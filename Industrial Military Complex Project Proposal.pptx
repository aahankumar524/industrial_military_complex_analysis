
<file path=[Content_Types].xml><?xml version="1.0" encoding="utf-8"?>
<Types xmlns="http://schemas.openxmlformats.org/package/2006/content-types">
  <Default ContentType="application/x-fontdata" Extension="fntdata"/>
  <Default ContentType="application/xml" Extension="xml"/>
  <Default ContentType="image/png" Extension="png"/>
  <Default ContentType="application/vnd.openxmlformats-officedocument.obfuscatedFont" Extension="odttf"/>
  <Default ContentType="application/vnd.openxmlformats-package.relationships+xml" Extension="rels"/>
  <Override ContentType="application/vnd.openxmlformats-officedocument.presentationml.notesSlide+xml" PartName="/ppt/notesSlides/notesSlide29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28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24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25.xml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26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27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3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10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24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29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20.xml"/>
  <Override ContentType="application/vnd.openxmlformats-officedocument.presentationml.slideLayout+xml" PartName="/ppt/slideLayouts/slideLayout25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21.xml"/>
  <Override ContentType="application/vnd.openxmlformats-officedocument.presentationml.slideLayout+xml" PartName="/ppt/slideLayouts/slideLayout30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26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22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19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28.xml"/>
  <Override ContentType="application/vnd.openxmlformats-officedocument.presentationml.slideLayout+xml" PartName="/ppt/slideLayouts/slideLayout27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23.xml"/>
  <Override ContentType="application/vnd.openxmlformats-officedocument.presentationml.slideLayout+xml" PartName="/ppt/slideLayouts/slideLayout8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22.xml"/>
  <Override ContentType="application/vnd.openxmlformats-officedocument.presentationml.slide+xml" PartName="/ppt/slides/slide26.xml"/>
  <Override ContentType="application/vnd.openxmlformats-officedocument.presentationml.slide+xml" PartName="/ppt/slides/slide19.xml"/>
  <Override ContentType="application/vnd.openxmlformats-officedocument.presentationml.slide+xml" PartName="/ppt/slides/slide3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5.xml"/>
  <Override ContentType="application/vnd.openxmlformats-officedocument.presentationml.slide+xml" PartName="/ppt/slides/slide12.xml"/>
  <Override ContentType="application/vnd.openxmlformats-officedocument.presentationml.slide+xml" PartName="/ppt/slides/slide17.xml"/>
  <Override ContentType="application/vnd.openxmlformats-officedocument.presentationml.slide+xml" PartName="/ppt/slides/slide25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16.xml"/>
  <Override ContentType="application/vnd.openxmlformats-officedocument.presentationml.slide+xml" PartName="/ppt/slides/slide8.xml"/>
  <Override ContentType="application/vnd.openxmlformats-officedocument.presentationml.slide+xml" PartName="/ppt/slides/slide29.xml"/>
  <Override ContentType="application/vnd.openxmlformats-officedocument.presentationml.slide+xml" PartName="/ppt/slides/slide24.xml"/>
  <Override ContentType="application/vnd.openxmlformats-officedocument.presentationml.slide+xml" PartName="/ppt/slides/slide11.xml"/>
  <Override ContentType="application/vnd.openxmlformats-officedocument.presentationml.slide+xml" PartName="/ppt/slides/slide1.xml"/>
  <Override ContentType="application/vnd.openxmlformats-officedocument.presentationml.slide+xml" PartName="/ppt/slides/slide28.xml"/>
  <Override ContentType="application/vnd.openxmlformats-officedocument.presentationml.slide+xml" PartName="/ppt/slides/slide7.xml"/>
  <Override ContentType="application/vnd.openxmlformats-officedocument.presentationml.slide+xml" PartName="/ppt/slides/slide15.xml"/>
  <Override ContentType="application/vnd.openxmlformats-officedocument.presentationml.slide+xml" PartName="/ppt/slides/slide23.xml"/>
  <Override ContentType="application/vnd.openxmlformats-officedocument.presentationml.slide+xml" PartName="/ppt/slides/slide27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6.xml"/>
  <Override ContentType="application/vnd.openxmlformats-officedocument.presentationml.slide+xml" PartName="/ppt/slides/slide14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autoCompressPictures="0" embedTrueTypeFonts="1" strictFirstAndLastChars="0" saveSubsetFonts="1">
  <p:sldMasterIdLst>
    <p:sldMasterId id="2147483678" r:id="rId3"/>
  </p:sldMasterIdLst>
  <p:notesMasterIdLst>
    <p:notesMasterId r:id="rId4"/>
  </p:notesMasterIdLst>
  <p:sldIdLst>
    <p:sldId id="256" r:id="rId5"/>
    <p:sldId id="257" r:id="rId6"/>
    <p:sldId id="258" r:id="rId7"/>
    <p:sldId id="259" r:id="rId8"/>
    <p:sldId id="260" r:id="rId9"/>
    <p:sldId id="261" r:id="rId10"/>
    <p:sldId id="262" r:id="rId11"/>
    <p:sldId id="263" r:id="rId12"/>
    <p:sldId id="264" r:id="rId13"/>
    <p:sldId id="265" r:id="rId14"/>
    <p:sldId id="266" r:id="rId15"/>
    <p:sldId id="267" r:id="rId16"/>
    <p:sldId id="268" r:id="rId17"/>
    <p:sldId id="269" r:id="rId18"/>
    <p:sldId id="270" r:id="rId19"/>
    <p:sldId id="271" r:id="rId20"/>
    <p:sldId id="272" r:id="rId21"/>
    <p:sldId id="273" r:id="rId22"/>
    <p:sldId id="274" r:id="rId23"/>
    <p:sldId id="275" r:id="rId24"/>
    <p:sldId id="276" r:id="rId25"/>
    <p:sldId id="277" r:id="rId26"/>
    <p:sldId id="278" r:id="rId27"/>
    <p:sldId id="279" r:id="rId28"/>
    <p:sldId id="280" r:id="rId29"/>
    <p:sldId id="281" r:id="rId30"/>
    <p:sldId id="282" r:id="rId31"/>
    <p:sldId id="283" r:id="rId32"/>
    <p:sldId id="284" r:id="rId33"/>
  </p:sldIdLst>
  <p:sldSz cy="5143500" cx="9144000"/>
  <p:notesSz cx="6858000" cy="9144000"/>
  <p:embeddedFontLst>
    <p:embeddedFont>
      <p:font typeface="Inter"/>
      <p:regular r:id="rId34"/>
      <p:bold r:id="rId35"/>
      <p:italic r:id="rId36"/>
      <p:boldItalic r:id="rId37"/>
    </p:embeddedFont>
    <p:embeddedFont>
      <p:font typeface="Anaheim"/>
      <p:regular r:id="rId38"/>
      <p:bold r:id="rId39"/>
    </p:embeddedFont>
    <p:embeddedFont>
      <p:font typeface="Michroma"/>
      <p:regular r:id="rId40"/>
    </p:embeddedFont>
    <p:embeddedFont>
      <p:font typeface="Bebas Neue"/>
      <p:regular r:id="rId41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/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font" Target="fonts/Michroma-regular.fntdata"/><Relationship Id="rId20" Type="http://schemas.openxmlformats.org/officeDocument/2006/relationships/slide" Target="slides/slide16.xml"/><Relationship Id="rId41" Type="http://schemas.openxmlformats.org/officeDocument/2006/relationships/font" Target="fonts/BebasNeue-regular.fntdata"/><Relationship Id="rId22" Type="http://schemas.openxmlformats.org/officeDocument/2006/relationships/slide" Target="slides/slide18.xml"/><Relationship Id="rId21" Type="http://schemas.openxmlformats.org/officeDocument/2006/relationships/slide" Target="slides/slide17.xml"/><Relationship Id="rId24" Type="http://schemas.openxmlformats.org/officeDocument/2006/relationships/slide" Target="slides/slide20.xml"/><Relationship Id="rId23" Type="http://schemas.openxmlformats.org/officeDocument/2006/relationships/slide" Target="slides/slide19.xml"/><Relationship Id="rId1" Type="http://schemas.openxmlformats.org/officeDocument/2006/relationships/theme" Target="theme/theme2.xml"/><Relationship Id="rId2" Type="http://schemas.openxmlformats.org/officeDocument/2006/relationships/presProps" Target="presProps.xml"/><Relationship Id="rId3" Type="http://schemas.openxmlformats.org/officeDocument/2006/relationships/slideMaster" Target="slideMasters/slideMaster1.xml"/><Relationship Id="rId4" Type="http://schemas.openxmlformats.org/officeDocument/2006/relationships/notesMaster" Target="notesMasters/notesMaster1.xml"/><Relationship Id="rId9" Type="http://schemas.openxmlformats.org/officeDocument/2006/relationships/slide" Target="slides/slide5.xml"/><Relationship Id="rId26" Type="http://schemas.openxmlformats.org/officeDocument/2006/relationships/slide" Target="slides/slide22.xml"/><Relationship Id="rId25" Type="http://schemas.openxmlformats.org/officeDocument/2006/relationships/slide" Target="slides/slide21.xml"/><Relationship Id="rId28" Type="http://schemas.openxmlformats.org/officeDocument/2006/relationships/slide" Target="slides/slide24.xml"/><Relationship Id="rId27" Type="http://schemas.openxmlformats.org/officeDocument/2006/relationships/slide" Target="slides/slide23.xml"/><Relationship Id="rId5" Type="http://schemas.openxmlformats.org/officeDocument/2006/relationships/slide" Target="slides/slide1.xml"/><Relationship Id="rId6" Type="http://schemas.openxmlformats.org/officeDocument/2006/relationships/slide" Target="slides/slide2.xml"/><Relationship Id="rId29" Type="http://schemas.openxmlformats.org/officeDocument/2006/relationships/slide" Target="slides/slide25.xml"/><Relationship Id="rId7" Type="http://schemas.openxmlformats.org/officeDocument/2006/relationships/slide" Target="slides/slide3.xml"/><Relationship Id="rId8" Type="http://schemas.openxmlformats.org/officeDocument/2006/relationships/slide" Target="slides/slide4.xml"/><Relationship Id="rId31" Type="http://schemas.openxmlformats.org/officeDocument/2006/relationships/slide" Target="slides/slide27.xml"/><Relationship Id="rId30" Type="http://schemas.openxmlformats.org/officeDocument/2006/relationships/slide" Target="slides/slide26.xml"/><Relationship Id="rId11" Type="http://schemas.openxmlformats.org/officeDocument/2006/relationships/slide" Target="slides/slide7.xml"/><Relationship Id="rId33" Type="http://schemas.openxmlformats.org/officeDocument/2006/relationships/slide" Target="slides/slide29.xml"/><Relationship Id="rId10" Type="http://schemas.openxmlformats.org/officeDocument/2006/relationships/slide" Target="slides/slide6.xml"/><Relationship Id="rId32" Type="http://schemas.openxmlformats.org/officeDocument/2006/relationships/slide" Target="slides/slide28.xml"/><Relationship Id="rId13" Type="http://schemas.openxmlformats.org/officeDocument/2006/relationships/slide" Target="slides/slide9.xml"/><Relationship Id="rId35" Type="http://schemas.openxmlformats.org/officeDocument/2006/relationships/font" Target="fonts/Inter-bold.fntdata"/><Relationship Id="rId12" Type="http://schemas.openxmlformats.org/officeDocument/2006/relationships/slide" Target="slides/slide8.xml"/><Relationship Id="rId34" Type="http://schemas.openxmlformats.org/officeDocument/2006/relationships/font" Target="fonts/Inter-regular.fntdata"/><Relationship Id="rId15" Type="http://schemas.openxmlformats.org/officeDocument/2006/relationships/slide" Target="slides/slide11.xml"/><Relationship Id="rId37" Type="http://schemas.openxmlformats.org/officeDocument/2006/relationships/font" Target="fonts/Inter-boldItalic.fntdata"/><Relationship Id="rId14" Type="http://schemas.openxmlformats.org/officeDocument/2006/relationships/slide" Target="slides/slide10.xml"/><Relationship Id="rId36" Type="http://schemas.openxmlformats.org/officeDocument/2006/relationships/font" Target="fonts/Inter-italic.fntdata"/><Relationship Id="rId17" Type="http://schemas.openxmlformats.org/officeDocument/2006/relationships/slide" Target="slides/slide13.xml"/><Relationship Id="rId39" Type="http://schemas.openxmlformats.org/officeDocument/2006/relationships/font" Target="fonts/Anaheim-bold.fntdata"/><Relationship Id="rId16" Type="http://schemas.openxmlformats.org/officeDocument/2006/relationships/slide" Target="slides/slide12.xml"/><Relationship Id="rId38" Type="http://schemas.openxmlformats.org/officeDocument/2006/relationships/font" Target="fonts/Anaheim-regular.fntdata"/><Relationship Id="rId19" Type="http://schemas.openxmlformats.org/officeDocument/2006/relationships/slide" Target="slides/slide15.xml"/><Relationship Id="rId18" Type="http://schemas.openxmlformats.org/officeDocument/2006/relationships/slide" Target="slides/slide14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1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31" name="Shape 7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2" name="Google Shape;732;g4dfce81f19_0_4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33" name="Google Shape;733;g4dfce81f19_0_4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37" name="Shape 7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8" name="Google Shape;738;g54dda1946d_6_32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39" name="Google Shape;739;g54dda1946d_6_32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56" name="Shape 7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7" name="Google Shape;757;g3f54e3c8c50_3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58" name="Google Shape;758;g3f54e3c8c50_3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62" name="Shape 7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3" name="Google Shape;763;g54dda1946d_6_30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64" name="Google Shape;764;g54dda1946d_6_30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law</a:t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69" name="Shape 7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0" name="Google Shape;770;g1e81bf2f109_0_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71" name="Google Shape;771;g1e81bf2f109_0_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77" name="Shape 7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8" name="Google Shape;778;g54dda1946d_6_33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79" name="Google Shape;779;g54dda1946d_6_33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91" name="Shape 7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2" name="Google Shape;792;g3f543de281d_2_2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93" name="Google Shape;793;g3f543de281d_2_2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08" name="Shape 8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9" name="Google Shape;809;g3f543de281d_2_3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10" name="Google Shape;810;g3f543de281d_2_3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Roger</a:t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15" name="Shape 8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6" name="Google Shape;816;g3f54e3c8c50_0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17" name="Google Shape;817;g3f54e3c8c50_0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49" name="Shape 8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0" name="Google Shape;850;g3f543de281d_2_2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51" name="Google Shape;851;g3f543de281d_2_2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56" name="Shape 8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7" name="Google Shape;857;g3f543de281d_2_5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58" name="Google Shape;858;g3f543de281d_2_5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63" name="Shape 8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4" name="Google Shape;864;g1e81bf2f109_0_1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65" name="Google Shape;865;g1e81bf2f109_0_1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75" name="Shape 8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6" name="Google Shape;876;g3f543de281d_1_1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77" name="Google Shape;877;g3f543de281d_1_1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83" name="Shape 8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4" name="Google Shape;884;g3f543de281d_2_6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85" name="Google Shape;885;g3f543de281d_2_6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90" name="Shape 8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1" name="Google Shape;891;g3f54e3c8c50_0_7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92" name="Google Shape;892;g3f54e3c8c50_0_7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98" name="Shape 8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9" name="Google Shape;899;g3f54e3c8c50_0_8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00" name="Google Shape;900;g3f54e3c8c50_0_8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06" name="Shape 9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7" name="Google Shape;907;g3f543de281d_2_7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08" name="Google Shape;908;g3f543de281d_2_7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Rahul</a:t>
            </a: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13" name="Shape 9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4" name="Google Shape;914;g3f54e3c8c50_1_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15" name="Google Shape;915;g3f54e3c8c50_1_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31" name="Shape 9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2" name="Google Shape;932;g3f54e3c8c50_1_2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33" name="Google Shape;933;g3f54e3c8c50_1_2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53" name="Shape 9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4" name="Google Shape;954;g3f54e3c8c50_1_4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55" name="Google Shape;955;g3f54e3c8c50_1_4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71" name="Shape 9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2" name="Google Shape;972;g3f54e3c8c50_1_6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73" name="Google Shape;973;g3f54e3c8c50_1_6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91" name="Shape 9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2" name="Google Shape;992;g3f54e3c8c50_1_16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93" name="Google Shape;993;g3f54e3c8c50_1_16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09" name="Shape 10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0" name="Google Shape;1010;g3f543de281d_2_7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11" name="Google Shape;1011;g3f543de281d_2_7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16" name="Shape 10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7" name="Google Shape;1017;g3f543de281d_2_10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18" name="Google Shape;1018;g3f543de281d_2_10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79" name="Shape 10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0" name="Google Shape;1080;g3f543de281d_2_15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81" name="Google Shape;1081;g3f543de281d_2_15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00" name="Shape 11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1" name="Google Shape;1101;g3f543de281d_2_17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02" name="Google Shape;1102;g3f543de281d_2_17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24" name="Shape 11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5" name="Google Shape;1125;g3f543de281d_2_8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26" name="Google Shape;1126;g3f543de281d_2_8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31" name="Shape 11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2" name="Google Shape;1132;g1e81bf2f109_0_11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33" name="Google Shape;1133;g1e81bf2f109_0_11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42" name="Shape 11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3" name="Google Shape;1143;g135e18421cc_13_1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44" name="Google Shape;1144;g135e18421cc_13_1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hyperlink" Target="https://bit.ly/3A1uf1Q" TargetMode="External"/><Relationship Id="rId3" Type="http://schemas.openxmlformats.org/officeDocument/2006/relationships/hyperlink" Target="http://bit.ly/2TyoMsr" TargetMode="External"/><Relationship Id="rId4" Type="http://schemas.openxmlformats.org/officeDocument/2006/relationships/hyperlink" Target="http://bit.ly/2TtBDfr" TargetMode="External"/></Relationships>
</file>

<file path=ppt/slideLayouts/_rels/slideLayout2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slide" type="title">
  <p:cSld name="TITLE">
    <p:spTree>
      <p:nvGrpSpPr>
        <p:cNvPr id="8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 txBox="1"/>
          <p:nvPr>
            <p:ph type="ctrTitle"/>
          </p:nvPr>
        </p:nvSpPr>
        <p:spPr>
          <a:xfrm>
            <a:off x="1063950" y="1453900"/>
            <a:ext cx="7016100" cy="1904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b="1" sz="4800">
                <a:latin typeface="Michroma"/>
                <a:ea typeface="Michroma"/>
                <a:cs typeface="Michroma"/>
                <a:sym typeface="Michroma"/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9pPr>
          </a:lstStyle>
          <a:p/>
        </p:txBody>
      </p:sp>
      <p:sp>
        <p:nvSpPr>
          <p:cNvPr id="10" name="Google Shape;10;p2"/>
          <p:cNvSpPr txBox="1"/>
          <p:nvPr>
            <p:ph idx="1" type="subTitle"/>
          </p:nvPr>
        </p:nvSpPr>
        <p:spPr>
          <a:xfrm>
            <a:off x="1677300" y="3427125"/>
            <a:ext cx="5789400" cy="475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2"/>
                </a:solidFill>
                <a:latin typeface="Inter"/>
                <a:ea typeface="Inter"/>
                <a:cs typeface="Inter"/>
                <a:sym typeface="Inter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grpSp>
        <p:nvGrpSpPr>
          <p:cNvPr id="11" name="Google Shape;11;p2"/>
          <p:cNvGrpSpPr/>
          <p:nvPr/>
        </p:nvGrpSpPr>
        <p:grpSpPr>
          <a:xfrm>
            <a:off x="8743213" y="1469804"/>
            <a:ext cx="37200" cy="2280719"/>
            <a:chOff x="8720263" y="1665954"/>
            <a:chExt cx="37200" cy="2280719"/>
          </a:xfrm>
        </p:grpSpPr>
        <p:sp>
          <p:nvSpPr>
            <p:cNvPr id="12" name="Google Shape;12;p2"/>
            <p:cNvSpPr/>
            <p:nvPr/>
          </p:nvSpPr>
          <p:spPr>
            <a:xfrm flipH="1">
              <a:off x="8720263" y="1665954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  <p:sp>
          <p:nvSpPr>
            <p:cNvPr id="13" name="Google Shape;13;p2"/>
            <p:cNvSpPr/>
            <p:nvPr/>
          </p:nvSpPr>
          <p:spPr>
            <a:xfrm flipH="1">
              <a:off x="8720263" y="2278650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  <p:sp>
          <p:nvSpPr>
            <p:cNvPr id="14" name="Google Shape;14;p2"/>
            <p:cNvSpPr/>
            <p:nvPr/>
          </p:nvSpPr>
          <p:spPr>
            <a:xfrm flipH="1">
              <a:off x="8720263" y="2570381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  <p:sp>
          <p:nvSpPr>
            <p:cNvPr id="15" name="Google Shape;15;p2"/>
            <p:cNvSpPr/>
            <p:nvPr/>
          </p:nvSpPr>
          <p:spPr>
            <a:xfrm flipH="1">
              <a:off x="8720263" y="2862111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  <p:sp>
          <p:nvSpPr>
            <p:cNvPr id="16" name="Google Shape;16;p2"/>
            <p:cNvSpPr/>
            <p:nvPr/>
          </p:nvSpPr>
          <p:spPr>
            <a:xfrm flipH="1">
              <a:off x="8720263" y="3653137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  <p:sp>
          <p:nvSpPr>
            <p:cNvPr id="17" name="Google Shape;17;p2"/>
            <p:cNvSpPr/>
            <p:nvPr/>
          </p:nvSpPr>
          <p:spPr>
            <a:xfrm flipH="1">
              <a:off x="8720263" y="3909472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</p:grpSp>
      <p:grpSp>
        <p:nvGrpSpPr>
          <p:cNvPr id="18" name="Google Shape;18;p2"/>
          <p:cNvGrpSpPr/>
          <p:nvPr/>
        </p:nvGrpSpPr>
        <p:grpSpPr>
          <a:xfrm>
            <a:off x="442847" y="-2105551"/>
            <a:ext cx="8619933" cy="3559456"/>
            <a:chOff x="442847" y="-2105551"/>
            <a:chExt cx="8619933" cy="3559456"/>
          </a:xfrm>
        </p:grpSpPr>
        <p:grpSp>
          <p:nvGrpSpPr>
            <p:cNvPr id="19" name="Google Shape;19;p2"/>
            <p:cNvGrpSpPr/>
            <p:nvPr/>
          </p:nvGrpSpPr>
          <p:grpSpPr>
            <a:xfrm flipH="1">
              <a:off x="442847" y="299958"/>
              <a:ext cx="1188759" cy="239538"/>
              <a:chOff x="2501428" y="4161487"/>
              <a:chExt cx="2196118" cy="442524"/>
            </a:xfrm>
          </p:grpSpPr>
          <p:grpSp>
            <p:nvGrpSpPr>
              <p:cNvPr id="20" name="Google Shape;20;p2"/>
              <p:cNvGrpSpPr/>
              <p:nvPr/>
            </p:nvGrpSpPr>
            <p:grpSpPr>
              <a:xfrm>
                <a:off x="4082894" y="4161487"/>
                <a:ext cx="614651" cy="442524"/>
                <a:chOff x="6608540" y="3355576"/>
                <a:chExt cx="1352071" cy="973435"/>
              </a:xfrm>
            </p:grpSpPr>
            <p:sp>
              <p:nvSpPr>
                <p:cNvPr id="21" name="Google Shape;21;p2"/>
                <p:cNvSpPr/>
                <p:nvPr/>
              </p:nvSpPr>
              <p:spPr>
                <a:xfrm>
                  <a:off x="6608540" y="3843849"/>
                  <a:ext cx="1352071" cy="485162"/>
                </a:xfrm>
                <a:custGeom>
                  <a:rect b="b" l="l" r="r" t="t"/>
                  <a:pathLst>
                    <a:path extrusionOk="0" fill="none" h="40229" w="112112">
                      <a:moveTo>
                        <a:pt x="1" y="1"/>
                      </a:moveTo>
                      <a:lnTo>
                        <a:pt x="75669" y="1"/>
                      </a:lnTo>
                      <a:lnTo>
                        <a:pt x="112111" y="1"/>
                      </a:lnTo>
                      <a:cubicBezTo>
                        <a:pt x="112111" y="1"/>
                        <a:pt x="72589" y="1003"/>
                        <a:pt x="71847" y="40228"/>
                      </a:cubicBezTo>
                    </a:path>
                  </a:pathLst>
                </a:custGeom>
                <a:noFill/>
                <a:ln cap="flat" cmpd="sng" w="9525">
                  <a:solidFill>
                    <a:schemeClr val="dk2"/>
                  </a:solidFill>
                  <a:prstDash val="solid"/>
                  <a:miter lim="37110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2" name="Google Shape;22;p2"/>
                <p:cNvSpPr/>
                <p:nvPr/>
              </p:nvSpPr>
              <p:spPr>
                <a:xfrm>
                  <a:off x="7460229" y="3355576"/>
                  <a:ext cx="498138" cy="489178"/>
                </a:xfrm>
                <a:custGeom>
                  <a:rect b="b" l="l" r="r" t="t"/>
                  <a:pathLst>
                    <a:path extrusionOk="0" fill="none" h="40562" w="41305">
                      <a:moveTo>
                        <a:pt x="1077" y="0"/>
                      </a:moveTo>
                      <a:cubicBezTo>
                        <a:pt x="1077" y="0"/>
                        <a:pt x="1" y="37482"/>
                        <a:pt x="41305" y="40562"/>
                      </a:cubicBezTo>
                    </a:path>
                  </a:pathLst>
                </a:custGeom>
                <a:noFill/>
                <a:ln cap="flat" cmpd="sng" w="9525">
                  <a:solidFill>
                    <a:schemeClr val="dk2"/>
                  </a:solidFill>
                  <a:prstDash val="solid"/>
                  <a:miter lim="37110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cxnSp>
            <p:nvCxnSpPr>
              <p:cNvPr id="23" name="Google Shape;23;p2"/>
              <p:cNvCxnSpPr/>
              <p:nvPr/>
            </p:nvCxnSpPr>
            <p:spPr>
              <a:xfrm>
                <a:off x="2501428" y="4382750"/>
                <a:ext cx="16497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dk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sp>
          <p:nvSpPr>
            <p:cNvPr id="24" name="Google Shape;24;p2"/>
            <p:cNvSpPr/>
            <p:nvPr/>
          </p:nvSpPr>
          <p:spPr>
            <a:xfrm rot="858350">
              <a:off x="5790255" y="-1785387"/>
              <a:ext cx="2957729" cy="2919128"/>
            </a:xfrm>
            <a:custGeom>
              <a:rect b="b" l="l" r="r" t="t"/>
              <a:pathLst>
                <a:path extrusionOk="0" h="116764" w="118308">
                  <a:moveTo>
                    <a:pt x="85119" y="611"/>
                  </a:moveTo>
                  <a:cubicBezTo>
                    <a:pt x="85338" y="611"/>
                    <a:pt x="85543" y="623"/>
                    <a:pt x="85725" y="623"/>
                  </a:cubicBezTo>
                  <a:lnTo>
                    <a:pt x="85850" y="623"/>
                  </a:lnTo>
                  <a:lnTo>
                    <a:pt x="86596" y="722"/>
                  </a:lnTo>
                  <a:cubicBezTo>
                    <a:pt x="87119" y="772"/>
                    <a:pt x="87642" y="871"/>
                    <a:pt x="88214" y="971"/>
                  </a:cubicBezTo>
                  <a:cubicBezTo>
                    <a:pt x="88314" y="996"/>
                    <a:pt x="88389" y="996"/>
                    <a:pt x="88488" y="1021"/>
                  </a:cubicBezTo>
                  <a:cubicBezTo>
                    <a:pt x="88861" y="1095"/>
                    <a:pt x="89260" y="1195"/>
                    <a:pt x="89633" y="1270"/>
                  </a:cubicBezTo>
                  <a:cubicBezTo>
                    <a:pt x="89807" y="1320"/>
                    <a:pt x="89982" y="1369"/>
                    <a:pt x="90131" y="1394"/>
                  </a:cubicBezTo>
                  <a:cubicBezTo>
                    <a:pt x="90230" y="1444"/>
                    <a:pt x="90305" y="1469"/>
                    <a:pt x="90380" y="1469"/>
                  </a:cubicBezTo>
                  <a:cubicBezTo>
                    <a:pt x="90547" y="1493"/>
                    <a:pt x="90691" y="1562"/>
                    <a:pt x="90812" y="1590"/>
                  </a:cubicBezTo>
                  <a:lnTo>
                    <a:pt x="90812" y="1590"/>
                  </a:lnTo>
                  <a:cubicBezTo>
                    <a:pt x="90120" y="1441"/>
                    <a:pt x="89428" y="1269"/>
                    <a:pt x="88712" y="1145"/>
                  </a:cubicBezTo>
                  <a:cubicBezTo>
                    <a:pt x="88637" y="1145"/>
                    <a:pt x="88563" y="1120"/>
                    <a:pt x="88488" y="1120"/>
                  </a:cubicBezTo>
                  <a:lnTo>
                    <a:pt x="87940" y="1021"/>
                  </a:lnTo>
                  <a:cubicBezTo>
                    <a:pt x="87219" y="896"/>
                    <a:pt x="86273" y="772"/>
                    <a:pt x="85451" y="697"/>
                  </a:cubicBezTo>
                  <a:lnTo>
                    <a:pt x="84904" y="623"/>
                  </a:lnTo>
                  <a:lnTo>
                    <a:pt x="84779" y="623"/>
                  </a:lnTo>
                  <a:cubicBezTo>
                    <a:pt x="84895" y="614"/>
                    <a:pt x="85009" y="611"/>
                    <a:pt x="85119" y="611"/>
                  </a:cubicBezTo>
                  <a:close/>
                  <a:moveTo>
                    <a:pt x="81195" y="573"/>
                  </a:moveTo>
                  <a:cubicBezTo>
                    <a:pt x="81693" y="573"/>
                    <a:pt x="82216" y="598"/>
                    <a:pt x="82713" y="598"/>
                  </a:cubicBezTo>
                  <a:cubicBezTo>
                    <a:pt x="79726" y="598"/>
                    <a:pt x="76590" y="971"/>
                    <a:pt x="73304" y="1718"/>
                  </a:cubicBezTo>
                  <a:cubicBezTo>
                    <a:pt x="73155" y="1718"/>
                    <a:pt x="72981" y="1718"/>
                    <a:pt x="72807" y="1743"/>
                  </a:cubicBezTo>
                  <a:cubicBezTo>
                    <a:pt x="75744" y="1071"/>
                    <a:pt x="78532" y="697"/>
                    <a:pt x="81195" y="573"/>
                  </a:cubicBezTo>
                  <a:close/>
                  <a:moveTo>
                    <a:pt x="80996" y="349"/>
                  </a:moveTo>
                  <a:cubicBezTo>
                    <a:pt x="81245" y="349"/>
                    <a:pt x="81469" y="349"/>
                    <a:pt x="81718" y="374"/>
                  </a:cubicBezTo>
                  <a:cubicBezTo>
                    <a:pt x="81568" y="374"/>
                    <a:pt x="81369" y="374"/>
                    <a:pt x="81220" y="399"/>
                  </a:cubicBezTo>
                  <a:lnTo>
                    <a:pt x="80747" y="399"/>
                  </a:lnTo>
                  <a:cubicBezTo>
                    <a:pt x="80025" y="399"/>
                    <a:pt x="79378" y="423"/>
                    <a:pt x="78781" y="473"/>
                  </a:cubicBezTo>
                  <a:cubicBezTo>
                    <a:pt x="77113" y="548"/>
                    <a:pt x="74997" y="747"/>
                    <a:pt x="73504" y="921"/>
                  </a:cubicBezTo>
                  <a:cubicBezTo>
                    <a:pt x="72309" y="1095"/>
                    <a:pt x="70790" y="1369"/>
                    <a:pt x="70019" y="1519"/>
                  </a:cubicBezTo>
                  <a:cubicBezTo>
                    <a:pt x="69397" y="1643"/>
                    <a:pt x="68799" y="1768"/>
                    <a:pt x="68202" y="1917"/>
                  </a:cubicBezTo>
                  <a:lnTo>
                    <a:pt x="67903" y="1917"/>
                  </a:lnTo>
                  <a:cubicBezTo>
                    <a:pt x="68177" y="1817"/>
                    <a:pt x="68451" y="1743"/>
                    <a:pt x="68749" y="1693"/>
                  </a:cubicBezTo>
                  <a:lnTo>
                    <a:pt x="68799" y="1693"/>
                  </a:lnTo>
                  <a:cubicBezTo>
                    <a:pt x="70542" y="1270"/>
                    <a:pt x="72184" y="996"/>
                    <a:pt x="73678" y="797"/>
                  </a:cubicBezTo>
                  <a:cubicBezTo>
                    <a:pt x="75146" y="623"/>
                    <a:pt x="77113" y="473"/>
                    <a:pt x="78706" y="374"/>
                  </a:cubicBezTo>
                  <a:cubicBezTo>
                    <a:pt x="79204" y="349"/>
                    <a:pt x="79702" y="349"/>
                    <a:pt x="80125" y="349"/>
                  </a:cubicBezTo>
                  <a:close/>
                  <a:moveTo>
                    <a:pt x="77586" y="697"/>
                  </a:moveTo>
                  <a:cubicBezTo>
                    <a:pt x="75669" y="946"/>
                    <a:pt x="73728" y="1320"/>
                    <a:pt x="71662" y="1817"/>
                  </a:cubicBezTo>
                  <a:cubicBezTo>
                    <a:pt x="71064" y="1867"/>
                    <a:pt x="70492" y="1942"/>
                    <a:pt x="69870" y="1992"/>
                  </a:cubicBezTo>
                  <a:cubicBezTo>
                    <a:pt x="69546" y="1942"/>
                    <a:pt x="69247" y="1892"/>
                    <a:pt x="68924" y="1892"/>
                  </a:cubicBezTo>
                  <a:cubicBezTo>
                    <a:pt x="69272" y="1817"/>
                    <a:pt x="69646" y="1743"/>
                    <a:pt x="70019" y="1693"/>
                  </a:cubicBezTo>
                  <a:cubicBezTo>
                    <a:pt x="70815" y="1519"/>
                    <a:pt x="72309" y="1220"/>
                    <a:pt x="73504" y="1095"/>
                  </a:cubicBezTo>
                  <a:cubicBezTo>
                    <a:pt x="74649" y="946"/>
                    <a:pt x="76167" y="822"/>
                    <a:pt x="77586" y="697"/>
                  </a:cubicBezTo>
                  <a:close/>
                  <a:moveTo>
                    <a:pt x="72284" y="1942"/>
                  </a:moveTo>
                  <a:cubicBezTo>
                    <a:pt x="72184" y="1967"/>
                    <a:pt x="72035" y="1992"/>
                    <a:pt x="71911" y="2016"/>
                  </a:cubicBezTo>
                  <a:cubicBezTo>
                    <a:pt x="71736" y="2016"/>
                    <a:pt x="71537" y="2066"/>
                    <a:pt x="71363" y="2066"/>
                  </a:cubicBezTo>
                  <a:cubicBezTo>
                    <a:pt x="71463" y="2016"/>
                    <a:pt x="71562" y="1992"/>
                    <a:pt x="71687" y="1967"/>
                  </a:cubicBezTo>
                  <a:cubicBezTo>
                    <a:pt x="71886" y="1942"/>
                    <a:pt x="72110" y="1942"/>
                    <a:pt x="72284" y="1942"/>
                  </a:cubicBezTo>
                  <a:close/>
                  <a:moveTo>
                    <a:pt x="68508" y="2070"/>
                  </a:moveTo>
                  <a:cubicBezTo>
                    <a:pt x="68737" y="2070"/>
                    <a:pt x="68967" y="2099"/>
                    <a:pt x="69173" y="2116"/>
                  </a:cubicBezTo>
                  <a:cubicBezTo>
                    <a:pt x="69073" y="2116"/>
                    <a:pt x="68973" y="2141"/>
                    <a:pt x="68874" y="2141"/>
                  </a:cubicBezTo>
                  <a:cubicBezTo>
                    <a:pt x="68712" y="2128"/>
                    <a:pt x="68557" y="2122"/>
                    <a:pt x="68401" y="2122"/>
                  </a:cubicBezTo>
                  <a:cubicBezTo>
                    <a:pt x="68245" y="2122"/>
                    <a:pt x="68090" y="2128"/>
                    <a:pt x="67928" y="2141"/>
                  </a:cubicBezTo>
                  <a:cubicBezTo>
                    <a:pt x="68028" y="2116"/>
                    <a:pt x="68127" y="2116"/>
                    <a:pt x="68202" y="2091"/>
                  </a:cubicBezTo>
                  <a:cubicBezTo>
                    <a:pt x="68302" y="2076"/>
                    <a:pt x="68405" y="2070"/>
                    <a:pt x="68508" y="2070"/>
                  </a:cubicBezTo>
                  <a:close/>
                  <a:moveTo>
                    <a:pt x="69870" y="2166"/>
                  </a:moveTo>
                  <a:cubicBezTo>
                    <a:pt x="69919" y="2216"/>
                    <a:pt x="70019" y="2216"/>
                    <a:pt x="70069" y="2216"/>
                  </a:cubicBezTo>
                  <a:cubicBezTo>
                    <a:pt x="70019" y="2216"/>
                    <a:pt x="69919" y="2240"/>
                    <a:pt x="69870" y="2240"/>
                  </a:cubicBezTo>
                  <a:cubicBezTo>
                    <a:pt x="69795" y="2240"/>
                    <a:pt x="69695" y="2216"/>
                    <a:pt x="69646" y="2216"/>
                  </a:cubicBezTo>
                  <a:cubicBezTo>
                    <a:pt x="69695" y="2216"/>
                    <a:pt x="69795" y="2166"/>
                    <a:pt x="69870" y="2166"/>
                  </a:cubicBezTo>
                  <a:close/>
                  <a:moveTo>
                    <a:pt x="70691" y="2340"/>
                  </a:moveTo>
                  <a:cubicBezTo>
                    <a:pt x="70666" y="2340"/>
                    <a:pt x="70591" y="2365"/>
                    <a:pt x="70566" y="2365"/>
                  </a:cubicBezTo>
                  <a:cubicBezTo>
                    <a:pt x="70558" y="2365"/>
                    <a:pt x="70547" y="2362"/>
                    <a:pt x="70535" y="2359"/>
                  </a:cubicBezTo>
                  <a:lnTo>
                    <a:pt x="70535" y="2359"/>
                  </a:lnTo>
                  <a:cubicBezTo>
                    <a:pt x="70537" y="2359"/>
                    <a:pt x="70539" y="2359"/>
                    <a:pt x="70542" y="2359"/>
                  </a:cubicBezTo>
                  <a:cubicBezTo>
                    <a:pt x="70573" y="2359"/>
                    <a:pt x="70604" y="2352"/>
                    <a:pt x="70641" y="2340"/>
                  </a:cubicBezTo>
                  <a:close/>
                  <a:moveTo>
                    <a:pt x="67057" y="2141"/>
                  </a:moveTo>
                  <a:cubicBezTo>
                    <a:pt x="66310" y="2340"/>
                    <a:pt x="65663" y="2514"/>
                    <a:pt x="65041" y="2713"/>
                  </a:cubicBezTo>
                  <a:cubicBezTo>
                    <a:pt x="65140" y="2664"/>
                    <a:pt x="65190" y="2639"/>
                    <a:pt x="65290" y="2614"/>
                  </a:cubicBezTo>
                  <a:cubicBezTo>
                    <a:pt x="65314" y="2614"/>
                    <a:pt x="65339" y="2589"/>
                    <a:pt x="65389" y="2589"/>
                  </a:cubicBezTo>
                  <a:cubicBezTo>
                    <a:pt x="65762" y="2464"/>
                    <a:pt x="66136" y="2340"/>
                    <a:pt x="66509" y="2240"/>
                  </a:cubicBezTo>
                  <a:cubicBezTo>
                    <a:pt x="66559" y="2240"/>
                    <a:pt x="66634" y="2216"/>
                    <a:pt x="66683" y="2216"/>
                  </a:cubicBezTo>
                  <a:lnTo>
                    <a:pt x="66708" y="2216"/>
                  </a:lnTo>
                  <a:cubicBezTo>
                    <a:pt x="66833" y="2166"/>
                    <a:pt x="66932" y="2166"/>
                    <a:pt x="67057" y="2141"/>
                  </a:cubicBezTo>
                  <a:close/>
                  <a:moveTo>
                    <a:pt x="67729" y="2340"/>
                  </a:moveTo>
                  <a:cubicBezTo>
                    <a:pt x="67007" y="2464"/>
                    <a:pt x="66211" y="2639"/>
                    <a:pt x="65439" y="2838"/>
                  </a:cubicBezTo>
                  <a:cubicBezTo>
                    <a:pt x="65812" y="2713"/>
                    <a:pt x="66161" y="2589"/>
                    <a:pt x="66559" y="2514"/>
                  </a:cubicBezTo>
                  <a:cubicBezTo>
                    <a:pt x="66932" y="2440"/>
                    <a:pt x="67331" y="2365"/>
                    <a:pt x="67729" y="2340"/>
                  </a:cubicBezTo>
                  <a:close/>
                  <a:moveTo>
                    <a:pt x="82881" y="760"/>
                  </a:moveTo>
                  <a:cubicBezTo>
                    <a:pt x="84830" y="760"/>
                    <a:pt x="86687" y="922"/>
                    <a:pt x="88438" y="1245"/>
                  </a:cubicBezTo>
                  <a:cubicBezTo>
                    <a:pt x="88538" y="1270"/>
                    <a:pt x="88613" y="1270"/>
                    <a:pt x="88712" y="1320"/>
                  </a:cubicBezTo>
                  <a:cubicBezTo>
                    <a:pt x="89135" y="1394"/>
                    <a:pt x="89608" y="1494"/>
                    <a:pt x="90006" y="1618"/>
                  </a:cubicBezTo>
                  <a:cubicBezTo>
                    <a:pt x="89795" y="1606"/>
                    <a:pt x="89577" y="1600"/>
                    <a:pt x="89356" y="1600"/>
                  </a:cubicBezTo>
                  <a:cubicBezTo>
                    <a:pt x="89135" y="1600"/>
                    <a:pt x="88911" y="1606"/>
                    <a:pt x="88687" y="1618"/>
                  </a:cubicBezTo>
                  <a:cubicBezTo>
                    <a:pt x="86646" y="1718"/>
                    <a:pt x="84630" y="2191"/>
                    <a:pt x="82713" y="2987"/>
                  </a:cubicBezTo>
                  <a:cubicBezTo>
                    <a:pt x="80302" y="2136"/>
                    <a:pt x="77643" y="1689"/>
                    <a:pt x="74737" y="1689"/>
                  </a:cubicBezTo>
                  <a:cubicBezTo>
                    <a:pt x="74584" y="1689"/>
                    <a:pt x="74430" y="1690"/>
                    <a:pt x="74275" y="1693"/>
                  </a:cubicBezTo>
                  <a:cubicBezTo>
                    <a:pt x="77298" y="1071"/>
                    <a:pt x="80178" y="760"/>
                    <a:pt x="82881" y="760"/>
                  </a:cubicBezTo>
                  <a:close/>
                  <a:moveTo>
                    <a:pt x="89362" y="1797"/>
                  </a:moveTo>
                  <a:cubicBezTo>
                    <a:pt x="89882" y="1797"/>
                    <a:pt x="90392" y="1832"/>
                    <a:pt x="90903" y="1867"/>
                  </a:cubicBezTo>
                  <a:cubicBezTo>
                    <a:pt x="91027" y="1867"/>
                    <a:pt x="91102" y="1892"/>
                    <a:pt x="91201" y="1942"/>
                  </a:cubicBezTo>
                  <a:cubicBezTo>
                    <a:pt x="90670" y="1875"/>
                    <a:pt x="90128" y="1842"/>
                    <a:pt x="89575" y="1842"/>
                  </a:cubicBezTo>
                  <a:cubicBezTo>
                    <a:pt x="89298" y="1842"/>
                    <a:pt x="89019" y="1851"/>
                    <a:pt x="88737" y="1867"/>
                  </a:cubicBezTo>
                  <a:cubicBezTo>
                    <a:pt x="86820" y="1967"/>
                    <a:pt x="84929" y="2390"/>
                    <a:pt x="83087" y="3112"/>
                  </a:cubicBezTo>
                  <a:cubicBezTo>
                    <a:pt x="83062" y="3112"/>
                    <a:pt x="83012" y="3087"/>
                    <a:pt x="82987" y="3087"/>
                  </a:cubicBezTo>
                  <a:cubicBezTo>
                    <a:pt x="84854" y="2340"/>
                    <a:pt x="86795" y="1892"/>
                    <a:pt x="88712" y="1817"/>
                  </a:cubicBezTo>
                  <a:cubicBezTo>
                    <a:pt x="88931" y="1803"/>
                    <a:pt x="89147" y="1797"/>
                    <a:pt x="89362" y="1797"/>
                  </a:cubicBezTo>
                  <a:close/>
                  <a:moveTo>
                    <a:pt x="74489" y="1870"/>
                  </a:moveTo>
                  <a:cubicBezTo>
                    <a:pt x="77392" y="1870"/>
                    <a:pt x="80073" y="2278"/>
                    <a:pt x="82464" y="3112"/>
                  </a:cubicBezTo>
                  <a:cubicBezTo>
                    <a:pt x="82464" y="3112"/>
                    <a:pt x="82440" y="3137"/>
                    <a:pt x="82390" y="3137"/>
                  </a:cubicBezTo>
                  <a:cubicBezTo>
                    <a:pt x="80063" y="2319"/>
                    <a:pt x="77437" y="1925"/>
                    <a:pt x="74599" y="1925"/>
                  </a:cubicBezTo>
                  <a:cubicBezTo>
                    <a:pt x="74067" y="1925"/>
                    <a:pt x="73527" y="1939"/>
                    <a:pt x="72981" y="1967"/>
                  </a:cubicBezTo>
                  <a:cubicBezTo>
                    <a:pt x="73080" y="1917"/>
                    <a:pt x="73180" y="1892"/>
                    <a:pt x="73304" y="1892"/>
                  </a:cubicBezTo>
                  <a:cubicBezTo>
                    <a:pt x="73703" y="1877"/>
                    <a:pt x="74098" y="1870"/>
                    <a:pt x="74489" y="1870"/>
                  </a:cubicBezTo>
                  <a:close/>
                  <a:moveTo>
                    <a:pt x="82763" y="3211"/>
                  </a:moveTo>
                  <a:cubicBezTo>
                    <a:pt x="82813" y="3211"/>
                    <a:pt x="82838" y="3236"/>
                    <a:pt x="82863" y="3236"/>
                  </a:cubicBezTo>
                  <a:cubicBezTo>
                    <a:pt x="82838" y="3236"/>
                    <a:pt x="82813" y="3261"/>
                    <a:pt x="82763" y="3261"/>
                  </a:cubicBezTo>
                  <a:lnTo>
                    <a:pt x="82738" y="3261"/>
                  </a:lnTo>
                  <a:cubicBezTo>
                    <a:pt x="82713" y="3236"/>
                    <a:pt x="82688" y="3236"/>
                    <a:pt x="82688" y="3236"/>
                  </a:cubicBezTo>
                  <a:cubicBezTo>
                    <a:pt x="82713" y="3236"/>
                    <a:pt x="82738" y="3211"/>
                    <a:pt x="82763" y="3211"/>
                  </a:cubicBezTo>
                  <a:close/>
                  <a:moveTo>
                    <a:pt x="68874" y="2340"/>
                  </a:moveTo>
                  <a:cubicBezTo>
                    <a:pt x="68949" y="2340"/>
                    <a:pt x="69048" y="2340"/>
                    <a:pt x="69173" y="2365"/>
                  </a:cubicBezTo>
                  <a:cubicBezTo>
                    <a:pt x="67555" y="2614"/>
                    <a:pt x="65912" y="2962"/>
                    <a:pt x="64219" y="3385"/>
                  </a:cubicBezTo>
                  <a:cubicBezTo>
                    <a:pt x="64294" y="3336"/>
                    <a:pt x="64393" y="3311"/>
                    <a:pt x="64468" y="3261"/>
                  </a:cubicBezTo>
                  <a:cubicBezTo>
                    <a:pt x="65962" y="2888"/>
                    <a:pt x="67430" y="2589"/>
                    <a:pt x="68874" y="2340"/>
                  </a:cubicBezTo>
                  <a:close/>
                  <a:moveTo>
                    <a:pt x="93466" y="2315"/>
                  </a:moveTo>
                  <a:cubicBezTo>
                    <a:pt x="93541" y="2340"/>
                    <a:pt x="93591" y="2340"/>
                    <a:pt x="93665" y="2365"/>
                  </a:cubicBezTo>
                  <a:cubicBezTo>
                    <a:pt x="93790" y="2390"/>
                    <a:pt x="93914" y="2464"/>
                    <a:pt x="94064" y="2489"/>
                  </a:cubicBezTo>
                  <a:lnTo>
                    <a:pt x="94636" y="2664"/>
                  </a:lnTo>
                  <a:cubicBezTo>
                    <a:pt x="95034" y="2788"/>
                    <a:pt x="95408" y="2962"/>
                    <a:pt x="95781" y="3137"/>
                  </a:cubicBezTo>
                  <a:cubicBezTo>
                    <a:pt x="95831" y="3186"/>
                    <a:pt x="95906" y="3211"/>
                    <a:pt x="95931" y="3211"/>
                  </a:cubicBezTo>
                  <a:lnTo>
                    <a:pt x="96304" y="3385"/>
                  </a:lnTo>
                  <a:cubicBezTo>
                    <a:pt x="95308" y="2987"/>
                    <a:pt x="94412" y="2639"/>
                    <a:pt x="93566" y="2390"/>
                  </a:cubicBezTo>
                  <a:lnTo>
                    <a:pt x="93392" y="2315"/>
                  </a:lnTo>
                  <a:close/>
                  <a:moveTo>
                    <a:pt x="63746" y="3460"/>
                  </a:moveTo>
                  <a:cubicBezTo>
                    <a:pt x="63697" y="3485"/>
                    <a:pt x="63647" y="3510"/>
                    <a:pt x="63572" y="3585"/>
                  </a:cubicBezTo>
                  <a:cubicBezTo>
                    <a:pt x="63522" y="3585"/>
                    <a:pt x="63448" y="3585"/>
                    <a:pt x="63373" y="3609"/>
                  </a:cubicBezTo>
                  <a:cubicBezTo>
                    <a:pt x="63448" y="3585"/>
                    <a:pt x="63473" y="3560"/>
                    <a:pt x="63547" y="3510"/>
                  </a:cubicBezTo>
                  <a:cubicBezTo>
                    <a:pt x="63597" y="3485"/>
                    <a:pt x="63696" y="3485"/>
                    <a:pt x="63746" y="3460"/>
                  </a:cubicBezTo>
                  <a:close/>
                  <a:moveTo>
                    <a:pt x="64194" y="2888"/>
                  </a:moveTo>
                  <a:lnTo>
                    <a:pt x="64194" y="2888"/>
                  </a:lnTo>
                  <a:cubicBezTo>
                    <a:pt x="64169" y="2937"/>
                    <a:pt x="64095" y="2937"/>
                    <a:pt x="64070" y="2962"/>
                  </a:cubicBezTo>
                  <a:lnTo>
                    <a:pt x="64045" y="2962"/>
                  </a:lnTo>
                  <a:cubicBezTo>
                    <a:pt x="63995" y="2987"/>
                    <a:pt x="63970" y="2987"/>
                    <a:pt x="63921" y="3012"/>
                  </a:cubicBezTo>
                  <a:cubicBezTo>
                    <a:pt x="62651" y="3410"/>
                    <a:pt x="61805" y="3709"/>
                    <a:pt x="61606" y="3784"/>
                  </a:cubicBezTo>
                  <a:cubicBezTo>
                    <a:pt x="61207" y="3958"/>
                    <a:pt x="60809" y="4107"/>
                    <a:pt x="60436" y="4232"/>
                  </a:cubicBezTo>
                  <a:cubicBezTo>
                    <a:pt x="60183" y="4316"/>
                    <a:pt x="59918" y="4412"/>
                    <a:pt x="59643" y="4504"/>
                  </a:cubicBezTo>
                  <a:lnTo>
                    <a:pt x="59643" y="4504"/>
                  </a:lnTo>
                  <a:cubicBezTo>
                    <a:pt x="60223" y="4283"/>
                    <a:pt x="60869" y="4040"/>
                    <a:pt x="61606" y="3759"/>
                  </a:cubicBezTo>
                  <a:cubicBezTo>
                    <a:pt x="61680" y="3734"/>
                    <a:pt x="61855" y="3684"/>
                    <a:pt x="62103" y="3585"/>
                  </a:cubicBezTo>
                  <a:cubicBezTo>
                    <a:pt x="62651" y="3385"/>
                    <a:pt x="63348" y="3161"/>
                    <a:pt x="64194" y="2888"/>
                  </a:cubicBezTo>
                  <a:close/>
                  <a:moveTo>
                    <a:pt x="83087" y="3311"/>
                  </a:moveTo>
                  <a:cubicBezTo>
                    <a:pt x="84257" y="3759"/>
                    <a:pt x="85377" y="4331"/>
                    <a:pt x="86372" y="4978"/>
                  </a:cubicBezTo>
                  <a:cubicBezTo>
                    <a:pt x="86347" y="5003"/>
                    <a:pt x="86323" y="5003"/>
                    <a:pt x="86298" y="5003"/>
                  </a:cubicBezTo>
                  <a:cubicBezTo>
                    <a:pt x="85302" y="4356"/>
                    <a:pt x="84182" y="3809"/>
                    <a:pt x="82987" y="3336"/>
                  </a:cubicBezTo>
                  <a:cubicBezTo>
                    <a:pt x="83012" y="3336"/>
                    <a:pt x="83062" y="3311"/>
                    <a:pt x="83087" y="3311"/>
                  </a:cubicBezTo>
                  <a:close/>
                  <a:moveTo>
                    <a:pt x="68899" y="2589"/>
                  </a:moveTo>
                  <a:lnTo>
                    <a:pt x="68899" y="2589"/>
                  </a:lnTo>
                  <a:cubicBezTo>
                    <a:pt x="66659" y="3261"/>
                    <a:pt x="64369" y="4082"/>
                    <a:pt x="62054" y="5078"/>
                  </a:cubicBezTo>
                  <a:cubicBezTo>
                    <a:pt x="62552" y="4555"/>
                    <a:pt x="63074" y="4107"/>
                    <a:pt x="63647" y="3734"/>
                  </a:cubicBezTo>
                  <a:cubicBezTo>
                    <a:pt x="65439" y="3236"/>
                    <a:pt x="67181" y="2863"/>
                    <a:pt x="68899" y="2589"/>
                  </a:cubicBezTo>
                  <a:close/>
                  <a:moveTo>
                    <a:pt x="86621" y="5202"/>
                  </a:moveTo>
                  <a:cubicBezTo>
                    <a:pt x="86671" y="5227"/>
                    <a:pt x="86696" y="5227"/>
                    <a:pt x="86721" y="5252"/>
                  </a:cubicBezTo>
                  <a:lnTo>
                    <a:pt x="86621" y="5252"/>
                  </a:lnTo>
                  <a:cubicBezTo>
                    <a:pt x="86596" y="5227"/>
                    <a:pt x="86571" y="5202"/>
                    <a:pt x="86547" y="5202"/>
                  </a:cubicBezTo>
                  <a:close/>
                  <a:moveTo>
                    <a:pt x="63099" y="3858"/>
                  </a:moveTo>
                  <a:lnTo>
                    <a:pt x="63099" y="3858"/>
                  </a:lnTo>
                  <a:cubicBezTo>
                    <a:pt x="62576" y="4257"/>
                    <a:pt x="62079" y="4730"/>
                    <a:pt x="61606" y="5227"/>
                  </a:cubicBezTo>
                  <a:cubicBezTo>
                    <a:pt x="61556" y="5252"/>
                    <a:pt x="61506" y="5252"/>
                    <a:pt x="61456" y="5302"/>
                  </a:cubicBezTo>
                  <a:cubicBezTo>
                    <a:pt x="61929" y="4754"/>
                    <a:pt x="62402" y="4331"/>
                    <a:pt x="62925" y="3933"/>
                  </a:cubicBezTo>
                  <a:cubicBezTo>
                    <a:pt x="62975" y="3883"/>
                    <a:pt x="63049" y="3883"/>
                    <a:pt x="63099" y="3858"/>
                  </a:cubicBezTo>
                  <a:close/>
                  <a:moveTo>
                    <a:pt x="69994" y="2464"/>
                  </a:moveTo>
                  <a:cubicBezTo>
                    <a:pt x="70044" y="2464"/>
                    <a:pt x="70118" y="2489"/>
                    <a:pt x="70168" y="2489"/>
                  </a:cubicBezTo>
                  <a:cubicBezTo>
                    <a:pt x="67380" y="3261"/>
                    <a:pt x="64518" y="4306"/>
                    <a:pt x="61581" y="5551"/>
                  </a:cubicBezTo>
                  <a:cubicBezTo>
                    <a:pt x="61606" y="5476"/>
                    <a:pt x="61680" y="5451"/>
                    <a:pt x="61705" y="5377"/>
                  </a:cubicBezTo>
                  <a:cubicBezTo>
                    <a:pt x="64543" y="4207"/>
                    <a:pt x="67281" y="3236"/>
                    <a:pt x="69994" y="2464"/>
                  </a:cubicBezTo>
                  <a:close/>
                  <a:moveTo>
                    <a:pt x="89101" y="2013"/>
                  </a:moveTo>
                  <a:cubicBezTo>
                    <a:pt x="90165" y="2013"/>
                    <a:pt x="91191" y="2109"/>
                    <a:pt x="92197" y="2265"/>
                  </a:cubicBezTo>
                  <a:cubicBezTo>
                    <a:pt x="94387" y="3062"/>
                    <a:pt x="96279" y="4182"/>
                    <a:pt x="97897" y="5551"/>
                  </a:cubicBezTo>
                  <a:cubicBezTo>
                    <a:pt x="97573" y="5476"/>
                    <a:pt x="97300" y="5377"/>
                    <a:pt x="97001" y="5327"/>
                  </a:cubicBezTo>
                  <a:cubicBezTo>
                    <a:pt x="96702" y="5252"/>
                    <a:pt x="96428" y="5227"/>
                    <a:pt x="96179" y="5202"/>
                  </a:cubicBezTo>
                  <a:cubicBezTo>
                    <a:pt x="95806" y="5128"/>
                    <a:pt x="95408" y="5078"/>
                    <a:pt x="95034" y="5003"/>
                  </a:cubicBezTo>
                  <a:cubicBezTo>
                    <a:pt x="94586" y="4954"/>
                    <a:pt x="94163" y="4929"/>
                    <a:pt x="93715" y="4879"/>
                  </a:cubicBezTo>
                  <a:cubicBezTo>
                    <a:pt x="93466" y="4854"/>
                    <a:pt x="93217" y="4829"/>
                    <a:pt x="92944" y="4829"/>
                  </a:cubicBezTo>
                  <a:cubicBezTo>
                    <a:pt x="92222" y="4804"/>
                    <a:pt x="91525" y="4754"/>
                    <a:pt x="90778" y="4754"/>
                  </a:cubicBezTo>
                  <a:cubicBezTo>
                    <a:pt x="90031" y="4754"/>
                    <a:pt x="89285" y="4804"/>
                    <a:pt x="88488" y="4829"/>
                  </a:cubicBezTo>
                  <a:cubicBezTo>
                    <a:pt x="88040" y="4854"/>
                    <a:pt x="87542" y="4879"/>
                    <a:pt x="87069" y="4954"/>
                  </a:cubicBezTo>
                  <a:cubicBezTo>
                    <a:pt x="86945" y="4954"/>
                    <a:pt x="86820" y="4978"/>
                    <a:pt x="86671" y="4978"/>
                  </a:cubicBezTo>
                  <a:cubicBezTo>
                    <a:pt x="85626" y="4306"/>
                    <a:pt x="84555" y="3709"/>
                    <a:pt x="83336" y="3211"/>
                  </a:cubicBezTo>
                  <a:cubicBezTo>
                    <a:pt x="85078" y="2514"/>
                    <a:pt x="86920" y="2116"/>
                    <a:pt x="88737" y="2016"/>
                  </a:cubicBezTo>
                  <a:cubicBezTo>
                    <a:pt x="88859" y="2014"/>
                    <a:pt x="88980" y="2013"/>
                    <a:pt x="89101" y="2013"/>
                  </a:cubicBezTo>
                  <a:close/>
                  <a:moveTo>
                    <a:pt x="93317" y="2514"/>
                  </a:moveTo>
                  <a:cubicBezTo>
                    <a:pt x="93441" y="2564"/>
                    <a:pt x="93541" y="2589"/>
                    <a:pt x="93665" y="2614"/>
                  </a:cubicBezTo>
                  <a:cubicBezTo>
                    <a:pt x="95433" y="3435"/>
                    <a:pt x="97026" y="4456"/>
                    <a:pt x="98395" y="5675"/>
                  </a:cubicBezTo>
                  <a:cubicBezTo>
                    <a:pt x="98345" y="5675"/>
                    <a:pt x="98295" y="5626"/>
                    <a:pt x="98270" y="5626"/>
                  </a:cubicBezTo>
                  <a:cubicBezTo>
                    <a:pt x="96827" y="4356"/>
                    <a:pt x="95184" y="3311"/>
                    <a:pt x="93317" y="2514"/>
                  </a:cubicBezTo>
                  <a:close/>
                  <a:moveTo>
                    <a:pt x="61332" y="5551"/>
                  </a:moveTo>
                  <a:lnTo>
                    <a:pt x="61332" y="5551"/>
                  </a:lnTo>
                  <a:cubicBezTo>
                    <a:pt x="61307" y="5601"/>
                    <a:pt x="61232" y="5626"/>
                    <a:pt x="61207" y="5700"/>
                  </a:cubicBezTo>
                  <a:cubicBezTo>
                    <a:pt x="61183" y="5725"/>
                    <a:pt x="61108" y="5750"/>
                    <a:pt x="61083" y="5750"/>
                  </a:cubicBezTo>
                  <a:cubicBezTo>
                    <a:pt x="61108" y="5700"/>
                    <a:pt x="61183" y="5675"/>
                    <a:pt x="61207" y="5601"/>
                  </a:cubicBezTo>
                  <a:cubicBezTo>
                    <a:pt x="61232" y="5576"/>
                    <a:pt x="61307" y="5576"/>
                    <a:pt x="61332" y="5551"/>
                  </a:cubicBezTo>
                  <a:close/>
                  <a:moveTo>
                    <a:pt x="90728" y="4978"/>
                  </a:moveTo>
                  <a:cubicBezTo>
                    <a:pt x="91475" y="4978"/>
                    <a:pt x="92197" y="5003"/>
                    <a:pt x="92869" y="5053"/>
                  </a:cubicBezTo>
                  <a:cubicBezTo>
                    <a:pt x="93242" y="5078"/>
                    <a:pt x="93591" y="5103"/>
                    <a:pt x="93939" y="5128"/>
                  </a:cubicBezTo>
                  <a:cubicBezTo>
                    <a:pt x="94288" y="5178"/>
                    <a:pt x="94611" y="5202"/>
                    <a:pt x="94935" y="5227"/>
                  </a:cubicBezTo>
                  <a:cubicBezTo>
                    <a:pt x="95433" y="5302"/>
                    <a:pt x="95931" y="5377"/>
                    <a:pt x="96428" y="5476"/>
                  </a:cubicBezTo>
                  <a:cubicBezTo>
                    <a:pt x="96578" y="5501"/>
                    <a:pt x="96727" y="5501"/>
                    <a:pt x="96901" y="5551"/>
                  </a:cubicBezTo>
                  <a:cubicBezTo>
                    <a:pt x="97324" y="5626"/>
                    <a:pt x="97723" y="5725"/>
                    <a:pt x="98146" y="5825"/>
                  </a:cubicBezTo>
                  <a:lnTo>
                    <a:pt x="98180" y="5870"/>
                  </a:lnTo>
                  <a:lnTo>
                    <a:pt x="98180" y="5870"/>
                  </a:lnTo>
                  <a:cubicBezTo>
                    <a:pt x="97761" y="5748"/>
                    <a:pt x="97319" y="5674"/>
                    <a:pt x="96876" y="5576"/>
                  </a:cubicBezTo>
                  <a:cubicBezTo>
                    <a:pt x="96652" y="5551"/>
                    <a:pt x="96403" y="5501"/>
                    <a:pt x="96179" y="5476"/>
                  </a:cubicBezTo>
                  <a:cubicBezTo>
                    <a:pt x="95781" y="5427"/>
                    <a:pt x="95383" y="5327"/>
                    <a:pt x="94935" y="5277"/>
                  </a:cubicBezTo>
                  <a:lnTo>
                    <a:pt x="93914" y="5202"/>
                  </a:lnTo>
                  <a:cubicBezTo>
                    <a:pt x="93566" y="5153"/>
                    <a:pt x="93267" y="5128"/>
                    <a:pt x="92894" y="5103"/>
                  </a:cubicBezTo>
                  <a:cubicBezTo>
                    <a:pt x="92197" y="5078"/>
                    <a:pt x="91475" y="5028"/>
                    <a:pt x="90778" y="5028"/>
                  </a:cubicBezTo>
                  <a:cubicBezTo>
                    <a:pt x="90031" y="5028"/>
                    <a:pt x="89285" y="5078"/>
                    <a:pt x="88538" y="5103"/>
                  </a:cubicBezTo>
                  <a:cubicBezTo>
                    <a:pt x="88164" y="5128"/>
                    <a:pt x="87791" y="5153"/>
                    <a:pt x="87368" y="5202"/>
                  </a:cubicBezTo>
                  <a:cubicBezTo>
                    <a:pt x="87244" y="5202"/>
                    <a:pt x="87094" y="5227"/>
                    <a:pt x="86970" y="5227"/>
                  </a:cubicBezTo>
                  <a:cubicBezTo>
                    <a:pt x="86945" y="5202"/>
                    <a:pt x="86920" y="5202"/>
                    <a:pt x="86870" y="5178"/>
                  </a:cubicBezTo>
                  <a:lnTo>
                    <a:pt x="86945" y="5178"/>
                  </a:lnTo>
                  <a:cubicBezTo>
                    <a:pt x="87468" y="5103"/>
                    <a:pt x="87965" y="5078"/>
                    <a:pt x="88463" y="5053"/>
                  </a:cubicBezTo>
                  <a:cubicBezTo>
                    <a:pt x="89235" y="5003"/>
                    <a:pt x="89982" y="4978"/>
                    <a:pt x="90728" y="4978"/>
                  </a:cubicBezTo>
                  <a:close/>
                  <a:moveTo>
                    <a:pt x="62975" y="3684"/>
                  </a:moveTo>
                  <a:lnTo>
                    <a:pt x="62975" y="3684"/>
                  </a:lnTo>
                  <a:cubicBezTo>
                    <a:pt x="62925" y="3709"/>
                    <a:pt x="62900" y="3734"/>
                    <a:pt x="62825" y="3809"/>
                  </a:cubicBezTo>
                  <a:cubicBezTo>
                    <a:pt x="60809" y="4381"/>
                    <a:pt x="58743" y="5103"/>
                    <a:pt x="56627" y="5974"/>
                  </a:cubicBezTo>
                  <a:cubicBezTo>
                    <a:pt x="57723" y="5501"/>
                    <a:pt x="58868" y="5053"/>
                    <a:pt x="60560" y="4431"/>
                  </a:cubicBezTo>
                  <a:cubicBezTo>
                    <a:pt x="61357" y="4132"/>
                    <a:pt x="62178" y="3883"/>
                    <a:pt x="62975" y="3684"/>
                  </a:cubicBezTo>
                  <a:close/>
                  <a:moveTo>
                    <a:pt x="98544" y="5924"/>
                  </a:moveTo>
                  <a:cubicBezTo>
                    <a:pt x="98569" y="5924"/>
                    <a:pt x="98644" y="5949"/>
                    <a:pt x="98669" y="5949"/>
                  </a:cubicBezTo>
                  <a:lnTo>
                    <a:pt x="98768" y="6049"/>
                  </a:lnTo>
                  <a:cubicBezTo>
                    <a:pt x="98718" y="6049"/>
                    <a:pt x="98693" y="6049"/>
                    <a:pt x="98669" y="5999"/>
                  </a:cubicBezTo>
                  <a:lnTo>
                    <a:pt x="98619" y="5999"/>
                  </a:lnTo>
                  <a:cubicBezTo>
                    <a:pt x="98619" y="5949"/>
                    <a:pt x="98569" y="5924"/>
                    <a:pt x="98544" y="5924"/>
                  </a:cubicBezTo>
                  <a:close/>
                  <a:moveTo>
                    <a:pt x="94960" y="3062"/>
                  </a:moveTo>
                  <a:lnTo>
                    <a:pt x="94960" y="3062"/>
                  </a:lnTo>
                  <a:cubicBezTo>
                    <a:pt x="96752" y="3734"/>
                    <a:pt x="98370" y="4754"/>
                    <a:pt x="99789" y="6074"/>
                  </a:cubicBezTo>
                  <a:cubicBezTo>
                    <a:pt x="99490" y="5974"/>
                    <a:pt x="99166" y="5850"/>
                    <a:pt x="98868" y="5800"/>
                  </a:cubicBezTo>
                  <a:cubicBezTo>
                    <a:pt x="98818" y="5800"/>
                    <a:pt x="98793" y="5800"/>
                    <a:pt x="98768" y="5750"/>
                  </a:cubicBezTo>
                  <a:cubicBezTo>
                    <a:pt x="97648" y="4705"/>
                    <a:pt x="96379" y="3809"/>
                    <a:pt x="94960" y="3062"/>
                  </a:cubicBezTo>
                  <a:close/>
                  <a:moveTo>
                    <a:pt x="74446" y="2122"/>
                  </a:moveTo>
                  <a:cubicBezTo>
                    <a:pt x="77248" y="2122"/>
                    <a:pt x="79829" y="2490"/>
                    <a:pt x="82141" y="3261"/>
                  </a:cubicBezTo>
                  <a:cubicBezTo>
                    <a:pt x="80498" y="4008"/>
                    <a:pt x="78930" y="5003"/>
                    <a:pt x="77486" y="6198"/>
                  </a:cubicBezTo>
                  <a:cubicBezTo>
                    <a:pt x="75520" y="4306"/>
                    <a:pt x="73479" y="3012"/>
                    <a:pt x="71388" y="2365"/>
                  </a:cubicBezTo>
                  <a:cubicBezTo>
                    <a:pt x="71562" y="2315"/>
                    <a:pt x="71761" y="2265"/>
                    <a:pt x="71935" y="2216"/>
                  </a:cubicBezTo>
                  <a:cubicBezTo>
                    <a:pt x="72790" y="2154"/>
                    <a:pt x="73628" y="2122"/>
                    <a:pt x="74446" y="2122"/>
                  </a:cubicBezTo>
                  <a:close/>
                  <a:moveTo>
                    <a:pt x="97449" y="4082"/>
                  </a:moveTo>
                  <a:cubicBezTo>
                    <a:pt x="97648" y="4182"/>
                    <a:pt x="97822" y="4257"/>
                    <a:pt x="97996" y="4331"/>
                  </a:cubicBezTo>
                  <a:cubicBezTo>
                    <a:pt x="98818" y="4879"/>
                    <a:pt x="99614" y="5501"/>
                    <a:pt x="100311" y="6223"/>
                  </a:cubicBezTo>
                  <a:cubicBezTo>
                    <a:pt x="100286" y="6223"/>
                    <a:pt x="100237" y="6198"/>
                    <a:pt x="100187" y="6198"/>
                  </a:cubicBezTo>
                  <a:cubicBezTo>
                    <a:pt x="99365" y="5377"/>
                    <a:pt x="98445" y="4655"/>
                    <a:pt x="97449" y="4082"/>
                  </a:cubicBezTo>
                  <a:close/>
                  <a:moveTo>
                    <a:pt x="71064" y="2464"/>
                  </a:moveTo>
                  <a:cubicBezTo>
                    <a:pt x="73180" y="3062"/>
                    <a:pt x="75321" y="4356"/>
                    <a:pt x="77362" y="6323"/>
                  </a:cubicBezTo>
                  <a:cubicBezTo>
                    <a:pt x="77312" y="6323"/>
                    <a:pt x="77312" y="6347"/>
                    <a:pt x="77287" y="6347"/>
                  </a:cubicBezTo>
                  <a:cubicBezTo>
                    <a:pt x="75246" y="4381"/>
                    <a:pt x="73105" y="3087"/>
                    <a:pt x="70940" y="2489"/>
                  </a:cubicBezTo>
                  <a:cubicBezTo>
                    <a:pt x="70990" y="2489"/>
                    <a:pt x="71015" y="2464"/>
                    <a:pt x="71064" y="2464"/>
                  </a:cubicBezTo>
                  <a:close/>
                  <a:moveTo>
                    <a:pt x="82440" y="3361"/>
                  </a:moveTo>
                  <a:cubicBezTo>
                    <a:pt x="82464" y="3361"/>
                    <a:pt x="82489" y="3385"/>
                    <a:pt x="82514" y="3385"/>
                  </a:cubicBezTo>
                  <a:cubicBezTo>
                    <a:pt x="80822" y="4107"/>
                    <a:pt x="79204" y="5128"/>
                    <a:pt x="77660" y="6372"/>
                  </a:cubicBezTo>
                  <a:lnTo>
                    <a:pt x="77636" y="6347"/>
                  </a:lnTo>
                  <a:cubicBezTo>
                    <a:pt x="79129" y="5103"/>
                    <a:pt x="80747" y="4107"/>
                    <a:pt x="82440" y="3361"/>
                  </a:cubicBezTo>
                  <a:close/>
                  <a:moveTo>
                    <a:pt x="99067" y="6049"/>
                  </a:moveTo>
                  <a:lnTo>
                    <a:pt x="99067" y="6049"/>
                  </a:lnTo>
                  <a:cubicBezTo>
                    <a:pt x="99415" y="6123"/>
                    <a:pt x="99764" y="6248"/>
                    <a:pt x="100112" y="6347"/>
                  </a:cubicBezTo>
                  <a:lnTo>
                    <a:pt x="100187" y="6447"/>
                  </a:lnTo>
                  <a:cubicBezTo>
                    <a:pt x="100162" y="6447"/>
                    <a:pt x="100112" y="6447"/>
                    <a:pt x="100038" y="6422"/>
                  </a:cubicBezTo>
                  <a:cubicBezTo>
                    <a:pt x="99764" y="6323"/>
                    <a:pt x="99490" y="6223"/>
                    <a:pt x="99166" y="6123"/>
                  </a:cubicBezTo>
                  <a:lnTo>
                    <a:pt x="99067" y="6049"/>
                  </a:lnTo>
                  <a:close/>
                  <a:moveTo>
                    <a:pt x="77486" y="6447"/>
                  </a:moveTo>
                  <a:lnTo>
                    <a:pt x="77511" y="6472"/>
                  </a:lnTo>
                  <a:cubicBezTo>
                    <a:pt x="77486" y="6472"/>
                    <a:pt x="77486" y="6497"/>
                    <a:pt x="77461" y="6497"/>
                  </a:cubicBezTo>
                  <a:lnTo>
                    <a:pt x="77412" y="6472"/>
                  </a:lnTo>
                  <a:cubicBezTo>
                    <a:pt x="77461" y="6472"/>
                    <a:pt x="77461" y="6447"/>
                    <a:pt x="77486" y="6447"/>
                  </a:cubicBezTo>
                  <a:close/>
                  <a:moveTo>
                    <a:pt x="82763" y="3460"/>
                  </a:moveTo>
                  <a:cubicBezTo>
                    <a:pt x="83933" y="3883"/>
                    <a:pt x="85003" y="4431"/>
                    <a:pt x="85999" y="5053"/>
                  </a:cubicBezTo>
                  <a:cubicBezTo>
                    <a:pt x="83410" y="5352"/>
                    <a:pt x="80722" y="5875"/>
                    <a:pt x="77984" y="6621"/>
                  </a:cubicBezTo>
                  <a:lnTo>
                    <a:pt x="77810" y="6472"/>
                  </a:lnTo>
                  <a:cubicBezTo>
                    <a:pt x="79353" y="5227"/>
                    <a:pt x="81021" y="4207"/>
                    <a:pt x="82763" y="3460"/>
                  </a:cubicBezTo>
                  <a:close/>
                  <a:moveTo>
                    <a:pt x="77660" y="6621"/>
                  </a:moveTo>
                  <a:lnTo>
                    <a:pt x="77760" y="6721"/>
                  </a:lnTo>
                  <a:cubicBezTo>
                    <a:pt x="77735" y="6721"/>
                    <a:pt x="77710" y="6721"/>
                    <a:pt x="77710" y="6746"/>
                  </a:cubicBezTo>
                  <a:lnTo>
                    <a:pt x="77611" y="6671"/>
                  </a:lnTo>
                  <a:cubicBezTo>
                    <a:pt x="77636" y="6671"/>
                    <a:pt x="77636" y="6621"/>
                    <a:pt x="77660" y="6621"/>
                  </a:cubicBezTo>
                  <a:close/>
                  <a:moveTo>
                    <a:pt x="86248" y="5227"/>
                  </a:moveTo>
                  <a:cubicBezTo>
                    <a:pt x="86298" y="5252"/>
                    <a:pt x="86323" y="5252"/>
                    <a:pt x="86347" y="5302"/>
                  </a:cubicBezTo>
                  <a:lnTo>
                    <a:pt x="86298" y="5302"/>
                  </a:lnTo>
                  <a:cubicBezTo>
                    <a:pt x="85725" y="5352"/>
                    <a:pt x="85128" y="5451"/>
                    <a:pt x="84580" y="5501"/>
                  </a:cubicBezTo>
                  <a:cubicBezTo>
                    <a:pt x="84381" y="5551"/>
                    <a:pt x="84207" y="5576"/>
                    <a:pt x="83983" y="5601"/>
                  </a:cubicBezTo>
                  <a:cubicBezTo>
                    <a:pt x="83236" y="5725"/>
                    <a:pt x="82464" y="5850"/>
                    <a:pt x="81718" y="5999"/>
                  </a:cubicBezTo>
                  <a:lnTo>
                    <a:pt x="81693" y="5999"/>
                  </a:lnTo>
                  <a:cubicBezTo>
                    <a:pt x="80523" y="6248"/>
                    <a:pt x="79353" y="6547"/>
                    <a:pt x="78158" y="6845"/>
                  </a:cubicBezTo>
                  <a:cubicBezTo>
                    <a:pt x="78133" y="6845"/>
                    <a:pt x="78108" y="6820"/>
                    <a:pt x="78108" y="6820"/>
                  </a:cubicBezTo>
                  <a:cubicBezTo>
                    <a:pt x="80896" y="6074"/>
                    <a:pt x="83609" y="5501"/>
                    <a:pt x="86223" y="5227"/>
                  </a:cubicBezTo>
                  <a:close/>
                  <a:moveTo>
                    <a:pt x="77262" y="6596"/>
                  </a:moveTo>
                  <a:cubicBezTo>
                    <a:pt x="77287" y="6621"/>
                    <a:pt x="77337" y="6621"/>
                    <a:pt x="77337" y="6671"/>
                  </a:cubicBezTo>
                  <a:cubicBezTo>
                    <a:pt x="77237" y="6746"/>
                    <a:pt x="77138" y="6820"/>
                    <a:pt x="77038" y="6920"/>
                  </a:cubicBezTo>
                  <a:cubicBezTo>
                    <a:pt x="76988" y="6920"/>
                    <a:pt x="76963" y="6945"/>
                    <a:pt x="76889" y="6945"/>
                  </a:cubicBezTo>
                  <a:cubicBezTo>
                    <a:pt x="77013" y="6820"/>
                    <a:pt x="77138" y="6721"/>
                    <a:pt x="77262" y="6596"/>
                  </a:cubicBezTo>
                  <a:close/>
                  <a:moveTo>
                    <a:pt x="77636" y="6945"/>
                  </a:moveTo>
                  <a:lnTo>
                    <a:pt x="77660" y="6970"/>
                  </a:lnTo>
                  <a:cubicBezTo>
                    <a:pt x="77461" y="7044"/>
                    <a:pt x="77262" y="7094"/>
                    <a:pt x="77038" y="7169"/>
                  </a:cubicBezTo>
                  <a:lnTo>
                    <a:pt x="77138" y="7069"/>
                  </a:lnTo>
                  <a:cubicBezTo>
                    <a:pt x="77287" y="7044"/>
                    <a:pt x="77461" y="6970"/>
                    <a:pt x="77636" y="6945"/>
                  </a:cubicBezTo>
                  <a:close/>
                  <a:moveTo>
                    <a:pt x="76715" y="7194"/>
                  </a:moveTo>
                  <a:lnTo>
                    <a:pt x="76615" y="7268"/>
                  </a:lnTo>
                  <a:cubicBezTo>
                    <a:pt x="76590" y="7293"/>
                    <a:pt x="76540" y="7293"/>
                    <a:pt x="76491" y="7318"/>
                  </a:cubicBezTo>
                  <a:lnTo>
                    <a:pt x="76590" y="7219"/>
                  </a:lnTo>
                  <a:cubicBezTo>
                    <a:pt x="76640" y="7219"/>
                    <a:pt x="76665" y="7194"/>
                    <a:pt x="76715" y="7194"/>
                  </a:cubicBezTo>
                  <a:close/>
                  <a:moveTo>
                    <a:pt x="99067" y="4879"/>
                  </a:moveTo>
                  <a:lnTo>
                    <a:pt x="99067" y="4879"/>
                  </a:lnTo>
                  <a:cubicBezTo>
                    <a:pt x="99316" y="5003"/>
                    <a:pt x="99540" y="5128"/>
                    <a:pt x="99814" y="5252"/>
                  </a:cubicBezTo>
                  <a:cubicBezTo>
                    <a:pt x="100784" y="5775"/>
                    <a:pt x="102054" y="6572"/>
                    <a:pt x="103497" y="7592"/>
                  </a:cubicBezTo>
                  <a:cubicBezTo>
                    <a:pt x="103099" y="7418"/>
                    <a:pt x="102726" y="7194"/>
                    <a:pt x="102352" y="7044"/>
                  </a:cubicBezTo>
                  <a:cubicBezTo>
                    <a:pt x="102228" y="6970"/>
                    <a:pt x="102054" y="6920"/>
                    <a:pt x="101904" y="6845"/>
                  </a:cubicBezTo>
                  <a:cubicBezTo>
                    <a:pt x="101531" y="6696"/>
                    <a:pt x="101133" y="6497"/>
                    <a:pt x="100759" y="6372"/>
                  </a:cubicBezTo>
                  <a:cubicBezTo>
                    <a:pt x="100237" y="5825"/>
                    <a:pt x="99664" y="5327"/>
                    <a:pt x="99067" y="4879"/>
                  </a:cubicBezTo>
                  <a:close/>
                  <a:moveTo>
                    <a:pt x="97648" y="3933"/>
                  </a:moveTo>
                  <a:cubicBezTo>
                    <a:pt x="97698" y="3933"/>
                    <a:pt x="97797" y="3958"/>
                    <a:pt x="97897" y="4008"/>
                  </a:cubicBezTo>
                  <a:cubicBezTo>
                    <a:pt x="98021" y="4082"/>
                    <a:pt x="98146" y="4132"/>
                    <a:pt x="98295" y="4207"/>
                  </a:cubicBezTo>
                  <a:lnTo>
                    <a:pt x="99042" y="4580"/>
                  </a:lnTo>
                  <a:cubicBezTo>
                    <a:pt x="99166" y="4630"/>
                    <a:pt x="99266" y="4705"/>
                    <a:pt x="99390" y="4754"/>
                  </a:cubicBezTo>
                  <a:cubicBezTo>
                    <a:pt x="100411" y="5327"/>
                    <a:pt x="101431" y="5924"/>
                    <a:pt x="102402" y="6572"/>
                  </a:cubicBezTo>
                  <a:cubicBezTo>
                    <a:pt x="102402" y="6572"/>
                    <a:pt x="102427" y="6572"/>
                    <a:pt x="102427" y="6596"/>
                  </a:cubicBezTo>
                  <a:cubicBezTo>
                    <a:pt x="102726" y="6796"/>
                    <a:pt x="103000" y="6970"/>
                    <a:pt x="103249" y="7144"/>
                  </a:cubicBezTo>
                  <a:lnTo>
                    <a:pt x="105115" y="8563"/>
                  </a:lnTo>
                  <a:cubicBezTo>
                    <a:pt x="105120" y="8568"/>
                    <a:pt x="105125" y="8573"/>
                    <a:pt x="105131" y="8578"/>
                  </a:cubicBezTo>
                  <a:lnTo>
                    <a:pt x="105131" y="8578"/>
                  </a:lnTo>
                  <a:cubicBezTo>
                    <a:pt x="105094" y="8558"/>
                    <a:pt x="105059" y="8532"/>
                    <a:pt x="105016" y="8488"/>
                  </a:cubicBezTo>
                  <a:lnTo>
                    <a:pt x="104966" y="8488"/>
                  </a:lnTo>
                  <a:cubicBezTo>
                    <a:pt x="104866" y="8438"/>
                    <a:pt x="104792" y="8413"/>
                    <a:pt x="104717" y="8339"/>
                  </a:cubicBezTo>
                  <a:cubicBezTo>
                    <a:pt x="102800" y="6820"/>
                    <a:pt x="101058" y="5750"/>
                    <a:pt x="99863" y="5103"/>
                  </a:cubicBezTo>
                  <a:cubicBezTo>
                    <a:pt x="99241" y="4754"/>
                    <a:pt x="98644" y="4456"/>
                    <a:pt x="98046" y="4207"/>
                  </a:cubicBezTo>
                  <a:cubicBezTo>
                    <a:pt x="97996" y="4132"/>
                    <a:pt x="97897" y="4107"/>
                    <a:pt x="97822" y="4058"/>
                  </a:cubicBezTo>
                  <a:cubicBezTo>
                    <a:pt x="97772" y="4008"/>
                    <a:pt x="97698" y="3958"/>
                    <a:pt x="97648" y="3933"/>
                  </a:cubicBezTo>
                  <a:close/>
                  <a:moveTo>
                    <a:pt x="101033" y="6696"/>
                  </a:moveTo>
                  <a:lnTo>
                    <a:pt x="101033" y="6696"/>
                  </a:lnTo>
                  <a:cubicBezTo>
                    <a:pt x="101431" y="6845"/>
                    <a:pt x="101855" y="6995"/>
                    <a:pt x="102228" y="7144"/>
                  </a:cubicBezTo>
                  <a:cubicBezTo>
                    <a:pt x="103049" y="7542"/>
                    <a:pt x="103846" y="7990"/>
                    <a:pt x="104618" y="8463"/>
                  </a:cubicBezTo>
                  <a:cubicBezTo>
                    <a:pt x="104742" y="8563"/>
                    <a:pt x="104891" y="8687"/>
                    <a:pt x="105016" y="8787"/>
                  </a:cubicBezTo>
                  <a:lnTo>
                    <a:pt x="104742" y="8588"/>
                  </a:lnTo>
                  <a:cubicBezTo>
                    <a:pt x="104369" y="8339"/>
                    <a:pt x="104020" y="8115"/>
                    <a:pt x="103622" y="7891"/>
                  </a:cubicBezTo>
                  <a:cubicBezTo>
                    <a:pt x="103522" y="7841"/>
                    <a:pt x="103398" y="7766"/>
                    <a:pt x="103273" y="7741"/>
                  </a:cubicBezTo>
                  <a:cubicBezTo>
                    <a:pt x="102875" y="7517"/>
                    <a:pt x="102452" y="7343"/>
                    <a:pt x="102054" y="7144"/>
                  </a:cubicBezTo>
                  <a:cubicBezTo>
                    <a:pt x="101929" y="7094"/>
                    <a:pt x="101805" y="7069"/>
                    <a:pt x="101730" y="6995"/>
                  </a:cubicBezTo>
                  <a:cubicBezTo>
                    <a:pt x="101531" y="6920"/>
                    <a:pt x="101307" y="6845"/>
                    <a:pt x="101133" y="6746"/>
                  </a:cubicBezTo>
                  <a:cubicBezTo>
                    <a:pt x="101133" y="6760"/>
                    <a:pt x="101126" y="6766"/>
                    <a:pt x="101117" y="6766"/>
                  </a:cubicBezTo>
                  <a:cubicBezTo>
                    <a:pt x="101093" y="6766"/>
                    <a:pt x="101051" y="6731"/>
                    <a:pt x="101033" y="6696"/>
                  </a:cubicBezTo>
                  <a:close/>
                  <a:moveTo>
                    <a:pt x="76217" y="7318"/>
                  </a:moveTo>
                  <a:lnTo>
                    <a:pt x="76217" y="7318"/>
                  </a:lnTo>
                  <a:cubicBezTo>
                    <a:pt x="76167" y="7368"/>
                    <a:pt x="76142" y="7418"/>
                    <a:pt x="76117" y="7418"/>
                  </a:cubicBezTo>
                  <a:cubicBezTo>
                    <a:pt x="74674" y="7841"/>
                    <a:pt x="73230" y="8339"/>
                    <a:pt x="71761" y="8911"/>
                  </a:cubicBezTo>
                  <a:cubicBezTo>
                    <a:pt x="71736" y="8911"/>
                    <a:pt x="71687" y="8911"/>
                    <a:pt x="71662" y="8861"/>
                  </a:cubicBezTo>
                  <a:cubicBezTo>
                    <a:pt x="73180" y="8289"/>
                    <a:pt x="74723" y="7766"/>
                    <a:pt x="76217" y="7318"/>
                  </a:cubicBezTo>
                  <a:close/>
                  <a:moveTo>
                    <a:pt x="71239" y="9011"/>
                  </a:moveTo>
                  <a:cubicBezTo>
                    <a:pt x="71263" y="9011"/>
                    <a:pt x="71288" y="9061"/>
                    <a:pt x="71363" y="9061"/>
                  </a:cubicBezTo>
                  <a:lnTo>
                    <a:pt x="71288" y="9061"/>
                  </a:lnTo>
                  <a:cubicBezTo>
                    <a:pt x="71263" y="9061"/>
                    <a:pt x="71263" y="9061"/>
                    <a:pt x="71214" y="9085"/>
                  </a:cubicBezTo>
                  <a:lnTo>
                    <a:pt x="71164" y="9085"/>
                  </a:lnTo>
                  <a:cubicBezTo>
                    <a:pt x="71164" y="9085"/>
                    <a:pt x="71189" y="9085"/>
                    <a:pt x="71189" y="9061"/>
                  </a:cubicBezTo>
                  <a:cubicBezTo>
                    <a:pt x="71189" y="9061"/>
                    <a:pt x="71239" y="9061"/>
                    <a:pt x="71239" y="9011"/>
                  </a:cubicBezTo>
                  <a:close/>
                  <a:moveTo>
                    <a:pt x="75769" y="7766"/>
                  </a:moveTo>
                  <a:lnTo>
                    <a:pt x="75769" y="7766"/>
                  </a:lnTo>
                  <a:cubicBezTo>
                    <a:pt x="75196" y="8314"/>
                    <a:pt x="74674" y="8936"/>
                    <a:pt x="74151" y="9583"/>
                  </a:cubicBezTo>
                  <a:cubicBezTo>
                    <a:pt x="74126" y="9583"/>
                    <a:pt x="74101" y="9558"/>
                    <a:pt x="74051" y="9558"/>
                  </a:cubicBezTo>
                  <a:cubicBezTo>
                    <a:pt x="74026" y="9534"/>
                    <a:pt x="73952" y="9534"/>
                    <a:pt x="73902" y="9534"/>
                  </a:cubicBezTo>
                  <a:cubicBezTo>
                    <a:pt x="73529" y="9409"/>
                    <a:pt x="73155" y="9310"/>
                    <a:pt x="72782" y="9185"/>
                  </a:cubicBezTo>
                  <a:cubicBezTo>
                    <a:pt x="72757" y="9185"/>
                    <a:pt x="72707" y="9185"/>
                    <a:pt x="72682" y="9135"/>
                  </a:cubicBezTo>
                  <a:cubicBezTo>
                    <a:pt x="72583" y="9110"/>
                    <a:pt x="72458" y="9085"/>
                    <a:pt x="72384" y="9085"/>
                  </a:cubicBezTo>
                  <a:cubicBezTo>
                    <a:pt x="72284" y="9061"/>
                    <a:pt x="72184" y="9011"/>
                    <a:pt x="72060" y="9011"/>
                  </a:cubicBezTo>
                  <a:cubicBezTo>
                    <a:pt x="73304" y="8563"/>
                    <a:pt x="74549" y="8140"/>
                    <a:pt x="75769" y="7766"/>
                  </a:cubicBezTo>
                  <a:close/>
                  <a:moveTo>
                    <a:pt x="76291" y="7592"/>
                  </a:moveTo>
                  <a:cubicBezTo>
                    <a:pt x="75644" y="8214"/>
                    <a:pt x="74997" y="8936"/>
                    <a:pt x="74400" y="9683"/>
                  </a:cubicBezTo>
                  <a:cubicBezTo>
                    <a:pt x="74375" y="9683"/>
                    <a:pt x="74375" y="9658"/>
                    <a:pt x="74350" y="9658"/>
                  </a:cubicBezTo>
                  <a:cubicBezTo>
                    <a:pt x="74922" y="8936"/>
                    <a:pt x="75545" y="8239"/>
                    <a:pt x="76167" y="7617"/>
                  </a:cubicBezTo>
                  <a:cubicBezTo>
                    <a:pt x="76217" y="7617"/>
                    <a:pt x="76267" y="7592"/>
                    <a:pt x="76291" y="7592"/>
                  </a:cubicBezTo>
                  <a:close/>
                  <a:moveTo>
                    <a:pt x="70566" y="2589"/>
                  </a:moveTo>
                  <a:cubicBezTo>
                    <a:pt x="72782" y="3112"/>
                    <a:pt x="75022" y="4431"/>
                    <a:pt x="77163" y="6472"/>
                  </a:cubicBezTo>
                  <a:cubicBezTo>
                    <a:pt x="76963" y="6671"/>
                    <a:pt x="76739" y="6845"/>
                    <a:pt x="76515" y="7069"/>
                  </a:cubicBezTo>
                  <a:cubicBezTo>
                    <a:pt x="74773" y="7592"/>
                    <a:pt x="73031" y="8189"/>
                    <a:pt x="71263" y="8861"/>
                  </a:cubicBezTo>
                  <a:lnTo>
                    <a:pt x="71164" y="8861"/>
                  </a:lnTo>
                  <a:cubicBezTo>
                    <a:pt x="71114" y="8861"/>
                    <a:pt x="71039" y="8837"/>
                    <a:pt x="70940" y="8837"/>
                  </a:cubicBezTo>
                  <a:cubicBezTo>
                    <a:pt x="70542" y="8762"/>
                    <a:pt x="70118" y="8712"/>
                    <a:pt x="69670" y="8687"/>
                  </a:cubicBezTo>
                  <a:cubicBezTo>
                    <a:pt x="69571" y="8687"/>
                    <a:pt x="69471" y="8637"/>
                    <a:pt x="69397" y="8637"/>
                  </a:cubicBezTo>
                  <a:lnTo>
                    <a:pt x="69247" y="8637"/>
                  </a:lnTo>
                  <a:cubicBezTo>
                    <a:pt x="68675" y="8613"/>
                    <a:pt x="68102" y="8588"/>
                    <a:pt x="67530" y="8588"/>
                  </a:cubicBezTo>
                  <a:cubicBezTo>
                    <a:pt x="67057" y="8588"/>
                    <a:pt x="66584" y="8613"/>
                    <a:pt x="66136" y="8613"/>
                  </a:cubicBezTo>
                  <a:cubicBezTo>
                    <a:pt x="65862" y="8613"/>
                    <a:pt x="65613" y="8637"/>
                    <a:pt x="65389" y="8687"/>
                  </a:cubicBezTo>
                  <a:cubicBezTo>
                    <a:pt x="65165" y="8712"/>
                    <a:pt x="64966" y="8712"/>
                    <a:pt x="64767" y="8737"/>
                  </a:cubicBezTo>
                  <a:cubicBezTo>
                    <a:pt x="64418" y="8787"/>
                    <a:pt x="64045" y="8812"/>
                    <a:pt x="63697" y="8861"/>
                  </a:cubicBezTo>
                  <a:cubicBezTo>
                    <a:pt x="63647" y="8861"/>
                    <a:pt x="63547" y="8911"/>
                    <a:pt x="63473" y="8911"/>
                  </a:cubicBezTo>
                  <a:cubicBezTo>
                    <a:pt x="63348" y="8911"/>
                    <a:pt x="63273" y="8936"/>
                    <a:pt x="63149" y="8961"/>
                  </a:cubicBezTo>
                  <a:cubicBezTo>
                    <a:pt x="62427" y="9061"/>
                    <a:pt x="61680" y="9210"/>
                    <a:pt x="60934" y="9359"/>
                  </a:cubicBezTo>
                  <a:cubicBezTo>
                    <a:pt x="60336" y="9484"/>
                    <a:pt x="59739" y="9608"/>
                    <a:pt x="59166" y="9782"/>
                  </a:cubicBezTo>
                  <a:cubicBezTo>
                    <a:pt x="59739" y="8214"/>
                    <a:pt x="60461" y="6945"/>
                    <a:pt x="61332" y="5850"/>
                  </a:cubicBezTo>
                  <a:cubicBezTo>
                    <a:pt x="64468" y="4481"/>
                    <a:pt x="67580" y="3385"/>
                    <a:pt x="70566" y="2589"/>
                  </a:cubicBezTo>
                  <a:close/>
                  <a:moveTo>
                    <a:pt x="71736" y="9110"/>
                  </a:moveTo>
                  <a:cubicBezTo>
                    <a:pt x="72533" y="9285"/>
                    <a:pt x="73280" y="9459"/>
                    <a:pt x="74026" y="9733"/>
                  </a:cubicBezTo>
                  <a:lnTo>
                    <a:pt x="74001" y="9782"/>
                  </a:lnTo>
                  <a:cubicBezTo>
                    <a:pt x="73902" y="9733"/>
                    <a:pt x="73827" y="9708"/>
                    <a:pt x="73753" y="9708"/>
                  </a:cubicBezTo>
                  <a:cubicBezTo>
                    <a:pt x="73578" y="9658"/>
                    <a:pt x="73429" y="9608"/>
                    <a:pt x="73255" y="9558"/>
                  </a:cubicBezTo>
                  <a:cubicBezTo>
                    <a:pt x="73080" y="9484"/>
                    <a:pt x="72906" y="9459"/>
                    <a:pt x="72757" y="9434"/>
                  </a:cubicBezTo>
                  <a:cubicBezTo>
                    <a:pt x="72707" y="9434"/>
                    <a:pt x="72682" y="9409"/>
                    <a:pt x="72657" y="9409"/>
                  </a:cubicBezTo>
                  <a:lnTo>
                    <a:pt x="72632" y="9409"/>
                  </a:lnTo>
                  <a:cubicBezTo>
                    <a:pt x="72458" y="9359"/>
                    <a:pt x="72284" y="9310"/>
                    <a:pt x="72135" y="9285"/>
                  </a:cubicBezTo>
                  <a:cubicBezTo>
                    <a:pt x="71935" y="9235"/>
                    <a:pt x="71786" y="9185"/>
                    <a:pt x="71662" y="9160"/>
                  </a:cubicBezTo>
                  <a:cubicBezTo>
                    <a:pt x="71687" y="9160"/>
                    <a:pt x="71687" y="9160"/>
                    <a:pt x="71736" y="9110"/>
                  </a:cubicBezTo>
                  <a:close/>
                  <a:moveTo>
                    <a:pt x="60983" y="5999"/>
                  </a:moveTo>
                  <a:cubicBezTo>
                    <a:pt x="60187" y="7069"/>
                    <a:pt x="59490" y="8339"/>
                    <a:pt x="58942" y="9782"/>
                  </a:cubicBezTo>
                  <a:cubicBezTo>
                    <a:pt x="58922" y="9782"/>
                    <a:pt x="58884" y="9782"/>
                    <a:pt x="58872" y="9796"/>
                  </a:cubicBezTo>
                  <a:lnTo>
                    <a:pt x="58872" y="9796"/>
                  </a:lnTo>
                  <a:cubicBezTo>
                    <a:pt x="59419" y="8357"/>
                    <a:pt x="60089" y="7116"/>
                    <a:pt x="60859" y="6074"/>
                  </a:cubicBezTo>
                  <a:cubicBezTo>
                    <a:pt x="60909" y="6049"/>
                    <a:pt x="60934" y="6049"/>
                    <a:pt x="60983" y="5999"/>
                  </a:cubicBezTo>
                  <a:close/>
                  <a:moveTo>
                    <a:pt x="106582" y="9856"/>
                  </a:moveTo>
                  <a:lnTo>
                    <a:pt x="106582" y="9856"/>
                  </a:lnTo>
                  <a:cubicBezTo>
                    <a:pt x="106582" y="9857"/>
                    <a:pt x="106583" y="9857"/>
                    <a:pt x="106584" y="9857"/>
                  </a:cubicBezTo>
                  <a:cubicBezTo>
                    <a:pt x="106595" y="9857"/>
                    <a:pt x="106601" y="9867"/>
                    <a:pt x="106607" y="9878"/>
                  </a:cubicBezTo>
                  <a:lnTo>
                    <a:pt x="106607" y="9878"/>
                  </a:lnTo>
                  <a:cubicBezTo>
                    <a:pt x="106598" y="9871"/>
                    <a:pt x="106590" y="9864"/>
                    <a:pt x="106582" y="9856"/>
                  </a:cubicBezTo>
                  <a:close/>
                  <a:moveTo>
                    <a:pt x="67430" y="8712"/>
                  </a:moveTo>
                  <a:cubicBezTo>
                    <a:pt x="68028" y="8712"/>
                    <a:pt x="68625" y="8737"/>
                    <a:pt x="69173" y="8762"/>
                  </a:cubicBezTo>
                  <a:cubicBezTo>
                    <a:pt x="69272" y="8762"/>
                    <a:pt x="69397" y="8812"/>
                    <a:pt x="69496" y="8812"/>
                  </a:cubicBezTo>
                  <a:cubicBezTo>
                    <a:pt x="69670" y="8837"/>
                    <a:pt x="69820" y="8837"/>
                    <a:pt x="70019" y="8861"/>
                  </a:cubicBezTo>
                  <a:lnTo>
                    <a:pt x="70766" y="8961"/>
                  </a:lnTo>
                  <a:cubicBezTo>
                    <a:pt x="70840" y="8986"/>
                    <a:pt x="70840" y="8986"/>
                    <a:pt x="70815" y="8986"/>
                  </a:cubicBezTo>
                  <a:cubicBezTo>
                    <a:pt x="70790" y="8986"/>
                    <a:pt x="70790" y="8986"/>
                    <a:pt x="70766" y="9036"/>
                  </a:cubicBezTo>
                  <a:lnTo>
                    <a:pt x="70641" y="9036"/>
                  </a:lnTo>
                  <a:cubicBezTo>
                    <a:pt x="70293" y="8961"/>
                    <a:pt x="69919" y="8936"/>
                    <a:pt x="69571" y="8911"/>
                  </a:cubicBezTo>
                  <a:cubicBezTo>
                    <a:pt x="69496" y="8911"/>
                    <a:pt x="69397" y="8861"/>
                    <a:pt x="69297" y="8861"/>
                  </a:cubicBezTo>
                  <a:lnTo>
                    <a:pt x="69073" y="8861"/>
                  </a:lnTo>
                  <a:cubicBezTo>
                    <a:pt x="68550" y="8837"/>
                    <a:pt x="68028" y="8812"/>
                    <a:pt x="67505" y="8812"/>
                  </a:cubicBezTo>
                  <a:cubicBezTo>
                    <a:pt x="67032" y="8812"/>
                    <a:pt x="66559" y="8837"/>
                    <a:pt x="66086" y="8837"/>
                  </a:cubicBezTo>
                  <a:lnTo>
                    <a:pt x="65937" y="8837"/>
                  </a:lnTo>
                  <a:cubicBezTo>
                    <a:pt x="65812" y="8837"/>
                    <a:pt x="65713" y="8861"/>
                    <a:pt x="65588" y="8861"/>
                  </a:cubicBezTo>
                  <a:cubicBezTo>
                    <a:pt x="65538" y="8861"/>
                    <a:pt x="65439" y="8861"/>
                    <a:pt x="65389" y="8911"/>
                  </a:cubicBezTo>
                  <a:cubicBezTo>
                    <a:pt x="65165" y="8936"/>
                    <a:pt x="64966" y="8936"/>
                    <a:pt x="64767" y="8961"/>
                  </a:cubicBezTo>
                  <a:cubicBezTo>
                    <a:pt x="64642" y="8961"/>
                    <a:pt x="64518" y="8986"/>
                    <a:pt x="64344" y="8986"/>
                  </a:cubicBezTo>
                  <a:lnTo>
                    <a:pt x="63697" y="9085"/>
                  </a:lnTo>
                  <a:cubicBezTo>
                    <a:pt x="63647" y="9085"/>
                    <a:pt x="63547" y="9110"/>
                    <a:pt x="63473" y="9110"/>
                  </a:cubicBezTo>
                  <a:lnTo>
                    <a:pt x="62726" y="9210"/>
                  </a:lnTo>
                  <a:lnTo>
                    <a:pt x="61805" y="9409"/>
                  </a:lnTo>
                  <a:cubicBezTo>
                    <a:pt x="61556" y="9434"/>
                    <a:pt x="61307" y="9484"/>
                    <a:pt x="61058" y="9534"/>
                  </a:cubicBezTo>
                  <a:cubicBezTo>
                    <a:pt x="60710" y="9583"/>
                    <a:pt x="60336" y="9683"/>
                    <a:pt x="59963" y="9782"/>
                  </a:cubicBezTo>
                  <a:cubicBezTo>
                    <a:pt x="59739" y="9832"/>
                    <a:pt x="59565" y="9857"/>
                    <a:pt x="59341" y="9932"/>
                  </a:cubicBezTo>
                  <a:lnTo>
                    <a:pt x="58967" y="10031"/>
                  </a:lnTo>
                  <a:lnTo>
                    <a:pt x="58967" y="9982"/>
                  </a:lnTo>
                  <a:lnTo>
                    <a:pt x="58967" y="9957"/>
                  </a:lnTo>
                  <a:cubicBezTo>
                    <a:pt x="60486" y="9558"/>
                    <a:pt x="61954" y="9235"/>
                    <a:pt x="63398" y="9011"/>
                  </a:cubicBezTo>
                  <a:cubicBezTo>
                    <a:pt x="63448" y="9011"/>
                    <a:pt x="63547" y="8986"/>
                    <a:pt x="63597" y="8986"/>
                  </a:cubicBezTo>
                  <a:cubicBezTo>
                    <a:pt x="63945" y="8936"/>
                    <a:pt x="64319" y="8911"/>
                    <a:pt x="64667" y="8861"/>
                  </a:cubicBezTo>
                  <a:cubicBezTo>
                    <a:pt x="64891" y="8837"/>
                    <a:pt x="65066" y="8837"/>
                    <a:pt x="65290" y="8812"/>
                  </a:cubicBezTo>
                  <a:cubicBezTo>
                    <a:pt x="65538" y="8762"/>
                    <a:pt x="65787" y="8762"/>
                    <a:pt x="66036" y="8737"/>
                  </a:cubicBezTo>
                  <a:cubicBezTo>
                    <a:pt x="66509" y="8712"/>
                    <a:pt x="66957" y="8712"/>
                    <a:pt x="67430" y="8712"/>
                  </a:cubicBezTo>
                  <a:close/>
                  <a:moveTo>
                    <a:pt x="74474" y="9932"/>
                  </a:moveTo>
                  <a:cubicBezTo>
                    <a:pt x="75370" y="10255"/>
                    <a:pt x="76217" y="10679"/>
                    <a:pt x="76988" y="11176"/>
                  </a:cubicBezTo>
                  <a:cubicBezTo>
                    <a:pt x="77735" y="11649"/>
                    <a:pt x="78457" y="12222"/>
                    <a:pt x="79079" y="12844"/>
                  </a:cubicBezTo>
                  <a:cubicBezTo>
                    <a:pt x="79005" y="12844"/>
                    <a:pt x="78980" y="12819"/>
                    <a:pt x="78955" y="12794"/>
                  </a:cubicBezTo>
                  <a:cubicBezTo>
                    <a:pt x="78731" y="12570"/>
                    <a:pt x="78507" y="12396"/>
                    <a:pt x="78283" y="12197"/>
                  </a:cubicBezTo>
                  <a:cubicBezTo>
                    <a:pt x="78233" y="12147"/>
                    <a:pt x="78158" y="12097"/>
                    <a:pt x="78108" y="12048"/>
                  </a:cubicBezTo>
                  <a:lnTo>
                    <a:pt x="78034" y="11973"/>
                  </a:lnTo>
                  <a:cubicBezTo>
                    <a:pt x="77860" y="11824"/>
                    <a:pt x="77636" y="11674"/>
                    <a:pt x="77461" y="11550"/>
                  </a:cubicBezTo>
                  <a:cubicBezTo>
                    <a:pt x="77387" y="11475"/>
                    <a:pt x="77287" y="11450"/>
                    <a:pt x="77237" y="11400"/>
                  </a:cubicBezTo>
                  <a:cubicBezTo>
                    <a:pt x="77138" y="11326"/>
                    <a:pt x="77088" y="11301"/>
                    <a:pt x="76988" y="11226"/>
                  </a:cubicBezTo>
                  <a:cubicBezTo>
                    <a:pt x="76963" y="11226"/>
                    <a:pt x="76963" y="11201"/>
                    <a:pt x="76914" y="11201"/>
                  </a:cubicBezTo>
                  <a:cubicBezTo>
                    <a:pt x="76889" y="11176"/>
                    <a:pt x="76864" y="11176"/>
                    <a:pt x="76864" y="11127"/>
                  </a:cubicBezTo>
                  <a:cubicBezTo>
                    <a:pt x="76739" y="11077"/>
                    <a:pt x="76640" y="10977"/>
                    <a:pt x="76515" y="10927"/>
                  </a:cubicBezTo>
                  <a:cubicBezTo>
                    <a:pt x="76466" y="10878"/>
                    <a:pt x="76391" y="10828"/>
                    <a:pt x="76341" y="10803"/>
                  </a:cubicBezTo>
                  <a:cubicBezTo>
                    <a:pt x="76117" y="10679"/>
                    <a:pt x="75893" y="10579"/>
                    <a:pt x="75669" y="10479"/>
                  </a:cubicBezTo>
                  <a:cubicBezTo>
                    <a:pt x="75570" y="10430"/>
                    <a:pt x="75470" y="10355"/>
                    <a:pt x="75370" y="10330"/>
                  </a:cubicBezTo>
                  <a:cubicBezTo>
                    <a:pt x="75196" y="10255"/>
                    <a:pt x="75097" y="10206"/>
                    <a:pt x="74922" y="10131"/>
                  </a:cubicBezTo>
                  <a:lnTo>
                    <a:pt x="74474" y="9957"/>
                  </a:lnTo>
                  <a:lnTo>
                    <a:pt x="74474" y="9932"/>
                  </a:lnTo>
                  <a:close/>
                  <a:moveTo>
                    <a:pt x="106687" y="9948"/>
                  </a:moveTo>
                  <a:cubicBezTo>
                    <a:pt x="106865" y="10088"/>
                    <a:pt x="107027" y="10249"/>
                    <a:pt x="107231" y="10430"/>
                  </a:cubicBezTo>
                  <a:lnTo>
                    <a:pt x="107256" y="10454"/>
                  </a:lnTo>
                  <a:cubicBezTo>
                    <a:pt x="107405" y="10604"/>
                    <a:pt x="107580" y="10728"/>
                    <a:pt x="107729" y="10903"/>
                  </a:cubicBezTo>
                  <a:lnTo>
                    <a:pt x="108028" y="11201"/>
                  </a:lnTo>
                  <a:cubicBezTo>
                    <a:pt x="108127" y="11301"/>
                    <a:pt x="108227" y="11425"/>
                    <a:pt x="108301" y="11525"/>
                  </a:cubicBezTo>
                  <a:cubicBezTo>
                    <a:pt x="108575" y="11799"/>
                    <a:pt x="108849" y="12097"/>
                    <a:pt x="109098" y="12421"/>
                  </a:cubicBezTo>
                  <a:cubicBezTo>
                    <a:pt x="109123" y="12446"/>
                    <a:pt x="109123" y="12471"/>
                    <a:pt x="109148" y="12520"/>
                  </a:cubicBezTo>
                  <a:cubicBezTo>
                    <a:pt x="109222" y="12595"/>
                    <a:pt x="109297" y="12695"/>
                    <a:pt x="109372" y="12794"/>
                  </a:cubicBezTo>
                  <a:cubicBezTo>
                    <a:pt x="109496" y="12944"/>
                    <a:pt x="109596" y="13068"/>
                    <a:pt x="109720" y="13217"/>
                  </a:cubicBezTo>
                  <a:lnTo>
                    <a:pt x="109048" y="12471"/>
                  </a:lnTo>
                  <a:cubicBezTo>
                    <a:pt x="108998" y="12396"/>
                    <a:pt x="108899" y="12296"/>
                    <a:pt x="108849" y="12197"/>
                  </a:cubicBezTo>
                  <a:cubicBezTo>
                    <a:pt x="108725" y="12048"/>
                    <a:pt x="108600" y="11923"/>
                    <a:pt x="108476" y="11774"/>
                  </a:cubicBezTo>
                  <a:cubicBezTo>
                    <a:pt x="108401" y="11699"/>
                    <a:pt x="108351" y="11649"/>
                    <a:pt x="108277" y="11550"/>
                  </a:cubicBezTo>
                  <a:cubicBezTo>
                    <a:pt x="108177" y="11450"/>
                    <a:pt x="108127" y="11351"/>
                    <a:pt x="108028" y="11276"/>
                  </a:cubicBezTo>
                  <a:lnTo>
                    <a:pt x="107978" y="11201"/>
                  </a:lnTo>
                  <a:cubicBezTo>
                    <a:pt x="107903" y="11127"/>
                    <a:pt x="107878" y="11077"/>
                    <a:pt x="107804" y="11052"/>
                  </a:cubicBezTo>
                  <a:cubicBezTo>
                    <a:pt x="107461" y="10670"/>
                    <a:pt x="107054" y="10271"/>
                    <a:pt x="106687" y="9948"/>
                  </a:cubicBezTo>
                  <a:close/>
                  <a:moveTo>
                    <a:pt x="86845" y="5402"/>
                  </a:moveTo>
                  <a:lnTo>
                    <a:pt x="86945" y="5427"/>
                  </a:lnTo>
                  <a:cubicBezTo>
                    <a:pt x="89782" y="7492"/>
                    <a:pt x="91799" y="10430"/>
                    <a:pt x="92894" y="14089"/>
                  </a:cubicBezTo>
                  <a:lnTo>
                    <a:pt x="92819" y="14089"/>
                  </a:lnTo>
                  <a:cubicBezTo>
                    <a:pt x="91724" y="10430"/>
                    <a:pt x="89708" y="7492"/>
                    <a:pt x="86845" y="5402"/>
                  </a:cubicBezTo>
                  <a:close/>
                  <a:moveTo>
                    <a:pt x="110392" y="14313"/>
                  </a:moveTo>
                  <a:cubicBezTo>
                    <a:pt x="110395" y="14318"/>
                    <a:pt x="110397" y="14323"/>
                    <a:pt x="110400" y="14328"/>
                  </a:cubicBezTo>
                  <a:lnTo>
                    <a:pt x="110400" y="14328"/>
                  </a:lnTo>
                  <a:cubicBezTo>
                    <a:pt x="110395" y="14323"/>
                    <a:pt x="110392" y="14319"/>
                    <a:pt x="110392" y="14313"/>
                  </a:cubicBezTo>
                  <a:close/>
                  <a:moveTo>
                    <a:pt x="95582" y="14163"/>
                  </a:moveTo>
                  <a:lnTo>
                    <a:pt x="94761" y="14238"/>
                  </a:lnTo>
                  <a:cubicBezTo>
                    <a:pt x="94213" y="14288"/>
                    <a:pt x="93690" y="14313"/>
                    <a:pt x="93143" y="14337"/>
                  </a:cubicBezTo>
                  <a:cubicBezTo>
                    <a:pt x="93143" y="14313"/>
                    <a:pt x="93093" y="14288"/>
                    <a:pt x="93093" y="14238"/>
                  </a:cubicBezTo>
                  <a:cubicBezTo>
                    <a:pt x="93922" y="14189"/>
                    <a:pt x="94775" y="14164"/>
                    <a:pt x="95582" y="14163"/>
                  </a:cubicBezTo>
                  <a:close/>
                  <a:moveTo>
                    <a:pt x="92944" y="14288"/>
                  </a:moveTo>
                  <a:cubicBezTo>
                    <a:pt x="92944" y="14313"/>
                    <a:pt x="92968" y="14337"/>
                    <a:pt x="92968" y="14387"/>
                  </a:cubicBezTo>
                  <a:lnTo>
                    <a:pt x="92919" y="14387"/>
                  </a:lnTo>
                  <a:cubicBezTo>
                    <a:pt x="92894" y="14313"/>
                    <a:pt x="92894" y="14288"/>
                    <a:pt x="92894" y="14288"/>
                  </a:cubicBezTo>
                  <a:close/>
                  <a:moveTo>
                    <a:pt x="95557" y="14362"/>
                  </a:moveTo>
                  <a:cubicBezTo>
                    <a:pt x="95134" y="14412"/>
                    <a:pt x="94686" y="14462"/>
                    <a:pt x="94263" y="14537"/>
                  </a:cubicBezTo>
                  <a:cubicBezTo>
                    <a:pt x="94064" y="14562"/>
                    <a:pt x="93840" y="14562"/>
                    <a:pt x="93665" y="14586"/>
                  </a:cubicBezTo>
                  <a:cubicBezTo>
                    <a:pt x="93466" y="14661"/>
                    <a:pt x="93392" y="14686"/>
                    <a:pt x="93267" y="14686"/>
                  </a:cubicBezTo>
                  <a:lnTo>
                    <a:pt x="93267" y="14636"/>
                  </a:lnTo>
                  <a:cubicBezTo>
                    <a:pt x="93367" y="14586"/>
                    <a:pt x="93516" y="14562"/>
                    <a:pt x="93641" y="14562"/>
                  </a:cubicBezTo>
                  <a:cubicBezTo>
                    <a:pt x="93964" y="14487"/>
                    <a:pt x="94313" y="14462"/>
                    <a:pt x="94661" y="14437"/>
                  </a:cubicBezTo>
                  <a:cubicBezTo>
                    <a:pt x="94711" y="14437"/>
                    <a:pt x="94786" y="14412"/>
                    <a:pt x="94835" y="14412"/>
                  </a:cubicBezTo>
                  <a:cubicBezTo>
                    <a:pt x="95010" y="14412"/>
                    <a:pt x="95134" y="14412"/>
                    <a:pt x="95283" y="14362"/>
                  </a:cubicBezTo>
                  <a:close/>
                  <a:moveTo>
                    <a:pt x="97623" y="14263"/>
                  </a:moveTo>
                  <a:cubicBezTo>
                    <a:pt x="97996" y="14263"/>
                    <a:pt x="98345" y="14263"/>
                    <a:pt x="98743" y="14288"/>
                  </a:cubicBezTo>
                  <a:cubicBezTo>
                    <a:pt x="98942" y="14288"/>
                    <a:pt x="99166" y="14313"/>
                    <a:pt x="99390" y="14313"/>
                  </a:cubicBezTo>
                  <a:lnTo>
                    <a:pt x="99614" y="14313"/>
                  </a:lnTo>
                  <a:cubicBezTo>
                    <a:pt x="100411" y="14412"/>
                    <a:pt x="101232" y="14537"/>
                    <a:pt x="102004" y="14686"/>
                  </a:cubicBezTo>
                  <a:cubicBezTo>
                    <a:pt x="101158" y="14537"/>
                    <a:pt x="100311" y="14437"/>
                    <a:pt x="99490" y="14387"/>
                  </a:cubicBezTo>
                  <a:cubicBezTo>
                    <a:pt x="98868" y="14313"/>
                    <a:pt x="98245" y="14288"/>
                    <a:pt x="97623" y="14263"/>
                  </a:cubicBezTo>
                  <a:close/>
                  <a:moveTo>
                    <a:pt x="90778" y="5252"/>
                  </a:moveTo>
                  <a:cubicBezTo>
                    <a:pt x="91475" y="5252"/>
                    <a:pt x="92172" y="5302"/>
                    <a:pt x="92844" y="5327"/>
                  </a:cubicBezTo>
                  <a:cubicBezTo>
                    <a:pt x="93143" y="5352"/>
                    <a:pt x="93417" y="5377"/>
                    <a:pt x="93690" y="5377"/>
                  </a:cubicBezTo>
                  <a:cubicBezTo>
                    <a:pt x="94064" y="5427"/>
                    <a:pt x="94462" y="5451"/>
                    <a:pt x="94835" y="5476"/>
                  </a:cubicBezTo>
                  <a:cubicBezTo>
                    <a:pt x="95184" y="5501"/>
                    <a:pt x="95532" y="5576"/>
                    <a:pt x="95881" y="5626"/>
                  </a:cubicBezTo>
                  <a:cubicBezTo>
                    <a:pt x="96155" y="5675"/>
                    <a:pt x="96453" y="5725"/>
                    <a:pt x="96752" y="5750"/>
                  </a:cubicBezTo>
                  <a:cubicBezTo>
                    <a:pt x="97125" y="5825"/>
                    <a:pt x="97499" y="5924"/>
                    <a:pt x="97872" y="5999"/>
                  </a:cubicBezTo>
                  <a:cubicBezTo>
                    <a:pt x="98121" y="6074"/>
                    <a:pt x="98320" y="6099"/>
                    <a:pt x="98544" y="6173"/>
                  </a:cubicBezTo>
                  <a:cubicBezTo>
                    <a:pt x="100934" y="8413"/>
                    <a:pt x="102651" y="11326"/>
                    <a:pt x="103622" y="14810"/>
                  </a:cubicBezTo>
                  <a:cubicBezTo>
                    <a:pt x="103398" y="14761"/>
                    <a:pt x="103149" y="14686"/>
                    <a:pt x="102900" y="14661"/>
                  </a:cubicBezTo>
                  <a:cubicBezTo>
                    <a:pt x="102850" y="14661"/>
                    <a:pt x="102751" y="14636"/>
                    <a:pt x="102676" y="14636"/>
                  </a:cubicBezTo>
                  <a:cubicBezTo>
                    <a:pt x="102402" y="14562"/>
                    <a:pt x="102153" y="14512"/>
                    <a:pt x="101880" y="14462"/>
                  </a:cubicBezTo>
                  <a:cubicBezTo>
                    <a:pt x="101780" y="14437"/>
                    <a:pt x="101680" y="14437"/>
                    <a:pt x="101606" y="14437"/>
                  </a:cubicBezTo>
                  <a:cubicBezTo>
                    <a:pt x="101357" y="14412"/>
                    <a:pt x="101108" y="14337"/>
                    <a:pt x="100859" y="14313"/>
                  </a:cubicBezTo>
                  <a:cubicBezTo>
                    <a:pt x="100735" y="14288"/>
                    <a:pt x="100610" y="14288"/>
                    <a:pt x="100486" y="14288"/>
                  </a:cubicBezTo>
                  <a:cubicBezTo>
                    <a:pt x="100262" y="14263"/>
                    <a:pt x="100038" y="14213"/>
                    <a:pt x="99789" y="14213"/>
                  </a:cubicBezTo>
                  <a:lnTo>
                    <a:pt x="99565" y="14213"/>
                  </a:lnTo>
                  <a:cubicBezTo>
                    <a:pt x="98377" y="14097"/>
                    <a:pt x="97138" y="14032"/>
                    <a:pt x="95864" y="14032"/>
                  </a:cubicBezTo>
                  <a:cubicBezTo>
                    <a:pt x="94949" y="14032"/>
                    <a:pt x="94015" y="14066"/>
                    <a:pt x="93068" y="14138"/>
                  </a:cubicBezTo>
                  <a:cubicBezTo>
                    <a:pt x="92023" y="10479"/>
                    <a:pt x="90031" y="7542"/>
                    <a:pt x="87219" y="5451"/>
                  </a:cubicBezTo>
                  <a:cubicBezTo>
                    <a:pt x="87318" y="5451"/>
                    <a:pt x="87418" y="5427"/>
                    <a:pt x="87542" y="5427"/>
                  </a:cubicBezTo>
                  <a:lnTo>
                    <a:pt x="88563" y="5327"/>
                  </a:lnTo>
                  <a:cubicBezTo>
                    <a:pt x="89309" y="5302"/>
                    <a:pt x="90056" y="5252"/>
                    <a:pt x="90778" y="5252"/>
                  </a:cubicBezTo>
                  <a:close/>
                  <a:moveTo>
                    <a:pt x="48115" y="10056"/>
                  </a:moveTo>
                  <a:cubicBezTo>
                    <a:pt x="46173" y="11176"/>
                    <a:pt x="43609" y="12769"/>
                    <a:pt x="41867" y="13964"/>
                  </a:cubicBezTo>
                  <a:cubicBezTo>
                    <a:pt x="41444" y="14263"/>
                    <a:pt x="41046" y="14537"/>
                    <a:pt x="40573" y="14885"/>
                  </a:cubicBezTo>
                  <a:lnTo>
                    <a:pt x="40448" y="14885"/>
                  </a:lnTo>
                  <a:cubicBezTo>
                    <a:pt x="41892" y="13889"/>
                    <a:pt x="43311" y="12944"/>
                    <a:pt x="44729" y="12048"/>
                  </a:cubicBezTo>
                  <a:cubicBezTo>
                    <a:pt x="45153" y="11774"/>
                    <a:pt x="45601" y="11525"/>
                    <a:pt x="45999" y="11276"/>
                  </a:cubicBezTo>
                  <a:cubicBezTo>
                    <a:pt x="46721" y="10828"/>
                    <a:pt x="47393" y="10430"/>
                    <a:pt x="48115" y="10056"/>
                  </a:cubicBezTo>
                  <a:close/>
                  <a:moveTo>
                    <a:pt x="98942" y="6248"/>
                  </a:moveTo>
                  <a:cubicBezTo>
                    <a:pt x="99017" y="6298"/>
                    <a:pt x="99042" y="6323"/>
                    <a:pt x="99067" y="6323"/>
                  </a:cubicBezTo>
                  <a:cubicBezTo>
                    <a:pt x="101357" y="8588"/>
                    <a:pt x="102975" y="11450"/>
                    <a:pt x="103896" y="14885"/>
                  </a:cubicBezTo>
                  <a:cubicBezTo>
                    <a:pt x="103871" y="14885"/>
                    <a:pt x="103846" y="14885"/>
                    <a:pt x="103846" y="14835"/>
                  </a:cubicBezTo>
                  <a:cubicBezTo>
                    <a:pt x="102900" y="11400"/>
                    <a:pt x="101257" y="8538"/>
                    <a:pt x="98942" y="6248"/>
                  </a:cubicBezTo>
                  <a:close/>
                  <a:moveTo>
                    <a:pt x="99440" y="6472"/>
                  </a:moveTo>
                  <a:lnTo>
                    <a:pt x="99440" y="6472"/>
                  </a:lnTo>
                  <a:cubicBezTo>
                    <a:pt x="99540" y="6497"/>
                    <a:pt x="99614" y="6522"/>
                    <a:pt x="99689" y="6522"/>
                  </a:cubicBezTo>
                  <a:cubicBezTo>
                    <a:pt x="99888" y="6596"/>
                    <a:pt x="100112" y="6646"/>
                    <a:pt x="100311" y="6721"/>
                  </a:cubicBezTo>
                  <a:cubicBezTo>
                    <a:pt x="100386" y="6721"/>
                    <a:pt x="100436" y="6746"/>
                    <a:pt x="100535" y="6796"/>
                  </a:cubicBezTo>
                  <a:cubicBezTo>
                    <a:pt x="102776" y="9110"/>
                    <a:pt x="104269" y="12048"/>
                    <a:pt x="105090" y="15209"/>
                  </a:cubicBezTo>
                  <a:cubicBezTo>
                    <a:pt x="105016" y="15184"/>
                    <a:pt x="104991" y="15184"/>
                    <a:pt x="104916" y="15184"/>
                  </a:cubicBezTo>
                  <a:cubicBezTo>
                    <a:pt x="104866" y="15184"/>
                    <a:pt x="104842" y="15159"/>
                    <a:pt x="104767" y="15159"/>
                  </a:cubicBezTo>
                  <a:lnTo>
                    <a:pt x="104120" y="14960"/>
                  </a:lnTo>
                  <a:cubicBezTo>
                    <a:pt x="103224" y="11575"/>
                    <a:pt x="101631" y="8712"/>
                    <a:pt x="99440" y="6472"/>
                  </a:cubicBezTo>
                  <a:close/>
                  <a:moveTo>
                    <a:pt x="100909" y="6920"/>
                  </a:moveTo>
                  <a:cubicBezTo>
                    <a:pt x="100934" y="6945"/>
                    <a:pt x="101008" y="6945"/>
                    <a:pt x="101033" y="6970"/>
                  </a:cubicBezTo>
                  <a:cubicBezTo>
                    <a:pt x="103149" y="9310"/>
                    <a:pt x="104543" y="12172"/>
                    <a:pt x="105339" y="15308"/>
                  </a:cubicBezTo>
                  <a:cubicBezTo>
                    <a:pt x="105290" y="15308"/>
                    <a:pt x="105290" y="15308"/>
                    <a:pt x="105265" y="15283"/>
                  </a:cubicBezTo>
                  <a:cubicBezTo>
                    <a:pt x="104493" y="12147"/>
                    <a:pt x="103049" y="9235"/>
                    <a:pt x="100909" y="6920"/>
                  </a:cubicBezTo>
                  <a:close/>
                  <a:moveTo>
                    <a:pt x="67530" y="8961"/>
                  </a:moveTo>
                  <a:cubicBezTo>
                    <a:pt x="68077" y="8961"/>
                    <a:pt x="68650" y="8986"/>
                    <a:pt x="69173" y="9011"/>
                  </a:cubicBezTo>
                  <a:lnTo>
                    <a:pt x="69272" y="9011"/>
                  </a:lnTo>
                  <a:cubicBezTo>
                    <a:pt x="69397" y="9011"/>
                    <a:pt x="69521" y="9061"/>
                    <a:pt x="69621" y="9061"/>
                  </a:cubicBezTo>
                  <a:cubicBezTo>
                    <a:pt x="69745" y="9061"/>
                    <a:pt x="69820" y="9085"/>
                    <a:pt x="69944" y="9085"/>
                  </a:cubicBezTo>
                  <a:cubicBezTo>
                    <a:pt x="70118" y="9110"/>
                    <a:pt x="70268" y="9110"/>
                    <a:pt x="70417" y="9160"/>
                  </a:cubicBezTo>
                  <a:cubicBezTo>
                    <a:pt x="66310" y="10803"/>
                    <a:pt x="62103" y="12844"/>
                    <a:pt x="57847" y="15333"/>
                  </a:cubicBezTo>
                  <a:cubicBezTo>
                    <a:pt x="58046" y="13541"/>
                    <a:pt x="58420" y="11799"/>
                    <a:pt x="58967" y="10206"/>
                  </a:cubicBezTo>
                  <a:cubicBezTo>
                    <a:pt x="60560" y="9807"/>
                    <a:pt x="62079" y="9484"/>
                    <a:pt x="63547" y="9285"/>
                  </a:cubicBezTo>
                  <a:cubicBezTo>
                    <a:pt x="63572" y="9285"/>
                    <a:pt x="63647" y="9285"/>
                    <a:pt x="63672" y="9235"/>
                  </a:cubicBezTo>
                  <a:lnTo>
                    <a:pt x="63746" y="9235"/>
                  </a:lnTo>
                  <a:cubicBezTo>
                    <a:pt x="64095" y="9185"/>
                    <a:pt x="64443" y="9160"/>
                    <a:pt x="64792" y="9110"/>
                  </a:cubicBezTo>
                  <a:cubicBezTo>
                    <a:pt x="64991" y="9085"/>
                    <a:pt x="65190" y="9085"/>
                    <a:pt x="65414" y="9061"/>
                  </a:cubicBezTo>
                  <a:cubicBezTo>
                    <a:pt x="65663" y="9011"/>
                    <a:pt x="65862" y="9011"/>
                    <a:pt x="66136" y="8986"/>
                  </a:cubicBezTo>
                  <a:cubicBezTo>
                    <a:pt x="66584" y="8961"/>
                    <a:pt x="67057" y="8961"/>
                    <a:pt x="67530" y="8961"/>
                  </a:cubicBezTo>
                  <a:close/>
                  <a:moveTo>
                    <a:pt x="40274" y="15084"/>
                  </a:moveTo>
                  <a:lnTo>
                    <a:pt x="40000" y="15283"/>
                  </a:lnTo>
                  <a:cubicBezTo>
                    <a:pt x="39950" y="15308"/>
                    <a:pt x="39901" y="15333"/>
                    <a:pt x="39876" y="15383"/>
                  </a:cubicBezTo>
                  <a:lnTo>
                    <a:pt x="39876" y="15333"/>
                  </a:lnTo>
                  <a:cubicBezTo>
                    <a:pt x="39876" y="15283"/>
                    <a:pt x="39926" y="15258"/>
                    <a:pt x="40000" y="15209"/>
                  </a:cubicBezTo>
                  <a:cubicBezTo>
                    <a:pt x="40025" y="15209"/>
                    <a:pt x="40025" y="15184"/>
                    <a:pt x="40050" y="15184"/>
                  </a:cubicBezTo>
                  <a:cubicBezTo>
                    <a:pt x="40075" y="15184"/>
                    <a:pt x="40100" y="15159"/>
                    <a:pt x="40150" y="15159"/>
                  </a:cubicBezTo>
                  <a:cubicBezTo>
                    <a:pt x="40174" y="15134"/>
                    <a:pt x="40199" y="15134"/>
                    <a:pt x="40274" y="15084"/>
                  </a:cubicBezTo>
                  <a:close/>
                  <a:moveTo>
                    <a:pt x="110591" y="14163"/>
                  </a:moveTo>
                  <a:lnTo>
                    <a:pt x="110591" y="14163"/>
                  </a:lnTo>
                  <a:cubicBezTo>
                    <a:pt x="110741" y="14412"/>
                    <a:pt x="110890" y="14636"/>
                    <a:pt x="111064" y="14810"/>
                  </a:cubicBezTo>
                  <a:cubicBezTo>
                    <a:pt x="111201" y="15021"/>
                    <a:pt x="111347" y="15245"/>
                    <a:pt x="111496" y="15472"/>
                  </a:cubicBezTo>
                  <a:lnTo>
                    <a:pt x="111496" y="15472"/>
                  </a:lnTo>
                  <a:cubicBezTo>
                    <a:pt x="111250" y="15117"/>
                    <a:pt x="111073" y="14883"/>
                    <a:pt x="111015" y="14810"/>
                  </a:cubicBezTo>
                  <a:cubicBezTo>
                    <a:pt x="110965" y="14761"/>
                    <a:pt x="110940" y="14686"/>
                    <a:pt x="110865" y="14636"/>
                  </a:cubicBezTo>
                  <a:cubicBezTo>
                    <a:pt x="110840" y="14562"/>
                    <a:pt x="110766" y="14512"/>
                    <a:pt x="110741" y="14412"/>
                  </a:cubicBezTo>
                  <a:cubicBezTo>
                    <a:pt x="110741" y="14412"/>
                    <a:pt x="110741" y="14387"/>
                    <a:pt x="110716" y="14387"/>
                  </a:cubicBezTo>
                  <a:cubicBezTo>
                    <a:pt x="110691" y="14337"/>
                    <a:pt x="110691" y="14313"/>
                    <a:pt x="110641" y="14288"/>
                  </a:cubicBezTo>
                  <a:cubicBezTo>
                    <a:pt x="110616" y="14263"/>
                    <a:pt x="110591" y="14188"/>
                    <a:pt x="110591" y="14163"/>
                  </a:cubicBezTo>
                  <a:close/>
                  <a:moveTo>
                    <a:pt x="58738" y="10296"/>
                  </a:moveTo>
                  <a:lnTo>
                    <a:pt x="58738" y="10296"/>
                  </a:lnTo>
                  <a:cubicBezTo>
                    <a:pt x="58193" y="11934"/>
                    <a:pt x="57822" y="13671"/>
                    <a:pt x="57623" y="15507"/>
                  </a:cubicBezTo>
                  <a:cubicBezTo>
                    <a:pt x="57598" y="15507"/>
                    <a:pt x="57598" y="15532"/>
                    <a:pt x="57573" y="15532"/>
                  </a:cubicBezTo>
                  <a:cubicBezTo>
                    <a:pt x="57748" y="13690"/>
                    <a:pt x="58096" y="11948"/>
                    <a:pt x="58693" y="10305"/>
                  </a:cubicBezTo>
                  <a:cubicBezTo>
                    <a:pt x="58711" y="10305"/>
                    <a:pt x="58730" y="10305"/>
                    <a:pt x="58738" y="10296"/>
                  </a:cubicBezTo>
                  <a:close/>
                  <a:moveTo>
                    <a:pt x="39677" y="15458"/>
                  </a:moveTo>
                  <a:lnTo>
                    <a:pt x="39677" y="15507"/>
                  </a:lnTo>
                  <a:cubicBezTo>
                    <a:pt x="39627" y="15532"/>
                    <a:pt x="39577" y="15557"/>
                    <a:pt x="39527" y="15582"/>
                  </a:cubicBezTo>
                  <a:cubicBezTo>
                    <a:pt x="39552" y="15557"/>
                    <a:pt x="39552" y="15557"/>
                    <a:pt x="39577" y="15557"/>
                  </a:cubicBezTo>
                  <a:lnTo>
                    <a:pt x="39677" y="15458"/>
                  </a:lnTo>
                  <a:close/>
                  <a:moveTo>
                    <a:pt x="62452" y="4082"/>
                  </a:moveTo>
                  <a:lnTo>
                    <a:pt x="62452" y="4082"/>
                  </a:lnTo>
                  <a:cubicBezTo>
                    <a:pt x="61954" y="4481"/>
                    <a:pt x="61506" y="4954"/>
                    <a:pt x="61083" y="5476"/>
                  </a:cubicBezTo>
                  <a:cubicBezTo>
                    <a:pt x="55209" y="8015"/>
                    <a:pt x="49210" y="11450"/>
                    <a:pt x="43286" y="15657"/>
                  </a:cubicBezTo>
                  <a:cubicBezTo>
                    <a:pt x="42390" y="15159"/>
                    <a:pt x="41618" y="14885"/>
                    <a:pt x="40946" y="14835"/>
                  </a:cubicBezTo>
                  <a:cubicBezTo>
                    <a:pt x="48239" y="9782"/>
                    <a:pt x="55632" y="6123"/>
                    <a:pt x="62452" y="4082"/>
                  </a:cubicBezTo>
                  <a:close/>
                  <a:moveTo>
                    <a:pt x="70915" y="9235"/>
                  </a:moveTo>
                  <a:cubicBezTo>
                    <a:pt x="66659" y="10927"/>
                    <a:pt x="62228" y="13068"/>
                    <a:pt x="57822" y="15682"/>
                  </a:cubicBezTo>
                  <a:lnTo>
                    <a:pt x="57822" y="15632"/>
                  </a:lnTo>
                  <a:cubicBezTo>
                    <a:pt x="62178" y="13068"/>
                    <a:pt x="66534" y="10927"/>
                    <a:pt x="70815" y="9235"/>
                  </a:cubicBezTo>
                  <a:close/>
                  <a:moveTo>
                    <a:pt x="86571" y="5451"/>
                  </a:moveTo>
                  <a:cubicBezTo>
                    <a:pt x="89484" y="7468"/>
                    <a:pt x="91550" y="10430"/>
                    <a:pt x="92645" y="14089"/>
                  </a:cubicBezTo>
                  <a:cubicBezTo>
                    <a:pt x="89832" y="14337"/>
                    <a:pt x="86845" y="14885"/>
                    <a:pt x="83759" y="15706"/>
                  </a:cubicBezTo>
                  <a:cubicBezTo>
                    <a:pt x="82390" y="12421"/>
                    <a:pt x="80573" y="9434"/>
                    <a:pt x="78283" y="6995"/>
                  </a:cubicBezTo>
                  <a:cubicBezTo>
                    <a:pt x="79477" y="6696"/>
                    <a:pt x="80622" y="6422"/>
                    <a:pt x="81767" y="6173"/>
                  </a:cubicBezTo>
                  <a:cubicBezTo>
                    <a:pt x="81892" y="6123"/>
                    <a:pt x="81991" y="6123"/>
                    <a:pt x="82116" y="6099"/>
                  </a:cubicBezTo>
                  <a:cubicBezTo>
                    <a:pt x="82763" y="5974"/>
                    <a:pt x="83410" y="5850"/>
                    <a:pt x="84033" y="5750"/>
                  </a:cubicBezTo>
                  <a:cubicBezTo>
                    <a:pt x="84306" y="5725"/>
                    <a:pt x="84555" y="5700"/>
                    <a:pt x="84829" y="5675"/>
                  </a:cubicBezTo>
                  <a:cubicBezTo>
                    <a:pt x="85327" y="5601"/>
                    <a:pt x="85825" y="5501"/>
                    <a:pt x="86323" y="5476"/>
                  </a:cubicBezTo>
                  <a:cubicBezTo>
                    <a:pt x="86422" y="5451"/>
                    <a:pt x="86472" y="5451"/>
                    <a:pt x="86571" y="5451"/>
                  </a:cubicBezTo>
                  <a:close/>
                  <a:moveTo>
                    <a:pt x="60834" y="5750"/>
                  </a:moveTo>
                  <a:lnTo>
                    <a:pt x="60834" y="5750"/>
                  </a:lnTo>
                  <a:cubicBezTo>
                    <a:pt x="60809" y="5825"/>
                    <a:pt x="60784" y="5875"/>
                    <a:pt x="60734" y="5924"/>
                  </a:cubicBezTo>
                  <a:cubicBezTo>
                    <a:pt x="55109" y="8389"/>
                    <a:pt x="49285" y="11699"/>
                    <a:pt x="43535" y="15781"/>
                  </a:cubicBezTo>
                  <a:cubicBezTo>
                    <a:pt x="43510" y="15781"/>
                    <a:pt x="43510" y="15756"/>
                    <a:pt x="43460" y="15756"/>
                  </a:cubicBezTo>
                  <a:cubicBezTo>
                    <a:pt x="49235" y="11674"/>
                    <a:pt x="55109" y="8289"/>
                    <a:pt x="60834" y="5750"/>
                  </a:cubicBezTo>
                  <a:close/>
                  <a:moveTo>
                    <a:pt x="40921" y="15034"/>
                  </a:moveTo>
                  <a:cubicBezTo>
                    <a:pt x="41046" y="15034"/>
                    <a:pt x="41170" y="15059"/>
                    <a:pt x="41319" y="15059"/>
                  </a:cubicBezTo>
                  <a:cubicBezTo>
                    <a:pt x="41867" y="15184"/>
                    <a:pt x="42440" y="15408"/>
                    <a:pt x="43112" y="15781"/>
                  </a:cubicBezTo>
                  <a:lnTo>
                    <a:pt x="43062" y="15806"/>
                  </a:lnTo>
                  <a:cubicBezTo>
                    <a:pt x="43012" y="15781"/>
                    <a:pt x="42987" y="15756"/>
                    <a:pt x="42912" y="15706"/>
                  </a:cubicBezTo>
                  <a:cubicBezTo>
                    <a:pt x="42863" y="15682"/>
                    <a:pt x="42813" y="15657"/>
                    <a:pt x="42763" y="15657"/>
                  </a:cubicBezTo>
                  <a:cubicBezTo>
                    <a:pt x="42664" y="15632"/>
                    <a:pt x="42564" y="15557"/>
                    <a:pt x="42489" y="15532"/>
                  </a:cubicBezTo>
                  <a:cubicBezTo>
                    <a:pt x="42415" y="15507"/>
                    <a:pt x="42365" y="15458"/>
                    <a:pt x="42265" y="15433"/>
                  </a:cubicBezTo>
                  <a:cubicBezTo>
                    <a:pt x="42191" y="15408"/>
                    <a:pt x="42141" y="15383"/>
                    <a:pt x="42066" y="15383"/>
                  </a:cubicBezTo>
                  <a:cubicBezTo>
                    <a:pt x="41991" y="15333"/>
                    <a:pt x="41917" y="15308"/>
                    <a:pt x="41867" y="15283"/>
                  </a:cubicBezTo>
                  <a:cubicBezTo>
                    <a:pt x="41792" y="15258"/>
                    <a:pt x="41767" y="15258"/>
                    <a:pt x="41693" y="15209"/>
                  </a:cubicBezTo>
                  <a:cubicBezTo>
                    <a:pt x="41643" y="15184"/>
                    <a:pt x="41543" y="15159"/>
                    <a:pt x="41494" y="15159"/>
                  </a:cubicBezTo>
                  <a:cubicBezTo>
                    <a:pt x="41419" y="15159"/>
                    <a:pt x="41369" y="15134"/>
                    <a:pt x="41295" y="15134"/>
                  </a:cubicBezTo>
                  <a:cubicBezTo>
                    <a:pt x="41245" y="15134"/>
                    <a:pt x="41170" y="15084"/>
                    <a:pt x="41120" y="15084"/>
                  </a:cubicBezTo>
                  <a:cubicBezTo>
                    <a:pt x="40996" y="15084"/>
                    <a:pt x="40896" y="15059"/>
                    <a:pt x="40772" y="15059"/>
                  </a:cubicBezTo>
                  <a:cubicBezTo>
                    <a:pt x="40697" y="15059"/>
                    <a:pt x="40647" y="15059"/>
                    <a:pt x="40573" y="15084"/>
                  </a:cubicBezTo>
                  <a:cubicBezTo>
                    <a:pt x="40622" y="15059"/>
                    <a:pt x="40647" y="15059"/>
                    <a:pt x="40672" y="15034"/>
                  </a:cubicBezTo>
                  <a:close/>
                  <a:moveTo>
                    <a:pt x="78084" y="7069"/>
                  </a:moveTo>
                  <a:cubicBezTo>
                    <a:pt x="80374" y="9459"/>
                    <a:pt x="82216" y="12471"/>
                    <a:pt x="83585" y="15781"/>
                  </a:cubicBezTo>
                  <a:cubicBezTo>
                    <a:pt x="83560" y="15781"/>
                    <a:pt x="83560" y="15781"/>
                    <a:pt x="83510" y="15806"/>
                  </a:cubicBezTo>
                  <a:cubicBezTo>
                    <a:pt x="82141" y="12520"/>
                    <a:pt x="80324" y="9534"/>
                    <a:pt x="78009" y="7094"/>
                  </a:cubicBezTo>
                  <a:cubicBezTo>
                    <a:pt x="78034" y="7094"/>
                    <a:pt x="78034" y="7094"/>
                    <a:pt x="78084" y="7069"/>
                  </a:cubicBezTo>
                  <a:close/>
                  <a:moveTo>
                    <a:pt x="57623" y="15756"/>
                  </a:moveTo>
                  <a:lnTo>
                    <a:pt x="57623" y="15806"/>
                  </a:lnTo>
                  <a:cubicBezTo>
                    <a:pt x="57598" y="15806"/>
                    <a:pt x="57598" y="15831"/>
                    <a:pt x="57573" y="15831"/>
                  </a:cubicBezTo>
                  <a:lnTo>
                    <a:pt x="57573" y="15781"/>
                  </a:lnTo>
                  <a:cubicBezTo>
                    <a:pt x="57598" y="15781"/>
                    <a:pt x="57598" y="15756"/>
                    <a:pt x="57623" y="15756"/>
                  </a:cubicBezTo>
                  <a:close/>
                  <a:moveTo>
                    <a:pt x="92695" y="14288"/>
                  </a:moveTo>
                  <a:cubicBezTo>
                    <a:pt x="92695" y="14313"/>
                    <a:pt x="92720" y="14337"/>
                    <a:pt x="92720" y="14387"/>
                  </a:cubicBezTo>
                  <a:cubicBezTo>
                    <a:pt x="89907" y="14636"/>
                    <a:pt x="86945" y="15159"/>
                    <a:pt x="83858" y="16005"/>
                  </a:cubicBezTo>
                  <a:cubicBezTo>
                    <a:pt x="83858" y="15955"/>
                    <a:pt x="83833" y="15931"/>
                    <a:pt x="83833" y="15906"/>
                  </a:cubicBezTo>
                  <a:cubicBezTo>
                    <a:pt x="86895" y="15059"/>
                    <a:pt x="89907" y="14537"/>
                    <a:pt x="92695" y="14288"/>
                  </a:cubicBezTo>
                  <a:close/>
                  <a:moveTo>
                    <a:pt x="110635" y="14700"/>
                  </a:moveTo>
                  <a:cubicBezTo>
                    <a:pt x="110653" y="14721"/>
                    <a:pt x="110672" y="14742"/>
                    <a:pt x="110691" y="14761"/>
                  </a:cubicBezTo>
                  <a:cubicBezTo>
                    <a:pt x="110766" y="14885"/>
                    <a:pt x="110840" y="15010"/>
                    <a:pt x="110940" y="15159"/>
                  </a:cubicBezTo>
                  <a:cubicBezTo>
                    <a:pt x="111073" y="15425"/>
                    <a:pt x="111206" y="15712"/>
                    <a:pt x="111340" y="16018"/>
                  </a:cubicBezTo>
                  <a:lnTo>
                    <a:pt x="111340" y="16018"/>
                  </a:lnTo>
                  <a:cubicBezTo>
                    <a:pt x="111306" y="15954"/>
                    <a:pt x="111272" y="15892"/>
                    <a:pt x="111239" y="15831"/>
                  </a:cubicBezTo>
                  <a:cubicBezTo>
                    <a:pt x="111089" y="15557"/>
                    <a:pt x="110965" y="15283"/>
                    <a:pt x="110815" y="15010"/>
                  </a:cubicBezTo>
                  <a:cubicBezTo>
                    <a:pt x="110755" y="14902"/>
                    <a:pt x="110695" y="14799"/>
                    <a:pt x="110635" y="14700"/>
                  </a:cubicBezTo>
                  <a:close/>
                  <a:moveTo>
                    <a:pt x="83634" y="15955"/>
                  </a:moveTo>
                  <a:cubicBezTo>
                    <a:pt x="83634" y="16005"/>
                    <a:pt x="83684" y="16030"/>
                    <a:pt x="83684" y="16055"/>
                  </a:cubicBezTo>
                  <a:cubicBezTo>
                    <a:pt x="83634" y="16055"/>
                    <a:pt x="83634" y="16055"/>
                    <a:pt x="83609" y="16080"/>
                  </a:cubicBezTo>
                  <a:cubicBezTo>
                    <a:pt x="83609" y="16030"/>
                    <a:pt x="83609" y="16005"/>
                    <a:pt x="83585" y="15955"/>
                  </a:cubicBezTo>
                  <a:close/>
                  <a:moveTo>
                    <a:pt x="60486" y="6223"/>
                  </a:moveTo>
                  <a:lnTo>
                    <a:pt x="60486" y="6223"/>
                  </a:lnTo>
                  <a:cubicBezTo>
                    <a:pt x="59789" y="7244"/>
                    <a:pt x="59166" y="8488"/>
                    <a:pt x="58619" y="9857"/>
                  </a:cubicBezTo>
                  <a:cubicBezTo>
                    <a:pt x="57847" y="10081"/>
                    <a:pt x="57051" y="10330"/>
                    <a:pt x="56229" y="10604"/>
                  </a:cubicBezTo>
                  <a:cubicBezTo>
                    <a:pt x="55433" y="10903"/>
                    <a:pt x="54611" y="11176"/>
                    <a:pt x="53815" y="11525"/>
                  </a:cubicBezTo>
                  <a:cubicBezTo>
                    <a:pt x="52520" y="12023"/>
                    <a:pt x="51201" y="12645"/>
                    <a:pt x="49882" y="13267"/>
                  </a:cubicBezTo>
                  <a:cubicBezTo>
                    <a:pt x="49708" y="13342"/>
                    <a:pt x="49484" y="13441"/>
                    <a:pt x="49285" y="13541"/>
                  </a:cubicBezTo>
                  <a:cubicBezTo>
                    <a:pt x="49260" y="13541"/>
                    <a:pt x="49260" y="13566"/>
                    <a:pt x="49235" y="13566"/>
                  </a:cubicBezTo>
                  <a:cubicBezTo>
                    <a:pt x="48861" y="13765"/>
                    <a:pt x="48463" y="13939"/>
                    <a:pt x="48090" y="14163"/>
                  </a:cubicBezTo>
                  <a:cubicBezTo>
                    <a:pt x="48040" y="14163"/>
                    <a:pt x="48040" y="14188"/>
                    <a:pt x="48015" y="14188"/>
                  </a:cubicBezTo>
                  <a:cubicBezTo>
                    <a:pt x="47916" y="14263"/>
                    <a:pt x="47841" y="14313"/>
                    <a:pt x="47741" y="14337"/>
                  </a:cubicBezTo>
                  <a:cubicBezTo>
                    <a:pt x="47169" y="14636"/>
                    <a:pt x="46646" y="14935"/>
                    <a:pt x="46099" y="15258"/>
                  </a:cubicBezTo>
                  <a:cubicBezTo>
                    <a:pt x="45899" y="15333"/>
                    <a:pt x="45750" y="15433"/>
                    <a:pt x="45551" y="15532"/>
                  </a:cubicBezTo>
                  <a:cubicBezTo>
                    <a:pt x="45227" y="15706"/>
                    <a:pt x="44904" y="15931"/>
                    <a:pt x="44555" y="16105"/>
                  </a:cubicBezTo>
                  <a:cubicBezTo>
                    <a:pt x="44481" y="16179"/>
                    <a:pt x="44381" y="16204"/>
                    <a:pt x="44281" y="16279"/>
                  </a:cubicBezTo>
                  <a:cubicBezTo>
                    <a:pt x="44107" y="16155"/>
                    <a:pt x="43883" y="16030"/>
                    <a:pt x="43684" y="15906"/>
                  </a:cubicBezTo>
                  <a:cubicBezTo>
                    <a:pt x="49334" y="11923"/>
                    <a:pt x="54985" y="8687"/>
                    <a:pt x="60486" y="6223"/>
                  </a:cubicBezTo>
                  <a:close/>
                  <a:moveTo>
                    <a:pt x="92844" y="14761"/>
                  </a:moveTo>
                  <a:lnTo>
                    <a:pt x="92844" y="14786"/>
                  </a:lnTo>
                  <a:lnTo>
                    <a:pt x="92844" y="14810"/>
                  </a:lnTo>
                  <a:cubicBezTo>
                    <a:pt x="92670" y="14810"/>
                    <a:pt x="92545" y="14835"/>
                    <a:pt x="92396" y="14885"/>
                  </a:cubicBezTo>
                  <a:cubicBezTo>
                    <a:pt x="92147" y="14935"/>
                    <a:pt x="91898" y="14960"/>
                    <a:pt x="91649" y="15034"/>
                  </a:cubicBezTo>
                  <a:cubicBezTo>
                    <a:pt x="91276" y="15134"/>
                    <a:pt x="90903" y="15209"/>
                    <a:pt x="90529" y="15333"/>
                  </a:cubicBezTo>
                  <a:cubicBezTo>
                    <a:pt x="90230" y="15408"/>
                    <a:pt x="89957" y="15507"/>
                    <a:pt x="89683" y="15557"/>
                  </a:cubicBezTo>
                  <a:cubicBezTo>
                    <a:pt x="89334" y="15657"/>
                    <a:pt x="89036" y="15806"/>
                    <a:pt x="88687" y="15906"/>
                  </a:cubicBezTo>
                  <a:cubicBezTo>
                    <a:pt x="88364" y="16005"/>
                    <a:pt x="88090" y="16130"/>
                    <a:pt x="87791" y="16204"/>
                  </a:cubicBezTo>
                  <a:cubicBezTo>
                    <a:pt x="87722" y="16231"/>
                    <a:pt x="87656" y="16257"/>
                    <a:pt x="87591" y="16284"/>
                  </a:cubicBezTo>
                  <a:lnTo>
                    <a:pt x="87591" y="16284"/>
                  </a:lnTo>
                  <a:cubicBezTo>
                    <a:pt x="87673" y="16248"/>
                    <a:pt x="87756" y="16213"/>
                    <a:pt x="87841" y="16179"/>
                  </a:cubicBezTo>
                  <a:lnTo>
                    <a:pt x="88588" y="15906"/>
                  </a:lnTo>
                  <a:cubicBezTo>
                    <a:pt x="88961" y="15781"/>
                    <a:pt x="89334" y="15632"/>
                    <a:pt x="89733" y="15507"/>
                  </a:cubicBezTo>
                  <a:lnTo>
                    <a:pt x="90479" y="15308"/>
                  </a:lnTo>
                  <a:cubicBezTo>
                    <a:pt x="90878" y="15184"/>
                    <a:pt x="91301" y="15084"/>
                    <a:pt x="91699" y="14960"/>
                  </a:cubicBezTo>
                  <a:cubicBezTo>
                    <a:pt x="91948" y="14910"/>
                    <a:pt x="92222" y="14885"/>
                    <a:pt x="92471" y="14810"/>
                  </a:cubicBezTo>
                  <a:cubicBezTo>
                    <a:pt x="92595" y="14786"/>
                    <a:pt x="92720" y="14761"/>
                    <a:pt x="92844" y="14761"/>
                  </a:cubicBezTo>
                  <a:close/>
                  <a:moveTo>
                    <a:pt x="77835" y="7144"/>
                  </a:moveTo>
                  <a:cubicBezTo>
                    <a:pt x="80100" y="9558"/>
                    <a:pt x="81967" y="12570"/>
                    <a:pt x="83336" y="15881"/>
                  </a:cubicBezTo>
                  <a:cubicBezTo>
                    <a:pt x="82813" y="16030"/>
                    <a:pt x="82265" y="16179"/>
                    <a:pt x="81718" y="16329"/>
                  </a:cubicBezTo>
                  <a:cubicBezTo>
                    <a:pt x="81718" y="16304"/>
                    <a:pt x="81693" y="16304"/>
                    <a:pt x="81693" y="16279"/>
                  </a:cubicBezTo>
                  <a:cubicBezTo>
                    <a:pt x="81593" y="16080"/>
                    <a:pt x="81519" y="15931"/>
                    <a:pt x="81444" y="15781"/>
                  </a:cubicBezTo>
                  <a:cubicBezTo>
                    <a:pt x="81394" y="15731"/>
                    <a:pt x="81394" y="15682"/>
                    <a:pt x="81369" y="15657"/>
                  </a:cubicBezTo>
                  <a:cubicBezTo>
                    <a:pt x="81344" y="15582"/>
                    <a:pt x="81270" y="15482"/>
                    <a:pt x="81245" y="15433"/>
                  </a:cubicBezTo>
                  <a:lnTo>
                    <a:pt x="80971" y="14960"/>
                  </a:lnTo>
                  <a:cubicBezTo>
                    <a:pt x="80946" y="14935"/>
                    <a:pt x="80896" y="14860"/>
                    <a:pt x="80871" y="14835"/>
                  </a:cubicBezTo>
                  <a:cubicBezTo>
                    <a:pt x="80847" y="14810"/>
                    <a:pt x="80847" y="14786"/>
                    <a:pt x="80822" y="14761"/>
                  </a:cubicBezTo>
                  <a:cubicBezTo>
                    <a:pt x="80747" y="14686"/>
                    <a:pt x="80722" y="14586"/>
                    <a:pt x="80647" y="14537"/>
                  </a:cubicBezTo>
                  <a:cubicBezTo>
                    <a:pt x="80598" y="14437"/>
                    <a:pt x="80498" y="14337"/>
                    <a:pt x="80448" y="14238"/>
                  </a:cubicBezTo>
                  <a:cubicBezTo>
                    <a:pt x="80448" y="14238"/>
                    <a:pt x="80448" y="14213"/>
                    <a:pt x="80398" y="14213"/>
                  </a:cubicBezTo>
                  <a:cubicBezTo>
                    <a:pt x="80274" y="14039"/>
                    <a:pt x="80150" y="13865"/>
                    <a:pt x="80000" y="13690"/>
                  </a:cubicBezTo>
                  <a:cubicBezTo>
                    <a:pt x="79950" y="13616"/>
                    <a:pt x="79901" y="13566"/>
                    <a:pt x="79851" y="13491"/>
                  </a:cubicBezTo>
                  <a:cubicBezTo>
                    <a:pt x="79726" y="13342"/>
                    <a:pt x="79602" y="13217"/>
                    <a:pt x="79477" y="13068"/>
                  </a:cubicBezTo>
                  <a:lnTo>
                    <a:pt x="79378" y="12944"/>
                  </a:lnTo>
                  <a:lnTo>
                    <a:pt x="79328" y="12869"/>
                  </a:lnTo>
                  <a:lnTo>
                    <a:pt x="79229" y="12794"/>
                  </a:lnTo>
                  <a:lnTo>
                    <a:pt x="79204" y="12720"/>
                  </a:lnTo>
                  <a:lnTo>
                    <a:pt x="79079" y="12595"/>
                  </a:lnTo>
                  <a:cubicBezTo>
                    <a:pt x="78905" y="12446"/>
                    <a:pt x="78756" y="12296"/>
                    <a:pt x="78581" y="12122"/>
                  </a:cubicBezTo>
                  <a:cubicBezTo>
                    <a:pt x="78482" y="12048"/>
                    <a:pt x="78357" y="11948"/>
                    <a:pt x="78258" y="11848"/>
                  </a:cubicBezTo>
                  <a:cubicBezTo>
                    <a:pt x="78059" y="11699"/>
                    <a:pt x="77884" y="11575"/>
                    <a:pt x="77685" y="11425"/>
                  </a:cubicBezTo>
                  <a:cubicBezTo>
                    <a:pt x="77536" y="11301"/>
                    <a:pt x="77387" y="11201"/>
                    <a:pt x="77188" y="11077"/>
                  </a:cubicBezTo>
                  <a:cubicBezTo>
                    <a:pt x="76988" y="10952"/>
                    <a:pt x="76789" y="10803"/>
                    <a:pt x="76565" y="10679"/>
                  </a:cubicBezTo>
                  <a:cubicBezTo>
                    <a:pt x="76416" y="10579"/>
                    <a:pt x="76242" y="10479"/>
                    <a:pt x="76067" y="10405"/>
                  </a:cubicBezTo>
                  <a:cubicBezTo>
                    <a:pt x="75943" y="10330"/>
                    <a:pt x="75794" y="10230"/>
                    <a:pt x="75669" y="10181"/>
                  </a:cubicBezTo>
                  <a:cubicBezTo>
                    <a:pt x="75495" y="10081"/>
                    <a:pt x="75296" y="9982"/>
                    <a:pt x="75072" y="9882"/>
                  </a:cubicBezTo>
                  <a:cubicBezTo>
                    <a:pt x="74947" y="9832"/>
                    <a:pt x="74823" y="9807"/>
                    <a:pt x="74698" y="9733"/>
                  </a:cubicBezTo>
                  <a:cubicBezTo>
                    <a:pt x="74649" y="9708"/>
                    <a:pt x="74624" y="9708"/>
                    <a:pt x="74549" y="9683"/>
                  </a:cubicBezTo>
                  <a:cubicBezTo>
                    <a:pt x="75246" y="8936"/>
                    <a:pt x="75968" y="8165"/>
                    <a:pt x="76715" y="7468"/>
                  </a:cubicBezTo>
                  <a:cubicBezTo>
                    <a:pt x="77063" y="7343"/>
                    <a:pt x="77436" y="7244"/>
                    <a:pt x="77835" y="7144"/>
                  </a:cubicBezTo>
                  <a:close/>
                  <a:moveTo>
                    <a:pt x="58619" y="10031"/>
                  </a:moveTo>
                  <a:lnTo>
                    <a:pt x="58619" y="10056"/>
                  </a:lnTo>
                  <a:lnTo>
                    <a:pt x="58619" y="10081"/>
                  </a:lnTo>
                  <a:cubicBezTo>
                    <a:pt x="58469" y="10181"/>
                    <a:pt x="58370" y="10181"/>
                    <a:pt x="58320" y="10206"/>
                  </a:cubicBezTo>
                  <a:cubicBezTo>
                    <a:pt x="58121" y="10280"/>
                    <a:pt x="57922" y="10305"/>
                    <a:pt x="57723" y="10355"/>
                  </a:cubicBezTo>
                  <a:lnTo>
                    <a:pt x="56603" y="10728"/>
                  </a:lnTo>
                  <a:cubicBezTo>
                    <a:pt x="56379" y="10803"/>
                    <a:pt x="56204" y="10853"/>
                    <a:pt x="55980" y="10927"/>
                  </a:cubicBezTo>
                  <a:cubicBezTo>
                    <a:pt x="55607" y="11052"/>
                    <a:pt x="55209" y="11201"/>
                    <a:pt x="54810" y="11351"/>
                  </a:cubicBezTo>
                  <a:cubicBezTo>
                    <a:pt x="54611" y="11425"/>
                    <a:pt x="54387" y="11525"/>
                    <a:pt x="54213" y="11575"/>
                  </a:cubicBezTo>
                  <a:cubicBezTo>
                    <a:pt x="53815" y="11724"/>
                    <a:pt x="53392" y="11898"/>
                    <a:pt x="53018" y="12072"/>
                  </a:cubicBezTo>
                  <a:cubicBezTo>
                    <a:pt x="52844" y="12172"/>
                    <a:pt x="52620" y="12222"/>
                    <a:pt x="52446" y="12321"/>
                  </a:cubicBezTo>
                  <a:cubicBezTo>
                    <a:pt x="52023" y="12471"/>
                    <a:pt x="51649" y="12670"/>
                    <a:pt x="51251" y="12844"/>
                  </a:cubicBezTo>
                  <a:cubicBezTo>
                    <a:pt x="51027" y="12944"/>
                    <a:pt x="50853" y="13043"/>
                    <a:pt x="50629" y="13143"/>
                  </a:cubicBezTo>
                  <a:cubicBezTo>
                    <a:pt x="50255" y="13317"/>
                    <a:pt x="49857" y="13516"/>
                    <a:pt x="49484" y="13690"/>
                  </a:cubicBezTo>
                  <a:cubicBezTo>
                    <a:pt x="49260" y="13790"/>
                    <a:pt x="49036" y="13914"/>
                    <a:pt x="48837" y="14014"/>
                  </a:cubicBezTo>
                  <a:cubicBezTo>
                    <a:pt x="48463" y="14188"/>
                    <a:pt x="48040" y="14412"/>
                    <a:pt x="47667" y="14636"/>
                  </a:cubicBezTo>
                  <a:cubicBezTo>
                    <a:pt x="47468" y="14761"/>
                    <a:pt x="47244" y="14835"/>
                    <a:pt x="47019" y="14960"/>
                  </a:cubicBezTo>
                  <a:cubicBezTo>
                    <a:pt x="46771" y="15084"/>
                    <a:pt x="46522" y="15258"/>
                    <a:pt x="46273" y="15408"/>
                  </a:cubicBezTo>
                  <a:cubicBezTo>
                    <a:pt x="46099" y="15507"/>
                    <a:pt x="45924" y="15582"/>
                    <a:pt x="45750" y="15706"/>
                  </a:cubicBezTo>
                  <a:cubicBezTo>
                    <a:pt x="45551" y="15831"/>
                    <a:pt x="45377" y="15931"/>
                    <a:pt x="45178" y="16030"/>
                  </a:cubicBezTo>
                  <a:cubicBezTo>
                    <a:pt x="45028" y="16130"/>
                    <a:pt x="44904" y="16204"/>
                    <a:pt x="44754" y="16279"/>
                  </a:cubicBezTo>
                  <a:cubicBezTo>
                    <a:pt x="44680" y="16304"/>
                    <a:pt x="44630" y="16329"/>
                    <a:pt x="44555" y="16403"/>
                  </a:cubicBezTo>
                  <a:lnTo>
                    <a:pt x="44530" y="16379"/>
                  </a:lnTo>
                  <a:cubicBezTo>
                    <a:pt x="44530" y="16379"/>
                    <a:pt x="44505" y="16379"/>
                    <a:pt x="44505" y="16329"/>
                  </a:cubicBezTo>
                  <a:cubicBezTo>
                    <a:pt x="44555" y="16304"/>
                    <a:pt x="44605" y="16279"/>
                    <a:pt x="44655" y="16254"/>
                  </a:cubicBezTo>
                  <a:cubicBezTo>
                    <a:pt x="44779" y="16155"/>
                    <a:pt x="44929" y="16080"/>
                    <a:pt x="45053" y="16005"/>
                  </a:cubicBezTo>
                  <a:cubicBezTo>
                    <a:pt x="45277" y="15881"/>
                    <a:pt x="45476" y="15756"/>
                    <a:pt x="45675" y="15632"/>
                  </a:cubicBezTo>
                  <a:cubicBezTo>
                    <a:pt x="45850" y="15532"/>
                    <a:pt x="45999" y="15433"/>
                    <a:pt x="46173" y="15333"/>
                  </a:cubicBezTo>
                  <a:lnTo>
                    <a:pt x="46223" y="15333"/>
                  </a:lnTo>
                  <a:cubicBezTo>
                    <a:pt x="50454" y="12944"/>
                    <a:pt x="54636" y="11151"/>
                    <a:pt x="58619" y="10031"/>
                  </a:cubicBezTo>
                  <a:close/>
                  <a:moveTo>
                    <a:pt x="43510" y="16030"/>
                  </a:moveTo>
                  <a:cubicBezTo>
                    <a:pt x="43734" y="16130"/>
                    <a:pt x="43908" y="16254"/>
                    <a:pt x="44107" y="16403"/>
                  </a:cubicBezTo>
                  <a:cubicBezTo>
                    <a:pt x="44057" y="16403"/>
                    <a:pt x="44057" y="16428"/>
                    <a:pt x="44033" y="16428"/>
                  </a:cubicBezTo>
                  <a:cubicBezTo>
                    <a:pt x="43933" y="16379"/>
                    <a:pt x="43883" y="16329"/>
                    <a:pt x="43809" y="16279"/>
                  </a:cubicBezTo>
                  <a:lnTo>
                    <a:pt x="43784" y="16279"/>
                  </a:lnTo>
                  <a:cubicBezTo>
                    <a:pt x="43659" y="16204"/>
                    <a:pt x="43560" y="16155"/>
                    <a:pt x="43435" y="16055"/>
                  </a:cubicBezTo>
                  <a:cubicBezTo>
                    <a:pt x="43485" y="16055"/>
                    <a:pt x="43485" y="16030"/>
                    <a:pt x="43510" y="16030"/>
                  </a:cubicBezTo>
                  <a:close/>
                  <a:moveTo>
                    <a:pt x="44281" y="16503"/>
                  </a:moveTo>
                  <a:cubicBezTo>
                    <a:pt x="44306" y="16503"/>
                    <a:pt x="44306" y="16503"/>
                    <a:pt x="44356" y="16528"/>
                  </a:cubicBezTo>
                  <a:cubicBezTo>
                    <a:pt x="44306" y="16528"/>
                    <a:pt x="44306" y="16553"/>
                    <a:pt x="44281" y="16553"/>
                  </a:cubicBezTo>
                  <a:lnTo>
                    <a:pt x="44257" y="16553"/>
                  </a:lnTo>
                  <a:cubicBezTo>
                    <a:pt x="44257" y="16553"/>
                    <a:pt x="44232" y="16553"/>
                    <a:pt x="44232" y="16528"/>
                  </a:cubicBezTo>
                  <a:cubicBezTo>
                    <a:pt x="44257" y="16528"/>
                    <a:pt x="44257" y="16503"/>
                    <a:pt x="44281" y="16503"/>
                  </a:cubicBezTo>
                  <a:close/>
                  <a:moveTo>
                    <a:pt x="83385" y="16030"/>
                  </a:moveTo>
                  <a:cubicBezTo>
                    <a:pt x="83385" y="16055"/>
                    <a:pt x="83435" y="16080"/>
                    <a:pt x="83435" y="16105"/>
                  </a:cubicBezTo>
                  <a:lnTo>
                    <a:pt x="81842" y="16578"/>
                  </a:lnTo>
                  <a:cubicBezTo>
                    <a:pt x="81842" y="16553"/>
                    <a:pt x="81817" y="16553"/>
                    <a:pt x="81817" y="16553"/>
                  </a:cubicBezTo>
                  <a:cubicBezTo>
                    <a:pt x="81842" y="16528"/>
                    <a:pt x="81817" y="16503"/>
                    <a:pt x="81817" y="16503"/>
                  </a:cubicBezTo>
                  <a:lnTo>
                    <a:pt x="83385" y="16030"/>
                  </a:lnTo>
                  <a:close/>
                  <a:moveTo>
                    <a:pt x="92659" y="14538"/>
                  </a:moveTo>
                  <a:lnTo>
                    <a:pt x="92659" y="14538"/>
                  </a:lnTo>
                  <a:cubicBezTo>
                    <a:pt x="92628" y="14542"/>
                    <a:pt x="92567" y="14562"/>
                    <a:pt x="92545" y="14562"/>
                  </a:cubicBezTo>
                  <a:lnTo>
                    <a:pt x="91599" y="14761"/>
                  </a:lnTo>
                  <a:cubicBezTo>
                    <a:pt x="91276" y="14835"/>
                    <a:pt x="90903" y="14935"/>
                    <a:pt x="90554" y="15034"/>
                  </a:cubicBezTo>
                  <a:cubicBezTo>
                    <a:pt x="90280" y="15134"/>
                    <a:pt x="89957" y="15184"/>
                    <a:pt x="89683" y="15283"/>
                  </a:cubicBezTo>
                  <a:lnTo>
                    <a:pt x="88662" y="15657"/>
                  </a:lnTo>
                  <a:cubicBezTo>
                    <a:pt x="88364" y="15756"/>
                    <a:pt x="88090" y="15831"/>
                    <a:pt x="87816" y="15955"/>
                  </a:cubicBezTo>
                  <a:cubicBezTo>
                    <a:pt x="87468" y="16080"/>
                    <a:pt x="87169" y="16254"/>
                    <a:pt x="86845" y="16403"/>
                  </a:cubicBezTo>
                  <a:cubicBezTo>
                    <a:pt x="86571" y="16528"/>
                    <a:pt x="86248" y="16652"/>
                    <a:pt x="85974" y="16777"/>
                  </a:cubicBezTo>
                  <a:cubicBezTo>
                    <a:pt x="85675" y="16926"/>
                    <a:pt x="85377" y="17075"/>
                    <a:pt x="85078" y="17250"/>
                  </a:cubicBezTo>
                  <a:cubicBezTo>
                    <a:pt x="84879" y="17324"/>
                    <a:pt x="84680" y="17449"/>
                    <a:pt x="84481" y="17548"/>
                  </a:cubicBezTo>
                  <a:lnTo>
                    <a:pt x="83933" y="16155"/>
                  </a:lnTo>
                  <a:cubicBezTo>
                    <a:pt x="86966" y="15309"/>
                    <a:pt x="89899" y="14787"/>
                    <a:pt x="92659" y="14538"/>
                  </a:cubicBezTo>
                  <a:close/>
                  <a:moveTo>
                    <a:pt x="83734" y="16179"/>
                  </a:moveTo>
                  <a:cubicBezTo>
                    <a:pt x="83958" y="16677"/>
                    <a:pt x="84132" y="17175"/>
                    <a:pt x="84306" y="17648"/>
                  </a:cubicBezTo>
                  <a:cubicBezTo>
                    <a:pt x="84257" y="17648"/>
                    <a:pt x="84257" y="17673"/>
                    <a:pt x="84232" y="17673"/>
                  </a:cubicBezTo>
                  <a:cubicBezTo>
                    <a:pt x="84057" y="17175"/>
                    <a:pt x="83858" y="16677"/>
                    <a:pt x="83684" y="16204"/>
                  </a:cubicBezTo>
                  <a:cubicBezTo>
                    <a:pt x="83709" y="16204"/>
                    <a:pt x="83709" y="16204"/>
                    <a:pt x="83734" y="16179"/>
                  </a:cubicBezTo>
                  <a:close/>
                  <a:moveTo>
                    <a:pt x="111549" y="16427"/>
                  </a:moveTo>
                  <a:cubicBezTo>
                    <a:pt x="111605" y="16527"/>
                    <a:pt x="111662" y="16627"/>
                    <a:pt x="111711" y="16727"/>
                  </a:cubicBezTo>
                  <a:cubicBezTo>
                    <a:pt x="111836" y="17026"/>
                    <a:pt x="111960" y="17324"/>
                    <a:pt x="112060" y="17648"/>
                  </a:cubicBezTo>
                  <a:cubicBezTo>
                    <a:pt x="112075" y="17699"/>
                    <a:pt x="112092" y="17750"/>
                    <a:pt x="112111" y="17802"/>
                  </a:cubicBezTo>
                  <a:lnTo>
                    <a:pt x="112111" y="17802"/>
                  </a:lnTo>
                  <a:cubicBezTo>
                    <a:pt x="112061" y="17678"/>
                    <a:pt x="112008" y="17554"/>
                    <a:pt x="111960" y="17424"/>
                  </a:cubicBezTo>
                  <a:cubicBezTo>
                    <a:pt x="111836" y="17150"/>
                    <a:pt x="111736" y="16827"/>
                    <a:pt x="111612" y="16553"/>
                  </a:cubicBezTo>
                  <a:cubicBezTo>
                    <a:pt x="111591" y="16511"/>
                    <a:pt x="111570" y="16469"/>
                    <a:pt x="111549" y="16427"/>
                  </a:cubicBezTo>
                  <a:close/>
                  <a:moveTo>
                    <a:pt x="109646" y="17573"/>
                  </a:moveTo>
                  <a:cubicBezTo>
                    <a:pt x="109769" y="17644"/>
                    <a:pt x="109892" y="17727"/>
                    <a:pt x="110006" y="17813"/>
                  </a:cubicBezTo>
                  <a:lnTo>
                    <a:pt x="110006" y="17813"/>
                  </a:lnTo>
                  <a:cubicBezTo>
                    <a:pt x="109889" y="17731"/>
                    <a:pt x="109769" y="17650"/>
                    <a:pt x="109646" y="17573"/>
                  </a:cubicBezTo>
                  <a:close/>
                  <a:moveTo>
                    <a:pt x="87278" y="16426"/>
                  </a:moveTo>
                  <a:cubicBezTo>
                    <a:pt x="87156" y="16486"/>
                    <a:pt x="87038" y="16552"/>
                    <a:pt x="86920" y="16627"/>
                  </a:cubicBezTo>
                  <a:cubicBezTo>
                    <a:pt x="86596" y="16777"/>
                    <a:pt x="86298" y="16901"/>
                    <a:pt x="85974" y="17051"/>
                  </a:cubicBezTo>
                  <a:cubicBezTo>
                    <a:pt x="85700" y="17175"/>
                    <a:pt x="85451" y="17324"/>
                    <a:pt x="85178" y="17499"/>
                  </a:cubicBezTo>
                  <a:cubicBezTo>
                    <a:pt x="84954" y="17623"/>
                    <a:pt x="84730" y="17698"/>
                    <a:pt x="84555" y="17822"/>
                  </a:cubicBezTo>
                  <a:lnTo>
                    <a:pt x="84555" y="17797"/>
                  </a:lnTo>
                  <a:lnTo>
                    <a:pt x="84555" y="17772"/>
                  </a:lnTo>
                  <a:cubicBezTo>
                    <a:pt x="84730" y="17673"/>
                    <a:pt x="84879" y="17573"/>
                    <a:pt x="85078" y="17499"/>
                  </a:cubicBezTo>
                  <a:cubicBezTo>
                    <a:pt x="85377" y="17324"/>
                    <a:pt x="85700" y="17150"/>
                    <a:pt x="85999" y="17001"/>
                  </a:cubicBezTo>
                  <a:cubicBezTo>
                    <a:pt x="86248" y="16876"/>
                    <a:pt x="86547" y="16752"/>
                    <a:pt x="86795" y="16652"/>
                  </a:cubicBezTo>
                  <a:cubicBezTo>
                    <a:pt x="86951" y="16581"/>
                    <a:pt x="87112" y="16503"/>
                    <a:pt x="87278" y="16426"/>
                  </a:cubicBezTo>
                  <a:close/>
                  <a:moveTo>
                    <a:pt x="84356" y="17872"/>
                  </a:moveTo>
                  <a:lnTo>
                    <a:pt x="84356" y="17897"/>
                  </a:lnTo>
                  <a:lnTo>
                    <a:pt x="84356" y="17922"/>
                  </a:lnTo>
                  <a:cubicBezTo>
                    <a:pt x="84331" y="17922"/>
                    <a:pt x="84331" y="17947"/>
                    <a:pt x="84306" y="17947"/>
                  </a:cubicBezTo>
                  <a:lnTo>
                    <a:pt x="84306" y="17922"/>
                  </a:lnTo>
                  <a:lnTo>
                    <a:pt x="84306" y="17897"/>
                  </a:lnTo>
                  <a:cubicBezTo>
                    <a:pt x="84331" y="17872"/>
                    <a:pt x="84331" y="17872"/>
                    <a:pt x="84356" y="17872"/>
                  </a:cubicBezTo>
                  <a:close/>
                  <a:moveTo>
                    <a:pt x="40772" y="15209"/>
                  </a:moveTo>
                  <a:cubicBezTo>
                    <a:pt x="40946" y="15209"/>
                    <a:pt x="41170" y="15258"/>
                    <a:pt x="41394" y="15308"/>
                  </a:cubicBezTo>
                  <a:lnTo>
                    <a:pt x="41419" y="15308"/>
                  </a:lnTo>
                  <a:cubicBezTo>
                    <a:pt x="41643" y="15383"/>
                    <a:pt x="41892" y="15433"/>
                    <a:pt x="42141" y="15557"/>
                  </a:cubicBezTo>
                  <a:cubicBezTo>
                    <a:pt x="42390" y="15657"/>
                    <a:pt x="42639" y="15781"/>
                    <a:pt x="42888" y="15931"/>
                  </a:cubicBezTo>
                  <a:cubicBezTo>
                    <a:pt x="41743" y="16727"/>
                    <a:pt x="40622" y="17573"/>
                    <a:pt x="39527" y="18445"/>
                  </a:cubicBezTo>
                  <a:cubicBezTo>
                    <a:pt x="39502" y="18370"/>
                    <a:pt x="39502" y="18270"/>
                    <a:pt x="39502" y="18171"/>
                  </a:cubicBezTo>
                  <a:cubicBezTo>
                    <a:pt x="39502" y="18071"/>
                    <a:pt x="39453" y="17972"/>
                    <a:pt x="39453" y="17897"/>
                  </a:cubicBezTo>
                  <a:cubicBezTo>
                    <a:pt x="39453" y="17797"/>
                    <a:pt x="39428" y="17698"/>
                    <a:pt x="39428" y="17598"/>
                  </a:cubicBezTo>
                  <a:lnTo>
                    <a:pt x="39428" y="17399"/>
                  </a:lnTo>
                  <a:lnTo>
                    <a:pt x="39428" y="17100"/>
                  </a:lnTo>
                  <a:lnTo>
                    <a:pt x="39428" y="16926"/>
                  </a:lnTo>
                  <a:cubicBezTo>
                    <a:pt x="39428" y="16827"/>
                    <a:pt x="39428" y="16777"/>
                    <a:pt x="39453" y="16677"/>
                  </a:cubicBezTo>
                  <a:cubicBezTo>
                    <a:pt x="39453" y="16603"/>
                    <a:pt x="39502" y="16553"/>
                    <a:pt x="39502" y="16478"/>
                  </a:cubicBezTo>
                  <a:cubicBezTo>
                    <a:pt x="39453" y="16428"/>
                    <a:pt x="39502" y="16329"/>
                    <a:pt x="39502" y="16279"/>
                  </a:cubicBezTo>
                  <a:cubicBezTo>
                    <a:pt x="39527" y="16204"/>
                    <a:pt x="39527" y="16155"/>
                    <a:pt x="39552" y="16080"/>
                  </a:cubicBezTo>
                  <a:cubicBezTo>
                    <a:pt x="39577" y="16030"/>
                    <a:pt x="39577" y="16005"/>
                    <a:pt x="39602" y="15931"/>
                  </a:cubicBezTo>
                  <a:cubicBezTo>
                    <a:pt x="39652" y="15831"/>
                    <a:pt x="39701" y="15756"/>
                    <a:pt x="39776" y="15657"/>
                  </a:cubicBezTo>
                  <a:lnTo>
                    <a:pt x="39901" y="15532"/>
                  </a:lnTo>
                  <a:cubicBezTo>
                    <a:pt x="40000" y="15458"/>
                    <a:pt x="40075" y="15408"/>
                    <a:pt x="40150" y="15333"/>
                  </a:cubicBezTo>
                  <a:cubicBezTo>
                    <a:pt x="40324" y="15258"/>
                    <a:pt x="40523" y="15209"/>
                    <a:pt x="40772" y="15209"/>
                  </a:cubicBezTo>
                  <a:close/>
                  <a:moveTo>
                    <a:pt x="39428" y="15906"/>
                  </a:moveTo>
                  <a:cubicBezTo>
                    <a:pt x="39403" y="15931"/>
                    <a:pt x="39403" y="16005"/>
                    <a:pt x="39403" y="16030"/>
                  </a:cubicBezTo>
                  <a:cubicBezTo>
                    <a:pt x="39378" y="16080"/>
                    <a:pt x="39328" y="16155"/>
                    <a:pt x="39328" y="16204"/>
                  </a:cubicBezTo>
                  <a:cubicBezTo>
                    <a:pt x="39303" y="16279"/>
                    <a:pt x="39303" y="16379"/>
                    <a:pt x="39303" y="16428"/>
                  </a:cubicBezTo>
                  <a:cubicBezTo>
                    <a:pt x="39303" y="16503"/>
                    <a:pt x="39278" y="16553"/>
                    <a:pt x="39278" y="16627"/>
                  </a:cubicBezTo>
                  <a:cubicBezTo>
                    <a:pt x="39278" y="16702"/>
                    <a:pt x="39278" y="16802"/>
                    <a:pt x="39253" y="16876"/>
                  </a:cubicBezTo>
                  <a:lnTo>
                    <a:pt x="39253" y="17075"/>
                  </a:lnTo>
                  <a:lnTo>
                    <a:pt x="39253" y="17374"/>
                  </a:lnTo>
                  <a:lnTo>
                    <a:pt x="39253" y="17623"/>
                  </a:lnTo>
                  <a:cubicBezTo>
                    <a:pt x="39253" y="17698"/>
                    <a:pt x="39278" y="17822"/>
                    <a:pt x="39278" y="17922"/>
                  </a:cubicBezTo>
                  <a:cubicBezTo>
                    <a:pt x="39278" y="18021"/>
                    <a:pt x="39303" y="18121"/>
                    <a:pt x="39303" y="18196"/>
                  </a:cubicBezTo>
                  <a:cubicBezTo>
                    <a:pt x="39303" y="18295"/>
                    <a:pt x="39328" y="18420"/>
                    <a:pt x="39378" y="18544"/>
                  </a:cubicBezTo>
                  <a:lnTo>
                    <a:pt x="39378" y="18569"/>
                  </a:lnTo>
                  <a:cubicBezTo>
                    <a:pt x="39328" y="18569"/>
                    <a:pt x="39328" y="18594"/>
                    <a:pt x="39303" y="18594"/>
                  </a:cubicBezTo>
                  <a:lnTo>
                    <a:pt x="39303" y="18519"/>
                  </a:lnTo>
                  <a:cubicBezTo>
                    <a:pt x="39278" y="18420"/>
                    <a:pt x="39278" y="18295"/>
                    <a:pt x="39253" y="18196"/>
                  </a:cubicBezTo>
                  <a:cubicBezTo>
                    <a:pt x="39253" y="18121"/>
                    <a:pt x="39204" y="18021"/>
                    <a:pt x="39204" y="17922"/>
                  </a:cubicBezTo>
                  <a:cubicBezTo>
                    <a:pt x="39204" y="17822"/>
                    <a:pt x="39179" y="17698"/>
                    <a:pt x="39179" y="17598"/>
                  </a:cubicBezTo>
                  <a:lnTo>
                    <a:pt x="39179" y="17399"/>
                  </a:lnTo>
                  <a:lnTo>
                    <a:pt x="39179" y="17075"/>
                  </a:lnTo>
                  <a:lnTo>
                    <a:pt x="39179" y="16851"/>
                  </a:lnTo>
                  <a:cubicBezTo>
                    <a:pt x="39179" y="16777"/>
                    <a:pt x="39179" y="16677"/>
                    <a:pt x="39204" y="16578"/>
                  </a:cubicBezTo>
                  <a:cubicBezTo>
                    <a:pt x="39204" y="16528"/>
                    <a:pt x="39253" y="16453"/>
                    <a:pt x="39253" y="16403"/>
                  </a:cubicBezTo>
                  <a:cubicBezTo>
                    <a:pt x="39253" y="16329"/>
                    <a:pt x="39278" y="16229"/>
                    <a:pt x="39278" y="16179"/>
                  </a:cubicBezTo>
                  <a:cubicBezTo>
                    <a:pt x="39278" y="16130"/>
                    <a:pt x="39303" y="16055"/>
                    <a:pt x="39328" y="16005"/>
                  </a:cubicBezTo>
                  <a:lnTo>
                    <a:pt x="39428" y="15906"/>
                  </a:lnTo>
                  <a:close/>
                  <a:moveTo>
                    <a:pt x="43062" y="16030"/>
                  </a:moveTo>
                  <a:cubicBezTo>
                    <a:pt x="43112" y="16030"/>
                    <a:pt x="43112" y="16055"/>
                    <a:pt x="43136" y="16055"/>
                  </a:cubicBezTo>
                  <a:cubicBezTo>
                    <a:pt x="41917" y="16926"/>
                    <a:pt x="40747" y="17797"/>
                    <a:pt x="39577" y="18693"/>
                  </a:cubicBezTo>
                  <a:lnTo>
                    <a:pt x="39577" y="18644"/>
                  </a:lnTo>
                  <a:cubicBezTo>
                    <a:pt x="40697" y="17772"/>
                    <a:pt x="41892" y="16901"/>
                    <a:pt x="43062" y="16030"/>
                  </a:cubicBezTo>
                  <a:close/>
                  <a:moveTo>
                    <a:pt x="83585" y="16279"/>
                  </a:moveTo>
                  <a:cubicBezTo>
                    <a:pt x="83709" y="16777"/>
                    <a:pt x="83883" y="17275"/>
                    <a:pt x="84082" y="17797"/>
                  </a:cubicBezTo>
                  <a:cubicBezTo>
                    <a:pt x="83833" y="17947"/>
                    <a:pt x="83609" y="18121"/>
                    <a:pt x="83361" y="18270"/>
                  </a:cubicBezTo>
                  <a:cubicBezTo>
                    <a:pt x="83112" y="18420"/>
                    <a:pt x="82863" y="18569"/>
                    <a:pt x="82639" y="18743"/>
                  </a:cubicBezTo>
                  <a:cubicBezTo>
                    <a:pt x="82614" y="18644"/>
                    <a:pt x="82589" y="18569"/>
                    <a:pt x="82589" y="18494"/>
                  </a:cubicBezTo>
                  <a:cubicBezTo>
                    <a:pt x="82514" y="18295"/>
                    <a:pt x="82464" y="18121"/>
                    <a:pt x="82440" y="17947"/>
                  </a:cubicBezTo>
                  <a:lnTo>
                    <a:pt x="82440" y="17922"/>
                  </a:lnTo>
                  <a:cubicBezTo>
                    <a:pt x="82440" y="17897"/>
                    <a:pt x="82390" y="17822"/>
                    <a:pt x="82390" y="17797"/>
                  </a:cubicBezTo>
                  <a:cubicBezTo>
                    <a:pt x="82365" y="17698"/>
                    <a:pt x="82340" y="17648"/>
                    <a:pt x="82290" y="17548"/>
                  </a:cubicBezTo>
                  <a:lnTo>
                    <a:pt x="82116" y="17075"/>
                  </a:lnTo>
                  <a:cubicBezTo>
                    <a:pt x="82091" y="16951"/>
                    <a:pt x="82016" y="16876"/>
                    <a:pt x="81991" y="16752"/>
                  </a:cubicBezTo>
                  <a:lnTo>
                    <a:pt x="83585" y="16279"/>
                  </a:lnTo>
                  <a:close/>
                  <a:moveTo>
                    <a:pt x="79229" y="13342"/>
                  </a:moveTo>
                  <a:cubicBezTo>
                    <a:pt x="79253" y="13417"/>
                    <a:pt x="79303" y="13441"/>
                    <a:pt x="79353" y="13516"/>
                  </a:cubicBezTo>
                  <a:cubicBezTo>
                    <a:pt x="79602" y="13790"/>
                    <a:pt x="79851" y="14089"/>
                    <a:pt x="80100" y="14412"/>
                  </a:cubicBezTo>
                  <a:cubicBezTo>
                    <a:pt x="80150" y="14462"/>
                    <a:pt x="80174" y="14537"/>
                    <a:pt x="80249" y="14636"/>
                  </a:cubicBezTo>
                  <a:cubicBezTo>
                    <a:pt x="80523" y="15010"/>
                    <a:pt x="80772" y="15408"/>
                    <a:pt x="80996" y="15806"/>
                  </a:cubicBezTo>
                  <a:cubicBezTo>
                    <a:pt x="81046" y="15906"/>
                    <a:pt x="81095" y="16005"/>
                    <a:pt x="81145" y="16130"/>
                  </a:cubicBezTo>
                  <a:cubicBezTo>
                    <a:pt x="81220" y="16254"/>
                    <a:pt x="81245" y="16329"/>
                    <a:pt x="81295" y="16453"/>
                  </a:cubicBezTo>
                  <a:cubicBezTo>
                    <a:pt x="79229" y="17125"/>
                    <a:pt x="77138" y="17897"/>
                    <a:pt x="75022" y="18768"/>
                  </a:cubicBezTo>
                  <a:cubicBezTo>
                    <a:pt x="75221" y="18420"/>
                    <a:pt x="75420" y="18071"/>
                    <a:pt x="75644" y="17748"/>
                  </a:cubicBezTo>
                  <a:cubicBezTo>
                    <a:pt x="75719" y="17648"/>
                    <a:pt x="75744" y="17573"/>
                    <a:pt x="75794" y="17499"/>
                  </a:cubicBezTo>
                  <a:cubicBezTo>
                    <a:pt x="76092" y="17051"/>
                    <a:pt x="76391" y="16627"/>
                    <a:pt x="76715" y="16204"/>
                  </a:cubicBezTo>
                  <a:cubicBezTo>
                    <a:pt x="76764" y="16130"/>
                    <a:pt x="76814" y="16055"/>
                    <a:pt x="76889" y="15955"/>
                  </a:cubicBezTo>
                  <a:cubicBezTo>
                    <a:pt x="77212" y="15532"/>
                    <a:pt x="77536" y="15134"/>
                    <a:pt x="77909" y="14711"/>
                  </a:cubicBezTo>
                  <a:lnTo>
                    <a:pt x="78034" y="14586"/>
                  </a:lnTo>
                  <a:cubicBezTo>
                    <a:pt x="78382" y="14213"/>
                    <a:pt x="78756" y="13815"/>
                    <a:pt x="79104" y="13466"/>
                  </a:cubicBezTo>
                  <a:lnTo>
                    <a:pt x="79229" y="13342"/>
                  </a:lnTo>
                  <a:close/>
                  <a:moveTo>
                    <a:pt x="39403" y="18818"/>
                  </a:moveTo>
                  <a:lnTo>
                    <a:pt x="39403" y="18893"/>
                  </a:lnTo>
                  <a:cubicBezTo>
                    <a:pt x="39403" y="18893"/>
                    <a:pt x="39378" y="18893"/>
                    <a:pt x="39328" y="18917"/>
                  </a:cubicBezTo>
                  <a:lnTo>
                    <a:pt x="39328" y="18843"/>
                  </a:lnTo>
                  <a:cubicBezTo>
                    <a:pt x="39378" y="18843"/>
                    <a:pt x="39378" y="18818"/>
                    <a:pt x="39403" y="18818"/>
                  </a:cubicBezTo>
                  <a:close/>
                  <a:moveTo>
                    <a:pt x="84132" y="17972"/>
                  </a:moveTo>
                  <a:lnTo>
                    <a:pt x="84132" y="18021"/>
                  </a:lnTo>
                  <a:lnTo>
                    <a:pt x="84132" y="18046"/>
                  </a:lnTo>
                  <a:cubicBezTo>
                    <a:pt x="83933" y="18171"/>
                    <a:pt x="83684" y="18320"/>
                    <a:pt x="83460" y="18494"/>
                  </a:cubicBezTo>
                  <a:cubicBezTo>
                    <a:pt x="83211" y="18644"/>
                    <a:pt x="82962" y="18793"/>
                    <a:pt x="82713" y="18992"/>
                  </a:cubicBezTo>
                  <a:lnTo>
                    <a:pt x="82688" y="18917"/>
                  </a:lnTo>
                  <a:cubicBezTo>
                    <a:pt x="82888" y="18768"/>
                    <a:pt x="83136" y="18594"/>
                    <a:pt x="83361" y="18469"/>
                  </a:cubicBezTo>
                  <a:cubicBezTo>
                    <a:pt x="83609" y="18320"/>
                    <a:pt x="83858" y="18146"/>
                    <a:pt x="84132" y="17972"/>
                  </a:cubicBezTo>
                  <a:close/>
                  <a:moveTo>
                    <a:pt x="81369" y="16627"/>
                  </a:moveTo>
                  <a:cubicBezTo>
                    <a:pt x="81369" y="16652"/>
                    <a:pt x="81394" y="16677"/>
                    <a:pt x="81394" y="16702"/>
                  </a:cubicBezTo>
                  <a:cubicBezTo>
                    <a:pt x="79253" y="17399"/>
                    <a:pt x="77013" y="18196"/>
                    <a:pt x="74773" y="19166"/>
                  </a:cubicBezTo>
                  <a:cubicBezTo>
                    <a:pt x="74798" y="19117"/>
                    <a:pt x="74848" y="19067"/>
                    <a:pt x="74848" y="19042"/>
                  </a:cubicBezTo>
                  <a:cubicBezTo>
                    <a:pt x="77038" y="18121"/>
                    <a:pt x="79229" y="17300"/>
                    <a:pt x="81369" y="16627"/>
                  </a:cubicBezTo>
                  <a:close/>
                  <a:moveTo>
                    <a:pt x="43286" y="16155"/>
                  </a:moveTo>
                  <a:lnTo>
                    <a:pt x="43858" y="16528"/>
                  </a:lnTo>
                  <a:cubicBezTo>
                    <a:pt x="43784" y="16578"/>
                    <a:pt x="43734" y="16652"/>
                    <a:pt x="43634" y="16677"/>
                  </a:cubicBezTo>
                  <a:cubicBezTo>
                    <a:pt x="43136" y="17001"/>
                    <a:pt x="42664" y="17300"/>
                    <a:pt x="42166" y="17623"/>
                  </a:cubicBezTo>
                  <a:cubicBezTo>
                    <a:pt x="41991" y="17748"/>
                    <a:pt x="41792" y="17872"/>
                    <a:pt x="41568" y="17996"/>
                  </a:cubicBezTo>
                  <a:lnTo>
                    <a:pt x="40747" y="18544"/>
                  </a:lnTo>
                  <a:cubicBezTo>
                    <a:pt x="40523" y="18693"/>
                    <a:pt x="40324" y="18818"/>
                    <a:pt x="40125" y="18942"/>
                  </a:cubicBezTo>
                  <a:cubicBezTo>
                    <a:pt x="39950" y="19042"/>
                    <a:pt x="39801" y="19166"/>
                    <a:pt x="39652" y="19266"/>
                  </a:cubicBezTo>
                  <a:cubicBezTo>
                    <a:pt x="39652" y="19191"/>
                    <a:pt x="39627" y="19141"/>
                    <a:pt x="39627" y="19067"/>
                  </a:cubicBezTo>
                  <a:cubicBezTo>
                    <a:pt x="39627" y="19017"/>
                    <a:pt x="39577" y="18942"/>
                    <a:pt x="39577" y="18917"/>
                  </a:cubicBezTo>
                  <a:cubicBezTo>
                    <a:pt x="40797" y="17996"/>
                    <a:pt x="42016" y="17051"/>
                    <a:pt x="43286" y="16155"/>
                  </a:cubicBezTo>
                  <a:close/>
                  <a:moveTo>
                    <a:pt x="39428" y="19117"/>
                  </a:moveTo>
                  <a:cubicBezTo>
                    <a:pt x="39428" y="19166"/>
                    <a:pt x="39453" y="19191"/>
                    <a:pt x="39453" y="19266"/>
                  </a:cubicBezTo>
                  <a:cubicBezTo>
                    <a:pt x="39453" y="19316"/>
                    <a:pt x="39502" y="19390"/>
                    <a:pt x="39502" y="19440"/>
                  </a:cubicBezTo>
                  <a:lnTo>
                    <a:pt x="39453" y="19440"/>
                  </a:lnTo>
                  <a:cubicBezTo>
                    <a:pt x="39428" y="19365"/>
                    <a:pt x="39428" y="19266"/>
                    <a:pt x="39403" y="19191"/>
                  </a:cubicBezTo>
                  <a:cubicBezTo>
                    <a:pt x="39403" y="19166"/>
                    <a:pt x="39403" y="19166"/>
                    <a:pt x="39378" y="19141"/>
                  </a:cubicBezTo>
                  <a:cubicBezTo>
                    <a:pt x="39403" y="19141"/>
                    <a:pt x="39403" y="19117"/>
                    <a:pt x="39428" y="19117"/>
                  </a:cubicBezTo>
                  <a:close/>
                  <a:moveTo>
                    <a:pt x="101456" y="7094"/>
                  </a:moveTo>
                  <a:lnTo>
                    <a:pt x="101456" y="7094"/>
                  </a:lnTo>
                  <a:cubicBezTo>
                    <a:pt x="101631" y="7144"/>
                    <a:pt x="101805" y="7219"/>
                    <a:pt x="101954" y="7268"/>
                  </a:cubicBezTo>
                  <a:cubicBezTo>
                    <a:pt x="102303" y="7443"/>
                    <a:pt x="102651" y="7617"/>
                    <a:pt x="103000" y="7766"/>
                  </a:cubicBezTo>
                  <a:cubicBezTo>
                    <a:pt x="103149" y="7866"/>
                    <a:pt x="103323" y="7941"/>
                    <a:pt x="103497" y="8015"/>
                  </a:cubicBezTo>
                  <a:cubicBezTo>
                    <a:pt x="103846" y="8214"/>
                    <a:pt x="104145" y="8389"/>
                    <a:pt x="104468" y="8588"/>
                  </a:cubicBezTo>
                  <a:cubicBezTo>
                    <a:pt x="104618" y="8687"/>
                    <a:pt x="104767" y="8762"/>
                    <a:pt x="104916" y="8886"/>
                  </a:cubicBezTo>
                  <a:cubicBezTo>
                    <a:pt x="105240" y="9085"/>
                    <a:pt x="105514" y="9310"/>
                    <a:pt x="105787" y="9509"/>
                  </a:cubicBezTo>
                  <a:cubicBezTo>
                    <a:pt x="105912" y="9708"/>
                    <a:pt x="106111" y="9832"/>
                    <a:pt x="106235" y="9957"/>
                  </a:cubicBezTo>
                  <a:cubicBezTo>
                    <a:pt x="106509" y="10181"/>
                    <a:pt x="106758" y="10405"/>
                    <a:pt x="107007" y="10654"/>
                  </a:cubicBezTo>
                  <a:cubicBezTo>
                    <a:pt x="107156" y="10778"/>
                    <a:pt x="107331" y="10927"/>
                    <a:pt x="107480" y="11052"/>
                  </a:cubicBezTo>
                  <a:cubicBezTo>
                    <a:pt x="107729" y="11276"/>
                    <a:pt x="107953" y="11525"/>
                    <a:pt x="108152" y="11749"/>
                  </a:cubicBezTo>
                  <a:cubicBezTo>
                    <a:pt x="108277" y="11873"/>
                    <a:pt x="108376" y="11998"/>
                    <a:pt x="108501" y="12147"/>
                  </a:cubicBezTo>
                  <a:cubicBezTo>
                    <a:pt x="108525" y="12172"/>
                    <a:pt x="108575" y="12222"/>
                    <a:pt x="108625" y="12272"/>
                  </a:cubicBezTo>
                  <a:cubicBezTo>
                    <a:pt x="108849" y="12496"/>
                    <a:pt x="109023" y="12769"/>
                    <a:pt x="109222" y="12993"/>
                  </a:cubicBezTo>
                  <a:cubicBezTo>
                    <a:pt x="109372" y="13193"/>
                    <a:pt x="109496" y="13392"/>
                    <a:pt x="109646" y="13566"/>
                  </a:cubicBezTo>
                  <a:cubicBezTo>
                    <a:pt x="109845" y="13815"/>
                    <a:pt x="109994" y="14064"/>
                    <a:pt x="110143" y="14337"/>
                  </a:cubicBezTo>
                  <a:cubicBezTo>
                    <a:pt x="110268" y="14562"/>
                    <a:pt x="110442" y="14786"/>
                    <a:pt x="110567" y="14985"/>
                  </a:cubicBezTo>
                  <a:cubicBezTo>
                    <a:pt x="110716" y="15234"/>
                    <a:pt x="110840" y="15532"/>
                    <a:pt x="110990" y="15781"/>
                  </a:cubicBezTo>
                  <a:lnTo>
                    <a:pt x="111363" y="16528"/>
                  </a:lnTo>
                  <a:cubicBezTo>
                    <a:pt x="111487" y="16802"/>
                    <a:pt x="111612" y="17051"/>
                    <a:pt x="111711" y="17324"/>
                  </a:cubicBezTo>
                  <a:cubicBezTo>
                    <a:pt x="111836" y="17598"/>
                    <a:pt x="111936" y="17847"/>
                    <a:pt x="112010" y="18146"/>
                  </a:cubicBezTo>
                  <a:lnTo>
                    <a:pt x="112309" y="18967"/>
                  </a:lnTo>
                  <a:cubicBezTo>
                    <a:pt x="112359" y="19141"/>
                    <a:pt x="112384" y="19291"/>
                    <a:pt x="112458" y="19440"/>
                  </a:cubicBezTo>
                  <a:lnTo>
                    <a:pt x="112408" y="19415"/>
                  </a:lnTo>
                  <a:cubicBezTo>
                    <a:pt x="112309" y="19291"/>
                    <a:pt x="112160" y="19191"/>
                    <a:pt x="112035" y="19067"/>
                  </a:cubicBezTo>
                  <a:cubicBezTo>
                    <a:pt x="111936" y="18992"/>
                    <a:pt x="111836" y="18843"/>
                    <a:pt x="111711" y="18768"/>
                  </a:cubicBezTo>
                  <a:cubicBezTo>
                    <a:pt x="111537" y="18644"/>
                    <a:pt x="111413" y="18544"/>
                    <a:pt x="111263" y="18420"/>
                  </a:cubicBezTo>
                  <a:cubicBezTo>
                    <a:pt x="111139" y="18320"/>
                    <a:pt x="111064" y="18245"/>
                    <a:pt x="110915" y="18171"/>
                  </a:cubicBezTo>
                  <a:cubicBezTo>
                    <a:pt x="110766" y="18046"/>
                    <a:pt x="110591" y="17922"/>
                    <a:pt x="110417" y="17822"/>
                  </a:cubicBezTo>
                  <a:lnTo>
                    <a:pt x="110143" y="17648"/>
                  </a:lnTo>
                  <a:lnTo>
                    <a:pt x="109596" y="17275"/>
                  </a:lnTo>
                  <a:cubicBezTo>
                    <a:pt x="109496" y="17200"/>
                    <a:pt x="109422" y="17175"/>
                    <a:pt x="109347" y="17125"/>
                  </a:cubicBezTo>
                  <a:cubicBezTo>
                    <a:pt x="109123" y="17001"/>
                    <a:pt x="108899" y="16876"/>
                    <a:pt x="108725" y="16752"/>
                  </a:cubicBezTo>
                  <a:cubicBezTo>
                    <a:pt x="108650" y="16702"/>
                    <a:pt x="108600" y="16677"/>
                    <a:pt x="108501" y="16627"/>
                  </a:cubicBezTo>
                  <a:cubicBezTo>
                    <a:pt x="108277" y="16503"/>
                    <a:pt x="108028" y="16379"/>
                    <a:pt x="107804" y="16279"/>
                  </a:cubicBezTo>
                  <a:lnTo>
                    <a:pt x="107629" y="16179"/>
                  </a:lnTo>
                  <a:cubicBezTo>
                    <a:pt x="107380" y="16055"/>
                    <a:pt x="107132" y="15955"/>
                    <a:pt x="106883" y="15831"/>
                  </a:cubicBezTo>
                  <a:cubicBezTo>
                    <a:pt x="106808" y="15806"/>
                    <a:pt x="106783" y="15806"/>
                    <a:pt x="106733" y="15781"/>
                  </a:cubicBezTo>
                  <a:cubicBezTo>
                    <a:pt x="106484" y="15657"/>
                    <a:pt x="106186" y="15557"/>
                    <a:pt x="105912" y="15458"/>
                  </a:cubicBezTo>
                  <a:cubicBezTo>
                    <a:pt x="105862" y="15433"/>
                    <a:pt x="105812" y="15433"/>
                    <a:pt x="105763" y="15408"/>
                  </a:cubicBezTo>
                  <a:cubicBezTo>
                    <a:pt x="105688" y="15383"/>
                    <a:pt x="105638" y="15333"/>
                    <a:pt x="105563" y="15333"/>
                  </a:cubicBezTo>
                  <a:cubicBezTo>
                    <a:pt x="104866" y="12272"/>
                    <a:pt x="103497" y="9434"/>
                    <a:pt x="101456" y="7094"/>
                  </a:cubicBezTo>
                  <a:close/>
                  <a:moveTo>
                    <a:pt x="44057" y="16652"/>
                  </a:moveTo>
                  <a:cubicBezTo>
                    <a:pt x="44033" y="16702"/>
                    <a:pt x="43983" y="16727"/>
                    <a:pt x="43908" y="16802"/>
                  </a:cubicBezTo>
                  <a:cubicBezTo>
                    <a:pt x="43734" y="16926"/>
                    <a:pt x="43510" y="17051"/>
                    <a:pt x="43311" y="17175"/>
                  </a:cubicBezTo>
                  <a:lnTo>
                    <a:pt x="42290" y="17822"/>
                  </a:lnTo>
                  <a:cubicBezTo>
                    <a:pt x="42116" y="17947"/>
                    <a:pt x="41917" y="18046"/>
                    <a:pt x="41767" y="18171"/>
                  </a:cubicBezTo>
                  <a:lnTo>
                    <a:pt x="41494" y="18345"/>
                  </a:lnTo>
                  <a:cubicBezTo>
                    <a:pt x="41120" y="18594"/>
                    <a:pt x="40697" y="18893"/>
                    <a:pt x="40324" y="19166"/>
                  </a:cubicBezTo>
                  <a:cubicBezTo>
                    <a:pt x="40150" y="19291"/>
                    <a:pt x="39950" y="19415"/>
                    <a:pt x="39801" y="19540"/>
                  </a:cubicBezTo>
                  <a:lnTo>
                    <a:pt x="39801" y="19515"/>
                  </a:lnTo>
                  <a:lnTo>
                    <a:pt x="39801" y="19465"/>
                  </a:lnTo>
                  <a:cubicBezTo>
                    <a:pt x="39901" y="19415"/>
                    <a:pt x="40025" y="19316"/>
                    <a:pt x="40125" y="19266"/>
                  </a:cubicBezTo>
                  <a:cubicBezTo>
                    <a:pt x="40672" y="18893"/>
                    <a:pt x="41195" y="18519"/>
                    <a:pt x="41767" y="18146"/>
                  </a:cubicBezTo>
                  <a:lnTo>
                    <a:pt x="42315" y="17772"/>
                  </a:lnTo>
                  <a:cubicBezTo>
                    <a:pt x="42863" y="17424"/>
                    <a:pt x="43360" y="17075"/>
                    <a:pt x="43883" y="16777"/>
                  </a:cubicBezTo>
                  <a:cubicBezTo>
                    <a:pt x="43908" y="16727"/>
                    <a:pt x="43983" y="16677"/>
                    <a:pt x="44057" y="16652"/>
                  </a:cubicBezTo>
                  <a:close/>
                  <a:moveTo>
                    <a:pt x="39552" y="19614"/>
                  </a:moveTo>
                  <a:lnTo>
                    <a:pt x="39577" y="19639"/>
                  </a:lnTo>
                  <a:lnTo>
                    <a:pt x="39577" y="19664"/>
                  </a:lnTo>
                  <a:lnTo>
                    <a:pt x="39552" y="19689"/>
                  </a:lnTo>
                  <a:lnTo>
                    <a:pt x="39552" y="19664"/>
                  </a:lnTo>
                  <a:lnTo>
                    <a:pt x="39552" y="19639"/>
                  </a:lnTo>
                  <a:cubicBezTo>
                    <a:pt x="39527" y="19639"/>
                    <a:pt x="39527" y="19639"/>
                    <a:pt x="39552" y="19614"/>
                  </a:cubicBezTo>
                  <a:close/>
                  <a:moveTo>
                    <a:pt x="112202" y="18038"/>
                  </a:moveTo>
                  <a:cubicBezTo>
                    <a:pt x="112254" y="18167"/>
                    <a:pt x="112309" y="18296"/>
                    <a:pt x="112359" y="18420"/>
                  </a:cubicBezTo>
                  <a:cubicBezTo>
                    <a:pt x="112458" y="18693"/>
                    <a:pt x="112508" y="18992"/>
                    <a:pt x="112608" y="19266"/>
                  </a:cubicBezTo>
                  <a:lnTo>
                    <a:pt x="112807" y="19814"/>
                  </a:lnTo>
                  <a:lnTo>
                    <a:pt x="112732" y="19739"/>
                  </a:lnTo>
                  <a:cubicBezTo>
                    <a:pt x="112682" y="19515"/>
                    <a:pt x="112608" y="19316"/>
                    <a:pt x="112558" y="19141"/>
                  </a:cubicBezTo>
                  <a:cubicBezTo>
                    <a:pt x="112458" y="18818"/>
                    <a:pt x="112359" y="18544"/>
                    <a:pt x="112259" y="18220"/>
                  </a:cubicBezTo>
                  <a:cubicBezTo>
                    <a:pt x="112242" y="18159"/>
                    <a:pt x="112223" y="18098"/>
                    <a:pt x="112202" y="18038"/>
                  </a:cubicBezTo>
                  <a:close/>
                  <a:moveTo>
                    <a:pt x="74051" y="10031"/>
                  </a:moveTo>
                  <a:lnTo>
                    <a:pt x="74051" y="10031"/>
                  </a:lnTo>
                  <a:cubicBezTo>
                    <a:pt x="71761" y="13018"/>
                    <a:pt x="70168" y="16428"/>
                    <a:pt x="69322" y="19938"/>
                  </a:cubicBezTo>
                  <a:lnTo>
                    <a:pt x="69272" y="19938"/>
                  </a:lnTo>
                  <a:cubicBezTo>
                    <a:pt x="70094" y="16428"/>
                    <a:pt x="71687" y="13018"/>
                    <a:pt x="74026" y="10056"/>
                  </a:cubicBezTo>
                  <a:lnTo>
                    <a:pt x="74051" y="10031"/>
                  </a:lnTo>
                  <a:close/>
                  <a:moveTo>
                    <a:pt x="110214" y="17963"/>
                  </a:moveTo>
                  <a:lnTo>
                    <a:pt x="110442" y="18096"/>
                  </a:lnTo>
                  <a:cubicBezTo>
                    <a:pt x="110591" y="18220"/>
                    <a:pt x="110741" y="18345"/>
                    <a:pt x="110890" y="18445"/>
                  </a:cubicBezTo>
                  <a:cubicBezTo>
                    <a:pt x="110990" y="18544"/>
                    <a:pt x="111114" y="18594"/>
                    <a:pt x="111214" y="18693"/>
                  </a:cubicBezTo>
                  <a:cubicBezTo>
                    <a:pt x="111363" y="18818"/>
                    <a:pt x="111487" y="18917"/>
                    <a:pt x="111637" y="19042"/>
                  </a:cubicBezTo>
                  <a:cubicBezTo>
                    <a:pt x="111761" y="19141"/>
                    <a:pt x="111861" y="19216"/>
                    <a:pt x="111985" y="19316"/>
                  </a:cubicBezTo>
                  <a:cubicBezTo>
                    <a:pt x="112110" y="19440"/>
                    <a:pt x="112234" y="19565"/>
                    <a:pt x="112384" y="19689"/>
                  </a:cubicBezTo>
                  <a:cubicBezTo>
                    <a:pt x="112458" y="19714"/>
                    <a:pt x="112483" y="19789"/>
                    <a:pt x="112508" y="19814"/>
                  </a:cubicBezTo>
                  <a:cubicBezTo>
                    <a:pt x="112508" y="19838"/>
                    <a:pt x="112558" y="19913"/>
                    <a:pt x="112558" y="19938"/>
                  </a:cubicBezTo>
                  <a:lnTo>
                    <a:pt x="112334" y="19714"/>
                  </a:lnTo>
                  <a:lnTo>
                    <a:pt x="112110" y="19515"/>
                  </a:lnTo>
                  <a:cubicBezTo>
                    <a:pt x="111985" y="19390"/>
                    <a:pt x="111836" y="19266"/>
                    <a:pt x="111687" y="19141"/>
                  </a:cubicBezTo>
                  <a:cubicBezTo>
                    <a:pt x="111637" y="19141"/>
                    <a:pt x="111637" y="19092"/>
                    <a:pt x="111612" y="19092"/>
                  </a:cubicBezTo>
                  <a:cubicBezTo>
                    <a:pt x="111512" y="19017"/>
                    <a:pt x="111438" y="18942"/>
                    <a:pt x="111338" y="18843"/>
                  </a:cubicBezTo>
                  <a:cubicBezTo>
                    <a:pt x="111313" y="18818"/>
                    <a:pt x="111239" y="18793"/>
                    <a:pt x="111214" y="18768"/>
                  </a:cubicBezTo>
                  <a:cubicBezTo>
                    <a:pt x="110914" y="18518"/>
                    <a:pt x="110580" y="18235"/>
                    <a:pt x="110214" y="17963"/>
                  </a:cubicBezTo>
                  <a:close/>
                  <a:moveTo>
                    <a:pt x="71288" y="9310"/>
                  </a:moveTo>
                  <a:cubicBezTo>
                    <a:pt x="71438" y="9334"/>
                    <a:pt x="71562" y="9359"/>
                    <a:pt x="71736" y="9409"/>
                  </a:cubicBezTo>
                  <a:cubicBezTo>
                    <a:pt x="72010" y="9459"/>
                    <a:pt x="72284" y="9484"/>
                    <a:pt x="72558" y="9583"/>
                  </a:cubicBezTo>
                  <a:cubicBezTo>
                    <a:pt x="72807" y="9658"/>
                    <a:pt x="73056" y="9733"/>
                    <a:pt x="73304" y="9807"/>
                  </a:cubicBezTo>
                  <a:cubicBezTo>
                    <a:pt x="73504" y="9857"/>
                    <a:pt x="73653" y="9907"/>
                    <a:pt x="73827" y="9957"/>
                  </a:cubicBezTo>
                  <a:cubicBezTo>
                    <a:pt x="71512" y="12944"/>
                    <a:pt x="69919" y="16379"/>
                    <a:pt x="69073" y="19863"/>
                  </a:cubicBezTo>
                  <a:cubicBezTo>
                    <a:pt x="67613" y="19361"/>
                    <a:pt x="65978" y="19116"/>
                    <a:pt x="64209" y="19116"/>
                  </a:cubicBezTo>
                  <a:cubicBezTo>
                    <a:pt x="62207" y="19116"/>
                    <a:pt x="60033" y="19430"/>
                    <a:pt x="57748" y="20038"/>
                  </a:cubicBezTo>
                  <a:cubicBezTo>
                    <a:pt x="57648" y="18644"/>
                    <a:pt x="57698" y="17275"/>
                    <a:pt x="57772" y="15906"/>
                  </a:cubicBezTo>
                  <a:cubicBezTo>
                    <a:pt x="62328" y="13217"/>
                    <a:pt x="66833" y="11027"/>
                    <a:pt x="71288" y="9310"/>
                  </a:cubicBezTo>
                  <a:close/>
                  <a:moveTo>
                    <a:pt x="57598" y="16030"/>
                  </a:moveTo>
                  <a:cubicBezTo>
                    <a:pt x="57499" y="17349"/>
                    <a:pt x="57474" y="18693"/>
                    <a:pt x="57573" y="20062"/>
                  </a:cubicBezTo>
                  <a:cubicBezTo>
                    <a:pt x="57548" y="20062"/>
                    <a:pt x="57548" y="20062"/>
                    <a:pt x="57499" y="20087"/>
                  </a:cubicBezTo>
                  <a:cubicBezTo>
                    <a:pt x="57424" y="18718"/>
                    <a:pt x="57449" y="17399"/>
                    <a:pt x="57548" y="16055"/>
                  </a:cubicBezTo>
                  <a:cubicBezTo>
                    <a:pt x="57573" y="16055"/>
                    <a:pt x="57573" y="16030"/>
                    <a:pt x="57598" y="16030"/>
                  </a:cubicBezTo>
                  <a:close/>
                  <a:moveTo>
                    <a:pt x="69247" y="20112"/>
                  </a:moveTo>
                  <a:cubicBezTo>
                    <a:pt x="69272" y="20112"/>
                    <a:pt x="69272" y="20137"/>
                    <a:pt x="69272" y="20137"/>
                  </a:cubicBezTo>
                  <a:lnTo>
                    <a:pt x="69272" y="20187"/>
                  </a:lnTo>
                  <a:cubicBezTo>
                    <a:pt x="69247" y="20187"/>
                    <a:pt x="69247" y="20187"/>
                    <a:pt x="69197" y="20162"/>
                  </a:cubicBezTo>
                  <a:lnTo>
                    <a:pt x="69197" y="20112"/>
                  </a:lnTo>
                  <a:close/>
                  <a:moveTo>
                    <a:pt x="64192" y="19303"/>
                  </a:moveTo>
                  <a:cubicBezTo>
                    <a:pt x="65952" y="19303"/>
                    <a:pt x="67575" y="19547"/>
                    <a:pt x="69023" y="20038"/>
                  </a:cubicBezTo>
                  <a:cubicBezTo>
                    <a:pt x="69048" y="20062"/>
                    <a:pt x="69048" y="20112"/>
                    <a:pt x="69023" y="20112"/>
                  </a:cubicBezTo>
                  <a:cubicBezTo>
                    <a:pt x="67575" y="19610"/>
                    <a:pt x="65952" y="19365"/>
                    <a:pt x="64192" y="19365"/>
                  </a:cubicBezTo>
                  <a:cubicBezTo>
                    <a:pt x="62200" y="19365"/>
                    <a:pt x="60033" y="19679"/>
                    <a:pt x="57748" y="20286"/>
                  </a:cubicBezTo>
                  <a:lnTo>
                    <a:pt x="57748" y="20237"/>
                  </a:lnTo>
                  <a:cubicBezTo>
                    <a:pt x="60034" y="19616"/>
                    <a:pt x="62200" y="19303"/>
                    <a:pt x="64192" y="19303"/>
                  </a:cubicBezTo>
                  <a:close/>
                  <a:moveTo>
                    <a:pt x="57598" y="20262"/>
                  </a:moveTo>
                  <a:lnTo>
                    <a:pt x="57598" y="20311"/>
                  </a:lnTo>
                  <a:cubicBezTo>
                    <a:pt x="57573" y="20311"/>
                    <a:pt x="57573" y="20311"/>
                    <a:pt x="57548" y="20336"/>
                  </a:cubicBezTo>
                  <a:lnTo>
                    <a:pt x="57548" y="20286"/>
                  </a:lnTo>
                  <a:cubicBezTo>
                    <a:pt x="57573" y="20286"/>
                    <a:pt x="57573" y="20286"/>
                    <a:pt x="57598" y="20262"/>
                  </a:cubicBezTo>
                  <a:close/>
                  <a:moveTo>
                    <a:pt x="112881" y="20162"/>
                  </a:moveTo>
                  <a:lnTo>
                    <a:pt x="112981" y="20262"/>
                  </a:lnTo>
                  <a:cubicBezTo>
                    <a:pt x="112931" y="20262"/>
                    <a:pt x="112931" y="20311"/>
                    <a:pt x="112956" y="20361"/>
                  </a:cubicBezTo>
                  <a:lnTo>
                    <a:pt x="112881" y="20286"/>
                  </a:lnTo>
                  <a:lnTo>
                    <a:pt x="112881" y="20237"/>
                  </a:lnTo>
                  <a:lnTo>
                    <a:pt x="112881" y="20162"/>
                  </a:lnTo>
                  <a:close/>
                  <a:moveTo>
                    <a:pt x="109397" y="17772"/>
                  </a:moveTo>
                  <a:lnTo>
                    <a:pt x="109397" y="17772"/>
                  </a:lnTo>
                  <a:cubicBezTo>
                    <a:pt x="109521" y="17797"/>
                    <a:pt x="109596" y="17822"/>
                    <a:pt x="109646" y="17897"/>
                  </a:cubicBezTo>
                  <a:cubicBezTo>
                    <a:pt x="109770" y="17972"/>
                    <a:pt x="109894" y="18046"/>
                    <a:pt x="110019" y="18146"/>
                  </a:cubicBezTo>
                  <a:cubicBezTo>
                    <a:pt x="110118" y="18196"/>
                    <a:pt x="110218" y="18270"/>
                    <a:pt x="110318" y="18370"/>
                  </a:cubicBezTo>
                  <a:cubicBezTo>
                    <a:pt x="110492" y="18519"/>
                    <a:pt x="110691" y="18644"/>
                    <a:pt x="110865" y="18793"/>
                  </a:cubicBezTo>
                  <a:cubicBezTo>
                    <a:pt x="111089" y="18992"/>
                    <a:pt x="111338" y="19141"/>
                    <a:pt x="111512" y="19316"/>
                  </a:cubicBezTo>
                  <a:cubicBezTo>
                    <a:pt x="111936" y="19664"/>
                    <a:pt x="112309" y="20038"/>
                    <a:pt x="112632" y="20436"/>
                  </a:cubicBezTo>
                  <a:lnTo>
                    <a:pt x="112632" y="20461"/>
                  </a:lnTo>
                  <a:cubicBezTo>
                    <a:pt x="112632" y="20481"/>
                    <a:pt x="112632" y="20497"/>
                    <a:pt x="112636" y="20510"/>
                  </a:cubicBezTo>
                  <a:lnTo>
                    <a:pt x="112636" y="20510"/>
                  </a:lnTo>
                  <a:cubicBezTo>
                    <a:pt x="111677" y="19485"/>
                    <a:pt x="110597" y="18556"/>
                    <a:pt x="109397" y="17772"/>
                  </a:cubicBezTo>
                  <a:close/>
                  <a:moveTo>
                    <a:pt x="74350" y="10056"/>
                  </a:moveTo>
                  <a:cubicBezTo>
                    <a:pt x="74425" y="10181"/>
                    <a:pt x="74624" y="10230"/>
                    <a:pt x="74773" y="10305"/>
                  </a:cubicBezTo>
                  <a:cubicBezTo>
                    <a:pt x="74997" y="10405"/>
                    <a:pt x="75246" y="10479"/>
                    <a:pt x="75470" y="10579"/>
                  </a:cubicBezTo>
                  <a:cubicBezTo>
                    <a:pt x="75669" y="10679"/>
                    <a:pt x="75893" y="10803"/>
                    <a:pt x="76117" y="10927"/>
                  </a:cubicBezTo>
                  <a:cubicBezTo>
                    <a:pt x="76341" y="11052"/>
                    <a:pt x="76515" y="11151"/>
                    <a:pt x="76715" y="11276"/>
                  </a:cubicBezTo>
                  <a:cubicBezTo>
                    <a:pt x="76739" y="11276"/>
                    <a:pt x="76739" y="11301"/>
                    <a:pt x="76764" y="11301"/>
                  </a:cubicBezTo>
                  <a:lnTo>
                    <a:pt x="77337" y="11674"/>
                  </a:lnTo>
                  <a:cubicBezTo>
                    <a:pt x="77511" y="11824"/>
                    <a:pt x="77735" y="11948"/>
                    <a:pt x="77909" y="12097"/>
                  </a:cubicBezTo>
                  <a:cubicBezTo>
                    <a:pt x="78108" y="12272"/>
                    <a:pt x="78258" y="12421"/>
                    <a:pt x="78407" y="12570"/>
                  </a:cubicBezTo>
                  <a:cubicBezTo>
                    <a:pt x="78581" y="12720"/>
                    <a:pt x="78731" y="12844"/>
                    <a:pt x="78880" y="13018"/>
                  </a:cubicBezTo>
                  <a:lnTo>
                    <a:pt x="78407" y="13466"/>
                  </a:lnTo>
                  <a:lnTo>
                    <a:pt x="78208" y="13690"/>
                  </a:lnTo>
                  <a:cubicBezTo>
                    <a:pt x="77984" y="13914"/>
                    <a:pt x="77760" y="14163"/>
                    <a:pt x="77586" y="14387"/>
                  </a:cubicBezTo>
                  <a:cubicBezTo>
                    <a:pt x="77536" y="14412"/>
                    <a:pt x="77511" y="14437"/>
                    <a:pt x="77486" y="14512"/>
                  </a:cubicBezTo>
                  <a:cubicBezTo>
                    <a:pt x="77237" y="14786"/>
                    <a:pt x="77013" y="15034"/>
                    <a:pt x="76789" y="15308"/>
                  </a:cubicBezTo>
                  <a:cubicBezTo>
                    <a:pt x="76715" y="15433"/>
                    <a:pt x="76615" y="15532"/>
                    <a:pt x="76540" y="15657"/>
                  </a:cubicBezTo>
                  <a:cubicBezTo>
                    <a:pt x="76416" y="15806"/>
                    <a:pt x="76291" y="16005"/>
                    <a:pt x="76167" y="16155"/>
                  </a:cubicBezTo>
                  <a:cubicBezTo>
                    <a:pt x="76092" y="16279"/>
                    <a:pt x="75993" y="16428"/>
                    <a:pt x="75893" y="16553"/>
                  </a:cubicBezTo>
                  <a:cubicBezTo>
                    <a:pt x="75794" y="16702"/>
                    <a:pt x="75669" y="16876"/>
                    <a:pt x="75594" y="17001"/>
                  </a:cubicBezTo>
                  <a:cubicBezTo>
                    <a:pt x="75495" y="17150"/>
                    <a:pt x="75395" y="17275"/>
                    <a:pt x="75296" y="17424"/>
                  </a:cubicBezTo>
                  <a:cubicBezTo>
                    <a:pt x="75221" y="17573"/>
                    <a:pt x="75122" y="17698"/>
                    <a:pt x="75022" y="17872"/>
                  </a:cubicBezTo>
                  <a:cubicBezTo>
                    <a:pt x="74922" y="18021"/>
                    <a:pt x="74848" y="18146"/>
                    <a:pt x="74773" y="18295"/>
                  </a:cubicBezTo>
                  <a:cubicBezTo>
                    <a:pt x="74674" y="18445"/>
                    <a:pt x="74599" y="18619"/>
                    <a:pt x="74524" y="18768"/>
                  </a:cubicBezTo>
                  <a:cubicBezTo>
                    <a:pt x="74499" y="18868"/>
                    <a:pt x="74425" y="18917"/>
                    <a:pt x="74400" y="19017"/>
                  </a:cubicBezTo>
                  <a:cubicBezTo>
                    <a:pt x="73255" y="19515"/>
                    <a:pt x="72110" y="20038"/>
                    <a:pt x="70940" y="20610"/>
                  </a:cubicBezTo>
                  <a:cubicBezTo>
                    <a:pt x="70517" y="20361"/>
                    <a:pt x="70044" y="20137"/>
                    <a:pt x="69571" y="19938"/>
                  </a:cubicBezTo>
                  <a:cubicBezTo>
                    <a:pt x="70417" y="16428"/>
                    <a:pt x="72010" y="13018"/>
                    <a:pt x="74350" y="10056"/>
                  </a:cubicBezTo>
                  <a:close/>
                  <a:moveTo>
                    <a:pt x="58494" y="10405"/>
                  </a:moveTo>
                  <a:lnTo>
                    <a:pt x="58494" y="10405"/>
                  </a:lnTo>
                  <a:cubicBezTo>
                    <a:pt x="57922" y="12023"/>
                    <a:pt x="57548" y="13790"/>
                    <a:pt x="57374" y="15657"/>
                  </a:cubicBezTo>
                  <a:cubicBezTo>
                    <a:pt x="57225" y="15756"/>
                    <a:pt x="57051" y="15831"/>
                    <a:pt x="56876" y="15955"/>
                  </a:cubicBezTo>
                  <a:lnTo>
                    <a:pt x="54736" y="17275"/>
                  </a:lnTo>
                  <a:cubicBezTo>
                    <a:pt x="53865" y="17822"/>
                    <a:pt x="52968" y="18395"/>
                    <a:pt x="52097" y="18992"/>
                  </a:cubicBezTo>
                  <a:lnTo>
                    <a:pt x="51251" y="19540"/>
                  </a:lnTo>
                  <a:cubicBezTo>
                    <a:pt x="50654" y="19938"/>
                    <a:pt x="50081" y="20336"/>
                    <a:pt x="49484" y="20784"/>
                  </a:cubicBezTo>
                  <a:cubicBezTo>
                    <a:pt x="49484" y="20759"/>
                    <a:pt x="49459" y="20759"/>
                    <a:pt x="49459" y="20759"/>
                  </a:cubicBezTo>
                  <a:cubicBezTo>
                    <a:pt x="48588" y="19888"/>
                    <a:pt x="47766" y="19067"/>
                    <a:pt x="46995" y="18395"/>
                  </a:cubicBezTo>
                  <a:cubicBezTo>
                    <a:pt x="46173" y="17673"/>
                    <a:pt x="45426" y="17051"/>
                    <a:pt x="44729" y="16553"/>
                  </a:cubicBezTo>
                  <a:cubicBezTo>
                    <a:pt x="44779" y="16528"/>
                    <a:pt x="44879" y="16453"/>
                    <a:pt x="44929" y="16428"/>
                  </a:cubicBezTo>
                  <a:cubicBezTo>
                    <a:pt x="45277" y="16254"/>
                    <a:pt x="45601" y="16030"/>
                    <a:pt x="45924" y="15831"/>
                  </a:cubicBezTo>
                  <a:lnTo>
                    <a:pt x="46123" y="15756"/>
                  </a:lnTo>
                  <a:cubicBezTo>
                    <a:pt x="46248" y="15682"/>
                    <a:pt x="46323" y="15632"/>
                    <a:pt x="46447" y="15557"/>
                  </a:cubicBezTo>
                  <a:cubicBezTo>
                    <a:pt x="46895" y="15308"/>
                    <a:pt x="47293" y="15084"/>
                    <a:pt x="47741" y="14835"/>
                  </a:cubicBezTo>
                  <a:lnTo>
                    <a:pt x="47766" y="14835"/>
                  </a:lnTo>
                  <a:cubicBezTo>
                    <a:pt x="51425" y="12894"/>
                    <a:pt x="55034" y="11400"/>
                    <a:pt x="58494" y="10405"/>
                  </a:cubicBezTo>
                  <a:close/>
                  <a:moveTo>
                    <a:pt x="69446" y="20187"/>
                  </a:moveTo>
                  <a:cubicBezTo>
                    <a:pt x="69894" y="20361"/>
                    <a:pt x="70293" y="20535"/>
                    <a:pt x="70666" y="20759"/>
                  </a:cubicBezTo>
                  <a:cubicBezTo>
                    <a:pt x="70641" y="20759"/>
                    <a:pt x="70641" y="20784"/>
                    <a:pt x="70591" y="20784"/>
                  </a:cubicBezTo>
                  <a:cubicBezTo>
                    <a:pt x="70218" y="20610"/>
                    <a:pt x="69870" y="20411"/>
                    <a:pt x="69446" y="20262"/>
                  </a:cubicBezTo>
                  <a:lnTo>
                    <a:pt x="69446" y="20187"/>
                  </a:lnTo>
                  <a:close/>
                  <a:moveTo>
                    <a:pt x="74225" y="19291"/>
                  </a:moveTo>
                  <a:cubicBezTo>
                    <a:pt x="74176" y="19316"/>
                    <a:pt x="74176" y="19390"/>
                    <a:pt x="74151" y="19415"/>
                  </a:cubicBezTo>
                  <a:lnTo>
                    <a:pt x="71164" y="20809"/>
                  </a:lnTo>
                  <a:cubicBezTo>
                    <a:pt x="71139" y="20784"/>
                    <a:pt x="71114" y="20784"/>
                    <a:pt x="71064" y="20759"/>
                  </a:cubicBezTo>
                  <a:cubicBezTo>
                    <a:pt x="72135" y="20262"/>
                    <a:pt x="73155" y="19764"/>
                    <a:pt x="74225" y="19291"/>
                  </a:cubicBezTo>
                  <a:close/>
                  <a:moveTo>
                    <a:pt x="44505" y="16652"/>
                  </a:moveTo>
                  <a:cubicBezTo>
                    <a:pt x="45924" y="17673"/>
                    <a:pt x="47542" y="19067"/>
                    <a:pt x="49334" y="20909"/>
                  </a:cubicBezTo>
                  <a:lnTo>
                    <a:pt x="49260" y="20934"/>
                  </a:lnTo>
                  <a:cubicBezTo>
                    <a:pt x="49110" y="20784"/>
                    <a:pt x="48986" y="20635"/>
                    <a:pt x="48837" y="20510"/>
                  </a:cubicBezTo>
                  <a:lnTo>
                    <a:pt x="48712" y="20386"/>
                  </a:lnTo>
                  <a:lnTo>
                    <a:pt x="48339" y="20013"/>
                  </a:lnTo>
                  <a:lnTo>
                    <a:pt x="47990" y="19664"/>
                  </a:lnTo>
                  <a:lnTo>
                    <a:pt x="47891" y="19565"/>
                  </a:lnTo>
                  <a:cubicBezTo>
                    <a:pt x="46646" y="18395"/>
                    <a:pt x="45501" y="17424"/>
                    <a:pt x="44431" y="16677"/>
                  </a:cubicBezTo>
                  <a:cubicBezTo>
                    <a:pt x="44481" y="16677"/>
                    <a:pt x="44505" y="16677"/>
                    <a:pt x="44505" y="16652"/>
                  </a:cubicBezTo>
                  <a:close/>
                  <a:moveTo>
                    <a:pt x="112981" y="20710"/>
                  </a:moveTo>
                  <a:lnTo>
                    <a:pt x="113081" y="20809"/>
                  </a:lnTo>
                  <a:cubicBezTo>
                    <a:pt x="113056" y="20859"/>
                    <a:pt x="113056" y="20884"/>
                    <a:pt x="113081" y="20934"/>
                  </a:cubicBezTo>
                  <a:cubicBezTo>
                    <a:pt x="113056" y="20909"/>
                    <a:pt x="113006" y="20884"/>
                    <a:pt x="113006" y="20859"/>
                  </a:cubicBezTo>
                  <a:cubicBezTo>
                    <a:pt x="113006" y="20809"/>
                    <a:pt x="112981" y="20759"/>
                    <a:pt x="112981" y="20710"/>
                  </a:cubicBezTo>
                  <a:close/>
                  <a:moveTo>
                    <a:pt x="57354" y="15918"/>
                  </a:moveTo>
                  <a:lnTo>
                    <a:pt x="57354" y="15918"/>
                  </a:lnTo>
                  <a:cubicBezTo>
                    <a:pt x="57349" y="15927"/>
                    <a:pt x="57349" y="15941"/>
                    <a:pt x="57349" y="15955"/>
                  </a:cubicBezTo>
                  <a:cubicBezTo>
                    <a:pt x="56553" y="16428"/>
                    <a:pt x="55756" y="16926"/>
                    <a:pt x="54960" y="17424"/>
                  </a:cubicBezTo>
                  <a:cubicBezTo>
                    <a:pt x="54736" y="17548"/>
                    <a:pt x="54512" y="17698"/>
                    <a:pt x="54313" y="17872"/>
                  </a:cubicBezTo>
                  <a:cubicBezTo>
                    <a:pt x="53616" y="18295"/>
                    <a:pt x="52944" y="18743"/>
                    <a:pt x="52247" y="19191"/>
                  </a:cubicBezTo>
                  <a:cubicBezTo>
                    <a:pt x="51898" y="19415"/>
                    <a:pt x="51599" y="19664"/>
                    <a:pt x="51251" y="19888"/>
                  </a:cubicBezTo>
                  <a:cubicBezTo>
                    <a:pt x="50728" y="20262"/>
                    <a:pt x="50206" y="20610"/>
                    <a:pt x="49658" y="20983"/>
                  </a:cubicBezTo>
                  <a:lnTo>
                    <a:pt x="49633" y="20934"/>
                  </a:lnTo>
                  <a:cubicBezTo>
                    <a:pt x="50156" y="20560"/>
                    <a:pt x="50703" y="20187"/>
                    <a:pt x="51226" y="19863"/>
                  </a:cubicBezTo>
                  <a:cubicBezTo>
                    <a:pt x="51575" y="19639"/>
                    <a:pt x="51873" y="19390"/>
                    <a:pt x="52222" y="19166"/>
                  </a:cubicBezTo>
                  <a:lnTo>
                    <a:pt x="53068" y="18619"/>
                  </a:lnTo>
                  <a:cubicBezTo>
                    <a:pt x="54480" y="17653"/>
                    <a:pt x="55941" y="16761"/>
                    <a:pt x="57354" y="15918"/>
                  </a:cubicBezTo>
                  <a:close/>
                  <a:moveTo>
                    <a:pt x="70840" y="20884"/>
                  </a:moveTo>
                  <a:cubicBezTo>
                    <a:pt x="70890" y="20909"/>
                    <a:pt x="70915" y="20909"/>
                    <a:pt x="70940" y="20934"/>
                  </a:cubicBezTo>
                  <a:cubicBezTo>
                    <a:pt x="70915" y="20934"/>
                    <a:pt x="70915" y="20983"/>
                    <a:pt x="70890" y="20983"/>
                  </a:cubicBezTo>
                  <a:cubicBezTo>
                    <a:pt x="70840" y="20934"/>
                    <a:pt x="70815" y="20909"/>
                    <a:pt x="70790" y="20909"/>
                  </a:cubicBezTo>
                  <a:cubicBezTo>
                    <a:pt x="70815" y="20909"/>
                    <a:pt x="70815" y="20884"/>
                    <a:pt x="70840" y="20884"/>
                  </a:cubicBezTo>
                  <a:close/>
                  <a:moveTo>
                    <a:pt x="49484" y="21033"/>
                  </a:moveTo>
                  <a:lnTo>
                    <a:pt x="49509" y="21058"/>
                  </a:lnTo>
                  <a:lnTo>
                    <a:pt x="49533" y="21083"/>
                  </a:lnTo>
                  <a:lnTo>
                    <a:pt x="49509" y="21133"/>
                  </a:lnTo>
                  <a:lnTo>
                    <a:pt x="49484" y="21158"/>
                  </a:lnTo>
                  <a:lnTo>
                    <a:pt x="49409" y="21058"/>
                  </a:lnTo>
                  <a:lnTo>
                    <a:pt x="49484" y="21033"/>
                  </a:lnTo>
                  <a:close/>
                  <a:moveTo>
                    <a:pt x="69421" y="20436"/>
                  </a:moveTo>
                  <a:cubicBezTo>
                    <a:pt x="69745" y="20560"/>
                    <a:pt x="70069" y="20734"/>
                    <a:pt x="70417" y="20884"/>
                  </a:cubicBezTo>
                  <a:cubicBezTo>
                    <a:pt x="70019" y="21058"/>
                    <a:pt x="69596" y="21282"/>
                    <a:pt x="69197" y="21506"/>
                  </a:cubicBezTo>
                  <a:cubicBezTo>
                    <a:pt x="69272" y="21158"/>
                    <a:pt x="69322" y="20784"/>
                    <a:pt x="69421" y="20436"/>
                  </a:cubicBezTo>
                  <a:close/>
                  <a:moveTo>
                    <a:pt x="69173" y="20336"/>
                  </a:moveTo>
                  <a:cubicBezTo>
                    <a:pt x="69173" y="20361"/>
                    <a:pt x="69197" y="20361"/>
                    <a:pt x="69247" y="20386"/>
                  </a:cubicBezTo>
                  <a:cubicBezTo>
                    <a:pt x="69148" y="20784"/>
                    <a:pt x="69048" y="21232"/>
                    <a:pt x="68973" y="21631"/>
                  </a:cubicBezTo>
                  <a:cubicBezTo>
                    <a:pt x="68949" y="21631"/>
                    <a:pt x="68949" y="21655"/>
                    <a:pt x="68924" y="21655"/>
                  </a:cubicBezTo>
                  <a:cubicBezTo>
                    <a:pt x="68973" y="21207"/>
                    <a:pt x="69073" y="20784"/>
                    <a:pt x="69173" y="20336"/>
                  </a:cubicBezTo>
                  <a:close/>
                  <a:moveTo>
                    <a:pt x="70616" y="21008"/>
                  </a:moveTo>
                  <a:cubicBezTo>
                    <a:pt x="70641" y="21033"/>
                    <a:pt x="70666" y="21033"/>
                    <a:pt x="70691" y="21058"/>
                  </a:cubicBezTo>
                  <a:cubicBezTo>
                    <a:pt x="70168" y="21307"/>
                    <a:pt x="69670" y="21606"/>
                    <a:pt x="69148" y="21855"/>
                  </a:cubicBezTo>
                  <a:lnTo>
                    <a:pt x="69148" y="21755"/>
                  </a:lnTo>
                  <a:cubicBezTo>
                    <a:pt x="69646" y="21506"/>
                    <a:pt x="70118" y="21257"/>
                    <a:pt x="70616" y="21008"/>
                  </a:cubicBezTo>
                  <a:close/>
                  <a:moveTo>
                    <a:pt x="68924" y="21855"/>
                  </a:moveTo>
                  <a:lnTo>
                    <a:pt x="68924" y="21929"/>
                  </a:lnTo>
                  <a:cubicBezTo>
                    <a:pt x="68899" y="21929"/>
                    <a:pt x="68899" y="21954"/>
                    <a:pt x="68874" y="21954"/>
                  </a:cubicBezTo>
                  <a:lnTo>
                    <a:pt x="68874" y="21879"/>
                  </a:lnTo>
                  <a:cubicBezTo>
                    <a:pt x="68899" y="21879"/>
                    <a:pt x="68899" y="21855"/>
                    <a:pt x="68924" y="21855"/>
                  </a:cubicBezTo>
                  <a:close/>
                  <a:moveTo>
                    <a:pt x="74026" y="19714"/>
                  </a:moveTo>
                  <a:lnTo>
                    <a:pt x="74026" y="19764"/>
                  </a:lnTo>
                  <a:cubicBezTo>
                    <a:pt x="73977" y="19913"/>
                    <a:pt x="73902" y="20038"/>
                    <a:pt x="73802" y="20187"/>
                  </a:cubicBezTo>
                  <a:cubicBezTo>
                    <a:pt x="73728" y="20336"/>
                    <a:pt x="73653" y="20535"/>
                    <a:pt x="73553" y="20685"/>
                  </a:cubicBezTo>
                  <a:cubicBezTo>
                    <a:pt x="73504" y="20809"/>
                    <a:pt x="73429" y="20958"/>
                    <a:pt x="73379" y="21083"/>
                  </a:cubicBezTo>
                  <a:cubicBezTo>
                    <a:pt x="73304" y="21257"/>
                    <a:pt x="73230" y="21431"/>
                    <a:pt x="73155" y="21631"/>
                  </a:cubicBezTo>
                  <a:cubicBezTo>
                    <a:pt x="73105" y="21755"/>
                    <a:pt x="73056" y="21904"/>
                    <a:pt x="73006" y="22029"/>
                  </a:cubicBezTo>
                  <a:cubicBezTo>
                    <a:pt x="72981" y="22103"/>
                    <a:pt x="72981" y="22128"/>
                    <a:pt x="72931" y="22178"/>
                  </a:cubicBezTo>
                  <a:cubicBezTo>
                    <a:pt x="72483" y="21705"/>
                    <a:pt x="71935" y="21307"/>
                    <a:pt x="71363" y="20934"/>
                  </a:cubicBezTo>
                  <a:cubicBezTo>
                    <a:pt x="72259" y="20510"/>
                    <a:pt x="73130" y="20087"/>
                    <a:pt x="74026" y="19714"/>
                  </a:cubicBezTo>
                  <a:close/>
                  <a:moveTo>
                    <a:pt x="71139" y="21033"/>
                  </a:moveTo>
                  <a:cubicBezTo>
                    <a:pt x="71761" y="21407"/>
                    <a:pt x="72359" y="21879"/>
                    <a:pt x="72856" y="22377"/>
                  </a:cubicBezTo>
                  <a:cubicBezTo>
                    <a:pt x="72881" y="22402"/>
                    <a:pt x="72856" y="22427"/>
                    <a:pt x="72856" y="22427"/>
                  </a:cubicBezTo>
                  <a:cubicBezTo>
                    <a:pt x="72309" y="21904"/>
                    <a:pt x="71736" y="21431"/>
                    <a:pt x="71064" y="21058"/>
                  </a:cubicBezTo>
                  <a:cubicBezTo>
                    <a:pt x="71114" y="21058"/>
                    <a:pt x="71114" y="21033"/>
                    <a:pt x="71139" y="21033"/>
                  </a:cubicBezTo>
                  <a:close/>
                  <a:moveTo>
                    <a:pt x="57374" y="16179"/>
                  </a:moveTo>
                  <a:lnTo>
                    <a:pt x="57374" y="16179"/>
                  </a:lnTo>
                  <a:cubicBezTo>
                    <a:pt x="57250" y="17499"/>
                    <a:pt x="57250" y="18793"/>
                    <a:pt x="57324" y="20137"/>
                  </a:cubicBezTo>
                  <a:cubicBezTo>
                    <a:pt x="55308" y="20685"/>
                    <a:pt x="53217" y="21506"/>
                    <a:pt x="51102" y="22502"/>
                  </a:cubicBezTo>
                  <a:cubicBezTo>
                    <a:pt x="51102" y="22477"/>
                    <a:pt x="51077" y="22477"/>
                    <a:pt x="51077" y="22427"/>
                  </a:cubicBezTo>
                  <a:cubicBezTo>
                    <a:pt x="50853" y="22178"/>
                    <a:pt x="50629" y="21954"/>
                    <a:pt x="50405" y="21705"/>
                  </a:cubicBezTo>
                  <a:cubicBezTo>
                    <a:pt x="50230" y="21506"/>
                    <a:pt x="50006" y="21282"/>
                    <a:pt x="49832" y="21058"/>
                  </a:cubicBezTo>
                  <a:cubicBezTo>
                    <a:pt x="50355" y="20685"/>
                    <a:pt x="50878" y="20311"/>
                    <a:pt x="51400" y="19988"/>
                  </a:cubicBezTo>
                  <a:cubicBezTo>
                    <a:pt x="51749" y="19764"/>
                    <a:pt x="52097" y="19515"/>
                    <a:pt x="52446" y="19291"/>
                  </a:cubicBezTo>
                  <a:lnTo>
                    <a:pt x="54313" y="18071"/>
                  </a:lnTo>
                  <a:cubicBezTo>
                    <a:pt x="54586" y="17897"/>
                    <a:pt x="54860" y="17698"/>
                    <a:pt x="55134" y="17548"/>
                  </a:cubicBezTo>
                  <a:cubicBezTo>
                    <a:pt x="55881" y="17075"/>
                    <a:pt x="56627" y="16603"/>
                    <a:pt x="57374" y="16179"/>
                  </a:cubicBezTo>
                  <a:close/>
                  <a:moveTo>
                    <a:pt x="111508" y="15961"/>
                  </a:moveTo>
                  <a:lnTo>
                    <a:pt x="111508" y="15961"/>
                  </a:lnTo>
                  <a:cubicBezTo>
                    <a:pt x="112181" y="16960"/>
                    <a:pt x="113240" y="18615"/>
                    <a:pt x="114201" y="20635"/>
                  </a:cubicBezTo>
                  <a:cubicBezTo>
                    <a:pt x="114534" y="21324"/>
                    <a:pt x="114788" y="21974"/>
                    <a:pt x="115034" y="22566"/>
                  </a:cubicBezTo>
                  <a:lnTo>
                    <a:pt x="115034" y="22566"/>
                  </a:lnTo>
                  <a:cubicBezTo>
                    <a:pt x="115026" y="22557"/>
                    <a:pt x="115014" y="22552"/>
                    <a:pt x="114997" y="22552"/>
                  </a:cubicBezTo>
                  <a:cubicBezTo>
                    <a:pt x="114723" y="22153"/>
                    <a:pt x="114450" y="21755"/>
                    <a:pt x="114126" y="21332"/>
                  </a:cubicBezTo>
                  <a:lnTo>
                    <a:pt x="114051" y="21257"/>
                  </a:lnTo>
                  <a:cubicBezTo>
                    <a:pt x="113728" y="20884"/>
                    <a:pt x="113429" y="20510"/>
                    <a:pt x="113081" y="20137"/>
                  </a:cubicBezTo>
                  <a:cubicBezTo>
                    <a:pt x="113006" y="19838"/>
                    <a:pt x="112881" y="19565"/>
                    <a:pt x="112832" y="19291"/>
                  </a:cubicBezTo>
                  <a:lnTo>
                    <a:pt x="112558" y="18370"/>
                  </a:lnTo>
                  <a:cubicBezTo>
                    <a:pt x="112458" y="18071"/>
                    <a:pt x="112334" y="17822"/>
                    <a:pt x="112234" y="17573"/>
                  </a:cubicBezTo>
                  <a:cubicBezTo>
                    <a:pt x="112110" y="17275"/>
                    <a:pt x="112010" y="16951"/>
                    <a:pt x="111861" y="16677"/>
                  </a:cubicBezTo>
                  <a:cubicBezTo>
                    <a:pt x="111761" y="16428"/>
                    <a:pt x="111637" y="16204"/>
                    <a:pt x="111512" y="15980"/>
                  </a:cubicBezTo>
                  <a:cubicBezTo>
                    <a:pt x="111512" y="15974"/>
                    <a:pt x="111511" y="15967"/>
                    <a:pt x="111508" y="15961"/>
                  </a:cubicBezTo>
                  <a:close/>
                  <a:moveTo>
                    <a:pt x="49633" y="21232"/>
                  </a:moveTo>
                  <a:cubicBezTo>
                    <a:pt x="49832" y="21407"/>
                    <a:pt x="50006" y="21631"/>
                    <a:pt x="50206" y="21805"/>
                  </a:cubicBezTo>
                  <a:cubicBezTo>
                    <a:pt x="50405" y="22054"/>
                    <a:pt x="50654" y="22278"/>
                    <a:pt x="50878" y="22527"/>
                  </a:cubicBezTo>
                  <a:lnTo>
                    <a:pt x="50902" y="22552"/>
                  </a:lnTo>
                  <a:cubicBezTo>
                    <a:pt x="50878" y="22552"/>
                    <a:pt x="50878" y="22601"/>
                    <a:pt x="50853" y="22601"/>
                  </a:cubicBezTo>
                  <a:lnTo>
                    <a:pt x="50778" y="22527"/>
                  </a:lnTo>
                  <a:cubicBezTo>
                    <a:pt x="50703" y="22402"/>
                    <a:pt x="50579" y="22303"/>
                    <a:pt x="50479" y="22178"/>
                  </a:cubicBezTo>
                  <a:cubicBezTo>
                    <a:pt x="50156" y="21855"/>
                    <a:pt x="49882" y="21531"/>
                    <a:pt x="49583" y="21232"/>
                  </a:cubicBezTo>
                  <a:lnTo>
                    <a:pt x="49583" y="21232"/>
                  </a:lnTo>
                  <a:cubicBezTo>
                    <a:pt x="49592" y="21241"/>
                    <a:pt x="49597" y="21243"/>
                    <a:pt x="49602" y="21243"/>
                  </a:cubicBezTo>
                  <a:cubicBezTo>
                    <a:pt x="49611" y="21243"/>
                    <a:pt x="49616" y="21232"/>
                    <a:pt x="49633" y="21232"/>
                  </a:cubicBezTo>
                  <a:close/>
                  <a:moveTo>
                    <a:pt x="57349" y="20311"/>
                  </a:moveTo>
                  <a:lnTo>
                    <a:pt x="57349" y="20386"/>
                  </a:lnTo>
                  <a:cubicBezTo>
                    <a:pt x="55383" y="20934"/>
                    <a:pt x="53342" y="21705"/>
                    <a:pt x="51251" y="22676"/>
                  </a:cubicBezTo>
                  <a:cubicBezTo>
                    <a:pt x="51251" y="22676"/>
                    <a:pt x="51226" y="22676"/>
                    <a:pt x="51226" y="22651"/>
                  </a:cubicBezTo>
                  <a:cubicBezTo>
                    <a:pt x="53317" y="21655"/>
                    <a:pt x="55358" y="20884"/>
                    <a:pt x="57349" y="20311"/>
                  </a:cubicBezTo>
                  <a:close/>
                  <a:moveTo>
                    <a:pt x="51077" y="22751"/>
                  </a:moveTo>
                  <a:cubicBezTo>
                    <a:pt x="51077" y="22776"/>
                    <a:pt x="51077" y="22776"/>
                    <a:pt x="51102" y="22800"/>
                  </a:cubicBezTo>
                  <a:cubicBezTo>
                    <a:pt x="51077" y="22800"/>
                    <a:pt x="51077" y="22825"/>
                    <a:pt x="51027" y="22825"/>
                  </a:cubicBezTo>
                  <a:cubicBezTo>
                    <a:pt x="51027" y="22800"/>
                    <a:pt x="51002" y="22800"/>
                    <a:pt x="51002" y="22776"/>
                  </a:cubicBezTo>
                  <a:cubicBezTo>
                    <a:pt x="51027" y="22776"/>
                    <a:pt x="51027" y="22751"/>
                    <a:pt x="51077" y="22751"/>
                  </a:cubicBezTo>
                  <a:close/>
                  <a:moveTo>
                    <a:pt x="113329" y="18395"/>
                  </a:moveTo>
                  <a:lnTo>
                    <a:pt x="113329" y="18395"/>
                  </a:lnTo>
                  <a:cubicBezTo>
                    <a:pt x="113603" y="18893"/>
                    <a:pt x="113852" y="19316"/>
                    <a:pt x="113977" y="19540"/>
                  </a:cubicBezTo>
                  <a:cubicBezTo>
                    <a:pt x="114126" y="19814"/>
                    <a:pt x="114300" y="20137"/>
                    <a:pt x="114425" y="20436"/>
                  </a:cubicBezTo>
                  <a:cubicBezTo>
                    <a:pt x="115047" y="21780"/>
                    <a:pt x="115495" y="22975"/>
                    <a:pt x="115868" y="23995"/>
                  </a:cubicBezTo>
                  <a:cubicBezTo>
                    <a:pt x="115868" y="24020"/>
                    <a:pt x="115918" y="24045"/>
                    <a:pt x="115918" y="24095"/>
                  </a:cubicBezTo>
                  <a:cubicBezTo>
                    <a:pt x="115868" y="24045"/>
                    <a:pt x="115843" y="23995"/>
                    <a:pt x="115843" y="23970"/>
                  </a:cubicBezTo>
                  <a:cubicBezTo>
                    <a:pt x="115843" y="23970"/>
                    <a:pt x="115843" y="23921"/>
                    <a:pt x="115819" y="23921"/>
                  </a:cubicBezTo>
                  <a:lnTo>
                    <a:pt x="115819" y="23896"/>
                  </a:lnTo>
                  <a:cubicBezTo>
                    <a:pt x="115769" y="23846"/>
                    <a:pt x="115744" y="23771"/>
                    <a:pt x="115719" y="23672"/>
                  </a:cubicBezTo>
                  <a:cubicBezTo>
                    <a:pt x="115370" y="22726"/>
                    <a:pt x="114947" y="21655"/>
                    <a:pt x="114375" y="20436"/>
                  </a:cubicBezTo>
                  <a:cubicBezTo>
                    <a:pt x="114026" y="19739"/>
                    <a:pt x="113653" y="19017"/>
                    <a:pt x="113329" y="18395"/>
                  </a:cubicBezTo>
                  <a:close/>
                  <a:moveTo>
                    <a:pt x="113180" y="20535"/>
                  </a:moveTo>
                  <a:lnTo>
                    <a:pt x="113180" y="20535"/>
                  </a:lnTo>
                  <a:cubicBezTo>
                    <a:pt x="113429" y="20809"/>
                    <a:pt x="113678" y="21058"/>
                    <a:pt x="113877" y="21382"/>
                  </a:cubicBezTo>
                  <a:cubicBezTo>
                    <a:pt x="113927" y="21407"/>
                    <a:pt x="113952" y="21431"/>
                    <a:pt x="113952" y="21481"/>
                  </a:cubicBezTo>
                  <a:cubicBezTo>
                    <a:pt x="114250" y="21879"/>
                    <a:pt x="114524" y="22278"/>
                    <a:pt x="114823" y="22676"/>
                  </a:cubicBezTo>
                  <a:cubicBezTo>
                    <a:pt x="114823" y="22726"/>
                    <a:pt x="114848" y="22726"/>
                    <a:pt x="114848" y="22751"/>
                  </a:cubicBezTo>
                  <a:cubicBezTo>
                    <a:pt x="115097" y="23124"/>
                    <a:pt x="115296" y="23497"/>
                    <a:pt x="115495" y="23871"/>
                  </a:cubicBezTo>
                  <a:cubicBezTo>
                    <a:pt x="115545" y="23995"/>
                    <a:pt x="115595" y="24120"/>
                    <a:pt x="115619" y="24244"/>
                  </a:cubicBezTo>
                  <a:cubicBezTo>
                    <a:pt x="115221" y="23398"/>
                    <a:pt x="114723" y="22626"/>
                    <a:pt x="114176" y="21855"/>
                  </a:cubicBezTo>
                  <a:cubicBezTo>
                    <a:pt x="114126" y="21805"/>
                    <a:pt x="114101" y="21755"/>
                    <a:pt x="114076" y="21705"/>
                  </a:cubicBezTo>
                  <a:cubicBezTo>
                    <a:pt x="113802" y="21332"/>
                    <a:pt x="113504" y="21008"/>
                    <a:pt x="113205" y="20660"/>
                  </a:cubicBezTo>
                  <a:cubicBezTo>
                    <a:pt x="113230" y="20660"/>
                    <a:pt x="113230" y="20660"/>
                    <a:pt x="113205" y="20635"/>
                  </a:cubicBezTo>
                  <a:lnTo>
                    <a:pt x="113180" y="20535"/>
                  </a:lnTo>
                  <a:close/>
                  <a:moveTo>
                    <a:pt x="93143" y="14935"/>
                  </a:moveTo>
                  <a:cubicBezTo>
                    <a:pt x="93889" y="18021"/>
                    <a:pt x="94014" y="21506"/>
                    <a:pt x="93516" y="25215"/>
                  </a:cubicBezTo>
                  <a:lnTo>
                    <a:pt x="93441" y="25215"/>
                  </a:lnTo>
                  <a:cubicBezTo>
                    <a:pt x="93939" y="21506"/>
                    <a:pt x="93840" y="18046"/>
                    <a:pt x="93068" y="14935"/>
                  </a:cubicBezTo>
                  <a:close/>
                  <a:moveTo>
                    <a:pt x="93466" y="25389"/>
                  </a:moveTo>
                  <a:lnTo>
                    <a:pt x="93466" y="25464"/>
                  </a:lnTo>
                  <a:lnTo>
                    <a:pt x="93417" y="25464"/>
                  </a:lnTo>
                  <a:lnTo>
                    <a:pt x="93417" y="25389"/>
                  </a:lnTo>
                  <a:close/>
                  <a:moveTo>
                    <a:pt x="97623" y="14512"/>
                  </a:moveTo>
                  <a:cubicBezTo>
                    <a:pt x="98245" y="14512"/>
                    <a:pt x="98868" y="14537"/>
                    <a:pt x="99490" y="14562"/>
                  </a:cubicBezTo>
                  <a:cubicBezTo>
                    <a:pt x="100983" y="14711"/>
                    <a:pt x="102427" y="15010"/>
                    <a:pt x="103771" y="15383"/>
                  </a:cubicBezTo>
                  <a:cubicBezTo>
                    <a:pt x="104593" y="18619"/>
                    <a:pt x="104742" y="22178"/>
                    <a:pt x="104344" y="25986"/>
                  </a:cubicBezTo>
                  <a:cubicBezTo>
                    <a:pt x="102139" y="25309"/>
                    <a:pt x="99740" y="24983"/>
                    <a:pt x="97155" y="24983"/>
                  </a:cubicBezTo>
                  <a:cubicBezTo>
                    <a:pt x="96035" y="24983"/>
                    <a:pt x="94880" y="25045"/>
                    <a:pt x="93690" y="25165"/>
                  </a:cubicBezTo>
                  <a:cubicBezTo>
                    <a:pt x="94188" y="21481"/>
                    <a:pt x="94089" y="17996"/>
                    <a:pt x="93317" y="14885"/>
                  </a:cubicBezTo>
                  <a:cubicBezTo>
                    <a:pt x="93441" y="14835"/>
                    <a:pt x="93541" y="14810"/>
                    <a:pt x="93665" y="14810"/>
                  </a:cubicBezTo>
                  <a:cubicBezTo>
                    <a:pt x="93939" y="14786"/>
                    <a:pt x="94263" y="14761"/>
                    <a:pt x="94537" y="14711"/>
                  </a:cubicBezTo>
                  <a:cubicBezTo>
                    <a:pt x="94910" y="14686"/>
                    <a:pt x="95283" y="14636"/>
                    <a:pt x="95657" y="14586"/>
                  </a:cubicBezTo>
                  <a:cubicBezTo>
                    <a:pt x="95955" y="14562"/>
                    <a:pt x="96279" y="14562"/>
                    <a:pt x="96627" y="14562"/>
                  </a:cubicBezTo>
                  <a:cubicBezTo>
                    <a:pt x="96926" y="14537"/>
                    <a:pt x="97275" y="14512"/>
                    <a:pt x="97623" y="14512"/>
                  </a:cubicBezTo>
                  <a:close/>
                  <a:moveTo>
                    <a:pt x="103995" y="15433"/>
                  </a:moveTo>
                  <a:cubicBezTo>
                    <a:pt x="104020" y="15433"/>
                    <a:pt x="104045" y="15433"/>
                    <a:pt x="104045" y="15458"/>
                  </a:cubicBezTo>
                  <a:cubicBezTo>
                    <a:pt x="104842" y="18693"/>
                    <a:pt x="104991" y="22278"/>
                    <a:pt x="104593" y="26086"/>
                  </a:cubicBezTo>
                  <a:cubicBezTo>
                    <a:pt x="104543" y="26086"/>
                    <a:pt x="104543" y="26086"/>
                    <a:pt x="104518" y="26036"/>
                  </a:cubicBezTo>
                  <a:cubicBezTo>
                    <a:pt x="104916" y="22253"/>
                    <a:pt x="104792" y="18669"/>
                    <a:pt x="103995" y="15433"/>
                  </a:cubicBezTo>
                  <a:close/>
                  <a:moveTo>
                    <a:pt x="116247" y="25401"/>
                  </a:moveTo>
                  <a:cubicBezTo>
                    <a:pt x="116259" y="25416"/>
                    <a:pt x="116291" y="25424"/>
                    <a:pt x="116291" y="25464"/>
                  </a:cubicBezTo>
                  <a:lnTo>
                    <a:pt x="116291" y="25489"/>
                  </a:lnTo>
                  <a:cubicBezTo>
                    <a:pt x="116366" y="25711"/>
                    <a:pt x="116440" y="25934"/>
                    <a:pt x="116490" y="26156"/>
                  </a:cubicBezTo>
                  <a:lnTo>
                    <a:pt x="116490" y="26156"/>
                  </a:lnTo>
                  <a:cubicBezTo>
                    <a:pt x="116481" y="26132"/>
                    <a:pt x="116473" y="26109"/>
                    <a:pt x="116466" y="26086"/>
                  </a:cubicBezTo>
                  <a:cubicBezTo>
                    <a:pt x="116392" y="25866"/>
                    <a:pt x="116343" y="25645"/>
                    <a:pt x="116247" y="25401"/>
                  </a:cubicBezTo>
                  <a:close/>
                  <a:moveTo>
                    <a:pt x="44281" y="16802"/>
                  </a:moveTo>
                  <a:cubicBezTo>
                    <a:pt x="44481" y="16926"/>
                    <a:pt x="44630" y="17051"/>
                    <a:pt x="44804" y="17175"/>
                  </a:cubicBezTo>
                  <a:lnTo>
                    <a:pt x="45277" y="17548"/>
                  </a:lnTo>
                  <a:cubicBezTo>
                    <a:pt x="45302" y="17573"/>
                    <a:pt x="45327" y="17573"/>
                    <a:pt x="45327" y="17623"/>
                  </a:cubicBezTo>
                  <a:cubicBezTo>
                    <a:pt x="45700" y="17922"/>
                    <a:pt x="46123" y="18245"/>
                    <a:pt x="46497" y="18569"/>
                  </a:cubicBezTo>
                  <a:cubicBezTo>
                    <a:pt x="46497" y="18569"/>
                    <a:pt x="46522" y="18569"/>
                    <a:pt x="46522" y="18594"/>
                  </a:cubicBezTo>
                  <a:cubicBezTo>
                    <a:pt x="46671" y="18768"/>
                    <a:pt x="46870" y="18917"/>
                    <a:pt x="47044" y="19067"/>
                  </a:cubicBezTo>
                  <a:cubicBezTo>
                    <a:pt x="47069" y="19092"/>
                    <a:pt x="47144" y="19141"/>
                    <a:pt x="47169" y="19191"/>
                  </a:cubicBezTo>
                  <a:cubicBezTo>
                    <a:pt x="47293" y="19316"/>
                    <a:pt x="47443" y="19440"/>
                    <a:pt x="47567" y="19565"/>
                  </a:cubicBezTo>
                  <a:cubicBezTo>
                    <a:pt x="47667" y="19664"/>
                    <a:pt x="47766" y="19739"/>
                    <a:pt x="47816" y="19814"/>
                  </a:cubicBezTo>
                  <a:lnTo>
                    <a:pt x="48115" y="20112"/>
                  </a:lnTo>
                  <a:cubicBezTo>
                    <a:pt x="48239" y="20237"/>
                    <a:pt x="48388" y="20361"/>
                    <a:pt x="48513" y="20510"/>
                  </a:cubicBezTo>
                  <a:lnTo>
                    <a:pt x="48712" y="20685"/>
                  </a:lnTo>
                  <a:lnTo>
                    <a:pt x="49061" y="21058"/>
                  </a:lnTo>
                  <a:cubicBezTo>
                    <a:pt x="48289" y="21631"/>
                    <a:pt x="47542" y="22178"/>
                    <a:pt x="46771" y="22751"/>
                  </a:cubicBezTo>
                  <a:cubicBezTo>
                    <a:pt x="46621" y="22875"/>
                    <a:pt x="46447" y="22975"/>
                    <a:pt x="46298" y="23099"/>
                  </a:cubicBezTo>
                  <a:cubicBezTo>
                    <a:pt x="45551" y="23672"/>
                    <a:pt x="44779" y="24244"/>
                    <a:pt x="44033" y="24841"/>
                  </a:cubicBezTo>
                  <a:cubicBezTo>
                    <a:pt x="43809" y="24991"/>
                    <a:pt x="43634" y="25165"/>
                    <a:pt x="43410" y="25314"/>
                  </a:cubicBezTo>
                  <a:lnTo>
                    <a:pt x="42390" y="26161"/>
                  </a:lnTo>
                  <a:cubicBezTo>
                    <a:pt x="41718" y="24916"/>
                    <a:pt x="41170" y="23696"/>
                    <a:pt x="40722" y="22601"/>
                  </a:cubicBezTo>
                  <a:cubicBezTo>
                    <a:pt x="40697" y="22527"/>
                    <a:pt x="40672" y="22452"/>
                    <a:pt x="40647" y="22377"/>
                  </a:cubicBezTo>
                  <a:cubicBezTo>
                    <a:pt x="40523" y="22054"/>
                    <a:pt x="40423" y="21755"/>
                    <a:pt x="40299" y="21431"/>
                  </a:cubicBezTo>
                  <a:cubicBezTo>
                    <a:pt x="40224" y="21282"/>
                    <a:pt x="40174" y="21083"/>
                    <a:pt x="40100" y="20934"/>
                  </a:cubicBezTo>
                  <a:cubicBezTo>
                    <a:pt x="40025" y="20685"/>
                    <a:pt x="39950" y="20461"/>
                    <a:pt x="39901" y="20237"/>
                  </a:cubicBezTo>
                  <a:cubicBezTo>
                    <a:pt x="39826" y="20038"/>
                    <a:pt x="39776" y="19838"/>
                    <a:pt x="39726" y="19689"/>
                  </a:cubicBezTo>
                  <a:cubicBezTo>
                    <a:pt x="40398" y="19216"/>
                    <a:pt x="41071" y="18768"/>
                    <a:pt x="41718" y="18320"/>
                  </a:cubicBezTo>
                  <a:cubicBezTo>
                    <a:pt x="41917" y="18196"/>
                    <a:pt x="42141" y="18071"/>
                    <a:pt x="42315" y="17947"/>
                  </a:cubicBezTo>
                  <a:cubicBezTo>
                    <a:pt x="42838" y="17598"/>
                    <a:pt x="43336" y="17300"/>
                    <a:pt x="43883" y="16951"/>
                  </a:cubicBezTo>
                  <a:cubicBezTo>
                    <a:pt x="44057" y="16926"/>
                    <a:pt x="44157" y="16876"/>
                    <a:pt x="44281" y="16802"/>
                  </a:cubicBezTo>
                  <a:close/>
                  <a:moveTo>
                    <a:pt x="97037" y="25188"/>
                  </a:moveTo>
                  <a:cubicBezTo>
                    <a:pt x="99657" y="25188"/>
                    <a:pt x="102099" y="25526"/>
                    <a:pt x="104294" y="26210"/>
                  </a:cubicBezTo>
                  <a:lnTo>
                    <a:pt x="104294" y="26260"/>
                  </a:lnTo>
                  <a:cubicBezTo>
                    <a:pt x="102077" y="25574"/>
                    <a:pt x="99636" y="25249"/>
                    <a:pt x="97015" y="25249"/>
                  </a:cubicBezTo>
                  <a:cubicBezTo>
                    <a:pt x="95929" y="25249"/>
                    <a:pt x="94811" y="25305"/>
                    <a:pt x="93665" y="25414"/>
                  </a:cubicBezTo>
                  <a:lnTo>
                    <a:pt x="93665" y="25364"/>
                  </a:lnTo>
                  <a:cubicBezTo>
                    <a:pt x="94817" y="25247"/>
                    <a:pt x="95943" y="25188"/>
                    <a:pt x="97037" y="25188"/>
                  </a:cubicBezTo>
                  <a:close/>
                  <a:moveTo>
                    <a:pt x="104244" y="15532"/>
                  </a:moveTo>
                  <a:lnTo>
                    <a:pt x="104244" y="15532"/>
                  </a:lnTo>
                  <a:cubicBezTo>
                    <a:pt x="104543" y="15607"/>
                    <a:pt x="104866" y="15756"/>
                    <a:pt x="105165" y="15831"/>
                  </a:cubicBezTo>
                  <a:cubicBezTo>
                    <a:pt x="105912" y="19166"/>
                    <a:pt x="105887" y="22751"/>
                    <a:pt x="105115" y="26260"/>
                  </a:cubicBezTo>
                  <a:cubicBezTo>
                    <a:pt x="104991" y="26235"/>
                    <a:pt x="104866" y="26161"/>
                    <a:pt x="104742" y="26136"/>
                  </a:cubicBezTo>
                  <a:cubicBezTo>
                    <a:pt x="105165" y="22352"/>
                    <a:pt x="105016" y="18768"/>
                    <a:pt x="104244" y="15532"/>
                  </a:cubicBezTo>
                  <a:close/>
                  <a:moveTo>
                    <a:pt x="39652" y="19863"/>
                  </a:moveTo>
                  <a:lnTo>
                    <a:pt x="39751" y="20137"/>
                  </a:lnTo>
                  <a:cubicBezTo>
                    <a:pt x="39801" y="20411"/>
                    <a:pt x="39901" y="20685"/>
                    <a:pt x="40000" y="21008"/>
                  </a:cubicBezTo>
                  <a:cubicBezTo>
                    <a:pt x="40025" y="21058"/>
                    <a:pt x="40050" y="21158"/>
                    <a:pt x="40075" y="21232"/>
                  </a:cubicBezTo>
                  <a:cubicBezTo>
                    <a:pt x="40622" y="22751"/>
                    <a:pt x="41369" y="24493"/>
                    <a:pt x="42290" y="26285"/>
                  </a:cubicBezTo>
                  <a:lnTo>
                    <a:pt x="42265" y="26335"/>
                  </a:lnTo>
                  <a:cubicBezTo>
                    <a:pt x="41618" y="25041"/>
                    <a:pt x="41046" y="23846"/>
                    <a:pt x="40573" y="22726"/>
                  </a:cubicBezTo>
                  <a:cubicBezTo>
                    <a:pt x="40548" y="22626"/>
                    <a:pt x="40523" y="22552"/>
                    <a:pt x="40498" y="22477"/>
                  </a:cubicBezTo>
                  <a:cubicBezTo>
                    <a:pt x="40349" y="22153"/>
                    <a:pt x="40274" y="21879"/>
                    <a:pt x="40150" y="21606"/>
                  </a:cubicBezTo>
                  <a:lnTo>
                    <a:pt x="39950" y="21033"/>
                  </a:lnTo>
                  <a:cubicBezTo>
                    <a:pt x="39901" y="20809"/>
                    <a:pt x="39826" y="20610"/>
                    <a:pt x="39751" y="20386"/>
                  </a:cubicBezTo>
                  <a:cubicBezTo>
                    <a:pt x="39677" y="20237"/>
                    <a:pt x="39652" y="20038"/>
                    <a:pt x="39577" y="19888"/>
                  </a:cubicBezTo>
                  <a:cubicBezTo>
                    <a:pt x="39627" y="19888"/>
                    <a:pt x="39627" y="19863"/>
                    <a:pt x="39652" y="19863"/>
                  </a:cubicBezTo>
                  <a:close/>
                  <a:moveTo>
                    <a:pt x="104493" y="26235"/>
                  </a:moveTo>
                  <a:cubicBezTo>
                    <a:pt x="104518" y="26235"/>
                    <a:pt x="104518" y="26235"/>
                    <a:pt x="104543" y="26260"/>
                  </a:cubicBezTo>
                  <a:lnTo>
                    <a:pt x="104543" y="26335"/>
                  </a:lnTo>
                  <a:cubicBezTo>
                    <a:pt x="104518" y="26335"/>
                    <a:pt x="104518" y="26335"/>
                    <a:pt x="104493" y="26285"/>
                  </a:cubicBezTo>
                  <a:lnTo>
                    <a:pt x="104493" y="26235"/>
                  </a:lnTo>
                  <a:close/>
                  <a:moveTo>
                    <a:pt x="105414" y="15931"/>
                  </a:moveTo>
                  <a:cubicBezTo>
                    <a:pt x="105464" y="15931"/>
                    <a:pt x="105489" y="15955"/>
                    <a:pt x="105489" y="15955"/>
                  </a:cubicBezTo>
                  <a:cubicBezTo>
                    <a:pt x="106161" y="19266"/>
                    <a:pt x="106136" y="22850"/>
                    <a:pt x="105364" y="26360"/>
                  </a:cubicBezTo>
                  <a:cubicBezTo>
                    <a:pt x="105339" y="26360"/>
                    <a:pt x="105339" y="26360"/>
                    <a:pt x="105290" y="26335"/>
                  </a:cubicBezTo>
                  <a:cubicBezTo>
                    <a:pt x="106086" y="22850"/>
                    <a:pt x="106111" y="19266"/>
                    <a:pt x="105414" y="15931"/>
                  </a:cubicBezTo>
                  <a:close/>
                  <a:moveTo>
                    <a:pt x="116518" y="26231"/>
                  </a:moveTo>
                  <a:lnTo>
                    <a:pt x="116518" y="26231"/>
                  </a:lnTo>
                  <a:cubicBezTo>
                    <a:pt x="116524" y="26234"/>
                    <a:pt x="116531" y="26235"/>
                    <a:pt x="116540" y="26235"/>
                  </a:cubicBezTo>
                  <a:cubicBezTo>
                    <a:pt x="116559" y="26272"/>
                    <a:pt x="116564" y="26323"/>
                    <a:pt x="116575" y="26367"/>
                  </a:cubicBezTo>
                  <a:lnTo>
                    <a:pt x="116575" y="26367"/>
                  </a:lnTo>
                  <a:cubicBezTo>
                    <a:pt x="116570" y="26356"/>
                    <a:pt x="116565" y="26346"/>
                    <a:pt x="116565" y="26335"/>
                  </a:cubicBezTo>
                  <a:cubicBezTo>
                    <a:pt x="116546" y="26297"/>
                    <a:pt x="116531" y="26263"/>
                    <a:pt x="116518" y="26231"/>
                  </a:cubicBezTo>
                  <a:close/>
                  <a:moveTo>
                    <a:pt x="49260" y="21183"/>
                  </a:moveTo>
                  <a:cubicBezTo>
                    <a:pt x="49260" y="21183"/>
                    <a:pt x="49260" y="21232"/>
                    <a:pt x="49285" y="21257"/>
                  </a:cubicBezTo>
                  <a:cubicBezTo>
                    <a:pt x="48513" y="21805"/>
                    <a:pt x="47741" y="22402"/>
                    <a:pt x="46970" y="22975"/>
                  </a:cubicBezTo>
                  <a:cubicBezTo>
                    <a:pt x="46795" y="23099"/>
                    <a:pt x="46646" y="23224"/>
                    <a:pt x="46472" y="23348"/>
                  </a:cubicBezTo>
                  <a:cubicBezTo>
                    <a:pt x="45725" y="23896"/>
                    <a:pt x="44978" y="24493"/>
                    <a:pt x="44257" y="25041"/>
                  </a:cubicBezTo>
                  <a:cubicBezTo>
                    <a:pt x="44033" y="25240"/>
                    <a:pt x="43809" y="25389"/>
                    <a:pt x="43609" y="25588"/>
                  </a:cubicBezTo>
                  <a:lnTo>
                    <a:pt x="42564" y="26410"/>
                  </a:lnTo>
                  <a:cubicBezTo>
                    <a:pt x="42564" y="26385"/>
                    <a:pt x="42539" y="26385"/>
                    <a:pt x="42539" y="26360"/>
                  </a:cubicBezTo>
                  <a:cubicBezTo>
                    <a:pt x="42888" y="26086"/>
                    <a:pt x="43236" y="25762"/>
                    <a:pt x="43609" y="25489"/>
                  </a:cubicBezTo>
                  <a:cubicBezTo>
                    <a:pt x="43809" y="25290"/>
                    <a:pt x="44033" y="25140"/>
                    <a:pt x="44257" y="24966"/>
                  </a:cubicBezTo>
                  <a:cubicBezTo>
                    <a:pt x="45003" y="24369"/>
                    <a:pt x="45750" y="23771"/>
                    <a:pt x="46497" y="23224"/>
                  </a:cubicBezTo>
                  <a:cubicBezTo>
                    <a:pt x="46646" y="23099"/>
                    <a:pt x="46795" y="23000"/>
                    <a:pt x="46970" y="22875"/>
                  </a:cubicBezTo>
                  <a:cubicBezTo>
                    <a:pt x="47741" y="22303"/>
                    <a:pt x="48488" y="21730"/>
                    <a:pt x="49260" y="21183"/>
                  </a:cubicBezTo>
                  <a:close/>
                  <a:moveTo>
                    <a:pt x="81519" y="16827"/>
                  </a:moveTo>
                  <a:cubicBezTo>
                    <a:pt x="81568" y="16926"/>
                    <a:pt x="81618" y="17026"/>
                    <a:pt x="81643" y="17125"/>
                  </a:cubicBezTo>
                  <a:cubicBezTo>
                    <a:pt x="81718" y="17250"/>
                    <a:pt x="81743" y="17374"/>
                    <a:pt x="81817" y="17499"/>
                  </a:cubicBezTo>
                  <a:cubicBezTo>
                    <a:pt x="81942" y="17972"/>
                    <a:pt x="82091" y="18420"/>
                    <a:pt x="82216" y="18868"/>
                  </a:cubicBezTo>
                  <a:cubicBezTo>
                    <a:pt x="82216" y="18893"/>
                    <a:pt x="82240" y="18942"/>
                    <a:pt x="82240" y="18992"/>
                  </a:cubicBezTo>
                  <a:cubicBezTo>
                    <a:pt x="82191" y="19017"/>
                    <a:pt x="82141" y="19042"/>
                    <a:pt x="82091" y="19117"/>
                  </a:cubicBezTo>
                  <a:cubicBezTo>
                    <a:pt x="81817" y="19316"/>
                    <a:pt x="81519" y="19515"/>
                    <a:pt x="81270" y="19739"/>
                  </a:cubicBezTo>
                  <a:cubicBezTo>
                    <a:pt x="81220" y="19789"/>
                    <a:pt x="81120" y="19863"/>
                    <a:pt x="81071" y="19913"/>
                  </a:cubicBezTo>
                  <a:cubicBezTo>
                    <a:pt x="81021" y="19938"/>
                    <a:pt x="80996" y="19988"/>
                    <a:pt x="80946" y="20013"/>
                  </a:cubicBezTo>
                  <a:cubicBezTo>
                    <a:pt x="80896" y="20038"/>
                    <a:pt x="80871" y="20038"/>
                    <a:pt x="80871" y="20062"/>
                  </a:cubicBezTo>
                  <a:cubicBezTo>
                    <a:pt x="80622" y="20262"/>
                    <a:pt x="80398" y="20486"/>
                    <a:pt x="80199" y="20660"/>
                  </a:cubicBezTo>
                  <a:cubicBezTo>
                    <a:pt x="80125" y="20734"/>
                    <a:pt x="80025" y="20784"/>
                    <a:pt x="79975" y="20859"/>
                  </a:cubicBezTo>
                  <a:cubicBezTo>
                    <a:pt x="79652" y="21158"/>
                    <a:pt x="79353" y="21431"/>
                    <a:pt x="79029" y="21755"/>
                  </a:cubicBezTo>
                  <a:lnTo>
                    <a:pt x="78855" y="21929"/>
                  </a:lnTo>
                  <a:cubicBezTo>
                    <a:pt x="78606" y="22178"/>
                    <a:pt x="78382" y="22427"/>
                    <a:pt x="78158" y="22676"/>
                  </a:cubicBezTo>
                  <a:cubicBezTo>
                    <a:pt x="78084" y="22776"/>
                    <a:pt x="77984" y="22900"/>
                    <a:pt x="77909" y="23000"/>
                  </a:cubicBezTo>
                  <a:cubicBezTo>
                    <a:pt x="77710" y="23248"/>
                    <a:pt x="77511" y="23522"/>
                    <a:pt x="77287" y="23771"/>
                  </a:cubicBezTo>
                  <a:cubicBezTo>
                    <a:pt x="77237" y="23871"/>
                    <a:pt x="77138" y="23995"/>
                    <a:pt x="77088" y="24095"/>
                  </a:cubicBezTo>
                  <a:cubicBezTo>
                    <a:pt x="76889" y="24369"/>
                    <a:pt x="76665" y="24642"/>
                    <a:pt x="76515" y="24916"/>
                  </a:cubicBezTo>
                  <a:cubicBezTo>
                    <a:pt x="76391" y="25115"/>
                    <a:pt x="76291" y="25265"/>
                    <a:pt x="76167" y="25464"/>
                  </a:cubicBezTo>
                  <a:cubicBezTo>
                    <a:pt x="76092" y="25588"/>
                    <a:pt x="76018" y="25738"/>
                    <a:pt x="75918" y="25862"/>
                  </a:cubicBezTo>
                  <a:lnTo>
                    <a:pt x="75545" y="26509"/>
                  </a:lnTo>
                  <a:cubicBezTo>
                    <a:pt x="75047" y="24916"/>
                    <a:pt x="74300" y="23597"/>
                    <a:pt x="73280" y="22477"/>
                  </a:cubicBezTo>
                  <a:cubicBezTo>
                    <a:pt x="73329" y="22352"/>
                    <a:pt x="73379" y="22178"/>
                    <a:pt x="73429" y="22054"/>
                  </a:cubicBezTo>
                  <a:cubicBezTo>
                    <a:pt x="73603" y="21655"/>
                    <a:pt x="73777" y="21232"/>
                    <a:pt x="73952" y="20809"/>
                  </a:cubicBezTo>
                  <a:lnTo>
                    <a:pt x="74151" y="20436"/>
                  </a:lnTo>
                  <a:cubicBezTo>
                    <a:pt x="74300" y="20112"/>
                    <a:pt x="74499" y="19764"/>
                    <a:pt x="74674" y="19390"/>
                  </a:cubicBezTo>
                  <a:cubicBezTo>
                    <a:pt x="76988" y="18395"/>
                    <a:pt x="79278" y="17548"/>
                    <a:pt x="81519" y="16827"/>
                  </a:cubicBezTo>
                  <a:close/>
                  <a:moveTo>
                    <a:pt x="104717" y="26335"/>
                  </a:moveTo>
                  <a:cubicBezTo>
                    <a:pt x="104842" y="26360"/>
                    <a:pt x="104916" y="26385"/>
                    <a:pt x="105041" y="26459"/>
                  </a:cubicBezTo>
                  <a:lnTo>
                    <a:pt x="105041" y="26509"/>
                  </a:lnTo>
                  <a:cubicBezTo>
                    <a:pt x="104916" y="26484"/>
                    <a:pt x="104842" y="26459"/>
                    <a:pt x="104717" y="26385"/>
                  </a:cubicBezTo>
                  <a:lnTo>
                    <a:pt x="104717" y="26335"/>
                  </a:lnTo>
                  <a:close/>
                  <a:moveTo>
                    <a:pt x="113329" y="21133"/>
                  </a:moveTo>
                  <a:lnTo>
                    <a:pt x="113329" y="21133"/>
                  </a:lnTo>
                  <a:cubicBezTo>
                    <a:pt x="114350" y="22377"/>
                    <a:pt x="115221" y="23746"/>
                    <a:pt x="115918" y="25265"/>
                  </a:cubicBezTo>
                  <a:cubicBezTo>
                    <a:pt x="116067" y="25663"/>
                    <a:pt x="116217" y="26111"/>
                    <a:pt x="116366" y="26509"/>
                  </a:cubicBezTo>
                  <a:cubicBezTo>
                    <a:pt x="115619" y="24543"/>
                    <a:pt x="114599" y="22776"/>
                    <a:pt x="113354" y="21257"/>
                  </a:cubicBezTo>
                  <a:cubicBezTo>
                    <a:pt x="113354" y="21232"/>
                    <a:pt x="113329" y="21158"/>
                    <a:pt x="113329" y="21133"/>
                  </a:cubicBezTo>
                  <a:close/>
                  <a:moveTo>
                    <a:pt x="42390" y="26484"/>
                  </a:moveTo>
                  <a:cubicBezTo>
                    <a:pt x="42390" y="26509"/>
                    <a:pt x="42415" y="26509"/>
                    <a:pt x="42415" y="26534"/>
                  </a:cubicBezTo>
                  <a:lnTo>
                    <a:pt x="42390" y="26559"/>
                  </a:lnTo>
                  <a:cubicBezTo>
                    <a:pt x="42390" y="26534"/>
                    <a:pt x="42365" y="26534"/>
                    <a:pt x="42365" y="26509"/>
                  </a:cubicBezTo>
                  <a:lnTo>
                    <a:pt x="42390" y="26484"/>
                  </a:lnTo>
                  <a:close/>
                  <a:moveTo>
                    <a:pt x="92869" y="15010"/>
                  </a:moveTo>
                  <a:cubicBezTo>
                    <a:pt x="93641" y="18071"/>
                    <a:pt x="93765" y="21531"/>
                    <a:pt x="93267" y="25240"/>
                  </a:cubicBezTo>
                  <a:cubicBezTo>
                    <a:pt x="91052" y="25489"/>
                    <a:pt x="88737" y="25912"/>
                    <a:pt x="86347" y="26584"/>
                  </a:cubicBezTo>
                  <a:cubicBezTo>
                    <a:pt x="86123" y="23721"/>
                    <a:pt x="85551" y="20784"/>
                    <a:pt x="84605" y="18021"/>
                  </a:cubicBezTo>
                  <a:cubicBezTo>
                    <a:pt x="84829" y="17897"/>
                    <a:pt x="85028" y="17797"/>
                    <a:pt x="85227" y="17673"/>
                  </a:cubicBezTo>
                  <a:lnTo>
                    <a:pt x="86074" y="17200"/>
                  </a:lnTo>
                  <a:cubicBezTo>
                    <a:pt x="86372" y="17051"/>
                    <a:pt x="86646" y="16926"/>
                    <a:pt x="86970" y="16802"/>
                  </a:cubicBezTo>
                  <a:cubicBezTo>
                    <a:pt x="87268" y="16677"/>
                    <a:pt x="87567" y="16528"/>
                    <a:pt x="87866" y="16403"/>
                  </a:cubicBezTo>
                  <a:cubicBezTo>
                    <a:pt x="88140" y="16279"/>
                    <a:pt x="88463" y="16179"/>
                    <a:pt x="88762" y="16080"/>
                  </a:cubicBezTo>
                  <a:cubicBezTo>
                    <a:pt x="89110" y="15955"/>
                    <a:pt x="89434" y="15831"/>
                    <a:pt x="89758" y="15756"/>
                  </a:cubicBezTo>
                  <a:cubicBezTo>
                    <a:pt x="90056" y="15657"/>
                    <a:pt x="90355" y="15582"/>
                    <a:pt x="90629" y="15507"/>
                  </a:cubicBezTo>
                  <a:cubicBezTo>
                    <a:pt x="90977" y="15408"/>
                    <a:pt x="91326" y="15283"/>
                    <a:pt x="91699" y="15209"/>
                  </a:cubicBezTo>
                  <a:cubicBezTo>
                    <a:pt x="91973" y="15159"/>
                    <a:pt x="92247" y="15084"/>
                    <a:pt x="92545" y="15059"/>
                  </a:cubicBezTo>
                  <a:cubicBezTo>
                    <a:pt x="92670" y="15034"/>
                    <a:pt x="92744" y="15034"/>
                    <a:pt x="92869" y="15010"/>
                  </a:cubicBezTo>
                  <a:close/>
                  <a:moveTo>
                    <a:pt x="105290" y="26509"/>
                  </a:moveTo>
                  <a:lnTo>
                    <a:pt x="105290" y="26584"/>
                  </a:lnTo>
                  <a:lnTo>
                    <a:pt x="105240" y="26584"/>
                  </a:lnTo>
                  <a:lnTo>
                    <a:pt x="105240" y="26509"/>
                  </a:lnTo>
                  <a:close/>
                  <a:moveTo>
                    <a:pt x="84456" y="18121"/>
                  </a:moveTo>
                  <a:cubicBezTo>
                    <a:pt x="85377" y="20884"/>
                    <a:pt x="85974" y="23771"/>
                    <a:pt x="86173" y="26634"/>
                  </a:cubicBezTo>
                  <a:cubicBezTo>
                    <a:pt x="86157" y="26625"/>
                    <a:pt x="86143" y="26623"/>
                    <a:pt x="86132" y="26623"/>
                  </a:cubicBezTo>
                  <a:cubicBezTo>
                    <a:pt x="86110" y="26623"/>
                    <a:pt x="86099" y="26634"/>
                    <a:pt x="86099" y="26634"/>
                  </a:cubicBezTo>
                  <a:cubicBezTo>
                    <a:pt x="85899" y="23796"/>
                    <a:pt x="85327" y="20909"/>
                    <a:pt x="84381" y="18146"/>
                  </a:cubicBezTo>
                  <a:cubicBezTo>
                    <a:pt x="84431" y="18146"/>
                    <a:pt x="84431" y="18121"/>
                    <a:pt x="84456" y="18121"/>
                  </a:cubicBezTo>
                  <a:close/>
                  <a:moveTo>
                    <a:pt x="93253" y="25416"/>
                  </a:moveTo>
                  <a:lnTo>
                    <a:pt x="93253" y="25416"/>
                  </a:lnTo>
                  <a:cubicBezTo>
                    <a:pt x="93217" y="25424"/>
                    <a:pt x="93217" y="25466"/>
                    <a:pt x="93217" y="25489"/>
                  </a:cubicBezTo>
                  <a:cubicBezTo>
                    <a:pt x="91027" y="25738"/>
                    <a:pt x="88737" y="26161"/>
                    <a:pt x="86372" y="26833"/>
                  </a:cubicBezTo>
                  <a:lnTo>
                    <a:pt x="86372" y="26758"/>
                  </a:lnTo>
                  <a:cubicBezTo>
                    <a:pt x="88732" y="26112"/>
                    <a:pt x="91042" y="25665"/>
                    <a:pt x="93253" y="25416"/>
                  </a:cubicBezTo>
                  <a:close/>
                  <a:moveTo>
                    <a:pt x="73255" y="22726"/>
                  </a:moveTo>
                  <a:cubicBezTo>
                    <a:pt x="74275" y="23846"/>
                    <a:pt x="75022" y="25215"/>
                    <a:pt x="75495" y="26783"/>
                  </a:cubicBezTo>
                  <a:cubicBezTo>
                    <a:pt x="75420" y="26833"/>
                    <a:pt x="75420" y="26858"/>
                    <a:pt x="75420" y="26883"/>
                  </a:cubicBezTo>
                  <a:cubicBezTo>
                    <a:pt x="74972" y="25290"/>
                    <a:pt x="74225" y="23896"/>
                    <a:pt x="73230" y="22776"/>
                  </a:cubicBezTo>
                  <a:cubicBezTo>
                    <a:pt x="73230" y="22751"/>
                    <a:pt x="73230" y="22751"/>
                    <a:pt x="73255" y="22726"/>
                  </a:cubicBezTo>
                  <a:close/>
                  <a:moveTo>
                    <a:pt x="86173" y="26783"/>
                  </a:moveTo>
                  <a:lnTo>
                    <a:pt x="86173" y="26858"/>
                  </a:lnTo>
                  <a:cubicBezTo>
                    <a:pt x="86173" y="26858"/>
                    <a:pt x="86123" y="26883"/>
                    <a:pt x="86099" y="26883"/>
                  </a:cubicBezTo>
                  <a:lnTo>
                    <a:pt x="86099" y="26833"/>
                  </a:lnTo>
                  <a:cubicBezTo>
                    <a:pt x="86123" y="26833"/>
                    <a:pt x="86123" y="26833"/>
                    <a:pt x="86173" y="26783"/>
                  </a:cubicBezTo>
                  <a:close/>
                  <a:moveTo>
                    <a:pt x="49409" y="21382"/>
                  </a:moveTo>
                  <a:cubicBezTo>
                    <a:pt x="49708" y="21680"/>
                    <a:pt x="49982" y="21979"/>
                    <a:pt x="50280" y="22278"/>
                  </a:cubicBezTo>
                  <a:cubicBezTo>
                    <a:pt x="50405" y="22427"/>
                    <a:pt x="50579" y="22552"/>
                    <a:pt x="50703" y="22726"/>
                  </a:cubicBezTo>
                  <a:cubicBezTo>
                    <a:pt x="48164" y="23921"/>
                    <a:pt x="45601" y="25464"/>
                    <a:pt x="43012" y="27256"/>
                  </a:cubicBezTo>
                  <a:cubicBezTo>
                    <a:pt x="42888" y="27032"/>
                    <a:pt x="42763" y="26783"/>
                    <a:pt x="42664" y="26584"/>
                  </a:cubicBezTo>
                  <a:cubicBezTo>
                    <a:pt x="43012" y="26285"/>
                    <a:pt x="43311" y="26011"/>
                    <a:pt x="43659" y="25762"/>
                  </a:cubicBezTo>
                  <a:cubicBezTo>
                    <a:pt x="43883" y="25588"/>
                    <a:pt x="44132" y="25389"/>
                    <a:pt x="44356" y="25215"/>
                  </a:cubicBezTo>
                  <a:cubicBezTo>
                    <a:pt x="45053" y="24617"/>
                    <a:pt x="45800" y="24045"/>
                    <a:pt x="46547" y="23497"/>
                  </a:cubicBezTo>
                  <a:cubicBezTo>
                    <a:pt x="46721" y="23373"/>
                    <a:pt x="46870" y="23248"/>
                    <a:pt x="47019" y="23149"/>
                  </a:cubicBezTo>
                  <a:cubicBezTo>
                    <a:pt x="47766" y="22601"/>
                    <a:pt x="48538" y="22029"/>
                    <a:pt x="49285" y="21481"/>
                  </a:cubicBezTo>
                  <a:cubicBezTo>
                    <a:pt x="49334" y="21431"/>
                    <a:pt x="49384" y="21407"/>
                    <a:pt x="49409" y="21382"/>
                  </a:cubicBezTo>
                  <a:close/>
                  <a:moveTo>
                    <a:pt x="42514" y="26733"/>
                  </a:moveTo>
                  <a:cubicBezTo>
                    <a:pt x="42614" y="26907"/>
                    <a:pt x="42738" y="27156"/>
                    <a:pt x="42863" y="27380"/>
                  </a:cubicBezTo>
                  <a:lnTo>
                    <a:pt x="42813" y="27405"/>
                  </a:lnTo>
                  <a:cubicBezTo>
                    <a:pt x="42688" y="27181"/>
                    <a:pt x="42614" y="26982"/>
                    <a:pt x="42489" y="26758"/>
                  </a:cubicBezTo>
                  <a:lnTo>
                    <a:pt x="42514" y="26733"/>
                  </a:lnTo>
                  <a:close/>
                  <a:moveTo>
                    <a:pt x="50828" y="22825"/>
                  </a:moveTo>
                  <a:cubicBezTo>
                    <a:pt x="50828" y="22875"/>
                    <a:pt x="50853" y="22875"/>
                    <a:pt x="50853" y="22900"/>
                  </a:cubicBezTo>
                  <a:cubicBezTo>
                    <a:pt x="48289" y="24145"/>
                    <a:pt x="45725" y="25663"/>
                    <a:pt x="43136" y="27480"/>
                  </a:cubicBezTo>
                  <a:cubicBezTo>
                    <a:pt x="43136" y="27455"/>
                    <a:pt x="43112" y="27455"/>
                    <a:pt x="43112" y="27405"/>
                  </a:cubicBezTo>
                  <a:cubicBezTo>
                    <a:pt x="45675" y="25613"/>
                    <a:pt x="48264" y="24070"/>
                    <a:pt x="50828" y="22825"/>
                  </a:cubicBezTo>
                  <a:close/>
                  <a:moveTo>
                    <a:pt x="64177" y="19540"/>
                  </a:moveTo>
                  <a:cubicBezTo>
                    <a:pt x="65925" y="19540"/>
                    <a:pt x="67537" y="19784"/>
                    <a:pt x="68973" y="20286"/>
                  </a:cubicBezTo>
                  <a:cubicBezTo>
                    <a:pt x="68874" y="20784"/>
                    <a:pt x="68774" y="21257"/>
                    <a:pt x="68700" y="21755"/>
                  </a:cubicBezTo>
                  <a:cubicBezTo>
                    <a:pt x="65514" y="23423"/>
                    <a:pt x="62278" y="25364"/>
                    <a:pt x="59017" y="27505"/>
                  </a:cubicBezTo>
                  <a:cubicBezTo>
                    <a:pt x="58370" y="25215"/>
                    <a:pt x="57947" y="22800"/>
                    <a:pt x="57772" y="20461"/>
                  </a:cubicBezTo>
                  <a:cubicBezTo>
                    <a:pt x="60045" y="19853"/>
                    <a:pt x="62199" y="19540"/>
                    <a:pt x="64177" y="19540"/>
                  </a:cubicBezTo>
                  <a:close/>
                  <a:moveTo>
                    <a:pt x="84257" y="18171"/>
                  </a:moveTo>
                  <a:cubicBezTo>
                    <a:pt x="85128" y="20983"/>
                    <a:pt x="85725" y="23846"/>
                    <a:pt x="85924" y="26659"/>
                  </a:cubicBezTo>
                  <a:cubicBezTo>
                    <a:pt x="84978" y="26907"/>
                    <a:pt x="84008" y="27231"/>
                    <a:pt x="83087" y="27530"/>
                  </a:cubicBezTo>
                  <a:cubicBezTo>
                    <a:pt x="83136" y="27107"/>
                    <a:pt x="83186" y="26659"/>
                    <a:pt x="83236" y="26235"/>
                  </a:cubicBezTo>
                  <a:lnTo>
                    <a:pt x="83236" y="26161"/>
                  </a:lnTo>
                  <a:cubicBezTo>
                    <a:pt x="83261" y="25738"/>
                    <a:pt x="83311" y="25290"/>
                    <a:pt x="83311" y="24866"/>
                  </a:cubicBezTo>
                  <a:lnTo>
                    <a:pt x="83311" y="24767"/>
                  </a:lnTo>
                  <a:lnTo>
                    <a:pt x="83311" y="24593"/>
                  </a:lnTo>
                  <a:lnTo>
                    <a:pt x="83311" y="23497"/>
                  </a:lnTo>
                  <a:lnTo>
                    <a:pt x="83311" y="23248"/>
                  </a:lnTo>
                  <a:lnTo>
                    <a:pt x="83311" y="23099"/>
                  </a:lnTo>
                  <a:cubicBezTo>
                    <a:pt x="83311" y="22776"/>
                    <a:pt x="83261" y="22502"/>
                    <a:pt x="83236" y="22178"/>
                  </a:cubicBezTo>
                  <a:cubicBezTo>
                    <a:pt x="83236" y="22054"/>
                    <a:pt x="83236" y="21929"/>
                    <a:pt x="83211" y="21805"/>
                  </a:cubicBezTo>
                  <a:lnTo>
                    <a:pt x="83211" y="21655"/>
                  </a:lnTo>
                  <a:cubicBezTo>
                    <a:pt x="83161" y="21407"/>
                    <a:pt x="83136" y="21133"/>
                    <a:pt x="83112" y="20884"/>
                  </a:cubicBezTo>
                  <a:cubicBezTo>
                    <a:pt x="83087" y="20710"/>
                    <a:pt x="83087" y="20560"/>
                    <a:pt x="83062" y="20386"/>
                  </a:cubicBezTo>
                  <a:cubicBezTo>
                    <a:pt x="83062" y="20361"/>
                    <a:pt x="83062" y="20311"/>
                    <a:pt x="83012" y="20286"/>
                  </a:cubicBezTo>
                  <a:cubicBezTo>
                    <a:pt x="82987" y="20038"/>
                    <a:pt x="82912" y="19814"/>
                    <a:pt x="82863" y="19614"/>
                  </a:cubicBezTo>
                  <a:lnTo>
                    <a:pt x="82763" y="19141"/>
                  </a:lnTo>
                  <a:cubicBezTo>
                    <a:pt x="83012" y="18942"/>
                    <a:pt x="83286" y="18793"/>
                    <a:pt x="83585" y="18594"/>
                  </a:cubicBezTo>
                  <a:cubicBezTo>
                    <a:pt x="83784" y="18445"/>
                    <a:pt x="84008" y="18295"/>
                    <a:pt x="84257" y="18171"/>
                  </a:cubicBezTo>
                  <a:close/>
                  <a:moveTo>
                    <a:pt x="82614" y="19291"/>
                  </a:moveTo>
                  <a:cubicBezTo>
                    <a:pt x="82614" y="19490"/>
                    <a:pt x="82639" y="19664"/>
                    <a:pt x="82713" y="19838"/>
                  </a:cubicBezTo>
                  <a:cubicBezTo>
                    <a:pt x="82738" y="20038"/>
                    <a:pt x="82813" y="20237"/>
                    <a:pt x="82838" y="20411"/>
                  </a:cubicBezTo>
                  <a:cubicBezTo>
                    <a:pt x="82863" y="20535"/>
                    <a:pt x="82863" y="20660"/>
                    <a:pt x="82888" y="20784"/>
                  </a:cubicBezTo>
                  <a:cubicBezTo>
                    <a:pt x="82937" y="20884"/>
                    <a:pt x="82937" y="21008"/>
                    <a:pt x="82937" y="21083"/>
                  </a:cubicBezTo>
                  <a:cubicBezTo>
                    <a:pt x="82962" y="21307"/>
                    <a:pt x="82987" y="21531"/>
                    <a:pt x="83012" y="21780"/>
                  </a:cubicBezTo>
                  <a:cubicBezTo>
                    <a:pt x="83012" y="21904"/>
                    <a:pt x="83062" y="22054"/>
                    <a:pt x="83062" y="22178"/>
                  </a:cubicBezTo>
                  <a:lnTo>
                    <a:pt x="83062" y="22303"/>
                  </a:lnTo>
                  <a:cubicBezTo>
                    <a:pt x="83087" y="22626"/>
                    <a:pt x="83112" y="22900"/>
                    <a:pt x="83112" y="23224"/>
                  </a:cubicBezTo>
                  <a:lnTo>
                    <a:pt x="83112" y="23547"/>
                  </a:lnTo>
                  <a:lnTo>
                    <a:pt x="83112" y="24717"/>
                  </a:lnTo>
                  <a:lnTo>
                    <a:pt x="83112" y="24891"/>
                  </a:lnTo>
                  <a:cubicBezTo>
                    <a:pt x="83087" y="25787"/>
                    <a:pt x="82987" y="26708"/>
                    <a:pt x="82863" y="27629"/>
                  </a:cubicBezTo>
                  <a:lnTo>
                    <a:pt x="82788" y="27629"/>
                  </a:lnTo>
                  <a:cubicBezTo>
                    <a:pt x="82863" y="27256"/>
                    <a:pt x="82888" y="26883"/>
                    <a:pt x="82912" y="26509"/>
                  </a:cubicBezTo>
                  <a:cubicBezTo>
                    <a:pt x="82912" y="26459"/>
                    <a:pt x="82912" y="26410"/>
                    <a:pt x="82962" y="26360"/>
                  </a:cubicBezTo>
                  <a:cubicBezTo>
                    <a:pt x="82962" y="26285"/>
                    <a:pt x="82962" y="26235"/>
                    <a:pt x="82987" y="26161"/>
                  </a:cubicBezTo>
                  <a:lnTo>
                    <a:pt x="82987" y="26111"/>
                  </a:lnTo>
                  <a:cubicBezTo>
                    <a:pt x="83012" y="25762"/>
                    <a:pt x="83012" y="25414"/>
                    <a:pt x="83062" y="25090"/>
                  </a:cubicBezTo>
                  <a:lnTo>
                    <a:pt x="83062" y="24991"/>
                  </a:lnTo>
                  <a:lnTo>
                    <a:pt x="83062" y="24866"/>
                  </a:lnTo>
                  <a:lnTo>
                    <a:pt x="83062" y="24617"/>
                  </a:lnTo>
                  <a:lnTo>
                    <a:pt x="83062" y="23672"/>
                  </a:lnTo>
                  <a:lnTo>
                    <a:pt x="83062" y="23373"/>
                  </a:lnTo>
                  <a:lnTo>
                    <a:pt x="83062" y="23174"/>
                  </a:lnTo>
                  <a:cubicBezTo>
                    <a:pt x="83062" y="22900"/>
                    <a:pt x="83012" y="22601"/>
                    <a:pt x="82987" y="22303"/>
                  </a:cubicBezTo>
                  <a:cubicBezTo>
                    <a:pt x="82987" y="22178"/>
                    <a:pt x="82987" y="22054"/>
                    <a:pt x="82962" y="21904"/>
                  </a:cubicBezTo>
                  <a:lnTo>
                    <a:pt x="82962" y="21780"/>
                  </a:lnTo>
                  <a:cubicBezTo>
                    <a:pt x="82912" y="21506"/>
                    <a:pt x="82888" y="21232"/>
                    <a:pt x="82838" y="20934"/>
                  </a:cubicBezTo>
                  <a:cubicBezTo>
                    <a:pt x="82788" y="20809"/>
                    <a:pt x="82788" y="20685"/>
                    <a:pt x="82763" y="20560"/>
                  </a:cubicBezTo>
                  <a:lnTo>
                    <a:pt x="82763" y="20486"/>
                  </a:lnTo>
                  <a:lnTo>
                    <a:pt x="82763" y="20436"/>
                  </a:lnTo>
                  <a:cubicBezTo>
                    <a:pt x="82738" y="20311"/>
                    <a:pt x="82713" y="20187"/>
                    <a:pt x="82713" y="20112"/>
                  </a:cubicBezTo>
                  <a:cubicBezTo>
                    <a:pt x="82713" y="20062"/>
                    <a:pt x="82713" y="20038"/>
                    <a:pt x="82688" y="20013"/>
                  </a:cubicBezTo>
                  <a:cubicBezTo>
                    <a:pt x="82639" y="19789"/>
                    <a:pt x="82589" y="19565"/>
                    <a:pt x="82564" y="19365"/>
                  </a:cubicBezTo>
                  <a:lnTo>
                    <a:pt x="82589" y="19316"/>
                  </a:lnTo>
                  <a:cubicBezTo>
                    <a:pt x="82589" y="19316"/>
                    <a:pt x="82614" y="19316"/>
                    <a:pt x="82614" y="19291"/>
                  </a:cubicBezTo>
                  <a:close/>
                  <a:moveTo>
                    <a:pt x="57598" y="20510"/>
                  </a:moveTo>
                  <a:cubicBezTo>
                    <a:pt x="57797" y="22900"/>
                    <a:pt x="58196" y="25290"/>
                    <a:pt x="58868" y="27629"/>
                  </a:cubicBezTo>
                  <a:cubicBezTo>
                    <a:pt x="58843" y="27629"/>
                    <a:pt x="58843" y="27654"/>
                    <a:pt x="58818" y="27654"/>
                  </a:cubicBezTo>
                  <a:cubicBezTo>
                    <a:pt x="58121" y="25314"/>
                    <a:pt x="57698" y="22900"/>
                    <a:pt x="57548" y="20535"/>
                  </a:cubicBezTo>
                  <a:cubicBezTo>
                    <a:pt x="57573" y="20535"/>
                    <a:pt x="57573" y="20535"/>
                    <a:pt x="57598" y="20510"/>
                  </a:cubicBezTo>
                  <a:close/>
                  <a:moveTo>
                    <a:pt x="68650" y="22004"/>
                  </a:moveTo>
                  <a:cubicBezTo>
                    <a:pt x="68675" y="22029"/>
                    <a:pt x="68650" y="22054"/>
                    <a:pt x="68650" y="22103"/>
                  </a:cubicBezTo>
                  <a:cubicBezTo>
                    <a:pt x="65464" y="23746"/>
                    <a:pt x="62303" y="25638"/>
                    <a:pt x="59092" y="27779"/>
                  </a:cubicBezTo>
                  <a:cubicBezTo>
                    <a:pt x="59092" y="27754"/>
                    <a:pt x="59092" y="27754"/>
                    <a:pt x="59067" y="27729"/>
                  </a:cubicBezTo>
                  <a:cubicBezTo>
                    <a:pt x="62228" y="25563"/>
                    <a:pt x="65439" y="23672"/>
                    <a:pt x="68650" y="22004"/>
                  </a:cubicBezTo>
                  <a:close/>
                  <a:moveTo>
                    <a:pt x="85924" y="26858"/>
                  </a:moveTo>
                  <a:lnTo>
                    <a:pt x="85924" y="26907"/>
                  </a:lnTo>
                  <a:cubicBezTo>
                    <a:pt x="84978" y="27206"/>
                    <a:pt x="84008" y="27505"/>
                    <a:pt x="83012" y="27828"/>
                  </a:cubicBezTo>
                  <a:lnTo>
                    <a:pt x="83012" y="27754"/>
                  </a:lnTo>
                  <a:cubicBezTo>
                    <a:pt x="83983" y="27405"/>
                    <a:pt x="84954" y="27131"/>
                    <a:pt x="85924" y="26858"/>
                  </a:cubicBezTo>
                  <a:close/>
                  <a:moveTo>
                    <a:pt x="58917" y="27828"/>
                  </a:moveTo>
                  <a:cubicBezTo>
                    <a:pt x="58942" y="27828"/>
                    <a:pt x="58942" y="27853"/>
                    <a:pt x="58942" y="27878"/>
                  </a:cubicBezTo>
                  <a:cubicBezTo>
                    <a:pt x="58917" y="27878"/>
                    <a:pt x="58917" y="27903"/>
                    <a:pt x="58868" y="27903"/>
                  </a:cubicBezTo>
                  <a:cubicBezTo>
                    <a:pt x="58868" y="27878"/>
                    <a:pt x="58868" y="27878"/>
                    <a:pt x="58843" y="27853"/>
                  </a:cubicBezTo>
                  <a:cubicBezTo>
                    <a:pt x="58868" y="27853"/>
                    <a:pt x="58868" y="27828"/>
                    <a:pt x="58917" y="27828"/>
                  </a:cubicBezTo>
                  <a:close/>
                  <a:moveTo>
                    <a:pt x="82838" y="27878"/>
                  </a:moveTo>
                  <a:lnTo>
                    <a:pt x="82838" y="27903"/>
                  </a:lnTo>
                  <a:cubicBezTo>
                    <a:pt x="82788" y="27903"/>
                    <a:pt x="82763" y="27953"/>
                    <a:pt x="82763" y="27953"/>
                  </a:cubicBezTo>
                  <a:lnTo>
                    <a:pt x="82763" y="27878"/>
                  </a:lnTo>
                  <a:close/>
                  <a:moveTo>
                    <a:pt x="117011" y="28311"/>
                  </a:moveTo>
                  <a:cubicBezTo>
                    <a:pt x="117028" y="28360"/>
                    <a:pt x="117049" y="28409"/>
                    <a:pt x="117063" y="28451"/>
                  </a:cubicBezTo>
                  <a:cubicBezTo>
                    <a:pt x="117088" y="28500"/>
                    <a:pt x="117088" y="28575"/>
                    <a:pt x="117113" y="28625"/>
                  </a:cubicBezTo>
                  <a:lnTo>
                    <a:pt x="117063" y="28625"/>
                  </a:lnTo>
                  <a:lnTo>
                    <a:pt x="117063" y="28575"/>
                  </a:lnTo>
                  <a:lnTo>
                    <a:pt x="117063" y="28500"/>
                  </a:lnTo>
                  <a:cubicBezTo>
                    <a:pt x="117033" y="28441"/>
                    <a:pt x="117021" y="28373"/>
                    <a:pt x="117011" y="28311"/>
                  </a:cubicBezTo>
                  <a:close/>
                  <a:moveTo>
                    <a:pt x="104717" y="26584"/>
                  </a:moveTo>
                  <a:cubicBezTo>
                    <a:pt x="104792" y="26609"/>
                    <a:pt x="104916" y="26634"/>
                    <a:pt x="105016" y="26659"/>
                  </a:cubicBezTo>
                  <a:cubicBezTo>
                    <a:pt x="104842" y="27455"/>
                    <a:pt x="104618" y="28252"/>
                    <a:pt x="104344" y="29023"/>
                  </a:cubicBezTo>
                  <a:cubicBezTo>
                    <a:pt x="104468" y="28227"/>
                    <a:pt x="104593" y="27380"/>
                    <a:pt x="104717" y="26584"/>
                  </a:cubicBezTo>
                  <a:close/>
                  <a:moveTo>
                    <a:pt x="117113" y="28849"/>
                  </a:moveTo>
                  <a:cubicBezTo>
                    <a:pt x="117113" y="28940"/>
                    <a:pt x="117154" y="29051"/>
                    <a:pt x="117162" y="29127"/>
                  </a:cubicBezTo>
                  <a:lnTo>
                    <a:pt x="117162" y="29127"/>
                  </a:lnTo>
                  <a:cubicBezTo>
                    <a:pt x="117159" y="29109"/>
                    <a:pt x="117149" y="29091"/>
                    <a:pt x="117113" y="29073"/>
                  </a:cubicBezTo>
                  <a:cubicBezTo>
                    <a:pt x="117088" y="28998"/>
                    <a:pt x="117088" y="28899"/>
                    <a:pt x="117088" y="28849"/>
                  </a:cubicBezTo>
                  <a:close/>
                  <a:moveTo>
                    <a:pt x="57424" y="20635"/>
                  </a:moveTo>
                  <a:cubicBezTo>
                    <a:pt x="57548" y="22975"/>
                    <a:pt x="57972" y="25389"/>
                    <a:pt x="58669" y="27754"/>
                  </a:cubicBezTo>
                  <a:cubicBezTo>
                    <a:pt x="57947" y="28252"/>
                    <a:pt x="57225" y="28724"/>
                    <a:pt x="56503" y="29247"/>
                  </a:cubicBezTo>
                  <a:cubicBezTo>
                    <a:pt x="56379" y="29073"/>
                    <a:pt x="56254" y="28899"/>
                    <a:pt x="56130" y="28749"/>
                  </a:cubicBezTo>
                  <a:cubicBezTo>
                    <a:pt x="55706" y="28127"/>
                    <a:pt x="55234" y="27530"/>
                    <a:pt x="54761" y="26957"/>
                  </a:cubicBezTo>
                  <a:cubicBezTo>
                    <a:pt x="54636" y="26758"/>
                    <a:pt x="54487" y="26584"/>
                    <a:pt x="54362" y="26410"/>
                  </a:cubicBezTo>
                  <a:cubicBezTo>
                    <a:pt x="53740" y="25638"/>
                    <a:pt x="53118" y="24866"/>
                    <a:pt x="52496" y="24120"/>
                  </a:cubicBezTo>
                  <a:cubicBezTo>
                    <a:pt x="52471" y="24095"/>
                    <a:pt x="52471" y="24045"/>
                    <a:pt x="52446" y="24045"/>
                  </a:cubicBezTo>
                  <a:cubicBezTo>
                    <a:pt x="52147" y="23721"/>
                    <a:pt x="51873" y="23398"/>
                    <a:pt x="51599" y="23099"/>
                  </a:cubicBezTo>
                  <a:cubicBezTo>
                    <a:pt x="51525" y="23024"/>
                    <a:pt x="51500" y="22975"/>
                    <a:pt x="51450" y="22900"/>
                  </a:cubicBezTo>
                  <a:cubicBezTo>
                    <a:pt x="53491" y="21929"/>
                    <a:pt x="55482" y="21183"/>
                    <a:pt x="57424" y="20635"/>
                  </a:cubicBezTo>
                  <a:close/>
                  <a:moveTo>
                    <a:pt x="51251" y="22925"/>
                  </a:moveTo>
                  <a:cubicBezTo>
                    <a:pt x="51251" y="22975"/>
                    <a:pt x="51276" y="22975"/>
                    <a:pt x="51276" y="23000"/>
                  </a:cubicBezTo>
                  <a:cubicBezTo>
                    <a:pt x="52993" y="24966"/>
                    <a:pt x="54736" y="27131"/>
                    <a:pt x="56354" y="29372"/>
                  </a:cubicBezTo>
                  <a:lnTo>
                    <a:pt x="56329" y="29397"/>
                  </a:lnTo>
                  <a:cubicBezTo>
                    <a:pt x="55084" y="27729"/>
                    <a:pt x="53815" y="26086"/>
                    <a:pt x="52496" y="24493"/>
                  </a:cubicBezTo>
                  <a:cubicBezTo>
                    <a:pt x="52396" y="24369"/>
                    <a:pt x="52272" y="24244"/>
                    <a:pt x="52197" y="24120"/>
                  </a:cubicBezTo>
                  <a:lnTo>
                    <a:pt x="51624" y="23472"/>
                  </a:lnTo>
                  <a:cubicBezTo>
                    <a:pt x="51475" y="23298"/>
                    <a:pt x="51351" y="23124"/>
                    <a:pt x="51201" y="22975"/>
                  </a:cubicBezTo>
                  <a:cubicBezTo>
                    <a:pt x="51226" y="22975"/>
                    <a:pt x="51226" y="22925"/>
                    <a:pt x="51251" y="22925"/>
                  </a:cubicBezTo>
                  <a:close/>
                  <a:moveTo>
                    <a:pt x="58718" y="27953"/>
                  </a:moveTo>
                  <a:cubicBezTo>
                    <a:pt x="58718" y="27978"/>
                    <a:pt x="58718" y="27978"/>
                    <a:pt x="58743" y="28003"/>
                  </a:cubicBezTo>
                  <a:cubicBezTo>
                    <a:pt x="58046" y="28476"/>
                    <a:pt x="57349" y="28973"/>
                    <a:pt x="56677" y="29471"/>
                  </a:cubicBezTo>
                  <a:cubicBezTo>
                    <a:pt x="56677" y="29446"/>
                    <a:pt x="56627" y="29446"/>
                    <a:pt x="56627" y="29397"/>
                  </a:cubicBezTo>
                  <a:cubicBezTo>
                    <a:pt x="57324" y="28899"/>
                    <a:pt x="58046" y="28451"/>
                    <a:pt x="58718" y="27953"/>
                  </a:cubicBezTo>
                  <a:close/>
                  <a:moveTo>
                    <a:pt x="82340" y="19440"/>
                  </a:moveTo>
                  <a:lnTo>
                    <a:pt x="82440" y="19913"/>
                  </a:lnTo>
                  <a:cubicBezTo>
                    <a:pt x="82514" y="20162"/>
                    <a:pt x="82564" y="20386"/>
                    <a:pt x="82614" y="20635"/>
                  </a:cubicBezTo>
                  <a:cubicBezTo>
                    <a:pt x="82639" y="20859"/>
                    <a:pt x="82688" y="21033"/>
                    <a:pt x="82713" y="21257"/>
                  </a:cubicBezTo>
                  <a:lnTo>
                    <a:pt x="82813" y="22004"/>
                  </a:lnTo>
                  <a:cubicBezTo>
                    <a:pt x="82838" y="22178"/>
                    <a:pt x="82838" y="22377"/>
                    <a:pt x="82838" y="22552"/>
                  </a:cubicBezTo>
                  <a:cubicBezTo>
                    <a:pt x="82863" y="22850"/>
                    <a:pt x="82863" y="23124"/>
                    <a:pt x="82863" y="23398"/>
                  </a:cubicBezTo>
                  <a:lnTo>
                    <a:pt x="82863" y="23672"/>
                  </a:lnTo>
                  <a:lnTo>
                    <a:pt x="82863" y="23871"/>
                  </a:lnTo>
                  <a:lnTo>
                    <a:pt x="82863" y="23921"/>
                  </a:lnTo>
                  <a:lnTo>
                    <a:pt x="82863" y="24891"/>
                  </a:lnTo>
                  <a:cubicBezTo>
                    <a:pt x="82863" y="24991"/>
                    <a:pt x="82863" y="25115"/>
                    <a:pt x="82838" y="25240"/>
                  </a:cubicBezTo>
                  <a:lnTo>
                    <a:pt x="82838" y="25314"/>
                  </a:lnTo>
                  <a:cubicBezTo>
                    <a:pt x="82813" y="25713"/>
                    <a:pt x="82813" y="26086"/>
                    <a:pt x="82738" y="26435"/>
                  </a:cubicBezTo>
                  <a:cubicBezTo>
                    <a:pt x="82738" y="26534"/>
                    <a:pt x="82713" y="26634"/>
                    <a:pt x="82713" y="26683"/>
                  </a:cubicBezTo>
                  <a:cubicBezTo>
                    <a:pt x="82688" y="27032"/>
                    <a:pt x="82614" y="27380"/>
                    <a:pt x="82589" y="27729"/>
                  </a:cubicBezTo>
                  <a:cubicBezTo>
                    <a:pt x="80473" y="28426"/>
                    <a:pt x="78357" y="29297"/>
                    <a:pt x="76167" y="30293"/>
                  </a:cubicBezTo>
                  <a:cubicBezTo>
                    <a:pt x="76142" y="29222"/>
                    <a:pt x="75993" y="28177"/>
                    <a:pt x="75769" y="27231"/>
                  </a:cubicBezTo>
                  <a:cubicBezTo>
                    <a:pt x="75868" y="27007"/>
                    <a:pt x="75993" y="26758"/>
                    <a:pt x="76117" y="26534"/>
                  </a:cubicBezTo>
                  <a:cubicBezTo>
                    <a:pt x="76142" y="26484"/>
                    <a:pt x="76167" y="26410"/>
                    <a:pt x="76242" y="26360"/>
                  </a:cubicBezTo>
                  <a:cubicBezTo>
                    <a:pt x="76416" y="25986"/>
                    <a:pt x="76640" y="25638"/>
                    <a:pt x="76864" y="25290"/>
                  </a:cubicBezTo>
                  <a:cubicBezTo>
                    <a:pt x="76963" y="25165"/>
                    <a:pt x="77013" y="25041"/>
                    <a:pt x="77113" y="24916"/>
                  </a:cubicBezTo>
                  <a:cubicBezTo>
                    <a:pt x="77287" y="24642"/>
                    <a:pt x="77511" y="24319"/>
                    <a:pt x="77685" y="24045"/>
                  </a:cubicBezTo>
                  <a:cubicBezTo>
                    <a:pt x="77785" y="23896"/>
                    <a:pt x="77909" y="23771"/>
                    <a:pt x="78009" y="23622"/>
                  </a:cubicBezTo>
                  <a:cubicBezTo>
                    <a:pt x="78233" y="23373"/>
                    <a:pt x="78407" y="23074"/>
                    <a:pt x="78631" y="22825"/>
                  </a:cubicBezTo>
                  <a:cubicBezTo>
                    <a:pt x="78756" y="22676"/>
                    <a:pt x="78880" y="22552"/>
                    <a:pt x="79005" y="22402"/>
                  </a:cubicBezTo>
                  <a:cubicBezTo>
                    <a:pt x="79229" y="22153"/>
                    <a:pt x="79477" y="21904"/>
                    <a:pt x="79677" y="21680"/>
                  </a:cubicBezTo>
                  <a:lnTo>
                    <a:pt x="80100" y="21282"/>
                  </a:lnTo>
                  <a:lnTo>
                    <a:pt x="80921" y="20535"/>
                  </a:lnTo>
                  <a:cubicBezTo>
                    <a:pt x="81046" y="20436"/>
                    <a:pt x="81195" y="20311"/>
                    <a:pt x="81295" y="20212"/>
                  </a:cubicBezTo>
                  <a:cubicBezTo>
                    <a:pt x="81643" y="19938"/>
                    <a:pt x="81991" y="19689"/>
                    <a:pt x="82340" y="19440"/>
                  </a:cubicBezTo>
                  <a:close/>
                  <a:moveTo>
                    <a:pt x="75644" y="27505"/>
                  </a:moveTo>
                  <a:cubicBezTo>
                    <a:pt x="75868" y="28451"/>
                    <a:pt x="75993" y="29372"/>
                    <a:pt x="76018" y="30392"/>
                  </a:cubicBezTo>
                  <a:cubicBezTo>
                    <a:pt x="75993" y="30392"/>
                    <a:pt x="75968" y="30392"/>
                    <a:pt x="75968" y="30442"/>
                  </a:cubicBezTo>
                  <a:cubicBezTo>
                    <a:pt x="75918" y="29446"/>
                    <a:pt x="75794" y="28500"/>
                    <a:pt x="75619" y="27604"/>
                  </a:cubicBezTo>
                  <a:cubicBezTo>
                    <a:pt x="75619" y="27579"/>
                    <a:pt x="75644" y="27530"/>
                    <a:pt x="75644" y="27505"/>
                  </a:cubicBezTo>
                  <a:close/>
                  <a:moveTo>
                    <a:pt x="104468" y="26509"/>
                  </a:moveTo>
                  <a:cubicBezTo>
                    <a:pt x="104493" y="26509"/>
                    <a:pt x="104493" y="26509"/>
                    <a:pt x="104518" y="26534"/>
                  </a:cubicBezTo>
                  <a:cubicBezTo>
                    <a:pt x="104369" y="27729"/>
                    <a:pt x="104169" y="28899"/>
                    <a:pt x="103921" y="30118"/>
                  </a:cubicBezTo>
                  <a:cubicBezTo>
                    <a:pt x="103896" y="30243"/>
                    <a:pt x="103846" y="30342"/>
                    <a:pt x="103796" y="30467"/>
                  </a:cubicBezTo>
                  <a:cubicBezTo>
                    <a:pt x="104095" y="29098"/>
                    <a:pt x="104294" y="27779"/>
                    <a:pt x="104468" y="26509"/>
                  </a:cubicBezTo>
                  <a:close/>
                  <a:moveTo>
                    <a:pt x="105165" y="26733"/>
                  </a:moveTo>
                  <a:cubicBezTo>
                    <a:pt x="105215" y="26758"/>
                    <a:pt x="105240" y="26758"/>
                    <a:pt x="105240" y="26758"/>
                  </a:cubicBezTo>
                  <a:cubicBezTo>
                    <a:pt x="104916" y="28028"/>
                    <a:pt x="104518" y="29322"/>
                    <a:pt x="104020" y="30517"/>
                  </a:cubicBezTo>
                  <a:cubicBezTo>
                    <a:pt x="104045" y="30392"/>
                    <a:pt x="104095" y="30268"/>
                    <a:pt x="104095" y="30193"/>
                  </a:cubicBezTo>
                  <a:cubicBezTo>
                    <a:pt x="104518" y="29073"/>
                    <a:pt x="104891" y="27878"/>
                    <a:pt x="105165" y="26733"/>
                  </a:cubicBezTo>
                  <a:close/>
                  <a:moveTo>
                    <a:pt x="82564" y="27953"/>
                  </a:moveTo>
                  <a:lnTo>
                    <a:pt x="82564" y="28003"/>
                  </a:lnTo>
                  <a:cubicBezTo>
                    <a:pt x="80473" y="28724"/>
                    <a:pt x="78308" y="29596"/>
                    <a:pt x="76167" y="30591"/>
                  </a:cubicBezTo>
                  <a:lnTo>
                    <a:pt x="76167" y="30517"/>
                  </a:lnTo>
                  <a:cubicBezTo>
                    <a:pt x="78308" y="29521"/>
                    <a:pt x="80473" y="28650"/>
                    <a:pt x="82564" y="27953"/>
                  </a:cubicBezTo>
                  <a:close/>
                  <a:moveTo>
                    <a:pt x="76018" y="30616"/>
                  </a:moveTo>
                  <a:lnTo>
                    <a:pt x="76018" y="30691"/>
                  </a:lnTo>
                  <a:cubicBezTo>
                    <a:pt x="75993" y="30691"/>
                    <a:pt x="75968" y="30691"/>
                    <a:pt x="75968" y="30716"/>
                  </a:cubicBezTo>
                  <a:lnTo>
                    <a:pt x="75968" y="30641"/>
                  </a:lnTo>
                  <a:cubicBezTo>
                    <a:pt x="75993" y="30641"/>
                    <a:pt x="75993" y="30616"/>
                    <a:pt x="76018" y="30616"/>
                  </a:cubicBezTo>
                  <a:close/>
                  <a:moveTo>
                    <a:pt x="68874" y="22153"/>
                  </a:moveTo>
                  <a:cubicBezTo>
                    <a:pt x="68426" y="25090"/>
                    <a:pt x="68501" y="28003"/>
                    <a:pt x="69073" y="30741"/>
                  </a:cubicBezTo>
                  <a:lnTo>
                    <a:pt x="69023" y="30741"/>
                  </a:lnTo>
                  <a:cubicBezTo>
                    <a:pt x="68451" y="28003"/>
                    <a:pt x="68351" y="25115"/>
                    <a:pt x="68799" y="22178"/>
                  </a:cubicBezTo>
                  <a:cubicBezTo>
                    <a:pt x="68824" y="22178"/>
                    <a:pt x="68824" y="22153"/>
                    <a:pt x="68874" y="22153"/>
                  </a:cubicBezTo>
                  <a:close/>
                  <a:moveTo>
                    <a:pt x="68650" y="22303"/>
                  </a:moveTo>
                  <a:lnTo>
                    <a:pt x="68650" y="22303"/>
                  </a:lnTo>
                  <a:cubicBezTo>
                    <a:pt x="68227" y="25140"/>
                    <a:pt x="68301" y="28003"/>
                    <a:pt x="68849" y="30691"/>
                  </a:cubicBezTo>
                  <a:cubicBezTo>
                    <a:pt x="67741" y="30325"/>
                    <a:pt x="66511" y="30148"/>
                    <a:pt x="65193" y="30148"/>
                  </a:cubicBezTo>
                  <a:cubicBezTo>
                    <a:pt x="63640" y="30148"/>
                    <a:pt x="61962" y="30394"/>
                    <a:pt x="60212" y="30865"/>
                  </a:cubicBezTo>
                  <a:cubicBezTo>
                    <a:pt x="59838" y="29894"/>
                    <a:pt x="59465" y="28948"/>
                    <a:pt x="59191" y="27953"/>
                  </a:cubicBezTo>
                  <a:cubicBezTo>
                    <a:pt x="62328" y="25837"/>
                    <a:pt x="65514" y="23921"/>
                    <a:pt x="68650" y="22303"/>
                  </a:cubicBezTo>
                  <a:close/>
                  <a:moveTo>
                    <a:pt x="59042" y="28077"/>
                  </a:moveTo>
                  <a:cubicBezTo>
                    <a:pt x="59316" y="29023"/>
                    <a:pt x="59639" y="29969"/>
                    <a:pt x="60038" y="30940"/>
                  </a:cubicBezTo>
                  <a:lnTo>
                    <a:pt x="59963" y="30940"/>
                  </a:lnTo>
                  <a:cubicBezTo>
                    <a:pt x="59589" y="29994"/>
                    <a:pt x="59241" y="29073"/>
                    <a:pt x="58967" y="28102"/>
                  </a:cubicBezTo>
                  <a:cubicBezTo>
                    <a:pt x="58992" y="28102"/>
                    <a:pt x="58992" y="28077"/>
                    <a:pt x="59042" y="28077"/>
                  </a:cubicBezTo>
                  <a:close/>
                  <a:moveTo>
                    <a:pt x="69148" y="30965"/>
                  </a:moveTo>
                  <a:cubicBezTo>
                    <a:pt x="69148" y="30990"/>
                    <a:pt x="69148" y="31014"/>
                    <a:pt x="69173" y="31014"/>
                  </a:cubicBezTo>
                  <a:cubicBezTo>
                    <a:pt x="69164" y="31031"/>
                    <a:pt x="69156" y="31037"/>
                    <a:pt x="69149" y="31037"/>
                  </a:cubicBezTo>
                  <a:cubicBezTo>
                    <a:pt x="69134" y="31037"/>
                    <a:pt x="69123" y="31014"/>
                    <a:pt x="69123" y="31014"/>
                  </a:cubicBezTo>
                  <a:cubicBezTo>
                    <a:pt x="69123" y="30990"/>
                    <a:pt x="69123" y="30965"/>
                    <a:pt x="69073" y="30965"/>
                  </a:cubicBezTo>
                  <a:close/>
                  <a:moveTo>
                    <a:pt x="65230" y="30358"/>
                  </a:moveTo>
                  <a:cubicBezTo>
                    <a:pt x="66548" y="30358"/>
                    <a:pt x="67770" y="30533"/>
                    <a:pt x="68874" y="30890"/>
                  </a:cubicBezTo>
                  <a:cubicBezTo>
                    <a:pt x="68874" y="30911"/>
                    <a:pt x="68874" y="30949"/>
                    <a:pt x="68889" y="30961"/>
                  </a:cubicBezTo>
                  <a:lnTo>
                    <a:pt x="68889" y="30961"/>
                  </a:lnTo>
                  <a:cubicBezTo>
                    <a:pt x="67796" y="30583"/>
                    <a:pt x="66575" y="30401"/>
                    <a:pt x="65257" y="30401"/>
                  </a:cubicBezTo>
                  <a:cubicBezTo>
                    <a:pt x="63725" y="30401"/>
                    <a:pt x="62061" y="30646"/>
                    <a:pt x="60311" y="31114"/>
                  </a:cubicBezTo>
                  <a:cubicBezTo>
                    <a:pt x="60311" y="31089"/>
                    <a:pt x="60262" y="31089"/>
                    <a:pt x="60262" y="31064"/>
                  </a:cubicBezTo>
                  <a:cubicBezTo>
                    <a:pt x="62029" y="30596"/>
                    <a:pt x="63695" y="30358"/>
                    <a:pt x="65230" y="30358"/>
                  </a:cubicBezTo>
                  <a:close/>
                  <a:moveTo>
                    <a:pt x="60087" y="31089"/>
                  </a:moveTo>
                  <a:cubicBezTo>
                    <a:pt x="60087" y="31114"/>
                    <a:pt x="60087" y="31114"/>
                    <a:pt x="60112" y="31139"/>
                  </a:cubicBezTo>
                  <a:cubicBezTo>
                    <a:pt x="60087" y="31139"/>
                    <a:pt x="60087" y="31139"/>
                    <a:pt x="60062" y="31189"/>
                  </a:cubicBezTo>
                  <a:cubicBezTo>
                    <a:pt x="60062" y="31139"/>
                    <a:pt x="60038" y="31139"/>
                    <a:pt x="60038" y="31114"/>
                  </a:cubicBezTo>
                  <a:cubicBezTo>
                    <a:pt x="60062" y="31089"/>
                    <a:pt x="60062" y="31089"/>
                    <a:pt x="60087" y="31089"/>
                  </a:cubicBezTo>
                  <a:close/>
                  <a:moveTo>
                    <a:pt x="75470" y="27903"/>
                  </a:moveTo>
                  <a:cubicBezTo>
                    <a:pt x="75644" y="28724"/>
                    <a:pt x="75744" y="29596"/>
                    <a:pt x="75769" y="30517"/>
                  </a:cubicBezTo>
                  <a:cubicBezTo>
                    <a:pt x="75346" y="30741"/>
                    <a:pt x="74898" y="30965"/>
                    <a:pt x="74425" y="31189"/>
                  </a:cubicBezTo>
                  <a:cubicBezTo>
                    <a:pt x="74474" y="31089"/>
                    <a:pt x="74474" y="30965"/>
                    <a:pt x="74499" y="30865"/>
                  </a:cubicBezTo>
                  <a:cubicBezTo>
                    <a:pt x="74499" y="30815"/>
                    <a:pt x="74524" y="30766"/>
                    <a:pt x="74524" y="30716"/>
                  </a:cubicBezTo>
                  <a:cubicBezTo>
                    <a:pt x="74748" y="29770"/>
                    <a:pt x="75047" y="28824"/>
                    <a:pt x="75470" y="27903"/>
                  </a:cubicBezTo>
                  <a:close/>
                  <a:moveTo>
                    <a:pt x="75744" y="30716"/>
                  </a:moveTo>
                  <a:lnTo>
                    <a:pt x="75744" y="30766"/>
                  </a:lnTo>
                  <a:cubicBezTo>
                    <a:pt x="75296" y="30990"/>
                    <a:pt x="74848" y="31238"/>
                    <a:pt x="74375" y="31462"/>
                  </a:cubicBezTo>
                  <a:lnTo>
                    <a:pt x="74375" y="31363"/>
                  </a:lnTo>
                  <a:cubicBezTo>
                    <a:pt x="74848" y="31139"/>
                    <a:pt x="75271" y="30890"/>
                    <a:pt x="75744" y="30716"/>
                  </a:cubicBezTo>
                  <a:close/>
                  <a:moveTo>
                    <a:pt x="58793" y="28202"/>
                  </a:moveTo>
                  <a:cubicBezTo>
                    <a:pt x="59092" y="29148"/>
                    <a:pt x="59440" y="30069"/>
                    <a:pt x="59789" y="30990"/>
                  </a:cubicBezTo>
                  <a:cubicBezTo>
                    <a:pt x="59216" y="31139"/>
                    <a:pt x="58669" y="31338"/>
                    <a:pt x="58096" y="31512"/>
                  </a:cubicBezTo>
                  <a:cubicBezTo>
                    <a:pt x="57673" y="30865"/>
                    <a:pt x="57225" y="30243"/>
                    <a:pt x="56752" y="29596"/>
                  </a:cubicBezTo>
                  <a:cubicBezTo>
                    <a:pt x="57449" y="29123"/>
                    <a:pt x="58121" y="28650"/>
                    <a:pt x="58793" y="28202"/>
                  </a:cubicBezTo>
                  <a:close/>
                  <a:moveTo>
                    <a:pt x="56603" y="29720"/>
                  </a:moveTo>
                  <a:lnTo>
                    <a:pt x="57922" y="31587"/>
                  </a:lnTo>
                  <a:lnTo>
                    <a:pt x="57872" y="31612"/>
                  </a:lnTo>
                  <a:lnTo>
                    <a:pt x="56578" y="29745"/>
                  </a:lnTo>
                  <a:lnTo>
                    <a:pt x="56603" y="29720"/>
                  </a:lnTo>
                  <a:close/>
                  <a:moveTo>
                    <a:pt x="103721" y="31139"/>
                  </a:moveTo>
                  <a:lnTo>
                    <a:pt x="103721" y="31139"/>
                  </a:lnTo>
                  <a:cubicBezTo>
                    <a:pt x="103672" y="31239"/>
                    <a:pt x="103672" y="31338"/>
                    <a:pt x="103647" y="31462"/>
                  </a:cubicBezTo>
                  <a:cubicBezTo>
                    <a:pt x="103622" y="31562"/>
                    <a:pt x="103547" y="31637"/>
                    <a:pt x="103522" y="31711"/>
                  </a:cubicBezTo>
                  <a:cubicBezTo>
                    <a:pt x="103547" y="31612"/>
                    <a:pt x="103547" y="31512"/>
                    <a:pt x="103597" y="31438"/>
                  </a:cubicBezTo>
                  <a:cubicBezTo>
                    <a:pt x="103622" y="31338"/>
                    <a:pt x="103672" y="31239"/>
                    <a:pt x="103721" y="31139"/>
                  </a:cubicBezTo>
                  <a:close/>
                  <a:moveTo>
                    <a:pt x="117461" y="30143"/>
                  </a:moveTo>
                  <a:cubicBezTo>
                    <a:pt x="117461" y="30268"/>
                    <a:pt x="117486" y="30367"/>
                    <a:pt x="117536" y="30492"/>
                  </a:cubicBezTo>
                  <a:cubicBezTo>
                    <a:pt x="117561" y="30616"/>
                    <a:pt x="117561" y="30766"/>
                    <a:pt x="117586" y="30890"/>
                  </a:cubicBezTo>
                  <a:cubicBezTo>
                    <a:pt x="117617" y="31170"/>
                    <a:pt x="117648" y="31440"/>
                    <a:pt x="117679" y="31719"/>
                  </a:cubicBezTo>
                  <a:lnTo>
                    <a:pt x="117679" y="31719"/>
                  </a:lnTo>
                  <a:cubicBezTo>
                    <a:pt x="117646" y="31477"/>
                    <a:pt x="117603" y="31212"/>
                    <a:pt x="117561" y="30915"/>
                  </a:cubicBezTo>
                  <a:cubicBezTo>
                    <a:pt x="117511" y="30766"/>
                    <a:pt x="117486" y="30616"/>
                    <a:pt x="117461" y="30442"/>
                  </a:cubicBezTo>
                  <a:lnTo>
                    <a:pt x="117461" y="30218"/>
                  </a:lnTo>
                  <a:lnTo>
                    <a:pt x="117461" y="30143"/>
                  </a:lnTo>
                  <a:close/>
                  <a:moveTo>
                    <a:pt x="59863" y="31139"/>
                  </a:moveTo>
                  <a:lnTo>
                    <a:pt x="59863" y="31214"/>
                  </a:lnTo>
                  <a:cubicBezTo>
                    <a:pt x="59341" y="31363"/>
                    <a:pt x="58793" y="31537"/>
                    <a:pt x="58245" y="31736"/>
                  </a:cubicBezTo>
                  <a:cubicBezTo>
                    <a:pt x="58245" y="31711"/>
                    <a:pt x="58220" y="31711"/>
                    <a:pt x="58220" y="31687"/>
                  </a:cubicBezTo>
                  <a:cubicBezTo>
                    <a:pt x="58793" y="31487"/>
                    <a:pt x="59316" y="31313"/>
                    <a:pt x="59863" y="31139"/>
                  </a:cubicBezTo>
                  <a:close/>
                  <a:moveTo>
                    <a:pt x="58046" y="31736"/>
                  </a:moveTo>
                  <a:cubicBezTo>
                    <a:pt x="58046" y="31761"/>
                    <a:pt x="58071" y="31761"/>
                    <a:pt x="58071" y="31811"/>
                  </a:cubicBezTo>
                  <a:cubicBezTo>
                    <a:pt x="58046" y="31811"/>
                    <a:pt x="58046" y="31811"/>
                    <a:pt x="57996" y="31836"/>
                  </a:cubicBezTo>
                  <a:cubicBezTo>
                    <a:pt x="57996" y="31811"/>
                    <a:pt x="57972" y="31811"/>
                    <a:pt x="57972" y="31761"/>
                  </a:cubicBezTo>
                  <a:cubicBezTo>
                    <a:pt x="57996" y="31761"/>
                    <a:pt x="57996" y="31761"/>
                    <a:pt x="58046" y="31736"/>
                  </a:cubicBezTo>
                  <a:close/>
                  <a:moveTo>
                    <a:pt x="70890" y="21158"/>
                  </a:moveTo>
                  <a:cubicBezTo>
                    <a:pt x="71612" y="21556"/>
                    <a:pt x="72234" y="22054"/>
                    <a:pt x="72782" y="22626"/>
                  </a:cubicBezTo>
                  <a:cubicBezTo>
                    <a:pt x="72757" y="22751"/>
                    <a:pt x="72732" y="22850"/>
                    <a:pt x="72657" y="22975"/>
                  </a:cubicBezTo>
                  <a:lnTo>
                    <a:pt x="72483" y="23522"/>
                  </a:lnTo>
                  <a:cubicBezTo>
                    <a:pt x="72433" y="23647"/>
                    <a:pt x="72384" y="23796"/>
                    <a:pt x="72359" y="23921"/>
                  </a:cubicBezTo>
                  <a:cubicBezTo>
                    <a:pt x="72284" y="24120"/>
                    <a:pt x="72259" y="24294"/>
                    <a:pt x="72184" y="24493"/>
                  </a:cubicBezTo>
                  <a:cubicBezTo>
                    <a:pt x="72160" y="24617"/>
                    <a:pt x="72135" y="24767"/>
                    <a:pt x="72110" y="24891"/>
                  </a:cubicBezTo>
                  <a:cubicBezTo>
                    <a:pt x="72060" y="25066"/>
                    <a:pt x="72010" y="25265"/>
                    <a:pt x="71985" y="25439"/>
                  </a:cubicBezTo>
                  <a:cubicBezTo>
                    <a:pt x="71935" y="25613"/>
                    <a:pt x="71911" y="25738"/>
                    <a:pt x="71886" y="25887"/>
                  </a:cubicBezTo>
                  <a:cubicBezTo>
                    <a:pt x="71861" y="26061"/>
                    <a:pt x="71811" y="26235"/>
                    <a:pt x="71786" y="26410"/>
                  </a:cubicBezTo>
                  <a:cubicBezTo>
                    <a:pt x="71761" y="26559"/>
                    <a:pt x="71736" y="26733"/>
                    <a:pt x="71736" y="26858"/>
                  </a:cubicBezTo>
                  <a:cubicBezTo>
                    <a:pt x="71736" y="26883"/>
                    <a:pt x="71736" y="26957"/>
                    <a:pt x="71687" y="26982"/>
                  </a:cubicBezTo>
                  <a:lnTo>
                    <a:pt x="71687" y="27107"/>
                  </a:lnTo>
                  <a:cubicBezTo>
                    <a:pt x="71637" y="27654"/>
                    <a:pt x="71562" y="28227"/>
                    <a:pt x="71537" y="28749"/>
                  </a:cubicBezTo>
                  <a:lnTo>
                    <a:pt x="71537" y="28948"/>
                  </a:lnTo>
                  <a:cubicBezTo>
                    <a:pt x="71512" y="29496"/>
                    <a:pt x="71512" y="30069"/>
                    <a:pt x="71537" y="30591"/>
                  </a:cubicBezTo>
                  <a:lnTo>
                    <a:pt x="71537" y="30691"/>
                  </a:lnTo>
                  <a:cubicBezTo>
                    <a:pt x="71562" y="31214"/>
                    <a:pt x="71637" y="31711"/>
                    <a:pt x="71687" y="32209"/>
                  </a:cubicBezTo>
                  <a:cubicBezTo>
                    <a:pt x="71015" y="31587"/>
                    <a:pt x="70168" y="31114"/>
                    <a:pt x="69247" y="30741"/>
                  </a:cubicBezTo>
                  <a:cubicBezTo>
                    <a:pt x="68625" y="27953"/>
                    <a:pt x="68550" y="24966"/>
                    <a:pt x="69023" y="21954"/>
                  </a:cubicBezTo>
                  <a:cubicBezTo>
                    <a:pt x="69695" y="21755"/>
                    <a:pt x="70293" y="21481"/>
                    <a:pt x="70890" y="21158"/>
                  </a:cubicBezTo>
                  <a:close/>
                  <a:moveTo>
                    <a:pt x="73130" y="23000"/>
                  </a:moveTo>
                  <a:cubicBezTo>
                    <a:pt x="74126" y="24120"/>
                    <a:pt x="74873" y="25514"/>
                    <a:pt x="75271" y="27131"/>
                  </a:cubicBezTo>
                  <a:cubicBezTo>
                    <a:pt x="74624" y="28525"/>
                    <a:pt x="74126" y="29969"/>
                    <a:pt x="73877" y="31413"/>
                  </a:cubicBezTo>
                  <a:cubicBezTo>
                    <a:pt x="73304" y="31711"/>
                    <a:pt x="72757" y="32010"/>
                    <a:pt x="72184" y="32284"/>
                  </a:cubicBezTo>
                  <a:cubicBezTo>
                    <a:pt x="72160" y="32110"/>
                    <a:pt x="72135" y="31886"/>
                    <a:pt x="72135" y="31711"/>
                  </a:cubicBezTo>
                  <a:cubicBezTo>
                    <a:pt x="72110" y="31487"/>
                    <a:pt x="72110" y="31288"/>
                    <a:pt x="72060" y="31089"/>
                  </a:cubicBezTo>
                  <a:cubicBezTo>
                    <a:pt x="72035" y="30716"/>
                    <a:pt x="72010" y="30293"/>
                    <a:pt x="72010" y="29894"/>
                  </a:cubicBezTo>
                  <a:lnTo>
                    <a:pt x="72010" y="29397"/>
                  </a:lnTo>
                  <a:cubicBezTo>
                    <a:pt x="72010" y="28998"/>
                    <a:pt x="72035" y="28600"/>
                    <a:pt x="72060" y="28177"/>
                  </a:cubicBezTo>
                  <a:cubicBezTo>
                    <a:pt x="72060" y="28003"/>
                    <a:pt x="72110" y="27804"/>
                    <a:pt x="72110" y="27629"/>
                  </a:cubicBezTo>
                  <a:cubicBezTo>
                    <a:pt x="72135" y="27380"/>
                    <a:pt x="72160" y="27107"/>
                    <a:pt x="72184" y="26858"/>
                  </a:cubicBezTo>
                  <a:cubicBezTo>
                    <a:pt x="72234" y="26509"/>
                    <a:pt x="72284" y="26186"/>
                    <a:pt x="72359" y="25862"/>
                  </a:cubicBezTo>
                  <a:cubicBezTo>
                    <a:pt x="72384" y="25613"/>
                    <a:pt x="72433" y="25364"/>
                    <a:pt x="72508" y="25140"/>
                  </a:cubicBezTo>
                  <a:cubicBezTo>
                    <a:pt x="72558" y="24891"/>
                    <a:pt x="72632" y="24617"/>
                    <a:pt x="72682" y="24369"/>
                  </a:cubicBezTo>
                  <a:cubicBezTo>
                    <a:pt x="72782" y="24095"/>
                    <a:pt x="72856" y="23846"/>
                    <a:pt x="72931" y="23597"/>
                  </a:cubicBezTo>
                  <a:cubicBezTo>
                    <a:pt x="73006" y="23398"/>
                    <a:pt x="73056" y="23174"/>
                    <a:pt x="73130" y="23000"/>
                  </a:cubicBezTo>
                  <a:close/>
                  <a:moveTo>
                    <a:pt x="105663" y="16080"/>
                  </a:moveTo>
                  <a:lnTo>
                    <a:pt x="105663" y="16080"/>
                  </a:lnTo>
                  <a:cubicBezTo>
                    <a:pt x="108525" y="17150"/>
                    <a:pt x="110940" y="18768"/>
                    <a:pt x="112807" y="20909"/>
                  </a:cubicBezTo>
                  <a:cubicBezTo>
                    <a:pt x="112881" y="21282"/>
                    <a:pt x="112981" y="21655"/>
                    <a:pt x="113056" y="22054"/>
                  </a:cubicBezTo>
                  <a:cubicBezTo>
                    <a:pt x="113081" y="22228"/>
                    <a:pt x="113105" y="22402"/>
                    <a:pt x="113130" y="22552"/>
                  </a:cubicBezTo>
                  <a:cubicBezTo>
                    <a:pt x="113230" y="23124"/>
                    <a:pt x="113329" y="23672"/>
                    <a:pt x="113379" y="24269"/>
                  </a:cubicBezTo>
                  <a:cubicBezTo>
                    <a:pt x="113379" y="24418"/>
                    <a:pt x="113429" y="24543"/>
                    <a:pt x="113429" y="24717"/>
                  </a:cubicBezTo>
                  <a:lnTo>
                    <a:pt x="113504" y="26111"/>
                  </a:lnTo>
                  <a:cubicBezTo>
                    <a:pt x="113504" y="26335"/>
                    <a:pt x="113553" y="26534"/>
                    <a:pt x="113553" y="26783"/>
                  </a:cubicBezTo>
                  <a:cubicBezTo>
                    <a:pt x="113553" y="27355"/>
                    <a:pt x="113578" y="27953"/>
                    <a:pt x="113553" y="28500"/>
                  </a:cubicBezTo>
                  <a:cubicBezTo>
                    <a:pt x="113553" y="28700"/>
                    <a:pt x="113504" y="28849"/>
                    <a:pt x="113504" y="29023"/>
                  </a:cubicBezTo>
                  <a:lnTo>
                    <a:pt x="113429" y="30517"/>
                  </a:lnTo>
                  <a:cubicBezTo>
                    <a:pt x="113379" y="30741"/>
                    <a:pt x="113379" y="30965"/>
                    <a:pt x="113354" y="31139"/>
                  </a:cubicBezTo>
                  <a:cubicBezTo>
                    <a:pt x="113329" y="31562"/>
                    <a:pt x="113255" y="31935"/>
                    <a:pt x="113230" y="32334"/>
                  </a:cubicBezTo>
                  <a:cubicBezTo>
                    <a:pt x="111363" y="29645"/>
                    <a:pt x="108774" y="27654"/>
                    <a:pt x="105514" y="26459"/>
                  </a:cubicBezTo>
                  <a:cubicBezTo>
                    <a:pt x="106285" y="22975"/>
                    <a:pt x="106360" y="19390"/>
                    <a:pt x="105663" y="16080"/>
                  </a:cubicBezTo>
                  <a:close/>
                  <a:moveTo>
                    <a:pt x="69389" y="31096"/>
                  </a:moveTo>
                  <a:lnTo>
                    <a:pt x="69389" y="31096"/>
                  </a:lnTo>
                  <a:cubicBezTo>
                    <a:pt x="70278" y="31469"/>
                    <a:pt x="71069" y="31964"/>
                    <a:pt x="71761" y="32558"/>
                  </a:cubicBezTo>
                  <a:cubicBezTo>
                    <a:pt x="71736" y="32558"/>
                    <a:pt x="71687" y="32583"/>
                    <a:pt x="71687" y="32583"/>
                  </a:cubicBezTo>
                  <a:cubicBezTo>
                    <a:pt x="71039" y="31985"/>
                    <a:pt x="70268" y="31487"/>
                    <a:pt x="69397" y="31139"/>
                  </a:cubicBezTo>
                  <a:cubicBezTo>
                    <a:pt x="69397" y="31122"/>
                    <a:pt x="69397" y="31106"/>
                    <a:pt x="69389" y="31096"/>
                  </a:cubicBezTo>
                  <a:close/>
                  <a:moveTo>
                    <a:pt x="73852" y="31687"/>
                  </a:moveTo>
                  <a:lnTo>
                    <a:pt x="73852" y="31736"/>
                  </a:lnTo>
                  <a:cubicBezTo>
                    <a:pt x="73304" y="31985"/>
                    <a:pt x="72782" y="32259"/>
                    <a:pt x="72234" y="32583"/>
                  </a:cubicBezTo>
                  <a:lnTo>
                    <a:pt x="72234" y="32508"/>
                  </a:lnTo>
                  <a:cubicBezTo>
                    <a:pt x="72757" y="32234"/>
                    <a:pt x="73304" y="31960"/>
                    <a:pt x="73852" y="31687"/>
                  </a:cubicBezTo>
                  <a:close/>
                  <a:moveTo>
                    <a:pt x="113081" y="21232"/>
                  </a:moveTo>
                  <a:cubicBezTo>
                    <a:pt x="113105" y="21257"/>
                    <a:pt x="113105" y="21282"/>
                    <a:pt x="113130" y="21307"/>
                  </a:cubicBezTo>
                  <a:cubicBezTo>
                    <a:pt x="113205" y="21556"/>
                    <a:pt x="113255" y="21805"/>
                    <a:pt x="113280" y="22103"/>
                  </a:cubicBezTo>
                  <a:cubicBezTo>
                    <a:pt x="113329" y="22228"/>
                    <a:pt x="113329" y="22352"/>
                    <a:pt x="113354" y="22477"/>
                  </a:cubicBezTo>
                  <a:cubicBezTo>
                    <a:pt x="113454" y="22925"/>
                    <a:pt x="113504" y="23423"/>
                    <a:pt x="113578" y="23921"/>
                  </a:cubicBezTo>
                  <a:cubicBezTo>
                    <a:pt x="113603" y="24095"/>
                    <a:pt x="113603" y="24244"/>
                    <a:pt x="113628" y="24418"/>
                  </a:cubicBezTo>
                  <a:cubicBezTo>
                    <a:pt x="113703" y="24991"/>
                    <a:pt x="113728" y="25538"/>
                    <a:pt x="113753" y="26136"/>
                  </a:cubicBezTo>
                  <a:cubicBezTo>
                    <a:pt x="113753" y="26360"/>
                    <a:pt x="113753" y="26584"/>
                    <a:pt x="113777" y="26783"/>
                  </a:cubicBezTo>
                  <a:lnTo>
                    <a:pt x="113777" y="28152"/>
                  </a:lnTo>
                  <a:lnTo>
                    <a:pt x="113777" y="28724"/>
                  </a:lnTo>
                  <a:cubicBezTo>
                    <a:pt x="113753" y="29322"/>
                    <a:pt x="113728" y="29894"/>
                    <a:pt x="113703" y="30517"/>
                  </a:cubicBezTo>
                  <a:cubicBezTo>
                    <a:pt x="113653" y="30741"/>
                    <a:pt x="113653" y="30940"/>
                    <a:pt x="113628" y="31139"/>
                  </a:cubicBezTo>
                  <a:cubicBezTo>
                    <a:pt x="113578" y="31612"/>
                    <a:pt x="113504" y="32110"/>
                    <a:pt x="113454" y="32632"/>
                  </a:cubicBezTo>
                  <a:cubicBezTo>
                    <a:pt x="113429" y="32607"/>
                    <a:pt x="113429" y="32583"/>
                    <a:pt x="113379" y="32583"/>
                  </a:cubicBezTo>
                  <a:lnTo>
                    <a:pt x="113578" y="30990"/>
                  </a:lnTo>
                  <a:cubicBezTo>
                    <a:pt x="113578" y="30865"/>
                    <a:pt x="113603" y="30741"/>
                    <a:pt x="113603" y="30616"/>
                  </a:cubicBezTo>
                  <a:cubicBezTo>
                    <a:pt x="113678" y="29994"/>
                    <a:pt x="113703" y="29347"/>
                    <a:pt x="113728" y="28724"/>
                  </a:cubicBezTo>
                  <a:lnTo>
                    <a:pt x="113728" y="28525"/>
                  </a:lnTo>
                  <a:cubicBezTo>
                    <a:pt x="113753" y="27903"/>
                    <a:pt x="113728" y="27281"/>
                    <a:pt x="113728" y="26659"/>
                  </a:cubicBezTo>
                  <a:cubicBezTo>
                    <a:pt x="113728" y="26484"/>
                    <a:pt x="113728" y="26285"/>
                    <a:pt x="113703" y="26111"/>
                  </a:cubicBezTo>
                  <a:lnTo>
                    <a:pt x="113603" y="24518"/>
                  </a:lnTo>
                  <a:cubicBezTo>
                    <a:pt x="113603" y="24418"/>
                    <a:pt x="113603" y="24344"/>
                    <a:pt x="113578" y="24244"/>
                  </a:cubicBezTo>
                  <a:cubicBezTo>
                    <a:pt x="113504" y="23647"/>
                    <a:pt x="113429" y="23049"/>
                    <a:pt x="113329" y="22477"/>
                  </a:cubicBezTo>
                  <a:lnTo>
                    <a:pt x="113230" y="22004"/>
                  </a:lnTo>
                  <a:cubicBezTo>
                    <a:pt x="113180" y="21755"/>
                    <a:pt x="113130" y="21481"/>
                    <a:pt x="113081" y="21232"/>
                  </a:cubicBezTo>
                  <a:close/>
                  <a:moveTo>
                    <a:pt x="105464" y="26609"/>
                  </a:moveTo>
                  <a:cubicBezTo>
                    <a:pt x="108725" y="27853"/>
                    <a:pt x="111338" y="29869"/>
                    <a:pt x="113180" y="32607"/>
                  </a:cubicBezTo>
                  <a:lnTo>
                    <a:pt x="113180" y="32707"/>
                  </a:lnTo>
                  <a:cubicBezTo>
                    <a:pt x="111363" y="29944"/>
                    <a:pt x="108749" y="27878"/>
                    <a:pt x="105464" y="26659"/>
                  </a:cubicBezTo>
                  <a:lnTo>
                    <a:pt x="105464" y="26609"/>
                  </a:lnTo>
                  <a:close/>
                  <a:moveTo>
                    <a:pt x="113329" y="32831"/>
                  </a:moveTo>
                  <a:cubicBezTo>
                    <a:pt x="113354" y="32856"/>
                    <a:pt x="113354" y="32881"/>
                    <a:pt x="113379" y="32881"/>
                  </a:cubicBezTo>
                  <a:lnTo>
                    <a:pt x="113379" y="33006"/>
                  </a:lnTo>
                  <a:cubicBezTo>
                    <a:pt x="113354" y="32981"/>
                    <a:pt x="113354" y="32956"/>
                    <a:pt x="113329" y="32931"/>
                  </a:cubicBezTo>
                  <a:lnTo>
                    <a:pt x="113329" y="32831"/>
                  </a:lnTo>
                  <a:close/>
                  <a:moveTo>
                    <a:pt x="69446" y="31363"/>
                  </a:moveTo>
                  <a:lnTo>
                    <a:pt x="69446" y="31363"/>
                  </a:lnTo>
                  <a:cubicBezTo>
                    <a:pt x="70218" y="31711"/>
                    <a:pt x="70940" y="32135"/>
                    <a:pt x="71537" y="32682"/>
                  </a:cubicBezTo>
                  <a:cubicBezTo>
                    <a:pt x="71039" y="32931"/>
                    <a:pt x="70542" y="33205"/>
                    <a:pt x="70069" y="33479"/>
                  </a:cubicBezTo>
                  <a:cubicBezTo>
                    <a:pt x="69820" y="32807"/>
                    <a:pt x="69596" y="32085"/>
                    <a:pt x="69446" y="31363"/>
                  </a:cubicBezTo>
                  <a:close/>
                  <a:moveTo>
                    <a:pt x="69148" y="31238"/>
                  </a:moveTo>
                  <a:cubicBezTo>
                    <a:pt x="69173" y="31238"/>
                    <a:pt x="69197" y="31263"/>
                    <a:pt x="69197" y="31263"/>
                  </a:cubicBezTo>
                  <a:cubicBezTo>
                    <a:pt x="69397" y="32060"/>
                    <a:pt x="69646" y="32831"/>
                    <a:pt x="69894" y="33578"/>
                  </a:cubicBezTo>
                  <a:cubicBezTo>
                    <a:pt x="69870" y="33578"/>
                    <a:pt x="69870" y="33603"/>
                    <a:pt x="69820" y="33603"/>
                  </a:cubicBezTo>
                  <a:cubicBezTo>
                    <a:pt x="69546" y="32831"/>
                    <a:pt x="69322" y="32060"/>
                    <a:pt x="69148" y="31238"/>
                  </a:cubicBezTo>
                  <a:close/>
                  <a:moveTo>
                    <a:pt x="71662" y="32831"/>
                  </a:moveTo>
                  <a:cubicBezTo>
                    <a:pt x="71687" y="32831"/>
                    <a:pt x="71687" y="32856"/>
                    <a:pt x="71736" y="32881"/>
                  </a:cubicBezTo>
                  <a:cubicBezTo>
                    <a:pt x="71189" y="33180"/>
                    <a:pt x="70691" y="33454"/>
                    <a:pt x="70168" y="33752"/>
                  </a:cubicBezTo>
                  <a:cubicBezTo>
                    <a:pt x="70143" y="33703"/>
                    <a:pt x="70143" y="33678"/>
                    <a:pt x="70143" y="33678"/>
                  </a:cubicBezTo>
                  <a:cubicBezTo>
                    <a:pt x="70641" y="33379"/>
                    <a:pt x="71164" y="33105"/>
                    <a:pt x="71662" y="32831"/>
                  </a:cubicBezTo>
                  <a:close/>
                  <a:moveTo>
                    <a:pt x="69944" y="33752"/>
                  </a:moveTo>
                  <a:cubicBezTo>
                    <a:pt x="69944" y="33802"/>
                    <a:pt x="69944" y="33802"/>
                    <a:pt x="69994" y="33827"/>
                  </a:cubicBezTo>
                  <a:cubicBezTo>
                    <a:pt x="69944" y="33827"/>
                    <a:pt x="69944" y="33852"/>
                    <a:pt x="69919" y="33852"/>
                  </a:cubicBezTo>
                  <a:cubicBezTo>
                    <a:pt x="69919" y="33827"/>
                    <a:pt x="69894" y="33827"/>
                    <a:pt x="69894" y="33802"/>
                  </a:cubicBezTo>
                  <a:cubicBezTo>
                    <a:pt x="69919" y="33752"/>
                    <a:pt x="69944" y="33752"/>
                    <a:pt x="69944" y="33752"/>
                  </a:cubicBezTo>
                  <a:close/>
                  <a:moveTo>
                    <a:pt x="117188" y="30168"/>
                  </a:moveTo>
                  <a:cubicBezTo>
                    <a:pt x="117188" y="30243"/>
                    <a:pt x="117212" y="30293"/>
                    <a:pt x="117212" y="30342"/>
                  </a:cubicBezTo>
                  <a:cubicBezTo>
                    <a:pt x="117212" y="30367"/>
                    <a:pt x="117237" y="30392"/>
                    <a:pt x="117237" y="30467"/>
                  </a:cubicBezTo>
                  <a:lnTo>
                    <a:pt x="117237" y="31338"/>
                  </a:lnTo>
                  <a:lnTo>
                    <a:pt x="117237" y="31711"/>
                  </a:lnTo>
                  <a:lnTo>
                    <a:pt x="117237" y="31761"/>
                  </a:lnTo>
                  <a:cubicBezTo>
                    <a:pt x="117237" y="31886"/>
                    <a:pt x="117212" y="32010"/>
                    <a:pt x="117212" y="32159"/>
                  </a:cubicBezTo>
                  <a:cubicBezTo>
                    <a:pt x="117212" y="32309"/>
                    <a:pt x="117188" y="32408"/>
                    <a:pt x="117188" y="32583"/>
                  </a:cubicBezTo>
                  <a:cubicBezTo>
                    <a:pt x="117163" y="32757"/>
                    <a:pt x="117163" y="32906"/>
                    <a:pt x="117113" y="33105"/>
                  </a:cubicBezTo>
                  <a:lnTo>
                    <a:pt x="117113" y="33230"/>
                  </a:lnTo>
                  <a:cubicBezTo>
                    <a:pt x="117113" y="33304"/>
                    <a:pt x="117088" y="33354"/>
                    <a:pt x="117088" y="33404"/>
                  </a:cubicBezTo>
                  <a:cubicBezTo>
                    <a:pt x="117050" y="33632"/>
                    <a:pt x="117007" y="33860"/>
                    <a:pt x="116958" y="34087"/>
                  </a:cubicBezTo>
                  <a:lnTo>
                    <a:pt x="116958" y="34087"/>
                  </a:lnTo>
                  <a:lnTo>
                    <a:pt x="117038" y="33628"/>
                  </a:lnTo>
                  <a:cubicBezTo>
                    <a:pt x="117063" y="33504"/>
                    <a:pt x="117063" y="33379"/>
                    <a:pt x="117088" y="33255"/>
                  </a:cubicBezTo>
                  <a:lnTo>
                    <a:pt x="117088" y="33230"/>
                  </a:lnTo>
                  <a:lnTo>
                    <a:pt x="117088" y="33205"/>
                  </a:lnTo>
                  <a:cubicBezTo>
                    <a:pt x="117113" y="33056"/>
                    <a:pt x="117113" y="32856"/>
                    <a:pt x="117163" y="32707"/>
                  </a:cubicBezTo>
                  <a:cubicBezTo>
                    <a:pt x="117163" y="32583"/>
                    <a:pt x="117188" y="32458"/>
                    <a:pt x="117188" y="32334"/>
                  </a:cubicBezTo>
                  <a:lnTo>
                    <a:pt x="117188" y="32259"/>
                  </a:lnTo>
                  <a:lnTo>
                    <a:pt x="117188" y="32110"/>
                  </a:lnTo>
                  <a:cubicBezTo>
                    <a:pt x="117188" y="31985"/>
                    <a:pt x="117212" y="31861"/>
                    <a:pt x="117212" y="31761"/>
                  </a:cubicBezTo>
                  <a:lnTo>
                    <a:pt x="117212" y="31587"/>
                  </a:lnTo>
                  <a:cubicBezTo>
                    <a:pt x="117188" y="31512"/>
                    <a:pt x="117188" y="31512"/>
                    <a:pt x="117188" y="31487"/>
                  </a:cubicBezTo>
                  <a:lnTo>
                    <a:pt x="117188" y="31064"/>
                  </a:lnTo>
                  <a:lnTo>
                    <a:pt x="117188" y="30840"/>
                  </a:lnTo>
                  <a:lnTo>
                    <a:pt x="117188" y="30716"/>
                  </a:lnTo>
                  <a:lnTo>
                    <a:pt x="117188" y="30243"/>
                  </a:lnTo>
                  <a:lnTo>
                    <a:pt x="117188" y="30168"/>
                  </a:lnTo>
                  <a:close/>
                  <a:moveTo>
                    <a:pt x="86198" y="27032"/>
                  </a:moveTo>
                  <a:lnTo>
                    <a:pt x="86198" y="27032"/>
                  </a:lnTo>
                  <a:cubicBezTo>
                    <a:pt x="86347" y="29621"/>
                    <a:pt x="86173" y="32135"/>
                    <a:pt x="85675" y="34474"/>
                  </a:cubicBezTo>
                  <a:lnTo>
                    <a:pt x="85601" y="34474"/>
                  </a:lnTo>
                  <a:cubicBezTo>
                    <a:pt x="86123" y="32135"/>
                    <a:pt x="86298" y="29645"/>
                    <a:pt x="86123" y="27082"/>
                  </a:cubicBezTo>
                  <a:cubicBezTo>
                    <a:pt x="86173" y="27082"/>
                    <a:pt x="86173" y="27082"/>
                    <a:pt x="86198" y="27032"/>
                  </a:cubicBezTo>
                  <a:close/>
                  <a:moveTo>
                    <a:pt x="85601" y="34624"/>
                  </a:moveTo>
                  <a:lnTo>
                    <a:pt x="85601" y="34698"/>
                  </a:lnTo>
                  <a:lnTo>
                    <a:pt x="85551" y="34698"/>
                  </a:lnTo>
                  <a:lnTo>
                    <a:pt x="85551" y="34624"/>
                  </a:lnTo>
                  <a:close/>
                  <a:moveTo>
                    <a:pt x="93192" y="25663"/>
                  </a:moveTo>
                  <a:lnTo>
                    <a:pt x="93192" y="25663"/>
                  </a:lnTo>
                  <a:cubicBezTo>
                    <a:pt x="92769" y="28575"/>
                    <a:pt x="91973" y="31612"/>
                    <a:pt x="90853" y="34698"/>
                  </a:cubicBezTo>
                  <a:cubicBezTo>
                    <a:pt x="89535" y="34524"/>
                    <a:pt x="88232" y="34425"/>
                    <a:pt x="86956" y="34425"/>
                  </a:cubicBezTo>
                  <a:cubicBezTo>
                    <a:pt x="86593" y="34425"/>
                    <a:pt x="86233" y="34433"/>
                    <a:pt x="85875" y="34449"/>
                  </a:cubicBezTo>
                  <a:cubicBezTo>
                    <a:pt x="86347" y="32110"/>
                    <a:pt x="86547" y="29596"/>
                    <a:pt x="86372" y="27007"/>
                  </a:cubicBezTo>
                  <a:cubicBezTo>
                    <a:pt x="88737" y="26360"/>
                    <a:pt x="91027" y="25912"/>
                    <a:pt x="93192" y="25663"/>
                  </a:cubicBezTo>
                  <a:close/>
                  <a:moveTo>
                    <a:pt x="93441" y="25638"/>
                  </a:moveTo>
                  <a:cubicBezTo>
                    <a:pt x="93018" y="28575"/>
                    <a:pt x="92197" y="31612"/>
                    <a:pt x="91077" y="34748"/>
                  </a:cubicBezTo>
                  <a:lnTo>
                    <a:pt x="91027" y="34748"/>
                  </a:lnTo>
                  <a:cubicBezTo>
                    <a:pt x="92147" y="31637"/>
                    <a:pt x="92944" y="28600"/>
                    <a:pt x="93392" y="25663"/>
                  </a:cubicBezTo>
                  <a:cubicBezTo>
                    <a:pt x="93392" y="25638"/>
                    <a:pt x="93417" y="25638"/>
                    <a:pt x="93441" y="25638"/>
                  </a:cubicBezTo>
                  <a:close/>
                  <a:moveTo>
                    <a:pt x="73802" y="31960"/>
                  </a:moveTo>
                  <a:lnTo>
                    <a:pt x="73802" y="32060"/>
                  </a:lnTo>
                  <a:lnTo>
                    <a:pt x="73802" y="32085"/>
                  </a:lnTo>
                  <a:cubicBezTo>
                    <a:pt x="73753" y="32458"/>
                    <a:pt x="73703" y="32856"/>
                    <a:pt x="73678" y="33230"/>
                  </a:cubicBezTo>
                  <a:cubicBezTo>
                    <a:pt x="73653" y="33479"/>
                    <a:pt x="73653" y="33703"/>
                    <a:pt x="73653" y="33952"/>
                  </a:cubicBezTo>
                  <a:lnTo>
                    <a:pt x="73653" y="33976"/>
                  </a:lnTo>
                  <a:lnTo>
                    <a:pt x="73653" y="34026"/>
                  </a:lnTo>
                  <a:cubicBezTo>
                    <a:pt x="73653" y="34325"/>
                    <a:pt x="73628" y="34599"/>
                    <a:pt x="73653" y="34848"/>
                  </a:cubicBezTo>
                  <a:cubicBezTo>
                    <a:pt x="73304" y="34076"/>
                    <a:pt x="72832" y="33404"/>
                    <a:pt x="72284" y="32831"/>
                  </a:cubicBezTo>
                  <a:lnTo>
                    <a:pt x="72284" y="32757"/>
                  </a:lnTo>
                  <a:cubicBezTo>
                    <a:pt x="72782" y="32483"/>
                    <a:pt x="73280" y="32209"/>
                    <a:pt x="73802" y="31960"/>
                  </a:cubicBezTo>
                  <a:close/>
                  <a:moveTo>
                    <a:pt x="86708" y="34609"/>
                  </a:moveTo>
                  <a:cubicBezTo>
                    <a:pt x="88023" y="34609"/>
                    <a:pt x="89368" y="34692"/>
                    <a:pt x="90728" y="34873"/>
                  </a:cubicBezTo>
                  <a:cubicBezTo>
                    <a:pt x="90778" y="34922"/>
                    <a:pt x="90778" y="34922"/>
                    <a:pt x="90728" y="34947"/>
                  </a:cubicBezTo>
                  <a:cubicBezTo>
                    <a:pt x="89434" y="34748"/>
                    <a:pt x="88090" y="34649"/>
                    <a:pt x="86820" y="34649"/>
                  </a:cubicBezTo>
                  <a:cubicBezTo>
                    <a:pt x="86472" y="34649"/>
                    <a:pt x="86099" y="34698"/>
                    <a:pt x="85750" y="34698"/>
                  </a:cubicBezTo>
                  <a:lnTo>
                    <a:pt x="85750" y="34624"/>
                  </a:lnTo>
                  <a:cubicBezTo>
                    <a:pt x="86067" y="34614"/>
                    <a:pt x="86387" y="34609"/>
                    <a:pt x="86708" y="34609"/>
                  </a:cubicBezTo>
                  <a:close/>
                  <a:moveTo>
                    <a:pt x="91027" y="34922"/>
                  </a:moveTo>
                  <a:cubicBezTo>
                    <a:pt x="91027" y="34947"/>
                    <a:pt x="91027" y="34947"/>
                    <a:pt x="90977" y="34972"/>
                  </a:cubicBezTo>
                  <a:lnTo>
                    <a:pt x="90927" y="34972"/>
                  </a:lnTo>
                  <a:cubicBezTo>
                    <a:pt x="90927" y="34947"/>
                    <a:pt x="90927" y="34947"/>
                    <a:pt x="90952" y="34922"/>
                  </a:cubicBezTo>
                  <a:close/>
                  <a:moveTo>
                    <a:pt x="85949" y="27107"/>
                  </a:moveTo>
                  <a:lnTo>
                    <a:pt x="85949" y="27107"/>
                  </a:lnTo>
                  <a:cubicBezTo>
                    <a:pt x="86099" y="29645"/>
                    <a:pt x="85899" y="32135"/>
                    <a:pt x="85377" y="34474"/>
                  </a:cubicBezTo>
                  <a:cubicBezTo>
                    <a:pt x="83933" y="34574"/>
                    <a:pt x="82514" y="34748"/>
                    <a:pt x="81195" y="35097"/>
                  </a:cubicBezTo>
                  <a:cubicBezTo>
                    <a:pt x="82066" y="32632"/>
                    <a:pt x="82639" y="30268"/>
                    <a:pt x="82987" y="28028"/>
                  </a:cubicBezTo>
                  <a:cubicBezTo>
                    <a:pt x="83983" y="27704"/>
                    <a:pt x="84978" y="27380"/>
                    <a:pt x="85949" y="27107"/>
                  </a:cubicBezTo>
                  <a:close/>
                  <a:moveTo>
                    <a:pt x="82738" y="28102"/>
                  </a:moveTo>
                  <a:cubicBezTo>
                    <a:pt x="82738" y="28127"/>
                    <a:pt x="82763" y="28127"/>
                    <a:pt x="82763" y="28127"/>
                  </a:cubicBezTo>
                  <a:cubicBezTo>
                    <a:pt x="82464" y="30367"/>
                    <a:pt x="81817" y="32732"/>
                    <a:pt x="80971" y="35171"/>
                  </a:cubicBezTo>
                  <a:lnTo>
                    <a:pt x="80921" y="35171"/>
                  </a:lnTo>
                  <a:cubicBezTo>
                    <a:pt x="81270" y="34225"/>
                    <a:pt x="81543" y="33304"/>
                    <a:pt x="81817" y="32383"/>
                  </a:cubicBezTo>
                  <a:cubicBezTo>
                    <a:pt x="81867" y="32184"/>
                    <a:pt x="81917" y="31960"/>
                    <a:pt x="81991" y="31711"/>
                  </a:cubicBezTo>
                  <a:cubicBezTo>
                    <a:pt x="82066" y="31462"/>
                    <a:pt x="82116" y="31238"/>
                    <a:pt x="82191" y="30990"/>
                  </a:cubicBezTo>
                  <a:cubicBezTo>
                    <a:pt x="82191" y="30965"/>
                    <a:pt x="82191" y="30940"/>
                    <a:pt x="82216" y="30890"/>
                  </a:cubicBezTo>
                  <a:cubicBezTo>
                    <a:pt x="82216" y="30840"/>
                    <a:pt x="82240" y="30815"/>
                    <a:pt x="82240" y="30741"/>
                  </a:cubicBezTo>
                  <a:cubicBezTo>
                    <a:pt x="82240" y="30716"/>
                    <a:pt x="82265" y="30641"/>
                    <a:pt x="82265" y="30616"/>
                  </a:cubicBezTo>
                  <a:cubicBezTo>
                    <a:pt x="82365" y="30218"/>
                    <a:pt x="82464" y="29845"/>
                    <a:pt x="82514" y="29446"/>
                  </a:cubicBezTo>
                  <a:cubicBezTo>
                    <a:pt x="82514" y="29397"/>
                    <a:pt x="82564" y="29347"/>
                    <a:pt x="82564" y="29322"/>
                  </a:cubicBezTo>
                  <a:lnTo>
                    <a:pt x="82564" y="29247"/>
                  </a:lnTo>
                  <a:cubicBezTo>
                    <a:pt x="82614" y="28874"/>
                    <a:pt x="82688" y="28476"/>
                    <a:pt x="82738" y="28102"/>
                  </a:cubicBezTo>
                  <a:close/>
                  <a:moveTo>
                    <a:pt x="85361" y="34699"/>
                  </a:moveTo>
                  <a:cubicBezTo>
                    <a:pt x="85352" y="34700"/>
                    <a:pt x="85352" y="34705"/>
                    <a:pt x="85352" y="34723"/>
                  </a:cubicBezTo>
                  <a:cubicBezTo>
                    <a:pt x="83858" y="34823"/>
                    <a:pt x="82464" y="35047"/>
                    <a:pt x="81120" y="35370"/>
                  </a:cubicBezTo>
                  <a:cubicBezTo>
                    <a:pt x="81120" y="35345"/>
                    <a:pt x="81145" y="35345"/>
                    <a:pt x="81145" y="35321"/>
                  </a:cubicBezTo>
                  <a:cubicBezTo>
                    <a:pt x="82485" y="34973"/>
                    <a:pt x="83874" y="34750"/>
                    <a:pt x="85361" y="34699"/>
                  </a:cubicBezTo>
                  <a:close/>
                  <a:moveTo>
                    <a:pt x="117785" y="32906"/>
                  </a:moveTo>
                  <a:lnTo>
                    <a:pt x="117785" y="32906"/>
                  </a:lnTo>
                  <a:cubicBezTo>
                    <a:pt x="117835" y="33255"/>
                    <a:pt x="117860" y="33678"/>
                    <a:pt x="117909" y="34001"/>
                  </a:cubicBezTo>
                  <a:cubicBezTo>
                    <a:pt x="117909" y="34225"/>
                    <a:pt x="117934" y="34449"/>
                    <a:pt x="117934" y="34649"/>
                  </a:cubicBezTo>
                  <a:lnTo>
                    <a:pt x="117934" y="34698"/>
                  </a:lnTo>
                  <a:lnTo>
                    <a:pt x="117934" y="34873"/>
                  </a:lnTo>
                  <a:lnTo>
                    <a:pt x="117934" y="35395"/>
                  </a:lnTo>
                  <a:cubicBezTo>
                    <a:pt x="117909" y="34997"/>
                    <a:pt x="117909" y="34599"/>
                    <a:pt x="117860" y="34225"/>
                  </a:cubicBezTo>
                  <a:cubicBezTo>
                    <a:pt x="117860" y="33976"/>
                    <a:pt x="117835" y="33728"/>
                    <a:pt x="117835" y="33479"/>
                  </a:cubicBezTo>
                  <a:cubicBezTo>
                    <a:pt x="117835" y="33354"/>
                    <a:pt x="117810" y="33155"/>
                    <a:pt x="117785" y="32906"/>
                  </a:cubicBezTo>
                  <a:close/>
                  <a:moveTo>
                    <a:pt x="39253" y="15756"/>
                  </a:moveTo>
                  <a:cubicBezTo>
                    <a:pt x="39253" y="15781"/>
                    <a:pt x="39253" y="15781"/>
                    <a:pt x="39204" y="15806"/>
                  </a:cubicBezTo>
                  <a:lnTo>
                    <a:pt x="39204" y="15831"/>
                  </a:lnTo>
                  <a:cubicBezTo>
                    <a:pt x="38905" y="16055"/>
                    <a:pt x="38631" y="16304"/>
                    <a:pt x="38308" y="16528"/>
                  </a:cubicBezTo>
                  <a:cubicBezTo>
                    <a:pt x="37860" y="16827"/>
                    <a:pt x="37436" y="17175"/>
                    <a:pt x="37038" y="17499"/>
                  </a:cubicBezTo>
                  <a:cubicBezTo>
                    <a:pt x="36764" y="17698"/>
                    <a:pt x="36466" y="17922"/>
                    <a:pt x="36217" y="18121"/>
                  </a:cubicBezTo>
                  <a:cubicBezTo>
                    <a:pt x="35072" y="18992"/>
                    <a:pt x="33578" y="20262"/>
                    <a:pt x="32682" y="21008"/>
                  </a:cubicBezTo>
                  <a:cubicBezTo>
                    <a:pt x="30094" y="23124"/>
                    <a:pt x="26858" y="26210"/>
                    <a:pt x="25937" y="27206"/>
                  </a:cubicBezTo>
                  <a:cubicBezTo>
                    <a:pt x="25638" y="27505"/>
                    <a:pt x="25314" y="27828"/>
                    <a:pt x="24966" y="28152"/>
                  </a:cubicBezTo>
                  <a:lnTo>
                    <a:pt x="24941" y="28202"/>
                  </a:lnTo>
                  <a:cubicBezTo>
                    <a:pt x="24767" y="28351"/>
                    <a:pt x="24617" y="28500"/>
                    <a:pt x="24468" y="28675"/>
                  </a:cubicBezTo>
                  <a:cubicBezTo>
                    <a:pt x="23871" y="29272"/>
                    <a:pt x="23323" y="29869"/>
                    <a:pt x="22850" y="30392"/>
                  </a:cubicBezTo>
                  <a:cubicBezTo>
                    <a:pt x="22601" y="30691"/>
                    <a:pt x="22377" y="30915"/>
                    <a:pt x="22203" y="31139"/>
                  </a:cubicBezTo>
                  <a:cubicBezTo>
                    <a:pt x="22029" y="31313"/>
                    <a:pt x="21904" y="31462"/>
                    <a:pt x="21780" y="31587"/>
                  </a:cubicBezTo>
                  <a:cubicBezTo>
                    <a:pt x="21382" y="32060"/>
                    <a:pt x="21008" y="32458"/>
                    <a:pt x="20710" y="32831"/>
                  </a:cubicBezTo>
                  <a:cubicBezTo>
                    <a:pt x="19639" y="34051"/>
                    <a:pt x="19092" y="34698"/>
                    <a:pt x="18519" y="35420"/>
                  </a:cubicBezTo>
                  <a:lnTo>
                    <a:pt x="18494" y="35420"/>
                  </a:lnTo>
                  <a:cubicBezTo>
                    <a:pt x="18619" y="35246"/>
                    <a:pt x="18743" y="35072"/>
                    <a:pt x="18893" y="34873"/>
                  </a:cubicBezTo>
                  <a:cubicBezTo>
                    <a:pt x="19415" y="34225"/>
                    <a:pt x="19988" y="33553"/>
                    <a:pt x="20535" y="32881"/>
                  </a:cubicBezTo>
                  <a:cubicBezTo>
                    <a:pt x="21033" y="32334"/>
                    <a:pt x="21606" y="31711"/>
                    <a:pt x="22128" y="31114"/>
                  </a:cubicBezTo>
                  <a:cubicBezTo>
                    <a:pt x="22875" y="30317"/>
                    <a:pt x="23622" y="29471"/>
                    <a:pt x="24369" y="28700"/>
                  </a:cubicBezTo>
                  <a:cubicBezTo>
                    <a:pt x="24692" y="28351"/>
                    <a:pt x="24966" y="28028"/>
                    <a:pt x="25265" y="27729"/>
                  </a:cubicBezTo>
                  <a:cubicBezTo>
                    <a:pt x="27629" y="25290"/>
                    <a:pt x="30168" y="22925"/>
                    <a:pt x="32807" y="20734"/>
                  </a:cubicBezTo>
                  <a:cubicBezTo>
                    <a:pt x="33703" y="19938"/>
                    <a:pt x="34649" y="19191"/>
                    <a:pt x="35570" y="18494"/>
                  </a:cubicBezTo>
                  <a:cubicBezTo>
                    <a:pt x="36042" y="18121"/>
                    <a:pt x="36515" y="17748"/>
                    <a:pt x="37013" y="17399"/>
                  </a:cubicBezTo>
                  <a:cubicBezTo>
                    <a:pt x="37436" y="17075"/>
                    <a:pt x="37884" y="16752"/>
                    <a:pt x="38308" y="16428"/>
                  </a:cubicBezTo>
                  <a:cubicBezTo>
                    <a:pt x="38557" y="16254"/>
                    <a:pt x="38781" y="16080"/>
                    <a:pt x="39029" y="15906"/>
                  </a:cubicBezTo>
                  <a:cubicBezTo>
                    <a:pt x="39079" y="15831"/>
                    <a:pt x="39154" y="15806"/>
                    <a:pt x="39253" y="15756"/>
                  </a:cubicBezTo>
                  <a:close/>
                  <a:moveTo>
                    <a:pt x="91201" y="34947"/>
                  </a:moveTo>
                  <a:cubicBezTo>
                    <a:pt x="92296" y="35097"/>
                    <a:pt x="93417" y="35321"/>
                    <a:pt x="94512" y="35569"/>
                  </a:cubicBezTo>
                  <a:lnTo>
                    <a:pt x="94163" y="35569"/>
                  </a:lnTo>
                  <a:cubicBezTo>
                    <a:pt x="93168" y="35321"/>
                    <a:pt x="92172" y="35121"/>
                    <a:pt x="91176" y="34997"/>
                  </a:cubicBezTo>
                  <a:cubicBezTo>
                    <a:pt x="91176" y="34972"/>
                    <a:pt x="91176" y="34972"/>
                    <a:pt x="91201" y="34947"/>
                  </a:cubicBezTo>
                  <a:close/>
                  <a:moveTo>
                    <a:pt x="72350" y="33225"/>
                  </a:moveTo>
                  <a:cubicBezTo>
                    <a:pt x="72903" y="33836"/>
                    <a:pt x="73337" y="34519"/>
                    <a:pt x="73653" y="35345"/>
                  </a:cubicBezTo>
                  <a:lnTo>
                    <a:pt x="73653" y="35495"/>
                  </a:lnTo>
                  <a:lnTo>
                    <a:pt x="73653" y="35594"/>
                  </a:lnTo>
                  <a:cubicBezTo>
                    <a:pt x="73329" y="34723"/>
                    <a:pt x="72881" y="33976"/>
                    <a:pt x="72359" y="33304"/>
                  </a:cubicBezTo>
                  <a:cubicBezTo>
                    <a:pt x="72359" y="33276"/>
                    <a:pt x="72359" y="33248"/>
                    <a:pt x="72350" y="33225"/>
                  </a:cubicBezTo>
                  <a:close/>
                  <a:moveTo>
                    <a:pt x="51002" y="23024"/>
                  </a:moveTo>
                  <a:cubicBezTo>
                    <a:pt x="51151" y="23248"/>
                    <a:pt x="51326" y="23423"/>
                    <a:pt x="51475" y="23622"/>
                  </a:cubicBezTo>
                  <a:cubicBezTo>
                    <a:pt x="51649" y="23846"/>
                    <a:pt x="51848" y="24020"/>
                    <a:pt x="52023" y="24244"/>
                  </a:cubicBezTo>
                  <a:cubicBezTo>
                    <a:pt x="52197" y="24418"/>
                    <a:pt x="52371" y="24642"/>
                    <a:pt x="52520" y="24841"/>
                  </a:cubicBezTo>
                  <a:cubicBezTo>
                    <a:pt x="52819" y="25165"/>
                    <a:pt x="53093" y="25489"/>
                    <a:pt x="53367" y="25837"/>
                  </a:cubicBezTo>
                  <a:lnTo>
                    <a:pt x="53392" y="25862"/>
                  </a:lnTo>
                  <a:cubicBezTo>
                    <a:pt x="54337" y="27032"/>
                    <a:pt x="55258" y="28227"/>
                    <a:pt x="56179" y="29471"/>
                  </a:cubicBezTo>
                  <a:cubicBezTo>
                    <a:pt x="53416" y="31438"/>
                    <a:pt x="50778" y="33479"/>
                    <a:pt x="48264" y="35669"/>
                  </a:cubicBezTo>
                  <a:cubicBezTo>
                    <a:pt x="46372" y="32981"/>
                    <a:pt x="44655" y="30218"/>
                    <a:pt x="43261" y="27629"/>
                  </a:cubicBezTo>
                  <a:cubicBezTo>
                    <a:pt x="45850" y="25787"/>
                    <a:pt x="48438" y="24269"/>
                    <a:pt x="51002" y="23024"/>
                  </a:cubicBezTo>
                  <a:close/>
                  <a:moveTo>
                    <a:pt x="91102" y="35196"/>
                  </a:moveTo>
                  <a:cubicBezTo>
                    <a:pt x="91823" y="35296"/>
                    <a:pt x="92545" y="35420"/>
                    <a:pt x="93267" y="35569"/>
                  </a:cubicBezTo>
                  <a:lnTo>
                    <a:pt x="93217" y="35569"/>
                  </a:lnTo>
                  <a:cubicBezTo>
                    <a:pt x="92844" y="35569"/>
                    <a:pt x="92446" y="35569"/>
                    <a:pt x="92048" y="35594"/>
                  </a:cubicBezTo>
                  <a:lnTo>
                    <a:pt x="91699" y="35594"/>
                  </a:lnTo>
                  <a:cubicBezTo>
                    <a:pt x="91550" y="35594"/>
                    <a:pt x="91425" y="35619"/>
                    <a:pt x="91251" y="35619"/>
                  </a:cubicBezTo>
                  <a:cubicBezTo>
                    <a:pt x="91151" y="35619"/>
                    <a:pt x="91002" y="35669"/>
                    <a:pt x="90927" y="35669"/>
                  </a:cubicBezTo>
                  <a:cubicBezTo>
                    <a:pt x="90977" y="35545"/>
                    <a:pt x="91052" y="35345"/>
                    <a:pt x="91102" y="35196"/>
                  </a:cubicBezTo>
                  <a:close/>
                  <a:moveTo>
                    <a:pt x="39054" y="16155"/>
                  </a:moveTo>
                  <a:cubicBezTo>
                    <a:pt x="39054" y="16204"/>
                    <a:pt x="39029" y="16279"/>
                    <a:pt x="39029" y="16304"/>
                  </a:cubicBezTo>
                  <a:cubicBezTo>
                    <a:pt x="39029" y="16379"/>
                    <a:pt x="39005" y="16453"/>
                    <a:pt x="39005" y="16528"/>
                  </a:cubicBezTo>
                  <a:cubicBezTo>
                    <a:pt x="39005" y="16627"/>
                    <a:pt x="39005" y="16677"/>
                    <a:pt x="38955" y="16777"/>
                  </a:cubicBezTo>
                  <a:cubicBezTo>
                    <a:pt x="38955" y="16876"/>
                    <a:pt x="38955" y="16926"/>
                    <a:pt x="38930" y="17026"/>
                  </a:cubicBezTo>
                  <a:cubicBezTo>
                    <a:pt x="38955" y="17150"/>
                    <a:pt x="38955" y="17250"/>
                    <a:pt x="38955" y="17324"/>
                  </a:cubicBezTo>
                  <a:lnTo>
                    <a:pt x="38955" y="17623"/>
                  </a:lnTo>
                  <a:cubicBezTo>
                    <a:pt x="38955" y="17698"/>
                    <a:pt x="39005" y="17822"/>
                    <a:pt x="39005" y="17922"/>
                  </a:cubicBezTo>
                  <a:cubicBezTo>
                    <a:pt x="39005" y="18021"/>
                    <a:pt x="39029" y="18121"/>
                    <a:pt x="39029" y="18245"/>
                  </a:cubicBezTo>
                  <a:cubicBezTo>
                    <a:pt x="39029" y="18320"/>
                    <a:pt x="39054" y="18445"/>
                    <a:pt x="39079" y="18544"/>
                  </a:cubicBezTo>
                  <a:cubicBezTo>
                    <a:pt x="39079" y="18619"/>
                    <a:pt x="39104" y="18693"/>
                    <a:pt x="39104" y="18768"/>
                  </a:cubicBezTo>
                  <a:cubicBezTo>
                    <a:pt x="32558" y="23896"/>
                    <a:pt x="26534" y="29645"/>
                    <a:pt x="21357" y="35694"/>
                  </a:cubicBezTo>
                  <a:cubicBezTo>
                    <a:pt x="20527" y="35443"/>
                    <a:pt x="19832" y="35312"/>
                    <a:pt x="19272" y="35312"/>
                  </a:cubicBezTo>
                  <a:cubicBezTo>
                    <a:pt x="19109" y="35312"/>
                    <a:pt x="18958" y="35323"/>
                    <a:pt x="18818" y="35345"/>
                  </a:cubicBezTo>
                  <a:cubicBezTo>
                    <a:pt x="19440" y="34599"/>
                    <a:pt x="20038" y="33852"/>
                    <a:pt x="20685" y="33105"/>
                  </a:cubicBezTo>
                  <a:cubicBezTo>
                    <a:pt x="21158" y="32558"/>
                    <a:pt x="21655" y="32010"/>
                    <a:pt x="22128" y="31462"/>
                  </a:cubicBezTo>
                  <a:cubicBezTo>
                    <a:pt x="26584" y="26484"/>
                    <a:pt x="31612" y="21780"/>
                    <a:pt x="37138" y="17573"/>
                  </a:cubicBezTo>
                  <a:cubicBezTo>
                    <a:pt x="37511" y="17300"/>
                    <a:pt x="37909" y="17001"/>
                    <a:pt x="38283" y="16702"/>
                  </a:cubicBezTo>
                  <a:cubicBezTo>
                    <a:pt x="38532" y="16528"/>
                    <a:pt x="38781" y="16329"/>
                    <a:pt x="39054" y="16155"/>
                  </a:cubicBezTo>
                  <a:close/>
                  <a:moveTo>
                    <a:pt x="90952" y="35171"/>
                  </a:moveTo>
                  <a:cubicBezTo>
                    <a:pt x="90853" y="35345"/>
                    <a:pt x="90803" y="35545"/>
                    <a:pt x="90728" y="35719"/>
                  </a:cubicBezTo>
                  <a:lnTo>
                    <a:pt x="90678" y="35719"/>
                  </a:lnTo>
                  <a:cubicBezTo>
                    <a:pt x="90728" y="35545"/>
                    <a:pt x="90803" y="35345"/>
                    <a:pt x="90903" y="35171"/>
                  </a:cubicBezTo>
                  <a:close/>
                  <a:moveTo>
                    <a:pt x="39179" y="18942"/>
                  </a:moveTo>
                  <a:cubicBezTo>
                    <a:pt x="39179" y="18992"/>
                    <a:pt x="39179" y="19017"/>
                    <a:pt x="39204" y="19017"/>
                  </a:cubicBezTo>
                  <a:cubicBezTo>
                    <a:pt x="32682" y="24120"/>
                    <a:pt x="26758" y="29770"/>
                    <a:pt x="21606" y="35794"/>
                  </a:cubicBezTo>
                  <a:cubicBezTo>
                    <a:pt x="21581" y="35794"/>
                    <a:pt x="21581" y="35794"/>
                    <a:pt x="21531" y="35744"/>
                  </a:cubicBezTo>
                  <a:cubicBezTo>
                    <a:pt x="26708" y="29745"/>
                    <a:pt x="32657" y="24045"/>
                    <a:pt x="39179" y="18942"/>
                  </a:cubicBezTo>
                  <a:close/>
                  <a:moveTo>
                    <a:pt x="43037" y="27754"/>
                  </a:moveTo>
                  <a:cubicBezTo>
                    <a:pt x="44481" y="30367"/>
                    <a:pt x="46223" y="33105"/>
                    <a:pt x="48090" y="35818"/>
                  </a:cubicBezTo>
                  <a:lnTo>
                    <a:pt x="48040" y="35843"/>
                  </a:lnTo>
                  <a:cubicBezTo>
                    <a:pt x="46148" y="33130"/>
                    <a:pt x="44431" y="30392"/>
                    <a:pt x="43012" y="27779"/>
                  </a:cubicBezTo>
                  <a:lnTo>
                    <a:pt x="43037" y="27754"/>
                  </a:lnTo>
                  <a:close/>
                  <a:moveTo>
                    <a:pt x="95333" y="35794"/>
                  </a:moveTo>
                  <a:cubicBezTo>
                    <a:pt x="95408" y="35794"/>
                    <a:pt x="95433" y="35818"/>
                    <a:pt x="95507" y="35818"/>
                  </a:cubicBezTo>
                  <a:lnTo>
                    <a:pt x="95532" y="35818"/>
                  </a:lnTo>
                  <a:cubicBezTo>
                    <a:pt x="95582" y="35843"/>
                    <a:pt x="95657" y="35843"/>
                    <a:pt x="95707" y="35868"/>
                  </a:cubicBezTo>
                  <a:lnTo>
                    <a:pt x="95682" y="35868"/>
                  </a:lnTo>
                  <a:cubicBezTo>
                    <a:pt x="95582" y="35868"/>
                    <a:pt x="95532" y="35843"/>
                    <a:pt x="95433" y="35843"/>
                  </a:cubicBezTo>
                  <a:lnTo>
                    <a:pt x="95383" y="35843"/>
                  </a:lnTo>
                  <a:cubicBezTo>
                    <a:pt x="95333" y="35843"/>
                    <a:pt x="95283" y="35818"/>
                    <a:pt x="95258" y="35818"/>
                  </a:cubicBezTo>
                  <a:lnTo>
                    <a:pt x="95209" y="35818"/>
                  </a:lnTo>
                  <a:cubicBezTo>
                    <a:pt x="95159" y="35818"/>
                    <a:pt x="95134" y="35818"/>
                    <a:pt x="95084" y="35794"/>
                  </a:cubicBezTo>
                  <a:close/>
                  <a:moveTo>
                    <a:pt x="56254" y="29645"/>
                  </a:moveTo>
                  <a:cubicBezTo>
                    <a:pt x="56254" y="29670"/>
                    <a:pt x="56304" y="29670"/>
                    <a:pt x="56304" y="29720"/>
                  </a:cubicBezTo>
                  <a:cubicBezTo>
                    <a:pt x="53566" y="31687"/>
                    <a:pt x="50902" y="33728"/>
                    <a:pt x="48388" y="35893"/>
                  </a:cubicBezTo>
                  <a:cubicBezTo>
                    <a:pt x="48364" y="35868"/>
                    <a:pt x="48364" y="35843"/>
                    <a:pt x="48364" y="35843"/>
                  </a:cubicBezTo>
                  <a:cubicBezTo>
                    <a:pt x="50902" y="33703"/>
                    <a:pt x="53566" y="31612"/>
                    <a:pt x="56254" y="29645"/>
                  </a:cubicBezTo>
                  <a:close/>
                  <a:moveTo>
                    <a:pt x="19266" y="35495"/>
                  </a:moveTo>
                  <a:cubicBezTo>
                    <a:pt x="19789" y="35495"/>
                    <a:pt x="20461" y="35619"/>
                    <a:pt x="21183" y="35843"/>
                  </a:cubicBezTo>
                  <a:lnTo>
                    <a:pt x="21133" y="35918"/>
                  </a:lnTo>
                  <a:cubicBezTo>
                    <a:pt x="20404" y="35696"/>
                    <a:pt x="19786" y="35585"/>
                    <a:pt x="19286" y="35585"/>
                  </a:cubicBezTo>
                  <a:cubicBezTo>
                    <a:pt x="19000" y="35585"/>
                    <a:pt x="18752" y="35622"/>
                    <a:pt x="18544" y="35694"/>
                  </a:cubicBezTo>
                  <a:lnTo>
                    <a:pt x="18644" y="35594"/>
                  </a:lnTo>
                  <a:cubicBezTo>
                    <a:pt x="18818" y="35545"/>
                    <a:pt x="19042" y="35495"/>
                    <a:pt x="19266" y="35495"/>
                  </a:cubicBezTo>
                  <a:close/>
                  <a:moveTo>
                    <a:pt x="93641" y="35744"/>
                  </a:moveTo>
                  <a:cubicBezTo>
                    <a:pt x="93815" y="35744"/>
                    <a:pt x="94014" y="35794"/>
                    <a:pt x="94213" y="35794"/>
                  </a:cubicBezTo>
                  <a:cubicBezTo>
                    <a:pt x="94263" y="35794"/>
                    <a:pt x="94313" y="35818"/>
                    <a:pt x="94337" y="35818"/>
                  </a:cubicBezTo>
                  <a:lnTo>
                    <a:pt x="94387" y="35818"/>
                  </a:lnTo>
                  <a:cubicBezTo>
                    <a:pt x="94412" y="35818"/>
                    <a:pt x="94437" y="35843"/>
                    <a:pt x="94462" y="35843"/>
                  </a:cubicBezTo>
                  <a:cubicBezTo>
                    <a:pt x="94188" y="35843"/>
                    <a:pt x="93914" y="35818"/>
                    <a:pt x="93591" y="35818"/>
                  </a:cubicBezTo>
                  <a:cubicBezTo>
                    <a:pt x="92968" y="35818"/>
                    <a:pt x="92346" y="35843"/>
                    <a:pt x="91699" y="35868"/>
                  </a:cubicBezTo>
                  <a:cubicBezTo>
                    <a:pt x="91550" y="35868"/>
                    <a:pt x="91425" y="35893"/>
                    <a:pt x="91276" y="35893"/>
                  </a:cubicBezTo>
                  <a:cubicBezTo>
                    <a:pt x="91102" y="35893"/>
                    <a:pt x="90952" y="35943"/>
                    <a:pt x="90803" y="35943"/>
                  </a:cubicBezTo>
                  <a:lnTo>
                    <a:pt x="90803" y="35893"/>
                  </a:lnTo>
                  <a:lnTo>
                    <a:pt x="90803" y="35868"/>
                  </a:lnTo>
                  <a:cubicBezTo>
                    <a:pt x="90927" y="35868"/>
                    <a:pt x="91077" y="35843"/>
                    <a:pt x="91201" y="35818"/>
                  </a:cubicBezTo>
                  <a:cubicBezTo>
                    <a:pt x="91351" y="35818"/>
                    <a:pt x="91525" y="35794"/>
                    <a:pt x="91674" y="35794"/>
                  </a:cubicBezTo>
                  <a:cubicBezTo>
                    <a:pt x="92346" y="35794"/>
                    <a:pt x="92968" y="35744"/>
                    <a:pt x="93591" y="35744"/>
                  </a:cubicBezTo>
                  <a:close/>
                  <a:moveTo>
                    <a:pt x="39253" y="19266"/>
                  </a:moveTo>
                  <a:cubicBezTo>
                    <a:pt x="39278" y="19341"/>
                    <a:pt x="39278" y="19465"/>
                    <a:pt x="39303" y="19565"/>
                  </a:cubicBezTo>
                  <a:cubicBezTo>
                    <a:pt x="38706" y="19988"/>
                    <a:pt x="38158" y="20411"/>
                    <a:pt x="37561" y="20809"/>
                  </a:cubicBezTo>
                  <a:cubicBezTo>
                    <a:pt x="37461" y="20884"/>
                    <a:pt x="37387" y="20983"/>
                    <a:pt x="37287" y="21033"/>
                  </a:cubicBezTo>
                  <a:cubicBezTo>
                    <a:pt x="36789" y="21407"/>
                    <a:pt x="36291" y="21805"/>
                    <a:pt x="35794" y="22178"/>
                  </a:cubicBezTo>
                  <a:lnTo>
                    <a:pt x="35221" y="22651"/>
                  </a:lnTo>
                  <a:cubicBezTo>
                    <a:pt x="34823" y="22975"/>
                    <a:pt x="34449" y="23273"/>
                    <a:pt x="34051" y="23622"/>
                  </a:cubicBezTo>
                  <a:cubicBezTo>
                    <a:pt x="34051" y="23622"/>
                    <a:pt x="34001" y="23622"/>
                    <a:pt x="34001" y="23647"/>
                  </a:cubicBezTo>
                  <a:cubicBezTo>
                    <a:pt x="33852" y="23771"/>
                    <a:pt x="33728" y="23896"/>
                    <a:pt x="33578" y="24020"/>
                  </a:cubicBezTo>
                  <a:lnTo>
                    <a:pt x="33479" y="24120"/>
                  </a:lnTo>
                  <a:cubicBezTo>
                    <a:pt x="33105" y="24468"/>
                    <a:pt x="32707" y="24767"/>
                    <a:pt x="32334" y="25115"/>
                  </a:cubicBezTo>
                  <a:lnTo>
                    <a:pt x="32309" y="25140"/>
                  </a:lnTo>
                  <a:cubicBezTo>
                    <a:pt x="32309" y="25140"/>
                    <a:pt x="32259" y="25140"/>
                    <a:pt x="32259" y="25165"/>
                  </a:cubicBezTo>
                  <a:cubicBezTo>
                    <a:pt x="32135" y="25265"/>
                    <a:pt x="32010" y="25389"/>
                    <a:pt x="31911" y="25489"/>
                  </a:cubicBezTo>
                  <a:cubicBezTo>
                    <a:pt x="31861" y="25514"/>
                    <a:pt x="31836" y="25514"/>
                    <a:pt x="31836" y="25538"/>
                  </a:cubicBezTo>
                  <a:lnTo>
                    <a:pt x="30616" y="26659"/>
                  </a:lnTo>
                  <a:cubicBezTo>
                    <a:pt x="30566" y="26733"/>
                    <a:pt x="30467" y="26783"/>
                    <a:pt x="30417" y="26883"/>
                  </a:cubicBezTo>
                  <a:lnTo>
                    <a:pt x="30318" y="26982"/>
                  </a:lnTo>
                  <a:lnTo>
                    <a:pt x="30243" y="27032"/>
                  </a:lnTo>
                  <a:cubicBezTo>
                    <a:pt x="29820" y="27480"/>
                    <a:pt x="29347" y="27878"/>
                    <a:pt x="28924" y="28301"/>
                  </a:cubicBezTo>
                  <a:lnTo>
                    <a:pt x="28874" y="28351"/>
                  </a:lnTo>
                  <a:lnTo>
                    <a:pt x="28749" y="28476"/>
                  </a:lnTo>
                  <a:lnTo>
                    <a:pt x="28725" y="28500"/>
                  </a:lnTo>
                  <a:cubicBezTo>
                    <a:pt x="28227" y="28998"/>
                    <a:pt x="27729" y="29496"/>
                    <a:pt x="27256" y="29994"/>
                  </a:cubicBezTo>
                  <a:lnTo>
                    <a:pt x="27231" y="30019"/>
                  </a:lnTo>
                  <a:cubicBezTo>
                    <a:pt x="27131" y="30118"/>
                    <a:pt x="27082" y="30218"/>
                    <a:pt x="26982" y="30293"/>
                  </a:cubicBezTo>
                  <a:cubicBezTo>
                    <a:pt x="26957" y="30342"/>
                    <a:pt x="26957" y="30367"/>
                    <a:pt x="26932" y="30367"/>
                  </a:cubicBezTo>
                  <a:cubicBezTo>
                    <a:pt x="26883" y="30392"/>
                    <a:pt x="26883" y="30417"/>
                    <a:pt x="26858" y="30417"/>
                  </a:cubicBezTo>
                  <a:cubicBezTo>
                    <a:pt x="26360" y="30965"/>
                    <a:pt x="25862" y="31487"/>
                    <a:pt x="25389" y="32010"/>
                  </a:cubicBezTo>
                  <a:cubicBezTo>
                    <a:pt x="25314" y="32135"/>
                    <a:pt x="25190" y="32259"/>
                    <a:pt x="25090" y="32359"/>
                  </a:cubicBezTo>
                  <a:cubicBezTo>
                    <a:pt x="25016" y="32408"/>
                    <a:pt x="24966" y="32508"/>
                    <a:pt x="24891" y="32583"/>
                  </a:cubicBezTo>
                  <a:cubicBezTo>
                    <a:pt x="24518" y="32981"/>
                    <a:pt x="24194" y="33379"/>
                    <a:pt x="23846" y="33777"/>
                  </a:cubicBezTo>
                  <a:cubicBezTo>
                    <a:pt x="23746" y="33902"/>
                    <a:pt x="23622" y="34026"/>
                    <a:pt x="23522" y="34151"/>
                  </a:cubicBezTo>
                  <a:lnTo>
                    <a:pt x="23149" y="34624"/>
                  </a:lnTo>
                  <a:cubicBezTo>
                    <a:pt x="22776" y="35072"/>
                    <a:pt x="22402" y="35495"/>
                    <a:pt x="22029" y="35968"/>
                  </a:cubicBezTo>
                  <a:cubicBezTo>
                    <a:pt x="21954" y="35943"/>
                    <a:pt x="21879" y="35893"/>
                    <a:pt x="21780" y="35868"/>
                  </a:cubicBezTo>
                  <a:cubicBezTo>
                    <a:pt x="26883" y="29919"/>
                    <a:pt x="32782" y="24294"/>
                    <a:pt x="39253" y="19266"/>
                  </a:cubicBezTo>
                  <a:close/>
                  <a:moveTo>
                    <a:pt x="39378" y="19764"/>
                  </a:moveTo>
                  <a:lnTo>
                    <a:pt x="39378" y="19789"/>
                  </a:lnTo>
                  <a:lnTo>
                    <a:pt x="39378" y="19814"/>
                  </a:lnTo>
                  <a:cubicBezTo>
                    <a:pt x="39154" y="19963"/>
                    <a:pt x="38905" y="20162"/>
                    <a:pt x="38681" y="20311"/>
                  </a:cubicBezTo>
                  <a:cubicBezTo>
                    <a:pt x="38407" y="20535"/>
                    <a:pt x="38084" y="20710"/>
                    <a:pt x="37810" y="20934"/>
                  </a:cubicBezTo>
                  <a:cubicBezTo>
                    <a:pt x="37785" y="20958"/>
                    <a:pt x="37710" y="21008"/>
                    <a:pt x="37685" y="21033"/>
                  </a:cubicBezTo>
                  <a:cubicBezTo>
                    <a:pt x="37337" y="21282"/>
                    <a:pt x="37013" y="21556"/>
                    <a:pt x="36665" y="21830"/>
                  </a:cubicBezTo>
                  <a:cubicBezTo>
                    <a:pt x="36491" y="21954"/>
                    <a:pt x="36316" y="22079"/>
                    <a:pt x="36167" y="22203"/>
                  </a:cubicBezTo>
                  <a:lnTo>
                    <a:pt x="36142" y="22253"/>
                  </a:lnTo>
                  <a:cubicBezTo>
                    <a:pt x="35769" y="22552"/>
                    <a:pt x="35346" y="22875"/>
                    <a:pt x="34972" y="23174"/>
                  </a:cubicBezTo>
                  <a:cubicBezTo>
                    <a:pt x="34898" y="23273"/>
                    <a:pt x="34773" y="23323"/>
                    <a:pt x="34673" y="23423"/>
                  </a:cubicBezTo>
                  <a:cubicBezTo>
                    <a:pt x="34649" y="23448"/>
                    <a:pt x="34599" y="23448"/>
                    <a:pt x="34574" y="23497"/>
                  </a:cubicBezTo>
                  <a:cubicBezTo>
                    <a:pt x="34549" y="23522"/>
                    <a:pt x="34524" y="23547"/>
                    <a:pt x="34474" y="23547"/>
                  </a:cubicBezTo>
                  <a:cubicBezTo>
                    <a:pt x="34051" y="23921"/>
                    <a:pt x="33578" y="24294"/>
                    <a:pt x="33130" y="24667"/>
                  </a:cubicBezTo>
                  <a:cubicBezTo>
                    <a:pt x="33056" y="24742"/>
                    <a:pt x="32981" y="24792"/>
                    <a:pt x="32881" y="24891"/>
                  </a:cubicBezTo>
                  <a:cubicBezTo>
                    <a:pt x="32832" y="24941"/>
                    <a:pt x="32757" y="24991"/>
                    <a:pt x="32707" y="25041"/>
                  </a:cubicBezTo>
                  <a:cubicBezTo>
                    <a:pt x="32583" y="25140"/>
                    <a:pt x="32458" y="25265"/>
                    <a:pt x="32359" y="25364"/>
                  </a:cubicBezTo>
                  <a:cubicBezTo>
                    <a:pt x="32060" y="25638"/>
                    <a:pt x="31761" y="25912"/>
                    <a:pt x="31463" y="26161"/>
                  </a:cubicBezTo>
                  <a:lnTo>
                    <a:pt x="31388" y="26235"/>
                  </a:lnTo>
                  <a:lnTo>
                    <a:pt x="31363" y="26260"/>
                  </a:lnTo>
                  <a:cubicBezTo>
                    <a:pt x="31014" y="26559"/>
                    <a:pt x="30716" y="26883"/>
                    <a:pt x="30367" y="27181"/>
                  </a:cubicBezTo>
                  <a:cubicBezTo>
                    <a:pt x="29919" y="27629"/>
                    <a:pt x="29421" y="28102"/>
                    <a:pt x="28949" y="28525"/>
                  </a:cubicBezTo>
                  <a:cubicBezTo>
                    <a:pt x="28749" y="28724"/>
                    <a:pt x="28600" y="28899"/>
                    <a:pt x="28426" y="29048"/>
                  </a:cubicBezTo>
                  <a:cubicBezTo>
                    <a:pt x="26211" y="31263"/>
                    <a:pt x="24120" y="33578"/>
                    <a:pt x="22228" y="35968"/>
                  </a:cubicBezTo>
                  <a:lnTo>
                    <a:pt x="22153" y="35968"/>
                  </a:lnTo>
                  <a:lnTo>
                    <a:pt x="22228" y="35893"/>
                  </a:lnTo>
                  <a:cubicBezTo>
                    <a:pt x="22701" y="35321"/>
                    <a:pt x="23174" y="34723"/>
                    <a:pt x="23672" y="34126"/>
                  </a:cubicBezTo>
                  <a:cubicBezTo>
                    <a:pt x="23871" y="33902"/>
                    <a:pt x="24095" y="33653"/>
                    <a:pt x="24269" y="33454"/>
                  </a:cubicBezTo>
                  <a:cubicBezTo>
                    <a:pt x="24642" y="33006"/>
                    <a:pt x="25041" y="32583"/>
                    <a:pt x="25414" y="32135"/>
                  </a:cubicBezTo>
                  <a:cubicBezTo>
                    <a:pt x="26036" y="31462"/>
                    <a:pt x="26659" y="30790"/>
                    <a:pt x="27281" y="30118"/>
                  </a:cubicBezTo>
                  <a:lnTo>
                    <a:pt x="27405" y="29994"/>
                  </a:lnTo>
                  <a:cubicBezTo>
                    <a:pt x="27853" y="29521"/>
                    <a:pt x="28326" y="29048"/>
                    <a:pt x="28774" y="28625"/>
                  </a:cubicBezTo>
                  <a:lnTo>
                    <a:pt x="29073" y="28351"/>
                  </a:lnTo>
                  <a:cubicBezTo>
                    <a:pt x="29471" y="27928"/>
                    <a:pt x="29919" y="27530"/>
                    <a:pt x="30342" y="27131"/>
                  </a:cubicBezTo>
                  <a:lnTo>
                    <a:pt x="30716" y="26758"/>
                  </a:lnTo>
                  <a:cubicBezTo>
                    <a:pt x="31114" y="26385"/>
                    <a:pt x="31512" y="26011"/>
                    <a:pt x="31935" y="25663"/>
                  </a:cubicBezTo>
                  <a:cubicBezTo>
                    <a:pt x="32085" y="25514"/>
                    <a:pt x="32234" y="25389"/>
                    <a:pt x="32408" y="25240"/>
                  </a:cubicBezTo>
                  <a:cubicBezTo>
                    <a:pt x="32807" y="24891"/>
                    <a:pt x="33205" y="24543"/>
                    <a:pt x="33578" y="24194"/>
                  </a:cubicBezTo>
                  <a:cubicBezTo>
                    <a:pt x="33728" y="24045"/>
                    <a:pt x="33927" y="23921"/>
                    <a:pt x="34076" y="23771"/>
                  </a:cubicBezTo>
                  <a:cubicBezTo>
                    <a:pt x="34474" y="23423"/>
                    <a:pt x="34922" y="23074"/>
                    <a:pt x="35346" y="22751"/>
                  </a:cubicBezTo>
                  <a:lnTo>
                    <a:pt x="35818" y="22377"/>
                  </a:lnTo>
                  <a:cubicBezTo>
                    <a:pt x="36341" y="21929"/>
                    <a:pt x="36914" y="21506"/>
                    <a:pt x="37461" y="21083"/>
                  </a:cubicBezTo>
                  <a:cubicBezTo>
                    <a:pt x="37511" y="21058"/>
                    <a:pt x="37536" y="21033"/>
                    <a:pt x="37586" y="21008"/>
                  </a:cubicBezTo>
                  <a:cubicBezTo>
                    <a:pt x="38258" y="20560"/>
                    <a:pt x="38805" y="20162"/>
                    <a:pt x="39378" y="19764"/>
                  </a:cubicBezTo>
                  <a:close/>
                  <a:moveTo>
                    <a:pt x="90654" y="35918"/>
                  </a:moveTo>
                  <a:cubicBezTo>
                    <a:pt x="90654" y="35943"/>
                    <a:pt x="90604" y="35943"/>
                    <a:pt x="90604" y="35968"/>
                  </a:cubicBezTo>
                  <a:lnTo>
                    <a:pt x="90554" y="35968"/>
                  </a:lnTo>
                  <a:lnTo>
                    <a:pt x="90554" y="35943"/>
                  </a:lnTo>
                  <a:cubicBezTo>
                    <a:pt x="90604" y="35943"/>
                    <a:pt x="90604" y="35943"/>
                    <a:pt x="90654" y="35918"/>
                  </a:cubicBezTo>
                  <a:close/>
                  <a:moveTo>
                    <a:pt x="21382" y="35918"/>
                  </a:moveTo>
                  <a:cubicBezTo>
                    <a:pt x="21407" y="35918"/>
                    <a:pt x="21407" y="35918"/>
                    <a:pt x="21456" y="35943"/>
                  </a:cubicBezTo>
                  <a:cubicBezTo>
                    <a:pt x="21456" y="35968"/>
                    <a:pt x="21407" y="35968"/>
                    <a:pt x="21407" y="35993"/>
                  </a:cubicBezTo>
                  <a:cubicBezTo>
                    <a:pt x="21407" y="35968"/>
                    <a:pt x="21382" y="35968"/>
                    <a:pt x="21357" y="35968"/>
                  </a:cubicBezTo>
                  <a:cubicBezTo>
                    <a:pt x="21357" y="35943"/>
                    <a:pt x="21382" y="35943"/>
                    <a:pt x="21382" y="35918"/>
                  </a:cubicBezTo>
                  <a:close/>
                  <a:moveTo>
                    <a:pt x="48214" y="35968"/>
                  </a:moveTo>
                  <a:cubicBezTo>
                    <a:pt x="48214" y="35993"/>
                    <a:pt x="48239" y="35993"/>
                    <a:pt x="48239" y="36042"/>
                  </a:cubicBezTo>
                  <a:lnTo>
                    <a:pt x="48214" y="36067"/>
                  </a:lnTo>
                  <a:cubicBezTo>
                    <a:pt x="48164" y="36042"/>
                    <a:pt x="48164" y="36042"/>
                    <a:pt x="48164" y="35993"/>
                  </a:cubicBezTo>
                  <a:lnTo>
                    <a:pt x="48214" y="35968"/>
                  </a:lnTo>
                  <a:close/>
                  <a:moveTo>
                    <a:pt x="21655" y="35968"/>
                  </a:moveTo>
                  <a:cubicBezTo>
                    <a:pt x="21755" y="35993"/>
                    <a:pt x="21805" y="36042"/>
                    <a:pt x="21904" y="36067"/>
                  </a:cubicBezTo>
                  <a:cubicBezTo>
                    <a:pt x="21904" y="36092"/>
                    <a:pt x="21879" y="36092"/>
                    <a:pt x="21879" y="36117"/>
                  </a:cubicBezTo>
                  <a:cubicBezTo>
                    <a:pt x="21780" y="36092"/>
                    <a:pt x="21730" y="36067"/>
                    <a:pt x="21631" y="36042"/>
                  </a:cubicBezTo>
                  <a:cubicBezTo>
                    <a:pt x="21631" y="35993"/>
                    <a:pt x="21655" y="35993"/>
                    <a:pt x="21655" y="35968"/>
                  </a:cubicBezTo>
                  <a:close/>
                  <a:moveTo>
                    <a:pt x="18230" y="35762"/>
                  </a:moveTo>
                  <a:lnTo>
                    <a:pt x="18230" y="35762"/>
                  </a:lnTo>
                  <a:cubicBezTo>
                    <a:pt x="18123" y="35893"/>
                    <a:pt x="18014" y="36041"/>
                    <a:pt x="17872" y="36190"/>
                  </a:cubicBezTo>
                  <a:lnTo>
                    <a:pt x="17872" y="36190"/>
                  </a:lnTo>
                  <a:cubicBezTo>
                    <a:pt x="17873" y="36167"/>
                    <a:pt x="17897" y="36166"/>
                    <a:pt x="17897" y="36117"/>
                  </a:cubicBezTo>
                  <a:cubicBezTo>
                    <a:pt x="17897" y="36092"/>
                    <a:pt x="17922" y="36092"/>
                    <a:pt x="17972" y="36067"/>
                  </a:cubicBezTo>
                  <a:cubicBezTo>
                    <a:pt x="18021" y="35968"/>
                    <a:pt x="18121" y="35868"/>
                    <a:pt x="18171" y="35769"/>
                  </a:cubicBezTo>
                  <a:lnTo>
                    <a:pt x="18196" y="35769"/>
                  </a:lnTo>
                  <a:cubicBezTo>
                    <a:pt x="18196" y="35769"/>
                    <a:pt x="18215" y="35769"/>
                    <a:pt x="18230" y="35762"/>
                  </a:cubicBezTo>
                  <a:close/>
                  <a:moveTo>
                    <a:pt x="56379" y="29869"/>
                  </a:moveTo>
                  <a:cubicBezTo>
                    <a:pt x="56851" y="30467"/>
                    <a:pt x="57250" y="31064"/>
                    <a:pt x="57698" y="31687"/>
                  </a:cubicBezTo>
                  <a:cubicBezTo>
                    <a:pt x="54810" y="32732"/>
                    <a:pt x="51774" y="34350"/>
                    <a:pt x="48787" y="36466"/>
                  </a:cubicBezTo>
                  <a:cubicBezTo>
                    <a:pt x="48712" y="36341"/>
                    <a:pt x="48613" y="36192"/>
                    <a:pt x="48488" y="36067"/>
                  </a:cubicBezTo>
                  <a:cubicBezTo>
                    <a:pt x="51027" y="33927"/>
                    <a:pt x="53690" y="31836"/>
                    <a:pt x="56379" y="29869"/>
                  </a:cubicBezTo>
                  <a:close/>
                  <a:moveTo>
                    <a:pt x="116812" y="34716"/>
                  </a:moveTo>
                  <a:lnTo>
                    <a:pt x="116812" y="34716"/>
                  </a:lnTo>
                  <a:cubicBezTo>
                    <a:pt x="116659" y="35317"/>
                    <a:pt x="116473" y="35912"/>
                    <a:pt x="116258" y="36496"/>
                  </a:cubicBezTo>
                  <a:lnTo>
                    <a:pt x="116258" y="36496"/>
                  </a:lnTo>
                  <a:cubicBezTo>
                    <a:pt x="116461" y="35898"/>
                    <a:pt x="116650" y="35312"/>
                    <a:pt x="116812" y="34716"/>
                  </a:cubicBezTo>
                  <a:close/>
                  <a:moveTo>
                    <a:pt x="48364" y="36167"/>
                  </a:moveTo>
                  <a:cubicBezTo>
                    <a:pt x="48463" y="36291"/>
                    <a:pt x="48538" y="36416"/>
                    <a:pt x="48637" y="36565"/>
                  </a:cubicBezTo>
                  <a:lnTo>
                    <a:pt x="48613" y="36590"/>
                  </a:lnTo>
                  <a:cubicBezTo>
                    <a:pt x="48513" y="36466"/>
                    <a:pt x="48413" y="36341"/>
                    <a:pt x="48339" y="36192"/>
                  </a:cubicBezTo>
                  <a:lnTo>
                    <a:pt x="48364" y="36167"/>
                  </a:lnTo>
                  <a:close/>
                  <a:moveTo>
                    <a:pt x="97037" y="25437"/>
                  </a:moveTo>
                  <a:cubicBezTo>
                    <a:pt x="99657" y="25437"/>
                    <a:pt x="102099" y="25775"/>
                    <a:pt x="104294" y="26459"/>
                  </a:cubicBezTo>
                  <a:cubicBezTo>
                    <a:pt x="104095" y="28028"/>
                    <a:pt x="103796" y="29645"/>
                    <a:pt x="103398" y="31338"/>
                  </a:cubicBezTo>
                  <a:cubicBezTo>
                    <a:pt x="102552" y="33180"/>
                    <a:pt x="101506" y="34947"/>
                    <a:pt x="100237" y="36590"/>
                  </a:cubicBezTo>
                  <a:cubicBezTo>
                    <a:pt x="100112" y="36565"/>
                    <a:pt x="99988" y="36490"/>
                    <a:pt x="99863" y="36466"/>
                  </a:cubicBezTo>
                  <a:cubicBezTo>
                    <a:pt x="99614" y="36366"/>
                    <a:pt x="99365" y="36316"/>
                    <a:pt x="99067" y="36217"/>
                  </a:cubicBezTo>
                  <a:cubicBezTo>
                    <a:pt x="98917" y="36192"/>
                    <a:pt x="98743" y="36117"/>
                    <a:pt x="98569" y="36092"/>
                  </a:cubicBezTo>
                  <a:lnTo>
                    <a:pt x="97822" y="35918"/>
                  </a:lnTo>
                  <a:cubicBezTo>
                    <a:pt x="97673" y="35868"/>
                    <a:pt x="97499" y="35843"/>
                    <a:pt x="97324" y="35818"/>
                  </a:cubicBezTo>
                  <a:cubicBezTo>
                    <a:pt x="97250" y="35818"/>
                    <a:pt x="97150" y="35794"/>
                    <a:pt x="97076" y="35794"/>
                  </a:cubicBezTo>
                  <a:lnTo>
                    <a:pt x="96528" y="35694"/>
                  </a:lnTo>
                  <a:cubicBezTo>
                    <a:pt x="96279" y="35669"/>
                    <a:pt x="96030" y="35619"/>
                    <a:pt x="95756" y="35619"/>
                  </a:cubicBezTo>
                  <a:cubicBezTo>
                    <a:pt x="95632" y="35619"/>
                    <a:pt x="95507" y="35594"/>
                    <a:pt x="95408" y="35594"/>
                  </a:cubicBezTo>
                  <a:cubicBezTo>
                    <a:pt x="94039" y="35221"/>
                    <a:pt x="92670" y="34947"/>
                    <a:pt x="91301" y="34748"/>
                  </a:cubicBezTo>
                  <a:cubicBezTo>
                    <a:pt x="92421" y="31612"/>
                    <a:pt x="93217" y="28525"/>
                    <a:pt x="93665" y="25613"/>
                  </a:cubicBezTo>
                  <a:cubicBezTo>
                    <a:pt x="94817" y="25496"/>
                    <a:pt x="95943" y="25437"/>
                    <a:pt x="97037" y="25437"/>
                  </a:cubicBezTo>
                  <a:close/>
                  <a:moveTo>
                    <a:pt x="57797" y="31836"/>
                  </a:moveTo>
                  <a:cubicBezTo>
                    <a:pt x="57797" y="31861"/>
                    <a:pt x="57822" y="31861"/>
                    <a:pt x="57822" y="31886"/>
                  </a:cubicBezTo>
                  <a:cubicBezTo>
                    <a:pt x="54960" y="32956"/>
                    <a:pt x="51898" y="34574"/>
                    <a:pt x="48911" y="36665"/>
                  </a:cubicBezTo>
                  <a:cubicBezTo>
                    <a:pt x="48911" y="36665"/>
                    <a:pt x="48911" y="36615"/>
                    <a:pt x="48886" y="36615"/>
                  </a:cubicBezTo>
                  <a:cubicBezTo>
                    <a:pt x="51873" y="34499"/>
                    <a:pt x="54885" y="32931"/>
                    <a:pt x="57797" y="31836"/>
                  </a:cubicBezTo>
                  <a:close/>
                  <a:moveTo>
                    <a:pt x="103224" y="32209"/>
                  </a:moveTo>
                  <a:cubicBezTo>
                    <a:pt x="103174" y="32309"/>
                    <a:pt x="103149" y="32383"/>
                    <a:pt x="103149" y="32483"/>
                  </a:cubicBezTo>
                  <a:cubicBezTo>
                    <a:pt x="102377" y="33952"/>
                    <a:pt x="101506" y="35345"/>
                    <a:pt x="100486" y="36690"/>
                  </a:cubicBezTo>
                  <a:cubicBezTo>
                    <a:pt x="100436" y="36690"/>
                    <a:pt x="100436" y="36665"/>
                    <a:pt x="100411" y="36665"/>
                  </a:cubicBezTo>
                  <a:cubicBezTo>
                    <a:pt x="101506" y="35246"/>
                    <a:pt x="102427" y="33752"/>
                    <a:pt x="103224" y="32209"/>
                  </a:cubicBezTo>
                  <a:close/>
                  <a:moveTo>
                    <a:pt x="87061" y="34883"/>
                  </a:moveTo>
                  <a:cubicBezTo>
                    <a:pt x="88227" y="34883"/>
                    <a:pt x="89439" y="34976"/>
                    <a:pt x="90678" y="35121"/>
                  </a:cubicBezTo>
                  <a:cubicBezTo>
                    <a:pt x="90604" y="35345"/>
                    <a:pt x="90529" y="35545"/>
                    <a:pt x="90454" y="35744"/>
                  </a:cubicBezTo>
                  <a:cubicBezTo>
                    <a:pt x="90156" y="35794"/>
                    <a:pt x="89857" y="35843"/>
                    <a:pt x="89558" y="35868"/>
                  </a:cubicBezTo>
                  <a:cubicBezTo>
                    <a:pt x="89459" y="35868"/>
                    <a:pt x="89409" y="35918"/>
                    <a:pt x="89309" y="35918"/>
                  </a:cubicBezTo>
                  <a:lnTo>
                    <a:pt x="89210" y="35918"/>
                  </a:lnTo>
                  <a:cubicBezTo>
                    <a:pt x="89085" y="35943"/>
                    <a:pt x="88986" y="35943"/>
                    <a:pt x="88861" y="35968"/>
                  </a:cubicBezTo>
                  <a:lnTo>
                    <a:pt x="88314" y="36067"/>
                  </a:lnTo>
                  <a:cubicBezTo>
                    <a:pt x="88239" y="36067"/>
                    <a:pt x="88189" y="36092"/>
                    <a:pt x="88115" y="36092"/>
                  </a:cubicBezTo>
                  <a:lnTo>
                    <a:pt x="87667" y="36192"/>
                  </a:lnTo>
                  <a:cubicBezTo>
                    <a:pt x="87492" y="36217"/>
                    <a:pt x="87368" y="36242"/>
                    <a:pt x="87219" y="36291"/>
                  </a:cubicBezTo>
                  <a:cubicBezTo>
                    <a:pt x="86945" y="36341"/>
                    <a:pt x="86671" y="36416"/>
                    <a:pt x="86347" y="36466"/>
                  </a:cubicBezTo>
                  <a:cubicBezTo>
                    <a:pt x="86223" y="36490"/>
                    <a:pt x="86099" y="36515"/>
                    <a:pt x="85999" y="36565"/>
                  </a:cubicBezTo>
                  <a:lnTo>
                    <a:pt x="85551" y="36665"/>
                  </a:lnTo>
                  <a:lnTo>
                    <a:pt x="85252" y="36739"/>
                  </a:lnTo>
                  <a:cubicBezTo>
                    <a:pt x="85451" y="36167"/>
                    <a:pt x="85626" y="35545"/>
                    <a:pt x="85800" y="34922"/>
                  </a:cubicBezTo>
                  <a:cubicBezTo>
                    <a:pt x="86213" y="34896"/>
                    <a:pt x="86634" y="34883"/>
                    <a:pt x="87061" y="34883"/>
                  </a:cubicBezTo>
                  <a:close/>
                  <a:moveTo>
                    <a:pt x="85576" y="34922"/>
                  </a:moveTo>
                  <a:cubicBezTo>
                    <a:pt x="85426" y="35545"/>
                    <a:pt x="85227" y="36192"/>
                    <a:pt x="85003" y="36789"/>
                  </a:cubicBezTo>
                  <a:cubicBezTo>
                    <a:pt x="84986" y="36789"/>
                    <a:pt x="84968" y="36789"/>
                    <a:pt x="84959" y="36798"/>
                  </a:cubicBezTo>
                  <a:lnTo>
                    <a:pt x="84959" y="36798"/>
                  </a:lnTo>
                  <a:cubicBezTo>
                    <a:pt x="85181" y="36181"/>
                    <a:pt x="85353" y="35564"/>
                    <a:pt x="85501" y="34922"/>
                  </a:cubicBezTo>
                  <a:close/>
                  <a:moveTo>
                    <a:pt x="96542" y="35920"/>
                  </a:moveTo>
                  <a:lnTo>
                    <a:pt x="96542" y="35920"/>
                  </a:lnTo>
                  <a:cubicBezTo>
                    <a:pt x="96689" y="35943"/>
                    <a:pt x="96881" y="35944"/>
                    <a:pt x="97026" y="35968"/>
                  </a:cubicBezTo>
                  <a:cubicBezTo>
                    <a:pt x="97125" y="35968"/>
                    <a:pt x="97200" y="35993"/>
                    <a:pt x="97300" y="35993"/>
                  </a:cubicBezTo>
                  <a:cubicBezTo>
                    <a:pt x="98270" y="36217"/>
                    <a:pt x="99191" y="36441"/>
                    <a:pt x="100062" y="36789"/>
                  </a:cubicBezTo>
                  <a:cubicBezTo>
                    <a:pt x="100054" y="36797"/>
                    <a:pt x="100049" y="36800"/>
                    <a:pt x="100046" y="36800"/>
                  </a:cubicBezTo>
                  <a:cubicBezTo>
                    <a:pt x="100040" y="36800"/>
                    <a:pt x="100046" y="36789"/>
                    <a:pt x="100062" y="36789"/>
                  </a:cubicBezTo>
                  <a:cubicBezTo>
                    <a:pt x="99689" y="36690"/>
                    <a:pt x="99390" y="36565"/>
                    <a:pt x="99017" y="36466"/>
                  </a:cubicBezTo>
                  <a:cubicBezTo>
                    <a:pt x="98942" y="36441"/>
                    <a:pt x="98868" y="36441"/>
                    <a:pt x="98793" y="36416"/>
                  </a:cubicBezTo>
                  <a:cubicBezTo>
                    <a:pt x="98445" y="36316"/>
                    <a:pt x="98121" y="36242"/>
                    <a:pt x="97772" y="36167"/>
                  </a:cubicBezTo>
                  <a:cubicBezTo>
                    <a:pt x="97648" y="36117"/>
                    <a:pt x="97548" y="36117"/>
                    <a:pt x="97424" y="36092"/>
                  </a:cubicBezTo>
                  <a:cubicBezTo>
                    <a:pt x="97374" y="36092"/>
                    <a:pt x="97324" y="36067"/>
                    <a:pt x="97275" y="36067"/>
                  </a:cubicBezTo>
                  <a:cubicBezTo>
                    <a:pt x="97200" y="36067"/>
                    <a:pt x="97175" y="36042"/>
                    <a:pt x="97125" y="36042"/>
                  </a:cubicBezTo>
                  <a:cubicBezTo>
                    <a:pt x="97051" y="36042"/>
                    <a:pt x="97026" y="36042"/>
                    <a:pt x="96951" y="35993"/>
                  </a:cubicBezTo>
                  <a:cubicBezTo>
                    <a:pt x="96901" y="35993"/>
                    <a:pt x="96827" y="35968"/>
                    <a:pt x="96777" y="35968"/>
                  </a:cubicBezTo>
                  <a:cubicBezTo>
                    <a:pt x="96752" y="35968"/>
                    <a:pt x="96677" y="35943"/>
                    <a:pt x="96652" y="35943"/>
                  </a:cubicBezTo>
                  <a:lnTo>
                    <a:pt x="96627" y="35943"/>
                  </a:lnTo>
                  <a:cubicBezTo>
                    <a:pt x="96587" y="35943"/>
                    <a:pt x="96563" y="35926"/>
                    <a:pt x="96542" y="35920"/>
                  </a:cubicBezTo>
                  <a:close/>
                  <a:moveTo>
                    <a:pt x="90380" y="35943"/>
                  </a:moveTo>
                  <a:lnTo>
                    <a:pt x="90380" y="35968"/>
                  </a:lnTo>
                  <a:lnTo>
                    <a:pt x="90380" y="35993"/>
                  </a:lnTo>
                  <a:cubicBezTo>
                    <a:pt x="90106" y="36042"/>
                    <a:pt x="89857" y="36067"/>
                    <a:pt x="89608" y="36092"/>
                  </a:cubicBezTo>
                  <a:cubicBezTo>
                    <a:pt x="89534" y="36092"/>
                    <a:pt x="89434" y="36117"/>
                    <a:pt x="89359" y="36117"/>
                  </a:cubicBezTo>
                  <a:cubicBezTo>
                    <a:pt x="88662" y="36217"/>
                    <a:pt x="87940" y="36341"/>
                    <a:pt x="87219" y="36490"/>
                  </a:cubicBezTo>
                  <a:cubicBezTo>
                    <a:pt x="86870" y="36565"/>
                    <a:pt x="86547" y="36665"/>
                    <a:pt x="86198" y="36739"/>
                  </a:cubicBezTo>
                  <a:cubicBezTo>
                    <a:pt x="85850" y="36839"/>
                    <a:pt x="85501" y="36938"/>
                    <a:pt x="85178" y="36988"/>
                  </a:cubicBezTo>
                  <a:lnTo>
                    <a:pt x="85178" y="36963"/>
                  </a:lnTo>
                  <a:lnTo>
                    <a:pt x="85178" y="36938"/>
                  </a:lnTo>
                  <a:cubicBezTo>
                    <a:pt x="86596" y="36565"/>
                    <a:pt x="87965" y="36242"/>
                    <a:pt x="89334" y="36067"/>
                  </a:cubicBezTo>
                  <a:cubicBezTo>
                    <a:pt x="89434" y="36067"/>
                    <a:pt x="89534" y="36042"/>
                    <a:pt x="89608" y="36042"/>
                  </a:cubicBezTo>
                  <a:cubicBezTo>
                    <a:pt x="89857" y="35993"/>
                    <a:pt x="90131" y="35968"/>
                    <a:pt x="90380" y="35943"/>
                  </a:cubicBezTo>
                  <a:close/>
                  <a:moveTo>
                    <a:pt x="98121" y="36466"/>
                  </a:moveTo>
                  <a:lnTo>
                    <a:pt x="98121" y="36466"/>
                  </a:lnTo>
                  <a:cubicBezTo>
                    <a:pt x="98295" y="36490"/>
                    <a:pt x="98494" y="36515"/>
                    <a:pt x="98669" y="36590"/>
                  </a:cubicBezTo>
                  <a:cubicBezTo>
                    <a:pt x="98917" y="36665"/>
                    <a:pt x="99141" y="36739"/>
                    <a:pt x="99390" y="36814"/>
                  </a:cubicBezTo>
                  <a:cubicBezTo>
                    <a:pt x="99565" y="36864"/>
                    <a:pt x="99764" y="36914"/>
                    <a:pt x="99913" y="36963"/>
                  </a:cubicBezTo>
                  <a:cubicBezTo>
                    <a:pt x="99888" y="37038"/>
                    <a:pt x="99814" y="37063"/>
                    <a:pt x="99789" y="37113"/>
                  </a:cubicBezTo>
                  <a:lnTo>
                    <a:pt x="98121" y="36466"/>
                  </a:lnTo>
                  <a:close/>
                  <a:moveTo>
                    <a:pt x="102925" y="33304"/>
                  </a:moveTo>
                  <a:lnTo>
                    <a:pt x="102925" y="33304"/>
                  </a:lnTo>
                  <a:cubicBezTo>
                    <a:pt x="102552" y="34599"/>
                    <a:pt x="102153" y="35918"/>
                    <a:pt x="101730" y="37187"/>
                  </a:cubicBezTo>
                  <a:cubicBezTo>
                    <a:pt x="101631" y="37163"/>
                    <a:pt x="101531" y="37088"/>
                    <a:pt x="101431" y="37038"/>
                  </a:cubicBezTo>
                  <a:cubicBezTo>
                    <a:pt x="101307" y="36963"/>
                    <a:pt x="101183" y="36938"/>
                    <a:pt x="101033" y="36864"/>
                  </a:cubicBezTo>
                  <a:cubicBezTo>
                    <a:pt x="100909" y="36814"/>
                    <a:pt x="100784" y="36789"/>
                    <a:pt x="100660" y="36714"/>
                  </a:cubicBezTo>
                  <a:cubicBezTo>
                    <a:pt x="101506" y="35619"/>
                    <a:pt x="102278" y="34474"/>
                    <a:pt x="102925" y="33304"/>
                  </a:cubicBezTo>
                  <a:close/>
                  <a:moveTo>
                    <a:pt x="100162" y="37038"/>
                  </a:moveTo>
                  <a:cubicBezTo>
                    <a:pt x="100137" y="37088"/>
                    <a:pt x="100062" y="37138"/>
                    <a:pt x="100038" y="37212"/>
                  </a:cubicBezTo>
                  <a:cubicBezTo>
                    <a:pt x="100013" y="37212"/>
                    <a:pt x="100013" y="37187"/>
                    <a:pt x="99988" y="37187"/>
                  </a:cubicBezTo>
                  <a:cubicBezTo>
                    <a:pt x="100013" y="37113"/>
                    <a:pt x="100062" y="37088"/>
                    <a:pt x="100112" y="37038"/>
                  </a:cubicBezTo>
                  <a:close/>
                  <a:moveTo>
                    <a:pt x="96478" y="36167"/>
                  </a:moveTo>
                  <a:lnTo>
                    <a:pt x="96478" y="36167"/>
                  </a:lnTo>
                  <a:cubicBezTo>
                    <a:pt x="96578" y="36192"/>
                    <a:pt x="96677" y="36217"/>
                    <a:pt x="96777" y="36217"/>
                  </a:cubicBezTo>
                  <a:cubicBezTo>
                    <a:pt x="97748" y="36515"/>
                    <a:pt x="98693" y="36864"/>
                    <a:pt x="99664" y="37237"/>
                  </a:cubicBezTo>
                  <a:lnTo>
                    <a:pt x="99639" y="37287"/>
                  </a:lnTo>
                  <a:cubicBezTo>
                    <a:pt x="98619" y="36839"/>
                    <a:pt x="97548" y="36466"/>
                    <a:pt x="96478" y="36167"/>
                  </a:cubicBezTo>
                  <a:close/>
                  <a:moveTo>
                    <a:pt x="103423" y="32334"/>
                  </a:moveTo>
                  <a:cubicBezTo>
                    <a:pt x="103024" y="33976"/>
                    <a:pt x="102502" y="35619"/>
                    <a:pt x="101929" y="37312"/>
                  </a:cubicBezTo>
                  <a:cubicBezTo>
                    <a:pt x="101904" y="37312"/>
                    <a:pt x="101904" y="37287"/>
                    <a:pt x="101880" y="37287"/>
                  </a:cubicBezTo>
                  <a:cubicBezTo>
                    <a:pt x="102427" y="35694"/>
                    <a:pt x="102900" y="34126"/>
                    <a:pt x="103298" y="32583"/>
                  </a:cubicBezTo>
                  <a:cubicBezTo>
                    <a:pt x="103348" y="32483"/>
                    <a:pt x="103398" y="32433"/>
                    <a:pt x="103423" y="32334"/>
                  </a:cubicBezTo>
                  <a:close/>
                  <a:moveTo>
                    <a:pt x="113479" y="21631"/>
                  </a:moveTo>
                  <a:lnTo>
                    <a:pt x="113479" y="21631"/>
                  </a:lnTo>
                  <a:cubicBezTo>
                    <a:pt x="115072" y="23622"/>
                    <a:pt x="116217" y="26011"/>
                    <a:pt x="116939" y="28724"/>
                  </a:cubicBezTo>
                  <a:cubicBezTo>
                    <a:pt x="116939" y="29148"/>
                    <a:pt x="116964" y="29596"/>
                    <a:pt x="116988" y="30019"/>
                  </a:cubicBezTo>
                  <a:lnTo>
                    <a:pt x="116988" y="30218"/>
                  </a:lnTo>
                  <a:cubicBezTo>
                    <a:pt x="117038" y="30591"/>
                    <a:pt x="116988" y="30965"/>
                    <a:pt x="116988" y="31338"/>
                  </a:cubicBezTo>
                  <a:lnTo>
                    <a:pt x="116988" y="31662"/>
                  </a:lnTo>
                  <a:lnTo>
                    <a:pt x="116988" y="31786"/>
                  </a:lnTo>
                  <a:cubicBezTo>
                    <a:pt x="116988" y="31886"/>
                    <a:pt x="116988" y="32010"/>
                    <a:pt x="116964" y="32110"/>
                  </a:cubicBezTo>
                  <a:cubicBezTo>
                    <a:pt x="116964" y="32234"/>
                    <a:pt x="116939" y="32383"/>
                    <a:pt x="116939" y="32508"/>
                  </a:cubicBezTo>
                  <a:cubicBezTo>
                    <a:pt x="116889" y="32707"/>
                    <a:pt x="116889" y="32906"/>
                    <a:pt x="116864" y="33105"/>
                  </a:cubicBezTo>
                  <a:cubicBezTo>
                    <a:pt x="116864" y="33130"/>
                    <a:pt x="116864" y="33180"/>
                    <a:pt x="116839" y="33205"/>
                  </a:cubicBezTo>
                  <a:cubicBezTo>
                    <a:pt x="116839" y="33230"/>
                    <a:pt x="116839" y="33255"/>
                    <a:pt x="116814" y="33329"/>
                  </a:cubicBezTo>
                  <a:cubicBezTo>
                    <a:pt x="116764" y="33603"/>
                    <a:pt x="116715" y="33877"/>
                    <a:pt x="116640" y="34176"/>
                  </a:cubicBezTo>
                  <a:cubicBezTo>
                    <a:pt x="116615" y="34225"/>
                    <a:pt x="116615" y="34325"/>
                    <a:pt x="116615" y="34375"/>
                  </a:cubicBezTo>
                  <a:cubicBezTo>
                    <a:pt x="116366" y="35370"/>
                    <a:pt x="116067" y="36416"/>
                    <a:pt x="115619" y="37362"/>
                  </a:cubicBezTo>
                  <a:cubicBezTo>
                    <a:pt x="115122" y="35719"/>
                    <a:pt x="114474" y="34225"/>
                    <a:pt x="113628" y="32881"/>
                  </a:cubicBezTo>
                  <a:cubicBezTo>
                    <a:pt x="113728" y="32234"/>
                    <a:pt x="113777" y="31612"/>
                    <a:pt x="113852" y="30990"/>
                  </a:cubicBezTo>
                  <a:cubicBezTo>
                    <a:pt x="113852" y="30865"/>
                    <a:pt x="113877" y="30741"/>
                    <a:pt x="113877" y="30616"/>
                  </a:cubicBezTo>
                  <a:cubicBezTo>
                    <a:pt x="113952" y="29969"/>
                    <a:pt x="113977" y="29347"/>
                    <a:pt x="114001" y="28700"/>
                  </a:cubicBezTo>
                  <a:lnTo>
                    <a:pt x="114001" y="28202"/>
                  </a:lnTo>
                  <a:lnTo>
                    <a:pt x="114001" y="26708"/>
                  </a:lnTo>
                  <a:lnTo>
                    <a:pt x="114001" y="26210"/>
                  </a:lnTo>
                  <a:cubicBezTo>
                    <a:pt x="113977" y="25613"/>
                    <a:pt x="113952" y="25041"/>
                    <a:pt x="113877" y="24468"/>
                  </a:cubicBezTo>
                  <a:cubicBezTo>
                    <a:pt x="113852" y="24269"/>
                    <a:pt x="113852" y="24120"/>
                    <a:pt x="113827" y="23921"/>
                  </a:cubicBezTo>
                  <a:cubicBezTo>
                    <a:pt x="113753" y="23348"/>
                    <a:pt x="113653" y="22751"/>
                    <a:pt x="113578" y="22178"/>
                  </a:cubicBezTo>
                  <a:cubicBezTo>
                    <a:pt x="113578" y="22128"/>
                    <a:pt x="113529" y="22054"/>
                    <a:pt x="113529" y="22004"/>
                  </a:cubicBezTo>
                  <a:cubicBezTo>
                    <a:pt x="113504" y="21879"/>
                    <a:pt x="113479" y="21755"/>
                    <a:pt x="113479" y="21631"/>
                  </a:cubicBezTo>
                  <a:close/>
                  <a:moveTo>
                    <a:pt x="65156" y="30581"/>
                  </a:moveTo>
                  <a:cubicBezTo>
                    <a:pt x="66537" y="30581"/>
                    <a:pt x="67809" y="30781"/>
                    <a:pt x="68949" y="31189"/>
                  </a:cubicBezTo>
                  <a:cubicBezTo>
                    <a:pt x="69148" y="32060"/>
                    <a:pt x="69397" y="32881"/>
                    <a:pt x="69695" y="33703"/>
                  </a:cubicBezTo>
                  <a:cubicBezTo>
                    <a:pt x="67704" y="34823"/>
                    <a:pt x="65762" y="36067"/>
                    <a:pt x="63796" y="37411"/>
                  </a:cubicBezTo>
                  <a:cubicBezTo>
                    <a:pt x="62452" y="35545"/>
                    <a:pt x="61307" y="33479"/>
                    <a:pt x="60361" y="31263"/>
                  </a:cubicBezTo>
                  <a:cubicBezTo>
                    <a:pt x="62063" y="30812"/>
                    <a:pt x="63672" y="30581"/>
                    <a:pt x="65156" y="30581"/>
                  </a:cubicBezTo>
                  <a:close/>
                  <a:moveTo>
                    <a:pt x="100510" y="36864"/>
                  </a:moveTo>
                  <a:cubicBezTo>
                    <a:pt x="100909" y="37063"/>
                    <a:pt x="101282" y="37212"/>
                    <a:pt x="101631" y="37411"/>
                  </a:cubicBezTo>
                  <a:cubicBezTo>
                    <a:pt x="101531" y="37362"/>
                    <a:pt x="101431" y="37337"/>
                    <a:pt x="101357" y="37287"/>
                  </a:cubicBezTo>
                  <a:cubicBezTo>
                    <a:pt x="101307" y="37237"/>
                    <a:pt x="101257" y="37237"/>
                    <a:pt x="101232" y="37212"/>
                  </a:cubicBezTo>
                  <a:cubicBezTo>
                    <a:pt x="101008" y="37113"/>
                    <a:pt x="100759" y="37038"/>
                    <a:pt x="100510" y="36938"/>
                  </a:cubicBezTo>
                  <a:lnTo>
                    <a:pt x="100510" y="36914"/>
                  </a:lnTo>
                  <a:lnTo>
                    <a:pt x="100510" y="36864"/>
                  </a:lnTo>
                  <a:close/>
                  <a:moveTo>
                    <a:pt x="99888" y="37343"/>
                  </a:moveTo>
                  <a:cubicBezTo>
                    <a:pt x="99894" y="37343"/>
                    <a:pt x="99901" y="37349"/>
                    <a:pt x="99913" y="37362"/>
                  </a:cubicBezTo>
                  <a:cubicBezTo>
                    <a:pt x="99913" y="37411"/>
                    <a:pt x="99888" y="37411"/>
                    <a:pt x="99888" y="37436"/>
                  </a:cubicBezTo>
                  <a:cubicBezTo>
                    <a:pt x="99863" y="37436"/>
                    <a:pt x="99863" y="37411"/>
                    <a:pt x="99814" y="37411"/>
                  </a:cubicBezTo>
                  <a:lnTo>
                    <a:pt x="99863" y="37362"/>
                  </a:lnTo>
                  <a:cubicBezTo>
                    <a:pt x="99876" y="37349"/>
                    <a:pt x="99882" y="37343"/>
                    <a:pt x="99888" y="37343"/>
                  </a:cubicBezTo>
                  <a:close/>
                  <a:moveTo>
                    <a:pt x="60187" y="31313"/>
                  </a:moveTo>
                  <a:cubicBezTo>
                    <a:pt x="61108" y="33553"/>
                    <a:pt x="62253" y="35619"/>
                    <a:pt x="63647" y="37486"/>
                  </a:cubicBezTo>
                  <a:lnTo>
                    <a:pt x="63572" y="37561"/>
                  </a:lnTo>
                  <a:cubicBezTo>
                    <a:pt x="62203" y="35694"/>
                    <a:pt x="61058" y="33578"/>
                    <a:pt x="60112" y="31338"/>
                  </a:cubicBezTo>
                  <a:cubicBezTo>
                    <a:pt x="60162" y="31338"/>
                    <a:pt x="60162" y="31338"/>
                    <a:pt x="60187" y="31313"/>
                  </a:cubicBezTo>
                  <a:close/>
                  <a:moveTo>
                    <a:pt x="101805" y="37461"/>
                  </a:moveTo>
                  <a:cubicBezTo>
                    <a:pt x="101855" y="37461"/>
                    <a:pt x="101855" y="37486"/>
                    <a:pt x="101880" y="37486"/>
                  </a:cubicBezTo>
                  <a:lnTo>
                    <a:pt x="101880" y="37536"/>
                  </a:lnTo>
                  <a:lnTo>
                    <a:pt x="101880" y="37561"/>
                  </a:lnTo>
                  <a:cubicBezTo>
                    <a:pt x="101805" y="37536"/>
                    <a:pt x="101805" y="37536"/>
                    <a:pt x="101780" y="37536"/>
                  </a:cubicBezTo>
                  <a:cubicBezTo>
                    <a:pt x="101780" y="37486"/>
                    <a:pt x="101805" y="37461"/>
                    <a:pt x="101805" y="37461"/>
                  </a:cubicBezTo>
                  <a:close/>
                  <a:moveTo>
                    <a:pt x="69745" y="33852"/>
                  </a:moveTo>
                  <a:cubicBezTo>
                    <a:pt x="69745" y="33877"/>
                    <a:pt x="69770" y="33877"/>
                    <a:pt x="69770" y="33927"/>
                  </a:cubicBezTo>
                  <a:cubicBezTo>
                    <a:pt x="67828" y="35072"/>
                    <a:pt x="65862" y="36291"/>
                    <a:pt x="63921" y="37611"/>
                  </a:cubicBezTo>
                  <a:cubicBezTo>
                    <a:pt x="63921" y="37586"/>
                    <a:pt x="63896" y="37586"/>
                    <a:pt x="63896" y="37561"/>
                  </a:cubicBezTo>
                  <a:cubicBezTo>
                    <a:pt x="65837" y="36217"/>
                    <a:pt x="67804" y="34997"/>
                    <a:pt x="69745" y="33852"/>
                  </a:cubicBezTo>
                  <a:close/>
                  <a:moveTo>
                    <a:pt x="113553" y="33180"/>
                  </a:moveTo>
                  <a:cubicBezTo>
                    <a:pt x="114350" y="34499"/>
                    <a:pt x="114997" y="35993"/>
                    <a:pt x="115470" y="37660"/>
                  </a:cubicBezTo>
                  <a:cubicBezTo>
                    <a:pt x="115470" y="37685"/>
                    <a:pt x="115445" y="37710"/>
                    <a:pt x="115445" y="37735"/>
                  </a:cubicBezTo>
                  <a:cubicBezTo>
                    <a:pt x="114997" y="36092"/>
                    <a:pt x="114350" y="34599"/>
                    <a:pt x="113553" y="33255"/>
                  </a:cubicBezTo>
                  <a:lnTo>
                    <a:pt x="113553" y="33180"/>
                  </a:lnTo>
                  <a:close/>
                  <a:moveTo>
                    <a:pt x="63746" y="37685"/>
                  </a:moveTo>
                  <a:cubicBezTo>
                    <a:pt x="63746" y="37710"/>
                    <a:pt x="63796" y="37710"/>
                    <a:pt x="63796" y="37735"/>
                  </a:cubicBezTo>
                  <a:cubicBezTo>
                    <a:pt x="63746" y="37735"/>
                    <a:pt x="63746" y="37760"/>
                    <a:pt x="63721" y="37760"/>
                  </a:cubicBezTo>
                  <a:cubicBezTo>
                    <a:pt x="63697" y="37735"/>
                    <a:pt x="63697" y="37710"/>
                    <a:pt x="63697" y="37710"/>
                  </a:cubicBezTo>
                  <a:cubicBezTo>
                    <a:pt x="63721" y="37710"/>
                    <a:pt x="63721" y="37685"/>
                    <a:pt x="63746" y="37685"/>
                  </a:cubicBezTo>
                  <a:close/>
                  <a:moveTo>
                    <a:pt x="116152" y="36779"/>
                  </a:moveTo>
                  <a:cubicBezTo>
                    <a:pt x="116024" y="37110"/>
                    <a:pt x="115888" y="37437"/>
                    <a:pt x="115744" y="37760"/>
                  </a:cubicBezTo>
                  <a:cubicBezTo>
                    <a:pt x="115744" y="37735"/>
                    <a:pt x="115744" y="37710"/>
                    <a:pt x="115719" y="37710"/>
                  </a:cubicBezTo>
                  <a:cubicBezTo>
                    <a:pt x="115719" y="37710"/>
                    <a:pt x="115719" y="37685"/>
                    <a:pt x="115744" y="37685"/>
                  </a:cubicBezTo>
                  <a:cubicBezTo>
                    <a:pt x="115794" y="37660"/>
                    <a:pt x="115794" y="37586"/>
                    <a:pt x="115819" y="37561"/>
                  </a:cubicBezTo>
                  <a:cubicBezTo>
                    <a:pt x="115918" y="37312"/>
                    <a:pt x="116043" y="37063"/>
                    <a:pt x="116117" y="36814"/>
                  </a:cubicBezTo>
                  <a:cubicBezTo>
                    <a:pt x="116133" y="36806"/>
                    <a:pt x="116143" y="36794"/>
                    <a:pt x="116152" y="36779"/>
                  </a:cubicBezTo>
                  <a:close/>
                  <a:moveTo>
                    <a:pt x="100311" y="37113"/>
                  </a:moveTo>
                  <a:cubicBezTo>
                    <a:pt x="100510" y="37187"/>
                    <a:pt x="100660" y="37237"/>
                    <a:pt x="100809" y="37312"/>
                  </a:cubicBezTo>
                  <a:cubicBezTo>
                    <a:pt x="101058" y="37411"/>
                    <a:pt x="101307" y="37486"/>
                    <a:pt x="101531" y="37611"/>
                  </a:cubicBezTo>
                  <a:cubicBezTo>
                    <a:pt x="101506" y="37685"/>
                    <a:pt x="101481" y="37760"/>
                    <a:pt x="101431" y="37835"/>
                  </a:cubicBezTo>
                  <a:cubicBezTo>
                    <a:pt x="101033" y="37635"/>
                    <a:pt x="100610" y="37461"/>
                    <a:pt x="100187" y="37262"/>
                  </a:cubicBezTo>
                  <a:cubicBezTo>
                    <a:pt x="100237" y="37212"/>
                    <a:pt x="100286" y="37187"/>
                    <a:pt x="100311" y="37113"/>
                  </a:cubicBezTo>
                  <a:close/>
                  <a:moveTo>
                    <a:pt x="72408" y="33678"/>
                  </a:moveTo>
                  <a:lnTo>
                    <a:pt x="72408" y="33678"/>
                  </a:lnTo>
                  <a:cubicBezTo>
                    <a:pt x="73031" y="34474"/>
                    <a:pt x="73504" y="35420"/>
                    <a:pt x="73777" y="36466"/>
                  </a:cubicBezTo>
                  <a:lnTo>
                    <a:pt x="73777" y="36490"/>
                  </a:lnTo>
                  <a:cubicBezTo>
                    <a:pt x="73777" y="36515"/>
                    <a:pt x="73777" y="36565"/>
                    <a:pt x="73802" y="36590"/>
                  </a:cubicBezTo>
                  <a:lnTo>
                    <a:pt x="73802" y="36690"/>
                  </a:lnTo>
                  <a:cubicBezTo>
                    <a:pt x="73852" y="36864"/>
                    <a:pt x="73877" y="37038"/>
                    <a:pt x="73902" y="37212"/>
                  </a:cubicBezTo>
                  <a:cubicBezTo>
                    <a:pt x="73902" y="37287"/>
                    <a:pt x="73927" y="37337"/>
                    <a:pt x="73927" y="37411"/>
                  </a:cubicBezTo>
                  <a:lnTo>
                    <a:pt x="73927" y="37486"/>
                  </a:lnTo>
                  <a:cubicBezTo>
                    <a:pt x="73927" y="37561"/>
                    <a:pt x="73977" y="37586"/>
                    <a:pt x="73977" y="37660"/>
                  </a:cubicBezTo>
                  <a:cubicBezTo>
                    <a:pt x="73977" y="37710"/>
                    <a:pt x="73977" y="37810"/>
                    <a:pt x="73927" y="37859"/>
                  </a:cubicBezTo>
                  <a:cubicBezTo>
                    <a:pt x="73753" y="37536"/>
                    <a:pt x="73603" y="37187"/>
                    <a:pt x="73429" y="36814"/>
                  </a:cubicBezTo>
                  <a:cubicBezTo>
                    <a:pt x="73404" y="36714"/>
                    <a:pt x="73354" y="36615"/>
                    <a:pt x="73304" y="36490"/>
                  </a:cubicBezTo>
                  <a:cubicBezTo>
                    <a:pt x="73155" y="36117"/>
                    <a:pt x="73031" y="35794"/>
                    <a:pt x="72906" y="35420"/>
                  </a:cubicBezTo>
                  <a:cubicBezTo>
                    <a:pt x="72856" y="35246"/>
                    <a:pt x="72807" y="35097"/>
                    <a:pt x="72757" y="34947"/>
                  </a:cubicBezTo>
                  <a:cubicBezTo>
                    <a:pt x="72657" y="34624"/>
                    <a:pt x="72558" y="34325"/>
                    <a:pt x="72508" y="34001"/>
                  </a:cubicBezTo>
                  <a:cubicBezTo>
                    <a:pt x="72483" y="33877"/>
                    <a:pt x="72433" y="33802"/>
                    <a:pt x="72408" y="33678"/>
                  </a:cubicBezTo>
                  <a:close/>
                  <a:moveTo>
                    <a:pt x="101730" y="37710"/>
                  </a:moveTo>
                  <a:cubicBezTo>
                    <a:pt x="101755" y="37710"/>
                    <a:pt x="101755" y="37735"/>
                    <a:pt x="101780" y="37735"/>
                  </a:cubicBezTo>
                  <a:cubicBezTo>
                    <a:pt x="101755" y="37810"/>
                    <a:pt x="101730" y="37909"/>
                    <a:pt x="101730" y="37959"/>
                  </a:cubicBezTo>
                  <a:cubicBezTo>
                    <a:pt x="101680" y="37959"/>
                    <a:pt x="101680" y="37934"/>
                    <a:pt x="101655" y="37934"/>
                  </a:cubicBezTo>
                  <a:cubicBezTo>
                    <a:pt x="101655" y="37859"/>
                    <a:pt x="101680" y="37760"/>
                    <a:pt x="101730" y="37710"/>
                  </a:cubicBezTo>
                  <a:close/>
                  <a:moveTo>
                    <a:pt x="75769" y="31039"/>
                  </a:moveTo>
                  <a:lnTo>
                    <a:pt x="75769" y="31039"/>
                  </a:lnTo>
                  <a:cubicBezTo>
                    <a:pt x="75744" y="33205"/>
                    <a:pt x="75346" y="35569"/>
                    <a:pt x="74549" y="38059"/>
                  </a:cubicBezTo>
                  <a:cubicBezTo>
                    <a:pt x="74524" y="37909"/>
                    <a:pt x="74499" y="37710"/>
                    <a:pt x="74425" y="37561"/>
                  </a:cubicBezTo>
                  <a:lnTo>
                    <a:pt x="74425" y="37536"/>
                  </a:lnTo>
                  <a:lnTo>
                    <a:pt x="74425" y="37436"/>
                  </a:lnTo>
                  <a:cubicBezTo>
                    <a:pt x="74375" y="37113"/>
                    <a:pt x="74350" y="36839"/>
                    <a:pt x="74250" y="36565"/>
                  </a:cubicBezTo>
                  <a:lnTo>
                    <a:pt x="74250" y="36441"/>
                  </a:lnTo>
                  <a:lnTo>
                    <a:pt x="74151" y="35594"/>
                  </a:lnTo>
                  <a:cubicBezTo>
                    <a:pt x="74151" y="35470"/>
                    <a:pt x="74126" y="35345"/>
                    <a:pt x="74126" y="35221"/>
                  </a:cubicBezTo>
                  <a:lnTo>
                    <a:pt x="74126" y="35072"/>
                  </a:lnTo>
                  <a:lnTo>
                    <a:pt x="74126" y="34997"/>
                  </a:lnTo>
                  <a:lnTo>
                    <a:pt x="74126" y="34873"/>
                  </a:lnTo>
                  <a:lnTo>
                    <a:pt x="74126" y="33827"/>
                  </a:lnTo>
                  <a:lnTo>
                    <a:pt x="74126" y="33703"/>
                  </a:lnTo>
                  <a:lnTo>
                    <a:pt x="74126" y="33479"/>
                  </a:lnTo>
                  <a:cubicBezTo>
                    <a:pt x="74151" y="33105"/>
                    <a:pt x="74176" y="32732"/>
                    <a:pt x="74250" y="32359"/>
                  </a:cubicBezTo>
                  <a:cubicBezTo>
                    <a:pt x="74250" y="32259"/>
                    <a:pt x="74275" y="32159"/>
                    <a:pt x="74275" y="32110"/>
                  </a:cubicBezTo>
                  <a:cubicBezTo>
                    <a:pt x="74300" y="31985"/>
                    <a:pt x="74325" y="31861"/>
                    <a:pt x="74325" y="31736"/>
                  </a:cubicBezTo>
                  <a:cubicBezTo>
                    <a:pt x="74798" y="31487"/>
                    <a:pt x="75296" y="31263"/>
                    <a:pt x="75769" y="31039"/>
                  </a:cubicBezTo>
                  <a:close/>
                  <a:moveTo>
                    <a:pt x="100062" y="37436"/>
                  </a:moveTo>
                  <a:cubicBezTo>
                    <a:pt x="100535" y="37611"/>
                    <a:pt x="100983" y="37810"/>
                    <a:pt x="101407" y="38034"/>
                  </a:cubicBezTo>
                  <a:cubicBezTo>
                    <a:pt x="101407" y="38059"/>
                    <a:pt x="101407" y="38059"/>
                    <a:pt x="101382" y="38083"/>
                  </a:cubicBezTo>
                  <a:cubicBezTo>
                    <a:pt x="100934" y="37859"/>
                    <a:pt x="100486" y="37685"/>
                    <a:pt x="100038" y="37486"/>
                  </a:cubicBezTo>
                  <a:cubicBezTo>
                    <a:pt x="100038" y="37461"/>
                    <a:pt x="100062" y="37461"/>
                    <a:pt x="100062" y="37436"/>
                  </a:cubicBezTo>
                  <a:close/>
                  <a:moveTo>
                    <a:pt x="101556" y="38083"/>
                  </a:moveTo>
                  <a:cubicBezTo>
                    <a:pt x="101606" y="38083"/>
                    <a:pt x="101606" y="38108"/>
                    <a:pt x="101631" y="38108"/>
                  </a:cubicBezTo>
                  <a:cubicBezTo>
                    <a:pt x="101631" y="38133"/>
                    <a:pt x="101631" y="38133"/>
                    <a:pt x="101606" y="38183"/>
                  </a:cubicBezTo>
                  <a:cubicBezTo>
                    <a:pt x="101567" y="38183"/>
                    <a:pt x="101558" y="38153"/>
                    <a:pt x="101545" y="38140"/>
                  </a:cubicBezTo>
                  <a:lnTo>
                    <a:pt x="101545" y="38140"/>
                  </a:lnTo>
                  <a:cubicBezTo>
                    <a:pt x="101556" y="38136"/>
                    <a:pt x="101556" y="38102"/>
                    <a:pt x="101556" y="38083"/>
                  </a:cubicBezTo>
                  <a:close/>
                  <a:moveTo>
                    <a:pt x="59938" y="31363"/>
                  </a:moveTo>
                  <a:cubicBezTo>
                    <a:pt x="60859" y="33628"/>
                    <a:pt x="62054" y="35744"/>
                    <a:pt x="63423" y="37660"/>
                  </a:cubicBezTo>
                  <a:cubicBezTo>
                    <a:pt x="63049" y="37909"/>
                    <a:pt x="62701" y="38158"/>
                    <a:pt x="62328" y="38407"/>
                  </a:cubicBezTo>
                  <a:cubicBezTo>
                    <a:pt x="61183" y="36291"/>
                    <a:pt x="59838" y="34076"/>
                    <a:pt x="58345" y="31861"/>
                  </a:cubicBezTo>
                  <a:cubicBezTo>
                    <a:pt x="58868" y="31687"/>
                    <a:pt x="59390" y="31487"/>
                    <a:pt x="59938" y="31363"/>
                  </a:cubicBezTo>
                  <a:close/>
                  <a:moveTo>
                    <a:pt x="76018" y="30865"/>
                  </a:moveTo>
                  <a:cubicBezTo>
                    <a:pt x="76018" y="33230"/>
                    <a:pt x="75545" y="35794"/>
                    <a:pt x="74674" y="38457"/>
                  </a:cubicBezTo>
                  <a:cubicBezTo>
                    <a:pt x="74674" y="38432"/>
                    <a:pt x="74649" y="38407"/>
                    <a:pt x="74649" y="38357"/>
                  </a:cubicBezTo>
                  <a:cubicBezTo>
                    <a:pt x="75495" y="35744"/>
                    <a:pt x="75943" y="33230"/>
                    <a:pt x="75943" y="30890"/>
                  </a:cubicBezTo>
                  <a:cubicBezTo>
                    <a:pt x="75968" y="30890"/>
                    <a:pt x="75993" y="30890"/>
                    <a:pt x="76018" y="30865"/>
                  </a:cubicBezTo>
                  <a:close/>
                  <a:moveTo>
                    <a:pt x="85302" y="34922"/>
                  </a:moveTo>
                  <a:lnTo>
                    <a:pt x="85302" y="34922"/>
                  </a:lnTo>
                  <a:cubicBezTo>
                    <a:pt x="85128" y="35569"/>
                    <a:pt x="84954" y="36242"/>
                    <a:pt x="84705" y="36864"/>
                  </a:cubicBezTo>
                  <a:cubicBezTo>
                    <a:pt x="84555" y="36914"/>
                    <a:pt x="84381" y="36963"/>
                    <a:pt x="84257" y="36988"/>
                  </a:cubicBezTo>
                  <a:cubicBezTo>
                    <a:pt x="84107" y="37038"/>
                    <a:pt x="83958" y="37088"/>
                    <a:pt x="83809" y="37113"/>
                  </a:cubicBezTo>
                  <a:cubicBezTo>
                    <a:pt x="83385" y="37237"/>
                    <a:pt x="82987" y="37362"/>
                    <a:pt x="82564" y="37536"/>
                  </a:cubicBezTo>
                  <a:cubicBezTo>
                    <a:pt x="82365" y="37586"/>
                    <a:pt x="82216" y="37611"/>
                    <a:pt x="82066" y="37685"/>
                  </a:cubicBezTo>
                  <a:cubicBezTo>
                    <a:pt x="81718" y="37810"/>
                    <a:pt x="81394" y="37934"/>
                    <a:pt x="81071" y="38059"/>
                  </a:cubicBezTo>
                  <a:cubicBezTo>
                    <a:pt x="80996" y="38083"/>
                    <a:pt x="80946" y="38108"/>
                    <a:pt x="80871" y="38108"/>
                  </a:cubicBezTo>
                  <a:cubicBezTo>
                    <a:pt x="80697" y="38183"/>
                    <a:pt x="80498" y="38233"/>
                    <a:pt x="80324" y="38332"/>
                  </a:cubicBezTo>
                  <a:cubicBezTo>
                    <a:pt x="80150" y="38382"/>
                    <a:pt x="80000" y="38457"/>
                    <a:pt x="79876" y="38532"/>
                  </a:cubicBezTo>
                  <a:cubicBezTo>
                    <a:pt x="80324" y="37536"/>
                    <a:pt x="80722" y="36565"/>
                    <a:pt x="81071" y="35569"/>
                  </a:cubicBezTo>
                  <a:cubicBezTo>
                    <a:pt x="82365" y="35221"/>
                    <a:pt x="83809" y="34997"/>
                    <a:pt x="85302" y="34922"/>
                  </a:cubicBezTo>
                  <a:close/>
                  <a:moveTo>
                    <a:pt x="17524" y="36490"/>
                  </a:moveTo>
                  <a:lnTo>
                    <a:pt x="17524" y="36540"/>
                  </a:lnTo>
                  <a:lnTo>
                    <a:pt x="17524" y="36565"/>
                  </a:lnTo>
                  <a:lnTo>
                    <a:pt x="17524" y="36590"/>
                  </a:lnTo>
                  <a:cubicBezTo>
                    <a:pt x="17399" y="36739"/>
                    <a:pt x="17250" y="36938"/>
                    <a:pt x="17125" y="37113"/>
                  </a:cubicBezTo>
                  <a:cubicBezTo>
                    <a:pt x="16805" y="37529"/>
                    <a:pt x="16417" y="38027"/>
                    <a:pt x="16019" y="38550"/>
                  </a:cubicBezTo>
                  <a:lnTo>
                    <a:pt x="16019" y="38550"/>
                  </a:lnTo>
                  <a:lnTo>
                    <a:pt x="16154" y="38357"/>
                  </a:lnTo>
                  <a:cubicBezTo>
                    <a:pt x="16379" y="38083"/>
                    <a:pt x="16553" y="37810"/>
                    <a:pt x="16777" y="37536"/>
                  </a:cubicBezTo>
                  <a:cubicBezTo>
                    <a:pt x="16802" y="37461"/>
                    <a:pt x="16851" y="37436"/>
                    <a:pt x="16876" y="37362"/>
                  </a:cubicBezTo>
                  <a:cubicBezTo>
                    <a:pt x="17100" y="37088"/>
                    <a:pt x="17299" y="36814"/>
                    <a:pt x="17524" y="36490"/>
                  </a:cubicBezTo>
                  <a:close/>
                  <a:moveTo>
                    <a:pt x="58196" y="31960"/>
                  </a:moveTo>
                  <a:cubicBezTo>
                    <a:pt x="59639" y="34176"/>
                    <a:pt x="61033" y="36416"/>
                    <a:pt x="62178" y="38532"/>
                  </a:cubicBezTo>
                  <a:lnTo>
                    <a:pt x="62128" y="38556"/>
                  </a:lnTo>
                  <a:cubicBezTo>
                    <a:pt x="60983" y="36441"/>
                    <a:pt x="59614" y="34200"/>
                    <a:pt x="58121" y="31985"/>
                  </a:cubicBezTo>
                  <a:cubicBezTo>
                    <a:pt x="58171" y="31985"/>
                    <a:pt x="58171" y="31985"/>
                    <a:pt x="58196" y="31960"/>
                  </a:cubicBezTo>
                  <a:close/>
                  <a:moveTo>
                    <a:pt x="82514" y="28227"/>
                  </a:moveTo>
                  <a:lnTo>
                    <a:pt x="82514" y="28227"/>
                  </a:lnTo>
                  <a:cubicBezTo>
                    <a:pt x="82166" y="30467"/>
                    <a:pt x="81519" y="32831"/>
                    <a:pt x="80647" y="35246"/>
                  </a:cubicBezTo>
                  <a:cubicBezTo>
                    <a:pt x="78208" y="35968"/>
                    <a:pt x="76192" y="37088"/>
                    <a:pt x="74848" y="38556"/>
                  </a:cubicBezTo>
                  <a:cubicBezTo>
                    <a:pt x="75744" y="35818"/>
                    <a:pt x="76217" y="33205"/>
                    <a:pt x="76167" y="30815"/>
                  </a:cubicBezTo>
                  <a:cubicBezTo>
                    <a:pt x="78308" y="29820"/>
                    <a:pt x="80448" y="28948"/>
                    <a:pt x="82514" y="28227"/>
                  </a:cubicBezTo>
                  <a:close/>
                  <a:moveTo>
                    <a:pt x="63497" y="37810"/>
                  </a:moveTo>
                  <a:lnTo>
                    <a:pt x="63572" y="37859"/>
                  </a:lnTo>
                  <a:cubicBezTo>
                    <a:pt x="63199" y="38108"/>
                    <a:pt x="62825" y="38357"/>
                    <a:pt x="62452" y="38656"/>
                  </a:cubicBezTo>
                  <a:cubicBezTo>
                    <a:pt x="62452" y="38606"/>
                    <a:pt x="62427" y="38606"/>
                    <a:pt x="62427" y="38581"/>
                  </a:cubicBezTo>
                  <a:cubicBezTo>
                    <a:pt x="62800" y="38332"/>
                    <a:pt x="63174" y="38059"/>
                    <a:pt x="63497" y="37810"/>
                  </a:cubicBezTo>
                  <a:close/>
                  <a:moveTo>
                    <a:pt x="80747" y="35694"/>
                  </a:moveTo>
                  <a:cubicBezTo>
                    <a:pt x="80398" y="36615"/>
                    <a:pt x="80000" y="37611"/>
                    <a:pt x="79552" y="38656"/>
                  </a:cubicBezTo>
                  <a:cubicBezTo>
                    <a:pt x="79527" y="38656"/>
                    <a:pt x="79527" y="38656"/>
                    <a:pt x="79502" y="38681"/>
                  </a:cubicBezTo>
                  <a:cubicBezTo>
                    <a:pt x="79926" y="37635"/>
                    <a:pt x="80349" y="36665"/>
                    <a:pt x="80722" y="35694"/>
                  </a:cubicBezTo>
                  <a:close/>
                  <a:moveTo>
                    <a:pt x="84680" y="37063"/>
                  </a:moveTo>
                  <a:lnTo>
                    <a:pt x="84630" y="37113"/>
                  </a:lnTo>
                  <a:cubicBezTo>
                    <a:pt x="84356" y="37212"/>
                    <a:pt x="84082" y="37337"/>
                    <a:pt x="83809" y="37411"/>
                  </a:cubicBezTo>
                  <a:cubicBezTo>
                    <a:pt x="83585" y="37461"/>
                    <a:pt x="83336" y="37561"/>
                    <a:pt x="83112" y="37611"/>
                  </a:cubicBezTo>
                  <a:cubicBezTo>
                    <a:pt x="82464" y="37835"/>
                    <a:pt x="81817" y="38059"/>
                    <a:pt x="81120" y="38308"/>
                  </a:cubicBezTo>
                  <a:lnTo>
                    <a:pt x="80847" y="38382"/>
                  </a:lnTo>
                  <a:cubicBezTo>
                    <a:pt x="80473" y="38532"/>
                    <a:pt x="80100" y="38681"/>
                    <a:pt x="79726" y="38805"/>
                  </a:cubicBezTo>
                  <a:lnTo>
                    <a:pt x="79726" y="38780"/>
                  </a:lnTo>
                  <a:cubicBezTo>
                    <a:pt x="79726" y="38780"/>
                    <a:pt x="79726" y="38731"/>
                    <a:pt x="79751" y="38731"/>
                  </a:cubicBezTo>
                  <a:cubicBezTo>
                    <a:pt x="81444" y="38059"/>
                    <a:pt x="83087" y="37486"/>
                    <a:pt x="84680" y="37063"/>
                  </a:cubicBezTo>
                  <a:close/>
                  <a:moveTo>
                    <a:pt x="19306" y="35769"/>
                  </a:moveTo>
                  <a:cubicBezTo>
                    <a:pt x="19770" y="35769"/>
                    <a:pt x="20349" y="35868"/>
                    <a:pt x="21033" y="36067"/>
                  </a:cubicBezTo>
                  <a:lnTo>
                    <a:pt x="18718" y="38855"/>
                  </a:lnTo>
                  <a:cubicBezTo>
                    <a:pt x="18046" y="37635"/>
                    <a:pt x="17847" y="36739"/>
                    <a:pt x="18121" y="36242"/>
                  </a:cubicBezTo>
                  <a:cubicBezTo>
                    <a:pt x="18171" y="36192"/>
                    <a:pt x="18220" y="36117"/>
                    <a:pt x="18270" y="36067"/>
                  </a:cubicBezTo>
                  <a:cubicBezTo>
                    <a:pt x="18494" y="35868"/>
                    <a:pt x="18843" y="35769"/>
                    <a:pt x="19306" y="35769"/>
                  </a:cubicBezTo>
                  <a:close/>
                  <a:moveTo>
                    <a:pt x="80598" y="35445"/>
                  </a:moveTo>
                  <a:cubicBezTo>
                    <a:pt x="80598" y="35470"/>
                    <a:pt x="80573" y="35495"/>
                    <a:pt x="80573" y="35495"/>
                  </a:cubicBezTo>
                  <a:cubicBezTo>
                    <a:pt x="78108" y="36217"/>
                    <a:pt x="76142" y="37411"/>
                    <a:pt x="74848" y="38905"/>
                  </a:cubicBezTo>
                  <a:cubicBezTo>
                    <a:pt x="74848" y="38855"/>
                    <a:pt x="74798" y="38855"/>
                    <a:pt x="74798" y="38830"/>
                  </a:cubicBezTo>
                  <a:cubicBezTo>
                    <a:pt x="76142" y="37312"/>
                    <a:pt x="78108" y="36167"/>
                    <a:pt x="80598" y="35445"/>
                  </a:cubicBezTo>
                  <a:close/>
                  <a:moveTo>
                    <a:pt x="79403" y="38930"/>
                  </a:moveTo>
                  <a:cubicBezTo>
                    <a:pt x="79403" y="38955"/>
                    <a:pt x="79403" y="38955"/>
                    <a:pt x="79378" y="38955"/>
                  </a:cubicBezTo>
                  <a:cubicBezTo>
                    <a:pt x="79378" y="38955"/>
                    <a:pt x="79353" y="38955"/>
                    <a:pt x="79353" y="38980"/>
                  </a:cubicBezTo>
                  <a:lnTo>
                    <a:pt x="79353" y="38955"/>
                  </a:lnTo>
                  <a:lnTo>
                    <a:pt x="79353" y="38930"/>
                  </a:lnTo>
                  <a:close/>
                  <a:moveTo>
                    <a:pt x="17847" y="36615"/>
                  </a:moveTo>
                  <a:lnTo>
                    <a:pt x="17847" y="36615"/>
                  </a:lnTo>
                  <a:cubicBezTo>
                    <a:pt x="17772" y="37212"/>
                    <a:pt x="18046" y="38034"/>
                    <a:pt x="18594" y="39054"/>
                  </a:cubicBezTo>
                  <a:lnTo>
                    <a:pt x="18519" y="39104"/>
                  </a:lnTo>
                  <a:cubicBezTo>
                    <a:pt x="17996" y="38158"/>
                    <a:pt x="17723" y="37337"/>
                    <a:pt x="17748" y="36714"/>
                  </a:cubicBezTo>
                  <a:lnTo>
                    <a:pt x="17847" y="36615"/>
                  </a:lnTo>
                  <a:close/>
                  <a:moveTo>
                    <a:pt x="21232" y="36117"/>
                  </a:moveTo>
                  <a:cubicBezTo>
                    <a:pt x="21257" y="36117"/>
                    <a:pt x="21257" y="36117"/>
                    <a:pt x="21282" y="36167"/>
                  </a:cubicBezTo>
                  <a:cubicBezTo>
                    <a:pt x="20461" y="37138"/>
                    <a:pt x="19639" y="38108"/>
                    <a:pt x="18818" y="39104"/>
                  </a:cubicBezTo>
                  <a:cubicBezTo>
                    <a:pt x="18818" y="39079"/>
                    <a:pt x="18793" y="39079"/>
                    <a:pt x="18793" y="39054"/>
                  </a:cubicBezTo>
                  <a:cubicBezTo>
                    <a:pt x="19614" y="38059"/>
                    <a:pt x="20411" y="37088"/>
                    <a:pt x="21232" y="36117"/>
                  </a:cubicBezTo>
                  <a:close/>
                  <a:moveTo>
                    <a:pt x="101904" y="37835"/>
                  </a:moveTo>
                  <a:cubicBezTo>
                    <a:pt x="102004" y="37859"/>
                    <a:pt x="102054" y="37934"/>
                    <a:pt x="102153" y="37959"/>
                  </a:cubicBezTo>
                  <a:lnTo>
                    <a:pt x="102800" y="38332"/>
                  </a:lnTo>
                  <a:lnTo>
                    <a:pt x="102850" y="38332"/>
                  </a:lnTo>
                  <a:cubicBezTo>
                    <a:pt x="103024" y="38457"/>
                    <a:pt x="103224" y="38581"/>
                    <a:pt x="103373" y="38706"/>
                  </a:cubicBezTo>
                  <a:cubicBezTo>
                    <a:pt x="103547" y="38830"/>
                    <a:pt x="103746" y="38955"/>
                    <a:pt x="103921" y="39104"/>
                  </a:cubicBezTo>
                  <a:cubicBezTo>
                    <a:pt x="103273" y="38731"/>
                    <a:pt x="102552" y="38357"/>
                    <a:pt x="101855" y="38034"/>
                  </a:cubicBezTo>
                  <a:cubicBezTo>
                    <a:pt x="101880" y="37959"/>
                    <a:pt x="101904" y="37909"/>
                    <a:pt x="101904" y="37835"/>
                  </a:cubicBezTo>
                  <a:close/>
                  <a:moveTo>
                    <a:pt x="18693" y="39204"/>
                  </a:moveTo>
                  <a:cubicBezTo>
                    <a:pt x="18693" y="39228"/>
                    <a:pt x="18743" y="39228"/>
                    <a:pt x="18743" y="39278"/>
                  </a:cubicBezTo>
                  <a:lnTo>
                    <a:pt x="18668" y="39328"/>
                  </a:lnTo>
                  <a:cubicBezTo>
                    <a:pt x="18644" y="39303"/>
                    <a:pt x="18644" y="39303"/>
                    <a:pt x="18644" y="39278"/>
                  </a:cubicBezTo>
                  <a:lnTo>
                    <a:pt x="18693" y="39204"/>
                  </a:lnTo>
                  <a:close/>
                  <a:moveTo>
                    <a:pt x="39428" y="20062"/>
                  </a:moveTo>
                  <a:cubicBezTo>
                    <a:pt x="39453" y="20237"/>
                    <a:pt x="39527" y="20411"/>
                    <a:pt x="39577" y="20560"/>
                  </a:cubicBezTo>
                  <a:cubicBezTo>
                    <a:pt x="39652" y="20734"/>
                    <a:pt x="39701" y="20934"/>
                    <a:pt x="39801" y="21183"/>
                  </a:cubicBezTo>
                  <a:cubicBezTo>
                    <a:pt x="39876" y="21382"/>
                    <a:pt x="39950" y="21606"/>
                    <a:pt x="40025" y="21780"/>
                  </a:cubicBezTo>
                  <a:cubicBezTo>
                    <a:pt x="40125" y="22054"/>
                    <a:pt x="40224" y="22352"/>
                    <a:pt x="40324" y="22626"/>
                  </a:cubicBezTo>
                  <a:cubicBezTo>
                    <a:pt x="40398" y="22751"/>
                    <a:pt x="40448" y="22875"/>
                    <a:pt x="40498" y="23024"/>
                  </a:cubicBezTo>
                  <a:cubicBezTo>
                    <a:pt x="40647" y="23398"/>
                    <a:pt x="40797" y="23771"/>
                    <a:pt x="40971" y="24169"/>
                  </a:cubicBezTo>
                  <a:cubicBezTo>
                    <a:pt x="40971" y="24169"/>
                    <a:pt x="40971" y="24219"/>
                    <a:pt x="41021" y="24219"/>
                  </a:cubicBezTo>
                  <a:cubicBezTo>
                    <a:pt x="41344" y="24916"/>
                    <a:pt x="41693" y="25713"/>
                    <a:pt x="42091" y="26484"/>
                  </a:cubicBezTo>
                  <a:cubicBezTo>
                    <a:pt x="41967" y="26584"/>
                    <a:pt x="41892" y="26659"/>
                    <a:pt x="41767" y="26758"/>
                  </a:cubicBezTo>
                  <a:cubicBezTo>
                    <a:pt x="41419" y="27032"/>
                    <a:pt x="41071" y="27331"/>
                    <a:pt x="40722" y="27629"/>
                  </a:cubicBezTo>
                  <a:cubicBezTo>
                    <a:pt x="40224" y="28028"/>
                    <a:pt x="39776" y="28476"/>
                    <a:pt x="39278" y="28874"/>
                  </a:cubicBezTo>
                  <a:cubicBezTo>
                    <a:pt x="38930" y="29197"/>
                    <a:pt x="38581" y="29471"/>
                    <a:pt x="38233" y="29770"/>
                  </a:cubicBezTo>
                  <a:cubicBezTo>
                    <a:pt x="37685" y="30268"/>
                    <a:pt x="37163" y="30766"/>
                    <a:pt x="36615" y="31263"/>
                  </a:cubicBezTo>
                  <a:cubicBezTo>
                    <a:pt x="36267" y="31612"/>
                    <a:pt x="35868" y="31960"/>
                    <a:pt x="35520" y="32334"/>
                  </a:cubicBezTo>
                  <a:cubicBezTo>
                    <a:pt x="35196" y="32607"/>
                    <a:pt x="34922" y="32881"/>
                    <a:pt x="34599" y="33205"/>
                  </a:cubicBezTo>
                  <a:cubicBezTo>
                    <a:pt x="34051" y="33728"/>
                    <a:pt x="33479" y="34300"/>
                    <a:pt x="32956" y="34848"/>
                  </a:cubicBezTo>
                  <a:lnTo>
                    <a:pt x="32010" y="35794"/>
                  </a:lnTo>
                  <a:cubicBezTo>
                    <a:pt x="31687" y="36117"/>
                    <a:pt x="31363" y="36466"/>
                    <a:pt x="31014" y="36814"/>
                  </a:cubicBezTo>
                  <a:lnTo>
                    <a:pt x="29446" y="38482"/>
                  </a:lnTo>
                  <a:cubicBezTo>
                    <a:pt x="29197" y="38780"/>
                    <a:pt x="28949" y="39029"/>
                    <a:pt x="28700" y="39303"/>
                  </a:cubicBezTo>
                  <a:lnTo>
                    <a:pt x="28650" y="39328"/>
                  </a:lnTo>
                  <a:cubicBezTo>
                    <a:pt x="26360" y="37934"/>
                    <a:pt x="24244" y="36839"/>
                    <a:pt x="22427" y="36117"/>
                  </a:cubicBezTo>
                  <a:cubicBezTo>
                    <a:pt x="22552" y="35993"/>
                    <a:pt x="22651" y="35843"/>
                    <a:pt x="22776" y="35719"/>
                  </a:cubicBezTo>
                  <a:cubicBezTo>
                    <a:pt x="22800" y="35669"/>
                    <a:pt x="22875" y="35594"/>
                    <a:pt x="22900" y="35569"/>
                  </a:cubicBezTo>
                  <a:cubicBezTo>
                    <a:pt x="23273" y="35097"/>
                    <a:pt x="23672" y="34624"/>
                    <a:pt x="24095" y="34176"/>
                  </a:cubicBezTo>
                  <a:cubicBezTo>
                    <a:pt x="24145" y="34101"/>
                    <a:pt x="24219" y="34001"/>
                    <a:pt x="24269" y="33952"/>
                  </a:cubicBezTo>
                  <a:cubicBezTo>
                    <a:pt x="24617" y="33578"/>
                    <a:pt x="24916" y="33205"/>
                    <a:pt x="25265" y="32831"/>
                  </a:cubicBezTo>
                  <a:cubicBezTo>
                    <a:pt x="25514" y="32558"/>
                    <a:pt x="25787" y="32259"/>
                    <a:pt x="26036" y="31960"/>
                  </a:cubicBezTo>
                  <a:cubicBezTo>
                    <a:pt x="26285" y="31687"/>
                    <a:pt x="26584" y="31363"/>
                    <a:pt x="26858" y="31089"/>
                  </a:cubicBezTo>
                  <a:cubicBezTo>
                    <a:pt x="26957" y="30990"/>
                    <a:pt x="27032" y="30890"/>
                    <a:pt x="27131" y="30766"/>
                  </a:cubicBezTo>
                  <a:cubicBezTo>
                    <a:pt x="27654" y="30218"/>
                    <a:pt x="28202" y="29645"/>
                    <a:pt x="28749" y="29123"/>
                  </a:cubicBezTo>
                  <a:lnTo>
                    <a:pt x="29496" y="28376"/>
                  </a:lnTo>
                  <a:cubicBezTo>
                    <a:pt x="30118" y="27779"/>
                    <a:pt x="30716" y="27206"/>
                    <a:pt x="31363" y="26609"/>
                  </a:cubicBezTo>
                  <a:cubicBezTo>
                    <a:pt x="31487" y="26484"/>
                    <a:pt x="31637" y="26360"/>
                    <a:pt x="31786" y="26235"/>
                  </a:cubicBezTo>
                  <a:cubicBezTo>
                    <a:pt x="32135" y="25887"/>
                    <a:pt x="32483" y="25588"/>
                    <a:pt x="32856" y="25265"/>
                  </a:cubicBezTo>
                  <a:cubicBezTo>
                    <a:pt x="33056" y="25115"/>
                    <a:pt x="33230" y="24916"/>
                    <a:pt x="33429" y="24767"/>
                  </a:cubicBezTo>
                  <a:cubicBezTo>
                    <a:pt x="33777" y="24468"/>
                    <a:pt x="34101" y="24169"/>
                    <a:pt x="34449" y="23896"/>
                  </a:cubicBezTo>
                  <a:cubicBezTo>
                    <a:pt x="34673" y="23721"/>
                    <a:pt x="34898" y="23522"/>
                    <a:pt x="35146" y="23348"/>
                  </a:cubicBezTo>
                  <a:cubicBezTo>
                    <a:pt x="35445" y="23099"/>
                    <a:pt x="35794" y="22800"/>
                    <a:pt x="36092" y="22552"/>
                  </a:cubicBezTo>
                  <a:cubicBezTo>
                    <a:pt x="36341" y="22377"/>
                    <a:pt x="36565" y="22178"/>
                    <a:pt x="36814" y="22004"/>
                  </a:cubicBezTo>
                  <a:cubicBezTo>
                    <a:pt x="36889" y="21929"/>
                    <a:pt x="36939" y="21904"/>
                    <a:pt x="37038" y="21855"/>
                  </a:cubicBezTo>
                  <a:cubicBezTo>
                    <a:pt x="37287" y="21655"/>
                    <a:pt x="37561" y="21431"/>
                    <a:pt x="37810" y="21257"/>
                  </a:cubicBezTo>
                  <a:cubicBezTo>
                    <a:pt x="38059" y="21058"/>
                    <a:pt x="38283" y="20909"/>
                    <a:pt x="38532" y="20734"/>
                  </a:cubicBezTo>
                  <a:cubicBezTo>
                    <a:pt x="38830" y="20510"/>
                    <a:pt x="39129" y="20286"/>
                    <a:pt x="39428" y="20062"/>
                  </a:cubicBezTo>
                  <a:close/>
                  <a:moveTo>
                    <a:pt x="42215" y="26559"/>
                  </a:moveTo>
                  <a:cubicBezTo>
                    <a:pt x="42215" y="26609"/>
                    <a:pt x="42265" y="26609"/>
                    <a:pt x="42265" y="26634"/>
                  </a:cubicBezTo>
                  <a:cubicBezTo>
                    <a:pt x="42041" y="26858"/>
                    <a:pt x="41867" y="27007"/>
                    <a:pt x="41668" y="27131"/>
                  </a:cubicBezTo>
                  <a:cubicBezTo>
                    <a:pt x="41419" y="27355"/>
                    <a:pt x="41170" y="27530"/>
                    <a:pt x="40921" y="27754"/>
                  </a:cubicBezTo>
                  <a:cubicBezTo>
                    <a:pt x="40349" y="28227"/>
                    <a:pt x="39826" y="28700"/>
                    <a:pt x="39278" y="29197"/>
                  </a:cubicBezTo>
                  <a:cubicBezTo>
                    <a:pt x="38980" y="29446"/>
                    <a:pt x="38756" y="29645"/>
                    <a:pt x="38457" y="29894"/>
                  </a:cubicBezTo>
                  <a:cubicBezTo>
                    <a:pt x="37835" y="30467"/>
                    <a:pt x="37212" y="31014"/>
                    <a:pt x="36590" y="31612"/>
                  </a:cubicBezTo>
                  <a:cubicBezTo>
                    <a:pt x="36341" y="31861"/>
                    <a:pt x="36092" y="32085"/>
                    <a:pt x="35843" y="32334"/>
                  </a:cubicBezTo>
                  <a:cubicBezTo>
                    <a:pt x="35321" y="32831"/>
                    <a:pt x="34798" y="33329"/>
                    <a:pt x="34300" y="33827"/>
                  </a:cubicBezTo>
                  <a:lnTo>
                    <a:pt x="33728" y="34375"/>
                  </a:lnTo>
                  <a:cubicBezTo>
                    <a:pt x="33105" y="34997"/>
                    <a:pt x="32483" y="35619"/>
                    <a:pt x="31861" y="36266"/>
                  </a:cubicBezTo>
                  <a:lnTo>
                    <a:pt x="31363" y="36764"/>
                  </a:lnTo>
                  <a:cubicBezTo>
                    <a:pt x="30691" y="37486"/>
                    <a:pt x="29994" y="38208"/>
                    <a:pt x="29347" y="38930"/>
                  </a:cubicBezTo>
                  <a:lnTo>
                    <a:pt x="29247" y="39004"/>
                  </a:lnTo>
                  <a:cubicBezTo>
                    <a:pt x="29123" y="39154"/>
                    <a:pt x="28998" y="39278"/>
                    <a:pt x="28899" y="39378"/>
                  </a:cubicBezTo>
                  <a:cubicBezTo>
                    <a:pt x="28874" y="39378"/>
                    <a:pt x="28874" y="39353"/>
                    <a:pt x="28849" y="39353"/>
                  </a:cubicBezTo>
                  <a:lnTo>
                    <a:pt x="29969" y="38133"/>
                  </a:lnTo>
                  <a:cubicBezTo>
                    <a:pt x="30342" y="37735"/>
                    <a:pt x="30716" y="37362"/>
                    <a:pt x="31089" y="36963"/>
                  </a:cubicBezTo>
                  <a:cubicBezTo>
                    <a:pt x="31463" y="36565"/>
                    <a:pt x="31861" y="36142"/>
                    <a:pt x="32234" y="35769"/>
                  </a:cubicBezTo>
                  <a:lnTo>
                    <a:pt x="32881" y="35121"/>
                  </a:lnTo>
                  <a:cubicBezTo>
                    <a:pt x="33553" y="34474"/>
                    <a:pt x="34201" y="33827"/>
                    <a:pt x="34873" y="33155"/>
                  </a:cubicBezTo>
                  <a:cubicBezTo>
                    <a:pt x="35097" y="32956"/>
                    <a:pt x="35346" y="32732"/>
                    <a:pt x="35594" y="32483"/>
                  </a:cubicBezTo>
                  <a:lnTo>
                    <a:pt x="36988" y="31164"/>
                  </a:lnTo>
                  <a:cubicBezTo>
                    <a:pt x="37461" y="30741"/>
                    <a:pt x="37934" y="30342"/>
                    <a:pt x="38407" y="29894"/>
                  </a:cubicBezTo>
                  <a:cubicBezTo>
                    <a:pt x="38731" y="29596"/>
                    <a:pt x="39104" y="29272"/>
                    <a:pt x="39453" y="28924"/>
                  </a:cubicBezTo>
                  <a:cubicBezTo>
                    <a:pt x="39926" y="28525"/>
                    <a:pt x="40349" y="28152"/>
                    <a:pt x="40822" y="27754"/>
                  </a:cubicBezTo>
                  <a:cubicBezTo>
                    <a:pt x="41195" y="27430"/>
                    <a:pt x="41543" y="27131"/>
                    <a:pt x="41917" y="26808"/>
                  </a:cubicBezTo>
                  <a:cubicBezTo>
                    <a:pt x="42016" y="26733"/>
                    <a:pt x="42091" y="26659"/>
                    <a:pt x="42215" y="26559"/>
                  </a:cubicBezTo>
                  <a:close/>
                  <a:moveTo>
                    <a:pt x="22377" y="36242"/>
                  </a:moveTo>
                  <a:cubicBezTo>
                    <a:pt x="24145" y="36938"/>
                    <a:pt x="26260" y="38034"/>
                    <a:pt x="28575" y="39428"/>
                  </a:cubicBezTo>
                  <a:cubicBezTo>
                    <a:pt x="28575" y="39452"/>
                    <a:pt x="28550" y="39452"/>
                    <a:pt x="28550" y="39477"/>
                  </a:cubicBezTo>
                  <a:cubicBezTo>
                    <a:pt x="26235" y="38083"/>
                    <a:pt x="24120" y="36988"/>
                    <a:pt x="22352" y="36316"/>
                  </a:cubicBezTo>
                  <a:cubicBezTo>
                    <a:pt x="22352" y="36291"/>
                    <a:pt x="22377" y="36291"/>
                    <a:pt x="22377" y="36242"/>
                  </a:cubicBezTo>
                  <a:close/>
                  <a:moveTo>
                    <a:pt x="74350" y="39428"/>
                  </a:moveTo>
                  <a:cubicBezTo>
                    <a:pt x="74350" y="39453"/>
                    <a:pt x="74300" y="39527"/>
                    <a:pt x="74300" y="39552"/>
                  </a:cubicBezTo>
                  <a:lnTo>
                    <a:pt x="74300" y="39477"/>
                  </a:lnTo>
                  <a:cubicBezTo>
                    <a:pt x="74300" y="39453"/>
                    <a:pt x="74350" y="39452"/>
                    <a:pt x="74350" y="39428"/>
                  </a:cubicBezTo>
                  <a:close/>
                  <a:moveTo>
                    <a:pt x="71886" y="33006"/>
                  </a:moveTo>
                  <a:lnTo>
                    <a:pt x="71911" y="33031"/>
                  </a:lnTo>
                  <a:cubicBezTo>
                    <a:pt x="71935" y="33354"/>
                    <a:pt x="72010" y="33703"/>
                    <a:pt x="72060" y="34051"/>
                  </a:cubicBezTo>
                  <a:cubicBezTo>
                    <a:pt x="72110" y="34126"/>
                    <a:pt x="72110" y="34225"/>
                    <a:pt x="72135" y="34325"/>
                  </a:cubicBezTo>
                  <a:cubicBezTo>
                    <a:pt x="72259" y="34823"/>
                    <a:pt x="72384" y="35296"/>
                    <a:pt x="72558" y="35744"/>
                  </a:cubicBezTo>
                  <a:cubicBezTo>
                    <a:pt x="72608" y="35843"/>
                    <a:pt x="72632" y="35943"/>
                    <a:pt x="72657" y="35993"/>
                  </a:cubicBezTo>
                  <a:cubicBezTo>
                    <a:pt x="72807" y="36466"/>
                    <a:pt x="73006" y="36938"/>
                    <a:pt x="73230" y="37362"/>
                  </a:cubicBezTo>
                  <a:cubicBezTo>
                    <a:pt x="73255" y="37436"/>
                    <a:pt x="73280" y="37486"/>
                    <a:pt x="73304" y="37586"/>
                  </a:cubicBezTo>
                  <a:cubicBezTo>
                    <a:pt x="73479" y="37934"/>
                    <a:pt x="73653" y="38308"/>
                    <a:pt x="73877" y="38656"/>
                  </a:cubicBezTo>
                  <a:lnTo>
                    <a:pt x="73877" y="38706"/>
                  </a:lnTo>
                  <a:cubicBezTo>
                    <a:pt x="73852" y="38805"/>
                    <a:pt x="73852" y="38855"/>
                    <a:pt x="73852" y="38955"/>
                  </a:cubicBezTo>
                  <a:cubicBezTo>
                    <a:pt x="73802" y="39179"/>
                    <a:pt x="73753" y="39353"/>
                    <a:pt x="73678" y="39577"/>
                  </a:cubicBezTo>
                  <a:cubicBezTo>
                    <a:pt x="72184" y="37934"/>
                    <a:pt x="71039" y="36042"/>
                    <a:pt x="70268" y="33927"/>
                  </a:cubicBezTo>
                  <a:cubicBezTo>
                    <a:pt x="70790" y="33603"/>
                    <a:pt x="71363" y="33304"/>
                    <a:pt x="71886" y="33006"/>
                  </a:cubicBezTo>
                  <a:close/>
                  <a:moveTo>
                    <a:pt x="28725" y="39552"/>
                  </a:moveTo>
                  <a:cubicBezTo>
                    <a:pt x="28749" y="39552"/>
                    <a:pt x="28749" y="39577"/>
                    <a:pt x="28774" y="39577"/>
                  </a:cubicBezTo>
                  <a:cubicBezTo>
                    <a:pt x="28774" y="39602"/>
                    <a:pt x="28749" y="39602"/>
                    <a:pt x="28749" y="39627"/>
                  </a:cubicBezTo>
                  <a:cubicBezTo>
                    <a:pt x="28725" y="39577"/>
                    <a:pt x="28725" y="39577"/>
                    <a:pt x="28700" y="39577"/>
                  </a:cubicBezTo>
                  <a:lnTo>
                    <a:pt x="28725" y="39552"/>
                  </a:lnTo>
                  <a:close/>
                  <a:moveTo>
                    <a:pt x="21481" y="36192"/>
                  </a:moveTo>
                  <a:cubicBezTo>
                    <a:pt x="21581" y="36217"/>
                    <a:pt x="21631" y="36242"/>
                    <a:pt x="21730" y="36291"/>
                  </a:cubicBezTo>
                  <a:cubicBezTo>
                    <a:pt x="20859" y="37411"/>
                    <a:pt x="19988" y="38532"/>
                    <a:pt x="19166" y="39677"/>
                  </a:cubicBezTo>
                  <a:cubicBezTo>
                    <a:pt x="19092" y="39502"/>
                    <a:pt x="19017" y="39378"/>
                    <a:pt x="18917" y="39253"/>
                  </a:cubicBezTo>
                  <a:cubicBezTo>
                    <a:pt x="19764" y="38233"/>
                    <a:pt x="20610" y="37212"/>
                    <a:pt x="21481" y="36192"/>
                  </a:cubicBezTo>
                  <a:close/>
                  <a:moveTo>
                    <a:pt x="74026" y="38855"/>
                  </a:moveTo>
                  <a:lnTo>
                    <a:pt x="74051" y="38880"/>
                  </a:lnTo>
                  <a:lnTo>
                    <a:pt x="74051" y="38930"/>
                  </a:lnTo>
                  <a:lnTo>
                    <a:pt x="74051" y="38980"/>
                  </a:lnTo>
                  <a:lnTo>
                    <a:pt x="73877" y="39726"/>
                  </a:lnTo>
                  <a:lnTo>
                    <a:pt x="73852" y="39701"/>
                  </a:lnTo>
                  <a:lnTo>
                    <a:pt x="73802" y="39677"/>
                  </a:lnTo>
                  <a:cubicBezTo>
                    <a:pt x="73877" y="39477"/>
                    <a:pt x="73927" y="39228"/>
                    <a:pt x="74001" y="38955"/>
                  </a:cubicBezTo>
                  <a:cubicBezTo>
                    <a:pt x="74001" y="38930"/>
                    <a:pt x="74001" y="38905"/>
                    <a:pt x="74026" y="38855"/>
                  </a:cubicBezTo>
                  <a:close/>
                  <a:moveTo>
                    <a:pt x="102004" y="37561"/>
                  </a:moveTo>
                  <a:cubicBezTo>
                    <a:pt x="102352" y="37735"/>
                    <a:pt x="102676" y="37909"/>
                    <a:pt x="103000" y="38108"/>
                  </a:cubicBezTo>
                  <a:cubicBezTo>
                    <a:pt x="103024" y="38108"/>
                    <a:pt x="103024" y="38158"/>
                    <a:pt x="103049" y="38158"/>
                  </a:cubicBezTo>
                  <a:cubicBezTo>
                    <a:pt x="103796" y="38606"/>
                    <a:pt x="104493" y="39179"/>
                    <a:pt x="105066" y="39776"/>
                  </a:cubicBezTo>
                  <a:cubicBezTo>
                    <a:pt x="105072" y="39783"/>
                    <a:pt x="105074" y="39786"/>
                    <a:pt x="105071" y="39786"/>
                  </a:cubicBezTo>
                  <a:cubicBezTo>
                    <a:pt x="105064" y="39786"/>
                    <a:pt x="105027" y="39763"/>
                    <a:pt x="104991" y="39726"/>
                  </a:cubicBezTo>
                  <a:lnTo>
                    <a:pt x="104966" y="39701"/>
                  </a:lnTo>
                  <a:cubicBezTo>
                    <a:pt x="104916" y="39677"/>
                    <a:pt x="104891" y="39677"/>
                    <a:pt x="104866" y="39652"/>
                  </a:cubicBezTo>
                  <a:cubicBezTo>
                    <a:pt x="104667" y="39452"/>
                    <a:pt x="104493" y="39278"/>
                    <a:pt x="104269" y="39104"/>
                  </a:cubicBezTo>
                  <a:cubicBezTo>
                    <a:pt x="104219" y="39079"/>
                    <a:pt x="104145" y="39029"/>
                    <a:pt x="104120" y="38980"/>
                  </a:cubicBezTo>
                  <a:cubicBezTo>
                    <a:pt x="103871" y="38805"/>
                    <a:pt x="103647" y="38606"/>
                    <a:pt x="103373" y="38432"/>
                  </a:cubicBezTo>
                  <a:cubicBezTo>
                    <a:pt x="103348" y="38407"/>
                    <a:pt x="103273" y="38357"/>
                    <a:pt x="103224" y="38332"/>
                  </a:cubicBezTo>
                  <a:cubicBezTo>
                    <a:pt x="103149" y="38308"/>
                    <a:pt x="103099" y="38233"/>
                    <a:pt x="103024" y="38208"/>
                  </a:cubicBezTo>
                  <a:lnTo>
                    <a:pt x="103000" y="38183"/>
                  </a:lnTo>
                  <a:lnTo>
                    <a:pt x="102975" y="38158"/>
                  </a:lnTo>
                  <a:lnTo>
                    <a:pt x="102925" y="38108"/>
                  </a:lnTo>
                  <a:cubicBezTo>
                    <a:pt x="102751" y="38034"/>
                    <a:pt x="102576" y="37909"/>
                    <a:pt x="102402" y="37810"/>
                  </a:cubicBezTo>
                  <a:cubicBezTo>
                    <a:pt x="102377" y="37785"/>
                    <a:pt x="102303" y="37785"/>
                    <a:pt x="102253" y="37735"/>
                  </a:cubicBezTo>
                  <a:cubicBezTo>
                    <a:pt x="102153" y="37710"/>
                    <a:pt x="102079" y="37660"/>
                    <a:pt x="102004" y="37611"/>
                  </a:cubicBezTo>
                  <a:lnTo>
                    <a:pt x="102004" y="37586"/>
                  </a:lnTo>
                  <a:lnTo>
                    <a:pt x="102004" y="37561"/>
                  </a:lnTo>
                  <a:close/>
                  <a:moveTo>
                    <a:pt x="70069" y="34001"/>
                  </a:moveTo>
                  <a:cubicBezTo>
                    <a:pt x="70890" y="36117"/>
                    <a:pt x="72060" y="38083"/>
                    <a:pt x="73603" y="39801"/>
                  </a:cubicBezTo>
                  <a:lnTo>
                    <a:pt x="73529" y="39801"/>
                  </a:lnTo>
                  <a:cubicBezTo>
                    <a:pt x="72010" y="38108"/>
                    <a:pt x="70815" y="36192"/>
                    <a:pt x="70019" y="34026"/>
                  </a:cubicBezTo>
                  <a:cubicBezTo>
                    <a:pt x="70044" y="34026"/>
                    <a:pt x="70044" y="34001"/>
                    <a:pt x="70069" y="34001"/>
                  </a:cubicBezTo>
                  <a:close/>
                  <a:moveTo>
                    <a:pt x="42265" y="26907"/>
                  </a:moveTo>
                  <a:cubicBezTo>
                    <a:pt x="42415" y="27107"/>
                    <a:pt x="42539" y="27281"/>
                    <a:pt x="42639" y="27505"/>
                  </a:cubicBezTo>
                  <a:cubicBezTo>
                    <a:pt x="37660" y="31089"/>
                    <a:pt x="33230" y="35345"/>
                    <a:pt x="29621" y="39851"/>
                  </a:cubicBezTo>
                  <a:cubicBezTo>
                    <a:pt x="29446" y="39726"/>
                    <a:pt x="29247" y="39602"/>
                    <a:pt x="29073" y="39527"/>
                  </a:cubicBezTo>
                  <a:cubicBezTo>
                    <a:pt x="29098" y="39477"/>
                    <a:pt x="29123" y="39428"/>
                    <a:pt x="29148" y="39403"/>
                  </a:cubicBezTo>
                  <a:cubicBezTo>
                    <a:pt x="29272" y="39228"/>
                    <a:pt x="29421" y="39104"/>
                    <a:pt x="29571" y="38955"/>
                  </a:cubicBezTo>
                  <a:cubicBezTo>
                    <a:pt x="30168" y="38308"/>
                    <a:pt x="30790" y="37660"/>
                    <a:pt x="31363" y="37038"/>
                  </a:cubicBezTo>
                  <a:cubicBezTo>
                    <a:pt x="31612" y="36789"/>
                    <a:pt x="31836" y="36540"/>
                    <a:pt x="32085" y="36316"/>
                  </a:cubicBezTo>
                  <a:cubicBezTo>
                    <a:pt x="32558" y="35818"/>
                    <a:pt x="33056" y="35345"/>
                    <a:pt x="33528" y="34848"/>
                  </a:cubicBezTo>
                  <a:lnTo>
                    <a:pt x="34549" y="33827"/>
                  </a:lnTo>
                  <a:cubicBezTo>
                    <a:pt x="34972" y="33429"/>
                    <a:pt x="35420" y="32981"/>
                    <a:pt x="35843" y="32583"/>
                  </a:cubicBezTo>
                  <a:cubicBezTo>
                    <a:pt x="36167" y="32309"/>
                    <a:pt x="36441" y="32010"/>
                    <a:pt x="36764" y="31736"/>
                  </a:cubicBezTo>
                  <a:cubicBezTo>
                    <a:pt x="37337" y="31214"/>
                    <a:pt x="37934" y="30641"/>
                    <a:pt x="38532" y="30118"/>
                  </a:cubicBezTo>
                  <a:cubicBezTo>
                    <a:pt x="38805" y="29869"/>
                    <a:pt x="39129" y="29596"/>
                    <a:pt x="39403" y="29347"/>
                  </a:cubicBezTo>
                  <a:cubicBezTo>
                    <a:pt x="39901" y="28899"/>
                    <a:pt x="40374" y="28500"/>
                    <a:pt x="40871" y="28077"/>
                  </a:cubicBezTo>
                  <a:cubicBezTo>
                    <a:pt x="41145" y="27828"/>
                    <a:pt x="41419" y="27579"/>
                    <a:pt x="41693" y="27355"/>
                  </a:cubicBezTo>
                  <a:cubicBezTo>
                    <a:pt x="41892" y="27206"/>
                    <a:pt x="42066" y="27032"/>
                    <a:pt x="42265" y="26907"/>
                  </a:cubicBezTo>
                  <a:close/>
                  <a:moveTo>
                    <a:pt x="22004" y="36316"/>
                  </a:moveTo>
                  <a:cubicBezTo>
                    <a:pt x="21083" y="37536"/>
                    <a:pt x="20212" y="38706"/>
                    <a:pt x="19341" y="39901"/>
                  </a:cubicBezTo>
                  <a:cubicBezTo>
                    <a:pt x="19291" y="39851"/>
                    <a:pt x="19291" y="39851"/>
                    <a:pt x="19291" y="39826"/>
                  </a:cubicBezTo>
                  <a:cubicBezTo>
                    <a:pt x="20137" y="38656"/>
                    <a:pt x="21008" y="37486"/>
                    <a:pt x="21954" y="36316"/>
                  </a:cubicBezTo>
                  <a:close/>
                  <a:moveTo>
                    <a:pt x="18818" y="39428"/>
                  </a:moveTo>
                  <a:cubicBezTo>
                    <a:pt x="18893" y="39577"/>
                    <a:pt x="18992" y="39701"/>
                    <a:pt x="19092" y="39851"/>
                  </a:cubicBezTo>
                  <a:cubicBezTo>
                    <a:pt x="19092" y="39901"/>
                    <a:pt x="19042" y="39901"/>
                    <a:pt x="19042" y="39925"/>
                  </a:cubicBezTo>
                  <a:cubicBezTo>
                    <a:pt x="18967" y="39776"/>
                    <a:pt x="18868" y="39627"/>
                    <a:pt x="18768" y="39477"/>
                  </a:cubicBezTo>
                  <a:lnTo>
                    <a:pt x="18818" y="39428"/>
                  </a:lnTo>
                  <a:close/>
                  <a:moveTo>
                    <a:pt x="69870" y="34151"/>
                  </a:moveTo>
                  <a:cubicBezTo>
                    <a:pt x="70641" y="36167"/>
                    <a:pt x="71736" y="38034"/>
                    <a:pt x="73155" y="39677"/>
                  </a:cubicBezTo>
                  <a:lnTo>
                    <a:pt x="73130" y="39677"/>
                  </a:lnTo>
                  <a:cubicBezTo>
                    <a:pt x="73056" y="39677"/>
                    <a:pt x="73031" y="39652"/>
                    <a:pt x="72981" y="39652"/>
                  </a:cubicBezTo>
                  <a:cubicBezTo>
                    <a:pt x="72906" y="39652"/>
                    <a:pt x="72881" y="39602"/>
                    <a:pt x="72807" y="39602"/>
                  </a:cubicBezTo>
                  <a:cubicBezTo>
                    <a:pt x="72707" y="39577"/>
                    <a:pt x="72608" y="39577"/>
                    <a:pt x="72508" y="39552"/>
                  </a:cubicBezTo>
                  <a:lnTo>
                    <a:pt x="71935" y="39452"/>
                  </a:lnTo>
                  <a:cubicBezTo>
                    <a:pt x="71836" y="39452"/>
                    <a:pt x="71786" y="39428"/>
                    <a:pt x="71687" y="39428"/>
                  </a:cubicBezTo>
                  <a:lnTo>
                    <a:pt x="71438" y="39428"/>
                  </a:lnTo>
                  <a:cubicBezTo>
                    <a:pt x="71089" y="39403"/>
                    <a:pt x="70716" y="39353"/>
                    <a:pt x="70392" y="39353"/>
                  </a:cubicBezTo>
                  <a:lnTo>
                    <a:pt x="70342" y="39353"/>
                  </a:lnTo>
                  <a:cubicBezTo>
                    <a:pt x="70069" y="39353"/>
                    <a:pt x="69820" y="39353"/>
                    <a:pt x="69546" y="39403"/>
                  </a:cubicBezTo>
                  <a:cubicBezTo>
                    <a:pt x="69421" y="39403"/>
                    <a:pt x="69297" y="39428"/>
                    <a:pt x="69173" y="39428"/>
                  </a:cubicBezTo>
                  <a:cubicBezTo>
                    <a:pt x="69023" y="39428"/>
                    <a:pt x="68849" y="39452"/>
                    <a:pt x="68700" y="39452"/>
                  </a:cubicBezTo>
                  <a:cubicBezTo>
                    <a:pt x="68650" y="39452"/>
                    <a:pt x="68600" y="39452"/>
                    <a:pt x="68550" y="39477"/>
                  </a:cubicBezTo>
                  <a:cubicBezTo>
                    <a:pt x="68451" y="39477"/>
                    <a:pt x="68351" y="39527"/>
                    <a:pt x="68276" y="39527"/>
                  </a:cubicBezTo>
                  <a:cubicBezTo>
                    <a:pt x="68152" y="39552"/>
                    <a:pt x="68003" y="39552"/>
                    <a:pt x="67853" y="39577"/>
                  </a:cubicBezTo>
                  <a:cubicBezTo>
                    <a:pt x="67779" y="39577"/>
                    <a:pt x="67679" y="39602"/>
                    <a:pt x="67580" y="39627"/>
                  </a:cubicBezTo>
                  <a:lnTo>
                    <a:pt x="67530" y="39627"/>
                  </a:lnTo>
                  <a:cubicBezTo>
                    <a:pt x="67455" y="39627"/>
                    <a:pt x="67430" y="39677"/>
                    <a:pt x="67380" y="39677"/>
                  </a:cubicBezTo>
                  <a:cubicBezTo>
                    <a:pt x="67256" y="39701"/>
                    <a:pt x="67107" y="39701"/>
                    <a:pt x="67007" y="39726"/>
                  </a:cubicBezTo>
                  <a:lnTo>
                    <a:pt x="66957" y="39726"/>
                  </a:lnTo>
                  <a:cubicBezTo>
                    <a:pt x="66808" y="39751"/>
                    <a:pt x="66609" y="39826"/>
                    <a:pt x="66459" y="39851"/>
                  </a:cubicBezTo>
                  <a:cubicBezTo>
                    <a:pt x="66335" y="39876"/>
                    <a:pt x="66211" y="39925"/>
                    <a:pt x="66111" y="39950"/>
                  </a:cubicBezTo>
                  <a:cubicBezTo>
                    <a:pt x="66061" y="39975"/>
                    <a:pt x="65962" y="39975"/>
                    <a:pt x="65912" y="40000"/>
                  </a:cubicBezTo>
                  <a:cubicBezTo>
                    <a:pt x="65240" y="39328"/>
                    <a:pt x="64667" y="38581"/>
                    <a:pt x="64070" y="37810"/>
                  </a:cubicBezTo>
                  <a:cubicBezTo>
                    <a:pt x="65987" y="36490"/>
                    <a:pt x="67928" y="35246"/>
                    <a:pt x="69870" y="34151"/>
                  </a:cubicBezTo>
                  <a:close/>
                  <a:moveTo>
                    <a:pt x="42754" y="27719"/>
                  </a:moveTo>
                  <a:cubicBezTo>
                    <a:pt x="42763" y="27719"/>
                    <a:pt x="42763" y="27736"/>
                    <a:pt x="42763" y="27754"/>
                  </a:cubicBezTo>
                  <a:cubicBezTo>
                    <a:pt x="37810" y="31313"/>
                    <a:pt x="33429" y="35545"/>
                    <a:pt x="29845" y="40025"/>
                  </a:cubicBezTo>
                  <a:cubicBezTo>
                    <a:pt x="29820" y="40025"/>
                    <a:pt x="29820" y="39975"/>
                    <a:pt x="29795" y="39975"/>
                  </a:cubicBezTo>
                  <a:cubicBezTo>
                    <a:pt x="33404" y="35495"/>
                    <a:pt x="37785" y="31263"/>
                    <a:pt x="42738" y="27729"/>
                  </a:cubicBezTo>
                  <a:cubicBezTo>
                    <a:pt x="42745" y="27722"/>
                    <a:pt x="42751" y="27719"/>
                    <a:pt x="42754" y="27719"/>
                  </a:cubicBezTo>
                  <a:close/>
                  <a:moveTo>
                    <a:pt x="101805" y="38208"/>
                  </a:moveTo>
                  <a:cubicBezTo>
                    <a:pt x="102800" y="38681"/>
                    <a:pt x="103771" y="39204"/>
                    <a:pt x="104717" y="39801"/>
                  </a:cubicBezTo>
                  <a:cubicBezTo>
                    <a:pt x="104767" y="39851"/>
                    <a:pt x="104866" y="39925"/>
                    <a:pt x="104916" y="40025"/>
                  </a:cubicBezTo>
                  <a:cubicBezTo>
                    <a:pt x="103896" y="39353"/>
                    <a:pt x="102875" y="38780"/>
                    <a:pt x="101780" y="38283"/>
                  </a:cubicBezTo>
                  <a:cubicBezTo>
                    <a:pt x="101780" y="38233"/>
                    <a:pt x="101780" y="38233"/>
                    <a:pt x="101805" y="38208"/>
                  </a:cubicBezTo>
                  <a:close/>
                  <a:moveTo>
                    <a:pt x="28949" y="39652"/>
                  </a:moveTo>
                  <a:cubicBezTo>
                    <a:pt x="29123" y="39776"/>
                    <a:pt x="29322" y="39851"/>
                    <a:pt x="29496" y="39975"/>
                  </a:cubicBezTo>
                  <a:cubicBezTo>
                    <a:pt x="29496" y="40025"/>
                    <a:pt x="29496" y="40050"/>
                    <a:pt x="29471" y="40050"/>
                  </a:cubicBezTo>
                  <a:cubicBezTo>
                    <a:pt x="29297" y="39925"/>
                    <a:pt x="29098" y="39801"/>
                    <a:pt x="28924" y="39701"/>
                  </a:cubicBezTo>
                  <a:cubicBezTo>
                    <a:pt x="28924" y="39677"/>
                    <a:pt x="28949" y="39677"/>
                    <a:pt x="28949" y="39652"/>
                  </a:cubicBezTo>
                  <a:close/>
                  <a:moveTo>
                    <a:pt x="63896" y="37859"/>
                  </a:moveTo>
                  <a:cubicBezTo>
                    <a:pt x="64443" y="38606"/>
                    <a:pt x="65041" y="39353"/>
                    <a:pt x="65688" y="40025"/>
                  </a:cubicBezTo>
                  <a:cubicBezTo>
                    <a:pt x="65663" y="40025"/>
                    <a:pt x="65638" y="40025"/>
                    <a:pt x="65588" y="40050"/>
                  </a:cubicBezTo>
                  <a:cubicBezTo>
                    <a:pt x="64966" y="39403"/>
                    <a:pt x="64393" y="38681"/>
                    <a:pt x="63821" y="37909"/>
                  </a:cubicBezTo>
                  <a:cubicBezTo>
                    <a:pt x="63846" y="37909"/>
                    <a:pt x="63846" y="37859"/>
                    <a:pt x="63896" y="37859"/>
                  </a:cubicBezTo>
                  <a:close/>
                  <a:moveTo>
                    <a:pt x="74350" y="39925"/>
                  </a:moveTo>
                  <a:lnTo>
                    <a:pt x="74350" y="40050"/>
                  </a:lnTo>
                  <a:cubicBezTo>
                    <a:pt x="74350" y="40050"/>
                    <a:pt x="74300" y="40050"/>
                    <a:pt x="74300" y="40025"/>
                  </a:cubicBezTo>
                  <a:cubicBezTo>
                    <a:pt x="74300" y="39975"/>
                    <a:pt x="74350" y="39950"/>
                    <a:pt x="74350" y="39925"/>
                  </a:cubicBezTo>
                  <a:close/>
                  <a:moveTo>
                    <a:pt x="19166" y="40050"/>
                  </a:moveTo>
                  <a:cubicBezTo>
                    <a:pt x="19216" y="40075"/>
                    <a:pt x="19216" y="40075"/>
                    <a:pt x="19216" y="40100"/>
                  </a:cubicBezTo>
                  <a:cubicBezTo>
                    <a:pt x="19216" y="40125"/>
                    <a:pt x="19166" y="40125"/>
                    <a:pt x="19166" y="40174"/>
                  </a:cubicBezTo>
                  <a:cubicBezTo>
                    <a:pt x="19166" y="40174"/>
                    <a:pt x="19166" y="40125"/>
                    <a:pt x="19141" y="40125"/>
                  </a:cubicBezTo>
                  <a:lnTo>
                    <a:pt x="19141" y="40100"/>
                  </a:lnTo>
                  <a:cubicBezTo>
                    <a:pt x="19141" y="40075"/>
                    <a:pt x="19166" y="40050"/>
                    <a:pt x="19166" y="40050"/>
                  </a:cubicBezTo>
                  <a:close/>
                  <a:moveTo>
                    <a:pt x="29670" y="40075"/>
                  </a:moveTo>
                  <a:cubicBezTo>
                    <a:pt x="29695" y="40075"/>
                    <a:pt x="29695" y="40100"/>
                    <a:pt x="29720" y="40100"/>
                  </a:cubicBezTo>
                  <a:cubicBezTo>
                    <a:pt x="29720" y="40149"/>
                    <a:pt x="29695" y="40149"/>
                    <a:pt x="29695" y="40174"/>
                  </a:cubicBezTo>
                  <a:cubicBezTo>
                    <a:pt x="29670" y="40174"/>
                    <a:pt x="29670" y="40174"/>
                    <a:pt x="29621" y="40149"/>
                  </a:cubicBezTo>
                  <a:cubicBezTo>
                    <a:pt x="29621" y="40100"/>
                    <a:pt x="29670" y="40100"/>
                    <a:pt x="29670" y="40075"/>
                  </a:cubicBezTo>
                  <a:close/>
                  <a:moveTo>
                    <a:pt x="70392" y="39577"/>
                  </a:moveTo>
                  <a:cubicBezTo>
                    <a:pt x="70815" y="39577"/>
                    <a:pt x="71189" y="39602"/>
                    <a:pt x="71587" y="39627"/>
                  </a:cubicBezTo>
                  <a:cubicBezTo>
                    <a:pt x="71687" y="39627"/>
                    <a:pt x="71786" y="39677"/>
                    <a:pt x="71886" y="39677"/>
                  </a:cubicBezTo>
                  <a:cubicBezTo>
                    <a:pt x="71960" y="39677"/>
                    <a:pt x="72035" y="39701"/>
                    <a:pt x="72135" y="39701"/>
                  </a:cubicBezTo>
                  <a:cubicBezTo>
                    <a:pt x="72408" y="39726"/>
                    <a:pt x="72707" y="39801"/>
                    <a:pt x="73006" y="39851"/>
                  </a:cubicBezTo>
                  <a:cubicBezTo>
                    <a:pt x="73155" y="39876"/>
                    <a:pt x="73280" y="39950"/>
                    <a:pt x="73429" y="39975"/>
                  </a:cubicBezTo>
                  <a:lnTo>
                    <a:pt x="73454" y="40000"/>
                  </a:lnTo>
                  <a:lnTo>
                    <a:pt x="73504" y="40050"/>
                  </a:lnTo>
                  <a:cubicBezTo>
                    <a:pt x="73479" y="40025"/>
                    <a:pt x="73404" y="39975"/>
                    <a:pt x="73379" y="39975"/>
                  </a:cubicBezTo>
                  <a:cubicBezTo>
                    <a:pt x="73304" y="39950"/>
                    <a:pt x="73255" y="39950"/>
                    <a:pt x="73180" y="39925"/>
                  </a:cubicBezTo>
                  <a:cubicBezTo>
                    <a:pt x="73155" y="39925"/>
                    <a:pt x="73080" y="39901"/>
                    <a:pt x="73056" y="39901"/>
                  </a:cubicBezTo>
                  <a:lnTo>
                    <a:pt x="73006" y="39901"/>
                  </a:lnTo>
                  <a:cubicBezTo>
                    <a:pt x="72906" y="39851"/>
                    <a:pt x="72807" y="39851"/>
                    <a:pt x="72707" y="39826"/>
                  </a:cubicBezTo>
                  <a:cubicBezTo>
                    <a:pt x="72657" y="39826"/>
                    <a:pt x="72608" y="39801"/>
                    <a:pt x="72533" y="39801"/>
                  </a:cubicBezTo>
                  <a:cubicBezTo>
                    <a:pt x="72408" y="39776"/>
                    <a:pt x="72309" y="39726"/>
                    <a:pt x="72184" y="39726"/>
                  </a:cubicBezTo>
                  <a:cubicBezTo>
                    <a:pt x="72085" y="39726"/>
                    <a:pt x="72010" y="39701"/>
                    <a:pt x="71911" y="39701"/>
                  </a:cubicBezTo>
                  <a:cubicBezTo>
                    <a:pt x="71836" y="39701"/>
                    <a:pt x="71786" y="39677"/>
                    <a:pt x="71711" y="39677"/>
                  </a:cubicBezTo>
                  <a:lnTo>
                    <a:pt x="71537" y="39677"/>
                  </a:lnTo>
                  <a:cubicBezTo>
                    <a:pt x="71438" y="39677"/>
                    <a:pt x="71388" y="39652"/>
                    <a:pt x="71288" y="39652"/>
                  </a:cubicBezTo>
                  <a:lnTo>
                    <a:pt x="71064" y="39652"/>
                  </a:lnTo>
                  <a:cubicBezTo>
                    <a:pt x="70840" y="39652"/>
                    <a:pt x="70641" y="39602"/>
                    <a:pt x="70417" y="39602"/>
                  </a:cubicBezTo>
                  <a:lnTo>
                    <a:pt x="70318" y="39602"/>
                  </a:lnTo>
                  <a:cubicBezTo>
                    <a:pt x="70069" y="39602"/>
                    <a:pt x="69795" y="39602"/>
                    <a:pt x="69546" y="39652"/>
                  </a:cubicBezTo>
                  <a:cubicBezTo>
                    <a:pt x="69446" y="39652"/>
                    <a:pt x="69347" y="39652"/>
                    <a:pt x="69272" y="39677"/>
                  </a:cubicBezTo>
                  <a:lnTo>
                    <a:pt x="68973" y="39677"/>
                  </a:lnTo>
                  <a:cubicBezTo>
                    <a:pt x="68899" y="39677"/>
                    <a:pt x="68799" y="39677"/>
                    <a:pt x="68700" y="39701"/>
                  </a:cubicBezTo>
                  <a:cubicBezTo>
                    <a:pt x="68550" y="39726"/>
                    <a:pt x="68401" y="39726"/>
                    <a:pt x="68202" y="39776"/>
                  </a:cubicBezTo>
                  <a:cubicBezTo>
                    <a:pt x="68077" y="39801"/>
                    <a:pt x="67978" y="39801"/>
                    <a:pt x="67853" y="39801"/>
                  </a:cubicBezTo>
                  <a:cubicBezTo>
                    <a:pt x="67779" y="39801"/>
                    <a:pt x="67679" y="39826"/>
                    <a:pt x="67580" y="39851"/>
                  </a:cubicBezTo>
                  <a:cubicBezTo>
                    <a:pt x="67480" y="39901"/>
                    <a:pt x="67405" y="39901"/>
                    <a:pt x="67331" y="39925"/>
                  </a:cubicBezTo>
                  <a:cubicBezTo>
                    <a:pt x="67281" y="39925"/>
                    <a:pt x="67181" y="39950"/>
                    <a:pt x="67107" y="39950"/>
                  </a:cubicBezTo>
                  <a:cubicBezTo>
                    <a:pt x="67082" y="39950"/>
                    <a:pt x="67057" y="39950"/>
                    <a:pt x="67032" y="39975"/>
                  </a:cubicBezTo>
                  <a:lnTo>
                    <a:pt x="66982" y="39975"/>
                  </a:lnTo>
                  <a:cubicBezTo>
                    <a:pt x="66808" y="40025"/>
                    <a:pt x="66609" y="40075"/>
                    <a:pt x="66435" y="40100"/>
                  </a:cubicBezTo>
                  <a:cubicBezTo>
                    <a:pt x="66360" y="40100"/>
                    <a:pt x="66335" y="40149"/>
                    <a:pt x="66285" y="40149"/>
                  </a:cubicBezTo>
                  <a:cubicBezTo>
                    <a:pt x="66211" y="40149"/>
                    <a:pt x="66186" y="40174"/>
                    <a:pt x="66111" y="40174"/>
                  </a:cubicBezTo>
                  <a:cubicBezTo>
                    <a:pt x="66086" y="40174"/>
                    <a:pt x="66061" y="40174"/>
                    <a:pt x="66036" y="40199"/>
                  </a:cubicBezTo>
                  <a:lnTo>
                    <a:pt x="65987" y="40174"/>
                  </a:lnTo>
                  <a:cubicBezTo>
                    <a:pt x="66036" y="40174"/>
                    <a:pt x="66061" y="40149"/>
                    <a:pt x="66111" y="40149"/>
                  </a:cubicBezTo>
                  <a:cubicBezTo>
                    <a:pt x="66211" y="40100"/>
                    <a:pt x="66310" y="40100"/>
                    <a:pt x="66410" y="40075"/>
                  </a:cubicBezTo>
                  <a:cubicBezTo>
                    <a:pt x="66584" y="40025"/>
                    <a:pt x="66808" y="39975"/>
                    <a:pt x="66982" y="39950"/>
                  </a:cubicBezTo>
                  <a:cubicBezTo>
                    <a:pt x="67156" y="39925"/>
                    <a:pt x="67306" y="39901"/>
                    <a:pt x="67430" y="39851"/>
                  </a:cubicBezTo>
                  <a:cubicBezTo>
                    <a:pt x="67555" y="39826"/>
                    <a:pt x="67704" y="39801"/>
                    <a:pt x="67828" y="39801"/>
                  </a:cubicBezTo>
                  <a:cubicBezTo>
                    <a:pt x="68052" y="39776"/>
                    <a:pt x="68301" y="39726"/>
                    <a:pt x="68525" y="39701"/>
                  </a:cubicBezTo>
                  <a:cubicBezTo>
                    <a:pt x="68575" y="39701"/>
                    <a:pt x="68650" y="39677"/>
                    <a:pt x="68700" y="39677"/>
                  </a:cubicBezTo>
                  <a:cubicBezTo>
                    <a:pt x="69272" y="39602"/>
                    <a:pt x="69820" y="39577"/>
                    <a:pt x="70342" y="39577"/>
                  </a:cubicBezTo>
                  <a:close/>
                  <a:moveTo>
                    <a:pt x="74549" y="39726"/>
                  </a:moveTo>
                  <a:cubicBezTo>
                    <a:pt x="74599" y="39801"/>
                    <a:pt x="74649" y="39851"/>
                    <a:pt x="74674" y="39925"/>
                  </a:cubicBezTo>
                  <a:cubicBezTo>
                    <a:pt x="74723" y="40000"/>
                    <a:pt x="74748" y="40100"/>
                    <a:pt x="74773" y="40174"/>
                  </a:cubicBezTo>
                  <a:cubicBezTo>
                    <a:pt x="74773" y="40199"/>
                    <a:pt x="74773" y="40199"/>
                    <a:pt x="74798" y="40224"/>
                  </a:cubicBezTo>
                  <a:lnTo>
                    <a:pt x="74773" y="40199"/>
                  </a:lnTo>
                  <a:lnTo>
                    <a:pt x="74798" y="40249"/>
                  </a:lnTo>
                  <a:cubicBezTo>
                    <a:pt x="74773" y="40249"/>
                    <a:pt x="74773" y="40249"/>
                    <a:pt x="74748" y="40224"/>
                  </a:cubicBezTo>
                  <a:cubicBezTo>
                    <a:pt x="74674" y="40199"/>
                    <a:pt x="74599" y="40174"/>
                    <a:pt x="74524" y="40125"/>
                  </a:cubicBezTo>
                  <a:cubicBezTo>
                    <a:pt x="74524" y="40000"/>
                    <a:pt x="74549" y="39851"/>
                    <a:pt x="74549" y="39726"/>
                  </a:cubicBezTo>
                  <a:close/>
                  <a:moveTo>
                    <a:pt x="80498" y="35694"/>
                  </a:moveTo>
                  <a:cubicBezTo>
                    <a:pt x="80100" y="36739"/>
                    <a:pt x="79702" y="37735"/>
                    <a:pt x="79229" y="38780"/>
                  </a:cubicBezTo>
                  <a:cubicBezTo>
                    <a:pt x="79204" y="38805"/>
                    <a:pt x="79129" y="38805"/>
                    <a:pt x="79104" y="38830"/>
                  </a:cubicBezTo>
                  <a:cubicBezTo>
                    <a:pt x="78905" y="38930"/>
                    <a:pt x="78706" y="38980"/>
                    <a:pt x="78507" y="39079"/>
                  </a:cubicBezTo>
                  <a:cubicBezTo>
                    <a:pt x="78258" y="39179"/>
                    <a:pt x="78034" y="39303"/>
                    <a:pt x="77785" y="39403"/>
                  </a:cubicBezTo>
                  <a:lnTo>
                    <a:pt x="77760" y="39403"/>
                  </a:lnTo>
                  <a:cubicBezTo>
                    <a:pt x="77636" y="39452"/>
                    <a:pt x="77511" y="39527"/>
                    <a:pt x="77362" y="39577"/>
                  </a:cubicBezTo>
                  <a:cubicBezTo>
                    <a:pt x="77138" y="39677"/>
                    <a:pt x="76914" y="39776"/>
                    <a:pt x="76739" y="39851"/>
                  </a:cubicBezTo>
                  <a:cubicBezTo>
                    <a:pt x="76391" y="40025"/>
                    <a:pt x="76043" y="40199"/>
                    <a:pt x="75669" y="40349"/>
                  </a:cubicBezTo>
                  <a:cubicBezTo>
                    <a:pt x="75495" y="40075"/>
                    <a:pt x="75296" y="39801"/>
                    <a:pt x="75171" y="39527"/>
                  </a:cubicBezTo>
                  <a:cubicBezTo>
                    <a:pt x="75146" y="39452"/>
                    <a:pt x="75122" y="39428"/>
                    <a:pt x="75097" y="39353"/>
                  </a:cubicBezTo>
                  <a:cubicBezTo>
                    <a:pt x="75022" y="39278"/>
                    <a:pt x="74997" y="39154"/>
                    <a:pt x="74922" y="39054"/>
                  </a:cubicBezTo>
                  <a:cubicBezTo>
                    <a:pt x="76217" y="37561"/>
                    <a:pt x="78108" y="36416"/>
                    <a:pt x="80498" y="35694"/>
                  </a:cubicBezTo>
                  <a:close/>
                  <a:moveTo>
                    <a:pt x="105414" y="40224"/>
                  </a:moveTo>
                  <a:lnTo>
                    <a:pt x="105414" y="40224"/>
                  </a:lnTo>
                  <a:cubicBezTo>
                    <a:pt x="105464" y="40249"/>
                    <a:pt x="105489" y="40249"/>
                    <a:pt x="105514" y="40299"/>
                  </a:cubicBezTo>
                  <a:cubicBezTo>
                    <a:pt x="105538" y="40324"/>
                    <a:pt x="105588" y="40324"/>
                    <a:pt x="105613" y="40349"/>
                  </a:cubicBezTo>
                  <a:cubicBezTo>
                    <a:pt x="105638" y="40373"/>
                    <a:pt x="105663" y="40423"/>
                    <a:pt x="105663" y="40448"/>
                  </a:cubicBezTo>
                  <a:lnTo>
                    <a:pt x="105696" y="40481"/>
                  </a:lnTo>
                  <a:lnTo>
                    <a:pt x="105696" y="40481"/>
                  </a:lnTo>
                  <a:cubicBezTo>
                    <a:pt x="105686" y="40476"/>
                    <a:pt x="105675" y="40473"/>
                    <a:pt x="105663" y="40473"/>
                  </a:cubicBezTo>
                  <a:cubicBezTo>
                    <a:pt x="105638" y="40448"/>
                    <a:pt x="105613" y="40423"/>
                    <a:pt x="105538" y="40398"/>
                  </a:cubicBezTo>
                  <a:cubicBezTo>
                    <a:pt x="105538" y="40324"/>
                    <a:pt x="105489" y="40299"/>
                    <a:pt x="105414" y="40224"/>
                  </a:cubicBezTo>
                  <a:close/>
                  <a:moveTo>
                    <a:pt x="74250" y="40523"/>
                  </a:moveTo>
                  <a:cubicBezTo>
                    <a:pt x="74275" y="40523"/>
                    <a:pt x="74300" y="40548"/>
                    <a:pt x="74300" y="40548"/>
                  </a:cubicBezTo>
                  <a:cubicBezTo>
                    <a:pt x="74275" y="40548"/>
                    <a:pt x="74275" y="40548"/>
                    <a:pt x="74250" y="40523"/>
                  </a:cubicBezTo>
                  <a:close/>
                  <a:moveTo>
                    <a:pt x="79104" y="39079"/>
                  </a:moveTo>
                  <a:cubicBezTo>
                    <a:pt x="79104" y="39079"/>
                    <a:pt x="79104" y="39104"/>
                    <a:pt x="79054" y="39104"/>
                  </a:cubicBezTo>
                  <a:cubicBezTo>
                    <a:pt x="78283" y="39452"/>
                    <a:pt x="77486" y="39801"/>
                    <a:pt x="76665" y="40174"/>
                  </a:cubicBezTo>
                  <a:cubicBezTo>
                    <a:pt x="76391" y="40299"/>
                    <a:pt x="76092" y="40448"/>
                    <a:pt x="75769" y="40597"/>
                  </a:cubicBezTo>
                  <a:lnTo>
                    <a:pt x="75769" y="40573"/>
                  </a:lnTo>
                  <a:cubicBezTo>
                    <a:pt x="75769" y="40573"/>
                    <a:pt x="75769" y="40548"/>
                    <a:pt x="75744" y="40548"/>
                  </a:cubicBezTo>
                  <a:cubicBezTo>
                    <a:pt x="76889" y="40025"/>
                    <a:pt x="78009" y="39527"/>
                    <a:pt x="79104" y="39079"/>
                  </a:cubicBezTo>
                  <a:close/>
                  <a:moveTo>
                    <a:pt x="74524" y="40349"/>
                  </a:moveTo>
                  <a:cubicBezTo>
                    <a:pt x="74549" y="40349"/>
                    <a:pt x="74549" y="40398"/>
                    <a:pt x="74549" y="40398"/>
                  </a:cubicBezTo>
                  <a:cubicBezTo>
                    <a:pt x="74674" y="40448"/>
                    <a:pt x="74798" y="40523"/>
                    <a:pt x="74922" y="40597"/>
                  </a:cubicBezTo>
                  <a:lnTo>
                    <a:pt x="74922" y="40622"/>
                  </a:lnTo>
                  <a:cubicBezTo>
                    <a:pt x="74922" y="40622"/>
                    <a:pt x="74922" y="40672"/>
                    <a:pt x="74972" y="40672"/>
                  </a:cubicBezTo>
                  <a:cubicBezTo>
                    <a:pt x="74922" y="40672"/>
                    <a:pt x="74898" y="40622"/>
                    <a:pt x="74873" y="40622"/>
                  </a:cubicBezTo>
                  <a:cubicBezTo>
                    <a:pt x="74848" y="40622"/>
                    <a:pt x="74848" y="40597"/>
                    <a:pt x="74798" y="40597"/>
                  </a:cubicBezTo>
                  <a:cubicBezTo>
                    <a:pt x="74723" y="40548"/>
                    <a:pt x="74624" y="40498"/>
                    <a:pt x="74524" y="40448"/>
                  </a:cubicBezTo>
                  <a:cubicBezTo>
                    <a:pt x="74499" y="40448"/>
                    <a:pt x="74499" y="40423"/>
                    <a:pt x="74474" y="40423"/>
                  </a:cubicBezTo>
                  <a:lnTo>
                    <a:pt x="74524" y="40349"/>
                  </a:lnTo>
                  <a:close/>
                  <a:moveTo>
                    <a:pt x="63697" y="37984"/>
                  </a:moveTo>
                  <a:cubicBezTo>
                    <a:pt x="64219" y="38731"/>
                    <a:pt x="64817" y="39452"/>
                    <a:pt x="65414" y="40075"/>
                  </a:cubicBezTo>
                  <a:cubicBezTo>
                    <a:pt x="65339" y="40100"/>
                    <a:pt x="65290" y="40100"/>
                    <a:pt x="65215" y="40125"/>
                  </a:cubicBezTo>
                  <a:cubicBezTo>
                    <a:pt x="65090" y="40174"/>
                    <a:pt x="64966" y="40224"/>
                    <a:pt x="64842" y="40249"/>
                  </a:cubicBezTo>
                  <a:cubicBezTo>
                    <a:pt x="64792" y="40299"/>
                    <a:pt x="64717" y="40299"/>
                    <a:pt x="64667" y="40324"/>
                  </a:cubicBezTo>
                  <a:lnTo>
                    <a:pt x="64617" y="40324"/>
                  </a:lnTo>
                  <a:cubicBezTo>
                    <a:pt x="64543" y="40349"/>
                    <a:pt x="64418" y="40373"/>
                    <a:pt x="64319" y="40423"/>
                  </a:cubicBezTo>
                  <a:cubicBezTo>
                    <a:pt x="64219" y="40448"/>
                    <a:pt x="64095" y="40473"/>
                    <a:pt x="63995" y="40548"/>
                  </a:cubicBezTo>
                  <a:cubicBezTo>
                    <a:pt x="63921" y="40573"/>
                    <a:pt x="63846" y="40597"/>
                    <a:pt x="63746" y="40647"/>
                  </a:cubicBezTo>
                  <a:cubicBezTo>
                    <a:pt x="63697" y="40672"/>
                    <a:pt x="63622" y="40672"/>
                    <a:pt x="63572" y="40697"/>
                  </a:cubicBezTo>
                  <a:cubicBezTo>
                    <a:pt x="63248" y="40075"/>
                    <a:pt x="62925" y="39428"/>
                    <a:pt x="62576" y="38780"/>
                  </a:cubicBezTo>
                  <a:cubicBezTo>
                    <a:pt x="62950" y="38482"/>
                    <a:pt x="63323" y="38233"/>
                    <a:pt x="63697" y="37984"/>
                  </a:cubicBezTo>
                  <a:close/>
                  <a:moveTo>
                    <a:pt x="73603" y="40697"/>
                  </a:moveTo>
                  <a:cubicBezTo>
                    <a:pt x="73603" y="40718"/>
                    <a:pt x="73603" y="40721"/>
                    <a:pt x="73573" y="40737"/>
                  </a:cubicBezTo>
                  <a:lnTo>
                    <a:pt x="73573" y="40737"/>
                  </a:lnTo>
                  <a:cubicBezTo>
                    <a:pt x="73582" y="40722"/>
                    <a:pt x="73592" y="40708"/>
                    <a:pt x="73603" y="40697"/>
                  </a:cubicBezTo>
                  <a:close/>
                  <a:moveTo>
                    <a:pt x="62402" y="38930"/>
                  </a:moveTo>
                  <a:cubicBezTo>
                    <a:pt x="62726" y="39552"/>
                    <a:pt x="63074" y="40174"/>
                    <a:pt x="63348" y="40797"/>
                  </a:cubicBezTo>
                  <a:cubicBezTo>
                    <a:pt x="63323" y="40797"/>
                    <a:pt x="63323" y="40797"/>
                    <a:pt x="63298" y="40821"/>
                  </a:cubicBezTo>
                  <a:cubicBezTo>
                    <a:pt x="62975" y="40199"/>
                    <a:pt x="62676" y="39577"/>
                    <a:pt x="62328" y="38955"/>
                  </a:cubicBezTo>
                  <a:cubicBezTo>
                    <a:pt x="62352" y="38955"/>
                    <a:pt x="62352" y="38930"/>
                    <a:pt x="62402" y="38930"/>
                  </a:cubicBezTo>
                  <a:close/>
                  <a:moveTo>
                    <a:pt x="75296" y="40797"/>
                  </a:moveTo>
                  <a:cubicBezTo>
                    <a:pt x="75296" y="40797"/>
                    <a:pt x="75346" y="40797"/>
                    <a:pt x="75346" y="40821"/>
                  </a:cubicBezTo>
                  <a:lnTo>
                    <a:pt x="75346" y="40846"/>
                  </a:lnTo>
                  <a:lnTo>
                    <a:pt x="75296" y="40846"/>
                  </a:lnTo>
                  <a:lnTo>
                    <a:pt x="75296" y="40821"/>
                  </a:lnTo>
                  <a:lnTo>
                    <a:pt x="75271" y="40797"/>
                  </a:lnTo>
                  <a:close/>
                  <a:moveTo>
                    <a:pt x="74474" y="40672"/>
                  </a:moveTo>
                  <a:cubicBezTo>
                    <a:pt x="74549" y="40722"/>
                    <a:pt x="74624" y="40797"/>
                    <a:pt x="74723" y="40846"/>
                  </a:cubicBezTo>
                  <a:cubicBezTo>
                    <a:pt x="74674" y="40846"/>
                    <a:pt x="74674" y="40871"/>
                    <a:pt x="74649" y="40871"/>
                  </a:cubicBezTo>
                  <a:cubicBezTo>
                    <a:pt x="74599" y="40821"/>
                    <a:pt x="74524" y="40797"/>
                    <a:pt x="74474" y="40722"/>
                  </a:cubicBezTo>
                  <a:lnTo>
                    <a:pt x="74474" y="40672"/>
                  </a:lnTo>
                  <a:close/>
                  <a:moveTo>
                    <a:pt x="65581" y="40284"/>
                  </a:moveTo>
                  <a:lnTo>
                    <a:pt x="65581" y="40284"/>
                  </a:lnTo>
                  <a:cubicBezTo>
                    <a:pt x="65583" y="40288"/>
                    <a:pt x="65585" y="40293"/>
                    <a:pt x="65588" y="40299"/>
                  </a:cubicBezTo>
                  <a:cubicBezTo>
                    <a:pt x="65538" y="40299"/>
                    <a:pt x="65514" y="40324"/>
                    <a:pt x="65439" y="40324"/>
                  </a:cubicBezTo>
                  <a:cubicBezTo>
                    <a:pt x="65389" y="40349"/>
                    <a:pt x="65314" y="40349"/>
                    <a:pt x="65240" y="40398"/>
                  </a:cubicBezTo>
                  <a:cubicBezTo>
                    <a:pt x="65215" y="40398"/>
                    <a:pt x="65190" y="40423"/>
                    <a:pt x="65165" y="40423"/>
                  </a:cubicBezTo>
                  <a:cubicBezTo>
                    <a:pt x="64966" y="40473"/>
                    <a:pt x="64792" y="40548"/>
                    <a:pt x="64617" y="40597"/>
                  </a:cubicBezTo>
                  <a:cubicBezTo>
                    <a:pt x="64543" y="40622"/>
                    <a:pt x="64443" y="40672"/>
                    <a:pt x="64369" y="40697"/>
                  </a:cubicBezTo>
                  <a:cubicBezTo>
                    <a:pt x="64194" y="40747"/>
                    <a:pt x="63970" y="40846"/>
                    <a:pt x="63746" y="40921"/>
                  </a:cubicBezTo>
                  <a:cubicBezTo>
                    <a:pt x="63721" y="40921"/>
                    <a:pt x="63697" y="40946"/>
                    <a:pt x="63672" y="40946"/>
                  </a:cubicBezTo>
                  <a:lnTo>
                    <a:pt x="63672" y="40921"/>
                  </a:lnTo>
                  <a:lnTo>
                    <a:pt x="63672" y="40871"/>
                  </a:lnTo>
                  <a:cubicBezTo>
                    <a:pt x="63921" y="40797"/>
                    <a:pt x="64120" y="40697"/>
                    <a:pt x="64369" y="40622"/>
                  </a:cubicBezTo>
                  <a:cubicBezTo>
                    <a:pt x="64443" y="40597"/>
                    <a:pt x="64493" y="40597"/>
                    <a:pt x="64568" y="40573"/>
                  </a:cubicBezTo>
                  <a:cubicBezTo>
                    <a:pt x="64692" y="40523"/>
                    <a:pt x="64842" y="40473"/>
                    <a:pt x="64966" y="40448"/>
                  </a:cubicBezTo>
                  <a:cubicBezTo>
                    <a:pt x="65066" y="40423"/>
                    <a:pt x="65165" y="40398"/>
                    <a:pt x="65290" y="40349"/>
                  </a:cubicBezTo>
                  <a:cubicBezTo>
                    <a:pt x="65389" y="40324"/>
                    <a:pt x="65439" y="40324"/>
                    <a:pt x="65538" y="40299"/>
                  </a:cubicBezTo>
                  <a:cubicBezTo>
                    <a:pt x="65555" y="40299"/>
                    <a:pt x="65572" y="40299"/>
                    <a:pt x="65581" y="40284"/>
                  </a:cubicBezTo>
                  <a:close/>
                  <a:moveTo>
                    <a:pt x="63448" y="40946"/>
                  </a:moveTo>
                  <a:cubicBezTo>
                    <a:pt x="63448" y="40946"/>
                    <a:pt x="63448" y="40971"/>
                    <a:pt x="63473" y="40971"/>
                  </a:cubicBezTo>
                  <a:lnTo>
                    <a:pt x="63473" y="41021"/>
                  </a:lnTo>
                  <a:lnTo>
                    <a:pt x="63423" y="41021"/>
                  </a:lnTo>
                  <a:lnTo>
                    <a:pt x="63423" y="40971"/>
                  </a:lnTo>
                  <a:cubicBezTo>
                    <a:pt x="63406" y="40987"/>
                    <a:pt x="63395" y="40993"/>
                    <a:pt x="63388" y="40993"/>
                  </a:cubicBezTo>
                  <a:cubicBezTo>
                    <a:pt x="63373" y="40993"/>
                    <a:pt x="63373" y="40971"/>
                    <a:pt x="63373" y="40971"/>
                  </a:cubicBezTo>
                  <a:cubicBezTo>
                    <a:pt x="63423" y="40971"/>
                    <a:pt x="63423" y="40946"/>
                    <a:pt x="63448" y="40946"/>
                  </a:cubicBezTo>
                  <a:close/>
                  <a:moveTo>
                    <a:pt x="74823" y="40971"/>
                  </a:moveTo>
                  <a:lnTo>
                    <a:pt x="74898" y="41046"/>
                  </a:lnTo>
                  <a:cubicBezTo>
                    <a:pt x="74873" y="41046"/>
                    <a:pt x="74873" y="41070"/>
                    <a:pt x="74848" y="41070"/>
                  </a:cubicBezTo>
                  <a:lnTo>
                    <a:pt x="74798" y="41046"/>
                  </a:lnTo>
                  <a:lnTo>
                    <a:pt x="74773" y="41021"/>
                  </a:lnTo>
                  <a:cubicBezTo>
                    <a:pt x="74798" y="41021"/>
                    <a:pt x="74798" y="40971"/>
                    <a:pt x="74823" y="40971"/>
                  </a:cubicBezTo>
                  <a:close/>
                  <a:moveTo>
                    <a:pt x="74250" y="40722"/>
                  </a:moveTo>
                  <a:cubicBezTo>
                    <a:pt x="74250" y="40772"/>
                    <a:pt x="74275" y="40797"/>
                    <a:pt x="74300" y="40797"/>
                  </a:cubicBezTo>
                  <a:cubicBezTo>
                    <a:pt x="74300" y="40896"/>
                    <a:pt x="74275" y="40971"/>
                    <a:pt x="74275" y="41070"/>
                  </a:cubicBezTo>
                  <a:cubicBezTo>
                    <a:pt x="74250" y="41070"/>
                    <a:pt x="74250" y="41095"/>
                    <a:pt x="74225" y="41095"/>
                  </a:cubicBezTo>
                  <a:cubicBezTo>
                    <a:pt x="74225" y="40971"/>
                    <a:pt x="74250" y="40846"/>
                    <a:pt x="74250" y="40722"/>
                  </a:cubicBezTo>
                  <a:close/>
                  <a:moveTo>
                    <a:pt x="74649" y="41095"/>
                  </a:moveTo>
                  <a:lnTo>
                    <a:pt x="74674" y="41145"/>
                  </a:lnTo>
                  <a:cubicBezTo>
                    <a:pt x="74599" y="41170"/>
                    <a:pt x="74524" y="41220"/>
                    <a:pt x="74425" y="41270"/>
                  </a:cubicBezTo>
                  <a:lnTo>
                    <a:pt x="74425" y="41220"/>
                  </a:lnTo>
                  <a:lnTo>
                    <a:pt x="74425" y="41195"/>
                  </a:lnTo>
                  <a:cubicBezTo>
                    <a:pt x="74499" y="41195"/>
                    <a:pt x="74549" y="41170"/>
                    <a:pt x="74649" y="41095"/>
                  </a:cubicBezTo>
                  <a:close/>
                  <a:moveTo>
                    <a:pt x="74051" y="40672"/>
                  </a:moveTo>
                  <a:cubicBezTo>
                    <a:pt x="74026" y="40846"/>
                    <a:pt x="74026" y="41046"/>
                    <a:pt x="74001" y="41220"/>
                  </a:cubicBezTo>
                  <a:lnTo>
                    <a:pt x="73802" y="41319"/>
                  </a:lnTo>
                  <a:cubicBezTo>
                    <a:pt x="73902" y="41095"/>
                    <a:pt x="74001" y="40896"/>
                    <a:pt x="74051" y="40672"/>
                  </a:cubicBezTo>
                  <a:close/>
                  <a:moveTo>
                    <a:pt x="74250" y="41319"/>
                  </a:moveTo>
                  <a:lnTo>
                    <a:pt x="74250" y="41344"/>
                  </a:lnTo>
                  <a:lnTo>
                    <a:pt x="74250" y="41369"/>
                  </a:lnTo>
                  <a:cubicBezTo>
                    <a:pt x="74225" y="41369"/>
                    <a:pt x="74225" y="41419"/>
                    <a:pt x="74176" y="41419"/>
                  </a:cubicBezTo>
                  <a:lnTo>
                    <a:pt x="74176" y="41369"/>
                  </a:lnTo>
                  <a:lnTo>
                    <a:pt x="74176" y="41344"/>
                  </a:lnTo>
                  <a:cubicBezTo>
                    <a:pt x="74176" y="41344"/>
                    <a:pt x="74225" y="41344"/>
                    <a:pt x="74250" y="41319"/>
                  </a:cubicBezTo>
                  <a:close/>
                  <a:moveTo>
                    <a:pt x="75520" y="41220"/>
                  </a:moveTo>
                  <a:lnTo>
                    <a:pt x="75545" y="41270"/>
                  </a:lnTo>
                  <a:lnTo>
                    <a:pt x="75594" y="41294"/>
                  </a:lnTo>
                  <a:cubicBezTo>
                    <a:pt x="75619" y="41319"/>
                    <a:pt x="75619" y="41344"/>
                    <a:pt x="75669" y="41419"/>
                  </a:cubicBezTo>
                  <a:cubicBezTo>
                    <a:pt x="75644" y="41419"/>
                    <a:pt x="75644" y="41394"/>
                    <a:pt x="75619" y="41394"/>
                  </a:cubicBezTo>
                  <a:lnTo>
                    <a:pt x="75570" y="41344"/>
                  </a:lnTo>
                  <a:cubicBezTo>
                    <a:pt x="75545" y="41319"/>
                    <a:pt x="75520" y="41270"/>
                    <a:pt x="75520" y="41220"/>
                  </a:cubicBezTo>
                  <a:close/>
                  <a:moveTo>
                    <a:pt x="73902" y="40573"/>
                  </a:moveTo>
                  <a:lnTo>
                    <a:pt x="73902" y="40573"/>
                  </a:lnTo>
                  <a:cubicBezTo>
                    <a:pt x="73777" y="40871"/>
                    <a:pt x="73653" y="41170"/>
                    <a:pt x="73529" y="41469"/>
                  </a:cubicBezTo>
                  <a:lnTo>
                    <a:pt x="73504" y="41494"/>
                  </a:lnTo>
                  <a:cubicBezTo>
                    <a:pt x="73628" y="41170"/>
                    <a:pt x="73753" y="40871"/>
                    <a:pt x="73902" y="40573"/>
                  </a:cubicBezTo>
                  <a:close/>
                  <a:moveTo>
                    <a:pt x="75047" y="41170"/>
                  </a:moveTo>
                  <a:cubicBezTo>
                    <a:pt x="75146" y="41270"/>
                    <a:pt x="75271" y="41344"/>
                    <a:pt x="75370" y="41419"/>
                  </a:cubicBezTo>
                  <a:cubicBezTo>
                    <a:pt x="75395" y="41444"/>
                    <a:pt x="75395" y="41518"/>
                    <a:pt x="75420" y="41543"/>
                  </a:cubicBezTo>
                  <a:cubicBezTo>
                    <a:pt x="75271" y="41419"/>
                    <a:pt x="75122" y="41319"/>
                    <a:pt x="74997" y="41195"/>
                  </a:cubicBezTo>
                  <a:cubicBezTo>
                    <a:pt x="75022" y="41195"/>
                    <a:pt x="75047" y="41195"/>
                    <a:pt x="75047" y="41170"/>
                  </a:cubicBezTo>
                  <a:close/>
                  <a:moveTo>
                    <a:pt x="73499" y="40921"/>
                  </a:moveTo>
                  <a:cubicBezTo>
                    <a:pt x="73475" y="41011"/>
                    <a:pt x="73448" y="41107"/>
                    <a:pt x="73404" y="41195"/>
                  </a:cubicBezTo>
                  <a:cubicBezTo>
                    <a:pt x="73354" y="41319"/>
                    <a:pt x="73280" y="41469"/>
                    <a:pt x="73230" y="41593"/>
                  </a:cubicBezTo>
                  <a:cubicBezTo>
                    <a:pt x="73230" y="41638"/>
                    <a:pt x="73230" y="41642"/>
                    <a:pt x="73192" y="41662"/>
                  </a:cubicBezTo>
                  <a:lnTo>
                    <a:pt x="73192" y="41662"/>
                  </a:lnTo>
                  <a:cubicBezTo>
                    <a:pt x="73284" y="41423"/>
                    <a:pt x="73335" y="41185"/>
                    <a:pt x="73454" y="40946"/>
                  </a:cubicBezTo>
                  <a:cubicBezTo>
                    <a:pt x="73454" y="40946"/>
                    <a:pt x="73454" y="40923"/>
                    <a:pt x="73499" y="40921"/>
                  </a:cubicBezTo>
                  <a:close/>
                  <a:moveTo>
                    <a:pt x="73977" y="41469"/>
                  </a:moveTo>
                  <a:lnTo>
                    <a:pt x="73977" y="41518"/>
                  </a:lnTo>
                  <a:lnTo>
                    <a:pt x="73977" y="41543"/>
                  </a:lnTo>
                  <a:cubicBezTo>
                    <a:pt x="73852" y="41593"/>
                    <a:pt x="73753" y="41668"/>
                    <a:pt x="73628" y="41693"/>
                  </a:cubicBezTo>
                  <a:cubicBezTo>
                    <a:pt x="73628" y="41693"/>
                    <a:pt x="73628" y="41668"/>
                    <a:pt x="73653" y="41668"/>
                  </a:cubicBezTo>
                  <a:lnTo>
                    <a:pt x="73653" y="41643"/>
                  </a:lnTo>
                  <a:cubicBezTo>
                    <a:pt x="73753" y="41568"/>
                    <a:pt x="73852" y="41543"/>
                    <a:pt x="73977" y="41469"/>
                  </a:cubicBezTo>
                  <a:close/>
                  <a:moveTo>
                    <a:pt x="75993" y="41643"/>
                  </a:moveTo>
                  <a:lnTo>
                    <a:pt x="75993" y="41643"/>
                  </a:lnTo>
                  <a:cubicBezTo>
                    <a:pt x="76043" y="41668"/>
                    <a:pt x="76092" y="41693"/>
                    <a:pt x="76142" y="41767"/>
                  </a:cubicBezTo>
                  <a:lnTo>
                    <a:pt x="76267" y="41892"/>
                  </a:lnTo>
                  <a:cubicBezTo>
                    <a:pt x="76192" y="41817"/>
                    <a:pt x="76142" y="41792"/>
                    <a:pt x="76043" y="41718"/>
                  </a:cubicBezTo>
                  <a:cubicBezTo>
                    <a:pt x="76018" y="41693"/>
                    <a:pt x="76018" y="41668"/>
                    <a:pt x="75993" y="41643"/>
                  </a:cubicBezTo>
                  <a:close/>
                  <a:moveTo>
                    <a:pt x="75819" y="41792"/>
                  </a:moveTo>
                  <a:cubicBezTo>
                    <a:pt x="75868" y="41792"/>
                    <a:pt x="75868" y="41817"/>
                    <a:pt x="75893" y="41817"/>
                  </a:cubicBezTo>
                  <a:cubicBezTo>
                    <a:pt x="75918" y="41842"/>
                    <a:pt x="75918" y="41867"/>
                    <a:pt x="75943" y="41917"/>
                  </a:cubicBezTo>
                  <a:lnTo>
                    <a:pt x="75893" y="41842"/>
                  </a:lnTo>
                  <a:lnTo>
                    <a:pt x="75868" y="41817"/>
                  </a:lnTo>
                  <a:cubicBezTo>
                    <a:pt x="75819" y="41817"/>
                    <a:pt x="75819" y="41792"/>
                    <a:pt x="75819" y="41792"/>
                  </a:cubicBezTo>
                  <a:close/>
                  <a:moveTo>
                    <a:pt x="76540" y="41817"/>
                  </a:moveTo>
                  <a:cubicBezTo>
                    <a:pt x="76590" y="41842"/>
                    <a:pt x="76640" y="41917"/>
                    <a:pt x="76665" y="41966"/>
                  </a:cubicBezTo>
                  <a:cubicBezTo>
                    <a:pt x="76665" y="41966"/>
                    <a:pt x="76665" y="42016"/>
                    <a:pt x="76715" y="42016"/>
                  </a:cubicBezTo>
                  <a:cubicBezTo>
                    <a:pt x="76739" y="42066"/>
                    <a:pt x="76789" y="42091"/>
                    <a:pt x="76839" y="42166"/>
                  </a:cubicBezTo>
                  <a:cubicBezTo>
                    <a:pt x="76764" y="42091"/>
                    <a:pt x="76715" y="42041"/>
                    <a:pt x="76640" y="42016"/>
                  </a:cubicBezTo>
                  <a:cubicBezTo>
                    <a:pt x="76615" y="41942"/>
                    <a:pt x="76590" y="41917"/>
                    <a:pt x="76515" y="41842"/>
                  </a:cubicBezTo>
                  <a:lnTo>
                    <a:pt x="76540" y="41817"/>
                  </a:lnTo>
                  <a:close/>
                  <a:moveTo>
                    <a:pt x="78955" y="39353"/>
                  </a:moveTo>
                  <a:lnTo>
                    <a:pt x="78955" y="39353"/>
                  </a:lnTo>
                  <a:cubicBezTo>
                    <a:pt x="78482" y="40349"/>
                    <a:pt x="77984" y="41344"/>
                    <a:pt x="77461" y="42340"/>
                  </a:cubicBezTo>
                  <a:cubicBezTo>
                    <a:pt x="77387" y="42315"/>
                    <a:pt x="77362" y="42265"/>
                    <a:pt x="77287" y="42215"/>
                  </a:cubicBezTo>
                  <a:cubicBezTo>
                    <a:pt x="77138" y="42066"/>
                    <a:pt x="76963" y="41917"/>
                    <a:pt x="76764" y="41718"/>
                  </a:cubicBezTo>
                  <a:lnTo>
                    <a:pt x="76665" y="41643"/>
                  </a:lnTo>
                  <a:lnTo>
                    <a:pt x="76665" y="41444"/>
                  </a:lnTo>
                  <a:lnTo>
                    <a:pt x="76590" y="41543"/>
                  </a:lnTo>
                  <a:cubicBezTo>
                    <a:pt x="76491" y="41419"/>
                    <a:pt x="76391" y="41319"/>
                    <a:pt x="76291" y="41195"/>
                  </a:cubicBezTo>
                  <a:lnTo>
                    <a:pt x="76242" y="41145"/>
                  </a:lnTo>
                  <a:cubicBezTo>
                    <a:pt x="76117" y="41021"/>
                    <a:pt x="76018" y="40871"/>
                    <a:pt x="75893" y="40772"/>
                  </a:cubicBezTo>
                  <a:cubicBezTo>
                    <a:pt x="76391" y="40523"/>
                    <a:pt x="76864" y="40299"/>
                    <a:pt x="77362" y="40075"/>
                  </a:cubicBezTo>
                  <a:lnTo>
                    <a:pt x="77536" y="39975"/>
                  </a:lnTo>
                  <a:cubicBezTo>
                    <a:pt x="78009" y="39776"/>
                    <a:pt x="78482" y="39577"/>
                    <a:pt x="78955" y="39353"/>
                  </a:cubicBezTo>
                  <a:close/>
                  <a:moveTo>
                    <a:pt x="90554" y="36217"/>
                  </a:moveTo>
                  <a:cubicBezTo>
                    <a:pt x="89733" y="38233"/>
                    <a:pt x="88787" y="40349"/>
                    <a:pt x="87716" y="42464"/>
                  </a:cubicBezTo>
                  <a:lnTo>
                    <a:pt x="87667" y="42464"/>
                  </a:lnTo>
                  <a:cubicBezTo>
                    <a:pt x="88737" y="40349"/>
                    <a:pt x="89683" y="38283"/>
                    <a:pt x="90479" y="36217"/>
                  </a:cubicBezTo>
                  <a:close/>
                  <a:moveTo>
                    <a:pt x="76288" y="42150"/>
                  </a:moveTo>
                  <a:lnTo>
                    <a:pt x="76288" y="42150"/>
                  </a:lnTo>
                  <a:cubicBezTo>
                    <a:pt x="76455" y="42224"/>
                    <a:pt x="76620" y="42319"/>
                    <a:pt x="76739" y="42415"/>
                  </a:cubicBezTo>
                  <a:cubicBezTo>
                    <a:pt x="76764" y="42439"/>
                    <a:pt x="76789" y="42464"/>
                    <a:pt x="76839" y="42539"/>
                  </a:cubicBezTo>
                  <a:lnTo>
                    <a:pt x="76366" y="42265"/>
                  </a:lnTo>
                  <a:cubicBezTo>
                    <a:pt x="76366" y="42215"/>
                    <a:pt x="76341" y="42215"/>
                    <a:pt x="76341" y="42190"/>
                  </a:cubicBezTo>
                  <a:cubicBezTo>
                    <a:pt x="76310" y="42175"/>
                    <a:pt x="76299" y="42160"/>
                    <a:pt x="76288" y="42150"/>
                  </a:cubicBezTo>
                  <a:close/>
                  <a:moveTo>
                    <a:pt x="79303" y="39228"/>
                  </a:moveTo>
                  <a:lnTo>
                    <a:pt x="79303" y="39228"/>
                  </a:lnTo>
                  <a:cubicBezTo>
                    <a:pt x="78781" y="40324"/>
                    <a:pt x="78233" y="41419"/>
                    <a:pt x="77660" y="42539"/>
                  </a:cubicBezTo>
                  <a:lnTo>
                    <a:pt x="77636" y="42514"/>
                  </a:lnTo>
                  <a:cubicBezTo>
                    <a:pt x="78233" y="41419"/>
                    <a:pt x="78756" y="40324"/>
                    <a:pt x="79253" y="39278"/>
                  </a:cubicBezTo>
                  <a:cubicBezTo>
                    <a:pt x="79278" y="39278"/>
                    <a:pt x="79278" y="39278"/>
                    <a:pt x="79303" y="39228"/>
                  </a:cubicBezTo>
                  <a:close/>
                  <a:moveTo>
                    <a:pt x="87617" y="42663"/>
                  </a:moveTo>
                  <a:cubicBezTo>
                    <a:pt x="87592" y="42663"/>
                    <a:pt x="87592" y="42688"/>
                    <a:pt x="87592" y="42713"/>
                  </a:cubicBezTo>
                  <a:lnTo>
                    <a:pt x="87542" y="42713"/>
                  </a:lnTo>
                  <a:cubicBezTo>
                    <a:pt x="87542" y="42688"/>
                    <a:pt x="87567" y="42688"/>
                    <a:pt x="87567" y="42663"/>
                  </a:cubicBezTo>
                  <a:close/>
                  <a:moveTo>
                    <a:pt x="72782" y="42166"/>
                  </a:moveTo>
                  <a:cubicBezTo>
                    <a:pt x="72782" y="42190"/>
                    <a:pt x="72782" y="42191"/>
                    <a:pt x="72757" y="42215"/>
                  </a:cubicBezTo>
                  <a:lnTo>
                    <a:pt x="72757" y="42265"/>
                  </a:lnTo>
                  <a:cubicBezTo>
                    <a:pt x="72404" y="42417"/>
                    <a:pt x="72057" y="42594"/>
                    <a:pt x="71710" y="42790"/>
                  </a:cubicBezTo>
                  <a:lnTo>
                    <a:pt x="71710" y="42790"/>
                  </a:lnTo>
                  <a:cubicBezTo>
                    <a:pt x="72019" y="42611"/>
                    <a:pt x="72326" y="42436"/>
                    <a:pt x="72632" y="42265"/>
                  </a:cubicBezTo>
                  <a:cubicBezTo>
                    <a:pt x="72657" y="42215"/>
                    <a:pt x="72707" y="42190"/>
                    <a:pt x="72757" y="42190"/>
                  </a:cubicBezTo>
                  <a:cubicBezTo>
                    <a:pt x="72757" y="42190"/>
                    <a:pt x="72782" y="42190"/>
                    <a:pt x="72782" y="42166"/>
                  </a:cubicBezTo>
                  <a:close/>
                  <a:moveTo>
                    <a:pt x="76615" y="42589"/>
                  </a:moveTo>
                  <a:lnTo>
                    <a:pt x="76615" y="42589"/>
                  </a:lnTo>
                  <a:cubicBezTo>
                    <a:pt x="76764" y="42713"/>
                    <a:pt x="76914" y="42813"/>
                    <a:pt x="77063" y="42912"/>
                  </a:cubicBezTo>
                  <a:cubicBezTo>
                    <a:pt x="77113" y="42937"/>
                    <a:pt x="77113" y="42962"/>
                    <a:pt x="77138" y="42962"/>
                  </a:cubicBezTo>
                  <a:cubicBezTo>
                    <a:pt x="77113" y="43037"/>
                    <a:pt x="77063" y="43087"/>
                    <a:pt x="77013" y="43161"/>
                  </a:cubicBezTo>
                  <a:cubicBezTo>
                    <a:pt x="76963" y="43087"/>
                    <a:pt x="76914" y="43037"/>
                    <a:pt x="76864" y="42962"/>
                  </a:cubicBezTo>
                  <a:cubicBezTo>
                    <a:pt x="76764" y="42838"/>
                    <a:pt x="76715" y="42713"/>
                    <a:pt x="76615" y="42589"/>
                  </a:cubicBezTo>
                  <a:close/>
                  <a:moveTo>
                    <a:pt x="90255" y="36242"/>
                  </a:moveTo>
                  <a:lnTo>
                    <a:pt x="90255" y="36242"/>
                  </a:lnTo>
                  <a:cubicBezTo>
                    <a:pt x="89459" y="38283"/>
                    <a:pt x="88538" y="40349"/>
                    <a:pt x="87443" y="42464"/>
                  </a:cubicBezTo>
                  <a:cubicBezTo>
                    <a:pt x="87265" y="42460"/>
                    <a:pt x="87086" y="42458"/>
                    <a:pt x="86906" y="42458"/>
                  </a:cubicBezTo>
                  <a:cubicBezTo>
                    <a:pt x="85085" y="42458"/>
                    <a:pt x="83109" y="42688"/>
                    <a:pt x="81071" y="43186"/>
                  </a:cubicBezTo>
                  <a:cubicBezTo>
                    <a:pt x="82738" y="41817"/>
                    <a:pt x="84107" y="39826"/>
                    <a:pt x="85078" y="37237"/>
                  </a:cubicBezTo>
                  <a:cubicBezTo>
                    <a:pt x="86571" y="36839"/>
                    <a:pt x="87990" y="36540"/>
                    <a:pt x="89384" y="36341"/>
                  </a:cubicBezTo>
                  <a:cubicBezTo>
                    <a:pt x="89484" y="36341"/>
                    <a:pt x="89583" y="36316"/>
                    <a:pt x="89683" y="36316"/>
                  </a:cubicBezTo>
                  <a:cubicBezTo>
                    <a:pt x="89857" y="36291"/>
                    <a:pt x="90081" y="36291"/>
                    <a:pt x="90255" y="36242"/>
                  </a:cubicBezTo>
                  <a:close/>
                  <a:moveTo>
                    <a:pt x="93641" y="35993"/>
                  </a:moveTo>
                  <a:cubicBezTo>
                    <a:pt x="94188" y="35993"/>
                    <a:pt x="94761" y="35993"/>
                    <a:pt x="95283" y="36067"/>
                  </a:cubicBezTo>
                  <a:lnTo>
                    <a:pt x="95308" y="36067"/>
                  </a:lnTo>
                  <a:cubicBezTo>
                    <a:pt x="96702" y="36441"/>
                    <a:pt x="98121" y="36914"/>
                    <a:pt x="99490" y="37461"/>
                  </a:cubicBezTo>
                  <a:cubicBezTo>
                    <a:pt x="97250" y="40050"/>
                    <a:pt x="94562" y="41991"/>
                    <a:pt x="91724" y="43211"/>
                  </a:cubicBezTo>
                  <a:cubicBezTo>
                    <a:pt x="90554" y="42813"/>
                    <a:pt x="89285" y="42564"/>
                    <a:pt x="87916" y="42464"/>
                  </a:cubicBezTo>
                  <a:cubicBezTo>
                    <a:pt x="88986" y="40349"/>
                    <a:pt x="89932" y="38233"/>
                    <a:pt x="90728" y="36142"/>
                  </a:cubicBezTo>
                  <a:cubicBezTo>
                    <a:pt x="90927" y="36117"/>
                    <a:pt x="91102" y="36092"/>
                    <a:pt x="91301" y="36092"/>
                  </a:cubicBezTo>
                  <a:cubicBezTo>
                    <a:pt x="91450" y="36092"/>
                    <a:pt x="91599" y="36067"/>
                    <a:pt x="91774" y="36067"/>
                  </a:cubicBezTo>
                  <a:cubicBezTo>
                    <a:pt x="92396" y="36042"/>
                    <a:pt x="92968" y="35993"/>
                    <a:pt x="93591" y="35993"/>
                  </a:cubicBezTo>
                  <a:close/>
                  <a:moveTo>
                    <a:pt x="84829" y="37287"/>
                  </a:moveTo>
                  <a:cubicBezTo>
                    <a:pt x="83833" y="39925"/>
                    <a:pt x="82390" y="41966"/>
                    <a:pt x="80598" y="43286"/>
                  </a:cubicBezTo>
                  <a:cubicBezTo>
                    <a:pt x="80523" y="43286"/>
                    <a:pt x="80473" y="43311"/>
                    <a:pt x="80398" y="43311"/>
                  </a:cubicBezTo>
                  <a:cubicBezTo>
                    <a:pt x="82240" y="42016"/>
                    <a:pt x="83709" y="39975"/>
                    <a:pt x="84730" y="37312"/>
                  </a:cubicBezTo>
                  <a:cubicBezTo>
                    <a:pt x="84754" y="37312"/>
                    <a:pt x="84779" y="37287"/>
                    <a:pt x="84829" y="37287"/>
                  </a:cubicBezTo>
                  <a:close/>
                  <a:moveTo>
                    <a:pt x="99664" y="37536"/>
                  </a:moveTo>
                  <a:cubicBezTo>
                    <a:pt x="99689" y="37561"/>
                    <a:pt x="99739" y="37561"/>
                    <a:pt x="99764" y="37561"/>
                  </a:cubicBezTo>
                  <a:cubicBezTo>
                    <a:pt x="97548" y="40149"/>
                    <a:pt x="94910" y="42091"/>
                    <a:pt x="92072" y="43335"/>
                  </a:cubicBezTo>
                  <a:cubicBezTo>
                    <a:pt x="92048" y="43335"/>
                    <a:pt x="92023" y="43311"/>
                    <a:pt x="91973" y="43311"/>
                  </a:cubicBezTo>
                  <a:cubicBezTo>
                    <a:pt x="94810" y="42066"/>
                    <a:pt x="97449" y="40100"/>
                    <a:pt x="99664" y="37536"/>
                  </a:cubicBezTo>
                  <a:close/>
                  <a:moveTo>
                    <a:pt x="87816" y="42663"/>
                  </a:moveTo>
                  <a:cubicBezTo>
                    <a:pt x="89110" y="42763"/>
                    <a:pt x="90330" y="42962"/>
                    <a:pt x="91450" y="43335"/>
                  </a:cubicBezTo>
                  <a:cubicBezTo>
                    <a:pt x="91425" y="43335"/>
                    <a:pt x="91400" y="43360"/>
                    <a:pt x="91351" y="43360"/>
                  </a:cubicBezTo>
                  <a:cubicBezTo>
                    <a:pt x="90280" y="43012"/>
                    <a:pt x="89061" y="42788"/>
                    <a:pt x="87791" y="42713"/>
                  </a:cubicBezTo>
                  <a:cubicBezTo>
                    <a:pt x="87791" y="42688"/>
                    <a:pt x="87816" y="42688"/>
                    <a:pt x="87816" y="42663"/>
                  </a:cubicBezTo>
                  <a:close/>
                  <a:moveTo>
                    <a:pt x="70417" y="39801"/>
                  </a:moveTo>
                  <a:cubicBezTo>
                    <a:pt x="70815" y="39801"/>
                    <a:pt x="71239" y="39826"/>
                    <a:pt x="71612" y="39851"/>
                  </a:cubicBezTo>
                  <a:cubicBezTo>
                    <a:pt x="71687" y="39851"/>
                    <a:pt x="71786" y="39901"/>
                    <a:pt x="71886" y="39901"/>
                  </a:cubicBezTo>
                  <a:cubicBezTo>
                    <a:pt x="71985" y="39901"/>
                    <a:pt x="72035" y="39925"/>
                    <a:pt x="72135" y="39925"/>
                  </a:cubicBezTo>
                  <a:cubicBezTo>
                    <a:pt x="72384" y="39950"/>
                    <a:pt x="72608" y="39975"/>
                    <a:pt x="72856" y="40050"/>
                  </a:cubicBezTo>
                  <a:cubicBezTo>
                    <a:pt x="72881" y="40050"/>
                    <a:pt x="72931" y="40050"/>
                    <a:pt x="72981" y="40075"/>
                  </a:cubicBezTo>
                  <a:cubicBezTo>
                    <a:pt x="73130" y="40100"/>
                    <a:pt x="73255" y="40174"/>
                    <a:pt x="73379" y="40199"/>
                  </a:cubicBezTo>
                  <a:cubicBezTo>
                    <a:pt x="73404" y="40199"/>
                    <a:pt x="73479" y="40224"/>
                    <a:pt x="73504" y="40224"/>
                  </a:cubicBezTo>
                  <a:cubicBezTo>
                    <a:pt x="73479" y="40398"/>
                    <a:pt x="73404" y="40523"/>
                    <a:pt x="73379" y="40672"/>
                  </a:cubicBezTo>
                  <a:cubicBezTo>
                    <a:pt x="73180" y="41070"/>
                    <a:pt x="73031" y="41469"/>
                    <a:pt x="72906" y="41817"/>
                  </a:cubicBezTo>
                  <a:cubicBezTo>
                    <a:pt x="72782" y="41867"/>
                    <a:pt x="72657" y="41942"/>
                    <a:pt x="72533" y="42041"/>
                  </a:cubicBezTo>
                  <a:cubicBezTo>
                    <a:pt x="72508" y="42066"/>
                    <a:pt x="72433" y="42066"/>
                    <a:pt x="72408" y="42091"/>
                  </a:cubicBezTo>
                  <a:lnTo>
                    <a:pt x="71935" y="42365"/>
                  </a:lnTo>
                  <a:cubicBezTo>
                    <a:pt x="71687" y="42539"/>
                    <a:pt x="71438" y="42663"/>
                    <a:pt x="71189" y="42813"/>
                  </a:cubicBezTo>
                  <a:cubicBezTo>
                    <a:pt x="70915" y="42962"/>
                    <a:pt x="70666" y="43111"/>
                    <a:pt x="70392" y="43311"/>
                  </a:cubicBezTo>
                  <a:lnTo>
                    <a:pt x="70193" y="43410"/>
                  </a:lnTo>
                  <a:cubicBezTo>
                    <a:pt x="68824" y="42663"/>
                    <a:pt x="67505" y="41643"/>
                    <a:pt x="66211" y="40349"/>
                  </a:cubicBezTo>
                  <a:lnTo>
                    <a:pt x="66584" y="40249"/>
                  </a:lnTo>
                  <a:lnTo>
                    <a:pt x="66659" y="40249"/>
                  </a:lnTo>
                  <a:cubicBezTo>
                    <a:pt x="66808" y="40224"/>
                    <a:pt x="66932" y="40199"/>
                    <a:pt x="67082" y="40174"/>
                  </a:cubicBezTo>
                  <a:cubicBezTo>
                    <a:pt x="67206" y="40125"/>
                    <a:pt x="67380" y="40100"/>
                    <a:pt x="67505" y="40100"/>
                  </a:cubicBezTo>
                  <a:cubicBezTo>
                    <a:pt x="67580" y="40075"/>
                    <a:pt x="67679" y="40075"/>
                    <a:pt x="67779" y="40050"/>
                  </a:cubicBezTo>
                  <a:cubicBezTo>
                    <a:pt x="67828" y="40050"/>
                    <a:pt x="67903" y="40000"/>
                    <a:pt x="67953" y="40000"/>
                  </a:cubicBezTo>
                  <a:cubicBezTo>
                    <a:pt x="68127" y="39975"/>
                    <a:pt x="68252" y="39975"/>
                    <a:pt x="68401" y="39950"/>
                  </a:cubicBezTo>
                  <a:lnTo>
                    <a:pt x="68501" y="39950"/>
                  </a:lnTo>
                  <a:cubicBezTo>
                    <a:pt x="68575" y="39950"/>
                    <a:pt x="68700" y="39925"/>
                    <a:pt x="68799" y="39925"/>
                  </a:cubicBezTo>
                  <a:cubicBezTo>
                    <a:pt x="68899" y="39925"/>
                    <a:pt x="68949" y="39925"/>
                    <a:pt x="69048" y="39901"/>
                  </a:cubicBezTo>
                  <a:cubicBezTo>
                    <a:pt x="69272" y="39851"/>
                    <a:pt x="69496" y="39851"/>
                    <a:pt x="69695" y="39826"/>
                  </a:cubicBezTo>
                  <a:cubicBezTo>
                    <a:pt x="69944" y="39826"/>
                    <a:pt x="70193" y="39801"/>
                    <a:pt x="70417" y="39801"/>
                  </a:cubicBezTo>
                  <a:close/>
                  <a:moveTo>
                    <a:pt x="76043" y="42240"/>
                  </a:moveTo>
                  <a:cubicBezTo>
                    <a:pt x="76117" y="42290"/>
                    <a:pt x="76142" y="42315"/>
                    <a:pt x="76142" y="42315"/>
                  </a:cubicBezTo>
                  <a:cubicBezTo>
                    <a:pt x="76167" y="42315"/>
                    <a:pt x="76167" y="42340"/>
                    <a:pt x="76192" y="42340"/>
                  </a:cubicBezTo>
                  <a:cubicBezTo>
                    <a:pt x="76267" y="42415"/>
                    <a:pt x="76291" y="42514"/>
                    <a:pt x="76316" y="42564"/>
                  </a:cubicBezTo>
                  <a:cubicBezTo>
                    <a:pt x="76366" y="42614"/>
                    <a:pt x="76391" y="42663"/>
                    <a:pt x="76416" y="42713"/>
                  </a:cubicBezTo>
                  <a:cubicBezTo>
                    <a:pt x="76416" y="42738"/>
                    <a:pt x="76441" y="42738"/>
                    <a:pt x="76441" y="42788"/>
                  </a:cubicBezTo>
                  <a:cubicBezTo>
                    <a:pt x="76515" y="42887"/>
                    <a:pt x="76615" y="42987"/>
                    <a:pt x="76665" y="43087"/>
                  </a:cubicBezTo>
                  <a:cubicBezTo>
                    <a:pt x="76739" y="43186"/>
                    <a:pt x="76789" y="43286"/>
                    <a:pt x="76864" y="43335"/>
                  </a:cubicBezTo>
                  <a:cubicBezTo>
                    <a:pt x="76864" y="43335"/>
                    <a:pt x="76864" y="43360"/>
                    <a:pt x="76814" y="43360"/>
                  </a:cubicBezTo>
                  <a:lnTo>
                    <a:pt x="76814" y="43410"/>
                  </a:lnTo>
                  <a:cubicBezTo>
                    <a:pt x="76789" y="43360"/>
                    <a:pt x="76789" y="43335"/>
                    <a:pt x="76764" y="43311"/>
                  </a:cubicBezTo>
                  <a:cubicBezTo>
                    <a:pt x="76565" y="43037"/>
                    <a:pt x="76366" y="42788"/>
                    <a:pt x="76192" y="42489"/>
                  </a:cubicBezTo>
                  <a:cubicBezTo>
                    <a:pt x="76142" y="42415"/>
                    <a:pt x="76117" y="42340"/>
                    <a:pt x="76043" y="42240"/>
                  </a:cubicBezTo>
                  <a:close/>
                  <a:moveTo>
                    <a:pt x="77262" y="43186"/>
                  </a:moveTo>
                  <a:lnTo>
                    <a:pt x="77287" y="43211"/>
                  </a:lnTo>
                  <a:lnTo>
                    <a:pt x="77212" y="43410"/>
                  </a:lnTo>
                  <a:lnTo>
                    <a:pt x="77163" y="43360"/>
                  </a:lnTo>
                  <a:cubicBezTo>
                    <a:pt x="77212" y="43286"/>
                    <a:pt x="77237" y="43261"/>
                    <a:pt x="77262" y="43186"/>
                  </a:cubicBezTo>
                  <a:close/>
                  <a:moveTo>
                    <a:pt x="91799" y="43435"/>
                  </a:moveTo>
                  <a:cubicBezTo>
                    <a:pt x="91823" y="43435"/>
                    <a:pt x="91823" y="43460"/>
                    <a:pt x="91848" y="43460"/>
                  </a:cubicBezTo>
                  <a:cubicBezTo>
                    <a:pt x="91823" y="43460"/>
                    <a:pt x="91799" y="43510"/>
                    <a:pt x="91774" y="43510"/>
                  </a:cubicBezTo>
                  <a:cubicBezTo>
                    <a:pt x="91724" y="43460"/>
                    <a:pt x="91699" y="43460"/>
                    <a:pt x="91674" y="43460"/>
                  </a:cubicBezTo>
                  <a:cubicBezTo>
                    <a:pt x="91699" y="43460"/>
                    <a:pt x="91724" y="43435"/>
                    <a:pt x="91774" y="43435"/>
                  </a:cubicBezTo>
                  <a:close/>
                  <a:moveTo>
                    <a:pt x="86678" y="42626"/>
                  </a:moveTo>
                  <a:cubicBezTo>
                    <a:pt x="86902" y="42626"/>
                    <a:pt x="87124" y="42630"/>
                    <a:pt x="87343" y="42639"/>
                  </a:cubicBezTo>
                  <a:cubicBezTo>
                    <a:pt x="87343" y="42663"/>
                    <a:pt x="87318" y="42663"/>
                    <a:pt x="87318" y="42688"/>
                  </a:cubicBezTo>
                  <a:cubicBezTo>
                    <a:pt x="87158" y="42684"/>
                    <a:pt x="86996" y="42683"/>
                    <a:pt x="86834" y="42683"/>
                  </a:cubicBezTo>
                  <a:cubicBezTo>
                    <a:pt x="84895" y="42683"/>
                    <a:pt x="82810" y="42955"/>
                    <a:pt x="80579" y="43520"/>
                  </a:cubicBezTo>
                  <a:lnTo>
                    <a:pt x="80579" y="43520"/>
                  </a:lnTo>
                  <a:cubicBezTo>
                    <a:pt x="80625" y="43497"/>
                    <a:pt x="80661" y="43453"/>
                    <a:pt x="80697" y="43435"/>
                  </a:cubicBezTo>
                  <a:cubicBezTo>
                    <a:pt x="82807" y="42902"/>
                    <a:pt x="84819" y="42626"/>
                    <a:pt x="86678" y="42626"/>
                  </a:cubicBezTo>
                  <a:close/>
                  <a:moveTo>
                    <a:pt x="66011" y="40349"/>
                  </a:moveTo>
                  <a:cubicBezTo>
                    <a:pt x="67306" y="41693"/>
                    <a:pt x="68675" y="42713"/>
                    <a:pt x="70044" y="43510"/>
                  </a:cubicBezTo>
                  <a:cubicBezTo>
                    <a:pt x="70019" y="43510"/>
                    <a:pt x="70019" y="43535"/>
                    <a:pt x="69994" y="43535"/>
                  </a:cubicBezTo>
                  <a:cubicBezTo>
                    <a:pt x="68625" y="42738"/>
                    <a:pt x="67256" y="41718"/>
                    <a:pt x="65937" y="40398"/>
                  </a:cubicBezTo>
                  <a:cubicBezTo>
                    <a:pt x="65962" y="40398"/>
                    <a:pt x="65962" y="40398"/>
                    <a:pt x="66011" y="40349"/>
                  </a:cubicBezTo>
                  <a:close/>
                  <a:moveTo>
                    <a:pt x="71451" y="42939"/>
                  </a:moveTo>
                  <a:cubicBezTo>
                    <a:pt x="71199" y="43088"/>
                    <a:pt x="70947" y="43246"/>
                    <a:pt x="70691" y="43410"/>
                  </a:cubicBezTo>
                  <a:cubicBezTo>
                    <a:pt x="70591" y="43460"/>
                    <a:pt x="70542" y="43510"/>
                    <a:pt x="70492" y="43535"/>
                  </a:cubicBezTo>
                  <a:lnTo>
                    <a:pt x="70417" y="43535"/>
                  </a:lnTo>
                  <a:lnTo>
                    <a:pt x="70591" y="43435"/>
                  </a:lnTo>
                  <a:cubicBezTo>
                    <a:pt x="70882" y="43269"/>
                    <a:pt x="71167" y="43103"/>
                    <a:pt x="71451" y="42939"/>
                  </a:cubicBezTo>
                  <a:close/>
                  <a:moveTo>
                    <a:pt x="84506" y="37411"/>
                  </a:moveTo>
                  <a:lnTo>
                    <a:pt x="84506" y="37411"/>
                  </a:lnTo>
                  <a:cubicBezTo>
                    <a:pt x="83435" y="40174"/>
                    <a:pt x="81842" y="42215"/>
                    <a:pt x="79876" y="43460"/>
                  </a:cubicBezTo>
                  <a:cubicBezTo>
                    <a:pt x="79726" y="43510"/>
                    <a:pt x="79577" y="43559"/>
                    <a:pt x="79453" y="43584"/>
                  </a:cubicBezTo>
                  <a:cubicBezTo>
                    <a:pt x="79353" y="43559"/>
                    <a:pt x="79278" y="43535"/>
                    <a:pt x="79204" y="43510"/>
                  </a:cubicBezTo>
                  <a:cubicBezTo>
                    <a:pt x="79154" y="43510"/>
                    <a:pt x="79129" y="43460"/>
                    <a:pt x="79104" y="43460"/>
                  </a:cubicBezTo>
                  <a:cubicBezTo>
                    <a:pt x="78980" y="43410"/>
                    <a:pt x="78855" y="43335"/>
                    <a:pt x="78781" y="43286"/>
                  </a:cubicBezTo>
                  <a:cubicBezTo>
                    <a:pt x="78382" y="43062"/>
                    <a:pt x="78108" y="42838"/>
                    <a:pt x="77835" y="42663"/>
                  </a:cubicBezTo>
                  <a:cubicBezTo>
                    <a:pt x="78457" y="41469"/>
                    <a:pt x="79029" y="40299"/>
                    <a:pt x="79577" y="39154"/>
                  </a:cubicBezTo>
                  <a:cubicBezTo>
                    <a:pt x="81245" y="38432"/>
                    <a:pt x="82888" y="37859"/>
                    <a:pt x="84506" y="37411"/>
                  </a:cubicBezTo>
                  <a:close/>
                  <a:moveTo>
                    <a:pt x="70293" y="43584"/>
                  </a:moveTo>
                  <a:cubicBezTo>
                    <a:pt x="70268" y="43584"/>
                    <a:pt x="70268" y="43634"/>
                    <a:pt x="70243" y="43634"/>
                  </a:cubicBezTo>
                  <a:cubicBezTo>
                    <a:pt x="70243" y="43634"/>
                    <a:pt x="70207" y="43634"/>
                    <a:pt x="70196" y="43603"/>
                  </a:cubicBezTo>
                  <a:lnTo>
                    <a:pt x="70196" y="43603"/>
                  </a:lnTo>
                  <a:cubicBezTo>
                    <a:pt x="70201" y="43593"/>
                    <a:pt x="70208" y="43584"/>
                    <a:pt x="70218" y="43584"/>
                  </a:cubicBezTo>
                  <a:close/>
                  <a:moveTo>
                    <a:pt x="70193" y="43609"/>
                  </a:moveTo>
                  <a:cubicBezTo>
                    <a:pt x="70193" y="43638"/>
                    <a:pt x="70192" y="43649"/>
                    <a:pt x="70187" y="43649"/>
                  </a:cubicBezTo>
                  <a:cubicBezTo>
                    <a:pt x="70183" y="43649"/>
                    <a:pt x="70177" y="43643"/>
                    <a:pt x="70168" y="43634"/>
                  </a:cubicBezTo>
                  <a:lnTo>
                    <a:pt x="70168" y="43634"/>
                  </a:lnTo>
                  <a:cubicBezTo>
                    <a:pt x="70177" y="43642"/>
                    <a:pt x="70182" y="43645"/>
                    <a:pt x="70185" y="43645"/>
                  </a:cubicBezTo>
                  <a:cubicBezTo>
                    <a:pt x="70190" y="43645"/>
                    <a:pt x="70185" y="43634"/>
                    <a:pt x="70168" y="43634"/>
                  </a:cubicBezTo>
                  <a:cubicBezTo>
                    <a:pt x="70181" y="43634"/>
                    <a:pt x="70187" y="43622"/>
                    <a:pt x="70193" y="43609"/>
                  </a:cubicBezTo>
                  <a:close/>
                  <a:moveTo>
                    <a:pt x="77038" y="43535"/>
                  </a:moveTo>
                  <a:lnTo>
                    <a:pt x="77038" y="43559"/>
                  </a:lnTo>
                  <a:lnTo>
                    <a:pt x="77038" y="43584"/>
                  </a:lnTo>
                  <a:lnTo>
                    <a:pt x="77038" y="43634"/>
                  </a:lnTo>
                  <a:lnTo>
                    <a:pt x="77038" y="43659"/>
                  </a:lnTo>
                  <a:cubicBezTo>
                    <a:pt x="77013" y="43634"/>
                    <a:pt x="77013" y="43584"/>
                    <a:pt x="77013" y="43584"/>
                  </a:cubicBezTo>
                  <a:cubicBezTo>
                    <a:pt x="77038" y="43559"/>
                    <a:pt x="77038" y="43559"/>
                    <a:pt x="77038" y="43535"/>
                  </a:cubicBezTo>
                  <a:close/>
                  <a:moveTo>
                    <a:pt x="79062" y="43652"/>
                  </a:moveTo>
                  <a:cubicBezTo>
                    <a:pt x="79097" y="43661"/>
                    <a:pt x="79120" y="43667"/>
                    <a:pt x="79154" y="43684"/>
                  </a:cubicBezTo>
                  <a:lnTo>
                    <a:pt x="79129" y="43684"/>
                  </a:lnTo>
                  <a:cubicBezTo>
                    <a:pt x="79106" y="43672"/>
                    <a:pt x="79082" y="43661"/>
                    <a:pt x="79062" y="43652"/>
                  </a:cubicBezTo>
                  <a:close/>
                  <a:moveTo>
                    <a:pt x="80174" y="43584"/>
                  </a:moveTo>
                  <a:lnTo>
                    <a:pt x="80000" y="43684"/>
                  </a:lnTo>
                  <a:cubicBezTo>
                    <a:pt x="79950" y="43709"/>
                    <a:pt x="79876" y="43709"/>
                    <a:pt x="79826" y="43734"/>
                  </a:cubicBezTo>
                  <a:cubicBezTo>
                    <a:pt x="79876" y="43709"/>
                    <a:pt x="79926" y="43684"/>
                    <a:pt x="79975" y="43659"/>
                  </a:cubicBezTo>
                  <a:cubicBezTo>
                    <a:pt x="80025" y="43609"/>
                    <a:pt x="80100" y="43609"/>
                    <a:pt x="80174" y="43584"/>
                  </a:cubicBezTo>
                  <a:close/>
                  <a:moveTo>
                    <a:pt x="77810" y="43311"/>
                  </a:moveTo>
                  <a:cubicBezTo>
                    <a:pt x="77860" y="43335"/>
                    <a:pt x="77909" y="43335"/>
                    <a:pt x="77934" y="43385"/>
                  </a:cubicBezTo>
                  <a:cubicBezTo>
                    <a:pt x="78133" y="43535"/>
                    <a:pt x="78308" y="43659"/>
                    <a:pt x="78507" y="43784"/>
                  </a:cubicBezTo>
                  <a:lnTo>
                    <a:pt x="78034" y="43784"/>
                  </a:lnTo>
                  <a:cubicBezTo>
                    <a:pt x="78009" y="43759"/>
                    <a:pt x="78009" y="43684"/>
                    <a:pt x="77984" y="43659"/>
                  </a:cubicBezTo>
                  <a:cubicBezTo>
                    <a:pt x="77984" y="43634"/>
                    <a:pt x="77984" y="43634"/>
                    <a:pt x="77959" y="43584"/>
                  </a:cubicBezTo>
                  <a:cubicBezTo>
                    <a:pt x="77909" y="43535"/>
                    <a:pt x="77884" y="43435"/>
                    <a:pt x="77860" y="43385"/>
                  </a:cubicBezTo>
                  <a:cubicBezTo>
                    <a:pt x="77860" y="43335"/>
                    <a:pt x="77810" y="43335"/>
                    <a:pt x="77810" y="43311"/>
                  </a:cubicBezTo>
                  <a:close/>
                  <a:moveTo>
                    <a:pt x="77586" y="43161"/>
                  </a:moveTo>
                  <a:cubicBezTo>
                    <a:pt x="77660" y="43311"/>
                    <a:pt x="77735" y="43460"/>
                    <a:pt x="77835" y="43634"/>
                  </a:cubicBezTo>
                  <a:cubicBezTo>
                    <a:pt x="77785" y="43684"/>
                    <a:pt x="77835" y="43759"/>
                    <a:pt x="77860" y="43808"/>
                  </a:cubicBezTo>
                  <a:lnTo>
                    <a:pt x="77785" y="43808"/>
                  </a:lnTo>
                  <a:cubicBezTo>
                    <a:pt x="77760" y="43709"/>
                    <a:pt x="77685" y="43634"/>
                    <a:pt x="77660" y="43535"/>
                  </a:cubicBezTo>
                  <a:cubicBezTo>
                    <a:pt x="77636" y="43460"/>
                    <a:pt x="77611" y="43435"/>
                    <a:pt x="77611" y="43360"/>
                  </a:cubicBezTo>
                  <a:lnTo>
                    <a:pt x="77611" y="43335"/>
                  </a:lnTo>
                  <a:cubicBezTo>
                    <a:pt x="77561" y="43311"/>
                    <a:pt x="77561" y="43286"/>
                    <a:pt x="77536" y="43211"/>
                  </a:cubicBezTo>
                  <a:cubicBezTo>
                    <a:pt x="77536" y="43211"/>
                    <a:pt x="77536" y="43186"/>
                    <a:pt x="77586" y="43186"/>
                  </a:cubicBezTo>
                  <a:lnTo>
                    <a:pt x="77586" y="43161"/>
                  </a:lnTo>
                  <a:close/>
                  <a:moveTo>
                    <a:pt x="76914" y="43808"/>
                  </a:moveTo>
                  <a:cubicBezTo>
                    <a:pt x="76914" y="43833"/>
                    <a:pt x="76914" y="43833"/>
                    <a:pt x="76889" y="43833"/>
                  </a:cubicBezTo>
                  <a:lnTo>
                    <a:pt x="76864" y="43833"/>
                  </a:lnTo>
                  <a:cubicBezTo>
                    <a:pt x="76889" y="43833"/>
                    <a:pt x="76889" y="43808"/>
                    <a:pt x="76914" y="43808"/>
                  </a:cubicBezTo>
                  <a:close/>
                  <a:moveTo>
                    <a:pt x="77188" y="43759"/>
                  </a:moveTo>
                  <a:cubicBezTo>
                    <a:pt x="77237" y="43784"/>
                    <a:pt x="77262" y="43808"/>
                    <a:pt x="77262" y="43833"/>
                  </a:cubicBezTo>
                  <a:lnTo>
                    <a:pt x="77188" y="43833"/>
                  </a:lnTo>
                  <a:lnTo>
                    <a:pt x="77163" y="43808"/>
                  </a:lnTo>
                  <a:cubicBezTo>
                    <a:pt x="77163" y="43808"/>
                    <a:pt x="77163" y="43784"/>
                    <a:pt x="77188" y="43784"/>
                  </a:cubicBezTo>
                  <a:lnTo>
                    <a:pt x="77188" y="43759"/>
                  </a:lnTo>
                  <a:close/>
                  <a:moveTo>
                    <a:pt x="77387" y="43460"/>
                  </a:moveTo>
                  <a:lnTo>
                    <a:pt x="77586" y="43833"/>
                  </a:lnTo>
                  <a:lnTo>
                    <a:pt x="77511" y="43833"/>
                  </a:lnTo>
                  <a:cubicBezTo>
                    <a:pt x="77486" y="43784"/>
                    <a:pt x="77486" y="43784"/>
                    <a:pt x="77461" y="43759"/>
                  </a:cubicBezTo>
                  <a:cubicBezTo>
                    <a:pt x="77412" y="43684"/>
                    <a:pt x="77362" y="43634"/>
                    <a:pt x="77337" y="43584"/>
                  </a:cubicBezTo>
                  <a:cubicBezTo>
                    <a:pt x="77362" y="43559"/>
                    <a:pt x="77387" y="43510"/>
                    <a:pt x="77387" y="43460"/>
                  </a:cubicBezTo>
                  <a:close/>
                  <a:moveTo>
                    <a:pt x="105439" y="26858"/>
                  </a:moveTo>
                  <a:cubicBezTo>
                    <a:pt x="108774" y="28102"/>
                    <a:pt x="111363" y="30193"/>
                    <a:pt x="113205" y="33006"/>
                  </a:cubicBezTo>
                  <a:lnTo>
                    <a:pt x="113205" y="33130"/>
                  </a:lnTo>
                  <a:lnTo>
                    <a:pt x="113205" y="33180"/>
                  </a:lnTo>
                  <a:cubicBezTo>
                    <a:pt x="113105" y="33877"/>
                    <a:pt x="112981" y="34599"/>
                    <a:pt x="112832" y="35345"/>
                  </a:cubicBezTo>
                  <a:cubicBezTo>
                    <a:pt x="112782" y="35445"/>
                    <a:pt x="112782" y="35495"/>
                    <a:pt x="112757" y="35594"/>
                  </a:cubicBezTo>
                  <a:cubicBezTo>
                    <a:pt x="112234" y="38308"/>
                    <a:pt x="111413" y="41095"/>
                    <a:pt x="110392" y="43958"/>
                  </a:cubicBezTo>
                  <a:cubicBezTo>
                    <a:pt x="108998" y="42564"/>
                    <a:pt x="107455" y="41319"/>
                    <a:pt x="105763" y="40224"/>
                  </a:cubicBezTo>
                  <a:lnTo>
                    <a:pt x="105738" y="40199"/>
                  </a:lnTo>
                  <a:cubicBezTo>
                    <a:pt x="105713" y="40149"/>
                    <a:pt x="105638" y="40100"/>
                    <a:pt x="105613" y="40050"/>
                  </a:cubicBezTo>
                  <a:lnTo>
                    <a:pt x="105514" y="39925"/>
                  </a:lnTo>
                  <a:lnTo>
                    <a:pt x="105489" y="39901"/>
                  </a:lnTo>
                  <a:lnTo>
                    <a:pt x="105464" y="39851"/>
                  </a:lnTo>
                  <a:lnTo>
                    <a:pt x="105265" y="39677"/>
                  </a:lnTo>
                  <a:cubicBezTo>
                    <a:pt x="105165" y="39577"/>
                    <a:pt x="105041" y="39477"/>
                    <a:pt x="104941" y="39403"/>
                  </a:cubicBezTo>
                  <a:cubicBezTo>
                    <a:pt x="104767" y="39228"/>
                    <a:pt x="104618" y="39054"/>
                    <a:pt x="104418" y="38930"/>
                  </a:cubicBezTo>
                  <a:cubicBezTo>
                    <a:pt x="104319" y="38830"/>
                    <a:pt x="104219" y="38780"/>
                    <a:pt x="104070" y="38681"/>
                  </a:cubicBezTo>
                  <a:cubicBezTo>
                    <a:pt x="103896" y="38532"/>
                    <a:pt x="103672" y="38357"/>
                    <a:pt x="103497" y="38233"/>
                  </a:cubicBezTo>
                  <a:cubicBezTo>
                    <a:pt x="103373" y="38183"/>
                    <a:pt x="103273" y="38083"/>
                    <a:pt x="103149" y="38034"/>
                  </a:cubicBezTo>
                  <a:cubicBezTo>
                    <a:pt x="102925" y="37909"/>
                    <a:pt x="102701" y="37735"/>
                    <a:pt x="102502" y="37611"/>
                  </a:cubicBezTo>
                  <a:lnTo>
                    <a:pt x="102128" y="37436"/>
                  </a:lnTo>
                  <a:cubicBezTo>
                    <a:pt x="102128" y="37436"/>
                    <a:pt x="102079" y="37436"/>
                    <a:pt x="102079" y="37411"/>
                  </a:cubicBezTo>
                  <a:cubicBezTo>
                    <a:pt x="102776" y="35420"/>
                    <a:pt x="103373" y="33454"/>
                    <a:pt x="103821" y="31512"/>
                  </a:cubicBezTo>
                  <a:cubicBezTo>
                    <a:pt x="104518" y="29994"/>
                    <a:pt x="105041" y="28426"/>
                    <a:pt x="105439" y="26858"/>
                  </a:cubicBezTo>
                  <a:close/>
                  <a:moveTo>
                    <a:pt x="113504" y="33553"/>
                  </a:moveTo>
                  <a:cubicBezTo>
                    <a:pt x="114300" y="34873"/>
                    <a:pt x="114922" y="36341"/>
                    <a:pt x="115321" y="37959"/>
                  </a:cubicBezTo>
                  <a:cubicBezTo>
                    <a:pt x="114250" y="40125"/>
                    <a:pt x="112732" y="42166"/>
                    <a:pt x="110815" y="43958"/>
                  </a:cubicBezTo>
                  <a:cubicBezTo>
                    <a:pt x="112110" y="40349"/>
                    <a:pt x="113006" y="36864"/>
                    <a:pt x="113504" y="33553"/>
                  </a:cubicBezTo>
                  <a:close/>
                  <a:moveTo>
                    <a:pt x="78233" y="43958"/>
                  </a:moveTo>
                  <a:cubicBezTo>
                    <a:pt x="78208" y="43983"/>
                    <a:pt x="78158" y="43983"/>
                    <a:pt x="78133" y="43983"/>
                  </a:cubicBezTo>
                  <a:cubicBezTo>
                    <a:pt x="78158" y="43958"/>
                    <a:pt x="78208" y="43958"/>
                    <a:pt x="78233" y="43958"/>
                  </a:cubicBezTo>
                  <a:close/>
                  <a:moveTo>
                    <a:pt x="101730" y="38432"/>
                  </a:moveTo>
                  <a:cubicBezTo>
                    <a:pt x="102800" y="38955"/>
                    <a:pt x="103846" y="39527"/>
                    <a:pt x="104866" y="40149"/>
                  </a:cubicBezTo>
                  <a:cubicBezTo>
                    <a:pt x="104767" y="40224"/>
                    <a:pt x="104667" y="40299"/>
                    <a:pt x="104618" y="40398"/>
                  </a:cubicBezTo>
                  <a:cubicBezTo>
                    <a:pt x="104493" y="40473"/>
                    <a:pt x="104369" y="40597"/>
                    <a:pt x="104244" y="40697"/>
                  </a:cubicBezTo>
                  <a:cubicBezTo>
                    <a:pt x="104095" y="40846"/>
                    <a:pt x="103896" y="40971"/>
                    <a:pt x="103746" y="41095"/>
                  </a:cubicBezTo>
                  <a:cubicBezTo>
                    <a:pt x="103622" y="41195"/>
                    <a:pt x="103497" y="41319"/>
                    <a:pt x="103348" y="41419"/>
                  </a:cubicBezTo>
                  <a:lnTo>
                    <a:pt x="102875" y="41792"/>
                  </a:lnTo>
                  <a:cubicBezTo>
                    <a:pt x="102726" y="41917"/>
                    <a:pt x="102601" y="42016"/>
                    <a:pt x="102427" y="42141"/>
                  </a:cubicBezTo>
                  <a:cubicBezTo>
                    <a:pt x="102278" y="42215"/>
                    <a:pt x="102153" y="42340"/>
                    <a:pt x="102004" y="42439"/>
                  </a:cubicBezTo>
                  <a:cubicBezTo>
                    <a:pt x="101855" y="42564"/>
                    <a:pt x="101655" y="42663"/>
                    <a:pt x="101506" y="42788"/>
                  </a:cubicBezTo>
                  <a:cubicBezTo>
                    <a:pt x="101382" y="42887"/>
                    <a:pt x="101232" y="42937"/>
                    <a:pt x="101108" y="43037"/>
                  </a:cubicBezTo>
                  <a:cubicBezTo>
                    <a:pt x="100909" y="43161"/>
                    <a:pt x="100735" y="43286"/>
                    <a:pt x="100535" y="43385"/>
                  </a:cubicBezTo>
                  <a:cubicBezTo>
                    <a:pt x="100411" y="43435"/>
                    <a:pt x="100286" y="43510"/>
                    <a:pt x="100187" y="43584"/>
                  </a:cubicBezTo>
                  <a:cubicBezTo>
                    <a:pt x="99988" y="43709"/>
                    <a:pt x="99789" y="43833"/>
                    <a:pt x="99565" y="43933"/>
                  </a:cubicBezTo>
                  <a:cubicBezTo>
                    <a:pt x="99515" y="43958"/>
                    <a:pt x="99490" y="43983"/>
                    <a:pt x="99415" y="44032"/>
                  </a:cubicBezTo>
                  <a:cubicBezTo>
                    <a:pt x="100262" y="42166"/>
                    <a:pt x="101033" y="40299"/>
                    <a:pt x="101730" y="38432"/>
                  </a:cubicBezTo>
                  <a:close/>
                  <a:moveTo>
                    <a:pt x="77436" y="44008"/>
                  </a:moveTo>
                  <a:cubicBezTo>
                    <a:pt x="77461" y="44032"/>
                    <a:pt x="77461" y="44057"/>
                    <a:pt x="77486" y="44057"/>
                  </a:cubicBezTo>
                  <a:lnTo>
                    <a:pt x="77412" y="44057"/>
                  </a:lnTo>
                  <a:lnTo>
                    <a:pt x="77412" y="44032"/>
                  </a:lnTo>
                  <a:lnTo>
                    <a:pt x="77387" y="44008"/>
                  </a:lnTo>
                  <a:close/>
                  <a:moveTo>
                    <a:pt x="77909" y="43983"/>
                  </a:moveTo>
                  <a:cubicBezTo>
                    <a:pt x="77909" y="44032"/>
                    <a:pt x="77909" y="44032"/>
                    <a:pt x="77959" y="44057"/>
                  </a:cubicBezTo>
                  <a:lnTo>
                    <a:pt x="77884" y="44057"/>
                  </a:lnTo>
                  <a:cubicBezTo>
                    <a:pt x="77884" y="44032"/>
                    <a:pt x="77860" y="43983"/>
                    <a:pt x="77860" y="43983"/>
                  </a:cubicBezTo>
                  <a:close/>
                  <a:moveTo>
                    <a:pt x="78781" y="44008"/>
                  </a:moveTo>
                  <a:cubicBezTo>
                    <a:pt x="78830" y="44008"/>
                    <a:pt x="78830" y="44032"/>
                    <a:pt x="78855" y="44032"/>
                  </a:cubicBezTo>
                  <a:cubicBezTo>
                    <a:pt x="78855" y="44032"/>
                    <a:pt x="78805" y="44032"/>
                    <a:pt x="78805" y="44057"/>
                  </a:cubicBezTo>
                  <a:lnTo>
                    <a:pt x="78631" y="44057"/>
                  </a:lnTo>
                  <a:cubicBezTo>
                    <a:pt x="78681" y="44032"/>
                    <a:pt x="78756" y="44032"/>
                    <a:pt x="78781" y="44008"/>
                  </a:cubicBezTo>
                  <a:close/>
                  <a:moveTo>
                    <a:pt x="77113" y="44032"/>
                  </a:moveTo>
                  <a:lnTo>
                    <a:pt x="77138" y="44057"/>
                  </a:lnTo>
                  <a:cubicBezTo>
                    <a:pt x="77138" y="44057"/>
                    <a:pt x="77138" y="44082"/>
                    <a:pt x="77163" y="44082"/>
                  </a:cubicBezTo>
                  <a:lnTo>
                    <a:pt x="77038" y="44082"/>
                  </a:lnTo>
                  <a:cubicBezTo>
                    <a:pt x="77038" y="44057"/>
                    <a:pt x="77038" y="44057"/>
                    <a:pt x="77063" y="44032"/>
                  </a:cubicBezTo>
                  <a:close/>
                  <a:moveTo>
                    <a:pt x="57947" y="32085"/>
                  </a:moveTo>
                  <a:cubicBezTo>
                    <a:pt x="59440" y="34300"/>
                    <a:pt x="60809" y="36515"/>
                    <a:pt x="61979" y="38681"/>
                  </a:cubicBezTo>
                  <a:cubicBezTo>
                    <a:pt x="59589" y="40398"/>
                    <a:pt x="57250" y="42215"/>
                    <a:pt x="55010" y="44132"/>
                  </a:cubicBezTo>
                  <a:lnTo>
                    <a:pt x="54985" y="44082"/>
                  </a:lnTo>
                  <a:cubicBezTo>
                    <a:pt x="54835" y="43933"/>
                    <a:pt x="54661" y="43759"/>
                    <a:pt x="54512" y="43584"/>
                  </a:cubicBezTo>
                  <a:cubicBezTo>
                    <a:pt x="54313" y="43335"/>
                    <a:pt x="54089" y="43087"/>
                    <a:pt x="53865" y="42887"/>
                  </a:cubicBezTo>
                  <a:cubicBezTo>
                    <a:pt x="53616" y="42589"/>
                    <a:pt x="53392" y="42340"/>
                    <a:pt x="53143" y="42066"/>
                  </a:cubicBezTo>
                  <a:cubicBezTo>
                    <a:pt x="53043" y="41966"/>
                    <a:pt x="52993" y="41892"/>
                    <a:pt x="52894" y="41792"/>
                  </a:cubicBezTo>
                  <a:cubicBezTo>
                    <a:pt x="51550" y="40224"/>
                    <a:pt x="50280" y="38556"/>
                    <a:pt x="49036" y="36839"/>
                  </a:cubicBezTo>
                  <a:cubicBezTo>
                    <a:pt x="52023" y="34723"/>
                    <a:pt x="55084" y="33130"/>
                    <a:pt x="57947" y="32085"/>
                  </a:cubicBezTo>
                  <a:close/>
                  <a:moveTo>
                    <a:pt x="72657" y="42464"/>
                  </a:moveTo>
                  <a:lnTo>
                    <a:pt x="72657" y="42464"/>
                  </a:lnTo>
                  <a:cubicBezTo>
                    <a:pt x="72433" y="43037"/>
                    <a:pt x="72184" y="43559"/>
                    <a:pt x="71911" y="44132"/>
                  </a:cubicBezTo>
                  <a:cubicBezTo>
                    <a:pt x="71463" y="43983"/>
                    <a:pt x="71114" y="43808"/>
                    <a:pt x="70691" y="43634"/>
                  </a:cubicBezTo>
                  <a:cubicBezTo>
                    <a:pt x="70741" y="43584"/>
                    <a:pt x="70766" y="43584"/>
                    <a:pt x="70790" y="43559"/>
                  </a:cubicBezTo>
                  <a:cubicBezTo>
                    <a:pt x="71413" y="43186"/>
                    <a:pt x="72035" y="42813"/>
                    <a:pt x="72657" y="42464"/>
                  </a:cubicBezTo>
                  <a:close/>
                  <a:moveTo>
                    <a:pt x="76789" y="44057"/>
                  </a:moveTo>
                  <a:cubicBezTo>
                    <a:pt x="76789" y="44082"/>
                    <a:pt x="76764" y="44082"/>
                    <a:pt x="76764" y="44132"/>
                  </a:cubicBezTo>
                  <a:lnTo>
                    <a:pt x="76739" y="44132"/>
                  </a:lnTo>
                  <a:cubicBezTo>
                    <a:pt x="76739" y="44082"/>
                    <a:pt x="76764" y="44082"/>
                    <a:pt x="76764" y="44057"/>
                  </a:cubicBezTo>
                  <a:close/>
                  <a:moveTo>
                    <a:pt x="113329" y="33230"/>
                  </a:moveTo>
                  <a:cubicBezTo>
                    <a:pt x="113329" y="33255"/>
                    <a:pt x="113354" y="33304"/>
                    <a:pt x="113379" y="33304"/>
                  </a:cubicBezTo>
                  <a:cubicBezTo>
                    <a:pt x="113280" y="33976"/>
                    <a:pt x="113180" y="34624"/>
                    <a:pt x="113031" y="35321"/>
                  </a:cubicBezTo>
                  <a:cubicBezTo>
                    <a:pt x="113031" y="35370"/>
                    <a:pt x="113006" y="35420"/>
                    <a:pt x="113006" y="35470"/>
                  </a:cubicBezTo>
                  <a:cubicBezTo>
                    <a:pt x="112433" y="38283"/>
                    <a:pt x="111612" y="41170"/>
                    <a:pt x="110567" y="44132"/>
                  </a:cubicBezTo>
                  <a:lnTo>
                    <a:pt x="110517" y="44082"/>
                  </a:lnTo>
                  <a:cubicBezTo>
                    <a:pt x="111886" y="40324"/>
                    <a:pt x="112832" y="36690"/>
                    <a:pt x="113329" y="33230"/>
                  </a:cubicBezTo>
                  <a:close/>
                  <a:moveTo>
                    <a:pt x="106211" y="40772"/>
                  </a:moveTo>
                  <a:cubicBezTo>
                    <a:pt x="107704" y="41792"/>
                    <a:pt x="109073" y="42912"/>
                    <a:pt x="110243" y="44132"/>
                  </a:cubicBezTo>
                  <a:cubicBezTo>
                    <a:pt x="110243" y="44157"/>
                    <a:pt x="110243" y="44157"/>
                    <a:pt x="110218" y="44182"/>
                  </a:cubicBezTo>
                  <a:cubicBezTo>
                    <a:pt x="109098" y="43012"/>
                    <a:pt x="107779" y="41917"/>
                    <a:pt x="106335" y="40921"/>
                  </a:cubicBezTo>
                  <a:cubicBezTo>
                    <a:pt x="106285" y="40846"/>
                    <a:pt x="106260" y="40821"/>
                    <a:pt x="106211" y="40772"/>
                  </a:cubicBezTo>
                  <a:close/>
                  <a:moveTo>
                    <a:pt x="80199" y="44082"/>
                  </a:moveTo>
                  <a:cubicBezTo>
                    <a:pt x="80249" y="44082"/>
                    <a:pt x="80274" y="44082"/>
                    <a:pt x="80349" y="44132"/>
                  </a:cubicBezTo>
                  <a:cubicBezTo>
                    <a:pt x="80398" y="44132"/>
                    <a:pt x="80473" y="44157"/>
                    <a:pt x="80573" y="44182"/>
                  </a:cubicBezTo>
                  <a:cubicBezTo>
                    <a:pt x="80556" y="44190"/>
                    <a:pt x="80542" y="44193"/>
                    <a:pt x="80529" y="44193"/>
                  </a:cubicBezTo>
                  <a:cubicBezTo>
                    <a:pt x="80504" y="44193"/>
                    <a:pt x="80481" y="44182"/>
                    <a:pt x="80448" y="44182"/>
                  </a:cubicBezTo>
                  <a:lnTo>
                    <a:pt x="80374" y="44182"/>
                  </a:lnTo>
                  <a:lnTo>
                    <a:pt x="80100" y="44082"/>
                  </a:lnTo>
                  <a:close/>
                  <a:moveTo>
                    <a:pt x="101506" y="38332"/>
                  </a:moveTo>
                  <a:cubicBezTo>
                    <a:pt x="101531" y="38332"/>
                    <a:pt x="101531" y="38357"/>
                    <a:pt x="101556" y="38357"/>
                  </a:cubicBezTo>
                  <a:cubicBezTo>
                    <a:pt x="100834" y="40299"/>
                    <a:pt x="100038" y="42215"/>
                    <a:pt x="99141" y="44182"/>
                  </a:cubicBezTo>
                  <a:cubicBezTo>
                    <a:pt x="99092" y="44182"/>
                    <a:pt x="99067" y="44207"/>
                    <a:pt x="99042" y="44207"/>
                  </a:cubicBezTo>
                  <a:cubicBezTo>
                    <a:pt x="99938" y="42265"/>
                    <a:pt x="100784" y="40249"/>
                    <a:pt x="101506" y="38332"/>
                  </a:cubicBezTo>
                  <a:close/>
                  <a:moveTo>
                    <a:pt x="48886" y="36889"/>
                  </a:moveTo>
                  <a:cubicBezTo>
                    <a:pt x="50206" y="38731"/>
                    <a:pt x="51599" y="40473"/>
                    <a:pt x="52993" y="42116"/>
                  </a:cubicBezTo>
                  <a:cubicBezTo>
                    <a:pt x="52993" y="42166"/>
                    <a:pt x="53018" y="42166"/>
                    <a:pt x="53018" y="42190"/>
                  </a:cubicBezTo>
                  <a:cubicBezTo>
                    <a:pt x="53267" y="42489"/>
                    <a:pt x="53566" y="42788"/>
                    <a:pt x="53815" y="43087"/>
                  </a:cubicBezTo>
                  <a:cubicBezTo>
                    <a:pt x="53989" y="43311"/>
                    <a:pt x="54188" y="43535"/>
                    <a:pt x="54387" y="43734"/>
                  </a:cubicBezTo>
                  <a:cubicBezTo>
                    <a:pt x="54561" y="43908"/>
                    <a:pt x="54711" y="44057"/>
                    <a:pt x="54860" y="44232"/>
                  </a:cubicBezTo>
                  <a:cubicBezTo>
                    <a:pt x="54835" y="44232"/>
                    <a:pt x="54835" y="44281"/>
                    <a:pt x="54810" y="44281"/>
                  </a:cubicBezTo>
                  <a:cubicBezTo>
                    <a:pt x="54636" y="44082"/>
                    <a:pt x="54462" y="43908"/>
                    <a:pt x="54313" y="43709"/>
                  </a:cubicBezTo>
                  <a:cubicBezTo>
                    <a:pt x="54263" y="43684"/>
                    <a:pt x="54238" y="43659"/>
                    <a:pt x="54238" y="43609"/>
                  </a:cubicBezTo>
                  <a:cubicBezTo>
                    <a:pt x="52396" y="41568"/>
                    <a:pt x="50579" y="39303"/>
                    <a:pt x="48861" y="36938"/>
                  </a:cubicBezTo>
                  <a:cubicBezTo>
                    <a:pt x="48861" y="36938"/>
                    <a:pt x="48886" y="36938"/>
                    <a:pt x="48886" y="36889"/>
                  </a:cubicBezTo>
                  <a:close/>
                  <a:moveTo>
                    <a:pt x="80747" y="44256"/>
                  </a:moveTo>
                  <a:cubicBezTo>
                    <a:pt x="80822" y="44256"/>
                    <a:pt x="80896" y="44281"/>
                    <a:pt x="80971" y="44281"/>
                  </a:cubicBezTo>
                  <a:cubicBezTo>
                    <a:pt x="80896" y="44281"/>
                    <a:pt x="80822" y="44281"/>
                    <a:pt x="80747" y="44256"/>
                  </a:cubicBezTo>
                  <a:close/>
                  <a:moveTo>
                    <a:pt x="62079" y="38830"/>
                  </a:moveTo>
                  <a:cubicBezTo>
                    <a:pt x="62079" y="38855"/>
                    <a:pt x="62103" y="38855"/>
                    <a:pt x="62103" y="38880"/>
                  </a:cubicBezTo>
                  <a:cubicBezTo>
                    <a:pt x="59714" y="40597"/>
                    <a:pt x="57424" y="42415"/>
                    <a:pt x="55184" y="44306"/>
                  </a:cubicBezTo>
                  <a:cubicBezTo>
                    <a:pt x="55184" y="44281"/>
                    <a:pt x="55134" y="44281"/>
                    <a:pt x="55134" y="44256"/>
                  </a:cubicBezTo>
                  <a:cubicBezTo>
                    <a:pt x="57374" y="42340"/>
                    <a:pt x="59689" y="40548"/>
                    <a:pt x="62079" y="38830"/>
                  </a:cubicBezTo>
                  <a:close/>
                  <a:moveTo>
                    <a:pt x="79627" y="44281"/>
                  </a:moveTo>
                  <a:cubicBezTo>
                    <a:pt x="79627" y="44281"/>
                    <a:pt x="79652" y="44281"/>
                    <a:pt x="79702" y="44306"/>
                  </a:cubicBezTo>
                  <a:lnTo>
                    <a:pt x="79627" y="44306"/>
                  </a:lnTo>
                  <a:lnTo>
                    <a:pt x="79602" y="44281"/>
                  </a:lnTo>
                  <a:close/>
                  <a:moveTo>
                    <a:pt x="78034" y="44281"/>
                  </a:moveTo>
                  <a:cubicBezTo>
                    <a:pt x="78009" y="44281"/>
                    <a:pt x="78009" y="44281"/>
                    <a:pt x="78034" y="44306"/>
                  </a:cubicBezTo>
                  <a:cubicBezTo>
                    <a:pt x="78009" y="44306"/>
                    <a:pt x="78009" y="44306"/>
                    <a:pt x="78009" y="44331"/>
                  </a:cubicBezTo>
                  <a:cubicBezTo>
                    <a:pt x="78009" y="44306"/>
                    <a:pt x="78009" y="44306"/>
                    <a:pt x="77984" y="44281"/>
                  </a:cubicBezTo>
                  <a:close/>
                  <a:moveTo>
                    <a:pt x="70492" y="43734"/>
                  </a:moveTo>
                  <a:cubicBezTo>
                    <a:pt x="70940" y="43933"/>
                    <a:pt x="71388" y="44157"/>
                    <a:pt x="71811" y="44306"/>
                  </a:cubicBezTo>
                  <a:cubicBezTo>
                    <a:pt x="71811" y="44331"/>
                    <a:pt x="71786" y="44331"/>
                    <a:pt x="71786" y="44356"/>
                  </a:cubicBezTo>
                  <a:cubicBezTo>
                    <a:pt x="71313" y="44207"/>
                    <a:pt x="70890" y="43983"/>
                    <a:pt x="70417" y="43784"/>
                  </a:cubicBezTo>
                  <a:cubicBezTo>
                    <a:pt x="70442" y="43784"/>
                    <a:pt x="70442" y="43734"/>
                    <a:pt x="70492" y="43734"/>
                  </a:cubicBezTo>
                  <a:close/>
                  <a:moveTo>
                    <a:pt x="72632" y="43908"/>
                  </a:moveTo>
                  <a:lnTo>
                    <a:pt x="72632" y="44356"/>
                  </a:lnTo>
                  <a:cubicBezTo>
                    <a:pt x="72558" y="44331"/>
                    <a:pt x="72483" y="44331"/>
                    <a:pt x="72408" y="44306"/>
                  </a:cubicBezTo>
                  <a:cubicBezTo>
                    <a:pt x="72458" y="44182"/>
                    <a:pt x="72558" y="44032"/>
                    <a:pt x="72632" y="43908"/>
                  </a:cubicBezTo>
                  <a:close/>
                  <a:moveTo>
                    <a:pt x="115370" y="38308"/>
                  </a:moveTo>
                  <a:lnTo>
                    <a:pt x="115370" y="38357"/>
                  </a:lnTo>
                  <a:cubicBezTo>
                    <a:pt x="114350" y="40373"/>
                    <a:pt x="112956" y="42290"/>
                    <a:pt x="111214" y="43933"/>
                  </a:cubicBezTo>
                  <a:lnTo>
                    <a:pt x="111164" y="43958"/>
                  </a:lnTo>
                  <a:lnTo>
                    <a:pt x="111089" y="44057"/>
                  </a:lnTo>
                  <a:cubicBezTo>
                    <a:pt x="110965" y="44157"/>
                    <a:pt x="110865" y="44281"/>
                    <a:pt x="110741" y="44356"/>
                  </a:cubicBezTo>
                  <a:cubicBezTo>
                    <a:pt x="110766" y="44331"/>
                    <a:pt x="110766" y="44331"/>
                    <a:pt x="110741" y="44306"/>
                  </a:cubicBezTo>
                  <a:lnTo>
                    <a:pt x="110815" y="44256"/>
                  </a:lnTo>
                  <a:cubicBezTo>
                    <a:pt x="110990" y="44057"/>
                    <a:pt x="111214" y="43883"/>
                    <a:pt x="111388" y="43684"/>
                  </a:cubicBezTo>
                  <a:lnTo>
                    <a:pt x="111861" y="43211"/>
                  </a:lnTo>
                  <a:lnTo>
                    <a:pt x="112135" y="42937"/>
                  </a:lnTo>
                  <a:cubicBezTo>
                    <a:pt x="112309" y="42738"/>
                    <a:pt x="112458" y="42589"/>
                    <a:pt x="112608" y="42415"/>
                  </a:cubicBezTo>
                  <a:cubicBezTo>
                    <a:pt x="112657" y="42315"/>
                    <a:pt x="112732" y="42265"/>
                    <a:pt x="112832" y="42166"/>
                  </a:cubicBezTo>
                  <a:cubicBezTo>
                    <a:pt x="112981" y="41966"/>
                    <a:pt x="113130" y="41792"/>
                    <a:pt x="113280" y="41568"/>
                  </a:cubicBezTo>
                  <a:cubicBezTo>
                    <a:pt x="113329" y="41494"/>
                    <a:pt x="113379" y="41444"/>
                    <a:pt x="113404" y="41419"/>
                  </a:cubicBezTo>
                  <a:cubicBezTo>
                    <a:pt x="113578" y="41195"/>
                    <a:pt x="113703" y="40996"/>
                    <a:pt x="113852" y="40797"/>
                  </a:cubicBezTo>
                  <a:cubicBezTo>
                    <a:pt x="113902" y="40697"/>
                    <a:pt x="113977" y="40622"/>
                    <a:pt x="114001" y="40548"/>
                  </a:cubicBezTo>
                  <a:cubicBezTo>
                    <a:pt x="114325" y="40075"/>
                    <a:pt x="114624" y="39602"/>
                    <a:pt x="114873" y="39129"/>
                  </a:cubicBezTo>
                  <a:cubicBezTo>
                    <a:pt x="114898" y="39104"/>
                    <a:pt x="114898" y="39079"/>
                    <a:pt x="114947" y="39054"/>
                  </a:cubicBezTo>
                  <a:cubicBezTo>
                    <a:pt x="115072" y="38830"/>
                    <a:pt x="115196" y="38631"/>
                    <a:pt x="115321" y="38432"/>
                  </a:cubicBezTo>
                  <a:lnTo>
                    <a:pt x="115321" y="38382"/>
                  </a:lnTo>
                  <a:cubicBezTo>
                    <a:pt x="115346" y="38357"/>
                    <a:pt x="115346" y="38332"/>
                    <a:pt x="115370" y="38308"/>
                  </a:cubicBezTo>
                  <a:close/>
                  <a:moveTo>
                    <a:pt x="79278" y="44306"/>
                  </a:moveTo>
                  <a:cubicBezTo>
                    <a:pt x="79278" y="44306"/>
                    <a:pt x="79328" y="44306"/>
                    <a:pt x="79328" y="44331"/>
                  </a:cubicBezTo>
                  <a:cubicBezTo>
                    <a:pt x="79253" y="44331"/>
                    <a:pt x="79204" y="44381"/>
                    <a:pt x="79129" y="44381"/>
                  </a:cubicBezTo>
                  <a:cubicBezTo>
                    <a:pt x="79154" y="44381"/>
                    <a:pt x="79204" y="44331"/>
                    <a:pt x="79204" y="44331"/>
                  </a:cubicBezTo>
                  <a:cubicBezTo>
                    <a:pt x="79229" y="44306"/>
                    <a:pt x="79229" y="44306"/>
                    <a:pt x="79253" y="44306"/>
                  </a:cubicBezTo>
                  <a:close/>
                  <a:moveTo>
                    <a:pt x="105090" y="40174"/>
                  </a:moveTo>
                  <a:cubicBezTo>
                    <a:pt x="105090" y="40174"/>
                    <a:pt x="105115" y="40174"/>
                    <a:pt x="105115" y="40199"/>
                  </a:cubicBezTo>
                  <a:cubicBezTo>
                    <a:pt x="105016" y="40274"/>
                    <a:pt x="104966" y="40349"/>
                    <a:pt x="104866" y="40423"/>
                  </a:cubicBezTo>
                  <a:cubicBezTo>
                    <a:pt x="104742" y="40548"/>
                    <a:pt x="104618" y="40672"/>
                    <a:pt x="104468" y="40797"/>
                  </a:cubicBezTo>
                  <a:lnTo>
                    <a:pt x="103995" y="41170"/>
                  </a:lnTo>
                  <a:cubicBezTo>
                    <a:pt x="103846" y="41294"/>
                    <a:pt x="103721" y="41419"/>
                    <a:pt x="103547" y="41543"/>
                  </a:cubicBezTo>
                  <a:cubicBezTo>
                    <a:pt x="103423" y="41643"/>
                    <a:pt x="103273" y="41742"/>
                    <a:pt x="103149" y="41842"/>
                  </a:cubicBezTo>
                  <a:cubicBezTo>
                    <a:pt x="102975" y="41966"/>
                    <a:pt x="102800" y="42116"/>
                    <a:pt x="102626" y="42265"/>
                  </a:cubicBezTo>
                  <a:cubicBezTo>
                    <a:pt x="102502" y="42340"/>
                    <a:pt x="102377" y="42415"/>
                    <a:pt x="102278" y="42514"/>
                  </a:cubicBezTo>
                  <a:cubicBezTo>
                    <a:pt x="102104" y="42639"/>
                    <a:pt x="101880" y="42788"/>
                    <a:pt x="101680" y="42912"/>
                  </a:cubicBezTo>
                  <a:lnTo>
                    <a:pt x="101407" y="43087"/>
                  </a:lnTo>
                  <a:cubicBezTo>
                    <a:pt x="101183" y="43261"/>
                    <a:pt x="100934" y="43385"/>
                    <a:pt x="100735" y="43535"/>
                  </a:cubicBezTo>
                  <a:cubicBezTo>
                    <a:pt x="100660" y="43559"/>
                    <a:pt x="100560" y="43634"/>
                    <a:pt x="100510" y="43659"/>
                  </a:cubicBezTo>
                  <a:cubicBezTo>
                    <a:pt x="100262" y="43808"/>
                    <a:pt x="99988" y="43958"/>
                    <a:pt x="99739" y="44082"/>
                  </a:cubicBezTo>
                  <a:cubicBezTo>
                    <a:pt x="99689" y="44132"/>
                    <a:pt x="99639" y="44132"/>
                    <a:pt x="99614" y="44157"/>
                  </a:cubicBezTo>
                  <a:cubicBezTo>
                    <a:pt x="99415" y="44306"/>
                    <a:pt x="99316" y="44381"/>
                    <a:pt x="99241" y="44381"/>
                  </a:cubicBezTo>
                  <a:cubicBezTo>
                    <a:pt x="99241" y="44331"/>
                    <a:pt x="99266" y="44331"/>
                    <a:pt x="99266" y="44306"/>
                  </a:cubicBezTo>
                  <a:cubicBezTo>
                    <a:pt x="99365" y="44281"/>
                    <a:pt x="99415" y="44207"/>
                    <a:pt x="99515" y="44182"/>
                  </a:cubicBezTo>
                  <a:cubicBezTo>
                    <a:pt x="99565" y="44157"/>
                    <a:pt x="99614" y="44132"/>
                    <a:pt x="99664" y="44082"/>
                  </a:cubicBezTo>
                  <a:cubicBezTo>
                    <a:pt x="99913" y="43958"/>
                    <a:pt x="100162" y="43808"/>
                    <a:pt x="100411" y="43659"/>
                  </a:cubicBezTo>
                  <a:cubicBezTo>
                    <a:pt x="100510" y="43584"/>
                    <a:pt x="100560" y="43559"/>
                    <a:pt x="100660" y="43510"/>
                  </a:cubicBezTo>
                  <a:cubicBezTo>
                    <a:pt x="100884" y="43360"/>
                    <a:pt x="101108" y="43211"/>
                    <a:pt x="101307" y="43087"/>
                  </a:cubicBezTo>
                  <a:cubicBezTo>
                    <a:pt x="101407" y="43037"/>
                    <a:pt x="101531" y="42962"/>
                    <a:pt x="101631" y="42912"/>
                  </a:cubicBezTo>
                  <a:cubicBezTo>
                    <a:pt x="101805" y="42788"/>
                    <a:pt x="102004" y="42663"/>
                    <a:pt x="102178" y="42489"/>
                  </a:cubicBezTo>
                  <a:lnTo>
                    <a:pt x="102552" y="42215"/>
                  </a:lnTo>
                  <a:cubicBezTo>
                    <a:pt x="102726" y="42091"/>
                    <a:pt x="102900" y="41966"/>
                    <a:pt x="103049" y="41842"/>
                  </a:cubicBezTo>
                  <a:cubicBezTo>
                    <a:pt x="103224" y="41718"/>
                    <a:pt x="103348" y="41643"/>
                    <a:pt x="103497" y="41494"/>
                  </a:cubicBezTo>
                  <a:cubicBezTo>
                    <a:pt x="103647" y="41369"/>
                    <a:pt x="103771" y="41245"/>
                    <a:pt x="103921" y="41145"/>
                  </a:cubicBezTo>
                  <a:lnTo>
                    <a:pt x="104394" y="40772"/>
                  </a:lnTo>
                  <a:cubicBezTo>
                    <a:pt x="104518" y="40647"/>
                    <a:pt x="104642" y="40523"/>
                    <a:pt x="104792" y="40398"/>
                  </a:cubicBezTo>
                  <a:cubicBezTo>
                    <a:pt x="104891" y="40324"/>
                    <a:pt x="104966" y="40224"/>
                    <a:pt x="105041" y="40174"/>
                  </a:cubicBezTo>
                  <a:close/>
                  <a:moveTo>
                    <a:pt x="77735" y="44331"/>
                  </a:moveTo>
                  <a:lnTo>
                    <a:pt x="77760" y="44381"/>
                  </a:lnTo>
                  <a:cubicBezTo>
                    <a:pt x="77760" y="44381"/>
                    <a:pt x="77760" y="44406"/>
                    <a:pt x="77785" y="44406"/>
                  </a:cubicBezTo>
                  <a:lnTo>
                    <a:pt x="77735" y="44406"/>
                  </a:lnTo>
                  <a:cubicBezTo>
                    <a:pt x="77685" y="44406"/>
                    <a:pt x="77660" y="44406"/>
                    <a:pt x="77660" y="44381"/>
                  </a:cubicBezTo>
                  <a:cubicBezTo>
                    <a:pt x="77710" y="44381"/>
                    <a:pt x="77735" y="44331"/>
                    <a:pt x="77735" y="44331"/>
                  </a:cubicBezTo>
                  <a:close/>
                  <a:moveTo>
                    <a:pt x="72905" y="43305"/>
                  </a:moveTo>
                  <a:lnTo>
                    <a:pt x="72905" y="43305"/>
                  </a:lnTo>
                  <a:cubicBezTo>
                    <a:pt x="72881" y="43696"/>
                    <a:pt x="72857" y="44063"/>
                    <a:pt x="72881" y="44431"/>
                  </a:cubicBezTo>
                  <a:cubicBezTo>
                    <a:pt x="72832" y="44431"/>
                    <a:pt x="72832" y="44431"/>
                    <a:pt x="72807" y="44406"/>
                  </a:cubicBezTo>
                  <a:cubicBezTo>
                    <a:pt x="72807" y="44082"/>
                    <a:pt x="72807" y="43759"/>
                    <a:pt x="72856" y="43435"/>
                  </a:cubicBezTo>
                  <a:cubicBezTo>
                    <a:pt x="72878" y="43392"/>
                    <a:pt x="72900" y="43349"/>
                    <a:pt x="72905" y="43305"/>
                  </a:cubicBezTo>
                  <a:close/>
                  <a:moveTo>
                    <a:pt x="74848" y="41294"/>
                  </a:moveTo>
                  <a:cubicBezTo>
                    <a:pt x="75122" y="41543"/>
                    <a:pt x="75395" y="41718"/>
                    <a:pt x="75669" y="41942"/>
                  </a:cubicBezTo>
                  <a:cubicBezTo>
                    <a:pt x="75744" y="42066"/>
                    <a:pt x="75819" y="42190"/>
                    <a:pt x="75893" y="42315"/>
                  </a:cubicBezTo>
                  <a:cubicBezTo>
                    <a:pt x="75893" y="42340"/>
                    <a:pt x="75918" y="42340"/>
                    <a:pt x="75918" y="42365"/>
                  </a:cubicBezTo>
                  <a:cubicBezTo>
                    <a:pt x="75918" y="42415"/>
                    <a:pt x="75968" y="42415"/>
                    <a:pt x="75968" y="42439"/>
                  </a:cubicBezTo>
                  <a:cubicBezTo>
                    <a:pt x="76018" y="42564"/>
                    <a:pt x="76092" y="42663"/>
                    <a:pt x="76167" y="42788"/>
                  </a:cubicBezTo>
                  <a:lnTo>
                    <a:pt x="76366" y="43062"/>
                  </a:lnTo>
                  <a:cubicBezTo>
                    <a:pt x="76391" y="43111"/>
                    <a:pt x="76466" y="43186"/>
                    <a:pt x="76491" y="43236"/>
                  </a:cubicBezTo>
                  <a:cubicBezTo>
                    <a:pt x="76491" y="43286"/>
                    <a:pt x="76515" y="43286"/>
                    <a:pt x="76515" y="43311"/>
                  </a:cubicBezTo>
                  <a:lnTo>
                    <a:pt x="76715" y="43584"/>
                  </a:lnTo>
                  <a:lnTo>
                    <a:pt x="76739" y="43609"/>
                  </a:lnTo>
                  <a:cubicBezTo>
                    <a:pt x="76665" y="43709"/>
                    <a:pt x="76640" y="43808"/>
                    <a:pt x="76590" y="43908"/>
                  </a:cubicBezTo>
                  <a:cubicBezTo>
                    <a:pt x="75669" y="43983"/>
                    <a:pt x="74723" y="44182"/>
                    <a:pt x="73728" y="44431"/>
                  </a:cubicBezTo>
                  <a:cubicBezTo>
                    <a:pt x="74001" y="43435"/>
                    <a:pt x="74225" y="42489"/>
                    <a:pt x="74350" y="41568"/>
                  </a:cubicBezTo>
                  <a:cubicBezTo>
                    <a:pt x="74524" y="41444"/>
                    <a:pt x="74674" y="41394"/>
                    <a:pt x="74848" y="41294"/>
                  </a:cubicBezTo>
                  <a:close/>
                  <a:moveTo>
                    <a:pt x="77287" y="44256"/>
                  </a:moveTo>
                  <a:cubicBezTo>
                    <a:pt x="77287" y="44256"/>
                    <a:pt x="77287" y="44281"/>
                    <a:pt x="77337" y="44281"/>
                  </a:cubicBezTo>
                  <a:cubicBezTo>
                    <a:pt x="77138" y="44331"/>
                    <a:pt x="76988" y="44406"/>
                    <a:pt x="76789" y="44456"/>
                  </a:cubicBezTo>
                  <a:cubicBezTo>
                    <a:pt x="76839" y="44431"/>
                    <a:pt x="76889" y="44331"/>
                    <a:pt x="76914" y="44281"/>
                  </a:cubicBezTo>
                  <a:cubicBezTo>
                    <a:pt x="77038" y="44281"/>
                    <a:pt x="77163" y="44281"/>
                    <a:pt x="77287" y="44256"/>
                  </a:cubicBezTo>
                  <a:close/>
                  <a:moveTo>
                    <a:pt x="55010" y="44406"/>
                  </a:moveTo>
                  <a:cubicBezTo>
                    <a:pt x="55010" y="44431"/>
                    <a:pt x="55059" y="44431"/>
                    <a:pt x="55059" y="44456"/>
                  </a:cubicBezTo>
                  <a:cubicBezTo>
                    <a:pt x="55010" y="44456"/>
                    <a:pt x="55010" y="44480"/>
                    <a:pt x="54985" y="44480"/>
                  </a:cubicBezTo>
                  <a:cubicBezTo>
                    <a:pt x="54960" y="44456"/>
                    <a:pt x="54960" y="44431"/>
                    <a:pt x="54960" y="44431"/>
                  </a:cubicBezTo>
                  <a:cubicBezTo>
                    <a:pt x="54985" y="44431"/>
                    <a:pt x="54985" y="44406"/>
                    <a:pt x="55010" y="44406"/>
                  </a:cubicBezTo>
                  <a:close/>
                  <a:moveTo>
                    <a:pt x="74175" y="41651"/>
                  </a:moveTo>
                  <a:cubicBezTo>
                    <a:pt x="74050" y="42545"/>
                    <a:pt x="73851" y="43513"/>
                    <a:pt x="73553" y="44456"/>
                  </a:cubicBezTo>
                  <a:cubicBezTo>
                    <a:pt x="73529" y="44456"/>
                    <a:pt x="73529" y="44456"/>
                    <a:pt x="73504" y="44480"/>
                  </a:cubicBezTo>
                  <a:cubicBezTo>
                    <a:pt x="73777" y="43535"/>
                    <a:pt x="74001" y="42589"/>
                    <a:pt x="74126" y="41693"/>
                  </a:cubicBezTo>
                  <a:cubicBezTo>
                    <a:pt x="74148" y="41671"/>
                    <a:pt x="74169" y="41668"/>
                    <a:pt x="74175" y="41651"/>
                  </a:cubicBezTo>
                  <a:close/>
                  <a:moveTo>
                    <a:pt x="110639" y="44480"/>
                  </a:moveTo>
                  <a:cubicBezTo>
                    <a:pt x="110640" y="44487"/>
                    <a:pt x="110641" y="44495"/>
                    <a:pt x="110641" y="44505"/>
                  </a:cubicBezTo>
                  <a:cubicBezTo>
                    <a:pt x="110616" y="44505"/>
                    <a:pt x="110616" y="44530"/>
                    <a:pt x="110616" y="44530"/>
                  </a:cubicBezTo>
                  <a:lnTo>
                    <a:pt x="110616" y="44530"/>
                  </a:lnTo>
                  <a:cubicBezTo>
                    <a:pt x="110616" y="44510"/>
                    <a:pt x="110632" y="44506"/>
                    <a:pt x="110639" y="44480"/>
                  </a:cubicBezTo>
                  <a:close/>
                  <a:moveTo>
                    <a:pt x="73927" y="41792"/>
                  </a:moveTo>
                  <a:lnTo>
                    <a:pt x="73927" y="41792"/>
                  </a:lnTo>
                  <a:cubicBezTo>
                    <a:pt x="73802" y="42688"/>
                    <a:pt x="73603" y="43584"/>
                    <a:pt x="73304" y="44530"/>
                  </a:cubicBezTo>
                  <a:lnTo>
                    <a:pt x="73280" y="44530"/>
                  </a:lnTo>
                  <a:cubicBezTo>
                    <a:pt x="73230" y="44530"/>
                    <a:pt x="73155" y="44505"/>
                    <a:pt x="73080" y="44505"/>
                  </a:cubicBezTo>
                  <a:cubicBezTo>
                    <a:pt x="73056" y="43908"/>
                    <a:pt x="73080" y="43335"/>
                    <a:pt x="73180" y="42788"/>
                  </a:cubicBezTo>
                  <a:cubicBezTo>
                    <a:pt x="73304" y="42539"/>
                    <a:pt x="73404" y="42290"/>
                    <a:pt x="73529" y="42016"/>
                  </a:cubicBezTo>
                  <a:cubicBezTo>
                    <a:pt x="73653" y="41917"/>
                    <a:pt x="73777" y="41842"/>
                    <a:pt x="73927" y="41792"/>
                  </a:cubicBezTo>
                  <a:close/>
                  <a:moveTo>
                    <a:pt x="78407" y="44505"/>
                  </a:moveTo>
                  <a:cubicBezTo>
                    <a:pt x="78382" y="44505"/>
                    <a:pt x="78357" y="44505"/>
                    <a:pt x="78283" y="44530"/>
                  </a:cubicBezTo>
                  <a:cubicBezTo>
                    <a:pt x="78333" y="44505"/>
                    <a:pt x="78357" y="44505"/>
                    <a:pt x="78407" y="44505"/>
                  </a:cubicBezTo>
                  <a:close/>
                  <a:moveTo>
                    <a:pt x="87468" y="42887"/>
                  </a:moveTo>
                  <a:cubicBezTo>
                    <a:pt x="87194" y="43435"/>
                    <a:pt x="86870" y="43983"/>
                    <a:pt x="86571" y="44555"/>
                  </a:cubicBezTo>
                  <a:lnTo>
                    <a:pt x="86497" y="44555"/>
                  </a:lnTo>
                  <a:cubicBezTo>
                    <a:pt x="86845" y="43983"/>
                    <a:pt x="87119" y="43435"/>
                    <a:pt x="87418" y="42887"/>
                  </a:cubicBezTo>
                  <a:close/>
                  <a:moveTo>
                    <a:pt x="87692" y="42912"/>
                  </a:moveTo>
                  <a:cubicBezTo>
                    <a:pt x="88911" y="42962"/>
                    <a:pt x="90031" y="43186"/>
                    <a:pt x="91077" y="43510"/>
                  </a:cubicBezTo>
                  <a:cubicBezTo>
                    <a:pt x="89683" y="44032"/>
                    <a:pt x="88239" y="44406"/>
                    <a:pt x="86820" y="44555"/>
                  </a:cubicBezTo>
                  <a:cubicBezTo>
                    <a:pt x="87119" y="43983"/>
                    <a:pt x="87418" y="43435"/>
                    <a:pt x="87692" y="42912"/>
                  </a:cubicBezTo>
                  <a:close/>
                  <a:moveTo>
                    <a:pt x="98992" y="44456"/>
                  </a:moveTo>
                  <a:cubicBezTo>
                    <a:pt x="98992" y="44480"/>
                    <a:pt x="98942" y="44480"/>
                    <a:pt x="98942" y="44530"/>
                  </a:cubicBezTo>
                  <a:lnTo>
                    <a:pt x="98942" y="44555"/>
                  </a:lnTo>
                  <a:cubicBezTo>
                    <a:pt x="98917" y="44555"/>
                    <a:pt x="98893" y="44580"/>
                    <a:pt x="98868" y="44580"/>
                  </a:cubicBezTo>
                  <a:cubicBezTo>
                    <a:pt x="98868" y="44580"/>
                    <a:pt x="98868" y="44555"/>
                    <a:pt x="98893" y="44555"/>
                  </a:cubicBezTo>
                  <a:cubicBezTo>
                    <a:pt x="98893" y="44530"/>
                    <a:pt x="98893" y="44530"/>
                    <a:pt x="98917" y="44480"/>
                  </a:cubicBezTo>
                  <a:cubicBezTo>
                    <a:pt x="98917" y="44485"/>
                    <a:pt x="98918" y="44487"/>
                    <a:pt x="98920" y="44487"/>
                  </a:cubicBezTo>
                  <a:cubicBezTo>
                    <a:pt x="98928" y="44487"/>
                    <a:pt x="98952" y="44456"/>
                    <a:pt x="98992" y="44456"/>
                  </a:cubicBezTo>
                  <a:close/>
                  <a:moveTo>
                    <a:pt x="76665" y="44306"/>
                  </a:moveTo>
                  <a:cubicBezTo>
                    <a:pt x="76615" y="44406"/>
                    <a:pt x="76540" y="44505"/>
                    <a:pt x="76515" y="44580"/>
                  </a:cubicBezTo>
                  <a:cubicBezTo>
                    <a:pt x="76491" y="44580"/>
                    <a:pt x="76466" y="44605"/>
                    <a:pt x="76466" y="44605"/>
                  </a:cubicBezTo>
                  <a:cubicBezTo>
                    <a:pt x="76515" y="44530"/>
                    <a:pt x="76590" y="44431"/>
                    <a:pt x="76640" y="44306"/>
                  </a:cubicBezTo>
                  <a:close/>
                  <a:moveTo>
                    <a:pt x="77461" y="44431"/>
                  </a:moveTo>
                  <a:cubicBezTo>
                    <a:pt x="77461" y="44456"/>
                    <a:pt x="77486" y="44456"/>
                    <a:pt x="77486" y="44480"/>
                  </a:cubicBezTo>
                  <a:cubicBezTo>
                    <a:pt x="77461" y="44480"/>
                    <a:pt x="77461" y="44480"/>
                    <a:pt x="77412" y="44530"/>
                  </a:cubicBezTo>
                  <a:cubicBezTo>
                    <a:pt x="77337" y="44555"/>
                    <a:pt x="77212" y="44580"/>
                    <a:pt x="77113" y="44580"/>
                  </a:cubicBezTo>
                  <a:cubicBezTo>
                    <a:pt x="77038" y="44580"/>
                    <a:pt x="76988" y="44605"/>
                    <a:pt x="76963" y="44605"/>
                  </a:cubicBezTo>
                  <a:cubicBezTo>
                    <a:pt x="77138" y="44555"/>
                    <a:pt x="77287" y="44505"/>
                    <a:pt x="77461" y="44431"/>
                  </a:cubicBezTo>
                  <a:close/>
                  <a:moveTo>
                    <a:pt x="81618" y="44456"/>
                  </a:moveTo>
                  <a:cubicBezTo>
                    <a:pt x="81842" y="44480"/>
                    <a:pt x="82016" y="44555"/>
                    <a:pt x="82240" y="44580"/>
                  </a:cubicBezTo>
                  <a:lnTo>
                    <a:pt x="82265" y="44580"/>
                  </a:lnTo>
                  <a:cubicBezTo>
                    <a:pt x="82298" y="44591"/>
                    <a:pt x="82321" y="44606"/>
                    <a:pt x="82343" y="44620"/>
                  </a:cubicBezTo>
                  <a:lnTo>
                    <a:pt x="82343" y="44620"/>
                  </a:lnTo>
                  <a:cubicBezTo>
                    <a:pt x="82273" y="44605"/>
                    <a:pt x="82200" y="44605"/>
                    <a:pt x="82116" y="44605"/>
                  </a:cubicBezTo>
                  <a:cubicBezTo>
                    <a:pt x="81991" y="44555"/>
                    <a:pt x="81817" y="44530"/>
                    <a:pt x="81618" y="44456"/>
                  </a:cubicBezTo>
                  <a:close/>
                  <a:moveTo>
                    <a:pt x="72309" y="44456"/>
                  </a:moveTo>
                  <a:cubicBezTo>
                    <a:pt x="72408" y="44505"/>
                    <a:pt x="72533" y="44530"/>
                    <a:pt x="72632" y="44555"/>
                  </a:cubicBezTo>
                  <a:lnTo>
                    <a:pt x="72632" y="44630"/>
                  </a:lnTo>
                  <a:cubicBezTo>
                    <a:pt x="72508" y="44580"/>
                    <a:pt x="72408" y="44555"/>
                    <a:pt x="72284" y="44530"/>
                  </a:cubicBezTo>
                  <a:cubicBezTo>
                    <a:pt x="72284" y="44505"/>
                    <a:pt x="72309" y="44505"/>
                    <a:pt x="72309" y="44456"/>
                  </a:cubicBezTo>
                  <a:close/>
                  <a:moveTo>
                    <a:pt x="86633" y="42877"/>
                  </a:moveTo>
                  <a:cubicBezTo>
                    <a:pt x="86830" y="42877"/>
                    <a:pt x="87026" y="42881"/>
                    <a:pt x="87219" y="42887"/>
                  </a:cubicBezTo>
                  <a:cubicBezTo>
                    <a:pt x="86920" y="43435"/>
                    <a:pt x="86621" y="44032"/>
                    <a:pt x="86323" y="44580"/>
                  </a:cubicBezTo>
                  <a:cubicBezTo>
                    <a:pt x="86123" y="44580"/>
                    <a:pt x="85949" y="44605"/>
                    <a:pt x="85750" y="44605"/>
                  </a:cubicBezTo>
                  <a:cubicBezTo>
                    <a:pt x="85482" y="44622"/>
                    <a:pt x="85215" y="44630"/>
                    <a:pt x="84949" y="44630"/>
                  </a:cubicBezTo>
                  <a:cubicBezTo>
                    <a:pt x="84054" y="44630"/>
                    <a:pt x="83167" y="44540"/>
                    <a:pt x="82265" y="44406"/>
                  </a:cubicBezTo>
                  <a:cubicBezTo>
                    <a:pt x="81767" y="44256"/>
                    <a:pt x="81270" y="44082"/>
                    <a:pt x="80747" y="43983"/>
                  </a:cubicBezTo>
                  <a:lnTo>
                    <a:pt x="80747" y="43958"/>
                  </a:lnTo>
                  <a:lnTo>
                    <a:pt x="80647" y="43958"/>
                  </a:lnTo>
                  <a:cubicBezTo>
                    <a:pt x="80498" y="43933"/>
                    <a:pt x="80324" y="43908"/>
                    <a:pt x="80150" y="43833"/>
                  </a:cubicBezTo>
                  <a:lnTo>
                    <a:pt x="80125" y="43833"/>
                  </a:lnTo>
                  <a:cubicBezTo>
                    <a:pt x="82414" y="43221"/>
                    <a:pt x="84622" y="42877"/>
                    <a:pt x="86633" y="42877"/>
                  </a:cubicBezTo>
                  <a:close/>
                  <a:moveTo>
                    <a:pt x="76491" y="44057"/>
                  </a:moveTo>
                  <a:cubicBezTo>
                    <a:pt x="76491" y="44132"/>
                    <a:pt x="76491" y="44132"/>
                    <a:pt x="76441" y="44157"/>
                  </a:cubicBezTo>
                  <a:cubicBezTo>
                    <a:pt x="75619" y="44256"/>
                    <a:pt x="74698" y="44431"/>
                    <a:pt x="73802" y="44655"/>
                  </a:cubicBezTo>
                  <a:cubicBezTo>
                    <a:pt x="73777" y="44655"/>
                    <a:pt x="73703" y="44655"/>
                    <a:pt x="73678" y="44605"/>
                  </a:cubicBezTo>
                  <a:lnTo>
                    <a:pt x="73678" y="44580"/>
                  </a:lnTo>
                  <a:cubicBezTo>
                    <a:pt x="74649" y="44331"/>
                    <a:pt x="75594" y="44182"/>
                    <a:pt x="76491" y="44057"/>
                  </a:cubicBezTo>
                  <a:close/>
                  <a:moveTo>
                    <a:pt x="72853" y="44617"/>
                  </a:moveTo>
                  <a:cubicBezTo>
                    <a:pt x="72863" y="44617"/>
                    <a:pt x="72869" y="44630"/>
                    <a:pt x="72881" y="44655"/>
                  </a:cubicBezTo>
                  <a:cubicBezTo>
                    <a:pt x="72832" y="44655"/>
                    <a:pt x="72832" y="44655"/>
                    <a:pt x="72807" y="44680"/>
                  </a:cubicBezTo>
                  <a:lnTo>
                    <a:pt x="72807" y="44655"/>
                  </a:lnTo>
                  <a:cubicBezTo>
                    <a:pt x="72832" y="44630"/>
                    <a:pt x="72844" y="44617"/>
                    <a:pt x="72853" y="44617"/>
                  </a:cubicBezTo>
                  <a:close/>
                  <a:moveTo>
                    <a:pt x="76341" y="44331"/>
                  </a:moveTo>
                  <a:cubicBezTo>
                    <a:pt x="76267" y="44456"/>
                    <a:pt x="76167" y="44580"/>
                    <a:pt x="76117" y="44704"/>
                  </a:cubicBezTo>
                  <a:cubicBezTo>
                    <a:pt x="75840" y="44751"/>
                    <a:pt x="75556" y="44770"/>
                    <a:pt x="75271" y="44770"/>
                  </a:cubicBezTo>
                  <a:cubicBezTo>
                    <a:pt x="74941" y="44770"/>
                    <a:pt x="74608" y="44744"/>
                    <a:pt x="74275" y="44704"/>
                  </a:cubicBezTo>
                  <a:cubicBezTo>
                    <a:pt x="74997" y="44555"/>
                    <a:pt x="75669" y="44431"/>
                    <a:pt x="76341" y="44331"/>
                  </a:cubicBezTo>
                  <a:close/>
                  <a:moveTo>
                    <a:pt x="73230" y="44754"/>
                  </a:moveTo>
                  <a:lnTo>
                    <a:pt x="73230" y="44804"/>
                  </a:lnTo>
                  <a:cubicBezTo>
                    <a:pt x="73180" y="44779"/>
                    <a:pt x="73155" y="44779"/>
                    <a:pt x="73105" y="44779"/>
                  </a:cubicBezTo>
                  <a:cubicBezTo>
                    <a:pt x="73130" y="44779"/>
                    <a:pt x="73155" y="44754"/>
                    <a:pt x="73230" y="44754"/>
                  </a:cubicBezTo>
                  <a:close/>
                  <a:moveTo>
                    <a:pt x="86447" y="44754"/>
                  </a:moveTo>
                  <a:cubicBezTo>
                    <a:pt x="86447" y="44767"/>
                    <a:pt x="86453" y="44773"/>
                    <a:pt x="86463" y="44773"/>
                  </a:cubicBezTo>
                  <a:cubicBezTo>
                    <a:pt x="86472" y="44773"/>
                    <a:pt x="86484" y="44767"/>
                    <a:pt x="86497" y="44754"/>
                  </a:cubicBezTo>
                  <a:lnTo>
                    <a:pt x="86497" y="44754"/>
                  </a:lnTo>
                  <a:cubicBezTo>
                    <a:pt x="86497" y="44779"/>
                    <a:pt x="86472" y="44779"/>
                    <a:pt x="86472" y="44804"/>
                  </a:cubicBezTo>
                  <a:lnTo>
                    <a:pt x="86422" y="44804"/>
                  </a:lnTo>
                  <a:cubicBezTo>
                    <a:pt x="86422" y="44779"/>
                    <a:pt x="86447" y="44779"/>
                    <a:pt x="86447" y="44754"/>
                  </a:cubicBezTo>
                  <a:close/>
                  <a:moveTo>
                    <a:pt x="91351" y="43559"/>
                  </a:moveTo>
                  <a:cubicBezTo>
                    <a:pt x="91400" y="43559"/>
                    <a:pt x="91425" y="43584"/>
                    <a:pt x="91450" y="43584"/>
                  </a:cubicBezTo>
                  <a:cubicBezTo>
                    <a:pt x="89932" y="44256"/>
                    <a:pt x="88314" y="44655"/>
                    <a:pt x="86671" y="44804"/>
                  </a:cubicBezTo>
                  <a:cubicBezTo>
                    <a:pt x="86671" y="44779"/>
                    <a:pt x="86696" y="44779"/>
                    <a:pt x="86696" y="44754"/>
                  </a:cubicBezTo>
                  <a:cubicBezTo>
                    <a:pt x="88289" y="44580"/>
                    <a:pt x="89832" y="44182"/>
                    <a:pt x="91351" y="43559"/>
                  </a:cubicBezTo>
                  <a:close/>
                  <a:moveTo>
                    <a:pt x="77660" y="44655"/>
                  </a:moveTo>
                  <a:lnTo>
                    <a:pt x="77685" y="44680"/>
                  </a:lnTo>
                  <a:lnTo>
                    <a:pt x="77735" y="44704"/>
                  </a:lnTo>
                  <a:cubicBezTo>
                    <a:pt x="77586" y="44729"/>
                    <a:pt x="77387" y="44804"/>
                    <a:pt x="77237" y="44829"/>
                  </a:cubicBezTo>
                  <a:lnTo>
                    <a:pt x="77063" y="44829"/>
                  </a:lnTo>
                  <a:cubicBezTo>
                    <a:pt x="77113" y="44829"/>
                    <a:pt x="77163" y="44804"/>
                    <a:pt x="77237" y="44779"/>
                  </a:cubicBezTo>
                  <a:cubicBezTo>
                    <a:pt x="77387" y="44754"/>
                    <a:pt x="77511" y="44680"/>
                    <a:pt x="77660" y="44655"/>
                  </a:cubicBezTo>
                  <a:close/>
                  <a:moveTo>
                    <a:pt x="72184" y="44680"/>
                  </a:moveTo>
                  <a:cubicBezTo>
                    <a:pt x="72284" y="44704"/>
                    <a:pt x="72384" y="44754"/>
                    <a:pt x="72433" y="44779"/>
                  </a:cubicBezTo>
                  <a:cubicBezTo>
                    <a:pt x="72309" y="44804"/>
                    <a:pt x="72234" y="44829"/>
                    <a:pt x="72085" y="44879"/>
                  </a:cubicBezTo>
                  <a:lnTo>
                    <a:pt x="72184" y="44680"/>
                  </a:lnTo>
                  <a:close/>
                  <a:moveTo>
                    <a:pt x="110342" y="44655"/>
                  </a:moveTo>
                  <a:cubicBezTo>
                    <a:pt x="110342" y="44680"/>
                    <a:pt x="110318" y="44754"/>
                    <a:pt x="110318" y="44779"/>
                  </a:cubicBezTo>
                  <a:lnTo>
                    <a:pt x="110218" y="44879"/>
                  </a:lnTo>
                  <a:cubicBezTo>
                    <a:pt x="110218" y="44829"/>
                    <a:pt x="110243" y="44804"/>
                    <a:pt x="110243" y="44754"/>
                  </a:cubicBezTo>
                  <a:lnTo>
                    <a:pt x="110268" y="44704"/>
                  </a:lnTo>
                  <a:lnTo>
                    <a:pt x="110318" y="44680"/>
                  </a:lnTo>
                  <a:lnTo>
                    <a:pt x="110342" y="44655"/>
                  </a:lnTo>
                  <a:close/>
                  <a:moveTo>
                    <a:pt x="83033" y="44711"/>
                  </a:moveTo>
                  <a:cubicBezTo>
                    <a:pt x="83683" y="44799"/>
                    <a:pt x="84359" y="44848"/>
                    <a:pt x="85033" y="44848"/>
                  </a:cubicBezTo>
                  <a:cubicBezTo>
                    <a:pt x="85273" y="44848"/>
                    <a:pt x="85512" y="44842"/>
                    <a:pt x="85750" y="44829"/>
                  </a:cubicBezTo>
                  <a:cubicBezTo>
                    <a:pt x="85924" y="44829"/>
                    <a:pt x="86049" y="44804"/>
                    <a:pt x="86198" y="44804"/>
                  </a:cubicBezTo>
                  <a:cubicBezTo>
                    <a:pt x="86198" y="44829"/>
                    <a:pt x="86173" y="44829"/>
                    <a:pt x="86173" y="44879"/>
                  </a:cubicBezTo>
                  <a:lnTo>
                    <a:pt x="85750" y="44879"/>
                  </a:lnTo>
                  <a:cubicBezTo>
                    <a:pt x="85501" y="44879"/>
                    <a:pt x="85252" y="44904"/>
                    <a:pt x="85003" y="44904"/>
                  </a:cubicBezTo>
                  <a:cubicBezTo>
                    <a:pt x="84381" y="44904"/>
                    <a:pt x="83809" y="44829"/>
                    <a:pt x="83186" y="44779"/>
                  </a:cubicBezTo>
                  <a:cubicBezTo>
                    <a:pt x="83128" y="44760"/>
                    <a:pt x="83085" y="44725"/>
                    <a:pt x="83033" y="44711"/>
                  </a:cubicBezTo>
                  <a:close/>
                  <a:moveTo>
                    <a:pt x="62103" y="39079"/>
                  </a:moveTo>
                  <a:cubicBezTo>
                    <a:pt x="62527" y="39677"/>
                    <a:pt x="62825" y="40299"/>
                    <a:pt x="63149" y="40871"/>
                  </a:cubicBezTo>
                  <a:cubicBezTo>
                    <a:pt x="63024" y="40921"/>
                    <a:pt x="62925" y="40971"/>
                    <a:pt x="62800" y="41046"/>
                  </a:cubicBezTo>
                  <a:cubicBezTo>
                    <a:pt x="62676" y="41095"/>
                    <a:pt x="62552" y="41145"/>
                    <a:pt x="62452" y="41195"/>
                  </a:cubicBezTo>
                  <a:cubicBezTo>
                    <a:pt x="62352" y="41220"/>
                    <a:pt x="62253" y="41294"/>
                    <a:pt x="62178" y="41319"/>
                  </a:cubicBezTo>
                  <a:cubicBezTo>
                    <a:pt x="62079" y="41344"/>
                    <a:pt x="62029" y="41369"/>
                    <a:pt x="61929" y="41444"/>
                  </a:cubicBezTo>
                  <a:lnTo>
                    <a:pt x="61855" y="41444"/>
                  </a:lnTo>
                  <a:cubicBezTo>
                    <a:pt x="61730" y="41494"/>
                    <a:pt x="61606" y="41543"/>
                    <a:pt x="61481" y="41593"/>
                  </a:cubicBezTo>
                  <a:cubicBezTo>
                    <a:pt x="61332" y="41668"/>
                    <a:pt x="61133" y="41767"/>
                    <a:pt x="60983" y="41842"/>
                  </a:cubicBezTo>
                  <a:lnTo>
                    <a:pt x="60959" y="41842"/>
                  </a:lnTo>
                  <a:cubicBezTo>
                    <a:pt x="60959" y="41842"/>
                    <a:pt x="60934" y="41842"/>
                    <a:pt x="60934" y="41892"/>
                  </a:cubicBezTo>
                  <a:cubicBezTo>
                    <a:pt x="60809" y="41942"/>
                    <a:pt x="60685" y="42016"/>
                    <a:pt x="60510" y="42066"/>
                  </a:cubicBezTo>
                  <a:cubicBezTo>
                    <a:pt x="60486" y="42066"/>
                    <a:pt x="60461" y="42091"/>
                    <a:pt x="60436" y="42116"/>
                  </a:cubicBezTo>
                  <a:cubicBezTo>
                    <a:pt x="60386" y="42166"/>
                    <a:pt x="60361" y="42166"/>
                    <a:pt x="60336" y="42190"/>
                  </a:cubicBezTo>
                  <a:cubicBezTo>
                    <a:pt x="60336" y="42190"/>
                    <a:pt x="60311" y="42190"/>
                    <a:pt x="60311" y="42215"/>
                  </a:cubicBezTo>
                  <a:cubicBezTo>
                    <a:pt x="60212" y="42240"/>
                    <a:pt x="60137" y="42315"/>
                    <a:pt x="60062" y="42340"/>
                  </a:cubicBezTo>
                  <a:lnTo>
                    <a:pt x="60013" y="42340"/>
                  </a:lnTo>
                  <a:cubicBezTo>
                    <a:pt x="60013" y="42340"/>
                    <a:pt x="59988" y="42340"/>
                    <a:pt x="59988" y="42365"/>
                  </a:cubicBezTo>
                  <a:cubicBezTo>
                    <a:pt x="59838" y="42439"/>
                    <a:pt x="59714" y="42539"/>
                    <a:pt x="59565" y="42589"/>
                  </a:cubicBezTo>
                  <a:cubicBezTo>
                    <a:pt x="59465" y="42614"/>
                    <a:pt x="59390" y="42688"/>
                    <a:pt x="59316" y="42713"/>
                  </a:cubicBezTo>
                  <a:cubicBezTo>
                    <a:pt x="59216" y="42788"/>
                    <a:pt x="59117" y="42813"/>
                    <a:pt x="59017" y="42863"/>
                  </a:cubicBezTo>
                  <a:cubicBezTo>
                    <a:pt x="58868" y="42962"/>
                    <a:pt x="58718" y="43037"/>
                    <a:pt x="58569" y="43111"/>
                  </a:cubicBezTo>
                  <a:lnTo>
                    <a:pt x="58096" y="43410"/>
                  </a:lnTo>
                  <a:lnTo>
                    <a:pt x="58071" y="43410"/>
                  </a:lnTo>
                  <a:cubicBezTo>
                    <a:pt x="57897" y="43510"/>
                    <a:pt x="57748" y="43584"/>
                    <a:pt x="57573" y="43709"/>
                  </a:cubicBezTo>
                  <a:cubicBezTo>
                    <a:pt x="57399" y="43808"/>
                    <a:pt x="57250" y="43908"/>
                    <a:pt x="57125" y="43983"/>
                  </a:cubicBezTo>
                  <a:cubicBezTo>
                    <a:pt x="56976" y="44082"/>
                    <a:pt x="56827" y="44182"/>
                    <a:pt x="56652" y="44306"/>
                  </a:cubicBezTo>
                  <a:cubicBezTo>
                    <a:pt x="56627" y="44306"/>
                    <a:pt x="56627" y="44331"/>
                    <a:pt x="56603" y="44331"/>
                  </a:cubicBezTo>
                  <a:cubicBezTo>
                    <a:pt x="56528" y="44356"/>
                    <a:pt x="56503" y="44406"/>
                    <a:pt x="56453" y="44431"/>
                  </a:cubicBezTo>
                  <a:cubicBezTo>
                    <a:pt x="56379" y="44480"/>
                    <a:pt x="56329" y="44530"/>
                    <a:pt x="56229" y="44580"/>
                  </a:cubicBezTo>
                  <a:cubicBezTo>
                    <a:pt x="56204" y="44580"/>
                    <a:pt x="56204" y="44605"/>
                    <a:pt x="56155" y="44605"/>
                  </a:cubicBezTo>
                  <a:cubicBezTo>
                    <a:pt x="56155" y="44605"/>
                    <a:pt x="56130" y="44605"/>
                    <a:pt x="56130" y="44655"/>
                  </a:cubicBezTo>
                  <a:cubicBezTo>
                    <a:pt x="55980" y="44754"/>
                    <a:pt x="55831" y="44854"/>
                    <a:pt x="55657" y="44953"/>
                  </a:cubicBezTo>
                  <a:cubicBezTo>
                    <a:pt x="55507" y="44804"/>
                    <a:pt x="55358" y="44605"/>
                    <a:pt x="55209" y="44456"/>
                  </a:cubicBezTo>
                  <a:cubicBezTo>
                    <a:pt x="57399" y="42589"/>
                    <a:pt x="59714" y="40797"/>
                    <a:pt x="62103" y="39079"/>
                  </a:cubicBezTo>
                  <a:close/>
                  <a:moveTo>
                    <a:pt x="73802" y="44829"/>
                  </a:moveTo>
                  <a:cubicBezTo>
                    <a:pt x="74400" y="44929"/>
                    <a:pt x="75022" y="44953"/>
                    <a:pt x="75619" y="44953"/>
                  </a:cubicBezTo>
                  <a:cubicBezTo>
                    <a:pt x="75545" y="45003"/>
                    <a:pt x="75520" y="45003"/>
                    <a:pt x="75470" y="45028"/>
                  </a:cubicBezTo>
                  <a:lnTo>
                    <a:pt x="75346" y="45028"/>
                  </a:lnTo>
                  <a:cubicBezTo>
                    <a:pt x="74773" y="45028"/>
                    <a:pt x="74250" y="44953"/>
                    <a:pt x="73678" y="44879"/>
                  </a:cubicBezTo>
                  <a:cubicBezTo>
                    <a:pt x="73728" y="44879"/>
                    <a:pt x="73777" y="44829"/>
                    <a:pt x="73802" y="44829"/>
                  </a:cubicBezTo>
                  <a:close/>
                  <a:moveTo>
                    <a:pt x="78158" y="44829"/>
                  </a:moveTo>
                  <a:lnTo>
                    <a:pt x="78233" y="44904"/>
                  </a:lnTo>
                  <a:lnTo>
                    <a:pt x="78233" y="44953"/>
                  </a:lnTo>
                  <a:lnTo>
                    <a:pt x="78233" y="45028"/>
                  </a:lnTo>
                  <a:lnTo>
                    <a:pt x="78183" y="44978"/>
                  </a:lnTo>
                  <a:lnTo>
                    <a:pt x="78158" y="44953"/>
                  </a:lnTo>
                  <a:lnTo>
                    <a:pt x="78158" y="44929"/>
                  </a:lnTo>
                  <a:lnTo>
                    <a:pt x="78158" y="44829"/>
                  </a:lnTo>
                  <a:close/>
                  <a:moveTo>
                    <a:pt x="55184" y="44555"/>
                  </a:moveTo>
                  <a:cubicBezTo>
                    <a:pt x="55333" y="44704"/>
                    <a:pt x="55482" y="44904"/>
                    <a:pt x="55632" y="45053"/>
                  </a:cubicBezTo>
                  <a:lnTo>
                    <a:pt x="55607" y="45053"/>
                  </a:lnTo>
                  <a:lnTo>
                    <a:pt x="55582" y="45078"/>
                  </a:lnTo>
                  <a:lnTo>
                    <a:pt x="55308" y="44804"/>
                  </a:lnTo>
                  <a:lnTo>
                    <a:pt x="55109" y="44605"/>
                  </a:lnTo>
                  <a:lnTo>
                    <a:pt x="55184" y="44555"/>
                  </a:lnTo>
                  <a:close/>
                  <a:moveTo>
                    <a:pt x="63224" y="41046"/>
                  </a:moveTo>
                  <a:lnTo>
                    <a:pt x="63224" y="41070"/>
                  </a:lnTo>
                  <a:cubicBezTo>
                    <a:pt x="63099" y="41145"/>
                    <a:pt x="62975" y="41195"/>
                    <a:pt x="62875" y="41270"/>
                  </a:cubicBezTo>
                  <a:cubicBezTo>
                    <a:pt x="62751" y="41319"/>
                    <a:pt x="62626" y="41344"/>
                    <a:pt x="62502" y="41419"/>
                  </a:cubicBezTo>
                  <a:cubicBezTo>
                    <a:pt x="62427" y="41444"/>
                    <a:pt x="62328" y="41518"/>
                    <a:pt x="62228" y="41543"/>
                  </a:cubicBezTo>
                  <a:cubicBezTo>
                    <a:pt x="62178" y="41568"/>
                    <a:pt x="62079" y="41593"/>
                    <a:pt x="62029" y="41643"/>
                  </a:cubicBezTo>
                  <a:cubicBezTo>
                    <a:pt x="61855" y="41693"/>
                    <a:pt x="61730" y="41767"/>
                    <a:pt x="61581" y="41817"/>
                  </a:cubicBezTo>
                  <a:cubicBezTo>
                    <a:pt x="61431" y="41892"/>
                    <a:pt x="61282" y="41966"/>
                    <a:pt x="61108" y="42041"/>
                  </a:cubicBezTo>
                  <a:cubicBezTo>
                    <a:pt x="60959" y="42141"/>
                    <a:pt x="60809" y="42190"/>
                    <a:pt x="60610" y="42290"/>
                  </a:cubicBezTo>
                  <a:cubicBezTo>
                    <a:pt x="60486" y="42340"/>
                    <a:pt x="60361" y="42415"/>
                    <a:pt x="60262" y="42464"/>
                  </a:cubicBezTo>
                  <a:cubicBezTo>
                    <a:pt x="60237" y="42464"/>
                    <a:pt x="60237" y="42514"/>
                    <a:pt x="60212" y="42514"/>
                  </a:cubicBezTo>
                  <a:cubicBezTo>
                    <a:pt x="60013" y="42589"/>
                    <a:pt x="59838" y="42688"/>
                    <a:pt x="59689" y="42788"/>
                  </a:cubicBezTo>
                  <a:cubicBezTo>
                    <a:pt x="59614" y="42813"/>
                    <a:pt x="59540" y="42887"/>
                    <a:pt x="59465" y="42912"/>
                  </a:cubicBezTo>
                  <a:cubicBezTo>
                    <a:pt x="59440" y="42912"/>
                    <a:pt x="59440" y="42937"/>
                    <a:pt x="59415" y="42937"/>
                  </a:cubicBezTo>
                  <a:cubicBezTo>
                    <a:pt x="59365" y="42937"/>
                    <a:pt x="59365" y="42962"/>
                    <a:pt x="59341" y="42962"/>
                  </a:cubicBezTo>
                  <a:cubicBezTo>
                    <a:pt x="59316" y="42962"/>
                    <a:pt x="59316" y="43012"/>
                    <a:pt x="59291" y="43012"/>
                  </a:cubicBezTo>
                  <a:cubicBezTo>
                    <a:pt x="59092" y="43136"/>
                    <a:pt x="58917" y="43211"/>
                    <a:pt x="58693" y="43335"/>
                  </a:cubicBezTo>
                  <a:cubicBezTo>
                    <a:pt x="58669" y="43335"/>
                    <a:pt x="58669" y="43360"/>
                    <a:pt x="58619" y="43360"/>
                  </a:cubicBezTo>
                  <a:cubicBezTo>
                    <a:pt x="58594" y="43360"/>
                    <a:pt x="58594" y="43410"/>
                    <a:pt x="58569" y="43410"/>
                  </a:cubicBezTo>
                  <a:lnTo>
                    <a:pt x="58544" y="43435"/>
                  </a:lnTo>
                  <a:cubicBezTo>
                    <a:pt x="58494" y="43435"/>
                    <a:pt x="58494" y="43460"/>
                    <a:pt x="58469" y="43460"/>
                  </a:cubicBezTo>
                  <a:cubicBezTo>
                    <a:pt x="58469" y="43460"/>
                    <a:pt x="58445" y="43460"/>
                    <a:pt x="58445" y="43485"/>
                  </a:cubicBezTo>
                  <a:cubicBezTo>
                    <a:pt x="58420" y="43535"/>
                    <a:pt x="58370" y="43535"/>
                    <a:pt x="58345" y="43559"/>
                  </a:cubicBezTo>
                  <a:cubicBezTo>
                    <a:pt x="58121" y="43684"/>
                    <a:pt x="57947" y="43808"/>
                    <a:pt x="57723" y="43933"/>
                  </a:cubicBezTo>
                  <a:cubicBezTo>
                    <a:pt x="57698" y="43958"/>
                    <a:pt x="57673" y="43958"/>
                    <a:pt x="57623" y="43983"/>
                  </a:cubicBezTo>
                  <a:cubicBezTo>
                    <a:pt x="57598" y="44032"/>
                    <a:pt x="57573" y="44032"/>
                    <a:pt x="57548" y="44057"/>
                  </a:cubicBezTo>
                  <a:cubicBezTo>
                    <a:pt x="57499" y="44057"/>
                    <a:pt x="57499" y="44082"/>
                    <a:pt x="57474" y="44082"/>
                  </a:cubicBezTo>
                  <a:cubicBezTo>
                    <a:pt x="57449" y="44107"/>
                    <a:pt x="57424" y="44107"/>
                    <a:pt x="57374" y="44157"/>
                  </a:cubicBezTo>
                  <a:cubicBezTo>
                    <a:pt x="57175" y="44281"/>
                    <a:pt x="56951" y="44431"/>
                    <a:pt x="56752" y="44555"/>
                  </a:cubicBezTo>
                  <a:cubicBezTo>
                    <a:pt x="56702" y="44580"/>
                    <a:pt x="56627" y="44655"/>
                    <a:pt x="56553" y="44704"/>
                  </a:cubicBezTo>
                  <a:cubicBezTo>
                    <a:pt x="56503" y="44729"/>
                    <a:pt x="56478" y="44779"/>
                    <a:pt x="56453" y="44779"/>
                  </a:cubicBezTo>
                  <a:cubicBezTo>
                    <a:pt x="56304" y="44904"/>
                    <a:pt x="56105" y="44978"/>
                    <a:pt x="55955" y="45103"/>
                  </a:cubicBezTo>
                  <a:lnTo>
                    <a:pt x="55931" y="45078"/>
                  </a:lnTo>
                  <a:lnTo>
                    <a:pt x="55881" y="45053"/>
                  </a:lnTo>
                  <a:cubicBezTo>
                    <a:pt x="56080" y="44929"/>
                    <a:pt x="56229" y="44804"/>
                    <a:pt x="56428" y="44680"/>
                  </a:cubicBezTo>
                  <a:lnTo>
                    <a:pt x="56702" y="44480"/>
                  </a:lnTo>
                  <a:cubicBezTo>
                    <a:pt x="56752" y="44456"/>
                    <a:pt x="56827" y="44406"/>
                    <a:pt x="56876" y="44356"/>
                  </a:cubicBezTo>
                  <a:cubicBezTo>
                    <a:pt x="57051" y="44281"/>
                    <a:pt x="57175" y="44182"/>
                    <a:pt x="57324" y="44082"/>
                  </a:cubicBezTo>
                  <a:cubicBezTo>
                    <a:pt x="57449" y="44032"/>
                    <a:pt x="57548" y="43933"/>
                    <a:pt x="57673" y="43858"/>
                  </a:cubicBezTo>
                  <a:cubicBezTo>
                    <a:pt x="57847" y="43734"/>
                    <a:pt x="58046" y="43609"/>
                    <a:pt x="58220" y="43535"/>
                  </a:cubicBezTo>
                  <a:cubicBezTo>
                    <a:pt x="58345" y="43435"/>
                    <a:pt x="58469" y="43360"/>
                    <a:pt x="58619" y="43286"/>
                  </a:cubicBezTo>
                  <a:cubicBezTo>
                    <a:pt x="58818" y="43186"/>
                    <a:pt x="58967" y="43087"/>
                    <a:pt x="59166" y="42987"/>
                  </a:cubicBezTo>
                  <a:cubicBezTo>
                    <a:pt x="59316" y="42912"/>
                    <a:pt x="59465" y="42813"/>
                    <a:pt x="59589" y="42738"/>
                  </a:cubicBezTo>
                  <a:cubicBezTo>
                    <a:pt x="59739" y="42663"/>
                    <a:pt x="59913" y="42589"/>
                    <a:pt x="60062" y="42489"/>
                  </a:cubicBezTo>
                  <a:cubicBezTo>
                    <a:pt x="60087" y="42464"/>
                    <a:pt x="60162" y="42464"/>
                    <a:pt x="60187" y="42439"/>
                  </a:cubicBezTo>
                  <a:lnTo>
                    <a:pt x="60560" y="42240"/>
                  </a:lnTo>
                  <a:lnTo>
                    <a:pt x="60934" y="42066"/>
                  </a:lnTo>
                  <a:cubicBezTo>
                    <a:pt x="60983" y="42041"/>
                    <a:pt x="61008" y="42041"/>
                    <a:pt x="61083" y="41991"/>
                  </a:cubicBezTo>
                  <a:cubicBezTo>
                    <a:pt x="61232" y="41942"/>
                    <a:pt x="61357" y="41842"/>
                    <a:pt x="61506" y="41792"/>
                  </a:cubicBezTo>
                  <a:cubicBezTo>
                    <a:pt x="61631" y="41718"/>
                    <a:pt x="61730" y="41693"/>
                    <a:pt x="61855" y="41618"/>
                  </a:cubicBezTo>
                  <a:cubicBezTo>
                    <a:pt x="62079" y="41543"/>
                    <a:pt x="62253" y="41444"/>
                    <a:pt x="62477" y="41344"/>
                  </a:cubicBezTo>
                  <a:cubicBezTo>
                    <a:pt x="62576" y="41319"/>
                    <a:pt x="62676" y="41294"/>
                    <a:pt x="62751" y="41220"/>
                  </a:cubicBezTo>
                  <a:lnTo>
                    <a:pt x="63224" y="41046"/>
                  </a:lnTo>
                  <a:close/>
                  <a:moveTo>
                    <a:pt x="73130" y="45028"/>
                  </a:moveTo>
                  <a:cubicBezTo>
                    <a:pt x="73130" y="45053"/>
                    <a:pt x="73080" y="45078"/>
                    <a:pt x="73080" y="45128"/>
                  </a:cubicBezTo>
                  <a:lnTo>
                    <a:pt x="73080" y="45053"/>
                  </a:lnTo>
                  <a:lnTo>
                    <a:pt x="73130" y="45028"/>
                  </a:lnTo>
                  <a:close/>
                  <a:moveTo>
                    <a:pt x="22228" y="36466"/>
                  </a:moveTo>
                  <a:cubicBezTo>
                    <a:pt x="23970" y="37113"/>
                    <a:pt x="26111" y="38208"/>
                    <a:pt x="28426" y="39602"/>
                  </a:cubicBezTo>
                  <a:cubicBezTo>
                    <a:pt x="28003" y="40050"/>
                    <a:pt x="27629" y="40473"/>
                    <a:pt x="27231" y="40946"/>
                  </a:cubicBezTo>
                  <a:cubicBezTo>
                    <a:pt x="27131" y="41070"/>
                    <a:pt x="27057" y="41170"/>
                    <a:pt x="26907" y="41294"/>
                  </a:cubicBezTo>
                  <a:cubicBezTo>
                    <a:pt x="26260" y="42041"/>
                    <a:pt x="25613" y="42813"/>
                    <a:pt x="24966" y="43584"/>
                  </a:cubicBezTo>
                  <a:cubicBezTo>
                    <a:pt x="24891" y="43659"/>
                    <a:pt x="24866" y="43709"/>
                    <a:pt x="24792" y="43784"/>
                  </a:cubicBezTo>
                  <a:lnTo>
                    <a:pt x="23672" y="45177"/>
                  </a:lnTo>
                  <a:cubicBezTo>
                    <a:pt x="21879" y="43286"/>
                    <a:pt x="20436" y="41568"/>
                    <a:pt x="19490" y="40100"/>
                  </a:cubicBezTo>
                  <a:cubicBezTo>
                    <a:pt x="19789" y="39677"/>
                    <a:pt x="20062" y="39278"/>
                    <a:pt x="20386" y="38830"/>
                  </a:cubicBezTo>
                  <a:lnTo>
                    <a:pt x="20411" y="38805"/>
                  </a:lnTo>
                  <a:cubicBezTo>
                    <a:pt x="20784" y="38283"/>
                    <a:pt x="21183" y="37760"/>
                    <a:pt x="21606" y="37237"/>
                  </a:cubicBezTo>
                  <a:cubicBezTo>
                    <a:pt x="21631" y="37212"/>
                    <a:pt x="21655" y="37187"/>
                    <a:pt x="21655" y="37138"/>
                  </a:cubicBezTo>
                  <a:cubicBezTo>
                    <a:pt x="21855" y="36889"/>
                    <a:pt x="22029" y="36690"/>
                    <a:pt x="22228" y="36466"/>
                  </a:cubicBezTo>
                  <a:close/>
                  <a:moveTo>
                    <a:pt x="72657" y="44904"/>
                  </a:moveTo>
                  <a:lnTo>
                    <a:pt x="72657" y="44953"/>
                  </a:lnTo>
                  <a:cubicBezTo>
                    <a:pt x="72408" y="45028"/>
                    <a:pt x="72184" y="45128"/>
                    <a:pt x="71935" y="45177"/>
                  </a:cubicBezTo>
                  <a:cubicBezTo>
                    <a:pt x="71985" y="45153"/>
                    <a:pt x="71985" y="45128"/>
                    <a:pt x="72010" y="45128"/>
                  </a:cubicBezTo>
                  <a:cubicBezTo>
                    <a:pt x="72234" y="45053"/>
                    <a:pt x="72433" y="45003"/>
                    <a:pt x="72657" y="44904"/>
                  </a:cubicBezTo>
                  <a:close/>
                  <a:moveTo>
                    <a:pt x="55756" y="45202"/>
                  </a:moveTo>
                  <a:lnTo>
                    <a:pt x="55781" y="45227"/>
                  </a:lnTo>
                  <a:cubicBezTo>
                    <a:pt x="55781" y="45227"/>
                    <a:pt x="55756" y="45227"/>
                    <a:pt x="55756" y="45277"/>
                  </a:cubicBezTo>
                  <a:lnTo>
                    <a:pt x="55731" y="45302"/>
                  </a:lnTo>
                  <a:cubicBezTo>
                    <a:pt x="55731" y="45277"/>
                    <a:pt x="55731" y="45277"/>
                    <a:pt x="55706" y="45227"/>
                  </a:cubicBezTo>
                  <a:cubicBezTo>
                    <a:pt x="55731" y="45202"/>
                    <a:pt x="55731" y="45202"/>
                    <a:pt x="55756" y="45202"/>
                  </a:cubicBezTo>
                  <a:close/>
                  <a:moveTo>
                    <a:pt x="28575" y="39701"/>
                  </a:moveTo>
                  <a:cubicBezTo>
                    <a:pt x="28600" y="39701"/>
                    <a:pt x="28600" y="39726"/>
                    <a:pt x="28625" y="39726"/>
                  </a:cubicBezTo>
                  <a:cubicBezTo>
                    <a:pt x="26957" y="41568"/>
                    <a:pt x="25364" y="43435"/>
                    <a:pt x="23846" y="45327"/>
                  </a:cubicBezTo>
                  <a:lnTo>
                    <a:pt x="23821" y="45302"/>
                  </a:lnTo>
                  <a:cubicBezTo>
                    <a:pt x="24145" y="44879"/>
                    <a:pt x="24493" y="44456"/>
                    <a:pt x="24841" y="44032"/>
                  </a:cubicBezTo>
                  <a:cubicBezTo>
                    <a:pt x="24991" y="43833"/>
                    <a:pt x="25115" y="43684"/>
                    <a:pt x="25265" y="43510"/>
                  </a:cubicBezTo>
                  <a:cubicBezTo>
                    <a:pt x="25837" y="42813"/>
                    <a:pt x="26385" y="42166"/>
                    <a:pt x="26982" y="41518"/>
                  </a:cubicBezTo>
                  <a:cubicBezTo>
                    <a:pt x="27206" y="41270"/>
                    <a:pt x="27455" y="40971"/>
                    <a:pt x="27679" y="40722"/>
                  </a:cubicBezTo>
                  <a:cubicBezTo>
                    <a:pt x="27978" y="40398"/>
                    <a:pt x="28252" y="40050"/>
                    <a:pt x="28575" y="39701"/>
                  </a:cubicBezTo>
                  <a:close/>
                  <a:moveTo>
                    <a:pt x="19341" y="40274"/>
                  </a:moveTo>
                  <a:cubicBezTo>
                    <a:pt x="20286" y="41693"/>
                    <a:pt x="21730" y="43410"/>
                    <a:pt x="23522" y="45302"/>
                  </a:cubicBezTo>
                  <a:cubicBezTo>
                    <a:pt x="23572" y="45327"/>
                    <a:pt x="23522" y="45327"/>
                    <a:pt x="23522" y="45377"/>
                  </a:cubicBezTo>
                  <a:cubicBezTo>
                    <a:pt x="21705" y="43460"/>
                    <a:pt x="20286" y="41767"/>
                    <a:pt x="19291" y="40324"/>
                  </a:cubicBezTo>
                  <a:cubicBezTo>
                    <a:pt x="19291" y="40299"/>
                    <a:pt x="19341" y="40299"/>
                    <a:pt x="19341" y="40274"/>
                  </a:cubicBezTo>
                  <a:close/>
                  <a:moveTo>
                    <a:pt x="117436" y="31687"/>
                  </a:moveTo>
                  <a:lnTo>
                    <a:pt x="117436" y="31687"/>
                  </a:lnTo>
                  <a:cubicBezTo>
                    <a:pt x="118034" y="35868"/>
                    <a:pt x="117660" y="40548"/>
                    <a:pt x="116466" y="45451"/>
                  </a:cubicBezTo>
                  <a:cubicBezTo>
                    <a:pt x="116590" y="42838"/>
                    <a:pt x="116366" y="40349"/>
                    <a:pt x="115794" y="38059"/>
                  </a:cubicBezTo>
                  <a:cubicBezTo>
                    <a:pt x="115819" y="37984"/>
                    <a:pt x="115819" y="37959"/>
                    <a:pt x="115843" y="37909"/>
                  </a:cubicBezTo>
                  <a:cubicBezTo>
                    <a:pt x="115843" y="37859"/>
                    <a:pt x="115868" y="37835"/>
                    <a:pt x="115868" y="37810"/>
                  </a:cubicBezTo>
                  <a:cubicBezTo>
                    <a:pt x="115968" y="37586"/>
                    <a:pt x="116092" y="37337"/>
                    <a:pt x="116192" y="37113"/>
                  </a:cubicBezTo>
                  <a:cubicBezTo>
                    <a:pt x="116217" y="37063"/>
                    <a:pt x="116242" y="36963"/>
                    <a:pt x="116291" y="36914"/>
                  </a:cubicBezTo>
                  <a:cubicBezTo>
                    <a:pt x="116366" y="36690"/>
                    <a:pt x="116441" y="36466"/>
                    <a:pt x="116540" y="36242"/>
                  </a:cubicBezTo>
                  <a:lnTo>
                    <a:pt x="116615" y="35968"/>
                  </a:lnTo>
                  <a:cubicBezTo>
                    <a:pt x="116690" y="35744"/>
                    <a:pt x="116739" y="35569"/>
                    <a:pt x="116814" y="35345"/>
                  </a:cubicBezTo>
                  <a:cubicBezTo>
                    <a:pt x="116839" y="35246"/>
                    <a:pt x="116864" y="35121"/>
                    <a:pt x="116914" y="35047"/>
                  </a:cubicBezTo>
                  <a:cubicBezTo>
                    <a:pt x="116964" y="34848"/>
                    <a:pt x="116988" y="34624"/>
                    <a:pt x="117063" y="34449"/>
                  </a:cubicBezTo>
                  <a:cubicBezTo>
                    <a:pt x="117088" y="34325"/>
                    <a:pt x="117113" y="34200"/>
                    <a:pt x="117113" y="34076"/>
                  </a:cubicBezTo>
                  <a:lnTo>
                    <a:pt x="117212" y="33504"/>
                  </a:lnTo>
                  <a:cubicBezTo>
                    <a:pt x="117212" y="33454"/>
                    <a:pt x="117237" y="33379"/>
                    <a:pt x="117237" y="33329"/>
                  </a:cubicBezTo>
                  <a:cubicBezTo>
                    <a:pt x="117287" y="33255"/>
                    <a:pt x="117287" y="33230"/>
                    <a:pt x="117287" y="33205"/>
                  </a:cubicBezTo>
                  <a:cubicBezTo>
                    <a:pt x="117287" y="33130"/>
                    <a:pt x="117312" y="33080"/>
                    <a:pt x="117312" y="33006"/>
                  </a:cubicBezTo>
                  <a:cubicBezTo>
                    <a:pt x="117337" y="32856"/>
                    <a:pt x="117362" y="32682"/>
                    <a:pt x="117362" y="32508"/>
                  </a:cubicBezTo>
                  <a:lnTo>
                    <a:pt x="117362" y="32359"/>
                  </a:lnTo>
                  <a:lnTo>
                    <a:pt x="117362" y="32309"/>
                  </a:lnTo>
                  <a:cubicBezTo>
                    <a:pt x="117362" y="32184"/>
                    <a:pt x="117412" y="32010"/>
                    <a:pt x="117412" y="31886"/>
                  </a:cubicBezTo>
                  <a:cubicBezTo>
                    <a:pt x="117412" y="31836"/>
                    <a:pt x="117412" y="31761"/>
                    <a:pt x="117436" y="31687"/>
                  </a:cubicBezTo>
                  <a:close/>
                  <a:moveTo>
                    <a:pt x="72906" y="45078"/>
                  </a:moveTo>
                  <a:cubicBezTo>
                    <a:pt x="72931" y="45227"/>
                    <a:pt x="72931" y="45377"/>
                    <a:pt x="72981" y="45526"/>
                  </a:cubicBezTo>
                  <a:cubicBezTo>
                    <a:pt x="72981" y="45551"/>
                    <a:pt x="72931" y="45625"/>
                    <a:pt x="72931" y="45650"/>
                  </a:cubicBezTo>
                  <a:cubicBezTo>
                    <a:pt x="72906" y="45451"/>
                    <a:pt x="72881" y="45302"/>
                    <a:pt x="72881" y="45128"/>
                  </a:cubicBezTo>
                  <a:cubicBezTo>
                    <a:pt x="72881" y="45078"/>
                    <a:pt x="72906" y="45078"/>
                    <a:pt x="72906" y="45078"/>
                  </a:cubicBezTo>
                  <a:close/>
                  <a:moveTo>
                    <a:pt x="73379" y="45003"/>
                  </a:moveTo>
                  <a:lnTo>
                    <a:pt x="73180" y="45650"/>
                  </a:lnTo>
                  <a:cubicBezTo>
                    <a:pt x="73180" y="45625"/>
                    <a:pt x="73155" y="45551"/>
                    <a:pt x="73155" y="45526"/>
                  </a:cubicBezTo>
                  <a:cubicBezTo>
                    <a:pt x="73205" y="45327"/>
                    <a:pt x="73280" y="45177"/>
                    <a:pt x="73304" y="45003"/>
                  </a:cubicBezTo>
                  <a:close/>
                  <a:moveTo>
                    <a:pt x="99938" y="37660"/>
                  </a:moveTo>
                  <a:cubicBezTo>
                    <a:pt x="100411" y="37835"/>
                    <a:pt x="100884" y="38059"/>
                    <a:pt x="101357" y="38283"/>
                  </a:cubicBezTo>
                  <a:cubicBezTo>
                    <a:pt x="100610" y="40249"/>
                    <a:pt x="99739" y="42315"/>
                    <a:pt x="98768" y="44331"/>
                  </a:cubicBezTo>
                  <a:cubicBezTo>
                    <a:pt x="98693" y="44381"/>
                    <a:pt x="98619" y="44431"/>
                    <a:pt x="98544" y="44456"/>
                  </a:cubicBezTo>
                  <a:cubicBezTo>
                    <a:pt x="98445" y="44505"/>
                    <a:pt x="98395" y="44530"/>
                    <a:pt x="98295" y="44580"/>
                  </a:cubicBezTo>
                  <a:cubicBezTo>
                    <a:pt x="98046" y="44704"/>
                    <a:pt x="97797" y="44829"/>
                    <a:pt x="97524" y="44929"/>
                  </a:cubicBezTo>
                  <a:cubicBezTo>
                    <a:pt x="97449" y="44953"/>
                    <a:pt x="97399" y="45003"/>
                    <a:pt x="97300" y="45028"/>
                  </a:cubicBezTo>
                  <a:cubicBezTo>
                    <a:pt x="97026" y="45153"/>
                    <a:pt x="96752" y="45252"/>
                    <a:pt x="96503" y="45327"/>
                  </a:cubicBezTo>
                  <a:cubicBezTo>
                    <a:pt x="96428" y="45377"/>
                    <a:pt x="96379" y="45377"/>
                    <a:pt x="96329" y="45401"/>
                  </a:cubicBezTo>
                  <a:cubicBezTo>
                    <a:pt x="96080" y="45501"/>
                    <a:pt x="95831" y="45551"/>
                    <a:pt x="95632" y="45650"/>
                  </a:cubicBezTo>
                  <a:cubicBezTo>
                    <a:pt x="94711" y="44754"/>
                    <a:pt x="93591" y="44008"/>
                    <a:pt x="92321" y="43460"/>
                  </a:cubicBezTo>
                  <a:cubicBezTo>
                    <a:pt x="95134" y="42190"/>
                    <a:pt x="97772" y="40199"/>
                    <a:pt x="99938" y="37660"/>
                  </a:cubicBezTo>
                  <a:close/>
                  <a:moveTo>
                    <a:pt x="14638" y="40456"/>
                  </a:moveTo>
                  <a:cubicBezTo>
                    <a:pt x="14595" y="40521"/>
                    <a:pt x="14553" y="40584"/>
                    <a:pt x="14512" y="40647"/>
                  </a:cubicBezTo>
                  <a:cubicBezTo>
                    <a:pt x="14039" y="41319"/>
                    <a:pt x="13541" y="42066"/>
                    <a:pt x="13043" y="42838"/>
                  </a:cubicBezTo>
                  <a:cubicBezTo>
                    <a:pt x="12944" y="42962"/>
                    <a:pt x="12869" y="43136"/>
                    <a:pt x="12769" y="43261"/>
                  </a:cubicBezTo>
                  <a:cubicBezTo>
                    <a:pt x="12228" y="44059"/>
                    <a:pt x="11702" y="44882"/>
                    <a:pt x="11207" y="45673"/>
                  </a:cubicBezTo>
                  <a:lnTo>
                    <a:pt x="11207" y="45673"/>
                  </a:lnTo>
                  <a:cubicBezTo>
                    <a:pt x="11728" y="44828"/>
                    <a:pt x="12253" y="43947"/>
                    <a:pt x="12819" y="43087"/>
                  </a:cubicBezTo>
                  <a:cubicBezTo>
                    <a:pt x="12869" y="43037"/>
                    <a:pt x="12919" y="42962"/>
                    <a:pt x="12944" y="42912"/>
                  </a:cubicBezTo>
                  <a:cubicBezTo>
                    <a:pt x="13441" y="42166"/>
                    <a:pt x="13939" y="41444"/>
                    <a:pt x="14437" y="40722"/>
                  </a:cubicBezTo>
                  <a:cubicBezTo>
                    <a:pt x="14505" y="40635"/>
                    <a:pt x="14571" y="40546"/>
                    <a:pt x="14638" y="40456"/>
                  </a:cubicBezTo>
                  <a:close/>
                  <a:moveTo>
                    <a:pt x="42838" y="27903"/>
                  </a:moveTo>
                  <a:cubicBezTo>
                    <a:pt x="44281" y="30517"/>
                    <a:pt x="45999" y="33304"/>
                    <a:pt x="47891" y="35968"/>
                  </a:cubicBezTo>
                  <a:cubicBezTo>
                    <a:pt x="44306" y="39054"/>
                    <a:pt x="40921" y="42290"/>
                    <a:pt x="37785" y="45675"/>
                  </a:cubicBezTo>
                  <a:cubicBezTo>
                    <a:pt x="35171" y="43634"/>
                    <a:pt x="32483" y="41693"/>
                    <a:pt x="29994" y="40100"/>
                  </a:cubicBezTo>
                  <a:cubicBezTo>
                    <a:pt x="33578" y="35669"/>
                    <a:pt x="37934" y="31462"/>
                    <a:pt x="42838" y="27903"/>
                  </a:cubicBezTo>
                  <a:close/>
                  <a:moveTo>
                    <a:pt x="92072" y="43559"/>
                  </a:moveTo>
                  <a:cubicBezTo>
                    <a:pt x="93342" y="44057"/>
                    <a:pt x="94462" y="44804"/>
                    <a:pt x="95408" y="45700"/>
                  </a:cubicBezTo>
                  <a:lnTo>
                    <a:pt x="95308" y="45700"/>
                  </a:lnTo>
                  <a:cubicBezTo>
                    <a:pt x="94387" y="44804"/>
                    <a:pt x="93292" y="44082"/>
                    <a:pt x="91973" y="43584"/>
                  </a:cubicBezTo>
                  <a:cubicBezTo>
                    <a:pt x="92023" y="43584"/>
                    <a:pt x="92048" y="43559"/>
                    <a:pt x="92072" y="43559"/>
                  </a:cubicBezTo>
                  <a:close/>
                  <a:moveTo>
                    <a:pt x="106730" y="41502"/>
                  </a:moveTo>
                  <a:cubicBezTo>
                    <a:pt x="108006" y="42414"/>
                    <a:pt x="109135" y="43398"/>
                    <a:pt x="110168" y="44431"/>
                  </a:cubicBezTo>
                  <a:cubicBezTo>
                    <a:pt x="110143" y="44456"/>
                    <a:pt x="110118" y="44530"/>
                    <a:pt x="110094" y="44605"/>
                  </a:cubicBezTo>
                  <a:cubicBezTo>
                    <a:pt x="109994" y="44704"/>
                    <a:pt x="109870" y="44804"/>
                    <a:pt x="109770" y="44904"/>
                  </a:cubicBezTo>
                  <a:cubicBezTo>
                    <a:pt x="109695" y="45003"/>
                    <a:pt x="109596" y="45053"/>
                    <a:pt x="109471" y="45153"/>
                  </a:cubicBezTo>
                  <a:cubicBezTo>
                    <a:pt x="109322" y="45277"/>
                    <a:pt x="109123" y="45401"/>
                    <a:pt x="108973" y="45526"/>
                  </a:cubicBezTo>
                  <a:cubicBezTo>
                    <a:pt x="108874" y="45576"/>
                    <a:pt x="108774" y="45650"/>
                    <a:pt x="108700" y="45725"/>
                  </a:cubicBezTo>
                  <a:cubicBezTo>
                    <a:pt x="108700" y="45675"/>
                    <a:pt x="108650" y="45650"/>
                    <a:pt x="108650" y="45576"/>
                  </a:cubicBezTo>
                  <a:cubicBezTo>
                    <a:pt x="108600" y="45377"/>
                    <a:pt x="108525" y="45153"/>
                    <a:pt x="108476" y="44953"/>
                  </a:cubicBezTo>
                  <a:lnTo>
                    <a:pt x="108376" y="44680"/>
                  </a:lnTo>
                  <a:cubicBezTo>
                    <a:pt x="108351" y="44605"/>
                    <a:pt x="108301" y="44530"/>
                    <a:pt x="108277" y="44456"/>
                  </a:cubicBezTo>
                  <a:cubicBezTo>
                    <a:pt x="108252" y="44356"/>
                    <a:pt x="108177" y="44256"/>
                    <a:pt x="108152" y="44157"/>
                  </a:cubicBezTo>
                  <a:cubicBezTo>
                    <a:pt x="108127" y="44082"/>
                    <a:pt x="108127" y="44057"/>
                    <a:pt x="108102" y="43983"/>
                  </a:cubicBezTo>
                  <a:cubicBezTo>
                    <a:pt x="108102" y="43958"/>
                    <a:pt x="108052" y="43933"/>
                    <a:pt x="108052" y="43933"/>
                  </a:cubicBezTo>
                  <a:cubicBezTo>
                    <a:pt x="108003" y="43808"/>
                    <a:pt x="107978" y="43684"/>
                    <a:pt x="107903" y="43584"/>
                  </a:cubicBezTo>
                  <a:cubicBezTo>
                    <a:pt x="107903" y="43559"/>
                    <a:pt x="107878" y="43535"/>
                    <a:pt x="107878" y="43510"/>
                  </a:cubicBezTo>
                  <a:lnTo>
                    <a:pt x="107779" y="43311"/>
                  </a:lnTo>
                  <a:cubicBezTo>
                    <a:pt x="107679" y="43136"/>
                    <a:pt x="107604" y="42912"/>
                    <a:pt x="107480" y="42713"/>
                  </a:cubicBezTo>
                  <a:cubicBezTo>
                    <a:pt x="107430" y="42663"/>
                    <a:pt x="107380" y="42589"/>
                    <a:pt x="107356" y="42514"/>
                  </a:cubicBezTo>
                  <a:cubicBezTo>
                    <a:pt x="107281" y="42415"/>
                    <a:pt x="107231" y="42290"/>
                    <a:pt x="107156" y="42190"/>
                  </a:cubicBezTo>
                  <a:cubicBezTo>
                    <a:pt x="107107" y="42066"/>
                    <a:pt x="107032" y="41966"/>
                    <a:pt x="106932" y="41842"/>
                  </a:cubicBezTo>
                  <a:cubicBezTo>
                    <a:pt x="106883" y="41718"/>
                    <a:pt x="106783" y="41643"/>
                    <a:pt x="106733" y="41518"/>
                  </a:cubicBezTo>
                  <a:cubicBezTo>
                    <a:pt x="106733" y="41518"/>
                    <a:pt x="106733" y="41511"/>
                    <a:pt x="106730" y="41502"/>
                  </a:cubicBezTo>
                  <a:close/>
                  <a:moveTo>
                    <a:pt x="55507" y="45426"/>
                  </a:moveTo>
                  <a:lnTo>
                    <a:pt x="55557" y="45451"/>
                  </a:lnTo>
                  <a:lnTo>
                    <a:pt x="55582" y="45476"/>
                  </a:lnTo>
                  <a:cubicBezTo>
                    <a:pt x="55569" y="45473"/>
                    <a:pt x="55556" y="45471"/>
                    <a:pt x="55543" y="45471"/>
                  </a:cubicBezTo>
                  <a:cubicBezTo>
                    <a:pt x="55456" y="45471"/>
                    <a:pt x="55367" y="45539"/>
                    <a:pt x="55258" y="45625"/>
                  </a:cubicBezTo>
                  <a:cubicBezTo>
                    <a:pt x="55201" y="45663"/>
                    <a:pt x="55130" y="45716"/>
                    <a:pt x="55055" y="45772"/>
                  </a:cubicBezTo>
                  <a:lnTo>
                    <a:pt x="55055" y="45772"/>
                  </a:lnTo>
                  <a:cubicBezTo>
                    <a:pt x="55183" y="45673"/>
                    <a:pt x="55315" y="45575"/>
                    <a:pt x="55458" y="45476"/>
                  </a:cubicBezTo>
                  <a:cubicBezTo>
                    <a:pt x="55482" y="45476"/>
                    <a:pt x="55482" y="45451"/>
                    <a:pt x="55507" y="45426"/>
                  </a:cubicBezTo>
                  <a:close/>
                  <a:moveTo>
                    <a:pt x="29870" y="40199"/>
                  </a:moveTo>
                  <a:cubicBezTo>
                    <a:pt x="32408" y="41842"/>
                    <a:pt x="35047" y="43759"/>
                    <a:pt x="37660" y="45800"/>
                  </a:cubicBezTo>
                  <a:lnTo>
                    <a:pt x="37636" y="45825"/>
                  </a:lnTo>
                  <a:cubicBezTo>
                    <a:pt x="35022" y="43784"/>
                    <a:pt x="32359" y="41892"/>
                    <a:pt x="29845" y="40249"/>
                  </a:cubicBezTo>
                  <a:cubicBezTo>
                    <a:pt x="29845" y="40224"/>
                    <a:pt x="29870" y="40224"/>
                    <a:pt x="29870" y="40199"/>
                  </a:cubicBezTo>
                  <a:close/>
                  <a:moveTo>
                    <a:pt x="48015" y="36167"/>
                  </a:moveTo>
                  <a:cubicBezTo>
                    <a:pt x="48015" y="36192"/>
                    <a:pt x="48040" y="36192"/>
                    <a:pt x="48040" y="36217"/>
                  </a:cubicBezTo>
                  <a:cubicBezTo>
                    <a:pt x="44481" y="39228"/>
                    <a:pt x="41120" y="42464"/>
                    <a:pt x="38009" y="45825"/>
                  </a:cubicBezTo>
                  <a:cubicBezTo>
                    <a:pt x="37959" y="45825"/>
                    <a:pt x="37959" y="45800"/>
                    <a:pt x="37934" y="45800"/>
                  </a:cubicBezTo>
                  <a:cubicBezTo>
                    <a:pt x="41071" y="42439"/>
                    <a:pt x="44431" y="39204"/>
                    <a:pt x="48015" y="36167"/>
                  </a:cubicBezTo>
                  <a:close/>
                  <a:moveTo>
                    <a:pt x="98619" y="44630"/>
                  </a:moveTo>
                  <a:cubicBezTo>
                    <a:pt x="98619" y="44630"/>
                    <a:pt x="98619" y="44655"/>
                    <a:pt x="98569" y="44655"/>
                  </a:cubicBezTo>
                  <a:cubicBezTo>
                    <a:pt x="98569" y="44655"/>
                    <a:pt x="98569" y="44680"/>
                    <a:pt x="98544" y="44680"/>
                  </a:cubicBezTo>
                  <a:cubicBezTo>
                    <a:pt x="97673" y="45153"/>
                    <a:pt x="96752" y="45526"/>
                    <a:pt x="95781" y="45825"/>
                  </a:cubicBezTo>
                  <a:lnTo>
                    <a:pt x="95707" y="45775"/>
                  </a:lnTo>
                  <a:cubicBezTo>
                    <a:pt x="96677" y="45451"/>
                    <a:pt x="97623" y="45078"/>
                    <a:pt x="98544" y="44655"/>
                  </a:cubicBezTo>
                  <a:cubicBezTo>
                    <a:pt x="98569" y="44655"/>
                    <a:pt x="98569" y="44630"/>
                    <a:pt x="98619" y="44630"/>
                  </a:cubicBezTo>
                  <a:close/>
                  <a:moveTo>
                    <a:pt x="106061" y="40846"/>
                  </a:moveTo>
                  <a:lnTo>
                    <a:pt x="106061" y="40846"/>
                  </a:lnTo>
                  <a:cubicBezTo>
                    <a:pt x="106111" y="40896"/>
                    <a:pt x="106136" y="40896"/>
                    <a:pt x="106161" y="40921"/>
                  </a:cubicBezTo>
                  <a:cubicBezTo>
                    <a:pt x="106186" y="40946"/>
                    <a:pt x="106235" y="40946"/>
                    <a:pt x="106260" y="40971"/>
                  </a:cubicBezTo>
                  <a:cubicBezTo>
                    <a:pt x="106310" y="41070"/>
                    <a:pt x="106385" y="41145"/>
                    <a:pt x="106435" y="41220"/>
                  </a:cubicBezTo>
                  <a:cubicBezTo>
                    <a:pt x="106484" y="41294"/>
                    <a:pt x="106509" y="41319"/>
                    <a:pt x="106534" y="41394"/>
                  </a:cubicBezTo>
                  <a:cubicBezTo>
                    <a:pt x="106584" y="41419"/>
                    <a:pt x="106584" y="41444"/>
                    <a:pt x="106609" y="41469"/>
                  </a:cubicBezTo>
                  <a:cubicBezTo>
                    <a:pt x="106659" y="41543"/>
                    <a:pt x="106708" y="41643"/>
                    <a:pt x="106758" y="41693"/>
                  </a:cubicBezTo>
                  <a:cubicBezTo>
                    <a:pt x="106858" y="41842"/>
                    <a:pt x="106982" y="42016"/>
                    <a:pt x="107057" y="42190"/>
                  </a:cubicBezTo>
                  <a:cubicBezTo>
                    <a:pt x="107107" y="42215"/>
                    <a:pt x="107132" y="42290"/>
                    <a:pt x="107156" y="42315"/>
                  </a:cubicBezTo>
                  <a:cubicBezTo>
                    <a:pt x="107231" y="42415"/>
                    <a:pt x="107256" y="42514"/>
                    <a:pt x="107331" y="42564"/>
                  </a:cubicBezTo>
                  <a:cubicBezTo>
                    <a:pt x="107430" y="42763"/>
                    <a:pt x="107530" y="42962"/>
                    <a:pt x="107629" y="43186"/>
                  </a:cubicBezTo>
                  <a:cubicBezTo>
                    <a:pt x="107679" y="43286"/>
                    <a:pt x="107729" y="43410"/>
                    <a:pt x="107779" y="43510"/>
                  </a:cubicBezTo>
                  <a:cubicBezTo>
                    <a:pt x="107828" y="43559"/>
                    <a:pt x="107853" y="43634"/>
                    <a:pt x="107878" y="43709"/>
                  </a:cubicBezTo>
                  <a:cubicBezTo>
                    <a:pt x="107978" y="43908"/>
                    <a:pt x="108028" y="44082"/>
                    <a:pt x="108127" y="44306"/>
                  </a:cubicBezTo>
                  <a:cubicBezTo>
                    <a:pt x="108152" y="44406"/>
                    <a:pt x="108202" y="44505"/>
                    <a:pt x="108252" y="44580"/>
                  </a:cubicBezTo>
                  <a:cubicBezTo>
                    <a:pt x="108277" y="44655"/>
                    <a:pt x="108277" y="44680"/>
                    <a:pt x="108301" y="44754"/>
                  </a:cubicBezTo>
                  <a:cubicBezTo>
                    <a:pt x="108301" y="44779"/>
                    <a:pt x="108351" y="44804"/>
                    <a:pt x="108351" y="44804"/>
                  </a:cubicBezTo>
                  <a:cubicBezTo>
                    <a:pt x="108401" y="45028"/>
                    <a:pt x="108501" y="45252"/>
                    <a:pt x="108575" y="45501"/>
                  </a:cubicBezTo>
                  <a:cubicBezTo>
                    <a:pt x="108476" y="45650"/>
                    <a:pt x="108525" y="45750"/>
                    <a:pt x="108525" y="45849"/>
                  </a:cubicBezTo>
                  <a:cubicBezTo>
                    <a:pt x="108401" y="45576"/>
                    <a:pt x="108351" y="45302"/>
                    <a:pt x="108252" y="45028"/>
                  </a:cubicBezTo>
                  <a:cubicBezTo>
                    <a:pt x="108227" y="44953"/>
                    <a:pt x="108227" y="44904"/>
                    <a:pt x="108202" y="44879"/>
                  </a:cubicBezTo>
                  <a:cubicBezTo>
                    <a:pt x="108152" y="44804"/>
                    <a:pt x="108127" y="44754"/>
                    <a:pt x="108102" y="44655"/>
                  </a:cubicBezTo>
                  <a:cubicBezTo>
                    <a:pt x="108077" y="44555"/>
                    <a:pt x="108028" y="44456"/>
                    <a:pt x="108003" y="44331"/>
                  </a:cubicBezTo>
                  <a:lnTo>
                    <a:pt x="108003" y="44306"/>
                  </a:lnTo>
                  <a:cubicBezTo>
                    <a:pt x="107953" y="44182"/>
                    <a:pt x="107903" y="44057"/>
                    <a:pt x="107853" y="43933"/>
                  </a:cubicBezTo>
                  <a:cubicBezTo>
                    <a:pt x="107828" y="43833"/>
                    <a:pt x="107779" y="43784"/>
                    <a:pt x="107754" y="43684"/>
                  </a:cubicBezTo>
                  <a:cubicBezTo>
                    <a:pt x="107754" y="43659"/>
                    <a:pt x="107729" y="43634"/>
                    <a:pt x="107729" y="43584"/>
                  </a:cubicBezTo>
                  <a:cubicBezTo>
                    <a:pt x="107604" y="43311"/>
                    <a:pt x="107480" y="43062"/>
                    <a:pt x="107331" y="42788"/>
                  </a:cubicBezTo>
                  <a:lnTo>
                    <a:pt x="107331" y="42763"/>
                  </a:lnTo>
                  <a:cubicBezTo>
                    <a:pt x="107331" y="42713"/>
                    <a:pt x="107281" y="42713"/>
                    <a:pt x="107281" y="42688"/>
                  </a:cubicBezTo>
                  <a:cubicBezTo>
                    <a:pt x="107256" y="42663"/>
                    <a:pt x="107256" y="42639"/>
                    <a:pt x="107231" y="42589"/>
                  </a:cubicBezTo>
                  <a:cubicBezTo>
                    <a:pt x="107181" y="42514"/>
                    <a:pt x="107132" y="42439"/>
                    <a:pt x="107057" y="42390"/>
                  </a:cubicBezTo>
                  <a:cubicBezTo>
                    <a:pt x="106982" y="42190"/>
                    <a:pt x="106858" y="42016"/>
                    <a:pt x="106733" y="41817"/>
                  </a:cubicBezTo>
                  <a:cubicBezTo>
                    <a:pt x="106683" y="41767"/>
                    <a:pt x="106634" y="41668"/>
                    <a:pt x="106609" y="41593"/>
                  </a:cubicBezTo>
                  <a:cubicBezTo>
                    <a:pt x="106559" y="41543"/>
                    <a:pt x="106509" y="41469"/>
                    <a:pt x="106484" y="41419"/>
                  </a:cubicBezTo>
                  <a:lnTo>
                    <a:pt x="106435" y="41394"/>
                  </a:lnTo>
                  <a:cubicBezTo>
                    <a:pt x="106435" y="41344"/>
                    <a:pt x="106410" y="41344"/>
                    <a:pt x="106410" y="41319"/>
                  </a:cubicBezTo>
                  <a:cubicBezTo>
                    <a:pt x="106310" y="41195"/>
                    <a:pt x="106235" y="41095"/>
                    <a:pt x="106161" y="40971"/>
                  </a:cubicBezTo>
                  <a:cubicBezTo>
                    <a:pt x="106136" y="40946"/>
                    <a:pt x="106111" y="40921"/>
                    <a:pt x="106061" y="40846"/>
                  </a:cubicBezTo>
                  <a:close/>
                  <a:moveTo>
                    <a:pt x="95532" y="45825"/>
                  </a:moveTo>
                  <a:cubicBezTo>
                    <a:pt x="95532" y="45825"/>
                    <a:pt x="95557" y="45825"/>
                    <a:pt x="95557" y="45849"/>
                  </a:cubicBezTo>
                  <a:lnTo>
                    <a:pt x="95582" y="45899"/>
                  </a:lnTo>
                  <a:cubicBezTo>
                    <a:pt x="95557" y="45899"/>
                    <a:pt x="95557" y="45899"/>
                    <a:pt x="95532" y="45924"/>
                  </a:cubicBezTo>
                  <a:cubicBezTo>
                    <a:pt x="95532" y="45899"/>
                    <a:pt x="95507" y="45899"/>
                    <a:pt x="95458" y="45849"/>
                  </a:cubicBezTo>
                  <a:cubicBezTo>
                    <a:pt x="95507" y="45849"/>
                    <a:pt x="95532" y="45849"/>
                    <a:pt x="95532" y="45825"/>
                  </a:cubicBezTo>
                  <a:close/>
                  <a:moveTo>
                    <a:pt x="37785" y="45924"/>
                  </a:moveTo>
                  <a:cubicBezTo>
                    <a:pt x="37810" y="45924"/>
                    <a:pt x="37810" y="45949"/>
                    <a:pt x="37835" y="45949"/>
                  </a:cubicBezTo>
                  <a:lnTo>
                    <a:pt x="37810" y="45999"/>
                  </a:lnTo>
                  <a:cubicBezTo>
                    <a:pt x="37810" y="45999"/>
                    <a:pt x="37785" y="45999"/>
                    <a:pt x="37760" y="45949"/>
                  </a:cubicBezTo>
                  <a:lnTo>
                    <a:pt x="37785" y="45924"/>
                  </a:lnTo>
                  <a:close/>
                  <a:moveTo>
                    <a:pt x="109944" y="45003"/>
                  </a:moveTo>
                  <a:cubicBezTo>
                    <a:pt x="109944" y="45028"/>
                    <a:pt x="109894" y="45053"/>
                    <a:pt x="109894" y="45128"/>
                  </a:cubicBezTo>
                  <a:cubicBezTo>
                    <a:pt x="109845" y="45153"/>
                    <a:pt x="109820" y="45202"/>
                    <a:pt x="109745" y="45252"/>
                  </a:cubicBezTo>
                  <a:cubicBezTo>
                    <a:pt x="109471" y="45501"/>
                    <a:pt x="109123" y="45750"/>
                    <a:pt x="108774" y="45999"/>
                  </a:cubicBezTo>
                  <a:lnTo>
                    <a:pt x="108749" y="45924"/>
                  </a:lnTo>
                  <a:cubicBezTo>
                    <a:pt x="108849" y="45874"/>
                    <a:pt x="108949" y="45775"/>
                    <a:pt x="109023" y="45700"/>
                  </a:cubicBezTo>
                  <a:cubicBezTo>
                    <a:pt x="109197" y="45576"/>
                    <a:pt x="109347" y="45451"/>
                    <a:pt x="109496" y="45377"/>
                  </a:cubicBezTo>
                  <a:lnTo>
                    <a:pt x="109596" y="45277"/>
                  </a:lnTo>
                  <a:cubicBezTo>
                    <a:pt x="109720" y="45177"/>
                    <a:pt x="109820" y="45078"/>
                    <a:pt x="109944" y="45003"/>
                  </a:cubicBezTo>
                  <a:close/>
                  <a:moveTo>
                    <a:pt x="73603" y="45053"/>
                  </a:moveTo>
                  <a:cubicBezTo>
                    <a:pt x="74051" y="45128"/>
                    <a:pt x="74549" y="45177"/>
                    <a:pt x="75047" y="45202"/>
                  </a:cubicBezTo>
                  <a:cubicBezTo>
                    <a:pt x="74474" y="45451"/>
                    <a:pt x="73877" y="45725"/>
                    <a:pt x="73280" y="46024"/>
                  </a:cubicBezTo>
                  <a:lnTo>
                    <a:pt x="73280" y="45999"/>
                  </a:lnTo>
                  <a:cubicBezTo>
                    <a:pt x="73404" y="45675"/>
                    <a:pt x="73504" y="45377"/>
                    <a:pt x="73603" y="45053"/>
                  </a:cubicBezTo>
                  <a:close/>
                  <a:moveTo>
                    <a:pt x="80573" y="44431"/>
                  </a:moveTo>
                  <a:cubicBezTo>
                    <a:pt x="81021" y="44580"/>
                    <a:pt x="81568" y="44704"/>
                    <a:pt x="82116" y="44804"/>
                  </a:cubicBezTo>
                  <a:cubicBezTo>
                    <a:pt x="82141" y="44804"/>
                    <a:pt x="82191" y="44829"/>
                    <a:pt x="82216" y="44829"/>
                  </a:cubicBezTo>
                  <a:cubicBezTo>
                    <a:pt x="83062" y="45153"/>
                    <a:pt x="83759" y="45551"/>
                    <a:pt x="84431" y="46073"/>
                  </a:cubicBezTo>
                  <a:cubicBezTo>
                    <a:pt x="84306" y="46049"/>
                    <a:pt x="84182" y="46024"/>
                    <a:pt x="84082" y="45999"/>
                  </a:cubicBezTo>
                  <a:cubicBezTo>
                    <a:pt x="83958" y="45949"/>
                    <a:pt x="83833" y="45924"/>
                    <a:pt x="83734" y="45899"/>
                  </a:cubicBezTo>
                  <a:cubicBezTo>
                    <a:pt x="82738" y="45576"/>
                    <a:pt x="81767" y="45202"/>
                    <a:pt x="80871" y="44754"/>
                  </a:cubicBezTo>
                  <a:cubicBezTo>
                    <a:pt x="80822" y="44704"/>
                    <a:pt x="80722" y="44680"/>
                    <a:pt x="80647" y="44605"/>
                  </a:cubicBezTo>
                  <a:cubicBezTo>
                    <a:pt x="80573" y="44555"/>
                    <a:pt x="80473" y="44480"/>
                    <a:pt x="80349" y="44431"/>
                  </a:cubicBezTo>
                  <a:close/>
                  <a:moveTo>
                    <a:pt x="73031" y="45849"/>
                  </a:moveTo>
                  <a:cubicBezTo>
                    <a:pt x="73031" y="45899"/>
                    <a:pt x="73056" y="45949"/>
                    <a:pt x="73056" y="45999"/>
                  </a:cubicBezTo>
                  <a:cubicBezTo>
                    <a:pt x="73056" y="46024"/>
                    <a:pt x="73031" y="46073"/>
                    <a:pt x="73031" y="46123"/>
                  </a:cubicBezTo>
                  <a:cubicBezTo>
                    <a:pt x="73031" y="46073"/>
                    <a:pt x="73031" y="46024"/>
                    <a:pt x="73006" y="45999"/>
                  </a:cubicBezTo>
                  <a:cubicBezTo>
                    <a:pt x="73006" y="45949"/>
                    <a:pt x="73031" y="45899"/>
                    <a:pt x="73031" y="45849"/>
                  </a:cubicBezTo>
                  <a:close/>
                  <a:moveTo>
                    <a:pt x="108625" y="46049"/>
                  </a:moveTo>
                  <a:lnTo>
                    <a:pt x="108625" y="46073"/>
                  </a:lnTo>
                  <a:lnTo>
                    <a:pt x="108625" y="46123"/>
                  </a:lnTo>
                  <a:cubicBezTo>
                    <a:pt x="108625" y="46123"/>
                    <a:pt x="108600" y="46123"/>
                    <a:pt x="108600" y="46148"/>
                  </a:cubicBezTo>
                  <a:lnTo>
                    <a:pt x="108600" y="46123"/>
                  </a:lnTo>
                  <a:lnTo>
                    <a:pt x="108575" y="46073"/>
                  </a:lnTo>
                  <a:lnTo>
                    <a:pt x="108625" y="46049"/>
                  </a:lnTo>
                  <a:close/>
                  <a:moveTo>
                    <a:pt x="48164" y="36341"/>
                  </a:moveTo>
                  <a:lnTo>
                    <a:pt x="48463" y="36714"/>
                  </a:lnTo>
                  <a:cubicBezTo>
                    <a:pt x="44630" y="39452"/>
                    <a:pt x="41245" y="42738"/>
                    <a:pt x="38457" y="46198"/>
                  </a:cubicBezTo>
                  <a:cubicBezTo>
                    <a:pt x="38382" y="46098"/>
                    <a:pt x="38258" y="46049"/>
                    <a:pt x="38158" y="45949"/>
                  </a:cubicBezTo>
                  <a:cubicBezTo>
                    <a:pt x="41245" y="42589"/>
                    <a:pt x="44605" y="39403"/>
                    <a:pt x="48164" y="36341"/>
                  </a:cubicBezTo>
                  <a:close/>
                  <a:moveTo>
                    <a:pt x="82888" y="44929"/>
                  </a:moveTo>
                  <a:cubicBezTo>
                    <a:pt x="82962" y="44929"/>
                    <a:pt x="83062" y="44953"/>
                    <a:pt x="83136" y="44953"/>
                  </a:cubicBezTo>
                  <a:cubicBezTo>
                    <a:pt x="83833" y="45302"/>
                    <a:pt x="84431" y="45700"/>
                    <a:pt x="84954" y="46198"/>
                  </a:cubicBezTo>
                  <a:cubicBezTo>
                    <a:pt x="84929" y="46198"/>
                    <a:pt x="84854" y="46173"/>
                    <a:pt x="84829" y="46173"/>
                  </a:cubicBezTo>
                  <a:cubicBezTo>
                    <a:pt x="84257" y="45675"/>
                    <a:pt x="83609" y="45277"/>
                    <a:pt x="82888" y="44929"/>
                  </a:cubicBezTo>
                  <a:close/>
                  <a:moveTo>
                    <a:pt x="65787" y="40448"/>
                  </a:moveTo>
                  <a:cubicBezTo>
                    <a:pt x="67057" y="41792"/>
                    <a:pt x="68426" y="42838"/>
                    <a:pt x="69795" y="43634"/>
                  </a:cubicBezTo>
                  <a:cubicBezTo>
                    <a:pt x="69646" y="43709"/>
                    <a:pt x="69496" y="43808"/>
                    <a:pt x="69372" y="43908"/>
                  </a:cubicBezTo>
                  <a:cubicBezTo>
                    <a:pt x="69247" y="44008"/>
                    <a:pt x="69123" y="44057"/>
                    <a:pt x="68949" y="44157"/>
                  </a:cubicBezTo>
                  <a:cubicBezTo>
                    <a:pt x="68749" y="44281"/>
                    <a:pt x="68525" y="44431"/>
                    <a:pt x="68301" y="44555"/>
                  </a:cubicBezTo>
                  <a:lnTo>
                    <a:pt x="68276" y="44580"/>
                  </a:lnTo>
                  <a:cubicBezTo>
                    <a:pt x="68227" y="44630"/>
                    <a:pt x="68177" y="44655"/>
                    <a:pt x="68152" y="44680"/>
                  </a:cubicBezTo>
                  <a:cubicBezTo>
                    <a:pt x="68028" y="44779"/>
                    <a:pt x="67903" y="44829"/>
                    <a:pt x="67729" y="44929"/>
                  </a:cubicBezTo>
                  <a:cubicBezTo>
                    <a:pt x="67654" y="45003"/>
                    <a:pt x="67580" y="45028"/>
                    <a:pt x="67480" y="45078"/>
                  </a:cubicBezTo>
                  <a:cubicBezTo>
                    <a:pt x="67156" y="45302"/>
                    <a:pt x="66833" y="45551"/>
                    <a:pt x="66484" y="45775"/>
                  </a:cubicBezTo>
                  <a:cubicBezTo>
                    <a:pt x="66459" y="45775"/>
                    <a:pt x="66459" y="45800"/>
                    <a:pt x="66435" y="45800"/>
                  </a:cubicBezTo>
                  <a:lnTo>
                    <a:pt x="66410" y="45825"/>
                  </a:lnTo>
                  <a:cubicBezTo>
                    <a:pt x="66186" y="45999"/>
                    <a:pt x="65962" y="46123"/>
                    <a:pt x="65738" y="46273"/>
                  </a:cubicBezTo>
                  <a:cubicBezTo>
                    <a:pt x="65713" y="46123"/>
                    <a:pt x="65613" y="45924"/>
                    <a:pt x="65588" y="45775"/>
                  </a:cubicBezTo>
                  <a:cubicBezTo>
                    <a:pt x="65538" y="45551"/>
                    <a:pt x="65464" y="45327"/>
                    <a:pt x="65364" y="45128"/>
                  </a:cubicBezTo>
                  <a:cubicBezTo>
                    <a:pt x="65314" y="44929"/>
                    <a:pt x="65215" y="44704"/>
                    <a:pt x="65165" y="44505"/>
                  </a:cubicBezTo>
                  <a:cubicBezTo>
                    <a:pt x="65066" y="44207"/>
                    <a:pt x="64966" y="43958"/>
                    <a:pt x="64842" y="43659"/>
                  </a:cubicBezTo>
                  <a:cubicBezTo>
                    <a:pt x="64792" y="43535"/>
                    <a:pt x="64717" y="43385"/>
                    <a:pt x="64667" y="43261"/>
                  </a:cubicBezTo>
                  <a:lnTo>
                    <a:pt x="64194" y="42141"/>
                  </a:lnTo>
                  <a:cubicBezTo>
                    <a:pt x="64194" y="42091"/>
                    <a:pt x="64169" y="42066"/>
                    <a:pt x="64169" y="42041"/>
                  </a:cubicBezTo>
                  <a:cubicBezTo>
                    <a:pt x="63995" y="41718"/>
                    <a:pt x="63871" y="41419"/>
                    <a:pt x="63721" y="41070"/>
                  </a:cubicBezTo>
                  <a:cubicBezTo>
                    <a:pt x="63796" y="41046"/>
                    <a:pt x="63871" y="41021"/>
                    <a:pt x="63945" y="40971"/>
                  </a:cubicBezTo>
                  <a:cubicBezTo>
                    <a:pt x="64045" y="40946"/>
                    <a:pt x="64120" y="40921"/>
                    <a:pt x="64244" y="40896"/>
                  </a:cubicBezTo>
                  <a:cubicBezTo>
                    <a:pt x="64319" y="40846"/>
                    <a:pt x="64369" y="40846"/>
                    <a:pt x="64443" y="40821"/>
                  </a:cubicBezTo>
                  <a:cubicBezTo>
                    <a:pt x="64593" y="40772"/>
                    <a:pt x="64717" y="40722"/>
                    <a:pt x="64866" y="40697"/>
                  </a:cubicBezTo>
                  <a:cubicBezTo>
                    <a:pt x="64941" y="40672"/>
                    <a:pt x="64991" y="40672"/>
                    <a:pt x="65090" y="40647"/>
                  </a:cubicBezTo>
                  <a:cubicBezTo>
                    <a:pt x="65165" y="40597"/>
                    <a:pt x="65240" y="40573"/>
                    <a:pt x="65314" y="40573"/>
                  </a:cubicBezTo>
                  <a:lnTo>
                    <a:pt x="65339" y="40573"/>
                  </a:lnTo>
                  <a:cubicBezTo>
                    <a:pt x="65464" y="40548"/>
                    <a:pt x="65613" y="40523"/>
                    <a:pt x="65738" y="40448"/>
                  </a:cubicBezTo>
                  <a:close/>
                  <a:moveTo>
                    <a:pt x="86074" y="45003"/>
                  </a:moveTo>
                  <a:cubicBezTo>
                    <a:pt x="85825" y="45451"/>
                    <a:pt x="85601" y="45849"/>
                    <a:pt x="85352" y="46298"/>
                  </a:cubicBezTo>
                  <a:cubicBezTo>
                    <a:pt x="85327" y="46298"/>
                    <a:pt x="85327" y="46298"/>
                    <a:pt x="85302" y="46273"/>
                  </a:cubicBezTo>
                  <a:cubicBezTo>
                    <a:pt x="84804" y="45775"/>
                    <a:pt x="84232" y="45377"/>
                    <a:pt x="83609" y="45003"/>
                  </a:cubicBezTo>
                  <a:lnTo>
                    <a:pt x="83609" y="45003"/>
                  </a:lnTo>
                  <a:cubicBezTo>
                    <a:pt x="84082" y="45028"/>
                    <a:pt x="84555" y="45053"/>
                    <a:pt x="85003" y="45053"/>
                  </a:cubicBezTo>
                  <a:cubicBezTo>
                    <a:pt x="85252" y="45053"/>
                    <a:pt x="85551" y="45053"/>
                    <a:pt x="85800" y="45028"/>
                  </a:cubicBezTo>
                  <a:cubicBezTo>
                    <a:pt x="85875" y="45028"/>
                    <a:pt x="85974" y="45003"/>
                    <a:pt x="86074" y="45003"/>
                  </a:cubicBezTo>
                  <a:close/>
                  <a:moveTo>
                    <a:pt x="48513" y="36864"/>
                  </a:moveTo>
                  <a:cubicBezTo>
                    <a:pt x="48513" y="36889"/>
                    <a:pt x="48538" y="36889"/>
                    <a:pt x="48538" y="36938"/>
                  </a:cubicBezTo>
                  <a:cubicBezTo>
                    <a:pt x="44779" y="39627"/>
                    <a:pt x="41394" y="42912"/>
                    <a:pt x="38631" y="46322"/>
                  </a:cubicBezTo>
                  <a:cubicBezTo>
                    <a:pt x="38581" y="46322"/>
                    <a:pt x="38581" y="46298"/>
                    <a:pt x="38557" y="46298"/>
                  </a:cubicBezTo>
                  <a:cubicBezTo>
                    <a:pt x="41319" y="42838"/>
                    <a:pt x="44729" y="39577"/>
                    <a:pt x="48513" y="36864"/>
                  </a:cubicBezTo>
                  <a:close/>
                  <a:moveTo>
                    <a:pt x="86347" y="45053"/>
                  </a:moveTo>
                  <a:cubicBezTo>
                    <a:pt x="86099" y="45451"/>
                    <a:pt x="85850" y="45899"/>
                    <a:pt x="85601" y="46372"/>
                  </a:cubicBezTo>
                  <a:lnTo>
                    <a:pt x="85551" y="46372"/>
                  </a:lnTo>
                  <a:lnTo>
                    <a:pt x="86273" y="45053"/>
                  </a:lnTo>
                  <a:close/>
                  <a:moveTo>
                    <a:pt x="38009" y="46123"/>
                  </a:moveTo>
                  <a:cubicBezTo>
                    <a:pt x="38084" y="46198"/>
                    <a:pt x="38208" y="46298"/>
                    <a:pt x="38308" y="46372"/>
                  </a:cubicBezTo>
                  <a:lnTo>
                    <a:pt x="38283" y="46397"/>
                  </a:lnTo>
                  <a:cubicBezTo>
                    <a:pt x="38183" y="46298"/>
                    <a:pt x="38059" y="46198"/>
                    <a:pt x="37959" y="46148"/>
                  </a:cubicBezTo>
                  <a:lnTo>
                    <a:pt x="38009" y="46123"/>
                  </a:lnTo>
                  <a:close/>
                  <a:moveTo>
                    <a:pt x="79901" y="44456"/>
                  </a:moveTo>
                  <a:cubicBezTo>
                    <a:pt x="80100" y="44580"/>
                    <a:pt x="80274" y="44680"/>
                    <a:pt x="80473" y="44779"/>
                  </a:cubicBezTo>
                  <a:lnTo>
                    <a:pt x="80647" y="44879"/>
                  </a:lnTo>
                  <a:cubicBezTo>
                    <a:pt x="81120" y="45128"/>
                    <a:pt x="81593" y="45327"/>
                    <a:pt x="82091" y="45526"/>
                  </a:cubicBezTo>
                  <a:cubicBezTo>
                    <a:pt x="82141" y="45551"/>
                    <a:pt x="82216" y="45551"/>
                    <a:pt x="82265" y="45576"/>
                  </a:cubicBezTo>
                  <a:cubicBezTo>
                    <a:pt x="82713" y="45725"/>
                    <a:pt x="83112" y="45899"/>
                    <a:pt x="83585" y="46024"/>
                  </a:cubicBezTo>
                  <a:cubicBezTo>
                    <a:pt x="83709" y="46049"/>
                    <a:pt x="83833" y="46073"/>
                    <a:pt x="83958" y="46148"/>
                  </a:cubicBezTo>
                  <a:lnTo>
                    <a:pt x="84705" y="46322"/>
                  </a:lnTo>
                  <a:lnTo>
                    <a:pt x="84730" y="46347"/>
                  </a:lnTo>
                  <a:lnTo>
                    <a:pt x="84754" y="46397"/>
                  </a:lnTo>
                  <a:lnTo>
                    <a:pt x="84804" y="46422"/>
                  </a:lnTo>
                  <a:cubicBezTo>
                    <a:pt x="83112" y="46049"/>
                    <a:pt x="81519" y="45426"/>
                    <a:pt x="80100" y="44605"/>
                  </a:cubicBezTo>
                  <a:cubicBezTo>
                    <a:pt x="80075" y="44580"/>
                    <a:pt x="80025" y="44580"/>
                    <a:pt x="80000" y="44555"/>
                  </a:cubicBezTo>
                  <a:cubicBezTo>
                    <a:pt x="79975" y="44530"/>
                    <a:pt x="79901" y="44505"/>
                    <a:pt x="79851" y="44456"/>
                  </a:cubicBezTo>
                  <a:close/>
                  <a:moveTo>
                    <a:pt x="85078" y="46422"/>
                  </a:moveTo>
                  <a:cubicBezTo>
                    <a:pt x="85087" y="46422"/>
                    <a:pt x="85102" y="46425"/>
                    <a:pt x="85119" y="46429"/>
                  </a:cubicBezTo>
                  <a:lnTo>
                    <a:pt x="85119" y="46429"/>
                  </a:lnTo>
                  <a:cubicBezTo>
                    <a:pt x="85115" y="46432"/>
                    <a:pt x="85112" y="46433"/>
                    <a:pt x="85109" y="46433"/>
                  </a:cubicBezTo>
                  <a:cubicBezTo>
                    <a:pt x="85100" y="46433"/>
                    <a:pt x="85095" y="46422"/>
                    <a:pt x="85078" y="46422"/>
                  </a:cubicBezTo>
                  <a:close/>
                  <a:moveTo>
                    <a:pt x="63522" y="41195"/>
                  </a:moveTo>
                  <a:cubicBezTo>
                    <a:pt x="63945" y="42016"/>
                    <a:pt x="64319" y="42813"/>
                    <a:pt x="64617" y="43584"/>
                  </a:cubicBezTo>
                  <a:cubicBezTo>
                    <a:pt x="64667" y="43659"/>
                    <a:pt x="64692" y="43759"/>
                    <a:pt x="64717" y="43808"/>
                  </a:cubicBezTo>
                  <a:cubicBezTo>
                    <a:pt x="64842" y="44132"/>
                    <a:pt x="64941" y="44406"/>
                    <a:pt x="65066" y="44704"/>
                  </a:cubicBezTo>
                  <a:cubicBezTo>
                    <a:pt x="65140" y="44904"/>
                    <a:pt x="65190" y="45078"/>
                    <a:pt x="65265" y="45227"/>
                  </a:cubicBezTo>
                  <a:cubicBezTo>
                    <a:pt x="65339" y="45451"/>
                    <a:pt x="65389" y="45675"/>
                    <a:pt x="65464" y="45924"/>
                  </a:cubicBezTo>
                  <a:cubicBezTo>
                    <a:pt x="65538" y="46073"/>
                    <a:pt x="65563" y="46273"/>
                    <a:pt x="65638" y="46422"/>
                  </a:cubicBezTo>
                  <a:lnTo>
                    <a:pt x="65563" y="46447"/>
                  </a:lnTo>
                  <a:cubicBezTo>
                    <a:pt x="65514" y="46273"/>
                    <a:pt x="65439" y="46049"/>
                    <a:pt x="65389" y="45849"/>
                  </a:cubicBezTo>
                  <a:cubicBezTo>
                    <a:pt x="65314" y="45675"/>
                    <a:pt x="65290" y="45526"/>
                    <a:pt x="65215" y="45327"/>
                  </a:cubicBezTo>
                  <a:cubicBezTo>
                    <a:pt x="65165" y="45103"/>
                    <a:pt x="65066" y="44904"/>
                    <a:pt x="64966" y="44655"/>
                  </a:cubicBezTo>
                  <a:lnTo>
                    <a:pt x="64692" y="43908"/>
                  </a:lnTo>
                  <a:cubicBezTo>
                    <a:pt x="64667" y="43784"/>
                    <a:pt x="64593" y="43684"/>
                    <a:pt x="64543" y="43559"/>
                  </a:cubicBezTo>
                  <a:cubicBezTo>
                    <a:pt x="64219" y="42813"/>
                    <a:pt x="63896" y="41991"/>
                    <a:pt x="63473" y="41195"/>
                  </a:cubicBezTo>
                  <a:close/>
                  <a:moveTo>
                    <a:pt x="85165" y="46440"/>
                  </a:moveTo>
                  <a:cubicBezTo>
                    <a:pt x="85180" y="46444"/>
                    <a:pt x="85194" y="46447"/>
                    <a:pt x="85202" y="46447"/>
                  </a:cubicBezTo>
                  <a:lnTo>
                    <a:pt x="85227" y="46472"/>
                  </a:lnTo>
                  <a:cubicBezTo>
                    <a:pt x="85202" y="46472"/>
                    <a:pt x="85178" y="46472"/>
                    <a:pt x="85178" y="46447"/>
                  </a:cubicBezTo>
                  <a:lnTo>
                    <a:pt x="85165" y="46440"/>
                  </a:lnTo>
                  <a:close/>
                  <a:moveTo>
                    <a:pt x="28774" y="39826"/>
                  </a:moveTo>
                  <a:lnTo>
                    <a:pt x="29347" y="40199"/>
                  </a:lnTo>
                  <a:cubicBezTo>
                    <a:pt x="27704" y="42290"/>
                    <a:pt x="26260" y="44406"/>
                    <a:pt x="24991" y="46522"/>
                  </a:cubicBezTo>
                  <a:cubicBezTo>
                    <a:pt x="24642" y="46173"/>
                    <a:pt x="24319" y="45825"/>
                    <a:pt x="23995" y="45501"/>
                  </a:cubicBezTo>
                  <a:cubicBezTo>
                    <a:pt x="25066" y="44182"/>
                    <a:pt x="26136" y="42887"/>
                    <a:pt x="27256" y="41568"/>
                  </a:cubicBezTo>
                  <a:lnTo>
                    <a:pt x="27355" y="41469"/>
                  </a:lnTo>
                  <a:cubicBezTo>
                    <a:pt x="27828" y="40921"/>
                    <a:pt x="28301" y="40398"/>
                    <a:pt x="28774" y="39826"/>
                  </a:cubicBezTo>
                  <a:close/>
                  <a:moveTo>
                    <a:pt x="38457" y="46422"/>
                  </a:moveTo>
                  <a:cubicBezTo>
                    <a:pt x="38482" y="46422"/>
                    <a:pt x="38482" y="46447"/>
                    <a:pt x="38532" y="46447"/>
                  </a:cubicBezTo>
                  <a:cubicBezTo>
                    <a:pt x="38532" y="46472"/>
                    <a:pt x="38482" y="46472"/>
                    <a:pt x="38482" y="46522"/>
                  </a:cubicBezTo>
                  <a:cubicBezTo>
                    <a:pt x="38457" y="46522"/>
                    <a:pt x="38432" y="46522"/>
                    <a:pt x="38432" y="46472"/>
                  </a:cubicBezTo>
                  <a:cubicBezTo>
                    <a:pt x="38432" y="46447"/>
                    <a:pt x="38457" y="46447"/>
                    <a:pt x="38457" y="46422"/>
                  </a:cubicBezTo>
                  <a:close/>
                  <a:moveTo>
                    <a:pt x="69994" y="43709"/>
                  </a:moveTo>
                  <a:cubicBezTo>
                    <a:pt x="69994" y="43709"/>
                    <a:pt x="70019" y="43709"/>
                    <a:pt x="70019" y="43759"/>
                  </a:cubicBezTo>
                  <a:cubicBezTo>
                    <a:pt x="70019" y="43759"/>
                    <a:pt x="70044" y="43759"/>
                    <a:pt x="70044" y="43784"/>
                  </a:cubicBezTo>
                  <a:cubicBezTo>
                    <a:pt x="69521" y="44132"/>
                    <a:pt x="68973" y="44456"/>
                    <a:pt x="68426" y="44804"/>
                  </a:cubicBezTo>
                  <a:cubicBezTo>
                    <a:pt x="68252" y="44929"/>
                    <a:pt x="68077" y="45028"/>
                    <a:pt x="67903" y="45153"/>
                  </a:cubicBezTo>
                  <a:cubicBezTo>
                    <a:pt x="67206" y="45625"/>
                    <a:pt x="66534" y="46073"/>
                    <a:pt x="65812" y="46546"/>
                  </a:cubicBezTo>
                  <a:lnTo>
                    <a:pt x="65812" y="46522"/>
                  </a:lnTo>
                  <a:lnTo>
                    <a:pt x="65812" y="46497"/>
                  </a:lnTo>
                  <a:cubicBezTo>
                    <a:pt x="66459" y="46024"/>
                    <a:pt x="67132" y="45576"/>
                    <a:pt x="67779" y="45128"/>
                  </a:cubicBezTo>
                  <a:cubicBezTo>
                    <a:pt x="67928" y="45003"/>
                    <a:pt x="68127" y="44904"/>
                    <a:pt x="68276" y="44804"/>
                  </a:cubicBezTo>
                  <a:cubicBezTo>
                    <a:pt x="68301" y="44804"/>
                    <a:pt x="68301" y="44779"/>
                    <a:pt x="68326" y="44779"/>
                  </a:cubicBezTo>
                  <a:cubicBezTo>
                    <a:pt x="68899" y="44431"/>
                    <a:pt x="69421" y="44057"/>
                    <a:pt x="69994" y="43709"/>
                  </a:cubicBezTo>
                  <a:close/>
                  <a:moveTo>
                    <a:pt x="117835" y="37760"/>
                  </a:moveTo>
                  <a:lnTo>
                    <a:pt x="117835" y="38731"/>
                  </a:lnTo>
                  <a:cubicBezTo>
                    <a:pt x="117611" y="41294"/>
                    <a:pt x="117113" y="43933"/>
                    <a:pt x="116416" y="46646"/>
                  </a:cubicBezTo>
                  <a:cubicBezTo>
                    <a:pt x="116416" y="46546"/>
                    <a:pt x="116416" y="46447"/>
                    <a:pt x="116441" y="46322"/>
                  </a:cubicBezTo>
                  <a:cubicBezTo>
                    <a:pt x="117212" y="43360"/>
                    <a:pt x="117685" y="40523"/>
                    <a:pt x="117835" y="37760"/>
                  </a:cubicBezTo>
                  <a:close/>
                  <a:moveTo>
                    <a:pt x="29496" y="40299"/>
                  </a:moveTo>
                  <a:cubicBezTo>
                    <a:pt x="29546" y="40299"/>
                    <a:pt x="29546" y="40324"/>
                    <a:pt x="29571" y="40324"/>
                  </a:cubicBezTo>
                  <a:cubicBezTo>
                    <a:pt x="27903" y="42415"/>
                    <a:pt x="26459" y="44530"/>
                    <a:pt x="25190" y="46671"/>
                  </a:cubicBezTo>
                  <a:cubicBezTo>
                    <a:pt x="25140" y="46671"/>
                    <a:pt x="25140" y="46646"/>
                    <a:pt x="25140" y="46646"/>
                  </a:cubicBezTo>
                  <a:cubicBezTo>
                    <a:pt x="26385" y="44505"/>
                    <a:pt x="27853" y="42390"/>
                    <a:pt x="29496" y="40299"/>
                  </a:cubicBezTo>
                  <a:close/>
                  <a:moveTo>
                    <a:pt x="115669" y="38332"/>
                  </a:moveTo>
                  <a:cubicBezTo>
                    <a:pt x="116242" y="40797"/>
                    <a:pt x="116441" y="43510"/>
                    <a:pt x="116242" y="46372"/>
                  </a:cubicBezTo>
                  <a:cubicBezTo>
                    <a:pt x="116217" y="46447"/>
                    <a:pt x="116192" y="46571"/>
                    <a:pt x="116167" y="46671"/>
                  </a:cubicBezTo>
                  <a:cubicBezTo>
                    <a:pt x="116416" y="43709"/>
                    <a:pt x="116217" y="40946"/>
                    <a:pt x="115619" y="38432"/>
                  </a:cubicBezTo>
                  <a:cubicBezTo>
                    <a:pt x="115669" y="38407"/>
                    <a:pt x="115669" y="38357"/>
                    <a:pt x="115669" y="38332"/>
                  </a:cubicBezTo>
                  <a:close/>
                  <a:moveTo>
                    <a:pt x="65663" y="46621"/>
                  </a:moveTo>
                  <a:lnTo>
                    <a:pt x="65663" y="46646"/>
                  </a:lnTo>
                  <a:lnTo>
                    <a:pt x="65663" y="46671"/>
                  </a:lnTo>
                  <a:lnTo>
                    <a:pt x="65613" y="46696"/>
                  </a:lnTo>
                  <a:lnTo>
                    <a:pt x="65613" y="46671"/>
                  </a:lnTo>
                  <a:lnTo>
                    <a:pt x="65613" y="46646"/>
                  </a:lnTo>
                  <a:lnTo>
                    <a:pt x="65663" y="46621"/>
                  </a:lnTo>
                  <a:close/>
                  <a:moveTo>
                    <a:pt x="91774" y="43684"/>
                  </a:moveTo>
                  <a:cubicBezTo>
                    <a:pt x="93068" y="44182"/>
                    <a:pt x="94188" y="44879"/>
                    <a:pt x="95134" y="45775"/>
                  </a:cubicBezTo>
                  <a:cubicBezTo>
                    <a:pt x="94885" y="45825"/>
                    <a:pt x="94661" y="45924"/>
                    <a:pt x="94412" y="45974"/>
                  </a:cubicBezTo>
                  <a:cubicBezTo>
                    <a:pt x="94387" y="45974"/>
                    <a:pt x="94313" y="46024"/>
                    <a:pt x="94288" y="46024"/>
                  </a:cubicBezTo>
                  <a:cubicBezTo>
                    <a:pt x="93964" y="46098"/>
                    <a:pt x="93665" y="46173"/>
                    <a:pt x="93342" y="46223"/>
                  </a:cubicBezTo>
                  <a:cubicBezTo>
                    <a:pt x="93317" y="46223"/>
                    <a:pt x="93292" y="46223"/>
                    <a:pt x="93217" y="46273"/>
                  </a:cubicBezTo>
                  <a:lnTo>
                    <a:pt x="92296" y="46447"/>
                  </a:lnTo>
                  <a:cubicBezTo>
                    <a:pt x="92272" y="46447"/>
                    <a:pt x="92197" y="46447"/>
                    <a:pt x="92172" y="46472"/>
                  </a:cubicBezTo>
                  <a:cubicBezTo>
                    <a:pt x="91848" y="46546"/>
                    <a:pt x="91550" y="46571"/>
                    <a:pt x="91226" y="46596"/>
                  </a:cubicBezTo>
                  <a:lnTo>
                    <a:pt x="91151" y="46596"/>
                  </a:lnTo>
                  <a:cubicBezTo>
                    <a:pt x="90454" y="46671"/>
                    <a:pt x="89807" y="46696"/>
                    <a:pt x="89110" y="46696"/>
                  </a:cubicBezTo>
                  <a:lnTo>
                    <a:pt x="89085" y="46696"/>
                  </a:lnTo>
                  <a:cubicBezTo>
                    <a:pt x="88563" y="46696"/>
                    <a:pt x="88040" y="46671"/>
                    <a:pt x="87542" y="46646"/>
                  </a:cubicBezTo>
                  <a:cubicBezTo>
                    <a:pt x="87418" y="46646"/>
                    <a:pt x="87244" y="46596"/>
                    <a:pt x="87119" y="46596"/>
                  </a:cubicBezTo>
                  <a:cubicBezTo>
                    <a:pt x="86696" y="46571"/>
                    <a:pt x="86248" y="46522"/>
                    <a:pt x="85825" y="46422"/>
                  </a:cubicBezTo>
                  <a:cubicBezTo>
                    <a:pt x="86099" y="45949"/>
                    <a:pt x="86347" y="45526"/>
                    <a:pt x="86596" y="45053"/>
                  </a:cubicBezTo>
                  <a:cubicBezTo>
                    <a:pt x="88314" y="44829"/>
                    <a:pt x="90081" y="44406"/>
                    <a:pt x="91774" y="43684"/>
                  </a:cubicBezTo>
                  <a:close/>
                  <a:moveTo>
                    <a:pt x="23871" y="45650"/>
                  </a:moveTo>
                  <a:lnTo>
                    <a:pt x="24891" y="46671"/>
                  </a:lnTo>
                  <a:cubicBezTo>
                    <a:pt x="24891" y="46671"/>
                    <a:pt x="24866" y="46696"/>
                    <a:pt x="24866" y="46746"/>
                  </a:cubicBezTo>
                  <a:lnTo>
                    <a:pt x="23846" y="45700"/>
                  </a:lnTo>
                  <a:cubicBezTo>
                    <a:pt x="23846" y="45675"/>
                    <a:pt x="23871" y="45675"/>
                    <a:pt x="23871" y="45650"/>
                  </a:cubicBezTo>
                  <a:close/>
                  <a:moveTo>
                    <a:pt x="25016" y="46795"/>
                  </a:moveTo>
                  <a:lnTo>
                    <a:pt x="25041" y="46820"/>
                  </a:lnTo>
                  <a:cubicBezTo>
                    <a:pt x="25041" y="46870"/>
                    <a:pt x="25016" y="46870"/>
                    <a:pt x="25016" y="46895"/>
                  </a:cubicBezTo>
                  <a:cubicBezTo>
                    <a:pt x="25016" y="46895"/>
                    <a:pt x="25016" y="46870"/>
                    <a:pt x="24991" y="46870"/>
                  </a:cubicBezTo>
                  <a:cubicBezTo>
                    <a:pt x="24991" y="46820"/>
                    <a:pt x="25016" y="46820"/>
                    <a:pt x="25016" y="46795"/>
                  </a:cubicBezTo>
                  <a:close/>
                  <a:moveTo>
                    <a:pt x="95283" y="45899"/>
                  </a:moveTo>
                  <a:lnTo>
                    <a:pt x="95308" y="45924"/>
                  </a:lnTo>
                  <a:lnTo>
                    <a:pt x="95333" y="45949"/>
                  </a:lnTo>
                  <a:cubicBezTo>
                    <a:pt x="93292" y="46571"/>
                    <a:pt x="91201" y="46895"/>
                    <a:pt x="89110" y="46895"/>
                  </a:cubicBezTo>
                  <a:cubicBezTo>
                    <a:pt x="88613" y="46895"/>
                    <a:pt x="88115" y="46845"/>
                    <a:pt x="87617" y="46820"/>
                  </a:cubicBezTo>
                  <a:cubicBezTo>
                    <a:pt x="87492" y="46820"/>
                    <a:pt x="87418" y="46795"/>
                    <a:pt x="87293" y="46795"/>
                  </a:cubicBezTo>
                  <a:cubicBezTo>
                    <a:pt x="86870" y="46770"/>
                    <a:pt x="86472" y="46696"/>
                    <a:pt x="86074" y="46646"/>
                  </a:cubicBezTo>
                  <a:cubicBezTo>
                    <a:pt x="85974" y="46646"/>
                    <a:pt x="85875" y="46621"/>
                    <a:pt x="85800" y="46621"/>
                  </a:cubicBezTo>
                  <a:lnTo>
                    <a:pt x="85675" y="46621"/>
                  </a:lnTo>
                  <a:cubicBezTo>
                    <a:pt x="85700" y="46571"/>
                    <a:pt x="85700" y="46571"/>
                    <a:pt x="85700" y="46546"/>
                  </a:cubicBezTo>
                  <a:cubicBezTo>
                    <a:pt x="86123" y="46646"/>
                    <a:pt x="86596" y="46696"/>
                    <a:pt x="87069" y="46746"/>
                  </a:cubicBezTo>
                  <a:cubicBezTo>
                    <a:pt x="87219" y="46746"/>
                    <a:pt x="87343" y="46770"/>
                    <a:pt x="87492" y="46770"/>
                  </a:cubicBezTo>
                  <a:cubicBezTo>
                    <a:pt x="88040" y="46795"/>
                    <a:pt x="88563" y="46820"/>
                    <a:pt x="89085" y="46820"/>
                  </a:cubicBezTo>
                  <a:lnTo>
                    <a:pt x="89110" y="46820"/>
                  </a:lnTo>
                  <a:cubicBezTo>
                    <a:pt x="91176" y="46820"/>
                    <a:pt x="93267" y="46522"/>
                    <a:pt x="95283" y="45899"/>
                  </a:cubicBezTo>
                  <a:close/>
                  <a:moveTo>
                    <a:pt x="109820" y="45451"/>
                  </a:moveTo>
                  <a:lnTo>
                    <a:pt x="109820" y="45451"/>
                  </a:lnTo>
                  <a:cubicBezTo>
                    <a:pt x="109596" y="46049"/>
                    <a:pt x="109347" y="46671"/>
                    <a:pt x="109098" y="47268"/>
                  </a:cubicBezTo>
                  <a:cubicBezTo>
                    <a:pt x="108998" y="46895"/>
                    <a:pt x="108949" y="46546"/>
                    <a:pt x="108849" y="46173"/>
                  </a:cubicBezTo>
                  <a:cubicBezTo>
                    <a:pt x="108973" y="46073"/>
                    <a:pt x="109073" y="46024"/>
                    <a:pt x="109197" y="45924"/>
                  </a:cubicBezTo>
                  <a:cubicBezTo>
                    <a:pt x="109372" y="45800"/>
                    <a:pt x="109571" y="45650"/>
                    <a:pt x="109720" y="45526"/>
                  </a:cubicBezTo>
                  <a:cubicBezTo>
                    <a:pt x="109745" y="45476"/>
                    <a:pt x="109770" y="45476"/>
                    <a:pt x="109820" y="45451"/>
                  </a:cubicBezTo>
                  <a:close/>
                  <a:moveTo>
                    <a:pt x="72657" y="45128"/>
                  </a:moveTo>
                  <a:cubicBezTo>
                    <a:pt x="72682" y="45401"/>
                    <a:pt x="72707" y="45675"/>
                    <a:pt x="72782" y="45949"/>
                  </a:cubicBezTo>
                  <a:cubicBezTo>
                    <a:pt x="72782" y="46073"/>
                    <a:pt x="72707" y="46173"/>
                    <a:pt x="72682" y="46273"/>
                  </a:cubicBezTo>
                  <a:cubicBezTo>
                    <a:pt x="72035" y="46571"/>
                    <a:pt x="71388" y="46945"/>
                    <a:pt x="70741" y="47293"/>
                  </a:cubicBezTo>
                  <a:cubicBezTo>
                    <a:pt x="71114" y="46671"/>
                    <a:pt x="71463" y="46024"/>
                    <a:pt x="71811" y="45401"/>
                  </a:cubicBezTo>
                  <a:lnTo>
                    <a:pt x="72657" y="45128"/>
                  </a:lnTo>
                  <a:close/>
                  <a:moveTo>
                    <a:pt x="70218" y="43883"/>
                  </a:moveTo>
                  <a:cubicBezTo>
                    <a:pt x="70741" y="44132"/>
                    <a:pt x="71189" y="44331"/>
                    <a:pt x="71687" y="44530"/>
                  </a:cubicBezTo>
                  <a:cubicBezTo>
                    <a:pt x="71637" y="44680"/>
                    <a:pt x="71537" y="44829"/>
                    <a:pt x="71438" y="45028"/>
                  </a:cubicBezTo>
                  <a:lnTo>
                    <a:pt x="71438" y="45053"/>
                  </a:lnTo>
                  <a:cubicBezTo>
                    <a:pt x="71438" y="45078"/>
                    <a:pt x="71413" y="45078"/>
                    <a:pt x="71413" y="45103"/>
                  </a:cubicBezTo>
                  <a:cubicBezTo>
                    <a:pt x="69670" y="45700"/>
                    <a:pt x="67853" y="46522"/>
                    <a:pt x="66061" y="47542"/>
                  </a:cubicBezTo>
                  <a:cubicBezTo>
                    <a:pt x="66061" y="47517"/>
                    <a:pt x="66061" y="47492"/>
                    <a:pt x="66036" y="47442"/>
                  </a:cubicBezTo>
                  <a:cubicBezTo>
                    <a:pt x="65987" y="47343"/>
                    <a:pt x="65987" y="47268"/>
                    <a:pt x="65962" y="47169"/>
                  </a:cubicBezTo>
                  <a:cubicBezTo>
                    <a:pt x="65937" y="47044"/>
                    <a:pt x="65912" y="46945"/>
                    <a:pt x="65862" y="46820"/>
                  </a:cubicBezTo>
                  <a:cubicBezTo>
                    <a:pt x="65937" y="46795"/>
                    <a:pt x="65987" y="46721"/>
                    <a:pt x="66061" y="46696"/>
                  </a:cubicBezTo>
                  <a:cubicBezTo>
                    <a:pt x="66708" y="46223"/>
                    <a:pt x="67331" y="45800"/>
                    <a:pt x="67978" y="45401"/>
                  </a:cubicBezTo>
                  <a:lnTo>
                    <a:pt x="68550" y="45028"/>
                  </a:lnTo>
                  <a:cubicBezTo>
                    <a:pt x="68550" y="45028"/>
                    <a:pt x="68575" y="45028"/>
                    <a:pt x="68575" y="45003"/>
                  </a:cubicBezTo>
                  <a:cubicBezTo>
                    <a:pt x="69173" y="44555"/>
                    <a:pt x="69695" y="44207"/>
                    <a:pt x="70218" y="43883"/>
                  </a:cubicBezTo>
                  <a:close/>
                  <a:moveTo>
                    <a:pt x="71360" y="45795"/>
                  </a:moveTo>
                  <a:lnTo>
                    <a:pt x="71360" y="45795"/>
                  </a:lnTo>
                  <a:cubicBezTo>
                    <a:pt x="71175" y="46103"/>
                    <a:pt x="71032" y="46409"/>
                    <a:pt x="70890" y="46646"/>
                  </a:cubicBezTo>
                  <a:cubicBezTo>
                    <a:pt x="70790" y="46795"/>
                    <a:pt x="70716" y="46920"/>
                    <a:pt x="70641" y="47069"/>
                  </a:cubicBezTo>
                  <a:cubicBezTo>
                    <a:pt x="70616" y="47069"/>
                    <a:pt x="70616" y="47094"/>
                    <a:pt x="70566" y="47144"/>
                  </a:cubicBezTo>
                  <a:cubicBezTo>
                    <a:pt x="70517" y="47268"/>
                    <a:pt x="70417" y="47393"/>
                    <a:pt x="70318" y="47542"/>
                  </a:cubicBezTo>
                  <a:lnTo>
                    <a:pt x="70293" y="47567"/>
                  </a:lnTo>
                  <a:cubicBezTo>
                    <a:pt x="70656" y="46961"/>
                    <a:pt x="71020" y="46355"/>
                    <a:pt x="71360" y="45795"/>
                  </a:cubicBezTo>
                  <a:close/>
                  <a:moveTo>
                    <a:pt x="98445" y="45028"/>
                  </a:moveTo>
                  <a:cubicBezTo>
                    <a:pt x="98046" y="45849"/>
                    <a:pt x="97573" y="46746"/>
                    <a:pt x="97125" y="47642"/>
                  </a:cubicBezTo>
                  <a:cubicBezTo>
                    <a:pt x="96777" y="47044"/>
                    <a:pt x="96403" y="46497"/>
                    <a:pt x="95931" y="45999"/>
                  </a:cubicBezTo>
                  <a:cubicBezTo>
                    <a:pt x="96080" y="45924"/>
                    <a:pt x="96254" y="45899"/>
                    <a:pt x="96403" y="45825"/>
                  </a:cubicBezTo>
                  <a:cubicBezTo>
                    <a:pt x="96453" y="45800"/>
                    <a:pt x="96553" y="45775"/>
                    <a:pt x="96627" y="45775"/>
                  </a:cubicBezTo>
                  <a:cubicBezTo>
                    <a:pt x="96901" y="45675"/>
                    <a:pt x="97150" y="45551"/>
                    <a:pt x="97424" y="45451"/>
                  </a:cubicBezTo>
                  <a:cubicBezTo>
                    <a:pt x="97524" y="45426"/>
                    <a:pt x="97573" y="45401"/>
                    <a:pt x="97673" y="45377"/>
                  </a:cubicBezTo>
                  <a:cubicBezTo>
                    <a:pt x="97922" y="45277"/>
                    <a:pt x="98171" y="45153"/>
                    <a:pt x="98420" y="45028"/>
                  </a:cubicBezTo>
                  <a:close/>
                  <a:moveTo>
                    <a:pt x="65713" y="46920"/>
                  </a:moveTo>
                  <a:cubicBezTo>
                    <a:pt x="65762" y="47019"/>
                    <a:pt x="65762" y="47069"/>
                    <a:pt x="65787" y="47169"/>
                  </a:cubicBezTo>
                  <a:cubicBezTo>
                    <a:pt x="65812" y="47194"/>
                    <a:pt x="65837" y="47318"/>
                    <a:pt x="65837" y="47418"/>
                  </a:cubicBezTo>
                  <a:cubicBezTo>
                    <a:pt x="65837" y="47467"/>
                    <a:pt x="65887" y="47542"/>
                    <a:pt x="65887" y="47642"/>
                  </a:cubicBezTo>
                  <a:cubicBezTo>
                    <a:pt x="65837" y="47642"/>
                    <a:pt x="65837" y="47667"/>
                    <a:pt x="65812" y="47667"/>
                  </a:cubicBezTo>
                  <a:cubicBezTo>
                    <a:pt x="65812" y="47592"/>
                    <a:pt x="65787" y="47542"/>
                    <a:pt x="65787" y="47467"/>
                  </a:cubicBezTo>
                  <a:lnTo>
                    <a:pt x="65688" y="47094"/>
                  </a:lnTo>
                  <a:cubicBezTo>
                    <a:pt x="65688" y="47044"/>
                    <a:pt x="65663" y="46970"/>
                    <a:pt x="65663" y="46945"/>
                  </a:cubicBezTo>
                  <a:cubicBezTo>
                    <a:pt x="65688" y="46945"/>
                    <a:pt x="65688" y="46920"/>
                    <a:pt x="65713" y="46920"/>
                  </a:cubicBezTo>
                  <a:close/>
                  <a:moveTo>
                    <a:pt x="108650" y="46322"/>
                  </a:moveTo>
                  <a:cubicBezTo>
                    <a:pt x="108650" y="46397"/>
                    <a:pt x="108675" y="46422"/>
                    <a:pt x="108675" y="46472"/>
                  </a:cubicBezTo>
                  <a:cubicBezTo>
                    <a:pt x="108774" y="46795"/>
                    <a:pt x="108874" y="47169"/>
                    <a:pt x="108949" y="47542"/>
                  </a:cubicBezTo>
                  <a:lnTo>
                    <a:pt x="108949" y="47592"/>
                  </a:lnTo>
                  <a:cubicBezTo>
                    <a:pt x="108949" y="47642"/>
                    <a:pt x="108899" y="47642"/>
                    <a:pt x="108899" y="47667"/>
                  </a:cubicBezTo>
                  <a:cubicBezTo>
                    <a:pt x="108899" y="47691"/>
                    <a:pt x="108899" y="47691"/>
                    <a:pt x="108874" y="47716"/>
                  </a:cubicBezTo>
                  <a:lnTo>
                    <a:pt x="108874" y="47642"/>
                  </a:lnTo>
                  <a:cubicBezTo>
                    <a:pt x="108874" y="47592"/>
                    <a:pt x="108874" y="47567"/>
                    <a:pt x="108849" y="47517"/>
                  </a:cubicBezTo>
                  <a:cubicBezTo>
                    <a:pt x="108849" y="47442"/>
                    <a:pt x="108799" y="47393"/>
                    <a:pt x="108799" y="47343"/>
                  </a:cubicBezTo>
                  <a:lnTo>
                    <a:pt x="108625" y="46522"/>
                  </a:lnTo>
                  <a:cubicBezTo>
                    <a:pt x="108625" y="46472"/>
                    <a:pt x="108600" y="46422"/>
                    <a:pt x="108600" y="46397"/>
                  </a:cubicBezTo>
                  <a:lnTo>
                    <a:pt x="108625" y="46347"/>
                  </a:lnTo>
                  <a:lnTo>
                    <a:pt x="108650" y="46322"/>
                  </a:lnTo>
                  <a:close/>
                  <a:moveTo>
                    <a:pt x="110200" y="45149"/>
                  </a:moveTo>
                  <a:cubicBezTo>
                    <a:pt x="109857" y="46029"/>
                    <a:pt x="109490" y="46885"/>
                    <a:pt x="109148" y="47741"/>
                  </a:cubicBezTo>
                  <a:lnTo>
                    <a:pt x="109148" y="47642"/>
                  </a:lnTo>
                  <a:cubicBezTo>
                    <a:pt x="109496" y="46820"/>
                    <a:pt x="109845" y="45974"/>
                    <a:pt x="110143" y="45177"/>
                  </a:cubicBezTo>
                  <a:cubicBezTo>
                    <a:pt x="110169" y="45165"/>
                    <a:pt x="110188" y="45159"/>
                    <a:pt x="110200" y="45149"/>
                  </a:cubicBezTo>
                  <a:close/>
                  <a:moveTo>
                    <a:pt x="71288" y="45327"/>
                  </a:moveTo>
                  <a:cubicBezTo>
                    <a:pt x="71288" y="45377"/>
                    <a:pt x="71263" y="45401"/>
                    <a:pt x="71263" y="45426"/>
                  </a:cubicBezTo>
                  <a:cubicBezTo>
                    <a:pt x="69571" y="46024"/>
                    <a:pt x="67878" y="46795"/>
                    <a:pt x="66136" y="47766"/>
                  </a:cubicBezTo>
                  <a:cubicBezTo>
                    <a:pt x="66086" y="47766"/>
                    <a:pt x="66086" y="47741"/>
                    <a:pt x="66086" y="47691"/>
                  </a:cubicBezTo>
                  <a:cubicBezTo>
                    <a:pt x="67878" y="46746"/>
                    <a:pt x="69621" y="45924"/>
                    <a:pt x="71288" y="45327"/>
                  </a:cubicBezTo>
                  <a:close/>
                  <a:moveTo>
                    <a:pt x="72184" y="46820"/>
                  </a:moveTo>
                  <a:lnTo>
                    <a:pt x="72184" y="46820"/>
                  </a:lnTo>
                  <a:cubicBezTo>
                    <a:pt x="71736" y="47069"/>
                    <a:pt x="71263" y="47318"/>
                    <a:pt x="70815" y="47567"/>
                  </a:cubicBezTo>
                  <a:cubicBezTo>
                    <a:pt x="70790" y="47567"/>
                    <a:pt x="70790" y="47617"/>
                    <a:pt x="70766" y="47617"/>
                  </a:cubicBezTo>
                  <a:cubicBezTo>
                    <a:pt x="70691" y="47642"/>
                    <a:pt x="70641" y="47667"/>
                    <a:pt x="70542" y="47741"/>
                  </a:cubicBezTo>
                  <a:cubicBezTo>
                    <a:pt x="70517" y="47741"/>
                    <a:pt x="70492" y="47766"/>
                    <a:pt x="70492" y="47766"/>
                  </a:cubicBezTo>
                  <a:lnTo>
                    <a:pt x="70517" y="47741"/>
                  </a:lnTo>
                  <a:cubicBezTo>
                    <a:pt x="70616" y="47642"/>
                    <a:pt x="70741" y="47567"/>
                    <a:pt x="70840" y="47517"/>
                  </a:cubicBezTo>
                  <a:cubicBezTo>
                    <a:pt x="71363" y="47268"/>
                    <a:pt x="71786" y="47019"/>
                    <a:pt x="72184" y="46820"/>
                  </a:cubicBezTo>
                  <a:close/>
                  <a:moveTo>
                    <a:pt x="95756" y="46049"/>
                  </a:moveTo>
                  <a:cubicBezTo>
                    <a:pt x="96254" y="46571"/>
                    <a:pt x="96652" y="47169"/>
                    <a:pt x="97026" y="47816"/>
                  </a:cubicBezTo>
                  <a:cubicBezTo>
                    <a:pt x="97026" y="47866"/>
                    <a:pt x="97001" y="47866"/>
                    <a:pt x="97001" y="47891"/>
                  </a:cubicBezTo>
                  <a:cubicBezTo>
                    <a:pt x="96627" y="47243"/>
                    <a:pt x="96179" y="46621"/>
                    <a:pt x="95682" y="46049"/>
                  </a:cubicBezTo>
                  <a:close/>
                  <a:moveTo>
                    <a:pt x="98818" y="44829"/>
                  </a:moveTo>
                  <a:cubicBezTo>
                    <a:pt x="98320" y="45874"/>
                    <a:pt x="97822" y="46870"/>
                    <a:pt x="97300" y="47891"/>
                  </a:cubicBezTo>
                  <a:lnTo>
                    <a:pt x="97250" y="47816"/>
                  </a:lnTo>
                  <a:cubicBezTo>
                    <a:pt x="97772" y="46820"/>
                    <a:pt x="98270" y="45849"/>
                    <a:pt x="98743" y="44879"/>
                  </a:cubicBezTo>
                  <a:cubicBezTo>
                    <a:pt x="98768" y="44879"/>
                    <a:pt x="98793" y="44829"/>
                    <a:pt x="98818" y="44829"/>
                  </a:cubicBezTo>
                  <a:close/>
                  <a:moveTo>
                    <a:pt x="65912" y="47816"/>
                  </a:moveTo>
                  <a:lnTo>
                    <a:pt x="65912" y="47891"/>
                  </a:lnTo>
                  <a:cubicBezTo>
                    <a:pt x="65862" y="47891"/>
                    <a:pt x="65862" y="47915"/>
                    <a:pt x="65837" y="47915"/>
                  </a:cubicBezTo>
                  <a:lnTo>
                    <a:pt x="65837" y="47866"/>
                  </a:lnTo>
                  <a:cubicBezTo>
                    <a:pt x="65862" y="47816"/>
                    <a:pt x="65912" y="47816"/>
                    <a:pt x="65912" y="47816"/>
                  </a:cubicBezTo>
                  <a:close/>
                  <a:moveTo>
                    <a:pt x="70069" y="47915"/>
                  </a:moveTo>
                  <a:cubicBezTo>
                    <a:pt x="70069" y="47928"/>
                    <a:pt x="70069" y="47934"/>
                    <a:pt x="70075" y="47934"/>
                  </a:cubicBezTo>
                  <a:cubicBezTo>
                    <a:pt x="70081" y="47934"/>
                    <a:pt x="70094" y="47928"/>
                    <a:pt x="70118" y="47915"/>
                  </a:cubicBezTo>
                  <a:lnTo>
                    <a:pt x="70118" y="47915"/>
                  </a:lnTo>
                  <a:cubicBezTo>
                    <a:pt x="70118" y="47940"/>
                    <a:pt x="70069" y="47940"/>
                    <a:pt x="70069" y="47940"/>
                  </a:cubicBezTo>
                  <a:lnTo>
                    <a:pt x="70044" y="47990"/>
                  </a:lnTo>
                  <a:cubicBezTo>
                    <a:pt x="70044" y="47990"/>
                    <a:pt x="70044" y="47940"/>
                    <a:pt x="70069" y="47940"/>
                  </a:cubicBezTo>
                  <a:lnTo>
                    <a:pt x="70069" y="47915"/>
                  </a:lnTo>
                  <a:close/>
                  <a:moveTo>
                    <a:pt x="116167" y="47368"/>
                  </a:moveTo>
                  <a:cubicBezTo>
                    <a:pt x="116167" y="47492"/>
                    <a:pt x="116117" y="47642"/>
                    <a:pt x="116092" y="47766"/>
                  </a:cubicBezTo>
                  <a:cubicBezTo>
                    <a:pt x="116067" y="47891"/>
                    <a:pt x="116043" y="48015"/>
                    <a:pt x="115993" y="48115"/>
                  </a:cubicBezTo>
                  <a:cubicBezTo>
                    <a:pt x="115993" y="47990"/>
                    <a:pt x="116043" y="47891"/>
                    <a:pt x="116043" y="47766"/>
                  </a:cubicBezTo>
                  <a:cubicBezTo>
                    <a:pt x="116092" y="47642"/>
                    <a:pt x="116117" y="47517"/>
                    <a:pt x="116167" y="47368"/>
                  </a:cubicBezTo>
                  <a:close/>
                  <a:moveTo>
                    <a:pt x="97125" y="48015"/>
                  </a:moveTo>
                  <a:cubicBezTo>
                    <a:pt x="97125" y="48040"/>
                    <a:pt x="97150" y="48040"/>
                    <a:pt x="97150" y="48065"/>
                  </a:cubicBezTo>
                  <a:cubicBezTo>
                    <a:pt x="97150" y="48115"/>
                    <a:pt x="97150" y="48115"/>
                    <a:pt x="97125" y="48139"/>
                  </a:cubicBezTo>
                  <a:cubicBezTo>
                    <a:pt x="97125" y="48115"/>
                    <a:pt x="97076" y="48065"/>
                    <a:pt x="97076" y="48065"/>
                  </a:cubicBezTo>
                  <a:cubicBezTo>
                    <a:pt x="97076" y="48040"/>
                    <a:pt x="97125" y="48040"/>
                    <a:pt x="97125" y="48015"/>
                  </a:cubicBezTo>
                  <a:close/>
                  <a:moveTo>
                    <a:pt x="108973" y="47915"/>
                  </a:moveTo>
                  <a:cubicBezTo>
                    <a:pt x="108973" y="47940"/>
                    <a:pt x="108973" y="48015"/>
                    <a:pt x="108998" y="48040"/>
                  </a:cubicBezTo>
                  <a:cubicBezTo>
                    <a:pt x="108998" y="48065"/>
                    <a:pt x="108973" y="48065"/>
                    <a:pt x="108973" y="48115"/>
                  </a:cubicBezTo>
                  <a:cubicBezTo>
                    <a:pt x="108973" y="48139"/>
                    <a:pt x="108949" y="48139"/>
                    <a:pt x="108949" y="48164"/>
                  </a:cubicBezTo>
                  <a:lnTo>
                    <a:pt x="108949" y="48115"/>
                  </a:lnTo>
                  <a:lnTo>
                    <a:pt x="108949" y="48040"/>
                  </a:lnTo>
                  <a:lnTo>
                    <a:pt x="108949" y="47990"/>
                  </a:lnTo>
                  <a:cubicBezTo>
                    <a:pt x="108949" y="47940"/>
                    <a:pt x="108973" y="47940"/>
                    <a:pt x="108973" y="47915"/>
                  </a:cubicBezTo>
                  <a:close/>
                  <a:moveTo>
                    <a:pt x="75570" y="45576"/>
                  </a:moveTo>
                  <a:lnTo>
                    <a:pt x="75570" y="45576"/>
                  </a:lnTo>
                  <a:cubicBezTo>
                    <a:pt x="75097" y="46447"/>
                    <a:pt x="74524" y="47318"/>
                    <a:pt x="73952" y="48189"/>
                  </a:cubicBezTo>
                  <a:cubicBezTo>
                    <a:pt x="73703" y="47642"/>
                    <a:pt x="73529" y="47069"/>
                    <a:pt x="73379" y="46522"/>
                  </a:cubicBezTo>
                  <a:cubicBezTo>
                    <a:pt x="73653" y="46397"/>
                    <a:pt x="73927" y="46273"/>
                    <a:pt x="74250" y="46098"/>
                  </a:cubicBezTo>
                  <a:cubicBezTo>
                    <a:pt x="74350" y="46073"/>
                    <a:pt x="74474" y="46024"/>
                    <a:pt x="74549" y="45974"/>
                  </a:cubicBezTo>
                  <a:cubicBezTo>
                    <a:pt x="74599" y="45949"/>
                    <a:pt x="74649" y="45949"/>
                    <a:pt x="74674" y="45924"/>
                  </a:cubicBezTo>
                  <a:cubicBezTo>
                    <a:pt x="74997" y="45800"/>
                    <a:pt x="75296" y="45675"/>
                    <a:pt x="75570" y="45576"/>
                  </a:cubicBezTo>
                  <a:close/>
                  <a:moveTo>
                    <a:pt x="73205" y="46621"/>
                  </a:moveTo>
                  <a:cubicBezTo>
                    <a:pt x="73379" y="47194"/>
                    <a:pt x="73553" y="47791"/>
                    <a:pt x="73852" y="48388"/>
                  </a:cubicBezTo>
                  <a:cubicBezTo>
                    <a:pt x="73852" y="48413"/>
                    <a:pt x="73802" y="48413"/>
                    <a:pt x="73802" y="48438"/>
                  </a:cubicBezTo>
                  <a:cubicBezTo>
                    <a:pt x="73529" y="47866"/>
                    <a:pt x="73304" y="47243"/>
                    <a:pt x="73155" y="46646"/>
                  </a:cubicBezTo>
                  <a:cubicBezTo>
                    <a:pt x="73180" y="46646"/>
                    <a:pt x="73180" y="46621"/>
                    <a:pt x="73205" y="46621"/>
                  </a:cubicBezTo>
                  <a:close/>
                  <a:moveTo>
                    <a:pt x="75941" y="45497"/>
                  </a:moveTo>
                  <a:cubicBezTo>
                    <a:pt x="75352" y="46477"/>
                    <a:pt x="74738" y="47458"/>
                    <a:pt x="74051" y="48438"/>
                  </a:cubicBezTo>
                  <a:lnTo>
                    <a:pt x="74051" y="48413"/>
                  </a:lnTo>
                  <a:cubicBezTo>
                    <a:pt x="74723" y="47442"/>
                    <a:pt x="75346" y="46447"/>
                    <a:pt x="75918" y="45501"/>
                  </a:cubicBezTo>
                  <a:cubicBezTo>
                    <a:pt x="75927" y="45501"/>
                    <a:pt x="75935" y="45499"/>
                    <a:pt x="75941" y="45497"/>
                  </a:cubicBezTo>
                  <a:close/>
                  <a:moveTo>
                    <a:pt x="79502" y="44555"/>
                  </a:moveTo>
                  <a:cubicBezTo>
                    <a:pt x="79751" y="44704"/>
                    <a:pt x="79975" y="44829"/>
                    <a:pt x="80224" y="44953"/>
                  </a:cubicBezTo>
                  <a:cubicBezTo>
                    <a:pt x="81519" y="45675"/>
                    <a:pt x="82888" y="46198"/>
                    <a:pt x="84381" y="46571"/>
                  </a:cubicBezTo>
                  <a:cubicBezTo>
                    <a:pt x="84431" y="46571"/>
                    <a:pt x="84456" y="46621"/>
                    <a:pt x="84481" y="46621"/>
                  </a:cubicBezTo>
                  <a:cubicBezTo>
                    <a:pt x="84680" y="46646"/>
                    <a:pt x="84829" y="46696"/>
                    <a:pt x="85003" y="46746"/>
                  </a:cubicBezTo>
                  <a:lnTo>
                    <a:pt x="85053" y="46770"/>
                  </a:lnTo>
                  <a:cubicBezTo>
                    <a:pt x="84705" y="47368"/>
                    <a:pt x="84331" y="48015"/>
                    <a:pt x="83933" y="48662"/>
                  </a:cubicBezTo>
                  <a:lnTo>
                    <a:pt x="83560" y="48488"/>
                  </a:lnTo>
                  <a:lnTo>
                    <a:pt x="83186" y="48289"/>
                  </a:lnTo>
                  <a:cubicBezTo>
                    <a:pt x="83062" y="48239"/>
                    <a:pt x="82962" y="48164"/>
                    <a:pt x="82838" y="48115"/>
                  </a:cubicBezTo>
                  <a:cubicBezTo>
                    <a:pt x="82763" y="48065"/>
                    <a:pt x="82713" y="48040"/>
                    <a:pt x="82614" y="47990"/>
                  </a:cubicBezTo>
                  <a:cubicBezTo>
                    <a:pt x="82489" y="47915"/>
                    <a:pt x="82390" y="47866"/>
                    <a:pt x="82265" y="47791"/>
                  </a:cubicBezTo>
                  <a:cubicBezTo>
                    <a:pt x="82091" y="47691"/>
                    <a:pt x="81917" y="47567"/>
                    <a:pt x="81743" y="47492"/>
                  </a:cubicBezTo>
                  <a:cubicBezTo>
                    <a:pt x="81643" y="47418"/>
                    <a:pt x="81519" y="47368"/>
                    <a:pt x="81394" y="47293"/>
                  </a:cubicBezTo>
                  <a:cubicBezTo>
                    <a:pt x="81245" y="47194"/>
                    <a:pt x="81095" y="47069"/>
                    <a:pt x="80921" y="46994"/>
                  </a:cubicBezTo>
                  <a:cubicBezTo>
                    <a:pt x="80822" y="46895"/>
                    <a:pt x="80672" y="46820"/>
                    <a:pt x="80573" y="46746"/>
                  </a:cubicBezTo>
                  <a:cubicBezTo>
                    <a:pt x="80448" y="46646"/>
                    <a:pt x="80274" y="46522"/>
                    <a:pt x="80150" y="46422"/>
                  </a:cubicBezTo>
                  <a:lnTo>
                    <a:pt x="79776" y="46148"/>
                  </a:lnTo>
                  <a:cubicBezTo>
                    <a:pt x="79652" y="46049"/>
                    <a:pt x="79527" y="45949"/>
                    <a:pt x="79428" y="45825"/>
                  </a:cubicBezTo>
                  <a:cubicBezTo>
                    <a:pt x="79303" y="45700"/>
                    <a:pt x="79179" y="45625"/>
                    <a:pt x="79054" y="45501"/>
                  </a:cubicBezTo>
                  <a:cubicBezTo>
                    <a:pt x="79029" y="45451"/>
                    <a:pt x="79005" y="45426"/>
                    <a:pt x="78930" y="45401"/>
                  </a:cubicBezTo>
                  <a:cubicBezTo>
                    <a:pt x="78880" y="45327"/>
                    <a:pt x="78830" y="45277"/>
                    <a:pt x="78731" y="45202"/>
                  </a:cubicBezTo>
                  <a:cubicBezTo>
                    <a:pt x="78606" y="45078"/>
                    <a:pt x="78482" y="44953"/>
                    <a:pt x="78357" y="44879"/>
                  </a:cubicBezTo>
                  <a:cubicBezTo>
                    <a:pt x="78357" y="44829"/>
                    <a:pt x="78308" y="44804"/>
                    <a:pt x="78308" y="44779"/>
                  </a:cubicBezTo>
                  <a:cubicBezTo>
                    <a:pt x="78731" y="44680"/>
                    <a:pt x="79129" y="44580"/>
                    <a:pt x="79502" y="44555"/>
                  </a:cubicBezTo>
                  <a:close/>
                  <a:moveTo>
                    <a:pt x="73949" y="48625"/>
                  </a:moveTo>
                  <a:cubicBezTo>
                    <a:pt x="73951" y="48628"/>
                    <a:pt x="73952" y="48632"/>
                    <a:pt x="73952" y="48637"/>
                  </a:cubicBezTo>
                  <a:cubicBezTo>
                    <a:pt x="73952" y="48662"/>
                    <a:pt x="73927" y="48662"/>
                    <a:pt x="73927" y="48687"/>
                  </a:cubicBezTo>
                  <a:lnTo>
                    <a:pt x="73927" y="48662"/>
                  </a:lnTo>
                  <a:cubicBezTo>
                    <a:pt x="73927" y="48642"/>
                    <a:pt x="73943" y="48638"/>
                    <a:pt x="73949" y="48625"/>
                  </a:cubicBezTo>
                  <a:close/>
                  <a:moveTo>
                    <a:pt x="85227" y="46820"/>
                  </a:moveTo>
                  <a:cubicBezTo>
                    <a:pt x="85227" y="46870"/>
                    <a:pt x="85252" y="46870"/>
                    <a:pt x="85252" y="46895"/>
                  </a:cubicBezTo>
                  <a:lnTo>
                    <a:pt x="84132" y="48762"/>
                  </a:lnTo>
                  <a:cubicBezTo>
                    <a:pt x="84107" y="48762"/>
                    <a:pt x="84107" y="48762"/>
                    <a:pt x="84082" y="48737"/>
                  </a:cubicBezTo>
                  <a:cubicBezTo>
                    <a:pt x="84481" y="48115"/>
                    <a:pt x="84854" y="47492"/>
                    <a:pt x="85227" y="46820"/>
                  </a:cubicBezTo>
                  <a:close/>
                  <a:moveTo>
                    <a:pt x="78482" y="45153"/>
                  </a:moveTo>
                  <a:lnTo>
                    <a:pt x="78482" y="45153"/>
                  </a:lnTo>
                  <a:cubicBezTo>
                    <a:pt x="78631" y="45302"/>
                    <a:pt x="78781" y="45451"/>
                    <a:pt x="78930" y="45576"/>
                  </a:cubicBezTo>
                  <a:cubicBezTo>
                    <a:pt x="78980" y="45625"/>
                    <a:pt x="79005" y="45650"/>
                    <a:pt x="79029" y="45650"/>
                  </a:cubicBezTo>
                  <a:cubicBezTo>
                    <a:pt x="79154" y="45775"/>
                    <a:pt x="79278" y="45874"/>
                    <a:pt x="79403" y="45999"/>
                  </a:cubicBezTo>
                  <a:cubicBezTo>
                    <a:pt x="79502" y="46049"/>
                    <a:pt x="79602" y="46148"/>
                    <a:pt x="79677" y="46198"/>
                  </a:cubicBezTo>
                  <a:cubicBezTo>
                    <a:pt x="79751" y="46273"/>
                    <a:pt x="79801" y="46298"/>
                    <a:pt x="79876" y="46322"/>
                  </a:cubicBezTo>
                  <a:cubicBezTo>
                    <a:pt x="79926" y="46372"/>
                    <a:pt x="79975" y="46422"/>
                    <a:pt x="80025" y="46447"/>
                  </a:cubicBezTo>
                  <a:cubicBezTo>
                    <a:pt x="80100" y="46522"/>
                    <a:pt x="80174" y="46571"/>
                    <a:pt x="80249" y="46621"/>
                  </a:cubicBezTo>
                  <a:cubicBezTo>
                    <a:pt x="80349" y="46671"/>
                    <a:pt x="80398" y="46746"/>
                    <a:pt x="80498" y="46795"/>
                  </a:cubicBezTo>
                  <a:lnTo>
                    <a:pt x="80772" y="46994"/>
                  </a:lnTo>
                  <a:cubicBezTo>
                    <a:pt x="80871" y="47044"/>
                    <a:pt x="80971" y="47119"/>
                    <a:pt x="81095" y="47194"/>
                  </a:cubicBezTo>
                  <a:cubicBezTo>
                    <a:pt x="81195" y="47268"/>
                    <a:pt x="81245" y="47318"/>
                    <a:pt x="81344" y="47393"/>
                  </a:cubicBezTo>
                  <a:lnTo>
                    <a:pt x="81618" y="47567"/>
                  </a:lnTo>
                  <a:cubicBezTo>
                    <a:pt x="81817" y="47691"/>
                    <a:pt x="81991" y="47816"/>
                    <a:pt x="82216" y="47915"/>
                  </a:cubicBezTo>
                  <a:cubicBezTo>
                    <a:pt x="82290" y="47940"/>
                    <a:pt x="82365" y="48015"/>
                    <a:pt x="82464" y="48040"/>
                  </a:cubicBezTo>
                  <a:cubicBezTo>
                    <a:pt x="82514" y="48065"/>
                    <a:pt x="82589" y="48115"/>
                    <a:pt x="82664" y="48164"/>
                  </a:cubicBezTo>
                  <a:lnTo>
                    <a:pt x="82863" y="48264"/>
                  </a:lnTo>
                  <a:cubicBezTo>
                    <a:pt x="82962" y="48314"/>
                    <a:pt x="83062" y="48363"/>
                    <a:pt x="83136" y="48413"/>
                  </a:cubicBezTo>
                  <a:lnTo>
                    <a:pt x="83336" y="48513"/>
                  </a:lnTo>
                  <a:cubicBezTo>
                    <a:pt x="83510" y="48612"/>
                    <a:pt x="83709" y="48687"/>
                    <a:pt x="83883" y="48762"/>
                  </a:cubicBezTo>
                  <a:lnTo>
                    <a:pt x="83858" y="48787"/>
                  </a:lnTo>
                  <a:cubicBezTo>
                    <a:pt x="83634" y="48787"/>
                    <a:pt x="83510" y="48762"/>
                    <a:pt x="83385" y="48687"/>
                  </a:cubicBezTo>
                  <a:cubicBezTo>
                    <a:pt x="83336" y="48662"/>
                    <a:pt x="83311" y="48662"/>
                    <a:pt x="83236" y="48637"/>
                  </a:cubicBezTo>
                  <a:cubicBezTo>
                    <a:pt x="82987" y="48513"/>
                    <a:pt x="82763" y="48388"/>
                    <a:pt x="82514" y="48264"/>
                  </a:cubicBezTo>
                  <a:cubicBezTo>
                    <a:pt x="82464" y="48239"/>
                    <a:pt x="82365" y="48189"/>
                    <a:pt x="82315" y="48139"/>
                  </a:cubicBezTo>
                  <a:cubicBezTo>
                    <a:pt x="82091" y="48015"/>
                    <a:pt x="81892" y="47891"/>
                    <a:pt x="81718" y="47791"/>
                  </a:cubicBezTo>
                  <a:lnTo>
                    <a:pt x="81444" y="47617"/>
                  </a:lnTo>
                  <a:cubicBezTo>
                    <a:pt x="81245" y="47492"/>
                    <a:pt x="81095" y="47393"/>
                    <a:pt x="80946" y="47268"/>
                  </a:cubicBezTo>
                  <a:cubicBezTo>
                    <a:pt x="80822" y="47169"/>
                    <a:pt x="80722" y="47119"/>
                    <a:pt x="80598" y="47019"/>
                  </a:cubicBezTo>
                  <a:cubicBezTo>
                    <a:pt x="80448" y="46920"/>
                    <a:pt x="80324" y="46795"/>
                    <a:pt x="80150" y="46696"/>
                  </a:cubicBezTo>
                  <a:cubicBezTo>
                    <a:pt x="80025" y="46621"/>
                    <a:pt x="79901" y="46522"/>
                    <a:pt x="79776" y="46397"/>
                  </a:cubicBezTo>
                  <a:cubicBezTo>
                    <a:pt x="79726" y="46372"/>
                    <a:pt x="79702" y="46298"/>
                    <a:pt x="79627" y="46273"/>
                  </a:cubicBezTo>
                  <a:cubicBezTo>
                    <a:pt x="79577" y="46198"/>
                    <a:pt x="79477" y="46148"/>
                    <a:pt x="79403" y="46073"/>
                  </a:cubicBezTo>
                  <a:cubicBezTo>
                    <a:pt x="79278" y="45949"/>
                    <a:pt x="79129" y="45825"/>
                    <a:pt x="79005" y="45750"/>
                  </a:cubicBezTo>
                  <a:cubicBezTo>
                    <a:pt x="78905" y="45650"/>
                    <a:pt x="78781" y="45551"/>
                    <a:pt x="78706" y="45451"/>
                  </a:cubicBezTo>
                  <a:lnTo>
                    <a:pt x="78507" y="45277"/>
                  </a:lnTo>
                  <a:lnTo>
                    <a:pt x="78507" y="45202"/>
                  </a:lnTo>
                  <a:lnTo>
                    <a:pt x="78482" y="45153"/>
                  </a:lnTo>
                  <a:close/>
                  <a:moveTo>
                    <a:pt x="84008" y="48886"/>
                  </a:moveTo>
                  <a:cubicBezTo>
                    <a:pt x="84008" y="48911"/>
                    <a:pt x="84008" y="48911"/>
                    <a:pt x="84057" y="48911"/>
                  </a:cubicBezTo>
                  <a:cubicBezTo>
                    <a:pt x="84057" y="48911"/>
                    <a:pt x="84057" y="48936"/>
                    <a:pt x="84008" y="48936"/>
                  </a:cubicBezTo>
                  <a:cubicBezTo>
                    <a:pt x="83983" y="48936"/>
                    <a:pt x="83983" y="48911"/>
                    <a:pt x="83958" y="48911"/>
                  </a:cubicBezTo>
                  <a:cubicBezTo>
                    <a:pt x="83958" y="48911"/>
                    <a:pt x="83958" y="48886"/>
                    <a:pt x="83983" y="48886"/>
                  </a:cubicBezTo>
                  <a:close/>
                  <a:moveTo>
                    <a:pt x="63273" y="41294"/>
                  </a:moveTo>
                  <a:cubicBezTo>
                    <a:pt x="63697" y="42066"/>
                    <a:pt x="64045" y="42813"/>
                    <a:pt x="64319" y="43535"/>
                  </a:cubicBezTo>
                  <a:cubicBezTo>
                    <a:pt x="64369" y="43659"/>
                    <a:pt x="64443" y="43808"/>
                    <a:pt x="64468" y="43933"/>
                  </a:cubicBezTo>
                  <a:cubicBezTo>
                    <a:pt x="64568" y="44207"/>
                    <a:pt x="64667" y="44456"/>
                    <a:pt x="64742" y="44704"/>
                  </a:cubicBezTo>
                  <a:cubicBezTo>
                    <a:pt x="64817" y="44929"/>
                    <a:pt x="64916" y="45128"/>
                    <a:pt x="64966" y="45327"/>
                  </a:cubicBezTo>
                  <a:cubicBezTo>
                    <a:pt x="65041" y="45551"/>
                    <a:pt x="65090" y="45750"/>
                    <a:pt x="65165" y="45949"/>
                  </a:cubicBezTo>
                  <a:cubicBezTo>
                    <a:pt x="65215" y="46173"/>
                    <a:pt x="65290" y="46372"/>
                    <a:pt x="65339" y="46571"/>
                  </a:cubicBezTo>
                  <a:cubicBezTo>
                    <a:pt x="65041" y="46795"/>
                    <a:pt x="64717" y="47019"/>
                    <a:pt x="64443" y="47268"/>
                  </a:cubicBezTo>
                  <a:lnTo>
                    <a:pt x="64070" y="47542"/>
                  </a:lnTo>
                  <a:cubicBezTo>
                    <a:pt x="63896" y="47667"/>
                    <a:pt x="63721" y="47791"/>
                    <a:pt x="63547" y="47915"/>
                  </a:cubicBezTo>
                  <a:cubicBezTo>
                    <a:pt x="63473" y="47940"/>
                    <a:pt x="63423" y="48015"/>
                    <a:pt x="63348" y="48040"/>
                  </a:cubicBezTo>
                  <a:cubicBezTo>
                    <a:pt x="63199" y="48164"/>
                    <a:pt x="63024" y="48289"/>
                    <a:pt x="62850" y="48438"/>
                  </a:cubicBezTo>
                  <a:cubicBezTo>
                    <a:pt x="62800" y="48513"/>
                    <a:pt x="62726" y="48538"/>
                    <a:pt x="62676" y="48612"/>
                  </a:cubicBezTo>
                  <a:cubicBezTo>
                    <a:pt x="62477" y="48737"/>
                    <a:pt x="62303" y="48886"/>
                    <a:pt x="62128" y="49011"/>
                  </a:cubicBezTo>
                  <a:cubicBezTo>
                    <a:pt x="61979" y="49135"/>
                    <a:pt x="61855" y="49235"/>
                    <a:pt x="61705" y="49359"/>
                  </a:cubicBezTo>
                  <a:cubicBezTo>
                    <a:pt x="61606" y="49409"/>
                    <a:pt x="61506" y="49508"/>
                    <a:pt x="61431" y="49558"/>
                  </a:cubicBezTo>
                  <a:cubicBezTo>
                    <a:pt x="61332" y="49633"/>
                    <a:pt x="61282" y="49683"/>
                    <a:pt x="61183" y="49757"/>
                  </a:cubicBezTo>
                  <a:cubicBezTo>
                    <a:pt x="61158" y="49732"/>
                    <a:pt x="61083" y="49683"/>
                    <a:pt x="61058" y="49658"/>
                  </a:cubicBezTo>
                  <a:cubicBezTo>
                    <a:pt x="60934" y="49608"/>
                    <a:pt x="60834" y="49508"/>
                    <a:pt x="60710" y="49434"/>
                  </a:cubicBezTo>
                  <a:cubicBezTo>
                    <a:pt x="60610" y="49384"/>
                    <a:pt x="60535" y="49309"/>
                    <a:pt x="60436" y="49235"/>
                  </a:cubicBezTo>
                  <a:cubicBezTo>
                    <a:pt x="60336" y="49160"/>
                    <a:pt x="60286" y="49110"/>
                    <a:pt x="60187" y="49036"/>
                  </a:cubicBezTo>
                  <a:lnTo>
                    <a:pt x="59814" y="48762"/>
                  </a:lnTo>
                  <a:cubicBezTo>
                    <a:pt x="59789" y="48737"/>
                    <a:pt x="59714" y="48687"/>
                    <a:pt x="59689" y="48662"/>
                  </a:cubicBezTo>
                  <a:cubicBezTo>
                    <a:pt x="58793" y="47940"/>
                    <a:pt x="57822" y="47069"/>
                    <a:pt x="56827" y="46073"/>
                  </a:cubicBezTo>
                  <a:lnTo>
                    <a:pt x="56677" y="45924"/>
                  </a:lnTo>
                  <a:lnTo>
                    <a:pt x="56254" y="45526"/>
                  </a:lnTo>
                  <a:lnTo>
                    <a:pt x="56005" y="45277"/>
                  </a:lnTo>
                  <a:cubicBezTo>
                    <a:pt x="56204" y="45153"/>
                    <a:pt x="56379" y="44978"/>
                    <a:pt x="56603" y="44854"/>
                  </a:cubicBezTo>
                  <a:cubicBezTo>
                    <a:pt x="56677" y="44804"/>
                    <a:pt x="56752" y="44779"/>
                    <a:pt x="56827" y="44704"/>
                  </a:cubicBezTo>
                  <a:cubicBezTo>
                    <a:pt x="57075" y="44555"/>
                    <a:pt x="57300" y="44406"/>
                    <a:pt x="57548" y="44232"/>
                  </a:cubicBezTo>
                  <a:cubicBezTo>
                    <a:pt x="57573" y="44232"/>
                    <a:pt x="57573" y="44207"/>
                    <a:pt x="57598" y="44207"/>
                  </a:cubicBezTo>
                  <a:cubicBezTo>
                    <a:pt x="57673" y="44182"/>
                    <a:pt x="57723" y="44157"/>
                    <a:pt x="57797" y="44082"/>
                  </a:cubicBezTo>
                  <a:cubicBezTo>
                    <a:pt x="57996" y="43933"/>
                    <a:pt x="58245" y="43808"/>
                    <a:pt x="58469" y="43684"/>
                  </a:cubicBezTo>
                  <a:cubicBezTo>
                    <a:pt x="58494" y="43659"/>
                    <a:pt x="58544" y="43659"/>
                    <a:pt x="58569" y="43609"/>
                  </a:cubicBezTo>
                  <a:cubicBezTo>
                    <a:pt x="58594" y="43584"/>
                    <a:pt x="58619" y="43584"/>
                    <a:pt x="58669" y="43559"/>
                  </a:cubicBezTo>
                  <a:cubicBezTo>
                    <a:pt x="58693" y="43535"/>
                    <a:pt x="58718" y="43535"/>
                    <a:pt x="58743" y="43485"/>
                  </a:cubicBezTo>
                  <a:lnTo>
                    <a:pt x="59415" y="43111"/>
                  </a:lnTo>
                  <a:cubicBezTo>
                    <a:pt x="59440" y="43087"/>
                    <a:pt x="59490" y="43087"/>
                    <a:pt x="59540" y="43062"/>
                  </a:cubicBezTo>
                  <a:cubicBezTo>
                    <a:pt x="59589" y="43037"/>
                    <a:pt x="59664" y="43012"/>
                    <a:pt x="59714" y="42937"/>
                  </a:cubicBezTo>
                  <a:cubicBezTo>
                    <a:pt x="59913" y="42813"/>
                    <a:pt x="60112" y="42713"/>
                    <a:pt x="60311" y="42614"/>
                  </a:cubicBezTo>
                  <a:cubicBezTo>
                    <a:pt x="60436" y="42564"/>
                    <a:pt x="60560" y="42489"/>
                    <a:pt x="60660" y="42439"/>
                  </a:cubicBezTo>
                  <a:lnTo>
                    <a:pt x="61207" y="42166"/>
                  </a:lnTo>
                  <a:cubicBezTo>
                    <a:pt x="61332" y="42091"/>
                    <a:pt x="61481" y="42041"/>
                    <a:pt x="61606" y="41966"/>
                  </a:cubicBezTo>
                  <a:cubicBezTo>
                    <a:pt x="61780" y="41867"/>
                    <a:pt x="61954" y="41817"/>
                    <a:pt x="62103" y="41767"/>
                  </a:cubicBezTo>
                  <a:cubicBezTo>
                    <a:pt x="62278" y="41693"/>
                    <a:pt x="62402" y="41643"/>
                    <a:pt x="62552" y="41568"/>
                  </a:cubicBezTo>
                  <a:lnTo>
                    <a:pt x="63024" y="41394"/>
                  </a:lnTo>
                  <a:cubicBezTo>
                    <a:pt x="63099" y="41344"/>
                    <a:pt x="63199" y="41319"/>
                    <a:pt x="63273" y="41294"/>
                  </a:cubicBezTo>
                  <a:close/>
                  <a:moveTo>
                    <a:pt x="85352" y="47069"/>
                  </a:moveTo>
                  <a:cubicBezTo>
                    <a:pt x="85974" y="47816"/>
                    <a:pt x="86472" y="48712"/>
                    <a:pt x="86795" y="49757"/>
                  </a:cubicBezTo>
                  <a:cubicBezTo>
                    <a:pt x="86721" y="49683"/>
                    <a:pt x="86621" y="49683"/>
                    <a:pt x="86547" y="49658"/>
                  </a:cubicBezTo>
                  <a:cubicBezTo>
                    <a:pt x="86347" y="49608"/>
                    <a:pt x="86198" y="49558"/>
                    <a:pt x="85999" y="49508"/>
                  </a:cubicBezTo>
                  <a:lnTo>
                    <a:pt x="85725" y="49409"/>
                  </a:lnTo>
                  <a:cubicBezTo>
                    <a:pt x="85626" y="49384"/>
                    <a:pt x="85576" y="49359"/>
                    <a:pt x="85476" y="49309"/>
                  </a:cubicBezTo>
                  <a:cubicBezTo>
                    <a:pt x="85327" y="49260"/>
                    <a:pt x="85178" y="49185"/>
                    <a:pt x="85003" y="49160"/>
                  </a:cubicBezTo>
                  <a:cubicBezTo>
                    <a:pt x="84929" y="49135"/>
                    <a:pt x="84854" y="49110"/>
                    <a:pt x="84754" y="49060"/>
                  </a:cubicBezTo>
                  <a:cubicBezTo>
                    <a:pt x="84680" y="49036"/>
                    <a:pt x="84580" y="48961"/>
                    <a:pt x="84456" y="48936"/>
                  </a:cubicBezTo>
                  <a:lnTo>
                    <a:pt x="84257" y="48836"/>
                  </a:lnTo>
                  <a:cubicBezTo>
                    <a:pt x="84630" y="48264"/>
                    <a:pt x="84978" y="47667"/>
                    <a:pt x="85352" y="47069"/>
                  </a:cubicBezTo>
                  <a:close/>
                  <a:moveTo>
                    <a:pt x="85501" y="46795"/>
                  </a:moveTo>
                  <a:cubicBezTo>
                    <a:pt x="86223" y="47642"/>
                    <a:pt x="86746" y="48637"/>
                    <a:pt x="87094" y="49782"/>
                  </a:cubicBezTo>
                  <a:cubicBezTo>
                    <a:pt x="87094" y="49795"/>
                    <a:pt x="87088" y="49801"/>
                    <a:pt x="87079" y="49801"/>
                  </a:cubicBezTo>
                  <a:cubicBezTo>
                    <a:pt x="87069" y="49801"/>
                    <a:pt x="87057" y="49795"/>
                    <a:pt x="87044" y="49782"/>
                  </a:cubicBezTo>
                  <a:cubicBezTo>
                    <a:pt x="86696" y="48662"/>
                    <a:pt x="86198" y="47667"/>
                    <a:pt x="85476" y="46870"/>
                  </a:cubicBezTo>
                  <a:cubicBezTo>
                    <a:pt x="85476" y="46820"/>
                    <a:pt x="85501" y="46820"/>
                    <a:pt x="85501" y="46795"/>
                  </a:cubicBezTo>
                  <a:close/>
                  <a:moveTo>
                    <a:pt x="55931" y="45377"/>
                  </a:moveTo>
                  <a:lnTo>
                    <a:pt x="56204" y="45650"/>
                  </a:lnTo>
                  <a:cubicBezTo>
                    <a:pt x="56603" y="46049"/>
                    <a:pt x="57001" y="46447"/>
                    <a:pt x="57374" y="46795"/>
                  </a:cubicBezTo>
                  <a:cubicBezTo>
                    <a:pt x="57474" y="46895"/>
                    <a:pt x="57573" y="46970"/>
                    <a:pt x="57673" y="47044"/>
                  </a:cubicBezTo>
                  <a:cubicBezTo>
                    <a:pt x="57947" y="47318"/>
                    <a:pt x="58245" y="47567"/>
                    <a:pt x="58544" y="47816"/>
                  </a:cubicBezTo>
                  <a:cubicBezTo>
                    <a:pt x="58718" y="47990"/>
                    <a:pt x="58868" y="48115"/>
                    <a:pt x="59042" y="48264"/>
                  </a:cubicBezTo>
                  <a:cubicBezTo>
                    <a:pt x="59241" y="48438"/>
                    <a:pt x="59465" y="48637"/>
                    <a:pt x="59689" y="48787"/>
                  </a:cubicBezTo>
                  <a:cubicBezTo>
                    <a:pt x="59863" y="48936"/>
                    <a:pt x="60062" y="49060"/>
                    <a:pt x="60212" y="49185"/>
                  </a:cubicBezTo>
                  <a:cubicBezTo>
                    <a:pt x="60436" y="49359"/>
                    <a:pt x="60660" y="49508"/>
                    <a:pt x="60834" y="49658"/>
                  </a:cubicBezTo>
                  <a:cubicBezTo>
                    <a:pt x="60909" y="49732"/>
                    <a:pt x="60983" y="49782"/>
                    <a:pt x="61058" y="49807"/>
                  </a:cubicBezTo>
                  <a:cubicBezTo>
                    <a:pt x="61033" y="49807"/>
                    <a:pt x="61033" y="49857"/>
                    <a:pt x="60983" y="49857"/>
                  </a:cubicBezTo>
                  <a:cubicBezTo>
                    <a:pt x="60062" y="49235"/>
                    <a:pt x="59042" y="48388"/>
                    <a:pt x="57922" y="47393"/>
                  </a:cubicBezTo>
                  <a:lnTo>
                    <a:pt x="57847" y="47318"/>
                  </a:lnTo>
                  <a:cubicBezTo>
                    <a:pt x="57673" y="47144"/>
                    <a:pt x="57474" y="46994"/>
                    <a:pt x="57300" y="46795"/>
                  </a:cubicBezTo>
                  <a:lnTo>
                    <a:pt x="57175" y="46671"/>
                  </a:lnTo>
                  <a:cubicBezTo>
                    <a:pt x="56976" y="46522"/>
                    <a:pt x="56802" y="46322"/>
                    <a:pt x="56627" y="46148"/>
                  </a:cubicBezTo>
                  <a:lnTo>
                    <a:pt x="56478" y="45999"/>
                  </a:lnTo>
                  <a:cubicBezTo>
                    <a:pt x="56304" y="45800"/>
                    <a:pt x="56105" y="45576"/>
                    <a:pt x="55881" y="45401"/>
                  </a:cubicBezTo>
                  <a:lnTo>
                    <a:pt x="55856" y="45377"/>
                  </a:lnTo>
                  <a:lnTo>
                    <a:pt x="55856" y="45377"/>
                  </a:lnTo>
                  <a:cubicBezTo>
                    <a:pt x="55868" y="45389"/>
                    <a:pt x="55887" y="45395"/>
                    <a:pt x="55902" y="45395"/>
                  </a:cubicBezTo>
                  <a:cubicBezTo>
                    <a:pt x="55918" y="45395"/>
                    <a:pt x="55931" y="45389"/>
                    <a:pt x="55931" y="45377"/>
                  </a:cubicBezTo>
                  <a:close/>
                  <a:moveTo>
                    <a:pt x="65439" y="46795"/>
                  </a:moveTo>
                  <a:lnTo>
                    <a:pt x="65439" y="46820"/>
                  </a:lnTo>
                  <a:lnTo>
                    <a:pt x="65439" y="46845"/>
                  </a:lnTo>
                  <a:cubicBezTo>
                    <a:pt x="65290" y="46970"/>
                    <a:pt x="65140" y="47069"/>
                    <a:pt x="64966" y="47194"/>
                  </a:cubicBezTo>
                  <a:cubicBezTo>
                    <a:pt x="64891" y="47268"/>
                    <a:pt x="64817" y="47318"/>
                    <a:pt x="64717" y="47393"/>
                  </a:cubicBezTo>
                  <a:cubicBezTo>
                    <a:pt x="64692" y="47393"/>
                    <a:pt x="64692" y="47418"/>
                    <a:pt x="64667" y="47418"/>
                  </a:cubicBezTo>
                  <a:cubicBezTo>
                    <a:pt x="64294" y="47691"/>
                    <a:pt x="63945" y="47940"/>
                    <a:pt x="63572" y="48214"/>
                  </a:cubicBezTo>
                  <a:cubicBezTo>
                    <a:pt x="63323" y="48413"/>
                    <a:pt x="63099" y="48587"/>
                    <a:pt x="62850" y="48787"/>
                  </a:cubicBezTo>
                  <a:lnTo>
                    <a:pt x="62825" y="48811"/>
                  </a:lnTo>
                  <a:lnTo>
                    <a:pt x="62751" y="48886"/>
                  </a:lnTo>
                  <a:cubicBezTo>
                    <a:pt x="62726" y="48911"/>
                    <a:pt x="62701" y="48936"/>
                    <a:pt x="62676" y="48936"/>
                  </a:cubicBezTo>
                  <a:cubicBezTo>
                    <a:pt x="62352" y="49185"/>
                    <a:pt x="62004" y="49434"/>
                    <a:pt x="61705" y="49683"/>
                  </a:cubicBezTo>
                  <a:cubicBezTo>
                    <a:pt x="61606" y="49757"/>
                    <a:pt x="61556" y="49807"/>
                    <a:pt x="61456" y="49882"/>
                  </a:cubicBezTo>
                  <a:cubicBezTo>
                    <a:pt x="61431" y="49857"/>
                    <a:pt x="61431" y="49857"/>
                    <a:pt x="61407" y="49857"/>
                  </a:cubicBezTo>
                  <a:cubicBezTo>
                    <a:pt x="61456" y="49782"/>
                    <a:pt x="61506" y="49757"/>
                    <a:pt x="61581" y="49683"/>
                  </a:cubicBezTo>
                  <a:cubicBezTo>
                    <a:pt x="62029" y="49309"/>
                    <a:pt x="62477" y="48986"/>
                    <a:pt x="62950" y="48637"/>
                  </a:cubicBezTo>
                  <a:cubicBezTo>
                    <a:pt x="63174" y="48488"/>
                    <a:pt x="63348" y="48314"/>
                    <a:pt x="63572" y="48164"/>
                  </a:cubicBezTo>
                  <a:cubicBezTo>
                    <a:pt x="64194" y="47691"/>
                    <a:pt x="64817" y="47243"/>
                    <a:pt x="65439" y="46795"/>
                  </a:cubicBezTo>
                  <a:close/>
                  <a:moveTo>
                    <a:pt x="84207" y="48986"/>
                  </a:moveTo>
                  <a:cubicBezTo>
                    <a:pt x="84456" y="49110"/>
                    <a:pt x="84705" y="49185"/>
                    <a:pt x="84954" y="49284"/>
                  </a:cubicBezTo>
                  <a:cubicBezTo>
                    <a:pt x="84978" y="49284"/>
                    <a:pt x="85003" y="49309"/>
                    <a:pt x="85053" y="49309"/>
                  </a:cubicBezTo>
                  <a:cubicBezTo>
                    <a:pt x="85327" y="49434"/>
                    <a:pt x="85626" y="49533"/>
                    <a:pt x="85924" y="49633"/>
                  </a:cubicBezTo>
                  <a:cubicBezTo>
                    <a:pt x="85949" y="49633"/>
                    <a:pt x="85949" y="49633"/>
                    <a:pt x="85974" y="49658"/>
                  </a:cubicBezTo>
                  <a:cubicBezTo>
                    <a:pt x="86248" y="49757"/>
                    <a:pt x="86571" y="49857"/>
                    <a:pt x="86845" y="49932"/>
                  </a:cubicBezTo>
                  <a:lnTo>
                    <a:pt x="86845" y="49981"/>
                  </a:lnTo>
                  <a:lnTo>
                    <a:pt x="86845" y="50006"/>
                  </a:lnTo>
                  <a:cubicBezTo>
                    <a:pt x="86248" y="49857"/>
                    <a:pt x="85675" y="49658"/>
                    <a:pt x="85103" y="49434"/>
                  </a:cubicBezTo>
                  <a:cubicBezTo>
                    <a:pt x="84804" y="49309"/>
                    <a:pt x="84506" y="49185"/>
                    <a:pt x="84207" y="49060"/>
                  </a:cubicBezTo>
                  <a:cubicBezTo>
                    <a:pt x="84232" y="49060"/>
                    <a:pt x="84207" y="49060"/>
                    <a:pt x="84182" y="49011"/>
                  </a:cubicBezTo>
                  <a:cubicBezTo>
                    <a:pt x="84182" y="49011"/>
                    <a:pt x="84182" y="48986"/>
                    <a:pt x="84207" y="48986"/>
                  </a:cubicBezTo>
                  <a:close/>
                  <a:moveTo>
                    <a:pt x="61232" y="49932"/>
                  </a:moveTo>
                  <a:lnTo>
                    <a:pt x="61307" y="50006"/>
                  </a:lnTo>
                  <a:cubicBezTo>
                    <a:pt x="61257" y="50006"/>
                    <a:pt x="61257" y="50031"/>
                    <a:pt x="61232" y="50031"/>
                  </a:cubicBezTo>
                  <a:lnTo>
                    <a:pt x="61207" y="50031"/>
                  </a:lnTo>
                  <a:cubicBezTo>
                    <a:pt x="61207" y="50031"/>
                    <a:pt x="61183" y="50031"/>
                    <a:pt x="61183" y="50006"/>
                  </a:cubicBezTo>
                  <a:lnTo>
                    <a:pt x="61232" y="49932"/>
                  </a:lnTo>
                  <a:close/>
                  <a:moveTo>
                    <a:pt x="65563" y="47019"/>
                  </a:moveTo>
                  <a:cubicBezTo>
                    <a:pt x="65563" y="47069"/>
                    <a:pt x="65588" y="47144"/>
                    <a:pt x="65588" y="47194"/>
                  </a:cubicBezTo>
                  <a:cubicBezTo>
                    <a:pt x="65563" y="47318"/>
                    <a:pt x="65588" y="47418"/>
                    <a:pt x="65638" y="47517"/>
                  </a:cubicBezTo>
                  <a:cubicBezTo>
                    <a:pt x="65663" y="47567"/>
                    <a:pt x="65663" y="47667"/>
                    <a:pt x="65663" y="47741"/>
                  </a:cubicBezTo>
                  <a:cubicBezTo>
                    <a:pt x="64418" y="48438"/>
                    <a:pt x="63149" y="49235"/>
                    <a:pt x="61904" y="50131"/>
                  </a:cubicBezTo>
                  <a:cubicBezTo>
                    <a:pt x="61805" y="50106"/>
                    <a:pt x="61730" y="50031"/>
                    <a:pt x="61680" y="50006"/>
                  </a:cubicBezTo>
                  <a:lnTo>
                    <a:pt x="61655" y="50006"/>
                  </a:lnTo>
                  <a:cubicBezTo>
                    <a:pt x="61730" y="49932"/>
                    <a:pt x="61830" y="49832"/>
                    <a:pt x="61929" y="49782"/>
                  </a:cubicBezTo>
                  <a:cubicBezTo>
                    <a:pt x="62178" y="49558"/>
                    <a:pt x="62452" y="49384"/>
                    <a:pt x="62701" y="49160"/>
                  </a:cubicBezTo>
                  <a:cubicBezTo>
                    <a:pt x="62751" y="49135"/>
                    <a:pt x="62800" y="49110"/>
                    <a:pt x="62850" y="49036"/>
                  </a:cubicBezTo>
                  <a:cubicBezTo>
                    <a:pt x="63174" y="48787"/>
                    <a:pt x="63473" y="48563"/>
                    <a:pt x="63796" y="48314"/>
                  </a:cubicBezTo>
                  <a:cubicBezTo>
                    <a:pt x="64070" y="48090"/>
                    <a:pt x="64369" y="47891"/>
                    <a:pt x="64667" y="47667"/>
                  </a:cubicBezTo>
                  <a:cubicBezTo>
                    <a:pt x="64692" y="47642"/>
                    <a:pt x="64717" y="47592"/>
                    <a:pt x="64792" y="47567"/>
                  </a:cubicBezTo>
                  <a:cubicBezTo>
                    <a:pt x="65041" y="47393"/>
                    <a:pt x="65290" y="47194"/>
                    <a:pt x="65563" y="47019"/>
                  </a:cubicBezTo>
                  <a:close/>
                  <a:moveTo>
                    <a:pt x="71164" y="45650"/>
                  </a:moveTo>
                  <a:lnTo>
                    <a:pt x="71164" y="45650"/>
                  </a:lnTo>
                  <a:cubicBezTo>
                    <a:pt x="70940" y="46024"/>
                    <a:pt x="70790" y="46322"/>
                    <a:pt x="70641" y="46571"/>
                  </a:cubicBezTo>
                  <a:cubicBezTo>
                    <a:pt x="70566" y="46671"/>
                    <a:pt x="70542" y="46770"/>
                    <a:pt x="70517" y="46820"/>
                  </a:cubicBezTo>
                  <a:cubicBezTo>
                    <a:pt x="70442" y="46945"/>
                    <a:pt x="70367" y="47069"/>
                    <a:pt x="70293" y="47194"/>
                  </a:cubicBezTo>
                  <a:cubicBezTo>
                    <a:pt x="70143" y="47393"/>
                    <a:pt x="70019" y="47567"/>
                    <a:pt x="69894" y="47791"/>
                  </a:cubicBezTo>
                  <a:cubicBezTo>
                    <a:pt x="69297" y="48139"/>
                    <a:pt x="68700" y="48488"/>
                    <a:pt x="68152" y="48861"/>
                  </a:cubicBezTo>
                  <a:cubicBezTo>
                    <a:pt x="68028" y="48936"/>
                    <a:pt x="67878" y="49011"/>
                    <a:pt x="67729" y="49110"/>
                  </a:cubicBezTo>
                  <a:cubicBezTo>
                    <a:pt x="67331" y="49359"/>
                    <a:pt x="66907" y="49658"/>
                    <a:pt x="66435" y="49981"/>
                  </a:cubicBezTo>
                  <a:lnTo>
                    <a:pt x="66161" y="50156"/>
                  </a:lnTo>
                  <a:cubicBezTo>
                    <a:pt x="66186" y="50106"/>
                    <a:pt x="66186" y="50031"/>
                    <a:pt x="66186" y="49932"/>
                  </a:cubicBezTo>
                  <a:cubicBezTo>
                    <a:pt x="66211" y="49882"/>
                    <a:pt x="66211" y="49782"/>
                    <a:pt x="66211" y="49732"/>
                  </a:cubicBezTo>
                  <a:cubicBezTo>
                    <a:pt x="66211" y="49658"/>
                    <a:pt x="66211" y="49558"/>
                    <a:pt x="66260" y="49484"/>
                  </a:cubicBezTo>
                  <a:cubicBezTo>
                    <a:pt x="66260" y="49384"/>
                    <a:pt x="66285" y="49309"/>
                    <a:pt x="66285" y="49235"/>
                  </a:cubicBezTo>
                  <a:lnTo>
                    <a:pt x="66285" y="48936"/>
                  </a:lnTo>
                  <a:lnTo>
                    <a:pt x="66285" y="48662"/>
                  </a:lnTo>
                  <a:cubicBezTo>
                    <a:pt x="66285" y="48563"/>
                    <a:pt x="66260" y="48488"/>
                    <a:pt x="66260" y="48388"/>
                  </a:cubicBezTo>
                  <a:cubicBezTo>
                    <a:pt x="66260" y="48289"/>
                    <a:pt x="66211" y="48164"/>
                    <a:pt x="66211" y="48065"/>
                  </a:cubicBezTo>
                  <a:cubicBezTo>
                    <a:pt x="66211" y="48040"/>
                    <a:pt x="66211" y="48015"/>
                    <a:pt x="66186" y="47940"/>
                  </a:cubicBezTo>
                  <a:cubicBezTo>
                    <a:pt x="67878" y="47019"/>
                    <a:pt x="69546" y="46248"/>
                    <a:pt x="71164" y="45650"/>
                  </a:cubicBezTo>
                  <a:close/>
                  <a:moveTo>
                    <a:pt x="97250" y="48289"/>
                  </a:moveTo>
                  <a:cubicBezTo>
                    <a:pt x="97548" y="48911"/>
                    <a:pt x="97797" y="49558"/>
                    <a:pt x="97996" y="50255"/>
                  </a:cubicBezTo>
                  <a:lnTo>
                    <a:pt x="97947" y="50255"/>
                  </a:lnTo>
                  <a:cubicBezTo>
                    <a:pt x="97772" y="49558"/>
                    <a:pt x="97524" y="48936"/>
                    <a:pt x="97200" y="48363"/>
                  </a:cubicBezTo>
                  <a:cubicBezTo>
                    <a:pt x="97200" y="48314"/>
                    <a:pt x="97250" y="48289"/>
                    <a:pt x="97250" y="48289"/>
                  </a:cubicBezTo>
                  <a:close/>
                  <a:moveTo>
                    <a:pt x="105265" y="40448"/>
                  </a:moveTo>
                  <a:cubicBezTo>
                    <a:pt x="105290" y="40448"/>
                    <a:pt x="105364" y="40473"/>
                    <a:pt x="105464" y="40548"/>
                  </a:cubicBezTo>
                  <a:cubicBezTo>
                    <a:pt x="105713" y="40821"/>
                    <a:pt x="105962" y="41095"/>
                    <a:pt x="106161" y="41419"/>
                  </a:cubicBezTo>
                  <a:cubicBezTo>
                    <a:pt x="106235" y="41518"/>
                    <a:pt x="106285" y="41568"/>
                    <a:pt x="106360" y="41668"/>
                  </a:cubicBezTo>
                  <a:cubicBezTo>
                    <a:pt x="106609" y="42041"/>
                    <a:pt x="106858" y="42439"/>
                    <a:pt x="107107" y="42838"/>
                  </a:cubicBezTo>
                  <a:cubicBezTo>
                    <a:pt x="107156" y="42937"/>
                    <a:pt x="107206" y="43037"/>
                    <a:pt x="107256" y="43136"/>
                  </a:cubicBezTo>
                  <a:cubicBezTo>
                    <a:pt x="107455" y="43460"/>
                    <a:pt x="107604" y="43808"/>
                    <a:pt x="107754" y="44182"/>
                  </a:cubicBezTo>
                  <a:cubicBezTo>
                    <a:pt x="107779" y="44256"/>
                    <a:pt x="107779" y="44281"/>
                    <a:pt x="107828" y="44331"/>
                  </a:cubicBezTo>
                  <a:lnTo>
                    <a:pt x="107903" y="44630"/>
                  </a:lnTo>
                  <a:cubicBezTo>
                    <a:pt x="108077" y="45028"/>
                    <a:pt x="108202" y="45401"/>
                    <a:pt x="108326" y="45825"/>
                  </a:cubicBezTo>
                  <a:cubicBezTo>
                    <a:pt x="108351" y="45899"/>
                    <a:pt x="108351" y="45949"/>
                    <a:pt x="108376" y="46024"/>
                  </a:cubicBezTo>
                  <a:cubicBezTo>
                    <a:pt x="108077" y="46248"/>
                    <a:pt x="107754" y="46422"/>
                    <a:pt x="107480" y="46621"/>
                  </a:cubicBezTo>
                  <a:cubicBezTo>
                    <a:pt x="107256" y="46770"/>
                    <a:pt x="107032" y="46895"/>
                    <a:pt x="106833" y="47044"/>
                  </a:cubicBezTo>
                  <a:cubicBezTo>
                    <a:pt x="106484" y="47243"/>
                    <a:pt x="106136" y="47418"/>
                    <a:pt x="105837" y="47617"/>
                  </a:cubicBezTo>
                  <a:cubicBezTo>
                    <a:pt x="105588" y="47741"/>
                    <a:pt x="105339" y="47891"/>
                    <a:pt x="105090" y="48015"/>
                  </a:cubicBezTo>
                  <a:cubicBezTo>
                    <a:pt x="104742" y="48164"/>
                    <a:pt x="104418" y="48314"/>
                    <a:pt x="104095" y="48438"/>
                  </a:cubicBezTo>
                  <a:cubicBezTo>
                    <a:pt x="103796" y="48563"/>
                    <a:pt x="103547" y="48687"/>
                    <a:pt x="103273" y="48811"/>
                  </a:cubicBezTo>
                  <a:cubicBezTo>
                    <a:pt x="102975" y="48936"/>
                    <a:pt x="102626" y="49060"/>
                    <a:pt x="102303" y="49160"/>
                  </a:cubicBezTo>
                  <a:cubicBezTo>
                    <a:pt x="102004" y="49260"/>
                    <a:pt x="101730" y="49384"/>
                    <a:pt x="101407" y="49484"/>
                  </a:cubicBezTo>
                  <a:cubicBezTo>
                    <a:pt x="101133" y="49558"/>
                    <a:pt x="100859" y="49633"/>
                    <a:pt x="100560" y="49732"/>
                  </a:cubicBezTo>
                  <a:cubicBezTo>
                    <a:pt x="100535" y="49732"/>
                    <a:pt x="100535" y="49732"/>
                    <a:pt x="100510" y="49757"/>
                  </a:cubicBezTo>
                  <a:lnTo>
                    <a:pt x="100486" y="49757"/>
                  </a:lnTo>
                  <a:cubicBezTo>
                    <a:pt x="100162" y="49857"/>
                    <a:pt x="99863" y="49932"/>
                    <a:pt x="99515" y="50006"/>
                  </a:cubicBezTo>
                  <a:cubicBezTo>
                    <a:pt x="99141" y="50106"/>
                    <a:pt x="98793" y="50156"/>
                    <a:pt x="98420" y="50230"/>
                  </a:cubicBezTo>
                  <a:cubicBezTo>
                    <a:pt x="98395" y="50230"/>
                    <a:pt x="98370" y="50230"/>
                    <a:pt x="98295" y="50255"/>
                  </a:cubicBezTo>
                  <a:cubicBezTo>
                    <a:pt x="98071" y="49484"/>
                    <a:pt x="97797" y="48762"/>
                    <a:pt x="97449" y="48115"/>
                  </a:cubicBezTo>
                  <a:cubicBezTo>
                    <a:pt x="98046" y="46994"/>
                    <a:pt x="98619" y="45874"/>
                    <a:pt x="99166" y="44754"/>
                  </a:cubicBezTo>
                  <a:cubicBezTo>
                    <a:pt x="99291" y="44680"/>
                    <a:pt x="99415" y="44630"/>
                    <a:pt x="99515" y="44555"/>
                  </a:cubicBezTo>
                  <a:cubicBezTo>
                    <a:pt x="99614" y="44505"/>
                    <a:pt x="99739" y="44456"/>
                    <a:pt x="99814" y="44406"/>
                  </a:cubicBezTo>
                  <a:lnTo>
                    <a:pt x="100486" y="44032"/>
                  </a:lnTo>
                  <a:cubicBezTo>
                    <a:pt x="100610" y="43958"/>
                    <a:pt x="100735" y="43908"/>
                    <a:pt x="100809" y="43833"/>
                  </a:cubicBezTo>
                  <a:cubicBezTo>
                    <a:pt x="101008" y="43709"/>
                    <a:pt x="101232" y="43584"/>
                    <a:pt x="101407" y="43460"/>
                  </a:cubicBezTo>
                  <a:cubicBezTo>
                    <a:pt x="101531" y="43385"/>
                    <a:pt x="101655" y="43311"/>
                    <a:pt x="101780" y="43211"/>
                  </a:cubicBezTo>
                  <a:cubicBezTo>
                    <a:pt x="101979" y="43087"/>
                    <a:pt x="102153" y="42962"/>
                    <a:pt x="102303" y="42838"/>
                  </a:cubicBezTo>
                  <a:cubicBezTo>
                    <a:pt x="102427" y="42763"/>
                    <a:pt x="102601" y="42663"/>
                    <a:pt x="102726" y="42564"/>
                  </a:cubicBezTo>
                  <a:cubicBezTo>
                    <a:pt x="102875" y="42439"/>
                    <a:pt x="103049" y="42315"/>
                    <a:pt x="103224" y="42190"/>
                  </a:cubicBezTo>
                  <a:cubicBezTo>
                    <a:pt x="103373" y="42066"/>
                    <a:pt x="103497" y="41966"/>
                    <a:pt x="103647" y="41842"/>
                  </a:cubicBezTo>
                  <a:cubicBezTo>
                    <a:pt x="103796" y="41718"/>
                    <a:pt x="103970" y="41593"/>
                    <a:pt x="104095" y="41469"/>
                  </a:cubicBezTo>
                  <a:lnTo>
                    <a:pt x="104543" y="41095"/>
                  </a:lnTo>
                  <a:cubicBezTo>
                    <a:pt x="104717" y="40971"/>
                    <a:pt x="104842" y="40846"/>
                    <a:pt x="104966" y="40722"/>
                  </a:cubicBezTo>
                  <a:cubicBezTo>
                    <a:pt x="105041" y="40647"/>
                    <a:pt x="105165" y="40548"/>
                    <a:pt x="105265" y="40448"/>
                  </a:cubicBezTo>
                  <a:close/>
                  <a:moveTo>
                    <a:pt x="61506" y="50131"/>
                  </a:moveTo>
                  <a:cubicBezTo>
                    <a:pt x="61556" y="50156"/>
                    <a:pt x="61581" y="50156"/>
                    <a:pt x="61606" y="50180"/>
                  </a:cubicBezTo>
                  <a:cubicBezTo>
                    <a:pt x="61606" y="50180"/>
                    <a:pt x="61680" y="50230"/>
                    <a:pt x="61705" y="50280"/>
                  </a:cubicBezTo>
                  <a:cubicBezTo>
                    <a:pt x="61606" y="50255"/>
                    <a:pt x="61506" y="50230"/>
                    <a:pt x="61456" y="50156"/>
                  </a:cubicBezTo>
                  <a:cubicBezTo>
                    <a:pt x="61481" y="50156"/>
                    <a:pt x="61481" y="50131"/>
                    <a:pt x="61506" y="50131"/>
                  </a:cubicBezTo>
                  <a:close/>
                  <a:moveTo>
                    <a:pt x="65688" y="47940"/>
                  </a:moveTo>
                  <a:lnTo>
                    <a:pt x="65688" y="48015"/>
                  </a:lnTo>
                  <a:cubicBezTo>
                    <a:pt x="64518" y="48687"/>
                    <a:pt x="63323" y="49434"/>
                    <a:pt x="62128" y="50280"/>
                  </a:cubicBezTo>
                  <a:cubicBezTo>
                    <a:pt x="62103" y="50280"/>
                    <a:pt x="62103" y="50255"/>
                    <a:pt x="62079" y="50255"/>
                  </a:cubicBezTo>
                  <a:cubicBezTo>
                    <a:pt x="63298" y="49409"/>
                    <a:pt x="64518" y="48637"/>
                    <a:pt x="65688" y="47940"/>
                  </a:cubicBezTo>
                  <a:close/>
                  <a:moveTo>
                    <a:pt x="65987" y="48065"/>
                  </a:moveTo>
                  <a:cubicBezTo>
                    <a:pt x="65987" y="48164"/>
                    <a:pt x="66036" y="48264"/>
                    <a:pt x="66036" y="48363"/>
                  </a:cubicBezTo>
                  <a:cubicBezTo>
                    <a:pt x="66036" y="48488"/>
                    <a:pt x="66061" y="48563"/>
                    <a:pt x="66061" y="48687"/>
                  </a:cubicBezTo>
                  <a:lnTo>
                    <a:pt x="66061" y="48911"/>
                  </a:lnTo>
                  <a:lnTo>
                    <a:pt x="66061" y="49210"/>
                  </a:lnTo>
                  <a:lnTo>
                    <a:pt x="66061" y="49434"/>
                  </a:lnTo>
                  <a:cubicBezTo>
                    <a:pt x="66061" y="49533"/>
                    <a:pt x="66061" y="49633"/>
                    <a:pt x="66036" y="49708"/>
                  </a:cubicBezTo>
                  <a:cubicBezTo>
                    <a:pt x="66036" y="49782"/>
                    <a:pt x="65987" y="49832"/>
                    <a:pt x="65987" y="49932"/>
                  </a:cubicBezTo>
                  <a:cubicBezTo>
                    <a:pt x="65987" y="50006"/>
                    <a:pt x="65962" y="50081"/>
                    <a:pt x="65962" y="50156"/>
                  </a:cubicBezTo>
                  <a:cubicBezTo>
                    <a:pt x="65937" y="50255"/>
                    <a:pt x="65912" y="50305"/>
                    <a:pt x="65862" y="50380"/>
                  </a:cubicBezTo>
                  <a:cubicBezTo>
                    <a:pt x="65862" y="50380"/>
                    <a:pt x="65862" y="50405"/>
                    <a:pt x="65837" y="50405"/>
                  </a:cubicBezTo>
                  <a:cubicBezTo>
                    <a:pt x="65812" y="50429"/>
                    <a:pt x="65787" y="50429"/>
                    <a:pt x="65738" y="50454"/>
                  </a:cubicBezTo>
                  <a:cubicBezTo>
                    <a:pt x="65738" y="50429"/>
                    <a:pt x="65787" y="50405"/>
                    <a:pt x="65787" y="50380"/>
                  </a:cubicBezTo>
                  <a:cubicBezTo>
                    <a:pt x="65812" y="50255"/>
                    <a:pt x="65837" y="50180"/>
                    <a:pt x="65862" y="50106"/>
                  </a:cubicBezTo>
                  <a:cubicBezTo>
                    <a:pt x="65862" y="50031"/>
                    <a:pt x="65912" y="50006"/>
                    <a:pt x="65912" y="49932"/>
                  </a:cubicBezTo>
                  <a:cubicBezTo>
                    <a:pt x="65937" y="49857"/>
                    <a:pt x="65937" y="49782"/>
                    <a:pt x="65962" y="49683"/>
                  </a:cubicBezTo>
                  <a:lnTo>
                    <a:pt x="65962" y="49484"/>
                  </a:lnTo>
                  <a:cubicBezTo>
                    <a:pt x="65962" y="49384"/>
                    <a:pt x="65962" y="49284"/>
                    <a:pt x="66011" y="49185"/>
                  </a:cubicBezTo>
                  <a:lnTo>
                    <a:pt x="66011" y="48936"/>
                  </a:lnTo>
                  <a:lnTo>
                    <a:pt x="66011" y="48662"/>
                  </a:lnTo>
                  <a:cubicBezTo>
                    <a:pt x="66011" y="48563"/>
                    <a:pt x="65962" y="48488"/>
                    <a:pt x="65962" y="48388"/>
                  </a:cubicBezTo>
                  <a:cubicBezTo>
                    <a:pt x="65962" y="48289"/>
                    <a:pt x="65937" y="48189"/>
                    <a:pt x="65937" y="48090"/>
                  </a:cubicBezTo>
                  <a:cubicBezTo>
                    <a:pt x="65962" y="48090"/>
                    <a:pt x="65962" y="48065"/>
                    <a:pt x="65987" y="48065"/>
                  </a:cubicBezTo>
                  <a:close/>
                  <a:moveTo>
                    <a:pt x="97100" y="48538"/>
                  </a:moveTo>
                  <a:cubicBezTo>
                    <a:pt x="97374" y="49110"/>
                    <a:pt x="97573" y="49658"/>
                    <a:pt x="97772" y="50280"/>
                  </a:cubicBezTo>
                  <a:cubicBezTo>
                    <a:pt x="97673" y="50305"/>
                    <a:pt x="97548" y="50355"/>
                    <a:pt x="97449" y="50355"/>
                  </a:cubicBezTo>
                  <a:cubicBezTo>
                    <a:pt x="97001" y="50405"/>
                    <a:pt x="96478" y="50479"/>
                    <a:pt x="96030" y="50504"/>
                  </a:cubicBezTo>
                  <a:cubicBezTo>
                    <a:pt x="96403" y="49857"/>
                    <a:pt x="96777" y="49185"/>
                    <a:pt x="97100" y="48538"/>
                  </a:cubicBezTo>
                  <a:close/>
                  <a:moveTo>
                    <a:pt x="108401" y="46273"/>
                  </a:moveTo>
                  <a:lnTo>
                    <a:pt x="108401" y="46298"/>
                  </a:lnTo>
                  <a:lnTo>
                    <a:pt x="108401" y="46322"/>
                  </a:lnTo>
                  <a:cubicBezTo>
                    <a:pt x="108152" y="46522"/>
                    <a:pt x="107878" y="46671"/>
                    <a:pt x="107629" y="46820"/>
                  </a:cubicBezTo>
                  <a:cubicBezTo>
                    <a:pt x="107380" y="46994"/>
                    <a:pt x="107132" y="47169"/>
                    <a:pt x="106858" y="47318"/>
                  </a:cubicBezTo>
                  <a:cubicBezTo>
                    <a:pt x="106584" y="47492"/>
                    <a:pt x="106260" y="47642"/>
                    <a:pt x="105987" y="47791"/>
                  </a:cubicBezTo>
                  <a:cubicBezTo>
                    <a:pt x="105713" y="47940"/>
                    <a:pt x="105389" y="48115"/>
                    <a:pt x="105115" y="48264"/>
                  </a:cubicBezTo>
                  <a:cubicBezTo>
                    <a:pt x="104842" y="48388"/>
                    <a:pt x="104543" y="48513"/>
                    <a:pt x="104294" y="48637"/>
                  </a:cubicBezTo>
                  <a:cubicBezTo>
                    <a:pt x="103945" y="48787"/>
                    <a:pt x="103647" y="48936"/>
                    <a:pt x="103298" y="49060"/>
                  </a:cubicBezTo>
                  <a:lnTo>
                    <a:pt x="102552" y="49359"/>
                  </a:lnTo>
                  <a:cubicBezTo>
                    <a:pt x="102178" y="49484"/>
                    <a:pt x="101805" y="49633"/>
                    <a:pt x="101431" y="49757"/>
                  </a:cubicBezTo>
                  <a:cubicBezTo>
                    <a:pt x="101183" y="49807"/>
                    <a:pt x="100934" y="49882"/>
                    <a:pt x="100735" y="49932"/>
                  </a:cubicBezTo>
                  <a:cubicBezTo>
                    <a:pt x="100311" y="50056"/>
                    <a:pt x="99913" y="50180"/>
                    <a:pt x="99515" y="50280"/>
                  </a:cubicBezTo>
                  <a:cubicBezTo>
                    <a:pt x="99266" y="50355"/>
                    <a:pt x="99017" y="50380"/>
                    <a:pt x="98743" y="50429"/>
                  </a:cubicBezTo>
                  <a:cubicBezTo>
                    <a:pt x="98619" y="50479"/>
                    <a:pt x="98445" y="50504"/>
                    <a:pt x="98320" y="50529"/>
                  </a:cubicBezTo>
                  <a:lnTo>
                    <a:pt x="98270" y="50405"/>
                  </a:lnTo>
                  <a:cubicBezTo>
                    <a:pt x="98320" y="50405"/>
                    <a:pt x="98370" y="50380"/>
                    <a:pt x="98420" y="50380"/>
                  </a:cubicBezTo>
                  <a:cubicBezTo>
                    <a:pt x="98445" y="50380"/>
                    <a:pt x="98519" y="50355"/>
                    <a:pt x="98544" y="50355"/>
                  </a:cubicBezTo>
                  <a:cubicBezTo>
                    <a:pt x="98868" y="50280"/>
                    <a:pt x="99166" y="50255"/>
                    <a:pt x="99490" y="50156"/>
                  </a:cubicBezTo>
                  <a:cubicBezTo>
                    <a:pt x="99565" y="50131"/>
                    <a:pt x="99664" y="50106"/>
                    <a:pt x="99739" y="50106"/>
                  </a:cubicBezTo>
                  <a:cubicBezTo>
                    <a:pt x="99938" y="50031"/>
                    <a:pt x="100137" y="49981"/>
                    <a:pt x="100361" y="49907"/>
                  </a:cubicBezTo>
                  <a:lnTo>
                    <a:pt x="100386" y="49907"/>
                  </a:lnTo>
                  <a:cubicBezTo>
                    <a:pt x="100411" y="49907"/>
                    <a:pt x="100486" y="49882"/>
                    <a:pt x="100510" y="49882"/>
                  </a:cubicBezTo>
                  <a:cubicBezTo>
                    <a:pt x="100560" y="49857"/>
                    <a:pt x="100635" y="49857"/>
                    <a:pt x="100685" y="49807"/>
                  </a:cubicBezTo>
                  <a:cubicBezTo>
                    <a:pt x="100934" y="49757"/>
                    <a:pt x="101183" y="49683"/>
                    <a:pt x="101407" y="49633"/>
                  </a:cubicBezTo>
                  <a:cubicBezTo>
                    <a:pt x="101680" y="49533"/>
                    <a:pt x="101929" y="49434"/>
                    <a:pt x="102228" y="49359"/>
                  </a:cubicBezTo>
                  <a:cubicBezTo>
                    <a:pt x="102253" y="49359"/>
                    <a:pt x="102278" y="49309"/>
                    <a:pt x="102303" y="49309"/>
                  </a:cubicBezTo>
                  <a:cubicBezTo>
                    <a:pt x="102651" y="49185"/>
                    <a:pt x="102975" y="49110"/>
                    <a:pt x="103298" y="48986"/>
                  </a:cubicBezTo>
                  <a:cubicBezTo>
                    <a:pt x="103497" y="48911"/>
                    <a:pt x="103647" y="48811"/>
                    <a:pt x="103796" y="48762"/>
                  </a:cubicBezTo>
                  <a:cubicBezTo>
                    <a:pt x="103871" y="48737"/>
                    <a:pt x="103970" y="48687"/>
                    <a:pt x="104020" y="48662"/>
                  </a:cubicBezTo>
                  <a:cubicBezTo>
                    <a:pt x="104045" y="48637"/>
                    <a:pt x="104120" y="48637"/>
                    <a:pt x="104145" y="48612"/>
                  </a:cubicBezTo>
                  <a:cubicBezTo>
                    <a:pt x="104169" y="48612"/>
                    <a:pt x="104219" y="48563"/>
                    <a:pt x="104244" y="48563"/>
                  </a:cubicBezTo>
                  <a:cubicBezTo>
                    <a:pt x="104518" y="48438"/>
                    <a:pt x="104842" y="48314"/>
                    <a:pt x="105115" y="48189"/>
                  </a:cubicBezTo>
                  <a:cubicBezTo>
                    <a:pt x="105339" y="48115"/>
                    <a:pt x="105538" y="47940"/>
                    <a:pt x="105763" y="47866"/>
                  </a:cubicBezTo>
                  <a:cubicBezTo>
                    <a:pt x="105837" y="47816"/>
                    <a:pt x="105862" y="47791"/>
                    <a:pt x="105912" y="47766"/>
                  </a:cubicBezTo>
                  <a:cubicBezTo>
                    <a:pt x="105962" y="47766"/>
                    <a:pt x="105962" y="47741"/>
                    <a:pt x="105987" y="47741"/>
                  </a:cubicBezTo>
                  <a:cubicBezTo>
                    <a:pt x="106161" y="47642"/>
                    <a:pt x="106385" y="47517"/>
                    <a:pt x="106584" y="47418"/>
                  </a:cubicBezTo>
                  <a:cubicBezTo>
                    <a:pt x="106659" y="47368"/>
                    <a:pt x="106783" y="47318"/>
                    <a:pt x="106883" y="47268"/>
                  </a:cubicBezTo>
                  <a:cubicBezTo>
                    <a:pt x="107082" y="47144"/>
                    <a:pt x="107256" y="47019"/>
                    <a:pt x="107480" y="46895"/>
                  </a:cubicBezTo>
                  <a:cubicBezTo>
                    <a:pt x="107530" y="46870"/>
                    <a:pt x="107604" y="46795"/>
                    <a:pt x="107654" y="46770"/>
                  </a:cubicBezTo>
                  <a:cubicBezTo>
                    <a:pt x="107903" y="46621"/>
                    <a:pt x="108152" y="46447"/>
                    <a:pt x="108401" y="46273"/>
                  </a:cubicBezTo>
                  <a:close/>
                  <a:moveTo>
                    <a:pt x="97026" y="48289"/>
                  </a:moveTo>
                  <a:cubicBezTo>
                    <a:pt x="97026" y="48314"/>
                    <a:pt x="97051" y="48363"/>
                    <a:pt x="97051" y="48363"/>
                  </a:cubicBezTo>
                  <a:cubicBezTo>
                    <a:pt x="96627" y="49060"/>
                    <a:pt x="96204" y="49807"/>
                    <a:pt x="95806" y="50554"/>
                  </a:cubicBezTo>
                  <a:lnTo>
                    <a:pt x="95756" y="50554"/>
                  </a:lnTo>
                  <a:cubicBezTo>
                    <a:pt x="96179" y="49807"/>
                    <a:pt x="96627" y="49036"/>
                    <a:pt x="97026" y="48289"/>
                  </a:cubicBezTo>
                  <a:close/>
                  <a:moveTo>
                    <a:pt x="69646" y="48239"/>
                  </a:moveTo>
                  <a:cubicBezTo>
                    <a:pt x="69646" y="48264"/>
                    <a:pt x="69621" y="48264"/>
                    <a:pt x="69621" y="48289"/>
                  </a:cubicBezTo>
                  <a:cubicBezTo>
                    <a:pt x="69496" y="48363"/>
                    <a:pt x="69372" y="48438"/>
                    <a:pt x="69247" y="48513"/>
                  </a:cubicBezTo>
                  <a:cubicBezTo>
                    <a:pt x="69197" y="48513"/>
                    <a:pt x="69197" y="48538"/>
                    <a:pt x="69173" y="48538"/>
                  </a:cubicBezTo>
                  <a:cubicBezTo>
                    <a:pt x="68077" y="49160"/>
                    <a:pt x="67032" y="49882"/>
                    <a:pt x="65937" y="50629"/>
                  </a:cubicBezTo>
                  <a:lnTo>
                    <a:pt x="65962" y="50604"/>
                  </a:lnTo>
                  <a:lnTo>
                    <a:pt x="65962" y="50554"/>
                  </a:lnTo>
                  <a:cubicBezTo>
                    <a:pt x="66708" y="50031"/>
                    <a:pt x="67704" y="49384"/>
                    <a:pt x="68650" y="48811"/>
                  </a:cubicBezTo>
                  <a:cubicBezTo>
                    <a:pt x="68774" y="48762"/>
                    <a:pt x="68874" y="48687"/>
                    <a:pt x="68998" y="48637"/>
                  </a:cubicBezTo>
                  <a:lnTo>
                    <a:pt x="69073" y="48563"/>
                  </a:lnTo>
                  <a:cubicBezTo>
                    <a:pt x="69272" y="48488"/>
                    <a:pt x="69446" y="48363"/>
                    <a:pt x="69646" y="48239"/>
                  </a:cubicBezTo>
                  <a:close/>
                  <a:moveTo>
                    <a:pt x="95408" y="46173"/>
                  </a:moveTo>
                  <a:cubicBezTo>
                    <a:pt x="96030" y="46696"/>
                    <a:pt x="96503" y="47368"/>
                    <a:pt x="96901" y="48065"/>
                  </a:cubicBezTo>
                  <a:cubicBezTo>
                    <a:pt x="96453" y="48911"/>
                    <a:pt x="96005" y="49757"/>
                    <a:pt x="95507" y="50554"/>
                  </a:cubicBezTo>
                  <a:lnTo>
                    <a:pt x="95458" y="50554"/>
                  </a:lnTo>
                  <a:cubicBezTo>
                    <a:pt x="94810" y="50629"/>
                    <a:pt x="94138" y="50653"/>
                    <a:pt x="93466" y="50653"/>
                  </a:cubicBezTo>
                  <a:cubicBezTo>
                    <a:pt x="92968" y="50653"/>
                    <a:pt x="92471" y="50629"/>
                    <a:pt x="91973" y="50604"/>
                  </a:cubicBezTo>
                  <a:lnTo>
                    <a:pt x="91649" y="50604"/>
                  </a:lnTo>
                  <a:cubicBezTo>
                    <a:pt x="91151" y="50554"/>
                    <a:pt x="90654" y="50504"/>
                    <a:pt x="90181" y="50429"/>
                  </a:cubicBezTo>
                  <a:lnTo>
                    <a:pt x="90081" y="50429"/>
                  </a:lnTo>
                  <a:cubicBezTo>
                    <a:pt x="89733" y="50405"/>
                    <a:pt x="89434" y="50355"/>
                    <a:pt x="89085" y="50280"/>
                  </a:cubicBezTo>
                  <a:cubicBezTo>
                    <a:pt x="88986" y="50255"/>
                    <a:pt x="88911" y="50255"/>
                    <a:pt x="88812" y="50230"/>
                  </a:cubicBezTo>
                  <a:cubicBezTo>
                    <a:pt x="88563" y="50156"/>
                    <a:pt x="88314" y="50131"/>
                    <a:pt x="88065" y="50056"/>
                  </a:cubicBezTo>
                  <a:lnTo>
                    <a:pt x="87990" y="50056"/>
                  </a:lnTo>
                  <a:lnTo>
                    <a:pt x="87617" y="49981"/>
                  </a:lnTo>
                  <a:cubicBezTo>
                    <a:pt x="87542" y="49932"/>
                    <a:pt x="87418" y="49907"/>
                    <a:pt x="87318" y="49882"/>
                  </a:cubicBezTo>
                  <a:cubicBezTo>
                    <a:pt x="86995" y="48687"/>
                    <a:pt x="86472" y="47667"/>
                    <a:pt x="85750" y="46820"/>
                  </a:cubicBezTo>
                  <a:lnTo>
                    <a:pt x="85825" y="46820"/>
                  </a:lnTo>
                  <a:cubicBezTo>
                    <a:pt x="85924" y="46870"/>
                    <a:pt x="85999" y="46870"/>
                    <a:pt x="86099" y="46895"/>
                  </a:cubicBezTo>
                  <a:cubicBezTo>
                    <a:pt x="86497" y="46945"/>
                    <a:pt x="86870" y="46994"/>
                    <a:pt x="87293" y="47044"/>
                  </a:cubicBezTo>
                  <a:cubicBezTo>
                    <a:pt x="87368" y="47044"/>
                    <a:pt x="87492" y="47069"/>
                    <a:pt x="87592" y="47069"/>
                  </a:cubicBezTo>
                  <a:cubicBezTo>
                    <a:pt x="88090" y="47094"/>
                    <a:pt x="88588" y="47144"/>
                    <a:pt x="89085" y="47144"/>
                  </a:cubicBezTo>
                  <a:cubicBezTo>
                    <a:pt x="89733" y="47144"/>
                    <a:pt x="90405" y="47094"/>
                    <a:pt x="91027" y="47044"/>
                  </a:cubicBezTo>
                  <a:cubicBezTo>
                    <a:pt x="91077" y="47044"/>
                    <a:pt x="91176" y="47044"/>
                    <a:pt x="91226" y="47019"/>
                  </a:cubicBezTo>
                  <a:lnTo>
                    <a:pt x="92072" y="46920"/>
                  </a:lnTo>
                  <a:cubicBezTo>
                    <a:pt x="92172" y="46920"/>
                    <a:pt x="92222" y="46895"/>
                    <a:pt x="92321" y="46895"/>
                  </a:cubicBezTo>
                  <a:cubicBezTo>
                    <a:pt x="92595" y="46845"/>
                    <a:pt x="92894" y="46795"/>
                    <a:pt x="93168" y="46721"/>
                  </a:cubicBezTo>
                  <a:cubicBezTo>
                    <a:pt x="93217" y="46721"/>
                    <a:pt x="93317" y="46696"/>
                    <a:pt x="93392" y="46696"/>
                  </a:cubicBezTo>
                  <a:lnTo>
                    <a:pt x="94213" y="46522"/>
                  </a:lnTo>
                  <a:cubicBezTo>
                    <a:pt x="94288" y="46472"/>
                    <a:pt x="94387" y="46472"/>
                    <a:pt x="94437" y="46447"/>
                  </a:cubicBezTo>
                  <a:cubicBezTo>
                    <a:pt x="94711" y="46397"/>
                    <a:pt x="95010" y="46298"/>
                    <a:pt x="95283" y="46198"/>
                  </a:cubicBezTo>
                  <a:cubicBezTo>
                    <a:pt x="95308" y="46198"/>
                    <a:pt x="95333" y="46173"/>
                    <a:pt x="95408" y="46173"/>
                  </a:cubicBezTo>
                  <a:close/>
                  <a:moveTo>
                    <a:pt x="97797" y="50529"/>
                  </a:moveTo>
                  <a:lnTo>
                    <a:pt x="97797" y="50554"/>
                  </a:lnTo>
                  <a:lnTo>
                    <a:pt x="97797" y="50604"/>
                  </a:lnTo>
                  <a:cubicBezTo>
                    <a:pt x="97673" y="50629"/>
                    <a:pt x="97548" y="50653"/>
                    <a:pt x="97424" y="50653"/>
                  </a:cubicBezTo>
                  <a:cubicBezTo>
                    <a:pt x="97150" y="50678"/>
                    <a:pt x="96876" y="50728"/>
                    <a:pt x="96553" y="50753"/>
                  </a:cubicBezTo>
                  <a:cubicBezTo>
                    <a:pt x="96379" y="50753"/>
                    <a:pt x="96130" y="50778"/>
                    <a:pt x="95881" y="50778"/>
                  </a:cubicBezTo>
                  <a:lnTo>
                    <a:pt x="95906" y="50753"/>
                  </a:lnTo>
                  <a:cubicBezTo>
                    <a:pt x="96030" y="50753"/>
                    <a:pt x="96130" y="50728"/>
                    <a:pt x="96254" y="50728"/>
                  </a:cubicBezTo>
                  <a:lnTo>
                    <a:pt x="96379" y="50728"/>
                  </a:lnTo>
                  <a:cubicBezTo>
                    <a:pt x="96752" y="50678"/>
                    <a:pt x="97125" y="50653"/>
                    <a:pt x="97499" y="50604"/>
                  </a:cubicBezTo>
                  <a:lnTo>
                    <a:pt x="97524" y="50604"/>
                  </a:lnTo>
                  <a:cubicBezTo>
                    <a:pt x="97623" y="50554"/>
                    <a:pt x="97698" y="50554"/>
                    <a:pt x="97797" y="50529"/>
                  </a:cubicBezTo>
                  <a:close/>
                  <a:moveTo>
                    <a:pt x="95682" y="50753"/>
                  </a:moveTo>
                  <a:cubicBezTo>
                    <a:pt x="95682" y="50753"/>
                    <a:pt x="95682" y="50778"/>
                    <a:pt x="95657" y="50778"/>
                  </a:cubicBezTo>
                  <a:lnTo>
                    <a:pt x="95657" y="50803"/>
                  </a:lnTo>
                  <a:lnTo>
                    <a:pt x="95582" y="50803"/>
                  </a:lnTo>
                  <a:cubicBezTo>
                    <a:pt x="95582" y="50803"/>
                    <a:pt x="95582" y="50778"/>
                    <a:pt x="95632" y="50778"/>
                  </a:cubicBezTo>
                  <a:cubicBezTo>
                    <a:pt x="95632" y="50778"/>
                    <a:pt x="95632" y="50753"/>
                    <a:pt x="95657" y="50753"/>
                  </a:cubicBezTo>
                  <a:close/>
                  <a:moveTo>
                    <a:pt x="65613" y="50778"/>
                  </a:moveTo>
                  <a:cubicBezTo>
                    <a:pt x="65588" y="50803"/>
                    <a:pt x="65563" y="50853"/>
                    <a:pt x="65514" y="50853"/>
                  </a:cubicBezTo>
                  <a:cubicBezTo>
                    <a:pt x="65538" y="50803"/>
                    <a:pt x="65563" y="50778"/>
                    <a:pt x="65613" y="50778"/>
                  </a:cubicBezTo>
                  <a:close/>
                  <a:moveTo>
                    <a:pt x="87368" y="50056"/>
                  </a:moveTo>
                  <a:cubicBezTo>
                    <a:pt x="87542" y="50106"/>
                    <a:pt x="87692" y="50156"/>
                    <a:pt x="87841" y="50180"/>
                  </a:cubicBezTo>
                  <a:cubicBezTo>
                    <a:pt x="87916" y="50180"/>
                    <a:pt x="87940" y="50230"/>
                    <a:pt x="87990" y="50230"/>
                  </a:cubicBezTo>
                  <a:cubicBezTo>
                    <a:pt x="88339" y="50305"/>
                    <a:pt x="88712" y="50380"/>
                    <a:pt x="89061" y="50429"/>
                  </a:cubicBezTo>
                  <a:cubicBezTo>
                    <a:pt x="89110" y="50429"/>
                    <a:pt x="89160" y="50454"/>
                    <a:pt x="89210" y="50454"/>
                  </a:cubicBezTo>
                  <a:cubicBezTo>
                    <a:pt x="89334" y="50504"/>
                    <a:pt x="89459" y="50504"/>
                    <a:pt x="89558" y="50529"/>
                  </a:cubicBezTo>
                  <a:lnTo>
                    <a:pt x="90106" y="50629"/>
                  </a:lnTo>
                  <a:cubicBezTo>
                    <a:pt x="90206" y="50629"/>
                    <a:pt x="90305" y="50653"/>
                    <a:pt x="90355" y="50653"/>
                  </a:cubicBezTo>
                  <a:lnTo>
                    <a:pt x="90454" y="50653"/>
                  </a:lnTo>
                  <a:cubicBezTo>
                    <a:pt x="90579" y="50678"/>
                    <a:pt x="90728" y="50678"/>
                    <a:pt x="90853" y="50703"/>
                  </a:cubicBezTo>
                  <a:cubicBezTo>
                    <a:pt x="90977" y="50703"/>
                    <a:pt x="91077" y="50753"/>
                    <a:pt x="91201" y="50753"/>
                  </a:cubicBezTo>
                  <a:cubicBezTo>
                    <a:pt x="91351" y="50753"/>
                    <a:pt x="91525" y="50778"/>
                    <a:pt x="91674" y="50778"/>
                  </a:cubicBezTo>
                  <a:lnTo>
                    <a:pt x="91799" y="50778"/>
                  </a:lnTo>
                  <a:cubicBezTo>
                    <a:pt x="91923" y="50778"/>
                    <a:pt x="92048" y="50803"/>
                    <a:pt x="92172" y="50803"/>
                  </a:cubicBezTo>
                  <a:lnTo>
                    <a:pt x="92321" y="50803"/>
                  </a:lnTo>
                  <a:cubicBezTo>
                    <a:pt x="92695" y="50828"/>
                    <a:pt x="93068" y="50828"/>
                    <a:pt x="93441" y="50828"/>
                  </a:cubicBezTo>
                  <a:cubicBezTo>
                    <a:pt x="94089" y="50828"/>
                    <a:pt x="94711" y="50803"/>
                    <a:pt x="95333" y="50778"/>
                  </a:cubicBezTo>
                  <a:lnTo>
                    <a:pt x="95333" y="50778"/>
                  </a:lnTo>
                  <a:cubicBezTo>
                    <a:pt x="95333" y="50778"/>
                    <a:pt x="95333" y="50803"/>
                    <a:pt x="95308" y="50803"/>
                  </a:cubicBezTo>
                  <a:cubicBezTo>
                    <a:pt x="95308" y="50803"/>
                    <a:pt x="95308" y="50828"/>
                    <a:pt x="95283" y="50828"/>
                  </a:cubicBezTo>
                  <a:cubicBezTo>
                    <a:pt x="94960" y="50877"/>
                    <a:pt x="94636" y="50877"/>
                    <a:pt x="94313" y="50877"/>
                  </a:cubicBezTo>
                  <a:lnTo>
                    <a:pt x="94263" y="50877"/>
                  </a:lnTo>
                  <a:cubicBezTo>
                    <a:pt x="93964" y="50877"/>
                    <a:pt x="93690" y="50902"/>
                    <a:pt x="93417" y="50902"/>
                  </a:cubicBezTo>
                  <a:lnTo>
                    <a:pt x="92321" y="50902"/>
                  </a:lnTo>
                  <a:cubicBezTo>
                    <a:pt x="92023" y="50902"/>
                    <a:pt x="91724" y="50877"/>
                    <a:pt x="91425" y="50828"/>
                  </a:cubicBezTo>
                  <a:lnTo>
                    <a:pt x="91226" y="50828"/>
                  </a:lnTo>
                  <a:cubicBezTo>
                    <a:pt x="90903" y="50803"/>
                    <a:pt x="90579" y="50778"/>
                    <a:pt x="90230" y="50703"/>
                  </a:cubicBezTo>
                  <a:lnTo>
                    <a:pt x="90181" y="50703"/>
                  </a:lnTo>
                  <a:cubicBezTo>
                    <a:pt x="89832" y="50653"/>
                    <a:pt x="89459" y="50629"/>
                    <a:pt x="89110" y="50554"/>
                  </a:cubicBezTo>
                  <a:cubicBezTo>
                    <a:pt x="88538" y="50454"/>
                    <a:pt x="87940" y="50305"/>
                    <a:pt x="87343" y="50156"/>
                  </a:cubicBezTo>
                  <a:lnTo>
                    <a:pt x="87343" y="50131"/>
                  </a:lnTo>
                  <a:cubicBezTo>
                    <a:pt x="87368" y="50131"/>
                    <a:pt x="87368" y="50106"/>
                    <a:pt x="87368" y="50056"/>
                  </a:cubicBezTo>
                  <a:close/>
                  <a:moveTo>
                    <a:pt x="115445" y="38681"/>
                  </a:moveTo>
                  <a:cubicBezTo>
                    <a:pt x="116067" y="41444"/>
                    <a:pt x="116192" y="44530"/>
                    <a:pt x="115819" y="47766"/>
                  </a:cubicBezTo>
                  <a:cubicBezTo>
                    <a:pt x="115495" y="48811"/>
                    <a:pt x="115146" y="49907"/>
                    <a:pt x="114748" y="51002"/>
                  </a:cubicBezTo>
                  <a:cubicBezTo>
                    <a:pt x="114201" y="48811"/>
                    <a:pt x="112881" y="46621"/>
                    <a:pt x="110940" y="44505"/>
                  </a:cubicBezTo>
                  <a:lnTo>
                    <a:pt x="111015" y="44406"/>
                  </a:lnTo>
                  <a:cubicBezTo>
                    <a:pt x="111139" y="44281"/>
                    <a:pt x="111263" y="44182"/>
                    <a:pt x="111363" y="44057"/>
                  </a:cubicBezTo>
                  <a:lnTo>
                    <a:pt x="111836" y="43584"/>
                  </a:lnTo>
                  <a:lnTo>
                    <a:pt x="112110" y="43311"/>
                  </a:lnTo>
                  <a:cubicBezTo>
                    <a:pt x="112259" y="43161"/>
                    <a:pt x="112433" y="42962"/>
                    <a:pt x="112583" y="42813"/>
                  </a:cubicBezTo>
                  <a:cubicBezTo>
                    <a:pt x="112632" y="42713"/>
                    <a:pt x="112732" y="42663"/>
                    <a:pt x="112807" y="42564"/>
                  </a:cubicBezTo>
                  <a:lnTo>
                    <a:pt x="113255" y="41991"/>
                  </a:lnTo>
                  <a:cubicBezTo>
                    <a:pt x="113329" y="41942"/>
                    <a:pt x="113354" y="41867"/>
                    <a:pt x="113429" y="41792"/>
                  </a:cubicBezTo>
                  <a:cubicBezTo>
                    <a:pt x="113578" y="41568"/>
                    <a:pt x="113728" y="41369"/>
                    <a:pt x="113877" y="41170"/>
                  </a:cubicBezTo>
                  <a:cubicBezTo>
                    <a:pt x="113927" y="41145"/>
                    <a:pt x="113952" y="41095"/>
                    <a:pt x="113977" y="41046"/>
                  </a:cubicBezTo>
                  <a:cubicBezTo>
                    <a:pt x="114549" y="40249"/>
                    <a:pt x="115047" y="39477"/>
                    <a:pt x="115445" y="38681"/>
                  </a:cubicBezTo>
                  <a:close/>
                  <a:moveTo>
                    <a:pt x="65812" y="48214"/>
                  </a:moveTo>
                  <a:cubicBezTo>
                    <a:pt x="65812" y="48314"/>
                    <a:pt x="65837" y="48388"/>
                    <a:pt x="65837" y="48463"/>
                  </a:cubicBezTo>
                  <a:cubicBezTo>
                    <a:pt x="65837" y="48563"/>
                    <a:pt x="65887" y="48637"/>
                    <a:pt x="65887" y="48712"/>
                  </a:cubicBezTo>
                  <a:lnTo>
                    <a:pt x="65887" y="49011"/>
                  </a:lnTo>
                  <a:lnTo>
                    <a:pt x="65887" y="49210"/>
                  </a:lnTo>
                  <a:cubicBezTo>
                    <a:pt x="65787" y="49284"/>
                    <a:pt x="65787" y="49359"/>
                    <a:pt x="65787" y="49434"/>
                  </a:cubicBezTo>
                  <a:lnTo>
                    <a:pt x="65787" y="49633"/>
                  </a:lnTo>
                  <a:cubicBezTo>
                    <a:pt x="65787" y="49732"/>
                    <a:pt x="65762" y="49782"/>
                    <a:pt x="65762" y="49832"/>
                  </a:cubicBezTo>
                  <a:cubicBezTo>
                    <a:pt x="65762" y="49907"/>
                    <a:pt x="65713" y="49932"/>
                    <a:pt x="65713" y="50006"/>
                  </a:cubicBezTo>
                  <a:cubicBezTo>
                    <a:pt x="65688" y="50106"/>
                    <a:pt x="65663" y="50156"/>
                    <a:pt x="65663" y="50205"/>
                  </a:cubicBezTo>
                  <a:cubicBezTo>
                    <a:pt x="65663" y="50255"/>
                    <a:pt x="65613" y="50280"/>
                    <a:pt x="65613" y="50305"/>
                  </a:cubicBezTo>
                  <a:cubicBezTo>
                    <a:pt x="65588" y="50405"/>
                    <a:pt x="65538" y="50504"/>
                    <a:pt x="65464" y="50579"/>
                  </a:cubicBezTo>
                  <a:cubicBezTo>
                    <a:pt x="65439" y="50653"/>
                    <a:pt x="65364" y="50678"/>
                    <a:pt x="65314" y="50753"/>
                  </a:cubicBezTo>
                  <a:lnTo>
                    <a:pt x="65290" y="50778"/>
                  </a:lnTo>
                  <a:lnTo>
                    <a:pt x="65215" y="50828"/>
                  </a:lnTo>
                  <a:cubicBezTo>
                    <a:pt x="64991" y="50952"/>
                    <a:pt x="64742" y="51052"/>
                    <a:pt x="64468" y="51052"/>
                  </a:cubicBezTo>
                  <a:cubicBezTo>
                    <a:pt x="64319" y="51052"/>
                    <a:pt x="64120" y="51027"/>
                    <a:pt x="63945" y="51002"/>
                  </a:cubicBezTo>
                  <a:lnTo>
                    <a:pt x="63896" y="51002"/>
                  </a:lnTo>
                  <a:cubicBezTo>
                    <a:pt x="63448" y="50902"/>
                    <a:pt x="62950" y="50678"/>
                    <a:pt x="62402" y="50405"/>
                  </a:cubicBezTo>
                  <a:cubicBezTo>
                    <a:pt x="63547" y="49583"/>
                    <a:pt x="64667" y="48886"/>
                    <a:pt x="65812" y="48214"/>
                  </a:cubicBezTo>
                  <a:close/>
                  <a:moveTo>
                    <a:pt x="65389" y="50977"/>
                  </a:moveTo>
                  <a:lnTo>
                    <a:pt x="65414" y="51002"/>
                  </a:lnTo>
                  <a:lnTo>
                    <a:pt x="65389" y="51027"/>
                  </a:lnTo>
                  <a:cubicBezTo>
                    <a:pt x="65339" y="51027"/>
                    <a:pt x="65339" y="51052"/>
                    <a:pt x="65339" y="51052"/>
                  </a:cubicBezTo>
                  <a:lnTo>
                    <a:pt x="65314" y="51101"/>
                  </a:lnTo>
                  <a:cubicBezTo>
                    <a:pt x="65290" y="51126"/>
                    <a:pt x="65240" y="51126"/>
                    <a:pt x="65215" y="51126"/>
                  </a:cubicBezTo>
                  <a:cubicBezTo>
                    <a:pt x="65140" y="51151"/>
                    <a:pt x="65066" y="51176"/>
                    <a:pt x="65016" y="51176"/>
                  </a:cubicBezTo>
                  <a:lnTo>
                    <a:pt x="65290" y="51002"/>
                  </a:lnTo>
                  <a:cubicBezTo>
                    <a:pt x="65314" y="51002"/>
                    <a:pt x="65314" y="50977"/>
                    <a:pt x="65339" y="50977"/>
                  </a:cubicBezTo>
                  <a:close/>
                  <a:moveTo>
                    <a:pt x="62178" y="50504"/>
                  </a:moveTo>
                  <a:cubicBezTo>
                    <a:pt x="62228" y="50529"/>
                    <a:pt x="62303" y="50554"/>
                    <a:pt x="62328" y="50604"/>
                  </a:cubicBezTo>
                  <a:cubicBezTo>
                    <a:pt x="62576" y="50728"/>
                    <a:pt x="62800" y="50803"/>
                    <a:pt x="63024" y="50902"/>
                  </a:cubicBezTo>
                  <a:cubicBezTo>
                    <a:pt x="63049" y="50902"/>
                    <a:pt x="63074" y="50927"/>
                    <a:pt x="63099" y="50927"/>
                  </a:cubicBezTo>
                  <a:cubicBezTo>
                    <a:pt x="63323" y="51027"/>
                    <a:pt x="63547" y="51101"/>
                    <a:pt x="63771" y="51126"/>
                  </a:cubicBezTo>
                  <a:lnTo>
                    <a:pt x="63821" y="51126"/>
                  </a:lnTo>
                  <a:cubicBezTo>
                    <a:pt x="64045" y="51151"/>
                    <a:pt x="64219" y="51176"/>
                    <a:pt x="64418" y="51176"/>
                  </a:cubicBezTo>
                  <a:cubicBezTo>
                    <a:pt x="64518" y="51176"/>
                    <a:pt x="64568" y="51176"/>
                    <a:pt x="64667" y="51151"/>
                  </a:cubicBezTo>
                  <a:lnTo>
                    <a:pt x="64667" y="51151"/>
                  </a:lnTo>
                  <a:cubicBezTo>
                    <a:pt x="64617" y="51176"/>
                    <a:pt x="64593" y="51176"/>
                    <a:pt x="64568" y="51201"/>
                  </a:cubicBezTo>
                  <a:cubicBezTo>
                    <a:pt x="64444" y="51230"/>
                    <a:pt x="64313" y="51244"/>
                    <a:pt x="64176" y="51244"/>
                  </a:cubicBezTo>
                  <a:cubicBezTo>
                    <a:pt x="63592" y="51244"/>
                    <a:pt x="62884" y="50992"/>
                    <a:pt x="62079" y="50529"/>
                  </a:cubicBezTo>
                  <a:cubicBezTo>
                    <a:pt x="62103" y="50529"/>
                    <a:pt x="62103" y="50504"/>
                    <a:pt x="62128" y="50504"/>
                  </a:cubicBezTo>
                  <a:close/>
                  <a:moveTo>
                    <a:pt x="110766" y="44630"/>
                  </a:moveTo>
                  <a:cubicBezTo>
                    <a:pt x="112807" y="46795"/>
                    <a:pt x="114126" y="49110"/>
                    <a:pt x="114698" y="51301"/>
                  </a:cubicBezTo>
                  <a:cubicBezTo>
                    <a:pt x="114698" y="51350"/>
                    <a:pt x="114674" y="51375"/>
                    <a:pt x="114674" y="51400"/>
                  </a:cubicBezTo>
                  <a:cubicBezTo>
                    <a:pt x="114101" y="49160"/>
                    <a:pt x="112757" y="46870"/>
                    <a:pt x="110741" y="44655"/>
                  </a:cubicBezTo>
                  <a:cubicBezTo>
                    <a:pt x="110766" y="44655"/>
                    <a:pt x="110766" y="44630"/>
                    <a:pt x="110766" y="44630"/>
                  </a:cubicBezTo>
                  <a:close/>
                  <a:moveTo>
                    <a:pt x="115744" y="48737"/>
                  </a:moveTo>
                  <a:cubicBezTo>
                    <a:pt x="115719" y="48861"/>
                    <a:pt x="115719" y="49011"/>
                    <a:pt x="115694" y="49135"/>
                  </a:cubicBezTo>
                  <a:cubicBezTo>
                    <a:pt x="115445" y="49882"/>
                    <a:pt x="115196" y="50629"/>
                    <a:pt x="114947" y="51400"/>
                  </a:cubicBezTo>
                  <a:cubicBezTo>
                    <a:pt x="114947" y="51375"/>
                    <a:pt x="114922" y="51350"/>
                    <a:pt x="114922" y="51301"/>
                  </a:cubicBezTo>
                  <a:cubicBezTo>
                    <a:pt x="115196" y="50429"/>
                    <a:pt x="115470" y="49608"/>
                    <a:pt x="115744" y="48737"/>
                  </a:cubicBezTo>
                  <a:close/>
                  <a:moveTo>
                    <a:pt x="114748" y="51624"/>
                  </a:moveTo>
                  <a:cubicBezTo>
                    <a:pt x="114748" y="51649"/>
                    <a:pt x="114748" y="51674"/>
                    <a:pt x="114798" y="51749"/>
                  </a:cubicBezTo>
                  <a:cubicBezTo>
                    <a:pt x="114798" y="51774"/>
                    <a:pt x="114748" y="51848"/>
                    <a:pt x="114748" y="51873"/>
                  </a:cubicBezTo>
                  <a:cubicBezTo>
                    <a:pt x="114748" y="51798"/>
                    <a:pt x="114748" y="51774"/>
                    <a:pt x="114723" y="51749"/>
                  </a:cubicBezTo>
                  <a:cubicBezTo>
                    <a:pt x="114723" y="51724"/>
                    <a:pt x="114748" y="51649"/>
                    <a:pt x="114748" y="51624"/>
                  </a:cubicBezTo>
                  <a:close/>
                  <a:moveTo>
                    <a:pt x="115470" y="50405"/>
                  </a:moveTo>
                  <a:cubicBezTo>
                    <a:pt x="115346" y="51002"/>
                    <a:pt x="115221" y="51624"/>
                    <a:pt x="115097" y="52222"/>
                  </a:cubicBezTo>
                  <a:lnTo>
                    <a:pt x="114997" y="51749"/>
                  </a:lnTo>
                  <a:cubicBezTo>
                    <a:pt x="115171" y="51301"/>
                    <a:pt x="115321" y="50877"/>
                    <a:pt x="115470" y="50405"/>
                  </a:cubicBezTo>
                  <a:close/>
                  <a:moveTo>
                    <a:pt x="29720" y="40423"/>
                  </a:moveTo>
                  <a:cubicBezTo>
                    <a:pt x="32234" y="41991"/>
                    <a:pt x="34898" y="43908"/>
                    <a:pt x="37511" y="45999"/>
                  </a:cubicBezTo>
                  <a:cubicBezTo>
                    <a:pt x="35520" y="48139"/>
                    <a:pt x="33603" y="50355"/>
                    <a:pt x="31836" y="52595"/>
                  </a:cubicBezTo>
                  <a:cubicBezTo>
                    <a:pt x="29546" y="50728"/>
                    <a:pt x="27331" y="48762"/>
                    <a:pt x="25339" y="46820"/>
                  </a:cubicBezTo>
                  <a:cubicBezTo>
                    <a:pt x="26584" y="44680"/>
                    <a:pt x="28077" y="42539"/>
                    <a:pt x="29720" y="40423"/>
                  </a:cubicBezTo>
                  <a:close/>
                  <a:moveTo>
                    <a:pt x="64717" y="51500"/>
                  </a:moveTo>
                  <a:lnTo>
                    <a:pt x="64443" y="51674"/>
                  </a:lnTo>
                  <a:cubicBezTo>
                    <a:pt x="64418" y="51724"/>
                    <a:pt x="64393" y="51749"/>
                    <a:pt x="64344" y="51749"/>
                  </a:cubicBezTo>
                  <a:cubicBezTo>
                    <a:pt x="64169" y="51873"/>
                    <a:pt x="63995" y="51998"/>
                    <a:pt x="63846" y="52122"/>
                  </a:cubicBezTo>
                  <a:cubicBezTo>
                    <a:pt x="63600" y="52294"/>
                    <a:pt x="63379" y="52490"/>
                    <a:pt x="63181" y="52639"/>
                  </a:cubicBezTo>
                  <a:lnTo>
                    <a:pt x="63181" y="52639"/>
                  </a:lnTo>
                  <a:cubicBezTo>
                    <a:pt x="63541" y="52296"/>
                    <a:pt x="63978" y="51972"/>
                    <a:pt x="64393" y="51649"/>
                  </a:cubicBezTo>
                  <a:cubicBezTo>
                    <a:pt x="64418" y="51624"/>
                    <a:pt x="64468" y="51599"/>
                    <a:pt x="64518" y="51550"/>
                  </a:cubicBezTo>
                  <a:cubicBezTo>
                    <a:pt x="64543" y="51525"/>
                    <a:pt x="64568" y="51500"/>
                    <a:pt x="64593" y="51500"/>
                  </a:cubicBezTo>
                  <a:close/>
                  <a:moveTo>
                    <a:pt x="37636" y="46123"/>
                  </a:moveTo>
                  <a:cubicBezTo>
                    <a:pt x="37660" y="46123"/>
                    <a:pt x="37660" y="46148"/>
                    <a:pt x="37685" y="46148"/>
                  </a:cubicBezTo>
                  <a:cubicBezTo>
                    <a:pt x="35694" y="48289"/>
                    <a:pt x="33802" y="50504"/>
                    <a:pt x="32035" y="52744"/>
                  </a:cubicBezTo>
                  <a:cubicBezTo>
                    <a:pt x="31985" y="52744"/>
                    <a:pt x="31985" y="52719"/>
                    <a:pt x="31960" y="52719"/>
                  </a:cubicBezTo>
                  <a:cubicBezTo>
                    <a:pt x="33728" y="50479"/>
                    <a:pt x="35644" y="48264"/>
                    <a:pt x="37636" y="46123"/>
                  </a:cubicBezTo>
                  <a:close/>
                  <a:moveTo>
                    <a:pt x="63099" y="52719"/>
                  </a:moveTo>
                  <a:lnTo>
                    <a:pt x="63074" y="52744"/>
                  </a:lnTo>
                  <a:cubicBezTo>
                    <a:pt x="63069" y="52747"/>
                    <a:pt x="63064" y="52750"/>
                    <a:pt x="63059" y="52753"/>
                  </a:cubicBezTo>
                  <a:lnTo>
                    <a:pt x="63059" y="52753"/>
                  </a:lnTo>
                  <a:lnTo>
                    <a:pt x="63099" y="52719"/>
                  </a:lnTo>
                  <a:close/>
                  <a:moveTo>
                    <a:pt x="25215" y="46945"/>
                  </a:moveTo>
                  <a:cubicBezTo>
                    <a:pt x="27206" y="48911"/>
                    <a:pt x="29421" y="50853"/>
                    <a:pt x="31711" y="52719"/>
                  </a:cubicBezTo>
                  <a:cubicBezTo>
                    <a:pt x="31687" y="52744"/>
                    <a:pt x="31687" y="52769"/>
                    <a:pt x="31662" y="52769"/>
                  </a:cubicBezTo>
                  <a:cubicBezTo>
                    <a:pt x="29372" y="50927"/>
                    <a:pt x="27181" y="48986"/>
                    <a:pt x="25190" y="47019"/>
                  </a:cubicBezTo>
                  <a:cubicBezTo>
                    <a:pt x="25190" y="46994"/>
                    <a:pt x="25215" y="46994"/>
                    <a:pt x="25215" y="46945"/>
                  </a:cubicBezTo>
                  <a:close/>
                  <a:moveTo>
                    <a:pt x="48662" y="37088"/>
                  </a:moveTo>
                  <a:cubicBezTo>
                    <a:pt x="50330" y="39303"/>
                    <a:pt x="52023" y="41469"/>
                    <a:pt x="53765" y="43435"/>
                  </a:cubicBezTo>
                  <a:cubicBezTo>
                    <a:pt x="53889" y="43559"/>
                    <a:pt x="53989" y="43709"/>
                    <a:pt x="54113" y="43833"/>
                  </a:cubicBezTo>
                  <a:cubicBezTo>
                    <a:pt x="54313" y="44032"/>
                    <a:pt x="54487" y="44207"/>
                    <a:pt x="54636" y="44431"/>
                  </a:cubicBezTo>
                  <a:cubicBezTo>
                    <a:pt x="51525" y="47119"/>
                    <a:pt x="48588" y="49932"/>
                    <a:pt x="45874" y="52869"/>
                  </a:cubicBezTo>
                  <a:cubicBezTo>
                    <a:pt x="43734" y="50728"/>
                    <a:pt x="41295" y="48538"/>
                    <a:pt x="38756" y="46497"/>
                  </a:cubicBezTo>
                  <a:cubicBezTo>
                    <a:pt x="41519" y="43062"/>
                    <a:pt x="44879" y="39826"/>
                    <a:pt x="48662" y="37088"/>
                  </a:cubicBezTo>
                  <a:close/>
                  <a:moveTo>
                    <a:pt x="31836" y="52844"/>
                  </a:moveTo>
                  <a:cubicBezTo>
                    <a:pt x="31861" y="52844"/>
                    <a:pt x="31861" y="52869"/>
                    <a:pt x="31911" y="52869"/>
                  </a:cubicBezTo>
                  <a:cubicBezTo>
                    <a:pt x="31911" y="52894"/>
                    <a:pt x="31861" y="52894"/>
                    <a:pt x="31861" y="52919"/>
                  </a:cubicBezTo>
                  <a:cubicBezTo>
                    <a:pt x="31836" y="52919"/>
                    <a:pt x="31836" y="52894"/>
                    <a:pt x="31811" y="52894"/>
                  </a:cubicBezTo>
                  <a:cubicBezTo>
                    <a:pt x="31811" y="52869"/>
                    <a:pt x="31836" y="52869"/>
                    <a:pt x="31836" y="52844"/>
                  </a:cubicBezTo>
                  <a:close/>
                  <a:moveTo>
                    <a:pt x="114848" y="52097"/>
                  </a:moveTo>
                  <a:cubicBezTo>
                    <a:pt x="114873" y="52296"/>
                    <a:pt x="114922" y="52545"/>
                    <a:pt x="114947" y="52769"/>
                  </a:cubicBezTo>
                  <a:cubicBezTo>
                    <a:pt x="114947" y="52819"/>
                    <a:pt x="114922" y="52894"/>
                    <a:pt x="114922" y="52919"/>
                  </a:cubicBezTo>
                  <a:cubicBezTo>
                    <a:pt x="114922" y="52719"/>
                    <a:pt x="114873" y="52470"/>
                    <a:pt x="114823" y="52222"/>
                  </a:cubicBezTo>
                  <a:cubicBezTo>
                    <a:pt x="114823" y="52172"/>
                    <a:pt x="114848" y="52122"/>
                    <a:pt x="114848" y="52097"/>
                  </a:cubicBezTo>
                  <a:close/>
                  <a:moveTo>
                    <a:pt x="115968" y="48762"/>
                  </a:moveTo>
                  <a:cubicBezTo>
                    <a:pt x="115769" y="50131"/>
                    <a:pt x="115495" y="51525"/>
                    <a:pt x="115146" y="52968"/>
                  </a:cubicBezTo>
                  <a:cubicBezTo>
                    <a:pt x="115146" y="52894"/>
                    <a:pt x="115146" y="52844"/>
                    <a:pt x="115122" y="52769"/>
                  </a:cubicBezTo>
                  <a:cubicBezTo>
                    <a:pt x="115445" y="51550"/>
                    <a:pt x="115694" y="50380"/>
                    <a:pt x="115843" y="49185"/>
                  </a:cubicBezTo>
                  <a:cubicBezTo>
                    <a:pt x="115868" y="49036"/>
                    <a:pt x="115943" y="48911"/>
                    <a:pt x="115968" y="48762"/>
                  </a:cubicBezTo>
                  <a:close/>
                  <a:moveTo>
                    <a:pt x="38656" y="46621"/>
                  </a:moveTo>
                  <a:cubicBezTo>
                    <a:pt x="41170" y="48662"/>
                    <a:pt x="43609" y="50803"/>
                    <a:pt x="45750" y="52968"/>
                  </a:cubicBezTo>
                  <a:cubicBezTo>
                    <a:pt x="45750" y="52993"/>
                    <a:pt x="45725" y="52993"/>
                    <a:pt x="45725" y="53018"/>
                  </a:cubicBezTo>
                  <a:cubicBezTo>
                    <a:pt x="43560" y="50877"/>
                    <a:pt x="41145" y="48687"/>
                    <a:pt x="38631" y="46671"/>
                  </a:cubicBezTo>
                  <a:cubicBezTo>
                    <a:pt x="38631" y="46646"/>
                    <a:pt x="38656" y="46646"/>
                    <a:pt x="38656" y="46621"/>
                  </a:cubicBezTo>
                  <a:close/>
                  <a:moveTo>
                    <a:pt x="54810" y="44555"/>
                  </a:moveTo>
                  <a:cubicBezTo>
                    <a:pt x="54810" y="44580"/>
                    <a:pt x="54835" y="44580"/>
                    <a:pt x="54835" y="44605"/>
                  </a:cubicBezTo>
                  <a:cubicBezTo>
                    <a:pt x="51724" y="47268"/>
                    <a:pt x="48787" y="50106"/>
                    <a:pt x="46049" y="53018"/>
                  </a:cubicBezTo>
                  <a:lnTo>
                    <a:pt x="46024" y="52993"/>
                  </a:lnTo>
                  <a:cubicBezTo>
                    <a:pt x="48762" y="50056"/>
                    <a:pt x="51699" y="47243"/>
                    <a:pt x="54810" y="44555"/>
                  </a:cubicBezTo>
                  <a:close/>
                  <a:moveTo>
                    <a:pt x="77860" y="44879"/>
                  </a:moveTo>
                  <a:cubicBezTo>
                    <a:pt x="77909" y="44929"/>
                    <a:pt x="77959" y="45003"/>
                    <a:pt x="78009" y="45028"/>
                  </a:cubicBezTo>
                  <a:lnTo>
                    <a:pt x="78108" y="45401"/>
                  </a:lnTo>
                  <a:cubicBezTo>
                    <a:pt x="78133" y="45501"/>
                    <a:pt x="78133" y="45576"/>
                    <a:pt x="78158" y="45675"/>
                  </a:cubicBezTo>
                  <a:cubicBezTo>
                    <a:pt x="78208" y="45775"/>
                    <a:pt x="78208" y="45849"/>
                    <a:pt x="78208" y="45949"/>
                  </a:cubicBezTo>
                  <a:lnTo>
                    <a:pt x="78208" y="46049"/>
                  </a:lnTo>
                  <a:cubicBezTo>
                    <a:pt x="78233" y="46173"/>
                    <a:pt x="78233" y="46298"/>
                    <a:pt x="78258" y="46397"/>
                  </a:cubicBezTo>
                  <a:cubicBezTo>
                    <a:pt x="78258" y="46497"/>
                    <a:pt x="78258" y="46571"/>
                    <a:pt x="78283" y="46646"/>
                  </a:cubicBezTo>
                  <a:cubicBezTo>
                    <a:pt x="78283" y="46795"/>
                    <a:pt x="78333" y="46945"/>
                    <a:pt x="78333" y="47144"/>
                  </a:cubicBezTo>
                  <a:lnTo>
                    <a:pt x="78333" y="47243"/>
                  </a:lnTo>
                  <a:cubicBezTo>
                    <a:pt x="78357" y="48115"/>
                    <a:pt x="78258" y="49036"/>
                    <a:pt x="78084" y="50006"/>
                  </a:cubicBezTo>
                  <a:lnTo>
                    <a:pt x="78084" y="50056"/>
                  </a:lnTo>
                  <a:cubicBezTo>
                    <a:pt x="77884" y="51027"/>
                    <a:pt x="77636" y="52022"/>
                    <a:pt x="77287" y="53018"/>
                  </a:cubicBezTo>
                  <a:cubicBezTo>
                    <a:pt x="75968" y="51599"/>
                    <a:pt x="74922" y="50131"/>
                    <a:pt x="74225" y="48662"/>
                  </a:cubicBezTo>
                  <a:cubicBezTo>
                    <a:pt x="74972" y="47542"/>
                    <a:pt x="75669" y="46447"/>
                    <a:pt x="76341" y="45327"/>
                  </a:cubicBezTo>
                  <a:cubicBezTo>
                    <a:pt x="76441" y="45277"/>
                    <a:pt x="76615" y="45227"/>
                    <a:pt x="76789" y="45177"/>
                  </a:cubicBezTo>
                  <a:cubicBezTo>
                    <a:pt x="77163" y="45053"/>
                    <a:pt x="77511" y="44953"/>
                    <a:pt x="77860" y="44879"/>
                  </a:cubicBezTo>
                  <a:close/>
                  <a:moveTo>
                    <a:pt x="69795" y="48388"/>
                  </a:moveTo>
                  <a:cubicBezTo>
                    <a:pt x="69372" y="49060"/>
                    <a:pt x="68824" y="49907"/>
                    <a:pt x="68177" y="50853"/>
                  </a:cubicBezTo>
                  <a:cubicBezTo>
                    <a:pt x="68077" y="50977"/>
                    <a:pt x="68003" y="51126"/>
                    <a:pt x="67903" y="51251"/>
                  </a:cubicBezTo>
                  <a:cubicBezTo>
                    <a:pt x="67580" y="51649"/>
                    <a:pt x="67206" y="52172"/>
                    <a:pt x="66659" y="52919"/>
                  </a:cubicBezTo>
                  <a:cubicBezTo>
                    <a:pt x="66659" y="52919"/>
                    <a:pt x="66634" y="52968"/>
                    <a:pt x="66634" y="52993"/>
                  </a:cubicBezTo>
                  <a:cubicBezTo>
                    <a:pt x="66634" y="53018"/>
                    <a:pt x="66584" y="53018"/>
                    <a:pt x="66584" y="53043"/>
                  </a:cubicBezTo>
                  <a:lnTo>
                    <a:pt x="66484" y="53043"/>
                  </a:lnTo>
                  <a:cubicBezTo>
                    <a:pt x="66484" y="53018"/>
                    <a:pt x="66534" y="52993"/>
                    <a:pt x="66534" y="52993"/>
                  </a:cubicBezTo>
                  <a:cubicBezTo>
                    <a:pt x="66559" y="52919"/>
                    <a:pt x="66584" y="52894"/>
                    <a:pt x="66584" y="52894"/>
                  </a:cubicBezTo>
                  <a:lnTo>
                    <a:pt x="66659" y="52844"/>
                  </a:lnTo>
                  <a:cubicBezTo>
                    <a:pt x="67082" y="52271"/>
                    <a:pt x="67480" y="51724"/>
                    <a:pt x="67853" y="51176"/>
                  </a:cubicBezTo>
                  <a:cubicBezTo>
                    <a:pt x="67928" y="51126"/>
                    <a:pt x="67953" y="51027"/>
                    <a:pt x="68028" y="50977"/>
                  </a:cubicBezTo>
                  <a:cubicBezTo>
                    <a:pt x="68152" y="50803"/>
                    <a:pt x="68227" y="50653"/>
                    <a:pt x="68326" y="50529"/>
                  </a:cubicBezTo>
                  <a:cubicBezTo>
                    <a:pt x="68650" y="50106"/>
                    <a:pt x="68849" y="49782"/>
                    <a:pt x="69197" y="49260"/>
                  </a:cubicBezTo>
                  <a:lnTo>
                    <a:pt x="69770" y="48413"/>
                  </a:lnTo>
                  <a:lnTo>
                    <a:pt x="69795" y="48388"/>
                  </a:lnTo>
                  <a:close/>
                  <a:moveTo>
                    <a:pt x="45874" y="53093"/>
                  </a:moveTo>
                  <a:lnTo>
                    <a:pt x="45899" y="53118"/>
                  </a:lnTo>
                  <a:cubicBezTo>
                    <a:pt x="45899" y="53143"/>
                    <a:pt x="45874" y="53143"/>
                    <a:pt x="45874" y="53167"/>
                  </a:cubicBezTo>
                  <a:cubicBezTo>
                    <a:pt x="45874" y="53167"/>
                    <a:pt x="45874" y="53143"/>
                    <a:pt x="45850" y="53143"/>
                  </a:cubicBezTo>
                  <a:cubicBezTo>
                    <a:pt x="45850" y="53118"/>
                    <a:pt x="45874" y="53118"/>
                    <a:pt x="45874" y="53093"/>
                  </a:cubicBezTo>
                  <a:close/>
                  <a:moveTo>
                    <a:pt x="72384" y="47019"/>
                  </a:moveTo>
                  <a:lnTo>
                    <a:pt x="72384" y="47019"/>
                  </a:lnTo>
                  <a:cubicBezTo>
                    <a:pt x="71562" y="49036"/>
                    <a:pt x="70492" y="51126"/>
                    <a:pt x="69123" y="53167"/>
                  </a:cubicBezTo>
                  <a:cubicBezTo>
                    <a:pt x="68409" y="52979"/>
                    <a:pt x="67808" y="52891"/>
                    <a:pt x="67321" y="52891"/>
                  </a:cubicBezTo>
                  <a:cubicBezTo>
                    <a:pt x="67163" y="52891"/>
                    <a:pt x="67017" y="52900"/>
                    <a:pt x="66883" y="52919"/>
                  </a:cubicBezTo>
                  <a:cubicBezTo>
                    <a:pt x="67156" y="52595"/>
                    <a:pt x="67405" y="52246"/>
                    <a:pt x="67629" y="51923"/>
                  </a:cubicBezTo>
                  <a:cubicBezTo>
                    <a:pt x="67704" y="51798"/>
                    <a:pt x="67804" y="51674"/>
                    <a:pt x="67878" y="51550"/>
                  </a:cubicBezTo>
                  <a:cubicBezTo>
                    <a:pt x="68003" y="51400"/>
                    <a:pt x="68077" y="51251"/>
                    <a:pt x="68177" y="51126"/>
                  </a:cubicBezTo>
                  <a:cubicBezTo>
                    <a:pt x="68252" y="51052"/>
                    <a:pt x="68276" y="50977"/>
                    <a:pt x="68326" y="50902"/>
                  </a:cubicBezTo>
                  <a:cubicBezTo>
                    <a:pt x="68376" y="50877"/>
                    <a:pt x="68401" y="50803"/>
                    <a:pt x="68426" y="50778"/>
                  </a:cubicBezTo>
                  <a:cubicBezTo>
                    <a:pt x="68501" y="50678"/>
                    <a:pt x="68550" y="50604"/>
                    <a:pt x="68650" y="50504"/>
                  </a:cubicBezTo>
                  <a:lnTo>
                    <a:pt x="69023" y="49932"/>
                  </a:lnTo>
                  <a:cubicBezTo>
                    <a:pt x="69123" y="49807"/>
                    <a:pt x="69173" y="49683"/>
                    <a:pt x="69272" y="49533"/>
                  </a:cubicBezTo>
                  <a:cubicBezTo>
                    <a:pt x="69571" y="49060"/>
                    <a:pt x="69870" y="48637"/>
                    <a:pt x="70168" y="48164"/>
                  </a:cubicBezTo>
                  <a:cubicBezTo>
                    <a:pt x="70442" y="48015"/>
                    <a:pt x="70691" y="47891"/>
                    <a:pt x="70940" y="47716"/>
                  </a:cubicBezTo>
                  <a:cubicBezTo>
                    <a:pt x="71512" y="47442"/>
                    <a:pt x="71985" y="47194"/>
                    <a:pt x="72384" y="47019"/>
                  </a:cubicBezTo>
                  <a:close/>
                  <a:moveTo>
                    <a:pt x="78208" y="45202"/>
                  </a:moveTo>
                  <a:lnTo>
                    <a:pt x="78233" y="45227"/>
                  </a:lnTo>
                  <a:lnTo>
                    <a:pt x="78258" y="45277"/>
                  </a:lnTo>
                  <a:cubicBezTo>
                    <a:pt x="78258" y="45302"/>
                    <a:pt x="78258" y="45327"/>
                    <a:pt x="78283" y="45352"/>
                  </a:cubicBezTo>
                  <a:cubicBezTo>
                    <a:pt x="78333" y="45451"/>
                    <a:pt x="78333" y="45526"/>
                    <a:pt x="78333" y="45601"/>
                  </a:cubicBezTo>
                  <a:cubicBezTo>
                    <a:pt x="78333" y="45650"/>
                    <a:pt x="78333" y="45675"/>
                    <a:pt x="78357" y="45700"/>
                  </a:cubicBezTo>
                  <a:cubicBezTo>
                    <a:pt x="78382" y="45825"/>
                    <a:pt x="78382" y="45924"/>
                    <a:pt x="78407" y="46049"/>
                  </a:cubicBezTo>
                  <a:cubicBezTo>
                    <a:pt x="78482" y="46273"/>
                    <a:pt x="78482" y="46372"/>
                    <a:pt x="78482" y="46447"/>
                  </a:cubicBezTo>
                  <a:lnTo>
                    <a:pt x="78482" y="46546"/>
                  </a:lnTo>
                  <a:cubicBezTo>
                    <a:pt x="78482" y="46671"/>
                    <a:pt x="78507" y="46770"/>
                    <a:pt x="78507" y="46895"/>
                  </a:cubicBezTo>
                  <a:lnTo>
                    <a:pt x="78507" y="47243"/>
                  </a:lnTo>
                  <a:lnTo>
                    <a:pt x="78507" y="47293"/>
                  </a:lnTo>
                  <a:lnTo>
                    <a:pt x="78507" y="47667"/>
                  </a:lnTo>
                  <a:lnTo>
                    <a:pt x="78507" y="48040"/>
                  </a:lnTo>
                  <a:lnTo>
                    <a:pt x="78507" y="48065"/>
                  </a:lnTo>
                  <a:cubicBezTo>
                    <a:pt x="78507" y="48189"/>
                    <a:pt x="78507" y="48314"/>
                    <a:pt x="78482" y="48438"/>
                  </a:cubicBezTo>
                  <a:cubicBezTo>
                    <a:pt x="78482" y="48563"/>
                    <a:pt x="78432" y="48687"/>
                    <a:pt x="78432" y="48836"/>
                  </a:cubicBezTo>
                  <a:cubicBezTo>
                    <a:pt x="78432" y="48961"/>
                    <a:pt x="78407" y="49135"/>
                    <a:pt x="78382" y="49260"/>
                  </a:cubicBezTo>
                  <a:cubicBezTo>
                    <a:pt x="78357" y="49384"/>
                    <a:pt x="78357" y="49508"/>
                    <a:pt x="78308" y="49633"/>
                  </a:cubicBezTo>
                  <a:cubicBezTo>
                    <a:pt x="78283" y="49782"/>
                    <a:pt x="78258" y="49907"/>
                    <a:pt x="78258" y="50056"/>
                  </a:cubicBezTo>
                  <a:cubicBezTo>
                    <a:pt x="78233" y="50180"/>
                    <a:pt x="78233" y="50305"/>
                    <a:pt x="78208" y="50429"/>
                  </a:cubicBezTo>
                  <a:cubicBezTo>
                    <a:pt x="78158" y="50579"/>
                    <a:pt x="78133" y="50753"/>
                    <a:pt x="78108" y="50877"/>
                  </a:cubicBezTo>
                  <a:lnTo>
                    <a:pt x="78009" y="51251"/>
                  </a:lnTo>
                  <a:cubicBezTo>
                    <a:pt x="77984" y="51400"/>
                    <a:pt x="77909" y="51550"/>
                    <a:pt x="77884" y="51674"/>
                  </a:cubicBezTo>
                  <a:lnTo>
                    <a:pt x="77785" y="52047"/>
                  </a:lnTo>
                  <a:lnTo>
                    <a:pt x="77785" y="52072"/>
                  </a:lnTo>
                  <a:cubicBezTo>
                    <a:pt x="77760" y="52246"/>
                    <a:pt x="77685" y="52371"/>
                    <a:pt x="77660" y="52520"/>
                  </a:cubicBezTo>
                  <a:cubicBezTo>
                    <a:pt x="77636" y="52645"/>
                    <a:pt x="77586" y="52794"/>
                    <a:pt x="77536" y="52919"/>
                  </a:cubicBezTo>
                  <a:lnTo>
                    <a:pt x="77536" y="52943"/>
                  </a:lnTo>
                  <a:cubicBezTo>
                    <a:pt x="77511" y="53043"/>
                    <a:pt x="77486" y="53118"/>
                    <a:pt x="77461" y="53192"/>
                  </a:cubicBezTo>
                  <a:lnTo>
                    <a:pt x="77412" y="53167"/>
                  </a:lnTo>
                  <a:lnTo>
                    <a:pt x="77387" y="53143"/>
                  </a:lnTo>
                  <a:cubicBezTo>
                    <a:pt x="77387" y="53118"/>
                    <a:pt x="77387" y="53118"/>
                    <a:pt x="77412" y="53068"/>
                  </a:cubicBezTo>
                  <a:cubicBezTo>
                    <a:pt x="77461" y="52993"/>
                    <a:pt x="77486" y="52894"/>
                    <a:pt x="77511" y="52819"/>
                  </a:cubicBezTo>
                  <a:cubicBezTo>
                    <a:pt x="77611" y="52620"/>
                    <a:pt x="77660" y="52371"/>
                    <a:pt x="77735" y="52147"/>
                  </a:cubicBezTo>
                  <a:lnTo>
                    <a:pt x="77735" y="52122"/>
                  </a:lnTo>
                  <a:cubicBezTo>
                    <a:pt x="77760" y="52022"/>
                    <a:pt x="77785" y="51898"/>
                    <a:pt x="77835" y="51798"/>
                  </a:cubicBezTo>
                  <a:cubicBezTo>
                    <a:pt x="77835" y="51774"/>
                    <a:pt x="77835" y="51774"/>
                    <a:pt x="77860" y="51749"/>
                  </a:cubicBezTo>
                  <a:cubicBezTo>
                    <a:pt x="77909" y="51525"/>
                    <a:pt x="77984" y="51276"/>
                    <a:pt x="78034" y="51052"/>
                  </a:cubicBezTo>
                  <a:lnTo>
                    <a:pt x="78034" y="51027"/>
                  </a:lnTo>
                  <a:cubicBezTo>
                    <a:pt x="78084" y="50927"/>
                    <a:pt x="78108" y="50803"/>
                    <a:pt x="78108" y="50728"/>
                  </a:cubicBezTo>
                  <a:lnTo>
                    <a:pt x="78108" y="50678"/>
                  </a:lnTo>
                  <a:cubicBezTo>
                    <a:pt x="78158" y="50429"/>
                    <a:pt x="78208" y="50180"/>
                    <a:pt x="78258" y="49932"/>
                  </a:cubicBezTo>
                  <a:cubicBezTo>
                    <a:pt x="78258" y="49857"/>
                    <a:pt x="78283" y="49757"/>
                    <a:pt x="78283" y="49683"/>
                  </a:cubicBezTo>
                  <a:cubicBezTo>
                    <a:pt x="78283" y="49633"/>
                    <a:pt x="78333" y="49533"/>
                    <a:pt x="78333" y="49484"/>
                  </a:cubicBezTo>
                  <a:lnTo>
                    <a:pt x="78333" y="49434"/>
                  </a:lnTo>
                  <a:cubicBezTo>
                    <a:pt x="78357" y="49235"/>
                    <a:pt x="78382" y="49011"/>
                    <a:pt x="78407" y="48762"/>
                  </a:cubicBezTo>
                  <a:lnTo>
                    <a:pt x="78407" y="48737"/>
                  </a:lnTo>
                  <a:lnTo>
                    <a:pt x="78407" y="48637"/>
                  </a:lnTo>
                  <a:cubicBezTo>
                    <a:pt x="78457" y="48438"/>
                    <a:pt x="78457" y="48264"/>
                    <a:pt x="78457" y="48065"/>
                  </a:cubicBezTo>
                  <a:lnTo>
                    <a:pt x="78457" y="47816"/>
                  </a:lnTo>
                  <a:lnTo>
                    <a:pt x="78457" y="47791"/>
                  </a:lnTo>
                  <a:lnTo>
                    <a:pt x="78457" y="47393"/>
                  </a:lnTo>
                  <a:lnTo>
                    <a:pt x="78457" y="47069"/>
                  </a:lnTo>
                  <a:lnTo>
                    <a:pt x="78457" y="47044"/>
                  </a:lnTo>
                  <a:lnTo>
                    <a:pt x="78457" y="46945"/>
                  </a:lnTo>
                  <a:cubicBezTo>
                    <a:pt x="78457" y="46845"/>
                    <a:pt x="78457" y="46795"/>
                    <a:pt x="78407" y="46696"/>
                  </a:cubicBezTo>
                  <a:cubicBezTo>
                    <a:pt x="78407" y="46571"/>
                    <a:pt x="78407" y="46422"/>
                    <a:pt x="78382" y="46298"/>
                  </a:cubicBezTo>
                  <a:cubicBezTo>
                    <a:pt x="78382" y="46198"/>
                    <a:pt x="78357" y="46098"/>
                    <a:pt x="78357" y="46024"/>
                  </a:cubicBezTo>
                  <a:cubicBezTo>
                    <a:pt x="78333" y="45849"/>
                    <a:pt x="78333" y="45700"/>
                    <a:pt x="78283" y="45576"/>
                  </a:cubicBezTo>
                  <a:cubicBezTo>
                    <a:pt x="78283" y="45551"/>
                    <a:pt x="78258" y="45476"/>
                    <a:pt x="78258" y="45451"/>
                  </a:cubicBezTo>
                  <a:cubicBezTo>
                    <a:pt x="78258" y="45426"/>
                    <a:pt x="78258" y="45401"/>
                    <a:pt x="78233" y="45352"/>
                  </a:cubicBezTo>
                  <a:lnTo>
                    <a:pt x="78233" y="45327"/>
                  </a:lnTo>
                  <a:cubicBezTo>
                    <a:pt x="78233" y="45302"/>
                    <a:pt x="78208" y="45227"/>
                    <a:pt x="78208" y="45202"/>
                  </a:cubicBezTo>
                  <a:close/>
                  <a:moveTo>
                    <a:pt x="72757" y="46820"/>
                  </a:moveTo>
                  <a:cubicBezTo>
                    <a:pt x="71911" y="48936"/>
                    <a:pt x="70766" y="51101"/>
                    <a:pt x="69372" y="53267"/>
                  </a:cubicBezTo>
                  <a:cubicBezTo>
                    <a:pt x="69322" y="53267"/>
                    <a:pt x="69322" y="53267"/>
                    <a:pt x="69297" y="53242"/>
                  </a:cubicBezTo>
                  <a:cubicBezTo>
                    <a:pt x="70691" y="51126"/>
                    <a:pt x="71811" y="48936"/>
                    <a:pt x="72657" y="46870"/>
                  </a:cubicBezTo>
                  <a:cubicBezTo>
                    <a:pt x="72682" y="46870"/>
                    <a:pt x="72732" y="46820"/>
                    <a:pt x="72757" y="46820"/>
                  </a:cubicBezTo>
                  <a:close/>
                  <a:moveTo>
                    <a:pt x="74026" y="48861"/>
                  </a:moveTo>
                  <a:cubicBezTo>
                    <a:pt x="74773" y="50355"/>
                    <a:pt x="75819" y="51798"/>
                    <a:pt x="77163" y="53242"/>
                  </a:cubicBezTo>
                  <a:cubicBezTo>
                    <a:pt x="77163" y="53267"/>
                    <a:pt x="77138" y="53267"/>
                    <a:pt x="77138" y="53292"/>
                  </a:cubicBezTo>
                  <a:cubicBezTo>
                    <a:pt x="75794" y="51873"/>
                    <a:pt x="74748" y="50380"/>
                    <a:pt x="74001" y="48911"/>
                  </a:cubicBezTo>
                  <a:cubicBezTo>
                    <a:pt x="74001" y="48886"/>
                    <a:pt x="74026" y="48886"/>
                    <a:pt x="74026" y="48861"/>
                  </a:cubicBezTo>
                  <a:close/>
                  <a:moveTo>
                    <a:pt x="67331" y="53068"/>
                  </a:moveTo>
                  <a:cubicBezTo>
                    <a:pt x="67779" y="53068"/>
                    <a:pt x="68326" y="53167"/>
                    <a:pt x="68998" y="53367"/>
                  </a:cubicBezTo>
                  <a:cubicBezTo>
                    <a:pt x="68998" y="53391"/>
                    <a:pt x="68949" y="53391"/>
                    <a:pt x="68949" y="53416"/>
                  </a:cubicBezTo>
                  <a:cubicBezTo>
                    <a:pt x="68325" y="53249"/>
                    <a:pt x="67794" y="53165"/>
                    <a:pt x="67356" y="53165"/>
                  </a:cubicBezTo>
                  <a:cubicBezTo>
                    <a:pt x="67078" y="53165"/>
                    <a:pt x="66837" y="53199"/>
                    <a:pt x="66634" y="53267"/>
                  </a:cubicBezTo>
                  <a:cubicBezTo>
                    <a:pt x="66659" y="53242"/>
                    <a:pt x="66683" y="53217"/>
                    <a:pt x="66683" y="53167"/>
                  </a:cubicBezTo>
                  <a:cubicBezTo>
                    <a:pt x="66883" y="53118"/>
                    <a:pt x="67082" y="53068"/>
                    <a:pt x="67331" y="53068"/>
                  </a:cubicBezTo>
                  <a:close/>
                  <a:moveTo>
                    <a:pt x="54960" y="44704"/>
                  </a:moveTo>
                  <a:cubicBezTo>
                    <a:pt x="55109" y="44879"/>
                    <a:pt x="55234" y="45028"/>
                    <a:pt x="55383" y="45177"/>
                  </a:cubicBezTo>
                  <a:cubicBezTo>
                    <a:pt x="55209" y="45302"/>
                    <a:pt x="55059" y="45426"/>
                    <a:pt x="54860" y="45551"/>
                  </a:cubicBezTo>
                  <a:lnTo>
                    <a:pt x="54835" y="45551"/>
                  </a:lnTo>
                  <a:cubicBezTo>
                    <a:pt x="54761" y="45576"/>
                    <a:pt x="54736" y="45601"/>
                    <a:pt x="54686" y="45650"/>
                  </a:cubicBezTo>
                  <a:cubicBezTo>
                    <a:pt x="54636" y="45675"/>
                    <a:pt x="54586" y="45700"/>
                    <a:pt x="54561" y="45750"/>
                  </a:cubicBezTo>
                  <a:lnTo>
                    <a:pt x="53715" y="46397"/>
                  </a:lnTo>
                  <a:lnTo>
                    <a:pt x="53641" y="46447"/>
                  </a:lnTo>
                  <a:cubicBezTo>
                    <a:pt x="53616" y="46472"/>
                    <a:pt x="53591" y="46522"/>
                    <a:pt x="53566" y="46522"/>
                  </a:cubicBezTo>
                  <a:cubicBezTo>
                    <a:pt x="53018" y="46945"/>
                    <a:pt x="52496" y="47393"/>
                    <a:pt x="51973" y="47866"/>
                  </a:cubicBezTo>
                  <a:lnTo>
                    <a:pt x="51873" y="47940"/>
                  </a:lnTo>
                  <a:cubicBezTo>
                    <a:pt x="51823" y="48015"/>
                    <a:pt x="51749" y="48040"/>
                    <a:pt x="51699" y="48115"/>
                  </a:cubicBezTo>
                  <a:cubicBezTo>
                    <a:pt x="51624" y="48139"/>
                    <a:pt x="51599" y="48189"/>
                    <a:pt x="51525" y="48239"/>
                  </a:cubicBezTo>
                  <a:lnTo>
                    <a:pt x="51450" y="48314"/>
                  </a:lnTo>
                  <a:cubicBezTo>
                    <a:pt x="51002" y="48737"/>
                    <a:pt x="50604" y="49110"/>
                    <a:pt x="50156" y="49508"/>
                  </a:cubicBezTo>
                  <a:lnTo>
                    <a:pt x="49982" y="49683"/>
                  </a:lnTo>
                  <a:lnTo>
                    <a:pt x="49658" y="50006"/>
                  </a:lnTo>
                  <a:lnTo>
                    <a:pt x="49384" y="50280"/>
                  </a:lnTo>
                  <a:cubicBezTo>
                    <a:pt x="49235" y="50429"/>
                    <a:pt x="49085" y="50629"/>
                    <a:pt x="48911" y="50778"/>
                  </a:cubicBezTo>
                  <a:cubicBezTo>
                    <a:pt x="48662" y="51027"/>
                    <a:pt x="48413" y="51276"/>
                    <a:pt x="48214" y="51550"/>
                  </a:cubicBezTo>
                  <a:cubicBezTo>
                    <a:pt x="48164" y="51599"/>
                    <a:pt x="48140" y="51624"/>
                    <a:pt x="48140" y="51649"/>
                  </a:cubicBezTo>
                  <a:lnTo>
                    <a:pt x="48090" y="51724"/>
                  </a:lnTo>
                  <a:cubicBezTo>
                    <a:pt x="47542" y="52296"/>
                    <a:pt x="47019" y="52894"/>
                    <a:pt x="46547" y="53491"/>
                  </a:cubicBezTo>
                  <a:lnTo>
                    <a:pt x="46148" y="53093"/>
                  </a:lnTo>
                  <a:cubicBezTo>
                    <a:pt x="48911" y="50230"/>
                    <a:pt x="51848" y="47393"/>
                    <a:pt x="54960" y="44704"/>
                  </a:cubicBezTo>
                  <a:close/>
                  <a:moveTo>
                    <a:pt x="69197" y="53391"/>
                  </a:moveTo>
                  <a:cubicBezTo>
                    <a:pt x="69197" y="53391"/>
                    <a:pt x="69247" y="53416"/>
                    <a:pt x="69272" y="53416"/>
                  </a:cubicBezTo>
                  <a:cubicBezTo>
                    <a:pt x="69272" y="53466"/>
                    <a:pt x="69247" y="53466"/>
                    <a:pt x="69247" y="53491"/>
                  </a:cubicBezTo>
                  <a:cubicBezTo>
                    <a:pt x="69197" y="53491"/>
                    <a:pt x="69197" y="53491"/>
                    <a:pt x="69173" y="53466"/>
                  </a:cubicBezTo>
                  <a:cubicBezTo>
                    <a:pt x="69173" y="53416"/>
                    <a:pt x="69197" y="53416"/>
                    <a:pt x="69197" y="53391"/>
                  </a:cubicBezTo>
                  <a:close/>
                  <a:moveTo>
                    <a:pt x="73006" y="46696"/>
                  </a:moveTo>
                  <a:cubicBezTo>
                    <a:pt x="73180" y="47318"/>
                    <a:pt x="73404" y="47990"/>
                    <a:pt x="73678" y="48612"/>
                  </a:cubicBezTo>
                  <a:cubicBezTo>
                    <a:pt x="72558" y="50255"/>
                    <a:pt x="71388" y="51873"/>
                    <a:pt x="70118" y="53491"/>
                  </a:cubicBezTo>
                  <a:cubicBezTo>
                    <a:pt x="69894" y="53416"/>
                    <a:pt x="69695" y="53367"/>
                    <a:pt x="69546" y="53292"/>
                  </a:cubicBezTo>
                  <a:cubicBezTo>
                    <a:pt x="70990" y="51101"/>
                    <a:pt x="72135" y="48861"/>
                    <a:pt x="73006" y="46696"/>
                  </a:cubicBezTo>
                  <a:close/>
                  <a:moveTo>
                    <a:pt x="73777" y="48811"/>
                  </a:moveTo>
                  <a:cubicBezTo>
                    <a:pt x="73777" y="48811"/>
                    <a:pt x="73777" y="48861"/>
                    <a:pt x="73802" y="48861"/>
                  </a:cubicBezTo>
                  <a:cubicBezTo>
                    <a:pt x="72732" y="50429"/>
                    <a:pt x="71562" y="51998"/>
                    <a:pt x="70367" y="53541"/>
                  </a:cubicBezTo>
                  <a:lnTo>
                    <a:pt x="70318" y="53541"/>
                  </a:lnTo>
                  <a:cubicBezTo>
                    <a:pt x="71512" y="52022"/>
                    <a:pt x="72682" y="50429"/>
                    <a:pt x="73777" y="48811"/>
                  </a:cubicBezTo>
                  <a:close/>
                  <a:moveTo>
                    <a:pt x="23522" y="45650"/>
                  </a:moveTo>
                  <a:lnTo>
                    <a:pt x="23572" y="45675"/>
                  </a:lnTo>
                  <a:cubicBezTo>
                    <a:pt x="21506" y="48264"/>
                    <a:pt x="19589" y="50902"/>
                    <a:pt x="17772" y="53591"/>
                  </a:cubicBezTo>
                  <a:lnTo>
                    <a:pt x="17723" y="53591"/>
                  </a:lnTo>
                  <a:cubicBezTo>
                    <a:pt x="19515" y="50927"/>
                    <a:pt x="21456" y="48264"/>
                    <a:pt x="23522" y="45650"/>
                  </a:cubicBezTo>
                  <a:close/>
                  <a:moveTo>
                    <a:pt x="117710" y="41344"/>
                  </a:moveTo>
                  <a:lnTo>
                    <a:pt x="117710" y="41344"/>
                  </a:lnTo>
                  <a:cubicBezTo>
                    <a:pt x="117685" y="41593"/>
                    <a:pt x="117660" y="41842"/>
                    <a:pt x="117660" y="42066"/>
                  </a:cubicBezTo>
                  <a:cubicBezTo>
                    <a:pt x="117461" y="43584"/>
                    <a:pt x="117212" y="45327"/>
                    <a:pt x="116988" y="46671"/>
                  </a:cubicBezTo>
                  <a:cubicBezTo>
                    <a:pt x="116839" y="47642"/>
                    <a:pt x="116540" y="49060"/>
                    <a:pt x="116217" y="50156"/>
                  </a:cubicBezTo>
                  <a:cubicBezTo>
                    <a:pt x="116117" y="50479"/>
                    <a:pt x="116043" y="50778"/>
                    <a:pt x="115943" y="51126"/>
                  </a:cubicBezTo>
                  <a:cubicBezTo>
                    <a:pt x="115719" y="51923"/>
                    <a:pt x="115470" y="52869"/>
                    <a:pt x="115196" y="53715"/>
                  </a:cubicBezTo>
                  <a:lnTo>
                    <a:pt x="115196" y="53541"/>
                  </a:lnTo>
                  <a:cubicBezTo>
                    <a:pt x="115719" y="51599"/>
                    <a:pt x="116067" y="49658"/>
                    <a:pt x="116291" y="47816"/>
                  </a:cubicBezTo>
                  <a:cubicBezTo>
                    <a:pt x="116914" y="45625"/>
                    <a:pt x="117412" y="43460"/>
                    <a:pt x="117710" y="41344"/>
                  </a:cubicBezTo>
                  <a:close/>
                  <a:moveTo>
                    <a:pt x="46049" y="53267"/>
                  </a:moveTo>
                  <a:lnTo>
                    <a:pt x="46472" y="53665"/>
                  </a:lnTo>
                  <a:cubicBezTo>
                    <a:pt x="46472" y="53715"/>
                    <a:pt x="46472" y="53715"/>
                    <a:pt x="46422" y="53740"/>
                  </a:cubicBezTo>
                  <a:lnTo>
                    <a:pt x="46024" y="53342"/>
                  </a:lnTo>
                  <a:cubicBezTo>
                    <a:pt x="46024" y="53292"/>
                    <a:pt x="46049" y="53292"/>
                    <a:pt x="46049" y="53267"/>
                  </a:cubicBezTo>
                  <a:close/>
                  <a:moveTo>
                    <a:pt x="69421" y="53491"/>
                  </a:moveTo>
                  <a:cubicBezTo>
                    <a:pt x="69621" y="53541"/>
                    <a:pt x="69770" y="53615"/>
                    <a:pt x="69944" y="53665"/>
                  </a:cubicBezTo>
                  <a:cubicBezTo>
                    <a:pt x="69944" y="53690"/>
                    <a:pt x="69919" y="53690"/>
                    <a:pt x="69919" y="53740"/>
                  </a:cubicBezTo>
                  <a:cubicBezTo>
                    <a:pt x="69720" y="53665"/>
                    <a:pt x="69571" y="53615"/>
                    <a:pt x="69397" y="53541"/>
                  </a:cubicBezTo>
                  <a:cubicBezTo>
                    <a:pt x="69421" y="53516"/>
                    <a:pt x="69421" y="53491"/>
                    <a:pt x="69421" y="53491"/>
                  </a:cubicBezTo>
                  <a:close/>
                  <a:moveTo>
                    <a:pt x="54494" y="46213"/>
                  </a:moveTo>
                  <a:cubicBezTo>
                    <a:pt x="54460" y="46240"/>
                    <a:pt x="54425" y="46268"/>
                    <a:pt x="54387" y="46298"/>
                  </a:cubicBezTo>
                  <a:cubicBezTo>
                    <a:pt x="54238" y="46422"/>
                    <a:pt x="54064" y="46546"/>
                    <a:pt x="53889" y="46696"/>
                  </a:cubicBezTo>
                  <a:cubicBezTo>
                    <a:pt x="53865" y="46746"/>
                    <a:pt x="53840" y="46746"/>
                    <a:pt x="53815" y="46770"/>
                  </a:cubicBezTo>
                  <a:cubicBezTo>
                    <a:pt x="53740" y="46820"/>
                    <a:pt x="53641" y="46895"/>
                    <a:pt x="53591" y="46945"/>
                  </a:cubicBezTo>
                  <a:cubicBezTo>
                    <a:pt x="53566" y="46970"/>
                    <a:pt x="53516" y="46970"/>
                    <a:pt x="53491" y="47019"/>
                  </a:cubicBezTo>
                  <a:lnTo>
                    <a:pt x="53466" y="47044"/>
                  </a:lnTo>
                  <a:cubicBezTo>
                    <a:pt x="53267" y="47194"/>
                    <a:pt x="53068" y="47343"/>
                    <a:pt x="52869" y="47542"/>
                  </a:cubicBezTo>
                  <a:lnTo>
                    <a:pt x="52844" y="47567"/>
                  </a:lnTo>
                  <a:lnTo>
                    <a:pt x="52769" y="47642"/>
                  </a:lnTo>
                  <a:cubicBezTo>
                    <a:pt x="52744" y="47642"/>
                    <a:pt x="52744" y="47667"/>
                    <a:pt x="52720" y="47667"/>
                  </a:cubicBezTo>
                  <a:cubicBezTo>
                    <a:pt x="52122" y="48164"/>
                    <a:pt x="51575" y="48687"/>
                    <a:pt x="51002" y="49210"/>
                  </a:cubicBezTo>
                  <a:cubicBezTo>
                    <a:pt x="51002" y="49210"/>
                    <a:pt x="50977" y="49210"/>
                    <a:pt x="50977" y="49260"/>
                  </a:cubicBezTo>
                  <a:lnTo>
                    <a:pt x="50878" y="49334"/>
                  </a:lnTo>
                  <a:lnTo>
                    <a:pt x="49658" y="50554"/>
                  </a:lnTo>
                  <a:lnTo>
                    <a:pt x="49608" y="50629"/>
                  </a:lnTo>
                  <a:lnTo>
                    <a:pt x="49509" y="50703"/>
                  </a:lnTo>
                  <a:lnTo>
                    <a:pt x="49359" y="50877"/>
                  </a:lnTo>
                  <a:cubicBezTo>
                    <a:pt x="49011" y="51251"/>
                    <a:pt x="48637" y="51624"/>
                    <a:pt x="48289" y="51998"/>
                  </a:cubicBezTo>
                  <a:lnTo>
                    <a:pt x="48140" y="52147"/>
                  </a:lnTo>
                  <a:lnTo>
                    <a:pt x="48040" y="52246"/>
                  </a:lnTo>
                  <a:cubicBezTo>
                    <a:pt x="48015" y="52271"/>
                    <a:pt x="47990" y="52321"/>
                    <a:pt x="47965" y="52371"/>
                  </a:cubicBezTo>
                  <a:cubicBezTo>
                    <a:pt x="47916" y="52396"/>
                    <a:pt x="47916" y="52421"/>
                    <a:pt x="47891" y="52421"/>
                  </a:cubicBezTo>
                  <a:cubicBezTo>
                    <a:pt x="47517" y="52869"/>
                    <a:pt x="47119" y="53317"/>
                    <a:pt x="46746" y="53765"/>
                  </a:cubicBezTo>
                  <a:lnTo>
                    <a:pt x="46721" y="53740"/>
                  </a:lnTo>
                  <a:cubicBezTo>
                    <a:pt x="46870" y="53541"/>
                    <a:pt x="46995" y="53367"/>
                    <a:pt x="47144" y="53217"/>
                  </a:cubicBezTo>
                  <a:cubicBezTo>
                    <a:pt x="47219" y="53118"/>
                    <a:pt x="47293" y="53018"/>
                    <a:pt x="47368" y="52943"/>
                  </a:cubicBezTo>
                  <a:cubicBezTo>
                    <a:pt x="47766" y="52446"/>
                    <a:pt x="48214" y="51998"/>
                    <a:pt x="48637" y="51500"/>
                  </a:cubicBezTo>
                  <a:cubicBezTo>
                    <a:pt x="48737" y="51400"/>
                    <a:pt x="48787" y="51301"/>
                    <a:pt x="48886" y="51251"/>
                  </a:cubicBezTo>
                  <a:cubicBezTo>
                    <a:pt x="49334" y="50778"/>
                    <a:pt x="49782" y="50305"/>
                    <a:pt x="50255" y="49832"/>
                  </a:cubicBezTo>
                  <a:lnTo>
                    <a:pt x="50479" y="49633"/>
                  </a:lnTo>
                  <a:cubicBezTo>
                    <a:pt x="50977" y="49160"/>
                    <a:pt x="51450" y="48687"/>
                    <a:pt x="51973" y="48264"/>
                  </a:cubicBezTo>
                  <a:cubicBezTo>
                    <a:pt x="52023" y="48239"/>
                    <a:pt x="52072" y="48164"/>
                    <a:pt x="52122" y="48139"/>
                  </a:cubicBezTo>
                  <a:lnTo>
                    <a:pt x="53242" y="47194"/>
                  </a:lnTo>
                  <a:lnTo>
                    <a:pt x="53715" y="46820"/>
                  </a:lnTo>
                  <a:lnTo>
                    <a:pt x="53815" y="46721"/>
                  </a:lnTo>
                  <a:cubicBezTo>
                    <a:pt x="54033" y="46546"/>
                    <a:pt x="54271" y="46371"/>
                    <a:pt x="54494" y="46213"/>
                  </a:cubicBezTo>
                  <a:close/>
                  <a:moveTo>
                    <a:pt x="114997" y="53342"/>
                  </a:moveTo>
                  <a:lnTo>
                    <a:pt x="114997" y="53541"/>
                  </a:lnTo>
                  <a:cubicBezTo>
                    <a:pt x="114997" y="53615"/>
                    <a:pt x="114972" y="53715"/>
                    <a:pt x="114947" y="53765"/>
                  </a:cubicBezTo>
                  <a:lnTo>
                    <a:pt x="114947" y="53541"/>
                  </a:lnTo>
                  <a:cubicBezTo>
                    <a:pt x="114972" y="53491"/>
                    <a:pt x="114972" y="53391"/>
                    <a:pt x="114997" y="53342"/>
                  </a:cubicBezTo>
                  <a:close/>
                  <a:moveTo>
                    <a:pt x="17673" y="53765"/>
                  </a:moveTo>
                  <a:cubicBezTo>
                    <a:pt x="17673" y="53790"/>
                    <a:pt x="17648" y="53790"/>
                    <a:pt x="17648" y="53839"/>
                  </a:cubicBezTo>
                  <a:lnTo>
                    <a:pt x="17598" y="53839"/>
                  </a:lnTo>
                  <a:cubicBezTo>
                    <a:pt x="17598" y="53790"/>
                    <a:pt x="17623" y="53790"/>
                    <a:pt x="17623" y="53765"/>
                  </a:cubicBezTo>
                  <a:close/>
                  <a:moveTo>
                    <a:pt x="66293" y="53362"/>
                  </a:moveTo>
                  <a:cubicBezTo>
                    <a:pt x="66172" y="53507"/>
                    <a:pt x="66031" y="53673"/>
                    <a:pt x="65912" y="53839"/>
                  </a:cubicBezTo>
                  <a:cubicBezTo>
                    <a:pt x="65912" y="53790"/>
                    <a:pt x="65937" y="53765"/>
                    <a:pt x="65937" y="53740"/>
                  </a:cubicBezTo>
                  <a:lnTo>
                    <a:pt x="65937" y="53690"/>
                  </a:lnTo>
                  <a:cubicBezTo>
                    <a:pt x="65937" y="53665"/>
                    <a:pt x="65962" y="53640"/>
                    <a:pt x="65962" y="53615"/>
                  </a:cubicBezTo>
                  <a:cubicBezTo>
                    <a:pt x="66036" y="53516"/>
                    <a:pt x="66086" y="53416"/>
                    <a:pt x="66186" y="53367"/>
                  </a:cubicBezTo>
                  <a:lnTo>
                    <a:pt x="66211" y="53367"/>
                  </a:lnTo>
                  <a:cubicBezTo>
                    <a:pt x="66252" y="53367"/>
                    <a:pt x="66278" y="53367"/>
                    <a:pt x="66293" y="53362"/>
                  </a:cubicBezTo>
                  <a:close/>
                  <a:moveTo>
                    <a:pt x="23721" y="45800"/>
                  </a:moveTo>
                  <a:cubicBezTo>
                    <a:pt x="24070" y="46173"/>
                    <a:pt x="24393" y="46546"/>
                    <a:pt x="24767" y="46895"/>
                  </a:cubicBezTo>
                  <a:cubicBezTo>
                    <a:pt x="23398" y="49235"/>
                    <a:pt x="22278" y="51599"/>
                    <a:pt x="21456" y="53864"/>
                  </a:cubicBezTo>
                  <a:cubicBezTo>
                    <a:pt x="20286" y="53715"/>
                    <a:pt x="19166" y="53615"/>
                    <a:pt x="18046" y="53591"/>
                  </a:cubicBezTo>
                  <a:cubicBezTo>
                    <a:pt x="19789" y="50977"/>
                    <a:pt x="21705" y="48388"/>
                    <a:pt x="23721" y="45800"/>
                  </a:cubicBezTo>
                  <a:close/>
                  <a:moveTo>
                    <a:pt x="24891" y="47019"/>
                  </a:moveTo>
                  <a:lnTo>
                    <a:pt x="24916" y="47044"/>
                  </a:lnTo>
                  <a:cubicBezTo>
                    <a:pt x="23597" y="49359"/>
                    <a:pt x="22502" y="51649"/>
                    <a:pt x="21655" y="53889"/>
                  </a:cubicBezTo>
                  <a:lnTo>
                    <a:pt x="21606" y="53889"/>
                  </a:lnTo>
                  <a:cubicBezTo>
                    <a:pt x="22452" y="51649"/>
                    <a:pt x="23572" y="49359"/>
                    <a:pt x="24891" y="47019"/>
                  </a:cubicBezTo>
                  <a:close/>
                  <a:moveTo>
                    <a:pt x="37835" y="46273"/>
                  </a:moveTo>
                  <a:cubicBezTo>
                    <a:pt x="37959" y="46372"/>
                    <a:pt x="38059" y="46447"/>
                    <a:pt x="38183" y="46546"/>
                  </a:cubicBezTo>
                  <a:cubicBezTo>
                    <a:pt x="36291" y="48936"/>
                    <a:pt x="34698" y="51425"/>
                    <a:pt x="33454" y="53889"/>
                  </a:cubicBezTo>
                  <a:cubicBezTo>
                    <a:pt x="33031" y="53541"/>
                    <a:pt x="32583" y="53217"/>
                    <a:pt x="32184" y="52869"/>
                  </a:cubicBezTo>
                  <a:cubicBezTo>
                    <a:pt x="33952" y="50629"/>
                    <a:pt x="35818" y="48413"/>
                    <a:pt x="37835" y="46273"/>
                  </a:cubicBezTo>
                  <a:close/>
                  <a:moveTo>
                    <a:pt x="38308" y="46646"/>
                  </a:moveTo>
                  <a:cubicBezTo>
                    <a:pt x="38332" y="46646"/>
                    <a:pt x="38332" y="46671"/>
                    <a:pt x="38382" y="46671"/>
                  </a:cubicBezTo>
                  <a:cubicBezTo>
                    <a:pt x="36466" y="49060"/>
                    <a:pt x="34898" y="51550"/>
                    <a:pt x="33653" y="54014"/>
                  </a:cubicBezTo>
                  <a:cubicBezTo>
                    <a:pt x="33603" y="54014"/>
                    <a:pt x="33603" y="53989"/>
                    <a:pt x="33578" y="53989"/>
                  </a:cubicBezTo>
                  <a:cubicBezTo>
                    <a:pt x="34823" y="51525"/>
                    <a:pt x="36416" y="49036"/>
                    <a:pt x="38308" y="46646"/>
                  </a:cubicBezTo>
                  <a:close/>
                  <a:moveTo>
                    <a:pt x="17897" y="53790"/>
                  </a:moveTo>
                  <a:cubicBezTo>
                    <a:pt x="19017" y="53839"/>
                    <a:pt x="20212" y="53889"/>
                    <a:pt x="21357" y="54039"/>
                  </a:cubicBezTo>
                  <a:lnTo>
                    <a:pt x="21357" y="54113"/>
                  </a:lnTo>
                  <a:cubicBezTo>
                    <a:pt x="20162" y="53964"/>
                    <a:pt x="19017" y="53864"/>
                    <a:pt x="17872" y="53864"/>
                  </a:cubicBezTo>
                  <a:cubicBezTo>
                    <a:pt x="17872" y="53839"/>
                    <a:pt x="17897" y="53839"/>
                    <a:pt x="17897" y="53790"/>
                  </a:cubicBezTo>
                  <a:close/>
                  <a:moveTo>
                    <a:pt x="32035" y="52993"/>
                  </a:moveTo>
                  <a:cubicBezTo>
                    <a:pt x="32483" y="53342"/>
                    <a:pt x="32931" y="53715"/>
                    <a:pt x="33354" y="54039"/>
                  </a:cubicBezTo>
                  <a:cubicBezTo>
                    <a:pt x="33354" y="54088"/>
                    <a:pt x="33329" y="54088"/>
                    <a:pt x="33329" y="54113"/>
                  </a:cubicBezTo>
                  <a:cubicBezTo>
                    <a:pt x="32906" y="53765"/>
                    <a:pt x="32433" y="53391"/>
                    <a:pt x="31985" y="53043"/>
                  </a:cubicBezTo>
                  <a:cubicBezTo>
                    <a:pt x="31985" y="53018"/>
                    <a:pt x="32035" y="53018"/>
                    <a:pt x="32035" y="52993"/>
                  </a:cubicBezTo>
                  <a:close/>
                  <a:moveTo>
                    <a:pt x="21606" y="54088"/>
                  </a:moveTo>
                  <a:cubicBezTo>
                    <a:pt x="21606" y="54113"/>
                    <a:pt x="21606" y="54113"/>
                    <a:pt x="21581" y="54138"/>
                  </a:cubicBezTo>
                  <a:lnTo>
                    <a:pt x="21506" y="54138"/>
                  </a:lnTo>
                  <a:cubicBezTo>
                    <a:pt x="21506" y="54113"/>
                    <a:pt x="21506" y="54113"/>
                    <a:pt x="21531" y="54088"/>
                  </a:cubicBezTo>
                  <a:close/>
                  <a:moveTo>
                    <a:pt x="19042" y="40174"/>
                  </a:moveTo>
                  <a:lnTo>
                    <a:pt x="19042" y="40199"/>
                  </a:lnTo>
                  <a:lnTo>
                    <a:pt x="19092" y="40224"/>
                  </a:lnTo>
                  <a:cubicBezTo>
                    <a:pt x="18992" y="40448"/>
                    <a:pt x="18893" y="40573"/>
                    <a:pt x="18793" y="40722"/>
                  </a:cubicBezTo>
                  <a:lnTo>
                    <a:pt x="17673" y="42415"/>
                  </a:lnTo>
                  <a:cubicBezTo>
                    <a:pt x="17499" y="42713"/>
                    <a:pt x="17275" y="43037"/>
                    <a:pt x="17100" y="43311"/>
                  </a:cubicBezTo>
                  <a:cubicBezTo>
                    <a:pt x="16802" y="43759"/>
                    <a:pt x="16553" y="44182"/>
                    <a:pt x="16304" y="44580"/>
                  </a:cubicBezTo>
                  <a:cubicBezTo>
                    <a:pt x="16154" y="44829"/>
                    <a:pt x="16030" y="45053"/>
                    <a:pt x="15881" y="45277"/>
                  </a:cubicBezTo>
                  <a:cubicBezTo>
                    <a:pt x="15507" y="45899"/>
                    <a:pt x="15184" y="46472"/>
                    <a:pt x="14860" y="47094"/>
                  </a:cubicBezTo>
                  <a:cubicBezTo>
                    <a:pt x="14561" y="47592"/>
                    <a:pt x="14313" y="48090"/>
                    <a:pt x="14064" y="48612"/>
                  </a:cubicBezTo>
                  <a:cubicBezTo>
                    <a:pt x="14064" y="48612"/>
                    <a:pt x="14064" y="48637"/>
                    <a:pt x="14039" y="48637"/>
                  </a:cubicBezTo>
                  <a:cubicBezTo>
                    <a:pt x="13939" y="48811"/>
                    <a:pt x="13865" y="49011"/>
                    <a:pt x="13765" y="49235"/>
                  </a:cubicBezTo>
                  <a:cubicBezTo>
                    <a:pt x="13541" y="49683"/>
                    <a:pt x="13317" y="50131"/>
                    <a:pt x="13118" y="50604"/>
                  </a:cubicBezTo>
                  <a:cubicBezTo>
                    <a:pt x="13043" y="50753"/>
                    <a:pt x="12944" y="50902"/>
                    <a:pt x="12894" y="51052"/>
                  </a:cubicBezTo>
                  <a:cubicBezTo>
                    <a:pt x="12421" y="52122"/>
                    <a:pt x="11948" y="53217"/>
                    <a:pt x="11575" y="54238"/>
                  </a:cubicBezTo>
                  <a:lnTo>
                    <a:pt x="11525" y="54238"/>
                  </a:lnTo>
                  <a:cubicBezTo>
                    <a:pt x="13192" y="49658"/>
                    <a:pt x="15781" y="44879"/>
                    <a:pt x="19042" y="40174"/>
                  </a:cubicBezTo>
                  <a:close/>
                  <a:moveTo>
                    <a:pt x="19216" y="40473"/>
                  </a:moveTo>
                  <a:cubicBezTo>
                    <a:pt x="20212" y="41917"/>
                    <a:pt x="21606" y="43634"/>
                    <a:pt x="23398" y="45501"/>
                  </a:cubicBezTo>
                  <a:cubicBezTo>
                    <a:pt x="21282" y="48139"/>
                    <a:pt x="19341" y="50853"/>
                    <a:pt x="17499" y="53591"/>
                  </a:cubicBezTo>
                  <a:cubicBezTo>
                    <a:pt x="15507" y="53591"/>
                    <a:pt x="13566" y="53765"/>
                    <a:pt x="11799" y="54238"/>
                  </a:cubicBezTo>
                  <a:cubicBezTo>
                    <a:pt x="12670" y="51898"/>
                    <a:pt x="13765" y="49508"/>
                    <a:pt x="15109" y="47094"/>
                  </a:cubicBezTo>
                  <a:cubicBezTo>
                    <a:pt x="15258" y="46820"/>
                    <a:pt x="15408" y="46546"/>
                    <a:pt x="15557" y="46298"/>
                  </a:cubicBezTo>
                  <a:cubicBezTo>
                    <a:pt x="15731" y="46024"/>
                    <a:pt x="15881" y="45775"/>
                    <a:pt x="16030" y="45501"/>
                  </a:cubicBezTo>
                  <a:cubicBezTo>
                    <a:pt x="16304" y="45028"/>
                    <a:pt x="16603" y="44555"/>
                    <a:pt x="16876" y="44057"/>
                  </a:cubicBezTo>
                  <a:cubicBezTo>
                    <a:pt x="16926" y="44008"/>
                    <a:pt x="16976" y="43908"/>
                    <a:pt x="17001" y="43833"/>
                  </a:cubicBezTo>
                  <a:cubicBezTo>
                    <a:pt x="17349" y="43286"/>
                    <a:pt x="17723" y="42713"/>
                    <a:pt x="18046" y="42166"/>
                  </a:cubicBezTo>
                  <a:cubicBezTo>
                    <a:pt x="18420" y="41568"/>
                    <a:pt x="18793" y="41046"/>
                    <a:pt x="19216" y="40473"/>
                  </a:cubicBezTo>
                  <a:close/>
                  <a:moveTo>
                    <a:pt x="33528" y="54138"/>
                  </a:moveTo>
                  <a:cubicBezTo>
                    <a:pt x="33553" y="54138"/>
                    <a:pt x="33553" y="54163"/>
                    <a:pt x="33578" y="54163"/>
                  </a:cubicBezTo>
                  <a:cubicBezTo>
                    <a:pt x="33578" y="54213"/>
                    <a:pt x="33553" y="54213"/>
                    <a:pt x="33553" y="54238"/>
                  </a:cubicBezTo>
                  <a:cubicBezTo>
                    <a:pt x="33528" y="54238"/>
                    <a:pt x="33479" y="54238"/>
                    <a:pt x="33479" y="54213"/>
                  </a:cubicBezTo>
                  <a:cubicBezTo>
                    <a:pt x="33479" y="54163"/>
                    <a:pt x="33528" y="54163"/>
                    <a:pt x="33528" y="54138"/>
                  </a:cubicBezTo>
                  <a:close/>
                  <a:moveTo>
                    <a:pt x="17399" y="53790"/>
                  </a:moveTo>
                  <a:cubicBezTo>
                    <a:pt x="17374" y="53790"/>
                    <a:pt x="17374" y="53790"/>
                    <a:pt x="17349" y="53839"/>
                  </a:cubicBezTo>
                  <a:cubicBezTo>
                    <a:pt x="15358" y="53839"/>
                    <a:pt x="13441" y="54039"/>
                    <a:pt x="11699" y="54512"/>
                  </a:cubicBezTo>
                  <a:cubicBezTo>
                    <a:pt x="11699" y="54487"/>
                    <a:pt x="11749" y="54487"/>
                    <a:pt x="11749" y="54462"/>
                  </a:cubicBezTo>
                  <a:cubicBezTo>
                    <a:pt x="13516" y="53989"/>
                    <a:pt x="15408" y="53790"/>
                    <a:pt x="17399" y="53790"/>
                  </a:cubicBezTo>
                  <a:close/>
                  <a:moveTo>
                    <a:pt x="118084" y="37735"/>
                  </a:moveTo>
                  <a:lnTo>
                    <a:pt x="118084" y="38482"/>
                  </a:lnTo>
                  <a:cubicBezTo>
                    <a:pt x="118059" y="39452"/>
                    <a:pt x="118034" y="40647"/>
                    <a:pt x="117909" y="41842"/>
                  </a:cubicBezTo>
                  <a:cubicBezTo>
                    <a:pt x="117909" y="41942"/>
                    <a:pt x="117860" y="42016"/>
                    <a:pt x="117860" y="42091"/>
                  </a:cubicBezTo>
                  <a:cubicBezTo>
                    <a:pt x="117660" y="43709"/>
                    <a:pt x="117436" y="45401"/>
                    <a:pt x="117212" y="46671"/>
                  </a:cubicBezTo>
                  <a:cubicBezTo>
                    <a:pt x="117188" y="46820"/>
                    <a:pt x="117163" y="46945"/>
                    <a:pt x="117113" y="47119"/>
                  </a:cubicBezTo>
                  <a:cubicBezTo>
                    <a:pt x="116964" y="47940"/>
                    <a:pt x="116764" y="48861"/>
                    <a:pt x="116540" y="49857"/>
                  </a:cubicBezTo>
                  <a:cubicBezTo>
                    <a:pt x="116491" y="49981"/>
                    <a:pt x="116466" y="50106"/>
                    <a:pt x="116441" y="50180"/>
                  </a:cubicBezTo>
                  <a:cubicBezTo>
                    <a:pt x="116366" y="50405"/>
                    <a:pt x="116316" y="50629"/>
                    <a:pt x="116242" y="50877"/>
                  </a:cubicBezTo>
                  <a:lnTo>
                    <a:pt x="116142" y="51151"/>
                  </a:lnTo>
                  <a:cubicBezTo>
                    <a:pt x="116043" y="51624"/>
                    <a:pt x="115868" y="52172"/>
                    <a:pt x="115719" y="52719"/>
                  </a:cubicBezTo>
                  <a:cubicBezTo>
                    <a:pt x="115520" y="53292"/>
                    <a:pt x="115346" y="53914"/>
                    <a:pt x="115122" y="54586"/>
                  </a:cubicBezTo>
                  <a:cubicBezTo>
                    <a:pt x="115122" y="54611"/>
                    <a:pt x="115097" y="54611"/>
                    <a:pt x="115097" y="54636"/>
                  </a:cubicBezTo>
                  <a:cubicBezTo>
                    <a:pt x="115097" y="54586"/>
                    <a:pt x="115122" y="54536"/>
                    <a:pt x="115122" y="54487"/>
                  </a:cubicBezTo>
                  <a:lnTo>
                    <a:pt x="115122" y="54362"/>
                  </a:lnTo>
                  <a:cubicBezTo>
                    <a:pt x="115470" y="53391"/>
                    <a:pt x="115819" y="52147"/>
                    <a:pt x="116092" y="51151"/>
                  </a:cubicBezTo>
                  <a:cubicBezTo>
                    <a:pt x="116192" y="50803"/>
                    <a:pt x="116291" y="50504"/>
                    <a:pt x="116366" y="50180"/>
                  </a:cubicBezTo>
                  <a:cubicBezTo>
                    <a:pt x="116690" y="49110"/>
                    <a:pt x="116964" y="47667"/>
                    <a:pt x="117163" y="46671"/>
                  </a:cubicBezTo>
                  <a:cubicBezTo>
                    <a:pt x="117412" y="45327"/>
                    <a:pt x="117611" y="43584"/>
                    <a:pt x="117810" y="42066"/>
                  </a:cubicBezTo>
                  <a:cubicBezTo>
                    <a:pt x="117934" y="41120"/>
                    <a:pt x="117984" y="39801"/>
                    <a:pt x="118034" y="38731"/>
                  </a:cubicBezTo>
                  <a:cubicBezTo>
                    <a:pt x="118059" y="38556"/>
                    <a:pt x="118059" y="38357"/>
                    <a:pt x="118059" y="38208"/>
                  </a:cubicBezTo>
                  <a:lnTo>
                    <a:pt x="118059" y="38083"/>
                  </a:lnTo>
                  <a:cubicBezTo>
                    <a:pt x="118059" y="37959"/>
                    <a:pt x="118059" y="37859"/>
                    <a:pt x="118084" y="37735"/>
                  </a:cubicBezTo>
                  <a:close/>
                  <a:moveTo>
                    <a:pt x="62952" y="52842"/>
                  </a:moveTo>
                  <a:lnTo>
                    <a:pt x="62952" y="52842"/>
                  </a:lnTo>
                  <a:cubicBezTo>
                    <a:pt x="62941" y="52853"/>
                    <a:pt x="62931" y="52862"/>
                    <a:pt x="62925" y="52869"/>
                  </a:cubicBezTo>
                  <a:lnTo>
                    <a:pt x="62352" y="53342"/>
                  </a:lnTo>
                  <a:cubicBezTo>
                    <a:pt x="61979" y="53615"/>
                    <a:pt x="61606" y="53914"/>
                    <a:pt x="61307" y="54213"/>
                  </a:cubicBezTo>
                  <a:cubicBezTo>
                    <a:pt x="61034" y="54445"/>
                    <a:pt x="60760" y="54670"/>
                    <a:pt x="60495" y="54896"/>
                  </a:cubicBezTo>
                  <a:lnTo>
                    <a:pt x="60495" y="54896"/>
                  </a:lnTo>
                  <a:cubicBezTo>
                    <a:pt x="60654" y="54753"/>
                    <a:pt x="60809" y="54615"/>
                    <a:pt x="60959" y="54487"/>
                  </a:cubicBezTo>
                  <a:cubicBezTo>
                    <a:pt x="61058" y="54387"/>
                    <a:pt x="61183" y="54288"/>
                    <a:pt x="61282" y="54213"/>
                  </a:cubicBezTo>
                  <a:cubicBezTo>
                    <a:pt x="61307" y="54213"/>
                    <a:pt x="61307" y="54163"/>
                    <a:pt x="61332" y="54163"/>
                  </a:cubicBezTo>
                  <a:cubicBezTo>
                    <a:pt x="61606" y="53914"/>
                    <a:pt x="61929" y="53665"/>
                    <a:pt x="62228" y="53416"/>
                  </a:cubicBezTo>
                  <a:cubicBezTo>
                    <a:pt x="62352" y="53342"/>
                    <a:pt x="62452" y="53242"/>
                    <a:pt x="62576" y="53143"/>
                  </a:cubicBezTo>
                  <a:cubicBezTo>
                    <a:pt x="62651" y="53093"/>
                    <a:pt x="62726" y="53018"/>
                    <a:pt x="62800" y="52968"/>
                  </a:cubicBezTo>
                  <a:lnTo>
                    <a:pt x="62952" y="52842"/>
                  </a:lnTo>
                  <a:close/>
                  <a:moveTo>
                    <a:pt x="78606" y="45675"/>
                  </a:moveTo>
                  <a:lnTo>
                    <a:pt x="78656" y="45725"/>
                  </a:lnTo>
                  <a:lnTo>
                    <a:pt x="78656" y="45700"/>
                  </a:lnTo>
                  <a:cubicBezTo>
                    <a:pt x="78706" y="45725"/>
                    <a:pt x="78731" y="45725"/>
                    <a:pt x="78731" y="45775"/>
                  </a:cubicBezTo>
                  <a:cubicBezTo>
                    <a:pt x="78756" y="45800"/>
                    <a:pt x="78830" y="45849"/>
                    <a:pt x="78880" y="45899"/>
                  </a:cubicBezTo>
                  <a:cubicBezTo>
                    <a:pt x="78930" y="45924"/>
                    <a:pt x="78980" y="45999"/>
                    <a:pt x="79029" y="46024"/>
                  </a:cubicBezTo>
                  <a:lnTo>
                    <a:pt x="79079" y="46049"/>
                  </a:lnTo>
                  <a:cubicBezTo>
                    <a:pt x="79204" y="46173"/>
                    <a:pt x="79328" y="46273"/>
                    <a:pt x="79477" y="46397"/>
                  </a:cubicBezTo>
                  <a:cubicBezTo>
                    <a:pt x="79602" y="46472"/>
                    <a:pt x="79726" y="46571"/>
                    <a:pt x="79851" y="46696"/>
                  </a:cubicBezTo>
                  <a:cubicBezTo>
                    <a:pt x="79901" y="46770"/>
                    <a:pt x="80000" y="46820"/>
                    <a:pt x="80075" y="46845"/>
                  </a:cubicBezTo>
                  <a:cubicBezTo>
                    <a:pt x="80125" y="46895"/>
                    <a:pt x="80174" y="46945"/>
                    <a:pt x="80224" y="46970"/>
                  </a:cubicBezTo>
                  <a:cubicBezTo>
                    <a:pt x="80374" y="47094"/>
                    <a:pt x="80523" y="47194"/>
                    <a:pt x="80697" y="47293"/>
                  </a:cubicBezTo>
                  <a:cubicBezTo>
                    <a:pt x="80722" y="47293"/>
                    <a:pt x="80722" y="47318"/>
                    <a:pt x="80747" y="47318"/>
                  </a:cubicBezTo>
                  <a:cubicBezTo>
                    <a:pt x="80822" y="47343"/>
                    <a:pt x="80847" y="47393"/>
                    <a:pt x="80896" y="47418"/>
                  </a:cubicBezTo>
                  <a:lnTo>
                    <a:pt x="80946" y="47442"/>
                  </a:lnTo>
                  <a:cubicBezTo>
                    <a:pt x="80971" y="47467"/>
                    <a:pt x="80996" y="47467"/>
                    <a:pt x="81021" y="47517"/>
                  </a:cubicBezTo>
                  <a:lnTo>
                    <a:pt x="81319" y="47691"/>
                  </a:lnTo>
                  <a:cubicBezTo>
                    <a:pt x="81394" y="47766"/>
                    <a:pt x="81469" y="47791"/>
                    <a:pt x="81568" y="47841"/>
                  </a:cubicBezTo>
                  <a:cubicBezTo>
                    <a:pt x="81643" y="47915"/>
                    <a:pt x="81743" y="47965"/>
                    <a:pt x="81842" y="48015"/>
                  </a:cubicBezTo>
                  <a:cubicBezTo>
                    <a:pt x="82016" y="48139"/>
                    <a:pt x="82240" y="48214"/>
                    <a:pt x="82440" y="48339"/>
                  </a:cubicBezTo>
                  <a:cubicBezTo>
                    <a:pt x="82489" y="48388"/>
                    <a:pt x="82589" y="48438"/>
                    <a:pt x="82639" y="48463"/>
                  </a:cubicBezTo>
                  <a:cubicBezTo>
                    <a:pt x="82763" y="48538"/>
                    <a:pt x="82888" y="48587"/>
                    <a:pt x="82987" y="48662"/>
                  </a:cubicBezTo>
                  <a:cubicBezTo>
                    <a:pt x="83087" y="48712"/>
                    <a:pt x="83211" y="48787"/>
                    <a:pt x="83311" y="48811"/>
                  </a:cubicBezTo>
                  <a:lnTo>
                    <a:pt x="83485" y="48911"/>
                  </a:lnTo>
                  <a:lnTo>
                    <a:pt x="83684" y="49011"/>
                  </a:lnTo>
                  <a:cubicBezTo>
                    <a:pt x="82390" y="51052"/>
                    <a:pt x="80996" y="53118"/>
                    <a:pt x="79477" y="55134"/>
                  </a:cubicBezTo>
                  <a:cubicBezTo>
                    <a:pt x="78830" y="54586"/>
                    <a:pt x="78208" y="54014"/>
                    <a:pt x="77611" y="53416"/>
                  </a:cubicBezTo>
                  <a:cubicBezTo>
                    <a:pt x="78407" y="51151"/>
                    <a:pt x="78830" y="48986"/>
                    <a:pt x="78731" y="47019"/>
                  </a:cubicBezTo>
                  <a:lnTo>
                    <a:pt x="78731" y="46920"/>
                  </a:lnTo>
                  <a:cubicBezTo>
                    <a:pt x="78731" y="46770"/>
                    <a:pt x="78706" y="46621"/>
                    <a:pt x="78706" y="46447"/>
                  </a:cubicBezTo>
                  <a:lnTo>
                    <a:pt x="78706" y="46322"/>
                  </a:lnTo>
                  <a:lnTo>
                    <a:pt x="78606" y="45675"/>
                  </a:lnTo>
                  <a:close/>
                  <a:moveTo>
                    <a:pt x="83833" y="49135"/>
                  </a:moveTo>
                  <a:cubicBezTo>
                    <a:pt x="83858" y="49135"/>
                    <a:pt x="83858" y="49160"/>
                    <a:pt x="83883" y="49160"/>
                  </a:cubicBezTo>
                  <a:cubicBezTo>
                    <a:pt x="82589" y="51176"/>
                    <a:pt x="81195" y="53242"/>
                    <a:pt x="79652" y="55283"/>
                  </a:cubicBezTo>
                  <a:cubicBezTo>
                    <a:pt x="79627" y="55283"/>
                    <a:pt x="79627" y="55258"/>
                    <a:pt x="79602" y="55258"/>
                  </a:cubicBezTo>
                  <a:cubicBezTo>
                    <a:pt x="81120" y="53242"/>
                    <a:pt x="82514" y="51176"/>
                    <a:pt x="83833" y="49135"/>
                  </a:cubicBezTo>
                  <a:close/>
                  <a:moveTo>
                    <a:pt x="77536" y="53615"/>
                  </a:moveTo>
                  <a:cubicBezTo>
                    <a:pt x="78108" y="54213"/>
                    <a:pt x="78731" y="54736"/>
                    <a:pt x="79378" y="55258"/>
                  </a:cubicBezTo>
                  <a:cubicBezTo>
                    <a:pt x="79378" y="55283"/>
                    <a:pt x="79353" y="55283"/>
                    <a:pt x="79353" y="55333"/>
                  </a:cubicBezTo>
                  <a:cubicBezTo>
                    <a:pt x="78706" y="54785"/>
                    <a:pt x="78084" y="54238"/>
                    <a:pt x="77511" y="53665"/>
                  </a:cubicBezTo>
                  <a:cubicBezTo>
                    <a:pt x="77511" y="53640"/>
                    <a:pt x="77536" y="53640"/>
                    <a:pt x="77536" y="53615"/>
                  </a:cubicBezTo>
                  <a:close/>
                  <a:moveTo>
                    <a:pt x="79477" y="55383"/>
                  </a:moveTo>
                  <a:cubicBezTo>
                    <a:pt x="79502" y="55383"/>
                    <a:pt x="79527" y="55408"/>
                    <a:pt x="79527" y="55408"/>
                  </a:cubicBezTo>
                  <a:cubicBezTo>
                    <a:pt x="79527" y="55457"/>
                    <a:pt x="79502" y="55457"/>
                    <a:pt x="79502" y="55482"/>
                  </a:cubicBezTo>
                  <a:cubicBezTo>
                    <a:pt x="79477" y="55482"/>
                    <a:pt x="79477" y="55457"/>
                    <a:pt x="79453" y="55457"/>
                  </a:cubicBezTo>
                  <a:cubicBezTo>
                    <a:pt x="79453" y="55408"/>
                    <a:pt x="79477" y="55408"/>
                    <a:pt x="79477" y="55383"/>
                  </a:cubicBezTo>
                  <a:close/>
                  <a:moveTo>
                    <a:pt x="18644" y="39627"/>
                  </a:moveTo>
                  <a:cubicBezTo>
                    <a:pt x="18743" y="39801"/>
                    <a:pt x="18818" y="39925"/>
                    <a:pt x="18917" y="40075"/>
                  </a:cubicBezTo>
                  <a:cubicBezTo>
                    <a:pt x="18021" y="41344"/>
                    <a:pt x="17150" y="42663"/>
                    <a:pt x="16379" y="43958"/>
                  </a:cubicBezTo>
                  <a:cubicBezTo>
                    <a:pt x="14188" y="47517"/>
                    <a:pt x="12520" y="51002"/>
                    <a:pt x="11276" y="54362"/>
                  </a:cubicBezTo>
                  <a:cubicBezTo>
                    <a:pt x="10131" y="54711"/>
                    <a:pt x="9061" y="55109"/>
                    <a:pt x="8140" y="55607"/>
                  </a:cubicBezTo>
                  <a:cubicBezTo>
                    <a:pt x="10952" y="50280"/>
                    <a:pt x="14512" y="44879"/>
                    <a:pt x="18644" y="39627"/>
                  </a:cubicBezTo>
                  <a:close/>
                  <a:moveTo>
                    <a:pt x="18519" y="39428"/>
                  </a:moveTo>
                  <a:cubicBezTo>
                    <a:pt x="18519" y="39452"/>
                    <a:pt x="18544" y="39452"/>
                    <a:pt x="18544" y="39477"/>
                  </a:cubicBezTo>
                  <a:cubicBezTo>
                    <a:pt x="14313" y="44804"/>
                    <a:pt x="10703" y="50305"/>
                    <a:pt x="7841" y="55781"/>
                  </a:cubicBezTo>
                  <a:cubicBezTo>
                    <a:pt x="7816" y="55831"/>
                    <a:pt x="7791" y="55831"/>
                    <a:pt x="7766" y="55856"/>
                  </a:cubicBezTo>
                  <a:cubicBezTo>
                    <a:pt x="10629" y="50355"/>
                    <a:pt x="14263" y="44804"/>
                    <a:pt x="18519" y="39428"/>
                  </a:cubicBezTo>
                  <a:close/>
                  <a:moveTo>
                    <a:pt x="25090" y="47194"/>
                  </a:moveTo>
                  <a:cubicBezTo>
                    <a:pt x="27082" y="49135"/>
                    <a:pt x="29297" y="51101"/>
                    <a:pt x="31562" y="52919"/>
                  </a:cubicBezTo>
                  <a:cubicBezTo>
                    <a:pt x="30790" y="53889"/>
                    <a:pt x="30044" y="54860"/>
                    <a:pt x="29322" y="55856"/>
                  </a:cubicBezTo>
                  <a:cubicBezTo>
                    <a:pt x="26883" y="54960"/>
                    <a:pt x="24369" y="54288"/>
                    <a:pt x="21879" y="53914"/>
                  </a:cubicBezTo>
                  <a:cubicBezTo>
                    <a:pt x="22701" y="51724"/>
                    <a:pt x="23746" y="49484"/>
                    <a:pt x="25090" y="47194"/>
                  </a:cubicBezTo>
                  <a:close/>
                  <a:moveTo>
                    <a:pt x="31687" y="53018"/>
                  </a:moveTo>
                  <a:cubicBezTo>
                    <a:pt x="31711" y="53018"/>
                    <a:pt x="31711" y="53043"/>
                    <a:pt x="31736" y="53043"/>
                  </a:cubicBezTo>
                  <a:cubicBezTo>
                    <a:pt x="30990" y="54014"/>
                    <a:pt x="30243" y="54935"/>
                    <a:pt x="29546" y="55905"/>
                  </a:cubicBezTo>
                  <a:cubicBezTo>
                    <a:pt x="29496" y="55905"/>
                    <a:pt x="29496" y="55881"/>
                    <a:pt x="29471" y="55881"/>
                  </a:cubicBezTo>
                  <a:cubicBezTo>
                    <a:pt x="30193" y="54960"/>
                    <a:pt x="30940" y="53989"/>
                    <a:pt x="31687" y="53018"/>
                  </a:cubicBezTo>
                  <a:close/>
                  <a:moveTo>
                    <a:pt x="11176" y="54611"/>
                  </a:moveTo>
                  <a:cubicBezTo>
                    <a:pt x="11176" y="54611"/>
                    <a:pt x="11176" y="54636"/>
                    <a:pt x="11151" y="54661"/>
                  </a:cubicBezTo>
                  <a:cubicBezTo>
                    <a:pt x="9932" y="55009"/>
                    <a:pt x="8837" y="55482"/>
                    <a:pt x="7916" y="56030"/>
                  </a:cubicBezTo>
                  <a:cubicBezTo>
                    <a:pt x="7940" y="56005"/>
                    <a:pt x="7940" y="55980"/>
                    <a:pt x="7965" y="55955"/>
                  </a:cubicBezTo>
                  <a:cubicBezTo>
                    <a:pt x="8911" y="55408"/>
                    <a:pt x="10006" y="54960"/>
                    <a:pt x="11176" y="54611"/>
                  </a:cubicBezTo>
                  <a:close/>
                  <a:moveTo>
                    <a:pt x="21780" y="54088"/>
                  </a:moveTo>
                  <a:cubicBezTo>
                    <a:pt x="24244" y="54462"/>
                    <a:pt x="26758" y="55084"/>
                    <a:pt x="29173" y="55980"/>
                  </a:cubicBezTo>
                  <a:cubicBezTo>
                    <a:pt x="29173" y="56005"/>
                    <a:pt x="29173" y="56030"/>
                    <a:pt x="29123" y="56030"/>
                  </a:cubicBezTo>
                  <a:cubicBezTo>
                    <a:pt x="26733" y="55134"/>
                    <a:pt x="24244" y="54512"/>
                    <a:pt x="21755" y="54138"/>
                  </a:cubicBezTo>
                  <a:cubicBezTo>
                    <a:pt x="21755" y="54113"/>
                    <a:pt x="21755" y="54113"/>
                    <a:pt x="21780" y="54088"/>
                  </a:cubicBezTo>
                  <a:close/>
                  <a:moveTo>
                    <a:pt x="29347" y="56080"/>
                  </a:moveTo>
                  <a:cubicBezTo>
                    <a:pt x="29372" y="56080"/>
                    <a:pt x="29372" y="56105"/>
                    <a:pt x="29421" y="56105"/>
                  </a:cubicBezTo>
                  <a:cubicBezTo>
                    <a:pt x="29421" y="56129"/>
                    <a:pt x="29372" y="56129"/>
                    <a:pt x="29372" y="56154"/>
                  </a:cubicBezTo>
                  <a:cubicBezTo>
                    <a:pt x="29347" y="56129"/>
                    <a:pt x="29347" y="56129"/>
                    <a:pt x="29322" y="56129"/>
                  </a:cubicBezTo>
                  <a:cubicBezTo>
                    <a:pt x="29322" y="56105"/>
                    <a:pt x="29347" y="56105"/>
                    <a:pt x="29347" y="56080"/>
                  </a:cubicBezTo>
                  <a:close/>
                  <a:moveTo>
                    <a:pt x="59807" y="55507"/>
                  </a:moveTo>
                  <a:cubicBezTo>
                    <a:pt x="59599" y="55690"/>
                    <a:pt x="59374" y="55874"/>
                    <a:pt x="59191" y="56080"/>
                  </a:cubicBezTo>
                  <a:cubicBezTo>
                    <a:pt x="59146" y="56110"/>
                    <a:pt x="59110" y="56131"/>
                    <a:pt x="59077" y="56160"/>
                  </a:cubicBezTo>
                  <a:lnTo>
                    <a:pt x="59077" y="56160"/>
                  </a:lnTo>
                  <a:cubicBezTo>
                    <a:pt x="59123" y="56117"/>
                    <a:pt x="59170" y="56073"/>
                    <a:pt x="59216" y="56030"/>
                  </a:cubicBezTo>
                  <a:cubicBezTo>
                    <a:pt x="59406" y="55864"/>
                    <a:pt x="59596" y="55675"/>
                    <a:pt x="59807" y="55507"/>
                  </a:cubicBezTo>
                  <a:close/>
                  <a:moveTo>
                    <a:pt x="7667" y="56105"/>
                  </a:moveTo>
                  <a:cubicBezTo>
                    <a:pt x="7642" y="56129"/>
                    <a:pt x="7642" y="56154"/>
                    <a:pt x="7592" y="56229"/>
                  </a:cubicBezTo>
                  <a:cubicBezTo>
                    <a:pt x="7567" y="56229"/>
                    <a:pt x="7542" y="56254"/>
                    <a:pt x="7517" y="56279"/>
                  </a:cubicBezTo>
                  <a:cubicBezTo>
                    <a:pt x="7542" y="56254"/>
                    <a:pt x="7542" y="56229"/>
                    <a:pt x="7567" y="56154"/>
                  </a:cubicBezTo>
                  <a:cubicBezTo>
                    <a:pt x="7592" y="56129"/>
                    <a:pt x="7642" y="56129"/>
                    <a:pt x="7667" y="56105"/>
                  </a:cubicBezTo>
                  <a:close/>
                  <a:moveTo>
                    <a:pt x="73877" y="49110"/>
                  </a:moveTo>
                  <a:cubicBezTo>
                    <a:pt x="74624" y="50604"/>
                    <a:pt x="75669" y="52097"/>
                    <a:pt x="77038" y="53516"/>
                  </a:cubicBezTo>
                  <a:cubicBezTo>
                    <a:pt x="76739" y="54412"/>
                    <a:pt x="76341" y="55383"/>
                    <a:pt x="75868" y="56329"/>
                  </a:cubicBezTo>
                  <a:cubicBezTo>
                    <a:pt x="73902" y="55159"/>
                    <a:pt x="72060" y="54263"/>
                    <a:pt x="70517" y="53665"/>
                  </a:cubicBezTo>
                  <a:cubicBezTo>
                    <a:pt x="71687" y="52172"/>
                    <a:pt x="72856" y="50653"/>
                    <a:pt x="73877" y="49110"/>
                  </a:cubicBezTo>
                  <a:close/>
                  <a:moveTo>
                    <a:pt x="77237" y="53665"/>
                  </a:moveTo>
                  <a:cubicBezTo>
                    <a:pt x="77262" y="53715"/>
                    <a:pt x="77262" y="53715"/>
                    <a:pt x="77287" y="53715"/>
                  </a:cubicBezTo>
                  <a:cubicBezTo>
                    <a:pt x="77287" y="53740"/>
                    <a:pt x="77262" y="53765"/>
                    <a:pt x="77262" y="53790"/>
                  </a:cubicBezTo>
                  <a:cubicBezTo>
                    <a:pt x="77262" y="53839"/>
                    <a:pt x="77237" y="53864"/>
                    <a:pt x="77237" y="53889"/>
                  </a:cubicBezTo>
                  <a:cubicBezTo>
                    <a:pt x="77188" y="53989"/>
                    <a:pt x="77138" y="54088"/>
                    <a:pt x="77113" y="54163"/>
                  </a:cubicBezTo>
                  <a:cubicBezTo>
                    <a:pt x="77038" y="54337"/>
                    <a:pt x="76988" y="54487"/>
                    <a:pt x="76914" y="54611"/>
                  </a:cubicBezTo>
                  <a:cubicBezTo>
                    <a:pt x="76889" y="54661"/>
                    <a:pt x="76889" y="54736"/>
                    <a:pt x="76864" y="54760"/>
                  </a:cubicBezTo>
                  <a:cubicBezTo>
                    <a:pt x="76814" y="54785"/>
                    <a:pt x="76814" y="54860"/>
                    <a:pt x="76789" y="54885"/>
                  </a:cubicBezTo>
                  <a:cubicBezTo>
                    <a:pt x="76789" y="54910"/>
                    <a:pt x="76764" y="54910"/>
                    <a:pt x="76764" y="54960"/>
                  </a:cubicBezTo>
                  <a:cubicBezTo>
                    <a:pt x="76690" y="55109"/>
                    <a:pt x="76615" y="55258"/>
                    <a:pt x="76540" y="55457"/>
                  </a:cubicBezTo>
                  <a:cubicBezTo>
                    <a:pt x="76515" y="55532"/>
                    <a:pt x="76491" y="55607"/>
                    <a:pt x="76416" y="55706"/>
                  </a:cubicBezTo>
                  <a:cubicBezTo>
                    <a:pt x="76416" y="55731"/>
                    <a:pt x="76391" y="55756"/>
                    <a:pt x="76391" y="55756"/>
                  </a:cubicBezTo>
                  <a:cubicBezTo>
                    <a:pt x="76291" y="55955"/>
                    <a:pt x="76192" y="56129"/>
                    <a:pt x="76117" y="56279"/>
                  </a:cubicBezTo>
                  <a:cubicBezTo>
                    <a:pt x="76117" y="56329"/>
                    <a:pt x="76067" y="56353"/>
                    <a:pt x="76067" y="56378"/>
                  </a:cubicBezTo>
                  <a:lnTo>
                    <a:pt x="76043" y="56378"/>
                  </a:lnTo>
                  <a:cubicBezTo>
                    <a:pt x="76043" y="56378"/>
                    <a:pt x="76018" y="56378"/>
                    <a:pt x="76018" y="56353"/>
                  </a:cubicBezTo>
                  <a:cubicBezTo>
                    <a:pt x="76491" y="55482"/>
                    <a:pt x="76889" y="54586"/>
                    <a:pt x="77237" y="53665"/>
                  </a:cubicBezTo>
                  <a:close/>
                  <a:moveTo>
                    <a:pt x="67311" y="53370"/>
                  </a:moveTo>
                  <a:cubicBezTo>
                    <a:pt x="67732" y="53370"/>
                    <a:pt x="68256" y="53453"/>
                    <a:pt x="68874" y="53615"/>
                  </a:cubicBezTo>
                  <a:cubicBezTo>
                    <a:pt x="68202" y="54536"/>
                    <a:pt x="67530" y="55482"/>
                    <a:pt x="66783" y="56453"/>
                  </a:cubicBezTo>
                  <a:cubicBezTo>
                    <a:pt x="66136" y="55208"/>
                    <a:pt x="65912" y="54288"/>
                    <a:pt x="66211" y="53790"/>
                  </a:cubicBezTo>
                  <a:cubicBezTo>
                    <a:pt x="66393" y="53509"/>
                    <a:pt x="66766" y="53370"/>
                    <a:pt x="67311" y="53370"/>
                  </a:cubicBezTo>
                  <a:close/>
                  <a:moveTo>
                    <a:pt x="70417" y="53839"/>
                  </a:moveTo>
                  <a:cubicBezTo>
                    <a:pt x="71985" y="54412"/>
                    <a:pt x="73802" y="55333"/>
                    <a:pt x="75794" y="56503"/>
                  </a:cubicBezTo>
                  <a:cubicBezTo>
                    <a:pt x="75794" y="56528"/>
                    <a:pt x="75769" y="56528"/>
                    <a:pt x="75769" y="56577"/>
                  </a:cubicBezTo>
                  <a:cubicBezTo>
                    <a:pt x="73777" y="55408"/>
                    <a:pt x="71935" y="54487"/>
                    <a:pt x="70392" y="53889"/>
                  </a:cubicBezTo>
                  <a:cubicBezTo>
                    <a:pt x="70392" y="53864"/>
                    <a:pt x="70392" y="53839"/>
                    <a:pt x="70417" y="53839"/>
                  </a:cubicBezTo>
                  <a:close/>
                  <a:moveTo>
                    <a:pt x="65912" y="54163"/>
                  </a:moveTo>
                  <a:cubicBezTo>
                    <a:pt x="65837" y="54760"/>
                    <a:pt x="66086" y="55582"/>
                    <a:pt x="66659" y="56602"/>
                  </a:cubicBezTo>
                  <a:lnTo>
                    <a:pt x="66584" y="56652"/>
                  </a:lnTo>
                  <a:cubicBezTo>
                    <a:pt x="66061" y="55657"/>
                    <a:pt x="65787" y="54860"/>
                    <a:pt x="65812" y="54263"/>
                  </a:cubicBezTo>
                  <a:lnTo>
                    <a:pt x="65912" y="54163"/>
                  </a:lnTo>
                  <a:close/>
                  <a:moveTo>
                    <a:pt x="69048" y="53615"/>
                  </a:moveTo>
                  <a:cubicBezTo>
                    <a:pt x="69073" y="53615"/>
                    <a:pt x="69073" y="53615"/>
                    <a:pt x="69098" y="53640"/>
                  </a:cubicBezTo>
                  <a:cubicBezTo>
                    <a:pt x="68426" y="54661"/>
                    <a:pt x="67679" y="55657"/>
                    <a:pt x="66907" y="56652"/>
                  </a:cubicBezTo>
                  <a:cubicBezTo>
                    <a:pt x="66907" y="56627"/>
                    <a:pt x="66858" y="56627"/>
                    <a:pt x="66858" y="56602"/>
                  </a:cubicBezTo>
                  <a:cubicBezTo>
                    <a:pt x="67654" y="55607"/>
                    <a:pt x="68351" y="54611"/>
                    <a:pt x="69048" y="53615"/>
                  </a:cubicBezTo>
                  <a:close/>
                  <a:moveTo>
                    <a:pt x="75918" y="56577"/>
                  </a:moveTo>
                  <a:cubicBezTo>
                    <a:pt x="75968" y="56602"/>
                    <a:pt x="75968" y="56602"/>
                    <a:pt x="75993" y="56602"/>
                  </a:cubicBezTo>
                  <a:cubicBezTo>
                    <a:pt x="75993" y="56627"/>
                    <a:pt x="75943" y="56627"/>
                    <a:pt x="75943" y="56652"/>
                  </a:cubicBezTo>
                  <a:lnTo>
                    <a:pt x="75918" y="56652"/>
                  </a:lnTo>
                  <a:cubicBezTo>
                    <a:pt x="75918" y="56652"/>
                    <a:pt x="75893" y="56652"/>
                    <a:pt x="75893" y="56627"/>
                  </a:cubicBezTo>
                  <a:cubicBezTo>
                    <a:pt x="75893" y="56602"/>
                    <a:pt x="75918" y="56602"/>
                    <a:pt x="75918" y="56577"/>
                  </a:cubicBezTo>
                  <a:close/>
                  <a:moveTo>
                    <a:pt x="66758" y="56752"/>
                  </a:moveTo>
                  <a:cubicBezTo>
                    <a:pt x="66758" y="56777"/>
                    <a:pt x="66783" y="56777"/>
                    <a:pt x="66783" y="56826"/>
                  </a:cubicBezTo>
                  <a:lnTo>
                    <a:pt x="66708" y="56876"/>
                  </a:lnTo>
                  <a:cubicBezTo>
                    <a:pt x="66708" y="56876"/>
                    <a:pt x="66708" y="56851"/>
                    <a:pt x="66683" y="56826"/>
                  </a:cubicBezTo>
                  <a:lnTo>
                    <a:pt x="66758" y="56752"/>
                  </a:lnTo>
                  <a:close/>
                  <a:moveTo>
                    <a:pt x="31861" y="53167"/>
                  </a:moveTo>
                  <a:cubicBezTo>
                    <a:pt x="32334" y="53541"/>
                    <a:pt x="32782" y="53889"/>
                    <a:pt x="33230" y="54263"/>
                  </a:cubicBezTo>
                  <a:cubicBezTo>
                    <a:pt x="32807" y="55208"/>
                    <a:pt x="32408" y="56105"/>
                    <a:pt x="32060" y="57001"/>
                  </a:cubicBezTo>
                  <a:cubicBezTo>
                    <a:pt x="31288" y="56627"/>
                    <a:pt x="30492" y="56279"/>
                    <a:pt x="29695" y="56005"/>
                  </a:cubicBezTo>
                  <a:cubicBezTo>
                    <a:pt x="30417" y="55084"/>
                    <a:pt x="31164" y="54113"/>
                    <a:pt x="31861" y="53167"/>
                  </a:cubicBezTo>
                  <a:close/>
                  <a:moveTo>
                    <a:pt x="69272" y="53665"/>
                  </a:moveTo>
                  <a:cubicBezTo>
                    <a:pt x="69421" y="53740"/>
                    <a:pt x="69621" y="53765"/>
                    <a:pt x="69770" y="53839"/>
                  </a:cubicBezTo>
                  <a:cubicBezTo>
                    <a:pt x="68899" y="54885"/>
                    <a:pt x="68028" y="55955"/>
                    <a:pt x="67082" y="57001"/>
                  </a:cubicBezTo>
                  <a:cubicBezTo>
                    <a:pt x="67082" y="56976"/>
                    <a:pt x="67057" y="56876"/>
                    <a:pt x="67007" y="56826"/>
                  </a:cubicBezTo>
                  <a:cubicBezTo>
                    <a:pt x="67804" y="55781"/>
                    <a:pt x="68575" y="54736"/>
                    <a:pt x="69272" y="53665"/>
                  </a:cubicBezTo>
                  <a:close/>
                  <a:moveTo>
                    <a:pt x="33404" y="54387"/>
                  </a:moveTo>
                  <a:cubicBezTo>
                    <a:pt x="33429" y="54387"/>
                    <a:pt x="33429" y="54412"/>
                    <a:pt x="33454" y="54412"/>
                  </a:cubicBezTo>
                  <a:cubicBezTo>
                    <a:pt x="33031" y="55333"/>
                    <a:pt x="32608" y="56229"/>
                    <a:pt x="32309" y="57125"/>
                  </a:cubicBezTo>
                  <a:cubicBezTo>
                    <a:pt x="32284" y="57125"/>
                    <a:pt x="32284" y="57100"/>
                    <a:pt x="32234" y="57100"/>
                  </a:cubicBezTo>
                  <a:cubicBezTo>
                    <a:pt x="32558" y="56204"/>
                    <a:pt x="32956" y="55283"/>
                    <a:pt x="33404" y="54387"/>
                  </a:cubicBezTo>
                  <a:close/>
                  <a:moveTo>
                    <a:pt x="70019" y="53889"/>
                  </a:moveTo>
                  <a:cubicBezTo>
                    <a:pt x="69148" y="55034"/>
                    <a:pt x="68252" y="56154"/>
                    <a:pt x="67256" y="57225"/>
                  </a:cubicBezTo>
                  <a:cubicBezTo>
                    <a:pt x="67331" y="57075"/>
                    <a:pt x="67430" y="56951"/>
                    <a:pt x="67555" y="56801"/>
                  </a:cubicBezTo>
                  <a:cubicBezTo>
                    <a:pt x="67704" y="56652"/>
                    <a:pt x="67828" y="56503"/>
                    <a:pt x="68003" y="56329"/>
                  </a:cubicBezTo>
                  <a:cubicBezTo>
                    <a:pt x="68351" y="55905"/>
                    <a:pt x="68700" y="55482"/>
                    <a:pt x="69048" y="55084"/>
                  </a:cubicBezTo>
                  <a:cubicBezTo>
                    <a:pt x="69148" y="54984"/>
                    <a:pt x="69197" y="54885"/>
                    <a:pt x="69297" y="54760"/>
                  </a:cubicBezTo>
                  <a:cubicBezTo>
                    <a:pt x="69546" y="54487"/>
                    <a:pt x="69770" y="54188"/>
                    <a:pt x="69969" y="53889"/>
                  </a:cubicBezTo>
                  <a:close/>
                  <a:moveTo>
                    <a:pt x="29596" y="56154"/>
                  </a:moveTo>
                  <a:cubicBezTo>
                    <a:pt x="30392" y="56478"/>
                    <a:pt x="31214" y="56826"/>
                    <a:pt x="32035" y="57200"/>
                  </a:cubicBezTo>
                  <a:cubicBezTo>
                    <a:pt x="31985" y="57225"/>
                    <a:pt x="31985" y="57225"/>
                    <a:pt x="31985" y="57250"/>
                  </a:cubicBezTo>
                  <a:cubicBezTo>
                    <a:pt x="31189" y="56876"/>
                    <a:pt x="30367" y="56528"/>
                    <a:pt x="29571" y="56229"/>
                  </a:cubicBezTo>
                  <a:cubicBezTo>
                    <a:pt x="29571" y="56204"/>
                    <a:pt x="29596" y="56204"/>
                    <a:pt x="29596" y="56154"/>
                  </a:cubicBezTo>
                  <a:close/>
                  <a:moveTo>
                    <a:pt x="66883" y="57001"/>
                  </a:moveTo>
                  <a:cubicBezTo>
                    <a:pt x="66907" y="57075"/>
                    <a:pt x="66932" y="57125"/>
                    <a:pt x="67007" y="57200"/>
                  </a:cubicBezTo>
                  <a:cubicBezTo>
                    <a:pt x="66957" y="57200"/>
                    <a:pt x="66957" y="57225"/>
                    <a:pt x="66932" y="57250"/>
                  </a:cubicBezTo>
                  <a:cubicBezTo>
                    <a:pt x="66907" y="57200"/>
                    <a:pt x="66883" y="57125"/>
                    <a:pt x="66808" y="57075"/>
                  </a:cubicBezTo>
                  <a:lnTo>
                    <a:pt x="66883" y="57001"/>
                  </a:lnTo>
                  <a:close/>
                  <a:moveTo>
                    <a:pt x="32184" y="57250"/>
                  </a:moveTo>
                  <a:cubicBezTo>
                    <a:pt x="32209" y="57250"/>
                    <a:pt x="32209" y="57274"/>
                    <a:pt x="32234" y="57274"/>
                  </a:cubicBezTo>
                  <a:cubicBezTo>
                    <a:pt x="32234" y="57324"/>
                    <a:pt x="32234" y="57324"/>
                    <a:pt x="32209" y="57349"/>
                  </a:cubicBezTo>
                  <a:cubicBezTo>
                    <a:pt x="32184" y="57349"/>
                    <a:pt x="32184" y="57349"/>
                    <a:pt x="32159" y="57324"/>
                  </a:cubicBezTo>
                  <a:cubicBezTo>
                    <a:pt x="32159" y="57274"/>
                    <a:pt x="32159" y="57274"/>
                    <a:pt x="32184" y="57250"/>
                  </a:cubicBezTo>
                  <a:close/>
                  <a:moveTo>
                    <a:pt x="77436" y="53864"/>
                  </a:moveTo>
                  <a:cubicBezTo>
                    <a:pt x="78009" y="54412"/>
                    <a:pt x="78606" y="54960"/>
                    <a:pt x="79229" y="55482"/>
                  </a:cubicBezTo>
                  <a:cubicBezTo>
                    <a:pt x="78706" y="56129"/>
                    <a:pt x="78208" y="56777"/>
                    <a:pt x="77685" y="57449"/>
                  </a:cubicBezTo>
                  <a:cubicBezTo>
                    <a:pt x="77188" y="57125"/>
                    <a:pt x="76739" y="56851"/>
                    <a:pt x="76267" y="56577"/>
                  </a:cubicBezTo>
                  <a:cubicBezTo>
                    <a:pt x="76739" y="55657"/>
                    <a:pt x="77113" y="54760"/>
                    <a:pt x="77436" y="53864"/>
                  </a:cubicBezTo>
                  <a:close/>
                  <a:moveTo>
                    <a:pt x="67082" y="57349"/>
                  </a:moveTo>
                  <a:cubicBezTo>
                    <a:pt x="67082" y="57374"/>
                    <a:pt x="67107" y="57374"/>
                    <a:pt x="67107" y="57399"/>
                  </a:cubicBezTo>
                  <a:lnTo>
                    <a:pt x="67057" y="57474"/>
                  </a:lnTo>
                  <a:lnTo>
                    <a:pt x="67057" y="57449"/>
                  </a:lnTo>
                  <a:cubicBezTo>
                    <a:pt x="67057" y="57449"/>
                    <a:pt x="67057" y="57399"/>
                    <a:pt x="67032" y="57399"/>
                  </a:cubicBezTo>
                  <a:lnTo>
                    <a:pt x="67082" y="57349"/>
                  </a:lnTo>
                  <a:close/>
                  <a:moveTo>
                    <a:pt x="17548" y="36938"/>
                  </a:moveTo>
                  <a:cubicBezTo>
                    <a:pt x="17573" y="37561"/>
                    <a:pt x="17897" y="38332"/>
                    <a:pt x="18395" y="39228"/>
                  </a:cubicBezTo>
                  <a:cubicBezTo>
                    <a:pt x="14039" y="44754"/>
                    <a:pt x="10305" y="50405"/>
                    <a:pt x="7418" y="56005"/>
                  </a:cubicBezTo>
                  <a:cubicBezTo>
                    <a:pt x="6696" y="56478"/>
                    <a:pt x="6049" y="56976"/>
                    <a:pt x="5526" y="57523"/>
                  </a:cubicBezTo>
                  <a:cubicBezTo>
                    <a:pt x="7219" y="53167"/>
                    <a:pt x="9558" y="48662"/>
                    <a:pt x="12421" y="44207"/>
                  </a:cubicBezTo>
                  <a:cubicBezTo>
                    <a:pt x="12769" y="43684"/>
                    <a:pt x="13118" y="43186"/>
                    <a:pt x="13416" y="42663"/>
                  </a:cubicBezTo>
                  <a:cubicBezTo>
                    <a:pt x="14686" y="40722"/>
                    <a:pt x="16105" y="38830"/>
                    <a:pt x="17548" y="36938"/>
                  </a:cubicBezTo>
                  <a:close/>
                  <a:moveTo>
                    <a:pt x="114748" y="54288"/>
                  </a:moveTo>
                  <a:cubicBezTo>
                    <a:pt x="114748" y="54462"/>
                    <a:pt x="114723" y="54586"/>
                    <a:pt x="114698" y="54736"/>
                  </a:cubicBezTo>
                  <a:cubicBezTo>
                    <a:pt x="114450" y="55532"/>
                    <a:pt x="114201" y="56353"/>
                    <a:pt x="113927" y="57200"/>
                  </a:cubicBezTo>
                  <a:cubicBezTo>
                    <a:pt x="113852" y="57324"/>
                    <a:pt x="113802" y="57449"/>
                    <a:pt x="113728" y="57523"/>
                  </a:cubicBezTo>
                  <a:cubicBezTo>
                    <a:pt x="114101" y="56453"/>
                    <a:pt x="114450" y="55383"/>
                    <a:pt x="114748" y="54288"/>
                  </a:cubicBezTo>
                  <a:close/>
                  <a:moveTo>
                    <a:pt x="79328" y="55607"/>
                  </a:moveTo>
                  <a:cubicBezTo>
                    <a:pt x="79353" y="55607"/>
                    <a:pt x="79353" y="55632"/>
                    <a:pt x="79378" y="55632"/>
                  </a:cubicBezTo>
                  <a:cubicBezTo>
                    <a:pt x="78905" y="56279"/>
                    <a:pt x="78407" y="56901"/>
                    <a:pt x="77884" y="57573"/>
                  </a:cubicBezTo>
                  <a:cubicBezTo>
                    <a:pt x="77860" y="57573"/>
                    <a:pt x="77860" y="57523"/>
                    <a:pt x="77835" y="57523"/>
                  </a:cubicBezTo>
                  <a:cubicBezTo>
                    <a:pt x="78333" y="56876"/>
                    <a:pt x="78830" y="56254"/>
                    <a:pt x="79328" y="55607"/>
                  </a:cubicBezTo>
                  <a:close/>
                  <a:moveTo>
                    <a:pt x="114823" y="55283"/>
                  </a:moveTo>
                  <a:lnTo>
                    <a:pt x="114823" y="55283"/>
                  </a:lnTo>
                  <a:cubicBezTo>
                    <a:pt x="114848" y="55358"/>
                    <a:pt x="114823" y="55457"/>
                    <a:pt x="114798" y="55507"/>
                  </a:cubicBezTo>
                  <a:cubicBezTo>
                    <a:pt x="114798" y="55557"/>
                    <a:pt x="114748" y="55607"/>
                    <a:pt x="114748" y="55657"/>
                  </a:cubicBezTo>
                  <a:cubicBezTo>
                    <a:pt x="114748" y="55706"/>
                    <a:pt x="114748" y="55731"/>
                    <a:pt x="114723" y="55756"/>
                  </a:cubicBezTo>
                  <a:cubicBezTo>
                    <a:pt x="114574" y="56154"/>
                    <a:pt x="114425" y="56602"/>
                    <a:pt x="114250" y="57075"/>
                  </a:cubicBezTo>
                  <a:cubicBezTo>
                    <a:pt x="114250" y="57075"/>
                    <a:pt x="114250" y="57100"/>
                    <a:pt x="114225" y="57100"/>
                  </a:cubicBezTo>
                  <a:cubicBezTo>
                    <a:pt x="114201" y="57200"/>
                    <a:pt x="114126" y="57250"/>
                    <a:pt x="114101" y="57349"/>
                  </a:cubicBezTo>
                  <a:cubicBezTo>
                    <a:pt x="114076" y="57399"/>
                    <a:pt x="114051" y="57474"/>
                    <a:pt x="113977" y="57573"/>
                  </a:cubicBezTo>
                  <a:cubicBezTo>
                    <a:pt x="114051" y="57374"/>
                    <a:pt x="114101" y="57225"/>
                    <a:pt x="114176" y="57026"/>
                  </a:cubicBezTo>
                  <a:cubicBezTo>
                    <a:pt x="114250" y="56826"/>
                    <a:pt x="114375" y="56577"/>
                    <a:pt x="114450" y="56353"/>
                  </a:cubicBezTo>
                  <a:lnTo>
                    <a:pt x="114624" y="55781"/>
                  </a:lnTo>
                  <a:lnTo>
                    <a:pt x="114624" y="55756"/>
                  </a:lnTo>
                  <a:lnTo>
                    <a:pt x="114823" y="55283"/>
                  </a:lnTo>
                  <a:close/>
                  <a:moveTo>
                    <a:pt x="76167" y="56727"/>
                  </a:moveTo>
                  <a:cubicBezTo>
                    <a:pt x="76640" y="57001"/>
                    <a:pt x="77113" y="57274"/>
                    <a:pt x="77586" y="57598"/>
                  </a:cubicBezTo>
                  <a:cubicBezTo>
                    <a:pt x="77586" y="57623"/>
                    <a:pt x="77536" y="57623"/>
                    <a:pt x="77536" y="57648"/>
                  </a:cubicBezTo>
                  <a:cubicBezTo>
                    <a:pt x="77063" y="57349"/>
                    <a:pt x="76615" y="57075"/>
                    <a:pt x="76142" y="56826"/>
                  </a:cubicBezTo>
                  <a:cubicBezTo>
                    <a:pt x="76142" y="56752"/>
                    <a:pt x="76167" y="56727"/>
                    <a:pt x="76167" y="56727"/>
                  </a:cubicBezTo>
                  <a:close/>
                  <a:moveTo>
                    <a:pt x="77735" y="57698"/>
                  </a:moveTo>
                  <a:cubicBezTo>
                    <a:pt x="77735" y="57698"/>
                    <a:pt x="77760" y="57698"/>
                    <a:pt x="77785" y="57722"/>
                  </a:cubicBezTo>
                  <a:cubicBezTo>
                    <a:pt x="77785" y="57747"/>
                    <a:pt x="77760" y="57747"/>
                    <a:pt x="77760" y="57772"/>
                  </a:cubicBezTo>
                  <a:cubicBezTo>
                    <a:pt x="77735" y="57772"/>
                    <a:pt x="77735" y="57747"/>
                    <a:pt x="77685" y="57747"/>
                  </a:cubicBezTo>
                  <a:cubicBezTo>
                    <a:pt x="77685" y="57722"/>
                    <a:pt x="77735" y="57722"/>
                    <a:pt x="77735" y="57698"/>
                  </a:cubicBezTo>
                  <a:close/>
                  <a:moveTo>
                    <a:pt x="6347" y="55109"/>
                  </a:moveTo>
                  <a:lnTo>
                    <a:pt x="6347" y="55109"/>
                  </a:lnTo>
                  <a:cubicBezTo>
                    <a:pt x="5949" y="56030"/>
                    <a:pt x="5551" y="56976"/>
                    <a:pt x="5202" y="57897"/>
                  </a:cubicBezTo>
                  <a:cubicBezTo>
                    <a:pt x="5178" y="57971"/>
                    <a:pt x="5103" y="57996"/>
                    <a:pt x="5078" y="58071"/>
                  </a:cubicBezTo>
                  <a:cubicBezTo>
                    <a:pt x="5103" y="57996"/>
                    <a:pt x="5103" y="57971"/>
                    <a:pt x="5128" y="57897"/>
                  </a:cubicBezTo>
                  <a:cubicBezTo>
                    <a:pt x="5800" y="56229"/>
                    <a:pt x="6323" y="55134"/>
                    <a:pt x="6347" y="55109"/>
                  </a:cubicBezTo>
                  <a:close/>
                  <a:moveTo>
                    <a:pt x="7268" y="56353"/>
                  </a:moveTo>
                  <a:cubicBezTo>
                    <a:pt x="7219" y="56403"/>
                    <a:pt x="7219" y="56453"/>
                    <a:pt x="7194" y="56478"/>
                  </a:cubicBezTo>
                  <a:cubicBezTo>
                    <a:pt x="6447" y="57001"/>
                    <a:pt x="5800" y="57573"/>
                    <a:pt x="5277" y="58220"/>
                  </a:cubicBezTo>
                  <a:cubicBezTo>
                    <a:pt x="5302" y="58146"/>
                    <a:pt x="5302" y="58096"/>
                    <a:pt x="5327" y="58021"/>
                  </a:cubicBezTo>
                  <a:cubicBezTo>
                    <a:pt x="5850" y="57399"/>
                    <a:pt x="6522" y="56851"/>
                    <a:pt x="7268" y="56353"/>
                  </a:cubicBezTo>
                  <a:close/>
                  <a:moveTo>
                    <a:pt x="113603" y="58096"/>
                  </a:moveTo>
                  <a:lnTo>
                    <a:pt x="113603" y="58096"/>
                  </a:lnTo>
                  <a:cubicBezTo>
                    <a:pt x="113578" y="58146"/>
                    <a:pt x="113578" y="58220"/>
                    <a:pt x="113553" y="58245"/>
                  </a:cubicBezTo>
                  <a:cubicBezTo>
                    <a:pt x="113553" y="58270"/>
                    <a:pt x="113553" y="58270"/>
                    <a:pt x="113504" y="58320"/>
                  </a:cubicBezTo>
                  <a:cubicBezTo>
                    <a:pt x="113479" y="58370"/>
                    <a:pt x="113429" y="58444"/>
                    <a:pt x="113379" y="58494"/>
                  </a:cubicBezTo>
                  <a:cubicBezTo>
                    <a:pt x="113429" y="58444"/>
                    <a:pt x="113454" y="58345"/>
                    <a:pt x="113454" y="58270"/>
                  </a:cubicBezTo>
                  <a:cubicBezTo>
                    <a:pt x="113504" y="58220"/>
                    <a:pt x="113553" y="58146"/>
                    <a:pt x="113603" y="58096"/>
                  </a:cubicBezTo>
                  <a:close/>
                  <a:moveTo>
                    <a:pt x="6273" y="54835"/>
                  </a:moveTo>
                  <a:lnTo>
                    <a:pt x="6273" y="54835"/>
                  </a:lnTo>
                  <a:cubicBezTo>
                    <a:pt x="6074" y="55258"/>
                    <a:pt x="5850" y="55706"/>
                    <a:pt x="5700" y="56154"/>
                  </a:cubicBezTo>
                  <a:cubicBezTo>
                    <a:pt x="5650" y="56329"/>
                    <a:pt x="5576" y="56453"/>
                    <a:pt x="5551" y="56602"/>
                  </a:cubicBezTo>
                  <a:cubicBezTo>
                    <a:pt x="5451" y="56851"/>
                    <a:pt x="5327" y="57125"/>
                    <a:pt x="5227" y="57374"/>
                  </a:cubicBezTo>
                  <a:cubicBezTo>
                    <a:pt x="5202" y="57474"/>
                    <a:pt x="5178" y="57523"/>
                    <a:pt x="5153" y="57623"/>
                  </a:cubicBezTo>
                  <a:cubicBezTo>
                    <a:pt x="5028" y="57971"/>
                    <a:pt x="4854" y="58320"/>
                    <a:pt x="4705" y="58693"/>
                  </a:cubicBezTo>
                  <a:cubicBezTo>
                    <a:pt x="4705" y="58716"/>
                    <a:pt x="4685" y="58718"/>
                    <a:pt x="4680" y="58736"/>
                  </a:cubicBezTo>
                  <a:lnTo>
                    <a:pt x="4680" y="58736"/>
                  </a:lnTo>
                  <a:cubicBezTo>
                    <a:pt x="4731" y="58266"/>
                    <a:pt x="4905" y="57870"/>
                    <a:pt x="5078" y="57474"/>
                  </a:cubicBezTo>
                  <a:cubicBezTo>
                    <a:pt x="5277" y="56976"/>
                    <a:pt x="5476" y="56478"/>
                    <a:pt x="5675" y="56030"/>
                  </a:cubicBezTo>
                  <a:cubicBezTo>
                    <a:pt x="5725" y="55881"/>
                    <a:pt x="5800" y="55731"/>
                    <a:pt x="5899" y="55582"/>
                  </a:cubicBezTo>
                  <a:cubicBezTo>
                    <a:pt x="5949" y="55408"/>
                    <a:pt x="6049" y="55233"/>
                    <a:pt x="6148" y="55034"/>
                  </a:cubicBezTo>
                  <a:cubicBezTo>
                    <a:pt x="6173" y="54960"/>
                    <a:pt x="6198" y="54885"/>
                    <a:pt x="6273" y="54835"/>
                  </a:cubicBezTo>
                  <a:close/>
                  <a:moveTo>
                    <a:pt x="5028" y="58444"/>
                  </a:moveTo>
                  <a:cubicBezTo>
                    <a:pt x="4978" y="58494"/>
                    <a:pt x="4953" y="58594"/>
                    <a:pt x="4953" y="58643"/>
                  </a:cubicBezTo>
                  <a:cubicBezTo>
                    <a:pt x="4854" y="58718"/>
                    <a:pt x="4829" y="58768"/>
                    <a:pt x="4804" y="58843"/>
                  </a:cubicBezTo>
                  <a:cubicBezTo>
                    <a:pt x="4829" y="58768"/>
                    <a:pt x="4854" y="58693"/>
                    <a:pt x="4904" y="58619"/>
                  </a:cubicBezTo>
                  <a:cubicBezTo>
                    <a:pt x="4929" y="58569"/>
                    <a:pt x="4978" y="58494"/>
                    <a:pt x="5028" y="58444"/>
                  </a:cubicBezTo>
                  <a:close/>
                  <a:moveTo>
                    <a:pt x="38507" y="46795"/>
                  </a:moveTo>
                  <a:cubicBezTo>
                    <a:pt x="41021" y="48861"/>
                    <a:pt x="43435" y="51002"/>
                    <a:pt x="45601" y="53143"/>
                  </a:cubicBezTo>
                  <a:cubicBezTo>
                    <a:pt x="43858" y="55034"/>
                    <a:pt x="42166" y="56976"/>
                    <a:pt x="40622" y="58942"/>
                  </a:cubicBezTo>
                  <a:cubicBezTo>
                    <a:pt x="38407" y="57523"/>
                    <a:pt x="36092" y="55881"/>
                    <a:pt x="33802" y="54113"/>
                  </a:cubicBezTo>
                  <a:cubicBezTo>
                    <a:pt x="35022" y="51674"/>
                    <a:pt x="36590" y="49185"/>
                    <a:pt x="38507" y="46795"/>
                  </a:cubicBezTo>
                  <a:close/>
                  <a:moveTo>
                    <a:pt x="45675" y="53292"/>
                  </a:moveTo>
                  <a:lnTo>
                    <a:pt x="45725" y="53342"/>
                  </a:lnTo>
                  <a:cubicBezTo>
                    <a:pt x="44033" y="55208"/>
                    <a:pt x="42390" y="57125"/>
                    <a:pt x="40797" y="59091"/>
                  </a:cubicBezTo>
                  <a:cubicBezTo>
                    <a:pt x="40772" y="59091"/>
                    <a:pt x="40772" y="59067"/>
                    <a:pt x="40747" y="59067"/>
                  </a:cubicBezTo>
                  <a:cubicBezTo>
                    <a:pt x="42290" y="57100"/>
                    <a:pt x="43933" y="55159"/>
                    <a:pt x="45675" y="53292"/>
                  </a:cubicBezTo>
                  <a:close/>
                  <a:moveTo>
                    <a:pt x="33728" y="54337"/>
                  </a:moveTo>
                  <a:cubicBezTo>
                    <a:pt x="36018" y="56105"/>
                    <a:pt x="38308" y="57722"/>
                    <a:pt x="40523" y="59116"/>
                  </a:cubicBezTo>
                  <a:cubicBezTo>
                    <a:pt x="40448" y="59116"/>
                    <a:pt x="40448" y="59116"/>
                    <a:pt x="40448" y="59141"/>
                  </a:cubicBezTo>
                  <a:cubicBezTo>
                    <a:pt x="38283" y="57747"/>
                    <a:pt x="35968" y="56129"/>
                    <a:pt x="33703" y="54387"/>
                  </a:cubicBezTo>
                  <a:cubicBezTo>
                    <a:pt x="33703" y="54362"/>
                    <a:pt x="33728" y="54362"/>
                    <a:pt x="33728" y="54337"/>
                  </a:cubicBezTo>
                  <a:close/>
                  <a:moveTo>
                    <a:pt x="55731" y="45526"/>
                  </a:moveTo>
                  <a:cubicBezTo>
                    <a:pt x="55806" y="45576"/>
                    <a:pt x="55856" y="45675"/>
                    <a:pt x="55955" y="45725"/>
                  </a:cubicBezTo>
                  <a:lnTo>
                    <a:pt x="56379" y="46173"/>
                  </a:lnTo>
                  <a:lnTo>
                    <a:pt x="56677" y="46447"/>
                  </a:lnTo>
                  <a:lnTo>
                    <a:pt x="57075" y="46870"/>
                  </a:lnTo>
                  <a:cubicBezTo>
                    <a:pt x="57175" y="46945"/>
                    <a:pt x="57250" y="47019"/>
                    <a:pt x="57349" y="47119"/>
                  </a:cubicBezTo>
                  <a:cubicBezTo>
                    <a:pt x="57474" y="47243"/>
                    <a:pt x="57623" y="47368"/>
                    <a:pt x="57748" y="47492"/>
                  </a:cubicBezTo>
                  <a:cubicBezTo>
                    <a:pt x="57822" y="47542"/>
                    <a:pt x="57922" y="47617"/>
                    <a:pt x="57972" y="47667"/>
                  </a:cubicBezTo>
                  <a:cubicBezTo>
                    <a:pt x="58121" y="47791"/>
                    <a:pt x="58295" y="47940"/>
                    <a:pt x="58420" y="48065"/>
                  </a:cubicBezTo>
                  <a:cubicBezTo>
                    <a:pt x="58469" y="48115"/>
                    <a:pt x="58494" y="48164"/>
                    <a:pt x="58569" y="48189"/>
                  </a:cubicBezTo>
                  <a:cubicBezTo>
                    <a:pt x="58743" y="48363"/>
                    <a:pt x="58917" y="48513"/>
                    <a:pt x="59092" y="48637"/>
                  </a:cubicBezTo>
                  <a:cubicBezTo>
                    <a:pt x="59117" y="48637"/>
                    <a:pt x="59117" y="48662"/>
                    <a:pt x="59166" y="48662"/>
                  </a:cubicBezTo>
                  <a:cubicBezTo>
                    <a:pt x="59789" y="49160"/>
                    <a:pt x="60361" y="49633"/>
                    <a:pt x="60934" y="50006"/>
                  </a:cubicBezTo>
                  <a:cubicBezTo>
                    <a:pt x="60734" y="50156"/>
                    <a:pt x="60585" y="50305"/>
                    <a:pt x="60411" y="50429"/>
                  </a:cubicBezTo>
                  <a:cubicBezTo>
                    <a:pt x="60286" y="50529"/>
                    <a:pt x="60162" y="50653"/>
                    <a:pt x="60038" y="50753"/>
                  </a:cubicBezTo>
                  <a:cubicBezTo>
                    <a:pt x="59963" y="50803"/>
                    <a:pt x="59913" y="50853"/>
                    <a:pt x="59863" y="50902"/>
                  </a:cubicBezTo>
                  <a:cubicBezTo>
                    <a:pt x="59465" y="51251"/>
                    <a:pt x="59092" y="51599"/>
                    <a:pt x="58693" y="51923"/>
                  </a:cubicBezTo>
                  <a:cubicBezTo>
                    <a:pt x="58569" y="52022"/>
                    <a:pt x="58469" y="52122"/>
                    <a:pt x="58345" y="52246"/>
                  </a:cubicBezTo>
                  <a:cubicBezTo>
                    <a:pt x="58320" y="52271"/>
                    <a:pt x="58295" y="52271"/>
                    <a:pt x="58295" y="52296"/>
                  </a:cubicBezTo>
                  <a:lnTo>
                    <a:pt x="58245" y="52346"/>
                  </a:lnTo>
                  <a:cubicBezTo>
                    <a:pt x="57772" y="52769"/>
                    <a:pt x="57324" y="53167"/>
                    <a:pt x="56851" y="53615"/>
                  </a:cubicBezTo>
                  <a:cubicBezTo>
                    <a:pt x="56802" y="53665"/>
                    <a:pt x="56727" y="53740"/>
                    <a:pt x="56677" y="53765"/>
                  </a:cubicBezTo>
                  <a:cubicBezTo>
                    <a:pt x="56130" y="54263"/>
                    <a:pt x="55607" y="54760"/>
                    <a:pt x="55084" y="55283"/>
                  </a:cubicBezTo>
                  <a:lnTo>
                    <a:pt x="54935" y="55457"/>
                  </a:lnTo>
                  <a:lnTo>
                    <a:pt x="54835" y="55532"/>
                  </a:lnTo>
                  <a:lnTo>
                    <a:pt x="54810" y="55582"/>
                  </a:lnTo>
                  <a:lnTo>
                    <a:pt x="53516" y="56851"/>
                  </a:lnTo>
                  <a:cubicBezTo>
                    <a:pt x="53392" y="56976"/>
                    <a:pt x="53267" y="57100"/>
                    <a:pt x="53143" y="57250"/>
                  </a:cubicBezTo>
                  <a:cubicBezTo>
                    <a:pt x="52769" y="57648"/>
                    <a:pt x="52396" y="58071"/>
                    <a:pt x="52023" y="58444"/>
                  </a:cubicBezTo>
                  <a:cubicBezTo>
                    <a:pt x="51973" y="58494"/>
                    <a:pt x="51948" y="58569"/>
                    <a:pt x="51873" y="58619"/>
                  </a:cubicBezTo>
                  <a:cubicBezTo>
                    <a:pt x="51823" y="58693"/>
                    <a:pt x="51749" y="58743"/>
                    <a:pt x="51724" y="58818"/>
                  </a:cubicBezTo>
                  <a:cubicBezTo>
                    <a:pt x="51599" y="58942"/>
                    <a:pt x="51475" y="59067"/>
                    <a:pt x="51351" y="59216"/>
                  </a:cubicBezTo>
                  <a:cubicBezTo>
                    <a:pt x="50355" y="57722"/>
                    <a:pt x="48886" y="55905"/>
                    <a:pt x="46970" y="53889"/>
                  </a:cubicBezTo>
                  <a:cubicBezTo>
                    <a:pt x="47343" y="53416"/>
                    <a:pt x="47716" y="52968"/>
                    <a:pt x="48115" y="52520"/>
                  </a:cubicBezTo>
                  <a:lnTo>
                    <a:pt x="48140" y="52495"/>
                  </a:lnTo>
                  <a:cubicBezTo>
                    <a:pt x="48513" y="52097"/>
                    <a:pt x="48886" y="51649"/>
                    <a:pt x="49260" y="51251"/>
                  </a:cubicBezTo>
                  <a:lnTo>
                    <a:pt x="49285" y="51226"/>
                  </a:lnTo>
                  <a:cubicBezTo>
                    <a:pt x="49384" y="51126"/>
                    <a:pt x="49484" y="51002"/>
                    <a:pt x="49583" y="50902"/>
                  </a:cubicBezTo>
                  <a:cubicBezTo>
                    <a:pt x="49882" y="50604"/>
                    <a:pt x="50156" y="50280"/>
                    <a:pt x="50479" y="49981"/>
                  </a:cubicBezTo>
                  <a:cubicBezTo>
                    <a:pt x="50629" y="49807"/>
                    <a:pt x="50828" y="49633"/>
                    <a:pt x="51002" y="49484"/>
                  </a:cubicBezTo>
                  <a:cubicBezTo>
                    <a:pt x="51251" y="49235"/>
                    <a:pt x="51500" y="49011"/>
                    <a:pt x="51774" y="48762"/>
                  </a:cubicBezTo>
                  <a:lnTo>
                    <a:pt x="52819" y="47816"/>
                  </a:lnTo>
                  <a:cubicBezTo>
                    <a:pt x="52869" y="47766"/>
                    <a:pt x="52944" y="47741"/>
                    <a:pt x="52993" y="47667"/>
                  </a:cubicBezTo>
                  <a:cubicBezTo>
                    <a:pt x="53018" y="47642"/>
                    <a:pt x="53093" y="47617"/>
                    <a:pt x="53118" y="47567"/>
                  </a:cubicBezTo>
                  <a:cubicBezTo>
                    <a:pt x="53242" y="47492"/>
                    <a:pt x="53367" y="47393"/>
                    <a:pt x="53466" y="47293"/>
                  </a:cubicBezTo>
                  <a:lnTo>
                    <a:pt x="53516" y="47243"/>
                  </a:lnTo>
                  <a:cubicBezTo>
                    <a:pt x="53641" y="47144"/>
                    <a:pt x="53765" y="47019"/>
                    <a:pt x="53939" y="46920"/>
                  </a:cubicBezTo>
                  <a:lnTo>
                    <a:pt x="54313" y="46646"/>
                  </a:lnTo>
                  <a:cubicBezTo>
                    <a:pt x="54337" y="46621"/>
                    <a:pt x="54362" y="46571"/>
                    <a:pt x="54387" y="46571"/>
                  </a:cubicBezTo>
                  <a:cubicBezTo>
                    <a:pt x="54561" y="46447"/>
                    <a:pt x="54736" y="46322"/>
                    <a:pt x="54885" y="46173"/>
                  </a:cubicBezTo>
                  <a:lnTo>
                    <a:pt x="55258" y="45899"/>
                  </a:lnTo>
                  <a:cubicBezTo>
                    <a:pt x="55383" y="45775"/>
                    <a:pt x="55557" y="45650"/>
                    <a:pt x="55731" y="45526"/>
                  </a:cubicBezTo>
                  <a:close/>
                  <a:moveTo>
                    <a:pt x="40647" y="59191"/>
                  </a:moveTo>
                  <a:cubicBezTo>
                    <a:pt x="40672" y="59191"/>
                    <a:pt x="40672" y="59216"/>
                    <a:pt x="40697" y="59216"/>
                  </a:cubicBezTo>
                  <a:cubicBezTo>
                    <a:pt x="40697" y="59241"/>
                    <a:pt x="40672" y="59241"/>
                    <a:pt x="40672" y="59266"/>
                  </a:cubicBezTo>
                  <a:cubicBezTo>
                    <a:pt x="40647" y="59266"/>
                    <a:pt x="40622" y="59241"/>
                    <a:pt x="40622" y="59241"/>
                  </a:cubicBezTo>
                  <a:cubicBezTo>
                    <a:pt x="40622" y="59216"/>
                    <a:pt x="40647" y="59216"/>
                    <a:pt x="40647" y="59191"/>
                  </a:cubicBezTo>
                  <a:close/>
                  <a:moveTo>
                    <a:pt x="84082" y="49185"/>
                  </a:moveTo>
                  <a:cubicBezTo>
                    <a:pt x="84132" y="49235"/>
                    <a:pt x="84182" y="49235"/>
                    <a:pt x="84232" y="49260"/>
                  </a:cubicBezTo>
                  <a:cubicBezTo>
                    <a:pt x="84306" y="49284"/>
                    <a:pt x="84331" y="49284"/>
                    <a:pt x="84381" y="49309"/>
                  </a:cubicBezTo>
                  <a:cubicBezTo>
                    <a:pt x="84431" y="49309"/>
                    <a:pt x="84456" y="49334"/>
                    <a:pt x="84481" y="49334"/>
                  </a:cubicBezTo>
                  <a:cubicBezTo>
                    <a:pt x="84705" y="49434"/>
                    <a:pt x="84929" y="49533"/>
                    <a:pt x="85178" y="49633"/>
                  </a:cubicBezTo>
                  <a:cubicBezTo>
                    <a:pt x="85227" y="49658"/>
                    <a:pt x="85252" y="49658"/>
                    <a:pt x="85327" y="49683"/>
                  </a:cubicBezTo>
                  <a:cubicBezTo>
                    <a:pt x="85601" y="49782"/>
                    <a:pt x="85850" y="49882"/>
                    <a:pt x="86123" y="49956"/>
                  </a:cubicBezTo>
                  <a:cubicBezTo>
                    <a:pt x="86173" y="49956"/>
                    <a:pt x="86198" y="50006"/>
                    <a:pt x="86248" y="50006"/>
                  </a:cubicBezTo>
                  <a:lnTo>
                    <a:pt x="86298" y="50006"/>
                  </a:lnTo>
                  <a:cubicBezTo>
                    <a:pt x="86497" y="50056"/>
                    <a:pt x="86721" y="50156"/>
                    <a:pt x="86970" y="50205"/>
                  </a:cubicBezTo>
                  <a:cubicBezTo>
                    <a:pt x="87617" y="52844"/>
                    <a:pt x="87244" y="56005"/>
                    <a:pt x="86074" y="59340"/>
                  </a:cubicBezTo>
                  <a:cubicBezTo>
                    <a:pt x="83809" y="58245"/>
                    <a:pt x="81693" y="56901"/>
                    <a:pt x="79826" y="55383"/>
                  </a:cubicBezTo>
                  <a:cubicBezTo>
                    <a:pt x="81344" y="53342"/>
                    <a:pt x="82763" y="51276"/>
                    <a:pt x="84082" y="49185"/>
                  </a:cubicBezTo>
                  <a:close/>
                  <a:moveTo>
                    <a:pt x="46771" y="54014"/>
                  </a:moveTo>
                  <a:cubicBezTo>
                    <a:pt x="48737" y="56030"/>
                    <a:pt x="50206" y="57847"/>
                    <a:pt x="51151" y="59315"/>
                  </a:cubicBezTo>
                  <a:lnTo>
                    <a:pt x="51102" y="59365"/>
                  </a:lnTo>
                  <a:cubicBezTo>
                    <a:pt x="50156" y="57872"/>
                    <a:pt x="48712" y="56080"/>
                    <a:pt x="46746" y="54088"/>
                  </a:cubicBezTo>
                  <a:cubicBezTo>
                    <a:pt x="46746" y="54039"/>
                    <a:pt x="46771" y="54039"/>
                    <a:pt x="46771" y="54014"/>
                  </a:cubicBezTo>
                  <a:close/>
                  <a:moveTo>
                    <a:pt x="60983" y="50156"/>
                  </a:moveTo>
                  <a:cubicBezTo>
                    <a:pt x="60983" y="50156"/>
                    <a:pt x="61033" y="50156"/>
                    <a:pt x="61033" y="50180"/>
                  </a:cubicBezTo>
                  <a:lnTo>
                    <a:pt x="61058" y="50180"/>
                  </a:lnTo>
                  <a:cubicBezTo>
                    <a:pt x="60934" y="50305"/>
                    <a:pt x="60784" y="50479"/>
                    <a:pt x="60585" y="50604"/>
                  </a:cubicBezTo>
                  <a:cubicBezTo>
                    <a:pt x="60486" y="50653"/>
                    <a:pt x="60436" y="50728"/>
                    <a:pt x="60386" y="50753"/>
                  </a:cubicBezTo>
                  <a:cubicBezTo>
                    <a:pt x="60262" y="50877"/>
                    <a:pt x="60137" y="50977"/>
                    <a:pt x="59988" y="51101"/>
                  </a:cubicBezTo>
                  <a:cubicBezTo>
                    <a:pt x="59589" y="51425"/>
                    <a:pt x="59216" y="51749"/>
                    <a:pt x="58843" y="52097"/>
                  </a:cubicBezTo>
                  <a:lnTo>
                    <a:pt x="58768" y="52147"/>
                  </a:lnTo>
                  <a:lnTo>
                    <a:pt x="58743" y="52147"/>
                  </a:lnTo>
                  <a:cubicBezTo>
                    <a:pt x="58693" y="52197"/>
                    <a:pt x="58619" y="52246"/>
                    <a:pt x="58594" y="52296"/>
                  </a:cubicBezTo>
                  <a:cubicBezTo>
                    <a:pt x="58519" y="52371"/>
                    <a:pt x="58445" y="52421"/>
                    <a:pt x="58370" y="52495"/>
                  </a:cubicBezTo>
                  <a:cubicBezTo>
                    <a:pt x="57847" y="52943"/>
                    <a:pt x="57349" y="53416"/>
                    <a:pt x="56851" y="53889"/>
                  </a:cubicBezTo>
                  <a:lnTo>
                    <a:pt x="56777" y="53939"/>
                  </a:lnTo>
                  <a:cubicBezTo>
                    <a:pt x="56254" y="54437"/>
                    <a:pt x="55756" y="54935"/>
                    <a:pt x="55234" y="55432"/>
                  </a:cubicBezTo>
                  <a:lnTo>
                    <a:pt x="54835" y="55856"/>
                  </a:lnTo>
                  <a:lnTo>
                    <a:pt x="54786" y="55881"/>
                  </a:lnTo>
                  <a:lnTo>
                    <a:pt x="54761" y="55905"/>
                  </a:lnTo>
                  <a:lnTo>
                    <a:pt x="53740" y="56951"/>
                  </a:lnTo>
                  <a:cubicBezTo>
                    <a:pt x="53541" y="57125"/>
                    <a:pt x="53392" y="57274"/>
                    <a:pt x="53242" y="57474"/>
                  </a:cubicBezTo>
                  <a:lnTo>
                    <a:pt x="53217" y="57498"/>
                  </a:lnTo>
                  <a:cubicBezTo>
                    <a:pt x="52894" y="57797"/>
                    <a:pt x="52595" y="58146"/>
                    <a:pt x="52272" y="58494"/>
                  </a:cubicBezTo>
                  <a:cubicBezTo>
                    <a:pt x="52147" y="58643"/>
                    <a:pt x="52023" y="58768"/>
                    <a:pt x="51873" y="58917"/>
                  </a:cubicBezTo>
                  <a:cubicBezTo>
                    <a:pt x="51848" y="58967"/>
                    <a:pt x="51799" y="58992"/>
                    <a:pt x="51799" y="59017"/>
                  </a:cubicBezTo>
                  <a:lnTo>
                    <a:pt x="51774" y="59042"/>
                  </a:lnTo>
                  <a:lnTo>
                    <a:pt x="51749" y="59091"/>
                  </a:lnTo>
                  <a:cubicBezTo>
                    <a:pt x="51649" y="59216"/>
                    <a:pt x="51525" y="59291"/>
                    <a:pt x="51425" y="59415"/>
                  </a:cubicBezTo>
                  <a:cubicBezTo>
                    <a:pt x="51425" y="59415"/>
                    <a:pt x="51425" y="59390"/>
                    <a:pt x="51400" y="59390"/>
                  </a:cubicBezTo>
                  <a:lnTo>
                    <a:pt x="51400" y="59365"/>
                  </a:lnTo>
                  <a:cubicBezTo>
                    <a:pt x="52097" y="58619"/>
                    <a:pt x="52769" y="57872"/>
                    <a:pt x="53466" y="57150"/>
                  </a:cubicBezTo>
                  <a:lnTo>
                    <a:pt x="53491" y="57125"/>
                  </a:lnTo>
                  <a:lnTo>
                    <a:pt x="53516" y="57100"/>
                  </a:lnTo>
                  <a:cubicBezTo>
                    <a:pt x="54238" y="56353"/>
                    <a:pt x="54985" y="55607"/>
                    <a:pt x="55731" y="54885"/>
                  </a:cubicBezTo>
                  <a:lnTo>
                    <a:pt x="56005" y="54611"/>
                  </a:lnTo>
                  <a:cubicBezTo>
                    <a:pt x="56752" y="53889"/>
                    <a:pt x="57524" y="53167"/>
                    <a:pt x="58320" y="52446"/>
                  </a:cubicBezTo>
                  <a:lnTo>
                    <a:pt x="58494" y="52271"/>
                  </a:lnTo>
                  <a:cubicBezTo>
                    <a:pt x="58967" y="51873"/>
                    <a:pt x="59440" y="51475"/>
                    <a:pt x="59938" y="51052"/>
                  </a:cubicBezTo>
                  <a:cubicBezTo>
                    <a:pt x="60062" y="50927"/>
                    <a:pt x="60212" y="50853"/>
                    <a:pt x="60336" y="50728"/>
                  </a:cubicBezTo>
                  <a:lnTo>
                    <a:pt x="60983" y="50156"/>
                  </a:lnTo>
                  <a:close/>
                  <a:moveTo>
                    <a:pt x="87169" y="50280"/>
                  </a:moveTo>
                  <a:cubicBezTo>
                    <a:pt x="87194" y="50280"/>
                    <a:pt x="87194" y="50280"/>
                    <a:pt x="87219" y="50305"/>
                  </a:cubicBezTo>
                  <a:cubicBezTo>
                    <a:pt x="87841" y="52919"/>
                    <a:pt x="87468" y="56105"/>
                    <a:pt x="86298" y="59465"/>
                  </a:cubicBezTo>
                  <a:cubicBezTo>
                    <a:pt x="86248" y="59465"/>
                    <a:pt x="86248" y="59440"/>
                    <a:pt x="86223" y="59440"/>
                  </a:cubicBezTo>
                  <a:cubicBezTo>
                    <a:pt x="87418" y="56080"/>
                    <a:pt x="87791" y="52919"/>
                    <a:pt x="87169" y="50280"/>
                  </a:cubicBezTo>
                  <a:close/>
                  <a:moveTo>
                    <a:pt x="79702" y="55532"/>
                  </a:moveTo>
                  <a:cubicBezTo>
                    <a:pt x="81593" y="57075"/>
                    <a:pt x="83709" y="58395"/>
                    <a:pt x="85999" y="59515"/>
                  </a:cubicBezTo>
                  <a:cubicBezTo>
                    <a:pt x="85999" y="59564"/>
                    <a:pt x="85999" y="59564"/>
                    <a:pt x="85974" y="59589"/>
                  </a:cubicBezTo>
                  <a:cubicBezTo>
                    <a:pt x="83684" y="58469"/>
                    <a:pt x="81519" y="57125"/>
                    <a:pt x="79627" y="55607"/>
                  </a:cubicBezTo>
                  <a:lnTo>
                    <a:pt x="79702" y="55532"/>
                  </a:lnTo>
                  <a:close/>
                  <a:moveTo>
                    <a:pt x="51326" y="59490"/>
                  </a:moveTo>
                  <a:lnTo>
                    <a:pt x="51326" y="59515"/>
                  </a:lnTo>
                  <a:cubicBezTo>
                    <a:pt x="51326" y="59515"/>
                    <a:pt x="51326" y="59564"/>
                    <a:pt x="51351" y="59564"/>
                  </a:cubicBezTo>
                  <a:lnTo>
                    <a:pt x="51276" y="59614"/>
                  </a:lnTo>
                  <a:cubicBezTo>
                    <a:pt x="51276" y="59589"/>
                    <a:pt x="51276" y="59589"/>
                    <a:pt x="51251" y="59564"/>
                  </a:cubicBezTo>
                  <a:lnTo>
                    <a:pt x="51326" y="59490"/>
                  </a:lnTo>
                  <a:close/>
                  <a:moveTo>
                    <a:pt x="4232" y="59614"/>
                  </a:moveTo>
                  <a:lnTo>
                    <a:pt x="4232" y="59614"/>
                  </a:lnTo>
                  <a:cubicBezTo>
                    <a:pt x="4223" y="59637"/>
                    <a:pt x="4214" y="59660"/>
                    <a:pt x="4205" y="59684"/>
                  </a:cubicBezTo>
                  <a:lnTo>
                    <a:pt x="4205" y="59684"/>
                  </a:lnTo>
                  <a:cubicBezTo>
                    <a:pt x="4212" y="59656"/>
                    <a:pt x="4218" y="59628"/>
                    <a:pt x="4232" y="59614"/>
                  </a:cubicBezTo>
                  <a:close/>
                  <a:moveTo>
                    <a:pt x="86173" y="59589"/>
                  </a:moveTo>
                  <a:cubicBezTo>
                    <a:pt x="86198" y="59614"/>
                    <a:pt x="86198" y="59614"/>
                    <a:pt x="86223" y="59614"/>
                  </a:cubicBezTo>
                  <a:cubicBezTo>
                    <a:pt x="86223" y="59639"/>
                    <a:pt x="86198" y="59639"/>
                    <a:pt x="86198" y="59689"/>
                  </a:cubicBezTo>
                  <a:cubicBezTo>
                    <a:pt x="86173" y="59689"/>
                    <a:pt x="86173" y="59639"/>
                    <a:pt x="86123" y="59639"/>
                  </a:cubicBezTo>
                  <a:cubicBezTo>
                    <a:pt x="86123" y="59614"/>
                    <a:pt x="86173" y="59614"/>
                    <a:pt x="86173" y="59589"/>
                  </a:cubicBezTo>
                  <a:close/>
                  <a:moveTo>
                    <a:pt x="61282" y="50280"/>
                  </a:moveTo>
                  <a:cubicBezTo>
                    <a:pt x="61332" y="50355"/>
                    <a:pt x="61431" y="50380"/>
                    <a:pt x="61481" y="50405"/>
                  </a:cubicBezTo>
                  <a:cubicBezTo>
                    <a:pt x="57748" y="53118"/>
                    <a:pt x="54387" y="56353"/>
                    <a:pt x="51649" y="59739"/>
                  </a:cubicBezTo>
                  <a:cubicBezTo>
                    <a:pt x="51624" y="59689"/>
                    <a:pt x="51599" y="59614"/>
                    <a:pt x="51525" y="59564"/>
                  </a:cubicBezTo>
                  <a:cubicBezTo>
                    <a:pt x="51624" y="59465"/>
                    <a:pt x="51699" y="59365"/>
                    <a:pt x="51774" y="59266"/>
                  </a:cubicBezTo>
                  <a:cubicBezTo>
                    <a:pt x="52023" y="59017"/>
                    <a:pt x="52247" y="58743"/>
                    <a:pt x="52496" y="58494"/>
                  </a:cubicBezTo>
                  <a:cubicBezTo>
                    <a:pt x="52620" y="58370"/>
                    <a:pt x="52720" y="58245"/>
                    <a:pt x="52844" y="58146"/>
                  </a:cubicBezTo>
                  <a:cubicBezTo>
                    <a:pt x="52968" y="58021"/>
                    <a:pt x="53093" y="57872"/>
                    <a:pt x="53217" y="57747"/>
                  </a:cubicBezTo>
                  <a:cubicBezTo>
                    <a:pt x="53242" y="57722"/>
                    <a:pt x="53267" y="57698"/>
                    <a:pt x="53317" y="57623"/>
                  </a:cubicBezTo>
                  <a:cubicBezTo>
                    <a:pt x="53491" y="57399"/>
                    <a:pt x="53715" y="57200"/>
                    <a:pt x="53939" y="57001"/>
                  </a:cubicBezTo>
                  <a:lnTo>
                    <a:pt x="54761" y="56154"/>
                  </a:lnTo>
                  <a:lnTo>
                    <a:pt x="54885" y="56030"/>
                  </a:lnTo>
                  <a:cubicBezTo>
                    <a:pt x="55059" y="55881"/>
                    <a:pt x="55209" y="55706"/>
                    <a:pt x="55383" y="55532"/>
                  </a:cubicBezTo>
                  <a:cubicBezTo>
                    <a:pt x="55881" y="55034"/>
                    <a:pt x="56379" y="54586"/>
                    <a:pt x="56876" y="54113"/>
                  </a:cubicBezTo>
                  <a:cubicBezTo>
                    <a:pt x="56976" y="54039"/>
                    <a:pt x="57051" y="53964"/>
                    <a:pt x="57125" y="53889"/>
                  </a:cubicBezTo>
                  <a:lnTo>
                    <a:pt x="57175" y="53864"/>
                  </a:lnTo>
                  <a:lnTo>
                    <a:pt x="58469" y="52645"/>
                  </a:lnTo>
                  <a:cubicBezTo>
                    <a:pt x="58619" y="52520"/>
                    <a:pt x="58793" y="52371"/>
                    <a:pt x="58942" y="52246"/>
                  </a:cubicBezTo>
                  <a:cubicBezTo>
                    <a:pt x="59341" y="51898"/>
                    <a:pt x="59714" y="51550"/>
                    <a:pt x="60112" y="51226"/>
                  </a:cubicBezTo>
                  <a:cubicBezTo>
                    <a:pt x="60311" y="51052"/>
                    <a:pt x="60461" y="50927"/>
                    <a:pt x="60660" y="50778"/>
                  </a:cubicBezTo>
                  <a:cubicBezTo>
                    <a:pt x="60859" y="50629"/>
                    <a:pt x="61083" y="50479"/>
                    <a:pt x="61282" y="50280"/>
                  </a:cubicBezTo>
                  <a:close/>
                  <a:moveTo>
                    <a:pt x="4185" y="59735"/>
                  </a:moveTo>
                  <a:cubicBezTo>
                    <a:pt x="4162" y="59797"/>
                    <a:pt x="4138" y="59858"/>
                    <a:pt x="4114" y="59920"/>
                  </a:cubicBezTo>
                  <a:lnTo>
                    <a:pt x="4114" y="59920"/>
                  </a:lnTo>
                  <a:cubicBezTo>
                    <a:pt x="4136" y="59859"/>
                    <a:pt x="4159" y="59799"/>
                    <a:pt x="4182" y="59739"/>
                  </a:cubicBezTo>
                  <a:cubicBezTo>
                    <a:pt x="4183" y="59737"/>
                    <a:pt x="4184" y="59736"/>
                    <a:pt x="4185" y="59735"/>
                  </a:cubicBezTo>
                  <a:close/>
                  <a:moveTo>
                    <a:pt x="51450" y="59714"/>
                  </a:moveTo>
                  <a:cubicBezTo>
                    <a:pt x="51475" y="59764"/>
                    <a:pt x="51525" y="59838"/>
                    <a:pt x="51575" y="59888"/>
                  </a:cubicBezTo>
                  <a:lnTo>
                    <a:pt x="51500" y="59963"/>
                  </a:lnTo>
                  <a:cubicBezTo>
                    <a:pt x="51475" y="59888"/>
                    <a:pt x="51450" y="59838"/>
                    <a:pt x="51375" y="59764"/>
                  </a:cubicBezTo>
                  <a:cubicBezTo>
                    <a:pt x="51400" y="59739"/>
                    <a:pt x="51400" y="59714"/>
                    <a:pt x="51450" y="59714"/>
                  </a:cubicBezTo>
                  <a:close/>
                  <a:moveTo>
                    <a:pt x="61680" y="50529"/>
                  </a:moveTo>
                  <a:cubicBezTo>
                    <a:pt x="61705" y="50529"/>
                    <a:pt x="61705" y="50554"/>
                    <a:pt x="61730" y="50554"/>
                  </a:cubicBezTo>
                  <a:cubicBezTo>
                    <a:pt x="57947" y="53292"/>
                    <a:pt x="54561" y="56528"/>
                    <a:pt x="51823" y="59988"/>
                  </a:cubicBezTo>
                  <a:cubicBezTo>
                    <a:pt x="51823" y="59963"/>
                    <a:pt x="51774" y="59963"/>
                    <a:pt x="51774" y="59938"/>
                  </a:cubicBezTo>
                  <a:cubicBezTo>
                    <a:pt x="54561" y="56503"/>
                    <a:pt x="57922" y="53267"/>
                    <a:pt x="61680" y="50529"/>
                  </a:cubicBezTo>
                  <a:close/>
                  <a:moveTo>
                    <a:pt x="45899" y="53466"/>
                  </a:moveTo>
                  <a:lnTo>
                    <a:pt x="46347" y="53889"/>
                  </a:lnTo>
                  <a:cubicBezTo>
                    <a:pt x="44754" y="55881"/>
                    <a:pt x="43410" y="57971"/>
                    <a:pt x="42315" y="60012"/>
                  </a:cubicBezTo>
                  <a:cubicBezTo>
                    <a:pt x="41892" y="59739"/>
                    <a:pt x="41419" y="59490"/>
                    <a:pt x="40946" y="59191"/>
                  </a:cubicBezTo>
                  <a:cubicBezTo>
                    <a:pt x="42514" y="57250"/>
                    <a:pt x="44157" y="55333"/>
                    <a:pt x="45899" y="53466"/>
                  </a:cubicBezTo>
                  <a:close/>
                  <a:moveTo>
                    <a:pt x="114698" y="52595"/>
                  </a:moveTo>
                  <a:cubicBezTo>
                    <a:pt x="114723" y="52894"/>
                    <a:pt x="114748" y="53217"/>
                    <a:pt x="114748" y="53541"/>
                  </a:cubicBezTo>
                  <a:cubicBezTo>
                    <a:pt x="114350" y="55084"/>
                    <a:pt x="113877" y="56602"/>
                    <a:pt x="113305" y="58195"/>
                  </a:cubicBezTo>
                  <a:cubicBezTo>
                    <a:pt x="112757" y="58892"/>
                    <a:pt x="112110" y="59564"/>
                    <a:pt x="111363" y="60112"/>
                  </a:cubicBezTo>
                  <a:cubicBezTo>
                    <a:pt x="112632" y="57598"/>
                    <a:pt x="113753" y="55084"/>
                    <a:pt x="114698" y="52595"/>
                  </a:cubicBezTo>
                  <a:close/>
                  <a:moveTo>
                    <a:pt x="46397" y="53939"/>
                  </a:moveTo>
                  <a:lnTo>
                    <a:pt x="46422" y="53989"/>
                  </a:lnTo>
                  <a:cubicBezTo>
                    <a:pt x="46497" y="54088"/>
                    <a:pt x="46497" y="54113"/>
                    <a:pt x="46472" y="54113"/>
                  </a:cubicBezTo>
                  <a:cubicBezTo>
                    <a:pt x="46123" y="54536"/>
                    <a:pt x="45800" y="54984"/>
                    <a:pt x="45476" y="55408"/>
                  </a:cubicBezTo>
                  <a:cubicBezTo>
                    <a:pt x="45377" y="55557"/>
                    <a:pt x="45252" y="55706"/>
                    <a:pt x="45153" y="55856"/>
                  </a:cubicBezTo>
                  <a:cubicBezTo>
                    <a:pt x="44929" y="56154"/>
                    <a:pt x="44680" y="56503"/>
                    <a:pt x="44481" y="56851"/>
                  </a:cubicBezTo>
                  <a:cubicBezTo>
                    <a:pt x="44381" y="57001"/>
                    <a:pt x="44281" y="57125"/>
                    <a:pt x="44182" y="57274"/>
                  </a:cubicBezTo>
                  <a:cubicBezTo>
                    <a:pt x="44132" y="57349"/>
                    <a:pt x="44107" y="57424"/>
                    <a:pt x="44033" y="57498"/>
                  </a:cubicBezTo>
                  <a:cubicBezTo>
                    <a:pt x="43809" y="57872"/>
                    <a:pt x="43560" y="58245"/>
                    <a:pt x="43385" y="58594"/>
                  </a:cubicBezTo>
                  <a:cubicBezTo>
                    <a:pt x="43062" y="59116"/>
                    <a:pt x="42788" y="59639"/>
                    <a:pt x="42514" y="60137"/>
                  </a:cubicBezTo>
                  <a:cubicBezTo>
                    <a:pt x="42514" y="60137"/>
                    <a:pt x="42489" y="60137"/>
                    <a:pt x="42489" y="60112"/>
                  </a:cubicBezTo>
                  <a:lnTo>
                    <a:pt x="42440" y="60112"/>
                  </a:lnTo>
                  <a:cubicBezTo>
                    <a:pt x="42564" y="59863"/>
                    <a:pt x="42688" y="59639"/>
                    <a:pt x="42813" y="59390"/>
                  </a:cubicBezTo>
                  <a:cubicBezTo>
                    <a:pt x="42813" y="59365"/>
                    <a:pt x="42863" y="59340"/>
                    <a:pt x="42888" y="59291"/>
                  </a:cubicBezTo>
                  <a:lnTo>
                    <a:pt x="43360" y="58469"/>
                  </a:lnTo>
                  <a:cubicBezTo>
                    <a:pt x="43360" y="58469"/>
                    <a:pt x="43360" y="58419"/>
                    <a:pt x="43385" y="58419"/>
                  </a:cubicBezTo>
                  <a:cubicBezTo>
                    <a:pt x="43560" y="58121"/>
                    <a:pt x="43759" y="57847"/>
                    <a:pt x="43933" y="57523"/>
                  </a:cubicBezTo>
                  <a:cubicBezTo>
                    <a:pt x="44132" y="57225"/>
                    <a:pt x="44306" y="56926"/>
                    <a:pt x="44505" y="56627"/>
                  </a:cubicBezTo>
                  <a:cubicBezTo>
                    <a:pt x="44530" y="56602"/>
                    <a:pt x="44555" y="56553"/>
                    <a:pt x="44555" y="56503"/>
                  </a:cubicBezTo>
                  <a:cubicBezTo>
                    <a:pt x="44754" y="56229"/>
                    <a:pt x="44929" y="55980"/>
                    <a:pt x="45128" y="55681"/>
                  </a:cubicBezTo>
                  <a:cubicBezTo>
                    <a:pt x="45352" y="55408"/>
                    <a:pt x="45526" y="55109"/>
                    <a:pt x="45750" y="54810"/>
                  </a:cubicBezTo>
                  <a:cubicBezTo>
                    <a:pt x="45800" y="54760"/>
                    <a:pt x="45850" y="54686"/>
                    <a:pt x="45899" y="54611"/>
                  </a:cubicBezTo>
                  <a:cubicBezTo>
                    <a:pt x="46049" y="54387"/>
                    <a:pt x="46248" y="54163"/>
                    <a:pt x="46397" y="53939"/>
                  </a:cubicBezTo>
                  <a:close/>
                  <a:moveTo>
                    <a:pt x="51649" y="60062"/>
                  </a:moveTo>
                  <a:cubicBezTo>
                    <a:pt x="51649" y="60087"/>
                    <a:pt x="51699" y="60112"/>
                    <a:pt x="51699" y="60112"/>
                  </a:cubicBezTo>
                  <a:lnTo>
                    <a:pt x="51624" y="60187"/>
                  </a:lnTo>
                  <a:cubicBezTo>
                    <a:pt x="51624" y="60137"/>
                    <a:pt x="51599" y="60137"/>
                    <a:pt x="51599" y="60112"/>
                  </a:cubicBezTo>
                  <a:lnTo>
                    <a:pt x="51649" y="60062"/>
                  </a:lnTo>
                  <a:close/>
                  <a:moveTo>
                    <a:pt x="40822" y="59315"/>
                  </a:moveTo>
                  <a:cubicBezTo>
                    <a:pt x="41295" y="59589"/>
                    <a:pt x="41767" y="59888"/>
                    <a:pt x="42240" y="60137"/>
                  </a:cubicBezTo>
                  <a:cubicBezTo>
                    <a:pt x="42240" y="60187"/>
                    <a:pt x="42191" y="60187"/>
                    <a:pt x="42191" y="60212"/>
                  </a:cubicBezTo>
                  <a:cubicBezTo>
                    <a:pt x="41743" y="59963"/>
                    <a:pt x="41270" y="59689"/>
                    <a:pt x="40797" y="59365"/>
                  </a:cubicBezTo>
                  <a:cubicBezTo>
                    <a:pt x="40797" y="59340"/>
                    <a:pt x="40822" y="59340"/>
                    <a:pt x="40822" y="59315"/>
                  </a:cubicBezTo>
                  <a:close/>
                  <a:moveTo>
                    <a:pt x="42440" y="60261"/>
                  </a:moveTo>
                  <a:cubicBezTo>
                    <a:pt x="42440" y="60261"/>
                    <a:pt x="42489" y="60261"/>
                    <a:pt x="42489" y="60311"/>
                  </a:cubicBezTo>
                  <a:cubicBezTo>
                    <a:pt x="42489" y="60336"/>
                    <a:pt x="42440" y="60336"/>
                    <a:pt x="42440" y="60361"/>
                  </a:cubicBezTo>
                  <a:cubicBezTo>
                    <a:pt x="42415" y="60361"/>
                    <a:pt x="42415" y="60361"/>
                    <a:pt x="42390" y="60336"/>
                  </a:cubicBezTo>
                  <a:cubicBezTo>
                    <a:pt x="42390" y="60311"/>
                    <a:pt x="42415" y="60311"/>
                    <a:pt x="42415" y="60261"/>
                  </a:cubicBezTo>
                  <a:close/>
                  <a:moveTo>
                    <a:pt x="114599" y="52097"/>
                  </a:moveTo>
                  <a:cubicBezTo>
                    <a:pt x="114599" y="52122"/>
                    <a:pt x="114624" y="52172"/>
                    <a:pt x="114624" y="52222"/>
                  </a:cubicBezTo>
                  <a:cubicBezTo>
                    <a:pt x="113628" y="54885"/>
                    <a:pt x="112433" y="57598"/>
                    <a:pt x="111064" y="60336"/>
                  </a:cubicBezTo>
                  <a:cubicBezTo>
                    <a:pt x="111015" y="60361"/>
                    <a:pt x="110990" y="60386"/>
                    <a:pt x="110965" y="60386"/>
                  </a:cubicBezTo>
                  <a:cubicBezTo>
                    <a:pt x="112359" y="57598"/>
                    <a:pt x="113603" y="54835"/>
                    <a:pt x="114599" y="52097"/>
                  </a:cubicBezTo>
                  <a:close/>
                  <a:moveTo>
                    <a:pt x="87443" y="50355"/>
                  </a:moveTo>
                  <a:lnTo>
                    <a:pt x="87443" y="50355"/>
                  </a:lnTo>
                  <a:cubicBezTo>
                    <a:pt x="87692" y="50405"/>
                    <a:pt x="87916" y="50479"/>
                    <a:pt x="88164" y="50529"/>
                  </a:cubicBezTo>
                  <a:cubicBezTo>
                    <a:pt x="88214" y="50529"/>
                    <a:pt x="88289" y="50554"/>
                    <a:pt x="88339" y="50554"/>
                  </a:cubicBezTo>
                  <a:cubicBezTo>
                    <a:pt x="88438" y="50579"/>
                    <a:pt x="88563" y="50579"/>
                    <a:pt x="88662" y="50629"/>
                  </a:cubicBezTo>
                  <a:cubicBezTo>
                    <a:pt x="88812" y="50653"/>
                    <a:pt x="88986" y="50678"/>
                    <a:pt x="89160" y="50728"/>
                  </a:cubicBezTo>
                  <a:cubicBezTo>
                    <a:pt x="89210" y="50728"/>
                    <a:pt x="89285" y="50753"/>
                    <a:pt x="89359" y="50753"/>
                  </a:cubicBezTo>
                  <a:lnTo>
                    <a:pt x="89409" y="50753"/>
                  </a:lnTo>
                  <a:cubicBezTo>
                    <a:pt x="89434" y="50753"/>
                    <a:pt x="89484" y="50753"/>
                    <a:pt x="89534" y="50778"/>
                  </a:cubicBezTo>
                  <a:lnTo>
                    <a:pt x="90181" y="50877"/>
                  </a:lnTo>
                  <a:cubicBezTo>
                    <a:pt x="90305" y="50902"/>
                    <a:pt x="90430" y="50902"/>
                    <a:pt x="90554" y="50902"/>
                  </a:cubicBezTo>
                  <a:cubicBezTo>
                    <a:pt x="90778" y="50927"/>
                    <a:pt x="91027" y="50952"/>
                    <a:pt x="91226" y="50952"/>
                  </a:cubicBezTo>
                  <a:lnTo>
                    <a:pt x="91351" y="50952"/>
                  </a:lnTo>
                  <a:cubicBezTo>
                    <a:pt x="91450" y="50952"/>
                    <a:pt x="91575" y="50952"/>
                    <a:pt x="91674" y="51002"/>
                  </a:cubicBezTo>
                  <a:lnTo>
                    <a:pt x="91799" y="51002"/>
                  </a:lnTo>
                  <a:cubicBezTo>
                    <a:pt x="91898" y="51002"/>
                    <a:pt x="91948" y="51002"/>
                    <a:pt x="92048" y="51027"/>
                  </a:cubicBezTo>
                  <a:cubicBezTo>
                    <a:pt x="92147" y="51027"/>
                    <a:pt x="92222" y="51027"/>
                    <a:pt x="92321" y="51052"/>
                  </a:cubicBezTo>
                  <a:lnTo>
                    <a:pt x="93417" y="51052"/>
                  </a:lnTo>
                  <a:cubicBezTo>
                    <a:pt x="93989" y="51052"/>
                    <a:pt x="94586" y="51027"/>
                    <a:pt x="95184" y="51002"/>
                  </a:cubicBezTo>
                  <a:lnTo>
                    <a:pt x="95184" y="51002"/>
                  </a:lnTo>
                  <a:cubicBezTo>
                    <a:pt x="93392" y="54238"/>
                    <a:pt x="91276" y="57449"/>
                    <a:pt x="88936" y="60585"/>
                  </a:cubicBezTo>
                  <a:cubicBezTo>
                    <a:pt x="88090" y="60261"/>
                    <a:pt x="87244" y="59888"/>
                    <a:pt x="86447" y="59515"/>
                  </a:cubicBezTo>
                  <a:cubicBezTo>
                    <a:pt x="87617" y="56154"/>
                    <a:pt x="88040" y="53018"/>
                    <a:pt x="87443" y="50355"/>
                  </a:cubicBezTo>
                  <a:close/>
                  <a:moveTo>
                    <a:pt x="113105" y="58718"/>
                  </a:moveTo>
                  <a:lnTo>
                    <a:pt x="113105" y="58718"/>
                  </a:lnTo>
                  <a:cubicBezTo>
                    <a:pt x="113081" y="58768"/>
                    <a:pt x="113081" y="58843"/>
                    <a:pt x="113056" y="58892"/>
                  </a:cubicBezTo>
                  <a:cubicBezTo>
                    <a:pt x="112508" y="59515"/>
                    <a:pt x="111861" y="60087"/>
                    <a:pt x="111114" y="60585"/>
                  </a:cubicBezTo>
                  <a:cubicBezTo>
                    <a:pt x="111139" y="60560"/>
                    <a:pt x="111139" y="60510"/>
                    <a:pt x="111189" y="60460"/>
                  </a:cubicBezTo>
                  <a:cubicBezTo>
                    <a:pt x="111936" y="59938"/>
                    <a:pt x="112583" y="59365"/>
                    <a:pt x="113105" y="58718"/>
                  </a:cubicBezTo>
                  <a:close/>
                  <a:moveTo>
                    <a:pt x="95532" y="51027"/>
                  </a:moveTo>
                  <a:cubicBezTo>
                    <a:pt x="93665" y="54263"/>
                    <a:pt x="91525" y="57498"/>
                    <a:pt x="89185" y="60684"/>
                  </a:cubicBezTo>
                  <a:cubicBezTo>
                    <a:pt x="89160" y="60684"/>
                    <a:pt x="89160" y="60635"/>
                    <a:pt x="89110" y="60635"/>
                  </a:cubicBezTo>
                  <a:cubicBezTo>
                    <a:pt x="91475" y="57474"/>
                    <a:pt x="93591" y="54238"/>
                    <a:pt x="95458" y="51027"/>
                  </a:cubicBezTo>
                  <a:close/>
                  <a:moveTo>
                    <a:pt x="86372" y="59714"/>
                  </a:moveTo>
                  <a:cubicBezTo>
                    <a:pt x="87194" y="60087"/>
                    <a:pt x="87990" y="60436"/>
                    <a:pt x="88812" y="60734"/>
                  </a:cubicBezTo>
                  <a:cubicBezTo>
                    <a:pt x="88812" y="60759"/>
                    <a:pt x="88787" y="60759"/>
                    <a:pt x="88787" y="60809"/>
                  </a:cubicBezTo>
                  <a:cubicBezTo>
                    <a:pt x="87965" y="60485"/>
                    <a:pt x="87169" y="60137"/>
                    <a:pt x="86347" y="59764"/>
                  </a:cubicBezTo>
                  <a:cubicBezTo>
                    <a:pt x="86372" y="59739"/>
                    <a:pt x="86372" y="59714"/>
                    <a:pt x="86372" y="59714"/>
                  </a:cubicBezTo>
                  <a:close/>
                  <a:moveTo>
                    <a:pt x="110865" y="60685"/>
                  </a:moveTo>
                  <a:lnTo>
                    <a:pt x="110865" y="60685"/>
                  </a:lnTo>
                  <a:cubicBezTo>
                    <a:pt x="110840" y="60709"/>
                    <a:pt x="110840" y="60734"/>
                    <a:pt x="110815" y="60809"/>
                  </a:cubicBezTo>
                  <a:cubicBezTo>
                    <a:pt x="110766" y="60834"/>
                    <a:pt x="110741" y="60834"/>
                    <a:pt x="110716" y="60859"/>
                  </a:cubicBezTo>
                  <a:cubicBezTo>
                    <a:pt x="110741" y="60834"/>
                    <a:pt x="110741" y="60809"/>
                    <a:pt x="110766" y="60734"/>
                  </a:cubicBezTo>
                  <a:cubicBezTo>
                    <a:pt x="110815" y="60709"/>
                    <a:pt x="110840" y="60709"/>
                    <a:pt x="110865" y="60685"/>
                  </a:cubicBezTo>
                  <a:close/>
                  <a:moveTo>
                    <a:pt x="88986" y="60809"/>
                  </a:moveTo>
                  <a:cubicBezTo>
                    <a:pt x="89036" y="60809"/>
                    <a:pt x="89061" y="60834"/>
                    <a:pt x="89061" y="60834"/>
                  </a:cubicBezTo>
                  <a:cubicBezTo>
                    <a:pt x="89061" y="60859"/>
                    <a:pt x="89011" y="60859"/>
                    <a:pt x="89011" y="60884"/>
                  </a:cubicBezTo>
                  <a:cubicBezTo>
                    <a:pt x="88986" y="60884"/>
                    <a:pt x="88986" y="60884"/>
                    <a:pt x="88961" y="60859"/>
                  </a:cubicBezTo>
                  <a:cubicBezTo>
                    <a:pt x="88961" y="60834"/>
                    <a:pt x="88986" y="60834"/>
                    <a:pt x="88986" y="60809"/>
                  </a:cubicBezTo>
                  <a:close/>
                  <a:moveTo>
                    <a:pt x="33578" y="54536"/>
                  </a:moveTo>
                  <a:cubicBezTo>
                    <a:pt x="35843" y="56279"/>
                    <a:pt x="38133" y="57897"/>
                    <a:pt x="40299" y="59315"/>
                  </a:cubicBezTo>
                  <a:cubicBezTo>
                    <a:pt x="39801" y="59963"/>
                    <a:pt x="39303" y="60585"/>
                    <a:pt x="38805" y="61232"/>
                  </a:cubicBezTo>
                  <a:cubicBezTo>
                    <a:pt x="36914" y="59689"/>
                    <a:pt x="34723" y="58345"/>
                    <a:pt x="32433" y="57225"/>
                  </a:cubicBezTo>
                  <a:cubicBezTo>
                    <a:pt x="32782" y="56329"/>
                    <a:pt x="33180" y="55408"/>
                    <a:pt x="33578" y="54536"/>
                  </a:cubicBezTo>
                  <a:close/>
                  <a:moveTo>
                    <a:pt x="40498" y="59365"/>
                  </a:moveTo>
                  <a:cubicBezTo>
                    <a:pt x="40523" y="59365"/>
                    <a:pt x="40523" y="59390"/>
                    <a:pt x="40548" y="59390"/>
                  </a:cubicBezTo>
                  <a:cubicBezTo>
                    <a:pt x="40050" y="60062"/>
                    <a:pt x="39527" y="60709"/>
                    <a:pt x="39054" y="61357"/>
                  </a:cubicBezTo>
                  <a:cubicBezTo>
                    <a:pt x="39029" y="61357"/>
                    <a:pt x="39029" y="61332"/>
                    <a:pt x="39005" y="61332"/>
                  </a:cubicBezTo>
                  <a:cubicBezTo>
                    <a:pt x="39453" y="60684"/>
                    <a:pt x="39950" y="60012"/>
                    <a:pt x="40498" y="59365"/>
                  </a:cubicBezTo>
                  <a:close/>
                  <a:moveTo>
                    <a:pt x="3612" y="61301"/>
                  </a:moveTo>
                  <a:cubicBezTo>
                    <a:pt x="3605" y="61323"/>
                    <a:pt x="3598" y="61344"/>
                    <a:pt x="3592" y="61365"/>
                  </a:cubicBezTo>
                  <a:lnTo>
                    <a:pt x="3592" y="61365"/>
                  </a:lnTo>
                  <a:cubicBezTo>
                    <a:pt x="3596" y="61344"/>
                    <a:pt x="3601" y="61323"/>
                    <a:pt x="3609" y="61307"/>
                  </a:cubicBezTo>
                  <a:cubicBezTo>
                    <a:pt x="3610" y="61305"/>
                    <a:pt x="3611" y="61303"/>
                    <a:pt x="3612" y="61301"/>
                  </a:cubicBezTo>
                  <a:close/>
                  <a:moveTo>
                    <a:pt x="32408" y="57374"/>
                  </a:moveTo>
                  <a:cubicBezTo>
                    <a:pt x="34698" y="58469"/>
                    <a:pt x="36839" y="59838"/>
                    <a:pt x="38706" y="61357"/>
                  </a:cubicBezTo>
                  <a:lnTo>
                    <a:pt x="38681" y="61381"/>
                  </a:lnTo>
                  <a:cubicBezTo>
                    <a:pt x="36789" y="59863"/>
                    <a:pt x="34649" y="58519"/>
                    <a:pt x="32359" y="57449"/>
                  </a:cubicBezTo>
                  <a:cubicBezTo>
                    <a:pt x="32359" y="57399"/>
                    <a:pt x="32359" y="57399"/>
                    <a:pt x="32408" y="57374"/>
                  </a:cubicBezTo>
                  <a:close/>
                  <a:moveTo>
                    <a:pt x="38880" y="61481"/>
                  </a:moveTo>
                  <a:cubicBezTo>
                    <a:pt x="38905" y="61481"/>
                    <a:pt x="38905" y="61506"/>
                    <a:pt x="38930" y="61506"/>
                  </a:cubicBezTo>
                  <a:lnTo>
                    <a:pt x="38905" y="61556"/>
                  </a:lnTo>
                  <a:cubicBezTo>
                    <a:pt x="38880" y="61556"/>
                    <a:pt x="38830" y="61506"/>
                    <a:pt x="38830" y="61506"/>
                  </a:cubicBezTo>
                  <a:lnTo>
                    <a:pt x="38880" y="61481"/>
                  </a:lnTo>
                  <a:close/>
                  <a:moveTo>
                    <a:pt x="113305" y="58942"/>
                  </a:moveTo>
                  <a:cubicBezTo>
                    <a:pt x="112956" y="59813"/>
                    <a:pt x="112583" y="60709"/>
                    <a:pt x="112234" y="61481"/>
                  </a:cubicBezTo>
                  <a:cubicBezTo>
                    <a:pt x="112217" y="61533"/>
                    <a:pt x="112197" y="61581"/>
                    <a:pt x="112176" y="61630"/>
                  </a:cubicBezTo>
                  <a:lnTo>
                    <a:pt x="112176" y="61630"/>
                  </a:lnTo>
                  <a:cubicBezTo>
                    <a:pt x="112515" y="60759"/>
                    <a:pt x="112870" y="59888"/>
                    <a:pt x="113205" y="59017"/>
                  </a:cubicBezTo>
                  <a:lnTo>
                    <a:pt x="113305" y="58942"/>
                  </a:lnTo>
                  <a:close/>
                  <a:moveTo>
                    <a:pt x="113804" y="58252"/>
                  </a:moveTo>
                  <a:cubicBezTo>
                    <a:pt x="113489" y="59031"/>
                    <a:pt x="113197" y="59832"/>
                    <a:pt x="112856" y="60610"/>
                  </a:cubicBezTo>
                  <a:cubicBezTo>
                    <a:pt x="112732" y="60884"/>
                    <a:pt x="112608" y="61207"/>
                    <a:pt x="112483" y="61481"/>
                  </a:cubicBezTo>
                  <a:cubicBezTo>
                    <a:pt x="112483" y="61506"/>
                    <a:pt x="112458" y="61556"/>
                    <a:pt x="112458" y="61581"/>
                  </a:cubicBezTo>
                  <a:cubicBezTo>
                    <a:pt x="112458" y="61605"/>
                    <a:pt x="112408" y="61605"/>
                    <a:pt x="112408" y="61630"/>
                  </a:cubicBezTo>
                  <a:cubicBezTo>
                    <a:pt x="112368" y="61773"/>
                    <a:pt x="112294" y="61899"/>
                    <a:pt x="112241" y="62022"/>
                  </a:cubicBezTo>
                  <a:lnTo>
                    <a:pt x="112241" y="62022"/>
                  </a:lnTo>
                  <a:cubicBezTo>
                    <a:pt x="112434" y="61526"/>
                    <a:pt x="112669" y="61029"/>
                    <a:pt x="112881" y="60510"/>
                  </a:cubicBezTo>
                  <a:cubicBezTo>
                    <a:pt x="112881" y="60485"/>
                    <a:pt x="112931" y="60460"/>
                    <a:pt x="112931" y="60386"/>
                  </a:cubicBezTo>
                  <a:cubicBezTo>
                    <a:pt x="113180" y="59764"/>
                    <a:pt x="113429" y="59116"/>
                    <a:pt x="113653" y="58494"/>
                  </a:cubicBezTo>
                  <a:cubicBezTo>
                    <a:pt x="113653" y="58469"/>
                    <a:pt x="113703" y="58444"/>
                    <a:pt x="113703" y="58395"/>
                  </a:cubicBezTo>
                  <a:cubicBezTo>
                    <a:pt x="113728" y="58370"/>
                    <a:pt x="113753" y="58345"/>
                    <a:pt x="113753" y="58320"/>
                  </a:cubicBezTo>
                  <a:cubicBezTo>
                    <a:pt x="113782" y="58290"/>
                    <a:pt x="113794" y="58270"/>
                    <a:pt x="113804" y="58252"/>
                  </a:cubicBezTo>
                  <a:close/>
                  <a:moveTo>
                    <a:pt x="110616" y="44804"/>
                  </a:moveTo>
                  <a:cubicBezTo>
                    <a:pt x="112732" y="47069"/>
                    <a:pt x="114076" y="49484"/>
                    <a:pt x="114574" y="51749"/>
                  </a:cubicBezTo>
                  <a:cubicBezTo>
                    <a:pt x="113479" y="54636"/>
                    <a:pt x="112184" y="57623"/>
                    <a:pt x="110641" y="60610"/>
                  </a:cubicBezTo>
                  <a:cubicBezTo>
                    <a:pt x="109695" y="61207"/>
                    <a:pt x="108575" y="61705"/>
                    <a:pt x="107331" y="62078"/>
                  </a:cubicBezTo>
                  <a:cubicBezTo>
                    <a:pt x="108376" y="59017"/>
                    <a:pt x="109073" y="56129"/>
                    <a:pt x="109322" y="53391"/>
                  </a:cubicBezTo>
                  <a:lnTo>
                    <a:pt x="109322" y="53342"/>
                  </a:lnTo>
                  <a:lnTo>
                    <a:pt x="109322" y="53292"/>
                  </a:lnTo>
                  <a:lnTo>
                    <a:pt x="109322" y="53217"/>
                  </a:lnTo>
                  <a:cubicBezTo>
                    <a:pt x="109347" y="52794"/>
                    <a:pt x="109372" y="52396"/>
                    <a:pt x="109372" y="51998"/>
                  </a:cubicBezTo>
                  <a:lnTo>
                    <a:pt x="109372" y="51973"/>
                  </a:lnTo>
                  <a:lnTo>
                    <a:pt x="109372" y="51823"/>
                  </a:lnTo>
                  <a:lnTo>
                    <a:pt x="109372" y="51774"/>
                  </a:lnTo>
                  <a:lnTo>
                    <a:pt x="109372" y="51550"/>
                  </a:lnTo>
                  <a:lnTo>
                    <a:pt x="109372" y="50429"/>
                  </a:lnTo>
                  <a:lnTo>
                    <a:pt x="109372" y="50355"/>
                  </a:lnTo>
                  <a:cubicBezTo>
                    <a:pt x="109372" y="50230"/>
                    <a:pt x="109372" y="50106"/>
                    <a:pt x="109347" y="49981"/>
                  </a:cubicBezTo>
                  <a:cubicBezTo>
                    <a:pt x="109347" y="49658"/>
                    <a:pt x="109297" y="49359"/>
                    <a:pt x="109272" y="49060"/>
                  </a:cubicBezTo>
                  <a:lnTo>
                    <a:pt x="109272" y="48886"/>
                  </a:lnTo>
                  <a:cubicBezTo>
                    <a:pt x="109272" y="48787"/>
                    <a:pt x="109247" y="48687"/>
                    <a:pt x="109247" y="48563"/>
                  </a:cubicBezTo>
                  <a:lnTo>
                    <a:pt x="109247" y="48513"/>
                  </a:lnTo>
                  <a:cubicBezTo>
                    <a:pt x="109222" y="48388"/>
                    <a:pt x="109222" y="48239"/>
                    <a:pt x="109222" y="48115"/>
                  </a:cubicBezTo>
                  <a:cubicBezTo>
                    <a:pt x="109670" y="47019"/>
                    <a:pt x="110118" y="45924"/>
                    <a:pt x="110517" y="44879"/>
                  </a:cubicBezTo>
                  <a:cubicBezTo>
                    <a:pt x="110542" y="44829"/>
                    <a:pt x="110591" y="44804"/>
                    <a:pt x="110616" y="44804"/>
                  </a:cubicBezTo>
                  <a:close/>
                  <a:moveTo>
                    <a:pt x="109073" y="48513"/>
                  </a:moveTo>
                  <a:cubicBezTo>
                    <a:pt x="109073" y="48563"/>
                    <a:pt x="109098" y="48637"/>
                    <a:pt x="109098" y="48737"/>
                  </a:cubicBezTo>
                  <a:cubicBezTo>
                    <a:pt x="109123" y="48886"/>
                    <a:pt x="109123" y="49036"/>
                    <a:pt x="109148" y="49185"/>
                  </a:cubicBezTo>
                  <a:lnTo>
                    <a:pt x="109148" y="49309"/>
                  </a:lnTo>
                  <a:cubicBezTo>
                    <a:pt x="109197" y="49633"/>
                    <a:pt x="109197" y="49932"/>
                    <a:pt x="109222" y="50230"/>
                  </a:cubicBezTo>
                  <a:lnTo>
                    <a:pt x="109222" y="50554"/>
                  </a:lnTo>
                  <a:lnTo>
                    <a:pt x="109222" y="51848"/>
                  </a:lnTo>
                  <a:lnTo>
                    <a:pt x="109222" y="51923"/>
                  </a:lnTo>
                  <a:cubicBezTo>
                    <a:pt x="109222" y="52122"/>
                    <a:pt x="109197" y="52346"/>
                    <a:pt x="109197" y="52520"/>
                  </a:cubicBezTo>
                  <a:cubicBezTo>
                    <a:pt x="109197" y="52620"/>
                    <a:pt x="109197" y="52744"/>
                    <a:pt x="109148" y="52844"/>
                  </a:cubicBezTo>
                  <a:cubicBezTo>
                    <a:pt x="109148" y="52919"/>
                    <a:pt x="109148" y="53043"/>
                    <a:pt x="109123" y="53143"/>
                  </a:cubicBezTo>
                  <a:cubicBezTo>
                    <a:pt x="109098" y="53342"/>
                    <a:pt x="109098" y="53541"/>
                    <a:pt x="109073" y="53740"/>
                  </a:cubicBezTo>
                  <a:cubicBezTo>
                    <a:pt x="109023" y="54138"/>
                    <a:pt x="108973" y="54536"/>
                    <a:pt x="108899" y="54960"/>
                  </a:cubicBezTo>
                  <a:cubicBezTo>
                    <a:pt x="108849" y="55408"/>
                    <a:pt x="108749" y="55881"/>
                    <a:pt x="108650" y="56329"/>
                  </a:cubicBezTo>
                  <a:cubicBezTo>
                    <a:pt x="108625" y="56528"/>
                    <a:pt x="108575" y="56777"/>
                    <a:pt x="108525" y="57026"/>
                  </a:cubicBezTo>
                  <a:cubicBezTo>
                    <a:pt x="108351" y="57847"/>
                    <a:pt x="108152" y="58643"/>
                    <a:pt x="107903" y="59490"/>
                  </a:cubicBezTo>
                  <a:cubicBezTo>
                    <a:pt x="107853" y="59714"/>
                    <a:pt x="107779" y="59963"/>
                    <a:pt x="107704" y="60187"/>
                  </a:cubicBezTo>
                  <a:cubicBezTo>
                    <a:pt x="107505" y="60759"/>
                    <a:pt x="107281" y="61456"/>
                    <a:pt x="107032" y="62128"/>
                  </a:cubicBezTo>
                  <a:cubicBezTo>
                    <a:pt x="107007" y="62128"/>
                    <a:pt x="107007" y="62128"/>
                    <a:pt x="106982" y="62178"/>
                  </a:cubicBezTo>
                  <a:cubicBezTo>
                    <a:pt x="107032" y="62004"/>
                    <a:pt x="107082" y="61854"/>
                    <a:pt x="107132" y="61680"/>
                  </a:cubicBezTo>
                  <a:cubicBezTo>
                    <a:pt x="107132" y="61630"/>
                    <a:pt x="107156" y="61605"/>
                    <a:pt x="107156" y="61605"/>
                  </a:cubicBezTo>
                  <a:lnTo>
                    <a:pt x="107256" y="61332"/>
                  </a:lnTo>
                  <a:cubicBezTo>
                    <a:pt x="107356" y="61008"/>
                    <a:pt x="107480" y="60684"/>
                    <a:pt x="107580" y="60361"/>
                  </a:cubicBezTo>
                  <a:cubicBezTo>
                    <a:pt x="107604" y="60236"/>
                    <a:pt x="107654" y="60087"/>
                    <a:pt x="107704" y="59963"/>
                  </a:cubicBezTo>
                  <a:cubicBezTo>
                    <a:pt x="107779" y="59714"/>
                    <a:pt x="107853" y="59440"/>
                    <a:pt x="107903" y="59191"/>
                  </a:cubicBezTo>
                  <a:cubicBezTo>
                    <a:pt x="107953" y="59116"/>
                    <a:pt x="107953" y="59017"/>
                    <a:pt x="107978" y="58967"/>
                  </a:cubicBezTo>
                  <a:cubicBezTo>
                    <a:pt x="108003" y="58867"/>
                    <a:pt x="108003" y="58818"/>
                    <a:pt x="108028" y="58718"/>
                  </a:cubicBezTo>
                  <a:cubicBezTo>
                    <a:pt x="108077" y="58594"/>
                    <a:pt x="108102" y="58444"/>
                    <a:pt x="108127" y="58320"/>
                  </a:cubicBezTo>
                  <a:cubicBezTo>
                    <a:pt x="108127" y="58270"/>
                    <a:pt x="108152" y="58220"/>
                    <a:pt x="108152" y="58195"/>
                  </a:cubicBezTo>
                  <a:lnTo>
                    <a:pt x="108152" y="58146"/>
                  </a:lnTo>
                  <a:cubicBezTo>
                    <a:pt x="108227" y="57946"/>
                    <a:pt x="108252" y="57747"/>
                    <a:pt x="108326" y="57523"/>
                  </a:cubicBezTo>
                  <a:lnTo>
                    <a:pt x="108326" y="57498"/>
                  </a:lnTo>
                  <a:cubicBezTo>
                    <a:pt x="108376" y="57250"/>
                    <a:pt x="108451" y="56976"/>
                    <a:pt x="108501" y="56727"/>
                  </a:cubicBezTo>
                  <a:cubicBezTo>
                    <a:pt x="108501" y="56702"/>
                    <a:pt x="108501" y="56652"/>
                    <a:pt x="108525" y="56627"/>
                  </a:cubicBezTo>
                  <a:cubicBezTo>
                    <a:pt x="108525" y="56602"/>
                    <a:pt x="108525" y="56528"/>
                    <a:pt x="108575" y="56503"/>
                  </a:cubicBezTo>
                  <a:lnTo>
                    <a:pt x="108575" y="56478"/>
                  </a:lnTo>
                  <a:lnTo>
                    <a:pt x="108650" y="56005"/>
                  </a:lnTo>
                  <a:cubicBezTo>
                    <a:pt x="108700" y="55881"/>
                    <a:pt x="108700" y="55756"/>
                    <a:pt x="108725" y="55632"/>
                  </a:cubicBezTo>
                  <a:cubicBezTo>
                    <a:pt x="108749" y="55482"/>
                    <a:pt x="108774" y="55283"/>
                    <a:pt x="108824" y="55134"/>
                  </a:cubicBezTo>
                  <a:cubicBezTo>
                    <a:pt x="108849" y="54910"/>
                    <a:pt x="108874" y="54736"/>
                    <a:pt x="108899" y="54536"/>
                  </a:cubicBezTo>
                  <a:cubicBezTo>
                    <a:pt x="108949" y="54412"/>
                    <a:pt x="108949" y="54288"/>
                    <a:pt x="108973" y="54163"/>
                  </a:cubicBezTo>
                  <a:cubicBezTo>
                    <a:pt x="108973" y="54113"/>
                    <a:pt x="108998" y="54039"/>
                    <a:pt x="108998" y="53964"/>
                  </a:cubicBezTo>
                  <a:cubicBezTo>
                    <a:pt x="108998" y="53839"/>
                    <a:pt x="109023" y="53715"/>
                    <a:pt x="109023" y="53591"/>
                  </a:cubicBezTo>
                  <a:cubicBezTo>
                    <a:pt x="109023" y="53516"/>
                    <a:pt x="109023" y="53491"/>
                    <a:pt x="109073" y="53416"/>
                  </a:cubicBezTo>
                  <a:cubicBezTo>
                    <a:pt x="109073" y="53292"/>
                    <a:pt x="109098" y="53167"/>
                    <a:pt x="109098" y="53043"/>
                  </a:cubicBezTo>
                  <a:cubicBezTo>
                    <a:pt x="109098" y="52968"/>
                    <a:pt x="109123" y="52894"/>
                    <a:pt x="109123" y="52794"/>
                  </a:cubicBezTo>
                  <a:cubicBezTo>
                    <a:pt x="109123" y="52670"/>
                    <a:pt x="109148" y="52520"/>
                    <a:pt x="109148" y="52396"/>
                  </a:cubicBezTo>
                  <a:lnTo>
                    <a:pt x="109148" y="52147"/>
                  </a:lnTo>
                  <a:lnTo>
                    <a:pt x="109148" y="51898"/>
                  </a:lnTo>
                  <a:lnTo>
                    <a:pt x="109148" y="51624"/>
                  </a:lnTo>
                  <a:lnTo>
                    <a:pt x="109148" y="51475"/>
                  </a:lnTo>
                  <a:lnTo>
                    <a:pt x="109148" y="50877"/>
                  </a:lnTo>
                  <a:lnTo>
                    <a:pt x="109148" y="50728"/>
                  </a:lnTo>
                  <a:lnTo>
                    <a:pt x="109148" y="50405"/>
                  </a:lnTo>
                  <a:lnTo>
                    <a:pt x="109148" y="50180"/>
                  </a:lnTo>
                  <a:lnTo>
                    <a:pt x="109148" y="50131"/>
                  </a:lnTo>
                  <a:cubicBezTo>
                    <a:pt x="109148" y="49882"/>
                    <a:pt x="109123" y="49658"/>
                    <a:pt x="109098" y="49409"/>
                  </a:cubicBezTo>
                  <a:cubicBezTo>
                    <a:pt x="109098" y="49309"/>
                    <a:pt x="109098" y="49185"/>
                    <a:pt x="109073" y="49110"/>
                  </a:cubicBezTo>
                  <a:lnTo>
                    <a:pt x="109073" y="49060"/>
                  </a:lnTo>
                  <a:cubicBezTo>
                    <a:pt x="109073" y="49011"/>
                    <a:pt x="109073" y="48936"/>
                    <a:pt x="109023" y="48911"/>
                  </a:cubicBezTo>
                  <a:lnTo>
                    <a:pt x="109023" y="48811"/>
                  </a:lnTo>
                  <a:cubicBezTo>
                    <a:pt x="109023" y="48762"/>
                    <a:pt x="109023" y="48687"/>
                    <a:pt x="108998" y="48637"/>
                  </a:cubicBezTo>
                  <a:lnTo>
                    <a:pt x="108998" y="48612"/>
                  </a:lnTo>
                  <a:cubicBezTo>
                    <a:pt x="108998" y="48612"/>
                    <a:pt x="108998" y="48563"/>
                    <a:pt x="109023" y="48563"/>
                  </a:cubicBezTo>
                  <a:cubicBezTo>
                    <a:pt x="109023" y="48538"/>
                    <a:pt x="109023" y="48538"/>
                    <a:pt x="109073" y="48513"/>
                  </a:cubicBezTo>
                  <a:close/>
                  <a:moveTo>
                    <a:pt x="110467" y="60933"/>
                  </a:moveTo>
                  <a:cubicBezTo>
                    <a:pt x="110442" y="60958"/>
                    <a:pt x="110442" y="60983"/>
                    <a:pt x="110392" y="61008"/>
                  </a:cubicBezTo>
                  <a:cubicBezTo>
                    <a:pt x="109471" y="61556"/>
                    <a:pt x="108376" y="62004"/>
                    <a:pt x="107206" y="62352"/>
                  </a:cubicBezTo>
                  <a:cubicBezTo>
                    <a:pt x="107206" y="62352"/>
                    <a:pt x="107206" y="62327"/>
                    <a:pt x="107231" y="62302"/>
                  </a:cubicBezTo>
                  <a:cubicBezTo>
                    <a:pt x="108451" y="61954"/>
                    <a:pt x="109521" y="61481"/>
                    <a:pt x="110467" y="60933"/>
                  </a:cubicBezTo>
                  <a:close/>
                  <a:moveTo>
                    <a:pt x="79552" y="55756"/>
                  </a:moveTo>
                  <a:cubicBezTo>
                    <a:pt x="81469" y="57274"/>
                    <a:pt x="83634" y="58643"/>
                    <a:pt x="85949" y="59764"/>
                  </a:cubicBezTo>
                  <a:cubicBezTo>
                    <a:pt x="85601" y="60635"/>
                    <a:pt x="85227" y="61506"/>
                    <a:pt x="84804" y="62427"/>
                  </a:cubicBezTo>
                  <a:cubicBezTo>
                    <a:pt x="82514" y="60684"/>
                    <a:pt x="80249" y="59067"/>
                    <a:pt x="78059" y="57648"/>
                  </a:cubicBezTo>
                  <a:cubicBezTo>
                    <a:pt x="78581" y="57026"/>
                    <a:pt x="79054" y="56378"/>
                    <a:pt x="79552" y="55756"/>
                  </a:cubicBezTo>
                  <a:close/>
                  <a:moveTo>
                    <a:pt x="61855" y="50728"/>
                  </a:moveTo>
                  <a:cubicBezTo>
                    <a:pt x="62825" y="51176"/>
                    <a:pt x="63647" y="51475"/>
                    <a:pt x="64294" y="51500"/>
                  </a:cubicBezTo>
                  <a:cubicBezTo>
                    <a:pt x="64095" y="51649"/>
                    <a:pt x="63896" y="51774"/>
                    <a:pt x="63697" y="51923"/>
                  </a:cubicBezTo>
                  <a:cubicBezTo>
                    <a:pt x="63448" y="52122"/>
                    <a:pt x="63199" y="52296"/>
                    <a:pt x="62975" y="52495"/>
                  </a:cubicBezTo>
                  <a:lnTo>
                    <a:pt x="62925" y="52520"/>
                  </a:lnTo>
                  <a:cubicBezTo>
                    <a:pt x="62676" y="52719"/>
                    <a:pt x="62427" y="52919"/>
                    <a:pt x="62178" y="53118"/>
                  </a:cubicBezTo>
                  <a:cubicBezTo>
                    <a:pt x="61805" y="53416"/>
                    <a:pt x="61407" y="53740"/>
                    <a:pt x="61033" y="54039"/>
                  </a:cubicBezTo>
                  <a:cubicBezTo>
                    <a:pt x="60162" y="54760"/>
                    <a:pt x="59341" y="55482"/>
                    <a:pt x="58743" y="56080"/>
                  </a:cubicBezTo>
                  <a:lnTo>
                    <a:pt x="58594" y="56229"/>
                  </a:lnTo>
                  <a:cubicBezTo>
                    <a:pt x="57947" y="56851"/>
                    <a:pt x="57474" y="57324"/>
                    <a:pt x="57100" y="57698"/>
                  </a:cubicBezTo>
                  <a:lnTo>
                    <a:pt x="56851" y="57946"/>
                  </a:lnTo>
                  <a:lnTo>
                    <a:pt x="56802" y="57996"/>
                  </a:lnTo>
                  <a:cubicBezTo>
                    <a:pt x="56503" y="58270"/>
                    <a:pt x="55333" y="59465"/>
                    <a:pt x="53690" y="61357"/>
                  </a:cubicBezTo>
                  <a:lnTo>
                    <a:pt x="53591" y="61456"/>
                  </a:lnTo>
                  <a:cubicBezTo>
                    <a:pt x="53491" y="61581"/>
                    <a:pt x="53392" y="61680"/>
                    <a:pt x="53317" y="61805"/>
                  </a:cubicBezTo>
                  <a:cubicBezTo>
                    <a:pt x="53093" y="62078"/>
                    <a:pt x="52869" y="62327"/>
                    <a:pt x="52695" y="62551"/>
                  </a:cubicBezTo>
                  <a:cubicBezTo>
                    <a:pt x="52645" y="61929"/>
                    <a:pt x="52371" y="61133"/>
                    <a:pt x="51848" y="60212"/>
                  </a:cubicBezTo>
                  <a:cubicBezTo>
                    <a:pt x="54611" y="56752"/>
                    <a:pt x="58046" y="53466"/>
                    <a:pt x="61855" y="50728"/>
                  </a:cubicBezTo>
                  <a:close/>
                  <a:moveTo>
                    <a:pt x="3388" y="62565"/>
                  </a:moveTo>
                  <a:lnTo>
                    <a:pt x="3388" y="62565"/>
                  </a:lnTo>
                  <a:cubicBezTo>
                    <a:pt x="3385" y="62573"/>
                    <a:pt x="3385" y="62576"/>
                    <a:pt x="3385" y="62576"/>
                  </a:cubicBezTo>
                  <a:lnTo>
                    <a:pt x="3385" y="62576"/>
                  </a:lnTo>
                  <a:cubicBezTo>
                    <a:pt x="3385" y="62573"/>
                    <a:pt x="3386" y="62569"/>
                    <a:pt x="3388" y="62565"/>
                  </a:cubicBezTo>
                  <a:close/>
                  <a:moveTo>
                    <a:pt x="86074" y="59863"/>
                  </a:moveTo>
                  <a:cubicBezTo>
                    <a:pt x="86099" y="59863"/>
                    <a:pt x="86099" y="59888"/>
                    <a:pt x="86123" y="59888"/>
                  </a:cubicBezTo>
                  <a:cubicBezTo>
                    <a:pt x="85825" y="60759"/>
                    <a:pt x="85426" y="61680"/>
                    <a:pt x="84978" y="62576"/>
                  </a:cubicBezTo>
                  <a:cubicBezTo>
                    <a:pt x="84954" y="62576"/>
                    <a:pt x="84954" y="62551"/>
                    <a:pt x="84929" y="62551"/>
                  </a:cubicBezTo>
                  <a:cubicBezTo>
                    <a:pt x="85352" y="61630"/>
                    <a:pt x="85725" y="60734"/>
                    <a:pt x="86074" y="59863"/>
                  </a:cubicBezTo>
                  <a:close/>
                  <a:moveTo>
                    <a:pt x="4655" y="59390"/>
                  </a:moveTo>
                  <a:cubicBezTo>
                    <a:pt x="4281" y="60485"/>
                    <a:pt x="3933" y="61556"/>
                    <a:pt x="3609" y="62601"/>
                  </a:cubicBezTo>
                  <a:cubicBezTo>
                    <a:pt x="3609" y="62452"/>
                    <a:pt x="3634" y="62327"/>
                    <a:pt x="3684" y="62178"/>
                  </a:cubicBezTo>
                  <a:cubicBezTo>
                    <a:pt x="3908" y="61357"/>
                    <a:pt x="4182" y="60560"/>
                    <a:pt x="4456" y="59739"/>
                  </a:cubicBezTo>
                  <a:cubicBezTo>
                    <a:pt x="4530" y="59639"/>
                    <a:pt x="4580" y="59515"/>
                    <a:pt x="4655" y="59390"/>
                  </a:cubicBezTo>
                  <a:close/>
                  <a:moveTo>
                    <a:pt x="97922" y="50753"/>
                  </a:moveTo>
                  <a:cubicBezTo>
                    <a:pt x="98743" y="54138"/>
                    <a:pt x="98245" y="58245"/>
                    <a:pt x="96677" y="62601"/>
                  </a:cubicBezTo>
                  <a:cubicBezTo>
                    <a:pt x="94213" y="62253"/>
                    <a:pt x="91774" y="61630"/>
                    <a:pt x="89359" y="60734"/>
                  </a:cubicBezTo>
                  <a:cubicBezTo>
                    <a:pt x="91724" y="57498"/>
                    <a:pt x="93889" y="54238"/>
                    <a:pt x="95781" y="51002"/>
                  </a:cubicBezTo>
                  <a:cubicBezTo>
                    <a:pt x="96005" y="50977"/>
                    <a:pt x="96179" y="50927"/>
                    <a:pt x="96403" y="50927"/>
                  </a:cubicBezTo>
                  <a:cubicBezTo>
                    <a:pt x="96777" y="50902"/>
                    <a:pt x="97150" y="50877"/>
                    <a:pt x="97499" y="50803"/>
                  </a:cubicBezTo>
                  <a:lnTo>
                    <a:pt x="97524" y="50803"/>
                  </a:lnTo>
                  <a:cubicBezTo>
                    <a:pt x="97648" y="50778"/>
                    <a:pt x="97772" y="50753"/>
                    <a:pt x="97922" y="50753"/>
                  </a:cubicBezTo>
                  <a:close/>
                  <a:moveTo>
                    <a:pt x="77959" y="57822"/>
                  </a:moveTo>
                  <a:cubicBezTo>
                    <a:pt x="80125" y="59216"/>
                    <a:pt x="82440" y="60834"/>
                    <a:pt x="84705" y="62576"/>
                  </a:cubicBezTo>
                  <a:cubicBezTo>
                    <a:pt x="84705" y="62601"/>
                    <a:pt x="84655" y="62601"/>
                    <a:pt x="84655" y="62626"/>
                  </a:cubicBezTo>
                  <a:cubicBezTo>
                    <a:pt x="82390" y="60859"/>
                    <a:pt x="80100" y="59241"/>
                    <a:pt x="77884" y="57847"/>
                  </a:cubicBezTo>
                  <a:cubicBezTo>
                    <a:pt x="77909" y="57847"/>
                    <a:pt x="77909" y="57822"/>
                    <a:pt x="77959" y="57822"/>
                  </a:cubicBezTo>
                  <a:close/>
                  <a:moveTo>
                    <a:pt x="98121" y="50678"/>
                  </a:moveTo>
                  <a:cubicBezTo>
                    <a:pt x="98992" y="54113"/>
                    <a:pt x="98494" y="58245"/>
                    <a:pt x="96901" y="62626"/>
                  </a:cubicBezTo>
                  <a:lnTo>
                    <a:pt x="96827" y="62626"/>
                  </a:lnTo>
                  <a:cubicBezTo>
                    <a:pt x="98395" y="58245"/>
                    <a:pt x="98893" y="54113"/>
                    <a:pt x="98046" y="50678"/>
                  </a:cubicBezTo>
                  <a:close/>
                  <a:moveTo>
                    <a:pt x="70293" y="54014"/>
                  </a:moveTo>
                  <a:cubicBezTo>
                    <a:pt x="71861" y="54611"/>
                    <a:pt x="73728" y="55532"/>
                    <a:pt x="75719" y="56702"/>
                  </a:cubicBezTo>
                  <a:cubicBezTo>
                    <a:pt x="74649" y="58718"/>
                    <a:pt x="73329" y="60734"/>
                    <a:pt x="71786" y="62726"/>
                  </a:cubicBezTo>
                  <a:cubicBezTo>
                    <a:pt x="69820" y="60734"/>
                    <a:pt x="68326" y="58942"/>
                    <a:pt x="67380" y="57399"/>
                  </a:cubicBezTo>
                  <a:cubicBezTo>
                    <a:pt x="67555" y="57200"/>
                    <a:pt x="67729" y="56976"/>
                    <a:pt x="67953" y="56752"/>
                  </a:cubicBezTo>
                  <a:lnTo>
                    <a:pt x="68052" y="56652"/>
                  </a:lnTo>
                  <a:cubicBezTo>
                    <a:pt x="68301" y="56378"/>
                    <a:pt x="68525" y="56105"/>
                    <a:pt x="68774" y="55831"/>
                  </a:cubicBezTo>
                  <a:cubicBezTo>
                    <a:pt x="68874" y="55731"/>
                    <a:pt x="68924" y="55632"/>
                    <a:pt x="69023" y="55532"/>
                  </a:cubicBezTo>
                  <a:cubicBezTo>
                    <a:pt x="69297" y="55233"/>
                    <a:pt x="69546" y="54885"/>
                    <a:pt x="69820" y="54586"/>
                  </a:cubicBezTo>
                  <a:lnTo>
                    <a:pt x="70293" y="54014"/>
                  </a:lnTo>
                  <a:close/>
                  <a:moveTo>
                    <a:pt x="51774" y="60311"/>
                  </a:moveTo>
                  <a:cubicBezTo>
                    <a:pt x="52321" y="61307"/>
                    <a:pt x="52595" y="62103"/>
                    <a:pt x="52570" y="62701"/>
                  </a:cubicBezTo>
                  <a:lnTo>
                    <a:pt x="52471" y="62800"/>
                  </a:lnTo>
                  <a:cubicBezTo>
                    <a:pt x="52520" y="62203"/>
                    <a:pt x="52272" y="61357"/>
                    <a:pt x="51724" y="60361"/>
                  </a:cubicBezTo>
                  <a:lnTo>
                    <a:pt x="51774" y="60311"/>
                  </a:lnTo>
                  <a:close/>
                  <a:moveTo>
                    <a:pt x="84829" y="62701"/>
                  </a:moveTo>
                  <a:cubicBezTo>
                    <a:pt x="84854" y="62701"/>
                    <a:pt x="84879" y="62726"/>
                    <a:pt x="84879" y="62726"/>
                  </a:cubicBezTo>
                  <a:cubicBezTo>
                    <a:pt x="84879" y="62750"/>
                    <a:pt x="84854" y="62750"/>
                    <a:pt x="84854" y="62800"/>
                  </a:cubicBezTo>
                  <a:cubicBezTo>
                    <a:pt x="84829" y="62800"/>
                    <a:pt x="84829" y="62750"/>
                    <a:pt x="84804" y="62750"/>
                  </a:cubicBezTo>
                  <a:cubicBezTo>
                    <a:pt x="84804" y="62726"/>
                    <a:pt x="84829" y="62726"/>
                    <a:pt x="84829" y="62701"/>
                  </a:cubicBezTo>
                  <a:close/>
                  <a:moveTo>
                    <a:pt x="89235" y="60884"/>
                  </a:moveTo>
                  <a:cubicBezTo>
                    <a:pt x="91649" y="61805"/>
                    <a:pt x="94163" y="62427"/>
                    <a:pt x="96627" y="62800"/>
                  </a:cubicBezTo>
                  <a:cubicBezTo>
                    <a:pt x="96627" y="62825"/>
                    <a:pt x="96578" y="62825"/>
                    <a:pt x="96578" y="62850"/>
                  </a:cubicBezTo>
                  <a:cubicBezTo>
                    <a:pt x="94089" y="62477"/>
                    <a:pt x="91599" y="61854"/>
                    <a:pt x="89210" y="60958"/>
                  </a:cubicBezTo>
                  <a:cubicBezTo>
                    <a:pt x="89210" y="60933"/>
                    <a:pt x="89210" y="60933"/>
                    <a:pt x="89235" y="60884"/>
                  </a:cubicBezTo>
                  <a:close/>
                  <a:moveTo>
                    <a:pt x="46621" y="54163"/>
                  </a:moveTo>
                  <a:cubicBezTo>
                    <a:pt x="48538" y="56204"/>
                    <a:pt x="50031" y="58021"/>
                    <a:pt x="51002" y="59515"/>
                  </a:cubicBezTo>
                  <a:cubicBezTo>
                    <a:pt x="50828" y="59714"/>
                    <a:pt x="50654" y="59938"/>
                    <a:pt x="50479" y="60112"/>
                  </a:cubicBezTo>
                  <a:lnTo>
                    <a:pt x="50280" y="60311"/>
                  </a:lnTo>
                  <a:cubicBezTo>
                    <a:pt x="50031" y="60585"/>
                    <a:pt x="49832" y="60859"/>
                    <a:pt x="49608" y="61108"/>
                  </a:cubicBezTo>
                  <a:cubicBezTo>
                    <a:pt x="49533" y="61207"/>
                    <a:pt x="49459" y="61257"/>
                    <a:pt x="49384" y="61357"/>
                  </a:cubicBezTo>
                  <a:cubicBezTo>
                    <a:pt x="48961" y="61854"/>
                    <a:pt x="48513" y="62352"/>
                    <a:pt x="48115" y="62875"/>
                  </a:cubicBezTo>
                  <a:cubicBezTo>
                    <a:pt x="46547" y="62302"/>
                    <a:pt x="44680" y="61357"/>
                    <a:pt x="42688" y="60212"/>
                  </a:cubicBezTo>
                  <a:cubicBezTo>
                    <a:pt x="43759" y="58195"/>
                    <a:pt x="45053" y="56154"/>
                    <a:pt x="46621" y="54163"/>
                  </a:cubicBezTo>
                  <a:close/>
                  <a:moveTo>
                    <a:pt x="96827" y="62825"/>
                  </a:moveTo>
                  <a:cubicBezTo>
                    <a:pt x="96827" y="62850"/>
                    <a:pt x="96827" y="62850"/>
                    <a:pt x="96802" y="62875"/>
                  </a:cubicBezTo>
                  <a:lnTo>
                    <a:pt x="96752" y="62875"/>
                  </a:lnTo>
                  <a:cubicBezTo>
                    <a:pt x="96752" y="62850"/>
                    <a:pt x="96777" y="62850"/>
                    <a:pt x="96777" y="62825"/>
                  </a:cubicBezTo>
                  <a:close/>
                  <a:moveTo>
                    <a:pt x="59062" y="56174"/>
                  </a:moveTo>
                  <a:cubicBezTo>
                    <a:pt x="59047" y="56189"/>
                    <a:pt x="59032" y="56207"/>
                    <a:pt x="59017" y="56229"/>
                  </a:cubicBezTo>
                  <a:lnTo>
                    <a:pt x="58917" y="56353"/>
                  </a:lnTo>
                  <a:cubicBezTo>
                    <a:pt x="58220" y="57026"/>
                    <a:pt x="57723" y="57498"/>
                    <a:pt x="57324" y="57872"/>
                  </a:cubicBezTo>
                  <a:lnTo>
                    <a:pt x="57100" y="58096"/>
                  </a:lnTo>
                  <a:lnTo>
                    <a:pt x="57075" y="58121"/>
                  </a:lnTo>
                  <a:lnTo>
                    <a:pt x="56727" y="58469"/>
                  </a:lnTo>
                  <a:lnTo>
                    <a:pt x="56478" y="58718"/>
                  </a:lnTo>
                  <a:cubicBezTo>
                    <a:pt x="56453" y="58743"/>
                    <a:pt x="56453" y="58743"/>
                    <a:pt x="56453" y="58768"/>
                  </a:cubicBezTo>
                  <a:cubicBezTo>
                    <a:pt x="56354" y="58867"/>
                    <a:pt x="56254" y="58967"/>
                    <a:pt x="56179" y="59091"/>
                  </a:cubicBezTo>
                  <a:cubicBezTo>
                    <a:pt x="55706" y="59589"/>
                    <a:pt x="55109" y="60236"/>
                    <a:pt x="54387" y="61058"/>
                  </a:cubicBezTo>
                  <a:cubicBezTo>
                    <a:pt x="53765" y="61755"/>
                    <a:pt x="53217" y="62427"/>
                    <a:pt x="52819" y="62925"/>
                  </a:cubicBezTo>
                  <a:lnTo>
                    <a:pt x="52819" y="62850"/>
                  </a:lnTo>
                  <a:lnTo>
                    <a:pt x="52819" y="62800"/>
                  </a:lnTo>
                  <a:lnTo>
                    <a:pt x="52844" y="62750"/>
                  </a:lnTo>
                  <a:lnTo>
                    <a:pt x="53217" y="62302"/>
                  </a:lnTo>
                  <a:cubicBezTo>
                    <a:pt x="54462" y="60809"/>
                    <a:pt x="55806" y="59340"/>
                    <a:pt x="57200" y="57946"/>
                  </a:cubicBezTo>
                  <a:cubicBezTo>
                    <a:pt x="57778" y="57392"/>
                    <a:pt x="58398" y="56794"/>
                    <a:pt x="59062" y="56174"/>
                  </a:cubicBezTo>
                  <a:close/>
                  <a:moveTo>
                    <a:pt x="108476" y="46447"/>
                  </a:moveTo>
                  <a:cubicBezTo>
                    <a:pt x="108476" y="46646"/>
                    <a:pt x="108525" y="46795"/>
                    <a:pt x="108575" y="46994"/>
                  </a:cubicBezTo>
                  <a:cubicBezTo>
                    <a:pt x="108600" y="47144"/>
                    <a:pt x="108625" y="47318"/>
                    <a:pt x="108650" y="47492"/>
                  </a:cubicBezTo>
                  <a:cubicBezTo>
                    <a:pt x="108650" y="47517"/>
                    <a:pt x="108650" y="47542"/>
                    <a:pt x="108700" y="47567"/>
                  </a:cubicBezTo>
                  <a:lnTo>
                    <a:pt x="108700" y="47642"/>
                  </a:lnTo>
                  <a:cubicBezTo>
                    <a:pt x="108725" y="47766"/>
                    <a:pt x="108725" y="47891"/>
                    <a:pt x="108749" y="48015"/>
                  </a:cubicBezTo>
                  <a:cubicBezTo>
                    <a:pt x="106659" y="52919"/>
                    <a:pt x="103921" y="57946"/>
                    <a:pt x="100635" y="62925"/>
                  </a:cubicBezTo>
                  <a:cubicBezTo>
                    <a:pt x="99490" y="62925"/>
                    <a:pt x="98295" y="62825"/>
                    <a:pt x="97076" y="62676"/>
                  </a:cubicBezTo>
                  <a:cubicBezTo>
                    <a:pt x="98644" y="58245"/>
                    <a:pt x="99141" y="54088"/>
                    <a:pt x="98295" y="50629"/>
                  </a:cubicBezTo>
                  <a:cubicBezTo>
                    <a:pt x="98370" y="50629"/>
                    <a:pt x="98420" y="50604"/>
                    <a:pt x="98494" y="50604"/>
                  </a:cubicBezTo>
                  <a:lnTo>
                    <a:pt x="98519" y="50604"/>
                  </a:lnTo>
                  <a:lnTo>
                    <a:pt x="99440" y="50405"/>
                  </a:lnTo>
                  <a:cubicBezTo>
                    <a:pt x="99764" y="50355"/>
                    <a:pt x="100062" y="50255"/>
                    <a:pt x="100411" y="50156"/>
                  </a:cubicBezTo>
                  <a:lnTo>
                    <a:pt x="100486" y="50156"/>
                  </a:lnTo>
                  <a:cubicBezTo>
                    <a:pt x="100510" y="50156"/>
                    <a:pt x="100510" y="50156"/>
                    <a:pt x="100535" y="50131"/>
                  </a:cubicBezTo>
                  <a:cubicBezTo>
                    <a:pt x="100809" y="50031"/>
                    <a:pt x="101133" y="49981"/>
                    <a:pt x="101407" y="49882"/>
                  </a:cubicBezTo>
                  <a:cubicBezTo>
                    <a:pt x="101730" y="49782"/>
                    <a:pt x="102004" y="49658"/>
                    <a:pt x="102303" y="49558"/>
                  </a:cubicBezTo>
                  <a:cubicBezTo>
                    <a:pt x="102352" y="49558"/>
                    <a:pt x="102352" y="49558"/>
                    <a:pt x="102377" y="49533"/>
                  </a:cubicBezTo>
                  <a:cubicBezTo>
                    <a:pt x="102676" y="49409"/>
                    <a:pt x="103024" y="49309"/>
                    <a:pt x="103348" y="49185"/>
                  </a:cubicBezTo>
                  <a:cubicBezTo>
                    <a:pt x="103622" y="49060"/>
                    <a:pt x="103896" y="48936"/>
                    <a:pt x="104145" y="48811"/>
                  </a:cubicBezTo>
                  <a:cubicBezTo>
                    <a:pt x="104145" y="48811"/>
                    <a:pt x="104169" y="48811"/>
                    <a:pt x="104169" y="48787"/>
                  </a:cubicBezTo>
                  <a:cubicBezTo>
                    <a:pt x="104219" y="48787"/>
                    <a:pt x="104244" y="48762"/>
                    <a:pt x="104269" y="48762"/>
                  </a:cubicBezTo>
                  <a:cubicBezTo>
                    <a:pt x="104543" y="48637"/>
                    <a:pt x="104866" y="48513"/>
                    <a:pt x="105140" y="48363"/>
                  </a:cubicBezTo>
                  <a:cubicBezTo>
                    <a:pt x="105389" y="48239"/>
                    <a:pt x="105638" y="48065"/>
                    <a:pt x="105887" y="47940"/>
                  </a:cubicBezTo>
                  <a:lnTo>
                    <a:pt x="105912" y="47940"/>
                  </a:lnTo>
                  <a:cubicBezTo>
                    <a:pt x="106111" y="47866"/>
                    <a:pt x="106260" y="47766"/>
                    <a:pt x="106459" y="47667"/>
                  </a:cubicBezTo>
                  <a:cubicBezTo>
                    <a:pt x="106609" y="47567"/>
                    <a:pt x="106758" y="47517"/>
                    <a:pt x="106908" y="47418"/>
                  </a:cubicBezTo>
                  <a:cubicBezTo>
                    <a:pt x="107007" y="47368"/>
                    <a:pt x="107082" y="47318"/>
                    <a:pt x="107156" y="47268"/>
                  </a:cubicBezTo>
                  <a:cubicBezTo>
                    <a:pt x="107331" y="47169"/>
                    <a:pt x="107480" y="47044"/>
                    <a:pt x="107654" y="46945"/>
                  </a:cubicBezTo>
                  <a:cubicBezTo>
                    <a:pt x="107953" y="46770"/>
                    <a:pt x="108227" y="46621"/>
                    <a:pt x="108476" y="46447"/>
                  </a:cubicBezTo>
                  <a:close/>
                  <a:moveTo>
                    <a:pt x="108774" y="48413"/>
                  </a:moveTo>
                  <a:lnTo>
                    <a:pt x="108774" y="48488"/>
                  </a:lnTo>
                  <a:cubicBezTo>
                    <a:pt x="106733" y="53267"/>
                    <a:pt x="104095" y="58121"/>
                    <a:pt x="100909" y="62925"/>
                  </a:cubicBezTo>
                  <a:lnTo>
                    <a:pt x="100859" y="62925"/>
                  </a:lnTo>
                  <a:cubicBezTo>
                    <a:pt x="104020" y="58121"/>
                    <a:pt x="106708" y="53242"/>
                    <a:pt x="108774" y="48413"/>
                  </a:cubicBezTo>
                  <a:close/>
                  <a:moveTo>
                    <a:pt x="67281" y="57598"/>
                  </a:moveTo>
                  <a:cubicBezTo>
                    <a:pt x="68202" y="59067"/>
                    <a:pt x="69695" y="60859"/>
                    <a:pt x="71637" y="62875"/>
                  </a:cubicBezTo>
                  <a:cubicBezTo>
                    <a:pt x="71637" y="62925"/>
                    <a:pt x="71587" y="62925"/>
                    <a:pt x="71587" y="62950"/>
                  </a:cubicBezTo>
                  <a:cubicBezTo>
                    <a:pt x="69670" y="60933"/>
                    <a:pt x="68177" y="59116"/>
                    <a:pt x="67206" y="57648"/>
                  </a:cubicBezTo>
                  <a:lnTo>
                    <a:pt x="67281" y="57598"/>
                  </a:lnTo>
                  <a:close/>
                  <a:moveTo>
                    <a:pt x="75819" y="56826"/>
                  </a:moveTo>
                  <a:cubicBezTo>
                    <a:pt x="75819" y="56826"/>
                    <a:pt x="75868" y="56826"/>
                    <a:pt x="75868" y="56851"/>
                  </a:cubicBezTo>
                  <a:lnTo>
                    <a:pt x="75893" y="56851"/>
                  </a:lnTo>
                  <a:cubicBezTo>
                    <a:pt x="75843" y="57001"/>
                    <a:pt x="75744" y="57125"/>
                    <a:pt x="75669" y="57274"/>
                  </a:cubicBezTo>
                  <a:cubicBezTo>
                    <a:pt x="75619" y="57399"/>
                    <a:pt x="75545" y="57498"/>
                    <a:pt x="75495" y="57623"/>
                  </a:cubicBezTo>
                  <a:cubicBezTo>
                    <a:pt x="75395" y="57822"/>
                    <a:pt x="75271" y="57996"/>
                    <a:pt x="75171" y="58195"/>
                  </a:cubicBezTo>
                  <a:cubicBezTo>
                    <a:pt x="75122" y="58320"/>
                    <a:pt x="75047" y="58444"/>
                    <a:pt x="74972" y="58519"/>
                  </a:cubicBezTo>
                  <a:cubicBezTo>
                    <a:pt x="74773" y="58843"/>
                    <a:pt x="74549" y="59141"/>
                    <a:pt x="74375" y="59465"/>
                  </a:cubicBezTo>
                  <a:cubicBezTo>
                    <a:pt x="74176" y="59764"/>
                    <a:pt x="74001" y="60087"/>
                    <a:pt x="73777" y="60361"/>
                  </a:cubicBezTo>
                  <a:cubicBezTo>
                    <a:pt x="73603" y="60684"/>
                    <a:pt x="73354" y="60958"/>
                    <a:pt x="73155" y="61257"/>
                  </a:cubicBezTo>
                  <a:cubicBezTo>
                    <a:pt x="72931" y="61581"/>
                    <a:pt x="72757" y="61854"/>
                    <a:pt x="72533" y="62178"/>
                  </a:cubicBezTo>
                  <a:cubicBezTo>
                    <a:pt x="72508" y="62203"/>
                    <a:pt x="72508" y="62228"/>
                    <a:pt x="72483" y="62253"/>
                  </a:cubicBezTo>
                  <a:cubicBezTo>
                    <a:pt x="72284" y="62502"/>
                    <a:pt x="72110" y="62726"/>
                    <a:pt x="71911" y="62950"/>
                  </a:cubicBezTo>
                  <a:lnTo>
                    <a:pt x="71886" y="62925"/>
                  </a:lnTo>
                  <a:cubicBezTo>
                    <a:pt x="73429" y="60884"/>
                    <a:pt x="74773" y="58843"/>
                    <a:pt x="75819" y="56826"/>
                  </a:cubicBezTo>
                  <a:close/>
                  <a:moveTo>
                    <a:pt x="108874" y="48936"/>
                  </a:moveTo>
                  <a:lnTo>
                    <a:pt x="108874" y="49036"/>
                  </a:lnTo>
                  <a:cubicBezTo>
                    <a:pt x="108899" y="49235"/>
                    <a:pt x="108899" y="49409"/>
                    <a:pt x="108899" y="49558"/>
                  </a:cubicBezTo>
                  <a:cubicBezTo>
                    <a:pt x="108949" y="49882"/>
                    <a:pt x="108949" y="50156"/>
                    <a:pt x="108973" y="50479"/>
                  </a:cubicBezTo>
                  <a:lnTo>
                    <a:pt x="108973" y="50554"/>
                  </a:lnTo>
                  <a:lnTo>
                    <a:pt x="108973" y="50853"/>
                  </a:lnTo>
                  <a:lnTo>
                    <a:pt x="108973" y="51923"/>
                  </a:lnTo>
                  <a:lnTo>
                    <a:pt x="108973" y="52222"/>
                  </a:lnTo>
                  <a:lnTo>
                    <a:pt x="108874" y="53416"/>
                  </a:lnTo>
                  <a:cubicBezTo>
                    <a:pt x="108874" y="53491"/>
                    <a:pt x="108874" y="53591"/>
                    <a:pt x="108849" y="53640"/>
                  </a:cubicBezTo>
                  <a:cubicBezTo>
                    <a:pt x="108824" y="54088"/>
                    <a:pt x="108749" y="54512"/>
                    <a:pt x="108700" y="54960"/>
                  </a:cubicBezTo>
                  <a:cubicBezTo>
                    <a:pt x="108700" y="55009"/>
                    <a:pt x="108700" y="55034"/>
                    <a:pt x="108650" y="55109"/>
                  </a:cubicBezTo>
                  <a:lnTo>
                    <a:pt x="108650" y="55134"/>
                  </a:lnTo>
                  <a:cubicBezTo>
                    <a:pt x="108600" y="55607"/>
                    <a:pt x="108501" y="56080"/>
                    <a:pt x="108401" y="56577"/>
                  </a:cubicBezTo>
                  <a:lnTo>
                    <a:pt x="108401" y="56602"/>
                  </a:lnTo>
                  <a:lnTo>
                    <a:pt x="108401" y="56627"/>
                  </a:lnTo>
                  <a:lnTo>
                    <a:pt x="108401" y="56702"/>
                  </a:lnTo>
                  <a:cubicBezTo>
                    <a:pt x="108301" y="57200"/>
                    <a:pt x="108202" y="57722"/>
                    <a:pt x="108052" y="58245"/>
                  </a:cubicBezTo>
                  <a:cubicBezTo>
                    <a:pt x="107654" y="59515"/>
                    <a:pt x="107256" y="60859"/>
                    <a:pt x="106758" y="62228"/>
                  </a:cubicBezTo>
                  <a:cubicBezTo>
                    <a:pt x="105016" y="62701"/>
                    <a:pt x="103124" y="62925"/>
                    <a:pt x="101158" y="62950"/>
                  </a:cubicBezTo>
                  <a:cubicBezTo>
                    <a:pt x="104219" y="58320"/>
                    <a:pt x="106833" y="53615"/>
                    <a:pt x="108874" y="48936"/>
                  </a:cubicBezTo>
                  <a:close/>
                  <a:moveTo>
                    <a:pt x="51127" y="59714"/>
                  </a:moveTo>
                  <a:lnTo>
                    <a:pt x="51127" y="59714"/>
                  </a:lnTo>
                  <a:cubicBezTo>
                    <a:pt x="51027" y="59863"/>
                    <a:pt x="50952" y="59988"/>
                    <a:pt x="50828" y="60112"/>
                  </a:cubicBezTo>
                  <a:cubicBezTo>
                    <a:pt x="50828" y="60137"/>
                    <a:pt x="50778" y="60137"/>
                    <a:pt x="50778" y="60187"/>
                  </a:cubicBezTo>
                  <a:cubicBezTo>
                    <a:pt x="50654" y="60311"/>
                    <a:pt x="50529" y="60460"/>
                    <a:pt x="50405" y="60585"/>
                  </a:cubicBezTo>
                  <a:cubicBezTo>
                    <a:pt x="50031" y="60983"/>
                    <a:pt x="49708" y="61431"/>
                    <a:pt x="49359" y="61829"/>
                  </a:cubicBezTo>
                  <a:cubicBezTo>
                    <a:pt x="49260" y="61929"/>
                    <a:pt x="49210" y="62004"/>
                    <a:pt x="49110" y="62128"/>
                  </a:cubicBezTo>
                  <a:cubicBezTo>
                    <a:pt x="48861" y="62427"/>
                    <a:pt x="48637" y="62701"/>
                    <a:pt x="48413" y="62999"/>
                  </a:cubicBezTo>
                  <a:lnTo>
                    <a:pt x="48388" y="62999"/>
                  </a:lnTo>
                  <a:cubicBezTo>
                    <a:pt x="49235" y="61879"/>
                    <a:pt x="50156" y="60809"/>
                    <a:pt x="51127" y="59714"/>
                  </a:cubicBezTo>
                  <a:close/>
                  <a:moveTo>
                    <a:pt x="40672" y="59515"/>
                  </a:moveTo>
                  <a:cubicBezTo>
                    <a:pt x="41170" y="59838"/>
                    <a:pt x="41643" y="60112"/>
                    <a:pt x="42116" y="60386"/>
                  </a:cubicBezTo>
                  <a:cubicBezTo>
                    <a:pt x="41668" y="61307"/>
                    <a:pt x="41270" y="62203"/>
                    <a:pt x="40921" y="63099"/>
                  </a:cubicBezTo>
                  <a:cubicBezTo>
                    <a:pt x="40349" y="62551"/>
                    <a:pt x="39776" y="62004"/>
                    <a:pt x="39154" y="61481"/>
                  </a:cubicBezTo>
                  <a:cubicBezTo>
                    <a:pt x="39652" y="60834"/>
                    <a:pt x="40150" y="60187"/>
                    <a:pt x="40672" y="59515"/>
                  </a:cubicBezTo>
                  <a:close/>
                  <a:moveTo>
                    <a:pt x="42614" y="60386"/>
                  </a:moveTo>
                  <a:cubicBezTo>
                    <a:pt x="44605" y="61556"/>
                    <a:pt x="46422" y="62477"/>
                    <a:pt x="47990" y="63074"/>
                  </a:cubicBezTo>
                  <a:cubicBezTo>
                    <a:pt x="47990" y="63099"/>
                    <a:pt x="47990" y="63099"/>
                    <a:pt x="47965" y="63124"/>
                  </a:cubicBezTo>
                  <a:cubicBezTo>
                    <a:pt x="46397" y="62551"/>
                    <a:pt x="44555" y="61630"/>
                    <a:pt x="42564" y="60460"/>
                  </a:cubicBezTo>
                  <a:cubicBezTo>
                    <a:pt x="42564" y="60436"/>
                    <a:pt x="42614" y="60436"/>
                    <a:pt x="42614" y="60386"/>
                  </a:cubicBezTo>
                  <a:close/>
                  <a:moveTo>
                    <a:pt x="97026" y="62850"/>
                  </a:moveTo>
                  <a:cubicBezTo>
                    <a:pt x="98196" y="62999"/>
                    <a:pt x="99365" y="63099"/>
                    <a:pt x="100510" y="63099"/>
                  </a:cubicBezTo>
                  <a:cubicBezTo>
                    <a:pt x="100510" y="63124"/>
                    <a:pt x="100486" y="63124"/>
                    <a:pt x="100486" y="63174"/>
                  </a:cubicBezTo>
                  <a:cubicBezTo>
                    <a:pt x="99316" y="63124"/>
                    <a:pt x="98171" y="63049"/>
                    <a:pt x="97026" y="62925"/>
                  </a:cubicBezTo>
                  <a:lnTo>
                    <a:pt x="97026" y="62850"/>
                  </a:lnTo>
                  <a:close/>
                  <a:moveTo>
                    <a:pt x="100784" y="63099"/>
                  </a:moveTo>
                  <a:cubicBezTo>
                    <a:pt x="100759" y="63124"/>
                    <a:pt x="100759" y="63174"/>
                    <a:pt x="100735" y="63174"/>
                  </a:cubicBezTo>
                  <a:lnTo>
                    <a:pt x="100660" y="63174"/>
                  </a:lnTo>
                  <a:cubicBezTo>
                    <a:pt x="100660" y="63124"/>
                    <a:pt x="100685" y="63124"/>
                    <a:pt x="100735" y="63099"/>
                  </a:cubicBezTo>
                  <a:close/>
                  <a:moveTo>
                    <a:pt x="106659" y="62427"/>
                  </a:moveTo>
                  <a:cubicBezTo>
                    <a:pt x="106659" y="62452"/>
                    <a:pt x="106634" y="62477"/>
                    <a:pt x="106634" y="62477"/>
                  </a:cubicBezTo>
                  <a:cubicBezTo>
                    <a:pt x="104916" y="62925"/>
                    <a:pt x="103000" y="63174"/>
                    <a:pt x="100983" y="63174"/>
                  </a:cubicBezTo>
                  <a:cubicBezTo>
                    <a:pt x="101008" y="63174"/>
                    <a:pt x="101033" y="63124"/>
                    <a:pt x="101033" y="63099"/>
                  </a:cubicBezTo>
                  <a:cubicBezTo>
                    <a:pt x="103024" y="63099"/>
                    <a:pt x="104916" y="62875"/>
                    <a:pt x="106659" y="62427"/>
                  </a:cubicBezTo>
                  <a:close/>
                  <a:moveTo>
                    <a:pt x="51276" y="59963"/>
                  </a:moveTo>
                  <a:cubicBezTo>
                    <a:pt x="51276" y="59988"/>
                    <a:pt x="51326" y="60062"/>
                    <a:pt x="51375" y="60112"/>
                  </a:cubicBezTo>
                  <a:cubicBezTo>
                    <a:pt x="50579" y="61133"/>
                    <a:pt x="49782" y="62203"/>
                    <a:pt x="49110" y="63248"/>
                  </a:cubicBezTo>
                  <a:cubicBezTo>
                    <a:pt x="48961" y="63198"/>
                    <a:pt x="48762" y="63124"/>
                    <a:pt x="48588" y="63099"/>
                  </a:cubicBezTo>
                  <a:cubicBezTo>
                    <a:pt x="48762" y="62875"/>
                    <a:pt x="48961" y="62626"/>
                    <a:pt x="49135" y="62427"/>
                  </a:cubicBezTo>
                  <a:lnTo>
                    <a:pt x="49160" y="62377"/>
                  </a:lnTo>
                  <a:lnTo>
                    <a:pt x="49733" y="61730"/>
                  </a:lnTo>
                  <a:cubicBezTo>
                    <a:pt x="49982" y="61456"/>
                    <a:pt x="50230" y="61133"/>
                    <a:pt x="50479" y="60859"/>
                  </a:cubicBezTo>
                  <a:lnTo>
                    <a:pt x="51127" y="60112"/>
                  </a:lnTo>
                  <a:cubicBezTo>
                    <a:pt x="51201" y="60062"/>
                    <a:pt x="51226" y="59988"/>
                    <a:pt x="51276" y="59963"/>
                  </a:cubicBezTo>
                  <a:close/>
                  <a:moveTo>
                    <a:pt x="39054" y="61630"/>
                  </a:moveTo>
                  <a:cubicBezTo>
                    <a:pt x="39677" y="62178"/>
                    <a:pt x="40299" y="62726"/>
                    <a:pt x="40871" y="63298"/>
                  </a:cubicBezTo>
                  <a:cubicBezTo>
                    <a:pt x="40871" y="63323"/>
                    <a:pt x="40822" y="63323"/>
                    <a:pt x="40822" y="63348"/>
                  </a:cubicBezTo>
                  <a:cubicBezTo>
                    <a:pt x="40274" y="62750"/>
                    <a:pt x="39652" y="62228"/>
                    <a:pt x="39029" y="61680"/>
                  </a:cubicBezTo>
                  <a:lnTo>
                    <a:pt x="39054" y="61630"/>
                  </a:lnTo>
                  <a:close/>
                  <a:moveTo>
                    <a:pt x="42365" y="60560"/>
                  </a:moveTo>
                  <a:cubicBezTo>
                    <a:pt x="42365" y="60560"/>
                    <a:pt x="42390" y="60560"/>
                    <a:pt x="42390" y="60585"/>
                  </a:cubicBezTo>
                  <a:cubicBezTo>
                    <a:pt x="41917" y="61506"/>
                    <a:pt x="41519" y="62427"/>
                    <a:pt x="41170" y="63348"/>
                  </a:cubicBezTo>
                  <a:lnTo>
                    <a:pt x="41145" y="63323"/>
                  </a:lnTo>
                  <a:lnTo>
                    <a:pt x="41120" y="63298"/>
                  </a:lnTo>
                  <a:cubicBezTo>
                    <a:pt x="41120" y="63198"/>
                    <a:pt x="41145" y="63124"/>
                    <a:pt x="41170" y="63074"/>
                  </a:cubicBezTo>
                  <a:cubicBezTo>
                    <a:pt x="41245" y="62950"/>
                    <a:pt x="41295" y="62800"/>
                    <a:pt x="41319" y="62676"/>
                  </a:cubicBezTo>
                  <a:lnTo>
                    <a:pt x="41519" y="62203"/>
                  </a:lnTo>
                  <a:cubicBezTo>
                    <a:pt x="41543" y="62103"/>
                    <a:pt x="41618" y="61979"/>
                    <a:pt x="41668" y="61879"/>
                  </a:cubicBezTo>
                  <a:cubicBezTo>
                    <a:pt x="41767" y="61705"/>
                    <a:pt x="41867" y="61481"/>
                    <a:pt x="41942" y="61307"/>
                  </a:cubicBezTo>
                  <a:cubicBezTo>
                    <a:pt x="41991" y="61232"/>
                    <a:pt x="42016" y="61133"/>
                    <a:pt x="42066" y="61083"/>
                  </a:cubicBezTo>
                  <a:cubicBezTo>
                    <a:pt x="42166" y="60884"/>
                    <a:pt x="42240" y="60734"/>
                    <a:pt x="42315" y="60560"/>
                  </a:cubicBezTo>
                  <a:close/>
                  <a:moveTo>
                    <a:pt x="51475" y="60311"/>
                  </a:moveTo>
                  <a:cubicBezTo>
                    <a:pt x="51475" y="60336"/>
                    <a:pt x="51500" y="60336"/>
                    <a:pt x="51500" y="60361"/>
                  </a:cubicBezTo>
                  <a:cubicBezTo>
                    <a:pt x="50728" y="61357"/>
                    <a:pt x="50006" y="62352"/>
                    <a:pt x="49334" y="63348"/>
                  </a:cubicBezTo>
                  <a:cubicBezTo>
                    <a:pt x="49285" y="63348"/>
                    <a:pt x="49285" y="63348"/>
                    <a:pt x="49260" y="63323"/>
                  </a:cubicBezTo>
                  <a:cubicBezTo>
                    <a:pt x="49957" y="62302"/>
                    <a:pt x="50703" y="61307"/>
                    <a:pt x="51475" y="60311"/>
                  </a:cubicBezTo>
                  <a:close/>
                  <a:moveTo>
                    <a:pt x="48463" y="63223"/>
                  </a:moveTo>
                  <a:cubicBezTo>
                    <a:pt x="48637" y="63298"/>
                    <a:pt x="48837" y="63348"/>
                    <a:pt x="48986" y="63422"/>
                  </a:cubicBezTo>
                  <a:cubicBezTo>
                    <a:pt x="48986" y="63447"/>
                    <a:pt x="48961" y="63447"/>
                    <a:pt x="48961" y="63472"/>
                  </a:cubicBezTo>
                  <a:cubicBezTo>
                    <a:pt x="48762" y="63422"/>
                    <a:pt x="48613" y="63348"/>
                    <a:pt x="48413" y="63298"/>
                  </a:cubicBezTo>
                  <a:cubicBezTo>
                    <a:pt x="48413" y="63248"/>
                    <a:pt x="48463" y="63248"/>
                    <a:pt x="48463" y="63223"/>
                  </a:cubicBezTo>
                  <a:close/>
                  <a:moveTo>
                    <a:pt x="76043" y="56951"/>
                  </a:moveTo>
                  <a:cubicBezTo>
                    <a:pt x="76491" y="57225"/>
                    <a:pt x="76963" y="57474"/>
                    <a:pt x="77412" y="57772"/>
                  </a:cubicBezTo>
                  <a:cubicBezTo>
                    <a:pt x="75868" y="59714"/>
                    <a:pt x="74225" y="61605"/>
                    <a:pt x="72483" y="63497"/>
                  </a:cubicBezTo>
                  <a:lnTo>
                    <a:pt x="72035" y="63074"/>
                  </a:lnTo>
                  <a:cubicBezTo>
                    <a:pt x="73628" y="61083"/>
                    <a:pt x="74972" y="58992"/>
                    <a:pt x="76043" y="56951"/>
                  </a:cubicBezTo>
                  <a:close/>
                  <a:moveTo>
                    <a:pt x="49160" y="63472"/>
                  </a:moveTo>
                  <a:cubicBezTo>
                    <a:pt x="49210" y="63472"/>
                    <a:pt x="49210" y="63472"/>
                    <a:pt x="49235" y="63497"/>
                  </a:cubicBezTo>
                  <a:cubicBezTo>
                    <a:pt x="49235" y="63547"/>
                    <a:pt x="49210" y="63547"/>
                    <a:pt x="49210" y="63572"/>
                  </a:cubicBezTo>
                  <a:cubicBezTo>
                    <a:pt x="49160" y="63547"/>
                    <a:pt x="49135" y="63547"/>
                    <a:pt x="49135" y="63547"/>
                  </a:cubicBezTo>
                  <a:cubicBezTo>
                    <a:pt x="49135" y="63497"/>
                    <a:pt x="49160" y="63497"/>
                    <a:pt x="49160" y="63472"/>
                  </a:cubicBezTo>
                  <a:close/>
                  <a:moveTo>
                    <a:pt x="51599" y="60510"/>
                  </a:moveTo>
                  <a:cubicBezTo>
                    <a:pt x="52247" y="61755"/>
                    <a:pt x="52471" y="62676"/>
                    <a:pt x="52147" y="63174"/>
                  </a:cubicBezTo>
                  <a:cubicBezTo>
                    <a:pt x="51978" y="63455"/>
                    <a:pt x="51604" y="63593"/>
                    <a:pt x="51063" y="63593"/>
                  </a:cubicBezTo>
                  <a:cubicBezTo>
                    <a:pt x="50646" y="63593"/>
                    <a:pt x="50130" y="63510"/>
                    <a:pt x="49533" y="63348"/>
                  </a:cubicBezTo>
                  <a:cubicBezTo>
                    <a:pt x="50156" y="62427"/>
                    <a:pt x="50853" y="61456"/>
                    <a:pt x="51599" y="60510"/>
                  </a:cubicBezTo>
                  <a:close/>
                  <a:moveTo>
                    <a:pt x="3435" y="63174"/>
                  </a:moveTo>
                  <a:lnTo>
                    <a:pt x="3435" y="63373"/>
                  </a:lnTo>
                  <a:cubicBezTo>
                    <a:pt x="3410" y="63447"/>
                    <a:pt x="3410" y="63547"/>
                    <a:pt x="3360" y="63597"/>
                  </a:cubicBezTo>
                  <a:lnTo>
                    <a:pt x="3360" y="63373"/>
                  </a:lnTo>
                  <a:cubicBezTo>
                    <a:pt x="3385" y="63323"/>
                    <a:pt x="3385" y="63248"/>
                    <a:pt x="3435" y="63174"/>
                  </a:cubicBezTo>
                  <a:close/>
                  <a:moveTo>
                    <a:pt x="52471" y="63099"/>
                  </a:moveTo>
                  <a:cubicBezTo>
                    <a:pt x="52471" y="63124"/>
                    <a:pt x="52446" y="63174"/>
                    <a:pt x="52396" y="63198"/>
                  </a:cubicBezTo>
                  <a:lnTo>
                    <a:pt x="52396" y="63223"/>
                  </a:lnTo>
                  <a:cubicBezTo>
                    <a:pt x="52396" y="63248"/>
                    <a:pt x="52371" y="63298"/>
                    <a:pt x="52371" y="63323"/>
                  </a:cubicBezTo>
                  <a:cubicBezTo>
                    <a:pt x="52321" y="63422"/>
                    <a:pt x="52247" y="63497"/>
                    <a:pt x="52147" y="63572"/>
                  </a:cubicBezTo>
                  <a:lnTo>
                    <a:pt x="52122" y="63572"/>
                  </a:lnTo>
                  <a:cubicBezTo>
                    <a:pt x="52122" y="63572"/>
                    <a:pt x="52097" y="63597"/>
                    <a:pt x="52072" y="63597"/>
                  </a:cubicBezTo>
                  <a:cubicBezTo>
                    <a:pt x="52197" y="63447"/>
                    <a:pt x="52321" y="63248"/>
                    <a:pt x="52471" y="63099"/>
                  </a:cubicBezTo>
                  <a:close/>
                  <a:moveTo>
                    <a:pt x="71935" y="63198"/>
                  </a:moveTo>
                  <a:lnTo>
                    <a:pt x="72359" y="63597"/>
                  </a:lnTo>
                  <a:cubicBezTo>
                    <a:pt x="72359" y="63622"/>
                    <a:pt x="72309" y="63622"/>
                    <a:pt x="72309" y="63622"/>
                  </a:cubicBezTo>
                  <a:lnTo>
                    <a:pt x="71920" y="63232"/>
                  </a:lnTo>
                  <a:lnTo>
                    <a:pt x="71920" y="63232"/>
                  </a:lnTo>
                  <a:cubicBezTo>
                    <a:pt x="71927" y="63228"/>
                    <a:pt x="71935" y="63213"/>
                    <a:pt x="71935" y="63198"/>
                  </a:cubicBezTo>
                  <a:close/>
                  <a:moveTo>
                    <a:pt x="77586" y="57872"/>
                  </a:moveTo>
                  <a:cubicBezTo>
                    <a:pt x="77611" y="57872"/>
                    <a:pt x="77611" y="57897"/>
                    <a:pt x="77636" y="57897"/>
                  </a:cubicBezTo>
                  <a:cubicBezTo>
                    <a:pt x="76092" y="59863"/>
                    <a:pt x="74425" y="61805"/>
                    <a:pt x="72682" y="63671"/>
                  </a:cubicBezTo>
                  <a:lnTo>
                    <a:pt x="72657" y="63622"/>
                  </a:lnTo>
                  <a:cubicBezTo>
                    <a:pt x="74375" y="61730"/>
                    <a:pt x="76018" y="59813"/>
                    <a:pt x="77586" y="57872"/>
                  </a:cubicBezTo>
                  <a:close/>
                  <a:moveTo>
                    <a:pt x="86323" y="59913"/>
                  </a:moveTo>
                  <a:cubicBezTo>
                    <a:pt x="87094" y="60286"/>
                    <a:pt x="87866" y="60610"/>
                    <a:pt x="88687" y="60909"/>
                  </a:cubicBezTo>
                  <a:cubicBezTo>
                    <a:pt x="87965" y="61879"/>
                    <a:pt x="87244" y="62825"/>
                    <a:pt x="86497" y="63746"/>
                  </a:cubicBezTo>
                  <a:cubicBezTo>
                    <a:pt x="86049" y="63373"/>
                    <a:pt x="85601" y="63024"/>
                    <a:pt x="85128" y="62676"/>
                  </a:cubicBezTo>
                  <a:cubicBezTo>
                    <a:pt x="85576" y="61730"/>
                    <a:pt x="85974" y="60834"/>
                    <a:pt x="86323" y="59913"/>
                  </a:cubicBezTo>
                  <a:close/>
                  <a:moveTo>
                    <a:pt x="72508" y="63796"/>
                  </a:moveTo>
                  <a:lnTo>
                    <a:pt x="72533" y="63821"/>
                  </a:lnTo>
                  <a:cubicBezTo>
                    <a:pt x="72533" y="63846"/>
                    <a:pt x="72508" y="63846"/>
                    <a:pt x="72508" y="63846"/>
                  </a:cubicBezTo>
                  <a:lnTo>
                    <a:pt x="72458" y="63821"/>
                  </a:lnTo>
                  <a:cubicBezTo>
                    <a:pt x="72458" y="63796"/>
                    <a:pt x="72508" y="63796"/>
                    <a:pt x="72508" y="63796"/>
                  </a:cubicBezTo>
                  <a:close/>
                  <a:moveTo>
                    <a:pt x="49384" y="63547"/>
                  </a:moveTo>
                  <a:cubicBezTo>
                    <a:pt x="50038" y="63714"/>
                    <a:pt x="50581" y="63798"/>
                    <a:pt x="51023" y="63798"/>
                  </a:cubicBezTo>
                  <a:cubicBezTo>
                    <a:pt x="51305" y="63798"/>
                    <a:pt x="51546" y="63764"/>
                    <a:pt x="51749" y="63696"/>
                  </a:cubicBezTo>
                  <a:lnTo>
                    <a:pt x="51749" y="63696"/>
                  </a:lnTo>
                  <a:cubicBezTo>
                    <a:pt x="51724" y="63721"/>
                    <a:pt x="51699" y="63746"/>
                    <a:pt x="51699" y="63796"/>
                  </a:cubicBezTo>
                  <a:cubicBezTo>
                    <a:pt x="51500" y="63846"/>
                    <a:pt x="51276" y="63871"/>
                    <a:pt x="51002" y="63871"/>
                  </a:cubicBezTo>
                  <a:cubicBezTo>
                    <a:pt x="50579" y="63871"/>
                    <a:pt x="50006" y="63796"/>
                    <a:pt x="49359" y="63597"/>
                  </a:cubicBezTo>
                  <a:cubicBezTo>
                    <a:pt x="49359" y="63572"/>
                    <a:pt x="49384" y="63572"/>
                    <a:pt x="49384" y="63547"/>
                  </a:cubicBezTo>
                  <a:close/>
                  <a:moveTo>
                    <a:pt x="88837" y="61008"/>
                  </a:moveTo>
                  <a:cubicBezTo>
                    <a:pt x="88861" y="61008"/>
                    <a:pt x="88861" y="61008"/>
                    <a:pt x="88911" y="61058"/>
                  </a:cubicBezTo>
                  <a:cubicBezTo>
                    <a:pt x="88189" y="62004"/>
                    <a:pt x="87443" y="62950"/>
                    <a:pt x="86696" y="63920"/>
                  </a:cubicBezTo>
                  <a:cubicBezTo>
                    <a:pt x="86671" y="63920"/>
                    <a:pt x="86671" y="63871"/>
                    <a:pt x="86621" y="63871"/>
                  </a:cubicBezTo>
                  <a:cubicBezTo>
                    <a:pt x="87368" y="62950"/>
                    <a:pt x="88115" y="61979"/>
                    <a:pt x="88837" y="61008"/>
                  </a:cubicBezTo>
                  <a:close/>
                  <a:moveTo>
                    <a:pt x="85053" y="62850"/>
                  </a:moveTo>
                  <a:cubicBezTo>
                    <a:pt x="85476" y="63198"/>
                    <a:pt x="85949" y="63572"/>
                    <a:pt x="86372" y="63920"/>
                  </a:cubicBezTo>
                  <a:cubicBezTo>
                    <a:pt x="86372" y="63945"/>
                    <a:pt x="86347" y="63945"/>
                    <a:pt x="86347" y="63970"/>
                  </a:cubicBezTo>
                  <a:cubicBezTo>
                    <a:pt x="85924" y="63597"/>
                    <a:pt x="85451" y="63248"/>
                    <a:pt x="85003" y="62925"/>
                  </a:cubicBezTo>
                  <a:cubicBezTo>
                    <a:pt x="85003" y="62875"/>
                    <a:pt x="85053" y="62875"/>
                    <a:pt x="85053" y="62850"/>
                  </a:cubicBezTo>
                  <a:close/>
                  <a:moveTo>
                    <a:pt x="86497" y="64045"/>
                  </a:moveTo>
                  <a:cubicBezTo>
                    <a:pt x="86547" y="64045"/>
                    <a:pt x="86571" y="64045"/>
                    <a:pt x="86571" y="64070"/>
                  </a:cubicBezTo>
                  <a:cubicBezTo>
                    <a:pt x="86571" y="64095"/>
                    <a:pt x="86522" y="64095"/>
                    <a:pt x="86522" y="64119"/>
                  </a:cubicBezTo>
                  <a:cubicBezTo>
                    <a:pt x="86497" y="64119"/>
                    <a:pt x="86497" y="64095"/>
                    <a:pt x="86472" y="64095"/>
                  </a:cubicBezTo>
                  <a:cubicBezTo>
                    <a:pt x="86472" y="64070"/>
                    <a:pt x="86497" y="64070"/>
                    <a:pt x="86497" y="64045"/>
                  </a:cubicBezTo>
                  <a:close/>
                  <a:moveTo>
                    <a:pt x="7019" y="56851"/>
                  </a:moveTo>
                  <a:lnTo>
                    <a:pt x="7019" y="56851"/>
                  </a:lnTo>
                  <a:cubicBezTo>
                    <a:pt x="5725" y="59365"/>
                    <a:pt x="4605" y="61879"/>
                    <a:pt x="3684" y="64343"/>
                  </a:cubicBezTo>
                  <a:cubicBezTo>
                    <a:pt x="3659" y="64045"/>
                    <a:pt x="3609" y="63721"/>
                    <a:pt x="3609" y="63373"/>
                  </a:cubicBezTo>
                  <a:cubicBezTo>
                    <a:pt x="4033" y="61879"/>
                    <a:pt x="4481" y="60336"/>
                    <a:pt x="5078" y="58768"/>
                  </a:cubicBezTo>
                  <a:cubicBezTo>
                    <a:pt x="5601" y="58046"/>
                    <a:pt x="6223" y="57399"/>
                    <a:pt x="7019" y="56851"/>
                  </a:cubicBezTo>
                  <a:close/>
                  <a:moveTo>
                    <a:pt x="3460" y="63970"/>
                  </a:moveTo>
                  <a:cubicBezTo>
                    <a:pt x="3485" y="64244"/>
                    <a:pt x="3535" y="64468"/>
                    <a:pt x="3560" y="64717"/>
                  </a:cubicBezTo>
                  <a:cubicBezTo>
                    <a:pt x="3560" y="64742"/>
                    <a:pt x="3535" y="64816"/>
                    <a:pt x="3535" y="64841"/>
                  </a:cubicBezTo>
                  <a:cubicBezTo>
                    <a:pt x="3485" y="64617"/>
                    <a:pt x="3460" y="64368"/>
                    <a:pt x="3435" y="64169"/>
                  </a:cubicBezTo>
                  <a:cubicBezTo>
                    <a:pt x="3435" y="64095"/>
                    <a:pt x="3460" y="64045"/>
                    <a:pt x="3460" y="63970"/>
                  </a:cubicBezTo>
                  <a:close/>
                  <a:moveTo>
                    <a:pt x="7443" y="56528"/>
                  </a:moveTo>
                  <a:cubicBezTo>
                    <a:pt x="6024" y="59340"/>
                    <a:pt x="4779" y="62128"/>
                    <a:pt x="3784" y="64841"/>
                  </a:cubicBezTo>
                  <a:cubicBezTo>
                    <a:pt x="3784" y="64816"/>
                    <a:pt x="3734" y="64742"/>
                    <a:pt x="3734" y="64717"/>
                  </a:cubicBezTo>
                  <a:cubicBezTo>
                    <a:pt x="4729" y="62053"/>
                    <a:pt x="5949" y="59340"/>
                    <a:pt x="7318" y="56602"/>
                  </a:cubicBezTo>
                  <a:cubicBezTo>
                    <a:pt x="7343" y="56577"/>
                    <a:pt x="7393" y="56528"/>
                    <a:pt x="7443" y="56528"/>
                  </a:cubicBezTo>
                  <a:close/>
                  <a:moveTo>
                    <a:pt x="3609" y="65090"/>
                  </a:moveTo>
                  <a:cubicBezTo>
                    <a:pt x="3609" y="65115"/>
                    <a:pt x="3609" y="65165"/>
                    <a:pt x="3659" y="65215"/>
                  </a:cubicBezTo>
                  <a:cubicBezTo>
                    <a:pt x="3659" y="65240"/>
                    <a:pt x="3609" y="65314"/>
                    <a:pt x="3609" y="65339"/>
                  </a:cubicBezTo>
                  <a:cubicBezTo>
                    <a:pt x="3609" y="65314"/>
                    <a:pt x="3609" y="65240"/>
                    <a:pt x="3584" y="65215"/>
                  </a:cubicBezTo>
                  <a:cubicBezTo>
                    <a:pt x="3584" y="65190"/>
                    <a:pt x="3609" y="65115"/>
                    <a:pt x="3609" y="65090"/>
                  </a:cubicBezTo>
                  <a:close/>
                  <a:moveTo>
                    <a:pt x="65713" y="54039"/>
                  </a:moveTo>
                  <a:lnTo>
                    <a:pt x="65713" y="54113"/>
                  </a:lnTo>
                  <a:lnTo>
                    <a:pt x="65713" y="54163"/>
                  </a:lnTo>
                  <a:cubicBezTo>
                    <a:pt x="65713" y="54163"/>
                    <a:pt x="65713" y="54213"/>
                    <a:pt x="65688" y="54213"/>
                  </a:cubicBezTo>
                  <a:cubicBezTo>
                    <a:pt x="65538" y="54387"/>
                    <a:pt x="65414" y="54536"/>
                    <a:pt x="65290" y="54711"/>
                  </a:cubicBezTo>
                  <a:cubicBezTo>
                    <a:pt x="64045" y="56204"/>
                    <a:pt x="62701" y="57623"/>
                    <a:pt x="61307" y="59017"/>
                  </a:cubicBezTo>
                  <a:cubicBezTo>
                    <a:pt x="60635" y="59639"/>
                    <a:pt x="59938" y="60336"/>
                    <a:pt x="59191" y="61008"/>
                  </a:cubicBezTo>
                  <a:cubicBezTo>
                    <a:pt x="58992" y="61207"/>
                    <a:pt x="58768" y="61381"/>
                    <a:pt x="58569" y="61581"/>
                  </a:cubicBezTo>
                  <a:cubicBezTo>
                    <a:pt x="58196" y="61929"/>
                    <a:pt x="57847" y="62228"/>
                    <a:pt x="57499" y="62551"/>
                  </a:cubicBezTo>
                  <a:cubicBezTo>
                    <a:pt x="57399" y="62626"/>
                    <a:pt x="57324" y="62726"/>
                    <a:pt x="57225" y="62800"/>
                  </a:cubicBezTo>
                  <a:lnTo>
                    <a:pt x="57200" y="62825"/>
                  </a:lnTo>
                  <a:cubicBezTo>
                    <a:pt x="56901" y="63049"/>
                    <a:pt x="56627" y="63248"/>
                    <a:pt x="56379" y="63497"/>
                  </a:cubicBezTo>
                  <a:cubicBezTo>
                    <a:pt x="55482" y="64219"/>
                    <a:pt x="54611" y="64916"/>
                    <a:pt x="53889" y="65439"/>
                  </a:cubicBezTo>
                  <a:cubicBezTo>
                    <a:pt x="53815" y="65439"/>
                    <a:pt x="53765" y="65464"/>
                    <a:pt x="53740" y="65464"/>
                  </a:cubicBezTo>
                  <a:lnTo>
                    <a:pt x="53616" y="65464"/>
                  </a:lnTo>
                  <a:cubicBezTo>
                    <a:pt x="53641" y="65439"/>
                    <a:pt x="53690" y="65414"/>
                    <a:pt x="53740" y="65364"/>
                  </a:cubicBezTo>
                  <a:cubicBezTo>
                    <a:pt x="53740" y="65364"/>
                    <a:pt x="53765" y="65364"/>
                    <a:pt x="53765" y="65339"/>
                  </a:cubicBezTo>
                  <a:cubicBezTo>
                    <a:pt x="53840" y="65289"/>
                    <a:pt x="53939" y="65240"/>
                    <a:pt x="53989" y="65190"/>
                  </a:cubicBezTo>
                  <a:cubicBezTo>
                    <a:pt x="54188" y="65040"/>
                    <a:pt x="54362" y="64891"/>
                    <a:pt x="54561" y="64767"/>
                  </a:cubicBezTo>
                  <a:cubicBezTo>
                    <a:pt x="54810" y="64592"/>
                    <a:pt x="55010" y="64443"/>
                    <a:pt x="55234" y="64244"/>
                  </a:cubicBezTo>
                  <a:lnTo>
                    <a:pt x="55308" y="64219"/>
                  </a:lnTo>
                  <a:cubicBezTo>
                    <a:pt x="55358" y="64169"/>
                    <a:pt x="55433" y="64119"/>
                    <a:pt x="55482" y="64070"/>
                  </a:cubicBezTo>
                  <a:cubicBezTo>
                    <a:pt x="55557" y="64045"/>
                    <a:pt x="55582" y="63970"/>
                    <a:pt x="55632" y="63945"/>
                  </a:cubicBezTo>
                  <a:lnTo>
                    <a:pt x="56105" y="63572"/>
                  </a:lnTo>
                  <a:cubicBezTo>
                    <a:pt x="56453" y="63298"/>
                    <a:pt x="56827" y="62999"/>
                    <a:pt x="57125" y="62726"/>
                  </a:cubicBezTo>
                  <a:cubicBezTo>
                    <a:pt x="57225" y="62676"/>
                    <a:pt x="57324" y="62576"/>
                    <a:pt x="57374" y="62502"/>
                  </a:cubicBezTo>
                  <a:lnTo>
                    <a:pt x="57424" y="62502"/>
                  </a:lnTo>
                  <a:cubicBezTo>
                    <a:pt x="57797" y="62203"/>
                    <a:pt x="58196" y="61854"/>
                    <a:pt x="58544" y="61556"/>
                  </a:cubicBezTo>
                  <a:cubicBezTo>
                    <a:pt x="58793" y="61332"/>
                    <a:pt x="58992" y="61108"/>
                    <a:pt x="59241" y="60884"/>
                  </a:cubicBezTo>
                  <a:cubicBezTo>
                    <a:pt x="59316" y="60834"/>
                    <a:pt x="59415" y="60759"/>
                    <a:pt x="59465" y="60709"/>
                  </a:cubicBezTo>
                  <a:cubicBezTo>
                    <a:pt x="59490" y="60684"/>
                    <a:pt x="59565" y="60635"/>
                    <a:pt x="59589" y="60585"/>
                  </a:cubicBezTo>
                  <a:cubicBezTo>
                    <a:pt x="60311" y="59888"/>
                    <a:pt x="60809" y="59390"/>
                    <a:pt x="61207" y="59017"/>
                  </a:cubicBezTo>
                  <a:cubicBezTo>
                    <a:pt x="61257" y="58967"/>
                    <a:pt x="61357" y="58892"/>
                    <a:pt x="61431" y="58843"/>
                  </a:cubicBezTo>
                  <a:lnTo>
                    <a:pt x="61456" y="58818"/>
                  </a:lnTo>
                  <a:lnTo>
                    <a:pt x="61830" y="58444"/>
                  </a:lnTo>
                  <a:lnTo>
                    <a:pt x="61879" y="58370"/>
                  </a:lnTo>
                  <a:cubicBezTo>
                    <a:pt x="61979" y="58270"/>
                    <a:pt x="62079" y="58195"/>
                    <a:pt x="62128" y="58096"/>
                  </a:cubicBezTo>
                  <a:lnTo>
                    <a:pt x="62253" y="57971"/>
                  </a:lnTo>
                  <a:cubicBezTo>
                    <a:pt x="62751" y="57449"/>
                    <a:pt x="63448" y="56727"/>
                    <a:pt x="64244" y="55781"/>
                  </a:cubicBezTo>
                  <a:cubicBezTo>
                    <a:pt x="64319" y="55731"/>
                    <a:pt x="64369" y="55632"/>
                    <a:pt x="64443" y="55582"/>
                  </a:cubicBezTo>
                  <a:cubicBezTo>
                    <a:pt x="64493" y="55482"/>
                    <a:pt x="64593" y="55408"/>
                    <a:pt x="64667" y="55333"/>
                  </a:cubicBezTo>
                  <a:cubicBezTo>
                    <a:pt x="64717" y="55258"/>
                    <a:pt x="64742" y="55208"/>
                    <a:pt x="64817" y="55134"/>
                  </a:cubicBezTo>
                  <a:cubicBezTo>
                    <a:pt x="65041" y="54860"/>
                    <a:pt x="65240" y="54611"/>
                    <a:pt x="65439" y="54387"/>
                  </a:cubicBezTo>
                  <a:cubicBezTo>
                    <a:pt x="65464" y="54337"/>
                    <a:pt x="65538" y="54288"/>
                    <a:pt x="65563" y="54238"/>
                  </a:cubicBezTo>
                  <a:cubicBezTo>
                    <a:pt x="65613" y="54163"/>
                    <a:pt x="65663" y="54113"/>
                    <a:pt x="65713" y="54039"/>
                  </a:cubicBezTo>
                  <a:close/>
                  <a:moveTo>
                    <a:pt x="29197" y="56254"/>
                  </a:moveTo>
                  <a:cubicBezTo>
                    <a:pt x="29222" y="56254"/>
                    <a:pt x="29222" y="56279"/>
                    <a:pt x="29247" y="56279"/>
                  </a:cubicBezTo>
                  <a:cubicBezTo>
                    <a:pt x="26907" y="59465"/>
                    <a:pt x="24767" y="62701"/>
                    <a:pt x="22900" y="65912"/>
                  </a:cubicBezTo>
                  <a:lnTo>
                    <a:pt x="22850" y="65912"/>
                  </a:lnTo>
                  <a:cubicBezTo>
                    <a:pt x="24717" y="62701"/>
                    <a:pt x="26858" y="59465"/>
                    <a:pt x="29197" y="56254"/>
                  </a:cubicBezTo>
                  <a:close/>
                  <a:moveTo>
                    <a:pt x="53367" y="65737"/>
                  </a:moveTo>
                  <a:cubicBezTo>
                    <a:pt x="53342" y="65787"/>
                    <a:pt x="53267" y="65812"/>
                    <a:pt x="53242" y="65837"/>
                  </a:cubicBezTo>
                  <a:cubicBezTo>
                    <a:pt x="53217" y="65862"/>
                    <a:pt x="53192" y="65862"/>
                    <a:pt x="53143" y="65912"/>
                  </a:cubicBezTo>
                  <a:cubicBezTo>
                    <a:pt x="53118" y="65936"/>
                    <a:pt x="53043" y="65961"/>
                    <a:pt x="53018" y="65986"/>
                  </a:cubicBezTo>
                  <a:lnTo>
                    <a:pt x="52993" y="65961"/>
                  </a:lnTo>
                  <a:cubicBezTo>
                    <a:pt x="52993" y="65961"/>
                    <a:pt x="52993" y="65936"/>
                    <a:pt x="53018" y="65936"/>
                  </a:cubicBezTo>
                  <a:cubicBezTo>
                    <a:pt x="53043" y="65936"/>
                    <a:pt x="53043" y="65912"/>
                    <a:pt x="53093" y="65912"/>
                  </a:cubicBezTo>
                  <a:lnTo>
                    <a:pt x="53118" y="65862"/>
                  </a:lnTo>
                  <a:cubicBezTo>
                    <a:pt x="53143" y="65837"/>
                    <a:pt x="53168" y="65837"/>
                    <a:pt x="53217" y="65812"/>
                  </a:cubicBezTo>
                  <a:cubicBezTo>
                    <a:pt x="53242" y="65812"/>
                    <a:pt x="53317" y="65787"/>
                    <a:pt x="53367" y="65737"/>
                  </a:cubicBezTo>
                  <a:close/>
                  <a:moveTo>
                    <a:pt x="52869" y="66086"/>
                  </a:moveTo>
                  <a:lnTo>
                    <a:pt x="52869" y="66086"/>
                  </a:lnTo>
                  <a:cubicBezTo>
                    <a:pt x="52849" y="66106"/>
                    <a:pt x="52828" y="66126"/>
                    <a:pt x="52795" y="66133"/>
                  </a:cubicBezTo>
                  <a:lnTo>
                    <a:pt x="52795" y="66133"/>
                  </a:lnTo>
                  <a:cubicBezTo>
                    <a:pt x="52814" y="66121"/>
                    <a:pt x="52841" y="66100"/>
                    <a:pt x="52869" y="66086"/>
                  </a:cubicBezTo>
                  <a:close/>
                  <a:moveTo>
                    <a:pt x="21730" y="54337"/>
                  </a:moveTo>
                  <a:cubicBezTo>
                    <a:pt x="24194" y="54661"/>
                    <a:pt x="26634" y="55283"/>
                    <a:pt x="29048" y="56204"/>
                  </a:cubicBezTo>
                  <a:cubicBezTo>
                    <a:pt x="26683" y="59440"/>
                    <a:pt x="24518" y="62701"/>
                    <a:pt x="22626" y="65936"/>
                  </a:cubicBezTo>
                  <a:cubicBezTo>
                    <a:pt x="22452" y="65961"/>
                    <a:pt x="22253" y="65961"/>
                    <a:pt x="22079" y="65986"/>
                  </a:cubicBezTo>
                  <a:cubicBezTo>
                    <a:pt x="21655" y="66036"/>
                    <a:pt x="21257" y="66086"/>
                    <a:pt x="20884" y="66111"/>
                  </a:cubicBezTo>
                  <a:cubicBezTo>
                    <a:pt x="20759" y="66161"/>
                    <a:pt x="20635" y="66185"/>
                    <a:pt x="20486" y="66185"/>
                  </a:cubicBezTo>
                  <a:cubicBezTo>
                    <a:pt x="19664" y="62825"/>
                    <a:pt x="20137" y="58718"/>
                    <a:pt x="21730" y="54337"/>
                  </a:cubicBezTo>
                  <a:close/>
                  <a:moveTo>
                    <a:pt x="22776" y="66111"/>
                  </a:moveTo>
                  <a:cubicBezTo>
                    <a:pt x="22776" y="66161"/>
                    <a:pt x="22751" y="66161"/>
                    <a:pt x="22751" y="66185"/>
                  </a:cubicBezTo>
                  <a:lnTo>
                    <a:pt x="22701" y="66185"/>
                  </a:lnTo>
                  <a:cubicBezTo>
                    <a:pt x="22701" y="66161"/>
                    <a:pt x="22726" y="66161"/>
                    <a:pt x="22726" y="66111"/>
                  </a:cubicBezTo>
                  <a:close/>
                  <a:moveTo>
                    <a:pt x="21531" y="54288"/>
                  </a:moveTo>
                  <a:cubicBezTo>
                    <a:pt x="19988" y="58693"/>
                    <a:pt x="19490" y="62825"/>
                    <a:pt x="20311" y="66235"/>
                  </a:cubicBezTo>
                  <a:lnTo>
                    <a:pt x="20262" y="66235"/>
                  </a:lnTo>
                  <a:cubicBezTo>
                    <a:pt x="19415" y="62825"/>
                    <a:pt x="19888" y="58693"/>
                    <a:pt x="21481" y="54288"/>
                  </a:cubicBezTo>
                  <a:close/>
                  <a:moveTo>
                    <a:pt x="65663" y="54462"/>
                  </a:moveTo>
                  <a:cubicBezTo>
                    <a:pt x="65688" y="55084"/>
                    <a:pt x="65962" y="55856"/>
                    <a:pt x="66484" y="56777"/>
                  </a:cubicBezTo>
                  <a:cubicBezTo>
                    <a:pt x="63721" y="60236"/>
                    <a:pt x="60311" y="63522"/>
                    <a:pt x="56478" y="66285"/>
                  </a:cubicBezTo>
                  <a:cubicBezTo>
                    <a:pt x="55557" y="65787"/>
                    <a:pt x="54736" y="65488"/>
                    <a:pt x="54089" y="65464"/>
                  </a:cubicBezTo>
                  <a:cubicBezTo>
                    <a:pt x="54263" y="65314"/>
                    <a:pt x="54462" y="65190"/>
                    <a:pt x="54686" y="65040"/>
                  </a:cubicBezTo>
                  <a:cubicBezTo>
                    <a:pt x="54935" y="64841"/>
                    <a:pt x="55184" y="64667"/>
                    <a:pt x="55383" y="64468"/>
                  </a:cubicBezTo>
                  <a:lnTo>
                    <a:pt x="55458" y="64418"/>
                  </a:lnTo>
                  <a:cubicBezTo>
                    <a:pt x="55706" y="64219"/>
                    <a:pt x="55955" y="64045"/>
                    <a:pt x="56204" y="63821"/>
                  </a:cubicBezTo>
                  <a:cubicBezTo>
                    <a:pt x="56603" y="63497"/>
                    <a:pt x="57001" y="63174"/>
                    <a:pt x="57374" y="62850"/>
                  </a:cubicBezTo>
                  <a:cubicBezTo>
                    <a:pt x="58196" y="62178"/>
                    <a:pt x="58967" y="61481"/>
                    <a:pt x="59589" y="60884"/>
                  </a:cubicBezTo>
                  <a:cubicBezTo>
                    <a:pt x="59664" y="60859"/>
                    <a:pt x="59689" y="60784"/>
                    <a:pt x="59714" y="60759"/>
                  </a:cubicBezTo>
                  <a:cubicBezTo>
                    <a:pt x="60361" y="60137"/>
                    <a:pt x="60859" y="59664"/>
                    <a:pt x="61232" y="59291"/>
                  </a:cubicBezTo>
                  <a:lnTo>
                    <a:pt x="61506" y="59017"/>
                  </a:lnTo>
                  <a:lnTo>
                    <a:pt x="61556" y="58992"/>
                  </a:lnTo>
                  <a:lnTo>
                    <a:pt x="61929" y="58619"/>
                  </a:lnTo>
                  <a:lnTo>
                    <a:pt x="62128" y="58395"/>
                  </a:lnTo>
                  <a:cubicBezTo>
                    <a:pt x="62178" y="58370"/>
                    <a:pt x="62178" y="58345"/>
                    <a:pt x="62203" y="58345"/>
                  </a:cubicBezTo>
                  <a:lnTo>
                    <a:pt x="62477" y="58071"/>
                  </a:lnTo>
                  <a:cubicBezTo>
                    <a:pt x="62950" y="57573"/>
                    <a:pt x="63597" y="56876"/>
                    <a:pt x="64344" y="56030"/>
                  </a:cubicBezTo>
                  <a:cubicBezTo>
                    <a:pt x="64493" y="55856"/>
                    <a:pt x="64692" y="55657"/>
                    <a:pt x="64842" y="55457"/>
                  </a:cubicBezTo>
                  <a:cubicBezTo>
                    <a:pt x="64891" y="55408"/>
                    <a:pt x="64916" y="55358"/>
                    <a:pt x="64941" y="55333"/>
                  </a:cubicBezTo>
                  <a:cubicBezTo>
                    <a:pt x="65190" y="55009"/>
                    <a:pt x="65439" y="54736"/>
                    <a:pt x="65663" y="54462"/>
                  </a:cubicBezTo>
                  <a:close/>
                  <a:moveTo>
                    <a:pt x="53840" y="65613"/>
                  </a:moveTo>
                  <a:cubicBezTo>
                    <a:pt x="54462" y="65613"/>
                    <a:pt x="55308" y="65862"/>
                    <a:pt x="56304" y="66409"/>
                  </a:cubicBezTo>
                  <a:cubicBezTo>
                    <a:pt x="56254" y="66409"/>
                    <a:pt x="56254" y="66434"/>
                    <a:pt x="56229" y="66434"/>
                  </a:cubicBezTo>
                  <a:cubicBezTo>
                    <a:pt x="56179" y="66409"/>
                    <a:pt x="56130" y="66409"/>
                    <a:pt x="56105" y="66360"/>
                  </a:cubicBezTo>
                  <a:cubicBezTo>
                    <a:pt x="55955" y="66285"/>
                    <a:pt x="55756" y="66210"/>
                    <a:pt x="55607" y="66111"/>
                  </a:cubicBezTo>
                  <a:cubicBezTo>
                    <a:pt x="55582" y="66111"/>
                    <a:pt x="55557" y="66086"/>
                    <a:pt x="55557" y="66086"/>
                  </a:cubicBezTo>
                  <a:cubicBezTo>
                    <a:pt x="55358" y="65986"/>
                    <a:pt x="55184" y="65936"/>
                    <a:pt x="54985" y="65862"/>
                  </a:cubicBezTo>
                  <a:cubicBezTo>
                    <a:pt x="54960" y="65862"/>
                    <a:pt x="54935" y="65837"/>
                    <a:pt x="54885" y="65837"/>
                  </a:cubicBezTo>
                  <a:cubicBezTo>
                    <a:pt x="54711" y="65787"/>
                    <a:pt x="54561" y="65737"/>
                    <a:pt x="54387" y="65712"/>
                  </a:cubicBezTo>
                  <a:cubicBezTo>
                    <a:pt x="54238" y="65688"/>
                    <a:pt x="54113" y="65688"/>
                    <a:pt x="53989" y="65688"/>
                  </a:cubicBezTo>
                  <a:lnTo>
                    <a:pt x="53740" y="65688"/>
                  </a:lnTo>
                  <a:cubicBezTo>
                    <a:pt x="53740" y="65688"/>
                    <a:pt x="53765" y="65688"/>
                    <a:pt x="53765" y="65663"/>
                  </a:cubicBezTo>
                  <a:cubicBezTo>
                    <a:pt x="53815" y="65613"/>
                    <a:pt x="53815" y="65613"/>
                    <a:pt x="53840" y="65613"/>
                  </a:cubicBezTo>
                  <a:close/>
                  <a:moveTo>
                    <a:pt x="66584" y="56976"/>
                  </a:moveTo>
                  <a:cubicBezTo>
                    <a:pt x="66584" y="57001"/>
                    <a:pt x="66634" y="57001"/>
                    <a:pt x="66634" y="57026"/>
                  </a:cubicBezTo>
                  <a:cubicBezTo>
                    <a:pt x="63846" y="60460"/>
                    <a:pt x="60486" y="63696"/>
                    <a:pt x="56727" y="66434"/>
                  </a:cubicBezTo>
                  <a:cubicBezTo>
                    <a:pt x="56702" y="66434"/>
                    <a:pt x="56702" y="66409"/>
                    <a:pt x="56677" y="66409"/>
                  </a:cubicBezTo>
                  <a:cubicBezTo>
                    <a:pt x="60436" y="63671"/>
                    <a:pt x="63821" y="60386"/>
                    <a:pt x="66584" y="56976"/>
                  </a:cubicBezTo>
                  <a:close/>
                  <a:moveTo>
                    <a:pt x="22502" y="66161"/>
                  </a:moveTo>
                  <a:cubicBezTo>
                    <a:pt x="22502" y="66185"/>
                    <a:pt x="22477" y="66210"/>
                    <a:pt x="22477" y="66210"/>
                  </a:cubicBezTo>
                  <a:cubicBezTo>
                    <a:pt x="21954" y="66285"/>
                    <a:pt x="21407" y="66310"/>
                    <a:pt x="20884" y="66409"/>
                  </a:cubicBezTo>
                  <a:cubicBezTo>
                    <a:pt x="20759" y="66434"/>
                    <a:pt x="20660" y="66434"/>
                    <a:pt x="20535" y="66459"/>
                  </a:cubicBezTo>
                  <a:cubicBezTo>
                    <a:pt x="20535" y="66434"/>
                    <a:pt x="20535" y="66434"/>
                    <a:pt x="20510" y="66409"/>
                  </a:cubicBezTo>
                  <a:cubicBezTo>
                    <a:pt x="20635" y="66360"/>
                    <a:pt x="20759" y="66335"/>
                    <a:pt x="20884" y="66335"/>
                  </a:cubicBezTo>
                  <a:cubicBezTo>
                    <a:pt x="21232" y="66285"/>
                    <a:pt x="21606" y="66235"/>
                    <a:pt x="21954" y="66210"/>
                  </a:cubicBezTo>
                  <a:cubicBezTo>
                    <a:pt x="22128" y="66185"/>
                    <a:pt x="22327" y="66161"/>
                    <a:pt x="22502" y="66161"/>
                  </a:cubicBezTo>
                  <a:close/>
                  <a:moveTo>
                    <a:pt x="3286" y="64717"/>
                  </a:moveTo>
                  <a:cubicBezTo>
                    <a:pt x="3311" y="64866"/>
                    <a:pt x="3336" y="65040"/>
                    <a:pt x="3360" y="65215"/>
                  </a:cubicBezTo>
                  <a:lnTo>
                    <a:pt x="2912" y="66534"/>
                  </a:lnTo>
                  <a:cubicBezTo>
                    <a:pt x="3037" y="65936"/>
                    <a:pt x="3161" y="65314"/>
                    <a:pt x="3286" y="64717"/>
                  </a:cubicBezTo>
                  <a:close/>
                  <a:moveTo>
                    <a:pt x="29446" y="56353"/>
                  </a:moveTo>
                  <a:cubicBezTo>
                    <a:pt x="30293" y="56652"/>
                    <a:pt x="31114" y="57026"/>
                    <a:pt x="31935" y="57399"/>
                  </a:cubicBezTo>
                  <a:cubicBezTo>
                    <a:pt x="30741" y="60759"/>
                    <a:pt x="30342" y="63920"/>
                    <a:pt x="30940" y="66584"/>
                  </a:cubicBezTo>
                  <a:cubicBezTo>
                    <a:pt x="30691" y="66534"/>
                    <a:pt x="30467" y="66459"/>
                    <a:pt x="30218" y="66409"/>
                  </a:cubicBezTo>
                  <a:cubicBezTo>
                    <a:pt x="30168" y="66409"/>
                    <a:pt x="30094" y="66360"/>
                    <a:pt x="30044" y="66360"/>
                  </a:cubicBezTo>
                  <a:cubicBezTo>
                    <a:pt x="29745" y="66310"/>
                    <a:pt x="29471" y="66235"/>
                    <a:pt x="29197" y="66210"/>
                  </a:cubicBezTo>
                  <a:cubicBezTo>
                    <a:pt x="29098" y="66210"/>
                    <a:pt x="29048" y="66185"/>
                    <a:pt x="28949" y="66185"/>
                  </a:cubicBezTo>
                  <a:cubicBezTo>
                    <a:pt x="28700" y="66161"/>
                    <a:pt x="28426" y="66086"/>
                    <a:pt x="28177" y="66061"/>
                  </a:cubicBezTo>
                  <a:cubicBezTo>
                    <a:pt x="28052" y="66036"/>
                    <a:pt x="27928" y="66036"/>
                    <a:pt x="27828" y="66036"/>
                  </a:cubicBezTo>
                  <a:cubicBezTo>
                    <a:pt x="27580" y="65986"/>
                    <a:pt x="27355" y="65961"/>
                    <a:pt x="27107" y="65961"/>
                  </a:cubicBezTo>
                  <a:cubicBezTo>
                    <a:pt x="26932" y="65936"/>
                    <a:pt x="26733" y="65936"/>
                    <a:pt x="26584" y="65936"/>
                  </a:cubicBezTo>
                  <a:cubicBezTo>
                    <a:pt x="26385" y="65936"/>
                    <a:pt x="26211" y="65912"/>
                    <a:pt x="26011" y="65912"/>
                  </a:cubicBezTo>
                  <a:cubicBezTo>
                    <a:pt x="25638" y="65862"/>
                    <a:pt x="25314" y="65862"/>
                    <a:pt x="24941" y="65862"/>
                  </a:cubicBezTo>
                  <a:cubicBezTo>
                    <a:pt x="24369" y="65862"/>
                    <a:pt x="23821" y="65912"/>
                    <a:pt x="23224" y="65936"/>
                  </a:cubicBezTo>
                  <a:lnTo>
                    <a:pt x="23149" y="65936"/>
                  </a:lnTo>
                  <a:cubicBezTo>
                    <a:pt x="24991" y="62726"/>
                    <a:pt x="27107" y="59515"/>
                    <a:pt x="29446" y="56353"/>
                  </a:cubicBezTo>
                  <a:close/>
                  <a:moveTo>
                    <a:pt x="66708" y="57200"/>
                  </a:moveTo>
                  <a:cubicBezTo>
                    <a:pt x="66758" y="57250"/>
                    <a:pt x="66783" y="57324"/>
                    <a:pt x="66808" y="57349"/>
                  </a:cubicBezTo>
                  <a:cubicBezTo>
                    <a:pt x="64642" y="59764"/>
                    <a:pt x="62278" y="62128"/>
                    <a:pt x="59739" y="64368"/>
                  </a:cubicBezTo>
                  <a:lnTo>
                    <a:pt x="59664" y="64468"/>
                  </a:lnTo>
                  <a:lnTo>
                    <a:pt x="59614" y="64493"/>
                  </a:lnTo>
                  <a:cubicBezTo>
                    <a:pt x="59589" y="64543"/>
                    <a:pt x="59565" y="64567"/>
                    <a:pt x="59540" y="64567"/>
                  </a:cubicBezTo>
                  <a:cubicBezTo>
                    <a:pt x="59067" y="64966"/>
                    <a:pt x="58619" y="65364"/>
                    <a:pt x="58171" y="65737"/>
                  </a:cubicBezTo>
                  <a:cubicBezTo>
                    <a:pt x="57996" y="65862"/>
                    <a:pt x="57872" y="65986"/>
                    <a:pt x="57723" y="66086"/>
                  </a:cubicBezTo>
                  <a:cubicBezTo>
                    <a:pt x="57548" y="66310"/>
                    <a:pt x="57324" y="66484"/>
                    <a:pt x="57100" y="66658"/>
                  </a:cubicBezTo>
                  <a:cubicBezTo>
                    <a:pt x="57051" y="66584"/>
                    <a:pt x="56951" y="66559"/>
                    <a:pt x="56876" y="66534"/>
                  </a:cubicBezTo>
                  <a:cubicBezTo>
                    <a:pt x="60610" y="63821"/>
                    <a:pt x="63970" y="60585"/>
                    <a:pt x="66708" y="57200"/>
                  </a:cubicBezTo>
                  <a:close/>
                  <a:moveTo>
                    <a:pt x="32085" y="57498"/>
                  </a:moveTo>
                  <a:cubicBezTo>
                    <a:pt x="32110" y="57498"/>
                    <a:pt x="32110" y="57523"/>
                    <a:pt x="32159" y="57523"/>
                  </a:cubicBezTo>
                  <a:cubicBezTo>
                    <a:pt x="30965" y="60884"/>
                    <a:pt x="30591" y="64045"/>
                    <a:pt x="31214" y="66683"/>
                  </a:cubicBezTo>
                  <a:cubicBezTo>
                    <a:pt x="31189" y="66683"/>
                    <a:pt x="31189" y="66683"/>
                    <a:pt x="31164" y="66658"/>
                  </a:cubicBezTo>
                  <a:cubicBezTo>
                    <a:pt x="30542" y="63995"/>
                    <a:pt x="30915" y="60859"/>
                    <a:pt x="32085" y="57498"/>
                  </a:cubicBezTo>
                  <a:close/>
                  <a:moveTo>
                    <a:pt x="56702" y="66683"/>
                  </a:moveTo>
                  <a:cubicBezTo>
                    <a:pt x="56802" y="66708"/>
                    <a:pt x="56876" y="66733"/>
                    <a:pt x="56951" y="66808"/>
                  </a:cubicBezTo>
                  <a:cubicBezTo>
                    <a:pt x="56926" y="66808"/>
                    <a:pt x="56926" y="66833"/>
                    <a:pt x="56876" y="66833"/>
                  </a:cubicBezTo>
                  <a:cubicBezTo>
                    <a:pt x="56827" y="66808"/>
                    <a:pt x="56752" y="66783"/>
                    <a:pt x="56702" y="66708"/>
                  </a:cubicBezTo>
                  <a:cubicBezTo>
                    <a:pt x="56677" y="66708"/>
                    <a:pt x="56677" y="66708"/>
                    <a:pt x="56702" y="66683"/>
                  </a:cubicBezTo>
                  <a:close/>
                  <a:moveTo>
                    <a:pt x="66932" y="57523"/>
                  </a:moveTo>
                  <a:cubicBezTo>
                    <a:pt x="66932" y="57523"/>
                    <a:pt x="66932" y="57573"/>
                    <a:pt x="66957" y="57573"/>
                  </a:cubicBezTo>
                  <a:lnTo>
                    <a:pt x="66957" y="57598"/>
                  </a:lnTo>
                  <a:cubicBezTo>
                    <a:pt x="64817" y="59988"/>
                    <a:pt x="62477" y="62327"/>
                    <a:pt x="60038" y="64543"/>
                  </a:cubicBezTo>
                  <a:cubicBezTo>
                    <a:pt x="59963" y="64592"/>
                    <a:pt x="59913" y="64617"/>
                    <a:pt x="59838" y="64692"/>
                  </a:cubicBezTo>
                  <a:cubicBezTo>
                    <a:pt x="59365" y="65090"/>
                    <a:pt x="58917" y="65513"/>
                    <a:pt x="58395" y="65936"/>
                  </a:cubicBezTo>
                  <a:cubicBezTo>
                    <a:pt x="58245" y="66061"/>
                    <a:pt x="58096" y="66185"/>
                    <a:pt x="57972" y="66310"/>
                  </a:cubicBezTo>
                  <a:cubicBezTo>
                    <a:pt x="57748" y="66484"/>
                    <a:pt x="57524" y="66633"/>
                    <a:pt x="57324" y="66833"/>
                  </a:cubicBezTo>
                  <a:cubicBezTo>
                    <a:pt x="57324" y="66833"/>
                    <a:pt x="57300" y="66833"/>
                    <a:pt x="57300" y="66808"/>
                  </a:cubicBezTo>
                  <a:lnTo>
                    <a:pt x="57250" y="66808"/>
                  </a:lnTo>
                  <a:cubicBezTo>
                    <a:pt x="57449" y="66609"/>
                    <a:pt x="57623" y="66459"/>
                    <a:pt x="57822" y="66310"/>
                  </a:cubicBezTo>
                  <a:cubicBezTo>
                    <a:pt x="57996" y="66161"/>
                    <a:pt x="58171" y="66036"/>
                    <a:pt x="58345" y="65862"/>
                  </a:cubicBezTo>
                  <a:cubicBezTo>
                    <a:pt x="58743" y="65538"/>
                    <a:pt x="59191" y="65165"/>
                    <a:pt x="59589" y="64816"/>
                  </a:cubicBezTo>
                  <a:lnTo>
                    <a:pt x="59689" y="64717"/>
                  </a:lnTo>
                  <a:lnTo>
                    <a:pt x="59714" y="64692"/>
                  </a:lnTo>
                  <a:cubicBezTo>
                    <a:pt x="59814" y="64617"/>
                    <a:pt x="59913" y="64543"/>
                    <a:pt x="59963" y="64468"/>
                  </a:cubicBezTo>
                  <a:cubicBezTo>
                    <a:pt x="61058" y="63497"/>
                    <a:pt x="62079" y="62551"/>
                    <a:pt x="63099" y="61506"/>
                  </a:cubicBezTo>
                  <a:lnTo>
                    <a:pt x="63572" y="61058"/>
                  </a:lnTo>
                  <a:lnTo>
                    <a:pt x="64642" y="59988"/>
                  </a:lnTo>
                  <a:cubicBezTo>
                    <a:pt x="64817" y="59813"/>
                    <a:pt x="65016" y="59614"/>
                    <a:pt x="65165" y="59440"/>
                  </a:cubicBezTo>
                  <a:cubicBezTo>
                    <a:pt x="65464" y="59091"/>
                    <a:pt x="65787" y="58768"/>
                    <a:pt x="66086" y="58444"/>
                  </a:cubicBezTo>
                  <a:cubicBezTo>
                    <a:pt x="66285" y="58245"/>
                    <a:pt x="66435" y="58071"/>
                    <a:pt x="66634" y="57872"/>
                  </a:cubicBezTo>
                  <a:cubicBezTo>
                    <a:pt x="66708" y="57747"/>
                    <a:pt x="66833" y="57648"/>
                    <a:pt x="66932" y="57523"/>
                  </a:cubicBezTo>
                  <a:close/>
                  <a:moveTo>
                    <a:pt x="24941" y="66036"/>
                  </a:moveTo>
                  <a:cubicBezTo>
                    <a:pt x="25314" y="66036"/>
                    <a:pt x="25638" y="66036"/>
                    <a:pt x="26011" y="66061"/>
                  </a:cubicBezTo>
                  <a:cubicBezTo>
                    <a:pt x="26235" y="66061"/>
                    <a:pt x="26459" y="66086"/>
                    <a:pt x="26708" y="66086"/>
                  </a:cubicBezTo>
                  <a:cubicBezTo>
                    <a:pt x="26833" y="66086"/>
                    <a:pt x="26982" y="66111"/>
                    <a:pt x="27107" y="66111"/>
                  </a:cubicBezTo>
                  <a:cubicBezTo>
                    <a:pt x="27430" y="66136"/>
                    <a:pt x="27704" y="66185"/>
                    <a:pt x="28003" y="66210"/>
                  </a:cubicBezTo>
                  <a:cubicBezTo>
                    <a:pt x="28077" y="66210"/>
                    <a:pt x="28127" y="66210"/>
                    <a:pt x="28202" y="66235"/>
                  </a:cubicBezTo>
                  <a:cubicBezTo>
                    <a:pt x="28550" y="66285"/>
                    <a:pt x="28874" y="66335"/>
                    <a:pt x="29197" y="66409"/>
                  </a:cubicBezTo>
                  <a:lnTo>
                    <a:pt x="29222" y="66409"/>
                  </a:lnTo>
                  <a:cubicBezTo>
                    <a:pt x="29820" y="66484"/>
                    <a:pt x="30417" y="66658"/>
                    <a:pt x="30990" y="66808"/>
                  </a:cubicBezTo>
                  <a:lnTo>
                    <a:pt x="30990" y="66857"/>
                  </a:lnTo>
                  <a:cubicBezTo>
                    <a:pt x="29073" y="66360"/>
                    <a:pt x="27007" y="66086"/>
                    <a:pt x="24891" y="66086"/>
                  </a:cubicBezTo>
                  <a:cubicBezTo>
                    <a:pt x="24244" y="66086"/>
                    <a:pt x="23622" y="66111"/>
                    <a:pt x="23000" y="66136"/>
                  </a:cubicBezTo>
                  <a:cubicBezTo>
                    <a:pt x="23000" y="66111"/>
                    <a:pt x="23024" y="66111"/>
                    <a:pt x="23024" y="66086"/>
                  </a:cubicBezTo>
                  <a:cubicBezTo>
                    <a:pt x="23647" y="66061"/>
                    <a:pt x="24269" y="66036"/>
                    <a:pt x="24891" y="66036"/>
                  </a:cubicBezTo>
                  <a:close/>
                  <a:moveTo>
                    <a:pt x="57150" y="66907"/>
                  </a:moveTo>
                  <a:cubicBezTo>
                    <a:pt x="57150" y="66907"/>
                    <a:pt x="57200" y="66907"/>
                    <a:pt x="57200" y="66932"/>
                  </a:cubicBezTo>
                  <a:lnTo>
                    <a:pt x="57125" y="66982"/>
                  </a:lnTo>
                  <a:lnTo>
                    <a:pt x="57075" y="66932"/>
                  </a:lnTo>
                  <a:cubicBezTo>
                    <a:pt x="57100" y="66932"/>
                    <a:pt x="57100" y="66907"/>
                    <a:pt x="57125" y="66907"/>
                  </a:cubicBezTo>
                  <a:close/>
                  <a:moveTo>
                    <a:pt x="40846" y="63696"/>
                  </a:moveTo>
                  <a:lnTo>
                    <a:pt x="40896" y="63721"/>
                  </a:lnTo>
                  <a:lnTo>
                    <a:pt x="40921" y="63746"/>
                  </a:lnTo>
                  <a:lnTo>
                    <a:pt x="40822" y="64045"/>
                  </a:lnTo>
                  <a:cubicBezTo>
                    <a:pt x="40797" y="64119"/>
                    <a:pt x="40772" y="64194"/>
                    <a:pt x="40772" y="64244"/>
                  </a:cubicBezTo>
                  <a:cubicBezTo>
                    <a:pt x="40697" y="64443"/>
                    <a:pt x="40647" y="64592"/>
                    <a:pt x="40598" y="64792"/>
                  </a:cubicBezTo>
                  <a:cubicBezTo>
                    <a:pt x="40573" y="64916"/>
                    <a:pt x="40523" y="65040"/>
                    <a:pt x="40473" y="65165"/>
                  </a:cubicBezTo>
                  <a:cubicBezTo>
                    <a:pt x="40448" y="65289"/>
                    <a:pt x="40423" y="65364"/>
                    <a:pt x="40398" y="65488"/>
                  </a:cubicBezTo>
                  <a:cubicBezTo>
                    <a:pt x="40324" y="65688"/>
                    <a:pt x="40299" y="65862"/>
                    <a:pt x="40274" y="66061"/>
                  </a:cubicBezTo>
                  <a:cubicBezTo>
                    <a:pt x="40224" y="66210"/>
                    <a:pt x="40174" y="66360"/>
                    <a:pt x="40150" y="66534"/>
                  </a:cubicBezTo>
                  <a:cubicBezTo>
                    <a:pt x="40150" y="66559"/>
                    <a:pt x="40100" y="66584"/>
                    <a:pt x="40100" y="66609"/>
                  </a:cubicBezTo>
                  <a:cubicBezTo>
                    <a:pt x="40082" y="66739"/>
                    <a:pt x="40062" y="66869"/>
                    <a:pt x="40042" y="66998"/>
                  </a:cubicBezTo>
                  <a:lnTo>
                    <a:pt x="40042" y="66998"/>
                  </a:lnTo>
                  <a:cubicBezTo>
                    <a:pt x="40047" y="66941"/>
                    <a:pt x="40050" y="66885"/>
                    <a:pt x="40050" y="66833"/>
                  </a:cubicBezTo>
                  <a:cubicBezTo>
                    <a:pt x="40075" y="66708"/>
                    <a:pt x="40075" y="66609"/>
                    <a:pt x="40100" y="66484"/>
                  </a:cubicBezTo>
                  <a:cubicBezTo>
                    <a:pt x="40150" y="66335"/>
                    <a:pt x="40174" y="66161"/>
                    <a:pt x="40199" y="65986"/>
                  </a:cubicBezTo>
                  <a:lnTo>
                    <a:pt x="40199" y="65961"/>
                  </a:lnTo>
                  <a:cubicBezTo>
                    <a:pt x="40224" y="65862"/>
                    <a:pt x="40224" y="65787"/>
                    <a:pt x="40274" y="65688"/>
                  </a:cubicBezTo>
                  <a:cubicBezTo>
                    <a:pt x="40299" y="65538"/>
                    <a:pt x="40349" y="65339"/>
                    <a:pt x="40398" y="65190"/>
                  </a:cubicBezTo>
                  <a:cubicBezTo>
                    <a:pt x="40423" y="65115"/>
                    <a:pt x="40423" y="65065"/>
                    <a:pt x="40448" y="64991"/>
                  </a:cubicBezTo>
                  <a:cubicBezTo>
                    <a:pt x="40448" y="64941"/>
                    <a:pt x="40473" y="64916"/>
                    <a:pt x="40473" y="64841"/>
                  </a:cubicBezTo>
                  <a:cubicBezTo>
                    <a:pt x="40548" y="64692"/>
                    <a:pt x="40573" y="64493"/>
                    <a:pt x="40647" y="64343"/>
                  </a:cubicBezTo>
                  <a:cubicBezTo>
                    <a:pt x="40672" y="64219"/>
                    <a:pt x="40697" y="64095"/>
                    <a:pt x="40772" y="63970"/>
                  </a:cubicBezTo>
                  <a:lnTo>
                    <a:pt x="40846" y="63696"/>
                  </a:lnTo>
                  <a:close/>
                  <a:moveTo>
                    <a:pt x="48090" y="63348"/>
                  </a:moveTo>
                  <a:lnTo>
                    <a:pt x="47716" y="63821"/>
                  </a:lnTo>
                  <a:cubicBezTo>
                    <a:pt x="47468" y="64119"/>
                    <a:pt x="47219" y="64443"/>
                    <a:pt x="46995" y="64742"/>
                  </a:cubicBezTo>
                  <a:cubicBezTo>
                    <a:pt x="46920" y="64841"/>
                    <a:pt x="46845" y="64941"/>
                    <a:pt x="46771" y="65065"/>
                  </a:cubicBezTo>
                  <a:cubicBezTo>
                    <a:pt x="46646" y="65240"/>
                    <a:pt x="46497" y="65439"/>
                    <a:pt x="46372" y="65588"/>
                  </a:cubicBezTo>
                  <a:cubicBezTo>
                    <a:pt x="46273" y="65712"/>
                    <a:pt x="46173" y="65862"/>
                    <a:pt x="46049" y="65986"/>
                  </a:cubicBezTo>
                  <a:cubicBezTo>
                    <a:pt x="45999" y="66086"/>
                    <a:pt x="45899" y="66185"/>
                    <a:pt x="45850" y="66310"/>
                  </a:cubicBezTo>
                  <a:cubicBezTo>
                    <a:pt x="45800" y="66335"/>
                    <a:pt x="45775" y="66409"/>
                    <a:pt x="45750" y="66434"/>
                  </a:cubicBezTo>
                  <a:cubicBezTo>
                    <a:pt x="45650" y="66559"/>
                    <a:pt x="45601" y="66683"/>
                    <a:pt x="45501" y="66808"/>
                  </a:cubicBezTo>
                  <a:lnTo>
                    <a:pt x="44916" y="67608"/>
                  </a:lnTo>
                  <a:lnTo>
                    <a:pt x="44916" y="67608"/>
                  </a:lnTo>
                  <a:cubicBezTo>
                    <a:pt x="45876" y="66176"/>
                    <a:pt x="46918" y="64762"/>
                    <a:pt x="48040" y="63348"/>
                  </a:cubicBezTo>
                  <a:close/>
                  <a:moveTo>
                    <a:pt x="32309" y="57598"/>
                  </a:moveTo>
                  <a:cubicBezTo>
                    <a:pt x="34574" y="58693"/>
                    <a:pt x="36690" y="60012"/>
                    <a:pt x="38557" y="61556"/>
                  </a:cubicBezTo>
                  <a:cubicBezTo>
                    <a:pt x="37038" y="63597"/>
                    <a:pt x="35594" y="65663"/>
                    <a:pt x="34300" y="67729"/>
                  </a:cubicBezTo>
                  <a:cubicBezTo>
                    <a:pt x="34225" y="67704"/>
                    <a:pt x="34201" y="67704"/>
                    <a:pt x="34151" y="67679"/>
                  </a:cubicBezTo>
                  <a:cubicBezTo>
                    <a:pt x="34076" y="67654"/>
                    <a:pt x="34051" y="67654"/>
                    <a:pt x="33977" y="67604"/>
                  </a:cubicBezTo>
                  <a:cubicBezTo>
                    <a:pt x="33703" y="67480"/>
                    <a:pt x="33454" y="67405"/>
                    <a:pt x="33180" y="67305"/>
                  </a:cubicBezTo>
                  <a:cubicBezTo>
                    <a:pt x="33155" y="67305"/>
                    <a:pt x="33080" y="67281"/>
                    <a:pt x="33056" y="67281"/>
                  </a:cubicBezTo>
                  <a:lnTo>
                    <a:pt x="32209" y="66982"/>
                  </a:lnTo>
                  <a:cubicBezTo>
                    <a:pt x="32184" y="66982"/>
                    <a:pt x="32110" y="66957"/>
                    <a:pt x="32085" y="66957"/>
                  </a:cubicBezTo>
                  <a:cubicBezTo>
                    <a:pt x="31861" y="66907"/>
                    <a:pt x="31612" y="66808"/>
                    <a:pt x="31413" y="66733"/>
                  </a:cubicBezTo>
                  <a:cubicBezTo>
                    <a:pt x="30741" y="64095"/>
                    <a:pt x="31114" y="60958"/>
                    <a:pt x="32309" y="57598"/>
                  </a:cubicBezTo>
                  <a:close/>
                  <a:moveTo>
                    <a:pt x="38706" y="61680"/>
                  </a:moveTo>
                  <a:cubicBezTo>
                    <a:pt x="38756" y="61680"/>
                    <a:pt x="38756" y="61705"/>
                    <a:pt x="38781" y="61705"/>
                  </a:cubicBezTo>
                  <a:cubicBezTo>
                    <a:pt x="37237" y="63721"/>
                    <a:pt x="35843" y="65787"/>
                    <a:pt x="34549" y="67828"/>
                  </a:cubicBezTo>
                  <a:cubicBezTo>
                    <a:pt x="34524" y="67828"/>
                    <a:pt x="34524" y="67803"/>
                    <a:pt x="34474" y="67803"/>
                  </a:cubicBezTo>
                  <a:cubicBezTo>
                    <a:pt x="35794" y="65737"/>
                    <a:pt x="37187" y="63696"/>
                    <a:pt x="38706" y="61680"/>
                  </a:cubicBezTo>
                  <a:close/>
                  <a:moveTo>
                    <a:pt x="42514" y="60635"/>
                  </a:moveTo>
                  <a:cubicBezTo>
                    <a:pt x="44481" y="61780"/>
                    <a:pt x="46298" y="62701"/>
                    <a:pt x="47866" y="63298"/>
                  </a:cubicBezTo>
                  <a:cubicBezTo>
                    <a:pt x="47368" y="63920"/>
                    <a:pt x="46895" y="64493"/>
                    <a:pt x="46472" y="65115"/>
                  </a:cubicBezTo>
                  <a:cubicBezTo>
                    <a:pt x="46472" y="65165"/>
                    <a:pt x="46422" y="65165"/>
                    <a:pt x="46422" y="65190"/>
                  </a:cubicBezTo>
                  <a:cubicBezTo>
                    <a:pt x="46024" y="65712"/>
                    <a:pt x="45650" y="66235"/>
                    <a:pt x="45277" y="66758"/>
                  </a:cubicBezTo>
                  <a:cubicBezTo>
                    <a:pt x="45227" y="66857"/>
                    <a:pt x="45128" y="66982"/>
                    <a:pt x="45053" y="67081"/>
                  </a:cubicBezTo>
                  <a:cubicBezTo>
                    <a:pt x="45028" y="67106"/>
                    <a:pt x="45003" y="67181"/>
                    <a:pt x="44978" y="67206"/>
                  </a:cubicBezTo>
                  <a:lnTo>
                    <a:pt x="44505" y="67853"/>
                  </a:lnTo>
                  <a:cubicBezTo>
                    <a:pt x="43759" y="66360"/>
                    <a:pt x="42688" y="64866"/>
                    <a:pt x="41319" y="63447"/>
                  </a:cubicBezTo>
                  <a:cubicBezTo>
                    <a:pt x="41494" y="62974"/>
                    <a:pt x="41668" y="62551"/>
                    <a:pt x="41892" y="62078"/>
                  </a:cubicBezTo>
                  <a:cubicBezTo>
                    <a:pt x="41892" y="62078"/>
                    <a:pt x="41892" y="62053"/>
                    <a:pt x="41917" y="62053"/>
                  </a:cubicBezTo>
                  <a:cubicBezTo>
                    <a:pt x="42066" y="61581"/>
                    <a:pt x="42290" y="61108"/>
                    <a:pt x="42514" y="60635"/>
                  </a:cubicBezTo>
                  <a:close/>
                  <a:moveTo>
                    <a:pt x="31463" y="66957"/>
                  </a:moveTo>
                  <a:lnTo>
                    <a:pt x="31463" y="66957"/>
                  </a:lnTo>
                  <a:cubicBezTo>
                    <a:pt x="32060" y="67106"/>
                    <a:pt x="32657" y="67305"/>
                    <a:pt x="33205" y="67530"/>
                  </a:cubicBezTo>
                  <a:cubicBezTo>
                    <a:pt x="33504" y="67654"/>
                    <a:pt x="33802" y="67778"/>
                    <a:pt x="34101" y="67878"/>
                  </a:cubicBezTo>
                  <a:cubicBezTo>
                    <a:pt x="34126" y="67878"/>
                    <a:pt x="34126" y="67928"/>
                    <a:pt x="34176" y="67928"/>
                  </a:cubicBezTo>
                  <a:lnTo>
                    <a:pt x="34201" y="67928"/>
                  </a:lnTo>
                  <a:lnTo>
                    <a:pt x="34176" y="67953"/>
                  </a:lnTo>
                  <a:cubicBezTo>
                    <a:pt x="34051" y="67903"/>
                    <a:pt x="33927" y="67853"/>
                    <a:pt x="33802" y="67803"/>
                  </a:cubicBezTo>
                  <a:cubicBezTo>
                    <a:pt x="33678" y="67729"/>
                    <a:pt x="33553" y="67679"/>
                    <a:pt x="33404" y="67654"/>
                  </a:cubicBezTo>
                  <a:cubicBezTo>
                    <a:pt x="33155" y="67554"/>
                    <a:pt x="32931" y="67455"/>
                    <a:pt x="32682" y="67380"/>
                  </a:cubicBezTo>
                  <a:cubicBezTo>
                    <a:pt x="32583" y="67355"/>
                    <a:pt x="32483" y="67330"/>
                    <a:pt x="32433" y="67305"/>
                  </a:cubicBezTo>
                  <a:lnTo>
                    <a:pt x="31487" y="67007"/>
                  </a:lnTo>
                  <a:cubicBezTo>
                    <a:pt x="31487" y="66982"/>
                    <a:pt x="31487" y="66982"/>
                    <a:pt x="31463" y="66957"/>
                  </a:cubicBezTo>
                  <a:close/>
                  <a:moveTo>
                    <a:pt x="17225" y="54014"/>
                  </a:moveTo>
                  <a:lnTo>
                    <a:pt x="17225" y="54014"/>
                  </a:lnTo>
                  <a:cubicBezTo>
                    <a:pt x="14163" y="58643"/>
                    <a:pt x="11550" y="63348"/>
                    <a:pt x="9509" y="68002"/>
                  </a:cubicBezTo>
                  <a:lnTo>
                    <a:pt x="9509" y="67878"/>
                  </a:lnTo>
                  <a:lnTo>
                    <a:pt x="9509" y="67729"/>
                  </a:lnTo>
                  <a:cubicBezTo>
                    <a:pt x="9509" y="67604"/>
                    <a:pt x="9509" y="67530"/>
                    <a:pt x="9459" y="67380"/>
                  </a:cubicBezTo>
                  <a:cubicBezTo>
                    <a:pt x="9434" y="67081"/>
                    <a:pt x="9434" y="66758"/>
                    <a:pt x="9409" y="66434"/>
                  </a:cubicBezTo>
                  <a:lnTo>
                    <a:pt x="9409" y="66310"/>
                  </a:lnTo>
                  <a:lnTo>
                    <a:pt x="9409" y="66111"/>
                  </a:lnTo>
                  <a:lnTo>
                    <a:pt x="9409" y="64991"/>
                  </a:lnTo>
                  <a:lnTo>
                    <a:pt x="9409" y="64742"/>
                  </a:lnTo>
                  <a:cubicBezTo>
                    <a:pt x="9434" y="64343"/>
                    <a:pt x="9459" y="63945"/>
                    <a:pt x="9509" y="63497"/>
                  </a:cubicBezTo>
                  <a:cubicBezTo>
                    <a:pt x="9509" y="63447"/>
                    <a:pt x="9509" y="63348"/>
                    <a:pt x="9533" y="63298"/>
                  </a:cubicBezTo>
                  <a:cubicBezTo>
                    <a:pt x="9558" y="62850"/>
                    <a:pt x="9633" y="62402"/>
                    <a:pt x="9683" y="61979"/>
                  </a:cubicBezTo>
                  <a:cubicBezTo>
                    <a:pt x="9683" y="61929"/>
                    <a:pt x="9708" y="61854"/>
                    <a:pt x="9708" y="61805"/>
                  </a:cubicBezTo>
                  <a:cubicBezTo>
                    <a:pt x="9782" y="61332"/>
                    <a:pt x="9882" y="60859"/>
                    <a:pt x="9957" y="60386"/>
                  </a:cubicBezTo>
                  <a:cubicBezTo>
                    <a:pt x="9957" y="60361"/>
                    <a:pt x="9957" y="60336"/>
                    <a:pt x="9982" y="60311"/>
                  </a:cubicBezTo>
                  <a:cubicBezTo>
                    <a:pt x="10081" y="59813"/>
                    <a:pt x="10206" y="59266"/>
                    <a:pt x="10330" y="58768"/>
                  </a:cubicBezTo>
                  <a:cubicBezTo>
                    <a:pt x="10703" y="57449"/>
                    <a:pt x="11151" y="56105"/>
                    <a:pt x="11624" y="54736"/>
                  </a:cubicBezTo>
                  <a:cubicBezTo>
                    <a:pt x="13367" y="54263"/>
                    <a:pt x="15258" y="54039"/>
                    <a:pt x="17225" y="54014"/>
                  </a:cubicBezTo>
                  <a:close/>
                  <a:moveTo>
                    <a:pt x="34350" y="67953"/>
                  </a:moveTo>
                  <a:cubicBezTo>
                    <a:pt x="34400" y="67953"/>
                    <a:pt x="34400" y="67978"/>
                    <a:pt x="34425" y="67978"/>
                  </a:cubicBezTo>
                  <a:cubicBezTo>
                    <a:pt x="34425" y="68027"/>
                    <a:pt x="34400" y="68027"/>
                    <a:pt x="34400" y="68052"/>
                  </a:cubicBezTo>
                  <a:lnTo>
                    <a:pt x="34350" y="68052"/>
                  </a:lnTo>
                  <a:lnTo>
                    <a:pt x="34325" y="68027"/>
                  </a:lnTo>
                  <a:cubicBezTo>
                    <a:pt x="34325" y="67978"/>
                    <a:pt x="34350" y="67978"/>
                    <a:pt x="34350" y="67953"/>
                  </a:cubicBezTo>
                  <a:close/>
                  <a:moveTo>
                    <a:pt x="41195" y="63622"/>
                  </a:moveTo>
                  <a:cubicBezTo>
                    <a:pt x="42539" y="65065"/>
                    <a:pt x="43609" y="66559"/>
                    <a:pt x="44356" y="68027"/>
                  </a:cubicBezTo>
                  <a:cubicBezTo>
                    <a:pt x="44356" y="68052"/>
                    <a:pt x="44306" y="68052"/>
                    <a:pt x="44306" y="68077"/>
                  </a:cubicBezTo>
                  <a:cubicBezTo>
                    <a:pt x="43609" y="66584"/>
                    <a:pt x="42539" y="65115"/>
                    <a:pt x="41195" y="63696"/>
                  </a:cubicBezTo>
                  <a:lnTo>
                    <a:pt x="41195" y="63622"/>
                  </a:lnTo>
                  <a:close/>
                  <a:moveTo>
                    <a:pt x="3211" y="63995"/>
                  </a:moveTo>
                  <a:cubicBezTo>
                    <a:pt x="3211" y="64070"/>
                    <a:pt x="3211" y="64119"/>
                    <a:pt x="3236" y="64194"/>
                  </a:cubicBezTo>
                  <a:cubicBezTo>
                    <a:pt x="2937" y="65364"/>
                    <a:pt x="2713" y="66584"/>
                    <a:pt x="2539" y="67729"/>
                  </a:cubicBezTo>
                  <a:cubicBezTo>
                    <a:pt x="2489" y="67903"/>
                    <a:pt x="2439" y="68027"/>
                    <a:pt x="2390" y="68177"/>
                  </a:cubicBezTo>
                  <a:cubicBezTo>
                    <a:pt x="2589" y="66808"/>
                    <a:pt x="2863" y="65414"/>
                    <a:pt x="3211" y="63995"/>
                  </a:cubicBezTo>
                  <a:close/>
                  <a:moveTo>
                    <a:pt x="3460" y="65563"/>
                  </a:moveTo>
                  <a:cubicBezTo>
                    <a:pt x="3460" y="65588"/>
                    <a:pt x="3485" y="65613"/>
                    <a:pt x="3485" y="65663"/>
                  </a:cubicBezTo>
                  <a:cubicBezTo>
                    <a:pt x="3186" y="66534"/>
                    <a:pt x="2912" y="67355"/>
                    <a:pt x="2664" y="68226"/>
                  </a:cubicBezTo>
                  <a:cubicBezTo>
                    <a:pt x="2664" y="68077"/>
                    <a:pt x="2688" y="67928"/>
                    <a:pt x="2713" y="67803"/>
                  </a:cubicBezTo>
                  <a:lnTo>
                    <a:pt x="3460" y="65563"/>
                  </a:lnTo>
                  <a:close/>
                  <a:moveTo>
                    <a:pt x="69309" y="48584"/>
                  </a:moveTo>
                  <a:cubicBezTo>
                    <a:pt x="68913" y="49251"/>
                    <a:pt x="68419" y="49990"/>
                    <a:pt x="67828" y="50778"/>
                  </a:cubicBezTo>
                  <a:cubicBezTo>
                    <a:pt x="67654" y="51027"/>
                    <a:pt x="67405" y="51375"/>
                    <a:pt x="67107" y="51774"/>
                  </a:cubicBezTo>
                  <a:cubicBezTo>
                    <a:pt x="66833" y="52271"/>
                    <a:pt x="66484" y="52719"/>
                    <a:pt x="66186" y="53118"/>
                  </a:cubicBezTo>
                  <a:cubicBezTo>
                    <a:pt x="65688" y="53765"/>
                    <a:pt x="65190" y="54362"/>
                    <a:pt x="64717" y="54885"/>
                  </a:cubicBezTo>
                  <a:cubicBezTo>
                    <a:pt x="64617" y="55009"/>
                    <a:pt x="64543" y="55134"/>
                    <a:pt x="64418" y="55233"/>
                  </a:cubicBezTo>
                  <a:cubicBezTo>
                    <a:pt x="64294" y="55358"/>
                    <a:pt x="64194" y="55507"/>
                    <a:pt x="64070" y="55632"/>
                  </a:cubicBezTo>
                  <a:cubicBezTo>
                    <a:pt x="63746" y="56005"/>
                    <a:pt x="63448" y="56353"/>
                    <a:pt x="63099" y="56702"/>
                  </a:cubicBezTo>
                  <a:lnTo>
                    <a:pt x="63074" y="56727"/>
                  </a:lnTo>
                  <a:cubicBezTo>
                    <a:pt x="62452" y="57399"/>
                    <a:pt x="61755" y="58096"/>
                    <a:pt x="61108" y="58768"/>
                  </a:cubicBezTo>
                  <a:cubicBezTo>
                    <a:pt x="59963" y="59863"/>
                    <a:pt x="58469" y="61257"/>
                    <a:pt x="57275" y="62327"/>
                  </a:cubicBezTo>
                  <a:cubicBezTo>
                    <a:pt x="57150" y="62427"/>
                    <a:pt x="57075" y="62502"/>
                    <a:pt x="56951" y="62626"/>
                  </a:cubicBezTo>
                  <a:lnTo>
                    <a:pt x="56901" y="62676"/>
                  </a:lnTo>
                  <a:cubicBezTo>
                    <a:pt x="56627" y="62925"/>
                    <a:pt x="56329" y="63124"/>
                    <a:pt x="56030" y="63373"/>
                  </a:cubicBezTo>
                  <a:cubicBezTo>
                    <a:pt x="55159" y="64070"/>
                    <a:pt x="54337" y="64717"/>
                    <a:pt x="53641" y="65215"/>
                  </a:cubicBezTo>
                  <a:cubicBezTo>
                    <a:pt x="53491" y="65314"/>
                    <a:pt x="53367" y="65439"/>
                    <a:pt x="53217" y="65538"/>
                  </a:cubicBezTo>
                  <a:lnTo>
                    <a:pt x="52919" y="65712"/>
                  </a:lnTo>
                  <a:lnTo>
                    <a:pt x="52894" y="65712"/>
                  </a:lnTo>
                  <a:cubicBezTo>
                    <a:pt x="52122" y="66235"/>
                    <a:pt x="50803" y="67156"/>
                    <a:pt x="49608" y="67903"/>
                  </a:cubicBezTo>
                  <a:lnTo>
                    <a:pt x="49135" y="68177"/>
                  </a:lnTo>
                  <a:lnTo>
                    <a:pt x="49036" y="68226"/>
                  </a:lnTo>
                  <a:cubicBezTo>
                    <a:pt x="49011" y="68226"/>
                    <a:pt x="49011" y="68276"/>
                    <a:pt x="48986" y="68276"/>
                  </a:cubicBezTo>
                  <a:cubicBezTo>
                    <a:pt x="49384" y="67604"/>
                    <a:pt x="49882" y="66857"/>
                    <a:pt x="50479" y="66036"/>
                  </a:cubicBezTo>
                  <a:cubicBezTo>
                    <a:pt x="50654" y="65787"/>
                    <a:pt x="50902" y="65439"/>
                    <a:pt x="51226" y="65040"/>
                  </a:cubicBezTo>
                  <a:cubicBezTo>
                    <a:pt x="51500" y="64667"/>
                    <a:pt x="51799" y="64244"/>
                    <a:pt x="52097" y="63871"/>
                  </a:cubicBezTo>
                  <a:cubicBezTo>
                    <a:pt x="52620" y="63198"/>
                    <a:pt x="53143" y="62551"/>
                    <a:pt x="53641" y="61979"/>
                  </a:cubicBezTo>
                  <a:cubicBezTo>
                    <a:pt x="53715" y="61929"/>
                    <a:pt x="53765" y="61829"/>
                    <a:pt x="53840" y="61755"/>
                  </a:cubicBezTo>
                  <a:cubicBezTo>
                    <a:pt x="53865" y="61730"/>
                    <a:pt x="53865" y="61705"/>
                    <a:pt x="53889" y="61705"/>
                  </a:cubicBezTo>
                  <a:cubicBezTo>
                    <a:pt x="54014" y="61556"/>
                    <a:pt x="54138" y="61381"/>
                    <a:pt x="54263" y="61257"/>
                  </a:cubicBezTo>
                  <a:cubicBezTo>
                    <a:pt x="54537" y="60933"/>
                    <a:pt x="54860" y="60585"/>
                    <a:pt x="55159" y="60261"/>
                  </a:cubicBezTo>
                  <a:cubicBezTo>
                    <a:pt x="55209" y="60236"/>
                    <a:pt x="55234" y="60187"/>
                    <a:pt x="55283" y="60137"/>
                  </a:cubicBezTo>
                  <a:cubicBezTo>
                    <a:pt x="55906" y="59465"/>
                    <a:pt x="56578" y="58768"/>
                    <a:pt x="57250" y="58096"/>
                  </a:cubicBezTo>
                  <a:cubicBezTo>
                    <a:pt x="58370" y="57001"/>
                    <a:pt x="59863" y="55632"/>
                    <a:pt x="61058" y="54586"/>
                  </a:cubicBezTo>
                  <a:cubicBezTo>
                    <a:pt x="61183" y="54487"/>
                    <a:pt x="61257" y="54387"/>
                    <a:pt x="61382" y="54263"/>
                  </a:cubicBezTo>
                  <a:cubicBezTo>
                    <a:pt x="61456" y="54238"/>
                    <a:pt x="61481" y="54163"/>
                    <a:pt x="61556" y="54138"/>
                  </a:cubicBezTo>
                  <a:cubicBezTo>
                    <a:pt x="61830" y="53914"/>
                    <a:pt x="62103" y="53715"/>
                    <a:pt x="62352" y="53466"/>
                  </a:cubicBezTo>
                  <a:cubicBezTo>
                    <a:pt x="62427" y="53391"/>
                    <a:pt x="62477" y="53367"/>
                    <a:pt x="62552" y="53292"/>
                  </a:cubicBezTo>
                  <a:cubicBezTo>
                    <a:pt x="62651" y="53217"/>
                    <a:pt x="62751" y="53143"/>
                    <a:pt x="62850" y="53043"/>
                  </a:cubicBezTo>
                  <a:lnTo>
                    <a:pt x="63174" y="52794"/>
                  </a:lnTo>
                  <a:cubicBezTo>
                    <a:pt x="63224" y="52744"/>
                    <a:pt x="63323" y="52670"/>
                    <a:pt x="63373" y="52620"/>
                  </a:cubicBezTo>
                  <a:cubicBezTo>
                    <a:pt x="63547" y="52495"/>
                    <a:pt x="63721" y="52371"/>
                    <a:pt x="63896" y="52246"/>
                  </a:cubicBezTo>
                  <a:cubicBezTo>
                    <a:pt x="64095" y="52097"/>
                    <a:pt x="64319" y="51923"/>
                    <a:pt x="64518" y="51774"/>
                  </a:cubicBezTo>
                  <a:cubicBezTo>
                    <a:pt x="64568" y="51749"/>
                    <a:pt x="64617" y="51674"/>
                    <a:pt x="64692" y="51649"/>
                  </a:cubicBezTo>
                  <a:cubicBezTo>
                    <a:pt x="64817" y="51550"/>
                    <a:pt x="64941" y="51475"/>
                    <a:pt x="65066" y="51400"/>
                  </a:cubicBezTo>
                  <a:cubicBezTo>
                    <a:pt x="65215" y="51301"/>
                    <a:pt x="65339" y="51226"/>
                    <a:pt x="65514" y="51101"/>
                  </a:cubicBezTo>
                  <a:cubicBezTo>
                    <a:pt x="66285" y="50554"/>
                    <a:pt x="67555" y="49683"/>
                    <a:pt x="68725" y="48936"/>
                  </a:cubicBezTo>
                  <a:cubicBezTo>
                    <a:pt x="68824" y="48886"/>
                    <a:pt x="68899" y="48861"/>
                    <a:pt x="68973" y="48787"/>
                  </a:cubicBezTo>
                  <a:lnTo>
                    <a:pt x="69247" y="48637"/>
                  </a:lnTo>
                  <a:cubicBezTo>
                    <a:pt x="69268" y="48617"/>
                    <a:pt x="69288" y="48613"/>
                    <a:pt x="69309" y="48584"/>
                  </a:cubicBezTo>
                  <a:close/>
                  <a:moveTo>
                    <a:pt x="44431" y="68276"/>
                  </a:moveTo>
                  <a:lnTo>
                    <a:pt x="44431" y="68301"/>
                  </a:lnTo>
                  <a:cubicBezTo>
                    <a:pt x="44431" y="68315"/>
                    <a:pt x="44423" y="68321"/>
                    <a:pt x="44416" y="68328"/>
                  </a:cubicBezTo>
                  <a:lnTo>
                    <a:pt x="44416" y="68328"/>
                  </a:lnTo>
                  <a:cubicBezTo>
                    <a:pt x="44414" y="68327"/>
                    <a:pt x="44410" y="68326"/>
                    <a:pt x="44406" y="68326"/>
                  </a:cubicBezTo>
                  <a:cubicBezTo>
                    <a:pt x="44406" y="68301"/>
                    <a:pt x="44431" y="68301"/>
                    <a:pt x="44431" y="68276"/>
                  </a:cubicBezTo>
                  <a:close/>
                  <a:moveTo>
                    <a:pt x="22352" y="66434"/>
                  </a:moveTo>
                  <a:lnTo>
                    <a:pt x="22352" y="66434"/>
                  </a:lnTo>
                  <a:cubicBezTo>
                    <a:pt x="21979" y="67081"/>
                    <a:pt x="21606" y="67729"/>
                    <a:pt x="21257" y="68401"/>
                  </a:cubicBezTo>
                  <a:cubicBezTo>
                    <a:pt x="21008" y="67828"/>
                    <a:pt x="20784" y="67281"/>
                    <a:pt x="20610" y="66658"/>
                  </a:cubicBezTo>
                  <a:cubicBezTo>
                    <a:pt x="20734" y="66658"/>
                    <a:pt x="20834" y="66609"/>
                    <a:pt x="20909" y="66584"/>
                  </a:cubicBezTo>
                  <a:cubicBezTo>
                    <a:pt x="21382" y="66534"/>
                    <a:pt x="21879" y="66459"/>
                    <a:pt x="22352" y="66434"/>
                  </a:cubicBezTo>
                  <a:close/>
                  <a:moveTo>
                    <a:pt x="11397" y="54771"/>
                  </a:moveTo>
                  <a:lnTo>
                    <a:pt x="11397" y="54771"/>
                  </a:lnTo>
                  <a:cubicBezTo>
                    <a:pt x="11174" y="55390"/>
                    <a:pt x="11001" y="56008"/>
                    <a:pt x="10803" y="56602"/>
                  </a:cubicBezTo>
                  <a:cubicBezTo>
                    <a:pt x="10778" y="56652"/>
                    <a:pt x="10778" y="56702"/>
                    <a:pt x="10728" y="56752"/>
                  </a:cubicBezTo>
                  <a:cubicBezTo>
                    <a:pt x="10728" y="56826"/>
                    <a:pt x="10703" y="56851"/>
                    <a:pt x="10703" y="56901"/>
                  </a:cubicBezTo>
                  <a:cubicBezTo>
                    <a:pt x="10629" y="57200"/>
                    <a:pt x="10554" y="57474"/>
                    <a:pt x="10454" y="57772"/>
                  </a:cubicBezTo>
                  <a:lnTo>
                    <a:pt x="10380" y="58146"/>
                  </a:lnTo>
                  <a:cubicBezTo>
                    <a:pt x="10330" y="58270"/>
                    <a:pt x="10305" y="58444"/>
                    <a:pt x="10280" y="58569"/>
                  </a:cubicBezTo>
                  <a:cubicBezTo>
                    <a:pt x="10206" y="58843"/>
                    <a:pt x="10156" y="59141"/>
                    <a:pt x="10056" y="59440"/>
                  </a:cubicBezTo>
                  <a:cubicBezTo>
                    <a:pt x="10056" y="59490"/>
                    <a:pt x="10031" y="59564"/>
                    <a:pt x="10031" y="59589"/>
                  </a:cubicBezTo>
                  <a:cubicBezTo>
                    <a:pt x="10006" y="59764"/>
                    <a:pt x="9932" y="59963"/>
                    <a:pt x="9907" y="60137"/>
                  </a:cubicBezTo>
                  <a:cubicBezTo>
                    <a:pt x="9882" y="60236"/>
                    <a:pt x="9882" y="60336"/>
                    <a:pt x="9832" y="60436"/>
                  </a:cubicBezTo>
                  <a:cubicBezTo>
                    <a:pt x="9807" y="60610"/>
                    <a:pt x="9757" y="60834"/>
                    <a:pt x="9708" y="61008"/>
                  </a:cubicBezTo>
                  <a:cubicBezTo>
                    <a:pt x="9708" y="61083"/>
                    <a:pt x="9683" y="61108"/>
                    <a:pt x="9683" y="61182"/>
                  </a:cubicBezTo>
                  <a:cubicBezTo>
                    <a:pt x="9658" y="61357"/>
                    <a:pt x="9633" y="61506"/>
                    <a:pt x="9583" y="61705"/>
                  </a:cubicBezTo>
                  <a:cubicBezTo>
                    <a:pt x="9558" y="61854"/>
                    <a:pt x="9558" y="61979"/>
                    <a:pt x="9533" y="62128"/>
                  </a:cubicBezTo>
                  <a:cubicBezTo>
                    <a:pt x="9533" y="62253"/>
                    <a:pt x="9509" y="62352"/>
                    <a:pt x="9459" y="62477"/>
                  </a:cubicBezTo>
                  <a:cubicBezTo>
                    <a:pt x="9459" y="62576"/>
                    <a:pt x="9434" y="62676"/>
                    <a:pt x="9434" y="62750"/>
                  </a:cubicBezTo>
                  <a:cubicBezTo>
                    <a:pt x="9434" y="62825"/>
                    <a:pt x="9409" y="62875"/>
                    <a:pt x="9409" y="62974"/>
                  </a:cubicBezTo>
                  <a:cubicBezTo>
                    <a:pt x="9409" y="63074"/>
                    <a:pt x="9384" y="63174"/>
                    <a:pt x="9384" y="63248"/>
                  </a:cubicBezTo>
                  <a:cubicBezTo>
                    <a:pt x="9334" y="63422"/>
                    <a:pt x="9334" y="63572"/>
                    <a:pt x="9334" y="63746"/>
                  </a:cubicBezTo>
                  <a:cubicBezTo>
                    <a:pt x="9334" y="63821"/>
                    <a:pt x="9334" y="63871"/>
                    <a:pt x="9309" y="63945"/>
                  </a:cubicBezTo>
                  <a:cubicBezTo>
                    <a:pt x="9309" y="63995"/>
                    <a:pt x="9309" y="64070"/>
                    <a:pt x="9285" y="64119"/>
                  </a:cubicBezTo>
                  <a:cubicBezTo>
                    <a:pt x="9285" y="64294"/>
                    <a:pt x="9260" y="64418"/>
                    <a:pt x="9260" y="64543"/>
                  </a:cubicBezTo>
                  <a:lnTo>
                    <a:pt x="9260" y="64742"/>
                  </a:lnTo>
                  <a:cubicBezTo>
                    <a:pt x="9260" y="64866"/>
                    <a:pt x="9210" y="64991"/>
                    <a:pt x="9210" y="65115"/>
                  </a:cubicBezTo>
                  <a:lnTo>
                    <a:pt x="9210" y="65339"/>
                  </a:lnTo>
                  <a:lnTo>
                    <a:pt x="9210" y="65439"/>
                  </a:lnTo>
                  <a:lnTo>
                    <a:pt x="9210" y="66036"/>
                  </a:lnTo>
                  <a:lnTo>
                    <a:pt x="9210" y="66210"/>
                  </a:lnTo>
                  <a:lnTo>
                    <a:pt x="9210" y="66235"/>
                  </a:lnTo>
                  <a:lnTo>
                    <a:pt x="9210" y="66285"/>
                  </a:lnTo>
                  <a:lnTo>
                    <a:pt x="9210" y="66733"/>
                  </a:lnTo>
                  <a:cubicBezTo>
                    <a:pt x="9210" y="66982"/>
                    <a:pt x="9260" y="67231"/>
                    <a:pt x="9285" y="67480"/>
                  </a:cubicBezTo>
                  <a:cubicBezTo>
                    <a:pt x="9285" y="67654"/>
                    <a:pt x="9309" y="67803"/>
                    <a:pt x="9309" y="67953"/>
                  </a:cubicBezTo>
                  <a:cubicBezTo>
                    <a:pt x="9309" y="68027"/>
                    <a:pt x="9309" y="68052"/>
                    <a:pt x="9334" y="68102"/>
                  </a:cubicBezTo>
                  <a:lnTo>
                    <a:pt x="9334" y="68301"/>
                  </a:lnTo>
                  <a:lnTo>
                    <a:pt x="9334" y="68326"/>
                  </a:lnTo>
                  <a:cubicBezTo>
                    <a:pt x="9334" y="68326"/>
                    <a:pt x="9334" y="68351"/>
                    <a:pt x="9309" y="68351"/>
                  </a:cubicBezTo>
                  <a:cubicBezTo>
                    <a:pt x="9309" y="68401"/>
                    <a:pt x="9285" y="68401"/>
                    <a:pt x="9285" y="68426"/>
                  </a:cubicBezTo>
                  <a:lnTo>
                    <a:pt x="9285" y="68326"/>
                  </a:lnTo>
                  <a:cubicBezTo>
                    <a:pt x="9260" y="68152"/>
                    <a:pt x="9260" y="67953"/>
                    <a:pt x="9210" y="67729"/>
                  </a:cubicBezTo>
                  <a:cubicBezTo>
                    <a:pt x="9185" y="67455"/>
                    <a:pt x="9185" y="67181"/>
                    <a:pt x="9160" y="66907"/>
                  </a:cubicBezTo>
                  <a:cubicBezTo>
                    <a:pt x="9160" y="66708"/>
                    <a:pt x="9135" y="66559"/>
                    <a:pt x="9135" y="66360"/>
                  </a:cubicBezTo>
                  <a:lnTo>
                    <a:pt x="9135" y="65364"/>
                  </a:lnTo>
                  <a:lnTo>
                    <a:pt x="9135" y="64966"/>
                  </a:lnTo>
                  <a:cubicBezTo>
                    <a:pt x="9135" y="64567"/>
                    <a:pt x="9160" y="64169"/>
                    <a:pt x="9185" y="63721"/>
                  </a:cubicBezTo>
                  <a:lnTo>
                    <a:pt x="9185" y="63547"/>
                  </a:lnTo>
                  <a:cubicBezTo>
                    <a:pt x="9260" y="62925"/>
                    <a:pt x="9309" y="62253"/>
                    <a:pt x="9434" y="61630"/>
                  </a:cubicBezTo>
                  <a:cubicBezTo>
                    <a:pt x="9459" y="61481"/>
                    <a:pt x="9509" y="61357"/>
                    <a:pt x="9509" y="61207"/>
                  </a:cubicBezTo>
                  <a:lnTo>
                    <a:pt x="9782" y="59714"/>
                  </a:lnTo>
                  <a:cubicBezTo>
                    <a:pt x="9832" y="59365"/>
                    <a:pt x="9932" y="58992"/>
                    <a:pt x="10031" y="58643"/>
                  </a:cubicBezTo>
                  <a:cubicBezTo>
                    <a:pt x="10081" y="58345"/>
                    <a:pt x="10181" y="58021"/>
                    <a:pt x="10280" y="57747"/>
                  </a:cubicBezTo>
                  <a:cubicBezTo>
                    <a:pt x="10430" y="57175"/>
                    <a:pt x="10579" y="56627"/>
                    <a:pt x="10778" y="56055"/>
                  </a:cubicBezTo>
                  <a:cubicBezTo>
                    <a:pt x="10803" y="55930"/>
                    <a:pt x="10878" y="55806"/>
                    <a:pt x="10902" y="55706"/>
                  </a:cubicBezTo>
                  <a:cubicBezTo>
                    <a:pt x="11077" y="55457"/>
                    <a:pt x="11201" y="55134"/>
                    <a:pt x="11326" y="54785"/>
                  </a:cubicBezTo>
                  <a:cubicBezTo>
                    <a:pt x="11346" y="54785"/>
                    <a:pt x="11385" y="54785"/>
                    <a:pt x="11397" y="54771"/>
                  </a:cubicBezTo>
                  <a:close/>
                  <a:moveTo>
                    <a:pt x="34673" y="68077"/>
                  </a:moveTo>
                  <a:cubicBezTo>
                    <a:pt x="34723" y="68152"/>
                    <a:pt x="34848" y="68202"/>
                    <a:pt x="34972" y="68276"/>
                  </a:cubicBezTo>
                  <a:cubicBezTo>
                    <a:pt x="35022" y="68301"/>
                    <a:pt x="35072" y="68301"/>
                    <a:pt x="35097" y="68326"/>
                  </a:cubicBezTo>
                  <a:cubicBezTo>
                    <a:pt x="35192" y="68374"/>
                    <a:pt x="35284" y="68422"/>
                    <a:pt x="35375" y="68469"/>
                  </a:cubicBezTo>
                  <a:lnTo>
                    <a:pt x="35375" y="68469"/>
                  </a:lnTo>
                  <a:cubicBezTo>
                    <a:pt x="35209" y="68418"/>
                    <a:pt x="35066" y="68324"/>
                    <a:pt x="34922" y="68276"/>
                  </a:cubicBezTo>
                  <a:cubicBezTo>
                    <a:pt x="34823" y="68226"/>
                    <a:pt x="34723" y="68177"/>
                    <a:pt x="34649" y="68152"/>
                  </a:cubicBezTo>
                  <a:cubicBezTo>
                    <a:pt x="34649" y="68102"/>
                    <a:pt x="34673" y="68102"/>
                    <a:pt x="34673" y="68077"/>
                  </a:cubicBezTo>
                  <a:close/>
                  <a:moveTo>
                    <a:pt x="52396" y="66409"/>
                  </a:moveTo>
                  <a:lnTo>
                    <a:pt x="52371" y="66434"/>
                  </a:lnTo>
                  <a:cubicBezTo>
                    <a:pt x="52371" y="66434"/>
                    <a:pt x="52371" y="66459"/>
                    <a:pt x="52346" y="66459"/>
                  </a:cubicBezTo>
                  <a:cubicBezTo>
                    <a:pt x="51624" y="66932"/>
                    <a:pt x="50654" y="67579"/>
                    <a:pt x="49733" y="68177"/>
                  </a:cubicBezTo>
                  <a:cubicBezTo>
                    <a:pt x="49583" y="68276"/>
                    <a:pt x="49459" y="68351"/>
                    <a:pt x="49260" y="68450"/>
                  </a:cubicBezTo>
                  <a:cubicBezTo>
                    <a:pt x="49225" y="68470"/>
                    <a:pt x="49189" y="68491"/>
                    <a:pt x="49152" y="68513"/>
                  </a:cubicBezTo>
                  <a:lnTo>
                    <a:pt x="49152" y="68513"/>
                  </a:lnTo>
                  <a:cubicBezTo>
                    <a:pt x="49157" y="68506"/>
                    <a:pt x="49160" y="68494"/>
                    <a:pt x="49160" y="68475"/>
                  </a:cubicBezTo>
                  <a:cubicBezTo>
                    <a:pt x="49758" y="68152"/>
                    <a:pt x="50355" y="67729"/>
                    <a:pt x="50927" y="67355"/>
                  </a:cubicBezTo>
                  <a:cubicBezTo>
                    <a:pt x="51151" y="67206"/>
                    <a:pt x="51375" y="67081"/>
                    <a:pt x="51624" y="66932"/>
                  </a:cubicBezTo>
                  <a:cubicBezTo>
                    <a:pt x="51649" y="66907"/>
                    <a:pt x="51674" y="66907"/>
                    <a:pt x="51724" y="66857"/>
                  </a:cubicBezTo>
                  <a:cubicBezTo>
                    <a:pt x="51923" y="66708"/>
                    <a:pt x="52172" y="66559"/>
                    <a:pt x="52396" y="66409"/>
                  </a:cubicBezTo>
                  <a:close/>
                  <a:moveTo>
                    <a:pt x="17524" y="54014"/>
                  </a:moveTo>
                  <a:cubicBezTo>
                    <a:pt x="14362" y="58818"/>
                    <a:pt x="11674" y="63696"/>
                    <a:pt x="9583" y="68525"/>
                  </a:cubicBezTo>
                  <a:lnTo>
                    <a:pt x="9583" y="68450"/>
                  </a:lnTo>
                  <a:cubicBezTo>
                    <a:pt x="11649" y="63696"/>
                    <a:pt x="14288" y="58843"/>
                    <a:pt x="17474" y="54014"/>
                  </a:cubicBezTo>
                  <a:close/>
                  <a:moveTo>
                    <a:pt x="51898" y="63945"/>
                  </a:moveTo>
                  <a:cubicBezTo>
                    <a:pt x="51873" y="63970"/>
                    <a:pt x="51873" y="63995"/>
                    <a:pt x="51848" y="64045"/>
                  </a:cubicBezTo>
                  <a:cubicBezTo>
                    <a:pt x="51799" y="64095"/>
                    <a:pt x="51774" y="64119"/>
                    <a:pt x="51774" y="64119"/>
                  </a:cubicBezTo>
                  <a:cubicBezTo>
                    <a:pt x="51774" y="64169"/>
                    <a:pt x="51749" y="64169"/>
                    <a:pt x="51749" y="64194"/>
                  </a:cubicBezTo>
                  <a:cubicBezTo>
                    <a:pt x="51301" y="64742"/>
                    <a:pt x="50902" y="65314"/>
                    <a:pt x="50529" y="65837"/>
                  </a:cubicBezTo>
                  <a:cubicBezTo>
                    <a:pt x="50479" y="65912"/>
                    <a:pt x="50430" y="65961"/>
                    <a:pt x="50380" y="66061"/>
                  </a:cubicBezTo>
                  <a:cubicBezTo>
                    <a:pt x="50255" y="66210"/>
                    <a:pt x="50156" y="66360"/>
                    <a:pt x="50056" y="66484"/>
                  </a:cubicBezTo>
                  <a:cubicBezTo>
                    <a:pt x="49758" y="66932"/>
                    <a:pt x="49533" y="67281"/>
                    <a:pt x="49160" y="67803"/>
                  </a:cubicBezTo>
                  <a:cubicBezTo>
                    <a:pt x="48986" y="68077"/>
                    <a:pt x="48787" y="68326"/>
                    <a:pt x="48613" y="68600"/>
                  </a:cubicBezTo>
                  <a:lnTo>
                    <a:pt x="48563" y="68600"/>
                  </a:lnTo>
                  <a:cubicBezTo>
                    <a:pt x="48575" y="68575"/>
                    <a:pt x="48581" y="68569"/>
                    <a:pt x="48578" y="68569"/>
                  </a:cubicBezTo>
                  <a:cubicBezTo>
                    <a:pt x="48575" y="68569"/>
                    <a:pt x="48563" y="68575"/>
                    <a:pt x="48538" y="68575"/>
                  </a:cubicBezTo>
                  <a:cubicBezTo>
                    <a:pt x="48986" y="67853"/>
                    <a:pt x="49583" y="66957"/>
                    <a:pt x="50280" y="65961"/>
                  </a:cubicBezTo>
                  <a:cubicBezTo>
                    <a:pt x="50753" y="65314"/>
                    <a:pt x="51226" y="64667"/>
                    <a:pt x="51724" y="64045"/>
                  </a:cubicBezTo>
                  <a:lnTo>
                    <a:pt x="51749" y="63995"/>
                  </a:lnTo>
                  <a:lnTo>
                    <a:pt x="51799" y="63945"/>
                  </a:lnTo>
                  <a:close/>
                  <a:moveTo>
                    <a:pt x="20411" y="66683"/>
                  </a:moveTo>
                  <a:cubicBezTo>
                    <a:pt x="20610" y="67355"/>
                    <a:pt x="20859" y="67978"/>
                    <a:pt x="21158" y="68575"/>
                  </a:cubicBezTo>
                  <a:cubicBezTo>
                    <a:pt x="21158" y="68600"/>
                    <a:pt x="21133" y="68625"/>
                    <a:pt x="21133" y="68625"/>
                  </a:cubicBezTo>
                  <a:cubicBezTo>
                    <a:pt x="20835" y="68005"/>
                    <a:pt x="20587" y="67361"/>
                    <a:pt x="20389" y="66693"/>
                  </a:cubicBezTo>
                  <a:lnTo>
                    <a:pt x="20389" y="66693"/>
                  </a:lnTo>
                  <a:cubicBezTo>
                    <a:pt x="20392" y="66690"/>
                    <a:pt x="20398" y="66683"/>
                    <a:pt x="20411" y="66683"/>
                  </a:cubicBezTo>
                  <a:close/>
                  <a:moveTo>
                    <a:pt x="22651" y="66409"/>
                  </a:moveTo>
                  <a:cubicBezTo>
                    <a:pt x="22228" y="67156"/>
                    <a:pt x="21780" y="67928"/>
                    <a:pt x="21382" y="68674"/>
                  </a:cubicBezTo>
                  <a:cubicBezTo>
                    <a:pt x="21382" y="68650"/>
                    <a:pt x="21357" y="68600"/>
                    <a:pt x="21357" y="68600"/>
                  </a:cubicBezTo>
                  <a:cubicBezTo>
                    <a:pt x="21755" y="67853"/>
                    <a:pt x="22153" y="67106"/>
                    <a:pt x="22601" y="66409"/>
                  </a:cubicBezTo>
                  <a:close/>
                  <a:moveTo>
                    <a:pt x="53964" y="65837"/>
                  </a:moveTo>
                  <a:cubicBezTo>
                    <a:pt x="54113" y="65837"/>
                    <a:pt x="54288" y="65862"/>
                    <a:pt x="54487" y="65912"/>
                  </a:cubicBezTo>
                  <a:cubicBezTo>
                    <a:pt x="54512" y="65912"/>
                    <a:pt x="54537" y="65912"/>
                    <a:pt x="54586" y="65936"/>
                  </a:cubicBezTo>
                  <a:cubicBezTo>
                    <a:pt x="54761" y="65961"/>
                    <a:pt x="54960" y="66036"/>
                    <a:pt x="55134" y="66111"/>
                  </a:cubicBezTo>
                  <a:cubicBezTo>
                    <a:pt x="55159" y="66111"/>
                    <a:pt x="55209" y="66161"/>
                    <a:pt x="55234" y="66161"/>
                  </a:cubicBezTo>
                  <a:cubicBezTo>
                    <a:pt x="55458" y="66235"/>
                    <a:pt x="55706" y="66360"/>
                    <a:pt x="55955" y="66484"/>
                  </a:cubicBezTo>
                  <a:cubicBezTo>
                    <a:pt x="55980" y="66534"/>
                    <a:pt x="56005" y="66534"/>
                    <a:pt x="56055" y="66559"/>
                  </a:cubicBezTo>
                  <a:cubicBezTo>
                    <a:pt x="54885" y="67355"/>
                    <a:pt x="53765" y="68077"/>
                    <a:pt x="52620" y="68724"/>
                  </a:cubicBezTo>
                  <a:cubicBezTo>
                    <a:pt x="52620" y="68674"/>
                    <a:pt x="52595" y="68600"/>
                    <a:pt x="52595" y="68525"/>
                  </a:cubicBezTo>
                  <a:cubicBezTo>
                    <a:pt x="52595" y="68426"/>
                    <a:pt x="52570" y="68326"/>
                    <a:pt x="52570" y="68226"/>
                  </a:cubicBezTo>
                  <a:lnTo>
                    <a:pt x="52570" y="67978"/>
                  </a:lnTo>
                  <a:lnTo>
                    <a:pt x="52570" y="67729"/>
                  </a:lnTo>
                  <a:cubicBezTo>
                    <a:pt x="52595" y="67679"/>
                    <a:pt x="52595" y="67604"/>
                    <a:pt x="52595" y="67554"/>
                  </a:cubicBezTo>
                  <a:cubicBezTo>
                    <a:pt x="52595" y="67455"/>
                    <a:pt x="52595" y="67405"/>
                    <a:pt x="52620" y="67305"/>
                  </a:cubicBezTo>
                  <a:cubicBezTo>
                    <a:pt x="52620" y="67231"/>
                    <a:pt x="52645" y="67181"/>
                    <a:pt x="52645" y="67106"/>
                  </a:cubicBezTo>
                  <a:cubicBezTo>
                    <a:pt x="52645" y="67057"/>
                    <a:pt x="52670" y="66982"/>
                    <a:pt x="52670" y="66932"/>
                  </a:cubicBezTo>
                  <a:cubicBezTo>
                    <a:pt x="52720" y="66857"/>
                    <a:pt x="52720" y="66808"/>
                    <a:pt x="52744" y="66733"/>
                  </a:cubicBezTo>
                  <a:cubicBezTo>
                    <a:pt x="52769" y="66683"/>
                    <a:pt x="52769" y="66658"/>
                    <a:pt x="52794" y="66584"/>
                  </a:cubicBezTo>
                  <a:cubicBezTo>
                    <a:pt x="52844" y="66484"/>
                    <a:pt x="52894" y="66409"/>
                    <a:pt x="52968" y="66310"/>
                  </a:cubicBezTo>
                  <a:cubicBezTo>
                    <a:pt x="52993" y="66235"/>
                    <a:pt x="53043" y="66185"/>
                    <a:pt x="53118" y="66161"/>
                  </a:cubicBezTo>
                  <a:lnTo>
                    <a:pt x="53143" y="66111"/>
                  </a:lnTo>
                  <a:cubicBezTo>
                    <a:pt x="53168" y="66086"/>
                    <a:pt x="53217" y="66086"/>
                    <a:pt x="53217" y="66061"/>
                  </a:cubicBezTo>
                  <a:cubicBezTo>
                    <a:pt x="53292" y="65986"/>
                    <a:pt x="53392" y="65961"/>
                    <a:pt x="53516" y="65912"/>
                  </a:cubicBezTo>
                  <a:cubicBezTo>
                    <a:pt x="53641" y="65862"/>
                    <a:pt x="53790" y="65837"/>
                    <a:pt x="53964" y="65837"/>
                  </a:cubicBezTo>
                  <a:close/>
                  <a:moveTo>
                    <a:pt x="49128" y="68527"/>
                  </a:moveTo>
                  <a:cubicBezTo>
                    <a:pt x="48990" y="68611"/>
                    <a:pt x="48844" y="68705"/>
                    <a:pt x="48712" y="68799"/>
                  </a:cubicBezTo>
                  <a:cubicBezTo>
                    <a:pt x="48712" y="68774"/>
                    <a:pt x="48737" y="68774"/>
                    <a:pt x="48737" y="68724"/>
                  </a:cubicBezTo>
                  <a:cubicBezTo>
                    <a:pt x="48860" y="68675"/>
                    <a:pt x="48982" y="68578"/>
                    <a:pt x="49128" y="68527"/>
                  </a:cubicBezTo>
                  <a:close/>
                  <a:moveTo>
                    <a:pt x="52620" y="66484"/>
                  </a:moveTo>
                  <a:cubicBezTo>
                    <a:pt x="52595" y="66559"/>
                    <a:pt x="52595" y="66584"/>
                    <a:pt x="52570" y="66658"/>
                  </a:cubicBezTo>
                  <a:cubicBezTo>
                    <a:pt x="52570" y="66733"/>
                    <a:pt x="52520" y="66783"/>
                    <a:pt x="52496" y="66857"/>
                  </a:cubicBezTo>
                  <a:cubicBezTo>
                    <a:pt x="52471" y="66932"/>
                    <a:pt x="52471" y="67032"/>
                    <a:pt x="52471" y="67081"/>
                  </a:cubicBezTo>
                  <a:cubicBezTo>
                    <a:pt x="52471" y="67131"/>
                    <a:pt x="52446" y="67206"/>
                    <a:pt x="52446" y="67256"/>
                  </a:cubicBezTo>
                  <a:cubicBezTo>
                    <a:pt x="52446" y="67355"/>
                    <a:pt x="52446" y="67430"/>
                    <a:pt x="52396" y="67530"/>
                  </a:cubicBezTo>
                  <a:lnTo>
                    <a:pt x="52396" y="67729"/>
                  </a:lnTo>
                  <a:lnTo>
                    <a:pt x="52396" y="68002"/>
                  </a:lnTo>
                  <a:lnTo>
                    <a:pt x="52396" y="68276"/>
                  </a:lnTo>
                  <a:cubicBezTo>
                    <a:pt x="52396" y="68351"/>
                    <a:pt x="52446" y="68475"/>
                    <a:pt x="52446" y="68575"/>
                  </a:cubicBezTo>
                  <a:cubicBezTo>
                    <a:pt x="52446" y="68674"/>
                    <a:pt x="52471" y="68774"/>
                    <a:pt x="52471" y="68849"/>
                  </a:cubicBezTo>
                  <a:cubicBezTo>
                    <a:pt x="52446" y="68849"/>
                    <a:pt x="52446" y="68899"/>
                    <a:pt x="52396" y="68899"/>
                  </a:cubicBezTo>
                  <a:cubicBezTo>
                    <a:pt x="52371" y="68699"/>
                    <a:pt x="52371" y="68550"/>
                    <a:pt x="52346" y="68401"/>
                  </a:cubicBezTo>
                  <a:lnTo>
                    <a:pt x="52346" y="68301"/>
                  </a:lnTo>
                  <a:cubicBezTo>
                    <a:pt x="52346" y="68152"/>
                    <a:pt x="52321" y="67953"/>
                    <a:pt x="52321" y="67803"/>
                  </a:cubicBezTo>
                  <a:lnTo>
                    <a:pt x="52321" y="67729"/>
                  </a:lnTo>
                  <a:cubicBezTo>
                    <a:pt x="52321" y="67579"/>
                    <a:pt x="52321" y="67430"/>
                    <a:pt x="52346" y="67281"/>
                  </a:cubicBezTo>
                  <a:lnTo>
                    <a:pt x="52346" y="67231"/>
                  </a:lnTo>
                  <a:cubicBezTo>
                    <a:pt x="52371" y="66957"/>
                    <a:pt x="52446" y="66733"/>
                    <a:pt x="52520" y="66559"/>
                  </a:cubicBezTo>
                  <a:cubicBezTo>
                    <a:pt x="52570" y="66534"/>
                    <a:pt x="52595" y="66534"/>
                    <a:pt x="52620" y="66484"/>
                  </a:cubicBezTo>
                  <a:close/>
                  <a:moveTo>
                    <a:pt x="21257" y="68799"/>
                  </a:moveTo>
                  <a:cubicBezTo>
                    <a:pt x="21257" y="68824"/>
                    <a:pt x="21282" y="68849"/>
                    <a:pt x="21282" y="68849"/>
                  </a:cubicBezTo>
                  <a:cubicBezTo>
                    <a:pt x="21282" y="68899"/>
                    <a:pt x="21257" y="68899"/>
                    <a:pt x="21257" y="68923"/>
                  </a:cubicBezTo>
                  <a:cubicBezTo>
                    <a:pt x="21257" y="68899"/>
                    <a:pt x="21232" y="68899"/>
                    <a:pt x="21232" y="68849"/>
                  </a:cubicBezTo>
                  <a:cubicBezTo>
                    <a:pt x="21232" y="68849"/>
                    <a:pt x="21232" y="68824"/>
                    <a:pt x="21257" y="68799"/>
                  </a:cubicBezTo>
                  <a:close/>
                  <a:moveTo>
                    <a:pt x="48339" y="68948"/>
                  </a:moveTo>
                  <a:cubicBezTo>
                    <a:pt x="48339" y="68948"/>
                    <a:pt x="48339" y="68973"/>
                    <a:pt x="48289" y="68973"/>
                  </a:cubicBezTo>
                  <a:lnTo>
                    <a:pt x="48339" y="68948"/>
                  </a:lnTo>
                  <a:close/>
                  <a:moveTo>
                    <a:pt x="9434" y="68774"/>
                  </a:moveTo>
                  <a:lnTo>
                    <a:pt x="9434" y="68824"/>
                  </a:lnTo>
                  <a:lnTo>
                    <a:pt x="9434" y="68899"/>
                  </a:lnTo>
                  <a:lnTo>
                    <a:pt x="9434" y="68948"/>
                  </a:lnTo>
                  <a:cubicBezTo>
                    <a:pt x="9434" y="68973"/>
                    <a:pt x="9409" y="68973"/>
                    <a:pt x="9409" y="68998"/>
                  </a:cubicBezTo>
                  <a:cubicBezTo>
                    <a:pt x="9409" y="68973"/>
                    <a:pt x="9409" y="68923"/>
                    <a:pt x="9384" y="68874"/>
                  </a:cubicBezTo>
                  <a:cubicBezTo>
                    <a:pt x="9384" y="68849"/>
                    <a:pt x="9409" y="68849"/>
                    <a:pt x="9409" y="68824"/>
                  </a:cubicBezTo>
                  <a:cubicBezTo>
                    <a:pt x="9409" y="68799"/>
                    <a:pt x="9434" y="68799"/>
                    <a:pt x="9434" y="68774"/>
                  </a:cubicBezTo>
                  <a:close/>
                  <a:moveTo>
                    <a:pt x="48289" y="68973"/>
                  </a:moveTo>
                  <a:cubicBezTo>
                    <a:pt x="48289" y="69023"/>
                    <a:pt x="48289" y="69023"/>
                    <a:pt x="48264" y="69023"/>
                  </a:cubicBezTo>
                  <a:cubicBezTo>
                    <a:pt x="48264" y="68973"/>
                    <a:pt x="48289" y="68973"/>
                    <a:pt x="48289" y="68973"/>
                  </a:cubicBezTo>
                  <a:close/>
                  <a:moveTo>
                    <a:pt x="56229" y="66683"/>
                  </a:moveTo>
                  <a:cubicBezTo>
                    <a:pt x="56254" y="66683"/>
                    <a:pt x="56254" y="66708"/>
                    <a:pt x="56304" y="66708"/>
                  </a:cubicBezTo>
                  <a:cubicBezTo>
                    <a:pt x="55084" y="67554"/>
                    <a:pt x="53889" y="68326"/>
                    <a:pt x="52695" y="69023"/>
                  </a:cubicBezTo>
                  <a:lnTo>
                    <a:pt x="52695" y="68948"/>
                  </a:lnTo>
                  <a:cubicBezTo>
                    <a:pt x="53865" y="68276"/>
                    <a:pt x="55059" y="67530"/>
                    <a:pt x="56229" y="66683"/>
                  </a:cubicBezTo>
                  <a:close/>
                  <a:moveTo>
                    <a:pt x="52520" y="69048"/>
                  </a:moveTo>
                  <a:lnTo>
                    <a:pt x="52520" y="69098"/>
                  </a:lnTo>
                  <a:cubicBezTo>
                    <a:pt x="52496" y="69098"/>
                    <a:pt x="52471" y="69147"/>
                    <a:pt x="52471" y="69147"/>
                  </a:cubicBezTo>
                  <a:lnTo>
                    <a:pt x="52471" y="69073"/>
                  </a:lnTo>
                  <a:cubicBezTo>
                    <a:pt x="52496" y="69073"/>
                    <a:pt x="52496" y="69048"/>
                    <a:pt x="52520" y="69048"/>
                  </a:cubicBezTo>
                  <a:close/>
                  <a:moveTo>
                    <a:pt x="2365" y="68799"/>
                  </a:moveTo>
                  <a:cubicBezTo>
                    <a:pt x="2365" y="68923"/>
                    <a:pt x="2340" y="69048"/>
                    <a:pt x="2340" y="69147"/>
                  </a:cubicBezTo>
                  <a:cubicBezTo>
                    <a:pt x="2315" y="69297"/>
                    <a:pt x="2290" y="69421"/>
                    <a:pt x="2215" y="69571"/>
                  </a:cubicBezTo>
                  <a:cubicBezTo>
                    <a:pt x="2215" y="69421"/>
                    <a:pt x="2240" y="69297"/>
                    <a:pt x="2290" y="69147"/>
                  </a:cubicBezTo>
                  <a:cubicBezTo>
                    <a:pt x="2315" y="69048"/>
                    <a:pt x="2340" y="68923"/>
                    <a:pt x="2365" y="68799"/>
                  </a:cubicBezTo>
                  <a:close/>
                  <a:moveTo>
                    <a:pt x="89061" y="61108"/>
                  </a:moveTo>
                  <a:cubicBezTo>
                    <a:pt x="91475" y="62004"/>
                    <a:pt x="93964" y="62676"/>
                    <a:pt x="96478" y="63024"/>
                  </a:cubicBezTo>
                  <a:cubicBezTo>
                    <a:pt x="95682" y="65215"/>
                    <a:pt x="94636" y="67480"/>
                    <a:pt x="93292" y="69770"/>
                  </a:cubicBezTo>
                  <a:cubicBezTo>
                    <a:pt x="91301" y="67828"/>
                    <a:pt x="89085" y="65862"/>
                    <a:pt x="86820" y="64045"/>
                  </a:cubicBezTo>
                  <a:cubicBezTo>
                    <a:pt x="87592" y="63074"/>
                    <a:pt x="88339" y="62103"/>
                    <a:pt x="89061" y="61108"/>
                  </a:cubicBezTo>
                  <a:close/>
                  <a:moveTo>
                    <a:pt x="31562" y="67181"/>
                  </a:moveTo>
                  <a:cubicBezTo>
                    <a:pt x="31587" y="67206"/>
                    <a:pt x="31587" y="67231"/>
                    <a:pt x="31612" y="67231"/>
                  </a:cubicBezTo>
                  <a:cubicBezTo>
                    <a:pt x="31861" y="67305"/>
                    <a:pt x="32110" y="67405"/>
                    <a:pt x="32359" y="67455"/>
                  </a:cubicBezTo>
                  <a:cubicBezTo>
                    <a:pt x="32483" y="67480"/>
                    <a:pt x="32608" y="67554"/>
                    <a:pt x="32707" y="67579"/>
                  </a:cubicBezTo>
                  <a:cubicBezTo>
                    <a:pt x="32931" y="67654"/>
                    <a:pt x="33105" y="67729"/>
                    <a:pt x="33329" y="67803"/>
                  </a:cubicBezTo>
                  <a:cubicBezTo>
                    <a:pt x="33454" y="67853"/>
                    <a:pt x="33578" y="67928"/>
                    <a:pt x="33728" y="67953"/>
                  </a:cubicBezTo>
                  <a:cubicBezTo>
                    <a:pt x="33852" y="67978"/>
                    <a:pt x="33952" y="68052"/>
                    <a:pt x="34076" y="68077"/>
                  </a:cubicBezTo>
                  <a:cubicBezTo>
                    <a:pt x="33703" y="68674"/>
                    <a:pt x="33354" y="69272"/>
                    <a:pt x="32981" y="69844"/>
                  </a:cubicBezTo>
                  <a:cubicBezTo>
                    <a:pt x="32359" y="69098"/>
                    <a:pt x="31861" y="68202"/>
                    <a:pt x="31562" y="67181"/>
                  </a:cubicBezTo>
                  <a:close/>
                  <a:moveTo>
                    <a:pt x="96777" y="63074"/>
                  </a:moveTo>
                  <a:cubicBezTo>
                    <a:pt x="95931" y="65314"/>
                    <a:pt x="94810" y="67604"/>
                    <a:pt x="93466" y="69919"/>
                  </a:cubicBezTo>
                  <a:lnTo>
                    <a:pt x="93441" y="69894"/>
                  </a:lnTo>
                  <a:cubicBezTo>
                    <a:pt x="94786" y="67579"/>
                    <a:pt x="95881" y="65289"/>
                    <a:pt x="96702" y="63074"/>
                  </a:cubicBezTo>
                  <a:close/>
                  <a:moveTo>
                    <a:pt x="49260" y="63746"/>
                  </a:moveTo>
                  <a:cubicBezTo>
                    <a:pt x="49957" y="63945"/>
                    <a:pt x="50529" y="64045"/>
                    <a:pt x="51002" y="64045"/>
                  </a:cubicBezTo>
                  <a:cubicBezTo>
                    <a:pt x="51201" y="64045"/>
                    <a:pt x="51351" y="64045"/>
                    <a:pt x="51500" y="63995"/>
                  </a:cubicBezTo>
                  <a:lnTo>
                    <a:pt x="51500" y="63995"/>
                  </a:lnTo>
                  <a:cubicBezTo>
                    <a:pt x="51251" y="64343"/>
                    <a:pt x="51002" y="64667"/>
                    <a:pt x="50753" y="64991"/>
                  </a:cubicBezTo>
                  <a:cubicBezTo>
                    <a:pt x="50629" y="65190"/>
                    <a:pt x="50504" y="65339"/>
                    <a:pt x="50380" y="65513"/>
                  </a:cubicBezTo>
                  <a:cubicBezTo>
                    <a:pt x="50330" y="65613"/>
                    <a:pt x="50255" y="65712"/>
                    <a:pt x="50206" y="65787"/>
                  </a:cubicBezTo>
                  <a:cubicBezTo>
                    <a:pt x="50131" y="65862"/>
                    <a:pt x="50031" y="65986"/>
                    <a:pt x="49982" y="66086"/>
                  </a:cubicBezTo>
                  <a:lnTo>
                    <a:pt x="49957" y="66111"/>
                  </a:lnTo>
                  <a:cubicBezTo>
                    <a:pt x="49857" y="66235"/>
                    <a:pt x="49782" y="66335"/>
                    <a:pt x="49708" y="66459"/>
                  </a:cubicBezTo>
                  <a:lnTo>
                    <a:pt x="49334" y="67032"/>
                  </a:lnTo>
                  <a:cubicBezTo>
                    <a:pt x="49235" y="67156"/>
                    <a:pt x="49160" y="67281"/>
                    <a:pt x="49085" y="67430"/>
                  </a:cubicBezTo>
                  <a:cubicBezTo>
                    <a:pt x="48762" y="67903"/>
                    <a:pt x="48463" y="68326"/>
                    <a:pt x="48164" y="68799"/>
                  </a:cubicBezTo>
                  <a:cubicBezTo>
                    <a:pt x="47891" y="68948"/>
                    <a:pt x="47642" y="69098"/>
                    <a:pt x="47393" y="69222"/>
                  </a:cubicBezTo>
                  <a:cubicBezTo>
                    <a:pt x="46845" y="69521"/>
                    <a:pt x="46397" y="69770"/>
                    <a:pt x="45999" y="69944"/>
                  </a:cubicBezTo>
                  <a:cubicBezTo>
                    <a:pt x="46795" y="67928"/>
                    <a:pt x="47916" y="65837"/>
                    <a:pt x="49260" y="63746"/>
                  </a:cubicBezTo>
                  <a:close/>
                  <a:moveTo>
                    <a:pt x="56478" y="66808"/>
                  </a:moveTo>
                  <a:cubicBezTo>
                    <a:pt x="56528" y="66833"/>
                    <a:pt x="56603" y="66857"/>
                    <a:pt x="56702" y="66932"/>
                  </a:cubicBezTo>
                  <a:cubicBezTo>
                    <a:pt x="56727" y="66932"/>
                    <a:pt x="56727" y="66957"/>
                    <a:pt x="56752" y="66957"/>
                  </a:cubicBezTo>
                  <a:cubicBezTo>
                    <a:pt x="56652" y="67032"/>
                    <a:pt x="56578" y="67106"/>
                    <a:pt x="56478" y="67181"/>
                  </a:cubicBezTo>
                  <a:cubicBezTo>
                    <a:pt x="56254" y="67355"/>
                    <a:pt x="56030" y="67530"/>
                    <a:pt x="55831" y="67704"/>
                  </a:cubicBezTo>
                  <a:cubicBezTo>
                    <a:pt x="55731" y="67803"/>
                    <a:pt x="55607" y="67853"/>
                    <a:pt x="55507" y="67953"/>
                  </a:cubicBezTo>
                  <a:cubicBezTo>
                    <a:pt x="55234" y="68177"/>
                    <a:pt x="54910" y="68426"/>
                    <a:pt x="54636" y="68650"/>
                  </a:cubicBezTo>
                  <a:cubicBezTo>
                    <a:pt x="54412" y="68824"/>
                    <a:pt x="54163" y="68973"/>
                    <a:pt x="53964" y="69172"/>
                  </a:cubicBezTo>
                  <a:cubicBezTo>
                    <a:pt x="53889" y="69222"/>
                    <a:pt x="53790" y="69272"/>
                    <a:pt x="53740" y="69322"/>
                  </a:cubicBezTo>
                  <a:cubicBezTo>
                    <a:pt x="53466" y="69546"/>
                    <a:pt x="53168" y="69720"/>
                    <a:pt x="52894" y="69944"/>
                  </a:cubicBezTo>
                  <a:cubicBezTo>
                    <a:pt x="52894" y="69894"/>
                    <a:pt x="52869" y="69819"/>
                    <a:pt x="52869" y="69770"/>
                  </a:cubicBezTo>
                  <a:cubicBezTo>
                    <a:pt x="52819" y="69645"/>
                    <a:pt x="52769" y="69521"/>
                    <a:pt x="52744" y="69421"/>
                  </a:cubicBezTo>
                  <a:cubicBezTo>
                    <a:pt x="52744" y="69347"/>
                    <a:pt x="52720" y="69272"/>
                    <a:pt x="52720" y="69197"/>
                  </a:cubicBezTo>
                  <a:cubicBezTo>
                    <a:pt x="53964" y="68475"/>
                    <a:pt x="55234" y="67704"/>
                    <a:pt x="56478" y="66808"/>
                  </a:cubicBezTo>
                  <a:close/>
                  <a:moveTo>
                    <a:pt x="86721" y="64169"/>
                  </a:moveTo>
                  <a:cubicBezTo>
                    <a:pt x="88986" y="65986"/>
                    <a:pt x="91201" y="67953"/>
                    <a:pt x="93192" y="69919"/>
                  </a:cubicBezTo>
                  <a:cubicBezTo>
                    <a:pt x="93192" y="69944"/>
                    <a:pt x="93168" y="69944"/>
                    <a:pt x="93168" y="69969"/>
                  </a:cubicBezTo>
                  <a:cubicBezTo>
                    <a:pt x="91176" y="68002"/>
                    <a:pt x="88961" y="66086"/>
                    <a:pt x="86671" y="64219"/>
                  </a:cubicBezTo>
                  <a:cubicBezTo>
                    <a:pt x="86696" y="64219"/>
                    <a:pt x="86696" y="64194"/>
                    <a:pt x="86721" y="64169"/>
                  </a:cubicBezTo>
                  <a:close/>
                  <a:moveTo>
                    <a:pt x="52570" y="69297"/>
                  </a:moveTo>
                  <a:cubicBezTo>
                    <a:pt x="52570" y="69347"/>
                    <a:pt x="52595" y="69421"/>
                    <a:pt x="52595" y="69471"/>
                  </a:cubicBezTo>
                  <a:lnTo>
                    <a:pt x="52695" y="69844"/>
                  </a:lnTo>
                  <a:cubicBezTo>
                    <a:pt x="52695" y="69919"/>
                    <a:pt x="52720" y="69969"/>
                    <a:pt x="52720" y="70043"/>
                  </a:cubicBezTo>
                  <a:cubicBezTo>
                    <a:pt x="52695" y="70043"/>
                    <a:pt x="52695" y="70068"/>
                    <a:pt x="52645" y="70068"/>
                  </a:cubicBezTo>
                  <a:cubicBezTo>
                    <a:pt x="52620" y="69944"/>
                    <a:pt x="52595" y="69819"/>
                    <a:pt x="52570" y="69720"/>
                  </a:cubicBezTo>
                  <a:cubicBezTo>
                    <a:pt x="52570" y="69670"/>
                    <a:pt x="52520" y="69595"/>
                    <a:pt x="52520" y="69546"/>
                  </a:cubicBezTo>
                  <a:cubicBezTo>
                    <a:pt x="52496" y="69471"/>
                    <a:pt x="52496" y="69396"/>
                    <a:pt x="52496" y="69322"/>
                  </a:cubicBezTo>
                  <a:cubicBezTo>
                    <a:pt x="52520" y="69322"/>
                    <a:pt x="52520" y="69297"/>
                    <a:pt x="52570" y="69297"/>
                  </a:cubicBezTo>
                  <a:close/>
                  <a:moveTo>
                    <a:pt x="34225" y="68177"/>
                  </a:moveTo>
                  <a:cubicBezTo>
                    <a:pt x="34275" y="68177"/>
                    <a:pt x="34275" y="68177"/>
                    <a:pt x="34300" y="68202"/>
                  </a:cubicBezTo>
                  <a:cubicBezTo>
                    <a:pt x="33902" y="68849"/>
                    <a:pt x="33528" y="69471"/>
                    <a:pt x="33155" y="70093"/>
                  </a:cubicBezTo>
                  <a:cubicBezTo>
                    <a:pt x="33155" y="70068"/>
                    <a:pt x="33105" y="70068"/>
                    <a:pt x="33105" y="70043"/>
                  </a:cubicBezTo>
                  <a:lnTo>
                    <a:pt x="34225" y="68177"/>
                  </a:lnTo>
                  <a:close/>
                  <a:moveTo>
                    <a:pt x="31338" y="67156"/>
                  </a:moveTo>
                  <a:cubicBezTo>
                    <a:pt x="31687" y="68276"/>
                    <a:pt x="32184" y="69272"/>
                    <a:pt x="32906" y="70068"/>
                  </a:cubicBezTo>
                  <a:cubicBezTo>
                    <a:pt x="32906" y="70093"/>
                    <a:pt x="32856" y="70093"/>
                    <a:pt x="32856" y="70143"/>
                  </a:cubicBezTo>
                  <a:cubicBezTo>
                    <a:pt x="32159" y="69297"/>
                    <a:pt x="31612" y="68301"/>
                    <a:pt x="31288" y="67156"/>
                  </a:cubicBezTo>
                  <a:close/>
                  <a:moveTo>
                    <a:pt x="49011" y="63696"/>
                  </a:moveTo>
                  <a:cubicBezTo>
                    <a:pt x="49036" y="63696"/>
                    <a:pt x="49036" y="63696"/>
                    <a:pt x="49061" y="63721"/>
                  </a:cubicBezTo>
                  <a:cubicBezTo>
                    <a:pt x="47667" y="65837"/>
                    <a:pt x="46547" y="68027"/>
                    <a:pt x="45700" y="70093"/>
                  </a:cubicBezTo>
                  <a:cubicBezTo>
                    <a:pt x="45675" y="70093"/>
                    <a:pt x="45650" y="70143"/>
                    <a:pt x="45626" y="70143"/>
                  </a:cubicBezTo>
                  <a:cubicBezTo>
                    <a:pt x="46497" y="68027"/>
                    <a:pt x="47617" y="65837"/>
                    <a:pt x="49011" y="63696"/>
                  </a:cubicBezTo>
                  <a:close/>
                  <a:moveTo>
                    <a:pt x="47891" y="69172"/>
                  </a:moveTo>
                  <a:lnTo>
                    <a:pt x="47866" y="69197"/>
                  </a:lnTo>
                  <a:cubicBezTo>
                    <a:pt x="47741" y="69322"/>
                    <a:pt x="47617" y="69396"/>
                    <a:pt x="47492" y="69446"/>
                  </a:cubicBezTo>
                  <a:cubicBezTo>
                    <a:pt x="46995" y="69695"/>
                    <a:pt x="46547" y="69944"/>
                    <a:pt x="46148" y="70143"/>
                  </a:cubicBezTo>
                  <a:cubicBezTo>
                    <a:pt x="46621" y="69869"/>
                    <a:pt x="47119" y="69645"/>
                    <a:pt x="47592" y="69347"/>
                  </a:cubicBezTo>
                  <a:cubicBezTo>
                    <a:pt x="47592" y="69347"/>
                    <a:pt x="47617" y="69347"/>
                    <a:pt x="47617" y="69322"/>
                  </a:cubicBezTo>
                  <a:lnTo>
                    <a:pt x="47791" y="69222"/>
                  </a:lnTo>
                  <a:cubicBezTo>
                    <a:pt x="47816" y="69197"/>
                    <a:pt x="47866" y="69197"/>
                    <a:pt x="47891" y="69172"/>
                  </a:cubicBezTo>
                  <a:close/>
                  <a:moveTo>
                    <a:pt x="56926" y="67057"/>
                  </a:moveTo>
                  <a:cubicBezTo>
                    <a:pt x="56951" y="67081"/>
                    <a:pt x="56951" y="67081"/>
                    <a:pt x="56976" y="67081"/>
                  </a:cubicBezTo>
                  <a:cubicBezTo>
                    <a:pt x="56926" y="67156"/>
                    <a:pt x="56851" y="67181"/>
                    <a:pt x="56802" y="67231"/>
                  </a:cubicBezTo>
                  <a:cubicBezTo>
                    <a:pt x="56354" y="67579"/>
                    <a:pt x="55881" y="67953"/>
                    <a:pt x="55458" y="68301"/>
                  </a:cubicBezTo>
                  <a:cubicBezTo>
                    <a:pt x="55234" y="68450"/>
                    <a:pt x="55010" y="68650"/>
                    <a:pt x="54810" y="68799"/>
                  </a:cubicBezTo>
                  <a:cubicBezTo>
                    <a:pt x="54188" y="69272"/>
                    <a:pt x="53566" y="69720"/>
                    <a:pt x="52944" y="70168"/>
                  </a:cubicBezTo>
                  <a:lnTo>
                    <a:pt x="52944" y="70143"/>
                  </a:lnTo>
                  <a:lnTo>
                    <a:pt x="52944" y="70093"/>
                  </a:lnTo>
                  <a:cubicBezTo>
                    <a:pt x="53118" y="69969"/>
                    <a:pt x="53292" y="69819"/>
                    <a:pt x="53491" y="69670"/>
                  </a:cubicBezTo>
                  <a:lnTo>
                    <a:pt x="53566" y="69595"/>
                  </a:lnTo>
                  <a:lnTo>
                    <a:pt x="54586" y="68849"/>
                  </a:lnTo>
                  <a:cubicBezTo>
                    <a:pt x="54636" y="68824"/>
                    <a:pt x="54711" y="68774"/>
                    <a:pt x="54761" y="68724"/>
                  </a:cubicBezTo>
                  <a:lnTo>
                    <a:pt x="54810" y="68724"/>
                  </a:lnTo>
                  <a:cubicBezTo>
                    <a:pt x="55059" y="68550"/>
                    <a:pt x="55283" y="68351"/>
                    <a:pt x="55557" y="68152"/>
                  </a:cubicBezTo>
                  <a:cubicBezTo>
                    <a:pt x="55582" y="68152"/>
                    <a:pt x="55582" y="68102"/>
                    <a:pt x="55607" y="68102"/>
                  </a:cubicBezTo>
                  <a:cubicBezTo>
                    <a:pt x="55706" y="68052"/>
                    <a:pt x="55781" y="67953"/>
                    <a:pt x="55881" y="67903"/>
                  </a:cubicBezTo>
                  <a:cubicBezTo>
                    <a:pt x="56005" y="67803"/>
                    <a:pt x="56179" y="67679"/>
                    <a:pt x="56304" y="67579"/>
                  </a:cubicBezTo>
                  <a:cubicBezTo>
                    <a:pt x="56453" y="67455"/>
                    <a:pt x="56603" y="67330"/>
                    <a:pt x="56727" y="67231"/>
                  </a:cubicBezTo>
                  <a:cubicBezTo>
                    <a:pt x="56752" y="67181"/>
                    <a:pt x="56851" y="67106"/>
                    <a:pt x="56926" y="67057"/>
                  </a:cubicBezTo>
                  <a:close/>
                  <a:moveTo>
                    <a:pt x="77760" y="58021"/>
                  </a:moveTo>
                  <a:cubicBezTo>
                    <a:pt x="79975" y="59440"/>
                    <a:pt x="82265" y="61083"/>
                    <a:pt x="84580" y="62850"/>
                  </a:cubicBezTo>
                  <a:cubicBezTo>
                    <a:pt x="83361" y="65240"/>
                    <a:pt x="81767" y="67729"/>
                    <a:pt x="79876" y="70168"/>
                  </a:cubicBezTo>
                  <a:cubicBezTo>
                    <a:pt x="77362" y="68102"/>
                    <a:pt x="74922" y="65961"/>
                    <a:pt x="72782" y="63821"/>
                  </a:cubicBezTo>
                  <a:cubicBezTo>
                    <a:pt x="74524" y="61929"/>
                    <a:pt x="76192" y="59988"/>
                    <a:pt x="77760" y="58021"/>
                  </a:cubicBezTo>
                  <a:close/>
                  <a:moveTo>
                    <a:pt x="93342" y="70068"/>
                  </a:moveTo>
                  <a:lnTo>
                    <a:pt x="93392" y="70093"/>
                  </a:lnTo>
                  <a:cubicBezTo>
                    <a:pt x="93392" y="70143"/>
                    <a:pt x="93342" y="70143"/>
                    <a:pt x="93342" y="70168"/>
                  </a:cubicBezTo>
                  <a:lnTo>
                    <a:pt x="93317" y="70143"/>
                  </a:lnTo>
                  <a:cubicBezTo>
                    <a:pt x="93317" y="70093"/>
                    <a:pt x="93342" y="70093"/>
                    <a:pt x="93342" y="70068"/>
                  </a:cubicBezTo>
                  <a:close/>
                  <a:moveTo>
                    <a:pt x="48264" y="63447"/>
                  </a:moveTo>
                  <a:lnTo>
                    <a:pt x="48837" y="63622"/>
                  </a:lnTo>
                  <a:cubicBezTo>
                    <a:pt x="47393" y="65837"/>
                    <a:pt x="46248" y="68077"/>
                    <a:pt x="45377" y="70218"/>
                  </a:cubicBezTo>
                  <a:cubicBezTo>
                    <a:pt x="45227" y="69595"/>
                    <a:pt x="45003" y="68948"/>
                    <a:pt x="44680" y="68326"/>
                  </a:cubicBezTo>
                  <a:cubicBezTo>
                    <a:pt x="45178" y="67579"/>
                    <a:pt x="45675" y="66857"/>
                    <a:pt x="46223" y="66161"/>
                  </a:cubicBezTo>
                  <a:cubicBezTo>
                    <a:pt x="46372" y="65936"/>
                    <a:pt x="46547" y="65688"/>
                    <a:pt x="46746" y="65464"/>
                  </a:cubicBezTo>
                  <a:lnTo>
                    <a:pt x="47866" y="63970"/>
                  </a:lnTo>
                  <a:cubicBezTo>
                    <a:pt x="47965" y="63846"/>
                    <a:pt x="48040" y="63746"/>
                    <a:pt x="48115" y="63622"/>
                  </a:cubicBezTo>
                  <a:cubicBezTo>
                    <a:pt x="48140" y="63572"/>
                    <a:pt x="48214" y="63547"/>
                    <a:pt x="48239" y="63472"/>
                  </a:cubicBezTo>
                  <a:cubicBezTo>
                    <a:pt x="48239" y="63472"/>
                    <a:pt x="48239" y="63447"/>
                    <a:pt x="48264" y="63447"/>
                  </a:cubicBezTo>
                  <a:close/>
                  <a:moveTo>
                    <a:pt x="52744" y="70218"/>
                  </a:moveTo>
                  <a:lnTo>
                    <a:pt x="52744" y="70268"/>
                  </a:lnTo>
                  <a:lnTo>
                    <a:pt x="52744" y="70292"/>
                  </a:lnTo>
                  <a:lnTo>
                    <a:pt x="52720" y="70292"/>
                  </a:lnTo>
                  <a:lnTo>
                    <a:pt x="52720" y="70268"/>
                  </a:lnTo>
                  <a:lnTo>
                    <a:pt x="52744" y="70218"/>
                  </a:lnTo>
                  <a:close/>
                  <a:moveTo>
                    <a:pt x="84730" y="62925"/>
                  </a:moveTo>
                  <a:cubicBezTo>
                    <a:pt x="84754" y="62925"/>
                    <a:pt x="84754" y="62950"/>
                    <a:pt x="84804" y="62950"/>
                  </a:cubicBezTo>
                  <a:cubicBezTo>
                    <a:pt x="83560" y="65414"/>
                    <a:pt x="81967" y="67903"/>
                    <a:pt x="80075" y="70292"/>
                  </a:cubicBezTo>
                  <a:cubicBezTo>
                    <a:pt x="80025" y="70292"/>
                    <a:pt x="80025" y="70268"/>
                    <a:pt x="80000" y="70268"/>
                  </a:cubicBezTo>
                  <a:cubicBezTo>
                    <a:pt x="81892" y="67853"/>
                    <a:pt x="83485" y="65364"/>
                    <a:pt x="84730" y="62925"/>
                  </a:cubicBezTo>
                  <a:close/>
                  <a:moveTo>
                    <a:pt x="44555" y="68475"/>
                  </a:moveTo>
                  <a:cubicBezTo>
                    <a:pt x="44854" y="69098"/>
                    <a:pt x="45053" y="69695"/>
                    <a:pt x="45227" y="70292"/>
                  </a:cubicBezTo>
                  <a:cubicBezTo>
                    <a:pt x="45178" y="70292"/>
                    <a:pt x="45178" y="70317"/>
                    <a:pt x="45153" y="70317"/>
                  </a:cubicBezTo>
                  <a:cubicBezTo>
                    <a:pt x="45003" y="69770"/>
                    <a:pt x="44804" y="69172"/>
                    <a:pt x="44530" y="68550"/>
                  </a:cubicBezTo>
                  <a:cubicBezTo>
                    <a:pt x="44530" y="68525"/>
                    <a:pt x="44555" y="68525"/>
                    <a:pt x="44555" y="68475"/>
                  </a:cubicBezTo>
                  <a:close/>
                  <a:moveTo>
                    <a:pt x="72657" y="63945"/>
                  </a:moveTo>
                  <a:cubicBezTo>
                    <a:pt x="74798" y="66086"/>
                    <a:pt x="77237" y="68276"/>
                    <a:pt x="79751" y="70292"/>
                  </a:cubicBezTo>
                  <a:cubicBezTo>
                    <a:pt x="79751" y="70317"/>
                    <a:pt x="79726" y="70317"/>
                    <a:pt x="79726" y="70342"/>
                  </a:cubicBezTo>
                  <a:cubicBezTo>
                    <a:pt x="77188" y="68301"/>
                    <a:pt x="74773" y="66161"/>
                    <a:pt x="72632" y="63995"/>
                  </a:cubicBezTo>
                  <a:cubicBezTo>
                    <a:pt x="72632" y="63970"/>
                    <a:pt x="72657" y="63945"/>
                    <a:pt x="72657" y="63945"/>
                  </a:cubicBezTo>
                  <a:close/>
                  <a:moveTo>
                    <a:pt x="17748" y="54014"/>
                  </a:moveTo>
                  <a:cubicBezTo>
                    <a:pt x="18893" y="54014"/>
                    <a:pt x="20062" y="54113"/>
                    <a:pt x="21282" y="54263"/>
                  </a:cubicBezTo>
                  <a:cubicBezTo>
                    <a:pt x="19739" y="58668"/>
                    <a:pt x="19241" y="62850"/>
                    <a:pt x="20062" y="66310"/>
                  </a:cubicBezTo>
                  <a:cubicBezTo>
                    <a:pt x="20013" y="66310"/>
                    <a:pt x="19988" y="66335"/>
                    <a:pt x="19913" y="66335"/>
                  </a:cubicBezTo>
                  <a:cubicBezTo>
                    <a:pt x="19589" y="66385"/>
                    <a:pt x="19241" y="66459"/>
                    <a:pt x="18917" y="66509"/>
                  </a:cubicBezTo>
                  <a:cubicBezTo>
                    <a:pt x="18594" y="66609"/>
                    <a:pt x="18245" y="66708"/>
                    <a:pt x="17922" y="66808"/>
                  </a:cubicBezTo>
                  <a:cubicBezTo>
                    <a:pt x="17623" y="66907"/>
                    <a:pt x="17299" y="66957"/>
                    <a:pt x="17001" y="67057"/>
                  </a:cubicBezTo>
                  <a:cubicBezTo>
                    <a:pt x="16652" y="67156"/>
                    <a:pt x="16354" y="67256"/>
                    <a:pt x="16005" y="67380"/>
                  </a:cubicBezTo>
                  <a:cubicBezTo>
                    <a:pt x="15682" y="67480"/>
                    <a:pt x="15383" y="67604"/>
                    <a:pt x="15084" y="67729"/>
                  </a:cubicBezTo>
                  <a:cubicBezTo>
                    <a:pt x="14785" y="67853"/>
                    <a:pt x="14462" y="68002"/>
                    <a:pt x="14163" y="68152"/>
                  </a:cubicBezTo>
                  <a:cubicBezTo>
                    <a:pt x="13840" y="68276"/>
                    <a:pt x="13541" y="68401"/>
                    <a:pt x="13267" y="68550"/>
                  </a:cubicBezTo>
                  <a:cubicBezTo>
                    <a:pt x="12968" y="68699"/>
                    <a:pt x="12670" y="68849"/>
                    <a:pt x="12396" y="69023"/>
                  </a:cubicBezTo>
                  <a:cubicBezTo>
                    <a:pt x="12072" y="69172"/>
                    <a:pt x="11799" y="69322"/>
                    <a:pt x="11475" y="69521"/>
                  </a:cubicBezTo>
                  <a:cubicBezTo>
                    <a:pt x="11201" y="69670"/>
                    <a:pt x="10952" y="69844"/>
                    <a:pt x="10678" y="70019"/>
                  </a:cubicBezTo>
                  <a:lnTo>
                    <a:pt x="9932" y="70467"/>
                  </a:lnTo>
                  <a:cubicBezTo>
                    <a:pt x="9907" y="70317"/>
                    <a:pt x="9857" y="70168"/>
                    <a:pt x="9832" y="69969"/>
                  </a:cubicBezTo>
                  <a:cubicBezTo>
                    <a:pt x="9782" y="69795"/>
                    <a:pt x="9757" y="69571"/>
                    <a:pt x="9683" y="69347"/>
                  </a:cubicBezTo>
                  <a:lnTo>
                    <a:pt x="9683" y="69247"/>
                  </a:lnTo>
                  <a:cubicBezTo>
                    <a:pt x="9658" y="69123"/>
                    <a:pt x="9658" y="68998"/>
                    <a:pt x="9633" y="68923"/>
                  </a:cubicBezTo>
                  <a:cubicBezTo>
                    <a:pt x="11699" y="63995"/>
                    <a:pt x="14437" y="58992"/>
                    <a:pt x="17748" y="54014"/>
                  </a:cubicBezTo>
                  <a:close/>
                  <a:moveTo>
                    <a:pt x="79876" y="70417"/>
                  </a:moveTo>
                  <a:cubicBezTo>
                    <a:pt x="79901" y="70417"/>
                    <a:pt x="79950" y="70442"/>
                    <a:pt x="79950" y="70442"/>
                  </a:cubicBezTo>
                  <a:cubicBezTo>
                    <a:pt x="79950" y="70467"/>
                    <a:pt x="79901" y="70467"/>
                    <a:pt x="79901" y="70492"/>
                  </a:cubicBezTo>
                  <a:cubicBezTo>
                    <a:pt x="79876" y="70492"/>
                    <a:pt x="79876" y="70467"/>
                    <a:pt x="79851" y="70467"/>
                  </a:cubicBezTo>
                  <a:cubicBezTo>
                    <a:pt x="79851" y="70442"/>
                    <a:pt x="79876" y="70442"/>
                    <a:pt x="79876" y="70417"/>
                  </a:cubicBezTo>
                  <a:close/>
                  <a:moveTo>
                    <a:pt x="33155" y="70442"/>
                  </a:moveTo>
                  <a:cubicBezTo>
                    <a:pt x="33180" y="70442"/>
                    <a:pt x="33205" y="70442"/>
                    <a:pt x="33205" y="70467"/>
                  </a:cubicBezTo>
                  <a:lnTo>
                    <a:pt x="33280" y="70467"/>
                  </a:lnTo>
                  <a:lnTo>
                    <a:pt x="33304" y="70516"/>
                  </a:lnTo>
                  <a:cubicBezTo>
                    <a:pt x="33280" y="70516"/>
                    <a:pt x="33205" y="70467"/>
                    <a:pt x="33180" y="70467"/>
                  </a:cubicBezTo>
                  <a:lnTo>
                    <a:pt x="33155" y="70442"/>
                  </a:lnTo>
                  <a:close/>
                  <a:moveTo>
                    <a:pt x="9533" y="69197"/>
                  </a:moveTo>
                  <a:cubicBezTo>
                    <a:pt x="9533" y="69272"/>
                    <a:pt x="9558" y="69322"/>
                    <a:pt x="9558" y="69396"/>
                  </a:cubicBezTo>
                  <a:cubicBezTo>
                    <a:pt x="9558" y="69446"/>
                    <a:pt x="9583" y="69546"/>
                    <a:pt x="9583" y="69595"/>
                  </a:cubicBezTo>
                  <a:cubicBezTo>
                    <a:pt x="9658" y="69894"/>
                    <a:pt x="9708" y="70168"/>
                    <a:pt x="9782" y="70417"/>
                  </a:cubicBezTo>
                  <a:cubicBezTo>
                    <a:pt x="9782" y="70442"/>
                    <a:pt x="9807" y="70516"/>
                    <a:pt x="9807" y="70541"/>
                  </a:cubicBezTo>
                  <a:lnTo>
                    <a:pt x="9782" y="70566"/>
                  </a:lnTo>
                  <a:lnTo>
                    <a:pt x="9733" y="70591"/>
                  </a:lnTo>
                  <a:cubicBezTo>
                    <a:pt x="9733" y="70541"/>
                    <a:pt x="9708" y="70467"/>
                    <a:pt x="9708" y="70417"/>
                  </a:cubicBezTo>
                  <a:lnTo>
                    <a:pt x="9708" y="70392"/>
                  </a:lnTo>
                  <a:cubicBezTo>
                    <a:pt x="9633" y="70193"/>
                    <a:pt x="9558" y="69969"/>
                    <a:pt x="9533" y="69770"/>
                  </a:cubicBezTo>
                  <a:cubicBezTo>
                    <a:pt x="9509" y="69645"/>
                    <a:pt x="9459" y="69521"/>
                    <a:pt x="9459" y="69396"/>
                  </a:cubicBezTo>
                  <a:lnTo>
                    <a:pt x="9459" y="69322"/>
                  </a:lnTo>
                  <a:cubicBezTo>
                    <a:pt x="9459" y="69297"/>
                    <a:pt x="9484" y="69297"/>
                    <a:pt x="9484" y="69272"/>
                  </a:cubicBezTo>
                  <a:cubicBezTo>
                    <a:pt x="9484" y="69222"/>
                    <a:pt x="9484" y="69222"/>
                    <a:pt x="9533" y="69197"/>
                  </a:cubicBezTo>
                  <a:close/>
                  <a:moveTo>
                    <a:pt x="84954" y="63074"/>
                  </a:moveTo>
                  <a:cubicBezTo>
                    <a:pt x="85377" y="63422"/>
                    <a:pt x="85825" y="63746"/>
                    <a:pt x="86223" y="64095"/>
                  </a:cubicBezTo>
                  <a:cubicBezTo>
                    <a:pt x="84431" y="66335"/>
                    <a:pt x="82564" y="68550"/>
                    <a:pt x="80573" y="70691"/>
                  </a:cubicBezTo>
                  <a:cubicBezTo>
                    <a:pt x="80448" y="70591"/>
                    <a:pt x="80349" y="70516"/>
                    <a:pt x="80224" y="70417"/>
                  </a:cubicBezTo>
                  <a:cubicBezTo>
                    <a:pt x="82116" y="68027"/>
                    <a:pt x="83709" y="65538"/>
                    <a:pt x="84954" y="63074"/>
                  </a:cubicBezTo>
                  <a:close/>
                  <a:moveTo>
                    <a:pt x="20137" y="66484"/>
                  </a:moveTo>
                  <a:lnTo>
                    <a:pt x="20137" y="66534"/>
                  </a:lnTo>
                  <a:lnTo>
                    <a:pt x="20112" y="66559"/>
                  </a:lnTo>
                  <a:cubicBezTo>
                    <a:pt x="19714" y="66609"/>
                    <a:pt x="19291" y="66708"/>
                    <a:pt x="18893" y="66808"/>
                  </a:cubicBezTo>
                  <a:cubicBezTo>
                    <a:pt x="18594" y="66857"/>
                    <a:pt x="18295" y="66957"/>
                    <a:pt x="18021" y="67057"/>
                  </a:cubicBezTo>
                  <a:cubicBezTo>
                    <a:pt x="17673" y="67156"/>
                    <a:pt x="17299" y="67231"/>
                    <a:pt x="16976" y="67330"/>
                  </a:cubicBezTo>
                  <a:cubicBezTo>
                    <a:pt x="16652" y="67430"/>
                    <a:pt x="16354" y="67554"/>
                    <a:pt x="16030" y="67679"/>
                  </a:cubicBezTo>
                  <a:cubicBezTo>
                    <a:pt x="15731" y="67803"/>
                    <a:pt x="15408" y="67903"/>
                    <a:pt x="15109" y="68027"/>
                  </a:cubicBezTo>
                  <a:cubicBezTo>
                    <a:pt x="14785" y="68152"/>
                    <a:pt x="14512" y="68301"/>
                    <a:pt x="14188" y="68426"/>
                  </a:cubicBezTo>
                  <a:cubicBezTo>
                    <a:pt x="13889" y="68550"/>
                    <a:pt x="13566" y="68699"/>
                    <a:pt x="13267" y="68849"/>
                  </a:cubicBezTo>
                  <a:cubicBezTo>
                    <a:pt x="12993" y="68973"/>
                    <a:pt x="12744" y="69147"/>
                    <a:pt x="12446" y="69297"/>
                  </a:cubicBezTo>
                  <a:cubicBezTo>
                    <a:pt x="12147" y="69471"/>
                    <a:pt x="11799" y="69645"/>
                    <a:pt x="11500" y="69819"/>
                  </a:cubicBezTo>
                  <a:cubicBezTo>
                    <a:pt x="11251" y="69969"/>
                    <a:pt x="11027" y="70143"/>
                    <a:pt x="10803" y="70292"/>
                  </a:cubicBezTo>
                  <a:cubicBezTo>
                    <a:pt x="10529" y="70467"/>
                    <a:pt x="10255" y="70641"/>
                    <a:pt x="10006" y="70815"/>
                  </a:cubicBezTo>
                  <a:lnTo>
                    <a:pt x="10006" y="70765"/>
                  </a:lnTo>
                  <a:cubicBezTo>
                    <a:pt x="10206" y="70591"/>
                    <a:pt x="10454" y="70442"/>
                    <a:pt x="10678" y="70292"/>
                  </a:cubicBezTo>
                  <a:lnTo>
                    <a:pt x="11525" y="69720"/>
                  </a:lnTo>
                  <a:lnTo>
                    <a:pt x="12371" y="69272"/>
                  </a:lnTo>
                  <a:cubicBezTo>
                    <a:pt x="12670" y="69098"/>
                    <a:pt x="12993" y="68923"/>
                    <a:pt x="13292" y="68774"/>
                  </a:cubicBezTo>
                  <a:cubicBezTo>
                    <a:pt x="13541" y="68650"/>
                    <a:pt x="13815" y="68525"/>
                    <a:pt x="14113" y="68401"/>
                  </a:cubicBezTo>
                  <a:lnTo>
                    <a:pt x="15134" y="67928"/>
                  </a:lnTo>
                  <a:cubicBezTo>
                    <a:pt x="15383" y="67828"/>
                    <a:pt x="15657" y="67729"/>
                    <a:pt x="15906" y="67654"/>
                  </a:cubicBezTo>
                  <a:cubicBezTo>
                    <a:pt x="16279" y="67530"/>
                    <a:pt x="16652" y="67355"/>
                    <a:pt x="17026" y="67231"/>
                  </a:cubicBezTo>
                  <a:cubicBezTo>
                    <a:pt x="17275" y="67156"/>
                    <a:pt x="17524" y="67106"/>
                    <a:pt x="17797" y="67032"/>
                  </a:cubicBezTo>
                  <a:cubicBezTo>
                    <a:pt x="18171" y="66907"/>
                    <a:pt x="18594" y="66808"/>
                    <a:pt x="18967" y="66708"/>
                  </a:cubicBezTo>
                  <a:cubicBezTo>
                    <a:pt x="19241" y="66658"/>
                    <a:pt x="19515" y="66609"/>
                    <a:pt x="19789" y="66559"/>
                  </a:cubicBezTo>
                  <a:cubicBezTo>
                    <a:pt x="19913" y="66534"/>
                    <a:pt x="20013" y="66534"/>
                    <a:pt x="20137" y="66484"/>
                  </a:cubicBezTo>
                  <a:close/>
                  <a:moveTo>
                    <a:pt x="24941" y="66285"/>
                  </a:moveTo>
                  <a:cubicBezTo>
                    <a:pt x="26808" y="66285"/>
                    <a:pt x="28625" y="66484"/>
                    <a:pt x="30367" y="66907"/>
                  </a:cubicBezTo>
                  <a:cubicBezTo>
                    <a:pt x="30417" y="66907"/>
                    <a:pt x="30442" y="66932"/>
                    <a:pt x="30467" y="66932"/>
                  </a:cubicBezTo>
                  <a:cubicBezTo>
                    <a:pt x="30691" y="66982"/>
                    <a:pt x="30865" y="67032"/>
                    <a:pt x="31089" y="67081"/>
                  </a:cubicBezTo>
                  <a:cubicBezTo>
                    <a:pt x="31413" y="68276"/>
                    <a:pt x="31935" y="69297"/>
                    <a:pt x="32657" y="70143"/>
                  </a:cubicBezTo>
                  <a:lnTo>
                    <a:pt x="32608" y="70143"/>
                  </a:lnTo>
                  <a:cubicBezTo>
                    <a:pt x="32533" y="70093"/>
                    <a:pt x="32408" y="70093"/>
                    <a:pt x="32309" y="70068"/>
                  </a:cubicBezTo>
                  <a:cubicBezTo>
                    <a:pt x="31935" y="70019"/>
                    <a:pt x="31562" y="69969"/>
                    <a:pt x="31164" y="69944"/>
                  </a:cubicBezTo>
                  <a:cubicBezTo>
                    <a:pt x="31039" y="69944"/>
                    <a:pt x="30915" y="69919"/>
                    <a:pt x="30815" y="69919"/>
                  </a:cubicBezTo>
                  <a:cubicBezTo>
                    <a:pt x="30318" y="69894"/>
                    <a:pt x="29845" y="69844"/>
                    <a:pt x="29347" y="69844"/>
                  </a:cubicBezTo>
                  <a:cubicBezTo>
                    <a:pt x="28973" y="69844"/>
                    <a:pt x="28625" y="69844"/>
                    <a:pt x="28252" y="69894"/>
                  </a:cubicBezTo>
                  <a:cubicBezTo>
                    <a:pt x="28102" y="69894"/>
                    <a:pt x="27928" y="69919"/>
                    <a:pt x="27754" y="69919"/>
                  </a:cubicBezTo>
                  <a:cubicBezTo>
                    <a:pt x="27580" y="69919"/>
                    <a:pt x="27380" y="69944"/>
                    <a:pt x="27181" y="69944"/>
                  </a:cubicBezTo>
                  <a:lnTo>
                    <a:pt x="26509" y="70043"/>
                  </a:lnTo>
                  <a:cubicBezTo>
                    <a:pt x="26360" y="70068"/>
                    <a:pt x="26211" y="70068"/>
                    <a:pt x="26086" y="70093"/>
                  </a:cubicBezTo>
                  <a:cubicBezTo>
                    <a:pt x="25837" y="70143"/>
                    <a:pt x="25613" y="70193"/>
                    <a:pt x="25364" y="70218"/>
                  </a:cubicBezTo>
                  <a:cubicBezTo>
                    <a:pt x="25240" y="70268"/>
                    <a:pt x="25115" y="70268"/>
                    <a:pt x="24991" y="70292"/>
                  </a:cubicBezTo>
                  <a:lnTo>
                    <a:pt x="24244" y="70467"/>
                  </a:lnTo>
                  <a:cubicBezTo>
                    <a:pt x="24145" y="70492"/>
                    <a:pt x="24020" y="70541"/>
                    <a:pt x="23945" y="70541"/>
                  </a:cubicBezTo>
                  <a:cubicBezTo>
                    <a:pt x="23697" y="70591"/>
                    <a:pt x="23448" y="70691"/>
                    <a:pt x="23199" y="70740"/>
                  </a:cubicBezTo>
                  <a:cubicBezTo>
                    <a:pt x="23124" y="70790"/>
                    <a:pt x="23074" y="70790"/>
                    <a:pt x="23000" y="70815"/>
                  </a:cubicBezTo>
                  <a:cubicBezTo>
                    <a:pt x="22352" y="70218"/>
                    <a:pt x="21879" y="69571"/>
                    <a:pt x="21506" y="68849"/>
                  </a:cubicBezTo>
                  <a:cubicBezTo>
                    <a:pt x="21954" y="68027"/>
                    <a:pt x="22402" y="67181"/>
                    <a:pt x="22900" y="66360"/>
                  </a:cubicBezTo>
                  <a:lnTo>
                    <a:pt x="22950" y="66360"/>
                  </a:lnTo>
                  <a:cubicBezTo>
                    <a:pt x="23597" y="66310"/>
                    <a:pt x="24269" y="66285"/>
                    <a:pt x="24941" y="66285"/>
                  </a:cubicBezTo>
                  <a:close/>
                  <a:moveTo>
                    <a:pt x="9807" y="70790"/>
                  </a:moveTo>
                  <a:lnTo>
                    <a:pt x="9807" y="70815"/>
                  </a:lnTo>
                  <a:lnTo>
                    <a:pt x="9807" y="70840"/>
                  </a:lnTo>
                  <a:lnTo>
                    <a:pt x="9757" y="70840"/>
                  </a:lnTo>
                  <a:lnTo>
                    <a:pt x="9757" y="70815"/>
                  </a:lnTo>
                  <a:lnTo>
                    <a:pt x="9782" y="70815"/>
                  </a:lnTo>
                  <a:cubicBezTo>
                    <a:pt x="9807" y="70815"/>
                    <a:pt x="9807" y="70790"/>
                    <a:pt x="9807" y="70790"/>
                  </a:cubicBezTo>
                  <a:close/>
                  <a:moveTo>
                    <a:pt x="80100" y="70566"/>
                  </a:moveTo>
                  <a:cubicBezTo>
                    <a:pt x="80199" y="70666"/>
                    <a:pt x="80324" y="70765"/>
                    <a:pt x="80398" y="70815"/>
                  </a:cubicBezTo>
                  <a:lnTo>
                    <a:pt x="80374" y="70840"/>
                  </a:lnTo>
                  <a:cubicBezTo>
                    <a:pt x="80274" y="70765"/>
                    <a:pt x="80150" y="70666"/>
                    <a:pt x="80075" y="70591"/>
                  </a:cubicBezTo>
                  <a:lnTo>
                    <a:pt x="80100" y="70566"/>
                  </a:lnTo>
                  <a:close/>
                  <a:moveTo>
                    <a:pt x="86347" y="64219"/>
                  </a:moveTo>
                  <a:cubicBezTo>
                    <a:pt x="86372" y="64219"/>
                    <a:pt x="86372" y="64244"/>
                    <a:pt x="86422" y="64244"/>
                  </a:cubicBezTo>
                  <a:cubicBezTo>
                    <a:pt x="84630" y="66484"/>
                    <a:pt x="82738" y="68699"/>
                    <a:pt x="80747" y="70840"/>
                  </a:cubicBezTo>
                  <a:cubicBezTo>
                    <a:pt x="80722" y="70840"/>
                    <a:pt x="80722" y="70815"/>
                    <a:pt x="80697" y="70815"/>
                  </a:cubicBezTo>
                  <a:cubicBezTo>
                    <a:pt x="82688" y="68674"/>
                    <a:pt x="84580" y="66459"/>
                    <a:pt x="86347" y="64219"/>
                  </a:cubicBezTo>
                  <a:close/>
                  <a:moveTo>
                    <a:pt x="21382" y="69073"/>
                  </a:moveTo>
                  <a:cubicBezTo>
                    <a:pt x="21753" y="69716"/>
                    <a:pt x="22197" y="70334"/>
                    <a:pt x="22692" y="70904"/>
                  </a:cubicBezTo>
                  <a:lnTo>
                    <a:pt x="22692" y="70904"/>
                  </a:lnTo>
                  <a:cubicBezTo>
                    <a:pt x="22690" y="70904"/>
                    <a:pt x="22689" y="70904"/>
                    <a:pt x="22687" y="70904"/>
                  </a:cubicBezTo>
                  <a:cubicBezTo>
                    <a:pt x="22670" y="70904"/>
                    <a:pt x="22643" y="70915"/>
                    <a:pt x="22626" y="70915"/>
                  </a:cubicBezTo>
                  <a:cubicBezTo>
                    <a:pt x="22128" y="70392"/>
                    <a:pt x="21730" y="69795"/>
                    <a:pt x="21357" y="69147"/>
                  </a:cubicBezTo>
                  <a:cubicBezTo>
                    <a:pt x="21357" y="69098"/>
                    <a:pt x="21382" y="69098"/>
                    <a:pt x="21382" y="69073"/>
                  </a:cubicBezTo>
                  <a:close/>
                  <a:moveTo>
                    <a:pt x="80573" y="70940"/>
                  </a:moveTo>
                  <a:cubicBezTo>
                    <a:pt x="80598" y="70940"/>
                    <a:pt x="80598" y="70964"/>
                    <a:pt x="80622" y="70964"/>
                  </a:cubicBezTo>
                  <a:lnTo>
                    <a:pt x="80598" y="71014"/>
                  </a:lnTo>
                  <a:cubicBezTo>
                    <a:pt x="80573" y="71014"/>
                    <a:pt x="80573" y="70964"/>
                    <a:pt x="80523" y="70964"/>
                  </a:cubicBezTo>
                  <a:lnTo>
                    <a:pt x="80573" y="70940"/>
                  </a:lnTo>
                  <a:close/>
                  <a:moveTo>
                    <a:pt x="29297" y="70068"/>
                  </a:moveTo>
                  <a:cubicBezTo>
                    <a:pt x="29795" y="70068"/>
                    <a:pt x="30293" y="70093"/>
                    <a:pt x="30790" y="70143"/>
                  </a:cubicBezTo>
                  <a:cubicBezTo>
                    <a:pt x="30915" y="70143"/>
                    <a:pt x="31039" y="70168"/>
                    <a:pt x="31164" y="70168"/>
                  </a:cubicBezTo>
                  <a:cubicBezTo>
                    <a:pt x="31562" y="70193"/>
                    <a:pt x="31935" y="70268"/>
                    <a:pt x="32334" y="70317"/>
                  </a:cubicBezTo>
                  <a:cubicBezTo>
                    <a:pt x="32433" y="70342"/>
                    <a:pt x="32533" y="70342"/>
                    <a:pt x="32608" y="70392"/>
                  </a:cubicBezTo>
                  <a:cubicBezTo>
                    <a:pt x="32637" y="70347"/>
                    <a:pt x="32658" y="70338"/>
                    <a:pt x="32676" y="70338"/>
                  </a:cubicBezTo>
                  <a:cubicBezTo>
                    <a:pt x="32687" y="70338"/>
                    <a:pt x="32697" y="70342"/>
                    <a:pt x="32707" y="70342"/>
                  </a:cubicBezTo>
                  <a:cubicBezTo>
                    <a:pt x="32682" y="70392"/>
                    <a:pt x="32682" y="70392"/>
                    <a:pt x="32682" y="70417"/>
                  </a:cubicBezTo>
                  <a:cubicBezTo>
                    <a:pt x="32234" y="70317"/>
                    <a:pt x="31786" y="70268"/>
                    <a:pt x="31313" y="70218"/>
                  </a:cubicBezTo>
                  <a:cubicBezTo>
                    <a:pt x="31164" y="70218"/>
                    <a:pt x="31039" y="70193"/>
                    <a:pt x="30865" y="70193"/>
                  </a:cubicBezTo>
                  <a:cubicBezTo>
                    <a:pt x="30342" y="70168"/>
                    <a:pt x="29820" y="70143"/>
                    <a:pt x="29247" y="70143"/>
                  </a:cubicBezTo>
                  <a:lnTo>
                    <a:pt x="29197" y="70143"/>
                  </a:lnTo>
                  <a:cubicBezTo>
                    <a:pt x="28849" y="70143"/>
                    <a:pt x="28500" y="70143"/>
                    <a:pt x="28202" y="70168"/>
                  </a:cubicBezTo>
                  <a:cubicBezTo>
                    <a:pt x="27953" y="70168"/>
                    <a:pt x="27679" y="70193"/>
                    <a:pt x="27430" y="70218"/>
                  </a:cubicBezTo>
                  <a:cubicBezTo>
                    <a:pt x="27331" y="70218"/>
                    <a:pt x="27231" y="70218"/>
                    <a:pt x="27131" y="70268"/>
                  </a:cubicBezTo>
                  <a:cubicBezTo>
                    <a:pt x="26833" y="70292"/>
                    <a:pt x="26484" y="70317"/>
                    <a:pt x="26186" y="70392"/>
                  </a:cubicBezTo>
                  <a:lnTo>
                    <a:pt x="26061" y="70392"/>
                  </a:lnTo>
                  <a:cubicBezTo>
                    <a:pt x="25713" y="70442"/>
                    <a:pt x="25339" y="70516"/>
                    <a:pt x="24991" y="70566"/>
                  </a:cubicBezTo>
                  <a:cubicBezTo>
                    <a:pt x="24369" y="70691"/>
                    <a:pt x="23746" y="70840"/>
                    <a:pt x="23124" y="71039"/>
                  </a:cubicBezTo>
                  <a:lnTo>
                    <a:pt x="23099" y="71014"/>
                  </a:lnTo>
                  <a:lnTo>
                    <a:pt x="23074" y="70964"/>
                  </a:lnTo>
                  <a:cubicBezTo>
                    <a:pt x="23348" y="70890"/>
                    <a:pt x="23622" y="70815"/>
                    <a:pt x="23896" y="70716"/>
                  </a:cubicBezTo>
                  <a:cubicBezTo>
                    <a:pt x="23970" y="70716"/>
                    <a:pt x="23995" y="70691"/>
                    <a:pt x="24070" y="70691"/>
                  </a:cubicBezTo>
                  <a:cubicBezTo>
                    <a:pt x="24369" y="70641"/>
                    <a:pt x="24692" y="70541"/>
                    <a:pt x="24966" y="70467"/>
                  </a:cubicBezTo>
                  <a:cubicBezTo>
                    <a:pt x="25016" y="70467"/>
                    <a:pt x="25090" y="70442"/>
                    <a:pt x="25140" y="70442"/>
                  </a:cubicBezTo>
                  <a:cubicBezTo>
                    <a:pt x="25439" y="70392"/>
                    <a:pt x="25738" y="70317"/>
                    <a:pt x="26011" y="70292"/>
                  </a:cubicBezTo>
                  <a:cubicBezTo>
                    <a:pt x="26111" y="70268"/>
                    <a:pt x="26235" y="70268"/>
                    <a:pt x="26335" y="70268"/>
                  </a:cubicBezTo>
                  <a:cubicBezTo>
                    <a:pt x="26584" y="70218"/>
                    <a:pt x="26833" y="70193"/>
                    <a:pt x="27107" y="70168"/>
                  </a:cubicBezTo>
                  <a:cubicBezTo>
                    <a:pt x="27306" y="70143"/>
                    <a:pt x="27455" y="70143"/>
                    <a:pt x="27629" y="70143"/>
                  </a:cubicBezTo>
                  <a:cubicBezTo>
                    <a:pt x="27828" y="70143"/>
                    <a:pt x="28003" y="70093"/>
                    <a:pt x="28202" y="70093"/>
                  </a:cubicBezTo>
                  <a:cubicBezTo>
                    <a:pt x="28575" y="70068"/>
                    <a:pt x="28924" y="70068"/>
                    <a:pt x="29297" y="70068"/>
                  </a:cubicBezTo>
                  <a:close/>
                  <a:moveTo>
                    <a:pt x="22891" y="71070"/>
                  </a:moveTo>
                  <a:cubicBezTo>
                    <a:pt x="22888" y="71070"/>
                    <a:pt x="22888" y="71077"/>
                    <a:pt x="22900" y="71089"/>
                  </a:cubicBezTo>
                  <a:cubicBezTo>
                    <a:pt x="22896" y="71082"/>
                    <a:pt x="22893" y="71076"/>
                    <a:pt x="22891" y="71070"/>
                  </a:cubicBezTo>
                  <a:close/>
                  <a:moveTo>
                    <a:pt x="45377" y="70840"/>
                  </a:moveTo>
                  <a:cubicBezTo>
                    <a:pt x="45377" y="70890"/>
                    <a:pt x="45377" y="70940"/>
                    <a:pt x="45402" y="70964"/>
                  </a:cubicBezTo>
                  <a:cubicBezTo>
                    <a:pt x="45402" y="71014"/>
                    <a:pt x="45377" y="71064"/>
                    <a:pt x="45377" y="71089"/>
                  </a:cubicBezTo>
                  <a:cubicBezTo>
                    <a:pt x="45377" y="71064"/>
                    <a:pt x="45377" y="71014"/>
                    <a:pt x="45352" y="70964"/>
                  </a:cubicBezTo>
                  <a:cubicBezTo>
                    <a:pt x="45352" y="70915"/>
                    <a:pt x="45352" y="70890"/>
                    <a:pt x="45377" y="70840"/>
                  </a:cubicBezTo>
                  <a:close/>
                  <a:moveTo>
                    <a:pt x="22850" y="71039"/>
                  </a:moveTo>
                  <a:cubicBezTo>
                    <a:pt x="22871" y="71039"/>
                    <a:pt x="22875" y="71039"/>
                    <a:pt x="22891" y="71070"/>
                  </a:cubicBezTo>
                  <a:lnTo>
                    <a:pt x="22891" y="71070"/>
                  </a:lnTo>
                  <a:cubicBezTo>
                    <a:pt x="22891" y="71070"/>
                    <a:pt x="22891" y="71070"/>
                    <a:pt x="22891" y="71070"/>
                  </a:cubicBezTo>
                  <a:cubicBezTo>
                    <a:pt x="22894" y="71070"/>
                    <a:pt x="22900" y="71076"/>
                    <a:pt x="22900" y="71089"/>
                  </a:cubicBezTo>
                  <a:cubicBezTo>
                    <a:pt x="22875" y="71089"/>
                    <a:pt x="22850" y="71089"/>
                    <a:pt x="22850" y="71139"/>
                  </a:cubicBezTo>
                  <a:lnTo>
                    <a:pt x="22825" y="71089"/>
                  </a:lnTo>
                  <a:cubicBezTo>
                    <a:pt x="22825" y="71089"/>
                    <a:pt x="22776" y="71089"/>
                    <a:pt x="22776" y="71064"/>
                  </a:cubicBezTo>
                  <a:cubicBezTo>
                    <a:pt x="22825" y="71064"/>
                    <a:pt x="22825" y="71064"/>
                    <a:pt x="22825" y="71039"/>
                  </a:cubicBezTo>
                  <a:close/>
                  <a:moveTo>
                    <a:pt x="96926" y="63099"/>
                  </a:moveTo>
                  <a:cubicBezTo>
                    <a:pt x="98071" y="63248"/>
                    <a:pt x="99191" y="63348"/>
                    <a:pt x="100311" y="63373"/>
                  </a:cubicBezTo>
                  <a:cubicBezTo>
                    <a:pt x="98569" y="65986"/>
                    <a:pt x="96677" y="68575"/>
                    <a:pt x="94661" y="71139"/>
                  </a:cubicBezTo>
                  <a:cubicBezTo>
                    <a:pt x="94313" y="70765"/>
                    <a:pt x="93964" y="70417"/>
                    <a:pt x="93591" y="70068"/>
                  </a:cubicBezTo>
                  <a:cubicBezTo>
                    <a:pt x="94960" y="67729"/>
                    <a:pt x="96080" y="65364"/>
                    <a:pt x="96926" y="63099"/>
                  </a:cubicBezTo>
                  <a:close/>
                  <a:moveTo>
                    <a:pt x="38905" y="61829"/>
                  </a:moveTo>
                  <a:cubicBezTo>
                    <a:pt x="39552" y="62377"/>
                    <a:pt x="40174" y="62950"/>
                    <a:pt x="40772" y="63547"/>
                  </a:cubicBezTo>
                  <a:cubicBezTo>
                    <a:pt x="40324" y="64792"/>
                    <a:pt x="40025" y="65986"/>
                    <a:pt x="39826" y="67181"/>
                  </a:cubicBezTo>
                  <a:cubicBezTo>
                    <a:pt x="39801" y="67281"/>
                    <a:pt x="39801" y="67380"/>
                    <a:pt x="39776" y="67480"/>
                  </a:cubicBezTo>
                  <a:lnTo>
                    <a:pt x="39776" y="67579"/>
                  </a:lnTo>
                  <a:cubicBezTo>
                    <a:pt x="39751" y="67704"/>
                    <a:pt x="39751" y="67828"/>
                    <a:pt x="39751" y="67953"/>
                  </a:cubicBezTo>
                  <a:cubicBezTo>
                    <a:pt x="39751" y="68077"/>
                    <a:pt x="39701" y="68226"/>
                    <a:pt x="39701" y="68351"/>
                  </a:cubicBezTo>
                  <a:cubicBezTo>
                    <a:pt x="39677" y="68575"/>
                    <a:pt x="39677" y="68799"/>
                    <a:pt x="39677" y="69023"/>
                  </a:cubicBezTo>
                  <a:lnTo>
                    <a:pt x="39677" y="69098"/>
                  </a:lnTo>
                  <a:lnTo>
                    <a:pt x="39677" y="69197"/>
                  </a:lnTo>
                  <a:lnTo>
                    <a:pt x="39677" y="69695"/>
                  </a:lnTo>
                  <a:cubicBezTo>
                    <a:pt x="39677" y="69844"/>
                    <a:pt x="39677" y="70043"/>
                    <a:pt x="39701" y="70193"/>
                  </a:cubicBezTo>
                  <a:cubicBezTo>
                    <a:pt x="39701" y="70292"/>
                    <a:pt x="39701" y="70392"/>
                    <a:pt x="39751" y="70442"/>
                  </a:cubicBezTo>
                  <a:lnTo>
                    <a:pt x="39751" y="70566"/>
                  </a:lnTo>
                  <a:lnTo>
                    <a:pt x="39751" y="70591"/>
                  </a:lnTo>
                  <a:cubicBezTo>
                    <a:pt x="39776" y="70765"/>
                    <a:pt x="39776" y="70890"/>
                    <a:pt x="39801" y="71039"/>
                  </a:cubicBezTo>
                  <a:cubicBezTo>
                    <a:pt x="39801" y="71089"/>
                    <a:pt x="39826" y="71164"/>
                    <a:pt x="39826" y="71213"/>
                  </a:cubicBezTo>
                  <a:lnTo>
                    <a:pt x="39776" y="71164"/>
                  </a:lnTo>
                  <a:lnTo>
                    <a:pt x="39776" y="71188"/>
                  </a:lnTo>
                  <a:lnTo>
                    <a:pt x="39701" y="71139"/>
                  </a:lnTo>
                  <a:cubicBezTo>
                    <a:pt x="39627" y="71039"/>
                    <a:pt x="39502" y="70940"/>
                    <a:pt x="39403" y="70840"/>
                  </a:cubicBezTo>
                  <a:cubicBezTo>
                    <a:pt x="39278" y="70716"/>
                    <a:pt x="39129" y="70591"/>
                    <a:pt x="39005" y="70516"/>
                  </a:cubicBezTo>
                  <a:cubicBezTo>
                    <a:pt x="38880" y="70417"/>
                    <a:pt x="38756" y="70292"/>
                    <a:pt x="38581" y="70193"/>
                  </a:cubicBezTo>
                  <a:lnTo>
                    <a:pt x="38208" y="69919"/>
                  </a:lnTo>
                  <a:cubicBezTo>
                    <a:pt x="38059" y="69795"/>
                    <a:pt x="37909" y="69695"/>
                    <a:pt x="37760" y="69571"/>
                  </a:cubicBezTo>
                  <a:cubicBezTo>
                    <a:pt x="37660" y="69521"/>
                    <a:pt x="37536" y="69421"/>
                    <a:pt x="37436" y="69347"/>
                  </a:cubicBezTo>
                  <a:cubicBezTo>
                    <a:pt x="37262" y="69222"/>
                    <a:pt x="37063" y="69098"/>
                    <a:pt x="36889" y="69023"/>
                  </a:cubicBezTo>
                  <a:cubicBezTo>
                    <a:pt x="36789" y="68948"/>
                    <a:pt x="36690" y="68899"/>
                    <a:pt x="36590" y="68849"/>
                  </a:cubicBezTo>
                  <a:cubicBezTo>
                    <a:pt x="36391" y="68724"/>
                    <a:pt x="36192" y="68600"/>
                    <a:pt x="35968" y="68475"/>
                  </a:cubicBezTo>
                  <a:cubicBezTo>
                    <a:pt x="35918" y="68450"/>
                    <a:pt x="35818" y="68401"/>
                    <a:pt x="35769" y="68351"/>
                  </a:cubicBezTo>
                  <a:cubicBezTo>
                    <a:pt x="35545" y="68226"/>
                    <a:pt x="35296" y="68102"/>
                    <a:pt x="35072" y="68027"/>
                  </a:cubicBezTo>
                  <a:lnTo>
                    <a:pt x="34898" y="67928"/>
                  </a:lnTo>
                  <a:cubicBezTo>
                    <a:pt x="34823" y="67903"/>
                    <a:pt x="34773" y="67853"/>
                    <a:pt x="34673" y="67828"/>
                  </a:cubicBezTo>
                  <a:cubicBezTo>
                    <a:pt x="36018" y="65862"/>
                    <a:pt x="37412" y="63846"/>
                    <a:pt x="38905" y="61829"/>
                  </a:cubicBezTo>
                  <a:close/>
                  <a:moveTo>
                    <a:pt x="52272" y="66733"/>
                  </a:moveTo>
                  <a:lnTo>
                    <a:pt x="52272" y="66808"/>
                  </a:lnTo>
                  <a:lnTo>
                    <a:pt x="52197" y="67181"/>
                  </a:lnTo>
                  <a:lnTo>
                    <a:pt x="52197" y="67281"/>
                  </a:lnTo>
                  <a:cubicBezTo>
                    <a:pt x="52197" y="67405"/>
                    <a:pt x="52147" y="67530"/>
                    <a:pt x="52147" y="67679"/>
                  </a:cubicBezTo>
                  <a:lnTo>
                    <a:pt x="52147" y="67803"/>
                  </a:lnTo>
                  <a:lnTo>
                    <a:pt x="52147" y="68226"/>
                  </a:lnTo>
                  <a:cubicBezTo>
                    <a:pt x="52147" y="68301"/>
                    <a:pt x="52147" y="68351"/>
                    <a:pt x="52197" y="68426"/>
                  </a:cubicBezTo>
                  <a:cubicBezTo>
                    <a:pt x="52197" y="68575"/>
                    <a:pt x="52222" y="68699"/>
                    <a:pt x="52247" y="68849"/>
                  </a:cubicBezTo>
                  <a:lnTo>
                    <a:pt x="52247" y="68948"/>
                  </a:lnTo>
                  <a:cubicBezTo>
                    <a:pt x="50579" y="69894"/>
                    <a:pt x="48886" y="70666"/>
                    <a:pt x="47268" y="71263"/>
                  </a:cubicBezTo>
                  <a:cubicBezTo>
                    <a:pt x="47468" y="70940"/>
                    <a:pt x="47617" y="70666"/>
                    <a:pt x="47741" y="70442"/>
                  </a:cubicBezTo>
                  <a:cubicBezTo>
                    <a:pt x="47841" y="70317"/>
                    <a:pt x="47891" y="70168"/>
                    <a:pt x="47990" y="70019"/>
                  </a:cubicBezTo>
                  <a:cubicBezTo>
                    <a:pt x="48015" y="69944"/>
                    <a:pt x="48090" y="69894"/>
                    <a:pt x="48115" y="69819"/>
                  </a:cubicBezTo>
                  <a:cubicBezTo>
                    <a:pt x="48214" y="69645"/>
                    <a:pt x="48339" y="69421"/>
                    <a:pt x="48488" y="69147"/>
                  </a:cubicBezTo>
                  <a:cubicBezTo>
                    <a:pt x="49110" y="68799"/>
                    <a:pt x="49708" y="68401"/>
                    <a:pt x="50330" y="68027"/>
                  </a:cubicBezTo>
                  <a:cubicBezTo>
                    <a:pt x="50479" y="67928"/>
                    <a:pt x="50654" y="67803"/>
                    <a:pt x="50878" y="67679"/>
                  </a:cubicBezTo>
                  <a:cubicBezTo>
                    <a:pt x="51127" y="67530"/>
                    <a:pt x="51450" y="67330"/>
                    <a:pt x="51724" y="67106"/>
                  </a:cubicBezTo>
                  <a:lnTo>
                    <a:pt x="52272" y="66733"/>
                  </a:lnTo>
                  <a:close/>
                  <a:moveTo>
                    <a:pt x="48090" y="69347"/>
                  </a:moveTo>
                  <a:lnTo>
                    <a:pt x="48090" y="69347"/>
                  </a:lnTo>
                  <a:cubicBezTo>
                    <a:pt x="47990" y="69471"/>
                    <a:pt x="47916" y="69645"/>
                    <a:pt x="47841" y="69770"/>
                  </a:cubicBezTo>
                  <a:cubicBezTo>
                    <a:pt x="47841" y="69787"/>
                    <a:pt x="47841" y="69805"/>
                    <a:pt x="47823" y="69805"/>
                  </a:cubicBezTo>
                  <a:cubicBezTo>
                    <a:pt x="47816" y="69805"/>
                    <a:pt x="47806" y="69802"/>
                    <a:pt x="47791" y="69795"/>
                  </a:cubicBezTo>
                  <a:lnTo>
                    <a:pt x="47791" y="69795"/>
                  </a:lnTo>
                  <a:cubicBezTo>
                    <a:pt x="47841" y="69819"/>
                    <a:pt x="47766" y="69919"/>
                    <a:pt x="47667" y="70068"/>
                  </a:cubicBezTo>
                  <a:cubicBezTo>
                    <a:pt x="47418" y="70467"/>
                    <a:pt x="47219" y="70890"/>
                    <a:pt x="46970" y="71288"/>
                  </a:cubicBezTo>
                  <a:cubicBezTo>
                    <a:pt x="47144" y="70915"/>
                    <a:pt x="47343" y="70591"/>
                    <a:pt x="47468" y="70342"/>
                  </a:cubicBezTo>
                  <a:cubicBezTo>
                    <a:pt x="47542" y="70193"/>
                    <a:pt x="47617" y="70043"/>
                    <a:pt x="47716" y="69894"/>
                  </a:cubicBezTo>
                  <a:cubicBezTo>
                    <a:pt x="47766" y="69844"/>
                    <a:pt x="47766" y="69819"/>
                    <a:pt x="47791" y="69795"/>
                  </a:cubicBezTo>
                  <a:lnTo>
                    <a:pt x="47791" y="69795"/>
                  </a:lnTo>
                  <a:cubicBezTo>
                    <a:pt x="47791" y="69795"/>
                    <a:pt x="47791" y="69795"/>
                    <a:pt x="47791" y="69795"/>
                  </a:cubicBezTo>
                  <a:cubicBezTo>
                    <a:pt x="47866" y="69670"/>
                    <a:pt x="47965" y="69546"/>
                    <a:pt x="48040" y="69396"/>
                  </a:cubicBezTo>
                  <a:lnTo>
                    <a:pt x="48090" y="69347"/>
                  </a:lnTo>
                  <a:close/>
                  <a:moveTo>
                    <a:pt x="100635" y="63348"/>
                  </a:moveTo>
                  <a:cubicBezTo>
                    <a:pt x="98868" y="66036"/>
                    <a:pt x="96926" y="68674"/>
                    <a:pt x="94835" y="71288"/>
                  </a:cubicBezTo>
                  <a:lnTo>
                    <a:pt x="94810" y="71263"/>
                  </a:lnTo>
                  <a:cubicBezTo>
                    <a:pt x="96876" y="68674"/>
                    <a:pt x="98793" y="66036"/>
                    <a:pt x="100560" y="63348"/>
                  </a:cubicBezTo>
                  <a:close/>
                  <a:moveTo>
                    <a:pt x="93516" y="70218"/>
                  </a:moveTo>
                  <a:lnTo>
                    <a:pt x="94537" y="71263"/>
                  </a:lnTo>
                  <a:cubicBezTo>
                    <a:pt x="94537" y="71288"/>
                    <a:pt x="94512" y="71288"/>
                    <a:pt x="94512" y="71313"/>
                  </a:cubicBezTo>
                  <a:lnTo>
                    <a:pt x="93466" y="70292"/>
                  </a:lnTo>
                  <a:cubicBezTo>
                    <a:pt x="93466" y="70268"/>
                    <a:pt x="93516" y="70218"/>
                    <a:pt x="93516" y="70218"/>
                  </a:cubicBezTo>
                  <a:close/>
                  <a:moveTo>
                    <a:pt x="44406" y="68774"/>
                  </a:moveTo>
                  <a:cubicBezTo>
                    <a:pt x="44655" y="69297"/>
                    <a:pt x="44854" y="69844"/>
                    <a:pt x="45003" y="70417"/>
                  </a:cubicBezTo>
                  <a:cubicBezTo>
                    <a:pt x="44729" y="70541"/>
                    <a:pt x="44431" y="70666"/>
                    <a:pt x="44132" y="70815"/>
                  </a:cubicBezTo>
                  <a:cubicBezTo>
                    <a:pt x="44008" y="70890"/>
                    <a:pt x="43908" y="70915"/>
                    <a:pt x="43784" y="70964"/>
                  </a:cubicBezTo>
                  <a:cubicBezTo>
                    <a:pt x="43759" y="71014"/>
                    <a:pt x="43684" y="71014"/>
                    <a:pt x="43659" y="71039"/>
                  </a:cubicBezTo>
                  <a:cubicBezTo>
                    <a:pt x="43360" y="71164"/>
                    <a:pt x="43037" y="71288"/>
                    <a:pt x="42763" y="71388"/>
                  </a:cubicBezTo>
                  <a:lnTo>
                    <a:pt x="42763" y="71338"/>
                  </a:lnTo>
                  <a:cubicBezTo>
                    <a:pt x="42888" y="71164"/>
                    <a:pt x="43012" y="70940"/>
                    <a:pt x="43136" y="70765"/>
                  </a:cubicBezTo>
                  <a:cubicBezTo>
                    <a:pt x="43161" y="70716"/>
                    <a:pt x="43186" y="70691"/>
                    <a:pt x="43186" y="70641"/>
                  </a:cubicBezTo>
                  <a:cubicBezTo>
                    <a:pt x="43560" y="70019"/>
                    <a:pt x="43958" y="69396"/>
                    <a:pt x="44406" y="68774"/>
                  </a:cubicBezTo>
                  <a:close/>
                  <a:moveTo>
                    <a:pt x="44297" y="68488"/>
                  </a:moveTo>
                  <a:cubicBezTo>
                    <a:pt x="44300" y="68488"/>
                    <a:pt x="44306" y="68500"/>
                    <a:pt x="44306" y="68525"/>
                  </a:cubicBezTo>
                  <a:lnTo>
                    <a:pt x="44306" y="68550"/>
                  </a:lnTo>
                  <a:cubicBezTo>
                    <a:pt x="43673" y="69499"/>
                    <a:pt x="43064" y="70472"/>
                    <a:pt x="42479" y="71400"/>
                  </a:cubicBezTo>
                  <a:lnTo>
                    <a:pt x="42479" y="71400"/>
                  </a:lnTo>
                  <a:cubicBezTo>
                    <a:pt x="43057" y="70395"/>
                    <a:pt x="43658" y="69437"/>
                    <a:pt x="44306" y="68525"/>
                  </a:cubicBezTo>
                  <a:cubicBezTo>
                    <a:pt x="44294" y="68500"/>
                    <a:pt x="44294" y="68488"/>
                    <a:pt x="44297" y="68488"/>
                  </a:cubicBezTo>
                  <a:close/>
                  <a:moveTo>
                    <a:pt x="67132" y="57822"/>
                  </a:moveTo>
                  <a:cubicBezTo>
                    <a:pt x="68127" y="59315"/>
                    <a:pt x="69571" y="61108"/>
                    <a:pt x="71512" y="63124"/>
                  </a:cubicBezTo>
                  <a:cubicBezTo>
                    <a:pt x="71015" y="63721"/>
                    <a:pt x="70517" y="64319"/>
                    <a:pt x="69994" y="64891"/>
                  </a:cubicBezTo>
                  <a:cubicBezTo>
                    <a:pt x="69944" y="64941"/>
                    <a:pt x="69919" y="64966"/>
                    <a:pt x="69894" y="65040"/>
                  </a:cubicBezTo>
                  <a:lnTo>
                    <a:pt x="69795" y="65115"/>
                  </a:lnTo>
                  <a:cubicBezTo>
                    <a:pt x="69297" y="65663"/>
                    <a:pt x="68799" y="66185"/>
                    <a:pt x="68276" y="66708"/>
                  </a:cubicBezTo>
                  <a:cubicBezTo>
                    <a:pt x="68003" y="66982"/>
                    <a:pt x="67704" y="67281"/>
                    <a:pt x="67405" y="67554"/>
                  </a:cubicBezTo>
                  <a:lnTo>
                    <a:pt x="67306" y="67654"/>
                  </a:lnTo>
                  <a:cubicBezTo>
                    <a:pt x="67281" y="67679"/>
                    <a:pt x="67256" y="67704"/>
                    <a:pt x="67206" y="67704"/>
                  </a:cubicBezTo>
                  <a:cubicBezTo>
                    <a:pt x="67156" y="67754"/>
                    <a:pt x="67057" y="67828"/>
                    <a:pt x="67007" y="67878"/>
                  </a:cubicBezTo>
                  <a:cubicBezTo>
                    <a:pt x="66833" y="68002"/>
                    <a:pt x="66708" y="68152"/>
                    <a:pt x="66559" y="68301"/>
                  </a:cubicBezTo>
                  <a:cubicBezTo>
                    <a:pt x="66459" y="68351"/>
                    <a:pt x="66410" y="68450"/>
                    <a:pt x="66310" y="68500"/>
                  </a:cubicBezTo>
                  <a:lnTo>
                    <a:pt x="65762" y="68973"/>
                  </a:lnTo>
                  <a:cubicBezTo>
                    <a:pt x="65638" y="69073"/>
                    <a:pt x="65514" y="69197"/>
                    <a:pt x="65414" y="69297"/>
                  </a:cubicBezTo>
                  <a:cubicBezTo>
                    <a:pt x="65314" y="69396"/>
                    <a:pt x="65190" y="69471"/>
                    <a:pt x="65090" y="69546"/>
                  </a:cubicBezTo>
                  <a:cubicBezTo>
                    <a:pt x="65041" y="69595"/>
                    <a:pt x="64966" y="69645"/>
                    <a:pt x="64916" y="69695"/>
                  </a:cubicBezTo>
                  <a:cubicBezTo>
                    <a:pt x="64767" y="69819"/>
                    <a:pt x="64642" y="69944"/>
                    <a:pt x="64468" y="70043"/>
                  </a:cubicBezTo>
                  <a:cubicBezTo>
                    <a:pt x="64393" y="70143"/>
                    <a:pt x="64294" y="70193"/>
                    <a:pt x="64169" y="70243"/>
                  </a:cubicBezTo>
                  <a:cubicBezTo>
                    <a:pt x="64145" y="70292"/>
                    <a:pt x="64070" y="70317"/>
                    <a:pt x="64045" y="70342"/>
                  </a:cubicBezTo>
                  <a:cubicBezTo>
                    <a:pt x="63896" y="70467"/>
                    <a:pt x="63771" y="70566"/>
                    <a:pt x="63597" y="70691"/>
                  </a:cubicBezTo>
                  <a:cubicBezTo>
                    <a:pt x="63572" y="70716"/>
                    <a:pt x="63547" y="70716"/>
                    <a:pt x="63522" y="70740"/>
                  </a:cubicBezTo>
                  <a:cubicBezTo>
                    <a:pt x="63473" y="70740"/>
                    <a:pt x="63473" y="70790"/>
                    <a:pt x="63448" y="70790"/>
                  </a:cubicBezTo>
                  <a:lnTo>
                    <a:pt x="63074" y="71064"/>
                  </a:lnTo>
                  <a:cubicBezTo>
                    <a:pt x="62950" y="71188"/>
                    <a:pt x="62825" y="71313"/>
                    <a:pt x="62676" y="71437"/>
                  </a:cubicBezTo>
                  <a:lnTo>
                    <a:pt x="62477" y="71263"/>
                  </a:lnTo>
                  <a:lnTo>
                    <a:pt x="61979" y="70765"/>
                  </a:lnTo>
                  <a:lnTo>
                    <a:pt x="61805" y="70566"/>
                  </a:lnTo>
                  <a:lnTo>
                    <a:pt x="61307" y="70068"/>
                  </a:lnTo>
                  <a:cubicBezTo>
                    <a:pt x="61232" y="70019"/>
                    <a:pt x="61183" y="69969"/>
                    <a:pt x="61133" y="69919"/>
                  </a:cubicBezTo>
                  <a:cubicBezTo>
                    <a:pt x="60959" y="69770"/>
                    <a:pt x="60809" y="69595"/>
                    <a:pt x="60610" y="69446"/>
                  </a:cubicBezTo>
                  <a:lnTo>
                    <a:pt x="60486" y="69322"/>
                  </a:lnTo>
                  <a:cubicBezTo>
                    <a:pt x="60311" y="69172"/>
                    <a:pt x="60112" y="69023"/>
                    <a:pt x="59963" y="68849"/>
                  </a:cubicBezTo>
                  <a:cubicBezTo>
                    <a:pt x="59938" y="68824"/>
                    <a:pt x="59913" y="68799"/>
                    <a:pt x="59863" y="68799"/>
                  </a:cubicBezTo>
                  <a:cubicBezTo>
                    <a:pt x="59689" y="68650"/>
                    <a:pt x="59490" y="68450"/>
                    <a:pt x="59316" y="68301"/>
                  </a:cubicBezTo>
                  <a:lnTo>
                    <a:pt x="59266" y="68276"/>
                  </a:lnTo>
                  <a:cubicBezTo>
                    <a:pt x="58644" y="67729"/>
                    <a:pt x="58071" y="67305"/>
                    <a:pt x="57499" y="66932"/>
                  </a:cubicBezTo>
                  <a:cubicBezTo>
                    <a:pt x="57698" y="66783"/>
                    <a:pt x="57872" y="66609"/>
                    <a:pt x="58096" y="66434"/>
                  </a:cubicBezTo>
                  <a:cubicBezTo>
                    <a:pt x="58196" y="66335"/>
                    <a:pt x="58320" y="66285"/>
                    <a:pt x="58395" y="66185"/>
                  </a:cubicBezTo>
                  <a:cubicBezTo>
                    <a:pt x="58469" y="66111"/>
                    <a:pt x="58519" y="66061"/>
                    <a:pt x="58594" y="66036"/>
                  </a:cubicBezTo>
                  <a:cubicBezTo>
                    <a:pt x="59017" y="65663"/>
                    <a:pt x="59440" y="65314"/>
                    <a:pt x="59863" y="64941"/>
                  </a:cubicBezTo>
                  <a:cubicBezTo>
                    <a:pt x="59963" y="64841"/>
                    <a:pt x="60062" y="64742"/>
                    <a:pt x="60187" y="64692"/>
                  </a:cubicBezTo>
                  <a:lnTo>
                    <a:pt x="60212" y="64667"/>
                  </a:lnTo>
                  <a:cubicBezTo>
                    <a:pt x="61307" y="63671"/>
                    <a:pt x="62402" y="62676"/>
                    <a:pt x="63448" y="61630"/>
                  </a:cubicBezTo>
                  <a:lnTo>
                    <a:pt x="63473" y="61605"/>
                  </a:lnTo>
                  <a:lnTo>
                    <a:pt x="64966" y="60112"/>
                  </a:lnTo>
                  <a:cubicBezTo>
                    <a:pt x="65066" y="60012"/>
                    <a:pt x="65140" y="59938"/>
                    <a:pt x="65215" y="59863"/>
                  </a:cubicBezTo>
                  <a:cubicBezTo>
                    <a:pt x="65663" y="59440"/>
                    <a:pt x="66061" y="58967"/>
                    <a:pt x="66509" y="58519"/>
                  </a:cubicBezTo>
                  <a:cubicBezTo>
                    <a:pt x="66559" y="58444"/>
                    <a:pt x="66659" y="58370"/>
                    <a:pt x="66708" y="58270"/>
                  </a:cubicBezTo>
                  <a:cubicBezTo>
                    <a:pt x="66833" y="58121"/>
                    <a:pt x="67007" y="57971"/>
                    <a:pt x="67132" y="57822"/>
                  </a:cubicBezTo>
                  <a:close/>
                  <a:moveTo>
                    <a:pt x="9285" y="69670"/>
                  </a:moveTo>
                  <a:cubicBezTo>
                    <a:pt x="9384" y="70043"/>
                    <a:pt x="9459" y="70417"/>
                    <a:pt x="9533" y="70765"/>
                  </a:cubicBezTo>
                  <a:cubicBezTo>
                    <a:pt x="9409" y="70840"/>
                    <a:pt x="9260" y="70964"/>
                    <a:pt x="9135" y="71064"/>
                  </a:cubicBezTo>
                  <a:cubicBezTo>
                    <a:pt x="8961" y="71188"/>
                    <a:pt x="8812" y="71313"/>
                    <a:pt x="8662" y="71413"/>
                  </a:cubicBezTo>
                  <a:cubicBezTo>
                    <a:pt x="8637" y="71437"/>
                    <a:pt x="8588" y="71437"/>
                    <a:pt x="8563" y="71462"/>
                  </a:cubicBezTo>
                  <a:cubicBezTo>
                    <a:pt x="8787" y="70865"/>
                    <a:pt x="9036" y="70243"/>
                    <a:pt x="9285" y="69670"/>
                  </a:cubicBezTo>
                  <a:close/>
                  <a:moveTo>
                    <a:pt x="57349" y="67057"/>
                  </a:moveTo>
                  <a:cubicBezTo>
                    <a:pt x="58320" y="67679"/>
                    <a:pt x="59341" y="68525"/>
                    <a:pt x="60461" y="69546"/>
                  </a:cubicBezTo>
                  <a:lnTo>
                    <a:pt x="60486" y="69571"/>
                  </a:lnTo>
                  <a:cubicBezTo>
                    <a:pt x="60685" y="69770"/>
                    <a:pt x="60909" y="69944"/>
                    <a:pt x="61083" y="70143"/>
                  </a:cubicBezTo>
                  <a:lnTo>
                    <a:pt x="61183" y="70218"/>
                  </a:lnTo>
                  <a:cubicBezTo>
                    <a:pt x="61357" y="70417"/>
                    <a:pt x="61556" y="70566"/>
                    <a:pt x="61730" y="70765"/>
                  </a:cubicBezTo>
                  <a:lnTo>
                    <a:pt x="61904" y="70915"/>
                  </a:lnTo>
                  <a:cubicBezTo>
                    <a:pt x="62079" y="71089"/>
                    <a:pt x="62228" y="71288"/>
                    <a:pt x="62427" y="71437"/>
                  </a:cubicBezTo>
                  <a:lnTo>
                    <a:pt x="62527" y="71537"/>
                  </a:lnTo>
                  <a:cubicBezTo>
                    <a:pt x="62477" y="71562"/>
                    <a:pt x="62477" y="71562"/>
                    <a:pt x="62452" y="71562"/>
                  </a:cubicBezTo>
                  <a:lnTo>
                    <a:pt x="61979" y="71089"/>
                  </a:lnTo>
                  <a:lnTo>
                    <a:pt x="61855" y="70964"/>
                  </a:lnTo>
                  <a:lnTo>
                    <a:pt x="61606" y="70716"/>
                  </a:lnTo>
                  <a:cubicBezTo>
                    <a:pt x="60013" y="69172"/>
                    <a:pt x="58594" y="67953"/>
                    <a:pt x="57300" y="67081"/>
                  </a:cubicBezTo>
                  <a:cubicBezTo>
                    <a:pt x="57324" y="67081"/>
                    <a:pt x="57324" y="67057"/>
                    <a:pt x="57349" y="67057"/>
                  </a:cubicBezTo>
                  <a:close/>
                  <a:moveTo>
                    <a:pt x="52247" y="69172"/>
                  </a:moveTo>
                  <a:lnTo>
                    <a:pt x="52247" y="69222"/>
                  </a:lnTo>
                  <a:cubicBezTo>
                    <a:pt x="50507" y="70191"/>
                    <a:pt x="48768" y="70986"/>
                    <a:pt x="47054" y="71583"/>
                  </a:cubicBezTo>
                  <a:lnTo>
                    <a:pt x="47054" y="71583"/>
                  </a:lnTo>
                  <a:cubicBezTo>
                    <a:pt x="47119" y="71560"/>
                    <a:pt x="47119" y="71537"/>
                    <a:pt x="47119" y="71537"/>
                  </a:cubicBezTo>
                  <a:cubicBezTo>
                    <a:pt x="48787" y="70940"/>
                    <a:pt x="50504" y="70168"/>
                    <a:pt x="52247" y="69172"/>
                  </a:cubicBezTo>
                  <a:close/>
                  <a:moveTo>
                    <a:pt x="39985" y="67375"/>
                  </a:moveTo>
                  <a:cubicBezTo>
                    <a:pt x="39970" y="67487"/>
                    <a:pt x="39958" y="67596"/>
                    <a:pt x="39950" y="67704"/>
                  </a:cubicBezTo>
                  <a:lnTo>
                    <a:pt x="39950" y="67803"/>
                  </a:lnTo>
                  <a:cubicBezTo>
                    <a:pt x="39950" y="67928"/>
                    <a:pt x="39926" y="68027"/>
                    <a:pt x="39926" y="68152"/>
                  </a:cubicBezTo>
                  <a:cubicBezTo>
                    <a:pt x="39901" y="68351"/>
                    <a:pt x="39901" y="68575"/>
                    <a:pt x="39851" y="68774"/>
                  </a:cubicBezTo>
                  <a:lnTo>
                    <a:pt x="39851" y="68824"/>
                  </a:lnTo>
                  <a:cubicBezTo>
                    <a:pt x="39851" y="68899"/>
                    <a:pt x="39851" y="68973"/>
                    <a:pt x="39826" y="69048"/>
                  </a:cubicBezTo>
                  <a:cubicBezTo>
                    <a:pt x="39901" y="69073"/>
                    <a:pt x="39901" y="69098"/>
                    <a:pt x="39901" y="69098"/>
                  </a:cubicBezTo>
                  <a:lnTo>
                    <a:pt x="39901" y="69446"/>
                  </a:lnTo>
                  <a:lnTo>
                    <a:pt x="39901" y="69595"/>
                  </a:lnTo>
                  <a:lnTo>
                    <a:pt x="39901" y="69844"/>
                  </a:lnTo>
                  <a:cubicBezTo>
                    <a:pt x="39901" y="70043"/>
                    <a:pt x="39926" y="70193"/>
                    <a:pt x="39926" y="70342"/>
                  </a:cubicBezTo>
                  <a:lnTo>
                    <a:pt x="39926" y="70442"/>
                  </a:lnTo>
                  <a:lnTo>
                    <a:pt x="39926" y="70566"/>
                  </a:lnTo>
                  <a:cubicBezTo>
                    <a:pt x="39926" y="70666"/>
                    <a:pt x="39950" y="70765"/>
                    <a:pt x="39950" y="70890"/>
                  </a:cubicBezTo>
                  <a:lnTo>
                    <a:pt x="39950" y="70964"/>
                  </a:lnTo>
                  <a:cubicBezTo>
                    <a:pt x="39950" y="71064"/>
                    <a:pt x="40000" y="71188"/>
                    <a:pt x="40000" y="71288"/>
                  </a:cubicBezTo>
                  <a:cubicBezTo>
                    <a:pt x="40000" y="71338"/>
                    <a:pt x="40025" y="71413"/>
                    <a:pt x="40025" y="71437"/>
                  </a:cubicBezTo>
                  <a:cubicBezTo>
                    <a:pt x="40025" y="71512"/>
                    <a:pt x="40050" y="71537"/>
                    <a:pt x="40050" y="71587"/>
                  </a:cubicBezTo>
                  <a:lnTo>
                    <a:pt x="40050" y="71637"/>
                  </a:lnTo>
                  <a:lnTo>
                    <a:pt x="40025" y="71587"/>
                  </a:lnTo>
                  <a:lnTo>
                    <a:pt x="40000" y="71562"/>
                  </a:lnTo>
                  <a:cubicBezTo>
                    <a:pt x="40000" y="71537"/>
                    <a:pt x="40000" y="71512"/>
                    <a:pt x="39950" y="71462"/>
                  </a:cubicBezTo>
                  <a:lnTo>
                    <a:pt x="39950" y="71413"/>
                  </a:lnTo>
                  <a:cubicBezTo>
                    <a:pt x="39926" y="71313"/>
                    <a:pt x="39926" y="71213"/>
                    <a:pt x="39901" y="71089"/>
                  </a:cubicBezTo>
                  <a:lnTo>
                    <a:pt x="39901" y="71064"/>
                  </a:lnTo>
                  <a:cubicBezTo>
                    <a:pt x="39901" y="70964"/>
                    <a:pt x="39876" y="70840"/>
                    <a:pt x="39876" y="70765"/>
                  </a:cubicBezTo>
                  <a:cubicBezTo>
                    <a:pt x="39876" y="70641"/>
                    <a:pt x="39826" y="70516"/>
                    <a:pt x="39826" y="70392"/>
                  </a:cubicBezTo>
                  <a:cubicBezTo>
                    <a:pt x="39826" y="70268"/>
                    <a:pt x="39801" y="70168"/>
                    <a:pt x="39801" y="70043"/>
                  </a:cubicBezTo>
                  <a:lnTo>
                    <a:pt x="39801" y="69894"/>
                  </a:lnTo>
                  <a:lnTo>
                    <a:pt x="39801" y="69670"/>
                  </a:lnTo>
                  <a:lnTo>
                    <a:pt x="39801" y="69297"/>
                  </a:lnTo>
                  <a:lnTo>
                    <a:pt x="39801" y="69073"/>
                  </a:lnTo>
                  <a:lnTo>
                    <a:pt x="39801" y="68899"/>
                  </a:lnTo>
                  <a:cubicBezTo>
                    <a:pt x="39801" y="68774"/>
                    <a:pt x="39801" y="68650"/>
                    <a:pt x="39826" y="68475"/>
                  </a:cubicBezTo>
                  <a:cubicBezTo>
                    <a:pt x="39826" y="68351"/>
                    <a:pt x="39876" y="68226"/>
                    <a:pt x="39876" y="68102"/>
                  </a:cubicBezTo>
                  <a:cubicBezTo>
                    <a:pt x="39876" y="67953"/>
                    <a:pt x="39901" y="67828"/>
                    <a:pt x="39926" y="67679"/>
                  </a:cubicBezTo>
                  <a:cubicBezTo>
                    <a:pt x="39926" y="67604"/>
                    <a:pt x="39926" y="67579"/>
                    <a:pt x="39950" y="67530"/>
                  </a:cubicBezTo>
                  <a:cubicBezTo>
                    <a:pt x="39950" y="67482"/>
                    <a:pt x="39971" y="67424"/>
                    <a:pt x="39985" y="67375"/>
                  </a:cubicBezTo>
                  <a:close/>
                  <a:moveTo>
                    <a:pt x="71512" y="63323"/>
                  </a:moveTo>
                  <a:lnTo>
                    <a:pt x="71537" y="63348"/>
                  </a:lnTo>
                  <a:cubicBezTo>
                    <a:pt x="71388" y="63572"/>
                    <a:pt x="71239" y="63746"/>
                    <a:pt x="71039" y="63970"/>
                  </a:cubicBezTo>
                  <a:cubicBezTo>
                    <a:pt x="71015" y="63995"/>
                    <a:pt x="70990" y="64070"/>
                    <a:pt x="70915" y="64095"/>
                  </a:cubicBezTo>
                  <a:cubicBezTo>
                    <a:pt x="70691" y="64343"/>
                    <a:pt x="70442" y="64617"/>
                    <a:pt x="70243" y="64866"/>
                  </a:cubicBezTo>
                  <a:cubicBezTo>
                    <a:pt x="69994" y="65165"/>
                    <a:pt x="69770" y="65414"/>
                    <a:pt x="69521" y="65688"/>
                  </a:cubicBezTo>
                  <a:lnTo>
                    <a:pt x="69397" y="65812"/>
                  </a:lnTo>
                  <a:cubicBezTo>
                    <a:pt x="69148" y="66061"/>
                    <a:pt x="68899" y="66310"/>
                    <a:pt x="68650" y="66584"/>
                  </a:cubicBezTo>
                  <a:cubicBezTo>
                    <a:pt x="68401" y="66833"/>
                    <a:pt x="68152" y="67106"/>
                    <a:pt x="67903" y="67355"/>
                  </a:cubicBezTo>
                  <a:lnTo>
                    <a:pt x="67804" y="67455"/>
                  </a:lnTo>
                  <a:cubicBezTo>
                    <a:pt x="67530" y="67729"/>
                    <a:pt x="67256" y="67978"/>
                    <a:pt x="66957" y="68226"/>
                  </a:cubicBezTo>
                  <a:cubicBezTo>
                    <a:pt x="66708" y="68475"/>
                    <a:pt x="66435" y="68724"/>
                    <a:pt x="66186" y="68948"/>
                  </a:cubicBezTo>
                  <a:cubicBezTo>
                    <a:pt x="65887" y="69222"/>
                    <a:pt x="65538" y="69521"/>
                    <a:pt x="65190" y="69795"/>
                  </a:cubicBezTo>
                  <a:cubicBezTo>
                    <a:pt x="65041" y="69919"/>
                    <a:pt x="64891" y="70068"/>
                    <a:pt x="64717" y="70193"/>
                  </a:cubicBezTo>
                  <a:cubicBezTo>
                    <a:pt x="64642" y="70292"/>
                    <a:pt x="64543" y="70342"/>
                    <a:pt x="64443" y="70442"/>
                  </a:cubicBezTo>
                  <a:lnTo>
                    <a:pt x="63323" y="71288"/>
                  </a:lnTo>
                  <a:cubicBezTo>
                    <a:pt x="63149" y="71437"/>
                    <a:pt x="62925" y="71587"/>
                    <a:pt x="62726" y="71711"/>
                  </a:cubicBezTo>
                  <a:lnTo>
                    <a:pt x="62701" y="71686"/>
                  </a:lnTo>
                  <a:lnTo>
                    <a:pt x="62676" y="71661"/>
                  </a:lnTo>
                  <a:cubicBezTo>
                    <a:pt x="62950" y="71437"/>
                    <a:pt x="63099" y="71338"/>
                    <a:pt x="63224" y="71213"/>
                  </a:cubicBezTo>
                  <a:cubicBezTo>
                    <a:pt x="63298" y="71188"/>
                    <a:pt x="63323" y="71114"/>
                    <a:pt x="63373" y="71089"/>
                  </a:cubicBezTo>
                  <a:cubicBezTo>
                    <a:pt x="63448" y="71064"/>
                    <a:pt x="63497" y="70989"/>
                    <a:pt x="63572" y="70964"/>
                  </a:cubicBezTo>
                  <a:lnTo>
                    <a:pt x="63597" y="70964"/>
                  </a:lnTo>
                  <a:cubicBezTo>
                    <a:pt x="63796" y="70840"/>
                    <a:pt x="63970" y="70691"/>
                    <a:pt x="64145" y="70541"/>
                  </a:cubicBezTo>
                  <a:cubicBezTo>
                    <a:pt x="64169" y="70492"/>
                    <a:pt x="64219" y="70467"/>
                    <a:pt x="64269" y="70442"/>
                  </a:cubicBezTo>
                  <a:cubicBezTo>
                    <a:pt x="64344" y="70367"/>
                    <a:pt x="64418" y="70317"/>
                    <a:pt x="64518" y="70243"/>
                  </a:cubicBezTo>
                  <a:cubicBezTo>
                    <a:pt x="64518" y="70243"/>
                    <a:pt x="64543" y="70243"/>
                    <a:pt x="64543" y="70218"/>
                  </a:cubicBezTo>
                  <a:cubicBezTo>
                    <a:pt x="64692" y="70093"/>
                    <a:pt x="64817" y="69969"/>
                    <a:pt x="64966" y="69869"/>
                  </a:cubicBezTo>
                  <a:cubicBezTo>
                    <a:pt x="65140" y="69745"/>
                    <a:pt x="65314" y="69595"/>
                    <a:pt x="65464" y="69471"/>
                  </a:cubicBezTo>
                  <a:cubicBezTo>
                    <a:pt x="65563" y="69421"/>
                    <a:pt x="65663" y="69322"/>
                    <a:pt x="65762" y="69222"/>
                  </a:cubicBezTo>
                  <a:cubicBezTo>
                    <a:pt x="65837" y="69172"/>
                    <a:pt x="65937" y="69073"/>
                    <a:pt x="66036" y="68998"/>
                  </a:cubicBezTo>
                  <a:cubicBezTo>
                    <a:pt x="66161" y="68923"/>
                    <a:pt x="66285" y="68799"/>
                    <a:pt x="66385" y="68699"/>
                  </a:cubicBezTo>
                  <a:lnTo>
                    <a:pt x="66435" y="68625"/>
                  </a:lnTo>
                  <a:lnTo>
                    <a:pt x="66484" y="68575"/>
                  </a:lnTo>
                  <a:cubicBezTo>
                    <a:pt x="66534" y="68550"/>
                    <a:pt x="66584" y="68525"/>
                    <a:pt x="66609" y="68450"/>
                  </a:cubicBezTo>
                  <a:cubicBezTo>
                    <a:pt x="66833" y="68276"/>
                    <a:pt x="67032" y="68077"/>
                    <a:pt x="67231" y="67878"/>
                  </a:cubicBezTo>
                  <a:lnTo>
                    <a:pt x="67331" y="67803"/>
                  </a:lnTo>
                  <a:cubicBezTo>
                    <a:pt x="67604" y="67554"/>
                    <a:pt x="67853" y="67256"/>
                    <a:pt x="68152" y="67007"/>
                  </a:cubicBezTo>
                  <a:lnTo>
                    <a:pt x="68301" y="66857"/>
                  </a:lnTo>
                  <a:lnTo>
                    <a:pt x="68351" y="66808"/>
                  </a:lnTo>
                  <a:cubicBezTo>
                    <a:pt x="68824" y="66335"/>
                    <a:pt x="69297" y="65837"/>
                    <a:pt x="69770" y="65339"/>
                  </a:cubicBezTo>
                  <a:cubicBezTo>
                    <a:pt x="69770" y="65314"/>
                    <a:pt x="69795" y="65314"/>
                    <a:pt x="69795" y="65289"/>
                  </a:cubicBezTo>
                  <a:cubicBezTo>
                    <a:pt x="69919" y="65165"/>
                    <a:pt x="70044" y="64991"/>
                    <a:pt x="70168" y="64866"/>
                  </a:cubicBezTo>
                  <a:cubicBezTo>
                    <a:pt x="70193" y="64841"/>
                    <a:pt x="70193" y="64816"/>
                    <a:pt x="70218" y="64816"/>
                  </a:cubicBezTo>
                  <a:cubicBezTo>
                    <a:pt x="70566" y="64443"/>
                    <a:pt x="70890" y="64045"/>
                    <a:pt x="71214" y="63671"/>
                  </a:cubicBezTo>
                  <a:cubicBezTo>
                    <a:pt x="71288" y="63572"/>
                    <a:pt x="71338" y="63497"/>
                    <a:pt x="71413" y="63447"/>
                  </a:cubicBezTo>
                  <a:cubicBezTo>
                    <a:pt x="71438" y="63422"/>
                    <a:pt x="71463" y="63348"/>
                    <a:pt x="71512" y="63323"/>
                  </a:cubicBezTo>
                  <a:close/>
                  <a:moveTo>
                    <a:pt x="52520" y="70342"/>
                  </a:moveTo>
                  <a:lnTo>
                    <a:pt x="52520" y="70367"/>
                  </a:lnTo>
                  <a:lnTo>
                    <a:pt x="52520" y="70417"/>
                  </a:lnTo>
                  <a:cubicBezTo>
                    <a:pt x="51878" y="70862"/>
                    <a:pt x="51235" y="71307"/>
                    <a:pt x="50568" y="71728"/>
                  </a:cubicBezTo>
                  <a:lnTo>
                    <a:pt x="50568" y="71728"/>
                  </a:lnTo>
                  <a:cubicBezTo>
                    <a:pt x="50646" y="71671"/>
                    <a:pt x="50711" y="71611"/>
                    <a:pt x="50803" y="71537"/>
                  </a:cubicBezTo>
                  <a:cubicBezTo>
                    <a:pt x="51375" y="71164"/>
                    <a:pt x="51973" y="70765"/>
                    <a:pt x="52520" y="70342"/>
                  </a:cubicBezTo>
                  <a:close/>
                  <a:moveTo>
                    <a:pt x="35430" y="68498"/>
                  </a:moveTo>
                  <a:lnTo>
                    <a:pt x="35430" y="68498"/>
                  </a:lnTo>
                  <a:cubicBezTo>
                    <a:pt x="35557" y="68565"/>
                    <a:pt x="35684" y="68632"/>
                    <a:pt x="35818" y="68699"/>
                  </a:cubicBezTo>
                  <a:cubicBezTo>
                    <a:pt x="35893" y="68724"/>
                    <a:pt x="35943" y="68749"/>
                    <a:pt x="36042" y="68824"/>
                  </a:cubicBezTo>
                  <a:cubicBezTo>
                    <a:pt x="36267" y="68948"/>
                    <a:pt x="36441" y="69073"/>
                    <a:pt x="36665" y="69197"/>
                  </a:cubicBezTo>
                  <a:cubicBezTo>
                    <a:pt x="36764" y="69247"/>
                    <a:pt x="36839" y="69322"/>
                    <a:pt x="36939" y="69347"/>
                  </a:cubicBezTo>
                  <a:cubicBezTo>
                    <a:pt x="37138" y="69471"/>
                    <a:pt x="37287" y="69571"/>
                    <a:pt x="37461" y="69695"/>
                  </a:cubicBezTo>
                  <a:cubicBezTo>
                    <a:pt x="37586" y="69745"/>
                    <a:pt x="37685" y="69844"/>
                    <a:pt x="37810" y="69919"/>
                  </a:cubicBezTo>
                  <a:cubicBezTo>
                    <a:pt x="37959" y="69994"/>
                    <a:pt x="38084" y="70118"/>
                    <a:pt x="38258" y="70218"/>
                  </a:cubicBezTo>
                  <a:lnTo>
                    <a:pt x="38631" y="70492"/>
                  </a:lnTo>
                  <a:cubicBezTo>
                    <a:pt x="38756" y="70591"/>
                    <a:pt x="38880" y="70691"/>
                    <a:pt x="38980" y="70815"/>
                  </a:cubicBezTo>
                  <a:cubicBezTo>
                    <a:pt x="39104" y="70940"/>
                    <a:pt x="39278" y="71039"/>
                    <a:pt x="39403" y="71164"/>
                  </a:cubicBezTo>
                  <a:cubicBezTo>
                    <a:pt x="39502" y="71238"/>
                    <a:pt x="39602" y="71338"/>
                    <a:pt x="39701" y="71437"/>
                  </a:cubicBezTo>
                  <a:lnTo>
                    <a:pt x="39901" y="71612"/>
                  </a:lnTo>
                  <a:lnTo>
                    <a:pt x="39926" y="71736"/>
                  </a:lnTo>
                  <a:lnTo>
                    <a:pt x="39477" y="71313"/>
                  </a:lnTo>
                  <a:cubicBezTo>
                    <a:pt x="39403" y="71213"/>
                    <a:pt x="39303" y="71164"/>
                    <a:pt x="39204" y="71064"/>
                  </a:cubicBezTo>
                  <a:cubicBezTo>
                    <a:pt x="39054" y="70940"/>
                    <a:pt x="38905" y="70790"/>
                    <a:pt x="38731" y="70666"/>
                  </a:cubicBezTo>
                  <a:cubicBezTo>
                    <a:pt x="38656" y="70566"/>
                    <a:pt x="38557" y="70492"/>
                    <a:pt x="38432" y="70442"/>
                  </a:cubicBezTo>
                  <a:cubicBezTo>
                    <a:pt x="38283" y="70317"/>
                    <a:pt x="38108" y="70193"/>
                    <a:pt x="37934" y="70068"/>
                  </a:cubicBezTo>
                  <a:cubicBezTo>
                    <a:pt x="37835" y="69969"/>
                    <a:pt x="37710" y="69919"/>
                    <a:pt x="37586" y="69844"/>
                  </a:cubicBezTo>
                  <a:cubicBezTo>
                    <a:pt x="37436" y="69720"/>
                    <a:pt x="37237" y="69620"/>
                    <a:pt x="37088" y="69496"/>
                  </a:cubicBezTo>
                  <a:cubicBezTo>
                    <a:pt x="36963" y="69446"/>
                    <a:pt x="36839" y="69347"/>
                    <a:pt x="36764" y="69297"/>
                  </a:cubicBezTo>
                  <a:cubicBezTo>
                    <a:pt x="36590" y="69197"/>
                    <a:pt x="36416" y="69073"/>
                    <a:pt x="36267" y="68973"/>
                  </a:cubicBezTo>
                  <a:cubicBezTo>
                    <a:pt x="36142" y="68923"/>
                    <a:pt x="35993" y="68824"/>
                    <a:pt x="35893" y="68774"/>
                  </a:cubicBezTo>
                  <a:cubicBezTo>
                    <a:pt x="35732" y="68682"/>
                    <a:pt x="35571" y="68590"/>
                    <a:pt x="35430" y="68498"/>
                  </a:cubicBezTo>
                  <a:close/>
                  <a:moveTo>
                    <a:pt x="62601" y="71686"/>
                  </a:moveTo>
                  <a:cubicBezTo>
                    <a:pt x="62651" y="71686"/>
                    <a:pt x="62651" y="71686"/>
                    <a:pt x="62676" y="71711"/>
                  </a:cubicBezTo>
                  <a:cubicBezTo>
                    <a:pt x="62651" y="71761"/>
                    <a:pt x="62651" y="71761"/>
                    <a:pt x="62601" y="71761"/>
                  </a:cubicBezTo>
                  <a:lnTo>
                    <a:pt x="62576" y="71711"/>
                  </a:lnTo>
                  <a:lnTo>
                    <a:pt x="62601" y="71686"/>
                  </a:lnTo>
                  <a:close/>
                  <a:moveTo>
                    <a:pt x="9260" y="69197"/>
                  </a:moveTo>
                  <a:lnTo>
                    <a:pt x="9260" y="69297"/>
                  </a:lnTo>
                  <a:cubicBezTo>
                    <a:pt x="8911" y="70093"/>
                    <a:pt x="8563" y="70940"/>
                    <a:pt x="8264" y="71761"/>
                  </a:cubicBezTo>
                  <a:cubicBezTo>
                    <a:pt x="8229" y="71778"/>
                    <a:pt x="8207" y="71784"/>
                    <a:pt x="8196" y="71794"/>
                  </a:cubicBezTo>
                  <a:lnTo>
                    <a:pt x="8196" y="71794"/>
                  </a:lnTo>
                  <a:cubicBezTo>
                    <a:pt x="8542" y="70928"/>
                    <a:pt x="8889" y="70063"/>
                    <a:pt x="9260" y="69197"/>
                  </a:cubicBezTo>
                  <a:close/>
                  <a:moveTo>
                    <a:pt x="47642" y="69645"/>
                  </a:moveTo>
                  <a:cubicBezTo>
                    <a:pt x="47268" y="70268"/>
                    <a:pt x="46895" y="70915"/>
                    <a:pt x="46547" y="71537"/>
                  </a:cubicBezTo>
                  <a:lnTo>
                    <a:pt x="45725" y="71811"/>
                  </a:lnTo>
                  <a:cubicBezTo>
                    <a:pt x="45675" y="71537"/>
                    <a:pt x="45650" y="71263"/>
                    <a:pt x="45601" y="71014"/>
                  </a:cubicBezTo>
                  <a:cubicBezTo>
                    <a:pt x="45626" y="70890"/>
                    <a:pt x="45650" y="70765"/>
                    <a:pt x="45675" y="70666"/>
                  </a:cubicBezTo>
                  <a:cubicBezTo>
                    <a:pt x="46347" y="70342"/>
                    <a:pt x="46995" y="70019"/>
                    <a:pt x="47642" y="69645"/>
                  </a:cubicBezTo>
                  <a:close/>
                  <a:moveTo>
                    <a:pt x="45426" y="71313"/>
                  </a:moveTo>
                  <a:cubicBezTo>
                    <a:pt x="45476" y="71512"/>
                    <a:pt x="45501" y="71661"/>
                    <a:pt x="45501" y="71836"/>
                  </a:cubicBezTo>
                  <a:lnTo>
                    <a:pt x="45476" y="71885"/>
                  </a:lnTo>
                  <a:cubicBezTo>
                    <a:pt x="45426" y="71711"/>
                    <a:pt x="45426" y="71587"/>
                    <a:pt x="45402" y="71437"/>
                  </a:cubicBezTo>
                  <a:cubicBezTo>
                    <a:pt x="45402" y="71413"/>
                    <a:pt x="45426" y="71338"/>
                    <a:pt x="45426" y="71313"/>
                  </a:cubicBezTo>
                  <a:close/>
                  <a:moveTo>
                    <a:pt x="32832" y="70591"/>
                  </a:moveTo>
                  <a:lnTo>
                    <a:pt x="32085" y="71910"/>
                  </a:lnTo>
                  <a:lnTo>
                    <a:pt x="32035" y="71910"/>
                  </a:lnTo>
                  <a:lnTo>
                    <a:pt x="32782" y="70591"/>
                  </a:lnTo>
                  <a:close/>
                  <a:moveTo>
                    <a:pt x="45103" y="70940"/>
                  </a:moveTo>
                  <a:lnTo>
                    <a:pt x="45103" y="70964"/>
                  </a:lnTo>
                  <a:cubicBezTo>
                    <a:pt x="44978" y="71288"/>
                    <a:pt x="44879" y="71587"/>
                    <a:pt x="44779" y="71910"/>
                  </a:cubicBezTo>
                  <a:cubicBezTo>
                    <a:pt x="44306" y="71811"/>
                    <a:pt x="43858" y="71761"/>
                    <a:pt x="43360" y="71761"/>
                  </a:cubicBezTo>
                  <a:cubicBezTo>
                    <a:pt x="43933" y="71512"/>
                    <a:pt x="44530" y="71213"/>
                    <a:pt x="45103" y="70940"/>
                  </a:cubicBezTo>
                  <a:close/>
                  <a:moveTo>
                    <a:pt x="21257" y="69322"/>
                  </a:moveTo>
                  <a:cubicBezTo>
                    <a:pt x="21606" y="69919"/>
                    <a:pt x="21979" y="70467"/>
                    <a:pt x="22452" y="70964"/>
                  </a:cubicBezTo>
                  <a:cubicBezTo>
                    <a:pt x="22327" y="71014"/>
                    <a:pt x="22153" y="71064"/>
                    <a:pt x="22029" y="71089"/>
                  </a:cubicBezTo>
                  <a:cubicBezTo>
                    <a:pt x="21929" y="71139"/>
                    <a:pt x="21855" y="71164"/>
                    <a:pt x="21730" y="71188"/>
                  </a:cubicBezTo>
                  <a:lnTo>
                    <a:pt x="20983" y="71462"/>
                  </a:lnTo>
                  <a:cubicBezTo>
                    <a:pt x="20884" y="71512"/>
                    <a:pt x="20759" y="71562"/>
                    <a:pt x="20660" y="71587"/>
                  </a:cubicBezTo>
                  <a:cubicBezTo>
                    <a:pt x="20411" y="71686"/>
                    <a:pt x="20212" y="71811"/>
                    <a:pt x="19938" y="71910"/>
                  </a:cubicBezTo>
                  <a:cubicBezTo>
                    <a:pt x="19913" y="71910"/>
                    <a:pt x="19888" y="71935"/>
                    <a:pt x="19888" y="71935"/>
                  </a:cubicBezTo>
                  <a:cubicBezTo>
                    <a:pt x="20361" y="71089"/>
                    <a:pt x="20784" y="70193"/>
                    <a:pt x="21257" y="69322"/>
                  </a:cubicBezTo>
                  <a:close/>
                  <a:moveTo>
                    <a:pt x="45277" y="71836"/>
                  </a:moveTo>
                  <a:lnTo>
                    <a:pt x="45277" y="71910"/>
                  </a:lnTo>
                  <a:cubicBezTo>
                    <a:pt x="45277" y="71935"/>
                    <a:pt x="45252" y="71935"/>
                    <a:pt x="45252" y="71935"/>
                  </a:cubicBezTo>
                  <a:cubicBezTo>
                    <a:pt x="45252" y="71910"/>
                    <a:pt x="45277" y="71885"/>
                    <a:pt x="45277" y="71836"/>
                  </a:cubicBezTo>
                  <a:close/>
                  <a:moveTo>
                    <a:pt x="9558" y="70964"/>
                  </a:moveTo>
                  <a:lnTo>
                    <a:pt x="9583" y="71014"/>
                  </a:lnTo>
                  <a:cubicBezTo>
                    <a:pt x="9509" y="71064"/>
                    <a:pt x="9384" y="71164"/>
                    <a:pt x="9285" y="71263"/>
                  </a:cubicBezTo>
                  <a:cubicBezTo>
                    <a:pt x="9135" y="71388"/>
                    <a:pt x="8961" y="71462"/>
                    <a:pt x="8837" y="71587"/>
                  </a:cubicBezTo>
                  <a:cubicBezTo>
                    <a:pt x="8712" y="71686"/>
                    <a:pt x="8588" y="71786"/>
                    <a:pt x="8463" y="71910"/>
                  </a:cubicBezTo>
                  <a:cubicBezTo>
                    <a:pt x="8438" y="71935"/>
                    <a:pt x="8413" y="71960"/>
                    <a:pt x="8388" y="71960"/>
                  </a:cubicBezTo>
                  <a:cubicBezTo>
                    <a:pt x="8388" y="71935"/>
                    <a:pt x="8413" y="71910"/>
                    <a:pt x="8413" y="71836"/>
                  </a:cubicBezTo>
                  <a:cubicBezTo>
                    <a:pt x="8438" y="71811"/>
                    <a:pt x="8488" y="71786"/>
                    <a:pt x="8538" y="71711"/>
                  </a:cubicBezTo>
                  <a:cubicBezTo>
                    <a:pt x="8911" y="71462"/>
                    <a:pt x="9210" y="71213"/>
                    <a:pt x="9558" y="70964"/>
                  </a:cubicBezTo>
                  <a:close/>
                  <a:moveTo>
                    <a:pt x="33031" y="70666"/>
                  </a:moveTo>
                  <a:cubicBezTo>
                    <a:pt x="33056" y="70666"/>
                    <a:pt x="33056" y="70666"/>
                    <a:pt x="33080" y="70691"/>
                  </a:cubicBezTo>
                  <a:cubicBezTo>
                    <a:pt x="33578" y="71188"/>
                    <a:pt x="34151" y="71587"/>
                    <a:pt x="34723" y="71960"/>
                  </a:cubicBezTo>
                  <a:cubicBezTo>
                    <a:pt x="34213" y="71924"/>
                    <a:pt x="33690" y="71901"/>
                    <a:pt x="33162" y="71901"/>
                  </a:cubicBezTo>
                  <a:cubicBezTo>
                    <a:pt x="32969" y="71901"/>
                    <a:pt x="32776" y="71904"/>
                    <a:pt x="32583" y="71910"/>
                  </a:cubicBezTo>
                  <a:cubicBezTo>
                    <a:pt x="32483" y="71910"/>
                    <a:pt x="32408" y="71935"/>
                    <a:pt x="32309" y="71935"/>
                  </a:cubicBezTo>
                  <a:cubicBezTo>
                    <a:pt x="32558" y="71512"/>
                    <a:pt x="32782" y="71064"/>
                    <a:pt x="33031" y="70666"/>
                  </a:cubicBezTo>
                  <a:close/>
                  <a:moveTo>
                    <a:pt x="45178" y="71313"/>
                  </a:moveTo>
                  <a:cubicBezTo>
                    <a:pt x="45178" y="71338"/>
                    <a:pt x="45227" y="71413"/>
                    <a:pt x="45227" y="71437"/>
                  </a:cubicBezTo>
                  <a:cubicBezTo>
                    <a:pt x="45153" y="71637"/>
                    <a:pt x="45103" y="71786"/>
                    <a:pt x="45053" y="71960"/>
                  </a:cubicBezTo>
                  <a:lnTo>
                    <a:pt x="45003" y="71960"/>
                  </a:lnTo>
                  <a:cubicBezTo>
                    <a:pt x="45053" y="71711"/>
                    <a:pt x="45128" y="71537"/>
                    <a:pt x="45178" y="71313"/>
                  </a:cubicBezTo>
                  <a:close/>
                  <a:moveTo>
                    <a:pt x="33454" y="70765"/>
                  </a:moveTo>
                  <a:cubicBezTo>
                    <a:pt x="33479" y="70765"/>
                    <a:pt x="33553" y="70790"/>
                    <a:pt x="33578" y="70790"/>
                  </a:cubicBezTo>
                  <a:cubicBezTo>
                    <a:pt x="34151" y="71288"/>
                    <a:pt x="34773" y="71686"/>
                    <a:pt x="35445" y="72010"/>
                  </a:cubicBezTo>
                  <a:cubicBezTo>
                    <a:pt x="35346" y="72010"/>
                    <a:pt x="35296" y="71960"/>
                    <a:pt x="35196" y="71960"/>
                  </a:cubicBezTo>
                  <a:cubicBezTo>
                    <a:pt x="34549" y="71637"/>
                    <a:pt x="33952" y="71213"/>
                    <a:pt x="33454" y="70765"/>
                  </a:cubicBezTo>
                  <a:close/>
                  <a:moveTo>
                    <a:pt x="41120" y="63871"/>
                  </a:moveTo>
                  <a:cubicBezTo>
                    <a:pt x="42440" y="65314"/>
                    <a:pt x="43485" y="66783"/>
                    <a:pt x="44182" y="68226"/>
                  </a:cubicBezTo>
                  <a:cubicBezTo>
                    <a:pt x="43435" y="69347"/>
                    <a:pt x="42738" y="70442"/>
                    <a:pt x="42066" y="71562"/>
                  </a:cubicBezTo>
                  <a:lnTo>
                    <a:pt x="42041" y="71562"/>
                  </a:lnTo>
                  <a:cubicBezTo>
                    <a:pt x="42016" y="71562"/>
                    <a:pt x="41991" y="71587"/>
                    <a:pt x="41991" y="71587"/>
                  </a:cubicBezTo>
                  <a:cubicBezTo>
                    <a:pt x="41867" y="71686"/>
                    <a:pt x="41743" y="71711"/>
                    <a:pt x="41618" y="71761"/>
                  </a:cubicBezTo>
                  <a:cubicBezTo>
                    <a:pt x="41245" y="71885"/>
                    <a:pt x="40896" y="71960"/>
                    <a:pt x="40523" y="72060"/>
                  </a:cubicBezTo>
                  <a:cubicBezTo>
                    <a:pt x="40448" y="72010"/>
                    <a:pt x="40423" y="71935"/>
                    <a:pt x="40374" y="71910"/>
                  </a:cubicBezTo>
                  <a:lnTo>
                    <a:pt x="40274" y="71437"/>
                  </a:lnTo>
                  <a:cubicBezTo>
                    <a:pt x="40274" y="71388"/>
                    <a:pt x="40249" y="71313"/>
                    <a:pt x="40249" y="71213"/>
                  </a:cubicBezTo>
                  <a:cubicBezTo>
                    <a:pt x="40199" y="71064"/>
                    <a:pt x="40199" y="70915"/>
                    <a:pt x="40174" y="70765"/>
                  </a:cubicBezTo>
                  <a:lnTo>
                    <a:pt x="40174" y="70716"/>
                  </a:lnTo>
                  <a:lnTo>
                    <a:pt x="40174" y="70691"/>
                  </a:lnTo>
                  <a:cubicBezTo>
                    <a:pt x="40174" y="70641"/>
                    <a:pt x="40150" y="70566"/>
                    <a:pt x="40150" y="70467"/>
                  </a:cubicBezTo>
                  <a:cubicBezTo>
                    <a:pt x="40150" y="70342"/>
                    <a:pt x="40150" y="70268"/>
                    <a:pt x="40125" y="70143"/>
                  </a:cubicBezTo>
                  <a:cubicBezTo>
                    <a:pt x="40125" y="70019"/>
                    <a:pt x="40075" y="69919"/>
                    <a:pt x="40075" y="69795"/>
                  </a:cubicBezTo>
                  <a:lnTo>
                    <a:pt x="40075" y="69720"/>
                  </a:lnTo>
                  <a:lnTo>
                    <a:pt x="40075" y="69645"/>
                  </a:lnTo>
                  <a:lnTo>
                    <a:pt x="40075" y="69571"/>
                  </a:lnTo>
                  <a:cubicBezTo>
                    <a:pt x="40075" y="69197"/>
                    <a:pt x="40075" y="68799"/>
                    <a:pt x="40125" y="68401"/>
                  </a:cubicBezTo>
                  <a:cubicBezTo>
                    <a:pt x="40125" y="68301"/>
                    <a:pt x="40125" y="68226"/>
                    <a:pt x="40150" y="68152"/>
                  </a:cubicBezTo>
                  <a:cubicBezTo>
                    <a:pt x="40249" y="67231"/>
                    <a:pt x="40398" y="66310"/>
                    <a:pt x="40647" y="65364"/>
                  </a:cubicBezTo>
                  <a:cubicBezTo>
                    <a:pt x="40772" y="64866"/>
                    <a:pt x="40921" y="64368"/>
                    <a:pt x="41120" y="63871"/>
                  </a:cubicBezTo>
                  <a:close/>
                  <a:moveTo>
                    <a:pt x="46422" y="71786"/>
                  </a:moveTo>
                  <a:cubicBezTo>
                    <a:pt x="46422" y="71811"/>
                    <a:pt x="46397" y="71836"/>
                    <a:pt x="46397" y="71836"/>
                  </a:cubicBezTo>
                  <a:cubicBezTo>
                    <a:pt x="46173" y="71910"/>
                    <a:pt x="45924" y="71960"/>
                    <a:pt x="45725" y="72060"/>
                  </a:cubicBezTo>
                  <a:lnTo>
                    <a:pt x="45725" y="72010"/>
                  </a:lnTo>
                  <a:cubicBezTo>
                    <a:pt x="45974" y="71935"/>
                    <a:pt x="46173" y="71836"/>
                    <a:pt x="46422" y="71786"/>
                  </a:cubicBezTo>
                  <a:close/>
                  <a:moveTo>
                    <a:pt x="40125" y="71935"/>
                  </a:moveTo>
                  <a:lnTo>
                    <a:pt x="40150" y="71960"/>
                  </a:lnTo>
                  <a:lnTo>
                    <a:pt x="40174" y="72010"/>
                  </a:lnTo>
                  <a:lnTo>
                    <a:pt x="40199" y="72085"/>
                  </a:lnTo>
                  <a:lnTo>
                    <a:pt x="40150" y="72035"/>
                  </a:lnTo>
                  <a:cubicBezTo>
                    <a:pt x="40150" y="72010"/>
                    <a:pt x="40150" y="71960"/>
                    <a:pt x="40125" y="71935"/>
                  </a:cubicBezTo>
                  <a:close/>
                  <a:moveTo>
                    <a:pt x="21058" y="69073"/>
                  </a:moveTo>
                  <a:cubicBezTo>
                    <a:pt x="21133" y="69098"/>
                    <a:pt x="21133" y="69098"/>
                    <a:pt x="21133" y="69147"/>
                  </a:cubicBezTo>
                  <a:cubicBezTo>
                    <a:pt x="20610" y="70143"/>
                    <a:pt x="20112" y="71089"/>
                    <a:pt x="19639" y="72085"/>
                  </a:cubicBezTo>
                  <a:cubicBezTo>
                    <a:pt x="19614" y="72085"/>
                    <a:pt x="19589" y="72134"/>
                    <a:pt x="19540" y="72134"/>
                  </a:cubicBezTo>
                  <a:cubicBezTo>
                    <a:pt x="20038" y="71089"/>
                    <a:pt x="20535" y="70093"/>
                    <a:pt x="21058" y="69073"/>
                  </a:cubicBezTo>
                  <a:close/>
                  <a:moveTo>
                    <a:pt x="42912" y="71935"/>
                  </a:moveTo>
                  <a:cubicBezTo>
                    <a:pt x="43510" y="71935"/>
                    <a:pt x="44132" y="71960"/>
                    <a:pt x="44729" y="72085"/>
                  </a:cubicBezTo>
                  <a:cubicBezTo>
                    <a:pt x="44655" y="72085"/>
                    <a:pt x="44630" y="72134"/>
                    <a:pt x="44555" y="72134"/>
                  </a:cubicBezTo>
                  <a:cubicBezTo>
                    <a:pt x="44131" y="72042"/>
                    <a:pt x="43679" y="71991"/>
                    <a:pt x="43230" y="71991"/>
                  </a:cubicBezTo>
                  <a:cubicBezTo>
                    <a:pt x="43073" y="71991"/>
                    <a:pt x="42917" y="71997"/>
                    <a:pt x="42763" y="72010"/>
                  </a:cubicBezTo>
                  <a:cubicBezTo>
                    <a:pt x="42813" y="71960"/>
                    <a:pt x="42863" y="71960"/>
                    <a:pt x="42912" y="71935"/>
                  </a:cubicBezTo>
                  <a:close/>
                  <a:moveTo>
                    <a:pt x="11077" y="54885"/>
                  </a:moveTo>
                  <a:lnTo>
                    <a:pt x="11077" y="54885"/>
                  </a:lnTo>
                  <a:cubicBezTo>
                    <a:pt x="9807" y="58519"/>
                    <a:pt x="9085" y="62004"/>
                    <a:pt x="9011" y="65190"/>
                  </a:cubicBezTo>
                  <a:lnTo>
                    <a:pt x="9011" y="65464"/>
                  </a:lnTo>
                  <a:lnTo>
                    <a:pt x="9011" y="66584"/>
                  </a:lnTo>
                  <a:cubicBezTo>
                    <a:pt x="9011" y="66733"/>
                    <a:pt x="9011" y="66907"/>
                    <a:pt x="9036" y="67032"/>
                  </a:cubicBezTo>
                  <a:cubicBezTo>
                    <a:pt x="9036" y="67106"/>
                    <a:pt x="9036" y="67206"/>
                    <a:pt x="9061" y="67305"/>
                  </a:cubicBezTo>
                  <a:cubicBezTo>
                    <a:pt x="9061" y="67530"/>
                    <a:pt x="9085" y="67729"/>
                    <a:pt x="9085" y="67928"/>
                  </a:cubicBezTo>
                  <a:cubicBezTo>
                    <a:pt x="9110" y="68102"/>
                    <a:pt x="9110" y="68301"/>
                    <a:pt x="9160" y="68450"/>
                  </a:cubicBezTo>
                  <a:cubicBezTo>
                    <a:pt x="9160" y="68575"/>
                    <a:pt x="9185" y="68699"/>
                    <a:pt x="9185" y="68824"/>
                  </a:cubicBezTo>
                  <a:cubicBezTo>
                    <a:pt x="8712" y="69894"/>
                    <a:pt x="8289" y="70964"/>
                    <a:pt x="7866" y="72060"/>
                  </a:cubicBezTo>
                  <a:lnTo>
                    <a:pt x="7791" y="72159"/>
                  </a:lnTo>
                  <a:cubicBezTo>
                    <a:pt x="5675" y="69894"/>
                    <a:pt x="4331" y="67480"/>
                    <a:pt x="3833" y="65215"/>
                  </a:cubicBezTo>
                  <a:cubicBezTo>
                    <a:pt x="4904" y="62302"/>
                    <a:pt x="6198" y="59340"/>
                    <a:pt x="7766" y="56353"/>
                  </a:cubicBezTo>
                  <a:cubicBezTo>
                    <a:pt x="8712" y="55756"/>
                    <a:pt x="9832" y="55258"/>
                    <a:pt x="11077" y="54885"/>
                  </a:cubicBezTo>
                  <a:close/>
                  <a:moveTo>
                    <a:pt x="31985" y="72134"/>
                  </a:moveTo>
                  <a:cubicBezTo>
                    <a:pt x="31985" y="72159"/>
                    <a:pt x="31960" y="72159"/>
                    <a:pt x="31960" y="72184"/>
                  </a:cubicBezTo>
                  <a:lnTo>
                    <a:pt x="31911" y="72184"/>
                  </a:lnTo>
                  <a:cubicBezTo>
                    <a:pt x="31911" y="72159"/>
                    <a:pt x="31935" y="72159"/>
                    <a:pt x="31935" y="72134"/>
                  </a:cubicBezTo>
                  <a:close/>
                  <a:moveTo>
                    <a:pt x="45153" y="72159"/>
                  </a:moveTo>
                  <a:cubicBezTo>
                    <a:pt x="45178" y="72159"/>
                    <a:pt x="45227" y="72159"/>
                    <a:pt x="45252" y="72184"/>
                  </a:cubicBezTo>
                  <a:cubicBezTo>
                    <a:pt x="45227" y="72184"/>
                    <a:pt x="45178" y="72209"/>
                    <a:pt x="45153" y="72209"/>
                  </a:cubicBezTo>
                  <a:lnTo>
                    <a:pt x="45153" y="72159"/>
                  </a:lnTo>
                  <a:close/>
                  <a:moveTo>
                    <a:pt x="71811" y="63348"/>
                  </a:moveTo>
                  <a:lnTo>
                    <a:pt x="72234" y="63746"/>
                  </a:lnTo>
                  <a:cubicBezTo>
                    <a:pt x="69446" y="66733"/>
                    <a:pt x="66534" y="69546"/>
                    <a:pt x="63423" y="72209"/>
                  </a:cubicBezTo>
                  <a:cubicBezTo>
                    <a:pt x="63273" y="72060"/>
                    <a:pt x="63149" y="71910"/>
                    <a:pt x="62975" y="71761"/>
                  </a:cubicBezTo>
                  <a:lnTo>
                    <a:pt x="63348" y="71462"/>
                  </a:lnTo>
                  <a:cubicBezTo>
                    <a:pt x="63522" y="71338"/>
                    <a:pt x="63697" y="71213"/>
                    <a:pt x="63846" y="71089"/>
                  </a:cubicBezTo>
                  <a:cubicBezTo>
                    <a:pt x="64045" y="70940"/>
                    <a:pt x="64219" y="70815"/>
                    <a:pt x="64418" y="70666"/>
                  </a:cubicBezTo>
                  <a:cubicBezTo>
                    <a:pt x="64443" y="70641"/>
                    <a:pt x="64518" y="70591"/>
                    <a:pt x="64543" y="70566"/>
                  </a:cubicBezTo>
                  <a:cubicBezTo>
                    <a:pt x="64568" y="70541"/>
                    <a:pt x="64642" y="70516"/>
                    <a:pt x="64667" y="70467"/>
                  </a:cubicBezTo>
                  <a:lnTo>
                    <a:pt x="64767" y="70367"/>
                  </a:lnTo>
                  <a:cubicBezTo>
                    <a:pt x="65314" y="69944"/>
                    <a:pt x="65837" y="69471"/>
                    <a:pt x="66385" y="68998"/>
                  </a:cubicBezTo>
                  <a:lnTo>
                    <a:pt x="66410" y="68973"/>
                  </a:lnTo>
                  <a:lnTo>
                    <a:pt x="66459" y="68923"/>
                  </a:lnTo>
                  <a:cubicBezTo>
                    <a:pt x="66957" y="68475"/>
                    <a:pt x="67430" y="68052"/>
                    <a:pt x="67903" y="67579"/>
                  </a:cubicBezTo>
                  <a:cubicBezTo>
                    <a:pt x="68003" y="67530"/>
                    <a:pt x="68052" y="67430"/>
                    <a:pt x="68152" y="67355"/>
                  </a:cubicBezTo>
                  <a:lnTo>
                    <a:pt x="68202" y="67305"/>
                  </a:lnTo>
                  <a:lnTo>
                    <a:pt x="68301" y="67206"/>
                  </a:lnTo>
                  <a:cubicBezTo>
                    <a:pt x="68700" y="66808"/>
                    <a:pt x="69123" y="66409"/>
                    <a:pt x="69521" y="65961"/>
                  </a:cubicBezTo>
                  <a:cubicBezTo>
                    <a:pt x="69646" y="65837"/>
                    <a:pt x="69745" y="65712"/>
                    <a:pt x="69870" y="65588"/>
                  </a:cubicBezTo>
                  <a:cubicBezTo>
                    <a:pt x="69894" y="65563"/>
                    <a:pt x="69894" y="65538"/>
                    <a:pt x="69919" y="65538"/>
                  </a:cubicBezTo>
                  <a:cubicBezTo>
                    <a:pt x="70193" y="65215"/>
                    <a:pt x="70492" y="64916"/>
                    <a:pt x="70766" y="64567"/>
                  </a:cubicBezTo>
                  <a:cubicBezTo>
                    <a:pt x="70865" y="64468"/>
                    <a:pt x="70940" y="64368"/>
                    <a:pt x="71015" y="64294"/>
                  </a:cubicBezTo>
                  <a:cubicBezTo>
                    <a:pt x="71139" y="64119"/>
                    <a:pt x="71263" y="63995"/>
                    <a:pt x="71388" y="63846"/>
                  </a:cubicBezTo>
                  <a:lnTo>
                    <a:pt x="71413" y="63821"/>
                  </a:lnTo>
                  <a:cubicBezTo>
                    <a:pt x="71537" y="63671"/>
                    <a:pt x="71687" y="63497"/>
                    <a:pt x="71811" y="63348"/>
                  </a:cubicBezTo>
                  <a:close/>
                  <a:moveTo>
                    <a:pt x="33221" y="72051"/>
                  </a:moveTo>
                  <a:cubicBezTo>
                    <a:pt x="33878" y="72051"/>
                    <a:pt x="34525" y="72083"/>
                    <a:pt x="35171" y="72159"/>
                  </a:cubicBezTo>
                  <a:cubicBezTo>
                    <a:pt x="35221" y="72184"/>
                    <a:pt x="35321" y="72209"/>
                    <a:pt x="35370" y="72259"/>
                  </a:cubicBezTo>
                  <a:cubicBezTo>
                    <a:pt x="34706" y="72166"/>
                    <a:pt x="34028" y="72115"/>
                    <a:pt x="33336" y="72115"/>
                  </a:cubicBezTo>
                  <a:cubicBezTo>
                    <a:pt x="33095" y="72115"/>
                    <a:pt x="32852" y="72121"/>
                    <a:pt x="32608" y="72134"/>
                  </a:cubicBezTo>
                  <a:cubicBezTo>
                    <a:pt x="32458" y="72134"/>
                    <a:pt x="32334" y="72159"/>
                    <a:pt x="32184" y="72159"/>
                  </a:cubicBezTo>
                  <a:cubicBezTo>
                    <a:pt x="32184" y="72134"/>
                    <a:pt x="32209" y="72134"/>
                    <a:pt x="32209" y="72085"/>
                  </a:cubicBezTo>
                  <a:cubicBezTo>
                    <a:pt x="32334" y="72085"/>
                    <a:pt x="32483" y="72060"/>
                    <a:pt x="32608" y="72060"/>
                  </a:cubicBezTo>
                  <a:cubicBezTo>
                    <a:pt x="32813" y="72054"/>
                    <a:pt x="33017" y="72051"/>
                    <a:pt x="33221" y="72051"/>
                  </a:cubicBezTo>
                  <a:close/>
                  <a:moveTo>
                    <a:pt x="46248" y="72085"/>
                  </a:moveTo>
                  <a:lnTo>
                    <a:pt x="46248" y="72085"/>
                  </a:lnTo>
                  <a:cubicBezTo>
                    <a:pt x="46223" y="72159"/>
                    <a:pt x="46173" y="72209"/>
                    <a:pt x="46148" y="72259"/>
                  </a:cubicBezTo>
                  <a:cubicBezTo>
                    <a:pt x="46099" y="72209"/>
                    <a:pt x="46024" y="72184"/>
                    <a:pt x="45924" y="72184"/>
                  </a:cubicBezTo>
                  <a:cubicBezTo>
                    <a:pt x="46024" y="72159"/>
                    <a:pt x="46148" y="72134"/>
                    <a:pt x="46248" y="72085"/>
                  </a:cubicBezTo>
                  <a:close/>
                  <a:moveTo>
                    <a:pt x="8164" y="72060"/>
                  </a:moveTo>
                  <a:cubicBezTo>
                    <a:pt x="8164" y="72134"/>
                    <a:pt x="8164" y="72159"/>
                    <a:pt x="8140" y="72184"/>
                  </a:cubicBezTo>
                  <a:lnTo>
                    <a:pt x="8090" y="72209"/>
                  </a:lnTo>
                  <a:lnTo>
                    <a:pt x="8040" y="72284"/>
                  </a:lnTo>
                  <a:cubicBezTo>
                    <a:pt x="8040" y="72259"/>
                    <a:pt x="8065" y="72184"/>
                    <a:pt x="8065" y="72159"/>
                  </a:cubicBezTo>
                  <a:lnTo>
                    <a:pt x="8164" y="72060"/>
                  </a:lnTo>
                  <a:close/>
                  <a:moveTo>
                    <a:pt x="3709" y="65513"/>
                  </a:moveTo>
                  <a:cubicBezTo>
                    <a:pt x="4281" y="67754"/>
                    <a:pt x="5601" y="70068"/>
                    <a:pt x="7617" y="72284"/>
                  </a:cubicBezTo>
                  <a:cubicBezTo>
                    <a:pt x="7592" y="72284"/>
                    <a:pt x="7592" y="72309"/>
                    <a:pt x="7567" y="72309"/>
                  </a:cubicBezTo>
                  <a:cubicBezTo>
                    <a:pt x="5576" y="70168"/>
                    <a:pt x="4232" y="67853"/>
                    <a:pt x="3684" y="65613"/>
                  </a:cubicBezTo>
                  <a:cubicBezTo>
                    <a:pt x="3684" y="65588"/>
                    <a:pt x="3709" y="65563"/>
                    <a:pt x="3709" y="65513"/>
                  </a:cubicBezTo>
                  <a:close/>
                  <a:moveTo>
                    <a:pt x="22601" y="71089"/>
                  </a:moveTo>
                  <a:lnTo>
                    <a:pt x="22626" y="71139"/>
                  </a:lnTo>
                  <a:lnTo>
                    <a:pt x="22651" y="71164"/>
                  </a:lnTo>
                  <a:cubicBezTo>
                    <a:pt x="22029" y="71388"/>
                    <a:pt x="21407" y="71587"/>
                    <a:pt x="20784" y="71836"/>
                  </a:cubicBezTo>
                  <a:cubicBezTo>
                    <a:pt x="20486" y="71960"/>
                    <a:pt x="20137" y="72134"/>
                    <a:pt x="19813" y="72284"/>
                  </a:cubicBezTo>
                  <a:cubicBezTo>
                    <a:pt x="19789" y="72284"/>
                    <a:pt x="19789" y="72309"/>
                    <a:pt x="19764" y="72309"/>
                  </a:cubicBezTo>
                  <a:cubicBezTo>
                    <a:pt x="19764" y="72309"/>
                    <a:pt x="19764" y="72284"/>
                    <a:pt x="19789" y="72284"/>
                  </a:cubicBezTo>
                  <a:cubicBezTo>
                    <a:pt x="19789" y="72284"/>
                    <a:pt x="19789" y="72259"/>
                    <a:pt x="19813" y="72259"/>
                  </a:cubicBezTo>
                  <a:cubicBezTo>
                    <a:pt x="19838" y="72209"/>
                    <a:pt x="19888" y="72184"/>
                    <a:pt x="19913" y="72159"/>
                  </a:cubicBezTo>
                  <a:cubicBezTo>
                    <a:pt x="20212" y="72035"/>
                    <a:pt x="20436" y="71910"/>
                    <a:pt x="20734" y="71786"/>
                  </a:cubicBezTo>
                  <a:cubicBezTo>
                    <a:pt x="20784" y="71761"/>
                    <a:pt x="20859" y="71761"/>
                    <a:pt x="20909" y="71711"/>
                  </a:cubicBezTo>
                  <a:cubicBezTo>
                    <a:pt x="21183" y="71587"/>
                    <a:pt x="21506" y="71462"/>
                    <a:pt x="21780" y="71388"/>
                  </a:cubicBezTo>
                  <a:cubicBezTo>
                    <a:pt x="21805" y="71338"/>
                    <a:pt x="21879" y="71338"/>
                    <a:pt x="21904" y="71313"/>
                  </a:cubicBezTo>
                  <a:cubicBezTo>
                    <a:pt x="22128" y="71213"/>
                    <a:pt x="22352" y="71164"/>
                    <a:pt x="22601" y="71089"/>
                  </a:cubicBezTo>
                  <a:close/>
                  <a:moveTo>
                    <a:pt x="41295" y="72134"/>
                  </a:moveTo>
                  <a:cubicBezTo>
                    <a:pt x="41270" y="72134"/>
                    <a:pt x="41170" y="72159"/>
                    <a:pt x="41071" y="72184"/>
                  </a:cubicBezTo>
                  <a:cubicBezTo>
                    <a:pt x="40946" y="72209"/>
                    <a:pt x="40822" y="72259"/>
                    <a:pt x="40697" y="72309"/>
                  </a:cubicBezTo>
                  <a:cubicBezTo>
                    <a:pt x="40697" y="72309"/>
                    <a:pt x="40697" y="72284"/>
                    <a:pt x="40672" y="72284"/>
                  </a:cubicBezTo>
                  <a:lnTo>
                    <a:pt x="40647" y="72259"/>
                  </a:lnTo>
                  <a:cubicBezTo>
                    <a:pt x="40797" y="72209"/>
                    <a:pt x="40996" y="72159"/>
                    <a:pt x="41145" y="72134"/>
                  </a:cubicBezTo>
                  <a:close/>
                  <a:moveTo>
                    <a:pt x="45551" y="72284"/>
                  </a:moveTo>
                  <a:lnTo>
                    <a:pt x="45551" y="72309"/>
                  </a:lnTo>
                  <a:cubicBezTo>
                    <a:pt x="45526" y="72309"/>
                    <a:pt x="45526" y="72309"/>
                    <a:pt x="45501" y="72284"/>
                  </a:cubicBezTo>
                  <a:lnTo>
                    <a:pt x="45501" y="72284"/>
                  </a:lnTo>
                  <a:cubicBezTo>
                    <a:pt x="45509" y="72292"/>
                    <a:pt x="45515" y="72295"/>
                    <a:pt x="45520" y="72295"/>
                  </a:cubicBezTo>
                  <a:cubicBezTo>
                    <a:pt x="45529" y="72295"/>
                    <a:pt x="45534" y="72284"/>
                    <a:pt x="45551" y="72284"/>
                  </a:cubicBezTo>
                  <a:close/>
                  <a:moveTo>
                    <a:pt x="62825" y="71836"/>
                  </a:moveTo>
                  <a:cubicBezTo>
                    <a:pt x="62975" y="72010"/>
                    <a:pt x="63149" y="72159"/>
                    <a:pt x="63298" y="72333"/>
                  </a:cubicBezTo>
                  <a:cubicBezTo>
                    <a:pt x="63273" y="72333"/>
                    <a:pt x="63224" y="72383"/>
                    <a:pt x="63224" y="72383"/>
                  </a:cubicBezTo>
                  <a:cubicBezTo>
                    <a:pt x="63074" y="72209"/>
                    <a:pt x="62925" y="72035"/>
                    <a:pt x="62751" y="71885"/>
                  </a:cubicBezTo>
                  <a:lnTo>
                    <a:pt x="62800" y="71885"/>
                  </a:lnTo>
                  <a:lnTo>
                    <a:pt x="62825" y="71836"/>
                  </a:lnTo>
                  <a:close/>
                  <a:moveTo>
                    <a:pt x="72309" y="63945"/>
                  </a:moveTo>
                  <a:lnTo>
                    <a:pt x="72359" y="63970"/>
                  </a:lnTo>
                  <a:cubicBezTo>
                    <a:pt x="69621" y="66907"/>
                    <a:pt x="66683" y="69720"/>
                    <a:pt x="63572" y="72408"/>
                  </a:cubicBezTo>
                  <a:lnTo>
                    <a:pt x="63547" y="72383"/>
                  </a:lnTo>
                  <a:lnTo>
                    <a:pt x="63522" y="72333"/>
                  </a:lnTo>
                  <a:cubicBezTo>
                    <a:pt x="66659" y="69695"/>
                    <a:pt x="69571" y="66857"/>
                    <a:pt x="72309" y="63945"/>
                  </a:cubicBezTo>
                  <a:close/>
                  <a:moveTo>
                    <a:pt x="34474" y="68276"/>
                  </a:moveTo>
                  <a:cubicBezTo>
                    <a:pt x="34574" y="68301"/>
                    <a:pt x="34649" y="68326"/>
                    <a:pt x="34723" y="68401"/>
                  </a:cubicBezTo>
                  <a:cubicBezTo>
                    <a:pt x="34898" y="68475"/>
                    <a:pt x="35072" y="68550"/>
                    <a:pt x="35221" y="68650"/>
                  </a:cubicBezTo>
                  <a:cubicBezTo>
                    <a:pt x="35395" y="68699"/>
                    <a:pt x="35520" y="68799"/>
                    <a:pt x="35644" y="68849"/>
                  </a:cubicBezTo>
                  <a:cubicBezTo>
                    <a:pt x="35794" y="68948"/>
                    <a:pt x="35943" y="69023"/>
                    <a:pt x="36092" y="69098"/>
                  </a:cubicBezTo>
                  <a:cubicBezTo>
                    <a:pt x="36267" y="69197"/>
                    <a:pt x="36391" y="69272"/>
                    <a:pt x="36540" y="69347"/>
                  </a:cubicBezTo>
                  <a:cubicBezTo>
                    <a:pt x="36690" y="69446"/>
                    <a:pt x="36814" y="69546"/>
                    <a:pt x="36963" y="69645"/>
                  </a:cubicBezTo>
                  <a:cubicBezTo>
                    <a:pt x="37088" y="69720"/>
                    <a:pt x="37262" y="69819"/>
                    <a:pt x="37387" y="69919"/>
                  </a:cubicBezTo>
                  <a:cubicBezTo>
                    <a:pt x="37511" y="70019"/>
                    <a:pt x="37660" y="70093"/>
                    <a:pt x="37785" y="70193"/>
                  </a:cubicBezTo>
                  <a:cubicBezTo>
                    <a:pt x="37909" y="70292"/>
                    <a:pt x="38034" y="70392"/>
                    <a:pt x="38183" y="70516"/>
                  </a:cubicBezTo>
                  <a:cubicBezTo>
                    <a:pt x="38308" y="70591"/>
                    <a:pt x="38432" y="70691"/>
                    <a:pt x="38557" y="70815"/>
                  </a:cubicBezTo>
                  <a:cubicBezTo>
                    <a:pt x="38681" y="70915"/>
                    <a:pt x="38805" y="71039"/>
                    <a:pt x="38930" y="71139"/>
                  </a:cubicBezTo>
                  <a:cubicBezTo>
                    <a:pt x="39054" y="71213"/>
                    <a:pt x="39179" y="71338"/>
                    <a:pt x="39303" y="71437"/>
                  </a:cubicBezTo>
                  <a:cubicBezTo>
                    <a:pt x="39428" y="71562"/>
                    <a:pt x="39552" y="71686"/>
                    <a:pt x="39677" y="71786"/>
                  </a:cubicBezTo>
                  <a:lnTo>
                    <a:pt x="40000" y="72085"/>
                  </a:lnTo>
                  <a:cubicBezTo>
                    <a:pt x="40000" y="72134"/>
                    <a:pt x="40000" y="72134"/>
                    <a:pt x="40025" y="72134"/>
                  </a:cubicBezTo>
                  <a:lnTo>
                    <a:pt x="40025" y="72159"/>
                  </a:lnTo>
                  <a:cubicBezTo>
                    <a:pt x="39577" y="72309"/>
                    <a:pt x="39204" y="72383"/>
                    <a:pt x="38830" y="72433"/>
                  </a:cubicBezTo>
                  <a:cubicBezTo>
                    <a:pt x="38631" y="72309"/>
                    <a:pt x="38382" y="72159"/>
                    <a:pt x="38158" y="72035"/>
                  </a:cubicBezTo>
                  <a:lnTo>
                    <a:pt x="38133" y="72010"/>
                  </a:lnTo>
                  <a:cubicBezTo>
                    <a:pt x="36839" y="71288"/>
                    <a:pt x="35445" y="70765"/>
                    <a:pt x="33977" y="70392"/>
                  </a:cubicBezTo>
                  <a:cubicBezTo>
                    <a:pt x="33927" y="70392"/>
                    <a:pt x="33902" y="70342"/>
                    <a:pt x="33827" y="70342"/>
                  </a:cubicBezTo>
                  <a:cubicBezTo>
                    <a:pt x="33678" y="70317"/>
                    <a:pt x="33479" y="70268"/>
                    <a:pt x="33329" y="70218"/>
                  </a:cubicBezTo>
                  <a:cubicBezTo>
                    <a:pt x="33329" y="70218"/>
                    <a:pt x="33304" y="70218"/>
                    <a:pt x="33304" y="70193"/>
                  </a:cubicBezTo>
                  <a:cubicBezTo>
                    <a:pt x="33678" y="69546"/>
                    <a:pt x="34076" y="68899"/>
                    <a:pt x="34474" y="68276"/>
                  </a:cubicBezTo>
                  <a:close/>
                  <a:moveTo>
                    <a:pt x="35843" y="72259"/>
                  </a:moveTo>
                  <a:lnTo>
                    <a:pt x="35843" y="72259"/>
                  </a:lnTo>
                  <a:cubicBezTo>
                    <a:pt x="35943" y="72284"/>
                    <a:pt x="36067" y="72284"/>
                    <a:pt x="36167" y="72309"/>
                  </a:cubicBezTo>
                  <a:cubicBezTo>
                    <a:pt x="36328" y="72362"/>
                    <a:pt x="36476" y="72403"/>
                    <a:pt x="36638" y="72449"/>
                  </a:cubicBezTo>
                  <a:lnTo>
                    <a:pt x="36638" y="72449"/>
                  </a:lnTo>
                  <a:cubicBezTo>
                    <a:pt x="36493" y="72417"/>
                    <a:pt x="36335" y="72400"/>
                    <a:pt x="36167" y="72383"/>
                  </a:cubicBezTo>
                  <a:cubicBezTo>
                    <a:pt x="36142" y="72383"/>
                    <a:pt x="36092" y="72383"/>
                    <a:pt x="36092" y="72333"/>
                  </a:cubicBezTo>
                  <a:cubicBezTo>
                    <a:pt x="36018" y="72309"/>
                    <a:pt x="35943" y="72284"/>
                    <a:pt x="35843" y="72259"/>
                  </a:cubicBezTo>
                  <a:close/>
                  <a:moveTo>
                    <a:pt x="33977" y="70890"/>
                  </a:moveTo>
                  <a:lnTo>
                    <a:pt x="33977" y="70890"/>
                  </a:lnTo>
                  <a:cubicBezTo>
                    <a:pt x="34101" y="70915"/>
                    <a:pt x="34225" y="70940"/>
                    <a:pt x="34325" y="70964"/>
                  </a:cubicBezTo>
                  <a:lnTo>
                    <a:pt x="34698" y="71064"/>
                  </a:lnTo>
                  <a:cubicBezTo>
                    <a:pt x="35196" y="71213"/>
                    <a:pt x="35694" y="71388"/>
                    <a:pt x="36167" y="71562"/>
                  </a:cubicBezTo>
                  <a:lnTo>
                    <a:pt x="36192" y="71562"/>
                  </a:lnTo>
                  <a:cubicBezTo>
                    <a:pt x="36665" y="71761"/>
                    <a:pt x="37113" y="71960"/>
                    <a:pt x="37586" y="72209"/>
                  </a:cubicBezTo>
                  <a:cubicBezTo>
                    <a:pt x="37660" y="72259"/>
                    <a:pt x="37710" y="72284"/>
                    <a:pt x="37810" y="72309"/>
                  </a:cubicBezTo>
                  <a:cubicBezTo>
                    <a:pt x="37909" y="72383"/>
                    <a:pt x="37984" y="72433"/>
                    <a:pt x="38084" y="72458"/>
                  </a:cubicBezTo>
                  <a:lnTo>
                    <a:pt x="37909" y="72458"/>
                  </a:lnTo>
                  <a:cubicBezTo>
                    <a:pt x="37337" y="72383"/>
                    <a:pt x="36789" y="72209"/>
                    <a:pt x="36192" y="72134"/>
                  </a:cubicBezTo>
                  <a:cubicBezTo>
                    <a:pt x="35346" y="71811"/>
                    <a:pt x="34599" y="71413"/>
                    <a:pt x="33977" y="70890"/>
                  </a:cubicBezTo>
                  <a:close/>
                  <a:moveTo>
                    <a:pt x="39926" y="72458"/>
                  </a:moveTo>
                  <a:lnTo>
                    <a:pt x="39926" y="72458"/>
                  </a:lnTo>
                  <a:cubicBezTo>
                    <a:pt x="39926" y="72458"/>
                    <a:pt x="39926" y="72458"/>
                    <a:pt x="39926" y="72458"/>
                  </a:cubicBezTo>
                  <a:lnTo>
                    <a:pt x="39901" y="72458"/>
                  </a:lnTo>
                  <a:cubicBezTo>
                    <a:pt x="39908" y="72458"/>
                    <a:pt x="39917" y="72458"/>
                    <a:pt x="39926" y="72458"/>
                  </a:cubicBezTo>
                  <a:close/>
                  <a:moveTo>
                    <a:pt x="45750" y="72309"/>
                  </a:moveTo>
                  <a:cubicBezTo>
                    <a:pt x="45874" y="72333"/>
                    <a:pt x="45949" y="72383"/>
                    <a:pt x="46099" y="72408"/>
                  </a:cubicBezTo>
                  <a:cubicBezTo>
                    <a:pt x="46099" y="72433"/>
                    <a:pt x="46049" y="72433"/>
                    <a:pt x="46049" y="72458"/>
                  </a:cubicBezTo>
                  <a:cubicBezTo>
                    <a:pt x="45974" y="72433"/>
                    <a:pt x="45850" y="72408"/>
                    <a:pt x="45750" y="72383"/>
                  </a:cubicBezTo>
                  <a:lnTo>
                    <a:pt x="45750" y="72309"/>
                  </a:lnTo>
                  <a:close/>
                  <a:moveTo>
                    <a:pt x="7791" y="72433"/>
                  </a:moveTo>
                  <a:cubicBezTo>
                    <a:pt x="7791" y="72458"/>
                    <a:pt x="7766" y="72458"/>
                    <a:pt x="7766" y="72508"/>
                  </a:cubicBezTo>
                  <a:lnTo>
                    <a:pt x="7716" y="72458"/>
                  </a:lnTo>
                  <a:cubicBezTo>
                    <a:pt x="7766" y="72458"/>
                    <a:pt x="7766" y="72433"/>
                    <a:pt x="7791" y="72433"/>
                  </a:cubicBezTo>
                  <a:close/>
                  <a:moveTo>
                    <a:pt x="19515" y="72383"/>
                  </a:moveTo>
                  <a:cubicBezTo>
                    <a:pt x="19515" y="72383"/>
                    <a:pt x="19515" y="72408"/>
                    <a:pt x="19490" y="72408"/>
                  </a:cubicBezTo>
                  <a:cubicBezTo>
                    <a:pt x="19490" y="72433"/>
                    <a:pt x="19465" y="72433"/>
                    <a:pt x="19465" y="72458"/>
                  </a:cubicBezTo>
                  <a:cubicBezTo>
                    <a:pt x="19440" y="72458"/>
                    <a:pt x="19415" y="72458"/>
                    <a:pt x="19390" y="72508"/>
                  </a:cubicBezTo>
                  <a:cubicBezTo>
                    <a:pt x="19390" y="72458"/>
                    <a:pt x="19415" y="72458"/>
                    <a:pt x="19415" y="72433"/>
                  </a:cubicBezTo>
                  <a:lnTo>
                    <a:pt x="19415" y="72408"/>
                  </a:lnTo>
                  <a:cubicBezTo>
                    <a:pt x="19440" y="72408"/>
                    <a:pt x="19490" y="72383"/>
                    <a:pt x="19515" y="72383"/>
                  </a:cubicBezTo>
                  <a:close/>
                  <a:moveTo>
                    <a:pt x="33592" y="70544"/>
                  </a:moveTo>
                  <a:cubicBezTo>
                    <a:pt x="35230" y="70918"/>
                    <a:pt x="36818" y="71539"/>
                    <a:pt x="38283" y="72333"/>
                  </a:cubicBezTo>
                  <a:cubicBezTo>
                    <a:pt x="38308" y="72383"/>
                    <a:pt x="38382" y="72383"/>
                    <a:pt x="38407" y="72408"/>
                  </a:cubicBezTo>
                  <a:cubicBezTo>
                    <a:pt x="38432" y="72433"/>
                    <a:pt x="38507" y="72458"/>
                    <a:pt x="38532" y="72508"/>
                  </a:cubicBezTo>
                  <a:lnTo>
                    <a:pt x="38457" y="72508"/>
                  </a:lnTo>
                  <a:cubicBezTo>
                    <a:pt x="38283" y="72408"/>
                    <a:pt x="38084" y="72284"/>
                    <a:pt x="37909" y="72184"/>
                  </a:cubicBezTo>
                  <a:cubicBezTo>
                    <a:pt x="37835" y="72159"/>
                    <a:pt x="37785" y="72134"/>
                    <a:pt x="37685" y="72060"/>
                  </a:cubicBezTo>
                  <a:cubicBezTo>
                    <a:pt x="37212" y="71811"/>
                    <a:pt x="36764" y="71587"/>
                    <a:pt x="36267" y="71413"/>
                  </a:cubicBezTo>
                  <a:cubicBezTo>
                    <a:pt x="36192" y="71388"/>
                    <a:pt x="36142" y="71338"/>
                    <a:pt x="36067" y="71338"/>
                  </a:cubicBezTo>
                  <a:cubicBezTo>
                    <a:pt x="35669" y="71188"/>
                    <a:pt x="35221" y="71039"/>
                    <a:pt x="34798" y="70915"/>
                  </a:cubicBezTo>
                  <a:cubicBezTo>
                    <a:pt x="34673" y="70890"/>
                    <a:pt x="34549" y="70815"/>
                    <a:pt x="34425" y="70790"/>
                  </a:cubicBezTo>
                  <a:lnTo>
                    <a:pt x="33678" y="70591"/>
                  </a:lnTo>
                  <a:lnTo>
                    <a:pt x="33653" y="70566"/>
                  </a:lnTo>
                  <a:cubicBezTo>
                    <a:pt x="33614" y="70566"/>
                    <a:pt x="33606" y="70551"/>
                    <a:pt x="33592" y="70544"/>
                  </a:cubicBezTo>
                  <a:close/>
                  <a:moveTo>
                    <a:pt x="41419" y="72284"/>
                  </a:moveTo>
                  <a:cubicBezTo>
                    <a:pt x="41245" y="72408"/>
                    <a:pt x="41071" y="72433"/>
                    <a:pt x="40921" y="72508"/>
                  </a:cubicBezTo>
                  <a:cubicBezTo>
                    <a:pt x="40921" y="72458"/>
                    <a:pt x="40896" y="72458"/>
                    <a:pt x="40896" y="72433"/>
                  </a:cubicBezTo>
                  <a:cubicBezTo>
                    <a:pt x="40921" y="72433"/>
                    <a:pt x="40921" y="72433"/>
                    <a:pt x="40946" y="72408"/>
                  </a:cubicBezTo>
                  <a:cubicBezTo>
                    <a:pt x="41046" y="72383"/>
                    <a:pt x="41170" y="72333"/>
                    <a:pt x="41270" y="72309"/>
                  </a:cubicBezTo>
                  <a:cubicBezTo>
                    <a:pt x="41319" y="72309"/>
                    <a:pt x="41369" y="72284"/>
                    <a:pt x="41419" y="72284"/>
                  </a:cubicBezTo>
                  <a:close/>
                  <a:moveTo>
                    <a:pt x="63423" y="72458"/>
                  </a:moveTo>
                  <a:cubicBezTo>
                    <a:pt x="63423" y="72508"/>
                    <a:pt x="63423" y="72508"/>
                    <a:pt x="63448" y="72533"/>
                  </a:cubicBezTo>
                  <a:cubicBezTo>
                    <a:pt x="63423" y="72533"/>
                    <a:pt x="63423" y="72557"/>
                    <a:pt x="63398" y="72557"/>
                  </a:cubicBezTo>
                  <a:cubicBezTo>
                    <a:pt x="63398" y="72533"/>
                    <a:pt x="63348" y="72533"/>
                    <a:pt x="63348" y="72508"/>
                  </a:cubicBezTo>
                  <a:cubicBezTo>
                    <a:pt x="63398" y="72508"/>
                    <a:pt x="63398" y="72458"/>
                    <a:pt x="63423" y="72458"/>
                  </a:cubicBezTo>
                  <a:close/>
                  <a:moveTo>
                    <a:pt x="43334" y="72176"/>
                  </a:moveTo>
                  <a:cubicBezTo>
                    <a:pt x="43592" y="72176"/>
                    <a:pt x="43849" y="72188"/>
                    <a:pt x="44107" y="72209"/>
                  </a:cubicBezTo>
                  <a:cubicBezTo>
                    <a:pt x="43385" y="72383"/>
                    <a:pt x="42688" y="72508"/>
                    <a:pt x="42016" y="72582"/>
                  </a:cubicBezTo>
                  <a:cubicBezTo>
                    <a:pt x="42016" y="72557"/>
                    <a:pt x="42041" y="72533"/>
                    <a:pt x="42041" y="72533"/>
                  </a:cubicBezTo>
                  <a:cubicBezTo>
                    <a:pt x="42041" y="72533"/>
                    <a:pt x="42041" y="72508"/>
                    <a:pt x="42066" y="72508"/>
                  </a:cubicBezTo>
                  <a:cubicBezTo>
                    <a:pt x="42066" y="72508"/>
                    <a:pt x="42066" y="72458"/>
                    <a:pt x="42116" y="72458"/>
                  </a:cubicBezTo>
                  <a:cubicBezTo>
                    <a:pt x="42141" y="72408"/>
                    <a:pt x="42191" y="72309"/>
                    <a:pt x="42240" y="72259"/>
                  </a:cubicBezTo>
                  <a:cubicBezTo>
                    <a:pt x="42605" y="72200"/>
                    <a:pt x="42969" y="72176"/>
                    <a:pt x="43334" y="72176"/>
                  </a:cubicBezTo>
                  <a:close/>
                  <a:moveTo>
                    <a:pt x="40672" y="72533"/>
                  </a:moveTo>
                  <a:cubicBezTo>
                    <a:pt x="40672" y="72533"/>
                    <a:pt x="40697" y="72557"/>
                    <a:pt x="40697" y="72582"/>
                  </a:cubicBezTo>
                  <a:cubicBezTo>
                    <a:pt x="40672" y="72582"/>
                    <a:pt x="40672" y="72582"/>
                    <a:pt x="40647" y="72632"/>
                  </a:cubicBezTo>
                  <a:cubicBezTo>
                    <a:pt x="40647" y="72582"/>
                    <a:pt x="40622" y="72582"/>
                    <a:pt x="40622" y="72557"/>
                  </a:cubicBezTo>
                  <a:cubicBezTo>
                    <a:pt x="40647" y="72557"/>
                    <a:pt x="40647" y="72557"/>
                    <a:pt x="40672" y="72533"/>
                  </a:cubicBezTo>
                  <a:close/>
                  <a:moveTo>
                    <a:pt x="41942" y="72309"/>
                  </a:moveTo>
                  <a:cubicBezTo>
                    <a:pt x="41892" y="72408"/>
                    <a:pt x="41817" y="72533"/>
                    <a:pt x="41767" y="72632"/>
                  </a:cubicBezTo>
                  <a:lnTo>
                    <a:pt x="41743" y="72632"/>
                  </a:lnTo>
                  <a:cubicBezTo>
                    <a:pt x="41767" y="72533"/>
                    <a:pt x="41817" y="72433"/>
                    <a:pt x="41892" y="72333"/>
                  </a:cubicBezTo>
                  <a:cubicBezTo>
                    <a:pt x="41917" y="72333"/>
                    <a:pt x="41942" y="72309"/>
                    <a:pt x="41942" y="72309"/>
                  </a:cubicBezTo>
                  <a:close/>
                  <a:moveTo>
                    <a:pt x="39204" y="72582"/>
                  </a:moveTo>
                  <a:cubicBezTo>
                    <a:pt x="39204" y="72582"/>
                    <a:pt x="39179" y="72582"/>
                    <a:pt x="39154" y="72632"/>
                  </a:cubicBezTo>
                  <a:cubicBezTo>
                    <a:pt x="39129" y="72632"/>
                    <a:pt x="39129" y="72657"/>
                    <a:pt x="39079" y="72657"/>
                  </a:cubicBezTo>
                  <a:lnTo>
                    <a:pt x="39054" y="72657"/>
                  </a:lnTo>
                  <a:cubicBezTo>
                    <a:pt x="39054" y="72657"/>
                    <a:pt x="39029" y="72657"/>
                    <a:pt x="39029" y="72632"/>
                  </a:cubicBezTo>
                  <a:cubicBezTo>
                    <a:pt x="39079" y="72632"/>
                    <a:pt x="39154" y="72582"/>
                    <a:pt x="39204" y="72582"/>
                  </a:cubicBezTo>
                  <a:close/>
                  <a:moveTo>
                    <a:pt x="38756" y="72657"/>
                  </a:moveTo>
                  <a:lnTo>
                    <a:pt x="38781" y="72682"/>
                  </a:lnTo>
                  <a:lnTo>
                    <a:pt x="38756" y="72682"/>
                  </a:lnTo>
                  <a:cubicBezTo>
                    <a:pt x="38756" y="72657"/>
                    <a:pt x="38706" y="72657"/>
                    <a:pt x="38681" y="72657"/>
                  </a:cubicBezTo>
                  <a:close/>
                  <a:moveTo>
                    <a:pt x="40398" y="72632"/>
                  </a:moveTo>
                  <a:cubicBezTo>
                    <a:pt x="40398" y="72657"/>
                    <a:pt x="40398" y="72657"/>
                    <a:pt x="40423" y="72682"/>
                  </a:cubicBezTo>
                  <a:lnTo>
                    <a:pt x="40374" y="72682"/>
                  </a:lnTo>
                  <a:lnTo>
                    <a:pt x="40374" y="72657"/>
                  </a:lnTo>
                  <a:cubicBezTo>
                    <a:pt x="40398" y="72657"/>
                    <a:pt x="40398" y="72657"/>
                    <a:pt x="40398" y="72632"/>
                  </a:cubicBezTo>
                  <a:close/>
                  <a:moveTo>
                    <a:pt x="41543" y="72458"/>
                  </a:moveTo>
                  <a:cubicBezTo>
                    <a:pt x="41543" y="72533"/>
                    <a:pt x="41494" y="72582"/>
                    <a:pt x="41444" y="72657"/>
                  </a:cubicBezTo>
                  <a:cubicBezTo>
                    <a:pt x="41319" y="72657"/>
                    <a:pt x="41195" y="72657"/>
                    <a:pt x="41046" y="72682"/>
                  </a:cubicBezTo>
                  <a:lnTo>
                    <a:pt x="41021" y="72657"/>
                  </a:lnTo>
                  <a:cubicBezTo>
                    <a:pt x="41195" y="72582"/>
                    <a:pt x="41369" y="72533"/>
                    <a:pt x="41543" y="72458"/>
                  </a:cubicBezTo>
                  <a:close/>
                  <a:moveTo>
                    <a:pt x="37810" y="72757"/>
                  </a:moveTo>
                  <a:cubicBezTo>
                    <a:pt x="37835" y="72757"/>
                    <a:pt x="37860" y="72757"/>
                    <a:pt x="37909" y="72782"/>
                  </a:cubicBezTo>
                  <a:cubicBezTo>
                    <a:pt x="37959" y="72782"/>
                    <a:pt x="38009" y="72806"/>
                    <a:pt x="38059" y="72806"/>
                  </a:cubicBezTo>
                  <a:cubicBezTo>
                    <a:pt x="38133" y="72831"/>
                    <a:pt x="38183" y="72831"/>
                    <a:pt x="38208" y="72856"/>
                  </a:cubicBezTo>
                  <a:cubicBezTo>
                    <a:pt x="38256" y="72856"/>
                    <a:pt x="38281" y="72902"/>
                    <a:pt x="38304" y="72906"/>
                  </a:cubicBezTo>
                  <a:lnTo>
                    <a:pt x="38304" y="72906"/>
                  </a:lnTo>
                  <a:cubicBezTo>
                    <a:pt x="38257" y="72904"/>
                    <a:pt x="38195" y="72897"/>
                    <a:pt x="38133" y="72856"/>
                  </a:cubicBezTo>
                  <a:cubicBezTo>
                    <a:pt x="38059" y="72856"/>
                    <a:pt x="38034" y="72856"/>
                    <a:pt x="37959" y="72831"/>
                  </a:cubicBezTo>
                  <a:cubicBezTo>
                    <a:pt x="37934" y="72806"/>
                    <a:pt x="37884" y="72782"/>
                    <a:pt x="37810" y="72782"/>
                  </a:cubicBezTo>
                  <a:lnTo>
                    <a:pt x="37810" y="72757"/>
                  </a:lnTo>
                  <a:close/>
                  <a:moveTo>
                    <a:pt x="41319" y="72831"/>
                  </a:moveTo>
                  <a:cubicBezTo>
                    <a:pt x="41319" y="72881"/>
                    <a:pt x="41319" y="72906"/>
                    <a:pt x="41295" y="72906"/>
                  </a:cubicBezTo>
                  <a:lnTo>
                    <a:pt x="41270" y="72906"/>
                  </a:lnTo>
                  <a:lnTo>
                    <a:pt x="41245" y="72881"/>
                  </a:lnTo>
                  <a:cubicBezTo>
                    <a:pt x="41245" y="72881"/>
                    <a:pt x="41245" y="72831"/>
                    <a:pt x="41195" y="72831"/>
                  </a:cubicBezTo>
                  <a:close/>
                  <a:moveTo>
                    <a:pt x="41643" y="72831"/>
                  </a:moveTo>
                  <a:cubicBezTo>
                    <a:pt x="41643" y="72881"/>
                    <a:pt x="41618" y="72881"/>
                    <a:pt x="41618" y="72906"/>
                  </a:cubicBezTo>
                  <a:lnTo>
                    <a:pt x="41568" y="72906"/>
                  </a:lnTo>
                  <a:cubicBezTo>
                    <a:pt x="41568" y="72881"/>
                    <a:pt x="41618" y="72881"/>
                    <a:pt x="41618" y="72831"/>
                  </a:cubicBezTo>
                  <a:close/>
                  <a:moveTo>
                    <a:pt x="44555" y="72309"/>
                  </a:moveTo>
                  <a:cubicBezTo>
                    <a:pt x="44605" y="72309"/>
                    <a:pt x="44630" y="72309"/>
                    <a:pt x="44680" y="72333"/>
                  </a:cubicBezTo>
                  <a:lnTo>
                    <a:pt x="44680" y="72383"/>
                  </a:lnTo>
                  <a:cubicBezTo>
                    <a:pt x="43734" y="72632"/>
                    <a:pt x="42788" y="72806"/>
                    <a:pt x="41867" y="72906"/>
                  </a:cubicBezTo>
                  <a:cubicBezTo>
                    <a:pt x="41867" y="72831"/>
                    <a:pt x="41892" y="72806"/>
                    <a:pt x="41892" y="72806"/>
                  </a:cubicBezTo>
                  <a:cubicBezTo>
                    <a:pt x="42763" y="72707"/>
                    <a:pt x="43634" y="72533"/>
                    <a:pt x="44555" y="72309"/>
                  </a:cubicBezTo>
                  <a:close/>
                  <a:moveTo>
                    <a:pt x="40971" y="72881"/>
                  </a:moveTo>
                  <a:lnTo>
                    <a:pt x="41046" y="72931"/>
                  </a:lnTo>
                  <a:lnTo>
                    <a:pt x="40971" y="72931"/>
                  </a:lnTo>
                  <a:cubicBezTo>
                    <a:pt x="40946" y="72931"/>
                    <a:pt x="40921" y="72906"/>
                    <a:pt x="40921" y="72881"/>
                  </a:cubicBezTo>
                  <a:close/>
                  <a:moveTo>
                    <a:pt x="39751" y="72906"/>
                  </a:moveTo>
                  <a:cubicBezTo>
                    <a:pt x="39677" y="72931"/>
                    <a:pt x="39652" y="72931"/>
                    <a:pt x="39577" y="72956"/>
                  </a:cubicBezTo>
                  <a:cubicBezTo>
                    <a:pt x="39552" y="72956"/>
                    <a:pt x="39552" y="72931"/>
                    <a:pt x="39527" y="72931"/>
                  </a:cubicBezTo>
                  <a:lnTo>
                    <a:pt x="39552" y="72931"/>
                  </a:lnTo>
                  <a:cubicBezTo>
                    <a:pt x="39627" y="72906"/>
                    <a:pt x="39677" y="72906"/>
                    <a:pt x="39751" y="72906"/>
                  </a:cubicBezTo>
                  <a:close/>
                  <a:moveTo>
                    <a:pt x="40249" y="72931"/>
                  </a:moveTo>
                  <a:lnTo>
                    <a:pt x="40249" y="72956"/>
                  </a:lnTo>
                  <a:lnTo>
                    <a:pt x="40125" y="72956"/>
                  </a:lnTo>
                  <a:cubicBezTo>
                    <a:pt x="40174" y="72956"/>
                    <a:pt x="40199" y="72956"/>
                    <a:pt x="40249" y="72931"/>
                  </a:cubicBezTo>
                  <a:close/>
                  <a:moveTo>
                    <a:pt x="40498" y="72906"/>
                  </a:moveTo>
                  <a:cubicBezTo>
                    <a:pt x="40498" y="72931"/>
                    <a:pt x="40523" y="72931"/>
                    <a:pt x="40523" y="72956"/>
                  </a:cubicBezTo>
                  <a:lnTo>
                    <a:pt x="40448" y="72956"/>
                  </a:lnTo>
                  <a:cubicBezTo>
                    <a:pt x="40448" y="72931"/>
                    <a:pt x="40448" y="72931"/>
                    <a:pt x="40423" y="72906"/>
                  </a:cubicBezTo>
                  <a:close/>
                  <a:moveTo>
                    <a:pt x="45750" y="72557"/>
                  </a:moveTo>
                  <a:cubicBezTo>
                    <a:pt x="45850" y="72582"/>
                    <a:pt x="45899" y="72632"/>
                    <a:pt x="45974" y="72632"/>
                  </a:cubicBezTo>
                  <a:cubicBezTo>
                    <a:pt x="45899" y="72757"/>
                    <a:pt x="45800" y="72906"/>
                    <a:pt x="45750" y="73030"/>
                  </a:cubicBezTo>
                  <a:lnTo>
                    <a:pt x="45750" y="72557"/>
                  </a:lnTo>
                  <a:close/>
                  <a:moveTo>
                    <a:pt x="52321" y="69396"/>
                  </a:moveTo>
                  <a:cubicBezTo>
                    <a:pt x="52321" y="69421"/>
                    <a:pt x="52346" y="69471"/>
                    <a:pt x="52346" y="69521"/>
                  </a:cubicBezTo>
                  <a:cubicBezTo>
                    <a:pt x="52371" y="69595"/>
                    <a:pt x="52371" y="69695"/>
                    <a:pt x="52396" y="69795"/>
                  </a:cubicBezTo>
                  <a:lnTo>
                    <a:pt x="52496" y="70168"/>
                  </a:lnTo>
                  <a:cubicBezTo>
                    <a:pt x="52396" y="70218"/>
                    <a:pt x="52346" y="70268"/>
                    <a:pt x="52247" y="70317"/>
                  </a:cubicBezTo>
                  <a:cubicBezTo>
                    <a:pt x="51624" y="70765"/>
                    <a:pt x="51002" y="71188"/>
                    <a:pt x="50355" y="71637"/>
                  </a:cubicBezTo>
                  <a:lnTo>
                    <a:pt x="49782" y="72010"/>
                  </a:lnTo>
                  <a:cubicBezTo>
                    <a:pt x="49235" y="72383"/>
                    <a:pt x="48662" y="72707"/>
                    <a:pt x="48140" y="73055"/>
                  </a:cubicBezTo>
                  <a:cubicBezTo>
                    <a:pt x="47642" y="72806"/>
                    <a:pt x="47169" y="72582"/>
                    <a:pt x="46671" y="72408"/>
                  </a:cubicBezTo>
                  <a:cubicBezTo>
                    <a:pt x="46771" y="72259"/>
                    <a:pt x="46845" y="72060"/>
                    <a:pt x="46920" y="71885"/>
                  </a:cubicBezTo>
                  <a:cubicBezTo>
                    <a:pt x="46920" y="71836"/>
                    <a:pt x="46970" y="71836"/>
                    <a:pt x="46970" y="71811"/>
                  </a:cubicBezTo>
                  <a:cubicBezTo>
                    <a:pt x="48712" y="71188"/>
                    <a:pt x="50504" y="70392"/>
                    <a:pt x="52321" y="69396"/>
                  </a:cubicBezTo>
                  <a:close/>
                  <a:moveTo>
                    <a:pt x="41519" y="73080"/>
                  </a:moveTo>
                  <a:cubicBezTo>
                    <a:pt x="41494" y="73130"/>
                    <a:pt x="41494" y="73155"/>
                    <a:pt x="41444" y="73155"/>
                  </a:cubicBezTo>
                  <a:cubicBezTo>
                    <a:pt x="41444" y="73130"/>
                    <a:pt x="41444" y="73130"/>
                    <a:pt x="41494" y="73080"/>
                  </a:cubicBezTo>
                  <a:close/>
                  <a:moveTo>
                    <a:pt x="50495" y="71776"/>
                  </a:moveTo>
                  <a:lnTo>
                    <a:pt x="50006" y="72109"/>
                  </a:lnTo>
                  <a:cubicBezTo>
                    <a:pt x="49484" y="72458"/>
                    <a:pt x="48911" y="72806"/>
                    <a:pt x="48388" y="73155"/>
                  </a:cubicBezTo>
                  <a:cubicBezTo>
                    <a:pt x="48388" y="73167"/>
                    <a:pt x="48382" y="73174"/>
                    <a:pt x="48373" y="73174"/>
                  </a:cubicBezTo>
                  <a:cubicBezTo>
                    <a:pt x="48364" y="73174"/>
                    <a:pt x="48351" y="73167"/>
                    <a:pt x="48339" y="73155"/>
                  </a:cubicBezTo>
                  <a:lnTo>
                    <a:pt x="48339" y="73155"/>
                  </a:lnTo>
                  <a:cubicBezTo>
                    <a:pt x="48339" y="73155"/>
                    <a:pt x="48339" y="73155"/>
                    <a:pt x="48339" y="73155"/>
                  </a:cubicBezTo>
                  <a:lnTo>
                    <a:pt x="48339" y="73155"/>
                  </a:lnTo>
                  <a:cubicBezTo>
                    <a:pt x="48351" y="73167"/>
                    <a:pt x="48351" y="73174"/>
                    <a:pt x="48348" y="73174"/>
                  </a:cubicBezTo>
                  <a:cubicBezTo>
                    <a:pt x="48345" y="73174"/>
                    <a:pt x="48339" y="73167"/>
                    <a:pt x="48339" y="73155"/>
                  </a:cubicBezTo>
                  <a:lnTo>
                    <a:pt x="48339" y="73155"/>
                  </a:lnTo>
                  <a:cubicBezTo>
                    <a:pt x="48339" y="73155"/>
                    <a:pt x="48339" y="73155"/>
                    <a:pt x="48339" y="73155"/>
                  </a:cubicBezTo>
                  <a:cubicBezTo>
                    <a:pt x="48488" y="73055"/>
                    <a:pt x="48637" y="72956"/>
                    <a:pt x="48837" y="72831"/>
                  </a:cubicBezTo>
                  <a:cubicBezTo>
                    <a:pt x="49036" y="72707"/>
                    <a:pt x="49235" y="72557"/>
                    <a:pt x="49459" y="72433"/>
                  </a:cubicBezTo>
                  <a:cubicBezTo>
                    <a:pt x="49608" y="72333"/>
                    <a:pt x="49782" y="72209"/>
                    <a:pt x="49957" y="72134"/>
                  </a:cubicBezTo>
                  <a:cubicBezTo>
                    <a:pt x="50131" y="72010"/>
                    <a:pt x="50305" y="71910"/>
                    <a:pt x="50479" y="71786"/>
                  </a:cubicBezTo>
                  <a:cubicBezTo>
                    <a:pt x="50485" y="71783"/>
                    <a:pt x="50490" y="71779"/>
                    <a:pt x="50495" y="71776"/>
                  </a:cubicBezTo>
                  <a:close/>
                  <a:moveTo>
                    <a:pt x="41170" y="73130"/>
                  </a:moveTo>
                  <a:lnTo>
                    <a:pt x="41195" y="73155"/>
                  </a:lnTo>
                  <a:cubicBezTo>
                    <a:pt x="41195" y="73180"/>
                    <a:pt x="41170" y="73180"/>
                    <a:pt x="41170" y="73205"/>
                  </a:cubicBezTo>
                  <a:cubicBezTo>
                    <a:pt x="41145" y="73180"/>
                    <a:pt x="41145" y="73155"/>
                    <a:pt x="41120" y="73130"/>
                  </a:cubicBezTo>
                  <a:close/>
                  <a:moveTo>
                    <a:pt x="46596" y="72582"/>
                  </a:moveTo>
                  <a:cubicBezTo>
                    <a:pt x="47044" y="72757"/>
                    <a:pt x="47492" y="72956"/>
                    <a:pt x="47916" y="73180"/>
                  </a:cubicBezTo>
                  <a:cubicBezTo>
                    <a:pt x="47891" y="73180"/>
                    <a:pt x="47891" y="73205"/>
                    <a:pt x="47866" y="73205"/>
                  </a:cubicBezTo>
                  <a:cubicBezTo>
                    <a:pt x="47468" y="73006"/>
                    <a:pt x="46995" y="72806"/>
                    <a:pt x="46547" y="72657"/>
                  </a:cubicBezTo>
                  <a:cubicBezTo>
                    <a:pt x="46547" y="72632"/>
                    <a:pt x="46596" y="72632"/>
                    <a:pt x="46596" y="72582"/>
                  </a:cubicBezTo>
                  <a:close/>
                  <a:moveTo>
                    <a:pt x="29247" y="70292"/>
                  </a:moveTo>
                  <a:cubicBezTo>
                    <a:pt x="29770" y="70292"/>
                    <a:pt x="30318" y="70317"/>
                    <a:pt x="30840" y="70342"/>
                  </a:cubicBezTo>
                  <a:cubicBezTo>
                    <a:pt x="30965" y="70342"/>
                    <a:pt x="31114" y="70392"/>
                    <a:pt x="31239" y="70392"/>
                  </a:cubicBezTo>
                  <a:cubicBezTo>
                    <a:pt x="31687" y="70417"/>
                    <a:pt x="32110" y="70467"/>
                    <a:pt x="32558" y="70566"/>
                  </a:cubicBezTo>
                  <a:cubicBezTo>
                    <a:pt x="32259" y="71039"/>
                    <a:pt x="32035" y="71462"/>
                    <a:pt x="31786" y="71935"/>
                  </a:cubicBezTo>
                  <a:cubicBezTo>
                    <a:pt x="30069" y="72134"/>
                    <a:pt x="28326" y="72557"/>
                    <a:pt x="26609" y="73254"/>
                  </a:cubicBezTo>
                  <a:cubicBezTo>
                    <a:pt x="25314" y="72757"/>
                    <a:pt x="24169" y="72060"/>
                    <a:pt x="23248" y="71164"/>
                  </a:cubicBezTo>
                  <a:cubicBezTo>
                    <a:pt x="23497" y="71089"/>
                    <a:pt x="23721" y="71039"/>
                    <a:pt x="23970" y="70964"/>
                  </a:cubicBezTo>
                  <a:cubicBezTo>
                    <a:pt x="24020" y="70940"/>
                    <a:pt x="24120" y="70940"/>
                    <a:pt x="24169" y="70915"/>
                  </a:cubicBezTo>
                  <a:lnTo>
                    <a:pt x="25016" y="70716"/>
                  </a:lnTo>
                  <a:cubicBezTo>
                    <a:pt x="25115" y="70691"/>
                    <a:pt x="25215" y="70691"/>
                    <a:pt x="25265" y="70666"/>
                  </a:cubicBezTo>
                  <a:cubicBezTo>
                    <a:pt x="25538" y="70591"/>
                    <a:pt x="25787" y="70566"/>
                    <a:pt x="26086" y="70516"/>
                  </a:cubicBezTo>
                  <a:cubicBezTo>
                    <a:pt x="26211" y="70467"/>
                    <a:pt x="26285" y="70467"/>
                    <a:pt x="26410" y="70467"/>
                  </a:cubicBezTo>
                  <a:cubicBezTo>
                    <a:pt x="26659" y="70442"/>
                    <a:pt x="26907" y="70417"/>
                    <a:pt x="27131" y="70392"/>
                  </a:cubicBezTo>
                  <a:cubicBezTo>
                    <a:pt x="27281" y="70342"/>
                    <a:pt x="27480" y="70342"/>
                    <a:pt x="27629" y="70342"/>
                  </a:cubicBezTo>
                  <a:cubicBezTo>
                    <a:pt x="27828" y="70342"/>
                    <a:pt x="28003" y="70317"/>
                    <a:pt x="28202" y="70317"/>
                  </a:cubicBezTo>
                  <a:cubicBezTo>
                    <a:pt x="28525" y="70292"/>
                    <a:pt x="28874" y="70292"/>
                    <a:pt x="29222" y="70292"/>
                  </a:cubicBezTo>
                  <a:close/>
                  <a:moveTo>
                    <a:pt x="38557" y="73180"/>
                  </a:moveTo>
                  <a:lnTo>
                    <a:pt x="38557" y="73180"/>
                  </a:lnTo>
                  <a:cubicBezTo>
                    <a:pt x="38532" y="73205"/>
                    <a:pt x="38457" y="73254"/>
                    <a:pt x="38432" y="73279"/>
                  </a:cubicBezTo>
                  <a:cubicBezTo>
                    <a:pt x="38398" y="73296"/>
                    <a:pt x="38340" y="73302"/>
                    <a:pt x="38283" y="73311"/>
                  </a:cubicBezTo>
                  <a:lnTo>
                    <a:pt x="38283" y="73311"/>
                  </a:lnTo>
                  <a:cubicBezTo>
                    <a:pt x="38312" y="73299"/>
                    <a:pt x="38344" y="73280"/>
                    <a:pt x="38382" y="73254"/>
                  </a:cubicBezTo>
                  <a:cubicBezTo>
                    <a:pt x="38432" y="73205"/>
                    <a:pt x="38507" y="73205"/>
                    <a:pt x="38557" y="73180"/>
                  </a:cubicBezTo>
                  <a:close/>
                  <a:moveTo>
                    <a:pt x="48214" y="73304"/>
                  </a:moveTo>
                  <a:cubicBezTo>
                    <a:pt x="48187" y="73304"/>
                    <a:pt x="48174" y="73312"/>
                    <a:pt x="48165" y="73319"/>
                  </a:cubicBezTo>
                  <a:lnTo>
                    <a:pt x="48165" y="73319"/>
                  </a:lnTo>
                  <a:cubicBezTo>
                    <a:pt x="48166" y="73304"/>
                    <a:pt x="48173" y="73304"/>
                    <a:pt x="48214" y="73304"/>
                  </a:cubicBezTo>
                  <a:close/>
                  <a:moveTo>
                    <a:pt x="39253" y="73254"/>
                  </a:moveTo>
                  <a:cubicBezTo>
                    <a:pt x="39278" y="73254"/>
                    <a:pt x="39278" y="73254"/>
                    <a:pt x="39278" y="73279"/>
                  </a:cubicBezTo>
                  <a:cubicBezTo>
                    <a:pt x="39303" y="73304"/>
                    <a:pt x="39328" y="73304"/>
                    <a:pt x="39378" y="73329"/>
                  </a:cubicBezTo>
                  <a:cubicBezTo>
                    <a:pt x="39303" y="73304"/>
                    <a:pt x="39278" y="73304"/>
                    <a:pt x="39204" y="73279"/>
                  </a:cubicBezTo>
                  <a:cubicBezTo>
                    <a:pt x="39253" y="73279"/>
                    <a:pt x="39253" y="73279"/>
                    <a:pt x="39253" y="73254"/>
                  </a:cubicBezTo>
                  <a:close/>
                  <a:moveTo>
                    <a:pt x="48140" y="73304"/>
                  </a:moveTo>
                  <a:cubicBezTo>
                    <a:pt x="48140" y="73304"/>
                    <a:pt x="48158" y="73304"/>
                    <a:pt x="48163" y="73320"/>
                  </a:cubicBezTo>
                  <a:lnTo>
                    <a:pt x="48163" y="73320"/>
                  </a:lnTo>
                  <a:cubicBezTo>
                    <a:pt x="48156" y="73325"/>
                    <a:pt x="48150" y="73329"/>
                    <a:pt x="48140" y="73329"/>
                  </a:cubicBezTo>
                  <a:lnTo>
                    <a:pt x="48090" y="73329"/>
                  </a:lnTo>
                  <a:cubicBezTo>
                    <a:pt x="48115" y="73329"/>
                    <a:pt x="48115" y="73304"/>
                    <a:pt x="48140" y="73304"/>
                  </a:cubicBezTo>
                  <a:close/>
                  <a:moveTo>
                    <a:pt x="23074" y="71213"/>
                  </a:moveTo>
                  <a:cubicBezTo>
                    <a:pt x="23995" y="72134"/>
                    <a:pt x="25090" y="72831"/>
                    <a:pt x="26385" y="73329"/>
                  </a:cubicBezTo>
                  <a:cubicBezTo>
                    <a:pt x="26360" y="73329"/>
                    <a:pt x="26335" y="73379"/>
                    <a:pt x="26285" y="73379"/>
                  </a:cubicBezTo>
                  <a:cubicBezTo>
                    <a:pt x="25033" y="72888"/>
                    <a:pt x="23926" y="72154"/>
                    <a:pt x="23012" y="71251"/>
                  </a:cubicBezTo>
                  <a:lnTo>
                    <a:pt x="23012" y="71251"/>
                  </a:lnTo>
                  <a:cubicBezTo>
                    <a:pt x="23013" y="71251"/>
                    <a:pt x="23014" y="71251"/>
                    <a:pt x="23015" y="71251"/>
                  </a:cubicBezTo>
                  <a:cubicBezTo>
                    <a:pt x="23031" y="71251"/>
                    <a:pt x="23049" y="71238"/>
                    <a:pt x="23074" y="71213"/>
                  </a:cubicBezTo>
                  <a:close/>
                  <a:moveTo>
                    <a:pt x="31711" y="72134"/>
                  </a:moveTo>
                  <a:cubicBezTo>
                    <a:pt x="31711" y="72159"/>
                    <a:pt x="31687" y="72159"/>
                    <a:pt x="31687" y="72184"/>
                  </a:cubicBezTo>
                  <a:cubicBezTo>
                    <a:pt x="30094" y="72333"/>
                    <a:pt x="28550" y="72757"/>
                    <a:pt x="27007" y="73379"/>
                  </a:cubicBezTo>
                  <a:cubicBezTo>
                    <a:pt x="26982" y="73379"/>
                    <a:pt x="26957" y="73329"/>
                    <a:pt x="26907" y="73329"/>
                  </a:cubicBezTo>
                  <a:cubicBezTo>
                    <a:pt x="28476" y="72707"/>
                    <a:pt x="30069" y="72309"/>
                    <a:pt x="31711" y="72134"/>
                  </a:cubicBezTo>
                  <a:close/>
                  <a:moveTo>
                    <a:pt x="41319" y="73304"/>
                  </a:moveTo>
                  <a:cubicBezTo>
                    <a:pt x="41369" y="73329"/>
                    <a:pt x="41369" y="73329"/>
                    <a:pt x="41369" y="73379"/>
                  </a:cubicBezTo>
                  <a:cubicBezTo>
                    <a:pt x="41369" y="73404"/>
                    <a:pt x="41319" y="73404"/>
                    <a:pt x="41319" y="73429"/>
                  </a:cubicBezTo>
                  <a:lnTo>
                    <a:pt x="41319" y="73404"/>
                  </a:lnTo>
                  <a:lnTo>
                    <a:pt x="41295" y="73379"/>
                  </a:lnTo>
                  <a:cubicBezTo>
                    <a:pt x="41295" y="73329"/>
                    <a:pt x="41319" y="73329"/>
                    <a:pt x="41319" y="73304"/>
                  </a:cubicBezTo>
                  <a:close/>
                  <a:moveTo>
                    <a:pt x="40896" y="73130"/>
                  </a:moveTo>
                  <a:cubicBezTo>
                    <a:pt x="40921" y="73205"/>
                    <a:pt x="40996" y="73304"/>
                    <a:pt x="41046" y="73379"/>
                  </a:cubicBezTo>
                  <a:cubicBezTo>
                    <a:pt x="41021" y="73404"/>
                    <a:pt x="40996" y="73454"/>
                    <a:pt x="40996" y="73503"/>
                  </a:cubicBezTo>
                  <a:cubicBezTo>
                    <a:pt x="40921" y="73379"/>
                    <a:pt x="40871" y="73254"/>
                    <a:pt x="40822" y="73130"/>
                  </a:cubicBezTo>
                  <a:close/>
                  <a:moveTo>
                    <a:pt x="26609" y="73454"/>
                  </a:moveTo>
                  <a:cubicBezTo>
                    <a:pt x="26683" y="73454"/>
                    <a:pt x="26708" y="73454"/>
                    <a:pt x="26708" y="73503"/>
                  </a:cubicBezTo>
                  <a:cubicBezTo>
                    <a:pt x="26683" y="73503"/>
                    <a:pt x="26634" y="73528"/>
                    <a:pt x="26609" y="73528"/>
                  </a:cubicBezTo>
                  <a:lnTo>
                    <a:pt x="26584" y="73528"/>
                  </a:lnTo>
                  <a:cubicBezTo>
                    <a:pt x="26559" y="73528"/>
                    <a:pt x="26559" y="73503"/>
                    <a:pt x="26509" y="73503"/>
                  </a:cubicBezTo>
                  <a:cubicBezTo>
                    <a:pt x="26559" y="73503"/>
                    <a:pt x="26584" y="73454"/>
                    <a:pt x="26609" y="73454"/>
                  </a:cubicBezTo>
                  <a:close/>
                  <a:moveTo>
                    <a:pt x="40324" y="73155"/>
                  </a:moveTo>
                  <a:cubicBezTo>
                    <a:pt x="40349" y="73205"/>
                    <a:pt x="40349" y="73254"/>
                    <a:pt x="40398" y="73304"/>
                  </a:cubicBezTo>
                  <a:lnTo>
                    <a:pt x="40398" y="73329"/>
                  </a:lnTo>
                  <a:cubicBezTo>
                    <a:pt x="40423" y="73404"/>
                    <a:pt x="40448" y="73503"/>
                    <a:pt x="40498" y="73553"/>
                  </a:cubicBezTo>
                  <a:lnTo>
                    <a:pt x="40498" y="73578"/>
                  </a:lnTo>
                  <a:lnTo>
                    <a:pt x="40299" y="73478"/>
                  </a:lnTo>
                  <a:cubicBezTo>
                    <a:pt x="40150" y="73354"/>
                    <a:pt x="40000" y="73279"/>
                    <a:pt x="39826" y="73155"/>
                  </a:cubicBezTo>
                  <a:close/>
                  <a:moveTo>
                    <a:pt x="45501" y="72508"/>
                  </a:moveTo>
                  <a:cubicBezTo>
                    <a:pt x="45526" y="72508"/>
                    <a:pt x="45526" y="72508"/>
                    <a:pt x="45551" y="72533"/>
                  </a:cubicBezTo>
                  <a:cubicBezTo>
                    <a:pt x="45551" y="72831"/>
                    <a:pt x="45551" y="73180"/>
                    <a:pt x="45526" y="73503"/>
                  </a:cubicBezTo>
                  <a:cubicBezTo>
                    <a:pt x="45506" y="73544"/>
                    <a:pt x="45486" y="73568"/>
                    <a:pt x="45479" y="73615"/>
                  </a:cubicBezTo>
                  <a:lnTo>
                    <a:pt x="45479" y="73615"/>
                  </a:lnTo>
                  <a:cubicBezTo>
                    <a:pt x="45503" y="73253"/>
                    <a:pt x="45525" y="72869"/>
                    <a:pt x="45501" y="72508"/>
                  </a:cubicBezTo>
                  <a:close/>
                  <a:moveTo>
                    <a:pt x="41170" y="73553"/>
                  </a:moveTo>
                  <a:lnTo>
                    <a:pt x="41195" y="73578"/>
                  </a:lnTo>
                  <a:lnTo>
                    <a:pt x="41120" y="73777"/>
                  </a:lnTo>
                  <a:lnTo>
                    <a:pt x="41071" y="73752"/>
                  </a:lnTo>
                  <a:lnTo>
                    <a:pt x="41170" y="73553"/>
                  </a:lnTo>
                  <a:close/>
                  <a:moveTo>
                    <a:pt x="40622" y="73205"/>
                  </a:moveTo>
                  <a:cubicBezTo>
                    <a:pt x="40647" y="73254"/>
                    <a:pt x="40672" y="73329"/>
                    <a:pt x="40747" y="73429"/>
                  </a:cubicBezTo>
                  <a:lnTo>
                    <a:pt x="40822" y="73628"/>
                  </a:lnTo>
                  <a:cubicBezTo>
                    <a:pt x="40871" y="73653"/>
                    <a:pt x="40871" y="73702"/>
                    <a:pt x="40896" y="73752"/>
                  </a:cubicBezTo>
                  <a:cubicBezTo>
                    <a:pt x="40896" y="73752"/>
                    <a:pt x="40896" y="73777"/>
                    <a:pt x="40871" y="73777"/>
                  </a:cubicBezTo>
                  <a:lnTo>
                    <a:pt x="40871" y="73802"/>
                  </a:lnTo>
                  <a:cubicBezTo>
                    <a:pt x="40772" y="73653"/>
                    <a:pt x="40697" y="73503"/>
                    <a:pt x="40622" y="73329"/>
                  </a:cubicBezTo>
                  <a:cubicBezTo>
                    <a:pt x="40573" y="73279"/>
                    <a:pt x="40573" y="73254"/>
                    <a:pt x="40548" y="73205"/>
                  </a:cubicBezTo>
                  <a:close/>
                  <a:moveTo>
                    <a:pt x="31562" y="72408"/>
                  </a:moveTo>
                  <a:cubicBezTo>
                    <a:pt x="31239" y="72956"/>
                    <a:pt x="30965" y="73503"/>
                    <a:pt x="30691" y="74051"/>
                  </a:cubicBezTo>
                  <a:cubicBezTo>
                    <a:pt x="29471" y="74001"/>
                    <a:pt x="28351" y="73777"/>
                    <a:pt x="27306" y="73454"/>
                  </a:cubicBezTo>
                  <a:cubicBezTo>
                    <a:pt x="28700" y="72931"/>
                    <a:pt x="30118" y="72557"/>
                    <a:pt x="31562" y="72408"/>
                  </a:cubicBezTo>
                  <a:close/>
                  <a:moveTo>
                    <a:pt x="31861" y="72383"/>
                  </a:moveTo>
                  <a:cubicBezTo>
                    <a:pt x="31562" y="72931"/>
                    <a:pt x="31239" y="73503"/>
                    <a:pt x="30965" y="74051"/>
                  </a:cubicBezTo>
                  <a:lnTo>
                    <a:pt x="30915" y="74051"/>
                  </a:lnTo>
                  <a:cubicBezTo>
                    <a:pt x="31189" y="73503"/>
                    <a:pt x="31487" y="72931"/>
                    <a:pt x="31811" y="72383"/>
                  </a:cubicBezTo>
                  <a:close/>
                  <a:moveTo>
                    <a:pt x="33230" y="72321"/>
                  </a:moveTo>
                  <a:cubicBezTo>
                    <a:pt x="34209" y="72321"/>
                    <a:pt x="35167" y="72414"/>
                    <a:pt x="36092" y="72557"/>
                  </a:cubicBezTo>
                  <a:cubicBezTo>
                    <a:pt x="36565" y="72707"/>
                    <a:pt x="37088" y="72881"/>
                    <a:pt x="37636" y="72956"/>
                  </a:cubicBezTo>
                  <a:lnTo>
                    <a:pt x="37710" y="72956"/>
                  </a:lnTo>
                  <a:cubicBezTo>
                    <a:pt x="37884" y="73006"/>
                    <a:pt x="38034" y="73030"/>
                    <a:pt x="38183" y="73080"/>
                  </a:cubicBezTo>
                  <a:cubicBezTo>
                    <a:pt x="38208" y="73080"/>
                    <a:pt x="38208" y="73080"/>
                    <a:pt x="38258" y="73130"/>
                  </a:cubicBezTo>
                  <a:cubicBezTo>
                    <a:pt x="35945" y="73742"/>
                    <a:pt x="33757" y="74086"/>
                    <a:pt x="31748" y="74086"/>
                  </a:cubicBezTo>
                  <a:cubicBezTo>
                    <a:pt x="31552" y="74086"/>
                    <a:pt x="31357" y="74082"/>
                    <a:pt x="31164" y="74076"/>
                  </a:cubicBezTo>
                  <a:cubicBezTo>
                    <a:pt x="31463" y="73503"/>
                    <a:pt x="31736" y="72931"/>
                    <a:pt x="32060" y="72383"/>
                  </a:cubicBezTo>
                  <a:cubicBezTo>
                    <a:pt x="32234" y="72383"/>
                    <a:pt x="32433" y="72333"/>
                    <a:pt x="32608" y="72333"/>
                  </a:cubicBezTo>
                  <a:cubicBezTo>
                    <a:pt x="32816" y="72325"/>
                    <a:pt x="33023" y="72321"/>
                    <a:pt x="33230" y="72321"/>
                  </a:cubicBezTo>
                  <a:close/>
                  <a:moveTo>
                    <a:pt x="27007" y="73553"/>
                  </a:moveTo>
                  <a:cubicBezTo>
                    <a:pt x="28102" y="73926"/>
                    <a:pt x="29322" y="74151"/>
                    <a:pt x="30591" y="74200"/>
                  </a:cubicBezTo>
                  <a:cubicBezTo>
                    <a:pt x="30591" y="74225"/>
                    <a:pt x="30566" y="74225"/>
                    <a:pt x="30566" y="74275"/>
                  </a:cubicBezTo>
                  <a:cubicBezTo>
                    <a:pt x="29247" y="74175"/>
                    <a:pt x="28003" y="73951"/>
                    <a:pt x="26932" y="73578"/>
                  </a:cubicBezTo>
                  <a:cubicBezTo>
                    <a:pt x="26957" y="73578"/>
                    <a:pt x="26982" y="73578"/>
                    <a:pt x="27007" y="73553"/>
                  </a:cubicBezTo>
                  <a:close/>
                  <a:moveTo>
                    <a:pt x="30840" y="74250"/>
                  </a:moveTo>
                  <a:cubicBezTo>
                    <a:pt x="30840" y="74275"/>
                    <a:pt x="30815" y="74275"/>
                    <a:pt x="30815" y="74300"/>
                  </a:cubicBezTo>
                  <a:lnTo>
                    <a:pt x="30741" y="74300"/>
                  </a:lnTo>
                  <a:cubicBezTo>
                    <a:pt x="30790" y="74275"/>
                    <a:pt x="30790" y="74275"/>
                    <a:pt x="30790" y="74250"/>
                  </a:cubicBezTo>
                  <a:close/>
                  <a:moveTo>
                    <a:pt x="41369" y="73777"/>
                  </a:moveTo>
                  <a:cubicBezTo>
                    <a:pt x="41394" y="73827"/>
                    <a:pt x="41444" y="73902"/>
                    <a:pt x="41519" y="73951"/>
                  </a:cubicBezTo>
                  <a:cubicBezTo>
                    <a:pt x="41618" y="74076"/>
                    <a:pt x="41668" y="74200"/>
                    <a:pt x="41767" y="74300"/>
                  </a:cubicBezTo>
                  <a:cubicBezTo>
                    <a:pt x="41568" y="74200"/>
                    <a:pt x="41419" y="74126"/>
                    <a:pt x="41270" y="74026"/>
                  </a:cubicBezTo>
                  <a:cubicBezTo>
                    <a:pt x="41270" y="74001"/>
                    <a:pt x="41245" y="74001"/>
                    <a:pt x="41245" y="73951"/>
                  </a:cubicBezTo>
                  <a:cubicBezTo>
                    <a:pt x="41270" y="73902"/>
                    <a:pt x="41295" y="73827"/>
                    <a:pt x="41369" y="73777"/>
                  </a:cubicBezTo>
                  <a:close/>
                  <a:moveTo>
                    <a:pt x="37835" y="73404"/>
                  </a:moveTo>
                  <a:lnTo>
                    <a:pt x="37835" y="73404"/>
                  </a:lnTo>
                  <a:cubicBezTo>
                    <a:pt x="37785" y="73429"/>
                    <a:pt x="37760" y="73454"/>
                    <a:pt x="37685" y="73503"/>
                  </a:cubicBezTo>
                  <a:cubicBezTo>
                    <a:pt x="35570" y="74026"/>
                    <a:pt x="33528" y="74325"/>
                    <a:pt x="31662" y="74325"/>
                  </a:cubicBezTo>
                  <a:cubicBezTo>
                    <a:pt x="31438" y="74325"/>
                    <a:pt x="31239" y="74300"/>
                    <a:pt x="31039" y="74300"/>
                  </a:cubicBezTo>
                  <a:cubicBezTo>
                    <a:pt x="31039" y="74275"/>
                    <a:pt x="31064" y="74275"/>
                    <a:pt x="31064" y="74250"/>
                  </a:cubicBezTo>
                  <a:cubicBezTo>
                    <a:pt x="31225" y="74254"/>
                    <a:pt x="31386" y="74256"/>
                    <a:pt x="31548" y="74256"/>
                  </a:cubicBezTo>
                  <a:cubicBezTo>
                    <a:pt x="33503" y="74256"/>
                    <a:pt x="35605" y="73978"/>
                    <a:pt x="37835" y="73404"/>
                  </a:cubicBezTo>
                  <a:close/>
                  <a:moveTo>
                    <a:pt x="46497" y="72806"/>
                  </a:moveTo>
                  <a:cubicBezTo>
                    <a:pt x="46895" y="72956"/>
                    <a:pt x="47293" y="73130"/>
                    <a:pt x="47716" y="73329"/>
                  </a:cubicBezTo>
                  <a:cubicBezTo>
                    <a:pt x="47667" y="73379"/>
                    <a:pt x="47642" y="73379"/>
                    <a:pt x="47617" y="73404"/>
                  </a:cubicBezTo>
                  <a:cubicBezTo>
                    <a:pt x="46995" y="73777"/>
                    <a:pt x="46372" y="74151"/>
                    <a:pt x="45725" y="74499"/>
                  </a:cubicBezTo>
                  <a:cubicBezTo>
                    <a:pt x="45974" y="73902"/>
                    <a:pt x="46223" y="73404"/>
                    <a:pt x="46497" y="72806"/>
                  </a:cubicBezTo>
                  <a:close/>
                  <a:moveTo>
                    <a:pt x="41494" y="73503"/>
                  </a:moveTo>
                  <a:cubicBezTo>
                    <a:pt x="41519" y="73528"/>
                    <a:pt x="41543" y="73553"/>
                    <a:pt x="41543" y="73578"/>
                  </a:cubicBezTo>
                  <a:cubicBezTo>
                    <a:pt x="41743" y="73877"/>
                    <a:pt x="41917" y="74126"/>
                    <a:pt x="42116" y="74399"/>
                  </a:cubicBezTo>
                  <a:cubicBezTo>
                    <a:pt x="42166" y="74499"/>
                    <a:pt x="42191" y="74549"/>
                    <a:pt x="42265" y="74648"/>
                  </a:cubicBezTo>
                  <a:cubicBezTo>
                    <a:pt x="42240" y="74623"/>
                    <a:pt x="42191" y="74574"/>
                    <a:pt x="42141" y="74549"/>
                  </a:cubicBezTo>
                  <a:cubicBezTo>
                    <a:pt x="41942" y="74250"/>
                    <a:pt x="41743" y="73951"/>
                    <a:pt x="41519" y="73653"/>
                  </a:cubicBezTo>
                  <a:cubicBezTo>
                    <a:pt x="41494" y="73628"/>
                    <a:pt x="41494" y="73578"/>
                    <a:pt x="41444" y="73553"/>
                  </a:cubicBezTo>
                  <a:cubicBezTo>
                    <a:pt x="41444" y="73528"/>
                    <a:pt x="41494" y="73528"/>
                    <a:pt x="41494" y="73503"/>
                  </a:cubicBezTo>
                  <a:close/>
                  <a:moveTo>
                    <a:pt x="47916" y="73454"/>
                  </a:moveTo>
                  <a:cubicBezTo>
                    <a:pt x="47866" y="73503"/>
                    <a:pt x="47816" y="73528"/>
                    <a:pt x="47766" y="73553"/>
                  </a:cubicBezTo>
                  <a:cubicBezTo>
                    <a:pt x="47069" y="73951"/>
                    <a:pt x="46372" y="74399"/>
                    <a:pt x="45675" y="74773"/>
                  </a:cubicBezTo>
                  <a:cubicBezTo>
                    <a:pt x="45655" y="74793"/>
                    <a:pt x="45634" y="74797"/>
                    <a:pt x="45600" y="74811"/>
                  </a:cubicBezTo>
                  <a:lnTo>
                    <a:pt x="45600" y="74811"/>
                  </a:lnTo>
                  <a:cubicBezTo>
                    <a:pt x="45601" y="74808"/>
                    <a:pt x="45601" y="74803"/>
                    <a:pt x="45601" y="74798"/>
                  </a:cubicBezTo>
                  <a:lnTo>
                    <a:pt x="45601" y="74773"/>
                  </a:lnTo>
                  <a:cubicBezTo>
                    <a:pt x="45899" y="74574"/>
                    <a:pt x="46223" y="74399"/>
                    <a:pt x="46522" y="74250"/>
                  </a:cubicBezTo>
                  <a:cubicBezTo>
                    <a:pt x="46895" y="74026"/>
                    <a:pt x="47293" y="73802"/>
                    <a:pt x="47667" y="73553"/>
                  </a:cubicBezTo>
                  <a:lnTo>
                    <a:pt x="47866" y="73454"/>
                  </a:lnTo>
                  <a:close/>
                  <a:moveTo>
                    <a:pt x="41519" y="74375"/>
                  </a:moveTo>
                  <a:lnTo>
                    <a:pt x="41519" y="74375"/>
                  </a:lnTo>
                  <a:cubicBezTo>
                    <a:pt x="41668" y="74449"/>
                    <a:pt x="41817" y="74549"/>
                    <a:pt x="41991" y="74673"/>
                  </a:cubicBezTo>
                  <a:cubicBezTo>
                    <a:pt x="42016" y="74748"/>
                    <a:pt x="42041" y="74773"/>
                    <a:pt x="42066" y="74823"/>
                  </a:cubicBezTo>
                  <a:cubicBezTo>
                    <a:pt x="41917" y="74748"/>
                    <a:pt x="41792" y="74623"/>
                    <a:pt x="41643" y="74524"/>
                  </a:cubicBezTo>
                  <a:cubicBezTo>
                    <a:pt x="41568" y="74449"/>
                    <a:pt x="41543" y="74424"/>
                    <a:pt x="41519" y="74375"/>
                  </a:cubicBezTo>
                  <a:close/>
                  <a:moveTo>
                    <a:pt x="45544" y="74860"/>
                  </a:moveTo>
                  <a:cubicBezTo>
                    <a:pt x="45539" y="74867"/>
                    <a:pt x="45534" y="74872"/>
                    <a:pt x="45526" y="74872"/>
                  </a:cubicBezTo>
                  <a:cubicBezTo>
                    <a:pt x="45532" y="74868"/>
                    <a:pt x="45538" y="74864"/>
                    <a:pt x="45544" y="74860"/>
                  </a:cubicBezTo>
                  <a:close/>
                  <a:moveTo>
                    <a:pt x="41519" y="74773"/>
                  </a:moveTo>
                  <a:lnTo>
                    <a:pt x="41693" y="74947"/>
                  </a:lnTo>
                  <a:cubicBezTo>
                    <a:pt x="41743" y="74997"/>
                    <a:pt x="41792" y="75047"/>
                    <a:pt x="41867" y="75071"/>
                  </a:cubicBezTo>
                  <a:lnTo>
                    <a:pt x="41817" y="75121"/>
                  </a:lnTo>
                  <a:cubicBezTo>
                    <a:pt x="41767" y="75047"/>
                    <a:pt x="41743" y="74997"/>
                    <a:pt x="41668" y="74947"/>
                  </a:cubicBezTo>
                  <a:cubicBezTo>
                    <a:pt x="41618" y="74897"/>
                    <a:pt x="41543" y="74823"/>
                    <a:pt x="41519" y="74773"/>
                  </a:cubicBezTo>
                  <a:close/>
                  <a:moveTo>
                    <a:pt x="42415" y="74997"/>
                  </a:moveTo>
                  <a:lnTo>
                    <a:pt x="42415" y="74997"/>
                  </a:lnTo>
                  <a:cubicBezTo>
                    <a:pt x="42440" y="75022"/>
                    <a:pt x="42489" y="75022"/>
                    <a:pt x="42514" y="75047"/>
                  </a:cubicBezTo>
                  <a:cubicBezTo>
                    <a:pt x="42539" y="75071"/>
                    <a:pt x="42564" y="75146"/>
                    <a:pt x="42564" y="75171"/>
                  </a:cubicBezTo>
                  <a:cubicBezTo>
                    <a:pt x="42539" y="75146"/>
                    <a:pt x="42514" y="75146"/>
                    <a:pt x="42489" y="75121"/>
                  </a:cubicBezTo>
                  <a:cubicBezTo>
                    <a:pt x="42440" y="75071"/>
                    <a:pt x="42415" y="75022"/>
                    <a:pt x="42415" y="74997"/>
                  </a:cubicBezTo>
                  <a:close/>
                  <a:moveTo>
                    <a:pt x="45128" y="72433"/>
                  </a:moveTo>
                  <a:cubicBezTo>
                    <a:pt x="45178" y="72433"/>
                    <a:pt x="45252" y="72458"/>
                    <a:pt x="45302" y="72458"/>
                  </a:cubicBezTo>
                  <a:cubicBezTo>
                    <a:pt x="45327" y="73055"/>
                    <a:pt x="45302" y="73653"/>
                    <a:pt x="45202" y="74200"/>
                  </a:cubicBezTo>
                  <a:cubicBezTo>
                    <a:pt x="45078" y="74449"/>
                    <a:pt x="45003" y="74698"/>
                    <a:pt x="44879" y="74997"/>
                  </a:cubicBezTo>
                  <a:cubicBezTo>
                    <a:pt x="44729" y="75022"/>
                    <a:pt x="44605" y="75071"/>
                    <a:pt x="44481" y="75171"/>
                  </a:cubicBezTo>
                  <a:cubicBezTo>
                    <a:pt x="44605" y="74275"/>
                    <a:pt x="44804" y="73379"/>
                    <a:pt x="45103" y="72433"/>
                  </a:cubicBezTo>
                  <a:close/>
                  <a:moveTo>
                    <a:pt x="44729" y="75246"/>
                  </a:moveTo>
                  <a:cubicBezTo>
                    <a:pt x="44729" y="75246"/>
                    <a:pt x="44729" y="75270"/>
                    <a:pt x="44681" y="75271"/>
                  </a:cubicBezTo>
                  <a:lnTo>
                    <a:pt x="44681" y="75271"/>
                  </a:lnTo>
                  <a:cubicBezTo>
                    <a:pt x="44698" y="75262"/>
                    <a:pt x="44714" y="75253"/>
                    <a:pt x="44729" y="75246"/>
                  </a:cubicBezTo>
                  <a:close/>
                  <a:moveTo>
                    <a:pt x="44868" y="72496"/>
                  </a:moveTo>
                  <a:cubicBezTo>
                    <a:pt x="44599" y="73453"/>
                    <a:pt x="44379" y="74386"/>
                    <a:pt x="44257" y="75271"/>
                  </a:cubicBezTo>
                  <a:cubicBezTo>
                    <a:pt x="44232" y="75271"/>
                    <a:pt x="44232" y="75295"/>
                    <a:pt x="44182" y="75295"/>
                  </a:cubicBezTo>
                  <a:cubicBezTo>
                    <a:pt x="44306" y="74399"/>
                    <a:pt x="44530" y="73454"/>
                    <a:pt x="44804" y="72508"/>
                  </a:cubicBezTo>
                  <a:cubicBezTo>
                    <a:pt x="44835" y="72508"/>
                    <a:pt x="44857" y="72508"/>
                    <a:pt x="44868" y="72496"/>
                  </a:cubicBezTo>
                  <a:close/>
                  <a:moveTo>
                    <a:pt x="42198" y="75129"/>
                  </a:moveTo>
                  <a:cubicBezTo>
                    <a:pt x="42249" y="75166"/>
                    <a:pt x="42313" y="75194"/>
                    <a:pt x="42365" y="75246"/>
                  </a:cubicBezTo>
                  <a:cubicBezTo>
                    <a:pt x="42390" y="75271"/>
                    <a:pt x="42390" y="75295"/>
                    <a:pt x="42415" y="75320"/>
                  </a:cubicBezTo>
                  <a:cubicBezTo>
                    <a:pt x="42315" y="75271"/>
                    <a:pt x="42265" y="75246"/>
                    <a:pt x="42240" y="75171"/>
                  </a:cubicBezTo>
                  <a:lnTo>
                    <a:pt x="42198" y="75129"/>
                  </a:lnTo>
                  <a:close/>
                  <a:moveTo>
                    <a:pt x="3161" y="63298"/>
                  </a:moveTo>
                  <a:lnTo>
                    <a:pt x="3161" y="63422"/>
                  </a:lnTo>
                  <a:cubicBezTo>
                    <a:pt x="2664" y="65364"/>
                    <a:pt x="2290" y="67305"/>
                    <a:pt x="2066" y="69147"/>
                  </a:cubicBezTo>
                  <a:cubicBezTo>
                    <a:pt x="1469" y="71263"/>
                    <a:pt x="996" y="73379"/>
                    <a:pt x="697" y="75395"/>
                  </a:cubicBezTo>
                  <a:cubicBezTo>
                    <a:pt x="797" y="74175"/>
                    <a:pt x="946" y="72906"/>
                    <a:pt x="1170" y="71562"/>
                  </a:cubicBezTo>
                  <a:cubicBezTo>
                    <a:pt x="1618" y="68824"/>
                    <a:pt x="2290" y="66061"/>
                    <a:pt x="3161" y="63298"/>
                  </a:cubicBezTo>
                  <a:close/>
                  <a:moveTo>
                    <a:pt x="9683" y="71188"/>
                  </a:moveTo>
                  <a:cubicBezTo>
                    <a:pt x="9708" y="71263"/>
                    <a:pt x="9708" y="71313"/>
                    <a:pt x="9757" y="71388"/>
                  </a:cubicBezTo>
                  <a:cubicBezTo>
                    <a:pt x="9807" y="71587"/>
                    <a:pt x="9882" y="71786"/>
                    <a:pt x="9932" y="71960"/>
                  </a:cubicBezTo>
                  <a:cubicBezTo>
                    <a:pt x="9957" y="72060"/>
                    <a:pt x="10006" y="72159"/>
                    <a:pt x="10031" y="72209"/>
                  </a:cubicBezTo>
                  <a:cubicBezTo>
                    <a:pt x="10056" y="72309"/>
                    <a:pt x="10081" y="72408"/>
                    <a:pt x="10131" y="72458"/>
                  </a:cubicBezTo>
                  <a:cubicBezTo>
                    <a:pt x="10181" y="72657"/>
                    <a:pt x="10280" y="72831"/>
                    <a:pt x="10330" y="73030"/>
                  </a:cubicBezTo>
                  <a:cubicBezTo>
                    <a:pt x="10380" y="73130"/>
                    <a:pt x="10430" y="73254"/>
                    <a:pt x="10454" y="73329"/>
                  </a:cubicBezTo>
                  <a:cubicBezTo>
                    <a:pt x="10454" y="73379"/>
                    <a:pt x="10504" y="73404"/>
                    <a:pt x="10504" y="73429"/>
                  </a:cubicBezTo>
                  <a:cubicBezTo>
                    <a:pt x="10529" y="73528"/>
                    <a:pt x="10579" y="73578"/>
                    <a:pt x="10629" y="73678"/>
                  </a:cubicBezTo>
                  <a:lnTo>
                    <a:pt x="10902" y="74250"/>
                  </a:lnTo>
                  <a:lnTo>
                    <a:pt x="11002" y="74424"/>
                  </a:lnTo>
                  <a:cubicBezTo>
                    <a:pt x="11052" y="74549"/>
                    <a:pt x="11126" y="74648"/>
                    <a:pt x="11176" y="74773"/>
                  </a:cubicBezTo>
                  <a:cubicBezTo>
                    <a:pt x="11251" y="74897"/>
                    <a:pt x="11326" y="75022"/>
                    <a:pt x="11400" y="75121"/>
                  </a:cubicBezTo>
                  <a:cubicBezTo>
                    <a:pt x="11450" y="75196"/>
                    <a:pt x="11525" y="75320"/>
                    <a:pt x="11624" y="75420"/>
                  </a:cubicBezTo>
                  <a:lnTo>
                    <a:pt x="11649" y="75445"/>
                  </a:lnTo>
                  <a:cubicBezTo>
                    <a:pt x="10380" y="74549"/>
                    <a:pt x="9210" y="73553"/>
                    <a:pt x="8164" y="72508"/>
                  </a:cubicBezTo>
                  <a:cubicBezTo>
                    <a:pt x="8214" y="72508"/>
                    <a:pt x="8264" y="72408"/>
                    <a:pt x="8289" y="72309"/>
                  </a:cubicBezTo>
                  <a:cubicBezTo>
                    <a:pt x="8388" y="72209"/>
                    <a:pt x="8463" y="72159"/>
                    <a:pt x="8563" y="72060"/>
                  </a:cubicBezTo>
                  <a:cubicBezTo>
                    <a:pt x="8687" y="71960"/>
                    <a:pt x="8812" y="71885"/>
                    <a:pt x="8936" y="71736"/>
                  </a:cubicBezTo>
                  <a:cubicBezTo>
                    <a:pt x="9085" y="71612"/>
                    <a:pt x="9210" y="71537"/>
                    <a:pt x="9384" y="71413"/>
                  </a:cubicBezTo>
                  <a:cubicBezTo>
                    <a:pt x="9459" y="71338"/>
                    <a:pt x="9558" y="71263"/>
                    <a:pt x="9683" y="71188"/>
                  </a:cubicBezTo>
                  <a:close/>
                  <a:moveTo>
                    <a:pt x="44680" y="75271"/>
                  </a:moveTo>
                  <a:lnTo>
                    <a:pt x="44680" y="75295"/>
                  </a:lnTo>
                  <a:lnTo>
                    <a:pt x="44406" y="75495"/>
                  </a:lnTo>
                  <a:lnTo>
                    <a:pt x="44406" y="75445"/>
                  </a:lnTo>
                  <a:lnTo>
                    <a:pt x="44406" y="75420"/>
                  </a:lnTo>
                  <a:cubicBezTo>
                    <a:pt x="44489" y="75378"/>
                    <a:pt x="44591" y="75319"/>
                    <a:pt x="44680" y="75271"/>
                  </a:cubicBezTo>
                  <a:close/>
                  <a:moveTo>
                    <a:pt x="41917" y="75271"/>
                  </a:moveTo>
                  <a:cubicBezTo>
                    <a:pt x="42016" y="75271"/>
                    <a:pt x="42041" y="75295"/>
                    <a:pt x="42066" y="75370"/>
                  </a:cubicBezTo>
                  <a:cubicBezTo>
                    <a:pt x="42116" y="75395"/>
                    <a:pt x="42116" y="75395"/>
                    <a:pt x="42116" y="75420"/>
                  </a:cubicBezTo>
                  <a:cubicBezTo>
                    <a:pt x="42166" y="75470"/>
                    <a:pt x="42191" y="75544"/>
                    <a:pt x="42265" y="75619"/>
                  </a:cubicBezTo>
                  <a:cubicBezTo>
                    <a:pt x="42191" y="75569"/>
                    <a:pt x="42166" y="75520"/>
                    <a:pt x="42116" y="75445"/>
                  </a:cubicBezTo>
                  <a:lnTo>
                    <a:pt x="42041" y="75395"/>
                  </a:lnTo>
                  <a:lnTo>
                    <a:pt x="41917" y="75271"/>
                  </a:lnTo>
                  <a:close/>
                  <a:moveTo>
                    <a:pt x="44232" y="75520"/>
                  </a:moveTo>
                  <a:lnTo>
                    <a:pt x="44232" y="75544"/>
                  </a:lnTo>
                  <a:lnTo>
                    <a:pt x="44232" y="75569"/>
                  </a:lnTo>
                  <a:cubicBezTo>
                    <a:pt x="44182" y="75569"/>
                    <a:pt x="44157" y="75619"/>
                    <a:pt x="44157" y="75619"/>
                  </a:cubicBezTo>
                  <a:lnTo>
                    <a:pt x="44157" y="75569"/>
                  </a:lnTo>
                  <a:lnTo>
                    <a:pt x="44157" y="75544"/>
                  </a:lnTo>
                  <a:cubicBezTo>
                    <a:pt x="44182" y="75544"/>
                    <a:pt x="44182" y="75520"/>
                    <a:pt x="44232" y="75520"/>
                  </a:cubicBezTo>
                  <a:close/>
                  <a:moveTo>
                    <a:pt x="44630" y="72533"/>
                  </a:moveTo>
                  <a:cubicBezTo>
                    <a:pt x="44331" y="73528"/>
                    <a:pt x="44132" y="74449"/>
                    <a:pt x="44008" y="75395"/>
                  </a:cubicBezTo>
                  <a:cubicBezTo>
                    <a:pt x="43858" y="75495"/>
                    <a:pt x="43684" y="75569"/>
                    <a:pt x="43535" y="75644"/>
                  </a:cubicBezTo>
                  <a:cubicBezTo>
                    <a:pt x="43261" y="75395"/>
                    <a:pt x="42987" y="75171"/>
                    <a:pt x="42664" y="74922"/>
                  </a:cubicBezTo>
                  <a:cubicBezTo>
                    <a:pt x="42614" y="74823"/>
                    <a:pt x="42564" y="74773"/>
                    <a:pt x="42514" y="74673"/>
                  </a:cubicBezTo>
                  <a:cubicBezTo>
                    <a:pt x="42440" y="74549"/>
                    <a:pt x="42365" y="74449"/>
                    <a:pt x="42290" y="74325"/>
                  </a:cubicBezTo>
                  <a:lnTo>
                    <a:pt x="41743" y="73503"/>
                  </a:lnTo>
                  <a:cubicBezTo>
                    <a:pt x="41668" y="73429"/>
                    <a:pt x="41643" y="73379"/>
                    <a:pt x="41593" y="73304"/>
                  </a:cubicBezTo>
                  <a:cubicBezTo>
                    <a:pt x="41668" y="73205"/>
                    <a:pt x="41693" y="73130"/>
                    <a:pt x="41767" y="73055"/>
                  </a:cubicBezTo>
                  <a:cubicBezTo>
                    <a:pt x="42688" y="72956"/>
                    <a:pt x="43659" y="72782"/>
                    <a:pt x="44630" y="72533"/>
                  </a:cubicBezTo>
                  <a:close/>
                  <a:moveTo>
                    <a:pt x="42688" y="75520"/>
                  </a:moveTo>
                  <a:lnTo>
                    <a:pt x="42788" y="75619"/>
                  </a:lnTo>
                  <a:cubicBezTo>
                    <a:pt x="42805" y="75636"/>
                    <a:pt x="42822" y="75664"/>
                    <a:pt x="42831" y="75696"/>
                  </a:cubicBezTo>
                  <a:lnTo>
                    <a:pt x="42831" y="75696"/>
                  </a:lnTo>
                  <a:cubicBezTo>
                    <a:pt x="42818" y="75687"/>
                    <a:pt x="42800" y="75681"/>
                    <a:pt x="42788" y="75669"/>
                  </a:cubicBezTo>
                  <a:cubicBezTo>
                    <a:pt x="42763" y="75619"/>
                    <a:pt x="42738" y="75569"/>
                    <a:pt x="42688" y="75520"/>
                  </a:cubicBezTo>
                  <a:close/>
                  <a:moveTo>
                    <a:pt x="57075" y="67206"/>
                  </a:moveTo>
                  <a:cubicBezTo>
                    <a:pt x="57100" y="67231"/>
                    <a:pt x="57125" y="67256"/>
                    <a:pt x="57200" y="67305"/>
                  </a:cubicBezTo>
                  <a:cubicBezTo>
                    <a:pt x="57324" y="67355"/>
                    <a:pt x="57424" y="67455"/>
                    <a:pt x="57548" y="67530"/>
                  </a:cubicBezTo>
                  <a:cubicBezTo>
                    <a:pt x="57623" y="67579"/>
                    <a:pt x="57723" y="67654"/>
                    <a:pt x="57822" y="67729"/>
                  </a:cubicBezTo>
                  <a:cubicBezTo>
                    <a:pt x="57922" y="67803"/>
                    <a:pt x="57972" y="67853"/>
                    <a:pt x="58071" y="67928"/>
                  </a:cubicBezTo>
                  <a:cubicBezTo>
                    <a:pt x="58196" y="68002"/>
                    <a:pt x="58320" y="68102"/>
                    <a:pt x="58469" y="68226"/>
                  </a:cubicBezTo>
                  <a:cubicBezTo>
                    <a:pt x="58494" y="68251"/>
                    <a:pt x="58544" y="68301"/>
                    <a:pt x="58594" y="68326"/>
                  </a:cubicBezTo>
                  <a:cubicBezTo>
                    <a:pt x="59440" y="68998"/>
                    <a:pt x="60361" y="69819"/>
                    <a:pt x="61307" y="70765"/>
                  </a:cubicBezTo>
                  <a:cubicBezTo>
                    <a:pt x="61431" y="70890"/>
                    <a:pt x="61556" y="70964"/>
                    <a:pt x="61680" y="71089"/>
                  </a:cubicBezTo>
                  <a:lnTo>
                    <a:pt x="61879" y="71313"/>
                  </a:lnTo>
                  <a:lnTo>
                    <a:pt x="62303" y="71711"/>
                  </a:lnTo>
                  <a:cubicBezTo>
                    <a:pt x="62128" y="71811"/>
                    <a:pt x="61979" y="71935"/>
                    <a:pt x="61830" y="72035"/>
                  </a:cubicBezTo>
                  <a:cubicBezTo>
                    <a:pt x="61705" y="72134"/>
                    <a:pt x="61581" y="72184"/>
                    <a:pt x="61456" y="72284"/>
                  </a:cubicBezTo>
                  <a:cubicBezTo>
                    <a:pt x="61257" y="72408"/>
                    <a:pt x="61083" y="72533"/>
                    <a:pt x="60859" y="72657"/>
                  </a:cubicBezTo>
                  <a:lnTo>
                    <a:pt x="60585" y="72831"/>
                  </a:lnTo>
                  <a:cubicBezTo>
                    <a:pt x="60560" y="72856"/>
                    <a:pt x="60535" y="72906"/>
                    <a:pt x="60461" y="72906"/>
                  </a:cubicBezTo>
                  <a:cubicBezTo>
                    <a:pt x="60286" y="73030"/>
                    <a:pt x="60087" y="73105"/>
                    <a:pt x="59913" y="73230"/>
                  </a:cubicBezTo>
                  <a:cubicBezTo>
                    <a:pt x="59814" y="73304"/>
                    <a:pt x="59714" y="73354"/>
                    <a:pt x="59614" y="73404"/>
                  </a:cubicBezTo>
                  <a:cubicBezTo>
                    <a:pt x="59589" y="73429"/>
                    <a:pt x="59540" y="73454"/>
                    <a:pt x="59490" y="73478"/>
                  </a:cubicBezTo>
                  <a:cubicBezTo>
                    <a:pt x="59341" y="73578"/>
                    <a:pt x="59166" y="73678"/>
                    <a:pt x="58992" y="73777"/>
                  </a:cubicBezTo>
                  <a:cubicBezTo>
                    <a:pt x="58942" y="73802"/>
                    <a:pt x="58843" y="73877"/>
                    <a:pt x="58793" y="73902"/>
                  </a:cubicBezTo>
                  <a:cubicBezTo>
                    <a:pt x="58718" y="73926"/>
                    <a:pt x="58619" y="74001"/>
                    <a:pt x="58569" y="74026"/>
                  </a:cubicBezTo>
                  <a:cubicBezTo>
                    <a:pt x="58420" y="74126"/>
                    <a:pt x="58245" y="74175"/>
                    <a:pt x="58096" y="74275"/>
                  </a:cubicBezTo>
                  <a:cubicBezTo>
                    <a:pt x="57947" y="74375"/>
                    <a:pt x="57797" y="74424"/>
                    <a:pt x="57623" y="74524"/>
                  </a:cubicBezTo>
                  <a:cubicBezTo>
                    <a:pt x="57474" y="74574"/>
                    <a:pt x="57349" y="74673"/>
                    <a:pt x="57200" y="74748"/>
                  </a:cubicBezTo>
                  <a:cubicBezTo>
                    <a:pt x="57175" y="74773"/>
                    <a:pt x="57125" y="74773"/>
                    <a:pt x="57100" y="74798"/>
                  </a:cubicBezTo>
                  <a:cubicBezTo>
                    <a:pt x="56976" y="74847"/>
                    <a:pt x="56827" y="74922"/>
                    <a:pt x="56702" y="74997"/>
                  </a:cubicBezTo>
                  <a:cubicBezTo>
                    <a:pt x="56578" y="75047"/>
                    <a:pt x="56428" y="75121"/>
                    <a:pt x="56304" y="75171"/>
                  </a:cubicBezTo>
                  <a:cubicBezTo>
                    <a:pt x="56105" y="75271"/>
                    <a:pt x="55955" y="75320"/>
                    <a:pt x="55756" y="75420"/>
                  </a:cubicBezTo>
                  <a:cubicBezTo>
                    <a:pt x="55632" y="75470"/>
                    <a:pt x="55507" y="75520"/>
                    <a:pt x="55383" y="75569"/>
                  </a:cubicBezTo>
                  <a:cubicBezTo>
                    <a:pt x="55258" y="75644"/>
                    <a:pt x="55134" y="75669"/>
                    <a:pt x="55059" y="75744"/>
                  </a:cubicBezTo>
                  <a:cubicBezTo>
                    <a:pt x="54686" y="74872"/>
                    <a:pt x="54313" y="74051"/>
                    <a:pt x="53989" y="73304"/>
                  </a:cubicBezTo>
                  <a:cubicBezTo>
                    <a:pt x="53964" y="73205"/>
                    <a:pt x="53889" y="73130"/>
                    <a:pt x="53865" y="73030"/>
                  </a:cubicBezTo>
                  <a:cubicBezTo>
                    <a:pt x="53740" y="72757"/>
                    <a:pt x="53641" y="72458"/>
                    <a:pt x="53566" y="72184"/>
                  </a:cubicBezTo>
                  <a:cubicBezTo>
                    <a:pt x="53491" y="72010"/>
                    <a:pt x="53392" y="71811"/>
                    <a:pt x="53342" y="71637"/>
                  </a:cubicBezTo>
                  <a:lnTo>
                    <a:pt x="53143" y="70964"/>
                  </a:lnTo>
                  <a:cubicBezTo>
                    <a:pt x="53093" y="70790"/>
                    <a:pt x="53018" y="70566"/>
                    <a:pt x="52968" y="70392"/>
                  </a:cubicBezTo>
                  <a:cubicBezTo>
                    <a:pt x="53441" y="70043"/>
                    <a:pt x="53889" y="69695"/>
                    <a:pt x="54337" y="69347"/>
                  </a:cubicBezTo>
                  <a:lnTo>
                    <a:pt x="54711" y="69073"/>
                  </a:lnTo>
                  <a:cubicBezTo>
                    <a:pt x="54761" y="69023"/>
                    <a:pt x="54835" y="68973"/>
                    <a:pt x="54935" y="68923"/>
                  </a:cubicBezTo>
                  <a:lnTo>
                    <a:pt x="55383" y="68550"/>
                  </a:lnTo>
                  <a:cubicBezTo>
                    <a:pt x="55607" y="68401"/>
                    <a:pt x="55831" y="68202"/>
                    <a:pt x="56005" y="68052"/>
                  </a:cubicBezTo>
                  <a:cubicBezTo>
                    <a:pt x="56179" y="67928"/>
                    <a:pt x="56354" y="67803"/>
                    <a:pt x="56503" y="67654"/>
                  </a:cubicBezTo>
                  <a:cubicBezTo>
                    <a:pt x="56603" y="67554"/>
                    <a:pt x="56702" y="67480"/>
                    <a:pt x="56827" y="67380"/>
                  </a:cubicBezTo>
                  <a:cubicBezTo>
                    <a:pt x="56926" y="67330"/>
                    <a:pt x="56976" y="67256"/>
                    <a:pt x="57075" y="67206"/>
                  </a:cubicBezTo>
                  <a:close/>
                  <a:moveTo>
                    <a:pt x="42912" y="75320"/>
                  </a:moveTo>
                  <a:lnTo>
                    <a:pt x="43385" y="75694"/>
                  </a:lnTo>
                  <a:cubicBezTo>
                    <a:pt x="43360" y="75768"/>
                    <a:pt x="43311" y="75768"/>
                    <a:pt x="43311" y="75768"/>
                  </a:cubicBezTo>
                  <a:cubicBezTo>
                    <a:pt x="43186" y="75669"/>
                    <a:pt x="43112" y="75569"/>
                    <a:pt x="42987" y="75495"/>
                  </a:cubicBezTo>
                  <a:cubicBezTo>
                    <a:pt x="42937" y="75420"/>
                    <a:pt x="42912" y="75395"/>
                    <a:pt x="42912" y="75320"/>
                  </a:cubicBezTo>
                  <a:close/>
                  <a:moveTo>
                    <a:pt x="52844" y="70516"/>
                  </a:moveTo>
                  <a:cubicBezTo>
                    <a:pt x="52869" y="70641"/>
                    <a:pt x="52944" y="70790"/>
                    <a:pt x="52968" y="70915"/>
                  </a:cubicBezTo>
                  <a:cubicBezTo>
                    <a:pt x="53018" y="71164"/>
                    <a:pt x="53093" y="71388"/>
                    <a:pt x="53192" y="71661"/>
                  </a:cubicBezTo>
                  <a:cubicBezTo>
                    <a:pt x="53217" y="71786"/>
                    <a:pt x="53267" y="71935"/>
                    <a:pt x="53342" y="72060"/>
                  </a:cubicBezTo>
                  <a:cubicBezTo>
                    <a:pt x="53740" y="73205"/>
                    <a:pt x="54263" y="74449"/>
                    <a:pt x="54885" y="75793"/>
                  </a:cubicBezTo>
                  <a:lnTo>
                    <a:pt x="54835" y="75793"/>
                  </a:lnTo>
                  <a:cubicBezTo>
                    <a:pt x="54437" y="74922"/>
                    <a:pt x="54064" y="74126"/>
                    <a:pt x="53740" y="73329"/>
                  </a:cubicBezTo>
                  <a:cubicBezTo>
                    <a:pt x="53715" y="73279"/>
                    <a:pt x="53690" y="73180"/>
                    <a:pt x="53641" y="73130"/>
                  </a:cubicBezTo>
                  <a:cubicBezTo>
                    <a:pt x="53516" y="72806"/>
                    <a:pt x="53441" y="72533"/>
                    <a:pt x="53317" y="72259"/>
                  </a:cubicBezTo>
                  <a:cubicBezTo>
                    <a:pt x="53242" y="72060"/>
                    <a:pt x="53143" y="71885"/>
                    <a:pt x="53118" y="71686"/>
                  </a:cubicBezTo>
                  <a:cubicBezTo>
                    <a:pt x="53068" y="71462"/>
                    <a:pt x="52993" y="71263"/>
                    <a:pt x="52944" y="71064"/>
                  </a:cubicBezTo>
                  <a:cubicBezTo>
                    <a:pt x="52869" y="70890"/>
                    <a:pt x="52819" y="70691"/>
                    <a:pt x="52769" y="70541"/>
                  </a:cubicBezTo>
                  <a:lnTo>
                    <a:pt x="52844" y="70516"/>
                  </a:lnTo>
                  <a:close/>
                  <a:moveTo>
                    <a:pt x="43983" y="75669"/>
                  </a:moveTo>
                  <a:lnTo>
                    <a:pt x="43983" y="75694"/>
                  </a:lnTo>
                  <a:lnTo>
                    <a:pt x="43983" y="75744"/>
                  </a:lnTo>
                  <a:cubicBezTo>
                    <a:pt x="43883" y="75768"/>
                    <a:pt x="43809" y="75793"/>
                    <a:pt x="43759" y="75818"/>
                  </a:cubicBezTo>
                  <a:lnTo>
                    <a:pt x="43734" y="75793"/>
                  </a:lnTo>
                  <a:cubicBezTo>
                    <a:pt x="43809" y="75768"/>
                    <a:pt x="43883" y="75694"/>
                    <a:pt x="43983" y="75669"/>
                  </a:cubicBezTo>
                  <a:close/>
                  <a:moveTo>
                    <a:pt x="62477" y="71836"/>
                  </a:moveTo>
                  <a:lnTo>
                    <a:pt x="62527" y="71885"/>
                  </a:lnTo>
                  <a:lnTo>
                    <a:pt x="62552" y="71910"/>
                  </a:lnTo>
                  <a:cubicBezTo>
                    <a:pt x="62427" y="72010"/>
                    <a:pt x="62328" y="72060"/>
                    <a:pt x="62203" y="72159"/>
                  </a:cubicBezTo>
                  <a:cubicBezTo>
                    <a:pt x="62054" y="72284"/>
                    <a:pt x="61855" y="72358"/>
                    <a:pt x="61705" y="72508"/>
                  </a:cubicBezTo>
                  <a:cubicBezTo>
                    <a:pt x="61581" y="72582"/>
                    <a:pt x="61431" y="72682"/>
                    <a:pt x="61307" y="72782"/>
                  </a:cubicBezTo>
                  <a:lnTo>
                    <a:pt x="60734" y="73155"/>
                  </a:lnTo>
                  <a:cubicBezTo>
                    <a:pt x="60660" y="73205"/>
                    <a:pt x="60535" y="73279"/>
                    <a:pt x="60436" y="73329"/>
                  </a:cubicBezTo>
                  <a:cubicBezTo>
                    <a:pt x="60311" y="73404"/>
                    <a:pt x="60187" y="73478"/>
                    <a:pt x="60062" y="73553"/>
                  </a:cubicBezTo>
                  <a:lnTo>
                    <a:pt x="59789" y="73727"/>
                  </a:lnTo>
                  <a:cubicBezTo>
                    <a:pt x="59689" y="73777"/>
                    <a:pt x="59614" y="73827"/>
                    <a:pt x="59540" y="73852"/>
                  </a:cubicBezTo>
                  <a:cubicBezTo>
                    <a:pt x="59291" y="74026"/>
                    <a:pt x="59042" y="74151"/>
                    <a:pt x="58818" y="74275"/>
                  </a:cubicBezTo>
                  <a:lnTo>
                    <a:pt x="58619" y="74375"/>
                  </a:lnTo>
                  <a:cubicBezTo>
                    <a:pt x="58594" y="74375"/>
                    <a:pt x="58594" y="74399"/>
                    <a:pt x="58569" y="74399"/>
                  </a:cubicBezTo>
                  <a:cubicBezTo>
                    <a:pt x="58494" y="74424"/>
                    <a:pt x="58469" y="74449"/>
                    <a:pt x="58420" y="74499"/>
                  </a:cubicBezTo>
                  <a:lnTo>
                    <a:pt x="58046" y="74673"/>
                  </a:lnTo>
                  <a:lnTo>
                    <a:pt x="57847" y="74773"/>
                  </a:lnTo>
                  <a:cubicBezTo>
                    <a:pt x="57797" y="74798"/>
                    <a:pt x="57748" y="74823"/>
                    <a:pt x="57698" y="74823"/>
                  </a:cubicBezTo>
                  <a:cubicBezTo>
                    <a:pt x="57449" y="74947"/>
                    <a:pt x="57175" y="75071"/>
                    <a:pt x="56926" y="75196"/>
                  </a:cubicBezTo>
                  <a:cubicBezTo>
                    <a:pt x="56926" y="75196"/>
                    <a:pt x="56876" y="75196"/>
                    <a:pt x="56876" y="75221"/>
                  </a:cubicBezTo>
                  <a:cubicBezTo>
                    <a:pt x="56354" y="75470"/>
                    <a:pt x="55831" y="75694"/>
                    <a:pt x="55333" y="75918"/>
                  </a:cubicBezTo>
                  <a:cubicBezTo>
                    <a:pt x="55209" y="75893"/>
                    <a:pt x="55184" y="75893"/>
                    <a:pt x="55184" y="75893"/>
                  </a:cubicBezTo>
                  <a:cubicBezTo>
                    <a:pt x="55184" y="75893"/>
                    <a:pt x="55184" y="75868"/>
                    <a:pt x="55134" y="75868"/>
                  </a:cubicBezTo>
                  <a:lnTo>
                    <a:pt x="55134" y="75818"/>
                  </a:lnTo>
                  <a:cubicBezTo>
                    <a:pt x="55308" y="75768"/>
                    <a:pt x="55458" y="75694"/>
                    <a:pt x="55632" y="75644"/>
                  </a:cubicBezTo>
                  <a:cubicBezTo>
                    <a:pt x="55731" y="75619"/>
                    <a:pt x="55806" y="75569"/>
                    <a:pt x="55881" y="75544"/>
                  </a:cubicBezTo>
                  <a:cubicBezTo>
                    <a:pt x="55931" y="75544"/>
                    <a:pt x="55955" y="75520"/>
                    <a:pt x="55980" y="75495"/>
                  </a:cubicBezTo>
                  <a:cubicBezTo>
                    <a:pt x="56055" y="75445"/>
                    <a:pt x="56130" y="75420"/>
                    <a:pt x="56204" y="75395"/>
                  </a:cubicBezTo>
                  <a:cubicBezTo>
                    <a:pt x="56229" y="75395"/>
                    <a:pt x="56254" y="75370"/>
                    <a:pt x="56304" y="75370"/>
                  </a:cubicBezTo>
                  <a:lnTo>
                    <a:pt x="56478" y="75271"/>
                  </a:lnTo>
                  <a:lnTo>
                    <a:pt x="56503" y="75271"/>
                  </a:lnTo>
                  <a:cubicBezTo>
                    <a:pt x="56603" y="75246"/>
                    <a:pt x="56702" y="75171"/>
                    <a:pt x="56827" y="75146"/>
                  </a:cubicBezTo>
                  <a:cubicBezTo>
                    <a:pt x="56876" y="75121"/>
                    <a:pt x="56926" y="75121"/>
                    <a:pt x="56976" y="75071"/>
                  </a:cubicBezTo>
                  <a:cubicBezTo>
                    <a:pt x="57075" y="75047"/>
                    <a:pt x="57125" y="74997"/>
                    <a:pt x="57225" y="74947"/>
                  </a:cubicBezTo>
                  <a:cubicBezTo>
                    <a:pt x="57250" y="74922"/>
                    <a:pt x="57324" y="74922"/>
                    <a:pt x="57349" y="74897"/>
                  </a:cubicBezTo>
                  <a:cubicBezTo>
                    <a:pt x="57374" y="74897"/>
                    <a:pt x="57374" y="74872"/>
                    <a:pt x="57424" y="74872"/>
                  </a:cubicBezTo>
                  <a:lnTo>
                    <a:pt x="57449" y="74872"/>
                  </a:lnTo>
                  <a:lnTo>
                    <a:pt x="57822" y="74673"/>
                  </a:lnTo>
                  <a:cubicBezTo>
                    <a:pt x="57972" y="74574"/>
                    <a:pt x="58121" y="74524"/>
                    <a:pt x="58320" y="74424"/>
                  </a:cubicBezTo>
                  <a:lnTo>
                    <a:pt x="58345" y="74424"/>
                  </a:lnTo>
                  <a:cubicBezTo>
                    <a:pt x="58494" y="74325"/>
                    <a:pt x="58669" y="74275"/>
                    <a:pt x="58818" y="74175"/>
                  </a:cubicBezTo>
                  <a:cubicBezTo>
                    <a:pt x="58942" y="74126"/>
                    <a:pt x="59067" y="74051"/>
                    <a:pt x="59191" y="73951"/>
                  </a:cubicBezTo>
                  <a:cubicBezTo>
                    <a:pt x="59191" y="73951"/>
                    <a:pt x="59216" y="73951"/>
                    <a:pt x="59216" y="73926"/>
                  </a:cubicBezTo>
                  <a:lnTo>
                    <a:pt x="59241" y="73926"/>
                  </a:lnTo>
                  <a:cubicBezTo>
                    <a:pt x="59440" y="73827"/>
                    <a:pt x="59614" y="73752"/>
                    <a:pt x="59789" y="73628"/>
                  </a:cubicBezTo>
                  <a:cubicBezTo>
                    <a:pt x="59838" y="73578"/>
                    <a:pt x="59913" y="73553"/>
                    <a:pt x="59963" y="73503"/>
                  </a:cubicBezTo>
                  <a:cubicBezTo>
                    <a:pt x="60038" y="73454"/>
                    <a:pt x="60062" y="73429"/>
                    <a:pt x="60112" y="73404"/>
                  </a:cubicBezTo>
                  <a:cubicBezTo>
                    <a:pt x="60336" y="73279"/>
                    <a:pt x="60535" y="73155"/>
                    <a:pt x="60734" y="73030"/>
                  </a:cubicBezTo>
                  <a:cubicBezTo>
                    <a:pt x="60784" y="73006"/>
                    <a:pt x="60809" y="73006"/>
                    <a:pt x="60834" y="72956"/>
                  </a:cubicBezTo>
                  <a:cubicBezTo>
                    <a:pt x="60859" y="72931"/>
                    <a:pt x="60934" y="72906"/>
                    <a:pt x="60959" y="72881"/>
                  </a:cubicBezTo>
                  <a:cubicBezTo>
                    <a:pt x="60959" y="72881"/>
                    <a:pt x="60983" y="72881"/>
                    <a:pt x="60983" y="72831"/>
                  </a:cubicBezTo>
                  <a:cubicBezTo>
                    <a:pt x="61207" y="72682"/>
                    <a:pt x="61456" y="72533"/>
                    <a:pt x="61680" y="72383"/>
                  </a:cubicBezTo>
                  <a:cubicBezTo>
                    <a:pt x="61705" y="72383"/>
                    <a:pt x="61705" y="72333"/>
                    <a:pt x="61730" y="72333"/>
                  </a:cubicBezTo>
                  <a:cubicBezTo>
                    <a:pt x="61780" y="72309"/>
                    <a:pt x="61830" y="72284"/>
                    <a:pt x="61855" y="72259"/>
                  </a:cubicBezTo>
                  <a:cubicBezTo>
                    <a:pt x="62079" y="72134"/>
                    <a:pt x="62278" y="71960"/>
                    <a:pt x="62477" y="71836"/>
                  </a:cubicBezTo>
                  <a:close/>
                  <a:moveTo>
                    <a:pt x="43535" y="75893"/>
                  </a:moveTo>
                  <a:lnTo>
                    <a:pt x="43560" y="75918"/>
                  </a:lnTo>
                  <a:lnTo>
                    <a:pt x="43609" y="75943"/>
                  </a:lnTo>
                  <a:cubicBezTo>
                    <a:pt x="43560" y="75943"/>
                    <a:pt x="43560" y="75992"/>
                    <a:pt x="43535" y="75992"/>
                  </a:cubicBezTo>
                  <a:lnTo>
                    <a:pt x="43485" y="75918"/>
                  </a:lnTo>
                  <a:cubicBezTo>
                    <a:pt x="43510" y="75918"/>
                    <a:pt x="43510" y="75893"/>
                    <a:pt x="43535" y="75893"/>
                  </a:cubicBezTo>
                  <a:close/>
                  <a:moveTo>
                    <a:pt x="54960" y="75943"/>
                  </a:moveTo>
                  <a:lnTo>
                    <a:pt x="54960" y="75992"/>
                  </a:lnTo>
                  <a:cubicBezTo>
                    <a:pt x="54972" y="75968"/>
                    <a:pt x="54978" y="75955"/>
                    <a:pt x="54982" y="75955"/>
                  </a:cubicBezTo>
                  <a:cubicBezTo>
                    <a:pt x="54985" y="75955"/>
                    <a:pt x="54985" y="75968"/>
                    <a:pt x="54985" y="75992"/>
                  </a:cubicBezTo>
                  <a:cubicBezTo>
                    <a:pt x="54960" y="75992"/>
                    <a:pt x="54960" y="76017"/>
                    <a:pt x="54935" y="76017"/>
                  </a:cubicBezTo>
                  <a:cubicBezTo>
                    <a:pt x="54935" y="76017"/>
                    <a:pt x="54935" y="75992"/>
                    <a:pt x="54885" y="75992"/>
                  </a:cubicBezTo>
                  <a:lnTo>
                    <a:pt x="54885" y="75943"/>
                  </a:lnTo>
                  <a:close/>
                  <a:moveTo>
                    <a:pt x="9832" y="71064"/>
                  </a:moveTo>
                  <a:cubicBezTo>
                    <a:pt x="9932" y="71288"/>
                    <a:pt x="10006" y="71512"/>
                    <a:pt x="10056" y="71711"/>
                  </a:cubicBezTo>
                  <a:cubicBezTo>
                    <a:pt x="10081" y="71786"/>
                    <a:pt x="10131" y="71836"/>
                    <a:pt x="10131" y="71935"/>
                  </a:cubicBezTo>
                  <a:cubicBezTo>
                    <a:pt x="10156" y="71985"/>
                    <a:pt x="10156" y="72060"/>
                    <a:pt x="10181" y="72085"/>
                  </a:cubicBezTo>
                  <a:cubicBezTo>
                    <a:pt x="10206" y="72159"/>
                    <a:pt x="10206" y="72209"/>
                    <a:pt x="10255" y="72284"/>
                  </a:cubicBezTo>
                  <a:lnTo>
                    <a:pt x="10330" y="72557"/>
                  </a:lnTo>
                  <a:cubicBezTo>
                    <a:pt x="10405" y="72682"/>
                    <a:pt x="10454" y="72806"/>
                    <a:pt x="10504" y="72956"/>
                  </a:cubicBezTo>
                  <a:cubicBezTo>
                    <a:pt x="10504" y="72981"/>
                    <a:pt x="10504" y="72981"/>
                    <a:pt x="10529" y="73030"/>
                  </a:cubicBezTo>
                  <a:cubicBezTo>
                    <a:pt x="10554" y="73080"/>
                    <a:pt x="10579" y="73180"/>
                    <a:pt x="10629" y="73230"/>
                  </a:cubicBezTo>
                  <a:cubicBezTo>
                    <a:pt x="10629" y="73279"/>
                    <a:pt x="10654" y="73304"/>
                    <a:pt x="10654" y="73304"/>
                  </a:cubicBezTo>
                  <a:cubicBezTo>
                    <a:pt x="10654" y="73329"/>
                    <a:pt x="10678" y="73329"/>
                    <a:pt x="10678" y="73354"/>
                  </a:cubicBezTo>
                  <a:cubicBezTo>
                    <a:pt x="10728" y="73478"/>
                    <a:pt x="10803" y="73653"/>
                    <a:pt x="10853" y="73777"/>
                  </a:cubicBezTo>
                  <a:lnTo>
                    <a:pt x="11052" y="74151"/>
                  </a:lnTo>
                  <a:cubicBezTo>
                    <a:pt x="11052" y="74175"/>
                    <a:pt x="11077" y="74175"/>
                    <a:pt x="11077" y="74200"/>
                  </a:cubicBezTo>
                  <a:cubicBezTo>
                    <a:pt x="11102" y="74225"/>
                    <a:pt x="11102" y="74275"/>
                    <a:pt x="11151" y="74300"/>
                  </a:cubicBezTo>
                  <a:cubicBezTo>
                    <a:pt x="11176" y="74350"/>
                    <a:pt x="11226" y="74449"/>
                    <a:pt x="11276" y="74524"/>
                  </a:cubicBezTo>
                  <a:cubicBezTo>
                    <a:pt x="11326" y="74648"/>
                    <a:pt x="11400" y="74773"/>
                    <a:pt x="11475" y="74847"/>
                  </a:cubicBezTo>
                  <a:cubicBezTo>
                    <a:pt x="11525" y="74922"/>
                    <a:pt x="11575" y="75022"/>
                    <a:pt x="11649" y="75071"/>
                  </a:cubicBezTo>
                  <a:cubicBezTo>
                    <a:pt x="11674" y="75146"/>
                    <a:pt x="11724" y="75196"/>
                    <a:pt x="11774" y="75295"/>
                  </a:cubicBezTo>
                  <a:cubicBezTo>
                    <a:pt x="11799" y="75345"/>
                    <a:pt x="11823" y="75395"/>
                    <a:pt x="11848" y="75445"/>
                  </a:cubicBezTo>
                  <a:cubicBezTo>
                    <a:pt x="11898" y="75470"/>
                    <a:pt x="11923" y="75544"/>
                    <a:pt x="11948" y="75569"/>
                  </a:cubicBezTo>
                  <a:cubicBezTo>
                    <a:pt x="12047" y="75694"/>
                    <a:pt x="12147" y="75793"/>
                    <a:pt x="12222" y="75918"/>
                  </a:cubicBezTo>
                  <a:lnTo>
                    <a:pt x="12271" y="75943"/>
                  </a:lnTo>
                  <a:cubicBezTo>
                    <a:pt x="12296" y="75968"/>
                    <a:pt x="12296" y="76017"/>
                    <a:pt x="12321" y="76042"/>
                  </a:cubicBezTo>
                  <a:cubicBezTo>
                    <a:pt x="12296" y="76017"/>
                    <a:pt x="12271" y="76017"/>
                    <a:pt x="12222" y="75968"/>
                  </a:cubicBezTo>
                  <a:cubicBezTo>
                    <a:pt x="12197" y="75943"/>
                    <a:pt x="12172" y="75943"/>
                    <a:pt x="12147" y="75918"/>
                  </a:cubicBezTo>
                  <a:cubicBezTo>
                    <a:pt x="12122" y="75843"/>
                    <a:pt x="12047" y="75793"/>
                    <a:pt x="12023" y="75768"/>
                  </a:cubicBezTo>
                  <a:cubicBezTo>
                    <a:pt x="11948" y="75669"/>
                    <a:pt x="11898" y="75594"/>
                    <a:pt x="11823" y="75520"/>
                  </a:cubicBezTo>
                  <a:cubicBezTo>
                    <a:pt x="11774" y="75420"/>
                    <a:pt x="11699" y="75320"/>
                    <a:pt x="11599" y="75196"/>
                  </a:cubicBezTo>
                  <a:cubicBezTo>
                    <a:pt x="11525" y="75071"/>
                    <a:pt x="11450" y="74947"/>
                    <a:pt x="11400" y="74823"/>
                  </a:cubicBezTo>
                  <a:cubicBezTo>
                    <a:pt x="11326" y="74723"/>
                    <a:pt x="11276" y="74648"/>
                    <a:pt x="11201" y="74524"/>
                  </a:cubicBezTo>
                  <a:cubicBezTo>
                    <a:pt x="11176" y="74449"/>
                    <a:pt x="11126" y="74350"/>
                    <a:pt x="11077" y="74300"/>
                  </a:cubicBezTo>
                  <a:cubicBezTo>
                    <a:pt x="10977" y="74151"/>
                    <a:pt x="10927" y="73976"/>
                    <a:pt x="10828" y="73827"/>
                  </a:cubicBezTo>
                  <a:cubicBezTo>
                    <a:pt x="10728" y="73678"/>
                    <a:pt x="10654" y="73478"/>
                    <a:pt x="10579" y="73329"/>
                  </a:cubicBezTo>
                  <a:cubicBezTo>
                    <a:pt x="10554" y="73304"/>
                    <a:pt x="10554" y="73230"/>
                    <a:pt x="10529" y="73205"/>
                  </a:cubicBezTo>
                  <a:cubicBezTo>
                    <a:pt x="10454" y="73055"/>
                    <a:pt x="10405" y="72931"/>
                    <a:pt x="10330" y="72782"/>
                  </a:cubicBezTo>
                  <a:cubicBezTo>
                    <a:pt x="10280" y="72607"/>
                    <a:pt x="10206" y="72433"/>
                    <a:pt x="10156" y="72284"/>
                  </a:cubicBezTo>
                  <a:cubicBezTo>
                    <a:pt x="10131" y="72209"/>
                    <a:pt x="10081" y="72159"/>
                    <a:pt x="10081" y="72060"/>
                  </a:cubicBezTo>
                  <a:cubicBezTo>
                    <a:pt x="10031" y="71910"/>
                    <a:pt x="10006" y="71736"/>
                    <a:pt x="9932" y="71612"/>
                  </a:cubicBezTo>
                  <a:cubicBezTo>
                    <a:pt x="9932" y="71437"/>
                    <a:pt x="9882" y="71288"/>
                    <a:pt x="9832" y="71064"/>
                  </a:cubicBezTo>
                  <a:close/>
                  <a:moveTo>
                    <a:pt x="43261" y="76017"/>
                  </a:moveTo>
                  <a:lnTo>
                    <a:pt x="43261" y="76017"/>
                  </a:lnTo>
                  <a:cubicBezTo>
                    <a:pt x="43286" y="76017"/>
                    <a:pt x="43311" y="76017"/>
                    <a:pt x="43311" y="76042"/>
                  </a:cubicBezTo>
                  <a:cubicBezTo>
                    <a:pt x="43286" y="76017"/>
                    <a:pt x="43286" y="76017"/>
                    <a:pt x="43261" y="76017"/>
                  </a:cubicBezTo>
                  <a:close/>
                  <a:moveTo>
                    <a:pt x="8090" y="72757"/>
                  </a:moveTo>
                  <a:cubicBezTo>
                    <a:pt x="9285" y="73951"/>
                    <a:pt x="10579" y="75047"/>
                    <a:pt x="12023" y="76017"/>
                  </a:cubicBezTo>
                  <a:cubicBezTo>
                    <a:pt x="12047" y="76067"/>
                    <a:pt x="12122" y="76142"/>
                    <a:pt x="12147" y="76167"/>
                  </a:cubicBezTo>
                  <a:cubicBezTo>
                    <a:pt x="10654" y="75146"/>
                    <a:pt x="9285" y="74026"/>
                    <a:pt x="8065" y="72806"/>
                  </a:cubicBezTo>
                  <a:cubicBezTo>
                    <a:pt x="8065" y="72782"/>
                    <a:pt x="8090" y="72782"/>
                    <a:pt x="8090" y="72757"/>
                  </a:cubicBezTo>
                  <a:close/>
                  <a:moveTo>
                    <a:pt x="43062" y="76142"/>
                  </a:moveTo>
                  <a:lnTo>
                    <a:pt x="43062" y="76167"/>
                  </a:lnTo>
                  <a:lnTo>
                    <a:pt x="43037" y="76167"/>
                  </a:lnTo>
                  <a:cubicBezTo>
                    <a:pt x="43037" y="76167"/>
                    <a:pt x="43062" y="76167"/>
                    <a:pt x="43062" y="76142"/>
                  </a:cubicBezTo>
                  <a:close/>
                  <a:moveTo>
                    <a:pt x="43097" y="76156"/>
                  </a:moveTo>
                  <a:cubicBezTo>
                    <a:pt x="43112" y="76156"/>
                    <a:pt x="43112" y="76167"/>
                    <a:pt x="43112" y="76167"/>
                  </a:cubicBezTo>
                  <a:lnTo>
                    <a:pt x="43062" y="76167"/>
                  </a:lnTo>
                  <a:cubicBezTo>
                    <a:pt x="43078" y="76158"/>
                    <a:pt x="43089" y="76156"/>
                    <a:pt x="43097" y="76156"/>
                  </a:cubicBezTo>
                  <a:close/>
                  <a:moveTo>
                    <a:pt x="44182" y="75818"/>
                  </a:moveTo>
                  <a:cubicBezTo>
                    <a:pt x="44182" y="75943"/>
                    <a:pt x="44157" y="76067"/>
                    <a:pt x="44157" y="76192"/>
                  </a:cubicBezTo>
                  <a:lnTo>
                    <a:pt x="44107" y="76142"/>
                  </a:lnTo>
                  <a:cubicBezTo>
                    <a:pt x="44107" y="76042"/>
                    <a:pt x="44132" y="75943"/>
                    <a:pt x="44132" y="75868"/>
                  </a:cubicBezTo>
                  <a:cubicBezTo>
                    <a:pt x="44157" y="75868"/>
                    <a:pt x="44157" y="75818"/>
                    <a:pt x="44182" y="75818"/>
                  </a:cubicBezTo>
                  <a:close/>
                  <a:moveTo>
                    <a:pt x="44555" y="75619"/>
                  </a:moveTo>
                  <a:cubicBezTo>
                    <a:pt x="44481" y="75818"/>
                    <a:pt x="44381" y="76042"/>
                    <a:pt x="44306" y="76266"/>
                  </a:cubicBezTo>
                  <a:cubicBezTo>
                    <a:pt x="44356" y="76067"/>
                    <a:pt x="44356" y="75893"/>
                    <a:pt x="44381" y="75694"/>
                  </a:cubicBezTo>
                  <a:lnTo>
                    <a:pt x="44555" y="75619"/>
                  </a:lnTo>
                  <a:close/>
                  <a:moveTo>
                    <a:pt x="45078" y="75541"/>
                  </a:moveTo>
                  <a:lnTo>
                    <a:pt x="44904" y="76017"/>
                  </a:lnTo>
                  <a:lnTo>
                    <a:pt x="44904" y="76042"/>
                  </a:lnTo>
                  <a:cubicBezTo>
                    <a:pt x="44879" y="76117"/>
                    <a:pt x="44854" y="76192"/>
                    <a:pt x="44804" y="76266"/>
                  </a:cubicBezTo>
                  <a:cubicBezTo>
                    <a:pt x="44804" y="76241"/>
                    <a:pt x="44829" y="76192"/>
                    <a:pt x="44829" y="76167"/>
                  </a:cubicBezTo>
                  <a:cubicBezTo>
                    <a:pt x="44879" y="76042"/>
                    <a:pt x="44929" y="75893"/>
                    <a:pt x="44978" y="75768"/>
                  </a:cubicBezTo>
                  <a:cubicBezTo>
                    <a:pt x="45007" y="75698"/>
                    <a:pt x="45043" y="75619"/>
                    <a:pt x="45078" y="75541"/>
                  </a:cubicBezTo>
                  <a:close/>
                  <a:moveTo>
                    <a:pt x="42813" y="76241"/>
                  </a:moveTo>
                  <a:cubicBezTo>
                    <a:pt x="42813" y="76241"/>
                    <a:pt x="42813" y="76266"/>
                    <a:pt x="42862" y="76291"/>
                  </a:cubicBezTo>
                  <a:lnTo>
                    <a:pt x="42862" y="76291"/>
                  </a:lnTo>
                  <a:cubicBezTo>
                    <a:pt x="42838" y="76279"/>
                    <a:pt x="42838" y="76272"/>
                    <a:pt x="42844" y="76272"/>
                  </a:cubicBezTo>
                  <a:cubicBezTo>
                    <a:pt x="42850" y="76272"/>
                    <a:pt x="42863" y="76279"/>
                    <a:pt x="42863" y="76291"/>
                  </a:cubicBezTo>
                  <a:cubicBezTo>
                    <a:pt x="42813" y="76291"/>
                    <a:pt x="42813" y="76291"/>
                    <a:pt x="42813" y="76266"/>
                  </a:cubicBezTo>
                  <a:lnTo>
                    <a:pt x="42788" y="76241"/>
                  </a:lnTo>
                  <a:close/>
                  <a:moveTo>
                    <a:pt x="43734" y="76042"/>
                  </a:moveTo>
                  <a:lnTo>
                    <a:pt x="43883" y="76192"/>
                  </a:lnTo>
                  <a:lnTo>
                    <a:pt x="43883" y="76291"/>
                  </a:lnTo>
                  <a:cubicBezTo>
                    <a:pt x="43809" y="76192"/>
                    <a:pt x="43759" y="76142"/>
                    <a:pt x="43659" y="76067"/>
                  </a:cubicBezTo>
                  <a:cubicBezTo>
                    <a:pt x="43684" y="76067"/>
                    <a:pt x="43684" y="76042"/>
                    <a:pt x="43734" y="76042"/>
                  </a:cubicBezTo>
                  <a:close/>
                  <a:moveTo>
                    <a:pt x="44873" y="75437"/>
                  </a:moveTo>
                  <a:lnTo>
                    <a:pt x="44873" y="75437"/>
                  </a:lnTo>
                  <a:cubicBezTo>
                    <a:pt x="44750" y="75778"/>
                    <a:pt x="44627" y="76072"/>
                    <a:pt x="44481" y="76366"/>
                  </a:cubicBezTo>
                  <a:cubicBezTo>
                    <a:pt x="44605" y="76042"/>
                    <a:pt x="44729" y="75768"/>
                    <a:pt x="44854" y="75445"/>
                  </a:cubicBezTo>
                  <a:cubicBezTo>
                    <a:pt x="44854" y="75445"/>
                    <a:pt x="44865" y="75445"/>
                    <a:pt x="44873" y="75437"/>
                  </a:cubicBezTo>
                  <a:close/>
                  <a:moveTo>
                    <a:pt x="44057" y="76391"/>
                  </a:moveTo>
                  <a:cubicBezTo>
                    <a:pt x="44107" y="76391"/>
                    <a:pt x="44107" y="76416"/>
                    <a:pt x="44132" y="76416"/>
                  </a:cubicBezTo>
                  <a:lnTo>
                    <a:pt x="44057" y="76416"/>
                  </a:lnTo>
                  <a:lnTo>
                    <a:pt x="44057" y="76391"/>
                  </a:lnTo>
                  <a:close/>
                  <a:moveTo>
                    <a:pt x="52595" y="70641"/>
                  </a:moveTo>
                  <a:cubicBezTo>
                    <a:pt x="52645" y="70815"/>
                    <a:pt x="52720" y="71014"/>
                    <a:pt x="52744" y="71164"/>
                  </a:cubicBezTo>
                  <a:cubicBezTo>
                    <a:pt x="52819" y="71388"/>
                    <a:pt x="52869" y="71562"/>
                    <a:pt x="52944" y="71786"/>
                  </a:cubicBezTo>
                  <a:cubicBezTo>
                    <a:pt x="52993" y="72010"/>
                    <a:pt x="53093" y="72209"/>
                    <a:pt x="53143" y="72408"/>
                  </a:cubicBezTo>
                  <a:cubicBezTo>
                    <a:pt x="53242" y="72682"/>
                    <a:pt x="53342" y="72931"/>
                    <a:pt x="53466" y="73205"/>
                  </a:cubicBezTo>
                  <a:cubicBezTo>
                    <a:pt x="53516" y="73329"/>
                    <a:pt x="53591" y="73503"/>
                    <a:pt x="53641" y="73628"/>
                  </a:cubicBezTo>
                  <a:cubicBezTo>
                    <a:pt x="53815" y="74001"/>
                    <a:pt x="53964" y="74375"/>
                    <a:pt x="54138" y="74748"/>
                  </a:cubicBezTo>
                  <a:cubicBezTo>
                    <a:pt x="54138" y="74773"/>
                    <a:pt x="54188" y="74773"/>
                    <a:pt x="54188" y="74798"/>
                  </a:cubicBezTo>
                  <a:cubicBezTo>
                    <a:pt x="54337" y="75121"/>
                    <a:pt x="54487" y="75445"/>
                    <a:pt x="54636" y="75793"/>
                  </a:cubicBezTo>
                  <a:cubicBezTo>
                    <a:pt x="54611" y="75818"/>
                    <a:pt x="54537" y="75818"/>
                    <a:pt x="54512" y="75868"/>
                  </a:cubicBezTo>
                  <a:cubicBezTo>
                    <a:pt x="54337" y="75918"/>
                    <a:pt x="54188" y="75992"/>
                    <a:pt x="53989" y="76042"/>
                  </a:cubicBezTo>
                  <a:lnTo>
                    <a:pt x="53964" y="76042"/>
                  </a:lnTo>
                  <a:cubicBezTo>
                    <a:pt x="53840" y="76067"/>
                    <a:pt x="53740" y="76092"/>
                    <a:pt x="53616" y="76142"/>
                  </a:cubicBezTo>
                  <a:lnTo>
                    <a:pt x="53591" y="76142"/>
                  </a:lnTo>
                  <a:cubicBezTo>
                    <a:pt x="53392" y="76192"/>
                    <a:pt x="53242" y="76266"/>
                    <a:pt x="53068" y="76291"/>
                  </a:cubicBezTo>
                  <a:cubicBezTo>
                    <a:pt x="52968" y="76316"/>
                    <a:pt x="52844" y="76366"/>
                    <a:pt x="52744" y="76391"/>
                  </a:cubicBezTo>
                  <a:cubicBezTo>
                    <a:pt x="52720" y="76391"/>
                    <a:pt x="52695" y="76416"/>
                    <a:pt x="52645" y="76416"/>
                  </a:cubicBezTo>
                  <a:cubicBezTo>
                    <a:pt x="51326" y="75146"/>
                    <a:pt x="49957" y="74076"/>
                    <a:pt x="48588" y="73304"/>
                  </a:cubicBezTo>
                  <a:cubicBezTo>
                    <a:pt x="48737" y="73205"/>
                    <a:pt x="48886" y="73130"/>
                    <a:pt x="49036" y="73006"/>
                  </a:cubicBezTo>
                  <a:cubicBezTo>
                    <a:pt x="49285" y="72831"/>
                    <a:pt x="49509" y="72682"/>
                    <a:pt x="49758" y="72533"/>
                  </a:cubicBezTo>
                  <a:cubicBezTo>
                    <a:pt x="49957" y="72408"/>
                    <a:pt x="50106" y="72309"/>
                    <a:pt x="50280" y="72184"/>
                  </a:cubicBezTo>
                  <a:cubicBezTo>
                    <a:pt x="50380" y="72134"/>
                    <a:pt x="50504" y="72060"/>
                    <a:pt x="50604" y="72010"/>
                  </a:cubicBezTo>
                  <a:cubicBezTo>
                    <a:pt x="50703" y="71935"/>
                    <a:pt x="50828" y="71885"/>
                    <a:pt x="50902" y="71786"/>
                  </a:cubicBezTo>
                  <a:cubicBezTo>
                    <a:pt x="51151" y="71637"/>
                    <a:pt x="51400" y="71437"/>
                    <a:pt x="51624" y="71288"/>
                  </a:cubicBezTo>
                  <a:cubicBezTo>
                    <a:pt x="51948" y="71064"/>
                    <a:pt x="52272" y="70840"/>
                    <a:pt x="52595" y="70641"/>
                  </a:cubicBezTo>
                  <a:close/>
                  <a:moveTo>
                    <a:pt x="106559" y="62726"/>
                  </a:moveTo>
                  <a:lnTo>
                    <a:pt x="106559" y="62726"/>
                  </a:lnTo>
                  <a:cubicBezTo>
                    <a:pt x="106360" y="63298"/>
                    <a:pt x="106136" y="63871"/>
                    <a:pt x="105887" y="64443"/>
                  </a:cubicBezTo>
                  <a:cubicBezTo>
                    <a:pt x="105887" y="64468"/>
                    <a:pt x="105862" y="64493"/>
                    <a:pt x="105862" y="64543"/>
                  </a:cubicBezTo>
                  <a:cubicBezTo>
                    <a:pt x="105638" y="65065"/>
                    <a:pt x="105389" y="65613"/>
                    <a:pt x="105140" y="66161"/>
                  </a:cubicBezTo>
                  <a:lnTo>
                    <a:pt x="105041" y="66335"/>
                  </a:lnTo>
                  <a:cubicBezTo>
                    <a:pt x="104792" y="66857"/>
                    <a:pt x="104543" y="67355"/>
                    <a:pt x="104294" y="67903"/>
                  </a:cubicBezTo>
                  <a:lnTo>
                    <a:pt x="104194" y="68077"/>
                  </a:lnTo>
                  <a:cubicBezTo>
                    <a:pt x="104194" y="68077"/>
                    <a:pt x="104194" y="68102"/>
                    <a:pt x="104169" y="68102"/>
                  </a:cubicBezTo>
                  <a:cubicBezTo>
                    <a:pt x="104020" y="68401"/>
                    <a:pt x="103871" y="68699"/>
                    <a:pt x="103697" y="69023"/>
                  </a:cubicBezTo>
                  <a:cubicBezTo>
                    <a:pt x="103522" y="69396"/>
                    <a:pt x="103323" y="69720"/>
                    <a:pt x="103124" y="70093"/>
                  </a:cubicBezTo>
                  <a:cubicBezTo>
                    <a:pt x="103024" y="70292"/>
                    <a:pt x="102900" y="70467"/>
                    <a:pt x="102800" y="70666"/>
                  </a:cubicBezTo>
                  <a:cubicBezTo>
                    <a:pt x="102776" y="70765"/>
                    <a:pt x="102701" y="70815"/>
                    <a:pt x="102676" y="70915"/>
                  </a:cubicBezTo>
                  <a:cubicBezTo>
                    <a:pt x="102502" y="71213"/>
                    <a:pt x="102303" y="71562"/>
                    <a:pt x="102128" y="71885"/>
                  </a:cubicBezTo>
                  <a:cubicBezTo>
                    <a:pt x="101929" y="72209"/>
                    <a:pt x="101705" y="72557"/>
                    <a:pt x="101531" y="72881"/>
                  </a:cubicBezTo>
                  <a:cubicBezTo>
                    <a:pt x="101382" y="73130"/>
                    <a:pt x="101257" y="73329"/>
                    <a:pt x="101108" y="73553"/>
                  </a:cubicBezTo>
                  <a:cubicBezTo>
                    <a:pt x="100834" y="73951"/>
                    <a:pt x="100585" y="74375"/>
                    <a:pt x="100311" y="74773"/>
                  </a:cubicBezTo>
                  <a:cubicBezTo>
                    <a:pt x="100286" y="74823"/>
                    <a:pt x="100262" y="74897"/>
                    <a:pt x="100187" y="74922"/>
                  </a:cubicBezTo>
                  <a:cubicBezTo>
                    <a:pt x="99888" y="75445"/>
                    <a:pt x="99540" y="75943"/>
                    <a:pt x="99166" y="76440"/>
                  </a:cubicBezTo>
                  <a:cubicBezTo>
                    <a:pt x="98171" y="75022"/>
                    <a:pt x="96777" y="73304"/>
                    <a:pt x="94960" y="71437"/>
                  </a:cubicBezTo>
                  <a:cubicBezTo>
                    <a:pt x="97076" y="68799"/>
                    <a:pt x="99042" y="66086"/>
                    <a:pt x="100834" y="63373"/>
                  </a:cubicBezTo>
                  <a:lnTo>
                    <a:pt x="100959" y="63373"/>
                  </a:lnTo>
                  <a:cubicBezTo>
                    <a:pt x="102950" y="63373"/>
                    <a:pt x="104866" y="63174"/>
                    <a:pt x="106559" y="62726"/>
                  </a:cubicBezTo>
                  <a:close/>
                  <a:moveTo>
                    <a:pt x="42968" y="76453"/>
                  </a:moveTo>
                  <a:cubicBezTo>
                    <a:pt x="42975" y="76453"/>
                    <a:pt x="42987" y="76465"/>
                    <a:pt x="42987" y="76490"/>
                  </a:cubicBezTo>
                  <a:cubicBezTo>
                    <a:pt x="42962" y="76465"/>
                    <a:pt x="42962" y="76453"/>
                    <a:pt x="42968" y="76453"/>
                  </a:cubicBezTo>
                  <a:close/>
                  <a:moveTo>
                    <a:pt x="86547" y="64343"/>
                  </a:moveTo>
                  <a:cubicBezTo>
                    <a:pt x="88837" y="66210"/>
                    <a:pt x="91052" y="68177"/>
                    <a:pt x="93043" y="70093"/>
                  </a:cubicBezTo>
                  <a:cubicBezTo>
                    <a:pt x="91799" y="72284"/>
                    <a:pt x="90305" y="74424"/>
                    <a:pt x="88662" y="76515"/>
                  </a:cubicBezTo>
                  <a:cubicBezTo>
                    <a:pt x="86123" y="74922"/>
                    <a:pt x="83485" y="73030"/>
                    <a:pt x="80871" y="70940"/>
                  </a:cubicBezTo>
                  <a:cubicBezTo>
                    <a:pt x="82863" y="68799"/>
                    <a:pt x="84754" y="66584"/>
                    <a:pt x="86547" y="64343"/>
                  </a:cubicBezTo>
                  <a:close/>
                  <a:moveTo>
                    <a:pt x="20137" y="66708"/>
                  </a:moveTo>
                  <a:cubicBezTo>
                    <a:pt x="20361" y="67480"/>
                    <a:pt x="20635" y="68202"/>
                    <a:pt x="20983" y="68849"/>
                  </a:cubicBezTo>
                  <a:cubicBezTo>
                    <a:pt x="20386" y="69969"/>
                    <a:pt x="19838" y="71089"/>
                    <a:pt x="19266" y="72234"/>
                  </a:cubicBezTo>
                  <a:cubicBezTo>
                    <a:pt x="19166" y="72309"/>
                    <a:pt x="19042" y="72333"/>
                    <a:pt x="18967" y="72408"/>
                  </a:cubicBezTo>
                  <a:lnTo>
                    <a:pt x="18594" y="72582"/>
                  </a:lnTo>
                  <a:cubicBezTo>
                    <a:pt x="18370" y="72707"/>
                    <a:pt x="18171" y="72806"/>
                    <a:pt x="17972" y="72931"/>
                  </a:cubicBezTo>
                  <a:cubicBezTo>
                    <a:pt x="17847" y="72981"/>
                    <a:pt x="17723" y="73080"/>
                    <a:pt x="17548" y="73155"/>
                  </a:cubicBezTo>
                  <a:cubicBezTo>
                    <a:pt x="17374" y="73279"/>
                    <a:pt x="17175" y="73354"/>
                    <a:pt x="17001" y="73478"/>
                  </a:cubicBezTo>
                  <a:cubicBezTo>
                    <a:pt x="16876" y="73578"/>
                    <a:pt x="16727" y="73678"/>
                    <a:pt x="16603" y="73727"/>
                  </a:cubicBezTo>
                  <a:cubicBezTo>
                    <a:pt x="16403" y="73852"/>
                    <a:pt x="16254" y="73976"/>
                    <a:pt x="16055" y="74076"/>
                  </a:cubicBezTo>
                  <a:cubicBezTo>
                    <a:pt x="15906" y="74175"/>
                    <a:pt x="15781" y="74275"/>
                    <a:pt x="15632" y="74399"/>
                  </a:cubicBezTo>
                  <a:cubicBezTo>
                    <a:pt x="15482" y="74524"/>
                    <a:pt x="15308" y="74648"/>
                    <a:pt x="15134" y="74773"/>
                  </a:cubicBezTo>
                  <a:cubicBezTo>
                    <a:pt x="14985" y="74897"/>
                    <a:pt x="14810" y="74972"/>
                    <a:pt x="14686" y="75096"/>
                  </a:cubicBezTo>
                  <a:lnTo>
                    <a:pt x="14238" y="75470"/>
                  </a:lnTo>
                  <a:cubicBezTo>
                    <a:pt x="14064" y="75594"/>
                    <a:pt x="13914" y="75719"/>
                    <a:pt x="13790" y="75843"/>
                  </a:cubicBezTo>
                  <a:cubicBezTo>
                    <a:pt x="13640" y="75968"/>
                    <a:pt x="13516" y="76092"/>
                    <a:pt x="13367" y="76266"/>
                  </a:cubicBezTo>
                  <a:cubicBezTo>
                    <a:pt x="13267" y="76341"/>
                    <a:pt x="13168" y="76440"/>
                    <a:pt x="13043" y="76540"/>
                  </a:cubicBezTo>
                  <a:cubicBezTo>
                    <a:pt x="13068" y="76515"/>
                    <a:pt x="13018" y="76440"/>
                    <a:pt x="12919" y="76416"/>
                  </a:cubicBezTo>
                  <a:cubicBezTo>
                    <a:pt x="12670" y="76142"/>
                    <a:pt x="12421" y="75818"/>
                    <a:pt x="12197" y="75520"/>
                  </a:cubicBezTo>
                  <a:cubicBezTo>
                    <a:pt x="12147" y="75420"/>
                    <a:pt x="12072" y="75345"/>
                    <a:pt x="12023" y="75271"/>
                  </a:cubicBezTo>
                  <a:cubicBezTo>
                    <a:pt x="11749" y="74897"/>
                    <a:pt x="11525" y="74474"/>
                    <a:pt x="11276" y="74051"/>
                  </a:cubicBezTo>
                  <a:cubicBezTo>
                    <a:pt x="11201" y="73951"/>
                    <a:pt x="11151" y="73827"/>
                    <a:pt x="11126" y="73702"/>
                  </a:cubicBezTo>
                  <a:cubicBezTo>
                    <a:pt x="10927" y="73354"/>
                    <a:pt x="10778" y="72981"/>
                    <a:pt x="10629" y="72607"/>
                  </a:cubicBezTo>
                  <a:cubicBezTo>
                    <a:pt x="10629" y="72582"/>
                    <a:pt x="10579" y="72557"/>
                    <a:pt x="10579" y="72533"/>
                  </a:cubicBezTo>
                  <a:cubicBezTo>
                    <a:pt x="10554" y="72433"/>
                    <a:pt x="10504" y="72309"/>
                    <a:pt x="10454" y="72209"/>
                  </a:cubicBezTo>
                  <a:cubicBezTo>
                    <a:pt x="10305" y="71786"/>
                    <a:pt x="10156" y="71338"/>
                    <a:pt x="10031" y="70865"/>
                  </a:cubicBezTo>
                  <a:cubicBezTo>
                    <a:pt x="10280" y="70691"/>
                    <a:pt x="10529" y="70541"/>
                    <a:pt x="10778" y="70367"/>
                  </a:cubicBezTo>
                  <a:cubicBezTo>
                    <a:pt x="11052" y="70193"/>
                    <a:pt x="11326" y="69994"/>
                    <a:pt x="11624" y="69844"/>
                  </a:cubicBezTo>
                  <a:cubicBezTo>
                    <a:pt x="11898" y="69695"/>
                    <a:pt x="12172" y="69546"/>
                    <a:pt x="12446" y="69421"/>
                  </a:cubicBezTo>
                  <a:cubicBezTo>
                    <a:pt x="12769" y="69247"/>
                    <a:pt x="13043" y="69073"/>
                    <a:pt x="13367" y="68923"/>
                  </a:cubicBezTo>
                  <a:lnTo>
                    <a:pt x="14188" y="68550"/>
                  </a:lnTo>
                  <a:cubicBezTo>
                    <a:pt x="14512" y="68376"/>
                    <a:pt x="14860" y="68226"/>
                    <a:pt x="15159" y="68102"/>
                  </a:cubicBezTo>
                  <a:cubicBezTo>
                    <a:pt x="15433" y="67978"/>
                    <a:pt x="15756" y="67878"/>
                    <a:pt x="16030" y="67803"/>
                  </a:cubicBezTo>
                  <a:cubicBezTo>
                    <a:pt x="16379" y="67679"/>
                    <a:pt x="16677" y="67554"/>
                    <a:pt x="17026" y="67455"/>
                  </a:cubicBezTo>
                  <a:cubicBezTo>
                    <a:pt x="17349" y="67355"/>
                    <a:pt x="17673" y="67256"/>
                    <a:pt x="17996" y="67181"/>
                  </a:cubicBezTo>
                  <a:cubicBezTo>
                    <a:pt x="18295" y="67081"/>
                    <a:pt x="18619" y="66982"/>
                    <a:pt x="18917" y="66932"/>
                  </a:cubicBezTo>
                  <a:cubicBezTo>
                    <a:pt x="19341" y="66833"/>
                    <a:pt x="19714" y="66758"/>
                    <a:pt x="20112" y="66708"/>
                  </a:cubicBezTo>
                  <a:close/>
                  <a:moveTo>
                    <a:pt x="43383" y="76281"/>
                  </a:moveTo>
                  <a:cubicBezTo>
                    <a:pt x="43410" y="76293"/>
                    <a:pt x="43448" y="76297"/>
                    <a:pt x="43485" y="76316"/>
                  </a:cubicBezTo>
                  <a:lnTo>
                    <a:pt x="43510" y="76316"/>
                  </a:lnTo>
                  <a:cubicBezTo>
                    <a:pt x="43609" y="76391"/>
                    <a:pt x="43734" y="76440"/>
                    <a:pt x="43809" y="76515"/>
                  </a:cubicBezTo>
                  <a:cubicBezTo>
                    <a:pt x="43858" y="76515"/>
                    <a:pt x="43858" y="76540"/>
                    <a:pt x="43883" y="76540"/>
                  </a:cubicBezTo>
                  <a:lnTo>
                    <a:pt x="43858" y="76565"/>
                  </a:lnTo>
                  <a:cubicBezTo>
                    <a:pt x="43684" y="76515"/>
                    <a:pt x="43535" y="76416"/>
                    <a:pt x="43385" y="76316"/>
                  </a:cubicBezTo>
                  <a:lnTo>
                    <a:pt x="43385" y="76291"/>
                  </a:lnTo>
                  <a:cubicBezTo>
                    <a:pt x="43385" y="76291"/>
                    <a:pt x="43385" y="76286"/>
                    <a:pt x="43383" y="76281"/>
                  </a:cubicBezTo>
                  <a:close/>
                  <a:moveTo>
                    <a:pt x="48388" y="73429"/>
                  </a:moveTo>
                  <a:cubicBezTo>
                    <a:pt x="49758" y="74200"/>
                    <a:pt x="51127" y="75246"/>
                    <a:pt x="52446" y="76565"/>
                  </a:cubicBezTo>
                  <a:cubicBezTo>
                    <a:pt x="52396" y="76565"/>
                    <a:pt x="52371" y="76565"/>
                    <a:pt x="52371" y="76615"/>
                  </a:cubicBezTo>
                  <a:cubicBezTo>
                    <a:pt x="51077" y="75271"/>
                    <a:pt x="49708" y="74200"/>
                    <a:pt x="48339" y="73454"/>
                  </a:cubicBezTo>
                  <a:cubicBezTo>
                    <a:pt x="48364" y="73454"/>
                    <a:pt x="48364" y="73429"/>
                    <a:pt x="48388" y="73429"/>
                  </a:cubicBezTo>
                  <a:close/>
                  <a:moveTo>
                    <a:pt x="93192" y="70268"/>
                  </a:moveTo>
                  <a:lnTo>
                    <a:pt x="93217" y="70292"/>
                  </a:lnTo>
                  <a:cubicBezTo>
                    <a:pt x="91973" y="72433"/>
                    <a:pt x="90529" y="74574"/>
                    <a:pt x="88861" y="76640"/>
                  </a:cubicBezTo>
                  <a:cubicBezTo>
                    <a:pt x="88837" y="76640"/>
                    <a:pt x="88837" y="76615"/>
                    <a:pt x="88812" y="76615"/>
                  </a:cubicBezTo>
                  <a:cubicBezTo>
                    <a:pt x="90454" y="74524"/>
                    <a:pt x="91923" y="72408"/>
                    <a:pt x="93192" y="70268"/>
                  </a:cubicBezTo>
                  <a:close/>
                  <a:moveTo>
                    <a:pt x="54711" y="75968"/>
                  </a:moveTo>
                  <a:lnTo>
                    <a:pt x="54711" y="76017"/>
                  </a:lnTo>
                  <a:lnTo>
                    <a:pt x="54711" y="76042"/>
                  </a:lnTo>
                  <a:lnTo>
                    <a:pt x="54661" y="76042"/>
                  </a:lnTo>
                  <a:cubicBezTo>
                    <a:pt x="54362" y="76167"/>
                    <a:pt x="54089" y="76266"/>
                    <a:pt x="53765" y="76341"/>
                  </a:cubicBezTo>
                  <a:lnTo>
                    <a:pt x="53715" y="76341"/>
                  </a:lnTo>
                  <a:cubicBezTo>
                    <a:pt x="53392" y="76440"/>
                    <a:pt x="53118" y="76540"/>
                    <a:pt x="52844" y="76640"/>
                  </a:cubicBezTo>
                  <a:lnTo>
                    <a:pt x="52794" y="76640"/>
                  </a:lnTo>
                  <a:cubicBezTo>
                    <a:pt x="52805" y="76661"/>
                    <a:pt x="52811" y="76668"/>
                    <a:pt x="52811" y="76668"/>
                  </a:cubicBezTo>
                  <a:cubicBezTo>
                    <a:pt x="52810" y="76668"/>
                    <a:pt x="52798" y="76654"/>
                    <a:pt x="52769" y="76640"/>
                  </a:cubicBezTo>
                  <a:cubicBezTo>
                    <a:pt x="52819" y="76640"/>
                    <a:pt x="52844" y="76615"/>
                    <a:pt x="52869" y="76615"/>
                  </a:cubicBezTo>
                  <a:cubicBezTo>
                    <a:pt x="52894" y="76615"/>
                    <a:pt x="52944" y="76615"/>
                    <a:pt x="52944" y="76565"/>
                  </a:cubicBezTo>
                  <a:lnTo>
                    <a:pt x="52993" y="76565"/>
                  </a:lnTo>
                  <a:cubicBezTo>
                    <a:pt x="53018" y="76565"/>
                    <a:pt x="53068" y="76540"/>
                    <a:pt x="53093" y="76540"/>
                  </a:cubicBezTo>
                  <a:cubicBezTo>
                    <a:pt x="53317" y="76465"/>
                    <a:pt x="53566" y="76391"/>
                    <a:pt x="53765" y="76316"/>
                  </a:cubicBezTo>
                  <a:cubicBezTo>
                    <a:pt x="53815" y="76316"/>
                    <a:pt x="53815" y="76316"/>
                    <a:pt x="53840" y="76291"/>
                  </a:cubicBezTo>
                  <a:cubicBezTo>
                    <a:pt x="53865" y="76291"/>
                    <a:pt x="53889" y="76266"/>
                    <a:pt x="53939" y="76266"/>
                  </a:cubicBezTo>
                  <a:cubicBezTo>
                    <a:pt x="53964" y="76266"/>
                    <a:pt x="53964" y="76266"/>
                    <a:pt x="53989" y="76241"/>
                  </a:cubicBezTo>
                  <a:lnTo>
                    <a:pt x="54014" y="76241"/>
                  </a:lnTo>
                  <a:cubicBezTo>
                    <a:pt x="54238" y="76167"/>
                    <a:pt x="54462" y="76067"/>
                    <a:pt x="54711" y="75968"/>
                  </a:cubicBezTo>
                  <a:close/>
                  <a:moveTo>
                    <a:pt x="94835" y="71587"/>
                  </a:moveTo>
                  <a:cubicBezTo>
                    <a:pt x="96677" y="73503"/>
                    <a:pt x="98071" y="75196"/>
                    <a:pt x="99067" y="76640"/>
                  </a:cubicBezTo>
                  <a:cubicBezTo>
                    <a:pt x="99067" y="76665"/>
                    <a:pt x="99042" y="76665"/>
                    <a:pt x="99042" y="76689"/>
                  </a:cubicBezTo>
                  <a:cubicBezTo>
                    <a:pt x="98071" y="75271"/>
                    <a:pt x="96652" y="73553"/>
                    <a:pt x="94835" y="71661"/>
                  </a:cubicBezTo>
                  <a:lnTo>
                    <a:pt x="94835" y="71587"/>
                  </a:lnTo>
                  <a:close/>
                  <a:moveTo>
                    <a:pt x="106883" y="62676"/>
                  </a:moveTo>
                  <a:cubicBezTo>
                    <a:pt x="105165" y="67231"/>
                    <a:pt x="102626" y="72035"/>
                    <a:pt x="99341" y="76689"/>
                  </a:cubicBezTo>
                  <a:lnTo>
                    <a:pt x="99316" y="76665"/>
                  </a:lnTo>
                  <a:cubicBezTo>
                    <a:pt x="99415" y="76490"/>
                    <a:pt x="99515" y="76316"/>
                    <a:pt x="99639" y="76167"/>
                  </a:cubicBezTo>
                  <a:cubicBezTo>
                    <a:pt x="100013" y="75644"/>
                    <a:pt x="100361" y="75121"/>
                    <a:pt x="100685" y="74574"/>
                  </a:cubicBezTo>
                  <a:cubicBezTo>
                    <a:pt x="100909" y="74275"/>
                    <a:pt x="101108" y="73951"/>
                    <a:pt x="101307" y="73628"/>
                  </a:cubicBezTo>
                  <a:cubicBezTo>
                    <a:pt x="101556" y="73205"/>
                    <a:pt x="101805" y="72782"/>
                    <a:pt x="102054" y="72383"/>
                  </a:cubicBezTo>
                  <a:lnTo>
                    <a:pt x="102527" y="71637"/>
                  </a:lnTo>
                  <a:cubicBezTo>
                    <a:pt x="103199" y="70467"/>
                    <a:pt x="103796" y="69322"/>
                    <a:pt x="104394" y="68177"/>
                  </a:cubicBezTo>
                  <a:cubicBezTo>
                    <a:pt x="104443" y="68027"/>
                    <a:pt x="104543" y="67853"/>
                    <a:pt x="104618" y="67729"/>
                  </a:cubicBezTo>
                  <a:cubicBezTo>
                    <a:pt x="104866" y="67231"/>
                    <a:pt x="105066" y="66733"/>
                    <a:pt x="105314" y="66285"/>
                  </a:cubicBezTo>
                  <a:cubicBezTo>
                    <a:pt x="105389" y="66161"/>
                    <a:pt x="105414" y="66061"/>
                    <a:pt x="105489" y="65936"/>
                  </a:cubicBezTo>
                  <a:cubicBezTo>
                    <a:pt x="105987" y="64841"/>
                    <a:pt x="106435" y="63746"/>
                    <a:pt x="106858" y="62676"/>
                  </a:cubicBezTo>
                  <a:close/>
                  <a:moveTo>
                    <a:pt x="12570" y="76416"/>
                  </a:moveTo>
                  <a:cubicBezTo>
                    <a:pt x="12620" y="76440"/>
                    <a:pt x="12645" y="76440"/>
                    <a:pt x="12670" y="76465"/>
                  </a:cubicBezTo>
                  <a:cubicBezTo>
                    <a:pt x="12695" y="76515"/>
                    <a:pt x="12744" y="76515"/>
                    <a:pt x="12769" y="76540"/>
                  </a:cubicBezTo>
                  <a:cubicBezTo>
                    <a:pt x="12869" y="76615"/>
                    <a:pt x="12894" y="76665"/>
                    <a:pt x="12944" y="76714"/>
                  </a:cubicBezTo>
                  <a:cubicBezTo>
                    <a:pt x="12919" y="76689"/>
                    <a:pt x="12894" y="76689"/>
                    <a:pt x="12869" y="76665"/>
                  </a:cubicBezTo>
                  <a:cubicBezTo>
                    <a:pt x="12819" y="76640"/>
                    <a:pt x="12794" y="76640"/>
                    <a:pt x="12769" y="76615"/>
                  </a:cubicBezTo>
                  <a:lnTo>
                    <a:pt x="12744" y="76565"/>
                  </a:lnTo>
                  <a:lnTo>
                    <a:pt x="12570" y="76416"/>
                  </a:lnTo>
                  <a:close/>
                  <a:moveTo>
                    <a:pt x="19166" y="72557"/>
                  </a:moveTo>
                  <a:cubicBezTo>
                    <a:pt x="19166" y="72582"/>
                    <a:pt x="19141" y="72582"/>
                    <a:pt x="19141" y="72632"/>
                  </a:cubicBezTo>
                  <a:cubicBezTo>
                    <a:pt x="19042" y="72657"/>
                    <a:pt x="18967" y="72707"/>
                    <a:pt x="18893" y="72757"/>
                  </a:cubicBezTo>
                  <a:cubicBezTo>
                    <a:pt x="18868" y="72782"/>
                    <a:pt x="18793" y="72782"/>
                    <a:pt x="18768" y="72806"/>
                  </a:cubicBezTo>
                  <a:cubicBezTo>
                    <a:pt x="18494" y="72956"/>
                    <a:pt x="18245" y="73080"/>
                    <a:pt x="17996" y="73254"/>
                  </a:cubicBezTo>
                  <a:cubicBezTo>
                    <a:pt x="17922" y="73279"/>
                    <a:pt x="17872" y="73304"/>
                    <a:pt x="17772" y="73379"/>
                  </a:cubicBezTo>
                  <a:cubicBezTo>
                    <a:pt x="17524" y="73528"/>
                    <a:pt x="17299" y="73653"/>
                    <a:pt x="17100" y="73802"/>
                  </a:cubicBezTo>
                  <a:lnTo>
                    <a:pt x="16802" y="74001"/>
                  </a:lnTo>
                  <a:cubicBezTo>
                    <a:pt x="16578" y="74126"/>
                    <a:pt x="16403" y="74275"/>
                    <a:pt x="16179" y="74424"/>
                  </a:cubicBezTo>
                  <a:cubicBezTo>
                    <a:pt x="16055" y="74524"/>
                    <a:pt x="15955" y="74574"/>
                    <a:pt x="15856" y="74673"/>
                  </a:cubicBezTo>
                  <a:cubicBezTo>
                    <a:pt x="15657" y="74798"/>
                    <a:pt x="15507" y="74947"/>
                    <a:pt x="15308" y="75071"/>
                  </a:cubicBezTo>
                  <a:cubicBezTo>
                    <a:pt x="15184" y="75171"/>
                    <a:pt x="15059" y="75271"/>
                    <a:pt x="14910" y="75395"/>
                  </a:cubicBezTo>
                  <a:lnTo>
                    <a:pt x="14437" y="75768"/>
                  </a:lnTo>
                  <a:cubicBezTo>
                    <a:pt x="14288" y="75893"/>
                    <a:pt x="14163" y="76017"/>
                    <a:pt x="14014" y="76142"/>
                  </a:cubicBezTo>
                  <a:cubicBezTo>
                    <a:pt x="13889" y="76266"/>
                    <a:pt x="13715" y="76391"/>
                    <a:pt x="13616" y="76515"/>
                  </a:cubicBezTo>
                  <a:cubicBezTo>
                    <a:pt x="13541" y="76565"/>
                    <a:pt x="13441" y="76640"/>
                    <a:pt x="13392" y="76714"/>
                  </a:cubicBezTo>
                  <a:lnTo>
                    <a:pt x="13367" y="76714"/>
                  </a:lnTo>
                  <a:cubicBezTo>
                    <a:pt x="13367" y="76714"/>
                    <a:pt x="13317" y="76714"/>
                    <a:pt x="13317" y="76689"/>
                  </a:cubicBezTo>
                  <a:cubicBezTo>
                    <a:pt x="13392" y="76640"/>
                    <a:pt x="13491" y="76565"/>
                    <a:pt x="13541" y="76465"/>
                  </a:cubicBezTo>
                  <a:cubicBezTo>
                    <a:pt x="13690" y="76366"/>
                    <a:pt x="13815" y="76216"/>
                    <a:pt x="13989" y="76067"/>
                  </a:cubicBezTo>
                  <a:cubicBezTo>
                    <a:pt x="14138" y="75943"/>
                    <a:pt x="14288" y="75818"/>
                    <a:pt x="14412" y="75694"/>
                  </a:cubicBezTo>
                  <a:cubicBezTo>
                    <a:pt x="14561" y="75569"/>
                    <a:pt x="14736" y="75445"/>
                    <a:pt x="14860" y="75320"/>
                  </a:cubicBezTo>
                  <a:cubicBezTo>
                    <a:pt x="15010" y="75196"/>
                    <a:pt x="15134" y="75121"/>
                    <a:pt x="15283" y="74997"/>
                  </a:cubicBezTo>
                  <a:cubicBezTo>
                    <a:pt x="15433" y="74847"/>
                    <a:pt x="15607" y="74723"/>
                    <a:pt x="15781" y="74623"/>
                  </a:cubicBezTo>
                  <a:cubicBezTo>
                    <a:pt x="15906" y="74524"/>
                    <a:pt x="16055" y="74424"/>
                    <a:pt x="16179" y="74325"/>
                  </a:cubicBezTo>
                  <a:cubicBezTo>
                    <a:pt x="16379" y="74200"/>
                    <a:pt x="16553" y="74076"/>
                    <a:pt x="16727" y="73951"/>
                  </a:cubicBezTo>
                  <a:cubicBezTo>
                    <a:pt x="16851" y="73877"/>
                    <a:pt x="16976" y="73802"/>
                    <a:pt x="17100" y="73752"/>
                  </a:cubicBezTo>
                  <a:cubicBezTo>
                    <a:pt x="17275" y="73628"/>
                    <a:pt x="17499" y="73503"/>
                    <a:pt x="17673" y="73379"/>
                  </a:cubicBezTo>
                  <a:cubicBezTo>
                    <a:pt x="17772" y="73304"/>
                    <a:pt x="17897" y="73254"/>
                    <a:pt x="17996" y="73180"/>
                  </a:cubicBezTo>
                  <a:cubicBezTo>
                    <a:pt x="18220" y="73055"/>
                    <a:pt x="18420" y="72931"/>
                    <a:pt x="18668" y="72806"/>
                  </a:cubicBezTo>
                  <a:cubicBezTo>
                    <a:pt x="18768" y="72757"/>
                    <a:pt x="18868" y="72707"/>
                    <a:pt x="18967" y="72682"/>
                  </a:cubicBezTo>
                  <a:cubicBezTo>
                    <a:pt x="19042" y="72582"/>
                    <a:pt x="19117" y="72557"/>
                    <a:pt x="19166" y="72557"/>
                  </a:cubicBezTo>
                  <a:close/>
                  <a:moveTo>
                    <a:pt x="80747" y="71089"/>
                  </a:moveTo>
                  <a:cubicBezTo>
                    <a:pt x="83361" y="73155"/>
                    <a:pt x="85999" y="75047"/>
                    <a:pt x="88538" y="76665"/>
                  </a:cubicBezTo>
                  <a:cubicBezTo>
                    <a:pt x="88538" y="76689"/>
                    <a:pt x="88488" y="76689"/>
                    <a:pt x="88488" y="76714"/>
                  </a:cubicBezTo>
                  <a:cubicBezTo>
                    <a:pt x="85974" y="75121"/>
                    <a:pt x="83336" y="73205"/>
                    <a:pt x="80722" y="71139"/>
                  </a:cubicBezTo>
                  <a:lnTo>
                    <a:pt x="80747" y="71089"/>
                  </a:lnTo>
                  <a:close/>
                  <a:moveTo>
                    <a:pt x="88687" y="76764"/>
                  </a:moveTo>
                  <a:cubicBezTo>
                    <a:pt x="88712" y="76764"/>
                    <a:pt x="88712" y="76789"/>
                    <a:pt x="88737" y="76789"/>
                  </a:cubicBezTo>
                  <a:cubicBezTo>
                    <a:pt x="88737" y="76814"/>
                    <a:pt x="88712" y="76814"/>
                    <a:pt x="88712" y="76864"/>
                  </a:cubicBezTo>
                  <a:cubicBezTo>
                    <a:pt x="88687" y="76864"/>
                    <a:pt x="88687" y="76814"/>
                    <a:pt x="88662" y="76814"/>
                  </a:cubicBezTo>
                  <a:cubicBezTo>
                    <a:pt x="88662" y="76789"/>
                    <a:pt x="88687" y="76789"/>
                    <a:pt x="88687" y="76764"/>
                  </a:cubicBezTo>
                  <a:close/>
                  <a:moveTo>
                    <a:pt x="99191" y="76814"/>
                  </a:moveTo>
                  <a:cubicBezTo>
                    <a:pt x="99191" y="76814"/>
                    <a:pt x="99191" y="76864"/>
                    <a:pt x="99241" y="76864"/>
                  </a:cubicBezTo>
                  <a:cubicBezTo>
                    <a:pt x="99241" y="76864"/>
                    <a:pt x="99191" y="76889"/>
                    <a:pt x="99191" y="76913"/>
                  </a:cubicBezTo>
                  <a:lnTo>
                    <a:pt x="99166" y="76889"/>
                  </a:lnTo>
                  <a:cubicBezTo>
                    <a:pt x="99166" y="76839"/>
                    <a:pt x="99191" y="76839"/>
                    <a:pt x="99191" y="76814"/>
                  </a:cubicBezTo>
                  <a:close/>
                  <a:moveTo>
                    <a:pt x="44033" y="76889"/>
                  </a:moveTo>
                  <a:cubicBezTo>
                    <a:pt x="44033" y="76889"/>
                    <a:pt x="44057" y="76889"/>
                    <a:pt x="44057" y="76913"/>
                  </a:cubicBezTo>
                  <a:cubicBezTo>
                    <a:pt x="44057" y="76938"/>
                    <a:pt x="44033" y="76988"/>
                    <a:pt x="44033" y="77013"/>
                  </a:cubicBezTo>
                  <a:lnTo>
                    <a:pt x="44033" y="76889"/>
                  </a:lnTo>
                  <a:close/>
                  <a:moveTo>
                    <a:pt x="93392" y="70417"/>
                  </a:moveTo>
                  <a:cubicBezTo>
                    <a:pt x="93715" y="70765"/>
                    <a:pt x="94064" y="71089"/>
                    <a:pt x="94387" y="71437"/>
                  </a:cubicBezTo>
                  <a:cubicBezTo>
                    <a:pt x="93317" y="72757"/>
                    <a:pt x="92222" y="74076"/>
                    <a:pt x="91102" y="75370"/>
                  </a:cubicBezTo>
                  <a:cubicBezTo>
                    <a:pt x="91077" y="75395"/>
                    <a:pt x="91077" y="75420"/>
                    <a:pt x="91052" y="75420"/>
                  </a:cubicBezTo>
                  <a:cubicBezTo>
                    <a:pt x="90579" y="76017"/>
                    <a:pt x="90081" y="76565"/>
                    <a:pt x="89583" y="77113"/>
                  </a:cubicBezTo>
                  <a:lnTo>
                    <a:pt x="89036" y="76739"/>
                  </a:lnTo>
                  <a:cubicBezTo>
                    <a:pt x="90678" y="74648"/>
                    <a:pt x="92147" y="72533"/>
                    <a:pt x="93392" y="70417"/>
                  </a:cubicBezTo>
                  <a:close/>
                  <a:moveTo>
                    <a:pt x="48214" y="73578"/>
                  </a:moveTo>
                  <a:cubicBezTo>
                    <a:pt x="49583" y="74325"/>
                    <a:pt x="50902" y="75345"/>
                    <a:pt x="52197" y="76640"/>
                  </a:cubicBezTo>
                  <a:cubicBezTo>
                    <a:pt x="52097" y="76665"/>
                    <a:pt x="51998" y="76665"/>
                    <a:pt x="51898" y="76689"/>
                  </a:cubicBezTo>
                  <a:cubicBezTo>
                    <a:pt x="51774" y="76714"/>
                    <a:pt x="51624" y="76764"/>
                    <a:pt x="51500" y="76789"/>
                  </a:cubicBezTo>
                  <a:cubicBezTo>
                    <a:pt x="51475" y="76789"/>
                    <a:pt x="51400" y="76814"/>
                    <a:pt x="51375" y="76814"/>
                  </a:cubicBezTo>
                  <a:cubicBezTo>
                    <a:pt x="51251" y="76864"/>
                    <a:pt x="51127" y="76864"/>
                    <a:pt x="51002" y="76889"/>
                  </a:cubicBezTo>
                  <a:cubicBezTo>
                    <a:pt x="50952" y="76889"/>
                    <a:pt x="50878" y="76913"/>
                    <a:pt x="50828" y="76913"/>
                  </a:cubicBezTo>
                  <a:cubicBezTo>
                    <a:pt x="50728" y="76938"/>
                    <a:pt x="50629" y="76938"/>
                    <a:pt x="50504" y="76988"/>
                  </a:cubicBezTo>
                  <a:cubicBezTo>
                    <a:pt x="50380" y="77013"/>
                    <a:pt x="50230" y="77013"/>
                    <a:pt x="50106" y="77038"/>
                  </a:cubicBezTo>
                  <a:lnTo>
                    <a:pt x="50006" y="77038"/>
                  </a:lnTo>
                  <a:cubicBezTo>
                    <a:pt x="49882" y="77063"/>
                    <a:pt x="49758" y="77063"/>
                    <a:pt x="49658" y="77088"/>
                  </a:cubicBezTo>
                  <a:cubicBezTo>
                    <a:pt x="49509" y="77137"/>
                    <a:pt x="49334" y="77137"/>
                    <a:pt x="49160" y="77137"/>
                  </a:cubicBezTo>
                  <a:lnTo>
                    <a:pt x="49061" y="77137"/>
                  </a:lnTo>
                  <a:cubicBezTo>
                    <a:pt x="49011" y="77137"/>
                    <a:pt x="48911" y="77137"/>
                    <a:pt x="48861" y="77162"/>
                  </a:cubicBezTo>
                  <a:cubicBezTo>
                    <a:pt x="48588" y="77162"/>
                    <a:pt x="48339" y="77187"/>
                    <a:pt x="48040" y="77187"/>
                  </a:cubicBezTo>
                  <a:cubicBezTo>
                    <a:pt x="47642" y="77187"/>
                    <a:pt x="47244" y="77162"/>
                    <a:pt x="46870" y="77137"/>
                  </a:cubicBezTo>
                  <a:cubicBezTo>
                    <a:pt x="46771" y="77137"/>
                    <a:pt x="46671" y="77113"/>
                    <a:pt x="46571" y="77113"/>
                  </a:cubicBezTo>
                  <a:cubicBezTo>
                    <a:pt x="46497" y="77113"/>
                    <a:pt x="46422" y="77063"/>
                    <a:pt x="46323" y="77063"/>
                  </a:cubicBezTo>
                  <a:cubicBezTo>
                    <a:pt x="46074" y="77038"/>
                    <a:pt x="45874" y="77013"/>
                    <a:pt x="45626" y="76938"/>
                  </a:cubicBezTo>
                  <a:cubicBezTo>
                    <a:pt x="45576" y="76938"/>
                    <a:pt x="45526" y="76913"/>
                    <a:pt x="45501" y="76913"/>
                  </a:cubicBezTo>
                  <a:cubicBezTo>
                    <a:pt x="45327" y="76889"/>
                    <a:pt x="45202" y="76814"/>
                    <a:pt x="45053" y="76789"/>
                  </a:cubicBezTo>
                  <a:cubicBezTo>
                    <a:pt x="45028" y="76789"/>
                    <a:pt x="45003" y="76764"/>
                    <a:pt x="44929" y="76764"/>
                  </a:cubicBezTo>
                  <a:cubicBezTo>
                    <a:pt x="44954" y="76640"/>
                    <a:pt x="45028" y="76490"/>
                    <a:pt x="45053" y="76366"/>
                  </a:cubicBezTo>
                  <a:cubicBezTo>
                    <a:pt x="45178" y="75893"/>
                    <a:pt x="45352" y="75495"/>
                    <a:pt x="45476" y="75146"/>
                  </a:cubicBezTo>
                  <a:cubicBezTo>
                    <a:pt x="45601" y="75071"/>
                    <a:pt x="45675" y="75022"/>
                    <a:pt x="45800" y="74947"/>
                  </a:cubicBezTo>
                  <a:lnTo>
                    <a:pt x="45999" y="74872"/>
                  </a:lnTo>
                  <a:cubicBezTo>
                    <a:pt x="46049" y="74823"/>
                    <a:pt x="46099" y="74798"/>
                    <a:pt x="46148" y="74773"/>
                  </a:cubicBezTo>
                  <a:cubicBezTo>
                    <a:pt x="46522" y="74549"/>
                    <a:pt x="46870" y="74375"/>
                    <a:pt x="47244" y="74151"/>
                  </a:cubicBezTo>
                  <a:cubicBezTo>
                    <a:pt x="47492" y="74001"/>
                    <a:pt x="47741" y="73827"/>
                    <a:pt x="47990" y="73702"/>
                  </a:cubicBezTo>
                  <a:cubicBezTo>
                    <a:pt x="48040" y="73678"/>
                    <a:pt x="48115" y="73603"/>
                    <a:pt x="48214" y="73578"/>
                  </a:cubicBezTo>
                  <a:close/>
                  <a:moveTo>
                    <a:pt x="94537" y="71587"/>
                  </a:moveTo>
                  <a:lnTo>
                    <a:pt x="94562" y="71637"/>
                  </a:lnTo>
                  <a:cubicBezTo>
                    <a:pt x="94213" y="72035"/>
                    <a:pt x="93914" y="72458"/>
                    <a:pt x="93566" y="72881"/>
                  </a:cubicBezTo>
                  <a:lnTo>
                    <a:pt x="93093" y="73429"/>
                  </a:lnTo>
                  <a:cubicBezTo>
                    <a:pt x="92545" y="74076"/>
                    <a:pt x="91973" y="74773"/>
                    <a:pt x="91425" y="75420"/>
                  </a:cubicBezTo>
                  <a:cubicBezTo>
                    <a:pt x="91176" y="75694"/>
                    <a:pt x="90952" y="75943"/>
                    <a:pt x="90703" y="76241"/>
                  </a:cubicBezTo>
                  <a:cubicBezTo>
                    <a:pt x="90405" y="76565"/>
                    <a:pt x="90106" y="76913"/>
                    <a:pt x="89807" y="77237"/>
                  </a:cubicBezTo>
                  <a:cubicBezTo>
                    <a:pt x="89782" y="77237"/>
                    <a:pt x="89782" y="77187"/>
                    <a:pt x="89733" y="77187"/>
                  </a:cubicBezTo>
                  <a:cubicBezTo>
                    <a:pt x="91425" y="75370"/>
                    <a:pt x="93018" y="73503"/>
                    <a:pt x="94537" y="71587"/>
                  </a:cubicBezTo>
                  <a:close/>
                  <a:moveTo>
                    <a:pt x="43560" y="76689"/>
                  </a:moveTo>
                  <a:cubicBezTo>
                    <a:pt x="43609" y="76689"/>
                    <a:pt x="43609" y="76739"/>
                    <a:pt x="43634" y="76739"/>
                  </a:cubicBezTo>
                  <a:cubicBezTo>
                    <a:pt x="43684" y="76764"/>
                    <a:pt x="43784" y="76789"/>
                    <a:pt x="43833" y="76814"/>
                  </a:cubicBezTo>
                  <a:cubicBezTo>
                    <a:pt x="43858" y="76938"/>
                    <a:pt x="43858" y="77113"/>
                    <a:pt x="43809" y="77262"/>
                  </a:cubicBezTo>
                  <a:cubicBezTo>
                    <a:pt x="43784" y="77237"/>
                    <a:pt x="43784" y="77187"/>
                    <a:pt x="43759" y="77187"/>
                  </a:cubicBezTo>
                  <a:cubicBezTo>
                    <a:pt x="43734" y="77162"/>
                    <a:pt x="43684" y="77113"/>
                    <a:pt x="43659" y="77063"/>
                  </a:cubicBezTo>
                  <a:cubicBezTo>
                    <a:pt x="43634" y="76938"/>
                    <a:pt x="43560" y="76814"/>
                    <a:pt x="43535" y="76739"/>
                  </a:cubicBezTo>
                  <a:lnTo>
                    <a:pt x="43560" y="76739"/>
                  </a:lnTo>
                  <a:lnTo>
                    <a:pt x="43560" y="76689"/>
                  </a:lnTo>
                  <a:close/>
                  <a:moveTo>
                    <a:pt x="88911" y="76889"/>
                  </a:moveTo>
                  <a:cubicBezTo>
                    <a:pt x="89085" y="77013"/>
                    <a:pt x="89285" y="77137"/>
                    <a:pt x="89459" y="77237"/>
                  </a:cubicBezTo>
                  <a:cubicBezTo>
                    <a:pt x="89459" y="77262"/>
                    <a:pt x="89434" y="77262"/>
                    <a:pt x="89434" y="77287"/>
                  </a:cubicBezTo>
                  <a:cubicBezTo>
                    <a:pt x="89235" y="77162"/>
                    <a:pt x="89061" y="77063"/>
                    <a:pt x="88861" y="76938"/>
                  </a:cubicBezTo>
                  <a:cubicBezTo>
                    <a:pt x="88861" y="76913"/>
                    <a:pt x="88911" y="76913"/>
                    <a:pt x="88911" y="76889"/>
                  </a:cubicBezTo>
                  <a:close/>
                  <a:moveTo>
                    <a:pt x="110243" y="61357"/>
                  </a:moveTo>
                  <a:lnTo>
                    <a:pt x="110243" y="61357"/>
                  </a:lnTo>
                  <a:cubicBezTo>
                    <a:pt x="107455" y="66683"/>
                    <a:pt x="103896" y="72060"/>
                    <a:pt x="99739" y="77312"/>
                  </a:cubicBezTo>
                  <a:cubicBezTo>
                    <a:pt x="99639" y="77162"/>
                    <a:pt x="99540" y="77038"/>
                    <a:pt x="99440" y="76889"/>
                  </a:cubicBezTo>
                  <a:cubicBezTo>
                    <a:pt x="100361" y="75619"/>
                    <a:pt x="101232" y="74300"/>
                    <a:pt x="102004" y="73006"/>
                  </a:cubicBezTo>
                  <a:cubicBezTo>
                    <a:pt x="104169" y="69446"/>
                    <a:pt x="105862" y="65961"/>
                    <a:pt x="107107" y="62601"/>
                  </a:cubicBezTo>
                  <a:cubicBezTo>
                    <a:pt x="108252" y="62253"/>
                    <a:pt x="109322" y="61854"/>
                    <a:pt x="110243" y="61357"/>
                  </a:cubicBezTo>
                  <a:close/>
                  <a:moveTo>
                    <a:pt x="52272" y="76764"/>
                  </a:moveTo>
                  <a:lnTo>
                    <a:pt x="52296" y="76789"/>
                  </a:lnTo>
                  <a:lnTo>
                    <a:pt x="52272" y="76789"/>
                  </a:lnTo>
                  <a:cubicBezTo>
                    <a:pt x="52023" y="76839"/>
                    <a:pt x="51749" y="76913"/>
                    <a:pt x="51500" y="76988"/>
                  </a:cubicBezTo>
                  <a:cubicBezTo>
                    <a:pt x="51425" y="76988"/>
                    <a:pt x="51400" y="77013"/>
                    <a:pt x="51351" y="77013"/>
                  </a:cubicBezTo>
                  <a:cubicBezTo>
                    <a:pt x="51102" y="77063"/>
                    <a:pt x="50853" y="77113"/>
                    <a:pt x="50554" y="77162"/>
                  </a:cubicBezTo>
                  <a:cubicBezTo>
                    <a:pt x="50529" y="77162"/>
                    <a:pt x="50479" y="77187"/>
                    <a:pt x="50430" y="77187"/>
                  </a:cubicBezTo>
                  <a:cubicBezTo>
                    <a:pt x="50056" y="77262"/>
                    <a:pt x="49683" y="77287"/>
                    <a:pt x="49309" y="77312"/>
                  </a:cubicBezTo>
                  <a:cubicBezTo>
                    <a:pt x="49235" y="77312"/>
                    <a:pt x="49135" y="77361"/>
                    <a:pt x="49036" y="77361"/>
                  </a:cubicBezTo>
                  <a:cubicBezTo>
                    <a:pt x="48662" y="77386"/>
                    <a:pt x="48289" y="77411"/>
                    <a:pt x="47940" y="77411"/>
                  </a:cubicBezTo>
                  <a:lnTo>
                    <a:pt x="47916" y="77411"/>
                  </a:lnTo>
                  <a:cubicBezTo>
                    <a:pt x="47542" y="77411"/>
                    <a:pt x="47169" y="77386"/>
                    <a:pt x="46795" y="77361"/>
                  </a:cubicBezTo>
                  <a:lnTo>
                    <a:pt x="46696" y="77361"/>
                  </a:lnTo>
                  <a:cubicBezTo>
                    <a:pt x="46621" y="77361"/>
                    <a:pt x="46522" y="77312"/>
                    <a:pt x="46422" y="77312"/>
                  </a:cubicBezTo>
                  <a:cubicBezTo>
                    <a:pt x="46372" y="77312"/>
                    <a:pt x="46298" y="77287"/>
                    <a:pt x="46248" y="77287"/>
                  </a:cubicBezTo>
                  <a:cubicBezTo>
                    <a:pt x="45924" y="77262"/>
                    <a:pt x="45626" y="77187"/>
                    <a:pt x="45327" y="77137"/>
                  </a:cubicBezTo>
                  <a:cubicBezTo>
                    <a:pt x="45202" y="77088"/>
                    <a:pt x="45053" y="77038"/>
                    <a:pt x="44929" y="77013"/>
                  </a:cubicBezTo>
                  <a:lnTo>
                    <a:pt x="44904" y="77013"/>
                  </a:lnTo>
                  <a:lnTo>
                    <a:pt x="44879" y="76988"/>
                  </a:lnTo>
                  <a:lnTo>
                    <a:pt x="44829" y="76938"/>
                  </a:lnTo>
                  <a:lnTo>
                    <a:pt x="45003" y="76938"/>
                  </a:lnTo>
                  <a:cubicBezTo>
                    <a:pt x="45053" y="76988"/>
                    <a:pt x="45128" y="76988"/>
                    <a:pt x="45227" y="77013"/>
                  </a:cubicBezTo>
                  <a:cubicBezTo>
                    <a:pt x="45252" y="77013"/>
                    <a:pt x="45302" y="77038"/>
                    <a:pt x="45352" y="77038"/>
                  </a:cubicBezTo>
                  <a:lnTo>
                    <a:pt x="45402" y="77038"/>
                  </a:lnTo>
                  <a:cubicBezTo>
                    <a:pt x="45501" y="77063"/>
                    <a:pt x="45601" y="77063"/>
                    <a:pt x="45650" y="77113"/>
                  </a:cubicBezTo>
                  <a:cubicBezTo>
                    <a:pt x="45725" y="77113"/>
                    <a:pt x="45775" y="77137"/>
                    <a:pt x="45850" y="77137"/>
                  </a:cubicBezTo>
                  <a:cubicBezTo>
                    <a:pt x="45974" y="77162"/>
                    <a:pt x="46049" y="77187"/>
                    <a:pt x="46173" y="77187"/>
                  </a:cubicBezTo>
                  <a:cubicBezTo>
                    <a:pt x="46273" y="77187"/>
                    <a:pt x="46372" y="77237"/>
                    <a:pt x="46472" y="77237"/>
                  </a:cubicBezTo>
                  <a:cubicBezTo>
                    <a:pt x="46522" y="77237"/>
                    <a:pt x="46596" y="77262"/>
                    <a:pt x="46646" y="77262"/>
                  </a:cubicBezTo>
                  <a:lnTo>
                    <a:pt x="46845" y="77262"/>
                  </a:lnTo>
                  <a:cubicBezTo>
                    <a:pt x="46920" y="77262"/>
                    <a:pt x="46995" y="77287"/>
                    <a:pt x="47094" y="77287"/>
                  </a:cubicBezTo>
                  <a:cubicBezTo>
                    <a:pt x="47393" y="77312"/>
                    <a:pt x="47716" y="77312"/>
                    <a:pt x="48015" y="77312"/>
                  </a:cubicBezTo>
                  <a:cubicBezTo>
                    <a:pt x="48289" y="77312"/>
                    <a:pt x="48538" y="77312"/>
                    <a:pt x="48837" y="77287"/>
                  </a:cubicBezTo>
                  <a:lnTo>
                    <a:pt x="48961" y="77287"/>
                  </a:lnTo>
                  <a:cubicBezTo>
                    <a:pt x="49011" y="77287"/>
                    <a:pt x="49085" y="77287"/>
                    <a:pt x="49135" y="77262"/>
                  </a:cubicBezTo>
                  <a:lnTo>
                    <a:pt x="49235" y="77262"/>
                  </a:lnTo>
                  <a:cubicBezTo>
                    <a:pt x="49359" y="77262"/>
                    <a:pt x="49509" y="77237"/>
                    <a:pt x="49633" y="77237"/>
                  </a:cubicBezTo>
                  <a:cubicBezTo>
                    <a:pt x="49832" y="77187"/>
                    <a:pt x="49982" y="77162"/>
                    <a:pt x="50156" y="77162"/>
                  </a:cubicBezTo>
                  <a:lnTo>
                    <a:pt x="50230" y="77162"/>
                  </a:lnTo>
                  <a:cubicBezTo>
                    <a:pt x="50280" y="77162"/>
                    <a:pt x="50380" y="77137"/>
                    <a:pt x="50430" y="77137"/>
                  </a:cubicBezTo>
                  <a:cubicBezTo>
                    <a:pt x="50479" y="77137"/>
                    <a:pt x="50529" y="77137"/>
                    <a:pt x="50554" y="77113"/>
                  </a:cubicBezTo>
                  <a:cubicBezTo>
                    <a:pt x="50629" y="77113"/>
                    <a:pt x="50678" y="77063"/>
                    <a:pt x="50753" y="77063"/>
                  </a:cubicBezTo>
                  <a:lnTo>
                    <a:pt x="50778" y="77063"/>
                  </a:lnTo>
                  <a:cubicBezTo>
                    <a:pt x="50878" y="77038"/>
                    <a:pt x="50977" y="77038"/>
                    <a:pt x="51052" y="77013"/>
                  </a:cubicBezTo>
                  <a:lnTo>
                    <a:pt x="51127" y="77013"/>
                  </a:lnTo>
                  <a:cubicBezTo>
                    <a:pt x="51176" y="77013"/>
                    <a:pt x="51226" y="76988"/>
                    <a:pt x="51276" y="76988"/>
                  </a:cubicBezTo>
                  <a:cubicBezTo>
                    <a:pt x="51500" y="76938"/>
                    <a:pt x="51724" y="76889"/>
                    <a:pt x="51923" y="76814"/>
                  </a:cubicBezTo>
                  <a:lnTo>
                    <a:pt x="52023" y="76814"/>
                  </a:lnTo>
                  <a:cubicBezTo>
                    <a:pt x="52097" y="76814"/>
                    <a:pt x="52122" y="76789"/>
                    <a:pt x="52172" y="76789"/>
                  </a:cubicBezTo>
                  <a:cubicBezTo>
                    <a:pt x="52222" y="76789"/>
                    <a:pt x="52247" y="76789"/>
                    <a:pt x="52272" y="76764"/>
                  </a:cubicBezTo>
                  <a:close/>
                  <a:moveTo>
                    <a:pt x="89608" y="77337"/>
                  </a:moveTo>
                  <a:cubicBezTo>
                    <a:pt x="89658" y="77337"/>
                    <a:pt x="89683" y="77337"/>
                    <a:pt x="89683" y="77386"/>
                  </a:cubicBezTo>
                  <a:cubicBezTo>
                    <a:pt x="89633" y="77411"/>
                    <a:pt x="89633" y="77411"/>
                    <a:pt x="89633" y="77436"/>
                  </a:cubicBezTo>
                  <a:cubicBezTo>
                    <a:pt x="89608" y="77436"/>
                    <a:pt x="89608" y="77411"/>
                    <a:pt x="89583" y="77411"/>
                  </a:cubicBezTo>
                  <a:cubicBezTo>
                    <a:pt x="89583" y="77386"/>
                    <a:pt x="89608" y="77386"/>
                    <a:pt x="89608" y="77337"/>
                  </a:cubicBezTo>
                  <a:close/>
                  <a:moveTo>
                    <a:pt x="44057" y="77386"/>
                  </a:moveTo>
                  <a:lnTo>
                    <a:pt x="44057" y="77486"/>
                  </a:lnTo>
                  <a:cubicBezTo>
                    <a:pt x="44033" y="77511"/>
                    <a:pt x="44033" y="77536"/>
                    <a:pt x="44008" y="77536"/>
                  </a:cubicBezTo>
                  <a:cubicBezTo>
                    <a:pt x="44033" y="77486"/>
                    <a:pt x="44057" y="77436"/>
                    <a:pt x="44057" y="77386"/>
                  </a:cubicBezTo>
                  <a:close/>
                  <a:moveTo>
                    <a:pt x="99316" y="77038"/>
                  </a:moveTo>
                  <a:cubicBezTo>
                    <a:pt x="99415" y="77187"/>
                    <a:pt x="99515" y="77312"/>
                    <a:pt x="99614" y="77486"/>
                  </a:cubicBezTo>
                  <a:lnTo>
                    <a:pt x="99540" y="77536"/>
                  </a:lnTo>
                  <a:cubicBezTo>
                    <a:pt x="99490" y="77386"/>
                    <a:pt x="99390" y="77237"/>
                    <a:pt x="99291" y="77113"/>
                  </a:cubicBezTo>
                  <a:cubicBezTo>
                    <a:pt x="99291" y="77063"/>
                    <a:pt x="99316" y="77063"/>
                    <a:pt x="99316" y="77038"/>
                  </a:cubicBezTo>
                  <a:close/>
                  <a:moveTo>
                    <a:pt x="110616" y="61108"/>
                  </a:moveTo>
                  <a:lnTo>
                    <a:pt x="110616" y="61108"/>
                  </a:lnTo>
                  <a:cubicBezTo>
                    <a:pt x="107754" y="66609"/>
                    <a:pt x="104120" y="72159"/>
                    <a:pt x="99863" y="77536"/>
                  </a:cubicBezTo>
                  <a:cubicBezTo>
                    <a:pt x="99863" y="77511"/>
                    <a:pt x="99814" y="77511"/>
                    <a:pt x="99814" y="77486"/>
                  </a:cubicBezTo>
                  <a:cubicBezTo>
                    <a:pt x="104095" y="72134"/>
                    <a:pt x="107704" y="66609"/>
                    <a:pt x="110517" y="61182"/>
                  </a:cubicBezTo>
                  <a:cubicBezTo>
                    <a:pt x="110567" y="61133"/>
                    <a:pt x="110591" y="61133"/>
                    <a:pt x="110616" y="61108"/>
                  </a:cubicBezTo>
                  <a:close/>
                  <a:moveTo>
                    <a:pt x="40896" y="74549"/>
                  </a:moveTo>
                  <a:cubicBezTo>
                    <a:pt x="40946" y="74574"/>
                    <a:pt x="40996" y="74648"/>
                    <a:pt x="41046" y="74673"/>
                  </a:cubicBezTo>
                  <a:cubicBezTo>
                    <a:pt x="41270" y="74897"/>
                    <a:pt x="41519" y="75071"/>
                    <a:pt x="41743" y="75295"/>
                  </a:cubicBezTo>
                  <a:lnTo>
                    <a:pt x="41767" y="75320"/>
                  </a:lnTo>
                  <a:cubicBezTo>
                    <a:pt x="41892" y="75445"/>
                    <a:pt x="42016" y="75619"/>
                    <a:pt x="42091" y="75744"/>
                  </a:cubicBezTo>
                  <a:cubicBezTo>
                    <a:pt x="42240" y="75893"/>
                    <a:pt x="42365" y="76042"/>
                    <a:pt x="42440" y="76192"/>
                  </a:cubicBezTo>
                  <a:cubicBezTo>
                    <a:pt x="41419" y="76689"/>
                    <a:pt x="40398" y="77162"/>
                    <a:pt x="39403" y="77561"/>
                  </a:cubicBezTo>
                  <a:cubicBezTo>
                    <a:pt x="39876" y="76565"/>
                    <a:pt x="40349" y="75569"/>
                    <a:pt x="40896" y="74549"/>
                  </a:cubicBezTo>
                  <a:close/>
                  <a:moveTo>
                    <a:pt x="99739" y="77610"/>
                  </a:moveTo>
                  <a:cubicBezTo>
                    <a:pt x="99739" y="77635"/>
                    <a:pt x="99739" y="77660"/>
                    <a:pt x="99764" y="77660"/>
                  </a:cubicBezTo>
                  <a:lnTo>
                    <a:pt x="99689" y="77710"/>
                  </a:lnTo>
                  <a:cubicBezTo>
                    <a:pt x="99689" y="77685"/>
                    <a:pt x="99664" y="77685"/>
                    <a:pt x="99664" y="77660"/>
                  </a:cubicBezTo>
                  <a:lnTo>
                    <a:pt x="99739" y="77610"/>
                  </a:lnTo>
                  <a:close/>
                  <a:moveTo>
                    <a:pt x="40747" y="74424"/>
                  </a:moveTo>
                  <a:lnTo>
                    <a:pt x="40772" y="74449"/>
                  </a:lnTo>
                  <a:cubicBezTo>
                    <a:pt x="40174" y="75544"/>
                    <a:pt x="39652" y="76640"/>
                    <a:pt x="39154" y="77685"/>
                  </a:cubicBezTo>
                  <a:cubicBezTo>
                    <a:pt x="39129" y="77685"/>
                    <a:pt x="39129" y="77685"/>
                    <a:pt x="39079" y="77735"/>
                  </a:cubicBezTo>
                  <a:cubicBezTo>
                    <a:pt x="39577" y="76615"/>
                    <a:pt x="40150" y="75520"/>
                    <a:pt x="40747" y="74424"/>
                  </a:cubicBezTo>
                  <a:close/>
                  <a:moveTo>
                    <a:pt x="42614" y="76366"/>
                  </a:moveTo>
                  <a:lnTo>
                    <a:pt x="42614" y="76391"/>
                  </a:lnTo>
                  <a:lnTo>
                    <a:pt x="42639" y="76416"/>
                  </a:lnTo>
                  <a:cubicBezTo>
                    <a:pt x="41494" y="76938"/>
                    <a:pt x="40374" y="77436"/>
                    <a:pt x="39278" y="77884"/>
                  </a:cubicBezTo>
                  <a:cubicBezTo>
                    <a:pt x="39278" y="77859"/>
                    <a:pt x="39278" y="77859"/>
                    <a:pt x="39303" y="77859"/>
                  </a:cubicBezTo>
                  <a:cubicBezTo>
                    <a:pt x="40398" y="77386"/>
                    <a:pt x="41494" y="76889"/>
                    <a:pt x="42614" y="76366"/>
                  </a:cubicBezTo>
                  <a:close/>
                  <a:moveTo>
                    <a:pt x="62477" y="72085"/>
                  </a:moveTo>
                  <a:cubicBezTo>
                    <a:pt x="62651" y="72259"/>
                    <a:pt x="62800" y="72433"/>
                    <a:pt x="62950" y="72582"/>
                  </a:cubicBezTo>
                  <a:cubicBezTo>
                    <a:pt x="60734" y="74449"/>
                    <a:pt x="58445" y="76266"/>
                    <a:pt x="56055" y="77984"/>
                  </a:cubicBezTo>
                  <a:cubicBezTo>
                    <a:pt x="55856" y="77287"/>
                    <a:pt x="55557" y="76665"/>
                    <a:pt x="55234" y="76067"/>
                  </a:cubicBezTo>
                  <a:lnTo>
                    <a:pt x="55706" y="75893"/>
                  </a:lnTo>
                  <a:cubicBezTo>
                    <a:pt x="55756" y="75868"/>
                    <a:pt x="55831" y="75818"/>
                    <a:pt x="55906" y="75793"/>
                  </a:cubicBezTo>
                  <a:cubicBezTo>
                    <a:pt x="56055" y="75744"/>
                    <a:pt x="56204" y="75669"/>
                    <a:pt x="56354" y="75619"/>
                  </a:cubicBezTo>
                  <a:cubicBezTo>
                    <a:pt x="56403" y="75569"/>
                    <a:pt x="56478" y="75544"/>
                    <a:pt x="56503" y="75544"/>
                  </a:cubicBezTo>
                  <a:cubicBezTo>
                    <a:pt x="56528" y="75520"/>
                    <a:pt x="56578" y="75520"/>
                    <a:pt x="56603" y="75495"/>
                  </a:cubicBezTo>
                  <a:cubicBezTo>
                    <a:pt x="56677" y="75445"/>
                    <a:pt x="56752" y="75420"/>
                    <a:pt x="56827" y="75395"/>
                  </a:cubicBezTo>
                  <a:lnTo>
                    <a:pt x="56851" y="75395"/>
                  </a:lnTo>
                  <a:cubicBezTo>
                    <a:pt x="56876" y="75370"/>
                    <a:pt x="56951" y="75370"/>
                    <a:pt x="56976" y="75320"/>
                  </a:cubicBezTo>
                  <a:cubicBezTo>
                    <a:pt x="57100" y="75271"/>
                    <a:pt x="57250" y="75196"/>
                    <a:pt x="57374" y="75121"/>
                  </a:cubicBezTo>
                  <a:cubicBezTo>
                    <a:pt x="57374" y="75121"/>
                    <a:pt x="57424" y="75121"/>
                    <a:pt x="57424" y="75071"/>
                  </a:cubicBezTo>
                  <a:cubicBezTo>
                    <a:pt x="57449" y="75071"/>
                    <a:pt x="57474" y="75047"/>
                    <a:pt x="57474" y="75047"/>
                  </a:cubicBezTo>
                  <a:cubicBezTo>
                    <a:pt x="57573" y="75022"/>
                    <a:pt x="57648" y="74947"/>
                    <a:pt x="57748" y="74922"/>
                  </a:cubicBezTo>
                  <a:cubicBezTo>
                    <a:pt x="57947" y="74823"/>
                    <a:pt x="58146" y="74698"/>
                    <a:pt x="58345" y="74623"/>
                  </a:cubicBezTo>
                  <a:cubicBezTo>
                    <a:pt x="58345" y="74623"/>
                    <a:pt x="58370" y="74623"/>
                    <a:pt x="58370" y="74574"/>
                  </a:cubicBezTo>
                  <a:cubicBezTo>
                    <a:pt x="58469" y="74524"/>
                    <a:pt x="58594" y="74499"/>
                    <a:pt x="58693" y="74424"/>
                  </a:cubicBezTo>
                  <a:cubicBezTo>
                    <a:pt x="58718" y="74424"/>
                    <a:pt x="58743" y="74399"/>
                    <a:pt x="58743" y="74399"/>
                  </a:cubicBezTo>
                  <a:cubicBezTo>
                    <a:pt x="58942" y="74300"/>
                    <a:pt x="59092" y="74200"/>
                    <a:pt x="59291" y="74126"/>
                  </a:cubicBezTo>
                  <a:lnTo>
                    <a:pt x="59316" y="74126"/>
                  </a:lnTo>
                  <a:cubicBezTo>
                    <a:pt x="59440" y="74051"/>
                    <a:pt x="59540" y="74001"/>
                    <a:pt x="59664" y="73926"/>
                  </a:cubicBezTo>
                  <a:cubicBezTo>
                    <a:pt x="59838" y="73802"/>
                    <a:pt x="60038" y="73702"/>
                    <a:pt x="60237" y="73578"/>
                  </a:cubicBezTo>
                  <a:cubicBezTo>
                    <a:pt x="60286" y="73553"/>
                    <a:pt x="60336" y="73528"/>
                    <a:pt x="60361" y="73503"/>
                  </a:cubicBezTo>
                  <a:cubicBezTo>
                    <a:pt x="60461" y="73429"/>
                    <a:pt x="60560" y="73404"/>
                    <a:pt x="60610" y="73329"/>
                  </a:cubicBezTo>
                  <a:cubicBezTo>
                    <a:pt x="60809" y="73205"/>
                    <a:pt x="60983" y="73080"/>
                    <a:pt x="61183" y="73006"/>
                  </a:cubicBezTo>
                  <a:cubicBezTo>
                    <a:pt x="61307" y="72906"/>
                    <a:pt x="61456" y="72806"/>
                    <a:pt x="61581" y="72707"/>
                  </a:cubicBezTo>
                  <a:lnTo>
                    <a:pt x="62153" y="72333"/>
                  </a:lnTo>
                  <a:cubicBezTo>
                    <a:pt x="62278" y="72259"/>
                    <a:pt x="62402" y="72184"/>
                    <a:pt x="62477" y="72085"/>
                  </a:cubicBezTo>
                  <a:close/>
                  <a:moveTo>
                    <a:pt x="39029" y="77934"/>
                  </a:moveTo>
                  <a:lnTo>
                    <a:pt x="39029" y="77959"/>
                  </a:lnTo>
                  <a:lnTo>
                    <a:pt x="39029" y="78009"/>
                  </a:lnTo>
                  <a:cubicBezTo>
                    <a:pt x="39017" y="78021"/>
                    <a:pt x="38998" y="78027"/>
                    <a:pt x="38983" y="78027"/>
                  </a:cubicBezTo>
                  <a:cubicBezTo>
                    <a:pt x="38967" y="78027"/>
                    <a:pt x="38955" y="78021"/>
                    <a:pt x="38955" y="78009"/>
                  </a:cubicBezTo>
                  <a:cubicBezTo>
                    <a:pt x="38955" y="77959"/>
                    <a:pt x="38955" y="77959"/>
                    <a:pt x="39005" y="77959"/>
                  </a:cubicBezTo>
                  <a:cubicBezTo>
                    <a:pt x="39005" y="77959"/>
                    <a:pt x="39029" y="77959"/>
                    <a:pt x="39029" y="77934"/>
                  </a:cubicBezTo>
                  <a:close/>
                  <a:moveTo>
                    <a:pt x="55084" y="76142"/>
                  </a:moveTo>
                  <a:cubicBezTo>
                    <a:pt x="55383" y="76764"/>
                    <a:pt x="55706" y="77386"/>
                    <a:pt x="56055" y="78009"/>
                  </a:cubicBezTo>
                  <a:lnTo>
                    <a:pt x="56005" y="78034"/>
                  </a:lnTo>
                  <a:cubicBezTo>
                    <a:pt x="55632" y="77411"/>
                    <a:pt x="55333" y="76789"/>
                    <a:pt x="55010" y="76167"/>
                  </a:cubicBezTo>
                  <a:cubicBezTo>
                    <a:pt x="55059" y="76167"/>
                    <a:pt x="55059" y="76167"/>
                    <a:pt x="55084" y="76142"/>
                  </a:cubicBezTo>
                  <a:close/>
                  <a:moveTo>
                    <a:pt x="44505" y="77212"/>
                  </a:moveTo>
                  <a:lnTo>
                    <a:pt x="44530" y="77262"/>
                  </a:lnTo>
                  <a:lnTo>
                    <a:pt x="44555" y="77287"/>
                  </a:lnTo>
                  <a:cubicBezTo>
                    <a:pt x="44505" y="77486"/>
                    <a:pt x="44431" y="77760"/>
                    <a:pt x="44381" y="78058"/>
                  </a:cubicBezTo>
                  <a:lnTo>
                    <a:pt x="44356" y="78034"/>
                  </a:lnTo>
                  <a:cubicBezTo>
                    <a:pt x="44356" y="78034"/>
                    <a:pt x="44356" y="78009"/>
                    <a:pt x="44306" y="78009"/>
                  </a:cubicBezTo>
                  <a:cubicBezTo>
                    <a:pt x="44306" y="77934"/>
                    <a:pt x="44356" y="77884"/>
                    <a:pt x="44356" y="77834"/>
                  </a:cubicBezTo>
                  <a:lnTo>
                    <a:pt x="44431" y="77461"/>
                  </a:lnTo>
                  <a:cubicBezTo>
                    <a:pt x="44481" y="77386"/>
                    <a:pt x="44481" y="77312"/>
                    <a:pt x="44505" y="77212"/>
                  </a:cubicBezTo>
                  <a:close/>
                  <a:moveTo>
                    <a:pt x="63199" y="72657"/>
                  </a:moveTo>
                  <a:cubicBezTo>
                    <a:pt x="63199" y="72682"/>
                    <a:pt x="63224" y="72682"/>
                    <a:pt x="63224" y="72707"/>
                  </a:cubicBezTo>
                  <a:cubicBezTo>
                    <a:pt x="60983" y="74623"/>
                    <a:pt x="58693" y="76416"/>
                    <a:pt x="56304" y="78133"/>
                  </a:cubicBezTo>
                  <a:cubicBezTo>
                    <a:pt x="56304" y="78083"/>
                    <a:pt x="56254" y="78083"/>
                    <a:pt x="56254" y="78058"/>
                  </a:cubicBezTo>
                  <a:cubicBezTo>
                    <a:pt x="58669" y="76366"/>
                    <a:pt x="60983" y="74524"/>
                    <a:pt x="63199" y="72657"/>
                  </a:cubicBezTo>
                  <a:close/>
                  <a:moveTo>
                    <a:pt x="3584" y="65936"/>
                  </a:moveTo>
                  <a:cubicBezTo>
                    <a:pt x="4207" y="68102"/>
                    <a:pt x="5526" y="70317"/>
                    <a:pt x="7467" y="72433"/>
                  </a:cubicBezTo>
                  <a:cubicBezTo>
                    <a:pt x="5551" y="74175"/>
                    <a:pt x="4033" y="76142"/>
                    <a:pt x="2912" y="78258"/>
                  </a:cubicBezTo>
                  <a:cubicBezTo>
                    <a:pt x="2240" y="75495"/>
                    <a:pt x="2141" y="72433"/>
                    <a:pt x="2539" y="69172"/>
                  </a:cubicBezTo>
                  <a:cubicBezTo>
                    <a:pt x="2838" y="68102"/>
                    <a:pt x="3186" y="67032"/>
                    <a:pt x="3584" y="65936"/>
                  </a:cubicBezTo>
                  <a:close/>
                  <a:moveTo>
                    <a:pt x="43809" y="78158"/>
                  </a:moveTo>
                  <a:cubicBezTo>
                    <a:pt x="43858" y="78183"/>
                    <a:pt x="43858" y="78233"/>
                    <a:pt x="43858" y="78258"/>
                  </a:cubicBezTo>
                  <a:cubicBezTo>
                    <a:pt x="43809" y="78233"/>
                    <a:pt x="43809" y="78183"/>
                    <a:pt x="43809" y="78158"/>
                  </a:cubicBezTo>
                  <a:close/>
                  <a:moveTo>
                    <a:pt x="18967" y="72931"/>
                  </a:moveTo>
                  <a:cubicBezTo>
                    <a:pt x="18121" y="74798"/>
                    <a:pt x="17349" y="76665"/>
                    <a:pt x="16652" y="78506"/>
                  </a:cubicBezTo>
                  <a:cubicBezTo>
                    <a:pt x="15557" y="77984"/>
                    <a:pt x="14537" y="77411"/>
                    <a:pt x="13516" y="76789"/>
                  </a:cubicBezTo>
                  <a:cubicBezTo>
                    <a:pt x="13616" y="76739"/>
                    <a:pt x="13665" y="76640"/>
                    <a:pt x="13765" y="76565"/>
                  </a:cubicBezTo>
                  <a:cubicBezTo>
                    <a:pt x="13889" y="76440"/>
                    <a:pt x="14014" y="76316"/>
                    <a:pt x="14138" y="76241"/>
                  </a:cubicBezTo>
                  <a:lnTo>
                    <a:pt x="14611" y="75868"/>
                  </a:lnTo>
                  <a:cubicBezTo>
                    <a:pt x="14761" y="75744"/>
                    <a:pt x="14885" y="75619"/>
                    <a:pt x="15034" y="75520"/>
                  </a:cubicBezTo>
                  <a:cubicBezTo>
                    <a:pt x="15184" y="75395"/>
                    <a:pt x="15308" y="75295"/>
                    <a:pt x="15482" y="75171"/>
                  </a:cubicBezTo>
                  <a:lnTo>
                    <a:pt x="15930" y="74798"/>
                  </a:lnTo>
                  <a:cubicBezTo>
                    <a:pt x="16055" y="74698"/>
                    <a:pt x="16229" y="74623"/>
                    <a:pt x="16354" y="74524"/>
                  </a:cubicBezTo>
                  <a:cubicBezTo>
                    <a:pt x="16528" y="74399"/>
                    <a:pt x="16677" y="74275"/>
                    <a:pt x="16876" y="74151"/>
                  </a:cubicBezTo>
                  <a:cubicBezTo>
                    <a:pt x="17001" y="74051"/>
                    <a:pt x="17125" y="74001"/>
                    <a:pt x="17250" y="73926"/>
                  </a:cubicBezTo>
                  <a:cubicBezTo>
                    <a:pt x="17424" y="73802"/>
                    <a:pt x="17648" y="73678"/>
                    <a:pt x="17847" y="73553"/>
                  </a:cubicBezTo>
                  <a:cubicBezTo>
                    <a:pt x="17922" y="73503"/>
                    <a:pt x="18046" y="73429"/>
                    <a:pt x="18146" y="73379"/>
                  </a:cubicBezTo>
                  <a:lnTo>
                    <a:pt x="18793" y="73006"/>
                  </a:lnTo>
                  <a:cubicBezTo>
                    <a:pt x="18868" y="72956"/>
                    <a:pt x="18893" y="72931"/>
                    <a:pt x="18967" y="72931"/>
                  </a:cubicBezTo>
                  <a:close/>
                  <a:moveTo>
                    <a:pt x="2215" y="70292"/>
                  </a:moveTo>
                  <a:cubicBezTo>
                    <a:pt x="1967" y="73205"/>
                    <a:pt x="2141" y="75992"/>
                    <a:pt x="2738" y="78531"/>
                  </a:cubicBezTo>
                  <a:cubicBezTo>
                    <a:pt x="2713" y="78556"/>
                    <a:pt x="2713" y="78581"/>
                    <a:pt x="2713" y="78631"/>
                  </a:cubicBezTo>
                  <a:cubicBezTo>
                    <a:pt x="2116" y="76167"/>
                    <a:pt x="1942" y="73454"/>
                    <a:pt x="2116" y="70591"/>
                  </a:cubicBezTo>
                  <a:cubicBezTo>
                    <a:pt x="2141" y="70492"/>
                    <a:pt x="2191" y="70392"/>
                    <a:pt x="2215" y="70292"/>
                  </a:cubicBezTo>
                  <a:close/>
                  <a:moveTo>
                    <a:pt x="19365" y="72757"/>
                  </a:moveTo>
                  <a:cubicBezTo>
                    <a:pt x="18420" y="74698"/>
                    <a:pt x="17598" y="76665"/>
                    <a:pt x="16901" y="78631"/>
                  </a:cubicBezTo>
                  <a:cubicBezTo>
                    <a:pt x="16876" y="78631"/>
                    <a:pt x="16876" y="78581"/>
                    <a:pt x="16851" y="78581"/>
                  </a:cubicBezTo>
                  <a:cubicBezTo>
                    <a:pt x="17548" y="76665"/>
                    <a:pt x="18370" y="74723"/>
                    <a:pt x="19266" y="72782"/>
                  </a:cubicBezTo>
                  <a:cubicBezTo>
                    <a:pt x="19291" y="72782"/>
                    <a:pt x="19316" y="72757"/>
                    <a:pt x="19365" y="72757"/>
                  </a:cubicBezTo>
                  <a:close/>
                  <a:moveTo>
                    <a:pt x="7592" y="72582"/>
                  </a:moveTo>
                  <a:lnTo>
                    <a:pt x="7642" y="72632"/>
                  </a:lnTo>
                  <a:cubicBezTo>
                    <a:pt x="5650" y="74424"/>
                    <a:pt x="4082" y="76440"/>
                    <a:pt x="2987" y="78656"/>
                  </a:cubicBezTo>
                  <a:cubicBezTo>
                    <a:pt x="2987" y="78631"/>
                    <a:pt x="2987" y="78581"/>
                    <a:pt x="2962" y="78581"/>
                  </a:cubicBezTo>
                  <a:cubicBezTo>
                    <a:pt x="4057" y="76416"/>
                    <a:pt x="5650" y="74399"/>
                    <a:pt x="7592" y="72582"/>
                  </a:cubicBezTo>
                  <a:close/>
                  <a:moveTo>
                    <a:pt x="13416" y="76938"/>
                  </a:moveTo>
                  <a:lnTo>
                    <a:pt x="13416" y="76938"/>
                  </a:lnTo>
                  <a:cubicBezTo>
                    <a:pt x="14437" y="77561"/>
                    <a:pt x="15507" y="78158"/>
                    <a:pt x="16603" y="78681"/>
                  </a:cubicBezTo>
                  <a:cubicBezTo>
                    <a:pt x="16603" y="78730"/>
                    <a:pt x="16603" y="78730"/>
                    <a:pt x="16553" y="78755"/>
                  </a:cubicBezTo>
                  <a:cubicBezTo>
                    <a:pt x="15557" y="78282"/>
                    <a:pt x="14611" y="77760"/>
                    <a:pt x="13690" y="77187"/>
                  </a:cubicBezTo>
                  <a:cubicBezTo>
                    <a:pt x="13616" y="77088"/>
                    <a:pt x="13516" y="77038"/>
                    <a:pt x="13416" y="76938"/>
                  </a:cubicBezTo>
                  <a:close/>
                  <a:moveTo>
                    <a:pt x="16777" y="78755"/>
                  </a:moveTo>
                  <a:cubicBezTo>
                    <a:pt x="16802" y="78755"/>
                    <a:pt x="16802" y="78780"/>
                    <a:pt x="16851" y="78780"/>
                  </a:cubicBezTo>
                  <a:cubicBezTo>
                    <a:pt x="16851" y="78805"/>
                    <a:pt x="16802" y="78805"/>
                    <a:pt x="16802" y="78855"/>
                  </a:cubicBezTo>
                  <a:cubicBezTo>
                    <a:pt x="16777" y="78855"/>
                    <a:pt x="16752" y="78855"/>
                    <a:pt x="16752" y="78805"/>
                  </a:cubicBezTo>
                  <a:cubicBezTo>
                    <a:pt x="16752" y="78780"/>
                    <a:pt x="16777" y="78780"/>
                    <a:pt x="16777" y="78755"/>
                  </a:cubicBezTo>
                  <a:close/>
                  <a:moveTo>
                    <a:pt x="54835" y="76192"/>
                  </a:moveTo>
                  <a:cubicBezTo>
                    <a:pt x="55134" y="76814"/>
                    <a:pt x="55482" y="77486"/>
                    <a:pt x="55831" y="78133"/>
                  </a:cubicBezTo>
                  <a:cubicBezTo>
                    <a:pt x="55458" y="78407"/>
                    <a:pt x="55084" y="78656"/>
                    <a:pt x="54711" y="78905"/>
                  </a:cubicBezTo>
                  <a:cubicBezTo>
                    <a:pt x="54138" y="78233"/>
                    <a:pt x="53591" y="77511"/>
                    <a:pt x="52968" y="76864"/>
                  </a:cubicBezTo>
                  <a:cubicBezTo>
                    <a:pt x="53018" y="76814"/>
                    <a:pt x="53093" y="76814"/>
                    <a:pt x="53143" y="76789"/>
                  </a:cubicBezTo>
                  <a:cubicBezTo>
                    <a:pt x="53192" y="76789"/>
                    <a:pt x="53192" y="76789"/>
                    <a:pt x="53217" y="76764"/>
                  </a:cubicBezTo>
                  <a:cubicBezTo>
                    <a:pt x="53367" y="76714"/>
                    <a:pt x="53491" y="76665"/>
                    <a:pt x="53641" y="76615"/>
                  </a:cubicBezTo>
                  <a:lnTo>
                    <a:pt x="53690" y="76615"/>
                  </a:lnTo>
                  <a:cubicBezTo>
                    <a:pt x="53740" y="76565"/>
                    <a:pt x="53840" y="76565"/>
                    <a:pt x="53889" y="76540"/>
                  </a:cubicBezTo>
                  <a:cubicBezTo>
                    <a:pt x="53964" y="76515"/>
                    <a:pt x="54014" y="76515"/>
                    <a:pt x="54089" y="76490"/>
                  </a:cubicBezTo>
                  <a:lnTo>
                    <a:pt x="54537" y="76291"/>
                  </a:lnTo>
                  <a:cubicBezTo>
                    <a:pt x="54586" y="76291"/>
                    <a:pt x="54586" y="76291"/>
                    <a:pt x="54611" y="76266"/>
                  </a:cubicBezTo>
                  <a:cubicBezTo>
                    <a:pt x="54661" y="76241"/>
                    <a:pt x="54736" y="76241"/>
                    <a:pt x="54786" y="76192"/>
                  </a:cubicBezTo>
                  <a:close/>
                  <a:moveTo>
                    <a:pt x="52769" y="76913"/>
                  </a:moveTo>
                  <a:cubicBezTo>
                    <a:pt x="53392" y="77561"/>
                    <a:pt x="53989" y="78282"/>
                    <a:pt x="54561" y="79054"/>
                  </a:cubicBezTo>
                  <a:cubicBezTo>
                    <a:pt x="54512" y="79054"/>
                    <a:pt x="54512" y="79104"/>
                    <a:pt x="54487" y="79104"/>
                  </a:cubicBezTo>
                  <a:cubicBezTo>
                    <a:pt x="53939" y="78357"/>
                    <a:pt x="53342" y="77610"/>
                    <a:pt x="52695" y="76938"/>
                  </a:cubicBezTo>
                  <a:cubicBezTo>
                    <a:pt x="52720" y="76913"/>
                    <a:pt x="52744" y="76913"/>
                    <a:pt x="52769" y="76913"/>
                  </a:cubicBezTo>
                  <a:close/>
                  <a:moveTo>
                    <a:pt x="14487" y="77809"/>
                  </a:moveTo>
                  <a:lnTo>
                    <a:pt x="14487" y="77809"/>
                  </a:lnTo>
                  <a:cubicBezTo>
                    <a:pt x="15134" y="78233"/>
                    <a:pt x="15806" y="78581"/>
                    <a:pt x="16528" y="78930"/>
                  </a:cubicBezTo>
                  <a:cubicBezTo>
                    <a:pt x="16503" y="79004"/>
                    <a:pt x="16503" y="79054"/>
                    <a:pt x="16478" y="79129"/>
                  </a:cubicBezTo>
                  <a:cubicBezTo>
                    <a:pt x="16403" y="79104"/>
                    <a:pt x="16329" y="79054"/>
                    <a:pt x="16279" y="79004"/>
                  </a:cubicBezTo>
                  <a:cubicBezTo>
                    <a:pt x="16055" y="78880"/>
                    <a:pt x="15806" y="78755"/>
                    <a:pt x="15607" y="78631"/>
                  </a:cubicBezTo>
                  <a:cubicBezTo>
                    <a:pt x="15607" y="78631"/>
                    <a:pt x="15557" y="78631"/>
                    <a:pt x="15557" y="78606"/>
                  </a:cubicBezTo>
                  <a:cubicBezTo>
                    <a:pt x="15383" y="78482"/>
                    <a:pt x="15234" y="78357"/>
                    <a:pt x="15034" y="78233"/>
                  </a:cubicBezTo>
                  <a:cubicBezTo>
                    <a:pt x="14860" y="78108"/>
                    <a:pt x="14661" y="77984"/>
                    <a:pt x="14487" y="77809"/>
                  </a:cubicBezTo>
                  <a:close/>
                  <a:moveTo>
                    <a:pt x="55931" y="78307"/>
                  </a:moveTo>
                  <a:cubicBezTo>
                    <a:pt x="55931" y="78357"/>
                    <a:pt x="55955" y="78357"/>
                    <a:pt x="55955" y="78382"/>
                  </a:cubicBezTo>
                  <a:cubicBezTo>
                    <a:pt x="55582" y="78631"/>
                    <a:pt x="55209" y="78880"/>
                    <a:pt x="54860" y="79129"/>
                  </a:cubicBezTo>
                  <a:cubicBezTo>
                    <a:pt x="54835" y="79129"/>
                    <a:pt x="54835" y="79104"/>
                    <a:pt x="54810" y="79104"/>
                  </a:cubicBezTo>
                  <a:cubicBezTo>
                    <a:pt x="55184" y="78855"/>
                    <a:pt x="55557" y="78581"/>
                    <a:pt x="55931" y="78307"/>
                  </a:cubicBezTo>
                  <a:close/>
                  <a:moveTo>
                    <a:pt x="16691" y="79018"/>
                  </a:moveTo>
                  <a:cubicBezTo>
                    <a:pt x="16708" y="79018"/>
                    <a:pt x="16735" y="79029"/>
                    <a:pt x="16752" y="79029"/>
                  </a:cubicBezTo>
                  <a:cubicBezTo>
                    <a:pt x="16727" y="79104"/>
                    <a:pt x="16677" y="79154"/>
                    <a:pt x="16677" y="79253"/>
                  </a:cubicBezTo>
                  <a:cubicBezTo>
                    <a:pt x="16652" y="79253"/>
                    <a:pt x="16652" y="79203"/>
                    <a:pt x="16627" y="79203"/>
                  </a:cubicBezTo>
                  <a:cubicBezTo>
                    <a:pt x="16652" y="79154"/>
                    <a:pt x="16677" y="79104"/>
                    <a:pt x="16677" y="79029"/>
                  </a:cubicBezTo>
                  <a:cubicBezTo>
                    <a:pt x="16677" y="79021"/>
                    <a:pt x="16683" y="79018"/>
                    <a:pt x="16691" y="79018"/>
                  </a:cubicBezTo>
                  <a:close/>
                  <a:moveTo>
                    <a:pt x="22776" y="71288"/>
                  </a:moveTo>
                  <a:cubicBezTo>
                    <a:pt x="23672" y="72184"/>
                    <a:pt x="24792" y="72931"/>
                    <a:pt x="26086" y="73454"/>
                  </a:cubicBezTo>
                  <a:cubicBezTo>
                    <a:pt x="23273" y="74723"/>
                    <a:pt x="20635" y="76714"/>
                    <a:pt x="18444" y="79278"/>
                  </a:cubicBezTo>
                  <a:cubicBezTo>
                    <a:pt x="17996" y="79079"/>
                    <a:pt x="17524" y="78880"/>
                    <a:pt x="17051" y="78656"/>
                  </a:cubicBezTo>
                  <a:cubicBezTo>
                    <a:pt x="17772" y="76665"/>
                    <a:pt x="18644" y="74648"/>
                    <a:pt x="19614" y="72582"/>
                  </a:cubicBezTo>
                  <a:cubicBezTo>
                    <a:pt x="19664" y="72557"/>
                    <a:pt x="19764" y="72508"/>
                    <a:pt x="19813" y="72458"/>
                  </a:cubicBezTo>
                  <a:cubicBezTo>
                    <a:pt x="19913" y="72433"/>
                    <a:pt x="19988" y="72408"/>
                    <a:pt x="20062" y="72333"/>
                  </a:cubicBezTo>
                  <a:cubicBezTo>
                    <a:pt x="20336" y="72209"/>
                    <a:pt x="20560" y="72134"/>
                    <a:pt x="20859" y="72010"/>
                  </a:cubicBezTo>
                  <a:cubicBezTo>
                    <a:pt x="20909" y="71960"/>
                    <a:pt x="21008" y="71935"/>
                    <a:pt x="21058" y="71910"/>
                  </a:cubicBezTo>
                  <a:cubicBezTo>
                    <a:pt x="21357" y="71786"/>
                    <a:pt x="21606" y="71686"/>
                    <a:pt x="21879" y="71587"/>
                  </a:cubicBezTo>
                  <a:cubicBezTo>
                    <a:pt x="21929" y="71562"/>
                    <a:pt x="22004" y="71562"/>
                    <a:pt x="22054" y="71537"/>
                  </a:cubicBezTo>
                  <a:cubicBezTo>
                    <a:pt x="22303" y="71437"/>
                    <a:pt x="22527" y="71388"/>
                    <a:pt x="22776" y="71288"/>
                  </a:cubicBezTo>
                  <a:close/>
                  <a:moveTo>
                    <a:pt x="54636" y="79203"/>
                  </a:moveTo>
                  <a:cubicBezTo>
                    <a:pt x="54686" y="79203"/>
                    <a:pt x="54686" y="79203"/>
                    <a:pt x="54686" y="79253"/>
                  </a:cubicBezTo>
                  <a:cubicBezTo>
                    <a:pt x="54636" y="79253"/>
                    <a:pt x="54636" y="79278"/>
                    <a:pt x="54611" y="79278"/>
                  </a:cubicBezTo>
                  <a:lnTo>
                    <a:pt x="54586" y="79253"/>
                  </a:lnTo>
                  <a:cubicBezTo>
                    <a:pt x="54611" y="79253"/>
                    <a:pt x="54611" y="79203"/>
                    <a:pt x="54636" y="79203"/>
                  </a:cubicBezTo>
                  <a:close/>
                  <a:moveTo>
                    <a:pt x="44057" y="78805"/>
                  </a:moveTo>
                  <a:cubicBezTo>
                    <a:pt x="44057" y="78880"/>
                    <a:pt x="44107" y="78930"/>
                    <a:pt x="44132" y="79004"/>
                  </a:cubicBezTo>
                  <a:cubicBezTo>
                    <a:pt x="44157" y="79104"/>
                    <a:pt x="44157" y="79178"/>
                    <a:pt x="44182" y="79278"/>
                  </a:cubicBezTo>
                  <a:lnTo>
                    <a:pt x="44182" y="79328"/>
                  </a:lnTo>
                  <a:lnTo>
                    <a:pt x="44132" y="79328"/>
                  </a:lnTo>
                  <a:cubicBezTo>
                    <a:pt x="44107" y="79178"/>
                    <a:pt x="44107" y="79054"/>
                    <a:pt x="44057" y="78905"/>
                  </a:cubicBezTo>
                  <a:lnTo>
                    <a:pt x="44057" y="78805"/>
                  </a:lnTo>
                  <a:close/>
                  <a:moveTo>
                    <a:pt x="13292" y="77162"/>
                  </a:moveTo>
                  <a:cubicBezTo>
                    <a:pt x="13317" y="77187"/>
                    <a:pt x="13367" y="77187"/>
                    <a:pt x="13416" y="77237"/>
                  </a:cubicBezTo>
                  <a:lnTo>
                    <a:pt x="13441" y="77262"/>
                  </a:lnTo>
                  <a:cubicBezTo>
                    <a:pt x="13466" y="77287"/>
                    <a:pt x="13516" y="77287"/>
                    <a:pt x="13516" y="77312"/>
                  </a:cubicBezTo>
                  <a:cubicBezTo>
                    <a:pt x="13690" y="77511"/>
                    <a:pt x="13889" y="77660"/>
                    <a:pt x="14064" y="77809"/>
                  </a:cubicBezTo>
                  <a:cubicBezTo>
                    <a:pt x="14138" y="77859"/>
                    <a:pt x="14188" y="77909"/>
                    <a:pt x="14238" y="77934"/>
                  </a:cubicBezTo>
                  <a:lnTo>
                    <a:pt x="14263" y="77984"/>
                  </a:lnTo>
                  <a:lnTo>
                    <a:pt x="14313" y="78034"/>
                  </a:lnTo>
                  <a:cubicBezTo>
                    <a:pt x="14537" y="78183"/>
                    <a:pt x="14761" y="78382"/>
                    <a:pt x="14960" y="78531"/>
                  </a:cubicBezTo>
                  <a:cubicBezTo>
                    <a:pt x="15059" y="78606"/>
                    <a:pt x="15134" y="78631"/>
                    <a:pt x="15209" y="78681"/>
                  </a:cubicBezTo>
                  <a:cubicBezTo>
                    <a:pt x="15258" y="78730"/>
                    <a:pt x="15283" y="78730"/>
                    <a:pt x="15308" y="78755"/>
                  </a:cubicBezTo>
                  <a:lnTo>
                    <a:pt x="15333" y="78780"/>
                  </a:lnTo>
                  <a:lnTo>
                    <a:pt x="15383" y="78780"/>
                  </a:lnTo>
                  <a:cubicBezTo>
                    <a:pt x="15408" y="78780"/>
                    <a:pt x="15408" y="78805"/>
                    <a:pt x="15433" y="78805"/>
                  </a:cubicBezTo>
                  <a:cubicBezTo>
                    <a:pt x="15582" y="78905"/>
                    <a:pt x="15781" y="79029"/>
                    <a:pt x="15930" y="79129"/>
                  </a:cubicBezTo>
                  <a:cubicBezTo>
                    <a:pt x="16030" y="79154"/>
                    <a:pt x="16080" y="79228"/>
                    <a:pt x="16179" y="79253"/>
                  </a:cubicBezTo>
                  <a:cubicBezTo>
                    <a:pt x="16254" y="79278"/>
                    <a:pt x="16279" y="79303"/>
                    <a:pt x="16329" y="79303"/>
                  </a:cubicBezTo>
                  <a:lnTo>
                    <a:pt x="16329" y="79353"/>
                  </a:lnTo>
                  <a:lnTo>
                    <a:pt x="16329" y="79378"/>
                  </a:lnTo>
                  <a:cubicBezTo>
                    <a:pt x="16005" y="79178"/>
                    <a:pt x="15657" y="79029"/>
                    <a:pt x="15333" y="78805"/>
                  </a:cubicBezTo>
                  <a:cubicBezTo>
                    <a:pt x="15308" y="78805"/>
                    <a:pt x="15308" y="78780"/>
                    <a:pt x="15283" y="78780"/>
                  </a:cubicBezTo>
                  <a:cubicBezTo>
                    <a:pt x="14561" y="78307"/>
                    <a:pt x="13889" y="77785"/>
                    <a:pt x="13292" y="77162"/>
                  </a:cubicBezTo>
                  <a:close/>
                  <a:moveTo>
                    <a:pt x="3236" y="62327"/>
                  </a:moveTo>
                  <a:lnTo>
                    <a:pt x="3236" y="62377"/>
                  </a:lnTo>
                  <a:lnTo>
                    <a:pt x="3236" y="62477"/>
                  </a:lnTo>
                  <a:lnTo>
                    <a:pt x="3236" y="62551"/>
                  </a:lnTo>
                  <a:cubicBezTo>
                    <a:pt x="3186" y="62750"/>
                    <a:pt x="3087" y="62999"/>
                    <a:pt x="3012" y="63223"/>
                  </a:cubicBezTo>
                  <a:cubicBezTo>
                    <a:pt x="2141" y="65986"/>
                    <a:pt x="1494" y="68799"/>
                    <a:pt x="1021" y="71537"/>
                  </a:cubicBezTo>
                  <a:cubicBezTo>
                    <a:pt x="622" y="73902"/>
                    <a:pt x="473" y="76142"/>
                    <a:pt x="398" y="78108"/>
                  </a:cubicBezTo>
                  <a:cubicBezTo>
                    <a:pt x="349" y="78357"/>
                    <a:pt x="324" y="78556"/>
                    <a:pt x="324" y="78805"/>
                  </a:cubicBezTo>
                  <a:lnTo>
                    <a:pt x="324" y="78880"/>
                  </a:lnTo>
                  <a:cubicBezTo>
                    <a:pt x="324" y="79054"/>
                    <a:pt x="299" y="79253"/>
                    <a:pt x="299" y="79403"/>
                  </a:cubicBezTo>
                  <a:lnTo>
                    <a:pt x="299" y="79129"/>
                  </a:lnTo>
                  <a:cubicBezTo>
                    <a:pt x="299" y="78432"/>
                    <a:pt x="324" y="77735"/>
                    <a:pt x="349" y="76988"/>
                  </a:cubicBezTo>
                  <a:lnTo>
                    <a:pt x="349" y="76913"/>
                  </a:lnTo>
                  <a:cubicBezTo>
                    <a:pt x="423" y="76017"/>
                    <a:pt x="498" y="74947"/>
                    <a:pt x="598" y="73951"/>
                  </a:cubicBezTo>
                  <a:cubicBezTo>
                    <a:pt x="697" y="73180"/>
                    <a:pt x="797" y="72383"/>
                    <a:pt x="946" y="71537"/>
                  </a:cubicBezTo>
                  <a:lnTo>
                    <a:pt x="946" y="71512"/>
                  </a:lnTo>
                  <a:cubicBezTo>
                    <a:pt x="996" y="71213"/>
                    <a:pt x="1070" y="70890"/>
                    <a:pt x="1120" y="70541"/>
                  </a:cubicBezTo>
                  <a:cubicBezTo>
                    <a:pt x="1195" y="70143"/>
                    <a:pt x="1295" y="69770"/>
                    <a:pt x="1344" y="69347"/>
                  </a:cubicBezTo>
                  <a:cubicBezTo>
                    <a:pt x="1743" y="67330"/>
                    <a:pt x="2315" y="65289"/>
                    <a:pt x="2937" y="63223"/>
                  </a:cubicBezTo>
                  <a:lnTo>
                    <a:pt x="2937" y="63198"/>
                  </a:lnTo>
                  <a:cubicBezTo>
                    <a:pt x="3012" y="62925"/>
                    <a:pt x="3112" y="62626"/>
                    <a:pt x="3236" y="62327"/>
                  </a:cubicBezTo>
                  <a:close/>
                  <a:moveTo>
                    <a:pt x="26335" y="73578"/>
                  </a:moveTo>
                  <a:cubicBezTo>
                    <a:pt x="26360" y="73578"/>
                    <a:pt x="26385" y="73603"/>
                    <a:pt x="26435" y="73603"/>
                  </a:cubicBezTo>
                  <a:cubicBezTo>
                    <a:pt x="23597" y="74847"/>
                    <a:pt x="20958" y="76814"/>
                    <a:pt x="18743" y="79403"/>
                  </a:cubicBezTo>
                  <a:cubicBezTo>
                    <a:pt x="18668" y="79403"/>
                    <a:pt x="18644" y="79403"/>
                    <a:pt x="18644" y="79378"/>
                  </a:cubicBezTo>
                  <a:cubicBezTo>
                    <a:pt x="20859" y="76789"/>
                    <a:pt x="23497" y="74823"/>
                    <a:pt x="26335" y="73578"/>
                  </a:cubicBezTo>
                  <a:close/>
                  <a:moveTo>
                    <a:pt x="1967" y="70292"/>
                  </a:moveTo>
                  <a:cubicBezTo>
                    <a:pt x="1967" y="70392"/>
                    <a:pt x="1967" y="70467"/>
                    <a:pt x="1942" y="70591"/>
                  </a:cubicBezTo>
                  <a:cubicBezTo>
                    <a:pt x="1120" y="73653"/>
                    <a:pt x="672" y="76615"/>
                    <a:pt x="498" y="79427"/>
                  </a:cubicBezTo>
                  <a:lnTo>
                    <a:pt x="498" y="79427"/>
                  </a:lnTo>
                  <a:cubicBezTo>
                    <a:pt x="498" y="79004"/>
                    <a:pt x="498" y="78531"/>
                    <a:pt x="548" y="78058"/>
                  </a:cubicBezTo>
                  <a:cubicBezTo>
                    <a:pt x="797" y="75544"/>
                    <a:pt x="1245" y="72956"/>
                    <a:pt x="1967" y="70292"/>
                  </a:cubicBezTo>
                  <a:close/>
                  <a:moveTo>
                    <a:pt x="16503" y="79403"/>
                  </a:moveTo>
                  <a:cubicBezTo>
                    <a:pt x="16553" y="79403"/>
                    <a:pt x="16603" y="79403"/>
                    <a:pt x="16603" y="79427"/>
                  </a:cubicBezTo>
                  <a:cubicBezTo>
                    <a:pt x="16603" y="79477"/>
                    <a:pt x="16553" y="79502"/>
                    <a:pt x="16553" y="79502"/>
                  </a:cubicBezTo>
                  <a:cubicBezTo>
                    <a:pt x="16528" y="79502"/>
                    <a:pt x="16528" y="79477"/>
                    <a:pt x="16503" y="79477"/>
                  </a:cubicBezTo>
                  <a:lnTo>
                    <a:pt x="16503" y="79427"/>
                  </a:lnTo>
                  <a:lnTo>
                    <a:pt x="16503" y="79403"/>
                  </a:lnTo>
                  <a:close/>
                  <a:moveTo>
                    <a:pt x="17001" y="78880"/>
                  </a:moveTo>
                  <a:cubicBezTo>
                    <a:pt x="17424" y="79104"/>
                    <a:pt x="17872" y="79278"/>
                    <a:pt x="18345" y="79477"/>
                  </a:cubicBezTo>
                  <a:cubicBezTo>
                    <a:pt x="18345" y="79502"/>
                    <a:pt x="18295" y="79502"/>
                    <a:pt x="18295" y="79527"/>
                  </a:cubicBezTo>
                  <a:cubicBezTo>
                    <a:pt x="17847" y="79353"/>
                    <a:pt x="17399" y="79129"/>
                    <a:pt x="16976" y="78930"/>
                  </a:cubicBezTo>
                  <a:cubicBezTo>
                    <a:pt x="16976" y="78905"/>
                    <a:pt x="17001" y="78880"/>
                    <a:pt x="17001" y="78880"/>
                  </a:cubicBezTo>
                  <a:close/>
                  <a:moveTo>
                    <a:pt x="38930" y="73379"/>
                  </a:moveTo>
                  <a:cubicBezTo>
                    <a:pt x="39005" y="73404"/>
                    <a:pt x="39079" y="73429"/>
                    <a:pt x="39154" y="73454"/>
                  </a:cubicBezTo>
                  <a:cubicBezTo>
                    <a:pt x="39179" y="73503"/>
                    <a:pt x="39253" y="73503"/>
                    <a:pt x="39278" y="73528"/>
                  </a:cubicBezTo>
                  <a:cubicBezTo>
                    <a:pt x="39403" y="73578"/>
                    <a:pt x="39502" y="73653"/>
                    <a:pt x="39577" y="73678"/>
                  </a:cubicBezTo>
                  <a:cubicBezTo>
                    <a:pt x="39701" y="73752"/>
                    <a:pt x="39826" y="73827"/>
                    <a:pt x="39950" y="73902"/>
                  </a:cubicBezTo>
                  <a:cubicBezTo>
                    <a:pt x="40050" y="73951"/>
                    <a:pt x="40125" y="74001"/>
                    <a:pt x="40174" y="74051"/>
                  </a:cubicBezTo>
                  <a:cubicBezTo>
                    <a:pt x="40199" y="74051"/>
                    <a:pt x="40224" y="74076"/>
                    <a:pt x="40224" y="74076"/>
                  </a:cubicBezTo>
                  <a:cubicBezTo>
                    <a:pt x="40349" y="74151"/>
                    <a:pt x="40448" y="74225"/>
                    <a:pt x="40548" y="74300"/>
                  </a:cubicBezTo>
                  <a:cubicBezTo>
                    <a:pt x="39926" y="75470"/>
                    <a:pt x="39328" y="76665"/>
                    <a:pt x="38805" y="77809"/>
                  </a:cubicBezTo>
                  <a:cubicBezTo>
                    <a:pt x="37138" y="78506"/>
                    <a:pt x="35470" y="79104"/>
                    <a:pt x="33852" y="79552"/>
                  </a:cubicBezTo>
                  <a:cubicBezTo>
                    <a:pt x="34947" y="76789"/>
                    <a:pt x="36540" y="74698"/>
                    <a:pt x="38532" y="73503"/>
                  </a:cubicBezTo>
                  <a:cubicBezTo>
                    <a:pt x="38656" y="73454"/>
                    <a:pt x="38805" y="73429"/>
                    <a:pt x="38930" y="73379"/>
                  </a:cubicBezTo>
                  <a:close/>
                  <a:moveTo>
                    <a:pt x="18519" y="79527"/>
                  </a:moveTo>
                  <a:cubicBezTo>
                    <a:pt x="18544" y="79527"/>
                    <a:pt x="18544" y="79552"/>
                    <a:pt x="18569" y="79552"/>
                  </a:cubicBezTo>
                  <a:lnTo>
                    <a:pt x="18519" y="79627"/>
                  </a:lnTo>
                  <a:cubicBezTo>
                    <a:pt x="18494" y="79627"/>
                    <a:pt x="18494" y="79602"/>
                    <a:pt x="18469" y="79602"/>
                  </a:cubicBezTo>
                  <a:lnTo>
                    <a:pt x="18519" y="79527"/>
                  </a:lnTo>
                  <a:close/>
                  <a:moveTo>
                    <a:pt x="37934" y="73653"/>
                  </a:moveTo>
                  <a:cubicBezTo>
                    <a:pt x="36142" y="74947"/>
                    <a:pt x="34649" y="76988"/>
                    <a:pt x="33653" y="79627"/>
                  </a:cubicBezTo>
                  <a:cubicBezTo>
                    <a:pt x="33603" y="79627"/>
                    <a:pt x="33578" y="79651"/>
                    <a:pt x="33553" y="79651"/>
                  </a:cubicBezTo>
                  <a:cubicBezTo>
                    <a:pt x="34549" y="77013"/>
                    <a:pt x="35968" y="74997"/>
                    <a:pt x="37760" y="73678"/>
                  </a:cubicBezTo>
                  <a:cubicBezTo>
                    <a:pt x="37810" y="73678"/>
                    <a:pt x="37884" y="73653"/>
                    <a:pt x="37934" y="73653"/>
                  </a:cubicBezTo>
                  <a:close/>
                  <a:moveTo>
                    <a:pt x="16876" y="79104"/>
                  </a:moveTo>
                  <a:cubicBezTo>
                    <a:pt x="17275" y="79278"/>
                    <a:pt x="17723" y="79477"/>
                    <a:pt x="18121" y="79651"/>
                  </a:cubicBezTo>
                  <a:cubicBezTo>
                    <a:pt x="18096" y="79726"/>
                    <a:pt x="18021" y="79751"/>
                    <a:pt x="17996" y="79801"/>
                  </a:cubicBezTo>
                  <a:cubicBezTo>
                    <a:pt x="17872" y="79776"/>
                    <a:pt x="17748" y="79726"/>
                    <a:pt x="17598" y="79651"/>
                  </a:cubicBezTo>
                  <a:cubicBezTo>
                    <a:pt x="17349" y="79552"/>
                    <a:pt x="17051" y="79427"/>
                    <a:pt x="16802" y="79303"/>
                  </a:cubicBezTo>
                  <a:cubicBezTo>
                    <a:pt x="16851" y="79253"/>
                    <a:pt x="16876" y="79154"/>
                    <a:pt x="16876" y="79104"/>
                  </a:cubicBezTo>
                  <a:close/>
                  <a:moveTo>
                    <a:pt x="38756" y="78108"/>
                  </a:moveTo>
                  <a:lnTo>
                    <a:pt x="38756" y="78133"/>
                  </a:lnTo>
                  <a:lnTo>
                    <a:pt x="38756" y="78158"/>
                  </a:lnTo>
                  <a:cubicBezTo>
                    <a:pt x="37063" y="78855"/>
                    <a:pt x="35420" y="79403"/>
                    <a:pt x="33827" y="79851"/>
                  </a:cubicBezTo>
                  <a:cubicBezTo>
                    <a:pt x="33728" y="79826"/>
                    <a:pt x="33728" y="79826"/>
                    <a:pt x="33777" y="79801"/>
                  </a:cubicBezTo>
                  <a:cubicBezTo>
                    <a:pt x="34076" y="79676"/>
                    <a:pt x="34400" y="79602"/>
                    <a:pt x="34698" y="79502"/>
                  </a:cubicBezTo>
                  <a:lnTo>
                    <a:pt x="35271" y="79303"/>
                  </a:lnTo>
                  <a:lnTo>
                    <a:pt x="35321" y="79303"/>
                  </a:lnTo>
                  <a:cubicBezTo>
                    <a:pt x="35968" y="79104"/>
                    <a:pt x="36665" y="78880"/>
                    <a:pt x="37337" y="78631"/>
                  </a:cubicBezTo>
                  <a:cubicBezTo>
                    <a:pt x="37387" y="78631"/>
                    <a:pt x="37387" y="78631"/>
                    <a:pt x="37412" y="78581"/>
                  </a:cubicBezTo>
                  <a:cubicBezTo>
                    <a:pt x="37461" y="78556"/>
                    <a:pt x="37511" y="78556"/>
                    <a:pt x="37561" y="78531"/>
                  </a:cubicBezTo>
                  <a:cubicBezTo>
                    <a:pt x="37959" y="78382"/>
                    <a:pt x="38332" y="78258"/>
                    <a:pt x="38756" y="78108"/>
                  </a:cubicBezTo>
                  <a:close/>
                  <a:moveTo>
                    <a:pt x="72458" y="64095"/>
                  </a:moveTo>
                  <a:cubicBezTo>
                    <a:pt x="74624" y="66235"/>
                    <a:pt x="77038" y="68426"/>
                    <a:pt x="79602" y="70467"/>
                  </a:cubicBezTo>
                  <a:cubicBezTo>
                    <a:pt x="76814" y="73902"/>
                    <a:pt x="73454" y="77137"/>
                    <a:pt x="69670" y="79875"/>
                  </a:cubicBezTo>
                  <a:cubicBezTo>
                    <a:pt x="69546" y="79726"/>
                    <a:pt x="69421" y="79527"/>
                    <a:pt x="69297" y="79378"/>
                  </a:cubicBezTo>
                  <a:cubicBezTo>
                    <a:pt x="68874" y="78755"/>
                    <a:pt x="68401" y="78158"/>
                    <a:pt x="67928" y="77561"/>
                  </a:cubicBezTo>
                  <a:cubicBezTo>
                    <a:pt x="67779" y="77386"/>
                    <a:pt x="67654" y="77187"/>
                    <a:pt x="67505" y="77013"/>
                  </a:cubicBezTo>
                  <a:cubicBezTo>
                    <a:pt x="66883" y="76216"/>
                    <a:pt x="66260" y="75445"/>
                    <a:pt x="65638" y="74698"/>
                  </a:cubicBezTo>
                  <a:cubicBezTo>
                    <a:pt x="65638" y="74673"/>
                    <a:pt x="65588" y="74673"/>
                    <a:pt x="65588" y="74648"/>
                  </a:cubicBezTo>
                  <a:cubicBezTo>
                    <a:pt x="65314" y="74300"/>
                    <a:pt x="65016" y="73976"/>
                    <a:pt x="64717" y="73653"/>
                  </a:cubicBezTo>
                  <a:cubicBezTo>
                    <a:pt x="64568" y="73454"/>
                    <a:pt x="64369" y="73279"/>
                    <a:pt x="64219" y="73080"/>
                  </a:cubicBezTo>
                  <a:cubicBezTo>
                    <a:pt x="64045" y="72906"/>
                    <a:pt x="63871" y="72707"/>
                    <a:pt x="63697" y="72533"/>
                  </a:cubicBezTo>
                  <a:cubicBezTo>
                    <a:pt x="66808" y="69844"/>
                    <a:pt x="69770" y="67007"/>
                    <a:pt x="72458" y="64095"/>
                  </a:cubicBezTo>
                  <a:close/>
                  <a:moveTo>
                    <a:pt x="18345" y="79751"/>
                  </a:moveTo>
                  <a:cubicBezTo>
                    <a:pt x="18370" y="79751"/>
                    <a:pt x="18370" y="79776"/>
                    <a:pt x="18395" y="79776"/>
                  </a:cubicBezTo>
                  <a:cubicBezTo>
                    <a:pt x="18370" y="79851"/>
                    <a:pt x="18295" y="79875"/>
                    <a:pt x="18270" y="79925"/>
                  </a:cubicBezTo>
                  <a:lnTo>
                    <a:pt x="18196" y="79925"/>
                  </a:lnTo>
                  <a:cubicBezTo>
                    <a:pt x="18245" y="79826"/>
                    <a:pt x="18295" y="79801"/>
                    <a:pt x="18345" y="79751"/>
                  </a:cubicBezTo>
                  <a:close/>
                  <a:moveTo>
                    <a:pt x="112856" y="59440"/>
                  </a:moveTo>
                  <a:cubicBezTo>
                    <a:pt x="111114" y="63871"/>
                    <a:pt x="108700" y="68550"/>
                    <a:pt x="105713" y="73155"/>
                  </a:cubicBezTo>
                  <a:cubicBezTo>
                    <a:pt x="105489" y="73503"/>
                    <a:pt x="105240" y="73877"/>
                    <a:pt x="105016" y="74200"/>
                  </a:cubicBezTo>
                  <a:cubicBezTo>
                    <a:pt x="103721" y="76167"/>
                    <a:pt x="102303" y="78108"/>
                    <a:pt x="100809" y="80025"/>
                  </a:cubicBezTo>
                  <a:cubicBezTo>
                    <a:pt x="100784" y="79403"/>
                    <a:pt x="100486" y="78631"/>
                    <a:pt x="99988" y="77735"/>
                  </a:cubicBezTo>
                  <a:cubicBezTo>
                    <a:pt x="104344" y="72209"/>
                    <a:pt x="108077" y="66559"/>
                    <a:pt x="110965" y="60958"/>
                  </a:cubicBezTo>
                  <a:cubicBezTo>
                    <a:pt x="111687" y="60485"/>
                    <a:pt x="112334" y="59988"/>
                    <a:pt x="112856" y="59440"/>
                  </a:cubicBezTo>
                  <a:close/>
                  <a:moveTo>
                    <a:pt x="16752" y="79527"/>
                  </a:moveTo>
                  <a:cubicBezTo>
                    <a:pt x="16851" y="79552"/>
                    <a:pt x="16926" y="79602"/>
                    <a:pt x="17026" y="79651"/>
                  </a:cubicBezTo>
                  <a:cubicBezTo>
                    <a:pt x="17125" y="79676"/>
                    <a:pt x="17175" y="79726"/>
                    <a:pt x="17275" y="79751"/>
                  </a:cubicBezTo>
                  <a:cubicBezTo>
                    <a:pt x="17474" y="79851"/>
                    <a:pt x="17673" y="79900"/>
                    <a:pt x="17872" y="80000"/>
                  </a:cubicBezTo>
                  <a:lnTo>
                    <a:pt x="17872" y="80025"/>
                  </a:lnTo>
                  <a:lnTo>
                    <a:pt x="17872" y="80050"/>
                  </a:lnTo>
                  <a:lnTo>
                    <a:pt x="16752" y="79602"/>
                  </a:lnTo>
                  <a:lnTo>
                    <a:pt x="16752" y="79552"/>
                  </a:lnTo>
                  <a:lnTo>
                    <a:pt x="16752" y="79527"/>
                  </a:lnTo>
                  <a:close/>
                  <a:moveTo>
                    <a:pt x="79751" y="70591"/>
                  </a:moveTo>
                  <a:cubicBezTo>
                    <a:pt x="79776" y="70591"/>
                    <a:pt x="79776" y="70641"/>
                    <a:pt x="79826" y="70641"/>
                  </a:cubicBezTo>
                  <a:cubicBezTo>
                    <a:pt x="77038" y="74076"/>
                    <a:pt x="73653" y="77337"/>
                    <a:pt x="69870" y="80050"/>
                  </a:cubicBezTo>
                  <a:cubicBezTo>
                    <a:pt x="69870" y="80025"/>
                    <a:pt x="69820" y="80025"/>
                    <a:pt x="69820" y="80000"/>
                  </a:cubicBezTo>
                  <a:cubicBezTo>
                    <a:pt x="73603" y="77287"/>
                    <a:pt x="76988" y="74051"/>
                    <a:pt x="79751" y="70591"/>
                  </a:cubicBezTo>
                  <a:close/>
                  <a:moveTo>
                    <a:pt x="63572" y="72707"/>
                  </a:moveTo>
                  <a:cubicBezTo>
                    <a:pt x="63721" y="72906"/>
                    <a:pt x="63896" y="73055"/>
                    <a:pt x="64070" y="73254"/>
                  </a:cubicBezTo>
                  <a:cubicBezTo>
                    <a:pt x="64219" y="73404"/>
                    <a:pt x="64393" y="73578"/>
                    <a:pt x="64543" y="73777"/>
                  </a:cubicBezTo>
                  <a:cubicBezTo>
                    <a:pt x="66260" y="75694"/>
                    <a:pt x="67953" y="77859"/>
                    <a:pt x="69571" y="80050"/>
                  </a:cubicBezTo>
                  <a:cubicBezTo>
                    <a:pt x="69571" y="80050"/>
                    <a:pt x="69546" y="80050"/>
                    <a:pt x="69546" y="80099"/>
                  </a:cubicBezTo>
                  <a:cubicBezTo>
                    <a:pt x="68177" y="78233"/>
                    <a:pt x="66808" y="76490"/>
                    <a:pt x="65439" y="74872"/>
                  </a:cubicBezTo>
                  <a:lnTo>
                    <a:pt x="65339" y="74773"/>
                  </a:lnTo>
                  <a:cubicBezTo>
                    <a:pt x="65090" y="74449"/>
                    <a:pt x="64817" y="74175"/>
                    <a:pt x="64568" y="73902"/>
                  </a:cubicBezTo>
                  <a:cubicBezTo>
                    <a:pt x="64369" y="73678"/>
                    <a:pt x="64194" y="73454"/>
                    <a:pt x="63970" y="73254"/>
                  </a:cubicBezTo>
                  <a:cubicBezTo>
                    <a:pt x="63821" y="73055"/>
                    <a:pt x="63672" y="72906"/>
                    <a:pt x="63522" y="72757"/>
                  </a:cubicBezTo>
                  <a:cubicBezTo>
                    <a:pt x="63547" y="72757"/>
                    <a:pt x="63547" y="72707"/>
                    <a:pt x="63572" y="72707"/>
                  </a:cubicBezTo>
                  <a:close/>
                  <a:moveTo>
                    <a:pt x="18295" y="80174"/>
                  </a:moveTo>
                  <a:cubicBezTo>
                    <a:pt x="18367" y="80174"/>
                    <a:pt x="18393" y="80174"/>
                    <a:pt x="18417" y="80219"/>
                  </a:cubicBezTo>
                  <a:lnTo>
                    <a:pt x="18417" y="80219"/>
                  </a:lnTo>
                  <a:cubicBezTo>
                    <a:pt x="18376" y="80204"/>
                    <a:pt x="18336" y="80189"/>
                    <a:pt x="18295" y="80174"/>
                  </a:cubicBezTo>
                  <a:close/>
                  <a:moveTo>
                    <a:pt x="99888" y="77859"/>
                  </a:moveTo>
                  <a:cubicBezTo>
                    <a:pt x="100411" y="78805"/>
                    <a:pt x="100685" y="79627"/>
                    <a:pt x="100660" y="80249"/>
                  </a:cubicBezTo>
                  <a:cubicBezTo>
                    <a:pt x="100616" y="80271"/>
                    <a:pt x="100572" y="80293"/>
                    <a:pt x="100562" y="80332"/>
                  </a:cubicBezTo>
                  <a:lnTo>
                    <a:pt x="100562" y="80332"/>
                  </a:lnTo>
                  <a:cubicBezTo>
                    <a:pt x="100630" y="79736"/>
                    <a:pt x="100356" y="78920"/>
                    <a:pt x="99814" y="77909"/>
                  </a:cubicBezTo>
                  <a:lnTo>
                    <a:pt x="99888" y="77859"/>
                  </a:lnTo>
                  <a:close/>
                  <a:moveTo>
                    <a:pt x="44232" y="79527"/>
                  </a:moveTo>
                  <a:cubicBezTo>
                    <a:pt x="44257" y="79751"/>
                    <a:pt x="44281" y="79925"/>
                    <a:pt x="44356" y="80124"/>
                  </a:cubicBezTo>
                  <a:cubicBezTo>
                    <a:pt x="44381" y="80199"/>
                    <a:pt x="44381" y="80299"/>
                    <a:pt x="44406" y="80423"/>
                  </a:cubicBezTo>
                  <a:lnTo>
                    <a:pt x="44381" y="80423"/>
                  </a:lnTo>
                  <a:cubicBezTo>
                    <a:pt x="44356" y="80124"/>
                    <a:pt x="44257" y="79826"/>
                    <a:pt x="44182" y="79527"/>
                  </a:cubicBezTo>
                  <a:close/>
                  <a:moveTo>
                    <a:pt x="18594" y="79826"/>
                  </a:moveTo>
                  <a:cubicBezTo>
                    <a:pt x="19117" y="80050"/>
                    <a:pt x="19639" y="80274"/>
                    <a:pt x="20212" y="80448"/>
                  </a:cubicBezTo>
                  <a:lnTo>
                    <a:pt x="19739" y="80373"/>
                  </a:lnTo>
                  <a:lnTo>
                    <a:pt x="19092" y="80174"/>
                  </a:lnTo>
                  <a:cubicBezTo>
                    <a:pt x="18868" y="80124"/>
                    <a:pt x="18668" y="80050"/>
                    <a:pt x="18494" y="80000"/>
                  </a:cubicBezTo>
                  <a:cubicBezTo>
                    <a:pt x="18494" y="79925"/>
                    <a:pt x="18519" y="79900"/>
                    <a:pt x="18594" y="79826"/>
                  </a:cubicBezTo>
                  <a:close/>
                  <a:moveTo>
                    <a:pt x="108127" y="69595"/>
                  </a:moveTo>
                  <a:lnTo>
                    <a:pt x="108127" y="69595"/>
                  </a:lnTo>
                  <a:cubicBezTo>
                    <a:pt x="107878" y="70093"/>
                    <a:pt x="107580" y="70591"/>
                    <a:pt x="107256" y="71089"/>
                  </a:cubicBezTo>
                  <a:cubicBezTo>
                    <a:pt x="106708" y="72035"/>
                    <a:pt x="106111" y="72931"/>
                    <a:pt x="105514" y="73877"/>
                  </a:cubicBezTo>
                  <a:cubicBezTo>
                    <a:pt x="105489" y="73926"/>
                    <a:pt x="105464" y="74001"/>
                    <a:pt x="105389" y="74051"/>
                  </a:cubicBezTo>
                  <a:cubicBezTo>
                    <a:pt x="104966" y="74698"/>
                    <a:pt x="104493" y="75395"/>
                    <a:pt x="104045" y="76042"/>
                  </a:cubicBezTo>
                  <a:cubicBezTo>
                    <a:pt x="103995" y="76117"/>
                    <a:pt x="103945" y="76192"/>
                    <a:pt x="103896" y="76266"/>
                  </a:cubicBezTo>
                  <a:cubicBezTo>
                    <a:pt x="103846" y="76366"/>
                    <a:pt x="103771" y="76416"/>
                    <a:pt x="103746" y="76515"/>
                  </a:cubicBezTo>
                  <a:lnTo>
                    <a:pt x="103000" y="77536"/>
                  </a:lnTo>
                  <a:cubicBezTo>
                    <a:pt x="102800" y="77785"/>
                    <a:pt x="102651" y="78034"/>
                    <a:pt x="102477" y="78258"/>
                  </a:cubicBezTo>
                  <a:cubicBezTo>
                    <a:pt x="102402" y="78307"/>
                    <a:pt x="102377" y="78382"/>
                    <a:pt x="102303" y="78482"/>
                  </a:cubicBezTo>
                  <a:cubicBezTo>
                    <a:pt x="102104" y="78755"/>
                    <a:pt x="101904" y="79004"/>
                    <a:pt x="101680" y="79278"/>
                  </a:cubicBezTo>
                  <a:cubicBezTo>
                    <a:pt x="101382" y="79676"/>
                    <a:pt x="101108" y="80099"/>
                    <a:pt x="100784" y="80473"/>
                  </a:cubicBezTo>
                  <a:lnTo>
                    <a:pt x="100784" y="80423"/>
                  </a:lnTo>
                  <a:lnTo>
                    <a:pt x="100784" y="80373"/>
                  </a:lnTo>
                  <a:cubicBezTo>
                    <a:pt x="100909" y="80224"/>
                    <a:pt x="101058" y="80025"/>
                    <a:pt x="101183" y="79851"/>
                  </a:cubicBezTo>
                  <a:cubicBezTo>
                    <a:pt x="102104" y="78681"/>
                    <a:pt x="103099" y="77386"/>
                    <a:pt x="103796" y="76316"/>
                  </a:cubicBezTo>
                  <a:cubicBezTo>
                    <a:pt x="104294" y="75619"/>
                    <a:pt x="104792" y="74823"/>
                    <a:pt x="105339" y="74026"/>
                  </a:cubicBezTo>
                  <a:cubicBezTo>
                    <a:pt x="105364" y="74001"/>
                    <a:pt x="105389" y="73951"/>
                    <a:pt x="105389" y="73902"/>
                  </a:cubicBezTo>
                  <a:cubicBezTo>
                    <a:pt x="106360" y="72408"/>
                    <a:pt x="107331" y="70890"/>
                    <a:pt x="108127" y="69595"/>
                  </a:cubicBezTo>
                  <a:close/>
                  <a:moveTo>
                    <a:pt x="94686" y="71811"/>
                  </a:moveTo>
                  <a:cubicBezTo>
                    <a:pt x="96503" y="73702"/>
                    <a:pt x="97922" y="75420"/>
                    <a:pt x="98893" y="76889"/>
                  </a:cubicBezTo>
                  <a:cubicBezTo>
                    <a:pt x="98196" y="77859"/>
                    <a:pt x="97499" y="78805"/>
                    <a:pt x="96752" y="79776"/>
                  </a:cubicBezTo>
                  <a:cubicBezTo>
                    <a:pt x="96702" y="79801"/>
                    <a:pt x="96702" y="79826"/>
                    <a:pt x="96677" y="79875"/>
                  </a:cubicBezTo>
                  <a:cubicBezTo>
                    <a:pt x="96503" y="80099"/>
                    <a:pt x="96304" y="80348"/>
                    <a:pt x="96155" y="80547"/>
                  </a:cubicBezTo>
                  <a:cubicBezTo>
                    <a:pt x="94412" y="79826"/>
                    <a:pt x="92272" y="78730"/>
                    <a:pt x="89957" y="77337"/>
                  </a:cubicBezTo>
                  <a:cubicBezTo>
                    <a:pt x="90355" y="76913"/>
                    <a:pt x="90778" y="76440"/>
                    <a:pt x="91151" y="76017"/>
                  </a:cubicBezTo>
                  <a:cubicBezTo>
                    <a:pt x="91226" y="75918"/>
                    <a:pt x="91326" y="75793"/>
                    <a:pt x="91425" y="75694"/>
                  </a:cubicBezTo>
                  <a:cubicBezTo>
                    <a:pt x="92072" y="74922"/>
                    <a:pt x="92720" y="74175"/>
                    <a:pt x="93392" y="73404"/>
                  </a:cubicBezTo>
                  <a:cubicBezTo>
                    <a:pt x="93441" y="73329"/>
                    <a:pt x="93466" y="73279"/>
                    <a:pt x="93541" y="73205"/>
                  </a:cubicBezTo>
                  <a:cubicBezTo>
                    <a:pt x="93914" y="72732"/>
                    <a:pt x="94313" y="72284"/>
                    <a:pt x="94686" y="71811"/>
                  </a:cubicBezTo>
                  <a:close/>
                  <a:moveTo>
                    <a:pt x="99042" y="77038"/>
                  </a:moveTo>
                  <a:lnTo>
                    <a:pt x="99067" y="77063"/>
                  </a:lnTo>
                  <a:cubicBezTo>
                    <a:pt x="98245" y="78258"/>
                    <a:pt x="97374" y="79427"/>
                    <a:pt x="96428" y="80597"/>
                  </a:cubicBezTo>
                  <a:lnTo>
                    <a:pt x="96379" y="80597"/>
                  </a:lnTo>
                  <a:cubicBezTo>
                    <a:pt x="97300" y="79403"/>
                    <a:pt x="98196" y="78233"/>
                    <a:pt x="99042" y="77038"/>
                  </a:cubicBezTo>
                  <a:close/>
                  <a:moveTo>
                    <a:pt x="79950" y="70765"/>
                  </a:moveTo>
                  <a:cubicBezTo>
                    <a:pt x="80025" y="70840"/>
                    <a:pt x="80150" y="70915"/>
                    <a:pt x="80249" y="71014"/>
                  </a:cubicBezTo>
                  <a:cubicBezTo>
                    <a:pt x="77138" y="74325"/>
                    <a:pt x="73777" y="77561"/>
                    <a:pt x="70243" y="80622"/>
                  </a:cubicBezTo>
                  <a:lnTo>
                    <a:pt x="69944" y="80249"/>
                  </a:lnTo>
                  <a:cubicBezTo>
                    <a:pt x="73777" y="77511"/>
                    <a:pt x="77163" y="74225"/>
                    <a:pt x="79950" y="70765"/>
                  </a:cubicBezTo>
                  <a:close/>
                  <a:moveTo>
                    <a:pt x="44406" y="80622"/>
                  </a:moveTo>
                  <a:cubicBezTo>
                    <a:pt x="44406" y="80640"/>
                    <a:pt x="44406" y="80659"/>
                    <a:pt x="44407" y="80677"/>
                  </a:cubicBezTo>
                  <a:lnTo>
                    <a:pt x="44407" y="80677"/>
                  </a:lnTo>
                  <a:cubicBezTo>
                    <a:pt x="44399" y="80659"/>
                    <a:pt x="44390" y="80640"/>
                    <a:pt x="44381" y="80622"/>
                  </a:cubicBezTo>
                  <a:close/>
                  <a:moveTo>
                    <a:pt x="89832" y="77486"/>
                  </a:moveTo>
                  <a:cubicBezTo>
                    <a:pt x="92147" y="78880"/>
                    <a:pt x="94263" y="79975"/>
                    <a:pt x="96030" y="80647"/>
                  </a:cubicBezTo>
                  <a:cubicBezTo>
                    <a:pt x="96030" y="80672"/>
                    <a:pt x="96005" y="80672"/>
                    <a:pt x="96005" y="80722"/>
                  </a:cubicBezTo>
                  <a:cubicBezTo>
                    <a:pt x="94213" y="80025"/>
                    <a:pt x="92097" y="78905"/>
                    <a:pt x="89807" y="77536"/>
                  </a:cubicBezTo>
                  <a:cubicBezTo>
                    <a:pt x="89807" y="77511"/>
                    <a:pt x="89832" y="77511"/>
                    <a:pt x="89832" y="77486"/>
                  </a:cubicBezTo>
                  <a:close/>
                  <a:moveTo>
                    <a:pt x="18743" y="79627"/>
                  </a:moveTo>
                  <a:cubicBezTo>
                    <a:pt x="19764" y="80050"/>
                    <a:pt x="20834" y="80423"/>
                    <a:pt x="21879" y="80747"/>
                  </a:cubicBezTo>
                  <a:cubicBezTo>
                    <a:pt x="21780" y="80747"/>
                    <a:pt x="21655" y="80747"/>
                    <a:pt x="21531" y="80722"/>
                  </a:cubicBezTo>
                  <a:cubicBezTo>
                    <a:pt x="20585" y="80398"/>
                    <a:pt x="19614" y="80050"/>
                    <a:pt x="18668" y="79676"/>
                  </a:cubicBezTo>
                  <a:lnTo>
                    <a:pt x="18743" y="79627"/>
                  </a:lnTo>
                  <a:close/>
                  <a:moveTo>
                    <a:pt x="37337" y="73777"/>
                  </a:moveTo>
                  <a:lnTo>
                    <a:pt x="37337" y="73777"/>
                  </a:lnTo>
                  <a:cubicBezTo>
                    <a:pt x="35669" y="75146"/>
                    <a:pt x="34300" y="77137"/>
                    <a:pt x="33329" y="79726"/>
                  </a:cubicBezTo>
                  <a:cubicBezTo>
                    <a:pt x="32608" y="79900"/>
                    <a:pt x="31911" y="80099"/>
                    <a:pt x="31214" y="80249"/>
                  </a:cubicBezTo>
                  <a:cubicBezTo>
                    <a:pt x="30666" y="80373"/>
                    <a:pt x="30094" y="80448"/>
                    <a:pt x="29546" y="80547"/>
                  </a:cubicBezTo>
                  <a:cubicBezTo>
                    <a:pt x="29347" y="80597"/>
                    <a:pt x="29197" y="80622"/>
                    <a:pt x="28998" y="80647"/>
                  </a:cubicBezTo>
                  <a:cubicBezTo>
                    <a:pt x="28924" y="80647"/>
                    <a:pt x="28824" y="80672"/>
                    <a:pt x="28749" y="80672"/>
                  </a:cubicBezTo>
                  <a:cubicBezTo>
                    <a:pt x="28550" y="80722"/>
                    <a:pt x="28351" y="80722"/>
                    <a:pt x="28152" y="80747"/>
                  </a:cubicBezTo>
                  <a:cubicBezTo>
                    <a:pt x="28924" y="78656"/>
                    <a:pt x="29845" y="76565"/>
                    <a:pt x="30940" y="74499"/>
                  </a:cubicBezTo>
                  <a:cubicBezTo>
                    <a:pt x="31189" y="74499"/>
                    <a:pt x="31413" y="74524"/>
                    <a:pt x="31662" y="74524"/>
                  </a:cubicBezTo>
                  <a:cubicBezTo>
                    <a:pt x="33429" y="74524"/>
                    <a:pt x="35346" y="74275"/>
                    <a:pt x="37337" y="73777"/>
                  </a:cubicBezTo>
                  <a:close/>
                  <a:moveTo>
                    <a:pt x="99191" y="77262"/>
                  </a:moveTo>
                  <a:cubicBezTo>
                    <a:pt x="99291" y="77411"/>
                    <a:pt x="99365" y="77536"/>
                    <a:pt x="99440" y="77660"/>
                  </a:cubicBezTo>
                  <a:cubicBezTo>
                    <a:pt x="98619" y="78730"/>
                    <a:pt x="97772" y="79751"/>
                    <a:pt x="96901" y="80747"/>
                  </a:cubicBezTo>
                  <a:cubicBezTo>
                    <a:pt x="96802" y="80722"/>
                    <a:pt x="96752" y="80672"/>
                    <a:pt x="96652" y="80647"/>
                  </a:cubicBezTo>
                  <a:cubicBezTo>
                    <a:pt x="97524" y="79527"/>
                    <a:pt x="98395" y="78407"/>
                    <a:pt x="99191" y="77262"/>
                  </a:cubicBezTo>
                  <a:close/>
                  <a:moveTo>
                    <a:pt x="30716" y="74499"/>
                  </a:moveTo>
                  <a:cubicBezTo>
                    <a:pt x="29621" y="76615"/>
                    <a:pt x="28700" y="78681"/>
                    <a:pt x="27878" y="80772"/>
                  </a:cubicBezTo>
                  <a:lnTo>
                    <a:pt x="27828" y="80772"/>
                  </a:lnTo>
                  <a:cubicBezTo>
                    <a:pt x="28625" y="78681"/>
                    <a:pt x="29596" y="76615"/>
                    <a:pt x="30666" y="74499"/>
                  </a:cubicBezTo>
                  <a:close/>
                  <a:moveTo>
                    <a:pt x="69770" y="80323"/>
                  </a:moveTo>
                  <a:cubicBezTo>
                    <a:pt x="69870" y="80448"/>
                    <a:pt x="69944" y="80572"/>
                    <a:pt x="70044" y="80747"/>
                  </a:cubicBezTo>
                  <a:cubicBezTo>
                    <a:pt x="70044" y="80747"/>
                    <a:pt x="70044" y="80772"/>
                    <a:pt x="70019" y="80772"/>
                  </a:cubicBezTo>
                  <a:cubicBezTo>
                    <a:pt x="69919" y="80647"/>
                    <a:pt x="69820" y="80498"/>
                    <a:pt x="69745" y="80373"/>
                  </a:cubicBezTo>
                  <a:lnTo>
                    <a:pt x="69770" y="80323"/>
                  </a:lnTo>
                  <a:close/>
                  <a:moveTo>
                    <a:pt x="80398" y="71139"/>
                  </a:moveTo>
                  <a:cubicBezTo>
                    <a:pt x="80448" y="71139"/>
                    <a:pt x="80448" y="71164"/>
                    <a:pt x="80473" y="71164"/>
                  </a:cubicBezTo>
                  <a:cubicBezTo>
                    <a:pt x="77337" y="74524"/>
                    <a:pt x="73977" y="77760"/>
                    <a:pt x="70392" y="80796"/>
                  </a:cubicBezTo>
                  <a:cubicBezTo>
                    <a:pt x="70392" y="80772"/>
                    <a:pt x="70367" y="80772"/>
                    <a:pt x="70367" y="80747"/>
                  </a:cubicBezTo>
                  <a:cubicBezTo>
                    <a:pt x="73902" y="77735"/>
                    <a:pt x="77262" y="74499"/>
                    <a:pt x="80398" y="71139"/>
                  </a:cubicBezTo>
                  <a:close/>
                  <a:moveTo>
                    <a:pt x="99540" y="77859"/>
                  </a:moveTo>
                  <a:cubicBezTo>
                    <a:pt x="99540" y="77884"/>
                    <a:pt x="99565" y="77884"/>
                    <a:pt x="99565" y="77909"/>
                  </a:cubicBezTo>
                  <a:cubicBezTo>
                    <a:pt x="98768" y="78880"/>
                    <a:pt x="97947" y="79875"/>
                    <a:pt x="97150" y="80846"/>
                  </a:cubicBezTo>
                  <a:cubicBezTo>
                    <a:pt x="97100" y="80846"/>
                    <a:pt x="97100" y="80846"/>
                    <a:pt x="97076" y="80796"/>
                  </a:cubicBezTo>
                  <a:cubicBezTo>
                    <a:pt x="97922" y="79801"/>
                    <a:pt x="98743" y="78855"/>
                    <a:pt x="99540" y="77859"/>
                  </a:cubicBezTo>
                  <a:close/>
                  <a:moveTo>
                    <a:pt x="26634" y="73752"/>
                  </a:moveTo>
                  <a:cubicBezTo>
                    <a:pt x="27804" y="74151"/>
                    <a:pt x="29073" y="74399"/>
                    <a:pt x="30467" y="74499"/>
                  </a:cubicBezTo>
                  <a:cubicBezTo>
                    <a:pt x="29372" y="76615"/>
                    <a:pt x="28451" y="78730"/>
                    <a:pt x="27629" y="80796"/>
                  </a:cubicBezTo>
                  <a:cubicBezTo>
                    <a:pt x="27455" y="80846"/>
                    <a:pt x="27231" y="80871"/>
                    <a:pt x="27057" y="80871"/>
                  </a:cubicBezTo>
                  <a:cubicBezTo>
                    <a:pt x="26883" y="80871"/>
                    <a:pt x="26758" y="80896"/>
                    <a:pt x="26609" y="80896"/>
                  </a:cubicBezTo>
                  <a:cubicBezTo>
                    <a:pt x="25986" y="80921"/>
                    <a:pt x="25364" y="80971"/>
                    <a:pt x="24742" y="80971"/>
                  </a:cubicBezTo>
                  <a:lnTo>
                    <a:pt x="24642" y="80971"/>
                  </a:lnTo>
                  <a:cubicBezTo>
                    <a:pt x="24145" y="80971"/>
                    <a:pt x="23622" y="80921"/>
                    <a:pt x="23124" y="80896"/>
                  </a:cubicBezTo>
                  <a:lnTo>
                    <a:pt x="23074" y="80896"/>
                  </a:lnTo>
                  <a:cubicBezTo>
                    <a:pt x="21655" y="80523"/>
                    <a:pt x="20262" y="80050"/>
                    <a:pt x="18893" y="79502"/>
                  </a:cubicBezTo>
                  <a:cubicBezTo>
                    <a:pt x="21133" y="76913"/>
                    <a:pt x="23821" y="74947"/>
                    <a:pt x="26634" y="73752"/>
                  </a:cubicBezTo>
                  <a:close/>
                  <a:moveTo>
                    <a:pt x="70193" y="80871"/>
                  </a:moveTo>
                  <a:cubicBezTo>
                    <a:pt x="70193" y="80896"/>
                    <a:pt x="70193" y="80921"/>
                    <a:pt x="70218" y="80921"/>
                  </a:cubicBezTo>
                  <a:lnTo>
                    <a:pt x="70193" y="80971"/>
                  </a:lnTo>
                  <a:cubicBezTo>
                    <a:pt x="70193" y="80921"/>
                    <a:pt x="70168" y="80921"/>
                    <a:pt x="70168" y="80896"/>
                  </a:cubicBezTo>
                  <a:lnTo>
                    <a:pt x="70193" y="80871"/>
                  </a:lnTo>
                  <a:close/>
                  <a:moveTo>
                    <a:pt x="18454" y="80232"/>
                  </a:moveTo>
                  <a:cubicBezTo>
                    <a:pt x="18763" y="80306"/>
                    <a:pt x="19028" y="80402"/>
                    <a:pt x="19341" y="80498"/>
                  </a:cubicBezTo>
                  <a:cubicBezTo>
                    <a:pt x="19415" y="80523"/>
                    <a:pt x="19540" y="80523"/>
                    <a:pt x="19639" y="80547"/>
                  </a:cubicBezTo>
                  <a:lnTo>
                    <a:pt x="19664" y="80547"/>
                  </a:lnTo>
                  <a:cubicBezTo>
                    <a:pt x="19988" y="80622"/>
                    <a:pt x="20262" y="80722"/>
                    <a:pt x="20610" y="80772"/>
                  </a:cubicBezTo>
                  <a:cubicBezTo>
                    <a:pt x="20759" y="80796"/>
                    <a:pt x="20909" y="80821"/>
                    <a:pt x="21108" y="80821"/>
                  </a:cubicBezTo>
                  <a:cubicBezTo>
                    <a:pt x="21158" y="80821"/>
                    <a:pt x="21207" y="80871"/>
                    <a:pt x="21257" y="80871"/>
                  </a:cubicBezTo>
                  <a:cubicBezTo>
                    <a:pt x="21307" y="80871"/>
                    <a:pt x="21382" y="80871"/>
                    <a:pt x="21456" y="80896"/>
                  </a:cubicBezTo>
                  <a:cubicBezTo>
                    <a:pt x="21481" y="80896"/>
                    <a:pt x="21506" y="80896"/>
                    <a:pt x="21531" y="80921"/>
                  </a:cubicBezTo>
                  <a:cubicBezTo>
                    <a:pt x="21581" y="80921"/>
                    <a:pt x="21631" y="80971"/>
                    <a:pt x="21655" y="80971"/>
                  </a:cubicBezTo>
                  <a:lnTo>
                    <a:pt x="21705" y="80971"/>
                  </a:lnTo>
                  <a:cubicBezTo>
                    <a:pt x="21722" y="80971"/>
                    <a:pt x="21749" y="80982"/>
                    <a:pt x="21780" y="80989"/>
                  </a:cubicBezTo>
                  <a:lnTo>
                    <a:pt x="21780" y="80989"/>
                  </a:lnTo>
                  <a:cubicBezTo>
                    <a:pt x="21631" y="80970"/>
                    <a:pt x="21516" y="80966"/>
                    <a:pt x="21382" y="80921"/>
                  </a:cubicBezTo>
                  <a:cubicBezTo>
                    <a:pt x="21257" y="80896"/>
                    <a:pt x="21158" y="80896"/>
                    <a:pt x="21083" y="80871"/>
                  </a:cubicBezTo>
                  <a:cubicBezTo>
                    <a:pt x="20171" y="80754"/>
                    <a:pt x="19281" y="80527"/>
                    <a:pt x="18454" y="80232"/>
                  </a:cubicBezTo>
                  <a:close/>
                  <a:moveTo>
                    <a:pt x="27828" y="80971"/>
                  </a:moveTo>
                  <a:lnTo>
                    <a:pt x="27828" y="80996"/>
                  </a:lnTo>
                  <a:lnTo>
                    <a:pt x="27754" y="80996"/>
                  </a:lnTo>
                  <a:lnTo>
                    <a:pt x="27754" y="80971"/>
                  </a:lnTo>
                  <a:close/>
                  <a:moveTo>
                    <a:pt x="33230" y="79975"/>
                  </a:moveTo>
                  <a:lnTo>
                    <a:pt x="33230" y="80000"/>
                  </a:lnTo>
                  <a:lnTo>
                    <a:pt x="33230" y="80025"/>
                  </a:lnTo>
                  <a:cubicBezTo>
                    <a:pt x="31811" y="80398"/>
                    <a:pt x="30392" y="80722"/>
                    <a:pt x="29073" y="80896"/>
                  </a:cubicBezTo>
                  <a:cubicBezTo>
                    <a:pt x="28973" y="80896"/>
                    <a:pt x="28899" y="80921"/>
                    <a:pt x="28824" y="80921"/>
                  </a:cubicBezTo>
                  <a:cubicBezTo>
                    <a:pt x="28550" y="80921"/>
                    <a:pt x="28252" y="80971"/>
                    <a:pt x="28003" y="80996"/>
                  </a:cubicBezTo>
                  <a:cubicBezTo>
                    <a:pt x="28301" y="80921"/>
                    <a:pt x="28525" y="80896"/>
                    <a:pt x="28774" y="80871"/>
                  </a:cubicBezTo>
                  <a:cubicBezTo>
                    <a:pt x="28849" y="80871"/>
                    <a:pt x="28924" y="80846"/>
                    <a:pt x="28998" y="80846"/>
                  </a:cubicBezTo>
                  <a:cubicBezTo>
                    <a:pt x="30367" y="80647"/>
                    <a:pt x="31811" y="80348"/>
                    <a:pt x="33230" y="79975"/>
                  </a:cubicBezTo>
                  <a:close/>
                  <a:moveTo>
                    <a:pt x="96503" y="80846"/>
                  </a:moveTo>
                  <a:cubicBezTo>
                    <a:pt x="96578" y="80871"/>
                    <a:pt x="96652" y="80896"/>
                    <a:pt x="96752" y="80921"/>
                  </a:cubicBezTo>
                  <a:cubicBezTo>
                    <a:pt x="96752" y="80971"/>
                    <a:pt x="96702" y="80971"/>
                    <a:pt x="96702" y="80996"/>
                  </a:cubicBezTo>
                  <a:cubicBezTo>
                    <a:pt x="96627" y="80971"/>
                    <a:pt x="96553" y="80921"/>
                    <a:pt x="96453" y="80896"/>
                  </a:cubicBezTo>
                  <a:cubicBezTo>
                    <a:pt x="96503" y="80871"/>
                    <a:pt x="96503" y="80846"/>
                    <a:pt x="96503" y="80846"/>
                  </a:cubicBezTo>
                  <a:close/>
                  <a:moveTo>
                    <a:pt x="96951" y="80971"/>
                  </a:moveTo>
                  <a:cubicBezTo>
                    <a:pt x="96951" y="80971"/>
                    <a:pt x="97001" y="80996"/>
                    <a:pt x="97026" y="80996"/>
                  </a:cubicBezTo>
                  <a:cubicBezTo>
                    <a:pt x="97026" y="81020"/>
                    <a:pt x="97001" y="81020"/>
                    <a:pt x="97001" y="81045"/>
                  </a:cubicBezTo>
                  <a:cubicBezTo>
                    <a:pt x="96951" y="81045"/>
                    <a:pt x="96951" y="81045"/>
                    <a:pt x="96926" y="81020"/>
                  </a:cubicBezTo>
                  <a:cubicBezTo>
                    <a:pt x="96926" y="80996"/>
                    <a:pt x="96951" y="80996"/>
                    <a:pt x="96951" y="80971"/>
                  </a:cubicBezTo>
                  <a:close/>
                  <a:moveTo>
                    <a:pt x="44406" y="78656"/>
                  </a:moveTo>
                  <a:lnTo>
                    <a:pt x="44879" y="79602"/>
                  </a:lnTo>
                  <a:cubicBezTo>
                    <a:pt x="44978" y="79776"/>
                    <a:pt x="45053" y="79975"/>
                    <a:pt x="45128" y="80149"/>
                  </a:cubicBezTo>
                  <a:cubicBezTo>
                    <a:pt x="45252" y="80473"/>
                    <a:pt x="45377" y="80747"/>
                    <a:pt x="45476" y="81045"/>
                  </a:cubicBezTo>
                  <a:cubicBezTo>
                    <a:pt x="45479" y="81053"/>
                    <a:pt x="45481" y="81061"/>
                    <a:pt x="45483" y="81069"/>
                  </a:cubicBezTo>
                  <a:lnTo>
                    <a:pt x="45483" y="81069"/>
                  </a:lnTo>
                  <a:cubicBezTo>
                    <a:pt x="45385" y="80794"/>
                    <a:pt x="45279" y="80517"/>
                    <a:pt x="45153" y="80249"/>
                  </a:cubicBezTo>
                  <a:cubicBezTo>
                    <a:pt x="45128" y="80174"/>
                    <a:pt x="45103" y="80124"/>
                    <a:pt x="45053" y="80025"/>
                  </a:cubicBezTo>
                  <a:cubicBezTo>
                    <a:pt x="44879" y="79627"/>
                    <a:pt x="44680" y="79228"/>
                    <a:pt x="44481" y="78855"/>
                  </a:cubicBezTo>
                  <a:cubicBezTo>
                    <a:pt x="44431" y="78805"/>
                    <a:pt x="44431" y="78755"/>
                    <a:pt x="44406" y="78730"/>
                  </a:cubicBezTo>
                  <a:lnTo>
                    <a:pt x="44406" y="78681"/>
                  </a:lnTo>
                  <a:lnTo>
                    <a:pt x="44406" y="78656"/>
                  </a:lnTo>
                  <a:close/>
                  <a:moveTo>
                    <a:pt x="22651" y="81045"/>
                  </a:moveTo>
                  <a:cubicBezTo>
                    <a:pt x="22751" y="81045"/>
                    <a:pt x="22850" y="81095"/>
                    <a:pt x="22950" y="81095"/>
                  </a:cubicBezTo>
                  <a:lnTo>
                    <a:pt x="23024" y="81095"/>
                  </a:lnTo>
                  <a:cubicBezTo>
                    <a:pt x="23074" y="81095"/>
                    <a:pt x="23124" y="81120"/>
                    <a:pt x="23149" y="81120"/>
                  </a:cubicBezTo>
                  <a:lnTo>
                    <a:pt x="23199" y="81120"/>
                  </a:lnTo>
                  <a:cubicBezTo>
                    <a:pt x="23248" y="81145"/>
                    <a:pt x="23273" y="81145"/>
                    <a:pt x="23323" y="81145"/>
                  </a:cubicBezTo>
                  <a:lnTo>
                    <a:pt x="22975" y="81145"/>
                  </a:lnTo>
                  <a:cubicBezTo>
                    <a:pt x="22900" y="81145"/>
                    <a:pt x="22875" y="81120"/>
                    <a:pt x="22825" y="81120"/>
                  </a:cubicBezTo>
                  <a:cubicBezTo>
                    <a:pt x="22751" y="81070"/>
                    <a:pt x="22701" y="81070"/>
                    <a:pt x="22626" y="81045"/>
                  </a:cubicBezTo>
                  <a:close/>
                  <a:moveTo>
                    <a:pt x="100535" y="80672"/>
                  </a:moveTo>
                  <a:cubicBezTo>
                    <a:pt x="100535" y="80747"/>
                    <a:pt x="100510" y="80772"/>
                    <a:pt x="100486" y="80796"/>
                  </a:cubicBezTo>
                  <a:cubicBezTo>
                    <a:pt x="100386" y="80921"/>
                    <a:pt x="100286" y="81020"/>
                    <a:pt x="100237" y="81145"/>
                  </a:cubicBezTo>
                  <a:cubicBezTo>
                    <a:pt x="100187" y="81145"/>
                    <a:pt x="100187" y="81170"/>
                    <a:pt x="100162" y="81170"/>
                  </a:cubicBezTo>
                  <a:cubicBezTo>
                    <a:pt x="100286" y="81020"/>
                    <a:pt x="100411" y="80871"/>
                    <a:pt x="100535" y="80672"/>
                  </a:cubicBezTo>
                  <a:close/>
                  <a:moveTo>
                    <a:pt x="99664" y="78108"/>
                  </a:moveTo>
                  <a:cubicBezTo>
                    <a:pt x="100311" y="79303"/>
                    <a:pt x="100535" y="80224"/>
                    <a:pt x="100262" y="80722"/>
                  </a:cubicBezTo>
                  <a:cubicBezTo>
                    <a:pt x="100187" y="80772"/>
                    <a:pt x="100162" y="80821"/>
                    <a:pt x="100112" y="80896"/>
                  </a:cubicBezTo>
                  <a:cubicBezTo>
                    <a:pt x="99901" y="81083"/>
                    <a:pt x="99546" y="81176"/>
                    <a:pt x="99073" y="81176"/>
                  </a:cubicBezTo>
                  <a:cubicBezTo>
                    <a:pt x="98600" y="81176"/>
                    <a:pt x="98009" y="81083"/>
                    <a:pt x="97324" y="80896"/>
                  </a:cubicBezTo>
                  <a:lnTo>
                    <a:pt x="99664" y="78108"/>
                  </a:lnTo>
                  <a:close/>
                  <a:moveTo>
                    <a:pt x="27530" y="80996"/>
                  </a:moveTo>
                  <a:lnTo>
                    <a:pt x="27530" y="81020"/>
                  </a:lnTo>
                  <a:lnTo>
                    <a:pt x="27530" y="81045"/>
                  </a:lnTo>
                  <a:cubicBezTo>
                    <a:pt x="27380" y="81045"/>
                    <a:pt x="27256" y="81095"/>
                    <a:pt x="27107" y="81120"/>
                  </a:cubicBezTo>
                  <a:cubicBezTo>
                    <a:pt x="26957" y="81120"/>
                    <a:pt x="26783" y="81145"/>
                    <a:pt x="26659" y="81145"/>
                  </a:cubicBezTo>
                  <a:cubicBezTo>
                    <a:pt x="26011" y="81170"/>
                    <a:pt x="25389" y="81220"/>
                    <a:pt x="24767" y="81220"/>
                  </a:cubicBezTo>
                  <a:lnTo>
                    <a:pt x="24667" y="81220"/>
                  </a:lnTo>
                  <a:cubicBezTo>
                    <a:pt x="24518" y="81220"/>
                    <a:pt x="24344" y="81220"/>
                    <a:pt x="24169" y="81170"/>
                  </a:cubicBezTo>
                  <a:cubicBezTo>
                    <a:pt x="24145" y="81170"/>
                    <a:pt x="24095" y="81145"/>
                    <a:pt x="24045" y="81145"/>
                  </a:cubicBezTo>
                  <a:lnTo>
                    <a:pt x="24020" y="81145"/>
                  </a:lnTo>
                  <a:cubicBezTo>
                    <a:pt x="23995" y="81145"/>
                    <a:pt x="23970" y="81120"/>
                    <a:pt x="23921" y="81120"/>
                  </a:cubicBezTo>
                  <a:cubicBezTo>
                    <a:pt x="24169" y="81120"/>
                    <a:pt x="24418" y="81145"/>
                    <a:pt x="24717" y="81145"/>
                  </a:cubicBezTo>
                  <a:lnTo>
                    <a:pt x="24891" y="81145"/>
                  </a:lnTo>
                  <a:cubicBezTo>
                    <a:pt x="25489" y="81145"/>
                    <a:pt x="26086" y="81120"/>
                    <a:pt x="26659" y="81095"/>
                  </a:cubicBezTo>
                  <a:lnTo>
                    <a:pt x="26708" y="81095"/>
                  </a:lnTo>
                  <a:cubicBezTo>
                    <a:pt x="26783" y="81095"/>
                    <a:pt x="26858" y="81095"/>
                    <a:pt x="26957" y="81045"/>
                  </a:cubicBezTo>
                  <a:lnTo>
                    <a:pt x="27107" y="81045"/>
                  </a:lnTo>
                  <a:cubicBezTo>
                    <a:pt x="27231" y="81020"/>
                    <a:pt x="27380" y="81020"/>
                    <a:pt x="27530" y="80996"/>
                  </a:cubicBezTo>
                  <a:close/>
                  <a:moveTo>
                    <a:pt x="42738" y="76565"/>
                  </a:moveTo>
                  <a:cubicBezTo>
                    <a:pt x="42912" y="76864"/>
                    <a:pt x="43062" y="77113"/>
                    <a:pt x="43236" y="77361"/>
                  </a:cubicBezTo>
                  <a:cubicBezTo>
                    <a:pt x="43311" y="77536"/>
                    <a:pt x="43410" y="77685"/>
                    <a:pt x="43485" y="77884"/>
                  </a:cubicBezTo>
                  <a:cubicBezTo>
                    <a:pt x="42191" y="79378"/>
                    <a:pt x="40299" y="80523"/>
                    <a:pt x="37909" y="81244"/>
                  </a:cubicBezTo>
                  <a:cubicBezTo>
                    <a:pt x="37909" y="81220"/>
                    <a:pt x="37934" y="81170"/>
                    <a:pt x="37934" y="81145"/>
                  </a:cubicBezTo>
                  <a:cubicBezTo>
                    <a:pt x="37959" y="81095"/>
                    <a:pt x="37959" y="81020"/>
                    <a:pt x="38009" y="80971"/>
                  </a:cubicBezTo>
                  <a:cubicBezTo>
                    <a:pt x="38158" y="80523"/>
                    <a:pt x="38332" y="80099"/>
                    <a:pt x="38532" y="79676"/>
                  </a:cubicBezTo>
                  <a:cubicBezTo>
                    <a:pt x="38557" y="79577"/>
                    <a:pt x="38581" y="79502"/>
                    <a:pt x="38656" y="79403"/>
                  </a:cubicBezTo>
                  <a:cubicBezTo>
                    <a:pt x="38656" y="79378"/>
                    <a:pt x="38681" y="79378"/>
                    <a:pt x="38681" y="79353"/>
                  </a:cubicBezTo>
                  <a:lnTo>
                    <a:pt x="38681" y="79303"/>
                  </a:lnTo>
                  <a:cubicBezTo>
                    <a:pt x="38805" y="78930"/>
                    <a:pt x="38955" y="78556"/>
                    <a:pt x="39154" y="78183"/>
                  </a:cubicBezTo>
                  <a:cubicBezTo>
                    <a:pt x="39403" y="78108"/>
                    <a:pt x="39652" y="77984"/>
                    <a:pt x="39901" y="77884"/>
                  </a:cubicBezTo>
                  <a:cubicBezTo>
                    <a:pt x="40199" y="77760"/>
                    <a:pt x="40523" y="77610"/>
                    <a:pt x="40822" y="77486"/>
                  </a:cubicBezTo>
                  <a:cubicBezTo>
                    <a:pt x="41120" y="77361"/>
                    <a:pt x="41419" y="77237"/>
                    <a:pt x="41693" y="77063"/>
                  </a:cubicBezTo>
                  <a:cubicBezTo>
                    <a:pt x="41991" y="76938"/>
                    <a:pt x="42290" y="76789"/>
                    <a:pt x="42564" y="76640"/>
                  </a:cubicBezTo>
                  <a:cubicBezTo>
                    <a:pt x="42639" y="76615"/>
                    <a:pt x="42664" y="76565"/>
                    <a:pt x="42738" y="76565"/>
                  </a:cubicBezTo>
                  <a:close/>
                  <a:moveTo>
                    <a:pt x="38905" y="78282"/>
                  </a:moveTo>
                  <a:cubicBezTo>
                    <a:pt x="38457" y="79303"/>
                    <a:pt x="38059" y="80299"/>
                    <a:pt x="37685" y="81269"/>
                  </a:cubicBezTo>
                  <a:lnTo>
                    <a:pt x="37660" y="81269"/>
                  </a:lnTo>
                  <a:cubicBezTo>
                    <a:pt x="37959" y="80299"/>
                    <a:pt x="38382" y="79303"/>
                    <a:pt x="38830" y="78307"/>
                  </a:cubicBezTo>
                  <a:cubicBezTo>
                    <a:pt x="38880" y="78307"/>
                    <a:pt x="38880" y="78307"/>
                    <a:pt x="38905" y="78282"/>
                  </a:cubicBezTo>
                  <a:close/>
                  <a:moveTo>
                    <a:pt x="97200" y="81045"/>
                  </a:moveTo>
                  <a:cubicBezTo>
                    <a:pt x="97929" y="81267"/>
                    <a:pt x="98556" y="81378"/>
                    <a:pt x="99058" y="81378"/>
                  </a:cubicBezTo>
                  <a:cubicBezTo>
                    <a:pt x="99344" y="81378"/>
                    <a:pt x="99590" y="81342"/>
                    <a:pt x="99789" y="81269"/>
                  </a:cubicBezTo>
                  <a:lnTo>
                    <a:pt x="99789" y="81269"/>
                  </a:lnTo>
                  <a:cubicBezTo>
                    <a:pt x="99764" y="81294"/>
                    <a:pt x="99739" y="81344"/>
                    <a:pt x="99739" y="81369"/>
                  </a:cubicBezTo>
                  <a:cubicBezTo>
                    <a:pt x="99554" y="81415"/>
                    <a:pt x="99343" y="81438"/>
                    <a:pt x="99106" y="81438"/>
                  </a:cubicBezTo>
                  <a:cubicBezTo>
                    <a:pt x="98578" y="81438"/>
                    <a:pt x="97924" y="81326"/>
                    <a:pt x="97150" y="81120"/>
                  </a:cubicBezTo>
                  <a:lnTo>
                    <a:pt x="97200" y="81045"/>
                  </a:lnTo>
                  <a:close/>
                  <a:moveTo>
                    <a:pt x="43560" y="78034"/>
                  </a:moveTo>
                  <a:cubicBezTo>
                    <a:pt x="43560" y="78058"/>
                    <a:pt x="43609" y="78058"/>
                    <a:pt x="43609" y="78108"/>
                  </a:cubicBezTo>
                  <a:cubicBezTo>
                    <a:pt x="42265" y="79627"/>
                    <a:pt x="40299" y="80772"/>
                    <a:pt x="37810" y="81518"/>
                  </a:cubicBezTo>
                  <a:cubicBezTo>
                    <a:pt x="37785" y="81493"/>
                    <a:pt x="37785" y="81468"/>
                    <a:pt x="37810" y="81419"/>
                  </a:cubicBezTo>
                  <a:cubicBezTo>
                    <a:pt x="40274" y="80722"/>
                    <a:pt x="42215" y="79527"/>
                    <a:pt x="43560" y="78034"/>
                  </a:cubicBezTo>
                  <a:close/>
                  <a:moveTo>
                    <a:pt x="99988" y="81518"/>
                  </a:moveTo>
                  <a:cubicBezTo>
                    <a:pt x="99938" y="81554"/>
                    <a:pt x="99893" y="81589"/>
                    <a:pt x="99851" y="81624"/>
                  </a:cubicBezTo>
                  <a:lnTo>
                    <a:pt x="99851" y="81624"/>
                  </a:lnTo>
                  <a:cubicBezTo>
                    <a:pt x="99880" y="81589"/>
                    <a:pt x="99909" y="81554"/>
                    <a:pt x="99938" y="81518"/>
                  </a:cubicBezTo>
                  <a:close/>
                  <a:moveTo>
                    <a:pt x="27455" y="81269"/>
                  </a:moveTo>
                  <a:cubicBezTo>
                    <a:pt x="27380" y="81419"/>
                    <a:pt x="27331" y="81618"/>
                    <a:pt x="27256" y="81767"/>
                  </a:cubicBezTo>
                  <a:cubicBezTo>
                    <a:pt x="26559" y="81668"/>
                    <a:pt x="25837" y="81518"/>
                    <a:pt x="25115" y="81394"/>
                  </a:cubicBezTo>
                  <a:cubicBezTo>
                    <a:pt x="25638" y="81394"/>
                    <a:pt x="26136" y="81369"/>
                    <a:pt x="26683" y="81344"/>
                  </a:cubicBezTo>
                  <a:cubicBezTo>
                    <a:pt x="26808" y="81344"/>
                    <a:pt x="26957" y="81294"/>
                    <a:pt x="27082" y="81294"/>
                  </a:cubicBezTo>
                  <a:cubicBezTo>
                    <a:pt x="27206" y="81294"/>
                    <a:pt x="27331" y="81269"/>
                    <a:pt x="27455" y="81269"/>
                  </a:cubicBezTo>
                  <a:close/>
                  <a:moveTo>
                    <a:pt x="27704" y="81244"/>
                  </a:moveTo>
                  <a:cubicBezTo>
                    <a:pt x="27629" y="81419"/>
                    <a:pt x="27580" y="81618"/>
                    <a:pt x="27480" y="81792"/>
                  </a:cubicBezTo>
                  <a:lnTo>
                    <a:pt x="27455" y="81792"/>
                  </a:lnTo>
                  <a:lnTo>
                    <a:pt x="27629" y="81244"/>
                  </a:lnTo>
                  <a:close/>
                  <a:moveTo>
                    <a:pt x="23871" y="81344"/>
                  </a:moveTo>
                  <a:cubicBezTo>
                    <a:pt x="23970" y="81369"/>
                    <a:pt x="24095" y="81369"/>
                    <a:pt x="24194" y="81369"/>
                  </a:cubicBezTo>
                  <a:cubicBezTo>
                    <a:pt x="25190" y="81618"/>
                    <a:pt x="26211" y="81767"/>
                    <a:pt x="27206" y="81916"/>
                  </a:cubicBezTo>
                  <a:cubicBezTo>
                    <a:pt x="27206" y="81966"/>
                    <a:pt x="27181" y="81966"/>
                    <a:pt x="27181" y="81991"/>
                  </a:cubicBezTo>
                  <a:cubicBezTo>
                    <a:pt x="26086" y="81842"/>
                    <a:pt x="24966" y="81618"/>
                    <a:pt x="23871" y="81344"/>
                  </a:cubicBezTo>
                  <a:close/>
                  <a:moveTo>
                    <a:pt x="27455" y="81966"/>
                  </a:moveTo>
                  <a:cubicBezTo>
                    <a:pt x="27455" y="81991"/>
                    <a:pt x="27455" y="81991"/>
                    <a:pt x="27405" y="82016"/>
                  </a:cubicBezTo>
                  <a:lnTo>
                    <a:pt x="27355" y="82016"/>
                  </a:lnTo>
                  <a:cubicBezTo>
                    <a:pt x="27355" y="82016"/>
                    <a:pt x="27380" y="81991"/>
                    <a:pt x="27380" y="81966"/>
                  </a:cubicBezTo>
                  <a:close/>
                  <a:moveTo>
                    <a:pt x="33423" y="80140"/>
                  </a:moveTo>
                  <a:lnTo>
                    <a:pt x="33423" y="80140"/>
                  </a:lnTo>
                  <a:cubicBezTo>
                    <a:pt x="33202" y="80757"/>
                    <a:pt x="33029" y="81374"/>
                    <a:pt x="32856" y="82016"/>
                  </a:cubicBezTo>
                  <a:lnTo>
                    <a:pt x="32807" y="82016"/>
                  </a:lnTo>
                  <a:cubicBezTo>
                    <a:pt x="32981" y="81394"/>
                    <a:pt x="33155" y="80772"/>
                    <a:pt x="33354" y="80149"/>
                  </a:cubicBezTo>
                  <a:cubicBezTo>
                    <a:pt x="33391" y="80149"/>
                    <a:pt x="33414" y="80149"/>
                    <a:pt x="33423" y="80140"/>
                  </a:cubicBezTo>
                  <a:close/>
                  <a:moveTo>
                    <a:pt x="38532" y="78382"/>
                  </a:moveTo>
                  <a:lnTo>
                    <a:pt x="38532" y="78382"/>
                  </a:lnTo>
                  <a:cubicBezTo>
                    <a:pt x="38084" y="79378"/>
                    <a:pt x="37685" y="80348"/>
                    <a:pt x="37337" y="81344"/>
                  </a:cubicBezTo>
                  <a:cubicBezTo>
                    <a:pt x="36018" y="81742"/>
                    <a:pt x="34574" y="81916"/>
                    <a:pt x="33080" y="82016"/>
                  </a:cubicBezTo>
                  <a:cubicBezTo>
                    <a:pt x="33230" y="81369"/>
                    <a:pt x="33429" y="80672"/>
                    <a:pt x="33678" y="80050"/>
                  </a:cubicBezTo>
                  <a:lnTo>
                    <a:pt x="34051" y="79950"/>
                  </a:lnTo>
                  <a:cubicBezTo>
                    <a:pt x="34225" y="79900"/>
                    <a:pt x="34425" y="79875"/>
                    <a:pt x="34574" y="79801"/>
                  </a:cubicBezTo>
                  <a:lnTo>
                    <a:pt x="35694" y="79427"/>
                  </a:lnTo>
                  <a:cubicBezTo>
                    <a:pt x="35918" y="79378"/>
                    <a:pt x="36142" y="79303"/>
                    <a:pt x="36316" y="79203"/>
                  </a:cubicBezTo>
                  <a:cubicBezTo>
                    <a:pt x="36665" y="79104"/>
                    <a:pt x="36988" y="78954"/>
                    <a:pt x="37387" y="78855"/>
                  </a:cubicBezTo>
                  <a:cubicBezTo>
                    <a:pt x="37636" y="78755"/>
                    <a:pt x="37835" y="78656"/>
                    <a:pt x="38084" y="78556"/>
                  </a:cubicBezTo>
                  <a:cubicBezTo>
                    <a:pt x="38258" y="78506"/>
                    <a:pt x="38382" y="78432"/>
                    <a:pt x="38532" y="78382"/>
                  </a:cubicBezTo>
                  <a:close/>
                  <a:moveTo>
                    <a:pt x="33105" y="80199"/>
                  </a:moveTo>
                  <a:lnTo>
                    <a:pt x="33105" y="80199"/>
                  </a:lnTo>
                  <a:cubicBezTo>
                    <a:pt x="32931" y="80796"/>
                    <a:pt x="32732" y="81419"/>
                    <a:pt x="32583" y="82041"/>
                  </a:cubicBezTo>
                  <a:cubicBezTo>
                    <a:pt x="32188" y="82060"/>
                    <a:pt x="31786" y="82069"/>
                    <a:pt x="31378" y="82069"/>
                  </a:cubicBezTo>
                  <a:cubicBezTo>
                    <a:pt x="30187" y="82069"/>
                    <a:pt x="28946" y="81990"/>
                    <a:pt x="27704" y="81842"/>
                  </a:cubicBezTo>
                  <a:cubicBezTo>
                    <a:pt x="27754" y="81618"/>
                    <a:pt x="27853" y="81419"/>
                    <a:pt x="27903" y="81220"/>
                  </a:cubicBezTo>
                  <a:cubicBezTo>
                    <a:pt x="28227" y="81170"/>
                    <a:pt x="28525" y="81120"/>
                    <a:pt x="28824" y="81095"/>
                  </a:cubicBezTo>
                  <a:cubicBezTo>
                    <a:pt x="28874" y="81095"/>
                    <a:pt x="28973" y="81045"/>
                    <a:pt x="29023" y="81045"/>
                  </a:cubicBezTo>
                  <a:cubicBezTo>
                    <a:pt x="29123" y="81045"/>
                    <a:pt x="29197" y="81020"/>
                    <a:pt x="29272" y="81020"/>
                  </a:cubicBezTo>
                  <a:cubicBezTo>
                    <a:pt x="29347" y="81020"/>
                    <a:pt x="29446" y="80996"/>
                    <a:pt x="29496" y="80996"/>
                  </a:cubicBezTo>
                  <a:cubicBezTo>
                    <a:pt x="29944" y="80921"/>
                    <a:pt x="30367" y="80821"/>
                    <a:pt x="30815" y="80747"/>
                  </a:cubicBezTo>
                  <a:cubicBezTo>
                    <a:pt x="30940" y="80697"/>
                    <a:pt x="31014" y="80697"/>
                    <a:pt x="31139" y="80672"/>
                  </a:cubicBezTo>
                  <a:cubicBezTo>
                    <a:pt x="31562" y="80572"/>
                    <a:pt x="31985" y="80498"/>
                    <a:pt x="32384" y="80398"/>
                  </a:cubicBezTo>
                  <a:cubicBezTo>
                    <a:pt x="32558" y="80373"/>
                    <a:pt x="32707" y="80348"/>
                    <a:pt x="32832" y="80299"/>
                  </a:cubicBezTo>
                  <a:lnTo>
                    <a:pt x="33105" y="80199"/>
                  </a:lnTo>
                  <a:close/>
                  <a:moveTo>
                    <a:pt x="32832" y="82240"/>
                  </a:moveTo>
                  <a:cubicBezTo>
                    <a:pt x="32832" y="82265"/>
                    <a:pt x="32832" y="82290"/>
                    <a:pt x="32807" y="82290"/>
                  </a:cubicBezTo>
                  <a:lnTo>
                    <a:pt x="32732" y="82290"/>
                  </a:lnTo>
                  <a:cubicBezTo>
                    <a:pt x="32782" y="82265"/>
                    <a:pt x="32782" y="82265"/>
                    <a:pt x="32782" y="82240"/>
                  </a:cubicBezTo>
                  <a:close/>
                  <a:moveTo>
                    <a:pt x="37287" y="81593"/>
                  </a:moveTo>
                  <a:cubicBezTo>
                    <a:pt x="37287" y="81618"/>
                    <a:pt x="37262" y="81643"/>
                    <a:pt x="37262" y="81643"/>
                  </a:cubicBezTo>
                  <a:cubicBezTo>
                    <a:pt x="35943" y="81991"/>
                    <a:pt x="34524" y="82215"/>
                    <a:pt x="33031" y="82290"/>
                  </a:cubicBezTo>
                  <a:cubicBezTo>
                    <a:pt x="33031" y="82265"/>
                    <a:pt x="33031" y="82240"/>
                    <a:pt x="33056" y="82215"/>
                  </a:cubicBezTo>
                  <a:cubicBezTo>
                    <a:pt x="34524" y="82116"/>
                    <a:pt x="35943" y="81916"/>
                    <a:pt x="37287" y="81593"/>
                  </a:cubicBezTo>
                  <a:close/>
                  <a:moveTo>
                    <a:pt x="27629" y="82016"/>
                  </a:moveTo>
                  <a:cubicBezTo>
                    <a:pt x="28990" y="82196"/>
                    <a:pt x="30334" y="82280"/>
                    <a:pt x="31637" y="82280"/>
                  </a:cubicBezTo>
                  <a:cubicBezTo>
                    <a:pt x="31955" y="82280"/>
                    <a:pt x="32270" y="82275"/>
                    <a:pt x="32583" y="82265"/>
                  </a:cubicBezTo>
                  <a:lnTo>
                    <a:pt x="32583" y="82315"/>
                  </a:lnTo>
                  <a:cubicBezTo>
                    <a:pt x="32234" y="82315"/>
                    <a:pt x="31911" y="82365"/>
                    <a:pt x="31562" y="82365"/>
                  </a:cubicBezTo>
                  <a:cubicBezTo>
                    <a:pt x="30243" y="82365"/>
                    <a:pt x="28949" y="82265"/>
                    <a:pt x="27604" y="82091"/>
                  </a:cubicBezTo>
                  <a:cubicBezTo>
                    <a:pt x="27604" y="82041"/>
                    <a:pt x="27629" y="82016"/>
                    <a:pt x="27629" y="82016"/>
                  </a:cubicBezTo>
                  <a:close/>
                  <a:moveTo>
                    <a:pt x="52471" y="76963"/>
                  </a:moveTo>
                  <a:cubicBezTo>
                    <a:pt x="53118" y="77660"/>
                    <a:pt x="53715" y="78407"/>
                    <a:pt x="54313" y="79178"/>
                  </a:cubicBezTo>
                  <a:cubicBezTo>
                    <a:pt x="52371" y="80498"/>
                    <a:pt x="50454" y="81742"/>
                    <a:pt x="48513" y="82813"/>
                  </a:cubicBezTo>
                  <a:cubicBezTo>
                    <a:pt x="47741" y="80796"/>
                    <a:pt x="46646" y="78905"/>
                    <a:pt x="45227" y="77287"/>
                  </a:cubicBezTo>
                  <a:lnTo>
                    <a:pt x="45252" y="77287"/>
                  </a:lnTo>
                  <a:cubicBezTo>
                    <a:pt x="45302" y="77287"/>
                    <a:pt x="45352" y="77312"/>
                    <a:pt x="45402" y="77312"/>
                  </a:cubicBezTo>
                  <a:cubicBezTo>
                    <a:pt x="45426" y="77312"/>
                    <a:pt x="45501" y="77361"/>
                    <a:pt x="45526" y="77361"/>
                  </a:cubicBezTo>
                  <a:cubicBezTo>
                    <a:pt x="45626" y="77386"/>
                    <a:pt x="45750" y="77386"/>
                    <a:pt x="45850" y="77411"/>
                  </a:cubicBezTo>
                  <a:cubicBezTo>
                    <a:pt x="46024" y="77436"/>
                    <a:pt x="46173" y="77486"/>
                    <a:pt x="46372" y="77511"/>
                  </a:cubicBezTo>
                  <a:cubicBezTo>
                    <a:pt x="46472" y="77511"/>
                    <a:pt x="46522" y="77536"/>
                    <a:pt x="46621" y="77536"/>
                  </a:cubicBezTo>
                  <a:lnTo>
                    <a:pt x="46870" y="77536"/>
                  </a:lnTo>
                  <a:cubicBezTo>
                    <a:pt x="47194" y="77561"/>
                    <a:pt x="47542" y="77610"/>
                    <a:pt x="47891" y="77610"/>
                  </a:cubicBezTo>
                  <a:lnTo>
                    <a:pt x="47990" y="77610"/>
                  </a:lnTo>
                  <a:cubicBezTo>
                    <a:pt x="48239" y="77610"/>
                    <a:pt x="48488" y="77610"/>
                    <a:pt x="48762" y="77561"/>
                  </a:cubicBezTo>
                  <a:cubicBezTo>
                    <a:pt x="48861" y="77561"/>
                    <a:pt x="48936" y="77536"/>
                    <a:pt x="49061" y="77536"/>
                  </a:cubicBezTo>
                  <a:cubicBezTo>
                    <a:pt x="49160" y="77536"/>
                    <a:pt x="49235" y="77536"/>
                    <a:pt x="49334" y="77511"/>
                  </a:cubicBezTo>
                  <a:cubicBezTo>
                    <a:pt x="49409" y="77511"/>
                    <a:pt x="49509" y="77511"/>
                    <a:pt x="49608" y="77461"/>
                  </a:cubicBezTo>
                  <a:cubicBezTo>
                    <a:pt x="49782" y="77436"/>
                    <a:pt x="49982" y="77411"/>
                    <a:pt x="50156" y="77411"/>
                  </a:cubicBezTo>
                  <a:cubicBezTo>
                    <a:pt x="50255" y="77411"/>
                    <a:pt x="50355" y="77386"/>
                    <a:pt x="50479" y="77386"/>
                  </a:cubicBezTo>
                  <a:cubicBezTo>
                    <a:pt x="50504" y="77386"/>
                    <a:pt x="50579" y="77337"/>
                    <a:pt x="50604" y="77337"/>
                  </a:cubicBezTo>
                  <a:lnTo>
                    <a:pt x="51077" y="77262"/>
                  </a:lnTo>
                  <a:cubicBezTo>
                    <a:pt x="51151" y="77262"/>
                    <a:pt x="51226" y="77212"/>
                    <a:pt x="51326" y="77212"/>
                  </a:cubicBezTo>
                  <a:lnTo>
                    <a:pt x="51351" y="77212"/>
                  </a:lnTo>
                  <a:cubicBezTo>
                    <a:pt x="51400" y="77212"/>
                    <a:pt x="51475" y="77187"/>
                    <a:pt x="51525" y="77187"/>
                  </a:cubicBezTo>
                  <a:cubicBezTo>
                    <a:pt x="51699" y="77162"/>
                    <a:pt x="51873" y="77137"/>
                    <a:pt x="52023" y="77063"/>
                  </a:cubicBezTo>
                  <a:cubicBezTo>
                    <a:pt x="52097" y="77038"/>
                    <a:pt x="52147" y="77038"/>
                    <a:pt x="52222" y="77038"/>
                  </a:cubicBezTo>
                  <a:cubicBezTo>
                    <a:pt x="52321" y="77013"/>
                    <a:pt x="52371" y="77013"/>
                    <a:pt x="52471" y="76963"/>
                  </a:cubicBezTo>
                  <a:close/>
                  <a:moveTo>
                    <a:pt x="44779" y="77162"/>
                  </a:moveTo>
                  <a:cubicBezTo>
                    <a:pt x="44804" y="77162"/>
                    <a:pt x="44804" y="77162"/>
                    <a:pt x="44854" y="77187"/>
                  </a:cubicBezTo>
                  <a:cubicBezTo>
                    <a:pt x="46372" y="78880"/>
                    <a:pt x="47542" y="80796"/>
                    <a:pt x="48364" y="82962"/>
                  </a:cubicBezTo>
                  <a:cubicBezTo>
                    <a:pt x="48339" y="82962"/>
                    <a:pt x="48339" y="82987"/>
                    <a:pt x="48289" y="82987"/>
                  </a:cubicBezTo>
                  <a:cubicBezTo>
                    <a:pt x="47492" y="80846"/>
                    <a:pt x="46298" y="78880"/>
                    <a:pt x="44779" y="77162"/>
                  </a:cubicBezTo>
                  <a:close/>
                  <a:moveTo>
                    <a:pt x="54462" y="79353"/>
                  </a:moveTo>
                  <a:lnTo>
                    <a:pt x="54487" y="79378"/>
                  </a:lnTo>
                  <a:cubicBezTo>
                    <a:pt x="52520" y="80722"/>
                    <a:pt x="50604" y="81916"/>
                    <a:pt x="48637" y="83037"/>
                  </a:cubicBezTo>
                  <a:cubicBezTo>
                    <a:pt x="48637" y="83012"/>
                    <a:pt x="48637" y="83012"/>
                    <a:pt x="48613" y="82987"/>
                  </a:cubicBezTo>
                  <a:cubicBezTo>
                    <a:pt x="50529" y="81892"/>
                    <a:pt x="52496" y="80647"/>
                    <a:pt x="54462" y="79353"/>
                  </a:cubicBezTo>
                  <a:close/>
                  <a:moveTo>
                    <a:pt x="48463" y="83111"/>
                  </a:moveTo>
                  <a:cubicBezTo>
                    <a:pt x="48463" y="83136"/>
                    <a:pt x="48463" y="83136"/>
                    <a:pt x="48488" y="83161"/>
                  </a:cubicBezTo>
                  <a:cubicBezTo>
                    <a:pt x="48463" y="83161"/>
                    <a:pt x="48413" y="83161"/>
                    <a:pt x="48413" y="83211"/>
                  </a:cubicBezTo>
                  <a:cubicBezTo>
                    <a:pt x="48413" y="83161"/>
                    <a:pt x="48413" y="83161"/>
                    <a:pt x="48388" y="83136"/>
                  </a:cubicBezTo>
                  <a:cubicBezTo>
                    <a:pt x="48413" y="83136"/>
                    <a:pt x="48413" y="83111"/>
                    <a:pt x="48463" y="83111"/>
                  </a:cubicBezTo>
                  <a:close/>
                  <a:moveTo>
                    <a:pt x="44406" y="79054"/>
                  </a:moveTo>
                  <a:cubicBezTo>
                    <a:pt x="44406" y="79104"/>
                    <a:pt x="44431" y="79104"/>
                    <a:pt x="44431" y="79129"/>
                  </a:cubicBezTo>
                  <a:cubicBezTo>
                    <a:pt x="44655" y="79527"/>
                    <a:pt x="44854" y="79925"/>
                    <a:pt x="45003" y="80348"/>
                  </a:cubicBezTo>
                  <a:cubicBezTo>
                    <a:pt x="45028" y="80423"/>
                    <a:pt x="45053" y="80523"/>
                    <a:pt x="45128" y="80622"/>
                  </a:cubicBezTo>
                  <a:cubicBezTo>
                    <a:pt x="45302" y="81045"/>
                    <a:pt x="45476" y="81518"/>
                    <a:pt x="45601" y="81966"/>
                  </a:cubicBezTo>
                  <a:cubicBezTo>
                    <a:pt x="45601" y="81991"/>
                    <a:pt x="45601" y="81991"/>
                    <a:pt x="45626" y="82016"/>
                  </a:cubicBezTo>
                  <a:cubicBezTo>
                    <a:pt x="45750" y="82414"/>
                    <a:pt x="45825" y="82862"/>
                    <a:pt x="45924" y="83261"/>
                  </a:cubicBezTo>
                  <a:cubicBezTo>
                    <a:pt x="45302" y="82464"/>
                    <a:pt x="44879" y="81518"/>
                    <a:pt x="44605" y="80448"/>
                  </a:cubicBezTo>
                  <a:cubicBezTo>
                    <a:pt x="44605" y="80423"/>
                    <a:pt x="44555" y="80373"/>
                    <a:pt x="44555" y="80348"/>
                  </a:cubicBezTo>
                  <a:lnTo>
                    <a:pt x="44481" y="79875"/>
                  </a:lnTo>
                  <a:cubicBezTo>
                    <a:pt x="44431" y="79676"/>
                    <a:pt x="44406" y="79502"/>
                    <a:pt x="44381" y="79353"/>
                  </a:cubicBezTo>
                  <a:cubicBezTo>
                    <a:pt x="44381" y="79253"/>
                    <a:pt x="44381" y="79154"/>
                    <a:pt x="44406" y="79054"/>
                  </a:cubicBezTo>
                  <a:close/>
                  <a:moveTo>
                    <a:pt x="7567" y="72956"/>
                  </a:moveTo>
                  <a:lnTo>
                    <a:pt x="7567" y="72956"/>
                  </a:lnTo>
                  <a:cubicBezTo>
                    <a:pt x="6298" y="76565"/>
                    <a:pt x="5402" y="80050"/>
                    <a:pt x="4904" y="83385"/>
                  </a:cubicBezTo>
                  <a:cubicBezTo>
                    <a:pt x="4107" y="82041"/>
                    <a:pt x="3485" y="80597"/>
                    <a:pt x="3087" y="78979"/>
                  </a:cubicBezTo>
                  <a:cubicBezTo>
                    <a:pt x="4057" y="76938"/>
                    <a:pt x="5426" y="75022"/>
                    <a:pt x="7169" y="73329"/>
                  </a:cubicBezTo>
                  <a:cubicBezTo>
                    <a:pt x="7318" y="73180"/>
                    <a:pt x="7443" y="73080"/>
                    <a:pt x="7567" y="72956"/>
                  </a:cubicBezTo>
                  <a:close/>
                  <a:moveTo>
                    <a:pt x="16677" y="79751"/>
                  </a:moveTo>
                  <a:cubicBezTo>
                    <a:pt x="16777" y="79776"/>
                    <a:pt x="16876" y="79851"/>
                    <a:pt x="16976" y="79900"/>
                  </a:cubicBezTo>
                  <a:cubicBezTo>
                    <a:pt x="17100" y="79975"/>
                    <a:pt x="17250" y="80025"/>
                    <a:pt x="17374" y="80050"/>
                  </a:cubicBezTo>
                  <a:cubicBezTo>
                    <a:pt x="17499" y="80124"/>
                    <a:pt x="17623" y="80149"/>
                    <a:pt x="17748" y="80224"/>
                  </a:cubicBezTo>
                  <a:cubicBezTo>
                    <a:pt x="16901" y="81294"/>
                    <a:pt x="16130" y="82464"/>
                    <a:pt x="15482" y="83634"/>
                  </a:cubicBezTo>
                  <a:cubicBezTo>
                    <a:pt x="15806" y="82365"/>
                    <a:pt x="16229" y="81045"/>
                    <a:pt x="16677" y="79751"/>
                  </a:cubicBezTo>
                  <a:close/>
                  <a:moveTo>
                    <a:pt x="46118" y="83555"/>
                  </a:moveTo>
                  <a:cubicBezTo>
                    <a:pt x="46128" y="83612"/>
                    <a:pt x="46138" y="83669"/>
                    <a:pt x="46147" y="83726"/>
                  </a:cubicBezTo>
                  <a:lnTo>
                    <a:pt x="46147" y="83726"/>
                  </a:lnTo>
                  <a:cubicBezTo>
                    <a:pt x="46145" y="83719"/>
                    <a:pt x="46139" y="83709"/>
                    <a:pt x="46123" y="83709"/>
                  </a:cubicBezTo>
                  <a:lnTo>
                    <a:pt x="46099" y="83659"/>
                  </a:lnTo>
                  <a:cubicBezTo>
                    <a:pt x="46107" y="83623"/>
                    <a:pt x="46114" y="83589"/>
                    <a:pt x="46118" y="83555"/>
                  </a:cubicBezTo>
                  <a:close/>
                  <a:moveTo>
                    <a:pt x="7816" y="72831"/>
                  </a:moveTo>
                  <a:lnTo>
                    <a:pt x="7841" y="72881"/>
                  </a:lnTo>
                  <a:cubicBezTo>
                    <a:pt x="6472" y="76640"/>
                    <a:pt x="5551" y="80274"/>
                    <a:pt x="5053" y="83734"/>
                  </a:cubicBezTo>
                  <a:cubicBezTo>
                    <a:pt x="5053" y="83709"/>
                    <a:pt x="5053" y="83659"/>
                    <a:pt x="5028" y="83634"/>
                  </a:cubicBezTo>
                  <a:cubicBezTo>
                    <a:pt x="5103" y="82962"/>
                    <a:pt x="5227" y="82240"/>
                    <a:pt x="5352" y="81543"/>
                  </a:cubicBezTo>
                  <a:lnTo>
                    <a:pt x="5352" y="81518"/>
                  </a:lnTo>
                  <a:cubicBezTo>
                    <a:pt x="5924" y="78730"/>
                    <a:pt x="6721" y="75793"/>
                    <a:pt x="7816" y="72831"/>
                  </a:cubicBezTo>
                  <a:close/>
                  <a:moveTo>
                    <a:pt x="44680" y="81294"/>
                  </a:moveTo>
                  <a:cubicBezTo>
                    <a:pt x="45003" y="82165"/>
                    <a:pt x="45476" y="82987"/>
                    <a:pt x="46024" y="83634"/>
                  </a:cubicBezTo>
                  <a:cubicBezTo>
                    <a:pt x="46024" y="83658"/>
                    <a:pt x="46024" y="83729"/>
                    <a:pt x="46047" y="83756"/>
                  </a:cubicBezTo>
                  <a:lnTo>
                    <a:pt x="46047" y="83756"/>
                  </a:lnTo>
                  <a:cubicBezTo>
                    <a:pt x="45475" y="83134"/>
                    <a:pt x="45028" y="82413"/>
                    <a:pt x="44729" y="81593"/>
                  </a:cubicBezTo>
                  <a:cubicBezTo>
                    <a:pt x="44729" y="81493"/>
                    <a:pt x="44680" y="81394"/>
                    <a:pt x="44680" y="81294"/>
                  </a:cubicBezTo>
                  <a:close/>
                  <a:moveTo>
                    <a:pt x="2937" y="79203"/>
                  </a:moveTo>
                  <a:cubicBezTo>
                    <a:pt x="3385" y="80821"/>
                    <a:pt x="4033" y="82315"/>
                    <a:pt x="4829" y="83659"/>
                  </a:cubicBezTo>
                  <a:cubicBezTo>
                    <a:pt x="4829" y="83709"/>
                    <a:pt x="4829" y="83734"/>
                    <a:pt x="4804" y="83758"/>
                  </a:cubicBezTo>
                  <a:cubicBezTo>
                    <a:pt x="3983" y="82414"/>
                    <a:pt x="3336" y="80921"/>
                    <a:pt x="2863" y="79278"/>
                  </a:cubicBezTo>
                  <a:cubicBezTo>
                    <a:pt x="2912" y="79278"/>
                    <a:pt x="2937" y="79253"/>
                    <a:pt x="2937" y="79203"/>
                  </a:cubicBezTo>
                  <a:close/>
                  <a:moveTo>
                    <a:pt x="44754" y="77386"/>
                  </a:moveTo>
                  <a:cubicBezTo>
                    <a:pt x="46248" y="79029"/>
                    <a:pt x="47393" y="80921"/>
                    <a:pt x="48164" y="83037"/>
                  </a:cubicBezTo>
                  <a:cubicBezTo>
                    <a:pt x="47617" y="83360"/>
                    <a:pt x="47094" y="83659"/>
                    <a:pt x="46522" y="83958"/>
                  </a:cubicBezTo>
                  <a:lnTo>
                    <a:pt x="46497" y="83908"/>
                  </a:lnTo>
                  <a:cubicBezTo>
                    <a:pt x="46472" y="83833"/>
                    <a:pt x="46472" y="83734"/>
                    <a:pt x="46422" y="83634"/>
                  </a:cubicBezTo>
                  <a:cubicBezTo>
                    <a:pt x="46372" y="83385"/>
                    <a:pt x="46347" y="83111"/>
                    <a:pt x="46273" y="82862"/>
                  </a:cubicBezTo>
                  <a:cubicBezTo>
                    <a:pt x="46223" y="82613"/>
                    <a:pt x="46148" y="82389"/>
                    <a:pt x="46099" y="82165"/>
                  </a:cubicBezTo>
                  <a:cubicBezTo>
                    <a:pt x="45999" y="81867"/>
                    <a:pt x="45899" y="81518"/>
                    <a:pt x="45800" y="81220"/>
                  </a:cubicBezTo>
                  <a:cubicBezTo>
                    <a:pt x="45750" y="81020"/>
                    <a:pt x="45650" y="80796"/>
                    <a:pt x="45601" y="80622"/>
                  </a:cubicBezTo>
                  <a:cubicBezTo>
                    <a:pt x="45476" y="80274"/>
                    <a:pt x="45352" y="79975"/>
                    <a:pt x="45178" y="79627"/>
                  </a:cubicBezTo>
                  <a:cubicBezTo>
                    <a:pt x="45103" y="79427"/>
                    <a:pt x="45003" y="79253"/>
                    <a:pt x="44904" y="79029"/>
                  </a:cubicBezTo>
                  <a:cubicBezTo>
                    <a:pt x="44779" y="78780"/>
                    <a:pt x="44680" y="78531"/>
                    <a:pt x="44530" y="78307"/>
                  </a:cubicBezTo>
                  <a:lnTo>
                    <a:pt x="44530" y="78258"/>
                  </a:lnTo>
                  <a:cubicBezTo>
                    <a:pt x="44530" y="78233"/>
                    <a:pt x="44555" y="78158"/>
                    <a:pt x="44555" y="78133"/>
                  </a:cubicBezTo>
                  <a:lnTo>
                    <a:pt x="44754" y="77386"/>
                  </a:lnTo>
                  <a:close/>
                  <a:moveTo>
                    <a:pt x="46248" y="83958"/>
                  </a:moveTo>
                  <a:lnTo>
                    <a:pt x="46273" y="83982"/>
                  </a:lnTo>
                  <a:lnTo>
                    <a:pt x="46273" y="84032"/>
                  </a:lnTo>
                  <a:lnTo>
                    <a:pt x="46248" y="84007"/>
                  </a:lnTo>
                  <a:cubicBezTo>
                    <a:pt x="46273" y="84007"/>
                    <a:pt x="46273" y="83982"/>
                    <a:pt x="46248" y="83958"/>
                  </a:cubicBezTo>
                  <a:close/>
                  <a:moveTo>
                    <a:pt x="4978" y="83908"/>
                  </a:moveTo>
                  <a:cubicBezTo>
                    <a:pt x="5028" y="83958"/>
                    <a:pt x="5028" y="83982"/>
                    <a:pt x="5053" y="84007"/>
                  </a:cubicBezTo>
                  <a:lnTo>
                    <a:pt x="5053" y="84107"/>
                  </a:lnTo>
                  <a:cubicBezTo>
                    <a:pt x="5028" y="84082"/>
                    <a:pt x="5028" y="84032"/>
                    <a:pt x="4978" y="84032"/>
                  </a:cubicBezTo>
                  <a:lnTo>
                    <a:pt x="4978" y="83908"/>
                  </a:lnTo>
                  <a:close/>
                  <a:moveTo>
                    <a:pt x="48239" y="83261"/>
                  </a:moveTo>
                  <a:lnTo>
                    <a:pt x="48239" y="83286"/>
                  </a:lnTo>
                  <a:cubicBezTo>
                    <a:pt x="47741" y="83559"/>
                    <a:pt x="47194" y="83883"/>
                    <a:pt x="46721" y="84157"/>
                  </a:cubicBezTo>
                  <a:lnTo>
                    <a:pt x="46671" y="84132"/>
                  </a:lnTo>
                  <a:cubicBezTo>
                    <a:pt x="47194" y="83858"/>
                    <a:pt x="47716" y="83559"/>
                    <a:pt x="48239" y="83261"/>
                  </a:cubicBezTo>
                  <a:close/>
                  <a:moveTo>
                    <a:pt x="16478" y="79627"/>
                  </a:moveTo>
                  <a:cubicBezTo>
                    <a:pt x="16503" y="79627"/>
                    <a:pt x="16503" y="79651"/>
                    <a:pt x="16528" y="79651"/>
                  </a:cubicBezTo>
                  <a:cubicBezTo>
                    <a:pt x="15980" y="81244"/>
                    <a:pt x="15507" y="82788"/>
                    <a:pt x="15109" y="84356"/>
                  </a:cubicBezTo>
                  <a:cubicBezTo>
                    <a:pt x="15059" y="84455"/>
                    <a:pt x="15010" y="84505"/>
                    <a:pt x="14985" y="84605"/>
                  </a:cubicBezTo>
                  <a:cubicBezTo>
                    <a:pt x="15383" y="82987"/>
                    <a:pt x="15881" y="81344"/>
                    <a:pt x="16478" y="79627"/>
                  </a:cubicBezTo>
                  <a:close/>
                  <a:moveTo>
                    <a:pt x="17897" y="80274"/>
                  </a:moveTo>
                  <a:cubicBezTo>
                    <a:pt x="17922" y="80274"/>
                    <a:pt x="17922" y="80299"/>
                    <a:pt x="17972" y="80299"/>
                  </a:cubicBezTo>
                  <a:cubicBezTo>
                    <a:pt x="16876" y="81717"/>
                    <a:pt x="15930" y="83211"/>
                    <a:pt x="15159" y="84754"/>
                  </a:cubicBezTo>
                  <a:cubicBezTo>
                    <a:pt x="15184" y="84655"/>
                    <a:pt x="15234" y="84580"/>
                    <a:pt x="15234" y="84480"/>
                  </a:cubicBezTo>
                  <a:cubicBezTo>
                    <a:pt x="16005" y="82987"/>
                    <a:pt x="16876" y="81593"/>
                    <a:pt x="17897" y="80274"/>
                  </a:cubicBezTo>
                  <a:close/>
                  <a:moveTo>
                    <a:pt x="63348" y="72831"/>
                  </a:moveTo>
                  <a:cubicBezTo>
                    <a:pt x="63522" y="73030"/>
                    <a:pt x="63697" y="73180"/>
                    <a:pt x="63846" y="73354"/>
                  </a:cubicBezTo>
                  <a:cubicBezTo>
                    <a:pt x="64070" y="73578"/>
                    <a:pt x="64269" y="73827"/>
                    <a:pt x="64468" y="74051"/>
                  </a:cubicBezTo>
                  <a:cubicBezTo>
                    <a:pt x="64717" y="74325"/>
                    <a:pt x="64966" y="74599"/>
                    <a:pt x="65190" y="74897"/>
                  </a:cubicBezTo>
                  <a:cubicBezTo>
                    <a:pt x="65290" y="75022"/>
                    <a:pt x="65389" y="75096"/>
                    <a:pt x="65464" y="75221"/>
                  </a:cubicBezTo>
                  <a:cubicBezTo>
                    <a:pt x="66783" y="76789"/>
                    <a:pt x="68052" y="78432"/>
                    <a:pt x="69297" y="80124"/>
                  </a:cubicBezTo>
                  <a:cubicBezTo>
                    <a:pt x="66310" y="82240"/>
                    <a:pt x="63273" y="83808"/>
                    <a:pt x="60411" y="84879"/>
                  </a:cubicBezTo>
                  <a:cubicBezTo>
                    <a:pt x="58942" y="82663"/>
                    <a:pt x="57573" y="80423"/>
                    <a:pt x="56379" y="78282"/>
                  </a:cubicBezTo>
                  <a:cubicBezTo>
                    <a:pt x="58793" y="76565"/>
                    <a:pt x="61108" y="74723"/>
                    <a:pt x="63348" y="72831"/>
                  </a:cubicBezTo>
                  <a:close/>
                  <a:moveTo>
                    <a:pt x="44729" y="82066"/>
                  </a:moveTo>
                  <a:cubicBezTo>
                    <a:pt x="45053" y="82862"/>
                    <a:pt x="45526" y="83534"/>
                    <a:pt x="46049" y="84107"/>
                  </a:cubicBezTo>
                  <a:lnTo>
                    <a:pt x="46049" y="84182"/>
                  </a:lnTo>
                  <a:cubicBezTo>
                    <a:pt x="45551" y="84480"/>
                    <a:pt x="45028" y="84729"/>
                    <a:pt x="44530" y="85003"/>
                  </a:cubicBezTo>
                  <a:cubicBezTo>
                    <a:pt x="44530" y="84978"/>
                    <a:pt x="44530" y="84953"/>
                    <a:pt x="44555" y="84903"/>
                  </a:cubicBezTo>
                  <a:cubicBezTo>
                    <a:pt x="44680" y="84032"/>
                    <a:pt x="44729" y="83211"/>
                    <a:pt x="44729" y="82365"/>
                  </a:cubicBezTo>
                  <a:lnTo>
                    <a:pt x="44729" y="82265"/>
                  </a:lnTo>
                  <a:lnTo>
                    <a:pt x="44729" y="82066"/>
                  </a:lnTo>
                  <a:close/>
                  <a:moveTo>
                    <a:pt x="56229" y="78407"/>
                  </a:moveTo>
                  <a:cubicBezTo>
                    <a:pt x="57374" y="80523"/>
                    <a:pt x="58743" y="82763"/>
                    <a:pt x="60237" y="84978"/>
                  </a:cubicBezTo>
                  <a:cubicBezTo>
                    <a:pt x="60212" y="84978"/>
                    <a:pt x="60212" y="84978"/>
                    <a:pt x="60187" y="85003"/>
                  </a:cubicBezTo>
                  <a:cubicBezTo>
                    <a:pt x="58718" y="82763"/>
                    <a:pt x="57349" y="80547"/>
                    <a:pt x="56204" y="78432"/>
                  </a:cubicBezTo>
                  <a:lnTo>
                    <a:pt x="56229" y="78407"/>
                  </a:lnTo>
                  <a:close/>
                  <a:moveTo>
                    <a:pt x="97624" y="84234"/>
                  </a:moveTo>
                  <a:cubicBezTo>
                    <a:pt x="97399" y="84491"/>
                    <a:pt x="97172" y="84749"/>
                    <a:pt x="96940" y="85010"/>
                  </a:cubicBezTo>
                  <a:lnTo>
                    <a:pt x="96940" y="85010"/>
                  </a:lnTo>
                  <a:cubicBezTo>
                    <a:pt x="97182" y="84723"/>
                    <a:pt x="97413" y="84456"/>
                    <a:pt x="97624" y="84234"/>
                  </a:cubicBezTo>
                  <a:close/>
                  <a:moveTo>
                    <a:pt x="69446" y="80274"/>
                  </a:moveTo>
                  <a:cubicBezTo>
                    <a:pt x="69446" y="80299"/>
                    <a:pt x="69446" y="80299"/>
                    <a:pt x="69496" y="80348"/>
                  </a:cubicBezTo>
                  <a:cubicBezTo>
                    <a:pt x="66534" y="82414"/>
                    <a:pt x="63473" y="84032"/>
                    <a:pt x="60585" y="85103"/>
                  </a:cubicBezTo>
                  <a:cubicBezTo>
                    <a:pt x="60585" y="85078"/>
                    <a:pt x="60560" y="85078"/>
                    <a:pt x="60560" y="85028"/>
                  </a:cubicBezTo>
                  <a:cubicBezTo>
                    <a:pt x="63423" y="83982"/>
                    <a:pt x="66459" y="82365"/>
                    <a:pt x="69446" y="80274"/>
                  </a:cubicBezTo>
                  <a:close/>
                  <a:moveTo>
                    <a:pt x="44428" y="81464"/>
                  </a:moveTo>
                  <a:cubicBezTo>
                    <a:pt x="44438" y="81506"/>
                    <a:pt x="44450" y="81557"/>
                    <a:pt x="44481" y="81618"/>
                  </a:cubicBezTo>
                  <a:cubicBezTo>
                    <a:pt x="44530" y="82788"/>
                    <a:pt x="44505" y="83982"/>
                    <a:pt x="44281" y="85152"/>
                  </a:cubicBezTo>
                  <a:cubicBezTo>
                    <a:pt x="44281" y="85152"/>
                    <a:pt x="44257" y="85152"/>
                    <a:pt x="44257" y="85177"/>
                  </a:cubicBezTo>
                  <a:cubicBezTo>
                    <a:pt x="44257" y="85103"/>
                    <a:pt x="44281" y="85003"/>
                    <a:pt x="44306" y="84903"/>
                  </a:cubicBezTo>
                  <a:cubicBezTo>
                    <a:pt x="44481" y="83958"/>
                    <a:pt x="44505" y="83012"/>
                    <a:pt x="44481" y="82116"/>
                  </a:cubicBezTo>
                  <a:lnTo>
                    <a:pt x="44481" y="81867"/>
                  </a:lnTo>
                  <a:cubicBezTo>
                    <a:pt x="44481" y="81767"/>
                    <a:pt x="44431" y="81643"/>
                    <a:pt x="44431" y="81543"/>
                  </a:cubicBezTo>
                  <a:cubicBezTo>
                    <a:pt x="44431" y="81520"/>
                    <a:pt x="44431" y="81490"/>
                    <a:pt x="44428" y="81464"/>
                  </a:cubicBezTo>
                  <a:close/>
                  <a:moveTo>
                    <a:pt x="60361" y="85127"/>
                  </a:moveTo>
                  <a:cubicBezTo>
                    <a:pt x="60361" y="85127"/>
                    <a:pt x="60411" y="85152"/>
                    <a:pt x="60411" y="85202"/>
                  </a:cubicBezTo>
                  <a:cubicBezTo>
                    <a:pt x="60361" y="85202"/>
                    <a:pt x="60361" y="85202"/>
                    <a:pt x="60336" y="85227"/>
                  </a:cubicBezTo>
                  <a:cubicBezTo>
                    <a:pt x="60336" y="85202"/>
                    <a:pt x="60311" y="85202"/>
                    <a:pt x="60311" y="85152"/>
                  </a:cubicBezTo>
                  <a:cubicBezTo>
                    <a:pt x="60336" y="85152"/>
                    <a:pt x="60336" y="85152"/>
                    <a:pt x="60361" y="85127"/>
                  </a:cubicBezTo>
                  <a:close/>
                  <a:moveTo>
                    <a:pt x="46123" y="84381"/>
                  </a:moveTo>
                  <a:lnTo>
                    <a:pt x="46123" y="84455"/>
                  </a:lnTo>
                  <a:cubicBezTo>
                    <a:pt x="45607" y="84726"/>
                    <a:pt x="45042" y="84996"/>
                    <a:pt x="44525" y="85267"/>
                  </a:cubicBezTo>
                  <a:lnTo>
                    <a:pt x="44525" y="85267"/>
                  </a:lnTo>
                  <a:cubicBezTo>
                    <a:pt x="44530" y="85257"/>
                    <a:pt x="44530" y="85242"/>
                    <a:pt x="44530" y="85227"/>
                  </a:cubicBezTo>
                  <a:lnTo>
                    <a:pt x="46123" y="84381"/>
                  </a:lnTo>
                  <a:close/>
                  <a:moveTo>
                    <a:pt x="1917" y="71537"/>
                  </a:moveTo>
                  <a:lnTo>
                    <a:pt x="1917" y="71537"/>
                  </a:lnTo>
                  <a:cubicBezTo>
                    <a:pt x="1792" y="74151"/>
                    <a:pt x="1991" y="76640"/>
                    <a:pt x="2589" y="78930"/>
                  </a:cubicBezTo>
                  <a:cubicBezTo>
                    <a:pt x="1867" y="80448"/>
                    <a:pt x="1369" y="82091"/>
                    <a:pt x="1120" y="83709"/>
                  </a:cubicBezTo>
                  <a:cubicBezTo>
                    <a:pt x="1095" y="83709"/>
                    <a:pt x="1095" y="83734"/>
                    <a:pt x="1095" y="83758"/>
                  </a:cubicBezTo>
                  <a:lnTo>
                    <a:pt x="996" y="84605"/>
                  </a:lnTo>
                  <a:lnTo>
                    <a:pt x="996" y="84704"/>
                  </a:lnTo>
                  <a:cubicBezTo>
                    <a:pt x="996" y="84804"/>
                    <a:pt x="971" y="84978"/>
                    <a:pt x="971" y="85103"/>
                  </a:cubicBezTo>
                  <a:cubicBezTo>
                    <a:pt x="971" y="85152"/>
                    <a:pt x="971" y="85252"/>
                    <a:pt x="946" y="85327"/>
                  </a:cubicBezTo>
                  <a:cubicBezTo>
                    <a:pt x="349" y="81120"/>
                    <a:pt x="722" y="76490"/>
                    <a:pt x="1917" y="71537"/>
                  </a:cubicBezTo>
                  <a:close/>
                  <a:moveTo>
                    <a:pt x="44281" y="85351"/>
                  </a:moveTo>
                  <a:lnTo>
                    <a:pt x="44281" y="85401"/>
                  </a:lnTo>
                  <a:lnTo>
                    <a:pt x="44257" y="85401"/>
                  </a:lnTo>
                  <a:cubicBezTo>
                    <a:pt x="44257" y="85401"/>
                    <a:pt x="44257" y="85376"/>
                    <a:pt x="44281" y="85351"/>
                  </a:cubicBezTo>
                  <a:close/>
                  <a:moveTo>
                    <a:pt x="48289" y="83460"/>
                  </a:moveTo>
                  <a:cubicBezTo>
                    <a:pt x="48538" y="84132"/>
                    <a:pt x="48762" y="84854"/>
                    <a:pt x="48911" y="85575"/>
                  </a:cubicBezTo>
                  <a:cubicBezTo>
                    <a:pt x="48140" y="85227"/>
                    <a:pt x="47418" y="84779"/>
                    <a:pt x="46845" y="84256"/>
                  </a:cubicBezTo>
                  <a:cubicBezTo>
                    <a:pt x="47343" y="84007"/>
                    <a:pt x="47841" y="83734"/>
                    <a:pt x="48289" y="83460"/>
                  </a:cubicBezTo>
                  <a:close/>
                  <a:moveTo>
                    <a:pt x="56055" y="78531"/>
                  </a:moveTo>
                  <a:cubicBezTo>
                    <a:pt x="57200" y="80647"/>
                    <a:pt x="58544" y="82862"/>
                    <a:pt x="60038" y="85078"/>
                  </a:cubicBezTo>
                  <a:cubicBezTo>
                    <a:pt x="59490" y="85252"/>
                    <a:pt x="58967" y="85451"/>
                    <a:pt x="58445" y="85575"/>
                  </a:cubicBezTo>
                  <a:cubicBezTo>
                    <a:pt x="57499" y="83286"/>
                    <a:pt x="56329" y="81170"/>
                    <a:pt x="54960" y="79278"/>
                  </a:cubicBezTo>
                  <a:cubicBezTo>
                    <a:pt x="55333" y="79029"/>
                    <a:pt x="55682" y="78780"/>
                    <a:pt x="56055" y="78531"/>
                  </a:cubicBezTo>
                  <a:close/>
                  <a:moveTo>
                    <a:pt x="54810" y="79378"/>
                  </a:moveTo>
                  <a:cubicBezTo>
                    <a:pt x="56179" y="81244"/>
                    <a:pt x="57324" y="83360"/>
                    <a:pt x="58245" y="85600"/>
                  </a:cubicBezTo>
                  <a:cubicBezTo>
                    <a:pt x="58220" y="85600"/>
                    <a:pt x="58220" y="85600"/>
                    <a:pt x="58196" y="85625"/>
                  </a:cubicBezTo>
                  <a:cubicBezTo>
                    <a:pt x="57250" y="83385"/>
                    <a:pt x="56105" y="81294"/>
                    <a:pt x="54736" y="79427"/>
                  </a:cubicBezTo>
                  <a:lnTo>
                    <a:pt x="54810" y="79378"/>
                  </a:lnTo>
                  <a:close/>
                  <a:moveTo>
                    <a:pt x="48538" y="83310"/>
                  </a:moveTo>
                  <a:cubicBezTo>
                    <a:pt x="48837" y="84107"/>
                    <a:pt x="49036" y="84879"/>
                    <a:pt x="49235" y="85700"/>
                  </a:cubicBezTo>
                  <a:cubicBezTo>
                    <a:pt x="49210" y="85700"/>
                    <a:pt x="49160" y="85650"/>
                    <a:pt x="49160" y="85650"/>
                  </a:cubicBezTo>
                  <a:cubicBezTo>
                    <a:pt x="48986" y="84879"/>
                    <a:pt x="48737" y="84107"/>
                    <a:pt x="48488" y="83360"/>
                  </a:cubicBezTo>
                  <a:cubicBezTo>
                    <a:pt x="48513" y="83360"/>
                    <a:pt x="48513" y="83310"/>
                    <a:pt x="48538" y="83310"/>
                  </a:cubicBezTo>
                  <a:close/>
                  <a:moveTo>
                    <a:pt x="60112" y="85202"/>
                  </a:moveTo>
                  <a:cubicBezTo>
                    <a:pt x="60112" y="85227"/>
                    <a:pt x="60162" y="85227"/>
                    <a:pt x="60162" y="85252"/>
                  </a:cubicBezTo>
                  <a:cubicBezTo>
                    <a:pt x="59589" y="85451"/>
                    <a:pt x="59067" y="85625"/>
                    <a:pt x="58494" y="85775"/>
                  </a:cubicBezTo>
                  <a:lnTo>
                    <a:pt x="58494" y="85725"/>
                  </a:lnTo>
                  <a:cubicBezTo>
                    <a:pt x="59017" y="85575"/>
                    <a:pt x="59589" y="85376"/>
                    <a:pt x="60112" y="85202"/>
                  </a:cubicBezTo>
                  <a:close/>
                  <a:moveTo>
                    <a:pt x="14860" y="85252"/>
                  </a:moveTo>
                  <a:lnTo>
                    <a:pt x="14860" y="85252"/>
                  </a:lnTo>
                  <a:cubicBezTo>
                    <a:pt x="14810" y="85351"/>
                    <a:pt x="14810" y="85451"/>
                    <a:pt x="14785" y="85526"/>
                  </a:cubicBezTo>
                  <a:cubicBezTo>
                    <a:pt x="14761" y="85625"/>
                    <a:pt x="14736" y="85725"/>
                    <a:pt x="14661" y="85824"/>
                  </a:cubicBezTo>
                  <a:cubicBezTo>
                    <a:pt x="14686" y="85725"/>
                    <a:pt x="14686" y="85625"/>
                    <a:pt x="14736" y="85501"/>
                  </a:cubicBezTo>
                  <a:cubicBezTo>
                    <a:pt x="14761" y="85401"/>
                    <a:pt x="14810" y="85327"/>
                    <a:pt x="14860" y="85252"/>
                  </a:cubicBezTo>
                  <a:close/>
                  <a:moveTo>
                    <a:pt x="46671" y="84356"/>
                  </a:moveTo>
                  <a:cubicBezTo>
                    <a:pt x="47343" y="84928"/>
                    <a:pt x="48115" y="85426"/>
                    <a:pt x="48986" y="85775"/>
                  </a:cubicBezTo>
                  <a:cubicBezTo>
                    <a:pt x="48986" y="85809"/>
                    <a:pt x="48986" y="85832"/>
                    <a:pt x="48994" y="85842"/>
                  </a:cubicBezTo>
                  <a:lnTo>
                    <a:pt x="48994" y="85842"/>
                  </a:lnTo>
                  <a:cubicBezTo>
                    <a:pt x="48107" y="85471"/>
                    <a:pt x="47294" y="84977"/>
                    <a:pt x="46627" y="84361"/>
                  </a:cubicBezTo>
                  <a:lnTo>
                    <a:pt x="46627" y="84361"/>
                  </a:lnTo>
                  <a:cubicBezTo>
                    <a:pt x="46637" y="84370"/>
                    <a:pt x="46648" y="84374"/>
                    <a:pt x="46655" y="84374"/>
                  </a:cubicBezTo>
                  <a:cubicBezTo>
                    <a:pt x="46665" y="84374"/>
                    <a:pt x="46671" y="84368"/>
                    <a:pt x="46671" y="84356"/>
                  </a:cubicBezTo>
                  <a:close/>
                  <a:moveTo>
                    <a:pt x="58320" y="85750"/>
                  </a:moveTo>
                  <a:cubicBezTo>
                    <a:pt x="58320" y="85775"/>
                    <a:pt x="58320" y="85775"/>
                    <a:pt x="58345" y="85799"/>
                  </a:cubicBezTo>
                  <a:cubicBezTo>
                    <a:pt x="58320" y="85849"/>
                    <a:pt x="58320" y="85849"/>
                    <a:pt x="58295" y="85849"/>
                  </a:cubicBezTo>
                  <a:cubicBezTo>
                    <a:pt x="58295" y="85799"/>
                    <a:pt x="58295" y="85799"/>
                    <a:pt x="58245" y="85775"/>
                  </a:cubicBezTo>
                  <a:cubicBezTo>
                    <a:pt x="58295" y="85775"/>
                    <a:pt x="58295" y="85775"/>
                    <a:pt x="58320" y="85750"/>
                  </a:cubicBezTo>
                  <a:close/>
                  <a:moveTo>
                    <a:pt x="43809" y="78880"/>
                  </a:moveTo>
                  <a:lnTo>
                    <a:pt x="43908" y="79353"/>
                  </a:lnTo>
                  <a:lnTo>
                    <a:pt x="43908" y="79427"/>
                  </a:lnTo>
                  <a:lnTo>
                    <a:pt x="43908" y="79527"/>
                  </a:lnTo>
                  <a:lnTo>
                    <a:pt x="43933" y="79527"/>
                  </a:lnTo>
                  <a:cubicBezTo>
                    <a:pt x="44008" y="79851"/>
                    <a:pt x="44033" y="80149"/>
                    <a:pt x="44132" y="80473"/>
                  </a:cubicBezTo>
                  <a:cubicBezTo>
                    <a:pt x="44182" y="80846"/>
                    <a:pt x="44232" y="81220"/>
                    <a:pt x="44257" y="81593"/>
                  </a:cubicBezTo>
                  <a:cubicBezTo>
                    <a:pt x="44257" y="81717"/>
                    <a:pt x="44281" y="81792"/>
                    <a:pt x="44281" y="81916"/>
                  </a:cubicBezTo>
                  <a:lnTo>
                    <a:pt x="44281" y="82016"/>
                  </a:lnTo>
                  <a:lnTo>
                    <a:pt x="44281" y="83037"/>
                  </a:lnTo>
                  <a:cubicBezTo>
                    <a:pt x="44257" y="83783"/>
                    <a:pt x="44182" y="84530"/>
                    <a:pt x="44033" y="85277"/>
                  </a:cubicBezTo>
                  <a:cubicBezTo>
                    <a:pt x="43560" y="85526"/>
                    <a:pt x="43062" y="85750"/>
                    <a:pt x="42614" y="85974"/>
                  </a:cubicBezTo>
                  <a:cubicBezTo>
                    <a:pt x="42639" y="83758"/>
                    <a:pt x="43037" y="81369"/>
                    <a:pt x="43809" y="78880"/>
                  </a:cubicBezTo>
                  <a:close/>
                  <a:moveTo>
                    <a:pt x="49235" y="85899"/>
                  </a:moveTo>
                  <a:cubicBezTo>
                    <a:pt x="49235" y="85899"/>
                    <a:pt x="49260" y="85899"/>
                    <a:pt x="49285" y="85949"/>
                  </a:cubicBezTo>
                  <a:cubicBezTo>
                    <a:pt x="49285" y="85974"/>
                    <a:pt x="49285" y="85999"/>
                    <a:pt x="49334" y="85999"/>
                  </a:cubicBezTo>
                  <a:lnTo>
                    <a:pt x="49260" y="85999"/>
                  </a:lnTo>
                  <a:cubicBezTo>
                    <a:pt x="49260" y="85974"/>
                    <a:pt x="49260" y="85949"/>
                    <a:pt x="49235" y="85899"/>
                  </a:cubicBezTo>
                  <a:close/>
                  <a:moveTo>
                    <a:pt x="43734" y="78482"/>
                  </a:moveTo>
                  <a:cubicBezTo>
                    <a:pt x="43734" y="78506"/>
                    <a:pt x="43759" y="78531"/>
                    <a:pt x="43759" y="78556"/>
                  </a:cubicBezTo>
                  <a:cubicBezTo>
                    <a:pt x="42912" y="81170"/>
                    <a:pt x="42440" y="83709"/>
                    <a:pt x="42440" y="86024"/>
                  </a:cubicBezTo>
                  <a:cubicBezTo>
                    <a:pt x="42415" y="86048"/>
                    <a:pt x="42390" y="86048"/>
                    <a:pt x="42390" y="86048"/>
                  </a:cubicBezTo>
                  <a:cubicBezTo>
                    <a:pt x="42390" y="83684"/>
                    <a:pt x="42863" y="81145"/>
                    <a:pt x="43734" y="78482"/>
                  </a:cubicBezTo>
                  <a:close/>
                  <a:moveTo>
                    <a:pt x="44008" y="85476"/>
                  </a:moveTo>
                  <a:lnTo>
                    <a:pt x="44008" y="85526"/>
                  </a:lnTo>
                  <a:cubicBezTo>
                    <a:pt x="43535" y="85750"/>
                    <a:pt x="43062" y="85999"/>
                    <a:pt x="42639" y="86223"/>
                  </a:cubicBezTo>
                  <a:lnTo>
                    <a:pt x="42639" y="86148"/>
                  </a:lnTo>
                  <a:cubicBezTo>
                    <a:pt x="43062" y="85949"/>
                    <a:pt x="43535" y="85725"/>
                    <a:pt x="44008" y="85476"/>
                  </a:cubicBezTo>
                  <a:close/>
                  <a:moveTo>
                    <a:pt x="54586" y="79527"/>
                  </a:moveTo>
                  <a:cubicBezTo>
                    <a:pt x="55931" y="81394"/>
                    <a:pt x="57075" y="83460"/>
                    <a:pt x="57996" y="85650"/>
                  </a:cubicBezTo>
                  <a:cubicBezTo>
                    <a:pt x="56284" y="86108"/>
                    <a:pt x="54653" y="86346"/>
                    <a:pt x="53148" y="86346"/>
                  </a:cubicBezTo>
                  <a:cubicBezTo>
                    <a:pt x="51789" y="86346"/>
                    <a:pt x="50531" y="86151"/>
                    <a:pt x="49409" y="85750"/>
                  </a:cubicBezTo>
                  <a:cubicBezTo>
                    <a:pt x="49235" y="84879"/>
                    <a:pt x="48986" y="84032"/>
                    <a:pt x="48662" y="83211"/>
                  </a:cubicBezTo>
                  <a:cubicBezTo>
                    <a:pt x="50654" y="82116"/>
                    <a:pt x="52620" y="80871"/>
                    <a:pt x="54586" y="79527"/>
                  </a:cubicBezTo>
                  <a:close/>
                  <a:moveTo>
                    <a:pt x="42440" y="86248"/>
                  </a:moveTo>
                  <a:lnTo>
                    <a:pt x="42440" y="86322"/>
                  </a:lnTo>
                  <a:cubicBezTo>
                    <a:pt x="42415" y="86322"/>
                    <a:pt x="42415" y="86347"/>
                    <a:pt x="42390" y="86347"/>
                  </a:cubicBezTo>
                  <a:lnTo>
                    <a:pt x="42390" y="86272"/>
                  </a:lnTo>
                  <a:cubicBezTo>
                    <a:pt x="42390" y="86272"/>
                    <a:pt x="42415" y="86248"/>
                    <a:pt x="42440" y="86248"/>
                  </a:cubicBezTo>
                  <a:close/>
                  <a:moveTo>
                    <a:pt x="58071" y="85849"/>
                  </a:moveTo>
                  <a:cubicBezTo>
                    <a:pt x="58071" y="85874"/>
                    <a:pt x="58071" y="85874"/>
                    <a:pt x="58096" y="85899"/>
                  </a:cubicBezTo>
                  <a:cubicBezTo>
                    <a:pt x="56354" y="86372"/>
                    <a:pt x="54686" y="86621"/>
                    <a:pt x="53143" y="86621"/>
                  </a:cubicBezTo>
                  <a:cubicBezTo>
                    <a:pt x="51823" y="86621"/>
                    <a:pt x="50579" y="86422"/>
                    <a:pt x="49484" y="86048"/>
                  </a:cubicBezTo>
                  <a:cubicBezTo>
                    <a:pt x="49484" y="86030"/>
                    <a:pt x="49484" y="86012"/>
                    <a:pt x="49474" y="86003"/>
                  </a:cubicBezTo>
                  <a:lnTo>
                    <a:pt x="49474" y="86003"/>
                  </a:lnTo>
                  <a:cubicBezTo>
                    <a:pt x="50592" y="86363"/>
                    <a:pt x="51841" y="86542"/>
                    <a:pt x="53185" y="86542"/>
                  </a:cubicBezTo>
                  <a:cubicBezTo>
                    <a:pt x="54709" y="86542"/>
                    <a:pt x="56355" y="86311"/>
                    <a:pt x="58071" y="85849"/>
                  </a:cubicBezTo>
                  <a:close/>
                  <a:moveTo>
                    <a:pt x="2664" y="79203"/>
                  </a:moveTo>
                  <a:cubicBezTo>
                    <a:pt x="2664" y="79253"/>
                    <a:pt x="2664" y="79278"/>
                    <a:pt x="2688" y="79278"/>
                  </a:cubicBezTo>
                  <a:cubicBezTo>
                    <a:pt x="2041" y="80722"/>
                    <a:pt x="1593" y="82190"/>
                    <a:pt x="1344" y="83734"/>
                  </a:cubicBezTo>
                  <a:lnTo>
                    <a:pt x="1344" y="83783"/>
                  </a:lnTo>
                  <a:cubicBezTo>
                    <a:pt x="1319" y="84082"/>
                    <a:pt x="1295" y="84356"/>
                    <a:pt x="1245" y="84605"/>
                  </a:cubicBezTo>
                  <a:lnTo>
                    <a:pt x="1245" y="84704"/>
                  </a:lnTo>
                  <a:cubicBezTo>
                    <a:pt x="1245" y="84854"/>
                    <a:pt x="1220" y="84978"/>
                    <a:pt x="1220" y="85127"/>
                  </a:cubicBezTo>
                  <a:cubicBezTo>
                    <a:pt x="1220" y="85227"/>
                    <a:pt x="1195" y="85327"/>
                    <a:pt x="1195" y="85401"/>
                  </a:cubicBezTo>
                  <a:lnTo>
                    <a:pt x="1195" y="85451"/>
                  </a:lnTo>
                  <a:cubicBezTo>
                    <a:pt x="1170" y="85874"/>
                    <a:pt x="1170" y="86322"/>
                    <a:pt x="1195" y="86745"/>
                  </a:cubicBezTo>
                  <a:cubicBezTo>
                    <a:pt x="1170" y="86646"/>
                    <a:pt x="1170" y="86571"/>
                    <a:pt x="1120" y="86472"/>
                  </a:cubicBezTo>
                  <a:cubicBezTo>
                    <a:pt x="1120" y="86123"/>
                    <a:pt x="1095" y="85775"/>
                    <a:pt x="1120" y="85451"/>
                  </a:cubicBezTo>
                  <a:cubicBezTo>
                    <a:pt x="1120" y="85327"/>
                    <a:pt x="1120" y="85227"/>
                    <a:pt x="1170" y="85103"/>
                  </a:cubicBezTo>
                  <a:cubicBezTo>
                    <a:pt x="1170" y="84953"/>
                    <a:pt x="1195" y="84779"/>
                    <a:pt x="1195" y="84605"/>
                  </a:cubicBezTo>
                  <a:cubicBezTo>
                    <a:pt x="1220" y="84331"/>
                    <a:pt x="1245" y="84032"/>
                    <a:pt x="1295" y="83783"/>
                  </a:cubicBezTo>
                  <a:lnTo>
                    <a:pt x="1295" y="83684"/>
                  </a:lnTo>
                  <a:cubicBezTo>
                    <a:pt x="1519" y="82165"/>
                    <a:pt x="1991" y="80647"/>
                    <a:pt x="2664" y="79203"/>
                  </a:cubicBezTo>
                  <a:close/>
                  <a:moveTo>
                    <a:pt x="448" y="82091"/>
                  </a:moveTo>
                  <a:cubicBezTo>
                    <a:pt x="573" y="84406"/>
                    <a:pt x="846" y="85999"/>
                    <a:pt x="946" y="86521"/>
                  </a:cubicBezTo>
                  <a:lnTo>
                    <a:pt x="946" y="86745"/>
                  </a:lnTo>
                  <a:lnTo>
                    <a:pt x="946" y="86770"/>
                  </a:lnTo>
                  <a:cubicBezTo>
                    <a:pt x="896" y="86646"/>
                    <a:pt x="871" y="86496"/>
                    <a:pt x="846" y="86347"/>
                  </a:cubicBezTo>
                  <a:cubicBezTo>
                    <a:pt x="846" y="86248"/>
                    <a:pt x="822" y="86148"/>
                    <a:pt x="822" y="86073"/>
                  </a:cubicBezTo>
                  <a:cubicBezTo>
                    <a:pt x="797" y="85974"/>
                    <a:pt x="797" y="85849"/>
                    <a:pt x="747" y="85750"/>
                  </a:cubicBezTo>
                  <a:cubicBezTo>
                    <a:pt x="672" y="85127"/>
                    <a:pt x="573" y="84480"/>
                    <a:pt x="548" y="83833"/>
                  </a:cubicBezTo>
                  <a:lnTo>
                    <a:pt x="548" y="83634"/>
                  </a:lnTo>
                  <a:cubicBezTo>
                    <a:pt x="498" y="83111"/>
                    <a:pt x="473" y="82613"/>
                    <a:pt x="448" y="82091"/>
                  </a:cubicBezTo>
                  <a:close/>
                  <a:moveTo>
                    <a:pt x="69571" y="80473"/>
                  </a:moveTo>
                  <a:cubicBezTo>
                    <a:pt x="69670" y="80597"/>
                    <a:pt x="69770" y="80747"/>
                    <a:pt x="69894" y="80871"/>
                  </a:cubicBezTo>
                  <a:cubicBezTo>
                    <a:pt x="67331" y="83012"/>
                    <a:pt x="64692" y="85103"/>
                    <a:pt x="61979" y="87069"/>
                  </a:cubicBezTo>
                  <a:cubicBezTo>
                    <a:pt x="61506" y="86496"/>
                    <a:pt x="61108" y="85874"/>
                    <a:pt x="60685" y="85252"/>
                  </a:cubicBezTo>
                  <a:cubicBezTo>
                    <a:pt x="63572" y="84157"/>
                    <a:pt x="66634" y="82539"/>
                    <a:pt x="69571" y="80473"/>
                  </a:cubicBezTo>
                  <a:close/>
                  <a:moveTo>
                    <a:pt x="60486" y="85351"/>
                  </a:moveTo>
                  <a:lnTo>
                    <a:pt x="61805" y="87218"/>
                  </a:lnTo>
                  <a:lnTo>
                    <a:pt x="61780" y="87243"/>
                  </a:lnTo>
                  <a:lnTo>
                    <a:pt x="60461" y="85376"/>
                  </a:lnTo>
                  <a:cubicBezTo>
                    <a:pt x="60461" y="85351"/>
                    <a:pt x="60486" y="85351"/>
                    <a:pt x="60486" y="85351"/>
                  </a:cubicBezTo>
                  <a:close/>
                  <a:moveTo>
                    <a:pt x="70019" y="81045"/>
                  </a:moveTo>
                  <a:cubicBezTo>
                    <a:pt x="70019" y="81070"/>
                    <a:pt x="70019" y="81070"/>
                    <a:pt x="70044" y="81120"/>
                  </a:cubicBezTo>
                  <a:cubicBezTo>
                    <a:pt x="67505" y="83261"/>
                    <a:pt x="64842" y="85351"/>
                    <a:pt x="62153" y="87293"/>
                  </a:cubicBezTo>
                  <a:cubicBezTo>
                    <a:pt x="62153" y="87268"/>
                    <a:pt x="62103" y="87268"/>
                    <a:pt x="62103" y="87243"/>
                  </a:cubicBezTo>
                  <a:cubicBezTo>
                    <a:pt x="64842" y="85277"/>
                    <a:pt x="67505" y="83236"/>
                    <a:pt x="70019" y="81045"/>
                  </a:cubicBezTo>
                  <a:close/>
                  <a:moveTo>
                    <a:pt x="43485" y="78407"/>
                  </a:moveTo>
                  <a:lnTo>
                    <a:pt x="43485" y="78407"/>
                  </a:lnTo>
                  <a:cubicBezTo>
                    <a:pt x="42639" y="81145"/>
                    <a:pt x="42166" y="83758"/>
                    <a:pt x="42191" y="86148"/>
                  </a:cubicBezTo>
                  <a:cubicBezTo>
                    <a:pt x="40050" y="87144"/>
                    <a:pt x="37934" y="88015"/>
                    <a:pt x="35843" y="88737"/>
                  </a:cubicBezTo>
                  <a:cubicBezTo>
                    <a:pt x="35918" y="88438"/>
                    <a:pt x="35943" y="88089"/>
                    <a:pt x="36018" y="87766"/>
                  </a:cubicBezTo>
                  <a:cubicBezTo>
                    <a:pt x="36042" y="87617"/>
                    <a:pt x="36067" y="87467"/>
                    <a:pt x="36092" y="87268"/>
                  </a:cubicBezTo>
                  <a:lnTo>
                    <a:pt x="36092" y="87243"/>
                  </a:lnTo>
                  <a:cubicBezTo>
                    <a:pt x="36167" y="86895"/>
                    <a:pt x="36267" y="86521"/>
                    <a:pt x="36341" y="86148"/>
                  </a:cubicBezTo>
                  <a:cubicBezTo>
                    <a:pt x="36391" y="86024"/>
                    <a:pt x="36416" y="85874"/>
                    <a:pt x="36441" y="85750"/>
                  </a:cubicBezTo>
                  <a:cubicBezTo>
                    <a:pt x="36515" y="85526"/>
                    <a:pt x="36565" y="85302"/>
                    <a:pt x="36640" y="85053"/>
                  </a:cubicBezTo>
                  <a:cubicBezTo>
                    <a:pt x="36690" y="84879"/>
                    <a:pt x="36715" y="84679"/>
                    <a:pt x="36789" y="84505"/>
                  </a:cubicBezTo>
                  <a:cubicBezTo>
                    <a:pt x="36814" y="84381"/>
                    <a:pt x="36839" y="84281"/>
                    <a:pt x="36889" y="84157"/>
                  </a:cubicBezTo>
                  <a:cubicBezTo>
                    <a:pt x="37013" y="83734"/>
                    <a:pt x="37138" y="83286"/>
                    <a:pt x="37287" y="82862"/>
                  </a:cubicBezTo>
                  <a:lnTo>
                    <a:pt x="37287" y="82813"/>
                  </a:lnTo>
                  <a:cubicBezTo>
                    <a:pt x="37312" y="82763"/>
                    <a:pt x="37312" y="82688"/>
                    <a:pt x="37337" y="82613"/>
                  </a:cubicBezTo>
                  <a:lnTo>
                    <a:pt x="37337" y="82564"/>
                  </a:lnTo>
                  <a:cubicBezTo>
                    <a:pt x="37436" y="82290"/>
                    <a:pt x="37561" y="82016"/>
                    <a:pt x="37660" y="81692"/>
                  </a:cubicBezTo>
                  <a:cubicBezTo>
                    <a:pt x="40125" y="80996"/>
                    <a:pt x="42116" y="79875"/>
                    <a:pt x="43485" y="78407"/>
                  </a:cubicBezTo>
                  <a:close/>
                  <a:moveTo>
                    <a:pt x="60262" y="85451"/>
                  </a:moveTo>
                  <a:cubicBezTo>
                    <a:pt x="60710" y="86098"/>
                    <a:pt x="61158" y="86720"/>
                    <a:pt x="61606" y="87368"/>
                  </a:cubicBezTo>
                  <a:cubicBezTo>
                    <a:pt x="60934" y="87841"/>
                    <a:pt x="60237" y="88313"/>
                    <a:pt x="59589" y="88762"/>
                  </a:cubicBezTo>
                  <a:cubicBezTo>
                    <a:pt x="59291" y="87816"/>
                    <a:pt x="58967" y="86870"/>
                    <a:pt x="58594" y="85974"/>
                  </a:cubicBezTo>
                  <a:cubicBezTo>
                    <a:pt x="59166" y="85824"/>
                    <a:pt x="59714" y="85625"/>
                    <a:pt x="60262" y="85451"/>
                  </a:cubicBezTo>
                  <a:close/>
                  <a:moveTo>
                    <a:pt x="37461" y="81792"/>
                  </a:moveTo>
                  <a:cubicBezTo>
                    <a:pt x="36963" y="83236"/>
                    <a:pt x="36565" y="84605"/>
                    <a:pt x="36217" y="85974"/>
                  </a:cubicBezTo>
                  <a:lnTo>
                    <a:pt x="36217" y="85999"/>
                  </a:lnTo>
                  <a:cubicBezTo>
                    <a:pt x="36092" y="86496"/>
                    <a:pt x="36018" y="86969"/>
                    <a:pt x="35918" y="87467"/>
                  </a:cubicBezTo>
                  <a:cubicBezTo>
                    <a:pt x="35918" y="87517"/>
                    <a:pt x="35893" y="87592"/>
                    <a:pt x="35893" y="87641"/>
                  </a:cubicBezTo>
                  <a:cubicBezTo>
                    <a:pt x="35818" y="88015"/>
                    <a:pt x="35769" y="88438"/>
                    <a:pt x="35694" y="88811"/>
                  </a:cubicBezTo>
                  <a:cubicBezTo>
                    <a:pt x="35644" y="88836"/>
                    <a:pt x="35644" y="88836"/>
                    <a:pt x="35594" y="88836"/>
                  </a:cubicBezTo>
                  <a:cubicBezTo>
                    <a:pt x="35769" y="87741"/>
                    <a:pt x="35968" y="86621"/>
                    <a:pt x="36291" y="85476"/>
                  </a:cubicBezTo>
                  <a:cubicBezTo>
                    <a:pt x="36316" y="85376"/>
                    <a:pt x="36341" y="85277"/>
                    <a:pt x="36391" y="85152"/>
                  </a:cubicBezTo>
                  <a:cubicBezTo>
                    <a:pt x="36690" y="84032"/>
                    <a:pt x="37038" y="82912"/>
                    <a:pt x="37436" y="81792"/>
                  </a:cubicBezTo>
                  <a:close/>
                  <a:moveTo>
                    <a:pt x="58395" y="85999"/>
                  </a:moveTo>
                  <a:cubicBezTo>
                    <a:pt x="58768" y="86944"/>
                    <a:pt x="59117" y="87865"/>
                    <a:pt x="59390" y="88836"/>
                  </a:cubicBezTo>
                  <a:cubicBezTo>
                    <a:pt x="59365" y="88836"/>
                    <a:pt x="59365" y="88861"/>
                    <a:pt x="59341" y="88861"/>
                  </a:cubicBezTo>
                  <a:cubicBezTo>
                    <a:pt x="59067" y="87915"/>
                    <a:pt x="58718" y="86969"/>
                    <a:pt x="58345" y="86024"/>
                  </a:cubicBezTo>
                  <a:cubicBezTo>
                    <a:pt x="58370" y="86024"/>
                    <a:pt x="58370" y="86024"/>
                    <a:pt x="58395" y="85999"/>
                  </a:cubicBezTo>
                  <a:close/>
                  <a:moveTo>
                    <a:pt x="42191" y="86372"/>
                  </a:moveTo>
                  <a:lnTo>
                    <a:pt x="42191" y="86422"/>
                  </a:lnTo>
                  <a:cubicBezTo>
                    <a:pt x="40050" y="87417"/>
                    <a:pt x="37909" y="88289"/>
                    <a:pt x="35818" y="89010"/>
                  </a:cubicBezTo>
                  <a:lnTo>
                    <a:pt x="35818" y="88961"/>
                  </a:lnTo>
                  <a:cubicBezTo>
                    <a:pt x="37909" y="88239"/>
                    <a:pt x="40050" y="87368"/>
                    <a:pt x="42191" y="86372"/>
                  </a:cubicBezTo>
                  <a:close/>
                  <a:moveTo>
                    <a:pt x="61705" y="87492"/>
                  </a:moveTo>
                  <a:cubicBezTo>
                    <a:pt x="61705" y="87517"/>
                    <a:pt x="61730" y="87517"/>
                    <a:pt x="61730" y="87567"/>
                  </a:cubicBezTo>
                  <a:cubicBezTo>
                    <a:pt x="61058" y="88065"/>
                    <a:pt x="60336" y="88513"/>
                    <a:pt x="59664" y="89010"/>
                  </a:cubicBezTo>
                  <a:cubicBezTo>
                    <a:pt x="59664" y="88986"/>
                    <a:pt x="59664" y="88986"/>
                    <a:pt x="59614" y="88961"/>
                  </a:cubicBezTo>
                  <a:cubicBezTo>
                    <a:pt x="60336" y="88463"/>
                    <a:pt x="61033" y="87990"/>
                    <a:pt x="61705" y="87492"/>
                  </a:cubicBezTo>
                  <a:close/>
                  <a:moveTo>
                    <a:pt x="80598" y="71263"/>
                  </a:moveTo>
                  <a:cubicBezTo>
                    <a:pt x="83211" y="73304"/>
                    <a:pt x="85875" y="75246"/>
                    <a:pt x="88364" y="76814"/>
                  </a:cubicBezTo>
                  <a:cubicBezTo>
                    <a:pt x="84804" y="81269"/>
                    <a:pt x="80448" y="85476"/>
                    <a:pt x="75520" y="89010"/>
                  </a:cubicBezTo>
                  <a:cubicBezTo>
                    <a:pt x="74101" y="86447"/>
                    <a:pt x="72384" y="83659"/>
                    <a:pt x="70492" y="80971"/>
                  </a:cubicBezTo>
                  <a:cubicBezTo>
                    <a:pt x="74051" y="77884"/>
                    <a:pt x="77436" y="74648"/>
                    <a:pt x="80598" y="71263"/>
                  </a:cubicBezTo>
                  <a:close/>
                  <a:moveTo>
                    <a:pt x="88948" y="88600"/>
                  </a:moveTo>
                  <a:lnTo>
                    <a:pt x="88948" y="88600"/>
                  </a:lnTo>
                  <a:cubicBezTo>
                    <a:pt x="88796" y="88744"/>
                    <a:pt x="88644" y="88888"/>
                    <a:pt x="88488" y="89035"/>
                  </a:cubicBezTo>
                  <a:lnTo>
                    <a:pt x="88470" y="89071"/>
                  </a:lnTo>
                  <a:lnTo>
                    <a:pt x="88470" y="89071"/>
                  </a:lnTo>
                  <a:lnTo>
                    <a:pt x="88563" y="88986"/>
                  </a:lnTo>
                  <a:lnTo>
                    <a:pt x="88948" y="88600"/>
                  </a:lnTo>
                  <a:close/>
                  <a:moveTo>
                    <a:pt x="35594" y="89010"/>
                  </a:moveTo>
                  <a:lnTo>
                    <a:pt x="35594" y="89085"/>
                  </a:lnTo>
                  <a:lnTo>
                    <a:pt x="35545" y="89085"/>
                  </a:lnTo>
                  <a:lnTo>
                    <a:pt x="35545" y="89060"/>
                  </a:lnTo>
                  <a:cubicBezTo>
                    <a:pt x="35570" y="89060"/>
                    <a:pt x="35594" y="89010"/>
                    <a:pt x="35594" y="89010"/>
                  </a:cubicBezTo>
                  <a:close/>
                  <a:moveTo>
                    <a:pt x="43983" y="85775"/>
                  </a:moveTo>
                  <a:lnTo>
                    <a:pt x="43983" y="85775"/>
                  </a:lnTo>
                  <a:cubicBezTo>
                    <a:pt x="43734" y="86895"/>
                    <a:pt x="43410" y="87990"/>
                    <a:pt x="42937" y="89085"/>
                  </a:cubicBezTo>
                  <a:cubicBezTo>
                    <a:pt x="42738" y="88239"/>
                    <a:pt x="42639" y="87343"/>
                    <a:pt x="42639" y="86447"/>
                  </a:cubicBezTo>
                  <a:cubicBezTo>
                    <a:pt x="43062" y="86223"/>
                    <a:pt x="43535" y="85999"/>
                    <a:pt x="43983" y="85775"/>
                  </a:cubicBezTo>
                  <a:close/>
                  <a:moveTo>
                    <a:pt x="59490" y="89060"/>
                  </a:moveTo>
                  <a:cubicBezTo>
                    <a:pt x="59490" y="89085"/>
                    <a:pt x="59490" y="89085"/>
                    <a:pt x="59540" y="89110"/>
                  </a:cubicBezTo>
                  <a:cubicBezTo>
                    <a:pt x="59490" y="89110"/>
                    <a:pt x="59490" y="89135"/>
                    <a:pt x="59465" y="89135"/>
                  </a:cubicBezTo>
                  <a:cubicBezTo>
                    <a:pt x="59440" y="89110"/>
                    <a:pt x="59440" y="89085"/>
                    <a:pt x="59440" y="89085"/>
                  </a:cubicBezTo>
                  <a:cubicBezTo>
                    <a:pt x="59465" y="89085"/>
                    <a:pt x="59465" y="89060"/>
                    <a:pt x="59490" y="89060"/>
                  </a:cubicBezTo>
                  <a:close/>
                  <a:moveTo>
                    <a:pt x="70318" y="81120"/>
                  </a:moveTo>
                  <a:cubicBezTo>
                    <a:pt x="72234" y="83833"/>
                    <a:pt x="73927" y="86571"/>
                    <a:pt x="75370" y="89160"/>
                  </a:cubicBezTo>
                  <a:lnTo>
                    <a:pt x="75346" y="89210"/>
                  </a:lnTo>
                  <a:cubicBezTo>
                    <a:pt x="73902" y="86596"/>
                    <a:pt x="72184" y="83833"/>
                    <a:pt x="70293" y="81145"/>
                  </a:cubicBezTo>
                  <a:lnTo>
                    <a:pt x="70318" y="81120"/>
                  </a:lnTo>
                  <a:close/>
                  <a:moveTo>
                    <a:pt x="88538" y="76938"/>
                  </a:moveTo>
                  <a:cubicBezTo>
                    <a:pt x="88563" y="76938"/>
                    <a:pt x="88563" y="76988"/>
                    <a:pt x="88588" y="76988"/>
                  </a:cubicBezTo>
                  <a:cubicBezTo>
                    <a:pt x="84978" y="81468"/>
                    <a:pt x="80598" y="85700"/>
                    <a:pt x="75644" y="89234"/>
                  </a:cubicBezTo>
                  <a:cubicBezTo>
                    <a:pt x="75619" y="89234"/>
                    <a:pt x="75619" y="89234"/>
                    <a:pt x="75619" y="89210"/>
                  </a:cubicBezTo>
                  <a:cubicBezTo>
                    <a:pt x="80573" y="85650"/>
                    <a:pt x="84954" y="81419"/>
                    <a:pt x="88538" y="76938"/>
                  </a:cubicBezTo>
                  <a:close/>
                  <a:moveTo>
                    <a:pt x="42440" y="86496"/>
                  </a:moveTo>
                  <a:cubicBezTo>
                    <a:pt x="42489" y="87492"/>
                    <a:pt x="42614" y="88413"/>
                    <a:pt x="42788" y="89334"/>
                  </a:cubicBezTo>
                  <a:cubicBezTo>
                    <a:pt x="42788" y="89359"/>
                    <a:pt x="42763" y="89384"/>
                    <a:pt x="42763" y="89434"/>
                  </a:cubicBezTo>
                  <a:cubicBezTo>
                    <a:pt x="42514" y="88513"/>
                    <a:pt x="42390" y="87567"/>
                    <a:pt x="42390" y="86521"/>
                  </a:cubicBezTo>
                  <a:cubicBezTo>
                    <a:pt x="42415" y="86521"/>
                    <a:pt x="42415" y="86496"/>
                    <a:pt x="42440" y="86496"/>
                  </a:cubicBezTo>
                  <a:close/>
                  <a:moveTo>
                    <a:pt x="44173" y="85695"/>
                  </a:moveTo>
                  <a:lnTo>
                    <a:pt x="44173" y="85695"/>
                  </a:lnTo>
                  <a:cubicBezTo>
                    <a:pt x="43924" y="86974"/>
                    <a:pt x="43528" y="88228"/>
                    <a:pt x="42987" y="89458"/>
                  </a:cubicBezTo>
                  <a:lnTo>
                    <a:pt x="42987" y="89434"/>
                  </a:lnTo>
                  <a:cubicBezTo>
                    <a:pt x="43528" y="88228"/>
                    <a:pt x="43924" y="86974"/>
                    <a:pt x="44173" y="85695"/>
                  </a:cubicBezTo>
                  <a:close/>
                  <a:moveTo>
                    <a:pt x="37187" y="81867"/>
                  </a:moveTo>
                  <a:lnTo>
                    <a:pt x="37187" y="81867"/>
                  </a:lnTo>
                  <a:cubicBezTo>
                    <a:pt x="36316" y="84306"/>
                    <a:pt x="35719" y="86671"/>
                    <a:pt x="35395" y="88911"/>
                  </a:cubicBezTo>
                  <a:cubicBezTo>
                    <a:pt x="34400" y="89259"/>
                    <a:pt x="33404" y="89558"/>
                    <a:pt x="32433" y="89832"/>
                  </a:cubicBezTo>
                  <a:cubicBezTo>
                    <a:pt x="32284" y="87268"/>
                    <a:pt x="32458" y="84779"/>
                    <a:pt x="32981" y="82489"/>
                  </a:cubicBezTo>
                  <a:cubicBezTo>
                    <a:pt x="34474" y="82389"/>
                    <a:pt x="35893" y="82215"/>
                    <a:pt x="37187" y="81867"/>
                  </a:cubicBezTo>
                  <a:close/>
                  <a:moveTo>
                    <a:pt x="93631" y="88605"/>
                  </a:moveTo>
                  <a:lnTo>
                    <a:pt x="93631" y="88605"/>
                  </a:lnTo>
                  <a:cubicBezTo>
                    <a:pt x="93444" y="88800"/>
                    <a:pt x="93259" y="88988"/>
                    <a:pt x="93093" y="89185"/>
                  </a:cubicBezTo>
                  <a:cubicBezTo>
                    <a:pt x="92862" y="89418"/>
                    <a:pt x="92629" y="89652"/>
                    <a:pt x="92395" y="89884"/>
                  </a:cubicBezTo>
                  <a:lnTo>
                    <a:pt x="92395" y="89884"/>
                  </a:lnTo>
                  <a:cubicBezTo>
                    <a:pt x="92440" y="89839"/>
                    <a:pt x="92482" y="89796"/>
                    <a:pt x="92520" y="89757"/>
                  </a:cubicBezTo>
                  <a:cubicBezTo>
                    <a:pt x="92794" y="89458"/>
                    <a:pt x="93143" y="89135"/>
                    <a:pt x="93441" y="88786"/>
                  </a:cubicBezTo>
                  <a:lnTo>
                    <a:pt x="93631" y="88605"/>
                  </a:lnTo>
                  <a:close/>
                  <a:moveTo>
                    <a:pt x="32807" y="82489"/>
                  </a:moveTo>
                  <a:cubicBezTo>
                    <a:pt x="32284" y="84804"/>
                    <a:pt x="32110" y="87293"/>
                    <a:pt x="32284" y="89882"/>
                  </a:cubicBezTo>
                  <a:cubicBezTo>
                    <a:pt x="32234" y="89882"/>
                    <a:pt x="32234" y="89882"/>
                    <a:pt x="32209" y="89931"/>
                  </a:cubicBezTo>
                  <a:cubicBezTo>
                    <a:pt x="32035" y="87343"/>
                    <a:pt x="32209" y="84804"/>
                    <a:pt x="32732" y="82489"/>
                  </a:cubicBezTo>
                  <a:close/>
                  <a:moveTo>
                    <a:pt x="35346" y="89110"/>
                  </a:moveTo>
                  <a:lnTo>
                    <a:pt x="35346" y="89160"/>
                  </a:lnTo>
                  <a:cubicBezTo>
                    <a:pt x="34400" y="89508"/>
                    <a:pt x="33429" y="89782"/>
                    <a:pt x="32458" y="90081"/>
                  </a:cubicBezTo>
                  <a:lnTo>
                    <a:pt x="32458" y="90031"/>
                  </a:lnTo>
                  <a:cubicBezTo>
                    <a:pt x="33404" y="89757"/>
                    <a:pt x="34350" y="89458"/>
                    <a:pt x="35346" y="89110"/>
                  </a:cubicBezTo>
                  <a:close/>
                  <a:moveTo>
                    <a:pt x="88737" y="77063"/>
                  </a:moveTo>
                  <a:cubicBezTo>
                    <a:pt x="88936" y="77187"/>
                    <a:pt x="89110" y="77312"/>
                    <a:pt x="89309" y="77411"/>
                  </a:cubicBezTo>
                  <a:cubicBezTo>
                    <a:pt x="89285" y="77436"/>
                    <a:pt x="89235" y="77511"/>
                    <a:pt x="89185" y="77536"/>
                  </a:cubicBezTo>
                  <a:cubicBezTo>
                    <a:pt x="89061" y="77685"/>
                    <a:pt x="88936" y="77809"/>
                    <a:pt x="88787" y="77959"/>
                  </a:cubicBezTo>
                  <a:cubicBezTo>
                    <a:pt x="88189" y="78631"/>
                    <a:pt x="87567" y="79278"/>
                    <a:pt x="86970" y="79900"/>
                  </a:cubicBezTo>
                  <a:cubicBezTo>
                    <a:pt x="86721" y="80149"/>
                    <a:pt x="86497" y="80398"/>
                    <a:pt x="86248" y="80647"/>
                  </a:cubicBezTo>
                  <a:cubicBezTo>
                    <a:pt x="85800" y="81145"/>
                    <a:pt x="85302" y="81618"/>
                    <a:pt x="84829" y="82116"/>
                  </a:cubicBezTo>
                  <a:cubicBezTo>
                    <a:pt x="84481" y="82439"/>
                    <a:pt x="84107" y="82788"/>
                    <a:pt x="83759" y="83136"/>
                  </a:cubicBezTo>
                  <a:cubicBezTo>
                    <a:pt x="83336" y="83534"/>
                    <a:pt x="82937" y="83933"/>
                    <a:pt x="82489" y="84381"/>
                  </a:cubicBezTo>
                  <a:cubicBezTo>
                    <a:pt x="82191" y="84655"/>
                    <a:pt x="81867" y="84978"/>
                    <a:pt x="81568" y="85252"/>
                  </a:cubicBezTo>
                  <a:cubicBezTo>
                    <a:pt x="80971" y="85775"/>
                    <a:pt x="80398" y="86297"/>
                    <a:pt x="79826" y="86845"/>
                  </a:cubicBezTo>
                  <a:cubicBezTo>
                    <a:pt x="79502" y="87119"/>
                    <a:pt x="79204" y="87368"/>
                    <a:pt x="78905" y="87641"/>
                  </a:cubicBezTo>
                  <a:lnTo>
                    <a:pt x="77511" y="88861"/>
                  </a:lnTo>
                  <a:cubicBezTo>
                    <a:pt x="77212" y="89135"/>
                    <a:pt x="76864" y="89434"/>
                    <a:pt x="76515" y="89707"/>
                  </a:cubicBezTo>
                  <a:lnTo>
                    <a:pt x="76043" y="90081"/>
                  </a:lnTo>
                  <a:cubicBezTo>
                    <a:pt x="75968" y="89857"/>
                    <a:pt x="75819" y="89633"/>
                    <a:pt x="75744" y="89434"/>
                  </a:cubicBezTo>
                  <a:cubicBezTo>
                    <a:pt x="80722" y="85849"/>
                    <a:pt x="85128" y="81593"/>
                    <a:pt x="88737" y="77063"/>
                  </a:cubicBezTo>
                  <a:close/>
                  <a:moveTo>
                    <a:pt x="32284" y="90081"/>
                  </a:moveTo>
                  <a:lnTo>
                    <a:pt x="32284" y="90106"/>
                  </a:lnTo>
                  <a:cubicBezTo>
                    <a:pt x="32234" y="90106"/>
                    <a:pt x="32234" y="90106"/>
                    <a:pt x="32209" y="90131"/>
                  </a:cubicBezTo>
                  <a:lnTo>
                    <a:pt x="32209" y="90081"/>
                  </a:lnTo>
                  <a:close/>
                  <a:moveTo>
                    <a:pt x="8040" y="73055"/>
                  </a:moveTo>
                  <a:cubicBezTo>
                    <a:pt x="9384" y="74424"/>
                    <a:pt x="10927" y="75669"/>
                    <a:pt x="12645" y="76789"/>
                  </a:cubicBezTo>
                  <a:lnTo>
                    <a:pt x="12670" y="76814"/>
                  </a:lnTo>
                  <a:cubicBezTo>
                    <a:pt x="12695" y="76864"/>
                    <a:pt x="12744" y="76913"/>
                    <a:pt x="12769" y="76938"/>
                  </a:cubicBezTo>
                  <a:lnTo>
                    <a:pt x="12894" y="77063"/>
                  </a:lnTo>
                  <a:cubicBezTo>
                    <a:pt x="12944" y="77162"/>
                    <a:pt x="13043" y="77237"/>
                    <a:pt x="13118" y="77312"/>
                  </a:cubicBezTo>
                  <a:cubicBezTo>
                    <a:pt x="13242" y="77411"/>
                    <a:pt x="13317" y="77536"/>
                    <a:pt x="13441" y="77635"/>
                  </a:cubicBezTo>
                  <a:cubicBezTo>
                    <a:pt x="13616" y="77785"/>
                    <a:pt x="13790" y="77934"/>
                    <a:pt x="13989" y="78108"/>
                  </a:cubicBezTo>
                  <a:cubicBezTo>
                    <a:pt x="14113" y="78183"/>
                    <a:pt x="14238" y="78282"/>
                    <a:pt x="14313" y="78382"/>
                  </a:cubicBezTo>
                  <a:cubicBezTo>
                    <a:pt x="14512" y="78531"/>
                    <a:pt x="14686" y="78656"/>
                    <a:pt x="14910" y="78805"/>
                  </a:cubicBezTo>
                  <a:cubicBezTo>
                    <a:pt x="15034" y="78905"/>
                    <a:pt x="15159" y="78954"/>
                    <a:pt x="15283" y="79029"/>
                  </a:cubicBezTo>
                  <a:cubicBezTo>
                    <a:pt x="15507" y="79154"/>
                    <a:pt x="15682" y="79303"/>
                    <a:pt x="15906" y="79427"/>
                  </a:cubicBezTo>
                  <a:lnTo>
                    <a:pt x="16279" y="79627"/>
                  </a:lnTo>
                  <a:lnTo>
                    <a:pt x="16304" y="79627"/>
                  </a:lnTo>
                  <a:cubicBezTo>
                    <a:pt x="15632" y="81618"/>
                    <a:pt x="15034" y="83559"/>
                    <a:pt x="14561" y="85501"/>
                  </a:cubicBezTo>
                  <a:cubicBezTo>
                    <a:pt x="13889" y="87019"/>
                    <a:pt x="13367" y="88587"/>
                    <a:pt x="12944" y="90155"/>
                  </a:cubicBezTo>
                  <a:cubicBezTo>
                    <a:pt x="9658" y="88861"/>
                    <a:pt x="7044" y="86770"/>
                    <a:pt x="5227" y="83958"/>
                  </a:cubicBezTo>
                  <a:lnTo>
                    <a:pt x="5227" y="83858"/>
                  </a:lnTo>
                  <a:lnTo>
                    <a:pt x="5227" y="83833"/>
                  </a:lnTo>
                  <a:cubicBezTo>
                    <a:pt x="5327" y="83111"/>
                    <a:pt x="5451" y="82389"/>
                    <a:pt x="5601" y="81668"/>
                  </a:cubicBezTo>
                  <a:cubicBezTo>
                    <a:pt x="5650" y="81593"/>
                    <a:pt x="5650" y="81493"/>
                    <a:pt x="5675" y="81419"/>
                  </a:cubicBezTo>
                  <a:cubicBezTo>
                    <a:pt x="6198" y="78730"/>
                    <a:pt x="7019" y="75918"/>
                    <a:pt x="8040" y="73055"/>
                  </a:cubicBezTo>
                  <a:close/>
                  <a:moveTo>
                    <a:pt x="14362" y="86397"/>
                  </a:moveTo>
                  <a:cubicBezTo>
                    <a:pt x="14313" y="86521"/>
                    <a:pt x="14288" y="86646"/>
                    <a:pt x="14288" y="86745"/>
                  </a:cubicBezTo>
                  <a:cubicBezTo>
                    <a:pt x="13865" y="87865"/>
                    <a:pt x="13491" y="89010"/>
                    <a:pt x="13192" y="90205"/>
                  </a:cubicBezTo>
                  <a:cubicBezTo>
                    <a:pt x="13168" y="90205"/>
                    <a:pt x="13143" y="90180"/>
                    <a:pt x="13143" y="90180"/>
                  </a:cubicBezTo>
                  <a:cubicBezTo>
                    <a:pt x="13441" y="88886"/>
                    <a:pt x="13865" y="87617"/>
                    <a:pt x="14362" y="86397"/>
                  </a:cubicBezTo>
                  <a:close/>
                  <a:moveTo>
                    <a:pt x="75570" y="89533"/>
                  </a:moveTo>
                  <a:cubicBezTo>
                    <a:pt x="75694" y="89757"/>
                    <a:pt x="75794" y="89981"/>
                    <a:pt x="75918" y="90205"/>
                  </a:cubicBezTo>
                  <a:lnTo>
                    <a:pt x="75893" y="90230"/>
                  </a:lnTo>
                  <a:lnTo>
                    <a:pt x="75520" y="89583"/>
                  </a:lnTo>
                  <a:lnTo>
                    <a:pt x="75570" y="89533"/>
                  </a:lnTo>
                  <a:close/>
                  <a:moveTo>
                    <a:pt x="89459" y="77511"/>
                  </a:moveTo>
                  <a:cubicBezTo>
                    <a:pt x="89484" y="77511"/>
                    <a:pt x="89484" y="77536"/>
                    <a:pt x="89509" y="77536"/>
                  </a:cubicBezTo>
                  <a:cubicBezTo>
                    <a:pt x="89110" y="77984"/>
                    <a:pt x="88737" y="78407"/>
                    <a:pt x="88339" y="78805"/>
                  </a:cubicBezTo>
                  <a:cubicBezTo>
                    <a:pt x="87990" y="79178"/>
                    <a:pt x="87642" y="79552"/>
                    <a:pt x="87318" y="79900"/>
                  </a:cubicBezTo>
                  <a:cubicBezTo>
                    <a:pt x="86945" y="80299"/>
                    <a:pt x="86522" y="80722"/>
                    <a:pt x="86148" y="81120"/>
                  </a:cubicBezTo>
                  <a:cubicBezTo>
                    <a:pt x="85949" y="81344"/>
                    <a:pt x="85750" y="81543"/>
                    <a:pt x="85526" y="81742"/>
                  </a:cubicBezTo>
                  <a:cubicBezTo>
                    <a:pt x="84879" y="82414"/>
                    <a:pt x="84207" y="83086"/>
                    <a:pt x="83510" y="83734"/>
                  </a:cubicBezTo>
                  <a:lnTo>
                    <a:pt x="82863" y="84381"/>
                  </a:lnTo>
                  <a:cubicBezTo>
                    <a:pt x="82340" y="84879"/>
                    <a:pt x="81792" y="85376"/>
                    <a:pt x="81245" y="85874"/>
                  </a:cubicBezTo>
                  <a:cubicBezTo>
                    <a:pt x="80847" y="86248"/>
                    <a:pt x="80473" y="86596"/>
                    <a:pt x="80050" y="86969"/>
                  </a:cubicBezTo>
                  <a:cubicBezTo>
                    <a:pt x="79677" y="87318"/>
                    <a:pt x="79303" y="87617"/>
                    <a:pt x="78930" y="87965"/>
                  </a:cubicBezTo>
                  <a:cubicBezTo>
                    <a:pt x="78532" y="88338"/>
                    <a:pt x="78108" y="88712"/>
                    <a:pt x="77660" y="89060"/>
                  </a:cubicBezTo>
                  <a:lnTo>
                    <a:pt x="76441" y="90081"/>
                  </a:lnTo>
                  <a:cubicBezTo>
                    <a:pt x="76366" y="90131"/>
                    <a:pt x="76291" y="90205"/>
                    <a:pt x="76192" y="90255"/>
                  </a:cubicBezTo>
                  <a:cubicBezTo>
                    <a:pt x="76192" y="90230"/>
                    <a:pt x="76167" y="90230"/>
                    <a:pt x="76167" y="90205"/>
                  </a:cubicBezTo>
                  <a:cubicBezTo>
                    <a:pt x="76341" y="90106"/>
                    <a:pt x="76491" y="89981"/>
                    <a:pt x="76640" y="89857"/>
                  </a:cubicBezTo>
                  <a:cubicBezTo>
                    <a:pt x="76914" y="89608"/>
                    <a:pt x="77212" y="89384"/>
                    <a:pt x="77511" y="89135"/>
                  </a:cubicBezTo>
                  <a:cubicBezTo>
                    <a:pt x="78034" y="88712"/>
                    <a:pt x="78581" y="88239"/>
                    <a:pt x="79079" y="87766"/>
                  </a:cubicBezTo>
                  <a:lnTo>
                    <a:pt x="79901" y="87019"/>
                  </a:lnTo>
                  <a:cubicBezTo>
                    <a:pt x="80523" y="86472"/>
                    <a:pt x="81145" y="85899"/>
                    <a:pt x="81743" y="85351"/>
                  </a:cubicBezTo>
                  <a:cubicBezTo>
                    <a:pt x="81991" y="85103"/>
                    <a:pt x="82265" y="84854"/>
                    <a:pt x="82514" y="84605"/>
                  </a:cubicBezTo>
                  <a:cubicBezTo>
                    <a:pt x="83062" y="84107"/>
                    <a:pt x="83560" y="83609"/>
                    <a:pt x="84082" y="83111"/>
                  </a:cubicBezTo>
                  <a:lnTo>
                    <a:pt x="84655" y="82514"/>
                  </a:lnTo>
                  <a:cubicBezTo>
                    <a:pt x="85277" y="81892"/>
                    <a:pt x="85899" y="81269"/>
                    <a:pt x="86497" y="80647"/>
                  </a:cubicBezTo>
                  <a:lnTo>
                    <a:pt x="86995" y="80149"/>
                  </a:lnTo>
                  <a:cubicBezTo>
                    <a:pt x="87692" y="79427"/>
                    <a:pt x="88364" y="78730"/>
                    <a:pt x="89011" y="78009"/>
                  </a:cubicBezTo>
                  <a:cubicBezTo>
                    <a:pt x="89061" y="77984"/>
                    <a:pt x="89085" y="77934"/>
                    <a:pt x="89085" y="77909"/>
                  </a:cubicBezTo>
                  <a:cubicBezTo>
                    <a:pt x="89210" y="77785"/>
                    <a:pt x="89334" y="77635"/>
                    <a:pt x="89459" y="77511"/>
                  </a:cubicBezTo>
                  <a:close/>
                  <a:moveTo>
                    <a:pt x="5202" y="84256"/>
                  </a:moveTo>
                  <a:cubicBezTo>
                    <a:pt x="7044" y="86994"/>
                    <a:pt x="9633" y="89060"/>
                    <a:pt x="12919" y="90305"/>
                  </a:cubicBezTo>
                  <a:lnTo>
                    <a:pt x="12919" y="90355"/>
                  </a:lnTo>
                  <a:cubicBezTo>
                    <a:pt x="9658" y="89110"/>
                    <a:pt x="7044" y="87094"/>
                    <a:pt x="5202" y="84356"/>
                  </a:cubicBezTo>
                  <a:cubicBezTo>
                    <a:pt x="5178" y="84331"/>
                    <a:pt x="5202" y="84281"/>
                    <a:pt x="5202" y="84256"/>
                  </a:cubicBezTo>
                  <a:close/>
                  <a:moveTo>
                    <a:pt x="14064" y="87890"/>
                  </a:moveTo>
                  <a:lnTo>
                    <a:pt x="14064" y="87890"/>
                  </a:lnTo>
                  <a:cubicBezTo>
                    <a:pt x="13914" y="88737"/>
                    <a:pt x="13790" y="89558"/>
                    <a:pt x="13690" y="90355"/>
                  </a:cubicBezTo>
                  <a:cubicBezTo>
                    <a:pt x="13616" y="90330"/>
                    <a:pt x="13491" y="90305"/>
                    <a:pt x="13392" y="90255"/>
                  </a:cubicBezTo>
                  <a:cubicBezTo>
                    <a:pt x="13566" y="89483"/>
                    <a:pt x="13790" y="88662"/>
                    <a:pt x="14064" y="87890"/>
                  </a:cubicBezTo>
                  <a:close/>
                  <a:moveTo>
                    <a:pt x="13118" y="90355"/>
                  </a:moveTo>
                  <a:cubicBezTo>
                    <a:pt x="13143" y="90379"/>
                    <a:pt x="13168" y="90379"/>
                    <a:pt x="13168" y="90379"/>
                  </a:cubicBezTo>
                  <a:lnTo>
                    <a:pt x="13168" y="90454"/>
                  </a:lnTo>
                  <a:lnTo>
                    <a:pt x="13118" y="90454"/>
                  </a:lnTo>
                  <a:cubicBezTo>
                    <a:pt x="13068" y="90379"/>
                    <a:pt x="13068" y="90379"/>
                    <a:pt x="13118" y="90355"/>
                  </a:cubicBezTo>
                  <a:close/>
                  <a:moveTo>
                    <a:pt x="14611" y="86496"/>
                  </a:moveTo>
                  <a:lnTo>
                    <a:pt x="14611" y="86496"/>
                  </a:lnTo>
                  <a:cubicBezTo>
                    <a:pt x="14313" y="87841"/>
                    <a:pt x="14113" y="89135"/>
                    <a:pt x="13939" y="90454"/>
                  </a:cubicBezTo>
                  <a:cubicBezTo>
                    <a:pt x="13914" y="90454"/>
                    <a:pt x="13889" y="90404"/>
                    <a:pt x="13865" y="90404"/>
                  </a:cubicBezTo>
                  <a:cubicBezTo>
                    <a:pt x="14014" y="89234"/>
                    <a:pt x="14188" y="88040"/>
                    <a:pt x="14437" y="86845"/>
                  </a:cubicBezTo>
                  <a:cubicBezTo>
                    <a:pt x="14487" y="86720"/>
                    <a:pt x="14537" y="86621"/>
                    <a:pt x="14611" y="86496"/>
                  </a:cubicBezTo>
                  <a:close/>
                  <a:moveTo>
                    <a:pt x="75993" y="90379"/>
                  </a:moveTo>
                  <a:cubicBezTo>
                    <a:pt x="75993" y="90404"/>
                    <a:pt x="76018" y="90404"/>
                    <a:pt x="76018" y="90454"/>
                  </a:cubicBezTo>
                  <a:lnTo>
                    <a:pt x="75993" y="90479"/>
                  </a:lnTo>
                  <a:cubicBezTo>
                    <a:pt x="75993" y="90454"/>
                    <a:pt x="75993" y="90404"/>
                    <a:pt x="75968" y="90404"/>
                  </a:cubicBezTo>
                  <a:lnTo>
                    <a:pt x="75993" y="90379"/>
                  </a:lnTo>
                  <a:close/>
                  <a:moveTo>
                    <a:pt x="13317" y="90454"/>
                  </a:moveTo>
                  <a:cubicBezTo>
                    <a:pt x="13441" y="90479"/>
                    <a:pt x="13541" y="90504"/>
                    <a:pt x="13665" y="90579"/>
                  </a:cubicBezTo>
                  <a:lnTo>
                    <a:pt x="13665" y="90628"/>
                  </a:lnTo>
                  <a:cubicBezTo>
                    <a:pt x="13541" y="90603"/>
                    <a:pt x="13441" y="90579"/>
                    <a:pt x="13317" y="90529"/>
                  </a:cubicBezTo>
                  <a:lnTo>
                    <a:pt x="13317" y="90454"/>
                  </a:lnTo>
                  <a:close/>
                  <a:moveTo>
                    <a:pt x="88470" y="89071"/>
                  </a:moveTo>
                  <a:lnTo>
                    <a:pt x="88239" y="89284"/>
                  </a:lnTo>
                  <a:lnTo>
                    <a:pt x="87044" y="90404"/>
                  </a:lnTo>
                  <a:cubicBezTo>
                    <a:pt x="86970" y="90479"/>
                    <a:pt x="86895" y="90563"/>
                    <a:pt x="86820" y="90634"/>
                  </a:cubicBezTo>
                  <a:lnTo>
                    <a:pt x="86820" y="90634"/>
                  </a:lnTo>
                  <a:cubicBezTo>
                    <a:pt x="86870" y="90588"/>
                    <a:pt x="86920" y="90544"/>
                    <a:pt x="86970" y="90504"/>
                  </a:cubicBezTo>
                  <a:cubicBezTo>
                    <a:pt x="87368" y="90131"/>
                    <a:pt x="87791" y="89757"/>
                    <a:pt x="88189" y="89359"/>
                  </a:cubicBezTo>
                  <a:lnTo>
                    <a:pt x="88289" y="89259"/>
                  </a:lnTo>
                  <a:lnTo>
                    <a:pt x="88463" y="89085"/>
                  </a:lnTo>
                  <a:lnTo>
                    <a:pt x="88470" y="89071"/>
                  </a:lnTo>
                  <a:close/>
                  <a:moveTo>
                    <a:pt x="86820" y="90634"/>
                  </a:moveTo>
                  <a:lnTo>
                    <a:pt x="86820" y="90634"/>
                  </a:lnTo>
                  <a:cubicBezTo>
                    <a:pt x="86813" y="90640"/>
                    <a:pt x="86806" y="90647"/>
                    <a:pt x="86799" y="90654"/>
                  </a:cubicBezTo>
                  <a:lnTo>
                    <a:pt x="86799" y="90654"/>
                  </a:lnTo>
                  <a:cubicBezTo>
                    <a:pt x="86806" y="90647"/>
                    <a:pt x="86813" y="90641"/>
                    <a:pt x="86820" y="90634"/>
                  </a:cubicBezTo>
                  <a:close/>
                  <a:moveTo>
                    <a:pt x="13865" y="90603"/>
                  </a:moveTo>
                  <a:cubicBezTo>
                    <a:pt x="13889" y="90603"/>
                    <a:pt x="13889" y="90603"/>
                    <a:pt x="13914" y="90628"/>
                  </a:cubicBezTo>
                  <a:lnTo>
                    <a:pt x="13914" y="90678"/>
                  </a:lnTo>
                  <a:cubicBezTo>
                    <a:pt x="13889" y="90678"/>
                    <a:pt x="13889" y="90678"/>
                    <a:pt x="13865" y="90628"/>
                  </a:cubicBezTo>
                  <a:cubicBezTo>
                    <a:pt x="13815" y="90628"/>
                    <a:pt x="13865" y="90628"/>
                    <a:pt x="13865" y="90603"/>
                  </a:cubicBezTo>
                  <a:close/>
                  <a:moveTo>
                    <a:pt x="27505" y="82265"/>
                  </a:moveTo>
                  <a:cubicBezTo>
                    <a:pt x="28849" y="82464"/>
                    <a:pt x="30193" y="82539"/>
                    <a:pt x="31537" y="82539"/>
                  </a:cubicBezTo>
                  <a:cubicBezTo>
                    <a:pt x="31861" y="82539"/>
                    <a:pt x="32184" y="82514"/>
                    <a:pt x="32533" y="82514"/>
                  </a:cubicBezTo>
                  <a:cubicBezTo>
                    <a:pt x="32035" y="84854"/>
                    <a:pt x="31861" y="87368"/>
                    <a:pt x="31985" y="89956"/>
                  </a:cubicBezTo>
                  <a:cubicBezTo>
                    <a:pt x="29621" y="90603"/>
                    <a:pt x="27355" y="91027"/>
                    <a:pt x="25190" y="91300"/>
                  </a:cubicBezTo>
                  <a:cubicBezTo>
                    <a:pt x="25613" y="88388"/>
                    <a:pt x="26385" y="85376"/>
                    <a:pt x="27505" y="82265"/>
                  </a:cubicBezTo>
                  <a:close/>
                  <a:moveTo>
                    <a:pt x="1743" y="90504"/>
                  </a:moveTo>
                  <a:lnTo>
                    <a:pt x="1743" y="90504"/>
                  </a:lnTo>
                  <a:cubicBezTo>
                    <a:pt x="1792" y="90579"/>
                    <a:pt x="1792" y="90603"/>
                    <a:pt x="1817" y="90678"/>
                  </a:cubicBezTo>
                  <a:lnTo>
                    <a:pt x="1817" y="90703"/>
                  </a:lnTo>
                  <a:cubicBezTo>
                    <a:pt x="1842" y="90803"/>
                    <a:pt x="1917" y="90877"/>
                    <a:pt x="1942" y="90977"/>
                  </a:cubicBezTo>
                  <a:cubicBezTo>
                    <a:pt x="1964" y="91090"/>
                    <a:pt x="1997" y="91204"/>
                    <a:pt x="2036" y="91318"/>
                  </a:cubicBezTo>
                  <a:lnTo>
                    <a:pt x="2036" y="91318"/>
                  </a:lnTo>
                  <a:cubicBezTo>
                    <a:pt x="1991" y="91249"/>
                    <a:pt x="1991" y="91224"/>
                    <a:pt x="1967" y="91176"/>
                  </a:cubicBezTo>
                  <a:cubicBezTo>
                    <a:pt x="1917" y="90952"/>
                    <a:pt x="1817" y="90728"/>
                    <a:pt x="1743" y="90504"/>
                  </a:cubicBezTo>
                  <a:close/>
                  <a:moveTo>
                    <a:pt x="27355" y="82240"/>
                  </a:moveTo>
                  <a:cubicBezTo>
                    <a:pt x="26235" y="85351"/>
                    <a:pt x="25439" y="88388"/>
                    <a:pt x="24991" y="91325"/>
                  </a:cubicBezTo>
                  <a:cubicBezTo>
                    <a:pt x="24991" y="91313"/>
                    <a:pt x="24985" y="91307"/>
                    <a:pt x="24975" y="91307"/>
                  </a:cubicBezTo>
                  <a:cubicBezTo>
                    <a:pt x="24966" y="91307"/>
                    <a:pt x="24954" y="91313"/>
                    <a:pt x="24941" y="91325"/>
                  </a:cubicBezTo>
                  <a:cubicBezTo>
                    <a:pt x="25364" y="88388"/>
                    <a:pt x="26186" y="85351"/>
                    <a:pt x="27306" y="82240"/>
                  </a:cubicBezTo>
                  <a:close/>
                  <a:moveTo>
                    <a:pt x="18146" y="80373"/>
                  </a:moveTo>
                  <a:cubicBezTo>
                    <a:pt x="18270" y="80398"/>
                    <a:pt x="18395" y="80473"/>
                    <a:pt x="18544" y="80498"/>
                  </a:cubicBezTo>
                  <a:cubicBezTo>
                    <a:pt x="18793" y="80597"/>
                    <a:pt x="19042" y="80647"/>
                    <a:pt x="19291" y="80747"/>
                  </a:cubicBezTo>
                  <a:cubicBezTo>
                    <a:pt x="19465" y="80772"/>
                    <a:pt x="19639" y="80846"/>
                    <a:pt x="19838" y="80871"/>
                  </a:cubicBezTo>
                  <a:lnTo>
                    <a:pt x="20585" y="81045"/>
                  </a:lnTo>
                  <a:cubicBezTo>
                    <a:pt x="20734" y="81095"/>
                    <a:pt x="20909" y="81120"/>
                    <a:pt x="21083" y="81145"/>
                  </a:cubicBezTo>
                  <a:cubicBezTo>
                    <a:pt x="21158" y="81170"/>
                    <a:pt x="21257" y="81170"/>
                    <a:pt x="21357" y="81170"/>
                  </a:cubicBezTo>
                  <a:lnTo>
                    <a:pt x="21904" y="81269"/>
                  </a:lnTo>
                  <a:cubicBezTo>
                    <a:pt x="22153" y="81294"/>
                    <a:pt x="22402" y="81344"/>
                    <a:pt x="22651" y="81344"/>
                  </a:cubicBezTo>
                  <a:cubicBezTo>
                    <a:pt x="22751" y="81344"/>
                    <a:pt x="22850" y="81369"/>
                    <a:pt x="22975" y="81369"/>
                  </a:cubicBezTo>
                  <a:cubicBezTo>
                    <a:pt x="24344" y="81742"/>
                    <a:pt x="25738" y="82016"/>
                    <a:pt x="27131" y="82240"/>
                  </a:cubicBezTo>
                  <a:cubicBezTo>
                    <a:pt x="26011" y="85376"/>
                    <a:pt x="25215" y="88463"/>
                    <a:pt x="24767" y="91375"/>
                  </a:cubicBezTo>
                  <a:cubicBezTo>
                    <a:pt x="23653" y="91474"/>
                    <a:pt x="22564" y="91525"/>
                    <a:pt x="21506" y="91525"/>
                  </a:cubicBezTo>
                  <a:cubicBezTo>
                    <a:pt x="18829" y="91525"/>
                    <a:pt x="16343" y="91200"/>
                    <a:pt x="14113" y="90504"/>
                  </a:cubicBezTo>
                  <a:cubicBezTo>
                    <a:pt x="14288" y="88911"/>
                    <a:pt x="14561" y="87268"/>
                    <a:pt x="14985" y="85625"/>
                  </a:cubicBezTo>
                  <a:cubicBezTo>
                    <a:pt x="15806" y="83783"/>
                    <a:pt x="16876" y="82016"/>
                    <a:pt x="18146" y="80373"/>
                  </a:cubicBezTo>
                  <a:close/>
                  <a:moveTo>
                    <a:pt x="32035" y="90131"/>
                  </a:moveTo>
                  <a:lnTo>
                    <a:pt x="32035" y="90205"/>
                  </a:lnTo>
                  <a:cubicBezTo>
                    <a:pt x="29670" y="90852"/>
                    <a:pt x="27355" y="91300"/>
                    <a:pt x="25140" y="91549"/>
                  </a:cubicBezTo>
                  <a:cubicBezTo>
                    <a:pt x="25140" y="91500"/>
                    <a:pt x="25140" y="91475"/>
                    <a:pt x="25190" y="91475"/>
                  </a:cubicBezTo>
                  <a:cubicBezTo>
                    <a:pt x="27380" y="91226"/>
                    <a:pt x="29670" y="90803"/>
                    <a:pt x="32035" y="90131"/>
                  </a:cubicBezTo>
                  <a:close/>
                  <a:moveTo>
                    <a:pt x="24966" y="91500"/>
                  </a:moveTo>
                  <a:lnTo>
                    <a:pt x="24966" y="91574"/>
                  </a:lnTo>
                  <a:lnTo>
                    <a:pt x="24891" y="91574"/>
                  </a:lnTo>
                  <a:lnTo>
                    <a:pt x="24891" y="91500"/>
                  </a:lnTo>
                  <a:close/>
                  <a:moveTo>
                    <a:pt x="2041" y="91332"/>
                  </a:moveTo>
                  <a:cubicBezTo>
                    <a:pt x="2071" y="91418"/>
                    <a:pt x="2104" y="91504"/>
                    <a:pt x="2138" y="91591"/>
                  </a:cubicBezTo>
                  <a:lnTo>
                    <a:pt x="2138" y="91591"/>
                  </a:lnTo>
                  <a:cubicBezTo>
                    <a:pt x="2119" y="91560"/>
                    <a:pt x="2101" y="91530"/>
                    <a:pt x="2091" y="91500"/>
                  </a:cubicBezTo>
                  <a:cubicBezTo>
                    <a:pt x="2091" y="91475"/>
                    <a:pt x="2091" y="91475"/>
                    <a:pt x="2066" y="91450"/>
                  </a:cubicBezTo>
                  <a:cubicBezTo>
                    <a:pt x="2043" y="91404"/>
                    <a:pt x="2041" y="91359"/>
                    <a:pt x="2041" y="91332"/>
                  </a:cubicBezTo>
                  <a:close/>
                  <a:moveTo>
                    <a:pt x="14064" y="90703"/>
                  </a:moveTo>
                  <a:cubicBezTo>
                    <a:pt x="16298" y="91389"/>
                    <a:pt x="18732" y="91715"/>
                    <a:pt x="21355" y="91715"/>
                  </a:cubicBezTo>
                  <a:cubicBezTo>
                    <a:pt x="22444" y="91715"/>
                    <a:pt x="23564" y="91659"/>
                    <a:pt x="24717" y="91549"/>
                  </a:cubicBezTo>
                  <a:lnTo>
                    <a:pt x="24717" y="91599"/>
                  </a:lnTo>
                  <a:cubicBezTo>
                    <a:pt x="23572" y="91724"/>
                    <a:pt x="22402" y="91798"/>
                    <a:pt x="21332" y="91798"/>
                  </a:cubicBezTo>
                  <a:cubicBezTo>
                    <a:pt x="18668" y="91798"/>
                    <a:pt x="16254" y="91450"/>
                    <a:pt x="14064" y="90753"/>
                  </a:cubicBezTo>
                  <a:lnTo>
                    <a:pt x="14064" y="90703"/>
                  </a:lnTo>
                  <a:close/>
                  <a:moveTo>
                    <a:pt x="46397" y="84505"/>
                  </a:moveTo>
                  <a:cubicBezTo>
                    <a:pt x="46422" y="84655"/>
                    <a:pt x="46422" y="84779"/>
                    <a:pt x="46447" y="84928"/>
                  </a:cubicBezTo>
                  <a:cubicBezTo>
                    <a:pt x="46497" y="85252"/>
                    <a:pt x="46522" y="85600"/>
                    <a:pt x="46547" y="85899"/>
                  </a:cubicBezTo>
                  <a:cubicBezTo>
                    <a:pt x="46547" y="85999"/>
                    <a:pt x="46547" y="86123"/>
                    <a:pt x="46571" y="86223"/>
                  </a:cubicBezTo>
                  <a:lnTo>
                    <a:pt x="46571" y="86372"/>
                  </a:lnTo>
                  <a:cubicBezTo>
                    <a:pt x="46571" y="86720"/>
                    <a:pt x="46621" y="87094"/>
                    <a:pt x="46571" y="87417"/>
                  </a:cubicBezTo>
                  <a:lnTo>
                    <a:pt x="46571" y="87865"/>
                  </a:lnTo>
                  <a:lnTo>
                    <a:pt x="46571" y="88139"/>
                  </a:lnTo>
                  <a:cubicBezTo>
                    <a:pt x="46571" y="88463"/>
                    <a:pt x="46547" y="88786"/>
                    <a:pt x="46522" y="89110"/>
                  </a:cubicBezTo>
                  <a:lnTo>
                    <a:pt x="46422" y="89857"/>
                  </a:lnTo>
                  <a:cubicBezTo>
                    <a:pt x="46397" y="90205"/>
                    <a:pt x="46323" y="90529"/>
                    <a:pt x="46273" y="90877"/>
                  </a:cubicBezTo>
                  <a:cubicBezTo>
                    <a:pt x="46248" y="91126"/>
                    <a:pt x="46173" y="91350"/>
                    <a:pt x="46123" y="91599"/>
                  </a:cubicBezTo>
                  <a:cubicBezTo>
                    <a:pt x="46072" y="91840"/>
                    <a:pt x="46008" y="92070"/>
                    <a:pt x="45949" y="92304"/>
                  </a:cubicBezTo>
                  <a:lnTo>
                    <a:pt x="45949" y="92304"/>
                  </a:lnTo>
                  <a:cubicBezTo>
                    <a:pt x="46584" y="89689"/>
                    <a:pt x="46716" y="87036"/>
                    <a:pt x="46372" y="84530"/>
                  </a:cubicBezTo>
                  <a:cubicBezTo>
                    <a:pt x="46372" y="84530"/>
                    <a:pt x="46397" y="84530"/>
                    <a:pt x="46397" y="84505"/>
                  </a:cubicBezTo>
                  <a:close/>
                  <a:moveTo>
                    <a:pt x="45914" y="92446"/>
                  </a:moveTo>
                  <a:cubicBezTo>
                    <a:pt x="45900" y="92503"/>
                    <a:pt x="45887" y="92561"/>
                    <a:pt x="45874" y="92620"/>
                  </a:cubicBezTo>
                  <a:cubicBezTo>
                    <a:pt x="45866" y="92645"/>
                    <a:pt x="45858" y="92670"/>
                    <a:pt x="45850" y="92695"/>
                  </a:cubicBezTo>
                  <a:lnTo>
                    <a:pt x="45850" y="92695"/>
                  </a:lnTo>
                  <a:cubicBezTo>
                    <a:pt x="45872" y="92612"/>
                    <a:pt x="45893" y="92529"/>
                    <a:pt x="45914" y="92446"/>
                  </a:cubicBezTo>
                  <a:close/>
                  <a:moveTo>
                    <a:pt x="45626" y="93490"/>
                  </a:moveTo>
                  <a:cubicBezTo>
                    <a:pt x="45626" y="93490"/>
                    <a:pt x="45626" y="93490"/>
                    <a:pt x="45626" y="93491"/>
                  </a:cubicBezTo>
                  <a:cubicBezTo>
                    <a:pt x="45624" y="93495"/>
                    <a:pt x="45623" y="93499"/>
                    <a:pt x="45622" y="93503"/>
                  </a:cubicBezTo>
                  <a:lnTo>
                    <a:pt x="45622" y="93503"/>
                  </a:lnTo>
                  <a:cubicBezTo>
                    <a:pt x="45623" y="93498"/>
                    <a:pt x="45624" y="93494"/>
                    <a:pt x="45626" y="93490"/>
                  </a:cubicBezTo>
                  <a:close/>
                  <a:moveTo>
                    <a:pt x="70143" y="81244"/>
                  </a:moveTo>
                  <a:cubicBezTo>
                    <a:pt x="72035" y="83908"/>
                    <a:pt x="73753" y="86696"/>
                    <a:pt x="75146" y="89259"/>
                  </a:cubicBezTo>
                  <a:cubicBezTo>
                    <a:pt x="72558" y="91101"/>
                    <a:pt x="69944" y="92620"/>
                    <a:pt x="67405" y="93864"/>
                  </a:cubicBezTo>
                  <a:cubicBezTo>
                    <a:pt x="65638" y="91923"/>
                    <a:pt x="63846" y="89707"/>
                    <a:pt x="62228" y="87442"/>
                  </a:cubicBezTo>
                  <a:cubicBezTo>
                    <a:pt x="64966" y="85476"/>
                    <a:pt x="67629" y="83410"/>
                    <a:pt x="70143" y="81244"/>
                  </a:cubicBezTo>
                  <a:close/>
                  <a:moveTo>
                    <a:pt x="46148" y="84655"/>
                  </a:moveTo>
                  <a:lnTo>
                    <a:pt x="46148" y="84655"/>
                  </a:lnTo>
                  <a:cubicBezTo>
                    <a:pt x="46547" y="87666"/>
                    <a:pt x="46223" y="90852"/>
                    <a:pt x="45227" y="93939"/>
                  </a:cubicBezTo>
                  <a:cubicBezTo>
                    <a:pt x="44232" y="92819"/>
                    <a:pt x="43510" y="91450"/>
                    <a:pt x="43062" y="89832"/>
                  </a:cubicBezTo>
                  <a:cubicBezTo>
                    <a:pt x="43734" y="88438"/>
                    <a:pt x="44182" y="86994"/>
                    <a:pt x="44481" y="85526"/>
                  </a:cubicBezTo>
                  <a:cubicBezTo>
                    <a:pt x="45028" y="85252"/>
                    <a:pt x="45601" y="84953"/>
                    <a:pt x="46148" y="84655"/>
                  </a:cubicBezTo>
                  <a:close/>
                  <a:moveTo>
                    <a:pt x="62079" y="87567"/>
                  </a:moveTo>
                  <a:cubicBezTo>
                    <a:pt x="63721" y="89832"/>
                    <a:pt x="65464" y="91997"/>
                    <a:pt x="67256" y="93964"/>
                  </a:cubicBezTo>
                  <a:cubicBezTo>
                    <a:pt x="67206" y="93964"/>
                    <a:pt x="67206" y="93989"/>
                    <a:pt x="67181" y="93989"/>
                  </a:cubicBezTo>
                  <a:lnTo>
                    <a:pt x="67156" y="93964"/>
                  </a:lnTo>
                  <a:cubicBezTo>
                    <a:pt x="65389" y="91997"/>
                    <a:pt x="63647" y="89832"/>
                    <a:pt x="62054" y="87592"/>
                  </a:cubicBezTo>
                  <a:lnTo>
                    <a:pt x="62079" y="87567"/>
                  </a:lnTo>
                  <a:close/>
                  <a:moveTo>
                    <a:pt x="75246" y="89458"/>
                  </a:moveTo>
                  <a:cubicBezTo>
                    <a:pt x="75246" y="89483"/>
                    <a:pt x="75271" y="89483"/>
                    <a:pt x="75271" y="89508"/>
                  </a:cubicBezTo>
                  <a:cubicBezTo>
                    <a:pt x="72732" y="91325"/>
                    <a:pt x="70118" y="92844"/>
                    <a:pt x="67555" y="94088"/>
                  </a:cubicBezTo>
                  <a:cubicBezTo>
                    <a:pt x="67555" y="94088"/>
                    <a:pt x="67530" y="94063"/>
                    <a:pt x="67530" y="94038"/>
                  </a:cubicBezTo>
                  <a:cubicBezTo>
                    <a:pt x="70069" y="92819"/>
                    <a:pt x="72657" y="91300"/>
                    <a:pt x="75246" y="89458"/>
                  </a:cubicBezTo>
                  <a:close/>
                  <a:moveTo>
                    <a:pt x="45568" y="93678"/>
                  </a:moveTo>
                  <a:cubicBezTo>
                    <a:pt x="45521" y="93837"/>
                    <a:pt x="45480" y="93988"/>
                    <a:pt x="45426" y="94113"/>
                  </a:cubicBezTo>
                  <a:cubicBezTo>
                    <a:pt x="45475" y="93968"/>
                    <a:pt x="45522" y="93823"/>
                    <a:pt x="45568" y="93678"/>
                  </a:cubicBezTo>
                  <a:close/>
                  <a:moveTo>
                    <a:pt x="42987" y="90056"/>
                  </a:moveTo>
                  <a:cubicBezTo>
                    <a:pt x="43435" y="91624"/>
                    <a:pt x="44157" y="92993"/>
                    <a:pt x="45153" y="94113"/>
                  </a:cubicBezTo>
                  <a:cubicBezTo>
                    <a:pt x="45153" y="94163"/>
                    <a:pt x="45128" y="94188"/>
                    <a:pt x="45128" y="94188"/>
                  </a:cubicBezTo>
                  <a:cubicBezTo>
                    <a:pt x="44132" y="93068"/>
                    <a:pt x="43385" y="91724"/>
                    <a:pt x="42912" y="90131"/>
                  </a:cubicBezTo>
                  <a:cubicBezTo>
                    <a:pt x="42937" y="90106"/>
                    <a:pt x="42937" y="90081"/>
                    <a:pt x="42987" y="90056"/>
                  </a:cubicBezTo>
                  <a:close/>
                  <a:moveTo>
                    <a:pt x="67331" y="94113"/>
                  </a:moveTo>
                  <a:cubicBezTo>
                    <a:pt x="67331" y="94138"/>
                    <a:pt x="67380" y="94138"/>
                    <a:pt x="67380" y="94188"/>
                  </a:cubicBezTo>
                  <a:cubicBezTo>
                    <a:pt x="67331" y="94188"/>
                    <a:pt x="67331" y="94213"/>
                    <a:pt x="67306" y="94213"/>
                  </a:cubicBezTo>
                  <a:cubicBezTo>
                    <a:pt x="67306" y="94188"/>
                    <a:pt x="67306" y="94138"/>
                    <a:pt x="67281" y="94138"/>
                  </a:cubicBezTo>
                  <a:cubicBezTo>
                    <a:pt x="67306" y="94138"/>
                    <a:pt x="67306" y="94113"/>
                    <a:pt x="67331" y="94113"/>
                  </a:cubicBezTo>
                  <a:close/>
                  <a:moveTo>
                    <a:pt x="45352" y="94312"/>
                  </a:moveTo>
                  <a:cubicBezTo>
                    <a:pt x="45377" y="94362"/>
                    <a:pt x="45352" y="94362"/>
                    <a:pt x="45352" y="94412"/>
                  </a:cubicBezTo>
                  <a:lnTo>
                    <a:pt x="45302" y="94362"/>
                  </a:lnTo>
                  <a:cubicBezTo>
                    <a:pt x="45302" y="94337"/>
                    <a:pt x="45302" y="94337"/>
                    <a:pt x="45352" y="94312"/>
                  </a:cubicBezTo>
                  <a:close/>
                  <a:moveTo>
                    <a:pt x="91319" y="90945"/>
                  </a:moveTo>
                  <a:cubicBezTo>
                    <a:pt x="90031" y="92197"/>
                    <a:pt x="88707" y="93432"/>
                    <a:pt x="87337" y="94644"/>
                  </a:cubicBezTo>
                  <a:lnTo>
                    <a:pt x="87337" y="94644"/>
                  </a:lnTo>
                  <a:cubicBezTo>
                    <a:pt x="88780" y="93361"/>
                    <a:pt x="90261" y="91967"/>
                    <a:pt x="91319" y="90945"/>
                  </a:cubicBezTo>
                  <a:close/>
                  <a:moveTo>
                    <a:pt x="58171" y="86098"/>
                  </a:moveTo>
                  <a:cubicBezTo>
                    <a:pt x="58544" y="87069"/>
                    <a:pt x="58917" y="88015"/>
                    <a:pt x="59191" y="89010"/>
                  </a:cubicBezTo>
                  <a:cubicBezTo>
                    <a:pt x="56055" y="91126"/>
                    <a:pt x="52869" y="93018"/>
                    <a:pt x="49733" y="94661"/>
                  </a:cubicBezTo>
                  <a:cubicBezTo>
                    <a:pt x="50131" y="91823"/>
                    <a:pt x="50081" y="88961"/>
                    <a:pt x="49509" y="86272"/>
                  </a:cubicBezTo>
                  <a:lnTo>
                    <a:pt x="49509" y="86272"/>
                  </a:lnTo>
                  <a:cubicBezTo>
                    <a:pt x="50629" y="86621"/>
                    <a:pt x="51848" y="86820"/>
                    <a:pt x="53143" y="86820"/>
                  </a:cubicBezTo>
                  <a:cubicBezTo>
                    <a:pt x="54711" y="86820"/>
                    <a:pt x="56379" y="86571"/>
                    <a:pt x="58171" y="86098"/>
                  </a:cubicBezTo>
                  <a:close/>
                  <a:moveTo>
                    <a:pt x="49286" y="86180"/>
                  </a:moveTo>
                  <a:cubicBezTo>
                    <a:pt x="49295" y="86198"/>
                    <a:pt x="49337" y="86200"/>
                    <a:pt x="49359" y="86223"/>
                  </a:cubicBezTo>
                  <a:cubicBezTo>
                    <a:pt x="49907" y="88961"/>
                    <a:pt x="50006" y="91848"/>
                    <a:pt x="49583" y="94735"/>
                  </a:cubicBezTo>
                  <a:cubicBezTo>
                    <a:pt x="49533" y="94735"/>
                    <a:pt x="49533" y="94760"/>
                    <a:pt x="49509" y="94760"/>
                  </a:cubicBezTo>
                  <a:cubicBezTo>
                    <a:pt x="49956" y="91850"/>
                    <a:pt x="49882" y="88916"/>
                    <a:pt x="49286" y="86180"/>
                  </a:cubicBezTo>
                  <a:close/>
                  <a:moveTo>
                    <a:pt x="59291" y="89160"/>
                  </a:moveTo>
                  <a:cubicBezTo>
                    <a:pt x="59291" y="89210"/>
                    <a:pt x="59291" y="89210"/>
                    <a:pt x="59316" y="89234"/>
                  </a:cubicBezTo>
                  <a:cubicBezTo>
                    <a:pt x="56130" y="91375"/>
                    <a:pt x="52944" y="93267"/>
                    <a:pt x="49733" y="94959"/>
                  </a:cubicBezTo>
                  <a:lnTo>
                    <a:pt x="49733" y="94860"/>
                  </a:lnTo>
                  <a:cubicBezTo>
                    <a:pt x="52894" y="93217"/>
                    <a:pt x="56080" y="91325"/>
                    <a:pt x="59291" y="89160"/>
                  </a:cubicBezTo>
                  <a:close/>
                  <a:moveTo>
                    <a:pt x="49509" y="94959"/>
                  </a:moveTo>
                  <a:lnTo>
                    <a:pt x="49509" y="95059"/>
                  </a:lnTo>
                  <a:cubicBezTo>
                    <a:pt x="49484" y="95059"/>
                    <a:pt x="49484" y="95084"/>
                    <a:pt x="49459" y="95084"/>
                  </a:cubicBezTo>
                  <a:lnTo>
                    <a:pt x="49459" y="94984"/>
                  </a:lnTo>
                  <a:cubicBezTo>
                    <a:pt x="49484" y="94984"/>
                    <a:pt x="49484" y="94959"/>
                    <a:pt x="49509" y="94959"/>
                  </a:cubicBezTo>
                  <a:close/>
                  <a:moveTo>
                    <a:pt x="2763" y="79552"/>
                  </a:moveTo>
                  <a:cubicBezTo>
                    <a:pt x="3261" y="81195"/>
                    <a:pt x="3933" y="82688"/>
                    <a:pt x="4754" y="84032"/>
                  </a:cubicBezTo>
                  <a:cubicBezTo>
                    <a:pt x="4680" y="84679"/>
                    <a:pt x="4605" y="85302"/>
                    <a:pt x="4555" y="85974"/>
                  </a:cubicBezTo>
                  <a:cubicBezTo>
                    <a:pt x="4555" y="86098"/>
                    <a:pt x="4505" y="86173"/>
                    <a:pt x="4505" y="86297"/>
                  </a:cubicBezTo>
                  <a:cubicBezTo>
                    <a:pt x="4456" y="86969"/>
                    <a:pt x="4431" y="87617"/>
                    <a:pt x="4381" y="88264"/>
                  </a:cubicBezTo>
                  <a:lnTo>
                    <a:pt x="4381" y="88712"/>
                  </a:lnTo>
                  <a:lnTo>
                    <a:pt x="4381" y="90255"/>
                  </a:lnTo>
                  <a:lnTo>
                    <a:pt x="4381" y="90703"/>
                  </a:lnTo>
                  <a:cubicBezTo>
                    <a:pt x="4431" y="91276"/>
                    <a:pt x="4456" y="91873"/>
                    <a:pt x="4505" y="92470"/>
                  </a:cubicBezTo>
                  <a:cubicBezTo>
                    <a:pt x="4505" y="92620"/>
                    <a:pt x="4555" y="92769"/>
                    <a:pt x="4580" y="92968"/>
                  </a:cubicBezTo>
                  <a:cubicBezTo>
                    <a:pt x="4655" y="93565"/>
                    <a:pt x="4729" y="94138"/>
                    <a:pt x="4829" y="94735"/>
                  </a:cubicBezTo>
                  <a:cubicBezTo>
                    <a:pt x="4829" y="94760"/>
                    <a:pt x="4854" y="94835"/>
                    <a:pt x="4854" y="94860"/>
                  </a:cubicBezTo>
                  <a:cubicBezTo>
                    <a:pt x="4879" y="95009"/>
                    <a:pt x="4929" y="95134"/>
                    <a:pt x="4953" y="95308"/>
                  </a:cubicBezTo>
                  <a:cubicBezTo>
                    <a:pt x="3360" y="93317"/>
                    <a:pt x="2215" y="90952"/>
                    <a:pt x="1494" y="88214"/>
                  </a:cubicBezTo>
                  <a:cubicBezTo>
                    <a:pt x="1444" y="87766"/>
                    <a:pt x="1419" y="87368"/>
                    <a:pt x="1369" y="86944"/>
                  </a:cubicBezTo>
                  <a:lnTo>
                    <a:pt x="1369" y="86745"/>
                  </a:lnTo>
                  <a:cubicBezTo>
                    <a:pt x="1344" y="86322"/>
                    <a:pt x="1344" y="85874"/>
                    <a:pt x="1369" y="85426"/>
                  </a:cubicBezTo>
                  <a:cubicBezTo>
                    <a:pt x="1369" y="85351"/>
                    <a:pt x="1369" y="85227"/>
                    <a:pt x="1394" y="85127"/>
                  </a:cubicBezTo>
                  <a:cubicBezTo>
                    <a:pt x="1394" y="84978"/>
                    <a:pt x="1444" y="84804"/>
                    <a:pt x="1444" y="84630"/>
                  </a:cubicBezTo>
                  <a:cubicBezTo>
                    <a:pt x="1593" y="82887"/>
                    <a:pt x="2066" y="81195"/>
                    <a:pt x="2763" y="79552"/>
                  </a:cubicBezTo>
                  <a:close/>
                  <a:moveTo>
                    <a:pt x="75395" y="89707"/>
                  </a:moveTo>
                  <a:cubicBezTo>
                    <a:pt x="75520" y="89907"/>
                    <a:pt x="75644" y="90155"/>
                    <a:pt x="75744" y="90379"/>
                  </a:cubicBezTo>
                  <a:cubicBezTo>
                    <a:pt x="75420" y="90628"/>
                    <a:pt x="75122" y="90902"/>
                    <a:pt x="74773" y="91151"/>
                  </a:cubicBezTo>
                  <a:cubicBezTo>
                    <a:pt x="74524" y="91375"/>
                    <a:pt x="74275" y="91574"/>
                    <a:pt x="74026" y="91773"/>
                  </a:cubicBezTo>
                  <a:cubicBezTo>
                    <a:pt x="73304" y="92346"/>
                    <a:pt x="72608" y="92893"/>
                    <a:pt x="71886" y="93441"/>
                  </a:cubicBezTo>
                  <a:cubicBezTo>
                    <a:pt x="71687" y="93590"/>
                    <a:pt x="71512" y="93715"/>
                    <a:pt x="71313" y="93864"/>
                  </a:cubicBezTo>
                  <a:cubicBezTo>
                    <a:pt x="70641" y="94387"/>
                    <a:pt x="69919" y="94934"/>
                    <a:pt x="69197" y="95432"/>
                  </a:cubicBezTo>
                  <a:cubicBezTo>
                    <a:pt x="69123" y="95457"/>
                    <a:pt x="69023" y="95532"/>
                    <a:pt x="68949" y="95582"/>
                  </a:cubicBezTo>
                  <a:cubicBezTo>
                    <a:pt x="68824" y="95457"/>
                    <a:pt x="68700" y="95308"/>
                    <a:pt x="68575" y="95183"/>
                  </a:cubicBezTo>
                  <a:cubicBezTo>
                    <a:pt x="68301" y="94860"/>
                    <a:pt x="68003" y="94561"/>
                    <a:pt x="67704" y="94238"/>
                  </a:cubicBezTo>
                  <a:cubicBezTo>
                    <a:pt x="70268" y="92993"/>
                    <a:pt x="72856" y="91475"/>
                    <a:pt x="75395" y="89707"/>
                  </a:cubicBezTo>
                  <a:close/>
                  <a:moveTo>
                    <a:pt x="4929" y="84331"/>
                  </a:moveTo>
                  <a:cubicBezTo>
                    <a:pt x="4953" y="84356"/>
                    <a:pt x="4953" y="84381"/>
                    <a:pt x="4978" y="84381"/>
                  </a:cubicBezTo>
                  <a:cubicBezTo>
                    <a:pt x="4929" y="84903"/>
                    <a:pt x="4854" y="85426"/>
                    <a:pt x="4804" y="85949"/>
                  </a:cubicBezTo>
                  <a:cubicBezTo>
                    <a:pt x="4804" y="86048"/>
                    <a:pt x="4779" y="86223"/>
                    <a:pt x="4779" y="86347"/>
                  </a:cubicBezTo>
                  <a:cubicBezTo>
                    <a:pt x="4705" y="86969"/>
                    <a:pt x="4680" y="87592"/>
                    <a:pt x="4655" y="88214"/>
                  </a:cubicBezTo>
                  <a:lnTo>
                    <a:pt x="4655" y="88388"/>
                  </a:lnTo>
                  <a:cubicBezTo>
                    <a:pt x="4605" y="89010"/>
                    <a:pt x="4655" y="89633"/>
                    <a:pt x="4655" y="90255"/>
                  </a:cubicBezTo>
                  <a:cubicBezTo>
                    <a:pt x="4655" y="90454"/>
                    <a:pt x="4655" y="90628"/>
                    <a:pt x="4680" y="90852"/>
                  </a:cubicBezTo>
                  <a:cubicBezTo>
                    <a:pt x="4705" y="91375"/>
                    <a:pt x="4729" y="91923"/>
                    <a:pt x="4779" y="92420"/>
                  </a:cubicBezTo>
                  <a:cubicBezTo>
                    <a:pt x="4779" y="92495"/>
                    <a:pt x="4779" y="92595"/>
                    <a:pt x="4804" y="92719"/>
                  </a:cubicBezTo>
                  <a:cubicBezTo>
                    <a:pt x="4854" y="93317"/>
                    <a:pt x="4953" y="93914"/>
                    <a:pt x="5053" y="94462"/>
                  </a:cubicBezTo>
                  <a:cubicBezTo>
                    <a:pt x="5078" y="94611"/>
                    <a:pt x="5103" y="94785"/>
                    <a:pt x="5128" y="94959"/>
                  </a:cubicBezTo>
                  <a:cubicBezTo>
                    <a:pt x="5202" y="95208"/>
                    <a:pt x="5227" y="95457"/>
                    <a:pt x="5302" y="95706"/>
                  </a:cubicBezTo>
                  <a:cubicBezTo>
                    <a:pt x="5277" y="95681"/>
                    <a:pt x="5277" y="95656"/>
                    <a:pt x="5227" y="95607"/>
                  </a:cubicBezTo>
                  <a:cubicBezTo>
                    <a:pt x="5178" y="95358"/>
                    <a:pt x="5103" y="95084"/>
                    <a:pt x="5053" y="94835"/>
                  </a:cubicBezTo>
                  <a:cubicBezTo>
                    <a:pt x="5028" y="94735"/>
                    <a:pt x="5028" y="94611"/>
                    <a:pt x="4978" y="94536"/>
                  </a:cubicBezTo>
                  <a:cubicBezTo>
                    <a:pt x="4904" y="94038"/>
                    <a:pt x="4829" y="93491"/>
                    <a:pt x="4754" y="92968"/>
                  </a:cubicBezTo>
                  <a:cubicBezTo>
                    <a:pt x="4729" y="92819"/>
                    <a:pt x="4729" y="92694"/>
                    <a:pt x="4705" y="92545"/>
                  </a:cubicBezTo>
                  <a:cubicBezTo>
                    <a:pt x="4630" y="91972"/>
                    <a:pt x="4605" y="91375"/>
                    <a:pt x="4580" y="90803"/>
                  </a:cubicBezTo>
                  <a:cubicBezTo>
                    <a:pt x="4580" y="90603"/>
                    <a:pt x="4580" y="90429"/>
                    <a:pt x="4555" y="90205"/>
                  </a:cubicBezTo>
                  <a:lnTo>
                    <a:pt x="4555" y="88712"/>
                  </a:lnTo>
                  <a:lnTo>
                    <a:pt x="4555" y="88264"/>
                  </a:lnTo>
                  <a:cubicBezTo>
                    <a:pt x="4580" y="87641"/>
                    <a:pt x="4605" y="87019"/>
                    <a:pt x="4680" y="86372"/>
                  </a:cubicBezTo>
                  <a:cubicBezTo>
                    <a:pt x="4680" y="86223"/>
                    <a:pt x="4705" y="86024"/>
                    <a:pt x="4705" y="85874"/>
                  </a:cubicBezTo>
                  <a:cubicBezTo>
                    <a:pt x="4804" y="85376"/>
                    <a:pt x="4854" y="84854"/>
                    <a:pt x="4929" y="84331"/>
                  </a:cubicBezTo>
                  <a:close/>
                  <a:moveTo>
                    <a:pt x="67530" y="94312"/>
                  </a:moveTo>
                  <a:lnTo>
                    <a:pt x="68650" y="95507"/>
                  </a:lnTo>
                  <a:lnTo>
                    <a:pt x="68799" y="95681"/>
                  </a:lnTo>
                  <a:lnTo>
                    <a:pt x="68774" y="95681"/>
                  </a:lnTo>
                  <a:cubicBezTo>
                    <a:pt x="68774" y="95706"/>
                    <a:pt x="68774" y="95706"/>
                    <a:pt x="68749" y="95706"/>
                  </a:cubicBezTo>
                  <a:cubicBezTo>
                    <a:pt x="68525" y="95482"/>
                    <a:pt x="68326" y="95283"/>
                    <a:pt x="68127" y="95059"/>
                  </a:cubicBezTo>
                  <a:cubicBezTo>
                    <a:pt x="67903" y="94835"/>
                    <a:pt x="67679" y="94611"/>
                    <a:pt x="67505" y="94362"/>
                  </a:cubicBezTo>
                  <a:lnTo>
                    <a:pt x="67455" y="94337"/>
                  </a:lnTo>
                  <a:cubicBezTo>
                    <a:pt x="67505" y="94337"/>
                    <a:pt x="67505" y="94312"/>
                    <a:pt x="67530" y="94312"/>
                  </a:cubicBezTo>
                  <a:close/>
                  <a:moveTo>
                    <a:pt x="46621" y="84630"/>
                  </a:moveTo>
                  <a:cubicBezTo>
                    <a:pt x="47293" y="85252"/>
                    <a:pt x="48140" y="85725"/>
                    <a:pt x="49085" y="86098"/>
                  </a:cubicBezTo>
                  <a:cubicBezTo>
                    <a:pt x="49708" y="88886"/>
                    <a:pt x="49758" y="91873"/>
                    <a:pt x="49285" y="94860"/>
                  </a:cubicBezTo>
                  <a:cubicBezTo>
                    <a:pt x="48712" y="95183"/>
                    <a:pt x="48090" y="95482"/>
                    <a:pt x="47492" y="95781"/>
                  </a:cubicBezTo>
                  <a:cubicBezTo>
                    <a:pt x="46771" y="95358"/>
                    <a:pt x="46148" y="94860"/>
                    <a:pt x="45601" y="94287"/>
                  </a:cubicBezTo>
                  <a:cubicBezTo>
                    <a:pt x="46099" y="92844"/>
                    <a:pt x="46422" y="91375"/>
                    <a:pt x="46621" y="89882"/>
                  </a:cubicBezTo>
                  <a:cubicBezTo>
                    <a:pt x="46845" y="88114"/>
                    <a:pt x="46845" y="86372"/>
                    <a:pt x="46621" y="84729"/>
                  </a:cubicBezTo>
                  <a:lnTo>
                    <a:pt x="46621" y="84630"/>
                  </a:lnTo>
                  <a:close/>
                  <a:moveTo>
                    <a:pt x="75819" y="90504"/>
                  </a:moveTo>
                  <a:cubicBezTo>
                    <a:pt x="75819" y="90554"/>
                    <a:pt x="75868" y="90554"/>
                    <a:pt x="75868" y="90579"/>
                  </a:cubicBezTo>
                  <a:cubicBezTo>
                    <a:pt x="75520" y="90852"/>
                    <a:pt x="75171" y="91126"/>
                    <a:pt x="74873" y="91425"/>
                  </a:cubicBezTo>
                  <a:cubicBezTo>
                    <a:pt x="74624" y="91599"/>
                    <a:pt x="74400" y="91798"/>
                    <a:pt x="74151" y="91997"/>
                  </a:cubicBezTo>
                  <a:cubicBezTo>
                    <a:pt x="73429" y="92570"/>
                    <a:pt x="72682" y="93167"/>
                    <a:pt x="71985" y="93715"/>
                  </a:cubicBezTo>
                  <a:cubicBezTo>
                    <a:pt x="71786" y="93839"/>
                    <a:pt x="71637" y="93989"/>
                    <a:pt x="71438" y="94113"/>
                  </a:cubicBezTo>
                  <a:cubicBezTo>
                    <a:pt x="70691" y="94686"/>
                    <a:pt x="69944" y="95233"/>
                    <a:pt x="69173" y="95781"/>
                  </a:cubicBezTo>
                  <a:lnTo>
                    <a:pt x="69148" y="95731"/>
                  </a:lnTo>
                  <a:cubicBezTo>
                    <a:pt x="69123" y="95681"/>
                    <a:pt x="69148" y="95656"/>
                    <a:pt x="69197" y="95607"/>
                  </a:cubicBezTo>
                  <a:cubicBezTo>
                    <a:pt x="69919" y="95084"/>
                    <a:pt x="70666" y="94561"/>
                    <a:pt x="71388" y="94038"/>
                  </a:cubicBezTo>
                  <a:cubicBezTo>
                    <a:pt x="71562" y="93864"/>
                    <a:pt x="71761" y="93740"/>
                    <a:pt x="71985" y="93590"/>
                  </a:cubicBezTo>
                  <a:lnTo>
                    <a:pt x="74126" y="91923"/>
                  </a:lnTo>
                  <a:cubicBezTo>
                    <a:pt x="74375" y="91724"/>
                    <a:pt x="74574" y="91549"/>
                    <a:pt x="74848" y="91325"/>
                  </a:cubicBezTo>
                  <a:cubicBezTo>
                    <a:pt x="75171" y="91051"/>
                    <a:pt x="75495" y="90803"/>
                    <a:pt x="75819" y="90504"/>
                  </a:cubicBezTo>
                  <a:close/>
                  <a:moveTo>
                    <a:pt x="2041" y="90404"/>
                  </a:moveTo>
                  <a:lnTo>
                    <a:pt x="2041" y="90404"/>
                  </a:lnTo>
                  <a:cubicBezTo>
                    <a:pt x="2788" y="92396"/>
                    <a:pt x="3809" y="94138"/>
                    <a:pt x="5053" y="95681"/>
                  </a:cubicBezTo>
                  <a:cubicBezTo>
                    <a:pt x="5053" y="95706"/>
                    <a:pt x="5078" y="95756"/>
                    <a:pt x="5078" y="95806"/>
                  </a:cubicBezTo>
                  <a:cubicBezTo>
                    <a:pt x="4057" y="94561"/>
                    <a:pt x="3186" y="93192"/>
                    <a:pt x="2489" y="91649"/>
                  </a:cubicBezTo>
                  <a:cubicBezTo>
                    <a:pt x="2315" y="91251"/>
                    <a:pt x="2141" y="90852"/>
                    <a:pt x="2041" y="90404"/>
                  </a:cubicBezTo>
                  <a:close/>
                  <a:moveTo>
                    <a:pt x="45526" y="94486"/>
                  </a:moveTo>
                  <a:cubicBezTo>
                    <a:pt x="46049" y="95034"/>
                    <a:pt x="46646" y="95482"/>
                    <a:pt x="47293" y="95855"/>
                  </a:cubicBezTo>
                  <a:cubicBezTo>
                    <a:pt x="47268" y="95855"/>
                    <a:pt x="47268" y="95905"/>
                    <a:pt x="47244" y="95905"/>
                  </a:cubicBezTo>
                  <a:cubicBezTo>
                    <a:pt x="46596" y="95532"/>
                    <a:pt x="46024" y="95084"/>
                    <a:pt x="45501" y="94561"/>
                  </a:cubicBezTo>
                  <a:cubicBezTo>
                    <a:pt x="45501" y="94511"/>
                    <a:pt x="45501" y="94511"/>
                    <a:pt x="45526" y="94486"/>
                  </a:cubicBezTo>
                  <a:close/>
                  <a:moveTo>
                    <a:pt x="68874" y="95806"/>
                  </a:moveTo>
                  <a:cubicBezTo>
                    <a:pt x="68924" y="95831"/>
                    <a:pt x="68924" y="95831"/>
                    <a:pt x="68949" y="95855"/>
                  </a:cubicBezTo>
                  <a:lnTo>
                    <a:pt x="68899" y="95905"/>
                  </a:lnTo>
                  <a:lnTo>
                    <a:pt x="68874" y="95855"/>
                  </a:lnTo>
                  <a:lnTo>
                    <a:pt x="68824" y="95831"/>
                  </a:lnTo>
                  <a:lnTo>
                    <a:pt x="68874" y="95806"/>
                  </a:lnTo>
                  <a:close/>
                  <a:moveTo>
                    <a:pt x="49235" y="95084"/>
                  </a:moveTo>
                  <a:lnTo>
                    <a:pt x="49235" y="95183"/>
                  </a:lnTo>
                  <a:cubicBezTo>
                    <a:pt x="48737" y="95457"/>
                    <a:pt x="48264" y="95706"/>
                    <a:pt x="47766" y="95930"/>
                  </a:cubicBezTo>
                  <a:cubicBezTo>
                    <a:pt x="47741" y="95905"/>
                    <a:pt x="47716" y="95905"/>
                    <a:pt x="47667" y="95855"/>
                  </a:cubicBezTo>
                  <a:cubicBezTo>
                    <a:pt x="48189" y="95607"/>
                    <a:pt x="48712" y="95333"/>
                    <a:pt x="49235" y="95084"/>
                  </a:cubicBezTo>
                  <a:close/>
                  <a:moveTo>
                    <a:pt x="47492" y="95980"/>
                  </a:moveTo>
                  <a:cubicBezTo>
                    <a:pt x="47517" y="96005"/>
                    <a:pt x="47542" y="96005"/>
                    <a:pt x="47592" y="96055"/>
                  </a:cubicBezTo>
                  <a:cubicBezTo>
                    <a:pt x="47542" y="96055"/>
                    <a:pt x="47542" y="96079"/>
                    <a:pt x="47517" y="96079"/>
                  </a:cubicBezTo>
                  <a:cubicBezTo>
                    <a:pt x="47492" y="96055"/>
                    <a:pt x="47468" y="96055"/>
                    <a:pt x="47418" y="96030"/>
                  </a:cubicBezTo>
                  <a:cubicBezTo>
                    <a:pt x="47468" y="96030"/>
                    <a:pt x="47468" y="95980"/>
                    <a:pt x="47492" y="95980"/>
                  </a:cubicBezTo>
                  <a:close/>
                  <a:moveTo>
                    <a:pt x="5302" y="96005"/>
                  </a:moveTo>
                  <a:lnTo>
                    <a:pt x="5302" y="96005"/>
                  </a:lnTo>
                  <a:cubicBezTo>
                    <a:pt x="5327" y="96055"/>
                    <a:pt x="5352" y="96079"/>
                    <a:pt x="5352" y="96104"/>
                  </a:cubicBezTo>
                  <a:cubicBezTo>
                    <a:pt x="5352" y="96154"/>
                    <a:pt x="5402" y="96204"/>
                    <a:pt x="5402" y="96229"/>
                  </a:cubicBezTo>
                  <a:lnTo>
                    <a:pt x="5302" y="96129"/>
                  </a:lnTo>
                  <a:cubicBezTo>
                    <a:pt x="5327" y="96104"/>
                    <a:pt x="5327" y="96055"/>
                    <a:pt x="5302" y="96005"/>
                  </a:cubicBezTo>
                  <a:close/>
                  <a:moveTo>
                    <a:pt x="61855" y="87666"/>
                  </a:moveTo>
                  <a:cubicBezTo>
                    <a:pt x="61979" y="87865"/>
                    <a:pt x="62128" y="88040"/>
                    <a:pt x="62303" y="88239"/>
                  </a:cubicBezTo>
                  <a:cubicBezTo>
                    <a:pt x="62726" y="88836"/>
                    <a:pt x="63174" y="89434"/>
                    <a:pt x="63597" y="89981"/>
                  </a:cubicBezTo>
                  <a:cubicBezTo>
                    <a:pt x="63746" y="90205"/>
                    <a:pt x="63921" y="90379"/>
                    <a:pt x="64070" y="90603"/>
                  </a:cubicBezTo>
                  <a:cubicBezTo>
                    <a:pt x="64692" y="91375"/>
                    <a:pt x="65314" y="92172"/>
                    <a:pt x="65937" y="92893"/>
                  </a:cubicBezTo>
                  <a:cubicBezTo>
                    <a:pt x="66211" y="93242"/>
                    <a:pt x="66484" y="93565"/>
                    <a:pt x="66783" y="93864"/>
                  </a:cubicBezTo>
                  <a:cubicBezTo>
                    <a:pt x="66833" y="93939"/>
                    <a:pt x="66907" y="93989"/>
                    <a:pt x="66932" y="94063"/>
                  </a:cubicBezTo>
                  <a:cubicBezTo>
                    <a:pt x="64866" y="95034"/>
                    <a:pt x="62875" y="95806"/>
                    <a:pt x="60959" y="96328"/>
                  </a:cubicBezTo>
                  <a:cubicBezTo>
                    <a:pt x="60834" y="93964"/>
                    <a:pt x="60411" y="91549"/>
                    <a:pt x="59714" y="89160"/>
                  </a:cubicBezTo>
                  <a:cubicBezTo>
                    <a:pt x="60436" y="88662"/>
                    <a:pt x="61158" y="88214"/>
                    <a:pt x="61855" y="87666"/>
                  </a:cubicBezTo>
                  <a:close/>
                  <a:moveTo>
                    <a:pt x="2763" y="92844"/>
                  </a:moveTo>
                  <a:cubicBezTo>
                    <a:pt x="3186" y="93615"/>
                    <a:pt x="3634" y="94362"/>
                    <a:pt x="4182" y="95084"/>
                  </a:cubicBezTo>
                  <a:cubicBezTo>
                    <a:pt x="4207" y="95109"/>
                    <a:pt x="4232" y="95158"/>
                    <a:pt x="4257" y="95208"/>
                  </a:cubicBezTo>
                  <a:cubicBezTo>
                    <a:pt x="4555" y="95582"/>
                    <a:pt x="4829" y="95930"/>
                    <a:pt x="5128" y="96279"/>
                  </a:cubicBezTo>
                  <a:cubicBezTo>
                    <a:pt x="5153" y="96279"/>
                    <a:pt x="5153" y="96303"/>
                    <a:pt x="5178" y="96303"/>
                  </a:cubicBezTo>
                  <a:lnTo>
                    <a:pt x="5202" y="96403"/>
                  </a:lnTo>
                  <a:lnTo>
                    <a:pt x="4456" y="95557"/>
                  </a:lnTo>
                  <a:lnTo>
                    <a:pt x="4381" y="95482"/>
                  </a:lnTo>
                  <a:cubicBezTo>
                    <a:pt x="4082" y="95084"/>
                    <a:pt x="3809" y="94686"/>
                    <a:pt x="3510" y="94287"/>
                  </a:cubicBezTo>
                  <a:cubicBezTo>
                    <a:pt x="3510" y="94238"/>
                    <a:pt x="3485" y="94238"/>
                    <a:pt x="3485" y="94213"/>
                  </a:cubicBezTo>
                  <a:cubicBezTo>
                    <a:pt x="3261" y="93864"/>
                    <a:pt x="3087" y="93541"/>
                    <a:pt x="2888" y="93192"/>
                  </a:cubicBezTo>
                  <a:cubicBezTo>
                    <a:pt x="2863" y="93068"/>
                    <a:pt x="2813" y="92968"/>
                    <a:pt x="2763" y="92844"/>
                  </a:cubicBezTo>
                  <a:close/>
                  <a:moveTo>
                    <a:pt x="59565" y="89284"/>
                  </a:moveTo>
                  <a:cubicBezTo>
                    <a:pt x="60237" y="91624"/>
                    <a:pt x="60685" y="94063"/>
                    <a:pt x="60834" y="96428"/>
                  </a:cubicBezTo>
                  <a:cubicBezTo>
                    <a:pt x="60809" y="96428"/>
                    <a:pt x="60809" y="96428"/>
                    <a:pt x="60784" y="96453"/>
                  </a:cubicBezTo>
                  <a:cubicBezTo>
                    <a:pt x="60585" y="94063"/>
                    <a:pt x="60187" y="91649"/>
                    <a:pt x="59490" y="89334"/>
                  </a:cubicBezTo>
                  <a:cubicBezTo>
                    <a:pt x="59540" y="89334"/>
                    <a:pt x="59540" y="89284"/>
                    <a:pt x="59565" y="89284"/>
                  </a:cubicBezTo>
                  <a:close/>
                  <a:moveTo>
                    <a:pt x="49210" y="95432"/>
                  </a:moveTo>
                  <a:cubicBezTo>
                    <a:pt x="49135" y="95781"/>
                    <a:pt x="49085" y="96154"/>
                    <a:pt x="48986" y="96478"/>
                  </a:cubicBezTo>
                  <a:cubicBezTo>
                    <a:pt x="48637" y="96353"/>
                    <a:pt x="48289" y="96204"/>
                    <a:pt x="47990" y="96055"/>
                  </a:cubicBezTo>
                  <a:cubicBezTo>
                    <a:pt x="48388" y="95855"/>
                    <a:pt x="48787" y="95656"/>
                    <a:pt x="49210" y="95432"/>
                  </a:cubicBezTo>
                  <a:close/>
                  <a:moveTo>
                    <a:pt x="67132" y="94213"/>
                  </a:moveTo>
                  <a:lnTo>
                    <a:pt x="67132" y="94213"/>
                  </a:lnTo>
                  <a:cubicBezTo>
                    <a:pt x="67107" y="94238"/>
                    <a:pt x="67156" y="94287"/>
                    <a:pt x="67156" y="94287"/>
                  </a:cubicBezTo>
                  <a:cubicBezTo>
                    <a:pt x="65066" y="95283"/>
                    <a:pt x="63024" y="96030"/>
                    <a:pt x="61033" y="96577"/>
                  </a:cubicBezTo>
                  <a:lnTo>
                    <a:pt x="61033" y="96528"/>
                  </a:lnTo>
                  <a:cubicBezTo>
                    <a:pt x="62975" y="95955"/>
                    <a:pt x="65041" y="95183"/>
                    <a:pt x="67132" y="94213"/>
                  </a:cubicBezTo>
                  <a:close/>
                  <a:moveTo>
                    <a:pt x="49484" y="95308"/>
                  </a:moveTo>
                  <a:cubicBezTo>
                    <a:pt x="49409" y="95731"/>
                    <a:pt x="49334" y="96179"/>
                    <a:pt x="49235" y="96602"/>
                  </a:cubicBezTo>
                  <a:cubicBezTo>
                    <a:pt x="49210" y="96602"/>
                    <a:pt x="49160" y="96577"/>
                    <a:pt x="49160" y="96577"/>
                  </a:cubicBezTo>
                  <a:cubicBezTo>
                    <a:pt x="49260" y="96179"/>
                    <a:pt x="49359" y="95731"/>
                    <a:pt x="49409" y="95333"/>
                  </a:cubicBezTo>
                  <a:cubicBezTo>
                    <a:pt x="49459" y="95333"/>
                    <a:pt x="49459" y="95308"/>
                    <a:pt x="49484" y="95308"/>
                  </a:cubicBezTo>
                  <a:close/>
                  <a:moveTo>
                    <a:pt x="60834" y="96577"/>
                  </a:moveTo>
                  <a:lnTo>
                    <a:pt x="60834" y="96627"/>
                  </a:lnTo>
                  <a:cubicBezTo>
                    <a:pt x="60809" y="96627"/>
                    <a:pt x="60809" y="96627"/>
                    <a:pt x="60784" y="96677"/>
                  </a:cubicBezTo>
                  <a:cubicBezTo>
                    <a:pt x="60809" y="96627"/>
                    <a:pt x="60784" y="96627"/>
                    <a:pt x="60784" y="96602"/>
                  </a:cubicBezTo>
                  <a:cubicBezTo>
                    <a:pt x="60809" y="96602"/>
                    <a:pt x="60809" y="96602"/>
                    <a:pt x="60834" y="96577"/>
                  </a:cubicBezTo>
                  <a:close/>
                  <a:moveTo>
                    <a:pt x="47791" y="96129"/>
                  </a:moveTo>
                  <a:cubicBezTo>
                    <a:pt x="48140" y="96353"/>
                    <a:pt x="48538" y="96528"/>
                    <a:pt x="48961" y="96677"/>
                  </a:cubicBezTo>
                  <a:lnTo>
                    <a:pt x="48961" y="96727"/>
                  </a:lnTo>
                  <a:cubicBezTo>
                    <a:pt x="48513" y="96577"/>
                    <a:pt x="48115" y="96378"/>
                    <a:pt x="47741" y="96179"/>
                  </a:cubicBezTo>
                  <a:cubicBezTo>
                    <a:pt x="47766" y="96179"/>
                    <a:pt x="47766" y="96129"/>
                    <a:pt x="47791" y="96129"/>
                  </a:cubicBezTo>
                  <a:close/>
                  <a:moveTo>
                    <a:pt x="5451" y="96602"/>
                  </a:moveTo>
                  <a:lnTo>
                    <a:pt x="5526" y="96702"/>
                  </a:lnTo>
                  <a:lnTo>
                    <a:pt x="5526" y="96727"/>
                  </a:lnTo>
                  <a:lnTo>
                    <a:pt x="5551" y="96826"/>
                  </a:lnTo>
                  <a:lnTo>
                    <a:pt x="5551" y="96826"/>
                  </a:lnTo>
                  <a:lnTo>
                    <a:pt x="5451" y="96727"/>
                  </a:lnTo>
                  <a:lnTo>
                    <a:pt x="5451" y="96602"/>
                  </a:lnTo>
                  <a:close/>
                  <a:moveTo>
                    <a:pt x="49110" y="96776"/>
                  </a:moveTo>
                  <a:cubicBezTo>
                    <a:pt x="49135" y="96776"/>
                    <a:pt x="49135" y="96776"/>
                    <a:pt x="49160" y="96801"/>
                  </a:cubicBezTo>
                  <a:lnTo>
                    <a:pt x="49160" y="96851"/>
                  </a:lnTo>
                  <a:lnTo>
                    <a:pt x="49135" y="96851"/>
                  </a:lnTo>
                  <a:cubicBezTo>
                    <a:pt x="49135" y="96826"/>
                    <a:pt x="49110" y="96826"/>
                    <a:pt x="49110" y="96826"/>
                  </a:cubicBezTo>
                  <a:lnTo>
                    <a:pt x="49110" y="96776"/>
                  </a:lnTo>
                  <a:close/>
                  <a:moveTo>
                    <a:pt x="89658" y="77685"/>
                  </a:moveTo>
                  <a:cubicBezTo>
                    <a:pt x="91948" y="79079"/>
                    <a:pt x="94064" y="80174"/>
                    <a:pt x="95881" y="80896"/>
                  </a:cubicBezTo>
                  <a:cubicBezTo>
                    <a:pt x="95781" y="81020"/>
                    <a:pt x="95682" y="81145"/>
                    <a:pt x="95557" y="81269"/>
                  </a:cubicBezTo>
                  <a:cubicBezTo>
                    <a:pt x="95383" y="81493"/>
                    <a:pt x="95209" y="81692"/>
                    <a:pt x="95034" y="81916"/>
                  </a:cubicBezTo>
                  <a:cubicBezTo>
                    <a:pt x="94711" y="82290"/>
                    <a:pt x="94437" y="82663"/>
                    <a:pt x="94138" y="83012"/>
                  </a:cubicBezTo>
                  <a:cubicBezTo>
                    <a:pt x="94014" y="83136"/>
                    <a:pt x="93889" y="83286"/>
                    <a:pt x="93790" y="83410"/>
                  </a:cubicBezTo>
                  <a:cubicBezTo>
                    <a:pt x="93068" y="84231"/>
                    <a:pt x="92346" y="85028"/>
                    <a:pt x="91599" y="85849"/>
                  </a:cubicBezTo>
                  <a:cubicBezTo>
                    <a:pt x="91550" y="85899"/>
                    <a:pt x="91475" y="85974"/>
                    <a:pt x="91425" y="86048"/>
                  </a:cubicBezTo>
                  <a:cubicBezTo>
                    <a:pt x="91052" y="86422"/>
                    <a:pt x="90703" y="86845"/>
                    <a:pt x="90330" y="87218"/>
                  </a:cubicBezTo>
                  <a:cubicBezTo>
                    <a:pt x="90106" y="87417"/>
                    <a:pt x="89932" y="87641"/>
                    <a:pt x="89708" y="87841"/>
                  </a:cubicBezTo>
                  <a:lnTo>
                    <a:pt x="88948" y="88600"/>
                  </a:lnTo>
                  <a:lnTo>
                    <a:pt x="88948" y="88600"/>
                  </a:lnTo>
                  <a:cubicBezTo>
                    <a:pt x="89233" y="88330"/>
                    <a:pt x="89515" y="88058"/>
                    <a:pt x="89807" y="87766"/>
                  </a:cubicBezTo>
                  <a:lnTo>
                    <a:pt x="89982" y="87592"/>
                  </a:lnTo>
                  <a:cubicBezTo>
                    <a:pt x="90405" y="87168"/>
                    <a:pt x="90778" y="86770"/>
                    <a:pt x="91176" y="86372"/>
                  </a:cubicBezTo>
                  <a:lnTo>
                    <a:pt x="91326" y="86223"/>
                  </a:lnTo>
                  <a:cubicBezTo>
                    <a:pt x="91351" y="86173"/>
                    <a:pt x="91400" y="86123"/>
                    <a:pt x="91450" y="86098"/>
                  </a:cubicBezTo>
                  <a:lnTo>
                    <a:pt x="91525" y="86024"/>
                  </a:lnTo>
                  <a:cubicBezTo>
                    <a:pt x="93093" y="84356"/>
                    <a:pt x="94586" y="82638"/>
                    <a:pt x="96030" y="80871"/>
                  </a:cubicBezTo>
                  <a:lnTo>
                    <a:pt x="96080" y="80871"/>
                  </a:lnTo>
                  <a:cubicBezTo>
                    <a:pt x="95084" y="82066"/>
                    <a:pt x="94064" y="83286"/>
                    <a:pt x="93018" y="84505"/>
                  </a:cubicBezTo>
                  <a:cubicBezTo>
                    <a:pt x="92944" y="84605"/>
                    <a:pt x="92894" y="84655"/>
                    <a:pt x="92794" y="84754"/>
                  </a:cubicBezTo>
                  <a:cubicBezTo>
                    <a:pt x="91674" y="85999"/>
                    <a:pt x="90479" y="87218"/>
                    <a:pt x="89285" y="88413"/>
                  </a:cubicBezTo>
                  <a:lnTo>
                    <a:pt x="89235" y="88463"/>
                  </a:lnTo>
                  <a:cubicBezTo>
                    <a:pt x="88737" y="88911"/>
                    <a:pt x="88239" y="89409"/>
                    <a:pt x="87741" y="89882"/>
                  </a:cubicBezTo>
                  <a:lnTo>
                    <a:pt x="87617" y="90006"/>
                  </a:lnTo>
                  <a:lnTo>
                    <a:pt x="87567" y="90081"/>
                  </a:lnTo>
                  <a:cubicBezTo>
                    <a:pt x="87119" y="90479"/>
                    <a:pt x="86671" y="90902"/>
                    <a:pt x="86198" y="91325"/>
                  </a:cubicBezTo>
                  <a:lnTo>
                    <a:pt x="86123" y="91375"/>
                  </a:lnTo>
                  <a:cubicBezTo>
                    <a:pt x="86049" y="91475"/>
                    <a:pt x="85949" y="91524"/>
                    <a:pt x="85850" y="91624"/>
                  </a:cubicBezTo>
                  <a:cubicBezTo>
                    <a:pt x="85426" y="91997"/>
                    <a:pt x="85003" y="92371"/>
                    <a:pt x="84580" y="92719"/>
                  </a:cubicBezTo>
                  <a:cubicBezTo>
                    <a:pt x="84431" y="92844"/>
                    <a:pt x="84257" y="92968"/>
                    <a:pt x="84132" y="93093"/>
                  </a:cubicBezTo>
                  <a:cubicBezTo>
                    <a:pt x="83734" y="93441"/>
                    <a:pt x="83311" y="93765"/>
                    <a:pt x="82888" y="94113"/>
                  </a:cubicBezTo>
                  <a:cubicBezTo>
                    <a:pt x="82738" y="94238"/>
                    <a:pt x="82564" y="94387"/>
                    <a:pt x="82390" y="94511"/>
                  </a:cubicBezTo>
                  <a:cubicBezTo>
                    <a:pt x="82327" y="94564"/>
                    <a:pt x="82264" y="94616"/>
                    <a:pt x="82200" y="94667"/>
                  </a:cubicBezTo>
                  <a:lnTo>
                    <a:pt x="82200" y="94667"/>
                  </a:lnTo>
                  <a:lnTo>
                    <a:pt x="82216" y="94636"/>
                  </a:lnTo>
                  <a:cubicBezTo>
                    <a:pt x="82589" y="94362"/>
                    <a:pt x="82962" y="94063"/>
                    <a:pt x="83311" y="93740"/>
                  </a:cubicBezTo>
                  <a:cubicBezTo>
                    <a:pt x="83336" y="93715"/>
                    <a:pt x="83385" y="93690"/>
                    <a:pt x="83435" y="93615"/>
                  </a:cubicBezTo>
                  <a:cubicBezTo>
                    <a:pt x="83560" y="93516"/>
                    <a:pt x="83684" y="93416"/>
                    <a:pt x="83809" y="93317"/>
                  </a:cubicBezTo>
                  <a:lnTo>
                    <a:pt x="83833" y="93267"/>
                  </a:lnTo>
                  <a:cubicBezTo>
                    <a:pt x="83958" y="93192"/>
                    <a:pt x="84082" y="93068"/>
                    <a:pt x="84207" y="92968"/>
                  </a:cubicBezTo>
                  <a:cubicBezTo>
                    <a:pt x="84431" y="92769"/>
                    <a:pt x="84630" y="92595"/>
                    <a:pt x="84829" y="92445"/>
                  </a:cubicBezTo>
                  <a:cubicBezTo>
                    <a:pt x="84879" y="92371"/>
                    <a:pt x="84954" y="92346"/>
                    <a:pt x="84978" y="92271"/>
                  </a:cubicBezTo>
                  <a:cubicBezTo>
                    <a:pt x="85053" y="92221"/>
                    <a:pt x="85103" y="92196"/>
                    <a:pt x="85178" y="92122"/>
                  </a:cubicBezTo>
                  <a:cubicBezTo>
                    <a:pt x="85227" y="92072"/>
                    <a:pt x="85302" y="92022"/>
                    <a:pt x="85352" y="91972"/>
                  </a:cubicBezTo>
                  <a:lnTo>
                    <a:pt x="85451" y="91873"/>
                  </a:lnTo>
                  <a:cubicBezTo>
                    <a:pt x="85850" y="91524"/>
                    <a:pt x="86223" y="91201"/>
                    <a:pt x="86596" y="90852"/>
                  </a:cubicBezTo>
                  <a:cubicBezTo>
                    <a:pt x="86664" y="90785"/>
                    <a:pt x="86731" y="90718"/>
                    <a:pt x="86799" y="90654"/>
                  </a:cubicBezTo>
                  <a:lnTo>
                    <a:pt x="86799" y="90654"/>
                  </a:lnTo>
                  <a:cubicBezTo>
                    <a:pt x="86756" y="90693"/>
                    <a:pt x="86714" y="90727"/>
                    <a:pt x="86671" y="90753"/>
                  </a:cubicBezTo>
                  <a:cubicBezTo>
                    <a:pt x="86248" y="91101"/>
                    <a:pt x="85875" y="91475"/>
                    <a:pt x="85476" y="91823"/>
                  </a:cubicBezTo>
                  <a:cubicBezTo>
                    <a:pt x="85327" y="91948"/>
                    <a:pt x="85178" y="92097"/>
                    <a:pt x="85003" y="92221"/>
                  </a:cubicBezTo>
                  <a:cubicBezTo>
                    <a:pt x="84630" y="92545"/>
                    <a:pt x="84257" y="92869"/>
                    <a:pt x="83883" y="93192"/>
                  </a:cubicBezTo>
                  <a:lnTo>
                    <a:pt x="83336" y="93665"/>
                  </a:lnTo>
                  <a:cubicBezTo>
                    <a:pt x="82987" y="93939"/>
                    <a:pt x="82614" y="94238"/>
                    <a:pt x="82240" y="94536"/>
                  </a:cubicBezTo>
                  <a:cubicBezTo>
                    <a:pt x="82016" y="94710"/>
                    <a:pt x="81817" y="94860"/>
                    <a:pt x="81568" y="95059"/>
                  </a:cubicBezTo>
                  <a:cubicBezTo>
                    <a:pt x="81220" y="95308"/>
                    <a:pt x="80871" y="95582"/>
                    <a:pt x="80523" y="95831"/>
                  </a:cubicBezTo>
                  <a:lnTo>
                    <a:pt x="79776" y="96403"/>
                  </a:lnTo>
                  <a:cubicBezTo>
                    <a:pt x="79751" y="96428"/>
                    <a:pt x="79702" y="96453"/>
                    <a:pt x="79652" y="96478"/>
                  </a:cubicBezTo>
                  <a:cubicBezTo>
                    <a:pt x="79453" y="96652"/>
                    <a:pt x="79204" y="96826"/>
                    <a:pt x="78980" y="96976"/>
                  </a:cubicBezTo>
                  <a:cubicBezTo>
                    <a:pt x="78905" y="96776"/>
                    <a:pt x="78855" y="96577"/>
                    <a:pt x="78781" y="96403"/>
                  </a:cubicBezTo>
                  <a:cubicBezTo>
                    <a:pt x="78731" y="96179"/>
                    <a:pt x="78656" y="95980"/>
                    <a:pt x="78606" y="95781"/>
                  </a:cubicBezTo>
                  <a:cubicBezTo>
                    <a:pt x="78532" y="95557"/>
                    <a:pt x="78432" y="95333"/>
                    <a:pt x="78382" y="95109"/>
                  </a:cubicBezTo>
                  <a:cubicBezTo>
                    <a:pt x="78283" y="94860"/>
                    <a:pt x="78183" y="94586"/>
                    <a:pt x="78059" y="94312"/>
                  </a:cubicBezTo>
                  <a:cubicBezTo>
                    <a:pt x="78009" y="94138"/>
                    <a:pt x="77959" y="93989"/>
                    <a:pt x="77884" y="93864"/>
                  </a:cubicBezTo>
                  <a:cubicBezTo>
                    <a:pt x="77735" y="93491"/>
                    <a:pt x="77561" y="93167"/>
                    <a:pt x="77412" y="92794"/>
                  </a:cubicBezTo>
                  <a:cubicBezTo>
                    <a:pt x="77412" y="92744"/>
                    <a:pt x="77387" y="92719"/>
                    <a:pt x="77362" y="92694"/>
                  </a:cubicBezTo>
                  <a:cubicBezTo>
                    <a:pt x="77038" y="91972"/>
                    <a:pt x="76665" y="91226"/>
                    <a:pt x="76291" y="90479"/>
                  </a:cubicBezTo>
                  <a:cubicBezTo>
                    <a:pt x="76416" y="90379"/>
                    <a:pt x="76540" y="90280"/>
                    <a:pt x="76640" y="90205"/>
                  </a:cubicBezTo>
                  <a:cubicBezTo>
                    <a:pt x="76988" y="89931"/>
                    <a:pt x="77287" y="89633"/>
                    <a:pt x="77636" y="89359"/>
                  </a:cubicBezTo>
                  <a:cubicBezTo>
                    <a:pt x="78133" y="88936"/>
                    <a:pt x="78631" y="88513"/>
                    <a:pt x="79104" y="88089"/>
                  </a:cubicBezTo>
                  <a:cubicBezTo>
                    <a:pt x="79453" y="87766"/>
                    <a:pt x="79776" y="87492"/>
                    <a:pt x="80125" y="87193"/>
                  </a:cubicBezTo>
                  <a:cubicBezTo>
                    <a:pt x="80697" y="86671"/>
                    <a:pt x="81220" y="86198"/>
                    <a:pt x="81743" y="85700"/>
                  </a:cubicBezTo>
                  <a:cubicBezTo>
                    <a:pt x="82116" y="85351"/>
                    <a:pt x="82489" y="85003"/>
                    <a:pt x="82838" y="84655"/>
                  </a:cubicBezTo>
                  <a:cubicBezTo>
                    <a:pt x="83136" y="84381"/>
                    <a:pt x="83460" y="84082"/>
                    <a:pt x="83734" y="83783"/>
                  </a:cubicBezTo>
                  <a:cubicBezTo>
                    <a:pt x="84306" y="83261"/>
                    <a:pt x="84829" y="82738"/>
                    <a:pt x="85352" y="82165"/>
                  </a:cubicBezTo>
                  <a:lnTo>
                    <a:pt x="86323" y="81195"/>
                  </a:lnTo>
                  <a:cubicBezTo>
                    <a:pt x="86671" y="80871"/>
                    <a:pt x="86970" y="80523"/>
                    <a:pt x="87318" y="80174"/>
                  </a:cubicBezTo>
                  <a:lnTo>
                    <a:pt x="88911" y="78506"/>
                  </a:lnTo>
                  <a:cubicBezTo>
                    <a:pt x="89160" y="78258"/>
                    <a:pt x="89359" y="77959"/>
                    <a:pt x="89608" y="77710"/>
                  </a:cubicBezTo>
                  <a:lnTo>
                    <a:pt x="89658" y="77685"/>
                  </a:lnTo>
                  <a:close/>
                  <a:moveTo>
                    <a:pt x="76117" y="90603"/>
                  </a:moveTo>
                  <a:cubicBezTo>
                    <a:pt x="76764" y="91873"/>
                    <a:pt x="77312" y="93093"/>
                    <a:pt x="77785" y="94238"/>
                  </a:cubicBezTo>
                  <a:lnTo>
                    <a:pt x="77884" y="94437"/>
                  </a:lnTo>
                  <a:cubicBezTo>
                    <a:pt x="78009" y="94735"/>
                    <a:pt x="78108" y="95059"/>
                    <a:pt x="78233" y="95333"/>
                  </a:cubicBezTo>
                  <a:cubicBezTo>
                    <a:pt x="78283" y="95507"/>
                    <a:pt x="78357" y="95681"/>
                    <a:pt x="78407" y="95855"/>
                  </a:cubicBezTo>
                  <a:cubicBezTo>
                    <a:pt x="78507" y="96079"/>
                    <a:pt x="78532" y="96303"/>
                    <a:pt x="78631" y="96552"/>
                  </a:cubicBezTo>
                  <a:cubicBezTo>
                    <a:pt x="78681" y="96702"/>
                    <a:pt x="78731" y="96876"/>
                    <a:pt x="78781" y="97050"/>
                  </a:cubicBezTo>
                  <a:cubicBezTo>
                    <a:pt x="78756" y="97050"/>
                    <a:pt x="78756" y="97075"/>
                    <a:pt x="78731" y="97075"/>
                  </a:cubicBezTo>
                  <a:cubicBezTo>
                    <a:pt x="78706" y="96926"/>
                    <a:pt x="78631" y="96727"/>
                    <a:pt x="78581" y="96577"/>
                  </a:cubicBezTo>
                  <a:cubicBezTo>
                    <a:pt x="78507" y="96353"/>
                    <a:pt x="78457" y="96179"/>
                    <a:pt x="78382" y="95955"/>
                  </a:cubicBezTo>
                  <a:cubicBezTo>
                    <a:pt x="78308" y="95756"/>
                    <a:pt x="78258" y="95582"/>
                    <a:pt x="78183" y="95432"/>
                  </a:cubicBezTo>
                  <a:cubicBezTo>
                    <a:pt x="78108" y="95158"/>
                    <a:pt x="77984" y="94860"/>
                    <a:pt x="77884" y="94561"/>
                  </a:cubicBezTo>
                  <a:cubicBezTo>
                    <a:pt x="77860" y="94511"/>
                    <a:pt x="77860" y="94462"/>
                    <a:pt x="77810" y="94412"/>
                  </a:cubicBezTo>
                  <a:cubicBezTo>
                    <a:pt x="77362" y="93217"/>
                    <a:pt x="76764" y="91948"/>
                    <a:pt x="76067" y="90628"/>
                  </a:cubicBezTo>
                  <a:lnTo>
                    <a:pt x="76117" y="90603"/>
                  </a:lnTo>
                  <a:close/>
                  <a:moveTo>
                    <a:pt x="80528" y="95978"/>
                  </a:moveTo>
                  <a:cubicBezTo>
                    <a:pt x="80053" y="96453"/>
                    <a:pt x="79518" y="96826"/>
                    <a:pt x="79005" y="97200"/>
                  </a:cubicBezTo>
                  <a:lnTo>
                    <a:pt x="79005" y="97175"/>
                  </a:lnTo>
                  <a:lnTo>
                    <a:pt x="79005" y="97125"/>
                  </a:lnTo>
                  <a:cubicBezTo>
                    <a:pt x="79328" y="96926"/>
                    <a:pt x="79627" y="96702"/>
                    <a:pt x="79901" y="96453"/>
                  </a:cubicBezTo>
                  <a:cubicBezTo>
                    <a:pt x="80125" y="96303"/>
                    <a:pt x="80324" y="96129"/>
                    <a:pt x="80523" y="95980"/>
                  </a:cubicBezTo>
                  <a:cubicBezTo>
                    <a:pt x="80525" y="95979"/>
                    <a:pt x="80526" y="95978"/>
                    <a:pt x="80528" y="95978"/>
                  </a:cubicBezTo>
                  <a:close/>
                  <a:moveTo>
                    <a:pt x="45426" y="94760"/>
                  </a:moveTo>
                  <a:cubicBezTo>
                    <a:pt x="45899" y="95233"/>
                    <a:pt x="46422" y="95656"/>
                    <a:pt x="47019" y="96005"/>
                  </a:cubicBezTo>
                  <a:cubicBezTo>
                    <a:pt x="46123" y="96453"/>
                    <a:pt x="45252" y="96851"/>
                    <a:pt x="44356" y="97224"/>
                  </a:cubicBezTo>
                  <a:cubicBezTo>
                    <a:pt x="44779" y="96428"/>
                    <a:pt x="45128" y="95607"/>
                    <a:pt x="45426" y="94760"/>
                  </a:cubicBezTo>
                  <a:close/>
                  <a:moveTo>
                    <a:pt x="78855" y="97249"/>
                  </a:moveTo>
                  <a:lnTo>
                    <a:pt x="78855" y="97299"/>
                  </a:lnTo>
                  <a:lnTo>
                    <a:pt x="78830" y="97299"/>
                  </a:lnTo>
                  <a:cubicBezTo>
                    <a:pt x="78830" y="97324"/>
                    <a:pt x="78830" y="97324"/>
                    <a:pt x="78781" y="97349"/>
                  </a:cubicBezTo>
                  <a:lnTo>
                    <a:pt x="78781" y="97324"/>
                  </a:lnTo>
                  <a:lnTo>
                    <a:pt x="78781" y="97299"/>
                  </a:lnTo>
                  <a:lnTo>
                    <a:pt x="78830" y="97299"/>
                  </a:lnTo>
                  <a:lnTo>
                    <a:pt x="78855" y="97249"/>
                  </a:lnTo>
                  <a:close/>
                  <a:moveTo>
                    <a:pt x="45252" y="94561"/>
                  </a:moveTo>
                  <a:lnTo>
                    <a:pt x="45277" y="94586"/>
                  </a:lnTo>
                  <a:cubicBezTo>
                    <a:pt x="45252" y="94611"/>
                    <a:pt x="45252" y="94686"/>
                    <a:pt x="45227" y="94710"/>
                  </a:cubicBezTo>
                  <a:lnTo>
                    <a:pt x="45227" y="94735"/>
                  </a:lnTo>
                  <a:cubicBezTo>
                    <a:pt x="45153" y="94860"/>
                    <a:pt x="45128" y="95034"/>
                    <a:pt x="45053" y="95158"/>
                  </a:cubicBezTo>
                  <a:lnTo>
                    <a:pt x="44680" y="96079"/>
                  </a:lnTo>
                  <a:cubicBezTo>
                    <a:pt x="44605" y="96279"/>
                    <a:pt x="44505" y="96478"/>
                    <a:pt x="44406" y="96677"/>
                  </a:cubicBezTo>
                  <a:cubicBezTo>
                    <a:pt x="44381" y="96727"/>
                    <a:pt x="44356" y="96776"/>
                    <a:pt x="44356" y="96826"/>
                  </a:cubicBezTo>
                  <a:cubicBezTo>
                    <a:pt x="44281" y="96976"/>
                    <a:pt x="44182" y="97100"/>
                    <a:pt x="44132" y="97249"/>
                  </a:cubicBezTo>
                  <a:cubicBezTo>
                    <a:pt x="44107" y="97299"/>
                    <a:pt x="44107" y="97324"/>
                    <a:pt x="44057" y="97374"/>
                  </a:cubicBezTo>
                  <a:cubicBezTo>
                    <a:pt x="44057" y="97374"/>
                    <a:pt x="44057" y="97374"/>
                    <a:pt x="44055" y="97374"/>
                  </a:cubicBezTo>
                  <a:lnTo>
                    <a:pt x="44055" y="97374"/>
                  </a:lnTo>
                  <a:cubicBezTo>
                    <a:pt x="44495" y="96421"/>
                    <a:pt x="44910" y="95515"/>
                    <a:pt x="45252" y="94561"/>
                  </a:cubicBezTo>
                  <a:close/>
                  <a:moveTo>
                    <a:pt x="59341" y="89434"/>
                  </a:moveTo>
                  <a:cubicBezTo>
                    <a:pt x="59988" y="91724"/>
                    <a:pt x="60436" y="94113"/>
                    <a:pt x="60585" y="96453"/>
                  </a:cubicBezTo>
                  <a:cubicBezTo>
                    <a:pt x="58312" y="97064"/>
                    <a:pt x="56153" y="97378"/>
                    <a:pt x="54164" y="97378"/>
                  </a:cubicBezTo>
                  <a:cubicBezTo>
                    <a:pt x="52428" y="97378"/>
                    <a:pt x="50822" y="97139"/>
                    <a:pt x="49384" y="96652"/>
                  </a:cubicBezTo>
                  <a:cubicBezTo>
                    <a:pt x="49509" y="96179"/>
                    <a:pt x="49608" y="95681"/>
                    <a:pt x="49658" y="95183"/>
                  </a:cubicBezTo>
                  <a:cubicBezTo>
                    <a:pt x="52869" y="93491"/>
                    <a:pt x="56105" y="91574"/>
                    <a:pt x="59341" y="89434"/>
                  </a:cubicBezTo>
                  <a:close/>
                  <a:moveTo>
                    <a:pt x="42215" y="86646"/>
                  </a:moveTo>
                  <a:cubicBezTo>
                    <a:pt x="42265" y="87741"/>
                    <a:pt x="42415" y="88762"/>
                    <a:pt x="42639" y="89732"/>
                  </a:cubicBezTo>
                  <a:cubicBezTo>
                    <a:pt x="41419" y="92246"/>
                    <a:pt x="39602" y="94611"/>
                    <a:pt x="37212" y="96602"/>
                  </a:cubicBezTo>
                  <a:cubicBezTo>
                    <a:pt x="37187" y="96627"/>
                    <a:pt x="37163" y="96677"/>
                    <a:pt x="37088" y="96702"/>
                  </a:cubicBezTo>
                  <a:cubicBezTo>
                    <a:pt x="36739" y="96976"/>
                    <a:pt x="36416" y="97249"/>
                    <a:pt x="36042" y="97523"/>
                  </a:cubicBezTo>
                  <a:cubicBezTo>
                    <a:pt x="35968" y="97299"/>
                    <a:pt x="35918" y="97075"/>
                    <a:pt x="35893" y="96901"/>
                  </a:cubicBezTo>
                  <a:cubicBezTo>
                    <a:pt x="35843" y="96727"/>
                    <a:pt x="35818" y="96577"/>
                    <a:pt x="35794" y="96378"/>
                  </a:cubicBezTo>
                  <a:cubicBezTo>
                    <a:pt x="35719" y="96104"/>
                    <a:pt x="35694" y="95806"/>
                    <a:pt x="35669" y="95482"/>
                  </a:cubicBezTo>
                  <a:cubicBezTo>
                    <a:pt x="35669" y="95383"/>
                    <a:pt x="35644" y="95333"/>
                    <a:pt x="35644" y="95233"/>
                  </a:cubicBezTo>
                  <a:cubicBezTo>
                    <a:pt x="35644" y="95183"/>
                    <a:pt x="35594" y="95109"/>
                    <a:pt x="35594" y="95059"/>
                  </a:cubicBezTo>
                  <a:cubicBezTo>
                    <a:pt x="35570" y="94611"/>
                    <a:pt x="35545" y="94138"/>
                    <a:pt x="35520" y="93715"/>
                  </a:cubicBezTo>
                  <a:lnTo>
                    <a:pt x="35520" y="93491"/>
                  </a:lnTo>
                  <a:lnTo>
                    <a:pt x="35520" y="93317"/>
                  </a:lnTo>
                  <a:lnTo>
                    <a:pt x="35520" y="92321"/>
                  </a:lnTo>
                  <a:cubicBezTo>
                    <a:pt x="35520" y="92122"/>
                    <a:pt x="35545" y="91948"/>
                    <a:pt x="35545" y="91748"/>
                  </a:cubicBezTo>
                  <a:cubicBezTo>
                    <a:pt x="35545" y="91450"/>
                    <a:pt x="35570" y="91151"/>
                    <a:pt x="35594" y="90852"/>
                  </a:cubicBezTo>
                  <a:lnTo>
                    <a:pt x="35594" y="90827"/>
                  </a:lnTo>
                  <a:cubicBezTo>
                    <a:pt x="35594" y="90628"/>
                    <a:pt x="35619" y="90479"/>
                    <a:pt x="35669" y="90280"/>
                  </a:cubicBezTo>
                  <a:cubicBezTo>
                    <a:pt x="35694" y="89981"/>
                    <a:pt x="35719" y="89658"/>
                    <a:pt x="35794" y="89359"/>
                  </a:cubicBezTo>
                  <a:cubicBezTo>
                    <a:pt x="35794" y="89334"/>
                    <a:pt x="35794" y="89284"/>
                    <a:pt x="35818" y="89259"/>
                  </a:cubicBezTo>
                  <a:cubicBezTo>
                    <a:pt x="37934" y="88537"/>
                    <a:pt x="40075" y="87666"/>
                    <a:pt x="42215" y="86646"/>
                  </a:cubicBezTo>
                  <a:close/>
                  <a:moveTo>
                    <a:pt x="60610" y="96627"/>
                  </a:moveTo>
                  <a:lnTo>
                    <a:pt x="60610" y="96702"/>
                  </a:lnTo>
                  <a:cubicBezTo>
                    <a:pt x="58345" y="97324"/>
                    <a:pt x="56179" y="97623"/>
                    <a:pt x="54188" y="97623"/>
                  </a:cubicBezTo>
                  <a:cubicBezTo>
                    <a:pt x="52396" y="97623"/>
                    <a:pt x="50778" y="97374"/>
                    <a:pt x="49359" y="96901"/>
                  </a:cubicBezTo>
                  <a:cubicBezTo>
                    <a:pt x="49334" y="96901"/>
                    <a:pt x="49359" y="96851"/>
                    <a:pt x="49359" y="96826"/>
                  </a:cubicBezTo>
                  <a:cubicBezTo>
                    <a:pt x="50807" y="97317"/>
                    <a:pt x="52430" y="97561"/>
                    <a:pt x="54188" y="97561"/>
                  </a:cubicBezTo>
                  <a:cubicBezTo>
                    <a:pt x="56177" y="97561"/>
                    <a:pt x="58337" y="97248"/>
                    <a:pt x="60610" y="96627"/>
                  </a:cubicBezTo>
                  <a:close/>
                  <a:moveTo>
                    <a:pt x="47219" y="96104"/>
                  </a:moveTo>
                  <a:cubicBezTo>
                    <a:pt x="47244" y="96154"/>
                    <a:pt x="47268" y="96154"/>
                    <a:pt x="47293" y="96179"/>
                  </a:cubicBezTo>
                  <a:cubicBezTo>
                    <a:pt x="46248" y="96677"/>
                    <a:pt x="45227" y="97175"/>
                    <a:pt x="44157" y="97648"/>
                  </a:cubicBezTo>
                  <a:cubicBezTo>
                    <a:pt x="44182" y="97573"/>
                    <a:pt x="44232" y="97548"/>
                    <a:pt x="44232" y="97473"/>
                  </a:cubicBezTo>
                  <a:cubicBezTo>
                    <a:pt x="45227" y="97050"/>
                    <a:pt x="46223" y="96577"/>
                    <a:pt x="47219" y="96104"/>
                  </a:cubicBezTo>
                  <a:close/>
                  <a:moveTo>
                    <a:pt x="35570" y="89334"/>
                  </a:moveTo>
                  <a:cubicBezTo>
                    <a:pt x="35520" y="89707"/>
                    <a:pt x="35470" y="90106"/>
                    <a:pt x="35445" y="90479"/>
                  </a:cubicBezTo>
                  <a:cubicBezTo>
                    <a:pt x="35445" y="90579"/>
                    <a:pt x="35420" y="90678"/>
                    <a:pt x="35420" y="90753"/>
                  </a:cubicBezTo>
                  <a:lnTo>
                    <a:pt x="35420" y="90852"/>
                  </a:lnTo>
                  <a:cubicBezTo>
                    <a:pt x="35395" y="91126"/>
                    <a:pt x="35395" y="91375"/>
                    <a:pt x="35346" y="91649"/>
                  </a:cubicBezTo>
                  <a:lnTo>
                    <a:pt x="35346" y="91923"/>
                  </a:lnTo>
                  <a:cubicBezTo>
                    <a:pt x="35346" y="92072"/>
                    <a:pt x="35321" y="92196"/>
                    <a:pt x="35321" y="92346"/>
                  </a:cubicBezTo>
                  <a:lnTo>
                    <a:pt x="35321" y="92371"/>
                  </a:lnTo>
                  <a:lnTo>
                    <a:pt x="35321" y="93366"/>
                  </a:lnTo>
                  <a:lnTo>
                    <a:pt x="35321" y="93839"/>
                  </a:lnTo>
                  <a:cubicBezTo>
                    <a:pt x="35321" y="94213"/>
                    <a:pt x="35346" y="94586"/>
                    <a:pt x="35395" y="94934"/>
                  </a:cubicBezTo>
                  <a:lnTo>
                    <a:pt x="35395" y="94984"/>
                  </a:lnTo>
                  <a:cubicBezTo>
                    <a:pt x="35395" y="95084"/>
                    <a:pt x="35395" y="95134"/>
                    <a:pt x="35420" y="95233"/>
                  </a:cubicBezTo>
                  <a:cubicBezTo>
                    <a:pt x="35445" y="95681"/>
                    <a:pt x="35520" y="96129"/>
                    <a:pt x="35594" y="96577"/>
                  </a:cubicBezTo>
                  <a:cubicBezTo>
                    <a:pt x="35644" y="96727"/>
                    <a:pt x="35669" y="96851"/>
                    <a:pt x="35694" y="97000"/>
                  </a:cubicBezTo>
                  <a:cubicBezTo>
                    <a:pt x="35769" y="97224"/>
                    <a:pt x="35794" y="97473"/>
                    <a:pt x="35843" y="97697"/>
                  </a:cubicBezTo>
                  <a:lnTo>
                    <a:pt x="35818" y="97722"/>
                  </a:lnTo>
                  <a:cubicBezTo>
                    <a:pt x="35818" y="97722"/>
                    <a:pt x="35794" y="97722"/>
                    <a:pt x="35794" y="97772"/>
                  </a:cubicBezTo>
                  <a:cubicBezTo>
                    <a:pt x="35769" y="97448"/>
                    <a:pt x="35694" y="97224"/>
                    <a:pt x="35669" y="97025"/>
                  </a:cubicBezTo>
                  <a:cubicBezTo>
                    <a:pt x="35644" y="96851"/>
                    <a:pt x="35594" y="96702"/>
                    <a:pt x="35570" y="96528"/>
                  </a:cubicBezTo>
                  <a:cubicBezTo>
                    <a:pt x="35545" y="96403"/>
                    <a:pt x="35545" y="96303"/>
                    <a:pt x="35520" y="96179"/>
                  </a:cubicBezTo>
                  <a:cubicBezTo>
                    <a:pt x="35470" y="96055"/>
                    <a:pt x="35470" y="95905"/>
                    <a:pt x="35445" y="95731"/>
                  </a:cubicBezTo>
                  <a:cubicBezTo>
                    <a:pt x="35420" y="95557"/>
                    <a:pt x="35395" y="95333"/>
                    <a:pt x="35346" y="95158"/>
                  </a:cubicBezTo>
                  <a:cubicBezTo>
                    <a:pt x="35346" y="95034"/>
                    <a:pt x="35321" y="94910"/>
                    <a:pt x="35321" y="94735"/>
                  </a:cubicBezTo>
                  <a:lnTo>
                    <a:pt x="35321" y="94561"/>
                  </a:lnTo>
                  <a:cubicBezTo>
                    <a:pt x="35296" y="94287"/>
                    <a:pt x="35296" y="93989"/>
                    <a:pt x="35271" y="93715"/>
                  </a:cubicBezTo>
                  <a:lnTo>
                    <a:pt x="35271" y="93366"/>
                  </a:lnTo>
                  <a:lnTo>
                    <a:pt x="35271" y="92221"/>
                  </a:lnTo>
                  <a:lnTo>
                    <a:pt x="35271" y="92022"/>
                  </a:lnTo>
                  <a:cubicBezTo>
                    <a:pt x="35296" y="91574"/>
                    <a:pt x="35296" y="91126"/>
                    <a:pt x="35346" y="90678"/>
                  </a:cubicBezTo>
                  <a:cubicBezTo>
                    <a:pt x="35395" y="90230"/>
                    <a:pt x="35445" y="89757"/>
                    <a:pt x="35520" y="89334"/>
                  </a:cubicBezTo>
                  <a:close/>
                  <a:moveTo>
                    <a:pt x="42688" y="90057"/>
                  </a:moveTo>
                  <a:cubicBezTo>
                    <a:pt x="41493" y="92496"/>
                    <a:pt x="39676" y="94810"/>
                    <a:pt x="37337" y="96776"/>
                  </a:cubicBezTo>
                  <a:lnTo>
                    <a:pt x="37262" y="96851"/>
                  </a:lnTo>
                  <a:cubicBezTo>
                    <a:pt x="36889" y="97175"/>
                    <a:pt x="36466" y="97473"/>
                    <a:pt x="36067" y="97772"/>
                  </a:cubicBezTo>
                  <a:lnTo>
                    <a:pt x="36067" y="97697"/>
                  </a:lnTo>
                  <a:cubicBezTo>
                    <a:pt x="36441" y="97424"/>
                    <a:pt x="36814" y="97150"/>
                    <a:pt x="37187" y="96826"/>
                  </a:cubicBezTo>
                  <a:cubicBezTo>
                    <a:pt x="37212" y="96801"/>
                    <a:pt x="37287" y="96776"/>
                    <a:pt x="37312" y="96727"/>
                  </a:cubicBezTo>
                  <a:cubicBezTo>
                    <a:pt x="39651" y="94761"/>
                    <a:pt x="41493" y="92496"/>
                    <a:pt x="42688" y="90057"/>
                  </a:cubicBezTo>
                  <a:close/>
                  <a:moveTo>
                    <a:pt x="43933" y="97648"/>
                  </a:moveTo>
                  <a:cubicBezTo>
                    <a:pt x="43908" y="97672"/>
                    <a:pt x="43908" y="97722"/>
                    <a:pt x="43883" y="97772"/>
                  </a:cubicBezTo>
                  <a:cubicBezTo>
                    <a:pt x="43858" y="97772"/>
                    <a:pt x="43858" y="97772"/>
                    <a:pt x="43809" y="97797"/>
                  </a:cubicBezTo>
                  <a:cubicBezTo>
                    <a:pt x="43858" y="97772"/>
                    <a:pt x="43858" y="97697"/>
                    <a:pt x="43883" y="97672"/>
                  </a:cubicBezTo>
                  <a:cubicBezTo>
                    <a:pt x="43883" y="97648"/>
                    <a:pt x="43908" y="97648"/>
                    <a:pt x="43933" y="97648"/>
                  </a:cubicBezTo>
                  <a:close/>
                  <a:moveTo>
                    <a:pt x="96329" y="81070"/>
                  </a:moveTo>
                  <a:cubicBezTo>
                    <a:pt x="96428" y="81120"/>
                    <a:pt x="96478" y="81145"/>
                    <a:pt x="96578" y="81170"/>
                  </a:cubicBezTo>
                  <a:cubicBezTo>
                    <a:pt x="91475" y="87119"/>
                    <a:pt x="85601" y="92744"/>
                    <a:pt x="79154" y="97797"/>
                  </a:cubicBezTo>
                  <a:cubicBezTo>
                    <a:pt x="79129" y="97598"/>
                    <a:pt x="79104" y="97523"/>
                    <a:pt x="79079" y="97399"/>
                  </a:cubicBezTo>
                  <a:cubicBezTo>
                    <a:pt x="79652" y="96976"/>
                    <a:pt x="80224" y="96552"/>
                    <a:pt x="80772" y="96104"/>
                  </a:cubicBezTo>
                  <a:cubicBezTo>
                    <a:pt x="80847" y="96079"/>
                    <a:pt x="80896" y="96005"/>
                    <a:pt x="80971" y="95980"/>
                  </a:cubicBezTo>
                  <a:cubicBezTo>
                    <a:pt x="80996" y="95955"/>
                    <a:pt x="81021" y="95930"/>
                    <a:pt x="81071" y="95930"/>
                  </a:cubicBezTo>
                  <a:cubicBezTo>
                    <a:pt x="81568" y="95557"/>
                    <a:pt x="82066" y="95183"/>
                    <a:pt x="82514" y="94785"/>
                  </a:cubicBezTo>
                  <a:cubicBezTo>
                    <a:pt x="82564" y="94785"/>
                    <a:pt x="82564" y="94735"/>
                    <a:pt x="82589" y="94735"/>
                  </a:cubicBezTo>
                  <a:cubicBezTo>
                    <a:pt x="82738" y="94611"/>
                    <a:pt x="82863" y="94486"/>
                    <a:pt x="83012" y="94412"/>
                  </a:cubicBezTo>
                  <a:lnTo>
                    <a:pt x="83062" y="94362"/>
                  </a:lnTo>
                  <a:cubicBezTo>
                    <a:pt x="83460" y="94014"/>
                    <a:pt x="83858" y="93715"/>
                    <a:pt x="84257" y="93366"/>
                  </a:cubicBezTo>
                  <a:cubicBezTo>
                    <a:pt x="84381" y="93267"/>
                    <a:pt x="84481" y="93192"/>
                    <a:pt x="84605" y="93068"/>
                  </a:cubicBezTo>
                  <a:cubicBezTo>
                    <a:pt x="84630" y="93018"/>
                    <a:pt x="84705" y="92993"/>
                    <a:pt x="84730" y="92943"/>
                  </a:cubicBezTo>
                  <a:cubicBezTo>
                    <a:pt x="84730" y="92943"/>
                    <a:pt x="84754" y="92943"/>
                    <a:pt x="84754" y="92893"/>
                  </a:cubicBezTo>
                  <a:lnTo>
                    <a:pt x="85974" y="91873"/>
                  </a:lnTo>
                  <a:cubicBezTo>
                    <a:pt x="86074" y="91773"/>
                    <a:pt x="86173" y="91699"/>
                    <a:pt x="86298" y="91599"/>
                  </a:cubicBezTo>
                  <a:cubicBezTo>
                    <a:pt x="86323" y="91574"/>
                    <a:pt x="86347" y="91549"/>
                    <a:pt x="86422" y="91500"/>
                  </a:cubicBezTo>
                  <a:lnTo>
                    <a:pt x="86447" y="91475"/>
                  </a:lnTo>
                  <a:cubicBezTo>
                    <a:pt x="86870" y="91101"/>
                    <a:pt x="87293" y="90703"/>
                    <a:pt x="87716" y="90330"/>
                  </a:cubicBezTo>
                  <a:lnTo>
                    <a:pt x="87741" y="90280"/>
                  </a:lnTo>
                  <a:lnTo>
                    <a:pt x="87816" y="90230"/>
                  </a:lnTo>
                  <a:cubicBezTo>
                    <a:pt x="87866" y="90155"/>
                    <a:pt x="87940" y="90106"/>
                    <a:pt x="88040" y="90031"/>
                  </a:cubicBezTo>
                  <a:cubicBezTo>
                    <a:pt x="88488" y="89608"/>
                    <a:pt x="88961" y="89160"/>
                    <a:pt x="89409" y="88712"/>
                  </a:cubicBezTo>
                  <a:lnTo>
                    <a:pt x="89558" y="88537"/>
                  </a:lnTo>
                  <a:lnTo>
                    <a:pt x="89957" y="88139"/>
                  </a:lnTo>
                  <a:cubicBezTo>
                    <a:pt x="90081" y="88015"/>
                    <a:pt x="90181" y="87890"/>
                    <a:pt x="90305" y="87791"/>
                  </a:cubicBezTo>
                  <a:lnTo>
                    <a:pt x="90430" y="87666"/>
                  </a:lnTo>
                  <a:cubicBezTo>
                    <a:pt x="90529" y="87542"/>
                    <a:pt x="90654" y="87467"/>
                    <a:pt x="90728" y="87343"/>
                  </a:cubicBezTo>
                  <a:lnTo>
                    <a:pt x="91326" y="86745"/>
                  </a:lnTo>
                  <a:cubicBezTo>
                    <a:pt x="91450" y="86621"/>
                    <a:pt x="91575" y="86472"/>
                    <a:pt x="91699" y="86347"/>
                  </a:cubicBezTo>
                  <a:cubicBezTo>
                    <a:pt x="92048" y="85999"/>
                    <a:pt x="92346" y="85625"/>
                    <a:pt x="92695" y="85252"/>
                  </a:cubicBezTo>
                  <a:lnTo>
                    <a:pt x="92794" y="85152"/>
                  </a:lnTo>
                  <a:lnTo>
                    <a:pt x="93068" y="84879"/>
                  </a:lnTo>
                  <a:lnTo>
                    <a:pt x="93118" y="84804"/>
                  </a:lnTo>
                  <a:cubicBezTo>
                    <a:pt x="94263" y="83609"/>
                    <a:pt x="95308" y="82365"/>
                    <a:pt x="96329" y="81070"/>
                  </a:cubicBezTo>
                  <a:close/>
                  <a:moveTo>
                    <a:pt x="78905" y="97523"/>
                  </a:moveTo>
                  <a:cubicBezTo>
                    <a:pt x="78955" y="97598"/>
                    <a:pt x="78955" y="97697"/>
                    <a:pt x="78980" y="97797"/>
                  </a:cubicBezTo>
                  <a:lnTo>
                    <a:pt x="78980" y="97847"/>
                  </a:lnTo>
                  <a:cubicBezTo>
                    <a:pt x="78930" y="97847"/>
                    <a:pt x="78930" y="97872"/>
                    <a:pt x="78905" y="97872"/>
                  </a:cubicBezTo>
                  <a:cubicBezTo>
                    <a:pt x="78905" y="97847"/>
                    <a:pt x="78880" y="97797"/>
                    <a:pt x="78880" y="97772"/>
                  </a:cubicBezTo>
                  <a:cubicBezTo>
                    <a:pt x="78855" y="97697"/>
                    <a:pt x="78855" y="97598"/>
                    <a:pt x="78830" y="97548"/>
                  </a:cubicBezTo>
                  <a:lnTo>
                    <a:pt x="78905" y="97523"/>
                  </a:lnTo>
                  <a:close/>
                  <a:moveTo>
                    <a:pt x="35893" y="97822"/>
                  </a:moveTo>
                  <a:lnTo>
                    <a:pt x="35893" y="97847"/>
                  </a:lnTo>
                  <a:lnTo>
                    <a:pt x="35893" y="97897"/>
                  </a:lnTo>
                  <a:lnTo>
                    <a:pt x="35843" y="97897"/>
                  </a:lnTo>
                  <a:cubicBezTo>
                    <a:pt x="35843" y="97897"/>
                    <a:pt x="35818" y="97897"/>
                    <a:pt x="35818" y="97921"/>
                  </a:cubicBezTo>
                  <a:lnTo>
                    <a:pt x="35818" y="97897"/>
                  </a:lnTo>
                  <a:lnTo>
                    <a:pt x="35843" y="97847"/>
                  </a:lnTo>
                  <a:lnTo>
                    <a:pt x="35893" y="97822"/>
                  </a:lnTo>
                  <a:close/>
                  <a:moveTo>
                    <a:pt x="96777" y="81170"/>
                  </a:moveTo>
                  <a:cubicBezTo>
                    <a:pt x="96802" y="81170"/>
                    <a:pt x="96802" y="81170"/>
                    <a:pt x="96827" y="81220"/>
                  </a:cubicBezTo>
                  <a:cubicBezTo>
                    <a:pt x="91674" y="87218"/>
                    <a:pt x="85725" y="92918"/>
                    <a:pt x="79204" y="98021"/>
                  </a:cubicBezTo>
                  <a:cubicBezTo>
                    <a:pt x="79204" y="97971"/>
                    <a:pt x="79204" y="97946"/>
                    <a:pt x="79154" y="97946"/>
                  </a:cubicBezTo>
                  <a:cubicBezTo>
                    <a:pt x="85700" y="92844"/>
                    <a:pt x="91599" y="87144"/>
                    <a:pt x="96777" y="81170"/>
                  </a:cubicBezTo>
                  <a:close/>
                  <a:moveTo>
                    <a:pt x="79029" y="98046"/>
                  </a:moveTo>
                  <a:lnTo>
                    <a:pt x="79029" y="98096"/>
                  </a:lnTo>
                  <a:cubicBezTo>
                    <a:pt x="79005" y="98096"/>
                    <a:pt x="79005" y="98145"/>
                    <a:pt x="78980" y="98145"/>
                  </a:cubicBezTo>
                  <a:lnTo>
                    <a:pt x="78980" y="98071"/>
                  </a:lnTo>
                  <a:cubicBezTo>
                    <a:pt x="78980" y="98071"/>
                    <a:pt x="79005" y="98046"/>
                    <a:pt x="79029" y="98046"/>
                  </a:cubicBezTo>
                  <a:close/>
                  <a:moveTo>
                    <a:pt x="35321" y="89384"/>
                  </a:moveTo>
                  <a:cubicBezTo>
                    <a:pt x="35271" y="89832"/>
                    <a:pt x="35221" y="90255"/>
                    <a:pt x="35171" y="90703"/>
                  </a:cubicBezTo>
                  <a:lnTo>
                    <a:pt x="35171" y="90778"/>
                  </a:lnTo>
                  <a:cubicBezTo>
                    <a:pt x="35146" y="91226"/>
                    <a:pt x="35097" y="91649"/>
                    <a:pt x="35097" y="92097"/>
                  </a:cubicBezTo>
                  <a:lnTo>
                    <a:pt x="35097" y="92147"/>
                  </a:lnTo>
                  <a:lnTo>
                    <a:pt x="35097" y="92346"/>
                  </a:lnTo>
                  <a:lnTo>
                    <a:pt x="35097" y="93441"/>
                  </a:lnTo>
                  <a:lnTo>
                    <a:pt x="35097" y="93640"/>
                  </a:lnTo>
                  <a:lnTo>
                    <a:pt x="35097" y="93839"/>
                  </a:lnTo>
                  <a:cubicBezTo>
                    <a:pt x="35097" y="94138"/>
                    <a:pt x="35146" y="94462"/>
                    <a:pt x="35171" y="94735"/>
                  </a:cubicBezTo>
                  <a:cubicBezTo>
                    <a:pt x="35171" y="94860"/>
                    <a:pt x="35171" y="94984"/>
                    <a:pt x="35196" y="95109"/>
                  </a:cubicBezTo>
                  <a:lnTo>
                    <a:pt x="35196" y="95258"/>
                  </a:lnTo>
                  <a:cubicBezTo>
                    <a:pt x="35221" y="95557"/>
                    <a:pt x="35246" y="95806"/>
                    <a:pt x="35296" y="96055"/>
                  </a:cubicBezTo>
                  <a:cubicBezTo>
                    <a:pt x="35321" y="96204"/>
                    <a:pt x="35321" y="96353"/>
                    <a:pt x="35346" y="96503"/>
                  </a:cubicBezTo>
                  <a:cubicBezTo>
                    <a:pt x="35346" y="96552"/>
                    <a:pt x="35346" y="96577"/>
                    <a:pt x="35370" y="96627"/>
                  </a:cubicBezTo>
                  <a:cubicBezTo>
                    <a:pt x="35420" y="96876"/>
                    <a:pt x="35470" y="97100"/>
                    <a:pt x="35545" y="97349"/>
                  </a:cubicBezTo>
                  <a:cubicBezTo>
                    <a:pt x="35570" y="97498"/>
                    <a:pt x="35594" y="97623"/>
                    <a:pt x="35644" y="97797"/>
                  </a:cubicBezTo>
                  <a:cubicBezTo>
                    <a:pt x="35346" y="97996"/>
                    <a:pt x="35047" y="98195"/>
                    <a:pt x="34723" y="98369"/>
                  </a:cubicBezTo>
                  <a:cubicBezTo>
                    <a:pt x="34549" y="98494"/>
                    <a:pt x="34350" y="98618"/>
                    <a:pt x="34126" y="98743"/>
                  </a:cubicBezTo>
                  <a:cubicBezTo>
                    <a:pt x="33230" y="95955"/>
                    <a:pt x="32657" y="93093"/>
                    <a:pt x="32458" y="90255"/>
                  </a:cubicBezTo>
                  <a:cubicBezTo>
                    <a:pt x="33404" y="90006"/>
                    <a:pt x="34350" y="89707"/>
                    <a:pt x="35321" y="89384"/>
                  </a:cubicBezTo>
                  <a:close/>
                  <a:moveTo>
                    <a:pt x="32284" y="90305"/>
                  </a:moveTo>
                  <a:cubicBezTo>
                    <a:pt x="32458" y="93167"/>
                    <a:pt x="33056" y="96055"/>
                    <a:pt x="33977" y="98817"/>
                  </a:cubicBezTo>
                  <a:cubicBezTo>
                    <a:pt x="33952" y="98817"/>
                    <a:pt x="33952" y="98842"/>
                    <a:pt x="33927" y="98842"/>
                  </a:cubicBezTo>
                  <a:cubicBezTo>
                    <a:pt x="32981" y="96079"/>
                    <a:pt x="32408" y="93167"/>
                    <a:pt x="32209" y="90330"/>
                  </a:cubicBezTo>
                  <a:cubicBezTo>
                    <a:pt x="32234" y="90330"/>
                    <a:pt x="32284" y="90305"/>
                    <a:pt x="32284" y="90305"/>
                  </a:cubicBezTo>
                  <a:close/>
                  <a:moveTo>
                    <a:pt x="35694" y="97971"/>
                  </a:moveTo>
                  <a:lnTo>
                    <a:pt x="35719" y="98046"/>
                  </a:lnTo>
                  <a:cubicBezTo>
                    <a:pt x="35520" y="98195"/>
                    <a:pt x="35296" y="98320"/>
                    <a:pt x="35072" y="98444"/>
                  </a:cubicBezTo>
                  <a:cubicBezTo>
                    <a:pt x="34798" y="98643"/>
                    <a:pt x="34549" y="98817"/>
                    <a:pt x="34275" y="98967"/>
                  </a:cubicBezTo>
                  <a:cubicBezTo>
                    <a:pt x="34275" y="98942"/>
                    <a:pt x="34275" y="98942"/>
                    <a:pt x="34225" y="98917"/>
                  </a:cubicBezTo>
                  <a:cubicBezTo>
                    <a:pt x="34400" y="98793"/>
                    <a:pt x="34574" y="98668"/>
                    <a:pt x="34773" y="98569"/>
                  </a:cubicBezTo>
                  <a:cubicBezTo>
                    <a:pt x="35072" y="98394"/>
                    <a:pt x="35395" y="98195"/>
                    <a:pt x="35694" y="97971"/>
                  </a:cubicBezTo>
                  <a:close/>
                  <a:moveTo>
                    <a:pt x="34051" y="99017"/>
                  </a:moveTo>
                  <a:cubicBezTo>
                    <a:pt x="34051" y="99041"/>
                    <a:pt x="34051" y="99041"/>
                    <a:pt x="34076" y="99066"/>
                  </a:cubicBezTo>
                  <a:cubicBezTo>
                    <a:pt x="34051" y="99066"/>
                    <a:pt x="34051" y="99091"/>
                    <a:pt x="34026" y="99091"/>
                  </a:cubicBezTo>
                  <a:cubicBezTo>
                    <a:pt x="34026" y="99066"/>
                    <a:pt x="34026" y="99066"/>
                    <a:pt x="33977" y="99041"/>
                  </a:cubicBezTo>
                  <a:cubicBezTo>
                    <a:pt x="34026" y="99041"/>
                    <a:pt x="34026" y="99017"/>
                    <a:pt x="34051" y="99017"/>
                  </a:cubicBezTo>
                  <a:close/>
                  <a:moveTo>
                    <a:pt x="5700" y="96403"/>
                  </a:moveTo>
                  <a:cubicBezTo>
                    <a:pt x="6670" y="97445"/>
                    <a:pt x="7781" y="98393"/>
                    <a:pt x="8988" y="99201"/>
                  </a:cubicBezTo>
                  <a:lnTo>
                    <a:pt x="8988" y="99201"/>
                  </a:lnTo>
                  <a:cubicBezTo>
                    <a:pt x="8877" y="99173"/>
                    <a:pt x="8795" y="99128"/>
                    <a:pt x="8712" y="99066"/>
                  </a:cubicBezTo>
                  <a:cubicBezTo>
                    <a:pt x="8563" y="98967"/>
                    <a:pt x="8413" y="98842"/>
                    <a:pt x="8289" y="98768"/>
                  </a:cubicBezTo>
                  <a:cubicBezTo>
                    <a:pt x="8214" y="98693"/>
                    <a:pt x="8140" y="98668"/>
                    <a:pt x="8065" y="98593"/>
                  </a:cubicBezTo>
                  <a:cubicBezTo>
                    <a:pt x="7891" y="98444"/>
                    <a:pt x="7692" y="98320"/>
                    <a:pt x="7517" y="98170"/>
                  </a:cubicBezTo>
                  <a:cubicBezTo>
                    <a:pt x="7293" y="97971"/>
                    <a:pt x="7044" y="97822"/>
                    <a:pt x="6820" y="97598"/>
                  </a:cubicBezTo>
                  <a:cubicBezTo>
                    <a:pt x="6447" y="97249"/>
                    <a:pt x="6049" y="96901"/>
                    <a:pt x="5700" y="96528"/>
                  </a:cubicBezTo>
                  <a:lnTo>
                    <a:pt x="5700" y="96453"/>
                  </a:lnTo>
                  <a:lnTo>
                    <a:pt x="5700" y="96403"/>
                  </a:lnTo>
                  <a:close/>
                  <a:moveTo>
                    <a:pt x="9069" y="99255"/>
                  </a:moveTo>
                  <a:cubicBezTo>
                    <a:pt x="9075" y="99258"/>
                    <a:pt x="9080" y="99262"/>
                    <a:pt x="9085" y="99266"/>
                  </a:cubicBezTo>
                  <a:cubicBezTo>
                    <a:pt x="9085" y="99266"/>
                    <a:pt x="9077" y="99266"/>
                    <a:pt x="9069" y="99255"/>
                  </a:cubicBezTo>
                  <a:close/>
                  <a:moveTo>
                    <a:pt x="5800" y="96951"/>
                  </a:moveTo>
                  <a:lnTo>
                    <a:pt x="5800" y="96951"/>
                  </a:lnTo>
                  <a:cubicBezTo>
                    <a:pt x="5924" y="97050"/>
                    <a:pt x="6024" y="97175"/>
                    <a:pt x="6148" y="97249"/>
                  </a:cubicBezTo>
                  <a:lnTo>
                    <a:pt x="6223" y="97349"/>
                  </a:lnTo>
                  <a:cubicBezTo>
                    <a:pt x="6347" y="97473"/>
                    <a:pt x="6522" y="97598"/>
                    <a:pt x="6671" y="97722"/>
                  </a:cubicBezTo>
                  <a:cubicBezTo>
                    <a:pt x="6696" y="97772"/>
                    <a:pt x="6721" y="97772"/>
                    <a:pt x="6771" y="97797"/>
                  </a:cubicBezTo>
                  <a:cubicBezTo>
                    <a:pt x="6845" y="97847"/>
                    <a:pt x="6920" y="97946"/>
                    <a:pt x="7019" y="97996"/>
                  </a:cubicBezTo>
                  <a:cubicBezTo>
                    <a:pt x="7044" y="98046"/>
                    <a:pt x="7094" y="98071"/>
                    <a:pt x="7144" y="98096"/>
                  </a:cubicBezTo>
                  <a:cubicBezTo>
                    <a:pt x="7592" y="98569"/>
                    <a:pt x="8164" y="98967"/>
                    <a:pt x="8712" y="99390"/>
                  </a:cubicBezTo>
                  <a:cubicBezTo>
                    <a:pt x="8563" y="99290"/>
                    <a:pt x="8413" y="99166"/>
                    <a:pt x="8264" y="99066"/>
                  </a:cubicBezTo>
                  <a:cubicBezTo>
                    <a:pt x="8140" y="98967"/>
                    <a:pt x="8015" y="98917"/>
                    <a:pt x="7916" y="98817"/>
                  </a:cubicBezTo>
                  <a:cubicBezTo>
                    <a:pt x="7766" y="98718"/>
                    <a:pt x="7642" y="98593"/>
                    <a:pt x="7467" y="98494"/>
                  </a:cubicBezTo>
                  <a:cubicBezTo>
                    <a:pt x="7343" y="98419"/>
                    <a:pt x="7219" y="98320"/>
                    <a:pt x="7094" y="98195"/>
                  </a:cubicBezTo>
                  <a:cubicBezTo>
                    <a:pt x="6970" y="98096"/>
                    <a:pt x="6845" y="97996"/>
                    <a:pt x="6721" y="97872"/>
                  </a:cubicBezTo>
                  <a:cubicBezTo>
                    <a:pt x="6596" y="97772"/>
                    <a:pt x="6472" y="97672"/>
                    <a:pt x="6323" y="97548"/>
                  </a:cubicBezTo>
                  <a:cubicBezTo>
                    <a:pt x="6198" y="97448"/>
                    <a:pt x="6098" y="97324"/>
                    <a:pt x="5974" y="97224"/>
                  </a:cubicBezTo>
                  <a:lnTo>
                    <a:pt x="5825" y="97075"/>
                  </a:lnTo>
                  <a:cubicBezTo>
                    <a:pt x="5825" y="97050"/>
                    <a:pt x="5800" y="96976"/>
                    <a:pt x="5800" y="96951"/>
                  </a:cubicBezTo>
                  <a:close/>
                  <a:moveTo>
                    <a:pt x="68700" y="95955"/>
                  </a:moveTo>
                  <a:lnTo>
                    <a:pt x="68749" y="95980"/>
                  </a:lnTo>
                  <a:cubicBezTo>
                    <a:pt x="68675" y="96030"/>
                    <a:pt x="68625" y="96079"/>
                    <a:pt x="68550" y="96104"/>
                  </a:cubicBezTo>
                  <a:cubicBezTo>
                    <a:pt x="67281" y="97000"/>
                    <a:pt x="66036" y="97847"/>
                    <a:pt x="64767" y="98693"/>
                  </a:cubicBezTo>
                  <a:cubicBezTo>
                    <a:pt x="64386" y="98934"/>
                    <a:pt x="64010" y="99174"/>
                    <a:pt x="63637" y="99410"/>
                  </a:cubicBezTo>
                  <a:lnTo>
                    <a:pt x="63637" y="99410"/>
                  </a:lnTo>
                  <a:cubicBezTo>
                    <a:pt x="63778" y="99319"/>
                    <a:pt x="63911" y="99225"/>
                    <a:pt x="64045" y="99141"/>
                  </a:cubicBezTo>
                  <a:cubicBezTo>
                    <a:pt x="64717" y="98693"/>
                    <a:pt x="65439" y="98220"/>
                    <a:pt x="66136" y="97772"/>
                  </a:cubicBezTo>
                  <a:cubicBezTo>
                    <a:pt x="66459" y="97548"/>
                    <a:pt x="66808" y="97299"/>
                    <a:pt x="67156" y="97050"/>
                  </a:cubicBezTo>
                  <a:cubicBezTo>
                    <a:pt x="67679" y="96677"/>
                    <a:pt x="68202" y="96328"/>
                    <a:pt x="68700" y="95955"/>
                  </a:cubicBezTo>
                  <a:close/>
                  <a:moveTo>
                    <a:pt x="42813" y="90429"/>
                  </a:moveTo>
                  <a:cubicBezTo>
                    <a:pt x="43311" y="91972"/>
                    <a:pt x="44057" y="93317"/>
                    <a:pt x="45053" y="94437"/>
                  </a:cubicBezTo>
                  <a:cubicBezTo>
                    <a:pt x="44680" y="95482"/>
                    <a:pt x="44232" y="96552"/>
                    <a:pt x="43684" y="97573"/>
                  </a:cubicBezTo>
                  <a:cubicBezTo>
                    <a:pt x="41394" y="98569"/>
                    <a:pt x="39104" y="99415"/>
                    <a:pt x="36914" y="100087"/>
                  </a:cubicBezTo>
                  <a:cubicBezTo>
                    <a:pt x="36839" y="99938"/>
                    <a:pt x="36764" y="99813"/>
                    <a:pt x="36715" y="99689"/>
                  </a:cubicBezTo>
                  <a:cubicBezTo>
                    <a:pt x="36690" y="99589"/>
                    <a:pt x="36615" y="99465"/>
                    <a:pt x="36590" y="99390"/>
                  </a:cubicBezTo>
                  <a:lnTo>
                    <a:pt x="36590" y="99340"/>
                  </a:lnTo>
                  <a:cubicBezTo>
                    <a:pt x="36441" y="98917"/>
                    <a:pt x="36291" y="98444"/>
                    <a:pt x="36167" y="97971"/>
                  </a:cubicBezTo>
                  <a:cubicBezTo>
                    <a:pt x="36192" y="97946"/>
                    <a:pt x="36217" y="97921"/>
                    <a:pt x="36267" y="97921"/>
                  </a:cubicBezTo>
                  <a:cubicBezTo>
                    <a:pt x="36665" y="97598"/>
                    <a:pt x="37063" y="97324"/>
                    <a:pt x="37436" y="96976"/>
                  </a:cubicBezTo>
                  <a:cubicBezTo>
                    <a:pt x="37461" y="96951"/>
                    <a:pt x="37511" y="96951"/>
                    <a:pt x="37511" y="96926"/>
                  </a:cubicBezTo>
                  <a:cubicBezTo>
                    <a:pt x="39776" y="95034"/>
                    <a:pt x="41568" y="92819"/>
                    <a:pt x="42813" y="90429"/>
                  </a:cubicBezTo>
                  <a:close/>
                  <a:moveTo>
                    <a:pt x="35968" y="98046"/>
                  </a:moveTo>
                  <a:lnTo>
                    <a:pt x="36167" y="98693"/>
                  </a:lnTo>
                  <a:cubicBezTo>
                    <a:pt x="36167" y="98718"/>
                    <a:pt x="36167" y="98718"/>
                    <a:pt x="36192" y="98743"/>
                  </a:cubicBezTo>
                  <a:cubicBezTo>
                    <a:pt x="36217" y="98842"/>
                    <a:pt x="36242" y="98917"/>
                    <a:pt x="36291" y="98992"/>
                  </a:cubicBezTo>
                  <a:lnTo>
                    <a:pt x="36391" y="99290"/>
                  </a:lnTo>
                  <a:lnTo>
                    <a:pt x="36466" y="99564"/>
                  </a:lnTo>
                  <a:cubicBezTo>
                    <a:pt x="36466" y="99589"/>
                    <a:pt x="36515" y="99614"/>
                    <a:pt x="36515" y="99664"/>
                  </a:cubicBezTo>
                  <a:cubicBezTo>
                    <a:pt x="36565" y="99813"/>
                    <a:pt x="36640" y="99938"/>
                    <a:pt x="36690" y="100087"/>
                  </a:cubicBezTo>
                  <a:lnTo>
                    <a:pt x="36690" y="100112"/>
                  </a:lnTo>
                  <a:lnTo>
                    <a:pt x="36640" y="100112"/>
                  </a:lnTo>
                  <a:cubicBezTo>
                    <a:pt x="36590" y="100087"/>
                    <a:pt x="36590" y="100037"/>
                    <a:pt x="36565" y="99987"/>
                  </a:cubicBezTo>
                  <a:cubicBezTo>
                    <a:pt x="36466" y="99788"/>
                    <a:pt x="36391" y="99539"/>
                    <a:pt x="36291" y="99290"/>
                  </a:cubicBezTo>
                  <a:cubicBezTo>
                    <a:pt x="36267" y="99191"/>
                    <a:pt x="36217" y="99066"/>
                    <a:pt x="36167" y="98967"/>
                  </a:cubicBezTo>
                  <a:lnTo>
                    <a:pt x="36167" y="98942"/>
                  </a:lnTo>
                  <a:cubicBezTo>
                    <a:pt x="36067" y="98668"/>
                    <a:pt x="35968" y="98369"/>
                    <a:pt x="35918" y="98096"/>
                  </a:cubicBezTo>
                  <a:lnTo>
                    <a:pt x="35943" y="98071"/>
                  </a:lnTo>
                  <a:lnTo>
                    <a:pt x="35968" y="98046"/>
                  </a:lnTo>
                  <a:close/>
                  <a:moveTo>
                    <a:pt x="5551" y="97075"/>
                  </a:moveTo>
                  <a:lnTo>
                    <a:pt x="5601" y="97175"/>
                  </a:lnTo>
                  <a:cubicBezTo>
                    <a:pt x="5675" y="97374"/>
                    <a:pt x="5725" y="97573"/>
                    <a:pt x="5800" y="97797"/>
                  </a:cubicBezTo>
                  <a:cubicBezTo>
                    <a:pt x="5899" y="98096"/>
                    <a:pt x="5974" y="98369"/>
                    <a:pt x="6074" y="98668"/>
                  </a:cubicBezTo>
                  <a:cubicBezTo>
                    <a:pt x="6173" y="98942"/>
                    <a:pt x="6298" y="99216"/>
                    <a:pt x="6397" y="99465"/>
                  </a:cubicBezTo>
                  <a:cubicBezTo>
                    <a:pt x="6497" y="99704"/>
                    <a:pt x="6565" y="99928"/>
                    <a:pt x="6652" y="100148"/>
                  </a:cubicBezTo>
                  <a:lnTo>
                    <a:pt x="6652" y="100148"/>
                  </a:lnTo>
                  <a:cubicBezTo>
                    <a:pt x="6626" y="100095"/>
                    <a:pt x="6591" y="100021"/>
                    <a:pt x="6571" y="99962"/>
                  </a:cubicBezTo>
                  <a:cubicBezTo>
                    <a:pt x="6347" y="99514"/>
                    <a:pt x="6173" y="98992"/>
                    <a:pt x="5974" y="98469"/>
                  </a:cubicBezTo>
                  <a:cubicBezTo>
                    <a:pt x="5974" y="98444"/>
                    <a:pt x="5974" y="98444"/>
                    <a:pt x="5949" y="98419"/>
                  </a:cubicBezTo>
                  <a:cubicBezTo>
                    <a:pt x="5800" y="97971"/>
                    <a:pt x="5675" y="97548"/>
                    <a:pt x="5551" y="97075"/>
                  </a:cubicBezTo>
                  <a:close/>
                  <a:moveTo>
                    <a:pt x="75868" y="90753"/>
                  </a:moveTo>
                  <a:cubicBezTo>
                    <a:pt x="76491" y="91972"/>
                    <a:pt x="77038" y="93167"/>
                    <a:pt x="77486" y="94287"/>
                  </a:cubicBezTo>
                  <a:cubicBezTo>
                    <a:pt x="77511" y="94362"/>
                    <a:pt x="77586" y="94462"/>
                    <a:pt x="77611" y="94561"/>
                  </a:cubicBezTo>
                  <a:cubicBezTo>
                    <a:pt x="77735" y="94835"/>
                    <a:pt x="77835" y="95109"/>
                    <a:pt x="77909" y="95432"/>
                  </a:cubicBezTo>
                  <a:cubicBezTo>
                    <a:pt x="77984" y="95607"/>
                    <a:pt x="78084" y="95806"/>
                    <a:pt x="78133" y="95980"/>
                  </a:cubicBezTo>
                  <a:lnTo>
                    <a:pt x="78333" y="96652"/>
                  </a:lnTo>
                  <a:cubicBezTo>
                    <a:pt x="78382" y="96826"/>
                    <a:pt x="78457" y="97050"/>
                    <a:pt x="78507" y="97224"/>
                  </a:cubicBezTo>
                  <a:cubicBezTo>
                    <a:pt x="77860" y="97697"/>
                    <a:pt x="77163" y="98170"/>
                    <a:pt x="76491" y="98593"/>
                  </a:cubicBezTo>
                  <a:lnTo>
                    <a:pt x="76217" y="98793"/>
                  </a:lnTo>
                  <a:cubicBezTo>
                    <a:pt x="76142" y="98842"/>
                    <a:pt x="76043" y="98892"/>
                    <a:pt x="75993" y="98942"/>
                  </a:cubicBezTo>
                  <a:cubicBezTo>
                    <a:pt x="75420" y="99315"/>
                    <a:pt x="74873" y="99664"/>
                    <a:pt x="74300" y="100012"/>
                  </a:cubicBezTo>
                  <a:cubicBezTo>
                    <a:pt x="74275" y="100037"/>
                    <a:pt x="74176" y="100087"/>
                    <a:pt x="74101" y="100162"/>
                  </a:cubicBezTo>
                  <a:cubicBezTo>
                    <a:pt x="73902" y="100037"/>
                    <a:pt x="73728" y="99913"/>
                    <a:pt x="73529" y="99763"/>
                  </a:cubicBezTo>
                  <a:cubicBezTo>
                    <a:pt x="73479" y="99689"/>
                    <a:pt x="73404" y="99664"/>
                    <a:pt x="73304" y="99589"/>
                  </a:cubicBezTo>
                  <a:cubicBezTo>
                    <a:pt x="73180" y="99514"/>
                    <a:pt x="73105" y="99415"/>
                    <a:pt x="72981" y="99315"/>
                  </a:cubicBezTo>
                  <a:lnTo>
                    <a:pt x="72508" y="98942"/>
                  </a:lnTo>
                  <a:cubicBezTo>
                    <a:pt x="72458" y="98917"/>
                    <a:pt x="72433" y="98892"/>
                    <a:pt x="72384" y="98842"/>
                  </a:cubicBezTo>
                  <a:cubicBezTo>
                    <a:pt x="72184" y="98693"/>
                    <a:pt x="72035" y="98544"/>
                    <a:pt x="71861" y="98394"/>
                  </a:cubicBezTo>
                  <a:lnTo>
                    <a:pt x="71786" y="98320"/>
                  </a:lnTo>
                  <a:cubicBezTo>
                    <a:pt x="71637" y="98170"/>
                    <a:pt x="71438" y="98021"/>
                    <a:pt x="71263" y="97847"/>
                  </a:cubicBezTo>
                  <a:cubicBezTo>
                    <a:pt x="71239" y="97822"/>
                    <a:pt x="71189" y="97797"/>
                    <a:pt x="71139" y="97772"/>
                  </a:cubicBezTo>
                  <a:cubicBezTo>
                    <a:pt x="70990" y="97648"/>
                    <a:pt x="70815" y="97473"/>
                    <a:pt x="70666" y="97324"/>
                  </a:cubicBezTo>
                  <a:lnTo>
                    <a:pt x="70492" y="97150"/>
                  </a:lnTo>
                  <a:lnTo>
                    <a:pt x="70118" y="96776"/>
                  </a:lnTo>
                  <a:cubicBezTo>
                    <a:pt x="70019" y="96677"/>
                    <a:pt x="69894" y="96577"/>
                    <a:pt x="69795" y="96453"/>
                  </a:cubicBezTo>
                  <a:cubicBezTo>
                    <a:pt x="69695" y="96353"/>
                    <a:pt x="69621" y="96229"/>
                    <a:pt x="69496" y="96154"/>
                  </a:cubicBezTo>
                  <a:lnTo>
                    <a:pt x="69197" y="95855"/>
                  </a:lnTo>
                  <a:cubicBezTo>
                    <a:pt x="69994" y="95308"/>
                    <a:pt x="70741" y="94735"/>
                    <a:pt x="71512" y="94188"/>
                  </a:cubicBezTo>
                  <a:cubicBezTo>
                    <a:pt x="71662" y="94063"/>
                    <a:pt x="71811" y="93939"/>
                    <a:pt x="71985" y="93839"/>
                  </a:cubicBezTo>
                  <a:cubicBezTo>
                    <a:pt x="72732" y="93292"/>
                    <a:pt x="73504" y="92694"/>
                    <a:pt x="74225" y="92097"/>
                  </a:cubicBezTo>
                  <a:cubicBezTo>
                    <a:pt x="74425" y="91948"/>
                    <a:pt x="74624" y="91748"/>
                    <a:pt x="74848" y="91599"/>
                  </a:cubicBezTo>
                  <a:lnTo>
                    <a:pt x="75868" y="90753"/>
                  </a:lnTo>
                  <a:close/>
                  <a:moveTo>
                    <a:pt x="69123" y="95980"/>
                  </a:moveTo>
                  <a:cubicBezTo>
                    <a:pt x="69197" y="96079"/>
                    <a:pt x="69272" y="96179"/>
                    <a:pt x="69372" y="96229"/>
                  </a:cubicBezTo>
                  <a:lnTo>
                    <a:pt x="69695" y="96577"/>
                  </a:lnTo>
                  <a:lnTo>
                    <a:pt x="69894" y="96776"/>
                  </a:lnTo>
                  <a:cubicBezTo>
                    <a:pt x="71363" y="98195"/>
                    <a:pt x="72732" y="99390"/>
                    <a:pt x="73927" y="100211"/>
                  </a:cubicBezTo>
                  <a:cubicBezTo>
                    <a:pt x="73902" y="100286"/>
                    <a:pt x="73902" y="100286"/>
                    <a:pt x="73877" y="100286"/>
                  </a:cubicBezTo>
                  <a:cubicBezTo>
                    <a:pt x="72433" y="99290"/>
                    <a:pt x="70815" y="97847"/>
                    <a:pt x="69048" y="96030"/>
                  </a:cubicBezTo>
                  <a:lnTo>
                    <a:pt x="69123" y="95980"/>
                  </a:lnTo>
                  <a:close/>
                  <a:moveTo>
                    <a:pt x="78606" y="97424"/>
                  </a:moveTo>
                  <a:lnTo>
                    <a:pt x="78606" y="97448"/>
                  </a:lnTo>
                  <a:lnTo>
                    <a:pt x="78606" y="97473"/>
                  </a:lnTo>
                  <a:cubicBezTo>
                    <a:pt x="78482" y="97573"/>
                    <a:pt x="78357" y="97672"/>
                    <a:pt x="78233" y="97722"/>
                  </a:cubicBezTo>
                  <a:cubicBezTo>
                    <a:pt x="77735" y="98071"/>
                    <a:pt x="77188" y="98444"/>
                    <a:pt x="76715" y="98793"/>
                  </a:cubicBezTo>
                  <a:cubicBezTo>
                    <a:pt x="76441" y="98942"/>
                    <a:pt x="76242" y="99091"/>
                    <a:pt x="75993" y="99266"/>
                  </a:cubicBezTo>
                  <a:lnTo>
                    <a:pt x="74947" y="99913"/>
                  </a:lnTo>
                  <a:cubicBezTo>
                    <a:pt x="74848" y="99962"/>
                    <a:pt x="74698" y="100062"/>
                    <a:pt x="74574" y="100137"/>
                  </a:cubicBezTo>
                  <a:cubicBezTo>
                    <a:pt x="74524" y="100186"/>
                    <a:pt x="74425" y="100261"/>
                    <a:pt x="74300" y="100286"/>
                  </a:cubicBezTo>
                  <a:cubicBezTo>
                    <a:pt x="74350" y="100211"/>
                    <a:pt x="74400" y="100186"/>
                    <a:pt x="74425" y="100162"/>
                  </a:cubicBezTo>
                  <a:cubicBezTo>
                    <a:pt x="74499" y="100137"/>
                    <a:pt x="74574" y="100062"/>
                    <a:pt x="74649" y="100037"/>
                  </a:cubicBezTo>
                  <a:cubicBezTo>
                    <a:pt x="74773" y="99938"/>
                    <a:pt x="74922" y="99888"/>
                    <a:pt x="75047" y="99788"/>
                  </a:cubicBezTo>
                  <a:cubicBezTo>
                    <a:pt x="75097" y="99788"/>
                    <a:pt x="75097" y="99763"/>
                    <a:pt x="75122" y="99763"/>
                  </a:cubicBezTo>
                  <a:cubicBezTo>
                    <a:pt x="75470" y="99539"/>
                    <a:pt x="75794" y="99315"/>
                    <a:pt x="76117" y="99091"/>
                  </a:cubicBezTo>
                  <a:cubicBezTo>
                    <a:pt x="76291" y="98967"/>
                    <a:pt x="76441" y="98892"/>
                    <a:pt x="76640" y="98768"/>
                  </a:cubicBezTo>
                  <a:cubicBezTo>
                    <a:pt x="76739" y="98693"/>
                    <a:pt x="76814" y="98643"/>
                    <a:pt x="76889" y="98593"/>
                  </a:cubicBezTo>
                  <a:cubicBezTo>
                    <a:pt x="77312" y="98320"/>
                    <a:pt x="77735" y="98021"/>
                    <a:pt x="78158" y="97722"/>
                  </a:cubicBezTo>
                  <a:cubicBezTo>
                    <a:pt x="78308" y="97623"/>
                    <a:pt x="78482" y="97548"/>
                    <a:pt x="78606" y="97424"/>
                  </a:cubicBezTo>
                  <a:close/>
                  <a:moveTo>
                    <a:pt x="43560" y="97797"/>
                  </a:moveTo>
                  <a:cubicBezTo>
                    <a:pt x="43535" y="97822"/>
                    <a:pt x="43535" y="97897"/>
                    <a:pt x="43510" y="97921"/>
                  </a:cubicBezTo>
                  <a:cubicBezTo>
                    <a:pt x="41319" y="98842"/>
                    <a:pt x="39154" y="99664"/>
                    <a:pt x="37038" y="100311"/>
                  </a:cubicBezTo>
                  <a:cubicBezTo>
                    <a:pt x="37038" y="100286"/>
                    <a:pt x="37013" y="100261"/>
                    <a:pt x="37013" y="100211"/>
                  </a:cubicBezTo>
                  <a:cubicBezTo>
                    <a:pt x="39129" y="99564"/>
                    <a:pt x="41319" y="98718"/>
                    <a:pt x="43560" y="97797"/>
                  </a:cubicBezTo>
                  <a:close/>
                  <a:moveTo>
                    <a:pt x="36789" y="100311"/>
                  </a:moveTo>
                  <a:lnTo>
                    <a:pt x="36789" y="100336"/>
                  </a:lnTo>
                  <a:cubicBezTo>
                    <a:pt x="36789" y="100336"/>
                    <a:pt x="36789" y="100386"/>
                    <a:pt x="36814" y="100386"/>
                  </a:cubicBezTo>
                  <a:cubicBezTo>
                    <a:pt x="36789" y="100386"/>
                    <a:pt x="36764" y="100386"/>
                    <a:pt x="36764" y="100410"/>
                  </a:cubicBezTo>
                  <a:cubicBezTo>
                    <a:pt x="36764" y="100386"/>
                    <a:pt x="36715" y="100336"/>
                    <a:pt x="36715" y="100311"/>
                  </a:cubicBezTo>
                  <a:close/>
                  <a:moveTo>
                    <a:pt x="74126" y="100386"/>
                  </a:moveTo>
                  <a:cubicBezTo>
                    <a:pt x="74126" y="100386"/>
                    <a:pt x="74151" y="100386"/>
                    <a:pt x="74151" y="100410"/>
                  </a:cubicBezTo>
                  <a:cubicBezTo>
                    <a:pt x="74126" y="100410"/>
                    <a:pt x="74126" y="100435"/>
                    <a:pt x="74101" y="100435"/>
                  </a:cubicBezTo>
                  <a:cubicBezTo>
                    <a:pt x="74101" y="100435"/>
                    <a:pt x="74051" y="100435"/>
                    <a:pt x="74026" y="100411"/>
                  </a:cubicBezTo>
                  <a:lnTo>
                    <a:pt x="74026" y="100411"/>
                  </a:lnTo>
                  <a:cubicBezTo>
                    <a:pt x="74026" y="100411"/>
                    <a:pt x="74026" y="100411"/>
                    <a:pt x="74026" y="100411"/>
                  </a:cubicBezTo>
                  <a:lnTo>
                    <a:pt x="74026" y="100411"/>
                  </a:lnTo>
                  <a:cubicBezTo>
                    <a:pt x="74039" y="100423"/>
                    <a:pt x="74039" y="100429"/>
                    <a:pt x="74036" y="100429"/>
                  </a:cubicBezTo>
                  <a:cubicBezTo>
                    <a:pt x="74033" y="100429"/>
                    <a:pt x="74026" y="100423"/>
                    <a:pt x="74026" y="100410"/>
                  </a:cubicBezTo>
                  <a:lnTo>
                    <a:pt x="74026" y="100410"/>
                  </a:lnTo>
                  <a:cubicBezTo>
                    <a:pt x="74026" y="100410"/>
                    <a:pt x="74026" y="100410"/>
                    <a:pt x="74026" y="100410"/>
                  </a:cubicBezTo>
                  <a:cubicBezTo>
                    <a:pt x="74051" y="100410"/>
                    <a:pt x="74051" y="100386"/>
                    <a:pt x="74101" y="100386"/>
                  </a:cubicBezTo>
                  <a:close/>
                  <a:moveTo>
                    <a:pt x="35719" y="98220"/>
                  </a:moveTo>
                  <a:cubicBezTo>
                    <a:pt x="35769" y="98345"/>
                    <a:pt x="35794" y="98444"/>
                    <a:pt x="35818" y="98544"/>
                  </a:cubicBezTo>
                  <a:cubicBezTo>
                    <a:pt x="35843" y="98668"/>
                    <a:pt x="35893" y="98768"/>
                    <a:pt x="35918" y="98892"/>
                  </a:cubicBezTo>
                  <a:cubicBezTo>
                    <a:pt x="35918" y="98917"/>
                    <a:pt x="35943" y="98942"/>
                    <a:pt x="35943" y="98942"/>
                  </a:cubicBezTo>
                  <a:cubicBezTo>
                    <a:pt x="35943" y="98942"/>
                    <a:pt x="35943" y="98967"/>
                    <a:pt x="35968" y="98967"/>
                  </a:cubicBezTo>
                  <a:cubicBezTo>
                    <a:pt x="36018" y="99091"/>
                    <a:pt x="36067" y="99191"/>
                    <a:pt x="36092" y="99315"/>
                  </a:cubicBezTo>
                  <a:cubicBezTo>
                    <a:pt x="36092" y="99340"/>
                    <a:pt x="36142" y="99415"/>
                    <a:pt x="36142" y="99440"/>
                  </a:cubicBezTo>
                  <a:cubicBezTo>
                    <a:pt x="36167" y="99564"/>
                    <a:pt x="36217" y="99664"/>
                    <a:pt x="36267" y="99788"/>
                  </a:cubicBezTo>
                  <a:cubicBezTo>
                    <a:pt x="36316" y="99913"/>
                    <a:pt x="36341" y="100037"/>
                    <a:pt x="36416" y="100162"/>
                  </a:cubicBezTo>
                  <a:lnTo>
                    <a:pt x="34823" y="100635"/>
                  </a:lnTo>
                  <a:cubicBezTo>
                    <a:pt x="34673" y="100162"/>
                    <a:pt x="34474" y="99664"/>
                    <a:pt x="34300" y="99166"/>
                  </a:cubicBezTo>
                  <a:cubicBezTo>
                    <a:pt x="34549" y="99017"/>
                    <a:pt x="34773" y="98842"/>
                    <a:pt x="34972" y="98693"/>
                  </a:cubicBezTo>
                  <a:lnTo>
                    <a:pt x="35719" y="98220"/>
                  </a:lnTo>
                  <a:close/>
                  <a:moveTo>
                    <a:pt x="34126" y="99241"/>
                  </a:moveTo>
                  <a:cubicBezTo>
                    <a:pt x="34325" y="99763"/>
                    <a:pt x="34499" y="100211"/>
                    <a:pt x="34698" y="100709"/>
                  </a:cubicBezTo>
                  <a:cubicBezTo>
                    <a:pt x="34673" y="100709"/>
                    <a:pt x="34673" y="100709"/>
                    <a:pt x="34649" y="100759"/>
                  </a:cubicBezTo>
                  <a:cubicBezTo>
                    <a:pt x="34449" y="100261"/>
                    <a:pt x="34275" y="99788"/>
                    <a:pt x="34076" y="99290"/>
                  </a:cubicBezTo>
                  <a:cubicBezTo>
                    <a:pt x="34101" y="99290"/>
                    <a:pt x="34101" y="99241"/>
                    <a:pt x="34126" y="99241"/>
                  </a:cubicBezTo>
                  <a:close/>
                  <a:moveTo>
                    <a:pt x="67306" y="94437"/>
                  </a:moveTo>
                  <a:lnTo>
                    <a:pt x="67380" y="94486"/>
                  </a:lnTo>
                  <a:cubicBezTo>
                    <a:pt x="67555" y="94710"/>
                    <a:pt x="67779" y="94934"/>
                    <a:pt x="67953" y="95134"/>
                  </a:cubicBezTo>
                  <a:cubicBezTo>
                    <a:pt x="68177" y="95358"/>
                    <a:pt x="68401" y="95607"/>
                    <a:pt x="68625" y="95831"/>
                  </a:cubicBezTo>
                  <a:cubicBezTo>
                    <a:pt x="68077" y="96204"/>
                    <a:pt x="67555" y="96577"/>
                    <a:pt x="67032" y="96926"/>
                  </a:cubicBezTo>
                  <a:cubicBezTo>
                    <a:pt x="66683" y="97125"/>
                    <a:pt x="66335" y="97374"/>
                    <a:pt x="66036" y="97598"/>
                  </a:cubicBezTo>
                  <a:cubicBezTo>
                    <a:pt x="65364" y="98046"/>
                    <a:pt x="64717" y="98444"/>
                    <a:pt x="64070" y="98892"/>
                  </a:cubicBezTo>
                  <a:cubicBezTo>
                    <a:pt x="63821" y="99041"/>
                    <a:pt x="63572" y="99216"/>
                    <a:pt x="63323" y="99390"/>
                  </a:cubicBezTo>
                  <a:cubicBezTo>
                    <a:pt x="62576" y="99838"/>
                    <a:pt x="61830" y="100311"/>
                    <a:pt x="61058" y="100759"/>
                  </a:cubicBezTo>
                  <a:cubicBezTo>
                    <a:pt x="61108" y="99465"/>
                    <a:pt x="61108" y="98145"/>
                    <a:pt x="61058" y="96801"/>
                  </a:cubicBezTo>
                  <a:cubicBezTo>
                    <a:pt x="63074" y="96229"/>
                    <a:pt x="65165" y="95432"/>
                    <a:pt x="67306" y="94437"/>
                  </a:cubicBezTo>
                  <a:close/>
                  <a:moveTo>
                    <a:pt x="97026" y="81269"/>
                  </a:moveTo>
                  <a:cubicBezTo>
                    <a:pt x="97822" y="81518"/>
                    <a:pt x="98544" y="81643"/>
                    <a:pt x="99092" y="81643"/>
                  </a:cubicBezTo>
                  <a:cubicBezTo>
                    <a:pt x="99266" y="81643"/>
                    <a:pt x="99415" y="81643"/>
                    <a:pt x="99540" y="81618"/>
                  </a:cubicBezTo>
                  <a:lnTo>
                    <a:pt x="99540" y="81618"/>
                  </a:lnTo>
                  <a:cubicBezTo>
                    <a:pt x="98942" y="82365"/>
                    <a:pt x="98320" y="83061"/>
                    <a:pt x="97698" y="83833"/>
                  </a:cubicBezTo>
                  <a:cubicBezTo>
                    <a:pt x="97200" y="84406"/>
                    <a:pt x="96677" y="85003"/>
                    <a:pt x="96155" y="85600"/>
                  </a:cubicBezTo>
                  <a:cubicBezTo>
                    <a:pt x="95283" y="86571"/>
                    <a:pt x="94412" y="87517"/>
                    <a:pt x="93466" y="88488"/>
                  </a:cubicBezTo>
                  <a:lnTo>
                    <a:pt x="93441" y="88513"/>
                  </a:lnTo>
                  <a:cubicBezTo>
                    <a:pt x="89708" y="92371"/>
                    <a:pt x="85601" y="96055"/>
                    <a:pt x="81220" y="99390"/>
                  </a:cubicBezTo>
                  <a:lnTo>
                    <a:pt x="80100" y="100211"/>
                  </a:lnTo>
                  <a:cubicBezTo>
                    <a:pt x="79851" y="100410"/>
                    <a:pt x="79552" y="100585"/>
                    <a:pt x="79303" y="100784"/>
                  </a:cubicBezTo>
                  <a:cubicBezTo>
                    <a:pt x="79303" y="100759"/>
                    <a:pt x="79353" y="100684"/>
                    <a:pt x="79353" y="100659"/>
                  </a:cubicBezTo>
                  <a:cubicBezTo>
                    <a:pt x="79378" y="100560"/>
                    <a:pt x="79378" y="100460"/>
                    <a:pt x="79403" y="100386"/>
                  </a:cubicBezTo>
                  <a:cubicBezTo>
                    <a:pt x="79403" y="100311"/>
                    <a:pt x="79403" y="100261"/>
                    <a:pt x="79428" y="100186"/>
                  </a:cubicBezTo>
                  <a:cubicBezTo>
                    <a:pt x="79428" y="100087"/>
                    <a:pt x="79477" y="100012"/>
                    <a:pt x="79477" y="99888"/>
                  </a:cubicBezTo>
                  <a:cubicBezTo>
                    <a:pt x="79403" y="99813"/>
                    <a:pt x="79403" y="99714"/>
                    <a:pt x="79403" y="99664"/>
                  </a:cubicBezTo>
                  <a:lnTo>
                    <a:pt x="79403" y="99315"/>
                  </a:lnTo>
                  <a:cubicBezTo>
                    <a:pt x="79403" y="99216"/>
                    <a:pt x="79378" y="99141"/>
                    <a:pt x="79378" y="99066"/>
                  </a:cubicBezTo>
                  <a:cubicBezTo>
                    <a:pt x="79378" y="98942"/>
                    <a:pt x="79353" y="98842"/>
                    <a:pt x="79353" y="98718"/>
                  </a:cubicBezTo>
                  <a:cubicBezTo>
                    <a:pt x="79353" y="98618"/>
                    <a:pt x="79303" y="98544"/>
                    <a:pt x="79278" y="98444"/>
                  </a:cubicBezTo>
                  <a:cubicBezTo>
                    <a:pt x="79278" y="98345"/>
                    <a:pt x="79253" y="98295"/>
                    <a:pt x="79253" y="98195"/>
                  </a:cubicBezTo>
                  <a:cubicBezTo>
                    <a:pt x="85825" y="93068"/>
                    <a:pt x="91823" y="87293"/>
                    <a:pt x="97026" y="81269"/>
                  </a:cubicBezTo>
                  <a:close/>
                  <a:moveTo>
                    <a:pt x="78731" y="97697"/>
                  </a:moveTo>
                  <a:cubicBezTo>
                    <a:pt x="78731" y="97747"/>
                    <a:pt x="78756" y="97822"/>
                    <a:pt x="78756" y="97872"/>
                  </a:cubicBezTo>
                  <a:cubicBezTo>
                    <a:pt x="78756" y="97946"/>
                    <a:pt x="78781" y="97971"/>
                    <a:pt x="78781" y="98046"/>
                  </a:cubicBezTo>
                  <a:cubicBezTo>
                    <a:pt x="77561" y="98967"/>
                    <a:pt x="76316" y="99913"/>
                    <a:pt x="75072" y="100809"/>
                  </a:cubicBezTo>
                  <a:cubicBezTo>
                    <a:pt x="74898" y="100659"/>
                    <a:pt x="74723" y="100560"/>
                    <a:pt x="74524" y="100435"/>
                  </a:cubicBezTo>
                  <a:cubicBezTo>
                    <a:pt x="74574" y="100336"/>
                    <a:pt x="74674" y="100286"/>
                    <a:pt x="74798" y="100211"/>
                  </a:cubicBezTo>
                  <a:cubicBezTo>
                    <a:pt x="74922" y="100162"/>
                    <a:pt x="75047" y="100062"/>
                    <a:pt x="75171" y="100012"/>
                  </a:cubicBezTo>
                  <a:cubicBezTo>
                    <a:pt x="75196" y="100012"/>
                    <a:pt x="75196" y="99962"/>
                    <a:pt x="75246" y="99962"/>
                  </a:cubicBezTo>
                  <a:cubicBezTo>
                    <a:pt x="75420" y="99838"/>
                    <a:pt x="75570" y="99714"/>
                    <a:pt x="75769" y="99639"/>
                  </a:cubicBezTo>
                  <a:lnTo>
                    <a:pt x="76043" y="99440"/>
                  </a:lnTo>
                  <a:cubicBezTo>
                    <a:pt x="76291" y="99290"/>
                    <a:pt x="76565" y="99091"/>
                    <a:pt x="76814" y="98942"/>
                  </a:cubicBezTo>
                  <a:cubicBezTo>
                    <a:pt x="76889" y="98917"/>
                    <a:pt x="76939" y="98842"/>
                    <a:pt x="77038" y="98793"/>
                  </a:cubicBezTo>
                  <a:cubicBezTo>
                    <a:pt x="77262" y="98668"/>
                    <a:pt x="77436" y="98494"/>
                    <a:pt x="77660" y="98369"/>
                  </a:cubicBezTo>
                  <a:cubicBezTo>
                    <a:pt x="77785" y="98295"/>
                    <a:pt x="77909" y="98195"/>
                    <a:pt x="78034" y="98121"/>
                  </a:cubicBezTo>
                  <a:cubicBezTo>
                    <a:pt x="78059" y="98121"/>
                    <a:pt x="78059" y="98096"/>
                    <a:pt x="78108" y="98096"/>
                  </a:cubicBezTo>
                  <a:lnTo>
                    <a:pt x="78133" y="98096"/>
                  </a:lnTo>
                  <a:cubicBezTo>
                    <a:pt x="78308" y="97971"/>
                    <a:pt x="78507" y="97847"/>
                    <a:pt x="78731" y="97697"/>
                  </a:cubicBezTo>
                  <a:close/>
                  <a:moveTo>
                    <a:pt x="60859" y="96826"/>
                  </a:moveTo>
                  <a:lnTo>
                    <a:pt x="60859" y="96826"/>
                  </a:lnTo>
                  <a:cubicBezTo>
                    <a:pt x="60959" y="98195"/>
                    <a:pt x="60934" y="99539"/>
                    <a:pt x="60834" y="100883"/>
                  </a:cubicBezTo>
                  <a:cubicBezTo>
                    <a:pt x="60809" y="100883"/>
                    <a:pt x="60809" y="100908"/>
                    <a:pt x="60784" y="100908"/>
                  </a:cubicBezTo>
                  <a:cubicBezTo>
                    <a:pt x="60859" y="99589"/>
                    <a:pt x="60884" y="98220"/>
                    <a:pt x="60809" y="96851"/>
                  </a:cubicBezTo>
                  <a:cubicBezTo>
                    <a:pt x="60834" y="96851"/>
                    <a:pt x="60834" y="96851"/>
                    <a:pt x="60859" y="96826"/>
                  </a:cubicBezTo>
                  <a:close/>
                  <a:moveTo>
                    <a:pt x="78830" y="98195"/>
                  </a:moveTo>
                  <a:lnTo>
                    <a:pt x="78830" y="98245"/>
                  </a:lnTo>
                  <a:cubicBezTo>
                    <a:pt x="77660" y="99166"/>
                    <a:pt x="76491" y="100062"/>
                    <a:pt x="75296" y="100908"/>
                  </a:cubicBezTo>
                  <a:cubicBezTo>
                    <a:pt x="75271" y="100908"/>
                    <a:pt x="75271" y="100883"/>
                    <a:pt x="75246" y="100883"/>
                  </a:cubicBezTo>
                  <a:cubicBezTo>
                    <a:pt x="76441" y="100012"/>
                    <a:pt x="77636" y="99141"/>
                    <a:pt x="78830" y="98195"/>
                  </a:cubicBezTo>
                  <a:close/>
                  <a:moveTo>
                    <a:pt x="36540" y="100386"/>
                  </a:moveTo>
                  <a:cubicBezTo>
                    <a:pt x="36540" y="100410"/>
                    <a:pt x="36565" y="100410"/>
                    <a:pt x="36565" y="100435"/>
                  </a:cubicBezTo>
                  <a:lnTo>
                    <a:pt x="36565" y="100460"/>
                  </a:lnTo>
                  <a:lnTo>
                    <a:pt x="34972" y="100933"/>
                  </a:lnTo>
                  <a:cubicBezTo>
                    <a:pt x="34972" y="100908"/>
                    <a:pt x="34947" y="100883"/>
                    <a:pt x="34947" y="100834"/>
                  </a:cubicBezTo>
                  <a:lnTo>
                    <a:pt x="36540" y="100386"/>
                  </a:lnTo>
                  <a:close/>
                  <a:moveTo>
                    <a:pt x="74325" y="100535"/>
                  </a:moveTo>
                  <a:cubicBezTo>
                    <a:pt x="74524" y="100659"/>
                    <a:pt x="74748" y="100784"/>
                    <a:pt x="74922" y="100908"/>
                  </a:cubicBezTo>
                  <a:cubicBezTo>
                    <a:pt x="74898" y="100908"/>
                    <a:pt x="74898" y="100933"/>
                    <a:pt x="74873" y="100933"/>
                  </a:cubicBezTo>
                  <a:cubicBezTo>
                    <a:pt x="74649" y="100809"/>
                    <a:pt x="74474" y="100684"/>
                    <a:pt x="74275" y="100560"/>
                  </a:cubicBezTo>
                  <a:cubicBezTo>
                    <a:pt x="74300" y="100560"/>
                    <a:pt x="74300" y="100535"/>
                    <a:pt x="74325" y="100535"/>
                  </a:cubicBezTo>
                  <a:close/>
                  <a:moveTo>
                    <a:pt x="5153" y="84729"/>
                  </a:moveTo>
                  <a:cubicBezTo>
                    <a:pt x="7019" y="87393"/>
                    <a:pt x="9583" y="89384"/>
                    <a:pt x="12869" y="90603"/>
                  </a:cubicBezTo>
                  <a:cubicBezTo>
                    <a:pt x="12072" y="94088"/>
                    <a:pt x="12023" y="97672"/>
                    <a:pt x="12695" y="100958"/>
                  </a:cubicBezTo>
                  <a:cubicBezTo>
                    <a:pt x="9832" y="99813"/>
                    <a:pt x="7443" y="98170"/>
                    <a:pt x="5576" y="96055"/>
                  </a:cubicBezTo>
                  <a:cubicBezTo>
                    <a:pt x="5476" y="95681"/>
                    <a:pt x="5402" y="95308"/>
                    <a:pt x="5327" y="94934"/>
                  </a:cubicBezTo>
                  <a:cubicBezTo>
                    <a:pt x="5302" y="94760"/>
                    <a:pt x="5277" y="94586"/>
                    <a:pt x="5227" y="94437"/>
                  </a:cubicBezTo>
                  <a:cubicBezTo>
                    <a:pt x="5153" y="93864"/>
                    <a:pt x="5053" y="93317"/>
                    <a:pt x="4978" y="92719"/>
                  </a:cubicBezTo>
                  <a:cubicBezTo>
                    <a:pt x="4978" y="92595"/>
                    <a:pt x="4953" y="92445"/>
                    <a:pt x="4953" y="92321"/>
                  </a:cubicBezTo>
                  <a:lnTo>
                    <a:pt x="4854" y="90902"/>
                  </a:lnTo>
                  <a:cubicBezTo>
                    <a:pt x="4854" y="90703"/>
                    <a:pt x="4829" y="90479"/>
                    <a:pt x="4829" y="90255"/>
                  </a:cubicBezTo>
                  <a:cubicBezTo>
                    <a:pt x="4829" y="89658"/>
                    <a:pt x="4804" y="89110"/>
                    <a:pt x="4829" y="88513"/>
                  </a:cubicBezTo>
                  <a:cubicBezTo>
                    <a:pt x="4829" y="88363"/>
                    <a:pt x="4854" y="88164"/>
                    <a:pt x="4854" y="88015"/>
                  </a:cubicBezTo>
                  <a:lnTo>
                    <a:pt x="4953" y="86521"/>
                  </a:lnTo>
                  <a:cubicBezTo>
                    <a:pt x="4978" y="86297"/>
                    <a:pt x="4978" y="86098"/>
                    <a:pt x="5028" y="85899"/>
                  </a:cubicBezTo>
                  <a:cubicBezTo>
                    <a:pt x="5053" y="85501"/>
                    <a:pt x="5103" y="85127"/>
                    <a:pt x="5153" y="84729"/>
                  </a:cubicBezTo>
                  <a:close/>
                  <a:moveTo>
                    <a:pt x="34798" y="100859"/>
                  </a:moveTo>
                  <a:lnTo>
                    <a:pt x="34798" y="100859"/>
                  </a:lnTo>
                  <a:cubicBezTo>
                    <a:pt x="34773" y="100933"/>
                    <a:pt x="34798" y="100958"/>
                    <a:pt x="34798" y="101008"/>
                  </a:cubicBezTo>
                  <a:lnTo>
                    <a:pt x="34773" y="101008"/>
                  </a:lnTo>
                  <a:cubicBezTo>
                    <a:pt x="34773" y="100958"/>
                    <a:pt x="34723" y="100933"/>
                    <a:pt x="34723" y="100908"/>
                  </a:cubicBezTo>
                  <a:cubicBezTo>
                    <a:pt x="34773" y="100908"/>
                    <a:pt x="34773" y="100908"/>
                    <a:pt x="34798" y="100859"/>
                  </a:cubicBezTo>
                  <a:close/>
                  <a:moveTo>
                    <a:pt x="63566" y="99455"/>
                  </a:moveTo>
                  <a:lnTo>
                    <a:pt x="63566" y="99455"/>
                  </a:lnTo>
                  <a:cubicBezTo>
                    <a:pt x="62717" y="99992"/>
                    <a:pt x="61880" y="100514"/>
                    <a:pt x="61033" y="101014"/>
                  </a:cubicBezTo>
                  <a:lnTo>
                    <a:pt x="61033" y="101014"/>
                  </a:lnTo>
                  <a:cubicBezTo>
                    <a:pt x="61033" y="101012"/>
                    <a:pt x="61033" y="101010"/>
                    <a:pt x="61033" y="101008"/>
                  </a:cubicBezTo>
                  <a:cubicBezTo>
                    <a:pt x="61830" y="100535"/>
                    <a:pt x="62601" y="100037"/>
                    <a:pt x="63423" y="99539"/>
                  </a:cubicBezTo>
                  <a:cubicBezTo>
                    <a:pt x="63472" y="99512"/>
                    <a:pt x="63519" y="99484"/>
                    <a:pt x="63566" y="99455"/>
                  </a:cubicBezTo>
                  <a:close/>
                  <a:moveTo>
                    <a:pt x="13043" y="90603"/>
                  </a:moveTo>
                  <a:cubicBezTo>
                    <a:pt x="13068" y="90603"/>
                    <a:pt x="13068" y="90603"/>
                    <a:pt x="13118" y="90628"/>
                  </a:cubicBezTo>
                  <a:cubicBezTo>
                    <a:pt x="12321" y="94113"/>
                    <a:pt x="12296" y="97697"/>
                    <a:pt x="12993" y="101033"/>
                  </a:cubicBezTo>
                  <a:cubicBezTo>
                    <a:pt x="12944" y="101033"/>
                    <a:pt x="12919" y="101008"/>
                    <a:pt x="12919" y="101008"/>
                  </a:cubicBezTo>
                  <a:cubicBezTo>
                    <a:pt x="12197" y="97672"/>
                    <a:pt x="12271" y="94088"/>
                    <a:pt x="13043" y="90603"/>
                  </a:cubicBezTo>
                  <a:close/>
                  <a:moveTo>
                    <a:pt x="79104" y="98320"/>
                  </a:moveTo>
                  <a:cubicBezTo>
                    <a:pt x="79104" y="98345"/>
                    <a:pt x="79104" y="98394"/>
                    <a:pt x="79129" y="98444"/>
                  </a:cubicBezTo>
                  <a:cubicBezTo>
                    <a:pt x="79154" y="98544"/>
                    <a:pt x="79154" y="98643"/>
                    <a:pt x="79204" y="98718"/>
                  </a:cubicBezTo>
                  <a:cubicBezTo>
                    <a:pt x="79229" y="98842"/>
                    <a:pt x="79229" y="98942"/>
                    <a:pt x="79229" y="99066"/>
                  </a:cubicBezTo>
                  <a:cubicBezTo>
                    <a:pt x="79229" y="99166"/>
                    <a:pt x="79253" y="99266"/>
                    <a:pt x="79253" y="99340"/>
                  </a:cubicBezTo>
                  <a:lnTo>
                    <a:pt x="79253" y="99614"/>
                  </a:lnTo>
                  <a:lnTo>
                    <a:pt x="79253" y="99863"/>
                  </a:lnTo>
                  <a:cubicBezTo>
                    <a:pt x="79253" y="99962"/>
                    <a:pt x="79253" y="100037"/>
                    <a:pt x="79229" y="100137"/>
                  </a:cubicBezTo>
                  <a:cubicBezTo>
                    <a:pt x="79229" y="100211"/>
                    <a:pt x="79229" y="100286"/>
                    <a:pt x="79204" y="100386"/>
                  </a:cubicBezTo>
                  <a:cubicBezTo>
                    <a:pt x="79204" y="100435"/>
                    <a:pt x="79154" y="100485"/>
                    <a:pt x="79154" y="100585"/>
                  </a:cubicBezTo>
                  <a:cubicBezTo>
                    <a:pt x="79154" y="100659"/>
                    <a:pt x="79129" y="100759"/>
                    <a:pt x="79129" y="100809"/>
                  </a:cubicBezTo>
                  <a:cubicBezTo>
                    <a:pt x="79104" y="100809"/>
                    <a:pt x="79079" y="100834"/>
                    <a:pt x="79079" y="100908"/>
                  </a:cubicBezTo>
                  <a:cubicBezTo>
                    <a:pt x="79079" y="100933"/>
                    <a:pt x="79079" y="100933"/>
                    <a:pt x="79029" y="100958"/>
                  </a:cubicBezTo>
                  <a:cubicBezTo>
                    <a:pt x="79005" y="101008"/>
                    <a:pt x="78980" y="101008"/>
                    <a:pt x="78930" y="101033"/>
                  </a:cubicBezTo>
                  <a:cubicBezTo>
                    <a:pt x="78930" y="101008"/>
                    <a:pt x="78930" y="101008"/>
                    <a:pt x="78980" y="100958"/>
                  </a:cubicBezTo>
                  <a:cubicBezTo>
                    <a:pt x="79005" y="100883"/>
                    <a:pt x="79029" y="100809"/>
                    <a:pt x="79079" y="100709"/>
                  </a:cubicBezTo>
                  <a:cubicBezTo>
                    <a:pt x="79079" y="100659"/>
                    <a:pt x="79104" y="100585"/>
                    <a:pt x="79104" y="100535"/>
                  </a:cubicBezTo>
                  <a:cubicBezTo>
                    <a:pt x="79104" y="100460"/>
                    <a:pt x="79129" y="100386"/>
                    <a:pt x="79129" y="100311"/>
                  </a:cubicBezTo>
                  <a:cubicBezTo>
                    <a:pt x="79129" y="100261"/>
                    <a:pt x="79129" y="100162"/>
                    <a:pt x="79154" y="100062"/>
                  </a:cubicBezTo>
                  <a:lnTo>
                    <a:pt x="79154" y="99838"/>
                  </a:lnTo>
                  <a:lnTo>
                    <a:pt x="79154" y="99564"/>
                  </a:lnTo>
                  <a:lnTo>
                    <a:pt x="79154" y="99315"/>
                  </a:lnTo>
                  <a:cubicBezTo>
                    <a:pt x="79154" y="99216"/>
                    <a:pt x="79129" y="99141"/>
                    <a:pt x="79129" y="99017"/>
                  </a:cubicBezTo>
                  <a:cubicBezTo>
                    <a:pt x="79129" y="98917"/>
                    <a:pt x="79104" y="98817"/>
                    <a:pt x="79104" y="98718"/>
                  </a:cubicBezTo>
                  <a:cubicBezTo>
                    <a:pt x="79104" y="98643"/>
                    <a:pt x="79079" y="98519"/>
                    <a:pt x="79029" y="98419"/>
                  </a:cubicBezTo>
                  <a:lnTo>
                    <a:pt x="79029" y="98345"/>
                  </a:lnTo>
                  <a:cubicBezTo>
                    <a:pt x="79079" y="98345"/>
                    <a:pt x="79079" y="98320"/>
                    <a:pt x="79104" y="98320"/>
                  </a:cubicBezTo>
                  <a:close/>
                  <a:moveTo>
                    <a:pt x="3236" y="94287"/>
                  </a:moveTo>
                  <a:cubicBezTo>
                    <a:pt x="3311" y="94287"/>
                    <a:pt x="3311" y="94312"/>
                    <a:pt x="3336" y="94312"/>
                  </a:cubicBezTo>
                  <a:cubicBezTo>
                    <a:pt x="3336" y="94337"/>
                    <a:pt x="3360" y="94337"/>
                    <a:pt x="3360" y="94362"/>
                  </a:cubicBezTo>
                  <a:cubicBezTo>
                    <a:pt x="3659" y="94810"/>
                    <a:pt x="3933" y="95208"/>
                    <a:pt x="4281" y="95607"/>
                  </a:cubicBezTo>
                  <a:lnTo>
                    <a:pt x="4331" y="95681"/>
                  </a:lnTo>
                  <a:cubicBezTo>
                    <a:pt x="4655" y="96079"/>
                    <a:pt x="4978" y="96453"/>
                    <a:pt x="5327" y="96826"/>
                  </a:cubicBezTo>
                  <a:cubicBezTo>
                    <a:pt x="5451" y="97324"/>
                    <a:pt x="5601" y="97797"/>
                    <a:pt x="5775" y="98245"/>
                  </a:cubicBezTo>
                  <a:cubicBezTo>
                    <a:pt x="5800" y="98345"/>
                    <a:pt x="5825" y="98469"/>
                    <a:pt x="5850" y="98593"/>
                  </a:cubicBezTo>
                  <a:cubicBezTo>
                    <a:pt x="6024" y="99041"/>
                    <a:pt x="6173" y="99465"/>
                    <a:pt x="6347" y="99888"/>
                  </a:cubicBezTo>
                  <a:cubicBezTo>
                    <a:pt x="6422" y="100037"/>
                    <a:pt x="6472" y="100162"/>
                    <a:pt x="6522" y="100311"/>
                  </a:cubicBezTo>
                  <a:cubicBezTo>
                    <a:pt x="6646" y="100560"/>
                    <a:pt x="6771" y="100809"/>
                    <a:pt x="6895" y="101083"/>
                  </a:cubicBezTo>
                  <a:cubicBezTo>
                    <a:pt x="6771" y="100908"/>
                    <a:pt x="6646" y="100709"/>
                    <a:pt x="6472" y="100510"/>
                  </a:cubicBezTo>
                  <a:cubicBezTo>
                    <a:pt x="5924" y="99639"/>
                    <a:pt x="4281" y="96926"/>
                    <a:pt x="3410" y="94661"/>
                  </a:cubicBezTo>
                  <a:cubicBezTo>
                    <a:pt x="3336" y="94536"/>
                    <a:pt x="3311" y="94412"/>
                    <a:pt x="3236" y="94287"/>
                  </a:cubicBezTo>
                  <a:close/>
                  <a:moveTo>
                    <a:pt x="85823" y="95956"/>
                  </a:moveTo>
                  <a:cubicBezTo>
                    <a:pt x="85716" y="96047"/>
                    <a:pt x="85609" y="96138"/>
                    <a:pt x="85501" y="96229"/>
                  </a:cubicBezTo>
                  <a:cubicBezTo>
                    <a:pt x="85476" y="96279"/>
                    <a:pt x="85426" y="96303"/>
                    <a:pt x="85377" y="96353"/>
                  </a:cubicBezTo>
                  <a:cubicBezTo>
                    <a:pt x="84854" y="96801"/>
                    <a:pt x="84331" y="97224"/>
                    <a:pt x="83833" y="97648"/>
                  </a:cubicBezTo>
                  <a:cubicBezTo>
                    <a:pt x="83585" y="97822"/>
                    <a:pt x="83361" y="98046"/>
                    <a:pt x="83112" y="98220"/>
                  </a:cubicBezTo>
                  <a:cubicBezTo>
                    <a:pt x="82589" y="98668"/>
                    <a:pt x="82016" y="99091"/>
                    <a:pt x="81469" y="99514"/>
                  </a:cubicBezTo>
                  <a:cubicBezTo>
                    <a:pt x="81071" y="99813"/>
                    <a:pt x="80697" y="100087"/>
                    <a:pt x="80274" y="100386"/>
                  </a:cubicBezTo>
                  <a:lnTo>
                    <a:pt x="79627" y="100834"/>
                  </a:lnTo>
                  <a:cubicBezTo>
                    <a:pt x="79602" y="100883"/>
                    <a:pt x="79552" y="100883"/>
                    <a:pt x="79527" y="100908"/>
                  </a:cubicBezTo>
                  <a:cubicBezTo>
                    <a:pt x="79420" y="100994"/>
                    <a:pt x="79332" y="101043"/>
                    <a:pt x="79230" y="101118"/>
                  </a:cubicBezTo>
                  <a:lnTo>
                    <a:pt x="79230" y="101118"/>
                  </a:lnTo>
                  <a:cubicBezTo>
                    <a:pt x="79232" y="101103"/>
                    <a:pt x="79237" y="101083"/>
                    <a:pt x="79253" y="101083"/>
                  </a:cubicBezTo>
                  <a:cubicBezTo>
                    <a:pt x="79552" y="100883"/>
                    <a:pt x="79851" y="100659"/>
                    <a:pt x="80125" y="100435"/>
                  </a:cubicBezTo>
                  <a:cubicBezTo>
                    <a:pt x="80573" y="100137"/>
                    <a:pt x="80996" y="99813"/>
                    <a:pt x="81394" y="99514"/>
                  </a:cubicBezTo>
                  <a:cubicBezTo>
                    <a:pt x="81718" y="99290"/>
                    <a:pt x="81991" y="99066"/>
                    <a:pt x="82265" y="98842"/>
                  </a:cubicBezTo>
                  <a:cubicBezTo>
                    <a:pt x="83385" y="97996"/>
                    <a:pt x="84853" y="96753"/>
                    <a:pt x="85823" y="95956"/>
                  </a:cubicBezTo>
                  <a:close/>
                  <a:moveTo>
                    <a:pt x="79209" y="101134"/>
                  </a:moveTo>
                  <a:cubicBezTo>
                    <a:pt x="79199" y="101141"/>
                    <a:pt x="79189" y="101149"/>
                    <a:pt x="79179" y="101157"/>
                  </a:cubicBezTo>
                  <a:cubicBezTo>
                    <a:pt x="79179" y="101157"/>
                    <a:pt x="79179" y="101140"/>
                    <a:pt x="79209" y="101134"/>
                  </a:cubicBezTo>
                  <a:close/>
                  <a:moveTo>
                    <a:pt x="60834" y="101107"/>
                  </a:moveTo>
                  <a:lnTo>
                    <a:pt x="60834" y="101207"/>
                  </a:lnTo>
                  <a:cubicBezTo>
                    <a:pt x="60809" y="101207"/>
                    <a:pt x="60809" y="101257"/>
                    <a:pt x="60784" y="101257"/>
                  </a:cubicBezTo>
                  <a:lnTo>
                    <a:pt x="60784" y="101157"/>
                  </a:lnTo>
                  <a:cubicBezTo>
                    <a:pt x="60809" y="101157"/>
                    <a:pt x="60809" y="101107"/>
                    <a:pt x="60834" y="101107"/>
                  </a:cubicBezTo>
                  <a:close/>
                  <a:moveTo>
                    <a:pt x="78835" y="101389"/>
                  </a:moveTo>
                  <a:cubicBezTo>
                    <a:pt x="78826" y="101395"/>
                    <a:pt x="78816" y="101403"/>
                    <a:pt x="78795" y="101405"/>
                  </a:cubicBezTo>
                  <a:lnTo>
                    <a:pt x="78795" y="101405"/>
                  </a:lnTo>
                  <a:cubicBezTo>
                    <a:pt x="78807" y="101400"/>
                    <a:pt x="78820" y="101394"/>
                    <a:pt x="78835" y="101389"/>
                  </a:cubicBezTo>
                  <a:close/>
                  <a:moveTo>
                    <a:pt x="13267" y="90678"/>
                  </a:moveTo>
                  <a:cubicBezTo>
                    <a:pt x="13392" y="90703"/>
                    <a:pt x="13516" y="90728"/>
                    <a:pt x="13640" y="90778"/>
                  </a:cubicBezTo>
                  <a:cubicBezTo>
                    <a:pt x="13192" y="94586"/>
                    <a:pt x="13367" y="98170"/>
                    <a:pt x="14138" y="101406"/>
                  </a:cubicBezTo>
                  <a:cubicBezTo>
                    <a:pt x="13815" y="101307"/>
                    <a:pt x="13516" y="101182"/>
                    <a:pt x="13192" y="101083"/>
                  </a:cubicBezTo>
                  <a:cubicBezTo>
                    <a:pt x="12446" y="97772"/>
                    <a:pt x="12496" y="94188"/>
                    <a:pt x="13267" y="90678"/>
                  </a:cubicBezTo>
                  <a:close/>
                  <a:moveTo>
                    <a:pt x="13790" y="90852"/>
                  </a:moveTo>
                  <a:cubicBezTo>
                    <a:pt x="13815" y="90852"/>
                    <a:pt x="13815" y="90852"/>
                    <a:pt x="13865" y="90877"/>
                  </a:cubicBezTo>
                  <a:cubicBezTo>
                    <a:pt x="13443" y="94672"/>
                    <a:pt x="13565" y="98219"/>
                    <a:pt x="14378" y="101470"/>
                  </a:cubicBezTo>
                  <a:lnTo>
                    <a:pt x="14378" y="101470"/>
                  </a:lnTo>
                  <a:cubicBezTo>
                    <a:pt x="14367" y="101456"/>
                    <a:pt x="14345" y="101456"/>
                    <a:pt x="14313" y="101456"/>
                  </a:cubicBezTo>
                  <a:cubicBezTo>
                    <a:pt x="13541" y="98220"/>
                    <a:pt x="13392" y="94661"/>
                    <a:pt x="13790" y="90852"/>
                  </a:cubicBezTo>
                  <a:close/>
                  <a:moveTo>
                    <a:pt x="78768" y="101419"/>
                  </a:moveTo>
                  <a:lnTo>
                    <a:pt x="78681" y="101506"/>
                  </a:lnTo>
                  <a:lnTo>
                    <a:pt x="78681" y="101456"/>
                  </a:lnTo>
                  <a:cubicBezTo>
                    <a:pt x="78718" y="101443"/>
                    <a:pt x="78743" y="101431"/>
                    <a:pt x="78768" y="101419"/>
                  </a:cubicBezTo>
                  <a:close/>
                  <a:moveTo>
                    <a:pt x="33827" y="99091"/>
                  </a:moveTo>
                  <a:cubicBezTo>
                    <a:pt x="33827" y="99141"/>
                    <a:pt x="33827" y="99141"/>
                    <a:pt x="33852" y="99166"/>
                  </a:cubicBezTo>
                  <a:cubicBezTo>
                    <a:pt x="33678" y="99241"/>
                    <a:pt x="33504" y="99340"/>
                    <a:pt x="33329" y="99440"/>
                  </a:cubicBezTo>
                  <a:cubicBezTo>
                    <a:pt x="33031" y="99589"/>
                    <a:pt x="32707" y="99788"/>
                    <a:pt x="32408" y="99938"/>
                  </a:cubicBezTo>
                  <a:lnTo>
                    <a:pt x="31562" y="100311"/>
                  </a:lnTo>
                  <a:cubicBezTo>
                    <a:pt x="31214" y="100460"/>
                    <a:pt x="30915" y="100610"/>
                    <a:pt x="30566" y="100734"/>
                  </a:cubicBezTo>
                  <a:cubicBezTo>
                    <a:pt x="30318" y="100834"/>
                    <a:pt x="30044" y="100933"/>
                    <a:pt x="29745" y="101033"/>
                  </a:cubicBezTo>
                  <a:cubicBezTo>
                    <a:pt x="29372" y="101157"/>
                    <a:pt x="29048" y="101307"/>
                    <a:pt x="28675" y="101406"/>
                  </a:cubicBezTo>
                  <a:cubicBezTo>
                    <a:pt x="28509" y="101456"/>
                    <a:pt x="28342" y="101495"/>
                    <a:pt x="28161" y="101537"/>
                  </a:cubicBezTo>
                  <a:lnTo>
                    <a:pt x="28161" y="101537"/>
                  </a:lnTo>
                  <a:cubicBezTo>
                    <a:pt x="28330" y="101489"/>
                    <a:pt x="28497" y="101444"/>
                    <a:pt x="28650" y="101406"/>
                  </a:cubicBezTo>
                  <a:cubicBezTo>
                    <a:pt x="28949" y="101307"/>
                    <a:pt x="29222" y="101207"/>
                    <a:pt x="29496" y="101083"/>
                  </a:cubicBezTo>
                  <a:cubicBezTo>
                    <a:pt x="29845" y="100958"/>
                    <a:pt x="30218" y="100834"/>
                    <a:pt x="30566" y="100709"/>
                  </a:cubicBezTo>
                  <a:cubicBezTo>
                    <a:pt x="30815" y="100635"/>
                    <a:pt x="31064" y="100510"/>
                    <a:pt x="31313" y="100386"/>
                  </a:cubicBezTo>
                  <a:cubicBezTo>
                    <a:pt x="31687" y="100211"/>
                    <a:pt x="32060" y="100062"/>
                    <a:pt x="32408" y="99863"/>
                  </a:cubicBezTo>
                  <a:cubicBezTo>
                    <a:pt x="32608" y="99763"/>
                    <a:pt x="32832" y="99614"/>
                    <a:pt x="33056" y="99539"/>
                  </a:cubicBezTo>
                  <a:cubicBezTo>
                    <a:pt x="33304" y="99415"/>
                    <a:pt x="33578" y="99241"/>
                    <a:pt x="33827" y="99091"/>
                  </a:cubicBezTo>
                  <a:close/>
                  <a:moveTo>
                    <a:pt x="78905" y="98494"/>
                  </a:moveTo>
                  <a:cubicBezTo>
                    <a:pt x="78955" y="98593"/>
                    <a:pt x="78955" y="98693"/>
                    <a:pt x="78955" y="98793"/>
                  </a:cubicBezTo>
                  <a:cubicBezTo>
                    <a:pt x="78955" y="98867"/>
                    <a:pt x="78980" y="98967"/>
                    <a:pt x="78980" y="99066"/>
                  </a:cubicBezTo>
                  <a:cubicBezTo>
                    <a:pt x="78980" y="99166"/>
                    <a:pt x="79005" y="99241"/>
                    <a:pt x="79005" y="99340"/>
                  </a:cubicBezTo>
                  <a:lnTo>
                    <a:pt x="79005" y="99589"/>
                  </a:lnTo>
                  <a:lnTo>
                    <a:pt x="79005" y="99838"/>
                  </a:lnTo>
                  <a:lnTo>
                    <a:pt x="79005" y="100062"/>
                  </a:lnTo>
                  <a:cubicBezTo>
                    <a:pt x="79005" y="100112"/>
                    <a:pt x="79005" y="100211"/>
                    <a:pt x="78980" y="100286"/>
                  </a:cubicBezTo>
                  <a:cubicBezTo>
                    <a:pt x="78980" y="100336"/>
                    <a:pt x="78955" y="100410"/>
                    <a:pt x="78955" y="100485"/>
                  </a:cubicBezTo>
                  <a:cubicBezTo>
                    <a:pt x="78905" y="100535"/>
                    <a:pt x="78880" y="100585"/>
                    <a:pt x="78880" y="100659"/>
                  </a:cubicBezTo>
                  <a:cubicBezTo>
                    <a:pt x="78855" y="100709"/>
                    <a:pt x="78830" y="100809"/>
                    <a:pt x="78830" y="100883"/>
                  </a:cubicBezTo>
                  <a:cubicBezTo>
                    <a:pt x="78830" y="100908"/>
                    <a:pt x="78781" y="100933"/>
                    <a:pt x="78781" y="101008"/>
                  </a:cubicBezTo>
                  <a:cubicBezTo>
                    <a:pt x="78756" y="101083"/>
                    <a:pt x="78681" y="101182"/>
                    <a:pt x="78631" y="101282"/>
                  </a:cubicBezTo>
                  <a:cubicBezTo>
                    <a:pt x="78606" y="101331"/>
                    <a:pt x="78532" y="101381"/>
                    <a:pt x="78482" y="101431"/>
                  </a:cubicBezTo>
                  <a:cubicBezTo>
                    <a:pt x="78407" y="101456"/>
                    <a:pt x="78357" y="101531"/>
                    <a:pt x="78308" y="101555"/>
                  </a:cubicBezTo>
                  <a:cubicBezTo>
                    <a:pt x="78127" y="101650"/>
                    <a:pt x="77906" y="101697"/>
                    <a:pt x="77651" y="101697"/>
                  </a:cubicBezTo>
                  <a:cubicBezTo>
                    <a:pt x="77097" y="101697"/>
                    <a:pt x="76379" y="101476"/>
                    <a:pt x="75545" y="101033"/>
                  </a:cubicBezTo>
                  <a:cubicBezTo>
                    <a:pt x="76715" y="100211"/>
                    <a:pt x="77835" y="99365"/>
                    <a:pt x="78905" y="98494"/>
                  </a:cubicBezTo>
                  <a:close/>
                  <a:moveTo>
                    <a:pt x="27535" y="101708"/>
                  </a:moveTo>
                  <a:cubicBezTo>
                    <a:pt x="27457" y="101731"/>
                    <a:pt x="27379" y="101753"/>
                    <a:pt x="27301" y="101774"/>
                  </a:cubicBezTo>
                  <a:lnTo>
                    <a:pt x="27301" y="101774"/>
                  </a:lnTo>
                  <a:cubicBezTo>
                    <a:pt x="27378" y="101750"/>
                    <a:pt x="27456" y="101727"/>
                    <a:pt x="27535" y="101708"/>
                  </a:cubicBezTo>
                  <a:close/>
                  <a:moveTo>
                    <a:pt x="78507" y="101630"/>
                  </a:moveTo>
                  <a:lnTo>
                    <a:pt x="78507" y="101655"/>
                  </a:lnTo>
                  <a:cubicBezTo>
                    <a:pt x="78507" y="101655"/>
                    <a:pt x="78457" y="101705"/>
                    <a:pt x="78382" y="101755"/>
                  </a:cubicBezTo>
                  <a:cubicBezTo>
                    <a:pt x="78357" y="101755"/>
                    <a:pt x="78357" y="101779"/>
                    <a:pt x="78333" y="101779"/>
                  </a:cubicBezTo>
                  <a:cubicBezTo>
                    <a:pt x="78283" y="101779"/>
                    <a:pt x="78258" y="101804"/>
                    <a:pt x="78233" y="101804"/>
                  </a:cubicBezTo>
                  <a:cubicBezTo>
                    <a:pt x="78217" y="101821"/>
                    <a:pt x="78190" y="101826"/>
                    <a:pt x="78159" y="101842"/>
                  </a:cubicBezTo>
                  <a:lnTo>
                    <a:pt x="78159" y="101842"/>
                  </a:lnTo>
                  <a:lnTo>
                    <a:pt x="78382" y="101680"/>
                  </a:lnTo>
                  <a:cubicBezTo>
                    <a:pt x="78407" y="101655"/>
                    <a:pt x="78482" y="101655"/>
                    <a:pt x="78507" y="101630"/>
                  </a:cubicBezTo>
                  <a:close/>
                  <a:moveTo>
                    <a:pt x="75296" y="101107"/>
                  </a:moveTo>
                  <a:cubicBezTo>
                    <a:pt x="75370" y="101157"/>
                    <a:pt x="75395" y="101182"/>
                    <a:pt x="75470" y="101207"/>
                  </a:cubicBezTo>
                  <a:cubicBezTo>
                    <a:pt x="75520" y="101257"/>
                    <a:pt x="75545" y="101282"/>
                    <a:pt x="75619" y="101282"/>
                  </a:cubicBezTo>
                  <a:cubicBezTo>
                    <a:pt x="75719" y="101307"/>
                    <a:pt x="75794" y="101381"/>
                    <a:pt x="75868" y="101406"/>
                  </a:cubicBezTo>
                  <a:cubicBezTo>
                    <a:pt x="75918" y="101431"/>
                    <a:pt x="76018" y="101456"/>
                    <a:pt x="76092" y="101481"/>
                  </a:cubicBezTo>
                  <a:cubicBezTo>
                    <a:pt x="76142" y="101531"/>
                    <a:pt x="76167" y="101531"/>
                    <a:pt x="76242" y="101555"/>
                  </a:cubicBezTo>
                  <a:lnTo>
                    <a:pt x="76515" y="101655"/>
                  </a:lnTo>
                  <a:lnTo>
                    <a:pt x="76540" y="101655"/>
                  </a:lnTo>
                  <a:cubicBezTo>
                    <a:pt x="76914" y="101779"/>
                    <a:pt x="77262" y="101829"/>
                    <a:pt x="77586" y="101829"/>
                  </a:cubicBezTo>
                  <a:cubicBezTo>
                    <a:pt x="77636" y="101829"/>
                    <a:pt x="77710" y="101829"/>
                    <a:pt x="77760" y="101804"/>
                  </a:cubicBezTo>
                  <a:lnTo>
                    <a:pt x="77760" y="101804"/>
                  </a:lnTo>
                  <a:cubicBezTo>
                    <a:pt x="77735" y="101829"/>
                    <a:pt x="77710" y="101829"/>
                    <a:pt x="77660" y="101854"/>
                  </a:cubicBezTo>
                  <a:cubicBezTo>
                    <a:pt x="77574" y="101869"/>
                    <a:pt x="77483" y="101876"/>
                    <a:pt x="77388" y="101876"/>
                  </a:cubicBezTo>
                  <a:cubicBezTo>
                    <a:pt x="76823" y="101876"/>
                    <a:pt x="76102" y="101626"/>
                    <a:pt x="75271" y="101157"/>
                  </a:cubicBezTo>
                  <a:lnTo>
                    <a:pt x="75296" y="101107"/>
                  </a:lnTo>
                  <a:close/>
                  <a:moveTo>
                    <a:pt x="24966" y="91748"/>
                  </a:moveTo>
                  <a:cubicBezTo>
                    <a:pt x="24468" y="95457"/>
                    <a:pt x="24543" y="98917"/>
                    <a:pt x="25339" y="102053"/>
                  </a:cubicBezTo>
                  <a:lnTo>
                    <a:pt x="25265" y="102053"/>
                  </a:lnTo>
                  <a:cubicBezTo>
                    <a:pt x="24493" y="98917"/>
                    <a:pt x="24393" y="95457"/>
                    <a:pt x="24891" y="91748"/>
                  </a:cubicBezTo>
                  <a:close/>
                  <a:moveTo>
                    <a:pt x="32060" y="90379"/>
                  </a:moveTo>
                  <a:cubicBezTo>
                    <a:pt x="32259" y="93242"/>
                    <a:pt x="32856" y="96179"/>
                    <a:pt x="33802" y="98967"/>
                  </a:cubicBezTo>
                  <a:cubicBezTo>
                    <a:pt x="33553" y="99141"/>
                    <a:pt x="33304" y="99266"/>
                    <a:pt x="33056" y="99390"/>
                  </a:cubicBezTo>
                  <a:cubicBezTo>
                    <a:pt x="32807" y="99514"/>
                    <a:pt x="32558" y="99664"/>
                    <a:pt x="32309" y="99788"/>
                  </a:cubicBezTo>
                  <a:cubicBezTo>
                    <a:pt x="31960" y="99938"/>
                    <a:pt x="31612" y="100087"/>
                    <a:pt x="31313" y="100261"/>
                  </a:cubicBezTo>
                  <a:cubicBezTo>
                    <a:pt x="31014" y="100386"/>
                    <a:pt x="30790" y="100510"/>
                    <a:pt x="30492" y="100585"/>
                  </a:cubicBezTo>
                  <a:cubicBezTo>
                    <a:pt x="30168" y="100709"/>
                    <a:pt x="29845" y="100834"/>
                    <a:pt x="29496" y="100958"/>
                  </a:cubicBezTo>
                  <a:cubicBezTo>
                    <a:pt x="29222" y="101058"/>
                    <a:pt x="28924" y="101182"/>
                    <a:pt x="28625" y="101282"/>
                  </a:cubicBezTo>
                  <a:cubicBezTo>
                    <a:pt x="28326" y="101381"/>
                    <a:pt x="27978" y="101456"/>
                    <a:pt x="27679" y="101555"/>
                  </a:cubicBezTo>
                  <a:cubicBezTo>
                    <a:pt x="27355" y="101655"/>
                    <a:pt x="27057" y="101755"/>
                    <a:pt x="26733" y="101804"/>
                  </a:cubicBezTo>
                  <a:lnTo>
                    <a:pt x="25812" y="102004"/>
                  </a:lnTo>
                  <a:cubicBezTo>
                    <a:pt x="25713" y="102028"/>
                    <a:pt x="25638" y="102028"/>
                    <a:pt x="25538" y="102053"/>
                  </a:cubicBezTo>
                  <a:cubicBezTo>
                    <a:pt x="24742" y="98892"/>
                    <a:pt x="24617" y="95432"/>
                    <a:pt x="25140" y="91724"/>
                  </a:cubicBezTo>
                  <a:cubicBezTo>
                    <a:pt x="27355" y="91475"/>
                    <a:pt x="29695" y="91002"/>
                    <a:pt x="32060" y="90379"/>
                  </a:cubicBezTo>
                  <a:close/>
                  <a:moveTo>
                    <a:pt x="25538" y="102103"/>
                  </a:moveTo>
                  <a:cubicBezTo>
                    <a:pt x="25588" y="102128"/>
                    <a:pt x="25638" y="102134"/>
                    <a:pt x="25688" y="102134"/>
                  </a:cubicBezTo>
                  <a:cubicBezTo>
                    <a:pt x="25702" y="102134"/>
                    <a:pt x="25716" y="102134"/>
                    <a:pt x="25730" y="102133"/>
                  </a:cubicBezTo>
                  <a:lnTo>
                    <a:pt x="25730" y="102133"/>
                  </a:lnTo>
                  <a:cubicBezTo>
                    <a:pt x="25662" y="102150"/>
                    <a:pt x="25595" y="102166"/>
                    <a:pt x="25538" y="102178"/>
                  </a:cubicBezTo>
                  <a:lnTo>
                    <a:pt x="25538" y="102153"/>
                  </a:lnTo>
                  <a:lnTo>
                    <a:pt x="25538" y="102103"/>
                  </a:lnTo>
                  <a:close/>
                  <a:moveTo>
                    <a:pt x="33927" y="99365"/>
                  </a:moveTo>
                  <a:cubicBezTo>
                    <a:pt x="34076" y="99838"/>
                    <a:pt x="34275" y="100311"/>
                    <a:pt x="34449" y="100784"/>
                  </a:cubicBezTo>
                  <a:cubicBezTo>
                    <a:pt x="31459" y="101575"/>
                    <a:pt x="28517" y="102145"/>
                    <a:pt x="25771" y="102396"/>
                  </a:cubicBezTo>
                  <a:lnTo>
                    <a:pt x="25771" y="102396"/>
                  </a:lnTo>
                  <a:cubicBezTo>
                    <a:pt x="25797" y="102391"/>
                    <a:pt x="25824" y="102378"/>
                    <a:pt x="25837" y="102352"/>
                  </a:cubicBezTo>
                  <a:lnTo>
                    <a:pt x="26758" y="102178"/>
                  </a:lnTo>
                  <a:lnTo>
                    <a:pt x="27804" y="101904"/>
                  </a:lnTo>
                  <a:cubicBezTo>
                    <a:pt x="28102" y="101804"/>
                    <a:pt x="28376" y="101730"/>
                    <a:pt x="28700" y="101655"/>
                  </a:cubicBezTo>
                  <a:cubicBezTo>
                    <a:pt x="29048" y="101555"/>
                    <a:pt x="29347" y="101431"/>
                    <a:pt x="29695" y="101307"/>
                  </a:cubicBezTo>
                  <a:cubicBezTo>
                    <a:pt x="29994" y="101182"/>
                    <a:pt x="30318" y="101083"/>
                    <a:pt x="30591" y="100958"/>
                  </a:cubicBezTo>
                  <a:cubicBezTo>
                    <a:pt x="30915" y="100834"/>
                    <a:pt x="31189" y="100684"/>
                    <a:pt x="31487" y="100560"/>
                  </a:cubicBezTo>
                  <a:cubicBezTo>
                    <a:pt x="31811" y="100435"/>
                    <a:pt x="32110" y="100286"/>
                    <a:pt x="32433" y="100162"/>
                  </a:cubicBezTo>
                  <a:cubicBezTo>
                    <a:pt x="32707" y="99987"/>
                    <a:pt x="32981" y="99838"/>
                    <a:pt x="33280" y="99714"/>
                  </a:cubicBezTo>
                  <a:cubicBezTo>
                    <a:pt x="33479" y="99589"/>
                    <a:pt x="33703" y="99490"/>
                    <a:pt x="33927" y="99365"/>
                  </a:cubicBezTo>
                  <a:close/>
                  <a:moveTo>
                    <a:pt x="14039" y="90927"/>
                  </a:moveTo>
                  <a:lnTo>
                    <a:pt x="14039" y="90927"/>
                  </a:lnTo>
                  <a:cubicBezTo>
                    <a:pt x="16229" y="91574"/>
                    <a:pt x="18644" y="91948"/>
                    <a:pt x="21282" y="91948"/>
                  </a:cubicBezTo>
                  <a:cubicBezTo>
                    <a:pt x="22377" y="91948"/>
                    <a:pt x="23522" y="91873"/>
                    <a:pt x="24692" y="91748"/>
                  </a:cubicBezTo>
                  <a:lnTo>
                    <a:pt x="24692" y="91748"/>
                  </a:lnTo>
                  <a:cubicBezTo>
                    <a:pt x="24194" y="95457"/>
                    <a:pt x="24269" y="98942"/>
                    <a:pt x="25041" y="102053"/>
                  </a:cubicBezTo>
                  <a:cubicBezTo>
                    <a:pt x="24916" y="102078"/>
                    <a:pt x="24841" y="102128"/>
                    <a:pt x="24717" y="102128"/>
                  </a:cubicBezTo>
                  <a:cubicBezTo>
                    <a:pt x="24418" y="102153"/>
                    <a:pt x="24145" y="102178"/>
                    <a:pt x="23846" y="102203"/>
                  </a:cubicBezTo>
                  <a:cubicBezTo>
                    <a:pt x="23472" y="102252"/>
                    <a:pt x="23099" y="102302"/>
                    <a:pt x="22726" y="102327"/>
                  </a:cubicBezTo>
                  <a:cubicBezTo>
                    <a:pt x="22552" y="102327"/>
                    <a:pt x="22402" y="102327"/>
                    <a:pt x="22253" y="102377"/>
                  </a:cubicBezTo>
                  <a:cubicBezTo>
                    <a:pt x="21780" y="102427"/>
                    <a:pt x="21282" y="102427"/>
                    <a:pt x="20759" y="102427"/>
                  </a:cubicBezTo>
                  <a:cubicBezTo>
                    <a:pt x="20137" y="102427"/>
                    <a:pt x="19540" y="102402"/>
                    <a:pt x="18917" y="102377"/>
                  </a:cubicBezTo>
                  <a:cubicBezTo>
                    <a:pt x="17399" y="102203"/>
                    <a:pt x="15980" y="101929"/>
                    <a:pt x="14611" y="101531"/>
                  </a:cubicBezTo>
                  <a:cubicBezTo>
                    <a:pt x="13790" y="98295"/>
                    <a:pt x="13640" y="94710"/>
                    <a:pt x="14039" y="90927"/>
                  </a:cubicBezTo>
                  <a:close/>
                  <a:moveTo>
                    <a:pt x="6744" y="100357"/>
                  </a:moveTo>
                  <a:lnTo>
                    <a:pt x="6744" y="100357"/>
                  </a:lnTo>
                  <a:cubicBezTo>
                    <a:pt x="6861" y="100590"/>
                    <a:pt x="6977" y="100823"/>
                    <a:pt x="7094" y="101033"/>
                  </a:cubicBezTo>
                  <a:cubicBezTo>
                    <a:pt x="7268" y="101307"/>
                    <a:pt x="7393" y="101580"/>
                    <a:pt x="7542" y="101879"/>
                  </a:cubicBezTo>
                  <a:cubicBezTo>
                    <a:pt x="7660" y="102068"/>
                    <a:pt x="7778" y="102278"/>
                    <a:pt x="7896" y="102469"/>
                  </a:cubicBezTo>
                  <a:lnTo>
                    <a:pt x="7896" y="102469"/>
                  </a:lnTo>
                  <a:cubicBezTo>
                    <a:pt x="7838" y="102403"/>
                    <a:pt x="7772" y="102330"/>
                    <a:pt x="7716" y="102252"/>
                  </a:cubicBezTo>
                  <a:lnTo>
                    <a:pt x="7443" y="101779"/>
                  </a:lnTo>
                  <a:cubicBezTo>
                    <a:pt x="7393" y="101680"/>
                    <a:pt x="7318" y="101555"/>
                    <a:pt x="7293" y="101431"/>
                  </a:cubicBezTo>
                  <a:cubicBezTo>
                    <a:pt x="7099" y="101086"/>
                    <a:pt x="6905" y="100723"/>
                    <a:pt x="6744" y="100357"/>
                  </a:cubicBezTo>
                  <a:close/>
                  <a:moveTo>
                    <a:pt x="25115" y="102252"/>
                  </a:moveTo>
                  <a:lnTo>
                    <a:pt x="25115" y="102302"/>
                  </a:lnTo>
                  <a:cubicBezTo>
                    <a:pt x="24991" y="102327"/>
                    <a:pt x="24866" y="102352"/>
                    <a:pt x="24742" y="102352"/>
                  </a:cubicBezTo>
                  <a:cubicBezTo>
                    <a:pt x="24468" y="102402"/>
                    <a:pt x="24145" y="102427"/>
                    <a:pt x="23871" y="102452"/>
                  </a:cubicBezTo>
                  <a:cubicBezTo>
                    <a:pt x="23771" y="102452"/>
                    <a:pt x="23647" y="102501"/>
                    <a:pt x="23572" y="102501"/>
                  </a:cubicBezTo>
                  <a:cubicBezTo>
                    <a:pt x="23382" y="102501"/>
                    <a:pt x="23207" y="102501"/>
                    <a:pt x="23024" y="102512"/>
                  </a:cubicBezTo>
                  <a:lnTo>
                    <a:pt x="23024" y="102512"/>
                  </a:lnTo>
                  <a:cubicBezTo>
                    <a:pt x="23359" y="102480"/>
                    <a:pt x="23680" y="102423"/>
                    <a:pt x="24020" y="102402"/>
                  </a:cubicBezTo>
                  <a:cubicBezTo>
                    <a:pt x="24269" y="102377"/>
                    <a:pt x="24493" y="102327"/>
                    <a:pt x="24742" y="102302"/>
                  </a:cubicBezTo>
                  <a:cubicBezTo>
                    <a:pt x="24891" y="102302"/>
                    <a:pt x="24991" y="102277"/>
                    <a:pt x="25115" y="102252"/>
                  </a:cubicBezTo>
                  <a:close/>
                  <a:moveTo>
                    <a:pt x="25464" y="102576"/>
                  </a:moveTo>
                  <a:cubicBezTo>
                    <a:pt x="25489" y="102626"/>
                    <a:pt x="25489" y="102651"/>
                    <a:pt x="25489" y="102676"/>
                  </a:cubicBezTo>
                  <a:lnTo>
                    <a:pt x="25439" y="102676"/>
                  </a:lnTo>
                  <a:cubicBezTo>
                    <a:pt x="25439" y="102651"/>
                    <a:pt x="25389" y="102626"/>
                    <a:pt x="25389" y="102576"/>
                  </a:cubicBezTo>
                  <a:close/>
                  <a:moveTo>
                    <a:pt x="34524" y="100958"/>
                  </a:moveTo>
                  <a:cubicBezTo>
                    <a:pt x="34524" y="101008"/>
                    <a:pt x="34549" y="101033"/>
                    <a:pt x="34549" y="101058"/>
                  </a:cubicBezTo>
                  <a:cubicBezTo>
                    <a:pt x="31463" y="101904"/>
                    <a:pt x="28500" y="102427"/>
                    <a:pt x="25663" y="102676"/>
                  </a:cubicBezTo>
                  <a:cubicBezTo>
                    <a:pt x="25663" y="102651"/>
                    <a:pt x="25638" y="102626"/>
                    <a:pt x="25638" y="102576"/>
                  </a:cubicBezTo>
                  <a:cubicBezTo>
                    <a:pt x="28476" y="102327"/>
                    <a:pt x="31438" y="101779"/>
                    <a:pt x="34524" y="100958"/>
                  </a:cubicBezTo>
                  <a:close/>
                  <a:moveTo>
                    <a:pt x="16503" y="102228"/>
                  </a:moveTo>
                  <a:cubicBezTo>
                    <a:pt x="16827" y="102302"/>
                    <a:pt x="17175" y="102327"/>
                    <a:pt x="17524" y="102402"/>
                  </a:cubicBezTo>
                  <a:cubicBezTo>
                    <a:pt x="17573" y="102402"/>
                    <a:pt x="17648" y="102427"/>
                    <a:pt x="17673" y="102427"/>
                  </a:cubicBezTo>
                  <a:cubicBezTo>
                    <a:pt x="18071" y="102476"/>
                    <a:pt x="18519" y="102526"/>
                    <a:pt x="18967" y="102551"/>
                  </a:cubicBezTo>
                  <a:cubicBezTo>
                    <a:pt x="19540" y="102626"/>
                    <a:pt x="20162" y="102676"/>
                    <a:pt x="20784" y="102700"/>
                  </a:cubicBezTo>
                  <a:lnTo>
                    <a:pt x="20759" y="102700"/>
                  </a:lnTo>
                  <a:cubicBezTo>
                    <a:pt x="20386" y="102700"/>
                    <a:pt x="20038" y="102700"/>
                    <a:pt x="19664" y="102676"/>
                  </a:cubicBezTo>
                  <a:cubicBezTo>
                    <a:pt x="19490" y="102676"/>
                    <a:pt x="19291" y="102651"/>
                    <a:pt x="19117" y="102651"/>
                  </a:cubicBezTo>
                  <a:cubicBezTo>
                    <a:pt x="19017" y="102651"/>
                    <a:pt x="18917" y="102651"/>
                    <a:pt x="18818" y="102601"/>
                  </a:cubicBezTo>
                  <a:cubicBezTo>
                    <a:pt x="18021" y="102526"/>
                    <a:pt x="17250" y="102402"/>
                    <a:pt x="16503" y="102228"/>
                  </a:cubicBezTo>
                  <a:close/>
                  <a:moveTo>
                    <a:pt x="25215" y="102626"/>
                  </a:moveTo>
                  <a:cubicBezTo>
                    <a:pt x="25215" y="102651"/>
                    <a:pt x="25240" y="102676"/>
                    <a:pt x="25240" y="102700"/>
                  </a:cubicBezTo>
                  <a:cubicBezTo>
                    <a:pt x="24393" y="102775"/>
                    <a:pt x="23597" y="102800"/>
                    <a:pt x="22776" y="102800"/>
                  </a:cubicBezTo>
                  <a:lnTo>
                    <a:pt x="23622" y="102700"/>
                  </a:lnTo>
                  <a:lnTo>
                    <a:pt x="25215" y="102626"/>
                  </a:lnTo>
                  <a:close/>
                  <a:moveTo>
                    <a:pt x="2593" y="92982"/>
                  </a:moveTo>
                  <a:cubicBezTo>
                    <a:pt x="2596" y="92988"/>
                    <a:pt x="2602" y="92993"/>
                    <a:pt x="2614" y="92993"/>
                  </a:cubicBezTo>
                  <a:cubicBezTo>
                    <a:pt x="2639" y="93068"/>
                    <a:pt x="2688" y="93093"/>
                    <a:pt x="2688" y="93167"/>
                  </a:cubicBezTo>
                  <a:cubicBezTo>
                    <a:pt x="2713" y="93217"/>
                    <a:pt x="2738" y="93267"/>
                    <a:pt x="2763" y="93366"/>
                  </a:cubicBezTo>
                  <a:cubicBezTo>
                    <a:pt x="2937" y="93839"/>
                    <a:pt x="3112" y="94312"/>
                    <a:pt x="3261" y="94710"/>
                  </a:cubicBezTo>
                  <a:cubicBezTo>
                    <a:pt x="4132" y="96976"/>
                    <a:pt x="5800" y="99714"/>
                    <a:pt x="6347" y="100585"/>
                  </a:cubicBezTo>
                  <a:cubicBezTo>
                    <a:pt x="6771" y="101207"/>
                    <a:pt x="7194" y="101804"/>
                    <a:pt x="7567" y="102327"/>
                  </a:cubicBezTo>
                  <a:cubicBezTo>
                    <a:pt x="7642" y="102427"/>
                    <a:pt x="7692" y="102526"/>
                    <a:pt x="7716" y="102651"/>
                  </a:cubicBezTo>
                  <a:lnTo>
                    <a:pt x="7766" y="102651"/>
                  </a:lnTo>
                  <a:cubicBezTo>
                    <a:pt x="7791" y="102700"/>
                    <a:pt x="7816" y="102775"/>
                    <a:pt x="7891" y="102825"/>
                  </a:cubicBezTo>
                  <a:cubicBezTo>
                    <a:pt x="7891" y="102875"/>
                    <a:pt x="7916" y="102875"/>
                    <a:pt x="7916" y="102900"/>
                  </a:cubicBezTo>
                  <a:cubicBezTo>
                    <a:pt x="7841" y="102800"/>
                    <a:pt x="7791" y="102700"/>
                    <a:pt x="7716" y="102651"/>
                  </a:cubicBezTo>
                  <a:cubicBezTo>
                    <a:pt x="7692" y="102626"/>
                    <a:pt x="7667" y="102576"/>
                    <a:pt x="7667" y="102551"/>
                  </a:cubicBezTo>
                  <a:cubicBezTo>
                    <a:pt x="7467" y="102302"/>
                    <a:pt x="7268" y="102028"/>
                    <a:pt x="7069" y="101730"/>
                  </a:cubicBezTo>
                  <a:cubicBezTo>
                    <a:pt x="6820" y="101381"/>
                    <a:pt x="6571" y="101033"/>
                    <a:pt x="6323" y="100659"/>
                  </a:cubicBezTo>
                  <a:cubicBezTo>
                    <a:pt x="6323" y="100659"/>
                    <a:pt x="6323" y="100610"/>
                    <a:pt x="6298" y="100610"/>
                  </a:cubicBezTo>
                  <a:lnTo>
                    <a:pt x="6298" y="100585"/>
                  </a:lnTo>
                  <a:lnTo>
                    <a:pt x="5825" y="99838"/>
                  </a:lnTo>
                  <a:cubicBezTo>
                    <a:pt x="5352" y="99066"/>
                    <a:pt x="4705" y="97921"/>
                    <a:pt x="4107" y="96727"/>
                  </a:cubicBezTo>
                  <a:cubicBezTo>
                    <a:pt x="3983" y="96478"/>
                    <a:pt x="3858" y="96229"/>
                    <a:pt x="3784" y="95980"/>
                  </a:cubicBezTo>
                  <a:cubicBezTo>
                    <a:pt x="3709" y="95831"/>
                    <a:pt x="3609" y="95681"/>
                    <a:pt x="3560" y="95557"/>
                  </a:cubicBezTo>
                  <a:cubicBezTo>
                    <a:pt x="3435" y="95283"/>
                    <a:pt x="3336" y="95034"/>
                    <a:pt x="3211" y="94760"/>
                  </a:cubicBezTo>
                  <a:lnTo>
                    <a:pt x="3211" y="94735"/>
                  </a:lnTo>
                  <a:cubicBezTo>
                    <a:pt x="2989" y="94217"/>
                    <a:pt x="2766" y="93600"/>
                    <a:pt x="2593" y="92982"/>
                  </a:cubicBezTo>
                  <a:close/>
                  <a:moveTo>
                    <a:pt x="43311" y="98170"/>
                  </a:moveTo>
                  <a:cubicBezTo>
                    <a:pt x="42514" y="99589"/>
                    <a:pt x="41543" y="101008"/>
                    <a:pt x="40423" y="102277"/>
                  </a:cubicBezTo>
                  <a:lnTo>
                    <a:pt x="40423" y="102302"/>
                  </a:lnTo>
                  <a:cubicBezTo>
                    <a:pt x="40050" y="102700"/>
                    <a:pt x="39677" y="103124"/>
                    <a:pt x="39303" y="103497"/>
                  </a:cubicBezTo>
                  <a:lnTo>
                    <a:pt x="39179" y="103621"/>
                  </a:lnTo>
                  <a:lnTo>
                    <a:pt x="39054" y="103497"/>
                  </a:lnTo>
                  <a:cubicBezTo>
                    <a:pt x="38781" y="103173"/>
                    <a:pt x="38482" y="102825"/>
                    <a:pt x="38258" y="102501"/>
                  </a:cubicBezTo>
                  <a:cubicBezTo>
                    <a:pt x="38208" y="102452"/>
                    <a:pt x="38183" y="102402"/>
                    <a:pt x="38158" y="102377"/>
                  </a:cubicBezTo>
                  <a:cubicBezTo>
                    <a:pt x="38133" y="102327"/>
                    <a:pt x="38133" y="102302"/>
                    <a:pt x="38084" y="102277"/>
                  </a:cubicBezTo>
                  <a:cubicBezTo>
                    <a:pt x="37810" y="101904"/>
                    <a:pt x="37586" y="101506"/>
                    <a:pt x="37337" y="101083"/>
                  </a:cubicBezTo>
                  <a:cubicBezTo>
                    <a:pt x="37287" y="101008"/>
                    <a:pt x="37237" y="100908"/>
                    <a:pt x="37187" y="100784"/>
                  </a:cubicBezTo>
                  <a:cubicBezTo>
                    <a:pt x="37138" y="100684"/>
                    <a:pt x="37088" y="100585"/>
                    <a:pt x="37063" y="100460"/>
                  </a:cubicBezTo>
                  <a:cubicBezTo>
                    <a:pt x="39104" y="99813"/>
                    <a:pt x="41195" y="99041"/>
                    <a:pt x="43311" y="98170"/>
                  </a:cubicBezTo>
                  <a:close/>
                  <a:moveTo>
                    <a:pt x="36839" y="100560"/>
                  </a:moveTo>
                  <a:lnTo>
                    <a:pt x="36839" y="100560"/>
                  </a:lnTo>
                  <a:cubicBezTo>
                    <a:pt x="36939" y="100709"/>
                    <a:pt x="37038" y="100883"/>
                    <a:pt x="37088" y="101008"/>
                  </a:cubicBezTo>
                  <a:cubicBezTo>
                    <a:pt x="37138" y="101058"/>
                    <a:pt x="37163" y="101083"/>
                    <a:pt x="37163" y="101157"/>
                  </a:cubicBezTo>
                  <a:cubicBezTo>
                    <a:pt x="37163" y="101182"/>
                    <a:pt x="37187" y="101207"/>
                    <a:pt x="37187" y="101207"/>
                  </a:cubicBezTo>
                  <a:cubicBezTo>
                    <a:pt x="37212" y="101282"/>
                    <a:pt x="37237" y="101331"/>
                    <a:pt x="37287" y="101381"/>
                  </a:cubicBezTo>
                  <a:cubicBezTo>
                    <a:pt x="37387" y="101531"/>
                    <a:pt x="37436" y="101655"/>
                    <a:pt x="37536" y="101779"/>
                  </a:cubicBezTo>
                  <a:cubicBezTo>
                    <a:pt x="37536" y="101804"/>
                    <a:pt x="37561" y="101804"/>
                    <a:pt x="37561" y="101829"/>
                  </a:cubicBezTo>
                  <a:cubicBezTo>
                    <a:pt x="37586" y="101879"/>
                    <a:pt x="37586" y="101904"/>
                    <a:pt x="37636" y="101929"/>
                  </a:cubicBezTo>
                  <a:cubicBezTo>
                    <a:pt x="37660" y="101954"/>
                    <a:pt x="37685" y="102028"/>
                    <a:pt x="37710" y="102053"/>
                  </a:cubicBezTo>
                  <a:cubicBezTo>
                    <a:pt x="37785" y="102178"/>
                    <a:pt x="37884" y="102277"/>
                    <a:pt x="37934" y="102402"/>
                  </a:cubicBezTo>
                  <a:cubicBezTo>
                    <a:pt x="37959" y="102427"/>
                    <a:pt x="38009" y="102501"/>
                    <a:pt x="38034" y="102526"/>
                  </a:cubicBezTo>
                  <a:cubicBezTo>
                    <a:pt x="38059" y="102576"/>
                    <a:pt x="38133" y="102651"/>
                    <a:pt x="38158" y="102700"/>
                  </a:cubicBezTo>
                  <a:lnTo>
                    <a:pt x="38258" y="102800"/>
                  </a:lnTo>
                  <a:cubicBezTo>
                    <a:pt x="38283" y="102875"/>
                    <a:pt x="38308" y="102900"/>
                    <a:pt x="38382" y="102949"/>
                  </a:cubicBezTo>
                  <a:cubicBezTo>
                    <a:pt x="38382" y="102949"/>
                    <a:pt x="38382" y="102999"/>
                    <a:pt x="38407" y="102999"/>
                  </a:cubicBezTo>
                  <a:cubicBezTo>
                    <a:pt x="38457" y="103049"/>
                    <a:pt x="38507" y="103124"/>
                    <a:pt x="38557" y="103173"/>
                  </a:cubicBezTo>
                  <a:cubicBezTo>
                    <a:pt x="38631" y="103248"/>
                    <a:pt x="38681" y="103323"/>
                    <a:pt x="38756" y="103397"/>
                  </a:cubicBezTo>
                  <a:lnTo>
                    <a:pt x="38805" y="103447"/>
                  </a:lnTo>
                  <a:cubicBezTo>
                    <a:pt x="38880" y="103522"/>
                    <a:pt x="38930" y="103621"/>
                    <a:pt x="39005" y="103696"/>
                  </a:cubicBezTo>
                  <a:lnTo>
                    <a:pt x="38955" y="103746"/>
                  </a:lnTo>
                  <a:lnTo>
                    <a:pt x="38930" y="103771"/>
                  </a:lnTo>
                  <a:cubicBezTo>
                    <a:pt x="38781" y="103621"/>
                    <a:pt x="38656" y="103447"/>
                    <a:pt x="38532" y="103298"/>
                  </a:cubicBezTo>
                  <a:cubicBezTo>
                    <a:pt x="38432" y="103173"/>
                    <a:pt x="38308" y="103049"/>
                    <a:pt x="38208" y="102900"/>
                  </a:cubicBezTo>
                  <a:cubicBezTo>
                    <a:pt x="38084" y="102750"/>
                    <a:pt x="38009" y="102626"/>
                    <a:pt x="37909" y="102452"/>
                  </a:cubicBezTo>
                  <a:cubicBezTo>
                    <a:pt x="37810" y="102327"/>
                    <a:pt x="37710" y="102203"/>
                    <a:pt x="37636" y="102053"/>
                  </a:cubicBezTo>
                  <a:cubicBezTo>
                    <a:pt x="37511" y="101879"/>
                    <a:pt x="37412" y="101680"/>
                    <a:pt x="37287" y="101506"/>
                  </a:cubicBezTo>
                  <a:cubicBezTo>
                    <a:pt x="37262" y="101431"/>
                    <a:pt x="37187" y="101331"/>
                    <a:pt x="37163" y="101282"/>
                  </a:cubicBezTo>
                  <a:lnTo>
                    <a:pt x="37063" y="101083"/>
                  </a:lnTo>
                  <a:cubicBezTo>
                    <a:pt x="37013" y="100958"/>
                    <a:pt x="36914" y="100784"/>
                    <a:pt x="36839" y="100560"/>
                  </a:cubicBezTo>
                  <a:close/>
                  <a:moveTo>
                    <a:pt x="43784" y="98046"/>
                  </a:moveTo>
                  <a:cubicBezTo>
                    <a:pt x="43759" y="98071"/>
                    <a:pt x="43759" y="98096"/>
                    <a:pt x="43734" y="98145"/>
                  </a:cubicBezTo>
                  <a:cubicBezTo>
                    <a:pt x="43609" y="98345"/>
                    <a:pt x="43460" y="98569"/>
                    <a:pt x="43311" y="98793"/>
                  </a:cubicBezTo>
                  <a:cubicBezTo>
                    <a:pt x="43311" y="98793"/>
                    <a:pt x="43311" y="98817"/>
                    <a:pt x="43286" y="98817"/>
                  </a:cubicBezTo>
                  <a:cubicBezTo>
                    <a:pt x="43161" y="99041"/>
                    <a:pt x="43037" y="99266"/>
                    <a:pt x="42912" y="99440"/>
                  </a:cubicBezTo>
                  <a:lnTo>
                    <a:pt x="42738" y="99714"/>
                  </a:lnTo>
                  <a:cubicBezTo>
                    <a:pt x="42440" y="100162"/>
                    <a:pt x="42141" y="100585"/>
                    <a:pt x="41817" y="101033"/>
                  </a:cubicBezTo>
                  <a:cubicBezTo>
                    <a:pt x="41767" y="101083"/>
                    <a:pt x="41693" y="101182"/>
                    <a:pt x="41643" y="101257"/>
                  </a:cubicBezTo>
                  <a:cubicBezTo>
                    <a:pt x="41295" y="101680"/>
                    <a:pt x="40946" y="102078"/>
                    <a:pt x="40573" y="102526"/>
                  </a:cubicBezTo>
                  <a:cubicBezTo>
                    <a:pt x="40523" y="102576"/>
                    <a:pt x="40448" y="102651"/>
                    <a:pt x="40423" y="102700"/>
                  </a:cubicBezTo>
                  <a:cubicBezTo>
                    <a:pt x="40075" y="103074"/>
                    <a:pt x="39751" y="103447"/>
                    <a:pt x="39378" y="103821"/>
                  </a:cubicBezTo>
                  <a:lnTo>
                    <a:pt x="39328" y="103796"/>
                  </a:lnTo>
                  <a:cubicBezTo>
                    <a:pt x="39303" y="103771"/>
                    <a:pt x="39303" y="103771"/>
                    <a:pt x="39328" y="103746"/>
                  </a:cubicBezTo>
                  <a:cubicBezTo>
                    <a:pt x="39701" y="103373"/>
                    <a:pt x="40075" y="102949"/>
                    <a:pt x="40448" y="102576"/>
                  </a:cubicBezTo>
                  <a:lnTo>
                    <a:pt x="40548" y="102501"/>
                  </a:lnTo>
                  <a:cubicBezTo>
                    <a:pt x="41792" y="101083"/>
                    <a:pt x="42813" y="99639"/>
                    <a:pt x="43684" y="98071"/>
                  </a:cubicBezTo>
                  <a:cubicBezTo>
                    <a:pt x="43734" y="98071"/>
                    <a:pt x="43734" y="98071"/>
                    <a:pt x="43759" y="98046"/>
                  </a:cubicBezTo>
                  <a:close/>
                  <a:moveTo>
                    <a:pt x="39179" y="103821"/>
                  </a:moveTo>
                  <a:cubicBezTo>
                    <a:pt x="39179" y="103895"/>
                    <a:pt x="39179" y="103895"/>
                    <a:pt x="39204" y="103920"/>
                  </a:cubicBezTo>
                  <a:lnTo>
                    <a:pt x="39204" y="103920"/>
                  </a:lnTo>
                  <a:lnTo>
                    <a:pt x="39204" y="103920"/>
                  </a:lnTo>
                  <a:cubicBezTo>
                    <a:pt x="39204" y="103933"/>
                    <a:pt x="39197" y="103939"/>
                    <a:pt x="39194" y="103939"/>
                  </a:cubicBezTo>
                  <a:cubicBezTo>
                    <a:pt x="39191" y="103939"/>
                    <a:pt x="39191" y="103933"/>
                    <a:pt x="39204" y="103920"/>
                  </a:cubicBezTo>
                  <a:lnTo>
                    <a:pt x="39204" y="103920"/>
                  </a:lnTo>
                  <a:lnTo>
                    <a:pt x="39179" y="103945"/>
                  </a:lnTo>
                  <a:lnTo>
                    <a:pt x="39154" y="103920"/>
                  </a:lnTo>
                  <a:cubicBezTo>
                    <a:pt x="39154" y="103920"/>
                    <a:pt x="39154" y="103895"/>
                    <a:pt x="39129" y="103895"/>
                  </a:cubicBezTo>
                  <a:lnTo>
                    <a:pt x="39154" y="103870"/>
                  </a:lnTo>
                  <a:lnTo>
                    <a:pt x="39179" y="103821"/>
                  </a:lnTo>
                  <a:close/>
                  <a:moveTo>
                    <a:pt x="39303" y="104069"/>
                  </a:moveTo>
                  <a:cubicBezTo>
                    <a:pt x="39378" y="104069"/>
                    <a:pt x="39403" y="104119"/>
                    <a:pt x="39403" y="104144"/>
                  </a:cubicBezTo>
                  <a:cubicBezTo>
                    <a:pt x="39627" y="104368"/>
                    <a:pt x="39826" y="104542"/>
                    <a:pt x="40075" y="104766"/>
                  </a:cubicBezTo>
                  <a:cubicBezTo>
                    <a:pt x="40150" y="104816"/>
                    <a:pt x="40199" y="104866"/>
                    <a:pt x="40274" y="104916"/>
                  </a:cubicBezTo>
                  <a:cubicBezTo>
                    <a:pt x="40498" y="105115"/>
                    <a:pt x="40697" y="105264"/>
                    <a:pt x="40946" y="105414"/>
                  </a:cubicBezTo>
                  <a:cubicBezTo>
                    <a:pt x="40958" y="105426"/>
                    <a:pt x="40971" y="105436"/>
                    <a:pt x="40984" y="105446"/>
                  </a:cubicBezTo>
                  <a:lnTo>
                    <a:pt x="40984" y="105446"/>
                  </a:lnTo>
                  <a:cubicBezTo>
                    <a:pt x="40334" y="105064"/>
                    <a:pt x="39787" y="104599"/>
                    <a:pt x="39303" y="104069"/>
                  </a:cubicBezTo>
                  <a:close/>
                  <a:moveTo>
                    <a:pt x="77884" y="102128"/>
                  </a:moveTo>
                  <a:cubicBezTo>
                    <a:pt x="77163" y="102626"/>
                    <a:pt x="76416" y="103074"/>
                    <a:pt x="75719" y="103572"/>
                  </a:cubicBezTo>
                  <a:cubicBezTo>
                    <a:pt x="75669" y="103572"/>
                    <a:pt x="75669" y="103621"/>
                    <a:pt x="75644" y="103621"/>
                  </a:cubicBezTo>
                  <a:cubicBezTo>
                    <a:pt x="75296" y="103821"/>
                    <a:pt x="74997" y="104045"/>
                    <a:pt x="74649" y="104269"/>
                  </a:cubicBezTo>
                  <a:cubicBezTo>
                    <a:pt x="74499" y="104368"/>
                    <a:pt x="74300" y="104493"/>
                    <a:pt x="74151" y="104567"/>
                  </a:cubicBezTo>
                  <a:cubicBezTo>
                    <a:pt x="74101" y="104617"/>
                    <a:pt x="74026" y="104642"/>
                    <a:pt x="73952" y="104692"/>
                  </a:cubicBezTo>
                  <a:cubicBezTo>
                    <a:pt x="73777" y="104816"/>
                    <a:pt x="73603" y="104916"/>
                    <a:pt x="73429" y="105015"/>
                  </a:cubicBezTo>
                  <a:cubicBezTo>
                    <a:pt x="73080" y="105237"/>
                    <a:pt x="72710" y="105450"/>
                    <a:pt x="72347" y="105664"/>
                  </a:cubicBezTo>
                  <a:lnTo>
                    <a:pt x="72347" y="105664"/>
                  </a:lnTo>
                  <a:cubicBezTo>
                    <a:pt x="73812" y="104769"/>
                    <a:pt x="75333" y="103810"/>
                    <a:pt x="76491" y="103024"/>
                  </a:cubicBezTo>
                  <a:cubicBezTo>
                    <a:pt x="76889" y="102750"/>
                    <a:pt x="77287" y="102452"/>
                    <a:pt x="77760" y="102128"/>
                  </a:cubicBezTo>
                  <a:close/>
                  <a:moveTo>
                    <a:pt x="41444" y="105737"/>
                  </a:moveTo>
                  <a:cubicBezTo>
                    <a:pt x="41446" y="105737"/>
                    <a:pt x="41462" y="105738"/>
                    <a:pt x="41467" y="105752"/>
                  </a:cubicBezTo>
                  <a:lnTo>
                    <a:pt x="41467" y="105752"/>
                  </a:lnTo>
                  <a:cubicBezTo>
                    <a:pt x="41459" y="105747"/>
                    <a:pt x="41452" y="105742"/>
                    <a:pt x="41444" y="105737"/>
                  </a:cubicBezTo>
                  <a:close/>
                  <a:moveTo>
                    <a:pt x="68899" y="96154"/>
                  </a:moveTo>
                  <a:lnTo>
                    <a:pt x="68949" y="96204"/>
                  </a:lnTo>
                  <a:cubicBezTo>
                    <a:pt x="69795" y="97075"/>
                    <a:pt x="70641" y="97847"/>
                    <a:pt x="71413" y="98569"/>
                  </a:cubicBezTo>
                  <a:cubicBezTo>
                    <a:pt x="72234" y="99290"/>
                    <a:pt x="72981" y="99888"/>
                    <a:pt x="73678" y="100410"/>
                  </a:cubicBezTo>
                  <a:cubicBezTo>
                    <a:pt x="73603" y="100460"/>
                    <a:pt x="73529" y="100510"/>
                    <a:pt x="73429" y="100560"/>
                  </a:cubicBezTo>
                  <a:cubicBezTo>
                    <a:pt x="73080" y="100759"/>
                    <a:pt x="72782" y="100958"/>
                    <a:pt x="72433" y="101157"/>
                  </a:cubicBezTo>
                  <a:cubicBezTo>
                    <a:pt x="72259" y="101257"/>
                    <a:pt x="72085" y="101331"/>
                    <a:pt x="71911" y="101456"/>
                  </a:cubicBezTo>
                  <a:cubicBezTo>
                    <a:pt x="67804" y="103771"/>
                    <a:pt x="63721" y="105513"/>
                    <a:pt x="59863" y="106608"/>
                  </a:cubicBezTo>
                  <a:cubicBezTo>
                    <a:pt x="60461" y="104916"/>
                    <a:pt x="60834" y="103149"/>
                    <a:pt x="60983" y="101307"/>
                  </a:cubicBezTo>
                  <a:cubicBezTo>
                    <a:pt x="61058" y="101282"/>
                    <a:pt x="61108" y="101257"/>
                    <a:pt x="61183" y="101182"/>
                  </a:cubicBezTo>
                  <a:cubicBezTo>
                    <a:pt x="63398" y="99888"/>
                    <a:pt x="65588" y="98444"/>
                    <a:pt x="67804" y="96901"/>
                  </a:cubicBezTo>
                  <a:cubicBezTo>
                    <a:pt x="68177" y="96627"/>
                    <a:pt x="68525" y="96378"/>
                    <a:pt x="68899" y="96154"/>
                  </a:cubicBezTo>
                  <a:close/>
                  <a:moveTo>
                    <a:pt x="60809" y="101431"/>
                  </a:moveTo>
                  <a:cubicBezTo>
                    <a:pt x="60610" y="103273"/>
                    <a:pt x="60262" y="105015"/>
                    <a:pt x="59689" y="106658"/>
                  </a:cubicBezTo>
                  <a:cubicBezTo>
                    <a:pt x="59652" y="106658"/>
                    <a:pt x="59629" y="106658"/>
                    <a:pt x="59620" y="106668"/>
                  </a:cubicBezTo>
                  <a:lnTo>
                    <a:pt x="59620" y="106668"/>
                  </a:lnTo>
                  <a:cubicBezTo>
                    <a:pt x="60189" y="105029"/>
                    <a:pt x="60561" y="103267"/>
                    <a:pt x="60734" y="101456"/>
                  </a:cubicBezTo>
                  <a:cubicBezTo>
                    <a:pt x="60784" y="101456"/>
                    <a:pt x="60784" y="101431"/>
                    <a:pt x="60809" y="101431"/>
                  </a:cubicBezTo>
                  <a:close/>
                  <a:moveTo>
                    <a:pt x="47468" y="96328"/>
                  </a:moveTo>
                  <a:cubicBezTo>
                    <a:pt x="47891" y="96577"/>
                    <a:pt x="48364" y="96801"/>
                    <a:pt x="48837" y="96976"/>
                  </a:cubicBezTo>
                  <a:cubicBezTo>
                    <a:pt x="47990" y="100510"/>
                    <a:pt x="46397" y="103920"/>
                    <a:pt x="44033" y="106882"/>
                  </a:cubicBezTo>
                  <a:cubicBezTo>
                    <a:pt x="43933" y="106783"/>
                    <a:pt x="43809" y="106733"/>
                    <a:pt x="43659" y="106658"/>
                  </a:cubicBezTo>
                  <a:cubicBezTo>
                    <a:pt x="43410" y="106559"/>
                    <a:pt x="43136" y="106434"/>
                    <a:pt x="42888" y="106359"/>
                  </a:cubicBezTo>
                  <a:cubicBezTo>
                    <a:pt x="42688" y="106260"/>
                    <a:pt x="42514" y="106135"/>
                    <a:pt x="42290" y="106036"/>
                  </a:cubicBezTo>
                  <a:cubicBezTo>
                    <a:pt x="42041" y="105911"/>
                    <a:pt x="41817" y="105787"/>
                    <a:pt x="41618" y="105662"/>
                  </a:cubicBezTo>
                  <a:lnTo>
                    <a:pt x="41568" y="105662"/>
                  </a:lnTo>
                  <a:cubicBezTo>
                    <a:pt x="41394" y="105538"/>
                    <a:pt x="41245" y="105414"/>
                    <a:pt x="41046" y="105289"/>
                  </a:cubicBezTo>
                  <a:lnTo>
                    <a:pt x="40398" y="104816"/>
                  </a:lnTo>
                  <a:cubicBezTo>
                    <a:pt x="40249" y="104692"/>
                    <a:pt x="40075" y="104542"/>
                    <a:pt x="39926" y="104393"/>
                  </a:cubicBezTo>
                  <a:cubicBezTo>
                    <a:pt x="39776" y="104244"/>
                    <a:pt x="39577" y="104119"/>
                    <a:pt x="39428" y="103945"/>
                  </a:cubicBezTo>
                  <a:cubicBezTo>
                    <a:pt x="39801" y="103572"/>
                    <a:pt x="40174" y="103198"/>
                    <a:pt x="40523" y="102800"/>
                  </a:cubicBezTo>
                  <a:lnTo>
                    <a:pt x="40647" y="102676"/>
                  </a:lnTo>
                  <a:cubicBezTo>
                    <a:pt x="41046" y="102203"/>
                    <a:pt x="41419" y="101755"/>
                    <a:pt x="41792" y="101282"/>
                  </a:cubicBezTo>
                  <a:cubicBezTo>
                    <a:pt x="42614" y="100211"/>
                    <a:pt x="43360" y="99091"/>
                    <a:pt x="43983" y="97921"/>
                  </a:cubicBezTo>
                  <a:cubicBezTo>
                    <a:pt x="45128" y="97424"/>
                    <a:pt x="46273" y="96901"/>
                    <a:pt x="47468" y="96328"/>
                  </a:cubicBezTo>
                  <a:close/>
                  <a:moveTo>
                    <a:pt x="73877" y="100535"/>
                  </a:moveTo>
                  <a:lnTo>
                    <a:pt x="73902" y="100560"/>
                  </a:lnTo>
                  <a:cubicBezTo>
                    <a:pt x="73902" y="100560"/>
                    <a:pt x="73927" y="100560"/>
                    <a:pt x="73927" y="100585"/>
                  </a:cubicBezTo>
                  <a:cubicBezTo>
                    <a:pt x="73877" y="100635"/>
                    <a:pt x="73802" y="100684"/>
                    <a:pt x="73753" y="100709"/>
                  </a:cubicBezTo>
                  <a:cubicBezTo>
                    <a:pt x="73529" y="100834"/>
                    <a:pt x="73304" y="100958"/>
                    <a:pt x="73130" y="101083"/>
                  </a:cubicBezTo>
                  <a:lnTo>
                    <a:pt x="72856" y="101282"/>
                  </a:lnTo>
                  <a:cubicBezTo>
                    <a:pt x="72657" y="101406"/>
                    <a:pt x="72433" y="101506"/>
                    <a:pt x="72259" y="101630"/>
                  </a:cubicBezTo>
                  <a:cubicBezTo>
                    <a:pt x="71637" y="101954"/>
                    <a:pt x="71015" y="102302"/>
                    <a:pt x="70417" y="102626"/>
                  </a:cubicBezTo>
                  <a:lnTo>
                    <a:pt x="69870" y="102900"/>
                  </a:lnTo>
                  <a:cubicBezTo>
                    <a:pt x="69421" y="103124"/>
                    <a:pt x="68998" y="103323"/>
                    <a:pt x="68575" y="103547"/>
                  </a:cubicBezTo>
                  <a:cubicBezTo>
                    <a:pt x="68028" y="103821"/>
                    <a:pt x="67505" y="104069"/>
                    <a:pt x="66932" y="104318"/>
                  </a:cubicBezTo>
                  <a:cubicBezTo>
                    <a:pt x="66883" y="104368"/>
                    <a:pt x="66783" y="104393"/>
                    <a:pt x="66708" y="104418"/>
                  </a:cubicBezTo>
                  <a:cubicBezTo>
                    <a:pt x="64418" y="105438"/>
                    <a:pt x="62103" y="106285"/>
                    <a:pt x="59913" y="106907"/>
                  </a:cubicBezTo>
                  <a:lnTo>
                    <a:pt x="59913" y="106882"/>
                  </a:lnTo>
                  <a:lnTo>
                    <a:pt x="59913" y="106857"/>
                  </a:lnTo>
                  <a:cubicBezTo>
                    <a:pt x="59938" y="106783"/>
                    <a:pt x="60038" y="106758"/>
                    <a:pt x="60112" y="106733"/>
                  </a:cubicBezTo>
                  <a:cubicBezTo>
                    <a:pt x="60311" y="106658"/>
                    <a:pt x="60461" y="106633"/>
                    <a:pt x="60635" y="106559"/>
                  </a:cubicBezTo>
                  <a:cubicBezTo>
                    <a:pt x="61083" y="106434"/>
                    <a:pt x="61506" y="106285"/>
                    <a:pt x="61954" y="106135"/>
                  </a:cubicBezTo>
                  <a:cubicBezTo>
                    <a:pt x="61979" y="106135"/>
                    <a:pt x="62004" y="106111"/>
                    <a:pt x="62079" y="106111"/>
                  </a:cubicBezTo>
                  <a:cubicBezTo>
                    <a:pt x="62203" y="106061"/>
                    <a:pt x="62303" y="106036"/>
                    <a:pt x="62427" y="106011"/>
                  </a:cubicBezTo>
                  <a:cubicBezTo>
                    <a:pt x="62925" y="105812"/>
                    <a:pt x="63448" y="105638"/>
                    <a:pt x="63945" y="105438"/>
                  </a:cubicBezTo>
                  <a:cubicBezTo>
                    <a:pt x="63995" y="105414"/>
                    <a:pt x="64095" y="105389"/>
                    <a:pt x="64169" y="105364"/>
                  </a:cubicBezTo>
                  <a:cubicBezTo>
                    <a:pt x="64692" y="105140"/>
                    <a:pt x="65240" y="104916"/>
                    <a:pt x="65787" y="104692"/>
                  </a:cubicBezTo>
                  <a:cubicBezTo>
                    <a:pt x="65837" y="104667"/>
                    <a:pt x="65862" y="104667"/>
                    <a:pt x="65937" y="104642"/>
                  </a:cubicBezTo>
                  <a:cubicBezTo>
                    <a:pt x="66484" y="104393"/>
                    <a:pt x="67032" y="104144"/>
                    <a:pt x="67580" y="103895"/>
                  </a:cubicBezTo>
                  <a:cubicBezTo>
                    <a:pt x="67654" y="103870"/>
                    <a:pt x="67679" y="103870"/>
                    <a:pt x="67729" y="103821"/>
                  </a:cubicBezTo>
                  <a:cubicBezTo>
                    <a:pt x="68276" y="103572"/>
                    <a:pt x="68824" y="103298"/>
                    <a:pt x="69347" y="103024"/>
                  </a:cubicBezTo>
                  <a:lnTo>
                    <a:pt x="69546" y="102924"/>
                  </a:lnTo>
                  <a:cubicBezTo>
                    <a:pt x="70069" y="102676"/>
                    <a:pt x="70566" y="102402"/>
                    <a:pt x="71089" y="102078"/>
                  </a:cubicBezTo>
                  <a:lnTo>
                    <a:pt x="71139" y="102078"/>
                  </a:lnTo>
                  <a:cubicBezTo>
                    <a:pt x="71214" y="102053"/>
                    <a:pt x="71288" y="102004"/>
                    <a:pt x="71388" y="101954"/>
                  </a:cubicBezTo>
                  <a:cubicBezTo>
                    <a:pt x="71637" y="101804"/>
                    <a:pt x="71911" y="101680"/>
                    <a:pt x="72160" y="101531"/>
                  </a:cubicBezTo>
                  <a:cubicBezTo>
                    <a:pt x="72309" y="101431"/>
                    <a:pt x="72458" y="101331"/>
                    <a:pt x="72657" y="101257"/>
                  </a:cubicBezTo>
                  <a:cubicBezTo>
                    <a:pt x="72757" y="101182"/>
                    <a:pt x="72856" y="101157"/>
                    <a:pt x="72906" y="101083"/>
                  </a:cubicBezTo>
                  <a:cubicBezTo>
                    <a:pt x="73006" y="101033"/>
                    <a:pt x="73130" y="100958"/>
                    <a:pt x="73230" y="100908"/>
                  </a:cubicBezTo>
                  <a:lnTo>
                    <a:pt x="73255" y="100883"/>
                  </a:lnTo>
                  <a:cubicBezTo>
                    <a:pt x="73404" y="100784"/>
                    <a:pt x="73529" y="100684"/>
                    <a:pt x="73678" y="100635"/>
                  </a:cubicBezTo>
                  <a:lnTo>
                    <a:pt x="73877" y="100535"/>
                  </a:lnTo>
                  <a:close/>
                  <a:moveTo>
                    <a:pt x="49135" y="96976"/>
                  </a:moveTo>
                  <a:cubicBezTo>
                    <a:pt x="48289" y="100510"/>
                    <a:pt x="46721" y="103920"/>
                    <a:pt x="44381" y="106882"/>
                  </a:cubicBezTo>
                  <a:cubicBezTo>
                    <a:pt x="44366" y="106911"/>
                    <a:pt x="44343" y="106923"/>
                    <a:pt x="44327" y="106923"/>
                  </a:cubicBezTo>
                  <a:cubicBezTo>
                    <a:pt x="44315" y="106923"/>
                    <a:pt x="44306" y="106917"/>
                    <a:pt x="44306" y="106907"/>
                  </a:cubicBezTo>
                  <a:cubicBezTo>
                    <a:pt x="46621" y="103920"/>
                    <a:pt x="48214" y="100485"/>
                    <a:pt x="49085" y="96976"/>
                  </a:cubicBezTo>
                  <a:close/>
                  <a:moveTo>
                    <a:pt x="41519" y="105762"/>
                  </a:moveTo>
                  <a:cubicBezTo>
                    <a:pt x="41668" y="105862"/>
                    <a:pt x="41792" y="105936"/>
                    <a:pt x="41942" y="106036"/>
                  </a:cubicBezTo>
                  <a:lnTo>
                    <a:pt x="42141" y="106135"/>
                  </a:lnTo>
                  <a:cubicBezTo>
                    <a:pt x="42440" y="106310"/>
                    <a:pt x="42763" y="106484"/>
                    <a:pt x="43087" y="106633"/>
                  </a:cubicBezTo>
                  <a:cubicBezTo>
                    <a:pt x="43211" y="106683"/>
                    <a:pt x="43385" y="106758"/>
                    <a:pt x="43535" y="106807"/>
                  </a:cubicBezTo>
                  <a:lnTo>
                    <a:pt x="44008" y="107007"/>
                  </a:lnTo>
                  <a:lnTo>
                    <a:pt x="44008" y="107031"/>
                  </a:lnTo>
                  <a:cubicBezTo>
                    <a:pt x="43096" y="106684"/>
                    <a:pt x="42260" y="106261"/>
                    <a:pt x="41483" y="105762"/>
                  </a:cubicBezTo>
                  <a:close/>
                  <a:moveTo>
                    <a:pt x="9011" y="104169"/>
                  </a:moveTo>
                  <a:lnTo>
                    <a:pt x="9011" y="104169"/>
                  </a:lnTo>
                  <a:cubicBezTo>
                    <a:pt x="9782" y="105065"/>
                    <a:pt x="10305" y="105613"/>
                    <a:pt x="10380" y="105662"/>
                  </a:cubicBezTo>
                  <a:lnTo>
                    <a:pt x="10405" y="105687"/>
                  </a:lnTo>
                  <a:lnTo>
                    <a:pt x="10678" y="105986"/>
                  </a:lnTo>
                  <a:cubicBezTo>
                    <a:pt x="10753" y="106036"/>
                    <a:pt x="10828" y="106135"/>
                    <a:pt x="10927" y="106185"/>
                  </a:cubicBezTo>
                  <a:cubicBezTo>
                    <a:pt x="11258" y="106516"/>
                    <a:pt x="11589" y="106827"/>
                    <a:pt x="11936" y="107153"/>
                  </a:cubicBezTo>
                  <a:lnTo>
                    <a:pt x="11936" y="107153"/>
                  </a:lnTo>
                  <a:cubicBezTo>
                    <a:pt x="11892" y="107121"/>
                    <a:pt x="11845" y="107091"/>
                    <a:pt x="11799" y="107056"/>
                  </a:cubicBezTo>
                  <a:cubicBezTo>
                    <a:pt x="11799" y="107056"/>
                    <a:pt x="11774" y="107031"/>
                    <a:pt x="11749" y="107031"/>
                  </a:cubicBezTo>
                  <a:lnTo>
                    <a:pt x="11599" y="106907"/>
                  </a:lnTo>
                  <a:cubicBezTo>
                    <a:pt x="11400" y="106708"/>
                    <a:pt x="11176" y="106534"/>
                    <a:pt x="10977" y="106310"/>
                  </a:cubicBezTo>
                  <a:cubicBezTo>
                    <a:pt x="10927" y="106260"/>
                    <a:pt x="10853" y="106235"/>
                    <a:pt x="10803" y="106160"/>
                  </a:cubicBezTo>
                  <a:cubicBezTo>
                    <a:pt x="10678" y="106036"/>
                    <a:pt x="10554" y="105911"/>
                    <a:pt x="10405" y="105787"/>
                  </a:cubicBezTo>
                  <a:cubicBezTo>
                    <a:pt x="10330" y="105737"/>
                    <a:pt x="10280" y="105662"/>
                    <a:pt x="10255" y="105613"/>
                  </a:cubicBezTo>
                  <a:cubicBezTo>
                    <a:pt x="10106" y="105488"/>
                    <a:pt x="10031" y="105364"/>
                    <a:pt x="9907" y="105239"/>
                  </a:cubicBezTo>
                  <a:cubicBezTo>
                    <a:pt x="9708" y="105040"/>
                    <a:pt x="9533" y="104816"/>
                    <a:pt x="9384" y="104642"/>
                  </a:cubicBezTo>
                  <a:lnTo>
                    <a:pt x="9285" y="104542"/>
                  </a:lnTo>
                  <a:lnTo>
                    <a:pt x="9011" y="104169"/>
                  </a:lnTo>
                  <a:close/>
                  <a:moveTo>
                    <a:pt x="60685" y="96951"/>
                  </a:moveTo>
                  <a:lnTo>
                    <a:pt x="60685" y="96951"/>
                  </a:lnTo>
                  <a:cubicBezTo>
                    <a:pt x="60784" y="98345"/>
                    <a:pt x="60734" y="99714"/>
                    <a:pt x="60635" y="101083"/>
                  </a:cubicBezTo>
                  <a:cubicBezTo>
                    <a:pt x="56055" y="103696"/>
                    <a:pt x="51525" y="105911"/>
                    <a:pt x="47094" y="107654"/>
                  </a:cubicBezTo>
                  <a:cubicBezTo>
                    <a:pt x="46970" y="107629"/>
                    <a:pt x="46845" y="107604"/>
                    <a:pt x="46721" y="107604"/>
                  </a:cubicBezTo>
                  <a:cubicBezTo>
                    <a:pt x="46397" y="107529"/>
                    <a:pt x="46099" y="107480"/>
                    <a:pt x="45800" y="107405"/>
                  </a:cubicBezTo>
                  <a:lnTo>
                    <a:pt x="45153" y="107231"/>
                  </a:lnTo>
                  <a:cubicBezTo>
                    <a:pt x="44978" y="107156"/>
                    <a:pt x="44754" y="107106"/>
                    <a:pt x="44555" y="107031"/>
                  </a:cubicBezTo>
                  <a:cubicBezTo>
                    <a:pt x="46895" y="104045"/>
                    <a:pt x="48488" y="100610"/>
                    <a:pt x="49334" y="97125"/>
                  </a:cubicBezTo>
                  <a:cubicBezTo>
                    <a:pt x="50778" y="97623"/>
                    <a:pt x="52396" y="97872"/>
                    <a:pt x="54213" y="97872"/>
                  </a:cubicBezTo>
                  <a:cubicBezTo>
                    <a:pt x="56204" y="97872"/>
                    <a:pt x="58370" y="97573"/>
                    <a:pt x="60685" y="96951"/>
                  </a:cubicBezTo>
                  <a:close/>
                  <a:moveTo>
                    <a:pt x="60560" y="101282"/>
                  </a:moveTo>
                  <a:lnTo>
                    <a:pt x="60560" y="101331"/>
                  </a:lnTo>
                  <a:cubicBezTo>
                    <a:pt x="56204" y="103895"/>
                    <a:pt x="51848" y="106036"/>
                    <a:pt x="47542" y="107728"/>
                  </a:cubicBezTo>
                  <a:lnTo>
                    <a:pt x="47418" y="107728"/>
                  </a:lnTo>
                  <a:cubicBezTo>
                    <a:pt x="51749" y="106036"/>
                    <a:pt x="56130" y="103895"/>
                    <a:pt x="60560" y="101282"/>
                  </a:cubicBezTo>
                  <a:close/>
                  <a:moveTo>
                    <a:pt x="44381" y="107156"/>
                  </a:moveTo>
                  <a:cubicBezTo>
                    <a:pt x="44481" y="107181"/>
                    <a:pt x="44530" y="107231"/>
                    <a:pt x="44630" y="107256"/>
                  </a:cubicBezTo>
                  <a:cubicBezTo>
                    <a:pt x="44779" y="107305"/>
                    <a:pt x="44929" y="107355"/>
                    <a:pt x="45103" y="107405"/>
                  </a:cubicBezTo>
                  <a:lnTo>
                    <a:pt x="45750" y="107604"/>
                  </a:lnTo>
                  <a:lnTo>
                    <a:pt x="46223" y="107679"/>
                  </a:lnTo>
                  <a:cubicBezTo>
                    <a:pt x="46422" y="107728"/>
                    <a:pt x="46596" y="107753"/>
                    <a:pt x="46721" y="107778"/>
                  </a:cubicBezTo>
                  <a:cubicBezTo>
                    <a:pt x="46671" y="107778"/>
                    <a:pt x="46671" y="107778"/>
                    <a:pt x="46646" y="107803"/>
                  </a:cubicBezTo>
                  <a:cubicBezTo>
                    <a:pt x="45850" y="107654"/>
                    <a:pt x="45103" y="107480"/>
                    <a:pt x="44356" y="107181"/>
                  </a:cubicBezTo>
                  <a:lnTo>
                    <a:pt x="44381" y="107156"/>
                  </a:lnTo>
                  <a:close/>
                  <a:moveTo>
                    <a:pt x="47163" y="107859"/>
                  </a:moveTo>
                  <a:cubicBezTo>
                    <a:pt x="47175" y="107859"/>
                    <a:pt x="47194" y="107865"/>
                    <a:pt x="47219" y="107878"/>
                  </a:cubicBezTo>
                  <a:cubicBezTo>
                    <a:pt x="47219" y="107878"/>
                    <a:pt x="47169" y="107878"/>
                    <a:pt x="47169" y="107903"/>
                  </a:cubicBezTo>
                  <a:cubicBezTo>
                    <a:pt x="47169" y="107903"/>
                    <a:pt x="47144" y="107903"/>
                    <a:pt x="47144" y="107928"/>
                  </a:cubicBezTo>
                  <a:cubicBezTo>
                    <a:pt x="47119" y="107928"/>
                    <a:pt x="47094" y="107903"/>
                    <a:pt x="47019" y="107903"/>
                  </a:cubicBezTo>
                  <a:lnTo>
                    <a:pt x="47094" y="107903"/>
                  </a:lnTo>
                  <a:cubicBezTo>
                    <a:pt x="47119" y="107903"/>
                    <a:pt x="47119" y="107903"/>
                    <a:pt x="47144" y="107878"/>
                  </a:cubicBezTo>
                  <a:cubicBezTo>
                    <a:pt x="47144" y="107865"/>
                    <a:pt x="47150" y="107859"/>
                    <a:pt x="47163" y="107859"/>
                  </a:cubicBezTo>
                  <a:close/>
                  <a:moveTo>
                    <a:pt x="60535" y="101630"/>
                  </a:moveTo>
                  <a:lnTo>
                    <a:pt x="60535" y="101630"/>
                  </a:lnTo>
                  <a:cubicBezTo>
                    <a:pt x="60336" y="103422"/>
                    <a:pt x="59963" y="105165"/>
                    <a:pt x="59415" y="106758"/>
                  </a:cubicBezTo>
                  <a:cubicBezTo>
                    <a:pt x="57847" y="107131"/>
                    <a:pt x="56329" y="107480"/>
                    <a:pt x="54860" y="107679"/>
                  </a:cubicBezTo>
                  <a:lnTo>
                    <a:pt x="54810" y="107679"/>
                  </a:lnTo>
                  <a:cubicBezTo>
                    <a:pt x="54736" y="107679"/>
                    <a:pt x="54686" y="107728"/>
                    <a:pt x="54586" y="107728"/>
                  </a:cubicBezTo>
                  <a:cubicBezTo>
                    <a:pt x="54238" y="107753"/>
                    <a:pt x="53939" y="107803"/>
                    <a:pt x="53591" y="107853"/>
                  </a:cubicBezTo>
                  <a:cubicBezTo>
                    <a:pt x="53342" y="107878"/>
                    <a:pt x="53118" y="107878"/>
                    <a:pt x="52894" y="107903"/>
                  </a:cubicBezTo>
                  <a:cubicBezTo>
                    <a:pt x="52819" y="107903"/>
                    <a:pt x="52720" y="107903"/>
                    <a:pt x="52620" y="107928"/>
                  </a:cubicBezTo>
                  <a:cubicBezTo>
                    <a:pt x="52496" y="107928"/>
                    <a:pt x="52371" y="107977"/>
                    <a:pt x="52247" y="107977"/>
                  </a:cubicBezTo>
                  <a:cubicBezTo>
                    <a:pt x="51973" y="107977"/>
                    <a:pt x="51649" y="108002"/>
                    <a:pt x="51375" y="108002"/>
                  </a:cubicBezTo>
                  <a:lnTo>
                    <a:pt x="50853" y="108002"/>
                  </a:lnTo>
                  <a:cubicBezTo>
                    <a:pt x="50280" y="108002"/>
                    <a:pt x="49733" y="107977"/>
                    <a:pt x="49160" y="107928"/>
                  </a:cubicBezTo>
                  <a:lnTo>
                    <a:pt x="49135" y="107928"/>
                  </a:lnTo>
                  <a:cubicBezTo>
                    <a:pt x="49011" y="107928"/>
                    <a:pt x="48886" y="107903"/>
                    <a:pt x="48762" y="107903"/>
                  </a:cubicBezTo>
                  <a:cubicBezTo>
                    <a:pt x="48662" y="107903"/>
                    <a:pt x="48588" y="107878"/>
                    <a:pt x="48488" y="107878"/>
                  </a:cubicBezTo>
                  <a:cubicBezTo>
                    <a:pt x="48289" y="107853"/>
                    <a:pt x="48140" y="107853"/>
                    <a:pt x="47965" y="107803"/>
                  </a:cubicBezTo>
                  <a:cubicBezTo>
                    <a:pt x="52072" y="106160"/>
                    <a:pt x="56254" y="104119"/>
                    <a:pt x="60535" y="101630"/>
                  </a:cubicBezTo>
                  <a:close/>
                  <a:moveTo>
                    <a:pt x="59316" y="106957"/>
                  </a:moveTo>
                  <a:lnTo>
                    <a:pt x="59316" y="107007"/>
                  </a:lnTo>
                  <a:lnTo>
                    <a:pt x="59316" y="107031"/>
                  </a:lnTo>
                  <a:cubicBezTo>
                    <a:pt x="58594" y="107206"/>
                    <a:pt x="57847" y="107405"/>
                    <a:pt x="57125" y="107554"/>
                  </a:cubicBezTo>
                  <a:cubicBezTo>
                    <a:pt x="57001" y="107579"/>
                    <a:pt x="56876" y="107579"/>
                    <a:pt x="56752" y="107629"/>
                  </a:cubicBezTo>
                  <a:cubicBezTo>
                    <a:pt x="56155" y="107753"/>
                    <a:pt x="55582" y="107828"/>
                    <a:pt x="54985" y="107928"/>
                  </a:cubicBezTo>
                  <a:cubicBezTo>
                    <a:pt x="54960" y="107928"/>
                    <a:pt x="54910" y="107928"/>
                    <a:pt x="54860" y="107952"/>
                  </a:cubicBezTo>
                  <a:cubicBezTo>
                    <a:pt x="54761" y="107952"/>
                    <a:pt x="54661" y="108002"/>
                    <a:pt x="54611" y="108002"/>
                  </a:cubicBezTo>
                  <a:cubicBezTo>
                    <a:pt x="54263" y="108027"/>
                    <a:pt x="53914" y="108077"/>
                    <a:pt x="53616" y="108127"/>
                  </a:cubicBezTo>
                  <a:cubicBezTo>
                    <a:pt x="53367" y="108152"/>
                    <a:pt x="53143" y="108152"/>
                    <a:pt x="52894" y="108176"/>
                  </a:cubicBezTo>
                  <a:cubicBezTo>
                    <a:pt x="52844" y="108176"/>
                    <a:pt x="52744" y="108176"/>
                    <a:pt x="52670" y="108201"/>
                  </a:cubicBezTo>
                  <a:cubicBezTo>
                    <a:pt x="52520" y="108201"/>
                    <a:pt x="52371" y="108251"/>
                    <a:pt x="52247" y="108251"/>
                  </a:cubicBezTo>
                  <a:cubicBezTo>
                    <a:pt x="51774" y="108276"/>
                    <a:pt x="51301" y="108276"/>
                    <a:pt x="50853" y="108276"/>
                  </a:cubicBezTo>
                  <a:lnTo>
                    <a:pt x="50430" y="108276"/>
                  </a:lnTo>
                  <a:cubicBezTo>
                    <a:pt x="49982" y="108276"/>
                    <a:pt x="49509" y="108251"/>
                    <a:pt x="49061" y="108226"/>
                  </a:cubicBezTo>
                  <a:cubicBezTo>
                    <a:pt x="48986" y="108226"/>
                    <a:pt x="48911" y="108226"/>
                    <a:pt x="48812" y="108176"/>
                  </a:cubicBezTo>
                  <a:cubicBezTo>
                    <a:pt x="48538" y="108152"/>
                    <a:pt x="48289" y="108127"/>
                    <a:pt x="48015" y="108077"/>
                  </a:cubicBezTo>
                  <a:cubicBezTo>
                    <a:pt x="47816" y="108052"/>
                    <a:pt x="47642" y="108052"/>
                    <a:pt x="47492" y="108027"/>
                  </a:cubicBezTo>
                  <a:cubicBezTo>
                    <a:pt x="47517" y="107977"/>
                    <a:pt x="47517" y="107977"/>
                    <a:pt x="47542" y="107928"/>
                  </a:cubicBezTo>
                  <a:cubicBezTo>
                    <a:pt x="47592" y="107928"/>
                    <a:pt x="47592" y="107928"/>
                    <a:pt x="47617" y="107903"/>
                  </a:cubicBezTo>
                  <a:lnTo>
                    <a:pt x="47716" y="107903"/>
                  </a:lnTo>
                  <a:cubicBezTo>
                    <a:pt x="48090" y="107952"/>
                    <a:pt x="48463" y="108002"/>
                    <a:pt x="48837" y="108027"/>
                  </a:cubicBezTo>
                  <a:cubicBezTo>
                    <a:pt x="48911" y="108027"/>
                    <a:pt x="48986" y="108052"/>
                    <a:pt x="49036" y="108052"/>
                  </a:cubicBezTo>
                  <a:lnTo>
                    <a:pt x="49235" y="108052"/>
                  </a:lnTo>
                  <a:cubicBezTo>
                    <a:pt x="49758" y="108102"/>
                    <a:pt x="50280" y="108127"/>
                    <a:pt x="50803" y="108127"/>
                  </a:cubicBezTo>
                  <a:cubicBezTo>
                    <a:pt x="51276" y="108127"/>
                    <a:pt x="51749" y="108077"/>
                    <a:pt x="52222" y="108077"/>
                  </a:cubicBezTo>
                  <a:lnTo>
                    <a:pt x="52247" y="108077"/>
                  </a:lnTo>
                  <a:cubicBezTo>
                    <a:pt x="52346" y="108077"/>
                    <a:pt x="52471" y="108077"/>
                    <a:pt x="52545" y="108052"/>
                  </a:cubicBezTo>
                  <a:cubicBezTo>
                    <a:pt x="52645" y="108052"/>
                    <a:pt x="52744" y="108052"/>
                    <a:pt x="52844" y="108027"/>
                  </a:cubicBezTo>
                  <a:lnTo>
                    <a:pt x="52968" y="108027"/>
                  </a:lnTo>
                  <a:cubicBezTo>
                    <a:pt x="53168" y="108002"/>
                    <a:pt x="53367" y="108002"/>
                    <a:pt x="53591" y="107952"/>
                  </a:cubicBezTo>
                  <a:lnTo>
                    <a:pt x="53616" y="107952"/>
                  </a:lnTo>
                  <a:cubicBezTo>
                    <a:pt x="53765" y="107928"/>
                    <a:pt x="53964" y="107928"/>
                    <a:pt x="54113" y="107903"/>
                  </a:cubicBezTo>
                  <a:cubicBezTo>
                    <a:pt x="54238" y="107878"/>
                    <a:pt x="54387" y="107878"/>
                    <a:pt x="54512" y="107828"/>
                  </a:cubicBezTo>
                  <a:lnTo>
                    <a:pt x="54636" y="107828"/>
                  </a:lnTo>
                  <a:cubicBezTo>
                    <a:pt x="54711" y="107828"/>
                    <a:pt x="54810" y="107803"/>
                    <a:pt x="54860" y="107803"/>
                  </a:cubicBezTo>
                  <a:lnTo>
                    <a:pt x="55607" y="107704"/>
                  </a:lnTo>
                  <a:lnTo>
                    <a:pt x="55657" y="107704"/>
                  </a:lnTo>
                  <a:cubicBezTo>
                    <a:pt x="55731" y="107704"/>
                    <a:pt x="55781" y="107679"/>
                    <a:pt x="55856" y="107679"/>
                  </a:cubicBezTo>
                  <a:cubicBezTo>
                    <a:pt x="56329" y="107579"/>
                    <a:pt x="56777" y="107529"/>
                    <a:pt x="57250" y="107430"/>
                  </a:cubicBezTo>
                  <a:cubicBezTo>
                    <a:pt x="57349" y="107405"/>
                    <a:pt x="57474" y="107380"/>
                    <a:pt x="57573" y="107380"/>
                  </a:cubicBezTo>
                  <a:cubicBezTo>
                    <a:pt x="57648" y="107330"/>
                    <a:pt x="57772" y="107305"/>
                    <a:pt x="57872" y="107305"/>
                  </a:cubicBezTo>
                  <a:cubicBezTo>
                    <a:pt x="57947" y="107305"/>
                    <a:pt x="57972" y="107280"/>
                    <a:pt x="58021" y="107280"/>
                  </a:cubicBezTo>
                  <a:cubicBezTo>
                    <a:pt x="58345" y="107206"/>
                    <a:pt x="58619" y="107156"/>
                    <a:pt x="58942" y="107056"/>
                  </a:cubicBezTo>
                  <a:lnTo>
                    <a:pt x="59316" y="106957"/>
                  </a:lnTo>
                  <a:close/>
                  <a:moveTo>
                    <a:pt x="44232" y="107380"/>
                  </a:moveTo>
                  <a:cubicBezTo>
                    <a:pt x="44257" y="107380"/>
                    <a:pt x="44281" y="107405"/>
                    <a:pt x="44306" y="107405"/>
                  </a:cubicBezTo>
                  <a:cubicBezTo>
                    <a:pt x="44381" y="107430"/>
                    <a:pt x="44431" y="107430"/>
                    <a:pt x="44505" y="107480"/>
                  </a:cubicBezTo>
                  <a:cubicBezTo>
                    <a:pt x="44879" y="107604"/>
                    <a:pt x="45252" y="107679"/>
                    <a:pt x="45626" y="107778"/>
                  </a:cubicBezTo>
                  <a:cubicBezTo>
                    <a:pt x="45725" y="107803"/>
                    <a:pt x="45850" y="107853"/>
                    <a:pt x="45924" y="107853"/>
                  </a:cubicBezTo>
                  <a:cubicBezTo>
                    <a:pt x="46024" y="107878"/>
                    <a:pt x="46148" y="107903"/>
                    <a:pt x="46248" y="107928"/>
                  </a:cubicBezTo>
                  <a:cubicBezTo>
                    <a:pt x="45003" y="108400"/>
                    <a:pt x="43759" y="108799"/>
                    <a:pt x="42539" y="109172"/>
                  </a:cubicBezTo>
                  <a:cubicBezTo>
                    <a:pt x="43161" y="108625"/>
                    <a:pt x="43734" y="108027"/>
                    <a:pt x="44232" y="107380"/>
                  </a:cubicBezTo>
                  <a:close/>
                  <a:moveTo>
                    <a:pt x="43983" y="107280"/>
                  </a:moveTo>
                  <a:cubicBezTo>
                    <a:pt x="44008" y="107280"/>
                    <a:pt x="44008" y="107305"/>
                    <a:pt x="44033" y="107305"/>
                  </a:cubicBezTo>
                  <a:cubicBezTo>
                    <a:pt x="43435" y="108027"/>
                    <a:pt x="42813" y="108724"/>
                    <a:pt x="42191" y="109346"/>
                  </a:cubicBezTo>
                  <a:cubicBezTo>
                    <a:pt x="42166" y="109346"/>
                    <a:pt x="42091" y="109371"/>
                    <a:pt x="42066" y="109371"/>
                  </a:cubicBezTo>
                  <a:cubicBezTo>
                    <a:pt x="42738" y="108724"/>
                    <a:pt x="43385" y="108027"/>
                    <a:pt x="43983" y="107280"/>
                  </a:cubicBezTo>
                  <a:close/>
                  <a:moveTo>
                    <a:pt x="46621" y="108027"/>
                  </a:moveTo>
                  <a:cubicBezTo>
                    <a:pt x="46646" y="108027"/>
                    <a:pt x="46671" y="108027"/>
                    <a:pt x="46721" y="108052"/>
                  </a:cubicBezTo>
                  <a:cubicBezTo>
                    <a:pt x="45178" y="108649"/>
                    <a:pt x="43659" y="109147"/>
                    <a:pt x="42166" y="109620"/>
                  </a:cubicBezTo>
                  <a:cubicBezTo>
                    <a:pt x="42240" y="109595"/>
                    <a:pt x="42240" y="109545"/>
                    <a:pt x="42265" y="109521"/>
                  </a:cubicBezTo>
                  <a:cubicBezTo>
                    <a:pt x="43684" y="109097"/>
                    <a:pt x="45153" y="108600"/>
                    <a:pt x="46621" y="108027"/>
                  </a:cubicBezTo>
                  <a:close/>
                  <a:moveTo>
                    <a:pt x="5924" y="97424"/>
                  </a:moveTo>
                  <a:lnTo>
                    <a:pt x="5949" y="97448"/>
                  </a:lnTo>
                  <a:cubicBezTo>
                    <a:pt x="6074" y="97548"/>
                    <a:pt x="6173" y="97672"/>
                    <a:pt x="6298" y="97772"/>
                  </a:cubicBezTo>
                  <a:cubicBezTo>
                    <a:pt x="6422" y="97897"/>
                    <a:pt x="6547" y="97971"/>
                    <a:pt x="6671" y="98096"/>
                  </a:cubicBezTo>
                  <a:cubicBezTo>
                    <a:pt x="6795" y="98220"/>
                    <a:pt x="6945" y="98320"/>
                    <a:pt x="7069" y="98419"/>
                  </a:cubicBezTo>
                  <a:cubicBezTo>
                    <a:pt x="7194" y="98519"/>
                    <a:pt x="7318" y="98593"/>
                    <a:pt x="7418" y="98693"/>
                  </a:cubicBezTo>
                  <a:cubicBezTo>
                    <a:pt x="7567" y="98817"/>
                    <a:pt x="7716" y="98917"/>
                    <a:pt x="7866" y="99041"/>
                  </a:cubicBezTo>
                  <a:cubicBezTo>
                    <a:pt x="7965" y="99091"/>
                    <a:pt x="8090" y="99191"/>
                    <a:pt x="8189" y="99266"/>
                  </a:cubicBezTo>
                  <a:cubicBezTo>
                    <a:pt x="8364" y="99390"/>
                    <a:pt x="8563" y="99514"/>
                    <a:pt x="8737" y="99589"/>
                  </a:cubicBezTo>
                  <a:cubicBezTo>
                    <a:pt x="8837" y="99664"/>
                    <a:pt x="8936" y="99714"/>
                    <a:pt x="9036" y="99763"/>
                  </a:cubicBezTo>
                  <a:cubicBezTo>
                    <a:pt x="9210" y="99888"/>
                    <a:pt x="9434" y="100012"/>
                    <a:pt x="9658" y="100087"/>
                  </a:cubicBezTo>
                  <a:cubicBezTo>
                    <a:pt x="9708" y="100137"/>
                    <a:pt x="9807" y="100186"/>
                    <a:pt x="9907" y="100211"/>
                  </a:cubicBezTo>
                  <a:cubicBezTo>
                    <a:pt x="10106" y="100336"/>
                    <a:pt x="10330" y="100435"/>
                    <a:pt x="10579" y="100560"/>
                  </a:cubicBezTo>
                  <a:cubicBezTo>
                    <a:pt x="10654" y="100585"/>
                    <a:pt x="10703" y="100635"/>
                    <a:pt x="10803" y="100659"/>
                  </a:cubicBezTo>
                  <a:cubicBezTo>
                    <a:pt x="11052" y="100784"/>
                    <a:pt x="11301" y="100883"/>
                    <a:pt x="11525" y="101008"/>
                  </a:cubicBezTo>
                  <a:cubicBezTo>
                    <a:pt x="11575" y="101033"/>
                    <a:pt x="11649" y="101058"/>
                    <a:pt x="11699" y="101058"/>
                  </a:cubicBezTo>
                  <a:cubicBezTo>
                    <a:pt x="11948" y="101157"/>
                    <a:pt x="12197" y="101282"/>
                    <a:pt x="12471" y="101381"/>
                  </a:cubicBezTo>
                  <a:cubicBezTo>
                    <a:pt x="12545" y="101406"/>
                    <a:pt x="12595" y="101406"/>
                    <a:pt x="12645" y="101431"/>
                  </a:cubicBezTo>
                  <a:cubicBezTo>
                    <a:pt x="12695" y="101456"/>
                    <a:pt x="12769" y="101456"/>
                    <a:pt x="12819" y="101506"/>
                  </a:cubicBezTo>
                  <a:cubicBezTo>
                    <a:pt x="13541" y="104567"/>
                    <a:pt x="14910" y="107405"/>
                    <a:pt x="16926" y="109745"/>
                  </a:cubicBezTo>
                  <a:cubicBezTo>
                    <a:pt x="16777" y="109670"/>
                    <a:pt x="16578" y="109620"/>
                    <a:pt x="16428" y="109545"/>
                  </a:cubicBezTo>
                  <a:cubicBezTo>
                    <a:pt x="16105" y="109396"/>
                    <a:pt x="15756" y="109247"/>
                    <a:pt x="15408" y="109048"/>
                  </a:cubicBezTo>
                  <a:cubicBezTo>
                    <a:pt x="15234" y="108973"/>
                    <a:pt x="15059" y="108898"/>
                    <a:pt x="14885" y="108799"/>
                  </a:cubicBezTo>
                  <a:lnTo>
                    <a:pt x="13939" y="108251"/>
                  </a:lnTo>
                  <a:cubicBezTo>
                    <a:pt x="13790" y="108152"/>
                    <a:pt x="13616" y="108052"/>
                    <a:pt x="13441" y="107928"/>
                  </a:cubicBezTo>
                  <a:cubicBezTo>
                    <a:pt x="13168" y="107778"/>
                    <a:pt x="12894" y="107554"/>
                    <a:pt x="12620" y="107355"/>
                  </a:cubicBezTo>
                  <a:lnTo>
                    <a:pt x="12147" y="106982"/>
                  </a:lnTo>
                  <a:cubicBezTo>
                    <a:pt x="11898" y="106758"/>
                    <a:pt x="11649" y="106534"/>
                    <a:pt x="11375" y="106310"/>
                  </a:cubicBezTo>
                  <a:cubicBezTo>
                    <a:pt x="11201" y="106185"/>
                    <a:pt x="11052" y="106036"/>
                    <a:pt x="10927" y="105911"/>
                  </a:cubicBezTo>
                  <a:lnTo>
                    <a:pt x="10878" y="105862"/>
                  </a:lnTo>
                  <a:cubicBezTo>
                    <a:pt x="10654" y="105638"/>
                    <a:pt x="10430" y="105414"/>
                    <a:pt x="10206" y="105165"/>
                  </a:cubicBezTo>
                  <a:cubicBezTo>
                    <a:pt x="10056" y="105015"/>
                    <a:pt x="9907" y="104816"/>
                    <a:pt x="9757" y="104667"/>
                  </a:cubicBezTo>
                  <a:cubicBezTo>
                    <a:pt x="9558" y="104418"/>
                    <a:pt x="9334" y="104169"/>
                    <a:pt x="9160" y="103945"/>
                  </a:cubicBezTo>
                  <a:cubicBezTo>
                    <a:pt x="9011" y="103771"/>
                    <a:pt x="8837" y="103547"/>
                    <a:pt x="8712" y="103373"/>
                  </a:cubicBezTo>
                  <a:cubicBezTo>
                    <a:pt x="8563" y="103124"/>
                    <a:pt x="8388" y="102875"/>
                    <a:pt x="8214" y="102626"/>
                  </a:cubicBezTo>
                  <a:cubicBezTo>
                    <a:pt x="8065" y="102402"/>
                    <a:pt x="7940" y="102178"/>
                    <a:pt x="7816" y="101929"/>
                  </a:cubicBezTo>
                  <a:cubicBezTo>
                    <a:pt x="7667" y="101680"/>
                    <a:pt x="7542" y="101431"/>
                    <a:pt x="7418" y="101157"/>
                  </a:cubicBezTo>
                  <a:cubicBezTo>
                    <a:pt x="7293" y="100908"/>
                    <a:pt x="7169" y="100659"/>
                    <a:pt x="7044" y="100386"/>
                  </a:cubicBezTo>
                  <a:cubicBezTo>
                    <a:pt x="6920" y="100137"/>
                    <a:pt x="6820" y="99838"/>
                    <a:pt x="6696" y="99564"/>
                  </a:cubicBezTo>
                  <a:cubicBezTo>
                    <a:pt x="6571" y="99290"/>
                    <a:pt x="6472" y="99017"/>
                    <a:pt x="6347" y="98718"/>
                  </a:cubicBezTo>
                  <a:lnTo>
                    <a:pt x="6074" y="97897"/>
                  </a:lnTo>
                  <a:cubicBezTo>
                    <a:pt x="6024" y="97722"/>
                    <a:pt x="5974" y="97573"/>
                    <a:pt x="5924" y="97424"/>
                  </a:cubicBezTo>
                  <a:close/>
                  <a:moveTo>
                    <a:pt x="41892" y="109645"/>
                  </a:moveTo>
                  <a:lnTo>
                    <a:pt x="41792" y="109745"/>
                  </a:lnTo>
                  <a:cubicBezTo>
                    <a:pt x="41743" y="109745"/>
                    <a:pt x="41693" y="109770"/>
                    <a:pt x="41643" y="109770"/>
                  </a:cubicBezTo>
                  <a:lnTo>
                    <a:pt x="41743" y="109670"/>
                  </a:lnTo>
                  <a:cubicBezTo>
                    <a:pt x="41792" y="109670"/>
                    <a:pt x="41817" y="109645"/>
                    <a:pt x="41892" y="109645"/>
                  </a:cubicBezTo>
                  <a:close/>
                  <a:moveTo>
                    <a:pt x="36665" y="100635"/>
                  </a:moveTo>
                  <a:lnTo>
                    <a:pt x="36939" y="101182"/>
                  </a:lnTo>
                  <a:cubicBezTo>
                    <a:pt x="36963" y="101207"/>
                    <a:pt x="36963" y="101257"/>
                    <a:pt x="37013" y="101282"/>
                  </a:cubicBezTo>
                  <a:cubicBezTo>
                    <a:pt x="37038" y="101331"/>
                    <a:pt x="37063" y="101406"/>
                    <a:pt x="37138" y="101506"/>
                  </a:cubicBezTo>
                  <a:cubicBezTo>
                    <a:pt x="37212" y="101655"/>
                    <a:pt x="37312" y="101829"/>
                    <a:pt x="37436" y="102004"/>
                  </a:cubicBezTo>
                  <a:cubicBezTo>
                    <a:pt x="37436" y="102028"/>
                    <a:pt x="37461" y="102028"/>
                    <a:pt x="37461" y="102053"/>
                  </a:cubicBezTo>
                  <a:cubicBezTo>
                    <a:pt x="37511" y="102128"/>
                    <a:pt x="37536" y="102178"/>
                    <a:pt x="37561" y="102203"/>
                  </a:cubicBezTo>
                  <a:cubicBezTo>
                    <a:pt x="37586" y="102277"/>
                    <a:pt x="37636" y="102327"/>
                    <a:pt x="37685" y="102402"/>
                  </a:cubicBezTo>
                  <a:cubicBezTo>
                    <a:pt x="37909" y="102700"/>
                    <a:pt x="38084" y="102999"/>
                    <a:pt x="38332" y="103273"/>
                  </a:cubicBezTo>
                  <a:cubicBezTo>
                    <a:pt x="38382" y="103323"/>
                    <a:pt x="38432" y="103373"/>
                    <a:pt x="38457" y="103397"/>
                  </a:cubicBezTo>
                  <a:cubicBezTo>
                    <a:pt x="38581" y="103547"/>
                    <a:pt x="38756" y="103696"/>
                    <a:pt x="38880" y="103870"/>
                  </a:cubicBezTo>
                  <a:lnTo>
                    <a:pt x="38955" y="103945"/>
                  </a:lnTo>
                  <a:cubicBezTo>
                    <a:pt x="39005" y="103995"/>
                    <a:pt x="39029" y="104020"/>
                    <a:pt x="39029" y="104045"/>
                  </a:cubicBezTo>
                  <a:lnTo>
                    <a:pt x="39278" y="104293"/>
                  </a:lnTo>
                  <a:cubicBezTo>
                    <a:pt x="39428" y="104443"/>
                    <a:pt x="39627" y="104617"/>
                    <a:pt x="39801" y="104766"/>
                  </a:cubicBezTo>
                  <a:cubicBezTo>
                    <a:pt x="39901" y="104866"/>
                    <a:pt x="40000" y="104941"/>
                    <a:pt x="40125" y="105015"/>
                  </a:cubicBezTo>
                  <a:cubicBezTo>
                    <a:pt x="40299" y="105165"/>
                    <a:pt x="40498" y="105314"/>
                    <a:pt x="40697" y="105438"/>
                  </a:cubicBezTo>
                  <a:cubicBezTo>
                    <a:pt x="40822" y="105538"/>
                    <a:pt x="40996" y="105638"/>
                    <a:pt x="41145" y="105762"/>
                  </a:cubicBezTo>
                  <a:cubicBezTo>
                    <a:pt x="41369" y="105911"/>
                    <a:pt x="41568" y="106036"/>
                    <a:pt x="41817" y="106185"/>
                  </a:cubicBezTo>
                  <a:cubicBezTo>
                    <a:pt x="41991" y="106285"/>
                    <a:pt x="42166" y="106384"/>
                    <a:pt x="42315" y="106484"/>
                  </a:cubicBezTo>
                  <a:cubicBezTo>
                    <a:pt x="42489" y="106534"/>
                    <a:pt x="42614" y="106633"/>
                    <a:pt x="42763" y="106683"/>
                  </a:cubicBezTo>
                  <a:cubicBezTo>
                    <a:pt x="42937" y="106783"/>
                    <a:pt x="43136" y="106882"/>
                    <a:pt x="43311" y="106932"/>
                  </a:cubicBezTo>
                  <a:cubicBezTo>
                    <a:pt x="43435" y="107007"/>
                    <a:pt x="43560" y="107031"/>
                    <a:pt x="43734" y="107106"/>
                  </a:cubicBezTo>
                  <a:cubicBezTo>
                    <a:pt x="43759" y="107131"/>
                    <a:pt x="43809" y="107131"/>
                    <a:pt x="43858" y="107156"/>
                  </a:cubicBezTo>
                  <a:cubicBezTo>
                    <a:pt x="43136" y="108027"/>
                    <a:pt x="42415" y="108774"/>
                    <a:pt x="41668" y="109496"/>
                  </a:cubicBezTo>
                  <a:cubicBezTo>
                    <a:pt x="41295" y="109620"/>
                    <a:pt x="40921" y="109720"/>
                    <a:pt x="40548" y="109794"/>
                  </a:cubicBezTo>
                  <a:cubicBezTo>
                    <a:pt x="38283" y="107405"/>
                    <a:pt x="36416" y="104393"/>
                    <a:pt x="35047" y="101083"/>
                  </a:cubicBezTo>
                  <a:cubicBezTo>
                    <a:pt x="35570" y="100933"/>
                    <a:pt x="36092" y="100784"/>
                    <a:pt x="36665" y="100635"/>
                  </a:cubicBezTo>
                  <a:close/>
                  <a:moveTo>
                    <a:pt x="34848" y="101157"/>
                  </a:moveTo>
                  <a:cubicBezTo>
                    <a:pt x="36217" y="104443"/>
                    <a:pt x="38059" y="107480"/>
                    <a:pt x="40349" y="109869"/>
                  </a:cubicBezTo>
                  <a:cubicBezTo>
                    <a:pt x="40324" y="109869"/>
                    <a:pt x="40324" y="109869"/>
                    <a:pt x="40299" y="109894"/>
                  </a:cubicBezTo>
                  <a:cubicBezTo>
                    <a:pt x="38034" y="107480"/>
                    <a:pt x="36167" y="104443"/>
                    <a:pt x="34798" y="101182"/>
                  </a:cubicBezTo>
                  <a:cubicBezTo>
                    <a:pt x="34823" y="101182"/>
                    <a:pt x="34823" y="101182"/>
                    <a:pt x="34848" y="101157"/>
                  </a:cubicBezTo>
                  <a:close/>
                  <a:moveTo>
                    <a:pt x="13043" y="101630"/>
                  </a:moveTo>
                  <a:lnTo>
                    <a:pt x="13043" y="101630"/>
                  </a:lnTo>
                  <a:cubicBezTo>
                    <a:pt x="13068" y="101655"/>
                    <a:pt x="13118" y="101655"/>
                    <a:pt x="13118" y="101655"/>
                  </a:cubicBezTo>
                  <a:cubicBezTo>
                    <a:pt x="13889" y="104791"/>
                    <a:pt x="15308" y="107679"/>
                    <a:pt x="17474" y="110018"/>
                  </a:cubicBezTo>
                  <a:cubicBezTo>
                    <a:pt x="17424" y="109994"/>
                    <a:pt x="17374" y="109994"/>
                    <a:pt x="17349" y="109969"/>
                  </a:cubicBezTo>
                  <a:cubicBezTo>
                    <a:pt x="15234" y="107629"/>
                    <a:pt x="13815" y="104766"/>
                    <a:pt x="13043" y="101630"/>
                  </a:cubicBezTo>
                  <a:close/>
                  <a:moveTo>
                    <a:pt x="41319" y="109794"/>
                  </a:moveTo>
                  <a:lnTo>
                    <a:pt x="41245" y="109894"/>
                  </a:lnTo>
                  <a:cubicBezTo>
                    <a:pt x="41071" y="109919"/>
                    <a:pt x="40921" y="109969"/>
                    <a:pt x="40747" y="110018"/>
                  </a:cubicBezTo>
                  <a:lnTo>
                    <a:pt x="40697" y="109994"/>
                  </a:lnTo>
                  <a:cubicBezTo>
                    <a:pt x="40921" y="109919"/>
                    <a:pt x="41120" y="109869"/>
                    <a:pt x="41319" y="109794"/>
                  </a:cubicBezTo>
                  <a:close/>
                  <a:moveTo>
                    <a:pt x="13317" y="108102"/>
                  </a:moveTo>
                  <a:lnTo>
                    <a:pt x="13317" y="108102"/>
                  </a:lnTo>
                  <a:cubicBezTo>
                    <a:pt x="13416" y="108152"/>
                    <a:pt x="13516" y="108226"/>
                    <a:pt x="13616" y="108251"/>
                  </a:cubicBezTo>
                  <a:cubicBezTo>
                    <a:pt x="13989" y="108500"/>
                    <a:pt x="14362" y="108724"/>
                    <a:pt x="14736" y="108923"/>
                  </a:cubicBezTo>
                  <a:cubicBezTo>
                    <a:pt x="14810" y="108998"/>
                    <a:pt x="14935" y="109023"/>
                    <a:pt x="15034" y="109097"/>
                  </a:cubicBezTo>
                  <a:cubicBezTo>
                    <a:pt x="15433" y="109297"/>
                    <a:pt x="15856" y="109521"/>
                    <a:pt x="16279" y="109720"/>
                  </a:cubicBezTo>
                  <a:cubicBezTo>
                    <a:pt x="16379" y="109770"/>
                    <a:pt x="16503" y="109794"/>
                    <a:pt x="16627" y="109844"/>
                  </a:cubicBezTo>
                  <a:cubicBezTo>
                    <a:pt x="16802" y="109919"/>
                    <a:pt x="17026" y="109994"/>
                    <a:pt x="17250" y="110093"/>
                  </a:cubicBezTo>
                  <a:cubicBezTo>
                    <a:pt x="17275" y="110168"/>
                    <a:pt x="17299" y="110218"/>
                    <a:pt x="17349" y="110242"/>
                  </a:cubicBezTo>
                  <a:lnTo>
                    <a:pt x="16403" y="109869"/>
                  </a:lnTo>
                  <a:cubicBezTo>
                    <a:pt x="16304" y="109844"/>
                    <a:pt x="16229" y="109794"/>
                    <a:pt x="16130" y="109745"/>
                  </a:cubicBezTo>
                  <a:cubicBezTo>
                    <a:pt x="15731" y="109545"/>
                    <a:pt x="15308" y="109346"/>
                    <a:pt x="14910" y="109122"/>
                  </a:cubicBezTo>
                  <a:cubicBezTo>
                    <a:pt x="14785" y="109048"/>
                    <a:pt x="14661" y="108998"/>
                    <a:pt x="14561" y="108923"/>
                  </a:cubicBezTo>
                  <a:cubicBezTo>
                    <a:pt x="14263" y="108774"/>
                    <a:pt x="14014" y="108600"/>
                    <a:pt x="13690" y="108400"/>
                  </a:cubicBezTo>
                  <a:cubicBezTo>
                    <a:pt x="13566" y="108301"/>
                    <a:pt x="13441" y="108176"/>
                    <a:pt x="13317" y="108102"/>
                  </a:cubicBezTo>
                  <a:close/>
                  <a:moveTo>
                    <a:pt x="40697" y="110218"/>
                  </a:moveTo>
                  <a:cubicBezTo>
                    <a:pt x="40747" y="110242"/>
                    <a:pt x="40747" y="110267"/>
                    <a:pt x="40772" y="110292"/>
                  </a:cubicBezTo>
                  <a:lnTo>
                    <a:pt x="40747" y="110342"/>
                  </a:lnTo>
                  <a:lnTo>
                    <a:pt x="40647" y="110242"/>
                  </a:lnTo>
                  <a:cubicBezTo>
                    <a:pt x="40672" y="110242"/>
                    <a:pt x="40672" y="110242"/>
                    <a:pt x="40697" y="110218"/>
                  </a:cubicBezTo>
                  <a:close/>
                  <a:moveTo>
                    <a:pt x="41494" y="110018"/>
                  </a:moveTo>
                  <a:cubicBezTo>
                    <a:pt x="41369" y="110143"/>
                    <a:pt x="41245" y="110242"/>
                    <a:pt x="41120" y="110367"/>
                  </a:cubicBezTo>
                  <a:lnTo>
                    <a:pt x="41046" y="110292"/>
                  </a:lnTo>
                  <a:cubicBezTo>
                    <a:pt x="41145" y="110218"/>
                    <a:pt x="41245" y="110143"/>
                    <a:pt x="41319" y="110043"/>
                  </a:cubicBezTo>
                  <a:cubicBezTo>
                    <a:pt x="41394" y="110043"/>
                    <a:pt x="41419" y="110018"/>
                    <a:pt x="41494" y="110018"/>
                  </a:cubicBezTo>
                  <a:close/>
                  <a:moveTo>
                    <a:pt x="17822" y="110392"/>
                  </a:moveTo>
                  <a:cubicBezTo>
                    <a:pt x="17847" y="110417"/>
                    <a:pt x="17872" y="110417"/>
                    <a:pt x="17872" y="110466"/>
                  </a:cubicBezTo>
                  <a:cubicBezTo>
                    <a:pt x="17847" y="110466"/>
                    <a:pt x="17797" y="110466"/>
                    <a:pt x="17797" y="110417"/>
                  </a:cubicBezTo>
                  <a:lnTo>
                    <a:pt x="17822" y="110392"/>
                  </a:lnTo>
                  <a:close/>
                  <a:moveTo>
                    <a:pt x="40896" y="110417"/>
                  </a:moveTo>
                  <a:cubicBezTo>
                    <a:pt x="40921" y="110417"/>
                    <a:pt x="40921" y="110466"/>
                    <a:pt x="40946" y="110466"/>
                  </a:cubicBezTo>
                  <a:lnTo>
                    <a:pt x="40921" y="110491"/>
                  </a:lnTo>
                  <a:cubicBezTo>
                    <a:pt x="40896" y="110491"/>
                    <a:pt x="40896" y="110466"/>
                    <a:pt x="40871" y="110466"/>
                  </a:cubicBezTo>
                  <a:lnTo>
                    <a:pt x="40896" y="110417"/>
                  </a:lnTo>
                  <a:close/>
                  <a:moveTo>
                    <a:pt x="13292" y="101730"/>
                  </a:moveTo>
                  <a:cubicBezTo>
                    <a:pt x="13317" y="101730"/>
                    <a:pt x="13392" y="101779"/>
                    <a:pt x="13416" y="101779"/>
                  </a:cubicBezTo>
                  <a:cubicBezTo>
                    <a:pt x="13491" y="101804"/>
                    <a:pt x="13541" y="101804"/>
                    <a:pt x="13616" y="101829"/>
                  </a:cubicBezTo>
                  <a:cubicBezTo>
                    <a:pt x="13815" y="101904"/>
                    <a:pt x="14014" y="101954"/>
                    <a:pt x="14238" y="102028"/>
                  </a:cubicBezTo>
                  <a:cubicBezTo>
                    <a:pt x="15134" y="105414"/>
                    <a:pt x="16727" y="108276"/>
                    <a:pt x="18893" y="110516"/>
                  </a:cubicBezTo>
                  <a:cubicBezTo>
                    <a:pt x="18793" y="110491"/>
                    <a:pt x="18743" y="110466"/>
                    <a:pt x="18644" y="110466"/>
                  </a:cubicBezTo>
                  <a:cubicBezTo>
                    <a:pt x="18420" y="110392"/>
                    <a:pt x="18245" y="110342"/>
                    <a:pt x="18021" y="110267"/>
                  </a:cubicBezTo>
                  <a:cubicBezTo>
                    <a:pt x="17996" y="110242"/>
                    <a:pt x="17922" y="110218"/>
                    <a:pt x="17847" y="110168"/>
                  </a:cubicBezTo>
                  <a:cubicBezTo>
                    <a:pt x="15607" y="107853"/>
                    <a:pt x="14113" y="104916"/>
                    <a:pt x="13292" y="101730"/>
                  </a:cubicBezTo>
                  <a:close/>
                  <a:moveTo>
                    <a:pt x="14487" y="102053"/>
                  </a:moveTo>
                  <a:cubicBezTo>
                    <a:pt x="14512" y="102053"/>
                    <a:pt x="14537" y="102053"/>
                    <a:pt x="14537" y="102078"/>
                  </a:cubicBezTo>
                  <a:cubicBezTo>
                    <a:pt x="15482" y="105513"/>
                    <a:pt x="17125" y="108400"/>
                    <a:pt x="19415" y="110666"/>
                  </a:cubicBezTo>
                  <a:cubicBezTo>
                    <a:pt x="19390" y="110666"/>
                    <a:pt x="19316" y="110641"/>
                    <a:pt x="19291" y="110641"/>
                  </a:cubicBezTo>
                  <a:cubicBezTo>
                    <a:pt x="17026" y="108376"/>
                    <a:pt x="15408" y="105488"/>
                    <a:pt x="14487" y="102053"/>
                  </a:cubicBezTo>
                  <a:close/>
                  <a:moveTo>
                    <a:pt x="74101" y="100659"/>
                  </a:moveTo>
                  <a:cubicBezTo>
                    <a:pt x="74275" y="100784"/>
                    <a:pt x="74499" y="100908"/>
                    <a:pt x="74674" y="101033"/>
                  </a:cubicBezTo>
                  <a:cubicBezTo>
                    <a:pt x="69048" y="105015"/>
                    <a:pt x="63398" y="108251"/>
                    <a:pt x="57872" y="110715"/>
                  </a:cubicBezTo>
                  <a:cubicBezTo>
                    <a:pt x="58594" y="109670"/>
                    <a:pt x="59216" y="108475"/>
                    <a:pt x="59739" y="107106"/>
                  </a:cubicBezTo>
                  <a:cubicBezTo>
                    <a:pt x="59838" y="107056"/>
                    <a:pt x="59963" y="107031"/>
                    <a:pt x="60062" y="107007"/>
                  </a:cubicBezTo>
                  <a:cubicBezTo>
                    <a:pt x="60635" y="106857"/>
                    <a:pt x="61207" y="106658"/>
                    <a:pt x="61805" y="106484"/>
                  </a:cubicBezTo>
                  <a:cubicBezTo>
                    <a:pt x="62178" y="106359"/>
                    <a:pt x="62576" y="106185"/>
                    <a:pt x="62950" y="106061"/>
                  </a:cubicBezTo>
                  <a:cubicBezTo>
                    <a:pt x="63298" y="105936"/>
                    <a:pt x="63597" y="105862"/>
                    <a:pt x="63945" y="105737"/>
                  </a:cubicBezTo>
                  <a:cubicBezTo>
                    <a:pt x="64070" y="105687"/>
                    <a:pt x="64169" y="105662"/>
                    <a:pt x="64294" y="105613"/>
                  </a:cubicBezTo>
                  <a:cubicBezTo>
                    <a:pt x="64792" y="105414"/>
                    <a:pt x="65290" y="105190"/>
                    <a:pt x="65787" y="104990"/>
                  </a:cubicBezTo>
                  <a:cubicBezTo>
                    <a:pt x="65812" y="104990"/>
                    <a:pt x="65837" y="104941"/>
                    <a:pt x="65912" y="104916"/>
                  </a:cubicBezTo>
                  <a:cubicBezTo>
                    <a:pt x="66061" y="104866"/>
                    <a:pt x="66211" y="104791"/>
                    <a:pt x="66385" y="104692"/>
                  </a:cubicBezTo>
                  <a:lnTo>
                    <a:pt x="67580" y="104144"/>
                  </a:lnTo>
                  <a:cubicBezTo>
                    <a:pt x="67679" y="104119"/>
                    <a:pt x="67779" y="104045"/>
                    <a:pt x="67903" y="104020"/>
                  </a:cubicBezTo>
                  <a:lnTo>
                    <a:pt x="68077" y="103920"/>
                  </a:lnTo>
                  <a:cubicBezTo>
                    <a:pt x="68650" y="103671"/>
                    <a:pt x="69173" y="103397"/>
                    <a:pt x="69745" y="103124"/>
                  </a:cubicBezTo>
                  <a:cubicBezTo>
                    <a:pt x="70168" y="102900"/>
                    <a:pt x="70566" y="102676"/>
                    <a:pt x="71015" y="102427"/>
                  </a:cubicBezTo>
                  <a:cubicBezTo>
                    <a:pt x="71438" y="102178"/>
                    <a:pt x="71886" y="101954"/>
                    <a:pt x="72284" y="101705"/>
                  </a:cubicBezTo>
                  <a:cubicBezTo>
                    <a:pt x="72483" y="101630"/>
                    <a:pt x="72657" y="101506"/>
                    <a:pt x="72856" y="101406"/>
                  </a:cubicBezTo>
                  <a:cubicBezTo>
                    <a:pt x="73105" y="101257"/>
                    <a:pt x="73379" y="101083"/>
                    <a:pt x="73628" y="100933"/>
                  </a:cubicBezTo>
                  <a:cubicBezTo>
                    <a:pt x="73678" y="100908"/>
                    <a:pt x="73753" y="100883"/>
                    <a:pt x="73802" y="100809"/>
                  </a:cubicBezTo>
                  <a:cubicBezTo>
                    <a:pt x="73902" y="100759"/>
                    <a:pt x="74001" y="100684"/>
                    <a:pt x="74101" y="100659"/>
                  </a:cubicBezTo>
                  <a:close/>
                  <a:moveTo>
                    <a:pt x="18171" y="110491"/>
                  </a:moveTo>
                  <a:cubicBezTo>
                    <a:pt x="18245" y="110516"/>
                    <a:pt x="18270" y="110516"/>
                    <a:pt x="18345" y="110516"/>
                  </a:cubicBezTo>
                  <a:cubicBezTo>
                    <a:pt x="18619" y="110616"/>
                    <a:pt x="18917" y="110715"/>
                    <a:pt x="19216" y="110790"/>
                  </a:cubicBezTo>
                  <a:lnTo>
                    <a:pt x="19291" y="110890"/>
                  </a:lnTo>
                  <a:cubicBezTo>
                    <a:pt x="18967" y="110790"/>
                    <a:pt x="18619" y="110666"/>
                    <a:pt x="18270" y="110591"/>
                  </a:cubicBezTo>
                  <a:lnTo>
                    <a:pt x="18171" y="110491"/>
                  </a:lnTo>
                  <a:close/>
                  <a:moveTo>
                    <a:pt x="59484" y="107172"/>
                  </a:moveTo>
                  <a:cubicBezTo>
                    <a:pt x="58962" y="108609"/>
                    <a:pt x="58292" y="109848"/>
                    <a:pt x="57499" y="110890"/>
                  </a:cubicBezTo>
                  <a:cubicBezTo>
                    <a:pt x="57474" y="110914"/>
                    <a:pt x="57449" y="110914"/>
                    <a:pt x="57374" y="110964"/>
                  </a:cubicBezTo>
                  <a:cubicBezTo>
                    <a:pt x="58196" y="109869"/>
                    <a:pt x="58868" y="108625"/>
                    <a:pt x="59440" y="107181"/>
                  </a:cubicBezTo>
                  <a:cubicBezTo>
                    <a:pt x="59458" y="107181"/>
                    <a:pt x="59475" y="107181"/>
                    <a:pt x="59484" y="107172"/>
                  </a:cubicBezTo>
                  <a:close/>
                  <a:moveTo>
                    <a:pt x="19614" y="110914"/>
                  </a:moveTo>
                  <a:cubicBezTo>
                    <a:pt x="19639" y="110914"/>
                    <a:pt x="19664" y="110914"/>
                    <a:pt x="19714" y="110964"/>
                  </a:cubicBezTo>
                  <a:lnTo>
                    <a:pt x="19764" y="110964"/>
                  </a:lnTo>
                  <a:cubicBezTo>
                    <a:pt x="19764" y="110989"/>
                    <a:pt x="19789" y="111014"/>
                    <a:pt x="19838" y="111039"/>
                  </a:cubicBezTo>
                  <a:cubicBezTo>
                    <a:pt x="19789" y="111039"/>
                    <a:pt x="19739" y="111014"/>
                    <a:pt x="19714" y="111014"/>
                  </a:cubicBezTo>
                  <a:lnTo>
                    <a:pt x="19614" y="110914"/>
                  </a:lnTo>
                  <a:close/>
                  <a:moveTo>
                    <a:pt x="74848" y="101157"/>
                  </a:moveTo>
                  <a:cubicBezTo>
                    <a:pt x="74873" y="101157"/>
                    <a:pt x="74873" y="101182"/>
                    <a:pt x="74898" y="101182"/>
                  </a:cubicBezTo>
                  <a:cubicBezTo>
                    <a:pt x="69148" y="105264"/>
                    <a:pt x="63273" y="108649"/>
                    <a:pt x="57524" y="111163"/>
                  </a:cubicBezTo>
                  <a:cubicBezTo>
                    <a:pt x="57573" y="111114"/>
                    <a:pt x="57598" y="111089"/>
                    <a:pt x="57623" y="111014"/>
                  </a:cubicBezTo>
                  <a:cubicBezTo>
                    <a:pt x="63273" y="108525"/>
                    <a:pt x="69073" y="105239"/>
                    <a:pt x="74848" y="101157"/>
                  </a:cubicBezTo>
                  <a:close/>
                  <a:moveTo>
                    <a:pt x="57300" y="111163"/>
                  </a:moveTo>
                  <a:lnTo>
                    <a:pt x="57300" y="111163"/>
                  </a:lnTo>
                  <a:cubicBezTo>
                    <a:pt x="57250" y="111238"/>
                    <a:pt x="57200" y="111263"/>
                    <a:pt x="57175" y="111338"/>
                  </a:cubicBezTo>
                  <a:cubicBezTo>
                    <a:pt x="57125" y="111363"/>
                    <a:pt x="57075" y="111363"/>
                    <a:pt x="57051" y="111387"/>
                  </a:cubicBezTo>
                  <a:cubicBezTo>
                    <a:pt x="57075" y="111338"/>
                    <a:pt x="57125" y="111288"/>
                    <a:pt x="57175" y="111238"/>
                  </a:cubicBezTo>
                  <a:cubicBezTo>
                    <a:pt x="57200" y="111213"/>
                    <a:pt x="57250" y="111213"/>
                    <a:pt x="57300" y="111163"/>
                  </a:cubicBezTo>
                  <a:close/>
                  <a:moveTo>
                    <a:pt x="34599" y="101257"/>
                  </a:moveTo>
                  <a:cubicBezTo>
                    <a:pt x="35968" y="104542"/>
                    <a:pt x="37810" y="107529"/>
                    <a:pt x="40075" y="109969"/>
                  </a:cubicBezTo>
                  <a:cubicBezTo>
                    <a:pt x="38905" y="110267"/>
                    <a:pt x="37760" y="110541"/>
                    <a:pt x="36590" y="110790"/>
                  </a:cubicBezTo>
                  <a:cubicBezTo>
                    <a:pt x="36466" y="110840"/>
                    <a:pt x="36391" y="110840"/>
                    <a:pt x="36267" y="110865"/>
                  </a:cubicBezTo>
                  <a:cubicBezTo>
                    <a:pt x="35594" y="110989"/>
                    <a:pt x="34947" y="111114"/>
                    <a:pt x="34325" y="111213"/>
                  </a:cubicBezTo>
                  <a:lnTo>
                    <a:pt x="33578" y="111288"/>
                  </a:lnTo>
                  <a:cubicBezTo>
                    <a:pt x="33080" y="111363"/>
                    <a:pt x="32558" y="111462"/>
                    <a:pt x="32060" y="111487"/>
                  </a:cubicBezTo>
                  <a:cubicBezTo>
                    <a:pt x="31960" y="111487"/>
                    <a:pt x="31911" y="111487"/>
                    <a:pt x="31811" y="111512"/>
                  </a:cubicBezTo>
                  <a:cubicBezTo>
                    <a:pt x="28874" y="109471"/>
                    <a:pt x="26833" y="106534"/>
                    <a:pt x="25738" y="102875"/>
                  </a:cubicBezTo>
                  <a:cubicBezTo>
                    <a:pt x="28575" y="102626"/>
                    <a:pt x="31537" y="102078"/>
                    <a:pt x="34599" y="101257"/>
                  </a:cubicBezTo>
                  <a:close/>
                  <a:moveTo>
                    <a:pt x="25538" y="102875"/>
                  </a:moveTo>
                  <a:cubicBezTo>
                    <a:pt x="26634" y="106534"/>
                    <a:pt x="28650" y="109471"/>
                    <a:pt x="31512" y="111537"/>
                  </a:cubicBezTo>
                  <a:lnTo>
                    <a:pt x="31438" y="111537"/>
                  </a:lnTo>
                  <a:cubicBezTo>
                    <a:pt x="28600" y="109471"/>
                    <a:pt x="26584" y="106534"/>
                    <a:pt x="25489" y="102875"/>
                  </a:cubicBezTo>
                  <a:close/>
                  <a:moveTo>
                    <a:pt x="40199" y="110118"/>
                  </a:moveTo>
                  <a:cubicBezTo>
                    <a:pt x="40249" y="110118"/>
                    <a:pt x="40274" y="110118"/>
                    <a:pt x="40274" y="110143"/>
                  </a:cubicBezTo>
                  <a:cubicBezTo>
                    <a:pt x="37461" y="110890"/>
                    <a:pt x="34773" y="111462"/>
                    <a:pt x="32159" y="111736"/>
                  </a:cubicBezTo>
                  <a:lnTo>
                    <a:pt x="32110" y="111736"/>
                  </a:lnTo>
                  <a:cubicBezTo>
                    <a:pt x="32085" y="111711"/>
                    <a:pt x="32060" y="111711"/>
                    <a:pt x="32060" y="111661"/>
                  </a:cubicBezTo>
                  <a:lnTo>
                    <a:pt x="32110" y="111661"/>
                  </a:lnTo>
                  <a:cubicBezTo>
                    <a:pt x="32682" y="111611"/>
                    <a:pt x="33280" y="111512"/>
                    <a:pt x="33827" y="111462"/>
                  </a:cubicBezTo>
                  <a:lnTo>
                    <a:pt x="34400" y="111363"/>
                  </a:lnTo>
                  <a:cubicBezTo>
                    <a:pt x="35146" y="111238"/>
                    <a:pt x="35918" y="111114"/>
                    <a:pt x="36665" y="110964"/>
                  </a:cubicBezTo>
                  <a:lnTo>
                    <a:pt x="36690" y="110964"/>
                  </a:lnTo>
                  <a:cubicBezTo>
                    <a:pt x="37835" y="110715"/>
                    <a:pt x="39029" y="110417"/>
                    <a:pt x="40199" y="110118"/>
                  </a:cubicBezTo>
                  <a:close/>
                  <a:moveTo>
                    <a:pt x="31736" y="111711"/>
                  </a:moveTo>
                  <a:cubicBezTo>
                    <a:pt x="31786" y="111736"/>
                    <a:pt x="31811" y="111736"/>
                    <a:pt x="31836" y="111761"/>
                  </a:cubicBezTo>
                  <a:lnTo>
                    <a:pt x="31736" y="111761"/>
                  </a:lnTo>
                  <a:cubicBezTo>
                    <a:pt x="31711" y="111736"/>
                    <a:pt x="31687" y="111736"/>
                    <a:pt x="31637" y="111711"/>
                  </a:cubicBezTo>
                  <a:close/>
                  <a:moveTo>
                    <a:pt x="14761" y="102153"/>
                  </a:moveTo>
                  <a:lnTo>
                    <a:pt x="14761" y="102153"/>
                  </a:lnTo>
                  <a:cubicBezTo>
                    <a:pt x="14985" y="102203"/>
                    <a:pt x="15234" y="102277"/>
                    <a:pt x="15433" y="102302"/>
                  </a:cubicBezTo>
                  <a:cubicBezTo>
                    <a:pt x="15532" y="102327"/>
                    <a:pt x="15607" y="102327"/>
                    <a:pt x="15682" y="102352"/>
                  </a:cubicBezTo>
                  <a:cubicBezTo>
                    <a:pt x="15930" y="102427"/>
                    <a:pt x="16229" y="102452"/>
                    <a:pt x="16478" y="102526"/>
                  </a:cubicBezTo>
                  <a:cubicBezTo>
                    <a:pt x="16553" y="102551"/>
                    <a:pt x="16677" y="102551"/>
                    <a:pt x="16777" y="102576"/>
                  </a:cubicBezTo>
                  <a:cubicBezTo>
                    <a:pt x="17026" y="102626"/>
                    <a:pt x="17250" y="102676"/>
                    <a:pt x="17499" y="102700"/>
                  </a:cubicBezTo>
                  <a:cubicBezTo>
                    <a:pt x="17648" y="102725"/>
                    <a:pt x="17772" y="102725"/>
                    <a:pt x="17922" y="102775"/>
                  </a:cubicBezTo>
                  <a:cubicBezTo>
                    <a:pt x="18146" y="102800"/>
                    <a:pt x="18370" y="102825"/>
                    <a:pt x="18544" y="102825"/>
                  </a:cubicBezTo>
                  <a:cubicBezTo>
                    <a:pt x="18644" y="102825"/>
                    <a:pt x="18743" y="102825"/>
                    <a:pt x="18843" y="102850"/>
                  </a:cubicBezTo>
                  <a:cubicBezTo>
                    <a:pt x="19988" y="102974"/>
                    <a:pt x="21158" y="103049"/>
                    <a:pt x="22377" y="103049"/>
                  </a:cubicBezTo>
                  <a:cubicBezTo>
                    <a:pt x="23323" y="103049"/>
                    <a:pt x="24269" y="103024"/>
                    <a:pt x="25265" y="102924"/>
                  </a:cubicBezTo>
                  <a:cubicBezTo>
                    <a:pt x="26335" y="106559"/>
                    <a:pt x="28326" y="109521"/>
                    <a:pt x="31114" y="111611"/>
                  </a:cubicBezTo>
                  <a:cubicBezTo>
                    <a:pt x="31039" y="111611"/>
                    <a:pt x="30940" y="111636"/>
                    <a:pt x="30840" y="111636"/>
                  </a:cubicBezTo>
                  <a:lnTo>
                    <a:pt x="29820" y="111736"/>
                  </a:lnTo>
                  <a:cubicBezTo>
                    <a:pt x="29073" y="111761"/>
                    <a:pt x="28326" y="111786"/>
                    <a:pt x="27604" y="111786"/>
                  </a:cubicBezTo>
                  <a:cubicBezTo>
                    <a:pt x="26883" y="111786"/>
                    <a:pt x="26211" y="111761"/>
                    <a:pt x="25514" y="111736"/>
                  </a:cubicBezTo>
                  <a:cubicBezTo>
                    <a:pt x="25240" y="111686"/>
                    <a:pt x="24966" y="111661"/>
                    <a:pt x="24692" y="111661"/>
                  </a:cubicBezTo>
                  <a:cubicBezTo>
                    <a:pt x="24269" y="111636"/>
                    <a:pt x="23896" y="111611"/>
                    <a:pt x="23522" y="111587"/>
                  </a:cubicBezTo>
                  <a:cubicBezTo>
                    <a:pt x="23199" y="111537"/>
                    <a:pt x="22850" y="111487"/>
                    <a:pt x="22502" y="111412"/>
                  </a:cubicBezTo>
                  <a:cubicBezTo>
                    <a:pt x="22228" y="111387"/>
                    <a:pt x="21904" y="111338"/>
                    <a:pt x="21631" y="111288"/>
                  </a:cubicBezTo>
                  <a:cubicBezTo>
                    <a:pt x="21257" y="111238"/>
                    <a:pt x="20884" y="111139"/>
                    <a:pt x="20535" y="111039"/>
                  </a:cubicBezTo>
                  <a:cubicBezTo>
                    <a:pt x="20262" y="110890"/>
                    <a:pt x="20038" y="110865"/>
                    <a:pt x="19838" y="110790"/>
                  </a:cubicBezTo>
                  <a:cubicBezTo>
                    <a:pt x="17424" y="108550"/>
                    <a:pt x="15731" y="105638"/>
                    <a:pt x="14761" y="102153"/>
                  </a:cubicBezTo>
                  <a:close/>
                  <a:moveTo>
                    <a:pt x="20162" y="111039"/>
                  </a:moveTo>
                  <a:lnTo>
                    <a:pt x="20162" y="111039"/>
                  </a:lnTo>
                  <a:cubicBezTo>
                    <a:pt x="20610" y="111163"/>
                    <a:pt x="21083" y="111263"/>
                    <a:pt x="21531" y="111363"/>
                  </a:cubicBezTo>
                  <a:lnTo>
                    <a:pt x="22203" y="111462"/>
                  </a:lnTo>
                  <a:cubicBezTo>
                    <a:pt x="22626" y="111512"/>
                    <a:pt x="23024" y="111611"/>
                    <a:pt x="23472" y="111636"/>
                  </a:cubicBezTo>
                  <a:cubicBezTo>
                    <a:pt x="23771" y="111661"/>
                    <a:pt x="24120" y="111711"/>
                    <a:pt x="24468" y="111736"/>
                  </a:cubicBezTo>
                  <a:lnTo>
                    <a:pt x="25489" y="111835"/>
                  </a:lnTo>
                  <a:cubicBezTo>
                    <a:pt x="26161" y="111860"/>
                    <a:pt x="26883" y="111885"/>
                    <a:pt x="27604" y="111885"/>
                  </a:cubicBezTo>
                  <a:cubicBezTo>
                    <a:pt x="28351" y="111885"/>
                    <a:pt x="29098" y="111860"/>
                    <a:pt x="29845" y="111835"/>
                  </a:cubicBezTo>
                  <a:cubicBezTo>
                    <a:pt x="30218" y="111786"/>
                    <a:pt x="30616" y="111761"/>
                    <a:pt x="30990" y="111736"/>
                  </a:cubicBezTo>
                  <a:cubicBezTo>
                    <a:pt x="31114" y="111736"/>
                    <a:pt x="31239" y="111711"/>
                    <a:pt x="31413" y="111711"/>
                  </a:cubicBezTo>
                  <a:cubicBezTo>
                    <a:pt x="31438" y="111736"/>
                    <a:pt x="31463" y="111736"/>
                    <a:pt x="31487" y="111761"/>
                  </a:cubicBezTo>
                  <a:lnTo>
                    <a:pt x="31338" y="111761"/>
                  </a:lnTo>
                  <a:cubicBezTo>
                    <a:pt x="30840" y="111786"/>
                    <a:pt x="30367" y="111860"/>
                    <a:pt x="29919" y="111885"/>
                  </a:cubicBezTo>
                  <a:cubicBezTo>
                    <a:pt x="29123" y="111910"/>
                    <a:pt x="28376" y="111960"/>
                    <a:pt x="27629" y="111960"/>
                  </a:cubicBezTo>
                  <a:cubicBezTo>
                    <a:pt x="26883" y="111960"/>
                    <a:pt x="26186" y="111910"/>
                    <a:pt x="25489" y="111885"/>
                  </a:cubicBezTo>
                  <a:lnTo>
                    <a:pt x="24468" y="111786"/>
                  </a:lnTo>
                  <a:lnTo>
                    <a:pt x="23423" y="111686"/>
                  </a:lnTo>
                  <a:cubicBezTo>
                    <a:pt x="23000" y="111636"/>
                    <a:pt x="22601" y="111587"/>
                    <a:pt x="22153" y="111512"/>
                  </a:cubicBezTo>
                  <a:cubicBezTo>
                    <a:pt x="21929" y="111487"/>
                    <a:pt x="21680" y="111437"/>
                    <a:pt x="21481" y="111387"/>
                  </a:cubicBezTo>
                  <a:cubicBezTo>
                    <a:pt x="21033" y="111288"/>
                    <a:pt x="20635" y="111188"/>
                    <a:pt x="20237" y="111114"/>
                  </a:cubicBezTo>
                  <a:lnTo>
                    <a:pt x="20162" y="111039"/>
                  </a:lnTo>
                  <a:close/>
                  <a:moveTo>
                    <a:pt x="14942" y="109369"/>
                  </a:moveTo>
                  <a:cubicBezTo>
                    <a:pt x="14951" y="109371"/>
                    <a:pt x="14963" y="109371"/>
                    <a:pt x="14985" y="109371"/>
                  </a:cubicBezTo>
                  <a:cubicBezTo>
                    <a:pt x="15308" y="109545"/>
                    <a:pt x="15682" y="109745"/>
                    <a:pt x="16055" y="109919"/>
                  </a:cubicBezTo>
                  <a:cubicBezTo>
                    <a:pt x="16229" y="109994"/>
                    <a:pt x="16403" y="110043"/>
                    <a:pt x="16603" y="110143"/>
                  </a:cubicBezTo>
                  <a:cubicBezTo>
                    <a:pt x="16926" y="110292"/>
                    <a:pt x="17299" y="110466"/>
                    <a:pt x="17648" y="110591"/>
                  </a:cubicBezTo>
                  <a:cubicBezTo>
                    <a:pt x="18220" y="111139"/>
                    <a:pt x="18793" y="111661"/>
                    <a:pt x="19415" y="112134"/>
                  </a:cubicBezTo>
                  <a:cubicBezTo>
                    <a:pt x="18619" y="111736"/>
                    <a:pt x="17748" y="111238"/>
                    <a:pt x="16876" y="110666"/>
                  </a:cubicBezTo>
                  <a:cubicBezTo>
                    <a:pt x="16143" y="110226"/>
                    <a:pt x="15530" y="109786"/>
                    <a:pt x="14942" y="109369"/>
                  </a:cubicBezTo>
                  <a:close/>
                  <a:moveTo>
                    <a:pt x="18046" y="110715"/>
                  </a:moveTo>
                  <a:cubicBezTo>
                    <a:pt x="18096" y="110715"/>
                    <a:pt x="18146" y="110740"/>
                    <a:pt x="18171" y="110740"/>
                  </a:cubicBezTo>
                  <a:cubicBezTo>
                    <a:pt x="19017" y="111537"/>
                    <a:pt x="19913" y="112234"/>
                    <a:pt x="20859" y="112831"/>
                  </a:cubicBezTo>
                  <a:lnTo>
                    <a:pt x="20486" y="112632"/>
                  </a:lnTo>
                  <a:cubicBezTo>
                    <a:pt x="19614" y="112109"/>
                    <a:pt x="18793" y="111462"/>
                    <a:pt x="18046" y="110715"/>
                  </a:cubicBezTo>
                  <a:close/>
                  <a:moveTo>
                    <a:pt x="75097" y="101307"/>
                  </a:moveTo>
                  <a:cubicBezTo>
                    <a:pt x="75993" y="101804"/>
                    <a:pt x="76764" y="102078"/>
                    <a:pt x="77412" y="102128"/>
                  </a:cubicBezTo>
                  <a:cubicBezTo>
                    <a:pt x="70143" y="107156"/>
                    <a:pt x="62751" y="110840"/>
                    <a:pt x="55931" y="112881"/>
                  </a:cubicBezTo>
                  <a:cubicBezTo>
                    <a:pt x="56428" y="112483"/>
                    <a:pt x="56851" y="112010"/>
                    <a:pt x="57300" y="111487"/>
                  </a:cubicBezTo>
                  <a:cubicBezTo>
                    <a:pt x="63174" y="108923"/>
                    <a:pt x="69173" y="105513"/>
                    <a:pt x="75097" y="101307"/>
                  </a:cubicBezTo>
                  <a:close/>
                  <a:moveTo>
                    <a:pt x="13192" y="108301"/>
                  </a:moveTo>
                  <a:lnTo>
                    <a:pt x="13192" y="108301"/>
                  </a:lnTo>
                  <a:cubicBezTo>
                    <a:pt x="13267" y="108376"/>
                    <a:pt x="13367" y="108401"/>
                    <a:pt x="13416" y="108425"/>
                  </a:cubicBezTo>
                  <a:cubicBezTo>
                    <a:pt x="13441" y="108475"/>
                    <a:pt x="13491" y="108475"/>
                    <a:pt x="13516" y="108500"/>
                  </a:cubicBezTo>
                  <a:cubicBezTo>
                    <a:pt x="13541" y="108525"/>
                    <a:pt x="13616" y="108550"/>
                    <a:pt x="13640" y="108550"/>
                  </a:cubicBezTo>
                  <a:cubicBezTo>
                    <a:pt x="14512" y="109247"/>
                    <a:pt x="15507" y="109994"/>
                    <a:pt x="16802" y="110790"/>
                  </a:cubicBezTo>
                  <a:cubicBezTo>
                    <a:pt x="18096" y="111611"/>
                    <a:pt x="19341" y="112259"/>
                    <a:pt x="20411" y="112781"/>
                  </a:cubicBezTo>
                  <a:cubicBezTo>
                    <a:pt x="20510" y="112856"/>
                    <a:pt x="20585" y="112881"/>
                    <a:pt x="20660" y="112931"/>
                  </a:cubicBezTo>
                  <a:cubicBezTo>
                    <a:pt x="20710" y="112980"/>
                    <a:pt x="20759" y="113005"/>
                    <a:pt x="20784" y="113005"/>
                  </a:cubicBezTo>
                  <a:cubicBezTo>
                    <a:pt x="20797" y="113012"/>
                    <a:pt x="20811" y="113019"/>
                    <a:pt x="20823" y="113025"/>
                  </a:cubicBezTo>
                  <a:lnTo>
                    <a:pt x="20823" y="113025"/>
                  </a:lnTo>
                  <a:cubicBezTo>
                    <a:pt x="19925" y="112699"/>
                    <a:pt x="18934" y="112190"/>
                    <a:pt x="17897" y="111587"/>
                  </a:cubicBezTo>
                  <a:cubicBezTo>
                    <a:pt x="17872" y="111537"/>
                    <a:pt x="17847" y="111537"/>
                    <a:pt x="17797" y="111512"/>
                  </a:cubicBezTo>
                  <a:cubicBezTo>
                    <a:pt x="17499" y="111338"/>
                    <a:pt x="17150" y="111139"/>
                    <a:pt x="16851" y="110914"/>
                  </a:cubicBezTo>
                  <a:cubicBezTo>
                    <a:pt x="16777" y="110890"/>
                    <a:pt x="16677" y="110840"/>
                    <a:pt x="16627" y="110765"/>
                  </a:cubicBezTo>
                  <a:cubicBezTo>
                    <a:pt x="16379" y="110616"/>
                    <a:pt x="16130" y="110466"/>
                    <a:pt x="15906" y="110292"/>
                  </a:cubicBezTo>
                  <a:lnTo>
                    <a:pt x="14686" y="109471"/>
                  </a:lnTo>
                  <a:cubicBezTo>
                    <a:pt x="14263" y="109147"/>
                    <a:pt x="13815" y="108799"/>
                    <a:pt x="13392" y="108475"/>
                  </a:cubicBezTo>
                  <a:cubicBezTo>
                    <a:pt x="13317" y="108401"/>
                    <a:pt x="13267" y="108376"/>
                    <a:pt x="13192" y="108301"/>
                  </a:cubicBezTo>
                  <a:close/>
                  <a:moveTo>
                    <a:pt x="56926" y="111636"/>
                  </a:moveTo>
                  <a:lnTo>
                    <a:pt x="56926" y="111636"/>
                  </a:lnTo>
                  <a:cubicBezTo>
                    <a:pt x="56453" y="112159"/>
                    <a:pt x="55955" y="112607"/>
                    <a:pt x="55458" y="113005"/>
                  </a:cubicBezTo>
                  <a:cubicBezTo>
                    <a:pt x="55383" y="113030"/>
                    <a:pt x="55333" y="113030"/>
                    <a:pt x="55258" y="113080"/>
                  </a:cubicBezTo>
                  <a:cubicBezTo>
                    <a:pt x="55806" y="112657"/>
                    <a:pt x="56304" y="112234"/>
                    <a:pt x="56752" y="111711"/>
                  </a:cubicBezTo>
                  <a:cubicBezTo>
                    <a:pt x="56827" y="111661"/>
                    <a:pt x="56851" y="111661"/>
                    <a:pt x="56926" y="111636"/>
                  </a:cubicBezTo>
                  <a:close/>
                  <a:moveTo>
                    <a:pt x="61730" y="110989"/>
                  </a:moveTo>
                  <a:cubicBezTo>
                    <a:pt x="60734" y="111412"/>
                    <a:pt x="59639" y="111835"/>
                    <a:pt x="58121" y="112408"/>
                  </a:cubicBezTo>
                  <a:cubicBezTo>
                    <a:pt x="57225" y="112732"/>
                    <a:pt x="56329" y="113005"/>
                    <a:pt x="55408" y="113254"/>
                  </a:cubicBezTo>
                  <a:cubicBezTo>
                    <a:pt x="55458" y="113229"/>
                    <a:pt x="55507" y="113204"/>
                    <a:pt x="55557" y="113155"/>
                  </a:cubicBezTo>
                  <a:cubicBezTo>
                    <a:pt x="57573" y="112582"/>
                    <a:pt x="59614" y="111860"/>
                    <a:pt x="61730" y="110989"/>
                  </a:cubicBezTo>
                  <a:close/>
                  <a:moveTo>
                    <a:pt x="40423" y="110292"/>
                  </a:moveTo>
                  <a:cubicBezTo>
                    <a:pt x="40498" y="110367"/>
                    <a:pt x="40523" y="110392"/>
                    <a:pt x="40573" y="110417"/>
                  </a:cubicBezTo>
                  <a:cubicBezTo>
                    <a:pt x="39029" y="111711"/>
                    <a:pt x="37337" y="112732"/>
                    <a:pt x="35594" y="113478"/>
                  </a:cubicBezTo>
                  <a:cubicBezTo>
                    <a:pt x="34449" y="113030"/>
                    <a:pt x="33354" y="112508"/>
                    <a:pt x="32359" y="111885"/>
                  </a:cubicBezTo>
                  <a:cubicBezTo>
                    <a:pt x="34947" y="111611"/>
                    <a:pt x="37660" y="111039"/>
                    <a:pt x="40423" y="110292"/>
                  </a:cubicBezTo>
                  <a:close/>
                  <a:moveTo>
                    <a:pt x="54985" y="113354"/>
                  </a:moveTo>
                  <a:cubicBezTo>
                    <a:pt x="54960" y="113379"/>
                    <a:pt x="54935" y="113404"/>
                    <a:pt x="54885" y="113404"/>
                  </a:cubicBezTo>
                  <a:cubicBezTo>
                    <a:pt x="54835" y="113453"/>
                    <a:pt x="54736" y="113453"/>
                    <a:pt x="54686" y="113478"/>
                  </a:cubicBezTo>
                  <a:cubicBezTo>
                    <a:pt x="54736" y="113453"/>
                    <a:pt x="54761" y="113404"/>
                    <a:pt x="54835" y="113379"/>
                  </a:cubicBezTo>
                  <a:cubicBezTo>
                    <a:pt x="54885" y="113379"/>
                    <a:pt x="54935" y="113354"/>
                    <a:pt x="54985" y="113354"/>
                  </a:cubicBezTo>
                  <a:close/>
                  <a:moveTo>
                    <a:pt x="40697" y="110591"/>
                  </a:moveTo>
                  <a:cubicBezTo>
                    <a:pt x="40747" y="110591"/>
                    <a:pt x="40747" y="110616"/>
                    <a:pt x="40772" y="110616"/>
                  </a:cubicBezTo>
                  <a:cubicBezTo>
                    <a:pt x="39278" y="111860"/>
                    <a:pt x="37660" y="112856"/>
                    <a:pt x="35968" y="113603"/>
                  </a:cubicBezTo>
                  <a:cubicBezTo>
                    <a:pt x="35943" y="113603"/>
                    <a:pt x="35918" y="113578"/>
                    <a:pt x="35868" y="113578"/>
                  </a:cubicBezTo>
                  <a:cubicBezTo>
                    <a:pt x="37561" y="112831"/>
                    <a:pt x="39204" y="111835"/>
                    <a:pt x="40697" y="110591"/>
                  </a:cubicBezTo>
                  <a:close/>
                  <a:moveTo>
                    <a:pt x="32085" y="111910"/>
                  </a:moveTo>
                  <a:cubicBezTo>
                    <a:pt x="33080" y="112582"/>
                    <a:pt x="34201" y="113130"/>
                    <a:pt x="35395" y="113603"/>
                  </a:cubicBezTo>
                  <a:cubicBezTo>
                    <a:pt x="35346" y="113603"/>
                    <a:pt x="35321" y="113628"/>
                    <a:pt x="35296" y="113628"/>
                  </a:cubicBezTo>
                  <a:cubicBezTo>
                    <a:pt x="34101" y="113155"/>
                    <a:pt x="32981" y="112607"/>
                    <a:pt x="31985" y="111960"/>
                  </a:cubicBezTo>
                  <a:cubicBezTo>
                    <a:pt x="32035" y="111910"/>
                    <a:pt x="32060" y="111910"/>
                    <a:pt x="32085" y="111910"/>
                  </a:cubicBezTo>
                  <a:close/>
                  <a:moveTo>
                    <a:pt x="35644" y="113702"/>
                  </a:moveTo>
                  <a:cubicBezTo>
                    <a:pt x="35669" y="113702"/>
                    <a:pt x="35694" y="113727"/>
                    <a:pt x="35694" y="113727"/>
                  </a:cubicBezTo>
                  <a:cubicBezTo>
                    <a:pt x="35669" y="113727"/>
                    <a:pt x="35644" y="113752"/>
                    <a:pt x="35594" y="113752"/>
                  </a:cubicBezTo>
                  <a:cubicBezTo>
                    <a:pt x="35570" y="113752"/>
                    <a:pt x="35545" y="113727"/>
                    <a:pt x="35520" y="113727"/>
                  </a:cubicBezTo>
                  <a:cubicBezTo>
                    <a:pt x="35545" y="113727"/>
                    <a:pt x="35570" y="113702"/>
                    <a:pt x="35594" y="113702"/>
                  </a:cubicBezTo>
                  <a:close/>
                  <a:moveTo>
                    <a:pt x="18594" y="110865"/>
                  </a:moveTo>
                  <a:cubicBezTo>
                    <a:pt x="18893" y="110964"/>
                    <a:pt x="19216" y="111089"/>
                    <a:pt x="19515" y="111139"/>
                  </a:cubicBezTo>
                  <a:cubicBezTo>
                    <a:pt x="19540" y="111139"/>
                    <a:pt x="19589" y="111139"/>
                    <a:pt x="19614" y="111163"/>
                  </a:cubicBezTo>
                  <a:cubicBezTo>
                    <a:pt x="20734" y="112234"/>
                    <a:pt x="22004" y="113130"/>
                    <a:pt x="23398" y="113877"/>
                  </a:cubicBezTo>
                  <a:cubicBezTo>
                    <a:pt x="21631" y="113204"/>
                    <a:pt x="20013" y="112209"/>
                    <a:pt x="18594" y="110865"/>
                  </a:cubicBezTo>
                  <a:close/>
                  <a:moveTo>
                    <a:pt x="61701" y="111266"/>
                  </a:moveTo>
                  <a:lnTo>
                    <a:pt x="61701" y="111266"/>
                  </a:lnTo>
                  <a:cubicBezTo>
                    <a:pt x="61626" y="111299"/>
                    <a:pt x="61548" y="111344"/>
                    <a:pt x="61456" y="111363"/>
                  </a:cubicBezTo>
                  <a:cubicBezTo>
                    <a:pt x="61332" y="111412"/>
                    <a:pt x="61207" y="111487"/>
                    <a:pt x="61083" y="111512"/>
                  </a:cubicBezTo>
                  <a:cubicBezTo>
                    <a:pt x="59963" y="111985"/>
                    <a:pt x="58669" y="112458"/>
                    <a:pt x="56752" y="113155"/>
                  </a:cubicBezTo>
                  <a:cubicBezTo>
                    <a:pt x="56702" y="113204"/>
                    <a:pt x="56627" y="113204"/>
                    <a:pt x="56603" y="113229"/>
                  </a:cubicBezTo>
                  <a:cubicBezTo>
                    <a:pt x="55995" y="113448"/>
                    <a:pt x="55173" y="113715"/>
                    <a:pt x="54300" y="113982"/>
                  </a:cubicBezTo>
                  <a:lnTo>
                    <a:pt x="54300" y="113982"/>
                  </a:lnTo>
                  <a:cubicBezTo>
                    <a:pt x="54308" y="113979"/>
                    <a:pt x="54313" y="113976"/>
                    <a:pt x="54313" y="113976"/>
                  </a:cubicBezTo>
                  <a:cubicBezTo>
                    <a:pt x="54337" y="113976"/>
                    <a:pt x="54362" y="113926"/>
                    <a:pt x="54387" y="113926"/>
                  </a:cubicBezTo>
                  <a:cubicBezTo>
                    <a:pt x="54437" y="113926"/>
                    <a:pt x="54437" y="113901"/>
                    <a:pt x="54462" y="113901"/>
                  </a:cubicBezTo>
                  <a:cubicBezTo>
                    <a:pt x="55582" y="113553"/>
                    <a:pt x="56329" y="113279"/>
                    <a:pt x="56752" y="113130"/>
                  </a:cubicBezTo>
                  <a:cubicBezTo>
                    <a:pt x="57300" y="112906"/>
                    <a:pt x="57797" y="112756"/>
                    <a:pt x="58220" y="112557"/>
                  </a:cubicBezTo>
                  <a:lnTo>
                    <a:pt x="59988" y="111910"/>
                  </a:lnTo>
                  <a:cubicBezTo>
                    <a:pt x="60187" y="111860"/>
                    <a:pt x="60336" y="111786"/>
                    <a:pt x="60535" y="111736"/>
                  </a:cubicBezTo>
                  <a:cubicBezTo>
                    <a:pt x="60909" y="111573"/>
                    <a:pt x="61304" y="111409"/>
                    <a:pt x="61701" y="111266"/>
                  </a:cubicBezTo>
                  <a:close/>
                  <a:moveTo>
                    <a:pt x="59241" y="107156"/>
                  </a:moveTo>
                  <a:lnTo>
                    <a:pt x="59241" y="107156"/>
                  </a:lnTo>
                  <a:cubicBezTo>
                    <a:pt x="58619" y="108724"/>
                    <a:pt x="57922" y="110018"/>
                    <a:pt x="57051" y="111089"/>
                  </a:cubicBezTo>
                  <a:cubicBezTo>
                    <a:pt x="53889" y="112458"/>
                    <a:pt x="50828" y="113528"/>
                    <a:pt x="47791" y="114349"/>
                  </a:cubicBezTo>
                  <a:cubicBezTo>
                    <a:pt x="45601" y="113827"/>
                    <a:pt x="43311" y="112508"/>
                    <a:pt x="41195" y="110466"/>
                  </a:cubicBezTo>
                  <a:cubicBezTo>
                    <a:pt x="41419" y="110267"/>
                    <a:pt x="41643" y="110093"/>
                    <a:pt x="41867" y="109869"/>
                  </a:cubicBezTo>
                  <a:cubicBezTo>
                    <a:pt x="43609" y="109346"/>
                    <a:pt x="45352" y="108749"/>
                    <a:pt x="47119" y="108052"/>
                  </a:cubicBezTo>
                  <a:lnTo>
                    <a:pt x="47219" y="108052"/>
                  </a:lnTo>
                  <a:cubicBezTo>
                    <a:pt x="47268" y="108052"/>
                    <a:pt x="47343" y="108102"/>
                    <a:pt x="47368" y="108102"/>
                  </a:cubicBezTo>
                  <a:cubicBezTo>
                    <a:pt x="47791" y="108152"/>
                    <a:pt x="48239" y="108226"/>
                    <a:pt x="48662" y="108251"/>
                  </a:cubicBezTo>
                  <a:cubicBezTo>
                    <a:pt x="48762" y="108251"/>
                    <a:pt x="48861" y="108276"/>
                    <a:pt x="48961" y="108276"/>
                  </a:cubicBezTo>
                  <a:lnTo>
                    <a:pt x="49110" y="108276"/>
                  </a:lnTo>
                  <a:cubicBezTo>
                    <a:pt x="49658" y="108301"/>
                    <a:pt x="50230" y="108351"/>
                    <a:pt x="50828" y="108351"/>
                  </a:cubicBezTo>
                  <a:lnTo>
                    <a:pt x="51002" y="108351"/>
                  </a:lnTo>
                  <a:cubicBezTo>
                    <a:pt x="51400" y="108351"/>
                    <a:pt x="51823" y="108351"/>
                    <a:pt x="52222" y="108301"/>
                  </a:cubicBezTo>
                  <a:lnTo>
                    <a:pt x="52272" y="108301"/>
                  </a:lnTo>
                  <a:cubicBezTo>
                    <a:pt x="52496" y="108301"/>
                    <a:pt x="52720" y="108276"/>
                    <a:pt x="52944" y="108251"/>
                  </a:cubicBezTo>
                  <a:lnTo>
                    <a:pt x="53068" y="108251"/>
                  </a:lnTo>
                  <a:cubicBezTo>
                    <a:pt x="53242" y="108251"/>
                    <a:pt x="53416" y="108226"/>
                    <a:pt x="53616" y="108176"/>
                  </a:cubicBezTo>
                  <a:cubicBezTo>
                    <a:pt x="53765" y="108176"/>
                    <a:pt x="53889" y="108152"/>
                    <a:pt x="54064" y="108127"/>
                  </a:cubicBezTo>
                  <a:cubicBezTo>
                    <a:pt x="54238" y="108102"/>
                    <a:pt x="54462" y="108102"/>
                    <a:pt x="54686" y="108052"/>
                  </a:cubicBezTo>
                  <a:lnTo>
                    <a:pt x="54711" y="108052"/>
                  </a:lnTo>
                  <a:cubicBezTo>
                    <a:pt x="54761" y="108052"/>
                    <a:pt x="54835" y="108027"/>
                    <a:pt x="54885" y="108027"/>
                  </a:cubicBezTo>
                  <a:lnTo>
                    <a:pt x="54960" y="108027"/>
                  </a:lnTo>
                  <a:lnTo>
                    <a:pt x="55433" y="107928"/>
                  </a:lnTo>
                  <a:cubicBezTo>
                    <a:pt x="55731" y="107878"/>
                    <a:pt x="56055" y="107803"/>
                    <a:pt x="56354" y="107778"/>
                  </a:cubicBezTo>
                  <a:cubicBezTo>
                    <a:pt x="56603" y="107753"/>
                    <a:pt x="56851" y="107679"/>
                    <a:pt x="57100" y="107654"/>
                  </a:cubicBezTo>
                  <a:cubicBezTo>
                    <a:pt x="57822" y="107529"/>
                    <a:pt x="58544" y="107355"/>
                    <a:pt x="59241" y="107156"/>
                  </a:cubicBezTo>
                  <a:close/>
                  <a:moveTo>
                    <a:pt x="56329" y="111910"/>
                  </a:moveTo>
                  <a:cubicBezTo>
                    <a:pt x="55831" y="112383"/>
                    <a:pt x="55308" y="112856"/>
                    <a:pt x="54736" y="113229"/>
                  </a:cubicBezTo>
                  <a:cubicBezTo>
                    <a:pt x="52968" y="113727"/>
                    <a:pt x="51201" y="114101"/>
                    <a:pt x="49509" y="114374"/>
                  </a:cubicBezTo>
                  <a:cubicBezTo>
                    <a:pt x="51749" y="113702"/>
                    <a:pt x="54014" y="112881"/>
                    <a:pt x="56329" y="111910"/>
                  </a:cubicBezTo>
                  <a:close/>
                  <a:moveTo>
                    <a:pt x="19988" y="111288"/>
                  </a:moveTo>
                  <a:cubicBezTo>
                    <a:pt x="20013" y="111288"/>
                    <a:pt x="20087" y="111338"/>
                    <a:pt x="20112" y="111338"/>
                  </a:cubicBezTo>
                  <a:cubicBezTo>
                    <a:pt x="21531" y="112607"/>
                    <a:pt x="23199" y="113628"/>
                    <a:pt x="25066" y="114449"/>
                  </a:cubicBezTo>
                  <a:cubicBezTo>
                    <a:pt x="24941" y="114399"/>
                    <a:pt x="24817" y="114374"/>
                    <a:pt x="24717" y="114349"/>
                  </a:cubicBezTo>
                  <a:cubicBezTo>
                    <a:pt x="22950" y="113528"/>
                    <a:pt x="21357" y="112508"/>
                    <a:pt x="19988" y="111288"/>
                  </a:cubicBezTo>
                  <a:close/>
                  <a:moveTo>
                    <a:pt x="41071" y="110616"/>
                  </a:moveTo>
                  <a:cubicBezTo>
                    <a:pt x="43136" y="112582"/>
                    <a:pt x="45277" y="113877"/>
                    <a:pt x="47468" y="114474"/>
                  </a:cubicBezTo>
                  <a:cubicBezTo>
                    <a:pt x="47418" y="114474"/>
                    <a:pt x="47393" y="114499"/>
                    <a:pt x="47343" y="114499"/>
                  </a:cubicBezTo>
                  <a:cubicBezTo>
                    <a:pt x="45178" y="113901"/>
                    <a:pt x="43062" y="112607"/>
                    <a:pt x="41046" y="110641"/>
                  </a:cubicBezTo>
                  <a:lnTo>
                    <a:pt x="41071" y="110616"/>
                  </a:lnTo>
                  <a:close/>
                  <a:moveTo>
                    <a:pt x="56802" y="111412"/>
                  </a:moveTo>
                  <a:cubicBezTo>
                    <a:pt x="56752" y="111487"/>
                    <a:pt x="56702" y="111512"/>
                    <a:pt x="56677" y="111587"/>
                  </a:cubicBezTo>
                  <a:cubicBezTo>
                    <a:pt x="53840" y="112732"/>
                    <a:pt x="51102" y="113727"/>
                    <a:pt x="48388" y="114499"/>
                  </a:cubicBezTo>
                  <a:cubicBezTo>
                    <a:pt x="48339" y="114499"/>
                    <a:pt x="48264" y="114474"/>
                    <a:pt x="48214" y="114474"/>
                  </a:cubicBezTo>
                  <a:cubicBezTo>
                    <a:pt x="51002" y="113702"/>
                    <a:pt x="53865" y="112657"/>
                    <a:pt x="56802" y="111412"/>
                  </a:cubicBezTo>
                  <a:close/>
                  <a:moveTo>
                    <a:pt x="22300" y="113641"/>
                  </a:moveTo>
                  <a:cubicBezTo>
                    <a:pt x="22877" y="113870"/>
                    <a:pt x="23339" y="114032"/>
                    <a:pt x="23622" y="114150"/>
                  </a:cubicBezTo>
                  <a:cubicBezTo>
                    <a:pt x="24020" y="114325"/>
                    <a:pt x="24393" y="114449"/>
                    <a:pt x="24817" y="114573"/>
                  </a:cubicBezTo>
                  <a:cubicBezTo>
                    <a:pt x="24717" y="114573"/>
                    <a:pt x="24593" y="114524"/>
                    <a:pt x="24418" y="114499"/>
                  </a:cubicBezTo>
                  <a:lnTo>
                    <a:pt x="24393" y="114499"/>
                  </a:lnTo>
                  <a:cubicBezTo>
                    <a:pt x="24269" y="114474"/>
                    <a:pt x="24194" y="114449"/>
                    <a:pt x="24070" y="114374"/>
                  </a:cubicBezTo>
                  <a:cubicBezTo>
                    <a:pt x="24020" y="114374"/>
                    <a:pt x="24020" y="114349"/>
                    <a:pt x="23995" y="114349"/>
                  </a:cubicBezTo>
                  <a:cubicBezTo>
                    <a:pt x="23522" y="114200"/>
                    <a:pt x="23099" y="114026"/>
                    <a:pt x="22651" y="113827"/>
                  </a:cubicBezTo>
                  <a:cubicBezTo>
                    <a:pt x="22534" y="113768"/>
                    <a:pt x="22417" y="113695"/>
                    <a:pt x="22300" y="113641"/>
                  </a:cubicBezTo>
                  <a:close/>
                  <a:moveTo>
                    <a:pt x="47791" y="114573"/>
                  </a:moveTo>
                  <a:cubicBezTo>
                    <a:pt x="47841" y="114573"/>
                    <a:pt x="47866" y="114598"/>
                    <a:pt x="47916" y="114598"/>
                  </a:cubicBezTo>
                  <a:lnTo>
                    <a:pt x="47667" y="114598"/>
                  </a:lnTo>
                  <a:cubicBezTo>
                    <a:pt x="47716" y="114598"/>
                    <a:pt x="47766" y="114573"/>
                    <a:pt x="47791" y="114573"/>
                  </a:cubicBezTo>
                  <a:close/>
                  <a:moveTo>
                    <a:pt x="54188" y="113553"/>
                  </a:moveTo>
                  <a:cubicBezTo>
                    <a:pt x="54089" y="113603"/>
                    <a:pt x="54014" y="113628"/>
                    <a:pt x="53939" y="113702"/>
                  </a:cubicBezTo>
                  <a:cubicBezTo>
                    <a:pt x="52396" y="114101"/>
                    <a:pt x="50902" y="114399"/>
                    <a:pt x="49484" y="114623"/>
                  </a:cubicBezTo>
                  <a:cubicBezTo>
                    <a:pt x="49384" y="114623"/>
                    <a:pt x="49285" y="114623"/>
                    <a:pt x="49235" y="114598"/>
                  </a:cubicBezTo>
                  <a:cubicBezTo>
                    <a:pt x="50853" y="114349"/>
                    <a:pt x="52496" y="114001"/>
                    <a:pt x="54188" y="113553"/>
                  </a:cubicBezTo>
                  <a:close/>
                  <a:moveTo>
                    <a:pt x="53068" y="114101"/>
                  </a:moveTo>
                  <a:lnTo>
                    <a:pt x="53068" y="114101"/>
                  </a:lnTo>
                  <a:cubicBezTo>
                    <a:pt x="52645" y="114250"/>
                    <a:pt x="52247" y="114374"/>
                    <a:pt x="51848" y="114474"/>
                  </a:cubicBezTo>
                  <a:cubicBezTo>
                    <a:pt x="51400" y="114524"/>
                    <a:pt x="50977" y="114598"/>
                    <a:pt x="50529" y="114623"/>
                  </a:cubicBezTo>
                  <a:cubicBezTo>
                    <a:pt x="51375" y="114474"/>
                    <a:pt x="52222" y="114275"/>
                    <a:pt x="53068" y="114101"/>
                  </a:cubicBezTo>
                  <a:close/>
                  <a:moveTo>
                    <a:pt x="48488" y="114698"/>
                  </a:moveTo>
                  <a:cubicBezTo>
                    <a:pt x="48538" y="114698"/>
                    <a:pt x="48613" y="114723"/>
                    <a:pt x="48662" y="114723"/>
                  </a:cubicBezTo>
                  <a:cubicBezTo>
                    <a:pt x="48637" y="114723"/>
                    <a:pt x="48538" y="114748"/>
                    <a:pt x="48488" y="114748"/>
                  </a:cubicBezTo>
                  <a:cubicBezTo>
                    <a:pt x="48413" y="114748"/>
                    <a:pt x="48388" y="114723"/>
                    <a:pt x="48339" y="114723"/>
                  </a:cubicBezTo>
                  <a:cubicBezTo>
                    <a:pt x="48388" y="114723"/>
                    <a:pt x="48463" y="114698"/>
                    <a:pt x="48488" y="114698"/>
                  </a:cubicBezTo>
                  <a:close/>
                  <a:moveTo>
                    <a:pt x="53342" y="114225"/>
                  </a:moveTo>
                  <a:lnTo>
                    <a:pt x="53143" y="114325"/>
                  </a:lnTo>
                  <a:cubicBezTo>
                    <a:pt x="53118" y="114325"/>
                    <a:pt x="53093" y="114349"/>
                    <a:pt x="53068" y="114349"/>
                  </a:cubicBezTo>
                  <a:cubicBezTo>
                    <a:pt x="52869" y="114399"/>
                    <a:pt x="52720" y="114474"/>
                    <a:pt x="52520" y="114524"/>
                  </a:cubicBezTo>
                  <a:lnTo>
                    <a:pt x="52471" y="114524"/>
                  </a:lnTo>
                  <a:cubicBezTo>
                    <a:pt x="52272" y="114598"/>
                    <a:pt x="52072" y="114623"/>
                    <a:pt x="51873" y="114698"/>
                  </a:cubicBezTo>
                  <a:cubicBezTo>
                    <a:pt x="51823" y="114698"/>
                    <a:pt x="51774" y="114698"/>
                    <a:pt x="51724" y="114723"/>
                  </a:cubicBezTo>
                  <a:lnTo>
                    <a:pt x="51624" y="114723"/>
                  </a:lnTo>
                  <a:cubicBezTo>
                    <a:pt x="51500" y="114748"/>
                    <a:pt x="51400" y="114748"/>
                    <a:pt x="51276" y="114773"/>
                  </a:cubicBezTo>
                  <a:cubicBezTo>
                    <a:pt x="52023" y="114598"/>
                    <a:pt x="52720" y="114399"/>
                    <a:pt x="53342" y="114225"/>
                  </a:cubicBezTo>
                  <a:close/>
                  <a:moveTo>
                    <a:pt x="40896" y="110740"/>
                  </a:moveTo>
                  <a:cubicBezTo>
                    <a:pt x="42863" y="112632"/>
                    <a:pt x="44904" y="113951"/>
                    <a:pt x="46995" y="114573"/>
                  </a:cubicBezTo>
                  <a:cubicBezTo>
                    <a:pt x="46795" y="114623"/>
                    <a:pt x="46621" y="114648"/>
                    <a:pt x="46422" y="114723"/>
                  </a:cubicBezTo>
                  <a:cubicBezTo>
                    <a:pt x="45529" y="114794"/>
                    <a:pt x="44652" y="114830"/>
                    <a:pt x="43794" y="114830"/>
                  </a:cubicBezTo>
                  <a:cubicBezTo>
                    <a:pt x="41045" y="114830"/>
                    <a:pt x="38494" y="114461"/>
                    <a:pt x="36217" y="113702"/>
                  </a:cubicBezTo>
                  <a:cubicBezTo>
                    <a:pt x="37884" y="112956"/>
                    <a:pt x="39428" y="111960"/>
                    <a:pt x="40896" y="110740"/>
                  </a:cubicBezTo>
                  <a:close/>
                  <a:moveTo>
                    <a:pt x="49484" y="114797"/>
                  </a:moveTo>
                  <a:cubicBezTo>
                    <a:pt x="49633" y="114822"/>
                    <a:pt x="49789" y="114835"/>
                    <a:pt x="49944" y="114835"/>
                  </a:cubicBezTo>
                  <a:cubicBezTo>
                    <a:pt x="50100" y="114835"/>
                    <a:pt x="50255" y="114822"/>
                    <a:pt x="50405" y="114797"/>
                  </a:cubicBezTo>
                  <a:lnTo>
                    <a:pt x="50405" y="114797"/>
                  </a:lnTo>
                  <a:cubicBezTo>
                    <a:pt x="50330" y="114847"/>
                    <a:pt x="50230" y="114847"/>
                    <a:pt x="50131" y="114872"/>
                  </a:cubicBezTo>
                  <a:lnTo>
                    <a:pt x="50031" y="114872"/>
                  </a:lnTo>
                  <a:cubicBezTo>
                    <a:pt x="49758" y="114872"/>
                    <a:pt x="49484" y="114847"/>
                    <a:pt x="49235" y="114847"/>
                  </a:cubicBezTo>
                  <a:cubicBezTo>
                    <a:pt x="49334" y="114847"/>
                    <a:pt x="49384" y="114797"/>
                    <a:pt x="49484" y="114797"/>
                  </a:cubicBezTo>
                  <a:close/>
                  <a:moveTo>
                    <a:pt x="20486" y="111387"/>
                  </a:moveTo>
                  <a:lnTo>
                    <a:pt x="20486" y="111387"/>
                  </a:lnTo>
                  <a:cubicBezTo>
                    <a:pt x="20784" y="111462"/>
                    <a:pt x="21083" y="111537"/>
                    <a:pt x="21382" y="111611"/>
                  </a:cubicBezTo>
                  <a:cubicBezTo>
                    <a:pt x="21631" y="111661"/>
                    <a:pt x="21904" y="111711"/>
                    <a:pt x="22153" y="111736"/>
                  </a:cubicBezTo>
                  <a:cubicBezTo>
                    <a:pt x="22576" y="111786"/>
                    <a:pt x="22975" y="111885"/>
                    <a:pt x="23373" y="111910"/>
                  </a:cubicBezTo>
                  <a:cubicBezTo>
                    <a:pt x="23771" y="111985"/>
                    <a:pt x="24219" y="112010"/>
                    <a:pt x="24642" y="112035"/>
                  </a:cubicBezTo>
                  <a:cubicBezTo>
                    <a:pt x="24941" y="112084"/>
                    <a:pt x="25190" y="112109"/>
                    <a:pt x="25464" y="112109"/>
                  </a:cubicBezTo>
                  <a:cubicBezTo>
                    <a:pt x="26186" y="112134"/>
                    <a:pt x="26883" y="112159"/>
                    <a:pt x="27629" y="112159"/>
                  </a:cubicBezTo>
                  <a:cubicBezTo>
                    <a:pt x="28376" y="112159"/>
                    <a:pt x="29123" y="112134"/>
                    <a:pt x="29919" y="112109"/>
                  </a:cubicBezTo>
                  <a:cubicBezTo>
                    <a:pt x="30367" y="112059"/>
                    <a:pt x="30840" y="112035"/>
                    <a:pt x="31338" y="111985"/>
                  </a:cubicBezTo>
                  <a:cubicBezTo>
                    <a:pt x="31463" y="111985"/>
                    <a:pt x="31587" y="111960"/>
                    <a:pt x="31736" y="111960"/>
                  </a:cubicBezTo>
                  <a:cubicBezTo>
                    <a:pt x="32782" y="112632"/>
                    <a:pt x="33852" y="113229"/>
                    <a:pt x="35072" y="113727"/>
                  </a:cubicBezTo>
                  <a:cubicBezTo>
                    <a:pt x="33329" y="114399"/>
                    <a:pt x="31487" y="114797"/>
                    <a:pt x="29670" y="114897"/>
                  </a:cubicBezTo>
                  <a:cubicBezTo>
                    <a:pt x="29396" y="114914"/>
                    <a:pt x="29125" y="114922"/>
                    <a:pt x="28856" y="114922"/>
                  </a:cubicBezTo>
                  <a:cubicBezTo>
                    <a:pt x="27952" y="114922"/>
                    <a:pt x="27074" y="114832"/>
                    <a:pt x="26211" y="114698"/>
                  </a:cubicBezTo>
                  <a:cubicBezTo>
                    <a:pt x="24020" y="113877"/>
                    <a:pt x="22128" y="112781"/>
                    <a:pt x="20486" y="111387"/>
                  </a:cubicBezTo>
                  <a:close/>
                  <a:moveTo>
                    <a:pt x="46995" y="114872"/>
                  </a:moveTo>
                  <a:cubicBezTo>
                    <a:pt x="46895" y="114897"/>
                    <a:pt x="46795" y="114947"/>
                    <a:pt x="46721" y="114947"/>
                  </a:cubicBezTo>
                  <a:cubicBezTo>
                    <a:pt x="46497" y="114972"/>
                    <a:pt x="46298" y="114972"/>
                    <a:pt x="46099" y="114997"/>
                  </a:cubicBezTo>
                  <a:lnTo>
                    <a:pt x="46472" y="114897"/>
                  </a:lnTo>
                  <a:cubicBezTo>
                    <a:pt x="46646" y="114897"/>
                    <a:pt x="46795" y="114872"/>
                    <a:pt x="46995" y="114872"/>
                  </a:cubicBezTo>
                  <a:close/>
                  <a:moveTo>
                    <a:pt x="35968" y="113827"/>
                  </a:moveTo>
                  <a:cubicBezTo>
                    <a:pt x="38360" y="114638"/>
                    <a:pt x="41027" y="115028"/>
                    <a:pt x="43938" y="115028"/>
                  </a:cubicBezTo>
                  <a:cubicBezTo>
                    <a:pt x="44419" y="115028"/>
                    <a:pt x="44907" y="115018"/>
                    <a:pt x="45402" y="114997"/>
                  </a:cubicBezTo>
                  <a:lnTo>
                    <a:pt x="45402" y="114997"/>
                  </a:lnTo>
                  <a:cubicBezTo>
                    <a:pt x="45302" y="115021"/>
                    <a:pt x="45227" y="115021"/>
                    <a:pt x="45128" y="115071"/>
                  </a:cubicBezTo>
                  <a:cubicBezTo>
                    <a:pt x="44680" y="115096"/>
                    <a:pt x="44281" y="115096"/>
                    <a:pt x="43883" y="115096"/>
                  </a:cubicBezTo>
                  <a:cubicBezTo>
                    <a:pt x="40946" y="115096"/>
                    <a:pt x="38283" y="114648"/>
                    <a:pt x="35918" y="113852"/>
                  </a:cubicBezTo>
                  <a:cubicBezTo>
                    <a:pt x="35918" y="113827"/>
                    <a:pt x="35943" y="113827"/>
                    <a:pt x="35968" y="113827"/>
                  </a:cubicBezTo>
                  <a:close/>
                  <a:moveTo>
                    <a:pt x="35296" y="113852"/>
                  </a:moveTo>
                  <a:cubicBezTo>
                    <a:pt x="35321" y="113852"/>
                    <a:pt x="35346" y="113877"/>
                    <a:pt x="35395" y="113877"/>
                  </a:cubicBezTo>
                  <a:cubicBezTo>
                    <a:pt x="33528" y="114623"/>
                    <a:pt x="31587" y="115071"/>
                    <a:pt x="29670" y="115146"/>
                  </a:cubicBezTo>
                  <a:cubicBezTo>
                    <a:pt x="29421" y="115146"/>
                    <a:pt x="29123" y="115196"/>
                    <a:pt x="28924" y="115196"/>
                  </a:cubicBezTo>
                  <a:cubicBezTo>
                    <a:pt x="28426" y="115196"/>
                    <a:pt x="27953" y="115146"/>
                    <a:pt x="27480" y="115121"/>
                  </a:cubicBezTo>
                  <a:cubicBezTo>
                    <a:pt x="27355" y="115071"/>
                    <a:pt x="27256" y="115021"/>
                    <a:pt x="27181" y="114997"/>
                  </a:cubicBezTo>
                  <a:lnTo>
                    <a:pt x="27181" y="114997"/>
                  </a:lnTo>
                  <a:cubicBezTo>
                    <a:pt x="27790" y="115073"/>
                    <a:pt x="28398" y="115105"/>
                    <a:pt x="29029" y="115105"/>
                  </a:cubicBezTo>
                  <a:cubicBezTo>
                    <a:pt x="29224" y="115105"/>
                    <a:pt x="29421" y="115102"/>
                    <a:pt x="29621" y="115096"/>
                  </a:cubicBezTo>
                  <a:cubicBezTo>
                    <a:pt x="31562" y="114997"/>
                    <a:pt x="33454" y="114573"/>
                    <a:pt x="35296" y="113852"/>
                  </a:cubicBezTo>
                  <a:close/>
                  <a:moveTo>
                    <a:pt x="35644" y="113951"/>
                  </a:moveTo>
                  <a:cubicBezTo>
                    <a:pt x="38059" y="114822"/>
                    <a:pt x="40822" y="115246"/>
                    <a:pt x="43858" y="115246"/>
                  </a:cubicBezTo>
                  <a:lnTo>
                    <a:pt x="44057" y="115246"/>
                  </a:lnTo>
                  <a:cubicBezTo>
                    <a:pt x="41096" y="115870"/>
                    <a:pt x="38258" y="116185"/>
                    <a:pt x="35584" y="116185"/>
                  </a:cubicBezTo>
                  <a:cubicBezTo>
                    <a:pt x="34099" y="116185"/>
                    <a:pt x="32665" y="116088"/>
                    <a:pt x="31288" y="115893"/>
                  </a:cubicBezTo>
                  <a:cubicBezTo>
                    <a:pt x="31114" y="115868"/>
                    <a:pt x="30940" y="115843"/>
                    <a:pt x="30790" y="115843"/>
                  </a:cubicBezTo>
                  <a:cubicBezTo>
                    <a:pt x="29919" y="115718"/>
                    <a:pt x="29098" y="115519"/>
                    <a:pt x="28301" y="115320"/>
                  </a:cubicBezTo>
                  <a:cubicBezTo>
                    <a:pt x="28476" y="115320"/>
                    <a:pt x="28700" y="115345"/>
                    <a:pt x="28874" y="115345"/>
                  </a:cubicBezTo>
                  <a:cubicBezTo>
                    <a:pt x="29123" y="115345"/>
                    <a:pt x="29372" y="115345"/>
                    <a:pt x="29670" y="115320"/>
                  </a:cubicBezTo>
                  <a:cubicBezTo>
                    <a:pt x="31687" y="115221"/>
                    <a:pt x="33703" y="114748"/>
                    <a:pt x="35644" y="113951"/>
                  </a:cubicBezTo>
                  <a:close/>
                  <a:moveTo>
                    <a:pt x="48513" y="114947"/>
                  </a:moveTo>
                  <a:cubicBezTo>
                    <a:pt x="48787" y="114997"/>
                    <a:pt x="49135" y="114997"/>
                    <a:pt x="49459" y="115021"/>
                  </a:cubicBezTo>
                  <a:cubicBezTo>
                    <a:pt x="49110" y="115121"/>
                    <a:pt x="48737" y="115196"/>
                    <a:pt x="48364" y="115270"/>
                  </a:cubicBezTo>
                  <a:cubicBezTo>
                    <a:pt x="46497" y="115694"/>
                    <a:pt x="43410" y="116191"/>
                    <a:pt x="40448" y="116316"/>
                  </a:cubicBezTo>
                  <a:cubicBezTo>
                    <a:pt x="42489" y="116067"/>
                    <a:pt x="44605" y="115644"/>
                    <a:pt x="46771" y="115121"/>
                  </a:cubicBezTo>
                  <a:cubicBezTo>
                    <a:pt x="47343" y="115071"/>
                    <a:pt x="47916" y="114997"/>
                    <a:pt x="48513" y="114947"/>
                  </a:cubicBezTo>
                  <a:close/>
                  <a:moveTo>
                    <a:pt x="27596" y="115399"/>
                  </a:moveTo>
                  <a:cubicBezTo>
                    <a:pt x="28936" y="115729"/>
                    <a:pt x="30005" y="115919"/>
                    <a:pt x="30392" y="115967"/>
                  </a:cubicBezTo>
                  <a:cubicBezTo>
                    <a:pt x="30542" y="115992"/>
                    <a:pt x="30666" y="115992"/>
                    <a:pt x="30741" y="116017"/>
                  </a:cubicBezTo>
                  <a:cubicBezTo>
                    <a:pt x="30890" y="116042"/>
                    <a:pt x="31014" y="116042"/>
                    <a:pt x="31189" y="116092"/>
                  </a:cubicBezTo>
                  <a:cubicBezTo>
                    <a:pt x="31985" y="116216"/>
                    <a:pt x="32757" y="116291"/>
                    <a:pt x="33578" y="116391"/>
                  </a:cubicBezTo>
                  <a:cubicBezTo>
                    <a:pt x="33329" y="116366"/>
                    <a:pt x="33056" y="116341"/>
                    <a:pt x="32782" y="116341"/>
                  </a:cubicBezTo>
                  <a:cubicBezTo>
                    <a:pt x="32608" y="116341"/>
                    <a:pt x="32483" y="116316"/>
                    <a:pt x="32334" y="116316"/>
                  </a:cubicBezTo>
                  <a:cubicBezTo>
                    <a:pt x="32159" y="116266"/>
                    <a:pt x="31960" y="116266"/>
                    <a:pt x="31786" y="116241"/>
                  </a:cubicBezTo>
                  <a:cubicBezTo>
                    <a:pt x="31413" y="116191"/>
                    <a:pt x="31064" y="116142"/>
                    <a:pt x="30691" y="116092"/>
                  </a:cubicBezTo>
                  <a:cubicBezTo>
                    <a:pt x="30591" y="116092"/>
                    <a:pt x="30492" y="116042"/>
                    <a:pt x="30442" y="116042"/>
                  </a:cubicBezTo>
                  <a:cubicBezTo>
                    <a:pt x="29695" y="115942"/>
                    <a:pt x="28949" y="115768"/>
                    <a:pt x="28227" y="115594"/>
                  </a:cubicBezTo>
                  <a:cubicBezTo>
                    <a:pt x="28202" y="115594"/>
                    <a:pt x="28127" y="115544"/>
                    <a:pt x="28102" y="115544"/>
                  </a:cubicBezTo>
                  <a:cubicBezTo>
                    <a:pt x="27918" y="115503"/>
                    <a:pt x="27768" y="115446"/>
                    <a:pt x="27596" y="115399"/>
                  </a:cubicBezTo>
                  <a:close/>
                  <a:moveTo>
                    <a:pt x="45601" y="115221"/>
                  </a:moveTo>
                  <a:cubicBezTo>
                    <a:pt x="42813" y="115868"/>
                    <a:pt x="40150" y="116241"/>
                    <a:pt x="37586" y="116391"/>
                  </a:cubicBezTo>
                  <a:cubicBezTo>
                    <a:pt x="37088" y="116391"/>
                    <a:pt x="36665" y="116391"/>
                    <a:pt x="36217" y="116366"/>
                  </a:cubicBezTo>
                  <a:cubicBezTo>
                    <a:pt x="39029" y="116316"/>
                    <a:pt x="42016" y="115942"/>
                    <a:pt x="45128" y="115221"/>
                  </a:cubicBezTo>
                  <a:close/>
                  <a:moveTo>
                    <a:pt x="50479" y="115021"/>
                  </a:moveTo>
                  <a:cubicBezTo>
                    <a:pt x="50031" y="115146"/>
                    <a:pt x="49583" y="115270"/>
                    <a:pt x="49085" y="115370"/>
                  </a:cubicBezTo>
                  <a:cubicBezTo>
                    <a:pt x="48264" y="115519"/>
                    <a:pt x="47293" y="115743"/>
                    <a:pt x="46372" y="115893"/>
                  </a:cubicBezTo>
                  <a:cubicBezTo>
                    <a:pt x="45924" y="115967"/>
                    <a:pt x="45426" y="116067"/>
                    <a:pt x="44929" y="116117"/>
                  </a:cubicBezTo>
                  <a:lnTo>
                    <a:pt x="44879" y="116117"/>
                  </a:lnTo>
                  <a:cubicBezTo>
                    <a:pt x="44406" y="116191"/>
                    <a:pt x="43908" y="116216"/>
                    <a:pt x="43385" y="116266"/>
                  </a:cubicBezTo>
                  <a:cubicBezTo>
                    <a:pt x="42191" y="116391"/>
                    <a:pt x="40871" y="116490"/>
                    <a:pt x="39577" y="116565"/>
                  </a:cubicBezTo>
                  <a:cubicBezTo>
                    <a:pt x="39204" y="116590"/>
                    <a:pt x="38830" y="116590"/>
                    <a:pt x="38457" y="116615"/>
                  </a:cubicBezTo>
                  <a:lnTo>
                    <a:pt x="37685" y="116615"/>
                  </a:lnTo>
                  <a:cubicBezTo>
                    <a:pt x="37187" y="116615"/>
                    <a:pt x="36764" y="116615"/>
                    <a:pt x="36316" y="116590"/>
                  </a:cubicBezTo>
                  <a:lnTo>
                    <a:pt x="37038" y="116590"/>
                  </a:lnTo>
                  <a:cubicBezTo>
                    <a:pt x="37187" y="116590"/>
                    <a:pt x="37387" y="116540"/>
                    <a:pt x="37536" y="116540"/>
                  </a:cubicBezTo>
                  <a:lnTo>
                    <a:pt x="37660" y="116540"/>
                  </a:lnTo>
                  <a:cubicBezTo>
                    <a:pt x="38208" y="116540"/>
                    <a:pt x="38880" y="116540"/>
                    <a:pt x="39552" y="116515"/>
                  </a:cubicBezTo>
                  <a:lnTo>
                    <a:pt x="39577" y="116515"/>
                  </a:lnTo>
                  <a:cubicBezTo>
                    <a:pt x="40822" y="116490"/>
                    <a:pt x="42166" y="116366"/>
                    <a:pt x="43410" y="116241"/>
                  </a:cubicBezTo>
                  <a:cubicBezTo>
                    <a:pt x="45352" y="116017"/>
                    <a:pt x="47119" y="115718"/>
                    <a:pt x="48364" y="115420"/>
                  </a:cubicBezTo>
                  <a:cubicBezTo>
                    <a:pt x="48986" y="115295"/>
                    <a:pt x="49583" y="115146"/>
                    <a:pt x="50106" y="115021"/>
                  </a:cubicBezTo>
                  <a:close/>
                  <a:moveTo>
                    <a:pt x="80647" y="0"/>
                  </a:moveTo>
                  <a:cubicBezTo>
                    <a:pt x="79950" y="0"/>
                    <a:pt x="79278" y="25"/>
                    <a:pt x="78706" y="50"/>
                  </a:cubicBezTo>
                  <a:lnTo>
                    <a:pt x="78606" y="50"/>
                  </a:lnTo>
                  <a:cubicBezTo>
                    <a:pt x="77212" y="125"/>
                    <a:pt x="75520" y="249"/>
                    <a:pt x="73603" y="498"/>
                  </a:cubicBezTo>
                  <a:cubicBezTo>
                    <a:pt x="73529" y="498"/>
                    <a:pt x="73479" y="523"/>
                    <a:pt x="73404" y="523"/>
                  </a:cubicBezTo>
                  <a:cubicBezTo>
                    <a:pt x="72209" y="672"/>
                    <a:pt x="70691" y="971"/>
                    <a:pt x="69894" y="1145"/>
                  </a:cubicBezTo>
                  <a:cubicBezTo>
                    <a:pt x="69471" y="1245"/>
                    <a:pt x="69073" y="1295"/>
                    <a:pt x="68700" y="1394"/>
                  </a:cubicBezTo>
                  <a:lnTo>
                    <a:pt x="68675" y="1394"/>
                  </a:lnTo>
                  <a:cubicBezTo>
                    <a:pt x="68326" y="1494"/>
                    <a:pt x="67978" y="1544"/>
                    <a:pt x="67679" y="1643"/>
                  </a:cubicBezTo>
                  <a:cubicBezTo>
                    <a:pt x="65215" y="2240"/>
                    <a:pt x="63248" y="2863"/>
                    <a:pt x="62228" y="3236"/>
                  </a:cubicBezTo>
                  <a:cubicBezTo>
                    <a:pt x="61357" y="3535"/>
                    <a:pt x="60834" y="3734"/>
                    <a:pt x="60809" y="3734"/>
                  </a:cubicBezTo>
                  <a:cubicBezTo>
                    <a:pt x="60461" y="3858"/>
                    <a:pt x="60087" y="4008"/>
                    <a:pt x="59689" y="4157"/>
                  </a:cubicBezTo>
                  <a:lnTo>
                    <a:pt x="59639" y="4157"/>
                  </a:lnTo>
                  <a:cubicBezTo>
                    <a:pt x="58868" y="4456"/>
                    <a:pt x="57947" y="4829"/>
                    <a:pt x="57150" y="5153"/>
                  </a:cubicBezTo>
                  <a:cubicBezTo>
                    <a:pt x="54960" y="6074"/>
                    <a:pt x="53466" y="6820"/>
                    <a:pt x="49633" y="8812"/>
                  </a:cubicBezTo>
                  <a:cubicBezTo>
                    <a:pt x="49185" y="9011"/>
                    <a:pt x="48637" y="9334"/>
                    <a:pt x="47990" y="9708"/>
                  </a:cubicBezTo>
                  <a:cubicBezTo>
                    <a:pt x="47891" y="9782"/>
                    <a:pt x="47791" y="9807"/>
                    <a:pt x="47692" y="9857"/>
                  </a:cubicBezTo>
                  <a:cubicBezTo>
                    <a:pt x="45800" y="10977"/>
                    <a:pt x="43336" y="12471"/>
                    <a:pt x="41668" y="13665"/>
                  </a:cubicBezTo>
                  <a:cubicBezTo>
                    <a:pt x="41593" y="13715"/>
                    <a:pt x="41519" y="13740"/>
                    <a:pt x="41444" y="13815"/>
                  </a:cubicBezTo>
                  <a:cubicBezTo>
                    <a:pt x="40971" y="14113"/>
                    <a:pt x="40548" y="14437"/>
                    <a:pt x="40174" y="14711"/>
                  </a:cubicBezTo>
                  <a:lnTo>
                    <a:pt x="39701" y="15034"/>
                  </a:lnTo>
                  <a:lnTo>
                    <a:pt x="39677" y="15034"/>
                  </a:lnTo>
                  <a:cubicBezTo>
                    <a:pt x="38407" y="15906"/>
                    <a:pt x="37362" y="16677"/>
                    <a:pt x="36167" y="17648"/>
                  </a:cubicBezTo>
                  <a:cubicBezTo>
                    <a:pt x="36092" y="17698"/>
                    <a:pt x="36042" y="17723"/>
                    <a:pt x="35943" y="17797"/>
                  </a:cubicBezTo>
                  <a:cubicBezTo>
                    <a:pt x="34798" y="18669"/>
                    <a:pt x="33255" y="19938"/>
                    <a:pt x="32359" y="20685"/>
                  </a:cubicBezTo>
                  <a:lnTo>
                    <a:pt x="32334" y="20685"/>
                  </a:lnTo>
                  <a:cubicBezTo>
                    <a:pt x="31861" y="21083"/>
                    <a:pt x="31189" y="21680"/>
                    <a:pt x="30442" y="22327"/>
                  </a:cubicBezTo>
                  <a:cubicBezTo>
                    <a:pt x="29397" y="23248"/>
                    <a:pt x="28376" y="24194"/>
                    <a:pt x="27530" y="25016"/>
                  </a:cubicBezTo>
                  <a:cubicBezTo>
                    <a:pt x="26883" y="25638"/>
                    <a:pt x="26285" y="26186"/>
                    <a:pt x="25887" y="26634"/>
                  </a:cubicBezTo>
                  <a:lnTo>
                    <a:pt x="25663" y="26858"/>
                  </a:lnTo>
                  <a:cubicBezTo>
                    <a:pt x="25389" y="27156"/>
                    <a:pt x="25041" y="27480"/>
                    <a:pt x="24717" y="27853"/>
                  </a:cubicBezTo>
                  <a:cubicBezTo>
                    <a:pt x="23970" y="28625"/>
                    <a:pt x="23174" y="29397"/>
                    <a:pt x="22552" y="30118"/>
                  </a:cubicBezTo>
                  <a:cubicBezTo>
                    <a:pt x="22054" y="30666"/>
                    <a:pt x="21631" y="31164"/>
                    <a:pt x="21257" y="31587"/>
                  </a:cubicBezTo>
                  <a:cubicBezTo>
                    <a:pt x="20983" y="31886"/>
                    <a:pt x="20734" y="32159"/>
                    <a:pt x="20510" y="32408"/>
                  </a:cubicBezTo>
                  <a:cubicBezTo>
                    <a:pt x="20386" y="32558"/>
                    <a:pt x="20286" y="32707"/>
                    <a:pt x="20162" y="32782"/>
                  </a:cubicBezTo>
                  <a:cubicBezTo>
                    <a:pt x="19988" y="33006"/>
                    <a:pt x="19789" y="33205"/>
                    <a:pt x="19614" y="33404"/>
                  </a:cubicBezTo>
                  <a:cubicBezTo>
                    <a:pt x="19390" y="33653"/>
                    <a:pt x="19166" y="33952"/>
                    <a:pt x="18917" y="34225"/>
                  </a:cubicBezTo>
                  <a:cubicBezTo>
                    <a:pt x="18196" y="35072"/>
                    <a:pt x="17748" y="35644"/>
                    <a:pt x="16827" y="36839"/>
                  </a:cubicBezTo>
                  <a:lnTo>
                    <a:pt x="16802" y="36864"/>
                  </a:lnTo>
                  <a:cubicBezTo>
                    <a:pt x="16802" y="36864"/>
                    <a:pt x="16627" y="37113"/>
                    <a:pt x="16304" y="37511"/>
                  </a:cubicBezTo>
                  <a:cubicBezTo>
                    <a:pt x="15632" y="38432"/>
                    <a:pt x="14810" y="39477"/>
                    <a:pt x="14213" y="40349"/>
                  </a:cubicBezTo>
                  <a:cubicBezTo>
                    <a:pt x="14213" y="40373"/>
                    <a:pt x="14188" y="40373"/>
                    <a:pt x="14188" y="40423"/>
                  </a:cubicBezTo>
                  <a:cubicBezTo>
                    <a:pt x="13441" y="41469"/>
                    <a:pt x="12595" y="42688"/>
                    <a:pt x="11774" y="44032"/>
                  </a:cubicBezTo>
                  <a:cubicBezTo>
                    <a:pt x="10927" y="45352"/>
                    <a:pt x="10181" y="46546"/>
                    <a:pt x="9583" y="47592"/>
                  </a:cubicBezTo>
                  <a:cubicBezTo>
                    <a:pt x="9110" y="48339"/>
                    <a:pt x="8712" y="49135"/>
                    <a:pt x="8239" y="49956"/>
                  </a:cubicBezTo>
                  <a:cubicBezTo>
                    <a:pt x="7791" y="50828"/>
                    <a:pt x="7492" y="51400"/>
                    <a:pt x="7443" y="51525"/>
                  </a:cubicBezTo>
                  <a:cubicBezTo>
                    <a:pt x="7293" y="51798"/>
                    <a:pt x="7119" y="52122"/>
                    <a:pt x="6970" y="52446"/>
                  </a:cubicBezTo>
                  <a:lnTo>
                    <a:pt x="6845" y="52670"/>
                  </a:lnTo>
                  <a:cubicBezTo>
                    <a:pt x="6472" y="53416"/>
                    <a:pt x="6049" y="54288"/>
                    <a:pt x="5700" y="55109"/>
                  </a:cubicBezTo>
                  <a:cubicBezTo>
                    <a:pt x="5675" y="55159"/>
                    <a:pt x="5626" y="55258"/>
                    <a:pt x="5601" y="55358"/>
                  </a:cubicBezTo>
                  <a:cubicBezTo>
                    <a:pt x="5078" y="56528"/>
                    <a:pt x="3734" y="59589"/>
                    <a:pt x="2639" y="63024"/>
                  </a:cubicBezTo>
                  <a:lnTo>
                    <a:pt x="2639" y="63074"/>
                  </a:lnTo>
                  <a:cubicBezTo>
                    <a:pt x="2191" y="64443"/>
                    <a:pt x="1718" y="66235"/>
                    <a:pt x="1344" y="67853"/>
                  </a:cubicBezTo>
                  <a:cubicBezTo>
                    <a:pt x="1245" y="68251"/>
                    <a:pt x="1145" y="68724"/>
                    <a:pt x="1070" y="69222"/>
                  </a:cubicBezTo>
                  <a:cubicBezTo>
                    <a:pt x="996" y="69620"/>
                    <a:pt x="896" y="69994"/>
                    <a:pt x="846" y="70367"/>
                  </a:cubicBezTo>
                  <a:lnTo>
                    <a:pt x="846" y="70417"/>
                  </a:lnTo>
                  <a:cubicBezTo>
                    <a:pt x="772" y="70716"/>
                    <a:pt x="722" y="71064"/>
                    <a:pt x="647" y="71363"/>
                  </a:cubicBezTo>
                  <a:lnTo>
                    <a:pt x="647" y="71437"/>
                  </a:lnTo>
                  <a:cubicBezTo>
                    <a:pt x="523" y="72159"/>
                    <a:pt x="398" y="72981"/>
                    <a:pt x="324" y="73827"/>
                  </a:cubicBezTo>
                  <a:cubicBezTo>
                    <a:pt x="199" y="74897"/>
                    <a:pt x="100" y="75918"/>
                    <a:pt x="75" y="76889"/>
                  </a:cubicBezTo>
                  <a:lnTo>
                    <a:pt x="75" y="76963"/>
                  </a:lnTo>
                  <a:cubicBezTo>
                    <a:pt x="25" y="77585"/>
                    <a:pt x="0" y="78332"/>
                    <a:pt x="0" y="79054"/>
                  </a:cubicBezTo>
                  <a:lnTo>
                    <a:pt x="0" y="79776"/>
                  </a:lnTo>
                  <a:lnTo>
                    <a:pt x="0" y="80323"/>
                  </a:lnTo>
                  <a:cubicBezTo>
                    <a:pt x="0" y="80946"/>
                    <a:pt x="25" y="81668"/>
                    <a:pt x="100" y="82365"/>
                  </a:cubicBezTo>
                  <a:cubicBezTo>
                    <a:pt x="249" y="84505"/>
                    <a:pt x="498" y="85999"/>
                    <a:pt x="598" y="86496"/>
                  </a:cubicBezTo>
                  <a:lnTo>
                    <a:pt x="622" y="86745"/>
                  </a:lnTo>
                  <a:cubicBezTo>
                    <a:pt x="622" y="86770"/>
                    <a:pt x="622" y="86845"/>
                    <a:pt x="647" y="86870"/>
                  </a:cubicBezTo>
                  <a:cubicBezTo>
                    <a:pt x="772" y="87741"/>
                    <a:pt x="1070" y="88961"/>
                    <a:pt x="1319" y="89882"/>
                  </a:cubicBezTo>
                  <a:cubicBezTo>
                    <a:pt x="1319" y="89907"/>
                    <a:pt x="1344" y="89981"/>
                    <a:pt x="1344" y="90006"/>
                  </a:cubicBezTo>
                  <a:cubicBezTo>
                    <a:pt x="1369" y="90081"/>
                    <a:pt x="1369" y="90131"/>
                    <a:pt x="1394" y="90205"/>
                  </a:cubicBezTo>
                  <a:cubicBezTo>
                    <a:pt x="1444" y="90255"/>
                    <a:pt x="1444" y="90355"/>
                    <a:pt x="1469" y="90404"/>
                  </a:cubicBezTo>
                  <a:cubicBezTo>
                    <a:pt x="1618" y="90952"/>
                    <a:pt x="1817" y="91500"/>
                    <a:pt x="1991" y="92072"/>
                  </a:cubicBezTo>
                  <a:cubicBezTo>
                    <a:pt x="2016" y="92122"/>
                    <a:pt x="2066" y="92221"/>
                    <a:pt x="2066" y="92271"/>
                  </a:cubicBezTo>
                  <a:cubicBezTo>
                    <a:pt x="2066" y="92321"/>
                    <a:pt x="2066" y="92321"/>
                    <a:pt x="2091" y="92346"/>
                  </a:cubicBezTo>
                  <a:cubicBezTo>
                    <a:pt x="2191" y="92620"/>
                    <a:pt x="2265" y="92943"/>
                    <a:pt x="2365" y="93217"/>
                  </a:cubicBezTo>
                  <a:cubicBezTo>
                    <a:pt x="2439" y="93441"/>
                    <a:pt x="2514" y="93615"/>
                    <a:pt x="2589" y="93839"/>
                  </a:cubicBezTo>
                  <a:cubicBezTo>
                    <a:pt x="2688" y="94138"/>
                    <a:pt x="2813" y="94437"/>
                    <a:pt x="2888" y="94710"/>
                  </a:cubicBezTo>
                  <a:lnTo>
                    <a:pt x="2888" y="94735"/>
                  </a:lnTo>
                  <a:cubicBezTo>
                    <a:pt x="2962" y="94885"/>
                    <a:pt x="3087" y="95183"/>
                    <a:pt x="3236" y="95557"/>
                  </a:cubicBezTo>
                  <a:cubicBezTo>
                    <a:pt x="3311" y="95681"/>
                    <a:pt x="3360" y="95831"/>
                    <a:pt x="3460" y="96005"/>
                  </a:cubicBezTo>
                  <a:cubicBezTo>
                    <a:pt x="3560" y="96229"/>
                    <a:pt x="3684" y="96478"/>
                    <a:pt x="3809" y="96752"/>
                  </a:cubicBezTo>
                  <a:cubicBezTo>
                    <a:pt x="4232" y="97623"/>
                    <a:pt x="4804" y="98693"/>
                    <a:pt x="5501" y="99863"/>
                  </a:cubicBezTo>
                  <a:cubicBezTo>
                    <a:pt x="5725" y="100211"/>
                    <a:pt x="5874" y="100485"/>
                    <a:pt x="5999" y="100684"/>
                  </a:cubicBezTo>
                  <a:cubicBezTo>
                    <a:pt x="6248" y="101083"/>
                    <a:pt x="6547" y="101456"/>
                    <a:pt x="6795" y="101804"/>
                  </a:cubicBezTo>
                  <a:cubicBezTo>
                    <a:pt x="6970" y="102078"/>
                    <a:pt x="7194" y="102327"/>
                    <a:pt x="7368" y="102626"/>
                  </a:cubicBezTo>
                  <a:cubicBezTo>
                    <a:pt x="7418" y="102676"/>
                    <a:pt x="7467" y="102750"/>
                    <a:pt x="7492" y="102775"/>
                  </a:cubicBezTo>
                  <a:cubicBezTo>
                    <a:pt x="7841" y="103198"/>
                    <a:pt x="8189" y="103621"/>
                    <a:pt x="8463" y="103995"/>
                  </a:cubicBezTo>
                  <a:cubicBezTo>
                    <a:pt x="8612" y="104169"/>
                    <a:pt x="8812" y="104393"/>
                    <a:pt x="8961" y="104567"/>
                  </a:cubicBezTo>
                  <a:cubicBezTo>
                    <a:pt x="9085" y="104742"/>
                    <a:pt x="9235" y="104891"/>
                    <a:pt x="9334" y="105015"/>
                  </a:cubicBezTo>
                  <a:cubicBezTo>
                    <a:pt x="9683" y="105389"/>
                    <a:pt x="9932" y="105662"/>
                    <a:pt x="10056" y="105762"/>
                  </a:cubicBezTo>
                  <a:cubicBezTo>
                    <a:pt x="10106" y="105812"/>
                    <a:pt x="10181" y="105911"/>
                    <a:pt x="10280" y="105961"/>
                  </a:cubicBezTo>
                  <a:lnTo>
                    <a:pt x="10405" y="106086"/>
                  </a:lnTo>
                  <a:cubicBezTo>
                    <a:pt x="10554" y="106260"/>
                    <a:pt x="10728" y="106409"/>
                    <a:pt x="10902" y="106559"/>
                  </a:cubicBezTo>
                  <a:cubicBezTo>
                    <a:pt x="11226" y="106907"/>
                    <a:pt x="11599" y="107256"/>
                    <a:pt x="11973" y="107579"/>
                  </a:cubicBezTo>
                  <a:cubicBezTo>
                    <a:pt x="12296" y="107878"/>
                    <a:pt x="12645" y="108152"/>
                    <a:pt x="12944" y="108425"/>
                  </a:cubicBezTo>
                  <a:cubicBezTo>
                    <a:pt x="13018" y="108450"/>
                    <a:pt x="13043" y="108525"/>
                    <a:pt x="13093" y="108550"/>
                  </a:cubicBezTo>
                  <a:cubicBezTo>
                    <a:pt x="13815" y="109147"/>
                    <a:pt x="14661" y="109770"/>
                    <a:pt x="15657" y="110417"/>
                  </a:cubicBezTo>
                  <a:cubicBezTo>
                    <a:pt x="15756" y="110491"/>
                    <a:pt x="15806" y="110541"/>
                    <a:pt x="15906" y="110616"/>
                  </a:cubicBezTo>
                  <a:cubicBezTo>
                    <a:pt x="16055" y="110690"/>
                    <a:pt x="16204" y="110790"/>
                    <a:pt x="16379" y="110914"/>
                  </a:cubicBezTo>
                  <a:cubicBezTo>
                    <a:pt x="16428" y="110939"/>
                    <a:pt x="16453" y="110989"/>
                    <a:pt x="16503" y="111014"/>
                  </a:cubicBezTo>
                  <a:cubicBezTo>
                    <a:pt x="16528" y="111039"/>
                    <a:pt x="16553" y="111039"/>
                    <a:pt x="16578" y="111064"/>
                  </a:cubicBezTo>
                  <a:cubicBezTo>
                    <a:pt x="16901" y="111288"/>
                    <a:pt x="17250" y="111487"/>
                    <a:pt x="17548" y="111661"/>
                  </a:cubicBezTo>
                  <a:cubicBezTo>
                    <a:pt x="17573" y="111686"/>
                    <a:pt x="17623" y="111686"/>
                    <a:pt x="17648" y="111736"/>
                  </a:cubicBezTo>
                  <a:cubicBezTo>
                    <a:pt x="19789" y="112980"/>
                    <a:pt x="21481" y="113652"/>
                    <a:pt x="21855" y="113777"/>
                  </a:cubicBezTo>
                  <a:cubicBezTo>
                    <a:pt x="22029" y="113852"/>
                    <a:pt x="22178" y="113926"/>
                    <a:pt x="22402" y="114001"/>
                  </a:cubicBezTo>
                  <a:lnTo>
                    <a:pt x="22427" y="114026"/>
                  </a:lnTo>
                  <a:cubicBezTo>
                    <a:pt x="22651" y="114125"/>
                    <a:pt x="22875" y="114175"/>
                    <a:pt x="23049" y="114275"/>
                  </a:cubicBezTo>
                  <a:cubicBezTo>
                    <a:pt x="23174" y="114349"/>
                    <a:pt x="23298" y="114374"/>
                    <a:pt x="23423" y="114399"/>
                  </a:cubicBezTo>
                  <a:lnTo>
                    <a:pt x="24169" y="114673"/>
                  </a:lnTo>
                  <a:cubicBezTo>
                    <a:pt x="25787" y="115246"/>
                    <a:pt x="27455" y="115644"/>
                    <a:pt x="28650" y="115893"/>
                  </a:cubicBezTo>
                  <a:cubicBezTo>
                    <a:pt x="28849" y="115918"/>
                    <a:pt x="29023" y="115967"/>
                    <a:pt x="29197" y="116017"/>
                  </a:cubicBezTo>
                  <a:cubicBezTo>
                    <a:pt x="29695" y="116117"/>
                    <a:pt x="30069" y="116166"/>
                    <a:pt x="30243" y="116216"/>
                  </a:cubicBezTo>
                  <a:lnTo>
                    <a:pt x="30342" y="116216"/>
                  </a:lnTo>
                  <a:cubicBezTo>
                    <a:pt x="30517" y="116241"/>
                    <a:pt x="30691" y="116266"/>
                    <a:pt x="30865" y="116266"/>
                  </a:cubicBezTo>
                  <a:lnTo>
                    <a:pt x="30990" y="116266"/>
                  </a:lnTo>
                  <a:cubicBezTo>
                    <a:pt x="31711" y="116366"/>
                    <a:pt x="32483" y="116490"/>
                    <a:pt x="33130" y="116540"/>
                  </a:cubicBezTo>
                  <a:lnTo>
                    <a:pt x="33205" y="116540"/>
                  </a:lnTo>
                  <a:cubicBezTo>
                    <a:pt x="33255" y="116540"/>
                    <a:pt x="33354" y="116540"/>
                    <a:pt x="33429" y="116590"/>
                  </a:cubicBezTo>
                  <a:cubicBezTo>
                    <a:pt x="34176" y="116639"/>
                    <a:pt x="34997" y="116714"/>
                    <a:pt x="35918" y="116739"/>
                  </a:cubicBezTo>
                  <a:cubicBezTo>
                    <a:pt x="36441" y="116764"/>
                    <a:pt x="36963" y="116764"/>
                    <a:pt x="37461" y="116764"/>
                  </a:cubicBezTo>
                  <a:lnTo>
                    <a:pt x="38357" y="116764"/>
                  </a:lnTo>
                  <a:cubicBezTo>
                    <a:pt x="38706" y="116764"/>
                    <a:pt x="39079" y="116764"/>
                    <a:pt x="39477" y="116739"/>
                  </a:cubicBezTo>
                  <a:cubicBezTo>
                    <a:pt x="41270" y="116664"/>
                    <a:pt x="43136" y="116490"/>
                    <a:pt x="44779" y="116266"/>
                  </a:cubicBezTo>
                  <a:cubicBezTo>
                    <a:pt x="45252" y="116216"/>
                    <a:pt x="45750" y="116142"/>
                    <a:pt x="46273" y="116042"/>
                  </a:cubicBezTo>
                  <a:cubicBezTo>
                    <a:pt x="47019" y="115918"/>
                    <a:pt x="47741" y="115793"/>
                    <a:pt x="48289" y="115669"/>
                  </a:cubicBezTo>
                  <a:cubicBezTo>
                    <a:pt x="48538" y="115619"/>
                    <a:pt x="48762" y="115594"/>
                    <a:pt x="48986" y="115519"/>
                  </a:cubicBezTo>
                  <a:cubicBezTo>
                    <a:pt x="49036" y="115519"/>
                    <a:pt x="49135" y="115494"/>
                    <a:pt x="49185" y="115494"/>
                  </a:cubicBezTo>
                  <a:lnTo>
                    <a:pt x="49484" y="115420"/>
                  </a:lnTo>
                  <a:cubicBezTo>
                    <a:pt x="50305" y="115246"/>
                    <a:pt x="51351" y="114997"/>
                    <a:pt x="52371" y="114723"/>
                  </a:cubicBezTo>
                  <a:lnTo>
                    <a:pt x="52421" y="114723"/>
                  </a:lnTo>
                  <a:cubicBezTo>
                    <a:pt x="54462" y="114150"/>
                    <a:pt x="55831" y="113727"/>
                    <a:pt x="56528" y="113428"/>
                  </a:cubicBezTo>
                  <a:cubicBezTo>
                    <a:pt x="56876" y="113304"/>
                    <a:pt x="57200" y="113229"/>
                    <a:pt x="57374" y="113130"/>
                  </a:cubicBezTo>
                  <a:cubicBezTo>
                    <a:pt x="57698" y="113005"/>
                    <a:pt x="57996" y="112881"/>
                    <a:pt x="58345" y="112756"/>
                  </a:cubicBezTo>
                  <a:lnTo>
                    <a:pt x="58519" y="112682"/>
                  </a:lnTo>
                  <a:cubicBezTo>
                    <a:pt x="59316" y="112408"/>
                    <a:pt x="60212" y="112059"/>
                    <a:pt x="60983" y="111736"/>
                  </a:cubicBezTo>
                  <a:cubicBezTo>
                    <a:pt x="63224" y="110815"/>
                    <a:pt x="64717" y="110068"/>
                    <a:pt x="68550" y="108077"/>
                  </a:cubicBezTo>
                  <a:cubicBezTo>
                    <a:pt x="68824" y="107928"/>
                    <a:pt x="69197" y="107753"/>
                    <a:pt x="69571" y="107529"/>
                  </a:cubicBezTo>
                  <a:cubicBezTo>
                    <a:pt x="70069" y="107256"/>
                    <a:pt x="70641" y="106932"/>
                    <a:pt x="71214" y="106559"/>
                  </a:cubicBezTo>
                  <a:cubicBezTo>
                    <a:pt x="73006" y="105513"/>
                    <a:pt x="75022" y="104219"/>
                    <a:pt x="76491" y="103223"/>
                  </a:cubicBezTo>
                  <a:cubicBezTo>
                    <a:pt x="76565" y="103173"/>
                    <a:pt x="76690" y="103074"/>
                    <a:pt x="76789" y="103024"/>
                  </a:cubicBezTo>
                  <a:cubicBezTo>
                    <a:pt x="77188" y="102725"/>
                    <a:pt x="77561" y="102476"/>
                    <a:pt x="77934" y="102228"/>
                  </a:cubicBezTo>
                  <a:lnTo>
                    <a:pt x="78482" y="101854"/>
                  </a:lnTo>
                  <a:cubicBezTo>
                    <a:pt x="79677" y="101033"/>
                    <a:pt x="80896" y="100087"/>
                    <a:pt x="82041" y="99191"/>
                  </a:cubicBezTo>
                  <a:cubicBezTo>
                    <a:pt x="82091" y="99166"/>
                    <a:pt x="82141" y="99116"/>
                    <a:pt x="82216" y="99091"/>
                  </a:cubicBezTo>
                  <a:cubicBezTo>
                    <a:pt x="83336" y="98245"/>
                    <a:pt x="84754" y="97050"/>
                    <a:pt x="85725" y="96229"/>
                  </a:cubicBezTo>
                  <a:cubicBezTo>
                    <a:pt x="85750" y="96229"/>
                    <a:pt x="85750" y="96204"/>
                    <a:pt x="85775" y="96204"/>
                  </a:cubicBezTo>
                  <a:lnTo>
                    <a:pt x="85825" y="96179"/>
                  </a:lnTo>
                  <a:cubicBezTo>
                    <a:pt x="86347" y="95731"/>
                    <a:pt x="87020" y="95134"/>
                    <a:pt x="87741" y="94486"/>
                  </a:cubicBezTo>
                  <a:lnTo>
                    <a:pt x="87766" y="94462"/>
                  </a:lnTo>
                  <a:cubicBezTo>
                    <a:pt x="87866" y="94362"/>
                    <a:pt x="87965" y="94262"/>
                    <a:pt x="88090" y="94188"/>
                  </a:cubicBezTo>
                  <a:cubicBezTo>
                    <a:pt x="88712" y="93615"/>
                    <a:pt x="89309" y="93068"/>
                    <a:pt x="89882" y="92520"/>
                  </a:cubicBezTo>
                  <a:cubicBezTo>
                    <a:pt x="90006" y="92396"/>
                    <a:pt x="90131" y="92321"/>
                    <a:pt x="90255" y="92196"/>
                  </a:cubicBezTo>
                  <a:cubicBezTo>
                    <a:pt x="91201" y="91276"/>
                    <a:pt x="92048" y="90479"/>
                    <a:pt x="92545" y="89981"/>
                  </a:cubicBezTo>
                  <a:cubicBezTo>
                    <a:pt x="92744" y="89732"/>
                    <a:pt x="92993" y="89483"/>
                    <a:pt x="93242" y="89234"/>
                  </a:cubicBezTo>
                  <a:lnTo>
                    <a:pt x="93466" y="89010"/>
                  </a:lnTo>
                  <a:cubicBezTo>
                    <a:pt x="94213" y="88239"/>
                    <a:pt x="94985" y="87467"/>
                    <a:pt x="95607" y="86770"/>
                  </a:cubicBezTo>
                  <a:cubicBezTo>
                    <a:pt x="96080" y="86248"/>
                    <a:pt x="96478" y="85775"/>
                    <a:pt x="96851" y="85376"/>
                  </a:cubicBezTo>
                  <a:cubicBezTo>
                    <a:pt x="97175" y="85028"/>
                    <a:pt x="97424" y="84754"/>
                    <a:pt x="97673" y="84480"/>
                  </a:cubicBezTo>
                  <a:cubicBezTo>
                    <a:pt x="97797" y="84306"/>
                    <a:pt x="97922" y="84182"/>
                    <a:pt x="98021" y="84057"/>
                  </a:cubicBezTo>
                  <a:cubicBezTo>
                    <a:pt x="98196" y="83858"/>
                    <a:pt x="98395" y="83659"/>
                    <a:pt x="98544" y="83485"/>
                  </a:cubicBezTo>
                  <a:cubicBezTo>
                    <a:pt x="98818" y="83161"/>
                    <a:pt x="99092" y="82813"/>
                    <a:pt x="99390" y="82489"/>
                  </a:cubicBezTo>
                  <a:cubicBezTo>
                    <a:pt x="100013" y="81742"/>
                    <a:pt x="100436" y="81170"/>
                    <a:pt x="101207" y="80174"/>
                  </a:cubicBezTo>
                  <a:cubicBezTo>
                    <a:pt x="101257" y="80149"/>
                    <a:pt x="101282" y="80075"/>
                    <a:pt x="101307" y="80050"/>
                  </a:cubicBezTo>
                  <a:lnTo>
                    <a:pt x="101332" y="80025"/>
                  </a:lnTo>
                  <a:cubicBezTo>
                    <a:pt x="102203" y="78905"/>
                    <a:pt x="103199" y="77585"/>
                    <a:pt x="103896" y="76590"/>
                  </a:cubicBezTo>
                  <a:cubicBezTo>
                    <a:pt x="103945" y="76515"/>
                    <a:pt x="104045" y="76391"/>
                    <a:pt x="104120" y="76291"/>
                  </a:cubicBezTo>
                  <a:cubicBezTo>
                    <a:pt x="105663" y="74076"/>
                    <a:pt x="107107" y="71836"/>
                    <a:pt x="108401" y="69595"/>
                  </a:cubicBezTo>
                  <a:cubicBezTo>
                    <a:pt x="108401" y="69571"/>
                    <a:pt x="108426" y="69546"/>
                    <a:pt x="108476" y="69546"/>
                  </a:cubicBezTo>
                  <a:cubicBezTo>
                    <a:pt x="108525" y="69421"/>
                    <a:pt x="108675" y="69197"/>
                    <a:pt x="108849" y="68923"/>
                  </a:cubicBezTo>
                  <a:cubicBezTo>
                    <a:pt x="108899" y="68799"/>
                    <a:pt x="108998" y="68625"/>
                    <a:pt x="109098" y="68475"/>
                  </a:cubicBezTo>
                  <a:cubicBezTo>
                    <a:pt x="109347" y="68077"/>
                    <a:pt x="109621" y="67554"/>
                    <a:pt x="109919" y="66982"/>
                  </a:cubicBezTo>
                  <a:cubicBezTo>
                    <a:pt x="110118" y="66609"/>
                    <a:pt x="110342" y="66235"/>
                    <a:pt x="110542" y="65837"/>
                  </a:cubicBezTo>
                  <a:cubicBezTo>
                    <a:pt x="110766" y="65439"/>
                    <a:pt x="110990" y="65016"/>
                    <a:pt x="111164" y="64592"/>
                  </a:cubicBezTo>
                  <a:cubicBezTo>
                    <a:pt x="111288" y="64368"/>
                    <a:pt x="111388" y="64119"/>
                    <a:pt x="111512" y="63871"/>
                  </a:cubicBezTo>
                  <a:cubicBezTo>
                    <a:pt x="111836" y="63223"/>
                    <a:pt x="112135" y="62526"/>
                    <a:pt x="112458" y="61879"/>
                  </a:cubicBezTo>
                  <a:lnTo>
                    <a:pt x="112458" y="61854"/>
                  </a:lnTo>
                  <a:cubicBezTo>
                    <a:pt x="112458" y="61829"/>
                    <a:pt x="112483" y="61829"/>
                    <a:pt x="112483" y="61780"/>
                  </a:cubicBezTo>
                  <a:cubicBezTo>
                    <a:pt x="112632" y="61481"/>
                    <a:pt x="112757" y="61157"/>
                    <a:pt x="112881" y="60859"/>
                  </a:cubicBezTo>
                  <a:cubicBezTo>
                    <a:pt x="113504" y="59415"/>
                    <a:pt x="114076" y="58046"/>
                    <a:pt x="114524" y="56752"/>
                  </a:cubicBezTo>
                  <a:cubicBezTo>
                    <a:pt x="114574" y="56627"/>
                    <a:pt x="114599" y="56528"/>
                    <a:pt x="114649" y="56428"/>
                  </a:cubicBezTo>
                  <a:lnTo>
                    <a:pt x="115221" y="54860"/>
                  </a:lnTo>
                  <a:cubicBezTo>
                    <a:pt x="115246" y="54785"/>
                    <a:pt x="115271" y="54686"/>
                    <a:pt x="115271" y="54636"/>
                  </a:cubicBezTo>
                  <a:cubicBezTo>
                    <a:pt x="115470" y="54138"/>
                    <a:pt x="115619" y="53541"/>
                    <a:pt x="115819" y="52993"/>
                  </a:cubicBezTo>
                  <a:cubicBezTo>
                    <a:pt x="116117" y="51948"/>
                    <a:pt x="116391" y="50952"/>
                    <a:pt x="116615" y="50056"/>
                  </a:cubicBezTo>
                  <a:cubicBezTo>
                    <a:pt x="116839" y="49185"/>
                    <a:pt x="117063" y="48189"/>
                    <a:pt x="117212" y="47393"/>
                  </a:cubicBezTo>
                  <a:lnTo>
                    <a:pt x="117312" y="46920"/>
                  </a:lnTo>
                  <a:lnTo>
                    <a:pt x="117312" y="46895"/>
                  </a:lnTo>
                  <a:cubicBezTo>
                    <a:pt x="117586" y="45401"/>
                    <a:pt x="117735" y="44207"/>
                    <a:pt x="117835" y="43360"/>
                  </a:cubicBezTo>
                  <a:cubicBezTo>
                    <a:pt x="117860" y="43037"/>
                    <a:pt x="117934" y="42663"/>
                    <a:pt x="117959" y="42315"/>
                  </a:cubicBezTo>
                  <a:cubicBezTo>
                    <a:pt x="117959" y="42215"/>
                    <a:pt x="117984" y="42116"/>
                    <a:pt x="117984" y="42066"/>
                  </a:cubicBezTo>
                  <a:cubicBezTo>
                    <a:pt x="118084" y="41120"/>
                    <a:pt x="118183" y="39950"/>
                    <a:pt x="118183" y="38980"/>
                  </a:cubicBezTo>
                  <a:lnTo>
                    <a:pt x="118183" y="38731"/>
                  </a:lnTo>
                  <a:cubicBezTo>
                    <a:pt x="118308" y="37113"/>
                    <a:pt x="118283" y="36167"/>
                    <a:pt x="118283" y="36117"/>
                  </a:cubicBezTo>
                  <a:cubicBezTo>
                    <a:pt x="118233" y="35818"/>
                    <a:pt x="118233" y="35445"/>
                    <a:pt x="118208" y="35072"/>
                  </a:cubicBezTo>
                  <a:cubicBezTo>
                    <a:pt x="118183" y="34474"/>
                    <a:pt x="118158" y="33927"/>
                    <a:pt x="118109" y="33429"/>
                  </a:cubicBezTo>
                  <a:cubicBezTo>
                    <a:pt x="118084" y="33105"/>
                    <a:pt x="117984" y="31836"/>
                    <a:pt x="117660" y="29994"/>
                  </a:cubicBezTo>
                  <a:cubicBezTo>
                    <a:pt x="117586" y="29571"/>
                    <a:pt x="117486" y="29098"/>
                    <a:pt x="117362" y="28600"/>
                  </a:cubicBezTo>
                  <a:cubicBezTo>
                    <a:pt x="117287" y="28127"/>
                    <a:pt x="117163" y="27654"/>
                    <a:pt x="117038" y="27156"/>
                  </a:cubicBezTo>
                  <a:lnTo>
                    <a:pt x="116964" y="26957"/>
                  </a:lnTo>
                  <a:cubicBezTo>
                    <a:pt x="116715" y="26111"/>
                    <a:pt x="116441" y="25115"/>
                    <a:pt x="116043" y="23921"/>
                  </a:cubicBezTo>
                  <a:cubicBezTo>
                    <a:pt x="115918" y="23597"/>
                    <a:pt x="115819" y="23273"/>
                    <a:pt x="115694" y="23000"/>
                  </a:cubicBezTo>
                  <a:cubicBezTo>
                    <a:pt x="115445" y="22352"/>
                    <a:pt x="114798" y="20660"/>
                    <a:pt x="114126" y="19440"/>
                  </a:cubicBezTo>
                  <a:cubicBezTo>
                    <a:pt x="112732" y="16677"/>
                    <a:pt x="111214" y="14661"/>
                    <a:pt x="111189" y="14661"/>
                  </a:cubicBezTo>
                  <a:cubicBezTo>
                    <a:pt x="110318" y="13441"/>
                    <a:pt x="109073" y="12048"/>
                    <a:pt x="108227" y="11127"/>
                  </a:cubicBezTo>
                  <a:cubicBezTo>
                    <a:pt x="108127" y="11052"/>
                    <a:pt x="108077" y="10952"/>
                    <a:pt x="107978" y="10853"/>
                  </a:cubicBezTo>
                  <a:cubicBezTo>
                    <a:pt x="107953" y="10828"/>
                    <a:pt x="107878" y="10803"/>
                    <a:pt x="107853" y="10728"/>
                  </a:cubicBezTo>
                  <a:cubicBezTo>
                    <a:pt x="107480" y="10330"/>
                    <a:pt x="107007" y="9932"/>
                    <a:pt x="106609" y="9558"/>
                  </a:cubicBezTo>
                  <a:cubicBezTo>
                    <a:pt x="106410" y="9409"/>
                    <a:pt x="106260" y="9235"/>
                    <a:pt x="106111" y="9110"/>
                  </a:cubicBezTo>
                  <a:cubicBezTo>
                    <a:pt x="105763" y="8812"/>
                    <a:pt x="105414" y="8563"/>
                    <a:pt x="105115" y="8289"/>
                  </a:cubicBezTo>
                  <a:cubicBezTo>
                    <a:pt x="105016" y="8214"/>
                    <a:pt x="104916" y="8115"/>
                    <a:pt x="104842" y="8065"/>
                  </a:cubicBezTo>
                  <a:cubicBezTo>
                    <a:pt x="104269" y="7617"/>
                    <a:pt x="103746" y="7219"/>
                    <a:pt x="103249" y="6870"/>
                  </a:cubicBezTo>
                  <a:cubicBezTo>
                    <a:pt x="103000" y="6696"/>
                    <a:pt x="102751" y="6522"/>
                    <a:pt x="102502" y="6347"/>
                  </a:cubicBezTo>
                  <a:cubicBezTo>
                    <a:pt x="102477" y="6347"/>
                    <a:pt x="102477" y="6323"/>
                    <a:pt x="102427" y="6323"/>
                  </a:cubicBezTo>
                  <a:cubicBezTo>
                    <a:pt x="101481" y="5700"/>
                    <a:pt x="100635" y="5178"/>
                    <a:pt x="99938" y="4779"/>
                  </a:cubicBezTo>
                  <a:cubicBezTo>
                    <a:pt x="99764" y="4705"/>
                    <a:pt x="99614" y="4605"/>
                    <a:pt x="99415" y="4506"/>
                  </a:cubicBezTo>
                  <a:cubicBezTo>
                    <a:pt x="99291" y="4456"/>
                    <a:pt x="99191" y="4381"/>
                    <a:pt x="99067" y="4331"/>
                  </a:cubicBezTo>
                  <a:cubicBezTo>
                    <a:pt x="98818" y="4207"/>
                    <a:pt x="98569" y="4082"/>
                    <a:pt x="98295" y="3958"/>
                  </a:cubicBezTo>
                  <a:cubicBezTo>
                    <a:pt x="98171" y="3883"/>
                    <a:pt x="98046" y="3833"/>
                    <a:pt x="97897" y="3759"/>
                  </a:cubicBezTo>
                  <a:cubicBezTo>
                    <a:pt x="97648" y="3634"/>
                    <a:pt x="97399" y="3535"/>
                    <a:pt x="97150" y="3410"/>
                  </a:cubicBezTo>
                  <a:cubicBezTo>
                    <a:pt x="97001" y="3361"/>
                    <a:pt x="96876" y="3286"/>
                    <a:pt x="96702" y="3236"/>
                  </a:cubicBezTo>
                  <a:cubicBezTo>
                    <a:pt x="96528" y="3137"/>
                    <a:pt x="96329" y="3087"/>
                    <a:pt x="96155" y="2987"/>
                  </a:cubicBezTo>
                  <a:cubicBezTo>
                    <a:pt x="95756" y="2838"/>
                    <a:pt x="95383" y="2664"/>
                    <a:pt x="95034" y="2539"/>
                  </a:cubicBezTo>
                  <a:cubicBezTo>
                    <a:pt x="95010" y="2539"/>
                    <a:pt x="95010" y="2514"/>
                    <a:pt x="94960" y="2514"/>
                  </a:cubicBezTo>
                  <a:cubicBezTo>
                    <a:pt x="94835" y="2464"/>
                    <a:pt x="94711" y="2415"/>
                    <a:pt x="94586" y="2365"/>
                  </a:cubicBezTo>
                  <a:cubicBezTo>
                    <a:pt x="94188" y="2216"/>
                    <a:pt x="93790" y="2091"/>
                    <a:pt x="93417" y="1967"/>
                  </a:cubicBezTo>
                  <a:cubicBezTo>
                    <a:pt x="92944" y="1792"/>
                    <a:pt x="92471" y="1668"/>
                    <a:pt x="92048" y="1519"/>
                  </a:cubicBezTo>
                  <a:cubicBezTo>
                    <a:pt x="92023" y="1519"/>
                    <a:pt x="91973" y="1494"/>
                    <a:pt x="91948" y="1494"/>
                  </a:cubicBezTo>
                  <a:cubicBezTo>
                    <a:pt x="91052" y="1220"/>
                    <a:pt x="89932" y="996"/>
                    <a:pt x="88861" y="772"/>
                  </a:cubicBezTo>
                  <a:cubicBezTo>
                    <a:pt x="88737" y="747"/>
                    <a:pt x="88662" y="747"/>
                    <a:pt x="88538" y="722"/>
                  </a:cubicBezTo>
                  <a:lnTo>
                    <a:pt x="88463" y="722"/>
                  </a:lnTo>
                  <a:cubicBezTo>
                    <a:pt x="88413" y="722"/>
                    <a:pt x="88364" y="672"/>
                    <a:pt x="88314" y="672"/>
                  </a:cubicBezTo>
                  <a:cubicBezTo>
                    <a:pt x="88189" y="647"/>
                    <a:pt x="88090" y="647"/>
                    <a:pt x="87965" y="623"/>
                  </a:cubicBezTo>
                  <a:cubicBezTo>
                    <a:pt x="87368" y="523"/>
                    <a:pt x="86696" y="423"/>
                    <a:pt x="85999" y="349"/>
                  </a:cubicBezTo>
                  <a:cubicBezTo>
                    <a:pt x="85850" y="299"/>
                    <a:pt x="85700" y="299"/>
                    <a:pt x="85576" y="274"/>
                  </a:cubicBezTo>
                  <a:lnTo>
                    <a:pt x="85551" y="274"/>
                  </a:lnTo>
                  <a:lnTo>
                    <a:pt x="84954" y="224"/>
                  </a:lnTo>
                  <a:cubicBezTo>
                    <a:pt x="83734" y="50"/>
                    <a:pt x="82141" y="0"/>
                    <a:pt x="80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" name="Google Shape;25;p2"/>
          <p:cNvGrpSpPr/>
          <p:nvPr/>
        </p:nvGrpSpPr>
        <p:grpSpPr>
          <a:xfrm>
            <a:off x="347450" y="4594150"/>
            <a:ext cx="8083321" cy="419129"/>
            <a:chOff x="347450" y="4594150"/>
            <a:chExt cx="8083321" cy="419129"/>
          </a:xfrm>
        </p:grpSpPr>
        <p:grpSp>
          <p:nvGrpSpPr>
            <p:cNvPr id="26" name="Google Shape;26;p2"/>
            <p:cNvGrpSpPr/>
            <p:nvPr/>
          </p:nvGrpSpPr>
          <p:grpSpPr>
            <a:xfrm>
              <a:off x="7318261" y="4603988"/>
              <a:ext cx="1112510" cy="319584"/>
              <a:chOff x="4743988" y="1118075"/>
              <a:chExt cx="1724288" cy="495325"/>
            </a:xfrm>
          </p:grpSpPr>
          <p:grpSp>
            <p:nvGrpSpPr>
              <p:cNvPr id="27" name="Google Shape;27;p2"/>
              <p:cNvGrpSpPr/>
              <p:nvPr/>
            </p:nvGrpSpPr>
            <p:grpSpPr>
              <a:xfrm rot="5400000">
                <a:off x="4736550" y="1140100"/>
                <a:ext cx="466150" cy="451275"/>
                <a:chOff x="6608550" y="1088575"/>
                <a:chExt cx="466150" cy="451275"/>
              </a:xfrm>
            </p:grpSpPr>
            <p:sp>
              <p:nvSpPr>
                <p:cNvPr id="28" name="Google Shape;28;p2"/>
                <p:cNvSpPr/>
                <p:nvPr/>
              </p:nvSpPr>
              <p:spPr>
                <a:xfrm>
                  <a:off x="6608550" y="1088575"/>
                  <a:ext cx="466150" cy="451275"/>
                </a:xfrm>
                <a:custGeom>
                  <a:rect b="b" l="l" r="r" t="t"/>
                  <a:pathLst>
                    <a:path extrusionOk="0" h="18051" w="18646">
                      <a:moveTo>
                        <a:pt x="9606" y="560"/>
                      </a:moveTo>
                      <a:cubicBezTo>
                        <a:pt x="9876" y="560"/>
                        <a:pt x="10146" y="573"/>
                        <a:pt x="10419" y="599"/>
                      </a:cubicBezTo>
                      <a:cubicBezTo>
                        <a:pt x="14145" y="956"/>
                        <a:pt x="17193" y="3730"/>
                        <a:pt x="17908" y="7398"/>
                      </a:cubicBezTo>
                      <a:cubicBezTo>
                        <a:pt x="18015" y="7945"/>
                        <a:pt x="18062" y="8493"/>
                        <a:pt x="18050" y="9052"/>
                      </a:cubicBezTo>
                      <a:cubicBezTo>
                        <a:pt x="18062" y="9422"/>
                        <a:pt x="18039" y="9791"/>
                        <a:pt x="17991" y="10160"/>
                      </a:cubicBezTo>
                      <a:lnTo>
                        <a:pt x="17991" y="10172"/>
                      </a:lnTo>
                      <a:cubicBezTo>
                        <a:pt x="17967" y="10446"/>
                        <a:pt x="17836" y="10707"/>
                        <a:pt x="17634" y="10898"/>
                      </a:cubicBezTo>
                      <a:cubicBezTo>
                        <a:pt x="17372" y="11172"/>
                        <a:pt x="17050" y="11398"/>
                        <a:pt x="16705" y="11553"/>
                      </a:cubicBezTo>
                      <a:cubicBezTo>
                        <a:pt x="16205" y="11755"/>
                        <a:pt x="15979" y="12136"/>
                        <a:pt x="15955" y="12660"/>
                      </a:cubicBezTo>
                      <a:cubicBezTo>
                        <a:pt x="15943" y="12982"/>
                        <a:pt x="15967" y="13291"/>
                        <a:pt x="16026" y="13613"/>
                      </a:cubicBezTo>
                      <a:cubicBezTo>
                        <a:pt x="16086" y="13958"/>
                        <a:pt x="15943" y="14303"/>
                        <a:pt x="15657" y="14506"/>
                      </a:cubicBezTo>
                      <a:cubicBezTo>
                        <a:pt x="15169" y="14851"/>
                        <a:pt x="14717" y="15268"/>
                        <a:pt x="14336" y="15732"/>
                      </a:cubicBezTo>
                      <a:cubicBezTo>
                        <a:pt x="13336" y="16923"/>
                        <a:pt x="12014" y="17411"/>
                        <a:pt x="10514" y="17470"/>
                      </a:cubicBezTo>
                      <a:cubicBezTo>
                        <a:pt x="10324" y="17479"/>
                        <a:pt x="10135" y="17483"/>
                        <a:pt x="9946" y="17483"/>
                      </a:cubicBezTo>
                      <a:cubicBezTo>
                        <a:pt x="8305" y="17483"/>
                        <a:pt x="6684" y="17160"/>
                        <a:pt x="5168" y="16530"/>
                      </a:cubicBezTo>
                      <a:cubicBezTo>
                        <a:pt x="4215" y="16161"/>
                        <a:pt x="3441" y="15458"/>
                        <a:pt x="2965" y="14565"/>
                      </a:cubicBezTo>
                      <a:cubicBezTo>
                        <a:pt x="2620" y="13851"/>
                        <a:pt x="2060" y="13255"/>
                        <a:pt x="1370" y="12851"/>
                      </a:cubicBezTo>
                      <a:cubicBezTo>
                        <a:pt x="1120" y="12708"/>
                        <a:pt x="894" y="12529"/>
                        <a:pt x="691" y="12303"/>
                      </a:cubicBezTo>
                      <a:cubicBezTo>
                        <a:pt x="429" y="12005"/>
                        <a:pt x="298" y="11696"/>
                        <a:pt x="632" y="11327"/>
                      </a:cubicBezTo>
                      <a:cubicBezTo>
                        <a:pt x="798" y="11124"/>
                        <a:pt x="965" y="10922"/>
                        <a:pt x="1144" y="10731"/>
                      </a:cubicBezTo>
                      <a:cubicBezTo>
                        <a:pt x="1596" y="10291"/>
                        <a:pt x="1751" y="9648"/>
                        <a:pt x="1560" y="9064"/>
                      </a:cubicBezTo>
                      <a:cubicBezTo>
                        <a:pt x="1560" y="9041"/>
                        <a:pt x="1560" y="9029"/>
                        <a:pt x="1548" y="9017"/>
                      </a:cubicBezTo>
                      <a:cubicBezTo>
                        <a:pt x="1036" y="7921"/>
                        <a:pt x="1358" y="6874"/>
                        <a:pt x="1775" y="5838"/>
                      </a:cubicBezTo>
                      <a:cubicBezTo>
                        <a:pt x="3077" y="2626"/>
                        <a:pt x="6190" y="560"/>
                        <a:pt x="9606" y="560"/>
                      </a:cubicBezTo>
                      <a:close/>
                      <a:moveTo>
                        <a:pt x="9563" y="0"/>
                      </a:moveTo>
                      <a:cubicBezTo>
                        <a:pt x="9039" y="0"/>
                        <a:pt x="8467" y="40"/>
                        <a:pt x="7847" y="135"/>
                      </a:cubicBezTo>
                      <a:cubicBezTo>
                        <a:pt x="6013" y="420"/>
                        <a:pt x="4465" y="1349"/>
                        <a:pt x="3168" y="2671"/>
                      </a:cubicBezTo>
                      <a:cubicBezTo>
                        <a:pt x="1870" y="3980"/>
                        <a:pt x="1001" y="5647"/>
                        <a:pt x="679" y="7457"/>
                      </a:cubicBezTo>
                      <a:cubicBezTo>
                        <a:pt x="667" y="7588"/>
                        <a:pt x="667" y="7719"/>
                        <a:pt x="679" y="7850"/>
                      </a:cubicBezTo>
                      <a:cubicBezTo>
                        <a:pt x="727" y="8314"/>
                        <a:pt x="905" y="8767"/>
                        <a:pt x="1013" y="9219"/>
                      </a:cubicBezTo>
                      <a:cubicBezTo>
                        <a:pt x="1132" y="9636"/>
                        <a:pt x="1036" y="10076"/>
                        <a:pt x="751" y="10410"/>
                      </a:cubicBezTo>
                      <a:cubicBezTo>
                        <a:pt x="667" y="10517"/>
                        <a:pt x="572" y="10636"/>
                        <a:pt x="477" y="10743"/>
                      </a:cubicBezTo>
                      <a:cubicBezTo>
                        <a:pt x="263" y="11029"/>
                        <a:pt x="36" y="11315"/>
                        <a:pt x="1" y="11684"/>
                      </a:cubicBezTo>
                      <a:lnTo>
                        <a:pt x="1" y="11958"/>
                      </a:lnTo>
                      <a:cubicBezTo>
                        <a:pt x="12" y="12112"/>
                        <a:pt x="60" y="12255"/>
                        <a:pt x="155" y="12386"/>
                      </a:cubicBezTo>
                      <a:cubicBezTo>
                        <a:pt x="322" y="12648"/>
                        <a:pt x="548" y="12874"/>
                        <a:pt x="798" y="13065"/>
                      </a:cubicBezTo>
                      <a:cubicBezTo>
                        <a:pt x="1108" y="13303"/>
                        <a:pt x="1441" y="13529"/>
                        <a:pt x="1739" y="13791"/>
                      </a:cubicBezTo>
                      <a:cubicBezTo>
                        <a:pt x="2001" y="14005"/>
                        <a:pt x="2215" y="14267"/>
                        <a:pt x="2358" y="14565"/>
                      </a:cubicBezTo>
                      <a:cubicBezTo>
                        <a:pt x="2596" y="15125"/>
                        <a:pt x="2953" y="15637"/>
                        <a:pt x="3406" y="16041"/>
                      </a:cubicBezTo>
                      <a:cubicBezTo>
                        <a:pt x="4180" y="16708"/>
                        <a:pt x="5096" y="17196"/>
                        <a:pt x="6085" y="17458"/>
                      </a:cubicBezTo>
                      <a:cubicBezTo>
                        <a:pt x="6954" y="17720"/>
                        <a:pt x="7835" y="17958"/>
                        <a:pt x="8764" y="18018"/>
                      </a:cubicBezTo>
                      <a:cubicBezTo>
                        <a:pt x="9043" y="18040"/>
                        <a:pt x="9324" y="18050"/>
                        <a:pt x="9606" y="18050"/>
                      </a:cubicBezTo>
                      <a:cubicBezTo>
                        <a:pt x="10092" y="18050"/>
                        <a:pt x="10579" y="18019"/>
                        <a:pt x="11061" y="17958"/>
                      </a:cubicBezTo>
                      <a:cubicBezTo>
                        <a:pt x="12014" y="17815"/>
                        <a:pt x="12931" y="17506"/>
                        <a:pt x="13776" y="17065"/>
                      </a:cubicBezTo>
                      <a:cubicBezTo>
                        <a:pt x="14157" y="16875"/>
                        <a:pt x="14467" y="16577"/>
                        <a:pt x="14657" y="16220"/>
                      </a:cubicBezTo>
                      <a:cubicBezTo>
                        <a:pt x="14860" y="15875"/>
                        <a:pt x="15110" y="15565"/>
                        <a:pt x="15407" y="15315"/>
                      </a:cubicBezTo>
                      <a:cubicBezTo>
                        <a:pt x="15693" y="15065"/>
                        <a:pt x="16003" y="14851"/>
                        <a:pt x="16288" y="14589"/>
                      </a:cubicBezTo>
                      <a:cubicBezTo>
                        <a:pt x="16526" y="14375"/>
                        <a:pt x="16705" y="14125"/>
                        <a:pt x="16717" y="13791"/>
                      </a:cubicBezTo>
                      <a:cubicBezTo>
                        <a:pt x="16717" y="13517"/>
                        <a:pt x="16741" y="13243"/>
                        <a:pt x="16765" y="12970"/>
                      </a:cubicBezTo>
                      <a:cubicBezTo>
                        <a:pt x="16800" y="12434"/>
                        <a:pt x="16991" y="11981"/>
                        <a:pt x="17491" y="11708"/>
                      </a:cubicBezTo>
                      <a:cubicBezTo>
                        <a:pt x="17610" y="11636"/>
                        <a:pt x="17729" y="11553"/>
                        <a:pt x="17824" y="11458"/>
                      </a:cubicBezTo>
                      <a:cubicBezTo>
                        <a:pt x="18300" y="11065"/>
                        <a:pt x="18622" y="10600"/>
                        <a:pt x="18586" y="9945"/>
                      </a:cubicBezTo>
                      <a:cubicBezTo>
                        <a:pt x="18586" y="9862"/>
                        <a:pt x="18634" y="9862"/>
                        <a:pt x="18622" y="9695"/>
                      </a:cubicBezTo>
                      <a:cubicBezTo>
                        <a:pt x="18646" y="9005"/>
                        <a:pt x="18622" y="8314"/>
                        <a:pt x="18551" y="7636"/>
                      </a:cubicBezTo>
                      <a:cubicBezTo>
                        <a:pt x="18443" y="6886"/>
                        <a:pt x="18229" y="6147"/>
                        <a:pt x="17919" y="5445"/>
                      </a:cubicBezTo>
                      <a:cubicBezTo>
                        <a:pt x="17348" y="4123"/>
                        <a:pt x="16479" y="2957"/>
                        <a:pt x="15360" y="2040"/>
                      </a:cubicBezTo>
                      <a:cubicBezTo>
                        <a:pt x="14681" y="1480"/>
                        <a:pt x="13931" y="1016"/>
                        <a:pt x="13121" y="682"/>
                      </a:cubicBezTo>
                      <a:cubicBezTo>
                        <a:pt x="12465" y="418"/>
                        <a:pt x="11272" y="0"/>
                        <a:pt x="9563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9" name="Google Shape;29;p2"/>
                <p:cNvSpPr/>
                <p:nvPr/>
              </p:nvSpPr>
              <p:spPr>
                <a:xfrm>
                  <a:off x="6691000" y="1302025"/>
                  <a:ext cx="322100" cy="155800"/>
                </a:xfrm>
                <a:custGeom>
                  <a:rect b="b" l="l" r="r" t="t"/>
                  <a:pathLst>
                    <a:path extrusionOk="0" h="6232" w="12884">
                      <a:moveTo>
                        <a:pt x="12269" y="1"/>
                      </a:moveTo>
                      <a:cubicBezTo>
                        <a:pt x="12129" y="1"/>
                        <a:pt x="11988" y="38"/>
                        <a:pt x="11847" y="133"/>
                      </a:cubicBezTo>
                      <a:cubicBezTo>
                        <a:pt x="11776" y="187"/>
                        <a:pt x="11690" y="214"/>
                        <a:pt x="11605" y="214"/>
                      </a:cubicBezTo>
                      <a:cubicBezTo>
                        <a:pt x="11520" y="214"/>
                        <a:pt x="11437" y="187"/>
                        <a:pt x="11371" y="133"/>
                      </a:cubicBezTo>
                      <a:cubicBezTo>
                        <a:pt x="11314" y="91"/>
                        <a:pt x="11248" y="69"/>
                        <a:pt x="11182" y="69"/>
                      </a:cubicBezTo>
                      <a:cubicBezTo>
                        <a:pt x="11137" y="69"/>
                        <a:pt x="11092" y="79"/>
                        <a:pt x="11050" y="98"/>
                      </a:cubicBezTo>
                      <a:cubicBezTo>
                        <a:pt x="10942" y="145"/>
                        <a:pt x="10776" y="193"/>
                        <a:pt x="10788" y="324"/>
                      </a:cubicBezTo>
                      <a:cubicBezTo>
                        <a:pt x="10800" y="455"/>
                        <a:pt x="10966" y="514"/>
                        <a:pt x="11109" y="538"/>
                      </a:cubicBezTo>
                      <a:cubicBezTo>
                        <a:pt x="11466" y="586"/>
                        <a:pt x="11466" y="586"/>
                        <a:pt x="11478" y="955"/>
                      </a:cubicBezTo>
                      <a:cubicBezTo>
                        <a:pt x="11478" y="991"/>
                        <a:pt x="11478" y="1038"/>
                        <a:pt x="11478" y="1074"/>
                      </a:cubicBezTo>
                      <a:cubicBezTo>
                        <a:pt x="11562" y="1657"/>
                        <a:pt x="11288" y="2038"/>
                        <a:pt x="10823" y="2324"/>
                      </a:cubicBezTo>
                      <a:cubicBezTo>
                        <a:pt x="10573" y="2467"/>
                        <a:pt x="10311" y="2610"/>
                        <a:pt x="10061" y="2753"/>
                      </a:cubicBezTo>
                      <a:cubicBezTo>
                        <a:pt x="9799" y="2884"/>
                        <a:pt x="9609" y="3110"/>
                        <a:pt x="9538" y="3384"/>
                      </a:cubicBezTo>
                      <a:cubicBezTo>
                        <a:pt x="9407" y="3824"/>
                        <a:pt x="9252" y="4241"/>
                        <a:pt x="9061" y="4646"/>
                      </a:cubicBezTo>
                      <a:cubicBezTo>
                        <a:pt x="8930" y="4967"/>
                        <a:pt x="8668" y="5217"/>
                        <a:pt x="8335" y="5325"/>
                      </a:cubicBezTo>
                      <a:cubicBezTo>
                        <a:pt x="7883" y="5491"/>
                        <a:pt x="7418" y="5598"/>
                        <a:pt x="6942" y="5682"/>
                      </a:cubicBezTo>
                      <a:cubicBezTo>
                        <a:pt x="6740" y="5713"/>
                        <a:pt x="6539" y="5727"/>
                        <a:pt x="6340" y="5727"/>
                      </a:cubicBezTo>
                      <a:cubicBezTo>
                        <a:pt x="5621" y="5727"/>
                        <a:pt x="4917" y="5543"/>
                        <a:pt x="4227" y="5301"/>
                      </a:cubicBezTo>
                      <a:cubicBezTo>
                        <a:pt x="3287" y="4979"/>
                        <a:pt x="2584" y="4301"/>
                        <a:pt x="1834" y="3682"/>
                      </a:cubicBezTo>
                      <a:cubicBezTo>
                        <a:pt x="1239" y="3181"/>
                        <a:pt x="989" y="2574"/>
                        <a:pt x="1144" y="1800"/>
                      </a:cubicBezTo>
                      <a:cubicBezTo>
                        <a:pt x="1227" y="1503"/>
                        <a:pt x="1203" y="1193"/>
                        <a:pt x="1084" y="919"/>
                      </a:cubicBezTo>
                      <a:lnTo>
                        <a:pt x="1084" y="919"/>
                      </a:lnTo>
                      <a:cubicBezTo>
                        <a:pt x="1160" y="938"/>
                        <a:pt x="1237" y="946"/>
                        <a:pt x="1313" y="946"/>
                      </a:cubicBezTo>
                      <a:cubicBezTo>
                        <a:pt x="1535" y="946"/>
                        <a:pt x="1752" y="871"/>
                        <a:pt x="1929" y="729"/>
                      </a:cubicBezTo>
                      <a:cubicBezTo>
                        <a:pt x="2013" y="657"/>
                        <a:pt x="2037" y="598"/>
                        <a:pt x="1929" y="526"/>
                      </a:cubicBezTo>
                      <a:cubicBezTo>
                        <a:pt x="1800" y="405"/>
                        <a:pt x="1632" y="347"/>
                        <a:pt x="1459" y="347"/>
                      </a:cubicBezTo>
                      <a:cubicBezTo>
                        <a:pt x="1394" y="347"/>
                        <a:pt x="1328" y="355"/>
                        <a:pt x="1263" y="372"/>
                      </a:cubicBezTo>
                      <a:cubicBezTo>
                        <a:pt x="1068" y="442"/>
                        <a:pt x="878" y="517"/>
                        <a:pt x="679" y="517"/>
                      </a:cubicBezTo>
                      <a:cubicBezTo>
                        <a:pt x="575" y="517"/>
                        <a:pt x="469" y="496"/>
                        <a:pt x="358" y="443"/>
                      </a:cubicBezTo>
                      <a:cubicBezTo>
                        <a:pt x="331" y="435"/>
                        <a:pt x="304" y="431"/>
                        <a:pt x="278" y="431"/>
                      </a:cubicBezTo>
                      <a:cubicBezTo>
                        <a:pt x="153" y="431"/>
                        <a:pt x="44" y="520"/>
                        <a:pt x="24" y="657"/>
                      </a:cubicBezTo>
                      <a:cubicBezTo>
                        <a:pt x="1" y="824"/>
                        <a:pt x="155" y="860"/>
                        <a:pt x="274" y="895"/>
                      </a:cubicBezTo>
                      <a:cubicBezTo>
                        <a:pt x="302" y="905"/>
                        <a:pt x="331" y="908"/>
                        <a:pt x="360" y="908"/>
                      </a:cubicBezTo>
                      <a:cubicBezTo>
                        <a:pt x="406" y="908"/>
                        <a:pt x="452" y="898"/>
                        <a:pt x="489" y="884"/>
                      </a:cubicBezTo>
                      <a:cubicBezTo>
                        <a:pt x="517" y="871"/>
                        <a:pt x="541" y="865"/>
                        <a:pt x="560" y="865"/>
                      </a:cubicBezTo>
                      <a:cubicBezTo>
                        <a:pt x="613" y="865"/>
                        <a:pt x="635" y="909"/>
                        <a:pt x="644" y="979"/>
                      </a:cubicBezTo>
                      <a:cubicBezTo>
                        <a:pt x="727" y="1443"/>
                        <a:pt x="691" y="1919"/>
                        <a:pt x="536" y="2360"/>
                      </a:cubicBezTo>
                      <a:cubicBezTo>
                        <a:pt x="477" y="2515"/>
                        <a:pt x="477" y="2670"/>
                        <a:pt x="513" y="2836"/>
                      </a:cubicBezTo>
                      <a:cubicBezTo>
                        <a:pt x="584" y="3158"/>
                        <a:pt x="786" y="3432"/>
                        <a:pt x="1048" y="3622"/>
                      </a:cubicBezTo>
                      <a:cubicBezTo>
                        <a:pt x="1596" y="4015"/>
                        <a:pt x="2179" y="4360"/>
                        <a:pt x="2644" y="4848"/>
                      </a:cubicBezTo>
                      <a:cubicBezTo>
                        <a:pt x="3156" y="5372"/>
                        <a:pt x="3811" y="5765"/>
                        <a:pt x="4525" y="5979"/>
                      </a:cubicBezTo>
                      <a:cubicBezTo>
                        <a:pt x="5061" y="6156"/>
                        <a:pt x="5592" y="6232"/>
                        <a:pt x="6122" y="6232"/>
                      </a:cubicBezTo>
                      <a:cubicBezTo>
                        <a:pt x="6875" y="6232"/>
                        <a:pt x="7623" y="6079"/>
                        <a:pt x="8371" y="5848"/>
                      </a:cubicBezTo>
                      <a:cubicBezTo>
                        <a:pt x="9180" y="5598"/>
                        <a:pt x="9692" y="5122"/>
                        <a:pt x="9668" y="4217"/>
                      </a:cubicBezTo>
                      <a:lnTo>
                        <a:pt x="9668" y="4194"/>
                      </a:lnTo>
                      <a:cubicBezTo>
                        <a:pt x="9680" y="3562"/>
                        <a:pt x="10049" y="2979"/>
                        <a:pt x="10633" y="2705"/>
                      </a:cubicBezTo>
                      <a:cubicBezTo>
                        <a:pt x="10895" y="2574"/>
                        <a:pt x="11145" y="2419"/>
                        <a:pt x="11395" y="2253"/>
                      </a:cubicBezTo>
                      <a:cubicBezTo>
                        <a:pt x="11764" y="2027"/>
                        <a:pt x="11990" y="1622"/>
                        <a:pt x="11990" y="1193"/>
                      </a:cubicBezTo>
                      <a:cubicBezTo>
                        <a:pt x="11990" y="1050"/>
                        <a:pt x="12014" y="895"/>
                        <a:pt x="12014" y="741"/>
                      </a:cubicBezTo>
                      <a:cubicBezTo>
                        <a:pt x="12014" y="610"/>
                        <a:pt x="12031" y="530"/>
                        <a:pt x="12159" y="530"/>
                      </a:cubicBezTo>
                      <a:cubicBezTo>
                        <a:pt x="12182" y="530"/>
                        <a:pt x="12209" y="533"/>
                        <a:pt x="12240" y="538"/>
                      </a:cubicBezTo>
                      <a:cubicBezTo>
                        <a:pt x="12280" y="547"/>
                        <a:pt x="12321" y="552"/>
                        <a:pt x="12361" y="552"/>
                      </a:cubicBezTo>
                      <a:cubicBezTo>
                        <a:pt x="12535" y="552"/>
                        <a:pt x="12703" y="469"/>
                        <a:pt x="12800" y="324"/>
                      </a:cubicBezTo>
                      <a:cubicBezTo>
                        <a:pt x="12883" y="241"/>
                        <a:pt x="12871" y="157"/>
                        <a:pt x="12740" y="110"/>
                      </a:cubicBezTo>
                      <a:cubicBezTo>
                        <a:pt x="12583" y="47"/>
                        <a:pt x="12426" y="1"/>
                        <a:pt x="12269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" name="Google Shape;30;p2"/>
                <p:cNvSpPr/>
                <p:nvPr/>
              </p:nvSpPr>
              <p:spPr>
                <a:xfrm>
                  <a:off x="6773750" y="1211575"/>
                  <a:ext cx="35150" cy="104400"/>
                </a:xfrm>
                <a:custGeom>
                  <a:rect b="b" l="l" r="r" t="t"/>
                  <a:pathLst>
                    <a:path extrusionOk="0" h="4176" w="1406">
                      <a:moveTo>
                        <a:pt x="686" y="1"/>
                      </a:moveTo>
                      <a:cubicBezTo>
                        <a:pt x="680" y="1"/>
                        <a:pt x="674" y="1"/>
                        <a:pt x="667" y="1"/>
                      </a:cubicBezTo>
                      <a:cubicBezTo>
                        <a:pt x="453" y="1"/>
                        <a:pt x="382" y="192"/>
                        <a:pt x="298" y="358"/>
                      </a:cubicBezTo>
                      <a:cubicBezTo>
                        <a:pt x="262" y="442"/>
                        <a:pt x="227" y="525"/>
                        <a:pt x="203" y="620"/>
                      </a:cubicBezTo>
                      <a:cubicBezTo>
                        <a:pt x="24" y="1394"/>
                        <a:pt x="1" y="2192"/>
                        <a:pt x="155" y="2978"/>
                      </a:cubicBezTo>
                      <a:cubicBezTo>
                        <a:pt x="191" y="3323"/>
                        <a:pt x="310" y="3656"/>
                        <a:pt x="501" y="3954"/>
                      </a:cubicBezTo>
                      <a:cubicBezTo>
                        <a:pt x="595" y="4101"/>
                        <a:pt x="698" y="4176"/>
                        <a:pt x="800" y="4176"/>
                      </a:cubicBezTo>
                      <a:cubicBezTo>
                        <a:pt x="903" y="4176"/>
                        <a:pt x="1006" y="4098"/>
                        <a:pt x="1096" y="3942"/>
                      </a:cubicBezTo>
                      <a:cubicBezTo>
                        <a:pt x="1167" y="3811"/>
                        <a:pt x="1227" y="3668"/>
                        <a:pt x="1263" y="3525"/>
                      </a:cubicBezTo>
                      <a:cubicBezTo>
                        <a:pt x="1358" y="3109"/>
                        <a:pt x="1405" y="2692"/>
                        <a:pt x="1394" y="2275"/>
                      </a:cubicBezTo>
                      <a:cubicBezTo>
                        <a:pt x="1405" y="1823"/>
                        <a:pt x="1358" y="1382"/>
                        <a:pt x="1263" y="954"/>
                      </a:cubicBezTo>
                      <a:cubicBezTo>
                        <a:pt x="1215" y="739"/>
                        <a:pt x="1144" y="537"/>
                        <a:pt x="1048" y="334"/>
                      </a:cubicBezTo>
                      <a:cubicBezTo>
                        <a:pt x="967" y="184"/>
                        <a:pt x="887" y="1"/>
                        <a:pt x="68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" name="Google Shape;31;p2"/>
                <p:cNvSpPr/>
                <p:nvPr/>
              </p:nvSpPr>
              <p:spPr>
                <a:xfrm>
                  <a:off x="6877625" y="1206200"/>
                  <a:ext cx="36950" cy="104225"/>
                </a:xfrm>
                <a:custGeom>
                  <a:rect b="b" l="l" r="r" t="t"/>
                  <a:pathLst>
                    <a:path extrusionOk="0" h="4169" w="1478">
                      <a:moveTo>
                        <a:pt x="642" y="0"/>
                      </a:moveTo>
                      <a:cubicBezTo>
                        <a:pt x="631" y="0"/>
                        <a:pt x="620" y="1"/>
                        <a:pt x="608" y="2"/>
                      </a:cubicBezTo>
                      <a:cubicBezTo>
                        <a:pt x="322" y="14"/>
                        <a:pt x="287" y="264"/>
                        <a:pt x="215" y="466"/>
                      </a:cubicBezTo>
                      <a:cubicBezTo>
                        <a:pt x="60" y="930"/>
                        <a:pt x="1" y="1419"/>
                        <a:pt x="13" y="1907"/>
                      </a:cubicBezTo>
                      <a:cubicBezTo>
                        <a:pt x="13" y="2633"/>
                        <a:pt x="132" y="3300"/>
                        <a:pt x="322" y="3740"/>
                      </a:cubicBezTo>
                      <a:cubicBezTo>
                        <a:pt x="418" y="3943"/>
                        <a:pt x="501" y="4169"/>
                        <a:pt x="751" y="4169"/>
                      </a:cubicBezTo>
                      <a:cubicBezTo>
                        <a:pt x="1013" y="4169"/>
                        <a:pt x="1096" y="3919"/>
                        <a:pt x="1156" y="3716"/>
                      </a:cubicBezTo>
                      <a:cubicBezTo>
                        <a:pt x="1477" y="2645"/>
                        <a:pt x="1441" y="1490"/>
                        <a:pt x="1049" y="442"/>
                      </a:cubicBezTo>
                      <a:cubicBezTo>
                        <a:pt x="980" y="249"/>
                        <a:pt x="890" y="0"/>
                        <a:pt x="642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32" name="Google Shape;32;p2"/>
              <p:cNvSpPr/>
              <p:nvPr/>
            </p:nvSpPr>
            <p:spPr>
              <a:xfrm rot="-5400000">
                <a:off x="5360206" y="1138300"/>
                <a:ext cx="473000" cy="454875"/>
              </a:xfrm>
              <a:custGeom>
                <a:rect b="b" l="l" r="r" t="t"/>
                <a:pathLst>
                  <a:path extrusionOk="0" h="18195" w="18920">
                    <a:moveTo>
                      <a:pt x="11801" y="5297"/>
                    </a:moveTo>
                    <a:cubicBezTo>
                      <a:pt x="11812" y="5297"/>
                      <a:pt x="11824" y="5298"/>
                      <a:pt x="11835" y="5299"/>
                    </a:cubicBezTo>
                    <a:cubicBezTo>
                      <a:pt x="11978" y="5335"/>
                      <a:pt x="12097" y="5442"/>
                      <a:pt x="12133" y="5597"/>
                    </a:cubicBezTo>
                    <a:cubicBezTo>
                      <a:pt x="12526" y="6656"/>
                      <a:pt x="12514" y="7823"/>
                      <a:pt x="12097" y="8883"/>
                    </a:cubicBezTo>
                    <a:cubicBezTo>
                      <a:pt x="12049" y="9014"/>
                      <a:pt x="11954" y="9157"/>
                      <a:pt x="11776" y="9157"/>
                    </a:cubicBezTo>
                    <a:cubicBezTo>
                      <a:pt x="11597" y="9157"/>
                      <a:pt x="11514" y="8990"/>
                      <a:pt x="11442" y="8835"/>
                    </a:cubicBezTo>
                    <a:cubicBezTo>
                      <a:pt x="11216" y="8347"/>
                      <a:pt x="11204" y="7823"/>
                      <a:pt x="11180" y="7299"/>
                    </a:cubicBezTo>
                    <a:cubicBezTo>
                      <a:pt x="11192" y="6716"/>
                      <a:pt x="11216" y="6144"/>
                      <a:pt x="11478" y="5597"/>
                    </a:cubicBezTo>
                    <a:cubicBezTo>
                      <a:pt x="11545" y="5462"/>
                      <a:pt x="11633" y="5297"/>
                      <a:pt x="11801" y="5297"/>
                    </a:cubicBezTo>
                    <a:close/>
                    <a:moveTo>
                      <a:pt x="7978" y="5335"/>
                    </a:moveTo>
                    <a:cubicBezTo>
                      <a:pt x="8156" y="5335"/>
                      <a:pt x="8239" y="5478"/>
                      <a:pt x="8299" y="5609"/>
                    </a:cubicBezTo>
                    <a:cubicBezTo>
                      <a:pt x="8537" y="6109"/>
                      <a:pt x="8561" y="6656"/>
                      <a:pt x="8585" y="7228"/>
                    </a:cubicBezTo>
                    <a:cubicBezTo>
                      <a:pt x="8561" y="7775"/>
                      <a:pt x="8537" y="8347"/>
                      <a:pt x="8287" y="8883"/>
                    </a:cubicBezTo>
                    <a:cubicBezTo>
                      <a:pt x="8220" y="9028"/>
                      <a:pt x="8133" y="9183"/>
                      <a:pt x="7956" y="9183"/>
                    </a:cubicBezTo>
                    <a:cubicBezTo>
                      <a:pt x="7944" y="9183"/>
                      <a:pt x="7931" y="9182"/>
                      <a:pt x="7918" y="9180"/>
                    </a:cubicBezTo>
                    <a:cubicBezTo>
                      <a:pt x="7763" y="9169"/>
                      <a:pt x="7668" y="9026"/>
                      <a:pt x="7620" y="8883"/>
                    </a:cubicBezTo>
                    <a:cubicBezTo>
                      <a:pt x="7227" y="7823"/>
                      <a:pt x="7251" y="6656"/>
                      <a:pt x="7656" y="5609"/>
                    </a:cubicBezTo>
                    <a:cubicBezTo>
                      <a:pt x="7692" y="5454"/>
                      <a:pt x="7823" y="5347"/>
                      <a:pt x="7978" y="5335"/>
                    </a:cubicBezTo>
                    <a:close/>
                    <a:moveTo>
                      <a:pt x="4707" y="9020"/>
                    </a:moveTo>
                    <a:cubicBezTo>
                      <a:pt x="4949" y="9020"/>
                      <a:pt x="5191" y="9046"/>
                      <a:pt x="5430" y="9097"/>
                    </a:cubicBezTo>
                    <a:cubicBezTo>
                      <a:pt x="5656" y="9121"/>
                      <a:pt x="5799" y="9323"/>
                      <a:pt x="5763" y="9538"/>
                    </a:cubicBezTo>
                    <a:cubicBezTo>
                      <a:pt x="5752" y="9720"/>
                      <a:pt x="5606" y="9864"/>
                      <a:pt x="5428" y="9864"/>
                    </a:cubicBezTo>
                    <a:cubicBezTo>
                      <a:pt x="5409" y="9864"/>
                      <a:pt x="5390" y="9863"/>
                      <a:pt x="5370" y="9859"/>
                    </a:cubicBezTo>
                    <a:cubicBezTo>
                      <a:pt x="5325" y="9852"/>
                      <a:pt x="5286" y="9849"/>
                      <a:pt x="5252" y="9849"/>
                    </a:cubicBezTo>
                    <a:cubicBezTo>
                      <a:pt x="4991" y="9849"/>
                      <a:pt x="5042" y="10041"/>
                      <a:pt x="5084" y="10252"/>
                    </a:cubicBezTo>
                    <a:cubicBezTo>
                      <a:pt x="5537" y="12538"/>
                      <a:pt x="7537" y="14181"/>
                      <a:pt x="9859" y="14193"/>
                    </a:cubicBezTo>
                    <a:cubicBezTo>
                      <a:pt x="9867" y="14193"/>
                      <a:pt x="9876" y="14193"/>
                      <a:pt x="9884" y="14193"/>
                    </a:cubicBezTo>
                    <a:cubicBezTo>
                      <a:pt x="12195" y="14193"/>
                      <a:pt x="14194" y="12565"/>
                      <a:pt x="14669" y="10300"/>
                    </a:cubicBezTo>
                    <a:cubicBezTo>
                      <a:pt x="14709" y="10100"/>
                      <a:pt x="14757" y="9934"/>
                      <a:pt x="14548" y="9934"/>
                    </a:cubicBezTo>
                    <a:cubicBezTo>
                      <a:pt x="14508" y="9934"/>
                      <a:pt x="14457" y="9941"/>
                      <a:pt x="14395" y="9954"/>
                    </a:cubicBezTo>
                    <a:cubicBezTo>
                      <a:pt x="14370" y="9960"/>
                      <a:pt x="14346" y="9963"/>
                      <a:pt x="14323" y="9963"/>
                    </a:cubicBezTo>
                    <a:cubicBezTo>
                      <a:pt x="14156" y="9963"/>
                      <a:pt x="14033" y="9821"/>
                      <a:pt x="14002" y="9633"/>
                    </a:cubicBezTo>
                    <a:cubicBezTo>
                      <a:pt x="13966" y="9442"/>
                      <a:pt x="14085" y="9252"/>
                      <a:pt x="14276" y="9204"/>
                    </a:cubicBezTo>
                    <a:cubicBezTo>
                      <a:pt x="14627" y="9085"/>
                      <a:pt x="14991" y="9028"/>
                      <a:pt x="15354" y="9028"/>
                    </a:cubicBezTo>
                    <a:cubicBezTo>
                      <a:pt x="15607" y="9028"/>
                      <a:pt x="15860" y="9055"/>
                      <a:pt x="16109" y="9109"/>
                    </a:cubicBezTo>
                    <a:cubicBezTo>
                      <a:pt x="16324" y="9145"/>
                      <a:pt x="16467" y="9359"/>
                      <a:pt x="16407" y="9573"/>
                    </a:cubicBezTo>
                    <a:cubicBezTo>
                      <a:pt x="16407" y="9749"/>
                      <a:pt x="16254" y="9880"/>
                      <a:pt x="16081" y="9880"/>
                    </a:cubicBezTo>
                    <a:cubicBezTo>
                      <a:pt x="16055" y="9880"/>
                      <a:pt x="16029" y="9877"/>
                      <a:pt x="16002" y="9871"/>
                    </a:cubicBezTo>
                    <a:cubicBezTo>
                      <a:pt x="15928" y="9849"/>
                      <a:pt x="15867" y="9839"/>
                      <a:pt x="15816" y="9839"/>
                    </a:cubicBezTo>
                    <a:cubicBezTo>
                      <a:pt x="15560" y="9839"/>
                      <a:pt x="15554" y="10084"/>
                      <a:pt x="15514" y="10312"/>
                    </a:cubicBezTo>
                    <a:cubicBezTo>
                      <a:pt x="15038" y="13038"/>
                      <a:pt x="12669" y="15026"/>
                      <a:pt x="9894" y="15038"/>
                    </a:cubicBezTo>
                    <a:cubicBezTo>
                      <a:pt x="7120" y="15038"/>
                      <a:pt x="4739" y="13050"/>
                      <a:pt x="4251" y="10323"/>
                    </a:cubicBezTo>
                    <a:cubicBezTo>
                      <a:pt x="4213" y="10132"/>
                      <a:pt x="4228" y="9895"/>
                      <a:pt x="4008" y="9895"/>
                    </a:cubicBezTo>
                    <a:cubicBezTo>
                      <a:pt x="3954" y="9895"/>
                      <a:pt x="3885" y="9910"/>
                      <a:pt x="3798" y="9942"/>
                    </a:cubicBezTo>
                    <a:cubicBezTo>
                      <a:pt x="3757" y="9959"/>
                      <a:pt x="3716" y="9966"/>
                      <a:pt x="3677" y="9966"/>
                    </a:cubicBezTo>
                    <a:cubicBezTo>
                      <a:pt x="3516" y="9966"/>
                      <a:pt x="3387" y="9836"/>
                      <a:pt x="3358" y="9645"/>
                    </a:cubicBezTo>
                    <a:cubicBezTo>
                      <a:pt x="3298" y="9454"/>
                      <a:pt x="3417" y="9252"/>
                      <a:pt x="3608" y="9204"/>
                    </a:cubicBezTo>
                    <a:cubicBezTo>
                      <a:pt x="3962" y="9081"/>
                      <a:pt x="4334" y="9020"/>
                      <a:pt x="4707" y="9020"/>
                    </a:cubicBezTo>
                    <a:close/>
                    <a:moveTo>
                      <a:pt x="9823" y="1"/>
                    </a:moveTo>
                    <a:cubicBezTo>
                      <a:pt x="6144" y="1"/>
                      <a:pt x="2822" y="2215"/>
                      <a:pt x="1417" y="5620"/>
                    </a:cubicBezTo>
                    <a:cubicBezTo>
                      <a:pt x="0" y="9014"/>
                      <a:pt x="786" y="12931"/>
                      <a:pt x="3382" y="15526"/>
                    </a:cubicBezTo>
                    <a:cubicBezTo>
                      <a:pt x="5126" y="17271"/>
                      <a:pt x="7451" y="18194"/>
                      <a:pt x="9818" y="18194"/>
                    </a:cubicBezTo>
                    <a:cubicBezTo>
                      <a:pt x="10990" y="18194"/>
                      <a:pt x="12172" y="17968"/>
                      <a:pt x="13300" y="17503"/>
                    </a:cubicBezTo>
                    <a:cubicBezTo>
                      <a:pt x="16705" y="16098"/>
                      <a:pt x="18919" y="12776"/>
                      <a:pt x="18919" y="9097"/>
                    </a:cubicBezTo>
                    <a:cubicBezTo>
                      <a:pt x="18919" y="4073"/>
                      <a:pt x="14847" y="1"/>
                      <a:pt x="9823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33" name="Google Shape;33;p2"/>
              <p:cNvGrpSpPr/>
              <p:nvPr/>
            </p:nvGrpSpPr>
            <p:grpSpPr>
              <a:xfrm rot="5400000">
                <a:off x="5985550" y="1130675"/>
                <a:ext cx="495325" cy="470125"/>
                <a:chOff x="5985550" y="1130050"/>
                <a:chExt cx="495325" cy="470125"/>
              </a:xfrm>
            </p:grpSpPr>
            <p:sp>
              <p:nvSpPr>
                <p:cNvPr id="34" name="Google Shape;34;p2"/>
                <p:cNvSpPr/>
                <p:nvPr/>
              </p:nvSpPr>
              <p:spPr>
                <a:xfrm>
                  <a:off x="6075750" y="1366100"/>
                  <a:ext cx="338750" cy="149125"/>
                </a:xfrm>
                <a:custGeom>
                  <a:rect b="b" l="l" r="r" t="t"/>
                  <a:pathLst>
                    <a:path extrusionOk="0" h="5965" w="13550">
                      <a:moveTo>
                        <a:pt x="1336" y="1"/>
                      </a:moveTo>
                      <a:cubicBezTo>
                        <a:pt x="961" y="1"/>
                        <a:pt x="590" y="73"/>
                        <a:pt x="215" y="178"/>
                      </a:cubicBezTo>
                      <a:cubicBezTo>
                        <a:pt x="72" y="202"/>
                        <a:pt x="0" y="368"/>
                        <a:pt x="84" y="476"/>
                      </a:cubicBezTo>
                      <a:cubicBezTo>
                        <a:pt x="125" y="553"/>
                        <a:pt x="179" y="577"/>
                        <a:pt x="239" y="577"/>
                      </a:cubicBezTo>
                      <a:cubicBezTo>
                        <a:pt x="298" y="577"/>
                        <a:pt x="364" y="553"/>
                        <a:pt x="429" y="535"/>
                      </a:cubicBezTo>
                      <a:cubicBezTo>
                        <a:pt x="590" y="492"/>
                        <a:pt x="699" y="464"/>
                        <a:pt x="773" y="464"/>
                      </a:cubicBezTo>
                      <a:cubicBezTo>
                        <a:pt x="924" y="464"/>
                        <a:pt x="937" y="578"/>
                        <a:pt x="977" y="904"/>
                      </a:cubicBezTo>
                      <a:lnTo>
                        <a:pt x="977" y="952"/>
                      </a:lnTo>
                      <a:cubicBezTo>
                        <a:pt x="1402" y="3833"/>
                        <a:pt x="3865" y="5965"/>
                        <a:pt x="6774" y="5965"/>
                      </a:cubicBezTo>
                      <a:cubicBezTo>
                        <a:pt x="6798" y="5965"/>
                        <a:pt x="6822" y="5965"/>
                        <a:pt x="6846" y="5964"/>
                      </a:cubicBezTo>
                      <a:cubicBezTo>
                        <a:pt x="9787" y="5941"/>
                        <a:pt x="12252" y="3738"/>
                        <a:pt x="12609" y="833"/>
                      </a:cubicBezTo>
                      <a:cubicBezTo>
                        <a:pt x="12649" y="515"/>
                        <a:pt x="12662" y="409"/>
                        <a:pt x="12818" y="409"/>
                      </a:cubicBezTo>
                      <a:cubicBezTo>
                        <a:pt x="12896" y="409"/>
                        <a:pt x="13010" y="436"/>
                        <a:pt x="13181" y="476"/>
                      </a:cubicBezTo>
                      <a:cubicBezTo>
                        <a:pt x="13229" y="484"/>
                        <a:pt x="13281" y="495"/>
                        <a:pt x="13329" y="495"/>
                      </a:cubicBezTo>
                      <a:cubicBezTo>
                        <a:pt x="13411" y="495"/>
                        <a:pt x="13484" y="465"/>
                        <a:pt x="13514" y="345"/>
                      </a:cubicBezTo>
                      <a:cubicBezTo>
                        <a:pt x="13550" y="166"/>
                        <a:pt x="13443" y="118"/>
                        <a:pt x="13300" y="83"/>
                      </a:cubicBezTo>
                      <a:cubicBezTo>
                        <a:pt x="13080" y="26"/>
                        <a:pt x="12860" y="1"/>
                        <a:pt x="12641" y="1"/>
                      </a:cubicBezTo>
                      <a:cubicBezTo>
                        <a:pt x="12268" y="1"/>
                        <a:pt x="11898" y="73"/>
                        <a:pt x="11538" y="178"/>
                      </a:cubicBezTo>
                      <a:cubicBezTo>
                        <a:pt x="11418" y="202"/>
                        <a:pt x="11347" y="321"/>
                        <a:pt x="11383" y="428"/>
                      </a:cubicBezTo>
                      <a:cubicBezTo>
                        <a:pt x="11412" y="534"/>
                        <a:pt x="11488" y="578"/>
                        <a:pt x="11579" y="578"/>
                      </a:cubicBezTo>
                      <a:cubicBezTo>
                        <a:pt x="11600" y="578"/>
                        <a:pt x="11622" y="575"/>
                        <a:pt x="11645" y="571"/>
                      </a:cubicBezTo>
                      <a:cubicBezTo>
                        <a:pt x="11776" y="535"/>
                        <a:pt x="11895" y="511"/>
                        <a:pt x="12014" y="476"/>
                      </a:cubicBezTo>
                      <a:cubicBezTo>
                        <a:pt x="12052" y="465"/>
                        <a:pt x="12082" y="459"/>
                        <a:pt x="12107" y="459"/>
                      </a:cubicBezTo>
                      <a:cubicBezTo>
                        <a:pt x="12189" y="459"/>
                        <a:pt x="12199" y="520"/>
                        <a:pt x="12180" y="630"/>
                      </a:cubicBezTo>
                      <a:cubicBezTo>
                        <a:pt x="11907" y="3333"/>
                        <a:pt x="9668" y="5417"/>
                        <a:pt x="6942" y="5488"/>
                      </a:cubicBezTo>
                      <a:cubicBezTo>
                        <a:pt x="6901" y="5489"/>
                        <a:pt x="6861" y="5489"/>
                        <a:pt x="6821" y="5489"/>
                      </a:cubicBezTo>
                      <a:cubicBezTo>
                        <a:pt x="4158" y="5489"/>
                        <a:pt x="1875" y="3555"/>
                        <a:pt x="1465" y="904"/>
                      </a:cubicBezTo>
                      <a:cubicBezTo>
                        <a:pt x="1415" y="534"/>
                        <a:pt x="1400" y="420"/>
                        <a:pt x="1568" y="420"/>
                      </a:cubicBezTo>
                      <a:cubicBezTo>
                        <a:pt x="1644" y="420"/>
                        <a:pt x="1755" y="442"/>
                        <a:pt x="1917" y="476"/>
                      </a:cubicBezTo>
                      <a:cubicBezTo>
                        <a:pt x="1958" y="483"/>
                        <a:pt x="1999" y="489"/>
                        <a:pt x="2037" y="489"/>
                      </a:cubicBezTo>
                      <a:cubicBezTo>
                        <a:pt x="2121" y="489"/>
                        <a:pt x="2190" y="459"/>
                        <a:pt x="2215" y="345"/>
                      </a:cubicBezTo>
                      <a:cubicBezTo>
                        <a:pt x="2239" y="178"/>
                        <a:pt x="2144" y="118"/>
                        <a:pt x="2001" y="83"/>
                      </a:cubicBezTo>
                      <a:cubicBezTo>
                        <a:pt x="1776" y="26"/>
                        <a:pt x="1555" y="1"/>
                        <a:pt x="133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" name="Google Shape;35;p2"/>
                <p:cNvSpPr/>
                <p:nvPr/>
              </p:nvSpPr>
              <p:spPr>
                <a:xfrm>
                  <a:off x="6277250" y="1261875"/>
                  <a:ext cx="35750" cy="102725"/>
                </a:xfrm>
                <a:custGeom>
                  <a:rect b="b" l="l" r="r" t="t"/>
                  <a:pathLst>
                    <a:path extrusionOk="0" h="4109" w="1430">
                      <a:moveTo>
                        <a:pt x="793" y="1"/>
                      </a:moveTo>
                      <a:cubicBezTo>
                        <a:pt x="787" y="1"/>
                        <a:pt x="781" y="1"/>
                        <a:pt x="775" y="1"/>
                      </a:cubicBezTo>
                      <a:cubicBezTo>
                        <a:pt x="501" y="1"/>
                        <a:pt x="441" y="251"/>
                        <a:pt x="370" y="442"/>
                      </a:cubicBezTo>
                      <a:cubicBezTo>
                        <a:pt x="13" y="1478"/>
                        <a:pt x="1" y="2609"/>
                        <a:pt x="334" y="3644"/>
                      </a:cubicBezTo>
                      <a:cubicBezTo>
                        <a:pt x="394" y="3847"/>
                        <a:pt x="477" y="4109"/>
                        <a:pt x="751" y="4109"/>
                      </a:cubicBezTo>
                      <a:cubicBezTo>
                        <a:pt x="1013" y="4109"/>
                        <a:pt x="1084" y="3859"/>
                        <a:pt x="1168" y="3656"/>
                      </a:cubicBezTo>
                      <a:cubicBezTo>
                        <a:pt x="1346" y="3168"/>
                        <a:pt x="1430" y="2656"/>
                        <a:pt x="1430" y="2132"/>
                      </a:cubicBezTo>
                      <a:cubicBezTo>
                        <a:pt x="1430" y="1466"/>
                        <a:pt x="1382" y="942"/>
                        <a:pt x="1203" y="454"/>
                      </a:cubicBezTo>
                      <a:cubicBezTo>
                        <a:pt x="1122" y="256"/>
                        <a:pt x="1052" y="1"/>
                        <a:pt x="793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" name="Google Shape;36;p2"/>
                <p:cNvSpPr/>
                <p:nvPr/>
              </p:nvSpPr>
              <p:spPr>
                <a:xfrm>
                  <a:off x="6178150" y="1262775"/>
                  <a:ext cx="35725" cy="102725"/>
                </a:xfrm>
                <a:custGeom>
                  <a:rect b="b" l="l" r="r" t="t"/>
                  <a:pathLst>
                    <a:path extrusionOk="0" h="4109" w="1429">
                      <a:moveTo>
                        <a:pt x="686" y="1"/>
                      </a:moveTo>
                      <a:cubicBezTo>
                        <a:pt x="436" y="1"/>
                        <a:pt x="344" y="256"/>
                        <a:pt x="262" y="465"/>
                      </a:cubicBezTo>
                      <a:cubicBezTo>
                        <a:pt x="83" y="965"/>
                        <a:pt x="0" y="1489"/>
                        <a:pt x="12" y="2013"/>
                      </a:cubicBezTo>
                      <a:cubicBezTo>
                        <a:pt x="12" y="2632"/>
                        <a:pt x="48" y="3156"/>
                        <a:pt x="238" y="3644"/>
                      </a:cubicBezTo>
                      <a:cubicBezTo>
                        <a:pt x="322" y="3859"/>
                        <a:pt x="393" y="4109"/>
                        <a:pt x="655" y="4109"/>
                      </a:cubicBezTo>
                      <a:cubicBezTo>
                        <a:pt x="917" y="4109"/>
                        <a:pt x="1012" y="3859"/>
                        <a:pt x="1072" y="3656"/>
                      </a:cubicBezTo>
                      <a:cubicBezTo>
                        <a:pt x="1417" y="2620"/>
                        <a:pt x="1429" y="1513"/>
                        <a:pt x="1107" y="465"/>
                      </a:cubicBezTo>
                      <a:cubicBezTo>
                        <a:pt x="1048" y="263"/>
                        <a:pt x="965" y="1"/>
                        <a:pt x="703" y="1"/>
                      </a:cubicBezTo>
                      <a:cubicBezTo>
                        <a:pt x="697" y="1"/>
                        <a:pt x="691" y="1"/>
                        <a:pt x="68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" name="Google Shape;37;p2"/>
                <p:cNvSpPr/>
                <p:nvPr/>
              </p:nvSpPr>
              <p:spPr>
                <a:xfrm>
                  <a:off x="5985550" y="1130050"/>
                  <a:ext cx="495325" cy="470125"/>
                </a:xfrm>
                <a:custGeom>
                  <a:rect b="b" l="l" r="r" t="t"/>
                  <a:pathLst>
                    <a:path extrusionOk="0" h="18805" w="19813">
                      <a:moveTo>
                        <a:pt x="10405" y="475"/>
                      </a:moveTo>
                      <a:cubicBezTo>
                        <a:pt x="11555" y="475"/>
                        <a:pt x="12716" y="697"/>
                        <a:pt x="13824" y="1155"/>
                      </a:cubicBezTo>
                      <a:cubicBezTo>
                        <a:pt x="17158" y="2536"/>
                        <a:pt x="19337" y="5798"/>
                        <a:pt x="19337" y="9406"/>
                      </a:cubicBezTo>
                      <a:cubicBezTo>
                        <a:pt x="19325" y="14335"/>
                        <a:pt x="15324" y="18323"/>
                        <a:pt x="10407" y="18335"/>
                      </a:cubicBezTo>
                      <a:cubicBezTo>
                        <a:pt x="6787" y="18335"/>
                        <a:pt x="3537" y="16156"/>
                        <a:pt x="2156" y="12823"/>
                      </a:cubicBezTo>
                      <a:cubicBezTo>
                        <a:pt x="775" y="9489"/>
                        <a:pt x="1537" y="5643"/>
                        <a:pt x="4085" y="3095"/>
                      </a:cubicBezTo>
                      <a:cubicBezTo>
                        <a:pt x="5797" y="1383"/>
                        <a:pt x="8080" y="475"/>
                        <a:pt x="10405" y="475"/>
                      </a:cubicBezTo>
                      <a:close/>
                      <a:moveTo>
                        <a:pt x="10397" y="1"/>
                      </a:moveTo>
                      <a:cubicBezTo>
                        <a:pt x="8589" y="1"/>
                        <a:pt x="6772" y="520"/>
                        <a:pt x="5180" y="1583"/>
                      </a:cubicBezTo>
                      <a:cubicBezTo>
                        <a:pt x="1441" y="4072"/>
                        <a:pt x="1" y="8858"/>
                        <a:pt x="1715" y="13001"/>
                      </a:cubicBezTo>
                      <a:cubicBezTo>
                        <a:pt x="3189" y="16563"/>
                        <a:pt x="6651" y="18805"/>
                        <a:pt x="10384" y="18805"/>
                      </a:cubicBezTo>
                      <a:cubicBezTo>
                        <a:pt x="10994" y="18805"/>
                        <a:pt x="11611" y="18745"/>
                        <a:pt x="12229" y="18621"/>
                      </a:cubicBezTo>
                      <a:cubicBezTo>
                        <a:pt x="16634" y="17752"/>
                        <a:pt x="19801" y="13882"/>
                        <a:pt x="19801" y="9406"/>
                      </a:cubicBezTo>
                      <a:cubicBezTo>
                        <a:pt x="19813" y="6905"/>
                        <a:pt x="18813" y="4512"/>
                        <a:pt x="17051" y="2750"/>
                      </a:cubicBezTo>
                      <a:cubicBezTo>
                        <a:pt x="15229" y="936"/>
                        <a:pt x="12822" y="1"/>
                        <a:pt x="10397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sp>
          <p:nvSpPr>
            <p:cNvPr id="38" name="Google Shape;38;p2"/>
            <p:cNvSpPr/>
            <p:nvPr/>
          </p:nvSpPr>
          <p:spPr>
            <a:xfrm>
              <a:off x="347450" y="4594150"/>
              <a:ext cx="731548" cy="419129"/>
            </a:xfrm>
            <a:custGeom>
              <a:rect b="b" l="l" r="r" t="t"/>
              <a:pathLst>
                <a:path extrusionOk="0" h="57219" w="99870">
                  <a:moveTo>
                    <a:pt x="58847" y="3703"/>
                  </a:moveTo>
                  <a:cubicBezTo>
                    <a:pt x="58882" y="3703"/>
                    <a:pt x="58917" y="3719"/>
                    <a:pt x="58948" y="3744"/>
                  </a:cubicBezTo>
                  <a:lnTo>
                    <a:pt x="58960" y="3744"/>
                  </a:lnTo>
                  <a:cubicBezTo>
                    <a:pt x="68652" y="6351"/>
                    <a:pt x="76105" y="11626"/>
                    <a:pt x="79796" y="21341"/>
                  </a:cubicBezTo>
                  <a:cubicBezTo>
                    <a:pt x="80439" y="23020"/>
                    <a:pt x="80760" y="24794"/>
                    <a:pt x="80939" y="26592"/>
                  </a:cubicBezTo>
                  <a:cubicBezTo>
                    <a:pt x="80986" y="27116"/>
                    <a:pt x="80820" y="27258"/>
                    <a:pt x="80296" y="27258"/>
                  </a:cubicBezTo>
                  <a:cubicBezTo>
                    <a:pt x="79275" y="27255"/>
                    <a:pt x="78253" y="27254"/>
                    <a:pt x="77231" y="27254"/>
                  </a:cubicBezTo>
                  <a:cubicBezTo>
                    <a:pt x="74165" y="27254"/>
                    <a:pt x="71095" y="27267"/>
                    <a:pt x="68032" y="27294"/>
                  </a:cubicBezTo>
                  <a:cubicBezTo>
                    <a:pt x="68021" y="27294"/>
                    <a:pt x="68009" y="27294"/>
                    <a:pt x="67998" y="27294"/>
                  </a:cubicBezTo>
                  <a:cubicBezTo>
                    <a:pt x="67342" y="27294"/>
                    <a:pt x="67353" y="26953"/>
                    <a:pt x="67330" y="26485"/>
                  </a:cubicBezTo>
                  <a:cubicBezTo>
                    <a:pt x="67104" y="21067"/>
                    <a:pt x="66044" y="15840"/>
                    <a:pt x="63746" y="10911"/>
                  </a:cubicBezTo>
                  <a:cubicBezTo>
                    <a:pt x="62520" y="8292"/>
                    <a:pt x="60865" y="5911"/>
                    <a:pt x="58865" y="3827"/>
                  </a:cubicBezTo>
                  <a:lnTo>
                    <a:pt x="58757" y="3744"/>
                  </a:lnTo>
                  <a:cubicBezTo>
                    <a:pt x="58786" y="3716"/>
                    <a:pt x="58816" y="3703"/>
                    <a:pt x="58847" y="3703"/>
                  </a:cubicBezTo>
                  <a:close/>
                  <a:moveTo>
                    <a:pt x="51686" y="2804"/>
                  </a:moveTo>
                  <a:cubicBezTo>
                    <a:pt x="51788" y="2804"/>
                    <a:pt x="51917" y="2829"/>
                    <a:pt x="52078" y="2875"/>
                  </a:cubicBezTo>
                  <a:cubicBezTo>
                    <a:pt x="54459" y="3506"/>
                    <a:pt x="56329" y="4887"/>
                    <a:pt x="57924" y="6696"/>
                  </a:cubicBezTo>
                  <a:cubicBezTo>
                    <a:pt x="60889" y="10078"/>
                    <a:pt x="62532" y="14114"/>
                    <a:pt x="63591" y="18412"/>
                  </a:cubicBezTo>
                  <a:cubicBezTo>
                    <a:pt x="64270" y="21127"/>
                    <a:pt x="64592" y="23889"/>
                    <a:pt x="64746" y="26663"/>
                  </a:cubicBezTo>
                  <a:cubicBezTo>
                    <a:pt x="64770" y="27163"/>
                    <a:pt x="64627" y="27306"/>
                    <a:pt x="64139" y="27306"/>
                  </a:cubicBezTo>
                  <a:cubicBezTo>
                    <a:pt x="62457" y="27301"/>
                    <a:pt x="60774" y="27298"/>
                    <a:pt x="59089" y="27298"/>
                  </a:cubicBezTo>
                  <a:cubicBezTo>
                    <a:pt x="56706" y="27298"/>
                    <a:pt x="54320" y="27304"/>
                    <a:pt x="51935" y="27318"/>
                  </a:cubicBezTo>
                  <a:cubicBezTo>
                    <a:pt x="51304" y="27318"/>
                    <a:pt x="51352" y="26997"/>
                    <a:pt x="51352" y="26580"/>
                  </a:cubicBezTo>
                  <a:cubicBezTo>
                    <a:pt x="51364" y="22710"/>
                    <a:pt x="51364" y="18853"/>
                    <a:pt x="51364" y="14983"/>
                  </a:cubicBezTo>
                  <a:lnTo>
                    <a:pt x="51340" y="14983"/>
                  </a:lnTo>
                  <a:cubicBezTo>
                    <a:pt x="51340" y="11137"/>
                    <a:pt x="51352" y="7292"/>
                    <a:pt x="51328" y="3446"/>
                  </a:cubicBezTo>
                  <a:cubicBezTo>
                    <a:pt x="51328" y="2986"/>
                    <a:pt x="51410" y="2804"/>
                    <a:pt x="51686" y="2804"/>
                  </a:cubicBezTo>
                  <a:close/>
                  <a:moveTo>
                    <a:pt x="69056" y="4887"/>
                  </a:moveTo>
                  <a:lnTo>
                    <a:pt x="69056" y="4887"/>
                  </a:lnTo>
                  <a:cubicBezTo>
                    <a:pt x="71152" y="5315"/>
                    <a:pt x="73212" y="5899"/>
                    <a:pt x="75224" y="6625"/>
                  </a:cubicBezTo>
                  <a:lnTo>
                    <a:pt x="75236" y="6625"/>
                  </a:lnTo>
                  <a:cubicBezTo>
                    <a:pt x="80629" y="8542"/>
                    <a:pt x="85701" y="11054"/>
                    <a:pt x="90047" y="14852"/>
                  </a:cubicBezTo>
                  <a:cubicBezTo>
                    <a:pt x="93143" y="17567"/>
                    <a:pt x="95560" y="20746"/>
                    <a:pt x="96655" y="24782"/>
                  </a:cubicBezTo>
                  <a:cubicBezTo>
                    <a:pt x="96798" y="25306"/>
                    <a:pt x="96881" y="25842"/>
                    <a:pt x="97000" y="26377"/>
                  </a:cubicBezTo>
                  <a:cubicBezTo>
                    <a:pt x="97143" y="26973"/>
                    <a:pt x="97048" y="27235"/>
                    <a:pt x="96310" y="27235"/>
                  </a:cubicBezTo>
                  <a:cubicBezTo>
                    <a:pt x="95167" y="27219"/>
                    <a:pt x="94025" y="27213"/>
                    <a:pt x="92884" y="27213"/>
                  </a:cubicBezTo>
                  <a:cubicBezTo>
                    <a:pt x="90601" y="27213"/>
                    <a:pt x="88321" y="27235"/>
                    <a:pt x="86035" y="27235"/>
                  </a:cubicBezTo>
                  <a:cubicBezTo>
                    <a:pt x="85590" y="27235"/>
                    <a:pt x="85089" y="27320"/>
                    <a:pt x="84642" y="27320"/>
                  </a:cubicBezTo>
                  <a:cubicBezTo>
                    <a:pt x="84323" y="27320"/>
                    <a:pt x="84031" y="27276"/>
                    <a:pt x="83808" y="27127"/>
                  </a:cubicBezTo>
                  <a:cubicBezTo>
                    <a:pt x="83249" y="26770"/>
                    <a:pt x="83511" y="25734"/>
                    <a:pt x="83391" y="25008"/>
                  </a:cubicBezTo>
                  <a:cubicBezTo>
                    <a:pt x="82308" y="18091"/>
                    <a:pt x="78843" y="12566"/>
                    <a:pt x="73545" y="8113"/>
                  </a:cubicBezTo>
                  <a:cubicBezTo>
                    <a:pt x="72116" y="6946"/>
                    <a:pt x="70616" y="5863"/>
                    <a:pt x="69056" y="4887"/>
                  </a:cubicBezTo>
                  <a:close/>
                  <a:moveTo>
                    <a:pt x="48364" y="2808"/>
                  </a:moveTo>
                  <a:cubicBezTo>
                    <a:pt x="48704" y="2808"/>
                    <a:pt x="48709" y="3114"/>
                    <a:pt x="48709" y="3970"/>
                  </a:cubicBezTo>
                  <a:lnTo>
                    <a:pt x="48709" y="15055"/>
                  </a:lnTo>
                  <a:lnTo>
                    <a:pt x="48756" y="15055"/>
                  </a:lnTo>
                  <a:cubicBezTo>
                    <a:pt x="48756" y="18876"/>
                    <a:pt x="48744" y="22698"/>
                    <a:pt x="48780" y="26520"/>
                  </a:cubicBezTo>
                  <a:cubicBezTo>
                    <a:pt x="48780" y="27154"/>
                    <a:pt x="48602" y="27330"/>
                    <a:pt x="48008" y="27330"/>
                  </a:cubicBezTo>
                  <a:cubicBezTo>
                    <a:pt x="47988" y="27330"/>
                    <a:pt x="47967" y="27330"/>
                    <a:pt x="47947" y="27330"/>
                  </a:cubicBezTo>
                  <a:cubicBezTo>
                    <a:pt x="46625" y="27322"/>
                    <a:pt x="45302" y="27319"/>
                    <a:pt x="43979" y="27319"/>
                  </a:cubicBezTo>
                  <a:cubicBezTo>
                    <a:pt x="41332" y="27319"/>
                    <a:pt x="38684" y="27330"/>
                    <a:pt x="36040" y="27330"/>
                  </a:cubicBezTo>
                  <a:cubicBezTo>
                    <a:pt x="35958" y="27330"/>
                    <a:pt x="35878" y="27334"/>
                    <a:pt x="35803" y="27334"/>
                  </a:cubicBezTo>
                  <a:cubicBezTo>
                    <a:pt x="35528" y="27334"/>
                    <a:pt x="35322" y="27282"/>
                    <a:pt x="35350" y="26806"/>
                  </a:cubicBezTo>
                  <a:cubicBezTo>
                    <a:pt x="35683" y="20293"/>
                    <a:pt x="37005" y="14054"/>
                    <a:pt x="40708" y="8542"/>
                  </a:cubicBezTo>
                  <a:cubicBezTo>
                    <a:pt x="42398" y="6042"/>
                    <a:pt x="44506" y="3994"/>
                    <a:pt x="47458" y="3041"/>
                  </a:cubicBezTo>
                  <a:cubicBezTo>
                    <a:pt x="47895" y="2898"/>
                    <a:pt x="48179" y="2808"/>
                    <a:pt x="48364" y="2808"/>
                  </a:cubicBezTo>
                  <a:close/>
                  <a:moveTo>
                    <a:pt x="41019" y="3796"/>
                  </a:moveTo>
                  <a:cubicBezTo>
                    <a:pt x="41099" y="3796"/>
                    <a:pt x="41184" y="3818"/>
                    <a:pt x="41279" y="3887"/>
                  </a:cubicBezTo>
                  <a:cubicBezTo>
                    <a:pt x="40981" y="4208"/>
                    <a:pt x="40684" y="4529"/>
                    <a:pt x="40386" y="4851"/>
                  </a:cubicBezTo>
                  <a:cubicBezTo>
                    <a:pt x="37124" y="8542"/>
                    <a:pt x="35243" y="12911"/>
                    <a:pt x="34028" y="17614"/>
                  </a:cubicBezTo>
                  <a:cubicBezTo>
                    <a:pt x="33290" y="20555"/>
                    <a:pt x="32861" y="23568"/>
                    <a:pt x="32754" y="26604"/>
                  </a:cubicBezTo>
                  <a:cubicBezTo>
                    <a:pt x="32730" y="27235"/>
                    <a:pt x="32528" y="27342"/>
                    <a:pt x="31945" y="27342"/>
                  </a:cubicBezTo>
                  <a:cubicBezTo>
                    <a:pt x="30417" y="27333"/>
                    <a:pt x="28890" y="27329"/>
                    <a:pt x="27365" y="27329"/>
                  </a:cubicBezTo>
                  <a:cubicBezTo>
                    <a:pt x="24897" y="27329"/>
                    <a:pt x="22432" y="27339"/>
                    <a:pt x="19967" y="27354"/>
                  </a:cubicBezTo>
                  <a:cubicBezTo>
                    <a:pt x="19360" y="27354"/>
                    <a:pt x="19157" y="27235"/>
                    <a:pt x="19217" y="26592"/>
                  </a:cubicBezTo>
                  <a:cubicBezTo>
                    <a:pt x="19681" y="21865"/>
                    <a:pt x="21503" y="17698"/>
                    <a:pt x="24491" y="14043"/>
                  </a:cubicBezTo>
                  <a:cubicBezTo>
                    <a:pt x="28754" y="8828"/>
                    <a:pt x="34314" y="5625"/>
                    <a:pt x="40743" y="3851"/>
                  </a:cubicBezTo>
                  <a:cubicBezTo>
                    <a:pt x="40830" y="3831"/>
                    <a:pt x="40920" y="3796"/>
                    <a:pt x="41019" y="3796"/>
                  </a:cubicBezTo>
                  <a:close/>
                  <a:moveTo>
                    <a:pt x="31083" y="4890"/>
                  </a:moveTo>
                  <a:cubicBezTo>
                    <a:pt x="31150" y="4890"/>
                    <a:pt x="31218" y="4893"/>
                    <a:pt x="31290" y="4899"/>
                  </a:cubicBezTo>
                  <a:cubicBezTo>
                    <a:pt x="30647" y="5303"/>
                    <a:pt x="30099" y="5637"/>
                    <a:pt x="29575" y="5994"/>
                  </a:cubicBezTo>
                  <a:cubicBezTo>
                    <a:pt x="23682" y="9947"/>
                    <a:pt x="19395" y="15138"/>
                    <a:pt x="17419" y="22055"/>
                  </a:cubicBezTo>
                  <a:cubicBezTo>
                    <a:pt x="16967" y="23591"/>
                    <a:pt x="16693" y="25175"/>
                    <a:pt x="16597" y="26770"/>
                  </a:cubicBezTo>
                  <a:cubicBezTo>
                    <a:pt x="16574" y="27223"/>
                    <a:pt x="16431" y="27354"/>
                    <a:pt x="15990" y="27354"/>
                  </a:cubicBezTo>
                  <a:cubicBezTo>
                    <a:pt x="11894" y="27354"/>
                    <a:pt x="7811" y="27354"/>
                    <a:pt x="3727" y="27378"/>
                  </a:cubicBezTo>
                  <a:cubicBezTo>
                    <a:pt x="3179" y="27378"/>
                    <a:pt x="3036" y="27211"/>
                    <a:pt x="3120" y="26699"/>
                  </a:cubicBezTo>
                  <a:cubicBezTo>
                    <a:pt x="3393" y="24770"/>
                    <a:pt x="4024" y="22913"/>
                    <a:pt x="4965" y="21210"/>
                  </a:cubicBezTo>
                  <a:cubicBezTo>
                    <a:pt x="7084" y="17352"/>
                    <a:pt x="10228" y="14483"/>
                    <a:pt x="13835" y="12078"/>
                  </a:cubicBezTo>
                  <a:cubicBezTo>
                    <a:pt x="19050" y="8601"/>
                    <a:pt x="24837" y="6423"/>
                    <a:pt x="30885" y="4899"/>
                  </a:cubicBezTo>
                  <a:cubicBezTo>
                    <a:pt x="30950" y="4893"/>
                    <a:pt x="31016" y="4890"/>
                    <a:pt x="31083" y="4890"/>
                  </a:cubicBezTo>
                  <a:close/>
                  <a:moveTo>
                    <a:pt x="15931" y="29973"/>
                  </a:moveTo>
                  <a:cubicBezTo>
                    <a:pt x="16312" y="29973"/>
                    <a:pt x="16550" y="29985"/>
                    <a:pt x="16597" y="30497"/>
                  </a:cubicBezTo>
                  <a:cubicBezTo>
                    <a:pt x="17252" y="38403"/>
                    <a:pt x="21050" y="44582"/>
                    <a:pt x="27099" y="49523"/>
                  </a:cubicBezTo>
                  <a:cubicBezTo>
                    <a:pt x="28349" y="50547"/>
                    <a:pt x="29754" y="51345"/>
                    <a:pt x="31040" y="52309"/>
                  </a:cubicBezTo>
                  <a:cubicBezTo>
                    <a:pt x="29790" y="52238"/>
                    <a:pt x="28635" y="51785"/>
                    <a:pt x="27456" y="51428"/>
                  </a:cubicBezTo>
                  <a:cubicBezTo>
                    <a:pt x="21824" y="49737"/>
                    <a:pt x="16514" y="47392"/>
                    <a:pt x="11811" y="43808"/>
                  </a:cubicBezTo>
                  <a:cubicBezTo>
                    <a:pt x="8692" y="41427"/>
                    <a:pt x="6072" y="38629"/>
                    <a:pt x="4405" y="35021"/>
                  </a:cubicBezTo>
                  <a:cubicBezTo>
                    <a:pt x="3786" y="33652"/>
                    <a:pt x="3358" y="32211"/>
                    <a:pt x="3131" y="30723"/>
                  </a:cubicBezTo>
                  <a:cubicBezTo>
                    <a:pt x="3048" y="30211"/>
                    <a:pt x="3120" y="29973"/>
                    <a:pt x="3739" y="29973"/>
                  </a:cubicBezTo>
                  <a:cubicBezTo>
                    <a:pt x="5092" y="29981"/>
                    <a:pt x="6447" y="29984"/>
                    <a:pt x="7802" y="29984"/>
                  </a:cubicBezTo>
                  <a:cubicBezTo>
                    <a:pt x="10512" y="29984"/>
                    <a:pt x="13224" y="29973"/>
                    <a:pt x="15931" y="29973"/>
                  </a:cubicBezTo>
                  <a:close/>
                  <a:moveTo>
                    <a:pt x="96084" y="29842"/>
                  </a:moveTo>
                  <a:cubicBezTo>
                    <a:pt x="97155" y="29842"/>
                    <a:pt x="97143" y="29842"/>
                    <a:pt x="96965" y="30878"/>
                  </a:cubicBezTo>
                  <a:lnTo>
                    <a:pt x="96977" y="30878"/>
                  </a:lnTo>
                  <a:cubicBezTo>
                    <a:pt x="96429" y="34152"/>
                    <a:pt x="94929" y="36962"/>
                    <a:pt x="92809" y="39474"/>
                  </a:cubicBezTo>
                  <a:cubicBezTo>
                    <a:pt x="89571" y="43308"/>
                    <a:pt x="85475" y="45987"/>
                    <a:pt x="81010" y="48166"/>
                  </a:cubicBezTo>
                  <a:cubicBezTo>
                    <a:pt x="77343" y="49952"/>
                    <a:pt x="73509" y="51250"/>
                    <a:pt x="69568" y="52262"/>
                  </a:cubicBezTo>
                  <a:cubicBezTo>
                    <a:pt x="69414" y="52297"/>
                    <a:pt x="69235" y="52309"/>
                    <a:pt x="69068" y="52333"/>
                  </a:cubicBezTo>
                  <a:cubicBezTo>
                    <a:pt x="71128" y="50976"/>
                    <a:pt x="73116" y="49535"/>
                    <a:pt x="74902" y="47832"/>
                  </a:cubicBezTo>
                  <a:cubicBezTo>
                    <a:pt x="79415" y="43558"/>
                    <a:pt x="82391" y="38438"/>
                    <a:pt x="83356" y="32235"/>
                  </a:cubicBezTo>
                  <a:cubicBezTo>
                    <a:pt x="83475" y="31664"/>
                    <a:pt x="83534" y="31068"/>
                    <a:pt x="83558" y="30485"/>
                  </a:cubicBezTo>
                  <a:cubicBezTo>
                    <a:pt x="83558" y="29937"/>
                    <a:pt x="83784" y="29842"/>
                    <a:pt x="84261" y="29842"/>
                  </a:cubicBezTo>
                  <a:cubicBezTo>
                    <a:pt x="85574" y="29850"/>
                    <a:pt x="86889" y="29853"/>
                    <a:pt x="88204" y="29853"/>
                  </a:cubicBezTo>
                  <a:cubicBezTo>
                    <a:pt x="90834" y="29853"/>
                    <a:pt x="93464" y="29842"/>
                    <a:pt x="96084" y="29842"/>
                  </a:cubicBezTo>
                  <a:close/>
                  <a:moveTo>
                    <a:pt x="31075" y="52321"/>
                  </a:moveTo>
                  <a:lnTo>
                    <a:pt x="31242" y="52393"/>
                  </a:lnTo>
                  <a:cubicBezTo>
                    <a:pt x="31230" y="52404"/>
                    <a:pt x="31206" y="52428"/>
                    <a:pt x="31183" y="52428"/>
                  </a:cubicBezTo>
                  <a:cubicBezTo>
                    <a:pt x="31123" y="52428"/>
                    <a:pt x="31040" y="52428"/>
                    <a:pt x="31075" y="52321"/>
                  </a:cubicBezTo>
                  <a:close/>
                  <a:moveTo>
                    <a:pt x="32135" y="29949"/>
                  </a:moveTo>
                  <a:cubicBezTo>
                    <a:pt x="32838" y="29949"/>
                    <a:pt x="32790" y="30330"/>
                    <a:pt x="32814" y="30783"/>
                  </a:cubicBezTo>
                  <a:cubicBezTo>
                    <a:pt x="32945" y="34890"/>
                    <a:pt x="33683" y="38962"/>
                    <a:pt x="35004" y="42856"/>
                  </a:cubicBezTo>
                  <a:cubicBezTo>
                    <a:pt x="36362" y="46808"/>
                    <a:pt x="38303" y="50416"/>
                    <a:pt x="41291" y="53452"/>
                  </a:cubicBezTo>
                  <a:cubicBezTo>
                    <a:pt x="38945" y="52964"/>
                    <a:pt x="36683" y="52178"/>
                    <a:pt x="34552" y="51107"/>
                  </a:cubicBezTo>
                  <a:cubicBezTo>
                    <a:pt x="28468" y="48094"/>
                    <a:pt x="23705" y="43749"/>
                    <a:pt x="20943" y="37438"/>
                  </a:cubicBezTo>
                  <a:cubicBezTo>
                    <a:pt x="19991" y="35271"/>
                    <a:pt x="19407" y="32962"/>
                    <a:pt x="19217" y="30604"/>
                  </a:cubicBezTo>
                  <a:cubicBezTo>
                    <a:pt x="19169" y="30116"/>
                    <a:pt x="19300" y="29973"/>
                    <a:pt x="19800" y="29973"/>
                  </a:cubicBezTo>
                  <a:cubicBezTo>
                    <a:pt x="21304" y="29977"/>
                    <a:pt x="22807" y="29980"/>
                    <a:pt x="24311" y="29980"/>
                  </a:cubicBezTo>
                  <a:cubicBezTo>
                    <a:pt x="26916" y="29980"/>
                    <a:pt x="29523" y="29972"/>
                    <a:pt x="32135" y="29949"/>
                  </a:cubicBezTo>
                  <a:close/>
                  <a:moveTo>
                    <a:pt x="80224" y="29854"/>
                  </a:moveTo>
                  <a:cubicBezTo>
                    <a:pt x="80820" y="29854"/>
                    <a:pt x="80998" y="29997"/>
                    <a:pt x="80939" y="30592"/>
                  </a:cubicBezTo>
                  <a:cubicBezTo>
                    <a:pt x="80582" y="34402"/>
                    <a:pt x="79260" y="38069"/>
                    <a:pt x="77093" y="41236"/>
                  </a:cubicBezTo>
                  <a:cubicBezTo>
                    <a:pt x="72712" y="47654"/>
                    <a:pt x="66544" y="51488"/>
                    <a:pt x="59103" y="53428"/>
                  </a:cubicBezTo>
                  <a:cubicBezTo>
                    <a:pt x="59054" y="53436"/>
                    <a:pt x="58994" y="53456"/>
                    <a:pt x="58957" y="53456"/>
                  </a:cubicBezTo>
                  <a:cubicBezTo>
                    <a:pt x="58940" y="53456"/>
                    <a:pt x="58928" y="53452"/>
                    <a:pt x="58924" y="53440"/>
                  </a:cubicBezTo>
                  <a:cubicBezTo>
                    <a:pt x="58865" y="53369"/>
                    <a:pt x="58948" y="53345"/>
                    <a:pt x="59007" y="53321"/>
                  </a:cubicBezTo>
                  <a:cubicBezTo>
                    <a:pt x="64901" y="47011"/>
                    <a:pt x="66854" y="39236"/>
                    <a:pt x="67330" y="30914"/>
                  </a:cubicBezTo>
                  <a:cubicBezTo>
                    <a:pt x="67389" y="29890"/>
                    <a:pt x="67366" y="29890"/>
                    <a:pt x="68402" y="29890"/>
                  </a:cubicBezTo>
                  <a:cubicBezTo>
                    <a:pt x="72342" y="29890"/>
                    <a:pt x="76295" y="29890"/>
                    <a:pt x="80224" y="29854"/>
                  </a:cubicBezTo>
                  <a:close/>
                  <a:moveTo>
                    <a:pt x="64127" y="29890"/>
                  </a:moveTo>
                  <a:cubicBezTo>
                    <a:pt x="64544" y="29890"/>
                    <a:pt x="64818" y="29890"/>
                    <a:pt x="64782" y="30461"/>
                  </a:cubicBezTo>
                  <a:cubicBezTo>
                    <a:pt x="64496" y="35926"/>
                    <a:pt x="63508" y="41213"/>
                    <a:pt x="60972" y="46118"/>
                  </a:cubicBezTo>
                  <a:cubicBezTo>
                    <a:pt x="59662" y="48594"/>
                    <a:pt x="58067" y="50833"/>
                    <a:pt x="55817" y="52535"/>
                  </a:cubicBezTo>
                  <a:lnTo>
                    <a:pt x="55829" y="52535"/>
                  </a:lnTo>
                  <a:cubicBezTo>
                    <a:pt x="54805" y="53333"/>
                    <a:pt x="53626" y="53928"/>
                    <a:pt x="52364" y="54286"/>
                  </a:cubicBezTo>
                  <a:cubicBezTo>
                    <a:pt x="52048" y="54372"/>
                    <a:pt x="51839" y="54428"/>
                    <a:pt x="51702" y="54428"/>
                  </a:cubicBezTo>
                  <a:cubicBezTo>
                    <a:pt x="51440" y="54428"/>
                    <a:pt x="51435" y="54224"/>
                    <a:pt x="51435" y="53631"/>
                  </a:cubicBezTo>
                  <a:lnTo>
                    <a:pt x="51435" y="42165"/>
                  </a:lnTo>
                  <a:lnTo>
                    <a:pt x="51376" y="42165"/>
                  </a:lnTo>
                  <a:lnTo>
                    <a:pt x="51376" y="30711"/>
                  </a:lnTo>
                  <a:cubicBezTo>
                    <a:pt x="51376" y="30221"/>
                    <a:pt x="51399" y="29913"/>
                    <a:pt x="52030" y="29913"/>
                  </a:cubicBezTo>
                  <a:cubicBezTo>
                    <a:pt x="52042" y="29913"/>
                    <a:pt x="52054" y="29913"/>
                    <a:pt x="52066" y="29914"/>
                  </a:cubicBezTo>
                  <a:cubicBezTo>
                    <a:pt x="53245" y="29921"/>
                    <a:pt x="54422" y="29923"/>
                    <a:pt x="55600" y="29923"/>
                  </a:cubicBezTo>
                  <a:cubicBezTo>
                    <a:pt x="58442" y="29923"/>
                    <a:pt x="61282" y="29907"/>
                    <a:pt x="64127" y="29890"/>
                  </a:cubicBezTo>
                  <a:close/>
                  <a:moveTo>
                    <a:pt x="48113" y="29925"/>
                  </a:moveTo>
                  <a:cubicBezTo>
                    <a:pt x="48697" y="29925"/>
                    <a:pt x="48804" y="30140"/>
                    <a:pt x="48792" y="30652"/>
                  </a:cubicBezTo>
                  <a:cubicBezTo>
                    <a:pt x="48780" y="34521"/>
                    <a:pt x="48792" y="38391"/>
                    <a:pt x="48792" y="42260"/>
                  </a:cubicBezTo>
                  <a:lnTo>
                    <a:pt x="48816" y="42260"/>
                  </a:lnTo>
                  <a:lnTo>
                    <a:pt x="48816" y="53571"/>
                  </a:lnTo>
                  <a:cubicBezTo>
                    <a:pt x="48816" y="54209"/>
                    <a:pt x="48816" y="54430"/>
                    <a:pt x="48540" y="54430"/>
                  </a:cubicBezTo>
                  <a:cubicBezTo>
                    <a:pt x="48393" y="54430"/>
                    <a:pt x="48170" y="54369"/>
                    <a:pt x="47828" y="54274"/>
                  </a:cubicBezTo>
                  <a:cubicBezTo>
                    <a:pt x="45280" y="53559"/>
                    <a:pt x="43351" y="51952"/>
                    <a:pt x="41732" y="49940"/>
                  </a:cubicBezTo>
                  <a:cubicBezTo>
                    <a:pt x="38791" y="46308"/>
                    <a:pt x="37231" y="42058"/>
                    <a:pt x="36267" y="37557"/>
                  </a:cubicBezTo>
                  <a:cubicBezTo>
                    <a:pt x="35790" y="35283"/>
                    <a:pt x="35564" y="32985"/>
                    <a:pt x="35397" y="30676"/>
                  </a:cubicBezTo>
                  <a:cubicBezTo>
                    <a:pt x="35362" y="30140"/>
                    <a:pt x="35469" y="29949"/>
                    <a:pt x="36052" y="29949"/>
                  </a:cubicBezTo>
                  <a:cubicBezTo>
                    <a:pt x="37525" y="29954"/>
                    <a:pt x="38997" y="29956"/>
                    <a:pt x="40468" y="29956"/>
                  </a:cubicBezTo>
                  <a:cubicBezTo>
                    <a:pt x="43015" y="29956"/>
                    <a:pt x="45562" y="29948"/>
                    <a:pt x="48113" y="29925"/>
                  </a:cubicBezTo>
                  <a:close/>
                  <a:moveTo>
                    <a:pt x="49847" y="0"/>
                  </a:moveTo>
                  <a:cubicBezTo>
                    <a:pt x="47878" y="0"/>
                    <a:pt x="45726" y="67"/>
                    <a:pt x="43553" y="255"/>
                  </a:cubicBezTo>
                  <a:cubicBezTo>
                    <a:pt x="35505" y="934"/>
                    <a:pt x="27694" y="2553"/>
                    <a:pt x="20253" y="5756"/>
                  </a:cubicBezTo>
                  <a:cubicBezTo>
                    <a:pt x="15192" y="7935"/>
                    <a:pt x="10537" y="10733"/>
                    <a:pt x="6644" y="14697"/>
                  </a:cubicBezTo>
                  <a:cubicBezTo>
                    <a:pt x="3465" y="17948"/>
                    <a:pt x="1191" y="21698"/>
                    <a:pt x="476" y="26282"/>
                  </a:cubicBezTo>
                  <a:cubicBezTo>
                    <a:pt x="453" y="26401"/>
                    <a:pt x="0" y="28830"/>
                    <a:pt x="679" y="32200"/>
                  </a:cubicBezTo>
                  <a:cubicBezTo>
                    <a:pt x="1488" y="36224"/>
                    <a:pt x="3667" y="39546"/>
                    <a:pt x="6501" y="42463"/>
                  </a:cubicBezTo>
                  <a:cubicBezTo>
                    <a:pt x="10799" y="46904"/>
                    <a:pt x="16038" y="49868"/>
                    <a:pt x="21705" y="52142"/>
                  </a:cubicBezTo>
                  <a:cubicBezTo>
                    <a:pt x="27992" y="54643"/>
                    <a:pt x="34528" y="56107"/>
                    <a:pt x="41255" y="56774"/>
                  </a:cubicBezTo>
                  <a:cubicBezTo>
                    <a:pt x="44247" y="57067"/>
                    <a:pt x="47230" y="57219"/>
                    <a:pt x="50202" y="57219"/>
                  </a:cubicBezTo>
                  <a:cubicBezTo>
                    <a:pt x="57026" y="57219"/>
                    <a:pt x="63796" y="56416"/>
                    <a:pt x="70497" y="54667"/>
                  </a:cubicBezTo>
                  <a:cubicBezTo>
                    <a:pt x="77462" y="52857"/>
                    <a:pt x="84023" y="50142"/>
                    <a:pt x="89797" y="45761"/>
                  </a:cubicBezTo>
                  <a:cubicBezTo>
                    <a:pt x="93476" y="42975"/>
                    <a:pt x="96548" y="39665"/>
                    <a:pt x="98405" y="35343"/>
                  </a:cubicBezTo>
                  <a:cubicBezTo>
                    <a:pt x="99048" y="33855"/>
                    <a:pt x="99489" y="32271"/>
                    <a:pt x="99691" y="30664"/>
                  </a:cubicBezTo>
                  <a:cubicBezTo>
                    <a:pt x="99870" y="29580"/>
                    <a:pt x="99715" y="26449"/>
                    <a:pt x="99489" y="25115"/>
                  </a:cubicBezTo>
                  <a:cubicBezTo>
                    <a:pt x="98620" y="21055"/>
                    <a:pt x="96548" y="17674"/>
                    <a:pt x="93714" y="14733"/>
                  </a:cubicBezTo>
                  <a:cubicBezTo>
                    <a:pt x="89583" y="10447"/>
                    <a:pt x="84558" y="7542"/>
                    <a:pt x="79117" y="5303"/>
                  </a:cubicBezTo>
                  <a:cubicBezTo>
                    <a:pt x="72485" y="2577"/>
                    <a:pt x="65556" y="1053"/>
                    <a:pt x="58424" y="398"/>
                  </a:cubicBezTo>
                  <a:cubicBezTo>
                    <a:pt x="57535" y="316"/>
                    <a:pt x="54123" y="0"/>
                    <a:pt x="498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" type="secHead">
  <p:cSld name="SECTION_HEADER">
    <p:spTree>
      <p:nvGrpSpPr>
        <p:cNvPr id="39" name="Shape 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Google Shape;40;p3"/>
          <p:cNvSpPr txBox="1"/>
          <p:nvPr>
            <p:ph type="title"/>
          </p:nvPr>
        </p:nvSpPr>
        <p:spPr>
          <a:xfrm>
            <a:off x="3755675" y="1905838"/>
            <a:ext cx="4249200" cy="150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600"/>
              <a:buNone/>
              <a:defRPr sz="4400"/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41" name="Google Shape;41;p3"/>
          <p:cNvSpPr txBox="1"/>
          <p:nvPr>
            <p:ph hasCustomPrompt="1" idx="2" type="title"/>
          </p:nvPr>
        </p:nvSpPr>
        <p:spPr>
          <a:xfrm>
            <a:off x="4842275" y="822538"/>
            <a:ext cx="2076000" cy="1083300"/>
          </a:xfrm>
          <a:prstGeom prst="rect">
            <a:avLst/>
          </a:prstGeom>
          <a:solidFill>
            <a:schemeClr val="accent2"/>
          </a:solidFill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42" name="Google Shape;42;p3"/>
          <p:cNvSpPr txBox="1"/>
          <p:nvPr>
            <p:ph idx="1" type="subTitle"/>
          </p:nvPr>
        </p:nvSpPr>
        <p:spPr>
          <a:xfrm>
            <a:off x="3755675" y="3464838"/>
            <a:ext cx="4249200" cy="375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grpSp>
        <p:nvGrpSpPr>
          <p:cNvPr id="43" name="Google Shape;43;p3"/>
          <p:cNvGrpSpPr/>
          <p:nvPr/>
        </p:nvGrpSpPr>
        <p:grpSpPr>
          <a:xfrm>
            <a:off x="8781388" y="315691"/>
            <a:ext cx="37200" cy="2280719"/>
            <a:chOff x="8720263" y="1665954"/>
            <a:chExt cx="37200" cy="2280719"/>
          </a:xfrm>
        </p:grpSpPr>
        <p:sp>
          <p:nvSpPr>
            <p:cNvPr id="44" name="Google Shape;44;p3"/>
            <p:cNvSpPr/>
            <p:nvPr/>
          </p:nvSpPr>
          <p:spPr>
            <a:xfrm flipH="1">
              <a:off x="8720263" y="1665954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  <p:sp>
          <p:nvSpPr>
            <p:cNvPr id="45" name="Google Shape;45;p3"/>
            <p:cNvSpPr/>
            <p:nvPr/>
          </p:nvSpPr>
          <p:spPr>
            <a:xfrm flipH="1">
              <a:off x="8720263" y="2278650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  <p:sp>
          <p:nvSpPr>
            <p:cNvPr id="46" name="Google Shape;46;p3"/>
            <p:cNvSpPr/>
            <p:nvPr/>
          </p:nvSpPr>
          <p:spPr>
            <a:xfrm flipH="1">
              <a:off x="8720263" y="2570381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  <p:sp>
          <p:nvSpPr>
            <p:cNvPr id="47" name="Google Shape;47;p3"/>
            <p:cNvSpPr/>
            <p:nvPr/>
          </p:nvSpPr>
          <p:spPr>
            <a:xfrm flipH="1">
              <a:off x="8720263" y="2862111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  <p:sp>
          <p:nvSpPr>
            <p:cNvPr id="48" name="Google Shape;48;p3"/>
            <p:cNvSpPr/>
            <p:nvPr/>
          </p:nvSpPr>
          <p:spPr>
            <a:xfrm flipH="1">
              <a:off x="8720263" y="3653137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  <p:sp>
          <p:nvSpPr>
            <p:cNvPr id="49" name="Google Shape;49;p3"/>
            <p:cNvSpPr/>
            <p:nvPr/>
          </p:nvSpPr>
          <p:spPr>
            <a:xfrm flipH="1">
              <a:off x="8720263" y="3909472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</p:grpSp>
      <p:grpSp>
        <p:nvGrpSpPr>
          <p:cNvPr id="50" name="Google Shape;50;p3"/>
          <p:cNvGrpSpPr/>
          <p:nvPr/>
        </p:nvGrpSpPr>
        <p:grpSpPr>
          <a:xfrm>
            <a:off x="378886" y="219926"/>
            <a:ext cx="1112510" cy="319584"/>
            <a:chOff x="4743988" y="1118075"/>
            <a:chExt cx="1724288" cy="495325"/>
          </a:xfrm>
        </p:grpSpPr>
        <p:grpSp>
          <p:nvGrpSpPr>
            <p:cNvPr id="51" name="Google Shape;51;p3"/>
            <p:cNvGrpSpPr/>
            <p:nvPr/>
          </p:nvGrpSpPr>
          <p:grpSpPr>
            <a:xfrm rot="5400000">
              <a:off x="4736550" y="1140100"/>
              <a:ext cx="466150" cy="451275"/>
              <a:chOff x="6608550" y="1088575"/>
              <a:chExt cx="466150" cy="451275"/>
            </a:xfrm>
          </p:grpSpPr>
          <p:sp>
            <p:nvSpPr>
              <p:cNvPr id="52" name="Google Shape;52;p3"/>
              <p:cNvSpPr/>
              <p:nvPr/>
            </p:nvSpPr>
            <p:spPr>
              <a:xfrm>
                <a:off x="6608550" y="1088575"/>
                <a:ext cx="466150" cy="451275"/>
              </a:xfrm>
              <a:custGeom>
                <a:rect b="b" l="l" r="r" t="t"/>
                <a:pathLst>
                  <a:path extrusionOk="0" h="18051" w="18646">
                    <a:moveTo>
                      <a:pt x="9606" y="560"/>
                    </a:moveTo>
                    <a:cubicBezTo>
                      <a:pt x="9876" y="560"/>
                      <a:pt x="10146" y="573"/>
                      <a:pt x="10419" y="599"/>
                    </a:cubicBezTo>
                    <a:cubicBezTo>
                      <a:pt x="14145" y="956"/>
                      <a:pt x="17193" y="3730"/>
                      <a:pt x="17908" y="7398"/>
                    </a:cubicBezTo>
                    <a:cubicBezTo>
                      <a:pt x="18015" y="7945"/>
                      <a:pt x="18062" y="8493"/>
                      <a:pt x="18050" y="9052"/>
                    </a:cubicBezTo>
                    <a:cubicBezTo>
                      <a:pt x="18062" y="9422"/>
                      <a:pt x="18039" y="9791"/>
                      <a:pt x="17991" y="10160"/>
                    </a:cubicBezTo>
                    <a:lnTo>
                      <a:pt x="17991" y="10172"/>
                    </a:lnTo>
                    <a:cubicBezTo>
                      <a:pt x="17967" y="10446"/>
                      <a:pt x="17836" y="10707"/>
                      <a:pt x="17634" y="10898"/>
                    </a:cubicBezTo>
                    <a:cubicBezTo>
                      <a:pt x="17372" y="11172"/>
                      <a:pt x="17050" y="11398"/>
                      <a:pt x="16705" y="11553"/>
                    </a:cubicBezTo>
                    <a:cubicBezTo>
                      <a:pt x="16205" y="11755"/>
                      <a:pt x="15979" y="12136"/>
                      <a:pt x="15955" y="12660"/>
                    </a:cubicBezTo>
                    <a:cubicBezTo>
                      <a:pt x="15943" y="12982"/>
                      <a:pt x="15967" y="13291"/>
                      <a:pt x="16026" y="13613"/>
                    </a:cubicBezTo>
                    <a:cubicBezTo>
                      <a:pt x="16086" y="13958"/>
                      <a:pt x="15943" y="14303"/>
                      <a:pt x="15657" y="14506"/>
                    </a:cubicBezTo>
                    <a:cubicBezTo>
                      <a:pt x="15169" y="14851"/>
                      <a:pt x="14717" y="15268"/>
                      <a:pt x="14336" y="15732"/>
                    </a:cubicBezTo>
                    <a:cubicBezTo>
                      <a:pt x="13336" y="16923"/>
                      <a:pt x="12014" y="17411"/>
                      <a:pt x="10514" y="17470"/>
                    </a:cubicBezTo>
                    <a:cubicBezTo>
                      <a:pt x="10324" y="17479"/>
                      <a:pt x="10135" y="17483"/>
                      <a:pt x="9946" y="17483"/>
                    </a:cubicBezTo>
                    <a:cubicBezTo>
                      <a:pt x="8305" y="17483"/>
                      <a:pt x="6684" y="17160"/>
                      <a:pt x="5168" y="16530"/>
                    </a:cubicBezTo>
                    <a:cubicBezTo>
                      <a:pt x="4215" y="16161"/>
                      <a:pt x="3441" y="15458"/>
                      <a:pt x="2965" y="14565"/>
                    </a:cubicBezTo>
                    <a:cubicBezTo>
                      <a:pt x="2620" y="13851"/>
                      <a:pt x="2060" y="13255"/>
                      <a:pt x="1370" y="12851"/>
                    </a:cubicBezTo>
                    <a:cubicBezTo>
                      <a:pt x="1120" y="12708"/>
                      <a:pt x="894" y="12529"/>
                      <a:pt x="691" y="12303"/>
                    </a:cubicBezTo>
                    <a:cubicBezTo>
                      <a:pt x="429" y="12005"/>
                      <a:pt x="298" y="11696"/>
                      <a:pt x="632" y="11327"/>
                    </a:cubicBezTo>
                    <a:cubicBezTo>
                      <a:pt x="798" y="11124"/>
                      <a:pt x="965" y="10922"/>
                      <a:pt x="1144" y="10731"/>
                    </a:cubicBezTo>
                    <a:cubicBezTo>
                      <a:pt x="1596" y="10291"/>
                      <a:pt x="1751" y="9648"/>
                      <a:pt x="1560" y="9064"/>
                    </a:cubicBezTo>
                    <a:cubicBezTo>
                      <a:pt x="1560" y="9041"/>
                      <a:pt x="1560" y="9029"/>
                      <a:pt x="1548" y="9017"/>
                    </a:cubicBezTo>
                    <a:cubicBezTo>
                      <a:pt x="1036" y="7921"/>
                      <a:pt x="1358" y="6874"/>
                      <a:pt x="1775" y="5838"/>
                    </a:cubicBezTo>
                    <a:cubicBezTo>
                      <a:pt x="3077" y="2626"/>
                      <a:pt x="6190" y="560"/>
                      <a:pt x="9606" y="560"/>
                    </a:cubicBezTo>
                    <a:close/>
                    <a:moveTo>
                      <a:pt x="9563" y="0"/>
                    </a:moveTo>
                    <a:cubicBezTo>
                      <a:pt x="9039" y="0"/>
                      <a:pt x="8467" y="40"/>
                      <a:pt x="7847" y="135"/>
                    </a:cubicBezTo>
                    <a:cubicBezTo>
                      <a:pt x="6013" y="420"/>
                      <a:pt x="4465" y="1349"/>
                      <a:pt x="3168" y="2671"/>
                    </a:cubicBezTo>
                    <a:cubicBezTo>
                      <a:pt x="1870" y="3980"/>
                      <a:pt x="1001" y="5647"/>
                      <a:pt x="679" y="7457"/>
                    </a:cubicBezTo>
                    <a:cubicBezTo>
                      <a:pt x="667" y="7588"/>
                      <a:pt x="667" y="7719"/>
                      <a:pt x="679" y="7850"/>
                    </a:cubicBezTo>
                    <a:cubicBezTo>
                      <a:pt x="727" y="8314"/>
                      <a:pt x="905" y="8767"/>
                      <a:pt x="1013" y="9219"/>
                    </a:cubicBezTo>
                    <a:cubicBezTo>
                      <a:pt x="1132" y="9636"/>
                      <a:pt x="1036" y="10076"/>
                      <a:pt x="751" y="10410"/>
                    </a:cubicBezTo>
                    <a:cubicBezTo>
                      <a:pt x="667" y="10517"/>
                      <a:pt x="572" y="10636"/>
                      <a:pt x="477" y="10743"/>
                    </a:cubicBezTo>
                    <a:cubicBezTo>
                      <a:pt x="263" y="11029"/>
                      <a:pt x="36" y="11315"/>
                      <a:pt x="1" y="11684"/>
                    </a:cubicBezTo>
                    <a:lnTo>
                      <a:pt x="1" y="11958"/>
                    </a:lnTo>
                    <a:cubicBezTo>
                      <a:pt x="12" y="12112"/>
                      <a:pt x="60" y="12255"/>
                      <a:pt x="155" y="12386"/>
                    </a:cubicBezTo>
                    <a:cubicBezTo>
                      <a:pt x="322" y="12648"/>
                      <a:pt x="548" y="12874"/>
                      <a:pt x="798" y="13065"/>
                    </a:cubicBezTo>
                    <a:cubicBezTo>
                      <a:pt x="1108" y="13303"/>
                      <a:pt x="1441" y="13529"/>
                      <a:pt x="1739" y="13791"/>
                    </a:cubicBezTo>
                    <a:cubicBezTo>
                      <a:pt x="2001" y="14005"/>
                      <a:pt x="2215" y="14267"/>
                      <a:pt x="2358" y="14565"/>
                    </a:cubicBezTo>
                    <a:cubicBezTo>
                      <a:pt x="2596" y="15125"/>
                      <a:pt x="2953" y="15637"/>
                      <a:pt x="3406" y="16041"/>
                    </a:cubicBezTo>
                    <a:cubicBezTo>
                      <a:pt x="4180" y="16708"/>
                      <a:pt x="5096" y="17196"/>
                      <a:pt x="6085" y="17458"/>
                    </a:cubicBezTo>
                    <a:cubicBezTo>
                      <a:pt x="6954" y="17720"/>
                      <a:pt x="7835" y="17958"/>
                      <a:pt x="8764" y="18018"/>
                    </a:cubicBezTo>
                    <a:cubicBezTo>
                      <a:pt x="9043" y="18040"/>
                      <a:pt x="9324" y="18050"/>
                      <a:pt x="9606" y="18050"/>
                    </a:cubicBezTo>
                    <a:cubicBezTo>
                      <a:pt x="10092" y="18050"/>
                      <a:pt x="10579" y="18019"/>
                      <a:pt x="11061" y="17958"/>
                    </a:cubicBezTo>
                    <a:cubicBezTo>
                      <a:pt x="12014" y="17815"/>
                      <a:pt x="12931" y="17506"/>
                      <a:pt x="13776" y="17065"/>
                    </a:cubicBezTo>
                    <a:cubicBezTo>
                      <a:pt x="14157" y="16875"/>
                      <a:pt x="14467" y="16577"/>
                      <a:pt x="14657" y="16220"/>
                    </a:cubicBezTo>
                    <a:cubicBezTo>
                      <a:pt x="14860" y="15875"/>
                      <a:pt x="15110" y="15565"/>
                      <a:pt x="15407" y="15315"/>
                    </a:cubicBezTo>
                    <a:cubicBezTo>
                      <a:pt x="15693" y="15065"/>
                      <a:pt x="16003" y="14851"/>
                      <a:pt x="16288" y="14589"/>
                    </a:cubicBezTo>
                    <a:cubicBezTo>
                      <a:pt x="16526" y="14375"/>
                      <a:pt x="16705" y="14125"/>
                      <a:pt x="16717" y="13791"/>
                    </a:cubicBezTo>
                    <a:cubicBezTo>
                      <a:pt x="16717" y="13517"/>
                      <a:pt x="16741" y="13243"/>
                      <a:pt x="16765" y="12970"/>
                    </a:cubicBezTo>
                    <a:cubicBezTo>
                      <a:pt x="16800" y="12434"/>
                      <a:pt x="16991" y="11981"/>
                      <a:pt x="17491" y="11708"/>
                    </a:cubicBezTo>
                    <a:cubicBezTo>
                      <a:pt x="17610" y="11636"/>
                      <a:pt x="17729" y="11553"/>
                      <a:pt x="17824" y="11458"/>
                    </a:cubicBezTo>
                    <a:cubicBezTo>
                      <a:pt x="18300" y="11065"/>
                      <a:pt x="18622" y="10600"/>
                      <a:pt x="18586" y="9945"/>
                    </a:cubicBezTo>
                    <a:cubicBezTo>
                      <a:pt x="18586" y="9862"/>
                      <a:pt x="18634" y="9862"/>
                      <a:pt x="18622" y="9695"/>
                    </a:cubicBezTo>
                    <a:cubicBezTo>
                      <a:pt x="18646" y="9005"/>
                      <a:pt x="18622" y="8314"/>
                      <a:pt x="18551" y="7636"/>
                    </a:cubicBezTo>
                    <a:cubicBezTo>
                      <a:pt x="18443" y="6886"/>
                      <a:pt x="18229" y="6147"/>
                      <a:pt x="17919" y="5445"/>
                    </a:cubicBezTo>
                    <a:cubicBezTo>
                      <a:pt x="17348" y="4123"/>
                      <a:pt x="16479" y="2957"/>
                      <a:pt x="15360" y="2040"/>
                    </a:cubicBezTo>
                    <a:cubicBezTo>
                      <a:pt x="14681" y="1480"/>
                      <a:pt x="13931" y="1016"/>
                      <a:pt x="13121" y="682"/>
                    </a:cubicBezTo>
                    <a:cubicBezTo>
                      <a:pt x="12465" y="418"/>
                      <a:pt x="11272" y="0"/>
                      <a:pt x="9563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" name="Google Shape;53;p3"/>
              <p:cNvSpPr/>
              <p:nvPr/>
            </p:nvSpPr>
            <p:spPr>
              <a:xfrm>
                <a:off x="6691000" y="1302025"/>
                <a:ext cx="322100" cy="155800"/>
              </a:xfrm>
              <a:custGeom>
                <a:rect b="b" l="l" r="r" t="t"/>
                <a:pathLst>
                  <a:path extrusionOk="0" h="6232" w="12884">
                    <a:moveTo>
                      <a:pt x="12269" y="1"/>
                    </a:moveTo>
                    <a:cubicBezTo>
                      <a:pt x="12129" y="1"/>
                      <a:pt x="11988" y="38"/>
                      <a:pt x="11847" y="133"/>
                    </a:cubicBezTo>
                    <a:cubicBezTo>
                      <a:pt x="11776" y="187"/>
                      <a:pt x="11690" y="214"/>
                      <a:pt x="11605" y="214"/>
                    </a:cubicBezTo>
                    <a:cubicBezTo>
                      <a:pt x="11520" y="214"/>
                      <a:pt x="11437" y="187"/>
                      <a:pt x="11371" y="133"/>
                    </a:cubicBezTo>
                    <a:cubicBezTo>
                      <a:pt x="11314" y="91"/>
                      <a:pt x="11248" y="69"/>
                      <a:pt x="11182" y="69"/>
                    </a:cubicBezTo>
                    <a:cubicBezTo>
                      <a:pt x="11137" y="69"/>
                      <a:pt x="11092" y="79"/>
                      <a:pt x="11050" y="98"/>
                    </a:cubicBezTo>
                    <a:cubicBezTo>
                      <a:pt x="10942" y="145"/>
                      <a:pt x="10776" y="193"/>
                      <a:pt x="10788" y="324"/>
                    </a:cubicBezTo>
                    <a:cubicBezTo>
                      <a:pt x="10800" y="455"/>
                      <a:pt x="10966" y="514"/>
                      <a:pt x="11109" y="538"/>
                    </a:cubicBezTo>
                    <a:cubicBezTo>
                      <a:pt x="11466" y="586"/>
                      <a:pt x="11466" y="586"/>
                      <a:pt x="11478" y="955"/>
                    </a:cubicBezTo>
                    <a:cubicBezTo>
                      <a:pt x="11478" y="991"/>
                      <a:pt x="11478" y="1038"/>
                      <a:pt x="11478" y="1074"/>
                    </a:cubicBezTo>
                    <a:cubicBezTo>
                      <a:pt x="11562" y="1657"/>
                      <a:pt x="11288" y="2038"/>
                      <a:pt x="10823" y="2324"/>
                    </a:cubicBezTo>
                    <a:cubicBezTo>
                      <a:pt x="10573" y="2467"/>
                      <a:pt x="10311" y="2610"/>
                      <a:pt x="10061" y="2753"/>
                    </a:cubicBezTo>
                    <a:cubicBezTo>
                      <a:pt x="9799" y="2884"/>
                      <a:pt x="9609" y="3110"/>
                      <a:pt x="9538" y="3384"/>
                    </a:cubicBezTo>
                    <a:cubicBezTo>
                      <a:pt x="9407" y="3824"/>
                      <a:pt x="9252" y="4241"/>
                      <a:pt x="9061" y="4646"/>
                    </a:cubicBezTo>
                    <a:cubicBezTo>
                      <a:pt x="8930" y="4967"/>
                      <a:pt x="8668" y="5217"/>
                      <a:pt x="8335" y="5325"/>
                    </a:cubicBezTo>
                    <a:cubicBezTo>
                      <a:pt x="7883" y="5491"/>
                      <a:pt x="7418" y="5598"/>
                      <a:pt x="6942" y="5682"/>
                    </a:cubicBezTo>
                    <a:cubicBezTo>
                      <a:pt x="6740" y="5713"/>
                      <a:pt x="6539" y="5727"/>
                      <a:pt x="6340" y="5727"/>
                    </a:cubicBezTo>
                    <a:cubicBezTo>
                      <a:pt x="5621" y="5727"/>
                      <a:pt x="4917" y="5543"/>
                      <a:pt x="4227" y="5301"/>
                    </a:cubicBezTo>
                    <a:cubicBezTo>
                      <a:pt x="3287" y="4979"/>
                      <a:pt x="2584" y="4301"/>
                      <a:pt x="1834" y="3682"/>
                    </a:cubicBezTo>
                    <a:cubicBezTo>
                      <a:pt x="1239" y="3181"/>
                      <a:pt x="989" y="2574"/>
                      <a:pt x="1144" y="1800"/>
                    </a:cubicBezTo>
                    <a:cubicBezTo>
                      <a:pt x="1227" y="1503"/>
                      <a:pt x="1203" y="1193"/>
                      <a:pt x="1084" y="919"/>
                    </a:cubicBezTo>
                    <a:lnTo>
                      <a:pt x="1084" y="919"/>
                    </a:lnTo>
                    <a:cubicBezTo>
                      <a:pt x="1160" y="938"/>
                      <a:pt x="1237" y="946"/>
                      <a:pt x="1313" y="946"/>
                    </a:cubicBezTo>
                    <a:cubicBezTo>
                      <a:pt x="1535" y="946"/>
                      <a:pt x="1752" y="871"/>
                      <a:pt x="1929" y="729"/>
                    </a:cubicBezTo>
                    <a:cubicBezTo>
                      <a:pt x="2013" y="657"/>
                      <a:pt x="2037" y="598"/>
                      <a:pt x="1929" y="526"/>
                    </a:cubicBezTo>
                    <a:cubicBezTo>
                      <a:pt x="1800" y="405"/>
                      <a:pt x="1632" y="347"/>
                      <a:pt x="1459" y="347"/>
                    </a:cubicBezTo>
                    <a:cubicBezTo>
                      <a:pt x="1394" y="347"/>
                      <a:pt x="1328" y="355"/>
                      <a:pt x="1263" y="372"/>
                    </a:cubicBezTo>
                    <a:cubicBezTo>
                      <a:pt x="1068" y="442"/>
                      <a:pt x="878" y="517"/>
                      <a:pt x="679" y="517"/>
                    </a:cubicBezTo>
                    <a:cubicBezTo>
                      <a:pt x="575" y="517"/>
                      <a:pt x="469" y="496"/>
                      <a:pt x="358" y="443"/>
                    </a:cubicBezTo>
                    <a:cubicBezTo>
                      <a:pt x="331" y="435"/>
                      <a:pt x="304" y="431"/>
                      <a:pt x="278" y="431"/>
                    </a:cubicBezTo>
                    <a:cubicBezTo>
                      <a:pt x="153" y="431"/>
                      <a:pt x="44" y="520"/>
                      <a:pt x="24" y="657"/>
                    </a:cubicBezTo>
                    <a:cubicBezTo>
                      <a:pt x="1" y="824"/>
                      <a:pt x="155" y="860"/>
                      <a:pt x="274" y="895"/>
                    </a:cubicBezTo>
                    <a:cubicBezTo>
                      <a:pt x="302" y="905"/>
                      <a:pt x="331" y="908"/>
                      <a:pt x="360" y="908"/>
                    </a:cubicBezTo>
                    <a:cubicBezTo>
                      <a:pt x="406" y="908"/>
                      <a:pt x="452" y="898"/>
                      <a:pt x="489" y="884"/>
                    </a:cubicBezTo>
                    <a:cubicBezTo>
                      <a:pt x="517" y="871"/>
                      <a:pt x="541" y="865"/>
                      <a:pt x="560" y="865"/>
                    </a:cubicBezTo>
                    <a:cubicBezTo>
                      <a:pt x="613" y="865"/>
                      <a:pt x="635" y="909"/>
                      <a:pt x="644" y="979"/>
                    </a:cubicBezTo>
                    <a:cubicBezTo>
                      <a:pt x="727" y="1443"/>
                      <a:pt x="691" y="1919"/>
                      <a:pt x="536" y="2360"/>
                    </a:cubicBezTo>
                    <a:cubicBezTo>
                      <a:pt x="477" y="2515"/>
                      <a:pt x="477" y="2670"/>
                      <a:pt x="513" y="2836"/>
                    </a:cubicBezTo>
                    <a:cubicBezTo>
                      <a:pt x="584" y="3158"/>
                      <a:pt x="786" y="3432"/>
                      <a:pt x="1048" y="3622"/>
                    </a:cubicBezTo>
                    <a:cubicBezTo>
                      <a:pt x="1596" y="4015"/>
                      <a:pt x="2179" y="4360"/>
                      <a:pt x="2644" y="4848"/>
                    </a:cubicBezTo>
                    <a:cubicBezTo>
                      <a:pt x="3156" y="5372"/>
                      <a:pt x="3811" y="5765"/>
                      <a:pt x="4525" y="5979"/>
                    </a:cubicBezTo>
                    <a:cubicBezTo>
                      <a:pt x="5061" y="6156"/>
                      <a:pt x="5592" y="6232"/>
                      <a:pt x="6122" y="6232"/>
                    </a:cubicBezTo>
                    <a:cubicBezTo>
                      <a:pt x="6875" y="6232"/>
                      <a:pt x="7623" y="6079"/>
                      <a:pt x="8371" y="5848"/>
                    </a:cubicBezTo>
                    <a:cubicBezTo>
                      <a:pt x="9180" y="5598"/>
                      <a:pt x="9692" y="5122"/>
                      <a:pt x="9668" y="4217"/>
                    </a:cubicBezTo>
                    <a:lnTo>
                      <a:pt x="9668" y="4194"/>
                    </a:lnTo>
                    <a:cubicBezTo>
                      <a:pt x="9680" y="3562"/>
                      <a:pt x="10049" y="2979"/>
                      <a:pt x="10633" y="2705"/>
                    </a:cubicBezTo>
                    <a:cubicBezTo>
                      <a:pt x="10895" y="2574"/>
                      <a:pt x="11145" y="2419"/>
                      <a:pt x="11395" y="2253"/>
                    </a:cubicBezTo>
                    <a:cubicBezTo>
                      <a:pt x="11764" y="2027"/>
                      <a:pt x="11990" y="1622"/>
                      <a:pt x="11990" y="1193"/>
                    </a:cubicBezTo>
                    <a:cubicBezTo>
                      <a:pt x="11990" y="1050"/>
                      <a:pt x="12014" y="895"/>
                      <a:pt x="12014" y="741"/>
                    </a:cubicBezTo>
                    <a:cubicBezTo>
                      <a:pt x="12014" y="610"/>
                      <a:pt x="12031" y="530"/>
                      <a:pt x="12159" y="530"/>
                    </a:cubicBezTo>
                    <a:cubicBezTo>
                      <a:pt x="12182" y="530"/>
                      <a:pt x="12209" y="533"/>
                      <a:pt x="12240" y="538"/>
                    </a:cubicBezTo>
                    <a:cubicBezTo>
                      <a:pt x="12280" y="547"/>
                      <a:pt x="12321" y="552"/>
                      <a:pt x="12361" y="552"/>
                    </a:cubicBezTo>
                    <a:cubicBezTo>
                      <a:pt x="12535" y="552"/>
                      <a:pt x="12703" y="469"/>
                      <a:pt x="12800" y="324"/>
                    </a:cubicBezTo>
                    <a:cubicBezTo>
                      <a:pt x="12883" y="241"/>
                      <a:pt x="12871" y="157"/>
                      <a:pt x="12740" y="110"/>
                    </a:cubicBezTo>
                    <a:cubicBezTo>
                      <a:pt x="12583" y="47"/>
                      <a:pt x="12426" y="1"/>
                      <a:pt x="12269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" name="Google Shape;54;p3"/>
              <p:cNvSpPr/>
              <p:nvPr/>
            </p:nvSpPr>
            <p:spPr>
              <a:xfrm>
                <a:off x="6773750" y="1211575"/>
                <a:ext cx="35150" cy="104400"/>
              </a:xfrm>
              <a:custGeom>
                <a:rect b="b" l="l" r="r" t="t"/>
                <a:pathLst>
                  <a:path extrusionOk="0" h="4176" w="1406">
                    <a:moveTo>
                      <a:pt x="686" y="1"/>
                    </a:moveTo>
                    <a:cubicBezTo>
                      <a:pt x="680" y="1"/>
                      <a:pt x="674" y="1"/>
                      <a:pt x="667" y="1"/>
                    </a:cubicBezTo>
                    <a:cubicBezTo>
                      <a:pt x="453" y="1"/>
                      <a:pt x="382" y="192"/>
                      <a:pt x="298" y="358"/>
                    </a:cubicBezTo>
                    <a:cubicBezTo>
                      <a:pt x="262" y="442"/>
                      <a:pt x="227" y="525"/>
                      <a:pt x="203" y="620"/>
                    </a:cubicBezTo>
                    <a:cubicBezTo>
                      <a:pt x="24" y="1394"/>
                      <a:pt x="1" y="2192"/>
                      <a:pt x="155" y="2978"/>
                    </a:cubicBezTo>
                    <a:cubicBezTo>
                      <a:pt x="191" y="3323"/>
                      <a:pt x="310" y="3656"/>
                      <a:pt x="501" y="3954"/>
                    </a:cubicBezTo>
                    <a:cubicBezTo>
                      <a:pt x="595" y="4101"/>
                      <a:pt x="698" y="4176"/>
                      <a:pt x="800" y="4176"/>
                    </a:cubicBezTo>
                    <a:cubicBezTo>
                      <a:pt x="903" y="4176"/>
                      <a:pt x="1006" y="4098"/>
                      <a:pt x="1096" y="3942"/>
                    </a:cubicBezTo>
                    <a:cubicBezTo>
                      <a:pt x="1167" y="3811"/>
                      <a:pt x="1227" y="3668"/>
                      <a:pt x="1263" y="3525"/>
                    </a:cubicBezTo>
                    <a:cubicBezTo>
                      <a:pt x="1358" y="3109"/>
                      <a:pt x="1405" y="2692"/>
                      <a:pt x="1394" y="2275"/>
                    </a:cubicBezTo>
                    <a:cubicBezTo>
                      <a:pt x="1405" y="1823"/>
                      <a:pt x="1358" y="1382"/>
                      <a:pt x="1263" y="954"/>
                    </a:cubicBezTo>
                    <a:cubicBezTo>
                      <a:pt x="1215" y="739"/>
                      <a:pt x="1144" y="537"/>
                      <a:pt x="1048" y="334"/>
                    </a:cubicBezTo>
                    <a:cubicBezTo>
                      <a:pt x="967" y="184"/>
                      <a:pt x="887" y="1"/>
                      <a:pt x="68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" name="Google Shape;55;p3"/>
              <p:cNvSpPr/>
              <p:nvPr/>
            </p:nvSpPr>
            <p:spPr>
              <a:xfrm>
                <a:off x="6877625" y="1206200"/>
                <a:ext cx="36950" cy="104225"/>
              </a:xfrm>
              <a:custGeom>
                <a:rect b="b" l="l" r="r" t="t"/>
                <a:pathLst>
                  <a:path extrusionOk="0" h="4169" w="1478">
                    <a:moveTo>
                      <a:pt x="642" y="0"/>
                    </a:moveTo>
                    <a:cubicBezTo>
                      <a:pt x="631" y="0"/>
                      <a:pt x="620" y="1"/>
                      <a:pt x="608" y="2"/>
                    </a:cubicBezTo>
                    <a:cubicBezTo>
                      <a:pt x="322" y="14"/>
                      <a:pt x="287" y="264"/>
                      <a:pt x="215" y="466"/>
                    </a:cubicBezTo>
                    <a:cubicBezTo>
                      <a:pt x="60" y="930"/>
                      <a:pt x="1" y="1419"/>
                      <a:pt x="13" y="1907"/>
                    </a:cubicBezTo>
                    <a:cubicBezTo>
                      <a:pt x="13" y="2633"/>
                      <a:pt x="132" y="3300"/>
                      <a:pt x="322" y="3740"/>
                    </a:cubicBezTo>
                    <a:cubicBezTo>
                      <a:pt x="418" y="3943"/>
                      <a:pt x="501" y="4169"/>
                      <a:pt x="751" y="4169"/>
                    </a:cubicBezTo>
                    <a:cubicBezTo>
                      <a:pt x="1013" y="4169"/>
                      <a:pt x="1096" y="3919"/>
                      <a:pt x="1156" y="3716"/>
                    </a:cubicBezTo>
                    <a:cubicBezTo>
                      <a:pt x="1477" y="2645"/>
                      <a:pt x="1441" y="1490"/>
                      <a:pt x="1049" y="442"/>
                    </a:cubicBezTo>
                    <a:cubicBezTo>
                      <a:pt x="980" y="249"/>
                      <a:pt x="890" y="0"/>
                      <a:pt x="642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6" name="Google Shape;56;p3"/>
            <p:cNvSpPr/>
            <p:nvPr/>
          </p:nvSpPr>
          <p:spPr>
            <a:xfrm rot="-5400000">
              <a:off x="5360206" y="1138300"/>
              <a:ext cx="473000" cy="454875"/>
            </a:xfrm>
            <a:custGeom>
              <a:rect b="b" l="l" r="r" t="t"/>
              <a:pathLst>
                <a:path extrusionOk="0" h="18195" w="18920">
                  <a:moveTo>
                    <a:pt x="11801" y="5297"/>
                  </a:moveTo>
                  <a:cubicBezTo>
                    <a:pt x="11812" y="5297"/>
                    <a:pt x="11824" y="5298"/>
                    <a:pt x="11835" y="5299"/>
                  </a:cubicBezTo>
                  <a:cubicBezTo>
                    <a:pt x="11978" y="5335"/>
                    <a:pt x="12097" y="5442"/>
                    <a:pt x="12133" y="5597"/>
                  </a:cubicBezTo>
                  <a:cubicBezTo>
                    <a:pt x="12526" y="6656"/>
                    <a:pt x="12514" y="7823"/>
                    <a:pt x="12097" y="8883"/>
                  </a:cubicBezTo>
                  <a:cubicBezTo>
                    <a:pt x="12049" y="9014"/>
                    <a:pt x="11954" y="9157"/>
                    <a:pt x="11776" y="9157"/>
                  </a:cubicBezTo>
                  <a:cubicBezTo>
                    <a:pt x="11597" y="9157"/>
                    <a:pt x="11514" y="8990"/>
                    <a:pt x="11442" y="8835"/>
                  </a:cubicBezTo>
                  <a:cubicBezTo>
                    <a:pt x="11216" y="8347"/>
                    <a:pt x="11204" y="7823"/>
                    <a:pt x="11180" y="7299"/>
                  </a:cubicBezTo>
                  <a:cubicBezTo>
                    <a:pt x="11192" y="6716"/>
                    <a:pt x="11216" y="6144"/>
                    <a:pt x="11478" y="5597"/>
                  </a:cubicBezTo>
                  <a:cubicBezTo>
                    <a:pt x="11545" y="5462"/>
                    <a:pt x="11633" y="5297"/>
                    <a:pt x="11801" y="5297"/>
                  </a:cubicBezTo>
                  <a:close/>
                  <a:moveTo>
                    <a:pt x="7978" y="5335"/>
                  </a:moveTo>
                  <a:cubicBezTo>
                    <a:pt x="8156" y="5335"/>
                    <a:pt x="8239" y="5478"/>
                    <a:pt x="8299" y="5609"/>
                  </a:cubicBezTo>
                  <a:cubicBezTo>
                    <a:pt x="8537" y="6109"/>
                    <a:pt x="8561" y="6656"/>
                    <a:pt x="8585" y="7228"/>
                  </a:cubicBezTo>
                  <a:cubicBezTo>
                    <a:pt x="8561" y="7775"/>
                    <a:pt x="8537" y="8347"/>
                    <a:pt x="8287" y="8883"/>
                  </a:cubicBezTo>
                  <a:cubicBezTo>
                    <a:pt x="8220" y="9028"/>
                    <a:pt x="8133" y="9183"/>
                    <a:pt x="7956" y="9183"/>
                  </a:cubicBezTo>
                  <a:cubicBezTo>
                    <a:pt x="7944" y="9183"/>
                    <a:pt x="7931" y="9182"/>
                    <a:pt x="7918" y="9180"/>
                  </a:cubicBezTo>
                  <a:cubicBezTo>
                    <a:pt x="7763" y="9169"/>
                    <a:pt x="7668" y="9026"/>
                    <a:pt x="7620" y="8883"/>
                  </a:cubicBezTo>
                  <a:cubicBezTo>
                    <a:pt x="7227" y="7823"/>
                    <a:pt x="7251" y="6656"/>
                    <a:pt x="7656" y="5609"/>
                  </a:cubicBezTo>
                  <a:cubicBezTo>
                    <a:pt x="7692" y="5454"/>
                    <a:pt x="7823" y="5347"/>
                    <a:pt x="7978" y="5335"/>
                  </a:cubicBezTo>
                  <a:close/>
                  <a:moveTo>
                    <a:pt x="4707" y="9020"/>
                  </a:moveTo>
                  <a:cubicBezTo>
                    <a:pt x="4949" y="9020"/>
                    <a:pt x="5191" y="9046"/>
                    <a:pt x="5430" y="9097"/>
                  </a:cubicBezTo>
                  <a:cubicBezTo>
                    <a:pt x="5656" y="9121"/>
                    <a:pt x="5799" y="9323"/>
                    <a:pt x="5763" y="9538"/>
                  </a:cubicBezTo>
                  <a:cubicBezTo>
                    <a:pt x="5752" y="9720"/>
                    <a:pt x="5606" y="9864"/>
                    <a:pt x="5428" y="9864"/>
                  </a:cubicBezTo>
                  <a:cubicBezTo>
                    <a:pt x="5409" y="9864"/>
                    <a:pt x="5390" y="9863"/>
                    <a:pt x="5370" y="9859"/>
                  </a:cubicBezTo>
                  <a:cubicBezTo>
                    <a:pt x="5325" y="9852"/>
                    <a:pt x="5286" y="9849"/>
                    <a:pt x="5252" y="9849"/>
                  </a:cubicBezTo>
                  <a:cubicBezTo>
                    <a:pt x="4991" y="9849"/>
                    <a:pt x="5042" y="10041"/>
                    <a:pt x="5084" y="10252"/>
                  </a:cubicBezTo>
                  <a:cubicBezTo>
                    <a:pt x="5537" y="12538"/>
                    <a:pt x="7537" y="14181"/>
                    <a:pt x="9859" y="14193"/>
                  </a:cubicBezTo>
                  <a:cubicBezTo>
                    <a:pt x="9867" y="14193"/>
                    <a:pt x="9876" y="14193"/>
                    <a:pt x="9884" y="14193"/>
                  </a:cubicBezTo>
                  <a:cubicBezTo>
                    <a:pt x="12195" y="14193"/>
                    <a:pt x="14194" y="12565"/>
                    <a:pt x="14669" y="10300"/>
                  </a:cubicBezTo>
                  <a:cubicBezTo>
                    <a:pt x="14709" y="10100"/>
                    <a:pt x="14757" y="9934"/>
                    <a:pt x="14548" y="9934"/>
                  </a:cubicBezTo>
                  <a:cubicBezTo>
                    <a:pt x="14508" y="9934"/>
                    <a:pt x="14457" y="9941"/>
                    <a:pt x="14395" y="9954"/>
                  </a:cubicBezTo>
                  <a:cubicBezTo>
                    <a:pt x="14370" y="9960"/>
                    <a:pt x="14346" y="9963"/>
                    <a:pt x="14323" y="9963"/>
                  </a:cubicBezTo>
                  <a:cubicBezTo>
                    <a:pt x="14156" y="9963"/>
                    <a:pt x="14033" y="9821"/>
                    <a:pt x="14002" y="9633"/>
                  </a:cubicBezTo>
                  <a:cubicBezTo>
                    <a:pt x="13966" y="9442"/>
                    <a:pt x="14085" y="9252"/>
                    <a:pt x="14276" y="9204"/>
                  </a:cubicBezTo>
                  <a:cubicBezTo>
                    <a:pt x="14627" y="9085"/>
                    <a:pt x="14991" y="9028"/>
                    <a:pt x="15354" y="9028"/>
                  </a:cubicBezTo>
                  <a:cubicBezTo>
                    <a:pt x="15607" y="9028"/>
                    <a:pt x="15860" y="9055"/>
                    <a:pt x="16109" y="9109"/>
                  </a:cubicBezTo>
                  <a:cubicBezTo>
                    <a:pt x="16324" y="9145"/>
                    <a:pt x="16467" y="9359"/>
                    <a:pt x="16407" y="9573"/>
                  </a:cubicBezTo>
                  <a:cubicBezTo>
                    <a:pt x="16407" y="9749"/>
                    <a:pt x="16254" y="9880"/>
                    <a:pt x="16081" y="9880"/>
                  </a:cubicBezTo>
                  <a:cubicBezTo>
                    <a:pt x="16055" y="9880"/>
                    <a:pt x="16029" y="9877"/>
                    <a:pt x="16002" y="9871"/>
                  </a:cubicBezTo>
                  <a:cubicBezTo>
                    <a:pt x="15928" y="9849"/>
                    <a:pt x="15867" y="9839"/>
                    <a:pt x="15816" y="9839"/>
                  </a:cubicBezTo>
                  <a:cubicBezTo>
                    <a:pt x="15560" y="9839"/>
                    <a:pt x="15554" y="10084"/>
                    <a:pt x="15514" y="10312"/>
                  </a:cubicBezTo>
                  <a:cubicBezTo>
                    <a:pt x="15038" y="13038"/>
                    <a:pt x="12669" y="15026"/>
                    <a:pt x="9894" y="15038"/>
                  </a:cubicBezTo>
                  <a:cubicBezTo>
                    <a:pt x="7120" y="15038"/>
                    <a:pt x="4739" y="13050"/>
                    <a:pt x="4251" y="10323"/>
                  </a:cubicBezTo>
                  <a:cubicBezTo>
                    <a:pt x="4213" y="10132"/>
                    <a:pt x="4228" y="9895"/>
                    <a:pt x="4008" y="9895"/>
                  </a:cubicBezTo>
                  <a:cubicBezTo>
                    <a:pt x="3954" y="9895"/>
                    <a:pt x="3885" y="9910"/>
                    <a:pt x="3798" y="9942"/>
                  </a:cubicBezTo>
                  <a:cubicBezTo>
                    <a:pt x="3757" y="9959"/>
                    <a:pt x="3716" y="9966"/>
                    <a:pt x="3677" y="9966"/>
                  </a:cubicBezTo>
                  <a:cubicBezTo>
                    <a:pt x="3516" y="9966"/>
                    <a:pt x="3387" y="9836"/>
                    <a:pt x="3358" y="9645"/>
                  </a:cubicBezTo>
                  <a:cubicBezTo>
                    <a:pt x="3298" y="9454"/>
                    <a:pt x="3417" y="9252"/>
                    <a:pt x="3608" y="9204"/>
                  </a:cubicBezTo>
                  <a:cubicBezTo>
                    <a:pt x="3962" y="9081"/>
                    <a:pt x="4334" y="9020"/>
                    <a:pt x="4707" y="9020"/>
                  </a:cubicBezTo>
                  <a:close/>
                  <a:moveTo>
                    <a:pt x="9823" y="1"/>
                  </a:moveTo>
                  <a:cubicBezTo>
                    <a:pt x="6144" y="1"/>
                    <a:pt x="2822" y="2215"/>
                    <a:pt x="1417" y="5620"/>
                  </a:cubicBezTo>
                  <a:cubicBezTo>
                    <a:pt x="0" y="9014"/>
                    <a:pt x="786" y="12931"/>
                    <a:pt x="3382" y="15526"/>
                  </a:cubicBezTo>
                  <a:cubicBezTo>
                    <a:pt x="5126" y="17271"/>
                    <a:pt x="7451" y="18194"/>
                    <a:pt x="9818" y="18194"/>
                  </a:cubicBezTo>
                  <a:cubicBezTo>
                    <a:pt x="10990" y="18194"/>
                    <a:pt x="12172" y="17968"/>
                    <a:pt x="13300" y="17503"/>
                  </a:cubicBezTo>
                  <a:cubicBezTo>
                    <a:pt x="16705" y="16098"/>
                    <a:pt x="18919" y="12776"/>
                    <a:pt x="18919" y="9097"/>
                  </a:cubicBezTo>
                  <a:cubicBezTo>
                    <a:pt x="18919" y="4073"/>
                    <a:pt x="14847" y="1"/>
                    <a:pt x="982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7" name="Google Shape;57;p3"/>
            <p:cNvGrpSpPr/>
            <p:nvPr/>
          </p:nvGrpSpPr>
          <p:grpSpPr>
            <a:xfrm rot="5400000">
              <a:off x="5985550" y="1130675"/>
              <a:ext cx="495325" cy="470125"/>
              <a:chOff x="5985550" y="1130050"/>
              <a:chExt cx="495325" cy="470125"/>
            </a:xfrm>
          </p:grpSpPr>
          <p:sp>
            <p:nvSpPr>
              <p:cNvPr id="58" name="Google Shape;58;p3"/>
              <p:cNvSpPr/>
              <p:nvPr/>
            </p:nvSpPr>
            <p:spPr>
              <a:xfrm>
                <a:off x="6075750" y="1366100"/>
                <a:ext cx="338750" cy="149125"/>
              </a:xfrm>
              <a:custGeom>
                <a:rect b="b" l="l" r="r" t="t"/>
                <a:pathLst>
                  <a:path extrusionOk="0" h="5965" w="13550">
                    <a:moveTo>
                      <a:pt x="1336" y="1"/>
                    </a:moveTo>
                    <a:cubicBezTo>
                      <a:pt x="961" y="1"/>
                      <a:pt x="590" y="73"/>
                      <a:pt x="215" y="178"/>
                    </a:cubicBezTo>
                    <a:cubicBezTo>
                      <a:pt x="72" y="202"/>
                      <a:pt x="0" y="368"/>
                      <a:pt x="84" y="476"/>
                    </a:cubicBezTo>
                    <a:cubicBezTo>
                      <a:pt x="125" y="553"/>
                      <a:pt x="179" y="577"/>
                      <a:pt x="239" y="577"/>
                    </a:cubicBezTo>
                    <a:cubicBezTo>
                      <a:pt x="298" y="577"/>
                      <a:pt x="364" y="553"/>
                      <a:pt x="429" y="535"/>
                    </a:cubicBezTo>
                    <a:cubicBezTo>
                      <a:pt x="590" y="492"/>
                      <a:pt x="699" y="464"/>
                      <a:pt x="773" y="464"/>
                    </a:cubicBezTo>
                    <a:cubicBezTo>
                      <a:pt x="924" y="464"/>
                      <a:pt x="937" y="578"/>
                      <a:pt x="977" y="904"/>
                    </a:cubicBezTo>
                    <a:lnTo>
                      <a:pt x="977" y="952"/>
                    </a:lnTo>
                    <a:cubicBezTo>
                      <a:pt x="1402" y="3833"/>
                      <a:pt x="3865" y="5965"/>
                      <a:pt x="6774" y="5965"/>
                    </a:cubicBezTo>
                    <a:cubicBezTo>
                      <a:pt x="6798" y="5965"/>
                      <a:pt x="6822" y="5965"/>
                      <a:pt x="6846" y="5964"/>
                    </a:cubicBezTo>
                    <a:cubicBezTo>
                      <a:pt x="9787" y="5941"/>
                      <a:pt x="12252" y="3738"/>
                      <a:pt x="12609" y="833"/>
                    </a:cubicBezTo>
                    <a:cubicBezTo>
                      <a:pt x="12649" y="515"/>
                      <a:pt x="12662" y="409"/>
                      <a:pt x="12818" y="409"/>
                    </a:cubicBezTo>
                    <a:cubicBezTo>
                      <a:pt x="12896" y="409"/>
                      <a:pt x="13010" y="436"/>
                      <a:pt x="13181" y="476"/>
                    </a:cubicBezTo>
                    <a:cubicBezTo>
                      <a:pt x="13229" y="484"/>
                      <a:pt x="13281" y="495"/>
                      <a:pt x="13329" y="495"/>
                    </a:cubicBezTo>
                    <a:cubicBezTo>
                      <a:pt x="13411" y="495"/>
                      <a:pt x="13484" y="465"/>
                      <a:pt x="13514" y="345"/>
                    </a:cubicBezTo>
                    <a:cubicBezTo>
                      <a:pt x="13550" y="166"/>
                      <a:pt x="13443" y="118"/>
                      <a:pt x="13300" y="83"/>
                    </a:cubicBezTo>
                    <a:cubicBezTo>
                      <a:pt x="13080" y="26"/>
                      <a:pt x="12860" y="1"/>
                      <a:pt x="12641" y="1"/>
                    </a:cubicBezTo>
                    <a:cubicBezTo>
                      <a:pt x="12268" y="1"/>
                      <a:pt x="11898" y="73"/>
                      <a:pt x="11538" y="178"/>
                    </a:cubicBezTo>
                    <a:cubicBezTo>
                      <a:pt x="11418" y="202"/>
                      <a:pt x="11347" y="321"/>
                      <a:pt x="11383" y="428"/>
                    </a:cubicBezTo>
                    <a:cubicBezTo>
                      <a:pt x="11412" y="534"/>
                      <a:pt x="11488" y="578"/>
                      <a:pt x="11579" y="578"/>
                    </a:cubicBezTo>
                    <a:cubicBezTo>
                      <a:pt x="11600" y="578"/>
                      <a:pt x="11622" y="575"/>
                      <a:pt x="11645" y="571"/>
                    </a:cubicBezTo>
                    <a:cubicBezTo>
                      <a:pt x="11776" y="535"/>
                      <a:pt x="11895" y="511"/>
                      <a:pt x="12014" y="476"/>
                    </a:cubicBezTo>
                    <a:cubicBezTo>
                      <a:pt x="12052" y="465"/>
                      <a:pt x="12082" y="459"/>
                      <a:pt x="12107" y="459"/>
                    </a:cubicBezTo>
                    <a:cubicBezTo>
                      <a:pt x="12189" y="459"/>
                      <a:pt x="12199" y="520"/>
                      <a:pt x="12180" y="630"/>
                    </a:cubicBezTo>
                    <a:cubicBezTo>
                      <a:pt x="11907" y="3333"/>
                      <a:pt x="9668" y="5417"/>
                      <a:pt x="6942" y="5488"/>
                    </a:cubicBezTo>
                    <a:cubicBezTo>
                      <a:pt x="6901" y="5489"/>
                      <a:pt x="6861" y="5489"/>
                      <a:pt x="6821" y="5489"/>
                    </a:cubicBezTo>
                    <a:cubicBezTo>
                      <a:pt x="4158" y="5489"/>
                      <a:pt x="1875" y="3555"/>
                      <a:pt x="1465" y="904"/>
                    </a:cubicBezTo>
                    <a:cubicBezTo>
                      <a:pt x="1415" y="534"/>
                      <a:pt x="1400" y="420"/>
                      <a:pt x="1568" y="420"/>
                    </a:cubicBezTo>
                    <a:cubicBezTo>
                      <a:pt x="1644" y="420"/>
                      <a:pt x="1755" y="442"/>
                      <a:pt x="1917" y="476"/>
                    </a:cubicBezTo>
                    <a:cubicBezTo>
                      <a:pt x="1958" y="483"/>
                      <a:pt x="1999" y="489"/>
                      <a:pt x="2037" y="489"/>
                    </a:cubicBezTo>
                    <a:cubicBezTo>
                      <a:pt x="2121" y="489"/>
                      <a:pt x="2190" y="459"/>
                      <a:pt x="2215" y="345"/>
                    </a:cubicBezTo>
                    <a:cubicBezTo>
                      <a:pt x="2239" y="178"/>
                      <a:pt x="2144" y="118"/>
                      <a:pt x="2001" y="83"/>
                    </a:cubicBezTo>
                    <a:cubicBezTo>
                      <a:pt x="1776" y="26"/>
                      <a:pt x="1555" y="1"/>
                      <a:pt x="133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" name="Google Shape;59;p3"/>
              <p:cNvSpPr/>
              <p:nvPr/>
            </p:nvSpPr>
            <p:spPr>
              <a:xfrm>
                <a:off x="6277250" y="1261875"/>
                <a:ext cx="35750" cy="102725"/>
              </a:xfrm>
              <a:custGeom>
                <a:rect b="b" l="l" r="r" t="t"/>
                <a:pathLst>
                  <a:path extrusionOk="0" h="4109" w="1430">
                    <a:moveTo>
                      <a:pt x="793" y="1"/>
                    </a:moveTo>
                    <a:cubicBezTo>
                      <a:pt x="787" y="1"/>
                      <a:pt x="781" y="1"/>
                      <a:pt x="775" y="1"/>
                    </a:cubicBezTo>
                    <a:cubicBezTo>
                      <a:pt x="501" y="1"/>
                      <a:pt x="441" y="251"/>
                      <a:pt x="370" y="442"/>
                    </a:cubicBezTo>
                    <a:cubicBezTo>
                      <a:pt x="13" y="1478"/>
                      <a:pt x="1" y="2609"/>
                      <a:pt x="334" y="3644"/>
                    </a:cubicBezTo>
                    <a:cubicBezTo>
                      <a:pt x="394" y="3847"/>
                      <a:pt x="477" y="4109"/>
                      <a:pt x="751" y="4109"/>
                    </a:cubicBezTo>
                    <a:cubicBezTo>
                      <a:pt x="1013" y="4109"/>
                      <a:pt x="1084" y="3859"/>
                      <a:pt x="1168" y="3656"/>
                    </a:cubicBezTo>
                    <a:cubicBezTo>
                      <a:pt x="1346" y="3168"/>
                      <a:pt x="1430" y="2656"/>
                      <a:pt x="1430" y="2132"/>
                    </a:cubicBezTo>
                    <a:cubicBezTo>
                      <a:pt x="1430" y="1466"/>
                      <a:pt x="1382" y="942"/>
                      <a:pt x="1203" y="454"/>
                    </a:cubicBezTo>
                    <a:cubicBezTo>
                      <a:pt x="1122" y="256"/>
                      <a:pt x="1052" y="1"/>
                      <a:pt x="793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" name="Google Shape;60;p3"/>
              <p:cNvSpPr/>
              <p:nvPr/>
            </p:nvSpPr>
            <p:spPr>
              <a:xfrm>
                <a:off x="6178150" y="1262775"/>
                <a:ext cx="35725" cy="102725"/>
              </a:xfrm>
              <a:custGeom>
                <a:rect b="b" l="l" r="r" t="t"/>
                <a:pathLst>
                  <a:path extrusionOk="0" h="4109" w="1429">
                    <a:moveTo>
                      <a:pt x="686" y="1"/>
                    </a:moveTo>
                    <a:cubicBezTo>
                      <a:pt x="436" y="1"/>
                      <a:pt x="344" y="256"/>
                      <a:pt x="262" y="465"/>
                    </a:cubicBezTo>
                    <a:cubicBezTo>
                      <a:pt x="83" y="965"/>
                      <a:pt x="0" y="1489"/>
                      <a:pt x="12" y="2013"/>
                    </a:cubicBezTo>
                    <a:cubicBezTo>
                      <a:pt x="12" y="2632"/>
                      <a:pt x="48" y="3156"/>
                      <a:pt x="238" y="3644"/>
                    </a:cubicBezTo>
                    <a:cubicBezTo>
                      <a:pt x="322" y="3859"/>
                      <a:pt x="393" y="4109"/>
                      <a:pt x="655" y="4109"/>
                    </a:cubicBezTo>
                    <a:cubicBezTo>
                      <a:pt x="917" y="4109"/>
                      <a:pt x="1012" y="3859"/>
                      <a:pt x="1072" y="3656"/>
                    </a:cubicBezTo>
                    <a:cubicBezTo>
                      <a:pt x="1417" y="2620"/>
                      <a:pt x="1429" y="1513"/>
                      <a:pt x="1107" y="465"/>
                    </a:cubicBezTo>
                    <a:cubicBezTo>
                      <a:pt x="1048" y="263"/>
                      <a:pt x="965" y="1"/>
                      <a:pt x="703" y="1"/>
                    </a:cubicBezTo>
                    <a:cubicBezTo>
                      <a:pt x="697" y="1"/>
                      <a:pt x="691" y="1"/>
                      <a:pt x="68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" name="Google Shape;61;p3"/>
              <p:cNvSpPr/>
              <p:nvPr/>
            </p:nvSpPr>
            <p:spPr>
              <a:xfrm>
                <a:off x="5985550" y="1130050"/>
                <a:ext cx="495325" cy="470125"/>
              </a:xfrm>
              <a:custGeom>
                <a:rect b="b" l="l" r="r" t="t"/>
                <a:pathLst>
                  <a:path extrusionOk="0" h="18805" w="19813">
                    <a:moveTo>
                      <a:pt x="10405" y="475"/>
                    </a:moveTo>
                    <a:cubicBezTo>
                      <a:pt x="11555" y="475"/>
                      <a:pt x="12716" y="697"/>
                      <a:pt x="13824" y="1155"/>
                    </a:cubicBezTo>
                    <a:cubicBezTo>
                      <a:pt x="17158" y="2536"/>
                      <a:pt x="19337" y="5798"/>
                      <a:pt x="19337" y="9406"/>
                    </a:cubicBezTo>
                    <a:cubicBezTo>
                      <a:pt x="19325" y="14335"/>
                      <a:pt x="15324" y="18323"/>
                      <a:pt x="10407" y="18335"/>
                    </a:cubicBezTo>
                    <a:cubicBezTo>
                      <a:pt x="6787" y="18335"/>
                      <a:pt x="3537" y="16156"/>
                      <a:pt x="2156" y="12823"/>
                    </a:cubicBezTo>
                    <a:cubicBezTo>
                      <a:pt x="775" y="9489"/>
                      <a:pt x="1537" y="5643"/>
                      <a:pt x="4085" y="3095"/>
                    </a:cubicBezTo>
                    <a:cubicBezTo>
                      <a:pt x="5797" y="1383"/>
                      <a:pt x="8080" y="475"/>
                      <a:pt x="10405" y="475"/>
                    </a:cubicBezTo>
                    <a:close/>
                    <a:moveTo>
                      <a:pt x="10397" y="1"/>
                    </a:moveTo>
                    <a:cubicBezTo>
                      <a:pt x="8589" y="1"/>
                      <a:pt x="6772" y="520"/>
                      <a:pt x="5180" y="1583"/>
                    </a:cubicBezTo>
                    <a:cubicBezTo>
                      <a:pt x="1441" y="4072"/>
                      <a:pt x="1" y="8858"/>
                      <a:pt x="1715" y="13001"/>
                    </a:cubicBezTo>
                    <a:cubicBezTo>
                      <a:pt x="3189" y="16563"/>
                      <a:pt x="6651" y="18805"/>
                      <a:pt x="10384" y="18805"/>
                    </a:cubicBezTo>
                    <a:cubicBezTo>
                      <a:pt x="10994" y="18805"/>
                      <a:pt x="11611" y="18745"/>
                      <a:pt x="12229" y="18621"/>
                    </a:cubicBezTo>
                    <a:cubicBezTo>
                      <a:pt x="16634" y="17752"/>
                      <a:pt x="19801" y="13882"/>
                      <a:pt x="19801" y="9406"/>
                    </a:cubicBezTo>
                    <a:cubicBezTo>
                      <a:pt x="19813" y="6905"/>
                      <a:pt x="18813" y="4512"/>
                      <a:pt x="17051" y="2750"/>
                    </a:cubicBezTo>
                    <a:cubicBezTo>
                      <a:pt x="15229" y="936"/>
                      <a:pt x="12822" y="1"/>
                      <a:pt x="1039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2" name="Google Shape;62;p3"/>
          <p:cNvGrpSpPr/>
          <p:nvPr/>
        </p:nvGrpSpPr>
        <p:grpSpPr>
          <a:xfrm flipH="1">
            <a:off x="7592647" y="4720158"/>
            <a:ext cx="1188759" cy="239538"/>
            <a:chOff x="2501428" y="4161487"/>
            <a:chExt cx="2196118" cy="442524"/>
          </a:xfrm>
        </p:grpSpPr>
        <p:grpSp>
          <p:nvGrpSpPr>
            <p:cNvPr id="63" name="Google Shape;63;p3"/>
            <p:cNvGrpSpPr/>
            <p:nvPr/>
          </p:nvGrpSpPr>
          <p:grpSpPr>
            <a:xfrm>
              <a:off x="4082894" y="4161487"/>
              <a:ext cx="614651" cy="442524"/>
              <a:chOff x="6608540" y="3355576"/>
              <a:chExt cx="1352071" cy="973435"/>
            </a:xfrm>
          </p:grpSpPr>
          <p:sp>
            <p:nvSpPr>
              <p:cNvPr id="64" name="Google Shape;64;p3"/>
              <p:cNvSpPr/>
              <p:nvPr/>
            </p:nvSpPr>
            <p:spPr>
              <a:xfrm>
                <a:off x="6608540" y="3843849"/>
                <a:ext cx="1352071" cy="485162"/>
              </a:xfrm>
              <a:custGeom>
                <a:rect b="b" l="l" r="r" t="t"/>
                <a:pathLst>
                  <a:path extrusionOk="0" fill="none" h="40229" w="112112">
                    <a:moveTo>
                      <a:pt x="1" y="1"/>
                    </a:moveTo>
                    <a:lnTo>
                      <a:pt x="75669" y="1"/>
                    </a:lnTo>
                    <a:lnTo>
                      <a:pt x="112111" y="1"/>
                    </a:lnTo>
                    <a:cubicBezTo>
                      <a:pt x="112111" y="1"/>
                      <a:pt x="72589" y="1003"/>
                      <a:pt x="71847" y="40228"/>
                    </a:cubicBezTo>
                  </a:path>
                </a:pathLst>
              </a:custGeom>
              <a:noFill/>
              <a:ln cap="flat" cmpd="sng" w="9525">
                <a:solidFill>
                  <a:schemeClr val="dk2"/>
                </a:solidFill>
                <a:prstDash val="solid"/>
                <a:miter lim="37110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" name="Google Shape;65;p3"/>
              <p:cNvSpPr/>
              <p:nvPr/>
            </p:nvSpPr>
            <p:spPr>
              <a:xfrm>
                <a:off x="7460229" y="3355576"/>
                <a:ext cx="498138" cy="489178"/>
              </a:xfrm>
              <a:custGeom>
                <a:rect b="b" l="l" r="r" t="t"/>
                <a:pathLst>
                  <a:path extrusionOk="0" fill="none" h="40562" w="41305">
                    <a:moveTo>
                      <a:pt x="1077" y="0"/>
                    </a:moveTo>
                    <a:cubicBezTo>
                      <a:pt x="1077" y="0"/>
                      <a:pt x="1" y="37482"/>
                      <a:pt x="41305" y="40562"/>
                    </a:cubicBezTo>
                  </a:path>
                </a:pathLst>
              </a:custGeom>
              <a:noFill/>
              <a:ln cap="flat" cmpd="sng" w="9525">
                <a:solidFill>
                  <a:schemeClr val="dk2"/>
                </a:solidFill>
                <a:prstDash val="solid"/>
                <a:miter lim="37110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cxnSp>
          <p:nvCxnSpPr>
            <p:cNvPr id="66" name="Google Shape;66;p3"/>
            <p:cNvCxnSpPr/>
            <p:nvPr/>
          </p:nvCxnSpPr>
          <p:spPr>
            <a:xfrm>
              <a:off x="2501428" y="4382750"/>
              <a:ext cx="1649700" cy="0"/>
            </a:xfrm>
            <a:prstGeom prst="straightConnector1">
              <a:avLst/>
            </a:prstGeom>
            <a:noFill/>
            <a:ln cap="flat" cmpd="sng" w="9525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" type="tx">
  <p:cSld name="TITLE_AND_BODY">
    <p:spTree>
      <p:nvGrpSpPr>
        <p:cNvPr id="67" name="Shape 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" name="Google Shape;68;p4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69" name="Google Shape;69;p4"/>
          <p:cNvSpPr txBox="1"/>
          <p:nvPr>
            <p:ph idx="1" type="body"/>
          </p:nvPr>
        </p:nvSpPr>
        <p:spPr>
          <a:xfrm>
            <a:off x="720000" y="1215751"/>
            <a:ext cx="7704000" cy="30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●"/>
              <a:defRPr sz="1200"/>
            </a:lvl1pPr>
            <a:lvl2pPr indent="-317500" lvl="1" marL="914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○"/>
              <a:defRPr/>
            </a:lvl2pPr>
            <a:lvl3pPr indent="-317500" lvl="2" marL="1371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■"/>
              <a:defRPr/>
            </a:lvl3pPr>
            <a:lvl4pPr indent="-317500" lvl="3" marL="1828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●"/>
              <a:defRPr/>
            </a:lvl4pPr>
            <a:lvl5pPr indent="-317500" lvl="4" marL="22860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○"/>
              <a:defRPr/>
            </a:lvl5pPr>
            <a:lvl6pPr indent="-317500" lvl="5" marL="2743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■"/>
              <a:defRPr/>
            </a:lvl6pPr>
            <a:lvl7pPr indent="-317500" lvl="6" marL="3200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●"/>
              <a:defRPr/>
            </a:lvl7pPr>
            <a:lvl8pPr indent="-317500" lvl="7" marL="3657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○"/>
              <a:defRPr/>
            </a:lvl8pPr>
            <a:lvl9pPr indent="-317500" lvl="8" marL="411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■"/>
              <a:defRPr/>
            </a:lvl9pPr>
          </a:lstStyle>
          <a:p/>
        </p:txBody>
      </p:sp>
      <p:sp>
        <p:nvSpPr>
          <p:cNvPr id="70" name="Google Shape;70;p4"/>
          <p:cNvSpPr/>
          <p:nvPr/>
        </p:nvSpPr>
        <p:spPr>
          <a:xfrm>
            <a:off x="8489836" y="4604000"/>
            <a:ext cx="405188" cy="405650"/>
          </a:xfrm>
          <a:custGeom>
            <a:rect b="b" l="l" r="r" t="t"/>
            <a:pathLst>
              <a:path extrusionOk="0" h="28836" w="28798">
                <a:moveTo>
                  <a:pt x="13026" y="1"/>
                </a:moveTo>
                <a:lnTo>
                  <a:pt x="13026" y="11097"/>
                </a:lnTo>
                <a:lnTo>
                  <a:pt x="5196" y="3266"/>
                </a:lnTo>
                <a:lnTo>
                  <a:pt x="3229" y="5196"/>
                </a:lnTo>
                <a:lnTo>
                  <a:pt x="11059" y="13063"/>
                </a:lnTo>
                <a:lnTo>
                  <a:pt x="0" y="13063"/>
                </a:lnTo>
                <a:lnTo>
                  <a:pt x="0" y="15810"/>
                </a:lnTo>
                <a:lnTo>
                  <a:pt x="11059" y="15810"/>
                </a:lnTo>
                <a:lnTo>
                  <a:pt x="3229" y="23640"/>
                </a:lnTo>
                <a:lnTo>
                  <a:pt x="5196" y="25607"/>
                </a:lnTo>
                <a:lnTo>
                  <a:pt x="13026" y="17739"/>
                </a:lnTo>
                <a:lnTo>
                  <a:pt x="13026" y="28835"/>
                </a:lnTo>
                <a:lnTo>
                  <a:pt x="15772" y="28835"/>
                </a:lnTo>
                <a:lnTo>
                  <a:pt x="15772" y="17739"/>
                </a:lnTo>
                <a:lnTo>
                  <a:pt x="23602" y="25607"/>
                </a:lnTo>
                <a:lnTo>
                  <a:pt x="25569" y="23640"/>
                </a:lnTo>
                <a:lnTo>
                  <a:pt x="17702" y="15810"/>
                </a:lnTo>
                <a:lnTo>
                  <a:pt x="28798" y="15810"/>
                </a:lnTo>
                <a:lnTo>
                  <a:pt x="28798" y="13063"/>
                </a:lnTo>
                <a:lnTo>
                  <a:pt x="17702" y="13063"/>
                </a:lnTo>
                <a:lnTo>
                  <a:pt x="25569" y="5196"/>
                </a:lnTo>
                <a:lnTo>
                  <a:pt x="23602" y="3266"/>
                </a:lnTo>
                <a:lnTo>
                  <a:pt x="15772" y="11097"/>
                </a:lnTo>
                <a:lnTo>
                  <a:pt x="15772" y="1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" name="Google Shape;71;p4"/>
          <p:cNvGrpSpPr/>
          <p:nvPr/>
        </p:nvGrpSpPr>
        <p:grpSpPr>
          <a:xfrm>
            <a:off x="199197" y="273475"/>
            <a:ext cx="8813940" cy="4736171"/>
            <a:chOff x="199197" y="273475"/>
            <a:chExt cx="8813940" cy="4736171"/>
          </a:xfrm>
        </p:grpSpPr>
        <p:sp>
          <p:nvSpPr>
            <p:cNvPr id="72" name="Google Shape;72;p4"/>
            <p:cNvSpPr/>
            <p:nvPr/>
          </p:nvSpPr>
          <p:spPr>
            <a:xfrm>
              <a:off x="8489836" y="273475"/>
              <a:ext cx="523301" cy="915777"/>
            </a:xfrm>
            <a:custGeom>
              <a:rect b="b" l="l" r="r" t="t"/>
              <a:pathLst>
                <a:path extrusionOk="0" h="52248" w="29856">
                  <a:moveTo>
                    <a:pt x="20668" y="8089"/>
                  </a:moveTo>
                  <a:cubicBezTo>
                    <a:pt x="20666" y="8116"/>
                    <a:pt x="20665" y="8144"/>
                    <a:pt x="20664" y="8171"/>
                  </a:cubicBezTo>
                  <a:cubicBezTo>
                    <a:pt x="20665" y="8144"/>
                    <a:pt x="20667" y="8116"/>
                    <a:pt x="20668" y="8089"/>
                  </a:cubicBezTo>
                  <a:close/>
                  <a:moveTo>
                    <a:pt x="24585" y="4346"/>
                  </a:moveTo>
                  <a:cubicBezTo>
                    <a:pt x="26590" y="4346"/>
                    <a:pt x="27886" y="4872"/>
                    <a:pt x="28285" y="5736"/>
                  </a:cubicBezTo>
                  <a:cubicBezTo>
                    <a:pt x="28913" y="7071"/>
                    <a:pt x="27420" y="9193"/>
                    <a:pt x="24671" y="11235"/>
                  </a:cubicBezTo>
                  <a:lnTo>
                    <a:pt x="24435" y="11235"/>
                  </a:lnTo>
                  <a:cubicBezTo>
                    <a:pt x="24042" y="11235"/>
                    <a:pt x="23571" y="11235"/>
                    <a:pt x="23099" y="11314"/>
                  </a:cubicBezTo>
                  <a:cubicBezTo>
                    <a:pt x="19642" y="11707"/>
                    <a:pt x="16185" y="12649"/>
                    <a:pt x="12885" y="14142"/>
                  </a:cubicBezTo>
                  <a:cubicBezTo>
                    <a:pt x="10136" y="15242"/>
                    <a:pt x="7464" y="16735"/>
                    <a:pt x="5029" y="18542"/>
                  </a:cubicBezTo>
                  <a:cubicBezTo>
                    <a:pt x="3222" y="18542"/>
                    <a:pt x="1965" y="18071"/>
                    <a:pt x="1572" y="17206"/>
                  </a:cubicBezTo>
                  <a:cubicBezTo>
                    <a:pt x="550" y="14849"/>
                    <a:pt x="5814" y="10292"/>
                    <a:pt x="13043" y="7150"/>
                  </a:cubicBezTo>
                  <a:cubicBezTo>
                    <a:pt x="15085" y="6286"/>
                    <a:pt x="17128" y="5578"/>
                    <a:pt x="19249" y="5107"/>
                  </a:cubicBezTo>
                  <a:cubicBezTo>
                    <a:pt x="20170" y="5798"/>
                    <a:pt x="20716" y="6938"/>
                    <a:pt x="20668" y="8089"/>
                  </a:cubicBezTo>
                  <a:lnTo>
                    <a:pt x="20668" y="8089"/>
                  </a:lnTo>
                  <a:cubicBezTo>
                    <a:pt x="20775" y="6395"/>
                    <a:pt x="21790" y="4941"/>
                    <a:pt x="23413" y="4400"/>
                  </a:cubicBezTo>
                  <a:cubicBezTo>
                    <a:pt x="23827" y="4363"/>
                    <a:pt x="24218" y="4346"/>
                    <a:pt x="24585" y="4346"/>
                  </a:cubicBezTo>
                  <a:close/>
                  <a:moveTo>
                    <a:pt x="24121" y="11707"/>
                  </a:moveTo>
                  <a:cubicBezTo>
                    <a:pt x="21842" y="13278"/>
                    <a:pt x="19407" y="14692"/>
                    <a:pt x="16814" y="15792"/>
                  </a:cubicBezTo>
                  <a:cubicBezTo>
                    <a:pt x="13278" y="17364"/>
                    <a:pt x="9586" y="18306"/>
                    <a:pt x="5736" y="18542"/>
                  </a:cubicBezTo>
                  <a:cubicBezTo>
                    <a:pt x="8014" y="16971"/>
                    <a:pt x="10528" y="15556"/>
                    <a:pt x="13121" y="14457"/>
                  </a:cubicBezTo>
                  <a:cubicBezTo>
                    <a:pt x="16264" y="13042"/>
                    <a:pt x="19721" y="12100"/>
                    <a:pt x="23178" y="11707"/>
                  </a:cubicBezTo>
                  <a:close/>
                  <a:moveTo>
                    <a:pt x="24828" y="11707"/>
                  </a:moveTo>
                  <a:cubicBezTo>
                    <a:pt x="26713" y="11785"/>
                    <a:pt x="27970" y="12257"/>
                    <a:pt x="28285" y="13121"/>
                  </a:cubicBezTo>
                  <a:cubicBezTo>
                    <a:pt x="28835" y="14457"/>
                    <a:pt x="27420" y="16499"/>
                    <a:pt x="24671" y="18621"/>
                  </a:cubicBezTo>
                  <a:lnTo>
                    <a:pt x="24435" y="18621"/>
                  </a:lnTo>
                  <a:cubicBezTo>
                    <a:pt x="24042" y="18621"/>
                    <a:pt x="23571" y="18699"/>
                    <a:pt x="23099" y="18699"/>
                  </a:cubicBezTo>
                  <a:cubicBezTo>
                    <a:pt x="19564" y="19092"/>
                    <a:pt x="16185" y="20035"/>
                    <a:pt x="12885" y="21528"/>
                  </a:cubicBezTo>
                  <a:cubicBezTo>
                    <a:pt x="10136" y="22628"/>
                    <a:pt x="7464" y="24120"/>
                    <a:pt x="5029" y="25927"/>
                  </a:cubicBezTo>
                  <a:cubicBezTo>
                    <a:pt x="3222" y="25849"/>
                    <a:pt x="1965" y="25377"/>
                    <a:pt x="1572" y="24592"/>
                  </a:cubicBezTo>
                  <a:cubicBezTo>
                    <a:pt x="943" y="23256"/>
                    <a:pt x="2436" y="21135"/>
                    <a:pt x="5186" y="19092"/>
                  </a:cubicBezTo>
                  <a:cubicBezTo>
                    <a:pt x="8093" y="19092"/>
                    <a:pt x="12414" y="18149"/>
                    <a:pt x="16971" y="16185"/>
                  </a:cubicBezTo>
                  <a:cubicBezTo>
                    <a:pt x="19721" y="15007"/>
                    <a:pt x="22392" y="13514"/>
                    <a:pt x="24828" y="11707"/>
                  </a:cubicBezTo>
                  <a:close/>
                  <a:moveTo>
                    <a:pt x="24121" y="19092"/>
                  </a:moveTo>
                  <a:cubicBezTo>
                    <a:pt x="21842" y="20663"/>
                    <a:pt x="19407" y="22078"/>
                    <a:pt x="16814" y="23178"/>
                  </a:cubicBezTo>
                  <a:cubicBezTo>
                    <a:pt x="13278" y="24749"/>
                    <a:pt x="9586" y="25692"/>
                    <a:pt x="5736" y="25927"/>
                  </a:cubicBezTo>
                  <a:cubicBezTo>
                    <a:pt x="8014" y="24356"/>
                    <a:pt x="10528" y="22942"/>
                    <a:pt x="13121" y="21842"/>
                  </a:cubicBezTo>
                  <a:cubicBezTo>
                    <a:pt x="16264" y="20428"/>
                    <a:pt x="19721" y="19485"/>
                    <a:pt x="23178" y="19092"/>
                  </a:cubicBezTo>
                  <a:close/>
                  <a:moveTo>
                    <a:pt x="24042" y="26399"/>
                  </a:moveTo>
                  <a:lnTo>
                    <a:pt x="24042" y="26477"/>
                  </a:lnTo>
                  <a:cubicBezTo>
                    <a:pt x="21764" y="28049"/>
                    <a:pt x="19328" y="29384"/>
                    <a:pt x="16814" y="30484"/>
                  </a:cubicBezTo>
                  <a:cubicBezTo>
                    <a:pt x="13278" y="31977"/>
                    <a:pt x="9586" y="32998"/>
                    <a:pt x="5814" y="33234"/>
                  </a:cubicBezTo>
                  <a:cubicBezTo>
                    <a:pt x="8093" y="31663"/>
                    <a:pt x="10528" y="30249"/>
                    <a:pt x="13043" y="29227"/>
                  </a:cubicBezTo>
                  <a:cubicBezTo>
                    <a:pt x="16264" y="27734"/>
                    <a:pt x="19642" y="26870"/>
                    <a:pt x="23178" y="26477"/>
                  </a:cubicBezTo>
                  <a:cubicBezTo>
                    <a:pt x="23492" y="26399"/>
                    <a:pt x="23806" y="26399"/>
                    <a:pt x="24042" y="26399"/>
                  </a:cubicBezTo>
                  <a:close/>
                  <a:moveTo>
                    <a:pt x="24828" y="19092"/>
                  </a:moveTo>
                  <a:cubicBezTo>
                    <a:pt x="26713" y="19092"/>
                    <a:pt x="27970" y="19642"/>
                    <a:pt x="28285" y="20428"/>
                  </a:cubicBezTo>
                  <a:cubicBezTo>
                    <a:pt x="28835" y="21842"/>
                    <a:pt x="27420" y="23885"/>
                    <a:pt x="24592" y="26006"/>
                  </a:cubicBezTo>
                  <a:lnTo>
                    <a:pt x="24435" y="26006"/>
                  </a:lnTo>
                  <a:cubicBezTo>
                    <a:pt x="24042" y="26006"/>
                    <a:pt x="23571" y="26006"/>
                    <a:pt x="23099" y="26085"/>
                  </a:cubicBezTo>
                  <a:cubicBezTo>
                    <a:pt x="19564" y="26477"/>
                    <a:pt x="16185" y="27420"/>
                    <a:pt x="12885" y="28913"/>
                  </a:cubicBezTo>
                  <a:cubicBezTo>
                    <a:pt x="10136" y="30013"/>
                    <a:pt x="7464" y="31506"/>
                    <a:pt x="5029" y="33313"/>
                  </a:cubicBezTo>
                  <a:cubicBezTo>
                    <a:pt x="3222" y="33156"/>
                    <a:pt x="1965" y="32763"/>
                    <a:pt x="1572" y="31820"/>
                  </a:cubicBezTo>
                  <a:lnTo>
                    <a:pt x="1572" y="31899"/>
                  </a:lnTo>
                  <a:cubicBezTo>
                    <a:pt x="943" y="30563"/>
                    <a:pt x="2436" y="28520"/>
                    <a:pt x="5186" y="26399"/>
                  </a:cubicBezTo>
                  <a:cubicBezTo>
                    <a:pt x="5290" y="26402"/>
                    <a:pt x="5396" y="26403"/>
                    <a:pt x="5503" y="26403"/>
                  </a:cubicBezTo>
                  <a:cubicBezTo>
                    <a:pt x="8403" y="26403"/>
                    <a:pt x="12577" y="25386"/>
                    <a:pt x="16971" y="23492"/>
                  </a:cubicBezTo>
                  <a:cubicBezTo>
                    <a:pt x="19721" y="22392"/>
                    <a:pt x="22392" y="20899"/>
                    <a:pt x="24828" y="19092"/>
                  </a:cubicBezTo>
                  <a:close/>
                  <a:moveTo>
                    <a:pt x="24121" y="33784"/>
                  </a:moveTo>
                  <a:cubicBezTo>
                    <a:pt x="21842" y="35434"/>
                    <a:pt x="19328" y="36770"/>
                    <a:pt x="16735" y="37870"/>
                  </a:cubicBezTo>
                  <a:cubicBezTo>
                    <a:pt x="13314" y="39425"/>
                    <a:pt x="9662" y="40364"/>
                    <a:pt x="5855" y="40612"/>
                  </a:cubicBezTo>
                  <a:lnTo>
                    <a:pt x="5855" y="40612"/>
                  </a:lnTo>
                  <a:cubicBezTo>
                    <a:pt x="8099" y="38999"/>
                    <a:pt x="10495" y="37615"/>
                    <a:pt x="13043" y="36534"/>
                  </a:cubicBezTo>
                  <a:cubicBezTo>
                    <a:pt x="16264" y="35120"/>
                    <a:pt x="19642" y="34177"/>
                    <a:pt x="23099" y="33784"/>
                  </a:cubicBezTo>
                  <a:close/>
                  <a:moveTo>
                    <a:pt x="24828" y="26399"/>
                  </a:moveTo>
                  <a:cubicBezTo>
                    <a:pt x="26713" y="26399"/>
                    <a:pt x="27970" y="26949"/>
                    <a:pt x="28363" y="27813"/>
                  </a:cubicBezTo>
                  <a:cubicBezTo>
                    <a:pt x="28913" y="29149"/>
                    <a:pt x="27420" y="31191"/>
                    <a:pt x="24671" y="33313"/>
                  </a:cubicBezTo>
                  <a:lnTo>
                    <a:pt x="24671" y="33391"/>
                  </a:lnTo>
                  <a:lnTo>
                    <a:pt x="23099" y="33391"/>
                  </a:lnTo>
                  <a:cubicBezTo>
                    <a:pt x="19564" y="33784"/>
                    <a:pt x="16107" y="34727"/>
                    <a:pt x="12885" y="36141"/>
                  </a:cubicBezTo>
                  <a:cubicBezTo>
                    <a:pt x="10136" y="37320"/>
                    <a:pt x="7464" y="38812"/>
                    <a:pt x="5029" y="40620"/>
                  </a:cubicBezTo>
                  <a:cubicBezTo>
                    <a:pt x="3222" y="40541"/>
                    <a:pt x="1965" y="40148"/>
                    <a:pt x="1572" y="39205"/>
                  </a:cubicBezTo>
                  <a:cubicBezTo>
                    <a:pt x="1022" y="37870"/>
                    <a:pt x="2515" y="35748"/>
                    <a:pt x="5264" y="33706"/>
                  </a:cubicBezTo>
                  <a:cubicBezTo>
                    <a:pt x="8171" y="33706"/>
                    <a:pt x="12493" y="32763"/>
                    <a:pt x="16971" y="30799"/>
                  </a:cubicBezTo>
                  <a:cubicBezTo>
                    <a:pt x="19799" y="29699"/>
                    <a:pt x="22392" y="28206"/>
                    <a:pt x="24828" y="26399"/>
                  </a:cubicBezTo>
                  <a:close/>
                  <a:moveTo>
                    <a:pt x="24828" y="33784"/>
                  </a:moveTo>
                  <a:cubicBezTo>
                    <a:pt x="26792" y="33784"/>
                    <a:pt x="27970" y="34256"/>
                    <a:pt x="28285" y="35120"/>
                  </a:cubicBezTo>
                  <a:lnTo>
                    <a:pt x="28285" y="35198"/>
                  </a:lnTo>
                  <a:cubicBezTo>
                    <a:pt x="29306" y="37555"/>
                    <a:pt x="24042" y="42034"/>
                    <a:pt x="16814" y="45176"/>
                  </a:cubicBezTo>
                  <a:cubicBezTo>
                    <a:pt x="14457" y="46198"/>
                    <a:pt x="12021" y="46983"/>
                    <a:pt x="9507" y="47533"/>
                  </a:cubicBezTo>
                  <a:cubicBezTo>
                    <a:pt x="8407" y="46748"/>
                    <a:pt x="7700" y="45491"/>
                    <a:pt x="7700" y="44155"/>
                  </a:cubicBezTo>
                  <a:cubicBezTo>
                    <a:pt x="7700" y="45884"/>
                    <a:pt x="6600" y="47455"/>
                    <a:pt x="4950" y="48005"/>
                  </a:cubicBezTo>
                  <a:cubicBezTo>
                    <a:pt x="3222" y="47926"/>
                    <a:pt x="1965" y="47455"/>
                    <a:pt x="1572" y="46591"/>
                  </a:cubicBezTo>
                  <a:cubicBezTo>
                    <a:pt x="943" y="45255"/>
                    <a:pt x="2436" y="43212"/>
                    <a:pt x="5186" y="41091"/>
                  </a:cubicBezTo>
                  <a:cubicBezTo>
                    <a:pt x="5290" y="41094"/>
                    <a:pt x="5396" y="41095"/>
                    <a:pt x="5504" y="41095"/>
                  </a:cubicBezTo>
                  <a:cubicBezTo>
                    <a:pt x="8403" y="41095"/>
                    <a:pt x="12577" y="40081"/>
                    <a:pt x="16971" y="38262"/>
                  </a:cubicBezTo>
                  <a:cubicBezTo>
                    <a:pt x="19721" y="37084"/>
                    <a:pt x="22392" y="35591"/>
                    <a:pt x="24828" y="33784"/>
                  </a:cubicBezTo>
                  <a:close/>
                  <a:moveTo>
                    <a:pt x="20742" y="0"/>
                  </a:moveTo>
                  <a:cubicBezTo>
                    <a:pt x="20742" y="2279"/>
                    <a:pt x="18935" y="4086"/>
                    <a:pt x="16657" y="4086"/>
                  </a:cubicBezTo>
                  <a:cubicBezTo>
                    <a:pt x="17442" y="4086"/>
                    <a:pt x="18149" y="4243"/>
                    <a:pt x="18857" y="4714"/>
                  </a:cubicBezTo>
                  <a:cubicBezTo>
                    <a:pt x="16814" y="5186"/>
                    <a:pt x="14850" y="5893"/>
                    <a:pt x="12964" y="6678"/>
                  </a:cubicBezTo>
                  <a:cubicBezTo>
                    <a:pt x="5186" y="10057"/>
                    <a:pt x="0" y="14771"/>
                    <a:pt x="1257" y="17364"/>
                  </a:cubicBezTo>
                  <a:cubicBezTo>
                    <a:pt x="1650" y="18306"/>
                    <a:pt x="2829" y="18856"/>
                    <a:pt x="4557" y="19013"/>
                  </a:cubicBezTo>
                  <a:cubicBezTo>
                    <a:pt x="1886" y="21135"/>
                    <a:pt x="629" y="23178"/>
                    <a:pt x="1257" y="24670"/>
                  </a:cubicBezTo>
                  <a:cubicBezTo>
                    <a:pt x="1650" y="25613"/>
                    <a:pt x="2829" y="26163"/>
                    <a:pt x="4557" y="26320"/>
                  </a:cubicBezTo>
                  <a:cubicBezTo>
                    <a:pt x="1886" y="28442"/>
                    <a:pt x="629" y="30563"/>
                    <a:pt x="1257" y="31977"/>
                  </a:cubicBezTo>
                  <a:cubicBezTo>
                    <a:pt x="1650" y="32998"/>
                    <a:pt x="2829" y="33470"/>
                    <a:pt x="4557" y="33627"/>
                  </a:cubicBezTo>
                  <a:cubicBezTo>
                    <a:pt x="1965" y="35748"/>
                    <a:pt x="550" y="37870"/>
                    <a:pt x="1257" y="39362"/>
                  </a:cubicBezTo>
                  <a:cubicBezTo>
                    <a:pt x="1650" y="40384"/>
                    <a:pt x="2829" y="40855"/>
                    <a:pt x="4557" y="41012"/>
                  </a:cubicBezTo>
                  <a:cubicBezTo>
                    <a:pt x="1886" y="43134"/>
                    <a:pt x="629" y="45255"/>
                    <a:pt x="1257" y="46669"/>
                  </a:cubicBezTo>
                  <a:cubicBezTo>
                    <a:pt x="1650" y="47769"/>
                    <a:pt x="2986" y="48319"/>
                    <a:pt x="4950" y="48398"/>
                  </a:cubicBezTo>
                  <a:cubicBezTo>
                    <a:pt x="6600" y="48948"/>
                    <a:pt x="7779" y="50440"/>
                    <a:pt x="7779" y="52248"/>
                  </a:cubicBezTo>
                  <a:cubicBezTo>
                    <a:pt x="7779" y="49969"/>
                    <a:pt x="9586" y="48162"/>
                    <a:pt x="11864" y="48162"/>
                  </a:cubicBezTo>
                  <a:cubicBezTo>
                    <a:pt x="11236" y="48162"/>
                    <a:pt x="10686" y="48005"/>
                    <a:pt x="10136" y="47769"/>
                  </a:cubicBezTo>
                  <a:cubicBezTo>
                    <a:pt x="12493" y="47219"/>
                    <a:pt x="14771" y="46512"/>
                    <a:pt x="17050" y="45569"/>
                  </a:cubicBezTo>
                  <a:cubicBezTo>
                    <a:pt x="24671" y="42269"/>
                    <a:pt x="29856" y="37634"/>
                    <a:pt x="28756" y="34963"/>
                  </a:cubicBezTo>
                  <a:cubicBezTo>
                    <a:pt x="28285" y="34020"/>
                    <a:pt x="27185" y="33470"/>
                    <a:pt x="25378" y="33313"/>
                  </a:cubicBezTo>
                  <a:cubicBezTo>
                    <a:pt x="27970" y="31191"/>
                    <a:pt x="29306" y="29070"/>
                    <a:pt x="28756" y="27656"/>
                  </a:cubicBezTo>
                  <a:cubicBezTo>
                    <a:pt x="28285" y="26635"/>
                    <a:pt x="27106" y="26163"/>
                    <a:pt x="25378" y="26006"/>
                  </a:cubicBezTo>
                  <a:cubicBezTo>
                    <a:pt x="28049" y="23885"/>
                    <a:pt x="29385" y="21763"/>
                    <a:pt x="28756" y="20271"/>
                  </a:cubicBezTo>
                  <a:cubicBezTo>
                    <a:pt x="28285" y="19328"/>
                    <a:pt x="27185" y="18778"/>
                    <a:pt x="25378" y="18621"/>
                  </a:cubicBezTo>
                  <a:cubicBezTo>
                    <a:pt x="28049" y="16499"/>
                    <a:pt x="29306" y="14378"/>
                    <a:pt x="28756" y="12964"/>
                  </a:cubicBezTo>
                  <a:cubicBezTo>
                    <a:pt x="28285" y="11942"/>
                    <a:pt x="27185" y="11392"/>
                    <a:pt x="25378" y="11314"/>
                  </a:cubicBezTo>
                  <a:cubicBezTo>
                    <a:pt x="28049" y="9193"/>
                    <a:pt x="29306" y="7071"/>
                    <a:pt x="28756" y="5578"/>
                  </a:cubicBezTo>
                  <a:cubicBezTo>
                    <a:pt x="28285" y="4478"/>
                    <a:pt x="26792" y="3929"/>
                    <a:pt x="24513" y="3929"/>
                  </a:cubicBezTo>
                  <a:lnTo>
                    <a:pt x="23649" y="3929"/>
                  </a:lnTo>
                  <a:cubicBezTo>
                    <a:pt x="21921" y="3379"/>
                    <a:pt x="20742" y="1807"/>
                    <a:pt x="2074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3" name="Google Shape;73;p4"/>
            <p:cNvGrpSpPr/>
            <p:nvPr/>
          </p:nvGrpSpPr>
          <p:grpSpPr>
            <a:xfrm>
              <a:off x="199197" y="4770108"/>
              <a:ext cx="1188759" cy="239538"/>
              <a:chOff x="2501428" y="4161487"/>
              <a:chExt cx="2196118" cy="442524"/>
            </a:xfrm>
          </p:grpSpPr>
          <p:grpSp>
            <p:nvGrpSpPr>
              <p:cNvPr id="74" name="Google Shape;74;p4"/>
              <p:cNvGrpSpPr/>
              <p:nvPr/>
            </p:nvGrpSpPr>
            <p:grpSpPr>
              <a:xfrm>
                <a:off x="4082894" y="4161487"/>
                <a:ext cx="614651" cy="442524"/>
                <a:chOff x="6608540" y="3355576"/>
                <a:chExt cx="1352071" cy="973435"/>
              </a:xfrm>
            </p:grpSpPr>
            <p:sp>
              <p:nvSpPr>
                <p:cNvPr id="75" name="Google Shape;75;p4"/>
                <p:cNvSpPr/>
                <p:nvPr/>
              </p:nvSpPr>
              <p:spPr>
                <a:xfrm>
                  <a:off x="6608540" y="3843849"/>
                  <a:ext cx="1352071" cy="485162"/>
                </a:xfrm>
                <a:custGeom>
                  <a:rect b="b" l="l" r="r" t="t"/>
                  <a:pathLst>
                    <a:path extrusionOk="0" fill="none" h="40229" w="112112">
                      <a:moveTo>
                        <a:pt x="1" y="1"/>
                      </a:moveTo>
                      <a:lnTo>
                        <a:pt x="75669" y="1"/>
                      </a:lnTo>
                      <a:lnTo>
                        <a:pt x="112111" y="1"/>
                      </a:lnTo>
                      <a:cubicBezTo>
                        <a:pt x="112111" y="1"/>
                        <a:pt x="72589" y="1003"/>
                        <a:pt x="71847" y="40228"/>
                      </a:cubicBezTo>
                    </a:path>
                  </a:pathLst>
                </a:custGeom>
                <a:noFill/>
                <a:ln cap="flat" cmpd="sng" w="9525">
                  <a:solidFill>
                    <a:schemeClr val="dk2"/>
                  </a:solidFill>
                  <a:prstDash val="solid"/>
                  <a:miter lim="37110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" name="Google Shape;76;p4"/>
                <p:cNvSpPr/>
                <p:nvPr/>
              </p:nvSpPr>
              <p:spPr>
                <a:xfrm>
                  <a:off x="7460229" y="3355576"/>
                  <a:ext cx="498138" cy="489178"/>
                </a:xfrm>
                <a:custGeom>
                  <a:rect b="b" l="l" r="r" t="t"/>
                  <a:pathLst>
                    <a:path extrusionOk="0" fill="none" h="40562" w="41305">
                      <a:moveTo>
                        <a:pt x="1077" y="0"/>
                      </a:moveTo>
                      <a:cubicBezTo>
                        <a:pt x="1077" y="0"/>
                        <a:pt x="1" y="37482"/>
                        <a:pt x="41305" y="40562"/>
                      </a:cubicBezTo>
                    </a:path>
                  </a:pathLst>
                </a:custGeom>
                <a:noFill/>
                <a:ln cap="flat" cmpd="sng" w="9525">
                  <a:solidFill>
                    <a:schemeClr val="dk2"/>
                  </a:solidFill>
                  <a:prstDash val="solid"/>
                  <a:miter lim="37110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cxnSp>
            <p:nvCxnSpPr>
              <p:cNvPr id="77" name="Google Shape;77;p4"/>
              <p:cNvCxnSpPr/>
              <p:nvPr/>
            </p:nvCxnSpPr>
            <p:spPr>
              <a:xfrm>
                <a:off x="2501428" y="4382750"/>
                <a:ext cx="16497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dk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</p:grpSp>
      <p:grpSp>
        <p:nvGrpSpPr>
          <p:cNvPr id="78" name="Google Shape;78;p4"/>
          <p:cNvGrpSpPr/>
          <p:nvPr/>
        </p:nvGrpSpPr>
        <p:grpSpPr>
          <a:xfrm>
            <a:off x="293188" y="273466"/>
            <a:ext cx="37200" cy="2280719"/>
            <a:chOff x="8720263" y="1665954"/>
            <a:chExt cx="37200" cy="2280719"/>
          </a:xfrm>
        </p:grpSpPr>
        <p:sp>
          <p:nvSpPr>
            <p:cNvPr id="79" name="Google Shape;79;p4"/>
            <p:cNvSpPr/>
            <p:nvPr/>
          </p:nvSpPr>
          <p:spPr>
            <a:xfrm flipH="1">
              <a:off x="8720263" y="1665954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  <p:sp>
          <p:nvSpPr>
            <p:cNvPr id="80" name="Google Shape;80;p4"/>
            <p:cNvSpPr/>
            <p:nvPr/>
          </p:nvSpPr>
          <p:spPr>
            <a:xfrm flipH="1">
              <a:off x="8720263" y="2278650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  <p:sp>
          <p:nvSpPr>
            <p:cNvPr id="81" name="Google Shape;81;p4"/>
            <p:cNvSpPr/>
            <p:nvPr/>
          </p:nvSpPr>
          <p:spPr>
            <a:xfrm flipH="1">
              <a:off x="8720263" y="2570381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  <p:sp>
          <p:nvSpPr>
            <p:cNvPr id="82" name="Google Shape;82;p4"/>
            <p:cNvSpPr/>
            <p:nvPr/>
          </p:nvSpPr>
          <p:spPr>
            <a:xfrm flipH="1">
              <a:off x="8720263" y="2862111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  <p:sp>
          <p:nvSpPr>
            <p:cNvPr id="83" name="Google Shape;83;p4"/>
            <p:cNvSpPr/>
            <p:nvPr/>
          </p:nvSpPr>
          <p:spPr>
            <a:xfrm flipH="1">
              <a:off x="8720263" y="3653137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  <p:sp>
          <p:nvSpPr>
            <p:cNvPr id="84" name="Google Shape;84;p4"/>
            <p:cNvSpPr/>
            <p:nvPr/>
          </p:nvSpPr>
          <p:spPr>
            <a:xfrm flipH="1">
              <a:off x="8720263" y="3909472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</p:grp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" type="twoColTx">
  <p:cSld name="TITLE_AND_TWO_COLUMNS">
    <p:spTree>
      <p:nvGrpSpPr>
        <p:cNvPr id="85" name="Shape 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" name="Google Shape;86;p5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87" name="Google Shape;87;p5"/>
          <p:cNvSpPr txBox="1"/>
          <p:nvPr>
            <p:ph idx="1" type="subTitle"/>
          </p:nvPr>
        </p:nvSpPr>
        <p:spPr>
          <a:xfrm>
            <a:off x="5055197" y="3680799"/>
            <a:ext cx="2505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b="0"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  <p:sp>
        <p:nvSpPr>
          <p:cNvPr id="88" name="Google Shape;88;p5"/>
          <p:cNvSpPr txBox="1"/>
          <p:nvPr>
            <p:ph idx="2" type="subTitle"/>
          </p:nvPr>
        </p:nvSpPr>
        <p:spPr>
          <a:xfrm>
            <a:off x="1583213" y="3680799"/>
            <a:ext cx="2505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b="0"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  <p:sp>
        <p:nvSpPr>
          <p:cNvPr id="89" name="Google Shape;89;p5"/>
          <p:cNvSpPr txBox="1"/>
          <p:nvPr>
            <p:ph idx="3" type="subTitle"/>
          </p:nvPr>
        </p:nvSpPr>
        <p:spPr>
          <a:xfrm>
            <a:off x="5055188" y="3204275"/>
            <a:ext cx="2505600" cy="486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b="1" sz="2400">
                <a:solidFill>
                  <a:schemeClr val="lt2"/>
                </a:solidFill>
                <a:latin typeface="Michroma"/>
                <a:ea typeface="Michroma"/>
                <a:cs typeface="Michroma"/>
                <a:sym typeface="Michroma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90" name="Google Shape;90;p5"/>
          <p:cNvSpPr txBox="1"/>
          <p:nvPr>
            <p:ph idx="4" type="subTitle"/>
          </p:nvPr>
        </p:nvSpPr>
        <p:spPr>
          <a:xfrm>
            <a:off x="1583213" y="3204275"/>
            <a:ext cx="2505600" cy="486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b="1" sz="2400">
                <a:solidFill>
                  <a:schemeClr val="lt2"/>
                </a:solidFill>
                <a:latin typeface="Michroma"/>
                <a:ea typeface="Michroma"/>
                <a:cs typeface="Michroma"/>
                <a:sym typeface="Michroma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grpSp>
        <p:nvGrpSpPr>
          <p:cNvPr id="91" name="Google Shape;91;p5"/>
          <p:cNvGrpSpPr/>
          <p:nvPr/>
        </p:nvGrpSpPr>
        <p:grpSpPr>
          <a:xfrm>
            <a:off x="8743213" y="2583479"/>
            <a:ext cx="37200" cy="2280719"/>
            <a:chOff x="8720263" y="1665954"/>
            <a:chExt cx="37200" cy="2280719"/>
          </a:xfrm>
        </p:grpSpPr>
        <p:sp>
          <p:nvSpPr>
            <p:cNvPr id="92" name="Google Shape;92;p5"/>
            <p:cNvSpPr/>
            <p:nvPr/>
          </p:nvSpPr>
          <p:spPr>
            <a:xfrm flipH="1">
              <a:off x="8720263" y="1665954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  <p:sp>
          <p:nvSpPr>
            <p:cNvPr id="93" name="Google Shape;93;p5"/>
            <p:cNvSpPr/>
            <p:nvPr/>
          </p:nvSpPr>
          <p:spPr>
            <a:xfrm flipH="1">
              <a:off x="8720263" y="2278650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  <p:sp>
          <p:nvSpPr>
            <p:cNvPr id="94" name="Google Shape;94;p5"/>
            <p:cNvSpPr/>
            <p:nvPr/>
          </p:nvSpPr>
          <p:spPr>
            <a:xfrm flipH="1">
              <a:off x="8720263" y="2570381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  <p:sp>
          <p:nvSpPr>
            <p:cNvPr id="95" name="Google Shape;95;p5"/>
            <p:cNvSpPr/>
            <p:nvPr/>
          </p:nvSpPr>
          <p:spPr>
            <a:xfrm flipH="1">
              <a:off x="8720263" y="2862111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  <p:sp>
          <p:nvSpPr>
            <p:cNvPr id="96" name="Google Shape;96;p5"/>
            <p:cNvSpPr/>
            <p:nvPr/>
          </p:nvSpPr>
          <p:spPr>
            <a:xfrm flipH="1">
              <a:off x="8720263" y="3653137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  <p:sp>
          <p:nvSpPr>
            <p:cNvPr id="97" name="Google Shape;97;p5"/>
            <p:cNvSpPr/>
            <p:nvPr/>
          </p:nvSpPr>
          <p:spPr>
            <a:xfrm flipH="1">
              <a:off x="8720263" y="3909472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</p:grpSp>
      <p:grpSp>
        <p:nvGrpSpPr>
          <p:cNvPr id="98" name="Google Shape;98;p5"/>
          <p:cNvGrpSpPr/>
          <p:nvPr/>
        </p:nvGrpSpPr>
        <p:grpSpPr>
          <a:xfrm>
            <a:off x="7630711" y="219913"/>
            <a:ext cx="1112510" cy="319584"/>
            <a:chOff x="4743988" y="1118075"/>
            <a:chExt cx="1724288" cy="495325"/>
          </a:xfrm>
        </p:grpSpPr>
        <p:grpSp>
          <p:nvGrpSpPr>
            <p:cNvPr id="99" name="Google Shape;99;p5"/>
            <p:cNvGrpSpPr/>
            <p:nvPr/>
          </p:nvGrpSpPr>
          <p:grpSpPr>
            <a:xfrm rot="5400000">
              <a:off x="4736550" y="1140100"/>
              <a:ext cx="466150" cy="451275"/>
              <a:chOff x="6608550" y="1088575"/>
              <a:chExt cx="466150" cy="451275"/>
            </a:xfrm>
          </p:grpSpPr>
          <p:sp>
            <p:nvSpPr>
              <p:cNvPr id="100" name="Google Shape;100;p5"/>
              <p:cNvSpPr/>
              <p:nvPr/>
            </p:nvSpPr>
            <p:spPr>
              <a:xfrm>
                <a:off x="6608550" y="1088575"/>
                <a:ext cx="466150" cy="451275"/>
              </a:xfrm>
              <a:custGeom>
                <a:rect b="b" l="l" r="r" t="t"/>
                <a:pathLst>
                  <a:path extrusionOk="0" h="18051" w="18646">
                    <a:moveTo>
                      <a:pt x="9606" y="560"/>
                    </a:moveTo>
                    <a:cubicBezTo>
                      <a:pt x="9876" y="560"/>
                      <a:pt x="10146" y="573"/>
                      <a:pt x="10419" y="599"/>
                    </a:cubicBezTo>
                    <a:cubicBezTo>
                      <a:pt x="14145" y="956"/>
                      <a:pt x="17193" y="3730"/>
                      <a:pt x="17908" y="7398"/>
                    </a:cubicBezTo>
                    <a:cubicBezTo>
                      <a:pt x="18015" y="7945"/>
                      <a:pt x="18062" y="8493"/>
                      <a:pt x="18050" y="9052"/>
                    </a:cubicBezTo>
                    <a:cubicBezTo>
                      <a:pt x="18062" y="9422"/>
                      <a:pt x="18039" y="9791"/>
                      <a:pt x="17991" y="10160"/>
                    </a:cubicBezTo>
                    <a:lnTo>
                      <a:pt x="17991" y="10172"/>
                    </a:lnTo>
                    <a:cubicBezTo>
                      <a:pt x="17967" y="10446"/>
                      <a:pt x="17836" y="10707"/>
                      <a:pt x="17634" y="10898"/>
                    </a:cubicBezTo>
                    <a:cubicBezTo>
                      <a:pt x="17372" y="11172"/>
                      <a:pt x="17050" y="11398"/>
                      <a:pt x="16705" y="11553"/>
                    </a:cubicBezTo>
                    <a:cubicBezTo>
                      <a:pt x="16205" y="11755"/>
                      <a:pt x="15979" y="12136"/>
                      <a:pt x="15955" y="12660"/>
                    </a:cubicBezTo>
                    <a:cubicBezTo>
                      <a:pt x="15943" y="12982"/>
                      <a:pt x="15967" y="13291"/>
                      <a:pt x="16026" y="13613"/>
                    </a:cubicBezTo>
                    <a:cubicBezTo>
                      <a:pt x="16086" y="13958"/>
                      <a:pt x="15943" y="14303"/>
                      <a:pt x="15657" y="14506"/>
                    </a:cubicBezTo>
                    <a:cubicBezTo>
                      <a:pt x="15169" y="14851"/>
                      <a:pt x="14717" y="15268"/>
                      <a:pt x="14336" y="15732"/>
                    </a:cubicBezTo>
                    <a:cubicBezTo>
                      <a:pt x="13336" y="16923"/>
                      <a:pt x="12014" y="17411"/>
                      <a:pt x="10514" y="17470"/>
                    </a:cubicBezTo>
                    <a:cubicBezTo>
                      <a:pt x="10324" y="17479"/>
                      <a:pt x="10135" y="17483"/>
                      <a:pt x="9946" y="17483"/>
                    </a:cubicBezTo>
                    <a:cubicBezTo>
                      <a:pt x="8305" y="17483"/>
                      <a:pt x="6684" y="17160"/>
                      <a:pt x="5168" y="16530"/>
                    </a:cubicBezTo>
                    <a:cubicBezTo>
                      <a:pt x="4215" y="16161"/>
                      <a:pt x="3441" y="15458"/>
                      <a:pt x="2965" y="14565"/>
                    </a:cubicBezTo>
                    <a:cubicBezTo>
                      <a:pt x="2620" y="13851"/>
                      <a:pt x="2060" y="13255"/>
                      <a:pt x="1370" y="12851"/>
                    </a:cubicBezTo>
                    <a:cubicBezTo>
                      <a:pt x="1120" y="12708"/>
                      <a:pt x="894" y="12529"/>
                      <a:pt x="691" y="12303"/>
                    </a:cubicBezTo>
                    <a:cubicBezTo>
                      <a:pt x="429" y="12005"/>
                      <a:pt x="298" y="11696"/>
                      <a:pt x="632" y="11327"/>
                    </a:cubicBezTo>
                    <a:cubicBezTo>
                      <a:pt x="798" y="11124"/>
                      <a:pt x="965" y="10922"/>
                      <a:pt x="1144" y="10731"/>
                    </a:cubicBezTo>
                    <a:cubicBezTo>
                      <a:pt x="1596" y="10291"/>
                      <a:pt x="1751" y="9648"/>
                      <a:pt x="1560" y="9064"/>
                    </a:cubicBezTo>
                    <a:cubicBezTo>
                      <a:pt x="1560" y="9041"/>
                      <a:pt x="1560" y="9029"/>
                      <a:pt x="1548" y="9017"/>
                    </a:cubicBezTo>
                    <a:cubicBezTo>
                      <a:pt x="1036" y="7921"/>
                      <a:pt x="1358" y="6874"/>
                      <a:pt x="1775" y="5838"/>
                    </a:cubicBezTo>
                    <a:cubicBezTo>
                      <a:pt x="3077" y="2626"/>
                      <a:pt x="6190" y="560"/>
                      <a:pt x="9606" y="560"/>
                    </a:cubicBezTo>
                    <a:close/>
                    <a:moveTo>
                      <a:pt x="9563" y="0"/>
                    </a:moveTo>
                    <a:cubicBezTo>
                      <a:pt x="9039" y="0"/>
                      <a:pt x="8467" y="40"/>
                      <a:pt x="7847" y="135"/>
                    </a:cubicBezTo>
                    <a:cubicBezTo>
                      <a:pt x="6013" y="420"/>
                      <a:pt x="4465" y="1349"/>
                      <a:pt x="3168" y="2671"/>
                    </a:cubicBezTo>
                    <a:cubicBezTo>
                      <a:pt x="1870" y="3980"/>
                      <a:pt x="1001" y="5647"/>
                      <a:pt x="679" y="7457"/>
                    </a:cubicBezTo>
                    <a:cubicBezTo>
                      <a:pt x="667" y="7588"/>
                      <a:pt x="667" y="7719"/>
                      <a:pt x="679" y="7850"/>
                    </a:cubicBezTo>
                    <a:cubicBezTo>
                      <a:pt x="727" y="8314"/>
                      <a:pt x="905" y="8767"/>
                      <a:pt x="1013" y="9219"/>
                    </a:cubicBezTo>
                    <a:cubicBezTo>
                      <a:pt x="1132" y="9636"/>
                      <a:pt x="1036" y="10076"/>
                      <a:pt x="751" y="10410"/>
                    </a:cubicBezTo>
                    <a:cubicBezTo>
                      <a:pt x="667" y="10517"/>
                      <a:pt x="572" y="10636"/>
                      <a:pt x="477" y="10743"/>
                    </a:cubicBezTo>
                    <a:cubicBezTo>
                      <a:pt x="263" y="11029"/>
                      <a:pt x="36" y="11315"/>
                      <a:pt x="1" y="11684"/>
                    </a:cubicBezTo>
                    <a:lnTo>
                      <a:pt x="1" y="11958"/>
                    </a:lnTo>
                    <a:cubicBezTo>
                      <a:pt x="12" y="12112"/>
                      <a:pt x="60" y="12255"/>
                      <a:pt x="155" y="12386"/>
                    </a:cubicBezTo>
                    <a:cubicBezTo>
                      <a:pt x="322" y="12648"/>
                      <a:pt x="548" y="12874"/>
                      <a:pt x="798" y="13065"/>
                    </a:cubicBezTo>
                    <a:cubicBezTo>
                      <a:pt x="1108" y="13303"/>
                      <a:pt x="1441" y="13529"/>
                      <a:pt x="1739" y="13791"/>
                    </a:cubicBezTo>
                    <a:cubicBezTo>
                      <a:pt x="2001" y="14005"/>
                      <a:pt x="2215" y="14267"/>
                      <a:pt x="2358" y="14565"/>
                    </a:cubicBezTo>
                    <a:cubicBezTo>
                      <a:pt x="2596" y="15125"/>
                      <a:pt x="2953" y="15637"/>
                      <a:pt x="3406" y="16041"/>
                    </a:cubicBezTo>
                    <a:cubicBezTo>
                      <a:pt x="4180" y="16708"/>
                      <a:pt x="5096" y="17196"/>
                      <a:pt x="6085" y="17458"/>
                    </a:cubicBezTo>
                    <a:cubicBezTo>
                      <a:pt x="6954" y="17720"/>
                      <a:pt x="7835" y="17958"/>
                      <a:pt x="8764" y="18018"/>
                    </a:cubicBezTo>
                    <a:cubicBezTo>
                      <a:pt x="9043" y="18040"/>
                      <a:pt x="9324" y="18050"/>
                      <a:pt x="9606" y="18050"/>
                    </a:cubicBezTo>
                    <a:cubicBezTo>
                      <a:pt x="10092" y="18050"/>
                      <a:pt x="10579" y="18019"/>
                      <a:pt x="11061" y="17958"/>
                    </a:cubicBezTo>
                    <a:cubicBezTo>
                      <a:pt x="12014" y="17815"/>
                      <a:pt x="12931" y="17506"/>
                      <a:pt x="13776" y="17065"/>
                    </a:cubicBezTo>
                    <a:cubicBezTo>
                      <a:pt x="14157" y="16875"/>
                      <a:pt x="14467" y="16577"/>
                      <a:pt x="14657" y="16220"/>
                    </a:cubicBezTo>
                    <a:cubicBezTo>
                      <a:pt x="14860" y="15875"/>
                      <a:pt x="15110" y="15565"/>
                      <a:pt x="15407" y="15315"/>
                    </a:cubicBezTo>
                    <a:cubicBezTo>
                      <a:pt x="15693" y="15065"/>
                      <a:pt x="16003" y="14851"/>
                      <a:pt x="16288" y="14589"/>
                    </a:cubicBezTo>
                    <a:cubicBezTo>
                      <a:pt x="16526" y="14375"/>
                      <a:pt x="16705" y="14125"/>
                      <a:pt x="16717" y="13791"/>
                    </a:cubicBezTo>
                    <a:cubicBezTo>
                      <a:pt x="16717" y="13517"/>
                      <a:pt x="16741" y="13243"/>
                      <a:pt x="16765" y="12970"/>
                    </a:cubicBezTo>
                    <a:cubicBezTo>
                      <a:pt x="16800" y="12434"/>
                      <a:pt x="16991" y="11981"/>
                      <a:pt x="17491" y="11708"/>
                    </a:cubicBezTo>
                    <a:cubicBezTo>
                      <a:pt x="17610" y="11636"/>
                      <a:pt x="17729" y="11553"/>
                      <a:pt x="17824" y="11458"/>
                    </a:cubicBezTo>
                    <a:cubicBezTo>
                      <a:pt x="18300" y="11065"/>
                      <a:pt x="18622" y="10600"/>
                      <a:pt x="18586" y="9945"/>
                    </a:cubicBezTo>
                    <a:cubicBezTo>
                      <a:pt x="18586" y="9862"/>
                      <a:pt x="18634" y="9862"/>
                      <a:pt x="18622" y="9695"/>
                    </a:cubicBezTo>
                    <a:cubicBezTo>
                      <a:pt x="18646" y="9005"/>
                      <a:pt x="18622" y="8314"/>
                      <a:pt x="18551" y="7636"/>
                    </a:cubicBezTo>
                    <a:cubicBezTo>
                      <a:pt x="18443" y="6886"/>
                      <a:pt x="18229" y="6147"/>
                      <a:pt x="17919" y="5445"/>
                    </a:cubicBezTo>
                    <a:cubicBezTo>
                      <a:pt x="17348" y="4123"/>
                      <a:pt x="16479" y="2957"/>
                      <a:pt x="15360" y="2040"/>
                    </a:cubicBezTo>
                    <a:cubicBezTo>
                      <a:pt x="14681" y="1480"/>
                      <a:pt x="13931" y="1016"/>
                      <a:pt x="13121" y="682"/>
                    </a:cubicBezTo>
                    <a:cubicBezTo>
                      <a:pt x="12465" y="418"/>
                      <a:pt x="11272" y="0"/>
                      <a:pt x="9563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" name="Google Shape;101;p5"/>
              <p:cNvSpPr/>
              <p:nvPr/>
            </p:nvSpPr>
            <p:spPr>
              <a:xfrm>
                <a:off x="6691000" y="1302025"/>
                <a:ext cx="322100" cy="155800"/>
              </a:xfrm>
              <a:custGeom>
                <a:rect b="b" l="l" r="r" t="t"/>
                <a:pathLst>
                  <a:path extrusionOk="0" h="6232" w="12884">
                    <a:moveTo>
                      <a:pt x="12269" y="1"/>
                    </a:moveTo>
                    <a:cubicBezTo>
                      <a:pt x="12129" y="1"/>
                      <a:pt x="11988" y="38"/>
                      <a:pt x="11847" y="133"/>
                    </a:cubicBezTo>
                    <a:cubicBezTo>
                      <a:pt x="11776" y="187"/>
                      <a:pt x="11690" y="214"/>
                      <a:pt x="11605" y="214"/>
                    </a:cubicBezTo>
                    <a:cubicBezTo>
                      <a:pt x="11520" y="214"/>
                      <a:pt x="11437" y="187"/>
                      <a:pt x="11371" y="133"/>
                    </a:cubicBezTo>
                    <a:cubicBezTo>
                      <a:pt x="11314" y="91"/>
                      <a:pt x="11248" y="69"/>
                      <a:pt x="11182" y="69"/>
                    </a:cubicBezTo>
                    <a:cubicBezTo>
                      <a:pt x="11137" y="69"/>
                      <a:pt x="11092" y="79"/>
                      <a:pt x="11050" y="98"/>
                    </a:cubicBezTo>
                    <a:cubicBezTo>
                      <a:pt x="10942" y="145"/>
                      <a:pt x="10776" y="193"/>
                      <a:pt x="10788" y="324"/>
                    </a:cubicBezTo>
                    <a:cubicBezTo>
                      <a:pt x="10800" y="455"/>
                      <a:pt x="10966" y="514"/>
                      <a:pt x="11109" y="538"/>
                    </a:cubicBezTo>
                    <a:cubicBezTo>
                      <a:pt x="11466" y="586"/>
                      <a:pt x="11466" y="586"/>
                      <a:pt x="11478" y="955"/>
                    </a:cubicBezTo>
                    <a:cubicBezTo>
                      <a:pt x="11478" y="991"/>
                      <a:pt x="11478" y="1038"/>
                      <a:pt x="11478" y="1074"/>
                    </a:cubicBezTo>
                    <a:cubicBezTo>
                      <a:pt x="11562" y="1657"/>
                      <a:pt x="11288" y="2038"/>
                      <a:pt x="10823" y="2324"/>
                    </a:cubicBezTo>
                    <a:cubicBezTo>
                      <a:pt x="10573" y="2467"/>
                      <a:pt x="10311" y="2610"/>
                      <a:pt x="10061" y="2753"/>
                    </a:cubicBezTo>
                    <a:cubicBezTo>
                      <a:pt x="9799" y="2884"/>
                      <a:pt x="9609" y="3110"/>
                      <a:pt x="9538" y="3384"/>
                    </a:cubicBezTo>
                    <a:cubicBezTo>
                      <a:pt x="9407" y="3824"/>
                      <a:pt x="9252" y="4241"/>
                      <a:pt x="9061" y="4646"/>
                    </a:cubicBezTo>
                    <a:cubicBezTo>
                      <a:pt x="8930" y="4967"/>
                      <a:pt x="8668" y="5217"/>
                      <a:pt x="8335" y="5325"/>
                    </a:cubicBezTo>
                    <a:cubicBezTo>
                      <a:pt x="7883" y="5491"/>
                      <a:pt x="7418" y="5598"/>
                      <a:pt x="6942" y="5682"/>
                    </a:cubicBezTo>
                    <a:cubicBezTo>
                      <a:pt x="6740" y="5713"/>
                      <a:pt x="6539" y="5727"/>
                      <a:pt x="6340" y="5727"/>
                    </a:cubicBezTo>
                    <a:cubicBezTo>
                      <a:pt x="5621" y="5727"/>
                      <a:pt x="4917" y="5543"/>
                      <a:pt x="4227" y="5301"/>
                    </a:cubicBezTo>
                    <a:cubicBezTo>
                      <a:pt x="3287" y="4979"/>
                      <a:pt x="2584" y="4301"/>
                      <a:pt x="1834" y="3682"/>
                    </a:cubicBezTo>
                    <a:cubicBezTo>
                      <a:pt x="1239" y="3181"/>
                      <a:pt x="989" y="2574"/>
                      <a:pt x="1144" y="1800"/>
                    </a:cubicBezTo>
                    <a:cubicBezTo>
                      <a:pt x="1227" y="1503"/>
                      <a:pt x="1203" y="1193"/>
                      <a:pt x="1084" y="919"/>
                    </a:cubicBezTo>
                    <a:lnTo>
                      <a:pt x="1084" y="919"/>
                    </a:lnTo>
                    <a:cubicBezTo>
                      <a:pt x="1160" y="938"/>
                      <a:pt x="1237" y="946"/>
                      <a:pt x="1313" y="946"/>
                    </a:cubicBezTo>
                    <a:cubicBezTo>
                      <a:pt x="1535" y="946"/>
                      <a:pt x="1752" y="871"/>
                      <a:pt x="1929" y="729"/>
                    </a:cubicBezTo>
                    <a:cubicBezTo>
                      <a:pt x="2013" y="657"/>
                      <a:pt x="2037" y="598"/>
                      <a:pt x="1929" y="526"/>
                    </a:cubicBezTo>
                    <a:cubicBezTo>
                      <a:pt x="1800" y="405"/>
                      <a:pt x="1632" y="347"/>
                      <a:pt x="1459" y="347"/>
                    </a:cubicBezTo>
                    <a:cubicBezTo>
                      <a:pt x="1394" y="347"/>
                      <a:pt x="1328" y="355"/>
                      <a:pt x="1263" y="372"/>
                    </a:cubicBezTo>
                    <a:cubicBezTo>
                      <a:pt x="1068" y="442"/>
                      <a:pt x="878" y="517"/>
                      <a:pt x="679" y="517"/>
                    </a:cubicBezTo>
                    <a:cubicBezTo>
                      <a:pt x="575" y="517"/>
                      <a:pt x="469" y="496"/>
                      <a:pt x="358" y="443"/>
                    </a:cubicBezTo>
                    <a:cubicBezTo>
                      <a:pt x="331" y="435"/>
                      <a:pt x="304" y="431"/>
                      <a:pt x="278" y="431"/>
                    </a:cubicBezTo>
                    <a:cubicBezTo>
                      <a:pt x="153" y="431"/>
                      <a:pt x="44" y="520"/>
                      <a:pt x="24" y="657"/>
                    </a:cubicBezTo>
                    <a:cubicBezTo>
                      <a:pt x="1" y="824"/>
                      <a:pt x="155" y="860"/>
                      <a:pt x="274" y="895"/>
                    </a:cubicBezTo>
                    <a:cubicBezTo>
                      <a:pt x="302" y="905"/>
                      <a:pt x="331" y="908"/>
                      <a:pt x="360" y="908"/>
                    </a:cubicBezTo>
                    <a:cubicBezTo>
                      <a:pt x="406" y="908"/>
                      <a:pt x="452" y="898"/>
                      <a:pt x="489" y="884"/>
                    </a:cubicBezTo>
                    <a:cubicBezTo>
                      <a:pt x="517" y="871"/>
                      <a:pt x="541" y="865"/>
                      <a:pt x="560" y="865"/>
                    </a:cubicBezTo>
                    <a:cubicBezTo>
                      <a:pt x="613" y="865"/>
                      <a:pt x="635" y="909"/>
                      <a:pt x="644" y="979"/>
                    </a:cubicBezTo>
                    <a:cubicBezTo>
                      <a:pt x="727" y="1443"/>
                      <a:pt x="691" y="1919"/>
                      <a:pt x="536" y="2360"/>
                    </a:cubicBezTo>
                    <a:cubicBezTo>
                      <a:pt x="477" y="2515"/>
                      <a:pt x="477" y="2670"/>
                      <a:pt x="513" y="2836"/>
                    </a:cubicBezTo>
                    <a:cubicBezTo>
                      <a:pt x="584" y="3158"/>
                      <a:pt x="786" y="3432"/>
                      <a:pt x="1048" y="3622"/>
                    </a:cubicBezTo>
                    <a:cubicBezTo>
                      <a:pt x="1596" y="4015"/>
                      <a:pt x="2179" y="4360"/>
                      <a:pt x="2644" y="4848"/>
                    </a:cubicBezTo>
                    <a:cubicBezTo>
                      <a:pt x="3156" y="5372"/>
                      <a:pt x="3811" y="5765"/>
                      <a:pt x="4525" y="5979"/>
                    </a:cubicBezTo>
                    <a:cubicBezTo>
                      <a:pt x="5061" y="6156"/>
                      <a:pt x="5592" y="6232"/>
                      <a:pt x="6122" y="6232"/>
                    </a:cubicBezTo>
                    <a:cubicBezTo>
                      <a:pt x="6875" y="6232"/>
                      <a:pt x="7623" y="6079"/>
                      <a:pt x="8371" y="5848"/>
                    </a:cubicBezTo>
                    <a:cubicBezTo>
                      <a:pt x="9180" y="5598"/>
                      <a:pt x="9692" y="5122"/>
                      <a:pt x="9668" y="4217"/>
                    </a:cubicBezTo>
                    <a:lnTo>
                      <a:pt x="9668" y="4194"/>
                    </a:lnTo>
                    <a:cubicBezTo>
                      <a:pt x="9680" y="3562"/>
                      <a:pt x="10049" y="2979"/>
                      <a:pt x="10633" y="2705"/>
                    </a:cubicBezTo>
                    <a:cubicBezTo>
                      <a:pt x="10895" y="2574"/>
                      <a:pt x="11145" y="2419"/>
                      <a:pt x="11395" y="2253"/>
                    </a:cubicBezTo>
                    <a:cubicBezTo>
                      <a:pt x="11764" y="2027"/>
                      <a:pt x="11990" y="1622"/>
                      <a:pt x="11990" y="1193"/>
                    </a:cubicBezTo>
                    <a:cubicBezTo>
                      <a:pt x="11990" y="1050"/>
                      <a:pt x="12014" y="895"/>
                      <a:pt x="12014" y="741"/>
                    </a:cubicBezTo>
                    <a:cubicBezTo>
                      <a:pt x="12014" y="610"/>
                      <a:pt x="12031" y="530"/>
                      <a:pt x="12159" y="530"/>
                    </a:cubicBezTo>
                    <a:cubicBezTo>
                      <a:pt x="12182" y="530"/>
                      <a:pt x="12209" y="533"/>
                      <a:pt x="12240" y="538"/>
                    </a:cubicBezTo>
                    <a:cubicBezTo>
                      <a:pt x="12280" y="547"/>
                      <a:pt x="12321" y="552"/>
                      <a:pt x="12361" y="552"/>
                    </a:cubicBezTo>
                    <a:cubicBezTo>
                      <a:pt x="12535" y="552"/>
                      <a:pt x="12703" y="469"/>
                      <a:pt x="12800" y="324"/>
                    </a:cubicBezTo>
                    <a:cubicBezTo>
                      <a:pt x="12883" y="241"/>
                      <a:pt x="12871" y="157"/>
                      <a:pt x="12740" y="110"/>
                    </a:cubicBezTo>
                    <a:cubicBezTo>
                      <a:pt x="12583" y="47"/>
                      <a:pt x="12426" y="1"/>
                      <a:pt x="12269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" name="Google Shape;102;p5"/>
              <p:cNvSpPr/>
              <p:nvPr/>
            </p:nvSpPr>
            <p:spPr>
              <a:xfrm>
                <a:off x="6773750" y="1211575"/>
                <a:ext cx="35150" cy="104400"/>
              </a:xfrm>
              <a:custGeom>
                <a:rect b="b" l="l" r="r" t="t"/>
                <a:pathLst>
                  <a:path extrusionOk="0" h="4176" w="1406">
                    <a:moveTo>
                      <a:pt x="686" y="1"/>
                    </a:moveTo>
                    <a:cubicBezTo>
                      <a:pt x="680" y="1"/>
                      <a:pt x="674" y="1"/>
                      <a:pt x="667" y="1"/>
                    </a:cubicBezTo>
                    <a:cubicBezTo>
                      <a:pt x="453" y="1"/>
                      <a:pt x="382" y="192"/>
                      <a:pt x="298" y="358"/>
                    </a:cubicBezTo>
                    <a:cubicBezTo>
                      <a:pt x="262" y="442"/>
                      <a:pt x="227" y="525"/>
                      <a:pt x="203" y="620"/>
                    </a:cubicBezTo>
                    <a:cubicBezTo>
                      <a:pt x="24" y="1394"/>
                      <a:pt x="1" y="2192"/>
                      <a:pt x="155" y="2978"/>
                    </a:cubicBezTo>
                    <a:cubicBezTo>
                      <a:pt x="191" y="3323"/>
                      <a:pt x="310" y="3656"/>
                      <a:pt x="501" y="3954"/>
                    </a:cubicBezTo>
                    <a:cubicBezTo>
                      <a:pt x="595" y="4101"/>
                      <a:pt x="698" y="4176"/>
                      <a:pt x="800" y="4176"/>
                    </a:cubicBezTo>
                    <a:cubicBezTo>
                      <a:pt x="903" y="4176"/>
                      <a:pt x="1006" y="4098"/>
                      <a:pt x="1096" y="3942"/>
                    </a:cubicBezTo>
                    <a:cubicBezTo>
                      <a:pt x="1167" y="3811"/>
                      <a:pt x="1227" y="3668"/>
                      <a:pt x="1263" y="3525"/>
                    </a:cubicBezTo>
                    <a:cubicBezTo>
                      <a:pt x="1358" y="3109"/>
                      <a:pt x="1405" y="2692"/>
                      <a:pt x="1394" y="2275"/>
                    </a:cubicBezTo>
                    <a:cubicBezTo>
                      <a:pt x="1405" y="1823"/>
                      <a:pt x="1358" y="1382"/>
                      <a:pt x="1263" y="954"/>
                    </a:cubicBezTo>
                    <a:cubicBezTo>
                      <a:pt x="1215" y="739"/>
                      <a:pt x="1144" y="537"/>
                      <a:pt x="1048" y="334"/>
                    </a:cubicBezTo>
                    <a:cubicBezTo>
                      <a:pt x="967" y="184"/>
                      <a:pt x="887" y="1"/>
                      <a:pt x="68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" name="Google Shape;103;p5"/>
              <p:cNvSpPr/>
              <p:nvPr/>
            </p:nvSpPr>
            <p:spPr>
              <a:xfrm>
                <a:off x="6877625" y="1206200"/>
                <a:ext cx="36950" cy="104225"/>
              </a:xfrm>
              <a:custGeom>
                <a:rect b="b" l="l" r="r" t="t"/>
                <a:pathLst>
                  <a:path extrusionOk="0" h="4169" w="1478">
                    <a:moveTo>
                      <a:pt x="642" y="0"/>
                    </a:moveTo>
                    <a:cubicBezTo>
                      <a:pt x="631" y="0"/>
                      <a:pt x="620" y="1"/>
                      <a:pt x="608" y="2"/>
                    </a:cubicBezTo>
                    <a:cubicBezTo>
                      <a:pt x="322" y="14"/>
                      <a:pt x="287" y="264"/>
                      <a:pt x="215" y="466"/>
                    </a:cubicBezTo>
                    <a:cubicBezTo>
                      <a:pt x="60" y="930"/>
                      <a:pt x="1" y="1419"/>
                      <a:pt x="13" y="1907"/>
                    </a:cubicBezTo>
                    <a:cubicBezTo>
                      <a:pt x="13" y="2633"/>
                      <a:pt x="132" y="3300"/>
                      <a:pt x="322" y="3740"/>
                    </a:cubicBezTo>
                    <a:cubicBezTo>
                      <a:pt x="418" y="3943"/>
                      <a:pt x="501" y="4169"/>
                      <a:pt x="751" y="4169"/>
                    </a:cubicBezTo>
                    <a:cubicBezTo>
                      <a:pt x="1013" y="4169"/>
                      <a:pt x="1096" y="3919"/>
                      <a:pt x="1156" y="3716"/>
                    </a:cubicBezTo>
                    <a:cubicBezTo>
                      <a:pt x="1477" y="2645"/>
                      <a:pt x="1441" y="1490"/>
                      <a:pt x="1049" y="442"/>
                    </a:cubicBezTo>
                    <a:cubicBezTo>
                      <a:pt x="980" y="249"/>
                      <a:pt x="890" y="0"/>
                      <a:pt x="642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04" name="Google Shape;104;p5"/>
            <p:cNvSpPr/>
            <p:nvPr/>
          </p:nvSpPr>
          <p:spPr>
            <a:xfrm rot="-5400000">
              <a:off x="5360206" y="1138300"/>
              <a:ext cx="473000" cy="454875"/>
            </a:xfrm>
            <a:custGeom>
              <a:rect b="b" l="l" r="r" t="t"/>
              <a:pathLst>
                <a:path extrusionOk="0" h="18195" w="18920">
                  <a:moveTo>
                    <a:pt x="11801" y="5297"/>
                  </a:moveTo>
                  <a:cubicBezTo>
                    <a:pt x="11812" y="5297"/>
                    <a:pt x="11824" y="5298"/>
                    <a:pt x="11835" y="5299"/>
                  </a:cubicBezTo>
                  <a:cubicBezTo>
                    <a:pt x="11978" y="5335"/>
                    <a:pt x="12097" y="5442"/>
                    <a:pt x="12133" y="5597"/>
                  </a:cubicBezTo>
                  <a:cubicBezTo>
                    <a:pt x="12526" y="6656"/>
                    <a:pt x="12514" y="7823"/>
                    <a:pt x="12097" y="8883"/>
                  </a:cubicBezTo>
                  <a:cubicBezTo>
                    <a:pt x="12049" y="9014"/>
                    <a:pt x="11954" y="9157"/>
                    <a:pt x="11776" y="9157"/>
                  </a:cubicBezTo>
                  <a:cubicBezTo>
                    <a:pt x="11597" y="9157"/>
                    <a:pt x="11514" y="8990"/>
                    <a:pt x="11442" y="8835"/>
                  </a:cubicBezTo>
                  <a:cubicBezTo>
                    <a:pt x="11216" y="8347"/>
                    <a:pt x="11204" y="7823"/>
                    <a:pt x="11180" y="7299"/>
                  </a:cubicBezTo>
                  <a:cubicBezTo>
                    <a:pt x="11192" y="6716"/>
                    <a:pt x="11216" y="6144"/>
                    <a:pt x="11478" y="5597"/>
                  </a:cubicBezTo>
                  <a:cubicBezTo>
                    <a:pt x="11545" y="5462"/>
                    <a:pt x="11633" y="5297"/>
                    <a:pt x="11801" y="5297"/>
                  </a:cubicBezTo>
                  <a:close/>
                  <a:moveTo>
                    <a:pt x="7978" y="5335"/>
                  </a:moveTo>
                  <a:cubicBezTo>
                    <a:pt x="8156" y="5335"/>
                    <a:pt x="8239" y="5478"/>
                    <a:pt x="8299" y="5609"/>
                  </a:cubicBezTo>
                  <a:cubicBezTo>
                    <a:pt x="8537" y="6109"/>
                    <a:pt x="8561" y="6656"/>
                    <a:pt x="8585" y="7228"/>
                  </a:cubicBezTo>
                  <a:cubicBezTo>
                    <a:pt x="8561" y="7775"/>
                    <a:pt x="8537" y="8347"/>
                    <a:pt x="8287" y="8883"/>
                  </a:cubicBezTo>
                  <a:cubicBezTo>
                    <a:pt x="8220" y="9028"/>
                    <a:pt x="8133" y="9183"/>
                    <a:pt x="7956" y="9183"/>
                  </a:cubicBezTo>
                  <a:cubicBezTo>
                    <a:pt x="7944" y="9183"/>
                    <a:pt x="7931" y="9182"/>
                    <a:pt x="7918" y="9180"/>
                  </a:cubicBezTo>
                  <a:cubicBezTo>
                    <a:pt x="7763" y="9169"/>
                    <a:pt x="7668" y="9026"/>
                    <a:pt x="7620" y="8883"/>
                  </a:cubicBezTo>
                  <a:cubicBezTo>
                    <a:pt x="7227" y="7823"/>
                    <a:pt x="7251" y="6656"/>
                    <a:pt x="7656" y="5609"/>
                  </a:cubicBezTo>
                  <a:cubicBezTo>
                    <a:pt x="7692" y="5454"/>
                    <a:pt x="7823" y="5347"/>
                    <a:pt x="7978" y="5335"/>
                  </a:cubicBezTo>
                  <a:close/>
                  <a:moveTo>
                    <a:pt x="4707" y="9020"/>
                  </a:moveTo>
                  <a:cubicBezTo>
                    <a:pt x="4949" y="9020"/>
                    <a:pt x="5191" y="9046"/>
                    <a:pt x="5430" y="9097"/>
                  </a:cubicBezTo>
                  <a:cubicBezTo>
                    <a:pt x="5656" y="9121"/>
                    <a:pt x="5799" y="9323"/>
                    <a:pt x="5763" y="9538"/>
                  </a:cubicBezTo>
                  <a:cubicBezTo>
                    <a:pt x="5752" y="9720"/>
                    <a:pt x="5606" y="9864"/>
                    <a:pt x="5428" y="9864"/>
                  </a:cubicBezTo>
                  <a:cubicBezTo>
                    <a:pt x="5409" y="9864"/>
                    <a:pt x="5390" y="9863"/>
                    <a:pt x="5370" y="9859"/>
                  </a:cubicBezTo>
                  <a:cubicBezTo>
                    <a:pt x="5325" y="9852"/>
                    <a:pt x="5286" y="9849"/>
                    <a:pt x="5252" y="9849"/>
                  </a:cubicBezTo>
                  <a:cubicBezTo>
                    <a:pt x="4991" y="9849"/>
                    <a:pt x="5042" y="10041"/>
                    <a:pt x="5084" y="10252"/>
                  </a:cubicBezTo>
                  <a:cubicBezTo>
                    <a:pt x="5537" y="12538"/>
                    <a:pt x="7537" y="14181"/>
                    <a:pt x="9859" y="14193"/>
                  </a:cubicBezTo>
                  <a:cubicBezTo>
                    <a:pt x="9867" y="14193"/>
                    <a:pt x="9876" y="14193"/>
                    <a:pt x="9884" y="14193"/>
                  </a:cubicBezTo>
                  <a:cubicBezTo>
                    <a:pt x="12195" y="14193"/>
                    <a:pt x="14194" y="12565"/>
                    <a:pt x="14669" y="10300"/>
                  </a:cubicBezTo>
                  <a:cubicBezTo>
                    <a:pt x="14709" y="10100"/>
                    <a:pt x="14757" y="9934"/>
                    <a:pt x="14548" y="9934"/>
                  </a:cubicBezTo>
                  <a:cubicBezTo>
                    <a:pt x="14508" y="9934"/>
                    <a:pt x="14457" y="9941"/>
                    <a:pt x="14395" y="9954"/>
                  </a:cubicBezTo>
                  <a:cubicBezTo>
                    <a:pt x="14370" y="9960"/>
                    <a:pt x="14346" y="9963"/>
                    <a:pt x="14323" y="9963"/>
                  </a:cubicBezTo>
                  <a:cubicBezTo>
                    <a:pt x="14156" y="9963"/>
                    <a:pt x="14033" y="9821"/>
                    <a:pt x="14002" y="9633"/>
                  </a:cubicBezTo>
                  <a:cubicBezTo>
                    <a:pt x="13966" y="9442"/>
                    <a:pt x="14085" y="9252"/>
                    <a:pt x="14276" y="9204"/>
                  </a:cubicBezTo>
                  <a:cubicBezTo>
                    <a:pt x="14627" y="9085"/>
                    <a:pt x="14991" y="9028"/>
                    <a:pt x="15354" y="9028"/>
                  </a:cubicBezTo>
                  <a:cubicBezTo>
                    <a:pt x="15607" y="9028"/>
                    <a:pt x="15860" y="9055"/>
                    <a:pt x="16109" y="9109"/>
                  </a:cubicBezTo>
                  <a:cubicBezTo>
                    <a:pt x="16324" y="9145"/>
                    <a:pt x="16467" y="9359"/>
                    <a:pt x="16407" y="9573"/>
                  </a:cubicBezTo>
                  <a:cubicBezTo>
                    <a:pt x="16407" y="9749"/>
                    <a:pt x="16254" y="9880"/>
                    <a:pt x="16081" y="9880"/>
                  </a:cubicBezTo>
                  <a:cubicBezTo>
                    <a:pt x="16055" y="9880"/>
                    <a:pt x="16029" y="9877"/>
                    <a:pt x="16002" y="9871"/>
                  </a:cubicBezTo>
                  <a:cubicBezTo>
                    <a:pt x="15928" y="9849"/>
                    <a:pt x="15867" y="9839"/>
                    <a:pt x="15816" y="9839"/>
                  </a:cubicBezTo>
                  <a:cubicBezTo>
                    <a:pt x="15560" y="9839"/>
                    <a:pt x="15554" y="10084"/>
                    <a:pt x="15514" y="10312"/>
                  </a:cubicBezTo>
                  <a:cubicBezTo>
                    <a:pt x="15038" y="13038"/>
                    <a:pt x="12669" y="15026"/>
                    <a:pt x="9894" y="15038"/>
                  </a:cubicBezTo>
                  <a:cubicBezTo>
                    <a:pt x="7120" y="15038"/>
                    <a:pt x="4739" y="13050"/>
                    <a:pt x="4251" y="10323"/>
                  </a:cubicBezTo>
                  <a:cubicBezTo>
                    <a:pt x="4213" y="10132"/>
                    <a:pt x="4228" y="9895"/>
                    <a:pt x="4008" y="9895"/>
                  </a:cubicBezTo>
                  <a:cubicBezTo>
                    <a:pt x="3954" y="9895"/>
                    <a:pt x="3885" y="9910"/>
                    <a:pt x="3798" y="9942"/>
                  </a:cubicBezTo>
                  <a:cubicBezTo>
                    <a:pt x="3757" y="9959"/>
                    <a:pt x="3716" y="9966"/>
                    <a:pt x="3677" y="9966"/>
                  </a:cubicBezTo>
                  <a:cubicBezTo>
                    <a:pt x="3516" y="9966"/>
                    <a:pt x="3387" y="9836"/>
                    <a:pt x="3358" y="9645"/>
                  </a:cubicBezTo>
                  <a:cubicBezTo>
                    <a:pt x="3298" y="9454"/>
                    <a:pt x="3417" y="9252"/>
                    <a:pt x="3608" y="9204"/>
                  </a:cubicBezTo>
                  <a:cubicBezTo>
                    <a:pt x="3962" y="9081"/>
                    <a:pt x="4334" y="9020"/>
                    <a:pt x="4707" y="9020"/>
                  </a:cubicBezTo>
                  <a:close/>
                  <a:moveTo>
                    <a:pt x="9823" y="1"/>
                  </a:moveTo>
                  <a:cubicBezTo>
                    <a:pt x="6144" y="1"/>
                    <a:pt x="2822" y="2215"/>
                    <a:pt x="1417" y="5620"/>
                  </a:cubicBezTo>
                  <a:cubicBezTo>
                    <a:pt x="0" y="9014"/>
                    <a:pt x="786" y="12931"/>
                    <a:pt x="3382" y="15526"/>
                  </a:cubicBezTo>
                  <a:cubicBezTo>
                    <a:pt x="5126" y="17271"/>
                    <a:pt x="7451" y="18194"/>
                    <a:pt x="9818" y="18194"/>
                  </a:cubicBezTo>
                  <a:cubicBezTo>
                    <a:pt x="10990" y="18194"/>
                    <a:pt x="12172" y="17968"/>
                    <a:pt x="13300" y="17503"/>
                  </a:cubicBezTo>
                  <a:cubicBezTo>
                    <a:pt x="16705" y="16098"/>
                    <a:pt x="18919" y="12776"/>
                    <a:pt x="18919" y="9097"/>
                  </a:cubicBezTo>
                  <a:cubicBezTo>
                    <a:pt x="18919" y="4073"/>
                    <a:pt x="14847" y="1"/>
                    <a:pt x="982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05" name="Google Shape;105;p5"/>
            <p:cNvGrpSpPr/>
            <p:nvPr/>
          </p:nvGrpSpPr>
          <p:grpSpPr>
            <a:xfrm rot="5400000">
              <a:off x="5985550" y="1130675"/>
              <a:ext cx="495325" cy="470125"/>
              <a:chOff x="5985550" y="1130050"/>
              <a:chExt cx="495325" cy="470125"/>
            </a:xfrm>
          </p:grpSpPr>
          <p:sp>
            <p:nvSpPr>
              <p:cNvPr id="106" name="Google Shape;106;p5"/>
              <p:cNvSpPr/>
              <p:nvPr/>
            </p:nvSpPr>
            <p:spPr>
              <a:xfrm>
                <a:off x="6075750" y="1366100"/>
                <a:ext cx="338750" cy="149125"/>
              </a:xfrm>
              <a:custGeom>
                <a:rect b="b" l="l" r="r" t="t"/>
                <a:pathLst>
                  <a:path extrusionOk="0" h="5965" w="13550">
                    <a:moveTo>
                      <a:pt x="1336" y="1"/>
                    </a:moveTo>
                    <a:cubicBezTo>
                      <a:pt x="961" y="1"/>
                      <a:pt x="590" y="73"/>
                      <a:pt x="215" y="178"/>
                    </a:cubicBezTo>
                    <a:cubicBezTo>
                      <a:pt x="72" y="202"/>
                      <a:pt x="0" y="368"/>
                      <a:pt x="84" y="476"/>
                    </a:cubicBezTo>
                    <a:cubicBezTo>
                      <a:pt x="125" y="553"/>
                      <a:pt x="179" y="577"/>
                      <a:pt x="239" y="577"/>
                    </a:cubicBezTo>
                    <a:cubicBezTo>
                      <a:pt x="298" y="577"/>
                      <a:pt x="364" y="553"/>
                      <a:pt x="429" y="535"/>
                    </a:cubicBezTo>
                    <a:cubicBezTo>
                      <a:pt x="590" y="492"/>
                      <a:pt x="699" y="464"/>
                      <a:pt x="773" y="464"/>
                    </a:cubicBezTo>
                    <a:cubicBezTo>
                      <a:pt x="924" y="464"/>
                      <a:pt x="937" y="578"/>
                      <a:pt x="977" y="904"/>
                    </a:cubicBezTo>
                    <a:lnTo>
                      <a:pt x="977" y="952"/>
                    </a:lnTo>
                    <a:cubicBezTo>
                      <a:pt x="1402" y="3833"/>
                      <a:pt x="3865" y="5965"/>
                      <a:pt x="6774" y="5965"/>
                    </a:cubicBezTo>
                    <a:cubicBezTo>
                      <a:pt x="6798" y="5965"/>
                      <a:pt x="6822" y="5965"/>
                      <a:pt x="6846" y="5964"/>
                    </a:cubicBezTo>
                    <a:cubicBezTo>
                      <a:pt x="9787" y="5941"/>
                      <a:pt x="12252" y="3738"/>
                      <a:pt x="12609" y="833"/>
                    </a:cubicBezTo>
                    <a:cubicBezTo>
                      <a:pt x="12649" y="515"/>
                      <a:pt x="12662" y="409"/>
                      <a:pt x="12818" y="409"/>
                    </a:cubicBezTo>
                    <a:cubicBezTo>
                      <a:pt x="12896" y="409"/>
                      <a:pt x="13010" y="436"/>
                      <a:pt x="13181" y="476"/>
                    </a:cubicBezTo>
                    <a:cubicBezTo>
                      <a:pt x="13229" y="484"/>
                      <a:pt x="13281" y="495"/>
                      <a:pt x="13329" y="495"/>
                    </a:cubicBezTo>
                    <a:cubicBezTo>
                      <a:pt x="13411" y="495"/>
                      <a:pt x="13484" y="465"/>
                      <a:pt x="13514" y="345"/>
                    </a:cubicBezTo>
                    <a:cubicBezTo>
                      <a:pt x="13550" y="166"/>
                      <a:pt x="13443" y="118"/>
                      <a:pt x="13300" y="83"/>
                    </a:cubicBezTo>
                    <a:cubicBezTo>
                      <a:pt x="13080" y="26"/>
                      <a:pt x="12860" y="1"/>
                      <a:pt x="12641" y="1"/>
                    </a:cubicBezTo>
                    <a:cubicBezTo>
                      <a:pt x="12268" y="1"/>
                      <a:pt x="11898" y="73"/>
                      <a:pt x="11538" y="178"/>
                    </a:cubicBezTo>
                    <a:cubicBezTo>
                      <a:pt x="11418" y="202"/>
                      <a:pt x="11347" y="321"/>
                      <a:pt x="11383" y="428"/>
                    </a:cubicBezTo>
                    <a:cubicBezTo>
                      <a:pt x="11412" y="534"/>
                      <a:pt x="11488" y="578"/>
                      <a:pt x="11579" y="578"/>
                    </a:cubicBezTo>
                    <a:cubicBezTo>
                      <a:pt x="11600" y="578"/>
                      <a:pt x="11622" y="575"/>
                      <a:pt x="11645" y="571"/>
                    </a:cubicBezTo>
                    <a:cubicBezTo>
                      <a:pt x="11776" y="535"/>
                      <a:pt x="11895" y="511"/>
                      <a:pt x="12014" y="476"/>
                    </a:cubicBezTo>
                    <a:cubicBezTo>
                      <a:pt x="12052" y="465"/>
                      <a:pt x="12082" y="459"/>
                      <a:pt x="12107" y="459"/>
                    </a:cubicBezTo>
                    <a:cubicBezTo>
                      <a:pt x="12189" y="459"/>
                      <a:pt x="12199" y="520"/>
                      <a:pt x="12180" y="630"/>
                    </a:cubicBezTo>
                    <a:cubicBezTo>
                      <a:pt x="11907" y="3333"/>
                      <a:pt x="9668" y="5417"/>
                      <a:pt x="6942" y="5488"/>
                    </a:cubicBezTo>
                    <a:cubicBezTo>
                      <a:pt x="6901" y="5489"/>
                      <a:pt x="6861" y="5489"/>
                      <a:pt x="6821" y="5489"/>
                    </a:cubicBezTo>
                    <a:cubicBezTo>
                      <a:pt x="4158" y="5489"/>
                      <a:pt x="1875" y="3555"/>
                      <a:pt x="1465" y="904"/>
                    </a:cubicBezTo>
                    <a:cubicBezTo>
                      <a:pt x="1415" y="534"/>
                      <a:pt x="1400" y="420"/>
                      <a:pt x="1568" y="420"/>
                    </a:cubicBezTo>
                    <a:cubicBezTo>
                      <a:pt x="1644" y="420"/>
                      <a:pt x="1755" y="442"/>
                      <a:pt x="1917" y="476"/>
                    </a:cubicBezTo>
                    <a:cubicBezTo>
                      <a:pt x="1958" y="483"/>
                      <a:pt x="1999" y="489"/>
                      <a:pt x="2037" y="489"/>
                    </a:cubicBezTo>
                    <a:cubicBezTo>
                      <a:pt x="2121" y="489"/>
                      <a:pt x="2190" y="459"/>
                      <a:pt x="2215" y="345"/>
                    </a:cubicBezTo>
                    <a:cubicBezTo>
                      <a:pt x="2239" y="178"/>
                      <a:pt x="2144" y="118"/>
                      <a:pt x="2001" y="83"/>
                    </a:cubicBezTo>
                    <a:cubicBezTo>
                      <a:pt x="1776" y="26"/>
                      <a:pt x="1555" y="1"/>
                      <a:pt x="133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" name="Google Shape;107;p5"/>
              <p:cNvSpPr/>
              <p:nvPr/>
            </p:nvSpPr>
            <p:spPr>
              <a:xfrm>
                <a:off x="6277250" y="1261875"/>
                <a:ext cx="35750" cy="102725"/>
              </a:xfrm>
              <a:custGeom>
                <a:rect b="b" l="l" r="r" t="t"/>
                <a:pathLst>
                  <a:path extrusionOk="0" h="4109" w="1430">
                    <a:moveTo>
                      <a:pt x="793" y="1"/>
                    </a:moveTo>
                    <a:cubicBezTo>
                      <a:pt x="787" y="1"/>
                      <a:pt x="781" y="1"/>
                      <a:pt x="775" y="1"/>
                    </a:cubicBezTo>
                    <a:cubicBezTo>
                      <a:pt x="501" y="1"/>
                      <a:pt x="441" y="251"/>
                      <a:pt x="370" y="442"/>
                    </a:cubicBezTo>
                    <a:cubicBezTo>
                      <a:pt x="13" y="1478"/>
                      <a:pt x="1" y="2609"/>
                      <a:pt x="334" y="3644"/>
                    </a:cubicBezTo>
                    <a:cubicBezTo>
                      <a:pt x="394" y="3847"/>
                      <a:pt x="477" y="4109"/>
                      <a:pt x="751" y="4109"/>
                    </a:cubicBezTo>
                    <a:cubicBezTo>
                      <a:pt x="1013" y="4109"/>
                      <a:pt x="1084" y="3859"/>
                      <a:pt x="1168" y="3656"/>
                    </a:cubicBezTo>
                    <a:cubicBezTo>
                      <a:pt x="1346" y="3168"/>
                      <a:pt x="1430" y="2656"/>
                      <a:pt x="1430" y="2132"/>
                    </a:cubicBezTo>
                    <a:cubicBezTo>
                      <a:pt x="1430" y="1466"/>
                      <a:pt x="1382" y="942"/>
                      <a:pt x="1203" y="454"/>
                    </a:cubicBezTo>
                    <a:cubicBezTo>
                      <a:pt x="1122" y="256"/>
                      <a:pt x="1052" y="1"/>
                      <a:pt x="793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" name="Google Shape;108;p5"/>
              <p:cNvSpPr/>
              <p:nvPr/>
            </p:nvSpPr>
            <p:spPr>
              <a:xfrm>
                <a:off x="6178150" y="1262775"/>
                <a:ext cx="35725" cy="102725"/>
              </a:xfrm>
              <a:custGeom>
                <a:rect b="b" l="l" r="r" t="t"/>
                <a:pathLst>
                  <a:path extrusionOk="0" h="4109" w="1429">
                    <a:moveTo>
                      <a:pt x="686" y="1"/>
                    </a:moveTo>
                    <a:cubicBezTo>
                      <a:pt x="436" y="1"/>
                      <a:pt x="344" y="256"/>
                      <a:pt x="262" y="465"/>
                    </a:cubicBezTo>
                    <a:cubicBezTo>
                      <a:pt x="83" y="965"/>
                      <a:pt x="0" y="1489"/>
                      <a:pt x="12" y="2013"/>
                    </a:cubicBezTo>
                    <a:cubicBezTo>
                      <a:pt x="12" y="2632"/>
                      <a:pt x="48" y="3156"/>
                      <a:pt x="238" y="3644"/>
                    </a:cubicBezTo>
                    <a:cubicBezTo>
                      <a:pt x="322" y="3859"/>
                      <a:pt x="393" y="4109"/>
                      <a:pt x="655" y="4109"/>
                    </a:cubicBezTo>
                    <a:cubicBezTo>
                      <a:pt x="917" y="4109"/>
                      <a:pt x="1012" y="3859"/>
                      <a:pt x="1072" y="3656"/>
                    </a:cubicBezTo>
                    <a:cubicBezTo>
                      <a:pt x="1417" y="2620"/>
                      <a:pt x="1429" y="1513"/>
                      <a:pt x="1107" y="465"/>
                    </a:cubicBezTo>
                    <a:cubicBezTo>
                      <a:pt x="1048" y="263"/>
                      <a:pt x="965" y="1"/>
                      <a:pt x="703" y="1"/>
                    </a:cubicBezTo>
                    <a:cubicBezTo>
                      <a:pt x="697" y="1"/>
                      <a:pt x="691" y="1"/>
                      <a:pt x="68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" name="Google Shape;109;p5"/>
              <p:cNvSpPr/>
              <p:nvPr/>
            </p:nvSpPr>
            <p:spPr>
              <a:xfrm>
                <a:off x="5985550" y="1130050"/>
                <a:ext cx="495325" cy="470125"/>
              </a:xfrm>
              <a:custGeom>
                <a:rect b="b" l="l" r="r" t="t"/>
                <a:pathLst>
                  <a:path extrusionOk="0" h="18805" w="19813">
                    <a:moveTo>
                      <a:pt x="10405" y="475"/>
                    </a:moveTo>
                    <a:cubicBezTo>
                      <a:pt x="11555" y="475"/>
                      <a:pt x="12716" y="697"/>
                      <a:pt x="13824" y="1155"/>
                    </a:cubicBezTo>
                    <a:cubicBezTo>
                      <a:pt x="17158" y="2536"/>
                      <a:pt x="19337" y="5798"/>
                      <a:pt x="19337" y="9406"/>
                    </a:cubicBezTo>
                    <a:cubicBezTo>
                      <a:pt x="19325" y="14335"/>
                      <a:pt x="15324" y="18323"/>
                      <a:pt x="10407" y="18335"/>
                    </a:cubicBezTo>
                    <a:cubicBezTo>
                      <a:pt x="6787" y="18335"/>
                      <a:pt x="3537" y="16156"/>
                      <a:pt x="2156" y="12823"/>
                    </a:cubicBezTo>
                    <a:cubicBezTo>
                      <a:pt x="775" y="9489"/>
                      <a:pt x="1537" y="5643"/>
                      <a:pt x="4085" y="3095"/>
                    </a:cubicBezTo>
                    <a:cubicBezTo>
                      <a:pt x="5797" y="1383"/>
                      <a:pt x="8080" y="475"/>
                      <a:pt x="10405" y="475"/>
                    </a:cubicBezTo>
                    <a:close/>
                    <a:moveTo>
                      <a:pt x="10397" y="1"/>
                    </a:moveTo>
                    <a:cubicBezTo>
                      <a:pt x="8589" y="1"/>
                      <a:pt x="6772" y="520"/>
                      <a:pt x="5180" y="1583"/>
                    </a:cubicBezTo>
                    <a:cubicBezTo>
                      <a:pt x="1441" y="4072"/>
                      <a:pt x="1" y="8858"/>
                      <a:pt x="1715" y="13001"/>
                    </a:cubicBezTo>
                    <a:cubicBezTo>
                      <a:pt x="3189" y="16563"/>
                      <a:pt x="6651" y="18805"/>
                      <a:pt x="10384" y="18805"/>
                    </a:cubicBezTo>
                    <a:cubicBezTo>
                      <a:pt x="10994" y="18805"/>
                      <a:pt x="11611" y="18745"/>
                      <a:pt x="12229" y="18621"/>
                    </a:cubicBezTo>
                    <a:cubicBezTo>
                      <a:pt x="16634" y="17752"/>
                      <a:pt x="19801" y="13882"/>
                      <a:pt x="19801" y="9406"/>
                    </a:cubicBezTo>
                    <a:cubicBezTo>
                      <a:pt x="19813" y="6905"/>
                      <a:pt x="18813" y="4512"/>
                      <a:pt x="17051" y="2750"/>
                    </a:cubicBezTo>
                    <a:cubicBezTo>
                      <a:pt x="15229" y="936"/>
                      <a:pt x="12822" y="1"/>
                      <a:pt x="1039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10" name="Google Shape;110;p5"/>
          <p:cNvGrpSpPr/>
          <p:nvPr/>
        </p:nvGrpSpPr>
        <p:grpSpPr>
          <a:xfrm>
            <a:off x="-1908900" y="299958"/>
            <a:ext cx="3540506" cy="5370792"/>
            <a:chOff x="-1908900" y="299958"/>
            <a:chExt cx="3540506" cy="5370792"/>
          </a:xfrm>
        </p:grpSpPr>
        <p:sp>
          <p:nvSpPr>
            <p:cNvPr id="111" name="Google Shape;111;p5"/>
            <p:cNvSpPr/>
            <p:nvPr/>
          </p:nvSpPr>
          <p:spPr>
            <a:xfrm>
              <a:off x="-1908900" y="2751650"/>
              <a:ext cx="2957700" cy="2919100"/>
            </a:xfrm>
            <a:custGeom>
              <a:rect b="b" l="l" r="r" t="t"/>
              <a:pathLst>
                <a:path extrusionOk="0" h="116764" w="118308">
                  <a:moveTo>
                    <a:pt x="85119" y="611"/>
                  </a:moveTo>
                  <a:cubicBezTo>
                    <a:pt x="85338" y="611"/>
                    <a:pt x="85543" y="623"/>
                    <a:pt x="85725" y="623"/>
                  </a:cubicBezTo>
                  <a:lnTo>
                    <a:pt x="85850" y="623"/>
                  </a:lnTo>
                  <a:lnTo>
                    <a:pt x="86596" y="722"/>
                  </a:lnTo>
                  <a:cubicBezTo>
                    <a:pt x="87119" y="772"/>
                    <a:pt x="87642" y="871"/>
                    <a:pt x="88214" y="971"/>
                  </a:cubicBezTo>
                  <a:cubicBezTo>
                    <a:pt x="88314" y="996"/>
                    <a:pt x="88389" y="996"/>
                    <a:pt x="88488" y="1021"/>
                  </a:cubicBezTo>
                  <a:cubicBezTo>
                    <a:pt x="88861" y="1095"/>
                    <a:pt x="89260" y="1195"/>
                    <a:pt x="89633" y="1270"/>
                  </a:cubicBezTo>
                  <a:cubicBezTo>
                    <a:pt x="89807" y="1320"/>
                    <a:pt x="89982" y="1369"/>
                    <a:pt x="90131" y="1394"/>
                  </a:cubicBezTo>
                  <a:cubicBezTo>
                    <a:pt x="90230" y="1444"/>
                    <a:pt x="90305" y="1469"/>
                    <a:pt x="90380" y="1469"/>
                  </a:cubicBezTo>
                  <a:cubicBezTo>
                    <a:pt x="90547" y="1493"/>
                    <a:pt x="90691" y="1562"/>
                    <a:pt x="90812" y="1590"/>
                  </a:cubicBezTo>
                  <a:lnTo>
                    <a:pt x="90812" y="1590"/>
                  </a:lnTo>
                  <a:cubicBezTo>
                    <a:pt x="90120" y="1441"/>
                    <a:pt x="89428" y="1269"/>
                    <a:pt x="88712" y="1145"/>
                  </a:cubicBezTo>
                  <a:cubicBezTo>
                    <a:pt x="88637" y="1145"/>
                    <a:pt x="88563" y="1120"/>
                    <a:pt x="88488" y="1120"/>
                  </a:cubicBezTo>
                  <a:lnTo>
                    <a:pt x="87940" y="1021"/>
                  </a:lnTo>
                  <a:cubicBezTo>
                    <a:pt x="87219" y="896"/>
                    <a:pt x="86273" y="772"/>
                    <a:pt x="85451" y="697"/>
                  </a:cubicBezTo>
                  <a:lnTo>
                    <a:pt x="84904" y="623"/>
                  </a:lnTo>
                  <a:lnTo>
                    <a:pt x="84779" y="623"/>
                  </a:lnTo>
                  <a:cubicBezTo>
                    <a:pt x="84895" y="614"/>
                    <a:pt x="85009" y="611"/>
                    <a:pt x="85119" y="611"/>
                  </a:cubicBezTo>
                  <a:close/>
                  <a:moveTo>
                    <a:pt x="81195" y="573"/>
                  </a:moveTo>
                  <a:cubicBezTo>
                    <a:pt x="81693" y="573"/>
                    <a:pt x="82216" y="598"/>
                    <a:pt x="82713" y="598"/>
                  </a:cubicBezTo>
                  <a:cubicBezTo>
                    <a:pt x="79726" y="598"/>
                    <a:pt x="76590" y="971"/>
                    <a:pt x="73304" y="1718"/>
                  </a:cubicBezTo>
                  <a:cubicBezTo>
                    <a:pt x="73155" y="1718"/>
                    <a:pt x="72981" y="1718"/>
                    <a:pt x="72807" y="1743"/>
                  </a:cubicBezTo>
                  <a:cubicBezTo>
                    <a:pt x="75744" y="1071"/>
                    <a:pt x="78532" y="697"/>
                    <a:pt x="81195" y="573"/>
                  </a:cubicBezTo>
                  <a:close/>
                  <a:moveTo>
                    <a:pt x="80996" y="349"/>
                  </a:moveTo>
                  <a:cubicBezTo>
                    <a:pt x="81245" y="349"/>
                    <a:pt x="81469" y="349"/>
                    <a:pt x="81718" y="374"/>
                  </a:cubicBezTo>
                  <a:cubicBezTo>
                    <a:pt x="81568" y="374"/>
                    <a:pt x="81369" y="374"/>
                    <a:pt x="81220" y="399"/>
                  </a:cubicBezTo>
                  <a:lnTo>
                    <a:pt x="80747" y="399"/>
                  </a:lnTo>
                  <a:cubicBezTo>
                    <a:pt x="80025" y="399"/>
                    <a:pt x="79378" y="423"/>
                    <a:pt x="78781" y="473"/>
                  </a:cubicBezTo>
                  <a:cubicBezTo>
                    <a:pt x="77113" y="548"/>
                    <a:pt x="74997" y="747"/>
                    <a:pt x="73504" y="921"/>
                  </a:cubicBezTo>
                  <a:cubicBezTo>
                    <a:pt x="72309" y="1095"/>
                    <a:pt x="70790" y="1369"/>
                    <a:pt x="70019" y="1519"/>
                  </a:cubicBezTo>
                  <a:cubicBezTo>
                    <a:pt x="69397" y="1643"/>
                    <a:pt x="68799" y="1768"/>
                    <a:pt x="68202" y="1917"/>
                  </a:cubicBezTo>
                  <a:lnTo>
                    <a:pt x="67903" y="1917"/>
                  </a:lnTo>
                  <a:cubicBezTo>
                    <a:pt x="68177" y="1817"/>
                    <a:pt x="68451" y="1743"/>
                    <a:pt x="68749" y="1693"/>
                  </a:cubicBezTo>
                  <a:lnTo>
                    <a:pt x="68799" y="1693"/>
                  </a:lnTo>
                  <a:cubicBezTo>
                    <a:pt x="70542" y="1270"/>
                    <a:pt x="72184" y="996"/>
                    <a:pt x="73678" y="797"/>
                  </a:cubicBezTo>
                  <a:cubicBezTo>
                    <a:pt x="75146" y="623"/>
                    <a:pt x="77113" y="473"/>
                    <a:pt x="78706" y="374"/>
                  </a:cubicBezTo>
                  <a:cubicBezTo>
                    <a:pt x="79204" y="349"/>
                    <a:pt x="79702" y="349"/>
                    <a:pt x="80125" y="349"/>
                  </a:cubicBezTo>
                  <a:close/>
                  <a:moveTo>
                    <a:pt x="77586" y="697"/>
                  </a:moveTo>
                  <a:cubicBezTo>
                    <a:pt x="75669" y="946"/>
                    <a:pt x="73728" y="1320"/>
                    <a:pt x="71662" y="1817"/>
                  </a:cubicBezTo>
                  <a:cubicBezTo>
                    <a:pt x="71064" y="1867"/>
                    <a:pt x="70492" y="1942"/>
                    <a:pt x="69870" y="1992"/>
                  </a:cubicBezTo>
                  <a:cubicBezTo>
                    <a:pt x="69546" y="1942"/>
                    <a:pt x="69247" y="1892"/>
                    <a:pt x="68924" y="1892"/>
                  </a:cubicBezTo>
                  <a:cubicBezTo>
                    <a:pt x="69272" y="1817"/>
                    <a:pt x="69646" y="1743"/>
                    <a:pt x="70019" y="1693"/>
                  </a:cubicBezTo>
                  <a:cubicBezTo>
                    <a:pt x="70815" y="1519"/>
                    <a:pt x="72309" y="1220"/>
                    <a:pt x="73504" y="1095"/>
                  </a:cubicBezTo>
                  <a:cubicBezTo>
                    <a:pt x="74649" y="946"/>
                    <a:pt x="76167" y="822"/>
                    <a:pt x="77586" y="697"/>
                  </a:cubicBezTo>
                  <a:close/>
                  <a:moveTo>
                    <a:pt x="72284" y="1942"/>
                  </a:moveTo>
                  <a:cubicBezTo>
                    <a:pt x="72184" y="1967"/>
                    <a:pt x="72035" y="1992"/>
                    <a:pt x="71911" y="2016"/>
                  </a:cubicBezTo>
                  <a:cubicBezTo>
                    <a:pt x="71736" y="2016"/>
                    <a:pt x="71537" y="2066"/>
                    <a:pt x="71363" y="2066"/>
                  </a:cubicBezTo>
                  <a:cubicBezTo>
                    <a:pt x="71463" y="2016"/>
                    <a:pt x="71562" y="1992"/>
                    <a:pt x="71687" y="1967"/>
                  </a:cubicBezTo>
                  <a:cubicBezTo>
                    <a:pt x="71886" y="1942"/>
                    <a:pt x="72110" y="1942"/>
                    <a:pt x="72284" y="1942"/>
                  </a:cubicBezTo>
                  <a:close/>
                  <a:moveTo>
                    <a:pt x="68508" y="2070"/>
                  </a:moveTo>
                  <a:cubicBezTo>
                    <a:pt x="68737" y="2070"/>
                    <a:pt x="68967" y="2099"/>
                    <a:pt x="69173" y="2116"/>
                  </a:cubicBezTo>
                  <a:cubicBezTo>
                    <a:pt x="69073" y="2116"/>
                    <a:pt x="68973" y="2141"/>
                    <a:pt x="68874" y="2141"/>
                  </a:cubicBezTo>
                  <a:cubicBezTo>
                    <a:pt x="68712" y="2128"/>
                    <a:pt x="68557" y="2122"/>
                    <a:pt x="68401" y="2122"/>
                  </a:cubicBezTo>
                  <a:cubicBezTo>
                    <a:pt x="68245" y="2122"/>
                    <a:pt x="68090" y="2128"/>
                    <a:pt x="67928" y="2141"/>
                  </a:cubicBezTo>
                  <a:cubicBezTo>
                    <a:pt x="68028" y="2116"/>
                    <a:pt x="68127" y="2116"/>
                    <a:pt x="68202" y="2091"/>
                  </a:cubicBezTo>
                  <a:cubicBezTo>
                    <a:pt x="68302" y="2076"/>
                    <a:pt x="68405" y="2070"/>
                    <a:pt x="68508" y="2070"/>
                  </a:cubicBezTo>
                  <a:close/>
                  <a:moveTo>
                    <a:pt x="69870" y="2166"/>
                  </a:moveTo>
                  <a:cubicBezTo>
                    <a:pt x="69919" y="2216"/>
                    <a:pt x="70019" y="2216"/>
                    <a:pt x="70069" y="2216"/>
                  </a:cubicBezTo>
                  <a:cubicBezTo>
                    <a:pt x="70019" y="2216"/>
                    <a:pt x="69919" y="2240"/>
                    <a:pt x="69870" y="2240"/>
                  </a:cubicBezTo>
                  <a:cubicBezTo>
                    <a:pt x="69795" y="2240"/>
                    <a:pt x="69695" y="2216"/>
                    <a:pt x="69646" y="2216"/>
                  </a:cubicBezTo>
                  <a:cubicBezTo>
                    <a:pt x="69695" y="2216"/>
                    <a:pt x="69795" y="2166"/>
                    <a:pt x="69870" y="2166"/>
                  </a:cubicBezTo>
                  <a:close/>
                  <a:moveTo>
                    <a:pt x="70691" y="2340"/>
                  </a:moveTo>
                  <a:cubicBezTo>
                    <a:pt x="70666" y="2340"/>
                    <a:pt x="70591" y="2365"/>
                    <a:pt x="70566" y="2365"/>
                  </a:cubicBezTo>
                  <a:cubicBezTo>
                    <a:pt x="70558" y="2365"/>
                    <a:pt x="70547" y="2362"/>
                    <a:pt x="70535" y="2359"/>
                  </a:cubicBezTo>
                  <a:lnTo>
                    <a:pt x="70535" y="2359"/>
                  </a:lnTo>
                  <a:cubicBezTo>
                    <a:pt x="70537" y="2359"/>
                    <a:pt x="70539" y="2359"/>
                    <a:pt x="70542" y="2359"/>
                  </a:cubicBezTo>
                  <a:cubicBezTo>
                    <a:pt x="70573" y="2359"/>
                    <a:pt x="70604" y="2352"/>
                    <a:pt x="70641" y="2340"/>
                  </a:cubicBezTo>
                  <a:close/>
                  <a:moveTo>
                    <a:pt x="67057" y="2141"/>
                  </a:moveTo>
                  <a:cubicBezTo>
                    <a:pt x="66310" y="2340"/>
                    <a:pt x="65663" y="2514"/>
                    <a:pt x="65041" y="2713"/>
                  </a:cubicBezTo>
                  <a:cubicBezTo>
                    <a:pt x="65140" y="2664"/>
                    <a:pt x="65190" y="2639"/>
                    <a:pt x="65290" y="2614"/>
                  </a:cubicBezTo>
                  <a:cubicBezTo>
                    <a:pt x="65314" y="2614"/>
                    <a:pt x="65339" y="2589"/>
                    <a:pt x="65389" y="2589"/>
                  </a:cubicBezTo>
                  <a:cubicBezTo>
                    <a:pt x="65762" y="2464"/>
                    <a:pt x="66136" y="2340"/>
                    <a:pt x="66509" y="2240"/>
                  </a:cubicBezTo>
                  <a:cubicBezTo>
                    <a:pt x="66559" y="2240"/>
                    <a:pt x="66634" y="2216"/>
                    <a:pt x="66683" y="2216"/>
                  </a:cubicBezTo>
                  <a:lnTo>
                    <a:pt x="66708" y="2216"/>
                  </a:lnTo>
                  <a:cubicBezTo>
                    <a:pt x="66833" y="2166"/>
                    <a:pt x="66932" y="2166"/>
                    <a:pt x="67057" y="2141"/>
                  </a:cubicBezTo>
                  <a:close/>
                  <a:moveTo>
                    <a:pt x="67729" y="2340"/>
                  </a:moveTo>
                  <a:cubicBezTo>
                    <a:pt x="67007" y="2464"/>
                    <a:pt x="66211" y="2639"/>
                    <a:pt x="65439" y="2838"/>
                  </a:cubicBezTo>
                  <a:cubicBezTo>
                    <a:pt x="65812" y="2713"/>
                    <a:pt x="66161" y="2589"/>
                    <a:pt x="66559" y="2514"/>
                  </a:cubicBezTo>
                  <a:cubicBezTo>
                    <a:pt x="66932" y="2440"/>
                    <a:pt x="67331" y="2365"/>
                    <a:pt x="67729" y="2340"/>
                  </a:cubicBezTo>
                  <a:close/>
                  <a:moveTo>
                    <a:pt x="82881" y="760"/>
                  </a:moveTo>
                  <a:cubicBezTo>
                    <a:pt x="84830" y="760"/>
                    <a:pt x="86687" y="922"/>
                    <a:pt x="88438" y="1245"/>
                  </a:cubicBezTo>
                  <a:cubicBezTo>
                    <a:pt x="88538" y="1270"/>
                    <a:pt x="88613" y="1270"/>
                    <a:pt x="88712" y="1320"/>
                  </a:cubicBezTo>
                  <a:cubicBezTo>
                    <a:pt x="89135" y="1394"/>
                    <a:pt x="89608" y="1494"/>
                    <a:pt x="90006" y="1618"/>
                  </a:cubicBezTo>
                  <a:cubicBezTo>
                    <a:pt x="89795" y="1606"/>
                    <a:pt x="89577" y="1600"/>
                    <a:pt x="89356" y="1600"/>
                  </a:cubicBezTo>
                  <a:cubicBezTo>
                    <a:pt x="89135" y="1600"/>
                    <a:pt x="88911" y="1606"/>
                    <a:pt x="88687" y="1618"/>
                  </a:cubicBezTo>
                  <a:cubicBezTo>
                    <a:pt x="86646" y="1718"/>
                    <a:pt x="84630" y="2191"/>
                    <a:pt x="82713" y="2987"/>
                  </a:cubicBezTo>
                  <a:cubicBezTo>
                    <a:pt x="80302" y="2136"/>
                    <a:pt x="77643" y="1689"/>
                    <a:pt x="74737" y="1689"/>
                  </a:cubicBezTo>
                  <a:cubicBezTo>
                    <a:pt x="74584" y="1689"/>
                    <a:pt x="74430" y="1690"/>
                    <a:pt x="74275" y="1693"/>
                  </a:cubicBezTo>
                  <a:cubicBezTo>
                    <a:pt x="77298" y="1071"/>
                    <a:pt x="80178" y="760"/>
                    <a:pt x="82881" y="760"/>
                  </a:cubicBezTo>
                  <a:close/>
                  <a:moveTo>
                    <a:pt x="89362" y="1797"/>
                  </a:moveTo>
                  <a:cubicBezTo>
                    <a:pt x="89882" y="1797"/>
                    <a:pt x="90392" y="1832"/>
                    <a:pt x="90903" y="1867"/>
                  </a:cubicBezTo>
                  <a:cubicBezTo>
                    <a:pt x="91027" y="1867"/>
                    <a:pt x="91102" y="1892"/>
                    <a:pt x="91201" y="1942"/>
                  </a:cubicBezTo>
                  <a:cubicBezTo>
                    <a:pt x="90670" y="1875"/>
                    <a:pt x="90128" y="1842"/>
                    <a:pt x="89575" y="1842"/>
                  </a:cubicBezTo>
                  <a:cubicBezTo>
                    <a:pt x="89298" y="1842"/>
                    <a:pt x="89019" y="1851"/>
                    <a:pt x="88737" y="1867"/>
                  </a:cubicBezTo>
                  <a:cubicBezTo>
                    <a:pt x="86820" y="1967"/>
                    <a:pt x="84929" y="2390"/>
                    <a:pt x="83087" y="3112"/>
                  </a:cubicBezTo>
                  <a:cubicBezTo>
                    <a:pt x="83062" y="3112"/>
                    <a:pt x="83012" y="3087"/>
                    <a:pt x="82987" y="3087"/>
                  </a:cubicBezTo>
                  <a:cubicBezTo>
                    <a:pt x="84854" y="2340"/>
                    <a:pt x="86795" y="1892"/>
                    <a:pt x="88712" y="1817"/>
                  </a:cubicBezTo>
                  <a:cubicBezTo>
                    <a:pt x="88931" y="1803"/>
                    <a:pt x="89147" y="1797"/>
                    <a:pt x="89362" y="1797"/>
                  </a:cubicBezTo>
                  <a:close/>
                  <a:moveTo>
                    <a:pt x="74489" y="1870"/>
                  </a:moveTo>
                  <a:cubicBezTo>
                    <a:pt x="77392" y="1870"/>
                    <a:pt x="80073" y="2278"/>
                    <a:pt x="82464" y="3112"/>
                  </a:cubicBezTo>
                  <a:cubicBezTo>
                    <a:pt x="82464" y="3112"/>
                    <a:pt x="82440" y="3137"/>
                    <a:pt x="82390" y="3137"/>
                  </a:cubicBezTo>
                  <a:cubicBezTo>
                    <a:pt x="80063" y="2319"/>
                    <a:pt x="77437" y="1925"/>
                    <a:pt x="74599" y="1925"/>
                  </a:cubicBezTo>
                  <a:cubicBezTo>
                    <a:pt x="74067" y="1925"/>
                    <a:pt x="73527" y="1939"/>
                    <a:pt x="72981" y="1967"/>
                  </a:cubicBezTo>
                  <a:cubicBezTo>
                    <a:pt x="73080" y="1917"/>
                    <a:pt x="73180" y="1892"/>
                    <a:pt x="73304" y="1892"/>
                  </a:cubicBezTo>
                  <a:cubicBezTo>
                    <a:pt x="73703" y="1877"/>
                    <a:pt x="74098" y="1870"/>
                    <a:pt x="74489" y="1870"/>
                  </a:cubicBezTo>
                  <a:close/>
                  <a:moveTo>
                    <a:pt x="82763" y="3211"/>
                  </a:moveTo>
                  <a:cubicBezTo>
                    <a:pt x="82813" y="3211"/>
                    <a:pt x="82838" y="3236"/>
                    <a:pt x="82863" y="3236"/>
                  </a:cubicBezTo>
                  <a:cubicBezTo>
                    <a:pt x="82838" y="3236"/>
                    <a:pt x="82813" y="3261"/>
                    <a:pt x="82763" y="3261"/>
                  </a:cubicBezTo>
                  <a:lnTo>
                    <a:pt x="82738" y="3261"/>
                  </a:lnTo>
                  <a:cubicBezTo>
                    <a:pt x="82713" y="3236"/>
                    <a:pt x="82688" y="3236"/>
                    <a:pt x="82688" y="3236"/>
                  </a:cubicBezTo>
                  <a:cubicBezTo>
                    <a:pt x="82713" y="3236"/>
                    <a:pt x="82738" y="3211"/>
                    <a:pt x="82763" y="3211"/>
                  </a:cubicBezTo>
                  <a:close/>
                  <a:moveTo>
                    <a:pt x="68874" y="2340"/>
                  </a:moveTo>
                  <a:cubicBezTo>
                    <a:pt x="68949" y="2340"/>
                    <a:pt x="69048" y="2340"/>
                    <a:pt x="69173" y="2365"/>
                  </a:cubicBezTo>
                  <a:cubicBezTo>
                    <a:pt x="67555" y="2614"/>
                    <a:pt x="65912" y="2962"/>
                    <a:pt x="64219" y="3385"/>
                  </a:cubicBezTo>
                  <a:cubicBezTo>
                    <a:pt x="64294" y="3336"/>
                    <a:pt x="64393" y="3311"/>
                    <a:pt x="64468" y="3261"/>
                  </a:cubicBezTo>
                  <a:cubicBezTo>
                    <a:pt x="65962" y="2888"/>
                    <a:pt x="67430" y="2589"/>
                    <a:pt x="68874" y="2340"/>
                  </a:cubicBezTo>
                  <a:close/>
                  <a:moveTo>
                    <a:pt x="93466" y="2315"/>
                  </a:moveTo>
                  <a:cubicBezTo>
                    <a:pt x="93541" y="2340"/>
                    <a:pt x="93591" y="2340"/>
                    <a:pt x="93665" y="2365"/>
                  </a:cubicBezTo>
                  <a:cubicBezTo>
                    <a:pt x="93790" y="2390"/>
                    <a:pt x="93914" y="2464"/>
                    <a:pt x="94064" y="2489"/>
                  </a:cubicBezTo>
                  <a:lnTo>
                    <a:pt x="94636" y="2664"/>
                  </a:lnTo>
                  <a:cubicBezTo>
                    <a:pt x="95034" y="2788"/>
                    <a:pt x="95408" y="2962"/>
                    <a:pt x="95781" y="3137"/>
                  </a:cubicBezTo>
                  <a:cubicBezTo>
                    <a:pt x="95831" y="3186"/>
                    <a:pt x="95906" y="3211"/>
                    <a:pt x="95931" y="3211"/>
                  </a:cubicBezTo>
                  <a:lnTo>
                    <a:pt x="96304" y="3385"/>
                  </a:lnTo>
                  <a:cubicBezTo>
                    <a:pt x="95308" y="2987"/>
                    <a:pt x="94412" y="2639"/>
                    <a:pt x="93566" y="2390"/>
                  </a:cubicBezTo>
                  <a:lnTo>
                    <a:pt x="93392" y="2315"/>
                  </a:lnTo>
                  <a:close/>
                  <a:moveTo>
                    <a:pt x="63746" y="3460"/>
                  </a:moveTo>
                  <a:cubicBezTo>
                    <a:pt x="63697" y="3485"/>
                    <a:pt x="63647" y="3510"/>
                    <a:pt x="63572" y="3585"/>
                  </a:cubicBezTo>
                  <a:cubicBezTo>
                    <a:pt x="63522" y="3585"/>
                    <a:pt x="63448" y="3585"/>
                    <a:pt x="63373" y="3609"/>
                  </a:cubicBezTo>
                  <a:cubicBezTo>
                    <a:pt x="63448" y="3585"/>
                    <a:pt x="63473" y="3560"/>
                    <a:pt x="63547" y="3510"/>
                  </a:cubicBezTo>
                  <a:cubicBezTo>
                    <a:pt x="63597" y="3485"/>
                    <a:pt x="63696" y="3485"/>
                    <a:pt x="63746" y="3460"/>
                  </a:cubicBezTo>
                  <a:close/>
                  <a:moveTo>
                    <a:pt x="64194" y="2888"/>
                  </a:moveTo>
                  <a:lnTo>
                    <a:pt x="64194" y="2888"/>
                  </a:lnTo>
                  <a:cubicBezTo>
                    <a:pt x="64169" y="2937"/>
                    <a:pt x="64095" y="2937"/>
                    <a:pt x="64070" y="2962"/>
                  </a:cubicBezTo>
                  <a:lnTo>
                    <a:pt x="64045" y="2962"/>
                  </a:lnTo>
                  <a:cubicBezTo>
                    <a:pt x="63995" y="2987"/>
                    <a:pt x="63970" y="2987"/>
                    <a:pt x="63921" y="3012"/>
                  </a:cubicBezTo>
                  <a:cubicBezTo>
                    <a:pt x="62651" y="3410"/>
                    <a:pt x="61805" y="3709"/>
                    <a:pt x="61606" y="3784"/>
                  </a:cubicBezTo>
                  <a:cubicBezTo>
                    <a:pt x="61207" y="3958"/>
                    <a:pt x="60809" y="4107"/>
                    <a:pt x="60436" y="4232"/>
                  </a:cubicBezTo>
                  <a:cubicBezTo>
                    <a:pt x="60183" y="4316"/>
                    <a:pt x="59918" y="4412"/>
                    <a:pt x="59643" y="4504"/>
                  </a:cubicBezTo>
                  <a:lnTo>
                    <a:pt x="59643" y="4504"/>
                  </a:lnTo>
                  <a:cubicBezTo>
                    <a:pt x="60223" y="4283"/>
                    <a:pt x="60869" y="4040"/>
                    <a:pt x="61606" y="3759"/>
                  </a:cubicBezTo>
                  <a:cubicBezTo>
                    <a:pt x="61680" y="3734"/>
                    <a:pt x="61855" y="3684"/>
                    <a:pt x="62103" y="3585"/>
                  </a:cubicBezTo>
                  <a:cubicBezTo>
                    <a:pt x="62651" y="3385"/>
                    <a:pt x="63348" y="3161"/>
                    <a:pt x="64194" y="2888"/>
                  </a:cubicBezTo>
                  <a:close/>
                  <a:moveTo>
                    <a:pt x="83087" y="3311"/>
                  </a:moveTo>
                  <a:cubicBezTo>
                    <a:pt x="84257" y="3759"/>
                    <a:pt x="85377" y="4331"/>
                    <a:pt x="86372" y="4978"/>
                  </a:cubicBezTo>
                  <a:cubicBezTo>
                    <a:pt x="86347" y="5003"/>
                    <a:pt x="86323" y="5003"/>
                    <a:pt x="86298" y="5003"/>
                  </a:cubicBezTo>
                  <a:cubicBezTo>
                    <a:pt x="85302" y="4356"/>
                    <a:pt x="84182" y="3809"/>
                    <a:pt x="82987" y="3336"/>
                  </a:cubicBezTo>
                  <a:cubicBezTo>
                    <a:pt x="83012" y="3336"/>
                    <a:pt x="83062" y="3311"/>
                    <a:pt x="83087" y="3311"/>
                  </a:cubicBezTo>
                  <a:close/>
                  <a:moveTo>
                    <a:pt x="68899" y="2589"/>
                  </a:moveTo>
                  <a:lnTo>
                    <a:pt x="68899" y="2589"/>
                  </a:lnTo>
                  <a:cubicBezTo>
                    <a:pt x="66659" y="3261"/>
                    <a:pt x="64369" y="4082"/>
                    <a:pt x="62054" y="5078"/>
                  </a:cubicBezTo>
                  <a:cubicBezTo>
                    <a:pt x="62552" y="4555"/>
                    <a:pt x="63074" y="4107"/>
                    <a:pt x="63647" y="3734"/>
                  </a:cubicBezTo>
                  <a:cubicBezTo>
                    <a:pt x="65439" y="3236"/>
                    <a:pt x="67181" y="2863"/>
                    <a:pt x="68899" y="2589"/>
                  </a:cubicBezTo>
                  <a:close/>
                  <a:moveTo>
                    <a:pt x="86621" y="5202"/>
                  </a:moveTo>
                  <a:cubicBezTo>
                    <a:pt x="86671" y="5227"/>
                    <a:pt x="86696" y="5227"/>
                    <a:pt x="86721" y="5252"/>
                  </a:cubicBezTo>
                  <a:lnTo>
                    <a:pt x="86621" y="5252"/>
                  </a:lnTo>
                  <a:cubicBezTo>
                    <a:pt x="86596" y="5227"/>
                    <a:pt x="86571" y="5202"/>
                    <a:pt x="86547" y="5202"/>
                  </a:cubicBezTo>
                  <a:close/>
                  <a:moveTo>
                    <a:pt x="63099" y="3858"/>
                  </a:moveTo>
                  <a:lnTo>
                    <a:pt x="63099" y="3858"/>
                  </a:lnTo>
                  <a:cubicBezTo>
                    <a:pt x="62576" y="4257"/>
                    <a:pt x="62079" y="4730"/>
                    <a:pt x="61606" y="5227"/>
                  </a:cubicBezTo>
                  <a:cubicBezTo>
                    <a:pt x="61556" y="5252"/>
                    <a:pt x="61506" y="5252"/>
                    <a:pt x="61456" y="5302"/>
                  </a:cubicBezTo>
                  <a:cubicBezTo>
                    <a:pt x="61929" y="4754"/>
                    <a:pt x="62402" y="4331"/>
                    <a:pt x="62925" y="3933"/>
                  </a:cubicBezTo>
                  <a:cubicBezTo>
                    <a:pt x="62975" y="3883"/>
                    <a:pt x="63049" y="3883"/>
                    <a:pt x="63099" y="3858"/>
                  </a:cubicBezTo>
                  <a:close/>
                  <a:moveTo>
                    <a:pt x="69994" y="2464"/>
                  </a:moveTo>
                  <a:cubicBezTo>
                    <a:pt x="70044" y="2464"/>
                    <a:pt x="70118" y="2489"/>
                    <a:pt x="70168" y="2489"/>
                  </a:cubicBezTo>
                  <a:cubicBezTo>
                    <a:pt x="67380" y="3261"/>
                    <a:pt x="64518" y="4306"/>
                    <a:pt x="61581" y="5551"/>
                  </a:cubicBezTo>
                  <a:cubicBezTo>
                    <a:pt x="61606" y="5476"/>
                    <a:pt x="61680" y="5451"/>
                    <a:pt x="61705" y="5377"/>
                  </a:cubicBezTo>
                  <a:cubicBezTo>
                    <a:pt x="64543" y="4207"/>
                    <a:pt x="67281" y="3236"/>
                    <a:pt x="69994" y="2464"/>
                  </a:cubicBezTo>
                  <a:close/>
                  <a:moveTo>
                    <a:pt x="89101" y="2013"/>
                  </a:moveTo>
                  <a:cubicBezTo>
                    <a:pt x="90165" y="2013"/>
                    <a:pt x="91191" y="2109"/>
                    <a:pt x="92197" y="2265"/>
                  </a:cubicBezTo>
                  <a:cubicBezTo>
                    <a:pt x="94387" y="3062"/>
                    <a:pt x="96279" y="4182"/>
                    <a:pt x="97897" y="5551"/>
                  </a:cubicBezTo>
                  <a:cubicBezTo>
                    <a:pt x="97573" y="5476"/>
                    <a:pt x="97300" y="5377"/>
                    <a:pt x="97001" y="5327"/>
                  </a:cubicBezTo>
                  <a:cubicBezTo>
                    <a:pt x="96702" y="5252"/>
                    <a:pt x="96428" y="5227"/>
                    <a:pt x="96179" y="5202"/>
                  </a:cubicBezTo>
                  <a:cubicBezTo>
                    <a:pt x="95806" y="5128"/>
                    <a:pt x="95408" y="5078"/>
                    <a:pt x="95034" y="5003"/>
                  </a:cubicBezTo>
                  <a:cubicBezTo>
                    <a:pt x="94586" y="4954"/>
                    <a:pt x="94163" y="4929"/>
                    <a:pt x="93715" y="4879"/>
                  </a:cubicBezTo>
                  <a:cubicBezTo>
                    <a:pt x="93466" y="4854"/>
                    <a:pt x="93217" y="4829"/>
                    <a:pt x="92944" y="4829"/>
                  </a:cubicBezTo>
                  <a:cubicBezTo>
                    <a:pt x="92222" y="4804"/>
                    <a:pt x="91525" y="4754"/>
                    <a:pt x="90778" y="4754"/>
                  </a:cubicBezTo>
                  <a:cubicBezTo>
                    <a:pt x="90031" y="4754"/>
                    <a:pt x="89285" y="4804"/>
                    <a:pt x="88488" y="4829"/>
                  </a:cubicBezTo>
                  <a:cubicBezTo>
                    <a:pt x="88040" y="4854"/>
                    <a:pt x="87542" y="4879"/>
                    <a:pt x="87069" y="4954"/>
                  </a:cubicBezTo>
                  <a:cubicBezTo>
                    <a:pt x="86945" y="4954"/>
                    <a:pt x="86820" y="4978"/>
                    <a:pt x="86671" y="4978"/>
                  </a:cubicBezTo>
                  <a:cubicBezTo>
                    <a:pt x="85626" y="4306"/>
                    <a:pt x="84555" y="3709"/>
                    <a:pt x="83336" y="3211"/>
                  </a:cubicBezTo>
                  <a:cubicBezTo>
                    <a:pt x="85078" y="2514"/>
                    <a:pt x="86920" y="2116"/>
                    <a:pt x="88737" y="2016"/>
                  </a:cubicBezTo>
                  <a:cubicBezTo>
                    <a:pt x="88859" y="2014"/>
                    <a:pt x="88980" y="2013"/>
                    <a:pt x="89101" y="2013"/>
                  </a:cubicBezTo>
                  <a:close/>
                  <a:moveTo>
                    <a:pt x="93317" y="2514"/>
                  </a:moveTo>
                  <a:cubicBezTo>
                    <a:pt x="93441" y="2564"/>
                    <a:pt x="93541" y="2589"/>
                    <a:pt x="93665" y="2614"/>
                  </a:cubicBezTo>
                  <a:cubicBezTo>
                    <a:pt x="95433" y="3435"/>
                    <a:pt x="97026" y="4456"/>
                    <a:pt x="98395" y="5675"/>
                  </a:cubicBezTo>
                  <a:cubicBezTo>
                    <a:pt x="98345" y="5675"/>
                    <a:pt x="98295" y="5626"/>
                    <a:pt x="98270" y="5626"/>
                  </a:cubicBezTo>
                  <a:cubicBezTo>
                    <a:pt x="96827" y="4356"/>
                    <a:pt x="95184" y="3311"/>
                    <a:pt x="93317" y="2514"/>
                  </a:cubicBezTo>
                  <a:close/>
                  <a:moveTo>
                    <a:pt x="61332" y="5551"/>
                  </a:moveTo>
                  <a:lnTo>
                    <a:pt x="61332" y="5551"/>
                  </a:lnTo>
                  <a:cubicBezTo>
                    <a:pt x="61307" y="5601"/>
                    <a:pt x="61232" y="5626"/>
                    <a:pt x="61207" y="5700"/>
                  </a:cubicBezTo>
                  <a:cubicBezTo>
                    <a:pt x="61183" y="5725"/>
                    <a:pt x="61108" y="5750"/>
                    <a:pt x="61083" y="5750"/>
                  </a:cubicBezTo>
                  <a:cubicBezTo>
                    <a:pt x="61108" y="5700"/>
                    <a:pt x="61183" y="5675"/>
                    <a:pt x="61207" y="5601"/>
                  </a:cubicBezTo>
                  <a:cubicBezTo>
                    <a:pt x="61232" y="5576"/>
                    <a:pt x="61307" y="5576"/>
                    <a:pt x="61332" y="5551"/>
                  </a:cubicBezTo>
                  <a:close/>
                  <a:moveTo>
                    <a:pt x="90728" y="4978"/>
                  </a:moveTo>
                  <a:cubicBezTo>
                    <a:pt x="91475" y="4978"/>
                    <a:pt x="92197" y="5003"/>
                    <a:pt x="92869" y="5053"/>
                  </a:cubicBezTo>
                  <a:cubicBezTo>
                    <a:pt x="93242" y="5078"/>
                    <a:pt x="93591" y="5103"/>
                    <a:pt x="93939" y="5128"/>
                  </a:cubicBezTo>
                  <a:cubicBezTo>
                    <a:pt x="94288" y="5178"/>
                    <a:pt x="94611" y="5202"/>
                    <a:pt x="94935" y="5227"/>
                  </a:cubicBezTo>
                  <a:cubicBezTo>
                    <a:pt x="95433" y="5302"/>
                    <a:pt x="95931" y="5377"/>
                    <a:pt x="96428" y="5476"/>
                  </a:cubicBezTo>
                  <a:cubicBezTo>
                    <a:pt x="96578" y="5501"/>
                    <a:pt x="96727" y="5501"/>
                    <a:pt x="96901" y="5551"/>
                  </a:cubicBezTo>
                  <a:cubicBezTo>
                    <a:pt x="97324" y="5626"/>
                    <a:pt x="97723" y="5725"/>
                    <a:pt x="98146" y="5825"/>
                  </a:cubicBezTo>
                  <a:lnTo>
                    <a:pt x="98180" y="5870"/>
                  </a:lnTo>
                  <a:lnTo>
                    <a:pt x="98180" y="5870"/>
                  </a:lnTo>
                  <a:cubicBezTo>
                    <a:pt x="97761" y="5748"/>
                    <a:pt x="97319" y="5674"/>
                    <a:pt x="96876" y="5576"/>
                  </a:cubicBezTo>
                  <a:cubicBezTo>
                    <a:pt x="96652" y="5551"/>
                    <a:pt x="96403" y="5501"/>
                    <a:pt x="96179" y="5476"/>
                  </a:cubicBezTo>
                  <a:cubicBezTo>
                    <a:pt x="95781" y="5427"/>
                    <a:pt x="95383" y="5327"/>
                    <a:pt x="94935" y="5277"/>
                  </a:cubicBezTo>
                  <a:lnTo>
                    <a:pt x="93914" y="5202"/>
                  </a:lnTo>
                  <a:cubicBezTo>
                    <a:pt x="93566" y="5153"/>
                    <a:pt x="93267" y="5128"/>
                    <a:pt x="92894" y="5103"/>
                  </a:cubicBezTo>
                  <a:cubicBezTo>
                    <a:pt x="92197" y="5078"/>
                    <a:pt x="91475" y="5028"/>
                    <a:pt x="90778" y="5028"/>
                  </a:cubicBezTo>
                  <a:cubicBezTo>
                    <a:pt x="90031" y="5028"/>
                    <a:pt x="89285" y="5078"/>
                    <a:pt x="88538" y="5103"/>
                  </a:cubicBezTo>
                  <a:cubicBezTo>
                    <a:pt x="88164" y="5128"/>
                    <a:pt x="87791" y="5153"/>
                    <a:pt x="87368" y="5202"/>
                  </a:cubicBezTo>
                  <a:cubicBezTo>
                    <a:pt x="87244" y="5202"/>
                    <a:pt x="87094" y="5227"/>
                    <a:pt x="86970" y="5227"/>
                  </a:cubicBezTo>
                  <a:cubicBezTo>
                    <a:pt x="86945" y="5202"/>
                    <a:pt x="86920" y="5202"/>
                    <a:pt x="86870" y="5178"/>
                  </a:cubicBezTo>
                  <a:lnTo>
                    <a:pt x="86945" y="5178"/>
                  </a:lnTo>
                  <a:cubicBezTo>
                    <a:pt x="87468" y="5103"/>
                    <a:pt x="87965" y="5078"/>
                    <a:pt x="88463" y="5053"/>
                  </a:cubicBezTo>
                  <a:cubicBezTo>
                    <a:pt x="89235" y="5003"/>
                    <a:pt x="89982" y="4978"/>
                    <a:pt x="90728" y="4978"/>
                  </a:cubicBezTo>
                  <a:close/>
                  <a:moveTo>
                    <a:pt x="62975" y="3684"/>
                  </a:moveTo>
                  <a:lnTo>
                    <a:pt x="62975" y="3684"/>
                  </a:lnTo>
                  <a:cubicBezTo>
                    <a:pt x="62925" y="3709"/>
                    <a:pt x="62900" y="3734"/>
                    <a:pt x="62825" y="3809"/>
                  </a:cubicBezTo>
                  <a:cubicBezTo>
                    <a:pt x="60809" y="4381"/>
                    <a:pt x="58743" y="5103"/>
                    <a:pt x="56627" y="5974"/>
                  </a:cubicBezTo>
                  <a:cubicBezTo>
                    <a:pt x="57723" y="5501"/>
                    <a:pt x="58868" y="5053"/>
                    <a:pt x="60560" y="4431"/>
                  </a:cubicBezTo>
                  <a:cubicBezTo>
                    <a:pt x="61357" y="4132"/>
                    <a:pt x="62178" y="3883"/>
                    <a:pt x="62975" y="3684"/>
                  </a:cubicBezTo>
                  <a:close/>
                  <a:moveTo>
                    <a:pt x="98544" y="5924"/>
                  </a:moveTo>
                  <a:cubicBezTo>
                    <a:pt x="98569" y="5924"/>
                    <a:pt x="98644" y="5949"/>
                    <a:pt x="98669" y="5949"/>
                  </a:cubicBezTo>
                  <a:lnTo>
                    <a:pt x="98768" y="6049"/>
                  </a:lnTo>
                  <a:cubicBezTo>
                    <a:pt x="98718" y="6049"/>
                    <a:pt x="98693" y="6049"/>
                    <a:pt x="98669" y="5999"/>
                  </a:cubicBezTo>
                  <a:lnTo>
                    <a:pt x="98619" y="5999"/>
                  </a:lnTo>
                  <a:cubicBezTo>
                    <a:pt x="98619" y="5949"/>
                    <a:pt x="98569" y="5924"/>
                    <a:pt x="98544" y="5924"/>
                  </a:cubicBezTo>
                  <a:close/>
                  <a:moveTo>
                    <a:pt x="94960" y="3062"/>
                  </a:moveTo>
                  <a:lnTo>
                    <a:pt x="94960" y="3062"/>
                  </a:lnTo>
                  <a:cubicBezTo>
                    <a:pt x="96752" y="3734"/>
                    <a:pt x="98370" y="4754"/>
                    <a:pt x="99789" y="6074"/>
                  </a:cubicBezTo>
                  <a:cubicBezTo>
                    <a:pt x="99490" y="5974"/>
                    <a:pt x="99166" y="5850"/>
                    <a:pt x="98868" y="5800"/>
                  </a:cubicBezTo>
                  <a:cubicBezTo>
                    <a:pt x="98818" y="5800"/>
                    <a:pt x="98793" y="5800"/>
                    <a:pt x="98768" y="5750"/>
                  </a:cubicBezTo>
                  <a:cubicBezTo>
                    <a:pt x="97648" y="4705"/>
                    <a:pt x="96379" y="3809"/>
                    <a:pt x="94960" y="3062"/>
                  </a:cubicBezTo>
                  <a:close/>
                  <a:moveTo>
                    <a:pt x="74446" y="2122"/>
                  </a:moveTo>
                  <a:cubicBezTo>
                    <a:pt x="77248" y="2122"/>
                    <a:pt x="79829" y="2490"/>
                    <a:pt x="82141" y="3261"/>
                  </a:cubicBezTo>
                  <a:cubicBezTo>
                    <a:pt x="80498" y="4008"/>
                    <a:pt x="78930" y="5003"/>
                    <a:pt x="77486" y="6198"/>
                  </a:cubicBezTo>
                  <a:cubicBezTo>
                    <a:pt x="75520" y="4306"/>
                    <a:pt x="73479" y="3012"/>
                    <a:pt x="71388" y="2365"/>
                  </a:cubicBezTo>
                  <a:cubicBezTo>
                    <a:pt x="71562" y="2315"/>
                    <a:pt x="71761" y="2265"/>
                    <a:pt x="71935" y="2216"/>
                  </a:cubicBezTo>
                  <a:cubicBezTo>
                    <a:pt x="72790" y="2154"/>
                    <a:pt x="73628" y="2122"/>
                    <a:pt x="74446" y="2122"/>
                  </a:cubicBezTo>
                  <a:close/>
                  <a:moveTo>
                    <a:pt x="97449" y="4082"/>
                  </a:moveTo>
                  <a:cubicBezTo>
                    <a:pt x="97648" y="4182"/>
                    <a:pt x="97822" y="4257"/>
                    <a:pt x="97996" y="4331"/>
                  </a:cubicBezTo>
                  <a:cubicBezTo>
                    <a:pt x="98818" y="4879"/>
                    <a:pt x="99614" y="5501"/>
                    <a:pt x="100311" y="6223"/>
                  </a:cubicBezTo>
                  <a:cubicBezTo>
                    <a:pt x="100286" y="6223"/>
                    <a:pt x="100237" y="6198"/>
                    <a:pt x="100187" y="6198"/>
                  </a:cubicBezTo>
                  <a:cubicBezTo>
                    <a:pt x="99365" y="5377"/>
                    <a:pt x="98445" y="4655"/>
                    <a:pt x="97449" y="4082"/>
                  </a:cubicBezTo>
                  <a:close/>
                  <a:moveTo>
                    <a:pt x="71064" y="2464"/>
                  </a:moveTo>
                  <a:cubicBezTo>
                    <a:pt x="73180" y="3062"/>
                    <a:pt x="75321" y="4356"/>
                    <a:pt x="77362" y="6323"/>
                  </a:cubicBezTo>
                  <a:cubicBezTo>
                    <a:pt x="77312" y="6323"/>
                    <a:pt x="77312" y="6347"/>
                    <a:pt x="77287" y="6347"/>
                  </a:cubicBezTo>
                  <a:cubicBezTo>
                    <a:pt x="75246" y="4381"/>
                    <a:pt x="73105" y="3087"/>
                    <a:pt x="70940" y="2489"/>
                  </a:cubicBezTo>
                  <a:cubicBezTo>
                    <a:pt x="70990" y="2489"/>
                    <a:pt x="71015" y="2464"/>
                    <a:pt x="71064" y="2464"/>
                  </a:cubicBezTo>
                  <a:close/>
                  <a:moveTo>
                    <a:pt x="82440" y="3361"/>
                  </a:moveTo>
                  <a:cubicBezTo>
                    <a:pt x="82464" y="3361"/>
                    <a:pt x="82489" y="3385"/>
                    <a:pt x="82514" y="3385"/>
                  </a:cubicBezTo>
                  <a:cubicBezTo>
                    <a:pt x="80822" y="4107"/>
                    <a:pt x="79204" y="5128"/>
                    <a:pt x="77660" y="6372"/>
                  </a:cubicBezTo>
                  <a:lnTo>
                    <a:pt x="77636" y="6347"/>
                  </a:lnTo>
                  <a:cubicBezTo>
                    <a:pt x="79129" y="5103"/>
                    <a:pt x="80747" y="4107"/>
                    <a:pt x="82440" y="3361"/>
                  </a:cubicBezTo>
                  <a:close/>
                  <a:moveTo>
                    <a:pt x="99067" y="6049"/>
                  </a:moveTo>
                  <a:lnTo>
                    <a:pt x="99067" y="6049"/>
                  </a:lnTo>
                  <a:cubicBezTo>
                    <a:pt x="99415" y="6123"/>
                    <a:pt x="99764" y="6248"/>
                    <a:pt x="100112" y="6347"/>
                  </a:cubicBezTo>
                  <a:lnTo>
                    <a:pt x="100187" y="6447"/>
                  </a:lnTo>
                  <a:cubicBezTo>
                    <a:pt x="100162" y="6447"/>
                    <a:pt x="100112" y="6447"/>
                    <a:pt x="100038" y="6422"/>
                  </a:cubicBezTo>
                  <a:cubicBezTo>
                    <a:pt x="99764" y="6323"/>
                    <a:pt x="99490" y="6223"/>
                    <a:pt x="99166" y="6123"/>
                  </a:cubicBezTo>
                  <a:lnTo>
                    <a:pt x="99067" y="6049"/>
                  </a:lnTo>
                  <a:close/>
                  <a:moveTo>
                    <a:pt x="77486" y="6447"/>
                  </a:moveTo>
                  <a:lnTo>
                    <a:pt x="77511" y="6472"/>
                  </a:lnTo>
                  <a:cubicBezTo>
                    <a:pt x="77486" y="6472"/>
                    <a:pt x="77486" y="6497"/>
                    <a:pt x="77461" y="6497"/>
                  </a:cubicBezTo>
                  <a:lnTo>
                    <a:pt x="77412" y="6472"/>
                  </a:lnTo>
                  <a:cubicBezTo>
                    <a:pt x="77461" y="6472"/>
                    <a:pt x="77461" y="6447"/>
                    <a:pt x="77486" y="6447"/>
                  </a:cubicBezTo>
                  <a:close/>
                  <a:moveTo>
                    <a:pt x="82763" y="3460"/>
                  </a:moveTo>
                  <a:cubicBezTo>
                    <a:pt x="83933" y="3883"/>
                    <a:pt x="85003" y="4431"/>
                    <a:pt x="85999" y="5053"/>
                  </a:cubicBezTo>
                  <a:cubicBezTo>
                    <a:pt x="83410" y="5352"/>
                    <a:pt x="80722" y="5875"/>
                    <a:pt x="77984" y="6621"/>
                  </a:cubicBezTo>
                  <a:lnTo>
                    <a:pt x="77810" y="6472"/>
                  </a:lnTo>
                  <a:cubicBezTo>
                    <a:pt x="79353" y="5227"/>
                    <a:pt x="81021" y="4207"/>
                    <a:pt x="82763" y="3460"/>
                  </a:cubicBezTo>
                  <a:close/>
                  <a:moveTo>
                    <a:pt x="77660" y="6621"/>
                  </a:moveTo>
                  <a:lnTo>
                    <a:pt x="77760" y="6721"/>
                  </a:lnTo>
                  <a:cubicBezTo>
                    <a:pt x="77735" y="6721"/>
                    <a:pt x="77710" y="6721"/>
                    <a:pt x="77710" y="6746"/>
                  </a:cubicBezTo>
                  <a:lnTo>
                    <a:pt x="77611" y="6671"/>
                  </a:lnTo>
                  <a:cubicBezTo>
                    <a:pt x="77636" y="6671"/>
                    <a:pt x="77636" y="6621"/>
                    <a:pt x="77660" y="6621"/>
                  </a:cubicBezTo>
                  <a:close/>
                  <a:moveTo>
                    <a:pt x="86248" y="5227"/>
                  </a:moveTo>
                  <a:cubicBezTo>
                    <a:pt x="86298" y="5252"/>
                    <a:pt x="86323" y="5252"/>
                    <a:pt x="86347" y="5302"/>
                  </a:cubicBezTo>
                  <a:lnTo>
                    <a:pt x="86298" y="5302"/>
                  </a:lnTo>
                  <a:cubicBezTo>
                    <a:pt x="85725" y="5352"/>
                    <a:pt x="85128" y="5451"/>
                    <a:pt x="84580" y="5501"/>
                  </a:cubicBezTo>
                  <a:cubicBezTo>
                    <a:pt x="84381" y="5551"/>
                    <a:pt x="84207" y="5576"/>
                    <a:pt x="83983" y="5601"/>
                  </a:cubicBezTo>
                  <a:cubicBezTo>
                    <a:pt x="83236" y="5725"/>
                    <a:pt x="82464" y="5850"/>
                    <a:pt x="81718" y="5999"/>
                  </a:cubicBezTo>
                  <a:lnTo>
                    <a:pt x="81693" y="5999"/>
                  </a:lnTo>
                  <a:cubicBezTo>
                    <a:pt x="80523" y="6248"/>
                    <a:pt x="79353" y="6547"/>
                    <a:pt x="78158" y="6845"/>
                  </a:cubicBezTo>
                  <a:cubicBezTo>
                    <a:pt x="78133" y="6845"/>
                    <a:pt x="78108" y="6820"/>
                    <a:pt x="78108" y="6820"/>
                  </a:cubicBezTo>
                  <a:cubicBezTo>
                    <a:pt x="80896" y="6074"/>
                    <a:pt x="83609" y="5501"/>
                    <a:pt x="86223" y="5227"/>
                  </a:cubicBezTo>
                  <a:close/>
                  <a:moveTo>
                    <a:pt x="77262" y="6596"/>
                  </a:moveTo>
                  <a:cubicBezTo>
                    <a:pt x="77287" y="6621"/>
                    <a:pt x="77337" y="6621"/>
                    <a:pt x="77337" y="6671"/>
                  </a:cubicBezTo>
                  <a:cubicBezTo>
                    <a:pt x="77237" y="6746"/>
                    <a:pt x="77138" y="6820"/>
                    <a:pt x="77038" y="6920"/>
                  </a:cubicBezTo>
                  <a:cubicBezTo>
                    <a:pt x="76988" y="6920"/>
                    <a:pt x="76963" y="6945"/>
                    <a:pt x="76889" y="6945"/>
                  </a:cubicBezTo>
                  <a:cubicBezTo>
                    <a:pt x="77013" y="6820"/>
                    <a:pt x="77138" y="6721"/>
                    <a:pt x="77262" y="6596"/>
                  </a:cubicBezTo>
                  <a:close/>
                  <a:moveTo>
                    <a:pt x="77636" y="6945"/>
                  </a:moveTo>
                  <a:lnTo>
                    <a:pt x="77660" y="6970"/>
                  </a:lnTo>
                  <a:cubicBezTo>
                    <a:pt x="77461" y="7044"/>
                    <a:pt x="77262" y="7094"/>
                    <a:pt x="77038" y="7169"/>
                  </a:cubicBezTo>
                  <a:lnTo>
                    <a:pt x="77138" y="7069"/>
                  </a:lnTo>
                  <a:cubicBezTo>
                    <a:pt x="77287" y="7044"/>
                    <a:pt x="77461" y="6970"/>
                    <a:pt x="77636" y="6945"/>
                  </a:cubicBezTo>
                  <a:close/>
                  <a:moveTo>
                    <a:pt x="76715" y="7194"/>
                  </a:moveTo>
                  <a:lnTo>
                    <a:pt x="76615" y="7268"/>
                  </a:lnTo>
                  <a:cubicBezTo>
                    <a:pt x="76590" y="7293"/>
                    <a:pt x="76540" y="7293"/>
                    <a:pt x="76491" y="7318"/>
                  </a:cubicBezTo>
                  <a:lnTo>
                    <a:pt x="76590" y="7219"/>
                  </a:lnTo>
                  <a:cubicBezTo>
                    <a:pt x="76640" y="7219"/>
                    <a:pt x="76665" y="7194"/>
                    <a:pt x="76715" y="7194"/>
                  </a:cubicBezTo>
                  <a:close/>
                  <a:moveTo>
                    <a:pt x="99067" y="4879"/>
                  </a:moveTo>
                  <a:lnTo>
                    <a:pt x="99067" y="4879"/>
                  </a:lnTo>
                  <a:cubicBezTo>
                    <a:pt x="99316" y="5003"/>
                    <a:pt x="99540" y="5128"/>
                    <a:pt x="99814" y="5252"/>
                  </a:cubicBezTo>
                  <a:cubicBezTo>
                    <a:pt x="100784" y="5775"/>
                    <a:pt x="102054" y="6572"/>
                    <a:pt x="103497" y="7592"/>
                  </a:cubicBezTo>
                  <a:cubicBezTo>
                    <a:pt x="103099" y="7418"/>
                    <a:pt x="102726" y="7194"/>
                    <a:pt x="102352" y="7044"/>
                  </a:cubicBezTo>
                  <a:cubicBezTo>
                    <a:pt x="102228" y="6970"/>
                    <a:pt x="102054" y="6920"/>
                    <a:pt x="101904" y="6845"/>
                  </a:cubicBezTo>
                  <a:cubicBezTo>
                    <a:pt x="101531" y="6696"/>
                    <a:pt x="101133" y="6497"/>
                    <a:pt x="100759" y="6372"/>
                  </a:cubicBezTo>
                  <a:cubicBezTo>
                    <a:pt x="100237" y="5825"/>
                    <a:pt x="99664" y="5327"/>
                    <a:pt x="99067" y="4879"/>
                  </a:cubicBezTo>
                  <a:close/>
                  <a:moveTo>
                    <a:pt x="97648" y="3933"/>
                  </a:moveTo>
                  <a:cubicBezTo>
                    <a:pt x="97698" y="3933"/>
                    <a:pt x="97797" y="3958"/>
                    <a:pt x="97897" y="4008"/>
                  </a:cubicBezTo>
                  <a:cubicBezTo>
                    <a:pt x="98021" y="4082"/>
                    <a:pt x="98146" y="4132"/>
                    <a:pt x="98295" y="4207"/>
                  </a:cubicBezTo>
                  <a:lnTo>
                    <a:pt x="99042" y="4580"/>
                  </a:lnTo>
                  <a:cubicBezTo>
                    <a:pt x="99166" y="4630"/>
                    <a:pt x="99266" y="4705"/>
                    <a:pt x="99390" y="4754"/>
                  </a:cubicBezTo>
                  <a:cubicBezTo>
                    <a:pt x="100411" y="5327"/>
                    <a:pt x="101431" y="5924"/>
                    <a:pt x="102402" y="6572"/>
                  </a:cubicBezTo>
                  <a:cubicBezTo>
                    <a:pt x="102402" y="6572"/>
                    <a:pt x="102427" y="6572"/>
                    <a:pt x="102427" y="6596"/>
                  </a:cubicBezTo>
                  <a:cubicBezTo>
                    <a:pt x="102726" y="6796"/>
                    <a:pt x="103000" y="6970"/>
                    <a:pt x="103249" y="7144"/>
                  </a:cubicBezTo>
                  <a:lnTo>
                    <a:pt x="105115" y="8563"/>
                  </a:lnTo>
                  <a:cubicBezTo>
                    <a:pt x="105120" y="8568"/>
                    <a:pt x="105125" y="8573"/>
                    <a:pt x="105131" y="8578"/>
                  </a:cubicBezTo>
                  <a:lnTo>
                    <a:pt x="105131" y="8578"/>
                  </a:lnTo>
                  <a:cubicBezTo>
                    <a:pt x="105094" y="8558"/>
                    <a:pt x="105059" y="8532"/>
                    <a:pt x="105016" y="8488"/>
                  </a:cubicBezTo>
                  <a:lnTo>
                    <a:pt x="104966" y="8488"/>
                  </a:lnTo>
                  <a:cubicBezTo>
                    <a:pt x="104866" y="8438"/>
                    <a:pt x="104792" y="8413"/>
                    <a:pt x="104717" y="8339"/>
                  </a:cubicBezTo>
                  <a:cubicBezTo>
                    <a:pt x="102800" y="6820"/>
                    <a:pt x="101058" y="5750"/>
                    <a:pt x="99863" y="5103"/>
                  </a:cubicBezTo>
                  <a:cubicBezTo>
                    <a:pt x="99241" y="4754"/>
                    <a:pt x="98644" y="4456"/>
                    <a:pt x="98046" y="4207"/>
                  </a:cubicBezTo>
                  <a:cubicBezTo>
                    <a:pt x="97996" y="4132"/>
                    <a:pt x="97897" y="4107"/>
                    <a:pt x="97822" y="4058"/>
                  </a:cubicBezTo>
                  <a:cubicBezTo>
                    <a:pt x="97772" y="4008"/>
                    <a:pt x="97698" y="3958"/>
                    <a:pt x="97648" y="3933"/>
                  </a:cubicBezTo>
                  <a:close/>
                  <a:moveTo>
                    <a:pt x="101033" y="6696"/>
                  </a:moveTo>
                  <a:lnTo>
                    <a:pt x="101033" y="6696"/>
                  </a:lnTo>
                  <a:cubicBezTo>
                    <a:pt x="101431" y="6845"/>
                    <a:pt x="101855" y="6995"/>
                    <a:pt x="102228" y="7144"/>
                  </a:cubicBezTo>
                  <a:cubicBezTo>
                    <a:pt x="103049" y="7542"/>
                    <a:pt x="103846" y="7990"/>
                    <a:pt x="104618" y="8463"/>
                  </a:cubicBezTo>
                  <a:cubicBezTo>
                    <a:pt x="104742" y="8563"/>
                    <a:pt x="104891" y="8687"/>
                    <a:pt x="105016" y="8787"/>
                  </a:cubicBezTo>
                  <a:lnTo>
                    <a:pt x="104742" y="8588"/>
                  </a:lnTo>
                  <a:cubicBezTo>
                    <a:pt x="104369" y="8339"/>
                    <a:pt x="104020" y="8115"/>
                    <a:pt x="103622" y="7891"/>
                  </a:cubicBezTo>
                  <a:cubicBezTo>
                    <a:pt x="103522" y="7841"/>
                    <a:pt x="103398" y="7766"/>
                    <a:pt x="103273" y="7741"/>
                  </a:cubicBezTo>
                  <a:cubicBezTo>
                    <a:pt x="102875" y="7517"/>
                    <a:pt x="102452" y="7343"/>
                    <a:pt x="102054" y="7144"/>
                  </a:cubicBezTo>
                  <a:cubicBezTo>
                    <a:pt x="101929" y="7094"/>
                    <a:pt x="101805" y="7069"/>
                    <a:pt x="101730" y="6995"/>
                  </a:cubicBezTo>
                  <a:cubicBezTo>
                    <a:pt x="101531" y="6920"/>
                    <a:pt x="101307" y="6845"/>
                    <a:pt x="101133" y="6746"/>
                  </a:cubicBezTo>
                  <a:cubicBezTo>
                    <a:pt x="101133" y="6760"/>
                    <a:pt x="101126" y="6766"/>
                    <a:pt x="101117" y="6766"/>
                  </a:cubicBezTo>
                  <a:cubicBezTo>
                    <a:pt x="101093" y="6766"/>
                    <a:pt x="101051" y="6731"/>
                    <a:pt x="101033" y="6696"/>
                  </a:cubicBezTo>
                  <a:close/>
                  <a:moveTo>
                    <a:pt x="76217" y="7318"/>
                  </a:moveTo>
                  <a:lnTo>
                    <a:pt x="76217" y="7318"/>
                  </a:lnTo>
                  <a:cubicBezTo>
                    <a:pt x="76167" y="7368"/>
                    <a:pt x="76142" y="7418"/>
                    <a:pt x="76117" y="7418"/>
                  </a:cubicBezTo>
                  <a:cubicBezTo>
                    <a:pt x="74674" y="7841"/>
                    <a:pt x="73230" y="8339"/>
                    <a:pt x="71761" y="8911"/>
                  </a:cubicBezTo>
                  <a:cubicBezTo>
                    <a:pt x="71736" y="8911"/>
                    <a:pt x="71687" y="8911"/>
                    <a:pt x="71662" y="8861"/>
                  </a:cubicBezTo>
                  <a:cubicBezTo>
                    <a:pt x="73180" y="8289"/>
                    <a:pt x="74723" y="7766"/>
                    <a:pt x="76217" y="7318"/>
                  </a:cubicBezTo>
                  <a:close/>
                  <a:moveTo>
                    <a:pt x="71239" y="9011"/>
                  </a:moveTo>
                  <a:cubicBezTo>
                    <a:pt x="71263" y="9011"/>
                    <a:pt x="71288" y="9061"/>
                    <a:pt x="71363" y="9061"/>
                  </a:cubicBezTo>
                  <a:lnTo>
                    <a:pt x="71288" y="9061"/>
                  </a:lnTo>
                  <a:cubicBezTo>
                    <a:pt x="71263" y="9061"/>
                    <a:pt x="71263" y="9061"/>
                    <a:pt x="71214" y="9085"/>
                  </a:cubicBezTo>
                  <a:lnTo>
                    <a:pt x="71164" y="9085"/>
                  </a:lnTo>
                  <a:cubicBezTo>
                    <a:pt x="71164" y="9085"/>
                    <a:pt x="71189" y="9085"/>
                    <a:pt x="71189" y="9061"/>
                  </a:cubicBezTo>
                  <a:cubicBezTo>
                    <a:pt x="71189" y="9061"/>
                    <a:pt x="71239" y="9061"/>
                    <a:pt x="71239" y="9011"/>
                  </a:cubicBezTo>
                  <a:close/>
                  <a:moveTo>
                    <a:pt x="75769" y="7766"/>
                  </a:moveTo>
                  <a:lnTo>
                    <a:pt x="75769" y="7766"/>
                  </a:lnTo>
                  <a:cubicBezTo>
                    <a:pt x="75196" y="8314"/>
                    <a:pt x="74674" y="8936"/>
                    <a:pt x="74151" y="9583"/>
                  </a:cubicBezTo>
                  <a:cubicBezTo>
                    <a:pt x="74126" y="9583"/>
                    <a:pt x="74101" y="9558"/>
                    <a:pt x="74051" y="9558"/>
                  </a:cubicBezTo>
                  <a:cubicBezTo>
                    <a:pt x="74026" y="9534"/>
                    <a:pt x="73952" y="9534"/>
                    <a:pt x="73902" y="9534"/>
                  </a:cubicBezTo>
                  <a:cubicBezTo>
                    <a:pt x="73529" y="9409"/>
                    <a:pt x="73155" y="9310"/>
                    <a:pt x="72782" y="9185"/>
                  </a:cubicBezTo>
                  <a:cubicBezTo>
                    <a:pt x="72757" y="9185"/>
                    <a:pt x="72707" y="9185"/>
                    <a:pt x="72682" y="9135"/>
                  </a:cubicBezTo>
                  <a:cubicBezTo>
                    <a:pt x="72583" y="9110"/>
                    <a:pt x="72458" y="9085"/>
                    <a:pt x="72384" y="9085"/>
                  </a:cubicBezTo>
                  <a:cubicBezTo>
                    <a:pt x="72284" y="9061"/>
                    <a:pt x="72184" y="9011"/>
                    <a:pt x="72060" y="9011"/>
                  </a:cubicBezTo>
                  <a:cubicBezTo>
                    <a:pt x="73304" y="8563"/>
                    <a:pt x="74549" y="8140"/>
                    <a:pt x="75769" y="7766"/>
                  </a:cubicBezTo>
                  <a:close/>
                  <a:moveTo>
                    <a:pt x="76291" y="7592"/>
                  </a:moveTo>
                  <a:cubicBezTo>
                    <a:pt x="75644" y="8214"/>
                    <a:pt x="74997" y="8936"/>
                    <a:pt x="74400" y="9683"/>
                  </a:cubicBezTo>
                  <a:cubicBezTo>
                    <a:pt x="74375" y="9683"/>
                    <a:pt x="74375" y="9658"/>
                    <a:pt x="74350" y="9658"/>
                  </a:cubicBezTo>
                  <a:cubicBezTo>
                    <a:pt x="74922" y="8936"/>
                    <a:pt x="75545" y="8239"/>
                    <a:pt x="76167" y="7617"/>
                  </a:cubicBezTo>
                  <a:cubicBezTo>
                    <a:pt x="76217" y="7617"/>
                    <a:pt x="76267" y="7592"/>
                    <a:pt x="76291" y="7592"/>
                  </a:cubicBezTo>
                  <a:close/>
                  <a:moveTo>
                    <a:pt x="70566" y="2589"/>
                  </a:moveTo>
                  <a:cubicBezTo>
                    <a:pt x="72782" y="3112"/>
                    <a:pt x="75022" y="4431"/>
                    <a:pt x="77163" y="6472"/>
                  </a:cubicBezTo>
                  <a:cubicBezTo>
                    <a:pt x="76963" y="6671"/>
                    <a:pt x="76739" y="6845"/>
                    <a:pt x="76515" y="7069"/>
                  </a:cubicBezTo>
                  <a:cubicBezTo>
                    <a:pt x="74773" y="7592"/>
                    <a:pt x="73031" y="8189"/>
                    <a:pt x="71263" y="8861"/>
                  </a:cubicBezTo>
                  <a:lnTo>
                    <a:pt x="71164" y="8861"/>
                  </a:lnTo>
                  <a:cubicBezTo>
                    <a:pt x="71114" y="8861"/>
                    <a:pt x="71039" y="8837"/>
                    <a:pt x="70940" y="8837"/>
                  </a:cubicBezTo>
                  <a:cubicBezTo>
                    <a:pt x="70542" y="8762"/>
                    <a:pt x="70118" y="8712"/>
                    <a:pt x="69670" y="8687"/>
                  </a:cubicBezTo>
                  <a:cubicBezTo>
                    <a:pt x="69571" y="8687"/>
                    <a:pt x="69471" y="8637"/>
                    <a:pt x="69397" y="8637"/>
                  </a:cubicBezTo>
                  <a:lnTo>
                    <a:pt x="69247" y="8637"/>
                  </a:lnTo>
                  <a:cubicBezTo>
                    <a:pt x="68675" y="8613"/>
                    <a:pt x="68102" y="8588"/>
                    <a:pt x="67530" y="8588"/>
                  </a:cubicBezTo>
                  <a:cubicBezTo>
                    <a:pt x="67057" y="8588"/>
                    <a:pt x="66584" y="8613"/>
                    <a:pt x="66136" y="8613"/>
                  </a:cubicBezTo>
                  <a:cubicBezTo>
                    <a:pt x="65862" y="8613"/>
                    <a:pt x="65613" y="8637"/>
                    <a:pt x="65389" y="8687"/>
                  </a:cubicBezTo>
                  <a:cubicBezTo>
                    <a:pt x="65165" y="8712"/>
                    <a:pt x="64966" y="8712"/>
                    <a:pt x="64767" y="8737"/>
                  </a:cubicBezTo>
                  <a:cubicBezTo>
                    <a:pt x="64418" y="8787"/>
                    <a:pt x="64045" y="8812"/>
                    <a:pt x="63697" y="8861"/>
                  </a:cubicBezTo>
                  <a:cubicBezTo>
                    <a:pt x="63647" y="8861"/>
                    <a:pt x="63547" y="8911"/>
                    <a:pt x="63473" y="8911"/>
                  </a:cubicBezTo>
                  <a:cubicBezTo>
                    <a:pt x="63348" y="8911"/>
                    <a:pt x="63273" y="8936"/>
                    <a:pt x="63149" y="8961"/>
                  </a:cubicBezTo>
                  <a:cubicBezTo>
                    <a:pt x="62427" y="9061"/>
                    <a:pt x="61680" y="9210"/>
                    <a:pt x="60934" y="9359"/>
                  </a:cubicBezTo>
                  <a:cubicBezTo>
                    <a:pt x="60336" y="9484"/>
                    <a:pt x="59739" y="9608"/>
                    <a:pt x="59166" y="9782"/>
                  </a:cubicBezTo>
                  <a:cubicBezTo>
                    <a:pt x="59739" y="8214"/>
                    <a:pt x="60461" y="6945"/>
                    <a:pt x="61332" y="5850"/>
                  </a:cubicBezTo>
                  <a:cubicBezTo>
                    <a:pt x="64468" y="4481"/>
                    <a:pt x="67580" y="3385"/>
                    <a:pt x="70566" y="2589"/>
                  </a:cubicBezTo>
                  <a:close/>
                  <a:moveTo>
                    <a:pt x="71736" y="9110"/>
                  </a:moveTo>
                  <a:cubicBezTo>
                    <a:pt x="72533" y="9285"/>
                    <a:pt x="73280" y="9459"/>
                    <a:pt x="74026" y="9733"/>
                  </a:cubicBezTo>
                  <a:lnTo>
                    <a:pt x="74001" y="9782"/>
                  </a:lnTo>
                  <a:cubicBezTo>
                    <a:pt x="73902" y="9733"/>
                    <a:pt x="73827" y="9708"/>
                    <a:pt x="73753" y="9708"/>
                  </a:cubicBezTo>
                  <a:cubicBezTo>
                    <a:pt x="73578" y="9658"/>
                    <a:pt x="73429" y="9608"/>
                    <a:pt x="73255" y="9558"/>
                  </a:cubicBezTo>
                  <a:cubicBezTo>
                    <a:pt x="73080" y="9484"/>
                    <a:pt x="72906" y="9459"/>
                    <a:pt x="72757" y="9434"/>
                  </a:cubicBezTo>
                  <a:cubicBezTo>
                    <a:pt x="72707" y="9434"/>
                    <a:pt x="72682" y="9409"/>
                    <a:pt x="72657" y="9409"/>
                  </a:cubicBezTo>
                  <a:lnTo>
                    <a:pt x="72632" y="9409"/>
                  </a:lnTo>
                  <a:cubicBezTo>
                    <a:pt x="72458" y="9359"/>
                    <a:pt x="72284" y="9310"/>
                    <a:pt x="72135" y="9285"/>
                  </a:cubicBezTo>
                  <a:cubicBezTo>
                    <a:pt x="71935" y="9235"/>
                    <a:pt x="71786" y="9185"/>
                    <a:pt x="71662" y="9160"/>
                  </a:cubicBezTo>
                  <a:cubicBezTo>
                    <a:pt x="71687" y="9160"/>
                    <a:pt x="71687" y="9160"/>
                    <a:pt x="71736" y="9110"/>
                  </a:cubicBezTo>
                  <a:close/>
                  <a:moveTo>
                    <a:pt x="60983" y="5999"/>
                  </a:moveTo>
                  <a:cubicBezTo>
                    <a:pt x="60187" y="7069"/>
                    <a:pt x="59490" y="8339"/>
                    <a:pt x="58942" y="9782"/>
                  </a:cubicBezTo>
                  <a:cubicBezTo>
                    <a:pt x="58922" y="9782"/>
                    <a:pt x="58884" y="9782"/>
                    <a:pt x="58872" y="9796"/>
                  </a:cubicBezTo>
                  <a:lnTo>
                    <a:pt x="58872" y="9796"/>
                  </a:lnTo>
                  <a:cubicBezTo>
                    <a:pt x="59419" y="8357"/>
                    <a:pt x="60089" y="7116"/>
                    <a:pt x="60859" y="6074"/>
                  </a:cubicBezTo>
                  <a:cubicBezTo>
                    <a:pt x="60909" y="6049"/>
                    <a:pt x="60934" y="6049"/>
                    <a:pt x="60983" y="5999"/>
                  </a:cubicBezTo>
                  <a:close/>
                  <a:moveTo>
                    <a:pt x="106582" y="9856"/>
                  </a:moveTo>
                  <a:lnTo>
                    <a:pt x="106582" y="9856"/>
                  </a:lnTo>
                  <a:cubicBezTo>
                    <a:pt x="106582" y="9857"/>
                    <a:pt x="106583" y="9857"/>
                    <a:pt x="106584" y="9857"/>
                  </a:cubicBezTo>
                  <a:cubicBezTo>
                    <a:pt x="106595" y="9857"/>
                    <a:pt x="106601" y="9867"/>
                    <a:pt x="106607" y="9878"/>
                  </a:cubicBezTo>
                  <a:lnTo>
                    <a:pt x="106607" y="9878"/>
                  </a:lnTo>
                  <a:cubicBezTo>
                    <a:pt x="106598" y="9871"/>
                    <a:pt x="106590" y="9864"/>
                    <a:pt x="106582" y="9856"/>
                  </a:cubicBezTo>
                  <a:close/>
                  <a:moveTo>
                    <a:pt x="67430" y="8712"/>
                  </a:moveTo>
                  <a:cubicBezTo>
                    <a:pt x="68028" y="8712"/>
                    <a:pt x="68625" y="8737"/>
                    <a:pt x="69173" y="8762"/>
                  </a:cubicBezTo>
                  <a:cubicBezTo>
                    <a:pt x="69272" y="8762"/>
                    <a:pt x="69397" y="8812"/>
                    <a:pt x="69496" y="8812"/>
                  </a:cubicBezTo>
                  <a:cubicBezTo>
                    <a:pt x="69670" y="8837"/>
                    <a:pt x="69820" y="8837"/>
                    <a:pt x="70019" y="8861"/>
                  </a:cubicBezTo>
                  <a:lnTo>
                    <a:pt x="70766" y="8961"/>
                  </a:lnTo>
                  <a:cubicBezTo>
                    <a:pt x="70840" y="8986"/>
                    <a:pt x="70840" y="8986"/>
                    <a:pt x="70815" y="8986"/>
                  </a:cubicBezTo>
                  <a:cubicBezTo>
                    <a:pt x="70790" y="8986"/>
                    <a:pt x="70790" y="8986"/>
                    <a:pt x="70766" y="9036"/>
                  </a:cubicBezTo>
                  <a:lnTo>
                    <a:pt x="70641" y="9036"/>
                  </a:lnTo>
                  <a:cubicBezTo>
                    <a:pt x="70293" y="8961"/>
                    <a:pt x="69919" y="8936"/>
                    <a:pt x="69571" y="8911"/>
                  </a:cubicBezTo>
                  <a:cubicBezTo>
                    <a:pt x="69496" y="8911"/>
                    <a:pt x="69397" y="8861"/>
                    <a:pt x="69297" y="8861"/>
                  </a:cubicBezTo>
                  <a:lnTo>
                    <a:pt x="69073" y="8861"/>
                  </a:lnTo>
                  <a:cubicBezTo>
                    <a:pt x="68550" y="8837"/>
                    <a:pt x="68028" y="8812"/>
                    <a:pt x="67505" y="8812"/>
                  </a:cubicBezTo>
                  <a:cubicBezTo>
                    <a:pt x="67032" y="8812"/>
                    <a:pt x="66559" y="8837"/>
                    <a:pt x="66086" y="8837"/>
                  </a:cubicBezTo>
                  <a:lnTo>
                    <a:pt x="65937" y="8837"/>
                  </a:lnTo>
                  <a:cubicBezTo>
                    <a:pt x="65812" y="8837"/>
                    <a:pt x="65713" y="8861"/>
                    <a:pt x="65588" y="8861"/>
                  </a:cubicBezTo>
                  <a:cubicBezTo>
                    <a:pt x="65538" y="8861"/>
                    <a:pt x="65439" y="8861"/>
                    <a:pt x="65389" y="8911"/>
                  </a:cubicBezTo>
                  <a:cubicBezTo>
                    <a:pt x="65165" y="8936"/>
                    <a:pt x="64966" y="8936"/>
                    <a:pt x="64767" y="8961"/>
                  </a:cubicBezTo>
                  <a:cubicBezTo>
                    <a:pt x="64642" y="8961"/>
                    <a:pt x="64518" y="8986"/>
                    <a:pt x="64344" y="8986"/>
                  </a:cubicBezTo>
                  <a:lnTo>
                    <a:pt x="63697" y="9085"/>
                  </a:lnTo>
                  <a:cubicBezTo>
                    <a:pt x="63647" y="9085"/>
                    <a:pt x="63547" y="9110"/>
                    <a:pt x="63473" y="9110"/>
                  </a:cubicBezTo>
                  <a:lnTo>
                    <a:pt x="62726" y="9210"/>
                  </a:lnTo>
                  <a:lnTo>
                    <a:pt x="61805" y="9409"/>
                  </a:lnTo>
                  <a:cubicBezTo>
                    <a:pt x="61556" y="9434"/>
                    <a:pt x="61307" y="9484"/>
                    <a:pt x="61058" y="9534"/>
                  </a:cubicBezTo>
                  <a:cubicBezTo>
                    <a:pt x="60710" y="9583"/>
                    <a:pt x="60336" y="9683"/>
                    <a:pt x="59963" y="9782"/>
                  </a:cubicBezTo>
                  <a:cubicBezTo>
                    <a:pt x="59739" y="9832"/>
                    <a:pt x="59565" y="9857"/>
                    <a:pt x="59341" y="9932"/>
                  </a:cubicBezTo>
                  <a:lnTo>
                    <a:pt x="58967" y="10031"/>
                  </a:lnTo>
                  <a:lnTo>
                    <a:pt x="58967" y="9982"/>
                  </a:lnTo>
                  <a:lnTo>
                    <a:pt x="58967" y="9957"/>
                  </a:lnTo>
                  <a:cubicBezTo>
                    <a:pt x="60486" y="9558"/>
                    <a:pt x="61954" y="9235"/>
                    <a:pt x="63398" y="9011"/>
                  </a:cubicBezTo>
                  <a:cubicBezTo>
                    <a:pt x="63448" y="9011"/>
                    <a:pt x="63547" y="8986"/>
                    <a:pt x="63597" y="8986"/>
                  </a:cubicBezTo>
                  <a:cubicBezTo>
                    <a:pt x="63945" y="8936"/>
                    <a:pt x="64319" y="8911"/>
                    <a:pt x="64667" y="8861"/>
                  </a:cubicBezTo>
                  <a:cubicBezTo>
                    <a:pt x="64891" y="8837"/>
                    <a:pt x="65066" y="8837"/>
                    <a:pt x="65290" y="8812"/>
                  </a:cubicBezTo>
                  <a:cubicBezTo>
                    <a:pt x="65538" y="8762"/>
                    <a:pt x="65787" y="8762"/>
                    <a:pt x="66036" y="8737"/>
                  </a:cubicBezTo>
                  <a:cubicBezTo>
                    <a:pt x="66509" y="8712"/>
                    <a:pt x="66957" y="8712"/>
                    <a:pt x="67430" y="8712"/>
                  </a:cubicBezTo>
                  <a:close/>
                  <a:moveTo>
                    <a:pt x="74474" y="9932"/>
                  </a:moveTo>
                  <a:cubicBezTo>
                    <a:pt x="75370" y="10255"/>
                    <a:pt x="76217" y="10679"/>
                    <a:pt x="76988" y="11176"/>
                  </a:cubicBezTo>
                  <a:cubicBezTo>
                    <a:pt x="77735" y="11649"/>
                    <a:pt x="78457" y="12222"/>
                    <a:pt x="79079" y="12844"/>
                  </a:cubicBezTo>
                  <a:cubicBezTo>
                    <a:pt x="79005" y="12844"/>
                    <a:pt x="78980" y="12819"/>
                    <a:pt x="78955" y="12794"/>
                  </a:cubicBezTo>
                  <a:cubicBezTo>
                    <a:pt x="78731" y="12570"/>
                    <a:pt x="78507" y="12396"/>
                    <a:pt x="78283" y="12197"/>
                  </a:cubicBezTo>
                  <a:cubicBezTo>
                    <a:pt x="78233" y="12147"/>
                    <a:pt x="78158" y="12097"/>
                    <a:pt x="78108" y="12048"/>
                  </a:cubicBezTo>
                  <a:lnTo>
                    <a:pt x="78034" y="11973"/>
                  </a:lnTo>
                  <a:cubicBezTo>
                    <a:pt x="77860" y="11824"/>
                    <a:pt x="77636" y="11674"/>
                    <a:pt x="77461" y="11550"/>
                  </a:cubicBezTo>
                  <a:cubicBezTo>
                    <a:pt x="77387" y="11475"/>
                    <a:pt x="77287" y="11450"/>
                    <a:pt x="77237" y="11400"/>
                  </a:cubicBezTo>
                  <a:cubicBezTo>
                    <a:pt x="77138" y="11326"/>
                    <a:pt x="77088" y="11301"/>
                    <a:pt x="76988" y="11226"/>
                  </a:cubicBezTo>
                  <a:cubicBezTo>
                    <a:pt x="76963" y="11226"/>
                    <a:pt x="76963" y="11201"/>
                    <a:pt x="76914" y="11201"/>
                  </a:cubicBezTo>
                  <a:cubicBezTo>
                    <a:pt x="76889" y="11176"/>
                    <a:pt x="76864" y="11176"/>
                    <a:pt x="76864" y="11127"/>
                  </a:cubicBezTo>
                  <a:cubicBezTo>
                    <a:pt x="76739" y="11077"/>
                    <a:pt x="76640" y="10977"/>
                    <a:pt x="76515" y="10927"/>
                  </a:cubicBezTo>
                  <a:cubicBezTo>
                    <a:pt x="76466" y="10878"/>
                    <a:pt x="76391" y="10828"/>
                    <a:pt x="76341" y="10803"/>
                  </a:cubicBezTo>
                  <a:cubicBezTo>
                    <a:pt x="76117" y="10679"/>
                    <a:pt x="75893" y="10579"/>
                    <a:pt x="75669" y="10479"/>
                  </a:cubicBezTo>
                  <a:cubicBezTo>
                    <a:pt x="75570" y="10430"/>
                    <a:pt x="75470" y="10355"/>
                    <a:pt x="75370" y="10330"/>
                  </a:cubicBezTo>
                  <a:cubicBezTo>
                    <a:pt x="75196" y="10255"/>
                    <a:pt x="75097" y="10206"/>
                    <a:pt x="74922" y="10131"/>
                  </a:cubicBezTo>
                  <a:lnTo>
                    <a:pt x="74474" y="9957"/>
                  </a:lnTo>
                  <a:lnTo>
                    <a:pt x="74474" y="9932"/>
                  </a:lnTo>
                  <a:close/>
                  <a:moveTo>
                    <a:pt x="106687" y="9948"/>
                  </a:moveTo>
                  <a:cubicBezTo>
                    <a:pt x="106865" y="10088"/>
                    <a:pt x="107027" y="10249"/>
                    <a:pt x="107231" y="10430"/>
                  </a:cubicBezTo>
                  <a:lnTo>
                    <a:pt x="107256" y="10454"/>
                  </a:lnTo>
                  <a:cubicBezTo>
                    <a:pt x="107405" y="10604"/>
                    <a:pt x="107580" y="10728"/>
                    <a:pt x="107729" y="10903"/>
                  </a:cubicBezTo>
                  <a:lnTo>
                    <a:pt x="108028" y="11201"/>
                  </a:lnTo>
                  <a:cubicBezTo>
                    <a:pt x="108127" y="11301"/>
                    <a:pt x="108227" y="11425"/>
                    <a:pt x="108301" y="11525"/>
                  </a:cubicBezTo>
                  <a:cubicBezTo>
                    <a:pt x="108575" y="11799"/>
                    <a:pt x="108849" y="12097"/>
                    <a:pt x="109098" y="12421"/>
                  </a:cubicBezTo>
                  <a:cubicBezTo>
                    <a:pt x="109123" y="12446"/>
                    <a:pt x="109123" y="12471"/>
                    <a:pt x="109148" y="12520"/>
                  </a:cubicBezTo>
                  <a:cubicBezTo>
                    <a:pt x="109222" y="12595"/>
                    <a:pt x="109297" y="12695"/>
                    <a:pt x="109372" y="12794"/>
                  </a:cubicBezTo>
                  <a:cubicBezTo>
                    <a:pt x="109496" y="12944"/>
                    <a:pt x="109596" y="13068"/>
                    <a:pt x="109720" y="13217"/>
                  </a:cubicBezTo>
                  <a:lnTo>
                    <a:pt x="109048" y="12471"/>
                  </a:lnTo>
                  <a:cubicBezTo>
                    <a:pt x="108998" y="12396"/>
                    <a:pt x="108899" y="12296"/>
                    <a:pt x="108849" y="12197"/>
                  </a:cubicBezTo>
                  <a:cubicBezTo>
                    <a:pt x="108725" y="12048"/>
                    <a:pt x="108600" y="11923"/>
                    <a:pt x="108476" y="11774"/>
                  </a:cubicBezTo>
                  <a:cubicBezTo>
                    <a:pt x="108401" y="11699"/>
                    <a:pt x="108351" y="11649"/>
                    <a:pt x="108277" y="11550"/>
                  </a:cubicBezTo>
                  <a:cubicBezTo>
                    <a:pt x="108177" y="11450"/>
                    <a:pt x="108127" y="11351"/>
                    <a:pt x="108028" y="11276"/>
                  </a:cubicBezTo>
                  <a:lnTo>
                    <a:pt x="107978" y="11201"/>
                  </a:lnTo>
                  <a:cubicBezTo>
                    <a:pt x="107903" y="11127"/>
                    <a:pt x="107878" y="11077"/>
                    <a:pt x="107804" y="11052"/>
                  </a:cubicBezTo>
                  <a:cubicBezTo>
                    <a:pt x="107461" y="10670"/>
                    <a:pt x="107054" y="10271"/>
                    <a:pt x="106687" y="9948"/>
                  </a:cubicBezTo>
                  <a:close/>
                  <a:moveTo>
                    <a:pt x="86845" y="5402"/>
                  </a:moveTo>
                  <a:lnTo>
                    <a:pt x="86945" y="5427"/>
                  </a:lnTo>
                  <a:cubicBezTo>
                    <a:pt x="89782" y="7492"/>
                    <a:pt x="91799" y="10430"/>
                    <a:pt x="92894" y="14089"/>
                  </a:cubicBezTo>
                  <a:lnTo>
                    <a:pt x="92819" y="14089"/>
                  </a:lnTo>
                  <a:cubicBezTo>
                    <a:pt x="91724" y="10430"/>
                    <a:pt x="89708" y="7492"/>
                    <a:pt x="86845" y="5402"/>
                  </a:cubicBezTo>
                  <a:close/>
                  <a:moveTo>
                    <a:pt x="110392" y="14313"/>
                  </a:moveTo>
                  <a:cubicBezTo>
                    <a:pt x="110395" y="14318"/>
                    <a:pt x="110397" y="14323"/>
                    <a:pt x="110400" y="14328"/>
                  </a:cubicBezTo>
                  <a:lnTo>
                    <a:pt x="110400" y="14328"/>
                  </a:lnTo>
                  <a:cubicBezTo>
                    <a:pt x="110395" y="14323"/>
                    <a:pt x="110392" y="14319"/>
                    <a:pt x="110392" y="14313"/>
                  </a:cubicBezTo>
                  <a:close/>
                  <a:moveTo>
                    <a:pt x="95582" y="14163"/>
                  </a:moveTo>
                  <a:lnTo>
                    <a:pt x="94761" y="14238"/>
                  </a:lnTo>
                  <a:cubicBezTo>
                    <a:pt x="94213" y="14288"/>
                    <a:pt x="93690" y="14313"/>
                    <a:pt x="93143" y="14337"/>
                  </a:cubicBezTo>
                  <a:cubicBezTo>
                    <a:pt x="93143" y="14313"/>
                    <a:pt x="93093" y="14288"/>
                    <a:pt x="93093" y="14238"/>
                  </a:cubicBezTo>
                  <a:cubicBezTo>
                    <a:pt x="93922" y="14189"/>
                    <a:pt x="94775" y="14164"/>
                    <a:pt x="95582" y="14163"/>
                  </a:cubicBezTo>
                  <a:close/>
                  <a:moveTo>
                    <a:pt x="92944" y="14288"/>
                  </a:moveTo>
                  <a:cubicBezTo>
                    <a:pt x="92944" y="14313"/>
                    <a:pt x="92968" y="14337"/>
                    <a:pt x="92968" y="14387"/>
                  </a:cubicBezTo>
                  <a:lnTo>
                    <a:pt x="92919" y="14387"/>
                  </a:lnTo>
                  <a:cubicBezTo>
                    <a:pt x="92894" y="14313"/>
                    <a:pt x="92894" y="14288"/>
                    <a:pt x="92894" y="14288"/>
                  </a:cubicBezTo>
                  <a:close/>
                  <a:moveTo>
                    <a:pt x="95557" y="14362"/>
                  </a:moveTo>
                  <a:cubicBezTo>
                    <a:pt x="95134" y="14412"/>
                    <a:pt x="94686" y="14462"/>
                    <a:pt x="94263" y="14537"/>
                  </a:cubicBezTo>
                  <a:cubicBezTo>
                    <a:pt x="94064" y="14562"/>
                    <a:pt x="93840" y="14562"/>
                    <a:pt x="93665" y="14586"/>
                  </a:cubicBezTo>
                  <a:cubicBezTo>
                    <a:pt x="93466" y="14661"/>
                    <a:pt x="93392" y="14686"/>
                    <a:pt x="93267" y="14686"/>
                  </a:cubicBezTo>
                  <a:lnTo>
                    <a:pt x="93267" y="14636"/>
                  </a:lnTo>
                  <a:cubicBezTo>
                    <a:pt x="93367" y="14586"/>
                    <a:pt x="93516" y="14562"/>
                    <a:pt x="93641" y="14562"/>
                  </a:cubicBezTo>
                  <a:cubicBezTo>
                    <a:pt x="93964" y="14487"/>
                    <a:pt x="94313" y="14462"/>
                    <a:pt x="94661" y="14437"/>
                  </a:cubicBezTo>
                  <a:cubicBezTo>
                    <a:pt x="94711" y="14437"/>
                    <a:pt x="94786" y="14412"/>
                    <a:pt x="94835" y="14412"/>
                  </a:cubicBezTo>
                  <a:cubicBezTo>
                    <a:pt x="95010" y="14412"/>
                    <a:pt x="95134" y="14412"/>
                    <a:pt x="95283" y="14362"/>
                  </a:cubicBezTo>
                  <a:close/>
                  <a:moveTo>
                    <a:pt x="97623" y="14263"/>
                  </a:moveTo>
                  <a:cubicBezTo>
                    <a:pt x="97996" y="14263"/>
                    <a:pt x="98345" y="14263"/>
                    <a:pt x="98743" y="14288"/>
                  </a:cubicBezTo>
                  <a:cubicBezTo>
                    <a:pt x="98942" y="14288"/>
                    <a:pt x="99166" y="14313"/>
                    <a:pt x="99390" y="14313"/>
                  </a:cubicBezTo>
                  <a:lnTo>
                    <a:pt x="99614" y="14313"/>
                  </a:lnTo>
                  <a:cubicBezTo>
                    <a:pt x="100411" y="14412"/>
                    <a:pt x="101232" y="14537"/>
                    <a:pt x="102004" y="14686"/>
                  </a:cubicBezTo>
                  <a:cubicBezTo>
                    <a:pt x="101158" y="14537"/>
                    <a:pt x="100311" y="14437"/>
                    <a:pt x="99490" y="14387"/>
                  </a:cubicBezTo>
                  <a:cubicBezTo>
                    <a:pt x="98868" y="14313"/>
                    <a:pt x="98245" y="14288"/>
                    <a:pt x="97623" y="14263"/>
                  </a:cubicBezTo>
                  <a:close/>
                  <a:moveTo>
                    <a:pt x="90778" y="5252"/>
                  </a:moveTo>
                  <a:cubicBezTo>
                    <a:pt x="91475" y="5252"/>
                    <a:pt x="92172" y="5302"/>
                    <a:pt x="92844" y="5327"/>
                  </a:cubicBezTo>
                  <a:cubicBezTo>
                    <a:pt x="93143" y="5352"/>
                    <a:pt x="93417" y="5377"/>
                    <a:pt x="93690" y="5377"/>
                  </a:cubicBezTo>
                  <a:cubicBezTo>
                    <a:pt x="94064" y="5427"/>
                    <a:pt x="94462" y="5451"/>
                    <a:pt x="94835" y="5476"/>
                  </a:cubicBezTo>
                  <a:cubicBezTo>
                    <a:pt x="95184" y="5501"/>
                    <a:pt x="95532" y="5576"/>
                    <a:pt x="95881" y="5626"/>
                  </a:cubicBezTo>
                  <a:cubicBezTo>
                    <a:pt x="96155" y="5675"/>
                    <a:pt x="96453" y="5725"/>
                    <a:pt x="96752" y="5750"/>
                  </a:cubicBezTo>
                  <a:cubicBezTo>
                    <a:pt x="97125" y="5825"/>
                    <a:pt x="97499" y="5924"/>
                    <a:pt x="97872" y="5999"/>
                  </a:cubicBezTo>
                  <a:cubicBezTo>
                    <a:pt x="98121" y="6074"/>
                    <a:pt x="98320" y="6099"/>
                    <a:pt x="98544" y="6173"/>
                  </a:cubicBezTo>
                  <a:cubicBezTo>
                    <a:pt x="100934" y="8413"/>
                    <a:pt x="102651" y="11326"/>
                    <a:pt x="103622" y="14810"/>
                  </a:cubicBezTo>
                  <a:cubicBezTo>
                    <a:pt x="103398" y="14761"/>
                    <a:pt x="103149" y="14686"/>
                    <a:pt x="102900" y="14661"/>
                  </a:cubicBezTo>
                  <a:cubicBezTo>
                    <a:pt x="102850" y="14661"/>
                    <a:pt x="102751" y="14636"/>
                    <a:pt x="102676" y="14636"/>
                  </a:cubicBezTo>
                  <a:cubicBezTo>
                    <a:pt x="102402" y="14562"/>
                    <a:pt x="102153" y="14512"/>
                    <a:pt x="101880" y="14462"/>
                  </a:cubicBezTo>
                  <a:cubicBezTo>
                    <a:pt x="101780" y="14437"/>
                    <a:pt x="101680" y="14437"/>
                    <a:pt x="101606" y="14437"/>
                  </a:cubicBezTo>
                  <a:cubicBezTo>
                    <a:pt x="101357" y="14412"/>
                    <a:pt x="101108" y="14337"/>
                    <a:pt x="100859" y="14313"/>
                  </a:cubicBezTo>
                  <a:cubicBezTo>
                    <a:pt x="100735" y="14288"/>
                    <a:pt x="100610" y="14288"/>
                    <a:pt x="100486" y="14288"/>
                  </a:cubicBezTo>
                  <a:cubicBezTo>
                    <a:pt x="100262" y="14263"/>
                    <a:pt x="100038" y="14213"/>
                    <a:pt x="99789" y="14213"/>
                  </a:cubicBezTo>
                  <a:lnTo>
                    <a:pt x="99565" y="14213"/>
                  </a:lnTo>
                  <a:cubicBezTo>
                    <a:pt x="98377" y="14097"/>
                    <a:pt x="97138" y="14032"/>
                    <a:pt x="95864" y="14032"/>
                  </a:cubicBezTo>
                  <a:cubicBezTo>
                    <a:pt x="94949" y="14032"/>
                    <a:pt x="94015" y="14066"/>
                    <a:pt x="93068" y="14138"/>
                  </a:cubicBezTo>
                  <a:cubicBezTo>
                    <a:pt x="92023" y="10479"/>
                    <a:pt x="90031" y="7542"/>
                    <a:pt x="87219" y="5451"/>
                  </a:cubicBezTo>
                  <a:cubicBezTo>
                    <a:pt x="87318" y="5451"/>
                    <a:pt x="87418" y="5427"/>
                    <a:pt x="87542" y="5427"/>
                  </a:cubicBezTo>
                  <a:lnTo>
                    <a:pt x="88563" y="5327"/>
                  </a:lnTo>
                  <a:cubicBezTo>
                    <a:pt x="89309" y="5302"/>
                    <a:pt x="90056" y="5252"/>
                    <a:pt x="90778" y="5252"/>
                  </a:cubicBezTo>
                  <a:close/>
                  <a:moveTo>
                    <a:pt x="48115" y="10056"/>
                  </a:moveTo>
                  <a:cubicBezTo>
                    <a:pt x="46173" y="11176"/>
                    <a:pt x="43609" y="12769"/>
                    <a:pt x="41867" y="13964"/>
                  </a:cubicBezTo>
                  <a:cubicBezTo>
                    <a:pt x="41444" y="14263"/>
                    <a:pt x="41046" y="14537"/>
                    <a:pt x="40573" y="14885"/>
                  </a:cubicBezTo>
                  <a:lnTo>
                    <a:pt x="40448" y="14885"/>
                  </a:lnTo>
                  <a:cubicBezTo>
                    <a:pt x="41892" y="13889"/>
                    <a:pt x="43311" y="12944"/>
                    <a:pt x="44729" y="12048"/>
                  </a:cubicBezTo>
                  <a:cubicBezTo>
                    <a:pt x="45153" y="11774"/>
                    <a:pt x="45601" y="11525"/>
                    <a:pt x="45999" y="11276"/>
                  </a:cubicBezTo>
                  <a:cubicBezTo>
                    <a:pt x="46721" y="10828"/>
                    <a:pt x="47393" y="10430"/>
                    <a:pt x="48115" y="10056"/>
                  </a:cubicBezTo>
                  <a:close/>
                  <a:moveTo>
                    <a:pt x="98942" y="6248"/>
                  </a:moveTo>
                  <a:cubicBezTo>
                    <a:pt x="99017" y="6298"/>
                    <a:pt x="99042" y="6323"/>
                    <a:pt x="99067" y="6323"/>
                  </a:cubicBezTo>
                  <a:cubicBezTo>
                    <a:pt x="101357" y="8588"/>
                    <a:pt x="102975" y="11450"/>
                    <a:pt x="103896" y="14885"/>
                  </a:cubicBezTo>
                  <a:cubicBezTo>
                    <a:pt x="103871" y="14885"/>
                    <a:pt x="103846" y="14885"/>
                    <a:pt x="103846" y="14835"/>
                  </a:cubicBezTo>
                  <a:cubicBezTo>
                    <a:pt x="102900" y="11400"/>
                    <a:pt x="101257" y="8538"/>
                    <a:pt x="98942" y="6248"/>
                  </a:cubicBezTo>
                  <a:close/>
                  <a:moveTo>
                    <a:pt x="99440" y="6472"/>
                  </a:moveTo>
                  <a:lnTo>
                    <a:pt x="99440" y="6472"/>
                  </a:lnTo>
                  <a:cubicBezTo>
                    <a:pt x="99540" y="6497"/>
                    <a:pt x="99614" y="6522"/>
                    <a:pt x="99689" y="6522"/>
                  </a:cubicBezTo>
                  <a:cubicBezTo>
                    <a:pt x="99888" y="6596"/>
                    <a:pt x="100112" y="6646"/>
                    <a:pt x="100311" y="6721"/>
                  </a:cubicBezTo>
                  <a:cubicBezTo>
                    <a:pt x="100386" y="6721"/>
                    <a:pt x="100436" y="6746"/>
                    <a:pt x="100535" y="6796"/>
                  </a:cubicBezTo>
                  <a:cubicBezTo>
                    <a:pt x="102776" y="9110"/>
                    <a:pt x="104269" y="12048"/>
                    <a:pt x="105090" y="15209"/>
                  </a:cubicBezTo>
                  <a:cubicBezTo>
                    <a:pt x="105016" y="15184"/>
                    <a:pt x="104991" y="15184"/>
                    <a:pt x="104916" y="15184"/>
                  </a:cubicBezTo>
                  <a:cubicBezTo>
                    <a:pt x="104866" y="15184"/>
                    <a:pt x="104842" y="15159"/>
                    <a:pt x="104767" y="15159"/>
                  </a:cubicBezTo>
                  <a:lnTo>
                    <a:pt x="104120" y="14960"/>
                  </a:lnTo>
                  <a:cubicBezTo>
                    <a:pt x="103224" y="11575"/>
                    <a:pt x="101631" y="8712"/>
                    <a:pt x="99440" y="6472"/>
                  </a:cubicBezTo>
                  <a:close/>
                  <a:moveTo>
                    <a:pt x="100909" y="6920"/>
                  </a:moveTo>
                  <a:cubicBezTo>
                    <a:pt x="100934" y="6945"/>
                    <a:pt x="101008" y="6945"/>
                    <a:pt x="101033" y="6970"/>
                  </a:cubicBezTo>
                  <a:cubicBezTo>
                    <a:pt x="103149" y="9310"/>
                    <a:pt x="104543" y="12172"/>
                    <a:pt x="105339" y="15308"/>
                  </a:cubicBezTo>
                  <a:cubicBezTo>
                    <a:pt x="105290" y="15308"/>
                    <a:pt x="105290" y="15308"/>
                    <a:pt x="105265" y="15283"/>
                  </a:cubicBezTo>
                  <a:cubicBezTo>
                    <a:pt x="104493" y="12147"/>
                    <a:pt x="103049" y="9235"/>
                    <a:pt x="100909" y="6920"/>
                  </a:cubicBezTo>
                  <a:close/>
                  <a:moveTo>
                    <a:pt x="67530" y="8961"/>
                  </a:moveTo>
                  <a:cubicBezTo>
                    <a:pt x="68077" y="8961"/>
                    <a:pt x="68650" y="8986"/>
                    <a:pt x="69173" y="9011"/>
                  </a:cubicBezTo>
                  <a:lnTo>
                    <a:pt x="69272" y="9011"/>
                  </a:lnTo>
                  <a:cubicBezTo>
                    <a:pt x="69397" y="9011"/>
                    <a:pt x="69521" y="9061"/>
                    <a:pt x="69621" y="9061"/>
                  </a:cubicBezTo>
                  <a:cubicBezTo>
                    <a:pt x="69745" y="9061"/>
                    <a:pt x="69820" y="9085"/>
                    <a:pt x="69944" y="9085"/>
                  </a:cubicBezTo>
                  <a:cubicBezTo>
                    <a:pt x="70118" y="9110"/>
                    <a:pt x="70268" y="9110"/>
                    <a:pt x="70417" y="9160"/>
                  </a:cubicBezTo>
                  <a:cubicBezTo>
                    <a:pt x="66310" y="10803"/>
                    <a:pt x="62103" y="12844"/>
                    <a:pt x="57847" y="15333"/>
                  </a:cubicBezTo>
                  <a:cubicBezTo>
                    <a:pt x="58046" y="13541"/>
                    <a:pt x="58420" y="11799"/>
                    <a:pt x="58967" y="10206"/>
                  </a:cubicBezTo>
                  <a:cubicBezTo>
                    <a:pt x="60560" y="9807"/>
                    <a:pt x="62079" y="9484"/>
                    <a:pt x="63547" y="9285"/>
                  </a:cubicBezTo>
                  <a:cubicBezTo>
                    <a:pt x="63572" y="9285"/>
                    <a:pt x="63647" y="9285"/>
                    <a:pt x="63672" y="9235"/>
                  </a:cubicBezTo>
                  <a:lnTo>
                    <a:pt x="63746" y="9235"/>
                  </a:lnTo>
                  <a:cubicBezTo>
                    <a:pt x="64095" y="9185"/>
                    <a:pt x="64443" y="9160"/>
                    <a:pt x="64792" y="9110"/>
                  </a:cubicBezTo>
                  <a:cubicBezTo>
                    <a:pt x="64991" y="9085"/>
                    <a:pt x="65190" y="9085"/>
                    <a:pt x="65414" y="9061"/>
                  </a:cubicBezTo>
                  <a:cubicBezTo>
                    <a:pt x="65663" y="9011"/>
                    <a:pt x="65862" y="9011"/>
                    <a:pt x="66136" y="8986"/>
                  </a:cubicBezTo>
                  <a:cubicBezTo>
                    <a:pt x="66584" y="8961"/>
                    <a:pt x="67057" y="8961"/>
                    <a:pt x="67530" y="8961"/>
                  </a:cubicBezTo>
                  <a:close/>
                  <a:moveTo>
                    <a:pt x="40274" y="15084"/>
                  </a:moveTo>
                  <a:lnTo>
                    <a:pt x="40000" y="15283"/>
                  </a:lnTo>
                  <a:cubicBezTo>
                    <a:pt x="39950" y="15308"/>
                    <a:pt x="39901" y="15333"/>
                    <a:pt x="39876" y="15383"/>
                  </a:cubicBezTo>
                  <a:lnTo>
                    <a:pt x="39876" y="15333"/>
                  </a:lnTo>
                  <a:cubicBezTo>
                    <a:pt x="39876" y="15283"/>
                    <a:pt x="39926" y="15258"/>
                    <a:pt x="40000" y="15209"/>
                  </a:cubicBezTo>
                  <a:cubicBezTo>
                    <a:pt x="40025" y="15209"/>
                    <a:pt x="40025" y="15184"/>
                    <a:pt x="40050" y="15184"/>
                  </a:cubicBezTo>
                  <a:cubicBezTo>
                    <a:pt x="40075" y="15184"/>
                    <a:pt x="40100" y="15159"/>
                    <a:pt x="40150" y="15159"/>
                  </a:cubicBezTo>
                  <a:cubicBezTo>
                    <a:pt x="40174" y="15134"/>
                    <a:pt x="40199" y="15134"/>
                    <a:pt x="40274" y="15084"/>
                  </a:cubicBezTo>
                  <a:close/>
                  <a:moveTo>
                    <a:pt x="110591" y="14163"/>
                  </a:moveTo>
                  <a:lnTo>
                    <a:pt x="110591" y="14163"/>
                  </a:lnTo>
                  <a:cubicBezTo>
                    <a:pt x="110741" y="14412"/>
                    <a:pt x="110890" y="14636"/>
                    <a:pt x="111064" y="14810"/>
                  </a:cubicBezTo>
                  <a:cubicBezTo>
                    <a:pt x="111201" y="15021"/>
                    <a:pt x="111347" y="15245"/>
                    <a:pt x="111496" y="15472"/>
                  </a:cubicBezTo>
                  <a:lnTo>
                    <a:pt x="111496" y="15472"/>
                  </a:lnTo>
                  <a:cubicBezTo>
                    <a:pt x="111250" y="15117"/>
                    <a:pt x="111073" y="14883"/>
                    <a:pt x="111015" y="14810"/>
                  </a:cubicBezTo>
                  <a:cubicBezTo>
                    <a:pt x="110965" y="14761"/>
                    <a:pt x="110940" y="14686"/>
                    <a:pt x="110865" y="14636"/>
                  </a:cubicBezTo>
                  <a:cubicBezTo>
                    <a:pt x="110840" y="14562"/>
                    <a:pt x="110766" y="14512"/>
                    <a:pt x="110741" y="14412"/>
                  </a:cubicBezTo>
                  <a:cubicBezTo>
                    <a:pt x="110741" y="14412"/>
                    <a:pt x="110741" y="14387"/>
                    <a:pt x="110716" y="14387"/>
                  </a:cubicBezTo>
                  <a:cubicBezTo>
                    <a:pt x="110691" y="14337"/>
                    <a:pt x="110691" y="14313"/>
                    <a:pt x="110641" y="14288"/>
                  </a:cubicBezTo>
                  <a:cubicBezTo>
                    <a:pt x="110616" y="14263"/>
                    <a:pt x="110591" y="14188"/>
                    <a:pt x="110591" y="14163"/>
                  </a:cubicBezTo>
                  <a:close/>
                  <a:moveTo>
                    <a:pt x="58738" y="10296"/>
                  </a:moveTo>
                  <a:lnTo>
                    <a:pt x="58738" y="10296"/>
                  </a:lnTo>
                  <a:cubicBezTo>
                    <a:pt x="58193" y="11934"/>
                    <a:pt x="57822" y="13671"/>
                    <a:pt x="57623" y="15507"/>
                  </a:cubicBezTo>
                  <a:cubicBezTo>
                    <a:pt x="57598" y="15507"/>
                    <a:pt x="57598" y="15532"/>
                    <a:pt x="57573" y="15532"/>
                  </a:cubicBezTo>
                  <a:cubicBezTo>
                    <a:pt x="57748" y="13690"/>
                    <a:pt x="58096" y="11948"/>
                    <a:pt x="58693" y="10305"/>
                  </a:cubicBezTo>
                  <a:cubicBezTo>
                    <a:pt x="58711" y="10305"/>
                    <a:pt x="58730" y="10305"/>
                    <a:pt x="58738" y="10296"/>
                  </a:cubicBezTo>
                  <a:close/>
                  <a:moveTo>
                    <a:pt x="39677" y="15458"/>
                  </a:moveTo>
                  <a:lnTo>
                    <a:pt x="39677" y="15507"/>
                  </a:lnTo>
                  <a:cubicBezTo>
                    <a:pt x="39627" y="15532"/>
                    <a:pt x="39577" y="15557"/>
                    <a:pt x="39527" y="15582"/>
                  </a:cubicBezTo>
                  <a:cubicBezTo>
                    <a:pt x="39552" y="15557"/>
                    <a:pt x="39552" y="15557"/>
                    <a:pt x="39577" y="15557"/>
                  </a:cubicBezTo>
                  <a:lnTo>
                    <a:pt x="39677" y="15458"/>
                  </a:lnTo>
                  <a:close/>
                  <a:moveTo>
                    <a:pt x="62452" y="4082"/>
                  </a:moveTo>
                  <a:lnTo>
                    <a:pt x="62452" y="4082"/>
                  </a:lnTo>
                  <a:cubicBezTo>
                    <a:pt x="61954" y="4481"/>
                    <a:pt x="61506" y="4954"/>
                    <a:pt x="61083" y="5476"/>
                  </a:cubicBezTo>
                  <a:cubicBezTo>
                    <a:pt x="55209" y="8015"/>
                    <a:pt x="49210" y="11450"/>
                    <a:pt x="43286" y="15657"/>
                  </a:cubicBezTo>
                  <a:cubicBezTo>
                    <a:pt x="42390" y="15159"/>
                    <a:pt x="41618" y="14885"/>
                    <a:pt x="40946" y="14835"/>
                  </a:cubicBezTo>
                  <a:cubicBezTo>
                    <a:pt x="48239" y="9782"/>
                    <a:pt x="55632" y="6123"/>
                    <a:pt x="62452" y="4082"/>
                  </a:cubicBezTo>
                  <a:close/>
                  <a:moveTo>
                    <a:pt x="70915" y="9235"/>
                  </a:moveTo>
                  <a:cubicBezTo>
                    <a:pt x="66659" y="10927"/>
                    <a:pt x="62228" y="13068"/>
                    <a:pt x="57822" y="15682"/>
                  </a:cubicBezTo>
                  <a:lnTo>
                    <a:pt x="57822" y="15632"/>
                  </a:lnTo>
                  <a:cubicBezTo>
                    <a:pt x="62178" y="13068"/>
                    <a:pt x="66534" y="10927"/>
                    <a:pt x="70815" y="9235"/>
                  </a:cubicBezTo>
                  <a:close/>
                  <a:moveTo>
                    <a:pt x="86571" y="5451"/>
                  </a:moveTo>
                  <a:cubicBezTo>
                    <a:pt x="89484" y="7468"/>
                    <a:pt x="91550" y="10430"/>
                    <a:pt x="92645" y="14089"/>
                  </a:cubicBezTo>
                  <a:cubicBezTo>
                    <a:pt x="89832" y="14337"/>
                    <a:pt x="86845" y="14885"/>
                    <a:pt x="83759" y="15706"/>
                  </a:cubicBezTo>
                  <a:cubicBezTo>
                    <a:pt x="82390" y="12421"/>
                    <a:pt x="80573" y="9434"/>
                    <a:pt x="78283" y="6995"/>
                  </a:cubicBezTo>
                  <a:cubicBezTo>
                    <a:pt x="79477" y="6696"/>
                    <a:pt x="80622" y="6422"/>
                    <a:pt x="81767" y="6173"/>
                  </a:cubicBezTo>
                  <a:cubicBezTo>
                    <a:pt x="81892" y="6123"/>
                    <a:pt x="81991" y="6123"/>
                    <a:pt x="82116" y="6099"/>
                  </a:cubicBezTo>
                  <a:cubicBezTo>
                    <a:pt x="82763" y="5974"/>
                    <a:pt x="83410" y="5850"/>
                    <a:pt x="84033" y="5750"/>
                  </a:cubicBezTo>
                  <a:cubicBezTo>
                    <a:pt x="84306" y="5725"/>
                    <a:pt x="84555" y="5700"/>
                    <a:pt x="84829" y="5675"/>
                  </a:cubicBezTo>
                  <a:cubicBezTo>
                    <a:pt x="85327" y="5601"/>
                    <a:pt x="85825" y="5501"/>
                    <a:pt x="86323" y="5476"/>
                  </a:cubicBezTo>
                  <a:cubicBezTo>
                    <a:pt x="86422" y="5451"/>
                    <a:pt x="86472" y="5451"/>
                    <a:pt x="86571" y="5451"/>
                  </a:cubicBezTo>
                  <a:close/>
                  <a:moveTo>
                    <a:pt x="60834" y="5750"/>
                  </a:moveTo>
                  <a:lnTo>
                    <a:pt x="60834" y="5750"/>
                  </a:lnTo>
                  <a:cubicBezTo>
                    <a:pt x="60809" y="5825"/>
                    <a:pt x="60784" y="5875"/>
                    <a:pt x="60734" y="5924"/>
                  </a:cubicBezTo>
                  <a:cubicBezTo>
                    <a:pt x="55109" y="8389"/>
                    <a:pt x="49285" y="11699"/>
                    <a:pt x="43535" y="15781"/>
                  </a:cubicBezTo>
                  <a:cubicBezTo>
                    <a:pt x="43510" y="15781"/>
                    <a:pt x="43510" y="15756"/>
                    <a:pt x="43460" y="15756"/>
                  </a:cubicBezTo>
                  <a:cubicBezTo>
                    <a:pt x="49235" y="11674"/>
                    <a:pt x="55109" y="8289"/>
                    <a:pt x="60834" y="5750"/>
                  </a:cubicBezTo>
                  <a:close/>
                  <a:moveTo>
                    <a:pt x="40921" y="15034"/>
                  </a:moveTo>
                  <a:cubicBezTo>
                    <a:pt x="41046" y="15034"/>
                    <a:pt x="41170" y="15059"/>
                    <a:pt x="41319" y="15059"/>
                  </a:cubicBezTo>
                  <a:cubicBezTo>
                    <a:pt x="41867" y="15184"/>
                    <a:pt x="42440" y="15408"/>
                    <a:pt x="43112" y="15781"/>
                  </a:cubicBezTo>
                  <a:lnTo>
                    <a:pt x="43062" y="15806"/>
                  </a:lnTo>
                  <a:cubicBezTo>
                    <a:pt x="43012" y="15781"/>
                    <a:pt x="42987" y="15756"/>
                    <a:pt x="42912" y="15706"/>
                  </a:cubicBezTo>
                  <a:cubicBezTo>
                    <a:pt x="42863" y="15682"/>
                    <a:pt x="42813" y="15657"/>
                    <a:pt x="42763" y="15657"/>
                  </a:cubicBezTo>
                  <a:cubicBezTo>
                    <a:pt x="42664" y="15632"/>
                    <a:pt x="42564" y="15557"/>
                    <a:pt x="42489" y="15532"/>
                  </a:cubicBezTo>
                  <a:cubicBezTo>
                    <a:pt x="42415" y="15507"/>
                    <a:pt x="42365" y="15458"/>
                    <a:pt x="42265" y="15433"/>
                  </a:cubicBezTo>
                  <a:cubicBezTo>
                    <a:pt x="42191" y="15408"/>
                    <a:pt x="42141" y="15383"/>
                    <a:pt x="42066" y="15383"/>
                  </a:cubicBezTo>
                  <a:cubicBezTo>
                    <a:pt x="41991" y="15333"/>
                    <a:pt x="41917" y="15308"/>
                    <a:pt x="41867" y="15283"/>
                  </a:cubicBezTo>
                  <a:cubicBezTo>
                    <a:pt x="41792" y="15258"/>
                    <a:pt x="41767" y="15258"/>
                    <a:pt x="41693" y="15209"/>
                  </a:cubicBezTo>
                  <a:cubicBezTo>
                    <a:pt x="41643" y="15184"/>
                    <a:pt x="41543" y="15159"/>
                    <a:pt x="41494" y="15159"/>
                  </a:cubicBezTo>
                  <a:cubicBezTo>
                    <a:pt x="41419" y="15159"/>
                    <a:pt x="41369" y="15134"/>
                    <a:pt x="41295" y="15134"/>
                  </a:cubicBezTo>
                  <a:cubicBezTo>
                    <a:pt x="41245" y="15134"/>
                    <a:pt x="41170" y="15084"/>
                    <a:pt x="41120" y="15084"/>
                  </a:cubicBezTo>
                  <a:cubicBezTo>
                    <a:pt x="40996" y="15084"/>
                    <a:pt x="40896" y="15059"/>
                    <a:pt x="40772" y="15059"/>
                  </a:cubicBezTo>
                  <a:cubicBezTo>
                    <a:pt x="40697" y="15059"/>
                    <a:pt x="40647" y="15059"/>
                    <a:pt x="40573" y="15084"/>
                  </a:cubicBezTo>
                  <a:cubicBezTo>
                    <a:pt x="40622" y="15059"/>
                    <a:pt x="40647" y="15059"/>
                    <a:pt x="40672" y="15034"/>
                  </a:cubicBezTo>
                  <a:close/>
                  <a:moveTo>
                    <a:pt x="78084" y="7069"/>
                  </a:moveTo>
                  <a:cubicBezTo>
                    <a:pt x="80374" y="9459"/>
                    <a:pt x="82216" y="12471"/>
                    <a:pt x="83585" y="15781"/>
                  </a:cubicBezTo>
                  <a:cubicBezTo>
                    <a:pt x="83560" y="15781"/>
                    <a:pt x="83560" y="15781"/>
                    <a:pt x="83510" y="15806"/>
                  </a:cubicBezTo>
                  <a:cubicBezTo>
                    <a:pt x="82141" y="12520"/>
                    <a:pt x="80324" y="9534"/>
                    <a:pt x="78009" y="7094"/>
                  </a:cubicBezTo>
                  <a:cubicBezTo>
                    <a:pt x="78034" y="7094"/>
                    <a:pt x="78034" y="7094"/>
                    <a:pt x="78084" y="7069"/>
                  </a:cubicBezTo>
                  <a:close/>
                  <a:moveTo>
                    <a:pt x="57623" y="15756"/>
                  </a:moveTo>
                  <a:lnTo>
                    <a:pt x="57623" y="15806"/>
                  </a:lnTo>
                  <a:cubicBezTo>
                    <a:pt x="57598" y="15806"/>
                    <a:pt x="57598" y="15831"/>
                    <a:pt x="57573" y="15831"/>
                  </a:cubicBezTo>
                  <a:lnTo>
                    <a:pt x="57573" y="15781"/>
                  </a:lnTo>
                  <a:cubicBezTo>
                    <a:pt x="57598" y="15781"/>
                    <a:pt x="57598" y="15756"/>
                    <a:pt x="57623" y="15756"/>
                  </a:cubicBezTo>
                  <a:close/>
                  <a:moveTo>
                    <a:pt x="92695" y="14288"/>
                  </a:moveTo>
                  <a:cubicBezTo>
                    <a:pt x="92695" y="14313"/>
                    <a:pt x="92720" y="14337"/>
                    <a:pt x="92720" y="14387"/>
                  </a:cubicBezTo>
                  <a:cubicBezTo>
                    <a:pt x="89907" y="14636"/>
                    <a:pt x="86945" y="15159"/>
                    <a:pt x="83858" y="16005"/>
                  </a:cubicBezTo>
                  <a:cubicBezTo>
                    <a:pt x="83858" y="15955"/>
                    <a:pt x="83833" y="15931"/>
                    <a:pt x="83833" y="15906"/>
                  </a:cubicBezTo>
                  <a:cubicBezTo>
                    <a:pt x="86895" y="15059"/>
                    <a:pt x="89907" y="14537"/>
                    <a:pt x="92695" y="14288"/>
                  </a:cubicBezTo>
                  <a:close/>
                  <a:moveTo>
                    <a:pt x="110635" y="14700"/>
                  </a:moveTo>
                  <a:cubicBezTo>
                    <a:pt x="110653" y="14721"/>
                    <a:pt x="110672" y="14742"/>
                    <a:pt x="110691" y="14761"/>
                  </a:cubicBezTo>
                  <a:cubicBezTo>
                    <a:pt x="110766" y="14885"/>
                    <a:pt x="110840" y="15010"/>
                    <a:pt x="110940" y="15159"/>
                  </a:cubicBezTo>
                  <a:cubicBezTo>
                    <a:pt x="111073" y="15425"/>
                    <a:pt x="111206" y="15712"/>
                    <a:pt x="111340" y="16018"/>
                  </a:cubicBezTo>
                  <a:lnTo>
                    <a:pt x="111340" y="16018"/>
                  </a:lnTo>
                  <a:cubicBezTo>
                    <a:pt x="111306" y="15954"/>
                    <a:pt x="111272" y="15892"/>
                    <a:pt x="111239" y="15831"/>
                  </a:cubicBezTo>
                  <a:cubicBezTo>
                    <a:pt x="111089" y="15557"/>
                    <a:pt x="110965" y="15283"/>
                    <a:pt x="110815" y="15010"/>
                  </a:cubicBezTo>
                  <a:cubicBezTo>
                    <a:pt x="110755" y="14902"/>
                    <a:pt x="110695" y="14799"/>
                    <a:pt x="110635" y="14700"/>
                  </a:cubicBezTo>
                  <a:close/>
                  <a:moveTo>
                    <a:pt x="83634" y="15955"/>
                  </a:moveTo>
                  <a:cubicBezTo>
                    <a:pt x="83634" y="16005"/>
                    <a:pt x="83684" y="16030"/>
                    <a:pt x="83684" y="16055"/>
                  </a:cubicBezTo>
                  <a:cubicBezTo>
                    <a:pt x="83634" y="16055"/>
                    <a:pt x="83634" y="16055"/>
                    <a:pt x="83609" y="16080"/>
                  </a:cubicBezTo>
                  <a:cubicBezTo>
                    <a:pt x="83609" y="16030"/>
                    <a:pt x="83609" y="16005"/>
                    <a:pt x="83585" y="15955"/>
                  </a:cubicBezTo>
                  <a:close/>
                  <a:moveTo>
                    <a:pt x="60486" y="6223"/>
                  </a:moveTo>
                  <a:lnTo>
                    <a:pt x="60486" y="6223"/>
                  </a:lnTo>
                  <a:cubicBezTo>
                    <a:pt x="59789" y="7244"/>
                    <a:pt x="59166" y="8488"/>
                    <a:pt x="58619" y="9857"/>
                  </a:cubicBezTo>
                  <a:cubicBezTo>
                    <a:pt x="57847" y="10081"/>
                    <a:pt x="57051" y="10330"/>
                    <a:pt x="56229" y="10604"/>
                  </a:cubicBezTo>
                  <a:cubicBezTo>
                    <a:pt x="55433" y="10903"/>
                    <a:pt x="54611" y="11176"/>
                    <a:pt x="53815" y="11525"/>
                  </a:cubicBezTo>
                  <a:cubicBezTo>
                    <a:pt x="52520" y="12023"/>
                    <a:pt x="51201" y="12645"/>
                    <a:pt x="49882" y="13267"/>
                  </a:cubicBezTo>
                  <a:cubicBezTo>
                    <a:pt x="49708" y="13342"/>
                    <a:pt x="49484" y="13441"/>
                    <a:pt x="49285" y="13541"/>
                  </a:cubicBezTo>
                  <a:cubicBezTo>
                    <a:pt x="49260" y="13541"/>
                    <a:pt x="49260" y="13566"/>
                    <a:pt x="49235" y="13566"/>
                  </a:cubicBezTo>
                  <a:cubicBezTo>
                    <a:pt x="48861" y="13765"/>
                    <a:pt x="48463" y="13939"/>
                    <a:pt x="48090" y="14163"/>
                  </a:cubicBezTo>
                  <a:cubicBezTo>
                    <a:pt x="48040" y="14163"/>
                    <a:pt x="48040" y="14188"/>
                    <a:pt x="48015" y="14188"/>
                  </a:cubicBezTo>
                  <a:cubicBezTo>
                    <a:pt x="47916" y="14263"/>
                    <a:pt x="47841" y="14313"/>
                    <a:pt x="47741" y="14337"/>
                  </a:cubicBezTo>
                  <a:cubicBezTo>
                    <a:pt x="47169" y="14636"/>
                    <a:pt x="46646" y="14935"/>
                    <a:pt x="46099" y="15258"/>
                  </a:cubicBezTo>
                  <a:cubicBezTo>
                    <a:pt x="45899" y="15333"/>
                    <a:pt x="45750" y="15433"/>
                    <a:pt x="45551" y="15532"/>
                  </a:cubicBezTo>
                  <a:cubicBezTo>
                    <a:pt x="45227" y="15706"/>
                    <a:pt x="44904" y="15931"/>
                    <a:pt x="44555" y="16105"/>
                  </a:cubicBezTo>
                  <a:cubicBezTo>
                    <a:pt x="44481" y="16179"/>
                    <a:pt x="44381" y="16204"/>
                    <a:pt x="44281" y="16279"/>
                  </a:cubicBezTo>
                  <a:cubicBezTo>
                    <a:pt x="44107" y="16155"/>
                    <a:pt x="43883" y="16030"/>
                    <a:pt x="43684" y="15906"/>
                  </a:cubicBezTo>
                  <a:cubicBezTo>
                    <a:pt x="49334" y="11923"/>
                    <a:pt x="54985" y="8687"/>
                    <a:pt x="60486" y="6223"/>
                  </a:cubicBezTo>
                  <a:close/>
                  <a:moveTo>
                    <a:pt x="92844" y="14761"/>
                  </a:moveTo>
                  <a:lnTo>
                    <a:pt x="92844" y="14786"/>
                  </a:lnTo>
                  <a:lnTo>
                    <a:pt x="92844" y="14810"/>
                  </a:lnTo>
                  <a:cubicBezTo>
                    <a:pt x="92670" y="14810"/>
                    <a:pt x="92545" y="14835"/>
                    <a:pt x="92396" y="14885"/>
                  </a:cubicBezTo>
                  <a:cubicBezTo>
                    <a:pt x="92147" y="14935"/>
                    <a:pt x="91898" y="14960"/>
                    <a:pt x="91649" y="15034"/>
                  </a:cubicBezTo>
                  <a:cubicBezTo>
                    <a:pt x="91276" y="15134"/>
                    <a:pt x="90903" y="15209"/>
                    <a:pt x="90529" y="15333"/>
                  </a:cubicBezTo>
                  <a:cubicBezTo>
                    <a:pt x="90230" y="15408"/>
                    <a:pt x="89957" y="15507"/>
                    <a:pt x="89683" y="15557"/>
                  </a:cubicBezTo>
                  <a:cubicBezTo>
                    <a:pt x="89334" y="15657"/>
                    <a:pt x="89036" y="15806"/>
                    <a:pt x="88687" y="15906"/>
                  </a:cubicBezTo>
                  <a:cubicBezTo>
                    <a:pt x="88364" y="16005"/>
                    <a:pt x="88090" y="16130"/>
                    <a:pt x="87791" y="16204"/>
                  </a:cubicBezTo>
                  <a:cubicBezTo>
                    <a:pt x="87722" y="16231"/>
                    <a:pt x="87656" y="16257"/>
                    <a:pt x="87591" y="16284"/>
                  </a:cubicBezTo>
                  <a:lnTo>
                    <a:pt x="87591" y="16284"/>
                  </a:lnTo>
                  <a:cubicBezTo>
                    <a:pt x="87673" y="16248"/>
                    <a:pt x="87756" y="16213"/>
                    <a:pt x="87841" y="16179"/>
                  </a:cubicBezTo>
                  <a:lnTo>
                    <a:pt x="88588" y="15906"/>
                  </a:lnTo>
                  <a:cubicBezTo>
                    <a:pt x="88961" y="15781"/>
                    <a:pt x="89334" y="15632"/>
                    <a:pt x="89733" y="15507"/>
                  </a:cubicBezTo>
                  <a:lnTo>
                    <a:pt x="90479" y="15308"/>
                  </a:lnTo>
                  <a:cubicBezTo>
                    <a:pt x="90878" y="15184"/>
                    <a:pt x="91301" y="15084"/>
                    <a:pt x="91699" y="14960"/>
                  </a:cubicBezTo>
                  <a:cubicBezTo>
                    <a:pt x="91948" y="14910"/>
                    <a:pt x="92222" y="14885"/>
                    <a:pt x="92471" y="14810"/>
                  </a:cubicBezTo>
                  <a:cubicBezTo>
                    <a:pt x="92595" y="14786"/>
                    <a:pt x="92720" y="14761"/>
                    <a:pt x="92844" y="14761"/>
                  </a:cubicBezTo>
                  <a:close/>
                  <a:moveTo>
                    <a:pt x="77835" y="7144"/>
                  </a:moveTo>
                  <a:cubicBezTo>
                    <a:pt x="80100" y="9558"/>
                    <a:pt x="81967" y="12570"/>
                    <a:pt x="83336" y="15881"/>
                  </a:cubicBezTo>
                  <a:cubicBezTo>
                    <a:pt x="82813" y="16030"/>
                    <a:pt x="82265" y="16179"/>
                    <a:pt x="81718" y="16329"/>
                  </a:cubicBezTo>
                  <a:cubicBezTo>
                    <a:pt x="81718" y="16304"/>
                    <a:pt x="81693" y="16304"/>
                    <a:pt x="81693" y="16279"/>
                  </a:cubicBezTo>
                  <a:cubicBezTo>
                    <a:pt x="81593" y="16080"/>
                    <a:pt x="81519" y="15931"/>
                    <a:pt x="81444" y="15781"/>
                  </a:cubicBezTo>
                  <a:cubicBezTo>
                    <a:pt x="81394" y="15731"/>
                    <a:pt x="81394" y="15682"/>
                    <a:pt x="81369" y="15657"/>
                  </a:cubicBezTo>
                  <a:cubicBezTo>
                    <a:pt x="81344" y="15582"/>
                    <a:pt x="81270" y="15482"/>
                    <a:pt x="81245" y="15433"/>
                  </a:cubicBezTo>
                  <a:lnTo>
                    <a:pt x="80971" y="14960"/>
                  </a:lnTo>
                  <a:cubicBezTo>
                    <a:pt x="80946" y="14935"/>
                    <a:pt x="80896" y="14860"/>
                    <a:pt x="80871" y="14835"/>
                  </a:cubicBezTo>
                  <a:cubicBezTo>
                    <a:pt x="80847" y="14810"/>
                    <a:pt x="80847" y="14786"/>
                    <a:pt x="80822" y="14761"/>
                  </a:cubicBezTo>
                  <a:cubicBezTo>
                    <a:pt x="80747" y="14686"/>
                    <a:pt x="80722" y="14586"/>
                    <a:pt x="80647" y="14537"/>
                  </a:cubicBezTo>
                  <a:cubicBezTo>
                    <a:pt x="80598" y="14437"/>
                    <a:pt x="80498" y="14337"/>
                    <a:pt x="80448" y="14238"/>
                  </a:cubicBezTo>
                  <a:cubicBezTo>
                    <a:pt x="80448" y="14238"/>
                    <a:pt x="80448" y="14213"/>
                    <a:pt x="80398" y="14213"/>
                  </a:cubicBezTo>
                  <a:cubicBezTo>
                    <a:pt x="80274" y="14039"/>
                    <a:pt x="80150" y="13865"/>
                    <a:pt x="80000" y="13690"/>
                  </a:cubicBezTo>
                  <a:cubicBezTo>
                    <a:pt x="79950" y="13616"/>
                    <a:pt x="79901" y="13566"/>
                    <a:pt x="79851" y="13491"/>
                  </a:cubicBezTo>
                  <a:cubicBezTo>
                    <a:pt x="79726" y="13342"/>
                    <a:pt x="79602" y="13217"/>
                    <a:pt x="79477" y="13068"/>
                  </a:cubicBezTo>
                  <a:lnTo>
                    <a:pt x="79378" y="12944"/>
                  </a:lnTo>
                  <a:lnTo>
                    <a:pt x="79328" y="12869"/>
                  </a:lnTo>
                  <a:lnTo>
                    <a:pt x="79229" y="12794"/>
                  </a:lnTo>
                  <a:lnTo>
                    <a:pt x="79204" y="12720"/>
                  </a:lnTo>
                  <a:lnTo>
                    <a:pt x="79079" y="12595"/>
                  </a:lnTo>
                  <a:cubicBezTo>
                    <a:pt x="78905" y="12446"/>
                    <a:pt x="78756" y="12296"/>
                    <a:pt x="78581" y="12122"/>
                  </a:cubicBezTo>
                  <a:cubicBezTo>
                    <a:pt x="78482" y="12048"/>
                    <a:pt x="78357" y="11948"/>
                    <a:pt x="78258" y="11848"/>
                  </a:cubicBezTo>
                  <a:cubicBezTo>
                    <a:pt x="78059" y="11699"/>
                    <a:pt x="77884" y="11575"/>
                    <a:pt x="77685" y="11425"/>
                  </a:cubicBezTo>
                  <a:cubicBezTo>
                    <a:pt x="77536" y="11301"/>
                    <a:pt x="77387" y="11201"/>
                    <a:pt x="77188" y="11077"/>
                  </a:cubicBezTo>
                  <a:cubicBezTo>
                    <a:pt x="76988" y="10952"/>
                    <a:pt x="76789" y="10803"/>
                    <a:pt x="76565" y="10679"/>
                  </a:cubicBezTo>
                  <a:cubicBezTo>
                    <a:pt x="76416" y="10579"/>
                    <a:pt x="76242" y="10479"/>
                    <a:pt x="76067" y="10405"/>
                  </a:cubicBezTo>
                  <a:cubicBezTo>
                    <a:pt x="75943" y="10330"/>
                    <a:pt x="75794" y="10230"/>
                    <a:pt x="75669" y="10181"/>
                  </a:cubicBezTo>
                  <a:cubicBezTo>
                    <a:pt x="75495" y="10081"/>
                    <a:pt x="75296" y="9982"/>
                    <a:pt x="75072" y="9882"/>
                  </a:cubicBezTo>
                  <a:cubicBezTo>
                    <a:pt x="74947" y="9832"/>
                    <a:pt x="74823" y="9807"/>
                    <a:pt x="74698" y="9733"/>
                  </a:cubicBezTo>
                  <a:cubicBezTo>
                    <a:pt x="74649" y="9708"/>
                    <a:pt x="74624" y="9708"/>
                    <a:pt x="74549" y="9683"/>
                  </a:cubicBezTo>
                  <a:cubicBezTo>
                    <a:pt x="75246" y="8936"/>
                    <a:pt x="75968" y="8165"/>
                    <a:pt x="76715" y="7468"/>
                  </a:cubicBezTo>
                  <a:cubicBezTo>
                    <a:pt x="77063" y="7343"/>
                    <a:pt x="77436" y="7244"/>
                    <a:pt x="77835" y="7144"/>
                  </a:cubicBezTo>
                  <a:close/>
                  <a:moveTo>
                    <a:pt x="58619" y="10031"/>
                  </a:moveTo>
                  <a:lnTo>
                    <a:pt x="58619" y="10056"/>
                  </a:lnTo>
                  <a:lnTo>
                    <a:pt x="58619" y="10081"/>
                  </a:lnTo>
                  <a:cubicBezTo>
                    <a:pt x="58469" y="10181"/>
                    <a:pt x="58370" y="10181"/>
                    <a:pt x="58320" y="10206"/>
                  </a:cubicBezTo>
                  <a:cubicBezTo>
                    <a:pt x="58121" y="10280"/>
                    <a:pt x="57922" y="10305"/>
                    <a:pt x="57723" y="10355"/>
                  </a:cubicBezTo>
                  <a:lnTo>
                    <a:pt x="56603" y="10728"/>
                  </a:lnTo>
                  <a:cubicBezTo>
                    <a:pt x="56379" y="10803"/>
                    <a:pt x="56204" y="10853"/>
                    <a:pt x="55980" y="10927"/>
                  </a:cubicBezTo>
                  <a:cubicBezTo>
                    <a:pt x="55607" y="11052"/>
                    <a:pt x="55209" y="11201"/>
                    <a:pt x="54810" y="11351"/>
                  </a:cubicBezTo>
                  <a:cubicBezTo>
                    <a:pt x="54611" y="11425"/>
                    <a:pt x="54387" y="11525"/>
                    <a:pt x="54213" y="11575"/>
                  </a:cubicBezTo>
                  <a:cubicBezTo>
                    <a:pt x="53815" y="11724"/>
                    <a:pt x="53392" y="11898"/>
                    <a:pt x="53018" y="12072"/>
                  </a:cubicBezTo>
                  <a:cubicBezTo>
                    <a:pt x="52844" y="12172"/>
                    <a:pt x="52620" y="12222"/>
                    <a:pt x="52446" y="12321"/>
                  </a:cubicBezTo>
                  <a:cubicBezTo>
                    <a:pt x="52023" y="12471"/>
                    <a:pt x="51649" y="12670"/>
                    <a:pt x="51251" y="12844"/>
                  </a:cubicBezTo>
                  <a:cubicBezTo>
                    <a:pt x="51027" y="12944"/>
                    <a:pt x="50853" y="13043"/>
                    <a:pt x="50629" y="13143"/>
                  </a:cubicBezTo>
                  <a:cubicBezTo>
                    <a:pt x="50255" y="13317"/>
                    <a:pt x="49857" y="13516"/>
                    <a:pt x="49484" y="13690"/>
                  </a:cubicBezTo>
                  <a:cubicBezTo>
                    <a:pt x="49260" y="13790"/>
                    <a:pt x="49036" y="13914"/>
                    <a:pt x="48837" y="14014"/>
                  </a:cubicBezTo>
                  <a:cubicBezTo>
                    <a:pt x="48463" y="14188"/>
                    <a:pt x="48040" y="14412"/>
                    <a:pt x="47667" y="14636"/>
                  </a:cubicBezTo>
                  <a:cubicBezTo>
                    <a:pt x="47468" y="14761"/>
                    <a:pt x="47244" y="14835"/>
                    <a:pt x="47019" y="14960"/>
                  </a:cubicBezTo>
                  <a:cubicBezTo>
                    <a:pt x="46771" y="15084"/>
                    <a:pt x="46522" y="15258"/>
                    <a:pt x="46273" y="15408"/>
                  </a:cubicBezTo>
                  <a:cubicBezTo>
                    <a:pt x="46099" y="15507"/>
                    <a:pt x="45924" y="15582"/>
                    <a:pt x="45750" y="15706"/>
                  </a:cubicBezTo>
                  <a:cubicBezTo>
                    <a:pt x="45551" y="15831"/>
                    <a:pt x="45377" y="15931"/>
                    <a:pt x="45178" y="16030"/>
                  </a:cubicBezTo>
                  <a:cubicBezTo>
                    <a:pt x="45028" y="16130"/>
                    <a:pt x="44904" y="16204"/>
                    <a:pt x="44754" y="16279"/>
                  </a:cubicBezTo>
                  <a:cubicBezTo>
                    <a:pt x="44680" y="16304"/>
                    <a:pt x="44630" y="16329"/>
                    <a:pt x="44555" y="16403"/>
                  </a:cubicBezTo>
                  <a:lnTo>
                    <a:pt x="44530" y="16379"/>
                  </a:lnTo>
                  <a:cubicBezTo>
                    <a:pt x="44530" y="16379"/>
                    <a:pt x="44505" y="16379"/>
                    <a:pt x="44505" y="16329"/>
                  </a:cubicBezTo>
                  <a:cubicBezTo>
                    <a:pt x="44555" y="16304"/>
                    <a:pt x="44605" y="16279"/>
                    <a:pt x="44655" y="16254"/>
                  </a:cubicBezTo>
                  <a:cubicBezTo>
                    <a:pt x="44779" y="16155"/>
                    <a:pt x="44929" y="16080"/>
                    <a:pt x="45053" y="16005"/>
                  </a:cubicBezTo>
                  <a:cubicBezTo>
                    <a:pt x="45277" y="15881"/>
                    <a:pt x="45476" y="15756"/>
                    <a:pt x="45675" y="15632"/>
                  </a:cubicBezTo>
                  <a:cubicBezTo>
                    <a:pt x="45850" y="15532"/>
                    <a:pt x="45999" y="15433"/>
                    <a:pt x="46173" y="15333"/>
                  </a:cubicBezTo>
                  <a:lnTo>
                    <a:pt x="46223" y="15333"/>
                  </a:lnTo>
                  <a:cubicBezTo>
                    <a:pt x="50454" y="12944"/>
                    <a:pt x="54636" y="11151"/>
                    <a:pt x="58619" y="10031"/>
                  </a:cubicBezTo>
                  <a:close/>
                  <a:moveTo>
                    <a:pt x="43510" y="16030"/>
                  </a:moveTo>
                  <a:cubicBezTo>
                    <a:pt x="43734" y="16130"/>
                    <a:pt x="43908" y="16254"/>
                    <a:pt x="44107" y="16403"/>
                  </a:cubicBezTo>
                  <a:cubicBezTo>
                    <a:pt x="44057" y="16403"/>
                    <a:pt x="44057" y="16428"/>
                    <a:pt x="44033" y="16428"/>
                  </a:cubicBezTo>
                  <a:cubicBezTo>
                    <a:pt x="43933" y="16379"/>
                    <a:pt x="43883" y="16329"/>
                    <a:pt x="43809" y="16279"/>
                  </a:cubicBezTo>
                  <a:lnTo>
                    <a:pt x="43784" y="16279"/>
                  </a:lnTo>
                  <a:cubicBezTo>
                    <a:pt x="43659" y="16204"/>
                    <a:pt x="43560" y="16155"/>
                    <a:pt x="43435" y="16055"/>
                  </a:cubicBezTo>
                  <a:cubicBezTo>
                    <a:pt x="43485" y="16055"/>
                    <a:pt x="43485" y="16030"/>
                    <a:pt x="43510" y="16030"/>
                  </a:cubicBezTo>
                  <a:close/>
                  <a:moveTo>
                    <a:pt x="44281" y="16503"/>
                  </a:moveTo>
                  <a:cubicBezTo>
                    <a:pt x="44306" y="16503"/>
                    <a:pt x="44306" y="16503"/>
                    <a:pt x="44356" y="16528"/>
                  </a:cubicBezTo>
                  <a:cubicBezTo>
                    <a:pt x="44306" y="16528"/>
                    <a:pt x="44306" y="16553"/>
                    <a:pt x="44281" y="16553"/>
                  </a:cubicBezTo>
                  <a:lnTo>
                    <a:pt x="44257" y="16553"/>
                  </a:lnTo>
                  <a:cubicBezTo>
                    <a:pt x="44257" y="16553"/>
                    <a:pt x="44232" y="16553"/>
                    <a:pt x="44232" y="16528"/>
                  </a:cubicBezTo>
                  <a:cubicBezTo>
                    <a:pt x="44257" y="16528"/>
                    <a:pt x="44257" y="16503"/>
                    <a:pt x="44281" y="16503"/>
                  </a:cubicBezTo>
                  <a:close/>
                  <a:moveTo>
                    <a:pt x="83385" y="16030"/>
                  </a:moveTo>
                  <a:cubicBezTo>
                    <a:pt x="83385" y="16055"/>
                    <a:pt x="83435" y="16080"/>
                    <a:pt x="83435" y="16105"/>
                  </a:cubicBezTo>
                  <a:lnTo>
                    <a:pt x="81842" y="16578"/>
                  </a:lnTo>
                  <a:cubicBezTo>
                    <a:pt x="81842" y="16553"/>
                    <a:pt x="81817" y="16553"/>
                    <a:pt x="81817" y="16553"/>
                  </a:cubicBezTo>
                  <a:cubicBezTo>
                    <a:pt x="81842" y="16528"/>
                    <a:pt x="81817" y="16503"/>
                    <a:pt x="81817" y="16503"/>
                  </a:cubicBezTo>
                  <a:lnTo>
                    <a:pt x="83385" y="16030"/>
                  </a:lnTo>
                  <a:close/>
                  <a:moveTo>
                    <a:pt x="92659" y="14538"/>
                  </a:moveTo>
                  <a:lnTo>
                    <a:pt x="92659" y="14538"/>
                  </a:lnTo>
                  <a:cubicBezTo>
                    <a:pt x="92628" y="14542"/>
                    <a:pt x="92567" y="14562"/>
                    <a:pt x="92545" y="14562"/>
                  </a:cubicBezTo>
                  <a:lnTo>
                    <a:pt x="91599" y="14761"/>
                  </a:lnTo>
                  <a:cubicBezTo>
                    <a:pt x="91276" y="14835"/>
                    <a:pt x="90903" y="14935"/>
                    <a:pt x="90554" y="15034"/>
                  </a:cubicBezTo>
                  <a:cubicBezTo>
                    <a:pt x="90280" y="15134"/>
                    <a:pt x="89957" y="15184"/>
                    <a:pt x="89683" y="15283"/>
                  </a:cubicBezTo>
                  <a:lnTo>
                    <a:pt x="88662" y="15657"/>
                  </a:lnTo>
                  <a:cubicBezTo>
                    <a:pt x="88364" y="15756"/>
                    <a:pt x="88090" y="15831"/>
                    <a:pt x="87816" y="15955"/>
                  </a:cubicBezTo>
                  <a:cubicBezTo>
                    <a:pt x="87468" y="16080"/>
                    <a:pt x="87169" y="16254"/>
                    <a:pt x="86845" y="16403"/>
                  </a:cubicBezTo>
                  <a:cubicBezTo>
                    <a:pt x="86571" y="16528"/>
                    <a:pt x="86248" y="16652"/>
                    <a:pt x="85974" y="16777"/>
                  </a:cubicBezTo>
                  <a:cubicBezTo>
                    <a:pt x="85675" y="16926"/>
                    <a:pt x="85377" y="17075"/>
                    <a:pt x="85078" y="17250"/>
                  </a:cubicBezTo>
                  <a:cubicBezTo>
                    <a:pt x="84879" y="17324"/>
                    <a:pt x="84680" y="17449"/>
                    <a:pt x="84481" y="17548"/>
                  </a:cubicBezTo>
                  <a:lnTo>
                    <a:pt x="83933" y="16155"/>
                  </a:lnTo>
                  <a:cubicBezTo>
                    <a:pt x="86966" y="15309"/>
                    <a:pt x="89899" y="14787"/>
                    <a:pt x="92659" y="14538"/>
                  </a:cubicBezTo>
                  <a:close/>
                  <a:moveTo>
                    <a:pt x="83734" y="16179"/>
                  </a:moveTo>
                  <a:cubicBezTo>
                    <a:pt x="83958" y="16677"/>
                    <a:pt x="84132" y="17175"/>
                    <a:pt x="84306" y="17648"/>
                  </a:cubicBezTo>
                  <a:cubicBezTo>
                    <a:pt x="84257" y="17648"/>
                    <a:pt x="84257" y="17673"/>
                    <a:pt x="84232" y="17673"/>
                  </a:cubicBezTo>
                  <a:cubicBezTo>
                    <a:pt x="84057" y="17175"/>
                    <a:pt x="83858" y="16677"/>
                    <a:pt x="83684" y="16204"/>
                  </a:cubicBezTo>
                  <a:cubicBezTo>
                    <a:pt x="83709" y="16204"/>
                    <a:pt x="83709" y="16204"/>
                    <a:pt x="83734" y="16179"/>
                  </a:cubicBezTo>
                  <a:close/>
                  <a:moveTo>
                    <a:pt x="111549" y="16427"/>
                  </a:moveTo>
                  <a:cubicBezTo>
                    <a:pt x="111605" y="16527"/>
                    <a:pt x="111662" y="16627"/>
                    <a:pt x="111711" y="16727"/>
                  </a:cubicBezTo>
                  <a:cubicBezTo>
                    <a:pt x="111836" y="17026"/>
                    <a:pt x="111960" y="17324"/>
                    <a:pt x="112060" y="17648"/>
                  </a:cubicBezTo>
                  <a:cubicBezTo>
                    <a:pt x="112075" y="17699"/>
                    <a:pt x="112092" y="17750"/>
                    <a:pt x="112111" y="17802"/>
                  </a:cubicBezTo>
                  <a:lnTo>
                    <a:pt x="112111" y="17802"/>
                  </a:lnTo>
                  <a:cubicBezTo>
                    <a:pt x="112061" y="17678"/>
                    <a:pt x="112008" y="17554"/>
                    <a:pt x="111960" y="17424"/>
                  </a:cubicBezTo>
                  <a:cubicBezTo>
                    <a:pt x="111836" y="17150"/>
                    <a:pt x="111736" y="16827"/>
                    <a:pt x="111612" y="16553"/>
                  </a:cubicBezTo>
                  <a:cubicBezTo>
                    <a:pt x="111591" y="16511"/>
                    <a:pt x="111570" y="16469"/>
                    <a:pt x="111549" y="16427"/>
                  </a:cubicBezTo>
                  <a:close/>
                  <a:moveTo>
                    <a:pt x="109646" y="17573"/>
                  </a:moveTo>
                  <a:cubicBezTo>
                    <a:pt x="109769" y="17644"/>
                    <a:pt x="109892" y="17727"/>
                    <a:pt x="110006" y="17813"/>
                  </a:cubicBezTo>
                  <a:lnTo>
                    <a:pt x="110006" y="17813"/>
                  </a:lnTo>
                  <a:cubicBezTo>
                    <a:pt x="109889" y="17731"/>
                    <a:pt x="109769" y="17650"/>
                    <a:pt x="109646" y="17573"/>
                  </a:cubicBezTo>
                  <a:close/>
                  <a:moveTo>
                    <a:pt x="87278" y="16426"/>
                  </a:moveTo>
                  <a:cubicBezTo>
                    <a:pt x="87156" y="16486"/>
                    <a:pt x="87038" y="16552"/>
                    <a:pt x="86920" y="16627"/>
                  </a:cubicBezTo>
                  <a:cubicBezTo>
                    <a:pt x="86596" y="16777"/>
                    <a:pt x="86298" y="16901"/>
                    <a:pt x="85974" y="17051"/>
                  </a:cubicBezTo>
                  <a:cubicBezTo>
                    <a:pt x="85700" y="17175"/>
                    <a:pt x="85451" y="17324"/>
                    <a:pt x="85178" y="17499"/>
                  </a:cubicBezTo>
                  <a:cubicBezTo>
                    <a:pt x="84954" y="17623"/>
                    <a:pt x="84730" y="17698"/>
                    <a:pt x="84555" y="17822"/>
                  </a:cubicBezTo>
                  <a:lnTo>
                    <a:pt x="84555" y="17797"/>
                  </a:lnTo>
                  <a:lnTo>
                    <a:pt x="84555" y="17772"/>
                  </a:lnTo>
                  <a:cubicBezTo>
                    <a:pt x="84730" y="17673"/>
                    <a:pt x="84879" y="17573"/>
                    <a:pt x="85078" y="17499"/>
                  </a:cubicBezTo>
                  <a:cubicBezTo>
                    <a:pt x="85377" y="17324"/>
                    <a:pt x="85700" y="17150"/>
                    <a:pt x="85999" y="17001"/>
                  </a:cubicBezTo>
                  <a:cubicBezTo>
                    <a:pt x="86248" y="16876"/>
                    <a:pt x="86547" y="16752"/>
                    <a:pt x="86795" y="16652"/>
                  </a:cubicBezTo>
                  <a:cubicBezTo>
                    <a:pt x="86951" y="16581"/>
                    <a:pt x="87112" y="16503"/>
                    <a:pt x="87278" y="16426"/>
                  </a:cubicBezTo>
                  <a:close/>
                  <a:moveTo>
                    <a:pt x="84356" y="17872"/>
                  </a:moveTo>
                  <a:lnTo>
                    <a:pt x="84356" y="17897"/>
                  </a:lnTo>
                  <a:lnTo>
                    <a:pt x="84356" y="17922"/>
                  </a:lnTo>
                  <a:cubicBezTo>
                    <a:pt x="84331" y="17922"/>
                    <a:pt x="84331" y="17947"/>
                    <a:pt x="84306" y="17947"/>
                  </a:cubicBezTo>
                  <a:lnTo>
                    <a:pt x="84306" y="17922"/>
                  </a:lnTo>
                  <a:lnTo>
                    <a:pt x="84306" y="17897"/>
                  </a:lnTo>
                  <a:cubicBezTo>
                    <a:pt x="84331" y="17872"/>
                    <a:pt x="84331" y="17872"/>
                    <a:pt x="84356" y="17872"/>
                  </a:cubicBezTo>
                  <a:close/>
                  <a:moveTo>
                    <a:pt x="40772" y="15209"/>
                  </a:moveTo>
                  <a:cubicBezTo>
                    <a:pt x="40946" y="15209"/>
                    <a:pt x="41170" y="15258"/>
                    <a:pt x="41394" y="15308"/>
                  </a:cubicBezTo>
                  <a:lnTo>
                    <a:pt x="41419" y="15308"/>
                  </a:lnTo>
                  <a:cubicBezTo>
                    <a:pt x="41643" y="15383"/>
                    <a:pt x="41892" y="15433"/>
                    <a:pt x="42141" y="15557"/>
                  </a:cubicBezTo>
                  <a:cubicBezTo>
                    <a:pt x="42390" y="15657"/>
                    <a:pt x="42639" y="15781"/>
                    <a:pt x="42888" y="15931"/>
                  </a:cubicBezTo>
                  <a:cubicBezTo>
                    <a:pt x="41743" y="16727"/>
                    <a:pt x="40622" y="17573"/>
                    <a:pt x="39527" y="18445"/>
                  </a:cubicBezTo>
                  <a:cubicBezTo>
                    <a:pt x="39502" y="18370"/>
                    <a:pt x="39502" y="18270"/>
                    <a:pt x="39502" y="18171"/>
                  </a:cubicBezTo>
                  <a:cubicBezTo>
                    <a:pt x="39502" y="18071"/>
                    <a:pt x="39453" y="17972"/>
                    <a:pt x="39453" y="17897"/>
                  </a:cubicBezTo>
                  <a:cubicBezTo>
                    <a:pt x="39453" y="17797"/>
                    <a:pt x="39428" y="17698"/>
                    <a:pt x="39428" y="17598"/>
                  </a:cubicBezTo>
                  <a:lnTo>
                    <a:pt x="39428" y="17399"/>
                  </a:lnTo>
                  <a:lnTo>
                    <a:pt x="39428" y="17100"/>
                  </a:lnTo>
                  <a:lnTo>
                    <a:pt x="39428" y="16926"/>
                  </a:lnTo>
                  <a:cubicBezTo>
                    <a:pt x="39428" y="16827"/>
                    <a:pt x="39428" y="16777"/>
                    <a:pt x="39453" y="16677"/>
                  </a:cubicBezTo>
                  <a:cubicBezTo>
                    <a:pt x="39453" y="16603"/>
                    <a:pt x="39502" y="16553"/>
                    <a:pt x="39502" y="16478"/>
                  </a:cubicBezTo>
                  <a:cubicBezTo>
                    <a:pt x="39453" y="16428"/>
                    <a:pt x="39502" y="16329"/>
                    <a:pt x="39502" y="16279"/>
                  </a:cubicBezTo>
                  <a:cubicBezTo>
                    <a:pt x="39527" y="16204"/>
                    <a:pt x="39527" y="16155"/>
                    <a:pt x="39552" y="16080"/>
                  </a:cubicBezTo>
                  <a:cubicBezTo>
                    <a:pt x="39577" y="16030"/>
                    <a:pt x="39577" y="16005"/>
                    <a:pt x="39602" y="15931"/>
                  </a:cubicBezTo>
                  <a:cubicBezTo>
                    <a:pt x="39652" y="15831"/>
                    <a:pt x="39701" y="15756"/>
                    <a:pt x="39776" y="15657"/>
                  </a:cubicBezTo>
                  <a:lnTo>
                    <a:pt x="39901" y="15532"/>
                  </a:lnTo>
                  <a:cubicBezTo>
                    <a:pt x="40000" y="15458"/>
                    <a:pt x="40075" y="15408"/>
                    <a:pt x="40150" y="15333"/>
                  </a:cubicBezTo>
                  <a:cubicBezTo>
                    <a:pt x="40324" y="15258"/>
                    <a:pt x="40523" y="15209"/>
                    <a:pt x="40772" y="15209"/>
                  </a:cubicBezTo>
                  <a:close/>
                  <a:moveTo>
                    <a:pt x="39428" y="15906"/>
                  </a:moveTo>
                  <a:cubicBezTo>
                    <a:pt x="39403" y="15931"/>
                    <a:pt x="39403" y="16005"/>
                    <a:pt x="39403" y="16030"/>
                  </a:cubicBezTo>
                  <a:cubicBezTo>
                    <a:pt x="39378" y="16080"/>
                    <a:pt x="39328" y="16155"/>
                    <a:pt x="39328" y="16204"/>
                  </a:cubicBezTo>
                  <a:cubicBezTo>
                    <a:pt x="39303" y="16279"/>
                    <a:pt x="39303" y="16379"/>
                    <a:pt x="39303" y="16428"/>
                  </a:cubicBezTo>
                  <a:cubicBezTo>
                    <a:pt x="39303" y="16503"/>
                    <a:pt x="39278" y="16553"/>
                    <a:pt x="39278" y="16627"/>
                  </a:cubicBezTo>
                  <a:cubicBezTo>
                    <a:pt x="39278" y="16702"/>
                    <a:pt x="39278" y="16802"/>
                    <a:pt x="39253" y="16876"/>
                  </a:cubicBezTo>
                  <a:lnTo>
                    <a:pt x="39253" y="17075"/>
                  </a:lnTo>
                  <a:lnTo>
                    <a:pt x="39253" y="17374"/>
                  </a:lnTo>
                  <a:lnTo>
                    <a:pt x="39253" y="17623"/>
                  </a:lnTo>
                  <a:cubicBezTo>
                    <a:pt x="39253" y="17698"/>
                    <a:pt x="39278" y="17822"/>
                    <a:pt x="39278" y="17922"/>
                  </a:cubicBezTo>
                  <a:cubicBezTo>
                    <a:pt x="39278" y="18021"/>
                    <a:pt x="39303" y="18121"/>
                    <a:pt x="39303" y="18196"/>
                  </a:cubicBezTo>
                  <a:cubicBezTo>
                    <a:pt x="39303" y="18295"/>
                    <a:pt x="39328" y="18420"/>
                    <a:pt x="39378" y="18544"/>
                  </a:cubicBezTo>
                  <a:lnTo>
                    <a:pt x="39378" y="18569"/>
                  </a:lnTo>
                  <a:cubicBezTo>
                    <a:pt x="39328" y="18569"/>
                    <a:pt x="39328" y="18594"/>
                    <a:pt x="39303" y="18594"/>
                  </a:cubicBezTo>
                  <a:lnTo>
                    <a:pt x="39303" y="18519"/>
                  </a:lnTo>
                  <a:cubicBezTo>
                    <a:pt x="39278" y="18420"/>
                    <a:pt x="39278" y="18295"/>
                    <a:pt x="39253" y="18196"/>
                  </a:cubicBezTo>
                  <a:cubicBezTo>
                    <a:pt x="39253" y="18121"/>
                    <a:pt x="39204" y="18021"/>
                    <a:pt x="39204" y="17922"/>
                  </a:cubicBezTo>
                  <a:cubicBezTo>
                    <a:pt x="39204" y="17822"/>
                    <a:pt x="39179" y="17698"/>
                    <a:pt x="39179" y="17598"/>
                  </a:cubicBezTo>
                  <a:lnTo>
                    <a:pt x="39179" y="17399"/>
                  </a:lnTo>
                  <a:lnTo>
                    <a:pt x="39179" y="17075"/>
                  </a:lnTo>
                  <a:lnTo>
                    <a:pt x="39179" y="16851"/>
                  </a:lnTo>
                  <a:cubicBezTo>
                    <a:pt x="39179" y="16777"/>
                    <a:pt x="39179" y="16677"/>
                    <a:pt x="39204" y="16578"/>
                  </a:cubicBezTo>
                  <a:cubicBezTo>
                    <a:pt x="39204" y="16528"/>
                    <a:pt x="39253" y="16453"/>
                    <a:pt x="39253" y="16403"/>
                  </a:cubicBezTo>
                  <a:cubicBezTo>
                    <a:pt x="39253" y="16329"/>
                    <a:pt x="39278" y="16229"/>
                    <a:pt x="39278" y="16179"/>
                  </a:cubicBezTo>
                  <a:cubicBezTo>
                    <a:pt x="39278" y="16130"/>
                    <a:pt x="39303" y="16055"/>
                    <a:pt x="39328" y="16005"/>
                  </a:cubicBezTo>
                  <a:lnTo>
                    <a:pt x="39428" y="15906"/>
                  </a:lnTo>
                  <a:close/>
                  <a:moveTo>
                    <a:pt x="43062" y="16030"/>
                  </a:moveTo>
                  <a:cubicBezTo>
                    <a:pt x="43112" y="16030"/>
                    <a:pt x="43112" y="16055"/>
                    <a:pt x="43136" y="16055"/>
                  </a:cubicBezTo>
                  <a:cubicBezTo>
                    <a:pt x="41917" y="16926"/>
                    <a:pt x="40747" y="17797"/>
                    <a:pt x="39577" y="18693"/>
                  </a:cubicBezTo>
                  <a:lnTo>
                    <a:pt x="39577" y="18644"/>
                  </a:lnTo>
                  <a:cubicBezTo>
                    <a:pt x="40697" y="17772"/>
                    <a:pt x="41892" y="16901"/>
                    <a:pt x="43062" y="16030"/>
                  </a:cubicBezTo>
                  <a:close/>
                  <a:moveTo>
                    <a:pt x="83585" y="16279"/>
                  </a:moveTo>
                  <a:cubicBezTo>
                    <a:pt x="83709" y="16777"/>
                    <a:pt x="83883" y="17275"/>
                    <a:pt x="84082" y="17797"/>
                  </a:cubicBezTo>
                  <a:cubicBezTo>
                    <a:pt x="83833" y="17947"/>
                    <a:pt x="83609" y="18121"/>
                    <a:pt x="83361" y="18270"/>
                  </a:cubicBezTo>
                  <a:cubicBezTo>
                    <a:pt x="83112" y="18420"/>
                    <a:pt x="82863" y="18569"/>
                    <a:pt x="82639" y="18743"/>
                  </a:cubicBezTo>
                  <a:cubicBezTo>
                    <a:pt x="82614" y="18644"/>
                    <a:pt x="82589" y="18569"/>
                    <a:pt x="82589" y="18494"/>
                  </a:cubicBezTo>
                  <a:cubicBezTo>
                    <a:pt x="82514" y="18295"/>
                    <a:pt x="82464" y="18121"/>
                    <a:pt x="82440" y="17947"/>
                  </a:cubicBezTo>
                  <a:lnTo>
                    <a:pt x="82440" y="17922"/>
                  </a:lnTo>
                  <a:cubicBezTo>
                    <a:pt x="82440" y="17897"/>
                    <a:pt x="82390" y="17822"/>
                    <a:pt x="82390" y="17797"/>
                  </a:cubicBezTo>
                  <a:cubicBezTo>
                    <a:pt x="82365" y="17698"/>
                    <a:pt x="82340" y="17648"/>
                    <a:pt x="82290" y="17548"/>
                  </a:cubicBezTo>
                  <a:lnTo>
                    <a:pt x="82116" y="17075"/>
                  </a:lnTo>
                  <a:cubicBezTo>
                    <a:pt x="82091" y="16951"/>
                    <a:pt x="82016" y="16876"/>
                    <a:pt x="81991" y="16752"/>
                  </a:cubicBezTo>
                  <a:lnTo>
                    <a:pt x="83585" y="16279"/>
                  </a:lnTo>
                  <a:close/>
                  <a:moveTo>
                    <a:pt x="79229" y="13342"/>
                  </a:moveTo>
                  <a:cubicBezTo>
                    <a:pt x="79253" y="13417"/>
                    <a:pt x="79303" y="13441"/>
                    <a:pt x="79353" y="13516"/>
                  </a:cubicBezTo>
                  <a:cubicBezTo>
                    <a:pt x="79602" y="13790"/>
                    <a:pt x="79851" y="14089"/>
                    <a:pt x="80100" y="14412"/>
                  </a:cubicBezTo>
                  <a:cubicBezTo>
                    <a:pt x="80150" y="14462"/>
                    <a:pt x="80174" y="14537"/>
                    <a:pt x="80249" y="14636"/>
                  </a:cubicBezTo>
                  <a:cubicBezTo>
                    <a:pt x="80523" y="15010"/>
                    <a:pt x="80772" y="15408"/>
                    <a:pt x="80996" y="15806"/>
                  </a:cubicBezTo>
                  <a:cubicBezTo>
                    <a:pt x="81046" y="15906"/>
                    <a:pt x="81095" y="16005"/>
                    <a:pt x="81145" y="16130"/>
                  </a:cubicBezTo>
                  <a:cubicBezTo>
                    <a:pt x="81220" y="16254"/>
                    <a:pt x="81245" y="16329"/>
                    <a:pt x="81295" y="16453"/>
                  </a:cubicBezTo>
                  <a:cubicBezTo>
                    <a:pt x="79229" y="17125"/>
                    <a:pt x="77138" y="17897"/>
                    <a:pt x="75022" y="18768"/>
                  </a:cubicBezTo>
                  <a:cubicBezTo>
                    <a:pt x="75221" y="18420"/>
                    <a:pt x="75420" y="18071"/>
                    <a:pt x="75644" y="17748"/>
                  </a:cubicBezTo>
                  <a:cubicBezTo>
                    <a:pt x="75719" y="17648"/>
                    <a:pt x="75744" y="17573"/>
                    <a:pt x="75794" y="17499"/>
                  </a:cubicBezTo>
                  <a:cubicBezTo>
                    <a:pt x="76092" y="17051"/>
                    <a:pt x="76391" y="16627"/>
                    <a:pt x="76715" y="16204"/>
                  </a:cubicBezTo>
                  <a:cubicBezTo>
                    <a:pt x="76764" y="16130"/>
                    <a:pt x="76814" y="16055"/>
                    <a:pt x="76889" y="15955"/>
                  </a:cubicBezTo>
                  <a:cubicBezTo>
                    <a:pt x="77212" y="15532"/>
                    <a:pt x="77536" y="15134"/>
                    <a:pt x="77909" y="14711"/>
                  </a:cubicBezTo>
                  <a:lnTo>
                    <a:pt x="78034" y="14586"/>
                  </a:lnTo>
                  <a:cubicBezTo>
                    <a:pt x="78382" y="14213"/>
                    <a:pt x="78756" y="13815"/>
                    <a:pt x="79104" y="13466"/>
                  </a:cubicBezTo>
                  <a:lnTo>
                    <a:pt x="79229" y="13342"/>
                  </a:lnTo>
                  <a:close/>
                  <a:moveTo>
                    <a:pt x="39403" y="18818"/>
                  </a:moveTo>
                  <a:lnTo>
                    <a:pt x="39403" y="18893"/>
                  </a:lnTo>
                  <a:cubicBezTo>
                    <a:pt x="39403" y="18893"/>
                    <a:pt x="39378" y="18893"/>
                    <a:pt x="39328" y="18917"/>
                  </a:cubicBezTo>
                  <a:lnTo>
                    <a:pt x="39328" y="18843"/>
                  </a:lnTo>
                  <a:cubicBezTo>
                    <a:pt x="39378" y="18843"/>
                    <a:pt x="39378" y="18818"/>
                    <a:pt x="39403" y="18818"/>
                  </a:cubicBezTo>
                  <a:close/>
                  <a:moveTo>
                    <a:pt x="84132" y="17972"/>
                  </a:moveTo>
                  <a:lnTo>
                    <a:pt x="84132" y="18021"/>
                  </a:lnTo>
                  <a:lnTo>
                    <a:pt x="84132" y="18046"/>
                  </a:lnTo>
                  <a:cubicBezTo>
                    <a:pt x="83933" y="18171"/>
                    <a:pt x="83684" y="18320"/>
                    <a:pt x="83460" y="18494"/>
                  </a:cubicBezTo>
                  <a:cubicBezTo>
                    <a:pt x="83211" y="18644"/>
                    <a:pt x="82962" y="18793"/>
                    <a:pt x="82713" y="18992"/>
                  </a:cubicBezTo>
                  <a:lnTo>
                    <a:pt x="82688" y="18917"/>
                  </a:lnTo>
                  <a:cubicBezTo>
                    <a:pt x="82888" y="18768"/>
                    <a:pt x="83136" y="18594"/>
                    <a:pt x="83361" y="18469"/>
                  </a:cubicBezTo>
                  <a:cubicBezTo>
                    <a:pt x="83609" y="18320"/>
                    <a:pt x="83858" y="18146"/>
                    <a:pt x="84132" y="17972"/>
                  </a:cubicBezTo>
                  <a:close/>
                  <a:moveTo>
                    <a:pt x="81369" y="16627"/>
                  </a:moveTo>
                  <a:cubicBezTo>
                    <a:pt x="81369" y="16652"/>
                    <a:pt x="81394" y="16677"/>
                    <a:pt x="81394" y="16702"/>
                  </a:cubicBezTo>
                  <a:cubicBezTo>
                    <a:pt x="79253" y="17399"/>
                    <a:pt x="77013" y="18196"/>
                    <a:pt x="74773" y="19166"/>
                  </a:cubicBezTo>
                  <a:cubicBezTo>
                    <a:pt x="74798" y="19117"/>
                    <a:pt x="74848" y="19067"/>
                    <a:pt x="74848" y="19042"/>
                  </a:cubicBezTo>
                  <a:cubicBezTo>
                    <a:pt x="77038" y="18121"/>
                    <a:pt x="79229" y="17300"/>
                    <a:pt x="81369" y="16627"/>
                  </a:cubicBezTo>
                  <a:close/>
                  <a:moveTo>
                    <a:pt x="43286" y="16155"/>
                  </a:moveTo>
                  <a:lnTo>
                    <a:pt x="43858" y="16528"/>
                  </a:lnTo>
                  <a:cubicBezTo>
                    <a:pt x="43784" y="16578"/>
                    <a:pt x="43734" y="16652"/>
                    <a:pt x="43634" y="16677"/>
                  </a:cubicBezTo>
                  <a:cubicBezTo>
                    <a:pt x="43136" y="17001"/>
                    <a:pt x="42664" y="17300"/>
                    <a:pt x="42166" y="17623"/>
                  </a:cubicBezTo>
                  <a:cubicBezTo>
                    <a:pt x="41991" y="17748"/>
                    <a:pt x="41792" y="17872"/>
                    <a:pt x="41568" y="17996"/>
                  </a:cubicBezTo>
                  <a:lnTo>
                    <a:pt x="40747" y="18544"/>
                  </a:lnTo>
                  <a:cubicBezTo>
                    <a:pt x="40523" y="18693"/>
                    <a:pt x="40324" y="18818"/>
                    <a:pt x="40125" y="18942"/>
                  </a:cubicBezTo>
                  <a:cubicBezTo>
                    <a:pt x="39950" y="19042"/>
                    <a:pt x="39801" y="19166"/>
                    <a:pt x="39652" y="19266"/>
                  </a:cubicBezTo>
                  <a:cubicBezTo>
                    <a:pt x="39652" y="19191"/>
                    <a:pt x="39627" y="19141"/>
                    <a:pt x="39627" y="19067"/>
                  </a:cubicBezTo>
                  <a:cubicBezTo>
                    <a:pt x="39627" y="19017"/>
                    <a:pt x="39577" y="18942"/>
                    <a:pt x="39577" y="18917"/>
                  </a:cubicBezTo>
                  <a:cubicBezTo>
                    <a:pt x="40797" y="17996"/>
                    <a:pt x="42016" y="17051"/>
                    <a:pt x="43286" y="16155"/>
                  </a:cubicBezTo>
                  <a:close/>
                  <a:moveTo>
                    <a:pt x="39428" y="19117"/>
                  </a:moveTo>
                  <a:cubicBezTo>
                    <a:pt x="39428" y="19166"/>
                    <a:pt x="39453" y="19191"/>
                    <a:pt x="39453" y="19266"/>
                  </a:cubicBezTo>
                  <a:cubicBezTo>
                    <a:pt x="39453" y="19316"/>
                    <a:pt x="39502" y="19390"/>
                    <a:pt x="39502" y="19440"/>
                  </a:cubicBezTo>
                  <a:lnTo>
                    <a:pt x="39453" y="19440"/>
                  </a:lnTo>
                  <a:cubicBezTo>
                    <a:pt x="39428" y="19365"/>
                    <a:pt x="39428" y="19266"/>
                    <a:pt x="39403" y="19191"/>
                  </a:cubicBezTo>
                  <a:cubicBezTo>
                    <a:pt x="39403" y="19166"/>
                    <a:pt x="39403" y="19166"/>
                    <a:pt x="39378" y="19141"/>
                  </a:cubicBezTo>
                  <a:cubicBezTo>
                    <a:pt x="39403" y="19141"/>
                    <a:pt x="39403" y="19117"/>
                    <a:pt x="39428" y="19117"/>
                  </a:cubicBezTo>
                  <a:close/>
                  <a:moveTo>
                    <a:pt x="101456" y="7094"/>
                  </a:moveTo>
                  <a:lnTo>
                    <a:pt x="101456" y="7094"/>
                  </a:lnTo>
                  <a:cubicBezTo>
                    <a:pt x="101631" y="7144"/>
                    <a:pt x="101805" y="7219"/>
                    <a:pt x="101954" y="7268"/>
                  </a:cubicBezTo>
                  <a:cubicBezTo>
                    <a:pt x="102303" y="7443"/>
                    <a:pt x="102651" y="7617"/>
                    <a:pt x="103000" y="7766"/>
                  </a:cubicBezTo>
                  <a:cubicBezTo>
                    <a:pt x="103149" y="7866"/>
                    <a:pt x="103323" y="7941"/>
                    <a:pt x="103497" y="8015"/>
                  </a:cubicBezTo>
                  <a:cubicBezTo>
                    <a:pt x="103846" y="8214"/>
                    <a:pt x="104145" y="8389"/>
                    <a:pt x="104468" y="8588"/>
                  </a:cubicBezTo>
                  <a:cubicBezTo>
                    <a:pt x="104618" y="8687"/>
                    <a:pt x="104767" y="8762"/>
                    <a:pt x="104916" y="8886"/>
                  </a:cubicBezTo>
                  <a:cubicBezTo>
                    <a:pt x="105240" y="9085"/>
                    <a:pt x="105514" y="9310"/>
                    <a:pt x="105787" y="9509"/>
                  </a:cubicBezTo>
                  <a:cubicBezTo>
                    <a:pt x="105912" y="9708"/>
                    <a:pt x="106111" y="9832"/>
                    <a:pt x="106235" y="9957"/>
                  </a:cubicBezTo>
                  <a:cubicBezTo>
                    <a:pt x="106509" y="10181"/>
                    <a:pt x="106758" y="10405"/>
                    <a:pt x="107007" y="10654"/>
                  </a:cubicBezTo>
                  <a:cubicBezTo>
                    <a:pt x="107156" y="10778"/>
                    <a:pt x="107331" y="10927"/>
                    <a:pt x="107480" y="11052"/>
                  </a:cubicBezTo>
                  <a:cubicBezTo>
                    <a:pt x="107729" y="11276"/>
                    <a:pt x="107953" y="11525"/>
                    <a:pt x="108152" y="11749"/>
                  </a:cubicBezTo>
                  <a:cubicBezTo>
                    <a:pt x="108277" y="11873"/>
                    <a:pt x="108376" y="11998"/>
                    <a:pt x="108501" y="12147"/>
                  </a:cubicBezTo>
                  <a:cubicBezTo>
                    <a:pt x="108525" y="12172"/>
                    <a:pt x="108575" y="12222"/>
                    <a:pt x="108625" y="12272"/>
                  </a:cubicBezTo>
                  <a:cubicBezTo>
                    <a:pt x="108849" y="12496"/>
                    <a:pt x="109023" y="12769"/>
                    <a:pt x="109222" y="12993"/>
                  </a:cubicBezTo>
                  <a:cubicBezTo>
                    <a:pt x="109372" y="13193"/>
                    <a:pt x="109496" y="13392"/>
                    <a:pt x="109646" y="13566"/>
                  </a:cubicBezTo>
                  <a:cubicBezTo>
                    <a:pt x="109845" y="13815"/>
                    <a:pt x="109994" y="14064"/>
                    <a:pt x="110143" y="14337"/>
                  </a:cubicBezTo>
                  <a:cubicBezTo>
                    <a:pt x="110268" y="14562"/>
                    <a:pt x="110442" y="14786"/>
                    <a:pt x="110567" y="14985"/>
                  </a:cubicBezTo>
                  <a:cubicBezTo>
                    <a:pt x="110716" y="15234"/>
                    <a:pt x="110840" y="15532"/>
                    <a:pt x="110990" y="15781"/>
                  </a:cubicBezTo>
                  <a:lnTo>
                    <a:pt x="111363" y="16528"/>
                  </a:lnTo>
                  <a:cubicBezTo>
                    <a:pt x="111487" y="16802"/>
                    <a:pt x="111612" y="17051"/>
                    <a:pt x="111711" y="17324"/>
                  </a:cubicBezTo>
                  <a:cubicBezTo>
                    <a:pt x="111836" y="17598"/>
                    <a:pt x="111936" y="17847"/>
                    <a:pt x="112010" y="18146"/>
                  </a:cubicBezTo>
                  <a:lnTo>
                    <a:pt x="112309" y="18967"/>
                  </a:lnTo>
                  <a:cubicBezTo>
                    <a:pt x="112359" y="19141"/>
                    <a:pt x="112384" y="19291"/>
                    <a:pt x="112458" y="19440"/>
                  </a:cubicBezTo>
                  <a:lnTo>
                    <a:pt x="112408" y="19415"/>
                  </a:lnTo>
                  <a:cubicBezTo>
                    <a:pt x="112309" y="19291"/>
                    <a:pt x="112160" y="19191"/>
                    <a:pt x="112035" y="19067"/>
                  </a:cubicBezTo>
                  <a:cubicBezTo>
                    <a:pt x="111936" y="18992"/>
                    <a:pt x="111836" y="18843"/>
                    <a:pt x="111711" y="18768"/>
                  </a:cubicBezTo>
                  <a:cubicBezTo>
                    <a:pt x="111537" y="18644"/>
                    <a:pt x="111413" y="18544"/>
                    <a:pt x="111263" y="18420"/>
                  </a:cubicBezTo>
                  <a:cubicBezTo>
                    <a:pt x="111139" y="18320"/>
                    <a:pt x="111064" y="18245"/>
                    <a:pt x="110915" y="18171"/>
                  </a:cubicBezTo>
                  <a:cubicBezTo>
                    <a:pt x="110766" y="18046"/>
                    <a:pt x="110591" y="17922"/>
                    <a:pt x="110417" y="17822"/>
                  </a:cubicBezTo>
                  <a:lnTo>
                    <a:pt x="110143" y="17648"/>
                  </a:lnTo>
                  <a:lnTo>
                    <a:pt x="109596" y="17275"/>
                  </a:lnTo>
                  <a:cubicBezTo>
                    <a:pt x="109496" y="17200"/>
                    <a:pt x="109422" y="17175"/>
                    <a:pt x="109347" y="17125"/>
                  </a:cubicBezTo>
                  <a:cubicBezTo>
                    <a:pt x="109123" y="17001"/>
                    <a:pt x="108899" y="16876"/>
                    <a:pt x="108725" y="16752"/>
                  </a:cubicBezTo>
                  <a:cubicBezTo>
                    <a:pt x="108650" y="16702"/>
                    <a:pt x="108600" y="16677"/>
                    <a:pt x="108501" y="16627"/>
                  </a:cubicBezTo>
                  <a:cubicBezTo>
                    <a:pt x="108277" y="16503"/>
                    <a:pt x="108028" y="16379"/>
                    <a:pt x="107804" y="16279"/>
                  </a:cubicBezTo>
                  <a:lnTo>
                    <a:pt x="107629" y="16179"/>
                  </a:lnTo>
                  <a:cubicBezTo>
                    <a:pt x="107380" y="16055"/>
                    <a:pt x="107132" y="15955"/>
                    <a:pt x="106883" y="15831"/>
                  </a:cubicBezTo>
                  <a:cubicBezTo>
                    <a:pt x="106808" y="15806"/>
                    <a:pt x="106783" y="15806"/>
                    <a:pt x="106733" y="15781"/>
                  </a:cubicBezTo>
                  <a:cubicBezTo>
                    <a:pt x="106484" y="15657"/>
                    <a:pt x="106186" y="15557"/>
                    <a:pt x="105912" y="15458"/>
                  </a:cubicBezTo>
                  <a:cubicBezTo>
                    <a:pt x="105862" y="15433"/>
                    <a:pt x="105812" y="15433"/>
                    <a:pt x="105763" y="15408"/>
                  </a:cubicBezTo>
                  <a:cubicBezTo>
                    <a:pt x="105688" y="15383"/>
                    <a:pt x="105638" y="15333"/>
                    <a:pt x="105563" y="15333"/>
                  </a:cubicBezTo>
                  <a:cubicBezTo>
                    <a:pt x="104866" y="12272"/>
                    <a:pt x="103497" y="9434"/>
                    <a:pt x="101456" y="7094"/>
                  </a:cubicBezTo>
                  <a:close/>
                  <a:moveTo>
                    <a:pt x="44057" y="16652"/>
                  </a:moveTo>
                  <a:cubicBezTo>
                    <a:pt x="44033" y="16702"/>
                    <a:pt x="43983" y="16727"/>
                    <a:pt x="43908" y="16802"/>
                  </a:cubicBezTo>
                  <a:cubicBezTo>
                    <a:pt x="43734" y="16926"/>
                    <a:pt x="43510" y="17051"/>
                    <a:pt x="43311" y="17175"/>
                  </a:cubicBezTo>
                  <a:lnTo>
                    <a:pt x="42290" y="17822"/>
                  </a:lnTo>
                  <a:cubicBezTo>
                    <a:pt x="42116" y="17947"/>
                    <a:pt x="41917" y="18046"/>
                    <a:pt x="41767" y="18171"/>
                  </a:cubicBezTo>
                  <a:lnTo>
                    <a:pt x="41494" y="18345"/>
                  </a:lnTo>
                  <a:cubicBezTo>
                    <a:pt x="41120" y="18594"/>
                    <a:pt x="40697" y="18893"/>
                    <a:pt x="40324" y="19166"/>
                  </a:cubicBezTo>
                  <a:cubicBezTo>
                    <a:pt x="40150" y="19291"/>
                    <a:pt x="39950" y="19415"/>
                    <a:pt x="39801" y="19540"/>
                  </a:cubicBezTo>
                  <a:lnTo>
                    <a:pt x="39801" y="19515"/>
                  </a:lnTo>
                  <a:lnTo>
                    <a:pt x="39801" y="19465"/>
                  </a:lnTo>
                  <a:cubicBezTo>
                    <a:pt x="39901" y="19415"/>
                    <a:pt x="40025" y="19316"/>
                    <a:pt x="40125" y="19266"/>
                  </a:cubicBezTo>
                  <a:cubicBezTo>
                    <a:pt x="40672" y="18893"/>
                    <a:pt x="41195" y="18519"/>
                    <a:pt x="41767" y="18146"/>
                  </a:cubicBezTo>
                  <a:lnTo>
                    <a:pt x="42315" y="17772"/>
                  </a:lnTo>
                  <a:cubicBezTo>
                    <a:pt x="42863" y="17424"/>
                    <a:pt x="43360" y="17075"/>
                    <a:pt x="43883" y="16777"/>
                  </a:cubicBezTo>
                  <a:cubicBezTo>
                    <a:pt x="43908" y="16727"/>
                    <a:pt x="43983" y="16677"/>
                    <a:pt x="44057" y="16652"/>
                  </a:cubicBezTo>
                  <a:close/>
                  <a:moveTo>
                    <a:pt x="39552" y="19614"/>
                  </a:moveTo>
                  <a:lnTo>
                    <a:pt x="39577" y="19639"/>
                  </a:lnTo>
                  <a:lnTo>
                    <a:pt x="39577" y="19664"/>
                  </a:lnTo>
                  <a:lnTo>
                    <a:pt x="39552" y="19689"/>
                  </a:lnTo>
                  <a:lnTo>
                    <a:pt x="39552" y="19664"/>
                  </a:lnTo>
                  <a:lnTo>
                    <a:pt x="39552" y="19639"/>
                  </a:lnTo>
                  <a:cubicBezTo>
                    <a:pt x="39527" y="19639"/>
                    <a:pt x="39527" y="19639"/>
                    <a:pt x="39552" y="19614"/>
                  </a:cubicBezTo>
                  <a:close/>
                  <a:moveTo>
                    <a:pt x="112202" y="18038"/>
                  </a:moveTo>
                  <a:cubicBezTo>
                    <a:pt x="112254" y="18167"/>
                    <a:pt x="112309" y="18296"/>
                    <a:pt x="112359" y="18420"/>
                  </a:cubicBezTo>
                  <a:cubicBezTo>
                    <a:pt x="112458" y="18693"/>
                    <a:pt x="112508" y="18992"/>
                    <a:pt x="112608" y="19266"/>
                  </a:cubicBezTo>
                  <a:lnTo>
                    <a:pt x="112807" y="19814"/>
                  </a:lnTo>
                  <a:lnTo>
                    <a:pt x="112732" y="19739"/>
                  </a:lnTo>
                  <a:cubicBezTo>
                    <a:pt x="112682" y="19515"/>
                    <a:pt x="112608" y="19316"/>
                    <a:pt x="112558" y="19141"/>
                  </a:cubicBezTo>
                  <a:cubicBezTo>
                    <a:pt x="112458" y="18818"/>
                    <a:pt x="112359" y="18544"/>
                    <a:pt x="112259" y="18220"/>
                  </a:cubicBezTo>
                  <a:cubicBezTo>
                    <a:pt x="112242" y="18159"/>
                    <a:pt x="112223" y="18098"/>
                    <a:pt x="112202" y="18038"/>
                  </a:cubicBezTo>
                  <a:close/>
                  <a:moveTo>
                    <a:pt x="74051" y="10031"/>
                  </a:moveTo>
                  <a:lnTo>
                    <a:pt x="74051" y="10031"/>
                  </a:lnTo>
                  <a:cubicBezTo>
                    <a:pt x="71761" y="13018"/>
                    <a:pt x="70168" y="16428"/>
                    <a:pt x="69322" y="19938"/>
                  </a:cubicBezTo>
                  <a:lnTo>
                    <a:pt x="69272" y="19938"/>
                  </a:lnTo>
                  <a:cubicBezTo>
                    <a:pt x="70094" y="16428"/>
                    <a:pt x="71687" y="13018"/>
                    <a:pt x="74026" y="10056"/>
                  </a:cubicBezTo>
                  <a:lnTo>
                    <a:pt x="74051" y="10031"/>
                  </a:lnTo>
                  <a:close/>
                  <a:moveTo>
                    <a:pt x="110214" y="17963"/>
                  </a:moveTo>
                  <a:lnTo>
                    <a:pt x="110442" y="18096"/>
                  </a:lnTo>
                  <a:cubicBezTo>
                    <a:pt x="110591" y="18220"/>
                    <a:pt x="110741" y="18345"/>
                    <a:pt x="110890" y="18445"/>
                  </a:cubicBezTo>
                  <a:cubicBezTo>
                    <a:pt x="110990" y="18544"/>
                    <a:pt x="111114" y="18594"/>
                    <a:pt x="111214" y="18693"/>
                  </a:cubicBezTo>
                  <a:cubicBezTo>
                    <a:pt x="111363" y="18818"/>
                    <a:pt x="111487" y="18917"/>
                    <a:pt x="111637" y="19042"/>
                  </a:cubicBezTo>
                  <a:cubicBezTo>
                    <a:pt x="111761" y="19141"/>
                    <a:pt x="111861" y="19216"/>
                    <a:pt x="111985" y="19316"/>
                  </a:cubicBezTo>
                  <a:cubicBezTo>
                    <a:pt x="112110" y="19440"/>
                    <a:pt x="112234" y="19565"/>
                    <a:pt x="112384" y="19689"/>
                  </a:cubicBezTo>
                  <a:cubicBezTo>
                    <a:pt x="112458" y="19714"/>
                    <a:pt x="112483" y="19789"/>
                    <a:pt x="112508" y="19814"/>
                  </a:cubicBezTo>
                  <a:cubicBezTo>
                    <a:pt x="112508" y="19838"/>
                    <a:pt x="112558" y="19913"/>
                    <a:pt x="112558" y="19938"/>
                  </a:cubicBezTo>
                  <a:lnTo>
                    <a:pt x="112334" y="19714"/>
                  </a:lnTo>
                  <a:lnTo>
                    <a:pt x="112110" y="19515"/>
                  </a:lnTo>
                  <a:cubicBezTo>
                    <a:pt x="111985" y="19390"/>
                    <a:pt x="111836" y="19266"/>
                    <a:pt x="111687" y="19141"/>
                  </a:cubicBezTo>
                  <a:cubicBezTo>
                    <a:pt x="111637" y="19141"/>
                    <a:pt x="111637" y="19092"/>
                    <a:pt x="111612" y="19092"/>
                  </a:cubicBezTo>
                  <a:cubicBezTo>
                    <a:pt x="111512" y="19017"/>
                    <a:pt x="111438" y="18942"/>
                    <a:pt x="111338" y="18843"/>
                  </a:cubicBezTo>
                  <a:cubicBezTo>
                    <a:pt x="111313" y="18818"/>
                    <a:pt x="111239" y="18793"/>
                    <a:pt x="111214" y="18768"/>
                  </a:cubicBezTo>
                  <a:cubicBezTo>
                    <a:pt x="110914" y="18518"/>
                    <a:pt x="110580" y="18235"/>
                    <a:pt x="110214" y="17963"/>
                  </a:cubicBezTo>
                  <a:close/>
                  <a:moveTo>
                    <a:pt x="71288" y="9310"/>
                  </a:moveTo>
                  <a:cubicBezTo>
                    <a:pt x="71438" y="9334"/>
                    <a:pt x="71562" y="9359"/>
                    <a:pt x="71736" y="9409"/>
                  </a:cubicBezTo>
                  <a:cubicBezTo>
                    <a:pt x="72010" y="9459"/>
                    <a:pt x="72284" y="9484"/>
                    <a:pt x="72558" y="9583"/>
                  </a:cubicBezTo>
                  <a:cubicBezTo>
                    <a:pt x="72807" y="9658"/>
                    <a:pt x="73056" y="9733"/>
                    <a:pt x="73304" y="9807"/>
                  </a:cubicBezTo>
                  <a:cubicBezTo>
                    <a:pt x="73504" y="9857"/>
                    <a:pt x="73653" y="9907"/>
                    <a:pt x="73827" y="9957"/>
                  </a:cubicBezTo>
                  <a:cubicBezTo>
                    <a:pt x="71512" y="12944"/>
                    <a:pt x="69919" y="16379"/>
                    <a:pt x="69073" y="19863"/>
                  </a:cubicBezTo>
                  <a:cubicBezTo>
                    <a:pt x="67613" y="19361"/>
                    <a:pt x="65978" y="19116"/>
                    <a:pt x="64209" y="19116"/>
                  </a:cubicBezTo>
                  <a:cubicBezTo>
                    <a:pt x="62207" y="19116"/>
                    <a:pt x="60033" y="19430"/>
                    <a:pt x="57748" y="20038"/>
                  </a:cubicBezTo>
                  <a:cubicBezTo>
                    <a:pt x="57648" y="18644"/>
                    <a:pt x="57698" y="17275"/>
                    <a:pt x="57772" y="15906"/>
                  </a:cubicBezTo>
                  <a:cubicBezTo>
                    <a:pt x="62328" y="13217"/>
                    <a:pt x="66833" y="11027"/>
                    <a:pt x="71288" y="9310"/>
                  </a:cubicBezTo>
                  <a:close/>
                  <a:moveTo>
                    <a:pt x="57598" y="16030"/>
                  </a:moveTo>
                  <a:cubicBezTo>
                    <a:pt x="57499" y="17349"/>
                    <a:pt x="57474" y="18693"/>
                    <a:pt x="57573" y="20062"/>
                  </a:cubicBezTo>
                  <a:cubicBezTo>
                    <a:pt x="57548" y="20062"/>
                    <a:pt x="57548" y="20062"/>
                    <a:pt x="57499" y="20087"/>
                  </a:cubicBezTo>
                  <a:cubicBezTo>
                    <a:pt x="57424" y="18718"/>
                    <a:pt x="57449" y="17399"/>
                    <a:pt x="57548" y="16055"/>
                  </a:cubicBezTo>
                  <a:cubicBezTo>
                    <a:pt x="57573" y="16055"/>
                    <a:pt x="57573" y="16030"/>
                    <a:pt x="57598" y="16030"/>
                  </a:cubicBezTo>
                  <a:close/>
                  <a:moveTo>
                    <a:pt x="69247" y="20112"/>
                  </a:moveTo>
                  <a:cubicBezTo>
                    <a:pt x="69272" y="20112"/>
                    <a:pt x="69272" y="20137"/>
                    <a:pt x="69272" y="20137"/>
                  </a:cubicBezTo>
                  <a:lnTo>
                    <a:pt x="69272" y="20187"/>
                  </a:lnTo>
                  <a:cubicBezTo>
                    <a:pt x="69247" y="20187"/>
                    <a:pt x="69247" y="20187"/>
                    <a:pt x="69197" y="20162"/>
                  </a:cubicBezTo>
                  <a:lnTo>
                    <a:pt x="69197" y="20112"/>
                  </a:lnTo>
                  <a:close/>
                  <a:moveTo>
                    <a:pt x="64192" y="19303"/>
                  </a:moveTo>
                  <a:cubicBezTo>
                    <a:pt x="65952" y="19303"/>
                    <a:pt x="67575" y="19547"/>
                    <a:pt x="69023" y="20038"/>
                  </a:cubicBezTo>
                  <a:cubicBezTo>
                    <a:pt x="69048" y="20062"/>
                    <a:pt x="69048" y="20112"/>
                    <a:pt x="69023" y="20112"/>
                  </a:cubicBezTo>
                  <a:cubicBezTo>
                    <a:pt x="67575" y="19610"/>
                    <a:pt x="65952" y="19365"/>
                    <a:pt x="64192" y="19365"/>
                  </a:cubicBezTo>
                  <a:cubicBezTo>
                    <a:pt x="62200" y="19365"/>
                    <a:pt x="60033" y="19679"/>
                    <a:pt x="57748" y="20286"/>
                  </a:cubicBezTo>
                  <a:lnTo>
                    <a:pt x="57748" y="20237"/>
                  </a:lnTo>
                  <a:cubicBezTo>
                    <a:pt x="60034" y="19616"/>
                    <a:pt x="62200" y="19303"/>
                    <a:pt x="64192" y="19303"/>
                  </a:cubicBezTo>
                  <a:close/>
                  <a:moveTo>
                    <a:pt x="57598" y="20262"/>
                  </a:moveTo>
                  <a:lnTo>
                    <a:pt x="57598" y="20311"/>
                  </a:lnTo>
                  <a:cubicBezTo>
                    <a:pt x="57573" y="20311"/>
                    <a:pt x="57573" y="20311"/>
                    <a:pt x="57548" y="20336"/>
                  </a:cubicBezTo>
                  <a:lnTo>
                    <a:pt x="57548" y="20286"/>
                  </a:lnTo>
                  <a:cubicBezTo>
                    <a:pt x="57573" y="20286"/>
                    <a:pt x="57573" y="20286"/>
                    <a:pt x="57598" y="20262"/>
                  </a:cubicBezTo>
                  <a:close/>
                  <a:moveTo>
                    <a:pt x="112881" y="20162"/>
                  </a:moveTo>
                  <a:lnTo>
                    <a:pt x="112981" y="20262"/>
                  </a:lnTo>
                  <a:cubicBezTo>
                    <a:pt x="112931" y="20262"/>
                    <a:pt x="112931" y="20311"/>
                    <a:pt x="112956" y="20361"/>
                  </a:cubicBezTo>
                  <a:lnTo>
                    <a:pt x="112881" y="20286"/>
                  </a:lnTo>
                  <a:lnTo>
                    <a:pt x="112881" y="20237"/>
                  </a:lnTo>
                  <a:lnTo>
                    <a:pt x="112881" y="20162"/>
                  </a:lnTo>
                  <a:close/>
                  <a:moveTo>
                    <a:pt x="109397" y="17772"/>
                  </a:moveTo>
                  <a:lnTo>
                    <a:pt x="109397" y="17772"/>
                  </a:lnTo>
                  <a:cubicBezTo>
                    <a:pt x="109521" y="17797"/>
                    <a:pt x="109596" y="17822"/>
                    <a:pt x="109646" y="17897"/>
                  </a:cubicBezTo>
                  <a:cubicBezTo>
                    <a:pt x="109770" y="17972"/>
                    <a:pt x="109894" y="18046"/>
                    <a:pt x="110019" y="18146"/>
                  </a:cubicBezTo>
                  <a:cubicBezTo>
                    <a:pt x="110118" y="18196"/>
                    <a:pt x="110218" y="18270"/>
                    <a:pt x="110318" y="18370"/>
                  </a:cubicBezTo>
                  <a:cubicBezTo>
                    <a:pt x="110492" y="18519"/>
                    <a:pt x="110691" y="18644"/>
                    <a:pt x="110865" y="18793"/>
                  </a:cubicBezTo>
                  <a:cubicBezTo>
                    <a:pt x="111089" y="18992"/>
                    <a:pt x="111338" y="19141"/>
                    <a:pt x="111512" y="19316"/>
                  </a:cubicBezTo>
                  <a:cubicBezTo>
                    <a:pt x="111936" y="19664"/>
                    <a:pt x="112309" y="20038"/>
                    <a:pt x="112632" y="20436"/>
                  </a:cubicBezTo>
                  <a:lnTo>
                    <a:pt x="112632" y="20461"/>
                  </a:lnTo>
                  <a:cubicBezTo>
                    <a:pt x="112632" y="20481"/>
                    <a:pt x="112632" y="20497"/>
                    <a:pt x="112636" y="20510"/>
                  </a:cubicBezTo>
                  <a:lnTo>
                    <a:pt x="112636" y="20510"/>
                  </a:lnTo>
                  <a:cubicBezTo>
                    <a:pt x="111677" y="19485"/>
                    <a:pt x="110597" y="18556"/>
                    <a:pt x="109397" y="17772"/>
                  </a:cubicBezTo>
                  <a:close/>
                  <a:moveTo>
                    <a:pt x="74350" y="10056"/>
                  </a:moveTo>
                  <a:cubicBezTo>
                    <a:pt x="74425" y="10181"/>
                    <a:pt x="74624" y="10230"/>
                    <a:pt x="74773" y="10305"/>
                  </a:cubicBezTo>
                  <a:cubicBezTo>
                    <a:pt x="74997" y="10405"/>
                    <a:pt x="75246" y="10479"/>
                    <a:pt x="75470" y="10579"/>
                  </a:cubicBezTo>
                  <a:cubicBezTo>
                    <a:pt x="75669" y="10679"/>
                    <a:pt x="75893" y="10803"/>
                    <a:pt x="76117" y="10927"/>
                  </a:cubicBezTo>
                  <a:cubicBezTo>
                    <a:pt x="76341" y="11052"/>
                    <a:pt x="76515" y="11151"/>
                    <a:pt x="76715" y="11276"/>
                  </a:cubicBezTo>
                  <a:cubicBezTo>
                    <a:pt x="76739" y="11276"/>
                    <a:pt x="76739" y="11301"/>
                    <a:pt x="76764" y="11301"/>
                  </a:cubicBezTo>
                  <a:lnTo>
                    <a:pt x="77337" y="11674"/>
                  </a:lnTo>
                  <a:cubicBezTo>
                    <a:pt x="77511" y="11824"/>
                    <a:pt x="77735" y="11948"/>
                    <a:pt x="77909" y="12097"/>
                  </a:cubicBezTo>
                  <a:cubicBezTo>
                    <a:pt x="78108" y="12272"/>
                    <a:pt x="78258" y="12421"/>
                    <a:pt x="78407" y="12570"/>
                  </a:cubicBezTo>
                  <a:cubicBezTo>
                    <a:pt x="78581" y="12720"/>
                    <a:pt x="78731" y="12844"/>
                    <a:pt x="78880" y="13018"/>
                  </a:cubicBezTo>
                  <a:lnTo>
                    <a:pt x="78407" y="13466"/>
                  </a:lnTo>
                  <a:lnTo>
                    <a:pt x="78208" y="13690"/>
                  </a:lnTo>
                  <a:cubicBezTo>
                    <a:pt x="77984" y="13914"/>
                    <a:pt x="77760" y="14163"/>
                    <a:pt x="77586" y="14387"/>
                  </a:cubicBezTo>
                  <a:cubicBezTo>
                    <a:pt x="77536" y="14412"/>
                    <a:pt x="77511" y="14437"/>
                    <a:pt x="77486" y="14512"/>
                  </a:cubicBezTo>
                  <a:cubicBezTo>
                    <a:pt x="77237" y="14786"/>
                    <a:pt x="77013" y="15034"/>
                    <a:pt x="76789" y="15308"/>
                  </a:cubicBezTo>
                  <a:cubicBezTo>
                    <a:pt x="76715" y="15433"/>
                    <a:pt x="76615" y="15532"/>
                    <a:pt x="76540" y="15657"/>
                  </a:cubicBezTo>
                  <a:cubicBezTo>
                    <a:pt x="76416" y="15806"/>
                    <a:pt x="76291" y="16005"/>
                    <a:pt x="76167" y="16155"/>
                  </a:cubicBezTo>
                  <a:cubicBezTo>
                    <a:pt x="76092" y="16279"/>
                    <a:pt x="75993" y="16428"/>
                    <a:pt x="75893" y="16553"/>
                  </a:cubicBezTo>
                  <a:cubicBezTo>
                    <a:pt x="75794" y="16702"/>
                    <a:pt x="75669" y="16876"/>
                    <a:pt x="75594" y="17001"/>
                  </a:cubicBezTo>
                  <a:cubicBezTo>
                    <a:pt x="75495" y="17150"/>
                    <a:pt x="75395" y="17275"/>
                    <a:pt x="75296" y="17424"/>
                  </a:cubicBezTo>
                  <a:cubicBezTo>
                    <a:pt x="75221" y="17573"/>
                    <a:pt x="75122" y="17698"/>
                    <a:pt x="75022" y="17872"/>
                  </a:cubicBezTo>
                  <a:cubicBezTo>
                    <a:pt x="74922" y="18021"/>
                    <a:pt x="74848" y="18146"/>
                    <a:pt x="74773" y="18295"/>
                  </a:cubicBezTo>
                  <a:cubicBezTo>
                    <a:pt x="74674" y="18445"/>
                    <a:pt x="74599" y="18619"/>
                    <a:pt x="74524" y="18768"/>
                  </a:cubicBezTo>
                  <a:cubicBezTo>
                    <a:pt x="74499" y="18868"/>
                    <a:pt x="74425" y="18917"/>
                    <a:pt x="74400" y="19017"/>
                  </a:cubicBezTo>
                  <a:cubicBezTo>
                    <a:pt x="73255" y="19515"/>
                    <a:pt x="72110" y="20038"/>
                    <a:pt x="70940" y="20610"/>
                  </a:cubicBezTo>
                  <a:cubicBezTo>
                    <a:pt x="70517" y="20361"/>
                    <a:pt x="70044" y="20137"/>
                    <a:pt x="69571" y="19938"/>
                  </a:cubicBezTo>
                  <a:cubicBezTo>
                    <a:pt x="70417" y="16428"/>
                    <a:pt x="72010" y="13018"/>
                    <a:pt x="74350" y="10056"/>
                  </a:cubicBezTo>
                  <a:close/>
                  <a:moveTo>
                    <a:pt x="58494" y="10405"/>
                  </a:moveTo>
                  <a:lnTo>
                    <a:pt x="58494" y="10405"/>
                  </a:lnTo>
                  <a:cubicBezTo>
                    <a:pt x="57922" y="12023"/>
                    <a:pt x="57548" y="13790"/>
                    <a:pt x="57374" y="15657"/>
                  </a:cubicBezTo>
                  <a:cubicBezTo>
                    <a:pt x="57225" y="15756"/>
                    <a:pt x="57051" y="15831"/>
                    <a:pt x="56876" y="15955"/>
                  </a:cubicBezTo>
                  <a:lnTo>
                    <a:pt x="54736" y="17275"/>
                  </a:lnTo>
                  <a:cubicBezTo>
                    <a:pt x="53865" y="17822"/>
                    <a:pt x="52968" y="18395"/>
                    <a:pt x="52097" y="18992"/>
                  </a:cubicBezTo>
                  <a:lnTo>
                    <a:pt x="51251" y="19540"/>
                  </a:lnTo>
                  <a:cubicBezTo>
                    <a:pt x="50654" y="19938"/>
                    <a:pt x="50081" y="20336"/>
                    <a:pt x="49484" y="20784"/>
                  </a:cubicBezTo>
                  <a:cubicBezTo>
                    <a:pt x="49484" y="20759"/>
                    <a:pt x="49459" y="20759"/>
                    <a:pt x="49459" y="20759"/>
                  </a:cubicBezTo>
                  <a:cubicBezTo>
                    <a:pt x="48588" y="19888"/>
                    <a:pt x="47766" y="19067"/>
                    <a:pt x="46995" y="18395"/>
                  </a:cubicBezTo>
                  <a:cubicBezTo>
                    <a:pt x="46173" y="17673"/>
                    <a:pt x="45426" y="17051"/>
                    <a:pt x="44729" y="16553"/>
                  </a:cubicBezTo>
                  <a:cubicBezTo>
                    <a:pt x="44779" y="16528"/>
                    <a:pt x="44879" y="16453"/>
                    <a:pt x="44929" y="16428"/>
                  </a:cubicBezTo>
                  <a:cubicBezTo>
                    <a:pt x="45277" y="16254"/>
                    <a:pt x="45601" y="16030"/>
                    <a:pt x="45924" y="15831"/>
                  </a:cubicBezTo>
                  <a:lnTo>
                    <a:pt x="46123" y="15756"/>
                  </a:lnTo>
                  <a:cubicBezTo>
                    <a:pt x="46248" y="15682"/>
                    <a:pt x="46323" y="15632"/>
                    <a:pt x="46447" y="15557"/>
                  </a:cubicBezTo>
                  <a:cubicBezTo>
                    <a:pt x="46895" y="15308"/>
                    <a:pt x="47293" y="15084"/>
                    <a:pt x="47741" y="14835"/>
                  </a:cubicBezTo>
                  <a:lnTo>
                    <a:pt x="47766" y="14835"/>
                  </a:lnTo>
                  <a:cubicBezTo>
                    <a:pt x="51425" y="12894"/>
                    <a:pt x="55034" y="11400"/>
                    <a:pt x="58494" y="10405"/>
                  </a:cubicBezTo>
                  <a:close/>
                  <a:moveTo>
                    <a:pt x="69446" y="20187"/>
                  </a:moveTo>
                  <a:cubicBezTo>
                    <a:pt x="69894" y="20361"/>
                    <a:pt x="70293" y="20535"/>
                    <a:pt x="70666" y="20759"/>
                  </a:cubicBezTo>
                  <a:cubicBezTo>
                    <a:pt x="70641" y="20759"/>
                    <a:pt x="70641" y="20784"/>
                    <a:pt x="70591" y="20784"/>
                  </a:cubicBezTo>
                  <a:cubicBezTo>
                    <a:pt x="70218" y="20610"/>
                    <a:pt x="69870" y="20411"/>
                    <a:pt x="69446" y="20262"/>
                  </a:cubicBezTo>
                  <a:lnTo>
                    <a:pt x="69446" y="20187"/>
                  </a:lnTo>
                  <a:close/>
                  <a:moveTo>
                    <a:pt x="74225" y="19291"/>
                  </a:moveTo>
                  <a:cubicBezTo>
                    <a:pt x="74176" y="19316"/>
                    <a:pt x="74176" y="19390"/>
                    <a:pt x="74151" y="19415"/>
                  </a:cubicBezTo>
                  <a:lnTo>
                    <a:pt x="71164" y="20809"/>
                  </a:lnTo>
                  <a:cubicBezTo>
                    <a:pt x="71139" y="20784"/>
                    <a:pt x="71114" y="20784"/>
                    <a:pt x="71064" y="20759"/>
                  </a:cubicBezTo>
                  <a:cubicBezTo>
                    <a:pt x="72135" y="20262"/>
                    <a:pt x="73155" y="19764"/>
                    <a:pt x="74225" y="19291"/>
                  </a:cubicBezTo>
                  <a:close/>
                  <a:moveTo>
                    <a:pt x="44505" y="16652"/>
                  </a:moveTo>
                  <a:cubicBezTo>
                    <a:pt x="45924" y="17673"/>
                    <a:pt x="47542" y="19067"/>
                    <a:pt x="49334" y="20909"/>
                  </a:cubicBezTo>
                  <a:lnTo>
                    <a:pt x="49260" y="20934"/>
                  </a:lnTo>
                  <a:cubicBezTo>
                    <a:pt x="49110" y="20784"/>
                    <a:pt x="48986" y="20635"/>
                    <a:pt x="48837" y="20510"/>
                  </a:cubicBezTo>
                  <a:lnTo>
                    <a:pt x="48712" y="20386"/>
                  </a:lnTo>
                  <a:lnTo>
                    <a:pt x="48339" y="20013"/>
                  </a:lnTo>
                  <a:lnTo>
                    <a:pt x="47990" y="19664"/>
                  </a:lnTo>
                  <a:lnTo>
                    <a:pt x="47891" y="19565"/>
                  </a:lnTo>
                  <a:cubicBezTo>
                    <a:pt x="46646" y="18395"/>
                    <a:pt x="45501" y="17424"/>
                    <a:pt x="44431" y="16677"/>
                  </a:cubicBezTo>
                  <a:cubicBezTo>
                    <a:pt x="44481" y="16677"/>
                    <a:pt x="44505" y="16677"/>
                    <a:pt x="44505" y="16652"/>
                  </a:cubicBezTo>
                  <a:close/>
                  <a:moveTo>
                    <a:pt x="112981" y="20710"/>
                  </a:moveTo>
                  <a:lnTo>
                    <a:pt x="113081" y="20809"/>
                  </a:lnTo>
                  <a:cubicBezTo>
                    <a:pt x="113056" y="20859"/>
                    <a:pt x="113056" y="20884"/>
                    <a:pt x="113081" y="20934"/>
                  </a:cubicBezTo>
                  <a:cubicBezTo>
                    <a:pt x="113056" y="20909"/>
                    <a:pt x="113006" y="20884"/>
                    <a:pt x="113006" y="20859"/>
                  </a:cubicBezTo>
                  <a:cubicBezTo>
                    <a:pt x="113006" y="20809"/>
                    <a:pt x="112981" y="20759"/>
                    <a:pt x="112981" y="20710"/>
                  </a:cubicBezTo>
                  <a:close/>
                  <a:moveTo>
                    <a:pt x="57354" y="15918"/>
                  </a:moveTo>
                  <a:lnTo>
                    <a:pt x="57354" y="15918"/>
                  </a:lnTo>
                  <a:cubicBezTo>
                    <a:pt x="57349" y="15927"/>
                    <a:pt x="57349" y="15941"/>
                    <a:pt x="57349" y="15955"/>
                  </a:cubicBezTo>
                  <a:cubicBezTo>
                    <a:pt x="56553" y="16428"/>
                    <a:pt x="55756" y="16926"/>
                    <a:pt x="54960" y="17424"/>
                  </a:cubicBezTo>
                  <a:cubicBezTo>
                    <a:pt x="54736" y="17548"/>
                    <a:pt x="54512" y="17698"/>
                    <a:pt x="54313" y="17872"/>
                  </a:cubicBezTo>
                  <a:cubicBezTo>
                    <a:pt x="53616" y="18295"/>
                    <a:pt x="52944" y="18743"/>
                    <a:pt x="52247" y="19191"/>
                  </a:cubicBezTo>
                  <a:cubicBezTo>
                    <a:pt x="51898" y="19415"/>
                    <a:pt x="51599" y="19664"/>
                    <a:pt x="51251" y="19888"/>
                  </a:cubicBezTo>
                  <a:cubicBezTo>
                    <a:pt x="50728" y="20262"/>
                    <a:pt x="50206" y="20610"/>
                    <a:pt x="49658" y="20983"/>
                  </a:cubicBezTo>
                  <a:lnTo>
                    <a:pt x="49633" y="20934"/>
                  </a:lnTo>
                  <a:cubicBezTo>
                    <a:pt x="50156" y="20560"/>
                    <a:pt x="50703" y="20187"/>
                    <a:pt x="51226" y="19863"/>
                  </a:cubicBezTo>
                  <a:cubicBezTo>
                    <a:pt x="51575" y="19639"/>
                    <a:pt x="51873" y="19390"/>
                    <a:pt x="52222" y="19166"/>
                  </a:cubicBezTo>
                  <a:lnTo>
                    <a:pt x="53068" y="18619"/>
                  </a:lnTo>
                  <a:cubicBezTo>
                    <a:pt x="54480" y="17653"/>
                    <a:pt x="55941" y="16761"/>
                    <a:pt x="57354" y="15918"/>
                  </a:cubicBezTo>
                  <a:close/>
                  <a:moveTo>
                    <a:pt x="70840" y="20884"/>
                  </a:moveTo>
                  <a:cubicBezTo>
                    <a:pt x="70890" y="20909"/>
                    <a:pt x="70915" y="20909"/>
                    <a:pt x="70940" y="20934"/>
                  </a:cubicBezTo>
                  <a:cubicBezTo>
                    <a:pt x="70915" y="20934"/>
                    <a:pt x="70915" y="20983"/>
                    <a:pt x="70890" y="20983"/>
                  </a:cubicBezTo>
                  <a:cubicBezTo>
                    <a:pt x="70840" y="20934"/>
                    <a:pt x="70815" y="20909"/>
                    <a:pt x="70790" y="20909"/>
                  </a:cubicBezTo>
                  <a:cubicBezTo>
                    <a:pt x="70815" y="20909"/>
                    <a:pt x="70815" y="20884"/>
                    <a:pt x="70840" y="20884"/>
                  </a:cubicBezTo>
                  <a:close/>
                  <a:moveTo>
                    <a:pt x="49484" y="21033"/>
                  </a:moveTo>
                  <a:lnTo>
                    <a:pt x="49509" y="21058"/>
                  </a:lnTo>
                  <a:lnTo>
                    <a:pt x="49533" y="21083"/>
                  </a:lnTo>
                  <a:lnTo>
                    <a:pt x="49509" y="21133"/>
                  </a:lnTo>
                  <a:lnTo>
                    <a:pt x="49484" y="21158"/>
                  </a:lnTo>
                  <a:lnTo>
                    <a:pt x="49409" y="21058"/>
                  </a:lnTo>
                  <a:lnTo>
                    <a:pt x="49484" y="21033"/>
                  </a:lnTo>
                  <a:close/>
                  <a:moveTo>
                    <a:pt x="69421" y="20436"/>
                  </a:moveTo>
                  <a:cubicBezTo>
                    <a:pt x="69745" y="20560"/>
                    <a:pt x="70069" y="20734"/>
                    <a:pt x="70417" y="20884"/>
                  </a:cubicBezTo>
                  <a:cubicBezTo>
                    <a:pt x="70019" y="21058"/>
                    <a:pt x="69596" y="21282"/>
                    <a:pt x="69197" y="21506"/>
                  </a:cubicBezTo>
                  <a:cubicBezTo>
                    <a:pt x="69272" y="21158"/>
                    <a:pt x="69322" y="20784"/>
                    <a:pt x="69421" y="20436"/>
                  </a:cubicBezTo>
                  <a:close/>
                  <a:moveTo>
                    <a:pt x="69173" y="20336"/>
                  </a:moveTo>
                  <a:cubicBezTo>
                    <a:pt x="69173" y="20361"/>
                    <a:pt x="69197" y="20361"/>
                    <a:pt x="69247" y="20386"/>
                  </a:cubicBezTo>
                  <a:cubicBezTo>
                    <a:pt x="69148" y="20784"/>
                    <a:pt x="69048" y="21232"/>
                    <a:pt x="68973" y="21631"/>
                  </a:cubicBezTo>
                  <a:cubicBezTo>
                    <a:pt x="68949" y="21631"/>
                    <a:pt x="68949" y="21655"/>
                    <a:pt x="68924" y="21655"/>
                  </a:cubicBezTo>
                  <a:cubicBezTo>
                    <a:pt x="68973" y="21207"/>
                    <a:pt x="69073" y="20784"/>
                    <a:pt x="69173" y="20336"/>
                  </a:cubicBezTo>
                  <a:close/>
                  <a:moveTo>
                    <a:pt x="70616" y="21008"/>
                  </a:moveTo>
                  <a:cubicBezTo>
                    <a:pt x="70641" y="21033"/>
                    <a:pt x="70666" y="21033"/>
                    <a:pt x="70691" y="21058"/>
                  </a:cubicBezTo>
                  <a:cubicBezTo>
                    <a:pt x="70168" y="21307"/>
                    <a:pt x="69670" y="21606"/>
                    <a:pt x="69148" y="21855"/>
                  </a:cubicBezTo>
                  <a:lnTo>
                    <a:pt x="69148" y="21755"/>
                  </a:lnTo>
                  <a:cubicBezTo>
                    <a:pt x="69646" y="21506"/>
                    <a:pt x="70118" y="21257"/>
                    <a:pt x="70616" y="21008"/>
                  </a:cubicBezTo>
                  <a:close/>
                  <a:moveTo>
                    <a:pt x="68924" y="21855"/>
                  </a:moveTo>
                  <a:lnTo>
                    <a:pt x="68924" y="21929"/>
                  </a:lnTo>
                  <a:cubicBezTo>
                    <a:pt x="68899" y="21929"/>
                    <a:pt x="68899" y="21954"/>
                    <a:pt x="68874" y="21954"/>
                  </a:cubicBezTo>
                  <a:lnTo>
                    <a:pt x="68874" y="21879"/>
                  </a:lnTo>
                  <a:cubicBezTo>
                    <a:pt x="68899" y="21879"/>
                    <a:pt x="68899" y="21855"/>
                    <a:pt x="68924" y="21855"/>
                  </a:cubicBezTo>
                  <a:close/>
                  <a:moveTo>
                    <a:pt x="74026" y="19714"/>
                  </a:moveTo>
                  <a:lnTo>
                    <a:pt x="74026" y="19764"/>
                  </a:lnTo>
                  <a:cubicBezTo>
                    <a:pt x="73977" y="19913"/>
                    <a:pt x="73902" y="20038"/>
                    <a:pt x="73802" y="20187"/>
                  </a:cubicBezTo>
                  <a:cubicBezTo>
                    <a:pt x="73728" y="20336"/>
                    <a:pt x="73653" y="20535"/>
                    <a:pt x="73553" y="20685"/>
                  </a:cubicBezTo>
                  <a:cubicBezTo>
                    <a:pt x="73504" y="20809"/>
                    <a:pt x="73429" y="20958"/>
                    <a:pt x="73379" y="21083"/>
                  </a:cubicBezTo>
                  <a:cubicBezTo>
                    <a:pt x="73304" y="21257"/>
                    <a:pt x="73230" y="21431"/>
                    <a:pt x="73155" y="21631"/>
                  </a:cubicBezTo>
                  <a:cubicBezTo>
                    <a:pt x="73105" y="21755"/>
                    <a:pt x="73056" y="21904"/>
                    <a:pt x="73006" y="22029"/>
                  </a:cubicBezTo>
                  <a:cubicBezTo>
                    <a:pt x="72981" y="22103"/>
                    <a:pt x="72981" y="22128"/>
                    <a:pt x="72931" y="22178"/>
                  </a:cubicBezTo>
                  <a:cubicBezTo>
                    <a:pt x="72483" y="21705"/>
                    <a:pt x="71935" y="21307"/>
                    <a:pt x="71363" y="20934"/>
                  </a:cubicBezTo>
                  <a:cubicBezTo>
                    <a:pt x="72259" y="20510"/>
                    <a:pt x="73130" y="20087"/>
                    <a:pt x="74026" y="19714"/>
                  </a:cubicBezTo>
                  <a:close/>
                  <a:moveTo>
                    <a:pt x="71139" y="21033"/>
                  </a:moveTo>
                  <a:cubicBezTo>
                    <a:pt x="71761" y="21407"/>
                    <a:pt x="72359" y="21879"/>
                    <a:pt x="72856" y="22377"/>
                  </a:cubicBezTo>
                  <a:cubicBezTo>
                    <a:pt x="72881" y="22402"/>
                    <a:pt x="72856" y="22427"/>
                    <a:pt x="72856" y="22427"/>
                  </a:cubicBezTo>
                  <a:cubicBezTo>
                    <a:pt x="72309" y="21904"/>
                    <a:pt x="71736" y="21431"/>
                    <a:pt x="71064" y="21058"/>
                  </a:cubicBezTo>
                  <a:cubicBezTo>
                    <a:pt x="71114" y="21058"/>
                    <a:pt x="71114" y="21033"/>
                    <a:pt x="71139" y="21033"/>
                  </a:cubicBezTo>
                  <a:close/>
                  <a:moveTo>
                    <a:pt x="57374" y="16179"/>
                  </a:moveTo>
                  <a:lnTo>
                    <a:pt x="57374" y="16179"/>
                  </a:lnTo>
                  <a:cubicBezTo>
                    <a:pt x="57250" y="17499"/>
                    <a:pt x="57250" y="18793"/>
                    <a:pt x="57324" y="20137"/>
                  </a:cubicBezTo>
                  <a:cubicBezTo>
                    <a:pt x="55308" y="20685"/>
                    <a:pt x="53217" y="21506"/>
                    <a:pt x="51102" y="22502"/>
                  </a:cubicBezTo>
                  <a:cubicBezTo>
                    <a:pt x="51102" y="22477"/>
                    <a:pt x="51077" y="22477"/>
                    <a:pt x="51077" y="22427"/>
                  </a:cubicBezTo>
                  <a:cubicBezTo>
                    <a:pt x="50853" y="22178"/>
                    <a:pt x="50629" y="21954"/>
                    <a:pt x="50405" y="21705"/>
                  </a:cubicBezTo>
                  <a:cubicBezTo>
                    <a:pt x="50230" y="21506"/>
                    <a:pt x="50006" y="21282"/>
                    <a:pt x="49832" y="21058"/>
                  </a:cubicBezTo>
                  <a:cubicBezTo>
                    <a:pt x="50355" y="20685"/>
                    <a:pt x="50878" y="20311"/>
                    <a:pt x="51400" y="19988"/>
                  </a:cubicBezTo>
                  <a:cubicBezTo>
                    <a:pt x="51749" y="19764"/>
                    <a:pt x="52097" y="19515"/>
                    <a:pt x="52446" y="19291"/>
                  </a:cubicBezTo>
                  <a:lnTo>
                    <a:pt x="54313" y="18071"/>
                  </a:lnTo>
                  <a:cubicBezTo>
                    <a:pt x="54586" y="17897"/>
                    <a:pt x="54860" y="17698"/>
                    <a:pt x="55134" y="17548"/>
                  </a:cubicBezTo>
                  <a:cubicBezTo>
                    <a:pt x="55881" y="17075"/>
                    <a:pt x="56627" y="16603"/>
                    <a:pt x="57374" y="16179"/>
                  </a:cubicBezTo>
                  <a:close/>
                  <a:moveTo>
                    <a:pt x="111508" y="15961"/>
                  </a:moveTo>
                  <a:lnTo>
                    <a:pt x="111508" y="15961"/>
                  </a:lnTo>
                  <a:cubicBezTo>
                    <a:pt x="112181" y="16960"/>
                    <a:pt x="113240" y="18615"/>
                    <a:pt x="114201" y="20635"/>
                  </a:cubicBezTo>
                  <a:cubicBezTo>
                    <a:pt x="114534" y="21324"/>
                    <a:pt x="114788" y="21974"/>
                    <a:pt x="115034" y="22566"/>
                  </a:cubicBezTo>
                  <a:lnTo>
                    <a:pt x="115034" y="22566"/>
                  </a:lnTo>
                  <a:cubicBezTo>
                    <a:pt x="115026" y="22557"/>
                    <a:pt x="115014" y="22552"/>
                    <a:pt x="114997" y="22552"/>
                  </a:cubicBezTo>
                  <a:cubicBezTo>
                    <a:pt x="114723" y="22153"/>
                    <a:pt x="114450" y="21755"/>
                    <a:pt x="114126" y="21332"/>
                  </a:cubicBezTo>
                  <a:lnTo>
                    <a:pt x="114051" y="21257"/>
                  </a:lnTo>
                  <a:cubicBezTo>
                    <a:pt x="113728" y="20884"/>
                    <a:pt x="113429" y="20510"/>
                    <a:pt x="113081" y="20137"/>
                  </a:cubicBezTo>
                  <a:cubicBezTo>
                    <a:pt x="113006" y="19838"/>
                    <a:pt x="112881" y="19565"/>
                    <a:pt x="112832" y="19291"/>
                  </a:cubicBezTo>
                  <a:lnTo>
                    <a:pt x="112558" y="18370"/>
                  </a:lnTo>
                  <a:cubicBezTo>
                    <a:pt x="112458" y="18071"/>
                    <a:pt x="112334" y="17822"/>
                    <a:pt x="112234" y="17573"/>
                  </a:cubicBezTo>
                  <a:cubicBezTo>
                    <a:pt x="112110" y="17275"/>
                    <a:pt x="112010" y="16951"/>
                    <a:pt x="111861" y="16677"/>
                  </a:cubicBezTo>
                  <a:cubicBezTo>
                    <a:pt x="111761" y="16428"/>
                    <a:pt x="111637" y="16204"/>
                    <a:pt x="111512" y="15980"/>
                  </a:cubicBezTo>
                  <a:cubicBezTo>
                    <a:pt x="111512" y="15974"/>
                    <a:pt x="111511" y="15967"/>
                    <a:pt x="111508" y="15961"/>
                  </a:cubicBezTo>
                  <a:close/>
                  <a:moveTo>
                    <a:pt x="49633" y="21232"/>
                  </a:moveTo>
                  <a:cubicBezTo>
                    <a:pt x="49832" y="21407"/>
                    <a:pt x="50006" y="21631"/>
                    <a:pt x="50206" y="21805"/>
                  </a:cubicBezTo>
                  <a:cubicBezTo>
                    <a:pt x="50405" y="22054"/>
                    <a:pt x="50654" y="22278"/>
                    <a:pt x="50878" y="22527"/>
                  </a:cubicBezTo>
                  <a:lnTo>
                    <a:pt x="50902" y="22552"/>
                  </a:lnTo>
                  <a:cubicBezTo>
                    <a:pt x="50878" y="22552"/>
                    <a:pt x="50878" y="22601"/>
                    <a:pt x="50853" y="22601"/>
                  </a:cubicBezTo>
                  <a:lnTo>
                    <a:pt x="50778" y="22527"/>
                  </a:lnTo>
                  <a:cubicBezTo>
                    <a:pt x="50703" y="22402"/>
                    <a:pt x="50579" y="22303"/>
                    <a:pt x="50479" y="22178"/>
                  </a:cubicBezTo>
                  <a:cubicBezTo>
                    <a:pt x="50156" y="21855"/>
                    <a:pt x="49882" y="21531"/>
                    <a:pt x="49583" y="21232"/>
                  </a:cubicBezTo>
                  <a:lnTo>
                    <a:pt x="49583" y="21232"/>
                  </a:lnTo>
                  <a:cubicBezTo>
                    <a:pt x="49592" y="21241"/>
                    <a:pt x="49597" y="21243"/>
                    <a:pt x="49602" y="21243"/>
                  </a:cubicBezTo>
                  <a:cubicBezTo>
                    <a:pt x="49611" y="21243"/>
                    <a:pt x="49616" y="21232"/>
                    <a:pt x="49633" y="21232"/>
                  </a:cubicBezTo>
                  <a:close/>
                  <a:moveTo>
                    <a:pt x="57349" y="20311"/>
                  </a:moveTo>
                  <a:lnTo>
                    <a:pt x="57349" y="20386"/>
                  </a:lnTo>
                  <a:cubicBezTo>
                    <a:pt x="55383" y="20934"/>
                    <a:pt x="53342" y="21705"/>
                    <a:pt x="51251" y="22676"/>
                  </a:cubicBezTo>
                  <a:cubicBezTo>
                    <a:pt x="51251" y="22676"/>
                    <a:pt x="51226" y="22676"/>
                    <a:pt x="51226" y="22651"/>
                  </a:cubicBezTo>
                  <a:cubicBezTo>
                    <a:pt x="53317" y="21655"/>
                    <a:pt x="55358" y="20884"/>
                    <a:pt x="57349" y="20311"/>
                  </a:cubicBezTo>
                  <a:close/>
                  <a:moveTo>
                    <a:pt x="51077" y="22751"/>
                  </a:moveTo>
                  <a:cubicBezTo>
                    <a:pt x="51077" y="22776"/>
                    <a:pt x="51077" y="22776"/>
                    <a:pt x="51102" y="22800"/>
                  </a:cubicBezTo>
                  <a:cubicBezTo>
                    <a:pt x="51077" y="22800"/>
                    <a:pt x="51077" y="22825"/>
                    <a:pt x="51027" y="22825"/>
                  </a:cubicBezTo>
                  <a:cubicBezTo>
                    <a:pt x="51027" y="22800"/>
                    <a:pt x="51002" y="22800"/>
                    <a:pt x="51002" y="22776"/>
                  </a:cubicBezTo>
                  <a:cubicBezTo>
                    <a:pt x="51027" y="22776"/>
                    <a:pt x="51027" y="22751"/>
                    <a:pt x="51077" y="22751"/>
                  </a:cubicBezTo>
                  <a:close/>
                  <a:moveTo>
                    <a:pt x="113329" y="18395"/>
                  </a:moveTo>
                  <a:lnTo>
                    <a:pt x="113329" y="18395"/>
                  </a:lnTo>
                  <a:cubicBezTo>
                    <a:pt x="113603" y="18893"/>
                    <a:pt x="113852" y="19316"/>
                    <a:pt x="113977" y="19540"/>
                  </a:cubicBezTo>
                  <a:cubicBezTo>
                    <a:pt x="114126" y="19814"/>
                    <a:pt x="114300" y="20137"/>
                    <a:pt x="114425" y="20436"/>
                  </a:cubicBezTo>
                  <a:cubicBezTo>
                    <a:pt x="115047" y="21780"/>
                    <a:pt x="115495" y="22975"/>
                    <a:pt x="115868" y="23995"/>
                  </a:cubicBezTo>
                  <a:cubicBezTo>
                    <a:pt x="115868" y="24020"/>
                    <a:pt x="115918" y="24045"/>
                    <a:pt x="115918" y="24095"/>
                  </a:cubicBezTo>
                  <a:cubicBezTo>
                    <a:pt x="115868" y="24045"/>
                    <a:pt x="115843" y="23995"/>
                    <a:pt x="115843" y="23970"/>
                  </a:cubicBezTo>
                  <a:cubicBezTo>
                    <a:pt x="115843" y="23970"/>
                    <a:pt x="115843" y="23921"/>
                    <a:pt x="115819" y="23921"/>
                  </a:cubicBezTo>
                  <a:lnTo>
                    <a:pt x="115819" y="23896"/>
                  </a:lnTo>
                  <a:cubicBezTo>
                    <a:pt x="115769" y="23846"/>
                    <a:pt x="115744" y="23771"/>
                    <a:pt x="115719" y="23672"/>
                  </a:cubicBezTo>
                  <a:cubicBezTo>
                    <a:pt x="115370" y="22726"/>
                    <a:pt x="114947" y="21655"/>
                    <a:pt x="114375" y="20436"/>
                  </a:cubicBezTo>
                  <a:cubicBezTo>
                    <a:pt x="114026" y="19739"/>
                    <a:pt x="113653" y="19017"/>
                    <a:pt x="113329" y="18395"/>
                  </a:cubicBezTo>
                  <a:close/>
                  <a:moveTo>
                    <a:pt x="113180" y="20535"/>
                  </a:moveTo>
                  <a:lnTo>
                    <a:pt x="113180" y="20535"/>
                  </a:lnTo>
                  <a:cubicBezTo>
                    <a:pt x="113429" y="20809"/>
                    <a:pt x="113678" y="21058"/>
                    <a:pt x="113877" y="21382"/>
                  </a:cubicBezTo>
                  <a:cubicBezTo>
                    <a:pt x="113927" y="21407"/>
                    <a:pt x="113952" y="21431"/>
                    <a:pt x="113952" y="21481"/>
                  </a:cubicBezTo>
                  <a:cubicBezTo>
                    <a:pt x="114250" y="21879"/>
                    <a:pt x="114524" y="22278"/>
                    <a:pt x="114823" y="22676"/>
                  </a:cubicBezTo>
                  <a:cubicBezTo>
                    <a:pt x="114823" y="22726"/>
                    <a:pt x="114848" y="22726"/>
                    <a:pt x="114848" y="22751"/>
                  </a:cubicBezTo>
                  <a:cubicBezTo>
                    <a:pt x="115097" y="23124"/>
                    <a:pt x="115296" y="23497"/>
                    <a:pt x="115495" y="23871"/>
                  </a:cubicBezTo>
                  <a:cubicBezTo>
                    <a:pt x="115545" y="23995"/>
                    <a:pt x="115595" y="24120"/>
                    <a:pt x="115619" y="24244"/>
                  </a:cubicBezTo>
                  <a:cubicBezTo>
                    <a:pt x="115221" y="23398"/>
                    <a:pt x="114723" y="22626"/>
                    <a:pt x="114176" y="21855"/>
                  </a:cubicBezTo>
                  <a:cubicBezTo>
                    <a:pt x="114126" y="21805"/>
                    <a:pt x="114101" y="21755"/>
                    <a:pt x="114076" y="21705"/>
                  </a:cubicBezTo>
                  <a:cubicBezTo>
                    <a:pt x="113802" y="21332"/>
                    <a:pt x="113504" y="21008"/>
                    <a:pt x="113205" y="20660"/>
                  </a:cubicBezTo>
                  <a:cubicBezTo>
                    <a:pt x="113230" y="20660"/>
                    <a:pt x="113230" y="20660"/>
                    <a:pt x="113205" y="20635"/>
                  </a:cubicBezTo>
                  <a:lnTo>
                    <a:pt x="113180" y="20535"/>
                  </a:lnTo>
                  <a:close/>
                  <a:moveTo>
                    <a:pt x="93143" y="14935"/>
                  </a:moveTo>
                  <a:cubicBezTo>
                    <a:pt x="93889" y="18021"/>
                    <a:pt x="94014" y="21506"/>
                    <a:pt x="93516" y="25215"/>
                  </a:cubicBezTo>
                  <a:lnTo>
                    <a:pt x="93441" y="25215"/>
                  </a:lnTo>
                  <a:cubicBezTo>
                    <a:pt x="93939" y="21506"/>
                    <a:pt x="93840" y="18046"/>
                    <a:pt x="93068" y="14935"/>
                  </a:cubicBezTo>
                  <a:close/>
                  <a:moveTo>
                    <a:pt x="93466" y="25389"/>
                  </a:moveTo>
                  <a:lnTo>
                    <a:pt x="93466" y="25464"/>
                  </a:lnTo>
                  <a:lnTo>
                    <a:pt x="93417" y="25464"/>
                  </a:lnTo>
                  <a:lnTo>
                    <a:pt x="93417" y="25389"/>
                  </a:lnTo>
                  <a:close/>
                  <a:moveTo>
                    <a:pt x="97623" y="14512"/>
                  </a:moveTo>
                  <a:cubicBezTo>
                    <a:pt x="98245" y="14512"/>
                    <a:pt x="98868" y="14537"/>
                    <a:pt x="99490" y="14562"/>
                  </a:cubicBezTo>
                  <a:cubicBezTo>
                    <a:pt x="100983" y="14711"/>
                    <a:pt x="102427" y="15010"/>
                    <a:pt x="103771" y="15383"/>
                  </a:cubicBezTo>
                  <a:cubicBezTo>
                    <a:pt x="104593" y="18619"/>
                    <a:pt x="104742" y="22178"/>
                    <a:pt x="104344" y="25986"/>
                  </a:cubicBezTo>
                  <a:cubicBezTo>
                    <a:pt x="102139" y="25309"/>
                    <a:pt x="99740" y="24983"/>
                    <a:pt x="97155" y="24983"/>
                  </a:cubicBezTo>
                  <a:cubicBezTo>
                    <a:pt x="96035" y="24983"/>
                    <a:pt x="94880" y="25045"/>
                    <a:pt x="93690" y="25165"/>
                  </a:cubicBezTo>
                  <a:cubicBezTo>
                    <a:pt x="94188" y="21481"/>
                    <a:pt x="94089" y="17996"/>
                    <a:pt x="93317" y="14885"/>
                  </a:cubicBezTo>
                  <a:cubicBezTo>
                    <a:pt x="93441" y="14835"/>
                    <a:pt x="93541" y="14810"/>
                    <a:pt x="93665" y="14810"/>
                  </a:cubicBezTo>
                  <a:cubicBezTo>
                    <a:pt x="93939" y="14786"/>
                    <a:pt x="94263" y="14761"/>
                    <a:pt x="94537" y="14711"/>
                  </a:cubicBezTo>
                  <a:cubicBezTo>
                    <a:pt x="94910" y="14686"/>
                    <a:pt x="95283" y="14636"/>
                    <a:pt x="95657" y="14586"/>
                  </a:cubicBezTo>
                  <a:cubicBezTo>
                    <a:pt x="95955" y="14562"/>
                    <a:pt x="96279" y="14562"/>
                    <a:pt x="96627" y="14562"/>
                  </a:cubicBezTo>
                  <a:cubicBezTo>
                    <a:pt x="96926" y="14537"/>
                    <a:pt x="97275" y="14512"/>
                    <a:pt x="97623" y="14512"/>
                  </a:cubicBezTo>
                  <a:close/>
                  <a:moveTo>
                    <a:pt x="103995" y="15433"/>
                  </a:moveTo>
                  <a:cubicBezTo>
                    <a:pt x="104020" y="15433"/>
                    <a:pt x="104045" y="15433"/>
                    <a:pt x="104045" y="15458"/>
                  </a:cubicBezTo>
                  <a:cubicBezTo>
                    <a:pt x="104842" y="18693"/>
                    <a:pt x="104991" y="22278"/>
                    <a:pt x="104593" y="26086"/>
                  </a:cubicBezTo>
                  <a:cubicBezTo>
                    <a:pt x="104543" y="26086"/>
                    <a:pt x="104543" y="26086"/>
                    <a:pt x="104518" y="26036"/>
                  </a:cubicBezTo>
                  <a:cubicBezTo>
                    <a:pt x="104916" y="22253"/>
                    <a:pt x="104792" y="18669"/>
                    <a:pt x="103995" y="15433"/>
                  </a:cubicBezTo>
                  <a:close/>
                  <a:moveTo>
                    <a:pt x="116247" y="25401"/>
                  </a:moveTo>
                  <a:cubicBezTo>
                    <a:pt x="116259" y="25416"/>
                    <a:pt x="116291" y="25424"/>
                    <a:pt x="116291" y="25464"/>
                  </a:cubicBezTo>
                  <a:lnTo>
                    <a:pt x="116291" y="25489"/>
                  </a:lnTo>
                  <a:cubicBezTo>
                    <a:pt x="116366" y="25711"/>
                    <a:pt x="116440" y="25934"/>
                    <a:pt x="116490" y="26156"/>
                  </a:cubicBezTo>
                  <a:lnTo>
                    <a:pt x="116490" y="26156"/>
                  </a:lnTo>
                  <a:cubicBezTo>
                    <a:pt x="116481" y="26132"/>
                    <a:pt x="116473" y="26109"/>
                    <a:pt x="116466" y="26086"/>
                  </a:cubicBezTo>
                  <a:cubicBezTo>
                    <a:pt x="116392" y="25866"/>
                    <a:pt x="116343" y="25645"/>
                    <a:pt x="116247" y="25401"/>
                  </a:cubicBezTo>
                  <a:close/>
                  <a:moveTo>
                    <a:pt x="44281" y="16802"/>
                  </a:moveTo>
                  <a:cubicBezTo>
                    <a:pt x="44481" y="16926"/>
                    <a:pt x="44630" y="17051"/>
                    <a:pt x="44804" y="17175"/>
                  </a:cubicBezTo>
                  <a:lnTo>
                    <a:pt x="45277" y="17548"/>
                  </a:lnTo>
                  <a:cubicBezTo>
                    <a:pt x="45302" y="17573"/>
                    <a:pt x="45327" y="17573"/>
                    <a:pt x="45327" y="17623"/>
                  </a:cubicBezTo>
                  <a:cubicBezTo>
                    <a:pt x="45700" y="17922"/>
                    <a:pt x="46123" y="18245"/>
                    <a:pt x="46497" y="18569"/>
                  </a:cubicBezTo>
                  <a:cubicBezTo>
                    <a:pt x="46497" y="18569"/>
                    <a:pt x="46522" y="18569"/>
                    <a:pt x="46522" y="18594"/>
                  </a:cubicBezTo>
                  <a:cubicBezTo>
                    <a:pt x="46671" y="18768"/>
                    <a:pt x="46870" y="18917"/>
                    <a:pt x="47044" y="19067"/>
                  </a:cubicBezTo>
                  <a:cubicBezTo>
                    <a:pt x="47069" y="19092"/>
                    <a:pt x="47144" y="19141"/>
                    <a:pt x="47169" y="19191"/>
                  </a:cubicBezTo>
                  <a:cubicBezTo>
                    <a:pt x="47293" y="19316"/>
                    <a:pt x="47443" y="19440"/>
                    <a:pt x="47567" y="19565"/>
                  </a:cubicBezTo>
                  <a:cubicBezTo>
                    <a:pt x="47667" y="19664"/>
                    <a:pt x="47766" y="19739"/>
                    <a:pt x="47816" y="19814"/>
                  </a:cubicBezTo>
                  <a:lnTo>
                    <a:pt x="48115" y="20112"/>
                  </a:lnTo>
                  <a:cubicBezTo>
                    <a:pt x="48239" y="20237"/>
                    <a:pt x="48388" y="20361"/>
                    <a:pt x="48513" y="20510"/>
                  </a:cubicBezTo>
                  <a:lnTo>
                    <a:pt x="48712" y="20685"/>
                  </a:lnTo>
                  <a:lnTo>
                    <a:pt x="49061" y="21058"/>
                  </a:lnTo>
                  <a:cubicBezTo>
                    <a:pt x="48289" y="21631"/>
                    <a:pt x="47542" y="22178"/>
                    <a:pt x="46771" y="22751"/>
                  </a:cubicBezTo>
                  <a:cubicBezTo>
                    <a:pt x="46621" y="22875"/>
                    <a:pt x="46447" y="22975"/>
                    <a:pt x="46298" y="23099"/>
                  </a:cubicBezTo>
                  <a:cubicBezTo>
                    <a:pt x="45551" y="23672"/>
                    <a:pt x="44779" y="24244"/>
                    <a:pt x="44033" y="24841"/>
                  </a:cubicBezTo>
                  <a:cubicBezTo>
                    <a:pt x="43809" y="24991"/>
                    <a:pt x="43634" y="25165"/>
                    <a:pt x="43410" y="25314"/>
                  </a:cubicBezTo>
                  <a:lnTo>
                    <a:pt x="42390" y="26161"/>
                  </a:lnTo>
                  <a:cubicBezTo>
                    <a:pt x="41718" y="24916"/>
                    <a:pt x="41170" y="23696"/>
                    <a:pt x="40722" y="22601"/>
                  </a:cubicBezTo>
                  <a:cubicBezTo>
                    <a:pt x="40697" y="22527"/>
                    <a:pt x="40672" y="22452"/>
                    <a:pt x="40647" y="22377"/>
                  </a:cubicBezTo>
                  <a:cubicBezTo>
                    <a:pt x="40523" y="22054"/>
                    <a:pt x="40423" y="21755"/>
                    <a:pt x="40299" y="21431"/>
                  </a:cubicBezTo>
                  <a:cubicBezTo>
                    <a:pt x="40224" y="21282"/>
                    <a:pt x="40174" y="21083"/>
                    <a:pt x="40100" y="20934"/>
                  </a:cubicBezTo>
                  <a:cubicBezTo>
                    <a:pt x="40025" y="20685"/>
                    <a:pt x="39950" y="20461"/>
                    <a:pt x="39901" y="20237"/>
                  </a:cubicBezTo>
                  <a:cubicBezTo>
                    <a:pt x="39826" y="20038"/>
                    <a:pt x="39776" y="19838"/>
                    <a:pt x="39726" y="19689"/>
                  </a:cubicBezTo>
                  <a:cubicBezTo>
                    <a:pt x="40398" y="19216"/>
                    <a:pt x="41071" y="18768"/>
                    <a:pt x="41718" y="18320"/>
                  </a:cubicBezTo>
                  <a:cubicBezTo>
                    <a:pt x="41917" y="18196"/>
                    <a:pt x="42141" y="18071"/>
                    <a:pt x="42315" y="17947"/>
                  </a:cubicBezTo>
                  <a:cubicBezTo>
                    <a:pt x="42838" y="17598"/>
                    <a:pt x="43336" y="17300"/>
                    <a:pt x="43883" y="16951"/>
                  </a:cubicBezTo>
                  <a:cubicBezTo>
                    <a:pt x="44057" y="16926"/>
                    <a:pt x="44157" y="16876"/>
                    <a:pt x="44281" y="16802"/>
                  </a:cubicBezTo>
                  <a:close/>
                  <a:moveTo>
                    <a:pt x="97037" y="25188"/>
                  </a:moveTo>
                  <a:cubicBezTo>
                    <a:pt x="99657" y="25188"/>
                    <a:pt x="102099" y="25526"/>
                    <a:pt x="104294" y="26210"/>
                  </a:cubicBezTo>
                  <a:lnTo>
                    <a:pt x="104294" y="26260"/>
                  </a:lnTo>
                  <a:cubicBezTo>
                    <a:pt x="102077" y="25574"/>
                    <a:pt x="99636" y="25249"/>
                    <a:pt x="97015" y="25249"/>
                  </a:cubicBezTo>
                  <a:cubicBezTo>
                    <a:pt x="95929" y="25249"/>
                    <a:pt x="94811" y="25305"/>
                    <a:pt x="93665" y="25414"/>
                  </a:cubicBezTo>
                  <a:lnTo>
                    <a:pt x="93665" y="25364"/>
                  </a:lnTo>
                  <a:cubicBezTo>
                    <a:pt x="94817" y="25247"/>
                    <a:pt x="95943" y="25188"/>
                    <a:pt x="97037" y="25188"/>
                  </a:cubicBezTo>
                  <a:close/>
                  <a:moveTo>
                    <a:pt x="104244" y="15532"/>
                  </a:moveTo>
                  <a:lnTo>
                    <a:pt x="104244" y="15532"/>
                  </a:lnTo>
                  <a:cubicBezTo>
                    <a:pt x="104543" y="15607"/>
                    <a:pt x="104866" y="15756"/>
                    <a:pt x="105165" y="15831"/>
                  </a:cubicBezTo>
                  <a:cubicBezTo>
                    <a:pt x="105912" y="19166"/>
                    <a:pt x="105887" y="22751"/>
                    <a:pt x="105115" y="26260"/>
                  </a:cubicBezTo>
                  <a:cubicBezTo>
                    <a:pt x="104991" y="26235"/>
                    <a:pt x="104866" y="26161"/>
                    <a:pt x="104742" y="26136"/>
                  </a:cubicBezTo>
                  <a:cubicBezTo>
                    <a:pt x="105165" y="22352"/>
                    <a:pt x="105016" y="18768"/>
                    <a:pt x="104244" y="15532"/>
                  </a:cubicBezTo>
                  <a:close/>
                  <a:moveTo>
                    <a:pt x="39652" y="19863"/>
                  </a:moveTo>
                  <a:lnTo>
                    <a:pt x="39751" y="20137"/>
                  </a:lnTo>
                  <a:cubicBezTo>
                    <a:pt x="39801" y="20411"/>
                    <a:pt x="39901" y="20685"/>
                    <a:pt x="40000" y="21008"/>
                  </a:cubicBezTo>
                  <a:cubicBezTo>
                    <a:pt x="40025" y="21058"/>
                    <a:pt x="40050" y="21158"/>
                    <a:pt x="40075" y="21232"/>
                  </a:cubicBezTo>
                  <a:cubicBezTo>
                    <a:pt x="40622" y="22751"/>
                    <a:pt x="41369" y="24493"/>
                    <a:pt x="42290" y="26285"/>
                  </a:cubicBezTo>
                  <a:lnTo>
                    <a:pt x="42265" y="26335"/>
                  </a:lnTo>
                  <a:cubicBezTo>
                    <a:pt x="41618" y="25041"/>
                    <a:pt x="41046" y="23846"/>
                    <a:pt x="40573" y="22726"/>
                  </a:cubicBezTo>
                  <a:cubicBezTo>
                    <a:pt x="40548" y="22626"/>
                    <a:pt x="40523" y="22552"/>
                    <a:pt x="40498" y="22477"/>
                  </a:cubicBezTo>
                  <a:cubicBezTo>
                    <a:pt x="40349" y="22153"/>
                    <a:pt x="40274" y="21879"/>
                    <a:pt x="40150" y="21606"/>
                  </a:cubicBezTo>
                  <a:lnTo>
                    <a:pt x="39950" y="21033"/>
                  </a:lnTo>
                  <a:cubicBezTo>
                    <a:pt x="39901" y="20809"/>
                    <a:pt x="39826" y="20610"/>
                    <a:pt x="39751" y="20386"/>
                  </a:cubicBezTo>
                  <a:cubicBezTo>
                    <a:pt x="39677" y="20237"/>
                    <a:pt x="39652" y="20038"/>
                    <a:pt x="39577" y="19888"/>
                  </a:cubicBezTo>
                  <a:cubicBezTo>
                    <a:pt x="39627" y="19888"/>
                    <a:pt x="39627" y="19863"/>
                    <a:pt x="39652" y="19863"/>
                  </a:cubicBezTo>
                  <a:close/>
                  <a:moveTo>
                    <a:pt x="104493" y="26235"/>
                  </a:moveTo>
                  <a:cubicBezTo>
                    <a:pt x="104518" y="26235"/>
                    <a:pt x="104518" y="26235"/>
                    <a:pt x="104543" y="26260"/>
                  </a:cubicBezTo>
                  <a:lnTo>
                    <a:pt x="104543" y="26335"/>
                  </a:lnTo>
                  <a:cubicBezTo>
                    <a:pt x="104518" y="26335"/>
                    <a:pt x="104518" y="26335"/>
                    <a:pt x="104493" y="26285"/>
                  </a:cubicBezTo>
                  <a:lnTo>
                    <a:pt x="104493" y="26235"/>
                  </a:lnTo>
                  <a:close/>
                  <a:moveTo>
                    <a:pt x="105414" y="15931"/>
                  </a:moveTo>
                  <a:cubicBezTo>
                    <a:pt x="105464" y="15931"/>
                    <a:pt x="105489" y="15955"/>
                    <a:pt x="105489" y="15955"/>
                  </a:cubicBezTo>
                  <a:cubicBezTo>
                    <a:pt x="106161" y="19266"/>
                    <a:pt x="106136" y="22850"/>
                    <a:pt x="105364" y="26360"/>
                  </a:cubicBezTo>
                  <a:cubicBezTo>
                    <a:pt x="105339" y="26360"/>
                    <a:pt x="105339" y="26360"/>
                    <a:pt x="105290" y="26335"/>
                  </a:cubicBezTo>
                  <a:cubicBezTo>
                    <a:pt x="106086" y="22850"/>
                    <a:pt x="106111" y="19266"/>
                    <a:pt x="105414" y="15931"/>
                  </a:cubicBezTo>
                  <a:close/>
                  <a:moveTo>
                    <a:pt x="116518" y="26231"/>
                  </a:moveTo>
                  <a:lnTo>
                    <a:pt x="116518" y="26231"/>
                  </a:lnTo>
                  <a:cubicBezTo>
                    <a:pt x="116524" y="26234"/>
                    <a:pt x="116531" y="26235"/>
                    <a:pt x="116540" y="26235"/>
                  </a:cubicBezTo>
                  <a:cubicBezTo>
                    <a:pt x="116559" y="26272"/>
                    <a:pt x="116564" y="26323"/>
                    <a:pt x="116575" y="26367"/>
                  </a:cubicBezTo>
                  <a:lnTo>
                    <a:pt x="116575" y="26367"/>
                  </a:lnTo>
                  <a:cubicBezTo>
                    <a:pt x="116570" y="26356"/>
                    <a:pt x="116565" y="26346"/>
                    <a:pt x="116565" y="26335"/>
                  </a:cubicBezTo>
                  <a:cubicBezTo>
                    <a:pt x="116546" y="26297"/>
                    <a:pt x="116531" y="26263"/>
                    <a:pt x="116518" y="26231"/>
                  </a:cubicBezTo>
                  <a:close/>
                  <a:moveTo>
                    <a:pt x="49260" y="21183"/>
                  </a:moveTo>
                  <a:cubicBezTo>
                    <a:pt x="49260" y="21183"/>
                    <a:pt x="49260" y="21232"/>
                    <a:pt x="49285" y="21257"/>
                  </a:cubicBezTo>
                  <a:cubicBezTo>
                    <a:pt x="48513" y="21805"/>
                    <a:pt x="47741" y="22402"/>
                    <a:pt x="46970" y="22975"/>
                  </a:cubicBezTo>
                  <a:cubicBezTo>
                    <a:pt x="46795" y="23099"/>
                    <a:pt x="46646" y="23224"/>
                    <a:pt x="46472" y="23348"/>
                  </a:cubicBezTo>
                  <a:cubicBezTo>
                    <a:pt x="45725" y="23896"/>
                    <a:pt x="44978" y="24493"/>
                    <a:pt x="44257" y="25041"/>
                  </a:cubicBezTo>
                  <a:cubicBezTo>
                    <a:pt x="44033" y="25240"/>
                    <a:pt x="43809" y="25389"/>
                    <a:pt x="43609" y="25588"/>
                  </a:cubicBezTo>
                  <a:lnTo>
                    <a:pt x="42564" y="26410"/>
                  </a:lnTo>
                  <a:cubicBezTo>
                    <a:pt x="42564" y="26385"/>
                    <a:pt x="42539" y="26385"/>
                    <a:pt x="42539" y="26360"/>
                  </a:cubicBezTo>
                  <a:cubicBezTo>
                    <a:pt x="42888" y="26086"/>
                    <a:pt x="43236" y="25762"/>
                    <a:pt x="43609" y="25489"/>
                  </a:cubicBezTo>
                  <a:cubicBezTo>
                    <a:pt x="43809" y="25290"/>
                    <a:pt x="44033" y="25140"/>
                    <a:pt x="44257" y="24966"/>
                  </a:cubicBezTo>
                  <a:cubicBezTo>
                    <a:pt x="45003" y="24369"/>
                    <a:pt x="45750" y="23771"/>
                    <a:pt x="46497" y="23224"/>
                  </a:cubicBezTo>
                  <a:cubicBezTo>
                    <a:pt x="46646" y="23099"/>
                    <a:pt x="46795" y="23000"/>
                    <a:pt x="46970" y="22875"/>
                  </a:cubicBezTo>
                  <a:cubicBezTo>
                    <a:pt x="47741" y="22303"/>
                    <a:pt x="48488" y="21730"/>
                    <a:pt x="49260" y="21183"/>
                  </a:cubicBezTo>
                  <a:close/>
                  <a:moveTo>
                    <a:pt x="81519" y="16827"/>
                  </a:moveTo>
                  <a:cubicBezTo>
                    <a:pt x="81568" y="16926"/>
                    <a:pt x="81618" y="17026"/>
                    <a:pt x="81643" y="17125"/>
                  </a:cubicBezTo>
                  <a:cubicBezTo>
                    <a:pt x="81718" y="17250"/>
                    <a:pt x="81743" y="17374"/>
                    <a:pt x="81817" y="17499"/>
                  </a:cubicBezTo>
                  <a:cubicBezTo>
                    <a:pt x="81942" y="17972"/>
                    <a:pt x="82091" y="18420"/>
                    <a:pt x="82216" y="18868"/>
                  </a:cubicBezTo>
                  <a:cubicBezTo>
                    <a:pt x="82216" y="18893"/>
                    <a:pt x="82240" y="18942"/>
                    <a:pt x="82240" y="18992"/>
                  </a:cubicBezTo>
                  <a:cubicBezTo>
                    <a:pt x="82191" y="19017"/>
                    <a:pt x="82141" y="19042"/>
                    <a:pt x="82091" y="19117"/>
                  </a:cubicBezTo>
                  <a:cubicBezTo>
                    <a:pt x="81817" y="19316"/>
                    <a:pt x="81519" y="19515"/>
                    <a:pt x="81270" y="19739"/>
                  </a:cubicBezTo>
                  <a:cubicBezTo>
                    <a:pt x="81220" y="19789"/>
                    <a:pt x="81120" y="19863"/>
                    <a:pt x="81071" y="19913"/>
                  </a:cubicBezTo>
                  <a:cubicBezTo>
                    <a:pt x="81021" y="19938"/>
                    <a:pt x="80996" y="19988"/>
                    <a:pt x="80946" y="20013"/>
                  </a:cubicBezTo>
                  <a:cubicBezTo>
                    <a:pt x="80896" y="20038"/>
                    <a:pt x="80871" y="20038"/>
                    <a:pt x="80871" y="20062"/>
                  </a:cubicBezTo>
                  <a:cubicBezTo>
                    <a:pt x="80622" y="20262"/>
                    <a:pt x="80398" y="20486"/>
                    <a:pt x="80199" y="20660"/>
                  </a:cubicBezTo>
                  <a:cubicBezTo>
                    <a:pt x="80125" y="20734"/>
                    <a:pt x="80025" y="20784"/>
                    <a:pt x="79975" y="20859"/>
                  </a:cubicBezTo>
                  <a:cubicBezTo>
                    <a:pt x="79652" y="21158"/>
                    <a:pt x="79353" y="21431"/>
                    <a:pt x="79029" y="21755"/>
                  </a:cubicBezTo>
                  <a:lnTo>
                    <a:pt x="78855" y="21929"/>
                  </a:lnTo>
                  <a:cubicBezTo>
                    <a:pt x="78606" y="22178"/>
                    <a:pt x="78382" y="22427"/>
                    <a:pt x="78158" y="22676"/>
                  </a:cubicBezTo>
                  <a:cubicBezTo>
                    <a:pt x="78084" y="22776"/>
                    <a:pt x="77984" y="22900"/>
                    <a:pt x="77909" y="23000"/>
                  </a:cubicBezTo>
                  <a:cubicBezTo>
                    <a:pt x="77710" y="23248"/>
                    <a:pt x="77511" y="23522"/>
                    <a:pt x="77287" y="23771"/>
                  </a:cubicBezTo>
                  <a:cubicBezTo>
                    <a:pt x="77237" y="23871"/>
                    <a:pt x="77138" y="23995"/>
                    <a:pt x="77088" y="24095"/>
                  </a:cubicBezTo>
                  <a:cubicBezTo>
                    <a:pt x="76889" y="24369"/>
                    <a:pt x="76665" y="24642"/>
                    <a:pt x="76515" y="24916"/>
                  </a:cubicBezTo>
                  <a:cubicBezTo>
                    <a:pt x="76391" y="25115"/>
                    <a:pt x="76291" y="25265"/>
                    <a:pt x="76167" y="25464"/>
                  </a:cubicBezTo>
                  <a:cubicBezTo>
                    <a:pt x="76092" y="25588"/>
                    <a:pt x="76018" y="25738"/>
                    <a:pt x="75918" y="25862"/>
                  </a:cubicBezTo>
                  <a:lnTo>
                    <a:pt x="75545" y="26509"/>
                  </a:lnTo>
                  <a:cubicBezTo>
                    <a:pt x="75047" y="24916"/>
                    <a:pt x="74300" y="23597"/>
                    <a:pt x="73280" y="22477"/>
                  </a:cubicBezTo>
                  <a:cubicBezTo>
                    <a:pt x="73329" y="22352"/>
                    <a:pt x="73379" y="22178"/>
                    <a:pt x="73429" y="22054"/>
                  </a:cubicBezTo>
                  <a:cubicBezTo>
                    <a:pt x="73603" y="21655"/>
                    <a:pt x="73777" y="21232"/>
                    <a:pt x="73952" y="20809"/>
                  </a:cubicBezTo>
                  <a:lnTo>
                    <a:pt x="74151" y="20436"/>
                  </a:lnTo>
                  <a:cubicBezTo>
                    <a:pt x="74300" y="20112"/>
                    <a:pt x="74499" y="19764"/>
                    <a:pt x="74674" y="19390"/>
                  </a:cubicBezTo>
                  <a:cubicBezTo>
                    <a:pt x="76988" y="18395"/>
                    <a:pt x="79278" y="17548"/>
                    <a:pt x="81519" y="16827"/>
                  </a:cubicBezTo>
                  <a:close/>
                  <a:moveTo>
                    <a:pt x="104717" y="26335"/>
                  </a:moveTo>
                  <a:cubicBezTo>
                    <a:pt x="104842" y="26360"/>
                    <a:pt x="104916" y="26385"/>
                    <a:pt x="105041" y="26459"/>
                  </a:cubicBezTo>
                  <a:lnTo>
                    <a:pt x="105041" y="26509"/>
                  </a:lnTo>
                  <a:cubicBezTo>
                    <a:pt x="104916" y="26484"/>
                    <a:pt x="104842" y="26459"/>
                    <a:pt x="104717" y="26385"/>
                  </a:cubicBezTo>
                  <a:lnTo>
                    <a:pt x="104717" y="26335"/>
                  </a:lnTo>
                  <a:close/>
                  <a:moveTo>
                    <a:pt x="113329" y="21133"/>
                  </a:moveTo>
                  <a:lnTo>
                    <a:pt x="113329" y="21133"/>
                  </a:lnTo>
                  <a:cubicBezTo>
                    <a:pt x="114350" y="22377"/>
                    <a:pt x="115221" y="23746"/>
                    <a:pt x="115918" y="25265"/>
                  </a:cubicBezTo>
                  <a:cubicBezTo>
                    <a:pt x="116067" y="25663"/>
                    <a:pt x="116217" y="26111"/>
                    <a:pt x="116366" y="26509"/>
                  </a:cubicBezTo>
                  <a:cubicBezTo>
                    <a:pt x="115619" y="24543"/>
                    <a:pt x="114599" y="22776"/>
                    <a:pt x="113354" y="21257"/>
                  </a:cubicBezTo>
                  <a:cubicBezTo>
                    <a:pt x="113354" y="21232"/>
                    <a:pt x="113329" y="21158"/>
                    <a:pt x="113329" y="21133"/>
                  </a:cubicBezTo>
                  <a:close/>
                  <a:moveTo>
                    <a:pt x="42390" y="26484"/>
                  </a:moveTo>
                  <a:cubicBezTo>
                    <a:pt x="42390" y="26509"/>
                    <a:pt x="42415" y="26509"/>
                    <a:pt x="42415" y="26534"/>
                  </a:cubicBezTo>
                  <a:lnTo>
                    <a:pt x="42390" y="26559"/>
                  </a:lnTo>
                  <a:cubicBezTo>
                    <a:pt x="42390" y="26534"/>
                    <a:pt x="42365" y="26534"/>
                    <a:pt x="42365" y="26509"/>
                  </a:cubicBezTo>
                  <a:lnTo>
                    <a:pt x="42390" y="26484"/>
                  </a:lnTo>
                  <a:close/>
                  <a:moveTo>
                    <a:pt x="92869" y="15010"/>
                  </a:moveTo>
                  <a:cubicBezTo>
                    <a:pt x="93641" y="18071"/>
                    <a:pt x="93765" y="21531"/>
                    <a:pt x="93267" y="25240"/>
                  </a:cubicBezTo>
                  <a:cubicBezTo>
                    <a:pt x="91052" y="25489"/>
                    <a:pt x="88737" y="25912"/>
                    <a:pt x="86347" y="26584"/>
                  </a:cubicBezTo>
                  <a:cubicBezTo>
                    <a:pt x="86123" y="23721"/>
                    <a:pt x="85551" y="20784"/>
                    <a:pt x="84605" y="18021"/>
                  </a:cubicBezTo>
                  <a:cubicBezTo>
                    <a:pt x="84829" y="17897"/>
                    <a:pt x="85028" y="17797"/>
                    <a:pt x="85227" y="17673"/>
                  </a:cubicBezTo>
                  <a:lnTo>
                    <a:pt x="86074" y="17200"/>
                  </a:lnTo>
                  <a:cubicBezTo>
                    <a:pt x="86372" y="17051"/>
                    <a:pt x="86646" y="16926"/>
                    <a:pt x="86970" y="16802"/>
                  </a:cubicBezTo>
                  <a:cubicBezTo>
                    <a:pt x="87268" y="16677"/>
                    <a:pt x="87567" y="16528"/>
                    <a:pt x="87866" y="16403"/>
                  </a:cubicBezTo>
                  <a:cubicBezTo>
                    <a:pt x="88140" y="16279"/>
                    <a:pt x="88463" y="16179"/>
                    <a:pt x="88762" y="16080"/>
                  </a:cubicBezTo>
                  <a:cubicBezTo>
                    <a:pt x="89110" y="15955"/>
                    <a:pt x="89434" y="15831"/>
                    <a:pt x="89758" y="15756"/>
                  </a:cubicBezTo>
                  <a:cubicBezTo>
                    <a:pt x="90056" y="15657"/>
                    <a:pt x="90355" y="15582"/>
                    <a:pt x="90629" y="15507"/>
                  </a:cubicBezTo>
                  <a:cubicBezTo>
                    <a:pt x="90977" y="15408"/>
                    <a:pt x="91326" y="15283"/>
                    <a:pt x="91699" y="15209"/>
                  </a:cubicBezTo>
                  <a:cubicBezTo>
                    <a:pt x="91973" y="15159"/>
                    <a:pt x="92247" y="15084"/>
                    <a:pt x="92545" y="15059"/>
                  </a:cubicBezTo>
                  <a:cubicBezTo>
                    <a:pt x="92670" y="15034"/>
                    <a:pt x="92744" y="15034"/>
                    <a:pt x="92869" y="15010"/>
                  </a:cubicBezTo>
                  <a:close/>
                  <a:moveTo>
                    <a:pt x="105290" y="26509"/>
                  </a:moveTo>
                  <a:lnTo>
                    <a:pt x="105290" y="26584"/>
                  </a:lnTo>
                  <a:lnTo>
                    <a:pt x="105240" y="26584"/>
                  </a:lnTo>
                  <a:lnTo>
                    <a:pt x="105240" y="26509"/>
                  </a:lnTo>
                  <a:close/>
                  <a:moveTo>
                    <a:pt x="84456" y="18121"/>
                  </a:moveTo>
                  <a:cubicBezTo>
                    <a:pt x="85377" y="20884"/>
                    <a:pt x="85974" y="23771"/>
                    <a:pt x="86173" y="26634"/>
                  </a:cubicBezTo>
                  <a:cubicBezTo>
                    <a:pt x="86157" y="26625"/>
                    <a:pt x="86143" y="26623"/>
                    <a:pt x="86132" y="26623"/>
                  </a:cubicBezTo>
                  <a:cubicBezTo>
                    <a:pt x="86110" y="26623"/>
                    <a:pt x="86099" y="26634"/>
                    <a:pt x="86099" y="26634"/>
                  </a:cubicBezTo>
                  <a:cubicBezTo>
                    <a:pt x="85899" y="23796"/>
                    <a:pt x="85327" y="20909"/>
                    <a:pt x="84381" y="18146"/>
                  </a:cubicBezTo>
                  <a:cubicBezTo>
                    <a:pt x="84431" y="18146"/>
                    <a:pt x="84431" y="18121"/>
                    <a:pt x="84456" y="18121"/>
                  </a:cubicBezTo>
                  <a:close/>
                  <a:moveTo>
                    <a:pt x="93253" y="25416"/>
                  </a:moveTo>
                  <a:lnTo>
                    <a:pt x="93253" y="25416"/>
                  </a:lnTo>
                  <a:cubicBezTo>
                    <a:pt x="93217" y="25424"/>
                    <a:pt x="93217" y="25466"/>
                    <a:pt x="93217" y="25489"/>
                  </a:cubicBezTo>
                  <a:cubicBezTo>
                    <a:pt x="91027" y="25738"/>
                    <a:pt x="88737" y="26161"/>
                    <a:pt x="86372" y="26833"/>
                  </a:cubicBezTo>
                  <a:lnTo>
                    <a:pt x="86372" y="26758"/>
                  </a:lnTo>
                  <a:cubicBezTo>
                    <a:pt x="88732" y="26112"/>
                    <a:pt x="91042" y="25665"/>
                    <a:pt x="93253" y="25416"/>
                  </a:cubicBezTo>
                  <a:close/>
                  <a:moveTo>
                    <a:pt x="73255" y="22726"/>
                  </a:moveTo>
                  <a:cubicBezTo>
                    <a:pt x="74275" y="23846"/>
                    <a:pt x="75022" y="25215"/>
                    <a:pt x="75495" y="26783"/>
                  </a:cubicBezTo>
                  <a:cubicBezTo>
                    <a:pt x="75420" y="26833"/>
                    <a:pt x="75420" y="26858"/>
                    <a:pt x="75420" y="26883"/>
                  </a:cubicBezTo>
                  <a:cubicBezTo>
                    <a:pt x="74972" y="25290"/>
                    <a:pt x="74225" y="23896"/>
                    <a:pt x="73230" y="22776"/>
                  </a:cubicBezTo>
                  <a:cubicBezTo>
                    <a:pt x="73230" y="22751"/>
                    <a:pt x="73230" y="22751"/>
                    <a:pt x="73255" y="22726"/>
                  </a:cubicBezTo>
                  <a:close/>
                  <a:moveTo>
                    <a:pt x="86173" y="26783"/>
                  </a:moveTo>
                  <a:lnTo>
                    <a:pt x="86173" y="26858"/>
                  </a:lnTo>
                  <a:cubicBezTo>
                    <a:pt x="86173" y="26858"/>
                    <a:pt x="86123" y="26883"/>
                    <a:pt x="86099" y="26883"/>
                  </a:cubicBezTo>
                  <a:lnTo>
                    <a:pt x="86099" y="26833"/>
                  </a:lnTo>
                  <a:cubicBezTo>
                    <a:pt x="86123" y="26833"/>
                    <a:pt x="86123" y="26833"/>
                    <a:pt x="86173" y="26783"/>
                  </a:cubicBezTo>
                  <a:close/>
                  <a:moveTo>
                    <a:pt x="49409" y="21382"/>
                  </a:moveTo>
                  <a:cubicBezTo>
                    <a:pt x="49708" y="21680"/>
                    <a:pt x="49982" y="21979"/>
                    <a:pt x="50280" y="22278"/>
                  </a:cubicBezTo>
                  <a:cubicBezTo>
                    <a:pt x="50405" y="22427"/>
                    <a:pt x="50579" y="22552"/>
                    <a:pt x="50703" y="22726"/>
                  </a:cubicBezTo>
                  <a:cubicBezTo>
                    <a:pt x="48164" y="23921"/>
                    <a:pt x="45601" y="25464"/>
                    <a:pt x="43012" y="27256"/>
                  </a:cubicBezTo>
                  <a:cubicBezTo>
                    <a:pt x="42888" y="27032"/>
                    <a:pt x="42763" y="26783"/>
                    <a:pt x="42664" y="26584"/>
                  </a:cubicBezTo>
                  <a:cubicBezTo>
                    <a:pt x="43012" y="26285"/>
                    <a:pt x="43311" y="26011"/>
                    <a:pt x="43659" y="25762"/>
                  </a:cubicBezTo>
                  <a:cubicBezTo>
                    <a:pt x="43883" y="25588"/>
                    <a:pt x="44132" y="25389"/>
                    <a:pt x="44356" y="25215"/>
                  </a:cubicBezTo>
                  <a:cubicBezTo>
                    <a:pt x="45053" y="24617"/>
                    <a:pt x="45800" y="24045"/>
                    <a:pt x="46547" y="23497"/>
                  </a:cubicBezTo>
                  <a:cubicBezTo>
                    <a:pt x="46721" y="23373"/>
                    <a:pt x="46870" y="23248"/>
                    <a:pt x="47019" y="23149"/>
                  </a:cubicBezTo>
                  <a:cubicBezTo>
                    <a:pt x="47766" y="22601"/>
                    <a:pt x="48538" y="22029"/>
                    <a:pt x="49285" y="21481"/>
                  </a:cubicBezTo>
                  <a:cubicBezTo>
                    <a:pt x="49334" y="21431"/>
                    <a:pt x="49384" y="21407"/>
                    <a:pt x="49409" y="21382"/>
                  </a:cubicBezTo>
                  <a:close/>
                  <a:moveTo>
                    <a:pt x="42514" y="26733"/>
                  </a:moveTo>
                  <a:cubicBezTo>
                    <a:pt x="42614" y="26907"/>
                    <a:pt x="42738" y="27156"/>
                    <a:pt x="42863" y="27380"/>
                  </a:cubicBezTo>
                  <a:lnTo>
                    <a:pt x="42813" y="27405"/>
                  </a:lnTo>
                  <a:cubicBezTo>
                    <a:pt x="42688" y="27181"/>
                    <a:pt x="42614" y="26982"/>
                    <a:pt x="42489" y="26758"/>
                  </a:cubicBezTo>
                  <a:lnTo>
                    <a:pt x="42514" y="26733"/>
                  </a:lnTo>
                  <a:close/>
                  <a:moveTo>
                    <a:pt x="50828" y="22825"/>
                  </a:moveTo>
                  <a:cubicBezTo>
                    <a:pt x="50828" y="22875"/>
                    <a:pt x="50853" y="22875"/>
                    <a:pt x="50853" y="22900"/>
                  </a:cubicBezTo>
                  <a:cubicBezTo>
                    <a:pt x="48289" y="24145"/>
                    <a:pt x="45725" y="25663"/>
                    <a:pt x="43136" y="27480"/>
                  </a:cubicBezTo>
                  <a:cubicBezTo>
                    <a:pt x="43136" y="27455"/>
                    <a:pt x="43112" y="27455"/>
                    <a:pt x="43112" y="27405"/>
                  </a:cubicBezTo>
                  <a:cubicBezTo>
                    <a:pt x="45675" y="25613"/>
                    <a:pt x="48264" y="24070"/>
                    <a:pt x="50828" y="22825"/>
                  </a:cubicBezTo>
                  <a:close/>
                  <a:moveTo>
                    <a:pt x="64177" y="19540"/>
                  </a:moveTo>
                  <a:cubicBezTo>
                    <a:pt x="65925" y="19540"/>
                    <a:pt x="67537" y="19784"/>
                    <a:pt x="68973" y="20286"/>
                  </a:cubicBezTo>
                  <a:cubicBezTo>
                    <a:pt x="68874" y="20784"/>
                    <a:pt x="68774" y="21257"/>
                    <a:pt x="68700" y="21755"/>
                  </a:cubicBezTo>
                  <a:cubicBezTo>
                    <a:pt x="65514" y="23423"/>
                    <a:pt x="62278" y="25364"/>
                    <a:pt x="59017" y="27505"/>
                  </a:cubicBezTo>
                  <a:cubicBezTo>
                    <a:pt x="58370" y="25215"/>
                    <a:pt x="57947" y="22800"/>
                    <a:pt x="57772" y="20461"/>
                  </a:cubicBezTo>
                  <a:cubicBezTo>
                    <a:pt x="60045" y="19853"/>
                    <a:pt x="62199" y="19540"/>
                    <a:pt x="64177" y="19540"/>
                  </a:cubicBezTo>
                  <a:close/>
                  <a:moveTo>
                    <a:pt x="84257" y="18171"/>
                  </a:moveTo>
                  <a:cubicBezTo>
                    <a:pt x="85128" y="20983"/>
                    <a:pt x="85725" y="23846"/>
                    <a:pt x="85924" y="26659"/>
                  </a:cubicBezTo>
                  <a:cubicBezTo>
                    <a:pt x="84978" y="26907"/>
                    <a:pt x="84008" y="27231"/>
                    <a:pt x="83087" y="27530"/>
                  </a:cubicBezTo>
                  <a:cubicBezTo>
                    <a:pt x="83136" y="27107"/>
                    <a:pt x="83186" y="26659"/>
                    <a:pt x="83236" y="26235"/>
                  </a:cubicBezTo>
                  <a:lnTo>
                    <a:pt x="83236" y="26161"/>
                  </a:lnTo>
                  <a:cubicBezTo>
                    <a:pt x="83261" y="25738"/>
                    <a:pt x="83311" y="25290"/>
                    <a:pt x="83311" y="24866"/>
                  </a:cubicBezTo>
                  <a:lnTo>
                    <a:pt x="83311" y="24767"/>
                  </a:lnTo>
                  <a:lnTo>
                    <a:pt x="83311" y="24593"/>
                  </a:lnTo>
                  <a:lnTo>
                    <a:pt x="83311" y="23497"/>
                  </a:lnTo>
                  <a:lnTo>
                    <a:pt x="83311" y="23248"/>
                  </a:lnTo>
                  <a:lnTo>
                    <a:pt x="83311" y="23099"/>
                  </a:lnTo>
                  <a:cubicBezTo>
                    <a:pt x="83311" y="22776"/>
                    <a:pt x="83261" y="22502"/>
                    <a:pt x="83236" y="22178"/>
                  </a:cubicBezTo>
                  <a:cubicBezTo>
                    <a:pt x="83236" y="22054"/>
                    <a:pt x="83236" y="21929"/>
                    <a:pt x="83211" y="21805"/>
                  </a:cubicBezTo>
                  <a:lnTo>
                    <a:pt x="83211" y="21655"/>
                  </a:lnTo>
                  <a:cubicBezTo>
                    <a:pt x="83161" y="21407"/>
                    <a:pt x="83136" y="21133"/>
                    <a:pt x="83112" y="20884"/>
                  </a:cubicBezTo>
                  <a:cubicBezTo>
                    <a:pt x="83087" y="20710"/>
                    <a:pt x="83087" y="20560"/>
                    <a:pt x="83062" y="20386"/>
                  </a:cubicBezTo>
                  <a:cubicBezTo>
                    <a:pt x="83062" y="20361"/>
                    <a:pt x="83062" y="20311"/>
                    <a:pt x="83012" y="20286"/>
                  </a:cubicBezTo>
                  <a:cubicBezTo>
                    <a:pt x="82987" y="20038"/>
                    <a:pt x="82912" y="19814"/>
                    <a:pt x="82863" y="19614"/>
                  </a:cubicBezTo>
                  <a:lnTo>
                    <a:pt x="82763" y="19141"/>
                  </a:lnTo>
                  <a:cubicBezTo>
                    <a:pt x="83012" y="18942"/>
                    <a:pt x="83286" y="18793"/>
                    <a:pt x="83585" y="18594"/>
                  </a:cubicBezTo>
                  <a:cubicBezTo>
                    <a:pt x="83784" y="18445"/>
                    <a:pt x="84008" y="18295"/>
                    <a:pt x="84257" y="18171"/>
                  </a:cubicBezTo>
                  <a:close/>
                  <a:moveTo>
                    <a:pt x="82614" y="19291"/>
                  </a:moveTo>
                  <a:cubicBezTo>
                    <a:pt x="82614" y="19490"/>
                    <a:pt x="82639" y="19664"/>
                    <a:pt x="82713" y="19838"/>
                  </a:cubicBezTo>
                  <a:cubicBezTo>
                    <a:pt x="82738" y="20038"/>
                    <a:pt x="82813" y="20237"/>
                    <a:pt x="82838" y="20411"/>
                  </a:cubicBezTo>
                  <a:cubicBezTo>
                    <a:pt x="82863" y="20535"/>
                    <a:pt x="82863" y="20660"/>
                    <a:pt x="82888" y="20784"/>
                  </a:cubicBezTo>
                  <a:cubicBezTo>
                    <a:pt x="82937" y="20884"/>
                    <a:pt x="82937" y="21008"/>
                    <a:pt x="82937" y="21083"/>
                  </a:cubicBezTo>
                  <a:cubicBezTo>
                    <a:pt x="82962" y="21307"/>
                    <a:pt x="82987" y="21531"/>
                    <a:pt x="83012" y="21780"/>
                  </a:cubicBezTo>
                  <a:cubicBezTo>
                    <a:pt x="83012" y="21904"/>
                    <a:pt x="83062" y="22054"/>
                    <a:pt x="83062" y="22178"/>
                  </a:cubicBezTo>
                  <a:lnTo>
                    <a:pt x="83062" y="22303"/>
                  </a:lnTo>
                  <a:cubicBezTo>
                    <a:pt x="83087" y="22626"/>
                    <a:pt x="83112" y="22900"/>
                    <a:pt x="83112" y="23224"/>
                  </a:cubicBezTo>
                  <a:lnTo>
                    <a:pt x="83112" y="23547"/>
                  </a:lnTo>
                  <a:lnTo>
                    <a:pt x="83112" y="24717"/>
                  </a:lnTo>
                  <a:lnTo>
                    <a:pt x="83112" y="24891"/>
                  </a:lnTo>
                  <a:cubicBezTo>
                    <a:pt x="83087" y="25787"/>
                    <a:pt x="82987" y="26708"/>
                    <a:pt x="82863" y="27629"/>
                  </a:cubicBezTo>
                  <a:lnTo>
                    <a:pt x="82788" y="27629"/>
                  </a:lnTo>
                  <a:cubicBezTo>
                    <a:pt x="82863" y="27256"/>
                    <a:pt x="82888" y="26883"/>
                    <a:pt x="82912" y="26509"/>
                  </a:cubicBezTo>
                  <a:cubicBezTo>
                    <a:pt x="82912" y="26459"/>
                    <a:pt x="82912" y="26410"/>
                    <a:pt x="82962" y="26360"/>
                  </a:cubicBezTo>
                  <a:cubicBezTo>
                    <a:pt x="82962" y="26285"/>
                    <a:pt x="82962" y="26235"/>
                    <a:pt x="82987" y="26161"/>
                  </a:cubicBezTo>
                  <a:lnTo>
                    <a:pt x="82987" y="26111"/>
                  </a:lnTo>
                  <a:cubicBezTo>
                    <a:pt x="83012" y="25762"/>
                    <a:pt x="83012" y="25414"/>
                    <a:pt x="83062" y="25090"/>
                  </a:cubicBezTo>
                  <a:lnTo>
                    <a:pt x="83062" y="24991"/>
                  </a:lnTo>
                  <a:lnTo>
                    <a:pt x="83062" y="24866"/>
                  </a:lnTo>
                  <a:lnTo>
                    <a:pt x="83062" y="24617"/>
                  </a:lnTo>
                  <a:lnTo>
                    <a:pt x="83062" y="23672"/>
                  </a:lnTo>
                  <a:lnTo>
                    <a:pt x="83062" y="23373"/>
                  </a:lnTo>
                  <a:lnTo>
                    <a:pt x="83062" y="23174"/>
                  </a:lnTo>
                  <a:cubicBezTo>
                    <a:pt x="83062" y="22900"/>
                    <a:pt x="83012" y="22601"/>
                    <a:pt x="82987" y="22303"/>
                  </a:cubicBezTo>
                  <a:cubicBezTo>
                    <a:pt x="82987" y="22178"/>
                    <a:pt x="82987" y="22054"/>
                    <a:pt x="82962" y="21904"/>
                  </a:cubicBezTo>
                  <a:lnTo>
                    <a:pt x="82962" y="21780"/>
                  </a:lnTo>
                  <a:cubicBezTo>
                    <a:pt x="82912" y="21506"/>
                    <a:pt x="82888" y="21232"/>
                    <a:pt x="82838" y="20934"/>
                  </a:cubicBezTo>
                  <a:cubicBezTo>
                    <a:pt x="82788" y="20809"/>
                    <a:pt x="82788" y="20685"/>
                    <a:pt x="82763" y="20560"/>
                  </a:cubicBezTo>
                  <a:lnTo>
                    <a:pt x="82763" y="20486"/>
                  </a:lnTo>
                  <a:lnTo>
                    <a:pt x="82763" y="20436"/>
                  </a:lnTo>
                  <a:cubicBezTo>
                    <a:pt x="82738" y="20311"/>
                    <a:pt x="82713" y="20187"/>
                    <a:pt x="82713" y="20112"/>
                  </a:cubicBezTo>
                  <a:cubicBezTo>
                    <a:pt x="82713" y="20062"/>
                    <a:pt x="82713" y="20038"/>
                    <a:pt x="82688" y="20013"/>
                  </a:cubicBezTo>
                  <a:cubicBezTo>
                    <a:pt x="82639" y="19789"/>
                    <a:pt x="82589" y="19565"/>
                    <a:pt x="82564" y="19365"/>
                  </a:cubicBezTo>
                  <a:lnTo>
                    <a:pt x="82589" y="19316"/>
                  </a:lnTo>
                  <a:cubicBezTo>
                    <a:pt x="82589" y="19316"/>
                    <a:pt x="82614" y="19316"/>
                    <a:pt x="82614" y="19291"/>
                  </a:cubicBezTo>
                  <a:close/>
                  <a:moveTo>
                    <a:pt x="57598" y="20510"/>
                  </a:moveTo>
                  <a:cubicBezTo>
                    <a:pt x="57797" y="22900"/>
                    <a:pt x="58196" y="25290"/>
                    <a:pt x="58868" y="27629"/>
                  </a:cubicBezTo>
                  <a:cubicBezTo>
                    <a:pt x="58843" y="27629"/>
                    <a:pt x="58843" y="27654"/>
                    <a:pt x="58818" y="27654"/>
                  </a:cubicBezTo>
                  <a:cubicBezTo>
                    <a:pt x="58121" y="25314"/>
                    <a:pt x="57698" y="22900"/>
                    <a:pt x="57548" y="20535"/>
                  </a:cubicBezTo>
                  <a:cubicBezTo>
                    <a:pt x="57573" y="20535"/>
                    <a:pt x="57573" y="20535"/>
                    <a:pt x="57598" y="20510"/>
                  </a:cubicBezTo>
                  <a:close/>
                  <a:moveTo>
                    <a:pt x="68650" y="22004"/>
                  </a:moveTo>
                  <a:cubicBezTo>
                    <a:pt x="68675" y="22029"/>
                    <a:pt x="68650" y="22054"/>
                    <a:pt x="68650" y="22103"/>
                  </a:cubicBezTo>
                  <a:cubicBezTo>
                    <a:pt x="65464" y="23746"/>
                    <a:pt x="62303" y="25638"/>
                    <a:pt x="59092" y="27779"/>
                  </a:cubicBezTo>
                  <a:cubicBezTo>
                    <a:pt x="59092" y="27754"/>
                    <a:pt x="59092" y="27754"/>
                    <a:pt x="59067" y="27729"/>
                  </a:cubicBezTo>
                  <a:cubicBezTo>
                    <a:pt x="62228" y="25563"/>
                    <a:pt x="65439" y="23672"/>
                    <a:pt x="68650" y="22004"/>
                  </a:cubicBezTo>
                  <a:close/>
                  <a:moveTo>
                    <a:pt x="85924" y="26858"/>
                  </a:moveTo>
                  <a:lnTo>
                    <a:pt x="85924" y="26907"/>
                  </a:lnTo>
                  <a:cubicBezTo>
                    <a:pt x="84978" y="27206"/>
                    <a:pt x="84008" y="27505"/>
                    <a:pt x="83012" y="27828"/>
                  </a:cubicBezTo>
                  <a:lnTo>
                    <a:pt x="83012" y="27754"/>
                  </a:lnTo>
                  <a:cubicBezTo>
                    <a:pt x="83983" y="27405"/>
                    <a:pt x="84954" y="27131"/>
                    <a:pt x="85924" y="26858"/>
                  </a:cubicBezTo>
                  <a:close/>
                  <a:moveTo>
                    <a:pt x="58917" y="27828"/>
                  </a:moveTo>
                  <a:cubicBezTo>
                    <a:pt x="58942" y="27828"/>
                    <a:pt x="58942" y="27853"/>
                    <a:pt x="58942" y="27878"/>
                  </a:cubicBezTo>
                  <a:cubicBezTo>
                    <a:pt x="58917" y="27878"/>
                    <a:pt x="58917" y="27903"/>
                    <a:pt x="58868" y="27903"/>
                  </a:cubicBezTo>
                  <a:cubicBezTo>
                    <a:pt x="58868" y="27878"/>
                    <a:pt x="58868" y="27878"/>
                    <a:pt x="58843" y="27853"/>
                  </a:cubicBezTo>
                  <a:cubicBezTo>
                    <a:pt x="58868" y="27853"/>
                    <a:pt x="58868" y="27828"/>
                    <a:pt x="58917" y="27828"/>
                  </a:cubicBezTo>
                  <a:close/>
                  <a:moveTo>
                    <a:pt x="82838" y="27878"/>
                  </a:moveTo>
                  <a:lnTo>
                    <a:pt x="82838" y="27903"/>
                  </a:lnTo>
                  <a:cubicBezTo>
                    <a:pt x="82788" y="27903"/>
                    <a:pt x="82763" y="27953"/>
                    <a:pt x="82763" y="27953"/>
                  </a:cubicBezTo>
                  <a:lnTo>
                    <a:pt x="82763" y="27878"/>
                  </a:lnTo>
                  <a:close/>
                  <a:moveTo>
                    <a:pt x="117011" y="28311"/>
                  </a:moveTo>
                  <a:cubicBezTo>
                    <a:pt x="117028" y="28360"/>
                    <a:pt x="117049" y="28409"/>
                    <a:pt x="117063" y="28451"/>
                  </a:cubicBezTo>
                  <a:cubicBezTo>
                    <a:pt x="117088" y="28500"/>
                    <a:pt x="117088" y="28575"/>
                    <a:pt x="117113" y="28625"/>
                  </a:cubicBezTo>
                  <a:lnTo>
                    <a:pt x="117063" y="28625"/>
                  </a:lnTo>
                  <a:lnTo>
                    <a:pt x="117063" y="28575"/>
                  </a:lnTo>
                  <a:lnTo>
                    <a:pt x="117063" y="28500"/>
                  </a:lnTo>
                  <a:cubicBezTo>
                    <a:pt x="117033" y="28441"/>
                    <a:pt x="117021" y="28373"/>
                    <a:pt x="117011" y="28311"/>
                  </a:cubicBezTo>
                  <a:close/>
                  <a:moveTo>
                    <a:pt x="104717" y="26584"/>
                  </a:moveTo>
                  <a:cubicBezTo>
                    <a:pt x="104792" y="26609"/>
                    <a:pt x="104916" y="26634"/>
                    <a:pt x="105016" y="26659"/>
                  </a:cubicBezTo>
                  <a:cubicBezTo>
                    <a:pt x="104842" y="27455"/>
                    <a:pt x="104618" y="28252"/>
                    <a:pt x="104344" y="29023"/>
                  </a:cubicBezTo>
                  <a:cubicBezTo>
                    <a:pt x="104468" y="28227"/>
                    <a:pt x="104593" y="27380"/>
                    <a:pt x="104717" y="26584"/>
                  </a:cubicBezTo>
                  <a:close/>
                  <a:moveTo>
                    <a:pt x="117113" y="28849"/>
                  </a:moveTo>
                  <a:cubicBezTo>
                    <a:pt x="117113" y="28940"/>
                    <a:pt x="117154" y="29051"/>
                    <a:pt x="117162" y="29127"/>
                  </a:cubicBezTo>
                  <a:lnTo>
                    <a:pt x="117162" y="29127"/>
                  </a:lnTo>
                  <a:cubicBezTo>
                    <a:pt x="117159" y="29109"/>
                    <a:pt x="117149" y="29091"/>
                    <a:pt x="117113" y="29073"/>
                  </a:cubicBezTo>
                  <a:cubicBezTo>
                    <a:pt x="117088" y="28998"/>
                    <a:pt x="117088" y="28899"/>
                    <a:pt x="117088" y="28849"/>
                  </a:cubicBezTo>
                  <a:close/>
                  <a:moveTo>
                    <a:pt x="57424" y="20635"/>
                  </a:moveTo>
                  <a:cubicBezTo>
                    <a:pt x="57548" y="22975"/>
                    <a:pt x="57972" y="25389"/>
                    <a:pt x="58669" y="27754"/>
                  </a:cubicBezTo>
                  <a:cubicBezTo>
                    <a:pt x="57947" y="28252"/>
                    <a:pt x="57225" y="28724"/>
                    <a:pt x="56503" y="29247"/>
                  </a:cubicBezTo>
                  <a:cubicBezTo>
                    <a:pt x="56379" y="29073"/>
                    <a:pt x="56254" y="28899"/>
                    <a:pt x="56130" y="28749"/>
                  </a:cubicBezTo>
                  <a:cubicBezTo>
                    <a:pt x="55706" y="28127"/>
                    <a:pt x="55234" y="27530"/>
                    <a:pt x="54761" y="26957"/>
                  </a:cubicBezTo>
                  <a:cubicBezTo>
                    <a:pt x="54636" y="26758"/>
                    <a:pt x="54487" y="26584"/>
                    <a:pt x="54362" y="26410"/>
                  </a:cubicBezTo>
                  <a:cubicBezTo>
                    <a:pt x="53740" y="25638"/>
                    <a:pt x="53118" y="24866"/>
                    <a:pt x="52496" y="24120"/>
                  </a:cubicBezTo>
                  <a:cubicBezTo>
                    <a:pt x="52471" y="24095"/>
                    <a:pt x="52471" y="24045"/>
                    <a:pt x="52446" y="24045"/>
                  </a:cubicBezTo>
                  <a:cubicBezTo>
                    <a:pt x="52147" y="23721"/>
                    <a:pt x="51873" y="23398"/>
                    <a:pt x="51599" y="23099"/>
                  </a:cubicBezTo>
                  <a:cubicBezTo>
                    <a:pt x="51525" y="23024"/>
                    <a:pt x="51500" y="22975"/>
                    <a:pt x="51450" y="22900"/>
                  </a:cubicBezTo>
                  <a:cubicBezTo>
                    <a:pt x="53491" y="21929"/>
                    <a:pt x="55482" y="21183"/>
                    <a:pt x="57424" y="20635"/>
                  </a:cubicBezTo>
                  <a:close/>
                  <a:moveTo>
                    <a:pt x="51251" y="22925"/>
                  </a:moveTo>
                  <a:cubicBezTo>
                    <a:pt x="51251" y="22975"/>
                    <a:pt x="51276" y="22975"/>
                    <a:pt x="51276" y="23000"/>
                  </a:cubicBezTo>
                  <a:cubicBezTo>
                    <a:pt x="52993" y="24966"/>
                    <a:pt x="54736" y="27131"/>
                    <a:pt x="56354" y="29372"/>
                  </a:cubicBezTo>
                  <a:lnTo>
                    <a:pt x="56329" y="29397"/>
                  </a:lnTo>
                  <a:cubicBezTo>
                    <a:pt x="55084" y="27729"/>
                    <a:pt x="53815" y="26086"/>
                    <a:pt x="52496" y="24493"/>
                  </a:cubicBezTo>
                  <a:cubicBezTo>
                    <a:pt x="52396" y="24369"/>
                    <a:pt x="52272" y="24244"/>
                    <a:pt x="52197" y="24120"/>
                  </a:cubicBezTo>
                  <a:lnTo>
                    <a:pt x="51624" y="23472"/>
                  </a:lnTo>
                  <a:cubicBezTo>
                    <a:pt x="51475" y="23298"/>
                    <a:pt x="51351" y="23124"/>
                    <a:pt x="51201" y="22975"/>
                  </a:cubicBezTo>
                  <a:cubicBezTo>
                    <a:pt x="51226" y="22975"/>
                    <a:pt x="51226" y="22925"/>
                    <a:pt x="51251" y="22925"/>
                  </a:cubicBezTo>
                  <a:close/>
                  <a:moveTo>
                    <a:pt x="58718" y="27953"/>
                  </a:moveTo>
                  <a:cubicBezTo>
                    <a:pt x="58718" y="27978"/>
                    <a:pt x="58718" y="27978"/>
                    <a:pt x="58743" y="28003"/>
                  </a:cubicBezTo>
                  <a:cubicBezTo>
                    <a:pt x="58046" y="28476"/>
                    <a:pt x="57349" y="28973"/>
                    <a:pt x="56677" y="29471"/>
                  </a:cubicBezTo>
                  <a:cubicBezTo>
                    <a:pt x="56677" y="29446"/>
                    <a:pt x="56627" y="29446"/>
                    <a:pt x="56627" y="29397"/>
                  </a:cubicBezTo>
                  <a:cubicBezTo>
                    <a:pt x="57324" y="28899"/>
                    <a:pt x="58046" y="28451"/>
                    <a:pt x="58718" y="27953"/>
                  </a:cubicBezTo>
                  <a:close/>
                  <a:moveTo>
                    <a:pt x="82340" y="19440"/>
                  </a:moveTo>
                  <a:lnTo>
                    <a:pt x="82440" y="19913"/>
                  </a:lnTo>
                  <a:cubicBezTo>
                    <a:pt x="82514" y="20162"/>
                    <a:pt x="82564" y="20386"/>
                    <a:pt x="82614" y="20635"/>
                  </a:cubicBezTo>
                  <a:cubicBezTo>
                    <a:pt x="82639" y="20859"/>
                    <a:pt x="82688" y="21033"/>
                    <a:pt x="82713" y="21257"/>
                  </a:cubicBezTo>
                  <a:lnTo>
                    <a:pt x="82813" y="22004"/>
                  </a:lnTo>
                  <a:cubicBezTo>
                    <a:pt x="82838" y="22178"/>
                    <a:pt x="82838" y="22377"/>
                    <a:pt x="82838" y="22552"/>
                  </a:cubicBezTo>
                  <a:cubicBezTo>
                    <a:pt x="82863" y="22850"/>
                    <a:pt x="82863" y="23124"/>
                    <a:pt x="82863" y="23398"/>
                  </a:cubicBezTo>
                  <a:lnTo>
                    <a:pt x="82863" y="23672"/>
                  </a:lnTo>
                  <a:lnTo>
                    <a:pt x="82863" y="23871"/>
                  </a:lnTo>
                  <a:lnTo>
                    <a:pt x="82863" y="23921"/>
                  </a:lnTo>
                  <a:lnTo>
                    <a:pt x="82863" y="24891"/>
                  </a:lnTo>
                  <a:cubicBezTo>
                    <a:pt x="82863" y="24991"/>
                    <a:pt x="82863" y="25115"/>
                    <a:pt x="82838" y="25240"/>
                  </a:cubicBezTo>
                  <a:lnTo>
                    <a:pt x="82838" y="25314"/>
                  </a:lnTo>
                  <a:cubicBezTo>
                    <a:pt x="82813" y="25713"/>
                    <a:pt x="82813" y="26086"/>
                    <a:pt x="82738" y="26435"/>
                  </a:cubicBezTo>
                  <a:cubicBezTo>
                    <a:pt x="82738" y="26534"/>
                    <a:pt x="82713" y="26634"/>
                    <a:pt x="82713" y="26683"/>
                  </a:cubicBezTo>
                  <a:cubicBezTo>
                    <a:pt x="82688" y="27032"/>
                    <a:pt x="82614" y="27380"/>
                    <a:pt x="82589" y="27729"/>
                  </a:cubicBezTo>
                  <a:cubicBezTo>
                    <a:pt x="80473" y="28426"/>
                    <a:pt x="78357" y="29297"/>
                    <a:pt x="76167" y="30293"/>
                  </a:cubicBezTo>
                  <a:cubicBezTo>
                    <a:pt x="76142" y="29222"/>
                    <a:pt x="75993" y="28177"/>
                    <a:pt x="75769" y="27231"/>
                  </a:cubicBezTo>
                  <a:cubicBezTo>
                    <a:pt x="75868" y="27007"/>
                    <a:pt x="75993" y="26758"/>
                    <a:pt x="76117" y="26534"/>
                  </a:cubicBezTo>
                  <a:cubicBezTo>
                    <a:pt x="76142" y="26484"/>
                    <a:pt x="76167" y="26410"/>
                    <a:pt x="76242" y="26360"/>
                  </a:cubicBezTo>
                  <a:cubicBezTo>
                    <a:pt x="76416" y="25986"/>
                    <a:pt x="76640" y="25638"/>
                    <a:pt x="76864" y="25290"/>
                  </a:cubicBezTo>
                  <a:cubicBezTo>
                    <a:pt x="76963" y="25165"/>
                    <a:pt x="77013" y="25041"/>
                    <a:pt x="77113" y="24916"/>
                  </a:cubicBezTo>
                  <a:cubicBezTo>
                    <a:pt x="77287" y="24642"/>
                    <a:pt x="77511" y="24319"/>
                    <a:pt x="77685" y="24045"/>
                  </a:cubicBezTo>
                  <a:cubicBezTo>
                    <a:pt x="77785" y="23896"/>
                    <a:pt x="77909" y="23771"/>
                    <a:pt x="78009" y="23622"/>
                  </a:cubicBezTo>
                  <a:cubicBezTo>
                    <a:pt x="78233" y="23373"/>
                    <a:pt x="78407" y="23074"/>
                    <a:pt x="78631" y="22825"/>
                  </a:cubicBezTo>
                  <a:cubicBezTo>
                    <a:pt x="78756" y="22676"/>
                    <a:pt x="78880" y="22552"/>
                    <a:pt x="79005" y="22402"/>
                  </a:cubicBezTo>
                  <a:cubicBezTo>
                    <a:pt x="79229" y="22153"/>
                    <a:pt x="79477" y="21904"/>
                    <a:pt x="79677" y="21680"/>
                  </a:cubicBezTo>
                  <a:lnTo>
                    <a:pt x="80100" y="21282"/>
                  </a:lnTo>
                  <a:lnTo>
                    <a:pt x="80921" y="20535"/>
                  </a:lnTo>
                  <a:cubicBezTo>
                    <a:pt x="81046" y="20436"/>
                    <a:pt x="81195" y="20311"/>
                    <a:pt x="81295" y="20212"/>
                  </a:cubicBezTo>
                  <a:cubicBezTo>
                    <a:pt x="81643" y="19938"/>
                    <a:pt x="81991" y="19689"/>
                    <a:pt x="82340" y="19440"/>
                  </a:cubicBezTo>
                  <a:close/>
                  <a:moveTo>
                    <a:pt x="75644" y="27505"/>
                  </a:moveTo>
                  <a:cubicBezTo>
                    <a:pt x="75868" y="28451"/>
                    <a:pt x="75993" y="29372"/>
                    <a:pt x="76018" y="30392"/>
                  </a:cubicBezTo>
                  <a:cubicBezTo>
                    <a:pt x="75993" y="30392"/>
                    <a:pt x="75968" y="30392"/>
                    <a:pt x="75968" y="30442"/>
                  </a:cubicBezTo>
                  <a:cubicBezTo>
                    <a:pt x="75918" y="29446"/>
                    <a:pt x="75794" y="28500"/>
                    <a:pt x="75619" y="27604"/>
                  </a:cubicBezTo>
                  <a:cubicBezTo>
                    <a:pt x="75619" y="27579"/>
                    <a:pt x="75644" y="27530"/>
                    <a:pt x="75644" y="27505"/>
                  </a:cubicBezTo>
                  <a:close/>
                  <a:moveTo>
                    <a:pt x="104468" y="26509"/>
                  </a:moveTo>
                  <a:cubicBezTo>
                    <a:pt x="104493" y="26509"/>
                    <a:pt x="104493" y="26509"/>
                    <a:pt x="104518" y="26534"/>
                  </a:cubicBezTo>
                  <a:cubicBezTo>
                    <a:pt x="104369" y="27729"/>
                    <a:pt x="104169" y="28899"/>
                    <a:pt x="103921" y="30118"/>
                  </a:cubicBezTo>
                  <a:cubicBezTo>
                    <a:pt x="103896" y="30243"/>
                    <a:pt x="103846" y="30342"/>
                    <a:pt x="103796" y="30467"/>
                  </a:cubicBezTo>
                  <a:cubicBezTo>
                    <a:pt x="104095" y="29098"/>
                    <a:pt x="104294" y="27779"/>
                    <a:pt x="104468" y="26509"/>
                  </a:cubicBezTo>
                  <a:close/>
                  <a:moveTo>
                    <a:pt x="105165" y="26733"/>
                  </a:moveTo>
                  <a:cubicBezTo>
                    <a:pt x="105215" y="26758"/>
                    <a:pt x="105240" y="26758"/>
                    <a:pt x="105240" y="26758"/>
                  </a:cubicBezTo>
                  <a:cubicBezTo>
                    <a:pt x="104916" y="28028"/>
                    <a:pt x="104518" y="29322"/>
                    <a:pt x="104020" y="30517"/>
                  </a:cubicBezTo>
                  <a:cubicBezTo>
                    <a:pt x="104045" y="30392"/>
                    <a:pt x="104095" y="30268"/>
                    <a:pt x="104095" y="30193"/>
                  </a:cubicBezTo>
                  <a:cubicBezTo>
                    <a:pt x="104518" y="29073"/>
                    <a:pt x="104891" y="27878"/>
                    <a:pt x="105165" y="26733"/>
                  </a:cubicBezTo>
                  <a:close/>
                  <a:moveTo>
                    <a:pt x="82564" y="27953"/>
                  </a:moveTo>
                  <a:lnTo>
                    <a:pt x="82564" y="28003"/>
                  </a:lnTo>
                  <a:cubicBezTo>
                    <a:pt x="80473" y="28724"/>
                    <a:pt x="78308" y="29596"/>
                    <a:pt x="76167" y="30591"/>
                  </a:cubicBezTo>
                  <a:lnTo>
                    <a:pt x="76167" y="30517"/>
                  </a:lnTo>
                  <a:cubicBezTo>
                    <a:pt x="78308" y="29521"/>
                    <a:pt x="80473" y="28650"/>
                    <a:pt x="82564" y="27953"/>
                  </a:cubicBezTo>
                  <a:close/>
                  <a:moveTo>
                    <a:pt x="76018" y="30616"/>
                  </a:moveTo>
                  <a:lnTo>
                    <a:pt x="76018" y="30691"/>
                  </a:lnTo>
                  <a:cubicBezTo>
                    <a:pt x="75993" y="30691"/>
                    <a:pt x="75968" y="30691"/>
                    <a:pt x="75968" y="30716"/>
                  </a:cubicBezTo>
                  <a:lnTo>
                    <a:pt x="75968" y="30641"/>
                  </a:lnTo>
                  <a:cubicBezTo>
                    <a:pt x="75993" y="30641"/>
                    <a:pt x="75993" y="30616"/>
                    <a:pt x="76018" y="30616"/>
                  </a:cubicBezTo>
                  <a:close/>
                  <a:moveTo>
                    <a:pt x="68874" y="22153"/>
                  </a:moveTo>
                  <a:cubicBezTo>
                    <a:pt x="68426" y="25090"/>
                    <a:pt x="68501" y="28003"/>
                    <a:pt x="69073" y="30741"/>
                  </a:cubicBezTo>
                  <a:lnTo>
                    <a:pt x="69023" y="30741"/>
                  </a:lnTo>
                  <a:cubicBezTo>
                    <a:pt x="68451" y="28003"/>
                    <a:pt x="68351" y="25115"/>
                    <a:pt x="68799" y="22178"/>
                  </a:cubicBezTo>
                  <a:cubicBezTo>
                    <a:pt x="68824" y="22178"/>
                    <a:pt x="68824" y="22153"/>
                    <a:pt x="68874" y="22153"/>
                  </a:cubicBezTo>
                  <a:close/>
                  <a:moveTo>
                    <a:pt x="68650" y="22303"/>
                  </a:moveTo>
                  <a:lnTo>
                    <a:pt x="68650" y="22303"/>
                  </a:lnTo>
                  <a:cubicBezTo>
                    <a:pt x="68227" y="25140"/>
                    <a:pt x="68301" y="28003"/>
                    <a:pt x="68849" y="30691"/>
                  </a:cubicBezTo>
                  <a:cubicBezTo>
                    <a:pt x="67741" y="30325"/>
                    <a:pt x="66511" y="30148"/>
                    <a:pt x="65193" y="30148"/>
                  </a:cubicBezTo>
                  <a:cubicBezTo>
                    <a:pt x="63640" y="30148"/>
                    <a:pt x="61962" y="30394"/>
                    <a:pt x="60212" y="30865"/>
                  </a:cubicBezTo>
                  <a:cubicBezTo>
                    <a:pt x="59838" y="29894"/>
                    <a:pt x="59465" y="28948"/>
                    <a:pt x="59191" y="27953"/>
                  </a:cubicBezTo>
                  <a:cubicBezTo>
                    <a:pt x="62328" y="25837"/>
                    <a:pt x="65514" y="23921"/>
                    <a:pt x="68650" y="22303"/>
                  </a:cubicBezTo>
                  <a:close/>
                  <a:moveTo>
                    <a:pt x="59042" y="28077"/>
                  </a:moveTo>
                  <a:cubicBezTo>
                    <a:pt x="59316" y="29023"/>
                    <a:pt x="59639" y="29969"/>
                    <a:pt x="60038" y="30940"/>
                  </a:cubicBezTo>
                  <a:lnTo>
                    <a:pt x="59963" y="30940"/>
                  </a:lnTo>
                  <a:cubicBezTo>
                    <a:pt x="59589" y="29994"/>
                    <a:pt x="59241" y="29073"/>
                    <a:pt x="58967" y="28102"/>
                  </a:cubicBezTo>
                  <a:cubicBezTo>
                    <a:pt x="58992" y="28102"/>
                    <a:pt x="58992" y="28077"/>
                    <a:pt x="59042" y="28077"/>
                  </a:cubicBezTo>
                  <a:close/>
                  <a:moveTo>
                    <a:pt x="69148" y="30965"/>
                  </a:moveTo>
                  <a:cubicBezTo>
                    <a:pt x="69148" y="30990"/>
                    <a:pt x="69148" y="31014"/>
                    <a:pt x="69173" y="31014"/>
                  </a:cubicBezTo>
                  <a:cubicBezTo>
                    <a:pt x="69164" y="31031"/>
                    <a:pt x="69156" y="31037"/>
                    <a:pt x="69149" y="31037"/>
                  </a:cubicBezTo>
                  <a:cubicBezTo>
                    <a:pt x="69134" y="31037"/>
                    <a:pt x="69123" y="31014"/>
                    <a:pt x="69123" y="31014"/>
                  </a:cubicBezTo>
                  <a:cubicBezTo>
                    <a:pt x="69123" y="30990"/>
                    <a:pt x="69123" y="30965"/>
                    <a:pt x="69073" y="30965"/>
                  </a:cubicBezTo>
                  <a:close/>
                  <a:moveTo>
                    <a:pt x="65230" y="30358"/>
                  </a:moveTo>
                  <a:cubicBezTo>
                    <a:pt x="66548" y="30358"/>
                    <a:pt x="67770" y="30533"/>
                    <a:pt x="68874" y="30890"/>
                  </a:cubicBezTo>
                  <a:cubicBezTo>
                    <a:pt x="68874" y="30911"/>
                    <a:pt x="68874" y="30949"/>
                    <a:pt x="68889" y="30961"/>
                  </a:cubicBezTo>
                  <a:lnTo>
                    <a:pt x="68889" y="30961"/>
                  </a:lnTo>
                  <a:cubicBezTo>
                    <a:pt x="67796" y="30583"/>
                    <a:pt x="66575" y="30401"/>
                    <a:pt x="65257" y="30401"/>
                  </a:cubicBezTo>
                  <a:cubicBezTo>
                    <a:pt x="63725" y="30401"/>
                    <a:pt x="62061" y="30646"/>
                    <a:pt x="60311" y="31114"/>
                  </a:cubicBezTo>
                  <a:cubicBezTo>
                    <a:pt x="60311" y="31089"/>
                    <a:pt x="60262" y="31089"/>
                    <a:pt x="60262" y="31064"/>
                  </a:cubicBezTo>
                  <a:cubicBezTo>
                    <a:pt x="62029" y="30596"/>
                    <a:pt x="63695" y="30358"/>
                    <a:pt x="65230" y="30358"/>
                  </a:cubicBezTo>
                  <a:close/>
                  <a:moveTo>
                    <a:pt x="60087" y="31089"/>
                  </a:moveTo>
                  <a:cubicBezTo>
                    <a:pt x="60087" y="31114"/>
                    <a:pt x="60087" y="31114"/>
                    <a:pt x="60112" y="31139"/>
                  </a:cubicBezTo>
                  <a:cubicBezTo>
                    <a:pt x="60087" y="31139"/>
                    <a:pt x="60087" y="31139"/>
                    <a:pt x="60062" y="31189"/>
                  </a:cubicBezTo>
                  <a:cubicBezTo>
                    <a:pt x="60062" y="31139"/>
                    <a:pt x="60038" y="31139"/>
                    <a:pt x="60038" y="31114"/>
                  </a:cubicBezTo>
                  <a:cubicBezTo>
                    <a:pt x="60062" y="31089"/>
                    <a:pt x="60062" y="31089"/>
                    <a:pt x="60087" y="31089"/>
                  </a:cubicBezTo>
                  <a:close/>
                  <a:moveTo>
                    <a:pt x="75470" y="27903"/>
                  </a:moveTo>
                  <a:cubicBezTo>
                    <a:pt x="75644" y="28724"/>
                    <a:pt x="75744" y="29596"/>
                    <a:pt x="75769" y="30517"/>
                  </a:cubicBezTo>
                  <a:cubicBezTo>
                    <a:pt x="75346" y="30741"/>
                    <a:pt x="74898" y="30965"/>
                    <a:pt x="74425" y="31189"/>
                  </a:cubicBezTo>
                  <a:cubicBezTo>
                    <a:pt x="74474" y="31089"/>
                    <a:pt x="74474" y="30965"/>
                    <a:pt x="74499" y="30865"/>
                  </a:cubicBezTo>
                  <a:cubicBezTo>
                    <a:pt x="74499" y="30815"/>
                    <a:pt x="74524" y="30766"/>
                    <a:pt x="74524" y="30716"/>
                  </a:cubicBezTo>
                  <a:cubicBezTo>
                    <a:pt x="74748" y="29770"/>
                    <a:pt x="75047" y="28824"/>
                    <a:pt x="75470" y="27903"/>
                  </a:cubicBezTo>
                  <a:close/>
                  <a:moveTo>
                    <a:pt x="75744" y="30716"/>
                  </a:moveTo>
                  <a:lnTo>
                    <a:pt x="75744" y="30766"/>
                  </a:lnTo>
                  <a:cubicBezTo>
                    <a:pt x="75296" y="30990"/>
                    <a:pt x="74848" y="31238"/>
                    <a:pt x="74375" y="31462"/>
                  </a:cubicBezTo>
                  <a:lnTo>
                    <a:pt x="74375" y="31363"/>
                  </a:lnTo>
                  <a:cubicBezTo>
                    <a:pt x="74848" y="31139"/>
                    <a:pt x="75271" y="30890"/>
                    <a:pt x="75744" y="30716"/>
                  </a:cubicBezTo>
                  <a:close/>
                  <a:moveTo>
                    <a:pt x="58793" y="28202"/>
                  </a:moveTo>
                  <a:cubicBezTo>
                    <a:pt x="59092" y="29148"/>
                    <a:pt x="59440" y="30069"/>
                    <a:pt x="59789" y="30990"/>
                  </a:cubicBezTo>
                  <a:cubicBezTo>
                    <a:pt x="59216" y="31139"/>
                    <a:pt x="58669" y="31338"/>
                    <a:pt x="58096" y="31512"/>
                  </a:cubicBezTo>
                  <a:cubicBezTo>
                    <a:pt x="57673" y="30865"/>
                    <a:pt x="57225" y="30243"/>
                    <a:pt x="56752" y="29596"/>
                  </a:cubicBezTo>
                  <a:cubicBezTo>
                    <a:pt x="57449" y="29123"/>
                    <a:pt x="58121" y="28650"/>
                    <a:pt x="58793" y="28202"/>
                  </a:cubicBezTo>
                  <a:close/>
                  <a:moveTo>
                    <a:pt x="56603" y="29720"/>
                  </a:moveTo>
                  <a:lnTo>
                    <a:pt x="57922" y="31587"/>
                  </a:lnTo>
                  <a:lnTo>
                    <a:pt x="57872" y="31612"/>
                  </a:lnTo>
                  <a:lnTo>
                    <a:pt x="56578" y="29745"/>
                  </a:lnTo>
                  <a:lnTo>
                    <a:pt x="56603" y="29720"/>
                  </a:lnTo>
                  <a:close/>
                  <a:moveTo>
                    <a:pt x="103721" y="31139"/>
                  </a:moveTo>
                  <a:lnTo>
                    <a:pt x="103721" y="31139"/>
                  </a:lnTo>
                  <a:cubicBezTo>
                    <a:pt x="103672" y="31239"/>
                    <a:pt x="103672" y="31338"/>
                    <a:pt x="103647" y="31462"/>
                  </a:cubicBezTo>
                  <a:cubicBezTo>
                    <a:pt x="103622" y="31562"/>
                    <a:pt x="103547" y="31637"/>
                    <a:pt x="103522" y="31711"/>
                  </a:cubicBezTo>
                  <a:cubicBezTo>
                    <a:pt x="103547" y="31612"/>
                    <a:pt x="103547" y="31512"/>
                    <a:pt x="103597" y="31438"/>
                  </a:cubicBezTo>
                  <a:cubicBezTo>
                    <a:pt x="103622" y="31338"/>
                    <a:pt x="103672" y="31239"/>
                    <a:pt x="103721" y="31139"/>
                  </a:cubicBezTo>
                  <a:close/>
                  <a:moveTo>
                    <a:pt x="117461" y="30143"/>
                  </a:moveTo>
                  <a:cubicBezTo>
                    <a:pt x="117461" y="30268"/>
                    <a:pt x="117486" y="30367"/>
                    <a:pt x="117536" y="30492"/>
                  </a:cubicBezTo>
                  <a:cubicBezTo>
                    <a:pt x="117561" y="30616"/>
                    <a:pt x="117561" y="30766"/>
                    <a:pt x="117586" y="30890"/>
                  </a:cubicBezTo>
                  <a:cubicBezTo>
                    <a:pt x="117617" y="31170"/>
                    <a:pt x="117648" y="31440"/>
                    <a:pt x="117679" y="31719"/>
                  </a:cubicBezTo>
                  <a:lnTo>
                    <a:pt x="117679" y="31719"/>
                  </a:lnTo>
                  <a:cubicBezTo>
                    <a:pt x="117646" y="31477"/>
                    <a:pt x="117603" y="31212"/>
                    <a:pt x="117561" y="30915"/>
                  </a:cubicBezTo>
                  <a:cubicBezTo>
                    <a:pt x="117511" y="30766"/>
                    <a:pt x="117486" y="30616"/>
                    <a:pt x="117461" y="30442"/>
                  </a:cubicBezTo>
                  <a:lnTo>
                    <a:pt x="117461" y="30218"/>
                  </a:lnTo>
                  <a:lnTo>
                    <a:pt x="117461" y="30143"/>
                  </a:lnTo>
                  <a:close/>
                  <a:moveTo>
                    <a:pt x="59863" y="31139"/>
                  </a:moveTo>
                  <a:lnTo>
                    <a:pt x="59863" y="31214"/>
                  </a:lnTo>
                  <a:cubicBezTo>
                    <a:pt x="59341" y="31363"/>
                    <a:pt x="58793" y="31537"/>
                    <a:pt x="58245" y="31736"/>
                  </a:cubicBezTo>
                  <a:cubicBezTo>
                    <a:pt x="58245" y="31711"/>
                    <a:pt x="58220" y="31711"/>
                    <a:pt x="58220" y="31687"/>
                  </a:cubicBezTo>
                  <a:cubicBezTo>
                    <a:pt x="58793" y="31487"/>
                    <a:pt x="59316" y="31313"/>
                    <a:pt x="59863" y="31139"/>
                  </a:cubicBezTo>
                  <a:close/>
                  <a:moveTo>
                    <a:pt x="58046" y="31736"/>
                  </a:moveTo>
                  <a:cubicBezTo>
                    <a:pt x="58046" y="31761"/>
                    <a:pt x="58071" y="31761"/>
                    <a:pt x="58071" y="31811"/>
                  </a:cubicBezTo>
                  <a:cubicBezTo>
                    <a:pt x="58046" y="31811"/>
                    <a:pt x="58046" y="31811"/>
                    <a:pt x="57996" y="31836"/>
                  </a:cubicBezTo>
                  <a:cubicBezTo>
                    <a:pt x="57996" y="31811"/>
                    <a:pt x="57972" y="31811"/>
                    <a:pt x="57972" y="31761"/>
                  </a:cubicBezTo>
                  <a:cubicBezTo>
                    <a:pt x="57996" y="31761"/>
                    <a:pt x="57996" y="31761"/>
                    <a:pt x="58046" y="31736"/>
                  </a:cubicBezTo>
                  <a:close/>
                  <a:moveTo>
                    <a:pt x="70890" y="21158"/>
                  </a:moveTo>
                  <a:cubicBezTo>
                    <a:pt x="71612" y="21556"/>
                    <a:pt x="72234" y="22054"/>
                    <a:pt x="72782" y="22626"/>
                  </a:cubicBezTo>
                  <a:cubicBezTo>
                    <a:pt x="72757" y="22751"/>
                    <a:pt x="72732" y="22850"/>
                    <a:pt x="72657" y="22975"/>
                  </a:cubicBezTo>
                  <a:lnTo>
                    <a:pt x="72483" y="23522"/>
                  </a:lnTo>
                  <a:cubicBezTo>
                    <a:pt x="72433" y="23647"/>
                    <a:pt x="72384" y="23796"/>
                    <a:pt x="72359" y="23921"/>
                  </a:cubicBezTo>
                  <a:cubicBezTo>
                    <a:pt x="72284" y="24120"/>
                    <a:pt x="72259" y="24294"/>
                    <a:pt x="72184" y="24493"/>
                  </a:cubicBezTo>
                  <a:cubicBezTo>
                    <a:pt x="72160" y="24617"/>
                    <a:pt x="72135" y="24767"/>
                    <a:pt x="72110" y="24891"/>
                  </a:cubicBezTo>
                  <a:cubicBezTo>
                    <a:pt x="72060" y="25066"/>
                    <a:pt x="72010" y="25265"/>
                    <a:pt x="71985" y="25439"/>
                  </a:cubicBezTo>
                  <a:cubicBezTo>
                    <a:pt x="71935" y="25613"/>
                    <a:pt x="71911" y="25738"/>
                    <a:pt x="71886" y="25887"/>
                  </a:cubicBezTo>
                  <a:cubicBezTo>
                    <a:pt x="71861" y="26061"/>
                    <a:pt x="71811" y="26235"/>
                    <a:pt x="71786" y="26410"/>
                  </a:cubicBezTo>
                  <a:cubicBezTo>
                    <a:pt x="71761" y="26559"/>
                    <a:pt x="71736" y="26733"/>
                    <a:pt x="71736" y="26858"/>
                  </a:cubicBezTo>
                  <a:cubicBezTo>
                    <a:pt x="71736" y="26883"/>
                    <a:pt x="71736" y="26957"/>
                    <a:pt x="71687" y="26982"/>
                  </a:cubicBezTo>
                  <a:lnTo>
                    <a:pt x="71687" y="27107"/>
                  </a:lnTo>
                  <a:cubicBezTo>
                    <a:pt x="71637" y="27654"/>
                    <a:pt x="71562" y="28227"/>
                    <a:pt x="71537" y="28749"/>
                  </a:cubicBezTo>
                  <a:lnTo>
                    <a:pt x="71537" y="28948"/>
                  </a:lnTo>
                  <a:cubicBezTo>
                    <a:pt x="71512" y="29496"/>
                    <a:pt x="71512" y="30069"/>
                    <a:pt x="71537" y="30591"/>
                  </a:cubicBezTo>
                  <a:lnTo>
                    <a:pt x="71537" y="30691"/>
                  </a:lnTo>
                  <a:cubicBezTo>
                    <a:pt x="71562" y="31214"/>
                    <a:pt x="71637" y="31711"/>
                    <a:pt x="71687" y="32209"/>
                  </a:cubicBezTo>
                  <a:cubicBezTo>
                    <a:pt x="71015" y="31587"/>
                    <a:pt x="70168" y="31114"/>
                    <a:pt x="69247" y="30741"/>
                  </a:cubicBezTo>
                  <a:cubicBezTo>
                    <a:pt x="68625" y="27953"/>
                    <a:pt x="68550" y="24966"/>
                    <a:pt x="69023" y="21954"/>
                  </a:cubicBezTo>
                  <a:cubicBezTo>
                    <a:pt x="69695" y="21755"/>
                    <a:pt x="70293" y="21481"/>
                    <a:pt x="70890" y="21158"/>
                  </a:cubicBezTo>
                  <a:close/>
                  <a:moveTo>
                    <a:pt x="73130" y="23000"/>
                  </a:moveTo>
                  <a:cubicBezTo>
                    <a:pt x="74126" y="24120"/>
                    <a:pt x="74873" y="25514"/>
                    <a:pt x="75271" y="27131"/>
                  </a:cubicBezTo>
                  <a:cubicBezTo>
                    <a:pt x="74624" y="28525"/>
                    <a:pt x="74126" y="29969"/>
                    <a:pt x="73877" y="31413"/>
                  </a:cubicBezTo>
                  <a:cubicBezTo>
                    <a:pt x="73304" y="31711"/>
                    <a:pt x="72757" y="32010"/>
                    <a:pt x="72184" y="32284"/>
                  </a:cubicBezTo>
                  <a:cubicBezTo>
                    <a:pt x="72160" y="32110"/>
                    <a:pt x="72135" y="31886"/>
                    <a:pt x="72135" y="31711"/>
                  </a:cubicBezTo>
                  <a:cubicBezTo>
                    <a:pt x="72110" y="31487"/>
                    <a:pt x="72110" y="31288"/>
                    <a:pt x="72060" y="31089"/>
                  </a:cubicBezTo>
                  <a:cubicBezTo>
                    <a:pt x="72035" y="30716"/>
                    <a:pt x="72010" y="30293"/>
                    <a:pt x="72010" y="29894"/>
                  </a:cubicBezTo>
                  <a:lnTo>
                    <a:pt x="72010" y="29397"/>
                  </a:lnTo>
                  <a:cubicBezTo>
                    <a:pt x="72010" y="28998"/>
                    <a:pt x="72035" y="28600"/>
                    <a:pt x="72060" y="28177"/>
                  </a:cubicBezTo>
                  <a:cubicBezTo>
                    <a:pt x="72060" y="28003"/>
                    <a:pt x="72110" y="27804"/>
                    <a:pt x="72110" y="27629"/>
                  </a:cubicBezTo>
                  <a:cubicBezTo>
                    <a:pt x="72135" y="27380"/>
                    <a:pt x="72160" y="27107"/>
                    <a:pt x="72184" y="26858"/>
                  </a:cubicBezTo>
                  <a:cubicBezTo>
                    <a:pt x="72234" y="26509"/>
                    <a:pt x="72284" y="26186"/>
                    <a:pt x="72359" y="25862"/>
                  </a:cubicBezTo>
                  <a:cubicBezTo>
                    <a:pt x="72384" y="25613"/>
                    <a:pt x="72433" y="25364"/>
                    <a:pt x="72508" y="25140"/>
                  </a:cubicBezTo>
                  <a:cubicBezTo>
                    <a:pt x="72558" y="24891"/>
                    <a:pt x="72632" y="24617"/>
                    <a:pt x="72682" y="24369"/>
                  </a:cubicBezTo>
                  <a:cubicBezTo>
                    <a:pt x="72782" y="24095"/>
                    <a:pt x="72856" y="23846"/>
                    <a:pt x="72931" y="23597"/>
                  </a:cubicBezTo>
                  <a:cubicBezTo>
                    <a:pt x="73006" y="23398"/>
                    <a:pt x="73056" y="23174"/>
                    <a:pt x="73130" y="23000"/>
                  </a:cubicBezTo>
                  <a:close/>
                  <a:moveTo>
                    <a:pt x="105663" y="16080"/>
                  </a:moveTo>
                  <a:lnTo>
                    <a:pt x="105663" y="16080"/>
                  </a:lnTo>
                  <a:cubicBezTo>
                    <a:pt x="108525" y="17150"/>
                    <a:pt x="110940" y="18768"/>
                    <a:pt x="112807" y="20909"/>
                  </a:cubicBezTo>
                  <a:cubicBezTo>
                    <a:pt x="112881" y="21282"/>
                    <a:pt x="112981" y="21655"/>
                    <a:pt x="113056" y="22054"/>
                  </a:cubicBezTo>
                  <a:cubicBezTo>
                    <a:pt x="113081" y="22228"/>
                    <a:pt x="113105" y="22402"/>
                    <a:pt x="113130" y="22552"/>
                  </a:cubicBezTo>
                  <a:cubicBezTo>
                    <a:pt x="113230" y="23124"/>
                    <a:pt x="113329" y="23672"/>
                    <a:pt x="113379" y="24269"/>
                  </a:cubicBezTo>
                  <a:cubicBezTo>
                    <a:pt x="113379" y="24418"/>
                    <a:pt x="113429" y="24543"/>
                    <a:pt x="113429" y="24717"/>
                  </a:cubicBezTo>
                  <a:lnTo>
                    <a:pt x="113504" y="26111"/>
                  </a:lnTo>
                  <a:cubicBezTo>
                    <a:pt x="113504" y="26335"/>
                    <a:pt x="113553" y="26534"/>
                    <a:pt x="113553" y="26783"/>
                  </a:cubicBezTo>
                  <a:cubicBezTo>
                    <a:pt x="113553" y="27355"/>
                    <a:pt x="113578" y="27953"/>
                    <a:pt x="113553" y="28500"/>
                  </a:cubicBezTo>
                  <a:cubicBezTo>
                    <a:pt x="113553" y="28700"/>
                    <a:pt x="113504" y="28849"/>
                    <a:pt x="113504" y="29023"/>
                  </a:cubicBezTo>
                  <a:lnTo>
                    <a:pt x="113429" y="30517"/>
                  </a:lnTo>
                  <a:cubicBezTo>
                    <a:pt x="113379" y="30741"/>
                    <a:pt x="113379" y="30965"/>
                    <a:pt x="113354" y="31139"/>
                  </a:cubicBezTo>
                  <a:cubicBezTo>
                    <a:pt x="113329" y="31562"/>
                    <a:pt x="113255" y="31935"/>
                    <a:pt x="113230" y="32334"/>
                  </a:cubicBezTo>
                  <a:cubicBezTo>
                    <a:pt x="111363" y="29645"/>
                    <a:pt x="108774" y="27654"/>
                    <a:pt x="105514" y="26459"/>
                  </a:cubicBezTo>
                  <a:cubicBezTo>
                    <a:pt x="106285" y="22975"/>
                    <a:pt x="106360" y="19390"/>
                    <a:pt x="105663" y="16080"/>
                  </a:cubicBezTo>
                  <a:close/>
                  <a:moveTo>
                    <a:pt x="69389" y="31096"/>
                  </a:moveTo>
                  <a:lnTo>
                    <a:pt x="69389" y="31096"/>
                  </a:lnTo>
                  <a:cubicBezTo>
                    <a:pt x="70278" y="31469"/>
                    <a:pt x="71069" y="31964"/>
                    <a:pt x="71761" y="32558"/>
                  </a:cubicBezTo>
                  <a:cubicBezTo>
                    <a:pt x="71736" y="32558"/>
                    <a:pt x="71687" y="32583"/>
                    <a:pt x="71687" y="32583"/>
                  </a:cubicBezTo>
                  <a:cubicBezTo>
                    <a:pt x="71039" y="31985"/>
                    <a:pt x="70268" y="31487"/>
                    <a:pt x="69397" y="31139"/>
                  </a:cubicBezTo>
                  <a:cubicBezTo>
                    <a:pt x="69397" y="31122"/>
                    <a:pt x="69397" y="31106"/>
                    <a:pt x="69389" y="31096"/>
                  </a:cubicBezTo>
                  <a:close/>
                  <a:moveTo>
                    <a:pt x="73852" y="31687"/>
                  </a:moveTo>
                  <a:lnTo>
                    <a:pt x="73852" y="31736"/>
                  </a:lnTo>
                  <a:cubicBezTo>
                    <a:pt x="73304" y="31985"/>
                    <a:pt x="72782" y="32259"/>
                    <a:pt x="72234" y="32583"/>
                  </a:cubicBezTo>
                  <a:lnTo>
                    <a:pt x="72234" y="32508"/>
                  </a:lnTo>
                  <a:cubicBezTo>
                    <a:pt x="72757" y="32234"/>
                    <a:pt x="73304" y="31960"/>
                    <a:pt x="73852" y="31687"/>
                  </a:cubicBezTo>
                  <a:close/>
                  <a:moveTo>
                    <a:pt x="113081" y="21232"/>
                  </a:moveTo>
                  <a:cubicBezTo>
                    <a:pt x="113105" y="21257"/>
                    <a:pt x="113105" y="21282"/>
                    <a:pt x="113130" y="21307"/>
                  </a:cubicBezTo>
                  <a:cubicBezTo>
                    <a:pt x="113205" y="21556"/>
                    <a:pt x="113255" y="21805"/>
                    <a:pt x="113280" y="22103"/>
                  </a:cubicBezTo>
                  <a:cubicBezTo>
                    <a:pt x="113329" y="22228"/>
                    <a:pt x="113329" y="22352"/>
                    <a:pt x="113354" y="22477"/>
                  </a:cubicBezTo>
                  <a:cubicBezTo>
                    <a:pt x="113454" y="22925"/>
                    <a:pt x="113504" y="23423"/>
                    <a:pt x="113578" y="23921"/>
                  </a:cubicBezTo>
                  <a:cubicBezTo>
                    <a:pt x="113603" y="24095"/>
                    <a:pt x="113603" y="24244"/>
                    <a:pt x="113628" y="24418"/>
                  </a:cubicBezTo>
                  <a:cubicBezTo>
                    <a:pt x="113703" y="24991"/>
                    <a:pt x="113728" y="25538"/>
                    <a:pt x="113753" y="26136"/>
                  </a:cubicBezTo>
                  <a:cubicBezTo>
                    <a:pt x="113753" y="26360"/>
                    <a:pt x="113753" y="26584"/>
                    <a:pt x="113777" y="26783"/>
                  </a:cubicBezTo>
                  <a:lnTo>
                    <a:pt x="113777" y="28152"/>
                  </a:lnTo>
                  <a:lnTo>
                    <a:pt x="113777" y="28724"/>
                  </a:lnTo>
                  <a:cubicBezTo>
                    <a:pt x="113753" y="29322"/>
                    <a:pt x="113728" y="29894"/>
                    <a:pt x="113703" y="30517"/>
                  </a:cubicBezTo>
                  <a:cubicBezTo>
                    <a:pt x="113653" y="30741"/>
                    <a:pt x="113653" y="30940"/>
                    <a:pt x="113628" y="31139"/>
                  </a:cubicBezTo>
                  <a:cubicBezTo>
                    <a:pt x="113578" y="31612"/>
                    <a:pt x="113504" y="32110"/>
                    <a:pt x="113454" y="32632"/>
                  </a:cubicBezTo>
                  <a:cubicBezTo>
                    <a:pt x="113429" y="32607"/>
                    <a:pt x="113429" y="32583"/>
                    <a:pt x="113379" y="32583"/>
                  </a:cubicBezTo>
                  <a:lnTo>
                    <a:pt x="113578" y="30990"/>
                  </a:lnTo>
                  <a:cubicBezTo>
                    <a:pt x="113578" y="30865"/>
                    <a:pt x="113603" y="30741"/>
                    <a:pt x="113603" y="30616"/>
                  </a:cubicBezTo>
                  <a:cubicBezTo>
                    <a:pt x="113678" y="29994"/>
                    <a:pt x="113703" y="29347"/>
                    <a:pt x="113728" y="28724"/>
                  </a:cubicBezTo>
                  <a:lnTo>
                    <a:pt x="113728" y="28525"/>
                  </a:lnTo>
                  <a:cubicBezTo>
                    <a:pt x="113753" y="27903"/>
                    <a:pt x="113728" y="27281"/>
                    <a:pt x="113728" y="26659"/>
                  </a:cubicBezTo>
                  <a:cubicBezTo>
                    <a:pt x="113728" y="26484"/>
                    <a:pt x="113728" y="26285"/>
                    <a:pt x="113703" y="26111"/>
                  </a:cubicBezTo>
                  <a:lnTo>
                    <a:pt x="113603" y="24518"/>
                  </a:lnTo>
                  <a:cubicBezTo>
                    <a:pt x="113603" y="24418"/>
                    <a:pt x="113603" y="24344"/>
                    <a:pt x="113578" y="24244"/>
                  </a:cubicBezTo>
                  <a:cubicBezTo>
                    <a:pt x="113504" y="23647"/>
                    <a:pt x="113429" y="23049"/>
                    <a:pt x="113329" y="22477"/>
                  </a:cubicBezTo>
                  <a:lnTo>
                    <a:pt x="113230" y="22004"/>
                  </a:lnTo>
                  <a:cubicBezTo>
                    <a:pt x="113180" y="21755"/>
                    <a:pt x="113130" y="21481"/>
                    <a:pt x="113081" y="21232"/>
                  </a:cubicBezTo>
                  <a:close/>
                  <a:moveTo>
                    <a:pt x="105464" y="26609"/>
                  </a:moveTo>
                  <a:cubicBezTo>
                    <a:pt x="108725" y="27853"/>
                    <a:pt x="111338" y="29869"/>
                    <a:pt x="113180" y="32607"/>
                  </a:cubicBezTo>
                  <a:lnTo>
                    <a:pt x="113180" y="32707"/>
                  </a:lnTo>
                  <a:cubicBezTo>
                    <a:pt x="111363" y="29944"/>
                    <a:pt x="108749" y="27878"/>
                    <a:pt x="105464" y="26659"/>
                  </a:cubicBezTo>
                  <a:lnTo>
                    <a:pt x="105464" y="26609"/>
                  </a:lnTo>
                  <a:close/>
                  <a:moveTo>
                    <a:pt x="113329" y="32831"/>
                  </a:moveTo>
                  <a:cubicBezTo>
                    <a:pt x="113354" y="32856"/>
                    <a:pt x="113354" y="32881"/>
                    <a:pt x="113379" y="32881"/>
                  </a:cubicBezTo>
                  <a:lnTo>
                    <a:pt x="113379" y="33006"/>
                  </a:lnTo>
                  <a:cubicBezTo>
                    <a:pt x="113354" y="32981"/>
                    <a:pt x="113354" y="32956"/>
                    <a:pt x="113329" y="32931"/>
                  </a:cubicBezTo>
                  <a:lnTo>
                    <a:pt x="113329" y="32831"/>
                  </a:lnTo>
                  <a:close/>
                  <a:moveTo>
                    <a:pt x="69446" y="31363"/>
                  </a:moveTo>
                  <a:lnTo>
                    <a:pt x="69446" y="31363"/>
                  </a:lnTo>
                  <a:cubicBezTo>
                    <a:pt x="70218" y="31711"/>
                    <a:pt x="70940" y="32135"/>
                    <a:pt x="71537" y="32682"/>
                  </a:cubicBezTo>
                  <a:cubicBezTo>
                    <a:pt x="71039" y="32931"/>
                    <a:pt x="70542" y="33205"/>
                    <a:pt x="70069" y="33479"/>
                  </a:cubicBezTo>
                  <a:cubicBezTo>
                    <a:pt x="69820" y="32807"/>
                    <a:pt x="69596" y="32085"/>
                    <a:pt x="69446" y="31363"/>
                  </a:cubicBezTo>
                  <a:close/>
                  <a:moveTo>
                    <a:pt x="69148" y="31238"/>
                  </a:moveTo>
                  <a:cubicBezTo>
                    <a:pt x="69173" y="31238"/>
                    <a:pt x="69197" y="31263"/>
                    <a:pt x="69197" y="31263"/>
                  </a:cubicBezTo>
                  <a:cubicBezTo>
                    <a:pt x="69397" y="32060"/>
                    <a:pt x="69646" y="32831"/>
                    <a:pt x="69894" y="33578"/>
                  </a:cubicBezTo>
                  <a:cubicBezTo>
                    <a:pt x="69870" y="33578"/>
                    <a:pt x="69870" y="33603"/>
                    <a:pt x="69820" y="33603"/>
                  </a:cubicBezTo>
                  <a:cubicBezTo>
                    <a:pt x="69546" y="32831"/>
                    <a:pt x="69322" y="32060"/>
                    <a:pt x="69148" y="31238"/>
                  </a:cubicBezTo>
                  <a:close/>
                  <a:moveTo>
                    <a:pt x="71662" y="32831"/>
                  </a:moveTo>
                  <a:cubicBezTo>
                    <a:pt x="71687" y="32831"/>
                    <a:pt x="71687" y="32856"/>
                    <a:pt x="71736" y="32881"/>
                  </a:cubicBezTo>
                  <a:cubicBezTo>
                    <a:pt x="71189" y="33180"/>
                    <a:pt x="70691" y="33454"/>
                    <a:pt x="70168" y="33752"/>
                  </a:cubicBezTo>
                  <a:cubicBezTo>
                    <a:pt x="70143" y="33703"/>
                    <a:pt x="70143" y="33678"/>
                    <a:pt x="70143" y="33678"/>
                  </a:cubicBezTo>
                  <a:cubicBezTo>
                    <a:pt x="70641" y="33379"/>
                    <a:pt x="71164" y="33105"/>
                    <a:pt x="71662" y="32831"/>
                  </a:cubicBezTo>
                  <a:close/>
                  <a:moveTo>
                    <a:pt x="69944" y="33752"/>
                  </a:moveTo>
                  <a:cubicBezTo>
                    <a:pt x="69944" y="33802"/>
                    <a:pt x="69944" y="33802"/>
                    <a:pt x="69994" y="33827"/>
                  </a:cubicBezTo>
                  <a:cubicBezTo>
                    <a:pt x="69944" y="33827"/>
                    <a:pt x="69944" y="33852"/>
                    <a:pt x="69919" y="33852"/>
                  </a:cubicBezTo>
                  <a:cubicBezTo>
                    <a:pt x="69919" y="33827"/>
                    <a:pt x="69894" y="33827"/>
                    <a:pt x="69894" y="33802"/>
                  </a:cubicBezTo>
                  <a:cubicBezTo>
                    <a:pt x="69919" y="33752"/>
                    <a:pt x="69944" y="33752"/>
                    <a:pt x="69944" y="33752"/>
                  </a:cubicBezTo>
                  <a:close/>
                  <a:moveTo>
                    <a:pt x="117188" y="30168"/>
                  </a:moveTo>
                  <a:cubicBezTo>
                    <a:pt x="117188" y="30243"/>
                    <a:pt x="117212" y="30293"/>
                    <a:pt x="117212" y="30342"/>
                  </a:cubicBezTo>
                  <a:cubicBezTo>
                    <a:pt x="117212" y="30367"/>
                    <a:pt x="117237" y="30392"/>
                    <a:pt x="117237" y="30467"/>
                  </a:cubicBezTo>
                  <a:lnTo>
                    <a:pt x="117237" y="31338"/>
                  </a:lnTo>
                  <a:lnTo>
                    <a:pt x="117237" y="31711"/>
                  </a:lnTo>
                  <a:lnTo>
                    <a:pt x="117237" y="31761"/>
                  </a:lnTo>
                  <a:cubicBezTo>
                    <a:pt x="117237" y="31886"/>
                    <a:pt x="117212" y="32010"/>
                    <a:pt x="117212" y="32159"/>
                  </a:cubicBezTo>
                  <a:cubicBezTo>
                    <a:pt x="117212" y="32309"/>
                    <a:pt x="117188" y="32408"/>
                    <a:pt x="117188" y="32583"/>
                  </a:cubicBezTo>
                  <a:cubicBezTo>
                    <a:pt x="117163" y="32757"/>
                    <a:pt x="117163" y="32906"/>
                    <a:pt x="117113" y="33105"/>
                  </a:cubicBezTo>
                  <a:lnTo>
                    <a:pt x="117113" y="33230"/>
                  </a:lnTo>
                  <a:cubicBezTo>
                    <a:pt x="117113" y="33304"/>
                    <a:pt x="117088" y="33354"/>
                    <a:pt x="117088" y="33404"/>
                  </a:cubicBezTo>
                  <a:cubicBezTo>
                    <a:pt x="117050" y="33632"/>
                    <a:pt x="117007" y="33860"/>
                    <a:pt x="116958" y="34087"/>
                  </a:cubicBezTo>
                  <a:lnTo>
                    <a:pt x="116958" y="34087"/>
                  </a:lnTo>
                  <a:lnTo>
                    <a:pt x="117038" y="33628"/>
                  </a:lnTo>
                  <a:cubicBezTo>
                    <a:pt x="117063" y="33504"/>
                    <a:pt x="117063" y="33379"/>
                    <a:pt x="117088" y="33255"/>
                  </a:cubicBezTo>
                  <a:lnTo>
                    <a:pt x="117088" y="33230"/>
                  </a:lnTo>
                  <a:lnTo>
                    <a:pt x="117088" y="33205"/>
                  </a:lnTo>
                  <a:cubicBezTo>
                    <a:pt x="117113" y="33056"/>
                    <a:pt x="117113" y="32856"/>
                    <a:pt x="117163" y="32707"/>
                  </a:cubicBezTo>
                  <a:cubicBezTo>
                    <a:pt x="117163" y="32583"/>
                    <a:pt x="117188" y="32458"/>
                    <a:pt x="117188" y="32334"/>
                  </a:cubicBezTo>
                  <a:lnTo>
                    <a:pt x="117188" y="32259"/>
                  </a:lnTo>
                  <a:lnTo>
                    <a:pt x="117188" y="32110"/>
                  </a:lnTo>
                  <a:cubicBezTo>
                    <a:pt x="117188" y="31985"/>
                    <a:pt x="117212" y="31861"/>
                    <a:pt x="117212" y="31761"/>
                  </a:cubicBezTo>
                  <a:lnTo>
                    <a:pt x="117212" y="31587"/>
                  </a:lnTo>
                  <a:cubicBezTo>
                    <a:pt x="117188" y="31512"/>
                    <a:pt x="117188" y="31512"/>
                    <a:pt x="117188" y="31487"/>
                  </a:cubicBezTo>
                  <a:lnTo>
                    <a:pt x="117188" y="31064"/>
                  </a:lnTo>
                  <a:lnTo>
                    <a:pt x="117188" y="30840"/>
                  </a:lnTo>
                  <a:lnTo>
                    <a:pt x="117188" y="30716"/>
                  </a:lnTo>
                  <a:lnTo>
                    <a:pt x="117188" y="30243"/>
                  </a:lnTo>
                  <a:lnTo>
                    <a:pt x="117188" y="30168"/>
                  </a:lnTo>
                  <a:close/>
                  <a:moveTo>
                    <a:pt x="86198" y="27032"/>
                  </a:moveTo>
                  <a:lnTo>
                    <a:pt x="86198" y="27032"/>
                  </a:lnTo>
                  <a:cubicBezTo>
                    <a:pt x="86347" y="29621"/>
                    <a:pt x="86173" y="32135"/>
                    <a:pt x="85675" y="34474"/>
                  </a:cubicBezTo>
                  <a:lnTo>
                    <a:pt x="85601" y="34474"/>
                  </a:lnTo>
                  <a:cubicBezTo>
                    <a:pt x="86123" y="32135"/>
                    <a:pt x="86298" y="29645"/>
                    <a:pt x="86123" y="27082"/>
                  </a:cubicBezTo>
                  <a:cubicBezTo>
                    <a:pt x="86173" y="27082"/>
                    <a:pt x="86173" y="27082"/>
                    <a:pt x="86198" y="27032"/>
                  </a:cubicBezTo>
                  <a:close/>
                  <a:moveTo>
                    <a:pt x="85601" y="34624"/>
                  </a:moveTo>
                  <a:lnTo>
                    <a:pt x="85601" y="34698"/>
                  </a:lnTo>
                  <a:lnTo>
                    <a:pt x="85551" y="34698"/>
                  </a:lnTo>
                  <a:lnTo>
                    <a:pt x="85551" y="34624"/>
                  </a:lnTo>
                  <a:close/>
                  <a:moveTo>
                    <a:pt x="93192" y="25663"/>
                  </a:moveTo>
                  <a:lnTo>
                    <a:pt x="93192" y="25663"/>
                  </a:lnTo>
                  <a:cubicBezTo>
                    <a:pt x="92769" y="28575"/>
                    <a:pt x="91973" y="31612"/>
                    <a:pt x="90853" y="34698"/>
                  </a:cubicBezTo>
                  <a:cubicBezTo>
                    <a:pt x="89535" y="34524"/>
                    <a:pt x="88232" y="34425"/>
                    <a:pt x="86956" y="34425"/>
                  </a:cubicBezTo>
                  <a:cubicBezTo>
                    <a:pt x="86593" y="34425"/>
                    <a:pt x="86233" y="34433"/>
                    <a:pt x="85875" y="34449"/>
                  </a:cubicBezTo>
                  <a:cubicBezTo>
                    <a:pt x="86347" y="32110"/>
                    <a:pt x="86547" y="29596"/>
                    <a:pt x="86372" y="27007"/>
                  </a:cubicBezTo>
                  <a:cubicBezTo>
                    <a:pt x="88737" y="26360"/>
                    <a:pt x="91027" y="25912"/>
                    <a:pt x="93192" y="25663"/>
                  </a:cubicBezTo>
                  <a:close/>
                  <a:moveTo>
                    <a:pt x="93441" y="25638"/>
                  </a:moveTo>
                  <a:cubicBezTo>
                    <a:pt x="93018" y="28575"/>
                    <a:pt x="92197" y="31612"/>
                    <a:pt x="91077" y="34748"/>
                  </a:cubicBezTo>
                  <a:lnTo>
                    <a:pt x="91027" y="34748"/>
                  </a:lnTo>
                  <a:cubicBezTo>
                    <a:pt x="92147" y="31637"/>
                    <a:pt x="92944" y="28600"/>
                    <a:pt x="93392" y="25663"/>
                  </a:cubicBezTo>
                  <a:cubicBezTo>
                    <a:pt x="93392" y="25638"/>
                    <a:pt x="93417" y="25638"/>
                    <a:pt x="93441" y="25638"/>
                  </a:cubicBezTo>
                  <a:close/>
                  <a:moveTo>
                    <a:pt x="73802" y="31960"/>
                  </a:moveTo>
                  <a:lnTo>
                    <a:pt x="73802" y="32060"/>
                  </a:lnTo>
                  <a:lnTo>
                    <a:pt x="73802" y="32085"/>
                  </a:lnTo>
                  <a:cubicBezTo>
                    <a:pt x="73753" y="32458"/>
                    <a:pt x="73703" y="32856"/>
                    <a:pt x="73678" y="33230"/>
                  </a:cubicBezTo>
                  <a:cubicBezTo>
                    <a:pt x="73653" y="33479"/>
                    <a:pt x="73653" y="33703"/>
                    <a:pt x="73653" y="33952"/>
                  </a:cubicBezTo>
                  <a:lnTo>
                    <a:pt x="73653" y="33976"/>
                  </a:lnTo>
                  <a:lnTo>
                    <a:pt x="73653" y="34026"/>
                  </a:lnTo>
                  <a:cubicBezTo>
                    <a:pt x="73653" y="34325"/>
                    <a:pt x="73628" y="34599"/>
                    <a:pt x="73653" y="34848"/>
                  </a:cubicBezTo>
                  <a:cubicBezTo>
                    <a:pt x="73304" y="34076"/>
                    <a:pt x="72832" y="33404"/>
                    <a:pt x="72284" y="32831"/>
                  </a:cubicBezTo>
                  <a:lnTo>
                    <a:pt x="72284" y="32757"/>
                  </a:lnTo>
                  <a:cubicBezTo>
                    <a:pt x="72782" y="32483"/>
                    <a:pt x="73280" y="32209"/>
                    <a:pt x="73802" y="31960"/>
                  </a:cubicBezTo>
                  <a:close/>
                  <a:moveTo>
                    <a:pt x="86708" y="34609"/>
                  </a:moveTo>
                  <a:cubicBezTo>
                    <a:pt x="88023" y="34609"/>
                    <a:pt x="89368" y="34692"/>
                    <a:pt x="90728" y="34873"/>
                  </a:cubicBezTo>
                  <a:cubicBezTo>
                    <a:pt x="90778" y="34922"/>
                    <a:pt x="90778" y="34922"/>
                    <a:pt x="90728" y="34947"/>
                  </a:cubicBezTo>
                  <a:cubicBezTo>
                    <a:pt x="89434" y="34748"/>
                    <a:pt x="88090" y="34649"/>
                    <a:pt x="86820" y="34649"/>
                  </a:cubicBezTo>
                  <a:cubicBezTo>
                    <a:pt x="86472" y="34649"/>
                    <a:pt x="86099" y="34698"/>
                    <a:pt x="85750" y="34698"/>
                  </a:cubicBezTo>
                  <a:lnTo>
                    <a:pt x="85750" y="34624"/>
                  </a:lnTo>
                  <a:cubicBezTo>
                    <a:pt x="86067" y="34614"/>
                    <a:pt x="86387" y="34609"/>
                    <a:pt x="86708" y="34609"/>
                  </a:cubicBezTo>
                  <a:close/>
                  <a:moveTo>
                    <a:pt x="91027" y="34922"/>
                  </a:moveTo>
                  <a:cubicBezTo>
                    <a:pt x="91027" y="34947"/>
                    <a:pt x="91027" y="34947"/>
                    <a:pt x="90977" y="34972"/>
                  </a:cubicBezTo>
                  <a:lnTo>
                    <a:pt x="90927" y="34972"/>
                  </a:lnTo>
                  <a:cubicBezTo>
                    <a:pt x="90927" y="34947"/>
                    <a:pt x="90927" y="34947"/>
                    <a:pt x="90952" y="34922"/>
                  </a:cubicBezTo>
                  <a:close/>
                  <a:moveTo>
                    <a:pt x="85949" y="27107"/>
                  </a:moveTo>
                  <a:lnTo>
                    <a:pt x="85949" y="27107"/>
                  </a:lnTo>
                  <a:cubicBezTo>
                    <a:pt x="86099" y="29645"/>
                    <a:pt x="85899" y="32135"/>
                    <a:pt x="85377" y="34474"/>
                  </a:cubicBezTo>
                  <a:cubicBezTo>
                    <a:pt x="83933" y="34574"/>
                    <a:pt x="82514" y="34748"/>
                    <a:pt x="81195" y="35097"/>
                  </a:cubicBezTo>
                  <a:cubicBezTo>
                    <a:pt x="82066" y="32632"/>
                    <a:pt x="82639" y="30268"/>
                    <a:pt x="82987" y="28028"/>
                  </a:cubicBezTo>
                  <a:cubicBezTo>
                    <a:pt x="83983" y="27704"/>
                    <a:pt x="84978" y="27380"/>
                    <a:pt x="85949" y="27107"/>
                  </a:cubicBezTo>
                  <a:close/>
                  <a:moveTo>
                    <a:pt x="82738" y="28102"/>
                  </a:moveTo>
                  <a:cubicBezTo>
                    <a:pt x="82738" y="28127"/>
                    <a:pt x="82763" y="28127"/>
                    <a:pt x="82763" y="28127"/>
                  </a:cubicBezTo>
                  <a:cubicBezTo>
                    <a:pt x="82464" y="30367"/>
                    <a:pt x="81817" y="32732"/>
                    <a:pt x="80971" y="35171"/>
                  </a:cubicBezTo>
                  <a:lnTo>
                    <a:pt x="80921" y="35171"/>
                  </a:lnTo>
                  <a:cubicBezTo>
                    <a:pt x="81270" y="34225"/>
                    <a:pt x="81543" y="33304"/>
                    <a:pt x="81817" y="32383"/>
                  </a:cubicBezTo>
                  <a:cubicBezTo>
                    <a:pt x="81867" y="32184"/>
                    <a:pt x="81917" y="31960"/>
                    <a:pt x="81991" y="31711"/>
                  </a:cubicBezTo>
                  <a:cubicBezTo>
                    <a:pt x="82066" y="31462"/>
                    <a:pt x="82116" y="31238"/>
                    <a:pt x="82191" y="30990"/>
                  </a:cubicBezTo>
                  <a:cubicBezTo>
                    <a:pt x="82191" y="30965"/>
                    <a:pt x="82191" y="30940"/>
                    <a:pt x="82216" y="30890"/>
                  </a:cubicBezTo>
                  <a:cubicBezTo>
                    <a:pt x="82216" y="30840"/>
                    <a:pt x="82240" y="30815"/>
                    <a:pt x="82240" y="30741"/>
                  </a:cubicBezTo>
                  <a:cubicBezTo>
                    <a:pt x="82240" y="30716"/>
                    <a:pt x="82265" y="30641"/>
                    <a:pt x="82265" y="30616"/>
                  </a:cubicBezTo>
                  <a:cubicBezTo>
                    <a:pt x="82365" y="30218"/>
                    <a:pt x="82464" y="29845"/>
                    <a:pt x="82514" y="29446"/>
                  </a:cubicBezTo>
                  <a:cubicBezTo>
                    <a:pt x="82514" y="29397"/>
                    <a:pt x="82564" y="29347"/>
                    <a:pt x="82564" y="29322"/>
                  </a:cubicBezTo>
                  <a:lnTo>
                    <a:pt x="82564" y="29247"/>
                  </a:lnTo>
                  <a:cubicBezTo>
                    <a:pt x="82614" y="28874"/>
                    <a:pt x="82688" y="28476"/>
                    <a:pt x="82738" y="28102"/>
                  </a:cubicBezTo>
                  <a:close/>
                  <a:moveTo>
                    <a:pt x="85361" y="34699"/>
                  </a:moveTo>
                  <a:cubicBezTo>
                    <a:pt x="85352" y="34700"/>
                    <a:pt x="85352" y="34705"/>
                    <a:pt x="85352" y="34723"/>
                  </a:cubicBezTo>
                  <a:cubicBezTo>
                    <a:pt x="83858" y="34823"/>
                    <a:pt x="82464" y="35047"/>
                    <a:pt x="81120" y="35370"/>
                  </a:cubicBezTo>
                  <a:cubicBezTo>
                    <a:pt x="81120" y="35345"/>
                    <a:pt x="81145" y="35345"/>
                    <a:pt x="81145" y="35321"/>
                  </a:cubicBezTo>
                  <a:cubicBezTo>
                    <a:pt x="82485" y="34973"/>
                    <a:pt x="83874" y="34750"/>
                    <a:pt x="85361" y="34699"/>
                  </a:cubicBezTo>
                  <a:close/>
                  <a:moveTo>
                    <a:pt x="117785" y="32906"/>
                  </a:moveTo>
                  <a:lnTo>
                    <a:pt x="117785" y="32906"/>
                  </a:lnTo>
                  <a:cubicBezTo>
                    <a:pt x="117835" y="33255"/>
                    <a:pt x="117860" y="33678"/>
                    <a:pt x="117909" y="34001"/>
                  </a:cubicBezTo>
                  <a:cubicBezTo>
                    <a:pt x="117909" y="34225"/>
                    <a:pt x="117934" y="34449"/>
                    <a:pt x="117934" y="34649"/>
                  </a:cubicBezTo>
                  <a:lnTo>
                    <a:pt x="117934" y="34698"/>
                  </a:lnTo>
                  <a:lnTo>
                    <a:pt x="117934" y="34873"/>
                  </a:lnTo>
                  <a:lnTo>
                    <a:pt x="117934" y="35395"/>
                  </a:lnTo>
                  <a:cubicBezTo>
                    <a:pt x="117909" y="34997"/>
                    <a:pt x="117909" y="34599"/>
                    <a:pt x="117860" y="34225"/>
                  </a:cubicBezTo>
                  <a:cubicBezTo>
                    <a:pt x="117860" y="33976"/>
                    <a:pt x="117835" y="33728"/>
                    <a:pt x="117835" y="33479"/>
                  </a:cubicBezTo>
                  <a:cubicBezTo>
                    <a:pt x="117835" y="33354"/>
                    <a:pt x="117810" y="33155"/>
                    <a:pt x="117785" y="32906"/>
                  </a:cubicBezTo>
                  <a:close/>
                  <a:moveTo>
                    <a:pt x="39253" y="15756"/>
                  </a:moveTo>
                  <a:cubicBezTo>
                    <a:pt x="39253" y="15781"/>
                    <a:pt x="39253" y="15781"/>
                    <a:pt x="39204" y="15806"/>
                  </a:cubicBezTo>
                  <a:lnTo>
                    <a:pt x="39204" y="15831"/>
                  </a:lnTo>
                  <a:cubicBezTo>
                    <a:pt x="38905" y="16055"/>
                    <a:pt x="38631" y="16304"/>
                    <a:pt x="38308" y="16528"/>
                  </a:cubicBezTo>
                  <a:cubicBezTo>
                    <a:pt x="37860" y="16827"/>
                    <a:pt x="37436" y="17175"/>
                    <a:pt x="37038" y="17499"/>
                  </a:cubicBezTo>
                  <a:cubicBezTo>
                    <a:pt x="36764" y="17698"/>
                    <a:pt x="36466" y="17922"/>
                    <a:pt x="36217" y="18121"/>
                  </a:cubicBezTo>
                  <a:cubicBezTo>
                    <a:pt x="35072" y="18992"/>
                    <a:pt x="33578" y="20262"/>
                    <a:pt x="32682" y="21008"/>
                  </a:cubicBezTo>
                  <a:cubicBezTo>
                    <a:pt x="30094" y="23124"/>
                    <a:pt x="26858" y="26210"/>
                    <a:pt x="25937" y="27206"/>
                  </a:cubicBezTo>
                  <a:cubicBezTo>
                    <a:pt x="25638" y="27505"/>
                    <a:pt x="25314" y="27828"/>
                    <a:pt x="24966" y="28152"/>
                  </a:cubicBezTo>
                  <a:lnTo>
                    <a:pt x="24941" y="28202"/>
                  </a:lnTo>
                  <a:cubicBezTo>
                    <a:pt x="24767" y="28351"/>
                    <a:pt x="24617" y="28500"/>
                    <a:pt x="24468" y="28675"/>
                  </a:cubicBezTo>
                  <a:cubicBezTo>
                    <a:pt x="23871" y="29272"/>
                    <a:pt x="23323" y="29869"/>
                    <a:pt x="22850" y="30392"/>
                  </a:cubicBezTo>
                  <a:cubicBezTo>
                    <a:pt x="22601" y="30691"/>
                    <a:pt x="22377" y="30915"/>
                    <a:pt x="22203" y="31139"/>
                  </a:cubicBezTo>
                  <a:cubicBezTo>
                    <a:pt x="22029" y="31313"/>
                    <a:pt x="21904" y="31462"/>
                    <a:pt x="21780" y="31587"/>
                  </a:cubicBezTo>
                  <a:cubicBezTo>
                    <a:pt x="21382" y="32060"/>
                    <a:pt x="21008" y="32458"/>
                    <a:pt x="20710" y="32831"/>
                  </a:cubicBezTo>
                  <a:cubicBezTo>
                    <a:pt x="19639" y="34051"/>
                    <a:pt x="19092" y="34698"/>
                    <a:pt x="18519" y="35420"/>
                  </a:cubicBezTo>
                  <a:lnTo>
                    <a:pt x="18494" y="35420"/>
                  </a:lnTo>
                  <a:cubicBezTo>
                    <a:pt x="18619" y="35246"/>
                    <a:pt x="18743" y="35072"/>
                    <a:pt x="18893" y="34873"/>
                  </a:cubicBezTo>
                  <a:cubicBezTo>
                    <a:pt x="19415" y="34225"/>
                    <a:pt x="19988" y="33553"/>
                    <a:pt x="20535" y="32881"/>
                  </a:cubicBezTo>
                  <a:cubicBezTo>
                    <a:pt x="21033" y="32334"/>
                    <a:pt x="21606" y="31711"/>
                    <a:pt x="22128" y="31114"/>
                  </a:cubicBezTo>
                  <a:cubicBezTo>
                    <a:pt x="22875" y="30317"/>
                    <a:pt x="23622" y="29471"/>
                    <a:pt x="24369" y="28700"/>
                  </a:cubicBezTo>
                  <a:cubicBezTo>
                    <a:pt x="24692" y="28351"/>
                    <a:pt x="24966" y="28028"/>
                    <a:pt x="25265" y="27729"/>
                  </a:cubicBezTo>
                  <a:cubicBezTo>
                    <a:pt x="27629" y="25290"/>
                    <a:pt x="30168" y="22925"/>
                    <a:pt x="32807" y="20734"/>
                  </a:cubicBezTo>
                  <a:cubicBezTo>
                    <a:pt x="33703" y="19938"/>
                    <a:pt x="34649" y="19191"/>
                    <a:pt x="35570" y="18494"/>
                  </a:cubicBezTo>
                  <a:cubicBezTo>
                    <a:pt x="36042" y="18121"/>
                    <a:pt x="36515" y="17748"/>
                    <a:pt x="37013" y="17399"/>
                  </a:cubicBezTo>
                  <a:cubicBezTo>
                    <a:pt x="37436" y="17075"/>
                    <a:pt x="37884" y="16752"/>
                    <a:pt x="38308" y="16428"/>
                  </a:cubicBezTo>
                  <a:cubicBezTo>
                    <a:pt x="38557" y="16254"/>
                    <a:pt x="38781" y="16080"/>
                    <a:pt x="39029" y="15906"/>
                  </a:cubicBezTo>
                  <a:cubicBezTo>
                    <a:pt x="39079" y="15831"/>
                    <a:pt x="39154" y="15806"/>
                    <a:pt x="39253" y="15756"/>
                  </a:cubicBezTo>
                  <a:close/>
                  <a:moveTo>
                    <a:pt x="91201" y="34947"/>
                  </a:moveTo>
                  <a:cubicBezTo>
                    <a:pt x="92296" y="35097"/>
                    <a:pt x="93417" y="35321"/>
                    <a:pt x="94512" y="35569"/>
                  </a:cubicBezTo>
                  <a:lnTo>
                    <a:pt x="94163" y="35569"/>
                  </a:lnTo>
                  <a:cubicBezTo>
                    <a:pt x="93168" y="35321"/>
                    <a:pt x="92172" y="35121"/>
                    <a:pt x="91176" y="34997"/>
                  </a:cubicBezTo>
                  <a:cubicBezTo>
                    <a:pt x="91176" y="34972"/>
                    <a:pt x="91176" y="34972"/>
                    <a:pt x="91201" y="34947"/>
                  </a:cubicBezTo>
                  <a:close/>
                  <a:moveTo>
                    <a:pt x="72350" y="33225"/>
                  </a:moveTo>
                  <a:cubicBezTo>
                    <a:pt x="72903" y="33836"/>
                    <a:pt x="73337" y="34519"/>
                    <a:pt x="73653" y="35345"/>
                  </a:cubicBezTo>
                  <a:lnTo>
                    <a:pt x="73653" y="35495"/>
                  </a:lnTo>
                  <a:lnTo>
                    <a:pt x="73653" y="35594"/>
                  </a:lnTo>
                  <a:cubicBezTo>
                    <a:pt x="73329" y="34723"/>
                    <a:pt x="72881" y="33976"/>
                    <a:pt x="72359" y="33304"/>
                  </a:cubicBezTo>
                  <a:cubicBezTo>
                    <a:pt x="72359" y="33276"/>
                    <a:pt x="72359" y="33248"/>
                    <a:pt x="72350" y="33225"/>
                  </a:cubicBezTo>
                  <a:close/>
                  <a:moveTo>
                    <a:pt x="51002" y="23024"/>
                  </a:moveTo>
                  <a:cubicBezTo>
                    <a:pt x="51151" y="23248"/>
                    <a:pt x="51326" y="23423"/>
                    <a:pt x="51475" y="23622"/>
                  </a:cubicBezTo>
                  <a:cubicBezTo>
                    <a:pt x="51649" y="23846"/>
                    <a:pt x="51848" y="24020"/>
                    <a:pt x="52023" y="24244"/>
                  </a:cubicBezTo>
                  <a:cubicBezTo>
                    <a:pt x="52197" y="24418"/>
                    <a:pt x="52371" y="24642"/>
                    <a:pt x="52520" y="24841"/>
                  </a:cubicBezTo>
                  <a:cubicBezTo>
                    <a:pt x="52819" y="25165"/>
                    <a:pt x="53093" y="25489"/>
                    <a:pt x="53367" y="25837"/>
                  </a:cubicBezTo>
                  <a:lnTo>
                    <a:pt x="53392" y="25862"/>
                  </a:lnTo>
                  <a:cubicBezTo>
                    <a:pt x="54337" y="27032"/>
                    <a:pt x="55258" y="28227"/>
                    <a:pt x="56179" y="29471"/>
                  </a:cubicBezTo>
                  <a:cubicBezTo>
                    <a:pt x="53416" y="31438"/>
                    <a:pt x="50778" y="33479"/>
                    <a:pt x="48264" y="35669"/>
                  </a:cubicBezTo>
                  <a:cubicBezTo>
                    <a:pt x="46372" y="32981"/>
                    <a:pt x="44655" y="30218"/>
                    <a:pt x="43261" y="27629"/>
                  </a:cubicBezTo>
                  <a:cubicBezTo>
                    <a:pt x="45850" y="25787"/>
                    <a:pt x="48438" y="24269"/>
                    <a:pt x="51002" y="23024"/>
                  </a:cubicBezTo>
                  <a:close/>
                  <a:moveTo>
                    <a:pt x="91102" y="35196"/>
                  </a:moveTo>
                  <a:cubicBezTo>
                    <a:pt x="91823" y="35296"/>
                    <a:pt x="92545" y="35420"/>
                    <a:pt x="93267" y="35569"/>
                  </a:cubicBezTo>
                  <a:lnTo>
                    <a:pt x="93217" y="35569"/>
                  </a:lnTo>
                  <a:cubicBezTo>
                    <a:pt x="92844" y="35569"/>
                    <a:pt x="92446" y="35569"/>
                    <a:pt x="92048" y="35594"/>
                  </a:cubicBezTo>
                  <a:lnTo>
                    <a:pt x="91699" y="35594"/>
                  </a:lnTo>
                  <a:cubicBezTo>
                    <a:pt x="91550" y="35594"/>
                    <a:pt x="91425" y="35619"/>
                    <a:pt x="91251" y="35619"/>
                  </a:cubicBezTo>
                  <a:cubicBezTo>
                    <a:pt x="91151" y="35619"/>
                    <a:pt x="91002" y="35669"/>
                    <a:pt x="90927" y="35669"/>
                  </a:cubicBezTo>
                  <a:cubicBezTo>
                    <a:pt x="90977" y="35545"/>
                    <a:pt x="91052" y="35345"/>
                    <a:pt x="91102" y="35196"/>
                  </a:cubicBezTo>
                  <a:close/>
                  <a:moveTo>
                    <a:pt x="39054" y="16155"/>
                  </a:moveTo>
                  <a:cubicBezTo>
                    <a:pt x="39054" y="16204"/>
                    <a:pt x="39029" y="16279"/>
                    <a:pt x="39029" y="16304"/>
                  </a:cubicBezTo>
                  <a:cubicBezTo>
                    <a:pt x="39029" y="16379"/>
                    <a:pt x="39005" y="16453"/>
                    <a:pt x="39005" y="16528"/>
                  </a:cubicBezTo>
                  <a:cubicBezTo>
                    <a:pt x="39005" y="16627"/>
                    <a:pt x="39005" y="16677"/>
                    <a:pt x="38955" y="16777"/>
                  </a:cubicBezTo>
                  <a:cubicBezTo>
                    <a:pt x="38955" y="16876"/>
                    <a:pt x="38955" y="16926"/>
                    <a:pt x="38930" y="17026"/>
                  </a:cubicBezTo>
                  <a:cubicBezTo>
                    <a:pt x="38955" y="17150"/>
                    <a:pt x="38955" y="17250"/>
                    <a:pt x="38955" y="17324"/>
                  </a:cubicBezTo>
                  <a:lnTo>
                    <a:pt x="38955" y="17623"/>
                  </a:lnTo>
                  <a:cubicBezTo>
                    <a:pt x="38955" y="17698"/>
                    <a:pt x="39005" y="17822"/>
                    <a:pt x="39005" y="17922"/>
                  </a:cubicBezTo>
                  <a:cubicBezTo>
                    <a:pt x="39005" y="18021"/>
                    <a:pt x="39029" y="18121"/>
                    <a:pt x="39029" y="18245"/>
                  </a:cubicBezTo>
                  <a:cubicBezTo>
                    <a:pt x="39029" y="18320"/>
                    <a:pt x="39054" y="18445"/>
                    <a:pt x="39079" y="18544"/>
                  </a:cubicBezTo>
                  <a:cubicBezTo>
                    <a:pt x="39079" y="18619"/>
                    <a:pt x="39104" y="18693"/>
                    <a:pt x="39104" y="18768"/>
                  </a:cubicBezTo>
                  <a:cubicBezTo>
                    <a:pt x="32558" y="23896"/>
                    <a:pt x="26534" y="29645"/>
                    <a:pt x="21357" y="35694"/>
                  </a:cubicBezTo>
                  <a:cubicBezTo>
                    <a:pt x="20527" y="35443"/>
                    <a:pt x="19832" y="35312"/>
                    <a:pt x="19272" y="35312"/>
                  </a:cubicBezTo>
                  <a:cubicBezTo>
                    <a:pt x="19109" y="35312"/>
                    <a:pt x="18958" y="35323"/>
                    <a:pt x="18818" y="35345"/>
                  </a:cubicBezTo>
                  <a:cubicBezTo>
                    <a:pt x="19440" y="34599"/>
                    <a:pt x="20038" y="33852"/>
                    <a:pt x="20685" y="33105"/>
                  </a:cubicBezTo>
                  <a:cubicBezTo>
                    <a:pt x="21158" y="32558"/>
                    <a:pt x="21655" y="32010"/>
                    <a:pt x="22128" y="31462"/>
                  </a:cubicBezTo>
                  <a:cubicBezTo>
                    <a:pt x="26584" y="26484"/>
                    <a:pt x="31612" y="21780"/>
                    <a:pt x="37138" y="17573"/>
                  </a:cubicBezTo>
                  <a:cubicBezTo>
                    <a:pt x="37511" y="17300"/>
                    <a:pt x="37909" y="17001"/>
                    <a:pt x="38283" y="16702"/>
                  </a:cubicBezTo>
                  <a:cubicBezTo>
                    <a:pt x="38532" y="16528"/>
                    <a:pt x="38781" y="16329"/>
                    <a:pt x="39054" y="16155"/>
                  </a:cubicBezTo>
                  <a:close/>
                  <a:moveTo>
                    <a:pt x="90952" y="35171"/>
                  </a:moveTo>
                  <a:cubicBezTo>
                    <a:pt x="90853" y="35345"/>
                    <a:pt x="90803" y="35545"/>
                    <a:pt x="90728" y="35719"/>
                  </a:cubicBezTo>
                  <a:lnTo>
                    <a:pt x="90678" y="35719"/>
                  </a:lnTo>
                  <a:cubicBezTo>
                    <a:pt x="90728" y="35545"/>
                    <a:pt x="90803" y="35345"/>
                    <a:pt x="90903" y="35171"/>
                  </a:cubicBezTo>
                  <a:close/>
                  <a:moveTo>
                    <a:pt x="39179" y="18942"/>
                  </a:moveTo>
                  <a:cubicBezTo>
                    <a:pt x="39179" y="18992"/>
                    <a:pt x="39179" y="19017"/>
                    <a:pt x="39204" y="19017"/>
                  </a:cubicBezTo>
                  <a:cubicBezTo>
                    <a:pt x="32682" y="24120"/>
                    <a:pt x="26758" y="29770"/>
                    <a:pt x="21606" y="35794"/>
                  </a:cubicBezTo>
                  <a:cubicBezTo>
                    <a:pt x="21581" y="35794"/>
                    <a:pt x="21581" y="35794"/>
                    <a:pt x="21531" y="35744"/>
                  </a:cubicBezTo>
                  <a:cubicBezTo>
                    <a:pt x="26708" y="29745"/>
                    <a:pt x="32657" y="24045"/>
                    <a:pt x="39179" y="18942"/>
                  </a:cubicBezTo>
                  <a:close/>
                  <a:moveTo>
                    <a:pt x="43037" y="27754"/>
                  </a:moveTo>
                  <a:cubicBezTo>
                    <a:pt x="44481" y="30367"/>
                    <a:pt x="46223" y="33105"/>
                    <a:pt x="48090" y="35818"/>
                  </a:cubicBezTo>
                  <a:lnTo>
                    <a:pt x="48040" y="35843"/>
                  </a:lnTo>
                  <a:cubicBezTo>
                    <a:pt x="46148" y="33130"/>
                    <a:pt x="44431" y="30392"/>
                    <a:pt x="43012" y="27779"/>
                  </a:cubicBezTo>
                  <a:lnTo>
                    <a:pt x="43037" y="27754"/>
                  </a:lnTo>
                  <a:close/>
                  <a:moveTo>
                    <a:pt x="95333" y="35794"/>
                  </a:moveTo>
                  <a:cubicBezTo>
                    <a:pt x="95408" y="35794"/>
                    <a:pt x="95433" y="35818"/>
                    <a:pt x="95507" y="35818"/>
                  </a:cubicBezTo>
                  <a:lnTo>
                    <a:pt x="95532" y="35818"/>
                  </a:lnTo>
                  <a:cubicBezTo>
                    <a:pt x="95582" y="35843"/>
                    <a:pt x="95657" y="35843"/>
                    <a:pt x="95707" y="35868"/>
                  </a:cubicBezTo>
                  <a:lnTo>
                    <a:pt x="95682" y="35868"/>
                  </a:lnTo>
                  <a:cubicBezTo>
                    <a:pt x="95582" y="35868"/>
                    <a:pt x="95532" y="35843"/>
                    <a:pt x="95433" y="35843"/>
                  </a:cubicBezTo>
                  <a:lnTo>
                    <a:pt x="95383" y="35843"/>
                  </a:lnTo>
                  <a:cubicBezTo>
                    <a:pt x="95333" y="35843"/>
                    <a:pt x="95283" y="35818"/>
                    <a:pt x="95258" y="35818"/>
                  </a:cubicBezTo>
                  <a:lnTo>
                    <a:pt x="95209" y="35818"/>
                  </a:lnTo>
                  <a:cubicBezTo>
                    <a:pt x="95159" y="35818"/>
                    <a:pt x="95134" y="35818"/>
                    <a:pt x="95084" y="35794"/>
                  </a:cubicBezTo>
                  <a:close/>
                  <a:moveTo>
                    <a:pt x="56254" y="29645"/>
                  </a:moveTo>
                  <a:cubicBezTo>
                    <a:pt x="56254" y="29670"/>
                    <a:pt x="56304" y="29670"/>
                    <a:pt x="56304" y="29720"/>
                  </a:cubicBezTo>
                  <a:cubicBezTo>
                    <a:pt x="53566" y="31687"/>
                    <a:pt x="50902" y="33728"/>
                    <a:pt x="48388" y="35893"/>
                  </a:cubicBezTo>
                  <a:cubicBezTo>
                    <a:pt x="48364" y="35868"/>
                    <a:pt x="48364" y="35843"/>
                    <a:pt x="48364" y="35843"/>
                  </a:cubicBezTo>
                  <a:cubicBezTo>
                    <a:pt x="50902" y="33703"/>
                    <a:pt x="53566" y="31612"/>
                    <a:pt x="56254" y="29645"/>
                  </a:cubicBezTo>
                  <a:close/>
                  <a:moveTo>
                    <a:pt x="19266" y="35495"/>
                  </a:moveTo>
                  <a:cubicBezTo>
                    <a:pt x="19789" y="35495"/>
                    <a:pt x="20461" y="35619"/>
                    <a:pt x="21183" y="35843"/>
                  </a:cubicBezTo>
                  <a:lnTo>
                    <a:pt x="21133" y="35918"/>
                  </a:lnTo>
                  <a:cubicBezTo>
                    <a:pt x="20404" y="35696"/>
                    <a:pt x="19786" y="35585"/>
                    <a:pt x="19286" y="35585"/>
                  </a:cubicBezTo>
                  <a:cubicBezTo>
                    <a:pt x="19000" y="35585"/>
                    <a:pt x="18752" y="35622"/>
                    <a:pt x="18544" y="35694"/>
                  </a:cubicBezTo>
                  <a:lnTo>
                    <a:pt x="18644" y="35594"/>
                  </a:lnTo>
                  <a:cubicBezTo>
                    <a:pt x="18818" y="35545"/>
                    <a:pt x="19042" y="35495"/>
                    <a:pt x="19266" y="35495"/>
                  </a:cubicBezTo>
                  <a:close/>
                  <a:moveTo>
                    <a:pt x="93641" y="35744"/>
                  </a:moveTo>
                  <a:cubicBezTo>
                    <a:pt x="93815" y="35744"/>
                    <a:pt x="94014" y="35794"/>
                    <a:pt x="94213" y="35794"/>
                  </a:cubicBezTo>
                  <a:cubicBezTo>
                    <a:pt x="94263" y="35794"/>
                    <a:pt x="94313" y="35818"/>
                    <a:pt x="94337" y="35818"/>
                  </a:cubicBezTo>
                  <a:lnTo>
                    <a:pt x="94387" y="35818"/>
                  </a:lnTo>
                  <a:cubicBezTo>
                    <a:pt x="94412" y="35818"/>
                    <a:pt x="94437" y="35843"/>
                    <a:pt x="94462" y="35843"/>
                  </a:cubicBezTo>
                  <a:cubicBezTo>
                    <a:pt x="94188" y="35843"/>
                    <a:pt x="93914" y="35818"/>
                    <a:pt x="93591" y="35818"/>
                  </a:cubicBezTo>
                  <a:cubicBezTo>
                    <a:pt x="92968" y="35818"/>
                    <a:pt x="92346" y="35843"/>
                    <a:pt x="91699" y="35868"/>
                  </a:cubicBezTo>
                  <a:cubicBezTo>
                    <a:pt x="91550" y="35868"/>
                    <a:pt x="91425" y="35893"/>
                    <a:pt x="91276" y="35893"/>
                  </a:cubicBezTo>
                  <a:cubicBezTo>
                    <a:pt x="91102" y="35893"/>
                    <a:pt x="90952" y="35943"/>
                    <a:pt x="90803" y="35943"/>
                  </a:cubicBezTo>
                  <a:lnTo>
                    <a:pt x="90803" y="35893"/>
                  </a:lnTo>
                  <a:lnTo>
                    <a:pt x="90803" y="35868"/>
                  </a:lnTo>
                  <a:cubicBezTo>
                    <a:pt x="90927" y="35868"/>
                    <a:pt x="91077" y="35843"/>
                    <a:pt x="91201" y="35818"/>
                  </a:cubicBezTo>
                  <a:cubicBezTo>
                    <a:pt x="91351" y="35818"/>
                    <a:pt x="91525" y="35794"/>
                    <a:pt x="91674" y="35794"/>
                  </a:cubicBezTo>
                  <a:cubicBezTo>
                    <a:pt x="92346" y="35794"/>
                    <a:pt x="92968" y="35744"/>
                    <a:pt x="93591" y="35744"/>
                  </a:cubicBezTo>
                  <a:close/>
                  <a:moveTo>
                    <a:pt x="39253" y="19266"/>
                  </a:moveTo>
                  <a:cubicBezTo>
                    <a:pt x="39278" y="19341"/>
                    <a:pt x="39278" y="19465"/>
                    <a:pt x="39303" y="19565"/>
                  </a:cubicBezTo>
                  <a:cubicBezTo>
                    <a:pt x="38706" y="19988"/>
                    <a:pt x="38158" y="20411"/>
                    <a:pt x="37561" y="20809"/>
                  </a:cubicBezTo>
                  <a:cubicBezTo>
                    <a:pt x="37461" y="20884"/>
                    <a:pt x="37387" y="20983"/>
                    <a:pt x="37287" y="21033"/>
                  </a:cubicBezTo>
                  <a:cubicBezTo>
                    <a:pt x="36789" y="21407"/>
                    <a:pt x="36291" y="21805"/>
                    <a:pt x="35794" y="22178"/>
                  </a:cubicBezTo>
                  <a:lnTo>
                    <a:pt x="35221" y="22651"/>
                  </a:lnTo>
                  <a:cubicBezTo>
                    <a:pt x="34823" y="22975"/>
                    <a:pt x="34449" y="23273"/>
                    <a:pt x="34051" y="23622"/>
                  </a:cubicBezTo>
                  <a:cubicBezTo>
                    <a:pt x="34051" y="23622"/>
                    <a:pt x="34001" y="23622"/>
                    <a:pt x="34001" y="23647"/>
                  </a:cubicBezTo>
                  <a:cubicBezTo>
                    <a:pt x="33852" y="23771"/>
                    <a:pt x="33728" y="23896"/>
                    <a:pt x="33578" y="24020"/>
                  </a:cubicBezTo>
                  <a:lnTo>
                    <a:pt x="33479" y="24120"/>
                  </a:lnTo>
                  <a:cubicBezTo>
                    <a:pt x="33105" y="24468"/>
                    <a:pt x="32707" y="24767"/>
                    <a:pt x="32334" y="25115"/>
                  </a:cubicBezTo>
                  <a:lnTo>
                    <a:pt x="32309" y="25140"/>
                  </a:lnTo>
                  <a:cubicBezTo>
                    <a:pt x="32309" y="25140"/>
                    <a:pt x="32259" y="25140"/>
                    <a:pt x="32259" y="25165"/>
                  </a:cubicBezTo>
                  <a:cubicBezTo>
                    <a:pt x="32135" y="25265"/>
                    <a:pt x="32010" y="25389"/>
                    <a:pt x="31911" y="25489"/>
                  </a:cubicBezTo>
                  <a:cubicBezTo>
                    <a:pt x="31861" y="25514"/>
                    <a:pt x="31836" y="25514"/>
                    <a:pt x="31836" y="25538"/>
                  </a:cubicBezTo>
                  <a:lnTo>
                    <a:pt x="30616" y="26659"/>
                  </a:lnTo>
                  <a:cubicBezTo>
                    <a:pt x="30566" y="26733"/>
                    <a:pt x="30467" y="26783"/>
                    <a:pt x="30417" y="26883"/>
                  </a:cubicBezTo>
                  <a:lnTo>
                    <a:pt x="30318" y="26982"/>
                  </a:lnTo>
                  <a:lnTo>
                    <a:pt x="30243" y="27032"/>
                  </a:lnTo>
                  <a:cubicBezTo>
                    <a:pt x="29820" y="27480"/>
                    <a:pt x="29347" y="27878"/>
                    <a:pt x="28924" y="28301"/>
                  </a:cubicBezTo>
                  <a:lnTo>
                    <a:pt x="28874" y="28351"/>
                  </a:lnTo>
                  <a:lnTo>
                    <a:pt x="28749" y="28476"/>
                  </a:lnTo>
                  <a:lnTo>
                    <a:pt x="28725" y="28500"/>
                  </a:lnTo>
                  <a:cubicBezTo>
                    <a:pt x="28227" y="28998"/>
                    <a:pt x="27729" y="29496"/>
                    <a:pt x="27256" y="29994"/>
                  </a:cubicBezTo>
                  <a:lnTo>
                    <a:pt x="27231" y="30019"/>
                  </a:lnTo>
                  <a:cubicBezTo>
                    <a:pt x="27131" y="30118"/>
                    <a:pt x="27082" y="30218"/>
                    <a:pt x="26982" y="30293"/>
                  </a:cubicBezTo>
                  <a:cubicBezTo>
                    <a:pt x="26957" y="30342"/>
                    <a:pt x="26957" y="30367"/>
                    <a:pt x="26932" y="30367"/>
                  </a:cubicBezTo>
                  <a:cubicBezTo>
                    <a:pt x="26883" y="30392"/>
                    <a:pt x="26883" y="30417"/>
                    <a:pt x="26858" y="30417"/>
                  </a:cubicBezTo>
                  <a:cubicBezTo>
                    <a:pt x="26360" y="30965"/>
                    <a:pt x="25862" y="31487"/>
                    <a:pt x="25389" y="32010"/>
                  </a:cubicBezTo>
                  <a:cubicBezTo>
                    <a:pt x="25314" y="32135"/>
                    <a:pt x="25190" y="32259"/>
                    <a:pt x="25090" y="32359"/>
                  </a:cubicBezTo>
                  <a:cubicBezTo>
                    <a:pt x="25016" y="32408"/>
                    <a:pt x="24966" y="32508"/>
                    <a:pt x="24891" y="32583"/>
                  </a:cubicBezTo>
                  <a:cubicBezTo>
                    <a:pt x="24518" y="32981"/>
                    <a:pt x="24194" y="33379"/>
                    <a:pt x="23846" y="33777"/>
                  </a:cubicBezTo>
                  <a:cubicBezTo>
                    <a:pt x="23746" y="33902"/>
                    <a:pt x="23622" y="34026"/>
                    <a:pt x="23522" y="34151"/>
                  </a:cubicBezTo>
                  <a:lnTo>
                    <a:pt x="23149" y="34624"/>
                  </a:lnTo>
                  <a:cubicBezTo>
                    <a:pt x="22776" y="35072"/>
                    <a:pt x="22402" y="35495"/>
                    <a:pt x="22029" y="35968"/>
                  </a:cubicBezTo>
                  <a:cubicBezTo>
                    <a:pt x="21954" y="35943"/>
                    <a:pt x="21879" y="35893"/>
                    <a:pt x="21780" y="35868"/>
                  </a:cubicBezTo>
                  <a:cubicBezTo>
                    <a:pt x="26883" y="29919"/>
                    <a:pt x="32782" y="24294"/>
                    <a:pt x="39253" y="19266"/>
                  </a:cubicBezTo>
                  <a:close/>
                  <a:moveTo>
                    <a:pt x="39378" y="19764"/>
                  </a:moveTo>
                  <a:lnTo>
                    <a:pt x="39378" y="19789"/>
                  </a:lnTo>
                  <a:lnTo>
                    <a:pt x="39378" y="19814"/>
                  </a:lnTo>
                  <a:cubicBezTo>
                    <a:pt x="39154" y="19963"/>
                    <a:pt x="38905" y="20162"/>
                    <a:pt x="38681" y="20311"/>
                  </a:cubicBezTo>
                  <a:cubicBezTo>
                    <a:pt x="38407" y="20535"/>
                    <a:pt x="38084" y="20710"/>
                    <a:pt x="37810" y="20934"/>
                  </a:cubicBezTo>
                  <a:cubicBezTo>
                    <a:pt x="37785" y="20958"/>
                    <a:pt x="37710" y="21008"/>
                    <a:pt x="37685" y="21033"/>
                  </a:cubicBezTo>
                  <a:cubicBezTo>
                    <a:pt x="37337" y="21282"/>
                    <a:pt x="37013" y="21556"/>
                    <a:pt x="36665" y="21830"/>
                  </a:cubicBezTo>
                  <a:cubicBezTo>
                    <a:pt x="36491" y="21954"/>
                    <a:pt x="36316" y="22079"/>
                    <a:pt x="36167" y="22203"/>
                  </a:cubicBezTo>
                  <a:lnTo>
                    <a:pt x="36142" y="22253"/>
                  </a:lnTo>
                  <a:cubicBezTo>
                    <a:pt x="35769" y="22552"/>
                    <a:pt x="35346" y="22875"/>
                    <a:pt x="34972" y="23174"/>
                  </a:cubicBezTo>
                  <a:cubicBezTo>
                    <a:pt x="34898" y="23273"/>
                    <a:pt x="34773" y="23323"/>
                    <a:pt x="34673" y="23423"/>
                  </a:cubicBezTo>
                  <a:cubicBezTo>
                    <a:pt x="34649" y="23448"/>
                    <a:pt x="34599" y="23448"/>
                    <a:pt x="34574" y="23497"/>
                  </a:cubicBezTo>
                  <a:cubicBezTo>
                    <a:pt x="34549" y="23522"/>
                    <a:pt x="34524" y="23547"/>
                    <a:pt x="34474" y="23547"/>
                  </a:cubicBezTo>
                  <a:cubicBezTo>
                    <a:pt x="34051" y="23921"/>
                    <a:pt x="33578" y="24294"/>
                    <a:pt x="33130" y="24667"/>
                  </a:cubicBezTo>
                  <a:cubicBezTo>
                    <a:pt x="33056" y="24742"/>
                    <a:pt x="32981" y="24792"/>
                    <a:pt x="32881" y="24891"/>
                  </a:cubicBezTo>
                  <a:cubicBezTo>
                    <a:pt x="32832" y="24941"/>
                    <a:pt x="32757" y="24991"/>
                    <a:pt x="32707" y="25041"/>
                  </a:cubicBezTo>
                  <a:cubicBezTo>
                    <a:pt x="32583" y="25140"/>
                    <a:pt x="32458" y="25265"/>
                    <a:pt x="32359" y="25364"/>
                  </a:cubicBezTo>
                  <a:cubicBezTo>
                    <a:pt x="32060" y="25638"/>
                    <a:pt x="31761" y="25912"/>
                    <a:pt x="31463" y="26161"/>
                  </a:cubicBezTo>
                  <a:lnTo>
                    <a:pt x="31388" y="26235"/>
                  </a:lnTo>
                  <a:lnTo>
                    <a:pt x="31363" y="26260"/>
                  </a:lnTo>
                  <a:cubicBezTo>
                    <a:pt x="31014" y="26559"/>
                    <a:pt x="30716" y="26883"/>
                    <a:pt x="30367" y="27181"/>
                  </a:cubicBezTo>
                  <a:cubicBezTo>
                    <a:pt x="29919" y="27629"/>
                    <a:pt x="29421" y="28102"/>
                    <a:pt x="28949" y="28525"/>
                  </a:cubicBezTo>
                  <a:cubicBezTo>
                    <a:pt x="28749" y="28724"/>
                    <a:pt x="28600" y="28899"/>
                    <a:pt x="28426" y="29048"/>
                  </a:cubicBezTo>
                  <a:cubicBezTo>
                    <a:pt x="26211" y="31263"/>
                    <a:pt x="24120" y="33578"/>
                    <a:pt x="22228" y="35968"/>
                  </a:cubicBezTo>
                  <a:lnTo>
                    <a:pt x="22153" y="35968"/>
                  </a:lnTo>
                  <a:lnTo>
                    <a:pt x="22228" y="35893"/>
                  </a:lnTo>
                  <a:cubicBezTo>
                    <a:pt x="22701" y="35321"/>
                    <a:pt x="23174" y="34723"/>
                    <a:pt x="23672" y="34126"/>
                  </a:cubicBezTo>
                  <a:cubicBezTo>
                    <a:pt x="23871" y="33902"/>
                    <a:pt x="24095" y="33653"/>
                    <a:pt x="24269" y="33454"/>
                  </a:cubicBezTo>
                  <a:cubicBezTo>
                    <a:pt x="24642" y="33006"/>
                    <a:pt x="25041" y="32583"/>
                    <a:pt x="25414" y="32135"/>
                  </a:cubicBezTo>
                  <a:cubicBezTo>
                    <a:pt x="26036" y="31462"/>
                    <a:pt x="26659" y="30790"/>
                    <a:pt x="27281" y="30118"/>
                  </a:cubicBezTo>
                  <a:lnTo>
                    <a:pt x="27405" y="29994"/>
                  </a:lnTo>
                  <a:cubicBezTo>
                    <a:pt x="27853" y="29521"/>
                    <a:pt x="28326" y="29048"/>
                    <a:pt x="28774" y="28625"/>
                  </a:cubicBezTo>
                  <a:lnTo>
                    <a:pt x="29073" y="28351"/>
                  </a:lnTo>
                  <a:cubicBezTo>
                    <a:pt x="29471" y="27928"/>
                    <a:pt x="29919" y="27530"/>
                    <a:pt x="30342" y="27131"/>
                  </a:cubicBezTo>
                  <a:lnTo>
                    <a:pt x="30716" y="26758"/>
                  </a:lnTo>
                  <a:cubicBezTo>
                    <a:pt x="31114" y="26385"/>
                    <a:pt x="31512" y="26011"/>
                    <a:pt x="31935" y="25663"/>
                  </a:cubicBezTo>
                  <a:cubicBezTo>
                    <a:pt x="32085" y="25514"/>
                    <a:pt x="32234" y="25389"/>
                    <a:pt x="32408" y="25240"/>
                  </a:cubicBezTo>
                  <a:cubicBezTo>
                    <a:pt x="32807" y="24891"/>
                    <a:pt x="33205" y="24543"/>
                    <a:pt x="33578" y="24194"/>
                  </a:cubicBezTo>
                  <a:cubicBezTo>
                    <a:pt x="33728" y="24045"/>
                    <a:pt x="33927" y="23921"/>
                    <a:pt x="34076" y="23771"/>
                  </a:cubicBezTo>
                  <a:cubicBezTo>
                    <a:pt x="34474" y="23423"/>
                    <a:pt x="34922" y="23074"/>
                    <a:pt x="35346" y="22751"/>
                  </a:cubicBezTo>
                  <a:lnTo>
                    <a:pt x="35818" y="22377"/>
                  </a:lnTo>
                  <a:cubicBezTo>
                    <a:pt x="36341" y="21929"/>
                    <a:pt x="36914" y="21506"/>
                    <a:pt x="37461" y="21083"/>
                  </a:cubicBezTo>
                  <a:cubicBezTo>
                    <a:pt x="37511" y="21058"/>
                    <a:pt x="37536" y="21033"/>
                    <a:pt x="37586" y="21008"/>
                  </a:cubicBezTo>
                  <a:cubicBezTo>
                    <a:pt x="38258" y="20560"/>
                    <a:pt x="38805" y="20162"/>
                    <a:pt x="39378" y="19764"/>
                  </a:cubicBezTo>
                  <a:close/>
                  <a:moveTo>
                    <a:pt x="90654" y="35918"/>
                  </a:moveTo>
                  <a:cubicBezTo>
                    <a:pt x="90654" y="35943"/>
                    <a:pt x="90604" y="35943"/>
                    <a:pt x="90604" y="35968"/>
                  </a:cubicBezTo>
                  <a:lnTo>
                    <a:pt x="90554" y="35968"/>
                  </a:lnTo>
                  <a:lnTo>
                    <a:pt x="90554" y="35943"/>
                  </a:lnTo>
                  <a:cubicBezTo>
                    <a:pt x="90604" y="35943"/>
                    <a:pt x="90604" y="35943"/>
                    <a:pt x="90654" y="35918"/>
                  </a:cubicBezTo>
                  <a:close/>
                  <a:moveTo>
                    <a:pt x="21382" y="35918"/>
                  </a:moveTo>
                  <a:cubicBezTo>
                    <a:pt x="21407" y="35918"/>
                    <a:pt x="21407" y="35918"/>
                    <a:pt x="21456" y="35943"/>
                  </a:cubicBezTo>
                  <a:cubicBezTo>
                    <a:pt x="21456" y="35968"/>
                    <a:pt x="21407" y="35968"/>
                    <a:pt x="21407" y="35993"/>
                  </a:cubicBezTo>
                  <a:cubicBezTo>
                    <a:pt x="21407" y="35968"/>
                    <a:pt x="21382" y="35968"/>
                    <a:pt x="21357" y="35968"/>
                  </a:cubicBezTo>
                  <a:cubicBezTo>
                    <a:pt x="21357" y="35943"/>
                    <a:pt x="21382" y="35943"/>
                    <a:pt x="21382" y="35918"/>
                  </a:cubicBezTo>
                  <a:close/>
                  <a:moveTo>
                    <a:pt x="48214" y="35968"/>
                  </a:moveTo>
                  <a:cubicBezTo>
                    <a:pt x="48214" y="35993"/>
                    <a:pt x="48239" y="35993"/>
                    <a:pt x="48239" y="36042"/>
                  </a:cubicBezTo>
                  <a:lnTo>
                    <a:pt x="48214" y="36067"/>
                  </a:lnTo>
                  <a:cubicBezTo>
                    <a:pt x="48164" y="36042"/>
                    <a:pt x="48164" y="36042"/>
                    <a:pt x="48164" y="35993"/>
                  </a:cubicBezTo>
                  <a:lnTo>
                    <a:pt x="48214" y="35968"/>
                  </a:lnTo>
                  <a:close/>
                  <a:moveTo>
                    <a:pt x="21655" y="35968"/>
                  </a:moveTo>
                  <a:cubicBezTo>
                    <a:pt x="21755" y="35993"/>
                    <a:pt x="21805" y="36042"/>
                    <a:pt x="21904" y="36067"/>
                  </a:cubicBezTo>
                  <a:cubicBezTo>
                    <a:pt x="21904" y="36092"/>
                    <a:pt x="21879" y="36092"/>
                    <a:pt x="21879" y="36117"/>
                  </a:cubicBezTo>
                  <a:cubicBezTo>
                    <a:pt x="21780" y="36092"/>
                    <a:pt x="21730" y="36067"/>
                    <a:pt x="21631" y="36042"/>
                  </a:cubicBezTo>
                  <a:cubicBezTo>
                    <a:pt x="21631" y="35993"/>
                    <a:pt x="21655" y="35993"/>
                    <a:pt x="21655" y="35968"/>
                  </a:cubicBezTo>
                  <a:close/>
                  <a:moveTo>
                    <a:pt x="18230" y="35762"/>
                  </a:moveTo>
                  <a:lnTo>
                    <a:pt x="18230" y="35762"/>
                  </a:lnTo>
                  <a:cubicBezTo>
                    <a:pt x="18123" y="35893"/>
                    <a:pt x="18014" y="36041"/>
                    <a:pt x="17872" y="36190"/>
                  </a:cubicBezTo>
                  <a:lnTo>
                    <a:pt x="17872" y="36190"/>
                  </a:lnTo>
                  <a:cubicBezTo>
                    <a:pt x="17873" y="36167"/>
                    <a:pt x="17897" y="36166"/>
                    <a:pt x="17897" y="36117"/>
                  </a:cubicBezTo>
                  <a:cubicBezTo>
                    <a:pt x="17897" y="36092"/>
                    <a:pt x="17922" y="36092"/>
                    <a:pt x="17972" y="36067"/>
                  </a:cubicBezTo>
                  <a:cubicBezTo>
                    <a:pt x="18021" y="35968"/>
                    <a:pt x="18121" y="35868"/>
                    <a:pt x="18171" y="35769"/>
                  </a:cubicBezTo>
                  <a:lnTo>
                    <a:pt x="18196" y="35769"/>
                  </a:lnTo>
                  <a:cubicBezTo>
                    <a:pt x="18196" y="35769"/>
                    <a:pt x="18215" y="35769"/>
                    <a:pt x="18230" y="35762"/>
                  </a:cubicBezTo>
                  <a:close/>
                  <a:moveTo>
                    <a:pt x="56379" y="29869"/>
                  </a:moveTo>
                  <a:cubicBezTo>
                    <a:pt x="56851" y="30467"/>
                    <a:pt x="57250" y="31064"/>
                    <a:pt x="57698" y="31687"/>
                  </a:cubicBezTo>
                  <a:cubicBezTo>
                    <a:pt x="54810" y="32732"/>
                    <a:pt x="51774" y="34350"/>
                    <a:pt x="48787" y="36466"/>
                  </a:cubicBezTo>
                  <a:cubicBezTo>
                    <a:pt x="48712" y="36341"/>
                    <a:pt x="48613" y="36192"/>
                    <a:pt x="48488" y="36067"/>
                  </a:cubicBezTo>
                  <a:cubicBezTo>
                    <a:pt x="51027" y="33927"/>
                    <a:pt x="53690" y="31836"/>
                    <a:pt x="56379" y="29869"/>
                  </a:cubicBezTo>
                  <a:close/>
                  <a:moveTo>
                    <a:pt x="116812" y="34716"/>
                  </a:moveTo>
                  <a:lnTo>
                    <a:pt x="116812" y="34716"/>
                  </a:lnTo>
                  <a:cubicBezTo>
                    <a:pt x="116659" y="35317"/>
                    <a:pt x="116473" y="35912"/>
                    <a:pt x="116258" y="36496"/>
                  </a:cubicBezTo>
                  <a:lnTo>
                    <a:pt x="116258" y="36496"/>
                  </a:lnTo>
                  <a:cubicBezTo>
                    <a:pt x="116461" y="35898"/>
                    <a:pt x="116650" y="35312"/>
                    <a:pt x="116812" y="34716"/>
                  </a:cubicBezTo>
                  <a:close/>
                  <a:moveTo>
                    <a:pt x="48364" y="36167"/>
                  </a:moveTo>
                  <a:cubicBezTo>
                    <a:pt x="48463" y="36291"/>
                    <a:pt x="48538" y="36416"/>
                    <a:pt x="48637" y="36565"/>
                  </a:cubicBezTo>
                  <a:lnTo>
                    <a:pt x="48613" y="36590"/>
                  </a:lnTo>
                  <a:cubicBezTo>
                    <a:pt x="48513" y="36466"/>
                    <a:pt x="48413" y="36341"/>
                    <a:pt x="48339" y="36192"/>
                  </a:cubicBezTo>
                  <a:lnTo>
                    <a:pt x="48364" y="36167"/>
                  </a:lnTo>
                  <a:close/>
                  <a:moveTo>
                    <a:pt x="97037" y="25437"/>
                  </a:moveTo>
                  <a:cubicBezTo>
                    <a:pt x="99657" y="25437"/>
                    <a:pt x="102099" y="25775"/>
                    <a:pt x="104294" y="26459"/>
                  </a:cubicBezTo>
                  <a:cubicBezTo>
                    <a:pt x="104095" y="28028"/>
                    <a:pt x="103796" y="29645"/>
                    <a:pt x="103398" y="31338"/>
                  </a:cubicBezTo>
                  <a:cubicBezTo>
                    <a:pt x="102552" y="33180"/>
                    <a:pt x="101506" y="34947"/>
                    <a:pt x="100237" y="36590"/>
                  </a:cubicBezTo>
                  <a:cubicBezTo>
                    <a:pt x="100112" y="36565"/>
                    <a:pt x="99988" y="36490"/>
                    <a:pt x="99863" y="36466"/>
                  </a:cubicBezTo>
                  <a:cubicBezTo>
                    <a:pt x="99614" y="36366"/>
                    <a:pt x="99365" y="36316"/>
                    <a:pt x="99067" y="36217"/>
                  </a:cubicBezTo>
                  <a:cubicBezTo>
                    <a:pt x="98917" y="36192"/>
                    <a:pt x="98743" y="36117"/>
                    <a:pt x="98569" y="36092"/>
                  </a:cubicBezTo>
                  <a:lnTo>
                    <a:pt x="97822" y="35918"/>
                  </a:lnTo>
                  <a:cubicBezTo>
                    <a:pt x="97673" y="35868"/>
                    <a:pt x="97499" y="35843"/>
                    <a:pt x="97324" y="35818"/>
                  </a:cubicBezTo>
                  <a:cubicBezTo>
                    <a:pt x="97250" y="35818"/>
                    <a:pt x="97150" y="35794"/>
                    <a:pt x="97076" y="35794"/>
                  </a:cubicBezTo>
                  <a:lnTo>
                    <a:pt x="96528" y="35694"/>
                  </a:lnTo>
                  <a:cubicBezTo>
                    <a:pt x="96279" y="35669"/>
                    <a:pt x="96030" y="35619"/>
                    <a:pt x="95756" y="35619"/>
                  </a:cubicBezTo>
                  <a:cubicBezTo>
                    <a:pt x="95632" y="35619"/>
                    <a:pt x="95507" y="35594"/>
                    <a:pt x="95408" y="35594"/>
                  </a:cubicBezTo>
                  <a:cubicBezTo>
                    <a:pt x="94039" y="35221"/>
                    <a:pt x="92670" y="34947"/>
                    <a:pt x="91301" y="34748"/>
                  </a:cubicBezTo>
                  <a:cubicBezTo>
                    <a:pt x="92421" y="31612"/>
                    <a:pt x="93217" y="28525"/>
                    <a:pt x="93665" y="25613"/>
                  </a:cubicBezTo>
                  <a:cubicBezTo>
                    <a:pt x="94817" y="25496"/>
                    <a:pt x="95943" y="25437"/>
                    <a:pt x="97037" y="25437"/>
                  </a:cubicBezTo>
                  <a:close/>
                  <a:moveTo>
                    <a:pt x="57797" y="31836"/>
                  </a:moveTo>
                  <a:cubicBezTo>
                    <a:pt x="57797" y="31861"/>
                    <a:pt x="57822" y="31861"/>
                    <a:pt x="57822" y="31886"/>
                  </a:cubicBezTo>
                  <a:cubicBezTo>
                    <a:pt x="54960" y="32956"/>
                    <a:pt x="51898" y="34574"/>
                    <a:pt x="48911" y="36665"/>
                  </a:cubicBezTo>
                  <a:cubicBezTo>
                    <a:pt x="48911" y="36665"/>
                    <a:pt x="48911" y="36615"/>
                    <a:pt x="48886" y="36615"/>
                  </a:cubicBezTo>
                  <a:cubicBezTo>
                    <a:pt x="51873" y="34499"/>
                    <a:pt x="54885" y="32931"/>
                    <a:pt x="57797" y="31836"/>
                  </a:cubicBezTo>
                  <a:close/>
                  <a:moveTo>
                    <a:pt x="103224" y="32209"/>
                  </a:moveTo>
                  <a:cubicBezTo>
                    <a:pt x="103174" y="32309"/>
                    <a:pt x="103149" y="32383"/>
                    <a:pt x="103149" y="32483"/>
                  </a:cubicBezTo>
                  <a:cubicBezTo>
                    <a:pt x="102377" y="33952"/>
                    <a:pt x="101506" y="35345"/>
                    <a:pt x="100486" y="36690"/>
                  </a:cubicBezTo>
                  <a:cubicBezTo>
                    <a:pt x="100436" y="36690"/>
                    <a:pt x="100436" y="36665"/>
                    <a:pt x="100411" y="36665"/>
                  </a:cubicBezTo>
                  <a:cubicBezTo>
                    <a:pt x="101506" y="35246"/>
                    <a:pt x="102427" y="33752"/>
                    <a:pt x="103224" y="32209"/>
                  </a:cubicBezTo>
                  <a:close/>
                  <a:moveTo>
                    <a:pt x="87061" y="34883"/>
                  </a:moveTo>
                  <a:cubicBezTo>
                    <a:pt x="88227" y="34883"/>
                    <a:pt x="89439" y="34976"/>
                    <a:pt x="90678" y="35121"/>
                  </a:cubicBezTo>
                  <a:cubicBezTo>
                    <a:pt x="90604" y="35345"/>
                    <a:pt x="90529" y="35545"/>
                    <a:pt x="90454" y="35744"/>
                  </a:cubicBezTo>
                  <a:cubicBezTo>
                    <a:pt x="90156" y="35794"/>
                    <a:pt x="89857" y="35843"/>
                    <a:pt x="89558" y="35868"/>
                  </a:cubicBezTo>
                  <a:cubicBezTo>
                    <a:pt x="89459" y="35868"/>
                    <a:pt x="89409" y="35918"/>
                    <a:pt x="89309" y="35918"/>
                  </a:cubicBezTo>
                  <a:lnTo>
                    <a:pt x="89210" y="35918"/>
                  </a:lnTo>
                  <a:cubicBezTo>
                    <a:pt x="89085" y="35943"/>
                    <a:pt x="88986" y="35943"/>
                    <a:pt x="88861" y="35968"/>
                  </a:cubicBezTo>
                  <a:lnTo>
                    <a:pt x="88314" y="36067"/>
                  </a:lnTo>
                  <a:cubicBezTo>
                    <a:pt x="88239" y="36067"/>
                    <a:pt x="88189" y="36092"/>
                    <a:pt x="88115" y="36092"/>
                  </a:cubicBezTo>
                  <a:lnTo>
                    <a:pt x="87667" y="36192"/>
                  </a:lnTo>
                  <a:cubicBezTo>
                    <a:pt x="87492" y="36217"/>
                    <a:pt x="87368" y="36242"/>
                    <a:pt x="87219" y="36291"/>
                  </a:cubicBezTo>
                  <a:cubicBezTo>
                    <a:pt x="86945" y="36341"/>
                    <a:pt x="86671" y="36416"/>
                    <a:pt x="86347" y="36466"/>
                  </a:cubicBezTo>
                  <a:cubicBezTo>
                    <a:pt x="86223" y="36490"/>
                    <a:pt x="86099" y="36515"/>
                    <a:pt x="85999" y="36565"/>
                  </a:cubicBezTo>
                  <a:lnTo>
                    <a:pt x="85551" y="36665"/>
                  </a:lnTo>
                  <a:lnTo>
                    <a:pt x="85252" y="36739"/>
                  </a:lnTo>
                  <a:cubicBezTo>
                    <a:pt x="85451" y="36167"/>
                    <a:pt x="85626" y="35545"/>
                    <a:pt x="85800" y="34922"/>
                  </a:cubicBezTo>
                  <a:cubicBezTo>
                    <a:pt x="86213" y="34896"/>
                    <a:pt x="86634" y="34883"/>
                    <a:pt x="87061" y="34883"/>
                  </a:cubicBezTo>
                  <a:close/>
                  <a:moveTo>
                    <a:pt x="85576" y="34922"/>
                  </a:moveTo>
                  <a:cubicBezTo>
                    <a:pt x="85426" y="35545"/>
                    <a:pt x="85227" y="36192"/>
                    <a:pt x="85003" y="36789"/>
                  </a:cubicBezTo>
                  <a:cubicBezTo>
                    <a:pt x="84986" y="36789"/>
                    <a:pt x="84968" y="36789"/>
                    <a:pt x="84959" y="36798"/>
                  </a:cubicBezTo>
                  <a:lnTo>
                    <a:pt x="84959" y="36798"/>
                  </a:lnTo>
                  <a:cubicBezTo>
                    <a:pt x="85181" y="36181"/>
                    <a:pt x="85353" y="35564"/>
                    <a:pt x="85501" y="34922"/>
                  </a:cubicBezTo>
                  <a:close/>
                  <a:moveTo>
                    <a:pt x="96542" y="35920"/>
                  </a:moveTo>
                  <a:lnTo>
                    <a:pt x="96542" y="35920"/>
                  </a:lnTo>
                  <a:cubicBezTo>
                    <a:pt x="96689" y="35943"/>
                    <a:pt x="96881" y="35944"/>
                    <a:pt x="97026" y="35968"/>
                  </a:cubicBezTo>
                  <a:cubicBezTo>
                    <a:pt x="97125" y="35968"/>
                    <a:pt x="97200" y="35993"/>
                    <a:pt x="97300" y="35993"/>
                  </a:cubicBezTo>
                  <a:cubicBezTo>
                    <a:pt x="98270" y="36217"/>
                    <a:pt x="99191" y="36441"/>
                    <a:pt x="100062" y="36789"/>
                  </a:cubicBezTo>
                  <a:cubicBezTo>
                    <a:pt x="100054" y="36797"/>
                    <a:pt x="100049" y="36800"/>
                    <a:pt x="100046" y="36800"/>
                  </a:cubicBezTo>
                  <a:cubicBezTo>
                    <a:pt x="100040" y="36800"/>
                    <a:pt x="100046" y="36789"/>
                    <a:pt x="100062" y="36789"/>
                  </a:cubicBezTo>
                  <a:cubicBezTo>
                    <a:pt x="99689" y="36690"/>
                    <a:pt x="99390" y="36565"/>
                    <a:pt x="99017" y="36466"/>
                  </a:cubicBezTo>
                  <a:cubicBezTo>
                    <a:pt x="98942" y="36441"/>
                    <a:pt x="98868" y="36441"/>
                    <a:pt x="98793" y="36416"/>
                  </a:cubicBezTo>
                  <a:cubicBezTo>
                    <a:pt x="98445" y="36316"/>
                    <a:pt x="98121" y="36242"/>
                    <a:pt x="97772" y="36167"/>
                  </a:cubicBezTo>
                  <a:cubicBezTo>
                    <a:pt x="97648" y="36117"/>
                    <a:pt x="97548" y="36117"/>
                    <a:pt x="97424" y="36092"/>
                  </a:cubicBezTo>
                  <a:cubicBezTo>
                    <a:pt x="97374" y="36092"/>
                    <a:pt x="97324" y="36067"/>
                    <a:pt x="97275" y="36067"/>
                  </a:cubicBezTo>
                  <a:cubicBezTo>
                    <a:pt x="97200" y="36067"/>
                    <a:pt x="97175" y="36042"/>
                    <a:pt x="97125" y="36042"/>
                  </a:cubicBezTo>
                  <a:cubicBezTo>
                    <a:pt x="97051" y="36042"/>
                    <a:pt x="97026" y="36042"/>
                    <a:pt x="96951" y="35993"/>
                  </a:cubicBezTo>
                  <a:cubicBezTo>
                    <a:pt x="96901" y="35993"/>
                    <a:pt x="96827" y="35968"/>
                    <a:pt x="96777" y="35968"/>
                  </a:cubicBezTo>
                  <a:cubicBezTo>
                    <a:pt x="96752" y="35968"/>
                    <a:pt x="96677" y="35943"/>
                    <a:pt x="96652" y="35943"/>
                  </a:cubicBezTo>
                  <a:lnTo>
                    <a:pt x="96627" y="35943"/>
                  </a:lnTo>
                  <a:cubicBezTo>
                    <a:pt x="96587" y="35943"/>
                    <a:pt x="96563" y="35926"/>
                    <a:pt x="96542" y="35920"/>
                  </a:cubicBezTo>
                  <a:close/>
                  <a:moveTo>
                    <a:pt x="90380" y="35943"/>
                  </a:moveTo>
                  <a:lnTo>
                    <a:pt x="90380" y="35968"/>
                  </a:lnTo>
                  <a:lnTo>
                    <a:pt x="90380" y="35993"/>
                  </a:lnTo>
                  <a:cubicBezTo>
                    <a:pt x="90106" y="36042"/>
                    <a:pt x="89857" y="36067"/>
                    <a:pt x="89608" y="36092"/>
                  </a:cubicBezTo>
                  <a:cubicBezTo>
                    <a:pt x="89534" y="36092"/>
                    <a:pt x="89434" y="36117"/>
                    <a:pt x="89359" y="36117"/>
                  </a:cubicBezTo>
                  <a:cubicBezTo>
                    <a:pt x="88662" y="36217"/>
                    <a:pt x="87940" y="36341"/>
                    <a:pt x="87219" y="36490"/>
                  </a:cubicBezTo>
                  <a:cubicBezTo>
                    <a:pt x="86870" y="36565"/>
                    <a:pt x="86547" y="36665"/>
                    <a:pt x="86198" y="36739"/>
                  </a:cubicBezTo>
                  <a:cubicBezTo>
                    <a:pt x="85850" y="36839"/>
                    <a:pt x="85501" y="36938"/>
                    <a:pt x="85178" y="36988"/>
                  </a:cubicBezTo>
                  <a:lnTo>
                    <a:pt x="85178" y="36963"/>
                  </a:lnTo>
                  <a:lnTo>
                    <a:pt x="85178" y="36938"/>
                  </a:lnTo>
                  <a:cubicBezTo>
                    <a:pt x="86596" y="36565"/>
                    <a:pt x="87965" y="36242"/>
                    <a:pt x="89334" y="36067"/>
                  </a:cubicBezTo>
                  <a:cubicBezTo>
                    <a:pt x="89434" y="36067"/>
                    <a:pt x="89534" y="36042"/>
                    <a:pt x="89608" y="36042"/>
                  </a:cubicBezTo>
                  <a:cubicBezTo>
                    <a:pt x="89857" y="35993"/>
                    <a:pt x="90131" y="35968"/>
                    <a:pt x="90380" y="35943"/>
                  </a:cubicBezTo>
                  <a:close/>
                  <a:moveTo>
                    <a:pt x="98121" y="36466"/>
                  </a:moveTo>
                  <a:lnTo>
                    <a:pt x="98121" y="36466"/>
                  </a:lnTo>
                  <a:cubicBezTo>
                    <a:pt x="98295" y="36490"/>
                    <a:pt x="98494" y="36515"/>
                    <a:pt x="98669" y="36590"/>
                  </a:cubicBezTo>
                  <a:cubicBezTo>
                    <a:pt x="98917" y="36665"/>
                    <a:pt x="99141" y="36739"/>
                    <a:pt x="99390" y="36814"/>
                  </a:cubicBezTo>
                  <a:cubicBezTo>
                    <a:pt x="99565" y="36864"/>
                    <a:pt x="99764" y="36914"/>
                    <a:pt x="99913" y="36963"/>
                  </a:cubicBezTo>
                  <a:cubicBezTo>
                    <a:pt x="99888" y="37038"/>
                    <a:pt x="99814" y="37063"/>
                    <a:pt x="99789" y="37113"/>
                  </a:cubicBezTo>
                  <a:lnTo>
                    <a:pt x="98121" y="36466"/>
                  </a:lnTo>
                  <a:close/>
                  <a:moveTo>
                    <a:pt x="102925" y="33304"/>
                  </a:moveTo>
                  <a:lnTo>
                    <a:pt x="102925" y="33304"/>
                  </a:lnTo>
                  <a:cubicBezTo>
                    <a:pt x="102552" y="34599"/>
                    <a:pt x="102153" y="35918"/>
                    <a:pt x="101730" y="37187"/>
                  </a:cubicBezTo>
                  <a:cubicBezTo>
                    <a:pt x="101631" y="37163"/>
                    <a:pt x="101531" y="37088"/>
                    <a:pt x="101431" y="37038"/>
                  </a:cubicBezTo>
                  <a:cubicBezTo>
                    <a:pt x="101307" y="36963"/>
                    <a:pt x="101183" y="36938"/>
                    <a:pt x="101033" y="36864"/>
                  </a:cubicBezTo>
                  <a:cubicBezTo>
                    <a:pt x="100909" y="36814"/>
                    <a:pt x="100784" y="36789"/>
                    <a:pt x="100660" y="36714"/>
                  </a:cubicBezTo>
                  <a:cubicBezTo>
                    <a:pt x="101506" y="35619"/>
                    <a:pt x="102278" y="34474"/>
                    <a:pt x="102925" y="33304"/>
                  </a:cubicBezTo>
                  <a:close/>
                  <a:moveTo>
                    <a:pt x="100162" y="37038"/>
                  </a:moveTo>
                  <a:cubicBezTo>
                    <a:pt x="100137" y="37088"/>
                    <a:pt x="100062" y="37138"/>
                    <a:pt x="100038" y="37212"/>
                  </a:cubicBezTo>
                  <a:cubicBezTo>
                    <a:pt x="100013" y="37212"/>
                    <a:pt x="100013" y="37187"/>
                    <a:pt x="99988" y="37187"/>
                  </a:cubicBezTo>
                  <a:cubicBezTo>
                    <a:pt x="100013" y="37113"/>
                    <a:pt x="100062" y="37088"/>
                    <a:pt x="100112" y="37038"/>
                  </a:cubicBezTo>
                  <a:close/>
                  <a:moveTo>
                    <a:pt x="96478" y="36167"/>
                  </a:moveTo>
                  <a:lnTo>
                    <a:pt x="96478" y="36167"/>
                  </a:lnTo>
                  <a:cubicBezTo>
                    <a:pt x="96578" y="36192"/>
                    <a:pt x="96677" y="36217"/>
                    <a:pt x="96777" y="36217"/>
                  </a:cubicBezTo>
                  <a:cubicBezTo>
                    <a:pt x="97748" y="36515"/>
                    <a:pt x="98693" y="36864"/>
                    <a:pt x="99664" y="37237"/>
                  </a:cubicBezTo>
                  <a:lnTo>
                    <a:pt x="99639" y="37287"/>
                  </a:lnTo>
                  <a:cubicBezTo>
                    <a:pt x="98619" y="36839"/>
                    <a:pt x="97548" y="36466"/>
                    <a:pt x="96478" y="36167"/>
                  </a:cubicBezTo>
                  <a:close/>
                  <a:moveTo>
                    <a:pt x="103423" y="32334"/>
                  </a:moveTo>
                  <a:cubicBezTo>
                    <a:pt x="103024" y="33976"/>
                    <a:pt x="102502" y="35619"/>
                    <a:pt x="101929" y="37312"/>
                  </a:cubicBezTo>
                  <a:cubicBezTo>
                    <a:pt x="101904" y="37312"/>
                    <a:pt x="101904" y="37287"/>
                    <a:pt x="101880" y="37287"/>
                  </a:cubicBezTo>
                  <a:cubicBezTo>
                    <a:pt x="102427" y="35694"/>
                    <a:pt x="102900" y="34126"/>
                    <a:pt x="103298" y="32583"/>
                  </a:cubicBezTo>
                  <a:cubicBezTo>
                    <a:pt x="103348" y="32483"/>
                    <a:pt x="103398" y="32433"/>
                    <a:pt x="103423" y="32334"/>
                  </a:cubicBezTo>
                  <a:close/>
                  <a:moveTo>
                    <a:pt x="113479" y="21631"/>
                  </a:moveTo>
                  <a:lnTo>
                    <a:pt x="113479" y="21631"/>
                  </a:lnTo>
                  <a:cubicBezTo>
                    <a:pt x="115072" y="23622"/>
                    <a:pt x="116217" y="26011"/>
                    <a:pt x="116939" y="28724"/>
                  </a:cubicBezTo>
                  <a:cubicBezTo>
                    <a:pt x="116939" y="29148"/>
                    <a:pt x="116964" y="29596"/>
                    <a:pt x="116988" y="30019"/>
                  </a:cubicBezTo>
                  <a:lnTo>
                    <a:pt x="116988" y="30218"/>
                  </a:lnTo>
                  <a:cubicBezTo>
                    <a:pt x="117038" y="30591"/>
                    <a:pt x="116988" y="30965"/>
                    <a:pt x="116988" y="31338"/>
                  </a:cubicBezTo>
                  <a:lnTo>
                    <a:pt x="116988" y="31662"/>
                  </a:lnTo>
                  <a:lnTo>
                    <a:pt x="116988" y="31786"/>
                  </a:lnTo>
                  <a:cubicBezTo>
                    <a:pt x="116988" y="31886"/>
                    <a:pt x="116988" y="32010"/>
                    <a:pt x="116964" y="32110"/>
                  </a:cubicBezTo>
                  <a:cubicBezTo>
                    <a:pt x="116964" y="32234"/>
                    <a:pt x="116939" y="32383"/>
                    <a:pt x="116939" y="32508"/>
                  </a:cubicBezTo>
                  <a:cubicBezTo>
                    <a:pt x="116889" y="32707"/>
                    <a:pt x="116889" y="32906"/>
                    <a:pt x="116864" y="33105"/>
                  </a:cubicBezTo>
                  <a:cubicBezTo>
                    <a:pt x="116864" y="33130"/>
                    <a:pt x="116864" y="33180"/>
                    <a:pt x="116839" y="33205"/>
                  </a:cubicBezTo>
                  <a:cubicBezTo>
                    <a:pt x="116839" y="33230"/>
                    <a:pt x="116839" y="33255"/>
                    <a:pt x="116814" y="33329"/>
                  </a:cubicBezTo>
                  <a:cubicBezTo>
                    <a:pt x="116764" y="33603"/>
                    <a:pt x="116715" y="33877"/>
                    <a:pt x="116640" y="34176"/>
                  </a:cubicBezTo>
                  <a:cubicBezTo>
                    <a:pt x="116615" y="34225"/>
                    <a:pt x="116615" y="34325"/>
                    <a:pt x="116615" y="34375"/>
                  </a:cubicBezTo>
                  <a:cubicBezTo>
                    <a:pt x="116366" y="35370"/>
                    <a:pt x="116067" y="36416"/>
                    <a:pt x="115619" y="37362"/>
                  </a:cubicBezTo>
                  <a:cubicBezTo>
                    <a:pt x="115122" y="35719"/>
                    <a:pt x="114474" y="34225"/>
                    <a:pt x="113628" y="32881"/>
                  </a:cubicBezTo>
                  <a:cubicBezTo>
                    <a:pt x="113728" y="32234"/>
                    <a:pt x="113777" y="31612"/>
                    <a:pt x="113852" y="30990"/>
                  </a:cubicBezTo>
                  <a:cubicBezTo>
                    <a:pt x="113852" y="30865"/>
                    <a:pt x="113877" y="30741"/>
                    <a:pt x="113877" y="30616"/>
                  </a:cubicBezTo>
                  <a:cubicBezTo>
                    <a:pt x="113952" y="29969"/>
                    <a:pt x="113977" y="29347"/>
                    <a:pt x="114001" y="28700"/>
                  </a:cubicBezTo>
                  <a:lnTo>
                    <a:pt x="114001" y="28202"/>
                  </a:lnTo>
                  <a:lnTo>
                    <a:pt x="114001" y="26708"/>
                  </a:lnTo>
                  <a:lnTo>
                    <a:pt x="114001" y="26210"/>
                  </a:lnTo>
                  <a:cubicBezTo>
                    <a:pt x="113977" y="25613"/>
                    <a:pt x="113952" y="25041"/>
                    <a:pt x="113877" y="24468"/>
                  </a:cubicBezTo>
                  <a:cubicBezTo>
                    <a:pt x="113852" y="24269"/>
                    <a:pt x="113852" y="24120"/>
                    <a:pt x="113827" y="23921"/>
                  </a:cubicBezTo>
                  <a:cubicBezTo>
                    <a:pt x="113753" y="23348"/>
                    <a:pt x="113653" y="22751"/>
                    <a:pt x="113578" y="22178"/>
                  </a:cubicBezTo>
                  <a:cubicBezTo>
                    <a:pt x="113578" y="22128"/>
                    <a:pt x="113529" y="22054"/>
                    <a:pt x="113529" y="22004"/>
                  </a:cubicBezTo>
                  <a:cubicBezTo>
                    <a:pt x="113504" y="21879"/>
                    <a:pt x="113479" y="21755"/>
                    <a:pt x="113479" y="21631"/>
                  </a:cubicBezTo>
                  <a:close/>
                  <a:moveTo>
                    <a:pt x="65156" y="30581"/>
                  </a:moveTo>
                  <a:cubicBezTo>
                    <a:pt x="66537" y="30581"/>
                    <a:pt x="67809" y="30781"/>
                    <a:pt x="68949" y="31189"/>
                  </a:cubicBezTo>
                  <a:cubicBezTo>
                    <a:pt x="69148" y="32060"/>
                    <a:pt x="69397" y="32881"/>
                    <a:pt x="69695" y="33703"/>
                  </a:cubicBezTo>
                  <a:cubicBezTo>
                    <a:pt x="67704" y="34823"/>
                    <a:pt x="65762" y="36067"/>
                    <a:pt x="63796" y="37411"/>
                  </a:cubicBezTo>
                  <a:cubicBezTo>
                    <a:pt x="62452" y="35545"/>
                    <a:pt x="61307" y="33479"/>
                    <a:pt x="60361" y="31263"/>
                  </a:cubicBezTo>
                  <a:cubicBezTo>
                    <a:pt x="62063" y="30812"/>
                    <a:pt x="63672" y="30581"/>
                    <a:pt x="65156" y="30581"/>
                  </a:cubicBezTo>
                  <a:close/>
                  <a:moveTo>
                    <a:pt x="100510" y="36864"/>
                  </a:moveTo>
                  <a:cubicBezTo>
                    <a:pt x="100909" y="37063"/>
                    <a:pt x="101282" y="37212"/>
                    <a:pt x="101631" y="37411"/>
                  </a:cubicBezTo>
                  <a:cubicBezTo>
                    <a:pt x="101531" y="37362"/>
                    <a:pt x="101431" y="37337"/>
                    <a:pt x="101357" y="37287"/>
                  </a:cubicBezTo>
                  <a:cubicBezTo>
                    <a:pt x="101307" y="37237"/>
                    <a:pt x="101257" y="37237"/>
                    <a:pt x="101232" y="37212"/>
                  </a:cubicBezTo>
                  <a:cubicBezTo>
                    <a:pt x="101008" y="37113"/>
                    <a:pt x="100759" y="37038"/>
                    <a:pt x="100510" y="36938"/>
                  </a:cubicBezTo>
                  <a:lnTo>
                    <a:pt x="100510" y="36914"/>
                  </a:lnTo>
                  <a:lnTo>
                    <a:pt x="100510" y="36864"/>
                  </a:lnTo>
                  <a:close/>
                  <a:moveTo>
                    <a:pt x="99888" y="37343"/>
                  </a:moveTo>
                  <a:cubicBezTo>
                    <a:pt x="99894" y="37343"/>
                    <a:pt x="99901" y="37349"/>
                    <a:pt x="99913" y="37362"/>
                  </a:cubicBezTo>
                  <a:cubicBezTo>
                    <a:pt x="99913" y="37411"/>
                    <a:pt x="99888" y="37411"/>
                    <a:pt x="99888" y="37436"/>
                  </a:cubicBezTo>
                  <a:cubicBezTo>
                    <a:pt x="99863" y="37436"/>
                    <a:pt x="99863" y="37411"/>
                    <a:pt x="99814" y="37411"/>
                  </a:cubicBezTo>
                  <a:lnTo>
                    <a:pt x="99863" y="37362"/>
                  </a:lnTo>
                  <a:cubicBezTo>
                    <a:pt x="99876" y="37349"/>
                    <a:pt x="99882" y="37343"/>
                    <a:pt x="99888" y="37343"/>
                  </a:cubicBezTo>
                  <a:close/>
                  <a:moveTo>
                    <a:pt x="60187" y="31313"/>
                  </a:moveTo>
                  <a:cubicBezTo>
                    <a:pt x="61108" y="33553"/>
                    <a:pt x="62253" y="35619"/>
                    <a:pt x="63647" y="37486"/>
                  </a:cubicBezTo>
                  <a:lnTo>
                    <a:pt x="63572" y="37561"/>
                  </a:lnTo>
                  <a:cubicBezTo>
                    <a:pt x="62203" y="35694"/>
                    <a:pt x="61058" y="33578"/>
                    <a:pt x="60112" y="31338"/>
                  </a:cubicBezTo>
                  <a:cubicBezTo>
                    <a:pt x="60162" y="31338"/>
                    <a:pt x="60162" y="31338"/>
                    <a:pt x="60187" y="31313"/>
                  </a:cubicBezTo>
                  <a:close/>
                  <a:moveTo>
                    <a:pt x="101805" y="37461"/>
                  </a:moveTo>
                  <a:cubicBezTo>
                    <a:pt x="101855" y="37461"/>
                    <a:pt x="101855" y="37486"/>
                    <a:pt x="101880" y="37486"/>
                  </a:cubicBezTo>
                  <a:lnTo>
                    <a:pt x="101880" y="37536"/>
                  </a:lnTo>
                  <a:lnTo>
                    <a:pt x="101880" y="37561"/>
                  </a:lnTo>
                  <a:cubicBezTo>
                    <a:pt x="101805" y="37536"/>
                    <a:pt x="101805" y="37536"/>
                    <a:pt x="101780" y="37536"/>
                  </a:cubicBezTo>
                  <a:cubicBezTo>
                    <a:pt x="101780" y="37486"/>
                    <a:pt x="101805" y="37461"/>
                    <a:pt x="101805" y="37461"/>
                  </a:cubicBezTo>
                  <a:close/>
                  <a:moveTo>
                    <a:pt x="69745" y="33852"/>
                  </a:moveTo>
                  <a:cubicBezTo>
                    <a:pt x="69745" y="33877"/>
                    <a:pt x="69770" y="33877"/>
                    <a:pt x="69770" y="33927"/>
                  </a:cubicBezTo>
                  <a:cubicBezTo>
                    <a:pt x="67828" y="35072"/>
                    <a:pt x="65862" y="36291"/>
                    <a:pt x="63921" y="37611"/>
                  </a:cubicBezTo>
                  <a:cubicBezTo>
                    <a:pt x="63921" y="37586"/>
                    <a:pt x="63896" y="37586"/>
                    <a:pt x="63896" y="37561"/>
                  </a:cubicBezTo>
                  <a:cubicBezTo>
                    <a:pt x="65837" y="36217"/>
                    <a:pt x="67804" y="34997"/>
                    <a:pt x="69745" y="33852"/>
                  </a:cubicBezTo>
                  <a:close/>
                  <a:moveTo>
                    <a:pt x="113553" y="33180"/>
                  </a:moveTo>
                  <a:cubicBezTo>
                    <a:pt x="114350" y="34499"/>
                    <a:pt x="114997" y="35993"/>
                    <a:pt x="115470" y="37660"/>
                  </a:cubicBezTo>
                  <a:cubicBezTo>
                    <a:pt x="115470" y="37685"/>
                    <a:pt x="115445" y="37710"/>
                    <a:pt x="115445" y="37735"/>
                  </a:cubicBezTo>
                  <a:cubicBezTo>
                    <a:pt x="114997" y="36092"/>
                    <a:pt x="114350" y="34599"/>
                    <a:pt x="113553" y="33255"/>
                  </a:cubicBezTo>
                  <a:lnTo>
                    <a:pt x="113553" y="33180"/>
                  </a:lnTo>
                  <a:close/>
                  <a:moveTo>
                    <a:pt x="63746" y="37685"/>
                  </a:moveTo>
                  <a:cubicBezTo>
                    <a:pt x="63746" y="37710"/>
                    <a:pt x="63796" y="37710"/>
                    <a:pt x="63796" y="37735"/>
                  </a:cubicBezTo>
                  <a:cubicBezTo>
                    <a:pt x="63746" y="37735"/>
                    <a:pt x="63746" y="37760"/>
                    <a:pt x="63721" y="37760"/>
                  </a:cubicBezTo>
                  <a:cubicBezTo>
                    <a:pt x="63697" y="37735"/>
                    <a:pt x="63697" y="37710"/>
                    <a:pt x="63697" y="37710"/>
                  </a:cubicBezTo>
                  <a:cubicBezTo>
                    <a:pt x="63721" y="37710"/>
                    <a:pt x="63721" y="37685"/>
                    <a:pt x="63746" y="37685"/>
                  </a:cubicBezTo>
                  <a:close/>
                  <a:moveTo>
                    <a:pt x="116152" y="36779"/>
                  </a:moveTo>
                  <a:cubicBezTo>
                    <a:pt x="116024" y="37110"/>
                    <a:pt x="115888" y="37437"/>
                    <a:pt x="115744" y="37760"/>
                  </a:cubicBezTo>
                  <a:cubicBezTo>
                    <a:pt x="115744" y="37735"/>
                    <a:pt x="115744" y="37710"/>
                    <a:pt x="115719" y="37710"/>
                  </a:cubicBezTo>
                  <a:cubicBezTo>
                    <a:pt x="115719" y="37710"/>
                    <a:pt x="115719" y="37685"/>
                    <a:pt x="115744" y="37685"/>
                  </a:cubicBezTo>
                  <a:cubicBezTo>
                    <a:pt x="115794" y="37660"/>
                    <a:pt x="115794" y="37586"/>
                    <a:pt x="115819" y="37561"/>
                  </a:cubicBezTo>
                  <a:cubicBezTo>
                    <a:pt x="115918" y="37312"/>
                    <a:pt x="116043" y="37063"/>
                    <a:pt x="116117" y="36814"/>
                  </a:cubicBezTo>
                  <a:cubicBezTo>
                    <a:pt x="116133" y="36806"/>
                    <a:pt x="116143" y="36794"/>
                    <a:pt x="116152" y="36779"/>
                  </a:cubicBezTo>
                  <a:close/>
                  <a:moveTo>
                    <a:pt x="100311" y="37113"/>
                  </a:moveTo>
                  <a:cubicBezTo>
                    <a:pt x="100510" y="37187"/>
                    <a:pt x="100660" y="37237"/>
                    <a:pt x="100809" y="37312"/>
                  </a:cubicBezTo>
                  <a:cubicBezTo>
                    <a:pt x="101058" y="37411"/>
                    <a:pt x="101307" y="37486"/>
                    <a:pt x="101531" y="37611"/>
                  </a:cubicBezTo>
                  <a:cubicBezTo>
                    <a:pt x="101506" y="37685"/>
                    <a:pt x="101481" y="37760"/>
                    <a:pt x="101431" y="37835"/>
                  </a:cubicBezTo>
                  <a:cubicBezTo>
                    <a:pt x="101033" y="37635"/>
                    <a:pt x="100610" y="37461"/>
                    <a:pt x="100187" y="37262"/>
                  </a:cubicBezTo>
                  <a:cubicBezTo>
                    <a:pt x="100237" y="37212"/>
                    <a:pt x="100286" y="37187"/>
                    <a:pt x="100311" y="37113"/>
                  </a:cubicBezTo>
                  <a:close/>
                  <a:moveTo>
                    <a:pt x="72408" y="33678"/>
                  </a:moveTo>
                  <a:lnTo>
                    <a:pt x="72408" y="33678"/>
                  </a:lnTo>
                  <a:cubicBezTo>
                    <a:pt x="73031" y="34474"/>
                    <a:pt x="73504" y="35420"/>
                    <a:pt x="73777" y="36466"/>
                  </a:cubicBezTo>
                  <a:lnTo>
                    <a:pt x="73777" y="36490"/>
                  </a:lnTo>
                  <a:cubicBezTo>
                    <a:pt x="73777" y="36515"/>
                    <a:pt x="73777" y="36565"/>
                    <a:pt x="73802" y="36590"/>
                  </a:cubicBezTo>
                  <a:lnTo>
                    <a:pt x="73802" y="36690"/>
                  </a:lnTo>
                  <a:cubicBezTo>
                    <a:pt x="73852" y="36864"/>
                    <a:pt x="73877" y="37038"/>
                    <a:pt x="73902" y="37212"/>
                  </a:cubicBezTo>
                  <a:cubicBezTo>
                    <a:pt x="73902" y="37287"/>
                    <a:pt x="73927" y="37337"/>
                    <a:pt x="73927" y="37411"/>
                  </a:cubicBezTo>
                  <a:lnTo>
                    <a:pt x="73927" y="37486"/>
                  </a:lnTo>
                  <a:cubicBezTo>
                    <a:pt x="73927" y="37561"/>
                    <a:pt x="73977" y="37586"/>
                    <a:pt x="73977" y="37660"/>
                  </a:cubicBezTo>
                  <a:cubicBezTo>
                    <a:pt x="73977" y="37710"/>
                    <a:pt x="73977" y="37810"/>
                    <a:pt x="73927" y="37859"/>
                  </a:cubicBezTo>
                  <a:cubicBezTo>
                    <a:pt x="73753" y="37536"/>
                    <a:pt x="73603" y="37187"/>
                    <a:pt x="73429" y="36814"/>
                  </a:cubicBezTo>
                  <a:cubicBezTo>
                    <a:pt x="73404" y="36714"/>
                    <a:pt x="73354" y="36615"/>
                    <a:pt x="73304" y="36490"/>
                  </a:cubicBezTo>
                  <a:cubicBezTo>
                    <a:pt x="73155" y="36117"/>
                    <a:pt x="73031" y="35794"/>
                    <a:pt x="72906" y="35420"/>
                  </a:cubicBezTo>
                  <a:cubicBezTo>
                    <a:pt x="72856" y="35246"/>
                    <a:pt x="72807" y="35097"/>
                    <a:pt x="72757" y="34947"/>
                  </a:cubicBezTo>
                  <a:cubicBezTo>
                    <a:pt x="72657" y="34624"/>
                    <a:pt x="72558" y="34325"/>
                    <a:pt x="72508" y="34001"/>
                  </a:cubicBezTo>
                  <a:cubicBezTo>
                    <a:pt x="72483" y="33877"/>
                    <a:pt x="72433" y="33802"/>
                    <a:pt x="72408" y="33678"/>
                  </a:cubicBezTo>
                  <a:close/>
                  <a:moveTo>
                    <a:pt x="101730" y="37710"/>
                  </a:moveTo>
                  <a:cubicBezTo>
                    <a:pt x="101755" y="37710"/>
                    <a:pt x="101755" y="37735"/>
                    <a:pt x="101780" y="37735"/>
                  </a:cubicBezTo>
                  <a:cubicBezTo>
                    <a:pt x="101755" y="37810"/>
                    <a:pt x="101730" y="37909"/>
                    <a:pt x="101730" y="37959"/>
                  </a:cubicBezTo>
                  <a:cubicBezTo>
                    <a:pt x="101680" y="37959"/>
                    <a:pt x="101680" y="37934"/>
                    <a:pt x="101655" y="37934"/>
                  </a:cubicBezTo>
                  <a:cubicBezTo>
                    <a:pt x="101655" y="37859"/>
                    <a:pt x="101680" y="37760"/>
                    <a:pt x="101730" y="37710"/>
                  </a:cubicBezTo>
                  <a:close/>
                  <a:moveTo>
                    <a:pt x="75769" y="31039"/>
                  </a:moveTo>
                  <a:lnTo>
                    <a:pt x="75769" y="31039"/>
                  </a:lnTo>
                  <a:cubicBezTo>
                    <a:pt x="75744" y="33205"/>
                    <a:pt x="75346" y="35569"/>
                    <a:pt x="74549" y="38059"/>
                  </a:cubicBezTo>
                  <a:cubicBezTo>
                    <a:pt x="74524" y="37909"/>
                    <a:pt x="74499" y="37710"/>
                    <a:pt x="74425" y="37561"/>
                  </a:cubicBezTo>
                  <a:lnTo>
                    <a:pt x="74425" y="37536"/>
                  </a:lnTo>
                  <a:lnTo>
                    <a:pt x="74425" y="37436"/>
                  </a:lnTo>
                  <a:cubicBezTo>
                    <a:pt x="74375" y="37113"/>
                    <a:pt x="74350" y="36839"/>
                    <a:pt x="74250" y="36565"/>
                  </a:cubicBezTo>
                  <a:lnTo>
                    <a:pt x="74250" y="36441"/>
                  </a:lnTo>
                  <a:lnTo>
                    <a:pt x="74151" y="35594"/>
                  </a:lnTo>
                  <a:cubicBezTo>
                    <a:pt x="74151" y="35470"/>
                    <a:pt x="74126" y="35345"/>
                    <a:pt x="74126" y="35221"/>
                  </a:cubicBezTo>
                  <a:lnTo>
                    <a:pt x="74126" y="35072"/>
                  </a:lnTo>
                  <a:lnTo>
                    <a:pt x="74126" y="34997"/>
                  </a:lnTo>
                  <a:lnTo>
                    <a:pt x="74126" y="34873"/>
                  </a:lnTo>
                  <a:lnTo>
                    <a:pt x="74126" y="33827"/>
                  </a:lnTo>
                  <a:lnTo>
                    <a:pt x="74126" y="33703"/>
                  </a:lnTo>
                  <a:lnTo>
                    <a:pt x="74126" y="33479"/>
                  </a:lnTo>
                  <a:cubicBezTo>
                    <a:pt x="74151" y="33105"/>
                    <a:pt x="74176" y="32732"/>
                    <a:pt x="74250" y="32359"/>
                  </a:cubicBezTo>
                  <a:cubicBezTo>
                    <a:pt x="74250" y="32259"/>
                    <a:pt x="74275" y="32159"/>
                    <a:pt x="74275" y="32110"/>
                  </a:cubicBezTo>
                  <a:cubicBezTo>
                    <a:pt x="74300" y="31985"/>
                    <a:pt x="74325" y="31861"/>
                    <a:pt x="74325" y="31736"/>
                  </a:cubicBezTo>
                  <a:cubicBezTo>
                    <a:pt x="74798" y="31487"/>
                    <a:pt x="75296" y="31263"/>
                    <a:pt x="75769" y="31039"/>
                  </a:cubicBezTo>
                  <a:close/>
                  <a:moveTo>
                    <a:pt x="100062" y="37436"/>
                  </a:moveTo>
                  <a:cubicBezTo>
                    <a:pt x="100535" y="37611"/>
                    <a:pt x="100983" y="37810"/>
                    <a:pt x="101407" y="38034"/>
                  </a:cubicBezTo>
                  <a:cubicBezTo>
                    <a:pt x="101407" y="38059"/>
                    <a:pt x="101407" y="38059"/>
                    <a:pt x="101382" y="38083"/>
                  </a:cubicBezTo>
                  <a:cubicBezTo>
                    <a:pt x="100934" y="37859"/>
                    <a:pt x="100486" y="37685"/>
                    <a:pt x="100038" y="37486"/>
                  </a:cubicBezTo>
                  <a:cubicBezTo>
                    <a:pt x="100038" y="37461"/>
                    <a:pt x="100062" y="37461"/>
                    <a:pt x="100062" y="37436"/>
                  </a:cubicBezTo>
                  <a:close/>
                  <a:moveTo>
                    <a:pt x="101556" y="38083"/>
                  </a:moveTo>
                  <a:cubicBezTo>
                    <a:pt x="101606" y="38083"/>
                    <a:pt x="101606" y="38108"/>
                    <a:pt x="101631" y="38108"/>
                  </a:cubicBezTo>
                  <a:cubicBezTo>
                    <a:pt x="101631" y="38133"/>
                    <a:pt x="101631" y="38133"/>
                    <a:pt x="101606" y="38183"/>
                  </a:cubicBezTo>
                  <a:cubicBezTo>
                    <a:pt x="101567" y="38183"/>
                    <a:pt x="101558" y="38153"/>
                    <a:pt x="101545" y="38140"/>
                  </a:cubicBezTo>
                  <a:lnTo>
                    <a:pt x="101545" y="38140"/>
                  </a:lnTo>
                  <a:cubicBezTo>
                    <a:pt x="101556" y="38136"/>
                    <a:pt x="101556" y="38102"/>
                    <a:pt x="101556" y="38083"/>
                  </a:cubicBezTo>
                  <a:close/>
                  <a:moveTo>
                    <a:pt x="59938" y="31363"/>
                  </a:moveTo>
                  <a:cubicBezTo>
                    <a:pt x="60859" y="33628"/>
                    <a:pt x="62054" y="35744"/>
                    <a:pt x="63423" y="37660"/>
                  </a:cubicBezTo>
                  <a:cubicBezTo>
                    <a:pt x="63049" y="37909"/>
                    <a:pt x="62701" y="38158"/>
                    <a:pt x="62328" y="38407"/>
                  </a:cubicBezTo>
                  <a:cubicBezTo>
                    <a:pt x="61183" y="36291"/>
                    <a:pt x="59838" y="34076"/>
                    <a:pt x="58345" y="31861"/>
                  </a:cubicBezTo>
                  <a:cubicBezTo>
                    <a:pt x="58868" y="31687"/>
                    <a:pt x="59390" y="31487"/>
                    <a:pt x="59938" y="31363"/>
                  </a:cubicBezTo>
                  <a:close/>
                  <a:moveTo>
                    <a:pt x="76018" y="30865"/>
                  </a:moveTo>
                  <a:cubicBezTo>
                    <a:pt x="76018" y="33230"/>
                    <a:pt x="75545" y="35794"/>
                    <a:pt x="74674" y="38457"/>
                  </a:cubicBezTo>
                  <a:cubicBezTo>
                    <a:pt x="74674" y="38432"/>
                    <a:pt x="74649" y="38407"/>
                    <a:pt x="74649" y="38357"/>
                  </a:cubicBezTo>
                  <a:cubicBezTo>
                    <a:pt x="75495" y="35744"/>
                    <a:pt x="75943" y="33230"/>
                    <a:pt x="75943" y="30890"/>
                  </a:cubicBezTo>
                  <a:cubicBezTo>
                    <a:pt x="75968" y="30890"/>
                    <a:pt x="75993" y="30890"/>
                    <a:pt x="76018" y="30865"/>
                  </a:cubicBezTo>
                  <a:close/>
                  <a:moveTo>
                    <a:pt x="85302" y="34922"/>
                  </a:moveTo>
                  <a:lnTo>
                    <a:pt x="85302" y="34922"/>
                  </a:lnTo>
                  <a:cubicBezTo>
                    <a:pt x="85128" y="35569"/>
                    <a:pt x="84954" y="36242"/>
                    <a:pt x="84705" y="36864"/>
                  </a:cubicBezTo>
                  <a:cubicBezTo>
                    <a:pt x="84555" y="36914"/>
                    <a:pt x="84381" y="36963"/>
                    <a:pt x="84257" y="36988"/>
                  </a:cubicBezTo>
                  <a:cubicBezTo>
                    <a:pt x="84107" y="37038"/>
                    <a:pt x="83958" y="37088"/>
                    <a:pt x="83809" y="37113"/>
                  </a:cubicBezTo>
                  <a:cubicBezTo>
                    <a:pt x="83385" y="37237"/>
                    <a:pt x="82987" y="37362"/>
                    <a:pt x="82564" y="37536"/>
                  </a:cubicBezTo>
                  <a:cubicBezTo>
                    <a:pt x="82365" y="37586"/>
                    <a:pt x="82216" y="37611"/>
                    <a:pt x="82066" y="37685"/>
                  </a:cubicBezTo>
                  <a:cubicBezTo>
                    <a:pt x="81718" y="37810"/>
                    <a:pt x="81394" y="37934"/>
                    <a:pt x="81071" y="38059"/>
                  </a:cubicBezTo>
                  <a:cubicBezTo>
                    <a:pt x="80996" y="38083"/>
                    <a:pt x="80946" y="38108"/>
                    <a:pt x="80871" y="38108"/>
                  </a:cubicBezTo>
                  <a:cubicBezTo>
                    <a:pt x="80697" y="38183"/>
                    <a:pt x="80498" y="38233"/>
                    <a:pt x="80324" y="38332"/>
                  </a:cubicBezTo>
                  <a:cubicBezTo>
                    <a:pt x="80150" y="38382"/>
                    <a:pt x="80000" y="38457"/>
                    <a:pt x="79876" y="38532"/>
                  </a:cubicBezTo>
                  <a:cubicBezTo>
                    <a:pt x="80324" y="37536"/>
                    <a:pt x="80722" y="36565"/>
                    <a:pt x="81071" y="35569"/>
                  </a:cubicBezTo>
                  <a:cubicBezTo>
                    <a:pt x="82365" y="35221"/>
                    <a:pt x="83809" y="34997"/>
                    <a:pt x="85302" y="34922"/>
                  </a:cubicBezTo>
                  <a:close/>
                  <a:moveTo>
                    <a:pt x="17524" y="36490"/>
                  </a:moveTo>
                  <a:lnTo>
                    <a:pt x="17524" y="36540"/>
                  </a:lnTo>
                  <a:lnTo>
                    <a:pt x="17524" y="36565"/>
                  </a:lnTo>
                  <a:lnTo>
                    <a:pt x="17524" y="36590"/>
                  </a:lnTo>
                  <a:cubicBezTo>
                    <a:pt x="17399" y="36739"/>
                    <a:pt x="17250" y="36938"/>
                    <a:pt x="17125" y="37113"/>
                  </a:cubicBezTo>
                  <a:cubicBezTo>
                    <a:pt x="16805" y="37529"/>
                    <a:pt x="16417" y="38027"/>
                    <a:pt x="16019" y="38550"/>
                  </a:cubicBezTo>
                  <a:lnTo>
                    <a:pt x="16019" y="38550"/>
                  </a:lnTo>
                  <a:lnTo>
                    <a:pt x="16154" y="38357"/>
                  </a:lnTo>
                  <a:cubicBezTo>
                    <a:pt x="16379" y="38083"/>
                    <a:pt x="16553" y="37810"/>
                    <a:pt x="16777" y="37536"/>
                  </a:cubicBezTo>
                  <a:cubicBezTo>
                    <a:pt x="16802" y="37461"/>
                    <a:pt x="16851" y="37436"/>
                    <a:pt x="16876" y="37362"/>
                  </a:cubicBezTo>
                  <a:cubicBezTo>
                    <a:pt x="17100" y="37088"/>
                    <a:pt x="17299" y="36814"/>
                    <a:pt x="17524" y="36490"/>
                  </a:cubicBezTo>
                  <a:close/>
                  <a:moveTo>
                    <a:pt x="58196" y="31960"/>
                  </a:moveTo>
                  <a:cubicBezTo>
                    <a:pt x="59639" y="34176"/>
                    <a:pt x="61033" y="36416"/>
                    <a:pt x="62178" y="38532"/>
                  </a:cubicBezTo>
                  <a:lnTo>
                    <a:pt x="62128" y="38556"/>
                  </a:lnTo>
                  <a:cubicBezTo>
                    <a:pt x="60983" y="36441"/>
                    <a:pt x="59614" y="34200"/>
                    <a:pt x="58121" y="31985"/>
                  </a:cubicBezTo>
                  <a:cubicBezTo>
                    <a:pt x="58171" y="31985"/>
                    <a:pt x="58171" y="31985"/>
                    <a:pt x="58196" y="31960"/>
                  </a:cubicBezTo>
                  <a:close/>
                  <a:moveTo>
                    <a:pt x="82514" y="28227"/>
                  </a:moveTo>
                  <a:lnTo>
                    <a:pt x="82514" y="28227"/>
                  </a:lnTo>
                  <a:cubicBezTo>
                    <a:pt x="82166" y="30467"/>
                    <a:pt x="81519" y="32831"/>
                    <a:pt x="80647" y="35246"/>
                  </a:cubicBezTo>
                  <a:cubicBezTo>
                    <a:pt x="78208" y="35968"/>
                    <a:pt x="76192" y="37088"/>
                    <a:pt x="74848" y="38556"/>
                  </a:cubicBezTo>
                  <a:cubicBezTo>
                    <a:pt x="75744" y="35818"/>
                    <a:pt x="76217" y="33205"/>
                    <a:pt x="76167" y="30815"/>
                  </a:cubicBezTo>
                  <a:cubicBezTo>
                    <a:pt x="78308" y="29820"/>
                    <a:pt x="80448" y="28948"/>
                    <a:pt x="82514" y="28227"/>
                  </a:cubicBezTo>
                  <a:close/>
                  <a:moveTo>
                    <a:pt x="63497" y="37810"/>
                  </a:moveTo>
                  <a:lnTo>
                    <a:pt x="63572" y="37859"/>
                  </a:lnTo>
                  <a:cubicBezTo>
                    <a:pt x="63199" y="38108"/>
                    <a:pt x="62825" y="38357"/>
                    <a:pt x="62452" y="38656"/>
                  </a:cubicBezTo>
                  <a:cubicBezTo>
                    <a:pt x="62452" y="38606"/>
                    <a:pt x="62427" y="38606"/>
                    <a:pt x="62427" y="38581"/>
                  </a:cubicBezTo>
                  <a:cubicBezTo>
                    <a:pt x="62800" y="38332"/>
                    <a:pt x="63174" y="38059"/>
                    <a:pt x="63497" y="37810"/>
                  </a:cubicBezTo>
                  <a:close/>
                  <a:moveTo>
                    <a:pt x="80747" y="35694"/>
                  </a:moveTo>
                  <a:cubicBezTo>
                    <a:pt x="80398" y="36615"/>
                    <a:pt x="80000" y="37611"/>
                    <a:pt x="79552" y="38656"/>
                  </a:cubicBezTo>
                  <a:cubicBezTo>
                    <a:pt x="79527" y="38656"/>
                    <a:pt x="79527" y="38656"/>
                    <a:pt x="79502" y="38681"/>
                  </a:cubicBezTo>
                  <a:cubicBezTo>
                    <a:pt x="79926" y="37635"/>
                    <a:pt x="80349" y="36665"/>
                    <a:pt x="80722" y="35694"/>
                  </a:cubicBezTo>
                  <a:close/>
                  <a:moveTo>
                    <a:pt x="84680" y="37063"/>
                  </a:moveTo>
                  <a:lnTo>
                    <a:pt x="84630" y="37113"/>
                  </a:lnTo>
                  <a:cubicBezTo>
                    <a:pt x="84356" y="37212"/>
                    <a:pt x="84082" y="37337"/>
                    <a:pt x="83809" y="37411"/>
                  </a:cubicBezTo>
                  <a:cubicBezTo>
                    <a:pt x="83585" y="37461"/>
                    <a:pt x="83336" y="37561"/>
                    <a:pt x="83112" y="37611"/>
                  </a:cubicBezTo>
                  <a:cubicBezTo>
                    <a:pt x="82464" y="37835"/>
                    <a:pt x="81817" y="38059"/>
                    <a:pt x="81120" y="38308"/>
                  </a:cubicBezTo>
                  <a:lnTo>
                    <a:pt x="80847" y="38382"/>
                  </a:lnTo>
                  <a:cubicBezTo>
                    <a:pt x="80473" y="38532"/>
                    <a:pt x="80100" y="38681"/>
                    <a:pt x="79726" y="38805"/>
                  </a:cubicBezTo>
                  <a:lnTo>
                    <a:pt x="79726" y="38780"/>
                  </a:lnTo>
                  <a:cubicBezTo>
                    <a:pt x="79726" y="38780"/>
                    <a:pt x="79726" y="38731"/>
                    <a:pt x="79751" y="38731"/>
                  </a:cubicBezTo>
                  <a:cubicBezTo>
                    <a:pt x="81444" y="38059"/>
                    <a:pt x="83087" y="37486"/>
                    <a:pt x="84680" y="37063"/>
                  </a:cubicBezTo>
                  <a:close/>
                  <a:moveTo>
                    <a:pt x="19306" y="35769"/>
                  </a:moveTo>
                  <a:cubicBezTo>
                    <a:pt x="19770" y="35769"/>
                    <a:pt x="20349" y="35868"/>
                    <a:pt x="21033" y="36067"/>
                  </a:cubicBezTo>
                  <a:lnTo>
                    <a:pt x="18718" y="38855"/>
                  </a:lnTo>
                  <a:cubicBezTo>
                    <a:pt x="18046" y="37635"/>
                    <a:pt x="17847" y="36739"/>
                    <a:pt x="18121" y="36242"/>
                  </a:cubicBezTo>
                  <a:cubicBezTo>
                    <a:pt x="18171" y="36192"/>
                    <a:pt x="18220" y="36117"/>
                    <a:pt x="18270" y="36067"/>
                  </a:cubicBezTo>
                  <a:cubicBezTo>
                    <a:pt x="18494" y="35868"/>
                    <a:pt x="18843" y="35769"/>
                    <a:pt x="19306" y="35769"/>
                  </a:cubicBezTo>
                  <a:close/>
                  <a:moveTo>
                    <a:pt x="80598" y="35445"/>
                  </a:moveTo>
                  <a:cubicBezTo>
                    <a:pt x="80598" y="35470"/>
                    <a:pt x="80573" y="35495"/>
                    <a:pt x="80573" y="35495"/>
                  </a:cubicBezTo>
                  <a:cubicBezTo>
                    <a:pt x="78108" y="36217"/>
                    <a:pt x="76142" y="37411"/>
                    <a:pt x="74848" y="38905"/>
                  </a:cubicBezTo>
                  <a:cubicBezTo>
                    <a:pt x="74848" y="38855"/>
                    <a:pt x="74798" y="38855"/>
                    <a:pt x="74798" y="38830"/>
                  </a:cubicBezTo>
                  <a:cubicBezTo>
                    <a:pt x="76142" y="37312"/>
                    <a:pt x="78108" y="36167"/>
                    <a:pt x="80598" y="35445"/>
                  </a:cubicBezTo>
                  <a:close/>
                  <a:moveTo>
                    <a:pt x="79403" y="38930"/>
                  </a:moveTo>
                  <a:cubicBezTo>
                    <a:pt x="79403" y="38955"/>
                    <a:pt x="79403" y="38955"/>
                    <a:pt x="79378" y="38955"/>
                  </a:cubicBezTo>
                  <a:cubicBezTo>
                    <a:pt x="79378" y="38955"/>
                    <a:pt x="79353" y="38955"/>
                    <a:pt x="79353" y="38980"/>
                  </a:cubicBezTo>
                  <a:lnTo>
                    <a:pt x="79353" y="38955"/>
                  </a:lnTo>
                  <a:lnTo>
                    <a:pt x="79353" y="38930"/>
                  </a:lnTo>
                  <a:close/>
                  <a:moveTo>
                    <a:pt x="17847" y="36615"/>
                  </a:moveTo>
                  <a:lnTo>
                    <a:pt x="17847" y="36615"/>
                  </a:lnTo>
                  <a:cubicBezTo>
                    <a:pt x="17772" y="37212"/>
                    <a:pt x="18046" y="38034"/>
                    <a:pt x="18594" y="39054"/>
                  </a:cubicBezTo>
                  <a:lnTo>
                    <a:pt x="18519" y="39104"/>
                  </a:lnTo>
                  <a:cubicBezTo>
                    <a:pt x="17996" y="38158"/>
                    <a:pt x="17723" y="37337"/>
                    <a:pt x="17748" y="36714"/>
                  </a:cubicBezTo>
                  <a:lnTo>
                    <a:pt x="17847" y="36615"/>
                  </a:lnTo>
                  <a:close/>
                  <a:moveTo>
                    <a:pt x="21232" y="36117"/>
                  </a:moveTo>
                  <a:cubicBezTo>
                    <a:pt x="21257" y="36117"/>
                    <a:pt x="21257" y="36117"/>
                    <a:pt x="21282" y="36167"/>
                  </a:cubicBezTo>
                  <a:cubicBezTo>
                    <a:pt x="20461" y="37138"/>
                    <a:pt x="19639" y="38108"/>
                    <a:pt x="18818" y="39104"/>
                  </a:cubicBezTo>
                  <a:cubicBezTo>
                    <a:pt x="18818" y="39079"/>
                    <a:pt x="18793" y="39079"/>
                    <a:pt x="18793" y="39054"/>
                  </a:cubicBezTo>
                  <a:cubicBezTo>
                    <a:pt x="19614" y="38059"/>
                    <a:pt x="20411" y="37088"/>
                    <a:pt x="21232" y="36117"/>
                  </a:cubicBezTo>
                  <a:close/>
                  <a:moveTo>
                    <a:pt x="101904" y="37835"/>
                  </a:moveTo>
                  <a:cubicBezTo>
                    <a:pt x="102004" y="37859"/>
                    <a:pt x="102054" y="37934"/>
                    <a:pt x="102153" y="37959"/>
                  </a:cubicBezTo>
                  <a:lnTo>
                    <a:pt x="102800" y="38332"/>
                  </a:lnTo>
                  <a:lnTo>
                    <a:pt x="102850" y="38332"/>
                  </a:lnTo>
                  <a:cubicBezTo>
                    <a:pt x="103024" y="38457"/>
                    <a:pt x="103224" y="38581"/>
                    <a:pt x="103373" y="38706"/>
                  </a:cubicBezTo>
                  <a:cubicBezTo>
                    <a:pt x="103547" y="38830"/>
                    <a:pt x="103746" y="38955"/>
                    <a:pt x="103921" y="39104"/>
                  </a:cubicBezTo>
                  <a:cubicBezTo>
                    <a:pt x="103273" y="38731"/>
                    <a:pt x="102552" y="38357"/>
                    <a:pt x="101855" y="38034"/>
                  </a:cubicBezTo>
                  <a:cubicBezTo>
                    <a:pt x="101880" y="37959"/>
                    <a:pt x="101904" y="37909"/>
                    <a:pt x="101904" y="37835"/>
                  </a:cubicBezTo>
                  <a:close/>
                  <a:moveTo>
                    <a:pt x="18693" y="39204"/>
                  </a:moveTo>
                  <a:cubicBezTo>
                    <a:pt x="18693" y="39228"/>
                    <a:pt x="18743" y="39228"/>
                    <a:pt x="18743" y="39278"/>
                  </a:cubicBezTo>
                  <a:lnTo>
                    <a:pt x="18668" y="39328"/>
                  </a:lnTo>
                  <a:cubicBezTo>
                    <a:pt x="18644" y="39303"/>
                    <a:pt x="18644" y="39303"/>
                    <a:pt x="18644" y="39278"/>
                  </a:cubicBezTo>
                  <a:lnTo>
                    <a:pt x="18693" y="39204"/>
                  </a:lnTo>
                  <a:close/>
                  <a:moveTo>
                    <a:pt x="39428" y="20062"/>
                  </a:moveTo>
                  <a:cubicBezTo>
                    <a:pt x="39453" y="20237"/>
                    <a:pt x="39527" y="20411"/>
                    <a:pt x="39577" y="20560"/>
                  </a:cubicBezTo>
                  <a:cubicBezTo>
                    <a:pt x="39652" y="20734"/>
                    <a:pt x="39701" y="20934"/>
                    <a:pt x="39801" y="21183"/>
                  </a:cubicBezTo>
                  <a:cubicBezTo>
                    <a:pt x="39876" y="21382"/>
                    <a:pt x="39950" y="21606"/>
                    <a:pt x="40025" y="21780"/>
                  </a:cubicBezTo>
                  <a:cubicBezTo>
                    <a:pt x="40125" y="22054"/>
                    <a:pt x="40224" y="22352"/>
                    <a:pt x="40324" y="22626"/>
                  </a:cubicBezTo>
                  <a:cubicBezTo>
                    <a:pt x="40398" y="22751"/>
                    <a:pt x="40448" y="22875"/>
                    <a:pt x="40498" y="23024"/>
                  </a:cubicBezTo>
                  <a:cubicBezTo>
                    <a:pt x="40647" y="23398"/>
                    <a:pt x="40797" y="23771"/>
                    <a:pt x="40971" y="24169"/>
                  </a:cubicBezTo>
                  <a:cubicBezTo>
                    <a:pt x="40971" y="24169"/>
                    <a:pt x="40971" y="24219"/>
                    <a:pt x="41021" y="24219"/>
                  </a:cubicBezTo>
                  <a:cubicBezTo>
                    <a:pt x="41344" y="24916"/>
                    <a:pt x="41693" y="25713"/>
                    <a:pt x="42091" y="26484"/>
                  </a:cubicBezTo>
                  <a:cubicBezTo>
                    <a:pt x="41967" y="26584"/>
                    <a:pt x="41892" y="26659"/>
                    <a:pt x="41767" y="26758"/>
                  </a:cubicBezTo>
                  <a:cubicBezTo>
                    <a:pt x="41419" y="27032"/>
                    <a:pt x="41071" y="27331"/>
                    <a:pt x="40722" y="27629"/>
                  </a:cubicBezTo>
                  <a:cubicBezTo>
                    <a:pt x="40224" y="28028"/>
                    <a:pt x="39776" y="28476"/>
                    <a:pt x="39278" y="28874"/>
                  </a:cubicBezTo>
                  <a:cubicBezTo>
                    <a:pt x="38930" y="29197"/>
                    <a:pt x="38581" y="29471"/>
                    <a:pt x="38233" y="29770"/>
                  </a:cubicBezTo>
                  <a:cubicBezTo>
                    <a:pt x="37685" y="30268"/>
                    <a:pt x="37163" y="30766"/>
                    <a:pt x="36615" y="31263"/>
                  </a:cubicBezTo>
                  <a:cubicBezTo>
                    <a:pt x="36267" y="31612"/>
                    <a:pt x="35868" y="31960"/>
                    <a:pt x="35520" y="32334"/>
                  </a:cubicBezTo>
                  <a:cubicBezTo>
                    <a:pt x="35196" y="32607"/>
                    <a:pt x="34922" y="32881"/>
                    <a:pt x="34599" y="33205"/>
                  </a:cubicBezTo>
                  <a:cubicBezTo>
                    <a:pt x="34051" y="33728"/>
                    <a:pt x="33479" y="34300"/>
                    <a:pt x="32956" y="34848"/>
                  </a:cubicBezTo>
                  <a:lnTo>
                    <a:pt x="32010" y="35794"/>
                  </a:lnTo>
                  <a:cubicBezTo>
                    <a:pt x="31687" y="36117"/>
                    <a:pt x="31363" y="36466"/>
                    <a:pt x="31014" y="36814"/>
                  </a:cubicBezTo>
                  <a:lnTo>
                    <a:pt x="29446" y="38482"/>
                  </a:lnTo>
                  <a:cubicBezTo>
                    <a:pt x="29197" y="38780"/>
                    <a:pt x="28949" y="39029"/>
                    <a:pt x="28700" y="39303"/>
                  </a:cubicBezTo>
                  <a:lnTo>
                    <a:pt x="28650" y="39328"/>
                  </a:lnTo>
                  <a:cubicBezTo>
                    <a:pt x="26360" y="37934"/>
                    <a:pt x="24244" y="36839"/>
                    <a:pt x="22427" y="36117"/>
                  </a:cubicBezTo>
                  <a:cubicBezTo>
                    <a:pt x="22552" y="35993"/>
                    <a:pt x="22651" y="35843"/>
                    <a:pt x="22776" y="35719"/>
                  </a:cubicBezTo>
                  <a:cubicBezTo>
                    <a:pt x="22800" y="35669"/>
                    <a:pt x="22875" y="35594"/>
                    <a:pt x="22900" y="35569"/>
                  </a:cubicBezTo>
                  <a:cubicBezTo>
                    <a:pt x="23273" y="35097"/>
                    <a:pt x="23672" y="34624"/>
                    <a:pt x="24095" y="34176"/>
                  </a:cubicBezTo>
                  <a:cubicBezTo>
                    <a:pt x="24145" y="34101"/>
                    <a:pt x="24219" y="34001"/>
                    <a:pt x="24269" y="33952"/>
                  </a:cubicBezTo>
                  <a:cubicBezTo>
                    <a:pt x="24617" y="33578"/>
                    <a:pt x="24916" y="33205"/>
                    <a:pt x="25265" y="32831"/>
                  </a:cubicBezTo>
                  <a:cubicBezTo>
                    <a:pt x="25514" y="32558"/>
                    <a:pt x="25787" y="32259"/>
                    <a:pt x="26036" y="31960"/>
                  </a:cubicBezTo>
                  <a:cubicBezTo>
                    <a:pt x="26285" y="31687"/>
                    <a:pt x="26584" y="31363"/>
                    <a:pt x="26858" y="31089"/>
                  </a:cubicBezTo>
                  <a:cubicBezTo>
                    <a:pt x="26957" y="30990"/>
                    <a:pt x="27032" y="30890"/>
                    <a:pt x="27131" y="30766"/>
                  </a:cubicBezTo>
                  <a:cubicBezTo>
                    <a:pt x="27654" y="30218"/>
                    <a:pt x="28202" y="29645"/>
                    <a:pt x="28749" y="29123"/>
                  </a:cubicBezTo>
                  <a:lnTo>
                    <a:pt x="29496" y="28376"/>
                  </a:lnTo>
                  <a:cubicBezTo>
                    <a:pt x="30118" y="27779"/>
                    <a:pt x="30716" y="27206"/>
                    <a:pt x="31363" y="26609"/>
                  </a:cubicBezTo>
                  <a:cubicBezTo>
                    <a:pt x="31487" y="26484"/>
                    <a:pt x="31637" y="26360"/>
                    <a:pt x="31786" y="26235"/>
                  </a:cubicBezTo>
                  <a:cubicBezTo>
                    <a:pt x="32135" y="25887"/>
                    <a:pt x="32483" y="25588"/>
                    <a:pt x="32856" y="25265"/>
                  </a:cubicBezTo>
                  <a:cubicBezTo>
                    <a:pt x="33056" y="25115"/>
                    <a:pt x="33230" y="24916"/>
                    <a:pt x="33429" y="24767"/>
                  </a:cubicBezTo>
                  <a:cubicBezTo>
                    <a:pt x="33777" y="24468"/>
                    <a:pt x="34101" y="24169"/>
                    <a:pt x="34449" y="23896"/>
                  </a:cubicBezTo>
                  <a:cubicBezTo>
                    <a:pt x="34673" y="23721"/>
                    <a:pt x="34898" y="23522"/>
                    <a:pt x="35146" y="23348"/>
                  </a:cubicBezTo>
                  <a:cubicBezTo>
                    <a:pt x="35445" y="23099"/>
                    <a:pt x="35794" y="22800"/>
                    <a:pt x="36092" y="22552"/>
                  </a:cubicBezTo>
                  <a:cubicBezTo>
                    <a:pt x="36341" y="22377"/>
                    <a:pt x="36565" y="22178"/>
                    <a:pt x="36814" y="22004"/>
                  </a:cubicBezTo>
                  <a:cubicBezTo>
                    <a:pt x="36889" y="21929"/>
                    <a:pt x="36939" y="21904"/>
                    <a:pt x="37038" y="21855"/>
                  </a:cubicBezTo>
                  <a:cubicBezTo>
                    <a:pt x="37287" y="21655"/>
                    <a:pt x="37561" y="21431"/>
                    <a:pt x="37810" y="21257"/>
                  </a:cubicBezTo>
                  <a:cubicBezTo>
                    <a:pt x="38059" y="21058"/>
                    <a:pt x="38283" y="20909"/>
                    <a:pt x="38532" y="20734"/>
                  </a:cubicBezTo>
                  <a:cubicBezTo>
                    <a:pt x="38830" y="20510"/>
                    <a:pt x="39129" y="20286"/>
                    <a:pt x="39428" y="20062"/>
                  </a:cubicBezTo>
                  <a:close/>
                  <a:moveTo>
                    <a:pt x="42215" y="26559"/>
                  </a:moveTo>
                  <a:cubicBezTo>
                    <a:pt x="42215" y="26609"/>
                    <a:pt x="42265" y="26609"/>
                    <a:pt x="42265" y="26634"/>
                  </a:cubicBezTo>
                  <a:cubicBezTo>
                    <a:pt x="42041" y="26858"/>
                    <a:pt x="41867" y="27007"/>
                    <a:pt x="41668" y="27131"/>
                  </a:cubicBezTo>
                  <a:cubicBezTo>
                    <a:pt x="41419" y="27355"/>
                    <a:pt x="41170" y="27530"/>
                    <a:pt x="40921" y="27754"/>
                  </a:cubicBezTo>
                  <a:cubicBezTo>
                    <a:pt x="40349" y="28227"/>
                    <a:pt x="39826" y="28700"/>
                    <a:pt x="39278" y="29197"/>
                  </a:cubicBezTo>
                  <a:cubicBezTo>
                    <a:pt x="38980" y="29446"/>
                    <a:pt x="38756" y="29645"/>
                    <a:pt x="38457" y="29894"/>
                  </a:cubicBezTo>
                  <a:cubicBezTo>
                    <a:pt x="37835" y="30467"/>
                    <a:pt x="37212" y="31014"/>
                    <a:pt x="36590" y="31612"/>
                  </a:cubicBezTo>
                  <a:cubicBezTo>
                    <a:pt x="36341" y="31861"/>
                    <a:pt x="36092" y="32085"/>
                    <a:pt x="35843" y="32334"/>
                  </a:cubicBezTo>
                  <a:cubicBezTo>
                    <a:pt x="35321" y="32831"/>
                    <a:pt x="34798" y="33329"/>
                    <a:pt x="34300" y="33827"/>
                  </a:cubicBezTo>
                  <a:lnTo>
                    <a:pt x="33728" y="34375"/>
                  </a:lnTo>
                  <a:cubicBezTo>
                    <a:pt x="33105" y="34997"/>
                    <a:pt x="32483" y="35619"/>
                    <a:pt x="31861" y="36266"/>
                  </a:cubicBezTo>
                  <a:lnTo>
                    <a:pt x="31363" y="36764"/>
                  </a:lnTo>
                  <a:cubicBezTo>
                    <a:pt x="30691" y="37486"/>
                    <a:pt x="29994" y="38208"/>
                    <a:pt x="29347" y="38930"/>
                  </a:cubicBezTo>
                  <a:lnTo>
                    <a:pt x="29247" y="39004"/>
                  </a:lnTo>
                  <a:cubicBezTo>
                    <a:pt x="29123" y="39154"/>
                    <a:pt x="28998" y="39278"/>
                    <a:pt x="28899" y="39378"/>
                  </a:cubicBezTo>
                  <a:cubicBezTo>
                    <a:pt x="28874" y="39378"/>
                    <a:pt x="28874" y="39353"/>
                    <a:pt x="28849" y="39353"/>
                  </a:cubicBezTo>
                  <a:lnTo>
                    <a:pt x="29969" y="38133"/>
                  </a:lnTo>
                  <a:cubicBezTo>
                    <a:pt x="30342" y="37735"/>
                    <a:pt x="30716" y="37362"/>
                    <a:pt x="31089" y="36963"/>
                  </a:cubicBezTo>
                  <a:cubicBezTo>
                    <a:pt x="31463" y="36565"/>
                    <a:pt x="31861" y="36142"/>
                    <a:pt x="32234" y="35769"/>
                  </a:cubicBezTo>
                  <a:lnTo>
                    <a:pt x="32881" y="35121"/>
                  </a:lnTo>
                  <a:cubicBezTo>
                    <a:pt x="33553" y="34474"/>
                    <a:pt x="34201" y="33827"/>
                    <a:pt x="34873" y="33155"/>
                  </a:cubicBezTo>
                  <a:cubicBezTo>
                    <a:pt x="35097" y="32956"/>
                    <a:pt x="35346" y="32732"/>
                    <a:pt x="35594" y="32483"/>
                  </a:cubicBezTo>
                  <a:lnTo>
                    <a:pt x="36988" y="31164"/>
                  </a:lnTo>
                  <a:cubicBezTo>
                    <a:pt x="37461" y="30741"/>
                    <a:pt x="37934" y="30342"/>
                    <a:pt x="38407" y="29894"/>
                  </a:cubicBezTo>
                  <a:cubicBezTo>
                    <a:pt x="38731" y="29596"/>
                    <a:pt x="39104" y="29272"/>
                    <a:pt x="39453" y="28924"/>
                  </a:cubicBezTo>
                  <a:cubicBezTo>
                    <a:pt x="39926" y="28525"/>
                    <a:pt x="40349" y="28152"/>
                    <a:pt x="40822" y="27754"/>
                  </a:cubicBezTo>
                  <a:cubicBezTo>
                    <a:pt x="41195" y="27430"/>
                    <a:pt x="41543" y="27131"/>
                    <a:pt x="41917" y="26808"/>
                  </a:cubicBezTo>
                  <a:cubicBezTo>
                    <a:pt x="42016" y="26733"/>
                    <a:pt x="42091" y="26659"/>
                    <a:pt x="42215" y="26559"/>
                  </a:cubicBezTo>
                  <a:close/>
                  <a:moveTo>
                    <a:pt x="22377" y="36242"/>
                  </a:moveTo>
                  <a:cubicBezTo>
                    <a:pt x="24145" y="36938"/>
                    <a:pt x="26260" y="38034"/>
                    <a:pt x="28575" y="39428"/>
                  </a:cubicBezTo>
                  <a:cubicBezTo>
                    <a:pt x="28575" y="39452"/>
                    <a:pt x="28550" y="39452"/>
                    <a:pt x="28550" y="39477"/>
                  </a:cubicBezTo>
                  <a:cubicBezTo>
                    <a:pt x="26235" y="38083"/>
                    <a:pt x="24120" y="36988"/>
                    <a:pt x="22352" y="36316"/>
                  </a:cubicBezTo>
                  <a:cubicBezTo>
                    <a:pt x="22352" y="36291"/>
                    <a:pt x="22377" y="36291"/>
                    <a:pt x="22377" y="36242"/>
                  </a:cubicBezTo>
                  <a:close/>
                  <a:moveTo>
                    <a:pt x="74350" y="39428"/>
                  </a:moveTo>
                  <a:cubicBezTo>
                    <a:pt x="74350" y="39453"/>
                    <a:pt x="74300" y="39527"/>
                    <a:pt x="74300" y="39552"/>
                  </a:cubicBezTo>
                  <a:lnTo>
                    <a:pt x="74300" y="39477"/>
                  </a:lnTo>
                  <a:cubicBezTo>
                    <a:pt x="74300" y="39453"/>
                    <a:pt x="74350" y="39452"/>
                    <a:pt x="74350" y="39428"/>
                  </a:cubicBezTo>
                  <a:close/>
                  <a:moveTo>
                    <a:pt x="71886" y="33006"/>
                  </a:moveTo>
                  <a:lnTo>
                    <a:pt x="71911" y="33031"/>
                  </a:lnTo>
                  <a:cubicBezTo>
                    <a:pt x="71935" y="33354"/>
                    <a:pt x="72010" y="33703"/>
                    <a:pt x="72060" y="34051"/>
                  </a:cubicBezTo>
                  <a:cubicBezTo>
                    <a:pt x="72110" y="34126"/>
                    <a:pt x="72110" y="34225"/>
                    <a:pt x="72135" y="34325"/>
                  </a:cubicBezTo>
                  <a:cubicBezTo>
                    <a:pt x="72259" y="34823"/>
                    <a:pt x="72384" y="35296"/>
                    <a:pt x="72558" y="35744"/>
                  </a:cubicBezTo>
                  <a:cubicBezTo>
                    <a:pt x="72608" y="35843"/>
                    <a:pt x="72632" y="35943"/>
                    <a:pt x="72657" y="35993"/>
                  </a:cubicBezTo>
                  <a:cubicBezTo>
                    <a:pt x="72807" y="36466"/>
                    <a:pt x="73006" y="36938"/>
                    <a:pt x="73230" y="37362"/>
                  </a:cubicBezTo>
                  <a:cubicBezTo>
                    <a:pt x="73255" y="37436"/>
                    <a:pt x="73280" y="37486"/>
                    <a:pt x="73304" y="37586"/>
                  </a:cubicBezTo>
                  <a:cubicBezTo>
                    <a:pt x="73479" y="37934"/>
                    <a:pt x="73653" y="38308"/>
                    <a:pt x="73877" y="38656"/>
                  </a:cubicBezTo>
                  <a:lnTo>
                    <a:pt x="73877" y="38706"/>
                  </a:lnTo>
                  <a:cubicBezTo>
                    <a:pt x="73852" y="38805"/>
                    <a:pt x="73852" y="38855"/>
                    <a:pt x="73852" y="38955"/>
                  </a:cubicBezTo>
                  <a:cubicBezTo>
                    <a:pt x="73802" y="39179"/>
                    <a:pt x="73753" y="39353"/>
                    <a:pt x="73678" y="39577"/>
                  </a:cubicBezTo>
                  <a:cubicBezTo>
                    <a:pt x="72184" y="37934"/>
                    <a:pt x="71039" y="36042"/>
                    <a:pt x="70268" y="33927"/>
                  </a:cubicBezTo>
                  <a:cubicBezTo>
                    <a:pt x="70790" y="33603"/>
                    <a:pt x="71363" y="33304"/>
                    <a:pt x="71886" y="33006"/>
                  </a:cubicBezTo>
                  <a:close/>
                  <a:moveTo>
                    <a:pt x="28725" y="39552"/>
                  </a:moveTo>
                  <a:cubicBezTo>
                    <a:pt x="28749" y="39552"/>
                    <a:pt x="28749" y="39577"/>
                    <a:pt x="28774" y="39577"/>
                  </a:cubicBezTo>
                  <a:cubicBezTo>
                    <a:pt x="28774" y="39602"/>
                    <a:pt x="28749" y="39602"/>
                    <a:pt x="28749" y="39627"/>
                  </a:cubicBezTo>
                  <a:cubicBezTo>
                    <a:pt x="28725" y="39577"/>
                    <a:pt x="28725" y="39577"/>
                    <a:pt x="28700" y="39577"/>
                  </a:cubicBezTo>
                  <a:lnTo>
                    <a:pt x="28725" y="39552"/>
                  </a:lnTo>
                  <a:close/>
                  <a:moveTo>
                    <a:pt x="21481" y="36192"/>
                  </a:moveTo>
                  <a:cubicBezTo>
                    <a:pt x="21581" y="36217"/>
                    <a:pt x="21631" y="36242"/>
                    <a:pt x="21730" y="36291"/>
                  </a:cubicBezTo>
                  <a:cubicBezTo>
                    <a:pt x="20859" y="37411"/>
                    <a:pt x="19988" y="38532"/>
                    <a:pt x="19166" y="39677"/>
                  </a:cubicBezTo>
                  <a:cubicBezTo>
                    <a:pt x="19092" y="39502"/>
                    <a:pt x="19017" y="39378"/>
                    <a:pt x="18917" y="39253"/>
                  </a:cubicBezTo>
                  <a:cubicBezTo>
                    <a:pt x="19764" y="38233"/>
                    <a:pt x="20610" y="37212"/>
                    <a:pt x="21481" y="36192"/>
                  </a:cubicBezTo>
                  <a:close/>
                  <a:moveTo>
                    <a:pt x="74026" y="38855"/>
                  </a:moveTo>
                  <a:lnTo>
                    <a:pt x="74051" y="38880"/>
                  </a:lnTo>
                  <a:lnTo>
                    <a:pt x="74051" y="38930"/>
                  </a:lnTo>
                  <a:lnTo>
                    <a:pt x="74051" y="38980"/>
                  </a:lnTo>
                  <a:lnTo>
                    <a:pt x="73877" y="39726"/>
                  </a:lnTo>
                  <a:lnTo>
                    <a:pt x="73852" y="39701"/>
                  </a:lnTo>
                  <a:lnTo>
                    <a:pt x="73802" y="39677"/>
                  </a:lnTo>
                  <a:cubicBezTo>
                    <a:pt x="73877" y="39477"/>
                    <a:pt x="73927" y="39228"/>
                    <a:pt x="74001" y="38955"/>
                  </a:cubicBezTo>
                  <a:cubicBezTo>
                    <a:pt x="74001" y="38930"/>
                    <a:pt x="74001" y="38905"/>
                    <a:pt x="74026" y="38855"/>
                  </a:cubicBezTo>
                  <a:close/>
                  <a:moveTo>
                    <a:pt x="102004" y="37561"/>
                  </a:moveTo>
                  <a:cubicBezTo>
                    <a:pt x="102352" y="37735"/>
                    <a:pt x="102676" y="37909"/>
                    <a:pt x="103000" y="38108"/>
                  </a:cubicBezTo>
                  <a:cubicBezTo>
                    <a:pt x="103024" y="38108"/>
                    <a:pt x="103024" y="38158"/>
                    <a:pt x="103049" y="38158"/>
                  </a:cubicBezTo>
                  <a:cubicBezTo>
                    <a:pt x="103796" y="38606"/>
                    <a:pt x="104493" y="39179"/>
                    <a:pt x="105066" y="39776"/>
                  </a:cubicBezTo>
                  <a:cubicBezTo>
                    <a:pt x="105072" y="39783"/>
                    <a:pt x="105074" y="39786"/>
                    <a:pt x="105071" y="39786"/>
                  </a:cubicBezTo>
                  <a:cubicBezTo>
                    <a:pt x="105064" y="39786"/>
                    <a:pt x="105027" y="39763"/>
                    <a:pt x="104991" y="39726"/>
                  </a:cubicBezTo>
                  <a:lnTo>
                    <a:pt x="104966" y="39701"/>
                  </a:lnTo>
                  <a:cubicBezTo>
                    <a:pt x="104916" y="39677"/>
                    <a:pt x="104891" y="39677"/>
                    <a:pt x="104866" y="39652"/>
                  </a:cubicBezTo>
                  <a:cubicBezTo>
                    <a:pt x="104667" y="39452"/>
                    <a:pt x="104493" y="39278"/>
                    <a:pt x="104269" y="39104"/>
                  </a:cubicBezTo>
                  <a:cubicBezTo>
                    <a:pt x="104219" y="39079"/>
                    <a:pt x="104145" y="39029"/>
                    <a:pt x="104120" y="38980"/>
                  </a:cubicBezTo>
                  <a:cubicBezTo>
                    <a:pt x="103871" y="38805"/>
                    <a:pt x="103647" y="38606"/>
                    <a:pt x="103373" y="38432"/>
                  </a:cubicBezTo>
                  <a:cubicBezTo>
                    <a:pt x="103348" y="38407"/>
                    <a:pt x="103273" y="38357"/>
                    <a:pt x="103224" y="38332"/>
                  </a:cubicBezTo>
                  <a:cubicBezTo>
                    <a:pt x="103149" y="38308"/>
                    <a:pt x="103099" y="38233"/>
                    <a:pt x="103024" y="38208"/>
                  </a:cubicBezTo>
                  <a:lnTo>
                    <a:pt x="103000" y="38183"/>
                  </a:lnTo>
                  <a:lnTo>
                    <a:pt x="102975" y="38158"/>
                  </a:lnTo>
                  <a:lnTo>
                    <a:pt x="102925" y="38108"/>
                  </a:lnTo>
                  <a:cubicBezTo>
                    <a:pt x="102751" y="38034"/>
                    <a:pt x="102576" y="37909"/>
                    <a:pt x="102402" y="37810"/>
                  </a:cubicBezTo>
                  <a:cubicBezTo>
                    <a:pt x="102377" y="37785"/>
                    <a:pt x="102303" y="37785"/>
                    <a:pt x="102253" y="37735"/>
                  </a:cubicBezTo>
                  <a:cubicBezTo>
                    <a:pt x="102153" y="37710"/>
                    <a:pt x="102079" y="37660"/>
                    <a:pt x="102004" y="37611"/>
                  </a:cubicBezTo>
                  <a:lnTo>
                    <a:pt x="102004" y="37586"/>
                  </a:lnTo>
                  <a:lnTo>
                    <a:pt x="102004" y="37561"/>
                  </a:lnTo>
                  <a:close/>
                  <a:moveTo>
                    <a:pt x="70069" y="34001"/>
                  </a:moveTo>
                  <a:cubicBezTo>
                    <a:pt x="70890" y="36117"/>
                    <a:pt x="72060" y="38083"/>
                    <a:pt x="73603" y="39801"/>
                  </a:cubicBezTo>
                  <a:lnTo>
                    <a:pt x="73529" y="39801"/>
                  </a:lnTo>
                  <a:cubicBezTo>
                    <a:pt x="72010" y="38108"/>
                    <a:pt x="70815" y="36192"/>
                    <a:pt x="70019" y="34026"/>
                  </a:cubicBezTo>
                  <a:cubicBezTo>
                    <a:pt x="70044" y="34026"/>
                    <a:pt x="70044" y="34001"/>
                    <a:pt x="70069" y="34001"/>
                  </a:cubicBezTo>
                  <a:close/>
                  <a:moveTo>
                    <a:pt x="42265" y="26907"/>
                  </a:moveTo>
                  <a:cubicBezTo>
                    <a:pt x="42415" y="27107"/>
                    <a:pt x="42539" y="27281"/>
                    <a:pt x="42639" y="27505"/>
                  </a:cubicBezTo>
                  <a:cubicBezTo>
                    <a:pt x="37660" y="31089"/>
                    <a:pt x="33230" y="35345"/>
                    <a:pt x="29621" y="39851"/>
                  </a:cubicBezTo>
                  <a:cubicBezTo>
                    <a:pt x="29446" y="39726"/>
                    <a:pt x="29247" y="39602"/>
                    <a:pt x="29073" y="39527"/>
                  </a:cubicBezTo>
                  <a:cubicBezTo>
                    <a:pt x="29098" y="39477"/>
                    <a:pt x="29123" y="39428"/>
                    <a:pt x="29148" y="39403"/>
                  </a:cubicBezTo>
                  <a:cubicBezTo>
                    <a:pt x="29272" y="39228"/>
                    <a:pt x="29421" y="39104"/>
                    <a:pt x="29571" y="38955"/>
                  </a:cubicBezTo>
                  <a:cubicBezTo>
                    <a:pt x="30168" y="38308"/>
                    <a:pt x="30790" y="37660"/>
                    <a:pt x="31363" y="37038"/>
                  </a:cubicBezTo>
                  <a:cubicBezTo>
                    <a:pt x="31612" y="36789"/>
                    <a:pt x="31836" y="36540"/>
                    <a:pt x="32085" y="36316"/>
                  </a:cubicBezTo>
                  <a:cubicBezTo>
                    <a:pt x="32558" y="35818"/>
                    <a:pt x="33056" y="35345"/>
                    <a:pt x="33528" y="34848"/>
                  </a:cubicBezTo>
                  <a:lnTo>
                    <a:pt x="34549" y="33827"/>
                  </a:lnTo>
                  <a:cubicBezTo>
                    <a:pt x="34972" y="33429"/>
                    <a:pt x="35420" y="32981"/>
                    <a:pt x="35843" y="32583"/>
                  </a:cubicBezTo>
                  <a:cubicBezTo>
                    <a:pt x="36167" y="32309"/>
                    <a:pt x="36441" y="32010"/>
                    <a:pt x="36764" y="31736"/>
                  </a:cubicBezTo>
                  <a:cubicBezTo>
                    <a:pt x="37337" y="31214"/>
                    <a:pt x="37934" y="30641"/>
                    <a:pt x="38532" y="30118"/>
                  </a:cubicBezTo>
                  <a:cubicBezTo>
                    <a:pt x="38805" y="29869"/>
                    <a:pt x="39129" y="29596"/>
                    <a:pt x="39403" y="29347"/>
                  </a:cubicBezTo>
                  <a:cubicBezTo>
                    <a:pt x="39901" y="28899"/>
                    <a:pt x="40374" y="28500"/>
                    <a:pt x="40871" y="28077"/>
                  </a:cubicBezTo>
                  <a:cubicBezTo>
                    <a:pt x="41145" y="27828"/>
                    <a:pt x="41419" y="27579"/>
                    <a:pt x="41693" y="27355"/>
                  </a:cubicBezTo>
                  <a:cubicBezTo>
                    <a:pt x="41892" y="27206"/>
                    <a:pt x="42066" y="27032"/>
                    <a:pt x="42265" y="26907"/>
                  </a:cubicBezTo>
                  <a:close/>
                  <a:moveTo>
                    <a:pt x="22004" y="36316"/>
                  </a:moveTo>
                  <a:cubicBezTo>
                    <a:pt x="21083" y="37536"/>
                    <a:pt x="20212" y="38706"/>
                    <a:pt x="19341" y="39901"/>
                  </a:cubicBezTo>
                  <a:cubicBezTo>
                    <a:pt x="19291" y="39851"/>
                    <a:pt x="19291" y="39851"/>
                    <a:pt x="19291" y="39826"/>
                  </a:cubicBezTo>
                  <a:cubicBezTo>
                    <a:pt x="20137" y="38656"/>
                    <a:pt x="21008" y="37486"/>
                    <a:pt x="21954" y="36316"/>
                  </a:cubicBezTo>
                  <a:close/>
                  <a:moveTo>
                    <a:pt x="18818" y="39428"/>
                  </a:moveTo>
                  <a:cubicBezTo>
                    <a:pt x="18893" y="39577"/>
                    <a:pt x="18992" y="39701"/>
                    <a:pt x="19092" y="39851"/>
                  </a:cubicBezTo>
                  <a:cubicBezTo>
                    <a:pt x="19092" y="39901"/>
                    <a:pt x="19042" y="39901"/>
                    <a:pt x="19042" y="39925"/>
                  </a:cubicBezTo>
                  <a:cubicBezTo>
                    <a:pt x="18967" y="39776"/>
                    <a:pt x="18868" y="39627"/>
                    <a:pt x="18768" y="39477"/>
                  </a:cubicBezTo>
                  <a:lnTo>
                    <a:pt x="18818" y="39428"/>
                  </a:lnTo>
                  <a:close/>
                  <a:moveTo>
                    <a:pt x="69870" y="34151"/>
                  </a:moveTo>
                  <a:cubicBezTo>
                    <a:pt x="70641" y="36167"/>
                    <a:pt x="71736" y="38034"/>
                    <a:pt x="73155" y="39677"/>
                  </a:cubicBezTo>
                  <a:lnTo>
                    <a:pt x="73130" y="39677"/>
                  </a:lnTo>
                  <a:cubicBezTo>
                    <a:pt x="73056" y="39677"/>
                    <a:pt x="73031" y="39652"/>
                    <a:pt x="72981" y="39652"/>
                  </a:cubicBezTo>
                  <a:cubicBezTo>
                    <a:pt x="72906" y="39652"/>
                    <a:pt x="72881" y="39602"/>
                    <a:pt x="72807" y="39602"/>
                  </a:cubicBezTo>
                  <a:cubicBezTo>
                    <a:pt x="72707" y="39577"/>
                    <a:pt x="72608" y="39577"/>
                    <a:pt x="72508" y="39552"/>
                  </a:cubicBezTo>
                  <a:lnTo>
                    <a:pt x="71935" y="39452"/>
                  </a:lnTo>
                  <a:cubicBezTo>
                    <a:pt x="71836" y="39452"/>
                    <a:pt x="71786" y="39428"/>
                    <a:pt x="71687" y="39428"/>
                  </a:cubicBezTo>
                  <a:lnTo>
                    <a:pt x="71438" y="39428"/>
                  </a:lnTo>
                  <a:cubicBezTo>
                    <a:pt x="71089" y="39403"/>
                    <a:pt x="70716" y="39353"/>
                    <a:pt x="70392" y="39353"/>
                  </a:cubicBezTo>
                  <a:lnTo>
                    <a:pt x="70342" y="39353"/>
                  </a:lnTo>
                  <a:cubicBezTo>
                    <a:pt x="70069" y="39353"/>
                    <a:pt x="69820" y="39353"/>
                    <a:pt x="69546" y="39403"/>
                  </a:cubicBezTo>
                  <a:cubicBezTo>
                    <a:pt x="69421" y="39403"/>
                    <a:pt x="69297" y="39428"/>
                    <a:pt x="69173" y="39428"/>
                  </a:cubicBezTo>
                  <a:cubicBezTo>
                    <a:pt x="69023" y="39428"/>
                    <a:pt x="68849" y="39452"/>
                    <a:pt x="68700" y="39452"/>
                  </a:cubicBezTo>
                  <a:cubicBezTo>
                    <a:pt x="68650" y="39452"/>
                    <a:pt x="68600" y="39452"/>
                    <a:pt x="68550" y="39477"/>
                  </a:cubicBezTo>
                  <a:cubicBezTo>
                    <a:pt x="68451" y="39477"/>
                    <a:pt x="68351" y="39527"/>
                    <a:pt x="68276" y="39527"/>
                  </a:cubicBezTo>
                  <a:cubicBezTo>
                    <a:pt x="68152" y="39552"/>
                    <a:pt x="68003" y="39552"/>
                    <a:pt x="67853" y="39577"/>
                  </a:cubicBezTo>
                  <a:cubicBezTo>
                    <a:pt x="67779" y="39577"/>
                    <a:pt x="67679" y="39602"/>
                    <a:pt x="67580" y="39627"/>
                  </a:cubicBezTo>
                  <a:lnTo>
                    <a:pt x="67530" y="39627"/>
                  </a:lnTo>
                  <a:cubicBezTo>
                    <a:pt x="67455" y="39627"/>
                    <a:pt x="67430" y="39677"/>
                    <a:pt x="67380" y="39677"/>
                  </a:cubicBezTo>
                  <a:cubicBezTo>
                    <a:pt x="67256" y="39701"/>
                    <a:pt x="67107" y="39701"/>
                    <a:pt x="67007" y="39726"/>
                  </a:cubicBezTo>
                  <a:lnTo>
                    <a:pt x="66957" y="39726"/>
                  </a:lnTo>
                  <a:cubicBezTo>
                    <a:pt x="66808" y="39751"/>
                    <a:pt x="66609" y="39826"/>
                    <a:pt x="66459" y="39851"/>
                  </a:cubicBezTo>
                  <a:cubicBezTo>
                    <a:pt x="66335" y="39876"/>
                    <a:pt x="66211" y="39925"/>
                    <a:pt x="66111" y="39950"/>
                  </a:cubicBezTo>
                  <a:cubicBezTo>
                    <a:pt x="66061" y="39975"/>
                    <a:pt x="65962" y="39975"/>
                    <a:pt x="65912" y="40000"/>
                  </a:cubicBezTo>
                  <a:cubicBezTo>
                    <a:pt x="65240" y="39328"/>
                    <a:pt x="64667" y="38581"/>
                    <a:pt x="64070" y="37810"/>
                  </a:cubicBezTo>
                  <a:cubicBezTo>
                    <a:pt x="65987" y="36490"/>
                    <a:pt x="67928" y="35246"/>
                    <a:pt x="69870" y="34151"/>
                  </a:cubicBezTo>
                  <a:close/>
                  <a:moveTo>
                    <a:pt x="42754" y="27719"/>
                  </a:moveTo>
                  <a:cubicBezTo>
                    <a:pt x="42763" y="27719"/>
                    <a:pt x="42763" y="27736"/>
                    <a:pt x="42763" y="27754"/>
                  </a:cubicBezTo>
                  <a:cubicBezTo>
                    <a:pt x="37810" y="31313"/>
                    <a:pt x="33429" y="35545"/>
                    <a:pt x="29845" y="40025"/>
                  </a:cubicBezTo>
                  <a:cubicBezTo>
                    <a:pt x="29820" y="40025"/>
                    <a:pt x="29820" y="39975"/>
                    <a:pt x="29795" y="39975"/>
                  </a:cubicBezTo>
                  <a:cubicBezTo>
                    <a:pt x="33404" y="35495"/>
                    <a:pt x="37785" y="31263"/>
                    <a:pt x="42738" y="27729"/>
                  </a:cubicBezTo>
                  <a:cubicBezTo>
                    <a:pt x="42745" y="27722"/>
                    <a:pt x="42751" y="27719"/>
                    <a:pt x="42754" y="27719"/>
                  </a:cubicBezTo>
                  <a:close/>
                  <a:moveTo>
                    <a:pt x="101805" y="38208"/>
                  </a:moveTo>
                  <a:cubicBezTo>
                    <a:pt x="102800" y="38681"/>
                    <a:pt x="103771" y="39204"/>
                    <a:pt x="104717" y="39801"/>
                  </a:cubicBezTo>
                  <a:cubicBezTo>
                    <a:pt x="104767" y="39851"/>
                    <a:pt x="104866" y="39925"/>
                    <a:pt x="104916" y="40025"/>
                  </a:cubicBezTo>
                  <a:cubicBezTo>
                    <a:pt x="103896" y="39353"/>
                    <a:pt x="102875" y="38780"/>
                    <a:pt x="101780" y="38283"/>
                  </a:cubicBezTo>
                  <a:cubicBezTo>
                    <a:pt x="101780" y="38233"/>
                    <a:pt x="101780" y="38233"/>
                    <a:pt x="101805" y="38208"/>
                  </a:cubicBezTo>
                  <a:close/>
                  <a:moveTo>
                    <a:pt x="28949" y="39652"/>
                  </a:moveTo>
                  <a:cubicBezTo>
                    <a:pt x="29123" y="39776"/>
                    <a:pt x="29322" y="39851"/>
                    <a:pt x="29496" y="39975"/>
                  </a:cubicBezTo>
                  <a:cubicBezTo>
                    <a:pt x="29496" y="40025"/>
                    <a:pt x="29496" y="40050"/>
                    <a:pt x="29471" y="40050"/>
                  </a:cubicBezTo>
                  <a:cubicBezTo>
                    <a:pt x="29297" y="39925"/>
                    <a:pt x="29098" y="39801"/>
                    <a:pt x="28924" y="39701"/>
                  </a:cubicBezTo>
                  <a:cubicBezTo>
                    <a:pt x="28924" y="39677"/>
                    <a:pt x="28949" y="39677"/>
                    <a:pt x="28949" y="39652"/>
                  </a:cubicBezTo>
                  <a:close/>
                  <a:moveTo>
                    <a:pt x="63896" y="37859"/>
                  </a:moveTo>
                  <a:cubicBezTo>
                    <a:pt x="64443" y="38606"/>
                    <a:pt x="65041" y="39353"/>
                    <a:pt x="65688" y="40025"/>
                  </a:cubicBezTo>
                  <a:cubicBezTo>
                    <a:pt x="65663" y="40025"/>
                    <a:pt x="65638" y="40025"/>
                    <a:pt x="65588" y="40050"/>
                  </a:cubicBezTo>
                  <a:cubicBezTo>
                    <a:pt x="64966" y="39403"/>
                    <a:pt x="64393" y="38681"/>
                    <a:pt x="63821" y="37909"/>
                  </a:cubicBezTo>
                  <a:cubicBezTo>
                    <a:pt x="63846" y="37909"/>
                    <a:pt x="63846" y="37859"/>
                    <a:pt x="63896" y="37859"/>
                  </a:cubicBezTo>
                  <a:close/>
                  <a:moveTo>
                    <a:pt x="74350" y="39925"/>
                  </a:moveTo>
                  <a:lnTo>
                    <a:pt x="74350" y="40050"/>
                  </a:lnTo>
                  <a:cubicBezTo>
                    <a:pt x="74350" y="40050"/>
                    <a:pt x="74300" y="40050"/>
                    <a:pt x="74300" y="40025"/>
                  </a:cubicBezTo>
                  <a:cubicBezTo>
                    <a:pt x="74300" y="39975"/>
                    <a:pt x="74350" y="39950"/>
                    <a:pt x="74350" y="39925"/>
                  </a:cubicBezTo>
                  <a:close/>
                  <a:moveTo>
                    <a:pt x="19166" y="40050"/>
                  </a:moveTo>
                  <a:cubicBezTo>
                    <a:pt x="19216" y="40075"/>
                    <a:pt x="19216" y="40075"/>
                    <a:pt x="19216" y="40100"/>
                  </a:cubicBezTo>
                  <a:cubicBezTo>
                    <a:pt x="19216" y="40125"/>
                    <a:pt x="19166" y="40125"/>
                    <a:pt x="19166" y="40174"/>
                  </a:cubicBezTo>
                  <a:cubicBezTo>
                    <a:pt x="19166" y="40174"/>
                    <a:pt x="19166" y="40125"/>
                    <a:pt x="19141" y="40125"/>
                  </a:cubicBezTo>
                  <a:lnTo>
                    <a:pt x="19141" y="40100"/>
                  </a:lnTo>
                  <a:cubicBezTo>
                    <a:pt x="19141" y="40075"/>
                    <a:pt x="19166" y="40050"/>
                    <a:pt x="19166" y="40050"/>
                  </a:cubicBezTo>
                  <a:close/>
                  <a:moveTo>
                    <a:pt x="29670" y="40075"/>
                  </a:moveTo>
                  <a:cubicBezTo>
                    <a:pt x="29695" y="40075"/>
                    <a:pt x="29695" y="40100"/>
                    <a:pt x="29720" y="40100"/>
                  </a:cubicBezTo>
                  <a:cubicBezTo>
                    <a:pt x="29720" y="40149"/>
                    <a:pt x="29695" y="40149"/>
                    <a:pt x="29695" y="40174"/>
                  </a:cubicBezTo>
                  <a:cubicBezTo>
                    <a:pt x="29670" y="40174"/>
                    <a:pt x="29670" y="40174"/>
                    <a:pt x="29621" y="40149"/>
                  </a:cubicBezTo>
                  <a:cubicBezTo>
                    <a:pt x="29621" y="40100"/>
                    <a:pt x="29670" y="40100"/>
                    <a:pt x="29670" y="40075"/>
                  </a:cubicBezTo>
                  <a:close/>
                  <a:moveTo>
                    <a:pt x="70392" y="39577"/>
                  </a:moveTo>
                  <a:cubicBezTo>
                    <a:pt x="70815" y="39577"/>
                    <a:pt x="71189" y="39602"/>
                    <a:pt x="71587" y="39627"/>
                  </a:cubicBezTo>
                  <a:cubicBezTo>
                    <a:pt x="71687" y="39627"/>
                    <a:pt x="71786" y="39677"/>
                    <a:pt x="71886" y="39677"/>
                  </a:cubicBezTo>
                  <a:cubicBezTo>
                    <a:pt x="71960" y="39677"/>
                    <a:pt x="72035" y="39701"/>
                    <a:pt x="72135" y="39701"/>
                  </a:cubicBezTo>
                  <a:cubicBezTo>
                    <a:pt x="72408" y="39726"/>
                    <a:pt x="72707" y="39801"/>
                    <a:pt x="73006" y="39851"/>
                  </a:cubicBezTo>
                  <a:cubicBezTo>
                    <a:pt x="73155" y="39876"/>
                    <a:pt x="73280" y="39950"/>
                    <a:pt x="73429" y="39975"/>
                  </a:cubicBezTo>
                  <a:lnTo>
                    <a:pt x="73454" y="40000"/>
                  </a:lnTo>
                  <a:lnTo>
                    <a:pt x="73504" y="40050"/>
                  </a:lnTo>
                  <a:cubicBezTo>
                    <a:pt x="73479" y="40025"/>
                    <a:pt x="73404" y="39975"/>
                    <a:pt x="73379" y="39975"/>
                  </a:cubicBezTo>
                  <a:cubicBezTo>
                    <a:pt x="73304" y="39950"/>
                    <a:pt x="73255" y="39950"/>
                    <a:pt x="73180" y="39925"/>
                  </a:cubicBezTo>
                  <a:cubicBezTo>
                    <a:pt x="73155" y="39925"/>
                    <a:pt x="73080" y="39901"/>
                    <a:pt x="73056" y="39901"/>
                  </a:cubicBezTo>
                  <a:lnTo>
                    <a:pt x="73006" y="39901"/>
                  </a:lnTo>
                  <a:cubicBezTo>
                    <a:pt x="72906" y="39851"/>
                    <a:pt x="72807" y="39851"/>
                    <a:pt x="72707" y="39826"/>
                  </a:cubicBezTo>
                  <a:cubicBezTo>
                    <a:pt x="72657" y="39826"/>
                    <a:pt x="72608" y="39801"/>
                    <a:pt x="72533" y="39801"/>
                  </a:cubicBezTo>
                  <a:cubicBezTo>
                    <a:pt x="72408" y="39776"/>
                    <a:pt x="72309" y="39726"/>
                    <a:pt x="72184" y="39726"/>
                  </a:cubicBezTo>
                  <a:cubicBezTo>
                    <a:pt x="72085" y="39726"/>
                    <a:pt x="72010" y="39701"/>
                    <a:pt x="71911" y="39701"/>
                  </a:cubicBezTo>
                  <a:cubicBezTo>
                    <a:pt x="71836" y="39701"/>
                    <a:pt x="71786" y="39677"/>
                    <a:pt x="71711" y="39677"/>
                  </a:cubicBezTo>
                  <a:lnTo>
                    <a:pt x="71537" y="39677"/>
                  </a:lnTo>
                  <a:cubicBezTo>
                    <a:pt x="71438" y="39677"/>
                    <a:pt x="71388" y="39652"/>
                    <a:pt x="71288" y="39652"/>
                  </a:cubicBezTo>
                  <a:lnTo>
                    <a:pt x="71064" y="39652"/>
                  </a:lnTo>
                  <a:cubicBezTo>
                    <a:pt x="70840" y="39652"/>
                    <a:pt x="70641" y="39602"/>
                    <a:pt x="70417" y="39602"/>
                  </a:cubicBezTo>
                  <a:lnTo>
                    <a:pt x="70318" y="39602"/>
                  </a:lnTo>
                  <a:cubicBezTo>
                    <a:pt x="70069" y="39602"/>
                    <a:pt x="69795" y="39602"/>
                    <a:pt x="69546" y="39652"/>
                  </a:cubicBezTo>
                  <a:cubicBezTo>
                    <a:pt x="69446" y="39652"/>
                    <a:pt x="69347" y="39652"/>
                    <a:pt x="69272" y="39677"/>
                  </a:cubicBezTo>
                  <a:lnTo>
                    <a:pt x="68973" y="39677"/>
                  </a:lnTo>
                  <a:cubicBezTo>
                    <a:pt x="68899" y="39677"/>
                    <a:pt x="68799" y="39677"/>
                    <a:pt x="68700" y="39701"/>
                  </a:cubicBezTo>
                  <a:cubicBezTo>
                    <a:pt x="68550" y="39726"/>
                    <a:pt x="68401" y="39726"/>
                    <a:pt x="68202" y="39776"/>
                  </a:cubicBezTo>
                  <a:cubicBezTo>
                    <a:pt x="68077" y="39801"/>
                    <a:pt x="67978" y="39801"/>
                    <a:pt x="67853" y="39801"/>
                  </a:cubicBezTo>
                  <a:cubicBezTo>
                    <a:pt x="67779" y="39801"/>
                    <a:pt x="67679" y="39826"/>
                    <a:pt x="67580" y="39851"/>
                  </a:cubicBezTo>
                  <a:cubicBezTo>
                    <a:pt x="67480" y="39901"/>
                    <a:pt x="67405" y="39901"/>
                    <a:pt x="67331" y="39925"/>
                  </a:cubicBezTo>
                  <a:cubicBezTo>
                    <a:pt x="67281" y="39925"/>
                    <a:pt x="67181" y="39950"/>
                    <a:pt x="67107" y="39950"/>
                  </a:cubicBezTo>
                  <a:cubicBezTo>
                    <a:pt x="67082" y="39950"/>
                    <a:pt x="67057" y="39950"/>
                    <a:pt x="67032" y="39975"/>
                  </a:cubicBezTo>
                  <a:lnTo>
                    <a:pt x="66982" y="39975"/>
                  </a:lnTo>
                  <a:cubicBezTo>
                    <a:pt x="66808" y="40025"/>
                    <a:pt x="66609" y="40075"/>
                    <a:pt x="66435" y="40100"/>
                  </a:cubicBezTo>
                  <a:cubicBezTo>
                    <a:pt x="66360" y="40100"/>
                    <a:pt x="66335" y="40149"/>
                    <a:pt x="66285" y="40149"/>
                  </a:cubicBezTo>
                  <a:cubicBezTo>
                    <a:pt x="66211" y="40149"/>
                    <a:pt x="66186" y="40174"/>
                    <a:pt x="66111" y="40174"/>
                  </a:cubicBezTo>
                  <a:cubicBezTo>
                    <a:pt x="66086" y="40174"/>
                    <a:pt x="66061" y="40174"/>
                    <a:pt x="66036" y="40199"/>
                  </a:cubicBezTo>
                  <a:lnTo>
                    <a:pt x="65987" y="40174"/>
                  </a:lnTo>
                  <a:cubicBezTo>
                    <a:pt x="66036" y="40174"/>
                    <a:pt x="66061" y="40149"/>
                    <a:pt x="66111" y="40149"/>
                  </a:cubicBezTo>
                  <a:cubicBezTo>
                    <a:pt x="66211" y="40100"/>
                    <a:pt x="66310" y="40100"/>
                    <a:pt x="66410" y="40075"/>
                  </a:cubicBezTo>
                  <a:cubicBezTo>
                    <a:pt x="66584" y="40025"/>
                    <a:pt x="66808" y="39975"/>
                    <a:pt x="66982" y="39950"/>
                  </a:cubicBezTo>
                  <a:cubicBezTo>
                    <a:pt x="67156" y="39925"/>
                    <a:pt x="67306" y="39901"/>
                    <a:pt x="67430" y="39851"/>
                  </a:cubicBezTo>
                  <a:cubicBezTo>
                    <a:pt x="67555" y="39826"/>
                    <a:pt x="67704" y="39801"/>
                    <a:pt x="67828" y="39801"/>
                  </a:cubicBezTo>
                  <a:cubicBezTo>
                    <a:pt x="68052" y="39776"/>
                    <a:pt x="68301" y="39726"/>
                    <a:pt x="68525" y="39701"/>
                  </a:cubicBezTo>
                  <a:cubicBezTo>
                    <a:pt x="68575" y="39701"/>
                    <a:pt x="68650" y="39677"/>
                    <a:pt x="68700" y="39677"/>
                  </a:cubicBezTo>
                  <a:cubicBezTo>
                    <a:pt x="69272" y="39602"/>
                    <a:pt x="69820" y="39577"/>
                    <a:pt x="70342" y="39577"/>
                  </a:cubicBezTo>
                  <a:close/>
                  <a:moveTo>
                    <a:pt x="74549" y="39726"/>
                  </a:moveTo>
                  <a:cubicBezTo>
                    <a:pt x="74599" y="39801"/>
                    <a:pt x="74649" y="39851"/>
                    <a:pt x="74674" y="39925"/>
                  </a:cubicBezTo>
                  <a:cubicBezTo>
                    <a:pt x="74723" y="40000"/>
                    <a:pt x="74748" y="40100"/>
                    <a:pt x="74773" y="40174"/>
                  </a:cubicBezTo>
                  <a:cubicBezTo>
                    <a:pt x="74773" y="40199"/>
                    <a:pt x="74773" y="40199"/>
                    <a:pt x="74798" y="40224"/>
                  </a:cubicBezTo>
                  <a:lnTo>
                    <a:pt x="74773" y="40199"/>
                  </a:lnTo>
                  <a:lnTo>
                    <a:pt x="74798" y="40249"/>
                  </a:lnTo>
                  <a:cubicBezTo>
                    <a:pt x="74773" y="40249"/>
                    <a:pt x="74773" y="40249"/>
                    <a:pt x="74748" y="40224"/>
                  </a:cubicBezTo>
                  <a:cubicBezTo>
                    <a:pt x="74674" y="40199"/>
                    <a:pt x="74599" y="40174"/>
                    <a:pt x="74524" y="40125"/>
                  </a:cubicBezTo>
                  <a:cubicBezTo>
                    <a:pt x="74524" y="40000"/>
                    <a:pt x="74549" y="39851"/>
                    <a:pt x="74549" y="39726"/>
                  </a:cubicBezTo>
                  <a:close/>
                  <a:moveTo>
                    <a:pt x="80498" y="35694"/>
                  </a:moveTo>
                  <a:cubicBezTo>
                    <a:pt x="80100" y="36739"/>
                    <a:pt x="79702" y="37735"/>
                    <a:pt x="79229" y="38780"/>
                  </a:cubicBezTo>
                  <a:cubicBezTo>
                    <a:pt x="79204" y="38805"/>
                    <a:pt x="79129" y="38805"/>
                    <a:pt x="79104" y="38830"/>
                  </a:cubicBezTo>
                  <a:cubicBezTo>
                    <a:pt x="78905" y="38930"/>
                    <a:pt x="78706" y="38980"/>
                    <a:pt x="78507" y="39079"/>
                  </a:cubicBezTo>
                  <a:cubicBezTo>
                    <a:pt x="78258" y="39179"/>
                    <a:pt x="78034" y="39303"/>
                    <a:pt x="77785" y="39403"/>
                  </a:cubicBezTo>
                  <a:lnTo>
                    <a:pt x="77760" y="39403"/>
                  </a:lnTo>
                  <a:cubicBezTo>
                    <a:pt x="77636" y="39452"/>
                    <a:pt x="77511" y="39527"/>
                    <a:pt x="77362" y="39577"/>
                  </a:cubicBezTo>
                  <a:cubicBezTo>
                    <a:pt x="77138" y="39677"/>
                    <a:pt x="76914" y="39776"/>
                    <a:pt x="76739" y="39851"/>
                  </a:cubicBezTo>
                  <a:cubicBezTo>
                    <a:pt x="76391" y="40025"/>
                    <a:pt x="76043" y="40199"/>
                    <a:pt x="75669" y="40349"/>
                  </a:cubicBezTo>
                  <a:cubicBezTo>
                    <a:pt x="75495" y="40075"/>
                    <a:pt x="75296" y="39801"/>
                    <a:pt x="75171" y="39527"/>
                  </a:cubicBezTo>
                  <a:cubicBezTo>
                    <a:pt x="75146" y="39452"/>
                    <a:pt x="75122" y="39428"/>
                    <a:pt x="75097" y="39353"/>
                  </a:cubicBezTo>
                  <a:cubicBezTo>
                    <a:pt x="75022" y="39278"/>
                    <a:pt x="74997" y="39154"/>
                    <a:pt x="74922" y="39054"/>
                  </a:cubicBezTo>
                  <a:cubicBezTo>
                    <a:pt x="76217" y="37561"/>
                    <a:pt x="78108" y="36416"/>
                    <a:pt x="80498" y="35694"/>
                  </a:cubicBezTo>
                  <a:close/>
                  <a:moveTo>
                    <a:pt x="105414" y="40224"/>
                  </a:moveTo>
                  <a:lnTo>
                    <a:pt x="105414" y="40224"/>
                  </a:lnTo>
                  <a:cubicBezTo>
                    <a:pt x="105464" y="40249"/>
                    <a:pt x="105489" y="40249"/>
                    <a:pt x="105514" y="40299"/>
                  </a:cubicBezTo>
                  <a:cubicBezTo>
                    <a:pt x="105538" y="40324"/>
                    <a:pt x="105588" y="40324"/>
                    <a:pt x="105613" y="40349"/>
                  </a:cubicBezTo>
                  <a:cubicBezTo>
                    <a:pt x="105638" y="40373"/>
                    <a:pt x="105663" y="40423"/>
                    <a:pt x="105663" y="40448"/>
                  </a:cubicBezTo>
                  <a:lnTo>
                    <a:pt x="105696" y="40481"/>
                  </a:lnTo>
                  <a:lnTo>
                    <a:pt x="105696" y="40481"/>
                  </a:lnTo>
                  <a:cubicBezTo>
                    <a:pt x="105686" y="40476"/>
                    <a:pt x="105675" y="40473"/>
                    <a:pt x="105663" y="40473"/>
                  </a:cubicBezTo>
                  <a:cubicBezTo>
                    <a:pt x="105638" y="40448"/>
                    <a:pt x="105613" y="40423"/>
                    <a:pt x="105538" y="40398"/>
                  </a:cubicBezTo>
                  <a:cubicBezTo>
                    <a:pt x="105538" y="40324"/>
                    <a:pt x="105489" y="40299"/>
                    <a:pt x="105414" y="40224"/>
                  </a:cubicBezTo>
                  <a:close/>
                  <a:moveTo>
                    <a:pt x="74250" y="40523"/>
                  </a:moveTo>
                  <a:cubicBezTo>
                    <a:pt x="74275" y="40523"/>
                    <a:pt x="74300" y="40548"/>
                    <a:pt x="74300" y="40548"/>
                  </a:cubicBezTo>
                  <a:cubicBezTo>
                    <a:pt x="74275" y="40548"/>
                    <a:pt x="74275" y="40548"/>
                    <a:pt x="74250" y="40523"/>
                  </a:cubicBezTo>
                  <a:close/>
                  <a:moveTo>
                    <a:pt x="79104" y="39079"/>
                  </a:moveTo>
                  <a:cubicBezTo>
                    <a:pt x="79104" y="39079"/>
                    <a:pt x="79104" y="39104"/>
                    <a:pt x="79054" y="39104"/>
                  </a:cubicBezTo>
                  <a:cubicBezTo>
                    <a:pt x="78283" y="39452"/>
                    <a:pt x="77486" y="39801"/>
                    <a:pt x="76665" y="40174"/>
                  </a:cubicBezTo>
                  <a:cubicBezTo>
                    <a:pt x="76391" y="40299"/>
                    <a:pt x="76092" y="40448"/>
                    <a:pt x="75769" y="40597"/>
                  </a:cubicBezTo>
                  <a:lnTo>
                    <a:pt x="75769" y="40573"/>
                  </a:lnTo>
                  <a:cubicBezTo>
                    <a:pt x="75769" y="40573"/>
                    <a:pt x="75769" y="40548"/>
                    <a:pt x="75744" y="40548"/>
                  </a:cubicBezTo>
                  <a:cubicBezTo>
                    <a:pt x="76889" y="40025"/>
                    <a:pt x="78009" y="39527"/>
                    <a:pt x="79104" y="39079"/>
                  </a:cubicBezTo>
                  <a:close/>
                  <a:moveTo>
                    <a:pt x="74524" y="40349"/>
                  </a:moveTo>
                  <a:cubicBezTo>
                    <a:pt x="74549" y="40349"/>
                    <a:pt x="74549" y="40398"/>
                    <a:pt x="74549" y="40398"/>
                  </a:cubicBezTo>
                  <a:cubicBezTo>
                    <a:pt x="74674" y="40448"/>
                    <a:pt x="74798" y="40523"/>
                    <a:pt x="74922" y="40597"/>
                  </a:cubicBezTo>
                  <a:lnTo>
                    <a:pt x="74922" y="40622"/>
                  </a:lnTo>
                  <a:cubicBezTo>
                    <a:pt x="74922" y="40622"/>
                    <a:pt x="74922" y="40672"/>
                    <a:pt x="74972" y="40672"/>
                  </a:cubicBezTo>
                  <a:cubicBezTo>
                    <a:pt x="74922" y="40672"/>
                    <a:pt x="74898" y="40622"/>
                    <a:pt x="74873" y="40622"/>
                  </a:cubicBezTo>
                  <a:cubicBezTo>
                    <a:pt x="74848" y="40622"/>
                    <a:pt x="74848" y="40597"/>
                    <a:pt x="74798" y="40597"/>
                  </a:cubicBezTo>
                  <a:cubicBezTo>
                    <a:pt x="74723" y="40548"/>
                    <a:pt x="74624" y="40498"/>
                    <a:pt x="74524" y="40448"/>
                  </a:cubicBezTo>
                  <a:cubicBezTo>
                    <a:pt x="74499" y="40448"/>
                    <a:pt x="74499" y="40423"/>
                    <a:pt x="74474" y="40423"/>
                  </a:cubicBezTo>
                  <a:lnTo>
                    <a:pt x="74524" y="40349"/>
                  </a:lnTo>
                  <a:close/>
                  <a:moveTo>
                    <a:pt x="63697" y="37984"/>
                  </a:moveTo>
                  <a:cubicBezTo>
                    <a:pt x="64219" y="38731"/>
                    <a:pt x="64817" y="39452"/>
                    <a:pt x="65414" y="40075"/>
                  </a:cubicBezTo>
                  <a:cubicBezTo>
                    <a:pt x="65339" y="40100"/>
                    <a:pt x="65290" y="40100"/>
                    <a:pt x="65215" y="40125"/>
                  </a:cubicBezTo>
                  <a:cubicBezTo>
                    <a:pt x="65090" y="40174"/>
                    <a:pt x="64966" y="40224"/>
                    <a:pt x="64842" y="40249"/>
                  </a:cubicBezTo>
                  <a:cubicBezTo>
                    <a:pt x="64792" y="40299"/>
                    <a:pt x="64717" y="40299"/>
                    <a:pt x="64667" y="40324"/>
                  </a:cubicBezTo>
                  <a:lnTo>
                    <a:pt x="64617" y="40324"/>
                  </a:lnTo>
                  <a:cubicBezTo>
                    <a:pt x="64543" y="40349"/>
                    <a:pt x="64418" y="40373"/>
                    <a:pt x="64319" y="40423"/>
                  </a:cubicBezTo>
                  <a:cubicBezTo>
                    <a:pt x="64219" y="40448"/>
                    <a:pt x="64095" y="40473"/>
                    <a:pt x="63995" y="40548"/>
                  </a:cubicBezTo>
                  <a:cubicBezTo>
                    <a:pt x="63921" y="40573"/>
                    <a:pt x="63846" y="40597"/>
                    <a:pt x="63746" y="40647"/>
                  </a:cubicBezTo>
                  <a:cubicBezTo>
                    <a:pt x="63697" y="40672"/>
                    <a:pt x="63622" y="40672"/>
                    <a:pt x="63572" y="40697"/>
                  </a:cubicBezTo>
                  <a:cubicBezTo>
                    <a:pt x="63248" y="40075"/>
                    <a:pt x="62925" y="39428"/>
                    <a:pt x="62576" y="38780"/>
                  </a:cubicBezTo>
                  <a:cubicBezTo>
                    <a:pt x="62950" y="38482"/>
                    <a:pt x="63323" y="38233"/>
                    <a:pt x="63697" y="37984"/>
                  </a:cubicBezTo>
                  <a:close/>
                  <a:moveTo>
                    <a:pt x="73603" y="40697"/>
                  </a:moveTo>
                  <a:cubicBezTo>
                    <a:pt x="73603" y="40718"/>
                    <a:pt x="73603" y="40721"/>
                    <a:pt x="73573" y="40737"/>
                  </a:cubicBezTo>
                  <a:lnTo>
                    <a:pt x="73573" y="40737"/>
                  </a:lnTo>
                  <a:cubicBezTo>
                    <a:pt x="73582" y="40722"/>
                    <a:pt x="73592" y="40708"/>
                    <a:pt x="73603" y="40697"/>
                  </a:cubicBezTo>
                  <a:close/>
                  <a:moveTo>
                    <a:pt x="62402" y="38930"/>
                  </a:moveTo>
                  <a:cubicBezTo>
                    <a:pt x="62726" y="39552"/>
                    <a:pt x="63074" y="40174"/>
                    <a:pt x="63348" y="40797"/>
                  </a:cubicBezTo>
                  <a:cubicBezTo>
                    <a:pt x="63323" y="40797"/>
                    <a:pt x="63323" y="40797"/>
                    <a:pt x="63298" y="40821"/>
                  </a:cubicBezTo>
                  <a:cubicBezTo>
                    <a:pt x="62975" y="40199"/>
                    <a:pt x="62676" y="39577"/>
                    <a:pt x="62328" y="38955"/>
                  </a:cubicBezTo>
                  <a:cubicBezTo>
                    <a:pt x="62352" y="38955"/>
                    <a:pt x="62352" y="38930"/>
                    <a:pt x="62402" y="38930"/>
                  </a:cubicBezTo>
                  <a:close/>
                  <a:moveTo>
                    <a:pt x="75296" y="40797"/>
                  </a:moveTo>
                  <a:cubicBezTo>
                    <a:pt x="75296" y="40797"/>
                    <a:pt x="75346" y="40797"/>
                    <a:pt x="75346" y="40821"/>
                  </a:cubicBezTo>
                  <a:lnTo>
                    <a:pt x="75346" y="40846"/>
                  </a:lnTo>
                  <a:lnTo>
                    <a:pt x="75296" y="40846"/>
                  </a:lnTo>
                  <a:lnTo>
                    <a:pt x="75296" y="40821"/>
                  </a:lnTo>
                  <a:lnTo>
                    <a:pt x="75271" y="40797"/>
                  </a:lnTo>
                  <a:close/>
                  <a:moveTo>
                    <a:pt x="74474" y="40672"/>
                  </a:moveTo>
                  <a:cubicBezTo>
                    <a:pt x="74549" y="40722"/>
                    <a:pt x="74624" y="40797"/>
                    <a:pt x="74723" y="40846"/>
                  </a:cubicBezTo>
                  <a:cubicBezTo>
                    <a:pt x="74674" y="40846"/>
                    <a:pt x="74674" y="40871"/>
                    <a:pt x="74649" y="40871"/>
                  </a:cubicBezTo>
                  <a:cubicBezTo>
                    <a:pt x="74599" y="40821"/>
                    <a:pt x="74524" y="40797"/>
                    <a:pt x="74474" y="40722"/>
                  </a:cubicBezTo>
                  <a:lnTo>
                    <a:pt x="74474" y="40672"/>
                  </a:lnTo>
                  <a:close/>
                  <a:moveTo>
                    <a:pt x="65581" y="40284"/>
                  </a:moveTo>
                  <a:lnTo>
                    <a:pt x="65581" y="40284"/>
                  </a:lnTo>
                  <a:cubicBezTo>
                    <a:pt x="65583" y="40288"/>
                    <a:pt x="65585" y="40293"/>
                    <a:pt x="65588" y="40299"/>
                  </a:cubicBezTo>
                  <a:cubicBezTo>
                    <a:pt x="65538" y="40299"/>
                    <a:pt x="65514" y="40324"/>
                    <a:pt x="65439" y="40324"/>
                  </a:cubicBezTo>
                  <a:cubicBezTo>
                    <a:pt x="65389" y="40349"/>
                    <a:pt x="65314" y="40349"/>
                    <a:pt x="65240" y="40398"/>
                  </a:cubicBezTo>
                  <a:cubicBezTo>
                    <a:pt x="65215" y="40398"/>
                    <a:pt x="65190" y="40423"/>
                    <a:pt x="65165" y="40423"/>
                  </a:cubicBezTo>
                  <a:cubicBezTo>
                    <a:pt x="64966" y="40473"/>
                    <a:pt x="64792" y="40548"/>
                    <a:pt x="64617" y="40597"/>
                  </a:cubicBezTo>
                  <a:cubicBezTo>
                    <a:pt x="64543" y="40622"/>
                    <a:pt x="64443" y="40672"/>
                    <a:pt x="64369" y="40697"/>
                  </a:cubicBezTo>
                  <a:cubicBezTo>
                    <a:pt x="64194" y="40747"/>
                    <a:pt x="63970" y="40846"/>
                    <a:pt x="63746" y="40921"/>
                  </a:cubicBezTo>
                  <a:cubicBezTo>
                    <a:pt x="63721" y="40921"/>
                    <a:pt x="63697" y="40946"/>
                    <a:pt x="63672" y="40946"/>
                  </a:cubicBezTo>
                  <a:lnTo>
                    <a:pt x="63672" y="40921"/>
                  </a:lnTo>
                  <a:lnTo>
                    <a:pt x="63672" y="40871"/>
                  </a:lnTo>
                  <a:cubicBezTo>
                    <a:pt x="63921" y="40797"/>
                    <a:pt x="64120" y="40697"/>
                    <a:pt x="64369" y="40622"/>
                  </a:cubicBezTo>
                  <a:cubicBezTo>
                    <a:pt x="64443" y="40597"/>
                    <a:pt x="64493" y="40597"/>
                    <a:pt x="64568" y="40573"/>
                  </a:cubicBezTo>
                  <a:cubicBezTo>
                    <a:pt x="64692" y="40523"/>
                    <a:pt x="64842" y="40473"/>
                    <a:pt x="64966" y="40448"/>
                  </a:cubicBezTo>
                  <a:cubicBezTo>
                    <a:pt x="65066" y="40423"/>
                    <a:pt x="65165" y="40398"/>
                    <a:pt x="65290" y="40349"/>
                  </a:cubicBezTo>
                  <a:cubicBezTo>
                    <a:pt x="65389" y="40324"/>
                    <a:pt x="65439" y="40324"/>
                    <a:pt x="65538" y="40299"/>
                  </a:cubicBezTo>
                  <a:cubicBezTo>
                    <a:pt x="65555" y="40299"/>
                    <a:pt x="65572" y="40299"/>
                    <a:pt x="65581" y="40284"/>
                  </a:cubicBezTo>
                  <a:close/>
                  <a:moveTo>
                    <a:pt x="63448" y="40946"/>
                  </a:moveTo>
                  <a:cubicBezTo>
                    <a:pt x="63448" y="40946"/>
                    <a:pt x="63448" y="40971"/>
                    <a:pt x="63473" y="40971"/>
                  </a:cubicBezTo>
                  <a:lnTo>
                    <a:pt x="63473" y="41021"/>
                  </a:lnTo>
                  <a:lnTo>
                    <a:pt x="63423" y="41021"/>
                  </a:lnTo>
                  <a:lnTo>
                    <a:pt x="63423" y="40971"/>
                  </a:lnTo>
                  <a:cubicBezTo>
                    <a:pt x="63406" y="40987"/>
                    <a:pt x="63395" y="40993"/>
                    <a:pt x="63388" y="40993"/>
                  </a:cubicBezTo>
                  <a:cubicBezTo>
                    <a:pt x="63373" y="40993"/>
                    <a:pt x="63373" y="40971"/>
                    <a:pt x="63373" y="40971"/>
                  </a:cubicBezTo>
                  <a:cubicBezTo>
                    <a:pt x="63423" y="40971"/>
                    <a:pt x="63423" y="40946"/>
                    <a:pt x="63448" y="40946"/>
                  </a:cubicBezTo>
                  <a:close/>
                  <a:moveTo>
                    <a:pt x="74823" y="40971"/>
                  </a:moveTo>
                  <a:lnTo>
                    <a:pt x="74898" y="41046"/>
                  </a:lnTo>
                  <a:cubicBezTo>
                    <a:pt x="74873" y="41046"/>
                    <a:pt x="74873" y="41070"/>
                    <a:pt x="74848" y="41070"/>
                  </a:cubicBezTo>
                  <a:lnTo>
                    <a:pt x="74798" y="41046"/>
                  </a:lnTo>
                  <a:lnTo>
                    <a:pt x="74773" y="41021"/>
                  </a:lnTo>
                  <a:cubicBezTo>
                    <a:pt x="74798" y="41021"/>
                    <a:pt x="74798" y="40971"/>
                    <a:pt x="74823" y="40971"/>
                  </a:cubicBezTo>
                  <a:close/>
                  <a:moveTo>
                    <a:pt x="74250" y="40722"/>
                  </a:moveTo>
                  <a:cubicBezTo>
                    <a:pt x="74250" y="40772"/>
                    <a:pt x="74275" y="40797"/>
                    <a:pt x="74300" y="40797"/>
                  </a:cubicBezTo>
                  <a:cubicBezTo>
                    <a:pt x="74300" y="40896"/>
                    <a:pt x="74275" y="40971"/>
                    <a:pt x="74275" y="41070"/>
                  </a:cubicBezTo>
                  <a:cubicBezTo>
                    <a:pt x="74250" y="41070"/>
                    <a:pt x="74250" y="41095"/>
                    <a:pt x="74225" y="41095"/>
                  </a:cubicBezTo>
                  <a:cubicBezTo>
                    <a:pt x="74225" y="40971"/>
                    <a:pt x="74250" y="40846"/>
                    <a:pt x="74250" y="40722"/>
                  </a:cubicBezTo>
                  <a:close/>
                  <a:moveTo>
                    <a:pt x="74649" y="41095"/>
                  </a:moveTo>
                  <a:lnTo>
                    <a:pt x="74674" y="41145"/>
                  </a:lnTo>
                  <a:cubicBezTo>
                    <a:pt x="74599" y="41170"/>
                    <a:pt x="74524" y="41220"/>
                    <a:pt x="74425" y="41270"/>
                  </a:cubicBezTo>
                  <a:lnTo>
                    <a:pt x="74425" y="41220"/>
                  </a:lnTo>
                  <a:lnTo>
                    <a:pt x="74425" y="41195"/>
                  </a:lnTo>
                  <a:cubicBezTo>
                    <a:pt x="74499" y="41195"/>
                    <a:pt x="74549" y="41170"/>
                    <a:pt x="74649" y="41095"/>
                  </a:cubicBezTo>
                  <a:close/>
                  <a:moveTo>
                    <a:pt x="74051" y="40672"/>
                  </a:moveTo>
                  <a:cubicBezTo>
                    <a:pt x="74026" y="40846"/>
                    <a:pt x="74026" y="41046"/>
                    <a:pt x="74001" y="41220"/>
                  </a:cubicBezTo>
                  <a:lnTo>
                    <a:pt x="73802" y="41319"/>
                  </a:lnTo>
                  <a:cubicBezTo>
                    <a:pt x="73902" y="41095"/>
                    <a:pt x="74001" y="40896"/>
                    <a:pt x="74051" y="40672"/>
                  </a:cubicBezTo>
                  <a:close/>
                  <a:moveTo>
                    <a:pt x="74250" y="41319"/>
                  </a:moveTo>
                  <a:lnTo>
                    <a:pt x="74250" y="41344"/>
                  </a:lnTo>
                  <a:lnTo>
                    <a:pt x="74250" y="41369"/>
                  </a:lnTo>
                  <a:cubicBezTo>
                    <a:pt x="74225" y="41369"/>
                    <a:pt x="74225" y="41419"/>
                    <a:pt x="74176" y="41419"/>
                  </a:cubicBezTo>
                  <a:lnTo>
                    <a:pt x="74176" y="41369"/>
                  </a:lnTo>
                  <a:lnTo>
                    <a:pt x="74176" y="41344"/>
                  </a:lnTo>
                  <a:cubicBezTo>
                    <a:pt x="74176" y="41344"/>
                    <a:pt x="74225" y="41344"/>
                    <a:pt x="74250" y="41319"/>
                  </a:cubicBezTo>
                  <a:close/>
                  <a:moveTo>
                    <a:pt x="75520" y="41220"/>
                  </a:moveTo>
                  <a:lnTo>
                    <a:pt x="75545" y="41270"/>
                  </a:lnTo>
                  <a:lnTo>
                    <a:pt x="75594" y="41294"/>
                  </a:lnTo>
                  <a:cubicBezTo>
                    <a:pt x="75619" y="41319"/>
                    <a:pt x="75619" y="41344"/>
                    <a:pt x="75669" y="41419"/>
                  </a:cubicBezTo>
                  <a:cubicBezTo>
                    <a:pt x="75644" y="41419"/>
                    <a:pt x="75644" y="41394"/>
                    <a:pt x="75619" y="41394"/>
                  </a:cubicBezTo>
                  <a:lnTo>
                    <a:pt x="75570" y="41344"/>
                  </a:lnTo>
                  <a:cubicBezTo>
                    <a:pt x="75545" y="41319"/>
                    <a:pt x="75520" y="41270"/>
                    <a:pt x="75520" y="41220"/>
                  </a:cubicBezTo>
                  <a:close/>
                  <a:moveTo>
                    <a:pt x="73902" y="40573"/>
                  </a:moveTo>
                  <a:lnTo>
                    <a:pt x="73902" y="40573"/>
                  </a:lnTo>
                  <a:cubicBezTo>
                    <a:pt x="73777" y="40871"/>
                    <a:pt x="73653" y="41170"/>
                    <a:pt x="73529" y="41469"/>
                  </a:cubicBezTo>
                  <a:lnTo>
                    <a:pt x="73504" y="41494"/>
                  </a:lnTo>
                  <a:cubicBezTo>
                    <a:pt x="73628" y="41170"/>
                    <a:pt x="73753" y="40871"/>
                    <a:pt x="73902" y="40573"/>
                  </a:cubicBezTo>
                  <a:close/>
                  <a:moveTo>
                    <a:pt x="75047" y="41170"/>
                  </a:moveTo>
                  <a:cubicBezTo>
                    <a:pt x="75146" y="41270"/>
                    <a:pt x="75271" y="41344"/>
                    <a:pt x="75370" y="41419"/>
                  </a:cubicBezTo>
                  <a:cubicBezTo>
                    <a:pt x="75395" y="41444"/>
                    <a:pt x="75395" y="41518"/>
                    <a:pt x="75420" y="41543"/>
                  </a:cubicBezTo>
                  <a:cubicBezTo>
                    <a:pt x="75271" y="41419"/>
                    <a:pt x="75122" y="41319"/>
                    <a:pt x="74997" y="41195"/>
                  </a:cubicBezTo>
                  <a:cubicBezTo>
                    <a:pt x="75022" y="41195"/>
                    <a:pt x="75047" y="41195"/>
                    <a:pt x="75047" y="41170"/>
                  </a:cubicBezTo>
                  <a:close/>
                  <a:moveTo>
                    <a:pt x="73499" y="40921"/>
                  </a:moveTo>
                  <a:cubicBezTo>
                    <a:pt x="73475" y="41011"/>
                    <a:pt x="73448" y="41107"/>
                    <a:pt x="73404" y="41195"/>
                  </a:cubicBezTo>
                  <a:cubicBezTo>
                    <a:pt x="73354" y="41319"/>
                    <a:pt x="73280" y="41469"/>
                    <a:pt x="73230" y="41593"/>
                  </a:cubicBezTo>
                  <a:cubicBezTo>
                    <a:pt x="73230" y="41638"/>
                    <a:pt x="73230" y="41642"/>
                    <a:pt x="73192" y="41662"/>
                  </a:cubicBezTo>
                  <a:lnTo>
                    <a:pt x="73192" y="41662"/>
                  </a:lnTo>
                  <a:cubicBezTo>
                    <a:pt x="73284" y="41423"/>
                    <a:pt x="73335" y="41185"/>
                    <a:pt x="73454" y="40946"/>
                  </a:cubicBezTo>
                  <a:cubicBezTo>
                    <a:pt x="73454" y="40946"/>
                    <a:pt x="73454" y="40923"/>
                    <a:pt x="73499" y="40921"/>
                  </a:cubicBezTo>
                  <a:close/>
                  <a:moveTo>
                    <a:pt x="73977" y="41469"/>
                  </a:moveTo>
                  <a:lnTo>
                    <a:pt x="73977" y="41518"/>
                  </a:lnTo>
                  <a:lnTo>
                    <a:pt x="73977" y="41543"/>
                  </a:lnTo>
                  <a:cubicBezTo>
                    <a:pt x="73852" y="41593"/>
                    <a:pt x="73753" y="41668"/>
                    <a:pt x="73628" y="41693"/>
                  </a:cubicBezTo>
                  <a:cubicBezTo>
                    <a:pt x="73628" y="41693"/>
                    <a:pt x="73628" y="41668"/>
                    <a:pt x="73653" y="41668"/>
                  </a:cubicBezTo>
                  <a:lnTo>
                    <a:pt x="73653" y="41643"/>
                  </a:lnTo>
                  <a:cubicBezTo>
                    <a:pt x="73753" y="41568"/>
                    <a:pt x="73852" y="41543"/>
                    <a:pt x="73977" y="41469"/>
                  </a:cubicBezTo>
                  <a:close/>
                  <a:moveTo>
                    <a:pt x="75993" y="41643"/>
                  </a:moveTo>
                  <a:lnTo>
                    <a:pt x="75993" y="41643"/>
                  </a:lnTo>
                  <a:cubicBezTo>
                    <a:pt x="76043" y="41668"/>
                    <a:pt x="76092" y="41693"/>
                    <a:pt x="76142" y="41767"/>
                  </a:cubicBezTo>
                  <a:lnTo>
                    <a:pt x="76267" y="41892"/>
                  </a:lnTo>
                  <a:cubicBezTo>
                    <a:pt x="76192" y="41817"/>
                    <a:pt x="76142" y="41792"/>
                    <a:pt x="76043" y="41718"/>
                  </a:cubicBezTo>
                  <a:cubicBezTo>
                    <a:pt x="76018" y="41693"/>
                    <a:pt x="76018" y="41668"/>
                    <a:pt x="75993" y="41643"/>
                  </a:cubicBezTo>
                  <a:close/>
                  <a:moveTo>
                    <a:pt x="75819" y="41792"/>
                  </a:moveTo>
                  <a:cubicBezTo>
                    <a:pt x="75868" y="41792"/>
                    <a:pt x="75868" y="41817"/>
                    <a:pt x="75893" y="41817"/>
                  </a:cubicBezTo>
                  <a:cubicBezTo>
                    <a:pt x="75918" y="41842"/>
                    <a:pt x="75918" y="41867"/>
                    <a:pt x="75943" y="41917"/>
                  </a:cubicBezTo>
                  <a:lnTo>
                    <a:pt x="75893" y="41842"/>
                  </a:lnTo>
                  <a:lnTo>
                    <a:pt x="75868" y="41817"/>
                  </a:lnTo>
                  <a:cubicBezTo>
                    <a:pt x="75819" y="41817"/>
                    <a:pt x="75819" y="41792"/>
                    <a:pt x="75819" y="41792"/>
                  </a:cubicBezTo>
                  <a:close/>
                  <a:moveTo>
                    <a:pt x="76540" y="41817"/>
                  </a:moveTo>
                  <a:cubicBezTo>
                    <a:pt x="76590" y="41842"/>
                    <a:pt x="76640" y="41917"/>
                    <a:pt x="76665" y="41966"/>
                  </a:cubicBezTo>
                  <a:cubicBezTo>
                    <a:pt x="76665" y="41966"/>
                    <a:pt x="76665" y="42016"/>
                    <a:pt x="76715" y="42016"/>
                  </a:cubicBezTo>
                  <a:cubicBezTo>
                    <a:pt x="76739" y="42066"/>
                    <a:pt x="76789" y="42091"/>
                    <a:pt x="76839" y="42166"/>
                  </a:cubicBezTo>
                  <a:cubicBezTo>
                    <a:pt x="76764" y="42091"/>
                    <a:pt x="76715" y="42041"/>
                    <a:pt x="76640" y="42016"/>
                  </a:cubicBezTo>
                  <a:cubicBezTo>
                    <a:pt x="76615" y="41942"/>
                    <a:pt x="76590" y="41917"/>
                    <a:pt x="76515" y="41842"/>
                  </a:cubicBezTo>
                  <a:lnTo>
                    <a:pt x="76540" y="41817"/>
                  </a:lnTo>
                  <a:close/>
                  <a:moveTo>
                    <a:pt x="78955" y="39353"/>
                  </a:moveTo>
                  <a:lnTo>
                    <a:pt x="78955" y="39353"/>
                  </a:lnTo>
                  <a:cubicBezTo>
                    <a:pt x="78482" y="40349"/>
                    <a:pt x="77984" y="41344"/>
                    <a:pt x="77461" y="42340"/>
                  </a:cubicBezTo>
                  <a:cubicBezTo>
                    <a:pt x="77387" y="42315"/>
                    <a:pt x="77362" y="42265"/>
                    <a:pt x="77287" y="42215"/>
                  </a:cubicBezTo>
                  <a:cubicBezTo>
                    <a:pt x="77138" y="42066"/>
                    <a:pt x="76963" y="41917"/>
                    <a:pt x="76764" y="41718"/>
                  </a:cubicBezTo>
                  <a:lnTo>
                    <a:pt x="76665" y="41643"/>
                  </a:lnTo>
                  <a:lnTo>
                    <a:pt x="76665" y="41444"/>
                  </a:lnTo>
                  <a:lnTo>
                    <a:pt x="76590" y="41543"/>
                  </a:lnTo>
                  <a:cubicBezTo>
                    <a:pt x="76491" y="41419"/>
                    <a:pt x="76391" y="41319"/>
                    <a:pt x="76291" y="41195"/>
                  </a:cubicBezTo>
                  <a:lnTo>
                    <a:pt x="76242" y="41145"/>
                  </a:lnTo>
                  <a:cubicBezTo>
                    <a:pt x="76117" y="41021"/>
                    <a:pt x="76018" y="40871"/>
                    <a:pt x="75893" y="40772"/>
                  </a:cubicBezTo>
                  <a:cubicBezTo>
                    <a:pt x="76391" y="40523"/>
                    <a:pt x="76864" y="40299"/>
                    <a:pt x="77362" y="40075"/>
                  </a:cubicBezTo>
                  <a:lnTo>
                    <a:pt x="77536" y="39975"/>
                  </a:lnTo>
                  <a:cubicBezTo>
                    <a:pt x="78009" y="39776"/>
                    <a:pt x="78482" y="39577"/>
                    <a:pt x="78955" y="39353"/>
                  </a:cubicBezTo>
                  <a:close/>
                  <a:moveTo>
                    <a:pt x="90554" y="36217"/>
                  </a:moveTo>
                  <a:cubicBezTo>
                    <a:pt x="89733" y="38233"/>
                    <a:pt x="88787" y="40349"/>
                    <a:pt x="87716" y="42464"/>
                  </a:cubicBezTo>
                  <a:lnTo>
                    <a:pt x="87667" y="42464"/>
                  </a:lnTo>
                  <a:cubicBezTo>
                    <a:pt x="88737" y="40349"/>
                    <a:pt x="89683" y="38283"/>
                    <a:pt x="90479" y="36217"/>
                  </a:cubicBezTo>
                  <a:close/>
                  <a:moveTo>
                    <a:pt x="76288" y="42150"/>
                  </a:moveTo>
                  <a:lnTo>
                    <a:pt x="76288" y="42150"/>
                  </a:lnTo>
                  <a:cubicBezTo>
                    <a:pt x="76455" y="42224"/>
                    <a:pt x="76620" y="42319"/>
                    <a:pt x="76739" y="42415"/>
                  </a:cubicBezTo>
                  <a:cubicBezTo>
                    <a:pt x="76764" y="42439"/>
                    <a:pt x="76789" y="42464"/>
                    <a:pt x="76839" y="42539"/>
                  </a:cubicBezTo>
                  <a:lnTo>
                    <a:pt x="76366" y="42265"/>
                  </a:lnTo>
                  <a:cubicBezTo>
                    <a:pt x="76366" y="42215"/>
                    <a:pt x="76341" y="42215"/>
                    <a:pt x="76341" y="42190"/>
                  </a:cubicBezTo>
                  <a:cubicBezTo>
                    <a:pt x="76310" y="42175"/>
                    <a:pt x="76299" y="42160"/>
                    <a:pt x="76288" y="42150"/>
                  </a:cubicBezTo>
                  <a:close/>
                  <a:moveTo>
                    <a:pt x="79303" y="39228"/>
                  </a:moveTo>
                  <a:lnTo>
                    <a:pt x="79303" y="39228"/>
                  </a:lnTo>
                  <a:cubicBezTo>
                    <a:pt x="78781" y="40324"/>
                    <a:pt x="78233" y="41419"/>
                    <a:pt x="77660" y="42539"/>
                  </a:cubicBezTo>
                  <a:lnTo>
                    <a:pt x="77636" y="42514"/>
                  </a:lnTo>
                  <a:cubicBezTo>
                    <a:pt x="78233" y="41419"/>
                    <a:pt x="78756" y="40324"/>
                    <a:pt x="79253" y="39278"/>
                  </a:cubicBezTo>
                  <a:cubicBezTo>
                    <a:pt x="79278" y="39278"/>
                    <a:pt x="79278" y="39278"/>
                    <a:pt x="79303" y="39228"/>
                  </a:cubicBezTo>
                  <a:close/>
                  <a:moveTo>
                    <a:pt x="87617" y="42663"/>
                  </a:moveTo>
                  <a:cubicBezTo>
                    <a:pt x="87592" y="42663"/>
                    <a:pt x="87592" y="42688"/>
                    <a:pt x="87592" y="42713"/>
                  </a:cubicBezTo>
                  <a:lnTo>
                    <a:pt x="87542" y="42713"/>
                  </a:lnTo>
                  <a:cubicBezTo>
                    <a:pt x="87542" y="42688"/>
                    <a:pt x="87567" y="42688"/>
                    <a:pt x="87567" y="42663"/>
                  </a:cubicBezTo>
                  <a:close/>
                  <a:moveTo>
                    <a:pt x="72782" y="42166"/>
                  </a:moveTo>
                  <a:cubicBezTo>
                    <a:pt x="72782" y="42190"/>
                    <a:pt x="72782" y="42191"/>
                    <a:pt x="72757" y="42215"/>
                  </a:cubicBezTo>
                  <a:lnTo>
                    <a:pt x="72757" y="42265"/>
                  </a:lnTo>
                  <a:cubicBezTo>
                    <a:pt x="72404" y="42417"/>
                    <a:pt x="72057" y="42594"/>
                    <a:pt x="71710" y="42790"/>
                  </a:cubicBezTo>
                  <a:lnTo>
                    <a:pt x="71710" y="42790"/>
                  </a:lnTo>
                  <a:cubicBezTo>
                    <a:pt x="72019" y="42611"/>
                    <a:pt x="72326" y="42436"/>
                    <a:pt x="72632" y="42265"/>
                  </a:cubicBezTo>
                  <a:cubicBezTo>
                    <a:pt x="72657" y="42215"/>
                    <a:pt x="72707" y="42190"/>
                    <a:pt x="72757" y="42190"/>
                  </a:cubicBezTo>
                  <a:cubicBezTo>
                    <a:pt x="72757" y="42190"/>
                    <a:pt x="72782" y="42190"/>
                    <a:pt x="72782" y="42166"/>
                  </a:cubicBezTo>
                  <a:close/>
                  <a:moveTo>
                    <a:pt x="76615" y="42589"/>
                  </a:moveTo>
                  <a:lnTo>
                    <a:pt x="76615" y="42589"/>
                  </a:lnTo>
                  <a:cubicBezTo>
                    <a:pt x="76764" y="42713"/>
                    <a:pt x="76914" y="42813"/>
                    <a:pt x="77063" y="42912"/>
                  </a:cubicBezTo>
                  <a:cubicBezTo>
                    <a:pt x="77113" y="42937"/>
                    <a:pt x="77113" y="42962"/>
                    <a:pt x="77138" y="42962"/>
                  </a:cubicBezTo>
                  <a:cubicBezTo>
                    <a:pt x="77113" y="43037"/>
                    <a:pt x="77063" y="43087"/>
                    <a:pt x="77013" y="43161"/>
                  </a:cubicBezTo>
                  <a:cubicBezTo>
                    <a:pt x="76963" y="43087"/>
                    <a:pt x="76914" y="43037"/>
                    <a:pt x="76864" y="42962"/>
                  </a:cubicBezTo>
                  <a:cubicBezTo>
                    <a:pt x="76764" y="42838"/>
                    <a:pt x="76715" y="42713"/>
                    <a:pt x="76615" y="42589"/>
                  </a:cubicBezTo>
                  <a:close/>
                  <a:moveTo>
                    <a:pt x="90255" y="36242"/>
                  </a:moveTo>
                  <a:lnTo>
                    <a:pt x="90255" y="36242"/>
                  </a:lnTo>
                  <a:cubicBezTo>
                    <a:pt x="89459" y="38283"/>
                    <a:pt x="88538" y="40349"/>
                    <a:pt x="87443" y="42464"/>
                  </a:cubicBezTo>
                  <a:cubicBezTo>
                    <a:pt x="87265" y="42460"/>
                    <a:pt x="87086" y="42458"/>
                    <a:pt x="86906" y="42458"/>
                  </a:cubicBezTo>
                  <a:cubicBezTo>
                    <a:pt x="85085" y="42458"/>
                    <a:pt x="83109" y="42688"/>
                    <a:pt x="81071" y="43186"/>
                  </a:cubicBezTo>
                  <a:cubicBezTo>
                    <a:pt x="82738" y="41817"/>
                    <a:pt x="84107" y="39826"/>
                    <a:pt x="85078" y="37237"/>
                  </a:cubicBezTo>
                  <a:cubicBezTo>
                    <a:pt x="86571" y="36839"/>
                    <a:pt x="87990" y="36540"/>
                    <a:pt x="89384" y="36341"/>
                  </a:cubicBezTo>
                  <a:cubicBezTo>
                    <a:pt x="89484" y="36341"/>
                    <a:pt x="89583" y="36316"/>
                    <a:pt x="89683" y="36316"/>
                  </a:cubicBezTo>
                  <a:cubicBezTo>
                    <a:pt x="89857" y="36291"/>
                    <a:pt x="90081" y="36291"/>
                    <a:pt x="90255" y="36242"/>
                  </a:cubicBezTo>
                  <a:close/>
                  <a:moveTo>
                    <a:pt x="93641" y="35993"/>
                  </a:moveTo>
                  <a:cubicBezTo>
                    <a:pt x="94188" y="35993"/>
                    <a:pt x="94761" y="35993"/>
                    <a:pt x="95283" y="36067"/>
                  </a:cubicBezTo>
                  <a:lnTo>
                    <a:pt x="95308" y="36067"/>
                  </a:lnTo>
                  <a:cubicBezTo>
                    <a:pt x="96702" y="36441"/>
                    <a:pt x="98121" y="36914"/>
                    <a:pt x="99490" y="37461"/>
                  </a:cubicBezTo>
                  <a:cubicBezTo>
                    <a:pt x="97250" y="40050"/>
                    <a:pt x="94562" y="41991"/>
                    <a:pt x="91724" y="43211"/>
                  </a:cubicBezTo>
                  <a:cubicBezTo>
                    <a:pt x="90554" y="42813"/>
                    <a:pt x="89285" y="42564"/>
                    <a:pt x="87916" y="42464"/>
                  </a:cubicBezTo>
                  <a:cubicBezTo>
                    <a:pt x="88986" y="40349"/>
                    <a:pt x="89932" y="38233"/>
                    <a:pt x="90728" y="36142"/>
                  </a:cubicBezTo>
                  <a:cubicBezTo>
                    <a:pt x="90927" y="36117"/>
                    <a:pt x="91102" y="36092"/>
                    <a:pt x="91301" y="36092"/>
                  </a:cubicBezTo>
                  <a:cubicBezTo>
                    <a:pt x="91450" y="36092"/>
                    <a:pt x="91599" y="36067"/>
                    <a:pt x="91774" y="36067"/>
                  </a:cubicBezTo>
                  <a:cubicBezTo>
                    <a:pt x="92396" y="36042"/>
                    <a:pt x="92968" y="35993"/>
                    <a:pt x="93591" y="35993"/>
                  </a:cubicBezTo>
                  <a:close/>
                  <a:moveTo>
                    <a:pt x="84829" y="37287"/>
                  </a:moveTo>
                  <a:cubicBezTo>
                    <a:pt x="83833" y="39925"/>
                    <a:pt x="82390" y="41966"/>
                    <a:pt x="80598" y="43286"/>
                  </a:cubicBezTo>
                  <a:cubicBezTo>
                    <a:pt x="80523" y="43286"/>
                    <a:pt x="80473" y="43311"/>
                    <a:pt x="80398" y="43311"/>
                  </a:cubicBezTo>
                  <a:cubicBezTo>
                    <a:pt x="82240" y="42016"/>
                    <a:pt x="83709" y="39975"/>
                    <a:pt x="84730" y="37312"/>
                  </a:cubicBezTo>
                  <a:cubicBezTo>
                    <a:pt x="84754" y="37312"/>
                    <a:pt x="84779" y="37287"/>
                    <a:pt x="84829" y="37287"/>
                  </a:cubicBezTo>
                  <a:close/>
                  <a:moveTo>
                    <a:pt x="99664" y="37536"/>
                  </a:moveTo>
                  <a:cubicBezTo>
                    <a:pt x="99689" y="37561"/>
                    <a:pt x="99739" y="37561"/>
                    <a:pt x="99764" y="37561"/>
                  </a:cubicBezTo>
                  <a:cubicBezTo>
                    <a:pt x="97548" y="40149"/>
                    <a:pt x="94910" y="42091"/>
                    <a:pt x="92072" y="43335"/>
                  </a:cubicBezTo>
                  <a:cubicBezTo>
                    <a:pt x="92048" y="43335"/>
                    <a:pt x="92023" y="43311"/>
                    <a:pt x="91973" y="43311"/>
                  </a:cubicBezTo>
                  <a:cubicBezTo>
                    <a:pt x="94810" y="42066"/>
                    <a:pt x="97449" y="40100"/>
                    <a:pt x="99664" y="37536"/>
                  </a:cubicBezTo>
                  <a:close/>
                  <a:moveTo>
                    <a:pt x="87816" y="42663"/>
                  </a:moveTo>
                  <a:cubicBezTo>
                    <a:pt x="89110" y="42763"/>
                    <a:pt x="90330" y="42962"/>
                    <a:pt x="91450" y="43335"/>
                  </a:cubicBezTo>
                  <a:cubicBezTo>
                    <a:pt x="91425" y="43335"/>
                    <a:pt x="91400" y="43360"/>
                    <a:pt x="91351" y="43360"/>
                  </a:cubicBezTo>
                  <a:cubicBezTo>
                    <a:pt x="90280" y="43012"/>
                    <a:pt x="89061" y="42788"/>
                    <a:pt x="87791" y="42713"/>
                  </a:cubicBezTo>
                  <a:cubicBezTo>
                    <a:pt x="87791" y="42688"/>
                    <a:pt x="87816" y="42688"/>
                    <a:pt x="87816" y="42663"/>
                  </a:cubicBezTo>
                  <a:close/>
                  <a:moveTo>
                    <a:pt x="70417" y="39801"/>
                  </a:moveTo>
                  <a:cubicBezTo>
                    <a:pt x="70815" y="39801"/>
                    <a:pt x="71239" y="39826"/>
                    <a:pt x="71612" y="39851"/>
                  </a:cubicBezTo>
                  <a:cubicBezTo>
                    <a:pt x="71687" y="39851"/>
                    <a:pt x="71786" y="39901"/>
                    <a:pt x="71886" y="39901"/>
                  </a:cubicBezTo>
                  <a:cubicBezTo>
                    <a:pt x="71985" y="39901"/>
                    <a:pt x="72035" y="39925"/>
                    <a:pt x="72135" y="39925"/>
                  </a:cubicBezTo>
                  <a:cubicBezTo>
                    <a:pt x="72384" y="39950"/>
                    <a:pt x="72608" y="39975"/>
                    <a:pt x="72856" y="40050"/>
                  </a:cubicBezTo>
                  <a:cubicBezTo>
                    <a:pt x="72881" y="40050"/>
                    <a:pt x="72931" y="40050"/>
                    <a:pt x="72981" y="40075"/>
                  </a:cubicBezTo>
                  <a:cubicBezTo>
                    <a:pt x="73130" y="40100"/>
                    <a:pt x="73255" y="40174"/>
                    <a:pt x="73379" y="40199"/>
                  </a:cubicBezTo>
                  <a:cubicBezTo>
                    <a:pt x="73404" y="40199"/>
                    <a:pt x="73479" y="40224"/>
                    <a:pt x="73504" y="40224"/>
                  </a:cubicBezTo>
                  <a:cubicBezTo>
                    <a:pt x="73479" y="40398"/>
                    <a:pt x="73404" y="40523"/>
                    <a:pt x="73379" y="40672"/>
                  </a:cubicBezTo>
                  <a:cubicBezTo>
                    <a:pt x="73180" y="41070"/>
                    <a:pt x="73031" y="41469"/>
                    <a:pt x="72906" y="41817"/>
                  </a:cubicBezTo>
                  <a:cubicBezTo>
                    <a:pt x="72782" y="41867"/>
                    <a:pt x="72657" y="41942"/>
                    <a:pt x="72533" y="42041"/>
                  </a:cubicBezTo>
                  <a:cubicBezTo>
                    <a:pt x="72508" y="42066"/>
                    <a:pt x="72433" y="42066"/>
                    <a:pt x="72408" y="42091"/>
                  </a:cubicBezTo>
                  <a:lnTo>
                    <a:pt x="71935" y="42365"/>
                  </a:lnTo>
                  <a:cubicBezTo>
                    <a:pt x="71687" y="42539"/>
                    <a:pt x="71438" y="42663"/>
                    <a:pt x="71189" y="42813"/>
                  </a:cubicBezTo>
                  <a:cubicBezTo>
                    <a:pt x="70915" y="42962"/>
                    <a:pt x="70666" y="43111"/>
                    <a:pt x="70392" y="43311"/>
                  </a:cubicBezTo>
                  <a:lnTo>
                    <a:pt x="70193" y="43410"/>
                  </a:lnTo>
                  <a:cubicBezTo>
                    <a:pt x="68824" y="42663"/>
                    <a:pt x="67505" y="41643"/>
                    <a:pt x="66211" y="40349"/>
                  </a:cubicBezTo>
                  <a:lnTo>
                    <a:pt x="66584" y="40249"/>
                  </a:lnTo>
                  <a:lnTo>
                    <a:pt x="66659" y="40249"/>
                  </a:lnTo>
                  <a:cubicBezTo>
                    <a:pt x="66808" y="40224"/>
                    <a:pt x="66932" y="40199"/>
                    <a:pt x="67082" y="40174"/>
                  </a:cubicBezTo>
                  <a:cubicBezTo>
                    <a:pt x="67206" y="40125"/>
                    <a:pt x="67380" y="40100"/>
                    <a:pt x="67505" y="40100"/>
                  </a:cubicBezTo>
                  <a:cubicBezTo>
                    <a:pt x="67580" y="40075"/>
                    <a:pt x="67679" y="40075"/>
                    <a:pt x="67779" y="40050"/>
                  </a:cubicBezTo>
                  <a:cubicBezTo>
                    <a:pt x="67828" y="40050"/>
                    <a:pt x="67903" y="40000"/>
                    <a:pt x="67953" y="40000"/>
                  </a:cubicBezTo>
                  <a:cubicBezTo>
                    <a:pt x="68127" y="39975"/>
                    <a:pt x="68252" y="39975"/>
                    <a:pt x="68401" y="39950"/>
                  </a:cubicBezTo>
                  <a:lnTo>
                    <a:pt x="68501" y="39950"/>
                  </a:lnTo>
                  <a:cubicBezTo>
                    <a:pt x="68575" y="39950"/>
                    <a:pt x="68700" y="39925"/>
                    <a:pt x="68799" y="39925"/>
                  </a:cubicBezTo>
                  <a:cubicBezTo>
                    <a:pt x="68899" y="39925"/>
                    <a:pt x="68949" y="39925"/>
                    <a:pt x="69048" y="39901"/>
                  </a:cubicBezTo>
                  <a:cubicBezTo>
                    <a:pt x="69272" y="39851"/>
                    <a:pt x="69496" y="39851"/>
                    <a:pt x="69695" y="39826"/>
                  </a:cubicBezTo>
                  <a:cubicBezTo>
                    <a:pt x="69944" y="39826"/>
                    <a:pt x="70193" y="39801"/>
                    <a:pt x="70417" y="39801"/>
                  </a:cubicBezTo>
                  <a:close/>
                  <a:moveTo>
                    <a:pt x="76043" y="42240"/>
                  </a:moveTo>
                  <a:cubicBezTo>
                    <a:pt x="76117" y="42290"/>
                    <a:pt x="76142" y="42315"/>
                    <a:pt x="76142" y="42315"/>
                  </a:cubicBezTo>
                  <a:cubicBezTo>
                    <a:pt x="76167" y="42315"/>
                    <a:pt x="76167" y="42340"/>
                    <a:pt x="76192" y="42340"/>
                  </a:cubicBezTo>
                  <a:cubicBezTo>
                    <a:pt x="76267" y="42415"/>
                    <a:pt x="76291" y="42514"/>
                    <a:pt x="76316" y="42564"/>
                  </a:cubicBezTo>
                  <a:cubicBezTo>
                    <a:pt x="76366" y="42614"/>
                    <a:pt x="76391" y="42663"/>
                    <a:pt x="76416" y="42713"/>
                  </a:cubicBezTo>
                  <a:cubicBezTo>
                    <a:pt x="76416" y="42738"/>
                    <a:pt x="76441" y="42738"/>
                    <a:pt x="76441" y="42788"/>
                  </a:cubicBezTo>
                  <a:cubicBezTo>
                    <a:pt x="76515" y="42887"/>
                    <a:pt x="76615" y="42987"/>
                    <a:pt x="76665" y="43087"/>
                  </a:cubicBezTo>
                  <a:cubicBezTo>
                    <a:pt x="76739" y="43186"/>
                    <a:pt x="76789" y="43286"/>
                    <a:pt x="76864" y="43335"/>
                  </a:cubicBezTo>
                  <a:cubicBezTo>
                    <a:pt x="76864" y="43335"/>
                    <a:pt x="76864" y="43360"/>
                    <a:pt x="76814" y="43360"/>
                  </a:cubicBezTo>
                  <a:lnTo>
                    <a:pt x="76814" y="43410"/>
                  </a:lnTo>
                  <a:cubicBezTo>
                    <a:pt x="76789" y="43360"/>
                    <a:pt x="76789" y="43335"/>
                    <a:pt x="76764" y="43311"/>
                  </a:cubicBezTo>
                  <a:cubicBezTo>
                    <a:pt x="76565" y="43037"/>
                    <a:pt x="76366" y="42788"/>
                    <a:pt x="76192" y="42489"/>
                  </a:cubicBezTo>
                  <a:cubicBezTo>
                    <a:pt x="76142" y="42415"/>
                    <a:pt x="76117" y="42340"/>
                    <a:pt x="76043" y="42240"/>
                  </a:cubicBezTo>
                  <a:close/>
                  <a:moveTo>
                    <a:pt x="77262" y="43186"/>
                  </a:moveTo>
                  <a:lnTo>
                    <a:pt x="77287" y="43211"/>
                  </a:lnTo>
                  <a:lnTo>
                    <a:pt x="77212" y="43410"/>
                  </a:lnTo>
                  <a:lnTo>
                    <a:pt x="77163" y="43360"/>
                  </a:lnTo>
                  <a:cubicBezTo>
                    <a:pt x="77212" y="43286"/>
                    <a:pt x="77237" y="43261"/>
                    <a:pt x="77262" y="43186"/>
                  </a:cubicBezTo>
                  <a:close/>
                  <a:moveTo>
                    <a:pt x="91799" y="43435"/>
                  </a:moveTo>
                  <a:cubicBezTo>
                    <a:pt x="91823" y="43435"/>
                    <a:pt x="91823" y="43460"/>
                    <a:pt x="91848" y="43460"/>
                  </a:cubicBezTo>
                  <a:cubicBezTo>
                    <a:pt x="91823" y="43460"/>
                    <a:pt x="91799" y="43510"/>
                    <a:pt x="91774" y="43510"/>
                  </a:cubicBezTo>
                  <a:cubicBezTo>
                    <a:pt x="91724" y="43460"/>
                    <a:pt x="91699" y="43460"/>
                    <a:pt x="91674" y="43460"/>
                  </a:cubicBezTo>
                  <a:cubicBezTo>
                    <a:pt x="91699" y="43460"/>
                    <a:pt x="91724" y="43435"/>
                    <a:pt x="91774" y="43435"/>
                  </a:cubicBezTo>
                  <a:close/>
                  <a:moveTo>
                    <a:pt x="86678" y="42626"/>
                  </a:moveTo>
                  <a:cubicBezTo>
                    <a:pt x="86902" y="42626"/>
                    <a:pt x="87124" y="42630"/>
                    <a:pt x="87343" y="42639"/>
                  </a:cubicBezTo>
                  <a:cubicBezTo>
                    <a:pt x="87343" y="42663"/>
                    <a:pt x="87318" y="42663"/>
                    <a:pt x="87318" y="42688"/>
                  </a:cubicBezTo>
                  <a:cubicBezTo>
                    <a:pt x="87158" y="42684"/>
                    <a:pt x="86996" y="42683"/>
                    <a:pt x="86834" y="42683"/>
                  </a:cubicBezTo>
                  <a:cubicBezTo>
                    <a:pt x="84895" y="42683"/>
                    <a:pt x="82810" y="42955"/>
                    <a:pt x="80579" y="43520"/>
                  </a:cubicBezTo>
                  <a:lnTo>
                    <a:pt x="80579" y="43520"/>
                  </a:lnTo>
                  <a:cubicBezTo>
                    <a:pt x="80625" y="43497"/>
                    <a:pt x="80661" y="43453"/>
                    <a:pt x="80697" y="43435"/>
                  </a:cubicBezTo>
                  <a:cubicBezTo>
                    <a:pt x="82807" y="42902"/>
                    <a:pt x="84819" y="42626"/>
                    <a:pt x="86678" y="42626"/>
                  </a:cubicBezTo>
                  <a:close/>
                  <a:moveTo>
                    <a:pt x="66011" y="40349"/>
                  </a:moveTo>
                  <a:cubicBezTo>
                    <a:pt x="67306" y="41693"/>
                    <a:pt x="68675" y="42713"/>
                    <a:pt x="70044" y="43510"/>
                  </a:cubicBezTo>
                  <a:cubicBezTo>
                    <a:pt x="70019" y="43510"/>
                    <a:pt x="70019" y="43535"/>
                    <a:pt x="69994" y="43535"/>
                  </a:cubicBezTo>
                  <a:cubicBezTo>
                    <a:pt x="68625" y="42738"/>
                    <a:pt x="67256" y="41718"/>
                    <a:pt x="65937" y="40398"/>
                  </a:cubicBezTo>
                  <a:cubicBezTo>
                    <a:pt x="65962" y="40398"/>
                    <a:pt x="65962" y="40398"/>
                    <a:pt x="66011" y="40349"/>
                  </a:cubicBezTo>
                  <a:close/>
                  <a:moveTo>
                    <a:pt x="71451" y="42939"/>
                  </a:moveTo>
                  <a:cubicBezTo>
                    <a:pt x="71199" y="43088"/>
                    <a:pt x="70947" y="43246"/>
                    <a:pt x="70691" y="43410"/>
                  </a:cubicBezTo>
                  <a:cubicBezTo>
                    <a:pt x="70591" y="43460"/>
                    <a:pt x="70542" y="43510"/>
                    <a:pt x="70492" y="43535"/>
                  </a:cubicBezTo>
                  <a:lnTo>
                    <a:pt x="70417" y="43535"/>
                  </a:lnTo>
                  <a:lnTo>
                    <a:pt x="70591" y="43435"/>
                  </a:lnTo>
                  <a:cubicBezTo>
                    <a:pt x="70882" y="43269"/>
                    <a:pt x="71167" y="43103"/>
                    <a:pt x="71451" y="42939"/>
                  </a:cubicBezTo>
                  <a:close/>
                  <a:moveTo>
                    <a:pt x="84506" y="37411"/>
                  </a:moveTo>
                  <a:lnTo>
                    <a:pt x="84506" y="37411"/>
                  </a:lnTo>
                  <a:cubicBezTo>
                    <a:pt x="83435" y="40174"/>
                    <a:pt x="81842" y="42215"/>
                    <a:pt x="79876" y="43460"/>
                  </a:cubicBezTo>
                  <a:cubicBezTo>
                    <a:pt x="79726" y="43510"/>
                    <a:pt x="79577" y="43559"/>
                    <a:pt x="79453" y="43584"/>
                  </a:cubicBezTo>
                  <a:cubicBezTo>
                    <a:pt x="79353" y="43559"/>
                    <a:pt x="79278" y="43535"/>
                    <a:pt x="79204" y="43510"/>
                  </a:cubicBezTo>
                  <a:cubicBezTo>
                    <a:pt x="79154" y="43510"/>
                    <a:pt x="79129" y="43460"/>
                    <a:pt x="79104" y="43460"/>
                  </a:cubicBezTo>
                  <a:cubicBezTo>
                    <a:pt x="78980" y="43410"/>
                    <a:pt x="78855" y="43335"/>
                    <a:pt x="78781" y="43286"/>
                  </a:cubicBezTo>
                  <a:cubicBezTo>
                    <a:pt x="78382" y="43062"/>
                    <a:pt x="78108" y="42838"/>
                    <a:pt x="77835" y="42663"/>
                  </a:cubicBezTo>
                  <a:cubicBezTo>
                    <a:pt x="78457" y="41469"/>
                    <a:pt x="79029" y="40299"/>
                    <a:pt x="79577" y="39154"/>
                  </a:cubicBezTo>
                  <a:cubicBezTo>
                    <a:pt x="81245" y="38432"/>
                    <a:pt x="82888" y="37859"/>
                    <a:pt x="84506" y="37411"/>
                  </a:cubicBezTo>
                  <a:close/>
                  <a:moveTo>
                    <a:pt x="70293" y="43584"/>
                  </a:moveTo>
                  <a:cubicBezTo>
                    <a:pt x="70268" y="43584"/>
                    <a:pt x="70268" y="43634"/>
                    <a:pt x="70243" y="43634"/>
                  </a:cubicBezTo>
                  <a:cubicBezTo>
                    <a:pt x="70243" y="43634"/>
                    <a:pt x="70207" y="43634"/>
                    <a:pt x="70196" y="43603"/>
                  </a:cubicBezTo>
                  <a:lnTo>
                    <a:pt x="70196" y="43603"/>
                  </a:lnTo>
                  <a:cubicBezTo>
                    <a:pt x="70201" y="43593"/>
                    <a:pt x="70208" y="43584"/>
                    <a:pt x="70218" y="43584"/>
                  </a:cubicBezTo>
                  <a:close/>
                  <a:moveTo>
                    <a:pt x="70193" y="43609"/>
                  </a:moveTo>
                  <a:cubicBezTo>
                    <a:pt x="70193" y="43638"/>
                    <a:pt x="70192" y="43649"/>
                    <a:pt x="70187" y="43649"/>
                  </a:cubicBezTo>
                  <a:cubicBezTo>
                    <a:pt x="70183" y="43649"/>
                    <a:pt x="70177" y="43643"/>
                    <a:pt x="70168" y="43634"/>
                  </a:cubicBezTo>
                  <a:lnTo>
                    <a:pt x="70168" y="43634"/>
                  </a:lnTo>
                  <a:cubicBezTo>
                    <a:pt x="70177" y="43642"/>
                    <a:pt x="70182" y="43645"/>
                    <a:pt x="70185" y="43645"/>
                  </a:cubicBezTo>
                  <a:cubicBezTo>
                    <a:pt x="70190" y="43645"/>
                    <a:pt x="70185" y="43634"/>
                    <a:pt x="70168" y="43634"/>
                  </a:cubicBezTo>
                  <a:cubicBezTo>
                    <a:pt x="70181" y="43634"/>
                    <a:pt x="70187" y="43622"/>
                    <a:pt x="70193" y="43609"/>
                  </a:cubicBezTo>
                  <a:close/>
                  <a:moveTo>
                    <a:pt x="77038" y="43535"/>
                  </a:moveTo>
                  <a:lnTo>
                    <a:pt x="77038" y="43559"/>
                  </a:lnTo>
                  <a:lnTo>
                    <a:pt x="77038" y="43584"/>
                  </a:lnTo>
                  <a:lnTo>
                    <a:pt x="77038" y="43634"/>
                  </a:lnTo>
                  <a:lnTo>
                    <a:pt x="77038" y="43659"/>
                  </a:lnTo>
                  <a:cubicBezTo>
                    <a:pt x="77013" y="43634"/>
                    <a:pt x="77013" y="43584"/>
                    <a:pt x="77013" y="43584"/>
                  </a:cubicBezTo>
                  <a:cubicBezTo>
                    <a:pt x="77038" y="43559"/>
                    <a:pt x="77038" y="43559"/>
                    <a:pt x="77038" y="43535"/>
                  </a:cubicBezTo>
                  <a:close/>
                  <a:moveTo>
                    <a:pt x="79062" y="43652"/>
                  </a:moveTo>
                  <a:cubicBezTo>
                    <a:pt x="79097" y="43661"/>
                    <a:pt x="79120" y="43667"/>
                    <a:pt x="79154" y="43684"/>
                  </a:cubicBezTo>
                  <a:lnTo>
                    <a:pt x="79129" y="43684"/>
                  </a:lnTo>
                  <a:cubicBezTo>
                    <a:pt x="79106" y="43672"/>
                    <a:pt x="79082" y="43661"/>
                    <a:pt x="79062" y="43652"/>
                  </a:cubicBezTo>
                  <a:close/>
                  <a:moveTo>
                    <a:pt x="80174" y="43584"/>
                  </a:moveTo>
                  <a:lnTo>
                    <a:pt x="80000" y="43684"/>
                  </a:lnTo>
                  <a:cubicBezTo>
                    <a:pt x="79950" y="43709"/>
                    <a:pt x="79876" y="43709"/>
                    <a:pt x="79826" y="43734"/>
                  </a:cubicBezTo>
                  <a:cubicBezTo>
                    <a:pt x="79876" y="43709"/>
                    <a:pt x="79926" y="43684"/>
                    <a:pt x="79975" y="43659"/>
                  </a:cubicBezTo>
                  <a:cubicBezTo>
                    <a:pt x="80025" y="43609"/>
                    <a:pt x="80100" y="43609"/>
                    <a:pt x="80174" y="43584"/>
                  </a:cubicBezTo>
                  <a:close/>
                  <a:moveTo>
                    <a:pt x="77810" y="43311"/>
                  </a:moveTo>
                  <a:cubicBezTo>
                    <a:pt x="77860" y="43335"/>
                    <a:pt x="77909" y="43335"/>
                    <a:pt x="77934" y="43385"/>
                  </a:cubicBezTo>
                  <a:cubicBezTo>
                    <a:pt x="78133" y="43535"/>
                    <a:pt x="78308" y="43659"/>
                    <a:pt x="78507" y="43784"/>
                  </a:cubicBezTo>
                  <a:lnTo>
                    <a:pt x="78034" y="43784"/>
                  </a:lnTo>
                  <a:cubicBezTo>
                    <a:pt x="78009" y="43759"/>
                    <a:pt x="78009" y="43684"/>
                    <a:pt x="77984" y="43659"/>
                  </a:cubicBezTo>
                  <a:cubicBezTo>
                    <a:pt x="77984" y="43634"/>
                    <a:pt x="77984" y="43634"/>
                    <a:pt x="77959" y="43584"/>
                  </a:cubicBezTo>
                  <a:cubicBezTo>
                    <a:pt x="77909" y="43535"/>
                    <a:pt x="77884" y="43435"/>
                    <a:pt x="77860" y="43385"/>
                  </a:cubicBezTo>
                  <a:cubicBezTo>
                    <a:pt x="77860" y="43335"/>
                    <a:pt x="77810" y="43335"/>
                    <a:pt x="77810" y="43311"/>
                  </a:cubicBezTo>
                  <a:close/>
                  <a:moveTo>
                    <a:pt x="77586" y="43161"/>
                  </a:moveTo>
                  <a:cubicBezTo>
                    <a:pt x="77660" y="43311"/>
                    <a:pt x="77735" y="43460"/>
                    <a:pt x="77835" y="43634"/>
                  </a:cubicBezTo>
                  <a:cubicBezTo>
                    <a:pt x="77785" y="43684"/>
                    <a:pt x="77835" y="43759"/>
                    <a:pt x="77860" y="43808"/>
                  </a:cubicBezTo>
                  <a:lnTo>
                    <a:pt x="77785" y="43808"/>
                  </a:lnTo>
                  <a:cubicBezTo>
                    <a:pt x="77760" y="43709"/>
                    <a:pt x="77685" y="43634"/>
                    <a:pt x="77660" y="43535"/>
                  </a:cubicBezTo>
                  <a:cubicBezTo>
                    <a:pt x="77636" y="43460"/>
                    <a:pt x="77611" y="43435"/>
                    <a:pt x="77611" y="43360"/>
                  </a:cubicBezTo>
                  <a:lnTo>
                    <a:pt x="77611" y="43335"/>
                  </a:lnTo>
                  <a:cubicBezTo>
                    <a:pt x="77561" y="43311"/>
                    <a:pt x="77561" y="43286"/>
                    <a:pt x="77536" y="43211"/>
                  </a:cubicBezTo>
                  <a:cubicBezTo>
                    <a:pt x="77536" y="43211"/>
                    <a:pt x="77536" y="43186"/>
                    <a:pt x="77586" y="43186"/>
                  </a:cubicBezTo>
                  <a:lnTo>
                    <a:pt x="77586" y="43161"/>
                  </a:lnTo>
                  <a:close/>
                  <a:moveTo>
                    <a:pt x="76914" y="43808"/>
                  </a:moveTo>
                  <a:cubicBezTo>
                    <a:pt x="76914" y="43833"/>
                    <a:pt x="76914" y="43833"/>
                    <a:pt x="76889" y="43833"/>
                  </a:cubicBezTo>
                  <a:lnTo>
                    <a:pt x="76864" y="43833"/>
                  </a:lnTo>
                  <a:cubicBezTo>
                    <a:pt x="76889" y="43833"/>
                    <a:pt x="76889" y="43808"/>
                    <a:pt x="76914" y="43808"/>
                  </a:cubicBezTo>
                  <a:close/>
                  <a:moveTo>
                    <a:pt x="77188" y="43759"/>
                  </a:moveTo>
                  <a:cubicBezTo>
                    <a:pt x="77237" y="43784"/>
                    <a:pt x="77262" y="43808"/>
                    <a:pt x="77262" y="43833"/>
                  </a:cubicBezTo>
                  <a:lnTo>
                    <a:pt x="77188" y="43833"/>
                  </a:lnTo>
                  <a:lnTo>
                    <a:pt x="77163" y="43808"/>
                  </a:lnTo>
                  <a:cubicBezTo>
                    <a:pt x="77163" y="43808"/>
                    <a:pt x="77163" y="43784"/>
                    <a:pt x="77188" y="43784"/>
                  </a:cubicBezTo>
                  <a:lnTo>
                    <a:pt x="77188" y="43759"/>
                  </a:lnTo>
                  <a:close/>
                  <a:moveTo>
                    <a:pt x="77387" y="43460"/>
                  </a:moveTo>
                  <a:lnTo>
                    <a:pt x="77586" y="43833"/>
                  </a:lnTo>
                  <a:lnTo>
                    <a:pt x="77511" y="43833"/>
                  </a:lnTo>
                  <a:cubicBezTo>
                    <a:pt x="77486" y="43784"/>
                    <a:pt x="77486" y="43784"/>
                    <a:pt x="77461" y="43759"/>
                  </a:cubicBezTo>
                  <a:cubicBezTo>
                    <a:pt x="77412" y="43684"/>
                    <a:pt x="77362" y="43634"/>
                    <a:pt x="77337" y="43584"/>
                  </a:cubicBezTo>
                  <a:cubicBezTo>
                    <a:pt x="77362" y="43559"/>
                    <a:pt x="77387" y="43510"/>
                    <a:pt x="77387" y="43460"/>
                  </a:cubicBezTo>
                  <a:close/>
                  <a:moveTo>
                    <a:pt x="105439" y="26858"/>
                  </a:moveTo>
                  <a:cubicBezTo>
                    <a:pt x="108774" y="28102"/>
                    <a:pt x="111363" y="30193"/>
                    <a:pt x="113205" y="33006"/>
                  </a:cubicBezTo>
                  <a:lnTo>
                    <a:pt x="113205" y="33130"/>
                  </a:lnTo>
                  <a:lnTo>
                    <a:pt x="113205" y="33180"/>
                  </a:lnTo>
                  <a:cubicBezTo>
                    <a:pt x="113105" y="33877"/>
                    <a:pt x="112981" y="34599"/>
                    <a:pt x="112832" y="35345"/>
                  </a:cubicBezTo>
                  <a:cubicBezTo>
                    <a:pt x="112782" y="35445"/>
                    <a:pt x="112782" y="35495"/>
                    <a:pt x="112757" y="35594"/>
                  </a:cubicBezTo>
                  <a:cubicBezTo>
                    <a:pt x="112234" y="38308"/>
                    <a:pt x="111413" y="41095"/>
                    <a:pt x="110392" y="43958"/>
                  </a:cubicBezTo>
                  <a:cubicBezTo>
                    <a:pt x="108998" y="42564"/>
                    <a:pt x="107455" y="41319"/>
                    <a:pt x="105763" y="40224"/>
                  </a:cubicBezTo>
                  <a:lnTo>
                    <a:pt x="105738" y="40199"/>
                  </a:lnTo>
                  <a:cubicBezTo>
                    <a:pt x="105713" y="40149"/>
                    <a:pt x="105638" y="40100"/>
                    <a:pt x="105613" y="40050"/>
                  </a:cubicBezTo>
                  <a:lnTo>
                    <a:pt x="105514" y="39925"/>
                  </a:lnTo>
                  <a:lnTo>
                    <a:pt x="105489" y="39901"/>
                  </a:lnTo>
                  <a:lnTo>
                    <a:pt x="105464" y="39851"/>
                  </a:lnTo>
                  <a:lnTo>
                    <a:pt x="105265" y="39677"/>
                  </a:lnTo>
                  <a:cubicBezTo>
                    <a:pt x="105165" y="39577"/>
                    <a:pt x="105041" y="39477"/>
                    <a:pt x="104941" y="39403"/>
                  </a:cubicBezTo>
                  <a:cubicBezTo>
                    <a:pt x="104767" y="39228"/>
                    <a:pt x="104618" y="39054"/>
                    <a:pt x="104418" y="38930"/>
                  </a:cubicBezTo>
                  <a:cubicBezTo>
                    <a:pt x="104319" y="38830"/>
                    <a:pt x="104219" y="38780"/>
                    <a:pt x="104070" y="38681"/>
                  </a:cubicBezTo>
                  <a:cubicBezTo>
                    <a:pt x="103896" y="38532"/>
                    <a:pt x="103672" y="38357"/>
                    <a:pt x="103497" y="38233"/>
                  </a:cubicBezTo>
                  <a:cubicBezTo>
                    <a:pt x="103373" y="38183"/>
                    <a:pt x="103273" y="38083"/>
                    <a:pt x="103149" y="38034"/>
                  </a:cubicBezTo>
                  <a:cubicBezTo>
                    <a:pt x="102925" y="37909"/>
                    <a:pt x="102701" y="37735"/>
                    <a:pt x="102502" y="37611"/>
                  </a:cubicBezTo>
                  <a:lnTo>
                    <a:pt x="102128" y="37436"/>
                  </a:lnTo>
                  <a:cubicBezTo>
                    <a:pt x="102128" y="37436"/>
                    <a:pt x="102079" y="37436"/>
                    <a:pt x="102079" y="37411"/>
                  </a:cubicBezTo>
                  <a:cubicBezTo>
                    <a:pt x="102776" y="35420"/>
                    <a:pt x="103373" y="33454"/>
                    <a:pt x="103821" y="31512"/>
                  </a:cubicBezTo>
                  <a:cubicBezTo>
                    <a:pt x="104518" y="29994"/>
                    <a:pt x="105041" y="28426"/>
                    <a:pt x="105439" y="26858"/>
                  </a:cubicBezTo>
                  <a:close/>
                  <a:moveTo>
                    <a:pt x="113504" y="33553"/>
                  </a:moveTo>
                  <a:cubicBezTo>
                    <a:pt x="114300" y="34873"/>
                    <a:pt x="114922" y="36341"/>
                    <a:pt x="115321" y="37959"/>
                  </a:cubicBezTo>
                  <a:cubicBezTo>
                    <a:pt x="114250" y="40125"/>
                    <a:pt x="112732" y="42166"/>
                    <a:pt x="110815" y="43958"/>
                  </a:cubicBezTo>
                  <a:cubicBezTo>
                    <a:pt x="112110" y="40349"/>
                    <a:pt x="113006" y="36864"/>
                    <a:pt x="113504" y="33553"/>
                  </a:cubicBezTo>
                  <a:close/>
                  <a:moveTo>
                    <a:pt x="78233" y="43958"/>
                  </a:moveTo>
                  <a:cubicBezTo>
                    <a:pt x="78208" y="43983"/>
                    <a:pt x="78158" y="43983"/>
                    <a:pt x="78133" y="43983"/>
                  </a:cubicBezTo>
                  <a:cubicBezTo>
                    <a:pt x="78158" y="43958"/>
                    <a:pt x="78208" y="43958"/>
                    <a:pt x="78233" y="43958"/>
                  </a:cubicBezTo>
                  <a:close/>
                  <a:moveTo>
                    <a:pt x="101730" y="38432"/>
                  </a:moveTo>
                  <a:cubicBezTo>
                    <a:pt x="102800" y="38955"/>
                    <a:pt x="103846" y="39527"/>
                    <a:pt x="104866" y="40149"/>
                  </a:cubicBezTo>
                  <a:cubicBezTo>
                    <a:pt x="104767" y="40224"/>
                    <a:pt x="104667" y="40299"/>
                    <a:pt x="104618" y="40398"/>
                  </a:cubicBezTo>
                  <a:cubicBezTo>
                    <a:pt x="104493" y="40473"/>
                    <a:pt x="104369" y="40597"/>
                    <a:pt x="104244" y="40697"/>
                  </a:cubicBezTo>
                  <a:cubicBezTo>
                    <a:pt x="104095" y="40846"/>
                    <a:pt x="103896" y="40971"/>
                    <a:pt x="103746" y="41095"/>
                  </a:cubicBezTo>
                  <a:cubicBezTo>
                    <a:pt x="103622" y="41195"/>
                    <a:pt x="103497" y="41319"/>
                    <a:pt x="103348" y="41419"/>
                  </a:cubicBezTo>
                  <a:lnTo>
                    <a:pt x="102875" y="41792"/>
                  </a:lnTo>
                  <a:cubicBezTo>
                    <a:pt x="102726" y="41917"/>
                    <a:pt x="102601" y="42016"/>
                    <a:pt x="102427" y="42141"/>
                  </a:cubicBezTo>
                  <a:cubicBezTo>
                    <a:pt x="102278" y="42215"/>
                    <a:pt x="102153" y="42340"/>
                    <a:pt x="102004" y="42439"/>
                  </a:cubicBezTo>
                  <a:cubicBezTo>
                    <a:pt x="101855" y="42564"/>
                    <a:pt x="101655" y="42663"/>
                    <a:pt x="101506" y="42788"/>
                  </a:cubicBezTo>
                  <a:cubicBezTo>
                    <a:pt x="101382" y="42887"/>
                    <a:pt x="101232" y="42937"/>
                    <a:pt x="101108" y="43037"/>
                  </a:cubicBezTo>
                  <a:cubicBezTo>
                    <a:pt x="100909" y="43161"/>
                    <a:pt x="100735" y="43286"/>
                    <a:pt x="100535" y="43385"/>
                  </a:cubicBezTo>
                  <a:cubicBezTo>
                    <a:pt x="100411" y="43435"/>
                    <a:pt x="100286" y="43510"/>
                    <a:pt x="100187" y="43584"/>
                  </a:cubicBezTo>
                  <a:cubicBezTo>
                    <a:pt x="99988" y="43709"/>
                    <a:pt x="99789" y="43833"/>
                    <a:pt x="99565" y="43933"/>
                  </a:cubicBezTo>
                  <a:cubicBezTo>
                    <a:pt x="99515" y="43958"/>
                    <a:pt x="99490" y="43983"/>
                    <a:pt x="99415" y="44032"/>
                  </a:cubicBezTo>
                  <a:cubicBezTo>
                    <a:pt x="100262" y="42166"/>
                    <a:pt x="101033" y="40299"/>
                    <a:pt x="101730" y="38432"/>
                  </a:cubicBezTo>
                  <a:close/>
                  <a:moveTo>
                    <a:pt x="77436" y="44008"/>
                  </a:moveTo>
                  <a:cubicBezTo>
                    <a:pt x="77461" y="44032"/>
                    <a:pt x="77461" y="44057"/>
                    <a:pt x="77486" y="44057"/>
                  </a:cubicBezTo>
                  <a:lnTo>
                    <a:pt x="77412" y="44057"/>
                  </a:lnTo>
                  <a:lnTo>
                    <a:pt x="77412" y="44032"/>
                  </a:lnTo>
                  <a:lnTo>
                    <a:pt x="77387" y="44008"/>
                  </a:lnTo>
                  <a:close/>
                  <a:moveTo>
                    <a:pt x="77909" y="43983"/>
                  </a:moveTo>
                  <a:cubicBezTo>
                    <a:pt x="77909" y="44032"/>
                    <a:pt x="77909" y="44032"/>
                    <a:pt x="77959" y="44057"/>
                  </a:cubicBezTo>
                  <a:lnTo>
                    <a:pt x="77884" y="44057"/>
                  </a:lnTo>
                  <a:cubicBezTo>
                    <a:pt x="77884" y="44032"/>
                    <a:pt x="77860" y="43983"/>
                    <a:pt x="77860" y="43983"/>
                  </a:cubicBezTo>
                  <a:close/>
                  <a:moveTo>
                    <a:pt x="78781" y="44008"/>
                  </a:moveTo>
                  <a:cubicBezTo>
                    <a:pt x="78830" y="44008"/>
                    <a:pt x="78830" y="44032"/>
                    <a:pt x="78855" y="44032"/>
                  </a:cubicBezTo>
                  <a:cubicBezTo>
                    <a:pt x="78855" y="44032"/>
                    <a:pt x="78805" y="44032"/>
                    <a:pt x="78805" y="44057"/>
                  </a:cubicBezTo>
                  <a:lnTo>
                    <a:pt x="78631" y="44057"/>
                  </a:lnTo>
                  <a:cubicBezTo>
                    <a:pt x="78681" y="44032"/>
                    <a:pt x="78756" y="44032"/>
                    <a:pt x="78781" y="44008"/>
                  </a:cubicBezTo>
                  <a:close/>
                  <a:moveTo>
                    <a:pt x="77113" y="44032"/>
                  </a:moveTo>
                  <a:lnTo>
                    <a:pt x="77138" y="44057"/>
                  </a:lnTo>
                  <a:cubicBezTo>
                    <a:pt x="77138" y="44057"/>
                    <a:pt x="77138" y="44082"/>
                    <a:pt x="77163" y="44082"/>
                  </a:cubicBezTo>
                  <a:lnTo>
                    <a:pt x="77038" y="44082"/>
                  </a:lnTo>
                  <a:cubicBezTo>
                    <a:pt x="77038" y="44057"/>
                    <a:pt x="77038" y="44057"/>
                    <a:pt x="77063" y="44032"/>
                  </a:cubicBezTo>
                  <a:close/>
                  <a:moveTo>
                    <a:pt x="57947" y="32085"/>
                  </a:moveTo>
                  <a:cubicBezTo>
                    <a:pt x="59440" y="34300"/>
                    <a:pt x="60809" y="36515"/>
                    <a:pt x="61979" y="38681"/>
                  </a:cubicBezTo>
                  <a:cubicBezTo>
                    <a:pt x="59589" y="40398"/>
                    <a:pt x="57250" y="42215"/>
                    <a:pt x="55010" y="44132"/>
                  </a:cubicBezTo>
                  <a:lnTo>
                    <a:pt x="54985" y="44082"/>
                  </a:lnTo>
                  <a:cubicBezTo>
                    <a:pt x="54835" y="43933"/>
                    <a:pt x="54661" y="43759"/>
                    <a:pt x="54512" y="43584"/>
                  </a:cubicBezTo>
                  <a:cubicBezTo>
                    <a:pt x="54313" y="43335"/>
                    <a:pt x="54089" y="43087"/>
                    <a:pt x="53865" y="42887"/>
                  </a:cubicBezTo>
                  <a:cubicBezTo>
                    <a:pt x="53616" y="42589"/>
                    <a:pt x="53392" y="42340"/>
                    <a:pt x="53143" y="42066"/>
                  </a:cubicBezTo>
                  <a:cubicBezTo>
                    <a:pt x="53043" y="41966"/>
                    <a:pt x="52993" y="41892"/>
                    <a:pt x="52894" y="41792"/>
                  </a:cubicBezTo>
                  <a:cubicBezTo>
                    <a:pt x="51550" y="40224"/>
                    <a:pt x="50280" y="38556"/>
                    <a:pt x="49036" y="36839"/>
                  </a:cubicBezTo>
                  <a:cubicBezTo>
                    <a:pt x="52023" y="34723"/>
                    <a:pt x="55084" y="33130"/>
                    <a:pt x="57947" y="32085"/>
                  </a:cubicBezTo>
                  <a:close/>
                  <a:moveTo>
                    <a:pt x="72657" y="42464"/>
                  </a:moveTo>
                  <a:lnTo>
                    <a:pt x="72657" y="42464"/>
                  </a:lnTo>
                  <a:cubicBezTo>
                    <a:pt x="72433" y="43037"/>
                    <a:pt x="72184" y="43559"/>
                    <a:pt x="71911" y="44132"/>
                  </a:cubicBezTo>
                  <a:cubicBezTo>
                    <a:pt x="71463" y="43983"/>
                    <a:pt x="71114" y="43808"/>
                    <a:pt x="70691" y="43634"/>
                  </a:cubicBezTo>
                  <a:cubicBezTo>
                    <a:pt x="70741" y="43584"/>
                    <a:pt x="70766" y="43584"/>
                    <a:pt x="70790" y="43559"/>
                  </a:cubicBezTo>
                  <a:cubicBezTo>
                    <a:pt x="71413" y="43186"/>
                    <a:pt x="72035" y="42813"/>
                    <a:pt x="72657" y="42464"/>
                  </a:cubicBezTo>
                  <a:close/>
                  <a:moveTo>
                    <a:pt x="76789" y="44057"/>
                  </a:moveTo>
                  <a:cubicBezTo>
                    <a:pt x="76789" y="44082"/>
                    <a:pt x="76764" y="44082"/>
                    <a:pt x="76764" y="44132"/>
                  </a:cubicBezTo>
                  <a:lnTo>
                    <a:pt x="76739" y="44132"/>
                  </a:lnTo>
                  <a:cubicBezTo>
                    <a:pt x="76739" y="44082"/>
                    <a:pt x="76764" y="44082"/>
                    <a:pt x="76764" y="44057"/>
                  </a:cubicBezTo>
                  <a:close/>
                  <a:moveTo>
                    <a:pt x="113329" y="33230"/>
                  </a:moveTo>
                  <a:cubicBezTo>
                    <a:pt x="113329" y="33255"/>
                    <a:pt x="113354" y="33304"/>
                    <a:pt x="113379" y="33304"/>
                  </a:cubicBezTo>
                  <a:cubicBezTo>
                    <a:pt x="113280" y="33976"/>
                    <a:pt x="113180" y="34624"/>
                    <a:pt x="113031" y="35321"/>
                  </a:cubicBezTo>
                  <a:cubicBezTo>
                    <a:pt x="113031" y="35370"/>
                    <a:pt x="113006" y="35420"/>
                    <a:pt x="113006" y="35470"/>
                  </a:cubicBezTo>
                  <a:cubicBezTo>
                    <a:pt x="112433" y="38283"/>
                    <a:pt x="111612" y="41170"/>
                    <a:pt x="110567" y="44132"/>
                  </a:cubicBezTo>
                  <a:lnTo>
                    <a:pt x="110517" y="44082"/>
                  </a:lnTo>
                  <a:cubicBezTo>
                    <a:pt x="111886" y="40324"/>
                    <a:pt x="112832" y="36690"/>
                    <a:pt x="113329" y="33230"/>
                  </a:cubicBezTo>
                  <a:close/>
                  <a:moveTo>
                    <a:pt x="106211" y="40772"/>
                  </a:moveTo>
                  <a:cubicBezTo>
                    <a:pt x="107704" y="41792"/>
                    <a:pt x="109073" y="42912"/>
                    <a:pt x="110243" y="44132"/>
                  </a:cubicBezTo>
                  <a:cubicBezTo>
                    <a:pt x="110243" y="44157"/>
                    <a:pt x="110243" y="44157"/>
                    <a:pt x="110218" y="44182"/>
                  </a:cubicBezTo>
                  <a:cubicBezTo>
                    <a:pt x="109098" y="43012"/>
                    <a:pt x="107779" y="41917"/>
                    <a:pt x="106335" y="40921"/>
                  </a:cubicBezTo>
                  <a:cubicBezTo>
                    <a:pt x="106285" y="40846"/>
                    <a:pt x="106260" y="40821"/>
                    <a:pt x="106211" y="40772"/>
                  </a:cubicBezTo>
                  <a:close/>
                  <a:moveTo>
                    <a:pt x="80199" y="44082"/>
                  </a:moveTo>
                  <a:cubicBezTo>
                    <a:pt x="80249" y="44082"/>
                    <a:pt x="80274" y="44082"/>
                    <a:pt x="80349" y="44132"/>
                  </a:cubicBezTo>
                  <a:cubicBezTo>
                    <a:pt x="80398" y="44132"/>
                    <a:pt x="80473" y="44157"/>
                    <a:pt x="80573" y="44182"/>
                  </a:cubicBezTo>
                  <a:cubicBezTo>
                    <a:pt x="80556" y="44190"/>
                    <a:pt x="80542" y="44193"/>
                    <a:pt x="80529" y="44193"/>
                  </a:cubicBezTo>
                  <a:cubicBezTo>
                    <a:pt x="80504" y="44193"/>
                    <a:pt x="80481" y="44182"/>
                    <a:pt x="80448" y="44182"/>
                  </a:cubicBezTo>
                  <a:lnTo>
                    <a:pt x="80374" y="44182"/>
                  </a:lnTo>
                  <a:lnTo>
                    <a:pt x="80100" y="44082"/>
                  </a:lnTo>
                  <a:close/>
                  <a:moveTo>
                    <a:pt x="101506" y="38332"/>
                  </a:moveTo>
                  <a:cubicBezTo>
                    <a:pt x="101531" y="38332"/>
                    <a:pt x="101531" y="38357"/>
                    <a:pt x="101556" y="38357"/>
                  </a:cubicBezTo>
                  <a:cubicBezTo>
                    <a:pt x="100834" y="40299"/>
                    <a:pt x="100038" y="42215"/>
                    <a:pt x="99141" y="44182"/>
                  </a:cubicBezTo>
                  <a:cubicBezTo>
                    <a:pt x="99092" y="44182"/>
                    <a:pt x="99067" y="44207"/>
                    <a:pt x="99042" y="44207"/>
                  </a:cubicBezTo>
                  <a:cubicBezTo>
                    <a:pt x="99938" y="42265"/>
                    <a:pt x="100784" y="40249"/>
                    <a:pt x="101506" y="38332"/>
                  </a:cubicBezTo>
                  <a:close/>
                  <a:moveTo>
                    <a:pt x="48886" y="36889"/>
                  </a:moveTo>
                  <a:cubicBezTo>
                    <a:pt x="50206" y="38731"/>
                    <a:pt x="51599" y="40473"/>
                    <a:pt x="52993" y="42116"/>
                  </a:cubicBezTo>
                  <a:cubicBezTo>
                    <a:pt x="52993" y="42166"/>
                    <a:pt x="53018" y="42166"/>
                    <a:pt x="53018" y="42190"/>
                  </a:cubicBezTo>
                  <a:cubicBezTo>
                    <a:pt x="53267" y="42489"/>
                    <a:pt x="53566" y="42788"/>
                    <a:pt x="53815" y="43087"/>
                  </a:cubicBezTo>
                  <a:cubicBezTo>
                    <a:pt x="53989" y="43311"/>
                    <a:pt x="54188" y="43535"/>
                    <a:pt x="54387" y="43734"/>
                  </a:cubicBezTo>
                  <a:cubicBezTo>
                    <a:pt x="54561" y="43908"/>
                    <a:pt x="54711" y="44057"/>
                    <a:pt x="54860" y="44232"/>
                  </a:cubicBezTo>
                  <a:cubicBezTo>
                    <a:pt x="54835" y="44232"/>
                    <a:pt x="54835" y="44281"/>
                    <a:pt x="54810" y="44281"/>
                  </a:cubicBezTo>
                  <a:cubicBezTo>
                    <a:pt x="54636" y="44082"/>
                    <a:pt x="54462" y="43908"/>
                    <a:pt x="54313" y="43709"/>
                  </a:cubicBezTo>
                  <a:cubicBezTo>
                    <a:pt x="54263" y="43684"/>
                    <a:pt x="54238" y="43659"/>
                    <a:pt x="54238" y="43609"/>
                  </a:cubicBezTo>
                  <a:cubicBezTo>
                    <a:pt x="52396" y="41568"/>
                    <a:pt x="50579" y="39303"/>
                    <a:pt x="48861" y="36938"/>
                  </a:cubicBezTo>
                  <a:cubicBezTo>
                    <a:pt x="48861" y="36938"/>
                    <a:pt x="48886" y="36938"/>
                    <a:pt x="48886" y="36889"/>
                  </a:cubicBezTo>
                  <a:close/>
                  <a:moveTo>
                    <a:pt x="80747" y="44256"/>
                  </a:moveTo>
                  <a:cubicBezTo>
                    <a:pt x="80822" y="44256"/>
                    <a:pt x="80896" y="44281"/>
                    <a:pt x="80971" y="44281"/>
                  </a:cubicBezTo>
                  <a:cubicBezTo>
                    <a:pt x="80896" y="44281"/>
                    <a:pt x="80822" y="44281"/>
                    <a:pt x="80747" y="44256"/>
                  </a:cubicBezTo>
                  <a:close/>
                  <a:moveTo>
                    <a:pt x="62079" y="38830"/>
                  </a:moveTo>
                  <a:cubicBezTo>
                    <a:pt x="62079" y="38855"/>
                    <a:pt x="62103" y="38855"/>
                    <a:pt x="62103" y="38880"/>
                  </a:cubicBezTo>
                  <a:cubicBezTo>
                    <a:pt x="59714" y="40597"/>
                    <a:pt x="57424" y="42415"/>
                    <a:pt x="55184" y="44306"/>
                  </a:cubicBezTo>
                  <a:cubicBezTo>
                    <a:pt x="55184" y="44281"/>
                    <a:pt x="55134" y="44281"/>
                    <a:pt x="55134" y="44256"/>
                  </a:cubicBezTo>
                  <a:cubicBezTo>
                    <a:pt x="57374" y="42340"/>
                    <a:pt x="59689" y="40548"/>
                    <a:pt x="62079" y="38830"/>
                  </a:cubicBezTo>
                  <a:close/>
                  <a:moveTo>
                    <a:pt x="79627" y="44281"/>
                  </a:moveTo>
                  <a:cubicBezTo>
                    <a:pt x="79627" y="44281"/>
                    <a:pt x="79652" y="44281"/>
                    <a:pt x="79702" y="44306"/>
                  </a:cubicBezTo>
                  <a:lnTo>
                    <a:pt x="79627" y="44306"/>
                  </a:lnTo>
                  <a:lnTo>
                    <a:pt x="79602" y="44281"/>
                  </a:lnTo>
                  <a:close/>
                  <a:moveTo>
                    <a:pt x="78034" y="44281"/>
                  </a:moveTo>
                  <a:cubicBezTo>
                    <a:pt x="78009" y="44281"/>
                    <a:pt x="78009" y="44281"/>
                    <a:pt x="78034" y="44306"/>
                  </a:cubicBezTo>
                  <a:cubicBezTo>
                    <a:pt x="78009" y="44306"/>
                    <a:pt x="78009" y="44306"/>
                    <a:pt x="78009" y="44331"/>
                  </a:cubicBezTo>
                  <a:cubicBezTo>
                    <a:pt x="78009" y="44306"/>
                    <a:pt x="78009" y="44306"/>
                    <a:pt x="77984" y="44281"/>
                  </a:cubicBezTo>
                  <a:close/>
                  <a:moveTo>
                    <a:pt x="70492" y="43734"/>
                  </a:moveTo>
                  <a:cubicBezTo>
                    <a:pt x="70940" y="43933"/>
                    <a:pt x="71388" y="44157"/>
                    <a:pt x="71811" y="44306"/>
                  </a:cubicBezTo>
                  <a:cubicBezTo>
                    <a:pt x="71811" y="44331"/>
                    <a:pt x="71786" y="44331"/>
                    <a:pt x="71786" y="44356"/>
                  </a:cubicBezTo>
                  <a:cubicBezTo>
                    <a:pt x="71313" y="44207"/>
                    <a:pt x="70890" y="43983"/>
                    <a:pt x="70417" y="43784"/>
                  </a:cubicBezTo>
                  <a:cubicBezTo>
                    <a:pt x="70442" y="43784"/>
                    <a:pt x="70442" y="43734"/>
                    <a:pt x="70492" y="43734"/>
                  </a:cubicBezTo>
                  <a:close/>
                  <a:moveTo>
                    <a:pt x="72632" y="43908"/>
                  </a:moveTo>
                  <a:lnTo>
                    <a:pt x="72632" y="44356"/>
                  </a:lnTo>
                  <a:cubicBezTo>
                    <a:pt x="72558" y="44331"/>
                    <a:pt x="72483" y="44331"/>
                    <a:pt x="72408" y="44306"/>
                  </a:cubicBezTo>
                  <a:cubicBezTo>
                    <a:pt x="72458" y="44182"/>
                    <a:pt x="72558" y="44032"/>
                    <a:pt x="72632" y="43908"/>
                  </a:cubicBezTo>
                  <a:close/>
                  <a:moveTo>
                    <a:pt x="115370" y="38308"/>
                  </a:moveTo>
                  <a:lnTo>
                    <a:pt x="115370" y="38357"/>
                  </a:lnTo>
                  <a:cubicBezTo>
                    <a:pt x="114350" y="40373"/>
                    <a:pt x="112956" y="42290"/>
                    <a:pt x="111214" y="43933"/>
                  </a:cubicBezTo>
                  <a:lnTo>
                    <a:pt x="111164" y="43958"/>
                  </a:lnTo>
                  <a:lnTo>
                    <a:pt x="111089" y="44057"/>
                  </a:lnTo>
                  <a:cubicBezTo>
                    <a:pt x="110965" y="44157"/>
                    <a:pt x="110865" y="44281"/>
                    <a:pt x="110741" y="44356"/>
                  </a:cubicBezTo>
                  <a:cubicBezTo>
                    <a:pt x="110766" y="44331"/>
                    <a:pt x="110766" y="44331"/>
                    <a:pt x="110741" y="44306"/>
                  </a:cubicBezTo>
                  <a:lnTo>
                    <a:pt x="110815" y="44256"/>
                  </a:lnTo>
                  <a:cubicBezTo>
                    <a:pt x="110990" y="44057"/>
                    <a:pt x="111214" y="43883"/>
                    <a:pt x="111388" y="43684"/>
                  </a:cubicBezTo>
                  <a:lnTo>
                    <a:pt x="111861" y="43211"/>
                  </a:lnTo>
                  <a:lnTo>
                    <a:pt x="112135" y="42937"/>
                  </a:lnTo>
                  <a:cubicBezTo>
                    <a:pt x="112309" y="42738"/>
                    <a:pt x="112458" y="42589"/>
                    <a:pt x="112608" y="42415"/>
                  </a:cubicBezTo>
                  <a:cubicBezTo>
                    <a:pt x="112657" y="42315"/>
                    <a:pt x="112732" y="42265"/>
                    <a:pt x="112832" y="42166"/>
                  </a:cubicBezTo>
                  <a:cubicBezTo>
                    <a:pt x="112981" y="41966"/>
                    <a:pt x="113130" y="41792"/>
                    <a:pt x="113280" y="41568"/>
                  </a:cubicBezTo>
                  <a:cubicBezTo>
                    <a:pt x="113329" y="41494"/>
                    <a:pt x="113379" y="41444"/>
                    <a:pt x="113404" y="41419"/>
                  </a:cubicBezTo>
                  <a:cubicBezTo>
                    <a:pt x="113578" y="41195"/>
                    <a:pt x="113703" y="40996"/>
                    <a:pt x="113852" y="40797"/>
                  </a:cubicBezTo>
                  <a:cubicBezTo>
                    <a:pt x="113902" y="40697"/>
                    <a:pt x="113977" y="40622"/>
                    <a:pt x="114001" y="40548"/>
                  </a:cubicBezTo>
                  <a:cubicBezTo>
                    <a:pt x="114325" y="40075"/>
                    <a:pt x="114624" y="39602"/>
                    <a:pt x="114873" y="39129"/>
                  </a:cubicBezTo>
                  <a:cubicBezTo>
                    <a:pt x="114898" y="39104"/>
                    <a:pt x="114898" y="39079"/>
                    <a:pt x="114947" y="39054"/>
                  </a:cubicBezTo>
                  <a:cubicBezTo>
                    <a:pt x="115072" y="38830"/>
                    <a:pt x="115196" y="38631"/>
                    <a:pt x="115321" y="38432"/>
                  </a:cubicBezTo>
                  <a:lnTo>
                    <a:pt x="115321" y="38382"/>
                  </a:lnTo>
                  <a:cubicBezTo>
                    <a:pt x="115346" y="38357"/>
                    <a:pt x="115346" y="38332"/>
                    <a:pt x="115370" y="38308"/>
                  </a:cubicBezTo>
                  <a:close/>
                  <a:moveTo>
                    <a:pt x="79278" y="44306"/>
                  </a:moveTo>
                  <a:cubicBezTo>
                    <a:pt x="79278" y="44306"/>
                    <a:pt x="79328" y="44306"/>
                    <a:pt x="79328" y="44331"/>
                  </a:cubicBezTo>
                  <a:cubicBezTo>
                    <a:pt x="79253" y="44331"/>
                    <a:pt x="79204" y="44381"/>
                    <a:pt x="79129" y="44381"/>
                  </a:cubicBezTo>
                  <a:cubicBezTo>
                    <a:pt x="79154" y="44381"/>
                    <a:pt x="79204" y="44331"/>
                    <a:pt x="79204" y="44331"/>
                  </a:cubicBezTo>
                  <a:cubicBezTo>
                    <a:pt x="79229" y="44306"/>
                    <a:pt x="79229" y="44306"/>
                    <a:pt x="79253" y="44306"/>
                  </a:cubicBezTo>
                  <a:close/>
                  <a:moveTo>
                    <a:pt x="105090" y="40174"/>
                  </a:moveTo>
                  <a:cubicBezTo>
                    <a:pt x="105090" y="40174"/>
                    <a:pt x="105115" y="40174"/>
                    <a:pt x="105115" y="40199"/>
                  </a:cubicBezTo>
                  <a:cubicBezTo>
                    <a:pt x="105016" y="40274"/>
                    <a:pt x="104966" y="40349"/>
                    <a:pt x="104866" y="40423"/>
                  </a:cubicBezTo>
                  <a:cubicBezTo>
                    <a:pt x="104742" y="40548"/>
                    <a:pt x="104618" y="40672"/>
                    <a:pt x="104468" y="40797"/>
                  </a:cubicBezTo>
                  <a:lnTo>
                    <a:pt x="103995" y="41170"/>
                  </a:lnTo>
                  <a:cubicBezTo>
                    <a:pt x="103846" y="41294"/>
                    <a:pt x="103721" y="41419"/>
                    <a:pt x="103547" y="41543"/>
                  </a:cubicBezTo>
                  <a:cubicBezTo>
                    <a:pt x="103423" y="41643"/>
                    <a:pt x="103273" y="41742"/>
                    <a:pt x="103149" y="41842"/>
                  </a:cubicBezTo>
                  <a:cubicBezTo>
                    <a:pt x="102975" y="41966"/>
                    <a:pt x="102800" y="42116"/>
                    <a:pt x="102626" y="42265"/>
                  </a:cubicBezTo>
                  <a:cubicBezTo>
                    <a:pt x="102502" y="42340"/>
                    <a:pt x="102377" y="42415"/>
                    <a:pt x="102278" y="42514"/>
                  </a:cubicBezTo>
                  <a:cubicBezTo>
                    <a:pt x="102104" y="42639"/>
                    <a:pt x="101880" y="42788"/>
                    <a:pt x="101680" y="42912"/>
                  </a:cubicBezTo>
                  <a:lnTo>
                    <a:pt x="101407" y="43087"/>
                  </a:lnTo>
                  <a:cubicBezTo>
                    <a:pt x="101183" y="43261"/>
                    <a:pt x="100934" y="43385"/>
                    <a:pt x="100735" y="43535"/>
                  </a:cubicBezTo>
                  <a:cubicBezTo>
                    <a:pt x="100660" y="43559"/>
                    <a:pt x="100560" y="43634"/>
                    <a:pt x="100510" y="43659"/>
                  </a:cubicBezTo>
                  <a:cubicBezTo>
                    <a:pt x="100262" y="43808"/>
                    <a:pt x="99988" y="43958"/>
                    <a:pt x="99739" y="44082"/>
                  </a:cubicBezTo>
                  <a:cubicBezTo>
                    <a:pt x="99689" y="44132"/>
                    <a:pt x="99639" y="44132"/>
                    <a:pt x="99614" y="44157"/>
                  </a:cubicBezTo>
                  <a:cubicBezTo>
                    <a:pt x="99415" y="44306"/>
                    <a:pt x="99316" y="44381"/>
                    <a:pt x="99241" y="44381"/>
                  </a:cubicBezTo>
                  <a:cubicBezTo>
                    <a:pt x="99241" y="44331"/>
                    <a:pt x="99266" y="44331"/>
                    <a:pt x="99266" y="44306"/>
                  </a:cubicBezTo>
                  <a:cubicBezTo>
                    <a:pt x="99365" y="44281"/>
                    <a:pt x="99415" y="44207"/>
                    <a:pt x="99515" y="44182"/>
                  </a:cubicBezTo>
                  <a:cubicBezTo>
                    <a:pt x="99565" y="44157"/>
                    <a:pt x="99614" y="44132"/>
                    <a:pt x="99664" y="44082"/>
                  </a:cubicBezTo>
                  <a:cubicBezTo>
                    <a:pt x="99913" y="43958"/>
                    <a:pt x="100162" y="43808"/>
                    <a:pt x="100411" y="43659"/>
                  </a:cubicBezTo>
                  <a:cubicBezTo>
                    <a:pt x="100510" y="43584"/>
                    <a:pt x="100560" y="43559"/>
                    <a:pt x="100660" y="43510"/>
                  </a:cubicBezTo>
                  <a:cubicBezTo>
                    <a:pt x="100884" y="43360"/>
                    <a:pt x="101108" y="43211"/>
                    <a:pt x="101307" y="43087"/>
                  </a:cubicBezTo>
                  <a:cubicBezTo>
                    <a:pt x="101407" y="43037"/>
                    <a:pt x="101531" y="42962"/>
                    <a:pt x="101631" y="42912"/>
                  </a:cubicBezTo>
                  <a:cubicBezTo>
                    <a:pt x="101805" y="42788"/>
                    <a:pt x="102004" y="42663"/>
                    <a:pt x="102178" y="42489"/>
                  </a:cubicBezTo>
                  <a:lnTo>
                    <a:pt x="102552" y="42215"/>
                  </a:lnTo>
                  <a:cubicBezTo>
                    <a:pt x="102726" y="42091"/>
                    <a:pt x="102900" y="41966"/>
                    <a:pt x="103049" y="41842"/>
                  </a:cubicBezTo>
                  <a:cubicBezTo>
                    <a:pt x="103224" y="41718"/>
                    <a:pt x="103348" y="41643"/>
                    <a:pt x="103497" y="41494"/>
                  </a:cubicBezTo>
                  <a:cubicBezTo>
                    <a:pt x="103647" y="41369"/>
                    <a:pt x="103771" y="41245"/>
                    <a:pt x="103921" y="41145"/>
                  </a:cubicBezTo>
                  <a:lnTo>
                    <a:pt x="104394" y="40772"/>
                  </a:lnTo>
                  <a:cubicBezTo>
                    <a:pt x="104518" y="40647"/>
                    <a:pt x="104642" y="40523"/>
                    <a:pt x="104792" y="40398"/>
                  </a:cubicBezTo>
                  <a:cubicBezTo>
                    <a:pt x="104891" y="40324"/>
                    <a:pt x="104966" y="40224"/>
                    <a:pt x="105041" y="40174"/>
                  </a:cubicBezTo>
                  <a:close/>
                  <a:moveTo>
                    <a:pt x="77735" y="44331"/>
                  </a:moveTo>
                  <a:lnTo>
                    <a:pt x="77760" y="44381"/>
                  </a:lnTo>
                  <a:cubicBezTo>
                    <a:pt x="77760" y="44381"/>
                    <a:pt x="77760" y="44406"/>
                    <a:pt x="77785" y="44406"/>
                  </a:cubicBezTo>
                  <a:lnTo>
                    <a:pt x="77735" y="44406"/>
                  </a:lnTo>
                  <a:cubicBezTo>
                    <a:pt x="77685" y="44406"/>
                    <a:pt x="77660" y="44406"/>
                    <a:pt x="77660" y="44381"/>
                  </a:cubicBezTo>
                  <a:cubicBezTo>
                    <a:pt x="77710" y="44381"/>
                    <a:pt x="77735" y="44331"/>
                    <a:pt x="77735" y="44331"/>
                  </a:cubicBezTo>
                  <a:close/>
                  <a:moveTo>
                    <a:pt x="72905" y="43305"/>
                  </a:moveTo>
                  <a:lnTo>
                    <a:pt x="72905" y="43305"/>
                  </a:lnTo>
                  <a:cubicBezTo>
                    <a:pt x="72881" y="43696"/>
                    <a:pt x="72857" y="44063"/>
                    <a:pt x="72881" y="44431"/>
                  </a:cubicBezTo>
                  <a:cubicBezTo>
                    <a:pt x="72832" y="44431"/>
                    <a:pt x="72832" y="44431"/>
                    <a:pt x="72807" y="44406"/>
                  </a:cubicBezTo>
                  <a:cubicBezTo>
                    <a:pt x="72807" y="44082"/>
                    <a:pt x="72807" y="43759"/>
                    <a:pt x="72856" y="43435"/>
                  </a:cubicBezTo>
                  <a:cubicBezTo>
                    <a:pt x="72878" y="43392"/>
                    <a:pt x="72900" y="43349"/>
                    <a:pt x="72905" y="43305"/>
                  </a:cubicBezTo>
                  <a:close/>
                  <a:moveTo>
                    <a:pt x="74848" y="41294"/>
                  </a:moveTo>
                  <a:cubicBezTo>
                    <a:pt x="75122" y="41543"/>
                    <a:pt x="75395" y="41718"/>
                    <a:pt x="75669" y="41942"/>
                  </a:cubicBezTo>
                  <a:cubicBezTo>
                    <a:pt x="75744" y="42066"/>
                    <a:pt x="75819" y="42190"/>
                    <a:pt x="75893" y="42315"/>
                  </a:cubicBezTo>
                  <a:cubicBezTo>
                    <a:pt x="75893" y="42340"/>
                    <a:pt x="75918" y="42340"/>
                    <a:pt x="75918" y="42365"/>
                  </a:cubicBezTo>
                  <a:cubicBezTo>
                    <a:pt x="75918" y="42415"/>
                    <a:pt x="75968" y="42415"/>
                    <a:pt x="75968" y="42439"/>
                  </a:cubicBezTo>
                  <a:cubicBezTo>
                    <a:pt x="76018" y="42564"/>
                    <a:pt x="76092" y="42663"/>
                    <a:pt x="76167" y="42788"/>
                  </a:cubicBezTo>
                  <a:lnTo>
                    <a:pt x="76366" y="43062"/>
                  </a:lnTo>
                  <a:cubicBezTo>
                    <a:pt x="76391" y="43111"/>
                    <a:pt x="76466" y="43186"/>
                    <a:pt x="76491" y="43236"/>
                  </a:cubicBezTo>
                  <a:cubicBezTo>
                    <a:pt x="76491" y="43286"/>
                    <a:pt x="76515" y="43286"/>
                    <a:pt x="76515" y="43311"/>
                  </a:cubicBezTo>
                  <a:lnTo>
                    <a:pt x="76715" y="43584"/>
                  </a:lnTo>
                  <a:lnTo>
                    <a:pt x="76739" y="43609"/>
                  </a:lnTo>
                  <a:cubicBezTo>
                    <a:pt x="76665" y="43709"/>
                    <a:pt x="76640" y="43808"/>
                    <a:pt x="76590" y="43908"/>
                  </a:cubicBezTo>
                  <a:cubicBezTo>
                    <a:pt x="75669" y="43983"/>
                    <a:pt x="74723" y="44182"/>
                    <a:pt x="73728" y="44431"/>
                  </a:cubicBezTo>
                  <a:cubicBezTo>
                    <a:pt x="74001" y="43435"/>
                    <a:pt x="74225" y="42489"/>
                    <a:pt x="74350" y="41568"/>
                  </a:cubicBezTo>
                  <a:cubicBezTo>
                    <a:pt x="74524" y="41444"/>
                    <a:pt x="74674" y="41394"/>
                    <a:pt x="74848" y="41294"/>
                  </a:cubicBezTo>
                  <a:close/>
                  <a:moveTo>
                    <a:pt x="77287" y="44256"/>
                  </a:moveTo>
                  <a:cubicBezTo>
                    <a:pt x="77287" y="44256"/>
                    <a:pt x="77287" y="44281"/>
                    <a:pt x="77337" y="44281"/>
                  </a:cubicBezTo>
                  <a:cubicBezTo>
                    <a:pt x="77138" y="44331"/>
                    <a:pt x="76988" y="44406"/>
                    <a:pt x="76789" y="44456"/>
                  </a:cubicBezTo>
                  <a:cubicBezTo>
                    <a:pt x="76839" y="44431"/>
                    <a:pt x="76889" y="44331"/>
                    <a:pt x="76914" y="44281"/>
                  </a:cubicBezTo>
                  <a:cubicBezTo>
                    <a:pt x="77038" y="44281"/>
                    <a:pt x="77163" y="44281"/>
                    <a:pt x="77287" y="44256"/>
                  </a:cubicBezTo>
                  <a:close/>
                  <a:moveTo>
                    <a:pt x="55010" y="44406"/>
                  </a:moveTo>
                  <a:cubicBezTo>
                    <a:pt x="55010" y="44431"/>
                    <a:pt x="55059" y="44431"/>
                    <a:pt x="55059" y="44456"/>
                  </a:cubicBezTo>
                  <a:cubicBezTo>
                    <a:pt x="55010" y="44456"/>
                    <a:pt x="55010" y="44480"/>
                    <a:pt x="54985" y="44480"/>
                  </a:cubicBezTo>
                  <a:cubicBezTo>
                    <a:pt x="54960" y="44456"/>
                    <a:pt x="54960" y="44431"/>
                    <a:pt x="54960" y="44431"/>
                  </a:cubicBezTo>
                  <a:cubicBezTo>
                    <a:pt x="54985" y="44431"/>
                    <a:pt x="54985" y="44406"/>
                    <a:pt x="55010" y="44406"/>
                  </a:cubicBezTo>
                  <a:close/>
                  <a:moveTo>
                    <a:pt x="74175" y="41651"/>
                  </a:moveTo>
                  <a:cubicBezTo>
                    <a:pt x="74050" y="42545"/>
                    <a:pt x="73851" y="43513"/>
                    <a:pt x="73553" y="44456"/>
                  </a:cubicBezTo>
                  <a:cubicBezTo>
                    <a:pt x="73529" y="44456"/>
                    <a:pt x="73529" y="44456"/>
                    <a:pt x="73504" y="44480"/>
                  </a:cubicBezTo>
                  <a:cubicBezTo>
                    <a:pt x="73777" y="43535"/>
                    <a:pt x="74001" y="42589"/>
                    <a:pt x="74126" y="41693"/>
                  </a:cubicBezTo>
                  <a:cubicBezTo>
                    <a:pt x="74148" y="41671"/>
                    <a:pt x="74169" y="41668"/>
                    <a:pt x="74175" y="41651"/>
                  </a:cubicBezTo>
                  <a:close/>
                  <a:moveTo>
                    <a:pt x="110639" y="44480"/>
                  </a:moveTo>
                  <a:cubicBezTo>
                    <a:pt x="110640" y="44487"/>
                    <a:pt x="110641" y="44495"/>
                    <a:pt x="110641" y="44505"/>
                  </a:cubicBezTo>
                  <a:cubicBezTo>
                    <a:pt x="110616" y="44505"/>
                    <a:pt x="110616" y="44530"/>
                    <a:pt x="110616" y="44530"/>
                  </a:cubicBezTo>
                  <a:lnTo>
                    <a:pt x="110616" y="44530"/>
                  </a:lnTo>
                  <a:cubicBezTo>
                    <a:pt x="110616" y="44510"/>
                    <a:pt x="110632" y="44506"/>
                    <a:pt x="110639" y="44480"/>
                  </a:cubicBezTo>
                  <a:close/>
                  <a:moveTo>
                    <a:pt x="73927" y="41792"/>
                  </a:moveTo>
                  <a:lnTo>
                    <a:pt x="73927" y="41792"/>
                  </a:lnTo>
                  <a:cubicBezTo>
                    <a:pt x="73802" y="42688"/>
                    <a:pt x="73603" y="43584"/>
                    <a:pt x="73304" y="44530"/>
                  </a:cubicBezTo>
                  <a:lnTo>
                    <a:pt x="73280" y="44530"/>
                  </a:lnTo>
                  <a:cubicBezTo>
                    <a:pt x="73230" y="44530"/>
                    <a:pt x="73155" y="44505"/>
                    <a:pt x="73080" y="44505"/>
                  </a:cubicBezTo>
                  <a:cubicBezTo>
                    <a:pt x="73056" y="43908"/>
                    <a:pt x="73080" y="43335"/>
                    <a:pt x="73180" y="42788"/>
                  </a:cubicBezTo>
                  <a:cubicBezTo>
                    <a:pt x="73304" y="42539"/>
                    <a:pt x="73404" y="42290"/>
                    <a:pt x="73529" y="42016"/>
                  </a:cubicBezTo>
                  <a:cubicBezTo>
                    <a:pt x="73653" y="41917"/>
                    <a:pt x="73777" y="41842"/>
                    <a:pt x="73927" y="41792"/>
                  </a:cubicBezTo>
                  <a:close/>
                  <a:moveTo>
                    <a:pt x="78407" y="44505"/>
                  </a:moveTo>
                  <a:cubicBezTo>
                    <a:pt x="78382" y="44505"/>
                    <a:pt x="78357" y="44505"/>
                    <a:pt x="78283" y="44530"/>
                  </a:cubicBezTo>
                  <a:cubicBezTo>
                    <a:pt x="78333" y="44505"/>
                    <a:pt x="78357" y="44505"/>
                    <a:pt x="78407" y="44505"/>
                  </a:cubicBezTo>
                  <a:close/>
                  <a:moveTo>
                    <a:pt x="87468" y="42887"/>
                  </a:moveTo>
                  <a:cubicBezTo>
                    <a:pt x="87194" y="43435"/>
                    <a:pt x="86870" y="43983"/>
                    <a:pt x="86571" y="44555"/>
                  </a:cubicBezTo>
                  <a:lnTo>
                    <a:pt x="86497" y="44555"/>
                  </a:lnTo>
                  <a:cubicBezTo>
                    <a:pt x="86845" y="43983"/>
                    <a:pt x="87119" y="43435"/>
                    <a:pt x="87418" y="42887"/>
                  </a:cubicBezTo>
                  <a:close/>
                  <a:moveTo>
                    <a:pt x="87692" y="42912"/>
                  </a:moveTo>
                  <a:cubicBezTo>
                    <a:pt x="88911" y="42962"/>
                    <a:pt x="90031" y="43186"/>
                    <a:pt x="91077" y="43510"/>
                  </a:cubicBezTo>
                  <a:cubicBezTo>
                    <a:pt x="89683" y="44032"/>
                    <a:pt x="88239" y="44406"/>
                    <a:pt x="86820" y="44555"/>
                  </a:cubicBezTo>
                  <a:cubicBezTo>
                    <a:pt x="87119" y="43983"/>
                    <a:pt x="87418" y="43435"/>
                    <a:pt x="87692" y="42912"/>
                  </a:cubicBezTo>
                  <a:close/>
                  <a:moveTo>
                    <a:pt x="98992" y="44456"/>
                  </a:moveTo>
                  <a:cubicBezTo>
                    <a:pt x="98992" y="44480"/>
                    <a:pt x="98942" y="44480"/>
                    <a:pt x="98942" y="44530"/>
                  </a:cubicBezTo>
                  <a:lnTo>
                    <a:pt x="98942" y="44555"/>
                  </a:lnTo>
                  <a:cubicBezTo>
                    <a:pt x="98917" y="44555"/>
                    <a:pt x="98893" y="44580"/>
                    <a:pt x="98868" y="44580"/>
                  </a:cubicBezTo>
                  <a:cubicBezTo>
                    <a:pt x="98868" y="44580"/>
                    <a:pt x="98868" y="44555"/>
                    <a:pt x="98893" y="44555"/>
                  </a:cubicBezTo>
                  <a:cubicBezTo>
                    <a:pt x="98893" y="44530"/>
                    <a:pt x="98893" y="44530"/>
                    <a:pt x="98917" y="44480"/>
                  </a:cubicBezTo>
                  <a:cubicBezTo>
                    <a:pt x="98917" y="44485"/>
                    <a:pt x="98918" y="44487"/>
                    <a:pt x="98920" y="44487"/>
                  </a:cubicBezTo>
                  <a:cubicBezTo>
                    <a:pt x="98928" y="44487"/>
                    <a:pt x="98952" y="44456"/>
                    <a:pt x="98992" y="44456"/>
                  </a:cubicBezTo>
                  <a:close/>
                  <a:moveTo>
                    <a:pt x="76665" y="44306"/>
                  </a:moveTo>
                  <a:cubicBezTo>
                    <a:pt x="76615" y="44406"/>
                    <a:pt x="76540" y="44505"/>
                    <a:pt x="76515" y="44580"/>
                  </a:cubicBezTo>
                  <a:cubicBezTo>
                    <a:pt x="76491" y="44580"/>
                    <a:pt x="76466" y="44605"/>
                    <a:pt x="76466" y="44605"/>
                  </a:cubicBezTo>
                  <a:cubicBezTo>
                    <a:pt x="76515" y="44530"/>
                    <a:pt x="76590" y="44431"/>
                    <a:pt x="76640" y="44306"/>
                  </a:cubicBezTo>
                  <a:close/>
                  <a:moveTo>
                    <a:pt x="77461" y="44431"/>
                  </a:moveTo>
                  <a:cubicBezTo>
                    <a:pt x="77461" y="44456"/>
                    <a:pt x="77486" y="44456"/>
                    <a:pt x="77486" y="44480"/>
                  </a:cubicBezTo>
                  <a:cubicBezTo>
                    <a:pt x="77461" y="44480"/>
                    <a:pt x="77461" y="44480"/>
                    <a:pt x="77412" y="44530"/>
                  </a:cubicBezTo>
                  <a:cubicBezTo>
                    <a:pt x="77337" y="44555"/>
                    <a:pt x="77212" y="44580"/>
                    <a:pt x="77113" y="44580"/>
                  </a:cubicBezTo>
                  <a:cubicBezTo>
                    <a:pt x="77038" y="44580"/>
                    <a:pt x="76988" y="44605"/>
                    <a:pt x="76963" y="44605"/>
                  </a:cubicBezTo>
                  <a:cubicBezTo>
                    <a:pt x="77138" y="44555"/>
                    <a:pt x="77287" y="44505"/>
                    <a:pt x="77461" y="44431"/>
                  </a:cubicBezTo>
                  <a:close/>
                  <a:moveTo>
                    <a:pt x="81618" y="44456"/>
                  </a:moveTo>
                  <a:cubicBezTo>
                    <a:pt x="81842" y="44480"/>
                    <a:pt x="82016" y="44555"/>
                    <a:pt x="82240" y="44580"/>
                  </a:cubicBezTo>
                  <a:lnTo>
                    <a:pt x="82265" y="44580"/>
                  </a:lnTo>
                  <a:cubicBezTo>
                    <a:pt x="82298" y="44591"/>
                    <a:pt x="82321" y="44606"/>
                    <a:pt x="82343" y="44620"/>
                  </a:cubicBezTo>
                  <a:lnTo>
                    <a:pt x="82343" y="44620"/>
                  </a:lnTo>
                  <a:cubicBezTo>
                    <a:pt x="82273" y="44605"/>
                    <a:pt x="82200" y="44605"/>
                    <a:pt x="82116" y="44605"/>
                  </a:cubicBezTo>
                  <a:cubicBezTo>
                    <a:pt x="81991" y="44555"/>
                    <a:pt x="81817" y="44530"/>
                    <a:pt x="81618" y="44456"/>
                  </a:cubicBezTo>
                  <a:close/>
                  <a:moveTo>
                    <a:pt x="72309" y="44456"/>
                  </a:moveTo>
                  <a:cubicBezTo>
                    <a:pt x="72408" y="44505"/>
                    <a:pt x="72533" y="44530"/>
                    <a:pt x="72632" y="44555"/>
                  </a:cubicBezTo>
                  <a:lnTo>
                    <a:pt x="72632" y="44630"/>
                  </a:lnTo>
                  <a:cubicBezTo>
                    <a:pt x="72508" y="44580"/>
                    <a:pt x="72408" y="44555"/>
                    <a:pt x="72284" y="44530"/>
                  </a:cubicBezTo>
                  <a:cubicBezTo>
                    <a:pt x="72284" y="44505"/>
                    <a:pt x="72309" y="44505"/>
                    <a:pt x="72309" y="44456"/>
                  </a:cubicBezTo>
                  <a:close/>
                  <a:moveTo>
                    <a:pt x="86633" y="42877"/>
                  </a:moveTo>
                  <a:cubicBezTo>
                    <a:pt x="86830" y="42877"/>
                    <a:pt x="87026" y="42881"/>
                    <a:pt x="87219" y="42887"/>
                  </a:cubicBezTo>
                  <a:cubicBezTo>
                    <a:pt x="86920" y="43435"/>
                    <a:pt x="86621" y="44032"/>
                    <a:pt x="86323" y="44580"/>
                  </a:cubicBezTo>
                  <a:cubicBezTo>
                    <a:pt x="86123" y="44580"/>
                    <a:pt x="85949" y="44605"/>
                    <a:pt x="85750" y="44605"/>
                  </a:cubicBezTo>
                  <a:cubicBezTo>
                    <a:pt x="85482" y="44622"/>
                    <a:pt x="85215" y="44630"/>
                    <a:pt x="84949" y="44630"/>
                  </a:cubicBezTo>
                  <a:cubicBezTo>
                    <a:pt x="84054" y="44630"/>
                    <a:pt x="83167" y="44540"/>
                    <a:pt x="82265" y="44406"/>
                  </a:cubicBezTo>
                  <a:cubicBezTo>
                    <a:pt x="81767" y="44256"/>
                    <a:pt x="81270" y="44082"/>
                    <a:pt x="80747" y="43983"/>
                  </a:cubicBezTo>
                  <a:lnTo>
                    <a:pt x="80747" y="43958"/>
                  </a:lnTo>
                  <a:lnTo>
                    <a:pt x="80647" y="43958"/>
                  </a:lnTo>
                  <a:cubicBezTo>
                    <a:pt x="80498" y="43933"/>
                    <a:pt x="80324" y="43908"/>
                    <a:pt x="80150" y="43833"/>
                  </a:cubicBezTo>
                  <a:lnTo>
                    <a:pt x="80125" y="43833"/>
                  </a:lnTo>
                  <a:cubicBezTo>
                    <a:pt x="82414" y="43221"/>
                    <a:pt x="84622" y="42877"/>
                    <a:pt x="86633" y="42877"/>
                  </a:cubicBezTo>
                  <a:close/>
                  <a:moveTo>
                    <a:pt x="76491" y="44057"/>
                  </a:moveTo>
                  <a:cubicBezTo>
                    <a:pt x="76491" y="44132"/>
                    <a:pt x="76491" y="44132"/>
                    <a:pt x="76441" y="44157"/>
                  </a:cubicBezTo>
                  <a:cubicBezTo>
                    <a:pt x="75619" y="44256"/>
                    <a:pt x="74698" y="44431"/>
                    <a:pt x="73802" y="44655"/>
                  </a:cubicBezTo>
                  <a:cubicBezTo>
                    <a:pt x="73777" y="44655"/>
                    <a:pt x="73703" y="44655"/>
                    <a:pt x="73678" y="44605"/>
                  </a:cubicBezTo>
                  <a:lnTo>
                    <a:pt x="73678" y="44580"/>
                  </a:lnTo>
                  <a:cubicBezTo>
                    <a:pt x="74649" y="44331"/>
                    <a:pt x="75594" y="44182"/>
                    <a:pt x="76491" y="44057"/>
                  </a:cubicBezTo>
                  <a:close/>
                  <a:moveTo>
                    <a:pt x="72853" y="44617"/>
                  </a:moveTo>
                  <a:cubicBezTo>
                    <a:pt x="72863" y="44617"/>
                    <a:pt x="72869" y="44630"/>
                    <a:pt x="72881" y="44655"/>
                  </a:cubicBezTo>
                  <a:cubicBezTo>
                    <a:pt x="72832" y="44655"/>
                    <a:pt x="72832" y="44655"/>
                    <a:pt x="72807" y="44680"/>
                  </a:cubicBezTo>
                  <a:lnTo>
                    <a:pt x="72807" y="44655"/>
                  </a:lnTo>
                  <a:cubicBezTo>
                    <a:pt x="72832" y="44630"/>
                    <a:pt x="72844" y="44617"/>
                    <a:pt x="72853" y="44617"/>
                  </a:cubicBezTo>
                  <a:close/>
                  <a:moveTo>
                    <a:pt x="76341" y="44331"/>
                  </a:moveTo>
                  <a:cubicBezTo>
                    <a:pt x="76267" y="44456"/>
                    <a:pt x="76167" y="44580"/>
                    <a:pt x="76117" y="44704"/>
                  </a:cubicBezTo>
                  <a:cubicBezTo>
                    <a:pt x="75840" y="44751"/>
                    <a:pt x="75556" y="44770"/>
                    <a:pt x="75271" y="44770"/>
                  </a:cubicBezTo>
                  <a:cubicBezTo>
                    <a:pt x="74941" y="44770"/>
                    <a:pt x="74608" y="44744"/>
                    <a:pt x="74275" y="44704"/>
                  </a:cubicBezTo>
                  <a:cubicBezTo>
                    <a:pt x="74997" y="44555"/>
                    <a:pt x="75669" y="44431"/>
                    <a:pt x="76341" y="44331"/>
                  </a:cubicBezTo>
                  <a:close/>
                  <a:moveTo>
                    <a:pt x="73230" y="44754"/>
                  </a:moveTo>
                  <a:lnTo>
                    <a:pt x="73230" y="44804"/>
                  </a:lnTo>
                  <a:cubicBezTo>
                    <a:pt x="73180" y="44779"/>
                    <a:pt x="73155" y="44779"/>
                    <a:pt x="73105" y="44779"/>
                  </a:cubicBezTo>
                  <a:cubicBezTo>
                    <a:pt x="73130" y="44779"/>
                    <a:pt x="73155" y="44754"/>
                    <a:pt x="73230" y="44754"/>
                  </a:cubicBezTo>
                  <a:close/>
                  <a:moveTo>
                    <a:pt x="86447" y="44754"/>
                  </a:moveTo>
                  <a:cubicBezTo>
                    <a:pt x="86447" y="44767"/>
                    <a:pt x="86453" y="44773"/>
                    <a:pt x="86463" y="44773"/>
                  </a:cubicBezTo>
                  <a:cubicBezTo>
                    <a:pt x="86472" y="44773"/>
                    <a:pt x="86484" y="44767"/>
                    <a:pt x="86497" y="44754"/>
                  </a:cubicBezTo>
                  <a:lnTo>
                    <a:pt x="86497" y="44754"/>
                  </a:lnTo>
                  <a:cubicBezTo>
                    <a:pt x="86497" y="44779"/>
                    <a:pt x="86472" y="44779"/>
                    <a:pt x="86472" y="44804"/>
                  </a:cubicBezTo>
                  <a:lnTo>
                    <a:pt x="86422" y="44804"/>
                  </a:lnTo>
                  <a:cubicBezTo>
                    <a:pt x="86422" y="44779"/>
                    <a:pt x="86447" y="44779"/>
                    <a:pt x="86447" y="44754"/>
                  </a:cubicBezTo>
                  <a:close/>
                  <a:moveTo>
                    <a:pt x="91351" y="43559"/>
                  </a:moveTo>
                  <a:cubicBezTo>
                    <a:pt x="91400" y="43559"/>
                    <a:pt x="91425" y="43584"/>
                    <a:pt x="91450" y="43584"/>
                  </a:cubicBezTo>
                  <a:cubicBezTo>
                    <a:pt x="89932" y="44256"/>
                    <a:pt x="88314" y="44655"/>
                    <a:pt x="86671" y="44804"/>
                  </a:cubicBezTo>
                  <a:cubicBezTo>
                    <a:pt x="86671" y="44779"/>
                    <a:pt x="86696" y="44779"/>
                    <a:pt x="86696" y="44754"/>
                  </a:cubicBezTo>
                  <a:cubicBezTo>
                    <a:pt x="88289" y="44580"/>
                    <a:pt x="89832" y="44182"/>
                    <a:pt x="91351" y="43559"/>
                  </a:cubicBezTo>
                  <a:close/>
                  <a:moveTo>
                    <a:pt x="77660" y="44655"/>
                  </a:moveTo>
                  <a:lnTo>
                    <a:pt x="77685" y="44680"/>
                  </a:lnTo>
                  <a:lnTo>
                    <a:pt x="77735" y="44704"/>
                  </a:lnTo>
                  <a:cubicBezTo>
                    <a:pt x="77586" y="44729"/>
                    <a:pt x="77387" y="44804"/>
                    <a:pt x="77237" y="44829"/>
                  </a:cubicBezTo>
                  <a:lnTo>
                    <a:pt x="77063" y="44829"/>
                  </a:lnTo>
                  <a:cubicBezTo>
                    <a:pt x="77113" y="44829"/>
                    <a:pt x="77163" y="44804"/>
                    <a:pt x="77237" y="44779"/>
                  </a:cubicBezTo>
                  <a:cubicBezTo>
                    <a:pt x="77387" y="44754"/>
                    <a:pt x="77511" y="44680"/>
                    <a:pt x="77660" y="44655"/>
                  </a:cubicBezTo>
                  <a:close/>
                  <a:moveTo>
                    <a:pt x="72184" y="44680"/>
                  </a:moveTo>
                  <a:cubicBezTo>
                    <a:pt x="72284" y="44704"/>
                    <a:pt x="72384" y="44754"/>
                    <a:pt x="72433" y="44779"/>
                  </a:cubicBezTo>
                  <a:cubicBezTo>
                    <a:pt x="72309" y="44804"/>
                    <a:pt x="72234" y="44829"/>
                    <a:pt x="72085" y="44879"/>
                  </a:cubicBezTo>
                  <a:lnTo>
                    <a:pt x="72184" y="44680"/>
                  </a:lnTo>
                  <a:close/>
                  <a:moveTo>
                    <a:pt x="110342" y="44655"/>
                  </a:moveTo>
                  <a:cubicBezTo>
                    <a:pt x="110342" y="44680"/>
                    <a:pt x="110318" y="44754"/>
                    <a:pt x="110318" y="44779"/>
                  </a:cubicBezTo>
                  <a:lnTo>
                    <a:pt x="110218" y="44879"/>
                  </a:lnTo>
                  <a:cubicBezTo>
                    <a:pt x="110218" y="44829"/>
                    <a:pt x="110243" y="44804"/>
                    <a:pt x="110243" y="44754"/>
                  </a:cubicBezTo>
                  <a:lnTo>
                    <a:pt x="110268" y="44704"/>
                  </a:lnTo>
                  <a:lnTo>
                    <a:pt x="110318" y="44680"/>
                  </a:lnTo>
                  <a:lnTo>
                    <a:pt x="110342" y="44655"/>
                  </a:lnTo>
                  <a:close/>
                  <a:moveTo>
                    <a:pt x="83033" y="44711"/>
                  </a:moveTo>
                  <a:cubicBezTo>
                    <a:pt x="83683" y="44799"/>
                    <a:pt x="84359" y="44848"/>
                    <a:pt x="85033" y="44848"/>
                  </a:cubicBezTo>
                  <a:cubicBezTo>
                    <a:pt x="85273" y="44848"/>
                    <a:pt x="85512" y="44842"/>
                    <a:pt x="85750" y="44829"/>
                  </a:cubicBezTo>
                  <a:cubicBezTo>
                    <a:pt x="85924" y="44829"/>
                    <a:pt x="86049" y="44804"/>
                    <a:pt x="86198" y="44804"/>
                  </a:cubicBezTo>
                  <a:cubicBezTo>
                    <a:pt x="86198" y="44829"/>
                    <a:pt x="86173" y="44829"/>
                    <a:pt x="86173" y="44879"/>
                  </a:cubicBezTo>
                  <a:lnTo>
                    <a:pt x="85750" y="44879"/>
                  </a:lnTo>
                  <a:cubicBezTo>
                    <a:pt x="85501" y="44879"/>
                    <a:pt x="85252" y="44904"/>
                    <a:pt x="85003" y="44904"/>
                  </a:cubicBezTo>
                  <a:cubicBezTo>
                    <a:pt x="84381" y="44904"/>
                    <a:pt x="83809" y="44829"/>
                    <a:pt x="83186" y="44779"/>
                  </a:cubicBezTo>
                  <a:cubicBezTo>
                    <a:pt x="83128" y="44760"/>
                    <a:pt x="83085" y="44725"/>
                    <a:pt x="83033" y="44711"/>
                  </a:cubicBezTo>
                  <a:close/>
                  <a:moveTo>
                    <a:pt x="62103" y="39079"/>
                  </a:moveTo>
                  <a:cubicBezTo>
                    <a:pt x="62527" y="39677"/>
                    <a:pt x="62825" y="40299"/>
                    <a:pt x="63149" y="40871"/>
                  </a:cubicBezTo>
                  <a:cubicBezTo>
                    <a:pt x="63024" y="40921"/>
                    <a:pt x="62925" y="40971"/>
                    <a:pt x="62800" y="41046"/>
                  </a:cubicBezTo>
                  <a:cubicBezTo>
                    <a:pt x="62676" y="41095"/>
                    <a:pt x="62552" y="41145"/>
                    <a:pt x="62452" y="41195"/>
                  </a:cubicBezTo>
                  <a:cubicBezTo>
                    <a:pt x="62352" y="41220"/>
                    <a:pt x="62253" y="41294"/>
                    <a:pt x="62178" y="41319"/>
                  </a:cubicBezTo>
                  <a:cubicBezTo>
                    <a:pt x="62079" y="41344"/>
                    <a:pt x="62029" y="41369"/>
                    <a:pt x="61929" y="41444"/>
                  </a:cubicBezTo>
                  <a:lnTo>
                    <a:pt x="61855" y="41444"/>
                  </a:lnTo>
                  <a:cubicBezTo>
                    <a:pt x="61730" y="41494"/>
                    <a:pt x="61606" y="41543"/>
                    <a:pt x="61481" y="41593"/>
                  </a:cubicBezTo>
                  <a:cubicBezTo>
                    <a:pt x="61332" y="41668"/>
                    <a:pt x="61133" y="41767"/>
                    <a:pt x="60983" y="41842"/>
                  </a:cubicBezTo>
                  <a:lnTo>
                    <a:pt x="60959" y="41842"/>
                  </a:lnTo>
                  <a:cubicBezTo>
                    <a:pt x="60959" y="41842"/>
                    <a:pt x="60934" y="41842"/>
                    <a:pt x="60934" y="41892"/>
                  </a:cubicBezTo>
                  <a:cubicBezTo>
                    <a:pt x="60809" y="41942"/>
                    <a:pt x="60685" y="42016"/>
                    <a:pt x="60510" y="42066"/>
                  </a:cubicBezTo>
                  <a:cubicBezTo>
                    <a:pt x="60486" y="42066"/>
                    <a:pt x="60461" y="42091"/>
                    <a:pt x="60436" y="42116"/>
                  </a:cubicBezTo>
                  <a:cubicBezTo>
                    <a:pt x="60386" y="42166"/>
                    <a:pt x="60361" y="42166"/>
                    <a:pt x="60336" y="42190"/>
                  </a:cubicBezTo>
                  <a:cubicBezTo>
                    <a:pt x="60336" y="42190"/>
                    <a:pt x="60311" y="42190"/>
                    <a:pt x="60311" y="42215"/>
                  </a:cubicBezTo>
                  <a:cubicBezTo>
                    <a:pt x="60212" y="42240"/>
                    <a:pt x="60137" y="42315"/>
                    <a:pt x="60062" y="42340"/>
                  </a:cubicBezTo>
                  <a:lnTo>
                    <a:pt x="60013" y="42340"/>
                  </a:lnTo>
                  <a:cubicBezTo>
                    <a:pt x="60013" y="42340"/>
                    <a:pt x="59988" y="42340"/>
                    <a:pt x="59988" y="42365"/>
                  </a:cubicBezTo>
                  <a:cubicBezTo>
                    <a:pt x="59838" y="42439"/>
                    <a:pt x="59714" y="42539"/>
                    <a:pt x="59565" y="42589"/>
                  </a:cubicBezTo>
                  <a:cubicBezTo>
                    <a:pt x="59465" y="42614"/>
                    <a:pt x="59390" y="42688"/>
                    <a:pt x="59316" y="42713"/>
                  </a:cubicBezTo>
                  <a:cubicBezTo>
                    <a:pt x="59216" y="42788"/>
                    <a:pt x="59117" y="42813"/>
                    <a:pt x="59017" y="42863"/>
                  </a:cubicBezTo>
                  <a:cubicBezTo>
                    <a:pt x="58868" y="42962"/>
                    <a:pt x="58718" y="43037"/>
                    <a:pt x="58569" y="43111"/>
                  </a:cubicBezTo>
                  <a:lnTo>
                    <a:pt x="58096" y="43410"/>
                  </a:lnTo>
                  <a:lnTo>
                    <a:pt x="58071" y="43410"/>
                  </a:lnTo>
                  <a:cubicBezTo>
                    <a:pt x="57897" y="43510"/>
                    <a:pt x="57748" y="43584"/>
                    <a:pt x="57573" y="43709"/>
                  </a:cubicBezTo>
                  <a:cubicBezTo>
                    <a:pt x="57399" y="43808"/>
                    <a:pt x="57250" y="43908"/>
                    <a:pt x="57125" y="43983"/>
                  </a:cubicBezTo>
                  <a:cubicBezTo>
                    <a:pt x="56976" y="44082"/>
                    <a:pt x="56827" y="44182"/>
                    <a:pt x="56652" y="44306"/>
                  </a:cubicBezTo>
                  <a:cubicBezTo>
                    <a:pt x="56627" y="44306"/>
                    <a:pt x="56627" y="44331"/>
                    <a:pt x="56603" y="44331"/>
                  </a:cubicBezTo>
                  <a:cubicBezTo>
                    <a:pt x="56528" y="44356"/>
                    <a:pt x="56503" y="44406"/>
                    <a:pt x="56453" y="44431"/>
                  </a:cubicBezTo>
                  <a:cubicBezTo>
                    <a:pt x="56379" y="44480"/>
                    <a:pt x="56329" y="44530"/>
                    <a:pt x="56229" y="44580"/>
                  </a:cubicBezTo>
                  <a:cubicBezTo>
                    <a:pt x="56204" y="44580"/>
                    <a:pt x="56204" y="44605"/>
                    <a:pt x="56155" y="44605"/>
                  </a:cubicBezTo>
                  <a:cubicBezTo>
                    <a:pt x="56155" y="44605"/>
                    <a:pt x="56130" y="44605"/>
                    <a:pt x="56130" y="44655"/>
                  </a:cubicBezTo>
                  <a:cubicBezTo>
                    <a:pt x="55980" y="44754"/>
                    <a:pt x="55831" y="44854"/>
                    <a:pt x="55657" y="44953"/>
                  </a:cubicBezTo>
                  <a:cubicBezTo>
                    <a:pt x="55507" y="44804"/>
                    <a:pt x="55358" y="44605"/>
                    <a:pt x="55209" y="44456"/>
                  </a:cubicBezTo>
                  <a:cubicBezTo>
                    <a:pt x="57399" y="42589"/>
                    <a:pt x="59714" y="40797"/>
                    <a:pt x="62103" y="39079"/>
                  </a:cubicBezTo>
                  <a:close/>
                  <a:moveTo>
                    <a:pt x="73802" y="44829"/>
                  </a:moveTo>
                  <a:cubicBezTo>
                    <a:pt x="74400" y="44929"/>
                    <a:pt x="75022" y="44953"/>
                    <a:pt x="75619" y="44953"/>
                  </a:cubicBezTo>
                  <a:cubicBezTo>
                    <a:pt x="75545" y="45003"/>
                    <a:pt x="75520" y="45003"/>
                    <a:pt x="75470" y="45028"/>
                  </a:cubicBezTo>
                  <a:lnTo>
                    <a:pt x="75346" y="45028"/>
                  </a:lnTo>
                  <a:cubicBezTo>
                    <a:pt x="74773" y="45028"/>
                    <a:pt x="74250" y="44953"/>
                    <a:pt x="73678" y="44879"/>
                  </a:cubicBezTo>
                  <a:cubicBezTo>
                    <a:pt x="73728" y="44879"/>
                    <a:pt x="73777" y="44829"/>
                    <a:pt x="73802" y="44829"/>
                  </a:cubicBezTo>
                  <a:close/>
                  <a:moveTo>
                    <a:pt x="78158" y="44829"/>
                  </a:moveTo>
                  <a:lnTo>
                    <a:pt x="78233" y="44904"/>
                  </a:lnTo>
                  <a:lnTo>
                    <a:pt x="78233" y="44953"/>
                  </a:lnTo>
                  <a:lnTo>
                    <a:pt x="78233" y="45028"/>
                  </a:lnTo>
                  <a:lnTo>
                    <a:pt x="78183" y="44978"/>
                  </a:lnTo>
                  <a:lnTo>
                    <a:pt x="78158" y="44953"/>
                  </a:lnTo>
                  <a:lnTo>
                    <a:pt x="78158" y="44929"/>
                  </a:lnTo>
                  <a:lnTo>
                    <a:pt x="78158" y="44829"/>
                  </a:lnTo>
                  <a:close/>
                  <a:moveTo>
                    <a:pt x="55184" y="44555"/>
                  </a:moveTo>
                  <a:cubicBezTo>
                    <a:pt x="55333" y="44704"/>
                    <a:pt x="55482" y="44904"/>
                    <a:pt x="55632" y="45053"/>
                  </a:cubicBezTo>
                  <a:lnTo>
                    <a:pt x="55607" y="45053"/>
                  </a:lnTo>
                  <a:lnTo>
                    <a:pt x="55582" y="45078"/>
                  </a:lnTo>
                  <a:lnTo>
                    <a:pt x="55308" y="44804"/>
                  </a:lnTo>
                  <a:lnTo>
                    <a:pt x="55109" y="44605"/>
                  </a:lnTo>
                  <a:lnTo>
                    <a:pt x="55184" y="44555"/>
                  </a:lnTo>
                  <a:close/>
                  <a:moveTo>
                    <a:pt x="63224" y="41046"/>
                  </a:moveTo>
                  <a:lnTo>
                    <a:pt x="63224" y="41070"/>
                  </a:lnTo>
                  <a:cubicBezTo>
                    <a:pt x="63099" y="41145"/>
                    <a:pt x="62975" y="41195"/>
                    <a:pt x="62875" y="41270"/>
                  </a:cubicBezTo>
                  <a:cubicBezTo>
                    <a:pt x="62751" y="41319"/>
                    <a:pt x="62626" y="41344"/>
                    <a:pt x="62502" y="41419"/>
                  </a:cubicBezTo>
                  <a:cubicBezTo>
                    <a:pt x="62427" y="41444"/>
                    <a:pt x="62328" y="41518"/>
                    <a:pt x="62228" y="41543"/>
                  </a:cubicBezTo>
                  <a:cubicBezTo>
                    <a:pt x="62178" y="41568"/>
                    <a:pt x="62079" y="41593"/>
                    <a:pt x="62029" y="41643"/>
                  </a:cubicBezTo>
                  <a:cubicBezTo>
                    <a:pt x="61855" y="41693"/>
                    <a:pt x="61730" y="41767"/>
                    <a:pt x="61581" y="41817"/>
                  </a:cubicBezTo>
                  <a:cubicBezTo>
                    <a:pt x="61431" y="41892"/>
                    <a:pt x="61282" y="41966"/>
                    <a:pt x="61108" y="42041"/>
                  </a:cubicBezTo>
                  <a:cubicBezTo>
                    <a:pt x="60959" y="42141"/>
                    <a:pt x="60809" y="42190"/>
                    <a:pt x="60610" y="42290"/>
                  </a:cubicBezTo>
                  <a:cubicBezTo>
                    <a:pt x="60486" y="42340"/>
                    <a:pt x="60361" y="42415"/>
                    <a:pt x="60262" y="42464"/>
                  </a:cubicBezTo>
                  <a:cubicBezTo>
                    <a:pt x="60237" y="42464"/>
                    <a:pt x="60237" y="42514"/>
                    <a:pt x="60212" y="42514"/>
                  </a:cubicBezTo>
                  <a:cubicBezTo>
                    <a:pt x="60013" y="42589"/>
                    <a:pt x="59838" y="42688"/>
                    <a:pt x="59689" y="42788"/>
                  </a:cubicBezTo>
                  <a:cubicBezTo>
                    <a:pt x="59614" y="42813"/>
                    <a:pt x="59540" y="42887"/>
                    <a:pt x="59465" y="42912"/>
                  </a:cubicBezTo>
                  <a:cubicBezTo>
                    <a:pt x="59440" y="42912"/>
                    <a:pt x="59440" y="42937"/>
                    <a:pt x="59415" y="42937"/>
                  </a:cubicBezTo>
                  <a:cubicBezTo>
                    <a:pt x="59365" y="42937"/>
                    <a:pt x="59365" y="42962"/>
                    <a:pt x="59341" y="42962"/>
                  </a:cubicBezTo>
                  <a:cubicBezTo>
                    <a:pt x="59316" y="42962"/>
                    <a:pt x="59316" y="43012"/>
                    <a:pt x="59291" y="43012"/>
                  </a:cubicBezTo>
                  <a:cubicBezTo>
                    <a:pt x="59092" y="43136"/>
                    <a:pt x="58917" y="43211"/>
                    <a:pt x="58693" y="43335"/>
                  </a:cubicBezTo>
                  <a:cubicBezTo>
                    <a:pt x="58669" y="43335"/>
                    <a:pt x="58669" y="43360"/>
                    <a:pt x="58619" y="43360"/>
                  </a:cubicBezTo>
                  <a:cubicBezTo>
                    <a:pt x="58594" y="43360"/>
                    <a:pt x="58594" y="43410"/>
                    <a:pt x="58569" y="43410"/>
                  </a:cubicBezTo>
                  <a:lnTo>
                    <a:pt x="58544" y="43435"/>
                  </a:lnTo>
                  <a:cubicBezTo>
                    <a:pt x="58494" y="43435"/>
                    <a:pt x="58494" y="43460"/>
                    <a:pt x="58469" y="43460"/>
                  </a:cubicBezTo>
                  <a:cubicBezTo>
                    <a:pt x="58469" y="43460"/>
                    <a:pt x="58445" y="43460"/>
                    <a:pt x="58445" y="43485"/>
                  </a:cubicBezTo>
                  <a:cubicBezTo>
                    <a:pt x="58420" y="43535"/>
                    <a:pt x="58370" y="43535"/>
                    <a:pt x="58345" y="43559"/>
                  </a:cubicBezTo>
                  <a:cubicBezTo>
                    <a:pt x="58121" y="43684"/>
                    <a:pt x="57947" y="43808"/>
                    <a:pt x="57723" y="43933"/>
                  </a:cubicBezTo>
                  <a:cubicBezTo>
                    <a:pt x="57698" y="43958"/>
                    <a:pt x="57673" y="43958"/>
                    <a:pt x="57623" y="43983"/>
                  </a:cubicBezTo>
                  <a:cubicBezTo>
                    <a:pt x="57598" y="44032"/>
                    <a:pt x="57573" y="44032"/>
                    <a:pt x="57548" y="44057"/>
                  </a:cubicBezTo>
                  <a:cubicBezTo>
                    <a:pt x="57499" y="44057"/>
                    <a:pt x="57499" y="44082"/>
                    <a:pt x="57474" y="44082"/>
                  </a:cubicBezTo>
                  <a:cubicBezTo>
                    <a:pt x="57449" y="44107"/>
                    <a:pt x="57424" y="44107"/>
                    <a:pt x="57374" y="44157"/>
                  </a:cubicBezTo>
                  <a:cubicBezTo>
                    <a:pt x="57175" y="44281"/>
                    <a:pt x="56951" y="44431"/>
                    <a:pt x="56752" y="44555"/>
                  </a:cubicBezTo>
                  <a:cubicBezTo>
                    <a:pt x="56702" y="44580"/>
                    <a:pt x="56627" y="44655"/>
                    <a:pt x="56553" y="44704"/>
                  </a:cubicBezTo>
                  <a:cubicBezTo>
                    <a:pt x="56503" y="44729"/>
                    <a:pt x="56478" y="44779"/>
                    <a:pt x="56453" y="44779"/>
                  </a:cubicBezTo>
                  <a:cubicBezTo>
                    <a:pt x="56304" y="44904"/>
                    <a:pt x="56105" y="44978"/>
                    <a:pt x="55955" y="45103"/>
                  </a:cubicBezTo>
                  <a:lnTo>
                    <a:pt x="55931" y="45078"/>
                  </a:lnTo>
                  <a:lnTo>
                    <a:pt x="55881" y="45053"/>
                  </a:lnTo>
                  <a:cubicBezTo>
                    <a:pt x="56080" y="44929"/>
                    <a:pt x="56229" y="44804"/>
                    <a:pt x="56428" y="44680"/>
                  </a:cubicBezTo>
                  <a:lnTo>
                    <a:pt x="56702" y="44480"/>
                  </a:lnTo>
                  <a:cubicBezTo>
                    <a:pt x="56752" y="44456"/>
                    <a:pt x="56827" y="44406"/>
                    <a:pt x="56876" y="44356"/>
                  </a:cubicBezTo>
                  <a:cubicBezTo>
                    <a:pt x="57051" y="44281"/>
                    <a:pt x="57175" y="44182"/>
                    <a:pt x="57324" y="44082"/>
                  </a:cubicBezTo>
                  <a:cubicBezTo>
                    <a:pt x="57449" y="44032"/>
                    <a:pt x="57548" y="43933"/>
                    <a:pt x="57673" y="43858"/>
                  </a:cubicBezTo>
                  <a:cubicBezTo>
                    <a:pt x="57847" y="43734"/>
                    <a:pt x="58046" y="43609"/>
                    <a:pt x="58220" y="43535"/>
                  </a:cubicBezTo>
                  <a:cubicBezTo>
                    <a:pt x="58345" y="43435"/>
                    <a:pt x="58469" y="43360"/>
                    <a:pt x="58619" y="43286"/>
                  </a:cubicBezTo>
                  <a:cubicBezTo>
                    <a:pt x="58818" y="43186"/>
                    <a:pt x="58967" y="43087"/>
                    <a:pt x="59166" y="42987"/>
                  </a:cubicBezTo>
                  <a:cubicBezTo>
                    <a:pt x="59316" y="42912"/>
                    <a:pt x="59465" y="42813"/>
                    <a:pt x="59589" y="42738"/>
                  </a:cubicBezTo>
                  <a:cubicBezTo>
                    <a:pt x="59739" y="42663"/>
                    <a:pt x="59913" y="42589"/>
                    <a:pt x="60062" y="42489"/>
                  </a:cubicBezTo>
                  <a:cubicBezTo>
                    <a:pt x="60087" y="42464"/>
                    <a:pt x="60162" y="42464"/>
                    <a:pt x="60187" y="42439"/>
                  </a:cubicBezTo>
                  <a:lnTo>
                    <a:pt x="60560" y="42240"/>
                  </a:lnTo>
                  <a:lnTo>
                    <a:pt x="60934" y="42066"/>
                  </a:lnTo>
                  <a:cubicBezTo>
                    <a:pt x="60983" y="42041"/>
                    <a:pt x="61008" y="42041"/>
                    <a:pt x="61083" y="41991"/>
                  </a:cubicBezTo>
                  <a:cubicBezTo>
                    <a:pt x="61232" y="41942"/>
                    <a:pt x="61357" y="41842"/>
                    <a:pt x="61506" y="41792"/>
                  </a:cubicBezTo>
                  <a:cubicBezTo>
                    <a:pt x="61631" y="41718"/>
                    <a:pt x="61730" y="41693"/>
                    <a:pt x="61855" y="41618"/>
                  </a:cubicBezTo>
                  <a:cubicBezTo>
                    <a:pt x="62079" y="41543"/>
                    <a:pt x="62253" y="41444"/>
                    <a:pt x="62477" y="41344"/>
                  </a:cubicBezTo>
                  <a:cubicBezTo>
                    <a:pt x="62576" y="41319"/>
                    <a:pt x="62676" y="41294"/>
                    <a:pt x="62751" y="41220"/>
                  </a:cubicBezTo>
                  <a:lnTo>
                    <a:pt x="63224" y="41046"/>
                  </a:lnTo>
                  <a:close/>
                  <a:moveTo>
                    <a:pt x="73130" y="45028"/>
                  </a:moveTo>
                  <a:cubicBezTo>
                    <a:pt x="73130" y="45053"/>
                    <a:pt x="73080" y="45078"/>
                    <a:pt x="73080" y="45128"/>
                  </a:cubicBezTo>
                  <a:lnTo>
                    <a:pt x="73080" y="45053"/>
                  </a:lnTo>
                  <a:lnTo>
                    <a:pt x="73130" y="45028"/>
                  </a:lnTo>
                  <a:close/>
                  <a:moveTo>
                    <a:pt x="22228" y="36466"/>
                  </a:moveTo>
                  <a:cubicBezTo>
                    <a:pt x="23970" y="37113"/>
                    <a:pt x="26111" y="38208"/>
                    <a:pt x="28426" y="39602"/>
                  </a:cubicBezTo>
                  <a:cubicBezTo>
                    <a:pt x="28003" y="40050"/>
                    <a:pt x="27629" y="40473"/>
                    <a:pt x="27231" y="40946"/>
                  </a:cubicBezTo>
                  <a:cubicBezTo>
                    <a:pt x="27131" y="41070"/>
                    <a:pt x="27057" y="41170"/>
                    <a:pt x="26907" y="41294"/>
                  </a:cubicBezTo>
                  <a:cubicBezTo>
                    <a:pt x="26260" y="42041"/>
                    <a:pt x="25613" y="42813"/>
                    <a:pt x="24966" y="43584"/>
                  </a:cubicBezTo>
                  <a:cubicBezTo>
                    <a:pt x="24891" y="43659"/>
                    <a:pt x="24866" y="43709"/>
                    <a:pt x="24792" y="43784"/>
                  </a:cubicBezTo>
                  <a:lnTo>
                    <a:pt x="23672" y="45177"/>
                  </a:lnTo>
                  <a:cubicBezTo>
                    <a:pt x="21879" y="43286"/>
                    <a:pt x="20436" y="41568"/>
                    <a:pt x="19490" y="40100"/>
                  </a:cubicBezTo>
                  <a:cubicBezTo>
                    <a:pt x="19789" y="39677"/>
                    <a:pt x="20062" y="39278"/>
                    <a:pt x="20386" y="38830"/>
                  </a:cubicBezTo>
                  <a:lnTo>
                    <a:pt x="20411" y="38805"/>
                  </a:lnTo>
                  <a:cubicBezTo>
                    <a:pt x="20784" y="38283"/>
                    <a:pt x="21183" y="37760"/>
                    <a:pt x="21606" y="37237"/>
                  </a:cubicBezTo>
                  <a:cubicBezTo>
                    <a:pt x="21631" y="37212"/>
                    <a:pt x="21655" y="37187"/>
                    <a:pt x="21655" y="37138"/>
                  </a:cubicBezTo>
                  <a:cubicBezTo>
                    <a:pt x="21855" y="36889"/>
                    <a:pt x="22029" y="36690"/>
                    <a:pt x="22228" y="36466"/>
                  </a:cubicBezTo>
                  <a:close/>
                  <a:moveTo>
                    <a:pt x="72657" y="44904"/>
                  </a:moveTo>
                  <a:lnTo>
                    <a:pt x="72657" y="44953"/>
                  </a:lnTo>
                  <a:cubicBezTo>
                    <a:pt x="72408" y="45028"/>
                    <a:pt x="72184" y="45128"/>
                    <a:pt x="71935" y="45177"/>
                  </a:cubicBezTo>
                  <a:cubicBezTo>
                    <a:pt x="71985" y="45153"/>
                    <a:pt x="71985" y="45128"/>
                    <a:pt x="72010" y="45128"/>
                  </a:cubicBezTo>
                  <a:cubicBezTo>
                    <a:pt x="72234" y="45053"/>
                    <a:pt x="72433" y="45003"/>
                    <a:pt x="72657" y="44904"/>
                  </a:cubicBezTo>
                  <a:close/>
                  <a:moveTo>
                    <a:pt x="55756" y="45202"/>
                  </a:moveTo>
                  <a:lnTo>
                    <a:pt x="55781" y="45227"/>
                  </a:lnTo>
                  <a:cubicBezTo>
                    <a:pt x="55781" y="45227"/>
                    <a:pt x="55756" y="45227"/>
                    <a:pt x="55756" y="45277"/>
                  </a:cubicBezTo>
                  <a:lnTo>
                    <a:pt x="55731" y="45302"/>
                  </a:lnTo>
                  <a:cubicBezTo>
                    <a:pt x="55731" y="45277"/>
                    <a:pt x="55731" y="45277"/>
                    <a:pt x="55706" y="45227"/>
                  </a:cubicBezTo>
                  <a:cubicBezTo>
                    <a:pt x="55731" y="45202"/>
                    <a:pt x="55731" y="45202"/>
                    <a:pt x="55756" y="45202"/>
                  </a:cubicBezTo>
                  <a:close/>
                  <a:moveTo>
                    <a:pt x="28575" y="39701"/>
                  </a:moveTo>
                  <a:cubicBezTo>
                    <a:pt x="28600" y="39701"/>
                    <a:pt x="28600" y="39726"/>
                    <a:pt x="28625" y="39726"/>
                  </a:cubicBezTo>
                  <a:cubicBezTo>
                    <a:pt x="26957" y="41568"/>
                    <a:pt x="25364" y="43435"/>
                    <a:pt x="23846" y="45327"/>
                  </a:cubicBezTo>
                  <a:lnTo>
                    <a:pt x="23821" y="45302"/>
                  </a:lnTo>
                  <a:cubicBezTo>
                    <a:pt x="24145" y="44879"/>
                    <a:pt x="24493" y="44456"/>
                    <a:pt x="24841" y="44032"/>
                  </a:cubicBezTo>
                  <a:cubicBezTo>
                    <a:pt x="24991" y="43833"/>
                    <a:pt x="25115" y="43684"/>
                    <a:pt x="25265" y="43510"/>
                  </a:cubicBezTo>
                  <a:cubicBezTo>
                    <a:pt x="25837" y="42813"/>
                    <a:pt x="26385" y="42166"/>
                    <a:pt x="26982" y="41518"/>
                  </a:cubicBezTo>
                  <a:cubicBezTo>
                    <a:pt x="27206" y="41270"/>
                    <a:pt x="27455" y="40971"/>
                    <a:pt x="27679" y="40722"/>
                  </a:cubicBezTo>
                  <a:cubicBezTo>
                    <a:pt x="27978" y="40398"/>
                    <a:pt x="28252" y="40050"/>
                    <a:pt x="28575" y="39701"/>
                  </a:cubicBezTo>
                  <a:close/>
                  <a:moveTo>
                    <a:pt x="19341" y="40274"/>
                  </a:moveTo>
                  <a:cubicBezTo>
                    <a:pt x="20286" y="41693"/>
                    <a:pt x="21730" y="43410"/>
                    <a:pt x="23522" y="45302"/>
                  </a:cubicBezTo>
                  <a:cubicBezTo>
                    <a:pt x="23572" y="45327"/>
                    <a:pt x="23522" y="45327"/>
                    <a:pt x="23522" y="45377"/>
                  </a:cubicBezTo>
                  <a:cubicBezTo>
                    <a:pt x="21705" y="43460"/>
                    <a:pt x="20286" y="41767"/>
                    <a:pt x="19291" y="40324"/>
                  </a:cubicBezTo>
                  <a:cubicBezTo>
                    <a:pt x="19291" y="40299"/>
                    <a:pt x="19341" y="40299"/>
                    <a:pt x="19341" y="40274"/>
                  </a:cubicBezTo>
                  <a:close/>
                  <a:moveTo>
                    <a:pt x="117436" y="31687"/>
                  </a:moveTo>
                  <a:lnTo>
                    <a:pt x="117436" y="31687"/>
                  </a:lnTo>
                  <a:cubicBezTo>
                    <a:pt x="118034" y="35868"/>
                    <a:pt x="117660" y="40548"/>
                    <a:pt x="116466" y="45451"/>
                  </a:cubicBezTo>
                  <a:cubicBezTo>
                    <a:pt x="116590" y="42838"/>
                    <a:pt x="116366" y="40349"/>
                    <a:pt x="115794" y="38059"/>
                  </a:cubicBezTo>
                  <a:cubicBezTo>
                    <a:pt x="115819" y="37984"/>
                    <a:pt x="115819" y="37959"/>
                    <a:pt x="115843" y="37909"/>
                  </a:cubicBezTo>
                  <a:cubicBezTo>
                    <a:pt x="115843" y="37859"/>
                    <a:pt x="115868" y="37835"/>
                    <a:pt x="115868" y="37810"/>
                  </a:cubicBezTo>
                  <a:cubicBezTo>
                    <a:pt x="115968" y="37586"/>
                    <a:pt x="116092" y="37337"/>
                    <a:pt x="116192" y="37113"/>
                  </a:cubicBezTo>
                  <a:cubicBezTo>
                    <a:pt x="116217" y="37063"/>
                    <a:pt x="116242" y="36963"/>
                    <a:pt x="116291" y="36914"/>
                  </a:cubicBezTo>
                  <a:cubicBezTo>
                    <a:pt x="116366" y="36690"/>
                    <a:pt x="116441" y="36466"/>
                    <a:pt x="116540" y="36242"/>
                  </a:cubicBezTo>
                  <a:lnTo>
                    <a:pt x="116615" y="35968"/>
                  </a:lnTo>
                  <a:cubicBezTo>
                    <a:pt x="116690" y="35744"/>
                    <a:pt x="116739" y="35569"/>
                    <a:pt x="116814" y="35345"/>
                  </a:cubicBezTo>
                  <a:cubicBezTo>
                    <a:pt x="116839" y="35246"/>
                    <a:pt x="116864" y="35121"/>
                    <a:pt x="116914" y="35047"/>
                  </a:cubicBezTo>
                  <a:cubicBezTo>
                    <a:pt x="116964" y="34848"/>
                    <a:pt x="116988" y="34624"/>
                    <a:pt x="117063" y="34449"/>
                  </a:cubicBezTo>
                  <a:cubicBezTo>
                    <a:pt x="117088" y="34325"/>
                    <a:pt x="117113" y="34200"/>
                    <a:pt x="117113" y="34076"/>
                  </a:cubicBezTo>
                  <a:lnTo>
                    <a:pt x="117212" y="33504"/>
                  </a:lnTo>
                  <a:cubicBezTo>
                    <a:pt x="117212" y="33454"/>
                    <a:pt x="117237" y="33379"/>
                    <a:pt x="117237" y="33329"/>
                  </a:cubicBezTo>
                  <a:cubicBezTo>
                    <a:pt x="117287" y="33255"/>
                    <a:pt x="117287" y="33230"/>
                    <a:pt x="117287" y="33205"/>
                  </a:cubicBezTo>
                  <a:cubicBezTo>
                    <a:pt x="117287" y="33130"/>
                    <a:pt x="117312" y="33080"/>
                    <a:pt x="117312" y="33006"/>
                  </a:cubicBezTo>
                  <a:cubicBezTo>
                    <a:pt x="117337" y="32856"/>
                    <a:pt x="117362" y="32682"/>
                    <a:pt x="117362" y="32508"/>
                  </a:cubicBezTo>
                  <a:lnTo>
                    <a:pt x="117362" y="32359"/>
                  </a:lnTo>
                  <a:lnTo>
                    <a:pt x="117362" y="32309"/>
                  </a:lnTo>
                  <a:cubicBezTo>
                    <a:pt x="117362" y="32184"/>
                    <a:pt x="117412" y="32010"/>
                    <a:pt x="117412" y="31886"/>
                  </a:cubicBezTo>
                  <a:cubicBezTo>
                    <a:pt x="117412" y="31836"/>
                    <a:pt x="117412" y="31761"/>
                    <a:pt x="117436" y="31687"/>
                  </a:cubicBezTo>
                  <a:close/>
                  <a:moveTo>
                    <a:pt x="72906" y="45078"/>
                  </a:moveTo>
                  <a:cubicBezTo>
                    <a:pt x="72931" y="45227"/>
                    <a:pt x="72931" y="45377"/>
                    <a:pt x="72981" y="45526"/>
                  </a:cubicBezTo>
                  <a:cubicBezTo>
                    <a:pt x="72981" y="45551"/>
                    <a:pt x="72931" y="45625"/>
                    <a:pt x="72931" y="45650"/>
                  </a:cubicBezTo>
                  <a:cubicBezTo>
                    <a:pt x="72906" y="45451"/>
                    <a:pt x="72881" y="45302"/>
                    <a:pt x="72881" y="45128"/>
                  </a:cubicBezTo>
                  <a:cubicBezTo>
                    <a:pt x="72881" y="45078"/>
                    <a:pt x="72906" y="45078"/>
                    <a:pt x="72906" y="45078"/>
                  </a:cubicBezTo>
                  <a:close/>
                  <a:moveTo>
                    <a:pt x="73379" y="45003"/>
                  </a:moveTo>
                  <a:lnTo>
                    <a:pt x="73180" y="45650"/>
                  </a:lnTo>
                  <a:cubicBezTo>
                    <a:pt x="73180" y="45625"/>
                    <a:pt x="73155" y="45551"/>
                    <a:pt x="73155" y="45526"/>
                  </a:cubicBezTo>
                  <a:cubicBezTo>
                    <a:pt x="73205" y="45327"/>
                    <a:pt x="73280" y="45177"/>
                    <a:pt x="73304" y="45003"/>
                  </a:cubicBezTo>
                  <a:close/>
                  <a:moveTo>
                    <a:pt x="99938" y="37660"/>
                  </a:moveTo>
                  <a:cubicBezTo>
                    <a:pt x="100411" y="37835"/>
                    <a:pt x="100884" y="38059"/>
                    <a:pt x="101357" y="38283"/>
                  </a:cubicBezTo>
                  <a:cubicBezTo>
                    <a:pt x="100610" y="40249"/>
                    <a:pt x="99739" y="42315"/>
                    <a:pt x="98768" y="44331"/>
                  </a:cubicBezTo>
                  <a:cubicBezTo>
                    <a:pt x="98693" y="44381"/>
                    <a:pt x="98619" y="44431"/>
                    <a:pt x="98544" y="44456"/>
                  </a:cubicBezTo>
                  <a:cubicBezTo>
                    <a:pt x="98445" y="44505"/>
                    <a:pt x="98395" y="44530"/>
                    <a:pt x="98295" y="44580"/>
                  </a:cubicBezTo>
                  <a:cubicBezTo>
                    <a:pt x="98046" y="44704"/>
                    <a:pt x="97797" y="44829"/>
                    <a:pt x="97524" y="44929"/>
                  </a:cubicBezTo>
                  <a:cubicBezTo>
                    <a:pt x="97449" y="44953"/>
                    <a:pt x="97399" y="45003"/>
                    <a:pt x="97300" y="45028"/>
                  </a:cubicBezTo>
                  <a:cubicBezTo>
                    <a:pt x="97026" y="45153"/>
                    <a:pt x="96752" y="45252"/>
                    <a:pt x="96503" y="45327"/>
                  </a:cubicBezTo>
                  <a:cubicBezTo>
                    <a:pt x="96428" y="45377"/>
                    <a:pt x="96379" y="45377"/>
                    <a:pt x="96329" y="45401"/>
                  </a:cubicBezTo>
                  <a:cubicBezTo>
                    <a:pt x="96080" y="45501"/>
                    <a:pt x="95831" y="45551"/>
                    <a:pt x="95632" y="45650"/>
                  </a:cubicBezTo>
                  <a:cubicBezTo>
                    <a:pt x="94711" y="44754"/>
                    <a:pt x="93591" y="44008"/>
                    <a:pt x="92321" y="43460"/>
                  </a:cubicBezTo>
                  <a:cubicBezTo>
                    <a:pt x="95134" y="42190"/>
                    <a:pt x="97772" y="40199"/>
                    <a:pt x="99938" y="37660"/>
                  </a:cubicBezTo>
                  <a:close/>
                  <a:moveTo>
                    <a:pt x="14638" y="40456"/>
                  </a:moveTo>
                  <a:cubicBezTo>
                    <a:pt x="14595" y="40521"/>
                    <a:pt x="14553" y="40584"/>
                    <a:pt x="14512" y="40647"/>
                  </a:cubicBezTo>
                  <a:cubicBezTo>
                    <a:pt x="14039" y="41319"/>
                    <a:pt x="13541" y="42066"/>
                    <a:pt x="13043" y="42838"/>
                  </a:cubicBezTo>
                  <a:cubicBezTo>
                    <a:pt x="12944" y="42962"/>
                    <a:pt x="12869" y="43136"/>
                    <a:pt x="12769" y="43261"/>
                  </a:cubicBezTo>
                  <a:cubicBezTo>
                    <a:pt x="12228" y="44059"/>
                    <a:pt x="11702" y="44882"/>
                    <a:pt x="11207" y="45673"/>
                  </a:cubicBezTo>
                  <a:lnTo>
                    <a:pt x="11207" y="45673"/>
                  </a:lnTo>
                  <a:cubicBezTo>
                    <a:pt x="11728" y="44828"/>
                    <a:pt x="12253" y="43947"/>
                    <a:pt x="12819" y="43087"/>
                  </a:cubicBezTo>
                  <a:cubicBezTo>
                    <a:pt x="12869" y="43037"/>
                    <a:pt x="12919" y="42962"/>
                    <a:pt x="12944" y="42912"/>
                  </a:cubicBezTo>
                  <a:cubicBezTo>
                    <a:pt x="13441" y="42166"/>
                    <a:pt x="13939" y="41444"/>
                    <a:pt x="14437" y="40722"/>
                  </a:cubicBezTo>
                  <a:cubicBezTo>
                    <a:pt x="14505" y="40635"/>
                    <a:pt x="14571" y="40546"/>
                    <a:pt x="14638" y="40456"/>
                  </a:cubicBezTo>
                  <a:close/>
                  <a:moveTo>
                    <a:pt x="42838" y="27903"/>
                  </a:moveTo>
                  <a:cubicBezTo>
                    <a:pt x="44281" y="30517"/>
                    <a:pt x="45999" y="33304"/>
                    <a:pt x="47891" y="35968"/>
                  </a:cubicBezTo>
                  <a:cubicBezTo>
                    <a:pt x="44306" y="39054"/>
                    <a:pt x="40921" y="42290"/>
                    <a:pt x="37785" y="45675"/>
                  </a:cubicBezTo>
                  <a:cubicBezTo>
                    <a:pt x="35171" y="43634"/>
                    <a:pt x="32483" y="41693"/>
                    <a:pt x="29994" y="40100"/>
                  </a:cubicBezTo>
                  <a:cubicBezTo>
                    <a:pt x="33578" y="35669"/>
                    <a:pt x="37934" y="31462"/>
                    <a:pt x="42838" y="27903"/>
                  </a:cubicBezTo>
                  <a:close/>
                  <a:moveTo>
                    <a:pt x="92072" y="43559"/>
                  </a:moveTo>
                  <a:cubicBezTo>
                    <a:pt x="93342" y="44057"/>
                    <a:pt x="94462" y="44804"/>
                    <a:pt x="95408" y="45700"/>
                  </a:cubicBezTo>
                  <a:lnTo>
                    <a:pt x="95308" y="45700"/>
                  </a:lnTo>
                  <a:cubicBezTo>
                    <a:pt x="94387" y="44804"/>
                    <a:pt x="93292" y="44082"/>
                    <a:pt x="91973" y="43584"/>
                  </a:cubicBezTo>
                  <a:cubicBezTo>
                    <a:pt x="92023" y="43584"/>
                    <a:pt x="92048" y="43559"/>
                    <a:pt x="92072" y="43559"/>
                  </a:cubicBezTo>
                  <a:close/>
                  <a:moveTo>
                    <a:pt x="106730" y="41502"/>
                  </a:moveTo>
                  <a:cubicBezTo>
                    <a:pt x="108006" y="42414"/>
                    <a:pt x="109135" y="43398"/>
                    <a:pt x="110168" y="44431"/>
                  </a:cubicBezTo>
                  <a:cubicBezTo>
                    <a:pt x="110143" y="44456"/>
                    <a:pt x="110118" y="44530"/>
                    <a:pt x="110094" y="44605"/>
                  </a:cubicBezTo>
                  <a:cubicBezTo>
                    <a:pt x="109994" y="44704"/>
                    <a:pt x="109870" y="44804"/>
                    <a:pt x="109770" y="44904"/>
                  </a:cubicBezTo>
                  <a:cubicBezTo>
                    <a:pt x="109695" y="45003"/>
                    <a:pt x="109596" y="45053"/>
                    <a:pt x="109471" y="45153"/>
                  </a:cubicBezTo>
                  <a:cubicBezTo>
                    <a:pt x="109322" y="45277"/>
                    <a:pt x="109123" y="45401"/>
                    <a:pt x="108973" y="45526"/>
                  </a:cubicBezTo>
                  <a:cubicBezTo>
                    <a:pt x="108874" y="45576"/>
                    <a:pt x="108774" y="45650"/>
                    <a:pt x="108700" y="45725"/>
                  </a:cubicBezTo>
                  <a:cubicBezTo>
                    <a:pt x="108700" y="45675"/>
                    <a:pt x="108650" y="45650"/>
                    <a:pt x="108650" y="45576"/>
                  </a:cubicBezTo>
                  <a:cubicBezTo>
                    <a:pt x="108600" y="45377"/>
                    <a:pt x="108525" y="45153"/>
                    <a:pt x="108476" y="44953"/>
                  </a:cubicBezTo>
                  <a:lnTo>
                    <a:pt x="108376" y="44680"/>
                  </a:lnTo>
                  <a:cubicBezTo>
                    <a:pt x="108351" y="44605"/>
                    <a:pt x="108301" y="44530"/>
                    <a:pt x="108277" y="44456"/>
                  </a:cubicBezTo>
                  <a:cubicBezTo>
                    <a:pt x="108252" y="44356"/>
                    <a:pt x="108177" y="44256"/>
                    <a:pt x="108152" y="44157"/>
                  </a:cubicBezTo>
                  <a:cubicBezTo>
                    <a:pt x="108127" y="44082"/>
                    <a:pt x="108127" y="44057"/>
                    <a:pt x="108102" y="43983"/>
                  </a:cubicBezTo>
                  <a:cubicBezTo>
                    <a:pt x="108102" y="43958"/>
                    <a:pt x="108052" y="43933"/>
                    <a:pt x="108052" y="43933"/>
                  </a:cubicBezTo>
                  <a:cubicBezTo>
                    <a:pt x="108003" y="43808"/>
                    <a:pt x="107978" y="43684"/>
                    <a:pt x="107903" y="43584"/>
                  </a:cubicBezTo>
                  <a:cubicBezTo>
                    <a:pt x="107903" y="43559"/>
                    <a:pt x="107878" y="43535"/>
                    <a:pt x="107878" y="43510"/>
                  </a:cubicBezTo>
                  <a:lnTo>
                    <a:pt x="107779" y="43311"/>
                  </a:lnTo>
                  <a:cubicBezTo>
                    <a:pt x="107679" y="43136"/>
                    <a:pt x="107604" y="42912"/>
                    <a:pt x="107480" y="42713"/>
                  </a:cubicBezTo>
                  <a:cubicBezTo>
                    <a:pt x="107430" y="42663"/>
                    <a:pt x="107380" y="42589"/>
                    <a:pt x="107356" y="42514"/>
                  </a:cubicBezTo>
                  <a:cubicBezTo>
                    <a:pt x="107281" y="42415"/>
                    <a:pt x="107231" y="42290"/>
                    <a:pt x="107156" y="42190"/>
                  </a:cubicBezTo>
                  <a:cubicBezTo>
                    <a:pt x="107107" y="42066"/>
                    <a:pt x="107032" y="41966"/>
                    <a:pt x="106932" y="41842"/>
                  </a:cubicBezTo>
                  <a:cubicBezTo>
                    <a:pt x="106883" y="41718"/>
                    <a:pt x="106783" y="41643"/>
                    <a:pt x="106733" y="41518"/>
                  </a:cubicBezTo>
                  <a:cubicBezTo>
                    <a:pt x="106733" y="41518"/>
                    <a:pt x="106733" y="41511"/>
                    <a:pt x="106730" y="41502"/>
                  </a:cubicBezTo>
                  <a:close/>
                  <a:moveTo>
                    <a:pt x="55507" y="45426"/>
                  </a:moveTo>
                  <a:lnTo>
                    <a:pt x="55557" y="45451"/>
                  </a:lnTo>
                  <a:lnTo>
                    <a:pt x="55582" y="45476"/>
                  </a:lnTo>
                  <a:cubicBezTo>
                    <a:pt x="55569" y="45473"/>
                    <a:pt x="55556" y="45471"/>
                    <a:pt x="55543" y="45471"/>
                  </a:cubicBezTo>
                  <a:cubicBezTo>
                    <a:pt x="55456" y="45471"/>
                    <a:pt x="55367" y="45539"/>
                    <a:pt x="55258" y="45625"/>
                  </a:cubicBezTo>
                  <a:cubicBezTo>
                    <a:pt x="55201" y="45663"/>
                    <a:pt x="55130" y="45716"/>
                    <a:pt x="55055" y="45772"/>
                  </a:cubicBezTo>
                  <a:lnTo>
                    <a:pt x="55055" y="45772"/>
                  </a:lnTo>
                  <a:cubicBezTo>
                    <a:pt x="55183" y="45673"/>
                    <a:pt x="55315" y="45575"/>
                    <a:pt x="55458" y="45476"/>
                  </a:cubicBezTo>
                  <a:cubicBezTo>
                    <a:pt x="55482" y="45476"/>
                    <a:pt x="55482" y="45451"/>
                    <a:pt x="55507" y="45426"/>
                  </a:cubicBezTo>
                  <a:close/>
                  <a:moveTo>
                    <a:pt x="29870" y="40199"/>
                  </a:moveTo>
                  <a:cubicBezTo>
                    <a:pt x="32408" y="41842"/>
                    <a:pt x="35047" y="43759"/>
                    <a:pt x="37660" y="45800"/>
                  </a:cubicBezTo>
                  <a:lnTo>
                    <a:pt x="37636" y="45825"/>
                  </a:lnTo>
                  <a:cubicBezTo>
                    <a:pt x="35022" y="43784"/>
                    <a:pt x="32359" y="41892"/>
                    <a:pt x="29845" y="40249"/>
                  </a:cubicBezTo>
                  <a:cubicBezTo>
                    <a:pt x="29845" y="40224"/>
                    <a:pt x="29870" y="40224"/>
                    <a:pt x="29870" y="40199"/>
                  </a:cubicBezTo>
                  <a:close/>
                  <a:moveTo>
                    <a:pt x="48015" y="36167"/>
                  </a:moveTo>
                  <a:cubicBezTo>
                    <a:pt x="48015" y="36192"/>
                    <a:pt x="48040" y="36192"/>
                    <a:pt x="48040" y="36217"/>
                  </a:cubicBezTo>
                  <a:cubicBezTo>
                    <a:pt x="44481" y="39228"/>
                    <a:pt x="41120" y="42464"/>
                    <a:pt x="38009" y="45825"/>
                  </a:cubicBezTo>
                  <a:cubicBezTo>
                    <a:pt x="37959" y="45825"/>
                    <a:pt x="37959" y="45800"/>
                    <a:pt x="37934" y="45800"/>
                  </a:cubicBezTo>
                  <a:cubicBezTo>
                    <a:pt x="41071" y="42439"/>
                    <a:pt x="44431" y="39204"/>
                    <a:pt x="48015" y="36167"/>
                  </a:cubicBezTo>
                  <a:close/>
                  <a:moveTo>
                    <a:pt x="98619" y="44630"/>
                  </a:moveTo>
                  <a:cubicBezTo>
                    <a:pt x="98619" y="44630"/>
                    <a:pt x="98619" y="44655"/>
                    <a:pt x="98569" y="44655"/>
                  </a:cubicBezTo>
                  <a:cubicBezTo>
                    <a:pt x="98569" y="44655"/>
                    <a:pt x="98569" y="44680"/>
                    <a:pt x="98544" y="44680"/>
                  </a:cubicBezTo>
                  <a:cubicBezTo>
                    <a:pt x="97673" y="45153"/>
                    <a:pt x="96752" y="45526"/>
                    <a:pt x="95781" y="45825"/>
                  </a:cubicBezTo>
                  <a:lnTo>
                    <a:pt x="95707" y="45775"/>
                  </a:lnTo>
                  <a:cubicBezTo>
                    <a:pt x="96677" y="45451"/>
                    <a:pt x="97623" y="45078"/>
                    <a:pt x="98544" y="44655"/>
                  </a:cubicBezTo>
                  <a:cubicBezTo>
                    <a:pt x="98569" y="44655"/>
                    <a:pt x="98569" y="44630"/>
                    <a:pt x="98619" y="44630"/>
                  </a:cubicBezTo>
                  <a:close/>
                  <a:moveTo>
                    <a:pt x="106061" y="40846"/>
                  </a:moveTo>
                  <a:lnTo>
                    <a:pt x="106061" y="40846"/>
                  </a:lnTo>
                  <a:cubicBezTo>
                    <a:pt x="106111" y="40896"/>
                    <a:pt x="106136" y="40896"/>
                    <a:pt x="106161" y="40921"/>
                  </a:cubicBezTo>
                  <a:cubicBezTo>
                    <a:pt x="106186" y="40946"/>
                    <a:pt x="106235" y="40946"/>
                    <a:pt x="106260" y="40971"/>
                  </a:cubicBezTo>
                  <a:cubicBezTo>
                    <a:pt x="106310" y="41070"/>
                    <a:pt x="106385" y="41145"/>
                    <a:pt x="106435" y="41220"/>
                  </a:cubicBezTo>
                  <a:cubicBezTo>
                    <a:pt x="106484" y="41294"/>
                    <a:pt x="106509" y="41319"/>
                    <a:pt x="106534" y="41394"/>
                  </a:cubicBezTo>
                  <a:cubicBezTo>
                    <a:pt x="106584" y="41419"/>
                    <a:pt x="106584" y="41444"/>
                    <a:pt x="106609" y="41469"/>
                  </a:cubicBezTo>
                  <a:cubicBezTo>
                    <a:pt x="106659" y="41543"/>
                    <a:pt x="106708" y="41643"/>
                    <a:pt x="106758" y="41693"/>
                  </a:cubicBezTo>
                  <a:cubicBezTo>
                    <a:pt x="106858" y="41842"/>
                    <a:pt x="106982" y="42016"/>
                    <a:pt x="107057" y="42190"/>
                  </a:cubicBezTo>
                  <a:cubicBezTo>
                    <a:pt x="107107" y="42215"/>
                    <a:pt x="107132" y="42290"/>
                    <a:pt x="107156" y="42315"/>
                  </a:cubicBezTo>
                  <a:cubicBezTo>
                    <a:pt x="107231" y="42415"/>
                    <a:pt x="107256" y="42514"/>
                    <a:pt x="107331" y="42564"/>
                  </a:cubicBezTo>
                  <a:cubicBezTo>
                    <a:pt x="107430" y="42763"/>
                    <a:pt x="107530" y="42962"/>
                    <a:pt x="107629" y="43186"/>
                  </a:cubicBezTo>
                  <a:cubicBezTo>
                    <a:pt x="107679" y="43286"/>
                    <a:pt x="107729" y="43410"/>
                    <a:pt x="107779" y="43510"/>
                  </a:cubicBezTo>
                  <a:cubicBezTo>
                    <a:pt x="107828" y="43559"/>
                    <a:pt x="107853" y="43634"/>
                    <a:pt x="107878" y="43709"/>
                  </a:cubicBezTo>
                  <a:cubicBezTo>
                    <a:pt x="107978" y="43908"/>
                    <a:pt x="108028" y="44082"/>
                    <a:pt x="108127" y="44306"/>
                  </a:cubicBezTo>
                  <a:cubicBezTo>
                    <a:pt x="108152" y="44406"/>
                    <a:pt x="108202" y="44505"/>
                    <a:pt x="108252" y="44580"/>
                  </a:cubicBezTo>
                  <a:cubicBezTo>
                    <a:pt x="108277" y="44655"/>
                    <a:pt x="108277" y="44680"/>
                    <a:pt x="108301" y="44754"/>
                  </a:cubicBezTo>
                  <a:cubicBezTo>
                    <a:pt x="108301" y="44779"/>
                    <a:pt x="108351" y="44804"/>
                    <a:pt x="108351" y="44804"/>
                  </a:cubicBezTo>
                  <a:cubicBezTo>
                    <a:pt x="108401" y="45028"/>
                    <a:pt x="108501" y="45252"/>
                    <a:pt x="108575" y="45501"/>
                  </a:cubicBezTo>
                  <a:cubicBezTo>
                    <a:pt x="108476" y="45650"/>
                    <a:pt x="108525" y="45750"/>
                    <a:pt x="108525" y="45849"/>
                  </a:cubicBezTo>
                  <a:cubicBezTo>
                    <a:pt x="108401" y="45576"/>
                    <a:pt x="108351" y="45302"/>
                    <a:pt x="108252" y="45028"/>
                  </a:cubicBezTo>
                  <a:cubicBezTo>
                    <a:pt x="108227" y="44953"/>
                    <a:pt x="108227" y="44904"/>
                    <a:pt x="108202" y="44879"/>
                  </a:cubicBezTo>
                  <a:cubicBezTo>
                    <a:pt x="108152" y="44804"/>
                    <a:pt x="108127" y="44754"/>
                    <a:pt x="108102" y="44655"/>
                  </a:cubicBezTo>
                  <a:cubicBezTo>
                    <a:pt x="108077" y="44555"/>
                    <a:pt x="108028" y="44456"/>
                    <a:pt x="108003" y="44331"/>
                  </a:cubicBezTo>
                  <a:lnTo>
                    <a:pt x="108003" y="44306"/>
                  </a:lnTo>
                  <a:cubicBezTo>
                    <a:pt x="107953" y="44182"/>
                    <a:pt x="107903" y="44057"/>
                    <a:pt x="107853" y="43933"/>
                  </a:cubicBezTo>
                  <a:cubicBezTo>
                    <a:pt x="107828" y="43833"/>
                    <a:pt x="107779" y="43784"/>
                    <a:pt x="107754" y="43684"/>
                  </a:cubicBezTo>
                  <a:cubicBezTo>
                    <a:pt x="107754" y="43659"/>
                    <a:pt x="107729" y="43634"/>
                    <a:pt x="107729" y="43584"/>
                  </a:cubicBezTo>
                  <a:cubicBezTo>
                    <a:pt x="107604" y="43311"/>
                    <a:pt x="107480" y="43062"/>
                    <a:pt x="107331" y="42788"/>
                  </a:cubicBezTo>
                  <a:lnTo>
                    <a:pt x="107331" y="42763"/>
                  </a:lnTo>
                  <a:cubicBezTo>
                    <a:pt x="107331" y="42713"/>
                    <a:pt x="107281" y="42713"/>
                    <a:pt x="107281" y="42688"/>
                  </a:cubicBezTo>
                  <a:cubicBezTo>
                    <a:pt x="107256" y="42663"/>
                    <a:pt x="107256" y="42639"/>
                    <a:pt x="107231" y="42589"/>
                  </a:cubicBezTo>
                  <a:cubicBezTo>
                    <a:pt x="107181" y="42514"/>
                    <a:pt x="107132" y="42439"/>
                    <a:pt x="107057" y="42390"/>
                  </a:cubicBezTo>
                  <a:cubicBezTo>
                    <a:pt x="106982" y="42190"/>
                    <a:pt x="106858" y="42016"/>
                    <a:pt x="106733" y="41817"/>
                  </a:cubicBezTo>
                  <a:cubicBezTo>
                    <a:pt x="106683" y="41767"/>
                    <a:pt x="106634" y="41668"/>
                    <a:pt x="106609" y="41593"/>
                  </a:cubicBezTo>
                  <a:cubicBezTo>
                    <a:pt x="106559" y="41543"/>
                    <a:pt x="106509" y="41469"/>
                    <a:pt x="106484" y="41419"/>
                  </a:cubicBezTo>
                  <a:lnTo>
                    <a:pt x="106435" y="41394"/>
                  </a:lnTo>
                  <a:cubicBezTo>
                    <a:pt x="106435" y="41344"/>
                    <a:pt x="106410" y="41344"/>
                    <a:pt x="106410" y="41319"/>
                  </a:cubicBezTo>
                  <a:cubicBezTo>
                    <a:pt x="106310" y="41195"/>
                    <a:pt x="106235" y="41095"/>
                    <a:pt x="106161" y="40971"/>
                  </a:cubicBezTo>
                  <a:cubicBezTo>
                    <a:pt x="106136" y="40946"/>
                    <a:pt x="106111" y="40921"/>
                    <a:pt x="106061" y="40846"/>
                  </a:cubicBezTo>
                  <a:close/>
                  <a:moveTo>
                    <a:pt x="95532" y="45825"/>
                  </a:moveTo>
                  <a:cubicBezTo>
                    <a:pt x="95532" y="45825"/>
                    <a:pt x="95557" y="45825"/>
                    <a:pt x="95557" y="45849"/>
                  </a:cubicBezTo>
                  <a:lnTo>
                    <a:pt x="95582" y="45899"/>
                  </a:lnTo>
                  <a:cubicBezTo>
                    <a:pt x="95557" y="45899"/>
                    <a:pt x="95557" y="45899"/>
                    <a:pt x="95532" y="45924"/>
                  </a:cubicBezTo>
                  <a:cubicBezTo>
                    <a:pt x="95532" y="45899"/>
                    <a:pt x="95507" y="45899"/>
                    <a:pt x="95458" y="45849"/>
                  </a:cubicBezTo>
                  <a:cubicBezTo>
                    <a:pt x="95507" y="45849"/>
                    <a:pt x="95532" y="45849"/>
                    <a:pt x="95532" y="45825"/>
                  </a:cubicBezTo>
                  <a:close/>
                  <a:moveTo>
                    <a:pt x="37785" y="45924"/>
                  </a:moveTo>
                  <a:cubicBezTo>
                    <a:pt x="37810" y="45924"/>
                    <a:pt x="37810" y="45949"/>
                    <a:pt x="37835" y="45949"/>
                  </a:cubicBezTo>
                  <a:lnTo>
                    <a:pt x="37810" y="45999"/>
                  </a:lnTo>
                  <a:cubicBezTo>
                    <a:pt x="37810" y="45999"/>
                    <a:pt x="37785" y="45999"/>
                    <a:pt x="37760" y="45949"/>
                  </a:cubicBezTo>
                  <a:lnTo>
                    <a:pt x="37785" y="45924"/>
                  </a:lnTo>
                  <a:close/>
                  <a:moveTo>
                    <a:pt x="109944" y="45003"/>
                  </a:moveTo>
                  <a:cubicBezTo>
                    <a:pt x="109944" y="45028"/>
                    <a:pt x="109894" y="45053"/>
                    <a:pt x="109894" y="45128"/>
                  </a:cubicBezTo>
                  <a:cubicBezTo>
                    <a:pt x="109845" y="45153"/>
                    <a:pt x="109820" y="45202"/>
                    <a:pt x="109745" y="45252"/>
                  </a:cubicBezTo>
                  <a:cubicBezTo>
                    <a:pt x="109471" y="45501"/>
                    <a:pt x="109123" y="45750"/>
                    <a:pt x="108774" y="45999"/>
                  </a:cubicBezTo>
                  <a:lnTo>
                    <a:pt x="108749" y="45924"/>
                  </a:lnTo>
                  <a:cubicBezTo>
                    <a:pt x="108849" y="45874"/>
                    <a:pt x="108949" y="45775"/>
                    <a:pt x="109023" y="45700"/>
                  </a:cubicBezTo>
                  <a:cubicBezTo>
                    <a:pt x="109197" y="45576"/>
                    <a:pt x="109347" y="45451"/>
                    <a:pt x="109496" y="45377"/>
                  </a:cubicBezTo>
                  <a:lnTo>
                    <a:pt x="109596" y="45277"/>
                  </a:lnTo>
                  <a:cubicBezTo>
                    <a:pt x="109720" y="45177"/>
                    <a:pt x="109820" y="45078"/>
                    <a:pt x="109944" y="45003"/>
                  </a:cubicBezTo>
                  <a:close/>
                  <a:moveTo>
                    <a:pt x="73603" y="45053"/>
                  </a:moveTo>
                  <a:cubicBezTo>
                    <a:pt x="74051" y="45128"/>
                    <a:pt x="74549" y="45177"/>
                    <a:pt x="75047" y="45202"/>
                  </a:cubicBezTo>
                  <a:cubicBezTo>
                    <a:pt x="74474" y="45451"/>
                    <a:pt x="73877" y="45725"/>
                    <a:pt x="73280" y="46024"/>
                  </a:cubicBezTo>
                  <a:lnTo>
                    <a:pt x="73280" y="45999"/>
                  </a:lnTo>
                  <a:cubicBezTo>
                    <a:pt x="73404" y="45675"/>
                    <a:pt x="73504" y="45377"/>
                    <a:pt x="73603" y="45053"/>
                  </a:cubicBezTo>
                  <a:close/>
                  <a:moveTo>
                    <a:pt x="80573" y="44431"/>
                  </a:moveTo>
                  <a:cubicBezTo>
                    <a:pt x="81021" y="44580"/>
                    <a:pt x="81568" y="44704"/>
                    <a:pt x="82116" y="44804"/>
                  </a:cubicBezTo>
                  <a:cubicBezTo>
                    <a:pt x="82141" y="44804"/>
                    <a:pt x="82191" y="44829"/>
                    <a:pt x="82216" y="44829"/>
                  </a:cubicBezTo>
                  <a:cubicBezTo>
                    <a:pt x="83062" y="45153"/>
                    <a:pt x="83759" y="45551"/>
                    <a:pt x="84431" y="46073"/>
                  </a:cubicBezTo>
                  <a:cubicBezTo>
                    <a:pt x="84306" y="46049"/>
                    <a:pt x="84182" y="46024"/>
                    <a:pt x="84082" y="45999"/>
                  </a:cubicBezTo>
                  <a:cubicBezTo>
                    <a:pt x="83958" y="45949"/>
                    <a:pt x="83833" y="45924"/>
                    <a:pt x="83734" y="45899"/>
                  </a:cubicBezTo>
                  <a:cubicBezTo>
                    <a:pt x="82738" y="45576"/>
                    <a:pt x="81767" y="45202"/>
                    <a:pt x="80871" y="44754"/>
                  </a:cubicBezTo>
                  <a:cubicBezTo>
                    <a:pt x="80822" y="44704"/>
                    <a:pt x="80722" y="44680"/>
                    <a:pt x="80647" y="44605"/>
                  </a:cubicBezTo>
                  <a:cubicBezTo>
                    <a:pt x="80573" y="44555"/>
                    <a:pt x="80473" y="44480"/>
                    <a:pt x="80349" y="44431"/>
                  </a:cubicBezTo>
                  <a:close/>
                  <a:moveTo>
                    <a:pt x="73031" y="45849"/>
                  </a:moveTo>
                  <a:cubicBezTo>
                    <a:pt x="73031" y="45899"/>
                    <a:pt x="73056" y="45949"/>
                    <a:pt x="73056" y="45999"/>
                  </a:cubicBezTo>
                  <a:cubicBezTo>
                    <a:pt x="73056" y="46024"/>
                    <a:pt x="73031" y="46073"/>
                    <a:pt x="73031" y="46123"/>
                  </a:cubicBezTo>
                  <a:cubicBezTo>
                    <a:pt x="73031" y="46073"/>
                    <a:pt x="73031" y="46024"/>
                    <a:pt x="73006" y="45999"/>
                  </a:cubicBezTo>
                  <a:cubicBezTo>
                    <a:pt x="73006" y="45949"/>
                    <a:pt x="73031" y="45899"/>
                    <a:pt x="73031" y="45849"/>
                  </a:cubicBezTo>
                  <a:close/>
                  <a:moveTo>
                    <a:pt x="108625" y="46049"/>
                  </a:moveTo>
                  <a:lnTo>
                    <a:pt x="108625" y="46073"/>
                  </a:lnTo>
                  <a:lnTo>
                    <a:pt x="108625" y="46123"/>
                  </a:lnTo>
                  <a:cubicBezTo>
                    <a:pt x="108625" y="46123"/>
                    <a:pt x="108600" y="46123"/>
                    <a:pt x="108600" y="46148"/>
                  </a:cubicBezTo>
                  <a:lnTo>
                    <a:pt x="108600" y="46123"/>
                  </a:lnTo>
                  <a:lnTo>
                    <a:pt x="108575" y="46073"/>
                  </a:lnTo>
                  <a:lnTo>
                    <a:pt x="108625" y="46049"/>
                  </a:lnTo>
                  <a:close/>
                  <a:moveTo>
                    <a:pt x="48164" y="36341"/>
                  </a:moveTo>
                  <a:lnTo>
                    <a:pt x="48463" y="36714"/>
                  </a:lnTo>
                  <a:cubicBezTo>
                    <a:pt x="44630" y="39452"/>
                    <a:pt x="41245" y="42738"/>
                    <a:pt x="38457" y="46198"/>
                  </a:cubicBezTo>
                  <a:cubicBezTo>
                    <a:pt x="38382" y="46098"/>
                    <a:pt x="38258" y="46049"/>
                    <a:pt x="38158" y="45949"/>
                  </a:cubicBezTo>
                  <a:cubicBezTo>
                    <a:pt x="41245" y="42589"/>
                    <a:pt x="44605" y="39403"/>
                    <a:pt x="48164" y="36341"/>
                  </a:cubicBezTo>
                  <a:close/>
                  <a:moveTo>
                    <a:pt x="82888" y="44929"/>
                  </a:moveTo>
                  <a:cubicBezTo>
                    <a:pt x="82962" y="44929"/>
                    <a:pt x="83062" y="44953"/>
                    <a:pt x="83136" y="44953"/>
                  </a:cubicBezTo>
                  <a:cubicBezTo>
                    <a:pt x="83833" y="45302"/>
                    <a:pt x="84431" y="45700"/>
                    <a:pt x="84954" y="46198"/>
                  </a:cubicBezTo>
                  <a:cubicBezTo>
                    <a:pt x="84929" y="46198"/>
                    <a:pt x="84854" y="46173"/>
                    <a:pt x="84829" y="46173"/>
                  </a:cubicBezTo>
                  <a:cubicBezTo>
                    <a:pt x="84257" y="45675"/>
                    <a:pt x="83609" y="45277"/>
                    <a:pt x="82888" y="44929"/>
                  </a:cubicBezTo>
                  <a:close/>
                  <a:moveTo>
                    <a:pt x="65787" y="40448"/>
                  </a:moveTo>
                  <a:cubicBezTo>
                    <a:pt x="67057" y="41792"/>
                    <a:pt x="68426" y="42838"/>
                    <a:pt x="69795" y="43634"/>
                  </a:cubicBezTo>
                  <a:cubicBezTo>
                    <a:pt x="69646" y="43709"/>
                    <a:pt x="69496" y="43808"/>
                    <a:pt x="69372" y="43908"/>
                  </a:cubicBezTo>
                  <a:cubicBezTo>
                    <a:pt x="69247" y="44008"/>
                    <a:pt x="69123" y="44057"/>
                    <a:pt x="68949" y="44157"/>
                  </a:cubicBezTo>
                  <a:cubicBezTo>
                    <a:pt x="68749" y="44281"/>
                    <a:pt x="68525" y="44431"/>
                    <a:pt x="68301" y="44555"/>
                  </a:cubicBezTo>
                  <a:lnTo>
                    <a:pt x="68276" y="44580"/>
                  </a:lnTo>
                  <a:cubicBezTo>
                    <a:pt x="68227" y="44630"/>
                    <a:pt x="68177" y="44655"/>
                    <a:pt x="68152" y="44680"/>
                  </a:cubicBezTo>
                  <a:cubicBezTo>
                    <a:pt x="68028" y="44779"/>
                    <a:pt x="67903" y="44829"/>
                    <a:pt x="67729" y="44929"/>
                  </a:cubicBezTo>
                  <a:cubicBezTo>
                    <a:pt x="67654" y="45003"/>
                    <a:pt x="67580" y="45028"/>
                    <a:pt x="67480" y="45078"/>
                  </a:cubicBezTo>
                  <a:cubicBezTo>
                    <a:pt x="67156" y="45302"/>
                    <a:pt x="66833" y="45551"/>
                    <a:pt x="66484" y="45775"/>
                  </a:cubicBezTo>
                  <a:cubicBezTo>
                    <a:pt x="66459" y="45775"/>
                    <a:pt x="66459" y="45800"/>
                    <a:pt x="66435" y="45800"/>
                  </a:cubicBezTo>
                  <a:lnTo>
                    <a:pt x="66410" y="45825"/>
                  </a:lnTo>
                  <a:cubicBezTo>
                    <a:pt x="66186" y="45999"/>
                    <a:pt x="65962" y="46123"/>
                    <a:pt x="65738" y="46273"/>
                  </a:cubicBezTo>
                  <a:cubicBezTo>
                    <a:pt x="65713" y="46123"/>
                    <a:pt x="65613" y="45924"/>
                    <a:pt x="65588" y="45775"/>
                  </a:cubicBezTo>
                  <a:cubicBezTo>
                    <a:pt x="65538" y="45551"/>
                    <a:pt x="65464" y="45327"/>
                    <a:pt x="65364" y="45128"/>
                  </a:cubicBezTo>
                  <a:cubicBezTo>
                    <a:pt x="65314" y="44929"/>
                    <a:pt x="65215" y="44704"/>
                    <a:pt x="65165" y="44505"/>
                  </a:cubicBezTo>
                  <a:cubicBezTo>
                    <a:pt x="65066" y="44207"/>
                    <a:pt x="64966" y="43958"/>
                    <a:pt x="64842" y="43659"/>
                  </a:cubicBezTo>
                  <a:cubicBezTo>
                    <a:pt x="64792" y="43535"/>
                    <a:pt x="64717" y="43385"/>
                    <a:pt x="64667" y="43261"/>
                  </a:cubicBezTo>
                  <a:lnTo>
                    <a:pt x="64194" y="42141"/>
                  </a:lnTo>
                  <a:cubicBezTo>
                    <a:pt x="64194" y="42091"/>
                    <a:pt x="64169" y="42066"/>
                    <a:pt x="64169" y="42041"/>
                  </a:cubicBezTo>
                  <a:cubicBezTo>
                    <a:pt x="63995" y="41718"/>
                    <a:pt x="63871" y="41419"/>
                    <a:pt x="63721" y="41070"/>
                  </a:cubicBezTo>
                  <a:cubicBezTo>
                    <a:pt x="63796" y="41046"/>
                    <a:pt x="63871" y="41021"/>
                    <a:pt x="63945" y="40971"/>
                  </a:cubicBezTo>
                  <a:cubicBezTo>
                    <a:pt x="64045" y="40946"/>
                    <a:pt x="64120" y="40921"/>
                    <a:pt x="64244" y="40896"/>
                  </a:cubicBezTo>
                  <a:cubicBezTo>
                    <a:pt x="64319" y="40846"/>
                    <a:pt x="64369" y="40846"/>
                    <a:pt x="64443" y="40821"/>
                  </a:cubicBezTo>
                  <a:cubicBezTo>
                    <a:pt x="64593" y="40772"/>
                    <a:pt x="64717" y="40722"/>
                    <a:pt x="64866" y="40697"/>
                  </a:cubicBezTo>
                  <a:cubicBezTo>
                    <a:pt x="64941" y="40672"/>
                    <a:pt x="64991" y="40672"/>
                    <a:pt x="65090" y="40647"/>
                  </a:cubicBezTo>
                  <a:cubicBezTo>
                    <a:pt x="65165" y="40597"/>
                    <a:pt x="65240" y="40573"/>
                    <a:pt x="65314" y="40573"/>
                  </a:cubicBezTo>
                  <a:lnTo>
                    <a:pt x="65339" y="40573"/>
                  </a:lnTo>
                  <a:cubicBezTo>
                    <a:pt x="65464" y="40548"/>
                    <a:pt x="65613" y="40523"/>
                    <a:pt x="65738" y="40448"/>
                  </a:cubicBezTo>
                  <a:close/>
                  <a:moveTo>
                    <a:pt x="86074" y="45003"/>
                  </a:moveTo>
                  <a:cubicBezTo>
                    <a:pt x="85825" y="45451"/>
                    <a:pt x="85601" y="45849"/>
                    <a:pt x="85352" y="46298"/>
                  </a:cubicBezTo>
                  <a:cubicBezTo>
                    <a:pt x="85327" y="46298"/>
                    <a:pt x="85327" y="46298"/>
                    <a:pt x="85302" y="46273"/>
                  </a:cubicBezTo>
                  <a:cubicBezTo>
                    <a:pt x="84804" y="45775"/>
                    <a:pt x="84232" y="45377"/>
                    <a:pt x="83609" y="45003"/>
                  </a:cubicBezTo>
                  <a:lnTo>
                    <a:pt x="83609" y="45003"/>
                  </a:lnTo>
                  <a:cubicBezTo>
                    <a:pt x="84082" y="45028"/>
                    <a:pt x="84555" y="45053"/>
                    <a:pt x="85003" y="45053"/>
                  </a:cubicBezTo>
                  <a:cubicBezTo>
                    <a:pt x="85252" y="45053"/>
                    <a:pt x="85551" y="45053"/>
                    <a:pt x="85800" y="45028"/>
                  </a:cubicBezTo>
                  <a:cubicBezTo>
                    <a:pt x="85875" y="45028"/>
                    <a:pt x="85974" y="45003"/>
                    <a:pt x="86074" y="45003"/>
                  </a:cubicBezTo>
                  <a:close/>
                  <a:moveTo>
                    <a:pt x="48513" y="36864"/>
                  </a:moveTo>
                  <a:cubicBezTo>
                    <a:pt x="48513" y="36889"/>
                    <a:pt x="48538" y="36889"/>
                    <a:pt x="48538" y="36938"/>
                  </a:cubicBezTo>
                  <a:cubicBezTo>
                    <a:pt x="44779" y="39627"/>
                    <a:pt x="41394" y="42912"/>
                    <a:pt x="38631" y="46322"/>
                  </a:cubicBezTo>
                  <a:cubicBezTo>
                    <a:pt x="38581" y="46322"/>
                    <a:pt x="38581" y="46298"/>
                    <a:pt x="38557" y="46298"/>
                  </a:cubicBezTo>
                  <a:cubicBezTo>
                    <a:pt x="41319" y="42838"/>
                    <a:pt x="44729" y="39577"/>
                    <a:pt x="48513" y="36864"/>
                  </a:cubicBezTo>
                  <a:close/>
                  <a:moveTo>
                    <a:pt x="86347" y="45053"/>
                  </a:moveTo>
                  <a:cubicBezTo>
                    <a:pt x="86099" y="45451"/>
                    <a:pt x="85850" y="45899"/>
                    <a:pt x="85601" y="46372"/>
                  </a:cubicBezTo>
                  <a:lnTo>
                    <a:pt x="85551" y="46372"/>
                  </a:lnTo>
                  <a:lnTo>
                    <a:pt x="86273" y="45053"/>
                  </a:lnTo>
                  <a:close/>
                  <a:moveTo>
                    <a:pt x="38009" y="46123"/>
                  </a:moveTo>
                  <a:cubicBezTo>
                    <a:pt x="38084" y="46198"/>
                    <a:pt x="38208" y="46298"/>
                    <a:pt x="38308" y="46372"/>
                  </a:cubicBezTo>
                  <a:lnTo>
                    <a:pt x="38283" y="46397"/>
                  </a:lnTo>
                  <a:cubicBezTo>
                    <a:pt x="38183" y="46298"/>
                    <a:pt x="38059" y="46198"/>
                    <a:pt x="37959" y="46148"/>
                  </a:cubicBezTo>
                  <a:lnTo>
                    <a:pt x="38009" y="46123"/>
                  </a:lnTo>
                  <a:close/>
                  <a:moveTo>
                    <a:pt x="79901" y="44456"/>
                  </a:moveTo>
                  <a:cubicBezTo>
                    <a:pt x="80100" y="44580"/>
                    <a:pt x="80274" y="44680"/>
                    <a:pt x="80473" y="44779"/>
                  </a:cubicBezTo>
                  <a:lnTo>
                    <a:pt x="80647" y="44879"/>
                  </a:lnTo>
                  <a:cubicBezTo>
                    <a:pt x="81120" y="45128"/>
                    <a:pt x="81593" y="45327"/>
                    <a:pt x="82091" y="45526"/>
                  </a:cubicBezTo>
                  <a:cubicBezTo>
                    <a:pt x="82141" y="45551"/>
                    <a:pt x="82216" y="45551"/>
                    <a:pt x="82265" y="45576"/>
                  </a:cubicBezTo>
                  <a:cubicBezTo>
                    <a:pt x="82713" y="45725"/>
                    <a:pt x="83112" y="45899"/>
                    <a:pt x="83585" y="46024"/>
                  </a:cubicBezTo>
                  <a:cubicBezTo>
                    <a:pt x="83709" y="46049"/>
                    <a:pt x="83833" y="46073"/>
                    <a:pt x="83958" y="46148"/>
                  </a:cubicBezTo>
                  <a:lnTo>
                    <a:pt x="84705" y="46322"/>
                  </a:lnTo>
                  <a:lnTo>
                    <a:pt x="84730" y="46347"/>
                  </a:lnTo>
                  <a:lnTo>
                    <a:pt x="84754" y="46397"/>
                  </a:lnTo>
                  <a:lnTo>
                    <a:pt x="84804" y="46422"/>
                  </a:lnTo>
                  <a:cubicBezTo>
                    <a:pt x="83112" y="46049"/>
                    <a:pt x="81519" y="45426"/>
                    <a:pt x="80100" y="44605"/>
                  </a:cubicBezTo>
                  <a:cubicBezTo>
                    <a:pt x="80075" y="44580"/>
                    <a:pt x="80025" y="44580"/>
                    <a:pt x="80000" y="44555"/>
                  </a:cubicBezTo>
                  <a:cubicBezTo>
                    <a:pt x="79975" y="44530"/>
                    <a:pt x="79901" y="44505"/>
                    <a:pt x="79851" y="44456"/>
                  </a:cubicBezTo>
                  <a:close/>
                  <a:moveTo>
                    <a:pt x="85078" y="46422"/>
                  </a:moveTo>
                  <a:cubicBezTo>
                    <a:pt x="85087" y="46422"/>
                    <a:pt x="85102" y="46425"/>
                    <a:pt x="85119" y="46429"/>
                  </a:cubicBezTo>
                  <a:lnTo>
                    <a:pt x="85119" y="46429"/>
                  </a:lnTo>
                  <a:cubicBezTo>
                    <a:pt x="85115" y="46432"/>
                    <a:pt x="85112" y="46433"/>
                    <a:pt x="85109" y="46433"/>
                  </a:cubicBezTo>
                  <a:cubicBezTo>
                    <a:pt x="85100" y="46433"/>
                    <a:pt x="85095" y="46422"/>
                    <a:pt x="85078" y="46422"/>
                  </a:cubicBezTo>
                  <a:close/>
                  <a:moveTo>
                    <a:pt x="63522" y="41195"/>
                  </a:moveTo>
                  <a:cubicBezTo>
                    <a:pt x="63945" y="42016"/>
                    <a:pt x="64319" y="42813"/>
                    <a:pt x="64617" y="43584"/>
                  </a:cubicBezTo>
                  <a:cubicBezTo>
                    <a:pt x="64667" y="43659"/>
                    <a:pt x="64692" y="43759"/>
                    <a:pt x="64717" y="43808"/>
                  </a:cubicBezTo>
                  <a:cubicBezTo>
                    <a:pt x="64842" y="44132"/>
                    <a:pt x="64941" y="44406"/>
                    <a:pt x="65066" y="44704"/>
                  </a:cubicBezTo>
                  <a:cubicBezTo>
                    <a:pt x="65140" y="44904"/>
                    <a:pt x="65190" y="45078"/>
                    <a:pt x="65265" y="45227"/>
                  </a:cubicBezTo>
                  <a:cubicBezTo>
                    <a:pt x="65339" y="45451"/>
                    <a:pt x="65389" y="45675"/>
                    <a:pt x="65464" y="45924"/>
                  </a:cubicBezTo>
                  <a:cubicBezTo>
                    <a:pt x="65538" y="46073"/>
                    <a:pt x="65563" y="46273"/>
                    <a:pt x="65638" y="46422"/>
                  </a:cubicBezTo>
                  <a:lnTo>
                    <a:pt x="65563" y="46447"/>
                  </a:lnTo>
                  <a:cubicBezTo>
                    <a:pt x="65514" y="46273"/>
                    <a:pt x="65439" y="46049"/>
                    <a:pt x="65389" y="45849"/>
                  </a:cubicBezTo>
                  <a:cubicBezTo>
                    <a:pt x="65314" y="45675"/>
                    <a:pt x="65290" y="45526"/>
                    <a:pt x="65215" y="45327"/>
                  </a:cubicBezTo>
                  <a:cubicBezTo>
                    <a:pt x="65165" y="45103"/>
                    <a:pt x="65066" y="44904"/>
                    <a:pt x="64966" y="44655"/>
                  </a:cubicBezTo>
                  <a:lnTo>
                    <a:pt x="64692" y="43908"/>
                  </a:lnTo>
                  <a:cubicBezTo>
                    <a:pt x="64667" y="43784"/>
                    <a:pt x="64593" y="43684"/>
                    <a:pt x="64543" y="43559"/>
                  </a:cubicBezTo>
                  <a:cubicBezTo>
                    <a:pt x="64219" y="42813"/>
                    <a:pt x="63896" y="41991"/>
                    <a:pt x="63473" y="41195"/>
                  </a:cubicBezTo>
                  <a:close/>
                  <a:moveTo>
                    <a:pt x="85165" y="46440"/>
                  </a:moveTo>
                  <a:cubicBezTo>
                    <a:pt x="85180" y="46444"/>
                    <a:pt x="85194" y="46447"/>
                    <a:pt x="85202" y="46447"/>
                  </a:cubicBezTo>
                  <a:lnTo>
                    <a:pt x="85227" y="46472"/>
                  </a:lnTo>
                  <a:cubicBezTo>
                    <a:pt x="85202" y="46472"/>
                    <a:pt x="85178" y="46472"/>
                    <a:pt x="85178" y="46447"/>
                  </a:cubicBezTo>
                  <a:lnTo>
                    <a:pt x="85165" y="46440"/>
                  </a:lnTo>
                  <a:close/>
                  <a:moveTo>
                    <a:pt x="28774" y="39826"/>
                  </a:moveTo>
                  <a:lnTo>
                    <a:pt x="29347" y="40199"/>
                  </a:lnTo>
                  <a:cubicBezTo>
                    <a:pt x="27704" y="42290"/>
                    <a:pt x="26260" y="44406"/>
                    <a:pt x="24991" y="46522"/>
                  </a:cubicBezTo>
                  <a:cubicBezTo>
                    <a:pt x="24642" y="46173"/>
                    <a:pt x="24319" y="45825"/>
                    <a:pt x="23995" y="45501"/>
                  </a:cubicBezTo>
                  <a:cubicBezTo>
                    <a:pt x="25066" y="44182"/>
                    <a:pt x="26136" y="42887"/>
                    <a:pt x="27256" y="41568"/>
                  </a:cubicBezTo>
                  <a:lnTo>
                    <a:pt x="27355" y="41469"/>
                  </a:lnTo>
                  <a:cubicBezTo>
                    <a:pt x="27828" y="40921"/>
                    <a:pt x="28301" y="40398"/>
                    <a:pt x="28774" y="39826"/>
                  </a:cubicBezTo>
                  <a:close/>
                  <a:moveTo>
                    <a:pt x="38457" y="46422"/>
                  </a:moveTo>
                  <a:cubicBezTo>
                    <a:pt x="38482" y="46422"/>
                    <a:pt x="38482" y="46447"/>
                    <a:pt x="38532" y="46447"/>
                  </a:cubicBezTo>
                  <a:cubicBezTo>
                    <a:pt x="38532" y="46472"/>
                    <a:pt x="38482" y="46472"/>
                    <a:pt x="38482" y="46522"/>
                  </a:cubicBezTo>
                  <a:cubicBezTo>
                    <a:pt x="38457" y="46522"/>
                    <a:pt x="38432" y="46522"/>
                    <a:pt x="38432" y="46472"/>
                  </a:cubicBezTo>
                  <a:cubicBezTo>
                    <a:pt x="38432" y="46447"/>
                    <a:pt x="38457" y="46447"/>
                    <a:pt x="38457" y="46422"/>
                  </a:cubicBezTo>
                  <a:close/>
                  <a:moveTo>
                    <a:pt x="69994" y="43709"/>
                  </a:moveTo>
                  <a:cubicBezTo>
                    <a:pt x="69994" y="43709"/>
                    <a:pt x="70019" y="43709"/>
                    <a:pt x="70019" y="43759"/>
                  </a:cubicBezTo>
                  <a:cubicBezTo>
                    <a:pt x="70019" y="43759"/>
                    <a:pt x="70044" y="43759"/>
                    <a:pt x="70044" y="43784"/>
                  </a:cubicBezTo>
                  <a:cubicBezTo>
                    <a:pt x="69521" y="44132"/>
                    <a:pt x="68973" y="44456"/>
                    <a:pt x="68426" y="44804"/>
                  </a:cubicBezTo>
                  <a:cubicBezTo>
                    <a:pt x="68252" y="44929"/>
                    <a:pt x="68077" y="45028"/>
                    <a:pt x="67903" y="45153"/>
                  </a:cubicBezTo>
                  <a:cubicBezTo>
                    <a:pt x="67206" y="45625"/>
                    <a:pt x="66534" y="46073"/>
                    <a:pt x="65812" y="46546"/>
                  </a:cubicBezTo>
                  <a:lnTo>
                    <a:pt x="65812" y="46522"/>
                  </a:lnTo>
                  <a:lnTo>
                    <a:pt x="65812" y="46497"/>
                  </a:lnTo>
                  <a:cubicBezTo>
                    <a:pt x="66459" y="46024"/>
                    <a:pt x="67132" y="45576"/>
                    <a:pt x="67779" y="45128"/>
                  </a:cubicBezTo>
                  <a:cubicBezTo>
                    <a:pt x="67928" y="45003"/>
                    <a:pt x="68127" y="44904"/>
                    <a:pt x="68276" y="44804"/>
                  </a:cubicBezTo>
                  <a:cubicBezTo>
                    <a:pt x="68301" y="44804"/>
                    <a:pt x="68301" y="44779"/>
                    <a:pt x="68326" y="44779"/>
                  </a:cubicBezTo>
                  <a:cubicBezTo>
                    <a:pt x="68899" y="44431"/>
                    <a:pt x="69421" y="44057"/>
                    <a:pt x="69994" y="43709"/>
                  </a:cubicBezTo>
                  <a:close/>
                  <a:moveTo>
                    <a:pt x="117835" y="37760"/>
                  </a:moveTo>
                  <a:lnTo>
                    <a:pt x="117835" y="38731"/>
                  </a:lnTo>
                  <a:cubicBezTo>
                    <a:pt x="117611" y="41294"/>
                    <a:pt x="117113" y="43933"/>
                    <a:pt x="116416" y="46646"/>
                  </a:cubicBezTo>
                  <a:cubicBezTo>
                    <a:pt x="116416" y="46546"/>
                    <a:pt x="116416" y="46447"/>
                    <a:pt x="116441" y="46322"/>
                  </a:cubicBezTo>
                  <a:cubicBezTo>
                    <a:pt x="117212" y="43360"/>
                    <a:pt x="117685" y="40523"/>
                    <a:pt x="117835" y="37760"/>
                  </a:cubicBezTo>
                  <a:close/>
                  <a:moveTo>
                    <a:pt x="29496" y="40299"/>
                  </a:moveTo>
                  <a:cubicBezTo>
                    <a:pt x="29546" y="40299"/>
                    <a:pt x="29546" y="40324"/>
                    <a:pt x="29571" y="40324"/>
                  </a:cubicBezTo>
                  <a:cubicBezTo>
                    <a:pt x="27903" y="42415"/>
                    <a:pt x="26459" y="44530"/>
                    <a:pt x="25190" y="46671"/>
                  </a:cubicBezTo>
                  <a:cubicBezTo>
                    <a:pt x="25140" y="46671"/>
                    <a:pt x="25140" y="46646"/>
                    <a:pt x="25140" y="46646"/>
                  </a:cubicBezTo>
                  <a:cubicBezTo>
                    <a:pt x="26385" y="44505"/>
                    <a:pt x="27853" y="42390"/>
                    <a:pt x="29496" y="40299"/>
                  </a:cubicBezTo>
                  <a:close/>
                  <a:moveTo>
                    <a:pt x="115669" y="38332"/>
                  </a:moveTo>
                  <a:cubicBezTo>
                    <a:pt x="116242" y="40797"/>
                    <a:pt x="116441" y="43510"/>
                    <a:pt x="116242" y="46372"/>
                  </a:cubicBezTo>
                  <a:cubicBezTo>
                    <a:pt x="116217" y="46447"/>
                    <a:pt x="116192" y="46571"/>
                    <a:pt x="116167" y="46671"/>
                  </a:cubicBezTo>
                  <a:cubicBezTo>
                    <a:pt x="116416" y="43709"/>
                    <a:pt x="116217" y="40946"/>
                    <a:pt x="115619" y="38432"/>
                  </a:cubicBezTo>
                  <a:cubicBezTo>
                    <a:pt x="115669" y="38407"/>
                    <a:pt x="115669" y="38357"/>
                    <a:pt x="115669" y="38332"/>
                  </a:cubicBezTo>
                  <a:close/>
                  <a:moveTo>
                    <a:pt x="65663" y="46621"/>
                  </a:moveTo>
                  <a:lnTo>
                    <a:pt x="65663" y="46646"/>
                  </a:lnTo>
                  <a:lnTo>
                    <a:pt x="65663" y="46671"/>
                  </a:lnTo>
                  <a:lnTo>
                    <a:pt x="65613" y="46696"/>
                  </a:lnTo>
                  <a:lnTo>
                    <a:pt x="65613" y="46671"/>
                  </a:lnTo>
                  <a:lnTo>
                    <a:pt x="65613" y="46646"/>
                  </a:lnTo>
                  <a:lnTo>
                    <a:pt x="65663" y="46621"/>
                  </a:lnTo>
                  <a:close/>
                  <a:moveTo>
                    <a:pt x="91774" y="43684"/>
                  </a:moveTo>
                  <a:cubicBezTo>
                    <a:pt x="93068" y="44182"/>
                    <a:pt x="94188" y="44879"/>
                    <a:pt x="95134" y="45775"/>
                  </a:cubicBezTo>
                  <a:cubicBezTo>
                    <a:pt x="94885" y="45825"/>
                    <a:pt x="94661" y="45924"/>
                    <a:pt x="94412" y="45974"/>
                  </a:cubicBezTo>
                  <a:cubicBezTo>
                    <a:pt x="94387" y="45974"/>
                    <a:pt x="94313" y="46024"/>
                    <a:pt x="94288" y="46024"/>
                  </a:cubicBezTo>
                  <a:cubicBezTo>
                    <a:pt x="93964" y="46098"/>
                    <a:pt x="93665" y="46173"/>
                    <a:pt x="93342" y="46223"/>
                  </a:cubicBezTo>
                  <a:cubicBezTo>
                    <a:pt x="93317" y="46223"/>
                    <a:pt x="93292" y="46223"/>
                    <a:pt x="93217" y="46273"/>
                  </a:cubicBezTo>
                  <a:lnTo>
                    <a:pt x="92296" y="46447"/>
                  </a:lnTo>
                  <a:cubicBezTo>
                    <a:pt x="92272" y="46447"/>
                    <a:pt x="92197" y="46447"/>
                    <a:pt x="92172" y="46472"/>
                  </a:cubicBezTo>
                  <a:cubicBezTo>
                    <a:pt x="91848" y="46546"/>
                    <a:pt x="91550" y="46571"/>
                    <a:pt x="91226" y="46596"/>
                  </a:cubicBezTo>
                  <a:lnTo>
                    <a:pt x="91151" y="46596"/>
                  </a:lnTo>
                  <a:cubicBezTo>
                    <a:pt x="90454" y="46671"/>
                    <a:pt x="89807" y="46696"/>
                    <a:pt x="89110" y="46696"/>
                  </a:cubicBezTo>
                  <a:lnTo>
                    <a:pt x="89085" y="46696"/>
                  </a:lnTo>
                  <a:cubicBezTo>
                    <a:pt x="88563" y="46696"/>
                    <a:pt x="88040" y="46671"/>
                    <a:pt x="87542" y="46646"/>
                  </a:cubicBezTo>
                  <a:cubicBezTo>
                    <a:pt x="87418" y="46646"/>
                    <a:pt x="87244" y="46596"/>
                    <a:pt x="87119" y="46596"/>
                  </a:cubicBezTo>
                  <a:cubicBezTo>
                    <a:pt x="86696" y="46571"/>
                    <a:pt x="86248" y="46522"/>
                    <a:pt x="85825" y="46422"/>
                  </a:cubicBezTo>
                  <a:cubicBezTo>
                    <a:pt x="86099" y="45949"/>
                    <a:pt x="86347" y="45526"/>
                    <a:pt x="86596" y="45053"/>
                  </a:cubicBezTo>
                  <a:cubicBezTo>
                    <a:pt x="88314" y="44829"/>
                    <a:pt x="90081" y="44406"/>
                    <a:pt x="91774" y="43684"/>
                  </a:cubicBezTo>
                  <a:close/>
                  <a:moveTo>
                    <a:pt x="23871" y="45650"/>
                  </a:moveTo>
                  <a:lnTo>
                    <a:pt x="24891" y="46671"/>
                  </a:lnTo>
                  <a:cubicBezTo>
                    <a:pt x="24891" y="46671"/>
                    <a:pt x="24866" y="46696"/>
                    <a:pt x="24866" y="46746"/>
                  </a:cubicBezTo>
                  <a:lnTo>
                    <a:pt x="23846" y="45700"/>
                  </a:lnTo>
                  <a:cubicBezTo>
                    <a:pt x="23846" y="45675"/>
                    <a:pt x="23871" y="45675"/>
                    <a:pt x="23871" y="45650"/>
                  </a:cubicBezTo>
                  <a:close/>
                  <a:moveTo>
                    <a:pt x="25016" y="46795"/>
                  </a:moveTo>
                  <a:lnTo>
                    <a:pt x="25041" y="46820"/>
                  </a:lnTo>
                  <a:cubicBezTo>
                    <a:pt x="25041" y="46870"/>
                    <a:pt x="25016" y="46870"/>
                    <a:pt x="25016" y="46895"/>
                  </a:cubicBezTo>
                  <a:cubicBezTo>
                    <a:pt x="25016" y="46895"/>
                    <a:pt x="25016" y="46870"/>
                    <a:pt x="24991" y="46870"/>
                  </a:cubicBezTo>
                  <a:cubicBezTo>
                    <a:pt x="24991" y="46820"/>
                    <a:pt x="25016" y="46820"/>
                    <a:pt x="25016" y="46795"/>
                  </a:cubicBezTo>
                  <a:close/>
                  <a:moveTo>
                    <a:pt x="95283" y="45899"/>
                  </a:moveTo>
                  <a:lnTo>
                    <a:pt x="95308" y="45924"/>
                  </a:lnTo>
                  <a:lnTo>
                    <a:pt x="95333" y="45949"/>
                  </a:lnTo>
                  <a:cubicBezTo>
                    <a:pt x="93292" y="46571"/>
                    <a:pt x="91201" y="46895"/>
                    <a:pt x="89110" y="46895"/>
                  </a:cubicBezTo>
                  <a:cubicBezTo>
                    <a:pt x="88613" y="46895"/>
                    <a:pt x="88115" y="46845"/>
                    <a:pt x="87617" y="46820"/>
                  </a:cubicBezTo>
                  <a:cubicBezTo>
                    <a:pt x="87492" y="46820"/>
                    <a:pt x="87418" y="46795"/>
                    <a:pt x="87293" y="46795"/>
                  </a:cubicBezTo>
                  <a:cubicBezTo>
                    <a:pt x="86870" y="46770"/>
                    <a:pt x="86472" y="46696"/>
                    <a:pt x="86074" y="46646"/>
                  </a:cubicBezTo>
                  <a:cubicBezTo>
                    <a:pt x="85974" y="46646"/>
                    <a:pt x="85875" y="46621"/>
                    <a:pt x="85800" y="46621"/>
                  </a:cubicBezTo>
                  <a:lnTo>
                    <a:pt x="85675" y="46621"/>
                  </a:lnTo>
                  <a:cubicBezTo>
                    <a:pt x="85700" y="46571"/>
                    <a:pt x="85700" y="46571"/>
                    <a:pt x="85700" y="46546"/>
                  </a:cubicBezTo>
                  <a:cubicBezTo>
                    <a:pt x="86123" y="46646"/>
                    <a:pt x="86596" y="46696"/>
                    <a:pt x="87069" y="46746"/>
                  </a:cubicBezTo>
                  <a:cubicBezTo>
                    <a:pt x="87219" y="46746"/>
                    <a:pt x="87343" y="46770"/>
                    <a:pt x="87492" y="46770"/>
                  </a:cubicBezTo>
                  <a:cubicBezTo>
                    <a:pt x="88040" y="46795"/>
                    <a:pt x="88563" y="46820"/>
                    <a:pt x="89085" y="46820"/>
                  </a:cubicBezTo>
                  <a:lnTo>
                    <a:pt x="89110" y="46820"/>
                  </a:lnTo>
                  <a:cubicBezTo>
                    <a:pt x="91176" y="46820"/>
                    <a:pt x="93267" y="46522"/>
                    <a:pt x="95283" y="45899"/>
                  </a:cubicBezTo>
                  <a:close/>
                  <a:moveTo>
                    <a:pt x="109820" y="45451"/>
                  </a:moveTo>
                  <a:lnTo>
                    <a:pt x="109820" y="45451"/>
                  </a:lnTo>
                  <a:cubicBezTo>
                    <a:pt x="109596" y="46049"/>
                    <a:pt x="109347" y="46671"/>
                    <a:pt x="109098" y="47268"/>
                  </a:cubicBezTo>
                  <a:cubicBezTo>
                    <a:pt x="108998" y="46895"/>
                    <a:pt x="108949" y="46546"/>
                    <a:pt x="108849" y="46173"/>
                  </a:cubicBezTo>
                  <a:cubicBezTo>
                    <a:pt x="108973" y="46073"/>
                    <a:pt x="109073" y="46024"/>
                    <a:pt x="109197" y="45924"/>
                  </a:cubicBezTo>
                  <a:cubicBezTo>
                    <a:pt x="109372" y="45800"/>
                    <a:pt x="109571" y="45650"/>
                    <a:pt x="109720" y="45526"/>
                  </a:cubicBezTo>
                  <a:cubicBezTo>
                    <a:pt x="109745" y="45476"/>
                    <a:pt x="109770" y="45476"/>
                    <a:pt x="109820" y="45451"/>
                  </a:cubicBezTo>
                  <a:close/>
                  <a:moveTo>
                    <a:pt x="72657" y="45128"/>
                  </a:moveTo>
                  <a:cubicBezTo>
                    <a:pt x="72682" y="45401"/>
                    <a:pt x="72707" y="45675"/>
                    <a:pt x="72782" y="45949"/>
                  </a:cubicBezTo>
                  <a:cubicBezTo>
                    <a:pt x="72782" y="46073"/>
                    <a:pt x="72707" y="46173"/>
                    <a:pt x="72682" y="46273"/>
                  </a:cubicBezTo>
                  <a:cubicBezTo>
                    <a:pt x="72035" y="46571"/>
                    <a:pt x="71388" y="46945"/>
                    <a:pt x="70741" y="47293"/>
                  </a:cubicBezTo>
                  <a:cubicBezTo>
                    <a:pt x="71114" y="46671"/>
                    <a:pt x="71463" y="46024"/>
                    <a:pt x="71811" y="45401"/>
                  </a:cubicBezTo>
                  <a:lnTo>
                    <a:pt x="72657" y="45128"/>
                  </a:lnTo>
                  <a:close/>
                  <a:moveTo>
                    <a:pt x="70218" y="43883"/>
                  </a:moveTo>
                  <a:cubicBezTo>
                    <a:pt x="70741" y="44132"/>
                    <a:pt x="71189" y="44331"/>
                    <a:pt x="71687" y="44530"/>
                  </a:cubicBezTo>
                  <a:cubicBezTo>
                    <a:pt x="71637" y="44680"/>
                    <a:pt x="71537" y="44829"/>
                    <a:pt x="71438" y="45028"/>
                  </a:cubicBezTo>
                  <a:lnTo>
                    <a:pt x="71438" y="45053"/>
                  </a:lnTo>
                  <a:cubicBezTo>
                    <a:pt x="71438" y="45078"/>
                    <a:pt x="71413" y="45078"/>
                    <a:pt x="71413" y="45103"/>
                  </a:cubicBezTo>
                  <a:cubicBezTo>
                    <a:pt x="69670" y="45700"/>
                    <a:pt x="67853" y="46522"/>
                    <a:pt x="66061" y="47542"/>
                  </a:cubicBezTo>
                  <a:cubicBezTo>
                    <a:pt x="66061" y="47517"/>
                    <a:pt x="66061" y="47492"/>
                    <a:pt x="66036" y="47442"/>
                  </a:cubicBezTo>
                  <a:cubicBezTo>
                    <a:pt x="65987" y="47343"/>
                    <a:pt x="65987" y="47268"/>
                    <a:pt x="65962" y="47169"/>
                  </a:cubicBezTo>
                  <a:cubicBezTo>
                    <a:pt x="65937" y="47044"/>
                    <a:pt x="65912" y="46945"/>
                    <a:pt x="65862" y="46820"/>
                  </a:cubicBezTo>
                  <a:cubicBezTo>
                    <a:pt x="65937" y="46795"/>
                    <a:pt x="65987" y="46721"/>
                    <a:pt x="66061" y="46696"/>
                  </a:cubicBezTo>
                  <a:cubicBezTo>
                    <a:pt x="66708" y="46223"/>
                    <a:pt x="67331" y="45800"/>
                    <a:pt x="67978" y="45401"/>
                  </a:cubicBezTo>
                  <a:lnTo>
                    <a:pt x="68550" y="45028"/>
                  </a:lnTo>
                  <a:cubicBezTo>
                    <a:pt x="68550" y="45028"/>
                    <a:pt x="68575" y="45028"/>
                    <a:pt x="68575" y="45003"/>
                  </a:cubicBezTo>
                  <a:cubicBezTo>
                    <a:pt x="69173" y="44555"/>
                    <a:pt x="69695" y="44207"/>
                    <a:pt x="70218" y="43883"/>
                  </a:cubicBezTo>
                  <a:close/>
                  <a:moveTo>
                    <a:pt x="71360" y="45795"/>
                  </a:moveTo>
                  <a:lnTo>
                    <a:pt x="71360" y="45795"/>
                  </a:lnTo>
                  <a:cubicBezTo>
                    <a:pt x="71175" y="46103"/>
                    <a:pt x="71032" y="46409"/>
                    <a:pt x="70890" y="46646"/>
                  </a:cubicBezTo>
                  <a:cubicBezTo>
                    <a:pt x="70790" y="46795"/>
                    <a:pt x="70716" y="46920"/>
                    <a:pt x="70641" y="47069"/>
                  </a:cubicBezTo>
                  <a:cubicBezTo>
                    <a:pt x="70616" y="47069"/>
                    <a:pt x="70616" y="47094"/>
                    <a:pt x="70566" y="47144"/>
                  </a:cubicBezTo>
                  <a:cubicBezTo>
                    <a:pt x="70517" y="47268"/>
                    <a:pt x="70417" y="47393"/>
                    <a:pt x="70318" y="47542"/>
                  </a:cubicBezTo>
                  <a:lnTo>
                    <a:pt x="70293" y="47567"/>
                  </a:lnTo>
                  <a:cubicBezTo>
                    <a:pt x="70656" y="46961"/>
                    <a:pt x="71020" y="46355"/>
                    <a:pt x="71360" y="45795"/>
                  </a:cubicBezTo>
                  <a:close/>
                  <a:moveTo>
                    <a:pt x="98445" y="45028"/>
                  </a:moveTo>
                  <a:cubicBezTo>
                    <a:pt x="98046" y="45849"/>
                    <a:pt x="97573" y="46746"/>
                    <a:pt x="97125" y="47642"/>
                  </a:cubicBezTo>
                  <a:cubicBezTo>
                    <a:pt x="96777" y="47044"/>
                    <a:pt x="96403" y="46497"/>
                    <a:pt x="95931" y="45999"/>
                  </a:cubicBezTo>
                  <a:cubicBezTo>
                    <a:pt x="96080" y="45924"/>
                    <a:pt x="96254" y="45899"/>
                    <a:pt x="96403" y="45825"/>
                  </a:cubicBezTo>
                  <a:cubicBezTo>
                    <a:pt x="96453" y="45800"/>
                    <a:pt x="96553" y="45775"/>
                    <a:pt x="96627" y="45775"/>
                  </a:cubicBezTo>
                  <a:cubicBezTo>
                    <a:pt x="96901" y="45675"/>
                    <a:pt x="97150" y="45551"/>
                    <a:pt x="97424" y="45451"/>
                  </a:cubicBezTo>
                  <a:cubicBezTo>
                    <a:pt x="97524" y="45426"/>
                    <a:pt x="97573" y="45401"/>
                    <a:pt x="97673" y="45377"/>
                  </a:cubicBezTo>
                  <a:cubicBezTo>
                    <a:pt x="97922" y="45277"/>
                    <a:pt x="98171" y="45153"/>
                    <a:pt x="98420" y="45028"/>
                  </a:cubicBezTo>
                  <a:close/>
                  <a:moveTo>
                    <a:pt x="65713" y="46920"/>
                  </a:moveTo>
                  <a:cubicBezTo>
                    <a:pt x="65762" y="47019"/>
                    <a:pt x="65762" y="47069"/>
                    <a:pt x="65787" y="47169"/>
                  </a:cubicBezTo>
                  <a:cubicBezTo>
                    <a:pt x="65812" y="47194"/>
                    <a:pt x="65837" y="47318"/>
                    <a:pt x="65837" y="47418"/>
                  </a:cubicBezTo>
                  <a:cubicBezTo>
                    <a:pt x="65837" y="47467"/>
                    <a:pt x="65887" y="47542"/>
                    <a:pt x="65887" y="47642"/>
                  </a:cubicBezTo>
                  <a:cubicBezTo>
                    <a:pt x="65837" y="47642"/>
                    <a:pt x="65837" y="47667"/>
                    <a:pt x="65812" y="47667"/>
                  </a:cubicBezTo>
                  <a:cubicBezTo>
                    <a:pt x="65812" y="47592"/>
                    <a:pt x="65787" y="47542"/>
                    <a:pt x="65787" y="47467"/>
                  </a:cubicBezTo>
                  <a:lnTo>
                    <a:pt x="65688" y="47094"/>
                  </a:lnTo>
                  <a:cubicBezTo>
                    <a:pt x="65688" y="47044"/>
                    <a:pt x="65663" y="46970"/>
                    <a:pt x="65663" y="46945"/>
                  </a:cubicBezTo>
                  <a:cubicBezTo>
                    <a:pt x="65688" y="46945"/>
                    <a:pt x="65688" y="46920"/>
                    <a:pt x="65713" y="46920"/>
                  </a:cubicBezTo>
                  <a:close/>
                  <a:moveTo>
                    <a:pt x="108650" y="46322"/>
                  </a:moveTo>
                  <a:cubicBezTo>
                    <a:pt x="108650" y="46397"/>
                    <a:pt x="108675" y="46422"/>
                    <a:pt x="108675" y="46472"/>
                  </a:cubicBezTo>
                  <a:cubicBezTo>
                    <a:pt x="108774" y="46795"/>
                    <a:pt x="108874" y="47169"/>
                    <a:pt x="108949" y="47542"/>
                  </a:cubicBezTo>
                  <a:lnTo>
                    <a:pt x="108949" y="47592"/>
                  </a:lnTo>
                  <a:cubicBezTo>
                    <a:pt x="108949" y="47642"/>
                    <a:pt x="108899" y="47642"/>
                    <a:pt x="108899" y="47667"/>
                  </a:cubicBezTo>
                  <a:cubicBezTo>
                    <a:pt x="108899" y="47691"/>
                    <a:pt x="108899" y="47691"/>
                    <a:pt x="108874" y="47716"/>
                  </a:cubicBezTo>
                  <a:lnTo>
                    <a:pt x="108874" y="47642"/>
                  </a:lnTo>
                  <a:cubicBezTo>
                    <a:pt x="108874" y="47592"/>
                    <a:pt x="108874" y="47567"/>
                    <a:pt x="108849" y="47517"/>
                  </a:cubicBezTo>
                  <a:cubicBezTo>
                    <a:pt x="108849" y="47442"/>
                    <a:pt x="108799" y="47393"/>
                    <a:pt x="108799" y="47343"/>
                  </a:cubicBezTo>
                  <a:lnTo>
                    <a:pt x="108625" y="46522"/>
                  </a:lnTo>
                  <a:cubicBezTo>
                    <a:pt x="108625" y="46472"/>
                    <a:pt x="108600" y="46422"/>
                    <a:pt x="108600" y="46397"/>
                  </a:cubicBezTo>
                  <a:lnTo>
                    <a:pt x="108625" y="46347"/>
                  </a:lnTo>
                  <a:lnTo>
                    <a:pt x="108650" y="46322"/>
                  </a:lnTo>
                  <a:close/>
                  <a:moveTo>
                    <a:pt x="110200" y="45149"/>
                  </a:moveTo>
                  <a:cubicBezTo>
                    <a:pt x="109857" y="46029"/>
                    <a:pt x="109490" y="46885"/>
                    <a:pt x="109148" y="47741"/>
                  </a:cubicBezTo>
                  <a:lnTo>
                    <a:pt x="109148" y="47642"/>
                  </a:lnTo>
                  <a:cubicBezTo>
                    <a:pt x="109496" y="46820"/>
                    <a:pt x="109845" y="45974"/>
                    <a:pt x="110143" y="45177"/>
                  </a:cubicBezTo>
                  <a:cubicBezTo>
                    <a:pt x="110169" y="45165"/>
                    <a:pt x="110188" y="45159"/>
                    <a:pt x="110200" y="45149"/>
                  </a:cubicBezTo>
                  <a:close/>
                  <a:moveTo>
                    <a:pt x="71288" y="45327"/>
                  </a:moveTo>
                  <a:cubicBezTo>
                    <a:pt x="71288" y="45377"/>
                    <a:pt x="71263" y="45401"/>
                    <a:pt x="71263" y="45426"/>
                  </a:cubicBezTo>
                  <a:cubicBezTo>
                    <a:pt x="69571" y="46024"/>
                    <a:pt x="67878" y="46795"/>
                    <a:pt x="66136" y="47766"/>
                  </a:cubicBezTo>
                  <a:cubicBezTo>
                    <a:pt x="66086" y="47766"/>
                    <a:pt x="66086" y="47741"/>
                    <a:pt x="66086" y="47691"/>
                  </a:cubicBezTo>
                  <a:cubicBezTo>
                    <a:pt x="67878" y="46746"/>
                    <a:pt x="69621" y="45924"/>
                    <a:pt x="71288" y="45327"/>
                  </a:cubicBezTo>
                  <a:close/>
                  <a:moveTo>
                    <a:pt x="72184" y="46820"/>
                  </a:moveTo>
                  <a:lnTo>
                    <a:pt x="72184" y="46820"/>
                  </a:lnTo>
                  <a:cubicBezTo>
                    <a:pt x="71736" y="47069"/>
                    <a:pt x="71263" y="47318"/>
                    <a:pt x="70815" y="47567"/>
                  </a:cubicBezTo>
                  <a:cubicBezTo>
                    <a:pt x="70790" y="47567"/>
                    <a:pt x="70790" y="47617"/>
                    <a:pt x="70766" y="47617"/>
                  </a:cubicBezTo>
                  <a:cubicBezTo>
                    <a:pt x="70691" y="47642"/>
                    <a:pt x="70641" y="47667"/>
                    <a:pt x="70542" y="47741"/>
                  </a:cubicBezTo>
                  <a:cubicBezTo>
                    <a:pt x="70517" y="47741"/>
                    <a:pt x="70492" y="47766"/>
                    <a:pt x="70492" y="47766"/>
                  </a:cubicBezTo>
                  <a:lnTo>
                    <a:pt x="70517" y="47741"/>
                  </a:lnTo>
                  <a:cubicBezTo>
                    <a:pt x="70616" y="47642"/>
                    <a:pt x="70741" y="47567"/>
                    <a:pt x="70840" y="47517"/>
                  </a:cubicBezTo>
                  <a:cubicBezTo>
                    <a:pt x="71363" y="47268"/>
                    <a:pt x="71786" y="47019"/>
                    <a:pt x="72184" y="46820"/>
                  </a:cubicBezTo>
                  <a:close/>
                  <a:moveTo>
                    <a:pt x="95756" y="46049"/>
                  </a:moveTo>
                  <a:cubicBezTo>
                    <a:pt x="96254" y="46571"/>
                    <a:pt x="96652" y="47169"/>
                    <a:pt x="97026" y="47816"/>
                  </a:cubicBezTo>
                  <a:cubicBezTo>
                    <a:pt x="97026" y="47866"/>
                    <a:pt x="97001" y="47866"/>
                    <a:pt x="97001" y="47891"/>
                  </a:cubicBezTo>
                  <a:cubicBezTo>
                    <a:pt x="96627" y="47243"/>
                    <a:pt x="96179" y="46621"/>
                    <a:pt x="95682" y="46049"/>
                  </a:cubicBezTo>
                  <a:close/>
                  <a:moveTo>
                    <a:pt x="98818" y="44829"/>
                  </a:moveTo>
                  <a:cubicBezTo>
                    <a:pt x="98320" y="45874"/>
                    <a:pt x="97822" y="46870"/>
                    <a:pt x="97300" y="47891"/>
                  </a:cubicBezTo>
                  <a:lnTo>
                    <a:pt x="97250" y="47816"/>
                  </a:lnTo>
                  <a:cubicBezTo>
                    <a:pt x="97772" y="46820"/>
                    <a:pt x="98270" y="45849"/>
                    <a:pt x="98743" y="44879"/>
                  </a:cubicBezTo>
                  <a:cubicBezTo>
                    <a:pt x="98768" y="44879"/>
                    <a:pt x="98793" y="44829"/>
                    <a:pt x="98818" y="44829"/>
                  </a:cubicBezTo>
                  <a:close/>
                  <a:moveTo>
                    <a:pt x="65912" y="47816"/>
                  </a:moveTo>
                  <a:lnTo>
                    <a:pt x="65912" y="47891"/>
                  </a:lnTo>
                  <a:cubicBezTo>
                    <a:pt x="65862" y="47891"/>
                    <a:pt x="65862" y="47915"/>
                    <a:pt x="65837" y="47915"/>
                  </a:cubicBezTo>
                  <a:lnTo>
                    <a:pt x="65837" y="47866"/>
                  </a:lnTo>
                  <a:cubicBezTo>
                    <a:pt x="65862" y="47816"/>
                    <a:pt x="65912" y="47816"/>
                    <a:pt x="65912" y="47816"/>
                  </a:cubicBezTo>
                  <a:close/>
                  <a:moveTo>
                    <a:pt x="70069" y="47915"/>
                  </a:moveTo>
                  <a:cubicBezTo>
                    <a:pt x="70069" y="47928"/>
                    <a:pt x="70069" y="47934"/>
                    <a:pt x="70075" y="47934"/>
                  </a:cubicBezTo>
                  <a:cubicBezTo>
                    <a:pt x="70081" y="47934"/>
                    <a:pt x="70094" y="47928"/>
                    <a:pt x="70118" y="47915"/>
                  </a:cubicBezTo>
                  <a:lnTo>
                    <a:pt x="70118" y="47915"/>
                  </a:lnTo>
                  <a:cubicBezTo>
                    <a:pt x="70118" y="47940"/>
                    <a:pt x="70069" y="47940"/>
                    <a:pt x="70069" y="47940"/>
                  </a:cubicBezTo>
                  <a:lnTo>
                    <a:pt x="70044" y="47990"/>
                  </a:lnTo>
                  <a:cubicBezTo>
                    <a:pt x="70044" y="47990"/>
                    <a:pt x="70044" y="47940"/>
                    <a:pt x="70069" y="47940"/>
                  </a:cubicBezTo>
                  <a:lnTo>
                    <a:pt x="70069" y="47915"/>
                  </a:lnTo>
                  <a:close/>
                  <a:moveTo>
                    <a:pt x="116167" y="47368"/>
                  </a:moveTo>
                  <a:cubicBezTo>
                    <a:pt x="116167" y="47492"/>
                    <a:pt x="116117" y="47642"/>
                    <a:pt x="116092" y="47766"/>
                  </a:cubicBezTo>
                  <a:cubicBezTo>
                    <a:pt x="116067" y="47891"/>
                    <a:pt x="116043" y="48015"/>
                    <a:pt x="115993" y="48115"/>
                  </a:cubicBezTo>
                  <a:cubicBezTo>
                    <a:pt x="115993" y="47990"/>
                    <a:pt x="116043" y="47891"/>
                    <a:pt x="116043" y="47766"/>
                  </a:cubicBezTo>
                  <a:cubicBezTo>
                    <a:pt x="116092" y="47642"/>
                    <a:pt x="116117" y="47517"/>
                    <a:pt x="116167" y="47368"/>
                  </a:cubicBezTo>
                  <a:close/>
                  <a:moveTo>
                    <a:pt x="97125" y="48015"/>
                  </a:moveTo>
                  <a:cubicBezTo>
                    <a:pt x="97125" y="48040"/>
                    <a:pt x="97150" y="48040"/>
                    <a:pt x="97150" y="48065"/>
                  </a:cubicBezTo>
                  <a:cubicBezTo>
                    <a:pt x="97150" y="48115"/>
                    <a:pt x="97150" y="48115"/>
                    <a:pt x="97125" y="48139"/>
                  </a:cubicBezTo>
                  <a:cubicBezTo>
                    <a:pt x="97125" y="48115"/>
                    <a:pt x="97076" y="48065"/>
                    <a:pt x="97076" y="48065"/>
                  </a:cubicBezTo>
                  <a:cubicBezTo>
                    <a:pt x="97076" y="48040"/>
                    <a:pt x="97125" y="48040"/>
                    <a:pt x="97125" y="48015"/>
                  </a:cubicBezTo>
                  <a:close/>
                  <a:moveTo>
                    <a:pt x="108973" y="47915"/>
                  </a:moveTo>
                  <a:cubicBezTo>
                    <a:pt x="108973" y="47940"/>
                    <a:pt x="108973" y="48015"/>
                    <a:pt x="108998" y="48040"/>
                  </a:cubicBezTo>
                  <a:cubicBezTo>
                    <a:pt x="108998" y="48065"/>
                    <a:pt x="108973" y="48065"/>
                    <a:pt x="108973" y="48115"/>
                  </a:cubicBezTo>
                  <a:cubicBezTo>
                    <a:pt x="108973" y="48139"/>
                    <a:pt x="108949" y="48139"/>
                    <a:pt x="108949" y="48164"/>
                  </a:cubicBezTo>
                  <a:lnTo>
                    <a:pt x="108949" y="48115"/>
                  </a:lnTo>
                  <a:lnTo>
                    <a:pt x="108949" y="48040"/>
                  </a:lnTo>
                  <a:lnTo>
                    <a:pt x="108949" y="47990"/>
                  </a:lnTo>
                  <a:cubicBezTo>
                    <a:pt x="108949" y="47940"/>
                    <a:pt x="108973" y="47940"/>
                    <a:pt x="108973" y="47915"/>
                  </a:cubicBezTo>
                  <a:close/>
                  <a:moveTo>
                    <a:pt x="75570" y="45576"/>
                  </a:moveTo>
                  <a:lnTo>
                    <a:pt x="75570" y="45576"/>
                  </a:lnTo>
                  <a:cubicBezTo>
                    <a:pt x="75097" y="46447"/>
                    <a:pt x="74524" y="47318"/>
                    <a:pt x="73952" y="48189"/>
                  </a:cubicBezTo>
                  <a:cubicBezTo>
                    <a:pt x="73703" y="47642"/>
                    <a:pt x="73529" y="47069"/>
                    <a:pt x="73379" y="46522"/>
                  </a:cubicBezTo>
                  <a:cubicBezTo>
                    <a:pt x="73653" y="46397"/>
                    <a:pt x="73927" y="46273"/>
                    <a:pt x="74250" y="46098"/>
                  </a:cubicBezTo>
                  <a:cubicBezTo>
                    <a:pt x="74350" y="46073"/>
                    <a:pt x="74474" y="46024"/>
                    <a:pt x="74549" y="45974"/>
                  </a:cubicBezTo>
                  <a:cubicBezTo>
                    <a:pt x="74599" y="45949"/>
                    <a:pt x="74649" y="45949"/>
                    <a:pt x="74674" y="45924"/>
                  </a:cubicBezTo>
                  <a:cubicBezTo>
                    <a:pt x="74997" y="45800"/>
                    <a:pt x="75296" y="45675"/>
                    <a:pt x="75570" y="45576"/>
                  </a:cubicBezTo>
                  <a:close/>
                  <a:moveTo>
                    <a:pt x="73205" y="46621"/>
                  </a:moveTo>
                  <a:cubicBezTo>
                    <a:pt x="73379" y="47194"/>
                    <a:pt x="73553" y="47791"/>
                    <a:pt x="73852" y="48388"/>
                  </a:cubicBezTo>
                  <a:cubicBezTo>
                    <a:pt x="73852" y="48413"/>
                    <a:pt x="73802" y="48413"/>
                    <a:pt x="73802" y="48438"/>
                  </a:cubicBezTo>
                  <a:cubicBezTo>
                    <a:pt x="73529" y="47866"/>
                    <a:pt x="73304" y="47243"/>
                    <a:pt x="73155" y="46646"/>
                  </a:cubicBezTo>
                  <a:cubicBezTo>
                    <a:pt x="73180" y="46646"/>
                    <a:pt x="73180" y="46621"/>
                    <a:pt x="73205" y="46621"/>
                  </a:cubicBezTo>
                  <a:close/>
                  <a:moveTo>
                    <a:pt x="75941" y="45497"/>
                  </a:moveTo>
                  <a:cubicBezTo>
                    <a:pt x="75352" y="46477"/>
                    <a:pt x="74738" y="47458"/>
                    <a:pt x="74051" y="48438"/>
                  </a:cubicBezTo>
                  <a:lnTo>
                    <a:pt x="74051" y="48413"/>
                  </a:lnTo>
                  <a:cubicBezTo>
                    <a:pt x="74723" y="47442"/>
                    <a:pt x="75346" y="46447"/>
                    <a:pt x="75918" y="45501"/>
                  </a:cubicBezTo>
                  <a:cubicBezTo>
                    <a:pt x="75927" y="45501"/>
                    <a:pt x="75935" y="45499"/>
                    <a:pt x="75941" y="45497"/>
                  </a:cubicBezTo>
                  <a:close/>
                  <a:moveTo>
                    <a:pt x="79502" y="44555"/>
                  </a:moveTo>
                  <a:cubicBezTo>
                    <a:pt x="79751" y="44704"/>
                    <a:pt x="79975" y="44829"/>
                    <a:pt x="80224" y="44953"/>
                  </a:cubicBezTo>
                  <a:cubicBezTo>
                    <a:pt x="81519" y="45675"/>
                    <a:pt x="82888" y="46198"/>
                    <a:pt x="84381" y="46571"/>
                  </a:cubicBezTo>
                  <a:cubicBezTo>
                    <a:pt x="84431" y="46571"/>
                    <a:pt x="84456" y="46621"/>
                    <a:pt x="84481" y="46621"/>
                  </a:cubicBezTo>
                  <a:cubicBezTo>
                    <a:pt x="84680" y="46646"/>
                    <a:pt x="84829" y="46696"/>
                    <a:pt x="85003" y="46746"/>
                  </a:cubicBezTo>
                  <a:lnTo>
                    <a:pt x="85053" y="46770"/>
                  </a:lnTo>
                  <a:cubicBezTo>
                    <a:pt x="84705" y="47368"/>
                    <a:pt x="84331" y="48015"/>
                    <a:pt x="83933" y="48662"/>
                  </a:cubicBezTo>
                  <a:lnTo>
                    <a:pt x="83560" y="48488"/>
                  </a:lnTo>
                  <a:lnTo>
                    <a:pt x="83186" y="48289"/>
                  </a:lnTo>
                  <a:cubicBezTo>
                    <a:pt x="83062" y="48239"/>
                    <a:pt x="82962" y="48164"/>
                    <a:pt x="82838" y="48115"/>
                  </a:cubicBezTo>
                  <a:cubicBezTo>
                    <a:pt x="82763" y="48065"/>
                    <a:pt x="82713" y="48040"/>
                    <a:pt x="82614" y="47990"/>
                  </a:cubicBezTo>
                  <a:cubicBezTo>
                    <a:pt x="82489" y="47915"/>
                    <a:pt x="82390" y="47866"/>
                    <a:pt x="82265" y="47791"/>
                  </a:cubicBezTo>
                  <a:cubicBezTo>
                    <a:pt x="82091" y="47691"/>
                    <a:pt x="81917" y="47567"/>
                    <a:pt x="81743" y="47492"/>
                  </a:cubicBezTo>
                  <a:cubicBezTo>
                    <a:pt x="81643" y="47418"/>
                    <a:pt x="81519" y="47368"/>
                    <a:pt x="81394" y="47293"/>
                  </a:cubicBezTo>
                  <a:cubicBezTo>
                    <a:pt x="81245" y="47194"/>
                    <a:pt x="81095" y="47069"/>
                    <a:pt x="80921" y="46994"/>
                  </a:cubicBezTo>
                  <a:cubicBezTo>
                    <a:pt x="80822" y="46895"/>
                    <a:pt x="80672" y="46820"/>
                    <a:pt x="80573" y="46746"/>
                  </a:cubicBezTo>
                  <a:cubicBezTo>
                    <a:pt x="80448" y="46646"/>
                    <a:pt x="80274" y="46522"/>
                    <a:pt x="80150" y="46422"/>
                  </a:cubicBezTo>
                  <a:lnTo>
                    <a:pt x="79776" y="46148"/>
                  </a:lnTo>
                  <a:cubicBezTo>
                    <a:pt x="79652" y="46049"/>
                    <a:pt x="79527" y="45949"/>
                    <a:pt x="79428" y="45825"/>
                  </a:cubicBezTo>
                  <a:cubicBezTo>
                    <a:pt x="79303" y="45700"/>
                    <a:pt x="79179" y="45625"/>
                    <a:pt x="79054" y="45501"/>
                  </a:cubicBezTo>
                  <a:cubicBezTo>
                    <a:pt x="79029" y="45451"/>
                    <a:pt x="79005" y="45426"/>
                    <a:pt x="78930" y="45401"/>
                  </a:cubicBezTo>
                  <a:cubicBezTo>
                    <a:pt x="78880" y="45327"/>
                    <a:pt x="78830" y="45277"/>
                    <a:pt x="78731" y="45202"/>
                  </a:cubicBezTo>
                  <a:cubicBezTo>
                    <a:pt x="78606" y="45078"/>
                    <a:pt x="78482" y="44953"/>
                    <a:pt x="78357" y="44879"/>
                  </a:cubicBezTo>
                  <a:cubicBezTo>
                    <a:pt x="78357" y="44829"/>
                    <a:pt x="78308" y="44804"/>
                    <a:pt x="78308" y="44779"/>
                  </a:cubicBezTo>
                  <a:cubicBezTo>
                    <a:pt x="78731" y="44680"/>
                    <a:pt x="79129" y="44580"/>
                    <a:pt x="79502" y="44555"/>
                  </a:cubicBezTo>
                  <a:close/>
                  <a:moveTo>
                    <a:pt x="73949" y="48625"/>
                  </a:moveTo>
                  <a:cubicBezTo>
                    <a:pt x="73951" y="48628"/>
                    <a:pt x="73952" y="48632"/>
                    <a:pt x="73952" y="48637"/>
                  </a:cubicBezTo>
                  <a:cubicBezTo>
                    <a:pt x="73952" y="48662"/>
                    <a:pt x="73927" y="48662"/>
                    <a:pt x="73927" y="48687"/>
                  </a:cubicBezTo>
                  <a:lnTo>
                    <a:pt x="73927" y="48662"/>
                  </a:lnTo>
                  <a:cubicBezTo>
                    <a:pt x="73927" y="48642"/>
                    <a:pt x="73943" y="48638"/>
                    <a:pt x="73949" y="48625"/>
                  </a:cubicBezTo>
                  <a:close/>
                  <a:moveTo>
                    <a:pt x="85227" y="46820"/>
                  </a:moveTo>
                  <a:cubicBezTo>
                    <a:pt x="85227" y="46870"/>
                    <a:pt x="85252" y="46870"/>
                    <a:pt x="85252" y="46895"/>
                  </a:cubicBezTo>
                  <a:lnTo>
                    <a:pt x="84132" y="48762"/>
                  </a:lnTo>
                  <a:cubicBezTo>
                    <a:pt x="84107" y="48762"/>
                    <a:pt x="84107" y="48762"/>
                    <a:pt x="84082" y="48737"/>
                  </a:cubicBezTo>
                  <a:cubicBezTo>
                    <a:pt x="84481" y="48115"/>
                    <a:pt x="84854" y="47492"/>
                    <a:pt x="85227" y="46820"/>
                  </a:cubicBezTo>
                  <a:close/>
                  <a:moveTo>
                    <a:pt x="78482" y="45153"/>
                  </a:moveTo>
                  <a:lnTo>
                    <a:pt x="78482" y="45153"/>
                  </a:lnTo>
                  <a:cubicBezTo>
                    <a:pt x="78631" y="45302"/>
                    <a:pt x="78781" y="45451"/>
                    <a:pt x="78930" y="45576"/>
                  </a:cubicBezTo>
                  <a:cubicBezTo>
                    <a:pt x="78980" y="45625"/>
                    <a:pt x="79005" y="45650"/>
                    <a:pt x="79029" y="45650"/>
                  </a:cubicBezTo>
                  <a:cubicBezTo>
                    <a:pt x="79154" y="45775"/>
                    <a:pt x="79278" y="45874"/>
                    <a:pt x="79403" y="45999"/>
                  </a:cubicBezTo>
                  <a:cubicBezTo>
                    <a:pt x="79502" y="46049"/>
                    <a:pt x="79602" y="46148"/>
                    <a:pt x="79677" y="46198"/>
                  </a:cubicBezTo>
                  <a:cubicBezTo>
                    <a:pt x="79751" y="46273"/>
                    <a:pt x="79801" y="46298"/>
                    <a:pt x="79876" y="46322"/>
                  </a:cubicBezTo>
                  <a:cubicBezTo>
                    <a:pt x="79926" y="46372"/>
                    <a:pt x="79975" y="46422"/>
                    <a:pt x="80025" y="46447"/>
                  </a:cubicBezTo>
                  <a:cubicBezTo>
                    <a:pt x="80100" y="46522"/>
                    <a:pt x="80174" y="46571"/>
                    <a:pt x="80249" y="46621"/>
                  </a:cubicBezTo>
                  <a:cubicBezTo>
                    <a:pt x="80349" y="46671"/>
                    <a:pt x="80398" y="46746"/>
                    <a:pt x="80498" y="46795"/>
                  </a:cubicBezTo>
                  <a:lnTo>
                    <a:pt x="80772" y="46994"/>
                  </a:lnTo>
                  <a:cubicBezTo>
                    <a:pt x="80871" y="47044"/>
                    <a:pt x="80971" y="47119"/>
                    <a:pt x="81095" y="47194"/>
                  </a:cubicBezTo>
                  <a:cubicBezTo>
                    <a:pt x="81195" y="47268"/>
                    <a:pt x="81245" y="47318"/>
                    <a:pt x="81344" y="47393"/>
                  </a:cubicBezTo>
                  <a:lnTo>
                    <a:pt x="81618" y="47567"/>
                  </a:lnTo>
                  <a:cubicBezTo>
                    <a:pt x="81817" y="47691"/>
                    <a:pt x="81991" y="47816"/>
                    <a:pt x="82216" y="47915"/>
                  </a:cubicBezTo>
                  <a:cubicBezTo>
                    <a:pt x="82290" y="47940"/>
                    <a:pt x="82365" y="48015"/>
                    <a:pt x="82464" y="48040"/>
                  </a:cubicBezTo>
                  <a:cubicBezTo>
                    <a:pt x="82514" y="48065"/>
                    <a:pt x="82589" y="48115"/>
                    <a:pt x="82664" y="48164"/>
                  </a:cubicBezTo>
                  <a:lnTo>
                    <a:pt x="82863" y="48264"/>
                  </a:lnTo>
                  <a:cubicBezTo>
                    <a:pt x="82962" y="48314"/>
                    <a:pt x="83062" y="48363"/>
                    <a:pt x="83136" y="48413"/>
                  </a:cubicBezTo>
                  <a:lnTo>
                    <a:pt x="83336" y="48513"/>
                  </a:lnTo>
                  <a:cubicBezTo>
                    <a:pt x="83510" y="48612"/>
                    <a:pt x="83709" y="48687"/>
                    <a:pt x="83883" y="48762"/>
                  </a:cubicBezTo>
                  <a:lnTo>
                    <a:pt x="83858" y="48787"/>
                  </a:lnTo>
                  <a:cubicBezTo>
                    <a:pt x="83634" y="48787"/>
                    <a:pt x="83510" y="48762"/>
                    <a:pt x="83385" y="48687"/>
                  </a:cubicBezTo>
                  <a:cubicBezTo>
                    <a:pt x="83336" y="48662"/>
                    <a:pt x="83311" y="48662"/>
                    <a:pt x="83236" y="48637"/>
                  </a:cubicBezTo>
                  <a:cubicBezTo>
                    <a:pt x="82987" y="48513"/>
                    <a:pt x="82763" y="48388"/>
                    <a:pt x="82514" y="48264"/>
                  </a:cubicBezTo>
                  <a:cubicBezTo>
                    <a:pt x="82464" y="48239"/>
                    <a:pt x="82365" y="48189"/>
                    <a:pt x="82315" y="48139"/>
                  </a:cubicBezTo>
                  <a:cubicBezTo>
                    <a:pt x="82091" y="48015"/>
                    <a:pt x="81892" y="47891"/>
                    <a:pt x="81718" y="47791"/>
                  </a:cubicBezTo>
                  <a:lnTo>
                    <a:pt x="81444" y="47617"/>
                  </a:lnTo>
                  <a:cubicBezTo>
                    <a:pt x="81245" y="47492"/>
                    <a:pt x="81095" y="47393"/>
                    <a:pt x="80946" y="47268"/>
                  </a:cubicBezTo>
                  <a:cubicBezTo>
                    <a:pt x="80822" y="47169"/>
                    <a:pt x="80722" y="47119"/>
                    <a:pt x="80598" y="47019"/>
                  </a:cubicBezTo>
                  <a:cubicBezTo>
                    <a:pt x="80448" y="46920"/>
                    <a:pt x="80324" y="46795"/>
                    <a:pt x="80150" y="46696"/>
                  </a:cubicBezTo>
                  <a:cubicBezTo>
                    <a:pt x="80025" y="46621"/>
                    <a:pt x="79901" y="46522"/>
                    <a:pt x="79776" y="46397"/>
                  </a:cubicBezTo>
                  <a:cubicBezTo>
                    <a:pt x="79726" y="46372"/>
                    <a:pt x="79702" y="46298"/>
                    <a:pt x="79627" y="46273"/>
                  </a:cubicBezTo>
                  <a:cubicBezTo>
                    <a:pt x="79577" y="46198"/>
                    <a:pt x="79477" y="46148"/>
                    <a:pt x="79403" y="46073"/>
                  </a:cubicBezTo>
                  <a:cubicBezTo>
                    <a:pt x="79278" y="45949"/>
                    <a:pt x="79129" y="45825"/>
                    <a:pt x="79005" y="45750"/>
                  </a:cubicBezTo>
                  <a:cubicBezTo>
                    <a:pt x="78905" y="45650"/>
                    <a:pt x="78781" y="45551"/>
                    <a:pt x="78706" y="45451"/>
                  </a:cubicBezTo>
                  <a:lnTo>
                    <a:pt x="78507" y="45277"/>
                  </a:lnTo>
                  <a:lnTo>
                    <a:pt x="78507" y="45202"/>
                  </a:lnTo>
                  <a:lnTo>
                    <a:pt x="78482" y="45153"/>
                  </a:lnTo>
                  <a:close/>
                  <a:moveTo>
                    <a:pt x="84008" y="48886"/>
                  </a:moveTo>
                  <a:cubicBezTo>
                    <a:pt x="84008" y="48911"/>
                    <a:pt x="84008" y="48911"/>
                    <a:pt x="84057" y="48911"/>
                  </a:cubicBezTo>
                  <a:cubicBezTo>
                    <a:pt x="84057" y="48911"/>
                    <a:pt x="84057" y="48936"/>
                    <a:pt x="84008" y="48936"/>
                  </a:cubicBezTo>
                  <a:cubicBezTo>
                    <a:pt x="83983" y="48936"/>
                    <a:pt x="83983" y="48911"/>
                    <a:pt x="83958" y="48911"/>
                  </a:cubicBezTo>
                  <a:cubicBezTo>
                    <a:pt x="83958" y="48911"/>
                    <a:pt x="83958" y="48886"/>
                    <a:pt x="83983" y="48886"/>
                  </a:cubicBezTo>
                  <a:close/>
                  <a:moveTo>
                    <a:pt x="63273" y="41294"/>
                  </a:moveTo>
                  <a:cubicBezTo>
                    <a:pt x="63697" y="42066"/>
                    <a:pt x="64045" y="42813"/>
                    <a:pt x="64319" y="43535"/>
                  </a:cubicBezTo>
                  <a:cubicBezTo>
                    <a:pt x="64369" y="43659"/>
                    <a:pt x="64443" y="43808"/>
                    <a:pt x="64468" y="43933"/>
                  </a:cubicBezTo>
                  <a:cubicBezTo>
                    <a:pt x="64568" y="44207"/>
                    <a:pt x="64667" y="44456"/>
                    <a:pt x="64742" y="44704"/>
                  </a:cubicBezTo>
                  <a:cubicBezTo>
                    <a:pt x="64817" y="44929"/>
                    <a:pt x="64916" y="45128"/>
                    <a:pt x="64966" y="45327"/>
                  </a:cubicBezTo>
                  <a:cubicBezTo>
                    <a:pt x="65041" y="45551"/>
                    <a:pt x="65090" y="45750"/>
                    <a:pt x="65165" y="45949"/>
                  </a:cubicBezTo>
                  <a:cubicBezTo>
                    <a:pt x="65215" y="46173"/>
                    <a:pt x="65290" y="46372"/>
                    <a:pt x="65339" y="46571"/>
                  </a:cubicBezTo>
                  <a:cubicBezTo>
                    <a:pt x="65041" y="46795"/>
                    <a:pt x="64717" y="47019"/>
                    <a:pt x="64443" y="47268"/>
                  </a:cubicBezTo>
                  <a:lnTo>
                    <a:pt x="64070" y="47542"/>
                  </a:lnTo>
                  <a:cubicBezTo>
                    <a:pt x="63896" y="47667"/>
                    <a:pt x="63721" y="47791"/>
                    <a:pt x="63547" y="47915"/>
                  </a:cubicBezTo>
                  <a:cubicBezTo>
                    <a:pt x="63473" y="47940"/>
                    <a:pt x="63423" y="48015"/>
                    <a:pt x="63348" y="48040"/>
                  </a:cubicBezTo>
                  <a:cubicBezTo>
                    <a:pt x="63199" y="48164"/>
                    <a:pt x="63024" y="48289"/>
                    <a:pt x="62850" y="48438"/>
                  </a:cubicBezTo>
                  <a:cubicBezTo>
                    <a:pt x="62800" y="48513"/>
                    <a:pt x="62726" y="48538"/>
                    <a:pt x="62676" y="48612"/>
                  </a:cubicBezTo>
                  <a:cubicBezTo>
                    <a:pt x="62477" y="48737"/>
                    <a:pt x="62303" y="48886"/>
                    <a:pt x="62128" y="49011"/>
                  </a:cubicBezTo>
                  <a:cubicBezTo>
                    <a:pt x="61979" y="49135"/>
                    <a:pt x="61855" y="49235"/>
                    <a:pt x="61705" y="49359"/>
                  </a:cubicBezTo>
                  <a:cubicBezTo>
                    <a:pt x="61606" y="49409"/>
                    <a:pt x="61506" y="49508"/>
                    <a:pt x="61431" y="49558"/>
                  </a:cubicBezTo>
                  <a:cubicBezTo>
                    <a:pt x="61332" y="49633"/>
                    <a:pt x="61282" y="49683"/>
                    <a:pt x="61183" y="49757"/>
                  </a:cubicBezTo>
                  <a:cubicBezTo>
                    <a:pt x="61158" y="49732"/>
                    <a:pt x="61083" y="49683"/>
                    <a:pt x="61058" y="49658"/>
                  </a:cubicBezTo>
                  <a:cubicBezTo>
                    <a:pt x="60934" y="49608"/>
                    <a:pt x="60834" y="49508"/>
                    <a:pt x="60710" y="49434"/>
                  </a:cubicBezTo>
                  <a:cubicBezTo>
                    <a:pt x="60610" y="49384"/>
                    <a:pt x="60535" y="49309"/>
                    <a:pt x="60436" y="49235"/>
                  </a:cubicBezTo>
                  <a:cubicBezTo>
                    <a:pt x="60336" y="49160"/>
                    <a:pt x="60286" y="49110"/>
                    <a:pt x="60187" y="49036"/>
                  </a:cubicBezTo>
                  <a:lnTo>
                    <a:pt x="59814" y="48762"/>
                  </a:lnTo>
                  <a:cubicBezTo>
                    <a:pt x="59789" y="48737"/>
                    <a:pt x="59714" y="48687"/>
                    <a:pt x="59689" y="48662"/>
                  </a:cubicBezTo>
                  <a:cubicBezTo>
                    <a:pt x="58793" y="47940"/>
                    <a:pt x="57822" y="47069"/>
                    <a:pt x="56827" y="46073"/>
                  </a:cubicBezTo>
                  <a:lnTo>
                    <a:pt x="56677" y="45924"/>
                  </a:lnTo>
                  <a:lnTo>
                    <a:pt x="56254" y="45526"/>
                  </a:lnTo>
                  <a:lnTo>
                    <a:pt x="56005" y="45277"/>
                  </a:lnTo>
                  <a:cubicBezTo>
                    <a:pt x="56204" y="45153"/>
                    <a:pt x="56379" y="44978"/>
                    <a:pt x="56603" y="44854"/>
                  </a:cubicBezTo>
                  <a:cubicBezTo>
                    <a:pt x="56677" y="44804"/>
                    <a:pt x="56752" y="44779"/>
                    <a:pt x="56827" y="44704"/>
                  </a:cubicBezTo>
                  <a:cubicBezTo>
                    <a:pt x="57075" y="44555"/>
                    <a:pt x="57300" y="44406"/>
                    <a:pt x="57548" y="44232"/>
                  </a:cubicBezTo>
                  <a:cubicBezTo>
                    <a:pt x="57573" y="44232"/>
                    <a:pt x="57573" y="44207"/>
                    <a:pt x="57598" y="44207"/>
                  </a:cubicBezTo>
                  <a:cubicBezTo>
                    <a:pt x="57673" y="44182"/>
                    <a:pt x="57723" y="44157"/>
                    <a:pt x="57797" y="44082"/>
                  </a:cubicBezTo>
                  <a:cubicBezTo>
                    <a:pt x="57996" y="43933"/>
                    <a:pt x="58245" y="43808"/>
                    <a:pt x="58469" y="43684"/>
                  </a:cubicBezTo>
                  <a:cubicBezTo>
                    <a:pt x="58494" y="43659"/>
                    <a:pt x="58544" y="43659"/>
                    <a:pt x="58569" y="43609"/>
                  </a:cubicBezTo>
                  <a:cubicBezTo>
                    <a:pt x="58594" y="43584"/>
                    <a:pt x="58619" y="43584"/>
                    <a:pt x="58669" y="43559"/>
                  </a:cubicBezTo>
                  <a:cubicBezTo>
                    <a:pt x="58693" y="43535"/>
                    <a:pt x="58718" y="43535"/>
                    <a:pt x="58743" y="43485"/>
                  </a:cubicBezTo>
                  <a:lnTo>
                    <a:pt x="59415" y="43111"/>
                  </a:lnTo>
                  <a:cubicBezTo>
                    <a:pt x="59440" y="43087"/>
                    <a:pt x="59490" y="43087"/>
                    <a:pt x="59540" y="43062"/>
                  </a:cubicBezTo>
                  <a:cubicBezTo>
                    <a:pt x="59589" y="43037"/>
                    <a:pt x="59664" y="43012"/>
                    <a:pt x="59714" y="42937"/>
                  </a:cubicBezTo>
                  <a:cubicBezTo>
                    <a:pt x="59913" y="42813"/>
                    <a:pt x="60112" y="42713"/>
                    <a:pt x="60311" y="42614"/>
                  </a:cubicBezTo>
                  <a:cubicBezTo>
                    <a:pt x="60436" y="42564"/>
                    <a:pt x="60560" y="42489"/>
                    <a:pt x="60660" y="42439"/>
                  </a:cubicBezTo>
                  <a:lnTo>
                    <a:pt x="61207" y="42166"/>
                  </a:lnTo>
                  <a:cubicBezTo>
                    <a:pt x="61332" y="42091"/>
                    <a:pt x="61481" y="42041"/>
                    <a:pt x="61606" y="41966"/>
                  </a:cubicBezTo>
                  <a:cubicBezTo>
                    <a:pt x="61780" y="41867"/>
                    <a:pt x="61954" y="41817"/>
                    <a:pt x="62103" y="41767"/>
                  </a:cubicBezTo>
                  <a:cubicBezTo>
                    <a:pt x="62278" y="41693"/>
                    <a:pt x="62402" y="41643"/>
                    <a:pt x="62552" y="41568"/>
                  </a:cubicBezTo>
                  <a:lnTo>
                    <a:pt x="63024" y="41394"/>
                  </a:lnTo>
                  <a:cubicBezTo>
                    <a:pt x="63099" y="41344"/>
                    <a:pt x="63199" y="41319"/>
                    <a:pt x="63273" y="41294"/>
                  </a:cubicBezTo>
                  <a:close/>
                  <a:moveTo>
                    <a:pt x="85352" y="47069"/>
                  </a:moveTo>
                  <a:cubicBezTo>
                    <a:pt x="85974" y="47816"/>
                    <a:pt x="86472" y="48712"/>
                    <a:pt x="86795" y="49757"/>
                  </a:cubicBezTo>
                  <a:cubicBezTo>
                    <a:pt x="86721" y="49683"/>
                    <a:pt x="86621" y="49683"/>
                    <a:pt x="86547" y="49658"/>
                  </a:cubicBezTo>
                  <a:cubicBezTo>
                    <a:pt x="86347" y="49608"/>
                    <a:pt x="86198" y="49558"/>
                    <a:pt x="85999" y="49508"/>
                  </a:cubicBezTo>
                  <a:lnTo>
                    <a:pt x="85725" y="49409"/>
                  </a:lnTo>
                  <a:cubicBezTo>
                    <a:pt x="85626" y="49384"/>
                    <a:pt x="85576" y="49359"/>
                    <a:pt x="85476" y="49309"/>
                  </a:cubicBezTo>
                  <a:cubicBezTo>
                    <a:pt x="85327" y="49260"/>
                    <a:pt x="85178" y="49185"/>
                    <a:pt x="85003" y="49160"/>
                  </a:cubicBezTo>
                  <a:cubicBezTo>
                    <a:pt x="84929" y="49135"/>
                    <a:pt x="84854" y="49110"/>
                    <a:pt x="84754" y="49060"/>
                  </a:cubicBezTo>
                  <a:cubicBezTo>
                    <a:pt x="84680" y="49036"/>
                    <a:pt x="84580" y="48961"/>
                    <a:pt x="84456" y="48936"/>
                  </a:cubicBezTo>
                  <a:lnTo>
                    <a:pt x="84257" y="48836"/>
                  </a:lnTo>
                  <a:cubicBezTo>
                    <a:pt x="84630" y="48264"/>
                    <a:pt x="84978" y="47667"/>
                    <a:pt x="85352" y="47069"/>
                  </a:cubicBezTo>
                  <a:close/>
                  <a:moveTo>
                    <a:pt x="85501" y="46795"/>
                  </a:moveTo>
                  <a:cubicBezTo>
                    <a:pt x="86223" y="47642"/>
                    <a:pt x="86746" y="48637"/>
                    <a:pt x="87094" y="49782"/>
                  </a:cubicBezTo>
                  <a:cubicBezTo>
                    <a:pt x="87094" y="49795"/>
                    <a:pt x="87088" y="49801"/>
                    <a:pt x="87079" y="49801"/>
                  </a:cubicBezTo>
                  <a:cubicBezTo>
                    <a:pt x="87069" y="49801"/>
                    <a:pt x="87057" y="49795"/>
                    <a:pt x="87044" y="49782"/>
                  </a:cubicBezTo>
                  <a:cubicBezTo>
                    <a:pt x="86696" y="48662"/>
                    <a:pt x="86198" y="47667"/>
                    <a:pt x="85476" y="46870"/>
                  </a:cubicBezTo>
                  <a:cubicBezTo>
                    <a:pt x="85476" y="46820"/>
                    <a:pt x="85501" y="46820"/>
                    <a:pt x="85501" y="46795"/>
                  </a:cubicBezTo>
                  <a:close/>
                  <a:moveTo>
                    <a:pt x="55931" y="45377"/>
                  </a:moveTo>
                  <a:lnTo>
                    <a:pt x="56204" y="45650"/>
                  </a:lnTo>
                  <a:cubicBezTo>
                    <a:pt x="56603" y="46049"/>
                    <a:pt x="57001" y="46447"/>
                    <a:pt x="57374" y="46795"/>
                  </a:cubicBezTo>
                  <a:cubicBezTo>
                    <a:pt x="57474" y="46895"/>
                    <a:pt x="57573" y="46970"/>
                    <a:pt x="57673" y="47044"/>
                  </a:cubicBezTo>
                  <a:cubicBezTo>
                    <a:pt x="57947" y="47318"/>
                    <a:pt x="58245" y="47567"/>
                    <a:pt x="58544" y="47816"/>
                  </a:cubicBezTo>
                  <a:cubicBezTo>
                    <a:pt x="58718" y="47990"/>
                    <a:pt x="58868" y="48115"/>
                    <a:pt x="59042" y="48264"/>
                  </a:cubicBezTo>
                  <a:cubicBezTo>
                    <a:pt x="59241" y="48438"/>
                    <a:pt x="59465" y="48637"/>
                    <a:pt x="59689" y="48787"/>
                  </a:cubicBezTo>
                  <a:cubicBezTo>
                    <a:pt x="59863" y="48936"/>
                    <a:pt x="60062" y="49060"/>
                    <a:pt x="60212" y="49185"/>
                  </a:cubicBezTo>
                  <a:cubicBezTo>
                    <a:pt x="60436" y="49359"/>
                    <a:pt x="60660" y="49508"/>
                    <a:pt x="60834" y="49658"/>
                  </a:cubicBezTo>
                  <a:cubicBezTo>
                    <a:pt x="60909" y="49732"/>
                    <a:pt x="60983" y="49782"/>
                    <a:pt x="61058" y="49807"/>
                  </a:cubicBezTo>
                  <a:cubicBezTo>
                    <a:pt x="61033" y="49807"/>
                    <a:pt x="61033" y="49857"/>
                    <a:pt x="60983" y="49857"/>
                  </a:cubicBezTo>
                  <a:cubicBezTo>
                    <a:pt x="60062" y="49235"/>
                    <a:pt x="59042" y="48388"/>
                    <a:pt x="57922" y="47393"/>
                  </a:cubicBezTo>
                  <a:lnTo>
                    <a:pt x="57847" y="47318"/>
                  </a:lnTo>
                  <a:cubicBezTo>
                    <a:pt x="57673" y="47144"/>
                    <a:pt x="57474" y="46994"/>
                    <a:pt x="57300" y="46795"/>
                  </a:cubicBezTo>
                  <a:lnTo>
                    <a:pt x="57175" y="46671"/>
                  </a:lnTo>
                  <a:cubicBezTo>
                    <a:pt x="56976" y="46522"/>
                    <a:pt x="56802" y="46322"/>
                    <a:pt x="56627" y="46148"/>
                  </a:cubicBezTo>
                  <a:lnTo>
                    <a:pt x="56478" y="45999"/>
                  </a:lnTo>
                  <a:cubicBezTo>
                    <a:pt x="56304" y="45800"/>
                    <a:pt x="56105" y="45576"/>
                    <a:pt x="55881" y="45401"/>
                  </a:cubicBezTo>
                  <a:lnTo>
                    <a:pt x="55856" y="45377"/>
                  </a:lnTo>
                  <a:lnTo>
                    <a:pt x="55856" y="45377"/>
                  </a:lnTo>
                  <a:cubicBezTo>
                    <a:pt x="55868" y="45389"/>
                    <a:pt x="55887" y="45395"/>
                    <a:pt x="55902" y="45395"/>
                  </a:cubicBezTo>
                  <a:cubicBezTo>
                    <a:pt x="55918" y="45395"/>
                    <a:pt x="55931" y="45389"/>
                    <a:pt x="55931" y="45377"/>
                  </a:cubicBezTo>
                  <a:close/>
                  <a:moveTo>
                    <a:pt x="65439" y="46795"/>
                  </a:moveTo>
                  <a:lnTo>
                    <a:pt x="65439" y="46820"/>
                  </a:lnTo>
                  <a:lnTo>
                    <a:pt x="65439" y="46845"/>
                  </a:lnTo>
                  <a:cubicBezTo>
                    <a:pt x="65290" y="46970"/>
                    <a:pt x="65140" y="47069"/>
                    <a:pt x="64966" y="47194"/>
                  </a:cubicBezTo>
                  <a:cubicBezTo>
                    <a:pt x="64891" y="47268"/>
                    <a:pt x="64817" y="47318"/>
                    <a:pt x="64717" y="47393"/>
                  </a:cubicBezTo>
                  <a:cubicBezTo>
                    <a:pt x="64692" y="47393"/>
                    <a:pt x="64692" y="47418"/>
                    <a:pt x="64667" y="47418"/>
                  </a:cubicBezTo>
                  <a:cubicBezTo>
                    <a:pt x="64294" y="47691"/>
                    <a:pt x="63945" y="47940"/>
                    <a:pt x="63572" y="48214"/>
                  </a:cubicBezTo>
                  <a:cubicBezTo>
                    <a:pt x="63323" y="48413"/>
                    <a:pt x="63099" y="48587"/>
                    <a:pt x="62850" y="48787"/>
                  </a:cubicBezTo>
                  <a:lnTo>
                    <a:pt x="62825" y="48811"/>
                  </a:lnTo>
                  <a:lnTo>
                    <a:pt x="62751" y="48886"/>
                  </a:lnTo>
                  <a:cubicBezTo>
                    <a:pt x="62726" y="48911"/>
                    <a:pt x="62701" y="48936"/>
                    <a:pt x="62676" y="48936"/>
                  </a:cubicBezTo>
                  <a:cubicBezTo>
                    <a:pt x="62352" y="49185"/>
                    <a:pt x="62004" y="49434"/>
                    <a:pt x="61705" y="49683"/>
                  </a:cubicBezTo>
                  <a:cubicBezTo>
                    <a:pt x="61606" y="49757"/>
                    <a:pt x="61556" y="49807"/>
                    <a:pt x="61456" y="49882"/>
                  </a:cubicBezTo>
                  <a:cubicBezTo>
                    <a:pt x="61431" y="49857"/>
                    <a:pt x="61431" y="49857"/>
                    <a:pt x="61407" y="49857"/>
                  </a:cubicBezTo>
                  <a:cubicBezTo>
                    <a:pt x="61456" y="49782"/>
                    <a:pt x="61506" y="49757"/>
                    <a:pt x="61581" y="49683"/>
                  </a:cubicBezTo>
                  <a:cubicBezTo>
                    <a:pt x="62029" y="49309"/>
                    <a:pt x="62477" y="48986"/>
                    <a:pt x="62950" y="48637"/>
                  </a:cubicBezTo>
                  <a:cubicBezTo>
                    <a:pt x="63174" y="48488"/>
                    <a:pt x="63348" y="48314"/>
                    <a:pt x="63572" y="48164"/>
                  </a:cubicBezTo>
                  <a:cubicBezTo>
                    <a:pt x="64194" y="47691"/>
                    <a:pt x="64817" y="47243"/>
                    <a:pt x="65439" y="46795"/>
                  </a:cubicBezTo>
                  <a:close/>
                  <a:moveTo>
                    <a:pt x="84207" y="48986"/>
                  </a:moveTo>
                  <a:cubicBezTo>
                    <a:pt x="84456" y="49110"/>
                    <a:pt x="84705" y="49185"/>
                    <a:pt x="84954" y="49284"/>
                  </a:cubicBezTo>
                  <a:cubicBezTo>
                    <a:pt x="84978" y="49284"/>
                    <a:pt x="85003" y="49309"/>
                    <a:pt x="85053" y="49309"/>
                  </a:cubicBezTo>
                  <a:cubicBezTo>
                    <a:pt x="85327" y="49434"/>
                    <a:pt x="85626" y="49533"/>
                    <a:pt x="85924" y="49633"/>
                  </a:cubicBezTo>
                  <a:cubicBezTo>
                    <a:pt x="85949" y="49633"/>
                    <a:pt x="85949" y="49633"/>
                    <a:pt x="85974" y="49658"/>
                  </a:cubicBezTo>
                  <a:cubicBezTo>
                    <a:pt x="86248" y="49757"/>
                    <a:pt x="86571" y="49857"/>
                    <a:pt x="86845" y="49932"/>
                  </a:cubicBezTo>
                  <a:lnTo>
                    <a:pt x="86845" y="49981"/>
                  </a:lnTo>
                  <a:lnTo>
                    <a:pt x="86845" y="50006"/>
                  </a:lnTo>
                  <a:cubicBezTo>
                    <a:pt x="86248" y="49857"/>
                    <a:pt x="85675" y="49658"/>
                    <a:pt x="85103" y="49434"/>
                  </a:cubicBezTo>
                  <a:cubicBezTo>
                    <a:pt x="84804" y="49309"/>
                    <a:pt x="84506" y="49185"/>
                    <a:pt x="84207" y="49060"/>
                  </a:cubicBezTo>
                  <a:cubicBezTo>
                    <a:pt x="84232" y="49060"/>
                    <a:pt x="84207" y="49060"/>
                    <a:pt x="84182" y="49011"/>
                  </a:cubicBezTo>
                  <a:cubicBezTo>
                    <a:pt x="84182" y="49011"/>
                    <a:pt x="84182" y="48986"/>
                    <a:pt x="84207" y="48986"/>
                  </a:cubicBezTo>
                  <a:close/>
                  <a:moveTo>
                    <a:pt x="61232" y="49932"/>
                  </a:moveTo>
                  <a:lnTo>
                    <a:pt x="61307" y="50006"/>
                  </a:lnTo>
                  <a:cubicBezTo>
                    <a:pt x="61257" y="50006"/>
                    <a:pt x="61257" y="50031"/>
                    <a:pt x="61232" y="50031"/>
                  </a:cubicBezTo>
                  <a:lnTo>
                    <a:pt x="61207" y="50031"/>
                  </a:lnTo>
                  <a:cubicBezTo>
                    <a:pt x="61207" y="50031"/>
                    <a:pt x="61183" y="50031"/>
                    <a:pt x="61183" y="50006"/>
                  </a:cubicBezTo>
                  <a:lnTo>
                    <a:pt x="61232" y="49932"/>
                  </a:lnTo>
                  <a:close/>
                  <a:moveTo>
                    <a:pt x="65563" y="47019"/>
                  </a:moveTo>
                  <a:cubicBezTo>
                    <a:pt x="65563" y="47069"/>
                    <a:pt x="65588" y="47144"/>
                    <a:pt x="65588" y="47194"/>
                  </a:cubicBezTo>
                  <a:cubicBezTo>
                    <a:pt x="65563" y="47318"/>
                    <a:pt x="65588" y="47418"/>
                    <a:pt x="65638" y="47517"/>
                  </a:cubicBezTo>
                  <a:cubicBezTo>
                    <a:pt x="65663" y="47567"/>
                    <a:pt x="65663" y="47667"/>
                    <a:pt x="65663" y="47741"/>
                  </a:cubicBezTo>
                  <a:cubicBezTo>
                    <a:pt x="64418" y="48438"/>
                    <a:pt x="63149" y="49235"/>
                    <a:pt x="61904" y="50131"/>
                  </a:cubicBezTo>
                  <a:cubicBezTo>
                    <a:pt x="61805" y="50106"/>
                    <a:pt x="61730" y="50031"/>
                    <a:pt x="61680" y="50006"/>
                  </a:cubicBezTo>
                  <a:lnTo>
                    <a:pt x="61655" y="50006"/>
                  </a:lnTo>
                  <a:cubicBezTo>
                    <a:pt x="61730" y="49932"/>
                    <a:pt x="61830" y="49832"/>
                    <a:pt x="61929" y="49782"/>
                  </a:cubicBezTo>
                  <a:cubicBezTo>
                    <a:pt x="62178" y="49558"/>
                    <a:pt x="62452" y="49384"/>
                    <a:pt x="62701" y="49160"/>
                  </a:cubicBezTo>
                  <a:cubicBezTo>
                    <a:pt x="62751" y="49135"/>
                    <a:pt x="62800" y="49110"/>
                    <a:pt x="62850" y="49036"/>
                  </a:cubicBezTo>
                  <a:cubicBezTo>
                    <a:pt x="63174" y="48787"/>
                    <a:pt x="63473" y="48563"/>
                    <a:pt x="63796" y="48314"/>
                  </a:cubicBezTo>
                  <a:cubicBezTo>
                    <a:pt x="64070" y="48090"/>
                    <a:pt x="64369" y="47891"/>
                    <a:pt x="64667" y="47667"/>
                  </a:cubicBezTo>
                  <a:cubicBezTo>
                    <a:pt x="64692" y="47642"/>
                    <a:pt x="64717" y="47592"/>
                    <a:pt x="64792" y="47567"/>
                  </a:cubicBezTo>
                  <a:cubicBezTo>
                    <a:pt x="65041" y="47393"/>
                    <a:pt x="65290" y="47194"/>
                    <a:pt x="65563" y="47019"/>
                  </a:cubicBezTo>
                  <a:close/>
                  <a:moveTo>
                    <a:pt x="71164" y="45650"/>
                  </a:moveTo>
                  <a:lnTo>
                    <a:pt x="71164" y="45650"/>
                  </a:lnTo>
                  <a:cubicBezTo>
                    <a:pt x="70940" y="46024"/>
                    <a:pt x="70790" y="46322"/>
                    <a:pt x="70641" y="46571"/>
                  </a:cubicBezTo>
                  <a:cubicBezTo>
                    <a:pt x="70566" y="46671"/>
                    <a:pt x="70542" y="46770"/>
                    <a:pt x="70517" y="46820"/>
                  </a:cubicBezTo>
                  <a:cubicBezTo>
                    <a:pt x="70442" y="46945"/>
                    <a:pt x="70367" y="47069"/>
                    <a:pt x="70293" y="47194"/>
                  </a:cubicBezTo>
                  <a:cubicBezTo>
                    <a:pt x="70143" y="47393"/>
                    <a:pt x="70019" y="47567"/>
                    <a:pt x="69894" y="47791"/>
                  </a:cubicBezTo>
                  <a:cubicBezTo>
                    <a:pt x="69297" y="48139"/>
                    <a:pt x="68700" y="48488"/>
                    <a:pt x="68152" y="48861"/>
                  </a:cubicBezTo>
                  <a:cubicBezTo>
                    <a:pt x="68028" y="48936"/>
                    <a:pt x="67878" y="49011"/>
                    <a:pt x="67729" y="49110"/>
                  </a:cubicBezTo>
                  <a:cubicBezTo>
                    <a:pt x="67331" y="49359"/>
                    <a:pt x="66907" y="49658"/>
                    <a:pt x="66435" y="49981"/>
                  </a:cubicBezTo>
                  <a:lnTo>
                    <a:pt x="66161" y="50156"/>
                  </a:lnTo>
                  <a:cubicBezTo>
                    <a:pt x="66186" y="50106"/>
                    <a:pt x="66186" y="50031"/>
                    <a:pt x="66186" y="49932"/>
                  </a:cubicBezTo>
                  <a:cubicBezTo>
                    <a:pt x="66211" y="49882"/>
                    <a:pt x="66211" y="49782"/>
                    <a:pt x="66211" y="49732"/>
                  </a:cubicBezTo>
                  <a:cubicBezTo>
                    <a:pt x="66211" y="49658"/>
                    <a:pt x="66211" y="49558"/>
                    <a:pt x="66260" y="49484"/>
                  </a:cubicBezTo>
                  <a:cubicBezTo>
                    <a:pt x="66260" y="49384"/>
                    <a:pt x="66285" y="49309"/>
                    <a:pt x="66285" y="49235"/>
                  </a:cubicBezTo>
                  <a:lnTo>
                    <a:pt x="66285" y="48936"/>
                  </a:lnTo>
                  <a:lnTo>
                    <a:pt x="66285" y="48662"/>
                  </a:lnTo>
                  <a:cubicBezTo>
                    <a:pt x="66285" y="48563"/>
                    <a:pt x="66260" y="48488"/>
                    <a:pt x="66260" y="48388"/>
                  </a:cubicBezTo>
                  <a:cubicBezTo>
                    <a:pt x="66260" y="48289"/>
                    <a:pt x="66211" y="48164"/>
                    <a:pt x="66211" y="48065"/>
                  </a:cubicBezTo>
                  <a:cubicBezTo>
                    <a:pt x="66211" y="48040"/>
                    <a:pt x="66211" y="48015"/>
                    <a:pt x="66186" y="47940"/>
                  </a:cubicBezTo>
                  <a:cubicBezTo>
                    <a:pt x="67878" y="47019"/>
                    <a:pt x="69546" y="46248"/>
                    <a:pt x="71164" y="45650"/>
                  </a:cubicBezTo>
                  <a:close/>
                  <a:moveTo>
                    <a:pt x="97250" y="48289"/>
                  </a:moveTo>
                  <a:cubicBezTo>
                    <a:pt x="97548" y="48911"/>
                    <a:pt x="97797" y="49558"/>
                    <a:pt x="97996" y="50255"/>
                  </a:cubicBezTo>
                  <a:lnTo>
                    <a:pt x="97947" y="50255"/>
                  </a:lnTo>
                  <a:cubicBezTo>
                    <a:pt x="97772" y="49558"/>
                    <a:pt x="97524" y="48936"/>
                    <a:pt x="97200" y="48363"/>
                  </a:cubicBezTo>
                  <a:cubicBezTo>
                    <a:pt x="97200" y="48314"/>
                    <a:pt x="97250" y="48289"/>
                    <a:pt x="97250" y="48289"/>
                  </a:cubicBezTo>
                  <a:close/>
                  <a:moveTo>
                    <a:pt x="105265" y="40448"/>
                  </a:moveTo>
                  <a:cubicBezTo>
                    <a:pt x="105290" y="40448"/>
                    <a:pt x="105364" y="40473"/>
                    <a:pt x="105464" y="40548"/>
                  </a:cubicBezTo>
                  <a:cubicBezTo>
                    <a:pt x="105713" y="40821"/>
                    <a:pt x="105962" y="41095"/>
                    <a:pt x="106161" y="41419"/>
                  </a:cubicBezTo>
                  <a:cubicBezTo>
                    <a:pt x="106235" y="41518"/>
                    <a:pt x="106285" y="41568"/>
                    <a:pt x="106360" y="41668"/>
                  </a:cubicBezTo>
                  <a:cubicBezTo>
                    <a:pt x="106609" y="42041"/>
                    <a:pt x="106858" y="42439"/>
                    <a:pt x="107107" y="42838"/>
                  </a:cubicBezTo>
                  <a:cubicBezTo>
                    <a:pt x="107156" y="42937"/>
                    <a:pt x="107206" y="43037"/>
                    <a:pt x="107256" y="43136"/>
                  </a:cubicBezTo>
                  <a:cubicBezTo>
                    <a:pt x="107455" y="43460"/>
                    <a:pt x="107604" y="43808"/>
                    <a:pt x="107754" y="44182"/>
                  </a:cubicBezTo>
                  <a:cubicBezTo>
                    <a:pt x="107779" y="44256"/>
                    <a:pt x="107779" y="44281"/>
                    <a:pt x="107828" y="44331"/>
                  </a:cubicBezTo>
                  <a:lnTo>
                    <a:pt x="107903" y="44630"/>
                  </a:lnTo>
                  <a:cubicBezTo>
                    <a:pt x="108077" y="45028"/>
                    <a:pt x="108202" y="45401"/>
                    <a:pt x="108326" y="45825"/>
                  </a:cubicBezTo>
                  <a:cubicBezTo>
                    <a:pt x="108351" y="45899"/>
                    <a:pt x="108351" y="45949"/>
                    <a:pt x="108376" y="46024"/>
                  </a:cubicBezTo>
                  <a:cubicBezTo>
                    <a:pt x="108077" y="46248"/>
                    <a:pt x="107754" y="46422"/>
                    <a:pt x="107480" y="46621"/>
                  </a:cubicBezTo>
                  <a:cubicBezTo>
                    <a:pt x="107256" y="46770"/>
                    <a:pt x="107032" y="46895"/>
                    <a:pt x="106833" y="47044"/>
                  </a:cubicBezTo>
                  <a:cubicBezTo>
                    <a:pt x="106484" y="47243"/>
                    <a:pt x="106136" y="47418"/>
                    <a:pt x="105837" y="47617"/>
                  </a:cubicBezTo>
                  <a:cubicBezTo>
                    <a:pt x="105588" y="47741"/>
                    <a:pt x="105339" y="47891"/>
                    <a:pt x="105090" y="48015"/>
                  </a:cubicBezTo>
                  <a:cubicBezTo>
                    <a:pt x="104742" y="48164"/>
                    <a:pt x="104418" y="48314"/>
                    <a:pt x="104095" y="48438"/>
                  </a:cubicBezTo>
                  <a:cubicBezTo>
                    <a:pt x="103796" y="48563"/>
                    <a:pt x="103547" y="48687"/>
                    <a:pt x="103273" y="48811"/>
                  </a:cubicBezTo>
                  <a:cubicBezTo>
                    <a:pt x="102975" y="48936"/>
                    <a:pt x="102626" y="49060"/>
                    <a:pt x="102303" y="49160"/>
                  </a:cubicBezTo>
                  <a:cubicBezTo>
                    <a:pt x="102004" y="49260"/>
                    <a:pt x="101730" y="49384"/>
                    <a:pt x="101407" y="49484"/>
                  </a:cubicBezTo>
                  <a:cubicBezTo>
                    <a:pt x="101133" y="49558"/>
                    <a:pt x="100859" y="49633"/>
                    <a:pt x="100560" y="49732"/>
                  </a:cubicBezTo>
                  <a:cubicBezTo>
                    <a:pt x="100535" y="49732"/>
                    <a:pt x="100535" y="49732"/>
                    <a:pt x="100510" y="49757"/>
                  </a:cubicBezTo>
                  <a:lnTo>
                    <a:pt x="100486" y="49757"/>
                  </a:lnTo>
                  <a:cubicBezTo>
                    <a:pt x="100162" y="49857"/>
                    <a:pt x="99863" y="49932"/>
                    <a:pt x="99515" y="50006"/>
                  </a:cubicBezTo>
                  <a:cubicBezTo>
                    <a:pt x="99141" y="50106"/>
                    <a:pt x="98793" y="50156"/>
                    <a:pt x="98420" y="50230"/>
                  </a:cubicBezTo>
                  <a:cubicBezTo>
                    <a:pt x="98395" y="50230"/>
                    <a:pt x="98370" y="50230"/>
                    <a:pt x="98295" y="50255"/>
                  </a:cubicBezTo>
                  <a:cubicBezTo>
                    <a:pt x="98071" y="49484"/>
                    <a:pt x="97797" y="48762"/>
                    <a:pt x="97449" y="48115"/>
                  </a:cubicBezTo>
                  <a:cubicBezTo>
                    <a:pt x="98046" y="46994"/>
                    <a:pt x="98619" y="45874"/>
                    <a:pt x="99166" y="44754"/>
                  </a:cubicBezTo>
                  <a:cubicBezTo>
                    <a:pt x="99291" y="44680"/>
                    <a:pt x="99415" y="44630"/>
                    <a:pt x="99515" y="44555"/>
                  </a:cubicBezTo>
                  <a:cubicBezTo>
                    <a:pt x="99614" y="44505"/>
                    <a:pt x="99739" y="44456"/>
                    <a:pt x="99814" y="44406"/>
                  </a:cubicBezTo>
                  <a:lnTo>
                    <a:pt x="100486" y="44032"/>
                  </a:lnTo>
                  <a:cubicBezTo>
                    <a:pt x="100610" y="43958"/>
                    <a:pt x="100735" y="43908"/>
                    <a:pt x="100809" y="43833"/>
                  </a:cubicBezTo>
                  <a:cubicBezTo>
                    <a:pt x="101008" y="43709"/>
                    <a:pt x="101232" y="43584"/>
                    <a:pt x="101407" y="43460"/>
                  </a:cubicBezTo>
                  <a:cubicBezTo>
                    <a:pt x="101531" y="43385"/>
                    <a:pt x="101655" y="43311"/>
                    <a:pt x="101780" y="43211"/>
                  </a:cubicBezTo>
                  <a:cubicBezTo>
                    <a:pt x="101979" y="43087"/>
                    <a:pt x="102153" y="42962"/>
                    <a:pt x="102303" y="42838"/>
                  </a:cubicBezTo>
                  <a:cubicBezTo>
                    <a:pt x="102427" y="42763"/>
                    <a:pt x="102601" y="42663"/>
                    <a:pt x="102726" y="42564"/>
                  </a:cubicBezTo>
                  <a:cubicBezTo>
                    <a:pt x="102875" y="42439"/>
                    <a:pt x="103049" y="42315"/>
                    <a:pt x="103224" y="42190"/>
                  </a:cubicBezTo>
                  <a:cubicBezTo>
                    <a:pt x="103373" y="42066"/>
                    <a:pt x="103497" y="41966"/>
                    <a:pt x="103647" y="41842"/>
                  </a:cubicBezTo>
                  <a:cubicBezTo>
                    <a:pt x="103796" y="41718"/>
                    <a:pt x="103970" y="41593"/>
                    <a:pt x="104095" y="41469"/>
                  </a:cubicBezTo>
                  <a:lnTo>
                    <a:pt x="104543" y="41095"/>
                  </a:lnTo>
                  <a:cubicBezTo>
                    <a:pt x="104717" y="40971"/>
                    <a:pt x="104842" y="40846"/>
                    <a:pt x="104966" y="40722"/>
                  </a:cubicBezTo>
                  <a:cubicBezTo>
                    <a:pt x="105041" y="40647"/>
                    <a:pt x="105165" y="40548"/>
                    <a:pt x="105265" y="40448"/>
                  </a:cubicBezTo>
                  <a:close/>
                  <a:moveTo>
                    <a:pt x="61506" y="50131"/>
                  </a:moveTo>
                  <a:cubicBezTo>
                    <a:pt x="61556" y="50156"/>
                    <a:pt x="61581" y="50156"/>
                    <a:pt x="61606" y="50180"/>
                  </a:cubicBezTo>
                  <a:cubicBezTo>
                    <a:pt x="61606" y="50180"/>
                    <a:pt x="61680" y="50230"/>
                    <a:pt x="61705" y="50280"/>
                  </a:cubicBezTo>
                  <a:cubicBezTo>
                    <a:pt x="61606" y="50255"/>
                    <a:pt x="61506" y="50230"/>
                    <a:pt x="61456" y="50156"/>
                  </a:cubicBezTo>
                  <a:cubicBezTo>
                    <a:pt x="61481" y="50156"/>
                    <a:pt x="61481" y="50131"/>
                    <a:pt x="61506" y="50131"/>
                  </a:cubicBezTo>
                  <a:close/>
                  <a:moveTo>
                    <a:pt x="65688" y="47940"/>
                  </a:moveTo>
                  <a:lnTo>
                    <a:pt x="65688" y="48015"/>
                  </a:lnTo>
                  <a:cubicBezTo>
                    <a:pt x="64518" y="48687"/>
                    <a:pt x="63323" y="49434"/>
                    <a:pt x="62128" y="50280"/>
                  </a:cubicBezTo>
                  <a:cubicBezTo>
                    <a:pt x="62103" y="50280"/>
                    <a:pt x="62103" y="50255"/>
                    <a:pt x="62079" y="50255"/>
                  </a:cubicBezTo>
                  <a:cubicBezTo>
                    <a:pt x="63298" y="49409"/>
                    <a:pt x="64518" y="48637"/>
                    <a:pt x="65688" y="47940"/>
                  </a:cubicBezTo>
                  <a:close/>
                  <a:moveTo>
                    <a:pt x="65987" y="48065"/>
                  </a:moveTo>
                  <a:cubicBezTo>
                    <a:pt x="65987" y="48164"/>
                    <a:pt x="66036" y="48264"/>
                    <a:pt x="66036" y="48363"/>
                  </a:cubicBezTo>
                  <a:cubicBezTo>
                    <a:pt x="66036" y="48488"/>
                    <a:pt x="66061" y="48563"/>
                    <a:pt x="66061" y="48687"/>
                  </a:cubicBezTo>
                  <a:lnTo>
                    <a:pt x="66061" y="48911"/>
                  </a:lnTo>
                  <a:lnTo>
                    <a:pt x="66061" y="49210"/>
                  </a:lnTo>
                  <a:lnTo>
                    <a:pt x="66061" y="49434"/>
                  </a:lnTo>
                  <a:cubicBezTo>
                    <a:pt x="66061" y="49533"/>
                    <a:pt x="66061" y="49633"/>
                    <a:pt x="66036" y="49708"/>
                  </a:cubicBezTo>
                  <a:cubicBezTo>
                    <a:pt x="66036" y="49782"/>
                    <a:pt x="65987" y="49832"/>
                    <a:pt x="65987" y="49932"/>
                  </a:cubicBezTo>
                  <a:cubicBezTo>
                    <a:pt x="65987" y="50006"/>
                    <a:pt x="65962" y="50081"/>
                    <a:pt x="65962" y="50156"/>
                  </a:cubicBezTo>
                  <a:cubicBezTo>
                    <a:pt x="65937" y="50255"/>
                    <a:pt x="65912" y="50305"/>
                    <a:pt x="65862" y="50380"/>
                  </a:cubicBezTo>
                  <a:cubicBezTo>
                    <a:pt x="65862" y="50380"/>
                    <a:pt x="65862" y="50405"/>
                    <a:pt x="65837" y="50405"/>
                  </a:cubicBezTo>
                  <a:cubicBezTo>
                    <a:pt x="65812" y="50429"/>
                    <a:pt x="65787" y="50429"/>
                    <a:pt x="65738" y="50454"/>
                  </a:cubicBezTo>
                  <a:cubicBezTo>
                    <a:pt x="65738" y="50429"/>
                    <a:pt x="65787" y="50405"/>
                    <a:pt x="65787" y="50380"/>
                  </a:cubicBezTo>
                  <a:cubicBezTo>
                    <a:pt x="65812" y="50255"/>
                    <a:pt x="65837" y="50180"/>
                    <a:pt x="65862" y="50106"/>
                  </a:cubicBezTo>
                  <a:cubicBezTo>
                    <a:pt x="65862" y="50031"/>
                    <a:pt x="65912" y="50006"/>
                    <a:pt x="65912" y="49932"/>
                  </a:cubicBezTo>
                  <a:cubicBezTo>
                    <a:pt x="65937" y="49857"/>
                    <a:pt x="65937" y="49782"/>
                    <a:pt x="65962" y="49683"/>
                  </a:cubicBezTo>
                  <a:lnTo>
                    <a:pt x="65962" y="49484"/>
                  </a:lnTo>
                  <a:cubicBezTo>
                    <a:pt x="65962" y="49384"/>
                    <a:pt x="65962" y="49284"/>
                    <a:pt x="66011" y="49185"/>
                  </a:cubicBezTo>
                  <a:lnTo>
                    <a:pt x="66011" y="48936"/>
                  </a:lnTo>
                  <a:lnTo>
                    <a:pt x="66011" y="48662"/>
                  </a:lnTo>
                  <a:cubicBezTo>
                    <a:pt x="66011" y="48563"/>
                    <a:pt x="65962" y="48488"/>
                    <a:pt x="65962" y="48388"/>
                  </a:cubicBezTo>
                  <a:cubicBezTo>
                    <a:pt x="65962" y="48289"/>
                    <a:pt x="65937" y="48189"/>
                    <a:pt x="65937" y="48090"/>
                  </a:cubicBezTo>
                  <a:cubicBezTo>
                    <a:pt x="65962" y="48090"/>
                    <a:pt x="65962" y="48065"/>
                    <a:pt x="65987" y="48065"/>
                  </a:cubicBezTo>
                  <a:close/>
                  <a:moveTo>
                    <a:pt x="97100" y="48538"/>
                  </a:moveTo>
                  <a:cubicBezTo>
                    <a:pt x="97374" y="49110"/>
                    <a:pt x="97573" y="49658"/>
                    <a:pt x="97772" y="50280"/>
                  </a:cubicBezTo>
                  <a:cubicBezTo>
                    <a:pt x="97673" y="50305"/>
                    <a:pt x="97548" y="50355"/>
                    <a:pt x="97449" y="50355"/>
                  </a:cubicBezTo>
                  <a:cubicBezTo>
                    <a:pt x="97001" y="50405"/>
                    <a:pt x="96478" y="50479"/>
                    <a:pt x="96030" y="50504"/>
                  </a:cubicBezTo>
                  <a:cubicBezTo>
                    <a:pt x="96403" y="49857"/>
                    <a:pt x="96777" y="49185"/>
                    <a:pt x="97100" y="48538"/>
                  </a:cubicBezTo>
                  <a:close/>
                  <a:moveTo>
                    <a:pt x="108401" y="46273"/>
                  </a:moveTo>
                  <a:lnTo>
                    <a:pt x="108401" y="46298"/>
                  </a:lnTo>
                  <a:lnTo>
                    <a:pt x="108401" y="46322"/>
                  </a:lnTo>
                  <a:cubicBezTo>
                    <a:pt x="108152" y="46522"/>
                    <a:pt x="107878" y="46671"/>
                    <a:pt x="107629" y="46820"/>
                  </a:cubicBezTo>
                  <a:cubicBezTo>
                    <a:pt x="107380" y="46994"/>
                    <a:pt x="107132" y="47169"/>
                    <a:pt x="106858" y="47318"/>
                  </a:cubicBezTo>
                  <a:cubicBezTo>
                    <a:pt x="106584" y="47492"/>
                    <a:pt x="106260" y="47642"/>
                    <a:pt x="105987" y="47791"/>
                  </a:cubicBezTo>
                  <a:cubicBezTo>
                    <a:pt x="105713" y="47940"/>
                    <a:pt x="105389" y="48115"/>
                    <a:pt x="105115" y="48264"/>
                  </a:cubicBezTo>
                  <a:cubicBezTo>
                    <a:pt x="104842" y="48388"/>
                    <a:pt x="104543" y="48513"/>
                    <a:pt x="104294" y="48637"/>
                  </a:cubicBezTo>
                  <a:cubicBezTo>
                    <a:pt x="103945" y="48787"/>
                    <a:pt x="103647" y="48936"/>
                    <a:pt x="103298" y="49060"/>
                  </a:cubicBezTo>
                  <a:lnTo>
                    <a:pt x="102552" y="49359"/>
                  </a:lnTo>
                  <a:cubicBezTo>
                    <a:pt x="102178" y="49484"/>
                    <a:pt x="101805" y="49633"/>
                    <a:pt x="101431" y="49757"/>
                  </a:cubicBezTo>
                  <a:cubicBezTo>
                    <a:pt x="101183" y="49807"/>
                    <a:pt x="100934" y="49882"/>
                    <a:pt x="100735" y="49932"/>
                  </a:cubicBezTo>
                  <a:cubicBezTo>
                    <a:pt x="100311" y="50056"/>
                    <a:pt x="99913" y="50180"/>
                    <a:pt x="99515" y="50280"/>
                  </a:cubicBezTo>
                  <a:cubicBezTo>
                    <a:pt x="99266" y="50355"/>
                    <a:pt x="99017" y="50380"/>
                    <a:pt x="98743" y="50429"/>
                  </a:cubicBezTo>
                  <a:cubicBezTo>
                    <a:pt x="98619" y="50479"/>
                    <a:pt x="98445" y="50504"/>
                    <a:pt x="98320" y="50529"/>
                  </a:cubicBezTo>
                  <a:lnTo>
                    <a:pt x="98270" y="50405"/>
                  </a:lnTo>
                  <a:cubicBezTo>
                    <a:pt x="98320" y="50405"/>
                    <a:pt x="98370" y="50380"/>
                    <a:pt x="98420" y="50380"/>
                  </a:cubicBezTo>
                  <a:cubicBezTo>
                    <a:pt x="98445" y="50380"/>
                    <a:pt x="98519" y="50355"/>
                    <a:pt x="98544" y="50355"/>
                  </a:cubicBezTo>
                  <a:cubicBezTo>
                    <a:pt x="98868" y="50280"/>
                    <a:pt x="99166" y="50255"/>
                    <a:pt x="99490" y="50156"/>
                  </a:cubicBezTo>
                  <a:cubicBezTo>
                    <a:pt x="99565" y="50131"/>
                    <a:pt x="99664" y="50106"/>
                    <a:pt x="99739" y="50106"/>
                  </a:cubicBezTo>
                  <a:cubicBezTo>
                    <a:pt x="99938" y="50031"/>
                    <a:pt x="100137" y="49981"/>
                    <a:pt x="100361" y="49907"/>
                  </a:cubicBezTo>
                  <a:lnTo>
                    <a:pt x="100386" y="49907"/>
                  </a:lnTo>
                  <a:cubicBezTo>
                    <a:pt x="100411" y="49907"/>
                    <a:pt x="100486" y="49882"/>
                    <a:pt x="100510" y="49882"/>
                  </a:cubicBezTo>
                  <a:cubicBezTo>
                    <a:pt x="100560" y="49857"/>
                    <a:pt x="100635" y="49857"/>
                    <a:pt x="100685" y="49807"/>
                  </a:cubicBezTo>
                  <a:cubicBezTo>
                    <a:pt x="100934" y="49757"/>
                    <a:pt x="101183" y="49683"/>
                    <a:pt x="101407" y="49633"/>
                  </a:cubicBezTo>
                  <a:cubicBezTo>
                    <a:pt x="101680" y="49533"/>
                    <a:pt x="101929" y="49434"/>
                    <a:pt x="102228" y="49359"/>
                  </a:cubicBezTo>
                  <a:cubicBezTo>
                    <a:pt x="102253" y="49359"/>
                    <a:pt x="102278" y="49309"/>
                    <a:pt x="102303" y="49309"/>
                  </a:cubicBezTo>
                  <a:cubicBezTo>
                    <a:pt x="102651" y="49185"/>
                    <a:pt x="102975" y="49110"/>
                    <a:pt x="103298" y="48986"/>
                  </a:cubicBezTo>
                  <a:cubicBezTo>
                    <a:pt x="103497" y="48911"/>
                    <a:pt x="103647" y="48811"/>
                    <a:pt x="103796" y="48762"/>
                  </a:cubicBezTo>
                  <a:cubicBezTo>
                    <a:pt x="103871" y="48737"/>
                    <a:pt x="103970" y="48687"/>
                    <a:pt x="104020" y="48662"/>
                  </a:cubicBezTo>
                  <a:cubicBezTo>
                    <a:pt x="104045" y="48637"/>
                    <a:pt x="104120" y="48637"/>
                    <a:pt x="104145" y="48612"/>
                  </a:cubicBezTo>
                  <a:cubicBezTo>
                    <a:pt x="104169" y="48612"/>
                    <a:pt x="104219" y="48563"/>
                    <a:pt x="104244" y="48563"/>
                  </a:cubicBezTo>
                  <a:cubicBezTo>
                    <a:pt x="104518" y="48438"/>
                    <a:pt x="104842" y="48314"/>
                    <a:pt x="105115" y="48189"/>
                  </a:cubicBezTo>
                  <a:cubicBezTo>
                    <a:pt x="105339" y="48115"/>
                    <a:pt x="105538" y="47940"/>
                    <a:pt x="105763" y="47866"/>
                  </a:cubicBezTo>
                  <a:cubicBezTo>
                    <a:pt x="105837" y="47816"/>
                    <a:pt x="105862" y="47791"/>
                    <a:pt x="105912" y="47766"/>
                  </a:cubicBezTo>
                  <a:cubicBezTo>
                    <a:pt x="105962" y="47766"/>
                    <a:pt x="105962" y="47741"/>
                    <a:pt x="105987" y="47741"/>
                  </a:cubicBezTo>
                  <a:cubicBezTo>
                    <a:pt x="106161" y="47642"/>
                    <a:pt x="106385" y="47517"/>
                    <a:pt x="106584" y="47418"/>
                  </a:cubicBezTo>
                  <a:cubicBezTo>
                    <a:pt x="106659" y="47368"/>
                    <a:pt x="106783" y="47318"/>
                    <a:pt x="106883" y="47268"/>
                  </a:cubicBezTo>
                  <a:cubicBezTo>
                    <a:pt x="107082" y="47144"/>
                    <a:pt x="107256" y="47019"/>
                    <a:pt x="107480" y="46895"/>
                  </a:cubicBezTo>
                  <a:cubicBezTo>
                    <a:pt x="107530" y="46870"/>
                    <a:pt x="107604" y="46795"/>
                    <a:pt x="107654" y="46770"/>
                  </a:cubicBezTo>
                  <a:cubicBezTo>
                    <a:pt x="107903" y="46621"/>
                    <a:pt x="108152" y="46447"/>
                    <a:pt x="108401" y="46273"/>
                  </a:cubicBezTo>
                  <a:close/>
                  <a:moveTo>
                    <a:pt x="97026" y="48289"/>
                  </a:moveTo>
                  <a:cubicBezTo>
                    <a:pt x="97026" y="48314"/>
                    <a:pt x="97051" y="48363"/>
                    <a:pt x="97051" y="48363"/>
                  </a:cubicBezTo>
                  <a:cubicBezTo>
                    <a:pt x="96627" y="49060"/>
                    <a:pt x="96204" y="49807"/>
                    <a:pt x="95806" y="50554"/>
                  </a:cubicBezTo>
                  <a:lnTo>
                    <a:pt x="95756" y="50554"/>
                  </a:lnTo>
                  <a:cubicBezTo>
                    <a:pt x="96179" y="49807"/>
                    <a:pt x="96627" y="49036"/>
                    <a:pt x="97026" y="48289"/>
                  </a:cubicBezTo>
                  <a:close/>
                  <a:moveTo>
                    <a:pt x="69646" y="48239"/>
                  </a:moveTo>
                  <a:cubicBezTo>
                    <a:pt x="69646" y="48264"/>
                    <a:pt x="69621" y="48264"/>
                    <a:pt x="69621" y="48289"/>
                  </a:cubicBezTo>
                  <a:cubicBezTo>
                    <a:pt x="69496" y="48363"/>
                    <a:pt x="69372" y="48438"/>
                    <a:pt x="69247" y="48513"/>
                  </a:cubicBezTo>
                  <a:cubicBezTo>
                    <a:pt x="69197" y="48513"/>
                    <a:pt x="69197" y="48538"/>
                    <a:pt x="69173" y="48538"/>
                  </a:cubicBezTo>
                  <a:cubicBezTo>
                    <a:pt x="68077" y="49160"/>
                    <a:pt x="67032" y="49882"/>
                    <a:pt x="65937" y="50629"/>
                  </a:cubicBezTo>
                  <a:lnTo>
                    <a:pt x="65962" y="50604"/>
                  </a:lnTo>
                  <a:lnTo>
                    <a:pt x="65962" y="50554"/>
                  </a:lnTo>
                  <a:cubicBezTo>
                    <a:pt x="66708" y="50031"/>
                    <a:pt x="67704" y="49384"/>
                    <a:pt x="68650" y="48811"/>
                  </a:cubicBezTo>
                  <a:cubicBezTo>
                    <a:pt x="68774" y="48762"/>
                    <a:pt x="68874" y="48687"/>
                    <a:pt x="68998" y="48637"/>
                  </a:cubicBezTo>
                  <a:lnTo>
                    <a:pt x="69073" y="48563"/>
                  </a:lnTo>
                  <a:cubicBezTo>
                    <a:pt x="69272" y="48488"/>
                    <a:pt x="69446" y="48363"/>
                    <a:pt x="69646" y="48239"/>
                  </a:cubicBezTo>
                  <a:close/>
                  <a:moveTo>
                    <a:pt x="95408" y="46173"/>
                  </a:moveTo>
                  <a:cubicBezTo>
                    <a:pt x="96030" y="46696"/>
                    <a:pt x="96503" y="47368"/>
                    <a:pt x="96901" y="48065"/>
                  </a:cubicBezTo>
                  <a:cubicBezTo>
                    <a:pt x="96453" y="48911"/>
                    <a:pt x="96005" y="49757"/>
                    <a:pt x="95507" y="50554"/>
                  </a:cubicBezTo>
                  <a:lnTo>
                    <a:pt x="95458" y="50554"/>
                  </a:lnTo>
                  <a:cubicBezTo>
                    <a:pt x="94810" y="50629"/>
                    <a:pt x="94138" y="50653"/>
                    <a:pt x="93466" y="50653"/>
                  </a:cubicBezTo>
                  <a:cubicBezTo>
                    <a:pt x="92968" y="50653"/>
                    <a:pt x="92471" y="50629"/>
                    <a:pt x="91973" y="50604"/>
                  </a:cubicBezTo>
                  <a:lnTo>
                    <a:pt x="91649" y="50604"/>
                  </a:lnTo>
                  <a:cubicBezTo>
                    <a:pt x="91151" y="50554"/>
                    <a:pt x="90654" y="50504"/>
                    <a:pt x="90181" y="50429"/>
                  </a:cubicBezTo>
                  <a:lnTo>
                    <a:pt x="90081" y="50429"/>
                  </a:lnTo>
                  <a:cubicBezTo>
                    <a:pt x="89733" y="50405"/>
                    <a:pt x="89434" y="50355"/>
                    <a:pt x="89085" y="50280"/>
                  </a:cubicBezTo>
                  <a:cubicBezTo>
                    <a:pt x="88986" y="50255"/>
                    <a:pt x="88911" y="50255"/>
                    <a:pt x="88812" y="50230"/>
                  </a:cubicBezTo>
                  <a:cubicBezTo>
                    <a:pt x="88563" y="50156"/>
                    <a:pt x="88314" y="50131"/>
                    <a:pt x="88065" y="50056"/>
                  </a:cubicBezTo>
                  <a:lnTo>
                    <a:pt x="87990" y="50056"/>
                  </a:lnTo>
                  <a:lnTo>
                    <a:pt x="87617" y="49981"/>
                  </a:lnTo>
                  <a:cubicBezTo>
                    <a:pt x="87542" y="49932"/>
                    <a:pt x="87418" y="49907"/>
                    <a:pt x="87318" y="49882"/>
                  </a:cubicBezTo>
                  <a:cubicBezTo>
                    <a:pt x="86995" y="48687"/>
                    <a:pt x="86472" y="47667"/>
                    <a:pt x="85750" y="46820"/>
                  </a:cubicBezTo>
                  <a:lnTo>
                    <a:pt x="85825" y="46820"/>
                  </a:lnTo>
                  <a:cubicBezTo>
                    <a:pt x="85924" y="46870"/>
                    <a:pt x="85999" y="46870"/>
                    <a:pt x="86099" y="46895"/>
                  </a:cubicBezTo>
                  <a:cubicBezTo>
                    <a:pt x="86497" y="46945"/>
                    <a:pt x="86870" y="46994"/>
                    <a:pt x="87293" y="47044"/>
                  </a:cubicBezTo>
                  <a:cubicBezTo>
                    <a:pt x="87368" y="47044"/>
                    <a:pt x="87492" y="47069"/>
                    <a:pt x="87592" y="47069"/>
                  </a:cubicBezTo>
                  <a:cubicBezTo>
                    <a:pt x="88090" y="47094"/>
                    <a:pt x="88588" y="47144"/>
                    <a:pt x="89085" y="47144"/>
                  </a:cubicBezTo>
                  <a:cubicBezTo>
                    <a:pt x="89733" y="47144"/>
                    <a:pt x="90405" y="47094"/>
                    <a:pt x="91027" y="47044"/>
                  </a:cubicBezTo>
                  <a:cubicBezTo>
                    <a:pt x="91077" y="47044"/>
                    <a:pt x="91176" y="47044"/>
                    <a:pt x="91226" y="47019"/>
                  </a:cubicBezTo>
                  <a:lnTo>
                    <a:pt x="92072" y="46920"/>
                  </a:lnTo>
                  <a:cubicBezTo>
                    <a:pt x="92172" y="46920"/>
                    <a:pt x="92222" y="46895"/>
                    <a:pt x="92321" y="46895"/>
                  </a:cubicBezTo>
                  <a:cubicBezTo>
                    <a:pt x="92595" y="46845"/>
                    <a:pt x="92894" y="46795"/>
                    <a:pt x="93168" y="46721"/>
                  </a:cubicBezTo>
                  <a:cubicBezTo>
                    <a:pt x="93217" y="46721"/>
                    <a:pt x="93317" y="46696"/>
                    <a:pt x="93392" y="46696"/>
                  </a:cubicBezTo>
                  <a:lnTo>
                    <a:pt x="94213" y="46522"/>
                  </a:lnTo>
                  <a:cubicBezTo>
                    <a:pt x="94288" y="46472"/>
                    <a:pt x="94387" y="46472"/>
                    <a:pt x="94437" y="46447"/>
                  </a:cubicBezTo>
                  <a:cubicBezTo>
                    <a:pt x="94711" y="46397"/>
                    <a:pt x="95010" y="46298"/>
                    <a:pt x="95283" y="46198"/>
                  </a:cubicBezTo>
                  <a:cubicBezTo>
                    <a:pt x="95308" y="46198"/>
                    <a:pt x="95333" y="46173"/>
                    <a:pt x="95408" y="46173"/>
                  </a:cubicBezTo>
                  <a:close/>
                  <a:moveTo>
                    <a:pt x="97797" y="50529"/>
                  </a:moveTo>
                  <a:lnTo>
                    <a:pt x="97797" y="50554"/>
                  </a:lnTo>
                  <a:lnTo>
                    <a:pt x="97797" y="50604"/>
                  </a:lnTo>
                  <a:cubicBezTo>
                    <a:pt x="97673" y="50629"/>
                    <a:pt x="97548" y="50653"/>
                    <a:pt x="97424" y="50653"/>
                  </a:cubicBezTo>
                  <a:cubicBezTo>
                    <a:pt x="97150" y="50678"/>
                    <a:pt x="96876" y="50728"/>
                    <a:pt x="96553" y="50753"/>
                  </a:cubicBezTo>
                  <a:cubicBezTo>
                    <a:pt x="96379" y="50753"/>
                    <a:pt x="96130" y="50778"/>
                    <a:pt x="95881" y="50778"/>
                  </a:cubicBezTo>
                  <a:lnTo>
                    <a:pt x="95906" y="50753"/>
                  </a:lnTo>
                  <a:cubicBezTo>
                    <a:pt x="96030" y="50753"/>
                    <a:pt x="96130" y="50728"/>
                    <a:pt x="96254" y="50728"/>
                  </a:cubicBezTo>
                  <a:lnTo>
                    <a:pt x="96379" y="50728"/>
                  </a:lnTo>
                  <a:cubicBezTo>
                    <a:pt x="96752" y="50678"/>
                    <a:pt x="97125" y="50653"/>
                    <a:pt x="97499" y="50604"/>
                  </a:cubicBezTo>
                  <a:lnTo>
                    <a:pt x="97524" y="50604"/>
                  </a:lnTo>
                  <a:cubicBezTo>
                    <a:pt x="97623" y="50554"/>
                    <a:pt x="97698" y="50554"/>
                    <a:pt x="97797" y="50529"/>
                  </a:cubicBezTo>
                  <a:close/>
                  <a:moveTo>
                    <a:pt x="95682" y="50753"/>
                  </a:moveTo>
                  <a:cubicBezTo>
                    <a:pt x="95682" y="50753"/>
                    <a:pt x="95682" y="50778"/>
                    <a:pt x="95657" y="50778"/>
                  </a:cubicBezTo>
                  <a:lnTo>
                    <a:pt x="95657" y="50803"/>
                  </a:lnTo>
                  <a:lnTo>
                    <a:pt x="95582" y="50803"/>
                  </a:lnTo>
                  <a:cubicBezTo>
                    <a:pt x="95582" y="50803"/>
                    <a:pt x="95582" y="50778"/>
                    <a:pt x="95632" y="50778"/>
                  </a:cubicBezTo>
                  <a:cubicBezTo>
                    <a:pt x="95632" y="50778"/>
                    <a:pt x="95632" y="50753"/>
                    <a:pt x="95657" y="50753"/>
                  </a:cubicBezTo>
                  <a:close/>
                  <a:moveTo>
                    <a:pt x="65613" y="50778"/>
                  </a:moveTo>
                  <a:cubicBezTo>
                    <a:pt x="65588" y="50803"/>
                    <a:pt x="65563" y="50853"/>
                    <a:pt x="65514" y="50853"/>
                  </a:cubicBezTo>
                  <a:cubicBezTo>
                    <a:pt x="65538" y="50803"/>
                    <a:pt x="65563" y="50778"/>
                    <a:pt x="65613" y="50778"/>
                  </a:cubicBezTo>
                  <a:close/>
                  <a:moveTo>
                    <a:pt x="87368" y="50056"/>
                  </a:moveTo>
                  <a:cubicBezTo>
                    <a:pt x="87542" y="50106"/>
                    <a:pt x="87692" y="50156"/>
                    <a:pt x="87841" y="50180"/>
                  </a:cubicBezTo>
                  <a:cubicBezTo>
                    <a:pt x="87916" y="50180"/>
                    <a:pt x="87940" y="50230"/>
                    <a:pt x="87990" y="50230"/>
                  </a:cubicBezTo>
                  <a:cubicBezTo>
                    <a:pt x="88339" y="50305"/>
                    <a:pt x="88712" y="50380"/>
                    <a:pt x="89061" y="50429"/>
                  </a:cubicBezTo>
                  <a:cubicBezTo>
                    <a:pt x="89110" y="50429"/>
                    <a:pt x="89160" y="50454"/>
                    <a:pt x="89210" y="50454"/>
                  </a:cubicBezTo>
                  <a:cubicBezTo>
                    <a:pt x="89334" y="50504"/>
                    <a:pt x="89459" y="50504"/>
                    <a:pt x="89558" y="50529"/>
                  </a:cubicBezTo>
                  <a:lnTo>
                    <a:pt x="90106" y="50629"/>
                  </a:lnTo>
                  <a:cubicBezTo>
                    <a:pt x="90206" y="50629"/>
                    <a:pt x="90305" y="50653"/>
                    <a:pt x="90355" y="50653"/>
                  </a:cubicBezTo>
                  <a:lnTo>
                    <a:pt x="90454" y="50653"/>
                  </a:lnTo>
                  <a:cubicBezTo>
                    <a:pt x="90579" y="50678"/>
                    <a:pt x="90728" y="50678"/>
                    <a:pt x="90853" y="50703"/>
                  </a:cubicBezTo>
                  <a:cubicBezTo>
                    <a:pt x="90977" y="50703"/>
                    <a:pt x="91077" y="50753"/>
                    <a:pt x="91201" y="50753"/>
                  </a:cubicBezTo>
                  <a:cubicBezTo>
                    <a:pt x="91351" y="50753"/>
                    <a:pt x="91525" y="50778"/>
                    <a:pt x="91674" y="50778"/>
                  </a:cubicBezTo>
                  <a:lnTo>
                    <a:pt x="91799" y="50778"/>
                  </a:lnTo>
                  <a:cubicBezTo>
                    <a:pt x="91923" y="50778"/>
                    <a:pt x="92048" y="50803"/>
                    <a:pt x="92172" y="50803"/>
                  </a:cubicBezTo>
                  <a:lnTo>
                    <a:pt x="92321" y="50803"/>
                  </a:lnTo>
                  <a:cubicBezTo>
                    <a:pt x="92695" y="50828"/>
                    <a:pt x="93068" y="50828"/>
                    <a:pt x="93441" y="50828"/>
                  </a:cubicBezTo>
                  <a:cubicBezTo>
                    <a:pt x="94089" y="50828"/>
                    <a:pt x="94711" y="50803"/>
                    <a:pt x="95333" y="50778"/>
                  </a:cubicBezTo>
                  <a:lnTo>
                    <a:pt x="95333" y="50778"/>
                  </a:lnTo>
                  <a:cubicBezTo>
                    <a:pt x="95333" y="50778"/>
                    <a:pt x="95333" y="50803"/>
                    <a:pt x="95308" y="50803"/>
                  </a:cubicBezTo>
                  <a:cubicBezTo>
                    <a:pt x="95308" y="50803"/>
                    <a:pt x="95308" y="50828"/>
                    <a:pt x="95283" y="50828"/>
                  </a:cubicBezTo>
                  <a:cubicBezTo>
                    <a:pt x="94960" y="50877"/>
                    <a:pt x="94636" y="50877"/>
                    <a:pt x="94313" y="50877"/>
                  </a:cubicBezTo>
                  <a:lnTo>
                    <a:pt x="94263" y="50877"/>
                  </a:lnTo>
                  <a:cubicBezTo>
                    <a:pt x="93964" y="50877"/>
                    <a:pt x="93690" y="50902"/>
                    <a:pt x="93417" y="50902"/>
                  </a:cubicBezTo>
                  <a:lnTo>
                    <a:pt x="92321" y="50902"/>
                  </a:lnTo>
                  <a:cubicBezTo>
                    <a:pt x="92023" y="50902"/>
                    <a:pt x="91724" y="50877"/>
                    <a:pt x="91425" y="50828"/>
                  </a:cubicBezTo>
                  <a:lnTo>
                    <a:pt x="91226" y="50828"/>
                  </a:lnTo>
                  <a:cubicBezTo>
                    <a:pt x="90903" y="50803"/>
                    <a:pt x="90579" y="50778"/>
                    <a:pt x="90230" y="50703"/>
                  </a:cubicBezTo>
                  <a:lnTo>
                    <a:pt x="90181" y="50703"/>
                  </a:lnTo>
                  <a:cubicBezTo>
                    <a:pt x="89832" y="50653"/>
                    <a:pt x="89459" y="50629"/>
                    <a:pt x="89110" y="50554"/>
                  </a:cubicBezTo>
                  <a:cubicBezTo>
                    <a:pt x="88538" y="50454"/>
                    <a:pt x="87940" y="50305"/>
                    <a:pt x="87343" y="50156"/>
                  </a:cubicBezTo>
                  <a:lnTo>
                    <a:pt x="87343" y="50131"/>
                  </a:lnTo>
                  <a:cubicBezTo>
                    <a:pt x="87368" y="50131"/>
                    <a:pt x="87368" y="50106"/>
                    <a:pt x="87368" y="50056"/>
                  </a:cubicBezTo>
                  <a:close/>
                  <a:moveTo>
                    <a:pt x="115445" y="38681"/>
                  </a:moveTo>
                  <a:cubicBezTo>
                    <a:pt x="116067" y="41444"/>
                    <a:pt x="116192" y="44530"/>
                    <a:pt x="115819" y="47766"/>
                  </a:cubicBezTo>
                  <a:cubicBezTo>
                    <a:pt x="115495" y="48811"/>
                    <a:pt x="115146" y="49907"/>
                    <a:pt x="114748" y="51002"/>
                  </a:cubicBezTo>
                  <a:cubicBezTo>
                    <a:pt x="114201" y="48811"/>
                    <a:pt x="112881" y="46621"/>
                    <a:pt x="110940" y="44505"/>
                  </a:cubicBezTo>
                  <a:lnTo>
                    <a:pt x="111015" y="44406"/>
                  </a:lnTo>
                  <a:cubicBezTo>
                    <a:pt x="111139" y="44281"/>
                    <a:pt x="111263" y="44182"/>
                    <a:pt x="111363" y="44057"/>
                  </a:cubicBezTo>
                  <a:lnTo>
                    <a:pt x="111836" y="43584"/>
                  </a:lnTo>
                  <a:lnTo>
                    <a:pt x="112110" y="43311"/>
                  </a:lnTo>
                  <a:cubicBezTo>
                    <a:pt x="112259" y="43161"/>
                    <a:pt x="112433" y="42962"/>
                    <a:pt x="112583" y="42813"/>
                  </a:cubicBezTo>
                  <a:cubicBezTo>
                    <a:pt x="112632" y="42713"/>
                    <a:pt x="112732" y="42663"/>
                    <a:pt x="112807" y="42564"/>
                  </a:cubicBezTo>
                  <a:lnTo>
                    <a:pt x="113255" y="41991"/>
                  </a:lnTo>
                  <a:cubicBezTo>
                    <a:pt x="113329" y="41942"/>
                    <a:pt x="113354" y="41867"/>
                    <a:pt x="113429" y="41792"/>
                  </a:cubicBezTo>
                  <a:cubicBezTo>
                    <a:pt x="113578" y="41568"/>
                    <a:pt x="113728" y="41369"/>
                    <a:pt x="113877" y="41170"/>
                  </a:cubicBezTo>
                  <a:cubicBezTo>
                    <a:pt x="113927" y="41145"/>
                    <a:pt x="113952" y="41095"/>
                    <a:pt x="113977" y="41046"/>
                  </a:cubicBezTo>
                  <a:cubicBezTo>
                    <a:pt x="114549" y="40249"/>
                    <a:pt x="115047" y="39477"/>
                    <a:pt x="115445" y="38681"/>
                  </a:cubicBezTo>
                  <a:close/>
                  <a:moveTo>
                    <a:pt x="65812" y="48214"/>
                  </a:moveTo>
                  <a:cubicBezTo>
                    <a:pt x="65812" y="48314"/>
                    <a:pt x="65837" y="48388"/>
                    <a:pt x="65837" y="48463"/>
                  </a:cubicBezTo>
                  <a:cubicBezTo>
                    <a:pt x="65837" y="48563"/>
                    <a:pt x="65887" y="48637"/>
                    <a:pt x="65887" y="48712"/>
                  </a:cubicBezTo>
                  <a:lnTo>
                    <a:pt x="65887" y="49011"/>
                  </a:lnTo>
                  <a:lnTo>
                    <a:pt x="65887" y="49210"/>
                  </a:lnTo>
                  <a:cubicBezTo>
                    <a:pt x="65787" y="49284"/>
                    <a:pt x="65787" y="49359"/>
                    <a:pt x="65787" y="49434"/>
                  </a:cubicBezTo>
                  <a:lnTo>
                    <a:pt x="65787" y="49633"/>
                  </a:lnTo>
                  <a:cubicBezTo>
                    <a:pt x="65787" y="49732"/>
                    <a:pt x="65762" y="49782"/>
                    <a:pt x="65762" y="49832"/>
                  </a:cubicBezTo>
                  <a:cubicBezTo>
                    <a:pt x="65762" y="49907"/>
                    <a:pt x="65713" y="49932"/>
                    <a:pt x="65713" y="50006"/>
                  </a:cubicBezTo>
                  <a:cubicBezTo>
                    <a:pt x="65688" y="50106"/>
                    <a:pt x="65663" y="50156"/>
                    <a:pt x="65663" y="50205"/>
                  </a:cubicBezTo>
                  <a:cubicBezTo>
                    <a:pt x="65663" y="50255"/>
                    <a:pt x="65613" y="50280"/>
                    <a:pt x="65613" y="50305"/>
                  </a:cubicBezTo>
                  <a:cubicBezTo>
                    <a:pt x="65588" y="50405"/>
                    <a:pt x="65538" y="50504"/>
                    <a:pt x="65464" y="50579"/>
                  </a:cubicBezTo>
                  <a:cubicBezTo>
                    <a:pt x="65439" y="50653"/>
                    <a:pt x="65364" y="50678"/>
                    <a:pt x="65314" y="50753"/>
                  </a:cubicBezTo>
                  <a:lnTo>
                    <a:pt x="65290" y="50778"/>
                  </a:lnTo>
                  <a:lnTo>
                    <a:pt x="65215" y="50828"/>
                  </a:lnTo>
                  <a:cubicBezTo>
                    <a:pt x="64991" y="50952"/>
                    <a:pt x="64742" y="51052"/>
                    <a:pt x="64468" y="51052"/>
                  </a:cubicBezTo>
                  <a:cubicBezTo>
                    <a:pt x="64319" y="51052"/>
                    <a:pt x="64120" y="51027"/>
                    <a:pt x="63945" y="51002"/>
                  </a:cubicBezTo>
                  <a:lnTo>
                    <a:pt x="63896" y="51002"/>
                  </a:lnTo>
                  <a:cubicBezTo>
                    <a:pt x="63448" y="50902"/>
                    <a:pt x="62950" y="50678"/>
                    <a:pt x="62402" y="50405"/>
                  </a:cubicBezTo>
                  <a:cubicBezTo>
                    <a:pt x="63547" y="49583"/>
                    <a:pt x="64667" y="48886"/>
                    <a:pt x="65812" y="48214"/>
                  </a:cubicBezTo>
                  <a:close/>
                  <a:moveTo>
                    <a:pt x="65389" y="50977"/>
                  </a:moveTo>
                  <a:lnTo>
                    <a:pt x="65414" y="51002"/>
                  </a:lnTo>
                  <a:lnTo>
                    <a:pt x="65389" y="51027"/>
                  </a:lnTo>
                  <a:cubicBezTo>
                    <a:pt x="65339" y="51027"/>
                    <a:pt x="65339" y="51052"/>
                    <a:pt x="65339" y="51052"/>
                  </a:cubicBezTo>
                  <a:lnTo>
                    <a:pt x="65314" y="51101"/>
                  </a:lnTo>
                  <a:cubicBezTo>
                    <a:pt x="65290" y="51126"/>
                    <a:pt x="65240" y="51126"/>
                    <a:pt x="65215" y="51126"/>
                  </a:cubicBezTo>
                  <a:cubicBezTo>
                    <a:pt x="65140" y="51151"/>
                    <a:pt x="65066" y="51176"/>
                    <a:pt x="65016" y="51176"/>
                  </a:cubicBezTo>
                  <a:lnTo>
                    <a:pt x="65290" y="51002"/>
                  </a:lnTo>
                  <a:cubicBezTo>
                    <a:pt x="65314" y="51002"/>
                    <a:pt x="65314" y="50977"/>
                    <a:pt x="65339" y="50977"/>
                  </a:cubicBezTo>
                  <a:close/>
                  <a:moveTo>
                    <a:pt x="62178" y="50504"/>
                  </a:moveTo>
                  <a:cubicBezTo>
                    <a:pt x="62228" y="50529"/>
                    <a:pt x="62303" y="50554"/>
                    <a:pt x="62328" y="50604"/>
                  </a:cubicBezTo>
                  <a:cubicBezTo>
                    <a:pt x="62576" y="50728"/>
                    <a:pt x="62800" y="50803"/>
                    <a:pt x="63024" y="50902"/>
                  </a:cubicBezTo>
                  <a:cubicBezTo>
                    <a:pt x="63049" y="50902"/>
                    <a:pt x="63074" y="50927"/>
                    <a:pt x="63099" y="50927"/>
                  </a:cubicBezTo>
                  <a:cubicBezTo>
                    <a:pt x="63323" y="51027"/>
                    <a:pt x="63547" y="51101"/>
                    <a:pt x="63771" y="51126"/>
                  </a:cubicBezTo>
                  <a:lnTo>
                    <a:pt x="63821" y="51126"/>
                  </a:lnTo>
                  <a:cubicBezTo>
                    <a:pt x="64045" y="51151"/>
                    <a:pt x="64219" y="51176"/>
                    <a:pt x="64418" y="51176"/>
                  </a:cubicBezTo>
                  <a:cubicBezTo>
                    <a:pt x="64518" y="51176"/>
                    <a:pt x="64568" y="51176"/>
                    <a:pt x="64667" y="51151"/>
                  </a:cubicBezTo>
                  <a:lnTo>
                    <a:pt x="64667" y="51151"/>
                  </a:lnTo>
                  <a:cubicBezTo>
                    <a:pt x="64617" y="51176"/>
                    <a:pt x="64593" y="51176"/>
                    <a:pt x="64568" y="51201"/>
                  </a:cubicBezTo>
                  <a:cubicBezTo>
                    <a:pt x="64444" y="51230"/>
                    <a:pt x="64313" y="51244"/>
                    <a:pt x="64176" y="51244"/>
                  </a:cubicBezTo>
                  <a:cubicBezTo>
                    <a:pt x="63592" y="51244"/>
                    <a:pt x="62884" y="50992"/>
                    <a:pt x="62079" y="50529"/>
                  </a:cubicBezTo>
                  <a:cubicBezTo>
                    <a:pt x="62103" y="50529"/>
                    <a:pt x="62103" y="50504"/>
                    <a:pt x="62128" y="50504"/>
                  </a:cubicBezTo>
                  <a:close/>
                  <a:moveTo>
                    <a:pt x="110766" y="44630"/>
                  </a:moveTo>
                  <a:cubicBezTo>
                    <a:pt x="112807" y="46795"/>
                    <a:pt x="114126" y="49110"/>
                    <a:pt x="114698" y="51301"/>
                  </a:cubicBezTo>
                  <a:cubicBezTo>
                    <a:pt x="114698" y="51350"/>
                    <a:pt x="114674" y="51375"/>
                    <a:pt x="114674" y="51400"/>
                  </a:cubicBezTo>
                  <a:cubicBezTo>
                    <a:pt x="114101" y="49160"/>
                    <a:pt x="112757" y="46870"/>
                    <a:pt x="110741" y="44655"/>
                  </a:cubicBezTo>
                  <a:cubicBezTo>
                    <a:pt x="110766" y="44655"/>
                    <a:pt x="110766" y="44630"/>
                    <a:pt x="110766" y="44630"/>
                  </a:cubicBezTo>
                  <a:close/>
                  <a:moveTo>
                    <a:pt x="115744" y="48737"/>
                  </a:moveTo>
                  <a:cubicBezTo>
                    <a:pt x="115719" y="48861"/>
                    <a:pt x="115719" y="49011"/>
                    <a:pt x="115694" y="49135"/>
                  </a:cubicBezTo>
                  <a:cubicBezTo>
                    <a:pt x="115445" y="49882"/>
                    <a:pt x="115196" y="50629"/>
                    <a:pt x="114947" y="51400"/>
                  </a:cubicBezTo>
                  <a:cubicBezTo>
                    <a:pt x="114947" y="51375"/>
                    <a:pt x="114922" y="51350"/>
                    <a:pt x="114922" y="51301"/>
                  </a:cubicBezTo>
                  <a:cubicBezTo>
                    <a:pt x="115196" y="50429"/>
                    <a:pt x="115470" y="49608"/>
                    <a:pt x="115744" y="48737"/>
                  </a:cubicBezTo>
                  <a:close/>
                  <a:moveTo>
                    <a:pt x="114748" y="51624"/>
                  </a:moveTo>
                  <a:cubicBezTo>
                    <a:pt x="114748" y="51649"/>
                    <a:pt x="114748" y="51674"/>
                    <a:pt x="114798" y="51749"/>
                  </a:cubicBezTo>
                  <a:cubicBezTo>
                    <a:pt x="114798" y="51774"/>
                    <a:pt x="114748" y="51848"/>
                    <a:pt x="114748" y="51873"/>
                  </a:cubicBezTo>
                  <a:cubicBezTo>
                    <a:pt x="114748" y="51798"/>
                    <a:pt x="114748" y="51774"/>
                    <a:pt x="114723" y="51749"/>
                  </a:cubicBezTo>
                  <a:cubicBezTo>
                    <a:pt x="114723" y="51724"/>
                    <a:pt x="114748" y="51649"/>
                    <a:pt x="114748" y="51624"/>
                  </a:cubicBezTo>
                  <a:close/>
                  <a:moveTo>
                    <a:pt x="115470" y="50405"/>
                  </a:moveTo>
                  <a:cubicBezTo>
                    <a:pt x="115346" y="51002"/>
                    <a:pt x="115221" y="51624"/>
                    <a:pt x="115097" y="52222"/>
                  </a:cubicBezTo>
                  <a:lnTo>
                    <a:pt x="114997" y="51749"/>
                  </a:lnTo>
                  <a:cubicBezTo>
                    <a:pt x="115171" y="51301"/>
                    <a:pt x="115321" y="50877"/>
                    <a:pt x="115470" y="50405"/>
                  </a:cubicBezTo>
                  <a:close/>
                  <a:moveTo>
                    <a:pt x="29720" y="40423"/>
                  </a:moveTo>
                  <a:cubicBezTo>
                    <a:pt x="32234" y="41991"/>
                    <a:pt x="34898" y="43908"/>
                    <a:pt x="37511" y="45999"/>
                  </a:cubicBezTo>
                  <a:cubicBezTo>
                    <a:pt x="35520" y="48139"/>
                    <a:pt x="33603" y="50355"/>
                    <a:pt x="31836" y="52595"/>
                  </a:cubicBezTo>
                  <a:cubicBezTo>
                    <a:pt x="29546" y="50728"/>
                    <a:pt x="27331" y="48762"/>
                    <a:pt x="25339" y="46820"/>
                  </a:cubicBezTo>
                  <a:cubicBezTo>
                    <a:pt x="26584" y="44680"/>
                    <a:pt x="28077" y="42539"/>
                    <a:pt x="29720" y="40423"/>
                  </a:cubicBezTo>
                  <a:close/>
                  <a:moveTo>
                    <a:pt x="64717" y="51500"/>
                  </a:moveTo>
                  <a:lnTo>
                    <a:pt x="64443" y="51674"/>
                  </a:lnTo>
                  <a:cubicBezTo>
                    <a:pt x="64418" y="51724"/>
                    <a:pt x="64393" y="51749"/>
                    <a:pt x="64344" y="51749"/>
                  </a:cubicBezTo>
                  <a:cubicBezTo>
                    <a:pt x="64169" y="51873"/>
                    <a:pt x="63995" y="51998"/>
                    <a:pt x="63846" y="52122"/>
                  </a:cubicBezTo>
                  <a:cubicBezTo>
                    <a:pt x="63600" y="52294"/>
                    <a:pt x="63379" y="52490"/>
                    <a:pt x="63181" y="52639"/>
                  </a:cubicBezTo>
                  <a:lnTo>
                    <a:pt x="63181" y="52639"/>
                  </a:lnTo>
                  <a:cubicBezTo>
                    <a:pt x="63541" y="52296"/>
                    <a:pt x="63978" y="51972"/>
                    <a:pt x="64393" y="51649"/>
                  </a:cubicBezTo>
                  <a:cubicBezTo>
                    <a:pt x="64418" y="51624"/>
                    <a:pt x="64468" y="51599"/>
                    <a:pt x="64518" y="51550"/>
                  </a:cubicBezTo>
                  <a:cubicBezTo>
                    <a:pt x="64543" y="51525"/>
                    <a:pt x="64568" y="51500"/>
                    <a:pt x="64593" y="51500"/>
                  </a:cubicBezTo>
                  <a:close/>
                  <a:moveTo>
                    <a:pt x="37636" y="46123"/>
                  </a:moveTo>
                  <a:cubicBezTo>
                    <a:pt x="37660" y="46123"/>
                    <a:pt x="37660" y="46148"/>
                    <a:pt x="37685" y="46148"/>
                  </a:cubicBezTo>
                  <a:cubicBezTo>
                    <a:pt x="35694" y="48289"/>
                    <a:pt x="33802" y="50504"/>
                    <a:pt x="32035" y="52744"/>
                  </a:cubicBezTo>
                  <a:cubicBezTo>
                    <a:pt x="31985" y="52744"/>
                    <a:pt x="31985" y="52719"/>
                    <a:pt x="31960" y="52719"/>
                  </a:cubicBezTo>
                  <a:cubicBezTo>
                    <a:pt x="33728" y="50479"/>
                    <a:pt x="35644" y="48264"/>
                    <a:pt x="37636" y="46123"/>
                  </a:cubicBezTo>
                  <a:close/>
                  <a:moveTo>
                    <a:pt x="63099" y="52719"/>
                  </a:moveTo>
                  <a:lnTo>
                    <a:pt x="63074" y="52744"/>
                  </a:lnTo>
                  <a:cubicBezTo>
                    <a:pt x="63069" y="52747"/>
                    <a:pt x="63064" y="52750"/>
                    <a:pt x="63059" y="52753"/>
                  </a:cubicBezTo>
                  <a:lnTo>
                    <a:pt x="63059" y="52753"/>
                  </a:lnTo>
                  <a:lnTo>
                    <a:pt x="63099" y="52719"/>
                  </a:lnTo>
                  <a:close/>
                  <a:moveTo>
                    <a:pt x="25215" y="46945"/>
                  </a:moveTo>
                  <a:cubicBezTo>
                    <a:pt x="27206" y="48911"/>
                    <a:pt x="29421" y="50853"/>
                    <a:pt x="31711" y="52719"/>
                  </a:cubicBezTo>
                  <a:cubicBezTo>
                    <a:pt x="31687" y="52744"/>
                    <a:pt x="31687" y="52769"/>
                    <a:pt x="31662" y="52769"/>
                  </a:cubicBezTo>
                  <a:cubicBezTo>
                    <a:pt x="29372" y="50927"/>
                    <a:pt x="27181" y="48986"/>
                    <a:pt x="25190" y="47019"/>
                  </a:cubicBezTo>
                  <a:cubicBezTo>
                    <a:pt x="25190" y="46994"/>
                    <a:pt x="25215" y="46994"/>
                    <a:pt x="25215" y="46945"/>
                  </a:cubicBezTo>
                  <a:close/>
                  <a:moveTo>
                    <a:pt x="48662" y="37088"/>
                  </a:moveTo>
                  <a:cubicBezTo>
                    <a:pt x="50330" y="39303"/>
                    <a:pt x="52023" y="41469"/>
                    <a:pt x="53765" y="43435"/>
                  </a:cubicBezTo>
                  <a:cubicBezTo>
                    <a:pt x="53889" y="43559"/>
                    <a:pt x="53989" y="43709"/>
                    <a:pt x="54113" y="43833"/>
                  </a:cubicBezTo>
                  <a:cubicBezTo>
                    <a:pt x="54313" y="44032"/>
                    <a:pt x="54487" y="44207"/>
                    <a:pt x="54636" y="44431"/>
                  </a:cubicBezTo>
                  <a:cubicBezTo>
                    <a:pt x="51525" y="47119"/>
                    <a:pt x="48588" y="49932"/>
                    <a:pt x="45874" y="52869"/>
                  </a:cubicBezTo>
                  <a:cubicBezTo>
                    <a:pt x="43734" y="50728"/>
                    <a:pt x="41295" y="48538"/>
                    <a:pt x="38756" y="46497"/>
                  </a:cubicBezTo>
                  <a:cubicBezTo>
                    <a:pt x="41519" y="43062"/>
                    <a:pt x="44879" y="39826"/>
                    <a:pt x="48662" y="37088"/>
                  </a:cubicBezTo>
                  <a:close/>
                  <a:moveTo>
                    <a:pt x="31836" y="52844"/>
                  </a:moveTo>
                  <a:cubicBezTo>
                    <a:pt x="31861" y="52844"/>
                    <a:pt x="31861" y="52869"/>
                    <a:pt x="31911" y="52869"/>
                  </a:cubicBezTo>
                  <a:cubicBezTo>
                    <a:pt x="31911" y="52894"/>
                    <a:pt x="31861" y="52894"/>
                    <a:pt x="31861" y="52919"/>
                  </a:cubicBezTo>
                  <a:cubicBezTo>
                    <a:pt x="31836" y="52919"/>
                    <a:pt x="31836" y="52894"/>
                    <a:pt x="31811" y="52894"/>
                  </a:cubicBezTo>
                  <a:cubicBezTo>
                    <a:pt x="31811" y="52869"/>
                    <a:pt x="31836" y="52869"/>
                    <a:pt x="31836" y="52844"/>
                  </a:cubicBezTo>
                  <a:close/>
                  <a:moveTo>
                    <a:pt x="114848" y="52097"/>
                  </a:moveTo>
                  <a:cubicBezTo>
                    <a:pt x="114873" y="52296"/>
                    <a:pt x="114922" y="52545"/>
                    <a:pt x="114947" y="52769"/>
                  </a:cubicBezTo>
                  <a:cubicBezTo>
                    <a:pt x="114947" y="52819"/>
                    <a:pt x="114922" y="52894"/>
                    <a:pt x="114922" y="52919"/>
                  </a:cubicBezTo>
                  <a:cubicBezTo>
                    <a:pt x="114922" y="52719"/>
                    <a:pt x="114873" y="52470"/>
                    <a:pt x="114823" y="52222"/>
                  </a:cubicBezTo>
                  <a:cubicBezTo>
                    <a:pt x="114823" y="52172"/>
                    <a:pt x="114848" y="52122"/>
                    <a:pt x="114848" y="52097"/>
                  </a:cubicBezTo>
                  <a:close/>
                  <a:moveTo>
                    <a:pt x="115968" y="48762"/>
                  </a:moveTo>
                  <a:cubicBezTo>
                    <a:pt x="115769" y="50131"/>
                    <a:pt x="115495" y="51525"/>
                    <a:pt x="115146" y="52968"/>
                  </a:cubicBezTo>
                  <a:cubicBezTo>
                    <a:pt x="115146" y="52894"/>
                    <a:pt x="115146" y="52844"/>
                    <a:pt x="115122" y="52769"/>
                  </a:cubicBezTo>
                  <a:cubicBezTo>
                    <a:pt x="115445" y="51550"/>
                    <a:pt x="115694" y="50380"/>
                    <a:pt x="115843" y="49185"/>
                  </a:cubicBezTo>
                  <a:cubicBezTo>
                    <a:pt x="115868" y="49036"/>
                    <a:pt x="115943" y="48911"/>
                    <a:pt x="115968" y="48762"/>
                  </a:cubicBezTo>
                  <a:close/>
                  <a:moveTo>
                    <a:pt x="38656" y="46621"/>
                  </a:moveTo>
                  <a:cubicBezTo>
                    <a:pt x="41170" y="48662"/>
                    <a:pt x="43609" y="50803"/>
                    <a:pt x="45750" y="52968"/>
                  </a:cubicBezTo>
                  <a:cubicBezTo>
                    <a:pt x="45750" y="52993"/>
                    <a:pt x="45725" y="52993"/>
                    <a:pt x="45725" y="53018"/>
                  </a:cubicBezTo>
                  <a:cubicBezTo>
                    <a:pt x="43560" y="50877"/>
                    <a:pt x="41145" y="48687"/>
                    <a:pt x="38631" y="46671"/>
                  </a:cubicBezTo>
                  <a:cubicBezTo>
                    <a:pt x="38631" y="46646"/>
                    <a:pt x="38656" y="46646"/>
                    <a:pt x="38656" y="46621"/>
                  </a:cubicBezTo>
                  <a:close/>
                  <a:moveTo>
                    <a:pt x="54810" y="44555"/>
                  </a:moveTo>
                  <a:cubicBezTo>
                    <a:pt x="54810" y="44580"/>
                    <a:pt x="54835" y="44580"/>
                    <a:pt x="54835" y="44605"/>
                  </a:cubicBezTo>
                  <a:cubicBezTo>
                    <a:pt x="51724" y="47268"/>
                    <a:pt x="48787" y="50106"/>
                    <a:pt x="46049" y="53018"/>
                  </a:cubicBezTo>
                  <a:lnTo>
                    <a:pt x="46024" y="52993"/>
                  </a:lnTo>
                  <a:cubicBezTo>
                    <a:pt x="48762" y="50056"/>
                    <a:pt x="51699" y="47243"/>
                    <a:pt x="54810" y="44555"/>
                  </a:cubicBezTo>
                  <a:close/>
                  <a:moveTo>
                    <a:pt x="77860" y="44879"/>
                  </a:moveTo>
                  <a:cubicBezTo>
                    <a:pt x="77909" y="44929"/>
                    <a:pt x="77959" y="45003"/>
                    <a:pt x="78009" y="45028"/>
                  </a:cubicBezTo>
                  <a:lnTo>
                    <a:pt x="78108" y="45401"/>
                  </a:lnTo>
                  <a:cubicBezTo>
                    <a:pt x="78133" y="45501"/>
                    <a:pt x="78133" y="45576"/>
                    <a:pt x="78158" y="45675"/>
                  </a:cubicBezTo>
                  <a:cubicBezTo>
                    <a:pt x="78208" y="45775"/>
                    <a:pt x="78208" y="45849"/>
                    <a:pt x="78208" y="45949"/>
                  </a:cubicBezTo>
                  <a:lnTo>
                    <a:pt x="78208" y="46049"/>
                  </a:lnTo>
                  <a:cubicBezTo>
                    <a:pt x="78233" y="46173"/>
                    <a:pt x="78233" y="46298"/>
                    <a:pt x="78258" y="46397"/>
                  </a:cubicBezTo>
                  <a:cubicBezTo>
                    <a:pt x="78258" y="46497"/>
                    <a:pt x="78258" y="46571"/>
                    <a:pt x="78283" y="46646"/>
                  </a:cubicBezTo>
                  <a:cubicBezTo>
                    <a:pt x="78283" y="46795"/>
                    <a:pt x="78333" y="46945"/>
                    <a:pt x="78333" y="47144"/>
                  </a:cubicBezTo>
                  <a:lnTo>
                    <a:pt x="78333" y="47243"/>
                  </a:lnTo>
                  <a:cubicBezTo>
                    <a:pt x="78357" y="48115"/>
                    <a:pt x="78258" y="49036"/>
                    <a:pt x="78084" y="50006"/>
                  </a:cubicBezTo>
                  <a:lnTo>
                    <a:pt x="78084" y="50056"/>
                  </a:lnTo>
                  <a:cubicBezTo>
                    <a:pt x="77884" y="51027"/>
                    <a:pt x="77636" y="52022"/>
                    <a:pt x="77287" y="53018"/>
                  </a:cubicBezTo>
                  <a:cubicBezTo>
                    <a:pt x="75968" y="51599"/>
                    <a:pt x="74922" y="50131"/>
                    <a:pt x="74225" y="48662"/>
                  </a:cubicBezTo>
                  <a:cubicBezTo>
                    <a:pt x="74972" y="47542"/>
                    <a:pt x="75669" y="46447"/>
                    <a:pt x="76341" y="45327"/>
                  </a:cubicBezTo>
                  <a:cubicBezTo>
                    <a:pt x="76441" y="45277"/>
                    <a:pt x="76615" y="45227"/>
                    <a:pt x="76789" y="45177"/>
                  </a:cubicBezTo>
                  <a:cubicBezTo>
                    <a:pt x="77163" y="45053"/>
                    <a:pt x="77511" y="44953"/>
                    <a:pt x="77860" y="44879"/>
                  </a:cubicBezTo>
                  <a:close/>
                  <a:moveTo>
                    <a:pt x="69795" y="48388"/>
                  </a:moveTo>
                  <a:cubicBezTo>
                    <a:pt x="69372" y="49060"/>
                    <a:pt x="68824" y="49907"/>
                    <a:pt x="68177" y="50853"/>
                  </a:cubicBezTo>
                  <a:cubicBezTo>
                    <a:pt x="68077" y="50977"/>
                    <a:pt x="68003" y="51126"/>
                    <a:pt x="67903" y="51251"/>
                  </a:cubicBezTo>
                  <a:cubicBezTo>
                    <a:pt x="67580" y="51649"/>
                    <a:pt x="67206" y="52172"/>
                    <a:pt x="66659" y="52919"/>
                  </a:cubicBezTo>
                  <a:cubicBezTo>
                    <a:pt x="66659" y="52919"/>
                    <a:pt x="66634" y="52968"/>
                    <a:pt x="66634" y="52993"/>
                  </a:cubicBezTo>
                  <a:cubicBezTo>
                    <a:pt x="66634" y="53018"/>
                    <a:pt x="66584" y="53018"/>
                    <a:pt x="66584" y="53043"/>
                  </a:cubicBezTo>
                  <a:lnTo>
                    <a:pt x="66484" y="53043"/>
                  </a:lnTo>
                  <a:cubicBezTo>
                    <a:pt x="66484" y="53018"/>
                    <a:pt x="66534" y="52993"/>
                    <a:pt x="66534" y="52993"/>
                  </a:cubicBezTo>
                  <a:cubicBezTo>
                    <a:pt x="66559" y="52919"/>
                    <a:pt x="66584" y="52894"/>
                    <a:pt x="66584" y="52894"/>
                  </a:cubicBezTo>
                  <a:lnTo>
                    <a:pt x="66659" y="52844"/>
                  </a:lnTo>
                  <a:cubicBezTo>
                    <a:pt x="67082" y="52271"/>
                    <a:pt x="67480" y="51724"/>
                    <a:pt x="67853" y="51176"/>
                  </a:cubicBezTo>
                  <a:cubicBezTo>
                    <a:pt x="67928" y="51126"/>
                    <a:pt x="67953" y="51027"/>
                    <a:pt x="68028" y="50977"/>
                  </a:cubicBezTo>
                  <a:cubicBezTo>
                    <a:pt x="68152" y="50803"/>
                    <a:pt x="68227" y="50653"/>
                    <a:pt x="68326" y="50529"/>
                  </a:cubicBezTo>
                  <a:cubicBezTo>
                    <a:pt x="68650" y="50106"/>
                    <a:pt x="68849" y="49782"/>
                    <a:pt x="69197" y="49260"/>
                  </a:cubicBezTo>
                  <a:lnTo>
                    <a:pt x="69770" y="48413"/>
                  </a:lnTo>
                  <a:lnTo>
                    <a:pt x="69795" y="48388"/>
                  </a:lnTo>
                  <a:close/>
                  <a:moveTo>
                    <a:pt x="45874" y="53093"/>
                  </a:moveTo>
                  <a:lnTo>
                    <a:pt x="45899" y="53118"/>
                  </a:lnTo>
                  <a:cubicBezTo>
                    <a:pt x="45899" y="53143"/>
                    <a:pt x="45874" y="53143"/>
                    <a:pt x="45874" y="53167"/>
                  </a:cubicBezTo>
                  <a:cubicBezTo>
                    <a:pt x="45874" y="53167"/>
                    <a:pt x="45874" y="53143"/>
                    <a:pt x="45850" y="53143"/>
                  </a:cubicBezTo>
                  <a:cubicBezTo>
                    <a:pt x="45850" y="53118"/>
                    <a:pt x="45874" y="53118"/>
                    <a:pt x="45874" y="53093"/>
                  </a:cubicBezTo>
                  <a:close/>
                  <a:moveTo>
                    <a:pt x="72384" y="47019"/>
                  </a:moveTo>
                  <a:lnTo>
                    <a:pt x="72384" y="47019"/>
                  </a:lnTo>
                  <a:cubicBezTo>
                    <a:pt x="71562" y="49036"/>
                    <a:pt x="70492" y="51126"/>
                    <a:pt x="69123" y="53167"/>
                  </a:cubicBezTo>
                  <a:cubicBezTo>
                    <a:pt x="68409" y="52979"/>
                    <a:pt x="67808" y="52891"/>
                    <a:pt x="67321" y="52891"/>
                  </a:cubicBezTo>
                  <a:cubicBezTo>
                    <a:pt x="67163" y="52891"/>
                    <a:pt x="67017" y="52900"/>
                    <a:pt x="66883" y="52919"/>
                  </a:cubicBezTo>
                  <a:cubicBezTo>
                    <a:pt x="67156" y="52595"/>
                    <a:pt x="67405" y="52246"/>
                    <a:pt x="67629" y="51923"/>
                  </a:cubicBezTo>
                  <a:cubicBezTo>
                    <a:pt x="67704" y="51798"/>
                    <a:pt x="67804" y="51674"/>
                    <a:pt x="67878" y="51550"/>
                  </a:cubicBezTo>
                  <a:cubicBezTo>
                    <a:pt x="68003" y="51400"/>
                    <a:pt x="68077" y="51251"/>
                    <a:pt x="68177" y="51126"/>
                  </a:cubicBezTo>
                  <a:cubicBezTo>
                    <a:pt x="68252" y="51052"/>
                    <a:pt x="68276" y="50977"/>
                    <a:pt x="68326" y="50902"/>
                  </a:cubicBezTo>
                  <a:cubicBezTo>
                    <a:pt x="68376" y="50877"/>
                    <a:pt x="68401" y="50803"/>
                    <a:pt x="68426" y="50778"/>
                  </a:cubicBezTo>
                  <a:cubicBezTo>
                    <a:pt x="68501" y="50678"/>
                    <a:pt x="68550" y="50604"/>
                    <a:pt x="68650" y="50504"/>
                  </a:cubicBezTo>
                  <a:lnTo>
                    <a:pt x="69023" y="49932"/>
                  </a:lnTo>
                  <a:cubicBezTo>
                    <a:pt x="69123" y="49807"/>
                    <a:pt x="69173" y="49683"/>
                    <a:pt x="69272" y="49533"/>
                  </a:cubicBezTo>
                  <a:cubicBezTo>
                    <a:pt x="69571" y="49060"/>
                    <a:pt x="69870" y="48637"/>
                    <a:pt x="70168" y="48164"/>
                  </a:cubicBezTo>
                  <a:cubicBezTo>
                    <a:pt x="70442" y="48015"/>
                    <a:pt x="70691" y="47891"/>
                    <a:pt x="70940" y="47716"/>
                  </a:cubicBezTo>
                  <a:cubicBezTo>
                    <a:pt x="71512" y="47442"/>
                    <a:pt x="71985" y="47194"/>
                    <a:pt x="72384" y="47019"/>
                  </a:cubicBezTo>
                  <a:close/>
                  <a:moveTo>
                    <a:pt x="78208" y="45202"/>
                  </a:moveTo>
                  <a:lnTo>
                    <a:pt x="78233" y="45227"/>
                  </a:lnTo>
                  <a:lnTo>
                    <a:pt x="78258" y="45277"/>
                  </a:lnTo>
                  <a:cubicBezTo>
                    <a:pt x="78258" y="45302"/>
                    <a:pt x="78258" y="45327"/>
                    <a:pt x="78283" y="45352"/>
                  </a:cubicBezTo>
                  <a:cubicBezTo>
                    <a:pt x="78333" y="45451"/>
                    <a:pt x="78333" y="45526"/>
                    <a:pt x="78333" y="45601"/>
                  </a:cubicBezTo>
                  <a:cubicBezTo>
                    <a:pt x="78333" y="45650"/>
                    <a:pt x="78333" y="45675"/>
                    <a:pt x="78357" y="45700"/>
                  </a:cubicBezTo>
                  <a:cubicBezTo>
                    <a:pt x="78382" y="45825"/>
                    <a:pt x="78382" y="45924"/>
                    <a:pt x="78407" y="46049"/>
                  </a:cubicBezTo>
                  <a:cubicBezTo>
                    <a:pt x="78482" y="46273"/>
                    <a:pt x="78482" y="46372"/>
                    <a:pt x="78482" y="46447"/>
                  </a:cubicBezTo>
                  <a:lnTo>
                    <a:pt x="78482" y="46546"/>
                  </a:lnTo>
                  <a:cubicBezTo>
                    <a:pt x="78482" y="46671"/>
                    <a:pt x="78507" y="46770"/>
                    <a:pt x="78507" y="46895"/>
                  </a:cubicBezTo>
                  <a:lnTo>
                    <a:pt x="78507" y="47243"/>
                  </a:lnTo>
                  <a:lnTo>
                    <a:pt x="78507" y="47293"/>
                  </a:lnTo>
                  <a:lnTo>
                    <a:pt x="78507" y="47667"/>
                  </a:lnTo>
                  <a:lnTo>
                    <a:pt x="78507" y="48040"/>
                  </a:lnTo>
                  <a:lnTo>
                    <a:pt x="78507" y="48065"/>
                  </a:lnTo>
                  <a:cubicBezTo>
                    <a:pt x="78507" y="48189"/>
                    <a:pt x="78507" y="48314"/>
                    <a:pt x="78482" y="48438"/>
                  </a:cubicBezTo>
                  <a:cubicBezTo>
                    <a:pt x="78482" y="48563"/>
                    <a:pt x="78432" y="48687"/>
                    <a:pt x="78432" y="48836"/>
                  </a:cubicBezTo>
                  <a:cubicBezTo>
                    <a:pt x="78432" y="48961"/>
                    <a:pt x="78407" y="49135"/>
                    <a:pt x="78382" y="49260"/>
                  </a:cubicBezTo>
                  <a:cubicBezTo>
                    <a:pt x="78357" y="49384"/>
                    <a:pt x="78357" y="49508"/>
                    <a:pt x="78308" y="49633"/>
                  </a:cubicBezTo>
                  <a:cubicBezTo>
                    <a:pt x="78283" y="49782"/>
                    <a:pt x="78258" y="49907"/>
                    <a:pt x="78258" y="50056"/>
                  </a:cubicBezTo>
                  <a:cubicBezTo>
                    <a:pt x="78233" y="50180"/>
                    <a:pt x="78233" y="50305"/>
                    <a:pt x="78208" y="50429"/>
                  </a:cubicBezTo>
                  <a:cubicBezTo>
                    <a:pt x="78158" y="50579"/>
                    <a:pt x="78133" y="50753"/>
                    <a:pt x="78108" y="50877"/>
                  </a:cubicBezTo>
                  <a:lnTo>
                    <a:pt x="78009" y="51251"/>
                  </a:lnTo>
                  <a:cubicBezTo>
                    <a:pt x="77984" y="51400"/>
                    <a:pt x="77909" y="51550"/>
                    <a:pt x="77884" y="51674"/>
                  </a:cubicBezTo>
                  <a:lnTo>
                    <a:pt x="77785" y="52047"/>
                  </a:lnTo>
                  <a:lnTo>
                    <a:pt x="77785" y="52072"/>
                  </a:lnTo>
                  <a:cubicBezTo>
                    <a:pt x="77760" y="52246"/>
                    <a:pt x="77685" y="52371"/>
                    <a:pt x="77660" y="52520"/>
                  </a:cubicBezTo>
                  <a:cubicBezTo>
                    <a:pt x="77636" y="52645"/>
                    <a:pt x="77586" y="52794"/>
                    <a:pt x="77536" y="52919"/>
                  </a:cubicBezTo>
                  <a:lnTo>
                    <a:pt x="77536" y="52943"/>
                  </a:lnTo>
                  <a:cubicBezTo>
                    <a:pt x="77511" y="53043"/>
                    <a:pt x="77486" y="53118"/>
                    <a:pt x="77461" y="53192"/>
                  </a:cubicBezTo>
                  <a:lnTo>
                    <a:pt x="77412" y="53167"/>
                  </a:lnTo>
                  <a:lnTo>
                    <a:pt x="77387" y="53143"/>
                  </a:lnTo>
                  <a:cubicBezTo>
                    <a:pt x="77387" y="53118"/>
                    <a:pt x="77387" y="53118"/>
                    <a:pt x="77412" y="53068"/>
                  </a:cubicBezTo>
                  <a:cubicBezTo>
                    <a:pt x="77461" y="52993"/>
                    <a:pt x="77486" y="52894"/>
                    <a:pt x="77511" y="52819"/>
                  </a:cubicBezTo>
                  <a:cubicBezTo>
                    <a:pt x="77611" y="52620"/>
                    <a:pt x="77660" y="52371"/>
                    <a:pt x="77735" y="52147"/>
                  </a:cubicBezTo>
                  <a:lnTo>
                    <a:pt x="77735" y="52122"/>
                  </a:lnTo>
                  <a:cubicBezTo>
                    <a:pt x="77760" y="52022"/>
                    <a:pt x="77785" y="51898"/>
                    <a:pt x="77835" y="51798"/>
                  </a:cubicBezTo>
                  <a:cubicBezTo>
                    <a:pt x="77835" y="51774"/>
                    <a:pt x="77835" y="51774"/>
                    <a:pt x="77860" y="51749"/>
                  </a:cubicBezTo>
                  <a:cubicBezTo>
                    <a:pt x="77909" y="51525"/>
                    <a:pt x="77984" y="51276"/>
                    <a:pt x="78034" y="51052"/>
                  </a:cubicBezTo>
                  <a:lnTo>
                    <a:pt x="78034" y="51027"/>
                  </a:lnTo>
                  <a:cubicBezTo>
                    <a:pt x="78084" y="50927"/>
                    <a:pt x="78108" y="50803"/>
                    <a:pt x="78108" y="50728"/>
                  </a:cubicBezTo>
                  <a:lnTo>
                    <a:pt x="78108" y="50678"/>
                  </a:lnTo>
                  <a:cubicBezTo>
                    <a:pt x="78158" y="50429"/>
                    <a:pt x="78208" y="50180"/>
                    <a:pt x="78258" y="49932"/>
                  </a:cubicBezTo>
                  <a:cubicBezTo>
                    <a:pt x="78258" y="49857"/>
                    <a:pt x="78283" y="49757"/>
                    <a:pt x="78283" y="49683"/>
                  </a:cubicBezTo>
                  <a:cubicBezTo>
                    <a:pt x="78283" y="49633"/>
                    <a:pt x="78333" y="49533"/>
                    <a:pt x="78333" y="49484"/>
                  </a:cubicBezTo>
                  <a:lnTo>
                    <a:pt x="78333" y="49434"/>
                  </a:lnTo>
                  <a:cubicBezTo>
                    <a:pt x="78357" y="49235"/>
                    <a:pt x="78382" y="49011"/>
                    <a:pt x="78407" y="48762"/>
                  </a:cubicBezTo>
                  <a:lnTo>
                    <a:pt x="78407" y="48737"/>
                  </a:lnTo>
                  <a:lnTo>
                    <a:pt x="78407" y="48637"/>
                  </a:lnTo>
                  <a:cubicBezTo>
                    <a:pt x="78457" y="48438"/>
                    <a:pt x="78457" y="48264"/>
                    <a:pt x="78457" y="48065"/>
                  </a:cubicBezTo>
                  <a:lnTo>
                    <a:pt x="78457" y="47816"/>
                  </a:lnTo>
                  <a:lnTo>
                    <a:pt x="78457" y="47791"/>
                  </a:lnTo>
                  <a:lnTo>
                    <a:pt x="78457" y="47393"/>
                  </a:lnTo>
                  <a:lnTo>
                    <a:pt x="78457" y="47069"/>
                  </a:lnTo>
                  <a:lnTo>
                    <a:pt x="78457" y="47044"/>
                  </a:lnTo>
                  <a:lnTo>
                    <a:pt x="78457" y="46945"/>
                  </a:lnTo>
                  <a:cubicBezTo>
                    <a:pt x="78457" y="46845"/>
                    <a:pt x="78457" y="46795"/>
                    <a:pt x="78407" y="46696"/>
                  </a:cubicBezTo>
                  <a:cubicBezTo>
                    <a:pt x="78407" y="46571"/>
                    <a:pt x="78407" y="46422"/>
                    <a:pt x="78382" y="46298"/>
                  </a:cubicBezTo>
                  <a:cubicBezTo>
                    <a:pt x="78382" y="46198"/>
                    <a:pt x="78357" y="46098"/>
                    <a:pt x="78357" y="46024"/>
                  </a:cubicBezTo>
                  <a:cubicBezTo>
                    <a:pt x="78333" y="45849"/>
                    <a:pt x="78333" y="45700"/>
                    <a:pt x="78283" y="45576"/>
                  </a:cubicBezTo>
                  <a:cubicBezTo>
                    <a:pt x="78283" y="45551"/>
                    <a:pt x="78258" y="45476"/>
                    <a:pt x="78258" y="45451"/>
                  </a:cubicBezTo>
                  <a:cubicBezTo>
                    <a:pt x="78258" y="45426"/>
                    <a:pt x="78258" y="45401"/>
                    <a:pt x="78233" y="45352"/>
                  </a:cubicBezTo>
                  <a:lnTo>
                    <a:pt x="78233" y="45327"/>
                  </a:lnTo>
                  <a:cubicBezTo>
                    <a:pt x="78233" y="45302"/>
                    <a:pt x="78208" y="45227"/>
                    <a:pt x="78208" y="45202"/>
                  </a:cubicBezTo>
                  <a:close/>
                  <a:moveTo>
                    <a:pt x="72757" y="46820"/>
                  </a:moveTo>
                  <a:cubicBezTo>
                    <a:pt x="71911" y="48936"/>
                    <a:pt x="70766" y="51101"/>
                    <a:pt x="69372" y="53267"/>
                  </a:cubicBezTo>
                  <a:cubicBezTo>
                    <a:pt x="69322" y="53267"/>
                    <a:pt x="69322" y="53267"/>
                    <a:pt x="69297" y="53242"/>
                  </a:cubicBezTo>
                  <a:cubicBezTo>
                    <a:pt x="70691" y="51126"/>
                    <a:pt x="71811" y="48936"/>
                    <a:pt x="72657" y="46870"/>
                  </a:cubicBezTo>
                  <a:cubicBezTo>
                    <a:pt x="72682" y="46870"/>
                    <a:pt x="72732" y="46820"/>
                    <a:pt x="72757" y="46820"/>
                  </a:cubicBezTo>
                  <a:close/>
                  <a:moveTo>
                    <a:pt x="74026" y="48861"/>
                  </a:moveTo>
                  <a:cubicBezTo>
                    <a:pt x="74773" y="50355"/>
                    <a:pt x="75819" y="51798"/>
                    <a:pt x="77163" y="53242"/>
                  </a:cubicBezTo>
                  <a:cubicBezTo>
                    <a:pt x="77163" y="53267"/>
                    <a:pt x="77138" y="53267"/>
                    <a:pt x="77138" y="53292"/>
                  </a:cubicBezTo>
                  <a:cubicBezTo>
                    <a:pt x="75794" y="51873"/>
                    <a:pt x="74748" y="50380"/>
                    <a:pt x="74001" y="48911"/>
                  </a:cubicBezTo>
                  <a:cubicBezTo>
                    <a:pt x="74001" y="48886"/>
                    <a:pt x="74026" y="48886"/>
                    <a:pt x="74026" y="48861"/>
                  </a:cubicBezTo>
                  <a:close/>
                  <a:moveTo>
                    <a:pt x="67331" y="53068"/>
                  </a:moveTo>
                  <a:cubicBezTo>
                    <a:pt x="67779" y="53068"/>
                    <a:pt x="68326" y="53167"/>
                    <a:pt x="68998" y="53367"/>
                  </a:cubicBezTo>
                  <a:cubicBezTo>
                    <a:pt x="68998" y="53391"/>
                    <a:pt x="68949" y="53391"/>
                    <a:pt x="68949" y="53416"/>
                  </a:cubicBezTo>
                  <a:cubicBezTo>
                    <a:pt x="68325" y="53249"/>
                    <a:pt x="67794" y="53165"/>
                    <a:pt x="67356" y="53165"/>
                  </a:cubicBezTo>
                  <a:cubicBezTo>
                    <a:pt x="67078" y="53165"/>
                    <a:pt x="66837" y="53199"/>
                    <a:pt x="66634" y="53267"/>
                  </a:cubicBezTo>
                  <a:cubicBezTo>
                    <a:pt x="66659" y="53242"/>
                    <a:pt x="66683" y="53217"/>
                    <a:pt x="66683" y="53167"/>
                  </a:cubicBezTo>
                  <a:cubicBezTo>
                    <a:pt x="66883" y="53118"/>
                    <a:pt x="67082" y="53068"/>
                    <a:pt x="67331" y="53068"/>
                  </a:cubicBezTo>
                  <a:close/>
                  <a:moveTo>
                    <a:pt x="54960" y="44704"/>
                  </a:moveTo>
                  <a:cubicBezTo>
                    <a:pt x="55109" y="44879"/>
                    <a:pt x="55234" y="45028"/>
                    <a:pt x="55383" y="45177"/>
                  </a:cubicBezTo>
                  <a:cubicBezTo>
                    <a:pt x="55209" y="45302"/>
                    <a:pt x="55059" y="45426"/>
                    <a:pt x="54860" y="45551"/>
                  </a:cubicBezTo>
                  <a:lnTo>
                    <a:pt x="54835" y="45551"/>
                  </a:lnTo>
                  <a:cubicBezTo>
                    <a:pt x="54761" y="45576"/>
                    <a:pt x="54736" y="45601"/>
                    <a:pt x="54686" y="45650"/>
                  </a:cubicBezTo>
                  <a:cubicBezTo>
                    <a:pt x="54636" y="45675"/>
                    <a:pt x="54586" y="45700"/>
                    <a:pt x="54561" y="45750"/>
                  </a:cubicBezTo>
                  <a:lnTo>
                    <a:pt x="53715" y="46397"/>
                  </a:lnTo>
                  <a:lnTo>
                    <a:pt x="53641" y="46447"/>
                  </a:lnTo>
                  <a:cubicBezTo>
                    <a:pt x="53616" y="46472"/>
                    <a:pt x="53591" y="46522"/>
                    <a:pt x="53566" y="46522"/>
                  </a:cubicBezTo>
                  <a:cubicBezTo>
                    <a:pt x="53018" y="46945"/>
                    <a:pt x="52496" y="47393"/>
                    <a:pt x="51973" y="47866"/>
                  </a:cubicBezTo>
                  <a:lnTo>
                    <a:pt x="51873" y="47940"/>
                  </a:lnTo>
                  <a:cubicBezTo>
                    <a:pt x="51823" y="48015"/>
                    <a:pt x="51749" y="48040"/>
                    <a:pt x="51699" y="48115"/>
                  </a:cubicBezTo>
                  <a:cubicBezTo>
                    <a:pt x="51624" y="48139"/>
                    <a:pt x="51599" y="48189"/>
                    <a:pt x="51525" y="48239"/>
                  </a:cubicBezTo>
                  <a:lnTo>
                    <a:pt x="51450" y="48314"/>
                  </a:lnTo>
                  <a:cubicBezTo>
                    <a:pt x="51002" y="48737"/>
                    <a:pt x="50604" y="49110"/>
                    <a:pt x="50156" y="49508"/>
                  </a:cubicBezTo>
                  <a:lnTo>
                    <a:pt x="49982" y="49683"/>
                  </a:lnTo>
                  <a:lnTo>
                    <a:pt x="49658" y="50006"/>
                  </a:lnTo>
                  <a:lnTo>
                    <a:pt x="49384" y="50280"/>
                  </a:lnTo>
                  <a:cubicBezTo>
                    <a:pt x="49235" y="50429"/>
                    <a:pt x="49085" y="50629"/>
                    <a:pt x="48911" y="50778"/>
                  </a:cubicBezTo>
                  <a:cubicBezTo>
                    <a:pt x="48662" y="51027"/>
                    <a:pt x="48413" y="51276"/>
                    <a:pt x="48214" y="51550"/>
                  </a:cubicBezTo>
                  <a:cubicBezTo>
                    <a:pt x="48164" y="51599"/>
                    <a:pt x="48140" y="51624"/>
                    <a:pt x="48140" y="51649"/>
                  </a:cubicBezTo>
                  <a:lnTo>
                    <a:pt x="48090" y="51724"/>
                  </a:lnTo>
                  <a:cubicBezTo>
                    <a:pt x="47542" y="52296"/>
                    <a:pt x="47019" y="52894"/>
                    <a:pt x="46547" y="53491"/>
                  </a:cubicBezTo>
                  <a:lnTo>
                    <a:pt x="46148" y="53093"/>
                  </a:lnTo>
                  <a:cubicBezTo>
                    <a:pt x="48911" y="50230"/>
                    <a:pt x="51848" y="47393"/>
                    <a:pt x="54960" y="44704"/>
                  </a:cubicBezTo>
                  <a:close/>
                  <a:moveTo>
                    <a:pt x="69197" y="53391"/>
                  </a:moveTo>
                  <a:cubicBezTo>
                    <a:pt x="69197" y="53391"/>
                    <a:pt x="69247" y="53416"/>
                    <a:pt x="69272" y="53416"/>
                  </a:cubicBezTo>
                  <a:cubicBezTo>
                    <a:pt x="69272" y="53466"/>
                    <a:pt x="69247" y="53466"/>
                    <a:pt x="69247" y="53491"/>
                  </a:cubicBezTo>
                  <a:cubicBezTo>
                    <a:pt x="69197" y="53491"/>
                    <a:pt x="69197" y="53491"/>
                    <a:pt x="69173" y="53466"/>
                  </a:cubicBezTo>
                  <a:cubicBezTo>
                    <a:pt x="69173" y="53416"/>
                    <a:pt x="69197" y="53416"/>
                    <a:pt x="69197" y="53391"/>
                  </a:cubicBezTo>
                  <a:close/>
                  <a:moveTo>
                    <a:pt x="73006" y="46696"/>
                  </a:moveTo>
                  <a:cubicBezTo>
                    <a:pt x="73180" y="47318"/>
                    <a:pt x="73404" y="47990"/>
                    <a:pt x="73678" y="48612"/>
                  </a:cubicBezTo>
                  <a:cubicBezTo>
                    <a:pt x="72558" y="50255"/>
                    <a:pt x="71388" y="51873"/>
                    <a:pt x="70118" y="53491"/>
                  </a:cubicBezTo>
                  <a:cubicBezTo>
                    <a:pt x="69894" y="53416"/>
                    <a:pt x="69695" y="53367"/>
                    <a:pt x="69546" y="53292"/>
                  </a:cubicBezTo>
                  <a:cubicBezTo>
                    <a:pt x="70990" y="51101"/>
                    <a:pt x="72135" y="48861"/>
                    <a:pt x="73006" y="46696"/>
                  </a:cubicBezTo>
                  <a:close/>
                  <a:moveTo>
                    <a:pt x="73777" y="48811"/>
                  </a:moveTo>
                  <a:cubicBezTo>
                    <a:pt x="73777" y="48811"/>
                    <a:pt x="73777" y="48861"/>
                    <a:pt x="73802" y="48861"/>
                  </a:cubicBezTo>
                  <a:cubicBezTo>
                    <a:pt x="72732" y="50429"/>
                    <a:pt x="71562" y="51998"/>
                    <a:pt x="70367" y="53541"/>
                  </a:cubicBezTo>
                  <a:lnTo>
                    <a:pt x="70318" y="53541"/>
                  </a:lnTo>
                  <a:cubicBezTo>
                    <a:pt x="71512" y="52022"/>
                    <a:pt x="72682" y="50429"/>
                    <a:pt x="73777" y="48811"/>
                  </a:cubicBezTo>
                  <a:close/>
                  <a:moveTo>
                    <a:pt x="23522" y="45650"/>
                  </a:moveTo>
                  <a:lnTo>
                    <a:pt x="23572" y="45675"/>
                  </a:lnTo>
                  <a:cubicBezTo>
                    <a:pt x="21506" y="48264"/>
                    <a:pt x="19589" y="50902"/>
                    <a:pt x="17772" y="53591"/>
                  </a:cubicBezTo>
                  <a:lnTo>
                    <a:pt x="17723" y="53591"/>
                  </a:lnTo>
                  <a:cubicBezTo>
                    <a:pt x="19515" y="50927"/>
                    <a:pt x="21456" y="48264"/>
                    <a:pt x="23522" y="45650"/>
                  </a:cubicBezTo>
                  <a:close/>
                  <a:moveTo>
                    <a:pt x="117710" y="41344"/>
                  </a:moveTo>
                  <a:lnTo>
                    <a:pt x="117710" y="41344"/>
                  </a:lnTo>
                  <a:cubicBezTo>
                    <a:pt x="117685" y="41593"/>
                    <a:pt x="117660" y="41842"/>
                    <a:pt x="117660" y="42066"/>
                  </a:cubicBezTo>
                  <a:cubicBezTo>
                    <a:pt x="117461" y="43584"/>
                    <a:pt x="117212" y="45327"/>
                    <a:pt x="116988" y="46671"/>
                  </a:cubicBezTo>
                  <a:cubicBezTo>
                    <a:pt x="116839" y="47642"/>
                    <a:pt x="116540" y="49060"/>
                    <a:pt x="116217" y="50156"/>
                  </a:cubicBezTo>
                  <a:cubicBezTo>
                    <a:pt x="116117" y="50479"/>
                    <a:pt x="116043" y="50778"/>
                    <a:pt x="115943" y="51126"/>
                  </a:cubicBezTo>
                  <a:cubicBezTo>
                    <a:pt x="115719" y="51923"/>
                    <a:pt x="115470" y="52869"/>
                    <a:pt x="115196" y="53715"/>
                  </a:cubicBezTo>
                  <a:lnTo>
                    <a:pt x="115196" y="53541"/>
                  </a:lnTo>
                  <a:cubicBezTo>
                    <a:pt x="115719" y="51599"/>
                    <a:pt x="116067" y="49658"/>
                    <a:pt x="116291" y="47816"/>
                  </a:cubicBezTo>
                  <a:cubicBezTo>
                    <a:pt x="116914" y="45625"/>
                    <a:pt x="117412" y="43460"/>
                    <a:pt x="117710" y="41344"/>
                  </a:cubicBezTo>
                  <a:close/>
                  <a:moveTo>
                    <a:pt x="46049" y="53267"/>
                  </a:moveTo>
                  <a:lnTo>
                    <a:pt x="46472" y="53665"/>
                  </a:lnTo>
                  <a:cubicBezTo>
                    <a:pt x="46472" y="53715"/>
                    <a:pt x="46472" y="53715"/>
                    <a:pt x="46422" y="53740"/>
                  </a:cubicBezTo>
                  <a:lnTo>
                    <a:pt x="46024" y="53342"/>
                  </a:lnTo>
                  <a:cubicBezTo>
                    <a:pt x="46024" y="53292"/>
                    <a:pt x="46049" y="53292"/>
                    <a:pt x="46049" y="53267"/>
                  </a:cubicBezTo>
                  <a:close/>
                  <a:moveTo>
                    <a:pt x="69421" y="53491"/>
                  </a:moveTo>
                  <a:cubicBezTo>
                    <a:pt x="69621" y="53541"/>
                    <a:pt x="69770" y="53615"/>
                    <a:pt x="69944" y="53665"/>
                  </a:cubicBezTo>
                  <a:cubicBezTo>
                    <a:pt x="69944" y="53690"/>
                    <a:pt x="69919" y="53690"/>
                    <a:pt x="69919" y="53740"/>
                  </a:cubicBezTo>
                  <a:cubicBezTo>
                    <a:pt x="69720" y="53665"/>
                    <a:pt x="69571" y="53615"/>
                    <a:pt x="69397" y="53541"/>
                  </a:cubicBezTo>
                  <a:cubicBezTo>
                    <a:pt x="69421" y="53516"/>
                    <a:pt x="69421" y="53491"/>
                    <a:pt x="69421" y="53491"/>
                  </a:cubicBezTo>
                  <a:close/>
                  <a:moveTo>
                    <a:pt x="54494" y="46213"/>
                  </a:moveTo>
                  <a:cubicBezTo>
                    <a:pt x="54460" y="46240"/>
                    <a:pt x="54425" y="46268"/>
                    <a:pt x="54387" y="46298"/>
                  </a:cubicBezTo>
                  <a:cubicBezTo>
                    <a:pt x="54238" y="46422"/>
                    <a:pt x="54064" y="46546"/>
                    <a:pt x="53889" y="46696"/>
                  </a:cubicBezTo>
                  <a:cubicBezTo>
                    <a:pt x="53865" y="46746"/>
                    <a:pt x="53840" y="46746"/>
                    <a:pt x="53815" y="46770"/>
                  </a:cubicBezTo>
                  <a:cubicBezTo>
                    <a:pt x="53740" y="46820"/>
                    <a:pt x="53641" y="46895"/>
                    <a:pt x="53591" y="46945"/>
                  </a:cubicBezTo>
                  <a:cubicBezTo>
                    <a:pt x="53566" y="46970"/>
                    <a:pt x="53516" y="46970"/>
                    <a:pt x="53491" y="47019"/>
                  </a:cubicBezTo>
                  <a:lnTo>
                    <a:pt x="53466" y="47044"/>
                  </a:lnTo>
                  <a:cubicBezTo>
                    <a:pt x="53267" y="47194"/>
                    <a:pt x="53068" y="47343"/>
                    <a:pt x="52869" y="47542"/>
                  </a:cubicBezTo>
                  <a:lnTo>
                    <a:pt x="52844" y="47567"/>
                  </a:lnTo>
                  <a:lnTo>
                    <a:pt x="52769" y="47642"/>
                  </a:lnTo>
                  <a:cubicBezTo>
                    <a:pt x="52744" y="47642"/>
                    <a:pt x="52744" y="47667"/>
                    <a:pt x="52720" y="47667"/>
                  </a:cubicBezTo>
                  <a:cubicBezTo>
                    <a:pt x="52122" y="48164"/>
                    <a:pt x="51575" y="48687"/>
                    <a:pt x="51002" y="49210"/>
                  </a:cubicBezTo>
                  <a:cubicBezTo>
                    <a:pt x="51002" y="49210"/>
                    <a:pt x="50977" y="49210"/>
                    <a:pt x="50977" y="49260"/>
                  </a:cubicBezTo>
                  <a:lnTo>
                    <a:pt x="50878" y="49334"/>
                  </a:lnTo>
                  <a:lnTo>
                    <a:pt x="49658" y="50554"/>
                  </a:lnTo>
                  <a:lnTo>
                    <a:pt x="49608" y="50629"/>
                  </a:lnTo>
                  <a:lnTo>
                    <a:pt x="49509" y="50703"/>
                  </a:lnTo>
                  <a:lnTo>
                    <a:pt x="49359" y="50877"/>
                  </a:lnTo>
                  <a:cubicBezTo>
                    <a:pt x="49011" y="51251"/>
                    <a:pt x="48637" y="51624"/>
                    <a:pt x="48289" y="51998"/>
                  </a:cubicBezTo>
                  <a:lnTo>
                    <a:pt x="48140" y="52147"/>
                  </a:lnTo>
                  <a:lnTo>
                    <a:pt x="48040" y="52246"/>
                  </a:lnTo>
                  <a:cubicBezTo>
                    <a:pt x="48015" y="52271"/>
                    <a:pt x="47990" y="52321"/>
                    <a:pt x="47965" y="52371"/>
                  </a:cubicBezTo>
                  <a:cubicBezTo>
                    <a:pt x="47916" y="52396"/>
                    <a:pt x="47916" y="52421"/>
                    <a:pt x="47891" y="52421"/>
                  </a:cubicBezTo>
                  <a:cubicBezTo>
                    <a:pt x="47517" y="52869"/>
                    <a:pt x="47119" y="53317"/>
                    <a:pt x="46746" y="53765"/>
                  </a:cubicBezTo>
                  <a:lnTo>
                    <a:pt x="46721" y="53740"/>
                  </a:lnTo>
                  <a:cubicBezTo>
                    <a:pt x="46870" y="53541"/>
                    <a:pt x="46995" y="53367"/>
                    <a:pt x="47144" y="53217"/>
                  </a:cubicBezTo>
                  <a:cubicBezTo>
                    <a:pt x="47219" y="53118"/>
                    <a:pt x="47293" y="53018"/>
                    <a:pt x="47368" y="52943"/>
                  </a:cubicBezTo>
                  <a:cubicBezTo>
                    <a:pt x="47766" y="52446"/>
                    <a:pt x="48214" y="51998"/>
                    <a:pt x="48637" y="51500"/>
                  </a:cubicBezTo>
                  <a:cubicBezTo>
                    <a:pt x="48737" y="51400"/>
                    <a:pt x="48787" y="51301"/>
                    <a:pt x="48886" y="51251"/>
                  </a:cubicBezTo>
                  <a:cubicBezTo>
                    <a:pt x="49334" y="50778"/>
                    <a:pt x="49782" y="50305"/>
                    <a:pt x="50255" y="49832"/>
                  </a:cubicBezTo>
                  <a:lnTo>
                    <a:pt x="50479" y="49633"/>
                  </a:lnTo>
                  <a:cubicBezTo>
                    <a:pt x="50977" y="49160"/>
                    <a:pt x="51450" y="48687"/>
                    <a:pt x="51973" y="48264"/>
                  </a:cubicBezTo>
                  <a:cubicBezTo>
                    <a:pt x="52023" y="48239"/>
                    <a:pt x="52072" y="48164"/>
                    <a:pt x="52122" y="48139"/>
                  </a:cubicBezTo>
                  <a:lnTo>
                    <a:pt x="53242" y="47194"/>
                  </a:lnTo>
                  <a:lnTo>
                    <a:pt x="53715" y="46820"/>
                  </a:lnTo>
                  <a:lnTo>
                    <a:pt x="53815" y="46721"/>
                  </a:lnTo>
                  <a:cubicBezTo>
                    <a:pt x="54033" y="46546"/>
                    <a:pt x="54271" y="46371"/>
                    <a:pt x="54494" y="46213"/>
                  </a:cubicBezTo>
                  <a:close/>
                  <a:moveTo>
                    <a:pt x="114997" y="53342"/>
                  </a:moveTo>
                  <a:lnTo>
                    <a:pt x="114997" y="53541"/>
                  </a:lnTo>
                  <a:cubicBezTo>
                    <a:pt x="114997" y="53615"/>
                    <a:pt x="114972" y="53715"/>
                    <a:pt x="114947" y="53765"/>
                  </a:cubicBezTo>
                  <a:lnTo>
                    <a:pt x="114947" y="53541"/>
                  </a:lnTo>
                  <a:cubicBezTo>
                    <a:pt x="114972" y="53491"/>
                    <a:pt x="114972" y="53391"/>
                    <a:pt x="114997" y="53342"/>
                  </a:cubicBezTo>
                  <a:close/>
                  <a:moveTo>
                    <a:pt x="17673" y="53765"/>
                  </a:moveTo>
                  <a:cubicBezTo>
                    <a:pt x="17673" y="53790"/>
                    <a:pt x="17648" y="53790"/>
                    <a:pt x="17648" y="53839"/>
                  </a:cubicBezTo>
                  <a:lnTo>
                    <a:pt x="17598" y="53839"/>
                  </a:lnTo>
                  <a:cubicBezTo>
                    <a:pt x="17598" y="53790"/>
                    <a:pt x="17623" y="53790"/>
                    <a:pt x="17623" y="53765"/>
                  </a:cubicBezTo>
                  <a:close/>
                  <a:moveTo>
                    <a:pt x="66293" y="53362"/>
                  </a:moveTo>
                  <a:cubicBezTo>
                    <a:pt x="66172" y="53507"/>
                    <a:pt x="66031" y="53673"/>
                    <a:pt x="65912" y="53839"/>
                  </a:cubicBezTo>
                  <a:cubicBezTo>
                    <a:pt x="65912" y="53790"/>
                    <a:pt x="65937" y="53765"/>
                    <a:pt x="65937" y="53740"/>
                  </a:cubicBezTo>
                  <a:lnTo>
                    <a:pt x="65937" y="53690"/>
                  </a:lnTo>
                  <a:cubicBezTo>
                    <a:pt x="65937" y="53665"/>
                    <a:pt x="65962" y="53640"/>
                    <a:pt x="65962" y="53615"/>
                  </a:cubicBezTo>
                  <a:cubicBezTo>
                    <a:pt x="66036" y="53516"/>
                    <a:pt x="66086" y="53416"/>
                    <a:pt x="66186" y="53367"/>
                  </a:cubicBezTo>
                  <a:lnTo>
                    <a:pt x="66211" y="53367"/>
                  </a:lnTo>
                  <a:cubicBezTo>
                    <a:pt x="66252" y="53367"/>
                    <a:pt x="66278" y="53367"/>
                    <a:pt x="66293" y="53362"/>
                  </a:cubicBezTo>
                  <a:close/>
                  <a:moveTo>
                    <a:pt x="23721" y="45800"/>
                  </a:moveTo>
                  <a:cubicBezTo>
                    <a:pt x="24070" y="46173"/>
                    <a:pt x="24393" y="46546"/>
                    <a:pt x="24767" y="46895"/>
                  </a:cubicBezTo>
                  <a:cubicBezTo>
                    <a:pt x="23398" y="49235"/>
                    <a:pt x="22278" y="51599"/>
                    <a:pt x="21456" y="53864"/>
                  </a:cubicBezTo>
                  <a:cubicBezTo>
                    <a:pt x="20286" y="53715"/>
                    <a:pt x="19166" y="53615"/>
                    <a:pt x="18046" y="53591"/>
                  </a:cubicBezTo>
                  <a:cubicBezTo>
                    <a:pt x="19789" y="50977"/>
                    <a:pt x="21705" y="48388"/>
                    <a:pt x="23721" y="45800"/>
                  </a:cubicBezTo>
                  <a:close/>
                  <a:moveTo>
                    <a:pt x="24891" y="47019"/>
                  </a:moveTo>
                  <a:lnTo>
                    <a:pt x="24916" y="47044"/>
                  </a:lnTo>
                  <a:cubicBezTo>
                    <a:pt x="23597" y="49359"/>
                    <a:pt x="22502" y="51649"/>
                    <a:pt x="21655" y="53889"/>
                  </a:cubicBezTo>
                  <a:lnTo>
                    <a:pt x="21606" y="53889"/>
                  </a:lnTo>
                  <a:cubicBezTo>
                    <a:pt x="22452" y="51649"/>
                    <a:pt x="23572" y="49359"/>
                    <a:pt x="24891" y="47019"/>
                  </a:cubicBezTo>
                  <a:close/>
                  <a:moveTo>
                    <a:pt x="37835" y="46273"/>
                  </a:moveTo>
                  <a:cubicBezTo>
                    <a:pt x="37959" y="46372"/>
                    <a:pt x="38059" y="46447"/>
                    <a:pt x="38183" y="46546"/>
                  </a:cubicBezTo>
                  <a:cubicBezTo>
                    <a:pt x="36291" y="48936"/>
                    <a:pt x="34698" y="51425"/>
                    <a:pt x="33454" y="53889"/>
                  </a:cubicBezTo>
                  <a:cubicBezTo>
                    <a:pt x="33031" y="53541"/>
                    <a:pt x="32583" y="53217"/>
                    <a:pt x="32184" y="52869"/>
                  </a:cubicBezTo>
                  <a:cubicBezTo>
                    <a:pt x="33952" y="50629"/>
                    <a:pt x="35818" y="48413"/>
                    <a:pt x="37835" y="46273"/>
                  </a:cubicBezTo>
                  <a:close/>
                  <a:moveTo>
                    <a:pt x="38308" y="46646"/>
                  </a:moveTo>
                  <a:cubicBezTo>
                    <a:pt x="38332" y="46646"/>
                    <a:pt x="38332" y="46671"/>
                    <a:pt x="38382" y="46671"/>
                  </a:cubicBezTo>
                  <a:cubicBezTo>
                    <a:pt x="36466" y="49060"/>
                    <a:pt x="34898" y="51550"/>
                    <a:pt x="33653" y="54014"/>
                  </a:cubicBezTo>
                  <a:cubicBezTo>
                    <a:pt x="33603" y="54014"/>
                    <a:pt x="33603" y="53989"/>
                    <a:pt x="33578" y="53989"/>
                  </a:cubicBezTo>
                  <a:cubicBezTo>
                    <a:pt x="34823" y="51525"/>
                    <a:pt x="36416" y="49036"/>
                    <a:pt x="38308" y="46646"/>
                  </a:cubicBezTo>
                  <a:close/>
                  <a:moveTo>
                    <a:pt x="17897" y="53790"/>
                  </a:moveTo>
                  <a:cubicBezTo>
                    <a:pt x="19017" y="53839"/>
                    <a:pt x="20212" y="53889"/>
                    <a:pt x="21357" y="54039"/>
                  </a:cubicBezTo>
                  <a:lnTo>
                    <a:pt x="21357" y="54113"/>
                  </a:lnTo>
                  <a:cubicBezTo>
                    <a:pt x="20162" y="53964"/>
                    <a:pt x="19017" y="53864"/>
                    <a:pt x="17872" y="53864"/>
                  </a:cubicBezTo>
                  <a:cubicBezTo>
                    <a:pt x="17872" y="53839"/>
                    <a:pt x="17897" y="53839"/>
                    <a:pt x="17897" y="53790"/>
                  </a:cubicBezTo>
                  <a:close/>
                  <a:moveTo>
                    <a:pt x="32035" y="52993"/>
                  </a:moveTo>
                  <a:cubicBezTo>
                    <a:pt x="32483" y="53342"/>
                    <a:pt x="32931" y="53715"/>
                    <a:pt x="33354" y="54039"/>
                  </a:cubicBezTo>
                  <a:cubicBezTo>
                    <a:pt x="33354" y="54088"/>
                    <a:pt x="33329" y="54088"/>
                    <a:pt x="33329" y="54113"/>
                  </a:cubicBezTo>
                  <a:cubicBezTo>
                    <a:pt x="32906" y="53765"/>
                    <a:pt x="32433" y="53391"/>
                    <a:pt x="31985" y="53043"/>
                  </a:cubicBezTo>
                  <a:cubicBezTo>
                    <a:pt x="31985" y="53018"/>
                    <a:pt x="32035" y="53018"/>
                    <a:pt x="32035" y="52993"/>
                  </a:cubicBezTo>
                  <a:close/>
                  <a:moveTo>
                    <a:pt x="21606" y="54088"/>
                  </a:moveTo>
                  <a:cubicBezTo>
                    <a:pt x="21606" y="54113"/>
                    <a:pt x="21606" y="54113"/>
                    <a:pt x="21581" y="54138"/>
                  </a:cubicBezTo>
                  <a:lnTo>
                    <a:pt x="21506" y="54138"/>
                  </a:lnTo>
                  <a:cubicBezTo>
                    <a:pt x="21506" y="54113"/>
                    <a:pt x="21506" y="54113"/>
                    <a:pt x="21531" y="54088"/>
                  </a:cubicBezTo>
                  <a:close/>
                  <a:moveTo>
                    <a:pt x="19042" y="40174"/>
                  </a:moveTo>
                  <a:lnTo>
                    <a:pt x="19042" y="40199"/>
                  </a:lnTo>
                  <a:lnTo>
                    <a:pt x="19092" y="40224"/>
                  </a:lnTo>
                  <a:cubicBezTo>
                    <a:pt x="18992" y="40448"/>
                    <a:pt x="18893" y="40573"/>
                    <a:pt x="18793" y="40722"/>
                  </a:cubicBezTo>
                  <a:lnTo>
                    <a:pt x="17673" y="42415"/>
                  </a:lnTo>
                  <a:cubicBezTo>
                    <a:pt x="17499" y="42713"/>
                    <a:pt x="17275" y="43037"/>
                    <a:pt x="17100" y="43311"/>
                  </a:cubicBezTo>
                  <a:cubicBezTo>
                    <a:pt x="16802" y="43759"/>
                    <a:pt x="16553" y="44182"/>
                    <a:pt x="16304" y="44580"/>
                  </a:cubicBezTo>
                  <a:cubicBezTo>
                    <a:pt x="16154" y="44829"/>
                    <a:pt x="16030" y="45053"/>
                    <a:pt x="15881" y="45277"/>
                  </a:cubicBezTo>
                  <a:cubicBezTo>
                    <a:pt x="15507" y="45899"/>
                    <a:pt x="15184" y="46472"/>
                    <a:pt x="14860" y="47094"/>
                  </a:cubicBezTo>
                  <a:cubicBezTo>
                    <a:pt x="14561" y="47592"/>
                    <a:pt x="14313" y="48090"/>
                    <a:pt x="14064" y="48612"/>
                  </a:cubicBezTo>
                  <a:cubicBezTo>
                    <a:pt x="14064" y="48612"/>
                    <a:pt x="14064" y="48637"/>
                    <a:pt x="14039" y="48637"/>
                  </a:cubicBezTo>
                  <a:cubicBezTo>
                    <a:pt x="13939" y="48811"/>
                    <a:pt x="13865" y="49011"/>
                    <a:pt x="13765" y="49235"/>
                  </a:cubicBezTo>
                  <a:cubicBezTo>
                    <a:pt x="13541" y="49683"/>
                    <a:pt x="13317" y="50131"/>
                    <a:pt x="13118" y="50604"/>
                  </a:cubicBezTo>
                  <a:cubicBezTo>
                    <a:pt x="13043" y="50753"/>
                    <a:pt x="12944" y="50902"/>
                    <a:pt x="12894" y="51052"/>
                  </a:cubicBezTo>
                  <a:cubicBezTo>
                    <a:pt x="12421" y="52122"/>
                    <a:pt x="11948" y="53217"/>
                    <a:pt x="11575" y="54238"/>
                  </a:cubicBezTo>
                  <a:lnTo>
                    <a:pt x="11525" y="54238"/>
                  </a:lnTo>
                  <a:cubicBezTo>
                    <a:pt x="13192" y="49658"/>
                    <a:pt x="15781" y="44879"/>
                    <a:pt x="19042" y="40174"/>
                  </a:cubicBezTo>
                  <a:close/>
                  <a:moveTo>
                    <a:pt x="19216" y="40473"/>
                  </a:moveTo>
                  <a:cubicBezTo>
                    <a:pt x="20212" y="41917"/>
                    <a:pt x="21606" y="43634"/>
                    <a:pt x="23398" y="45501"/>
                  </a:cubicBezTo>
                  <a:cubicBezTo>
                    <a:pt x="21282" y="48139"/>
                    <a:pt x="19341" y="50853"/>
                    <a:pt x="17499" y="53591"/>
                  </a:cubicBezTo>
                  <a:cubicBezTo>
                    <a:pt x="15507" y="53591"/>
                    <a:pt x="13566" y="53765"/>
                    <a:pt x="11799" y="54238"/>
                  </a:cubicBezTo>
                  <a:cubicBezTo>
                    <a:pt x="12670" y="51898"/>
                    <a:pt x="13765" y="49508"/>
                    <a:pt x="15109" y="47094"/>
                  </a:cubicBezTo>
                  <a:cubicBezTo>
                    <a:pt x="15258" y="46820"/>
                    <a:pt x="15408" y="46546"/>
                    <a:pt x="15557" y="46298"/>
                  </a:cubicBezTo>
                  <a:cubicBezTo>
                    <a:pt x="15731" y="46024"/>
                    <a:pt x="15881" y="45775"/>
                    <a:pt x="16030" y="45501"/>
                  </a:cubicBezTo>
                  <a:cubicBezTo>
                    <a:pt x="16304" y="45028"/>
                    <a:pt x="16603" y="44555"/>
                    <a:pt x="16876" y="44057"/>
                  </a:cubicBezTo>
                  <a:cubicBezTo>
                    <a:pt x="16926" y="44008"/>
                    <a:pt x="16976" y="43908"/>
                    <a:pt x="17001" y="43833"/>
                  </a:cubicBezTo>
                  <a:cubicBezTo>
                    <a:pt x="17349" y="43286"/>
                    <a:pt x="17723" y="42713"/>
                    <a:pt x="18046" y="42166"/>
                  </a:cubicBezTo>
                  <a:cubicBezTo>
                    <a:pt x="18420" y="41568"/>
                    <a:pt x="18793" y="41046"/>
                    <a:pt x="19216" y="40473"/>
                  </a:cubicBezTo>
                  <a:close/>
                  <a:moveTo>
                    <a:pt x="33528" y="54138"/>
                  </a:moveTo>
                  <a:cubicBezTo>
                    <a:pt x="33553" y="54138"/>
                    <a:pt x="33553" y="54163"/>
                    <a:pt x="33578" y="54163"/>
                  </a:cubicBezTo>
                  <a:cubicBezTo>
                    <a:pt x="33578" y="54213"/>
                    <a:pt x="33553" y="54213"/>
                    <a:pt x="33553" y="54238"/>
                  </a:cubicBezTo>
                  <a:cubicBezTo>
                    <a:pt x="33528" y="54238"/>
                    <a:pt x="33479" y="54238"/>
                    <a:pt x="33479" y="54213"/>
                  </a:cubicBezTo>
                  <a:cubicBezTo>
                    <a:pt x="33479" y="54163"/>
                    <a:pt x="33528" y="54163"/>
                    <a:pt x="33528" y="54138"/>
                  </a:cubicBezTo>
                  <a:close/>
                  <a:moveTo>
                    <a:pt x="17399" y="53790"/>
                  </a:moveTo>
                  <a:cubicBezTo>
                    <a:pt x="17374" y="53790"/>
                    <a:pt x="17374" y="53790"/>
                    <a:pt x="17349" y="53839"/>
                  </a:cubicBezTo>
                  <a:cubicBezTo>
                    <a:pt x="15358" y="53839"/>
                    <a:pt x="13441" y="54039"/>
                    <a:pt x="11699" y="54512"/>
                  </a:cubicBezTo>
                  <a:cubicBezTo>
                    <a:pt x="11699" y="54487"/>
                    <a:pt x="11749" y="54487"/>
                    <a:pt x="11749" y="54462"/>
                  </a:cubicBezTo>
                  <a:cubicBezTo>
                    <a:pt x="13516" y="53989"/>
                    <a:pt x="15408" y="53790"/>
                    <a:pt x="17399" y="53790"/>
                  </a:cubicBezTo>
                  <a:close/>
                  <a:moveTo>
                    <a:pt x="118084" y="37735"/>
                  </a:moveTo>
                  <a:lnTo>
                    <a:pt x="118084" y="38482"/>
                  </a:lnTo>
                  <a:cubicBezTo>
                    <a:pt x="118059" y="39452"/>
                    <a:pt x="118034" y="40647"/>
                    <a:pt x="117909" y="41842"/>
                  </a:cubicBezTo>
                  <a:cubicBezTo>
                    <a:pt x="117909" y="41942"/>
                    <a:pt x="117860" y="42016"/>
                    <a:pt x="117860" y="42091"/>
                  </a:cubicBezTo>
                  <a:cubicBezTo>
                    <a:pt x="117660" y="43709"/>
                    <a:pt x="117436" y="45401"/>
                    <a:pt x="117212" y="46671"/>
                  </a:cubicBezTo>
                  <a:cubicBezTo>
                    <a:pt x="117188" y="46820"/>
                    <a:pt x="117163" y="46945"/>
                    <a:pt x="117113" y="47119"/>
                  </a:cubicBezTo>
                  <a:cubicBezTo>
                    <a:pt x="116964" y="47940"/>
                    <a:pt x="116764" y="48861"/>
                    <a:pt x="116540" y="49857"/>
                  </a:cubicBezTo>
                  <a:cubicBezTo>
                    <a:pt x="116491" y="49981"/>
                    <a:pt x="116466" y="50106"/>
                    <a:pt x="116441" y="50180"/>
                  </a:cubicBezTo>
                  <a:cubicBezTo>
                    <a:pt x="116366" y="50405"/>
                    <a:pt x="116316" y="50629"/>
                    <a:pt x="116242" y="50877"/>
                  </a:cubicBezTo>
                  <a:lnTo>
                    <a:pt x="116142" y="51151"/>
                  </a:lnTo>
                  <a:cubicBezTo>
                    <a:pt x="116043" y="51624"/>
                    <a:pt x="115868" y="52172"/>
                    <a:pt x="115719" y="52719"/>
                  </a:cubicBezTo>
                  <a:cubicBezTo>
                    <a:pt x="115520" y="53292"/>
                    <a:pt x="115346" y="53914"/>
                    <a:pt x="115122" y="54586"/>
                  </a:cubicBezTo>
                  <a:cubicBezTo>
                    <a:pt x="115122" y="54611"/>
                    <a:pt x="115097" y="54611"/>
                    <a:pt x="115097" y="54636"/>
                  </a:cubicBezTo>
                  <a:cubicBezTo>
                    <a:pt x="115097" y="54586"/>
                    <a:pt x="115122" y="54536"/>
                    <a:pt x="115122" y="54487"/>
                  </a:cubicBezTo>
                  <a:lnTo>
                    <a:pt x="115122" y="54362"/>
                  </a:lnTo>
                  <a:cubicBezTo>
                    <a:pt x="115470" y="53391"/>
                    <a:pt x="115819" y="52147"/>
                    <a:pt x="116092" y="51151"/>
                  </a:cubicBezTo>
                  <a:cubicBezTo>
                    <a:pt x="116192" y="50803"/>
                    <a:pt x="116291" y="50504"/>
                    <a:pt x="116366" y="50180"/>
                  </a:cubicBezTo>
                  <a:cubicBezTo>
                    <a:pt x="116690" y="49110"/>
                    <a:pt x="116964" y="47667"/>
                    <a:pt x="117163" y="46671"/>
                  </a:cubicBezTo>
                  <a:cubicBezTo>
                    <a:pt x="117412" y="45327"/>
                    <a:pt x="117611" y="43584"/>
                    <a:pt x="117810" y="42066"/>
                  </a:cubicBezTo>
                  <a:cubicBezTo>
                    <a:pt x="117934" y="41120"/>
                    <a:pt x="117984" y="39801"/>
                    <a:pt x="118034" y="38731"/>
                  </a:cubicBezTo>
                  <a:cubicBezTo>
                    <a:pt x="118059" y="38556"/>
                    <a:pt x="118059" y="38357"/>
                    <a:pt x="118059" y="38208"/>
                  </a:cubicBezTo>
                  <a:lnTo>
                    <a:pt x="118059" y="38083"/>
                  </a:lnTo>
                  <a:cubicBezTo>
                    <a:pt x="118059" y="37959"/>
                    <a:pt x="118059" y="37859"/>
                    <a:pt x="118084" y="37735"/>
                  </a:cubicBezTo>
                  <a:close/>
                  <a:moveTo>
                    <a:pt x="62952" y="52842"/>
                  </a:moveTo>
                  <a:lnTo>
                    <a:pt x="62952" y="52842"/>
                  </a:lnTo>
                  <a:cubicBezTo>
                    <a:pt x="62941" y="52853"/>
                    <a:pt x="62931" y="52862"/>
                    <a:pt x="62925" y="52869"/>
                  </a:cubicBezTo>
                  <a:lnTo>
                    <a:pt x="62352" y="53342"/>
                  </a:lnTo>
                  <a:cubicBezTo>
                    <a:pt x="61979" y="53615"/>
                    <a:pt x="61606" y="53914"/>
                    <a:pt x="61307" y="54213"/>
                  </a:cubicBezTo>
                  <a:cubicBezTo>
                    <a:pt x="61034" y="54445"/>
                    <a:pt x="60760" y="54670"/>
                    <a:pt x="60495" y="54896"/>
                  </a:cubicBezTo>
                  <a:lnTo>
                    <a:pt x="60495" y="54896"/>
                  </a:lnTo>
                  <a:cubicBezTo>
                    <a:pt x="60654" y="54753"/>
                    <a:pt x="60809" y="54615"/>
                    <a:pt x="60959" y="54487"/>
                  </a:cubicBezTo>
                  <a:cubicBezTo>
                    <a:pt x="61058" y="54387"/>
                    <a:pt x="61183" y="54288"/>
                    <a:pt x="61282" y="54213"/>
                  </a:cubicBezTo>
                  <a:cubicBezTo>
                    <a:pt x="61307" y="54213"/>
                    <a:pt x="61307" y="54163"/>
                    <a:pt x="61332" y="54163"/>
                  </a:cubicBezTo>
                  <a:cubicBezTo>
                    <a:pt x="61606" y="53914"/>
                    <a:pt x="61929" y="53665"/>
                    <a:pt x="62228" y="53416"/>
                  </a:cubicBezTo>
                  <a:cubicBezTo>
                    <a:pt x="62352" y="53342"/>
                    <a:pt x="62452" y="53242"/>
                    <a:pt x="62576" y="53143"/>
                  </a:cubicBezTo>
                  <a:cubicBezTo>
                    <a:pt x="62651" y="53093"/>
                    <a:pt x="62726" y="53018"/>
                    <a:pt x="62800" y="52968"/>
                  </a:cubicBezTo>
                  <a:lnTo>
                    <a:pt x="62952" y="52842"/>
                  </a:lnTo>
                  <a:close/>
                  <a:moveTo>
                    <a:pt x="78606" y="45675"/>
                  </a:moveTo>
                  <a:lnTo>
                    <a:pt x="78656" y="45725"/>
                  </a:lnTo>
                  <a:lnTo>
                    <a:pt x="78656" y="45700"/>
                  </a:lnTo>
                  <a:cubicBezTo>
                    <a:pt x="78706" y="45725"/>
                    <a:pt x="78731" y="45725"/>
                    <a:pt x="78731" y="45775"/>
                  </a:cubicBezTo>
                  <a:cubicBezTo>
                    <a:pt x="78756" y="45800"/>
                    <a:pt x="78830" y="45849"/>
                    <a:pt x="78880" y="45899"/>
                  </a:cubicBezTo>
                  <a:cubicBezTo>
                    <a:pt x="78930" y="45924"/>
                    <a:pt x="78980" y="45999"/>
                    <a:pt x="79029" y="46024"/>
                  </a:cubicBezTo>
                  <a:lnTo>
                    <a:pt x="79079" y="46049"/>
                  </a:lnTo>
                  <a:cubicBezTo>
                    <a:pt x="79204" y="46173"/>
                    <a:pt x="79328" y="46273"/>
                    <a:pt x="79477" y="46397"/>
                  </a:cubicBezTo>
                  <a:cubicBezTo>
                    <a:pt x="79602" y="46472"/>
                    <a:pt x="79726" y="46571"/>
                    <a:pt x="79851" y="46696"/>
                  </a:cubicBezTo>
                  <a:cubicBezTo>
                    <a:pt x="79901" y="46770"/>
                    <a:pt x="80000" y="46820"/>
                    <a:pt x="80075" y="46845"/>
                  </a:cubicBezTo>
                  <a:cubicBezTo>
                    <a:pt x="80125" y="46895"/>
                    <a:pt x="80174" y="46945"/>
                    <a:pt x="80224" y="46970"/>
                  </a:cubicBezTo>
                  <a:cubicBezTo>
                    <a:pt x="80374" y="47094"/>
                    <a:pt x="80523" y="47194"/>
                    <a:pt x="80697" y="47293"/>
                  </a:cubicBezTo>
                  <a:cubicBezTo>
                    <a:pt x="80722" y="47293"/>
                    <a:pt x="80722" y="47318"/>
                    <a:pt x="80747" y="47318"/>
                  </a:cubicBezTo>
                  <a:cubicBezTo>
                    <a:pt x="80822" y="47343"/>
                    <a:pt x="80847" y="47393"/>
                    <a:pt x="80896" y="47418"/>
                  </a:cubicBezTo>
                  <a:lnTo>
                    <a:pt x="80946" y="47442"/>
                  </a:lnTo>
                  <a:cubicBezTo>
                    <a:pt x="80971" y="47467"/>
                    <a:pt x="80996" y="47467"/>
                    <a:pt x="81021" y="47517"/>
                  </a:cubicBezTo>
                  <a:lnTo>
                    <a:pt x="81319" y="47691"/>
                  </a:lnTo>
                  <a:cubicBezTo>
                    <a:pt x="81394" y="47766"/>
                    <a:pt x="81469" y="47791"/>
                    <a:pt x="81568" y="47841"/>
                  </a:cubicBezTo>
                  <a:cubicBezTo>
                    <a:pt x="81643" y="47915"/>
                    <a:pt x="81743" y="47965"/>
                    <a:pt x="81842" y="48015"/>
                  </a:cubicBezTo>
                  <a:cubicBezTo>
                    <a:pt x="82016" y="48139"/>
                    <a:pt x="82240" y="48214"/>
                    <a:pt x="82440" y="48339"/>
                  </a:cubicBezTo>
                  <a:cubicBezTo>
                    <a:pt x="82489" y="48388"/>
                    <a:pt x="82589" y="48438"/>
                    <a:pt x="82639" y="48463"/>
                  </a:cubicBezTo>
                  <a:cubicBezTo>
                    <a:pt x="82763" y="48538"/>
                    <a:pt x="82888" y="48587"/>
                    <a:pt x="82987" y="48662"/>
                  </a:cubicBezTo>
                  <a:cubicBezTo>
                    <a:pt x="83087" y="48712"/>
                    <a:pt x="83211" y="48787"/>
                    <a:pt x="83311" y="48811"/>
                  </a:cubicBezTo>
                  <a:lnTo>
                    <a:pt x="83485" y="48911"/>
                  </a:lnTo>
                  <a:lnTo>
                    <a:pt x="83684" y="49011"/>
                  </a:lnTo>
                  <a:cubicBezTo>
                    <a:pt x="82390" y="51052"/>
                    <a:pt x="80996" y="53118"/>
                    <a:pt x="79477" y="55134"/>
                  </a:cubicBezTo>
                  <a:cubicBezTo>
                    <a:pt x="78830" y="54586"/>
                    <a:pt x="78208" y="54014"/>
                    <a:pt x="77611" y="53416"/>
                  </a:cubicBezTo>
                  <a:cubicBezTo>
                    <a:pt x="78407" y="51151"/>
                    <a:pt x="78830" y="48986"/>
                    <a:pt x="78731" y="47019"/>
                  </a:cubicBezTo>
                  <a:lnTo>
                    <a:pt x="78731" y="46920"/>
                  </a:lnTo>
                  <a:cubicBezTo>
                    <a:pt x="78731" y="46770"/>
                    <a:pt x="78706" y="46621"/>
                    <a:pt x="78706" y="46447"/>
                  </a:cubicBezTo>
                  <a:lnTo>
                    <a:pt x="78706" y="46322"/>
                  </a:lnTo>
                  <a:lnTo>
                    <a:pt x="78606" y="45675"/>
                  </a:lnTo>
                  <a:close/>
                  <a:moveTo>
                    <a:pt x="83833" y="49135"/>
                  </a:moveTo>
                  <a:cubicBezTo>
                    <a:pt x="83858" y="49135"/>
                    <a:pt x="83858" y="49160"/>
                    <a:pt x="83883" y="49160"/>
                  </a:cubicBezTo>
                  <a:cubicBezTo>
                    <a:pt x="82589" y="51176"/>
                    <a:pt x="81195" y="53242"/>
                    <a:pt x="79652" y="55283"/>
                  </a:cubicBezTo>
                  <a:cubicBezTo>
                    <a:pt x="79627" y="55283"/>
                    <a:pt x="79627" y="55258"/>
                    <a:pt x="79602" y="55258"/>
                  </a:cubicBezTo>
                  <a:cubicBezTo>
                    <a:pt x="81120" y="53242"/>
                    <a:pt x="82514" y="51176"/>
                    <a:pt x="83833" y="49135"/>
                  </a:cubicBezTo>
                  <a:close/>
                  <a:moveTo>
                    <a:pt x="77536" y="53615"/>
                  </a:moveTo>
                  <a:cubicBezTo>
                    <a:pt x="78108" y="54213"/>
                    <a:pt x="78731" y="54736"/>
                    <a:pt x="79378" y="55258"/>
                  </a:cubicBezTo>
                  <a:cubicBezTo>
                    <a:pt x="79378" y="55283"/>
                    <a:pt x="79353" y="55283"/>
                    <a:pt x="79353" y="55333"/>
                  </a:cubicBezTo>
                  <a:cubicBezTo>
                    <a:pt x="78706" y="54785"/>
                    <a:pt x="78084" y="54238"/>
                    <a:pt x="77511" y="53665"/>
                  </a:cubicBezTo>
                  <a:cubicBezTo>
                    <a:pt x="77511" y="53640"/>
                    <a:pt x="77536" y="53640"/>
                    <a:pt x="77536" y="53615"/>
                  </a:cubicBezTo>
                  <a:close/>
                  <a:moveTo>
                    <a:pt x="79477" y="55383"/>
                  </a:moveTo>
                  <a:cubicBezTo>
                    <a:pt x="79502" y="55383"/>
                    <a:pt x="79527" y="55408"/>
                    <a:pt x="79527" y="55408"/>
                  </a:cubicBezTo>
                  <a:cubicBezTo>
                    <a:pt x="79527" y="55457"/>
                    <a:pt x="79502" y="55457"/>
                    <a:pt x="79502" y="55482"/>
                  </a:cubicBezTo>
                  <a:cubicBezTo>
                    <a:pt x="79477" y="55482"/>
                    <a:pt x="79477" y="55457"/>
                    <a:pt x="79453" y="55457"/>
                  </a:cubicBezTo>
                  <a:cubicBezTo>
                    <a:pt x="79453" y="55408"/>
                    <a:pt x="79477" y="55408"/>
                    <a:pt x="79477" y="55383"/>
                  </a:cubicBezTo>
                  <a:close/>
                  <a:moveTo>
                    <a:pt x="18644" y="39627"/>
                  </a:moveTo>
                  <a:cubicBezTo>
                    <a:pt x="18743" y="39801"/>
                    <a:pt x="18818" y="39925"/>
                    <a:pt x="18917" y="40075"/>
                  </a:cubicBezTo>
                  <a:cubicBezTo>
                    <a:pt x="18021" y="41344"/>
                    <a:pt x="17150" y="42663"/>
                    <a:pt x="16379" y="43958"/>
                  </a:cubicBezTo>
                  <a:cubicBezTo>
                    <a:pt x="14188" y="47517"/>
                    <a:pt x="12520" y="51002"/>
                    <a:pt x="11276" y="54362"/>
                  </a:cubicBezTo>
                  <a:cubicBezTo>
                    <a:pt x="10131" y="54711"/>
                    <a:pt x="9061" y="55109"/>
                    <a:pt x="8140" y="55607"/>
                  </a:cubicBezTo>
                  <a:cubicBezTo>
                    <a:pt x="10952" y="50280"/>
                    <a:pt x="14512" y="44879"/>
                    <a:pt x="18644" y="39627"/>
                  </a:cubicBezTo>
                  <a:close/>
                  <a:moveTo>
                    <a:pt x="18519" y="39428"/>
                  </a:moveTo>
                  <a:cubicBezTo>
                    <a:pt x="18519" y="39452"/>
                    <a:pt x="18544" y="39452"/>
                    <a:pt x="18544" y="39477"/>
                  </a:cubicBezTo>
                  <a:cubicBezTo>
                    <a:pt x="14313" y="44804"/>
                    <a:pt x="10703" y="50305"/>
                    <a:pt x="7841" y="55781"/>
                  </a:cubicBezTo>
                  <a:cubicBezTo>
                    <a:pt x="7816" y="55831"/>
                    <a:pt x="7791" y="55831"/>
                    <a:pt x="7766" y="55856"/>
                  </a:cubicBezTo>
                  <a:cubicBezTo>
                    <a:pt x="10629" y="50355"/>
                    <a:pt x="14263" y="44804"/>
                    <a:pt x="18519" y="39428"/>
                  </a:cubicBezTo>
                  <a:close/>
                  <a:moveTo>
                    <a:pt x="25090" y="47194"/>
                  </a:moveTo>
                  <a:cubicBezTo>
                    <a:pt x="27082" y="49135"/>
                    <a:pt x="29297" y="51101"/>
                    <a:pt x="31562" y="52919"/>
                  </a:cubicBezTo>
                  <a:cubicBezTo>
                    <a:pt x="30790" y="53889"/>
                    <a:pt x="30044" y="54860"/>
                    <a:pt x="29322" y="55856"/>
                  </a:cubicBezTo>
                  <a:cubicBezTo>
                    <a:pt x="26883" y="54960"/>
                    <a:pt x="24369" y="54288"/>
                    <a:pt x="21879" y="53914"/>
                  </a:cubicBezTo>
                  <a:cubicBezTo>
                    <a:pt x="22701" y="51724"/>
                    <a:pt x="23746" y="49484"/>
                    <a:pt x="25090" y="47194"/>
                  </a:cubicBezTo>
                  <a:close/>
                  <a:moveTo>
                    <a:pt x="31687" y="53018"/>
                  </a:moveTo>
                  <a:cubicBezTo>
                    <a:pt x="31711" y="53018"/>
                    <a:pt x="31711" y="53043"/>
                    <a:pt x="31736" y="53043"/>
                  </a:cubicBezTo>
                  <a:cubicBezTo>
                    <a:pt x="30990" y="54014"/>
                    <a:pt x="30243" y="54935"/>
                    <a:pt x="29546" y="55905"/>
                  </a:cubicBezTo>
                  <a:cubicBezTo>
                    <a:pt x="29496" y="55905"/>
                    <a:pt x="29496" y="55881"/>
                    <a:pt x="29471" y="55881"/>
                  </a:cubicBezTo>
                  <a:cubicBezTo>
                    <a:pt x="30193" y="54960"/>
                    <a:pt x="30940" y="53989"/>
                    <a:pt x="31687" y="53018"/>
                  </a:cubicBezTo>
                  <a:close/>
                  <a:moveTo>
                    <a:pt x="11176" y="54611"/>
                  </a:moveTo>
                  <a:cubicBezTo>
                    <a:pt x="11176" y="54611"/>
                    <a:pt x="11176" y="54636"/>
                    <a:pt x="11151" y="54661"/>
                  </a:cubicBezTo>
                  <a:cubicBezTo>
                    <a:pt x="9932" y="55009"/>
                    <a:pt x="8837" y="55482"/>
                    <a:pt x="7916" y="56030"/>
                  </a:cubicBezTo>
                  <a:cubicBezTo>
                    <a:pt x="7940" y="56005"/>
                    <a:pt x="7940" y="55980"/>
                    <a:pt x="7965" y="55955"/>
                  </a:cubicBezTo>
                  <a:cubicBezTo>
                    <a:pt x="8911" y="55408"/>
                    <a:pt x="10006" y="54960"/>
                    <a:pt x="11176" y="54611"/>
                  </a:cubicBezTo>
                  <a:close/>
                  <a:moveTo>
                    <a:pt x="21780" y="54088"/>
                  </a:moveTo>
                  <a:cubicBezTo>
                    <a:pt x="24244" y="54462"/>
                    <a:pt x="26758" y="55084"/>
                    <a:pt x="29173" y="55980"/>
                  </a:cubicBezTo>
                  <a:cubicBezTo>
                    <a:pt x="29173" y="56005"/>
                    <a:pt x="29173" y="56030"/>
                    <a:pt x="29123" y="56030"/>
                  </a:cubicBezTo>
                  <a:cubicBezTo>
                    <a:pt x="26733" y="55134"/>
                    <a:pt x="24244" y="54512"/>
                    <a:pt x="21755" y="54138"/>
                  </a:cubicBezTo>
                  <a:cubicBezTo>
                    <a:pt x="21755" y="54113"/>
                    <a:pt x="21755" y="54113"/>
                    <a:pt x="21780" y="54088"/>
                  </a:cubicBezTo>
                  <a:close/>
                  <a:moveTo>
                    <a:pt x="29347" y="56080"/>
                  </a:moveTo>
                  <a:cubicBezTo>
                    <a:pt x="29372" y="56080"/>
                    <a:pt x="29372" y="56105"/>
                    <a:pt x="29421" y="56105"/>
                  </a:cubicBezTo>
                  <a:cubicBezTo>
                    <a:pt x="29421" y="56129"/>
                    <a:pt x="29372" y="56129"/>
                    <a:pt x="29372" y="56154"/>
                  </a:cubicBezTo>
                  <a:cubicBezTo>
                    <a:pt x="29347" y="56129"/>
                    <a:pt x="29347" y="56129"/>
                    <a:pt x="29322" y="56129"/>
                  </a:cubicBezTo>
                  <a:cubicBezTo>
                    <a:pt x="29322" y="56105"/>
                    <a:pt x="29347" y="56105"/>
                    <a:pt x="29347" y="56080"/>
                  </a:cubicBezTo>
                  <a:close/>
                  <a:moveTo>
                    <a:pt x="59807" y="55507"/>
                  </a:moveTo>
                  <a:cubicBezTo>
                    <a:pt x="59599" y="55690"/>
                    <a:pt x="59374" y="55874"/>
                    <a:pt x="59191" y="56080"/>
                  </a:cubicBezTo>
                  <a:cubicBezTo>
                    <a:pt x="59146" y="56110"/>
                    <a:pt x="59110" y="56131"/>
                    <a:pt x="59077" y="56160"/>
                  </a:cubicBezTo>
                  <a:lnTo>
                    <a:pt x="59077" y="56160"/>
                  </a:lnTo>
                  <a:cubicBezTo>
                    <a:pt x="59123" y="56117"/>
                    <a:pt x="59170" y="56073"/>
                    <a:pt x="59216" y="56030"/>
                  </a:cubicBezTo>
                  <a:cubicBezTo>
                    <a:pt x="59406" y="55864"/>
                    <a:pt x="59596" y="55675"/>
                    <a:pt x="59807" y="55507"/>
                  </a:cubicBezTo>
                  <a:close/>
                  <a:moveTo>
                    <a:pt x="7667" y="56105"/>
                  </a:moveTo>
                  <a:cubicBezTo>
                    <a:pt x="7642" y="56129"/>
                    <a:pt x="7642" y="56154"/>
                    <a:pt x="7592" y="56229"/>
                  </a:cubicBezTo>
                  <a:cubicBezTo>
                    <a:pt x="7567" y="56229"/>
                    <a:pt x="7542" y="56254"/>
                    <a:pt x="7517" y="56279"/>
                  </a:cubicBezTo>
                  <a:cubicBezTo>
                    <a:pt x="7542" y="56254"/>
                    <a:pt x="7542" y="56229"/>
                    <a:pt x="7567" y="56154"/>
                  </a:cubicBezTo>
                  <a:cubicBezTo>
                    <a:pt x="7592" y="56129"/>
                    <a:pt x="7642" y="56129"/>
                    <a:pt x="7667" y="56105"/>
                  </a:cubicBezTo>
                  <a:close/>
                  <a:moveTo>
                    <a:pt x="73877" y="49110"/>
                  </a:moveTo>
                  <a:cubicBezTo>
                    <a:pt x="74624" y="50604"/>
                    <a:pt x="75669" y="52097"/>
                    <a:pt x="77038" y="53516"/>
                  </a:cubicBezTo>
                  <a:cubicBezTo>
                    <a:pt x="76739" y="54412"/>
                    <a:pt x="76341" y="55383"/>
                    <a:pt x="75868" y="56329"/>
                  </a:cubicBezTo>
                  <a:cubicBezTo>
                    <a:pt x="73902" y="55159"/>
                    <a:pt x="72060" y="54263"/>
                    <a:pt x="70517" y="53665"/>
                  </a:cubicBezTo>
                  <a:cubicBezTo>
                    <a:pt x="71687" y="52172"/>
                    <a:pt x="72856" y="50653"/>
                    <a:pt x="73877" y="49110"/>
                  </a:cubicBezTo>
                  <a:close/>
                  <a:moveTo>
                    <a:pt x="77237" y="53665"/>
                  </a:moveTo>
                  <a:cubicBezTo>
                    <a:pt x="77262" y="53715"/>
                    <a:pt x="77262" y="53715"/>
                    <a:pt x="77287" y="53715"/>
                  </a:cubicBezTo>
                  <a:cubicBezTo>
                    <a:pt x="77287" y="53740"/>
                    <a:pt x="77262" y="53765"/>
                    <a:pt x="77262" y="53790"/>
                  </a:cubicBezTo>
                  <a:cubicBezTo>
                    <a:pt x="77262" y="53839"/>
                    <a:pt x="77237" y="53864"/>
                    <a:pt x="77237" y="53889"/>
                  </a:cubicBezTo>
                  <a:cubicBezTo>
                    <a:pt x="77188" y="53989"/>
                    <a:pt x="77138" y="54088"/>
                    <a:pt x="77113" y="54163"/>
                  </a:cubicBezTo>
                  <a:cubicBezTo>
                    <a:pt x="77038" y="54337"/>
                    <a:pt x="76988" y="54487"/>
                    <a:pt x="76914" y="54611"/>
                  </a:cubicBezTo>
                  <a:cubicBezTo>
                    <a:pt x="76889" y="54661"/>
                    <a:pt x="76889" y="54736"/>
                    <a:pt x="76864" y="54760"/>
                  </a:cubicBezTo>
                  <a:cubicBezTo>
                    <a:pt x="76814" y="54785"/>
                    <a:pt x="76814" y="54860"/>
                    <a:pt x="76789" y="54885"/>
                  </a:cubicBezTo>
                  <a:cubicBezTo>
                    <a:pt x="76789" y="54910"/>
                    <a:pt x="76764" y="54910"/>
                    <a:pt x="76764" y="54960"/>
                  </a:cubicBezTo>
                  <a:cubicBezTo>
                    <a:pt x="76690" y="55109"/>
                    <a:pt x="76615" y="55258"/>
                    <a:pt x="76540" y="55457"/>
                  </a:cubicBezTo>
                  <a:cubicBezTo>
                    <a:pt x="76515" y="55532"/>
                    <a:pt x="76491" y="55607"/>
                    <a:pt x="76416" y="55706"/>
                  </a:cubicBezTo>
                  <a:cubicBezTo>
                    <a:pt x="76416" y="55731"/>
                    <a:pt x="76391" y="55756"/>
                    <a:pt x="76391" y="55756"/>
                  </a:cubicBezTo>
                  <a:cubicBezTo>
                    <a:pt x="76291" y="55955"/>
                    <a:pt x="76192" y="56129"/>
                    <a:pt x="76117" y="56279"/>
                  </a:cubicBezTo>
                  <a:cubicBezTo>
                    <a:pt x="76117" y="56329"/>
                    <a:pt x="76067" y="56353"/>
                    <a:pt x="76067" y="56378"/>
                  </a:cubicBezTo>
                  <a:lnTo>
                    <a:pt x="76043" y="56378"/>
                  </a:lnTo>
                  <a:cubicBezTo>
                    <a:pt x="76043" y="56378"/>
                    <a:pt x="76018" y="56378"/>
                    <a:pt x="76018" y="56353"/>
                  </a:cubicBezTo>
                  <a:cubicBezTo>
                    <a:pt x="76491" y="55482"/>
                    <a:pt x="76889" y="54586"/>
                    <a:pt x="77237" y="53665"/>
                  </a:cubicBezTo>
                  <a:close/>
                  <a:moveTo>
                    <a:pt x="67311" y="53370"/>
                  </a:moveTo>
                  <a:cubicBezTo>
                    <a:pt x="67732" y="53370"/>
                    <a:pt x="68256" y="53453"/>
                    <a:pt x="68874" y="53615"/>
                  </a:cubicBezTo>
                  <a:cubicBezTo>
                    <a:pt x="68202" y="54536"/>
                    <a:pt x="67530" y="55482"/>
                    <a:pt x="66783" y="56453"/>
                  </a:cubicBezTo>
                  <a:cubicBezTo>
                    <a:pt x="66136" y="55208"/>
                    <a:pt x="65912" y="54288"/>
                    <a:pt x="66211" y="53790"/>
                  </a:cubicBezTo>
                  <a:cubicBezTo>
                    <a:pt x="66393" y="53509"/>
                    <a:pt x="66766" y="53370"/>
                    <a:pt x="67311" y="53370"/>
                  </a:cubicBezTo>
                  <a:close/>
                  <a:moveTo>
                    <a:pt x="70417" y="53839"/>
                  </a:moveTo>
                  <a:cubicBezTo>
                    <a:pt x="71985" y="54412"/>
                    <a:pt x="73802" y="55333"/>
                    <a:pt x="75794" y="56503"/>
                  </a:cubicBezTo>
                  <a:cubicBezTo>
                    <a:pt x="75794" y="56528"/>
                    <a:pt x="75769" y="56528"/>
                    <a:pt x="75769" y="56577"/>
                  </a:cubicBezTo>
                  <a:cubicBezTo>
                    <a:pt x="73777" y="55408"/>
                    <a:pt x="71935" y="54487"/>
                    <a:pt x="70392" y="53889"/>
                  </a:cubicBezTo>
                  <a:cubicBezTo>
                    <a:pt x="70392" y="53864"/>
                    <a:pt x="70392" y="53839"/>
                    <a:pt x="70417" y="53839"/>
                  </a:cubicBezTo>
                  <a:close/>
                  <a:moveTo>
                    <a:pt x="65912" y="54163"/>
                  </a:moveTo>
                  <a:cubicBezTo>
                    <a:pt x="65837" y="54760"/>
                    <a:pt x="66086" y="55582"/>
                    <a:pt x="66659" y="56602"/>
                  </a:cubicBezTo>
                  <a:lnTo>
                    <a:pt x="66584" y="56652"/>
                  </a:lnTo>
                  <a:cubicBezTo>
                    <a:pt x="66061" y="55657"/>
                    <a:pt x="65787" y="54860"/>
                    <a:pt x="65812" y="54263"/>
                  </a:cubicBezTo>
                  <a:lnTo>
                    <a:pt x="65912" y="54163"/>
                  </a:lnTo>
                  <a:close/>
                  <a:moveTo>
                    <a:pt x="69048" y="53615"/>
                  </a:moveTo>
                  <a:cubicBezTo>
                    <a:pt x="69073" y="53615"/>
                    <a:pt x="69073" y="53615"/>
                    <a:pt x="69098" y="53640"/>
                  </a:cubicBezTo>
                  <a:cubicBezTo>
                    <a:pt x="68426" y="54661"/>
                    <a:pt x="67679" y="55657"/>
                    <a:pt x="66907" y="56652"/>
                  </a:cubicBezTo>
                  <a:cubicBezTo>
                    <a:pt x="66907" y="56627"/>
                    <a:pt x="66858" y="56627"/>
                    <a:pt x="66858" y="56602"/>
                  </a:cubicBezTo>
                  <a:cubicBezTo>
                    <a:pt x="67654" y="55607"/>
                    <a:pt x="68351" y="54611"/>
                    <a:pt x="69048" y="53615"/>
                  </a:cubicBezTo>
                  <a:close/>
                  <a:moveTo>
                    <a:pt x="75918" y="56577"/>
                  </a:moveTo>
                  <a:cubicBezTo>
                    <a:pt x="75968" y="56602"/>
                    <a:pt x="75968" y="56602"/>
                    <a:pt x="75993" y="56602"/>
                  </a:cubicBezTo>
                  <a:cubicBezTo>
                    <a:pt x="75993" y="56627"/>
                    <a:pt x="75943" y="56627"/>
                    <a:pt x="75943" y="56652"/>
                  </a:cubicBezTo>
                  <a:lnTo>
                    <a:pt x="75918" y="56652"/>
                  </a:lnTo>
                  <a:cubicBezTo>
                    <a:pt x="75918" y="56652"/>
                    <a:pt x="75893" y="56652"/>
                    <a:pt x="75893" y="56627"/>
                  </a:cubicBezTo>
                  <a:cubicBezTo>
                    <a:pt x="75893" y="56602"/>
                    <a:pt x="75918" y="56602"/>
                    <a:pt x="75918" y="56577"/>
                  </a:cubicBezTo>
                  <a:close/>
                  <a:moveTo>
                    <a:pt x="66758" y="56752"/>
                  </a:moveTo>
                  <a:cubicBezTo>
                    <a:pt x="66758" y="56777"/>
                    <a:pt x="66783" y="56777"/>
                    <a:pt x="66783" y="56826"/>
                  </a:cubicBezTo>
                  <a:lnTo>
                    <a:pt x="66708" y="56876"/>
                  </a:lnTo>
                  <a:cubicBezTo>
                    <a:pt x="66708" y="56876"/>
                    <a:pt x="66708" y="56851"/>
                    <a:pt x="66683" y="56826"/>
                  </a:cubicBezTo>
                  <a:lnTo>
                    <a:pt x="66758" y="56752"/>
                  </a:lnTo>
                  <a:close/>
                  <a:moveTo>
                    <a:pt x="31861" y="53167"/>
                  </a:moveTo>
                  <a:cubicBezTo>
                    <a:pt x="32334" y="53541"/>
                    <a:pt x="32782" y="53889"/>
                    <a:pt x="33230" y="54263"/>
                  </a:cubicBezTo>
                  <a:cubicBezTo>
                    <a:pt x="32807" y="55208"/>
                    <a:pt x="32408" y="56105"/>
                    <a:pt x="32060" y="57001"/>
                  </a:cubicBezTo>
                  <a:cubicBezTo>
                    <a:pt x="31288" y="56627"/>
                    <a:pt x="30492" y="56279"/>
                    <a:pt x="29695" y="56005"/>
                  </a:cubicBezTo>
                  <a:cubicBezTo>
                    <a:pt x="30417" y="55084"/>
                    <a:pt x="31164" y="54113"/>
                    <a:pt x="31861" y="53167"/>
                  </a:cubicBezTo>
                  <a:close/>
                  <a:moveTo>
                    <a:pt x="69272" y="53665"/>
                  </a:moveTo>
                  <a:cubicBezTo>
                    <a:pt x="69421" y="53740"/>
                    <a:pt x="69621" y="53765"/>
                    <a:pt x="69770" y="53839"/>
                  </a:cubicBezTo>
                  <a:cubicBezTo>
                    <a:pt x="68899" y="54885"/>
                    <a:pt x="68028" y="55955"/>
                    <a:pt x="67082" y="57001"/>
                  </a:cubicBezTo>
                  <a:cubicBezTo>
                    <a:pt x="67082" y="56976"/>
                    <a:pt x="67057" y="56876"/>
                    <a:pt x="67007" y="56826"/>
                  </a:cubicBezTo>
                  <a:cubicBezTo>
                    <a:pt x="67804" y="55781"/>
                    <a:pt x="68575" y="54736"/>
                    <a:pt x="69272" y="53665"/>
                  </a:cubicBezTo>
                  <a:close/>
                  <a:moveTo>
                    <a:pt x="33404" y="54387"/>
                  </a:moveTo>
                  <a:cubicBezTo>
                    <a:pt x="33429" y="54387"/>
                    <a:pt x="33429" y="54412"/>
                    <a:pt x="33454" y="54412"/>
                  </a:cubicBezTo>
                  <a:cubicBezTo>
                    <a:pt x="33031" y="55333"/>
                    <a:pt x="32608" y="56229"/>
                    <a:pt x="32309" y="57125"/>
                  </a:cubicBezTo>
                  <a:cubicBezTo>
                    <a:pt x="32284" y="57125"/>
                    <a:pt x="32284" y="57100"/>
                    <a:pt x="32234" y="57100"/>
                  </a:cubicBezTo>
                  <a:cubicBezTo>
                    <a:pt x="32558" y="56204"/>
                    <a:pt x="32956" y="55283"/>
                    <a:pt x="33404" y="54387"/>
                  </a:cubicBezTo>
                  <a:close/>
                  <a:moveTo>
                    <a:pt x="70019" y="53889"/>
                  </a:moveTo>
                  <a:cubicBezTo>
                    <a:pt x="69148" y="55034"/>
                    <a:pt x="68252" y="56154"/>
                    <a:pt x="67256" y="57225"/>
                  </a:cubicBezTo>
                  <a:cubicBezTo>
                    <a:pt x="67331" y="57075"/>
                    <a:pt x="67430" y="56951"/>
                    <a:pt x="67555" y="56801"/>
                  </a:cubicBezTo>
                  <a:cubicBezTo>
                    <a:pt x="67704" y="56652"/>
                    <a:pt x="67828" y="56503"/>
                    <a:pt x="68003" y="56329"/>
                  </a:cubicBezTo>
                  <a:cubicBezTo>
                    <a:pt x="68351" y="55905"/>
                    <a:pt x="68700" y="55482"/>
                    <a:pt x="69048" y="55084"/>
                  </a:cubicBezTo>
                  <a:cubicBezTo>
                    <a:pt x="69148" y="54984"/>
                    <a:pt x="69197" y="54885"/>
                    <a:pt x="69297" y="54760"/>
                  </a:cubicBezTo>
                  <a:cubicBezTo>
                    <a:pt x="69546" y="54487"/>
                    <a:pt x="69770" y="54188"/>
                    <a:pt x="69969" y="53889"/>
                  </a:cubicBezTo>
                  <a:close/>
                  <a:moveTo>
                    <a:pt x="29596" y="56154"/>
                  </a:moveTo>
                  <a:cubicBezTo>
                    <a:pt x="30392" y="56478"/>
                    <a:pt x="31214" y="56826"/>
                    <a:pt x="32035" y="57200"/>
                  </a:cubicBezTo>
                  <a:cubicBezTo>
                    <a:pt x="31985" y="57225"/>
                    <a:pt x="31985" y="57225"/>
                    <a:pt x="31985" y="57250"/>
                  </a:cubicBezTo>
                  <a:cubicBezTo>
                    <a:pt x="31189" y="56876"/>
                    <a:pt x="30367" y="56528"/>
                    <a:pt x="29571" y="56229"/>
                  </a:cubicBezTo>
                  <a:cubicBezTo>
                    <a:pt x="29571" y="56204"/>
                    <a:pt x="29596" y="56204"/>
                    <a:pt x="29596" y="56154"/>
                  </a:cubicBezTo>
                  <a:close/>
                  <a:moveTo>
                    <a:pt x="66883" y="57001"/>
                  </a:moveTo>
                  <a:cubicBezTo>
                    <a:pt x="66907" y="57075"/>
                    <a:pt x="66932" y="57125"/>
                    <a:pt x="67007" y="57200"/>
                  </a:cubicBezTo>
                  <a:cubicBezTo>
                    <a:pt x="66957" y="57200"/>
                    <a:pt x="66957" y="57225"/>
                    <a:pt x="66932" y="57250"/>
                  </a:cubicBezTo>
                  <a:cubicBezTo>
                    <a:pt x="66907" y="57200"/>
                    <a:pt x="66883" y="57125"/>
                    <a:pt x="66808" y="57075"/>
                  </a:cubicBezTo>
                  <a:lnTo>
                    <a:pt x="66883" y="57001"/>
                  </a:lnTo>
                  <a:close/>
                  <a:moveTo>
                    <a:pt x="32184" y="57250"/>
                  </a:moveTo>
                  <a:cubicBezTo>
                    <a:pt x="32209" y="57250"/>
                    <a:pt x="32209" y="57274"/>
                    <a:pt x="32234" y="57274"/>
                  </a:cubicBezTo>
                  <a:cubicBezTo>
                    <a:pt x="32234" y="57324"/>
                    <a:pt x="32234" y="57324"/>
                    <a:pt x="32209" y="57349"/>
                  </a:cubicBezTo>
                  <a:cubicBezTo>
                    <a:pt x="32184" y="57349"/>
                    <a:pt x="32184" y="57349"/>
                    <a:pt x="32159" y="57324"/>
                  </a:cubicBezTo>
                  <a:cubicBezTo>
                    <a:pt x="32159" y="57274"/>
                    <a:pt x="32159" y="57274"/>
                    <a:pt x="32184" y="57250"/>
                  </a:cubicBezTo>
                  <a:close/>
                  <a:moveTo>
                    <a:pt x="77436" y="53864"/>
                  </a:moveTo>
                  <a:cubicBezTo>
                    <a:pt x="78009" y="54412"/>
                    <a:pt x="78606" y="54960"/>
                    <a:pt x="79229" y="55482"/>
                  </a:cubicBezTo>
                  <a:cubicBezTo>
                    <a:pt x="78706" y="56129"/>
                    <a:pt x="78208" y="56777"/>
                    <a:pt x="77685" y="57449"/>
                  </a:cubicBezTo>
                  <a:cubicBezTo>
                    <a:pt x="77188" y="57125"/>
                    <a:pt x="76739" y="56851"/>
                    <a:pt x="76267" y="56577"/>
                  </a:cubicBezTo>
                  <a:cubicBezTo>
                    <a:pt x="76739" y="55657"/>
                    <a:pt x="77113" y="54760"/>
                    <a:pt x="77436" y="53864"/>
                  </a:cubicBezTo>
                  <a:close/>
                  <a:moveTo>
                    <a:pt x="67082" y="57349"/>
                  </a:moveTo>
                  <a:cubicBezTo>
                    <a:pt x="67082" y="57374"/>
                    <a:pt x="67107" y="57374"/>
                    <a:pt x="67107" y="57399"/>
                  </a:cubicBezTo>
                  <a:lnTo>
                    <a:pt x="67057" y="57474"/>
                  </a:lnTo>
                  <a:lnTo>
                    <a:pt x="67057" y="57449"/>
                  </a:lnTo>
                  <a:cubicBezTo>
                    <a:pt x="67057" y="57449"/>
                    <a:pt x="67057" y="57399"/>
                    <a:pt x="67032" y="57399"/>
                  </a:cubicBezTo>
                  <a:lnTo>
                    <a:pt x="67082" y="57349"/>
                  </a:lnTo>
                  <a:close/>
                  <a:moveTo>
                    <a:pt x="17548" y="36938"/>
                  </a:moveTo>
                  <a:cubicBezTo>
                    <a:pt x="17573" y="37561"/>
                    <a:pt x="17897" y="38332"/>
                    <a:pt x="18395" y="39228"/>
                  </a:cubicBezTo>
                  <a:cubicBezTo>
                    <a:pt x="14039" y="44754"/>
                    <a:pt x="10305" y="50405"/>
                    <a:pt x="7418" y="56005"/>
                  </a:cubicBezTo>
                  <a:cubicBezTo>
                    <a:pt x="6696" y="56478"/>
                    <a:pt x="6049" y="56976"/>
                    <a:pt x="5526" y="57523"/>
                  </a:cubicBezTo>
                  <a:cubicBezTo>
                    <a:pt x="7219" y="53167"/>
                    <a:pt x="9558" y="48662"/>
                    <a:pt x="12421" y="44207"/>
                  </a:cubicBezTo>
                  <a:cubicBezTo>
                    <a:pt x="12769" y="43684"/>
                    <a:pt x="13118" y="43186"/>
                    <a:pt x="13416" y="42663"/>
                  </a:cubicBezTo>
                  <a:cubicBezTo>
                    <a:pt x="14686" y="40722"/>
                    <a:pt x="16105" y="38830"/>
                    <a:pt x="17548" y="36938"/>
                  </a:cubicBezTo>
                  <a:close/>
                  <a:moveTo>
                    <a:pt x="114748" y="54288"/>
                  </a:moveTo>
                  <a:cubicBezTo>
                    <a:pt x="114748" y="54462"/>
                    <a:pt x="114723" y="54586"/>
                    <a:pt x="114698" y="54736"/>
                  </a:cubicBezTo>
                  <a:cubicBezTo>
                    <a:pt x="114450" y="55532"/>
                    <a:pt x="114201" y="56353"/>
                    <a:pt x="113927" y="57200"/>
                  </a:cubicBezTo>
                  <a:cubicBezTo>
                    <a:pt x="113852" y="57324"/>
                    <a:pt x="113802" y="57449"/>
                    <a:pt x="113728" y="57523"/>
                  </a:cubicBezTo>
                  <a:cubicBezTo>
                    <a:pt x="114101" y="56453"/>
                    <a:pt x="114450" y="55383"/>
                    <a:pt x="114748" y="54288"/>
                  </a:cubicBezTo>
                  <a:close/>
                  <a:moveTo>
                    <a:pt x="79328" y="55607"/>
                  </a:moveTo>
                  <a:cubicBezTo>
                    <a:pt x="79353" y="55607"/>
                    <a:pt x="79353" y="55632"/>
                    <a:pt x="79378" y="55632"/>
                  </a:cubicBezTo>
                  <a:cubicBezTo>
                    <a:pt x="78905" y="56279"/>
                    <a:pt x="78407" y="56901"/>
                    <a:pt x="77884" y="57573"/>
                  </a:cubicBezTo>
                  <a:cubicBezTo>
                    <a:pt x="77860" y="57573"/>
                    <a:pt x="77860" y="57523"/>
                    <a:pt x="77835" y="57523"/>
                  </a:cubicBezTo>
                  <a:cubicBezTo>
                    <a:pt x="78333" y="56876"/>
                    <a:pt x="78830" y="56254"/>
                    <a:pt x="79328" y="55607"/>
                  </a:cubicBezTo>
                  <a:close/>
                  <a:moveTo>
                    <a:pt x="114823" y="55283"/>
                  </a:moveTo>
                  <a:lnTo>
                    <a:pt x="114823" y="55283"/>
                  </a:lnTo>
                  <a:cubicBezTo>
                    <a:pt x="114848" y="55358"/>
                    <a:pt x="114823" y="55457"/>
                    <a:pt x="114798" y="55507"/>
                  </a:cubicBezTo>
                  <a:cubicBezTo>
                    <a:pt x="114798" y="55557"/>
                    <a:pt x="114748" y="55607"/>
                    <a:pt x="114748" y="55657"/>
                  </a:cubicBezTo>
                  <a:cubicBezTo>
                    <a:pt x="114748" y="55706"/>
                    <a:pt x="114748" y="55731"/>
                    <a:pt x="114723" y="55756"/>
                  </a:cubicBezTo>
                  <a:cubicBezTo>
                    <a:pt x="114574" y="56154"/>
                    <a:pt x="114425" y="56602"/>
                    <a:pt x="114250" y="57075"/>
                  </a:cubicBezTo>
                  <a:cubicBezTo>
                    <a:pt x="114250" y="57075"/>
                    <a:pt x="114250" y="57100"/>
                    <a:pt x="114225" y="57100"/>
                  </a:cubicBezTo>
                  <a:cubicBezTo>
                    <a:pt x="114201" y="57200"/>
                    <a:pt x="114126" y="57250"/>
                    <a:pt x="114101" y="57349"/>
                  </a:cubicBezTo>
                  <a:cubicBezTo>
                    <a:pt x="114076" y="57399"/>
                    <a:pt x="114051" y="57474"/>
                    <a:pt x="113977" y="57573"/>
                  </a:cubicBezTo>
                  <a:cubicBezTo>
                    <a:pt x="114051" y="57374"/>
                    <a:pt x="114101" y="57225"/>
                    <a:pt x="114176" y="57026"/>
                  </a:cubicBezTo>
                  <a:cubicBezTo>
                    <a:pt x="114250" y="56826"/>
                    <a:pt x="114375" y="56577"/>
                    <a:pt x="114450" y="56353"/>
                  </a:cubicBezTo>
                  <a:lnTo>
                    <a:pt x="114624" y="55781"/>
                  </a:lnTo>
                  <a:lnTo>
                    <a:pt x="114624" y="55756"/>
                  </a:lnTo>
                  <a:lnTo>
                    <a:pt x="114823" y="55283"/>
                  </a:lnTo>
                  <a:close/>
                  <a:moveTo>
                    <a:pt x="76167" y="56727"/>
                  </a:moveTo>
                  <a:cubicBezTo>
                    <a:pt x="76640" y="57001"/>
                    <a:pt x="77113" y="57274"/>
                    <a:pt x="77586" y="57598"/>
                  </a:cubicBezTo>
                  <a:cubicBezTo>
                    <a:pt x="77586" y="57623"/>
                    <a:pt x="77536" y="57623"/>
                    <a:pt x="77536" y="57648"/>
                  </a:cubicBezTo>
                  <a:cubicBezTo>
                    <a:pt x="77063" y="57349"/>
                    <a:pt x="76615" y="57075"/>
                    <a:pt x="76142" y="56826"/>
                  </a:cubicBezTo>
                  <a:cubicBezTo>
                    <a:pt x="76142" y="56752"/>
                    <a:pt x="76167" y="56727"/>
                    <a:pt x="76167" y="56727"/>
                  </a:cubicBezTo>
                  <a:close/>
                  <a:moveTo>
                    <a:pt x="77735" y="57698"/>
                  </a:moveTo>
                  <a:cubicBezTo>
                    <a:pt x="77735" y="57698"/>
                    <a:pt x="77760" y="57698"/>
                    <a:pt x="77785" y="57722"/>
                  </a:cubicBezTo>
                  <a:cubicBezTo>
                    <a:pt x="77785" y="57747"/>
                    <a:pt x="77760" y="57747"/>
                    <a:pt x="77760" y="57772"/>
                  </a:cubicBezTo>
                  <a:cubicBezTo>
                    <a:pt x="77735" y="57772"/>
                    <a:pt x="77735" y="57747"/>
                    <a:pt x="77685" y="57747"/>
                  </a:cubicBezTo>
                  <a:cubicBezTo>
                    <a:pt x="77685" y="57722"/>
                    <a:pt x="77735" y="57722"/>
                    <a:pt x="77735" y="57698"/>
                  </a:cubicBezTo>
                  <a:close/>
                  <a:moveTo>
                    <a:pt x="6347" y="55109"/>
                  </a:moveTo>
                  <a:lnTo>
                    <a:pt x="6347" y="55109"/>
                  </a:lnTo>
                  <a:cubicBezTo>
                    <a:pt x="5949" y="56030"/>
                    <a:pt x="5551" y="56976"/>
                    <a:pt x="5202" y="57897"/>
                  </a:cubicBezTo>
                  <a:cubicBezTo>
                    <a:pt x="5178" y="57971"/>
                    <a:pt x="5103" y="57996"/>
                    <a:pt x="5078" y="58071"/>
                  </a:cubicBezTo>
                  <a:cubicBezTo>
                    <a:pt x="5103" y="57996"/>
                    <a:pt x="5103" y="57971"/>
                    <a:pt x="5128" y="57897"/>
                  </a:cubicBezTo>
                  <a:cubicBezTo>
                    <a:pt x="5800" y="56229"/>
                    <a:pt x="6323" y="55134"/>
                    <a:pt x="6347" y="55109"/>
                  </a:cubicBezTo>
                  <a:close/>
                  <a:moveTo>
                    <a:pt x="7268" y="56353"/>
                  </a:moveTo>
                  <a:cubicBezTo>
                    <a:pt x="7219" y="56403"/>
                    <a:pt x="7219" y="56453"/>
                    <a:pt x="7194" y="56478"/>
                  </a:cubicBezTo>
                  <a:cubicBezTo>
                    <a:pt x="6447" y="57001"/>
                    <a:pt x="5800" y="57573"/>
                    <a:pt x="5277" y="58220"/>
                  </a:cubicBezTo>
                  <a:cubicBezTo>
                    <a:pt x="5302" y="58146"/>
                    <a:pt x="5302" y="58096"/>
                    <a:pt x="5327" y="58021"/>
                  </a:cubicBezTo>
                  <a:cubicBezTo>
                    <a:pt x="5850" y="57399"/>
                    <a:pt x="6522" y="56851"/>
                    <a:pt x="7268" y="56353"/>
                  </a:cubicBezTo>
                  <a:close/>
                  <a:moveTo>
                    <a:pt x="113603" y="58096"/>
                  </a:moveTo>
                  <a:lnTo>
                    <a:pt x="113603" y="58096"/>
                  </a:lnTo>
                  <a:cubicBezTo>
                    <a:pt x="113578" y="58146"/>
                    <a:pt x="113578" y="58220"/>
                    <a:pt x="113553" y="58245"/>
                  </a:cubicBezTo>
                  <a:cubicBezTo>
                    <a:pt x="113553" y="58270"/>
                    <a:pt x="113553" y="58270"/>
                    <a:pt x="113504" y="58320"/>
                  </a:cubicBezTo>
                  <a:cubicBezTo>
                    <a:pt x="113479" y="58370"/>
                    <a:pt x="113429" y="58444"/>
                    <a:pt x="113379" y="58494"/>
                  </a:cubicBezTo>
                  <a:cubicBezTo>
                    <a:pt x="113429" y="58444"/>
                    <a:pt x="113454" y="58345"/>
                    <a:pt x="113454" y="58270"/>
                  </a:cubicBezTo>
                  <a:cubicBezTo>
                    <a:pt x="113504" y="58220"/>
                    <a:pt x="113553" y="58146"/>
                    <a:pt x="113603" y="58096"/>
                  </a:cubicBezTo>
                  <a:close/>
                  <a:moveTo>
                    <a:pt x="6273" y="54835"/>
                  </a:moveTo>
                  <a:lnTo>
                    <a:pt x="6273" y="54835"/>
                  </a:lnTo>
                  <a:cubicBezTo>
                    <a:pt x="6074" y="55258"/>
                    <a:pt x="5850" y="55706"/>
                    <a:pt x="5700" y="56154"/>
                  </a:cubicBezTo>
                  <a:cubicBezTo>
                    <a:pt x="5650" y="56329"/>
                    <a:pt x="5576" y="56453"/>
                    <a:pt x="5551" y="56602"/>
                  </a:cubicBezTo>
                  <a:cubicBezTo>
                    <a:pt x="5451" y="56851"/>
                    <a:pt x="5327" y="57125"/>
                    <a:pt x="5227" y="57374"/>
                  </a:cubicBezTo>
                  <a:cubicBezTo>
                    <a:pt x="5202" y="57474"/>
                    <a:pt x="5178" y="57523"/>
                    <a:pt x="5153" y="57623"/>
                  </a:cubicBezTo>
                  <a:cubicBezTo>
                    <a:pt x="5028" y="57971"/>
                    <a:pt x="4854" y="58320"/>
                    <a:pt x="4705" y="58693"/>
                  </a:cubicBezTo>
                  <a:cubicBezTo>
                    <a:pt x="4705" y="58716"/>
                    <a:pt x="4685" y="58718"/>
                    <a:pt x="4680" y="58736"/>
                  </a:cubicBezTo>
                  <a:lnTo>
                    <a:pt x="4680" y="58736"/>
                  </a:lnTo>
                  <a:cubicBezTo>
                    <a:pt x="4731" y="58266"/>
                    <a:pt x="4905" y="57870"/>
                    <a:pt x="5078" y="57474"/>
                  </a:cubicBezTo>
                  <a:cubicBezTo>
                    <a:pt x="5277" y="56976"/>
                    <a:pt x="5476" y="56478"/>
                    <a:pt x="5675" y="56030"/>
                  </a:cubicBezTo>
                  <a:cubicBezTo>
                    <a:pt x="5725" y="55881"/>
                    <a:pt x="5800" y="55731"/>
                    <a:pt x="5899" y="55582"/>
                  </a:cubicBezTo>
                  <a:cubicBezTo>
                    <a:pt x="5949" y="55408"/>
                    <a:pt x="6049" y="55233"/>
                    <a:pt x="6148" y="55034"/>
                  </a:cubicBezTo>
                  <a:cubicBezTo>
                    <a:pt x="6173" y="54960"/>
                    <a:pt x="6198" y="54885"/>
                    <a:pt x="6273" y="54835"/>
                  </a:cubicBezTo>
                  <a:close/>
                  <a:moveTo>
                    <a:pt x="5028" y="58444"/>
                  </a:moveTo>
                  <a:cubicBezTo>
                    <a:pt x="4978" y="58494"/>
                    <a:pt x="4953" y="58594"/>
                    <a:pt x="4953" y="58643"/>
                  </a:cubicBezTo>
                  <a:cubicBezTo>
                    <a:pt x="4854" y="58718"/>
                    <a:pt x="4829" y="58768"/>
                    <a:pt x="4804" y="58843"/>
                  </a:cubicBezTo>
                  <a:cubicBezTo>
                    <a:pt x="4829" y="58768"/>
                    <a:pt x="4854" y="58693"/>
                    <a:pt x="4904" y="58619"/>
                  </a:cubicBezTo>
                  <a:cubicBezTo>
                    <a:pt x="4929" y="58569"/>
                    <a:pt x="4978" y="58494"/>
                    <a:pt x="5028" y="58444"/>
                  </a:cubicBezTo>
                  <a:close/>
                  <a:moveTo>
                    <a:pt x="38507" y="46795"/>
                  </a:moveTo>
                  <a:cubicBezTo>
                    <a:pt x="41021" y="48861"/>
                    <a:pt x="43435" y="51002"/>
                    <a:pt x="45601" y="53143"/>
                  </a:cubicBezTo>
                  <a:cubicBezTo>
                    <a:pt x="43858" y="55034"/>
                    <a:pt x="42166" y="56976"/>
                    <a:pt x="40622" y="58942"/>
                  </a:cubicBezTo>
                  <a:cubicBezTo>
                    <a:pt x="38407" y="57523"/>
                    <a:pt x="36092" y="55881"/>
                    <a:pt x="33802" y="54113"/>
                  </a:cubicBezTo>
                  <a:cubicBezTo>
                    <a:pt x="35022" y="51674"/>
                    <a:pt x="36590" y="49185"/>
                    <a:pt x="38507" y="46795"/>
                  </a:cubicBezTo>
                  <a:close/>
                  <a:moveTo>
                    <a:pt x="45675" y="53292"/>
                  </a:moveTo>
                  <a:lnTo>
                    <a:pt x="45725" y="53342"/>
                  </a:lnTo>
                  <a:cubicBezTo>
                    <a:pt x="44033" y="55208"/>
                    <a:pt x="42390" y="57125"/>
                    <a:pt x="40797" y="59091"/>
                  </a:cubicBezTo>
                  <a:cubicBezTo>
                    <a:pt x="40772" y="59091"/>
                    <a:pt x="40772" y="59067"/>
                    <a:pt x="40747" y="59067"/>
                  </a:cubicBezTo>
                  <a:cubicBezTo>
                    <a:pt x="42290" y="57100"/>
                    <a:pt x="43933" y="55159"/>
                    <a:pt x="45675" y="53292"/>
                  </a:cubicBezTo>
                  <a:close/>
                  <a:moveTo>
                    <a:pt x="33728" y="54337"/>
                  </a:moveTo>
                  <a:cubicBezTo>
                    <a:pt x="36018" y="56105"/>
                    <a:pt x="38308" y="57722"/>
                    <a:pt x="40523" y="59116"/>
                  </a:cubicBezTo>
                  <a:cubicBezTo>
                    <a:pt x="40448" y="59116"/>
                    <a:pt x="40448" y="59116"/>
                    <a:pt x="40448" y="59141"/>
                  </a:cubicBezTo>
                  <a:cubicBezTo>
                    <a:pt x="38283" y="57747"/>
                    <a:pt x="35968" y="56129"/>
                    <a:pt x="33703" y="54387"/>
                  </a:cubicBezTo>
                  <a:cubicBezTo>
                    <a:pt x="33703" y="54362"/>
                    <a:pt x="33728" y="54362"/>
                    <a:pt x="33728" y="54337"/>
                  </a:cubicBezTo>
                  <a:close/>
                  <a:moveTo>
                    <a:pt x="55731" y="45526"/>
                  </a:moveTo>
                  <a:cubicBezTo>
                    <a:pt x="55806" y="45576"/>
                    <a:pt x="55856" y="45675"/>
                    <a:pt x="55955" y="45725"/>
                  </a:cubicBezTo>
                  <a:lnTo>
                    <a:pt x="56379" y="46173"/>
                  </a:lnTo>
                  <a:lnTo>
                    <a:pt x="56677" y="46447"/>
                  </a:lnTo>
                  <a:lnTo>
                    <a:pt x="57075" y="46870"/>
                  </a:lnTo>
                  <a:cubicBezTo>
                    <a:pt x="57175" y="46945"/>
                    <a:pt x="57250" y="47019"/>
                    <a:pt x="57349" y="47119"/>
                  </a:cubicBezTo>
                  <a:cubicBezTo>
                    <a:pt x="57474" y="47243"/>
                    <a:pt x="57623" y="47368"/>
                    <a:pt x="57748" y="47492"/>
                  </a:cubicBezTo>
                  <a:cubicBezTo>
                    <a:pt x="57822" y="47542"/>
                    <a:pt x="57922" y="47617"/>
                    <a:pt x="57972" y="47667"/>
                  </a:cubicBezTo>
                  <a:cubicBezTo>
                    <a:pt x="58121" y="47791"/>
                    <a:pt x="58295" y="47940"/>
                    <a:pt x="58420" y="48065"/>
                  </a:cubicBezTo>
                  <a:cubicBezTo>
                    <a:pt x="58469" y="48115"/>
                    <a:pt x="58494" y="48164"/>
                    <a:pt x="58569" y="48189"/>
                  </a:cubicBezTo>
                  <a:cubicBezTo>
                    <a:pt x="58743" y="48363"/>
                    <a:pt x="58917" y="48513"/>
                    <a:pt x="59092" y="48637"/>
                  </a:cubicBezTo>
                  <a:cubicBezTo>
                    <a:pt x="59117" y="48637"/>
                    <a:pt x="59117" y="48662"/>
                    <a:pt x="59166" y="48662"/>
                  </a:cubicBezTo>
                  <a:cubicBezTo>
                    <a:pt x="59789" y="49160"/>
                    <a:pt x="60361" y="49633"/>
                    <a:pt x="60934" y="50006"/>
                  </a:cubicBezTo>
                  <a:cubicBezTo>
                    <a:pt x="60734" y="50156"/>
                    <a:pt x="60585" y="50305"/>
                    <a:pt x="60411" y="50429"/>
                  </a:cubicBezTo>
                  <a:cubicBezTo>
                    <a:pt x="60286" y="50529"/>
                    <a:pt x="60162" y="50653"/>
                    <a:pt x="60038" y="50753"/>
                  </a:cubicBezTo>
                  <a:cubicBezTo>
                    <a:pt x="59963" y="50803"/>
                    <a:pt x="59913" y="50853"/>
                    <a:pt x="59863" y="50902"/>
                  </a:cubicBezTo>
                  <a:cubicBezTo>
                    <a:pt x="59465" y="51251"/>
                    <a:pt x="59092" y="51599"/>
                    <a:pt x="58693" y="51923"/>
                  </a:cubicBezTo>
                  <a:cubicBezTo>
                    <a:pt x="58569" y="52022"/>
                    <a:pt x="58469" y="52122"/>
                    <a:pt x="58345" y="52246"/>
                  </a:cubicBezTo>
                  <a:cubicBezTo>
                    <a:pt x="58320" y="52271"/>
                    <a:pt x="58295" y="52271"/>
                    <a:pt x="58295" y="52296"/>
                  </a:cubicBezTo>
                  <a:lnTo>
                    <a:pt x="58245" y="52346"/>
                  </a:lnTo>
                  <a:cubicBezTo>
                    <a:pt x="57772" y="52769"/>
                    <a:pt x="57324" y="53167"/>
                    <a:pt x="56851" y="53615"/>
                  </a:cubicBezTo>
                  <a:cubicBezTo>
                    <a:pt x="56802" y="53665"/>
                    <a:pt x="56727" y="53740"/>
                    <a:pt x="56677" y="53765"/>
                  </a:cubicBezTo>
                  <a:cubicBezTo>
                    <a:pt x="56130" y="54263"/>
                    <a:pt x="55607" y="54760"/>
                    <a:pt x="55084" y="55283"/>
                  </a:cubicBezTo>
                  <a:lnTo>
                    <a:pt x="54935" y="55457"/>
                  </a:lnTo>
                  <a:lnTo>
                    <a:pt x="54835" y="55532"/>
                  </a:lnTo>
                  <a:lnTo>
                    <a:pt x="54810" y="55582"/>
                  </a:lnTo>
                  <a:lnTo>
                    <a:pt x="53516" y="56851"/>
                  </a:lnTo>
                  <a:cubicBezTo>
                    <a:pt x="53392" y="56976"/>
                    <a:pt x="53267" y="57100"/>
                    <a:pt x="53143" y="57250"/>
                  </a:cubicBezTo>
                  <a:cubicBezTo>
                    <a:pt x="52769" y="57648"/>
                    <a:pt x="52396" y="58071"/>
                    <a:pt x="52023" y="58444"/>
                  </a:cubicBezTo>
                  <a:cubicBezTo>
                    <a:pt x="51973" y="58494"/>
                    <a:pt x="51948" y="58569"/>
                    <a:pt x="51873" y="58619"/>
                  </a:cubicBezTo>
                  <a:cubicBezTo>
                    <a:pt x="51823" y="58693"/>
                    <a:pt x="51749" y="58743"/>
                    <a:pt x="51724" y="58818"/>
                  </a:cubicBezTo>
                  <a:cubicBezTo>
                    <a:pt x="51599" y="58942"/>
                    <a:pt x="51475" y="59067"/>
                    <a:pt x="51351" y="59216"/>
                  </a:cubicBezTo>
                  <a:cubicBezTo>
                    <a:pt x="50355" y="57722"/>
                    <a:pt x="48886" y="55905"/>
                    <a:pt x="46970" y="53889"/>
                  </a:cubicBezTo>
                  <a:cubicBezTo>
                    <a:pt x="47343" y="53416"/>
                    <a:pt x="47716" y="52968"/>
                    <a:pt x="48115" y="52520"/>
                  </a:cubicBezTo>
                  <a:lnTo>
                    <a:pt x="48140" y="52495"/>
                  </a:lnTo>
                  <a:cubicBezTo>
                    <a:pt x="48513" y="52097"/>
                    <a:pt x="48886" y="51649"/>
                    <a:pt x="49260" y="51251"/>
                  </a:cubicBezTo>
                  <a:lnTo>
                    <a:pt x="49285" y="51226"/>
                  </a:lnTo>
                  <a:cubicBezTo>
                    <a:pt x="49384" y="51126"/>
                    <a:pt x="49484" y="51002"/>
                    <a:pt x="49583" y="50902"/>
                  </a:cubicBezTo>
                  <a:cubicBezTo>
                    <a:pt x="49882" y="50604"/>
                    <a:pt x="50156" y="50280"/>
                    <a:pt x="50479" y="49981"/>
                  </a:cubicBezTo>
                  <a:cubicBezTo>
                    <a:pt x="50629" y="49807"/>
                    <a:pt x="50828" y="49633"/>
                    <a:pt x="51002" y="49484"/>
                  </a:cubicBezTo>
                  <a:cubicBezTo>
                    <a:pt x="51251" y="49235"/>
                    <a:pt x="51500" y="49011"/>
                    <a:pt x="51774" y="48762"/>
                  </a:cubicBezTo>
                  <a:lnTo>
                    <a:pt x="52819" y="47816"/>
                  </a:lnTo>
                  <a:cubicBezTo>
                    <a:pt x="52869" y="47766"/>
                    <a:pt x="52944" y="47741"/>
                    <a:pt x="52993" y="47667"/>
                  </a:cubicBezTo>
                  <a:cubicBezTo>
                    <a:pt x="53018" y="47642"/>
                    <a:pt x="53093" y="47617"/>
                    <a:pt x="53118" y="47567"/>
                  </a:cubicBezTo>
                  <a:cubicBezTo>
                    <a:pt x="53242" y="47492"/>
                    <a:pt x="53367" y="47393"/>
                    <a:pt x="53466" y="47293"/>
                  </a:cubicBezTo>
                  <a:lnTo>
                    <a:pt x="53516" y="47243"/>
                  </a:lnTo>
                  <a:cubicBezTo>
                    <a:pt x="53641" y="47144"/>
                    <a:pt x="53765" y="47019"/>
                    <a:pt x="53939" y="46920"/>
                  </a:cubicBezTo>
                  <a:lnTo>
                    <a:pt x="54313" y="46646"/>
                  </a:lnTo>
                  <a:cubicBezTo>
                    <a:pt x="54337" y="46621"/>
                    <a:pt x="54362" y="46571"/>
                    <a:pt x="54387" y="46571"/>
                  </a:cubicBezTo>
                  <a:cubicBezTo>
                    <a:pt x="54561" y="46447"/>
                    <a:pt x="54736" y="46322"/>
                    <a:pt x="54885" y="46173"/>
                  </a:cubicBezTo>
                  <a:lnTo>
                    <a:pt x="55258" y="45899"/>
                  </a:lnTo>
                  <a:cubicBezTo>
                    <a:pt x="55383" y="45775"/>
                    <a:pt x="55557" y="45650"/>
                    <a:pt x="55731" y="45526"/>
                  </a:cubicBezTo>
                  <a:close/>
                  <a:moveTo>
                    <a:pt x="40647" y="59191"/>
                  </a:moveTo>
                  <a:cubicBezTo>
                    <a:pt x="40672" y="59191"/>
                    <a:pt x="40672" y="59216"/>
                    <a:pt x="40697" y="59216"/>
                  </a:cubicBezTo>
                  <a:cubicBezTo>
                    <a:pt x="40697" y="59241"/>
                    <a:pt x="40672" y="59241"/>
                    <a:pt x="40672" y="59266"/>
                  </a:cubicBezTo>
                  <a:cubicBezTo>
                    <a:pt x="40647" y="59266"/>
                    <a:pt x="40622" y="59241"/>
                    <a:pt x="40622" y="59241"/>
                  </a:cubicBezTo>
                  <a:cubicBezTo>
                    <a:pt x="40622" y="59216"/>
                    <a:pt x="40647" y="59216"/>
                    <a:pt x="40647" y="59191"/>
                  </a:cubicBezTo>
                  <a:close/>
                  <a:moveTo>
                    <a:pt x="84082" y="49185"/>
                  </a:moveTo>
                  <a:cubicBezTo>
                    <a:pt x="84132" y="49235"/>
                    <a:pt x="84182" y="49235"/>
                    <a:pt x="84232" y="49260"/>
                  </a:cubicBezTo>
                  <a:cubicBezTo>
                    <a:pt x="84306" y="49284"/>
                    <a:pt x="84331" y="49284"/>
                    <a:pt x="84381" y="49309"/>
                  </a:cubicBezTo>
                  <a:cubicBezTo>
                    <a:pt x="84431" y="49309"/>
                    <a:pt x="84456" y="49334"/>
                    <a:pt x="84481" y="49334"/>
                  </a:cubicBezTo>
                  <a:cubicBezTo>
                    <a:pt x="84705" y="49434"/>
                    <a:pt x="84929" y="49533"/>
                    <a:pt x="85178" y="49633"/>
                  </a:cubicBezTo>
                  <a:cubicBezTo>
                    <a:pt x="85227" y="49658"/>
                    <a:pt x="85252" y="49658"/>
                    <a:pt x="85327" y="49683"/>
                  </a:cubicBezTo>
                  <a:cubicBezTo>
                    <a:pt x="85601" y="49782"/>
                    <a:pt x="85850" y="49882"/>
                    <a:pt x="86123" y="49956"/>
                  </a:cubicBezTo>
                  <a:cubicBezTo>
                    <a:pt x="86173" y="49956"/>
                    <a:pt x="86198" y="50006"/>
                    <a:pt x="86248" y="50006"/>
                  </a:cubicBezTo>
                  <a:lnTo>
                    <a:pt x="86298" y="50006"/>
                  </a:lnTo>
                  <a:cubicBezTo>
                    <a:pt x="86497" y="50056"/>
                    <a:pt x="86721" y="50156"/>
                    <a:pt x="86970" y="50205"/>
                  </a:cubicBezTo>
                  <a:cubicBezTo>
                    <a:pt x="87617" y="52844"/>
                    <a:pt x="87244" y="56005"/>
                    <a:pt x="86074" y="59340"/>
                  </a:cubicBezTo>
                  <a:cubicBezTo>
                    <a:pt x="83809" y="58245"/>
                    <a:pt x="81693" y="56901"/>
                    <a:pt x="79826" y="55383"/>
                  </a:cubicBezTo>
                  <a:cubicBezTo>
                    <a:pt x="81344" y="53342"/>
                    <a:pt x="82763" y="51276"/>
                    <a:pt x="84082" y="49185"/>
                  </a:cubicBezTo>
                  <a:close/>
                  <a:moveTo>
                    <a:pt x="46771" y="54014"/>
                  </a:moveTo>
                  <a:cubicBezTo>
                    <a:pt x="48737" y="56030"/>
                    <a:pt x="50206" y="57847"/>
                    <a:pt x="51151" y="59315"/>
                  </a:cubicBezTo>
                  <a:lnTo>
                    <a:pt x="51102" y="59365"/>
                  </a:lnTo>
                  <a:cubicBezTo>
                    <a:pt x="50156" y="57872"/>
                    <a:pt x="48712" y="56080"/>
                    <a:pt x="46746" y="54088"/>
                  </a:cubicBezTo>
                  <a:cubicBezTo>
                    <a:pt x="46746" y="54039"/>
                    <a:pt x="46771" y="54039"/>
                    <a:pt x="46771" y="54014"/>
                  </a:cubicBezTo>
                  <a:close/>
                  <a:moveTo>
                    <a:pt x="60983" y="50156"/>
                  </a:moveTo>
                  <a:cubicBezTo>
                    <a:pt x="60983" y="50156"/>
                    <a:pt x="61033" y="50156"/>
                    <a:pt x="61033" y="50180"/>
                  </a:cubicBezTo>
                  <a:lnTo>
                    <a:pt x="61058" y="50180"/>
                  </a:lnTo>
                  <a:cubicBezTo>
                    <a:pt x="60934" y="50305"/>
                    <a:pt x="60784" y="50479"/>
                    <a:pt x="60585" y="50604"/>
                  </a:cubicBezTo>
                  <a:cubicBezTo>
                    <a:pt x="60486" y="50653"/>
                    <a:pt x="60436" y="50728"/>
                    <a:pt x="60386" y="50753"/>
                  </a:cubicBezTo>
                  <a:cubicBezTo>
                    <a:pt x="60262" y="50877"/>
                    <a:pt x="60137" y="50977"/>
                    <a:pt x="59988" y="51101"/>
                  </a:cubicBezTo>
                  <a:cubicBezTo>
                    <a:pt x="59589" y="51425"/>
                    <a:pt x="59216" y="51749"/>
                    <a:pt x="58843" y="52097"/>
                  </a:cubicBezTo>
                  <a:lnTo>
                    <a:pt x="58768" y="52147"/>
                  </a:lnTo>
                  <a:lnTo>
                    <a:pt x="58743" y="52147"/>
                  </a:lnTo>
                  <a:cubicBezTo>
                    <a:pt x="58693" y="52197"/>
                    <a:pt x="58619" y="52246"/>
                    <a:pt x="58594" y="52296"/>
                  </a:cubicBezTo>
                  <a:cubicBezTo>
                    <a:pt x="58519" y="52371"/>
                    <a:pt x="58445" y="52421"/>
                    <a:pt x="58370" y="52495"/>
                  </a:cubicBezTo>
                  <a:cubicBezTo>
                    <a:pt x="57847" y="52943"/>
                    <a:pt x="57349" y="53416"/>
                    <a:pt x="56851" y="53889"/>
                  </a:cubicBezTo>
                  <a:lnTo>
                    <a:pt x="56777" y="53939"/>
                  </a:lnTo>
                  <a:cubicBezTo>
                    <a:pt x="56254" y="54437"/>
                    <a:pt x="55756" y="54935"/>
                    <a:pt x="55234" y="55432"/>
                  </a:cubicBezTo>
                  <a:lnTo>
                    <a:pt x="54835" y="55856"/>
                  </a:lnTo>
                  <a:lnTo>
                    <a:pt x="54786" y="55881"/>
                  </a:lnTo>
                  <a:lnTo>
                    <a:pt x="54761" y="55905"/>
                  </a:lnTo>
                  <a:lnTo>
                    <a:pt x="53740" y="56951"/>
                  </a:lnTo>
                  <a:cubicBezTo>
                    <a:pt x="53541" y="57125"/>
                    <a:pt x="53392" y="57274"/>
                    <a:pt x="53242" y="57474"/>
                  </a:cubicBezTo>
                  <a:lnTo>
                    <a:pt x="53217" y="57498"/>
                  </a:lnTo>
                  <a:cubicBezTo>
                    <a:pt x="52894" y="57797"/>
                    <a:pt x="52595" y="58146"/>
                    <a:pt x="52272" y="58494"/>
                  </a:cubicBezTo>
                  <a:cubicBezTo>
                    <a:pt x="52147" y="58643"/>
                    <a:pt x="52023" y="58768"/>
                    <a:pt x="51873" y="58917"/>
                  </a:cubicBezTo>
                  <a:cubicBezTo>
                    <a:pt x="51848" y="58967"/>
                    <a:pt x="51799" y="58992"/>
                    <a:pt x="51799" y="59017"/>
                  </a:cubicBezTo>
                  <a:lnTo>
                    <a:pt x="51774" y="59042"/>
                  </a:lnTo>
                  <a:lnTo>
                    <a:pt x="51749" y="59091"/>
                  </a:lnTo>
                  <a:cubicBezTo>
                    <a:pt x="51649" y="59216"/>
                    <a:pt x="51525" y="59291"/>
                    <a:pt x="51425" y="59415"/>
                  </a:cubicBezTo>
                  <a:cubicBezTo>
                    <a:pt x="51425" y="59415"/>
                    <a:pt x="51425" y="59390"/>
                    <a:pt x="51400" y="59390"/>
                  </a:cubicBezTo>
                  <a:lnTo>
                    <a:pt x="51400" y="59365"/>
                  </a:lnTo>
                  <a:cubicBezTo>
                    <a:pt x="52097" y="58619"/>
                    <a:pt x="52769" y="57872"/>
                    <a:pt x="53466" y="57150"/>
                  </a:cubicBezTo>
                  <a:lnTo>
                    <a:pt x="53491" y="57125"/>
                  </a:lnTo>
                  <a:lnTo>
                    <a:pt x="53516" y="57100"/>
                  </a:lnTo>
                  <a:cubicBezTo>
                    <a:pt x="54238" y="56353"/>
                    <a:pt x="54985" y="55607"/>
                    <a:pt x="55731" y="54885"/>
                  </a:cubicBezTo>
                  <a:lnTo>
                    <a:pt x="56005" y="54611"/>
                  </a:lnTo>
                  <a:cubicBezTo>
                    <a:pt x="56752" y="53889"/>
                    <a:pt x="57524" y="53167"/>
                    <a:pt x="58320" y="52446"/>
                  </a:cubicBezTo>
                  <a:lnTo>
                    <a:pt x="58494" y="52271"/>
                  </a:lnTo>
                  <a:cubicBezTo>
                    <a:pt x="58967" y="51873"/>
                    <a:pt x="59440" y="51475"/>
                    <a:pt x="59938" y="51052"/>
                  </a:cubicBezTo>
                  <a:cubicBezTo>
                    <a:pt x="60062" y="50927"/>
                    <a:pt x="60212" y="50853"/>
                    <a:pt x="60336" y="50728"/>
                  </a:cubicBezTo>
                  <a:lnTo>
                    <a:pt x="60983" y="50156"/>
                  </a:lnTo>
                  <a:close/>
                  <a:moveTo>
                    <a:pt x="87169" y="50280"/>
                  </a:moveTo>
                  <a:cubicBezTo>
                    <a:pt x="87194" y="50280"/>
                    <a:pt x="87194" y="50280"/>
                    <a:pt x="87219" y="50305"/>
                  </a:cubicBezTo>
                  <a:cubicBezTo>
                    <a:pt x="87841" y="52919"/>
                    <a:pt x="87468" y="56105"/>
                    <a:pt x="86298" y="59465"/>
                  </a:cubicBezTo>
                  <a:cubicBezTo>
                    <a:pt x="86248" y="59465"/>
                    <a:pt x="86248" y="59440"/>
                    <a:pt x="86223" y="59440"/>
                  </a:cubicBezTo>
                  <a:cubicBezTo>
                    <a:pt x="87418" y="56080"/>
                    <a:pt x="87791" y="52919"/>
                    <a:pt x="87169" y="50280"/>
                  </a:cubicBezTo>
                  <a:close/>
                  <a:moveTo>
                    <a:pt x="79702" y="55532"/>
                  </a:moveTo>
                  <a:cubicBezTo>
                    <a:pt x="81593" y="57075"/>
                    <a:pt x="83709" y="58395"/>
                    <a:pt x="85999" y="59515"/>
                  </a:cubicBezTo>
                  <a:cubicBezTo>
                    <a:pt x="85999" y="59564"/>
                    <a:pt x="85999" y="59564"/>
                    <a:pt x="85974" y="59589"/>
                  </a:cubicBezTo>
                  <a:cubicBezTo>
                    <a:pt x="83684" y="58469"/>
                    <a:pt x="81519" y="57125"/>
                    <a:pt x="79627" y="55607"/>
                  </a:cubicBezTo>
                  <a:lnTo>
                    <a:pt x="79702" y="55532"/>
                  </a:lnTo>
                  <a:close/>
                  <a:moveTo>
                    <a:pt x="51326" y="59490"/>
                  </a:moveTo>
                  <a:lnTo>
                    <a:pt x="51326" y="59515"/>
                  </a:lnTo>
                  <a:cubicBezTo>
                    <a:pt x="51326" y="59515"/>
                    <a:pt x="51326" y="59564"/>
                    <a:pt x="51351" y="59564"/>
                  </a:cubicBezTo>
                  <a:lnTo>
                    <a:pt x="51276" y="59614"/>
                  </a:lnTo>
                  <a:cubicBezTo>
                    <a:pt x="51276" y="59589"/>
                    <a:pt x="51276" y="59589"/>
                    <a:pt x="51251" y="59564"/>
                  </a:cubicBezTo>
                  <a:lnTo>
                    <a:pt x="51326" y="59490"/>
                  </a:lnTo>
                  <a:close/>
                  <a:moveTo>
                    <a:pt x="4232" y="59614"/>
                  </a:moveTo>
                  <a:lnTo>
                    <a:pt x="4232" y="59614"/>
                  </a:lnTo>
                  <a:cubicBezTo>
                    <a:pt x="4223" y="59637"/>
                    <a:pt x="4214" y="59660"/>
                    <a:pt x="4205" y="59684"/>
                  </a:cubicBezTo>
                  <a:lnTo>
                    <a:pt x="4205" y="59684"/>
                  </a:lnTo>
                  <a:cubicBezTo>
                    <a:pt x="4212" y="59656"/>
                    <a:pt x="4218" y="59628"/>
                    <a:pt x="4232" y="59614"/>
                  </a:cubicBezTo>
                  <a:close/>
                  <a:moveTo>
                    <a:pt x="86173" y="59589"/>
                  </a:moveTo>
                  <a:cubicBezTo>
                    <a:pt x="86198" y="59614"/>
                    <a:pt x="86198" y="59614"/>
                    <a:pt x="86223" y="59614"/>
                  </a:cubicBezTo>
                  <a:cubicBezTo>
                    <a:pt x="86223" y="59639"/>
                    <a:pt x="86198" y="59639"/>
                    <a:pt x="86198" y="59689"/>
                  </a:cubicBezTo>
                  <a:cubicBezTo>
                    <a:pt x="86173" y="59689"/>
                    <a:pt x="86173" y="59639"/>
                    <a:pt x="86123" y="59639"/>
                  </a:cubicBezTo>
                  <a:cubicBezTo>
                    <a:pt x="86123" y="59614"/>
                    <a:pt x="86173" y="59614"/>
                    <a:pt x="86173" y="59589"/>
                  </a:cubicBezTo>
                  <a:close/>
                  <a:moveTo>
                    <a:pt x="61282" y="50280"/>
                  </a:moveTo>
                  <a:cubicBezTo>
                    <a:pt x="61332" y="50355"/>
                    <a:pt x="61431" y="50380"/>
                    <a:pt x="61481" y="50405"/>
                  </a:cubicBezTo>
                  <a:cubicBezTo>
                    <a:pt x="57748" y="53118"/>
                    <a:pt x="54387" y="56353"/>
                    <a:pt x="51649" y="59739"/>
                  </a:cubicBezTo>
                  <a:cubicBezTo>
                    <a:pt x="51624" y="59689"/>
                    <a:pt x="51599" y="59614"/>
                    <a:pt x="51525" y="59564"/>
                  </a:cubicBezTo>
                  <a:cubicBezTo>
                    <a:pt x="51624" y="59465"/>
                    <a:pt x="51699" y="59365"/>
                    <a:pt x="51774" y="59266"/>
                  </a:cubicBezTo>
                  <a:cubicBezTo>
                    <a:pt x="52023" y="59017"/>
                    <a:pt x="52247" y="58743"/>
                    <a:pt x="52496" y="58494"/>
                  </a:cubicBezTo>
                  <a:cubicBezTo>
                    <a:pt x="52620" y="58370"/>
                    <a:pt x="52720" y="58245"/>
                    <a:pt x="52844" y="58146"/>
                  </a:cubicBezTo>
                  <a:cubicBezTo>
                    <a:pt x="52968" y="58021"/>
                    <a:pt x="53093" y="57872"/>
                    <a:pt x="53217" y="57747"/>
                  </a:cubicBezTo>
                  <a:cubicBezTo>
                    <a:pt x="53242" y="57722"/>
                    <a:pt x="53267" y="57698"/>
                    <a:pt x="53317" y="57623"/>
                  </a:cubicBezTo>
                  <a:cubicBezTo>
                    <a:pt x="53491" y="57399"/>
                    <a:pt x="53715" y="57200"/>
                    <a:pt x="53939" y="57001"/>
                  </a:cubicBezTo>
                  <a:lnTo>
                    <a:pt x="54761" y="56154"/>
                  </a:lnTo>
                  <a:lnTo>
                    <a:pt x="54885" y="56030"/>
                  </a:lnTo>
                  <a:cubicBezTo>
                    <a:pt x="55059" y="55881"/>
                    <a:pt x="55209" y="55706"/>
                    <a:pt x="55383" y="55532"/>
                  </a:cubicBezTo>
                  <a:cubicBezTo>
                    <a:pt x="55881" y="55034"/>
                    <a:pt x="56379" y="54586"/>
                    <a:pt x="56876" y="54113"/>
                  </a:cubicBezTo>
                  <a:cubicBezTo>
                    <a:pt x="56976" y="54039"/>
                    <a:pt x="57051" y="53964"/>
                    <a:pt x="57125" y="53889"/>
                  </a:cubicBezTo>
                  <a:lnTo>
                    <a:pt x="57175" y="53864"/>
                  </a:lnTo>
                  <a:lnTo>
                    <a:pt x="58469" y="52645"/>
                  </a:lnTo>
                  <a:cubicBezTo>
                    <a:pt x="58619" y="52520"/>
                    <a:pt x="58793" y="52371"/>
                    <a:pt x="58942" y="52246"/>
                  </a:cubicBezTo>
                  <a:cubicBezTo>
                    <a:pt x="59341" y="51898"/>
                    <a:pt x="59714" y="51550"/>
                    <a:pt x="60112" y="51226"/>
                  </a:cubicBezTo>
                  <a:cubicBezTo>
                    <a:pt x="60311" y="51052"/>
                    <a:pt x="60461" y="50927"/>
                    <a:pt x="60660" y="50778"/>
                  </a:cubicBezTo>
                  <a:cubicBezTo>
                    <a:pt x="60859" y="50629"/>
                    <a:pt x="61083" y="50479"/>
                    <a:pt x="61282" y="50280"/>
                  </a:cubicBezTo>
                  <a:close/>
                  <a:moveTo>
                    <a:pt x="4185" y="59735"/>
                  </a:moveTo>
                  <a:cubicBezTo>
                    <a:pt x="4162" y="59797"/>
                    <a:pt x="4138" y="59858"/>
                    <a:pt x="4114" y="59920"/>
                  </a:cubicBezTo>
                  <a:lnTo>
                    <a:pt x="4114" y="59920"/>
                  </a:lnTo>
                  <a:cubicBezTo>
                    <a:pt x="4136" y="59859"/>
                    <a:pt x="4159" y="59799"/>
                    <a:pt x="4182" y="59739"/>
                  </a:cubicBezTo>
                  <a:cubicBezTo>
                    <a:pt x="4183" y="59737"/>
                    <a:pt x="4184" y="59736"/>
                    <a:pt x="4185" y="59735"/>
                  </a:cubicBezTo>
                  <a:close/>
                  <a:moveTo>
                    <a:pt x="51450" y="59714"/>
                  </a:moveTo>
                  <a:cubicBezTo>
                    <a:pt x="51475" y="59764"/>
                    <a:pt x="51525" y="59838"/>
                    <a:pt x="51575" y="59888"/>
                  </a:cubicBezTo>
                  <a:lnTo>
                    <a:pt x="51500" y="59963"/>
                  </a:lnTo>
                  <a:cubicBezTo>
                    <a:pt x="51475" y="59888"/>
                    <a:pt x="51450" y="59838"/>
                    <a:pt x="51375" y="59764"/>
                  </a:cubicBezTo>
                  <a:cubicBezTo>
                    <a:pt x="51400" y="59739"/>
                    <a:pt x="51400" y="59714"/>
                    <a:pt x="51450" y="59714"/>
                  </a:cubicBezTo>
                  <a:close/>
                  <a:moveTo>
                    <a:pt x="61680" y="50529"/>
                  </a:moveTo>
                  <a:cubicBezTo>
                    <a:pt x="61705" y="50529"/>
                    <a:pt x="61705" y="50554"/>
                    <a:pt x="61730" y="50554"/>
                  </a:cubicBezTo>
                  <a:cubicBezTo>
                    <a:pt x="57947" y="53292"/>
                    <a:pt x="54561" y="56528"/>
                    <a:pt x="51823" y="59988"/>
                  </a:cubicBezTo>
                  <a:cubicBezTo>
                    <a:pt x="51823" y="59963"/>
                    <a:pt x="51774" y="59963"/>
                    <a:pt x="51774" y="59938"/>
                  </a:cubicBezTo>
                  <a:cubicBezTo>
                    <a:pt x="54561" y="56503"/>
                    <a:pt x="57922" y="53267"/>
                    <a:pt x="61680" y="50529"/>
                  </a:cubicBezTo>
                  <a:close/>
                  <a:moveTo>
                    <a:pt x="45899" y="53466"/>
                  </a:moveTo>
                  <a:lnTo>
                    <a:pt x="46347" y="53889"/>
                  </a:lnTo>
                  <a:cubicBezTo>
                    <a:pt x="44754" y="55881"/>
                    <a:pt x="43410" y="57971"/>
                    <a:pt x="42315" y="60012"/>
                  </a:cubicBezTo>
                  <a:cubicBezTo>
                    <a:pt x="41892" y="59739"/>
                    <a:pt x="41419" y="59490"/>
                    <a:pt x="40946" y="59191"/>
                  </a:cubicBezTo>
                  <a:cubicBezTo>
                    <a:pt x="42514" y="57250"/>
                    <a:pt x="44157" y="55333"/>
                    <a:pt x="45899" y="53466"/>
                  </a:cubicBezTo>
                  <a:close/>
                  <a:moveTo>
                    <a:pt x="114698" y="52595"/>
                  </a:moveTo>
                  <a:cubicBezTo>
                    <a:pt x="114723" y="52894"/>
                    <a:pt x="114748" y="53217"/>
                    <a:pt x="114748" y="53541"/>
                  </a:cubicBezTo>
                  <a:cubicBezTo>
                    <a:pt x="114350" y="55084"/>
                    <a:pt x="113877" y="56602"/>
                    <a:pt x="113305" y="58195"/>
                  </a:cubicBezTo>
                  <a:cubicBezTo>
                    <a:pt x="112757" y="58892"/>
                    <a:pt x="112110" y="59564"/>
                    <a:pt x="111363" y="60112"/>
                  </a:cubicBezTo>
                  <a:cubicBezTo>
                    <a:pt x="112632" y="57598"/>
                    <a:pt x="113753" y="55084"/>
                    <a:pt x="114698" y="52595"/>
                  </a:cubicBezTo>
                  <a:close/>
                  <a:moveTo>
                    <a:pt x="46397" y="53939"/>
                  </a:moveTo>
                  <a:lnTo>
                    <a:pt x="46422" y="53989"/>
                  </a:lnTo>
                  <a:cubicBezTo>
                    <a:pt x="46497" y="54088"/>
                    <a:pt x="46497" y="54113"/>
                    <a:pt x="46472" y="54113"/>
                  </a:cubicBezTo>
                  <a:cubicBezTo>
                    <a:pt x="46123" y="54536"/>
                    <a:pt x="45800" y="54984"/>
                    <a:pt x="45476" y="55408"/>
                  </a:cubicBezTo>
                  <a:cubicBezTo>
                    <a:pt x="45377" y="55557"/>
                    <a:pt x="45252" y="55706"/>
                    <a:pt x="45153" y="55856"/>
                  </a:cubicBezTo>
                  <a:cubicBezTo>
                    <a:pt x="44929" y="56154"/>
                    <a:pt x="44680" y="56503"/>
                    <a:pt x="44481" y="56851"/>
                  </a:cubicBezTo>
                  <a:cubicBezTo>
                    <a:pt x="44381" y="57001"/>
                    <a:pt x="44281" y="57125"/>
                    <a:pt x="44182" y="57274"/>
                  </a:cubicBezTo>
                  <a:cubicBezTo>
                    <a:pt x="44132" y="57349"/>
                    <a:pt x="44107" y="57424"/>
                    <a:pt x="44033" y="57498"/>
                  </a:cubicBezTo>
                  <a:cubicBezTo>
                    <a:pt x="43809" y="57872"/>
                    <a:pt x="43560" y="58245"/>
                    <a:pt x="43385" y="58594"/>
                  </a:cubicBezTo>
                  <a:cubicBezTo>
                    <a:pt x="43062" y="59116"/>
                    <a:pt x="42788" y="59639"/>
                    <a:pt x="42514" y="60137"/>
                  </a:cubicBezTo>
                  <a:cubicBezTo>
                    <a:pt x="42514" y="60137"/>
                    <a:pt x="42489" y="60137"/>
                    <a:pt x="42489" y="60112"/>
                  </a:cubicBezTo>
                  <a:lnTo>
                    <a:pt x="42440" y="60112"/>
                  </a:lnTo>
                  <a:cubicBezTo>
                    <a:pt x="42564" y="59863"/>
                    <a:pt x="42688" y="59639"/>
                    <a:pt x="42813" y="59390"/>
                  </a:cubicBezTo>
                  <a:cubicBezTo>
                    <a:pt x="42813" y="59365"/>
                    <a:pt x="42863" y="59340"/>
                    <a:pt x="42888" y="59291"/>
                  </a:cubicBezTo>
                  <a:lnTo>
                    <a:pt x="43360" y="58469"/>
                  </a:lnTo>
                  <a:cubicBezTo>
                    <a:pt x="43360" y="58469"/>
                    <a:pt x="43360" y="58419"/>
                    <a:pt x="43385" y="58419"/>
                  </a:cubicBezTo>
                  <a:cubicBezTo>
                    <a:pt x="43560" y="58121"/>
                    <a:pt x="43759" y="57847"/>
                    <a:pt x="43933" y="57523"/>
                  </a:cubicBezTo>
                  <a:cubicBezTo>
                    <a:pt x="44132" y="57225"/>
                    <a:pt x="44306" y="56926"/>
                    <a:pt x="44505" y="56627"/>
                  </a:cubicBezTo>
                  <a:cubicBezTo>
                    <a:pt x="44530" y="56602"/>
                    <a:pt x="44555" y="56553"/>
                    <a:pt x="44555" y="56503"/>
                  </a:cubicBezTo>
                  <a:cubicBezTo>
                    <a:pt x="44754" y="56229"/>
                    <a:pt x="44929" y="55980"/>
                    <a:pt x="45128" y="55681"/>
                  </a:cubicBezTo>
                  <a:cubicBezTo>
                    <a:pt x="45352" y="55408"/>
                    <a:pt x="45526" y="55109"/>
                    <a:pt x="45750" y="54810"/>
                  </a:cubicBezTo>
                  <a:cubicBezTo>
                    <a:pt x="45800" y="54760"/>
                    <a:pt x="45850" y="54686"/>
                    <a:pt x="45899" y="54611"/>
                  </a:cubicBezTo>
                  <a:cubicBezTo>
                    <a:pt x="46049" y="54387"/>
                    <a:pt x="46248" y="54163"/>
                    <a:pt x="46397" y="53939"/>
                  </a:cubicBezTo>
                  <a:close/>
                  <a:moveTo>
                    <a:pt x="51649" y="60062"/>
                  </a:moveTo>
                  <a:cubicBezTo>
                    <a:pt x="51649" y="60087"/>
                    <a:pt x="51699" y="60112"/>
                    <a:pt x="51699" y="60112"/>
                  </a:cubicBezTo>
                  <a:lnTo>
                    <a:pt x="51624" y="60187"/>
                  </a:lnTo>
                  <a:cubicBezTo>
                    <a:pt x="51624" y="60137"/>
                    <a:pt x="51599" y="60137"/>
                    <a:pt x="51599" y="60112"/>
                  </a:cubicBezTo>
                  <a:lnTo>
                    <a:pt x="51649" y="60062"/>
                  </a:lnTo>
                  <a:close/>
                  <a:moveTo>
                    <a:pt x="40822" y="59315"/>
                  </a:moveTo>
                  <a:cubicBezTo>
                    <a:pt x="41295" y="59589"/>
                    <a:pt x="41767" y="59888"/>
                    <a:pt x="42240" y="60137"/>
                  </a:cubicBezTo>
                  <a:cubicBezTo>
                    <a:pt x="42240" y="60187"/>
                    <a:pt x="42191" y="60187"/>
                    <a:pt x="42191" y="60212"/>
                  </a:cubicBezTo>
                  <a:cubicBezTo>
                    <a:pt x="41743" y="59963"/>
                    <a:pt x="41270" y="59689"/>
                    <a:pt x="40797" y="59365"/>
                  </a:cubicBezTo>
                  <a:cubicBezTo>
                    <a:pt x="40797" y="59340"/>
                    <a:pt x="40822" y="59340"/>
                    <a:pt x="40822" y="59315"/>
                  </a:cubicBezTo>
                  <a:close/>
                  <a:moveTo>
                    <a:pt x="42440" y="60261"/>
                  </a:moveTo>
                  <a:cubicBezTo>
                    <a:pt x="42440" y="60261"/>
                    <a:pt x="42489" y="60261"/>
                    <a:pt x="42489" y="60311"/>
                  </a:cubicBezTo>
                  <a:cubicBezTo>
                    <a:pt x="42489" y="60336"/>
                    <a:pt x="42440" y="60336"/>
                    <a:pt x="42440" y="60361"/>
                  </a:cubicBezTo>
                  <a:cubicBezTo>
                    <a:pt x="42415" y="60361"/>
                    <a:pt x="42415" y="60361"/>
                    <a:pt x="42390" y="60336"/>
                  </a:cubicBezTo>
                  <a:cubicBezTo>
                    <a:pt x="42390" y="60311"/>
                    <a:pt x="42415" y="60311"/>
                    <a:pt x="42415" y="60261"/>
                  </a:cubicBezTo>
                  <a:close/>
                  <a:moveTo>
                    <a:pt x="114599" y="52097"/>
                  </a:moveTo>
                  <a:cubicBezTo>
                    <a:pt x="114599" y="52122"/>
                    <a:pt x="114624" y="52172"/>
                    <a:pt x="114624" y="52222"/>
                  </a:cubicBezTo>
                  <a:cubicBezTo>
                    <a:pt x="113628" y="54885"/>
                    <a:pt x="112433" y="57598"/>
                    <a:pt x="111064" y="60336"/>
                  </a:cubicBezTo>
                  <a:cubicBezTo>
                    <a:pt x="111015" y="60361"/>
                    <a:pt x="110990" y="60386"/>
                    <a:pt x="110965" y="60386"/>
                  </a:cubicBezTo>
                  <a:cubicBezTo>
                    <a:pt x="112359" y="57598"/>
                    <a:pt x="113603" y="54835"/>
                    <a:pt x="114599" y="52097"/>
                  </a:cubicBezTo>
                  <a:close/>
                  <a:moveTo>
                    <a:pt x="87443" y="50355"/>
                  </a:moveTo>
                  <a:lnTo>
                    <a:pt x="87443" y="50355"/>
                  </a:lnTo>
                  <a:cubicBezTo>
                    <a:pt x="87692" y="50405"/>
                    <a:pt x="87916" y="50479"/>
                    <a:pt x="88164" y="50529"/>
                  </a:cubicBezTo>
                  <a:cubicBezTo>
                    <a:pt x="88214" y="50529"/>
                    <a:pt x="88289" y="50554"/>
                    <a:pt x="88339" y="50554"/>
                  </a:cubicBezTo>
                  <a:cubicBezTo>
                    <a:pt x="88438" y="50579"/>
                    <a:pt x="88563" y="50579"/>
                    <a:pt x="88662" y="50629"/>
                  </a:cubicBezTo>
                  <a:cubicBezTo>
                    <a:pt x="88812" y="50653"/>
                    <a:pt x="88986" y="50678"/>
                    <a:pt x="89160" y="50728"/>
                  </a:cubicBezTo>
                  <a:cubicBezTo>
                    <a:pt x="89210" y="50728"/>
                    <a:pt x="89285" y="50753"/>
                    <a:pt x="89359" y="50753"/>
                  </a:cubicBezTo>
                  <a:lnTo>
                    <a:pt x="89409" y="50753"/>
                  </a:lnTo>
                  <a:cubicBezTo>
                    <a:pt x="89434" y="50753"/>
                    <a:pt x="89484" y="50753"/>
                    <a:pt x="89534" y="50778"/>
                  </a:cubicBezTo>
                  <a:lnTo>
                    <a:pt x="90181" y="50877"/>
                  </a:lnTo>
                  <a:cubicBezTo>
                    <a:pt x="90305" y="50902"/>
                    <a:pt x="90430" y="50902"/>
                    <a:pt x="90554" y="50902"/>
                  </a:cubicBezTo>
                  <a:cubicBezTo>
                    <a:pt x="90778" y="50927"/>
                    <a:pt x="91027" y="50952"/>
                    <a:pt x="91226" y="50952"/>
                  </a:cubicBezTo>
                  <a:lnTo>
                    <a:pt x="91351" y="50952"/>
                  </a:lnTo>
                  <a:cubicBezTo>
                    <a:pt x="91450" y="50952"/>
                    <a:pt x="91575" y="50952"/>
                    <a:pt x="91674" y="51002"/>
                  </a:cubicBezTo>
                  <a:lnTo>
                    <a:pt x="91799" y="51002"/>
                  </a:lnTo>
                  <a:cubicBezTo>
                    <a:pt x="91898" y="51002"/>
                    <a:pt x="91948" y="51002"/>
                    <a:pt x="92048" y="51027"/>
                  </a:cubicBezTo>
                  <a:cubicBezTo>
                    <a:pt x="92147" y="51027"/>
                    <a:pt x="92222" y="51027"/>
                    <a:pt x="92321" y="51052"/>
                  </a:cubicBezTo>
                  <a:lnTo>
                    <a:pt x="93417" y="51052"/>
                  </a:lnTo>
                  <a:cubicBezTo>
                    <a:pt x="93989" y="51052"/>
                    <a:pt x="94586" y="51027"/>
                    <a:pt x="95184" y="51002"/>
                  </a:cubicBezTo>
                  <a:lnTo>
                    <a:pt x="95184" y="51002"/>
                  </a:lnTo>
                  <a:cubicBezTo>
                    <a:pt x="93392" y="54238"/>
                    <a:pt x="91276" y="57449"/>
                    <a:pt x="88936" y="60585"/>
                  </a:cubicBezTo>
                  <a:cubicBezTo>
                    <a:pt x="88090" y="60261"/>
                    <a:pt x="87244" y="59888"/>
                    <a:pt x="86447" y="59515"/>
                  </a:cubicBezTo>
                  <a:cubicBezTo>
                    <a:pt x="87617" y="56154"/>
                    <a:pt x="88040" y="53018"/>
                    <a:pt x="87443" y="50355"/>
                  </a:cubicBezTo>
                  <a:close/>
                  <a:moveTo>
                    <a:pt x="113105" y="58718"/>
                  </a:moveTo>
                  <a:lnTo>
                    <a:pt x="113105" y="58718"/>
                  </a:lnTo>
                  <a:cubicBezTo>
                    <a:pt x="113081" y="58768"/>
                    <a:pt x="113081" y="58843"/>
                    <a:pt x="113056" y="58892"/>
                  </a:cubicBezTo>
                  <a:cubicBezTo>
                    <a:pt x="112508" y="59515"/>
                    <a:pt x="111861" y="60087"/>
                    <a:pt x="111114" y="60585"/>
                  </a:cubicBezTo>
                  <a:cubicBezTo>
                    <a:pt x="111139" y="60560"/>
                    <a:pt x="111139" y="60510"/>
                    <a:pt x="111189" y="60460"/>
                  </a:cubicBezTo>
                  <a:cubicBezTo>
                    <a:pt x="111936" y="59938"/>
                    <a:pt x="112583" y="59365"/>
                    <a:pt x="113105" y="58718"/>
                  </a:cubicBezTo>
                  <a:close/>
                  <a:moveTo>
                    <a:pt x="95532" y="51027"/>
                  </a:moveTo>
                  <a:cubicBezTo>
                    <a:pt x="93665" y="54263"/>
                    <a:pt x="91525" y="57498"/>
                    <a:pt x="89185" y="60684"/>
                  </a:cubicBezTo>
                  <a:cubicBezTo>
                    <a:pt x="89160" y="60684"/>
                    <a:pt x="89160" y="60635"/>
                    <a:pt x="89110" y="60635"/>
                  </a:cubicBezTo>
                  <a:cubicBezTo>
                    <a:pt x="91475" y="57474"/>
                    <a:pt x="93591" y="54238"/>
                    <a:pt x="95458" y="51027"/>
                  </a:cubicBezTo>
                  <a:close/>
                  <a:moveTo>
                    <a:pt x="86372" y="59714"/>
                  </a:moveTo>
                  <a:cubicBezTo>
                    <a:pt x="87194" y="60087"/>
                    <a:pt x="87990" y="60436"/>
                    <a:pt x="88812" y="60734"/>
                  </a:cubicBezTo>
                  <a:cubicBezTo>
                    <a:pt x="88812" y="60759"/>
                    <a:pt x="88787" y="60759"/>
                    <a:pt x="88787" y="60809"/>
                  </a:cubicBezTo>
                  <a:cubicBezTo>
                    <a:pt x="87965" y="60485"/>
                    <a:pt x="87169" y="60137"/>
                    <a:pt x="86347" y="59764"/>
                  </a:cubicBezTo>
                  <a:cubicBezTo>
                    <a:pt x="86372" y="59739"/>
                    <a:pt x="86372" y="59714"/>
                    <a:pt x="86372" y="59714"/>
                  </a:cubicBezTo>
                  <a:close/>
                  <a:moveTo>
                    <a:pt x="110865" y="60685"/>
                  </a:moveTo>
                  <a:lnTo>
                    <a:pt x="110865" y="60685"/>
                  </a:lnTo>
                  <a:cubicBezTo>
                    <a:pt x="110840" y="60709"/>
                    <a:pt x="110840" y="60734"/>
                    <a:pt x="110815" y="60809"/>
                  </a:cubicBezTo>
                  <a:cubicBezTo>
                    <a:pt x="110766" y="60834"/>
                    <a:pt x="110741" y="60834"/>
                    <a:pt x="110716" y="60859"/>
                  </a:cubicBezTo>
                  <a:cubicBezTo>
                    <a:pt x="110741" y="60834"/>
                    <a:pt x="110741" y="60809"/>
                    <a:pt x="110766" y="60734"/>
                  </a:cubicBezTo>
                  <a:cubicBezTo>
                    <a:pt x="110815" y="60709"/>
                    <a:pt x="110840" y="60709"/>
                    <a:pt x="110865" y="60685"/>
                  </a:cubicBezTo>
                  <a:close/>
                  <a:moveTo>
                    <a:pt x="88986" y="60809"/>
                  </a:moveTo>
                  <a:cubicBezTo>
                    <a:pt x="89036" y="60809"/>
                    <a:pt x="89061" y="60834"/>
                    <a:pt x="89061" y="60834"/>
                  </a:cubicBezTo>
                  <a:cubicBezTo>
                    <a:pt x="89061" y="60859"/>
                    <a:pt x="89011" y="60859"/>
                    <a:pt x="89011" y="60884"/>
                  </a:cubicBezTo>
                  <a:cubicBezTo>
                    <a:pt x="88986" y="60884"/>
                    <a:pt x="88986" y="60884"/>
                    <a:pt x="88961" y="60859"/>
                  </a:cubicBezTo>
                  <a:cubicBezTo>
                    <a:pt x="88961" y="60834"/>
                    <a:pt x="88986" y="60834"/>
                    <a:pt x="88986" y="60809"/>
                  </a:cubicBezTo>
                  <a:close/>
                  <a:moveTo>
                    <a:pt x="33578" y="54536"/>
                  </a:moveTo>
                  <a:cubicBezTo>
                    <a:pt x="35843" y="56279"/>
                    <a:pt x="38133" y="57897"/>
                    <a:pt x="40299" y="59315"/>
                  </a:cubicBezTo>
                  <a:cubicBezTo>
                    <a:pt x="39801" y="59963"/>
                    <a:pt x="39303" y="60585"/>
                    <a:pt x="38805" y="61232"/>
                  </a:cubicBezTo>
                  <a:cubicBezTo>
                    <a:pt x="36914" y="59689"/>
                    <a:pt x="34723" y="58345"/>
                    <a:pt x="32433" y="57225"/>
                  </a:cubicBezTo>
                  <a:cubicBezTo>
                    <a:pt x="32782" y="56329"/>
                    <a:pt x="33180" y="55408"/>
                    <a:pt x="33578" y="54536"/>
                  </a:cubicBezTo>
                  <a:close/>
                  <a:moveTo>
                    <a:pt x="40498" y="59365"/>
                  </a:moveTo>
                  <a:cubicBezTo>
                    <a:pt x="40523" y="59365"/>
                    <a:pt x="40523" y="59390"/>
                    <a:pt x="40548" y="59390"/>
                  </a:cubicBezTo>
                  <a:cubicBezTo>
                    <a:pt x="40050" y="60062"/>
                    <a:pt x="39527" y="60709"/>
                    <a:pt x="39054" y="61357"/>
                  </a:cubicBezTo>
                  <a:cubicBezTo>
                    <a:pt x="39029" y="61357"/>
                    <a:pt x="39029" y="61332"/>
                    <a:pt x="39005" y="61332"/>
                  </a:cubicBezTo>
                  <a:cubicBezTo>
                    <a:pt x="39453" y="60684"/>
                    <a:pt x="39950" y="60012"/>
                    <a:pt x="40498" y="59365"/>
                  </a:cubicBezTo>
                  <a:close/>
                  <a:moveTo>
                    <a:pt x="3612" y="61301"/>
                  </a:moveTo>
                  <a:cubicBezTo>
                    <a:pt x="3605" y="61323"/>
                    <a:pt x="3598" y="61344"/>
                    <a:pt x="3592" y="61365"/>
                  </a:cubicBezTo>
                  <a:lnTo>
                    <a:pt x="3592" y="61365"/>
                  </a:lnTo>
                  <a:cubicBezTo>
                    <a:pt x="3596" y="61344"/>
                    <a:pt x="3601" y="61323"/>
                    <a:pt x="3609" y="61307"/>
                  </a:cubicBezTo>
                  <a:cubicBezTo>
                    <a:pt x="3610" y="61305"/>
                    <a:pt x="3611" y="61303"/>
                    <a:pt x="3612" y="61301"/>
                  </a:cubicBezTo>
                  <a:close/>
                  <a:moveTo>
                    <a:pt x="32408" y="57374"/>
                  </a:moveTo>
                  <a:cubicBezTo>
                    <a:pt x="34698" y="58469"/>
                    <a:pt x="36839" y="59838"/>
                    <a:pt x="38706" y="61357"/>
                  </a:cubicBezTo>
                  <a:lnTo>
                    <a:pt x="38681" y="61381"/>
                  </a:lnTo>
                  <a:cubicBezTo>
                    <a:pt x="36789" y="59863"/>
                    <a:pt x="34649" y="58519"/>
                    <a:pt x="32359" y="57449"/>
                  </a:cubicBezTo>
                  <a:cubicBezTo>
                    <a:pt x="32359" y="57399"/>
                    <a:pt x="32359" y="57399"/>
                    <a:pt x="32408" y="57374"/>
                  </a:cubicBezTo>
                  <a:close/>
                  <a:moveTo>
                    <a:pt x="38880" y="61481"/>
                  </a:moveTo>
                  <a:cubicBezTo>
                    <a:pt x="38905" y="61481"/>
                    <a:pt x="38905" y="61506"/>
                    <a:pt x="38930" y="61506"/>
                  </a:cubicBezTo>
                  <a:lnTo>
                    <a:pt x="38905" y="61556"/>
                  </a:lnTo>
                  <a:cubicBezTo>
                    <a:pt x="38880" y="61556"/>
                    <a:pt x="38830" y="61506"/>
                    <a:pt x="38830" y="61506"/>
                  </a:cubicBezTo>
                  <a:lnTo>
                    <a:pt x="38880" y="61481"/>
                  </a:lnTo>
                  <a:close/>
                  <a:moveTo>
                    <a:pt x="113305" y="58942"/>
                  </a:moveTo>
                  <a:cubicBezTo>
                    <a:pt x="112956" y="59813"/>
                    <a:pt x="112583" y="60709"/>
                    <a:pt x="112234" y="61481"/>
                  </a:cubicBezTo>
                  <a:cubicBezTo>
                    <a:pt x="112217" y="61533"/>
                    <a:pt x="112197" y="61581"/>
                    <a:pt x="112176" y="61630"/>
                  </a:cubicBezTo>
                  <a:lnTo>
                    <a:pt x="112176" y="61630"/>
                  </a:lnTo>
                  <a:cubicBezTo>
                    <a:pt x="112515" y="60759"/>
                    <a:pt x="112870" y="59888"/>
                    <a:pt x="113205" y="59017"/>
                  </a:cubicBezTo>
                  <a:lnTo>
                    <a:pt x="113305" y="58942"/>
                  </a:lnTo>
                  <a:close/>
                  <a:moveTo>
                    <a:pt x="113804" y="58252"/>
                  </a:moveTo>
                  <a:cubicBezTo>
                    <a:pt x="113489" y="59031"/>
                    <a:pt x="113197" y="59832"/>
                    <a:pt x="112856" y="60610"/>
                  </a:cubicBezTo>
                  <a:cubicBezTo>
                    <a:pt x="112732" y="60884"/>
                    <a:pt x="112608" y="61207"/>
                    <a:pt x="112483" y="61481"/>
                  </a:cubicBezTo>
                  <a:cubicBezTo>
                    <a:pt x="112483" y="61506"/>
                    <a:pt x="112458" y="61556"/>
                    <a:pt x="112458" y="61581"/>
                  </a:cubicBezTo>
                  <a:cubicBezTo>
                    <a:pt x="112458" y="61605"/>
                    <a:pt x="112408" y="61605"/>
                    <a:pt x="112408" y="61630"/>
                  </a:cubicBezTo>
                  <a:cubicBezTo>
                    <a:pt x="112368" y="61773"/>
                    <a:pt x="112294" y="61899"/>
                    <a:pt x="112241" y="62022"/>
                  </a:cubicBezTo>
                  <a:lnTo>
                    <a:pt x="112241" y="62022"/>
                  </a:lnTo>
                  <a:cubicBezTo>
                    <a:pt x="112434" y="61526"/>
                    <a:pt x="112669" y="61029"/>
                    <a:pt x="112881" y="60510"/>
                  </a:cubicBezTo>
                  <a:cubicBezTo>
                    <a:pt x="112881" y="60485"/>
                    <a:pt x="112931" y="60460"/>
                    <a:pt x="112931" y="60386"/>
                  </a:cubicBezTo>
                  <a:cubicBezTo>
                    <a:pt x="113180" y="59764"/>
                    <a:pt x="113429" y="59116"/>
                    <a:pt x="113653" y="58494"/>
                  </a:cubicBezTo>
                  <a:cubicBezTo>
                    <a:pt x="113653" y="58469"/>
                    <a:pt x="113703" y="58444"/>
                    <a:pt x="113703" y="58395"/>
                  </a:cubicBezTo>
                  <a:cubicBezTo>
                    <a:pt x="113728" y="58370"/>
                    <a:pt x="113753" y="58345"/>
                    <a:pt x="113753" y="58320"/>
                  </a:cubicBezTo>
                  <a:cubicBezTo>
                    <a:pt x="113782" y="58290"/>
                    <a:pt x="113794" y="58270"/>
                    <a:pt x="113804" y="58252"/>
                  </a:cubicBezTo>
                  <a:close/>
                  <a:moveTo>
                    <a:pt x="110616" y="44804"/>
                  </a:moveTo>
                  <a:cubicBezTo>
                    <a:pt x="112732" y="47069"/>
                    <a:pt x="114076" y="49484"/>
                    <a:pt x="114574" y="51749"/>
                  </a:cubicBezTo>
                  <a:cubicBezTo>
                    <a:pt x="113479" y="54636"/>
                    <a:pt x="112184" y="57623"/>
                    <a:pt x="110641" y="60610"/>
                  </a:cubicBezTo>
                  <a:cubicBezTo>
                    <a:pt x="109695" y="61207"/>
                    <a:pt x="108575" y="61705"/>
                    <a:pt x="107331" y="62078"/>
                  </a:cubicBezTo>
                  <a:cubicBezTo>
                    <a:pt x="108376" y="59017"/>
                    <a:pt x="109073" y="56129"/>
                    <a:pt x="109322" y="53391"/>
                  </a:cubicBezTo>
                  <a:lnTo>
                    <a:pt x="109322" y="53342"/>
                  </a:lnTo>
                  <a:lnTo>
                    <a:pt x="109322" y="53292"/>
                  </a:lnTo>
                  <a:lnTo>
                    <a:pt x="109322" y="53217"/>
                  </a:lnTo>
                  <a:cubicBezTo>
                    <a:pt x="109347" y="52794"/>
                    <a:pt x="109372" y="52396"/>
                    <a:pt x="109372" y="51998"/>
                  </a:cubicBezTo>
                  <a:lnTo>
                    <a:pt x="109372" y="51973"/>
                  </a:lnTo>
                  <a:lnTo>
                    <a:pt x="109372" y="51823"/>
                  </a:lnTo>
                  <a:lnTo>
                    <a:pt x="109372" y="51774"/>
                  </a:lnTo>
                  <a:lnTo>
                    <a:pt x="109372" y="51550"/>
                  </a:lnTo>
                  <a:lnTo>
                    <a:pt x="109372" y="50429"/>
                  </a:lnTo>
                  <a:lnTo>
                    <a:pt x="109372" y="50355"/>
                  </a:lnTo>
                  <a:cubicBezTo>
                    <a:pt x="109372" y="50230"/>
                    <a:pt x="109372" y="50106"/>
                    <a:pt x="109347" y="49981"/>
                  </a:cubicBezTo>
                  <a:cubicBezTo>
                    <a:pt x="109347" y="49658"/>
                    <a:pt x="109297" y="49359"/>
                    <a:pt x="109272" y="49060"/>
                  </a:cubicBezTo>
                  <a:lnTo>
                    <a:pt x="109272" y="48886"/>
                  </a:lnTo>
                  <a:cubicBezTo>
                    <a:pt x="109272" y="48787"/>
                    <a:pt x="109247" y="48687"/>
                    <a:pt x="109247" y="48563"/>
                  </a:cubicBezTo>
                  <a:lnTo>
                    <a:pt x="109247" y="48513"/>
                  </a:lnTo>
                  <a:cubicBezTo>
                    <a:pt x="109222" y="48388"/>
                    <a:pt x="109222" y="48239"/>
                    <a:pt x="109222" y="48115"/>
                  </a:cubicBezTo>
                  <a:cubicBezTo>
                    <a:pt x="109670" y="47019"/>
                    <a:pt x="110118" y="45924"/>
                    <a:pt x="110517" y="44879"/>
                  </a:cubicBezTo>
                  <a:cubicBezTo>
                    <a:pt x="110542" y="44829"/>
                    <a:pt x="110591" y="44804"/>
                    <a:pt x="110616" y="44804"/>
                  </a:cubicBezTo>
                  <a:close/>
                  <a:moveTo>
                    <a:pt x="109073" y="48513"/>
                  </a:moveTo>
                  <a:cubicBezTo>
                    <a:pt x="109073" y="48563"/>
                    <a:pt x="109098" y="48637"/>
                    <a:pt x="109098" y="48737"/>
                  </a:cubicBezTo>
                  <a:cubicBezTo>
                    <a:pt x="109123" y="48886"/>
                    <a:pt x="109123" y="49036"/>
                    <a:pt x="109148" y="49185"/>
                  </a:cubicBezTo>
                  <a:lnTo>
                    <a:pt x="109148" y="49309"/>
                  </a:lnTo>
                  <a:cubicBezTo>
                    <a:pt x="109197" y="49633"/>
                    <a:pt x="109197" y="49932"/>
                    <a:pt x="109222" y="50230"/>
                  </a:cubicBezTo>
                  <a:lnTo>
                    <a:pt x="109222" y="50554"/>
                  </a:lnTo>
                  <a:lnTo>
                    <a:pt x="109222" y="51848"/>
                  </a:lnTo>
                  <a:lnTo>
                    <a:pt x="109222" y="51923"/>
                  </a:lnTo>
                  <a:cubicBezTo>
                    <a:pt x="109222" y="52122"/>
                    <a:pt x="109197" y="52346"/>
                    <a:pt x="109197" y="52520"/>
                  </a:cubicBezTo>
                  <a:cubicBezTo>
                    <a:pt x="109197" y="52620"/>
                    <a:pt x="109197" y="52744"/>
                    <a:pt x="109148" y="52844"/>
                  </a:cubicBezTo>
                  <a:cubicBezTo>
                    <a:pt x="109148" y="52919"/>
                    <a:pt x="109148" y="53043"/>
                    <a:pt x="109123" y="53143"/>
                  </a:cubicBezTo>
                  <a:cubicBezTo>
                    <a:pt x="109098" y="53342"/>
                    <a:pt x="109098" y="53541"/>
                    <a:pt x="109073" y="53740"/>
                  </a:cubicBezTo>
                  <a:cubicBezTo>
                    <a:pt x="109023" y="54138"/>
                    <a:pt x="108973" y="54536"/>
                    <a:pt x="108899" y="54960"/>
                  </a:cubicBezTo>
                  <a:cubicBezTo>
                    <a:pt x="108849" y="55408"/>
                    <a:pt x="108749" y="55881"/>
                    <a:pt x="108650" y="56329"/>
                  </a:cubicBezTo>
                  <a:cubicBezTo>
                    <a:pt x="108625" y="56528"/>
                    <a:pt x="108575" y="56777"/>
                    <a:pt x="108525" y="57026"/>
                  </a:cubicBezTo>
                  <a:cubicBezTo>
                    <a:pt x="108351" y="57847"/>
                    <a:pt x="108152" y="58643"/>
                    <a:pt x="107903" y="59490"/>
                  </a:cubicBezTo>
                  <a:cubicBezTo>
                    <a:pt x="107853" y="59714"/>
                    <a:pt x="107779" y="59963"/>
                    <a:pt x="107704" y="60187"/>
                  </a:cubicBezTo>
                  <a:cubicBezTo>
                    <a:pt x="107505" y="60759"/>
                    <a:pt x="107281" y="61456"/>
                    <a:pt x="107032" y="62128"/>
                  </a:cubicBezTo>
                  <a:cubicBezTo>
                    <a:pt x="107007" y="62128"/>
                    <a:pt x="107007" y="62128"/>
                    <a:pt x="106982" y="62178"/>
                  </a:cubicBezTo>
                  <a:cubicBezTo>
                    <a:pt x="107032" y="62004"/>
                    <a:pt x="107082" y="61854"/>
                    <a:pt x="107132" y="61680"/>
                  </a:cubicBezTo>
                  <a:cubicBezTo>
                    <a:pt x="107132" y="61630"/>
                    <a:pt x="107156" y="61605"/>
                    <a:pt x="107156" y="61605"/>
                  </a:cubicBezTo>
                  <a:lnTo>
                    <a:pt x="107256" y="61332"/>
                  </a:lnTo>
                  <a:cubicBezTo>
                    <a:pt x="107356" y="61008"/>
                    <a:pt x="107480" y="60684"/>
                    <a:pt x="107580" y="60361"/>
                  </a:cubicBezTo>
                  <a:cubicBezTo>
                    <a:pt x="107604" y="60236"/>
                    <a:pt x="107654" y="60087"/>
                    <a:pt x="107704" y="59963"/>
                  </a:cubicBezTo>
                  <a:cubicBezTo>
                    <a:pt x="107779" y="59714"/>
                    <a:pt x="107853" y="59440"/>
                    <a:pt x="107903" y="59191"/>
                  </a:cubicBezTo>
                  <a:cubicBezTo>
                    <a:pt x="107953" y="59116"/>
                    <a:pt x="107953" y="59017"/>
                    <a:pt x="107978" y="58967"/>
                  </a:cubicBezTo>
                  <a:cubicBezTo>
                    <a:pt x="108003" y="58867"/>
                    <a:pt x="108003" y="58818"/>
                    <a:pt x="108028" y="58718"/>
                  </a:cubicBezTo>
                  <a:cubicBezTo>
                    <a:pt x="108077" y="58594"/>
                    <a:pt x="108102" y="58444"/>
                    <a:pt x="108127" y="58320"/>
                  </a:cubicBezTo>
                  <a:cubicBezTo>
                    <a:pt x="108127" y="58270"/>
                    <a:pt x="108152" y="58220"/>
                    <a:pt x="108152" y="58195"/>
                  </a:cubicBezTo>
                  <a:lnTo>
                    <a:pt x="108152" y="58146"/>
                  </a:lnTo>
                  <a:cubicBezTo>
                    <a:pt x="108227" y="57946"/>
                    <a:pt x="108252" y="57747"/>
                    <a:pt x="108326" y="57523"/>
                  </a:cubicBezTo>
                  <a:lnTo>
                    <a:pt x="108326" y="57498"/>
                  </a:lnTo>
                  <a:cubicBezTo>
                    <a:pt x="108376" y="57250"/>
                    <a:pt x="108451" y="56976"/>
                    <a:pt x="108501" y="56727"/>
                  </a:cubicBezTo>
                  <a:cubicBezTo>
                    <a:pt x="108501" y="56702"/>
                    <a:pt x="108501" y="56652"/>
                    <a:pt x="108525" y="56627"/>
                  </a:cubicBezTo>
                  <a:cubicBezTo>
                    <a:pt x="108525" y="56602"/>
                    <a:pt x="108525" y="56528"/>
                    <a:pt x="108575" y="56503"/>
                  </a:cubicBezTo>
                  <a:lnTo>
                    <a:pt x="108575" y="56478"/>
                  </a:lnTo>
                  <a:lnTo>
                    <a:pt x="108650" y="56005"/>
                  </a:lnTo>
                  <a:cubicBezTo>
                    <a:pt x="108700" y="55881"/>
                    <a:pt x="108700" y="55756"/>
                    <a:pt x="108725" y="55632"/>
                  </a:cubicBezTo>
                  <a:cubicBezTo>
                    <a:pt x="108749" y="55482"/>
                    <a:pt x="108774" y="55283"/>
                    <a:pt x="108824" y="55134"/>
                  </a:cubicBezTo>
                  <a:cubicBezTo>
                    <a:pt x="108849" y="54910"/>
                    <a:pt x="108874" y="54736"/>
                    <a:pt x="108899" y="54536"/>
                  </a:cubicBezTo>
                  <a:cubicBezTo>
                    <a:pt x="108949" y="54412"/>
                    <a:pt x="108949" y="54288"/>
                    <a:pt x="108973" y="54163"/>
                  </a:cubicBezTo>
                  <a:cubicBezTo>
                    <a:pt x="108973" y="54113"/>
                    <a:pt x="108998" y="54039"/>
                    <a:pt x="108998" y="53964"/>
                  </a:cubicBezTo>
                  <a:cubicBezTo>
                    <a:pt x="108998" y="53839"/>
                    <a:pt x="109023" y="53715"/>
                    <a:pt x="109023" y="53591"/>
                  </a:cubicBezTo>
                  <a:cubicBezTo>
                    <a:pt x="109023" y="53516"/>
                    <a:pt x="109023" y="53491"/>
                    <a:pt x="109073" y="53416"/>
                  </a:cubicBezTo>
                  <a:cubicBezTo>
                    <a:pt x="109073" y="53292"/>
                    <a:pt x="109098" y="53167"/>
                    <a:pt x="109098" y="53043"/>
                  </a:cubicBezTo>
                  <a:cubicBezTo>
                    <a:pt x="109098" y="52968"/>
                    <a:pt x="109123" y="52894"/>
                    <a:pt x="109123" y="52794"/>
                  </a:cubicBezTo>
                  <a:cubicBezTo>
                    <a:pt x="109123" y="52670"/>
                    <a:pt x="109148" y="52520"/>
                    <a:pt x="109148" y="52396"/>
                  </a:cubicBezTo>
                  <a:lnTo>
                    <a:pt x="109148" y="52147"/>
                  </a:lnTo>
                  <a:lnTo>
                    <a:pt x="109148" y="51898"/>
                  </a:lnTo>
                  <a:lnTo>
                    <a:pt x="109148" y="51624"/>
                  </a:lnTo>
                  <a:lnTo>
                    <a:pt x="109148" y="51475"/>
                  </a:lnTo>
                  <a:lnTo>
                    <a:pt x="109148" y="50877"/>
                  </a:lnTo>
                  <a:lnTo>
                    <a:pt x="109148" y="50728"/>
                  </a:lnTo>
                  <a:lnTo>
                    <a:pt x="109148" y="50405"/>
                  </a:lnTo>
                  <a:lnTo>
                    <a:pt x="109148" y="50180"/>
                  </a:lnTo>
                  <a:lnTo>
                    <a:pt x="109148" y="50131"/>
                  </a:lnTo>
                  <a:cubicBezTo>
                    <a:pt x="109148" y="49882"/>
                    <a:pt x="109123" y="49658"/>
                    <a:pt x="109098" y="49409"/>
                  </a:cubicBezTo>
                  <a:cubicBezTo>
                    <a:pt x="109098" y="49309"/>
                    <a:pt x="109098" y="49185"/>
                    <a:pt x="109073" y="49110"/>
                  </a:cubicBezTo>
                  <a:lnTo>
                    <a:pt x="109073" y="49060"/>
                  </a:lnTo>
                  <a:cubicBezTo>
                    <a:pt x="109073" y="49011"/>
                    <a:pt x="109073" y="48936"/>
                    <a:pt x="109023" y="48911"/>
                  </a:cubicBezTo>
                  <a:lnTo>
                    <a:pt x="109023" y="48811"/>
                  </a:lnTo>
                  <a:cubicBezTo>
                    <a:pt x="109023" y="48762"/>
                    <a:pt x="109023" y="48687"/>
                    <a:pt x="108998" y="48637"/>
                  </a:cubicBezTo>
                  <a:lnTo>
                    <a:pt x="108998" y="48612"/>
                  </a:lnTo>
                  <a:cubicBezTo>
                    <a:pt x="108998" y="48612"/>
                    <a:pt x="108998" y="48563"/>
                    <a:pt x="109023" y="48563"/>
                  </a:cubicBezTo>
                  <a:cubicBezTo>
                    <a:pt x="109023" y="48538"/>
                    <a:pt x="109023" y="48538"/>
                    <a:pt x="109073" y="48513"/>
                  </a:cubicBezTo>
                  <a:close/>
                  <a:moveTo>
                    <a:pt x="110467" y="60933"/>
                  </a:moveTo>
                  <a:cubicBezTo>
                    <a:pt x="110442" y="60958"/>
                    <a:pt x="110442" y="60983"/>
                    <a:pt x="110392" y="61008"/>
                  </a:cubicBezTo>
                  <a:cubicBezTo>
                    <a:pt x="109471" y="61556"/>
                    <a:pt x="108376" y="62004"/>
                    <a:pt x="107206" y="62352"/>
                  </a:cubicBezTo>
                  <a:cubicBezTo>
                    <a:pt x="107206" y="62352"/>
                    <a:pt x="107206" y="62327"/>
                    <a:pt x="107231" y="62302"/>
                  </a:cubicBezTo>
                  <a:cubicBezTo>
                    <a:pt x="108451" y="61954"/>
                    <a:pt x="109521" y="61481"/>
                    <a:pt x="110467" y="60933"/>
                  </a:cubicBezTo>
                  <a:close/>
                  <a:moveTo>
                    <a:pt x="79552" y="55756"/>
                  </a:moveTo>
                  <a:cubicBezTo>
                    <a:pt x="81469" y="57274"/>
                    <a:pt x="83634" y="58643"/>
                    <a:pt x="85949" y="59764"/>
                  </a:cubicBezTo>
                  <a:cubicBezTo>
                    <a:pt x="85601" y="60635"/>
                    <a:pt x="85227" y="61506"/>
                    <a:pt x="84804" y="62427"/>
                  </a:cubicBezTo>
                  <a:cubicBezTo>
                    <a:pt x="82514" y="60684"/>
                    <a:pt x="80249" y="59067"/>
                    <a:pt x="78059" y="57648"/>
                  </a:cubicBezTo>
                  <a:cubicBezTo>
                    <a:pt x="78581" y="57026"/>
                    <a:pt x="79054" y="56378"/>
                    <a:pt x="79552" y="55756"/>
                  </a:cubicBezTo>
                  <a:close/>
                  <a:moveTo>
                    <a:pt x="61855" y="50728"/>
                  </a:moveTo>
                  <a:cubicBezTo>
                    <a:pt x="62825" y="51176"/>
                    <a:pt x="63647" y="51475"/>
                    <a:pt x="64294" y="51500"/>
                  </a:cubicBezTo>
                  <a:cubicBezTo>
                    <a:pt x="64095" y="51649"/>
                    <a:pt x="63896" y="51774"/>
                    <a:pt x="63697" y="51923"/>
                  </a:cubicBezTo>
                  <a:cubicBezTo>
                    <a:pt x="63448" y="52122"/>
                    <a:pt x="63199" y="52296"/>
                    <a:pt x="62975" y="52495"/>
                  </a:cubicBezTo>
                  <a:lnTo>
                    <a:pt x="62925" y="52520"/>
                  </a:lnTo>
                  <a:cubicBezTo>
                    <a:pt x="62676" y="52719"/>
                    <a:pt x="62427" y="52919"/>
                    <a:pt x="62178" y="53118"/>
                  </a:cubicBezTo>
                  <a:cubicBezTo>
                    <a:pt x="61805" y="53416"/>
                    <a:pt x="61407" y="53740"/>
                    <a:pt x="61033" y="54039"/>
                  </a:cubicBezTo>
                  <a:cubicBezTo>
                    <a:pt x="60162" y="54760"/>
                    <a:pt x="59341" y="55482"/>
                    <a:pt x="58743" y="56080"/>
                  </a:cubicBezTo>
                  <a:lnTo>
                    <a:pt x="58594" y="56229"/>
                  </a:lnTo>
                  <a:cubicBezTo>
                    <a:pt x="57947" y="56851"/>
                    <a:pt x="57474" y="57324"/>
                    <a:pt x="57100" y="57698"/>
                  </a:cubicBezTo>
                  <a:lnTo>
                    <a:pt x="56851" y="57946"/>
                  </a:lnTo>
                  <a:lnTo>
                    <a:pt x="56802" y="57996"/>
                  </a:lnTo>
                  <a:cubicBezTo>
                    <a:pt x="56503" y="58270"/>
                    <a:pt x="55333" y="59465"/>
                    <a:pt x="53690" y="61357"/>
                  </a:cubicBezTo>
                  <a:lnTo>
                    <a:pt x="53591" y="61456"/>
                  </a:lnTo>
                  <a:cubicBezTo>
                    <a:pt x="53491" y="61581"/>
                    <a:pt x="53392" y="61680"/>
                    <a:pt x="53317" y="61805"/>
                  </a:cubicBezTo>
                  <a:cubicBezTo>
                    <a:pt x="53093" y="62078"/>
                    <a:pt x="52869" y="62327"/>
                    <a:pt x="52695" y="62551"/>
                  </a:cubicBezTo>
                  <a:cubicBezTo>
                    <a:pt x="52645" y="61929"/>
                    <a:pt x="52371" y="61133"/>
                    <a:pt x="51848" y="60212"/>
                  </a:cubicBezTo>
                  <a:cubicBezTo>
                    <a:pt x="54611" y="56752"/>
                    <a:pt x="58046" y="53466"/>
                    <a:pt x="61855" y="50728"/>
                  </a:cubicBezTo>
                  <a:close/>
                  <a:moveTo>
                    <a:pt x="3388" y="62565"/>
                  </a:moveTo>
                  <a:lnTo>
                    <a:pt x="3388" y="62565"/>
                  </a:lnTo>
                  <a:cubicBezTo>
                    <a:pt x="3385" y="62573"/>
                    <a:pt x="3385" y="62576"/>
                    <a:pt x="3385" y="62576"/>
                  </a:cubicBezTo>
                  <a:lnTo>
                    <a:pt x="3385" y="62576"/>
                  </a:lnTo>
                  <a:cubicBezTo>
                    <a:pt x="3385" y="62573"/>
                    <a:pt x="3386" y="62569"/>
                    <a:pt x="3388" y="62565"/>
                  </a:cubicBezTo>
                  <a:close/>
                  <a:moveTo>
                    <a:pt x="86074" y="59863"/>
                  </a:moveTo>
                  <a:cubicBezTo>
                    <a:pt x="86099" y="59863"/>
                    <a:pt x="86099" y="59888"/>
                    <a:pt x="86123" y="59888"/>
                  </a:cubicBezTo>
                  <a:cubicBezTo>
                    <a:pt x="85825" y="60759"/>
                    <a:pt x="85426" y="61680"/>
                    <a:pt x="84978" y="62576"/>
                  </a:cubicBezTo>
                  <a:cubicBezTo>
                    <a:pt x="84954" y="62576"/>
                    <a:pt x="84954" y="62551"/>
                    <a:pt x="84929" y="62551"/>
                  </a:cubicBezTo>
                  <a:cubicBezTo>
                    <a:pt x="85352" y="61630"/>
                    <a:pt x="85725" y="60734"/>
                    <a:pt x="86074" y="59863"/>
                  </a:cubicBezTo>
                  <a:close/>
                  <a:moveTo>
                    <a:pt x="4655" y="59390"/>
                  </a:moveTo>
                  <a:cubicBezTo>
                    <a:pt x="4281" y="60485"/>
                    <a:pt x="3933" y="61556"/>
                    <a:pt x="3609" y="62601"/>
                  </a:cubicBezTo>
                  <a:cubicBezTo>
                    <a:pt x="3609" y="62452"/>
                    <a:pt x="3634" y="62327"/>
                    <a:pt x="3684" y="62178"/>
                  </a:cubicBezTo>
                  <a:cubicBezTo>
                    <a:pt x="3908" y="61357"/>
                    <a:pt x="4182" y="60560"/>
                    <a:pt x="4456" y="59739"/>
                  </a:cubicBezTo>
                  <a:cubicBezTo>
                    <a:pt x="4530" y="59639"/>
                    <a:pt x="4580" y="59515"/>
                    <a:pt x="4655" y="59390"/>
                  </a:cubicBezTo>
                  <a:close/>
                  <a:moveTo>
                    <a:pt x="97922" y="50753"/>
                  </a:moveTo>
                  <a:cubicBezTo>
                    <a:pt x="98743" y="54138"/>
                    <a:pt x="98245" y="58245"/>
                    <a:pt x="96677" y="62601"/>
                  </a:cubicBezTo>
                  <a:cubicBezTo>
                    <a:pt x="94213" y="62253"/>
                    <a:pt x="91774" y="61630"/>
                    <a:pt x="89359" y="60734"/>
                  </a:cubicBezTo>
                  <a:cubicBezTo>
                    <a:pt x="91724" y="57498"/>
                    <a:pt x="93889" y="54238"/>
                    <a:pt x="95781" y="51002"/>
                  </a:cubicBezTo>
                  <a:cubicBezTo>
                    <a:pt x="96005" y="50977"/>
                    <a:pt x="96179" y="50927"/>
                    <a:pt x="96403" y="50927"/>
                  </a:cubicBezTo>
                  <a:cubicBezTo>
                    <a:pt x="96777" y="50902"/>
                    <a:pt x="97150" y="50877"/>
                    <a:pt x="97499" y="50803"/>
                  </a:cubicBezTo>
                  <a:lnTo>
                    <a:pt x="97524" y="50803"/>
                  </a:lnTo>
                  <a:cubicBezTo>
                    <a:pt x="97648" y="50778"/>
                    <a:pt x="97772" y="50753"/>
                    <a:pt x="97922" y="50753"/>
                  </a:cubicBezTo>
                  <a:close/>
                  <a:moveTo>
                    <a:pt x="77959" y="57822"/>
                  </a:moveTo>
                  <a:cubicBezTo>
                    <a:pt x="80125" y="59216"/>
                    <a:pt x="82440" y="60834"/>
                    <a:pt x="84705" y="62576"/>
                  </a:cubicBezTo>
                  <a:cubicBezTo>
                    <a:pt x="84705" y="62601"/>
                    <a:pt x="84655" y="62601"/>
                    <a:pt x="84655" y="62626"/>
                  </a:cubicBezTo>
                  <a:cubicBezTo>
                    <a:pt x="82390" y="60859"/>
                    <a:pt x="80100" y="59241"/>
                    <a:pt x="77884" y="57847"/>
                  </a:cubicBezTo>
                  <a:cubicBezTo>
                    <a:pt x="77909" y="57847"/>
                    <a:pt x="77909" y="57822"/>
                    <a:pt x="77959" y="57822"/>
                  </a:cubicBezTo>
                  <a:close/>
                  <a:moveTo>
                    <a:pt x="98121" y="50678"/>
                  </a:moveTo>
                  <a:cubicBezTo>
                    <a:pt x="98992" y="54113"/>
                    <a:pt x="98494" y="58245"/>
                    <a:pt x="96901" y="62626"/>
                  </a:cubicBezTo>
                  <a:lnTo>
                    <a:pt x="96827" y="62626"/>
                  </a:lnTo>
                  <a:cubicBezTo>
                    <a:pt x="98395" y="58245"/>
                    <a:pt x="98893" y="54113"/>
                    <a:pt x="98046" y="50678"/>
                  </a:cubicBezTo>
                  <a:close/>
                  <a:moveTo>
                    <a:pt x="70293" y="54014"/>
                  </a:moveTo>
                  <a:cubicBezTo>
                    <a:pt x="71861" y="54611"/>
                    <a:pt x="73728" y="55532"/>
                    <a:pt x="75719" y="56702"/>
                  </a:cubicBezTo>
                  <a:cubicBezTo>
                    <a:pt x="74649" y="58718"/>
                    <a:pt x="73329" y="60734"/>
                    <a:pt x="71786" y="62726"/>
                  </a:cubicBezTo>
                  <a:cubicBezTo>
                    <a:pt x="69820" y="60734"/>
                    <a:pt x="68326" y="58942"/>
                    <a:pt x="67380" y="57399"/>
                  </a:cubicBezTo>
                  <a:cubicBezTo>
                    <a:pt x="67555" y="57200"/>
                    <a:pt x="67729" y="56976"/>
                    <a:pt x="67953" y="56752"/>
                  </a:cubicBezTo>
                  <a:lnTo>
                    <a:pt x="68052" y="56652"/>
                  </a:lnTo>
                  <a:cubicBezTo>
                    <a:pt x="68301" y="56378"/>
                    <a:pt x="68525" y="56105"/>
                    <a:pt x="68774" y="55831"/>
                  </a:cubicBezTo>
                  <a:cubicBezTo>
                    <a:pt x="68874" y="55731"/>
                    <a:pt x="68924" y="55632"/>
                    <a:pt x="69023" y="55532"/>
                  </a:cubicBezTo>
                  <a:cubicBezTo>
                    <a:pt x="69297" y="55233"/>
                    <a:pt x="69546" y="54885"/>
                    <a:pt x="69820" y="54586"/>
                  </a:cubicBezTo>
                  <a:lnTo>
                    <a:pt x="70293" y="54014"/>
                  </a:lnTo>
                  <a:close/>
                  <a:moveTo>
                    <a:pt x="51774" y="60311"/>
                  </a:moveTo>
                  <a:cubicBezTo>
                    <a:pt x="52321" y="61307"/>
                    <a:pt x="52595" y="62103"/>
                    <a:pt x="52570" y="62701"/>
                  </a:cubicBezTo>
                  <a:lnTo>
                    <a:pt x="52471" y="62800"/>
                  </a:lnTo>
                  <a:cubicBezTo>
                    <a:pt x="52520" y="62203"/>
                    <a:pt x="52272" y="61357"/>
                    <a:pt x="51724" y="60361"/>
                  </a:cubicBezTo>
                  <a:lnTo>
                    <a:pt x="51774" y="60311"/>
                  </a:lnTo>
                  <a:close/>
                  <a:moveTo>
                    <a:pt x="84829" y="62701"/>
                  </a:moveTo>
                  <a:cubicBezTo>
                    <a:pt x="84854" y="62701"/>
                    <a:pt x="84879" y="62726"/>
                    <a:pt x="84879" y="62726"/>
                  </a:cubicBezTo>
                  <a:cubicBezTo>
                    <a:pt x="84879" y="62750"/>
                    <a:pt x="84854" y="62750"/>
                    <a:pt x="84854" y="62800"/>
                  </a:cubicBezTo>
                  <a:cubicBezTo>
                    <a:pt x="84829" y="62800"/>
                    <a:pt x="84829" y="62750"/>
                    <a:pt x="84804" y="62750"/>
                  </a:cubicBezTo>
                  <a:cubicBezTo>
                    <a:pt x="84804" y="62726"/>
                    <a:pt x="84829" y="62726"/>
                    <a:pt x="84829" y="62701"/>
                  </a:cubicBezTo>
                  <a:close/>
                  <a:moveTo>
                    <a:pt x="89235" y="60884"/>
                  </a:moveTo>
                  <a:cubicBezTo>
                    <a:pt x="91649" y="61805"/>
                    <a:pt x="94163" y="62427"/>
                    <a:pt x="96627" y="62800"/>
                  </a:cubicBezTo>
                  <a:cubicBezTo>
                    <a:pt x="96627" y="62825"/>
                    <a:pt x="96578" y="62825"/>
                    <a:pt x="96578" y="62850"/>
                  </a:cubicBezTo>
                  <a:cubicBezTo>
                    <a:pt x="94089" y="62477"/>
                    <a:pt x="91599" y="61854"/>
                    <a:pt x="89210" y="60958"/>
                  </a:cubicBezTo>
                  <a:cubicBezTo>
                    <a:pt x="89210" y="60933"/>
                    <a:pt x="89210" y="60933"/>
                    <a:pt x="89235" y="60884"/>
                  </a:cubicBezTo>
                  <a:close/>
                  <a:moveTo>
                    <a:pt x="46621" y="54163"/>
                  </a:moveTo>
                  <a:cubicBezTo>
                    <a:pt x="48538" y="56204"/>
                    <a:pt x="50031" y="58021"/>
                    <a:pt x="51002" y="59515"/>
                  </a:cubicBezTo>
                  <a:cubicBezTo>
                    <a:pt x="50828" y="59714"/>
                    <a:pt x="50654" y="59938"/>
                    <a:pt x="50479" y="60112"/>
                  </a:cubicBezTo>
                  <a:lnTo>
                    <a:pt x="50280" y="60311"/>
                  </a:lnTo>
                  <a:cubicBezTo>
                    <a:pt x="50031" y="60585"/>
                    <a:pt x="49832" y="60859"/>
                    <a:pt x="49608" y="61108"/>
                  </a:cubicBezTo>
                  <a:cubicBezTo>
                    <a:pt x="49533" y="61207"/>
                    <a:pt x="49459" y="61257"/>
                    <a:pt x="49384" y="61357"/>
                  </a:cubicBezTo>
                  <a:cubicBezTo>
                    <a:pt x="48961" y="61854"/>
                    <a:pt x="48513" y="62352"/>
                    <a:pt x="48115" y="62875"/>
                  </a:cubicBezTo>
                  <a:cubicBezTo>
                    <a:pt x="46547" y="62302"/>
                    <a:pt x="44680" y="61357"/>
                    <a:pt x="42688" y="60212"/>
                  </a:cubicBezTo>
                  <a:cubicBezTo>
                    <a:pt x="43759" y="58195"/>
                    <a:pt x="45053" y="56154"/>
                    <a:pt x="46621" y="54163"/>
                  </a:cubicBezTo>
                  <a:close/>
                  <a:moveTo>
                    <a:pt x="96827" y="62825"/>
                  </a:moveTo>
                  <a:cubicBezTo>
                    <a:pt x="96827" y="62850"/>
                    <a:pt x="96827" y="62850"/>
                    <a:pt x="96802" y="62875"/>
                  </a:cubicBezTo>
                  <a:lnTo>
                    <a:pt x="96752" y="62875"/>
                  </a:lnTo>
                  <a:cubicBezTo>
                    <a:pt x="96752" y="62850"/>
                    <a:pt x="96777" y="62850"/>
                    <a:pt x="96777" y="62825"/>
                  </a:cubicBezTo>
                  <a:close/>
                  <a:moveTo>
                    <a:pt x="59062" y="56174"/>
                  </a:moveTo>
                  <a:cubicBezTo>
                    <a:pt x="59047" y="56189"/>
                    <a:pt x="59032" y="56207"/>
                    <a:pt x="59017" y="56229"/>
                  </a:cubicBezTo>
                  <a:lnTo>
                    <a:pt x="58917" y="56353"/>
                  </a:lnTo>
                  <a:cubicBezTo>
                    <a:pt x="58220" y="57026"/>
                    <a:pt x="57723" y="57498"/>
                    <a:pt x="57324" y="57872"/>
                  </a:cubicBezTo>
                  <a:lnTo>
                    <a:pt x="57100" y="58096"/>
                  </a:lnTo>
                  <a:lnTo>
                    <a:pt x="57075" y="58121"/>
                  </a:lnTo>
                  <a:lnTo>
                    <a:pt x="56727" y="58469"/>
                  </a:lnTo>
                  <a:lnTo>
                    <a:pt x="56478" y="58718"/>
                  </a:lnTo>
                  <a:cubicBezTo>
                    <a:pt x="56453" y="58743"/>
                    <a:pt x="56453" y="58743"/>
                    <a:pt x="56453" y="58768"/>
                  </a:cubicBezTo>
                  <a:cubicBezTo>
                    <a:pt x="56354" y="58867"/>
                    <a:pt x="56254" y="58967"/>
                    <a:pt x="56179" y="59091"/>
                  </a:cubicBezTo>
                  <a:cubicBezTo>
                    <a:pt x="55706" y="59589"/>
                    <a:pt x="55109" y="60236"/>
                    <a:pt x="54387" y="61058"/>
                  </a:cubicBezTo>
                  <a:cubicBezTo>
                    <a:pt x="53765" y="61755"/>
                    <a:pt x="53217" y="62427"/>
                    <a:pt x="52819" y="62925"/>
                  </a:cubicBezTo>
                  <a:lnTo>
                    <a:pt x="52819" y="62850"/>
                  </a:lnTo>
                  <a:lnTo>
                    <a:pt x="52819" y="62800"/>
                  </a:lnTo>
                  <a:lnTo>
                    <a:pt x="52844" y="62750"/>
                  </a:lnTo>
                  <a:lnTo>
                    <a:pt x="53217" y="62302"/>
                  </a:lnTo>
                  <a:cubicBezTo>
                    <a:pt x="54462" y="60809"/>
                    <a:pt x="55806" y="59340"/>
                    <a:pt x="57200" y="57946"/>
                  </a:cubicBezTo>
                  <a:cubicBezTo>
                    <a:pt x="57778" y="57392"/>
                    <a:pt x="58398" y="56794"/>
                    <a:pt x="59062" y="56174"/>
                  </a:cubicBezTo>
                  <a:close/>
                  <a:moveTo>
                    <a:pt x="108476" y="46447"/>
                  </a:moveTo>
                  <a:cubicBezTo>
                    <a:pt x="108476" y="46646"/>
                    <a:pt x="108525" y="46795"/>
                    <a:pt x="108575" y="46994"/>
                  </a:cubicBezTo>
                  <a:cubicBezTo>
                    <a:pt x="108600" y="47144"/>
                    <a:pt x="108625" y="47318"/>
                    <a:pt x="108650" y="47492"/>
                  </a:cubicBezTo>
                  <a:cubicBezTo>
                    <a:pt x="108650" y="47517"/>
                    <a:pt x="108650" y="47542"/>
                    <a:pt x="108700" y="47567"/>
                  </a:cubicBezTo>
                  <a:lnTo>
                    <a:pt x="108700" y="47642"/>
                  </a:lnTo>
                  <a:cubicBezTo>
                    <a:pt x="108725" y="47766"/>
                    <a:pt x="108725" y="47891"/>
                    <a:pt x="108749" y="48015"/>
                  </a:cubicBezTo>
                  <a:cubicBezTo>
                    <a:pt x="106659" y="52919"/>
                    <a:pt x="103921" y="57946"/>
                    <a:pt x="100635" y="62925"/>
                  </a:cubicBezTo>
                  <a:cubicBezTo>
                    <a:pt x="99490" y="62925"/>
                    <a:pt x="98295" y="62825"/>
                    <a:pt x="97076" y="62676"/>
                  </a:cubicBezTo>
                  <a:cubicBezTo>
                    <a:pt x="98644" y="58245"/>
                    <a:pt x="99141" y="54088"/>
                    <a:pt x="98295" y="50629"/>
                  </a:cubicBezTo>
                  <a:cubicBezTo>
                    <a:pt x="98370" y="50629"/>
                    <a:pt x="98420" y="50604"/>
                    <a:pt x="98494" y="50604"/>
                  </a:cubicBezTo>
                  <a:lnTo>
                    <a:pt x="98519" y="50604"/>
                  </a:lnTo>
                  <a:lnTo>
                    <a:pt x="99440" y="50405"/>
                  </a:lnTo>
                  <a:cubicBezTo>
                    <a:pt x="99764" y="50355"/>
                    <a:pt x="100062" y="50255"/>
                    <a:pt x="100411" y="50156"/>
                  </a:cubicBezTo>
                  <a:lnTo>
                    <a:pt x="100486" y="50156"/>
                  </a:lnTo>
                  <a:cubicBezTo>
                    <a:pt x="100510" y="50156"/>
                    <a:pt x="100510" y="50156"/>
                    <a:pt x="100535" y="50131"/>
                  </a:cubicBezTo>
                  <a:cubicBezTo>
                    <a:pt x="100809" y="50031"/>
                    <a:pt x="101133" y="49981"/>
                    <a:pt x="101407" y="49882"/>
                  </a:cubicBezTo>
                  <a:cubicBezTo>
                    <a:pt x="101730" y="49782"/>
                    <a:pt x="102004" y="49658"/>
                    <a:pt x="102303" y="49558"/>
                  </a:cubicBezTo>
                  <a:cubicBezTo>
                    <a:pt x="102352" y="49558"/>
                    <a:pt x="102352" y="49558"/>
                    <a:pt x="102377" y="49533"/>
                  </a:cubicBezTo>
                  <a:cubicBezTo>
                    <a:pt x="102676" y="49409"/>
                    <a:pt x="103024" y="49309"/>
                    <a:pt x="103348" y="49185"/>
                  </a:cubicBezTo>
                  <a:cubicBezTo>
                    <a:pt x="103622" y="49060"/>
                    <a:pt x="103896" y="48936"/>
                    <a:pt x="104145" y="48811"/>
                  </a:cubicBezTo>
                  <a:cubicBezTo>
                    <a:pt x="104145" y="48811"/>
                    <a:pt x="104169" y="48811"/>
                    <a:pt x="104169" y="48787"/>
                  </a:cubicBezTo>
                  <a:cubicBezTo>
                    <a:pt x="104219" y="48787"/>
                    <a:pt x="104244" y="48762"/>
                    <a:pt x="104269" y="48762"/>
                  </a:cubicBezTo>
                  <a:cubicBezTo>
                    <a:pt x="104543" y="48637"/>
                    <a:pt x="104866" y="48513"/>
                    <a:pt x="105140" y="48363"/>
                  </a:cubicBezTo>
                  <a:cubicBezTo>
                    <a:pt x="105389" y="48239"/>
                    <a:pt x="105638" y="48065"/>
                    <a:pt x="105887" y="47940"/>
                  </a:cubicBezTo>
                  <a:lnTo>
                    <a:pt x="105912" y="47940"/>
                  </a:lnTo>
                  <a:cubicBezTo>
                    <a:pt x="106111" y="47866"/>
                    <a:pt x="106260" y="47766"/>
                    <a:pt x="106459" y="47667"/>
                  </a:cubicBezTo>
                  <a:cubicBezTo>
                    <a:pt x="106609" y="47567"/>
                    <a:pt x="106758" y="47517"/>
                    <a:pt x="106908" y="47418"/>
                  </a:cubicBezTo>
                  <a:cubicBezTo>
                    <a:pt x="107007" y="47368"/>
                    <a:pt x="107082" y="47318"/>
                    <a:pt x="107156" y="47268"/>
                  </a:cubicBezTo>
                  <a:cubicBezTo>
                    <a:pt x="107331" y="47169"/>
                    <a:pt x="107480" y="47044"/>
                    <a:pt x="107654" y="46945"/>
                  </a:cubicBezTo>
                  <a:cubicBezTo>
                    <a:pt x="107953" y="46770"/>
                    <a:pt x="108227" y="46621"/>
                    <a:pt x="108476" y="46447"/>
                  </a:cubicBezTo>
                  <a:close/>
                  <a:moveTo>
                    <a:pt x="108774" y="48413"/>
                  </a:moveTo>
                  <a:lnTo>
                    <a:pt x="108774" y="48488"/>
                  </a:lnTo>
                  <a:cubicBezTo>
                    <a:pt x="106733" y="53267"/>
                    <a:pt x="104095" y="58121"/>
                    <a:pt x="100909" y="62925"/>
                  </a:cubicBezTo>
                  <a:lnTo>
                    <a:pt x="100859" y="62925"/>
                  </a:lnTo>
                  <a:cubicBezTo>
                    <a:pt x="104020" y="58121"/>
                    <a:pt x="106708" y="53242"/>
                    <a:pt x="108774" y="48413"/>
                  </a:cubicBezTo>
                  <a:close/>
                  <a:moveTo>
                    <a:pt x="67281" y="57598"/>
                  </a:moveTo>
                  <a:cubicBezTo>
                    <a:pt x="68202" y="59067"/>
                    <a:pt x="69695" y="60859"/>
                    <a:pt x="71637" y="62875"/>
                  </a:cubicBezTo>
                  <a:cubicBezTo>
                    <a:pt x="71637" y="62925"/>
                    <a:pt x="71587" y="62925"/>
                    <a:pt x="71587" y="62950"/>
                  </a:cubicBezTo>
                  <a:cubicBezTo>
                    <a:pt x="69670" y="60933"/>
                    <a:pt x="68177" y="59116"/>
                    <a:pt x="67206" y="57648"/>
                  </a:cubicBezTo>
                  <a:lnTo>
                    <a:pt x="67281" y="57598"/>
                  </a:lnTo>
                  <a:close/>
                  <a:moveTo>
                    <a:pt x="75819" y="56826"/>
                  </a:moveTo>
                  <a:cubicBezTo>
                    <a:pt x="75819" y="56826"/>
                    <a:pt x="75868" y="56826"/>
                    <a:pt x="75868" y="56851"/>
                  </a:cubicBezTo>
                  <a:lnTo>
                    <a:pt x="75893" y="56851"/>
                  </a:lnTo>
                  <a:cubicBezTo>
                    <a:pt x="75843" y="57001"/>
                    <a:pt x="75744" y="57125"/>
                    <a:pt x="75669" y="57274"/>
                  </a:cubicBezTo>
                  <a:cubicBezTo>
                    <a:pt x="75619" y="57399"/>
                    <a:pt x="75545" y="57498"/>
                    <a:pt x="75495" y="57623"/>
                  </a:cubicBezTo>
                  <a:cubicBezTo>
                    <a:pt x="75395" y="57822"/>
                    <a:pt x="75271" y="57996"/>
                    <a:pt x="75171" y="58195"/>
                  </a:cubicBezTo>
                  <a:cubicBezTo>
                    <a:pt x="75122" y="58320"/>
                    <a:pt x="75047" y="58444"/>
                    <a:pt x="74972" y="58519"/>
                  </a:cubicBezTo>
                  <a:cubicBezTo>
                    <a:pt x="74773" y="58843"/>
                    <a:pt x="74549" y="59141"/>
                    <a:pt x="74375" y="59465"/>
                  </a:cubicBezTo>
                  <a:cubicBezTo>
                    <a:pt x="74176" y="59764"/>
                    <a:pt x="74001" y="60087"/>
                    <a:pt x="73777" y="60361"/>
                  </a:cubicBezTo>
                  <a:cubicBezTo>
                    <a:pt x="73603" y="60684"/>
                    <a:pt x="73354" y="60958"/>
                    <a:pt x="73155" y="61257"/>
                  </a:cubicBezTo>
                  <a:cubicBezTo>
                    <a:pt x="72931" y="61581"/>
                    <a:pt x="72757" y="61854"/>
                    <a:pt x="72533" y="62178"/>
                  </a:cubicBezTo>
                  <a:cubicBezTo>
                    <a:pt x="72508" y="62203"/>
                    <a:pt x="72508" y="62228"/>
                    <a:pt x="72483" y="62253"/>
                  </a:cubicBezTo>
                  <a:cubicBezTo>
                    <a:pt x="72284" y="62502"/>
                    <a:pt x="72110" y="62726"/>
                    <a:pt x="71911" y="62950"/>
                  </a:cubicBezTo>
                  <a:lnTo>
                    <a:pt x="71886" y="62925"/>
                  </a:lnTo>
                  <a:cubicBezTo>
                    <a:pt x="73429" y="60884"/>
                    <a:pt x="74773" y="58843"/>
                    <a:pt x="75819" y="56826"/>
                  </a:cubicBezTo>
                  <a:close/>
                  <a:moveTo>
                    <a:pt x="108874" y="48936"/>
                  </a:moveTo>
                  <a:lnTo>
                    <a:pt x="108874" y="49036"/>
                  </a:lnTo>
                  <a:cubicBezTo>
                    <a:pt x="108899" y="49235"/>
                    <a:pt x="108899" y="49409"/>
                    <a:pt x="108899" y="49558"/>
                  </a:cubicBezTo>
                  <a:cubicBezTo>
                    <a:pt x="108949" y="49882"/>
                    <a:pt x="108949" y="50156"/>
                    <a:pt x="108973" y="50479"/>
                  </a:cubicBezTo>
                  <a:lnTo>
                    <a:pt x="108973" y="50554"/>
                  </a:lnTo>
                  <a:lnTo>
                    <a:pt x="108973" y="50853"/>
                  </a:lnTo>
                  <a:lnTo>
                    <a:pt x="108973" y="51923"/>
                  </a:lnTo>
                  <a:lnTo>
                    <a:pt x="108973" y="52222"/>
                  </a:lnTo>
                  <a:lnTo>
                    <a:pt x="108874" y="53416"/>
                  </a:lnTo>
                  <a:cubicBezTo>
                    <a:pt x="108874" y="53491"/>
                    <a:pt x="108874" y="53591"/>
                    <a:pt x="108849" y="53640"/>
                  </a:cubicBezTo>
                  <a:cubicBezTo>
                    <a:pt x="108824" y="54088"/>
                    <a:pt x="108749" y="54512"/>
                    <a:pt x="108700" y="54960"/>
                  </a:cubicBezTo>
                  <a:cubicBezTo>
                    <a:pt x="108700" y="55009"/>
                    <a:pt x="108700" y="55034"/>
                    <a:pt x="108650" y="55109"/>
                  </a:cubicBezTo>
                  <a:lnTo>
                    <a:pt x="108650" y="55134"/>
                  </a:lnTo>
                  <a:cubicBezTo>
                    <a:pt x="108600" y="55607"/>
                    <a:pt x="108501" y="56080"/>
                    <a:pt x="108401" y="56577"/>
                  </a:cubicBezTo>
                  <a:lnTo>
                    <a:pt x="108401" y="56602"/>
                  </a:lnTo>
                  <a:lnTo>
                    <a:pt x="108401" y="56627"/>
                  </a:lnTo>
                  <a:lnTo>
                    <a:pt x="108401" y="56702"/>
                  </a:lnTo>
                  <a:cubicBezTo>
                    <a:pt x="108301" y="57200"/>
                    <a:pt x="108202" y="57722"/>
                    <a:pt x="108052" y="58245"/>
                  </a:cubicBezTo>
                  <a:cubicBezTo>
                    <a:pt x="107654" y="59515"/>
                    <a:pt x="107256" y="60859"/>
                    <a:pt x="106758" y="62228"/>
                  </a:cubicBezTo>
                  <a:cubicBezTo>
                    <a:pt x="105016" y="62701"/>
                    <a:pt x="103124" y="62925"/>
                    <a:pt x="101158" y="62950"/>
                  </a:cubicBezTo>
                  <a:cubicBezTo>
                    <a:pt x="104219" y="58320"/>
                    <a:pt x="106833" y="53615"/>
                    <a:pt x="108874" y="48936"/>
                  </a:cubicBezTo>
                  <a:close/>
                  <a:moveTo>
                    <a:pt x="51127" y="59714"/>
                  </a:moveTo>
                  <a:lnTo>
                    <a:pt x="51127" y="59714"/>
                  </a:lnTo>
                  <a:cubicBezTo>
                    <a:pt x="51027" y="59863"/>
                    <a:pt x="50952" y="59988"/>
                    <a:pt x="50828" y="60112"/>
                  </a:cubicBezTo>
                  <a:cubicBezTo>
                    <a:pt x="50828" y="60137"/>
                    <a:pt x="50778" y="60137"/>
                    <a:pt x="50778" y="60187"/>
                  </a:cubicBezTo>
                  <a:cubicBezTo>
                    <a:pt x="50654" y="60311"/>
                    <a:pt x="50529" y="60460"/>
                    <a:pt x="50405" y="60585"/>
                  </a:cubicBezTo>
                  <a:cubicBezTo>
                    <a:pt x="50031" y="60983"/>
                    <a:pt x="49708" y="61431"/>
                    <a:pt x="49359" y="61829"/>
                  </a:cubicBezTo>
                  <a:cubicBezTo>
                    <a:pt x="49260" y="61929"/>
                    <a:pt x="49210" y="62004"/>
                    <a:pt x="49110" y="62128"/>
                  </a:cubicBezTo>
                  <a:cubicBezTo>
                    <a:pt x="48861" y="62427"/>
                    <a:pt x="48637" y="62701"/>
                    <a:pt x="48413" y="62999"/>
                  </a:cubicBezTo>
                  <a:lnTo>
                    <a:pt x="48388" y="62999"/>
                  </a:lnTo>
                  <a:cubicBezTo>
                    <a:pt x="49235" y="61879"/>
                    <a:pt x="50156" y="60809"/>
                    <a:pt x="51127" y="59714"/>
                  </a:cubicBezTo>
                  <a:close/>
                  <a:moveTo>
                    <a:pt x="40672" y="59515"/>
                  </a:moveTo>
                  <a:cubicBezTo>
                    <a:pt x="41170" y="59838"/>
                    <a:pt x="41643" y="60112"/>
                    <a:pt x="42116" y="60386"/>
                  </a:cubicBezTo>
                  <a:cubicBezTo>
                    <a:pt x="41668" y="61307"/>
                    <a:pt x="41270" y="62203"/>
                    <a:pt x="40921" y="63099"/>
                  </a:cubicBezTo>
                  <a:cubicBezTo>
                    <a:pt x="40349" y="62551"/>
                    <a:pt x="39776" y="62004"/>
                    <a:pt x="39154" y="61481"/>
                  </a:cubicBezTo>
                  <a:cubicBezTo>
                    <a:pt x="39652" y="60834"/>
                    <a:pt x="40150" y="60187"/>
                    <a:pt x="40672" y="59515"/>
                  </a:cubicBezTo>
                  <a:close/>
                  <a:moveTo>
                    <a:pt x="42614" y="60386"/>
                  </a:moveTo>
                  <a:cubicBezTo>
                    <a:pt x="44605" y="61556"/>
                    <a:pt x="46422" y="62477"/>
                    <a:pt x="47990" y="63074"/>
                  </a:cubicBezTo>
                  <a:cubicBezTo>
                    <a:pt x="47990" y="63099"/>
                    <a:pt x="47990" y="63099"/>
                    <a:pt x="47965" y="63124"/>
                  </a:cubicBezTo>
                  <a:cubicBezTo>
                    <a:pt x="46397" y="62551"/>
                    <a:pt x="44555" y="61630"/>
                    <a:pt x="42564" y="60460"/>
                  </a:cubicBezTo>
                  <a:cubicBezTo>
                    <a:pt x="42564" y="60436"/>
                    <a:pt x="42614" y="60436"/>
                    <a:pt x="42614" y="60386"/>
                  </a:cubicBezTo>
                  <a:close/>
                  <a:moveTo>
                    <a:pt x="97026" y="62850"/>
                  </a:moveTo>
                  <a:cubicBezTo>
                    <a:pt x="98196" y="62999"/>
                    <a:pt x="99365" y="63099"/>
                    <a:pt x="100510" y="63099"/>
                  </a:cubicBezTo>
                  <a:cubicBezTo>
                    <a:pt x="100510" y="63124"/>
                    <a:pt x="100486" y="63124"/>
                    <a:pt x="100486" y="63174"/>
                  </a:cubicBezTo>
                  <a:cubicBezTo>
                    <a:pt x="99316" y="63124"/>
                    <a:pt x="98171" y="63049"/>
                    <a:pt x="97026" y="62925"/>
                  </a:cubicBezTo>
                  <a:lnTo>
                    <a:pt x="97026" y="62850"/>
                  </a:lnTo>
                  <a:close/>
                  <a:moveTo>
                    <a:pt x="100784" y="63099"/>
                  </a:moveTo>
                  <a:cubicBezTo>
                    <a:pt x="100759" y="63124"/>
                    <a:pt x="100759" y="63174"/>
                    <a:pt x="100735" y="63174"/>
                  </a:cubicBezTo>
                  <a:lnTo>
                    <a:pt x="100660" y="63174"/>
                  </a:lnTo>
                  <a:cubicBezTo>
                    <a:pt x="100660" y="63124"/>
                    <a:pt x="100685" y="63124"/>
                    <a:pt x="100735" y="63099"/>
                  </a:cubicBezTo>
                  <a:close/>
                  <a:moveTo>
                    <a:pt x="106659" y="62427"/>
                  </a:moveTo>
                  <a:cubicBezTo>
                    <a:pt x="106659" y="62452"/>
                    <a:pt x="106634" y="62477"/>
                    <a:pt x="106634" y="62477"/>
                  </a:cubicBezTo>
                  <a:cubicBezTo>
                    <a:pt x="104916" y="62925"/>
                    <a:pt x="103000" y="63174"/>
                    <a:pt x="100983" y="63174"/>
                  </a:cubicBezTo>
                  <a:cubicBezTo>
                    <a:pt x="101008" y="63174"/>
                    <a:pt x="101033" y="63124"/>
                    <a:pt x="101033" y="63099"/>
                  </a:cubicBezTo>
                  <a:cubicBezTo>
                    <a:pt x="103024" y="63099"/>
                    <a:pt x="104916" y="62875"/>
                    <a:pt x="106659" y="62427"/>
                  </a:cubicBezTo>
                  <a:close/>
                  <a:moveTo>
                    <a:pt x="51276" y="59963"/>
                  </a:moveTo>
                  <a:cubicBezTo>
                    <a:pt x="51276" y="59988"/>
                    <a:pt x="51326" y="60062"/>
                    <a:pt x="51375" y="60112"/>
                  </a:cubicBezTo>
                  <a:cubicBezTo>
                    <a:pt x="50579" y="61133"/>
                    <a:pt x="49782" y="62203"/>
                    <a:pt x="49110" y="63248"/>
                  </a:cubicBezTo>
                  <a:cubicBezTo>
                    <a:pt x="48961" y="63198"/>
                    <a:pt x="48762" y="63124"/>
                    <a:pt x="48588" y="63099"/>
                  </a:cubicBezTo>
                  <a:cubicBezTo>
                    <a:pt x="48762" y="62875"/>
                    <a:pt x="48961" y="62626"/>
                    <a:pt x="49135" y="62427"/>
                  </a:cubicBezTo>
                  <a:lnTo>
                    <a:pt x="49160" y="62377"/>
                  </a:lnTo>
                  <a:lnTo>
                    <a:pt x="49733" y="61730"/>
                  </a:lnTo>
                  <a:cubicBezTo>
                    <a:pt x="49982" y="61456"/>
                    <a:pt x="50230" y="61133"/>
                    <a:pt x="50479" y="60859"/>
                  </a:cubicBezTo>
                  <a:lnTo>
                    <a:pt x="51127" y="60112"/>
                  </a:lnTo>
                  <a:cubicBezTo>
                    <a:pt x="51201" y="60062"/>
                    <a:pt x="51226" y="59988"/>
                    <a:pt x="51276" y="59963"/>
                  </a:cubicBezTo>
                  <a:close/>
                  <a:moveTo>
                    <a:pt x="39054" y="61630"/>
                  </a:moveTo>
                  <a:cubicBezTo>
                    <a:pt x="39677" y="62178"/>
                    <a:pt x="40299" y="62726"/>
                    <a:pt x="40871" y="63298"/>
                  </a:cubicBezTo>
                  <a:cubicBezTo>
                    <a:pt x="40871" y="63323"/>
                    <a:pt x="40822" y="63323"/>
                    <a:pt x="40822" y="63348"/>
                  </a:cubicBezTo>
                  <a:cubicBezTo>
                    <a:pt x="40274" y="62750"/>
                    <a:pt x="39652" y="62228"/>
                    <a:pt x="39029" y="61680"/>
                  </a:cubicBezTo>
                  <a:lnTo>
                    <a:pt x="39054" y="61630"/>
                  </a:lnTo>
                  <a:close/>
                  <a:moveTo>
                    <a:pt x="42365" y="60560"/>
                  </a:moveTo>
                  <a:cubicBezTo>
                    <a:pt x="42365" y="60560"/>
                    <a:pt x="42390" y="60560"/>
                    <a:pt x="42390" y="60585"/>
                  </a:cubicBezTo>
                  <a:cubicBezTo>
                    <a:pt x="41917" y="61506"/>
                    <a:pt x="41519" y="62427"/>
                    <a:pt x="41170" y="63348"/>
                  </a:cubicBezTo>
                  <a:lnTo>
                    <a:pt x="41145" y="63323"/>
                  </a:lnTo>
                  <a:lnTo>
                    <a:pt x="41120" y="63298"/>
                  </a:lnTo>
                  <a:cubicBezTo>
                    <a:pt x="41120" y="63198"/>
                    <a:pt x="41145" y="63124"/>
                    <a:pt x="41170" y="63074"/>
                  </a:cubicBezTo>
                  <a:cubicBezTo>
                    <a:pt x="41245" y="62950"/>
                    <a:pt x="41295" y="62800"/>
                    <a:pt x="41319" y="62676"/>
                  </a:cubicBezTo>
                  <a:lnTo>
                    <a:pt x="41519" y="62203"/>
                  </a:lnTo>
                  <a:cubicBezTo>
                    <a:pt x="41543" y="62103"/>
                    <a:pt x="41618" y="61979"/>
                    <a:pt x="41668" y="61879"/>
                  </a:cubicBezTo>
                  <a:cubicBezTo>
                    <a:pt x="41767" y="61705"/>
                    <a:pt x="41867" y="61481"/>
                    <a:pt x="41942" y="61307"/>
                  </a:cubicBezTo>
                  <a:cubicBezTo>
                    <a:pt x="41991" y="61232"/>
                    <a:pt x="42016" y="61133"/>
                    <a:pt x="42066" y="61083"/>
                  </a:cubicBezTo>
                  <a:cubicBezTo>
                    <a:pt x="42166" y="60884"/>
                    <a:pt x="42240" y="60734"/>
                    <a:pt x="42315" y="60560"/>
                  </a:cubicBezTo>
                  <a:close/>
                  <a:moveTo>
                    <a:pt x="51475" y="60311"/>
                  </a:moveTo>
                  <a:cubicBezTo>
                    <a:pt x="51475" y="60336"/>
                    <a:pt x="51500" y="60336"/>
                    <a:pt x="51500" y="60361"/>
                  </a:cubicBezTo>
                  <a:cubicBezTo>
                    <a:pt x="50728" y="61357"/>
                    <a:pt x="50006" y="62352"/>
                    <a:pt x="49334" y="63348"/>
                  </a:cubicBezTo>
                  <a:cubicBezTo>
                    <a:pt x="49285" y="63348"/>
                    <a:pt x="49285" y="63348"/>
                    <a:pt x="49260" y="63323"/>
                  </a:cubicBezTo>
                  <a:cubicBezTo>
                    <a:pt x="49957" y="62302"/>
                    <a:pt x="50703" y="61307"/>
                    <a:pt x="51475" y="60311"/>
                  </a:cubicBezTo>
                  <a:close/>
                  <a:moveTo>
                    <a:pt x="48463" y="63223"/>
                  </a:moveTo>
                  <a:cubicBezTo>
                    <a:pt x="48637" y="63298"/>
                    <a:pt x="48837" y="63348"/>
                    <a:pt x="48986" y="63422"/>
                  </a:cubicBezTo>
                  <a:cubicBezTo>
                    <a:pt x="48986" y="63447"/>
                    <a:pt x="48961" y="63447"/>
                    <a:pt x="48961" y="63472"/>
                  </a:cubicBezTo>
                  <a:cubicBezTo>
                    <a:pt x="48762" y="63422"/>
                    <a:pt x="48613" y="63348"/>
                    <a:pt x="48413" y="63298"/>
                  </a:cubicBezTo>
                  <a:cubicBezTo>
                    <a:pt x="48413" y="63248"/>
                    <a:pt x="48463" y="63248"/>
                    <a:pt x="48463" y="63223"/>
                  </a:cubicBezTo>
                  <a:close/>
                  <a:moveTo>
                    <a:pt x="76043" y="56951"/>
                  </a:moveTo>
                  <a:cubicBezTo>
                    <a:pt x="76491" y="57225"/>
                    <a:pt x="76963" y="57474"/>
                    <a:pt x="77412" y="57772"/>
                  </a:cubicBezTo>
                  <a:cubicBezTo>
                    <a:pt x="75868" y="59714"/>
                    <a:pt x="74225" y="61605"/>
                    <a:pt x="72483" y="63497"/>
                  </a:cubicBezTo>
                  <a:lnTo>
                    <a:pt x="72035" y="63074"/>
                  </a:lnTo>
                  <a:cubicBezTo>
                    <a:pt x="73628" y="61083"/>
                    <a:pt x="74972" y="58992"/>
                    <a:pt x="76043" y="56951"/>
                  </a:cubicBezTo>
                  <a:close/>
                  <a:moveTo>
                    <a:pt x="49160" y="63472"/>
                  </a:moveTo>
                  <a:cubicBezTo>
                    <a:pt x="49210" y="63472"/>
                    <a:pt x="49210" y="63472"/>
                    <a:pt x="49235" y="63497"/>
                  </a:cubicBezTo>
                  <a:cubicBezTo>
                    <a:pt x="49235" y="63547"/>
                    <a:pt x="49210" y="63547"/>
                    <a:pt x="49210" y="63572"/>
                  </a:cubicBezTo>
                  <a:cubicBezTo>
                    <a:pt x="49160" y="63547"/>
                    <a:pt x="49135" y="63547"/>
                    <a:pt x="49135" y="63547"/>
                  </a:cubicBezTo>
                  <a:cubicBezTo>
                    <a:pt x="49135" y="63497"/>
                    <a:pt x="49160" y="63497"/>
                    <a:pt x="49160" y="63472"/>
                  </a:cubicBezTo>
                  <a:close/>
                  <a:moveTo>
                    <a:pt x="51599" y="60510"/>
                  </a:moveTo>
                  <a:cubicBezTo>
                    <a:pt x="52247" y="61755"/>
                    <a:pt x="52471" y="62676"/>
                    <a:pt x="52147" y="63174"/>
                  </a:cubicBezTo>
                  <a:cubicBezTo>
                    <a:pt x="51978" y="63455"/>
                    <a:pt x="51604" y="63593"/>
                    <a:pt x="51063" y="63593"/>
                  </a:cubicBezTo>
                  <a:cubicBezTo>
                    <a:pt x="50646" y="63593"/>
                    <a:pt x="50130" y="63510"/>
                    <a:pt x="49533" y="63348"/>
                  </a:cubicBezTo>
                  <a:cubicBezTo>
                    <a:pt x="50156" y="62427"/>
                    <a:pt x="50853" y="61456"/>
                    <a:pt x="51599" y="60510"/>
                  </a:cubicBezTo>
                  <a:close/>
                  <a:moveTo>
                    <a:pt x="3435" y="63174"/>
                  </a:moveTo>
                  <a:lnTo>
                    <a:pt x="3435" y="63373"/>
                  </a:lnTo>
                  <a:cubicBezTo>
                    <a:pt x="3410" y="63447"/>
                    <a:pt x="3410" y="63547"/>
                    <a:pt x="3360" y="63597"/>
                  </a:cubicBezTo>
                  <a:lnTo>
                    <a:pt x="3360" y="63373"/>
                  </a:lnTo>
                  <a:cubicBezTo>
                    <a:pt x="3385" y="63323"/>
                    <a:pt x="3385" y="63248"/>
                    <a:pt x="3435" y="63174"/>
                  </a:cubicBezTo>
                  <a:close/>
                  <a:moveTo>
                    <a:pt x="52471" y="63099"/>
                  </a:moveTo>
                  <a:cubicBezTo>
                    <a:pt x="52471" y="63124"/>
                    <a:pt x="52446" y="63174"/>
                    <a:pt x="52396" y="63198"/>
                  </a:cubicBezTo>
                  <a:lnTo>
                    <a:pt x="52396" y="63223"/>
                  </a:lnTo>
                  <a:cubicBezTo>
                    <a:pt x="52396" y="63248"/>
                    <a:pt x="52371" y="63298"/>
                    <a:pt x="52371" y="63323"/>
                  </a:cubicBezTo>
                  <a:cubicBezTo>
                    <a:pt x="52321" y="63422"/>
                    <a:pt x="52247" y="63497"/>
                    <a:pt x="52147" y="63572"/>
                  </a:cubicBezTo>
                  <a:lnTo>
                    <a:pt x="52122" y="63572"/>
                  </a:lnTo>
                  <a:cubicBezTo>
                    <a:pt x="52122" y="63572"/>
                    <a:pt x="52097" y="63597"/>
                    <a:pt x="52072" y="63597"/>
                  </a:cubicBezTo>
                  <a:cubicBezTo>
                    <a:pt x="52197" y="63447"/>
                    <a:pt x="52321" y="63248"/>
                    <a:pt x="52471" y="63099"/>
                  </a:cubicBezTo>
                  <a:close/>
                  <a:moveTo>
                    <a:pt x="71935" y="63198"/>
                  </a:moveTo>
                  <a:lnTo>
                    <a:pt x="72359" y="63597"/>
                  </a:lnTo>
                  <a:cubicBezTo>
                    <a:pt x="72359" y="63622"/>
                    <a:pt x="72309" y="63622"/>
                    <a:pt x="72309" y="63622"/>
                  </a:cubicBezTo>
                  <a:lnTo>
                    <a:pt x="71920" y="63232"/>
                  </a:lnTo>
                  <a:lnTo>
                    <a:pt x="71920" y="63232"/>
                  </a:lnTo>
                  <a:cubicBezTo>
                    <a:pt x="71927" y="63228"/>
                    <a:pt x="71935" y="63213"/>
                    <a:pt x="71935" y="63198"/>
                  </a:cubicBezTo>
                  <a:close/>
                  <a:moveTo>
                    <a:pt x="77586" y="57872"/>
                  </a:moveTo>
                  <a:cubicBezTo>
                    <a:pt x="77611" y="57872"/>
                    <a:pt x="77611" y="57897"/>
                    <a:pt x="77636" y="57897"/>
                  </a:cubicBezTo>
                  <a:cubicBezTo>
                    <a:pt x="76092" y="59863"/>
                    <a:pt x="74425" y="61805"/>
                    <a:pt x="72682" y="63671"/>
                  </a:cubicBezTo>
                  <a:lnTo>
                    <a:pt x="72657" y="63622"/>
                  </a:lnTo>
                  <a:cubicBezTo>
                    <a:pt x="74375" y="61730"/>
                    <a:pt x="76018" y="59813"/>
                    <a:pt x="77586" y="57872"/>
                  </a:cubicBezTo>
                  <a:close/>
                  <a:moveTo>
                    <a:pt x="86323" y="59913"/>
                  </a:moveTo>
                  <a:cubicBezTo>
                    <a:pt x="87094" y="60286"/>
                    <a:pt x="87866" y="60610"/>
                    <a:pt x="88687" y="60909"/>
                  </a:cubicBezTo>
                  <a:cubicBezTo>
                    <a:pt x="87965" y="61879"/>
                    <a:pt x="87244" y="62825"/>
                    <a:pt x="86497" y="63746"/>
                  </a:cubicBezTo>
                  <a:cubicBezTo>
                    <a:pt x="86049" y="63373"/>
                    <a:pt x="85601" y="63024"/>
                    <a:pt x="85128" y="62676"/>
                  </a:cubicBezTo>
                  <a:cubicBezTo>
                    <a:pt x="85576" y="61730"/>
                    <a:pt x="85974" y="60834"/>
                    <a:pt x="86323" y="59913"/>
                  </a:cubicBezTo>
                  <a:close/>
                  <a:moveTo>
                    <a:pt x="72508" y="63796"/>
                  </a:moveTo>
                  <a:lnTo>
                    <a:pt x="72533" y="63821"/>
                  </a:lnTo>
                  <a:cubicBezTo>
                    <a:pt x="72533" y="63846"/>
                    <a:pt x="72508" y="63846"/>
                    <a:pt x="72508" y="63846"/>
                  </a:cubicBezTo>
                  <a:lnTo>
                    <a:pt x="72458" y="63821"/>
                  </a:lnTo>
                  <a:cubicBezTo>
                    <a:pt x="72458" y="63796"/>
                    <a:pt x="72508" y="63796"/>
                    <a:pt x="72508" y="63796"/>
                  </a:cubicBezTo>
                  <a:close/>
                  <a:moveTo>
                    <a:pt x="49384" y="63547"/>
                  </a:moveTo>
                  <a:cubicBezTo>
                    <a:pt x="50038" y="63714"/>
                    <a:pt x="50581" y="63798"/>
                    <a:pt x="51023" y="63798"/>
                  </a:cubicBezTo>
                  <a:cubicBezTo>
                    <a:pt x="51305" y="63798"/>
                    <a:pt x="51546" y="63764"/>
                    <a:pt x="51749" y="63696"/>
                  </a:cubicBezTo>
                  <a:lnTo>
                    <a:pt x="51749" y="63696"/>
                  </a:lnTo>
                  <a:cubicBezTo>
                    <a:pt x="51724" y="63721"/>
                    <a:pt x="51699" y="63746"/>
                    <a:pt x="51699" y="63796"/>
                  </a:cubicBezTo>
                  <a:cubicBezTo>
                    <a:pt x="51500" y="63846"/>
                    <a:pt x="51276" y="63871"/>
                    <a:pt x="51002" y="63871"/>
                  </a:cubicBezTo>
                  <a:cubicBezTo>
                    <a:pt x="50579" y="63871"/>
                    <a:pt x="50006" y="63796"/>
                    <a:pt x="49359" y="63597"/>
                  </a:cubicBezTo>
                  <a:cubicBezTo>
                    <a:pt x="49359" y="63572"/>
                    <a:pt x="49384" y="63572"/>
                    <a:pt x="49384" y="63547"/>
                  </a:cubicBezTo>
                  <a:close/>
                  <a:moveTo>
                    <a:pt x="88837" y="61008"/>
                  </a:moveTo>
                  <a:cubicBezTo>
                    <a:pt x="88861" y="61008"/>
                    <a:pt x="88861" y="61008"/>
                    <a:pt x="88911" y="61058"/>
                  </a:cubicBezTo>
                  <a:cubicBezTo>
                    <a:pt x="88189" y="62004"/>
                    <a:pt x="87443" y="62950"/>
                    <a:pt x="86696" y="63920"/>
                  </a:cubicBezTo>
                  <a:cubicBezTo>
                    <a:pt x="86671" y="63920"/>
                    <a:pt x="86671" y="63871"/>
                    <a:pt x="86621" y="63871"/>
                  </a:cubicBezTo>
                  <a:cubicBezTo>
                    <a:pt x="87368" y="62950"/>
                    <a:pt x="88115" y="61979"/>
                    <a:pt x="88837" y="61008"/>
                  </a:cubicBezTo>
                  <a:close/>
                  <a:moveTo>
                    <a:pt x="85053" y="62850"/>
                  </a:moveTo>
                  <a:cubicBezTo>
                    <a:pt x="85476" y="63198"/>
                    <a:pt x="85949" y="63572"/>
                    <a:pt x="86372" y="63920"/>
                  </a:cubicBezTo>
                  <a:cubicBezTo>
                    <a:pt x="86372" y="63945"/>
                    <a:pt x="86347" y="63945"/>
                    <a:pt x="86347" y="63970"/>
                  </a:cubicBezTo>
                  <a:cubicBezTo>
                    <a:pt x="85924" y="63597"/>
                    <a:pt x="85451" y="63248"/>
                    <a:pt x="85003" y="62925"/>
                  </a:cubicBezTo>
                  <a:cubicBezTo>
                    <a:pt x="85003" y="62875"/>
                    <a:pt x="85053" y="62875"/>
                    <a:pt x="85053" y="62850"/>
                  </a:cubicBezTo>
                  <a:close/>
                  <a:moveTo>
                    <a:pt x="86497" y="64045"/>
                  </a:moveTo>
                  <a:cubicBezTo>
                    <a:pt x="86547" y="64045"/>
                    <a:pt x="86571" y="64045"/>
                    <a:pt x="86571" y="64070"/>
                  </a:cubicBezTo>
                  <a:cubicBezTo>
                    <a:pt x="86571" y="64095"/>
                    <a:pt x="86522" y="64095"/>
                    <a:pt x="86522" y="64119"/>
                  </a:cubicBezTo>
                  <a:cubicBezTo>
                    <a:pt x="86497" y="64119"/>
                    <a:pt x="86497" y="64095"/>
                    <a:pt x="86472" y="64095"/>
                  </a:cubicBezTo>
                  <a:cubicBezTo>
                    <a:pt x="86472" y="64070"/>
                    <a:pt x="86497" y="64070"/>
                    <a:pt x="86497" y="64045"/>
                  </a:cubicBezTo>
                  <a:close/>
                  <a:moveTo>
                    <a:pt x="7019" y="56851"/>
                  </a:moveTo>
                  <a:lnTo>
                    <a:pt x="7019" y="56851"/>
                  </a:lnTo>
                  <a:cubicBezTo>
                    <a:pt x="5725" y="59365"/>
                    <a:pt x="4605" y="61879"/>
                    <a:pt x="3684" y="64343"/>
                  </a:cubicBezTo>
                  <a:cubicBezTo>
                    <a:pt x="3659" y="64045"/>
                    <a:pt x="3609" y="63721"/>
                    <a:pt x="3609" y="63373"/>
                  </a:cubicBezTo>
                  <a:cubicBezTo>
                    <a:pt x="4033" y="61879"/>
                    <a:pt x="4481" y="60336"/>
                    <a:pt x="5078" y="58768"/>
                  </a:cubicBezTo>
                  <a:cubicBezTo>
                    <a:pt x="5601" y="58046"/>
                    <a:pt x="6223" y="57399"/>
                    <a:pt x="7019" y="56851"/>
                  </a:cubicBezTo>
                  <a:close/>
                  <a:moveTo>
                    <a:pt x="3460" y="63970"/>
                  </a:moveTo>
                  <a:cubicBezTo>
                    <a:pt x="3485" y="64244"/>
                    <a:pt x="3535" y="64468"/>
                    <a:pt x="3560" y="64717"/>
                  </a:cubicBezTo>
                  <a:cubicBezTo>
                    <a:pt x="3560" y="64742"/>
                    <a:pt x="3535" y="64816"/>
                    <a:pt x="3535" y="64841"/>
                  </a:cubicBezTo>
                  <a:cubicBezTo>
                    <a:pt x="3485" y="64617"/>
                    <a:pt x="3460" y="64368"/>
                    <a:pt x="3435" y="64169"/>
                  </a:cubicBezTo>
                  <a:cubicBezTo>
                    <a:pt x="3435" y="64095"/>
                    <a:pt x="3460" y="64045"/>
                    <a:pt x="3460" y="63970"/>
                  </a:cubicBezTo>
                  <a:close/>
                  <a:moveTo>
                    <a:pt x="7443" y="56528"/>
                  </a:moveTo>
                  <a:cubicBezTo>
                    <a:pt x="6024" y="59340"/>
                    <a:pt x="4779" y="62128"/>
                    <a:pt x="3784" y="64841"/>
                  </a:cubicBezTo>
                  <a:cubicBezTo>
                    <a:pt x="3784" y="64816"/>
                    <a:pt x="3734" y="64742"/>
                    <a:pt x="3734" y="64717"/>
                  </a:cubicBezTo>
                  <a:cubicBezTo>
                    <a:pt x="4729" y="62053"/>
                    <a:pt x="5949" y="59340"/>
                    <a:pt x="7318" y="56602"/>
                  </a:cubicBezTo>
                  <a:cubicBezTo>
                    <a:pt x="7343" y="56577"/>
                    <a:pt x="7393" y="56528"/>
                    <a:pt x="7443" y="56528"/>
                  </a:cubicBezTo>
                  <a:close/>
                  <a:moveTo>
                    <a:pt x="3609" y="65090"/>
                  </a:moveTo>
                  <a:cubicBezTo>
                    <a:pt x="3609" y="65115"/>
                    <a:pt x="3609" y="65165"/>
                    <a:pt x="3659" y="65215"/>
                  </a:cubicBezTo>
                  <a:cubicBezTo>
                    <a:pt x="3659" y="65240"/>
                    <a:pt x="3609" y="65314"/>
                    <a:pt x="3609" y="65339"/>
                  </a:cubicBezTo>
                  <a:cubicBezTo>
                    <a:pt x="3609" y="65314"/>
                    <a:pt x="3609" y="65240"/>
                    <a:pt x="3584" y="65215"/>
                  </a:cubicBezTo>
                  <a:cubicBezTo>
                    <a:pt x="3584" y="65190"/>
                    <a:pt x="3609" y="65115"/>
                    <a:pt x="3609" y="65090"/>
                  </a:cubicBezTo>
                  <a:close/>
                  <a:moveTo>
                    <a:pt x="65713" y="54039"/>
                  </a:moveTo>
                  <a:lnTo>
                    <a:pt x="65713" y="54113"/>
                  </a:lnTo>
                  <a:lnTo>
                    <a:pt x="65713" y="54163"/>
                  </a:lnTo>
                  <a:cubicBezTo>
                    <a:pt x="65713" y="54163"/>
                    <a:pt x="65713" y="54213"/>
                    <a:pt x="65688" y="54213"/>
                  </a:cubicBezTo>
                  <a:cubicBezTo>
                    <a:pt x="65538" y="54387"/>
                    <a:pt x="65414" y="54536"/>
                    <a:pt x="65290" y="54711"/>
                  </a:cubicBezTo>
                  <a:cubicBezTo>
                    <a:pt x="64045" y="56204"/>
                    <a:pt x="62701" y="57623"/>
                    <a:pt x="61307" y="59017"/>
                  </a:cubicBezTo>
                  <a:cubicBezTo>
                    <a:pt x="60635" y="59639"/>
                    <a:pt x="59938" y="60336"/>
                    <a:pt x="59191" y="61008"/>
                  </a:cubicBezTo>
                  <a:cubicBezTo>
                    <a:pt x="58992" y="61207"/>
                    <a:pt x="58768" y="61381"/>
                    <a:pt x="58569" y="61581"/>
                  </a:cubicBezTo>
                  <a:cubicBezTo>
                    <a:pt x="58196" y="61929"/>
                    <a:pt x="57847" y="62228"/>
                    <a:pt x="57499" y="62551"/>
                  </a:cubicBezTo>
                  <a:cubicBezTo>
                    <a:pt x="57399" y="62626"/>
                    <a:pt x="57324" y="62726"/>
                    <a:pt x="57225" y="62800"/>
                  </a:cubicBezTo>
                  <a:lnTo>
                    <a:pt x="57200" y="62825"/>
                  </a:lnTo>
                  <a:cubicBezTo>
                    <a:pt x="56901" y="63049"/>
                    <a:pt x="56627" y="63248"/>
                    <a:pt x="56379" y="63497"/>
                  </a:cubicBezTo>
                  <a:cubicBezTo>
                    <a:pt x="55482" y="64219"/>
                    <a:pt x="54611" y="64916"/>
                    <a:pt x="53889" y="65439"/>
                  </a:cubicBezTo>
                  <a:cubicBezTo>
                    <a:pt x="53815" y="65439"/>
                    <a:pt x="53765" y="65464"/>
                    <a:pt x="53740" y="65464"/>
                  </a:cubicBezTo>
                  <a:lnTo>
                    <a:pt x="53616" y="65464"/>
                  </a:lnTo>
                  <a:cubicBezTo>
                    <a:pt x="53641" y="65439"/>
                    <a:pt x="53690" y="65414"/>
                    <a:pt x="53740" y="65364"/>
                  </a:cubicBezTo>
                  <a:cubicBezTo>
                    <a:pt x="53740" y="65364"/>
                    <a:pt x="53765" y="65364"/>
                    <a:pt x="53765" y="65339"/>
                  </a:cubicBezTo>
                  <a:cubicBezTo>
                    <a:pt x="53840" y="65289"/>
                    <a:pt x="53939" y="65240"/>
                    <a:pt x="53989" y="65190"/>
                  </a:cubicBezTo>
                  <a:cubicBezTo>
                    <a:pt x="54188" y="65040"/>
                    <a:pt x="54362" y="64891"/>
                    <a:pt x="54561" y="64767"/>
                  </a:cubicBezTo>
                  <a:cubicBezTo>
                    <a:pt x="54810" y="64592"/>
                    <a:pt x="55010" y="64443"/>
                    <a:pt x="55234" y="64244"/>
                  </a:cubicBezTo>
                  <a:lnTo>
                    <a:pt x="55308" y="64219"/>
                  </a:lnTo>
                  <a:cubicBezTo>
                    <a:pt x="55358" y="64169"/>
                    <a:pt x="55433" y="64119"/>
                    <a:pt x="55482" y="64070"/>
                  </a:cubicBezTo>
                  <a:cubicBezTo>
                    <a:pt x="55557" y="64045"/>
                    <a:pt x="55582" y="63970"/>
                    <a:pt x="55632" y="63945"/>
                  </a:cubicBezTo>
                  <a:lnTo>
                    <a:pt x="56105" y="63572"/>
                  </a:lnTo>
                  <a:cubicBezTo>
                    <a:pt x="56453" y="63298"/>
                    <a:pt x="56827" y="62999"/>
                    <a:pt x="57125" y="62726"/>
                  </a:cubicBezTo>
                  <a:cubicBezTo>
                    <a:pt x="57225" y="62676"/>
                    <a:pt x="57324" y="62576"/>
                    <a:pt x="57374" y="62502"/>
                  </a:cubicBezTo>
                  <a:lnTo>
                    <a:pt x="57424" y="62502"/>
                  </a:lnTo>
                  <a:cubicBezTo>
                    <a:pt x="57797" y="62203"/>
                    <a:pt x="58196" y="61854"/>
                    <a:pt x="58544" y="61556"/>
                  </a:cubicBezTo>
                  <a:cubicBezTo>
                    <a:pt x="58793" y="61332"/>
                    <a:pt x="58992" y="61108"/>
                    <a:pt x="59241" y="60884"/>
                  </a:cubicBezTo>
                  <a:cubicBezTo>
                    <a:pt x="59316" y="60834"/>
                    <a:pt x="59415" y="60759"/>
                    <a:pt x="59465" y="60709"/>
                  </a:cubicBezTo>
                  <a:cubicBezTo>
                    <a:pt x="59490" y="60684"/>
                    <a:pt x="59565" y="60635"/>
                    <a:pt x="59589" y="60585"/>
                  </a:cubicBezTo>
                  <a:cubicBezTo>
                    <a:pt x="60311" y="59888"/>
                    <a:pt x="60809" y="59390"/>
                    <a:pt x="61207" y="59017"/>
                  </a:cubicBezTo>
                  <a:cubicBezTo>
                    <a:pt x="61257" y="58967"/>
                    <a:pt x="61357" y="58892"/>
                    <a:pt x="61431" y="58843"/>
                  </a:cubicBezTo>
                  <a:lnTo>
                    <a:pt x="61456" y="58818"/>
                  </a:lnTo>
                  <a:lnTo>
                    <a:pt x="61830" y="58444"/>
                  </a:lnTo>
                  <a:lnTo>
                    <a:pt x="61879" y="58370"/>
                  </a:lnTo>
                  <a:cubicBezTo>
                    <a:pt x="61979" y="58270"/>
                    <a:pt x="62079" y="58195"/>
                    <a:pt x="62128" y="58096"/>
                  </a:cubicBezTo>
                  <a:lnTo>
                    <a:pt x="62253" y="57971"/>
                  </a:lnTo>
                  <a:cubicBezTo>
                    <a:pt x="62751" y="57449"/>
                    <a:pt x="63448" y="56727"/>
                    <a:pt x="64244" y="55781"/>
                  </a:cubicBezTo>
                  <a:cubicBezTo>
                    <a:pt x="64319" y="55731"/>
                    <a:pt x="64369" y="55632"/>
                    <a:pt x="64443" y="55582"/>
                  </a:cubicBezTo>
                  <a:cubicBezTo>
                    <a:pt x="64493" y="55482"/>
                    <a:pt x="64593" y="55408"/>
                    <a:pt x="64667" y="55333"/>
                  </a:cubicBezTo>
                  <a:cubicBezTo>
                    <a:pt x="64717" y="55258"/>
                    <a:pt x="64742" y="55208"/>
                    <a:pt x="64817" y="55134"/>
                  </a:cubicBezTo>
                  <a:cubicBezTo>
                    <a:pt x="65041" y="54860"/>
                    <a:pt x="65240" y="54611"/>
                    <a:pt x="65439" y="54387"/>
                  </a:cubicBezTo>
                  <a:cubicBezTo>
                    <a:pt x="65464" y="54337"/>
                    <a:pt x="65538" y="54288"/>
                    <a:pt x="65563" y="54238"/>
                  </a:cubicBezTo>
                  <a:cubicBezTo>
                    <a:pt x="65613" y="54163"/>
                    <a:pt x="65663" y="54113"/>
                    <a:pt x="65713" y="54039"/>
                  </a:cubicBezTo>
                  <a:close/>
                  <a:moveTo>
                    <a:pt x="29197" y="56254"/>
                  </a:moveTo>
                  <a:cubicBezTo>
                    <a:pt x="29222" y="56254"/>
                    <a:pt x="29222" y="56279"/>
                    <a:pt x="29247" y="56279"/>
                  </a:cubicBezTo>
                  <a:cubicBezTo>
                    <a:pt x="26907" y="59465"/>
                    <a:pt x="24767" y="62701"/>
                    <a:pt x="22900" y="65912"/>
                  </a:cubicBezTo>
                  <a:lnTo>
                    <a:pt x="22850" y="65912"/>
                  </a:lnTo>
                  <a:cubicBezTo>
                    <a:pt x="24717" y="62701"/>
                    <a:pt x="26858" y="59465"/>
                    <a:pt x="29197" y="56254"/>
                  </a:cubicBezTo>
                  <a:close/>
                  <a:moveTo>
                    <a:pt x="53367" y="65737"/>
                  </a:moveTo>
                  <a:cubicBezTo>
                    <a:pt x="53342" y="65787"/>
                    <a:pt x="53267" y="65812"/>
                    <a:pt x="53242" y="65837"/>
                  </a:cubicBezTo>
                  <a:cubicBezTo>
                    <a:pt x="53217" y="65862"/>
                    <a:pt x="53192" y="65862"/>
                    <a:pt x="53143" y="65912"/>
                  </a:cubicBezTo>
                  <a:cubicBezTo>
                    <a:pt x="53118" y="65936"/>
                    <a:pt x="53043" y="65961"/>
                    <a:pt x="53018" y="65986"/>
                  </a:cubicBezTo>
                  <a:lnTo>
                    <a:pt x="52993" y="65961"/>
                  </a:lnTo>
                  <a:cubicBezTo>
                    <a:pt x="52993" y="65961"/>
                    <a:pt x="52993" y="65936"/>
                    <a:pt x="53018" y="65936"/>
                  </a:cubicBezTo>
                  <a:cubicBezTo>
                    <a:pt x="53043" y="65936"/>
                    <a:pt x="53043" y="65912"/>
                    <a:pt x="53093" y="65912"/>
                  </a:cubicBezTo>
                  <a:lnTo>
                    <a:pt x="53118" y="65862"/>
                  </a:lnTo>
                  <a:cubicBezTo>
                    <a:pt x="53143" y="65837"/>
                    <a:pt x="53168" y="65837"/>
                    <a:pt x="53217" y="65812"/>
                  </a:cubicBezTo>
                  <a:cubicBezTo>
                    <a:pt x="53242" y="65812"/>
                    <a:pt x="53317" y="65787"/>
                    <a:pt x="53367" y="65737"/>
                  </a:cubicBezTo>
                  <a:close/>
                  <a:moveTo>
                    <a:pt x="52869" y="66086"/>
                  </a:moveTo>
                  <a:lnTo>
                    <a:pt x="52869" y="66086"/>
                  </a:lnTo>
                  <a:cubicBezTo>
                    <a:pt x="52849" y="66106"/>
                    <a:pt x="52828" y="66126"/>
                    <a:pt x="52795" y="66133"/>
                  </a:cubicBezTo>
                  <a:lnTo>
                    <a:pt x="52795" y="66133"/>
                  </a:lnTo>
                  <a:cubicBezTo>
                    <a:pt x="52814" y="66121"/>
                    <a:pt x="52841" y="66100"/>
                    <a:pt x="52869" y="66086"/>
                  </a:cubicBezTo>
                  <a:close/>
                  <a:moveTo>
                    <a:pt x="21730" y="54337"/>
                  </a:moveTo>
                  <a:cubicBezTo>
                    <a:pt x="24194" y="54661"/>
                    <a:pt x="26634" y="55283"/>
                    <a:pt x="29048" y="56204"/>
                  </a:cubicBezTo>
                  <a:cubicBezTo>
                    <a:pt x="26683" y="59440"/>
                    <a:pt x="24518" y="62701"/>
                    <a:pt x="22626" y="65936"/>
                  </a:cubicBezTo>
                  <a:cubicBezTo>
                    <a:pt x="22452" y="65961"/>
                    <a:pt x="22253" y="65961"/>
                    <a:pt x="22079" y="65986"/>
                  </a:cubicBezTo>
                  <a:cubicBezTo>
                    <a:pt x="21655" y="66036"/>
                    <a:pt x="21257" y="66086"/>
                    <a:pt x="20884" y="66111"/>
                  </a:cubicBezTo>
                  <a:cubicBezTo>
                    <a:pt x="20759" y="66161"/>
                    <a:pt x="20635" y="66185"/>
                    <a:pt x="20486" y="66185"/>
                  </a:cubicBezTo>
                  <a:cubicBezTo>
                    <a:pt x="19664" y="62825"/>
                    <a:pt x="20137" y="58718"/>
                    <a:pt x="21730" y="54337"/>
                  </a:cubicBezTo>
                  <a:close/>
                  <a:moveTo>
                    <a:pt x="22776" y="66111"/>
                  </a:moveTo>
                  <a:cubicBezTo>
                    <a:pt x="22776" y="66161"/>
                    <a:pt x="22751" y="66161"/>
                    <a:pt x="22751" y="66185"/>
                  </a:cubicBezTo>
                  <a:lnTo>
                    <a:pt x="22701" y="66185"/>
                  </a:lnTo>
                  <a:cubicBezTo>
                    <a:pt x="22701" y="66161"/>
                    <a:pt x="22726" y="66161"/>
                    <a:pt x="22726" y="66111"/>
                  </a:cubicBezTo>
                  <a:close/>
                  <a:moveTo>
                    <a:pt x="21531" y="54288"/>
                  </a:moveTo>
                  <a:cubicBezTo>
                    <a:pt x="19988" y="58693"/>
                    <a:pt x="19490" y="62825"/>
                    <a:pt x="20311" y="66235"/>
                  </a:cubicBezTo>
                  <a:lnTo>
                    <a:pt x="20262" y="66235"/>
                  </a:lnTo>
                  <a:cubicBezTo>
                    <a:pt x="19415" y="62825"/>
                    <a:pt x="19888" y="58693"/>
                    <a:pt x="21481" y="54288"/>
                  </a:cubicBezTo>
                  <a:close/>
                  <a:moveTo>
                    <a:pt x="65663" y="54462"/>
                  </a:moveTo>
                  <a:cubicBezTo>
                    <a:pt x="65688" y="55084"/>
                    <a:pt x="65962" y="55856"/>
                    <a:pt x="66484" y="56777"/>
                  </a:cubicBezTo>
                  <a:cubicBezTo>
                    <a:pt x="63721" y="60236"/>
                    <a:pt x="60311" y="63522"/>
                    <a:pt x="56478" y="66285"/>
                  </a:cubicBezTo>
                  <a:cubicBezTo>
                    <a:pt x="55557" y="65787"/>
                    <a:pt x="54736" y="65488"/>
                    <a:pt x="54089" y="65464"/>
                  </a:cubicBezTo>
                  <a:cubicBezTo>
                    <a:pt x="54263" y="65314"/>
                    <a:pt x="54462" y="65190"/>
                    <a:pt x="54686" y="65040"/>
                  </a:cubicBezTo>
                  <a:cubicBezTo>
                    <a:pt x="54935" y="64841"/>
                    <a:pt x="55184" y="64667"/>
                    <a:pt x="55383" y="64468"/>
                  </a:cubicBezTo>
                  <a:lnTo>
                    <a:pt x="55458" y="64418"/>
                  </a:lnTo>
                  <a:cubicBezTo>
                    <a:pt x="55706" y="64219"/>
                    <a:pt x="55955" y="64045"/>
                    <a:pt x="56204" y="63821"/>
                  </a:cubicBezTo>
                  <a:cubicBezTo>
                    <a:pt x="56603" y="63497"/>
                    <a:pt x="57001" y="63174"/>
                    <a:pt x="57374" y="62850"/>
                  </a:cubicBezTo>
                  <a:cubicBezTo>
                    <a:pt x="58196" y="62178"/>
                    <a:pt x="58967" y="61481"/>
                    <a:pt x="59589" y="60884"/>
                  </a:cubicBezTo>
                  <a:cubicBezTo>
                    <a:pt x="59664" y="60859"/>
                    <a:pt x="59689" y="60784"/>
                    <a:pt x="59714" y="60759"/>
                  </a:cubicBezTo>
                  <a:cubicBezTo>
                    <a:pt x="60361" y="60137"/>
                    <a:pt x="60859" y="59664"/>
                    <a:pt x="61232" y="59291"/>
                  </a:cubicBezTo>
                  <a:lnTo>
                    <a:pt x="61506" y="59017"/>
                  </a:lnTo>
                  <a:lnTo>
                    <a:pt x="61556" y="58992"/>
                  </a:lnTo>
                  <a:lnTo>
                    <a:pt x="61929" y="58619"/>
                  </a:lnTo>
                  <a:lnTo>
                    <a:pt x="62128" y="58395"/>
                  </a:lnTo>
                  <a:cubicBezTo>
                    <a:pt x="62178" y="58370"/>
                    <a:pt x="62178" y="58345"/>
                    <a:pt x="62203" y="58345"/>
                  </a:cubicBezTo>
                  <a:lnTo>
                    <a:pt x="62477" y="58071"/>
                  </a:lnTo>
                  <a:cubicBezTo>
                    <a:pt x="62950" y="57573"/>
                    <a:pt x="63597" y="56876"/>
                    <a:pt x="64344" y="56030"/>
                  </a:cubicBezTo>
                  <a:cubicBezTo>
                    <a:pt x="64493" y="55856"/>
                    <a:pt x="64692" y="55657"/>
                    <a:pt x="64842" y="55457"/>
                  </a:cubicBezTo>
                  <a:cubicBezTo>
                    <a:pt x="64891" y="55408"/>
                    <a:pt x="64916" y="55358"/>
                    <a:pt x="64941" y="55333"/>
                  </a:cubicBezTo>
                  <a:cubicBezTo>
                    <a:pt x="65190" y="55009"/>
                    <a:pt x="65439" y="54736"/>
                    <a:pt x="65663" y="54462"/>
                  </a:cubicBezTo>
                  <a:close/>
                  <a:moveTo>
                    <a:pt x="53840" y="65613"/>
                  </a:moveTo>
                  <a:cubicBezTo>
                    <a:pt x="54462" y="65613"/>
                    <a:pt x="55308" y="65862"/>
                    <a:pt x="56304" y="66409"/>
                  </a:cubicBezTo>
                  <a:cubicBezTo>
                    <a:pt x="56254" y="66409"/>
                    <a:pt x="56254" y="66434"/>
                    <a:pt x="56229" y="66434"/>
                  </a:cubicBezTo>
                  <a:cubicBezTo>
                    <a:pt x="56179" y="66409"/>
                    <a:pt x="56130" y="66409"/>
                    <a:pt x="56105" y="66360"/>
                  </a:cubicBezTo>
                  <a:cubicBezTo>
                    <a:pt x="55955" y="66285"/>
                    <a:pt x="55756" y="66210"/>
                    <a:pt x="55607" y="66111"/>
                  </a:cubicBezTo>
                  <a:cubicBezTo>
                    <a:pt x="55582" y="66111"/>
                    <a:pt x="55557" y="66086"/>
                    <a:pt x="55557" y="66086"/>
                  </a:cubicBezTo>
                  <a:cubicBezTo>
                    <a:pt x="55358" y="65986"/>
                    <a:pt x="55184" y="65936"/>
                    <a:pt x="54985" y="65862"/>
                  </a:cubicBezTo>
                  <a:cubicBezTo>
                    <a:pt x="54960" y="65862"/>
                    <a:pt x="54935" y="65837"/>
                    <a:pt x="54885" y="65837"/>
                  </a:cubicBezTo>
                  <a:cubicBezTo>
                    <a:pt x="54711" y="65787"/>
                    <a:pt x="54561" y="65737"/>
                    <a:pt x="54387" y="65712"/>
                  </a:cubicBezTo>
                  <a:cubicBezTo>
                    <a:pt x="54238" y="65688"/>
                    <a:pt x="54113" y="65688"/>
                    <a:pt x="53989" y="65688"/>
                  </a:cubicBezTo>
                  <a:lnTo>
                    <a:pt x="53740" y="65688"/>
                  </a:lnTo>
                  <a:cubicBezTo>
                    <a:pt x="53740" y="65688"/>
                    <a:pt x="53765" y="65688"/>
                    <a:pt x="53765" y="65663"/>
                  </a:cubicBezTo>
                  <a:cubicBezTo>
                    <a:pt x="53815" y="65613"/>
                    <a:pt x="53815" y="65613"/>
                    <a:pt x="53840" y="65613"/>
                  </a:cubicBezTo>
                  <a:close/>
                  <a:moveTo>
                    <a:pt x="66584" y="56976"/>
                  </a:moveTo>
                  <a:cubicBezTo>
                    <a:pt x="66584" y="57001"/>
                    <a:pt x="66634" y="57001"/>
                    <a:pt x="66634" y="57026"/>
                  </a:cubicBezTo>
                  <a:cubicBezTo>
                    <a:pt x="63846" y="60460"/>
                    <a:pt x="60486" y="63696"/>
                    <a:pt x="56727" y="66434"/>
                  </a:cubicBezTo>
                  <a:cubicBezTo>
                    <a:pt x="56702" y="66434"/>
                    <a:pt x="56702" y="66409"/>
                    <a:pt x="56677" y="66409"/>
                  </a:cubicBezTo>
                  <a:cubicBezTo>
                    <a:pt x="60436" y="63671"/>
                    <a:pt x="63821" y="60386"/>
                    <a:pt x="66584" y="56976"/>
                  </a:cubicBezTo>
                  <a:close/>
                  <a:moveTo>
                    <a:pt x="22502" y="66161"/>
                  </a:moveTo>
                  <a:cubicBezTo>
                    <a:pt x="22502" y="66185"/>
                    <a:pt x="22477" y="66210"/>
                    <a:pt x="22477" y="66210"/>
                  </a:cubicBezTo>
                  <a:cubicBezTo>
                    <a:pt x="21954" y="66285"/>
                    <a:pt x="21407" y="66310"/>
                    <a:pt x="20884" y="66409"/>
                  </a:cubicBezTo>
                  <a:cubicBezTo>
                    <a:pt x="20759" y="66434"/>
                    <a:pt x="20660" y="66434"/>
                    <a:pt x="20535" y="66459"/>
                  </a:cubicBezTo>
                  <a:cubicBezTo>
                    <a:pt x="20535" y="66434"/>
                    <a:pt x="20535" y="66434"/>
                    <a:pt x="20510" y="66409"/>
                  </a:cubicBezTo>
                  <a:cubicBezTo>
                    <a:pt x="20635" y="66360"/>
                    <a:pt x="20759" y="66335"/>
                    <a:pt x="20884" y="66335"/>
                  </a:cubicBezTo>
                  <a:cubicBezTo>
                    <a:pt x="21232" y="66285"/>
                    <a:pt x="21606" y="66235"/>
                    <a:pt x="21954" y="66210"/>
                  </a:cubicBezTo>
                  <a:cubicBezTo>
                    <a:pt x="22128" y="66185"/>
                    <a:pt x="22327" y="66161"/>
                    <a:pt x="22502" y="66161"/>
                  </a:cubicBezTo>
                  <a:close/>
                  <a:moveTo>
                    <a:pt x="3286" y="64717"/>
                  </a:moveTo>
                  <a:cubicBezTo>
                    <a:pt x="3311" y="64866"/>
                    <a:pt x="3336" y="65040"/>
                    <a:pt x="3360" y="65215"/>
                  </a:cubicBezTo>
                  <a:lnTo>
                    <a:pt x="2912" y="66534"/>
                  </a:lnTo>
                  <a:cubicBezTo>
                    <a:pt x="3037" y="65936"/>
                    <a:pt x="3161" y="65314"/>
                    <a:pt x="3286" y="64717"/>
                  </a:cubicBezTo>
                  <a:close/>
                  <a:moveTo>
                    <a:pt x="29446" y="56353"/>
                  </a:moveTo>
                  <a:cubicBezTo>
                    <a:pt x="30293" y="56652"/>
                    <a:pt x="31114" y="57026"/>
                    <a:pt x="31935" y="57399"/>
                  </a:cubicBezTo>
                  <a:cubicBezTo>
                    <a:pt x="30741" y="60759"/>
                    <a:pt x="30342" y="63920"/>
                    <a:pt x="30940" y="66584"/>
                  </a:cubicBezTo>
                  <a:cubicBezTo>
                    <a:pt x="30691" y="66534"/>
                    <a:pt x="30467" y="66459"/>
                    <a:pt x="30218" y="66409"/>
                  </a:cubicBezTo>
                  <a:cubicBezTo>
                    <a:pt x="30168" y="66409"/>
                    <a:pt x="30094" y="66360"/>
                    <a:pt x="30044" y="66360"/>
                  </a:cubicBezTo>
                  <a:cubicBezTo>
                    <a:pt x="29745" y="66310"/>
                    <a:pt x="29471" y="66235"/>
                    <a:pt x="29197" y="66210"/>
                  </a:cubicBezTo>
                  <a:cubicBezTo>
                    <a:pt x="29098" y="66210"/>
                    <a:pt x="29048" y="66185"/>
                    <a:pt x="28949" y="66185"/>
                  </a:cubicBezTo>
                  <a:cubicBezTo>
                    <a:pt x="28700" y="66161"/>
                    <a:pt x="28426" y="66086"/>
                    <a:pt x="28177" y="66061"/>
                  </a:cubicBezTo>
                  <a:cubicBezTo>
                    <a:pt x="28052" y="66036"/>
                    <a:pt x="27928" y="66036"/>
                    <a:pt x="27828" y="66036"/>
                  </a:cubicBezTo>
                  <a:cubicBezTo>
                    <a:pt x="27580" y="65986"/>
                    <a:pt x="27355" y="65961"/>
                    <a:pt x="27107" y="65961"/>
                  </a:cubicBezTo>
                  <a:cubicBezTo>
                    <a:pt x="26932" y="65936"/>
                    <a:pt x="26733" y="65936"/>
                    <a:pt x="26584" y="65936"/>
                  </a:cubicBezTo>
                  <a:cubicBezTo>
                    <a:pt x="26385" y="65936"/>
                    <a:pt x="26211" y="65912"/>
                    <a:pt x="26011" y="65912"/>
                  </a:cubicBezTo>
                  <a:cubicBezTo>
                    <a:pt x="25638" y="65862"/>
                    <a:pt x="25314" y="65862"/>
                    <a:pt x="24941" y="65862"/>
                  </a:cubicBezTo>
                  <a:cubicBezTo>
                    <a:pt x="24369" y="65862"/>
                    <a:pt x="23821" y="65912"/>
                    <a:pt x="23224" y="65936"/>
                  </a:cubicBezTo>
                  <a:lnTo>
                    <a:pt x="23149" y="65936"/>
                  </a:lnTo>
                  <a:cubicBezTo>
                    <a:pt x="24991" y="62726"/>
                    <a:pt x="27107" y="59515"/>
                    <a:pt x="29446" y="56353"/>
                  </a:cubicBezTo>
                  <a:close/>
                  <a:moveTo>
                    <a:pt x="66708" y="57200"/>
                  </a:moveTo>
                  <a:cubicBezTo>
                    <a:pt x="66758" y="57250"/>
                    <a:pt x="66783" y="57324"/>
                    <a:pt x="66808" y="57349"/>
                  </a:cubicBezTo>
                  <a:cubicBezTo>
                    <a:pt x="64642" y="59764"/>
                    <a:pt x="62278" y="62128"/>
                    <a:pt x="59739" y="64368"/>
                  </a:cubicBezTo>
                  <a:lnTo>
                    <a:pt x="59664" y="64468"/>
                  </a:lnTo>
                  <a:lnTo>
                    <a:pt x="59614" y="64493"/>
                  </a:lnTo>
                  <a:cubicBezTo>
                    <a:pt x="59589" y="64543"/>
                    <a:pt x="59565" y="64567"/>
                    <a:pt x="59540" y="64567"/>
                  </a:cubicBezTo>
                  <a:cubicBezTo>
                    <a:pt x="59067" y="64966"/>
                    <a:pt x="58619" y="65364"/>
                    <a:pt x="58171" y="65737"/>
                  </a:cubicBezTo>
                  <a:cubicBezTo>
                    <a:pt x="57996" y="65862"/>
                    <a:pt x="57872" y="65986"/>
                    <a:pt x="57723" y="66086"/>
                  </a:cubicBezTo>
                  <a:cubicBezTo>
                    <a:pt x="57548" y="66310"/>
                    <a:pt x="57324" y="66484"/>
                    <a:pt x="57100" y="66658"/>
                  </a:cubicBezTo>
                  <a:cubicBezTo>
                    <a:pt x="57051" y="66584"/>
                    <a:pt x="56951" y="66559"/>
                    <a:pt x="56876" y="66534"/>
                  </a:cubicBezTo>
                  <a:cubicBezTo>
                    <a:pt x="60610" y="63821"/>
                    <a:pt x="63970" y="60585"/>
                    <a:pt x="66708" y="57200"/>
                  </a:cubicBezTo>
                  <a:close/>
                  <a:moveTo>
                    <a:pt x="32085" y="57498"/>
                  </a:moveTo>
                  <a:cubicBezTo>
                    <a:pt x="32110" y="57498"/>
                    <a:pt x="32110" y="57523"/>
                    <a:pt x="32159" y="57523"/>
                  </a:cubicBezTo>
                  <a:cubicBezTo>
                    <a:pt x="30965" y="60884"/>
                    <a:pt x="30591" y="64045"/>
                    <a:pt x="31214" y="66683"/>
                  </a:cubicBezTo>
                  <a:cubicBezTo>
                    <a:pt x="31189" y="66683"/>
                    <a:pt x="31189" y="66683"/>
                    <a:pt x="31164" y="66658"/>
                  </a:cubicBezTo>
                  <a:cubicBezTo>
                    <a:pt x="30542" y="63995"/>
                    <a:pt x="30915" y="60859"/>
                    <a:pt x="32085" y="57498"/>
                  </a:cubicBezTo>
                  <a:close/>
                  <a:moveTo>
                    <a:pt x="56702" y="66683"/>
                  </a:moveTo>
                  <a:cubicBezTo>
                    <a:pt x="56802" y="66708"/>
                    <a:pt x="56876" y="66733"/>
                    <a:pt x="56951" y="66808"/>
                  </a:cubicBezTo>
                  <a:cubicBezTo>
                    <a:pt x="56926" y="66808"/>
                    <a:pt x="56926" y="66833"/>
                    <a:pt x="56876" y="66833"/>
                  </a:cubicBezTo>
                  <a:cubicBezTo>
                    <a:pt x="56827" y="66808"/>
                    <a:pt x="56752" y="66783"/>
                    <a:pt x="56702" y="66708"/>
                  </a:cubicBezTo>
                  <a:cubicBezTo>
                    <a:pt x="56677" y="66708"/>
                    <a:pt x="56677" y="66708"/>
                    <a:pt x="56702" y="66683"/>
                  </a:cubicBezTo>
                  <a:close/>
                  <a:moveTo>
                    <a:pt x="66932" y="57523"/>
                  </a:moveTo>
                  <a:cubicBezTo>
                    <a:pt x="66932" y="57523"/>
                    <a:pt x="66932" y="57573"/>
                    <a:pt x="66957" y="57573"/>
                  </a:cubicBezTo>
                  <a:lnTo>
                    <a:pt x="66957" y="57598"/>
                  </a:lnTo>
                  <a:cubicBezTo>
                    <a:pt x="64817" y="59988"/>
                    <a:pt x="62477" y="62327"/>
                    <a:pt x="60038" y="64543"/>
                  </a:cubicBezTo>
                  <a:cubicBezTo>
                    <a:pt x="59963" y="64592"/>
                    <a:pt x="59913" y="64617"/>
                    <a:pt x="59838" y="64692"/>
                  </a:cubicBezTo>
                  <a:cubicBezTo>
                    <a:pt x="59365" y="65090"/>
                    <a:pt x="58917" y="65513"/>
                    <a:pt x="58395" y="65936"/>
                  </a:cubicBezTo>
                  <a:cubicBezTo>
                    <a:pt x="58245" y="66061"/>
                    <a:pt x="58096" y="66185"/>
                    <a:pt x="57972" y="66310"/>
                  </a:cubicBezTo>
                  <a:cubicBezTo>
                    <a:pt x="57748" y="66484"/>
                    <a:pt x="57524" y="66633"/>
                    <a:pt x="57324" y="66833"/>
                  </a:cubicBezTo>
                  <a:cubicBezTo>
                    <a:pt x="57324" y="66833"/>
                    <a:pt x="57300" y="66833"/>
                    <a:pt x="57300" y="66808"/>
                  </a:cubicBezTo>
                  <a:lnTo>
                    <a:pt x="57250" y="66808"/>
                  </a:lnTo>
                  <a:cubicBezTo>
                    <a:pt x="57449" y="66609"/>
                    <a:pt x="57623" y="66459"/>
                    <a:pt x="57822" y="66310"/>
                  </a:cubicBezTo>
                  <a:cubicBezTo>
                    <a:pt x="57996" y="66161"/>
                    <a:pt x="58171" y="66036"/>
                    <a:pt x="58345" y="65862"/>
                  </a:cubicBezTo>
                  <a:cubicBezTo>
                    <a:pt x="58743" y="65538"/>
                    <a:pt x="59191" y="65165"/>
                    <a:pt x="59589" y="64816"/>
                  </a:cubicBezTo>
                  <a:lnTo>
                    <a:pt x="59689" y="64717"/>
                  </a:lnTo>
                  <a:lnTo>
                    <a:pt x="59714" y="64692"/>
                  </a:lnTo>
                  <a:cubicBezTo>
                    <a:pt x="59814" y="64617"/>
                    <a:pt x="59913" y="64543"/>
                    <a:pt x="59963" y="64468"/>
                  </a:cubicBezTo>
                  <a:cubicBezTo>
                    <a:pt x="61058" y="63497"/>
                    <a:pt x="62079" y="62551"/>
                    <a:pt x="63099" y="61506"/>
                  </a:cubicBezTo>
                  <a:lnTo>
                    <a:pt x="63572" y="61058"/>
                  </a:lnTo>
                  <a:lnTo>
                    <a:pt x="64642" y="59988"/>
                  </a:lnTo>
                  <a:cubicBezTo>
                    <a:pt x="64817" y="59813"/>
                    <a:pt x="65016" y="59614"/>
                    <a:pt x="65165" y="59440"/>
                  </a:cubicBezTo>
                  <a:cubicBezTo>
                    <a:pt x="65464" y="59091"/>
                    <a:pt x="65787" y="58768"/>
                    <a:pt x="66086" y="58444"/>
                  </a:cubicBezTo>
                  <a:cubicBezTo>
                    <a:pt x="66285" y="58245"/>
                    <a:pt x="66435" y="58071"/>
                    <a:pt x="66634" y="57872"/>
                  </a:cubicBezTo>
                  <a:cubicBezTo>
                    <a:pt x="66708" y="57747"/>
                    <a:pt x="66833" y="57648"/>
                    <a:pt x="66932" y="57523"/>
                  </a:cubicBezTo>
                  <a:close/>
                  <a:moveTo>
                    <a:pt x="24941" y="66036"/>
                  </a:moveTo>
                  <a:cubicBezTo>
                    <a:pt x="25314" y="66036"/>
                    <a:pt x="25638" y="66036"/>
                    <a:pt x="26011" y="66061"/>
                  </a:cubicBezTo>
                  <a:cubicBezTo>
                    <a:pt x="26235" y="66061"/>
                    <a:pt x="26459" y="66086"/>
                    <a:pt x="26708" y="66086"/>
                  </a:cubicBezTo>
                  <a:cubicBezTo>
                    <a:pt x="26833" y="66086"/>
                    <a:pt x="26982" y="66111"/>
                    <a:pt x="27107" y="66111"/>
                  </a:cubicBezTo>
                  <a:cubicBezTo>
                    <a:pt x="27430" y="66136"/>
                    <a:pt x="27704" y="66185"/>
                    <a:pt x="28003" y="66210"/>
                  </a:cubicBezTo>
                  <a:cubicBezTo>
                    <a:pt x="28077" y="66210"/>
                    <a:pt x="28127" y="66210"/>
                    <a:pt x="28202" y="66235"/>
                  </a:cubicBezTo>
                  <a:cubicBezTo>
                    <a:pt x="28550" y="66285"/>
                    <a:pt x="28874" y="66335"/>
                    <a:pt x="29197" y="66409"/>
                  </a:cubicBezTo>
                  <a:lnTo>
                    <a:pt x="29222" y="66409"/>
                  </a:lnTo>
                  <a:cubicBezTo>
                    <a:pt x="29820" y="66484"/>
                    <a:pt x="30417" y="66658"/>
                    <a:pt x="30990" y="66808"/>
                  </a:cubicBezTo>
                  <a:lnTo>
                    <a:pt x="30990" y="66857"/>
                  </a:lnTo>
                  <a:cubicBezTo>
                    <a:pt x="29073" y="66360"/>
                    <a:pt x="27007" y="66086"/>
                    <a:pt x="24891" y="66086"/>
                  </a:cubicBezTo>
                  <a:cubicBezTo>
                    <a:pt x="24244" y="66086"/>
                    <a:pt x="23622" y="66111"/>
                    <a:pt x="23000" y="66136"/>
                  </a:cubicBezTo>
                  <a:cubicBezTo>
                    <a:pt x="23000" y="66111"/>
                    <a:pt x="23024" y="66111"/>
                    <a:pt x="23024" y="66086"/>
                  </a:cubicBezTo>
                  <a:cubicBezTo>
                    <a:pt x="23647" y="66061"/>
                    <a:pt x="24269" y="66036"/>
                    <a:pt x="24891" y="66036"/>
                  </a:cubicBezTo>
                  <a:close/>
                  <a:moveTo>
                    <a:pt x="57150" y="66907"/>
                  </a:moveTo>
                  <a:cubicBezTo>
                    <a:pt x="57150" y="66907"/>
                    <a:pt x="57200" y="66907"/>
                    <a:pt x="57200" y="66932"/>
                  </a:cubicBezTo>
                  <a:lnTo>
                    <a:pt x="57125" y="66982"/>
                  </a:lnTo>
                  <a:lnTo>
                    <a:pt x="57075" y="66932"/>
                  </a:lnTo>
                  <a:cubicBezTo>
                    <a:pt x="57100" y="66932"/>
                    <a:pt x="57100" y="66907"/>
                    <a:pt x="57125" y="66907"/>
                  </a:cubicBezTo>
                  <a:close/>
                  <a:moveTo>
                    <a:pt x="40846" y="63696"/>
                  </a:moveTo>
                  <a:lnTo>
                    <a:pt x="40896" y="63721"/>
                  </a:lnTo>
                  <a:lnTo>
                    <a:pt x="40921" y="63746"/>
                  </a:lnTo>
                  <a:lnTo>
                    <a:pt x="40822" y="64045"/>
                  </a:lnTo>
                  <a:cubicBezTo>
                    <a:pt x="40797" y="64119"/>
                    <a:pt x="40772" y="64194"/>
                    <a:pt x="40772" y="64244"/>
                  </a:cubicBezTo>
                  <a:cubicBezTo>
                    <a:pt x="40697" y="64443"/>
                    <a:pt x="40647" y="64592"/>
                    <a:pt x="40598" y="64792"/>
                  </a:cubicBezTo>
                  <a:cubicBezTo>
                    <a:pt x="40573" y="64916"/>
                    <a:pt x="40523" y="65040"/>
                    <a:pt x="40473" y="65165"/>
                  </a:cubicBezTo>
                  <a:cubicBezTo>
                    <a:pt x="40448" y="65289"/>
                    <a:pt x="40423" y="65364"/>
                    <a:pt x="40398" y="65488"/>
                  </a:cubicBezTo>
                  <a:cubicBezTo>
                    <a:pt x="40324" y="65688"/>
                    <a:pt x="40299" y="65862"/>
                    <a:pt x="40274" y="66061"/>
                  </a:cubicBezTo>
                  <a:cubicBezTo>
                    <a:pt x="40224" y="66210"/>
                    <a:pt x="40174" y="66360"/>
                    <a:pt x="40150" y="66534"/>
                  </a:cubicBezTo>
                  <a:cubicBezTo>
                    <a:pt x="40150" y="66559"/>
                    <a:pt x="40100" y="66584"/>
                    <a:pt x="40100" y="66609"/>
                  </a:cubicBezTo>
                  <a:cubicBezTo>
                    <a:pt x="40082" y="66739"/>
                    <a:pt x="40062" y="66869"/>
                    <a:pt x="40042" y="66998"/>
                  </a:cubicBezTo>
                  <a:lnTo>
                    <a:pt x="40042" y="66998"/>
                  </a:lnTo>
                  <a:cubicBezTo>
                    <a:pt x="40047" y="66941"/>
                    <a:pt x="40050" y="66885"/>
                    <a:pt x="40050" y="66833"/>
                  </a:cubicBezTo>
                  <a:cubicBezTo>
                    <a:pt x="40075" y="66708"/>
                    <a:pt x="40075" y="66609"/>
                    <a:pt x="40100" y="66484"/>
                  </a:cubicBezTo>
                  <a:cubicBezTo>
                    <a:pt x="40150" y="66335"/>
                    <a:pt x="40174" y="66161"/>
                    <a:pt x="40199" y="65986"/>
                  </a:cubicBezTo>
                  <a:lnTo>
                    <a:pt x="40199" y="65961"/>
                  </a:lnTo>
                  <a:cubicBezTo>
                    <a:pt x="40224" y="65862"/>
                    <a:pt x="40224" y="65787"/>
                    <a:pt x="40274" y="65688"/>
                  </a:cubicBezTo>
                  <a:cubicBezTo>
                    <a:pt x="40299" y="65538"/>
                    <a:pt x="40349" y="65339"/>
                    <a:pt x="40398" y="65190"/>
                  </a:cubicBezTo>
                  <a:cubicBezTo>
                    <a:pt x="40423" y="65115"/>
                    <a:pt x="40423" y="65065"/>
                    <a:pt x="40448" y="64991"/>
                  </a:cubicBezTo>
                  <a:cubicBezTo>
                    <a:pt x="40448" y="64941"/>
                    <a:pt x="40473" y="64916"/>
                    <a:pt x="40473" y="64841"/>
                  </a:cubicBezTo>
                  <a:cubicBezTo>
                    <a:pt x="40548" y="64692"/>
                    <a:pt x="40573" y="64493"/>
                    <a:pt x="40647" y="64343"/>
                  </a:cubicBezTo>
                  <a:cubicBezTo>
                    <a:pt x="40672" y="64219"/>
                    <a:pt x="40697" y="64095"/>
                    <a:pt x="40772" y="63970"/>
                  </a:cubicBezTo>
                  <a:lnTo>
                    <a:pt x="40846" y="63696"/>
                  </a:lnTo>
                  <a:close/>
                  <a:moveTo>
                    <a:pt x="48090" y="63348"/>
                  </a:moveTo>
                  <a:lnTo>
                    <a:pt x="47716" y="63821"/>
                  </a:lnTo>
                  <a:cubicBezTo>
                    <a:pt x="47468" y="64119"/>
                    <a:pt x="47219" y="64443"/>
                    <a:pt x="46995" y="64742"/>
                  </a:cubicBezTo>
                  <a:cubicBezTo>
                    <a:pt x="46920" y="64841"/>
                    <a:pt x="46845" y="64941"/>
                    <a:pt x="46771" y="65065"/>
                  </a:cubicBezTo>
                  <a:cubicBezTo>
                    <a:pt x="46646" y="65240"/>
                    <a:pt x="46497" y="65439"/>
                    <a:pt x="46372" y="65588"/>
                  </a:cubicBezTo>
                  <a:cubicBezTo>
                    <a:pt x="46273" y="65712"/>
                    <a:pt x="46173" y="65862"/>
                    <a:pt x="46049" y="65986"/>
                  </a:cubicBezTo>
                  <a:cubicBezTo>
                    <a:pt x="45999" y="66086"/>
                    <a:pt x="45899" y="66185"/>
                    <a:pt x="45850" y="66310"/>
                  </a:cubicBezTo>
                  <a:cubicBezTo>
                    <a:pt x="45800" y="66335"/>
                    <a:pt x="45775" y="66409"/>
                    <a:pt x="45750" y="66434"/>
                  </a:cubicBezTo>
                  <a:cubicBezTo>
                    <a:pt x="45650" y="66559"/>
                    <a:pt x="45601" y="66683"/>
                    <a:pt x="45501" y="66808"/>
                  </a:cubicBezTo>
                  <a:lnTo>
                    <a:pt x="44916" y="67608"/>
                  </a:lnTo>
                  <a:lnTo>
                    <a:pt x="44916" y="67608"/>
                  </a:lnTo>
                  <a:cubicBezTo>
                    <a:pt x="45876" y="66176"/>
                    <a:pt x="46918" y="64762"/>
                    <a:pt x="48040" y="63348"/>
                  </a:cubicBezTo>
                  <a:close/>
                  <a:moveTo>
                    <a:pt x="32309" y="57598"/>
                  </a:moveTo>
                  <a:cubicBezTo>
                    <a:pt x="34574" y="58693"/>
                    <a:pt x="36690" y="60012"/>
                    <a:pt x="38557" y="61556"/>
                  </a:cubicBezTo>
                  <a:cubicBezTo>
                    <a:pt x="37038" y="63597"/>
                    <a:pt x="35594" y="65663"/>
                    <a:pt x="34300" y="67729"/>
                  </a:cubicBezTo>
                  <a:cubicBezTo>
                    <a:pt x="34225" y="67704"/>
                    <a:pt x="34201" y="67704"/>
                    <a:pt x="34151" y="67679"/>
                  </a:cubicBezTo>
                  <a:cubicBezTo>
                    <a:pt x="34076" y="67654"/>
                    <a:pt x="34051" y="67654"/>
                    <a:pt x="33977" y="67604"/>
                  </a:cubicBezTo>
                  <a:cubicBezTo>
                    <a:pt x="33703" y="67480"/>
                    <a:pt x="33454" y="67405"/>
                    <a:pt x="33180" y="67305"/>
                  </a:cubicBezTo>
                  <a:cubicBezTo>
                    <a:pt x="33155" y="67305"/>
                    <a:pt x="33080" y="67281"/>
                    <a:pt x="33056" y="67281"/>
                  </a:cubicBezTo>
                  <a:lnTo>
                    <a:pt x="32209" y="66982"/>
                  </a:lnTo>
                  <a:cubicBezTo>
                    <a:pt x="32184" y="66982"/>
                    <a:pt x="32110" y="66957"/>
                    <a:pt x="32085" y="66957"/>
                  </a:cubicBezTo>
                  <a:cubicBezTo>
                    <a:pt x="31861" y="66907"/>
                    <a:pt x="31612" y="66808"/>
                    <a:pt x="31413" y="66733"/>
                  </a:cubicBezTo>
                  <a:cubicBezTo>
                    <a:pt x="30741" y="64095"/>
                    <a:pt x="31114" y="60958"/>
                    <a:pt x="32309" y="57598"/>
                  </a:cubicBezTo>
                  <a:close/>
                  <a:moveTo>
                    <a:pt x="38706" y="61680"/>
                  </a:moveTo>
                  <a:cubicBezTo>
                    <a:pt x="38756" y="61680"/>
                    <a:pt x="38756" y="61705"/>
                    <a:pt x="38781" y="61705"/>
                  </a:cubicBezTo>
                  <a:cubicBezTo>
                    <a:pt x="37237" y="63721"/>
                    <a:pt x="35843" y="65787"/>
                    <a:pt x="34549" y="67828"/>
                  </a:cubicBezTo>
                  <a:cubicBezTo>
                    <a:pt x="34524" y="67828"/>
                    <a:pt x="34524" y="67803"/>
                    <a:pt x="34474" y="67803"/>
                  </a:cubicBezTo>
                  <a:cubicBezTo>
                    <a:pt x="35794" y="65737"/>
                    <a:pt x="37187" y="63696"/>
                    <a:pt x="38706" y="61680"/>
                  </a:cubicBezTo>
                  <a:close/>
                  <a:moveTo>
                    <a:pt x="42514" y="60635"/>
                  </a:moveTo>
                  <a:cubicBezTo>
                    <a:pt x="44481" y="61780"/>
                    <a:pt x="46298" y="62701"/>
                    <a:pt x="47866" y="63298"/>
                  </a:cubicBezTo>
                  <a:cubicBezTo>
                    <a:pt x="47368" y="63920"/>
                    <a:pt x="46895" y="64493"/>
                    <a:pt x="46472" y="65115"/>
                  </a:cubicBezTo>
                  <a:cubicBezTo>
                    <a:pt x="46472" y="65165"/>
                    <a:pt x="46422" y="65165"/>
                    <a:pt x="46422" y="65190"/>
                  </a:cubicBezTo>
                  <a:cubicBezTo>
                    <a:pt x="46024" y="65712"/>
                    <a:pt x="45650" y="66235"/>
                    <a:pt x="45277" y="66758"/>
                  </a:cubicBezTo>
                  <a:cubicBezTo>
                    <a:pt x="45227" y="66857"/>
                    <a:pt x="45128" y="66982"/>
                    <a:pt x="45053" y="67081"/>
                  </a:cubicBezTo>
                  <a:cubicBezTo>
                    <a:pt x="45028" y="67106"/>
                    <a:pt x="45003" y="67181"/>
                    <a:pt x="44978" y="67206"/>
                  </a:cubicBezTo>
                  <a:lnTo>
                    <a:pt x="44505" y="67853"/>
                  </a:lnTo>
                  <a:cubicBezTo>
                    <a:pt x="43759" y="66360"/>
                    <a:pt x="42688" y="64866"/>
                    <a:pt x="41319" y="63447"/>
                  </a:cubicBezTo>
                  <a:cubicBezTo>
                    <a:pt x="41494" y="62974"/>
                    <a:pt x="41668" y="62551"/>
                    <a:pt x="41892" y="62078"/>
                  </a:cubicBezTo>
                  <a:cubicBezTo>
                    <a:pt x="41892" y="62078"/>
                    <a:pt x="41892" y="62053"/>
                    <a:pt x="41917" y="62053"/>
                  </a:cubicBezTo>
                  <a:cubicBezTo>
                    <a:pt x="42066" y="61581"/>
                    <a:pt x="42290" y="61108"/>
                    <a:pt x="42514" y="60635"/>
                  </a:cubicBezTo>
                  <a:close/>
                  <a:moveTo>
                    <a:pt x="31463" y="66957"/>
                  </a:moveTo>
                  <a:lnTo>
                    <a:pt x="31463" y="66957"/>
                  </a:lnTo>
                  <a:cubicBezTo>
                    <a:pt x="32060" y="67106"/>
                    <a:pt x="32657" y="67305"/>
                    <a:pt x="33205" y="67530"/>
                  </a:cubicBezTo>
                  <a:cubicBezTo>
                    <a:pt x="33504" y="67654"/>
                    <a:pt x="33802" y="67778"/>
                    <a:pt x="34101" y="67878"/>
                  </a:cubicBezTo>
                  <a:cubicBezTo>
                    <a:pt x="34126" y="67878"/>
                    <a:pt x="34126" y="67928"/>
                    <a:pt x="34176" y="67928"/>
                  </a:cubicBezTo>
                  <a:lnTo>
                    <a:pt x="34201" y="67928"/>
                  </a:lnTo>
                  <a:lnTo>
                    <a:pt x="34176" y="67953"/>
                  </a:lnTo>
                  <a:cubicBezTo>
                    <a:pt x="34051" y="67903"/>
                    <a:pt x="33927" y="67853"/>
                    <a:pt x="33802" y="67803"/>
                  </a:cubicBezTo>
                  <a:cubicBezTo>
                    <a:pt x="33678" y="67729"/>
                    <a:pt x="33553" y="67679"/>
                    <a:pt x="33404" y="67654"/>
                  </a:cubicBezTo>
                  <a:cubicBezTo>
                    <a:pt x="33155" y="67554"/>
                    <a:pt x="32931" y="67455"/>
                    <a:pt x="32682" y="67380"/>
                  </a:cubicBezTo>
                  <a:cubicBezTo>
                    <a:pt x="32583" y="67355"/>
                    <a:pt x="32483" y="67330"/>
                    <a:pt x="32433" y="67305"/>
                  </a:cubicBezTo>
                  <a:lnTo>
                    <a:pt x="31487" y="67007"/>
                  </a:lnTo>
                  <a:cubicBezTo>
                    <a:pt x="31487" y="66982"/>
                    <a:pt x="31487" y="66982"/>
                    <a:pt x="31463" y="66957"/>
                  </a:cubicBezTo>
                  <a:close/>
                  <a:moveTo>
                    <a:pt x="17225" y="54014"/>
                  </a:moveTo>
                  <a:lnTo>
                    <a:pt x="17225" y="54014"/>
                  </a:lnTo>
                  <a:cubicBezTo>
                    <a:pt x="14163" y="58643"/>
                    <a:pt x="11550" y="63348"/>
                    <a:pt x="9509" y="68002"/>
                  </a:cubicBezTo>
                  <a:lnTo>
                    <a:pt x="9509" y="67878"/>
                  </a:lnTo>
                  <a:lnTo>
                    <a:pt x="9509" y="67729"/>
                  </a:lnTo>
                  <a:cubicBezTo>
                    <a:pt x="9509" y="67604"/>
                    <a:pt x="9509" y="67530"/>
                    <a:pt x="9459" y="67380"/>
                  </a:cubicBezTo>
                  <a:cubicBezTo>
                    <a:pt x="9434" y="67081"/>
                    <a:pt x="9434" y="66758"/>
                    <a:pt x="9409" y="66434"/>
                  </a:cubicBezTo>
                  <a:lnTo>
                    <a:pt x="9409" y="66310"/>
                  </a:lnTo>
                  <a:lnTo>
                    <a:pt x="9409" y="66111"/>
                  </a:lnTo>
                  <a:lnTo>
                    <a:pt x="9409" y="64991"/>
                  </a:lnTo>
                  <a:lnTo>
                    <a:pt x="9409" y="64742"/>
                  </a:lnTo>
                  <a:cubicBezTo>
                    <a:pt x="9434" y="64343"/>
                    <a:pt x="9459" y="63945"/>
                    <a:pt x="9509" y="63497"/>
                  </a:cubicBezTo>
                  <a:cubicBezTo>
                    <a:pt x="9509" y="63447"/>
                    <a:pt x="9509" y="63348"/>
                    <a:pt x="9533" y="63298"/>
                  </a:cubicBezTo>
                  <a:cubicBezTo>
                    <a:pt x="9558" y="62850"/>
                    <a:pt x="9633" y="62402"/>
                    <a:pt x="9683" y="61979"/>
                  </a:cubicBezTo>
                  <a:cubicBezTo>
                    <a:pt x="9683" y="61929"/>
                    <a:pt x="9708" y="61854"/>
                    <a:pt x="9708" y="61805"/>
                  </a:cubicBezTo>
                  <a:cubicBezTo>
                    <a:pt x="9782" y="61332"/>
                    <a:pt x="9882" y="60859"/>
                    <a:pt x="9957" y="60386"/>
                  </a:cubicBezTo>
                  <a:cubicBezTo>
                    <a:pt x="9957" y="60361"/>
                    <a:pt x="9957" y="60336"/>
                    <a:pt x="9982" y="60311"/>
                  </a:cubicBezTo>
                  <a:cubicBezTo>
                    <a:pt x="10081" y="59813"/>
                    <a:pt x="10206" y="59266"/>
                    <a:pt x="10330" y="58768"/>
                  </a:cubicBezTo>
                  <a:cubicBezTo>
                    <a:pt x="10703" y="57449"/>
                    <a:pt x="11151" y="56105"/>
                    <a:pt x="11624" y="54736"/>
                  </a:cubicBezTo>
                  <a:cubicBezTo>
                    <a:pt x="13367" y="54263"/>
                    <a:pt x="15258" y="54039"/>
                    <a:pt x="17225" y="54014"/>
                  </a:cubicBezTo>
                  <a:close/>
                  <a:moveTo>
                    <a:pt x="34350" y="67953"/>
                  </a:moveTo>
                  <a:cubicBezTo>
                    <a:pt x="34400" y="67953"/>
                    <a:pt x="34400" y="67978"/>
                    <a:pt x="34425" y="67978"/>
                  </a:cubicBezTo>
                  <a:cubicBezTo>
                    <a:pt x="34425" y="68027"/>
                    <a:pt x="34400" y="68027"/>
                    <a:pt x="34400" y="68052"/>
                  </a:cubicBezTo>
                  <a:lnTo>
                    <a:pt x="34350" y="68052"/>
                  </a:lnTo>
                  <a:lnTo>
                    <a:pt x="34325" y="68027"/>
                  </a:lnTo>
                  <a:cubicBezTo>
                    <a:pt x="34325" y="67978"/>
                    <a:pt x="34350" y="67978"/>
                    <a:pt x="34350" y="67953"/>
                  </a:cubicBezTo>
                  <a:close/>
                  <a:moveTo>
                    <a:pt x="41195" y="63622"/>
                  </a:moveTo>
                  <a:cubicBezTo>
                    <a:pt x="42539" y="65065"/>
                    <a:pt x="43609" y="66559"/>
                    <a:pt x="44356" y="68027"/>
                  </a:cubicBezTo>
                  <a:cubicBezTo>
                    <a:pt x="44356" y="68052"/>
                    <a:pt x="44306" y="68052"/>
                    <a:pt x="44306" y="68077"/>
                  </a:cubicBezTo>
                  <a:cubicBezTo>
                    <a:pt x="43609" y="66584"/>
                    <a:pt x="42539" y="65115"/>
                    <a:pt x="41195" y="63696"/>
                  </a:cubicBezTo>
                  <a:lnTo>
                    <a:pt x="41195" y="63622"/>
                  </a:lnTo>
                  <a:close/>
                  <a:moveTo>
                    <a:pt x="3211" y="63995"/>
                  </a:moveTo>
                  <a:cubicBezTo>
                    <a:pt x="3211" y="64070"/>
                    <a:pt x="3211" y="64119"/>
                    <a:pt x="3236" y="64194"/>
                  </a:cubicBezTo>
                  <a:cubicBezTo>
                    <a:pt x="2937" y="65364"/>
                    <a:pt x="2713" y="66584"/>
                    <a:pt x="2539" y="67729"/>
                  </a:cubicBezTo>
                  <a:cubicBezTo>
                    <a:pt x="2489" y="67903"/>
                    <a:pt x="2439" y="68027"/>
                    <a:pt x="2390" y="68177"/>
                  </a:cubicBezTo>
                  <a:cubicBezTo>
                    <a:pt x="2589" y="66808"/>
                    <a:pt x="2863" y="65414"/>
                    <a:pt x="3211" y="63995"/>
                  </a:cubicBezTo>
                  <a:close/>
                  <a:moveTo>
                    <a:pt x="3460" y="65563"/>
                  </a:moveTo>
                  <a:cubicBezTo>
                    <a:pt x="3460" y="65588"/>
                    <a:pt x="3485" y="65613"/>
                    <a:pt x="3485" y="65663"/>
                  </a:cubicBezTo>
                  <a:cubicBezTo>
                    <a:pt x="3186" y="66534"/>
                    <a:pt x="2912" y="67355"/>
                    <a:pt x="2664" y="68226"/>
                  </a:cubicBezTo>
                  <a:cubicBezTo>
                    <a:pt x="2664" y="68077"/>
                    <a:pt x="2688" y="67928"/>
                    <a:pt x="2713" y="67803"/>
                  </a:cubicBezTo>
                  <a:lnTo>
                    <a:pt x="3460" y="65563"/>
                  </a:lnTo>
                  <a:close/>
                  <a:moveTo>
                    <a:pt x="69309" y="48584"/>
                  </a:moveTo>
                  <a:cubicBezTo>
                    <a:pt x="68913" y="49251"/>
                    <a:pt x="68419" y="49990"/>
                    <a:pt x="67828" y="50778"/>
                  </a:cubicBezTo>
                  <a:cubicBezTo>
                    <a:pt x="67654" y="51027"/>
                    <a:pt x="67405" y="51375"/>
                    <a:pt x="67107" y="51774"/>
                  </a:cubicBezTo>
                  <a:cubicBezTo>
                    <a:pt x="66833" y="52271"/>
                    <a:pt x="66484" y="52719"/>
                    <a:pt x="66186" y="53118"/>
                  </a:cubicBezTo>
                  <a:cubicBezTo>
                    <a:pt x="65688" y="53765"/>
                    <a:pt x="65190" y="54362"/>
                    <a:pt x="64717" y="54885"/>
                  </a:cubicBezTo>
                  <a:cubicBezTo>
                    <a:pt x="64617" y="55009"/>
                    <a:pt x="64543" y="55134"/>
                    <a:pt x="64418" y="55233"/>
                  </a:cubicBezTo>
                  <a:cubicBezTo>
                    <a:pt x="64294" y="55358"/>
                    <a:pt x="64194" y="55507"/>
                    <a:pt x="64070" y="55632"/>
                  </a:cubicBezTo>
                  <a:cubicBezTo>
                    <a:pt x="63746" y="56005"/>
                    <a:pt x="63448" y="56353"/>
                    <a:pt x="63099" y="56702"/>
                  </a:cubicBezTo>
                  <a:lnTo>
                    <a:pt x="63074" y="56727"/>
                  </a:lnTo>
                  <a:cubicBezTo>
                    <a:pt x="62452" y="57399"/>
                    <a:pt x="61755" y="58096"/>
                    <a:pt x="61108" y="58768"/>
                  </a:cubicBezTo>
                  <a:cubicBezTo>
                    <a:pt x="59963" y="59863"/>
                    <a:pt x="58469" y="61257"/>
                    <a:pt x="57275" y="62327"/>
                  </a:cubicBezTo>
                  <a:cubicBezTo>
                    <a:pt x="57150" y="62427"/>
                    <a:pt x="57075" y="62502"/>
                    <a:pt x="56951" y="62626"/>
                  </a:cubicBezTo>
                  <a:lnTo>
                    <a:pt x="56901" y="62676"/>
                  </a:lnTo>
                  <a:cubicBezTo>
                    <a:pt x="56627" y="62925"/>
                    <a:pt x="56329" y="63124"/>
                    <a:pt x="56030" y="63373"/>
                  </a:cubicBezTo>
                  <a:cubicBezTo>
                    <a:pt x="55159" y="64070"/>
                    <a:pt x="54337" y="64717"/>
                    <a:pt x="53641" y="65215"/>
                  </a:cubicBezTo>
                  <a:cubicBezTo>
                    <a:pt x="53491" y="65314"/>
                    <a:pt x="53367" y="65439"/>
                    <a:pt x="53217" y="65538"/>
                  </a:cubicBezTo>
                  <a:lnTo>
                    <a:pt x="52919" y="65712"/>
                  </a:lnTo>
                  <a:lnTo>
                    <a:pt x="52894" y="65712"/>
                  </a:lnTo>
                  <a:cubicBezTo>
                    <a:pt x="52122" y="66235"/>
                    <a:pt x="50803" y="67156"/>
                    <a:pt x="49608" y="67903"/>
                  </a:cubicBezTo>
                  <a:lnTo>
                    <a:pt x="49135" y="68177"/>
                  </a:lnTo>
                  <a:lnTo>
                    <a:pt x="49036" y="68226"/>
                  </a:lnTo>
                  <a:cubicBezTo>
                    <a:pt x="49011" y="68226"/>
                    <a:pt x="49011" y="68276"/>
                    <a:pt x="48986" y="68276"/>
                  </a:cubicBezTo>
                  <a:cubicBezTo>
                    <a:pt x="49384" y="67604"/>
                    <a:pt x="49882" y="66857"/>
                    <a:pt x="50479" y="66036"/>
                  </a:cubicBezTo>
                  <a:cubicBezTo>
                    <a:pt x="50654" y="65787"/>
                    <a:pt x="50902" y="65439"/>
                    <a:pt x="51226" y="65040"/>
                  </a:cubicBezTo>
                  <a:cubicBezTo>
                    <a:pt x="51500" y="64667"/>
                    <a:pt x="51799" y="64244"/>
                    <a:pt x="52097" y="63871"/>
                  </a:cubicBezTo>
                  <a:cubicBezTo>
                    <a:pt x="52620" y="63198"/>
                    <a:pt x="53143" y="62551"/>
                    <a:pt x="53641" y="61979"/>
                  </a:cubicBezTo>
                  <a:cubicBezTo>
                    <a:pt x="53715" y="61929"/>
                    <a:pt x="53765" y="61829"/>
                    <a:pt x="53840" y="61755"/>
                  </a:cubicBezTo>
                  <a:cubicBezTo>
                    <a:pt x="53865" y="61730"/>
                    <a:pt x="53865" y="61705"/>
                    <a:pt x="53889" y="61705"/>
                  </a:cubicBezTo>
                  <a:cubicBezTo>
                    <a:pt x="54014" y="61556"/>
                    <a:pt x="54138" y="61381"/>
                    <a:pt x="54263" y="61257"/>
                  </a:cubicBezTo>
                  <a:cubicBezTo>
                    <a:pt x="54537" y="60933"/>
                    <a:pt x="54860" y="60585"/>
                    <a:pt x="55159" y="60261"/>
                  </a:cubicBezTo>
                  <a:cubicBezTo>
                    <a:pt x="55209" y="60236"/>
                    <a:pt x="55234" y="60187"/>
                    <a:pt x="55283" y="60137"/>
                  </a:cubicBezTo>
                  <a:cubicBezTo>
                    <a:pt x="55906" y="59465"/>
                    <a:pt x="56578" y="58768"/>
                    <a:pt x="57250" y="58096"/>
                  </a:cubicBezTo>
                  <a:cubicBezTo>
                    <a:pt x="58370" y="57001"/>
                    <a:pt x="59863" y="55632"/>
                    <a:pt x="61058" y="54586"/>
                  </a:cubicBezTo>
                  <a:cubicBezTo>
                    <a:pt x="61183" y="54487"/>
                    <a:pt x="61257" y="54387"/>
                    <a:pt x="61382" y="54263"/>
                  </a:cubicBezTo>
                  <a:cubicBezTo>
                    <a:pt x="61456" y="54238"/>
                    <a:pt x="61481" y="54163"/>
                    <a:pt x="61556" y="54138"/>
                  </a:cubicBezTo>
                  <a:cubicBezTo>
                    <a:pt x="61830" y="53914"/>
                    <a:pt x="62103" y="53715"/>
                    <a:pt x="62352" y="53466"/>
                  </a:cubicBezTo>
                  <a:cubicBezTo>
                    <a:pt x="62427" y="53391"/>
                    <a:pt x="62477" y="53367"/>
                    <a:pt x="62552" y="53292"/>
                  </a:cubicBezTo>
                  <a:cubicBezTo>
                    <a:pt x="62651" y="53217"/>
                    <a:pt x="62751" y="53143"/>
                    <a:pt x="62850" y="53043"/>
                  </a:cubicBezTo>
                  <a:lnTo>
                    <a:pt x="63174" y="52794"/>
                  </a:lnTo>
                  <a:cubicBezTo>
                    <a:pt x="63224" y="52744"/>
                    <a:pt x="63323" y="52670"/>
                    <a:pt x="63373" y="52620"/>
                  </a:cubicBezTo>
                  <a:cubicBezTo>
                    <a:pt x="63547" y="52495"/>
                    <a:pt x="63721" y="52371"/>
                    <a:pt x="63896" y="52246"/>
                  </a:cubicBezTo>
                  <a:cubicBezTo>
                    <a:pt x="64095" y="52097"/>
                    <a:pt x="64319" y="51923"/>
                    <a:pt x="64518" y="51774"/>
                  </a:cubicBezTo>
                  <a:cubicBezTo>
                    <a:pt x="64568" y="51749"/>
                    <a:pt x="64617" y="51674"/>
                    <a:pt x="64692" y="51649"/>
                  </a:cubicBezTo>
                  <a:cubicBezTo>
                    <a:pt x="64817" y="51550"/>
                    <a:pt x="64941" y="51475"/>
                    <a:pt x="65066" y="51400"/>
                  </a:cubicBezTo>
                  <a:cubicBezTo>
                    <a:pt x="65215" y="51301"/>
                    <a:pt x="65339" y="51226"/>
                    <a:pt x="65514" y="51101"/>
                  </a:cubicBezTo>
                  <a:cubicBezTo>
                    <a:pt x="66285" y="50554"/>
                    <a:pt x="67555" y="49683"/>
                    <a:pt x="68725" y="48936"/>
                  </a:cubicBezTo>
                  <a:cubicBezTo>
                    <a:pt x="68824" y="48886"/>
                    <a:pt x="68899" y="48861"/>
                    <a:pt x="68973" y="48787"/>
                  </a:cubicBezTo>
                  <a:lnTo>
                    <a:pt x="69247" y="48637"/>
                  </a:lnTo>
                  <a:cubicBezTo>
                    <a:pt x="69268" y="48617"/>
                    <a:pt x="69288" y="48613"/>
                    <a:pt x="69309" y="48584"/>
                  </a:cubicBezTo>
                  <a:close/>
                  <a:moveTo>
                    <a:pt x="44431" y="68276"/>
                  </a:moveTo>
                  <a:lnTo>
                    <a:pt x="44431" y="68301"/>
                  </a:lnTo>
                  <a:cubicBezTo>
                    <a:pt x="44431" y="68315"/>
                    <a:pt x="44423" y="68321"/>
                    <a:pt x="44416" y="68328"/>
                  </a:cubicBezTo>
                  <a:lnTo>
                    <a:pt x="44416" y="68328"/>
                  </a:lnTo>
                  <a:cubicBezTo>
                    <a:pt x="44414" y="68327"/>
                    <a:pt x="44410" y="68326"/>
                    <a:pt x="44406" y="68326"/>
                  </a:cubicBezTo>
                  <a:cubicBezTo>
                    <a:pt x="44406" y="68301"/>
                    <a:pt x="44431" y="68301"/>
                    <a:pt x="44431" y="68276"/>
                  </a:cubicBezTo>
                  <a:close/>
                  <a:moveTo>
                    <a:pt x="22352" y="66434"/>
                  </a:moveTo>
                  <a:lnTo>
                    <a:pt x="22352" y="66434"/>
                  </a:lnTo>
                  <a:cubicBezTo>
                    <a:pt x="21979" y="67081"/>
                    <a:pt x="21606" y="67729"/>
                    <a:pt x="21257" y="68401"/>
                  </a:cubicBezTo>
                  <a:cubicBezTo>
                    <a:pt x="21008" y="67828"/>
                    <a:pt x="20784" y="67281"/>
                    <a:pt x="20610" y="66658"/>
                  </a:cubicBezTo>
                  <a:cubicBezTo>
                    <a:pt x="20734" y="66658"/>
                    <a:pt x="20834" y="66609"/>
                    <a:pt x="20909" y="66584"/>
                  </a:cubicBezTo>
                  <a:cubicBezTo>
                    <a:pt x="21382" y="66534"/>
                    <a:pt x="21879" y="66459"/>
                    <a:pt x="22352" y="66434"/>
                  </a:cubicBezTo>
                  <a:close/>
                  <a:moveTo>
                    <a:pt x="11397" y="54771"/>
                  </a:moveTo>
                  <a:lnTo>
                    <a:pt x="11397" y="54771"/>
                  </a:lnTo>
                  <a:cubicBezTo>
                    <a:pt x="11174" y="55390"/>
                    <a:pt x="11001" y="56008"/>
                    <a:pt x="10803" y="56602"/>
                  </a:cubicBezTo>
                  <a:cubicBezTo>
                    <a:pt x="10778" y="56652"/>
                    <a:pt x="10778" y="56702"/>
                    <a:pt x="10728" y="56752"/>
                  </a:cubicBezTo>
                  <a:cubicBezTo>
                    <a:pt x="10728" y="56826"/>
                    <a:pt x="10703" y="56851"/>
                    <a:pt x="10703" y="56901"/>
                  </a:cubicBezTo>
                  <a:cubicBezTo>
                    <a:pt x="10629" y="57200"/>
                    <a:pt x="10554" y="57474"/>
                    <a:pt x="10454" y="57772"/>
                  </a:cubicBezTo>
                  <a:lnTo>
                    <a:pt x="10380" y="58146"/>
                  </a:lnTo>
                  <a:cubicBezTo>
                    <a:pt x="10330" y="58270"/>
                    <a:pt x="10305" y="58444"/>
                    <a:pt x="10280" y="58569"/>
                  </a:cubicBezTo>
                  <a:cubicBezTo>
                    <a:pt x="10206" y="58843"/>
                    <a:pt x="10156" y="59141"/>
                    <a:pt x="10056" y="59440"/>
                  </a:cubicBezTo>
                  <a:cubicBezTo>
                    <a:pt x="10056" y="59490"/>
                    <a:pt x="10031" y="59564"/>
                    <a:pt x="10031" y="59589"/>
                  </a:cubicBezTo>
                  <a:cubicBezTo>
                    <a:pt x="10006" y="59764"/>
                    <a:pt x="9932" y="59963"/>
                    <a:pt x="9907" y="60137"/>
                  </a:cubicBezTo>
                  <a:cubicBezTo>
                    <a:pt x="9882" y="60236"/>
                    <a:pt x="9882" y="60336"/>
                    <a:pt x="9832" y="60436"/>
                  </a:cubicBezTo>
                  <a:cubicBezTo>
                    <a:pt x="9807" y="60610"/>
                    <a:pt x="9757" y="60834"/>
                    <a:pt x="9708" y="61008"/>
                  </a:cubicBezTo>
                  <a:cubicBezTo>
                    <a:pt x="9708" y="61083"/>
                    <a:pt x="9683" y="61108"/>
                    <a:pt x="9683" y="61182"/>
                  </a:cubicBezTo>
                  <a:cubicBezTo>
                    <a:pt x="9658" y="61357"/>
                    <a:pt x="9633" y="61506"/>
                    <a:pt x="9583" y="61705"/>
                  </a:cubicBezTo>
                  <a:cubicBezTo>
                    <a:pt x="9558" y="61854"/>
                    <a:pt x="9558" y="61979"/>
                    <a:pt x="9533" y="62128"/>
                  </a:cubicBezTo>
                  <a:cubicBezTo>
                    <a:pt x="9533" y="62253"/>
                    <a:pt x="9509" y="62352"/>
                    <a:pt x="9459" y="62477"/>
                  </a:cubicBezTo>
                  <a:cubicBezTo>
                    <a:pt x="9459" y="62576"/>
                    <a:pt x="9434" y="62676"/>
                    <a:pt x="9434" y="62750"/>
                  </a:cubicBezTo>
                  <a:cubicBezTo>
                    <a:pt x="9434" y="62825"/>
                    <a:pt x="9409" y="62875"/>
                    <a:pt x="9409" y="62974"/>
                  </a:cubicBezTo>
                  <a:cubicBezTo>
                    <a:pt x="9409" y="63074"/>
                    <a:pt x="9384" y="63174"/>
                    <a:pt x="9384" y="63248"/>
                  </a:cubicBezTo>
                  <a:cubicBezTo>
                    <a:pt x="9334" y="63422"/>
                    <a:pt x="9334" y="63572"/>
                    <a:pt x="9334" y="63746"/>
                  </a:cubicBezTo>
                  <a:cubicBezTo>
                    <a:pt x="9334" y="63821"/>
                    <a:pt x="9334" y="63871"/>
                    <a:pt x="9309" y="63945"/>
                  </a:cubicBezTo>
                  <a:cubicBezTo>
                    <a:pt x="9309" y="63995"/>
                    <a:pt x="9309" y="64070"/>
                    <a:pt x="9285" y="64119"/>
                  </a:cubicBezTo>
                  <a:cubicBezTo>
                    <a:pt x="9285" y="64294"/>
                    <a:pt x="9260" y="64418"/>
                    <a:pt x="9260" y="64543"/>
                  </a:cubicBezTo>
                  <a:lnTo>
                    <a:pt x="9260" y="64742"/>
                  </a:lnTo>
                  <a:cubicBezTo>
                    <a:pt x="9260" y="64866"/>
                    <a:pt x="9210" y="64991"/>
                    <a:pt x="9210" y="65115"/>
                  </a:cubicBezTo>
                  <a:lnTo>
                    <a:pt x="9210" y="65339"/>
                  </a:lnTo>
                  <a:lnTo>
                    <a:pt x="9210" y="65439"/>
                  </a:lnTo>
                  <a:lnTo>
                    <a:pt x="9210" y="66036"/>
                  </a:lnTo>
                  <a:lnTo>
                    <a:pt x="9210" y="66210"/>
                  </a:lnTo>
                  <a:lnTo>
                    <a:pt x="9210" y="66235"/>
                  </a:lnTo>
                  <a:lnTo>
                    <a:pt x="9210" y="66285"/>
                  </a:lnTo>
                  <a:lnTo>
                    <a:pt x="9210" y="66733"/>
                  </a:lnTo>
                  <a:cubicBezTo>
                    <a:pt x="9210" y="66982"/>
                    <a:pt x="9260" y="67231"/>
                    <a:pt x="9285" y="67480"/>
                  </a:cubicBezTo>
                  <a:cubicBezTo>
                    <a:pt x="9285" y="67654"/>
                    <a:pt x="9309" y="67803"/>
                    <a:pt x="9309" y="67953"/>
                  </a:cubicBezTo>
                  <a:cubicBezTo>
                    <a:pt x="9309" y="68027"/>
                    <a:pt x="9309" y="68052"/>
                    <a:pt x="9334" y="68102"/>
                  </a:cubicBezTo>
                  <a:lnTo>
                    <a:pt x="9334" y="68301"/>
                  </a:lnTo>
                  <a:lnTo>
                    <a:pt x="9334" y="68326"/>
                  </a:lnTo>
                  <a:cubicBezTo>
                    <a:pt x="9334" y="68326"/>
                    <a:pt x="9334" y="68351"/>
                    <a:pt x="9309" y="68351"/>
                  </a:cubicBezTo>
                  <a:cubicBezTo>
                    <a:pt x="9309" y="68401"/>
                    <a:pt x="9285" y="68401"/>
                    <a:pt x="9285" y="68426"/>
                  </a:cubicBezTo>
                  <a:lnTo>
                    <a:pt x="9285" y="68326"/>
                  </a:lnTo>
                  <a:cubicBezTo>
                    <a:pt x="9260" y="68152"/>
                    <a:pt x="9260" y="67953"/>
                    <a:pt x="9210" y="67729"/>
                  </a:cubicBezTo>
                  <a:cubicBezTo>
                    <a:pt x="9185" y="67455"/>
                    <a:pt x="9185" y="67181"/>
                    <a:pt x="9160" y="66907"/>
                  </a:cubicBezTo>
                  <a:cubicBezTo>
                    <a:pt x="9160" y="66708"/>
                    <a:pt x="9135" y="66559"/>
                    <a:pt x="9135" y="66360"/>
                  </a:cubicBezTo>
                  <a:lnTo>
                    <a:pt x="9135" y="65364"/>
                  </a:lnTo>
                  <a:lnTo>
                    <a:pt x="9135" y="64966"/>
                  </a:lnTo>
                  <a:cubicBezTo>
                    <a:pt x="9135" y="64567"/>
                    <a:pt x="9160" y="64169"/>
                    <a:pt x="9185" y="63721"/>
                  </a:cubicBezTo>
                  <a:lnTo>
                    <a:pt x="9185" y="63547"/>
                  </a:lnTo>
                  <a:cubicBezTo>
                    <a:pt x="9260" y="62925"/>
                    <a:pt x="9309" y="62253"/>
                    <a:pt x="9434" y="61630"/>
                  </a:cubicBezTo>
                  <a:cubicBezTo>
                    <a:pt x="9459" y="61481"/>
                    <a:pt x="9509" y="61357"/>
                    <a:pt x="9509" y="61207"/>
                  </a:cubicBezTo>
                  <a:lnTo>
                    <a:pt x="9782" y="59714"/>
                  </a:lnTo>
                  <a:cubicBezTo>
                    <a:pt x="9832" y="59365"/>
                    <a:pt x="9932" y="58992"/>
                    <a:pt x="10031" y="58643"/>
                  </a:cubicBezTo>
                  <a:cubicBezTo>
                    <a:pt x="10081" y="58345"/>
                    <a:pt x="10181" y="58021"/>
                    <a:pt x="10280" y="57747"/>
                  </a:cubicBezTo>
                  <a:cubicBezTo>
                    <a:pt x="10430" y="57175"/>
                    <a:pt x="10579" y="56627"/>
                    <a:pt x="10778" y="56055"/>
                  </a:cubicBezTo>
                  <a:cubicBezTo>
                    <a:pt x="10803" y="55930"/>
                    <a:pt x="10878" y="55806"/>
                    <a:pt x="10902" y="55706"/>
                  </a:cubicBezTo>
                  <a:cubicBezTo>
                    <a:pt x="11077" y="55457"/>
                    <a:pt x="11201" y="55134"/>
                    <a:pt x="11326" y="54785"/>
                  </a:cubicBezTo>
                  <a:cubicBezTo>
                    <a:pt x="11346" y="54785"/>
                    <a:pt x="11385" y="54785"/>
                    <a:pt x="11397" y="54771"/>
                  </a:cubicBezTo>
                  <a:close/>
                  <a:moveTo>
                    <a:pt x="34673" y="68077"/>
                  </a:moveTo>
                  <a:cubicBezTo>
                    <a:pt x="34723" y="68152"/>
                    <a:pt x="34848" y="68202"/>
                    <a:pt x="34972" y="68276"/>
                  </a:cubicBezTo>
                  <a:cubicBezTo>
                    <a:pt x="35022" y="68301"/>
                    <a:pt x="35072" y="68301"/>
                    <a:pt x="35097" y="68326"/>
                  </a:cubicBezTo>
                  <a:cubicBezTo>
                    <a:pt x="35192" y="68374"/>
                    <a:pt x="35284" y="68422"/>
                    <a:pt x="35375" y="68469"/>
                  </a:cubicBezTo>
                  <a:lnTo>
                    <a:pt x="35375" y="68469"/>
                  </a:lnTo>
                  <a:cubicBezTo>
                    <a:pt x="35209" y="68418"/>
                    <a:pt x="35066" y="68324"/>
                    <a:pt x="34922" y="68276"/>
                  </a:cubicBezTo>
                  <a:cubicBezTo>
                    <a:pt x="34823" y="68226"/>
                    <a:pt x="34723" y="68177"/>
                    <a:pt x="34649" y="68152"/>
                  </a:cubicBezTo>
                  <a:cubicBezTo>
                    <a:pt x="34649" y="68102"/>
                    <a:pt x="34673" y="68102"/>
                    <a:pt x="34673" y="68077"/>
                  </a:cubicBezTo>
                  <a:close/>
                  <a:moveTo>
                    <a:pt x="52396" y="66409"/>
                  </a:moveTo>
                  <a:lnTo>
                    <a:pt x="52371" y="66434"/>
                  </a:lnTo>
                  <a:cubicBezTo>
                    <a:pt x="52371" y="66434"/>
                    <a:pt x="52371" y="66459"/>
                    <a:pt x="52346" y="66459"/>
                  </a:cubicBezTo>
                  <a:cubicBezTo>
                    <a:pt x="51624" y="66932"/>
                    <a:pt x="50654" y="67579"/>
                    <a:pt x="49733" y="68177"/>
                  </a:cubicBezTo>
                  <a:cubicBezTo>
                    <a:pt x="49583" y="68276"/>
                    <a:pt x="49459" y="68351"/>
                    <a:pt x="49260" y="68450"/>
                  </a:cubicBezTo>
                  <a:cubicBezTo>
                    <a:pt x="49225" y="68470"/>
                    <a:pt x="49189" y="68491"/>
                    <a:pt x="49152" y="68513"/>
                  </a:cubicBezTo>
                  <a:lnTo>
                    <a:pt x="49152" y="68513"/>
                  </a:lnTo>
                  <a:cubicBezTo>
                    <a:pt x="49157" y="68506"/>
                    <a:pt x="49160" y="68494"/>
                    <a:pt x="49160" y="68475"/>
                  </a:cubicBezTo>
                  <a:cubicBezTo>
                    <a:pt x="49758" y="68152"/>
                    <a:pt x="50355" y="67729"/>
                    <a:pt x="50927" y="67355"/>
                  </a:cubicBezTo>
                  <a:cubicBezTo>
                    <a:pt x="51151" y="67206"/>
                    <a:pt x="51375" y="67081"/>
                    <a:pt x="51624" y="66932"/>
                  </a:cubicBezTo>
                  <a:cubicBezTo>
                    <a:pt x="51649" y="66907"/>
                    <a:pt x="51674" y="66907"/>
                    <a:pt x="51724" y="66857"/>
                  </a:cubicBezTo>
                  <a:cubicBezTo>
                    <a:pt x="51923" y="66708"/>
                    <a:pt x="52172" y="66559"/>
                    <a:pt x="52396" y="66409"/>
                  </a:cubicBezTo>
                  <a:close/>
                  <a:moveTo>
                    <a:pt x="17524" y="54014"/>
                  </a:moveTo>
                  <a:cubicBezTo>
                    <a:pt x="14362" y="58818"/>
                    <a:pt x="11674" y="63696"/>
                    <a:pt x="9583" y="68525"/>
                  </a:cubicBezTo>
                  <a:lnTo>
                    <a:pt x="9583" y="68450"/>
                  </a:lnTo>
                  <a:cubicBezTo>
                    <a:pt x="11649" y="63696"/>
                    <a:pt x="14288" y="58843"/>
                    <a:pt x="17474" y="54014"/>
                  </a:cubicBezTo>
                  <a:close/>
                  <a:moveTo>
                    <a:pt x="51898" y="63945"/>
                  </a:moveTo>
                  <a:cubicBezTo>
                    <a:pt x="51873" y="63970"/>
                    <a:pt x="51873" y="63995"/>
                    <a:pt x="51848" y="64045"/>
                  </a:cubicBezTo>
                  <a:cubicBezTo>
                    <a:pt x="51799" y="64095"/>
                    <a:pt x="51774" y="64119"/>
                    <a:pt x="51774" y="64119"/>
                  </a:cubicBezTo>
                  <a:cubicBezTo>
                    <a:pt x="51774" y="64169"/>
                    <a:pt x="51749" y="64169"/>
                    <a:pt x="51749" y="64194"/>
                  </a:cubicBezTo>
                  <a:cubicBezTo>
                    <a:pt x="51301" y="64742"/>
                    <a:pt x="50902" y="65314"/>
                    <a:pt x="50529" y="65837"/>
                  </a:cubicBezTo>
                  <a:cubicBezTo>
                    <a:pt x="50479" y="65912"/>
                    <a:pt x="50430" y="65961"/>
                    <a:pt x="50380" y="66061"/>
                  </a:cubicBezTo>
                  <a:cubicBezTo>
                    <a:pt x="50255" y="66210"/>
                    <a:pt x="50156" y="66360"/>
                    <a:pt x="50056" y="66484"/>
                  </a:cubicBezTo>
                  <a:cubicBezTo>
                    <a:pt x="49758" y="66932"/>
                    <a:pt x="49533" y="67281"/>
                    <a:pt x="49160" y="67803"/>
                  </a:cubicBezTo>
                  <a:cubicBezTo>
                    <a:pt x="48986" y="68077"/>
                    <a:pt x="48787" y="68326"/>
                    <a:pt x="48613" y="68600"/>
                  </a:cubicBezTo>
                  <a:lnTo>
                    <a:pt x="48563" y="68600"/>
                  </a:lnTo>
                  <a:cubicBezTo>
                    <a:pt x="48575" y="68575"/>
                    <a:pt x="48581" y="68569"/>
                    <a:pt x="48578" y="68569"/>
                  </a:cubicBezTo>
                  <a:cubicBezTo>
                    <a:pt x="48575" y="68569"/>
                    <a:pt x="48563" y="68575"/>
                    <a:pt x="48538" y="68575"/>
                  </a:cubicBezTo>
                  <a:cubicBezTo>
                    <a:pt x="48986" y="67853"/>
                    <a:pt x="49583" y="66957"/>
                    <a:pt x="50280" y="65961"/>
                  </a:cubicBezTo>
                  <a:cubicBezTo>
                    <a:pt x="50753" y="65314"/>
                    <a:pt x="51226" y="64667"/>
                    <a:pt x="51724" y="64045"/>
                  </a:cubicBezTo>
                  <a:lnTo>
                    <a:pt x="51749" y="63995"/>
                  </a:lnTo>
                  <a:lnTo>
                    <a:pt x="51799" y="63945"/>
                  </a:lnTo>
                  <a:close/>
                  <a:moveTo>
                    <a:pt x="20411" y="66683"/>
                  </a:moveTo>
                  <a:cubicBezTo>
                    <a:pt x="20610" y="67355"/>
                    <a:pt x="20859" y="67978"/>
                    <a:pt x="21158" y="68575"/>
                  </a:cubicBezTo>
                  <a:cubicBezTo>
                    <a:pt x="21158" y="68600"/>
                    <a:pt x="21133" y="68625"/>
                    <a:pt x="21133" y="68625"/>
                  </a:cubicBezTo>
                  <a:cubicBezTo>
                    <a:pt x="20835" y="68005"/>
                    <a:pt x="20587" y="67361"/>
                    <a:pt x="20389" y="66693"/>
                  </a:cubicBezTo>
                  <a:lnTo>
                    <a:pt x="20389" y="66693"/>
                  </a:lnTo>
                  <a:cubicBezTo>
                    <a:pt x="20392" y="66690"/>
                    <a:pt x="20398" y="66683"/>
                    <a:pt x="20411" y="66683"/>
                  </a:cubicBezTo>
                  <a:close/>
                  <a:moveTo>
                    <a:pt x="22651" y="66409"/>
                  </a:moveTo>
                  <a:cubicBezTo>
                    <a:pt x="22228" y="67156"/>
                    <a:pt x="21780" y="67928"/>
                    <a:pt x="21382" y="68674"/>
                  </a:cubicBezTo>
                  <a:cubicBezTo>
                    <a:pt x="21382" y="68650"/>
                    <a:pt x="21357" y="68600"/>
                    <a:pt x="21357" y="68600"/>
                  </a:cubicBezTo>
                  <a:cubicBezTo>
                    <a:pt x="21755" y="67853"/>
                    <a:pt x="22153" y="67106"/>
                    <a:pt x="22601" y="66409"/>
                  </a:cubicBezTo>
                  <a:close/>
                  <a:moveTo>
                    <a:pt x="53964" y="65837"/>
                  </a:moveTo>
                  <a:cubicBezTo>
                    <a:pt x="54113" y="65837"/>
                    <a:pt x="54288" y="65862"/>
                    <a:pt x="54487" y="65912"/>
                  </a:cubicBezTo>
                  <a:cubicBezTo>
                    <a:pt x="54512" y="65912"/>
                    <a:pt x="54537" y="65912"/>
                    <a:pt x="54586" y="65936"/>
                  </a:cubicBezTo>
                  <a:cubicBezTo>
                    <a:pt x="54761" y="65961"/>
                    <a:pt x="54960" y="66036"/>
                    <a:pt x="55134" y="66111"/>
                  </a:cubicBezTo>
                  <a:cubicBezTo>
                    <a:pt x="55159" y="66111"/>
                    <a:pt x="55209" y="66161"/>
                    <a:pt x="55234" y="66161"/>
                  </a:cubicBezTo>
                  <a:cubicBezTo>
                    <a:pt x="55458" y="66235"/>
                    <a:pt x="55706" y="66360"/>
                    <a:pt x="55955" y="66484"/>
                  </a:cubicBezTo>
                  <a:cubicBezTo>
                    <a:pt x="55980" y="66534"/>
                    <a:pt x="56005" y="66534"/>
                    <a:pt x="56055" y="66559"/>
                  </a:cubicBezTo>
                  <a:cubicBezTo>
                    <a:pt x="54885" y="67355"/>
                    <a:pt x="53765" y="68077"/>
                    <a:pt x="52620" y="68724"/>
                  </a:cubicBezTo>
                  <a:cubicBezTo>
                    <a:pt x="52620" y="68674"/>
                    <a:pt x="52595" y="68600"/>
                    <a:pt x="52595" y="68525"/>
                  </a:cubicBezTo>
                  <a:cubicBezTo>
                    <a:pt x="52595" y="68426"/>
                    <a:pt x="52570" y="68326"/>
                    <a:pt x="52570" y="68226"/>
                  </a:cubicBezTo>
                  <a:lnTo>
                    <a:pt x="52570" y="67978"/>
                  </a:lnTo>
                  <a:lnTo>
                    <a:pt x="52570" y="67729"/>
                  </a:lnTo>
                  <a:cubicBezTo>
                    <a:pt x="52595" y="67679"/>
                    <a:pt x="52595" y="67604"/>
                    <a:pt x="52595" y="67554"/>
                  </a:cubicBezTo>
                  <a:cubicBezTo>
                    <a:pt x="52595" y="67455"/>
                    <a:pt x="52595" y="67405"/>
                    <a:pt x="52620" y="67305"/>
                  </a:cubicBezTo>
                  <a:cubicBezTo>
                    <a:pt x="52620" y="67231"/>
                    <a:pt x="52645" y="67181"/>
                    <a:pt x="52645" y="67106"/>
                  </a:cubicBezTo>
                  <a:cubicBezTo>
                    <a:pt x="52645" y="67057"/>
                    <a:pt x="52670" y="66982"/>
                    <a:pt x="52670" y="66932"/>
                  </a:cubicBezTo>
                  <a:cubicBezTo>
                    <a:pt x="52720" y="66857"/>
                    <a:pt x="52720" y="66808"/>
                    <a:pt x="52744" y="66733"/>
                  </a:cubicBezTo>
                  <a:cubicBezTo>
                    <a:pt x="52769" y="66683"/>
                    <a:pt x="52769" y="66658"/>
                    <a:pt x="52794" y="66584"/>
                  </a:cubicBezTo>
                  <a:cubicBezTo>
                    <a:pt x="52844" y="66484"/>
                    <a:pt x="52894" y="66409"/>
                    <a:pt x="52968" y="66310"/>
                  </a:cubicBezTo>
                  <a:cubicBezTo>
                    <a:pt x="52993" y="66235"/>
                    <a:pt x="53043" y="66185"/>
                    <a:pt x="53118" y="66161"/>
                  </a:cubicBezTo>
                  <a:lnTo>
                    <a:pt x="53143" y="66111"/>
                  </a:lnTo>
                  <a:cubicBezTo>
                    <a:pt x="53168" y="66086"/>
                    <a:pt x="53217" y="66086"/>
                    <a:pt x="53217" y="66061"/>
                  </a:cubicBezTo>
                  <a:cubicBezTo>
                    <a:pt x="53292" y="65986"/>
                    <a:pt x="53392" y="65961"/>
                    <a:pt x="53516" y="65912"/>
                  </a:cubicBezTo>
                  <a:cubicBezTo>
                    <a:pt x="53641" y="65862"/>
                    <a:pt x="53790" y="65837"/>
                    <a:pt x="53964" y="65837"/>
                  </a:cubicBezTo>
                  <a:close/>
                  <a:moveTo>
                    <a:pt x="49128" y="68527"/>
                  </a:moveTo>
                  <a:cubicBezTo>
                    <a:pt x="48990" y="68611"/>
                    <a:pt x="48844" y="68705"/>
                    <a:pt x="48712" y="68799"/>
                  </a:cubicBezTo>
                  <a:cubicBezTo>
                    <a:pt x="48712" y="68774"/>
                    <a:pt x="48737" y="68774"/>
                    <a:pt x="48737" y="68724"/>
                  </a:cubicBezTo>
                  <a:cubicBezTo>
                    <a:pt x="48860" y="68675"/>
                    <a:pt x="48982" y="68578"/>
                    <a:pt x="49128" y="68527"/>
                  </a:cubicBezTo>
                  <a:close/>
                  <a:moveTo>
                    <a:pt x="52620" y="66484"/>
                  </a:moveTo>
                  <a:cubicBezTo>
                    <a:pt x="52595" y="66559"/>
                    <a:pt x="52595" y="66584"/>
                    <a:pt x="52570" y="66658"/>
                  </a:cubicBezTo>
                  <a:cubicBezTo>
                    <a:pt x="52570" y="66733"/>
                    <a:pt x="52520" y="66783"/>
                    <a:pt x="52496" y="66857"/>
                  </a:cubicBezTo>
                  <a:cubicBezTo>
                    <a:pt x="52471" y="66932"/>
                    <a:pt x="52471" y="67032"/>
                    <a:pt x="52471" y="67081"/>
                  </a:cubicBezTo>
                  <a:cubicBezTo>
                    <a:pt x="52471" y="67131"/>
                    <a:pt x="52446" y="67206"/>
                    <a:pt x="52446" y="67256"/>
                  </a:cubicBezTo>
                  <a:cubicBezTo>
                    <a:pt x="52446" y="67355"/>
                    <a:pt x="52446" y="67430"/>
                    <a:pt x="52396" y="67530"/>
                  </a:cubicBezTo>
                  <a:lnTo>
                    <a:pt x="52396" y="67729"/>
                  </a:lnTo>
                  <a:lnTo>
                    <a:pt x="52396" y="68002"/>
                  </a:lnTo>
                  <a:lnTo>
                    <a:pt x="52396" y="68276"/>
                  </a:lnTo>
                  <a:cubicBezTo>
                    <a:pt x="52396" y="68351"/>
                    <a:pt x="52446" y="68475"/>
                    <a:pt x="52446" y="68575"/>
                  </a:cubicBezTo>
                  <a:cubicBezTo>
                    <a:pt x="52446" y="68674"/>
                    <a:pt x="52471" y="68774"/>
                    <a:pt x="52471" y="68849"/>
                  </a:cubicBezTo>
                  <a:cubicBezTo>
                    <a:pt x="52446" y="68849"/>
                    <a:pt x="52446" y="68899"/>
                    <a:pt x="52396" y="68899"/>
                  </a:cubicBezTo>
                  <a:cubicBezTo>
                    <a:pt x="52371" y="68699"/>
                    <a:pt x="52371" y="68550"/>
                    <a:pt x="52346" y="68401"/>
                  </a:cubicBezTo>
                  <a:lnTo>
                    <a:pt x="52346" y="68301"/>
                  </a:lnTo>
                  <a:cubicBezTo>
                    <a:pt x="52346" y="68152"/>
                    <a:pt x="52321" y="67953"/>
                    <a:pt x="52321" y="67803"/>
                  </a:cubicBezTo>
                  <a:lnTo>
                    <a:pt x="52321" y="67729"/>
                  </a:lnTo>
                  <a:cubicBezTo>
                    <a:pt x="52321" y="67579"/>
                    <a:pt x="52321" y="67430"/>
                    <a:pt x="52346" y="67281"/>
                  </a:cubicBezTo>
                  <a:lnTo>
                    <a:pt x="52346" y="67231"/>
                  </a:lnTo>
                  <a:cubicBezTo>
                    <a:pt x="52371" y="66957"/>
                    <a:pt x="52446" y="66733"/>
                    <a:pt x="52520" y="66559"/>
                  </a:cubicBezTo>
                  <a:cubicBezTo>
                    <a:pt x="52570" y="66534"/>
                    <a:pt x="52595" y="66534"/>
                    <a:pt x="52620" y="66484"/>
                  </a:cubicBezTo>
                  <a:close/>
                  <a:moveTo>
                    <a:pt x="21257" y="68799"/>
                  </a:moveTo>
                  <a:cubicBezTo>
                    <a:pt x="21257" y="68824"/>
                    <a:pt x="21282" y="68849"/>
                    <a:pt x="21282" y="68849"/>
                  </a:cubicBezTo>
                  <a:cubicBezTo>
                    <a:pt x="21282" y="68899"/>
                    <a:pt x="21257" y="68899"/>
                    <a:pt x="21257" y="68923"/>
                  </a:cubicBezTo>
                  <a:cubicBezTo>
                    <a:pt x="21257" y="68899"/>
                    <a:pt x="21232" y="68899"/>
                    <a:pt x="21232" y="68849"/>
                  </a:cubicBezTo>
                  <a:cubicBezTo>
                    <a:pt x="21232" y="68849"/>
                    <a:pt x="21232" y="68824"/>
                    <a:pt x="21257" y="68799"/>
                  </a:cubicBezTo>
                  <a:close/>
                  <a:moveTo>
                    <a:pt x="48339" y="68948"/>
                  </a:moveTo>
                  <a:cubicBezTo>
                    <a:pt x="48339" y="68948"/>
                    <a:pt x="48339" y="68973"/>
                    <a:pt x="48289" y="68973"/>
                  </a:cubicBezTo>
                  <a:lnTo>
                    <a:pt x="48339" y="68948"/>
                  </a:lnTo>
                  <a:close/>
                  <a:moveTo>
                    <a:pt x="9434" y="68774"/>
                  </a:moveTo>
                  <a:lnTo>
                    <a:pt x="9434" y="68824"/>
                  </a:lnTo>
                  <a:lnTo>
                    <a:pt x="9434" y="68899"/>
                  </a:lnTo>
                  <a:lnTo>
                    <a:pt x="9434" y="68948"/>
                  </a:lnTo>
                  <a:cubicBezTo>
                    <a:pt x="9434" y="68973"/>
                    <a:pt x="9409" y="68973"/>
                    <a:pt x="9409" y="68998"/>
                  </a:cubicBezTo>
                  <a:cubicBezTo>
                    <a:pt x="9409" y="68973"/>
                    <a:pt x="9409" y="68923"/>
                    <a:pt x="9384" y="68874"/>
                  </a:cubicBezTo>
                  <a:cubicBezTo>
                    <a:pt x="9384" y="68849"/>
                    <a:pt x="9409" y="68849"/>
                    <a:pt x="9409" y="68824"/>
                  </a:cubicBezTo>
                  <a:cubicBezTo>
                    <a:pt x="9409" y="68799"/>
                    <a:pt x="9434" y="68799"/>
                    <a:pt x="9434" y="68774"/>
                  </a:cubicBezTo>
                  <a:close/>
                  <a:moveTo>
                    <a:pt x="48289" y="68973"/>
                  </a:moveTo>
                  <a:cubicBezTo>
                    <a:pt x="48289" y="69023"/>
                    <a:pt x="48289" y="69023"/>
                    <a:pt x="48264" y="69023"/>
                  </a:cubicBezTo>
                  <a:cubicBezTo>
                    <a:pt x="48264" y="68973"/>
                    <a:pt x="48289" y="68973"/>
                    <a:pt x="48289" y="68973"/>
                  </a:cubicBezTo>
                  <a:close/>
                  <a:moveTo>
                    <a:pt x="56229" y="66683"/>
                  </a:moveTo>
                  <a:cubicBezTo>
                    <a:pt x="56254" y="66683"/>
                    <a:pt x="56254" y="66708"/>
                    <a:pt x="56304" y="66708"/>
                  </a:cubicBezTo>
                  <a:cubicBezTo>
                    <a:pt x="55084" y="67554"/>
                    <a:pt x="53889" y="68326"/>
                    <a:pt x="52695" y="69023"/>
                  </a:cubicBezTo>
                  <a:lnTo>
                    <a:pt x="52695" y="68948"/>
                  </a:lnTo>
                  <a:cubicBezTo>
                    <a:pt x="53865" y="68276"/>
                    <a:pt x="55059" y="67530"/>
                    <a:pt x="56229" y="66683"/>
                  </a:cubicBezTo>
                  <a:close/>
                  <a:moveTo>
                    <a:pt x="52520" y="69048"/>
                  </a:moveTo>
                  <a:lnTo>
                    <a:pt x="52520" y="69098"/>
                  </a:lnTo>
                  <a:cubicBezTo>
                    <a:pt x="52496" y="69098"/>
                    <a:pt x="52471" y="69147"/>
                    <a:pt x="52471" y="69147"/>
                  </a:cubicBezTo>
                  <a:lnTo>
                    <a:pt x="52471" y="69073"/>
                  </a:lnTo>
                  <a:cubicBezTo>
                    <a:pt x="52496" y="69073"/>
                    <a:pt x="52496" y="69048"/>
                    <a:pt x="52520" y="69048"/>
                  </a:cubicBezTo>
                  <a:close/>
                  <a:moveTo>
                    <a:pt x="2365" y="68799"/>
                  </a:moveTo>
                  <a:cubicBezTo>
                    <a:pt x="2365" y="68923"/>
                    <a:pt x="2340" y="69048"/>
                    <a:pt x="2340" y="69147"/>
                  </a:cubicBezTo>
                  <a:cubicBezTo>
                    <a:pt x="2315" y="69297"/>
                    <a:pt x="2290" y="69421"/>
                    <a:pt x="2215" y="69571"/>
                  </a:cubicBezTo>
                  <a:cubicBezTo>
                    <a:pt x="2215" y="69421"/>
                    <a:pt x="2240" y="69297"/>
                    <a:pt x="2290" y="69147"/>
                  </a:cubicBezTo>
                  <a:cubicBezTo>
                    <a:pt x="2315" y="69048"/>
                    <a:pt x="2340" y="68923"/>
                    <a:pt x="2365" y="68799"/>
                  </a:cubicBezTo>
                  <a:close/>
                  <a:moveTo>
                    <a:pt x="89061" y="61108"/>
                  </a:moveTo>
                  <a:cubicBezTo>
                    <a:pt x="91475" y="62004"/>
                    <a:pt x="93964" y="62676"/>
                    <a:pt x="96478" y="63024"/>
                  </a:cubicBezTo>
                  <a:cubicBezTo>
                    <a:pt x="95682" y="65215"/>
                    <a:pt x="94636" y="67480"/>
                    <a:pt x="93292" y="69770"/>
                  </a:cubicBezTo>
                  <a:cubicBezTo>
                    <a:pt x="91301" y="67828"/>
                    <a:pt x="89085" y="65862"/>
                    <a:pt x="86820" y="64045"/>
                  </a:cubicBezTo>
                  <a:cubicBezTo>
                    <a:pt x="87592" y="63074"/>
                    <a:pt x="88339" y="62103"/>
                    <a:pt x="89061" y="61108"/>
                  </a:cubicBezTo>
                  <a:close/>
                  <a:moveTo>
                    <a:pt x="31562" y="67181"/>
                  </a:moveTo>
                  <a:cubicBezTo>
                    <a:pt x="31587" y="67206"/>
                    <a:pt x="31587" y="67231"/>
                    <a:pt x="31612" y="67231"/>
                  </a:cubicBezTo>
                  <a:cubicBezTo>
                    <a:pt x="31861" y="67305"/>
                    <a:pt x="32110" y="67405"/>
                    <a:pt x="32359" y="67455"/>
                  </a:cubicBezTo>
                  <a:cubicBezTo>
                    <a:pt x="32483" y="67480"/>
                    <a:pt x="32608" y="67554"/>
                    <a:pt x="32707" y="67579"/>
                  </a:cubicBezTo>
                  <a:cubicBezTo>
                    <a:pt x="32931" y="67654"/>
                    <a:pt x="33105" y="67729"/>
                    <a:pt x="33329" y="67803"/>
                  </a:cubicBezTo>
                  <a:cubicBezTo>
                    <a:pt x="33454" y="67853"/>
                    <a:pt x="33578" y="67928"/>
                    <a:pt x="33728" y="67953"/>
                  </a:cubicBezTo>
                  <a:cubicBezTo>
                    <a:pt x="33852" y="67978"/>
                    <a:pt x="33952" y="68052"/>
                    <a:pt x="34076" y="68077"/>
                  </a:cubicBezTo>
                  <a:cubicBezTo>
                    <a:pt x="33703" y="68674"/>
                    <a:pt x="33354" y="69272"/>
                    <a:pt x="32981" y="69844"/>
                  </a:cubicBezTo>
                  <a:cubicBezTo>
                    <a:pt x="32359" y="69098"/>
                    <a:pt x="31861" y="68202"/>
                    <a:pt x="31562" y="67181"/>
                  </a:cubicBezTo>
                  <a:close/>
                  <a:moveTo>
                    <a:pt x="96777" y="63074"/>
                  </a:moveTo>
                  <a:cubicBezTo>
                    <a:pt x="95931" y="65314"/>
                    <a:pt x="94810" y="67604"/>
                    <a:pt x="93466" y="69919"/>
                  </a:cubicBezTo>
                  <a:lnTo>
                    <a:pt x="93441" y="69894"/>
                  </a:lnTo>
                  <a:cubicBezTo>
                    <a:pt x="94786" y="67579"/>
                    <a:pt x="95881" y="65289"/>
                    <a:pt x="96702" y="63074"/>
                  </a:cubicBezTo>
                  <a:close/>
                  <a:moveTo>
                    <a:pt x="49260" y="63746"/>
                  </a:moveTo>
                  <a:cubicBezTo>
                    <a:pt x="49957" y="63945"/>
                    <a:pt x="50529" y="64045"/>
                    <a:pt x="51002" y="64045"/>
                  </a:cubicBezTo>
                  <a:cubicBezTo>
                    <a:pt x="51201" y="64045"/>
                    <a:pt x="51351" y="64045"/>
                    <a:pt x="51500" y="63995"/>
                  </a:cubicBezTo>
                  <a:lnTo>
                    <a:pt x="51500" y="63995"/>
                  </a:lnTo>
                  <a:cubicBezTo>
                    <a:pt x="51251" y="64343"/>
                    <a:pt x="51002" y="64667"/>
                    <a:pt x="50753" y="64991"/>
                  </a:cubicBezTo>
                  <a:cubicBezTo>
                    <a:pt x="50629" y="65190"/>
                    <a:pt x="50504" y="65339"/>
                    <a:pt x="50380" y="65513"/>
                  </a:cubicBezTo>
                  <a:cubicBezTo>
                    <a:pt x="50330" y="65613"/>
                    <a:pt x="50255" y="65712"/>
                    <a:pt x="50206" y="65787"/>
                  </a:cubicBezTo>
                  <a:cubicBezTo>
                    <a:pt x="50131" y="65862"/>
                    <a:pt x="50031" y="65986"/>
                    <a:pt x="49982" y="66086"/>
                  </a:cubicBezTo>
                  <a:lnTo>
                    <a:pt x="49957" y="66111"/>
                  </a:lnTo>
                  <a:cubicBezTo>
                    <a:pt x="49857" y="66235"/>
                    <a:pt x="49782" y="66335"/>
                    <a:pt x="49708" y="66459"/>
                  </a:cubicBezTo>
                  <a:lnTo>
                    <a:pt x="49334" y="67032"/>
                  </a:lnTo>
                  <a:cubicBezTo>
                    <a:pt x="49235" y="67156"/>
                    <a:pt x="49160" y="67281"/>
                    <a:pt x="49085" y="67430"/>
                  </a:cubicBezTo>
                  <a:cubicBezTo>
                    <a:pt x="48762" y="67903"/>
                    <a:pt x="48463" y="68326"/>
                    <a:pt x="48164" y="68799"/>
                  </a:cubicBezTo>
                  <a:cubicBezTo>
                    <a:pt x="47891" y="68948"/>
                    <a:pt x="47642" y="69098"/>
                    <a:pt x="47393" y="69222"/>
                  </a:cubicBezTo>
                  <a:cubicBezTo>
                    <a:pt x="46845" y="69521"/>
                    <a:pt x="46397" y="69770"/>
                    <a:pt x="45999" y="69944"/>
                  </a:cubicBezTo>
                  <a:cubicBezTo>
                    <a:pt x="46795" y="67928"/>
                    <a:pt x="47916" y="65837"/>
                    <a:pt x="49260" y="63746"/>
                  </a:cubicBezTo>
                  <a:close/>
                  <a:moveTo>
                    <a:pt x="56478" y="66808"/>
                  </a:moveTo>
                  <a:cubicBezTo>
                    <a:pt x="56528" y="66833"/>
                    <a:pt x="56603" y="66857"/>
                    <a:pt x="56702" y="66932"/>
                  </a:cubicBezTo>
                  <a:cubicBezTo>
                    <a:pt x="56727" y="66932"/>
                    <a:pt x="56727" y="66957"/>
                    <a:pt x="56752" y="66957"/>
                  </a:cubicBezTo>
                  <a:cubicBezTo>
                    <a:pt x="56652" y="67032"/>
                    <a:pt x="56578" y="67106"/>
                    <a:pt x="56478" y="67181"/>
                  </a:cubicBezTo>
                  <a:cubicBezTo>
                    <a:pt x="56254" y="67355"/>
                    <a:pt x="56030" y="67530"/>
                    <a:pt x="55831" y="67704"/>
                  </a:cubicBezTo>
                  <a:cubicBezTo>
                    <a:pt x="55731" y="67803"/>
                    <a:pt x="55607" y="67853"/>
                    <a:pt x="55507" y="67953"/>
                  </a:cubicBezTo>
                  <a:cubicBezTo>
                    <a:pt x="55234" y="68177"/>
                    <a:pt x="54910" y="68426"/>
                    <a:pt x="54636" y="68650"/>
                  </a:cubicBezTo>
                  <a:cubicBezTo>
                    <a:pt x="54412" y="68824"/>
                    <a:pt x="54163" y="68973"/>
                    <a:pt x="53964" y="69172"/>
                  </a:cubicBezTo>
                  <a:cubicBezTo>
                    <a:pt x="53889" y="69222"/>
                    <a:pt x="53790" y="69272"/>
                    <a:pt x="53740" y="69322"/>
                  </a:cubicBezTo>
                  <a:cubicBezTo>
                    <a:pt x="53466" y="69546"/>
                    <a:pt x="53168" y="69720"/>
                    <a:pt x="52894" y="69944"/>
                  </a:cubicBezTo>
                  <a:cubicBezTo>
                    <a:pt x="52894" y="69894"/>
                    <a:pt x="52869" y="69819"/>
                    <a:pt x="52869" y="69770"/>
                  </a:cubicBezTo>
                  <a:cubicBezTo>
                    <a:pt x="52819" y="69645"/>
                    <a:pt x="52769" y="69521"/>
                    <a:pt x="52744" y="69421"/>
                  </a:cubicBezTo>
                  <a:cubicBezTo>
                    <a:pt x="52744" y="69347"/>
                    <a:pt x="52720" y="69272"/>
                    <a:pt x="52720" y="69197"/>
                  </a:cubicBezTo>
                  <a:cubicBezTo>
                    <a:pt x="53964" y="68475"/>
                    <a:pt x="55234" y="67704"/>
                    <a:pt x="56478" y="66808"/>
                  </a:cubicBezTo>
                  <a:close/>
                  <a:moveTo>
                    <a:pt x="86721" y="64169"/>
                  </a:moveTo>
                  <a:cubicBezTo>
                    <a:pt x="88986" y="65986"/>
                    <a:pt x="91201" y="67953"/>
                    <a:pt x="93192" y="69919"/>
                  </a:cubicBezTo>
                  <a:cubicBezTo>
                    <a:pt x="93192" y="69944"/>
                    <a:pt x="93168" y="69944"/>
                    <a:pt x="93168" y="69969"/>
                  </a:cubicBezTo>
                  <a:cubicBezTo>
                    <a:pt x="91176" y="68002"/>
                    <a:pt x="88961" y="66086"/>
                    <a:pt x="86671" y="64219"/>
                  </a:cubicBezTo>
                  <a:cubicBezTo>
                    <a:pt x="86696" y="64219"/>
                    <a:pt x="86696" y="64194"/>
                    <a:pt x="86721" y="64169"/>
                  </a:cubicBezTo>
                  <a:close/>
                  <a:moveTo>
                    <a:pt x="52570" y="69297"/>
                  </a:moveTo>
                  <a:cubicBezTo>
                    <a:pt x="52570" y="69347"/>
                    <a:pt x="52595" y="69421"/>
                    <a:pt x="52595" y="69471"/>
                  </a:cubicBezTo>
                  <a:lnTo>
                    <a:pt x="52695" y="69844"/>
                  </a:lnTo>
                  <a:cubicBezTo>
                    <a:pt x="52695" y="69919"/>
                    <a:pt x="52720" y="69969"/>
                    <a:pt x="52720" y="70043"/>
                  </a:cubicBezTo>
                  <a:cubicBezTo>
                    <a:pt x="52695" y="70043"/>
                    <a:pt x="52695" y="70068"/>
                    <a:pt x="52645" y="70068"/>
                  </a:cubicBezTo>
                  <a:cubicBezTo>
                    <a:pt x="52620" y="69944"/>
                    <a:pt x="52595" y="69819"/>
                    <a:pt x="52570" y="69720"/>
                  </a:cubicBezTo>
                  <a:cubicBezTo>
                    <a:pt x="52570" y="69670"/>
                    <a:pt x="52520" y="69595"/>
                    <a:pt x="52520" y="69546"/>
                  </a:cubicBezTo>
                  <a:cubicBezTo>
                    <a:pt x="52496" y="69471"/>
                    <a:pt x="52496" y="69396"/>
                    <a:pt x="52496" y="69322"/>
                  </a:cubicBezTo>
                  <a:cubicBezTo>
                    <a:pt x="52520" y="69322"/>
                    <a:pt x="52520" y="69297"/>
                    <a:pt x="52570" y="69297"/>
                  </a:cubicBezTo>
                  <a:close/>
                  <a:moveTo>
                    <a:pt x="34225" y="68177"/>
                  </a:moveTo>
                  <a:cubicBezTo>
                    <a:pt x="34275" y="68177"/>
                    <a:pt x="34275" y="68177"/>
                    <a:pt x="34300" y="68202"/>
                  </a:cubicBezTo>
                  <a:cubicBezTo>
                    <a:pt x="33902" y="68849"/>
                    <a:pt x="33528" y="69471"/>
                    <a:pt x="33155" y="70093"/>
                  </a:cubicBezTo>
                  <a:cubicBezTo>
                    <a:pt x="33155" y="70068"/>
                    <a:pt x="33105" y="70068"/>
                    <a:pt x="33105" y="70043"/>
                  </a:cubicBezTo>
                  <a:lnTo>
                    <a:pt x="34225" y="68177"/>
                  </a:lnTo>
                  <a:close/>
                  <a:moveTo>
                    <a:pt x="31338" y="67156"/>
                  </a:moveTo>
                  <a:cubicBezTo>
                    <a:pt x="31687" y="68276"/>
                    <a:pt x="32184" y="69272"/>
                    <a:pt x="32906" y="70068"/>
                  </a:cubicBezTo>
                  <a:cubicBezTo>
                    <a:pt x="32906" y="70093"/>
                    <a:pt x="32856" y="70093"/>
                    <a:pt x="32856" y="70143"/>
                  </a:cubicBezTo>
                  <a:cubicBezTo>
                    <a:pt x="32159" y="69297"/>
                    <a:pt x="31612" y="68301"/>
                    <a:pt x="31288" y="67156"/>
                  </a:cubicBezTo>
                  <a:close/>
                  <a:moveTo>
                    <a:pt x="49011" y="63696"/>
                  </a:moveTo>
                  <a:cubicBezTo>
                    <a:pt x="49036" y="63696"/>
                    <a:pt x="49036" y="63696"/>
                    <a:pt x="49061" y="63721"/>
                  </a:cubicBezTo>
                  <a:cubicBezTo>
                    <a:pt x="47667" y="65837"/>
                    <a:pt x="46547" y="68027"/>
                    <a:pt x="45700" y="70093"/>
                  </a:cubicBezTo>
                  <a:cubicBezTo>
                    <a:pt x="45675" y="70093"/>
                    <a:pt x="45650" y="70143"/>
                    <a:pt x="45626" y="70143"/>
                  </a:cubicBezTo>
                  <a:cubicBezTo>
                    <a:pt x="46497" y="68027"/>
                    <a:pt x="47617" y="65837"/>
                    <a:pt x="49011" y="63696"/>
                  </a:cubicBezTo>
                  <a:close/>
                  <a:moveTo>
                    <a:pt x="47891" y="69172"/>
                  </a:moveTo>
                  <a:lnTo>
                    <a:pt x="47866" y="69197"/>
                  </a:lnTo>
                  <a:cubicBezTo>
                    <a:pt x="47741" y="69322"/>
                    <a:pt x="47617" y="69396"/>
                    <a:pt x="47492" y="69446"/>
                  </a:cubicBezTo>
                  <a:cubicBezTo>
                    <a:pt x="46995" y="69695"/>
                    <a:pt x="46547" y="69944"/>
                    <a:pt x="46148" y="70143"/>
                  </a:cubicBezTo>
                  <a:cubicBezTo>
                    <a:pt x="46621" y="69869"/>
                    <a:pt x="47119" y="69645"/>
                    <a:pt x="47592" y="69347"/>
                  </a:cubicBezTo>
                  <a:cubicBezTo>
                    <a:pt x="47592" y="69347"/>
                    <a:pt x="47617" y="69347"/>
                    <a:pt x="47617" y="69322"/>
                  </a:cubicBezTo>
                  <a:lnTo>
                    <a:pt x="47791" y="69222"/>
                  </a:lnTo>
                  <a:cubicBezTo>
                    <a:pt x="47816" y="69197"/>
                    <a:pt x="47866" y="69197"/>
                    <a:pt x="47891" y="69172"/>
                  </a:cubicBezTo>
                  <a:close/>
                  <a:moveTo>
                    <a:pt x="56926" y="67057"/>
                  </a:moveTo>
                  <a:cubicBezTo>
                    <a:pt x="56951" y="67081"/>
                    <a:pt x="56951" y="67081"/>
                    <a:pt x="56976" y="67081"/>
                  </a:cubicBezTo>
                  <a:cubicBezTo>
                    <a:pt x="56926" y="67156"/>
                    <a:pt x="56851" y="67181"/>
                    <a:pt x="56802" y="67231"/>
                  </a:cubicBezTo>
                  <a:cubicBezTo>
                    <a:pt x="56354" y="67579"/>
                    <a:pt x="55881" y="67953"/>
                    <a:pt x="55458" y="68301"/>
                  </a:cubicBezTo>
                  <a:cubicBezTo>
                    <a:pt x="55234" y="68450"/>
                    <a:pt x="55010" y="68650"/>
                    <a:pt x="54810" y="68799"/>
                  </a:cubicBezTo>
                  <a:cubicBezTo>
                    <a:pt x="54188" y="69272"/>
                    <a:pt x="53566" y="69720"/>
                    <a:pt x="52944" y="70168"/>
                  </a:cubicBezTo>
                  <a:lnTo>
                    <a:pt x="52944" y="70143"/>
                  </a:lnTo>
                  <a:lnTo>
                    <a:pt x="52944" y="70093"/>
                  </a:lnTo>
                  <a:cubicBezTo>
                    <a:pt x="53118" y="69969"/>
                    <a:pt x="53292" y="69819"/>
                    <a:pt x="53491" y="69670"/>
                  </a:cubicBezTo>
                  <a:lnTo>
                    <a:pt x="53566" y="69595"/>
                  </a:lnTo>
                  <a:lnTo>
                    <a:pt x="54586" y="68849"/>
                  </a:lnTo>
                  <a:cubicBezTo>
                    <a:pt x="54636" y="68824"/>
                    <a:pt x="54711" y="68774"/>
                    <a:pt x="54761" y="68724"/>
                  </a:cubicBezTo>
                  <a:lnTo>
                    <a:pt x="54810" y="68724"/>
                  </a:lnTo>
                  <a:cubicBezTo>
                    <a:pt x="55059" y="68550"/>
                    <a:pt x="55283" y="68351"/>
                    <a:pt x="55557" y="68152"/>
                  </a:cubicBezTo>
                  <a:cubicBezTo>
                    <a:pt x="55582" y="68152"/>
                    <a:pt x="55582" y="68102"/>
                    <a:pt x="55607" y="68102"/>
                  </a:cubicBezTo>
                  <a:cubicBezTo>
                    <a:pt x="55706" y="68052"/>
                    <a:pt x="55781" y="67953"/>
                    <a:pt x="55881" y="67903"/>
                  </a:cubicBezTo>
                  <a:cubicBezTo>
                    <a:pt x="56005" y="67803"/>
                    <a:pt x="56179" y="67679"/>
                    <a:pt x="56304" y="67579"/>
                  </a:cubicBezTo>
                  <a:cubicBezTo>
                    <a:pt x="56453" y="67455"/>
                    <a:pt x="56603" y="67330"/>
                    <a:pt x="56727" y="67231"/>
                  </a:cubicBezTo>
                  <a:cubicBezTo>
                    <a:pt x="56752" y="67181"/>
                    <a:pt x="56851" y="67106"/>
                    <a:pt x="56926" y="67057"/>
                  </a:cubicBezTo>
                  <a:close/>
                  <a:moveTo>
                    <a:pt x="77760" y="58021"/>
                  </a:moveTo>
                  <a:cubicBezTo>
                    <a:pt x="79975" y="59440"/>
                    <a:pt x="82265" y="61083"/>
                    <a:pt x="84580" y="62850"/>
                  </a:cubicBezTo>
                  <a:cubicBezTo>
                    <a:pt x="83361" y="65240"/>
                    <a:pt x="81767" y="67729"/>
                    <a:pt x="79876" y="70168"/>
                  </a:cubicBezTo>
                  <a:cubicBezTo>
                    <a:pt x="77362" y="68102"/>
                    <a:pt x="74922" y="65961"/>
                    <a:pt x="72782" y="63821"/>
                  </a:cubicBezTo>
                  <a:cubicBezTo>
                    <a:pt x="74524" y="61929"/>
                    <a:pt x="76192" y="59988"/>
                    <a:pt x="77760" y="58021"/>
                  </a:cubicBezTo>
                  <a:close/>
                  <a:moveTo>
                    <a:pt x="93342" y="70068"/>
                  </a:moveTo>
                  <a:lnTo>
                    <a:pt x="93392" y="70093"/>
                  </a:lnTo>
                  <a:cubicBezTo>
                    <a:pt x="93392" y="70143"/>
                    <a:pt x="93342" y="70143"/>
                    <a:pt x="93342" y="70168"/>
                  </a:cubicBezTo>
                  <a:lnTo>
                    <a:pt x="93317" y="70143"/>
                  </a:lnTo>
                  <a:cubicBezTo>
                    <a:pt x="93317" y="70093"/>
                    <a:pt x="93342" y="70093"/>
                    <a:pt x="93342" y="70068"/>
                  </a:cubicBezTo>
                  <a:close/>
                  <a:moveTo>
                    <a:pt x="48264" y="63447"/>
                  </a:moveTo>
                  <a:lnTo>
                    <a:pt x="48837" y="63622"/>
                  </a:lnTo>
                  <a:cubicBezTo>
                    <a:pt x="47393" y="65837"/>
                    <a:pt x="46248" y="68077"/>
                    <a:pt x="45377" y="70218"/>
                  </a:cubicBezTo>
                  <a:cubicBezTo>
                    <a:pt x="45227" y="69595"/>
                    <a:pt x="45003" y="68948"/>
                    <a:pt x="44680" y="68326"/>
                  </a:cubicBezTo>
                  <a:cubicBezTo>
                    <a:pt x="45178" y="67579"/>
                    <a:pt x="45675" y="66857"/>
                    <a:pt x="46223" y="66161"/>
                  </a:cubicBezTo>
                  <a:cubicBezTo>
                    <a:pt x="46372" y="65936"/>
                    <a:pt x="46547" y="65688"/>
                    <a:pt x="46746" y="65464"/>
                  </a:cubicBezTo>
                  <a:lnTo>
                    <a:pt x="47866" y="63970"/>
                  </a:lnTo>
                  <a:cubicBezTo>
                    <a:pt x="47965" y="63846"/>
                    <a:pt x="48040" y="63746"/>
                    <a:pt x="48115" y="63622"/>
                  </a:cubicBezTo>
                  <a:cubicBezTo>
                    <a:pt x="48140" y="63572"/>
                    <a:pt x="48214" y="63547"/>
                    <a:pt x="48239" y="63472"/>
                  </a:cubicBezTo>
                  <a:cubicBezTo>
                    <a:pt x="48239" y="63472"/>
                    <a:pt x="48239" y="63447"/>
                    <a:pt x="48264" y="63447"/>
                  </a:cubicBezTo>
                  <a:close/>
                  <a:moveTo>
                    <a:pt x="52744" y="70218"/>
                  </a:moveTo>
                  <a:lnTo>
                    <a:pt x="52744" y="70268"/>
                  </a:lnTo>
                  <a:lnTo>
                    <a:pt x="52744" y="70292"/>
                  </a:lnTo>
                  <a:lnTo>
                    <a:pt x="52720" y="70292"/>
                  </a:lnTo>
                  <a:lnTo>
                    <a:pt x="52720" y="70268"/>
                  </a:lnTo>
                  <a:lnTo>
                    <a:pt x="52744" y="70218"/>
                  </a:lnTo>
                  <a:close/>
                  <a:moveTo>
                    <a:pt x="84730" y="62925"/>
                  </a:moveTo>
                  <a:cubicBezTo>
                    <a:pt x="84754" y="62925"/>
                    <a:pt x="84754" y="62950"/>
                    <a:pt x="84804" y="62950"/>
                  </a:cubicBezTo>
                  <a:cubicBezTo>
                    <a:pt x="83560" y="65414"/>
                    <a:pt x="81967" y="67903"/>
                    <a:pt x="80075" y="70292"/>
                  </a:cubicBezTo>
                  <a:cubicBezTo>
                    <a:pt x="80025" y="70292"/>
                    <a:pt x="80025" y="70268"/>
                    <a:pt x="80000" y="70268"/>
                  </a:cubicBezTo>
                  <a:cubicBezTo>
                    <a:pt x="81892" y="67853"/>
                    <a:pt x="83485" y="65364"/>
                    <a:pt x="84730" y="62925"/>
                  </a:cubicBezTo>
                  <a:close/>
                  <a:moveTo>
                    <a:pt x="44555" y="68475"/>
                  </a:moveTo>
                  <a:cubicBezTo>
                    <a:pt x="44854" y="69098"/>
                    <a:pt x="45053" y="69695"/>
                    <a:pt x="45227" y="70292"/>
                  </a:cubicBezTo>
                  <a:cubicBezTo>
                    <a:pt x="45178" y="70292"/>
                    <a:pt x="45178" y="70317"/>
                    <a:pt x="45153" y="70317"/>
                  </a:cubicBezTo>
                  <a:cubicBezTo>
                    <a:pt x="45003" y="69770"/>
                    <a:pt x="44804" y="69172"/>
                    <a:pt x="44530" y="68550"/>
                  </a:cubicBezTo>
                  <a:cubicBezTo>
                    <a:pt x="44530" y="68525"/>
                    <a:pt x="44555" y="68525"/>
                    <a:pt x="44555" y="68475"/>
                  </a:cubicBezTo>
                  <a:close/>
                  <a:moveTo>
                    <a:pt x="72657" y="63945"/>
                  </a:moveTo>
                  <a:cubicBezTo>
                    <a:pt x="74798" y="66086"/>
                    <a:pt x="77237" y="68276"/>
                    <a:pt x="79751" y="70292"/>
                  </a:cubicBezTo>
                  <a:cubicBezTo>
                    <a:pt x="79751" y="70317"/>
                    <a:pt x="79726" y="70317"/>
                    <a:pt x="79726" y="70342"/>
                  </a:cubicBezTo>
                  <a:cubicBezTo>
                    <a:pt x="77188" y="68301"/>
                    <a:pt x="74773" y="66161"/>
                    <a:pt x="72632" y="63995"/>
                  </a:cubicBezTo>
                  <a:cubicBezTo>
                    <a:pt x="72632" y="63970"/>
                    <a:pt x="72657" y="63945"/>
                    <a:pt x="72657" y="63945"/>
                  </a:cubicBezTo>
                  <a:close/>
                  <a:moveTo>
                    <a:pt x="17748" y="54014"/>
                  </a:moveTo>
                  <a:cubicBezTo>
                    <a:pt x="18893" y="54014"/>
                    <a:pt x="20062" y="54113"/>
                    <a:pt x="21282" y="54263"/>
                  </a:cubicBezTo>
                  <a:cubicBezTo>
                    <a:pt x="19739" y="58668"/>
                    <a:pt x="19241" y="62850"/>
                    <a:pt x="20062" y="66310"/>
                  </a:cubicBezTo>
                  <a:cubicBezTo>
                    <a:pt x="20013" y="66310"/>
                    <a:pt x="19988" y="66335"/>
                    <a:pt x="19913" y="66335"/>
                  </a:cubicBezTo>
                  <a:cubicBezTo>
                    <a:pt x="19589" y="66385"/>
                    <a:pt x="19241" y="66459"/>
                    <a:pt x="18917" y="66509"/>
                  </a:cubicBezTo>
                  <a:cubicBezTo>
                    <a:pt x="18594" y="66609"/>
                    <a:pt x="18245" y="66708"/>
                    <a:pt x="17922" y="66808"/>
                  </a:cubicBezTo>
                  <a:cubicBezTo>
                    <a:pt x="17623" y="66907"/>
                    <a:pt x="17299" y="66957"/>
                    <a:pt x="17001" y="67057"/>
                  </a:cubicBezTo>
                  <a:cubicBezTo>
                    <a:pt x="16652" y="67156"/>
                    <a:pt x="16354" y="67256"/>
                    <a:pt x="16005" y="67380"/>
                  </a:cubicBezTo>
                  <a:cubicBezTo>
                    <a:pt x="15682" y="67480"/>
                    <a:pt x="15383" y="67604"/>
                    <a:pt x="15084" y="67729"/>
                  </a:cubicBezTo>
                  <a:cubicBezTo>
                    <a:pt x="14785" y="67853"/>
                    <a:pt x="14462" y="68002"/>
                    <a:pt x="14163" y="68152"/>
                  </a:cubicBezTo>
                  <a:cubicBezTo>
                    <a:pt x="13840" y="68276"/>
                    <a:pt x="13541" y="68401"/>
                    <a:pt x="13267" y="68550"/>
                  </a:cubicBezTo>
                  <a:cubicBezTo>
                    <a:pt x="12968" y="68699"/>
                    <a:pt x="12670" y="68849"/>
                    <a:pt x="12396" y="69023"/>
                  </a:cubicBezTo>
                  <a:cubicBezTo>
                    <a:pt x="12072" y="69172"/>
                    <a:pt x="11799" y="69322"/>
                    <a:pt x="11475" y="69521"/>
                  </a:cubicBezTo>
                  <a:cubicBezTo>
                    <a:pt x="11201" y="69670"/>
                    <a:pt x="10952" y="69844"/>
                    <a:pt x="10678" y="70019"/>
                  </a:cubicBezTo>
                  <a:lnTo>
                    <a:pt x="9932" y="70467"/>
                  </a:lnTo>
                  <a:cubicBezTo>
                    <a:pt x="9907" y="70317"/>
                    <a:pt x="9857" y="70168"/>
                    <a:pt x="9832" y="69969"/>
                  </a:cubicBezTo>
                  <a:cubicBezTo>
                    <a:pt x="9782" y="69795"/>
                    <a:pt x="9757" y="69571"/>
                    <a:pt x="9683" y="69347"/>
                  </a:cubicBezTo>
                  <a:lnTo>
                    <a:pt x="9683" y="69247"/>
                  </a:lnTo>
                  <a:cubicBezTo>
                    <a:pt x="9658" y="69123"/>
                    <a:pt x="9658" y="68998"/>
                    <a:pt x="9633" y="68923"/>
                  </a:cubicBezTo>
                  <a:cubicBezTo>
                    <a:pt x="11699" y="63995"/>
                    <a:pt x="14437" y="58992"/>
                    <a:pt x="17748" y="54014"/>
                  </a:cubicBezTo>
                  <a:close/>
                  <a:moveTo>
                    <a:pt x="79876" y="70417"/>
                  </a:moveTo>
                  <a:cubicBezTo>
                    <a:pt x="79901" y="70417"/>
                    <a:pt x="79950" y="70442"/>
                    <a:pt x="79950" y="70442"/>
                  </a:cubicBezTo>
                  <a:cubicBezTo>
                    <a:pt x="79950" y="70467"/>
                    <a:pt x="79901" y="70467"/>
                    <a:pt x="79901" y="70492"/>
                  </a:cubicBezTo>
                  <a:cubicBezTo>
                    <a:pt x="79876" y="70492"/>
                    <a:pt x="79876" y="70467"/>
                    <a:pt x="79851" y="70467"/>
                  </a:cubicBezTo>
                  <a:cubicBezTo>
                    <a:pt x="79851" y="70442"/>
                    <a:pt x="79876" y="70442"/>
                    <a:pt x="79876" y="70417"/>
                  </a:cubicBezTo>
                  <a:close/>
                  <a:moveTo>
                    <a:pt x="33155" y="70442"/>
                  </a:moveTo>
                  <a:cubicBezTo>
                    <a:pt x="33180" y="70442"/>
                    <a:pt x="33205" y="70442"/>
                    <a:pt x="33205" y="70467"/>
                  </a:cubicBezTo>
                  <a:lnTo>
                    <a:pt x="33280" y="70467"/>
                  </a:lnTo>
                  <a:lnTo>
                    <a:pt x="33304" y="70516"/>
                  </a:lnTo>
                  <a:cubicBezTo>
                    <a:pt x="33280" y="70516"/>
                    <a:pt x="33205" y="70467"/>
                    <a:pt x="33180" y="70467"/>
                  </a:cubicBezTo>
                  <a:lnTo>
                    <a:pt x="33155" y="70442"/>
                  </a:lnTo>
                  <a:close/>
                  <a:moveTo>
                    <a:pt x="9533" y="69197"/>
                  </a:moveTo>
                  <a:cubicBezTo>
                    <a:pt x="9533" y="69272"/>
                    <a:pt x="9558" y="69322"/>
                    <a:pt x="9558" y="69396"/>
                  </a:cubicBezTo>
                  <a:cubicBezTo>
                    <a:pt x="9558" y="69446"/>
                    <a:pt x="9583" y="69546"/>
                    <a:pt x="9583" y="69595"/>
                  </a:cubicBezTo>
                  <a:cubicBezTo>
                    <a:pt x="9658" y="69894"/>
                    <a:pt x="9708" y="70168"/>
                    <a:pt x="9782" y="70417"/>
                  </a:cubicBezTo>
                  <a:cubicBezTo>
                    <a:pt x="9782" y="70442"/>
                    <a:pt x="9807" y="70516"/>
                    <a:pt x="9807" y="70541"/>
                  </a:cubicBezTo>
                  <a:lnTo>
                    <a:pt x="9782" y="70566"/>
                  </a:lnTo>
                  <a:lnTo>
                    <a:pt x="9733" y="70591"/>
                  </a:lnTo>
                  <a:cubicBezTo>
                    <a:pt x="9733" y="70541"/>
                    <a:pt x="9708" y="70467"/>
                    <a:pt x="9708" y="70417"/>
                  </a:cubicBezTo>
                  <a:lnTo>
                    <a:pt x="9708" y="70392"/>
                  </a:lnTo>
                  <a:cubicBezTo>
                    <a:pt x="9633" y="70193"/>
                    <a:pt x="9558" y="69969"/>
                    <a:pt x="9533" y="69770"/>
                  </a:cubicBezTo>
                  <a:cubicBezTo>
                    <a:pt x="9509" y="69645"/>
                    <a:pt x="9459" y="69521"/>
                    <a:pt x="9459" y="69396"/>
                  </a:cubicBezTo>
                  <a:lnTo>
                    <a:pt x="9459" y="69322"/>
                  </a:lnTo>
                  <a:cubicBezTo>
                    <a:pt x="9459" y="69297"/>
                    <a:pt x="9484" y="69297"/>
                    <a:pt x="9484" y="69272"/>
                  </a:cubicBezTo>
                  <a:cubicBezTo>
                    <a:pt x="9484" y="69222"/>
                    <a:pt x="9484" y="69222"/>
                    <a:pt x="9533" y="69197"/>
                  </a:cubicBezTo>
                  <a:close/>
                  <a:moveTo>
                    <a:pt x="84954" y="63074"/>
                  </a:moveTo>
                  <a:cubicBezTo>
                    <a:pt x="85377" y="63422"/>
                    <a:pt x="85825" y="63746"/>
                    <a:pt x="86223" y="64095"/>
                  </a:cubicBezTo>
                  <a:cubicBezTo>
                    <a:pt x="84431" y="66335"/>
                    <a:pt x="82564" y="68550"/>
                    <a:pt x="80573" y="70691"/>
                  </a:cubicBezTo>
                  <a:cubicBezTo>
                    <a:pt x="80448" y="70591"/>
                    <a:pt x="80349" y="70516"/>
                    <a:pt x="80224" y="70417"/>
                  </a:cubicBezTo>
                  <a:cubicBezTo>
                    <a:pt x="82116" y="68027"/>
                    <a:pt x="83709" y="65538"/>
                    <a:pt x="84954" y="63074"/>
                  </a:cubicBezTo>
                  <a:close/>
                  <a:moveTo>
                    <a:pt x="20137" y="66484"/>
                  </a:moveTo>
                  <a:lnTo>
                    <a:pt x="20137" y="66534"/>
                  </a:lnTo>
                  <a:lnTo>
                    <a:pt x="20112" y="66559"/>
                  </a:lnTo>
                  <a:cubicBezTo>
                    <a:pt x="19714" y="66609"/>
                    <a:pt x="19291" y="66708"/>
                    <a:pt x="18893" y="66808"/>
                  </a:cubicBezTo>
                  <a:cubicBezTo>
                    <a:pt x="18594" y="66857"/>
                    <a:pt x="18295" y="66957"/>
                    <a:pt x="18021" y="67057"/>
                  </a:cubicBezTo>
                  <a:cubicBezTo>
                    <a:pt x="17673" y="67156"/>
                    <a:pt x="17299" y="67231"/>
                    <a:pt x="16976" y="67330"/>
                  </a:cubicBezTo>
                  <a:cubicBezTo>
                    <a:pt x="16652" y="67430"/>
                    <a:pt x="16354" y="67554"/>
                    <a:pt x="16030" y="67679"/>
                  </a:cubicBezTo>
                  <a:cubicBezTo>
                    <a:pt x="15731" y="67803"/>
                    <a:pt x="15408" y="67903"/>
                    <a:pt x="15109" y="68027"/>
                  </a:cubicBezTo>
                  <a:cubicBezTo>
                    <a:pt x="14785" y="68152"/>
                    <a:pt x="14512" y="68301"/>
                    <a:pt x="14188" y="68426"/>
                  </a:cubicBezTo>
                  <a:cubicBezTo>
                    <a:pt x="13889" y="68550"/>
                    <a:pt x="13566" y="68699"/>
                    <a:pt x="13267" y="68849"/>
                  </a:cubicBezTo>
                  <a:cubicBezTo>
                    <a:pt x="12993" y="68973"/>
                    <a:pt x="12744" y="69147"/>
                    <a:pt x="12446" y="69297"/>
                  </a:cubicBezTo>
                  <a:cubicBezTo>
                    <a:pt x="12147" y="69471"/>
                    <a:pt x="11799" y="69645"/>
                    <a:pt x="11500" y="69819"/>
                  </a:cubicBezTo>
                  <a:cubicBezTo>
                    <a:pt x="11251" y="69969"/>
                    <a:pt x="11027" y="70143"/>
                    <a:pt x="10803" y="70292"/>
                  </a:cubicBezTo>
                  <a:cubicBezTo>
                    <a:pt x="10529" y="70467"/>
                    <a:pt x="10255" y="70641"/>
                    <a:pt x="10006" y="70815"/>
                  </a:cubicBezTo>
                  <a:lnTo>
                    <a:pt x="10006" y="70765"/>
                  </a:lnTo>
                  <a:cubicBezTo>
                    <a:pt x="10206" y="70591"/>
                    <a:pt x="10454" y="70442"/>
                    <a:pt x="10678" y="70292"/>
                  </a:cubicBezTo>
                  <a:lnTo>
                    <a:pt x="11525" y="69720"/>
                  </a:lnTo>
                  <a:lnTo>
                    <a:pt x="12371" y="69272"/>
                  </a:lnTo>
                  <a:cubicBezTo>
                    <a:pt x="12670" y="69098"/>
                    <a:pt x="12993" y="68923"/>
                    <a:pt x="13292" y="68774"/>
                  </a:cubicBezTo>
                  <a:cubicBezTo>
                    <a:pt x="13541" y="68650"/>
                    <a:pt x="13815" y="68525"/>
                    <a:pt x="14113" y="68401"/>
                  </a:cubicBezTo>
                  <a:lnTo>
                    <a:pt x="15134" y="67928"/>
                  </a:lnTo>
                  <a:cubicBezTo>
                    <a:pt x="15383" y="67828"/>
                    <a:pt x="15657" y="67729"/>
                    <a:pt x="15906" y="67654"/>
                  </a:cubicBezTo>
                  <a:cubicBezTo>
                    <a:pt x="16279" y="67530"/>
                    <a:pt x="16652" y="67355"/>
                    <a:pt x="17026" y="67231"/>
                  </a:cubicBezTo>
                  <a:cubicBezTo>
                    <a:pt x="17275" y="67156"/>
                    <a:pt x="17524" y="67106"/>
                    <a:pt x="17797" y="67032"/>
                  </a:cubicBezTo>
                  <a:cubicBezTo>
                    <a:pt x="18171" y="66907"/>
                    <a:pt x="18594" y="66808"/>
                    <a:pt x="18967" y="66708"/>
                  </a:cubicBezTo>
                  <a:cubicBezTo>
                    <a:pt x="19241" y="66658"/>
                    <a:pt x="19515" y="66609"/>
                    <a:pt x="19789" y="66559"/>
                  </a:cubicBezTo>
                  <a:cubicBezTo>
                    <a:pt x="19913" y="66534"/>
                    <a:pt x="20013" y="66534"/>
                    <a:pt x="20137" y="66484"/>
                  </a:cubicBezTo>
                  <a:close/>
                  <a:moveTo>
                    <a:pt x="24941" y="66285"/>
                  </a:moveTo>
                  <a:cubicBezTo>
                    <a:pt x="26808" y="66285"/>
                    <a:pt x="28625" y="66484"/>
                    <a:pt x="30367" y="66907"/>
                  </a:cubicBezTo>
                  <a:cubicBezTo>
                    <a:pt x="30417" y="66907"/>
                    <a:pt x="30442" y="66932"/>
                    <a:pt x="30467" y="66932"/>
                  </a:cubicBezTo>
                  <a:cubicBezTo>
                    <a:pt x="30691" y="66982"/>
                    <a:pt x="30865" y="67032"/>
                    <a:pt x="31089" y="67081"/>
                  </a:cubicBezTo>
                  <a:cubicBezTo>
                    <a:pt x="31413" y="68276"/>
                    <a:pt x="31935" y="69297"/>
                    <a:pt x="32657" y="70143"/>
                  </a:cubicBezTo>
                  <a:lnTo>
                    <a:pt x="32608" y="70143"/>
                  </a:lnTo>
                  <a:cubicBezTo>
                    <a:pt x="32533" y="70093"/>
                    <a:pt x="32408" y="70093"/>
                    <a:pt x="32309" y="70068"/>
                  </a:cubicBezTo>
                  <a:cubicBezTo>
                    <a:pt x="31935" y="70019"/>
                    <a:pt x="31562" y="69969"/>
                    <a:pt x="31164" y="69944"/>
                  </a:cubicBezTo>
                  <a:cubicBezTo>
                    <a:pt x="31039" y="69944"/>
                    <a:pt x="30915" y="69919"/>
                    <a:pt x="30815" y="69919"/>
                  </a:cubicBezTo>
                  <a:cubicBezTo>
                    <a:pt x="30318" y="69894"/>
                    <a:pt x="29845" y="69844"/>
                    <a:pt x="29347" y="69844"/>
                  </a:cubicBezTo>
                  <a:cubicBezTo>
                    <a:pt x="28973" y="69844"/>
                    <a:pt x="28625" y="69844"/>
                    <a:pt x="28252" y="69894"/>
                  </a:cubicBezTo>
                  <a:cubicBezTo>
                    <a:pt x="28102" y="69894"/>
                    <a:pt x="27928" y="69919"/>
                    <a:pt x="27754" y="69919"/>
                  </a:cubicBezTo>
                  <a:cubicBezTo>
                    <a:pt x="27580" y="69919"/>
                    <a:pt x="27380" y="69944"/>
                    <a:pt x="27181" y="69944"/>
                  </a:cubicBezTo>
                  <a:lnTo>
                    <a:pt x="26509" y="70043"/>
                  </a:lnTo>
                  <a:cubicBezTo>
                    <a:pt x="26360" y="70068"/>
                    <a:pt x="26211" y="70068"/>
                    <a:pt x="26086" y="70093"/>
                  </a:cubicBezTo>
                  <a:cubicBezTo>
                    <a:pt x="25837" y="70143"/>
                    <a:pt x="25613" y="70193"/>
                    <a:pt x="25364" y="70218"/>
                  </a:cubicBezTo>
                  <a:cubicBezTo>
                    <a:pt x="25240" y="70268"/>
                    <a:pt x="25115" y="70268"/>
                    <a:pt x="24991" y="70292"/>
                  </a:cubicBezTo>
                  <a:lnTo>
                    <a:pt x="24244" y="70467"/>
                  </a:lnTo>
                  <a:cubicBezTo>
                    <a:pt x="24145" y="70492"/>
                    <a:pt x="24020" y="70541"/>
                    <a:pt x="23945" y="70541"/>
                  </a:cubicBezTo>
                  <a:cubicBezTo>
                    <a:pt x="23697" y="70591"/>
                    <a:pt x="23448" y="70691"/>
                    <a:pt x="23199" y="70740"/>
                  </a:cubicBezTo>
                  <a:cubicBezTo>
                    <a:pt x="23124" y="70790"/>
                    <a:pt x="23074" y="70790"/>
                    <a:pt x="23000" y="70815"/>
                  </a:cubicBezTo>
                  <a:cubicBezTo>
                    <a:pt x="22352" y="70218"/>
                    <a:pt x="21879" y="69571"/>
                    <a:pt x="21506" y="68849"/>
                  </a:cubicBezTo>
                  <a:cubicBezTo>
                    <a:pt x="21954" y="68027"/>
                    <a:pt x="22402" y="67181"/>
                    <a:pt x="22900" y="66360"/>
                  </a:cubicBezTo>
                  <a:lnTo>
                    <a:pt x="22950" y="66360"/>
                  </a:lnTo>
                  <a:cubicBezTo>
                    <a:pt x="23597" y="66310"/>
                    <a:pt x="24269" y="66285"/>
                    <a:pt x="24941" y="66285"/>
                  </a:cubicBezTo>
                  <a:close/>
                  <a:moveTo>
                    <a:pt x="9807" y="70790"/>
                  </a:moveTo>
                  <a:lnTo>
                    <a:pt x="9807" y="70815"/>
                  </a:lnTo>
                  <a:lnTo>
                    <a:pt x="9807" y="70840"/>
                  </a:lnTo>
                  <a:lnTo>
                    <a:pt x="9757" y="70840"/>
                  </a:lnTo>
                  <a:lnTo>
                    <a:pt x="9757" y="70815"/>
                  </a:lnTo>
                  <a:lnTo>
                    <a:pt x="9782" y="70815"/>
                  </a:lnTo>
                  <a:cubicBezTo>
                    <a:pt x="9807" y="70815"/>
                    <a:pt x="9807" y="70790"/>
                    <a:pt x="9807" y="70790"/>
                  </a:cubicBezTo>
                  <a:close/>
                  <a:moveTo>
                    <a:pt x="80100" y="70566"/>
                  </a:moveTo>
                  <a:cubicBezTo>
                    <a:pt x="80199" y="70666"/>
                    <a:pt x="80324" y="70765"/>
                    <a:pt x="80398" y="70815"/>
                  </a:cubicBezTo>
                  <a:lnTo>
                    <a:pt x="80374" y="70840"/>
                  </a:lnTo>
                  <a:cubicBezTo>
                    <a:pt x="80274" y="70765"/>
                    <a:pt x="80150" y="70666"/>
                    <a:pt x="80075" y="70591"/>
                  </a:cubicBezTo>
                  <a:lnTo>
                    <a:pt x="80100" y="70566"/>
                  </a:lnTo>
                  <a:close/>
                  <a:moveTo>
                    <a:pt x="86347" y="64219"/>
                  </a:moveTo>
                  <a:cubicBezTo>
                    <a:pt x="86372" y="64219"/>
                    <a:pt x="86372" y="64244"/>
                    <a:pt x="86422" y="64244"/>
                  </a:cubicBezTo>
                  <a:cubicBezTo>
                    <a:pt x="84630" y="66484"/>
                    <a:pt x="82738" y="68699"/>
                    <a:pt x="80747" y="70840"/>
                  </a:cubicBezTo>
                  <a:cubicBezTo>
                    <a:pt x="80722" y="70840"/>
                    <a:pt x="80722" y="70815"/>
                    <a:pt x="80697" y="70815"/>
                  </a:cubicBezTo>
                  <a:cubicBezTo>
                    <a:pt x="82688" y="68674"/>
                    <a:pt x="84580" y="66459"/>
                    <a:pt x="86347" y="64219"/>
                  </a:cubicBezTo>
                  <a:close/>
                  <a:moveTo>
                    <a:pt x="21382" y="69073"/>
                  </a:moveTo>
                  <a:cubicBezTo>
                    <a:pt x="21753" y="69716"/>
                    <a:pt x="22197" y="70334"/>
                    <a:pt x="22692" y="70904"/>
                  </a:cubicBezTo>
                  <a:lnTo>
                    <a:pt x="22692" y="70904"/>
                  </a:lnTo>
                  <a:cubicBezTo>
                    <a:pt x="22690" y="70904"/>
                    <a:pt x="22689" y="70904"/>
                    <a:pt x="22687" y="70904"/>
                  </a:cubicBezTo>
                  <a:cubicBezTo>
                    <a:pt x="22670" y="70904"/>
                    <a:pt x="22643" y="70915"/>
                    <a:pt x="22626" y="70915"/>
                  </a:cubicBezTo>
                  <a:cubicBezTo>
                    <a:pt x="22128" y="70392"/>
                    <a:pt x="21730" y="69795"/>
                    <a:pt x="21357" y="69147"/>
                  </a:cubicBezTo>
                  <a:cubicBezTo>
                    <a:pt x="21357" y="69098"/>
                    <a:pt x="21382" y="69098"/>
                    <a:pt x="21382" y="69073"/>
                  </a:cubicBezTo>
                  <a:close/>
                  <a:moveTo>
                    <a:pt x="80573" y="70940"/>
                  </a:moveTo>
                  <a:cubicBezTo>
                    <a:pt x="80598" y="70940"/>
                    <a:pt x="80598" y="70964"/>
                    <a:pt x="80622" y="70964"/>
                  </a:cubicBezTo>
                  <a:lnTo>
                    <a:pt x="80598" y="71014"/>
                  </a:lnTo>
                  <a:cubicBezTo>
                    <a:pt x="80573" y="71014"/>
                    <a:pt x="80573" y="70964"/>
                    <a:pt x="80523" y="70964"/>
                  </a:cubicBezTo>
                  <a:lnTo>
                    <a:pt x="80573" y="70940"/>
                  </a:lnTo>
                  <a:close/>
                  <a:moveTo>
                    <a:pt x="29297" y="70068"/>
                  </a:moveTo>
                  <a:cubicBezTo>
                    <a:pt x="29795" y="70068"/>
                    <a:pt x="30293" y="70093"/>
                    <a:pt x="30790" y="70143"/>
                  </a:cubicBezTo>
                  <a:cubicBezTo>
                    <a:pt x="30915" y="70143"/>
                    <a:pt x="31039" y="70168"/>
                    <a:pt x="31164" y="70168"/>
                  </a:cubicBezTo>
                  <a:cubicBezTo>
                    <a:pt x="31562" y="70193"/>
                    <a:pt x="31935" y="70268"/>
                    <a:pt x="32334" y="70317"/>
                  </a:cubicBezTo>
                  <a:cubicBezTo>
                    <a:pt x="32433" y="70342"/>
                    <a:pt x="32533" y="70342"/>
                    <a:pt x="32608" y="70392"/>
                  </a:cubicBezTo>
                  <a:cubicBezTo>
                    <a:pt x="32637" y="70347"/>
                    <a:pt x="32658" y="70338"/>
                    <a:pt x="32676" y="70338"/>
                  </a:cubicBezTo>
                  <a:cubicBezTo>
                    <a:pt x="32687" y="70338"/>
                    <a:pt x="32697" y="70342"/>
                    <a:pt x="32707" y="70342"/>
                  </a:cubicBezTo>
                  <a:cubicBezTo>
                    <a:pt x="32682" y="70392"/>
                    <a:pt x="32682" y="70392"/>
                    <a:pt x="32682" y="70417"/>
                  </a:cubicBezTo>
                  <a:cubicBezTo>
                    <a:pt x="32234" y="70317"/>
                    <a:pt x="31786" y="70268"/>
                    <a:pt x="31313" y="70218"/>
                  </a:cubicBezTo>
                  <a:cubicBezTo>
                    <a:pt x="31164" y="70218"/>
                    <a:pt x="31039" y="70193"/>
                    <a:pt x="30865" y="70193"/>
                  </a:cubicBezTo>
                  <a:cubicBezTo>
                    <a:pt x="30342" y="70168"/>
                    <a:pt x="29820" y="70143"/>
                    <a:pt x="29247" y="70143"/>
                  </a:cubicBezTo>
                  <a:lnTo>
                    <a:pt x="29197" y="70143"/>
                  </a:lnTo>
                  <a:cubicBezTo>
                    <a:pt x="28849" y="70143"/>
                    <a:pt x="28500" y="70143"/>
                    <a:pt x="28202" y="70168"/>
                  </a:cubicBezTo>
                  <a:cubicBezTo>
                    <a:pt x="27953" y="70168"/>
                    <a:pt x="27679" y="70193"/>
                    <a:pt x="27430" y="70218"/>
                  </a:cubicBezTo>
                  <a:cubicBezTo>
                    <a:pt x="27331" y="70218"/>
                    <a:pt x="27231" y="70218"/>
                    <a:pt x="27131" y="70268"/>
                  </a:cubicBezTo>
                  <a:cubicBezTo>
                    <a:pt x="26833" y="70292"/>
                    <a:pt x="26484" y="70317"/>
                    <a:pt x="26186" y="70392"/>
                  </a:cubicBezTo>
                  <a:lnTo>
                    <a:pt x="26061" y="70392"/>
                  </a:lnTo>
                  <a:cubicBezTo>
                    <a:pt x="25713" y="70442"/>
                    <a:pt x="25339" y="70516"/>
                    <a:pt x="24991" y="70566"/>
                  </a:cubicBezTo>
                  <a:cubicBezTo>
                    <a:pt x="24369" y="70691"/>
                    <a:pt x="23746" y="70840"/>
                    <a:pt x="23124" y="71039"/>
                  </a:cubicBezTo>
                  <a:lnTo>
                    <a:pt x="23099" y="71014"/>
                  </a:lnTo>
                  <a:lnTo>
                    <a:pt x="23074" y="70964"/>
                  </a:lnTo>
                  <a:cubicBezTo>
                    <a:pt x="23348" y="70890"/>
                    <a:pt x="23622" y="70815"/>
                    <a:pt x="23896" y="70716"/>
                  </a:cubicBezTo>
                  <a:cubicBezTo>
                    <a:pt x="23970" y="70716"/>
                    <a:pt x="23995" y="70691"/>
                    <a:pt x="24070" y="70691"/>
                  </a:cubicBezTo>
                  <a:cubicBezTo>
                    <a:pt x="24369" y="70641"/>
                    <a:pt x="24692" y="70541"/>
                    <a:pt x="24966" y="70467"/>
                  </a:cubicBezTo>
                  <a:cubicBezTo>
                    <a:pt x="25016" y="70467"/>
                    <a:pt x="25090" y="70442"/>
                    <a:pt x="25140" y="70442"/>
                  </a:cubicBezTo>
                  <a:cubicBezTo>
                    <a:pt x="25439" y="70392"/>
                    <a:pt x="25738" y="70317"/>
                    <a:pt x="26011" y="70292"/>
                  </a:cubicBezTo>
                  <a:cubicBezTo>
                    <a:pt x="26111" y="70268"/>
                    <a:pt x="26235" y="70268"/>
                    <a:pt x="26335" y="70268"/>
                  </a:cubicBezTo>
                  <a:cubicBezTo>
                    <a:pt x="26584" y="70218"/>
                    <a:pt x="26833" y="70193"/>
                    <a:pt x="27107" y="70168"/>
                  </a:cubicBezTo>
                  <a:cubicBezTo>
                    <a:pt x="27306" y="70143"/>
                    <a:pt x="27455" y="70143"/>
                    <a:pt x="27629" y="70143"/>
                  </a:cubicBezTo>
                  <a:cubicBezTo>
                    <a:pt x="27828" y="70143"/>
                    <a:pt x="28003" y="70093"/>
                    <a:pt x="28202" y="70093"/>
                  </a:cubicBezTo>
                  <a:cubicBezTo>
                    <a:pt x="28575" y="70068"/>
                    <a:pt x="28924" y="70068"/>
                    <a:pt x="29297" y="70068"/>
                  </a:cubicBezTo>
                  <a:close/>
                  <a:moveTo>
                    <a:pt x="22891" y="71070"/>
                  </a:moveTo>
                  <a:cubicBezTo>
                    <a:pt x="22888" y="71070"/>
                    <a:pt x="22888" y="71077"/>
                    <a:pt x="22900" y="71089"/>
                  </a:cubicBezTo>
                  <a:cubicBezTo>
                    <a:pt x="22896" y="71082"/>
                    <a:pt x="22893" y="71076"/>
                    <a:pt x="22891" y="71070"/>
                  </a:cubicBezTo>
                  <a:close/>
                  <a:moveTo>
                    <a:pt x="45377" y="70840"/>
                  </a:moveTo>
                  <a:cubicBezTo>
                    <a:pt x="45377" y="70890"/>
                    <a:pt x="45377" y="70940"/>
                    <a:pt x="45402" y="70964"/>
                  </a:cubicBezTo>
                  <a:cubicBezTo>
                    <a:pt x="45402" y="71014"/>
                    <a:pt x="45377" y="71064"/>
                    <a:pt x="45377" y="71089"/>
                  </a:cubicBezTo>
                  <a:cubicBezTo>
                    <a:pt x="45377" y="71064"/>
                    <a:pt x="45377" y="71014"/>
                    <a:pt x="45352" y="70964"/>
                  </a:cubicBezTo>
                  <a:cubicBezTo>
                    <a:pt x="45352" y="70915"/>
                    <a:pt x="45352" y="70890"/>
                    <a:pt x="45377" y="70840"/>
                  </a:cubicBezTo>
                  <a:close/>
                  <a:moveTo>
                    <a:pt x="22850" y="71039"/>
                  </a:moveTo>
                  <a:cubicBezTo>
                    <a:pt x="22871" y="71039"/>
                    <a:pt x="22875" y="71039"/>
                    <a:pt x="22891" y="71070"/>
                  </a:cubicBezTo>
                  <a:lnTo>
                    <a:pt x="22891" y="71070"/>
                  </a:lnTo>
                  <a:cubicBezTo>
                    <a:pt x="22891" y="71070"/>
                    <a:pt x="22891" y="71070"/>
                    <a:pt x="22891" y="71070"/>
                  </a:cubicBezTo>
                  <a:cubicBezTo>
                    <a:pt x="22894" y="71070"/>
                    <a:pt x="22900" y="71076"/>
                    <a:pt x="22900" y="71089"/>
                  </a:cubicBezTo>
                  <a:cubicBezTo>
                    <a:pt x="22875" y="71089"/>
                    <a:pt x="22850" y="71089"/>
                    <a:pt x="22850" y="71139"/>
                  </a:cubicBezTo>
                  <a:lnTo>
                    <a:pt x="22825" y="71089"/>
                  </a:lnTo>
                  <a:cubicBezTo>
                    <a:pt x="22825" y="71089"/>
                    <a:pt x="22776" y="71089"/>
                    <a:pt x="22776" y="71064"/>
                  </a:cubicBezTo>
                  <a:cubicBezTo>
                    <a:pt x="22825" y="71064"/>
                    <a:pt x="22825" y="71064"/>
                    <a:pt x="22825" y="71039"/>
                  </a:cubicBezTo>
                  <a:close/>
                  <a:moveTo>
                    <a:pt x="96926" y="63099"/>
                  </a:moveTo>
                  <a:cubicBezTo>
                    <a:pt x="98071" y="63248"/>
                    <a:pt x="99191" y="63348"/>
                    <a:pt x="100311" y="63373"/>
                  </a:cubicBezTo>
                  <a:cubicBezTo>
                    <a:pt x="98569" y="65986"/>
                    <a:pt x="96677" y="68575"/>
                    <a:pt x="94661" y="71139"/>
                  </a:cubicBezTo>
                  <a:cubicBezTo>
                    <a:pt x="94313" y="70765"/>
                    <a:pt x="93964" y="70417"/>
                    <a:pt x="93591" y="70068"/>
                  </a:cubicBezTo>
                  <a:cubicBezTo>
                    <a:pt x="94960" y="67729"/>
                    <a:pt x="96080" y="65364"/>
                    <a:pt x="96926" y="63099"/>
                  </a:cubicBezTo>
                  <a:close/>
                  <a:moveTo>
                    <a:pt x="38905" y="61829"/>
                  </a:moveTo>
                  <a:cubicBezTo>
                    <a:pt x="39552" y="62377"/>
                    <a:pt x="40174" y="62950"/>
                    <a:pt x="40772" y="63547"/>
                  </a:cubicBezTo>
                  <a:cubicBezTo>
                    <a:pt x="40324" y="64792"/>
                    <a:pt x="40025" y="65986"/>
                    <a:pt x="39826" y="67181"/>
                  </a:cubicBezTo>
                  <a:cubicBezTo>
                    <a:pt x="39801" y="67281"/>
                    <a:pt x="39801" y="67380"/>
                    <a:pt x="39776" y="67480"/>
                  </a:cubicBezTo>
                  <a:lnTo>
                    <a:pt x="39776" y="67579"/>
                  </a:lnTo>
                  <a:cubicBezTo>
                    <a:pt x="39751" y="67704"/>
                    <a:pt x="39751" y="67828"/>
                    <a:pt x="39751" y="67953"/>
                  </a:cubicBezTo>
                  <a:cubicBezTo>
                    <a:pt x="39751" y="68077"/>
                    <a:pt x="39701" y="68226"/>
                    <a:pt x="39701" y="68351"/>
                  </a:cubicBezTo>
                  <a:cubicBezTo>
                    <a:pt x="39677" y="68575"/>
                    <a:pt x="39677" y="68799"/>
                    <a:pt x="39677" y="69023"/>
                  </a:cubicBezTo>
                  <a:lnTo>
                    <a:pt x="39677" y="69098"/>
                  </a:lnTo>
                  <a:lnTo>
                    <a:pt x="39677" y="69197"/>
                  </a:lnTo>
                  <a:lnTo>
                    <a:pt x="39677" y="69695"/>
                  </a:lnTo>
                  <a:cubicBezTo>
                    <a:pt x="39677" y="69844"/>
                    <a:pt x="39677" y="70043"/>
                    <a:pt x="39701" y="70193"/>
                  </a:cubicBezTo>
                  <a:cubicBezTo>
                    <a:pt x="39701" y="70292"/>
                    <a:pt x="39701" y="70392"/>
                    <a:pt x="39751" y="70442"/>
                  </a:cubicBezTo>
                  <a:lnTo>
                    <a:pt x="39751" y="70566"/>
                  </a:lnTo>
                  <a:lnTo>
                    <a:pt x="39751" y="70591"/>
                  </a:lnTo>
                  <a:cubicBezTo>
                    <a:pt x="39776" y="70765"/>
                    <a:pt x="39776" y="70890"/>
                    <a:pt x="39801" y="71039"/>
                  </a:cubicBezTo>
                  <a:cubicBezTo>
                    <a:pt x="39801" y="71089"/>
                    <a:pt x="39826" y="71164"/>
                    <a:pt x="39826" y="71213"/>
                  </a:cubicBezTo>
                  <a:lnTo>
                    <a:pt x="39776" y="71164"/>
                  </a:lnTo>
                  <a:lnTo>
                    <a:pt x="39776" y="71188"/>
                  </a:lnTo>
                  <a:lnTo>
                    <a:pt x="39701" y="71139"/>
                  </a:lnTo>
                  <a:cubicBezTo>
                    <a:pt x="39627" y="71039"/>
                    <a:pt x="39502" y="70940"/>
                    <a:pt x="39403" y="70840"/>
                  </a:cubicBezTo>
                  <a:cubicBezTo>
                    <a:pt x="39278" y="70716"/>
                    <a:pt x="39129" y="70591"/>
                    <a:pt x="39005" y="70516"/>
                  </a:cubicBezTo>
                  <a:cubicBezTo>
                    <a:pt x="38880" y="70417"/>
                    <a:pt x="38756" y="70292"/>
                    <a:pt x="38581" y="70193"/>
                  </a:cubicBezTo>
                  <a:lnTo>
                    <a:pt x="38208" y="69919"/>
                  </a:lnTo>
                  <a:cubicBezTo>
                    <a:pt x="38059" y="69795"/>
                    <a:pt x="37909" y="69695"/>
                    <a:pt x="37760" y="69571"/>
                  </a:cubicBezTo>
                  <a:cubicBezTo>
                    <a:pt x="37660" y="69521"/>
                    <a:pt x="37536" y="69421"/>
                    <a:pt x="37436" y="69347"/>
                  </a:cubicBezTo>
                  <a:cubicBezTo>
                    <a:pt x="37262" y="69222"/>
                    <a:pt x="37063" y="69098"/>
                    <a:pt x="36889" y="69023"/>
                  </a:cubicBezTo>
                  <a:cubicBezTo>
                    <a:pt x="36789" y="68948"/>
                    <a:pt x="36690" y="68899"/>
                    <a:pt x="36590" y="68849"/>
                  </a:cubicBezTo>
                  <a:cubicBezTo>
                    <a:pt x="36391" y="68724"/>
                    <a:pt x="36192" y="68600"/>
                    <a:pt x="35968" y="68475"/>
                  </a:cubicBezTo>
                  <a:cubicBezTo>
                    <a:pt x="35918" y="68450"/>
                    <a:pt x="35818" y="68401"/>
                    <a:pt x="35769" y="68351"/>
                  </a:cubicBezTo>
                  <a:cubicBezTo>
                    <a:pt x="35545" y="68226"/>
                    <a:pt x="35296" y="68102"/>
                    <a:pt x="35072" y="68027"/>
                  </a:cubicBezTo>
                  <a:lnTo>
                    <a:pt x="34898" y="67928"/>
                  </a:lnTo>
                  <a:cubicBezTo>
                    <a:pt x="34823" y="67903"/>
                    <a:pt x="34773" y="67853"/>
                    <a:pt x="34673" y="67828"/>
                  </a:cubicBezTo>
                  <a:cubicBezTo>
                    <a:pt x="36018" y="65862"/>
                    <a:pt x="37412" y="63846"/>
                    <a:pt x="38905" y="61829"/>
                  </a:cubicBezTo>
                  <a:close/>
                  <a:moveTo>
                    <a:pt x="52272" y="66733"/>
                  </a:moveTo>
                  <a:lnTo>
                    <a:pt x="52272" y="66808"/>
                  </a:lnTo>
                  <a:lnTo>
                    <a:pt x="52197" y="67181"/>
                  </a:lnTo>
                  <a:lnTo>
                    <a:pt x="52197" y="67281"/>
                  </a:lnTo>
                  <a:cubicBezTo>
                    <a:pt x="52197" y="67405"/>
                    <a:pt x="52147" y="67530"/>
                    <a:pt x="52147" y="67679"/>
                  </a:cubicBezTo>
                  <a:lnTo>
                    <a:pt x="52147" y="67803"/>
                  </a:lnTo>
                  <a:lnTo>
                    <a:pt x="52147" y="68226"/>
                  </a:lnTo>
                  <a:cubicBezTo>
                    <a:pt x="52147" y="68301"/>
                    <a:pt x="52147" y="68351"/>
                    <a:pt x="52197" y="68426"/>
                  </a:cubicBezTo>
                  <a:cubicBezTo>
                    <a:pt x="52197" y="68575"/>
                    <a:pt x="52222" y="68699"/>
                    <a:pt x="52247" y="68849"/>
                  </a:cubicBezTo>
                  <a:lnTo>
                    <a:pt x="52247" y="68948"/>
                  </a:lnTo>
                  <a:cubicBezTo>
                    <a:pt x="50579" y="69894"/>
                    <a:pt x="48886" y="70666"/>
                    <a:pt x="47268" y="71263"/>
                  </a:cubicBezTo>
                  <a:cubicBezTo>
                    <a:pt x="47468" y="70940"/>
                    <a:pt x="47617" y="70666"/>
                    <a:pt x="47741" y="70442"/>
                  </a:cubicBezTo>
                  <a:cubicBezTo>
                    <a:pt x="47841" y="70317"/>
                    <a:pt x="47891" y="70168"/>
                    <a:pt x="47990" y="70019"/>
                  </a:cubicBezTo>
                  <a:cubicBezTo>
                    <a:pt x="48015" y="69944"/>
                    <a:pt x="48090" y="69894"/>
                    <a:pt x="48115" y="69819"/>
                  </a:cubicBezTo>
                  <a:cubicBezTo>
                    <a:pt x="48214" y="69645"/>
                    <a:pt x="48339" y="69421"/>
                    <a:pt x="48488" y="69147"/>
                  </a:cubicBezTo>
                  <a:cubicBezTo>
                    <a:pt x="49110" y="68799"/>
                    <a:pt x="49708" y="68401"/>
                    <a:pt x="50330" y="68027"/>
                  </a:cubicBezTo>
                  <a:cubicBezTo>
                    <a:pt x="50479" y="67928"/>
                    <a:pt x="50654" y="67803"/>
                    <a:pt x="50878" y="67679"/>
                  </a:cubicBezTo>
                  <a:cubicBezTo>
                    <a:pt x="51127" y="67530"/>
                    <a:pt x="51450" y="67330"/>
                    <a:pt x="51724" y="67106"/>
                  </a:cubicBezTo>
                  <a:lnTo>
                    <a:pt x="52272" y="66733"/>
                  </a:lnTo>
                  <a:close/>
                  <a:moveTo>
                    <a:pt x="48090" y="69347"/>
                  </a:moveTo>
                  <a:lnTo>
                    <a:pt x="48090" y="69347"/>
                  </a:lnTo>
                  <a:cubicBezTo>
                    <a:pt x="47990" y="69471"/>
                    <a:pt x="47916" y="69645"/>
                    <a:pt x="47841" y="69770"/>
                  </a:cubicBezTo>
                  <a:cubicBezTo>
                    <a:pt x="47841" y="69787"/>
                    <a:pt x="47841" y="69805"/>
                    <a:pt x="47823" y="69805"/>
                  </a:cubicBezTo>
                  <a:cubicBezTo>
                    <a:pt x="47816" y="69805"/>
                    <a:pt x="47806" y="69802"/>
                    <a:pt x="47791" y="69795"/>
                  </a:cubicBezTo>
                  <a:lnTo>
                    <a:pt x="47791" y="69795"/>
                  </a:lnTo>
                  <a:cubicBezTo>
                    <a:pt x="47841" y="69819"/>
                    <a:pt x="47766" y="69919"/>
                    <a:pt x="47667" y="70068"/>
                  </a:cubicBezTo>
                  <a:cubicBezTo>
                    <a:pt x="47418" y="70467"/>
                    <a:pt x="47219" y="70890"/>
                    <a:pt x="46970" y="71288"/>
                  </a:cubicBezTo>
                  <a:cubicBezTo>
                    <a:pt x="47144" y="70915"/>
                    <a:pt x="47343" y="70591"/>
                    <a:pt x="47468" y="70342"/>
                  </a:cubicBezTo>
                  <a:cubicBezTo>
                    <a:pt x="47542" y="70193"/>
                    <a:pt x="47617" y="70043"/>
                    <a:pt x="47716" y="69894"/>
                  </a:cubicBezTo>
                  <a:cubicBezTo>
                    <a:pt x="47766" y="69844"/>
                    <a:pt x="47766" y="69819"/>
                    <a:pt x="47791" y="69795"/>
                  </a:cubicBezTo>
                  <a:lnTo>
                    <a:pt x="47791" y="69795"/>
                  </a:lnTo>
                  <a:cubicBezTo>
                    <a:pt x="47791" y="69795"/>
                    <a:pt x="47791" y="69795"/>
                    <a:pt x="47791" y="69795"/>
                  </a:cubicBezTo>
                  <a:cubicBezTo>
                    <a:pt x="47866" y="69670"/>
                    <a:pt x="47965" y="69546"/>
                    <a:pt x="48040" y="69396"/>
                  </a:cubicBezTo>
                  <a:lnTo>
                    <a:pt x="48090" y="69347"/>
                  </a:lnTo>
                  <a:close/>
                  <a:moveTo>
                    <a:pt x="100635" y="63348"/>
                  </a:moveTo>
                  <a:cubicBezTo>
                    <a:pt x="98868" y="66036"/>
                    <a:pt x="96926" y="68674"/>
                    <a:pt x="94835" y="71288"/>
                  </a:cubicBezTo>
                  <a:lnTo>
                    <a:pt x="94810" y="71263"/>
                  </a:lnTo>
                  <a:cubicBezTo>
                    <a:pt x="96876" y="68674"/>
                    <a:pt x="98793" y="66036"/>
                    <a:pt x="100560" y="63348"/>
                  </a:cubicBezTo>
                  <a:close/>
                  <a:moveTo>
                    <a:pt x="93516" y="70218"/>
                  </a:moveTo>
                  <a:lnTo>
                    <a:pt x="94537" y="71263"/>
                  </a:lnTo>
                  <a:cubicBezTo>
                    <a:pt x="94537" y="71288"/>
                    <a:pt x="94512" y="71288"/>
                    <a:pt x="94512" y="71313"/>
                  </a:cubicBezTo>
                  <a:lnTo>
                    <a:pt x="93466" y="70292"/>
                  </a:lnTo>
                  <a:cubicBezTo>
                    <a:pt x="93466" y="70268"/>
                    <a:pt x="93516" y="70218"/>
                    <a:pt x="93516" y="70218"/>
                  </a:cubicBezTo>
                  <a:close/>
                  <a:moveTo>
                    <a:pt x="44406" y="68774"/>
                  </a:moveTo>
                  <a:cubicBezTo>
                    <a:pt x="44655" y="69297"/>
                    <a:pt x="44854" y="69844"/>
                    <a:pt x="45003" y="70417"/>
                  </a:cubicBezTo>
                  <a:cubicBezTo>
                    <a:pt x="44729" y="70541"/>
                    <a:pt x="44431" y="70666"/>
                    <a:pt x="44132" y="70815"/>
                  </a:cubicBezTo>
                  <a:cubicBezTo>
                    <a:pt x="44008" y="70890"/>
                    <a:pt x="43908" y="70915"/>
                    <a:pt x="43784" y="70964"/>
                  </a:cubicBezTo>
                  <a:cubicBezTo>
                    <a:pt x="43759" y="71014"/>
                    <a:pt x="43684" y="71014"/>
                    <a:pt x="43659" y="71039"/>
                  </a:cubicBezTo>
                  <a:cubicBezTo>
                    <a:pt x="43360" y="71164"/>
                    <a:pt x="43037" y="71288"/>
                    <a:pt x="42763" y="71388"/>
                  </a:cubicBezTo>
                  <a:lnTo>
                    <a:pt x="42763" y="71338"/>
                  </a:lnTo>
                  <a:cubicBezTo>
                    <a:pt x="42888" y="71164"/>
                    <a:pt x="43012" y="70940"/>
                    <a:pt x="43136" y="70765"/>
                  </a:cubicBezTo>
                  <a:cubicBezTo>
                    <a:pt x="43161" y="70716"/>
                    <a:pt x="43186" y="70691"/>
                    <a:pt x="43186" y="70641"/>
                  </a:cubicBezTo>
                  <a:cubicBezTo>
                    <a:pt x="43560" y="70019"/>
                    <a:pt x="43958" y="69396"/>
                    <a:pt x="44406" y="68774"/>
                  </a:cubicBezTo>
                  <a:close/>
                  <a:moveTo>
                    <a:pt x="44297" y="68488"/>
                  </a:moveTo>
                  <a:cubicBezTo>
                    <a:pt x="44300" y="68488"/>
                    <a:pt x="44306" y="68500"/>
                    <a:pt x="44306" y="68525"/>
                  </a:cubicBezTo>
                  <a:lnTo>
                    <a:pt x="44306" y="68550"/>
                  </a:lnTo>
                  <a:cubicBezTo>
                    <a:pt x="43673" y="69499"/>
                    <a:pt x="43064" y="70472"/>
                    <a:pt x="42479" y="71400"/>
                  </a:cubicBezTo>
                  <a:lnTo>
                    <a:pt x="42479" y="71400"/>
                  </a:lnTo>
                  <a:cubicBezTo>
                    <a:pt x="43057" y="70395"/>
                    <a:pt x="43658" y="69437"/>
                    <a:pt x="44306" y="68525"/>
                  </a:cubicBezTo>
                  <a:cubicBezTo>
                    <a:pt x="44294" y="68500"/>
                    <a:pt x="44294" y="68488"/>
                    <a:pt x="44297" y="68488"/>
                  </a:cubicBezTo>
                  <a:close/>
                  <a:moveTo>
                    <a:pt x="67132" y="57822"/>
                  </a:moveTo>
                  <a:cubicBezTo>
                    <a:pt x="68127" y="59315"/>
                    <a:pt x="69571" y="61108"/>
                    <a:pt x="71512" y="63124"/>
                  </a:cubicBezTo>
                  <a:cubicBezTo>
                    <a:pt x="71015" y="63721"/>
                    <a:pt x="70517" y="64319"/>
                    <a:pt x="69994" y="64891"/>
                  </a:cubicBezTo>
                  <a:cubicBezTo>
                    <a:pt x="69944" y="64941"/>
                    <a:pt x="69919" y="64966"/>
                    <a:pt x="69894" y="65040"/>
                  </a:cubicBezTo>
                  <a:lnTo>
                    <a:pt x="69795" y="65115"/>
                  </a:lnTo>
                  <a:cubicBezTo>
                    <a:pt x="69297" y="65663"/>
                    <a:pt x="68799" y="66185"/>
                    <a:pt x="68276" y="66708"/>
                  </a:cubicBezTo>
                  <a:cubicBezTo>
                    <a:pt x="68003" y="66982"/>
                    <a:pt x="67704" y="67281"/>
                    <a:pt x="67405" y="67554"/>
                  </a:cubicBezTo>
                  <a:lnTo>
                    <a:pt x="67306" y="67654"/>
                  </a:lnTo>
                  <a:cubicBezTo>
                    <a:pt x="67281" y="67679"/>
                    <a:pt x="67256" y="67704"/>
                    <a:pt x="67206" y="67704"/>
                  </a:cubicBezTo>
                  <a:cubicBezTo>
                    <a:pt x="67156" y="67754"/>
                    <a:pt x="67057" y="67828"/>
                    <a:pt x="67007" y="67878"/>
                  </a:cubicBezTo>
                  <a:cubicBezTo>
                    <a:pt x="66833" y="68002"/>
                    <a:pt x="66708" y="68152"/>
                    <a:pt x="66559" y="68301"/>
                  </a:cubicBezTo>
                  <a:cubicBezTo>
                    <a:pt x="66459" y="68351"/>
                    <a:pt x="66410" y="68450"/>
                    <a:pt x="66310" y="68500"/>
                  </a:cubicBezTo>
                  <a:lnTo>
                    <a:pt x="65762" y="68973"/>
                  </a:lnTo>
                  <a:cubicBezTo>
                    <a:pt x="65638" y="69073"/>
                    <a:pt x="65514" y="69197"/>
                    <a:pt x="65414" y="69297"/>
                  </a:cubicBezTo>
                  <a:cubicBezTo>
                    <a:pt x="65314" y="69396"/>
                    <a:pt x="65190" y="69471"/>
                    <a:pt x="65090" y="69546"/>
                  </a:cubicBezTo>
                  <a:cubicBezTo>
                    <a:pt x="65041" y="69595"/>
                    <a:pt x="64966" y="69645"/>
                    <a:pt x="64916" y="69695"/>
                  </a:cubicBezTo>
                  <a:cubicBezTo>
                    <a:pt x="64767" y="69819"/>
                    <a:pt x="64642" y="69944"/>
                    <a:pt x="64468" y="70043"/>
                  </a:cubicBezTo>
                  <a:cubicBezTo>
                    <a:pt x="64393" y="70143"/>
                    <a:pt x="64294" y="70193"/>
                    <a:pt x="64169" y="70243"/>
                  </a:cubicBezTo>
                  <a:cubicBezTo>
                    <a:pt x="64145" y="70292"/>
                    <a:pt x="64070" y="70317"/>
                    <a:pt x="64045" y="70342"/>
                  </a:cubicBezTo>
                  <a:cubicBezTo>
                    <a:pt x="63896" y="70467"/>
                    <a:pt x="63771" y="70566"/>
                    <a:pt x="63597" y="70691"/>
                  </a:cubicBezTo>
                  <a:cubicBezTo>
                    <a:pt x="63572" y="70716"/>
                    <a:pt x="63547" y="70716"/>
                    <a:pt x="63522" y="70740"/>
                  </a:cubicBezTo>
                  <a:cubicBezTo>
                    <a:pt x="63473" y="70740"/>
                    <a:pt x="63473" y="70790"/>
                    <a:pt x="63448" y="70790"/>
                  </a:cubicBezTo>
                  <a:lnTo>
                    <a:pt x="63074" y="71064"/>
                  </a:lnTo>
                  <a:cubicBezTo>
                    <a:pt x="62950" y="71188"/>
                    <a:pt x="62825" y="71313"/>
                    <a:pt x="62676" y="71437"/>
                  </a:cubicBezTo>
                  <a:lnTo>
                    <a:pt x="62477" y="71263"/>
                  </a:lnTo>
                  <a:lnTo>
                    <a:pt x="61979" y="70765"/>
                  </a:lnTo>
                  <a:lnTo>
                    <a:pt x="61805" y="70566"/>
                  </a:lnTo>
                  <a:lnTo>
                    <a:pt x="61307" y="70068"/>
                  </a:lnTo>
                  <a:cubicBezTo>
                    <a:pt x="61232" y="70019"/>
                    <a:pt x="61183" y="69969"/>
                    <a:pt x="61133" y="69919"/>
                  </a:cubicBezTo>
                  <a:cubicBezTo>
                    <a:pt x="60959" y="69770"/>
                    <a:pt x="60809" y="69595"/>
                    <a:pt x="60610" y="69446"/>
                  </a:cubicBezTo>
                  <a:lnTo>
                    <a:pt x="60486" y="69322"/>
                  </a:lnTo>
                  <a:cubicBezTo>
                    <a:pt x="60311" y="69172"/>
                    <a:pt x="60112" y="69023"/>
                    <a:pt x="59963" y="68849"/>
                  </a:cubicBezTo>
                  <a:cubicBezTo>
                    <a:pt x="59938" y="68824"/>
                    <a:pt x="59913" y="68799"/>
                    <a:pt x="59863" y="68799"/>
                  </a:cubicBezTo>
                  <a:cubicBezTo>
                    <a:pt x="59689" y="68650"/>
                    <a:pt x="59490" y="68450"/>
                    <a:pt x="59316" y="68301"/>
                  </a:cubicBezTo>
                  <a:lnTo>
                    <a:pt x="59266" y="68276"/>
                  </a:lnTo>
                  <a:cubicBezTo>
                    <a:pt x="58644" y="67729"/>
                    <a:pt x="58071" y="67305"/>
                    <a:pt x="57499" y="66932"/>
                  </a:cubicBezTo>
                  <a:cubicBezTo>
                    <a:pt x="57698" y="66783"/>
                    <a:pt x="57872" y="66609"/>
                    <a:pt x="58096" y="66434"/>
                  </a:cubicBezTo>
                  <a:cubicBezTo>
                    <a:pt x="58196" y="66335"/>
                    <a:pt x="58320" y="66285"/>
                    <a:pt x="58395" y="66185"/>
                  </a:cubicBezTo>
                  <a:cubicBezTo>
                    <a:pt x="58469" y="66111"/>
                    <a:pt x="58519" y="66061"/>
                    <a:pt x="58594" y="66036"/>
                  </a:cubicBezTo>
                  <a:cubicBezTo>
                    <a:pt x="59017" y="65663"/>
                    <a:pt x="59440" y="65314"/>
                    <a:pt x="59863" y="64941"/>
                  </a:cubicBezTo>
                  <a:cubicBezTo>
                    <a:pt x="59963" y="64841"/>
                    <a:pt x="60062" y="64742"/>
                    <a:pt x="60187" y="64692"/>
                  </a:cubicBezTo>
                  <a:lnTo>
                    <a:pt x="60212" y="64667"/>
                  </a:lnTo>
                  <a:cubicBezTo>
                    <a:pt x="61307" y="63671"/>
                    <a:pt x="62402" y="62676"/>
                    <a:pt x="63448" y="61630"/>
                  </a:cubicBezTo>
                  <a:lnTo>
                    <a:pt x="63473" y="61605"/>
                  </a:lnTo>
                  <a:lnTo>
                    <a:pt x="64966" y="60112"/>
                  </a:lnTo>
                  <a:cubicBezTo>
                    <a:pt x="65066" y="60012"/>
                    <a:pt x="65140" y="59938"/>
                    <a:pt x="65215" y="59863"/>
                  </a:cubicBezTo>
                  <a:cubicBezTo>
                    <a:pt x="65663" y="59440"/>
                    <a:pt x="66061" y="58967"/>
                    <a:pt x="66509" y="58519"/>
                  </a:cubicBezTo>
                  <a:cubicBezTo>
                    <a:pt x="66559" y="58444"/>
                    <a:pt x="66659" y="58370"/>
                    <a:pt x="66708" y="58270"/>
                  </a:cubicBezTo>
                  <a:cubicBezTo>
                    <a:pt x="66833" y="58121"/>
                    <a:pt x="67007" y="57971"/>
                    <a:pt x="67132" y="57822"/>
                  </a:cubicBezTo>
                  <a:close/>
                  <a:moveTo>
                    <a:pt x="9285" y="69670"/>
                  </a:moveTo>
                  <a:cubicBezTo>
                    <a:pt x="9384" y="70043"/>
                    <a:pt x="9459" y="70417"/>
                    <a:pt x="9533" y="70765"/>
                  </a:cubicBezTo>
                  <a:cubicBezTo>
                    <a:pt x="9409" y="70840"/>
                    <a:pt x="9260" y="70964"/>
                    <a:pt x="9135" y="71064"/>
                  </a:cubicBezTo>
                  <a:cubicBezTo>
                    <a:pt x="8961" y="71188"/>
                    <a:pt x="8812" y="71313"/>
                    <a:pt x="8662" y="71413"/>
                  </a:cubicBezTo>
                  <a:cubicBezTo>
                    <a:pt x="8637" y="71437"/>
                    <a:pt x="8588" y="71437"/>
                    <a:pt x="8563" y="71462"/>
                  </a:cubicBezTo>
                  <a:cubicBezTo>
                    <a:pt x="8787" y="70865"/>
                    <a:pt x="9036" y="70243"/>
                    <a:pt x="9285" y="69670"/>
                  </a:cubicBezTo>
                  <a:close/>
                  <a:moveTo>
                    <a:pt x="57349" y="67057"/>
                  </a:moveTo>
                  <a:cubicBezTo>
                    <a:pt x="58320" y="67679"/>
                    <a:pt x="59341" y="68525"/>
                    <a:pt x="60461" y="69546"/>
                  </a:cubicBezTo>
                  <a:lnTo>
                    <a:pt x="60486" y="69571"/>
                  </a:lnTo>
                  <a:cubicBezTo>
                    <a:pt x="60685" y="69770"/>
                    <a:pt x="60909" y="69944"/>
                    <a:pt x="61083" y="70143"/>
                  </a:cubicBezTo>
                  <a:lnTo>
                    <a:pt x="61183" y="70218"/>
                  </a:lnTo>
                  <a:cubicBezTo>
                    <a:pt x="61357" y="70417"/>
                    <a:pt x="61556" y="70566"/>
                    <a:pt x="61730" y="70765"/>
                  </a:cubicBezTo>
                  <a:lnTo>
                    <a:pt x="61904" y="70915"/>
                  </a:lnTo>
                  <a:cubicBezTo>
                    <a:pt x="62079" y="71089"/>
                    <a:pt x="62228" y="71288"/>
                    <a:pt x="62427" y="71437"/>
                  </a:cubicBezTo>
                  <a:lnTo>
                    <a:pt x="62527" y="71537"/>
                  </a:lnTo>
                  <a:cubicBezTo>
                    <a:pt x="62477" y="71562"/>
                    <a:pt x="62477" y="71562"/>
                    <a:pt x="62452" y="71562"/>
                  </a:cubicBezTo>
                  <a:lnTo>
                    <a:pt x="61979" y="71089"/>
                  </a:lnTo>
                  <a:lnTo>
                    <a:pt x="61855" y="70964"/>
                  </a:lnTo>
                  <a:lnTo>
                    <a:pt x="61606" y="70716"/>
                  </a:lnTo>
                  <a:cubicBezTo>
                    <a:pt x="60013" y="69172"/>
                    <a:pt x="58594" y="67953"/>
                    <a:pt x="57300" y="67081"/>
                  </a:cubicBezTo>
                  <a:cubicBezTo>
                    <a:pt x="57324" y="67081"/>
                    <a:pt x="57324" y="67057"/>
                    <a:pt x="57349" y="67057"/>
                  </a:cubicBezTo>
                  <a:close/>
                  <a:moveTo>
                    <a:pt x="52247" y="69172"/>
                  </a:moveTo>
                  <a:lnTo>
                    <a:pt x="52247" y="69222"/>
                  </a:lnTo>
                  <a:cubicBezTo>
                    <a:pt x="50507" y="70191"/>
                    <a:pt x="48768" y="70986"/>
                    <a:pt x="47054" y="71583"/>
                  </a:cubicBezTo>
                  <a:lnTo>
                    <a:pt x="47054" y="71583"/>
                  </a:lnTo>
                  <a:cubicBezTo>
                    <a:pt x="47119" y="71560"/>
                    <a:pt x="47119" y="71537"/>
                    <a:pt x="47119" y="71537"/>
                  </a:cubicBezTo>
                  <a:cubicBezTo>
                    <a:pt x="48787" y="70940"/>
                    <a:pt x="50504" y="70168"/>
                    <a:pt x="52247" y="69172"/>
                  </a:cubicBezTo>
                  <a:close/>
                  <a:moveTo>
                    <a:pt x="39985" y="67375"/>
                  </a:moveTo>
                  <a:cubicBezTo>
                    <a:pt x="39970" y="67487"/>
                    <a:pt x="39958" y="67596"/>
                    <a:pt x="39950" y="67704"/>
                  </a:cubicBezTo>
                  <a:lnTo>
                    <a:pt x="39950" y="67803"/>
                  </a:lnTo>
                  <a:cubicBezTo>
                    <a:pt x="39950" y="67928"/>
                    <a:pt x="39926" y="68027"/>
                    <a:pt x="39926" y="68152"/>
                  </a:cubicBezTo>
                  <a:cubicBezTo>
                    <a:pt x="39901" y="68351"/>
                    <a:pt x="39901" y="68575"/>
                    <a:pt x="39851" y="68774"/>
                  </a:cubicBezTo>
                  <a:lnTo>
                    <a:pt x="39851" y="68824"/>
                  </a:lnTo>
                  <a:cubicBezTo>
                    <a:pt x="39851" y="68899"/>
                    <a:pt x="39851" y="68973"/>
                    <a:pt x="39826" y="69048"/>
                  </a:cubicBezTo>
                  <a:cubicBezTo>
                    <a:pt x="39901" y="69073"/>
                    <a:pt x="39901" y="69098"/>
                    <a:pt x="39901" y="69098"/>
                  </a:cubicBezTo>
                  <a:lnTo>
                    <a:pt x="39901" y="69446"/>
                  </a:lnTo>
                  <a:lnTo>
                    <a:pt x="39901" y="69595"/>
                  </a:lnTo>
                  <a:lnTo>
                    <a:pt x="39901" y="69844"/>
                  </a:lnTo>
                  <a:cubicBezTo>
                    <a:pt x="39901" y="70043"/>
                    <a:pt x="39926" y="70193"/>
                    <a:pt x="39926" y="70342"/>
                  </a:cubicBezTo>
                  <a:lnTo>
                    <a:pt x="39926" y="70442"/>
                  </a:lnTo>
                  <a:lnTo>
                    <a:pt x="39926" y="70566"/>
                  </a:lnTo>
                  <a:cubicBezTo>
                    <a:pt x="39926" y="70666"/>
                    <a:pt x="39950" y="70765"/>
                    <a:pt x="39950" y="70890"/>
                  </a:cubicBezTo>
                  <a:lnTo>
                    <a:pt x="39950" y="70964"/>
                  </a:lnTo>
                  <a:cubicBezTo>
                    <a:pt x="39950" y="71064"/>
                    <a:pt x="40000" y="71188"/>
                    <a:pt x="40000" y="71288"/>
                  </a:cubicBezTo>
                  <a:cubicBezTo>
                    <a:pt x="40000" y="71338"/>
                    <a:pt x="40025" y="71413"/>
                    <a:pt x="40025" y="71437"/>
                  </a:cubicBezTo>
                  <a:cubicBezTo>
                    <a:pt x="40025" y="71512"/>
                    <a:pt x="40050" y="71537"/>
                    <a:pt x="40050" y="71587"/>
                  </a:cubicBezTo>
                  <a:lnTo>
                    <a:pt x="40050" y="71637"/>
                  </a:lnTo>
                  <a:lnTo>
                    <a:pt x="40025" y="71587"/>
                  </a:lnTo>
                  <a:lnTo>
                    <a:pt x="40000" y="71562"/>
                  </a:lnTo>
                  <a:cubicBezTo>
                    <a:pt x="40000" y="71537"/>
                    <a:pt x="40000" y="71512"/>
                    <a:pt x="39950" y="71462"/>
                  </a:cubicBezTo>
                  <a:lnTo>
                    <a:pt x="39950" y="71413"/>
                  </a:lnTo>
                  <a:cubicBezTo>
                    <a:pt x="39926" y="71313"/>
                    <a:pt x="39926" y="71213"/>
                    <a:pt x="39901" y="71089"/>
                  </a:cubicBezTo>
                  <a:lnTo>
                    <a:pt x="39901" y="71064"/>
                  </a:lnTo>
                  <a:cubicBezTo>
                    <a:pt x="39901" y="70964"/>
                    <a:pt x="39876" y="70840"/>
                    <a:pt x="39876" y="70765"/>
                  </a:cubicBezTo>
                  <a:cubicBezTo>
                    <a:pt x="39876" y="70641"/>
                    <a:pt x="39826" y="70516"/>
                    <a:pt x="39826" y="70392"/>
                  </a:cubicBezTo>
                  <a:cubicBezTo>
                    <a:pt x="39826" y="70268"/>
                    <a:pt x="39801" y="70168"/>
                    <a:pt x="39801" y="70043"/>
                  </a:cubicBezTo>
                  <a:lnTo>
                    <a:pt x="39801" y="69894"/>
                  </a:lnTo>
                  <a:lnTo>
                    <a:pt x="39801" y="69670"/>
                  </a:lnTo>
                  <a:lnTo>
                    <a:pt x="39801" y="69297"/>
                  </a:lnTo>
                  <a:lnTo>
                    <a:pt x="39801" y="69073"/>
                  </a:lnTo>
                  <a:lnTo>
                    <a:pt x="39801" y="68899"/>
                  </a:lnTo>
                  <a:cubicBezTo>
                    <a:pt x="39801" y="68774"/>
                    <a:pt x="39801" y="68650"/>
                    <a:pt x="39826" y="68475"/>
                  </a:cubicBezTo>
                  <a:cubicBezTo>
                    <a:pt x="39826" y="68351"/>
                    <a:pt x="39876" y="68226"/>
                    <a:pt x="39876" y="68102"/>
                  </a:cubicBezTo>
                  <a:cubicBezTo>
                    <a:pt x="39876" y="67953"/>
                    <a:pt x="39901" y="67828"/>
                    <a:pt x="39926" y="67679"/>
                  </a:cubicBezTo>
                  <a:cubicBezTo>
                    <a:pt x="39926" y="67604"/>
                    <a:pt x="39926" y="67579"/>
                    <a:pt x="39950" y="67530"/>
                  </a:cubicBezTo>
                  <a:cubicBezTo>
                    <a:pt x="39950" y="67482"/>
                    <a:pt x="39971" y="67424"/>
                    <a:pt x="39985" y="67375"/>
                  </a:cubicBezTo>
                  <a:close/>
                  <a:moveTo>
                    <a:pt x="71512" y="63323"/>
                  </a:moveTo>
                  <a:lnTo>
                    <a:pt x="71537" y="63348"/>
                  </a:lnTo>
                  <a:cubicBezTo>
                    <a:pt x="71388" y="63572"/>
                    <a:pt x="71239" y="63746"/>
                    <a:pt x="71039" y="63970"/>
                  </a:cubicBezTo>
                  <a:cubicBezTo>
                    <a:pt x="71015" y="63995"/>
                    <a:pt x="70990" y="64070"/>
                    <a:pt x="70915" y="64095"/>
                  </a:cubicBezTo>
                  <a:cubicBezTo>
                    <a:pt x="70691" y="64343"/>
                    <a:pt x="70442" y="64617"/>
                    <a:pt x="70243" y="64866"/>
                  </a:cubicBezTo>
                  <a:cubicBezTo>
                    <a:pt x="69994" y="65165"/>
                    <a:pt x="69770" y="65414"/>
                    <a:pt x="69521" y="65688"/>
                  </a:cubicBezTo>
                  <a:lnTo>
                    <a:pt x="69397" y="65812"/>
                  </a:lnTo>
                  <a:cubicBezTo>
                    <a:pt x="69148" y="66061"/>
                    <a:pt x="68899" y="66310"/>
                    <a:pt x="68650" y="66584"/>
                  </a:cubicBezTo>
                  <a:cubicBezTo>
                    <a:pt x="68401" y="66833"/>
                    <a:pt x="68152" y="67106"/>
                    <a:pt x="67903" y="67355"/>
                  </a:cubicBezTo>
                  <a:lnTo>
                    <a:pt x="67804" y="67455"/>
                  </a:lnTo>
                  <a:cubicBezTo>
                    <a:pt x="67530" y="67729"/>
                    <a:pt x="67256" y="67978"/>
                    <a:pt x="66957" y="68226"/>
                  </a:cubicBezTo>
                  <a:cubicBezTo>
                    <a:pt x="66708" y="68475"/>
                    <a:pt x="66435" y="68724"/>
                    <a:pt x="66186" y="68948"/>
                  </a:cubicBezTo>
                  <a:cubicBezTo>
                    <a:pt x="65887" y="69222"/>
                    <a:pt x="65538" y="69521"/>
                    <a:pt x="65190" y="69795"/>
                  </a:cubicBezTo>
                  <a:cubicBezTo>
                    <a:pt x="65041" y="69919"/>
                    <a:pt x="64891" y="70068"/>
                    <a:pt x="64717" y="70193"/>
                  </a:cubicBezTo>
                  <a:cubicBezTo>
                    <a:pt x="64642" y="70292"/>
                    <a:pt x="64543" y="70342"/>
                    <a:pt x="64443" y="70442"/>
                  </a:cubicBezTo>
                  <a:lnTo>
                    <a:pt x="63323" y="71288"/>
                  </a:lnTo>
                  <a:cubicBezTo>
                    <a:pt x="63149" y="71437"/>
                    <a:pt x="62925" y="71587"/>
                    <a:pt x="62726" y="71711"/>
                  </a:cubicBezTo>
                  <a:lnTo>
                    <a:pt x="62701" y="71686"/>
                  </a:lnTo>
                  <a:lnTo>
                    <a:pt x="62676" y="71661"/>
                  </a:lnTo>
                  <a:cubicBezTo>
                    <a:pt x="62950" y="71437"/>
                    <a:pt x="63099" y="71338"/>
                    <a:pt x="63224" y="71213"/>
                  </a:cubicBezTo>
                  <a:cubicBezTo>
                    <a:pt x="63298" y="71188"/>
                    <a:pt x="63323" y="71114"/>
                    <a:pt x="63373" y="71089"/>
                  </a:cubicBezTo>
                  <a:cubicBezTo>
                    <a:pt x="63448" y="71064"/>
                    <a:pt x="63497" y="70989"/>
                    <a:pt x="63572" y="70964"/>
                  </a:cubicBezTo>
                  <a:lnTo>
                    <a:pt x="63597" y="70964"/>
                  </a:lnTo>
                  <a:cubicBezTo>
                    <a:pt x="63796" y="70840"/>
                    <a:pt x="63970" y="70691"/>
                    <a:pt x="64145" y="70541"/>
                  </a:cubicBezTo>
                  <a:cubicBezTo>
                    <a:pt x="64169" y="70492"/>
                    <a:pt x="64219" y="70467"/>
                    <a:pt x="64269" y="70442"/>
                  </a:cubicBezTo>
                  <a:cubicBezTo>
                    <a:pt x="64344" y="70367"/>
                    <a:pt x="64418" y="70317"/>
                    <a:pt x="64518" y="70243"/>
                  </a:cubicBezTo>
                  <a:cubicBezTo>
                    <a:pt x="64518" y="70243"/>
                    <a:pt x="64543" y="70243"/>
                    <a:pt x="64543" y="70218"/>
                  </a:cubicBezTo>
                  <a:cubicBezTo>
                    <a:pt x="64692" y="70093"/>
                    <a:pt x="64817" y="69969"/>
                    <a:pt x="64966" y="69869"/>
                  </a:cubicBezTo>
                  <a:cubicBezTo>
                    <a:pt x="65140" y="69745"/>
                    <a:pt x="65314" y="69595"/>
                    <a:pt x="65464" y="69471"/>
                  </a:cubicBezTo>
                  <a:cubicBezTo>
                    <a:pt x="65563" y="69421"/>
                    <a:pt x="65663" y="69322"/>
                    <a:pt x="65762" y="69222"/>
                  </a:cubicBezTo>
                  <a:cubicBezTo>
                    <a:pt x="65837" y="69172"/>
                    <a:pt x="65937" y="69073"/>
                    <a:pt x="66036" y="68998"/>
                  </a:cubicBezTo>
                  <a:cubicBezTo>
                    <a:pt x="66161" y="68923"/>
                    <a:pt x="66285" y="68799"/>
                    <a:pt x="66385" y="68699"/>
                  </a:cubicBezTo>
                  <a:lnTo>
                    <a:pt x="66435" y="68625"/>
                  </a:lnTo>
                  <a:lnTo>
                    <a:pt x="66484" y="68575"/>
                  </a:lnTo>
                  <a:cubicBezTo>
                    <a:pt x="66534" y="68550"/>
                    <a:pt x="66584" y="68525"/>
                    <a:pt x="66609" y="68450"/>
                  </a:cubicBezTo>
                  <a:cubicBezTo>
                    <a:pt x="66833" y="68276"/>
                    <a:pt x="67032" y="68077"/>
                    <a:pt x="67231" y="67878"/>
                  </a:cubicBezTo>
                  <a:lnTo>
                    <a:pt x="67331" y="67803"/>
                  </a:lnTo>
                  <a:cubicBezTo>
                    <a:pt x="67604" y="67554"/>
                    <a:pt x="67853" y="67256"/>
                    <a:pt x="68152" y="67007"/>
                  </a:cubicBezTo>
                  <a:lnTo>
                    <a:pt x="68301" y="66857"/>
                  </a:lnTo>
                  <a:lnTo>
                    <a:pt x="68351" y="66808"/>
                  </a:lnTo>
                  <a:cubicBezTo>
                    <a:pt x="68824" y="66335"/>
                    <a:pt x="69297" y="65837"/>
                    <a:pt x="69770" y="65339"/>
                  </a:cubicBezTo>
                  <a:cubicBezTo>
                    <a:pt x="69770" y="65314"/>
                    <a:pt x="69795" y="65314"/>
                    <a:pt x="69795" y="65289"/>
                  </a:cubicBezTo>
                  <a:cubicBezTo>
                    <a:pt x="69919" y="65165"/>
                    <a:pt x="70044" y="64991"/>
                    <a:pt x="70168" y="64866"/>
                  </a:cubicBezTo>
                  <a:cubicBezTo>
                    <a:pt x="70193" y="64841"/>
                    <a:pt x="70193" y="64816"/>
                    <a:pt x="70218" y="64816"/>
                  </a:cubicBezTo>
                  <a:cubicBezTo>
                    <a:pt x="70566" y="64443"/>
                    <a:pt x="70890" y="64045"/>
                    <a:pt x="71214" y="63671"/>
                  </a:cubicBezTo>
                  <a:cubicBezTo>
                    <a:pt x="71288" y="63572"/>
                    <a:pt x="71338" y="63497"/>
                    <a:pt x="71413" y="63447"/>
                  </a:cubicBezTo>
                  <a:cubicBezTo>
                    <a:pt x="71438" y="63422"/>
                    <a:pt x="71463" y="63348"/>
                    <a:pt x="71512" y="63323"/>
                  </a:cubicBezTo>
                  <a:close/>
                  <a:moveTo>
                    <a:pt x="52520" y="70342"/>
                  </a:moveTo>
                  <a:lnTo>
                    <a:pt x="52520" y="70367"/>
                  </a:lnTo>
                  <a:lnTo>
                    <a:pt x="52520" y="70417"/>
                  </a:lnTo>
                  <a:cubicBezTo>
                    <a:pt x="51878" y="70862"/>
                    <a:pt x="51235" y="71307"/>
                    <a:pt x="50568" y="71728"/>
                  </a:cubicBezTo>
                  <a:lnTo>
                    <a:pt x="50568" y="71728"/>
                  </a:lnTo>
                  <a:cubicBezTo>
                    <a:pt x="50646" y="71671"/>
                    <a:pt x="50711" y="71611"/>
                    <a:pt x="50803" y="71537"/>
                  </a:cubicBezTo>
                  <a:cubicBezTo>
                    <a:pt x="51375" y="71164"/>
                    <a:pt x="51973" y="70765"/>
                    <a:pt x="52520" y="70342"/>
                  </a:cubicBezTo>
                  <a:close/>
                  <a:moveTo>
                    <a:pt x="35430" y="68498"/>
                  </a:moveTo>
                  <a:lnTo>
                    <a:pt x="35430" y="68498"/>
                  </a:lnTo>
                  <a:cubicBezTo>
                    <a:pt x="35557" y="68565"/>
                    <a:pt x="35684" y="68632"/>
                    <a:pt x="35818" y="68699"/>
                  </a:cubicBezTo>
                  <a:cubicBezTo>
                    <a:pt x="35893" y="68724"/>
                    <a:pt x="35943" y="68749"/>
                    <a:pt x="36042" y="68824"/>
                  </a:cubicBezTo>
                  <a:cubicBezTo>
                    <a:pt x="36267" y="68948"/>
                    <a:pt x="36441" y="69073"/>
                    <a:pt x="36665" y="69197"/>
                  </a:cubicBezTo>
                  <a:cubicBezTo>
                    <a:pt x="36764" y="69247"/>
                    <a:pt x="36839" y="69322"/>
                    <a:pt x="36939" y="69347"/>
                  </a:cubicBezTo>
                  <a:cubicBezTo>
                    <a:pt x="37138" y="69471"/>
                    <a:pt x="37287" y="69571"/>
                    <a:pt x="37461" y="69695"/>
                  </a:cubicBezTo>
                  <a:cubicBezTo>
                    <a:pt x="37586" y="69745"/>
                    <a:pt x="37685" y="69844"/>
                    <a:pt x="37810" y="69919"/>
                  </a:cubicBezTo>
                  <a:cubicBezTo>
                    <a:pt x="37959" y="69994"/>
                    <a:pt x="38084" y="70118"/>
                    <a:pt x="38258" y="70218"/>
                  </a:cubicBezTo>
                  <a:lnTo>
                    <a:pt x="38631" y="70492"/>
                  </a:lnTo>
                  <a:cubicBezTo>
                    <a:pt x="38756" y="70591"/>
                    <a:pt x="38880" y="70691"/>
                    <a:pt x="38980" y="70815"/>
                  </a:cubicBezTo>
                  <a:cubicBezTo>
                    <a:pt x="39104" y="70940"/>
                    <a:pt x="39278" y="71039"/>
                    <a:pt x="39403" y="71164"/>
                  </a:cubicBezTo>
                  <a:cubicBezTo>
                    <a:pt x="39502" y="71238"/>
                    <a:pt x="39602" y="71338"/>
                    <a:pt x="39701" y="71437"/>
                  </a:cubicBezTo>
                  <a:lnTo>
                    <a:pt x="39901" y="71612"/>
                  </a:lnTo>
                  <a:lnTo>
                    <a:pt x="39926" y="71736"/>
                  </a:lnTo>
                  <a:lnTo>
                    <a:pt x="39477" y="71313"/>
                  </a:lnTo>
                  <a:cubicBezTo>
                    <a:pt x="39403" y="71213"/>
                    <a:pt x="39303" y="71164"/>
                    <a:pt x="39204" y="71064"/>
                  </a:cubicBezTo>
                  <a:cubicBezTo>
                    <a:pt x="39054" y="70940"/>
                    <a:pt x="38905" y="70790"/>
                    <a:pt x="38731" y="70666"/>
                  </a:cubicBezTo>
                  <a:cubicBezTo>
                    <a:pt x="38656" y="70566"/>
                    <a:pt x="38557" y="70492"/>
                    <a:pt x="38432" y="70442"/>
                  </a:cubicBezTo>
                  <a:cubicBezTo>
                    <a:pt x="38283" y="70317"/>
                    <a:pt x="38108" y="70193"/>
                    <a:pt x="37934" y="70068"/>
                  </a:cubicBezTo>
                  <a:cubicBezTo>
                    <a:pt x="37835" y="69969"/>
                    <a:pt x="37710" y="69919"/>
                    <a:pt x="37586" y="69844"/>
                  </a:cubicBezTo>
                  <a:cubicBezTo>
                    <a:pt x="37436" y="69720"/>
                    <a:pt x="37237" y="69620"/>
                    <a:pt x="37088" y="69496"/>
                  </a:cubicBezTo>
                  <a:cubicBezTo>
                    <a:pt x="36963" y="69446"/>
                    <a:pt x="36839" y="69347"/>
                    <a:pt x="36764" y="69297"/>
                  </a:cubicBezTo>
                  <a:cubicBezTo>
                    <a:pt x="36590" y="69197"/>
                    <a:pt x="36416" y="69073"/>
                    <a:pt x="36267" y="68973"/>
                  </a:cubicBezTo>
                  <a:cubicBezTo>
                    <a:pt x="36142" y="68923"/>
                    <a:pt x="35993" y="68824"/>
                    <a:pt x="35893" y="68774"/>
                  </a:cubicBezTo>
                  <a:cubicBezTo>
                    <a:pt x="35732" y="68682"/>
                    <a:pt x="35571" y="68590"/>
                    <a:pt x="35430" y="68498"/>
                  </a:cubicBezTo>
                  <a:close/>
                  <a:moveTo>
                    <a:pt x="62601" y="71686"/>
                  </a:moveTo>
                  <a:cubicBezTo>
                    <a:pt x="62651" y="71686"/>
                    <a:pt x="62651" y="71686"/>
                    <a:pt x="62676" y="71711"/>
                  </a:cubicBezTo>
                  <a:cubicBezTo>
                    <a:pt x="62651" y="71761"/>
                    <a:pt x="62651" y="71761"/>
                    <a:pt x="62601" y="71761"/>
                  </a:cubicBezTo>
                  <a:lnTo>
                    <a:pt x="62576" y="71711"/>
                  </a:lnTo>
                  <a:lnTo>
                    <a:pt x="62601" y="71686"/>
                  </a:lnTo>
                  <a:close/>
                  <a:moveTo>
                    <a:pt x="9260" y="69197"/>
                  </a:moveTo>
                  <a:lnTo>
                    <a:pt x="9260" y="69297"/>
                  </a:lnTo>
                  <a:cubicBezTo>
                    <a:pt x="8911" y="70093"/>
                    <a:pt x="8563" y="70940"/>
                    <a:pt x="8264" y="71761"/>
                  </a:cubicBezTo>
                  <a:cubicBezTo>
                    <a:pt x="8229" y="71778"/>
                    <a:pt x="8207" y="71784"/>
                    <a:pt x="8196" y="71794"/>
                  </a:cubicBezTo>
                  <a:lnTo>
                    <a:pt x="8196" y="71794"/>
                  </a:lnTo>
                  <a:cubicBezTo>
                    <a:pt x="8542" y="70928"/>
                    <a:pt x="8889" y="70063"/>
                    <a:pt x="9260" y="69197"/>
                  </a:cubicBezTo>
                  <a:close/>
                  <a:moveTo>
                    <a:pt x="47642" y="69645"/>
                  </a:moveTo>
                  <a:cubicBezTo>
                    <a:pt x="47268" y="70268"/>
                    <a:pt x="46895" y="70915"/>
                    <a:pt x="46547" y="71537"/>
                  </a:cubicBezTo>
                  <a:lnTo>
                    <a:pt x="45725" y="71811"/>
                  </a:lnTo>
                  <a:cubicBezTo>
                    <a:pt x="45675" y="71537"/>
                    <a:pt x="45650" y="71263"/>
                    <a:pt x="45601" y="71014"/>
                  </a:cubicBezTo>
                  <a:cubicBezTo>
                    <a:pt x="45626" y="70890"/>
                    <a:pt x="45650" y="70765"/>
                    <a:pt x="45675" y="70666"/>
                  </a:cubicBezTo>
                  <a:cubicBezTo>
                    <a:pt x="46347" y="70342"/>
                    <a:pt x="46995" y="70019"/>
                    <a:pt x="47642" y="69645"/>
                  </a:cubicBezTo>
                  <a:close/>
                  <a:moveTo>
                    <a:pt x="45426" y="71313"/>
                  </a:moveTo>
                  <a:cubicBezTo>
                    <a:pt x="45476" y="71512"/>
                    <a:pt x="45501" y="71661"/>
                    <a:pt x="45501" y="71836"/>
                  </a:cubicBezTo>
                  <a:lnTo>
                    <a:pt x="45476" y="71885"/>
                  </a:lnTo>
                  <a:cubicBezTo>
                    <a:pt x="45426" y="71711"/>
                    <a:pt x="45426" y="71587"/>
                    <a:pt x="45402" y="71437"/>
                  </a:cubicBezTo>
                  <a:cubicBezTo>
                    <a:pt x="45402" y="71413"/>
                    <a:pt x="45426" y="71338"/>
                    <a:pt x="45426" y="71313"/>
                  </a:cubicBezTo>
                  <a:close/>
                  <a:moveTo>
                    <a:pt x="32832" y="70591"/>
                  </a:moveTo>
                  <a:lnTo>
                    <a:pt x="32085" y="71910"/>
                  </a:lnTo>
                  <a:lnTo>
                    <a:pt x="32035" y="71910"/>
                  </a:lnTo>
                  <a:lnTo>
                    <a:pt x="32782" y="70591"/>
                  </a:lnTo>
                  <a:close/>
                  <a:moveTo>
                    <a:pt x="45103" y="70940"/>
                  </a:moveTo>
                  <a:lnTo>
                    <a:pt x="45103" y="70964"/>
                  </a:lnTo>
                  <a:cubicBezTo>
                    <a:pt x="44978" y="71288"/>
                    <a:pt x="44879" y="71587"/>
                    <a:pt x="44779" y="71910"/>
                  </a:cubicBezTo>
                  <a:cubicBezTo>
                    <a:pt x="44306" y="71811"/>
                    <a:pt x="43858" y="71761"/>
                    <a:pt x="43360" y="71761"/>
                  </a:cubicBezTo>
                  <a:cubicBezTo>
                    <a:pt x="43933" y="71512"/>
                    <a:pt x="44530" y="71213"/>
                    <a:pt x="45103" y="70940"/>
                  </a:cubicBezTo>
                  <a:close/>
                  <a:moveTo>
                    <a:pt x="21257" y="69322"/>
                  </a:moveTo>
                  <a:cubicBezTo>
                    <a:pt x="21606" y="69919"/>
                    <a:pt x="21979" y="70467"/>
                    <a:pt x="22452" y="70964"/>
                  </a:cubicBezTo>
                  <a:cubicBezTo>
                    <a:pt x="22327" y="71014"/>
                    <a:pt x="22153" y="71064"/>
                    <a:pt x="22029" y="71089"/>
                  </a:cubicBezTo>
                  <a:cubicBezTo>
                    <a:pt x="21929" y="71139"/>
                    <a:pt x="21855" y="71164"/>
                    <a:pt x="21730" y="71188"/>
                  </a:cubicBezTo>
                  <a:lnTo>
                    <a:pt x="20983" y="71462"/>
                  </a:lnTo>
                  <a:cubicBezTo>
                    <a:pt x="20884" y="71512"/>
                    <a:pt x="20759" y="71562"/>
                    <a:pt x="20660" y="71587"/>
                  </a:cubicBezTo>
                  <a:cubicBezTo>
                    <a:pt x="20411" y="71686"/>
                    <a:pt x="20212" y="71811"/>
                    <a:pt x="19938" y="71910"/>
                  </a:cubicBezTo>
                  <a:cubicBezTo>
                    <a:pt x="19913" y="71910"/>
                    <a:pt x="19888" y="71935"/>
                    <a:pt x="19888" y="71935"/>
                  </a:cubicBezTo>
                  <a:cubicBezTo>
                    <a:pt x="20361" y="71089"/>
                    <a:pt x="20784" y="70193"/>
                    <a:pt x="21257" y="69322"/>
                  </a:cubicBezTo>
                  <a:close/>
                  <a:moveTo>
                    <a:pt x="45277" y="71836"/>
                  </a:moveTo>
                  <a:lnTo>
                    <a:pt x="45277" y="71910"/>
                  </a:lnTo>
                  <a:cubicBezTo>
                    <a:pt x="45277" y="71935"/>
                    <a:pt x="45252" y="71935"/>
                    <a:pt x="45252" y="71935"/>
                  </a:cubicBezTo>
                  <a:cubicBezTo>
                    <a:pt x="45252" y="71910"/>
                    <a:pt x="45277" y="71885"/>
                    <a:pt x="45277" y="71836"/>
                  </a:cubicBezTo>
                  <a:close/>
                  <a:moveTo>
                    <a:pt x="9558" y="70964"/>
                  </a:moveTo>
                  <a:lnTo>
                    <a:pt x="9583" y="71014"/>
                  </a:lnTo>
                  <a:cubicBezTo>
                    <a:pt x="9509" y="71064"/>
                    <a:pt x="9384" y="71164"/>
                    <a:pt x="9285" y="71263"/>
                  </a:cubicBezTo>
                  <a:cubicBezTo>
                    <a:pt x="9135" y="71388"/>
                    <a:pt x="8961" y="71462"/>
                    <a:pt x="8837" y="71587"/>
                  </a:cubicBezTo>
                  <a:cubicBezTo>
                    <a:pt x="8712" y="71686"/>
                    <a:pt x="8588" y="71786"/>
                    <a:pt x="8463" y="71910"/>
                  </a:cubicBezTo>
                  <a:cubicBezTo>
                    <a:pt x="8438" y="71935"/>
                    <a:pt x="8413" y="71960"/>
                    <a:pt x="8388" y="71960"/>
                  </a:cubicBezTo>
                  <a:cubicBezTo>
                    <a:pt x="8388" y="71935"/>
                    <a:pt x="8413" y="71910"/>
                    <a:pt x="8413" y="71836"/>
                  </a:cubicBezTo>
                  <a:cubicBezTo>
                    <a:pt x="8438" y="71811"/>
                    <a:pt x="8488" y="71786"/>
                    <a:pt x="8538" y="71711"/>
                  </a:cubicBezTo>
                  <a:cubicBezTo>
                    <a:pt x="8911" y="71462"/>
                    <a:pt x="9210" y="71213"/>
                    <a:pt x="9558" y="70964"/>
                  </a:cubicBezTo>
                  <a:close/>
                  <a:moveTo>
                    <a:pt x="33031" y="70666"/>
                  </a:moveTo>
                  <a:cubicBezTo>
                    <a:pt x="33056" y="70666"/>
                    <a:pt x="33056" y="70666"/>
                    <a:pt x="33080" y="70691"/>
                  </a:cubicBezTo>
                  <a:cubicBezTo>
                    <a:pt x="33578" y="71188"/>
                    <a:pt x="34151" y="71587"/>
                    <a:pt x="34723" y="71960"/>
                  </a:cubicBezTo>
                  <a:cubicBezTo>
                    <a:pt x="34213" y="71924"/>
                    <a:pt x="33690" y="71901"/>
                    <a:pt x="33162" y="71901"/>
                  </a:cubicBezTo>
                  <a:cubicBezTo>
                    <a:pt x="32969" y="71901"/>
                    <a:pt x="32776" y="71904"/>
                    <a:pt x="32583" y="71910"/>
                  </a:cubicBezTo>
                  <a:cubicBezTo>
                    <a:pt x="32483" y="71910"/>
                    <a:pt x="32408" y="71935"/>
                    <a:pt x="32309" y="71935"/>
                  </a:cubicBezTo>
                  <a:cubicBezTo>
                    <a:pt x="32558" y="71512"/>
                    <a:pt x="32782" y="71064"/>
                    <a:pt x="33031" y="70666"/>
                  </a:cubicBezTo>
                  <a:close/>
                  <a:moveTo>
                    <a:pt x="45178" y="71313"/>
                  </a:moveTo>
                  <a:cubicBezTo>
                    <a:pt x="45178" y="71338"/>
                    <a:pt x="45227" y="71413"/>
                    <a:pt x="45227" y="71437"/>
                  </a:cubicBezTo>
                  <a:cubicBezTo>
                    <a:pt x="45153" y="71637"/>
                    <a:pt x="45103" y="71786"/>
                    <a:pt x="45053" y="71960"/>
                  </a:cubicBezTo>
                  <a:lnTo>
                    <a:pt x="45003" y="71960"/>
                  </a:lnTo>
                  <a:cubicBezTo>
                    <a:pt x="45053" y="71711"/>
                    <a:pt x="45128" y="71537"/>
                    <a:pt x="45178" y="71313"/>
                  </a:cubicBezTo>
                  <a:close/>
                  <a:moveTo>
                    <a:pt x="33454" y="70765"/>
                  </a:moveTo>
                  <a:cubicBezTo>
                    <a:pt x="33479" y="70765"/>
                    <a:pt x="33553" y="70790"/>
                    <a:pt x="33578" y="70790"/>
                  </a:cubicBezTo>
                  <a:cubicBezTo>
                    <a:pt x="34151" y="71288"/>
                    <a:pt x="34773" y="71686"/>
                    <a:pt x="35445" y="72010"/>
                  </a:cubicBezTo>
                  <a:cubicBezTo>
                    <a:pt x="35346" y="72010"/>
                    <a:pt x="35296" y="71960"/>
                    <a:pt x="35196" y="71960"/>
                  </a:cubicBezTo>
                  <a:cubicBezTo>
                    <a:pt x="34549" y="71637"/>
                    <a:pt x="33952" y="71213"/>
                    <a:pt x="33454" y="70765"/>
                  </a:cubicBezTo>
                  <a:close/>
                  <a:moveTo>
                    <a:pt x="41120" y="63871"/>
                  </a:moveTo>
                  <a:cubicBezTo>
                    <a:pt x="42440" y="65314"/>
                    <a:pt x="43485" y="66783"/>
                    <a:pt x="44182" y="68226"/>
                  </a:cubicBezTo>
                  <a:cubicBezTo>
                    <a:pt x="43435" y="69347"/>
                    <a:pt x="42738" y="70442"/>
                    <a:pt x="42066" y="71562"/>
                  </a:cubicBezTo>
                  <a:lnTo>
                    <a:pt x="42041" y="71562"/>
                  </a:lnTo>
                  <a:cubicBezTo>
                    <a:pt x="42016" y="71562"/>
                    <a:pt x="41991" y="71587"/>
                    <a:pt x="41991" y="71587"/>
                  </a:cubicBezTo>
                  <a:cubicBezTo>
                    <a:pt x="41867" y="71686"/>
                    <a:pt x="41743" y="71711"/>
                    <a:pt x="41618" y="71761"/>
                  </a:cubicBezTo>
                  <a:cubicBezTo>
                    <a:pt x="41245" y="71885"/>
                    <a:pt x="40896" y="71960"/>
                    <a:pt x="40523" y="72060"/>
                  </a:cubicBezTo>
                  <a:cubicBezTo>
                    <a:pt x="40448" y="72010"/>
                    <a:pt x="40423" y="71935"/>
                    <a:pt x="40374" y="71910"/>
                  </a:cubicBezTo>
                  <a:lnTo>
                    <a:pt x="40274" y="71437"/>
                  </a:lnTo>
                  <a:cubicBezTo>
                    <a:pt x="40274" y="71388"/>
                    <a:pt x="40249" y="71313"/>
                    <a:pt x="40249" y="71213"/>
                  </a:cubicBezTo>
                  <a:cubicBezTo>
                    <a:pt x="40199" y="71064"/>
                    <a:pt x="40199" y="70915"/>
                    <a:pt x="40174" y="70765"/>
                  </a:cubicBezTo>
                  <a:lnTo>
                    <a:pt x="40174" y="70716"/>
                  </a:lnTo>
                  <a:lnTo>
                    <a:pt x="40174" y="70691"/>
                  </a:lnTo>
                  <a:cubicBezTo>
                    <a:pt x="40174" y="70641"/>
                    <a:pt x="40150" y="70566"/>
                    <a:pt x="40150" y="70467"/>
                  </a:cubicBezTo>
                  <a:cubicBezTo>
                    <a:pt x="40150" y="70342"/>
                    <a:pt x="40150" y="70268"/>
                    <a:pt x="40125" y="70143"/>
                  </a:cubicBezTo>
                  <a:cubicBezTo>
                    <a:pt x="40125" y="70019"/>
                    <a:pt x="40075" y="69919"/>
                    <a:pt x="40075" y="69795"/>
                  </a:cubicBezTo>
                  <a:lnTo>
                    <a:pt x="40075" y="69720"/>
                  </a:lnTo>
                  <a:lnTo>
                    <a:pt x="40075" y="69645"/>
                  </a:lnTo>
                  <a:lnTo>
                    <a:pt x="40075" y="69571"/>
                  </a:lnTo>
                  <a:cubicBezTo>
                    <a:pt x="40075" y="69197"/>
                    <a:pt x="40075" y="68799"/>
                    <a:pt x="40125" y="68401"/>
                  </a:cubicBezTo>
                  <a:cubicBezTo>
                    <a:pt x="40125" y="68301"/>
                    <a:pt x="40125" y="68226"/>
                    <a:pt x="40150" y="68152"/>
                  </a:cubicBezTo>
                  <a:cubicBezTo>
                    <a:pt x="40249" y="67231"/>
                    <a:pt x="40398" y="66310"/>
                    <a:pt x="40647" y="65364"/>
                  </a:cubicBezTo>
                  <a:cubicBezTo>
                    <a:pt x="40772" y="64866"/>
                    <a:pt x="40921" y="64368"/>
                    <a:pt x="41120" y="63871"/>
                  </a:cubicBezTo>
                  <a:close/>
                  <a:moveTo>
                    <a:pt x="46422" y="71786"/>
                  </a:moveTo>
                  <a:cubicBezTo>
                    <a:pt x="46422" y="71811"/>
                    <a:pt x="46397" y="71836"/>
                    <a:pt x="46397" y="71836"/>
                  </a:cubicBezTo>
                  <a:cubicBezTo>
                    <a:pt x="46173" y="71910"/>
                    <a:pt x="45924" y="71960"/>
                    <a:pt x="45725" y="72060"/>
                  </a:cubicBezTo>
                  <a:lnTo>
                    <a:pt x="45725" y="72010"/>
                  </a:lnTo>
                  <a:cubicBezTo>
                    <a:pt x="45974" y="71935"/>
                    <a:pt x="46173" y="71836"/>
                    <a:pt x="46422" y="71786"/>
                  </a:cubicBezTo>
                  <a:close/>
                  <a:moveTo>
                    <a:pt x="40125" y="71935"/>
                  </a:moveTo>
                  <a:lnTo>
                    <a:pt x="40150" y="71960"/>
                  </a:lnTo>
                  <a:lnTo>
                    <a:pt x="40174" y="72010"/>
                  </a:lnTo>
                  <a:lnTo>
                    <a:pt x="40199" y="72085"/>
                  </a:lnTo>
                  <a:lnTo>
                    <a:pt x="40150" y="72035"/>
                  </a:lnTo>
                  <a:cubicBezTo>
                    <a:pt x="40150" y="72010"/>
                    <a:pt x="40150" y="71960"/>
                    <a:pt x="40125" y="71935"/>
                  </a:cubicBezTo>
                  <a:close/>
                  <a:moveTo>
                    <a:pt x="21058" y="69073"/>
                  </a:moveTo>
                  <a:cubicBezTo>
                    <a:pt x="21133" y="69098"/>
                    <a:pt x="21133" y="69098"/>
                    <a:pt x="21133" y="69147"/>
                  </a:cubicBezTo>
                  <a:cubicBezTo>
                    <a:pt x="20610" y="70143"/>
                    <a:pt x="20112" y="71089"/>
                    <a:pt x="19639" y="72085"/>
                  </a:cubicBezTo>
                  <a:cubicBezTo>
                    <a:pt x="19614" y="72085"/>
                    <a:pt x="19589" y="72134"/>
                    <a:pt x="19540" y="72134"/>
                  </a:cubicBezTo>
                  <a:cubicBezTo>
                    <a:pt x="20038" y="71089"/>
                    <a:pt x="20535" y="70093"/>
                    <a:pt x="21058" y="69073"/>
                  </a:cubicBezTo>
                  <a:close/>
                  <a:moveTo>
                    <a:pt x="42912" y="71935"/>
                  </a:moveTo>
                  <a:cubicBezTo>
                    <a:pt x="43510" y="71935"/>
                    <a:pt x="44132" y="71960"/>
                    <a:pt x="44729" y="72085"/>
                  </a:cubicBezTo>
                  <a:cubicBezTo>
                    <a:pt x="44655" y="72085"/>
                    <a:pt x="44630" y="72134"/>
                    <a:pt x="44555" y="72134"/>
                  </a:cubicBezTo>
                  <a:cubicBezTo>
                    <a:pt x="44131" y="72042"/>
                    <a:pt x="43679" y="71991"/>
                    <a:pt x="43230" y="71991"/>
                  </a:cubicBezTo>
                  <a:cubicBezTo>
                    <a:pt x="43073" y="71991"/>
                    <a:pt x="42917" y="71997"/>
                    <a:pt x="42763" y="72010"/>
                  </a:cubicBezTo>
                  <a:cubicBezTo>
                    <a:pt x="42813" y="71960"/>
                    <a:pt x="42863" y="71960"/>
                    <a:pt x="42912" y="71935"/>
                  </a:cubicBezTo>
                  <a:close/>
                  <a:moveTo>
                    <a:pt x="11077" y="54885"/>
                  </a:moveTo>
                  <a:lnTo>
                    <a:pt x="11077" y="54885"/>
                  </a:lnTo>
                  <a:cubicBezTo>
                    <a:pt x="9807" y="58519"/>
                    <a:pt x="9085" y="62004"/>
                    <a:pt x="9011" y="65190"/>
                  </a:cubicBezTo>
                  <a:lnTo>
                    <a:pt x="9011" y="65464"/>
                  </a:lnTo>
                  <a:lnTo>
                    <a:pt x="9011" y="66584"/>
                  </a:lnTo>
                  <a:cubicBezTo>
                    <a:pt x="9011" y="66733"/>
                    <a:pt x="9011" y="66907"/>
                    <a:pt x="9036" y="67032"/>
                  </a:cubicBezTo>
                  <a:cubicBezTo>
                    <a:pt x="9036" y="67106"/>
                    <a:pt x="9036" y="67206"/>
                    <a:pt x="9061" y="67305"/>
                  </a:cubicBezTo>
                  <a:cubicBezTo>
                    <a:pt x="9061" y="67530"/>
                    <a:pt x="9085" y="67729"/>
                    <a:pt x="9085" y="67928"/>
                  </a:cubicBezTo>
                  <a:cubicBezTo>
                    <a:pt x="9110" y="68102"/>
                    <a:pt x="9110" y="68301"/>
                    <a:pt x="9160" y="68450"/>
                  </a:cubicBezTo>
                  <a:cubicBezTo>
                    <a:pt x="9160" y="68575"/>
                    <a:pt x="9185" y="68699"/>
                    <a:pt x="9185" y="68824"/>
                  </a:cubicBezTo>
                  <a:cubicBezTo>
                    <a:pt x="8712" y="69894"/>
                    <a:pt x="8289" y="70964"/>
                    <a:pt x="7866" y="72060"/>
                  </a:cubicBezTo>
                  <a:lnTo>
                    <a:pt x="7791" y="72159"/>
                  </a:lnTo>
                  <a:cubicBezTo>
                    <a:pt x="5675" y="69894"/>
                    <a:pt x="4331" y="67480"/>
                    <a:pt x="3833" y="65215"/>
                  </a:cubicBezTo>
                  <a:cubicBezTo>
                    <a:pt x="4904" y="62302"/>
                    <a:pt x="6198" y="59340"/>
                    <a:pt x="7766" y="56353"/>
                  </a:cubicBezTo>
                  <a:cubicBezTo>
                    <a:pt x="8712" y="55756"/>
                    <a:pt x="9832" y="55258"/>
                    <a:pt x="11077" y="54885"/>
                  </a:cubicBezTo>
                  <a:close/>
                  <a:moveTo>
                    <a:pt x="31985" y="72134"/>
                  </a:moveTo>
                  <a:cubicBezTo>
                    <a:pt x="31985" y="72159"/>
                    <a:pt x="31960" y="72159"/>
                    <a:pt x="31960" y="72184"/>
                  </a:cubicBezTo>
                  <a:lnTo>
                    <a:pt x="31911" y="72184"/>
                  </a:lnTo>
                  <a:cubicBezTo>
                    <a:pt x="31911" y="72159"/>
                    <a:pt x="31935" y="72159"/>
                    <a:pt x="31935" y="72134"/>
                  </a:cubicBezTo>
                  <a:close/>
                  <a:moveTo>
                    <a:pt x="45153" y="72159"/>
                  </a:moveTo>
                  <a:cubicBezTo>
                    <a:pt x="45178" y="72159"/>
                    <a:pt x="45227" y="72159"/>
                    <a:pt x="45252" y="72184"/>
                  </a:cubicBezTo>
                  <a:cubicBezTo>
                    <a:pt x="45227" y="72184"/>
                    <a:pt x="45178" y="72209"/>
                    <a:pt x="45153" y="72209"/>
                  </a:cubicBezTo>
                  <a:lnTo>
                    <a:pt x="45153" y="72159"/>
                  </a:lnTo>
                  <a:close/>
                  <a:moveTo>
                    <a:pt x="71811" y="63348"/>
                  </a:moveTo>
                  <a:lnTo>
                    <a:pt x="72234" y="63746"/>
                  </a:lnTo>
                  <a:cubicBezTo>
                    <a:pt x="69446" y="66733"/>
                    <a:pt x="66534" y="69546"/>
                    <a:pt x="63423" y="72209"/>
                  </a:cubicBezTo>
                  <a:cubicBezTo>
                    <a:pt x="63273" y="72060"/>
                    <a:pt x="63149" y="71910"/>
                    <a:pt x="62975" y="71761"/>
                  </a:cubicBezTo>
                  <a:lnTo>
                    <a:pt x="63348" y="71462"/>
                  </a:lnTo>
                  <a:cubicBezTo>
                    <a:pt x="63522" y="71338"/>
                    <a:pt x="63697" y="71213"/>
                    <a:pt x="63846" y="71089"/>
                  </a:cubicBezTo>
                  <a:cubicBezTo>
                    <a:pt x="64045" y="70940"/>
                    <a:pt x="64219" y="70815"/>
                    <a:pt x="64418" y="70666"/>
                  </a:cubicBezTo>
                  <a:cubicBezTo>
                    <a:pt x="64443" y="70641"/>
                    <a:pt x="64518" y="70591"/>
                    <a:pt x="64543" y="70566"/>
                  </a:cubicBezTo>
                  <a:cubicBezTo>
                    <a:pt x="64568" y="70541"/>
                    <a:pt x="64642" y="70516"/>
                    <a:pt x="64667" y="70467"/>
                  </a:cubicBezTo>
                  <a:lnTo>
                    <a:pt x="64767" y="70367"/>
                  </a:lnTo>
                  <a:cubicBezTo>
                    <a:pt x="65314" y="69944"/>
                    <a:pt x="65837" y="69471"/>
                    <a:pt x="66385" y="68998"/>
                  </a:cubicBezTo>
                  <a:lnTo>
                    <a:pt x="66410" y="68973"/>
                  </a:lnTo>
                  <a:lnTo>
                    <a:pt x="66459" y="68923"/>
                  </a:lnTo>
                  <a:cubicBezTo>
                    <a:pt x="66957" y="68475"/>
                    <a:pt x="67430" y="68052"/>
                    <a:pt x="67903" y="67579"/>
                  </a:cubicBezTo>
                  <a:cubicBezTo>
                    <a:pt x="68003" y="67530"/>
                    <a:pt x="68052" y="67430"/>
                    <a:pt x="68152" y="67355"/>
                  </a:cubicBezTo>
                  <a:lnTo>
                    <a:pt x="68202" y="67305"/>
                  </a:lnTo>
                  <a:lnTo>
                    <a:pt x="68301" y="67206"/>
                  </a:lnTo>
                  <a:cubicBezTo>
                    <a:pt x="68700" y="66808"/>
                    <a:pt x="69123" y="66409"/>
                    <a:pt x="69521" y="65961"/>
                  </a:cubicBezTo>
                  <a:cubicBezTo>
                    <a:pt x="69646" y="65837"/>
                    <a:pt x="69745" y="65712"/>
                    <a:pt x="69870" y="65588"/>
                  </a:cubicBezTo>
                  <a:cubicBezTo>
                    <a:pt x="69894" y="65563"/>
                    <a:pt x="69894" y="65538"/>
                    <a:pt x="69919" y="65538"/>
                  </a:cubicBezTo>
                  <a:cubicBezTo>
                    <a:pt x="70193" y="65215"/>
                    <a:pt x="70492" y="64916"/>
                    <a:pt x="70766" y="64567"/>
                  </a:cubicBezTo>
                  <a:cubicBezTo>
                    <a:pt x="70865" y="64468"/>
                    <a:pt x="70940" y="64368"/>
                    <a:pt x="71015" y="64294"/>
                  </a:cubicBezTo>
                  <a:cubicBezTo>
                    <a:pt x="71139" y="64119"/>
                    <a:pt x="71263" y="63995"/>
                    <a:pt x="71388" y="63846"/>
                  </a:cubicBezTo>
                  <a:lnTo>
                    <a:pt x="71413" y="63821"/>
                  </a:lnTo>
                  <a:cubicBezTo>
                    <a:pt x="71537" y="63671"/>
                    <a:pt x="71687" y="63497"/>
                    <a:pt x="71811" y="63348"/>
                  </a:cubicBezTo>
                  <a:close/>
                  <a:moveTo>
                    <a:pt x="33221" y="72051"/>
                  </a:moveTo>
                  <a:cubicBezTo>
                    <a:pt x="33878" y="72051"/>
                    <a:pt x="34525" y="72083"/>
                    <a:pt x="35171" y="72159"/>
                  </a:cubicBezTo>
                  <a:cubicBezTo>
                    <a:pt x="35221" y="72184"/>
                    <a:pt x="35321" y="72209"/>
                    <a:pt x="35370" y="72259"/>
                  </a:cubicBezTo>
                  <a:cubicBezTo>
                    <a:pt x="34706" y="72166"/>
                    <a:pt x="34028" y="72115"/>
                    <a:pt x="33336" y="72115"/>
                  </a:cubicBezTo>
                  <a:cubicBezTo>
                    <a:pt x="33095" y="72115"/>
                    <a:pt x="32852" y="72121"/>
                    <a:pt x="32608" y="72134"/>
                  </a:cubicBezTo>
                  <a:cubicBezTo>
                    <a:pt x="32458" y="72134"/>
                    <a:pt x="32334" y="72159"/>
                    <a:pt x="32184" y="72159"/>
                  </a:cubicBezTo>
                  <a:cubicBezTo>
                    <a:pt x="32184" y="72134"/>
                    <a:pt x="32209" y="72134"/>
                    <a:pt x="32209" y="72085"/>
                  </a:cubicBezTo>
                  <a:cubicBezTo>
                    <a:pt x="32334" y="72085"/>
                    <a:pt x="32483" y="72060"/>
                    <a:pt x="32608" y="72060"/>
                  </a:cubicBezTo>
                  <a:cubicBezTo>
                    <a:pt x="32813" y="72054"/>
                    <a:pt x="33017" y="72051"/>
                    <a:pt x="33221" y="72051"/>
                  </a:cubicBezTo>
                  <a:close/>
                  <a:moveTo>
                    <a:pt x="46248" y="72085"/>
                  </a:moveTo>
                  <a:lnTo>
                    <a:pt x="46248" y="72085"/>
                  </a:lnTo>
                  <a:cubicBezTo>
                    <a:pt x="46223" y="72159"/>
                    <a:pt x="46173" y="72209"/>
                    <a:pt x="46148" y="72259"/>
                  </a:cubicBezTo>
                  <a:cubicBezTo>
                    <a:pt x="46099" y="72209"/>
                    <a:pt x="46024" y="72184"/>
                    <a:pt x="45924" y="72184"/>
                  </a:cubicBezTo>
                  <a:cubicBezTo>
                    <a:pt x="46024" y="72159"/>
                    <a:pt x="46148" y="72134"/>
                    <a:pt x="46248" y="72085"/>
                  </a:cubicBezTo>
                  <a:close/>
                  <a:moveTo>
                    <a:pt x="8164" y="72060"/>
                  </a:moveTo>
                  <a:cubicBezTo>
                    <a:pt x="8164" y="72134"/>
                    <a:pt x="8164" y="72159"/>
                    <a:pt x="8140" y="72184"/>
                  </a:cubicBezTo>
                  <a:lnTo>
                    <a:pt x="8090" y="72209"/>
                  </a:lnTo>
                  <a:lnTo>
                    <a:pt x="8040" y="72284"/>
                  </a:lnTo>
                  <a:cubicBezTo>
                    <a:pt x="8040" y="72259"/>
                    <a:pt x="8065" y="72184"/>
                    <a:pt x="8065" y="72159"/>
                  </a:cubicBezTo>
                  <a:lnTo>
                    <a:pt x="8164" y="72060"/>
                  </a:lnTo>
                  <a:close/>
                  <a:moveTo>
                    <a:pt x="3709" y="65513"/>
                  </a:moveTo>
                  <a:cubicBezTo>
                    <a:pt x="4281" y="67754"/>
                    <a:pt x="5601" y="70068"/>
                    <a:pt x="7617" y="72284"/>
                  </a:cubicBezTo>
                  <a:cubicBezTo>
                    <a:pt x="7592" y="72284"/>
                    <a:pt x="7592" y="72309"/>
                    <a:pt x="7567" y="72309"/>
                  </a:cubicBezTo>
                  <a:cubicBezTo>
                    <a:pt x="5576" y="70168"/>
                    <a:pt x="4232" y="67853"/>
                    <a:pt x="3684" y="65613"/>
                  </a:cubicBezTo>
                  <a:cubicBezTo>
                    <a:pt x="3684" y="65588"/>
                    <a:pt x="3709" y="65563"/>
                    <a:pt x="3709" y="65513"/>
                  </a:cubicBezTo>
                  <a:close/>
                  <a:moveTo>
                    <a:pt x="22601" y="71089"/>
                  </a:moveTo>
                  <a:lnTo>
                    <a:pt x="22626" y="71139"/>
                  </a:lnTo>
                  <a:lnTo>
                    <a:pt x="22651" y="71164"/>
                  </a:lnTo>
                  <a:cubicBezTo>
                    <a:pt x="22029" y="71388"/>
                    <a:pt x="21407" y="71587"/>
                    <a:pt x="20784" y="71836"/>
                  </a:cubicBezTo>
                  <a:cubicBezTo>
                    <a:pt x="20486" y="71960"/>
                    <a:pt x="20137" y="72134"/>
                    <a:pt x="19813" y="72284"/>
                  </a:cubicBezTo>
                  <a:cubicBezTo>
                    <a:pt x="19789" y="72284"/>
                    <a:pt x="19789" y="72309"/>
                    <a:pt x="19764" y="72309"/>
                  </a:cubicBezTo>
                  <a:cubicBezTo>
                    <a:pt x="19764" y="72309"/>
                    <a:pt x="19764" y="72284"/>
                    <a:pt x="19789" y="72284"/>
                  </a:cubicBezTo>
                  <a:cubicBezTo>
                    <a:pt x="19789" y="72284"/>
                    <a:pt x="19789" y="72259"/>
                    <a:pt x="19813" y="72259"/>
                  </a:cubicBezTo>
                  <a:cubicBezTo>
                    <a:pt x="19838" y="72209"/>
                    <a:pt x="19888" y="72184"/>
                    <a:pt x="19913" y="72159"/>
                  </a:cubicBezTo>
                  <a:cubicBezTo>
                    <a:pt x="20212" y="72035"/>
                    <a:pt x="20436" y="71910"/>
                    <a:pt x="20734" y="71786"/>
                  </a:cubicBezTo>
                  <a:cubicBezTo>
                    <a:pt x="20784" y="71761"/>
                    <a:pt x="20859" y="71761"/>
                    <a:pt x="20909" y="71711"/>
                  </a:cubicBezTo>
                  <a:cubicBezTo>
                    <a:pt x="21183" y="71587"/>
                    <a:pt x="21506" y="71462"/>
                    <a:pt x="21780" y="71388"/>
                  </a:cubicBezTo>
                  <a:cubicBezTo>
                    <a:pt x="21805" y="71338"/>
                    <a:pt x="21879" y="71338"/>
                    <a:pt x="21904" y="71313"/>
                  </a:cubicBezTo>
                  <a:cubicBezTo>
                    <a:pt x="22128" y="71213"/>
                    <a:pt x="22352" y="71164"/>
                    <a:pt x="22601" y="71089"/>
                  </a:cubicBezTo>
                  <a:close/>
                  <a:moveTo>
                    <a:pt x="41295" y="72134"/>
                  </a:moveTo>
                  <a:cubicBezTo>
                    <a:pt x="41270" y="72134"/>
                    <a:pt x="41170" y="72159"/>
                    <a:pt x="41071" y="72184"/>
                  </a:cubicBezTo>
                  <a:cubicBezTo>
                    <a:pt x="40946" y="72209"/>
                    <a:pt x="40822" y="72259"/>
                    <a:pt x="40697" y="72309"/>
                  </a:cubicBezTo>
                  <a:cubicBezTo>
                    <a:pt x="40697" y="72309"/>
                    <a:pt x="40697" y="72284"/>
                    <a:pt x="40672" y="72284"/>
                  </a:cubicBezTo>
                  <a:lnTo>
                    <a:pt x="40647" y="72259"/>
                  </a:lnTo>
                  <a:cubicBezTo>
                    <a:pt x="40797" y="72209"/>
                    <a:pt x="40996" y="72159"/>
                    <a:pt x="41145" y="72134"/>
                  </a:cubicBezTo>
                  <a:close/>
                  <a:moveTo>
                    <a:pt x="45551" y="72284"/>
                  </a:moveTo>
                  <a:lnTo>
                    <a:pt x="45551" y="72309"/>
                  </a:lnTo>
                  <a:cubicBezTo>
                    <a:pt x="45526" y="72309"/>
                    <a:pt x="45526" y="72309"/>
                    <a:pt x="45501" y="72284"/>
                  </a:cubicBezTo>
                  <a:lnTo>
                    <a:pt x="45501" y="72284"/>
                  </a:lnTo>
                  <a:cubicBezTo>
                    <a:pt x="45509" y="72292"/>
                    <a:pt x="45515" y="72295"/>
                    <a:pt x="45520" y="72295"/>
                  </a:cubicBezTo>
                  <a:cubicBezTo>
                    <a:pt x="45529" y="72295"/>
                    <a:pt x="45534" y="72284"/>
                    <a:pt x="45551" y="72284"/>
                  </a:cubicBezTo>
                  <a:close/>
                  <a:moveTo>
                    <a:pt x="62825" y="71836"/>
                  </a:moveTo>
                  <a:cubicBezTo>
                    <a:pt x="62975" y="72010"/>
                    <a:pt x="63149" y="72159"/>
                    <a:pt x="63298" y="72333"/>
                  </a:cubicBezTo>
                  <a:cubicBezTo>
                    <a:pt x="63273" y="72333"/>
                    <a:pt x="63224" y="72383"/>
                    <a:pt x="63224" y="72383"/>
                  </a:cubicBezTo>
                  <a:cubicBezTo>
                    <a:pt x="63074" y="72209"/>
                    <a:pt x="62925" y="72035"/>
                    <a:pt x="62751" y="71885"/>
                  </a:cubicBezTo>
                  <a:lnTo>
                    <a:pt x="62800" y="71885"/>
                  </a:lnTo>
                  <a:lnTo>
                    <a:pt x="62825" y="71836"/>
                  </a:lnTo>
                  <a:close/>
                  <a:moveTo>
                    <a:pt x="72309" y="63945"/>
                  </a:moveTo>
                  <a:lnTo>
                    <a:pt x="72359" y="63970"/>
                  </a:lnTo>
                  <a:cubicBezTo>
                    <a:pt x="69621" y="66907"/>
                    <a:pt x="66683" y="69720"/>
                    <a:pt x="63572" y="72408"/>
                  </a:cubicBezTo>
                  <a:lnTo>
                    <a:pt x="63547" y="72383"/>
                  </a:lnTo>
                  <a:lnTo>
                    <a:pt x="63522" y="72333"/>
                  </a:lnTo>
                  <a:cubicBezTo>
                    <a:pt x="66659" y="69695"/>
                    <a:pt x="69571" y="66857"/>
                    <a:pt x="72309" y="63945"/>
                  </a:cubicBezTo>
                  <a:close/>
                  <a:moveTo>
                    <a:pt x="34474" y="68276"/>
                  </a:moveTo>
                  <a:cubicBezTo>
                    <a:pt x="34574" y="68301"/>
                    <a:pt x="34649" y="68326"/>
                    <a:pt x="34723" y="68401"/>
                  </a:cubicBezTo>
                  <a:cubicBezTo>
                    <a:pt x="34898" y="68475"/>
                    <a:pt x="35072" y="68550"/>
                    <a:pt x="35221" y="68650"/>
                  </a:cubicBezTo>
                  <a:cubicBezTo>
                    <a:pt x="35395" y="68699"/>
                    <a:pt x="35520" y="68799"/>
                    <a:pt x="35644" y="68849"/>
                  </a:cubicBezTo>
                  <a:cubicBezTo>
                    <a:pt x="35794" y="68948"/>
                    <a:pt x="35943" y="69023"/>
                    <a:pt x="36092" y="69098"/>
                  </a:cubicBezTo>
                  <a:cubicBezTo>
                    <a:pt x="36267" y="69197"/>
                    <a:pt x="36391" y="69272"/>
                    <a:pt x="36540" y="69347"/>
                  </a:cubicBezTo>
                  <a:cubicBezTo>
                    <a:pt x="36690" y="69446"/>
                    <a:pt x="36814" y="69546"/>
                    <a:pt x="36963" y="69645"/>
                  </a:cubicBezTo>
                  <a:cubicBezTo>
                    <a:pt x="37088" y="69720"/>
                    <a:pt x="37262" y="69819"/>
                    <a:pt x="37387" y="69919"/>
                  </a:cubicBezTo>
                  <a:cubicBezTo>
                    <a:pt x="37511" y="70019"/>
                    <a:pt x="37660" y="70093"/>
                    <a:pt x="37785" y="70193"/>
                  </a:cubicBezTo>
                  <a:cubicBezTo>
                    <a:pt x="37909" y="70292"/>
                    <a:pt x="38034" y="70392"/>
                    <a:pt x="38183" y="70516"/>
                  </a:cubicBezTo>
                  <a:cubicBezTo>
                    <a:pt x="38308" y="70591"/>
                    <a:pt x="38432" y="70691"/>
                    <a:pt x="38557" y="70815"/>
                  </a:cubicBezTo>
                  <a:cubicBezTo>
                    <a:pt x="38681" y="70915"/>
                    <a:pt x="38805" y="71039"/>
                    <a:pt x="38930" y="71139"/>
                  </a:cubicBezTo>
                  <a:cubicBezTo>
                    <a:pt x="39054" y="71213"/>
                    <a:pt x="39179" y="71338"/>
                    <a:pt x="39303" y="71437"/>
                  </a:cubicBezTo>
                  <a:cubicBezTo>
                    <a:pt x="39428" y="71562"/>
                    <a:pt x="39552" y="71686"/>
                    <a:pt x="39677" y="71786"/>
                  </a:cubicBezTo>
                  <a:lnTo>
                    <a:pt x="40000" y="72085"/>
                  </a:lnTo>
                  <a:cubicBezTo>
                    <a:pt x="40000" y="72134"/>
                    <a:pt x="40000" y="72134"/>
                    <a:pt x="40025" y="72134"/>
                  </a:cubicBezTo>
                  <a:lnTo>
                    <a:pt x="40025" y="72159"/>
                  </a:lnTo>
                  <a:cubicBezTo>
                    <a:pt x="39577" y="72309"/>
                    <a:pt x="39204" y="72383"/>
                    <a:pt x="38830" y="72433"/>
                  </a:cubicBezTo>
                  <a:cubicBezTo>
                    <a:pt x="38631" y="72309"/>
                    <a:pt x="38382" y="72159"/>
                    <a:pt x="38158" y="72035"/>
                  </a:cubicBezTo>
                  <a:lnTo>
                    <a:pt x="38133" y="72010"/>
                  </a:lnTo>
                  <a:cubicBezTo>
                    <a:pt x="36839" y="71288"/>
                    <a:pt x="35445" y="70765"/>
                    <a:pt x="33977" y="70392"/>
                  </a:cubicBezTo>
                  <a:cubicBezTo>
                    <a:pt x="33927" y="70392"/>
                    <a:pt x="33902" y="70342"/>
                    <a:pt x="33827" y="70342"/>
                  </a:cubicBezTo>
                  <a:cubicBezTo>
                    <a:pt x="33678" y="70317"/>
                    <a:pt x="33479" y="70268"/>
                    <a:pt x="33329" y="70218"/>
                  </a:cubicBezTo>
                  <a:cubicBezTo>
                    <a:pt x="33329" y="70218"/>
                    <a:pt x="33304" y="70218"/>
                    <a:pt x="33304" y="70193"/>
                  </a:cubicBezTo>
                  <a:cubicBezTo>
                    <a:pt x="33678" y="69546"/>
                    <a:pt x="34076" y="68899"/>
                    <a:pt x="34474" y="68276"/>
                  </a:cubicBezTo>
                  <a:close/>
                  <a:moveTo>
                    <a:pt x="35843" y="72259"/>
                  </a:moveTo>
                  <a:lnTo>
                    <a:pt x="35843" y="72259"/>
                  </a:lnTo>
                  <a:cubicBezTo>
                    <a:pt x="35943" y="72284"/>
                    <a:pt x="36067" y="72284"/>
                    <a:pt x="36167" y="72309"/>
                  </a:cubicBezTo>
                  <a:cubicBezTo>
                    <a:pt x="36328" y="72362"/>
                    <a:pt x="36476" y="72403"/>
                    <a:pt x="36638" y="72449"/>
                  </a:cubicBezTo>
                  <a:lnTo>
                    <a:pt x="36638" y="72449"/>
                  </a:lnTo>
                  <a:cubicBezTo>
                    <a:pt x="36493" y="72417"/>
                    <a:pt x="36335" y="72400"/>
                    <a:pt x="36167" y="72383"/>
                  </a:cubicBezTo>
                  <a:cubicBezTo>
                    <a:pt x="36142" y="72383"/>
                    <a:pt x="36092" y="72383"/>
                    <a:pt x="36092" y="72333"/>
                  </a:cubicBezTo>
                  <a:cubicBezTo>
                    <a:pt x="36018" y="72309"/>
                    <a:pt x="35943" y="72284"/>
                    <a:pt x="35843" y="72259"/>
                  </a:cubicBezTo>
                  <a:close/>
                  <a:moveTo>
                    <a:pt x="33977" y="70890"/>
                  </a:moveTo>
                  <a:lnTo>
                    <a:pt x="33977" y="70890"/>
                  </a:lnTo>
                  <a:cubicBezTo>
                    <a:pt x="34101" y="70915"/>
                    <a:pt x="34225" y="70940"/>
                    <a:pt x="34325" y="70964"/>
                  </a:cubicBezTo>
                  <a:lnTo>
                    <a:pt x="34698" y="71064"/>
                  </a:lnTo>
                  <a:cubicBezTo>
                    <a:pt x="35196" y="71213"/>
                    <a:pt x="35694" y="71388"/>
                    <a:pt x="36167" y="71562"/>
                  </a:cubicBezTo>
                  <a:lnTo>
                    <a:pt x="36192" y="71562"/>
                  </a:lnTo>
                  <a:cubicBezTo>
                    <a:pt x="36665" y="71761"/>
                    <a:pt x="37113" y="71960"/>
                    <a:pt x="37586" y="72209"/>
                  </a:cubicBezTo>
                  <a:cubicBezTo>
                    <a:pt x="37660" y="72259"/>
                    <a:pt x="37710" y="72284"/>
                    <a:pt x="37810" y="72309"/>
                  </a:cubicBezTo>
                  <a:cubicBezTo>
                    <a:pt x="37909" y="72383"/>
                    <a:pt x="37984" y="72433"/>
                    <a:pt x="38084" y="72458"/>
                  </a:cubicBezTo>
                  <a:lnTo>
                    <a:pt x="37909" y="72458"/>
                  </a:lnTo>
                  <a:cubicBezTo>
                    <a:pt x="37337" y="72383"/>
                    <a:pt x="36789" y="72209"/>
                    <a:pt x="36192" y="72134"/>
                  </a:cubicBezTo>
                  <a:cubicBezTo>
                    <a:pt x="35346" y="71811"/>
                    <a:pt x="34599" y="71413"/>
                    <a:pt x="33977" y="70890"/>
                  </a:cubicBezTo>
                  <a:close/>
                  <a:moveTo>
                    <a:pt x="39926" y="72458"/>
                  </a:moveTo>
                  <a:lnTo>
                    <a:pt x="39926" y="72458"/>
                  </a:lnTo>
                  <a:cubicBezTo>
                    <a:pt x="39926" y="72458"/>
                    <a:pt x="39926" y="72458"/>
                    <a:pt x="39926" y="72458"/>
                  </a:cubicBezTo>
                  <a:lnTo>
                    <a:pt x="39901" y="72458"/>
                  </a:lnTo>
                  <a:cubicBezTo>
                    <a:pt x="39908" y="72458"/>
                    <a:pt x="39917" y="72458"/>
                    <a:pt x="39926" y="72458"/>
                  </a:cubicBezTo>
                  <a:close/>
                  <a:moveTo>
                    <a:pt x="45750" y="72309"/>
                  </a:moveTo>
                  <a:cubicBezTo>
                    <a:pt x="45874" y="72333"/>
                    <a:pt x="45949" y="72383"/>
                    <a:pt x="46099" y="72408"/>
                  </a:cubicBezTo>
                  <a:cubicBezTo>
                    <a:pt x="46099" y="72433"/>
                    <a:pt x="46049" y="72433"/>
                    <a:pt x="46049" y="72458"/>
                  </a:cubicBezTo>
                  <a:cubicBezTo>
                    <a:pt x="45974" y="72433"/>
                    <a:pt x="45850" y="72408"/>
                    <a:pt x="45750" y="72383"/>
                  </a:cubicBezTo>
                  <a:lnTo>
                    <a:pt x="45750" y="72309"/>
                  </a:lnTo>
                  <a:close/>
                  <a:moveTo>
                    <a:pt x="7791" y="72433"/>
                  </a:moveTo>
                  <a:cubicBezTo>
                    <a:pt x="7791" y="72458"/>
                    <a:pt x="7766" y="72458"/>
                    <a:pt x="7766" y="72508"/>
                  </a:cubicBezTo>
                  <a:lnTo>
                    <a:pt x="7716" y="72458"/>
                  </a:lnTo>
                  <a:cubicBezTo>
                    <a:pt x="7766" y="72458"/>
                    <a:pt x="7766" y="72433"/>
                    <a:pt x="7791" y="72433"/>
                  </a:cubicBezTo>
                  <a:close/>
                  <a:moveTo>
                    <a:pt x="19515" y="72383"/>
                  </a:moveTo>
                  <a:cubicBezTo>
                    <a:pt x="19515" y="72383"/>
                    <a:pt x="19515" y="72408"/>
                    <a:pt x="19490" y="72408"/>
                  </a:cubicBezTo>
                  <a:cubicBezTo>
                    <a:pt x="19490" y="72433"/>
                    <a:pt x="19465" y="72433"/>
                    <a:pt x="19465" y="72458"/>
                  </a:cubicBezTo>
                  <a:cubicBezTo>
                    <a:pt x="19440" y="72458"/>
                    <a:pt x="19415" y="72458"/>
                    <a:pt x="19390" y="72508"/>
                  </a:cubicBezTo>
                  <a:cubicBezTo>
                    <a:pt x="19390" y="72458"/>
                    <a:pt x="19415" y="72458"/>
                    <a:pt x="19415" y="72433"/>
                  </a:cubicBezTo>
                  <a:lnTo>
                    <a:pt x="19415" y="72408"/>
                  </a:lnTo>
                  <a:cubicBezTo>
                    <a:pt x="19440" y="72408"/>
                    <a:pt x="19490" y="72383"/>
                    <a:pt x="19515" y="72383"/>
                  </a:cubicBezTo>
                  <a:close/>
                  <a:moveTo>
                    <a:pt x="33592" y="70544"/>
                  </a:moveTo>
                  <a:cubicBezTo>
                    <a:pt x="35230" y="70918"/>
                    <a:pt x="36818" y="71539"/>
                    <a:pt x="38283" y="72333"/>
                  </a:cubicBezTo>
                  <a:cubicBezTo>
                    <a:pt x="38308" y="72383"/>
                    <a:pt x="38382" y="72383"/>
                    <a:pt x="38407" y="72408"/>
                  </a:cubicBezTo>
                  <a:cubicBezTo>
                    <a:pt x="38432" y="72433"/>
                    <a:pt x="38507" y="72458"/>
                    <a:pt x="38532" y="72508"/>
                  </a:cubicBezTo>
                  <a:lnTo>
                    <a:pt x="38457" y="72508"/>
                  </a:lnTo>
                  <a:cubicBezTo>
                    <a:pt x="38283" y="72408"/>
                    <a:pt x="38084" y="72284"/>
                    <a:pt x="37909" y="72184"/>
                  </a:cubicBezTo>
                  <a:cubicBezTo>
                    <a:pt x="37835" y="72159"/>
                    <a:pt x="37785" y="72134"/>
                    <a:pt x="37685" y="72060"/>
                  </a:cubicBezTo>
                  <a:cubicBezTo>
                    <a:pt x="37212" y="71811"/>
                    <a:pt x="36764" y="71587"/>
                    <a:pt x="36267" y="71413"/>
                  </a:cubicBezTo>
                  <a:cubicBezTo>
                    <a:pt x="36192" y="71388"/>
                    <a:pt x="36142" y="71338"/>
                    <a:pt x="36067" y="71338"/>
                  </a:cubicBezTo>
                  <a:cubicBezTo>
                    <a:pt x="35669" y="71188"/>
                    <a:pt x="35221" y="71039"/>
                    <a:pt x="34798" y="70915"/>
                  </a:cubicBezTo>
                  <a:cubicBezTo>
                    <a:pt x="34673" y="70890"/>
                    <a:pt x="34549" y="70815"/>
                    <a:pt x="34425" y="70790"/>
                  </a:cubicBezTo>
                  <a:lnTo>
                    <a:pt x="33678" y="70591"/>
                  </a:lnTo>
                  <a:lnTo>
                    <a:pt x="33653" y="70566"/>
                  </a:lnTo>
                  <a:cubicBezTo>
                    <a:pt x="33614" y="70566"/>
                    <a:pt x="33606" y="70551"/>
                    <a:pt x="33592" y="70544"/>
                  </a:cubicBezTo>
                  <a:close/>
                  <a:moveTo>
                    <a:pt x="41419" y="72284"/>
                  </a:moveTo>
                  <a:cubicBezTo>
                    <a:pt x="41245" y="72408"/>
                    <a:pt x="41071" y="72433"/>
                    <a:pt x="40921" y="72508"/>
                  </a:cubicBezTo>
                  <a:cubicBezTo>
                    <a:pt x="40921" y="72458"/>
                    <a:pt x="40896" y="72458"/>
                    <a:pt x="40896" y="72433"/>
                  </a:cubicBezTo>
                  <a:cubicBezTo>
                    <a:pt x="40921" y="72433"/>
                    <a:pt x="40921" y="72433"/>
                    <a:pt x="40946" y="72408"/>
                  </a:cubicBezTo>
                  <a:cubicBezTo>
                    <a:pt x="41046" y="72383"/>
                    <a:pt x="41170" y="72333"/>
                    <a:pt x="41270" y="72309"/>
                  </a:cubicBezTo>
                  <a:cubicBezTo>
                    <a:pt x="41319" y="72309"/>
                    <a:pt x="41369" y="72284"/>
                    <a:pt x="41419" y="72284"/>
                  </a:cubicBezTo>
                  <a:close/>
                  <a:moveTo>
                    <a:pt x="63423" y="72458"/>
                  </a:moveTo>
                  <a:cubicBezTo>
                    <a:pt x="63423" y="72508"/>
                    <a:pt x="63423" y="72508"/>
                    <a:pt x="63448" y="72533"/>
                  </a:cubicBezTo>
                  <a:cubicBezTo>
                    <a:pt x="63423" y="72533"/>
                    <a:pt x="63423" y="72557"/>
                    <a:pt x="63398" y="72557"/>
                  </a:cubicBezTo>
                  <a:cubicBezTo>
                    <a:pt x="63398" y="72533"/>
                    <a:pt x="63348" y="72533"/>
                    <a:pt x="63348" y="72508"/>
                  </a:cubicBezTo>
                  <a:cubicBezTo>
                    <a:pt x="63398" y="72508"/>
                    <a:pt x="63398" y="72458"/>
                    <a:pt x="63423" y="72458"/>
                  </a:cubicBezTo>
                  <a:close/>
                  <a:moveTo>
                    <a:pt x="43334" y="72176"/>
                  </a:moveTo>
                  <a:cubicBezTo>
                    <a:pt x="43592" y="72176"/>
                    <a:pt x="43849" y="72188"/>
                    <a:pt x="44107" y="72209"/>
                  </a:cubicBezTo>
                  <a:cubicBezTo>
                    <a:pt x="43385" y="72383"/>
                    <a:pt x="42688" y="72508"/>
                    <a:pt x="42016" y="72582"/>
                  </a:cubicBezTo>
                  <a:cubicBezTo>
                    <a:pt x="42016" y="72557"/>
                    <a:pt x="42041" y="72533"/>
                    <a:pt x="42041" y="72533"/>
                  </a:cubicBezTo>
                  <a:cubicBezTo>
                    <a:pt x="42041" y="72533"/>
                    <a:pt x="42041" y="72508"/>
                    <a:pt x="42066" y="72508"/>
                  </a:cubicBezTo>
                  <a:cubicBezTo>
                    <a:pt x="42066" y="72508"/>
                    <a:pt x="42066" y="72458"/>
                    <a:pt x="42116" y="72458"/>
                  </a:cubicBezTo>
                  <a:cubicBezTo>
                    <a:pt x="42141" y="72408"/>
                    <a:pt x="42191" y="72309"/>
                    <a:pt x="42240" y="72259"/>
                  </a:cubicBezTo>
                  <a:cubicBezTo>
                    <a:pt x="42605" y="72200"/>
                    <a:pt x="42969" y="72176"/>
                    <a:pt x="43334" y="72176"/>
                  </a:cubicBezTo>
                  <a:close/>
                  <a:moveTo>
                    <a:pt x="40672" y="72533"/>
                  </a:moveTo>
                  <a:cubicBezTo>
                    <a:pt x="40672" y="72533"/>
                    <a:pt x="40697" y="72557"/>
                    <a:pt x="40697" y="72582"/>
                  </a:cubicBezTo>
                  <a:cubicBezTo>
                    <a:pt x="40672" y="72582"/>
                    <a:pt x="40672" y="72582"/>
                    <a:pt x="40647" y="72632"/>
                  </a:cubicBezTo>
                  <a:cubicBezTo>
                    <a:pt x="40647" y="72582"/>
                    <a:pt x="40622" y="72582"/>
                    <a:pt x="40622" y="72557"/>
                  </a:cubicBezTo>
                  <a:cubicBezTo>
                    <a:pt x="40647" y="72557"/>
                    <a:pt x="40647" y="72557"/>
                    <a:pt x="40672" y="72533"/>
                  </a:cubicBezTo>
                  <a:close/>
                  <a:moveTo>
                    <a:pt x="41942" y="72309"/>
                  </a:moveTo>
                  <a:cubicBezTo>
                    <a:pt x="41892" y="72408"/>
                    <a:pt x="41817" y="72533"/>
                    <a:pt x="41767" y="72632"/>
                  </a:cubicBezTo>
                  <a:lnTo>
                    <a:pt x="41743" y="72632"/>
                  </a:lnTo>
                  <a:cubicBezTo>
                    <a:pt x="41767" y="72533"/>
                    <a:pt x="41817" y="72433"/>
                    <a:pt x="41892" y="72333"/>
                  </a:cubicBezTo>
                  <a:cubicBezTo>
                    <a:pt x="41917" y="72333"/>
                    <a:pt x="41942" y="72309"/>
                    <a:pt x="41942" y="72309"/>
                  </a:cubicBezTo>
                  <a:close/>
                  <a:moveTo>
                    <a:pt x="39204" y="72582"/>
                  </a:moveTo>
                  <a:cubicBezTo>
                    <a:pt x="39204" y="72582"/>
                    <a:pt x="39179" y="72582"/>
                    <a:pt x="39154" y="72632"/>
                  </a:cubicBezTo>
                  <a:cubicBezTo>
                    <a:pt x="39129" y="72632"/>
                    <a:pt x="39129" y="72657"/>
                    <a:pt x="39079" y="72657"/>
                  </a:cubicBezTo>
                  <a:lnTo>
                    <a:pt x="39054" y="72657"/>
                  </a:lnTo>
                  <a:cubicBezTo>
                    <a:pt x="39054" y="72657"/>
                    <a:pt x="39029" y="72657"/>
                    <a:pt x="39029" y="72632"/>
                  </a:cubicBezTo>
                  <a:cubicBezTo>
                    <a:pt x="39079" y="72632"/>
                    <a:pt x="39154" y="72582"/>
                    <a:pt x="39204" y="72582"/>
                  </a:cubicBezTo>
                  <a:close/>
                  <a:moveTo>
                    <a:pt x="38756" y="72657"/>
                  </a:moveTo>
                  <a:lnTo>
                    <a:pt x="38781" y="72682"/>
                  </a:lnTo>
                  <a:lnTo>
                    <a:pt x="38756" y="72682"/>
                  </a:lnTo>
                  <a:cubicBezTo>
                    <a:pt x="38756" y="72657"/>
                    <a:pt x="38706" y="72657"/>
                    <a:pt x="38681" y="72657"/>
                  </a:cubicBezTo>
                  <a:close/>
                  <a:moveTo>
                    <a:pt x="40398" y="72632"/>
                  </a:moveTo>
                  <a:cubicBezTo>
                    <a:pt x="40398" y="72657"/>
                    <a:pt x="40398" y="72657"/>
                    <a:pt x="40423" y="72682"/>
                  </a:cubicBezTo>
                  <a:lnTo>
                    <a:pt x="40374" y="72682"/>
                  </a:lnTo>
                  <a:lnTo>
                    <a:pt x="40374" y="72657"/>
                  </a:lnTo>
                  <a:cubicBezTo>
                    <a:pt x="40398" y="72657"/>
                    <a:pt x="40398" y="72657"/>
                    <a:pt x="40398" y="72632"/>
                  </a:cubicBezTo>
                  <a:close/>
                  <a:moveTo>
                    <a:pt x="41543" y="72458"/>
                  </a:moveTo>
                  <a:cubicBezTo>
                    <a:pt x="41543" y="72533"/>
                    <a:pt x="41494" y="72582"/>
                    <a:pt x="41444" y="72657"/>
                  </a:cubicBezTo>
                  <a:cubicBezTo>
                    <a:pt x="41319" y="72657"/>
                    <a:pt x="41195" y="72657"/>
                    <a:pt x="41046" y="72682"/>
                  </a:cubicBezTo>
                  <a:lnTo>
                    <a:pt x="41021" y="72657"/>
                  </a:lnTo>
                  <a:cubicBezTo>
                    <a:pt x="41195" y="72582"/>
                    <a:pt x="41369" y="72533"/>
                    <a:pt x="41543" y="72458"/>
                  </a:cubicBezTo>
                  <a:close/>
                  <a:moveTo>
                    <a:pt x="37810" y="72757"/>
                  </a:moveTo>
                  <a:cubicBezTo>
                    <a:pt x="37835" y="72757"/>
                    <a:pt x="37860" y="72757"/>
                    <a:pt x="37909" y="72782"/>
                  </a:cubicBezTo>
                  <a:cubicBezTo>
                    <a:pt x="37959" y="72782"/>
                    <a:pt x="38009" y="72806"/>
                    <a:pt x="38059" y="72806"/>
                  </a:cubicBezTo>
                  <a:cubicBezTo>
                    <a:pt x="38133" y="72831"/>
                    <a:pt x="38183" y="72831"/>
                    <a:pt x="38208" y="72856"/>
                  </a:cubicBezTo>
                  <a:cubicBezTo>
                    <a:pt x="38256" y="72856"/>
                    <a:pt x="38281" y="72902"/>
                    <a:pt x="38304" y="72906"/>
                  </a:cubicBezTo>
                  <a:lnTo>
                    <a:pt x="38304" y="72906"/>
                  </a:lnTo>
                  <a:cubicBezTo>
                    <a:pt x="38257" y="72904"/>
                    <a:pt x="38195" y="72897"/>
                    <a:pt x="38133" y="72856"/>
                  </a:cubicBezTo>
                  <a:cubicBezTo>
                    <a:pt x="38059" y="72856"/>
                    <a:pt x="38034" y="72856"/>
                    <a:pt x="37959" y="72831"/>
                  </a:cubicBezTo>
                  <a:cubicBezTo>
                    <a:pt x="37934" y="72806"/>
                    <a:pt x="37884" y="72782"/>
                    <a:pt x="37810" y="72782"/>
                  </a:cubicBezTo>
                  <a:lnTo>
                    <a:pt x="37810" y="72757"/>
                  </a:lnTo>
                  <a:close/>
                  <a:moveTo>
                    <a:pt x="41319" y="72831"/>
                  </a:moveTo>
                  <a:cubicBezTo>
                    <a:pt x="41319" y="72881"/>
                    <a:pt x="41319" y="72906"/>
                    <a:pt x="41295" y="72906"/>
                  </a:cubicBezTo>
                  <a:lnTo>
                    <a:pt x="41270" y="72906"/>
                  </a:lnTo>
                  <a:lnTo>
                    <a:pt x="41245" y="72881"/>
                  </a:lnTo>
                  <a:cubicBezTo>
                    <a:pt x="41245" y="72881"/>
                    <a:pt x="41245" y="72831"/>
                    <a:pt x="41195" y="72831"/>
                  </a:cubicBezTo>
                  <a:close/>
                  <a:moveTo>
                    <a:pt x="41643" y="72831"/>
                  </a:moveTo>
                  <a:cubicBezTo>
                    <a:pt x="41643" y="72881"/>
                    <a:pt x="41618" y="72881"/>
                    <a:pt x="41618" y="72906"/>
                  </a:cubicBezTo>
                  <a:lnTo>
                    <a:pt x="41568" y="72906"/>
                  </a:lnTo>
                  <a:cubicBezTo>
                    <a:pt x="41568" y="72881"/>
                    <a:pt x="41618" y="72881"/>
                    <a:pt x="41618" y="72831"/>
                  </a:cubicBezTo>
                  <a:close/>
                  <a:moveTo>
                    <a:pt x="44555" y="72309"/>
                  </a:moveTo>
                  <a:cubicBezTo>
                    <a:pt x="44605" y="72309"/>
                    <a:pt x="44630" y="72309"/>
                    <a:pt x="44680" y="72333"/>
                  </a:cubicBezTo>
                  <a:lnTo>
                    <a:pt x="44680" y="72383"/>
                  </a:lnTo>
                  <a:cubicBezTo>
                    <a:pt x="43734" y="72632"/>
                    <a:pt x="42788" y="72806"/>
                    <a:pt x="41867" y="72906"/>
                  </a:cubicBezTo>
                  <a:cubicBezTo>
                    <a:pt x="41867" y="72831"/>
                    <a:pt x="41892" y="72806"/>
                    <a:pt x="41892" y="72806"/>
                  </a:cubicBezTo>
                  <a:cubicBezTo>
                    <a:pt x="42763" y="72707"/>
                    <a:pt x="43634" y="72533"/>
                    <a:pt x="44555" y="72309"/>
                  </a:cubicBezTo>
                  <a:close/>
                  <a:moveTo>
                    <a:pt x="40971" y="72881"/>
                  </a:moveTo>
                  <a:lnTo>
                    <a:pt x="41046" y="72931"/>
                  </a:lnTo>
                  <a:lnTo>
                    <a:pt x="40971" y="72931"/>
                  </a:lnTo>
                  <a:cubicBezTo>
                    <a:pt x="40946" y="72931"/>
                    <a:pt x="40921" y="72906"/>
                    <a:pt x="40921" y="72881"/>
                  </a:cubicBezTo>
                  <a:close/>
                  <a:moveTo>
                    <a:pt x="39751" y="72906"/>
                  </a:moveTo>
                  <a:cubicBezTo>
                    <a:pt x="39677" y="72931"/>
                    <a:pt x="39652" y="72931"/>
                    <a:pt x="39577" y="72956"/>
                  </a:cubicBezTo>
                  <a:cubicBezTo>
                    <a:pt x="39552" y="72956"/>
                    <a:pt x="39552" y="72931"/>
                    <a:pt x="39527" y="72931"/>
                  </a:cubicBezTo>
                  <a:lnTo>
                    <a:pt x="39552" y="72931"/>
                  </a:lnTo>
                  <a:cubicBezTo>
                    <a:pt x="39627" y="72906"/>
                    <a:pt x="39677" y="72906"/>
                    <a:pt x="39751" y="72906"/>
                  </a:cubicBezTo>
                  <a:close/>
                  <a:moveTo>
                    <a:pt x="40249" y="72931"/>
                  </a:moveTo>
                  <a:lnTo>
                    <a:pt x="40249" y="72956"/>
                  </a:lnTo>
                  <a:lnTo>
                    <a:pt x="40125" y="72956"/>
                  </a:lnTo>
                  <a:cubicBezTo>
                    <a:pt x="40174" y="72956"/>
                    <a:pt x="40199" y="72956"/>
                    <a:pt x="40249" y="72931"/>
                  </a:cubicBezTo>
                  <a:close/>
                  <a:moveTo>
                    <a:pt x="40498" y="72906"/>
                  </a:moveTo>
                  <a:cubicBezTo>
                    <a:pt x="40498" y="72931"/>
                    <a:pt x="40523" y="72931"/>
                    <a:pt x="40523" y="72956"/>
                  </a:cubicBezTo>
                  <a:lnTo>
                    <a:pt x="40448" y="72956"/>
                  </a:lnTo>
                  <a:cubicBezTo>
                    <a:pt x="40448" y="72931"/>
                    <a:pt x="40448" y="72931"/>
                    <a:pt x="40423" y="72906"/>
                  </a:cubicBezTo>
                  <a:close/>
                  <a:moveTo>
                    <a:pt x="45750" y="72557"/>
                  </a:moveTo>
                  <a:cubicBezTo>
                    <a:pt x="45850" y="72582"/>
                    <a:pt x="45899" y="72632"/>
                    <a:pt x="45974" y="72632"/>
                  </a:cubicBezTo>
                  <a:cubicBezTo>
                    <a:pt x="45899" y="72757"/>
                    <a:pt x="45800" y="72906"/>
                    <a:pt x="45750" y="73030"/>
                  </a:cubicBezTo>
                  <a:lnTo>
                    <a:pt x="45750" y="72557"/>
                  </a:lnTo>
                  <a:close/>
                  <a:moveTo>
                    <a:pt x="52321" y="69396"/>
                  </a:moveTo>
                  <a:cubicBezTo>
                    <a:pt x="52321" y="69421"/>
                    <a:pt x="52346" y="69471"/>
                    <a:pt x="52346" y="69521"/>
                  </a:cubicBezTo>
                  <a:cubicBezTo>
                    <a:pt x="52371" y="69595"/>
                    <a:pt x="52371" y="69695"/>
                    <a:pt x="52396" y="69795"/>
                  </a:cubicBezTo>
                  <a:lnTo>
                    <a:pt x="52496" y="70168"/>
                  </a:lnTo>
                  <a:cubicBezTo>
                    <a:pt x="52396" y="70218"/>
                    <a:pt x="52346" y="70268"/>
                    <a:pt x="52247" y="70317"/>
                  </a:cubicBezTo>
                  <a:cubicBezTo>
                    <a:pt x="51624" y="70765"/>
                    <a:pt x="51002" y="71188"/>
                    <a:pt x="50355" y="71637"/>
                  </a:cubicBezTo>
                  <a:lnTo>
                    <a:pt x="49782" y="72010"/>
                  </a:lnTo>
                  <a:cubicBezTo>
                    <a:pt x="49235" y="72383"/>
                    <a:pt x="48662" y="72707"/>
                    <a:pt x="48140" y="73055"/>
                  </a:cubicBezTo>
                  <a:cubicBezTo>
                    <a:pt x="47642" y="72806"/>
                    <a:pt x="47169" y="72582"/>
                    <a:pt x="46671" y="72408"/>
                  </a:cubicBezTo>
                  <a:cubicBezTo>
                    <a:pt x="46771" y="72259"/>
                    <a:pt x="46845" y="72060"/>
                    <a:pt x="46920" y="71885"/>
                  </a:cubicBezTo>
                  <a:cubicBezTo>
                    <a:pt x="46920" y="71836"/>
                    <a:pt x="46970" y="71836"/>
                    <a:pt x="46970" y="71811"/>
                  </a:cubicBezTo>
                  <a:cubicBezTo>
                    <a:pt x="48712" y="71188"/>
                    <a:pt x="50504" y="70392"/>
                    <a:pt x="52321" y="69396"/>
                  </a:cubicBezTo>
                  <a:close/>
                  <a:moveTo>
                    <a:pt x="41519" y="73080"/>
                  </a:moveTo>
                  <a:cubicBezTo>
                    <a:pt x="41494" y="73130"/>
                    <a:pt x="41494" y="73155"/>
                    <a:pt x="41444" y="73155"/>
                  </a:cubicBezTo>
                  <a:cubicBezTo>
                    <a:pt x="41444" y="73130"/>
                    <a:pt x="41444" y="73130"/>
                    <a:pt x="41494" y="73080"/>
                  </a:cubicBezTo>
                  <a:close/>
                  <a:moveTo>
                    <a:pt x="50495" y="71776"/>
                  </a:moveTo>
                  <a:lnTo>
                    <a:pt x="50006" y="72109"/>
                  </a:lnTo>
                  <a:cubicBezTo>
                    <a:pt x="49484" y="72458"/>
                    <a:pt x="48911" y="72806"/>
                    <a:pt x="48388" y="73155"/>
                  </a:cubicBezTo>
                  <a:cubicBezTo>
                    <a:pt x="48388" y="73167"/>
                    <a:pt x="48382" y="73174"/>
                    <a:pt x="48373" y="73174"/>
                  </a:cubicBezTo>
                  <a:cubicBezTo>
                    <a:pt x="48364" y="73174"/>
                    <a:pt x="48351" y="73167"/>
                    <a:pt x="48339" y="73155"/>
                  </a:cubicBezTo>
                  <a:lnTo>
                    <a:pt x="48339" y="73155"/>
                  </a:lnTo>
                  <a:cubicBezTo>
                    <a:pt x="48339" y="73155"/>
                    <a:pt x="48339" y="73155"/>
                    <a:pt x="48339" y="73155"/>
                  </a:cubicBezTo>
                  <a:lnTo>
                    <a:pt x="48339" y="73155"/>
                  </a:lnTo>
                  <a:cubicBezTo>
                    <a:pt x="48351" y="73167"/>
                    <a:pt x="48351" y="73174"/>
                    <a:pt x="48348" y="73174"/>
                  </a:cubicBezTo>
                  <a:cubicBezTo>
                    <a:pt x="48345" y="73174"/>
                    <a:pt x="48339" y="73167"/>
                    <a:pt x="48339" y="73155"/>
                  </a:cubicBezTo>
                  <a:lnTo>
                    <a:pt x="48339" y="73155"/>
                  </a:lnTo>
                  <a:cubicBezTo>
                    <a:pt x="48339" y="73155"/>
                    <a:pt x="48339" y="73155"/>
                    <a:pt x="48339" y="73155"/>
                  </a:cubicBezTo>
                  <a:cubicBezTo>
                    <a:pt x="48488" y="73055"/>
                    <a:pt x="48637" y="72956"/>
                    <a:pt x="48837" y="72831"/>
                  </a:cubicBezTo>
                  <a:cubicBezTo>
                    <a:pt x="49036" y="72707"/>
                    <a:pt x="49235" y="72557"/>
                    <a:pt x="49459" y="72433"/>
                  </a:cubicBezTo>
                  <a:cubicBezTo>
                    <a:pt x="49608" y="72333"/>
                    <a:pt x="49782" y="72209"/>
                    <a:pt x="49957" y="72134"/>
                  </a:cubicBezTo>
                  <a:cubicBezTo>
                    <a:pt x="50131" y="72010"/>
                    <a:pt x="50305" y="71910"/>
                    <a:pt x="50479" y="71786"/>
                  </a:cubicBezTo>
                  <a:cubicBezTo>
                    <a:pt x="50485" y="71783"/>
                    <a:pt x="50490" y="71779"/>
                    <a:pt x="50495" y="71776"/>
                  </a:cubicBezTo>
                  <a:close/>
                  <a:moveTo>
                    <a:pt x="41170" y="73130"/>
                  </a:moveTo>
                  <a:lnTo>
                    <a:pt x="41195" y="73155"/>
                  </a:lnTo>
                  <a:cubicBezTo>
                    <a:pt x="41195" y="73180"/>
                    <a:pt x="41170" y="73180"/>
                    <a:pt x="41170" y="73205"/>
                  </a:cubicBezTo>
                  <a:cubicBezTo>
                    <a:pt x="41145" y="73180"/>
                    <a:pt x="41145" y="73155"/>
                    <a:pt x="41120" y="73130"/>
                  </a:cubicBezTo>
                  <a:close/>
                  <a:moveTo>
                    <a:pt x="46596" y="72582"/>
                  </a:moveTo>
                  <a:cubicBezTo>
                    <a:pt x="47044" y="72757"/>
                    <a:pt x="47492" y="72956"/>
                    <a:pt x="47916" y="73180"/>
                  </a:cubicBezTo>
                  <a:cubicBezTo>
                    <a:pt x="47891" y="73180"/>
                    <a:pt x="47891" y="73205"/>
                    <a:pt x="47866" y="73205"/>
                  </a:cubicBezTo>
                  <a:cubicBezTo>
                    <a:pt x="47468" y="73006"/>
                    <a:pt x="46995" y="72806"/>
                    <a:pt x="46547" y="72657"/>
                  </a:cubicBezTo>
                  <a:cubicBezTo>
                    <a:pt x="46547" y="72632"/>
                    <a:pt x="46596" y="72632"/>
                    <a:pt x="46596" y="72582"/>
                  </a:cubicBezTo>
                  <a:close/>
                  <a:moveTo>
                    <a:pt x="29247" y="70292"/>
                  </a:moveTo>
                  <a:cubicBezTo>
                    <a:pt x="29770" y="70292"/>
                    <a:pt x="30318" y="70317"/>
                    <a:pt x="30840" y="70342"/>
                  </a:cubicBezTo>
                  <a:cubicBezTo>
                    <a:pt x="30965" y="70342"/>
                    <a:pt x="31114" y="70392"/>
                    <a:pt x="31239" y="70392"/>
                  </a:cubicBezTo>
                  <a:cubicBezTo>
                    <a:pt x="31687" y="70417"/>
                    <a:pt x="32110" y="70467"/>
                    <a:pt x="32558" y="70566"/>
                  </a:cubicBezTo>
                  <a:cubicBezTo>
                    <a:pt x="32259" y="71039"/>
                    <a:pt x="32035" y="71462"/>
                    <a:pt x="31786" y="71935"/>
                  </a:cubicBezTo>
                  <a:cubicBezTo>
                    <a:pt x="30069" y="72134"/>
                    <a:pt x="28326" y="72557"/>
                    <a:pt x="26609" y="73254"/>
                  </a:cubicBezTo>
                  <a:cubicBezTo>
                    <a:pt x="25314" y="72757"/>
                    <a:pt x="24169" y="72060"/>
                    <a:pt x="23248" y="71164"/>
                  </a:cubicBezTo>
                  <a:cubicBezTo>
                    <a:pt x="23497" y="71089"/>
                    <a:pt x="23721" y="71039"/>
                    <a:pt x="23970" y="70964"/>
                  </a:cubicBezTo>
                  <a:cubicBezTo>
                    <a:pt x="24020" y="70940"/>
                    <a:pt x="24120" y="70940"/>
                    <a:pt x="24169" y="70915"/>
                  </a:cubicBezTo>
                  <a:lnTo>
                    <a:pt x="25016" y="70716"/>
                  </a:lnTo>
                  <a:cubicBezTo>
                    <a:pt x="25115" y="70691"/>
                    <a:pt x="25215" y="70691"/>
                    <a:pt x="25265" y="70666"/>
                  </a:cubicBezTo>
                  <a:cubicBezTo>
                    <a:pt x="25538" y="70591"/>
                    <a:pt x="25787" y="70566"/>
                    <a:pt x="26086" y="70516"/>
                  </a:cubicBezTo>
                  <a:cubicBezTo>
                    <a:pt x="26211" y="70467"/>
                    <a:pt x="26285" y="70467"/>
                    <a:pt x="26410" y="70467"/>
                  </a:cubicBezTo>
                  <a:cubicBezTo>
                    <a:pt x="26659" y="70442"/>
                    <a:pt x="26907" y="70417"/>
                    <a:pt x="27131" y="70392"/>
                  </a:cubicBezTo>
                  <a:cubicBezTo>
                    <a:pt x="27281" y="70342"/>
                    <a:pt x="27480" y="70342"/>
                    <a:pt x="27629" y="70342"/>
                  </a:cubicBezTo>
                  <a:cubicBezTo>
                    <a:pt x="27828" y="70342"/>
                    <a:pt x="28003" y="70317"/>
                    <a:pt x="28202" y="70317"/>
                  </a:cubicBezTo>
                  <a:cubicBezTo>
                    <a:pt x="28525" y="70292"/>
                    <a:pt x="28874" y="70292"/>
                    <a:pt x="29222" y="70292"/>
                  </a:cubicBezTo>
                  <a:close/>
                  <a:moveTo>
                    <a:pt x="38557" y="73180"/>
                  </a:moveTo>
                  <a:lnTo>
                    <a:pt x="38557" y="73180"/>
                  </a:lnTo>
                  <a:cubicBezTo>
                    <a:pt x="38532" y="73205"/>
                    <a:pt x="38457" y="73254"/>
                    <a:pt x="38432" y="73279"/>
                  </a:cubicBezTo>
                  <a:cubicBezTo>
                    <a:pt x="38398" y="73296"/>
                    <a:pt x="38340" y="73302"/>
                    <a:pt x="38283" y="73311"/>
                  </a:cubicBezTo>
                  <a:lnTo>
                    <a:pt x="38283" y="73311"/>
                  </a:lnTo>
                  <a:cubicBezTo>
                    <a:pt x="38312" y="73299"/>
                    <a:pt x="38344" y="73280"/>
                    <a:pt x="38382" y="73254"/>
                  </a:cubicBezTo>
                  <a:cubicBezTo>
                    <a:pt x="38432" y="73205"/>
                    <a:pt x="38507" y="73205"/>
                    <a:pt x="38557" y="73180"/>
                  </a:cubicBezTo>
                  <a:close/>
                  <a:moveTo>
                    <a:pt x="48214" y="73304"/>
                  </a:moveTo>
                  <a:cubicBezTo>
                    <a:pt x="48187" y="73304"/>
                    <a:pt x="48174" y="73312"/>
                    <a:pt x="48165" y="73319"/>
                  </a:cubicBezTo>
                  <a:lnTo>
                    <a:pt x="48165" y="73319"/>
                  </a:lnTo>
                  <a:cubicBezTo>
                    <a:pt x="48166" y="73304"/>
                    <a:pt x="48173" y="73304"/>
                    <a:pt x="48214" y="73304"/>
                  </a:cubicBezTo>
                  <a:close/>
                  <a:moveTo>
                    <a:pt x="39253" y="73254"/>
                  </a:moveTo>
                  <a:cubicBezTo>
                    <a:pt x="39278" y="73254"/>
                    <a:pt x="39278" y="73254"/>
                    <a:pt x="39278" y="73279"/>
                  </a:cubicBezTo>
                  <a:cubicBezTo>
                    <a:pt x="39303" y="73304"/>
                    <a:pt x="39328" y="73304"/>
                    <a:pt x="39378" y="73329"/>
                  </a:cubicBezTo>
                  <a:cubicBezTo>
                    <a:pt x="39303" y="73304"/>
                    <a:pt x="39278" y="73304"/>
                    <a:pt x="39204" y="73279"/>
                  </a:cubicBezTo>
                  <a:cubicBezTo>
                    <a:pt x="39253" y="73279"/>
                    <a:pt x="39253" y="73279"/>
                    <a:pt x="39253" y="73254"/>
                  </a:cubicBezTo>
                  <a:close/>
                  <a:moveTo>
                    <a:pt x="48140" y="73304"/>
                  </a:moveTo>
                  <a:cubicBezTo>
                    <a:pt x="48140" y="73304"/>
                    <a:pt x="48158" y="73304"/>
                    <a:pt x="48163" y="73320"/>
                  </a:cubicBezTo>
                  <a:lnTo>
                    <a:pt x="48163" y="73320"/>
                  </a:lnTo>
                  <a:cubicBezTo>
                    <a:pt x="48156" y="73325"/>
                    <a:pt x="48150" y="73329"/>
                    <a:pt x="48140" y="73329"/>
                  </a:cubicBezTo>
                  <a:lnTo>
                    <a:pt x="48090" y="73329"/>
                  </a:lnTo>
                  <a:cubicBezTo>
                    <a:pt x="48115" y="73329"/>
                    <a:pt x="48115" y="73304"/>
                    <a:pt x="48140" y="73304"/>
                  </a:cubicBezTo>
                  <a:close/>
                  <a:moveTo>
                    <a:pt x="23074" y="71213"/>
                  </a:moveTo>
                  <a:cubicBezTo>
                    <a:pt x="23995" y="72134"/>
                    <a:pt x="25090" y="72831"/>
                    <a:pt x="26385" y="73329"/>
                  </a:cubicBezTo>
                  <a:cubicBezTo>
                    <a:pt x="26360" y="73329"/>
                    <a:pt x="26335" y="73379"/>
                    <a:pt x="26285" y="73379"/>
                  </a:cubicBezTo>
                  <a:cubicBezTo>
                    <a:pt x="25033" y="72888"/>
                    <a:pt x="23926" y="72154"/>
                    <a:pt x="23012" y="71251"/>
                  </a:cubicBezTo>
                  <a:lnTo>
                    <a:pt x="23012" y="71251"/>
                  </a:lnTo>
                  <a:cubicBezTo>
                    <a:pt x="23013" y="71251"/>
                    <a:pt x="23014" y="71251"/>
                    <a:pt x="23015" y="71251"/>
                  </a:cubicBezTo>
                  <a:cubicBezTo>
                    <a:pt x="23031" y="71251"/>
                    <a:pt x="23049" y="71238"/>
                    <a:pt x="23074" y="71213"/>
                  </a:cubicBezTo>
                  <a:close/>
                  <a:moveTo>
                    <a:pt x="31711" y="72134"/>
                  </a:moveTo>
                  <a:cubicBezTo>
                    <a:pt x="31711" y="72159"/>
                    <a:pt x="31687" y="72159"/>
                    <a:pt x="31687" y="72184"/>
                  </a:cubicBezTo>
                  <a:cubicBezTo>
                    <a:pt x="30094" y="72333"/>
                    <a:pt x="28550" y="72757"/>
                    <a:pt x="27007" y="73379"/>
                  </a:cubicBezTo>
                  <a:cubicBezTo>
                    <a:pt x="26982" y="73379"/>
                    <a:pt x="26957" y="73329"/>
                    <a:pt x="26907" y="73329"/>
                  </a:cubicBezTo>
                  <a:cubicBezTo>
                    <a:pt x="28476" y="72707"/>
                    <a:pt x="30069" y="72309"/>
                    <a:pt x="31711" y="72134"/>
                  </a:cubicBezTo>
                  <a:close/>
                  <a:moveTo>
                    <a:pt x="41319" y="73304"/>
                  </a:moveTo>
                  <a:cubicBezTo>
                    <a:pt x="41369" y="73329"/>
                    <a:pt x="41369" y="73329"/>
                    <a:pt x="41369" y="73379"/>
                  </a:cubicBezTo>
                  <a:cubicBezTo>
                    <a:pt x="41369" y="73404"/>
                    <a:pt x="41319" y="73404"/>
                    <a:pt x="41319" y="73429"/>
                  </a:cubicBezTo>
                  <a:lnTo>
                    <a:pt x="41319" y="73404"/>
                  </a:lnTo>
                  <a:lnTo>
                    <a:pt x="41295" y="73379"/>
                  </a:lnTo>
                  <a:cubicBezTo>
                    <a:pt x="41295" y="73329"/>
                    <a:pt x="41319" y="73329"/>
                    <a:pt x="41319" y="73304"/>
                  </a:cubicBezTo>
                  <a:close/>
                  <a:moveTo>
                    <a:pt x="40896" y="73130"/>
                  </a:moveTo>
                  <a:cubicBezTo>
                    <a:pt x="40921" y="73205"/>
                    <a:pt x="40996" y="73304"/>
                    <a:pt x="41046" y="73379"/>
                  </a:cubicBezTo>
                  <a:cubicBezTo>
                    <a:pt x="41021" y="73404"/>
                    <a:pt x="40996" y="73454"/>
                    <a:pt x="40996" y="73503"/>
                  </a:cubicBezTo>
                  <a:cubicBezTo>
                    <a:pt x="40921" y="73379"/>
                    <a:pt x="40871" y="73254"/>
                    <a:pt x="40822" y="73130"/>
                  </a:cubicBezTo>
                  <a:close/>
                  <a:moveTo>
                    <a:pt x="26609" y="73454"/>
                  </a:moveTo>
                  <a:cubicBezTo>
                    <a:pt x="26683" y="73454"/>
                    <a:pt x="26708" y="73454"/>
                    <a:pt x="26708" y="73503"/>
                  </a:cubicBezTo>
                  <a:cubicBezTo>
                    <a:pt x="26683" y="73503"/>
                    <a:pt x="26634" y="73528"/>
                    <a:pt x="26609" y="73528"/>
                  </a:cubicBezTo>
                  <a:lnTo>
                    <a:pt x="26584" y="73528"/>
                  </a:lnTo>
                  <a:cubicBezTo>
                    <a:pt x="26559" y="73528"/>
                    <a:pt x="26559" y="73503"/>
                    <a:pt x="26509" y="73503"/>
                  </a:cubicBezTo>
                  <a:cubicBezTo>
                    <a:pt x="26559" y="73503"/>
                    <a:pt x="26584" y="73454"/>
                    <a:pt x="26609" y="73454"/>
                  </a:cubicBezTo>
                  <a:close/>
                  <a:moveTo>
                    <a:pt x="40324" y="73155"/>
                  </a:moveTo>
                  <a:cubicBezTo>
                    <a:pt x="40349" y="73205"/>
                    <a:pt x="40349" y="73254"/>
                    <a:pt x="40398" y="73304"/>
                  </a:cubicBezTo>
                  <a:lnTo>
                    <a:pt x="40398" y="73329"/>
                  </a:lnTo>
                  <a:cubicBezTo>
                    <a:pt x="40423" y="73404"/>
                    <a:pt x="40448" y="73503"/>
                    <a:pt x="40498" y="73553"/>
                  </a:cubicBezTo>
                  <a:lnTo>
                    <a:pt x="40498" y="73578"/>
                  </a:lnTo>
                  <a:lnTo>
                    <a:pt x="40299" y="73478"/>
                  </a:lnTo>
                  <a:cubicBezTo>
                    <a:pt x="40150" y="73354"/>
                    <a:pt x="40000" y="73279"/>
                    <a:pt x="39826" y="73155"/>
                  </a:cubicBezTo>
                  <a:close/>
                  <a:moveTo>
                    <a:pt x="45501" y="72508"/>
                  </a:moveTo>
                  <a:cubicBezTo>
                    <a:pt x="45526" y="72508"/>
                    <a:pt x="45526" y="72508"/>
                    <a:pt x="45551" y="72533"/>
                  </a:cubicBezTo>
                  <a:cubicBezTo>
                    <a:pt x="45551" y="72831"/>
                    <a:pt x="45551" y="73180"/>
                    <a:pt x="45526" y="73503"/>
                  </a:cubicBezTo>
                  <a:cubicBezTo>
                    <a:pt x="45506" y="73544"/>
                    <a:pt x="45486" y="73568"/>
                    <a:pt x="45479" y="73615"/>
                  </a:cubicBezTo>
                  <a:lnTo>
                    <a:pt x="45479" y="73615"/>
                  </a:lnTo>
                  <a:cubicBezTo>
                    <a:pt x="45503" y="73253"/>
                    <a:pt x="45525" y="72869"/>
                    <a:pt x="45501" y="72508"/>
                  </a:cubicBezTo>
                  <a:close/>
                  <a:moveTo>
                    <a:pt x="41170" y="73553"/>
                  </a:moveTo>
                  <a:lnTo>
                    <a:pt x="41195" y="73578"/>
                  </a:lnTo>
                  <a:lnTo>
                    <a:pt x="41120" y="73777"/>
                  </a:lnTo>
                  <a:lnTo>
                    <a:pt x="41071" y="73752"/>
                  </a:lnTo>
                  <a:lnTo>
                    <a:pt x="41170" y="73553"/>
                  </a:lnTo>
                  <a:close/>
                  <a:moveTo>
                    <a:pt x="40622" y="73205"/>
                  </a:moveTo>
                  <a:cubicBezTo>
                    <a:pt x="40647" y="73254"/>
                    <a:pt x="40672" y="73329"/>
                    <a:pt x="40747" y="73429"/>
                  </a:cubicBezTo>
                  <a:lnTo>
                    <a:pt x="40822" y="73628"/>
                  </a:lnTo>
                  <a:cubicBezTo>
                    <a:pt x="40871" y="73653"/>
                    <a:pt x="40871" y="73702"/>
                    <a:pt x="40896" y="73752"/>
                  </a:cubicBezTo>
                  <a:cubicBezTo>
                    <a:pt x="40896" y="73752"/>
                    <a:pt x="40896" y="73777"/>
                    <a:pt x="40871" y="73777"/>
                  </a:cubicBezTo>
                  <a:lnTo>
                    <a:pt x="40871" y="73802"/>
                  </a:lnTo>
                  <a:cubicBezTo>
                    <a:pt x="40772" y="73653"/>
                    <a:pt x="40697" y="73503"/>
                    <a:pt x="40622" y="73329"/>
                  </a:cubicBezTo>
                  <a:cubicBezTo>
                    <a:pt x="40573" y="73279"/>
                    <a:pt x="40573" y="73254"/>
                    <a:pt x="40548" y="73205"/>
                  </a:cubicBezTo>
                  <a:close/>
                  <a:moveTo>
                    <a:pt x="31562" y="72408"/>
                  </a:moveTo>
                  <a:cubicBezTo>
                    <a:pt x="31239" y="72956"/>
                    <a:pt x="30965" y="73503"/>
                    <a:pt x="30691" y="74051"/>
                  </a:cubicBezTo>
                  <a:cubicBezTo>
                    <a:pt x="29471" y="74001"/>
                    <a:pt x="28351" y="73777"/>
                    <a:pt x="27306" y="73454"/>
                  </a:cubicBezTo>
                  <a:cubicBezTo>
                    <a:pt x="28700" y="72931"/>
                    <a:pt x="30118" y="72557"/>
                    <a:pt x="31562" y="72408"/>
                  </a:cubicBezTo>
                  <a:close/>
                  <a:moveTo>
                    <a:pt x="31861" y="72383"/>
                  </a:moveTo>
                  <a:cubicBezTo>
                    <a:pt x="31562" y="72931"/>
                    <a:pt x="31239" y="73503"/>
                    <a:pt x="30965" y="74051"/>
                  </a:cubicBezTo>
                  <a:lnTo>
                    <a:pt x="30915" y="74051"/>
                  </a:lnTo>
                  <a:cubicBezTo>
                    <a:pt x="31189" y="73503"/>
                    <a:pt x="31487" y="72931"/>
                    <a:pt x="31811" y="72383"/>
                  </a:cubicBezTo>
                  <a:close/>
                  <a:moveTo>
                    <a:pt x="33230" y="72321"/>
                  </a:moveTo>
                  <a:cubicBezTo>
                    <a:pt x="34209" y="72321"/>
                    <a:pt x="35167" y="72414"/>
                    <a:pt x="36092" y="72557"/>
                  </a:cubicBezTo>
                  <a:cubicBezTo>
                    <a:pt x="36565" y="72707"/>
                    <a:pt x="37088" y="72881"/>
                    <a:pt x="37636" y="72956"/>
                  </a:cubicBezTo>
                  <a:lnTo>
                    <a:pt x="37710" y="72956"/>
                  </a:lnTo>
                  <a:cubicBezTo>
                    <a:pt x="37884" y="73006"/>
                    <a:pt x="38034" y="73030"/>
                    <a:pt x="38183" y="73080"/>
                  </a:cubicBezTo>
                  <a:cubicBezTo>
                    <a:pt x="38208" y="73080"/>
                    <a:pt x="38208" y="73080"/>
                    <a:pt x="38258" y="73130"/>
                  </a:cubicBezTo>
                  <a:cubicBezTo>
                    <a:pt x="35945" y="73742"/>
                    <a:pt x="33757" y="74086"/>
                    <a:pt x="31748" y="74086"/>
                  </a:cubicBezTo>
                  <a:cubicBezTo>
                    <a:pt x="31552" y="74086"/>
                    <a:pt x="31357" y="74082"/>
                    <a:pt x="31164" y="74076"/>
                  </a:cubicBezTo>
                  <a:cubicBezTo>
                    <a:pt x="31463" y="73503"/>
                    <a:pt x="31736" y="72931"/>
                    <a:pt x="32060" y="72383"/>
                  </a:cubicBezTo>
                  <a:cubicBezTo>
                    <a:pt x="32234" y="72383"/>
                    <a:pt x="32433" y="72333"/>
                    <a:pt x="32608" y="72333"/>
                  </a:cubicBezTo>
                  <a:cubicBezTo>
                    <a:pt x="32816" y="72325"/>
                    <a:pt x="33023" y="72321"/>
                    <a:pt x="33230" y="72321"/>
                  </a:cubicBezTo>
                  <a:close/>
                  <a:moveTo>
                    <a:pt x="27007" y="73553"/>
                  </a:moveTo>
                  <a:cubicBezTo>
                    <a:pt x="28102" y="73926"/>
                    <a:pt x="29322" y="74151"/>
                    <a:pt x="30591" y="74200"/>
                  </a:cubicBezTo>
                  <a:cubicBezTo>
                    <a:pt x="30591" y="74225"/>
                    <a:pt x="30566" y="74225"/>
                    <a:pt x="30566" y="74275"/>
                  </a:cubicBezTo>
                  <a:cubicBezTo>
                    <a:pt x="29247" y="74175"/>
                    <a:pt x="28003" y="73951"/>
                    <a:pt x="26932" y="73578"/>
                  </a:cubicBezTo>
                  <a:cubicBezTo>
                    <a:pt x="26957" y="73578"/>
                    <a:pt x="26982" y="73578"/>
                    <a:pt x="27007" y="73553"/>
                  </a:cubicBezTo>
                  <a:close/>
                  <a:moveTo>
                    <a:pt x="30840" y="74250"/>
                  </a:moveTo>
                  <a:cubicBezTo>
                    <a:pt x="30840" y="74275"/>
                    <a:pt x="30815" y="74275"/>
                    <a:pt x="30815" y="74300"/>
                  </a:cubicBezTo>
                  <a:lnTo>
                    <a:pt x="30741" y="74300"/>
                  </a:lnTo>
                  <a:cubicBezTo>
                    <a:pt x="30790" y="74275"/>
                    <a:pt x="30790" y="74275"/>
                    <a:pt x="30790" y="74250"/>
                  </a:cubicBezTo>
                  <a:close/>
                  <a:moveTo>
                    <a:pt x="41369" y="73777"/>
                  </a:moveTo>
                  <a:cubicBezTo>
                    <a:pt x="41394" y="73827"/>
                    <a:pt x="41444" y="73902"/>
                    <a:pt x="41519" y="73951"/>
                  </a:cubicBezTo>
                  <a:cubicBezTo>
                    <a:pt x="41618" y="74076"/>
                    <a:pt x="41668" y="74200"/>
                    <a:pt x="41767" y="74300"/>
                  </a:cubicBezTo>
                  <a:cubicBezTo>
                    <a:pt x="41568" y="74200"/>
                    <a:pt x="41419" y="74126"/>
                    <a:pt x="41270" y="74026"/>
                  </a:cubicBezTo>
                  <a:cubicBezTo>
                    <a:pt x="41270" y="74001"/>
                    <a:pt x="41245" y="74001"/>
                    <a:pt x="41245" y="73951"/>
                  </a:cubicBezTo>
                  <a:cubicBezTo>
                    <a:pt x="41270" y="73902"/>
                    <a:pt x="41295" y="73827"/>
                    <a:pt x="41369" y="73777"/>
                  </a:cubicBezTo>
                  <a:close/>
                  <a:moveTo>
                    <a:pt x="37835" y="73404"/>
                  </a:moveTo>
                  <a:lnTo>
                    <a:pt x="37835" y="73404"/>
                  </a:lnTo>
                  <a:cubicBezTo>
                    <a:pt x="37785" y="73429"/>
                    <a:pt x="37760" y="73454"/>
                    <a:pt x="37685" y="73503"/>
                  </a:cubicBezTo>
                  <a:cubicBezTo>
                    <a:pt x="35570" y="74026"/>
                    <a:pt x="33528" y="74325"/>
                    <a:pt x="31662" y="74325"/>
                  </a:cubicBezTo>
                  <a:cubicBezTo>
                    <a:pt x="31438" y="74325"/>
                    <a:pt x="31239" y="74300"/>
                    <a:pt x="31039" y="74300"/>
                  </a:cubicBezTo>
                  <a:cubicBezTo>
                    <a:pt x="31039" y="74275"/>
                    <a:pt x="31064" y="74275"/>
                    <a:pt x="31064" y="74250"/>
                  </a:cubicBezTo>
                  <a:cubicBezTo>
                    <a:pt x="31225" y="74254"/>
                    <a:pt x="31386" y="74256"/>
                    <a:pt x="31548" y="74256"/>
                  </a:cubicBezTo>
                  <a:cubicBezTo>
                    <a:pt x="33503" y="74256"/>
                    <a:pt x="35605" y="73978"/>
                    <a:pt x="37835" y="73404"/>
                  </a:cubicBezTo>
                  <a:close/>
                  <a:moveTo>
                    <a:pt x="46497" y="72806"/>
                  </a:moveTo>
                  <a:cubicBezTo>
                    <a:pt x="46895" y="72956"/>
                    <a:pt x="47293" y="73130"/>
                    <a:pt x="47716" y="73329"/>
                  </a:cubicBezTo>
                  <a:cubicBezTo>
                    <a:pt x="47667" y="73379"/>
                    <a:pt x="47642" y="73379"/>
                    <a:pt x="47617" y="73404"/>
                  </a:cubicBezTo>
                  <a:cubicBezTo>
                    <a:pt x="46995" y="73777"/>
                    <a:pt x="46372" y="74151"/>
                    <a:pt x="45725" y="74499"/>
                  </a:cubicBezTo>
                  <a:cubicBezTo>
                    <a:pt x="45974" y="73902"/>
                    <a:pt x="46223" y="73404"/>
                    <a:pt x="46497" y="72806"/>
                  </a:cubicBezTo>
                  <a:close/>
                  <a:moveTo>
                    <a:pt x="41494" y="73503"/>
                  </a:moveTo>
                  <a:cubicBezTo>
                    <a:pt x="41519" y="73528"/>
                    <a:pt x="41543" y="73553"/>
                    <a:pt x="41543" y="73578"/>
                  </a:cubicBezTo>
                  <a:cubicBezTo>
                    <a:pt x="41743" y="73877"/>
                    <a:pt x="41917" y="74126"/>
                    <a:pt x="42116" y="74399"/>
                  </a:cubicBezTo>
                  <a:cubicBezTo>
                    <a:pt x="42166" y="74499"/>
                    <a:pt x="42191" y="74549"/>
                    <a:pt x="42265" y="74648"/>
                  </a:cubicBezTo>
                  <a:cubicBezTo>
                    <a:pt x="42240" y="74623"/>
                    <a:pt x="42191" y="74574"/>
                    <a:pt x="42141" y="74549"/>
                  </a:cubicBezTo>
                  <a:cubicBezTo>
                    <a:pt x="41942" y="74250"/>
                    <a:pt x="41743" y="73951"/>
                    <a:pt x="41519" y="73653"/>
                  </a:cubicBezTo>
                  <a:cubicBezTo>
                    <a:pt x="41494" y="73628"/>
                    <a:pt x="41494" y="73578"/>
                    <a:pt x="41444" y="73553"/>
                  </a:cubicBezTo>
                  <a:cubicBezTo>
                    <a:pt x="41444" y="73528"/>
                    <a:pt x="41494" y="73528"/>
                    <a:pt x="41494" y="73503"/>
                  </a:cubicBezTo>
                  <a:close/>
                  <a:moveTo>
                    <a:pt x="47916" y="73454"/>
                  </a:moveTo>
                  <a:cubicBezTo>
                    <a:pt x="47866" y="73503"/>
                    <a:pt x="47816" y="73528"/>
                    <a:pt x="47766" y="73553"/>
                  </a:cubicBezTo>
                  <a:cubicBezTo>
                    <a:pt x="47069" y="73951"/>
                    <a:pt x="46372" y="74399"/>
                    <a:pt x="45675" y="74773"/>
                  </a:cubicBezTo>
                  <a:cubicBezTo>
                    <a:pt x="45655" y="74793"/>
                    <a:pt x="45634" y="74797"/>
                    <a:pt x="45600" y="74811"/>
                  </a:cubicBezTo>
                  <a:lnTo>
                    <a:pt x="45600" y="74811"/>
                  </a:lnTo>
                  <a:cubicBezTo>
                    <a:pt x="45601" y="74808"/>
                    <a:pt x="45601" y="74803"/>
                    <a:pt x="45601" y="74798"/>
                  </a:cubicBezTo>
                  <a:lnTo>
                    <a:pt x="45601" y="74773"/>
                  </a:lnTo>
                  <a:cubicBezTo>
                    <a:pt x="45899" y="74574"/>
                    <a:pt x="46223" y="74399"/>
                    <a:pt x="46522" y="74250"/>
                  </a:cubicBezTo>
                  <a:cubicBezTo>
                    <a:pt x="46895" y="74026"/>
                    <a:pt x="47293" y="73802"/>
                    <a:pt x="47667" y="73553"/>
                  </a:cubicBezTo>
                  <a:lnTo>
                    <a:pt x="47866" y="73454"/>
                  </a:lnTo>
                  <a:close/>
                  <a:moveTo>
                    <a:pt x="41519" y="74375"/>
                  </a:moveTo>
                  <a:lnTo>
                    <a:pt x="41519" y="74375"/>
                  </a:lnTo>
                  <a:cubicBezTo>
                    <a:pt x="41668" y="74449"/>
                    <a:pt x="41817" y="74549"/>
                    <a:pt x="41991" y="74673"/>
                  </a:cubicBezTo>
                  <a:cubicBezTo>
                    <a:pt x="42016" y="74748"/>
                    <a:pt x="42041" y="74773"/>
                    <a:pt x="42066" y="74823"/>
                  </a:cubicBezTo>
                  <a:cubicBezTo>
                    <a:pt x="41917" y="74748"/>
                    <a:pt x="41792" y="74623"/>
                    <a:pt x="41643" y="74524"/>
                  </a:cubicBezTo>
                  <a:cubicBezTo>
                    <a:pt x="41568" y="74449"/>
                    <a:pt x="41543" y="74424"/>
                    <a:pt x="41519" y="74375"/>
                  </a:cubicBezTo>
                  <a:close/>
                  <a:moveTo>
                    <a:pt x="45544" y="74860"/>
                  </a:moveTo>
                  <a:cubicBezTo>
                    <a:pt x="45539" y="74867"/>
                    <a:pt x="45534" y="74872"/>
                    <a:pt x="45526" y="74872"/>
                  </a:cubicBezTo>
                  <a:cubicBezTo>
                    <a:pt x="45532" y="74868"/>
                    <a:pt x="45538" y="74864"/>
                    <a:pt x="45544" y="74860"/>
                  </a:cubicBezTo>
                  <a:close/>
                  <a:moveTo>
                    <a:pt x="41519" y="74773"/>
                  </a:moveTo>
                  <a:lnTo>
                    <a:pt x="41693" y="74947"/>
                  </a:lnTo>
                  <a:cubicBezTo>
                    <a:pt x="41743" y="74997"/>
                    <a:pt x="41792" y="75047"/>
                    <a:pt x="41867" y="75071"/>
                  </a:cubicBezTo>
                  <a:lnTo>
                    <a:pt x="41817" y="75121"/>
                  </a:lnTo>
                  <a:cubicBezTo>
                    <a:pt x="41767" y="75047"/>
                    <a:pt x="41743" y="74997"/>
                    <a:pt x="41668" y="74947"/>
                  </a:cubicBezTo>
                  <a:cubicBezTo>
                    <a:pt x="41618" y="74897"/>
                    <a:pt x="41543" y="74823"/>
                    <a:pt x="41519" y="74773"/>
                  </a:cubicBezTo>
                  <a:close/>
                  <a:moveTo>
                    <a:pt x="42415" y="74997"/>
                  </a:moveTo>
                  <a:lnTo>
                    <a:pt x="42415" y="74997"/>
                  </a:lnTo>
                  <a:cubicBezTo>
                    <a:pt x="42440" y="75022"/>
                    <a:pt x="42489" y="75022"/>
                    <a:pt x="42514" y="75047"/>
                  </a:cubicBezTo>
                  <a:cubicBezTo>
                    <a:pt x="42539" y="75071"/>
                    <a:pt x="42564" y="75146"/>
                    <a:pt x="42564" y="75171"/>
                  </a:cubicBezTo>
                  <a:cubicBezTo>
                    <a:pt x="42539" y="75146"/>
                    <a:pt x="42514" y="75146"/>
                    <a:pt x="42489" y="75121"/>
                  </a:cubicBezTo>
                  <a:cubicBezTo>
                    <a:pt x="42440" y="75071"/>
                    <a:pt x="42415" y="75022"/>
                    <a:pt x="42415" y="74997"/>
                  </a:cubicBezTo>
                  <a:close/>
                  <a:moveTo>
                    <a:pt x="45128" y="72433"/>
                  </a:moveTo>
                  <a:cubicBezTo>
                    <a:pt x="45178" y="72433"/>
                    <a:pt x="45252" y="72458"/>
                    <a:pt x="45302" y="72458"/>
                  </a:cubicBezTo>
                  <a:cubicBezTo>
                    <a:pt x="45327" y="73055"/>
                    <a:pt x="45302" y="73653"/>
                    <a:pt x="45202" y="74200"/>
                  </a:cubicBezTo>
                  <a:cubicBezTo>
                    <a:pt x="45078" y="74449"/>
                    <a:pt x="45003" y="74698"/>
                    <a:pt x="44879" y="74997"/>
                  </a:cubicBezTo>
                  <a:cubicBezTo>
                    <a:pt x="44729" y="75022"/>
                    <a:pt x="44605" y="75071"/>
                    <a:pt x="44481" y="75171"/>
                  </a:cubicBezTo>
                  <a:cubicBezTo>
                    <a:pt x="44605" y="74275"/>
                    <a:pt x="44804" y="73379"/>
                    <a:pt x="45103" y="72433"/>
                  </a:cubicBezTo>
                  <a:close/>
                  <a:moveTo>
                    <a:pt x="44729" y="75246"/>
                  </a:moveTo>
                  <a:cubicBezTo>
                    <a:pt x="44729" y="75246"/>
                    <a:pt x="44729" y="75270"/>
                    <a:pt x="44681" y="75271"/>
                  </a:cubicBezTo>
                  <a:lnTo>
                    <a:pt x="44681" y="75271"/>
                  </a:lnTo>
                  <a:cubicBezTo>
                    <a:pt x="44698" y="75262"/>
                    <a:pt x="44714" y="75253"/>
                    <a:pt x="44729" y="75246"/>
                  </a:cubicBezTo>
                  <a:close/>
                  <a:moveTo>
                    <a:pt x="44868" y="72496"/>
                  </a:moveTo>
                  <a:cubicBezTo>
                    <a:pt x="44599" y="73453"/>
                    <a:pt x="44379" y="74386"/>
                    <a:pt x="44257" y="75271"/>
                  </a:cubicBezTo>
                  <a:cubicBezTo>
                    <a:pt x="44232" y="75271"/>
                    <a:pt x="44232" y="75295"/>
                    <a:pt x="44182" y="75295"/>
                  </a:cubicBezTo>
                  <a:cubicBezTo>
                    <a:pt x="44306" y="74399"/>
                    <a:pt x="44530" y="73454"/>
                    <a:pt x="44804" y="72508"/>
                  </a:cubicBezTo>
                  <a:cubicBezTo>
                    <a:pt x="44835" y="72508"/>
                    <a:pt x="44857" y="72508"/>
                    <a:pt x="44868" y="72496"/>
                  </a:cubicBezTo>
                  <a:close/>
                  <a:moveTo>
                    <a:pt x="42198" y="75129"/>
                  </a:moveTo>
                  <a:cubicBezTo>
                    <a:pt x="42249" y="75166"/>
                    <a:pt x="42313" y="75194"/>
                    <a:pt x="42365" y="75246"/>
                  </a:cubicBezTo>
                  <a:cubicBezTo>
                    <a:pt x="42390" y="75271"/>
                    <a:pt x="42390" y="75295"/>
                    <a:pt x="42415" y="75320"/>
                  </a:cubicBezTo>
                  <a:cubicBezTo>
                    <a:pt x="42315" y="75271"/>
                    <a:pt x="42265" y="75246"/>
                    <a:pt x="42240" y="75171"/>
                  </a:cubicBezTo>
                  <a:lnTo>
                    <a:pt x="42198" y="75129"/>
                  </a:lnTo>
                  <a:close/>
                  <a:moveTo>
                    <a:pt x="3161" y="63298"/>
                  </a:moveTo>
                  <a:lnTo>
                    <a:pt x="3161" y="63422"/>
                  </a:lnTo>
                  <a:cubicBezTo>
                    <a:pt x="2664" y="65364"/>
                    <a:pt x="2290" y="67305"/>
                    <a:pt x="2066" y="69147"/>
                  </a:cubicBezTo>
                  <a:cubicBezTo>
                    <a:pt x="1469" y="71263"/>
                    <a:pt x="996" y="73379"/>
                    <a:pt x="697" y="75395"/>
                  </a:cubicBezTo>
                  <a:cubicBezTo>
                    <a:pt x="797" y="74175"/>
                    <a:pt x="946" y="72906"/>
                    <a:pt x="1170" y="71562"/>
                  </a:cubicBezTo>
                  <a:cubicBezTo>
                    <a:pt x="1618" y="68824"/>
                    <a:pt x="2290" y="66061"/>
                    <a:pt x="3161" y="63298"/>
                  </a:cubicBezTo>
                  <a:close/>
                  <a:moveTo>
                    <a:pt x="9683" y="71188"/>
                  </a:moveTo>
                  <a:cubicBezTo>
                    <a:pt x="9708" y="71263"/>
                    <a:pt x="9708" y="71313"/>
                    <a:pt x="9757" y="71388"/>
                  </a:cubicBezTo>
                  <a:cubicBezTo>
                    <a:pt x="9807" y="71587"/>
                    <a:pt x="9882" y="71786"/>
                    <a:pt x="9932" y="71960"/>
                  </a:cubicBezTo>
                  <a:cubicBezTo>
                    <a:pt x="9957" y="72060"/>
                    <a:pt x="10006" y="72159"/>
                    <a:pt x="10031" y="72209"/>
                  </a:cubicBezTo>
                  <a:cubicBezTo>
                    <a:pt x="10056" y="72309"/>
                    <a:pt x="10081" y="72408"/>
                    <a:pt x="10131" y="72458"/>
                  </a:cubicBezTo>
                  <a:cubicBezTo>
                    <a:pt x="10181" y="72657"/>
                    <a:pt x="10280" y="72831"/>
                    <a:pt x="10330" y="73030"/>
                  </a:cubicBezTo>
                  <a:cubicBezTo>
                    <a:pt x="10380" y="73130"/>
                    <a:pt x="10430" y="73254"/>
                    <a:pt x="10454" y="73329"/>
                  </a:cubicBezTo>
                  <a:cubicBezTo>
                    <a:pt x="10454" y="73379"/>
                    <a:pt x="10504" y="73404"/>
                    <a:pt x="10504" y="73429"/>
                  </a:cubicBezTo>
                  <a:cubicBezTo>
                    <a:pt x="10529" y="73528"/>
                    <a:pt x="10579" y="73578"/>
                    <a:pt x="10629" y="73678"/>
                  </a:cubicBezTo>
                  <a:lnTo>
                    <a:pt x="10902" y="74250"/>
                  </a:lnTo>
                  <a:lnTo>
                    <a:pt x="11002" y="74424"/>
                  </a:lnTo>
                  <a:cubicBezTo>
                    <a:pt x="11052" y="74549"/>
                    <a:pt x="11126" y="74648"/>
                    <a:pt x="11176" y="74773"/>
                  </a:cubicBezTo>
                  <a:cubicBezTo>
                    <a:pt x="11251" y="74897"/>
                    <a:pt x="11326" y="75022"/>
                    <a:pt x="11400" y="75121"/>
                  </a:cubicBezTo>
                  <a:cubicBezTo>
                    <a:pt x="11450" y="75196"/>
                    <a:pt x="11525" y="75320"/>
                    <a:pt x="11624" y="75420"/>
                  </a:cubicBezTo>
                  <a:lnTo>
                    <a:pt x="11649" y="75445"/>
                  </a:lnTo>
                  <a:cubicBezTo>
                    <a:pt x="10380" y="74549"/>
                    <a:pt x="9210" y="73553"/>
                    <a:pt x="8164" y="72508"/>
                  </a:cubicBezTo>
                  <a:cubicBezTo>
                    <a:pt x="8214" y="72508"/>
                    <a:pt x="8264" y="72408"/>
                    <a:pt x="8289" y="72309"/>
                  </a:cubicBezTo>
                  <a:cubicBezTo>
                    <a:pt x="8388" y="72209"/>
                    <a:pt x="8463" y="72159"/>
                    <a:pt x="8563" y="72060"/>
                  </a:cubicBezTo>
                  <a:cubicBezTo>
                    <a:pt x="8687" y="71960"/>
                    <a:pt x="8812" y="71885"/>
                    <a:pt x="8936" y="71736"/>
                  </a:cubicBezTo>
                  <a:cubicBezTo>
                    <a:pt x="9085" y="71612"/>
                    <a:pt x="9210" y="71537"/>
                    <a:pt x="9384" y="71413"/>
                  </a:cubicBezTo>
                  <a:cubicBezTo>
                    <a:pt x="9459" y="71338"/>
                    <a:pt x="9558" y="71263"/>
                    <a:pt x="9683" y="71188"/>
                  </a:cubicBezTo>
                  <a:close/>
                  <a:moveTo>
                    <a:pt x="44680" y="75271"/>
                  </a:moveTo>
                  <a:lnTo>
                    <a:pt x="44680" y="75295"/>
                  </a:lnTo>
                  <a:lnTo>
                    <a:pt x="44406" y="75495"/>
                  </a:lnTo>
                  <a:lnTo>
                    <a:pt x="44406" y="75445"/>
                  </a:lnTo>
                  <a:lnTo>
                    <a:pt x="44406" y="75420"/>
                  </a:lnTo>
                  <a:cubicBezTo>
                    <a:pt x="44489" y="75378"/>
                    <a:pt x="44591" y="75319"/>
                    <a:pt x="44680" y="75271"/>
                  </a:cubicBezTo>
                  <a:close/>
                  <a:moveTo>
                    <a:pt x="41917" y="75271"/>
                  </a:moveTo>
                  <a:cubicBezTo>
                    <a:pt x="42016" y="75271"/>
                    <a:pt x="42041" y="75295"/>
                    <a:pt x="42066" y="75370"/>
                  </a:cubicBezTo>
                  <a:cubicBezTo>
                    <a:pt x="42116" y="75395"/>
                    <a:pt x="42116" y="75395"/>
                    <a:pt x="42116" y="75420"/>
                  </a:cubicBezTo>
                  <a:cubicBezTo>
                    <a:pt x="42166" y="75470"/>
                    <a:pt x="42191" y="75544"/>
                    <a:pt x="42265" y="75619"/>
                  </a:cubicBezTo>
                  <a:cubicBezTo>
                    <a:pt x="42191" y="75569"/>
                    <a:pt x="42166" y="75520"/>
                    <a:pt x="42116" y="75445"/>
                  </a:cubicBezTo>
                  <a:lnTo>
                    <a:pt x="42041" y="75395"/>
                  </a:lnTo>
                  <a:lnTo>
                    <a:pt x="41917" y="75271"/>
                  </a:lnTo>
                  <a:close/>
                  <a:moveTo>
                    <a:pt x="44232" y="75520"/>
                  </a:moveTo>
                  <a:lnTo>
                    <a:pt x="44232" y="75544"/>
                  </a:lnTo>
                  <a:lnTo>
                    <a:pt x="44232" y="75569"/>
                  </a:lnTo>
                  <a:cubicBezTo>
                    <a:pt x="44182" y="75569"/>
                    <a:pt x="44157" y="75619"/>
                    <a:pt x="44157" y="75619"/>
                  </a:cubicBezTo>
                  <a:lnTo>
                    <a:pt x="44157" y="75569"/>
                  </a:lnTo>
                  <a:lnTo>
                    <a:pt x="44157" y="75544"/>
                  </a:lnTo>
                  <a:cubicBezTo>
                    <a:pt x="44182" y="75544"/>
                    <a:pt x="44182" y="75520"/>
                    <a:pt x="44232" y="75520"/>
                  </a:cubicBezTo>
                  <a:close/>
                  <a:moveTo>
                    <a:pt x="44630" y="72533"/>
                  </a:moveTo>
                  <a:cubicBezTo>
                    <a:pt x="44331" y="73528"/>
                    <a:pt x="44132" y="74449"/>
                    <a:pt x="44008" y="75395"/>
                  </a:cubicBezTo>
                  <a:cubicBezTo>
                    <a:pt x="43858" y="75495"/>
                    <a:pt x="43684" y="75569"/>
                    <a:pt x="43535" y="75644"/>
                  </a:cubicBezTo>
                  <a:cubicBezTo>
                    <a:pt x="43261" y="75395"/>
                    <a:pt x="42987" y="75171"/>
                    <a:pt x="42664" y="74922"/>
                  </a:cubicBezTo>
                  <a:cubicBezTo>
                    <a:pt x="42614" y="74823"/>
                    <a:pt x="42564" y="74773"/>
                    <a:pt x="42514" y="74673"/>
                  </a:cubicBezTo>
                  <a:cubicBezTo>
                    <a:pt x="42440" y="74549"/>
                    <a:pt x="42365" y="74449"/>
                    <a:pt x="42290" y="74325"/>
                  </a:cubicBezTo>
                  <a:lnTo>
                    <a:pt x="41743" y="73503"/>
                  </a:lnTo>
                  <a:cubicBezTo>
                    <a:pt x="41668" y="73429"/>
                    <a:pt x="41643" y="73379"/>
                    <a:pt x="41593" y="73304"/>
                  </a:cubicBezTo>
                  <a:cubicBezTo>
                    <a:pt x="41668" y="73205"/>
                    <a:pt x="41693" y="73130"/>
                    <a:pt x="41767" y="73055"/>
                  </a:cubicBezTo>
                  <a:cubicBezTo>
                    <a:pt x="42688" y="72956"/>
                    <a:pt x="43659" y="72782"/>
                    <a:pt x="44630" y="72533"/>
                  </a:cubicBezTo>
                  <a:close/>
                  <a:moveTo>
                    <a:pt x="42688" y="75520"/>
                  </a:moveTo>
                  <a:lnTo>
                    <a:pt x="42788" y="75619"/>
                  </a:lnTo>
                  <a:cubicBezTo>
                    <a:pt x="42805" y="75636"/>
                    <a:pt x="42822" y="75664"/>
                    <a:pt x="42831" y="75696"/>
                  </a:cubicBezTo>
                  <a:lnTo>
                    <a:pt x="42831" y="75696"/>
                  </a:lnTo>
                  <a:cubicBezTo>
                    <a:pt x="42818" y="75687"/>
                    <a:pt x="42800" y="75681"/>
                    <a:pt x="42788" y="75669"/>
                  </a:cubicBezTo>
                  <a:cubicBezTo>
                    <a:pt x="42763" y="75619"/>
                    <a:pt x="42738" y="75569"/>
                    <a:pt x="42688" y="75520"/>
                  </a:cubicBezTo>
                  <a:close/>
                  <a:moveTo>
                    <a:pt x="57075" y="67206"/>
                  </a:moveTo>
                  <a:cubicBezTo>
                    <a:pt x="57100" y="67231"/>
                    <a:pt x="57125" y="67256"/>
                    <a:pt x="57200" y="67305"/>
                  </a:cubicBezTo>
                  <a:cubicBezTo>
                    <a:pt x="57324" y="67355"/>
                    <a:pt x="57424" y="67455"/>
                    <a:pt x="57548" y="67530"/>
                  </a:cubicBezTo>
                  <a:cubicBezTo>
                    <a:pt x="57623" y="67579"/>
                    <a:pt x="57723" y="67654"/>
                    <a:pt x="57822" y="67729"/>
                  </a:cubicBezTo>
                  <a:cubicBezTo>
                    <a:pt x="57922" y="67803"/>
                    <a:pt x="57972" y="67853"/>
                    <a:pt x="58071" y="67928"/>
                  </a:cubicBezTo>
                  <a:cubicBezTo>
                    <a:pt x="58196" y="68002"/>
                    <a:pt x="58320" y="68102"/>
                    <a:pt x="58469" y="68226"/>
                  </a:cubicBezTo>
                  <a:cubicBezTo>
                    <a:pt x="58494" y="68251"/>
                    <a:pt x="58544" y="68301"/>
                    <a:pt x="58594" y="68326"/>
                  </a:cubicBezTo>
                  <a:cubicBezTo>
                    <a:pt x="59440" y="68998"/>
                    <a:pt x="60361" y="69819"/>
                    <a:pt x="61307" y="70765"/>
                  </a:cubicBezTo>
                  <a:cubicBezTo>
                    <a:pt x="61431" y="70890"/>
                    <a:pt x="61556" y="70964"/>
                    <a:pt x="61680" y="71089"/>
                  </a:cubicBezTo>
                  <a:lnTo>
                    <a:pt x="61879" y="71313"/>
                  </a:lnTo>
                  <a:lnTo>
                    <a:pt x="62303" y="71711"/>
                  </a:lnTo>
                  <a:cubicBezTo>
                    <a:pt x="62128" y="71811"/>
                    <a:pt x="61979" y="71935"/>
                    <a:pt x="61830" y="72035"/>
                  </a:cubicBezTo>
                  <a:cubicBezTo>
                    <a:pt x="61705" y="72134"/>
                    <a:pt x="61581" y="72184"/>
                    <a:pt x="61456" y="72284"/>
                  </a:cubicBezTo>
                  <a:cubicBezTo>
                    <a:pt x="61257" y="72408"/>
                    <a:pt x="61083" y="72533"/>
                    <a:pt x="60859" y="72657"/>
                  </a:cubicBezTo>
                  <a:lnTo>
                    <a:pt x="60585" y="72831"/>
                  </a:lnTo>
                  <a:cubicBezTo>
                    <a:pt x="60560" y="72856"/>
                    <a:pt x="60535" y="72906"/>
                    <a:pt x="60461" y="72906"/>
                  </a:cubicBezTo>
                  <a:cubicBezTo>
                    <a:pt x="60286" y="73030"/>
                    <a:pt x="60087" y="73105"/>
                    <a:pt x="59913" y="73230"/>
                  </a:cubicBezTo>
                  <a:cubicBezTo>
                    <a:pt x="59814" y="73304"/>
                    <a:pt x="59714" y="73354"/>
                    <a:pt x="59614" y="73404"/>
                  </a:cubicBezTo>
                  <a:cubicBezTo>
                    <a:pt x="59589" y="73429"/>
                    <a:pt x="59540" y="73454"/>
                    <a:pt x="59490" y="73478"/>
                  </a:cubicBezTo>
                  <a:cubicBezTo>
                    <a:pt x="59341" y="73578"/>
                    <a:pt x="59166" y="73678"/>
                    <a:pt x="58992" y="73777"/>
                  </a:cubicBezTo>
                  <a:cubicBezTo>
                    <a:pt x="58942" y="73802"/>
                    <a:pt x="58843" y="73877"/>
                    <a:pt x="58793" y="73902"/>
                  </a:cubicBezTo>
                  <a:cubicBezTo>
                    <a:pt x="58718" y="73926"/>
                    <a:pt x="58619" y="74001"/>
                    <a:pt x="58569" y="74026"/>
                  </a:cubicBezTo>
                  <a:cubicBezTo>
                    <a:pt x="58420" y="74126"/>
                    <a:pt x="58245" y="74175"/>
                    <a:pt x="58096" y="74275"/>
                  </a:cubicBezTo>
                  <a:cubicBezTo>
                    <a:pt x="57947" y="74375"/>
                    <a:pt x="57797" y="74424"/>
                    <a:pt x="57623" y="74524"/>
                  </a:cubicBezTo>
                  <a:cubicBezTo>
                    <a:pt x="57474" y="74574"/>
                    <a:pt x="57349" y="74673"/>
                    <a:pt x="57200" y="74748"/>
                  </a:cubicBezTo>
                  <a:cubicBezTo>
                    <a:pt x="57175" y="74773"/>
                    <a:pt x="57125" y="74773"/>
                    <a:pt x="57100" y="74798"/>
                  </a:cubicBezTo>
                  <a:cubicBezTo>
                    <a:pt x="56976" y="74847"/>
                    <a:pt x="56827" y="74922"/>
                    <a:pt x="56702" y="74997"/>
                  </a:cubicBezTo>
                  <a:cubicBezTo>
                    <a:pt x="56578" y="75047"/>
                    <a:pt x="56428" y="75121"/>
                    <a:pt x="56304" y="75171"/>
                  </a:cubicBezTo>
                  <a:cubicBezTo>
                    <a:pt x="56105" y="75271"/>
                    <a:pt x="55955" y="75320"/>
                    <a:pt x="55756" y="75420"/>
                  </a:cubicBezTo>
                  <a:cubicBezTo>
                    <a:pt x="55632" y="75470"/>
                    <a:pt x="55507" y="75520"/>
                    <a:pt x="55383" y="75569"/>
                  </a:cubicBezTo>
                  <a:cubicBezTo>
                    <a:pt x="55258" y="75644"/>
                    <a:pt x="55134" y="75669"/>
                    <a:pt x="55059" y="75744"/>
                  </a:cubicBezTo>
                  <a:cubicBezTo>
                    <a:pt x="54686" y="74872"/>
                    <a:pt x="54313" y="74051"/>
                    <a:pt x="53989" y="73304"/>
                  </a:cubicBezTo>
                  <a:cubicBezTo>
                    <a:pt x="53964" y="73205"/>
                    <a:pt x="53889" y="73130"/>
                    <a:pt x="53865" y="73030"/>
                  </a:cubicBezTo>
                  <a:cubicBezTo>
                    <a:pt x="53740" y="72757"/>
                    <a:pt x="53641" y="72458"/>
                    <a:pt x="53566" y="72184"/>
                  </a:cubicBezTo>
                  <a:cubicBezTo>
                    <a:pt x="53491" y="72010"/>
                    <a:pt x="53392" y="71811"/>
                    <a:pt x="53342" y="71637"/>
                  </a:cubicBezTo>
                  <a:lnTo>
                    <a:pt x="53143" y="70964"/>
                  </a:lnTo>
                  <a:cubicBezTo>
                    <a:pt x="53093" y="70790"/>
                    <a:pt x="53018" y="70566"/>
                    <a:pt x="52968" y="70392"/>
                  </a:cubicBezTo>
                  <a:cubicBezTo>
                    <a:pt x="53441" y="70043"/>
                    <a:pt x="53889" y="69695"/>
                    <a:pt x="54337" y="69347"/>
                  </a:cubicBezTo>
                  <a:lnTo>
                    <a:pt x="54711" y="69073"/>
                  </a:lnTo>
                  <a:cubicBezTo>
                    <a:pt x="54761" y="69023"/>
                    <a:pt x="54835" y="68973"/>
                    <a:pt x="54935" y="68923"/>
                  </a:cubicBezTo>
                  <a:lnTo>
                    <a:pt x="55383" y="68550"/>
                  </a:lnTo>
                  <a:cubicBezTo>
                    <a:pt x="55607" y="68401"/>
                    <a:pt x="55831" y="68202"/>
                    <a:pt x="56005" y="68052"/>
                  </a:cubicBezTo>
                  <a:cubicBezTo>
                    <a:pt x="56179" y="67928"/>
                    <a:pt x="56354" y="67803"/>
                    <a:pt x="56503" y="67654"/>
                  </a:cubicBezTo>
                  <a:cubicBezTo>
                    <a:pt x="56603" y="67554"/>
                    <a:pt x="56702" y="67480"/>
                    <a:pt x="56827" y="67380"/>
                  </a:cubicBezTo>
                  <a:cubicBezTo>
                    <a:pt x="56926" y="67330"/>
                    <a:pt x="56976" y="67256"/>
                    <a:pt x="57075" y="67206"/>
                  </a:cubicBezTo>
                  <a:close/>
                  <a:moveTo>
                    <a:pt x="42912" y="75320"/>
                  </a:moveTo>
                  <a:lnTo>
                    <a:pt x="43385" y="75694"/>
                  </a:lnTo>
                  <a:cubicBezTo>
                    <a:pt x="43360" y="75768"/>
                    <a:pt x="43311" y="75768"/>
                    <a:pt x="43311" y="75768"/>
                  </a:cubicBezTo>
                  <a:cubicBezTo>
                    <a:pt x="43186" y="75669"/>
                    <a:pt x="43112" y="75569"/>
                    <a:pt x="42987" y="75495"/>
                  </a:cubicBezTo>
                  <a:cubicBezTo>
                    <a:pt x="42937" y="75420"/>
                    <a:pt x="42912" y="75395"/>
                    <a:pt x="42912" y="75320"/>
                  </a:cubicBezTo>
                  <a:close/>
                  <a:moveTo>
                    <a:pt x="52844" y="70516"/>
                  </a:moveTo>
                  <a:cubicBezTo>
                    <a:pt x="52869" y="70641"/>
                    <a:pt x="52944" y="70790"/>
                    <a:pt x="52968" y="70915"/>
                  </a:cubicBezTo>
                  <a:cubicBezTo>
                    <a:pt x="53018" y="71164"/>
                    <a:pt x="53093" y="71388"/>
                    <a:pt x="53192" y="71661"/>
                  </a:cubicBezTo>
                  <a:cubicBezTo>
                    <a:pt x="53217" y="71786"/>
                    <a:pt x="53267" y="71935"/>
                    <a:pt x="53342" y="72060"/>
                  </a:cubicBezTo>
                  <a:cubicBezTo>
                    <a:pt x="53740" y="73205"/>
                    <a:pt x="54263" y="74449"/>
                    <a:pt x="54885" y="75793"/>
                  </a:cubicBezTo>
                  <a:lnTo>
                    <a:pt x="54835" y="75793"/>
                  </a:lnTo>
                  <a:cubicBezTo>
                    <a:pt x="54437" y="74922"/>
                    <a:pt x="54064" y="74126"/>
                    <a:pt x="53740" y="73329"/>
                  </a:cubicBezTo>
                  <a:cubicBezTo>
                    <a:pt x="53715" y="73279"/>
                    <a:pt x="53690" y="73180"/>
                    <a:pt x="53641" y="73130"/>
                  </a:cubicBezTo>
                  <a:cubicBezTo>
                    <a:pt x="53516" y="72806"/>
                    <a:pt x="53441" y="72533"/>
                    <a:pt x="53317" y="72259"/>
                  </a:cubicBezTo>
                  <a:cubicBezTo>
                    <a:pt x="53242" y="72060"/>
                    <a:pt x="53143" y="71885"/>
                    <a:pt x="53118" y="71686"/>
                  </a:cubicBezTo>
                  <a:cubicBezTo>
                    <a:pt x="53068" y="71462"/>
                    <a:pt x="52993" y="71263"/>
                    <a:pt x="52944" y="71064"/>
                  </a:cubicBezTo>
                  <a:cubicBezTo>
                    <a:pt x="52869" y="70890"/>
                    <a:pt x="52819" y="70691"/>
                    <a:pt x="52769" y="70541"/>
                  </a:cubicBezTo>
                  <a:lnTo>
                    <a:pt x="52844" y="70516"/>
                  </a:lnTo>
                  <a:close/>
                  <a:moveTo>
                    <a:pt x="43983" y="75669"/>
                  </a:moveTo>
                  <a:lnTo>
                    <a:pt x="43983" y="75694"/>
                  </a:lnTo>
                  <a:lnTo>
                    <a:pt x="43983" y="75744"/>
                  </a:lnTo>
                  <a:cubicBezTo>
                    <a:pt x="43883" y="75768"/>
                    <a:pt x="43809" y="75793"/>
                    <a:pt x="43759" y="75818"/>
                  </a:cubicBezTo>
                  <a:lnTo>
                    <a:pt x="43734" y="75793"/>
                  </a:lnTo>
                  <a:cubicBezTo>
                    <a:pt x="43809" y="75768"/>
                    <a:pt x="43883" y="75694"/>
                    <a:pt x="43983" y="75669"/>
                  </a:cubicBezTo>
                  <a:close/>
                  <a:moveTo>
                    <a:pt x="62477" y="71836"/>
                  </a:moveTo>
                  <a:lnTo>
                    <a:pt x="62527" y="71885"/>
                  </a:lnTo>
                  <a:lnTo>
                    <a:pt x="62552" y="71910"/>
                  </a:lnTo>
                  <a:cubicBezTo>
                    <a:pt x="62427" y="72010"/>
                    <a:pt x="62328" y="72060"/>
                    <a:pt x="62203" y="72159"/>
                  </a:cubicBezTo>
                  <a:cubicBezTo>
                    <a:pt x="62054" y="72284"/>
                    <a:pt x="61855" y="72358"/>
                    <a:pt x="61705" y="72508"/>
                  </a:cubicBezTo>
                  <a:cubicBezTo>
                    <a:pt x="61581" y="72582"/>
                    <a:pt x="61431" y="72682"/>
                    <a:pt x="61307" y="72782"/>
                  </a:cubicBezTo>
                  <a:lnTo>
                    <a:pt x="60734" y="73155"/>
                  </a:lnTo>
                  <a:cubicBezTo>
                    <a:pt x="60660" y="73205"/>
                    <a:pt x="60535" y="73279"/>
                    <a:pt x="60436" y="73329"/>
                  </a:cubicBezTo>
                  <a:cubicBezTo>
                    <a:pt x="60311" y="73404"/>
                    <a:pt x="60187" y="73478"/>
                    <a:pt x="60062" y="73553"/>
                  </a:cubicBezTo>
                  <a:lnTo>
                    <a:pt x="59789" y="73727"/>
                  </a:lnTo>
                  <a:cubicBezTo>
                    <a:pt x="59689" y="73777"/>
                    <a:pt x="59614" y="73827"/>
                    <a:pt x="59540" y="73852"/>
                  </a:cubicBezTo>
                  <a:cubicBezTo>
                    <a:pt x="59291" y="74026"/>
                    <a:pt x="59042" y="74151"/>
                    <a:pt x="58818" y="74275"/>
                  </a:cubicBezTo>
                  <a:lnTo>
                    <a:pt x="58619" y="74375"/>
                  </a:lnTo>
                  <a:cubicBezTo>
                    <a:pt x="58594" y="74375"/>
                    <a:pt x="58594" y="74399"/>
                    <a:pt x="58569" y="74399"/>
                  </a:cubicBezTo>
                  <a:cubicBezTo>
                    <a:pt x="58494" y="74424"/>
                    <a:pt x="58469" y="74449"/>
                    <a:pt x="58420" y="74499"/>
                  </a:cubicBezTo>
                  <a:lnTo>
                    <a:pt x="58046" y="74673"/>
                  </a:lnTo>
                  <a:lnTo>
                    <a:pt x="57847" y="74773"/>
                  </a:lnTo>
                  <a:cubicBezTo>
                    <a:pt x="57797" y="74798"/>
                    <a:pt x="57748" y="74823"/>
                    <a:pt x="57698" y="74823"/>
                  </a:cubicBezTo>
                  <a:cubicBezTo>
                    <a:pt x="57449" y="74947"/>
                    <a:pt x="57175" y="75071"/>
                    <a:pt x="56926" y="75196"/>
                  </a:cubicBezTo>
                  <a:cubicBezTo>
                    <a:pt x="56926" y="75196"/>
                    <a:pt x="56876" y="75196"/>
                    <a:pt x="56876" y="75221"/>
                  </a:cubicBezTo>
                  <a:cubicBezTo>
                    <a:pt x="56354" y="75470"/>
                    <a:pt x="55831" y="75694"/>
                    <a:pt x="55333" y="75918"/>
                  </a:cubicBezTo>
                  <a:cubicBezTo>
                    <a:pt x="55209" y="75893"/>
                    <a:pt x="55184" y="75893"/>
                    <a:pt x="55184" y="75893"/>
                  </a:cubicBezTo>
                  <a:cubicBezTo>
                    <a:pt x="55184" y="75893"/>
                    <a:pt x="55184" y="75868"/>
                    <a:pt x="55134" y="75868"/>
                  </a:cubicBezTo>
                  <a:lnTo>
                    <a:pt x="55134" y="75818"/>
                  </a:lnTo>
                  <a:cubicBezTo>
                    <a:pt x="55308" y="75768"/>
                    <a:pt x="55458" y="75694"/>
                    <a:pt x="55632" y="75644"/>
                  </a:cubicBezTo>
                  <a:cubicBezTo>
                    <a:pt x="55731" y="75619"/>
                    <a:pt x="55806" y="75569"/>
                    <a:pt x="55881" y="75544"/>
                  </a:cubicBezTo>
                  <a:cubicBezTo>
                    <a:pt x="55931" y="75544"/>
                    <a:pt x="55955" y="75520"/>
                    <a:pt x="55980" y="75495"/>
                  </a:cubicBezTo>
                  <a:cubicBezTo>
                    <a:pt x="56055" y="75445"/>
                    <a:pt x="56130" y="75420"/>
                    <a:pt x="56204" y="75395"/>
                  </a:cubicBezTo>
                  <a:cubicBezTo>
                    <a:pt x="56229" y="75395"/>
                    <a:pt x="56254" y="75370"/>
                    <a:pt x="56304" y="75370"/>
                  </a:cubicBezTo>
                  <a:lnTo>
                    <a:pt x="56478" y="75271"/>
                  </a:lnTo>
                  <a:lnTo>
                    <a:pt x="56503" y="75271"/>
                  </a:lnTo>
                  <a:cubicBezTo>
                    <a:pt x="56603" y="75246"/>
                    <a:pt x="56702" y="75171"/>
                    <a:pt x="56827" y="75146"/>
                  </a:cubicBezTo>
                  <a:cubicBezTo>
                    <a:pt x="56876" y="75121"/>
                    <a:pt x="56926" y="75121"/>
                    <a:pt x="56976" y="75071"/>
                  </a:cubicBezTo>
                  <a:cubicBezTo>
                    <a:pt x="57075" y="75047"/>
                    <a:pt x="57125" y="74997"/>
                    <a:pt x="57225" y="74947"/>
                  </a:cubicBezTo>
                  <a:cubicBezTo>
                    <a:pt x="57250" y="74922"/>
                    <a:pt x="57324" y="74922"/>
                    <a:pt x="57349" y="74897"/>
                  </a:cubicBezTo>
                  <a:cubicBezTo>
                    <a:pt x="57374" y="74897"/>
                    <a:pt x="57374" y="74872"/>
                    <a:pt x="57424" y="74872"/>
                  </a:cubicBezTo>
                  <a:lnTo>
                    <a:pt x="57449" y="74872"/>
                  </a:lnTo>
                  <a:lnTo>
                    <a:pt x="57822" y="74673"/>
                  </a:lnTo>
                  <a:cubicBezTo>
                    <a:pt x="57972" y="74574"/>
                    <a:pt x="58121" y="74524"/>
                    <a:pt x="58320" y="74424"/>
                  </a:cubicBezTo>
                  <a:lnTo>
                    <a:pt x="58345" y="74424"/>
                  </a:lnTo>
                  <a:cubicBezTo>
                    <a:pt x="58494" y="74325"/>
                    <a:pt x="58669" y="74275"/>
                    <a:pt x="58818" y="74175"/>
                  </a:cubicBezTo>
                  <a:cubicBezTo>
                    <a:pt x="58942" y="74126"/>
                    <a:pt x="59067" y="74051"/>
                    <a:pt x="59191" y="73951"/>
                  </a:cubicBezTo>
                  <a:cubicBezTo>
                    <a:pt x="59191" y="73951"/>
                    <a:pt x="59216" y="73951"/>
                    <a:pt x="59216" y="73926"/>
                  </a:cubicBezTo>
                  <a:lnTo>
                    <a:pt x="59241" y="73926"/>
                  </a:lnTo>
                  <a:cubicBezTo>
                    <a:pt x="59440" y="73827"/>
                    <a:pt x="59614" y="73752"/>
                    <a:pt x="59789" y="73628"/>
                  </a:cubicBezTo>
                  <a:cubicBezTo>
                    <a:pt x="59838" y="73578"/>
                    <a:pt x="59913" y="73553"/>
                    <a:pt x="59963" y="73503"/>
                  </a:cubicBezTo>
                  <a:cubicBezTo>
                    <a:pt x="60038" y="73454"/>
                    <a:pt x="60062" y="73429"/>
                    <a:pt x="60112" y="73404"/>
                  </a:cubicBezTo>
                  <a:cubicBezTo>
                    <a:pt x="60336" y="73279"/>
                    <a:pt x="60535" y="73155"/>
                    <a:pt x="60734" y="73030"/>
                  </a:cubicBezTo>
                  <a:cubicBezTo>
                    <a:pt x="60784" y="73006"/>
                    <a:pt x="60809" y="73006"/>
                    <a:pt x="60834" y="72956"/>
                  </a:cubicBezTo>
                  <a:cubicBezTo>
                    <a:pt x="60859" y="72931"/>
                    <a:pt x="60934" y="72906"/>
                    <a:pt x="60959" y="72881"/>
                  </a:cubicBezTo>
                  <a:cubicBezTo>
                    <a:pt x="60959" y="72881"/>
                    <a:pt x="60983" y="72881"/>
                    <a:pt x="60983" y="72831"/>
                  </a:cubicBezTo>
                  <a:cubicBezTo>
                    <a:pt x="61207" y="72682"/>
                    <a:pt x="61456" y="72533"/>
                    <a:pt x="61680" y="72383"/>
                  </a:cubicBezTo>
                  <a:cubicBezTo>
                    <a:pt x="61705" y="72383"/>
                    <a:pt x="61705" y="72333"/>
                    <a:pt x="61730" y="72333"/>
                  </a:cubicBezTo>
                  <a:cubicBezTo>
                    <a:pt x="61780" y="72309"/>
                    <a:pt x="61830" y="72284"/>
                    <a:pt x="61855" y="72259"/>
                  </a:cubicBezTo>
                  <a:cubicBezTo>
                    <a:pt x="62079" y="72134"/>
                    <a:pt x="62278" y="71960"/>
                    <a:pt x="62477" y="71836"/>
                  </a:cubicBezTo>
                  <a:close/>
                  <a:moveTo>
                    <a:pt x="43535" y="75893"/>
                  </a:moveTo>
                  <a:lnTo>
                    <a:pt x="43560" y="75918"/>
                  </a:lnTo>
                  <a:lnTo>
                    <a:pt x="43609" y="75943"/>
                  </a:lnTo>
                  <a:cubicBezTo>
                    <a:pt x="43560" y="75943"/>
                    <a:pt x="43560" y="75992"/>
                    <a:pt x="43535" y="75992"/>
                  </a:cubicBezTo>
                  <a:lnTo>
                    <a:pt x="43485" y="75918"/>
                  </a:lnTo>
                  <a:cubicBezTo>
                    <a:pt x="43510" y="75918"/>
                    <a:pt x="43510" y="75893"/>
                    <a:pt x="43535" y="75893"/>
                  </a:cubicBezTo>
                  <a:close/>
                  <a:moveTo>
                    <a:pt x="54960" y="75943"/>
                  </a:moveTo>
                  <a:lnTo>
                    <a:pt x="54960" y="75992"/>
                  </a:lnTo>
                  <a:cubicBezTo>
                    <a:pt x="54972" y="75968"/>
                    <a:pt x="54978" y="75955"/>
                    <a:pt x="54982" y="75955"/>
                  </a:cubicBezTo>
                  <a:cubicBezTo>
                    <a:pt x="54985" y="75955"/>
                    <a:pt x="54985" y="75968"/>
                    <a:pt x="54985" y="75992"/>
                  </a:cubicBezTo>
                  <a:cubicBezTo>
                    <a:pt x="54960" y="75992"/>
                    <a:pt x="54960" y="76017"/>
                    <a:pt x="54935" y="76017"/>
                  </a:cubicBezTo>
                  <a:cubicBezTo>
                    <a:pt x="54935" y="76017"/>
                    <a:pt x="54935" y="75992"/>
                    <a:pt x="54885" y="75992"/>
                  </a:cubicBezTo>
                  <a:lnTo>
                    <a:pt x="54885" y="75943"/>
                  </a:lnTo>
                  <a:close/>
                  <a:moveTo>
                    <a:pt x="9832" y="71064"/>
                  </a:moveTo>
                  <a:cubicBezTo>
                    <a:pt x="9932" y="71288"/>
                    <a:pt x="10006" y="71512"/>
                    <a:pt x="10056" y="71711"/>
                  </a:cubicBezTo>
                  <a:cubicBezTo>
                    <a:pt x="10081" y="71786"/>
                    <a:pt x="10131" y="71836"/>
                    <a:pt x="10131" y="71935"/>
                  </a:cubicBezTo>
                  <a:cubicBezTo>
                    <a:pt x="10156" y="71985"/>
                    <a:pt x="10156" y="72060"/>
                    <a:pt x="10181" y="72085"/>
                  </a:cubicBezTo>
                  <a:cubicBezTo>
                    <a:pt x="10206" y="72159"/>
                    <a:pt x="10206" y="72209"/>
                    <a:pt x="10255" y="72284"/>
                  </a:cubicBezTo>
                  <a:lnTo>
                    <a:pt x="10330" y="72557"/>
                  </a:lnTo>
                  <a:cubicBezTo>
                    <a:pt x="10405" y="72682"/>
                    <a:pt x="10454" y="72806"/>
                    <a:pt x="10504" y="72956"/>
                  </a:cubicBezTo>
                  <a:cubicBezTo>
                    <a:pt x="10504" y="72981"/>
                    <a:pt x="10504" y="72981"/>
                    <a:pt x="10529" y="73030"/>
                  </a:cubicBezTo>
                  <a:cubicBezTo>
                    <a:pt x="10554" y="73080"/>
                    <a:pt x="10579" y="73180"/>
                    <a:pt x="10629" y="73230"/>
                  </a:cubicBezTo>
                  <a:cubicBezTo>
                    <a:pt x="10629" y="73279"/>
                    <a:pt x="10654" y="73304"/>
                    <a:pt x="10654" y="73304"/>
                  </a:cubicBezTo>
                  <a:cubicBezTo>
                    <a:pt x="10654" y="73329"/>
                    <a:pt x="10678" y="73329"/>
                    <a:pt x="10678" y="73354"/>
                  </a:cubicBezTo>
                  <a:cubicBezTo>
                    <a:pt x="10728" y="73478"/>
                    <a:pt x="10803" y="73653"/>
                    <a:pt x="10853" y="73777"/>
                  </a:cubicBezTo>
                  <a:lnTo>
                    <a:pt x="11052" y="74151"/>
                  </a:lnTo>
                  <a:cubicBezTo>
                    <a:pt x="11052" y="74175"/>
                    <a:pt x="11077" y="74175"/>
                    <a:pt x="11077" y="74200"/>
                  </a:cubicBezTo>
                  <a:cubicBezTo>
                    <a:pt x="11102" y="74225"/>
                    <a:pt x="11102" y="74275"/>
                    <a:pt x="11151" y="74300"/>
                  </a:cubicBezTo>
                  <a:cubicBezTo>
                    <a:pt x="11176" y="74350"/>
                    <a:pt x="11226" y="74449"/>
                    <a:pt x="11276" y="74524"/>
                  </a:cubicBezTo>
                  <a:cubicBezTo>
                    <a:pt x="11326" y="74648"/>
                    <a:pt x="11400" y="74773"/>
                    <a:pt x="11475" y="74847"/>
                  </a:cubicBezTo>
                  <a:cubicBezTo>
                    <a:pt x="11525" y="74922"/>
                    <a:pt x="11575" y="75022"/>
                    <a:pt x="11649" y="75071"/>
                  </a:cubicBezTo>
                  <a:cubicBezTo>
                    <a:pt x="11674" y="75146"/>
                    <a:pt x="11724" y="75196"/>
                    <a:pt x="11774" y="75295"/>
                  </a:cubicBezTo>
                  <a:cubicBezTo>
                    <a:pt x="11799" y="75345"/>
                    <a:pt x="11823" y="75395"/>
                    <a:pt x="11848" y="75445"/>
                  </a:cubicBezTo>
                  <a:cubicBezTo>
                    <a:pt x="11898" y="75470"/>
                    <a:pt x="11923" y="75544"/>
                    <a:pt x="11948" y="75569"/>
                  </a:cubicBezTo>
                  <a:cubicBezTo>
                    <a:pt x="12047" y="75694"/>
                    <a:pt x="12147" y="75793"/>
                    <a:pt x="12222" y="75918"/>
                  </a:cubicBezTo>
                  <a:lnTo>
                    <a:pt x="12271" y="75943"/>
                  </a:lnTo>
                  <a:cubicBezTo>
                    <a:pt x="12296" y="75968"/>
                    <a:pt x="12296" y="76017"/>
                    <a:pt x="12321" y="76042"/>
                  </a:cubicBezTo>
                  <a:cubicBezTo>
                    <a:pt x="12296" y="76017"/>
                    <a:pt x="12271" y="76017"/>
                    <a:pt x="12222" y="75968"/>
                  </a:cubicBezTo>
                  <a:cubicBezTo>
                    <a:pt x="12197" y="75943"/>
                    <a:pt x="12172" y="75943"/>
                    <a:pt x="12147" y="75918"/>
                  </a:cubicBezTo>
                  <a:cubicBezTo>
                    <a:pt x="12122" y="75843"/>
                    <a:pt x="12047" y="75793"/>
                    <a:pt x="12023" y="75768"/>
                  </a:cubicBezTo>
                  <a:cubicBezTo>
                    <a:pt x="11948" y="75669"/>
                    <a:pt x="11898" y="75594"/>
                    <a:pt x="11823" y="75520"/>
                  </a:cubicBezTo>
                  <a:cubicBezTo>
                    <a:pt x="11774" y="75420"/>
                    <a:pt x="11699" y="75320"/>
                    <a:pt x="11599" y="75196"/>
                  </a:cubicBezTo>
                  <a:cubicBezTo>
                    <a:pt x="11525" y="75071"/>
                    <a:pt x="11450" y="74947"/>
                    <a:pt x="11400" y="74823"/>
                  </a:cubicBezTo>
                  <a:cubicBezTo>
                    <a:pt x="11326" y="74723"/>
                    <a:pt x="11276" y="74648"/>
                    <a:pt x="11201" y="74524"/>
                  </a:cubicBezTo>
                  <a:cubicBezTo>
                    <a:pt x="11176" y="74449"/>
                    <a:pt x="11126" y="74350"/>
                    <a:pt x="11077" y="74300"/>
                  </a:cubicBezTo>
                  <a:cubicBezTo>
                    <a:pt x="10977" y="74151"/>
                    <a:pt x="10927" y="73976"/>
                    <a:pt x="10828" y="73827"/>
                  </a:cubicBezTo>
                  <a:cubicBezTo>
                    <a:pt x="10728" y="73678"/>
                    <a:pt x="10654" y="73478"/>
                    <a:pt x="10579" y="73329"/>
                  </a:cubicBezTo>
                  <a:cubicBezTo>
                    <a:pt x="10554" y="73304"/>
                    <a:pt x="10554" y="73230"/>
                    <a:pt x="10529" y="73205"/>
                  </a:cubicBezTo>
                  <a:cubicBezTo>
                    <a:pt x="10454" y="73055"/>
                    <a:pt x="10405" y="72931"/>
                    <a:pt x="10330" y="72782"/>
                  </a:cubicBezTo>
                  <a:cubicBezTo>
                    <a:pt x="10280" y="72607"/>
                    <a:pt x="10206" y="72433"/>
                    <a:pt x="10156" y="72284"/>
                  </a:cubicBezTo>
                  <a:cubicBezTo>
                    <a:pt x="10131" y="72209"/>
                    <a:pt x="10081" y="72159"/>
                    <a:pt x="10081" y="72060"/>
                  </a:cubicBezTo>
                  <a:cubicBezTo>
                    <a:pt x="10031" y="71910"/>
                    <a:pt x="10006" y="71736"/>
                    <a:pt x="9932" y="71612"/>
                  </a:cubicBezTo>
                  <a:cubicBezTo>
                    <a:pt x="9932" y="71437"/>
                    <a:pt x="9882" y="71288"/>
                    <a:pt x="9832" y="71064"/>
                  </a:cubicBezTo>
                  <a:close/>
                  <a:moveTo>
                    <a:pt x="43261" y="76017"/>
                  </a:moveTo>
                  <a:lnTo>
                    <a:pt x="43261" y="76017"/>
                  </a:lnTo>
                  <a:cubicBezTo>
                    <a:pt x="43286" y="76017"/>
                    <a:pt x="43311" y="76017"/>
                    <a:pt x="43311" y="76042"/>
                  </a:cubicBezTo>
                  <a:cubicBezTo>
                    <a:pt x="43286" y="76017"/>
                    <a:pt x="43286" y="76017"/>
                    <a:pt x="43261" y="76017"/>
                  </a:cubicBezTo>
                  <a:close/>
                  <a:moveTo>
                    <a:pt x="8090" y="72757"/>
                  </a:moveTo>
                  <a:cubicBezTo>
                    <a:pt x="9285" y="73951"/>
                    <a:pt x="10579" y="75047"/>
                    <a:pt x="12023" y="76017"/>
                  </a:cubicBezTo>
                  <a:cubicBezTo>
                    <a:pt x="12047" y="76067"/>
                    <a:pt x="12122" y="76142"/>
                    <a:pt x="12147" y="76167"/>
                  </a:cubicBezTo>
                  <a:cubicBezTo>
                    <a:pt x="10654" y="75146"/>
                    <a:pt x="9285" y="74026"/>
                    <a:pt x="8065" y="72806"/>
                  </a:cubicBezTo>
                  <a:cubicBezTo>
                    <a:pt x="8065" y="72782"/>
                    <a:pt x="8090" y="72782"/>
                    <a:pt x="8090" y="72757"/>
                  </a:cubicBezTo>
                  <a:close/>
                  <a:moveTo>
                    <a:pt x="43062" y="76142"/>
                  </a:moveTo>
                  <a:lnTo>
                    <a:pt x="43062" y="76167"/>
                  </a:lnTo>
                  <a:lnTo>
                    <a:pt x="43037" y="76167"/>
                  </a:lnTo>
                  <a:cubicBezTo>
                    <a:pt x="43037" y="76167"/>
                    <a:pt x="43062" y="76167"/>
                    <a:pt x="43062" y="76142"/>
                  </a:cubicBezTo>
                  <a:close/>
                  <a:moveTo>
                    <a:pt x="43097" y="76156"/>
                  </a:moveTo>
                  <a:cubicBezTo>
                    <a:pt x="43112" y="76156"/>
                    <a:pt x="43112" y="76167"/>
                    <a:pt x="43112" y="76167"/>
                  </a:cubicBezTo>
                  <a:lnTo>
                    <a:pt x="43062" y="76167"/>
                  </a:lnTo>
                  <a:cubicBezTo>
                    <a:pt x="43078" y="76158"/>
                    <a:pt x="43089" y="76156"/>
                    <a:pt x="43097" y="76156"/>
                  </a:cubicBezTo>
                  <a:close/>
                  <a:moveTo>
                    <a:pt x="44182" y="75818"/>
                  </a:moveTo>
                  <a:cubicBezTo>
                    <a:pt x="44182" y="75943"/>
                    <a:pt x="44157" y="76067"/>
                    <a:pt x="44157" y="76192"/>
                  </a:cubicBezTo>
                  <a:lnTo>
                    <a:pt x="44107" y="76142"/>
                  </a:lnTo>
                  <a:cubicBezTo>
                    <a:pt x="44107" y="76042"/>
                    <a:pt x="44132" y="75943"/>
                    <a:pt x="44132" y="75868"/>
                  </a:cubicBezTo>
                  <a:cubicBezTo>
                    <a:pt x="44157" y="75868"/>
                    <a:pt x="44157" y="75818"/>
                    <a:pt x="44182" y="75818"/>
                  </a:cubicBezTo>
                  <a:close/>
                  <a:moveTo>
                    <a:pt x="44555" y="75619"/>
                  </a:moveTo>
                  <a:cubicBezTo>
                    <a:pt x="44481" y="75818"/>
                    <a:pt x="44381" y="76042"/>
                    <a:pt x="44306" y="76266"/>
                  </a:cubicBezTo>
                  <a:cubicBezTo>
                    <a:pt x="44356" y="76067"/>
                    <a:pt x="44356" y="75893"/>
                    <a:pt x="44381" y="75694"/>
                  </a:cubicBezTo>
                  <a:lnTo>
                    <a:pt x="44555" y="75619"/>
                  </a:lnTo>
                  <a:close/>
                  <a:moveTo>
                    <a:pt x="45078" y="75541"/>
                  </a:moveTo>
                  <a:lnTo>
                    <a:pt x="44904" y="76017"/>
                  </a:lnTo>
                  <a:lnTo>
                    <a:pt x="44904" y="76042"/>
                  </a:lnTo>
                  <a:cubicBezTo>
                    <a:pt x="44879" y="76117"/>
                    <a:pt x="44854" y="76192"/>
                    <a:pt x="44804" y="76266"/>
                  </a:cubicBezTo>
                  <a:cubicBezTo>
                    <a:pt x="44804" y="76241"/>
                    <a:pt x="44829" y="76192"/>
                    <a:pt x="44829" y="76167"/>
                  </a:cubicBezTo>
                  <a:cubicBezTo>
                    <a:pt x="44879" y="76042"/>
                    <a:pt x="44929" y="75893"/>
                    <a:pt x="44978" y="75768"/>
                  </a:cubicBezTo>
                  <a:cubicBezTo>
                    <a:pt x="45007" y="75698"/>
                    <a:pt x="45043" y="75619"/>
                    <a:pt x="45078" y="75541"/>
                  </a:cubicBezTo>
                  <a:close/>
                  <a:moveTo>
                    <a:pt x="42813" y="76241"/>
                  </a:moveTo>
                  <a:cubicBezTo>
                    <a:pt x="42813" y="76241"/>
                    <a:pt x="42813" y="76266"/>
                    <a:pt x="42862" y="76291"/>
                  </a:cubicBezTo>
                  <a:lnTo>
                    <a:pt x="42862" y="76291"/>
                  </a:lnTo>
                  <a:cubicBezTo>
                    <a:pt x="42838" y="76279"/>
                    <a:pt x="42838" y="76272"/>
                    <a:pt x="42844" y="76272"/>
                  </a:cubicBezTo>
                  <a:cubicBezTo>
                    <a:pt x="42850" y="76272"/>
                    <a:pt x="42863" y="76279"/>
                    <a:pt x="42863" y="76291"/>
                  </a:cubicBezTo>
                  <a:cubicBezTo>
                    <a:pt x="42813" y="76291"/>
                    <a:pt x="42813" y="76291"/>
                    <a:pt x="42813" y="76266"/>
                  </a:cubicBezTo>
                  <a:lnTo>
                    <a:pt x="42788" y="76241"/>
                  </a:lnTo>
                  <a:close/>
                  <a:moveTo>
                    <a:pt x="43734" y="76042"/>
                  </a:moveTo>
                  <a:lnTo>
                    <a:pt x="43883" y="76192"/>
                  </a:lnTo>
                  <a:lnTo>
                    <a:pt x="43883" y="76291"/>
                  </a:lnTo>
                  <a:cubicBezTo>
                    <a:pt x="43809" y="76192"/>
                    <a:pt x="43759" y="76142"/>
                    <a:pt x="43659" y="76067"/>
                  </a:cubicBezTo>
                  <a:cubicBezTo>
                    <a:pt x="43684" y="76067"/>
                    <a:pt x="43684" y="76042"/>
                    <a:pt x="43734" y="76042"/>
                  </a:cubicBezTo>
                  <a:close/>
                  <a:moveTo>
                    <a:pt x="44873" y="75437"/>
                  </a:moveTo>
                  <a:lnTo>
                    <a:pt x="44873" y="75437"/>
                  </a:lnTo>
                  <a:cubicBezTo>
                    <a:pt x="44750" y="75778"/>
                    <a:pt x="44627" y="76072"/>
                    <a:pt x="44481" y="76366"/>
                  </a:cubicBezTo>
                  <a:cubicBezTo>
                    <a:pt x="44605" y="76042"/>
                    <a:pt x="44729" y="75768"/>
                    <a:pt x="44854" y="75445"/>
                  </a:cubicBezTo>
                  <a:cubicBezTo>
                    <a:pt x="44854" y="75445"/>
                    <a:pt x="44865" y="75445"/>
                    <a:pt x="44873" y="75437"/>
                  </a:cubicBezTo>
                  <a:close/>
                  <a:moveTo>
                    <a:pt x="44057" y="76391"/>
                  </a:moveTo>
                  <a:cubicBezTo>
                    <a:pt x="44107" y="76391"/>
                    <a:pt x="44107" y="76416"/>
                    <a:pt x="44132" y="76416"/>
                  </a:cubicBezTo>
                  <a:lnTo>
                    <a:pt x="44057" y="76416"/>
                  </a:lnTo>
                  <a:lnTo>
                    <a:pt x="44057" y="76391"/>
                  </a:lnTo>
                  <a:close/>
                  <a:moveTo>
                    <a:pt x="52595" y="70641"/>
                  </a:moveTo>
                  <a:cubicBezTo>
                    <a:pt x="52645" y="70815"/>
                    <a:pt x="52720" y="71014"/>
                    <a:pt x="52744" y="71164"/>
                  </a:cubicBezTo>
                  <a:cubicBezTo>
                    <a:pt x="52819" y="71388"/>
                    <a:pt x="52869" y="71562"/>
                    <a:pt x="52944" y="71786"/>
                  </a:cubicBezTo>
                  <a:cubicBezTo>
                    <a:pt x="52993" y="72010"/>
                    <a:pt x="53093" y="72209"/>
                    <a:pt x="53143" y="72408"/>
                  </a:cubicBezTo>
                  <a:cubicBezTo>
                    <a:pt x="53242" y="72682"/>
                    <a:pt x="53342" y="72931"/>
                    <a:pt x="53466" y="73205"/>
                  </a:cubicBezTo>
                  <a:cubicBezTo>
                    <a:pt x="53516" y="73329"/>
                    <a:pt x="53591" y="73503"/>
                    <a:pt x="53641" y="73628"/>
                  </a:cubicBezTo>
                  <a:cubicBezTo>
                    <a:pt x="53815" y="74001"/>
                    <a:pt x="53964" y="74375"/>
                    <a:pt x="54138" y="74748"/>
                  </a:cubicBezTo>
                  <a:cubicBezTo>
                    <a:pt x="54138" y="74773"/>
                    <a:pt x="54188" y="74773"/>
                    <a:pt x="54188" y="74798"/>
                  </a:cubicBezTo>
                  <a:cubicBezTo>
                    <a:pt x="54337" y="75121"/>
                    <a:pt x="54487" y="75445"/>
                    <a:pt x="54636" y="75793"/>
                  </a:cubicBezTo>
                  <a:cubicBezTo>
                    <a:pt x="54611" y="75818"/>
                    <a:pt x="54537" y="75818"/>
                    <a:pt x="54512" y="75868"/>
                  </a:cubicBezTo>
                  <a:cubicBezTo>
                    <a:pt x="54337" y="75918"/>
                    <a:pt x="54188" y="75992"/>
                    <a:pt x="53989" y="76042"/>
                  </a:cubicBezTo>
                  <a:lnTo>
                    <a:pt x="53964" y="76042"/>
                  </a:lnTo>
                  <a:cubicBezTo>
                    <a:pt x="53840" y="76067"/>
                    <a:pt x="53740" y="76092"/>
                    <a:pt x="53616" y="76142"/>
                  </a:cubicBezTo>
                  <a:lnTo>
                    <a:pt x="53591" y="76142"/>
                  </a:lnTo>
                  <a:cubicBezTo>
                    <a:pt x="53392" y="76192"/>
                    <a:pt x="53242" y="76266"/>
                    <a:pt x="53068" y="76291"/>
                  </a:cubicBezTo>
                  <a:cubicBezTo>
                    <a:pt x="52968" y="76316"/>
                    <a:pt x="52844" y="76366"/>
                    <a:pt x="52744" y="76391"/>
                  </a:cubicBezTo>
                  <a:cubicBezTo>
                    <a:pt x="52720" y="76391"/>
                    <a:pt x="52695" y="76416"/>
                    <a:pt x="52645" y="76416"/>
                  </a:cubicBezTo>
                  <a:cubicBezTo>
                    <a:pt x="51326" y="75146"/>
                    <a:pt x="49957" y="74076"/>
                    <a:pt x="48588" y="73304"/>
                  </a:cubicBezTo>
                  <a:cubicBezTo>
                    <a:pt x="48737" y="73205"/>
                    <a:pt x="48886" y="73130"/>
                    <a:pt x="49036" y="73006"/>
                  </a:cubicBezTo>
                  <a:cubicBezTo>
                    <a:pt x="49285" y="72831"/>
                    <a:pt x="49509" y="72682"/>
                    <a:pt x="49758" y="72533"/>
                  </a:cubicBezTo>
                  <a:cubicBezTo>
                    <a:pt x="49957" y="72408"/>
                    <a:pt x="50106" y="72309"/>
                    <a:pt x="50280" y="72184"/>
                  </a:cubicBezTo>
                  <a:cubicBezTo>
                    <a:pt x="50380" y="72134"/>
                    <a:pt x="50504" y="72060"/>
                    <a:pt x="50604" y="72010"/>
                  </a:cubicBezTo>
                  <a:cubicBezTo>
                    <a:pt x="50703" y="71935"/>
                    <a:pt x="50828" y="71885"/>
                    <a:pt x="50902" y="71786"/>
                  </a:cubicBezTo>
                  <a:cubicBezTo>
                    <a:pt x="51151" y="71637"/>
                    <a:pt x="51400" y="71437"/>
                    <a:pt x="51624" y="71288"/>
                  </a:cubicBezTo>
                  <a:cubicBezTo>
                    <a:pt x="51948" y="71064"/>
                    <a:pt x="52272" y="70840"/>
                    <a:pt x="52595" y="70641"/>
                  </a:cubicBezTo>
                  <a:close/>
                  <a:moveTo>
                    <a:pt x="106559" y="62726"/>
                  </a:moveTo>
                  <a:lnTo>
                    <a:pt x="106559" y="62726"/>
                  </a:lnTo>
                  <a:cubicBezTo>
                    <a:pt x="106360" y="63298"/>
                    <a:pt x="106136" y="63871"/>
                    <a:pt x="105887" y="64443"/>
                  </a:cubicBezTo>
                  <a:cubicBezTo>
                    <a:pt x="105887" y="64468"/>
                    <a:pt x="105862" y="64493"/>
                    <a:pt x="105862" y="64543"/>
                  </a:cubicBezTo>
                  <a:cubicBezTo>
                    <a:pt x="105638" y="65065"/>
                    <a:pt x="105389" y="65613"/>
                    <a:pt x="105140" y="66161"/>
                  </a:cubicBezTo>
                  <a:lnTo>
                    <a:pt x="105041" y="66335"/>
                  </a:lnTo>
                  <a:cubicBezTo>
                    <a:pt x="104792" y="66857"/>
                    <a:pt x="104543" y="67355"/>
                    <a:pt x="104294" y="67903"/>
                  </a:cubicBezTo>
                  <a:lnTo>
                    <a:pt x="104194" y="68077"/>
                  </a:lnTo>
                  <a:cubicBezTo>
                    <a:pt x="104194" y="68077"/>
                    <a:pt x="104194" y="68102"/>
                    <a:pt x="104169" y="68102"/>
                  </a:cubicBezTo>
                  <a:cubicBezTo>
                    <a:pt x="104020" y="68401"/>
                    <a:pt x="103871" y="68699"/>
                    <a:pt x="103697" y="69023"/>
                  </a:cubicBezTo>
                  <a:cubicBezTo>
                    <a:pt x="103522" y="69396"/>
                    <a:pt x="103323" y="69720"/>
                    <a:pt x="103124" y="70093"/>
                  </a:cubicBezTo>
                  <a:cubicBezTo>
                    <a:pt x="103024" y="70292"/>
                    <a:pt x="102900" y="70467"/>
                    <a:pt x="102800" y="70666"/>
                  </a:cubicBezTo>
                  <a:cubicBezTo>
                    <a:pt x="102776" y="70765"/>
                    <a:pt x="102701" y="70815"/>
                    <a:pt x="102676" y="70915"/>
                  </a:cubicBezTo>
                  <a:cubicBezTo>
                    <a:pt x="102502" y="71213"/>
                    <a:pt x="102303" y="71562"/>
                    <a:pt x="102128" y="71885"/>
                  </a:cubicBezTo>
                  <a:cubicBezTo>
                    <a:pt x="101929" y="72209"/>
                    <a:pt x="101705" y="72557"/>
                    <a:pt x="101531" y="72881"/>
                  </a:cubicBezTo>
                  <a:cubicBezTo>
                    <a:pt x="101382" y="73130"/>
                    <a:pt x="101257" y="73329"/>
                    <a:pt x="101108" y="73553"/>
                  </a:cubicBezTo>
                  <a:cubicBezTo>
                    <a:pt x="100834" y="73951"/>
                    <a:pt x="100585" y="74375"/>
                    <a:pt x="100311" y="74773"/>
                  </a:cubicBezTo>
                  <a:cubicBezTo>
                    <a:pt x="100286" y="74823"/>
                    <a:pt x="100262" y="74897"/>
                    <a:pt x="100187" y="74922"/>
                  </a:cubicBezTo>
                  <a:cubicBezTo>
                    <a:pt x="99888" y="75445"/>
                    <a:pt x="99540" y="75943"/>
                    <a:pt x="99166" y="76440"/>
                  </a:cubicBezTo>
                  <a:cubicBezTo>
                    <a:pt x="98171" y="75022"/>
                    <a:pt x="96777" y="73304"/>
                    <a:pt x="94960" y="71437"/>
                  </a:cubicBezTo>
                  <a:cubicBezTo>
                    <a:pt x="97076" y="68799"/>
                    <a:pt x="99042" y="66086"/>
                    <a:pt x="100834" y="63373"/>
                  </a:cubicBezTo>
                  <a:lnTo>
                    <a:pt x="100959" y="63373"/>
                  </a:lnTo>
                  <a:cubicBezTo>
                    <a:pt x="102950" y="63373"/>
                    <a:pt x="104866" y="63174"/>
                    <a:pt x="106559" y="62726"/>
                  </a:cubicBezTo>
                  <a:close/>
                  <a:moveTo>
                    <a:pt x="42968" y="76453"/>
                  </a:moveTo>
                  <a:cubicBezTo>
                    <a:pt x="42975" y="76453"/>
                    <a:pt x="42987" y="76465"/>
                    <a:pt x="42987" y="76490"/>
                  </a:cubicBezTo>
                  <a:cubicBezTo>
                    <a:pt x="42962" y="76465"/>
                    <a:pt x="42962" y="76453"/>
                    <a:pt x="42968" y="76453"/>
                  </a:cubicBezTo>
                  <a:close/>
                  <a:moveTo>
                    <a:pt x="86547" y="64343"/>
                  </a:moveTo>
                  <a:cubicBezTo>
                    <a:pt x="88837" y="66210"/>
                    <a:pt x="91052" y="68177"/>
                    <a:pt x="93043" y="70093"/>
                  </a:cubicBezTo>
                  <a:cubicBezTo>
                    <a:pt x="91799" y="72284"/>
                    <a:pt x="90305" y="74424"/>
                    <a:pt x="88662" y="76515"/>
                  </a:cubicBezTo>
                  <a:cubicBezTo>
                    <a:pt x="86123" y="74922"/>
                    <a:pt x="83485" y="73030"/>
                    <a:pt x="80871" y="70940"/>
                  </a:cubicBezTo>
                  <a:cubicBezTo>
                    <a:pt x="82863" y="68799"/>
                    <a:pt x="84754" y="66584"/>
                    <a:pt x="86547" y="64343"/>
                  </a:cubicBezTo>
                  <a:close/>
                  <a:moveTo>
                    <a:pt x="20137" y="66708"/>
                  </a:moveTo>
                  <a:cubicBezTo>
                    <a:pt x="20361" y="67480"/>
                    <a:pt x="20635" y="68202"/>
                    <a:pt x="20983" y="68849"/>
                  </a:cubicBezTo>
                  <a:cubicBezTo>
                    <a:pt x="20386" y="69969"/>
                    <a:pt x="19838" y="71089"/>
                    <a:pt x="19266" y="72234"/>
                  </a:cubicBezTo>
                  <a:cubicBezTo>
                    <a:pt x="19166" y="72309"/>
                    <a:pt x="19042" y="72333"/>
                    <a:pt x="18967" y="72408"/>
                  </a:cubicBezTo>
                  <a:lnTo>
                    <a:pt x="18594" y="72582"/>
                  </a:lnTo>
                  <a:cubicBezTo>
                    <a:pt x="18370" y="72707"/>
                    <a:pt x="18171" y="72806"/>
                    <a:pt x="17972" y="72931"/>
                  </a:cubicBezTo>
                  <a:cubicBezTo>
                    <a:pt x="17847" y="72981"/>
                    <a:pt x="17723" y="73080"/>
                    <a:pt x="17548" y="73155"/>
                  </a:cubicBezTo>
                  <a:cubicBezTo>
                    <a:pt x="17374" y="73279"/>
                    <a:pt x="17175" y="73354"/>
                    <a:pt x="17001" y="73478"/>
                  </a:cubicBezTo>
                  <a:cubicBezTo>
                    <a:pt x="16876" y="73578"/>
                    <a:pt x="16727" y="73678"/>
                    <a:pt x="16603" y="73727"/>
                  </a:cubicBezTo>
                  <a:cubicBezTo>
                    <a:pt x="16403" y="73852"/>
                    <a:pt x="16254" y="73976"/>
                    <a:pt x="16055" y="74076"/>
                  </a:cubicBezTo>
                  <a:cubicBezTo>
                    <a:pt x="15906" y="74175"/>
                    <a:pt x="15781" y="74275"/>
                    <a:pt x="15632" y="74399"/>
                  </a:cubicBezTo>
                  <a:cubicBezTo>
                    <a:pt x="15482" y="74524"/>
                    <a:pt x="15308" y="74648"/>
                    <a:pt x="15134" y="74773"/>
                  </a:cubicBezTo>
                  <a:cubicBezTo>
                    <a:pt x="14985" y="74897"/>
                    <a:pt x="14810" y="74972"/>
                    <a:pt x="14686" y="75096"/>
                  </a:cubicBezTo>
                  <a:lnTo>
                    <a:pt x="14238" y="75470"/>
                  </a:lnTo>
                  <a:cubicBezTo>
                    <a:pt x="14064" y="75594"/>
                    <a:pt x="13914" y="75719"/>
                    <a:pt x="13790" y="75843"/>
                  </a:cubicBezTo>
                  <a:cubicBezTo>
                    <a:pt x="13640" y="75968"/>
                    <a:pt x="13516" y="76092"/>
                    <a:pt x="13367" y="76266"/>
                  </a:cubicBezTo>
                  <a:cubicBezTo>
                    <a:pt x="13267" y="76341"/>
                    <a:pt x="13168" y="76440"/>
                    <a:pt x="13043" y="76540"/>
                  </a:cubicBezTo>
                  <a:cubicBezTo>
                    <a:pt x="13068" y="76515"/>
                    <a:pt x="13018" y="76440"/>
                    <a:pt x="12919" y="76416"/>
                  </a:cubicBezTo>
                  <a:cubicBezTo>
                    <a:pt x="12670" y="76142"/>
                    <a:pt x="12421" y="75818"/>
                    <a:pt x="12197" y="75520"/>
                  </a:cubicBezTo>
                  <a:cubicBezTo>
                    <a:pt x="12147" y="75420"/>
                    <a:pt x="12072" y="75345"/>
                    <a:pt x="12023" y="75271"/>
                  </a:cubicBezTo>
                  <a:cubicBezTo>
                    <a:pt x="11749" y="74897"/>
                    <a:pt x="11525" y="74474"/>
                    <a:pt x="11276" y="74051"/>
                  </a:cubicBezTo>
                  <a:cubicBezTo>
                    <a:pt x="11201" y="73951"/>
                    <a:pt x="11151" y="73827"/>
                    <a:pt x="11126" y="73702"/>
                  </a:cubicBezTo>
                  <a:cubicBezTo>
                    <a:pt x="10927" y="73354"/>
                    <a:pt x="10778" y="72981"/>
                    <a:pt x="10629" y="72607"/>
                  </a:cubicBezTo>
                  <a:cubicBezTo>
                    <a:pt x="10629" y="72582"/>
                    <a:pt x="10579" y="72557"/>
                    <a:pt x="10579" y="72533"/>
                  </a:cubicBezTo>
                  <a:cubicBezTo>
                    <a:pt x="10554" y="72433"/>
                    <a:pt x="10504" y="72309"/>
                    <a:pt x="10454" y="72209"/>
                  </a:cubicBezTo>
                  <a:cubicBezTo>
                    <a:pt x="10305" y="71786"/>
                    <a:pt x="10156" y="71338"/>
                    <a:pt x="10031" y="70865"/>
                  </a:cubicBezTo>
                  <a:cubicBezTo>
                    <a:pt x="10280" y="70691"/>
                    <a:pt x="10529" y="70541"/>
                    <a:pt x="10778" y="70367"/>
                  </a:cubicBezTo>
                  <a:cubicBezTo>
                    <a:pt x="11052" y="70193"/>
                    <a:pt x="11326" y="69994"/>
                    <a:pt x="11624" y="69844"/>
                  </a:cubicBezTo>
                  <a:cubicBezTo>
                    <a:pt x="11898" y="69695"/>
                    <a:pt x="12172" y="69546"/>
                    <a:pt x="12446" y="69421"/>
                  </a:cubicBezTo>
                  <a:cubicBezTo>
                    <a:pt x="12769" y="69247"/>
                    <a:pt x="13043" y="69073"/>
                    <a:pt x="13367" y="68923"/>
                  </a:cubicBezTo>
                  <a:lnTo>
                    <a:pt x="14188" y="68550"/>
                  </a:lnTo>
                  <a:cubicBezTo>
                    <a:pt x="14512" y="68376"/>
                    <a:pt x="14860" y="68226"/>
                    <a:pt x="15159" y="68102"/>
                  </a:cubicBezTo>
                  <a:cubicBezTo>
                    <a:pt x="15433" y="67978"/>
                    <a:pt x="15756" y="67878"/>
                    <a:pt x="16030" y="67803"/>
                  </a:cubicBezTo>
                  <a:cubicBezTo>
                    <a:pt x="16379" y="67679"/>
                    <a:pt x="16677" y="67554"/>
                    <a:pt x="17026" y="67455"/>
                  </a:cubicBezTo>
                  <a:cubicBezTo>
                    <a:pt x="17349" y="67355"/>
                    <a:pt x="17673" y="67256"/>
                    <a:pt x="17996" y="67181"/>
                  </a:cubicBezTo>
                  <a:cubicBezTo>
                    <a:pt x="18295" y="67081"/>
                    <a:pt x="18619" y="66982"/>
                    <a:pt x="18917" y="66932"/>
                  </a:cubicBezTo>
                  <a:cubicBezTo>
                    <a:pt x="19341" y="66833"/>
                    <a:pt x="19714" y="66758"/>
                    <a:pt x="20112" y="66708"/>
                  </a:cubicBezTo>
                  <a:close/>
                  <a:moveTo>
                    <a:pt x="43383" y="76281"/>
                  </a:moveTo>
                  <a:cubicBezTo>
                    <a:pt x="43410" y="76293"/>
                    <a:pt x="43448" y="76297"/>
                    <a:pt x="43485" y="76316"/>
                  </a:cubicBezTo>
                  <a:lnTo>
                    <a:pt x="43510" y="76316"/>
                  </a:lnTo>
                  <a:cubicBezTo>
                    <a:pt x="43609" y="76391"/>
                    <a:pt x="43734" y="76440"/>
                    <a:pt x="43809" y="76515"/>
                  </a:cubicBezTo>
                  <a:cubicBezTo>
                    <a:pt x="43858" y="76515"/>
                    <a:pt x="43858" y="76540"/>
                    <a:pt x="43883" y="76540"/>
                  </a:cubicBezTo>
                  <a:lnTo>
                    <a:pt x="43858" y="76565"/>
                  </a:lnTo>
                  <a:cubicBezTo>
                    <a:pt x="43684" y="76515"/>
                    <a:pt x="43535" y="76416"/>
                    <a:pt x="43385" y="76316"/>
                  </a:cubicBezTo>
                  <a:lnTo>
                    <a:pt x="43385" y="76291"/>
                  </a:lnTo>
                  <a:cubicBezTo>
                    <a:pt x="43385" y="76291"/>
                    <a:pt x="43385" y="76286"/>
                    <a:pt x="43383" y="76281"/>
                  </a:cubicBezTo>
                  <a:close/>
                  <a:moveTo>
                    <a:pt x="48388" y="73429"/>
                  </a:moveTo>
                  <a:cubicBezTo>
                    <a:pt x="49758" y="74200"/>
                    <a:pt x="51127" y="75246"/>
                    <a:pt x="52446" y="76565"/>
                  </a:cubicBezTo>
                  <a:cubicBezTo>
                    <a:pt x="52396" y="76565"/>
                    <a:pt x="52371" y="76565"/>
                    <a:pt x="52371" y="76615"/>
                  </a:cubicBezTo>
                  <a:cubicBezTo>
                    <a:pt x="51077" y="75271"/>
                    <a:pt x="49708" y="74200"/>
                    <a:pt x="48339" y="73454"/>
                  </a:cubicBezTo>
                  <a:cubicBezTo>
                    <a:pt x="48364" y="73454"/>
                    <a:pt x="48364" y="73429"/>
                    <a:pt x="48388" y="73429"/>
                  </a:cubicBezTo>
                  <a:close/>
                  <a:moveTo>
                    <a:pt x="93192" y="70268"/>
                  </a:moveTo>
                  <a:lnTo>
                    <a:pt x="93217" y="70292"/>
                  </a:lnTo>
                  <a:cubicBezTo>
                    <a:pt x="91973" y="72433"/>
                    <a:pt x="90529" y="74574"/>
                    <a:pt x="88861" y="76640"/>
                  </a:cubicBezTo>
                  <a:cubicBezTo>
                    <a:pt x="88837" y="76640"/>
                    <a:pt x="88837" y="76615"/>
                    <a:pt x="88812" y="76615"/>
                  </a:cubicBezTo>
                  <a:cubicBezTo>
                    <a:pt x="90454" y="74524"/>
                    <a:pt x="91923" y="72408"/>
                    <a:pt x="93192" y="70268"/>
                  </a:cubicBezTo>
                  <a:close/>
                  <a:moveTo>
                    <a:pt x="54711" y="75968"/>
                  </a:moveTo>
                  <a:lnTo>
                    <a:pt x="54711" y="76017"/>
                  </a:lnTo>
                  <a:lnTo>
                    <a:pt x="54711" y="76042"/>
                  </a:lnTo>
                  <a:lnTo>
                    <a:pt x="54661" y="76042"/>
                  </a:lnTo>
                  <a:cubicBezTo>
                    <a:pt x="54362" y="76167"/>
                    <a:pt x="54089" y="76266"/>
                    <a:pt x="53765" y="76341"/>
                  </a:cubicBezTo>
                  <a:lnTo>
                    <a:pt x="53715" y="76341"/>
                  </a:lnTo>
                  <a:cubicBezTo>
                    <a:pt x="53392" y="76440"/>
                    <a:pt x="53118" y="76540"/>
                    <a:pt x="52844" y="76640"/>
                  </a:cubicBezTo>
                  <a:lnTo>
                    <a:pt x="52794" y="76640"/>
                  </a:lnTo>
                  <a:cubicBezTo>
                    <a:pt x="52805" y="76661"/>
                    <a:pt x="52811" y="76668"/>
                    <a:pt x="52811" y="76668"/>
                  </a:cubicBezTo>
                  <a:cubicBezTo>
                    <a:pt x="52810" y="76668"/>
                    <a:pt x="52798" y="76654"/>
                    <a:pt x="52769" y="76640"/>
                  </a:cubicBezTo>
                  <a:cubicBezTo>
                    <a:pt x="52819" y="76640"/>
                    <a:pt x="52844" y="76615"/>
                    <a:pt x="52869" y="76615"/>
                  </a:cubicBezTo>
                  <a:cubicBezTo>
                    <a:pt x="52894" y="76615"/>
                    <a:pt x="52944" y="76615"/>
                    <a:pt x="52944" y="76565"/>
                  </a:cubicBezTo>
                  <a:lnTo>
                    <a:pt x="52993" y="76565"/>
                  </a:lnTo>
                  <a:cubicBezTo>
                    <a:pt x="53018" y="76565"/>
                    <a:pt x="53068" y="76540"/>
                    <a:pt x="53093" y="76540"/>
                  </a:cubicBezTo>
                  <a:cubicBezTo>
                    <a:pt x="53317" y="76465"/>
                    <a:pt x="53566" y="76391"/>
                    <a:pt x="53765" y="76316"/>
                  </a:cubicBezTo>
                  <a:cubicBezTo>
                    <a:pt x="53815" y="76316"/>
                    <a:pt x="53815" y="76316"/>
                    <a:pt x="53840" y="76291"/>
                  </a:cubicBezTo>
                  <a:cubicBezTo>
                    <a:pt x="53865" y="76291"/>
                    <a:pt x="53889" y="76266"/>
                    <a:pt x="53939" y="76266"/>
                  </a:cubicBezTo>
                  <a:cubicBezTo>
                    <a:pt x="53964" y="76266"/>
                    <a:pt x="53964" y="76266"/>
                    <a:pt x="53989" y="76241"/>
                  </a:cubicBezTo>
                  <a:lnTo>
                    <a:pt x="54014" y="76241"/>
                  </a:lnTo>
                  <a:cubicBezTo>
                    <a:pt x="54238" y="76167"/>
                    <a:pt x="54462" y="76067"/>
                    <a:pt x="54711" y="75968"/>
                  </a:cubicBezTo>
                  <a:close/>
                  <a:moveTo>
                    <a:pt x="94835" y="71587"/>
                  </a:moveTo>
                  <a:cubicBezTo>
                    <a:pt x="96677" y="73503"/>
                    <a:pt x="98071" y="75196"/>
                    <a:pt x="99067" y="76640"/>
                  </a:cubicBezTo>
                  <a:cubicBezTo>
                    <a:pt x="99067" y="76665"/>
                    <a:pt x="99042" y="76665"/>
                    <a:pt x="99042" y="76689"/>
                  </a:cubicBezTo>
                  <a:cubicBezTo>
                    <a:pt x="98071" y="75271"/>
                    <a:pt x="96652" y="73553"/>
                    <a:pt x="94835" y="71661"/>
                  </a:cubicBezTo>
                  <a:lnTo>
                    <a:pt x="94835" y="71587"/>
                  </a:lnTo>
                  <a:close/>
                  <a:moveTo>
                    <a:pt x="106883" y="62676"/>
                  </a:moveTo>
                  <a:cubicBezTo>
                    <a:pt x="105165" y="67231"/>
                    <a:pt x="102626" y="72035"/>
                    <a:pt x="99341" y="76689"/>
                  </a:cubicBezTo>
                  <a:lnTo>
                    <a:pt x="99316" y="76665"/>
                  </a:lnTo>
                  <a:cubicBezTo>
                    <a:pt x="99415" y="76490"/>
                    <a:pt x="99515" y="76316"/>
                    <a:pt x="99639" y="76167"/>
                  </a:cubicBezTo>
                  <a:cubicBezTo>
                    <a:pt x="100013" y="75644"/>
                    <a:pt x="100361" y="75121"/>
                    <a:pt x="100685" y="74574"/>
                  </a:cubicBezTo>
                  <a:cubicBezTo>
                    <a:pt x="100909" y="74275"/>
                    <a:pt x="101108" y="73951"/>
                    <a:pt x="101307" y="73628"/>
                  </a:cubicBezTo>
                  <a:cubicBezTo>
                    <a:pt x="101556" y="73205"/>
                    <a:pt x="101805" y="72782"/>
                    <a:pt x="102054" y="72383"/>
                  </a:cubicBezTo>
                  <a:lnTo>
                    <a:pt x="102527" y="71637"/>
                  </a:lnTo>
                  <a:cubicBezTo>
                    <a:pt x="103199" y="70467"/>
                    <a:pt x="103796" y="69322"/>
                    <a:pt x="104394" y="68177"/>
                  </a:cubicBezTo>
                  <a:cubicBezTo>
                    <a:pt x="104443" y="68027"/>
                    <a:pt x="104543" y="67853"/>
                    <a:pt x="104618" y="67729"/>
                  </a:cubicBezTo>
                  <a:cubicBezTo>
                    <a:pt x="104866" y="67231"/>
                    <a:pt x="105066" y="66733"/>
                    <a:pt x="105314" y="66285"/>
                  </a:cubicBezTo>
                  <a:cubicBezTo>
                    <a:pt x="105389" y="66161"/>
                    <a:pt x="105414" y="66061"/>
                    <a:pt x="105489" y="65936"/>
                  </a:cubicBezTo>
                  <a:cubicBezTo>
                    <a:pt x="105987" y="64841"/>
                    <a:pt x="106435" y="63746"/>
                    <a:pt x="106858" y="62676"/>
                  </a:cubicBezTo>
                  <a:close/>
                  <a:moveTo>
                    <a:pt x="12570" y="76416"/>
                  </a:moveTo>
                  <a:cubicBezTo>
                    <a:pt x="12620" y="76440"/>
                    <a:pt x="12645" y="76440"/>
                    <a:pt x="12670" y="76465"/>
                  </a:cubicBezTo>
                  <a:cubicBezTo>
                    <a:pt x="12695" y="76515"/>
                    <a:pt x="12744" y="76515"/>
                    <a:pt x="12769" y="76540"/>
                  </a:cubicBezTo>
                  <a:cubicBezTo>
                    <a:pt x="12869" y="76615"/>
                    <a:pt x="12894" y="76665"/>
                    <a:pt x="12944" y="76714"/>
                  </a:cubicBezTo>
                  <a:cubicBezTo>
                    <a:pt x="12919" y="76689"/>
                    <a:pt x="12894" y="76689"/>
                    <a:pt x="12869" y="76665"/>
                  </a:cubicBezTo>
                  <a:cubicBezTo>
                    <a:pt x="12819" y="76640"/>
                    <a:pt x="12794" y="76640"/>
                    <a:pt x="12769" y="76615"/>
                  </a:cubicBezTo>
                  <a:lnTo>
                    <a:pt x="12744" y="76565"/>
                  </a:lnTo>
                  <a:lnTo>
                    <a:pt x="12570" y="76416"/>
                  </a:lnTo>
                  <a:close/>
                  <a:moveTo>
                    <a:pt x="19166" y="72557"/>
                  </a:moveTo>
                  <a:cubicBezTo>
                    <a:pt x="19166" y="72582"/>
                    <a:pt x="19141" y="72582"/>
                    <a:pt x="19141" y="72632"/>
                  </a:cubicBezTo>
                  <a:cubicBezTo>
                    <a:pt x="19042" y="72657"/>
                    <a:pt x="18967" y="72707"/>
                    <a:pt x="18893" y="72757"/>
                  </a:cubicBezTo>
                  <a:cubicBezTo>
                    <a:pt x="18868" y="72782"/>
                    <a:pt x="18793" y="72782"/>
                    <a:pt x="18768" y="72806"/>
                  </a:cubicBezTo>
                  <a:cubicBezTo>
                    <a:pt x="18494" y="72956"/>
                    <a:pt x="18245" y="73080"/>
                    <a:pt x="17996" y="73254"/>
                  </a:cubicBezTo>
                  <a:cubicBezTo>
                    <a:pt x="17922" y="73279"/>
                    <a:pt x="17872" y="73304"/>
                    <a:pt x="17772" y="73379"/>
                  </a:cubicBezTo>
                  <a:cubicBezTo>
                    <a:pt x="17524" y="73528"/>
                    <a:pt x="17299" y="73653"/>
                    <a:pt x="17100" y="73802"/>
                  </a:cubicBezTo>
                  <a:lnTo>
                    <a:pt x="16802" y="74001"/>
                  </a:lnTo>
                  <a:cubicBezTo>
                    <a:pt x="16578" y="74126"/>
                    <a:pt x="16403" y="74275"/>
                    <a:pt x="16179" y="74424"/>
                  </a:cubicBezTo>
                  <a:cubicBezTo>
                    <a:pt x="16055" y="74524"/>
                    <a:pt x="15955" y="74574"/>
                    <a:pt x="15856" y="74673"/>
                  </a:cubicBezTo>
                  <a:cubicBezTo>
                    <a:pt x="15657" y="74798"/>
                    <a:pt x="15507" y="74947"/>
                    <a:pt x="15308" y="75071"/>
                  </a:cubicBezTo>
                  <a:cubicBezTo>
                    <a:pt x="15184" y="75171"/>
                    <a:pt x="15059" y="75271"/>
                    <a:pt x="14910" y="75395"/>
                  </a:cubicBezTo>
                  <a:lnTo>
                    <a:pt x="14437" y="75768"/>
                  </a:lnTo>
                  <a:cubicBezTo>
                    <a:pt x="14288" y="75893"/>
                    <a:pt x="14163" y="76017"/>
                    <a:pt x="14014" y="76142"/>
                  </a:cubicBezTo>
                  <a:cubicBezTo>
                    <a:pt x="13889" y="76266"/>
                    <a:pt x="13715" y="76391"/>
                    <a:pt x="13616" y="76515"/>
                  </a:cubicBezTo>
                  <a:cubicBezTo>
                    <a:pt x="13541" y="76565"/>
                    <a:pt x="13441" y="76640"/>
                    <a:pt x="13392" y="76714"/>
                  </a:cubicBezTo>
                  <a:lnTo>
                    <a:pt x="13367" y="76714"/>
                  </a:lnTo>
                  <a:cubicBezTo>
                    <a:pt x="13367" y="76714"/>
                    <a:pt x="13317" y="76714"/>
                    <a:pt x="13317" y="76689"/>
                  </a:cubicBezTo>
                  <a:cubicBezTo>
                    <a:pt x="13392" y="76640"/>
                    <a:pt x="13491" y="76565"/>
                    <a:pt x="13541" y="76465"/>
                  </a:cubicBezTo>
                  <a:cubicBezTo>
                    <a:pt x="13690" y="76366"/>
                    <a:pt x="13815" y="76216"/>
                    <a:pt x="13989" y="76067"/>
                  </a:cubicBezTo>
                  <a:cubicBezTo>
                    <a:pt x="14138" y="75943"/>
                    <a:pt x="14288" y="75818"/>
                    <a:pt x="14412" y="75694"/>
                  </a:cubicBezTo>
                  <a:cubicBezTo>
                    <a:pt x="14561" y="75569"/>
                    <a:pt x="14736" y="75445"/>
                    <a:pt x="14860" y="75320"/>
                  </a:cubicBezTo>
                  <a:cubicBezTo>
                    <a:pt x="15010" y="75196"/>
                    <a:pt x="15134" y="75121"/>
                    <a:pt x="15283" y="74997"/>
                  </a:cubicBezTo>
                  <a:cubicBezTo>
                    <a:pt x="15433" y="74847"/>
                    <a:pt x="15607" y="74723"/>
                    <a:pt x="15781" y="74623"/>
                  </a:cubicBezTo>
                  <a:cubicBezTo>
                    <a:pt x="15906" y="74524"/>
                    <a:pt x="16055" y="74424"/>
                    <a:pt x="16179" y="74325"/>
                  </a:cubicBezTo>
                  <a:cubicBezTo>
                    <a:pt x="16379" y="74200"/>
                    <a:pt x="16553" y="74076"/>
                    <a:pt x="16727" y="73951"/>
                  </a:cubicBezTo>
                  <a:cubicBezTo>
                    <a:pt x="16851" y="73877"/>
                    <a:pt x="16976" y="73802"/>
                    <a:pt x="17100" y="73752"/>
                  </a:cubicBezTo>
                  <a:cubicBezTo>
                    <a:pt x="17275" y="73628"/>
                    <a:pt x="17499" y="73503"/>
                    <a:pt x="17673" y="73379"/>
                  </a:cubicBezTo>
                  <a:cubicBezTo>
                    <a:pt x="17772" y="73304"/>
                    <a:pt x="17897" y="73254"/>
                    <a:pt x="17996" y="73180"/>
                  </a:cubicBezTo>
                  <a:cubicBezTo>
                    <a:pt x="18220" y="73055"/>
                    <a:pt x="18420" y="72931"/>
                    <a:pt x="18668" y="72806"/>
                  </a:cubicBezTo>
                  <a:cubicBezTo>
                    <a:pt x="18768" y="72757"/>
                    <a:pt x="18868" y="72707"/>
                    <a:pt x="18967" y="72682"/>
                  </a:cubicBezTo>
                  <a:cubicBezTo>
                    <a:pt x="19042" y="72582"/>
                    <a:pt x="19117" y="72557"/>
                    <a:pt x="19166" y="72557"/>
                  </a:cubicBezTo>
                  <a:close/>
                  <a:moveTo>
                    <a:pt x="80747" y="71089"/>
                  </a:moveTo>
                  <a:cubicBezTo>
                    <a:pt x="83361" y="73155"/>
                    <a:pt x="85999" y="75047"/>
                    <a:pt x="88538" y="76665"/>
                  </a:cubicBezTo>
                  <a:cubicBezTo>
                    <a:pt x="88538" y="76689"/>
                    <a:pt x="88488" y="76689"/>
                    <a:pt x="88488" y="76714"/>
                  </a:cubicBezTo>
                  <a:cubicBezTo>
                    <a:pt x="85974" y="75121"/>
                    <a:pt x="83336" y="73205"/>
                    <a:pt x="80722" y="71139"/>
                  </a:cubicBezTo>
                  <a:lnTo>
                    <a:pt x="80747" y="71089"/>
                  </a:lnTo>
                  <a:close/>
                  <a:moveTo>
                    <a:pt x="88687" y="76764"/>
                  </a:moveTo>
                  <a:cubicBezTo>
                    <a:pt x="88712" y="76764"/>
                    <a:pt x="88712" y="76789"/>
                    <a:pt x="88737" y="76789"/>
                  </a:cubicBezTo>
                  <a:cubicBezTo>
                    <a:pt x="88737" y="76814"/>
                    <a:pt x="88712" y="76814"/>
                    <a:pt x="88712" y="76864"/>
                  </a:cubicBezTo>
                  <a:cubicBezTo>
                    <a:pt x="88687" y="76864"/>
                    <a:pt x="88687" y="76814"/>
                    <a:pt x="88662" y="76814"/>
                  </a:cubicBezTo>
                  <a:cubicBezTo>
                    <a:pt x="88662" y="76789"/>
                    <a:pt x="88687" y="76789"/>
                    <a:pt x="88687" y="76764"/>
                  </a:cubicBezTo>
                  <a:close/>
                  <a:moveTo>
                    <a:pt x="99191" y="76814"/>
                  </a:moveTo>
                  <a:cubicBezTo>
                    <a:pt x="99191" y="76814"/>
                    <a:pt x="99191" y="76864"/>
                    <a:pt x="99241" y="76864"/>
                  </a:cubicBezTo>
                  <a:cubicBezTo>
                    <a:pt x="99241" y="76864"/>
                    <a:pt x="99191" y="76889"/>
                    <a:pt x="99191" y="76913"/>
                  </a:cubicBezTo>
                  <a:lnTo>
                    <a:pt x="99166" y="76889"/>
                  </a:lnTo>
                  <a:cubicBezTo>
                    <a:pt x="99166" y="76839"/>
                    <a:pt x="99191" y="76839"/>
                    <a:pt x="99191" y="76814"/>
                  </a:cubicBezTo>
                  <a:close/>
                  <a:moveTo>
                    <a:pt x="44033" y="76889"/>
                  </a:moveTo>
                  <a:cubicBezTo>
                    <a:pt x="44033" y="76889"/>
                    <a:pt x="44057" y="76889"/>
                    <a:pt x="44057" y="76913"/>
                  </a:cubicBezTo>
                  <a:cubicBezTo>
                    <a:pt x="44057" y="76938"/>
                    <a:pt x="44033" y="76988"/>
                    <a:pt x="44033" y="77013"/>
                  </a:cubicBezTo>
                  <a:lnTo>
                    <a:pt x="44033" y="76889"/>
                  </a:lnTo>
                  <a:close/>
                  <a:moveTo>
                    <a:pt x="93392" y="70417"/>
                  </a:moveTo>
                  <a:cubicBezTo>
                    <a:pt x="93715" y="70765"/>
                    <a:pt x="94064" y="71089"/>
                    <a:pt x="94387" y="71437"/>
                  </a:cubicBezTo>
                  <a:cubicBezTo>
                    <a:pt x="93317" y="72757"/>
                    <a:pt x="92222" y="74076"/>
                    <a:pt x="91102" y="75370"/>
                  </a:cubicBezTo>
                  <a:cubicBezTo>
                    <a:pt x="91077" y="75395"/>
                    <a:pt x="91077" y="75420"/>
                    <a:pt x="91052" y="75420"/>
                  </a:cubicBezTo>
                  <a:cubicBezTo>
                    <a:pt x="90579" y="76017"/>
                    <a:pt x="90081" y="76565"/>
                    <a:pt x="89583" y="77113"/>
                  </a:cubicBezTo>
                  <a:lnTo>
                    <a:pt x="89036" y="76739"/>
                  </a:lnTo>
                  <a:cubicBezTo>
                    <a:pt x="90678" y="74648"/>
                    <a:pt x="92147" y="72533"/>
                    <a:pt x="93392" y="70417"/>
                  </a:cubicBezTo>
                  <a:close/>
                  <a:moveTo>
                    <a:pt x="48214" y="73578"/>
                  </a:moveTo>
                  <a:cubicBezTo>
                    <a:pt x="49583" y="74325"/>
                    <a:pt x="50902" y="75345"/>
                    <a:pt x="52197" y="76640"/>
                  </a:cubicBezTo>
                  <a:cubicBezTo>
                    <a:pt x="52097" y="76665"/>
                    <a:pt x="51998" y="76665"/>
                    <a:pt x="51898" y="76689"/>
                  </a:cubicBezTo>
                  <a:cubicBezTo>
                    <a:pt x="51774" y="76714"/>
                    <a:pt x="51624" y="76764"/>
                    <a:pt x="51500" y="76789"/>
                  </a:cubicBezTo>
                  <a:cubicBezTo>
                    <a:pt x="51475" y="76789"/>
                    <a:pt x="51400" y="76814"/>
                    <a:pt x="51375" y="76814"/>
                  </a:cubicBezTo>
                  <a:cubicBezTo>
                    <a:pt x="51251" y="76864"/>
                    <a:pt x="51127" y="76864"/>
                    <a:pt x="51002" y="76889"/>
                  </a:cubicBezTo>
                  <a:cubicBezTo>
                    <a:pt x="50952" y="76889"/>
                    <a:pt x="50878" y="76913"/>
                    <a:pt x="50828" y="76913"/>
                  </a:cubicBezTo>
                  <a:cubicBezTo>
                    <a:pt x="50728" y="76938"/>
                    <a:pt x="50629" y="76938"/>
                    <a:pt x="50504" y="76988"/>
                  </a:cubicBezTo>
                  <a:cubicBezTo>
                    <a:pt x="50380" y="77013"/>
                    <a:pt x="50230" y="77013"/>
                    <a:pt x="50106" y="77038"/>
                  </a:cubicBezTo>
                  <a:lnTo>
                    <a:pt x="50006" y="77038"/>
                  </a:lnTo>
                  <a:cubicBezTo>
                    <a:pt x="49882" y="77063"/>
                    <a:pt x="49758" y="77063"/>
                    <a:pt x="49658" y="77088"/>
                  </a:cubicBezTo>
                  <a:cubicBezTo>
                    <a:pt x="49509" y="77137"/>
                    <a:pt x="49334" y="77137"/>
                    <a:pt x="49160" y="77137"/>
                  </a:cubicBezTo>
                  <a:lnTo>
                    <a:pt x="49061" y="77137"/>
                  </a:lnTo>
                  <a:cubicBezTo>
                    <a:pt x="49011" y="77137"/>
                    <a:pt x="48911" y="77137"/>
                    <a:pt x="48861" y="77162"/>
                  </a:cubicBezTo>
                  <a:cubicBezTo>
                    <a:pt x="48588" y="77162"/>
                    <a:pt x="48339" y="77187"/>
                    <a:pt x="48040" y="77187"/>
                  </a:cubicBezTo>
                  <a:cubicBezTo>
                    <a:pt x="47642" y="77187"/>
                    <a:pt x="47244" y="77162"/>
                    <a:pt x="46870" y="77137"/>
                  </a:cubicBezTo>
                  <a:cubicBezTo>
                    <a:pt x="46771" y="77137"/>
                    <a:pt x="46671" y="77113"/>
                    <a:pt x="46571" y="77113"/>
                  </a:cubicBezTo>
                  <a:cubicBezTo>
                    <a:pt x="46497" y="77113"/>
                    <a:pt x="46422" y="77063"/>
                    <a:pt x="46323" y="77063"/>
                  </a:cubicBezTo>
                  <a:cubicBezTo>
                    <a:pt x="46074" y="77038"/>
                    <a:pt x="45874" y="77013"/>
                    <a:pt x="45626" y="76938"/>
                  </a:cubicBezTo>
                  <a:cubicBezTo>
                    <a:pt x="45576" y="76938"/>
                    <a:pt x="45526" y="76913"/>
                    <a:pt x="45501" y="76913"/>
                  </a:cubicBezTo>
                  <a:cubicBezTo>
                    <a:pt x="45327" y="76889"/>
                    <a:pt x="45202" y="76814"/>
                    <a:pt x="45053" y="76789"/>
                  </a:cubicBezTo>
                  <a:cubicBezTo>
                    <a:pt x="45028" y="76789"/>
                    <a:pt x="45003" y="76764"/>
                    <a:pt x="44929" y="76764"/>
                  </a:cubicBezTo>
                  <a:cubicBezTo>
                    <a:pt x="44954" y="76640"/>
                    <a:pt x="45028" y="76490"/>
                    <a:pt x="45053" y="76366"/>
                  </a:cubicBezTo>
                  <a:cubicBezTo>
                    <a:pt x="45178" y="75893"/>
                    <a:pt x="45352" y="75495"/>
                    <a:pt x="45476" y="75146"/>
                  </a:cubicBezTo>
                  <a:cubicBezTo>
                    <a:pt x="45601" y="75071"/>
                    <a:pt x="45675" y="75022"/>
                    <a:pt x="45800" y="74947"/>
                  </a:cubicBezTo>
                  <a:lnTo>
                    <a:pt x="45999" y="74872"/>
                  </a:lnTo>
                  <a:cubicBezTo>
                    <a:pt x="46049" y="74823"/>
                    <a:pt x="46099" y="74798"/>
                    <a:pt x="46148" y="74773"/>
                  </a:cubicBezTo>
                  <a:cubicBezTo>
                    <a:pt x="46522" y="74549"/>
                    <a:pt x="46870" y="74375"/>
                    <a:pt x="47244" y="74151"/>
                  </a:cubicBezTo>
                  <a:cubicBezTo>
                    <a:pt x="47492" y="74001"/>
                    <a:pt x="47741" y="73827"/>
                    <a:pt x="47990" y="73702"/>
                  </a:cubicBezTo>
                  <a:cubicBezTo>
                    <a:pt x="48040" y="73678"/>
                    <a:pt x="48115" y="73603"/>
                    <a:pt x="48214" y="73578"/>
                  </a:cubicBezTo>
                  <a:close/>
                  <a:moveTo>
                    <a:pt x="94537" y="71587"/>
                  </a:moveTo>
                  <a:lnTo>
                    <a:pt x="94562" y="71637"/>
                  </a:lnTo>
                  <a:cubicBezTo>
                    <a:pt x="94213" y="72035"/>
                    <a:pt x="93914" y="72458"/>
                    <a:pt x="93566" y="72881"/>
                  </a:cubicBezTo>
                  <a:lnTo>
                    <a:pt x="93093" y="73429"/>
                  </a:lnTo>
                  <a:cubicBezTo>
                    <a:pt x="92545" y="74076"/>
                    <a:pt x="91973" y="74773"/>
                    <a:pt x="91425" y="75420"/>
                  </a:cubicBezTo>
                  <a:cubicBezTo>
                    <a:pt x="91176" y="75694"/>
                    <a:pt x="90952" y="75943"/>
                    <a:pt x="90703" y="76241"/>
                  </a:cubicBezTo>
                  <a:cubicBezTo>
                    <a:pt x="90405" y="76565"/>
                    <a:pt x="90106" y="76913"/>
                    <a:pt x="89807" y="77237"/>
                  </a:cubicBezTo>
                  <a:cubicBezTo>
                    <a:pt x="89782" y="77237"/>
                    <a:pt x="89782" y="77187"/>
                    <a:pt x="89733" y="77187"/>
                  </a:cubicBezTo>
                  <a:cubicBezTo>
                    <a:pt x="91425" y="75370"/>
                    <a:pt x="93018" y="73503"/>
                    <a:pt x="94537" y="71587"/>
                  </a:cubicBezTo>
                  <a:close/>
                  <a:moveTo>
                    <a:pt x="43560" y="76689"/>
                  </a:moveTo>
                  <a:cubicBezTo>
                    <a:pt x="43609" y="76689"/>
                    <a:pt x="43609" y="76739"/>
                    <a:pt x="43634" y="76739"/>
                  </a:cubicBezTo>
                  <a:cubicBezTo>
                    <a:pt x="43684" y="76764"/>
                    <a:pt x="43784" y="76789"/>
                    <a:pt x="43833" y="76814"/>
                  </a:cubicBezTo>
                  <a:cubicBezTo>
                    <a:pt x="43858" y="76938"/>
                    <a:pt x="43858" y="77113"/>
                    <a:pt x="43809" y="77262"/>
                  </a:cubicBezTo>
                  <a:cubicBezTo>
                    <a:pt x="43784" y="77237"/>
                    <a:pt x="43784" y="77187"/>
                    <a:pt x="43759" y="77187"/>
                  </a:cubicBezTo>
                  <a:cubicBezTo>
                    <a:pt x="43734" y="77162"/>
                    <a:pt x="43684" y="77113"/>
                    <a:pt x="43659" y="77063"/>
                  </a:cubicBezTo>
                  <a:cubicBezTo>
                    <a:pt x="43634" y="76938"/>
                    <a:pt x="43560" y="76814"/>
                    <a:pt x="43535" y="76739"/>
                  </a:cubicBezTo>
                  <a:lnTo>
                    <a:pt x="43560" y="76739"/>
                  </a:lnTo>
                  <a:lnTo>
                    <a:pt x="43560" y="76689"/>
                  </a:lnTo>
                  <a:close/>
                  <a:moveTo>
                    <a:pt x="88911" y="76889"/>
                  </a:moveTo>
                  <a:cubicBezTo>
                    <a:pt x="89085" y="77013"/>
                    <a:pt x="89285" y="77137"/>
                    <a:pt x="89459" y="77237"/>
                  </a:cubicBezTo>
                  <a:cubicBezTo>
                    <a:pt x="89459" y="77262"/>
                    <a:pt x="89434" y="77262"/>
                    <a:pt x="89434" y="77287"/>
                  </a:cubicBezTo>
                  <a:cubicBezTo>
                    <a:pt x="89235" y="77162"/>
                    <a:pt x="89061" y="77063"/>
                    <a:pt x="88861" y="76938"/>
                  </a:cubicBezTo>
                  <a:cubicBezTo>
                    <a:pt x="88861" y="76913"/>
                    <a:pt x="88911" y="76913"/>
                    <a:pt x="88911" y="76889"/>
                  </a:cubicBezTo>
                  <a:close/>
                  <a:moveTo>
                    <a:pt x="110243" y="61357"/>
                  </a:moveTo>
                  <a:lnTo>
                    <a:pt x="110243" y="61357"/>
                  </a:lnTo>
                  <a:cubicBezTo>
                    <a:pt x="107455" y="66683"/>
                    <a:pt x="103896" y="72060"/>
                    <a:pt x="99739" y="77312"/>
                  </a:cubicBezTo>
                  <a:cubicBezTo>
                    <a:pt x="99639" y="77162"/>
                    <a:pt x="99540" y="77038"/>
                    <a:pt x="99440" y="76889"/>
                  </a:cubicBezTo>
                  <a:cubicBezTo>
                    <a:pt x="100361" y="75619"/>
                    <a:pt x="101232" y="74300"/>
                    <a:pt x="102004" y="73006"/>
                  </a:cubicBezTo>
                  <a:cubicBezTo>
                    <a:pt x="104169" y="69446"/>
                    <a:pt x="105862" y="65961"/>
                    <a:pt x="107107" y="62601"/>
                  </a:cubicBezTo>
                  <a:cubicBezTo>
                    <a:pt x="108252" y="62253"/>
                    <a:pt x="109322" y="61854"/>
                    <a:pt x="110243" y="61357"/>
                  </a:cubicBezTo>
                  <a:close/>
                  <a:moveTo>
                    <a:pt x="52272" y="76764"/>
                  </a:moveTo>
                  <a:lnTo>
                    <a:pt x="52296" y="76789"/>
                  </a:lnTo>
                  <a:lnTo>
                    <a:pt x="52272" y="76789"/>
                  </a:lnTo>
                  <a:cubicBezTo>
                    <a:pt x="52023" y="76839"/>
                    <a:pt x="51749" y="76913"/>
                    <a:pt x="51500" y="76988"/>
                  </a:cubicBezTo>
                  <a:cubicBezTo>
                    <a:pt x="51425" y="76988"/>
                    <a:pt x="51400" y="77013"/>
                    <a:pt x="51351" y="77013"/>
                  </a:cubicBezTo>
                  <a:cubicBezTo>
                    <a:pt x="51102" y="77063"/>
                    <a:pt x="50853" y="77113"/>
                    <a:pt x="50554" y="77162"/>
                  </a:cubicBezTo>
                  <a:cubicBezTo>
                    <a:pt x="50529" y="77162"/>
                    <a:pt x="50479" y="77187"/>
                    <a:pt x="50430" y="77187"/>
                  </a:cubicBezTo>
                  <a:cubicBezTo>
                    <a:pt x="50056" y="77262"/>
                    <a:pt x="49683" y="77287"/>
                    <a:pt x="49309" y="77312"/>
                  </a:cubicBezTo>
                  <a:cubicBezTo>
                    <a:pt x="49235" y="77312"/>
                    <a:pt x="49135" y="77361"/>
                    <a:pt x="49036" y="77361"/>
                  </a:cubicBezTo>
                  <a:cubicBezTo>
                    <a:pt x="48662" y="77386"/>
                    <a:pt x="48289" y="77411"/>
                    <a:pt x="47940" y="77411"/>
                  </a:cubicBezTo>
                  <a:lnTo>
                    <a:pt x="47916" y="77411"/>
                  </a:lnTo>
                  <a:cubicBezTo>
                    <a:pt x="47542" y="77411"/>
                    <a:pt x="47169" y="77386"/>
                    <a:pt x="46795" y="77361"/>
                  </a:cubicBezTo>
                  <a:lnTo>
                    <a:pt x="46696" y="77361"/>
                  </a:lnTo>
                  <a:cubicBezTo>
                    <a:pt x="46621" y="77361"/>
                    <a:pt x="46522" y="77312"/>
                    <a:pt x="46422" y="77312"/>
                  </a:cubicBezTo>
                  <a:cubicBezTo>
                    <a:pt x="46372" y="77312"/>
                    <a:pt x="46298" y="77287"/>
                    <a:pt x="46248" y="77287"/>
                  </a:cubicBezTo>
                  <a:cubicBezTo>
                    <a:pt x="45924" y="77262"/>
                    <a:pt x="45626" y="77187"/>
                    <a:pt x="45327" y="77137"/>
                  </a:cubicBezTo>
                  <a:cubicBezTo>
                    <a:pt x="45202" y="77088"/>
                    <a:pt x="45053" y="77038"/>
                    <a:pt x="44929" y="77013"/>
                  </a:cubicBezTo>
                  <a:lnTo>
                    <a:pt x="44904" y="77013"/>
                  </a:lnTo>
                  <a:lnTo>
                    <a:pt x="44879" y="76988"/>
                  </a:lnTo>
                  <a:lnTo>
                    <a:pt x="44829" y="76938"/>
                  </a:lnTo>
                  <a:lnTo>
                    <a:pt x="45003" y="76938"/>
                  </a:lnTo>
                  <a:cubicBezTo>
                    <a:pt x="45053" y="76988"/>
                    <a:pt x="45128" y="76988"/>
                    <a:pt x="45227" y="77013"/>
                  </a:cubicBezTo>
                  <a:cubicBezTo>
                    <a:pt x="45252" y="77013"/>
                    <a:pt x="45302" y="77038"/>
                    <a:pt x="45352" y="77038"/>
                  </a:cubicBezTo>
                  <a:lnTo>
                    <a:pt x="45402" y="77038"/>
                  </a:lnTo>
                  <a:cubicBezTo>
                    <a:pt x="45501" y="77063"/>
                    <a:pt x="45601" y="77063"/>
                    <a:pt x="45650" y="77113"/>
                  </a:cubicBezTo>
                  <a:cubicBezTo>
                    <a:pt x="45725" y="77113"/>
                    <a:pt x="45775" y="77137"/>
                    <a:pt x="45850" y="77137"/>
                  </a:cubicBezTo>
                  <a:cubicBezTo>
                    <a:pt x="45974" y="77162"/>
                    <a:pt x="46049" y="77187"/>
                    <a:pt x="46173" y="77187"/>
                  </a:cubicBezTo>
                  <a:cubicBezTo>
                    <a:pt x="46273" y="77187"/>
                    <a:pt x="46372" y="77237"/>
                    <a:pt x="46472" y="77237"/>
                  </a:cubicBezTo>
                  <a:cubicBezTo>
                    <a:pt x="46522" y="77237"/>
                    <a:pt x="46596" y="77262"/>
                    <a:pt x="46646" y="77262"/>
                  </a:cubicBezTo>
                  <a:lnTo>
                    <a:pt x="46845" y="77262"/>
                  </a:lnTo>
                  <a:cubicBezTo>
                    <a:pt x="46920" y="77262"/>
                    <a:pt x="46995" y="77287"/>
                    <a:pt x="47094" y="77287"/>
                  </a:cubicBezTo>
                  <a:cubicBezTo>
                    <a:pt x="47393" y="77312"/>
                    <a:pt x="47716" y="77312"/>
                    <a:pt x="48015" y="77312"/>
                  </a:cubicBezTo>
                  <a:cubicBezTo>
                    <a:pt x="48289" y="77312"/>
                    <a:pt x="48538" y="77312"/>
                    <a:pt x="48837" y="77287"/>
                  </a:cubicBezTo>
                  <a:lnTo>
                    <a:pt x="48961" y="77287"/>
                  </a:lnTo>
                  <a:cubicBezTo>
                    <a:pt x="49011" y="77287"/>
                    <a:pt x="49085" y="77287"/>
                    <a:pt x="49135" y="77262"/>
                  </a:cubicBezTo>
                  <a:lnTo>
                    <a:pt x="49235" y="77262"/>
                  </a:lnTo>
                  <a:cubicBezTo>
                    <a:pt x="49359" y="77262"/>
                    <a:pt x="49509" y="77237"/>
                    <a:pt x="49633" y="77237"/>
                  </a:cubicBezTo>
                  <a:cubicBezTo>
                    <a:pt x="49832" y="77187"/>
                    <a:pt x="49982" y="77162"/>
                    <a:pt x="50156" y="77162"/>
                  </a:cubicBezTo>
                  <a:lnTo>
                    <a:pt x="50230" y="77162"/>
                  </a:lnTo>
                  <a:cubicBezTo>
                    <a:pt x="50280" y="77162"/>
                    <a:pt x="50380" y="77137"/>
                    <a:pt x="50430" y="77137"/>
                  </a:cubicBezTo>
                  <a:cubicBezTo>
                    <a:pt x="50479" y="77137"/>
                    <a:pt x="50529" y="77137"/>
                    <a:pt x="50554" y="77113"/>
                  </a:cubicBezTo>
                  <a:cubicBezTo>
                    <a:pt x="50629" y="77113"/>
                    <a:pt x="50678" y="77063"/>
                    <a:pt x="50753" y="77063"/>
                  </a:cubicBezTo>
                  <a:lnTo>
                    <a:pt x="50778" y="77063"/>
                  </a:lnTo>
                  <a:cubicBezTo>
                    <a:pt x="50878" y="77038"/>
                    <a:pt x="50977" y="77038"/>
                    <a:pt x="51052" y="77013"/>
                  </a:cubicBezTo>
                  <a:lnTo>
                    <a:pt x="51127" y="77013"/>
                  </a:lnTo>
                  <a:cubicBezTo>
                    <a:pt x="51176" y="77013"/>
                    <a:pt x="51226" y="76988"/>
                    <a:pt x="51276" y="76988"/>
                  </a:cubicBezTo>
                  <a:cubicBezTo>
                    <a:pt x="51500" y="76938"/>
                    <a:pt x="51724" y="76889"/>
                    <a:pt x="51923" y="76814"/>
                  </a:cubicBezTo>
                  <a:lnTo>
                    <a:pt x="52023" y="76814"/>
                  </a:lnTo>
                  <a:cubicBezTo>
                    <a:pt x="52097" y="76814"/>
                    <a:pt x="52122" y="76789"/>
                    <a:pt x="52172" y="76789"/>
                  </a:cubicBezTo>
                  <a:cubicBezTo>
                    <a:pt x="52222" y="76789"/>
                    <a:pt x="52247" y="76789"/>
                    <a:pt x="52272" y="76764"/>
                  </a:cubicBezTo>
                  <a:close/>
                  <a:moveTo>
                    <a:pt x="89608" y="77337"/>
                  </a:moveTo>
                  <a:cubicBezTo>
                    <a:pt x="89658" y="77337"/>
                    <a:pt x="89683" y="77337"/>
                    <a:pt x="89683" y="77386"/>
                  </a:cubicBezTo>
                  <a:cubicBezTo>
                    <a:pt x="89633" y="77411"/>
                    <a:pt x="89633" y="77411"/>
                    <a:pt x="89633" y="77436"/>
                  </a:cubicBezTo>
                  <a:cubicBezTo>
                    <a:pt x="89608" y="77436"/>
                    <a:pt x="89608" y="77411"/>
                    <a:pt x="89583" y="77411"/>
                  </a:cubicBezTo>
                  <a:cubicBezTo>
                    <a:pt x="89583" y="77386"/>
                    <a:pt x="89608" y="77386"/>
                    <a:pt x="89608" y="77337"/>
                  </a:cubicBezTo>
                  <a:close/>
                  <a:moveTo>
                    <a:pt x="44057" y="77386"/>
                  </a:moveTo>
                  <a:lnTo>
                    <a:pt x="44057" y="77486"/>
                  </a:lnTo>
                  <a:cubicBezTo>
                    <a:pt x="44033" y="77511"/>
                    <a:pt x="44033" y="77536"/>
                    <a:pt x="44008" y="77536"/>
                  </a:cubicBezTo>
                  <a:cubicBezTo>
                    <a:pt x="44033" y="77486"/>
                    <a:pt x="44057" y="77436"/>
                    <a:pt x="44057" y="77386"/>
                  </a:cubicBezTo>
                  <a:close/>
                  <a:moveTo>
                    <a:pt x="99316" y="77038"/>
                  </a:moveTo>
                  <a:cubicBezTo>
                    <a:pt x="99415" y="77187"/>
                    <a:pt x="99515" y="77312"/>
                    <a:pt x="99614" y="77486"/>
                  </a:cubicBezTo>
                  <a:lnTo>
                    <a:pt x="99540" y="77536"/>
                  </a:lnTo>
                  <a:cubicBezTo>
                    <a:pt x="99490" y="77386"/>
                    <a:pt x="99390" y="77237"/>
                    <a:pt x="99291" y="77113"/>
                  </a:cubicBezTo>
                  <a:cubicBezTo>
                    <a:pt x="99291" y="77063"/>
                    <a:pt x="99316" y="77063"/>
                    <a:pt x="99316" y="77038"/>
                  </a:cubicBezTo>
                  <a:close/>
                  <a:moveTo>
                    <a:pt x="110616" y="61108"/>
                  </a:moveTo>
                  <a:lnTo>
                    <a:pt x="110616" y="61108"/>
                  </a:lnTo>
                  <a:cubicBezTo>
                    <a:pt x="107754" y="66609"/>
                    <a:pt x="104120" y="72159"/>
                    <a:pt x="99863" y="77536"/>
                  </a:cubicBezTo>
                  <a:cubicBezTo>
                    <a:pt x="99863" y="77511"/>
                    <a:pt x="99814" y="77511"/>
                    <a:pt x="99814" y="77486"/>
                  </a:cubicBezTo>
                  <a:cubicBezTo>
                    <a:pt x="104095" y="72134"/>
                    <a:pt x="107704" y="66609"/>
                    <a:pt x="110517" y="61182"/>
                  </a:cubicBezTo>
                  <a:cubicBezTo>
                    <a:pt x="110567" y="61133"/>
                    <a:pt x="110591" y="61133"/>
                    <a:pt x="110616" y="61108"/>
                  </a:cubicBezTo>
                  <a:close/>
                  <a:moveTo>
                    <a:pt x="40896" y="74549"/>
                  </a:moveTo>
                  <a:cubicBezTo>
                    <a:pt x="40946" y="74574"/>
                    <a:pt x="40996" y="74648"/>
                    <a:pt x="41046" y="74673"/>
                  </a:cubicBezTo>
                  <a:cubicBezTo>
                    <a:pt x="41270" y="74897"/>
                    <a:pt x="41519" y="75071"/>
                    <a:pt x="41743" y="75295"/>
                  </a:cubicBezTo>
                  <a:lnTo>
                    <a:pt x="41767" y="75320"/>
                  </a:lnTo>
                  <a:cubicBezTo>
                    <a:pt x="41892" y="75445"/>
                    <a:pt x="42016" y="75619"/>
                    <a:pt x="42091" y="75744"/>
                  </a:cubicBezTo>
                  <a:cubicBezTo>
                    <a:pt x="42240" y="75893"/>
                    <a:pt x="42365" y="76042"/>
                    <a:pt x="42440" y="76192"/>
                  </a:cubicBezTo>
                  <a:cubicBezTo>
                    <a:pt x="41419" y="76689"/>
                    <a:pt x="40398" y="77162"/>
                    <a:pt x="39403" y="77561"/>
                  </a:cubicBezTo>
                  <a:cubicBezTo>
                    <a:pt x="39876" y="76565"/>
                    <a:pt x="40349" y="75569"/>
                    <a:pt x="40896" y="74549"/>
                  </a:cubicBezTo>
                  <a:close/>
                  <a:moveTo>
                    <a:pt x="99739" y="77610"/>
                  </a:moveTo>
                  <a:cubicBezTo>
                    <a:pt x="99739" y="77635"/>
                    <a:pt x="99739" y="77660"/>
                    <a:pt x="99764" y="77660"/>
                  </a:cubicBezTo>
                  <a:lnTo>
                    <a:pt x="99689" y="77710"/>
                  </a:lnTo>
                  <a:cubicBezTo>
                    <a:pt x="99689" y="77685"/>
                    <a:pt x="99664" y="77685"/>
                    <a:pt x="99664" y="77660"/>
                  </a:cubicBezTo>
                  <a:lnTo>
                    <a:pt x="99739" y="77610"/>
                  </a:lnTo>
                  <a:close/>
                  <a:moveTo>
                    <a:pt x="40747" y="74424"/>
                  </a:moveTo>
                  <a:lnTo>
                    <a:pt x="40772" y="74449"/>
                  </a:lnTo>
                  <a:cubicBezTo>
                    <a:pt x="40174" y="75544"/>
                    <a:pt x="39652" y="76640"/>
                    <a:pt x="39154" y="77685"/>
                  </a:cubicBezTo>
                  <a:cubicBezTo>
                    <a:pt x="39129" y="77685"/>
                    <a:pt x="39129" y="77685"/>
                    <a:pt x="39079" y="77735"/>
                  </a:cubicBezTo>
                  <a:cubicBezTo>
                    <a:pt x="39577" y="76615"/>
                    <a:pt x="40150" y="75520"/>
                    <a:pt x="40747" y="74424"/>
                  </a:cubicBezTo>
                  <a:close/>
                  <a:moveTo>
                    <a:pt x="42614" y="76366"/>
                  </a:moveTo>
                  <a:lnTo>
                    <a:pt x="42614" y="76391"/>
                  </a:lnTo>
                  <a:lnTo>
                    <a:pt x="42639" y="76416"/>
                  </a:lnTo>
                  <a:cubicBezTo>
                    <a:pt x="41494" y="76938"/>
                    <a:pt x="40374" y="77436"/>
                    <a:pt x="39278" y="77884"/>
                  </a:cubicBezTo>
                  <a:cubicBezTo>
                    <a:pt x="39278" y="77859"/>
                    <a:pt x="39278" y="77859"/>
                    <a:pt x="39303" y="77859"/>
                  </a:cubicBezTo>
                  <a:cubicBezTo>
                    <a:pt x="40398" y="77386"/>
                    <a:pt x="41494" y="76889"/>
                    <a:pt x="42614" y="76366"/>
                  </a:cubicBezTo>
                  <a:close/>
                  <a:moveTo>
                    <a:pt x="62477" y="72085"/>
                  </a:moveTo>
                  <a:cubicBezTo>
                    <a:pt x="62651" y="72259"/>
                    <a:pt x="62800" y="72433"/>
                    <a:pt x="62950" y="72582"/>
                  </a:cubicBezTo>
                  <a:cubicBezTo>
                    <a:pt x="60734" y="74449"/>
                    <a:pt x="58445" y="76266"/>
                    <a:pt x="56055" y="77984"/>
                  </a:cubicBezTo>
                  <a:cubicBezTo>
                    <a:pt x="55856" y="77287"/>
                    <a:pt x="55557" y="76665"/>
                    <a:pt x="55234" y="76067"/>
                  </a:cubicBezTo>
                  <a:lnTo>
                    <a:pt x="55706" y="75893"/>
                  </a:lnTo>
                  <a:cubicBezTo>
                    <a:pt x="55756" y="75868"/>
                    <a:pt x="55831" y="75818"/>
                    <a:pt x="55906" y="75793"/>
                  </a:cubicBezTo>
                  <a:cubicBezTo>
                    <a:pt x="56055" y="75744"/>
                    <a:pt x="56204" y="75669"/>
                    <a:pt x="56354" y="75619"/>
                  </a:cubicBezTo>
                  <a:cubicBezTo>
                    <a:pt x="56403" y="75569"/>
                    <a:pt x="56478" y="75544"/>
                    <a:pt x="56503" y="75544"/>
                  </a:cubicBezTo>
                  <a:cubicBezTo>
                    <a:pt x="56528" y="75520"/>
                    <a:pt x="56578" y="75520"/>
                    <a:pt x="56603" y="75495"/>
                  </a:cubicBezTo>
                  <a:cubicBezTo>
                    <a:pt x="56677" y="75445"/>
                    <a:pt x="56752" y="75420"/>
                    <a:pt x="56827" y="75395"/>
                  </a:cubicBezTo>
                  <a:lnTo>
                    <a:pt x="56851" y="75395"/>
                  </a:lnTo>
                  <a:cubicBezTo>
                    <a:pt x="56876" y="75370"/>
                    <a:pt x="56951" y="75370"/>
                    <a:pt x="56976" y="75320"/>
                  </a:cubicBezTo>
                  <a:cubicBezTo>
                    <a:pt x="57100" y="75271"/>
                    <a:pt x="57250" y="75196"/>
                    <a:pt x="57374" y="75121"/>
                  </a:cubicBezTo>
                  <a:cubicBezTo>
                    <a:pt x="57374" y="75121"/>
                    <a:pt x="57424" y="75121"/>
                    <a:pt x="57424" y="75071"/>
                  </a:cubicBezTo>
                  <a:cubicBezTo>
                    <a:pt x="57449" y="75071"/>
                    <a:pt x="57474" y="75047"/>
                    <a:pt x="57474" y="75047"/>
                  </a:cubicBezTo>
                  <a:cubicBezTo>
                    <a:pt x="57573" y="75022"/>
                    <a:pt x="57648" y="74947"/>
                    <a:pt x="57748" y="74922"/>
                  </a:cubicBezTo>
                  <a:cubicBezTo>
                    <a:pt x="57947" y="74823"/>
                    <a:pt x="58146" y="74698"/>
                    <a:pt x="58345" y="74623"/>
                  </a:cubicBezTo>
                  <a:cubicBezTo>
                    <a:pt x="58345" y="74623"/>
                    <a:pt x="58370" y="74623"/>
                    <a:pt x="58370" y="74574"/>
                  </a:cubicBezTo>
                  <a:cubicBezTo>
                    <a:pt x="58469" y="74524"/>
                    <a:pt x="58594" y="74499"/>
                    <a:pt x="58693" y="74424"/>
                  </a:cubicBezTo>
                  <a:cubicBezTo>
                    <a:pt x="58718" y="74424"/>
                    <a:pt x="58743" y="74399"/>
                    <a:pt x="58743" y="74399"/>
                  </a:cubicBezTo>
                  <a:cubicBezTo>
                    <a:pt x="58942" y="74300"/>
                    <a:pt x="59092" y="74200"/>
                    <a:pt x="59291" y="74126"/>
                  </a:cubicBezTo>
                  <a:lnTo>
                    <a:pt x="59316" y="74126"/>
                  </a:lnTo>
                  <a:cubicBezTo>
                    <a:pt x="59440" y="74051"/>
                    <a:pt x="59540" y="74001"/>
                    <a:pt x="59664" y="73926"/>
                  </a:cubicBezTo>
                  <a:cubicBezTo>
                    <a:pt x="59838" y="73802"/>
                    <a:pt x="60038" y="73702"/>
                    <a:pt x="60237" y="73578"/>
                  </a:cubicBezTo>
                  <a:cubicBezTo>
                    <a:pt x="60286" y="73553"/>
                    <a:pt x="60336" y="73528"/>
                    <a:pt x="60361" y="73503"/>
                  </a:cubicBezTo>
                  <a:cubicBezTo>
                    <a:pt x="60461" y="73429"/>
                    <a:pt x="60560" y="73404"/>
                    <a:pt x="60610" y="73329"/>
                  </a:cubicBezTo>
                  <a:cubicBezTo>
                    <a:pt x="60809" y="73205"/>
                    <a:pt x="60983" y="73080"/>
                    <a:pt x="61183" y="73006"/>
                  </a:cubicBezTo>
                  <a:cubicBezTo>
                    <a:pt x="61307" y="72906"/>
                    <a:pt x="61456" y="72806"/>
                    <a:pt x="61581" y="72707"/>
                  </a:cubicBezTo>
                  <a:lnTo>
                    <a:pt x="62153" y="72333"/>
                  </a:lnTo>
                  <a:cubicBezTo>
                    <a:pt x="62278" y="72259"/>
                    <a:pt x="62402" y="72184"/>
                    <a:pt x="62477" y="72085"/>
                  </a:cubicBezTo>
                  <a:close/>
                  <a:moveTo>
                    <a:pt x="39029" y="77934"/>
                  </a:moveTo>
                  <a:lnTo>
                    <a:pt x="39029" y="77959"/>
                  </a:lnTo>
                  <a:lnTo>
                    <a:pt x="39029" y="78009"/>
                  </a:lnTo>
                  <a:cubicBezTo>
                    <a:pt x="39017" y="78021"/>
                    <a:pt x="38998" y="78027"/>
                    <a:pt x="38983" y="78027"/>
                  </a:cubicBezTo>
                  <a:cubicBezTo>
                    <a:pt x="38967" y="78027"/>
                    <a:pt x="38955" y="78021"/>
                    <a:pt x="38955" y="78009"/>
                  </a:cubicBezTo>
                  <a:cubicBezTo>
                    <a:pt x="38955" y="77959"/>
                    <a:pt x="38955" y="77959"/>
                    <a:pt x="39005" y="77959"/>
                  </a:cubicBezTo>
                  <a:cubicBezTo>
                    <a:pt x="39005" y="77959"/>
                    <a:pt x="39029" y="77959"/>
                    <a:pt x="39029" y="77934"/>
                  </a:cubicBezTo>
                  <a:close/>
                  <a:moveTo>
                    <a:pt x="55084" y="76142"/>
                  </a:moveTo>
                  <a:cubicBezTo>
                    <a:pt x="55383" y="76764"/>
                    <a:pt x="55706" y="77386"/>
                    <a:pt x="56055" y="78009"/>
                  </a:cubicBezTo>
                  <a:lnTo>
                    <a:pt x="56005" y="78034"/>
                  </a:lnTo>
                  <a:cubicBezTo>
                    <a:pt x="55632" y="77411"/>
                    <a:pt x="55333" y="76789"/>
                    <a:pt x="55010" y="76167"/>
                  </a:cubicBezTo>
                  <a:cubicBezTo>
                    <a:pt x="55059" y="76167"/>
                    <a:pt x="55059" y="76167"/>
                    <a:pt x="55084" y="76142"/>
                  </a:cubicBezTo>
                  <a:close/>
                  <a:moveTo>
                    <a:pt x="44505" y="77212"/>
                  </a:moveTo>
                  <a:lnTo>
                    <a:pt x="44530" y="77262"/>
                  </a:lnTo>
                  <a:lnTo>
                    <a:pt x="44555" y="77287"/>
                  </a:lnTo>
                  <a:cubicBezTo>
                    <a:pt x="44505" y="77486"/>
                    <a:pt x="44431" y="77760"/>
                    <a:pt x="44381" y="78058"/>
                  </a:cubicBezTo>
                  <a:lnTo>
                    <a:pt x="44356" y="78034"/>
                  </a:lnTo>
                  <a:cubicBezTo>
                    <a:pt x="44356" y="78034"/>
                    <a:pt x="44356" y="78009"/>
                    <a:pt x="44306" y="78009"/>
                  </a:cubicBezTo>
                  <a:cubicBezTo>
                    <a:pt x="44306" y="77934"/>
                    <a:pt x="44356" y="77884"/>
                    <a:pt x="44356" y="77834"/>
                  </a:cubicBezTo>
                  <a:lnTo>
                    <a:pt x="44431" y="77461"/>
                  </a:lnTo>
                  <a:cubicBezTo>
                    <a:pt x="44481" y="77386"/>
                    <a:pt x="44481" y="77312"/>
                    <a:pt x="44505" y="77212"/>
                  </a:cubicBezTo>
                  <a:close/>
                  <a:moveTo>
                    <a:pt x="63199" y="72657"/>
                  </a:moveTo>
                  <a:cubicBezTo>
                    <a:pt x="63199" y="72682"/>
                    <a:pt x="63224" y="72682"/>
                    <a:pt x="63224" y="72707"/>
                  </a:cubicBezTo>
                  <a:cubicBezTo>
                    <a:pt x="60983" y="74623"/>
                    <a:pt x="58693" y="76416"/>
                    <a:pt x="56304" y="78133"/>
                  </a:cubicBezTo>
                  <a:cubicBezTo>
                    <a:pt x="56304" y="78083"/>
                    <a:pt x="56254" y="78083"/>
                    <a:pt x="56254" y="78058"/>
                  </a:cubicBezTo>
                  <a:cubicBezTo>
                    <a:pt x="58669" y="76366"/>
                    <a:pt x="60983" y="74524"/>
                    <a:pt x="63199" y="72657"/>
                  </a:cubicBezTo>
                  <a:close/>
                  <a:moveTo>
                    <a:pt x="3584" y="65936"/>
                  </a:moveTo>
                  <a:cubicBezTo>
                    <a:pt x="4207" y="68102"/>
                    <a:pt x="5526" y="70317"/>
                    <a:pt x="7467" y="72433"/>
                  </a:cubicBezTo>
                  <a:cubicBezTo>
                    <a:pt x="5551" y="74175"/>
                    <a:pt x="4033" y="76142"/>
                    <a:pt x="2912" y="78258"/>
                  </a:cubicBezTo>
                  <a:cubicBezTo>
                    <a:pt x="2240" y="75495"/>
                    <a:pt x="2141" y="72433"/>
                    <a:pt x="2539" y="69172"/>
                  </a:cubicBezTo>
                  <a:cubicBezTo>
                    <a:pt x="2838" y="68102"/>
                    <a:pt x="3186" y="67032"/>
                    <a:pt x="3584" y="65936"/>
                  </a:cubicBezTo>
                  <a:close/>
                  <a:moveTo>
                    <a:pt x="43809" y="78158"/>
                  </a:moveTo>
                  <a:cubicBezTo>
                    <a:pt x="43858" y="78183"/>
                    <a:pt x="43858" y="78233"/>
                    <a:pt x="43858" y="78258"/>
                  </a:cubicBezTo>
                  <a:cubicBezTo>
                    <a:pt x="43809" y="78233"/>
                    <a:pt x="43809" y="78183"/>
                    <a:pt x="43809" y="78158"/>
                  </a:cubicBezTo>
                  <a:close/>
                  <a:moveTo>
                    <a:pt x="18967" y="72931"/>
                  </a:moveTo>
                  <a:cubicBezTo>
                    <a:pt x="18121" y="74798"/>
                    <a:pt x="17349" y="76665"/>
                    <a:pt x="16652" y="78506"/>
                  </a:cubicBezTo>
                  <a:cubicBezTo>
                    <a:pt x="15557" y="77984"/>
                    <a:pt x="14537" y="77411"/>
                    <a:pt x="13516" y="76789"/>
                  </a:cubicBezTo>
                  <a:cubicBezTo>
                    <a:pt x="13616" y="76739"/>
                    <a:pt x="13665" y="76640"/>
                    <a:pt x="13765" y="76565"/>
                  </a:cubicBezTo>
                  <a:cubicBezTo>
                    <a:pt x="13889" y="76440"/>
                    <a:pt x="14014" y="76316"/>
                    <a:pt x="14138" y="76241"/>
                  </a:cubicBezTo>
                  <a:lnTo>
                    <a:pt x="14611" y="75868"/>
                  </a:lnTo>
                  <a:cubicBezTo>
                    <a:pt x="14761" y="75744"/>
                    <a:pt x="14885" y="75619"/>
                    <a:pt x="15034" y="75520"/>
                  </a:cubicBezTo>
                  <a:cubicBezTo>
                    <a:pt x="15184" y="75395"/>
                    <a:pt x="15308" y="75295"/>
                    <a:pt x="15482" y="75171"/>
                  </a:cubicBezTo>
                  <a:lnTo>
                    <a:pt x="15930" y="74798"/>
                  </a:lnTo>
                  <a:cubicBezTo>
                    <a:pt x="16055" y="74698"/>
                    <a:pt x="16229" y="74623"/>
                    <a:pt x="16354" y="74524"/>
                  </a:cubicBezTo>
                  <a:cubicBezTo>
                    <a:pt x="16528" y="74399"/>
                    <a:pt x="16677" y="74275"/>
                    <a:pt x="16876" y="74151"/>
                  </a:cubicBezTo>
                  <a:cubicBezTo>
                    <a:pt x="17001" y="74051"/>
                    <a:pt x="17125" y="74001"/>
                    <a:pt x="17250" y="73926"/>
                  </a:cubicBezTo>
                  <a:cubicBezTo>
                    <a:pt x="17424" y="73802"/>
                    <a:pt x="17648" y="73678"/>
                    <a:pt x="17847" y="73553"/>
                  </a:cubicBezTo>
                  <a:cubicBezTo>
                    <a:pt x="17922" y="73503"/>
                    <a:pt x="18046" y="73429"/>
                    <a:pt x="18146" y="73379"/>
                  </a:cubicBezTo>
                  <a:lnTo>
                    <a:pt x="18793" y="73006"/>
                  </a:lnTo>
                  <a:cubicBezTo>
                    <a:pt x="18868" y="72956"/>
                    <a:pt x="18893" y="72931"/>
                    <a:pt x="18967" y="72931"/>
                  </a:cubicBezTo>
                  <a:close/>
                  <a:moveTo>
                    <a:pt x="2215" y="70292"/>
                  </a:moveTo>
                  <a:cubicBezTo>
                    <a:pt x="1967" y="73205"/>
                    <a:pt x="2141" y="75992"/>
                    <a:pt x="2738" y="78531"/>
                  </a:cubicBezTo>
                  <a:cubicBezTo>
                    <a:pt x="2713" y="78556"/>
                    <a:pt x="2713" y="78581"/>
                    <a:pt x="2713" y="78631"/>
                  </a:cubicBezTo>
                  <a:cubicBezTo>
                    <a:pt x="2116" y="76167"/>
                    <a:pt x="1942" y="73454"/>
                    <a:pt x="2116" y="70591"/>
                  </a:cubicBezTo>
                  <a:cubicBezTo>
                    <a:pt x="2141" y="70492"/>
                    <a:pt x="2191" y="70392"/>
                    <a:pt x="2215" y="70292"/>
                  </a:cubicBezTo>
                  <a:close/>
                  <a:moveTo>
                    <a:pt x="19365" y="72757"/>
                  </a:moveTo>
                  <a:cubicBezTo>
                    <a:pt x="18420" y="74698"/>
                    <a:pt x="17598" y="76665"/>
                    <a:pt x="16901" y="78631"/>
                  </a:cubicBezTo>
                  <a:cubicBezTo>
                    <a:pt x="16876" y="78631"/>
                    <a:pt x="16876" y="78581"/>
                    <a:pt x="16851" y="78581"/>
                  </a:cubicBezTo>
                  <a:cubicBezTo>
                    <a:pt x="17548" y="76665"/>
                    <a:pt x="18370" y="74723"/>
                    <a:pt x="19266" y="72782"/>
                  </a:cubicBezTo>
                  <a:cubicBezTo>
                    <a:pt x="19291" y="72782"/>
                    <a:pt x="19316" y="72757"/>
                    <a:pt x="19365" y="72757"/>
                  </a:cubicBezTo>
                  <a:close/>
                  <a:moveTo>
                    <a:pt x="7592" y="72582"/>
                  </a:moveTo>
                  <a:lnTo>
                    <a:pt x="7642" y="72632"/>
                  </a:lnTo>
                  <a:cubicBezTo>
                    <a:pt x="5650" y="74424"/>
                    <a:pt x="4082" y="76440"/>
                    <a:pt x="2987" y="78656"/>
                  </a:cubicBezTo>
                  <a:cubicBezTo>
                    <a:pt x="2987" y="78631"/>
                    <a:pt x="2987" y="78581"/>
                    <a:pt x="2962" y="78581"/>
                  </a:cubicBezTo>
                  <a:cubicBezTo>
                    <a:pt x="4057" y="76416"/>
                    <a:pt x="5650" y="74399"/>
                    <a:pt x="7592" y="72582"/>
                  </a:cubicBezTo>
                  <a:close/>
                  <a:moveTo>
                    <a:pt x="13416" y="76938"/>
                  </a:moveTo>
                  <a:lnTo>
                    <a:pt x="13416" y="76938"/>
                  </a:lnTo>
                  <a:cubicBezTo>
                    <a:pt x="14437" y="77561"/>
                    <a:pt x="15507" y="78158"/>
                    <a:pt x="16603" y="78681"/>
                  </a:cubicBezTo>
                  <a:cubicBezTo>
                    <a:pt x="16603" y="78730"/>
                    <a:pt x="16603" y="78730"/>
                    <a:pt x="16553" y="78755"/>
                  </a:cubicBezTo>
                  <a:cubicBezTo>
                    <a:pt x="15557" y="78282"/>
                    <a:pt x="14611" y="77760"/>
                    <a:pt x="13690" y="77187"/>
                  </a:cubicBezTo>
                  <a:cubicBezTo>
                    <a:pt x="13616" y="77088"/>
                    <a:pt x="13516" y="77038"/>
                    <a:pt x="13416" y="76938"/>
                  </a:cubicBezTo>
                  <a:close/>
                  <a:moveTo>
                    <a:pt x="16777" y="78755"/>
                  </a:moveTo>
                  <a:cubicBezTo>
                    <a:pt x="16802" y="78755"/>
                    <a:pt x="16802" y="78780"/>
                    <a:pt x="16851" y="78780"/>
                  </a:cubicBezTo>
                  <a:cubicBezTo>
                    <a:pt x="16851" y="78805"/>
                    <a:pt x="16802" y="78805"/>
                    <a:pt x="16802" y="78855"/>
                  </a:cubicBezTo>
                  <a:cubicBezTo>
                    <a:pt x="16777" y="78855"/>
                    <a:pt x="16752" y="78855"/>
                    <a:pt x="16752" y="78805"/>
                  </a:cubicBezTo>
                  <a:cubicBezTo>
                    <a:pt x="16752" y="78780"/>
                    <a:pt x="16777" y="78780"/>
                    <a:pt x="16777" y="78755"/>
                  </a:cubicBezTo>
                  <a:close/>
                  <a:moveTo>
                    <a:pt x="54835" y="76192"/>
                  </a:moveTo>
                  <a:cubicBezTo>
                    <a:pt x="55134" y="76814"/>
                    <a:pt x="55482" y="77486"/>
                    <a:pt x="55831" y="78133"/>
                  </a:cubicBezTo>
                  <a:cubicBezTo>
                    <a:pt x="55458" y="78407"/>
                    <a:pt x="55084" y="78656"/>
                    <a:pt x="54711" y="78905"/>
                  </a:cubicBezTo>
                  <a:cubicBezTo>
                    <a:pt x="54138" y="78233"/>
                    <a:pt x="53591" y="77511"/>
                    <a:pt x="52968" y="76864"/>
                  </a:cubicBezTo>
                  <a:cubicBezTo>
                    <a:pt x="53018" y="76814"/>
                    <a:pt x="53093" y="76814"/>
                    <a:pt x="53143" y="76789"/>
                  </a:cubicBezTo>
                  <a:cubicBezTo>
                    <a:pt x="53192" y="76789"/>
                    <a:pt x="53192" y="76789"/>
                    <a:pt x="53217" y="76764"/>
                  </a:cubicBezTo>
                  <a:cubicBezTo>
                    <a:pt x="53367" y="76714"/>
                    <a:pt x="53491" y="76665"/>
                    <a:pt x="53641" y="76615"/>
                  </a:cubicBezTo>
                  <a:lnTo>
                    <a:pt x="53690" y="76615"/>
                  </a:lnTo>
                  <a:cubicBezTo>
                    <a:pt x="53740" y="76565"/>
                    <a:pt x="53840" y="76565"/>
                    <a:pt x="53889" y="76540"/>
                  </a:cubicBezTo>
                  <a:cubicBezTo>
                    <a:pt x="53964" y="76515"/>
                    <a:pt x="54014" y="76515"/>
                    <a:pt x="54089" y="76490"/>
                  </a:cubicBezTo>
                  <a:lnTo>
                    <a:pt x="54537" y="76291"/>
                  </a:lnTo>
                  <a:cubicBezTo>
                    <a:pt x="54586" y="76291"/>
                    <a:pt x="54586" y="76291"/>
                    <a:pt x="54611" y="76266"/>
                  </a:cubicBezTo>
                  <a:cubicBezTo>
                    <a:pt x="54661" y="76241"/>
                    <a:pt x="54736" y="76241"/>
                    <a:pt x="54786" y="76192"/>
                  </a:cubicBezTo>
                  <a:close/>
                  <a:moveTo>
                    <a:pt x="52769" y="76913"/>
                  </a:moveTo>
                  <a:cubicBezTo>
                    <a:pt x="53392" y="77561"/>
                    <a:pt x="53989" y="78282"/>
                    <a:pt x="54561" y="79054"/>
                  </a:cubicBezTo>
                  <a:cubicBezTo>
                    <a:pt x="54512" y="79054"/>
                    <a:pt x="54512" y="79104"/>
                    <a:pt x="54487" y="79104"/>
                  </a:cubicBezTo>
                  <a:cubicBezTo>
                    <a:pt x="53939" y="78357"/>
                    <a:pt x="53342" y="77610"/>
                    <a:pt x="52695" y="76938"/>
                  </a:cubicBezTo>
                  <a:cubicBezTo>
                    <a:pt x="52720" y="76913"/>
                    <a:pt x="52744" y="76913"/>
                    <a:pt x="52769" y="76913"/>
                  </a:cubicBezTo>
                  <a:close/>
                  <a:moveTo>
                    <a:pt x="14487" y="77809"/>
                  </a:moveTo>
                  <a:lnTo>
                    <a:pt x="14487" y="77809"/>
                  </a:lnTo>
                  <a:cubicBezTo>
                    <a:pt x="15134" y="78233"/>
                    <a:pt x="15806" y="78581"/>
                    <a:pt x="16528" y="78930"/>
                  </a:cubicBezTo>
                  <a:cubicBezTo>
                    <a:pt x="16503" y="79004"/>
                    <a:pt x="16503" y="79054"/>
                    <a:pt x="16478" y="79129"/>
                  </a:cubicBezTo>
                  <a:cubicBezTo>
                    <a:pt x="16403" y="79104"/>
                    <a:pt x="16329" y="79054"/>
                    <a:pt x="16279" y="79004"/>
                  </a:cubicBezTo>
                  <a:cubicBezTo>
                    <a:pt x="16055" y="78880"/>
                    <a:pt x="15806" y="78755"/>
                    <a:pt x="15607" y="78631"/>
                  </a:cubicBezTo>
                  <a:cubicBezTo>
                    <a:pt x="15607" y="78631"/>
                    <a:pt x="15557" y="78631"/>
                    <a:pt x="15557" y="78606"/>
                  </a:cubicBezTo>
                  <a:cubicBezTo>
                    <a:pt x="15383" y="78482"/>
                    <a:pt x="15234" y="78357"/>
                    <a:pt x="15034" y="78233"/>
                  </a:cubicBezTo>
                  <a:cubicBezTo>
                    <a:pt x="14860" y="78108"/>
                    <a:pt x="14661" y="77984"/>
                    <a:pt x="14487" y="77809"/>
                  </a:cubicBezTo>
                  <a:close/>
                  <a:moveTo>
                    <a:pt x="55931" y="78307"/>
                  </a:moveTo>
                  <a:cubicBezTo>
                    <a:pt x="55931" y="78357"/>
                    <a:pt x="55955" y="78357"/>
                    <a:pt x="55955" y="78382"/>
                  </a:cubicBezTo>
                  <a:cubicBezTo>
                    <a:pt x="55582" y="78631"/>
                    <a:pt x="55209" y="78880"/>
                    <a:pt x="54860" y="79129"/>
                  </a:cubicBezTo>
                  <a:cubicBezTo>
                    <a:pt x="54835" y="79129"/>
                    <a:pt x="54835" y="79104"/>
                    <a:pt x="54810" y="79104"/>
                  </a:cubicBezTo>
                  <a:cubicBezTo>
                    <a:pt x="55184" y="78855"/>
                    <a:pt x="55557" y="78581"/>
                    <a:pt x="55931" y="78307"/>
                  </a:cubicBezTo>
                  <a:close/>
                  <a:moveTo>
                    <a:pt x="16691" y="79018"/>
                  </a:moveTo>
                  <a:cubicBezTo>
                    <a:pt x="16708" y="79018"/>
                    <a:pt x="16735" y="79029"/>
                    <a:pt x="16752" y="79029"/>
                  </a:cubicBezTo>
                  <a:cubicBezTo>
                    <a:pt x="16727" y="79104"/>
                    <a:pt x="16677" y="79154"/>
                    <a:pt x="16677" y="79253"/>
                  </a:cubicBezTo>
                  <a:cubicBezTo>
                    <a:pt x="16652" y="79253"/>
                    <a:pt x="16652" y="79203"/>
                    <a:pt x="16627" y="79203"/>
                  </a:cubicBezTo>
                  <a:cubicBezTo>
                    <a:pt x="16652" y="79154"/>
                    <a:pt x="16677" y="79104"/>
                    <a:pt x="16677" y="79029"/>
                  </a:cubicBezTo>
                  <a:cubicBezTo>
                    <a:pt x="16677" y="79021"/>
                    <a:pt x="16683" y="79018"/>
                    <a:pt x="16691" y="79018"/>
                  </a:cubicBezTo>
                  <a:close/>
                  <a:moveTo>
                    <a:pt x="22776" y="71288"/>
                  </a:moveTo>
                  <a:cubicBezTo>
                    <a:pt x="23672" y="72184"/>
                    <a:pt x="24792" y="72931"/>
                    <a:pt x="26086" y="73454"/>
                  </a:cubicBezTo>
                  <a:cubicBezTo>
                    <a:pt x="23273" y="74723"/>
                    <a:pt x="20635" y="76714"/>
                    <a:pt x="18444" y="79278"/>
                  </a:cubicBezTo>
                  <a:cubicBezTo>
                    <a:pt x="17996" y="79079"/>
                    <a:pt x="17524" y="78880"/>
                    <a:pt x="17051" y="78656"/>
                  </a:cubicBezTo>
                  <a:cubicBezTo>
                    <a:pt x="17772" y="76665"/>
                    <a:pt x="18644" y="74648"/>
                    <a:pt x="19614" y="72582"/>
                  </a:cubicBezTo>
                  <a:cubicBezTo>
                    <a:pt x="19664" y="72557"/>
                    <a:pt x="19764" y="72508"/>
                    <a:pt x="19813" y="72458"/>
                  </a:cubicBezTo>
                  <a:cubicBezTo>
                    <a:pt x="19913" y="72433"/>
                    <a:pt x="19988" y="72408"/>
                    <a:pt x="20062" y="72333"/>
                  </a:cubicBezTo>
                  <a:cubicBezTo>
                    <a:pt x="20336" y="72209"/>
                    <a:pt x="20560" y="72134"/>
                    <a:pt x="20859" y="72010"/>
                  </a:cubicBezTo>
                  <a:cubicBezTo>
                    <a:pt x="20909" y="71960"/>
                    <a:pt x="21008" y="71935"/>
                    <a:pt x="21058" y="71910"/>
                  </a:cubicBezTo>
                  <a:cubicBezTo>
                    <a:pt x="21357" y="71786"/>
                    <a:pt x="21606" y="71686"/>
                    <a:pt x="21879" y="71587"/>
                  </a:cubicBezTo>
                  <a:cubicBezTo>
                    <a:pt x="21929" y="71562"/>
                    <a:pt x="22004" y="71562"/>
                    <a:pt x="22054" y="71537"/>
                  </a:cubicBezTo>
                  <a:cubicBezTo>
                    <a:pt x="22303" y="71437"/>
                    <a:pt x="22527" y="71388"/>
                    <a:pt x="22776" y="71288"/>
                  </a:cubicBezTo>
                  <a:close/>
                  <a:moveTo>
                    <a:pt x="54636" y="79203"/>
                  </a:moveTo>
                  <a:cubicBezTo>
                    <a:pt x="54686" y="79203"/>
                    <a:pt x="54686" y="79203"/>
                    <a:pt x="54686" y="79253"/>
                  </a:cubicBezTo>
                  <a:cubicBezTo>
                    <a:pt x="54636" y="79253"/>
                    <a:pt x="54636" y="79278"/>
                    <a:pt x="54611" y="79278"/>
                  </a:cubicBezTo>
                  <a:lnTo>
                    <a:pt x="54586" y="79253"/>
                  </a:lnTo>
                  <a:cubicBezTo>
                    <a:pt x="54611" y="79253"/>
                    <a:pt x="54611" y="79203"/>
                    <a:pt x="54636" y="79203"/>
                  </a:cubicBezTo>
                  <a:close/>
                  <a:moveTo>
                    <a:pt x="44057" y="78805"/>
                  </a:moveTo>
                  <a:cubicBezTo>
                    <a:pt x="44057" y="78880"/>
                    <a:pt x="44107" y="78930"/>
                    <a:pt x="44132" y="79004"/>
                  </a:cubicBezTo>
                  <a:cubicBezTo>
                    <a:pt x="44157" y="79104"/>
                    <a:pt x="44157" y="79178"/>
                    <a:pt x="44182" y="79278"/>
                  </a:cubicBezTo>
                  <a:lnTo>
                    <a:pt x="44182" y="79328"/>
                  </a:lnTo>
                  <a:lnTo>
                    <a:pt x="44132" y="79328"/>
                  </a:lnTo>
                  <a:cubicBezTo>
                    <a:pt x="44107" y="79178"/>
                    <a:pt x="44107" y="79054"/>
                    <a:pt x="44057" y="78905"/>
                  </a:cubicBezTo>
                  <a:lnTo>
                    <a:pt x="44057" y="78805"/>
                  </a:lnTo>
                  <a:close/>
                  <a:moveTo>
                    <a:pt x="13292" y="77162"/>
                  </a:moveTo>
                  <a:cubicBezTo>
                    <a:pt x="13317" y="77187"/>
                    <a:pt x="13367" y="77187"/>
                    <a:pt x="13416" y="77237"/>
                  </a:cubicBezTo>
                  <a:lnTo>
                    <a:pt x="13441" y="77262"/>
                  </a:lnTo>
                  <a:cubicBezTo>
                    <a:pt x="13466" y="77287"/>
                    <a:pt x="13516" y="77287"/>
                    <a:pt x="13516" y="77312"/>
                  </a:cubicBezTo>
                  <a:cubicBezTo>
                    <a:pt x="13690" y="77511"/>
                    <a:pt x="13889" y="77660"/>
                    <a:pt x="14064" y="77809"/>
                  </a:cubicBezTo>
                  <a:cubicBezTo>
                    <a:pt x="14138" y="77859"/>
                    <a:pt x="14188" y="77909"/>
                    <a:pt x="14238" y="77934"/>
                  </a:cubicBezTo>
                  <a:lnTo>
                    <a:pt x="14263" y="77984"/>
                  </a:lnTo>
                  <a:lnTo>
                    <a:pt x="14313" y="78034"/>
                  </a:lnTo>
                  <a:cubicBezTo>
                    <a:pt x="14537" y="78183"/>
                    <a:pt x="14761" y="78382"/>
                    <a:pt x="14960" y="78531"/>
                  </a:cubicBezTo>
                  <a:cubicBezTo>
                    <a:pt x="15059" y="78606"/>
                    <a:pt x="15134" y="78631"/>
                    <a:pt x="15209" y="78681"/>
                  </a:cubicBezTo>
                  <a:cubicBezTo>
                    <a:pt x="15258" y="78730"/>
                    <a:pt x="15283" y="78730"/>
                    <a:pt x="15308" y="78755"/>
                  </a:cubicBezTo>
                  <a:lnTo>
                    <a:pt x="15333" y="78780"/>
                  </a:lnTo>
                  <a:lnTo>
                    <a:pt x="15383" y="78780"/>
                  </a:lnTo>
                  <a:cubicBezTo>
                    <a:pt x="15408" y="78780"/>
                    <a:pt x="15408" y="78805"/>
                    <a:pt x="15433" y="78805"/>
                  </a:cubicBezTo>
                  <a:cubicBezTo>
                    <a:pt x="15582" y="78905"/>
                    <a:pt x="15781" y="79029"/>
                    <a:pt x="15930" y="79129"/>
                  </a:cubicBezTo>
                  <a:cubicBezTo>
                    <a:pt x="16030" y="79154"/>
                    <a:pt x="16080" y="79228"/>
                    <a:pt x="16179" y="79253"/>
                  </a:cubicBezTo>
                  <a:cubicBezTo>
                    <a:pt x="16254" y="79278"/>
                    <a:pt x="16279" y="79303"/>
                    <a:pt x="16329" y="79303"/>
                  </a:cubicBezTo>
                  <a:lnTo>
                    <a:pt x="16329" y="79353"/>
                  </a:lnTo>
                  <a:lnTo>
                    <a:pt x="16329" y="79378"/>
                  </a:lnTo>
                  <a:cubicBezTo>
                    <a:pt x="16005" y="79178"/>
                    <a:pt x="15657" y="79029"/>
                    <a:pt x="15333" y="78805"/>
                  </a:cubicBezTo>
                  <a:cubicBezTo>
                    <a:pt x="15308" y="78805"/>
                    <a:pt x="15308" y="78780"/>
                    <a:pt x="15283" y="78780"/>
                  </a:cubicBezTo>
                  <a:cubicBezTo>
                    <a:pt x="14561" y="78307"/>
                    <a:pt x="13889" y="77785"/>
                    <a:pt x="13292" y="77162"/>
                  </a:cubicBezTo>
                  <a:close/>
                  <a:moveTo>
                    <a:pt x="3236" y="62327"/>
                  </a:moveTo>
                  <a:lnTo>
                    <a:pt x="3236" y="62377"/>
                  </a:lnTo>
                  <a:lnTo>
                    <a:pt x="3236" y="62477"/>
                  </a:lnTo>
                  <a:lnTo>
                    <a:pt x="3236" y="62551"/>
                  </a:lnTo>
                  <a:cubicBezTo>
                    <a:pt x="3186" y="62750"/>
                    <a:pt x="3087" y="62999"/>
                    <a:pt x="3012" y="63223"/>
                  </a:cubicBezTo>
                  <a:cubicBezTo>
                    <a:pt x="2141" y="65986"/>
                    <a:pt x="1494" y="68799"/>
                    <a:pt x="1021" y="71537"/>
                  </a:cubicBezTo>
                  <a:cubicBezTo>
                    <a:pt x="622" y="73902"/>
                    <a:pt x="473" y="76142"/>
                    <a:pt x="398" y="78108"/>
                  </a:cubicBezTo>
                  <a:cubicBezTo>
                    <a:pt x="349" y="78357"/>
                    <a:pt x="324" y="78556"/>
                    <a:pt x="324" y="78805"/>
                  </a:cubicBezTo>
                  <a:lnTo>
                    <a:pt x="324" y="78880"/>
                  </a:lnTo>
                  <a:cubicBezTo>
                    <a:pt x="324" y="79054"/>
                    <a:pt x="299" y="79253"/>
                    <a:pt x="299" y="79403"/>
                  </a:cubicBezTo>
                  <a:lnTo>
                    <a:pt x="299" y="79129"/>
                  </a:lnTo>
                  <a:cubicBezTo>
                    <a:pt x="299" y="78432"/>
                    <a:pt x="324" y="77735"/>
                    <a:pt x="349" y="76988"/>
                  </a:cubicBezTo>
                  <a:lnTo>
                    <a:pt x="349" y="76913"/>
                  </a:lnTo>
                  <a:cubicBezTo>
                    <a:pt x="423" y="76017"/>
                    <a:pt x="498" y="74947"/>
                    <a:pt x="598" y="73951"/>
                  </a:cubicBezTo>
                  <a:cubicBezTo>
                    <a:pt x="697" y="73180"/>
                    <a:pt x="797" y="72383"/>
                    <a:pt x="946" y="71537"/>
                  </a:cubicBezTo>
                  <a:lnTo>
                    <a:pt x="946" y="71512"/>
                  </a:lnTo>
                  <a:cubicBezTo>
                    <a:pt x="996" y="71213"/>
                    <a:pt x="1070" y="70890"/>
                    <a:pt x="1120" y="70541"/>
                  </a:cubicBezTo>
                  <a:cubicBezTo>
                    <a:pt x="1195" y="70143"/>
                    <a:pt x="1295" y="69770"/>
                    <a:pt x="1344" y="69347"/>
                  </a:cubicBezTo>
                  <a:cubicBezTo>
                    <a:pt x="1743" y="67330"/>
                    <a:pt x="2315" y="65289"/>
                    <a:pt x="2937" y="63223"/>
                  </a:cubicBezTo>
                  <a:lnTo>
                    <a:pt x="2937" y="63198"/>
                  </a:lnTo>
                  <a:cubicBezTo>
                    <a:pt x="3012" y="62925"/>
                    <a:pt x="3112" y="62626"/>
                    <a:pt x="3236" y="62327"/>
                  </a:cubicBezTo>
                  <a:close/>
                  <a:moveTo>
                    <a:pt x="26335" y="73578"/>
                  </a:moveTo>
                  <a:cubicBezTo>
                    <a:pt x="26360" y="73578"/>
                    <a:pt x="26385" y="73603"/>
                    <a:pt x="26435" y="73603"/>
                  </a:cubicBezTo>
                  <a:cubicBezTo>
                    <a:pt x="23597" y="74847"/>
                    <a:pt x="20958" y="76814"/>
                    <a:pt x="18743" y="79403"/>
                  </a:cubicBezTo>
                  <a:cubicBezTo>
                    <a:pt x="18668" y="79403"/>
                    <a:pt x="18644" y="79403"/>
                    <a:pt x="18644" y="79378"/>
                  </a:cubicBezTo>
                  <a:cubicBezTo>
                    <a:pt x="20859" y="76789"/>
                    <a:pt x="23497" y="74823"/>
                    <a:pt x="26335" y="73578"/>
                  </a:cubicBezTo>
                  <a:close/>
                  <a:moveTo>
                    <a:pt x="1967" y="70292"/>
                  </a:moveTo>
                  <a:cubicBezTo>
                    <a:pt x="1967" y="70392"/>
                    <a:pt x="1967" y="70467"/>
                    <a:pt x="1942" y="70591"/>
                  </a:cubicBezTo>
                  <a:cubicBezTo>
                    <a:pt x="1120" y="73653"/>
                    <a:pt x="672" y="76615"/>
                    <a:pt x="498" y="79427"/>
                  </a:cubicBezTo>
                  <a:lnTo>
                    <a:pt x="498" y="79427"/>
                  </a:lnTo>
                  <a:cubicBezTo>
                    <a:pt x="498" y="79004"/>
                    <a:pt x="498" y="78531"/>
                    <a:pt x="548" y="78058"/>
                  </a:cubicBezTo>
                  <a:cubicBezTo>
                    <a:pt x="797" y="75544"/>
                    <a:pt x="1245" y="72956"/>
                    <a:pt x="1967" y="70292"/>
                  </a:cubicBezTo>
                  <a:close/>
                  <a:moveTo>
                    <a:pt x="16503" y="79403"/>
                  </a:moveTo>
                  <a:cubicBezTo>
                    <a:pt x="16553" y="79403"/>
                    <a:pt x="16603" y="79403"/>
                    <a:pt x="16603" y="79427"/>
                  </a:cubicBezTo>
                  <a:cubicBezTo>
                    <a:pt x="16603" y="79477"/>
                    <a:pt x="16553" y="79502"/>
                    <a:pt x="16553" y="79502"/>
                  </a:cubicBezTo>
                  <a:cubicBezTo>
                    <a:pt x="16528" y="79502"/>
                    <a:pt x="16528" y="79477"/>
                    <a:pt x="16503" y="79477"/>
                  </a:cubicBezTo>
                  <a:lnTo>
                    <a:pt x="16503" y="79427"/>
                  </a:lnTo>
                  <a:lnTo>
                    <a:pt x="16503" y="79403"/>
                  </a:lnTo>
                  <a:close/>
                  <a:moveTo>
                    <a:pt x="17001" y="78880"/>
                  </a:moveTo>
                  <a:cubicBezTo>
                    <a:pt x="17424" y="79104"/>
                    <a:pt x="17872" y="79278"/>
                    <a:pt x="18345" y="79477"/>
                  </a:cubicBezTo>
                  <a:cubicBezTo>
                    <a:pt x="18345" y="79502"/>
                    <a:pt x="18295" y="79502"/>
                    <a:pt x="18295" y="79527"/>
                  </a:cubicBezTo>
                  <a:cubicBezTo>
                    <a:pt x="17847" y="79353"/>
                    <a:pt x="17399" y="79129"/>
                    <a:pt x="16976" y="78930"/>
                  </a:cubicBezTo>
                  <a:cubicBezTo>
                    <a:pt x="16976" y="78905"/>
                    <a:pt x="17001" y="78880"/>
                    <a:pt x="17001" y="78880"/>
                  </a:cubicBezTo>
                  <a:close/>
                  <a:moveTo>
                    <a:pt x="38930" y="73379"/>
                  </a:moveTo>
                  <a:cubicBezTo>
                    <a:pt x="39005" y="73404"/>
                    <a:pt x="39079" y="73429"/>
                    <a:pt x="39154" y="73454"/>
                  </a:cubicBezTo>
                  <a:cubicBezTo>
                    <a:pt x="39179" y="73503"/>
                    <a:pt x="39253" y="73503"/>
                    <a:pt x="39278" y="73528"/>
                  </a:cubicBezTo>
                  <a:cubicBezTo>
                    <a:pt x="39403" y="73578"/>
                    <a:pt x="39502" y="73653"/>
                    <a:pt x="39577" y="73678"/>
                  </a:cubicBezTo>
                  <a:cubicBezTo>
                    <a:pt x="39701" y="73752"/>
                    <a:pt x="39826" y="73827"/>
                    <a:pt x="39950" y="73902"/>
                  </a:cubicBezTo>
                  <a:cubicBezTo>
                    <a:pt x="40050" y="73951"/>
                    <a:pt x="40125" y="74001"/>
                    <a:pt x="40174" y="74051"/>
                  </a:cubicBezTo>
                  <a:cubicBezTo>
                    <a:pt x="40199" y="74051"/>
                    <a:pt x="40224" y="74076"/>
                    <a:pt x="40224" y="74076"/>
                  </a:cubicBezTo>
                  <a:cubicBezTo>
                    <a:pt x="40349" y="74151"/>
                    <a:pt x="40448" y="74225"/>
                    <a:pt x="40548" y="74300"/>
                  </a:cubicBezTo>
                  <a:cubicBezTo>
                    <a:pt x="39926" y="75470"/>
                    <a:pt x="39328" y="76665"/>
                    <a:pt x="38805" y="77809"/>
                  </a:cubicBezTo>
                  <a:cubicBezTo>
                    <a:pt x="37138" y="78506"/>
                    <a:pt x="35470" y="79104"/>
                    <a:pt x="33852" y="79552"/>
                  </a:cubicBezTo>
                  <a:cubicBezTo>
                    <a:pt x="34947" y="76789"/>
                    <a:pt x="36540" y="74698"/>
                    <a:pt x="38532" y="73503"/>
                  </a:cubicBezTo>
                  <a:cubicBezTo>
                    <a:pt x="38656" y="73454"/>
                    <a:pt x="38805" y="73429"/>
                    <a:pt x="38930" y="73379"/>
                  </a:cubicBezTo>
                  <a:close/>
                  <a:moveTo>
                    <a:pt x="18519" y="79527"/>
                  </a:moveTo>
                  <a:cubicBezTo>
                    <a:pt x="18544" y="79527"/>
                    <a:pt x="18544" y="79552"/>
                    <a:pt x="18569" y="79552"/>
                  </a:cubicBezTo>
                  <a:lnTo>
                    <a:pt x="18519" y="79627"/>
                  </a:lnTo>
                  <a:cubicBezTo>
                    <a:pt x="18494" y="79627"/>
                    <a:pt x="18494" y="79602"/>
                    <a:pt x="18469" y="79602"/>
                  </a:cubicBezTo>
                  <a:lnTo>
                    <a:pt x="18519" y="79527"/>
                  </a:lnTo>
                  <a:close/>
                  <a:moveTo>
                    <a:pt x="37934" y="73653"/>
                  </a:moveTo>
                  <a:cubicBezTo>
                    <a:pt x="36142" y="74947"/>
                    <a:pt x="34649" y="76988"/>
                    <a:pt x="33653" y="79627"/>
                  </a:cubicBezTo>
                  <a:cubicBezTo>
                    <a:pt x="33603" y="79627"/>
                    <a:pt x="33578" y="79651"/>
                    <a:pt x="33553" y="79651"/>
                  </a:cubicBezTo>
                  <a:cubicBezTo>
                    <a:pt x="34549" y="77013"/>
                    <a:pt x="35968" y="74997"/>
                    <a:pt x="37760" y="73678"/>
                  </a:cubicBezTo>
                  <a:cubicBezTo>
                    <a:pt x="37810" y="73678"/>
                    <a:pt x="37884" y="73653"/>
                    <a:pt x="37934" y="73653"/>
                  </a:cubicBezTo>
                  <a:close/>
                  <a:moveTo>
                    <a:pt x="16876" y="79104"/>
                  </a:moveTo>
                  <a:cubicBezTo>
                    <a:pt x="17275" y="79278"/>
                    <a:pt x="17723" y="79477"/>
                    <a:pt x="18121" y="79651"/>
                  </a:cubicBezTo>
                  <a:cubicBezTo>
                    <a:pt x="18096" y="79726"/>
                    <a:pt x="18021" y="79751"/>
                    <a:pt x="17996" y="79801"/>
                  </a:cubicBezTo>
                  <a:cubicBezTo>
                    <a:pt x="17872" y="79776"/>
                    <a:pt x="17748" y="79726"/>
                    <a:pt x="17598" y="79651"/>
                  </a:cubicBezTo>
                  <a:cubicBezTo>
                    <a:pt x="17349" y="79552"/>
                    <a:pt x="17051" y="79427"/>
                    <a:pt x="16802" y="79303"/>
                  </a:cubicBezTo>
                  <a:cubicBezTo>
                    <a:pt x="16851" y="79253"/>
                    <a:pt x="16876" y="79154"/>
                    <a:pt x="16876" y="79104"/>
                  </a:cubicBezTo>
                  <a:close/>
                  <a:moveTo>
                    <a:pt x="38756" y="78108"/>
                  </a:moveTo>
                  <a:lnTo>
                    <a:pt x="38756" y="78133"/>
                  </a:lnTo>
                  <a:lnTo>
                    <a:pt x="38756" y="78158"/>
                  </a:lnTo>
                  <a:cubicBezTo>
                    <a:pt x="37063" y="78855"/>
                    <a:pt x="35420" y="79403"/>
                    <a:pt x="33827" y="79851"/>
                  </a:cubicBezTo>
                  <a:cubicBezTo>
                    <a:pt x="33728" y="79826"/>
                    <a:pt x="33728" y="79826"/>
                    <a:pt x="33777" y="79801"/>
                  </a:cubicBezTo>
                  <a:cubicBezTo>
                    <a:pt x="34076" y="79676"/>
                    <a:pt x="34400" y="79602"/>
                    <a:pt x="34698" y="79502"/>
                  </a:cubicBezTo>
                  <a:lnTo>
                    <a:pt x="35271" y="79303"/>
                  </a:lnTo>
                  <a:lnTo>
                    <a:pt x="35321" y="79303"/>
                  </a:lnTo>
                  <a:cubicBezTo>
                    <a:pt x="35968" y="79104"/>
                    <a:pt x="36665" y="78880"/>
                    <a:pt x="37337" y="78631"/>
                  </a:cubicBezTo>
                  <a:cubicBezTo>
                    <a:pt x="37387" y="78631"/>
                    <a:pt x="37387" y="78631"/>
                    <a:pt x="37412" y="78581"/>
                  </a:cubicBezTo>
                  <a:cubicBezTo>
                    <a:pt x="37461" y="78556"/>
                    <a:pt x="37511" y="78556"/>
                    <a:pt x="37561" y="78531"/>
                  </a:cubicBezTo>
                  <a:cubicBezTo>
                    <a:pt x="37959" y="78382"/>
                    <a:pt x="38332" y="78258"/>
                    <a:pt x="38756" y="78108"/>
                  </a:cubicBezTo>
                  <a:close/>
                  <a:moveTo>
                    <a:pt x="72458" y="64095"/>
                  </a:moveTo>
                  <a:cubicBezTo>
                    <a:pt x="74624" y="66235"/>
                    <a:pt x="77038" y="68426"/>
                    <a:pt x="79602" y="70467"/>
                  </a:cubicBezTo>
                  <a:cubicBezTo>
                    <a:pt x="76814" y="73902"/>
                    <a:pt x="73454" y="77137"/>
                    <a:pt x="69670" y="79875"/>
                  </a:cubicBezTo>
                  <a:cubicBezTo>
                    <a:pt x="69546" y="79726"/>
                    <a:pt x="69421" y="79527"/>
                    <a:pt x="69297" y="79378"/>
                  </a:cubicBezTo>
                  <a:cubicBezTo>
                    <a:pt x="68874" y="78755"/>
                    <a:pt x="68401" y="78158"/>
                    <a:pt x="67928" y="77561"/>
                  </a:cubicBezTo>
                  <a:cubicBezTo>
                    <a:pt x="67779" y="77386"/>
                    <a:pt x="67654" y="77187"/>
                    <a:pt x="67505" y="77013"/>
                  </a:cubicBezTo>
                  <a:cubicBezTo>
                    <a:pt x="66883" y="76216"/>
                    <a:pt x="66260" y="75445"/>
                    <a:pt x="65638" y="74698"/>
                  </a:cubicBezTo>
                  <a:cubicBezTo>
                    <a:pt x="65638" y="74673"/>
                    <a:pt x="65588" y="74673"/>
                    <a:pt x="65588" y="74648"/>
                  </a:cubicBezTo>
                  <a:cubicBezTo>
                    <a:pt x="65314" y="74300"/>
                    <a:pt x="65016" y="73976"/>
                    <a:pt x="64717" y="73653"/>
                  </a:cubicBezTo>
                  <a:cubicBezTo>
                    <a:pt x="64568" y="73454"/>
                    <a:pt x="64369" y="73279"/>
                    <a:pt x="64219" y="73080"/>
                  </a:cubicBezTo>
                  <a:cubicBezTo>
                    <a:pt x="64045" y="72906"/>
                    <a:pt x="63871" y="72707"/>
                    <a:pt x="63697" y="72533"/>
                  </a:cubicBezTo>
                  <a:cubicBezTo>
                    <a:pt x="66808" y="69844"/>
                    <a:pt x="69770" y="67007"/>
                    <a:pt x="72458" y="64095"/>
                  </a:cubicBezTo>
                  <a:close/>
                  <a:moveTo>
                    <a:pt x="18345" y="79751"/>
                  </a:moveTo>
                  <a:cubicBezTo>
                    <a:pt x="18370" y="79751"/>
                    <a:pt x="18370" y="79776"/>
                    <a:pt x="18395" y="79776"/>
                  </a:cubicBezTo>
                  <a:cubicBezTo>
                    <a:pt x="18370" y="79851"/>
                    <a:pt x="18295" y="79875"/>
                    <a:pt x="18270" y="79925"/>
                  </a:cubicBezTo>
                  <a:lnTo>
                    <a:pt x="18196" y="79925"/>
                  </a:lnTo>
                  <a:cubicBezTo>
                    <a:pt x="18245" y="79826"/>
                    <a:pt x="18295" y="79801"/>
                    <a:pt x="18345" y="79751"/>
                  </a:cubicBezTo>
                  <a:close/>
                  <a:moveTo>
                    <a:pt x="112856" y="59440"/>
                  </a:moveTo>
                  <a:cubicBezTo>
                    <a:pt x="111114" y="63871"/>
                    <a:pt x="108700" y="68550"/>
                    <a:pt x="105713" y="73155"/>
                  </a:cubicBezTo>
                  <a:cubicBezTo>
                    <a:pt x="105489" y="73503"/>
                    <a:pt x="105240" y="73877"/>
                    <a:pt x="105016" y="74200"/>
                  </a:cubicBezTo>
                  <a:cubicBezTo>
                    <a:pt x="103721" y="76167"/>
                    <a:pt x="102303" y="78108"/>
                    <a:pt x="100809" y="80025"/>
                  </a:cubicBezTo>
                  <a:cubicBezTo>
                    <a:pt x="100784" y="79403"/>
                    <a:pt x="100486" y="78631"/>
                    <a:pt x="99988" y="77735"/>
                  </a:cubicBezTo>
                  <a:cubicBezTo>
                    <a:pt x="104344" y="72209"/>
                    <a:pt x="108077" y="66559"/>
                    <a:pt x="110965" y="60958"/>
                  </a:cubicBezTo>
                  <a:cubicBezTo>
                    <a:pt x="111687" y="60485"/>
                    <a:pt x="112334" y="59988"/>
                    <a:pt x="112856" y="59440"/>
                  </a:cubicBezTo>
                  <a:close/>
                  <a:moveTo>
                    <a:pt x="16752" y="79527"/>
                  </a:moveTo>
                  <a:cubicBezTo>
                    <a:pt x="16851" y="79552"/>
                    <a:pt x="16926" y="79602"/>
                    <a:pt x="17026" y="79651"/>
                  </a:cubicBezTo>
                  <a:cubicBezTo>
                    <a:pt x="17125" y="79676"/>
                    <a:pt x="17175" y="79726"/>
                    <a:pt x="17275" y="79751"/>
                  </a:cubicBezTo>
                  <a:cubicBezTo>
                    <a:pt x="17474" y="79851"/>
                    <a:pt x="17673" y="79900"/>
                    <a:pt x="17872" y="80000"/>
                  </a:cubicBezTo>
                  <a:lnTo>
                    <a:pt x="17872" y="80025"/>
                  </a:lnTo>
                  <a:lnTo>
                    <a:pt x="17872" y="80050"/>
                  </a:lnTo>
                  <a:lnTo>
                    <a:pt x="16752" y="79602"/>
                  </a:lnTo>
                  <a:lnTo>
                    <a:pt x="16752" y="79552"/>
                  </a:lnTo>
                  <a:lnTo>
                    <a:pt x="16752" y="79527"/>
                  </a:lnTo>
                  <a:close/>
                  <a:moveTo>
                    <a:pt x="79751" y="70591"/>
                  </a:moveTo>
                  <a:cubicBezTo>
                    <a:pt x="79776" y="70591"/>
                    <a:pt x="79776" y="70641"/>
                    <a:pt x="79826" y="70641"/>
                  </a:cubicBezTo>
                  <a:cubicBezTo>
                    <a:pt x="77038" y="74076"/>
                    <a:pt x="73653" y="77337"/>
                    <a:pt x="69870" y="80050"/>
                  </a:cubicBezTo>
                  <a:cubicBezTo>
                    <a:pt x="69870" y="80025"/>
                    <a:pt x="69820" y="80025"/>
                    <a:pt x="69820" y="80000"/>
                  </a:cubicBezTo>
                  <a:cubicBezTo>
                    <a:pt x="73603" y="77287"/>
                    <a:pt x="76988" y="74051"/>
                    <a:pt x="79751" y="70591"/>
                  </a:cubicBezTo>
                  <a:close/>
                  <a:moveTo>
                    <a:pt x="63572" y="72707"/>
                  </a:moveTo>
                  <a:cubicBezTo>
                    <a:pt x="63721" y="72906"/>
                    <a:pt x="63896" y="73055"/>
                    <a:pt x="64070" y="73254"/>
                  </a:cubicBezTo>
                  <a:cubicBezTo>
                    <a:pt x="64219" y="73404"/>
                    <a:pt x="64393" y="73578"/>
                    <a:pt x="64543" y="73777"/>
                  </a:cubicBezTo>
                  <a:cubicBezTo>
                    <a:pt x="66260" y="75694"/>
                    <a:pt x="67953" y="77859"/>
                    <a:pt x="69571" y="80050"/>
                  </a:cubicBezTo>
                  <a:cubicBezTo>
                    <a:pt x="69571" y="80050"/>
                    <a:pt x="69546" y="80050"/>
                    <a:pt x="69546" y="80099"/>
                  </a:cubicBezTo>
                  <a:cubicBezTo>
                    <a:pt x="68177" y="78233"/>
                    <a:pt x="66808" y="76490"/>
                    <a:pt x="65439" y="74872"/>
                  </a:cubicBezTo>
                  <a:lnTo>
                    <a:pt x="65339" y="74773"/>
                  </a:lnTo>
                  <a:cubicBezTo>
                    <a:pt x="65090" y="74449"/>
                    <a:pt x="64817" y="74175"/>
                    <a:pt x="64568" y="73902"/>
                  </a:cubicBezTo>
                  <a:cubicBezTo>
                    <a:pt x="64369" y="73678"/>
                    <a:pt x="64194" y="73454"/>
                    <a:pt x="63970" y="73254"/>
                  </a:cubicBezTo>
                  <a:cubicBezTo>
                    <a:pt x="63821" y="73055"/>
                    <a:pt x="63672" y="72906"/>
                    <a:pt x="63522" y="72757"/>
                  </a:cubicBezTo>
                  <a:cubicBezTo>
                    <a:pt x="63547" y="72757"/>
                    <a:pt x="63547" y="72707"/>
                    <a:pt x="63572" y="72707"/>
                  </a:cubicBezTo>
                  <a:close/>
                  <a:moveTo>
                    <a:pt x="18295" y="80174"/>
                  </a:moveTo>
                  <a:cubicBezTo>
                    <a:pt x="18367" y="80174"/>
                    <a:pt x="18393" y="80174"/>
                    <a:pt x="18417" y="80219"/>
                  </a:cubicBezTo>
                  <a:lnTo>
                    <a:pt x="18417" y="80219"/>
                  </a:lnTo>
                  <a:cubicBezTo>
                    <a:pt x="18376" y="80204"/>
                    <a:pt x="18336" y="80189"/>
                    <a:pt x="18295" y="80174"/>
                  </a:cubicBezTo>
                  <a:close/>
                  <a:moveTo>
                    <a:pt x="99888" y="77859"/>
                  </a:moveTo>
                  <a:cubicBezTo>
                    <a:pt x="100411" y="78805"/>
                    <a:pt x="100685" y="79627"/>
                    <a:pt x="100660" y="80249"/>
                  </a:cubicBezTo>
                  <a:cubicBezTo>
                    <a:pt x="100616" y="80271"/>
                    <a:pt x="100572" y="80293"/>
                    <a:pt x="100562" y="80332"/>
                  </a:cubicBezTo>
                  <a:lnTo>
                    <a:pt x="100562" y="80332"/>
                  </a:lnTo>
                  <a:cubicBezTo>
                    <a:pt x="100630" y="79736"/>
                    <a:pt x="100356" y="78920"/>
                    <a:pt x="99814" y="77909"/>
                  </a:cubicBezTo>
                  <a:lnTo>
                    <a:pt x="99888" y="77859"/>
                  </a:lnTo>
                  <a:close/>
                  <a:moveTo>
                    <a:pt x="44232" y="79527"/>
                  </a:moveTo>
                  <a:cubicBezTo>
                    <a:pt x="44257" y="79751"/>
                    <a:pt x="44281" y="79925"/>
                    <a:pt x="44356" y="80124"/>
                  </a:cubicBezTo>
                  <a:cubicBezTo>
                    <a:pt x="44381" y="80199"/>
                    <a:pt x="44381" y="80299"/>
                    <a:pt x="44406" y="80423"/>
                  </a:cubicBezTo>
                  <a:lnTo>
                    <a:pt x="44381" y="80423"/>
                  </a:lnTo>
                  <a:cubicBezTo>
                    <a:pt x="44356" y="80124"/>
                    <a:pt x="44257" y="79826"/>
                    <a:pt x="44182" y="79527"/>
                  </a:cubicBezTo>
                  <a:close/>
                  <a:moveTo>
                    <a:pt x="18594" y="79826"/>
                  </a:moveTo>
                  <a:cubicBezTo>
                    <a:pt x="19117" y="80050"/>
                    <a:pt x="19639" y="80274"/>
                    <a:pt x="20212" y="80448"/>
                  </a:cubicBezTo>
                  <a:lnTo>
                    <a:pt x="19739" y="80373"/>
                  </a:lnTo>
                  <a:lnTo>
                    <a:pt x="19092" y="80174"/>
                  </a:lnTo>
                  <a:cubicBezTo>
                    <a:pt x="18868" y="80124"/>
                    <a:pt x="18668" y="80050"/>
                    <a:pt x="18494" y="80000"/>
                  </a:cubicBezTo>
                  <a:cubicBezTo>
                    <a:pt x="18494" y="79925"/>
                    <a:pt x="18519" y="79900"/>
                    <a:pt x="18594" y="79826"/>
                  </a:cubicBezTo>
                  <a:close/>
                  <a:moveTo>
                    <a:pt x="108127" y="69595"/>
                  </a:moveTo>
                  <a:lnTo>
                    <a:pt x="108127" y="69595"/>
                  </a:lnTo>
                  <a:cubicBezTo>
                    <a:pt x="107878" y="70093"/>
                    <a:pt x="107580" y="70591"/>
                    <a:pt x="107256" y="71089"/>
                  </a:cubicBezTo>
                  <a:cubicBezTo>
                    <a:pt x="106708" y="72035"/>
                    <a:pt x="106111" y="72931"/>
                    <a:pt x="105514" y="73877"/>
                  </a:cubicBezTo>
                  <a:cubicBezTo>
                    <a:pt x="105489" y="73926"/>
                    <a:pt x="105464" y="74001"/>
                    <a:pt x="105389" y="74051"/>
                  </a:cubicBezTo>
                  <a:cubicBezTo>
                    <a:pt x="104966" y="74698"/>
                    <a:pt x="104493" y="75395"/>
                    <a:pt x="104045" y="76042"/>
                  </a:cubicBezTo>
                  <a:cubicBezTo>
                    <a:pt x="103995" y="76117"/>
                    <a:pt x="103945" y="76192"/>
                    <a:pt x="103896" y="76266"/>
                  </a:cubicBezTo>
                  <a:cubicBezTo>
                    <a:pt x="103846" y="76366"/>
                    <a:pt x="103771" y="76416"/>
                    <a:pt x="103746" y="76515"/>
                  </a:cubicBezTo>
                  <a:lnTo>
                    <a:pt x="103000" y="77536"/>
                  </a:lnTo>
                  <a:cubicBezTo>
                    <a:pt x="102800" y="77785"/>
                    <a:pt x="102651" y="78034"/>
                    <a:pt x="102477" y="78258"/>
                  </a:cubicBezTo>
                  <a:cubicBezTo>
                    <a:pt x="102402" y="78307"/>
                    <a:pt x="102377" y="78382"/>
                    <a:pt x="102303" y="78482"/>
                  </a:cubicBezTo>
                  <a:cubicBezTo>
                    <a:pt x="102104" y="78755"/>
                    <a:pt x="101904" y="79004"/>
                    <a:pt x="101680" y="79278"/>
                  </a:cubicBezTo>
                  <a:cubicBezTo>
                    <a:pt x="101382" y="79676"/>
                    <a:pt x="101108" y="80099"/>
                    <a:pt x="100784" y="80473"/>
                  </a:cubicBezTo>
                  <a:lnTo>
                    <a:pt x="100784" y="80423"/>
                  </a:lnTo>
                  <a:lnTo>
                    <a:pt x="100784" y="80373"/>
                  </a:lnTo>
                  <a:cubicBezTo>
                    <a:pt x="100909" y="80224"/>
                    <a:pt x="101058" y="80025"/>
                    <a:pt x="101183" y="79851"/>
                  </a:cubicBezTo>
                  <a:cubicBezTo>
                    <a:pt x="102104" y="78681"/>
                    <a:pt x="103099" y="77386"/>
                    <a:pt x="103796" y="76316"/>
                  </a:cubicBezTo>
                  <a:cubicBezTo>
                    <a:pt x="104294" y="75619"/>
                    <a:pt x="104792" y="74823"/>
                    <a:pt x="105339" y="74026"/>
                  </a:cubicBezTo>
                  <a:cubicBezTo>
                    <a:pt x="105364" y="74001"/>
                    <a:pt x="105389" y="73951"/>
                    <a:pt x="105389" y="73902"/>
                  </a:cubicBezTo>
                  <a:cubicBezTo>
                    <a:pt x="106360" y="72408"/>
                    <a:pt x="107331" y="70890"/>
                    <a:pt x="108127" y="69595"/>
                  </a:cubicBezTo>
                  <a:close/>
                  <a:moveTo>
                    <a:pt x="94686" y="71811"/>
                  </a:moveTo>
                  <a:cubicBezTo>
                    <a:pt x="96503" y="73702"/>
                    <a:pt x="97922" y="75420"/>
                    <a:pt x="98893" y="76889"/>
                  </a:cubicBezTo>
                  <a:cubicBezTo>
                    <a:pt x="98196" y="77859"/>
                    <a:pt x="97499" y="78805"/>
                    <a:pt x="96752" y="79776"/>
                  </a:cubicBezTo>
                  <a:cubicBezTo>
                    <a:pt x="96702" y="79801"/>
                    <a:pt x="96702" y="79826"/>
                    <a:pt x="96677" y="79875"/>
                  </a:cubicBezTo>
                  <a:cubicBezTo>
                    <a:pt x="96503" y="80099"/>
                    <a:pt x="96304" y="80348"/>
                    <a:pt x="96155" y="80547"/>
                  </a:cubicBezTo>
                  <a:cubicBezTo>
                    <a:pt x="94412" y="79826"/>
                    <a:pt x="92272" y="78730"/>
                    <a:pt x="89957" y="77337"/>
                  </a:cubicBezTo>
                  <a:cubicBezTo>
                    <a:pt x="90355" y="76913"/>
                    <a:pt x="90778" y="76440"/>
                    <a:pt x="91151" y="76017"/>
                  </a:cubicBezTo>
                  <a:cubicBezTo>
                    <a:pt x="91226" y="75918"/>
                    <a:pt x="91326" y="75793"/>
                    <a:pt x="91425" y="75694"/>
                  </a:cubicBezTo>
                  <a:cubicBezTo>
                    <a:pt x="92072" y="74922"/>
                    <a:pt x="92720" y="74175"/>
                    <a:pt x="93392" y="73404"/>
                  </a:cubicBezTo>
                  <a:cubicBezTo>
                    <a:pt x="93441" y="73329"/>
                    <a:pt x="93466" y="73279"/>
                    <a:pt x="93541" y="73205"/>
                  </a:cubicBezTo>
                  <a:cubicBezTo>
                    <a:pt x="93914" y="72732"/>
                    <a:pt x="94313" y="72284"/>
                    <a:pt x="94686" y="71811"/>
                  </a:cubicBezTo>
                  <a:close/>
                  <a:moveTo>
                    <a:pt x="99042" y="77038"/>
                  </a:moveTo>
                  <a:lnTo>
                    <a:pt x="99067" y="77063"/>
                  </a:lnTo>
                  <a:cubicBezTo>
                    <a:pt x="98245" y="78258"/>
                    <a:pt x="97374" y="79427"/>
                    <a:pt x="96428" y="80597"/>
                  </a:cubicBezTo>
                  <a:lnTo>
                    <a:pt x="96379" y="80597"/>
                  </a:lnTo>
                  <a:cubicBezTo>
                    <a:pt x="97300" y="79403"/>
                    <a:pt x="98196" y="78233"/>
                    <a:pt x="99042" y="77038"/>
                  </a:cubicBezTo>
                  <a:close/>
                  <a:moveTo>
                    <a:pt x="79950" y="70765"/>
                  </a:moveTo>
                  <a:cubicBezTo>
                    <a:pt x="80025" y="70840"/>
                    <a:pt x="80150" y="70915"/>
                    <a:pt x="80249" y="71014"/>
                  </a:cubicBezTo>
                  <a:cubicBezTo>
                    <a:pt x="77138" y="74325"/>
                    <a:pt x="73777" y="77561"/>
                    <a:pt x="70243" y="80622"/>
                  </a:cubicBezTo>
                  <a:lnTo>
                    <a:pt x="69944" y="80249"/>
                  </a:lnTo>
                  <a:cubicBezTo>
                    <a:pt x="73777" y="77511"/>
                    <a:pt x="77163" y="74225"/>
                    <a:pt x="79950" y="70765"/>
                  </a:cubicBezTo>
                  <a:close/>
                  <a:moveTo>
                    <a:pt x="44406" y="80622"/>
                  </a:moveTo>
                  <a:cubicBezTo>
                    <a:pt x="44406" y="80640"/>
                    <a:pt x="44406" y="80659"/>
                    <a:pt x="44407" y="80677"/>
                  </a:cubicBezTo>
                  <a:lnTo>
                    <a:pt x="44407" y="80677"/>
                  </a:lnTo>
                  <a:cubicBezTo>
                    <a:pt x="44399" y="80659"/>
                    <a:pt x="44390" y="80640"/>
                    <a:pt x="44381" y="80622"/>
                  </a:cubicBezTo>
                  <a:close/>
                  <a:moveTo>
                    <a:pt x="89832" y="77486"/>
                  </a:moveTo>
                  <a:cubicBezTo>
                    <a:pt x="92147" y="78880"/>
                    <a:pt x="94263" y="79975"/>
                    <a:pt x="96030" y="80647"/>
                  </a:cubicBezTo>
                  <a:cubicBezTo>
                    <a:pt x="96030" y="80672"/>
                    <a:pt x="96005" y="80672"/>
                    <a:pt x="96005" y="80722"/>
                  </a:cubicBezTo>
                  <a:cubicBezTo>
                    <a:pt x="94213" y="80025"/>
                    <a:pt x="92097" y="78905"/>
                    <a:pt x="89807" y="77536"/>
                  </a:cubicBezTo>
                  <a:cubicBezTo>
                    <a:pt x="89807" y="77511"/>
                    <a:pt x="89832" y="77511"/>
                    <a:pt x="89832" y="77486"/>
                  </a:cubicBezTo>
                  <a:close/>
                  <a:moveTo>
                    <a:pt x="18743" y="79627"/>
                  </a:moveTo>
                  <a:cubicBezTo>
                    <a:pt x="19764" y="80050"/>
                    <a:pt x="20834" y="80423"/>
                    <a:pt x="21879" y="80747"/>
                  </a:cubicBezTo>
                  <a:cubicBezTo>
                    <a:pt x="21780" y="80747"/>
                    <a:pt x="21655" y="80747"/>
                    <a:pt x="21531" y="80722"/>
                  </a:cubicBezTo>
                  <a:cubicBezTo>
                    <a:pt x="20585" y="80398"/>
                    <a:pt x="19614" y="80050"/>
                    <a:pt x="18668" y="79676"/>
                  </a:cubicBezTo>
                  <a:lnTo>
                    <a:pt x="18743" y="79627"/>
                  </a:lnTo>
                  <a:close/>
                  <a:moveTo>
                    <a:pt x="37337" y="73777"/>
                  </a:moveTo>
                  <a:lnTo>
                    <a:pt x="37337" y="73777"/>
                  </a:lnTo>
                  <a:cubicBezTo>
                    <a:pt x="35669" y="75146"/>
                    <a:pt x="34300" y="77137"/>
                    <a:pt x="33329" y="79726"/>
                  </a:cubicBezTo>
                  <a:cubicBezTo>
                    <a:pt x="32608" y="79900"/>
                    <a:pt x="31911" y="80099"/>
                    <a:pt x="31214" y="80249"/>
                  </a:cubicBezTo>
                  <a:cubicBezTo>
                    <a:pt x="30666" y="80373"/>
                    <a:pt x="30094" y="80448"/>
                    <a:pt x="29546" y="80547"/>
                  </a:cubicBezTo>
                  <a:cubicBezTo>
                    <a:pt x="29347" y="80597"/>
                    <a:pt x="29197" y="80622"/>
                    <a:pt x="28998" y="80647"/>
                  </a:cubicBezTo>
                  <a:cubicBezTo>
                    <a:pt x="28924" y="80647"/>
                    <a:pt x="28824" y="80672"/>
                    <a:pt x="28749" y="80672"/>
                  </a:cubicBezTo>
                  <a:cubicBezTo>
                    <a:pt x="28550" y="80722"/>
                    <a:pt x="28351" y="80722"/>
                    <a:pt x="28152" y="80747"/>
                  </a:cubicBezTo>
                  <a:cubicBezTo>
                    <a:pt x="28924" y="78656"/>
                    <a:pt x="29845" y="76565"/>
                    <a:pt x="30940" y="74499"/>
                  </a:cubicBezTo>
                  <a:cubicBezTo>
                    <a:pt x="31189" y="74499"/>
                    <a:pt x="31413" y="74524"/>
                    <a:pt x="31662" y="74524"/>
                  </a:cubicBezTo>
                  <a:cubicBezTo>
                    <a:pt x="33429" y="74524"/>
                    <a:pt x="35346" y="74275"/>
                    <a:pt x="37337" y="73777"/>
                  </a:cubicBezTo>
                  <a:close/>
                  <a:moveTo>
                    <a:pt x="99191" y="77262"/>
                  </a:moveTo>
                  <a:cubicBezTo>
                    <a:pt x="99291" y="77411"/>
                    <a:pt x="99365" y="77536"/>
                    <a:pt x="99440" y="77660"/>
                  </a:cubicBezTo>
                  <a:cubicBezTo>
                    <a:pt x="98619" y="78730"/>
                    <a:pt x="97772" y="79751"/>
                    <a:pt x="96901" y="80747"/>
                  </a:cubicBezTo>
                  <a:cubicBezTo>
                    <a:pt x="96802" y="80722"/>
                    <a:pt x="96752" y="80672"/>
                    <a:pt x="96652" y="80647"/>
                  </a:cubicBezTo>
                  <a:cubicBezTo>
                    <a:pt x="97524" y="79527"/>
                    <a:pt x="98395" y="78407"/>
                    <a:pt x="99191" y="77262"/>
                  </a:cubicBezTo>
                  <a:close/>
                  <a:moveTo>
                    <a:pt x="30716" y="74499"/>
                  </a:moveTo>
                  <a:cubicBezTo>
                    <a:pt x="29621" y="76615"/>
                    <a:pt x="28700" y="78681"/>
                    <a:pt x="27878" y="80772"/>
                  </a:cubicBezTo>
                  <a:lnTo>
                    <a:pt x="27828" y="80772"/>
                  </a:lnTo>
                  <a:cubicBezTo>
                    <a:pt x="28625" y="78681"/>
                    <a:pt x="29596" y="76615"/>
                    <a:pt x="30666" y="74499"/>
                  </a:cubicBezTo>
                  <a:close/>
                  <a:moveTo>
                    <a:pt x="69770" y="80323"/>
                  </a:moveTo>
                  <a:cubicBezTo>
                    <a:pt x="69870" y="80448"/>
                    <a:pt x="69944" y="80572"/>
                    <a:pt x="70044" y="80747"/>
                  </a:cubicBezTo>
                  <a:cubicBezTo>
                    <a:pt x="70044" y="80747"/>
                    <a:pt x="70044" y="80772"/>
                    <a:pt x="70019" y="80772"/>
                  </a:cubicBezTo>
                  <a:cubicBezTo>
                    <a:pt x="69919" y="80647"/>
                    <a:pt x="69820" y="80498"/>
                    <a:pt x="69745" y="80373"/>
                  </a:cubicBezTo>
                  <a:lnTo>
                    <a:pt x="69770" y="80323"/>
                  </a:lnTo>
                  <a:close/>
                  <a:moveTo>
                    <a:pt x="80398" y="71139"/>
                  </a:moveTo>
                  <a:cubicBezTo>
                    <a:pt x="80448" y="71139"/>
                    <a:pt x="80448" y="71164"/>
                    <a:pt x="80473" y="71164"/>
                  </a:cubicBezTo>
                  <a:cubicBezTo>
                    <a:pt x="77337" y="74524"/>
                    <a:pt x="73977" y="77760"/>
                    <a:pt x="70392" y="80796"/>
                  </a:cubicBezTo>
                  <a:cubicBezTo>
                    <a:pt x="70392" y="80772"/>
                    <a:pt x="70367" y="80772"/>
                    <a:pt x="70367" y="80747"/>
                  </a:cubicBezTo>
                  <a:cubicBezTo>
                    <a:pt x="73902" y="77735"/>
                    <a:pt x="77262" y="74499"/>
                    <a:pt x="80398" y="71139"/>
                  </a:cubicBezTo>
                  <a:close/>
                  <a:moveTo>
                    <a:pt x="99540" y="77859"/>
                  </a:moveTo>
                  <a:cubicBezTo>
                    <a:pt x="99540" y="77884"/>
                    <a:pt x="99565" y="77884"/>
                    <a:pt x="99565" y="77909"/>
                  </a:cubicBezTo>
                  <a:cubicBezTo>
                    <a:pt x="98768" y="78880"/>
                    <a:pt x="97947" y="79875"/>
                    <a:pt x="97150" y="80846"/>
                  </a:cubicBezTo>
                  <a:cubicBezTo>
                    <a:pt x="97100" y="80846"/>
                    <a:pt x="97100" y="80846"/>
                    <a:pt x="97076" y="80796"/>
                  </a:cubicBezTo>
                  <a:cubicBezTo>
                    <a:pt x="97922" y="79801"/>
                    <a:pt x="98743" y="78855"/>
                    <a:pt x="99540" y="77859"/>
                  </a:cubicBezTo>
                  <a:close/>
                  <a:moveTo>
                    <a:pt x="26634" y="73752"/>
                  </a:moveTo>
                  <a:cubicBezTo>
                    <a:pt x="27804" y="74151"/>
                    <a:pt x="29073" y="74399"/>
                    <a:pt x="30467" y="74499"/>
                  </a:cubicBezTo>
                  <a:cubicBezTo>
                    <a:pt x="29372" y="76615"/>
                    <a:pt x="28451" y="78730"/>
                    <a:pt x="27629" y="80796"/>
                  </a:cubicBezTo>
                  <a:cubicBezTo>
                    <a:pt x="27455" y="80846"/>
                    <a:pt x="27231" y="80871"/>
                    <a:pt x="27057" y="80871"/>
                  </a:cubicBezTo>
                  <a:cubicBezTo>
                    <a:pt x="26883" y="80871"/>
                    <a:pt x="26758" y="80896"/>
                    <a:pt x="26609" y="80896"/>
                  </a:cubicBezTo>
                  <a:cubicBezTo>
                    <a:pt x="25986" y="80921"/>
                    <a:pt x="25364" y="80971"/>
                    <a:pt x="24742" y="80971"/>
                  </a:cubicBezTo>
                  <a:lnTo>
                    <a:pt x="24642" y="80971"/>
                  </a:lnTo>
                  <a:cubicBezTo>
                    <a:pt x="24145" y="80971"/>
                    <a:pt x="23622" y="80921"/>
                    <a:pt x="23124" y="80896"/>
                  </a:cubicBezTo>
                  <a:lnTo>
                    <a:pt x="23074" y="80896"/>
                  </a:lnTo>
                  <a:cubicBezTo>
                    <a:pt x="21655" y="80523"/>
                    <a:pt x="20262" y="80050"/>
                    <a:pt x="18893" y="79502"/>
                  </a:cubicBezTo>
                  <a:cubicBezTo>
                    <a:pt x="21133" y="76913"/>
                    <a:pt x="23821" y="74947"/>
                    <a:pt x="26634" y="73752"/>
                  </a:cubicBezTo>
                  <a:close/>
                  <a:moveTo>
                    <a:pt x="70193" y="80871"/>
                  </a:moveTo>
                  <a:cubicBezTo>
                    <a:pt x="70193" y="80896"/>
                    <a:pt x="70193" y="80921"/>
                    <a:pt x="70218" y="80921"/>
                  </a:cubicBezTo>
                  <a:lnTo>
                    <a:pt x="70193" y="80971"/>
                  </a:lnTo>
                  <a:cubicBezTo>
                    <a:pt x="70193" y="80921"/>
                    <a:pt x="70168" y="80921"/>
                    <a:pt x="70168" y="80896"/>
                  </a:cubicBezTo>
                  <a:lnTo>
                    <a:pt x="70193" y="80871"/>
                  </a:lnTo>
                  <a:close/>
                  <a:moveTo>
                    <a:pt x="18454" y="80232"/>
                  </a:moveTo>
                  <a:cubicBezTo>
                    <a:pt x="18763" y="80306"/>
                    <a:pt x="19028" y="80402"/>
                    <a:pt x="19341" y="80498"/>
                  </a:cubicBezTo>
                  <a:cubicBezTo>
                    <a:pt x="19415" y="80523"/>
                    <a:pt x="19540" y="80523"/>
                    <a:pt x="19639" y="80547"/>
                  </a:cubicBezTo>
                  <a:lnTo>
                    <a:pt x="19664" y="80547"/>
                  </a:lnTo>
                  <a:cubicBezTo>
                    <a:pt x="19988" y="80622"/>
                    <a:pt x="20262" y="80722"/>
                    <a:pt x="20610" y="80772"/>
                  </a:cubicBezTo>
                  <a:cubicBezTo>
                    <a:pt x="20759" y="80796"/>
                    <a:pt x="20909" y="80821"/>
                    <a:pt x="21108" y="80821"/>
                  </a:cubicBezTo>
                  <a:cubicBezTo>
                    <a:pt x="21158" y="80821"/>
                    <a:pt x="21207" y="80871"/>
                    <a:pt x="21257" y="80871"/>
                  </a:cubicBezTo>
                  <a:cubicBezTo>
                    <a:pt x="21307" y="80871"/>
                    <a:pt x="21382" y="80871"/>
                    <a:pt x="21456" y="80896"/>
                  </a:cubicBezTo>
                  <a:cubicBezTo>
                    <a:pt x="21481" y="80896"/>
                    <a:pt x="21506" y="80896"/>
                    <a:pt x="21531" y="80921"/>
                  </a:cubicBezTo>
                  <a:cubicBezTo>
                    <a:pt x="21581" y="80921"/>
                    <a:pt x="21631" y="80971"/>
                    <a:pt x="21655" y="80971"/>
                  </a:cubicBezTo>
                  <a:lnTo>
                    <a:pt x="21705" y="80971"/>
                  </a:lnTo>
                  <a:cubicBezTo>
                    <a:pt x="21722" y="80971"/>
                    <a:pt x="21749" y="80982"/>
                    <a:pt x="21780" y="80989"/>
                  </a:cubicBezTo>
                  <a:lnTo>
                    <a:pt x="21780" y="80989"/>
                  </a:lnTo>
                  <a:cubicBezTo>
                    <a:pt x="21631" y="80970"/>
                    <a:pt x="21516" y="80966"/>
                    <a:pt x="21382" y="80921"/>
                  </a:cubicBezTo>
                  <a:cubicBezTo>
                    <a:pt x="21257" y="80896"/>
                    <a:pt x="21158" y="80896"/>
                    <a:pt x="21083" y="80871"/>
                  </a:cubicBezTo>
                  <a:cubicBezTo>
                    <a:pt x="20171" y="80754"/>
                    <a:pt x="19281" y="80527"/>
                    <a:pt x="18454" y="80232"/>
                  </a:cubicBezTo>
                  <a:close/>
                  <a:moveTo>
                    <a:pt x="27828" y="80971"/>
                  </a:moveTo>
                  <a:lnTo>
                    <a:pt x="27828" y="80996"/>
                  </a:lnTo>
                  <a:lnTo>
                    <a:pt x="27754" y="80996"/>
                  </a:lnTo>
                  <a:lnTo>
                    <a:pt x="27754" y="80971"/>
                  </a:lnTo>
                  <a:close/>
                  <a:moveTo>
                    <a:pt x="33230" y="79975"/>
                  </a:moveTo>
                  <a:lnTo>
                    <a:pt x="33230" y="80000"/>
                  </a:lnTo>
                  <a:lnTo>
                    <a:pt x="33230" y="80025"/>
                  </a:lnTo>
                  <a:cubicBezTo>
                    <a:pt x="31811" y="80398"/>
                    <a:pt x="30392" y="80722"/>
                    <a:pt x="29073" y="80896"/>
                  </a:cubicBezTo>
                  <a:cubicBezTo>
                    <a:pt x="28973" y="80896"/>
                    <a:pt x="28899" y="80921"/>
                    <a:pt x="28824" y="80921"/>
                  </a:cubicBezTo>
                  <a:cubicBezTo>
                    <a:pt x="28550" y="80921"/>
                    <a:pt x="28252" y="80971"/>
                    <a:pt x="28003" y="80996"/>
                  </a:cubicBezTo>
                  <a:cubicBezTo>
                    <a:pt x="28301" y="80921"/>
                    <a:pt x="28525" y="80896"/>
                    <a:pt x="28774" y="80871"/>
                  </a:cubicBezTo>
                  <a:cubicBezTo>
                    <a:pt x="28849" y="80871"/>
                    <a:pt x="28924" y="80846"/>
                    <a:pt x="28998" y="80846"/>
                  </a:cubicBezTo>
                  <a:cubicBezTo>
                    <a:pt x="30367" y="80647"/>
                    <a:pt x="31811" y="80348"/>
                    <a:pt x="33230" y="79975"/>
                  </a:cubicBezTo>
                  <a:close/>
                  <a:moveTo>
                    <a:pt x="96503" y="80846"/>
                  </a:moveTo>
                  <a:cubicBezTo>
                    <a:pt x="96578" y="80871"/>
                    <a:pt x="96652" y="80896"/>
                    <a:pt x="96752" y="80921"/>
                  </a:cubicBezTo>
                  <a:cubicBezTo>
                    <a:pt x="96752" y="80971"/>
                    <a:pt x="96702" y="80971"/>
                    <a:pt x="96702" y="80996"/>
                  </a:cubicBezTo>
                  <a:cubicBezTo>
                    <a:pt x="96627" y="80971"/>
                    <a:pt x="96553" y="80921"/>
                    <a:pt x="96453" y="80896"/>
                  </a:cubicBezTo>
                  <a:cubicBezTo>
                    <a:pt x="96503" y="80871"/>
                    <a:pt x="96503" y="80846"/>
                    <a:pt x="96503" y="80846"/>
                  </a:cubicBezTo>
                  <a:close/>
                  <a:moveTo>
                    <a:pt x="96951" y="80971"/>
                  </a:moveTo>
                  <a:cubicBezTo>
                    <a:pt x="96951" y="80971"/>
                    <a:pt x="97001" y="80996"/>
                    <a:pt x="97026" y="80996"/>
                  </a:cubicBezTo>
                  <a:cubicBezTo>
                    <a:pt x="97026" y="81020"/>
                    <a:pt x="97001" y="81020"/>
                    <a:pt x="97001" y="81045"/>
                  </a:cubicBezTo>
                  <a:cubicBezTo>
                    <a:pt x="96951" y="81045"/>
                    <a:pt x="96951" y="81045"/>
                    <a:pt x="96926" y="81020"/>
                  </a:cubicBezTo>
                  <a:cubicBezTo>
                    <a:pt x="96926" y="80996"/>
                    <a:pt x="96951" y="80996"/>
                    <a:pt x="96951" y="80971"/>
                  </a:cubicBezTo>
                  <a:close/>
                  <a:moveTo>
                    <a:pt x="44406" y="78656"/>
                  </a:moveTo>
                  <a:lnTo>
                    <a:pt x="44879" y="79602"/>
                  </a:lnTo>
                  <a:cubicBezTo>
                    <a:pt x="44978" y="79776"/>
                    <a:pt x="45053" y="79975"/>
                    <a:pt x="45128" y="80149"/>
                  </a:cubicBezTo>
                  <a:cubicBezTo>
                    <a:pt x="45252" y="80473"/>
                    <a:pt x="45377" y="80747"/>
                    <a:pt x="45476" y="81045"/>
                  </a:cubicBezTo>
                  <a:cubicBezTo>
                    <a:pt x="45479" y="81053"/>
                    <a:pt x="45481" y="81061"/>
                    <a:pt x="45483" y="81069"/>
                  </a:cubicBezTo>
                  <a:lnTo>
                    <a:pt x="45483" y="81069"/>
                  </a:lnTo>
                  <a:cubicBezTo>
                    <a:pt x="45385" y="80794"/>
                    <a:pt x="45279" y="80517"/>
                    <a:pt x="45153" y="80249"/>
                  </a:cubicBezTo>
                  <a:cubicBezTo>
                    <a:pt x="45128" y="80174"/>
                    <a:pt x="45103" y="80124"/>
                    <a:pt x="45053" y="80025"/>
                  </a:cubicBezTo>
                  <a:cubicBezTo>
                    <a:pt x="44879" y="79627"/>
                    <a:pt x="44680" y="79228"/>
                    <a:pt x="44481" y="78855"/>
                  </a:cubicBezTo>
                  <a:cubicBezTo>
                    <a:pt x="44431" y="78805"/>
                    <a:pt x="44431" y="78755"/>
                    <a:pt x="44406" y="78730"/>
                  </a:cubicBezTo>
                  <a:lnTo>
                    <a:pt x="44406" y="78681"/>
                  </a:lnTo>
                  <a:lnTo>
                    <a:pt x="44406" y="78656"/>
                  </a:lnTo>
                  <a:close/>
                  <a:moveTo>
                    <a:pt x="22651" y="81045"/>
                  </a:moveTo>
                  <a:cubicBezTo>
                    <a:pt x="22751" y="81045"/>
                    <a:pt x="22850" y="81095"/>
                    <a:pt x="22950" y="81095"/>
                  </a:cubicBezTo>
                  <a:lnTo>
                    <a:pt x="23024" y="81095"/>
                  </a:lnTo>
                  <a:cubicBezTo>
                    <a:pt x="23074" y="81095"/>
                    <a:pt x="23124" y="81120"/>
                    <a:pt x="23149" y="81120"/>
                  </a:cubicBezTo>
                  <a:lnTo>
                    <a:pt x="23199" y="81120"/>
                  </a:lnTo>
                  <a:cubicBezTo>
                    <a:pt x="23248" y="81145"/>
                    <a:pt x="23273" y="81145"/>
                    <a:pt x="23323" y="81145"/>
                  </a:cubicBezTo>
                  <a:lnTo>
                    <a:pt x="22975" y="81145"/>
                  </a:lnTo>
                  <a:cubicBezTo>
                    <a:pt x="22900" y="81145"/>
                    <a:pt x="22875" y="81120"/>
                    <a:pt x="22825" y="81120"/>
                  </a:cubicBezTo>
                  <a:cubicBezTo>
                    <a:pt x="22751" y="81070"/>
                    <a:pt x="22701" y="81070"/>
                    <a:pt x="22626" y="81045"/>
                  </a:cubicBezTo>
                  <a:close/>
                  <a:moveTo>
                    <a:pt x="100535" y="80672"/>
                  </a:moveTo>
                  <a:cubicBezTo>
                    <a:pt x="100535" y="80747"/>
                    <a:pt x="100510" y="80772"/>
                    <a:pt x="100486" y="80796"/>
                  </a:cubicBezTo>
                  <a:cubicBezTo>
                    <a:pt x="100386" y="80921"/>
                    <a:pt x="100286" y="81020"/>
                    <a:pt x="100237" y="81145"/>
                  </a:cubicBezTo>
                  <a:cubicBezTo>
                    <a:pt x="100187" y="81145"/>
                    <a:pt x="100187" y="81170"/>
                    <a:pt x="100162" y="81170"/>
                  </a:cubicBezTo>
                  <a:cubicBezTo>
                    <a:pt x="100286" y="81020"/>
                    <a:pt x="100411" y="80871"/>
                    <a:pt x="100535" y="80672"/>
                  </a:cubicBezTo>
                  <a:close/>
                  <a:moveTo>
                    <a:pt x="99664" y="78108"/>
                  </a:moveTo>
                  <a:cubicBezTo>
                    <a:pt x="100311" y="79303"/>
                    <a:pt x="100535" y="80224"/>
                    <a:pt x="100262" y="80722"/>
                  </a:cubicBezTo>
                  <a:cubicBezTo>
                    <a:pt x="100187" y="80772"/>
                    <a:pt x="100162" y="80821"/>
                    <a:pt x="100112" y="80896"/>
                  </a:cubicBezTo>
                  <a:cubicBezTo>
                    <a:pt x="99901" y="81083"/>
                    <a:pt x="99546" y="81176"/>
                    <a:pt x="99073" y="81176"/>
                  </a:cubicBezTo>
                  <a:cubicBezTo>
                    <a:pt x="98600" y="81176"/>
                    <a:pt x="98009" y="81083"/>
                    <a:pt x="97324" y="80896"/>
                  </a:cubicBezTo>
                  <a:lnTo>
                    <a:pt x="99664" y="78108"/>
                  </a:lnTo>
                  <a:close/>
                  <a:moveTo>
                    <a:pt x="27530" y="80996"/>
                  </a:moveTo>
                  <a:lnTo>
                    <a:pt x="27530" y="81020"/>
                  </a:lnTo>
                  <a:lnTo>
                    <a:pt x="27530" y="81045"/>
                  </a:lnTo>
                  <a:cubicBezTo>
                    <a:pt x="27380" y="81045"/>
                    <a:pt x="27256" y="81095"/>
                    <a:pt x="27107" y="81120"/>
                  </a:cubicBezTo>
                  <a:cubicBezTo>
                    <a:pt x="26957" y="81120"/>
                    <a:pt x="26783" y="81145"/>
                    <a:pt x="26659" y="81145"/>
                  </a:cubicBezTo>
                  <a:cubicBezTo>
                    <a:pt x="26011" y="81170"/>
                    <a:pt x="25389" y="81220"/>
                    <a:pt x="24767" y="81220"/>
                  </a:cubicBezTo>
                  <a:lnTo>
                    <a:pt x="24667" y="81220"/>
                  </a:lnTo>
                  <a:cubicBezTo>
                    <a:pt x="24518" y="81220"/>
                    <a:pt x="24344" y="81220"/>
                    <a:pt x="24169" y="81170"/>
                  </a:cubicBezTo>
                  <a:cubicBezTo>
                    <a:pt x="24145" y="81170"/>
                    <a:pt x="24095" y="81145"/>
                    <a:pt x="24045" y="81145"/>
                  </a:cubicBezTo>
                  <a:lnTo>
                    <a:pt x="24020" y="81145"/>
                  </a:lnTo>
                  <a:cubicBezTo>
                    <a:pt x="23995" y="81145"/>
                    <a:pt x="23970" y="81120"/>
                    <a:pt x="23921" y="81120"/>
                  </a:cubicBezTo>
                  <a:cubicBezTo>
                    <a:pt x="24169" y="81120"/>
                    <a:pt x="24418" y="81145"/>
                    <a:pt x="24717" y="81145"/>
                  </a:cubicBezTo>
                  <a:lnTo>
                    <a:pt x="24891" y="81145"/>
                  </a:lnTo>
                  <a:cubicBezTo>
                    <a:pt x="25489" y="81145"/>
                    <a:pt x="26086" y="81120"/>
                    <a:pt x="26659" y="81095"/>
                  </a:cubicBezTo>
                  <a:lnTo>
                    <a:pt x="26708" y="81095"/>
                  </a:lnTo>
                  <a:cubicBezTo>
                    <a:pt x="26783" y="81095"/>
                    <a:pt x="26858" y="81095"/>
                    <a:pt x="26957" y="81045"/>
                  </a:cubicBezTo>
                  <a:lnTo>
                    <a:pt x="27107" y="81045"/>
                  </a:lnTo>
                  <a:cubicBezTo>
                    <a:pt x="27231" y="81020"/>
                    <a:pt x="27380" y="81020"/>
                    <a:pt x="27530" y="80996"/>
                  </a:cubicBezTo>
                  <a:close/>
                  <a:moveTo>
                    <a:pt x="42738" y="76565"/>
                  </a:moveTo>
                  <a:cubicBezTo>
                    <a:pt x="42912" y="76864"/>
                    <a:pt x="43062" y="77113"/>
                    <a:pt x="43236" y="77361"/>
                  </a:cubicBezTo>
                  <a:cubicBezTo>
                    <a:pt x="43311" y="77536"/>
                    <a:pt x="43410" y="77685"/>
                    <a:pt x="43485" y="77884"/>
                  </a:cubicBezTo>
                  <a:cubicBezTo>
                    <a:pt x="42191" y="79378"/>
                    <a:pt x="40299" y="80523"/>
                    <a:pt x="37909" y="81244"/>
                  </a:cubicBezTo>
                  <a:cubicBezTo>
                    <a:pt x="37909" y="81220"/>
                    <a:pt x="37934" y="81170"/>
                    <a:pt x="37934" y="81145"/>
                  </a:cubicBezTo>
                  <a:cubicBezTo>
                    <a:pt x="37959" y="81095"/>
                    <a:pt x="37959" y="81020"/>
                    <a:pt x="38009" y="80971"/>
                  </a:cubicBezTo>
                  <a:cubicBezTo>
                    <a:pt x="38158" y="80523"/>
                    <a:pt x="38332" y="80099"/>
                    <a:pt x="38532" y="79676"/>
                  </a:cubicBezTo>
                  <a:cubicBezTo>
                    <a:pt x="38557" y="79577"/>
                    <a:pt x="38581" y="79502"/>
                    <a:pt x="38656" y="79403"/>
                  </a:cubicBezTo>
                  <a:cubicBezTo>
                    <a:pt x="38656" y="79378"/>
                    <a:pt x="38681" y="79378"/>
                    <a:pt x="38681" y="79353"/>
                  </a:cubicBezTo>
                  <a:lnTo>
                    <a:pt x="38681" y="79303"/>
                  </a:lnTo>
                  <a:cubicBezTo>
                    <a:pt x="38805" y="78930"/>
                    <a:pt x="38955" y="78556"/>
                    <a:pt x="39154" y="78183"/>
                  </a:cubicBezTo>
                  <a:cubicBezTo>
                    <a:pt x="39403" y="78108"/>
                    <a:pt x="39652" y="77984"/>
                    <a:pt x="39901" y="77884"/>
                  </a:cubicBezTo>
                  <a:cubicBezTo>
                    <a:pt x="40199" y="77760"/>
                    <a:pt x="40523" y="77610"/>
                    <a:pt x="40822" y="77486"/>
                  </a:cubicBezTo>
                  <a:cubicBezTo>
                    <a:pt x="41120" y="77361"/>
                    <a:pt x="41419" y="77237"/>
                    <a:pt x="41693" y="77063"/>
                  </a:cubicBezTo>
                  <a:cubicBezTo>
                    <a:pt x="41991" y="76938"/>
                    <a:pt x="42290" y="76789"/>
                    <a:pt x="42564" y="76640"/>
                  </a:cubicBezTo>
                  <a:cubicBezTo>
                    <a:pt x="42639" y="76615"/>
                    <a:pt x="42664" y="76565"/>
                    <a:pt x="42738" y="76565"/>
                  </a:cubicBezTo>
                  <a:close/>
                  <a:moveTo>
                    <a:pt x="38905" y="78282"/>
                  </a:moveTo>
                  <a:cubicBezTo>
                    <a:pt x="38457" y="79303"/>
                    <a:pt x="38059" y="80299"/>
                    <a:pt x="37685" y="81269"/>
                  </a:cubicBezTo>
                  <a:lnTo>
                    <a:pt x="37660" y="81269"/>
                  </a:lnTo>
                  <a:cubicBezTo>
                    <a:pt x="37959" y="80299"/>
                    <a:pt x="38382" y="79303"/>
                    <a:pt x="38830" y="78307"/>
                  </a:cubicBezTo>
                  <a:cubicBezTo>
                    <a:pt x="38880" y="78307"/>
                    <a:pt x="38880" y="78307"/>
                    <a:pt x="38905" y="78282"/>
                  </a:cubicBezTo>
                  <a:close/>
                  <a:moveTo>
                    <a:pt x="97200" y="81045"/>
                  </a:moveTo>
                  <a:cubicBezTo>
                    <a:pt x="97929" y="81267"/>
                    <a:pt x="98556" y="81378"/>
                    <a:pt x="99058" y="81378"/>
                  </a:cubicBezTo>
                  <a:cubicBezTo>
                    <a:pt x="99344" y="81378"/>
                    <a:pt x="99590" y="81342"/>
                    <a:pt x="99789" y="81269"/>
                  </a:cubicBezTo>
                  <a:lnTo>
                    <a:pt x="99789" y="81269"/>
                  </a:lnTo>
                  <a:cubicBezTo>
                    <a:pt x="99764" y="81294"/>
                    <a:pt x="99739" y="81344"/>
                    <a:pt x="99739" y="81369"/>
                  </a:cubicBezTo>
                  <a:cubicBezTo>
                    <a:pt x="99554" y="81415"/>
                    <a:pt x="99343" y="81438"/>
                    <a:pt x="99106" y="81438"/>
                  </a:cubicBezTo>
                  <a:cubicBezTo>
                    <a:pt x="98578" y="81438"/>
                    <a:pt x="97924" y="81326"/>
                    <a:pt x="97150" y="81120"/>
                  </a:cubicBezTo>
                  <a:lnTo>
                    <a:pt x="97200" y="81045"/>
                  </a:lnTo>
                  <a:close/>
                  <a:moveTo>
                    <a:pt x="43560" y="78034"/>
                  </a:moveTo>
                  <a:cubicBezTo>
                    <a:pt x="43560" y="78058"/>
                    <a:pt x="43609" y="78058"/>
                    <a:pt x="43609" y="78108"/>
                  </a:cubicBezTo>
                  <a:cubicBezTo>
                    <a:pt x="42265" y="79627"/>
                    <a:pt x="40299" y="80772"/>
                    <a:pt x="37810" y="81518"/>
                  </a:cubicBezTo>
                  <a:cubicBezTo>
                    <a:pt x="37785" y="81493"/>
                    <a:pt x="37785" y="81468"/>
                    <a:pt x="37810" y="81419"/>
                  </a:cubicBezTo>
                  <a:cubicBezTo>
                    <a:pt x="40274" y="80722"/>
                    <a:pt x="42215" y="79527"/>
                    <a:pt x="43560" y="78034"/>
                  </a:cubicBezTo>
                  <a:close/>
                  <a:moveTo>
                    <a:pt x="99988" y="81518"/>
                  </a:moveTo>
                  <a:cubicBezTo>
                    <a:pt x="99938" y="81554"/>
                    <a:pt x="99893" y="81589"/>
                    <a:pt x="99851" y="81624"/>
                  </a:cubicBezTo>
                  <a:lnTo>
                    <a:pt x="99851" y="81624"/>
                  </a:lnTo>
                  <a:cubicBezTo>
                    <a:pt x="99880" y="81589"/>
                    <a:pt x="99909" y="81554"/>
                    <a:pt x="99938" y="81518"/>
                  </a:cubicBezTo>
                  <a:close/>
                  <a:moveTo>
                    <a:pt x="27455" y="81269"/>
                  </a:moveTo>
                  <a:cubicBezTo>
                    <a:pt x="27380" y="81419"/>
                    <a:pt x="27331" y="81618"/>
                    <a:pt x="27256" y="81767"/>
                  </a:cubicBezTo>
                  <a:cubicBezTo>
                    <a:pt x="26559" y="81668"/>
                    <a:pt x="25837" y="81518"/>
                    <a:pt x="25115" y="81394"/>
                  </a:cubicBezTo>
                  <a:cubicBezTo>
                    <a:pt x="25638" y="81394"/>
                    <a:pt x="26136" y="81369"/>
                    <a:pt x="26683" y="81344"/>
                  </a:cubicBezTo>
                  <a:cubicBezTo>
                    <a:pt x="26808" y="81344"/>
                    <a:pt x="26957" y="81294"/>
                    <a:pt x="27082" y="81294"/>
                  </a:cubicBezTo>
                  <a:cubicBezTo>
                    <a:pt x="27206" y="81294"/>
                    <a:pt x="27331" y="81269"/>
                    <a:pt x="27455" y="81269"/>
                  </a:cubicBezTo>
                  <a:close/>
                  <a:moveTo>
                    <a:pt x="27704" y="81244"/>
                  </a:moveTo>
                  <a:cubicBezTo>
                    <a:pt x="27629" y="81419"/>
                    <a:pt x="27580" y="81618"/>
                    <a:pt x="27480" y="81792"/>
                  </a:cubicBezTo>
                  <a:lnTo>
                    <a:pt x="27455" y="81792"/>
                  </a:lnTo>
                  <a:lnTo>
                    <a:pt x="27629" y="81244"/>
                  </a:lnTo>
                  <a:close/>
                  <a:moveTo>
                    <a:pt x="23871" y="81344"/>
                  </a:moveTo>
                  <a:cubicBezTo>
                    <a:pt x="23970" y="81369"/>
                    <a:pt x="24095" y="81369"/>
                    <a:pt x="24194" y="81369"/>
                  </a:cubicBezTo>
                  <a:cubicBezTo>
                    <a:pt x="25190" y="81618"/>
                    <a:pt x="26211" y="81767"/>
                    <a:pt x="27206" y="81916"/>
                  </a:cubicBezTo>
                  <a:cubicBezTo>
                    <a:pt x="27206" y="81966"/>
                    <a:pt x="27181" y="81966"/>
                    <a:pt x="27181" y="81991"/>
                  </a:cubicBezTo>
                  <a:cubicBezTo>
                    <a:pt x="26086" y="81842"/>
                    <a:pt x="24966" y="81618"/>
                    <a:pt x="23871" y="81344"/>
                  </a:cubicBezTo>
                  <a:close/>
                  <a:moveTo>
                    <a:pt x="27455" y="81966"/>
                  </a:moveTo>
                  <a:cubicBezTo>
                    <a:pt x="27455" y="81991"/>
                    <a:pt x="27455" y="81991"/>
                    <a:pt x="27405" y="82016"/>
                  </a:cubicBezTo>
                  <a:lnTo>
                    <a:pt x="27355" y="82016"/>
                  </a:lnTo>
                  <a:cubicBezTo>
                    <a:pt x="27355" y="82016"/>
                    <a:pt x="27380" y="81991"/>
                    <a:pt x="27380" y="81966"/>
                  </a:cubicBezTo>
                  <a:close/>
                  <a:moveTo>
                    <a:pt x="33423" y="80140"/>
                  </a:moveTo>
                  <a:lnTo>
                    <a:pt x="33423" y="80140"/>
                  </a:lnTo>
                  <a:cubicBezTo>
                    <a:pt x="33202" y="80757"/>
                    <a:pt x="33029" y="81374"/>
                    <a:pt x="32856" y="82016"/>
                  </a:cubicBezTo>
                  <a:lnTo>
                    <a:pt x="32807" y="82016"/>
                  </a:lnTo>
                  <a:cubicBezTo>
                    <a:pt x="32981" y="81394"/>
                    <a:pt x="33155" y="80772"/>
                    <a:pt x="33354" y="80149"/>
                  </a:cubicBezTo>
                  <a:cubicBezTo>
                    <a:pt x="33391" y="80149"/>
                    <a:pt x="33414" y="80149"/>
                    <a:pt x="33423" y="80140"/>
                  </a:cubicBezTo>
                  <a:close/>
                  <a:moveTo>
                    <a:pt x="38532" y="78382"/>
                  </a:moveTo>
                  <a:lnTo>
                    <a:pt x="38532" y="78382"/>
                  </a:lnTo>
                  <a:cubicBezTo>
                    <a:pt x="38084" y="79378"/>
                    <a:pt x="37685" y="80348"/>
                    <a:pt x="37337" y="81344"/>
                  </a:cubicBezTo>
                  <a:cubicBezTo>
                    <a:pt x="36018" y="81742"/>
                    <a:pt x="34574" y="81916"/>
                    <a:pt x="33080" y="82016"/>
                  </a:cubicBezTo>
                  <a:cubicBezTo>
                    <a:pt x="33230" y="81369"/>
                    <a:pt x="33429" y="80672"/>
                    <a:pt x="33678" y="80050"/>
                  </a:cubicBezTo>
                  <a:lnTo>
                    <a:pt x="34051" y="79950"/>
                  </a:lnTo>
                  <a:cubicBezTo>
                    <a:pt x="34225" y="79900"/>
                    <a:pt x="34425" y="79875"/>
                    <a:pt x="34574" y="79801"/>
                  </a:cubicBezTo>
                  <a:lnTo>
                    <a:pt x="35694" y="79427"/>
                  </a:lnTo>
                  <a:cubicBezTo>
                    <a:pt x="35918" y="79378"/>
                    <a:pt x="36142" y="79303"/>
                    <a:pt x="36316" y="79203"/>
                  </a:cubicBezTo>
                  <a:cubicBezTo>
                    <a:pt x="36665" y="79104"/>
                    <a:pt x="36988" y="78954"/>
                    <a:pt x="37387" y="78855"/>
                  </a:cubicBezTo>
                  <a:cubicBezTo>
                    <a:pt x="37636" y="78755"/>
                    <a:pt x="37835" y="78656"/>
                    <a:pt x="38084" y="78556"/>
                  </a:cubicBezTo>
                  <a:cubicBezTo>
                    <a:pt x="38258" y="78506"/>
                    <a:pt x="38382" y="78432"/>
                    <a:pt x="38532" y="78382"/>
                  </a:cubicBezTo>
                  <a:close/>
                  <a:moveTo>
                    <a:pt x="33105" y="80199"/>
                  </a:moveTo>
                  <a:lnTo>
                    <a:pt x="33105" y="80199"/>
                  </a:lnTo>
                  <a:cubicBezTo>
                    <a:pt x="32931" y="80796"/>
                    <a:pt x="32732" y="81419"/>
                    <a:pt x="32583" y="82041"/>
                  </a:cubicBezTo>
                  <a:cubicBezTo>
                    <a:pt x="32188" y="82060"/>
                    <a:pt x="31786" y="82069"/>
                    <a:pt x="31378" y="82069"/>
                  </a:cubicBezTo>
                  <a:cubicBezTo>
                    <a:pt x="30187" y="82069"/>
                    <a:pt x="28946" y="81990"/>
                    <a:pt x="27704" y="81842"/>
                  </a:cubicBezTo>
                  <a:cubicBezTo>
                    <a:pt x="27754" y="81618"/>
                    <a:pt x="27853" y="81419"/>
                    <a:pt x="27903" y="81220"/>
                  </a:cubicBezTo>
                  <a:cubicBezTo>
                    <a:pt x="28227" y="81170"/>
                    <a:pt x="28525" y="81120"/>
                    <a:pt x="28824" y="81095"/>
                  </a:cubicBezTo>
                  <a:cubicBezTo>
                    <a:pt x="28874" y="81095"/>
                    <a:pt x="28973" y="81045"/>
                    <a:pt x="29023" y="81045"/>
                  </a:cubicBezTo>
                  <a:cubicBezTo>
                    <a:pt x="29123" y="81045"/>
                    <a:pt x="29197" y="81020"/>
                    <a:pt x="29272" y="81020"/>
                  </a:cubicBezTo>
                  <a:cubicBezTo>
                    <a:pt x="29347" y="81020"/>
                    <a:pt x="29446" y="80996"/>
                    <a:pt x="29496" y="80996"/>
                  </a:cubicBezTo>
                  <a:cubicBezTo>
                    <a:pt x="29944" y="80921"/>
                    <a:pt x="30367" y="80821"/>
                    <a:pt x="30815" y="80747"/>
                  </a:cubicBezTo>
                  <a:cubicBezTo>
                    <a:pt x="30940" y="80697"/>
                    <a:pt x="31014" y="80697"/>
                    <a:pt x="31139" y="80672"/>
                  </a:cubicBezTo>
                  <a:cubicBezTo>
                    <a:pt x="31562" y="80572"/>
                    <a:pt x="31985" y="80498"/>
                    <a:pt x="32384" y="80398"/>
                  </a:cubicBezTo>
                  <a:cubicBezTo>
                    <a:pt x="32558" y="80373"/>
                    <a:pt x="32707" y="80348"/>
                    <a:pt x="32832" y="80299"/>
                  </a:cubicBezTo>
                  <a:lnTo>
                    <a:pt x="33105" y="80199"/>
                  </a:lnTo>
                  <a:close/>
                  <a:moveTo>
                    <a:pt x="32832" y="82240"/>
                  </a:moveTo>
                  <a:cubicBezTo>
                    <a:pt x="32832" y="82265"/>
                    <a:pt x="32832" y="82290"/>
                    <a:pt x="32807" y="82290"/>
                  </a:cubicBezTo>
                  <a:lnTo>
                    <a:pt x="32732" y="82290"/>
                  </a:lnTo>
                  <a:cubicBezTo>
                    <a:pt x="32782" y="82265"/>
                    <a:pt x="32782" y="82265"/>
                    <a:pt x="32782" y="82240"/>
                  </a:cubicBezTo>
                  <a:close/>
                  <a:moveTo>
                    <a:pt x="37287" y="81593"/>
                  </a:moveTo>
                  <a:cubicBezTo>
                    <a:pt x="37287" y="81618"/>
                    <a:pt x="37262" y="81643"/>
                    <a:pt x="37262" y="81643"/>
                  </a:cubicBezTo>
                  <a:cubicBezTo>
                    <a:pt x="35943" y="81991"/>
                    <a:pt x="34524" y="82215"/>
                    <a:pt x="33031" y="82290"/>
                  </a:cubicBezTo>
                  <a:cubicBezTo>
                    <a:pt x="33031" y="82265"/>
                    <a:pt x="33031" y="82240"/>
                    <a:pt x="33056" y="82215"/>
                  </a:cubicBezTo>
                  <a:cubicBezTo>
                    <a:pt x="34524" y="82116"/>
                    <a:pt x="35943" y="81916"/>
                    <a:pt x="37287" y="81593"/>
                  </a:cubicBezTo>
                  <a:close/>
                  <a:moveTo>
                    <a:pt x="27629" y="82016"/>
                  </a:moveTo>
                  <a:cubicBezTo>
                    <a:pt x="28990" y="82196"/>
                    <a:pt x="30334" y="82280"/>
                    <a:pt x="31637" y="82280"/>
                  </a:cubicBezTo>
                  <a:cubicBezTo>
                    <a:pt x="31955" y="82280"/>
                    <a:pt x="32270" y="82275"/>
                    <a:pt x="32583" y="82265"/>
                  </a:cubicBezTo>
                  <a:lnTo>
                    <a:pt x="32583" y="82315"/>
                  </a:lnTo>
                  <a:cubicBezTo>
                    <a:pt x="32234" y="82315"/>
                    <a:pt x="31911" y="82365"/>
                    <a:pt x="31562" y="82365"/>
                  </a:cubicBezTo>
                  <a:cubicBezTo>
                    <a:pt x="30243" y="82365"/>
                    <a:pt x="28949" y="82265"/>
                    <a:pt x="27604" y="82091"/>
                  </a:cubicBezTo>
                  <a:cubicBezTo>
                    <a:pt x="27604" y="82041"/>
                    <a:pt x="27629" y="82016"/>
                    <a:pt x="27629" y="82016"/>
                  </a:cubicBezTo>
                  <a:close/>
                  <a:moveTo>
                    <a:pt x="52471" y="76963"/>
                  </a:moveTo>
                  <a:cubicBezTo>
                    <a:pt x="53118" y="77660"/>
                    <a:pt x="53715" y="78407"/>
                    <a:pt x="54313" y="79178"/>
                  </a:cubicBezTo>
                  <a:cubicBezTo>
                    <a:pt x="52371" y="80498"/>
                    <a:pt x="50454" y="81742"/>
                    <a:pt x="48513" y="82813"/>
                  </a:cubicBezTo>
                  <a:cubicBezTo>
                    <a:pt x="47741" y="80796"/>
                    <a:pt x="46646" y="78905"/>
                    <a:pt x="45227" y="77287"/>
                  </a:cubicBezTo>
                  <a:lnTo>
                    <a:pt x="45252" y="77287"/>
                  </a:lnTo>
                  <a:cubicBezTo>
                    <a:pt x="45302" y="77287"/>
                    <a:pt x="45352" y="77312"/>
                    <a:pt x="45402" y="77312"/>
                  </a:cubicBezTo>
                  <a:cubicBezTo>
                    <a:pt x="45426" y="77312"/>
                    <a:pt x="45501" y="77361"/>
                    <a:pt x="45526" y="77361"/>
                  </a:cubicBezTo>
                  <a:cubicBezTo>
                    <a:pt x="45626" y="77386"/>
                    <a:pt x="45750" y="77386"/>
                    <a:pt x="45850" y="77411"/>
                  </a:cubicBezTo>
                  <a:cubicBezTo>
                    <a:pt x="46024" y="77436"/>
                    <a:pt x="46173" y="77486"/>
                    <a:pt x="46372" y="77511"/>
                  </a:cubicBezTo>
                  <a:cubicBezTo>
                    <a:pt x="46472" y="77511"/>
                    <a:pt x="46522" y="77536"/>
                    <a:pt x="46621" y="77536"/>
                  </a:cubicBezTo>
                  <a:lnTo>
                    <a:pt x="46870" y="77536"/>
                  </a:lnTo>
                  <a:cubicBezTo>
                    <a:pt x="47194" y="77561"/>
                    <a:pt x="47542" y="77610"/>
                    <a:pt x="47891" y="77610"/>
                  </a:cubicBezTo>
                  <a:lnTo>
                    <a:pt x="47990" y="77610"/>
                  </a:lnTo>
                  <a:cubicBezTo>
                    <a:pt x="48239" y="77610"/>
                    <a:pt x="48488" y="77610"/>
                    <a:pt x="48762" y="77561"/>
                  </a:cubicBezTo>
                  <a:cubicBezTo>
                    <a:pt x="48861" y="77561"/>
                    <a:pt x="48936" y="77536"/>
                    <a:pt x="49061" y="77536"/>
                  </a:cubicBezTo>
                  <a:cubicBezTo>
                    <a:pt x="49160" y="77536"/>
                    <a:pt x="49235" y="77536"/>
                    <a:pt x="49334" y="77511"/>
                  </a:cubicBezTo>
                  <a:cubicBezTo>
                    <a:pt x="49409" y="77511"/>
                    <a:pt x="49509" y="77511"/>
                    <a:pt x="49608" y="77461"/>
                  </a:cubicBezTo>
                  <a:cubicBezTo>
                    <a:pt x="49782" y="77436"/>
                    <a:pt x="49982" y="77411"/>
                    <a:pt x="50156" y="77411"/>
                  </a:cubicBezTo>
                  <a:cubicBezTo>
                    <a:pt x="50255" y="77411"/>
                    <a:pt x="50355" y="77386"/>
                    <a:pt x="50479" y="77386"/>
                  </a:cubicBezTo>
                  <a:cubicBezTo>
                    <a:pt x="50504" y="77386"/>
                    <a:pt x="50579" y="77337"/>
                    <a:pt x="50604" y="77337"/>
                  </a:cubicBezTo>
                  <a:lnTo>
                    <a:pt x="51077" y="77262"/>
                  </a:lnTo>
                  <a:cubicBezTo>
                    <a:pt x="51151" y="77262"/>
                    <a:pt x="51226" y="77212"/>
                    <a:pt x="51326" y="77212"/>
                  </a:cubicBezTo>
                  <a:lnTo>
                    <a:pt x="51351" y="77212"/>
                  </a:lnTo>
                  <a:cubicBezTo>
                    <a:pt x="51400" y="77212"/>
                    <a:pt x="51475" y="77187"/>
                    <a:pt x="51525" y="77187"/>
                  </a:cubicBezTo>
                  <a:cubicBezTo>
                    <a:pt x="51699" y="77162"/>
                    <a:pt x="51873" y="77137"/>
                    <a:pt x="52023" y="77063"/>
                  </a:cubicBezTo>
                  <a:cubicBezTo>
                    <a:pt x="52097" y="77038"/>
                    <a:pt x="52147" y="77038"/>
                    <a:pt x="52222" y="77038"/>
                  </a:cubicBezTo>
                  <a:cubicBezTo>
                    <a:pt x="52321" y="77013"/>
                    <a:pt x="52371" y="77013"/>
                    <a:pt x="52471" y="76963"/>
                  </a:cubicBezTo>
                  <a:close/>
                  <a:moveTo>
                    <a:pt x="44779" y="77162"/>
                  </a:moveTo>
                  <a:cubicBezTo>
                    <a:pt x="44804" y="77162"/>
                    <a:pt x="44804" y="77162"/>
                    <a:pt x="44854" y="77187"/>
                  </a:cubicBezTo>
                  <a:cubicBezTo>
                    <a:pt x="46372" y="78880"/>
                    <a:pt x="47542" y="80796"/>
                    <a:pt x="48364" y="82962"/>
                  </a:cubicBezTo>
                  <a:cubicBezTo>
                    <a:pt x="48339" y="82962"/>
                    <a:pt x="48339" y="82987"/>
                    <a:pt x="48289" y="82987"/>
                  </a:cubicBezTo>
                  <a:cubicBezTo>
                    <a:pt x="47492" y="80846"/>
                    <a:pt x="46298" y="78880"/>
                    <a:pt x="44779" y="77162"/>
                  </a:cubicBezTo>
                  <a:close/>
                  <a:moveTo>
                    <a:pt x="54462" y="79353"/>
                  </a:moveTo>
                  <a:lnTo>
                    <a:pt x="54487" y="79378"/>
                  </a:lnTo>
                  <a:cubicBezTo>
                    <a:pt x="52520" y="80722"/>
                    <a:pt x="50604" y="81916"/>
                    <a:pt x="48637" y="83037"/>
                  </a:cubicBezTo>
                  <a:cubicBezTo>
                    <a:pt x="48637" y="83012"/>
                    <a:pt x="48637" y="83012"/>
                    <a:pt x="48613" y="82987"/>
                  </a:cubicBezTo>
                  <a:cubicBezTo>
                    <a:pt x="50529" y="81892"/>
                    <a:pt x="52496" y="80647"/>
                    <a:pt x="54462" y="79353"/>
                  </a:cubicBezTo>
                  <a:close/>
                  <a:moveTo>
                    <a:pt x="48463" y="83111"/>
                  </a:moveTo>
                  <a:cubicBezTo>
                    <a:pt x="48463" y="83136"/>
                    <a:pt x="48463" y="83136"/>
                    <a:pt x="48488" y="83161"/>
                  </a:cubicBezTo>
                  <a:cubicBezTo>
                    <a:pt x="48463" y="83161"/>
                    <a:pt x="48413" y="83161"/>
                    <a:pt x="48413" y="83211"/>
                  </a:cubicBezTo>
                  <a:cubicBezTo>
                    <a:pt x="48413" y="83161"/>
                    <a:pt x="48413" y="83161"/>
                    <a:pt x="48388" y="83136"/>
                  </a:cubicBezTo>
                  <a:cubicBezTo>
                    <a:pt x="48413" y="83136"/>
                    <a:pt x="48413" y="83111"/>
                    <a:pt x="48463" y="83111"/>
                  </a:cubicBezTo>
                  <a:close/>
                  <a:moveTo>
                    <a:pt x="44406" y="79054"/>
                  </a:moveTo>
                  <a:cubicBezTo>
                    <a:pt x="44406" y="79104"/>
                    <a:pt x="44431" y="79104"/>
                    <a:pt x="44431" y="79129"/>
                  </a:cubicBezTo>
                  <a:cubicBezTo>
                    <a:pt x="44655" y="79527"/>
                    <a:pt x="44854" y="79925"/>
                    <a:pt x="45003" y="80348"/>
                  </a:cubicBezTo>
                  <a:cubicBezTo>
                    <a:pt x="45028" y="80423"/>
                    <a:pt x="45053" y="80523"/>
                    <a:pt x="45128" y="80622"/>
                  </a:cubicBezTo>
                  <a:cubicBezTo>
                    <a:pt x="45302" y="81045"/>
                    <a:pt x="45476" y="81518"/>
                    <a:pt x="45601" y="81966"/>
                  </a:cubicBezTo>
                  <a:cubicBezTo>
                    <a:pt x="45601" y="81991"/>
                    <a:pt x="45601" y="81991"/>
                    <a:pt x="45626" y="82016"/>
                  </a:cubicBezTo>
                  <a:cubicBezTo>
                    <a:pt x="45750" y="82414"/>
                    <a:pt x="45825" y="82862"/>
                    <a:pt x="45924" y="83261"/>
                  </a:cubicBezTo>
                  <a:cubicBezTo>
                    <a:pt x="45302" y="82464"/>
                    <a:pt x="44879" y="81518"/>
                    <a:pt x="44605" y="80448"/>
                  </a:cubicBezTo>
                  <a:cubicBezTo>
                    <a:pt x="44605" y="80423"/>
                    <a:pt x="44555" y="80373"/>
                    <a:pt x="44555" y="80348"/>
                  </a:cubicBezTo>
                  <a:lnTo>
                    <a:pt x="44481" y="79875"/>
                  </a:lnTo>
                  <a:cubicBezTo>
                    <a:pt x="44431" y="79676"/>
                    <a:pt x="44406" y="79502"/>
                    <a:pt x="44381" y="79353"/>
                  </a:cubicBezTo>
                  <a:cubicBezTo>
                    <a:pt x="44381" y="79253"/>
                    <a:pt x="44381" y="79154"/>
                    <a:pt x="44406" y="79054"/>
                  </a:cubicBezTo>
                  <a:close/>
                  <a:moveTo>
                    <a:pt x="7567" y="72956"/>
                  </a:moveTo>
                  <a:lnTo>
                    <a:pt x="7567" y="72956"/>
                  </a:lnTo>
                  <a:cubicBezTo>
                    <a:pt x="6298" y="76565"/>
                    <a:pt x="5402" y="80050"/>
                    <a:pt x="4904" y="83385"/>
                  </a:cubicBezTo>
                  <a:cubicBezTo>
                    <a:pt x="4107" y="82041"/>
                    <a:pt x="3485" y="80597"/>
                    <a:pt x="3087" y="78979"/>
                  </a:cubicBezTo>
                  <a:cubicBezTo>
                    <a:pt x="4057" y="76938"/>
                    <a:pt x="5426" y="75022"/>
                    <a:pt x="7169" y="73329"/>
                  </a:cubicBezTo>
                  <a:cubicBezTo>
                    <a:pt x="7318" y="73180"/>
                    <a:pt x="7443" y="73080"/>
                    <a:pt x="7567" y="72956"/>
                  </a:cubicBezTo>
                  <a:close/>
                  <a:moveTo>
                    <a:pt x="16677" y="79751"/>
                  </a:moveTo>
                  <a:cubicBezTo>
                    <a:pt x="16777" y="79776"/>
                    <a:pt x="16876" y="79851"/>
                    <a:pt x="16976" y="79900"/>
                  </a:cubicBezTo>
                  <a:cubicBezTo>
                    <a:pt x="17100" y="79975"/>
                    <a:pt x="17250" y="80025"/>
                    <a:pt x="17374" y="80050"/>
                  </a:cubicBezTo>
                  <a:cubicBezTo>
                    <a:pt x="17499" y="80124"/>
                    <a:pt x="17623" y="80149"/>
                    <a:pt x="17748" y="80224"/>
                  </a:cubicBezTo>
                  <a:cubicBezTo>
                    <a:pt x="16901" y="81294"/>
                    <a:pt x="16130" y="82464"/>
                    <a:pt x="15482" y="83634"/>
                  </a:cubicBezTo>
                  <a:cubicBezTo>
                    <a:pt x="15806" y="82365"/>
                    <a:pt x="16229" y="81045"/>
                    <a:pt x="16677" y="79751"/>
                  </a:cubicBezTo>
                  <a:close/>
                  <a:moveTo>
                    <a:pt x="46118" y="83555"/>
                  </a:moveTo>
                  <a:cubicBezTo>
                    <a:pt x="46128" y="83612"/>
                    <a:pt x="46138" y="83669"/>
                    <a:pt x="46147" y="83726"/>
                  </a:cubicBezTo>
                  <a:lnTo>
                    <a:pt x="46147" y="83726"/>
                  </a:lnTo>
                  <a:cubicBezTo>
                    <a:pt x="46145" y="83719"/>
                    <a:pt x="46139" y="83709"/>
                    <a:pt x="46123" y="83709"/>
                  </a:cubicBezTo>
                  <a:lnTo>
                    <a:pt x="46099" y="83659"/>
                  </a:lnTo>
                  <a:cubicBezTo>
                    <a:pt x="46107" y="83623"/>
                    <a:pt x="46114" y="83589"/>
                    <a:pt x="46118" y="83555"/>
                  </a:cubicBezTo>
                  <a:close/>
                  <a:moveTo>
                    <a:pt x="7816" y="72831"/>
                  </a:moveTo>
                  <a:lnTo>
                    <a:pt x="7841" y="72881"/>
                  </a:lnTo>
                  <a:cubicBezTo>
                    <a:pt x="6472" y="76640"/>
                    <a:pt x="5551" y="80274"/>
                    <a:pt x="5053" y="83734"/>
                  </a:cubicBezTo>
                  <a:cubicBezTo>
                    <a:pt x="5053" y="83709"/>
                    <a:pt x="5053" y="83659"/>
                    <a:pt x="5028" y="83634"/>
                  </a:cubicBezTo>
                  <a:cubicBezTo>
                    <a:pt x="5103" y="82962"/>
                    <a:pt x="5227" y="82240"/>
                    <a:pt x="5352" y="81543"/>
                  </a:cubicBezTo>
                  <a:lnTo>
                    <a:pt x="5352" y="81518"/>
                  </a:lnTo>
                  <a:cubicBezTo>
                    <a:pt x="5924" y="78730"/>
                    <a:pt x="6721" y="75793"/>
                    <a:pt x="7816" y="72831"/>
                  </a:cubicBezTo>
                  <a:close/>
                  <a:moveTo>
                    <a:pt x="44680" y="81294"/>
                  </a:moveTo>
                  <a:cubicBezTo>
                    <a:pt x="45003" y="82165"/>
                    <a:pt x="45476" y="82987"/>
                    <a:pt x="46024" y="83634"/>
                  </a:cubicBezTo>
                  <a:cubicBezTo>
                    <a:pt x="46024" y="83658"/>
                    <a:pt x="46024" y="83729"/>
                    <a:pt x="46047" y="83756"/>
                  </a:cubicBezTo>
                  <a:lnTo>
                    <a:pt x="46047" y="83756"/>
                  </a:lnTo>
                  <a:cubicBezTo>
                    <a:pt x="45475" y="83134"/>
                    <a:pt x="45028" y="82413"/>
                    <a:pt x="44729" y="81593"/>
                  </a:cubicBezTo>
                  <a:cubicBezTo>
                    <a:pt x="44729" y="81493"/>
                    <a:pt x="44680" y="81394"/>
                    <a:pt x="44680" y="81294"/>
                  </a:cubicBezTo>
                  <a:close/>
                  <a:moveTo>
                    <a:pt x="2937" y="79203"/>
                  </a:moveTo>
                  <a:cubicBezTo>
                    <a:pt x="3385" y="80821"/>
                    <a:pt x="4033" y="82315"/>
                    <a:pt x="4829" y="83659"/>
                  </a:cubicBezTo>
                  <a:cubicBezTo>
                    <a:pt x="4829" y="83709"/>
                    <a:pt x="4829" y="83734"/>
                    <a:pt x="4804" y="83758"/>
                  </a:cubicBezTo>
                  <a:cubicBezTo>
                    <a:pt x="3983" y="82414"/>
                    <a:pt x="3336" y="80921"/>
                    <a:pt x="2863" y="79278"/>
                  </a:cubicBezTo>
                  <a:cubicBezTo>
                    <a:pt x="2912" y="79278"/>
                    <a:pt x="2937" y="79253"/>
                    <a:pt x="2937" y="79203"/>
                  </a:cubicBezTo>
                  <a:close/>
                  <a:moveTo>
                    <a:pt x="44754" y="77386"/>
                  </a:moveTo>
                  <a:cubicBezTo>
                    <a:pt x="46248" y="79029"/>
                    <a:pt x="47393" y="80921"/>
                    <a:pt x="48164" y="83037"/>
                  </a:cubicBezTo>
                  <a:cubicBezTo>
                    <a:pt x="47617" y="83360"/>
                    <a:pt x="47094" y="83659"/>
                    <a:pt x="46522" y="83958"/>
                  </a:cubicBezTo>
                  <a:lnTo>
                    <a:pt x="46497" y="83908"/>
                  </a:lnTo>
                  <a:cubicBezTo>
                    <a:pt x="46472" y="83833"/>
                    <a:pt x="46472" y="83734"/>
                    <a:pt x="46422" y="83634"/>
                  </a:cubicBezTo>
                  <a:cubicBezTo>
                    <a:pt x="46372" y="83385"/>
                    <a:pt x="46347" y="83111"/>
                    <a:pt x="46273" y="82862"/>
                  </a:cubicBezTo>
                  <a:cubicBezTo>
                    <a:pt x="46223" y="82613"/>
                    <a:pt x="46148" y="82389"/>
                    <a:pt x="46099" y="82165"/>
                  </a:cubicBezTo>
                  <a:cubicBezTo>
                    <a:pt x="45999" y="81867"/>
                    <a:pt x="45899" y="81518"/>
                    <a:pt x="45800" y="81220"/>
                  </a:cubicBezTo>
                  <a:cubicBezTo>
                    <a:pt x="45750" y="81020"/>
                    <a:pt x="45650" y="80796"/>
                    <a:pt x="45601" y="80622"/>
                  </a:cubicBezTo>
                  <a:cubicBezTo>
                    <a:pt x="45476" y="80274"/>
                    <a:pt x="45352" y="79975"/>
                    <a:pt x="45178" y="79627"/>
                  </a:cubicBezTo>
                  <a:cubicBezTo>
                    <a:pt x="45103" y="79427"/>
                    <a:pt x="45003" y="79253"/>
                    <a:pt x="44904" y="79029"/>
                  </a:cubicBezTo>
                  <a:cubicBezTo>
                    <a:pt x="44779" y="78780"/>
                    <a:pt x="44680" y="78531"/>
                    <a:pt x="44530" y="78307"/>
                  </a:cubicBezTo>
                  <a:lnTo>
                    <a:pt x="44530" y="78258"/>
                  </a:lnTo>
                  <a:cubicBezTo>
                    <a:pt x="44530" y="78233"/>
                    <a:pt x="44555" y="78158"/>
                    <a:pt x="44555" y="78133"/>
                  </a:cubicBezTo>
                  <a:lnTo>
                    <a:pt x="44754" y="77386"/>
                  </a:lnTo>
                  <a:close/>
                  <a:moveTo>
                    <a:pt x="46248" y="83958"/>
                  </a:moveTo>
                  <a:lnTo>
                    <a:pt x="46273" y="83982"/>
                  </a:lnTo>
                  <a:lnTo>
                    <a:pt x="46273" y="84032"/>
                  </a:lnTo>
                  <a:lnTo>
                    <a:pt x="46248" y="84007"/>
                  </a:lnTo>
                  <a:cubicBezTo>
                    <a:pt x="46273" y="84007"/>
                    <a:pt x="46273" y="83982"/>
                    <a:pt x="46248" y="83958"/>
                  </a:cubicBezTo>
                  <a:close/>
                  <a:moveTo>
                    <a:pt x="4978" y="83908"/>
                  </a:moveTo>
                  <a:cubicBezTo>
                    <a:pt x="5028" y="83958"/>
                    <a:pt x="5028" y="83982"/>
                    <a:pt x="5053" y="84007"/>
                  </a:cubicBezTo>
                  <a:lnTo>
                    <a:pt x="5053" y="84107"/>
                  </a:lnTo>
                  <a:cubicBezTo>
                    <a:pt x="5028" y="84082"/>
                    <a:pt x="5028" y="84032"/>
                    <a:pt x="4978" y="84032"/>
                  </a:cubicBezTo>
                  <a:lnTo>
                    <a:pt x="4978" y="83908"/>
                  </a:lnTo>
                  <a:close/>
                  <a:moveTo>
                    <a:pt x="48239" y="83261"/>
                  </a:moveTo>
                  <a:lnTo>
                    <a:pt x="48239" y="83286"/>
                  </a:lnTo>
                  <a:cubicBezTo>
                    <a:pt x="47741" y="83559"/>
                    <a:pt x="47194" y="83883"/>
                    <a:pt x="46721" y="84157"/>
                  </a:cubicBezTo>
                  <a:lnTo>
                    <a:pt x="46671" y="84132"/>
                  </a:lnTo>
                  <a:cubicBezTo>
                    <a:pt x="47194" y="83858"/>
                    <a:pt x="47716" y="83559"/>
                    <a:pt x="48239" y="83261"/>
                  </a:cubicBezTo>
                  <a:close/>
                  <a:moveTo>
                    <a:pt x="16478" y="79627"/>
                  </a:moveTo>
                  <a:cubicBezTo>
                    <a:pt x="16503" y="79627"/>
                    <a:pt x="16503" y="79651"/>
                    <a:pt x="16528" y="79651"/>
                  </a:cubicBezTo>
                  <a:cubicBezTo>
                    <a:pt x="15980" y="81244"/>
                    <a:pt x="15507" y="82788"/>
                    <a:pt x="15109" y="84356"/>
                  </a:cubicBezTo>
                  <a:cubicBezTo>
                    <a:pt x="15059" y="84455"/>
                    <a:pt x="15010" y="84505"/>
                    <a:pt x="14985" y="84605"/>
                  </a:cubicBezTo>
                  <a:cubicBezTo>
                    <a:pt x="15383" y="82987"/>
                    <a:pt x="15881" y="81344"/>
                    <a:pt x="16478" y="79627"/>
                  </a:cubicBezTo>
                  <a:close/>
                  <a:moveTo>
                    <a:pt x="17897" y="80274"/>
                  </a:moveTo>
                  <a:cubicBezTo>
                    <a:pt x="17922" y="80274"/>
                    <a:pt x="17922" y="80299"/>
                    <a:pt x="17972" y="80299"/>
                  </a:cubicBezTo>
                  <a:cubicBezTo>
                    <a:pt x="16876" y="81717"/>
                    <a:pt x="15930" y="83211"/>
                    <a:pt x="15159" y="84754"/>
                  </a:cubicBezTo>
                  <a:cubicBezTo>
                    <a:pt x="15184" y="84655"/>
                    <a:pt x="15234" y="84580"/>
                    <a:pt x="15234" y="84480"/>
                  </a:cubicBezTo>
                  <a:cubicBezTo>
                    <a:pt x="16005" y="82987"/>
                    <a:pt x="16876" y="81593"/>
                    <a:pt x="17897" y="80274"/>
                  </a:cubicBezTo>
                  <a:close/>
                  <a:moveTo>
                    <a:pt x="63348" y="72831"/>
                  </a:moveTo>
                  <a:cubicBezTo>
                    <a:pt x="63522" y="73030"/>
                    <a:pt x="63697" y="73180"/>
                    <a:pt x="63846" y="73354"/>
                  </a:cubicBezTo>
                  <a:cubicBezTo>
                    <a:pt x="64070" y="73578"/>
                    <a:pt x="64269" y="73827"/>
                    <a:pt x="64468" y="74051"/>
                  </a:cubicBezTo>
                  <a:cubicBezTo>
                    <a:pt x="64717" y="74325"/>
                    <a:pt x="64966" y="74599"/>
                    <a:pt x="65190" y="74897"/>
                  </a:cubicBezTo>
                  <a:cubicBezTo>
                    <a:pt x="65290" y="75022"/>
                    <a:pt x="65389" y="75096"/>
                    <a:pt x="65464" y="75221"/>
                  </a:cubicBezTo>
                  <a:cubicBezTo>
                    <a:pt x="66783" y="76789"/>
                    <a:pt x="68052" y="78432"/>
                    <a:pt x="69297" y="80124"/>
                  </a:cubicBezTo>
                  <a:cubicBezTo>
                    <a:pt x="66310" y="82240"/>
                    <a:pt x="63273" y="83808"/>
                    <a:pt x="60411" y="84879"/>
                  </a:cubicBezTo>
                  <a:cubicBezTo>
                    <a:pt x="58942" y="82663"/>
                    <a:pt x="57573" y="80423"/>
                    <a:pt x="56379" y="78282"/>
                  </a:cubicBezTo>
                  <a:cubicBezTo>
                    <a:pt x="58793" y="76565"/>
                    <a:pt x="61108" y="74723"/>
                    <a:pt x="63348" y="72831"/>
                  </a:cubicBezTo>
                  <a:close/>
                  <a:moveTo>
                    <a:pt x="44729" y="82066"/>
                  </a:moveTo>
                  <a:cubicBezTo>
                    <a:pt x="45053" y="82862"/>
                    <a:pt x="45526" y="83534"/>
                    <a:pt x="46049" y="84107"/>
                  </a:cubicBezTo>
                  <a:lnTo>
                    <a:pt x="46049" y="84182"/>
                  </a:lnTo>
                  <a:cubicBezTo>
                    <a:pt x="45551" y="84480"/>
                    <a:pt x="45028" y="84729"/>
                    <a:pt x="44530" y="85003"/>
                  </a:cubicBezTo>
                  <a:cubicBezTo>
                    <a:pt x="44530" y="84978"/>
                    <a:pt x="44530" y="84953"/>
                    <a:pt x="44555" y="84903"/>
                  </a:cubicBezTo>
                  <a:cubicBezTo>
                    <a:pt x="44680" y="84032"/>
                    <a:pt x="44729" y="83211"/>
                    <a:pt x="44729" y="82365"/>
                  </a:cubicBezTo>
                  <a:lnTo>
                    <a:pt x="44729" y="82265"/>
                  </a:lnTo>
                  <a:lnTo>
                    <a:pt x="44729" y="82066"/>
                  </a:lnTo>
                  <a:close/>
                  <a:moveTo>
                    <a:pt x="56229" y="78407"/>
                  </a:moveTo>
                  <a:cubicBezTo>
                    <a:pt x="57374" y="80523"/>
                    <a:pt x="58743" y="82763"/>
                    <a:pt x="60237" y="84978"/>
                  </a:cubicBezTo>
                  <a:cubicBezTo>
                    <a:pt x="60212" y="84978"/>
                    <a:pt x="60212" y="84978"/>
                    <a:pt x="60187" y="85003"/>
                  </a:cubicBezTo>
                  <a:cubicBezTo>
                    <a:pt x="58718" y="82763"/>
                    <a:pt x="57349" y="80547"/>
                    <a:pt x="56204" y="78432"/>
                  </a:cubicBezTo>
                  <a:lnTo>
                    <a:pt x="56229" y="78407"/>
                  </a:lnTo>
                  <a:close/>
                  <a:moveTo>
                    <a:pt x="97624" y="84234"/>
                  </a:moveTo>
                  <a:cubicBezTo>
                    <a:pt x="97399" y="84491"/>
                    <a:pt x="97172" y="84749"/>
                    <a:pt x="96940" y="85010"/>
                  </a:cubicBezTo>
                  <a:lnTo>
                    <a:pt x="96940" y="85010"/>
                  </a:lnTo>
                  <a:cubicBezTo>
                    <a:pt x="97182" y="84723"/>
                    <a:pt x="97413" y="84456"/>
                    <a:pt x="97624" y="84234"/>
                  </a:cubicBezTo>
                  <a:close/>
                  <a:moveTo>
                    <a:pt x="69446" y="80274"/>
                  </a:moveTo>
                  <a:cubicBezTo>
                    <a:pt x="69446" y="80299"/>
                    <a:pt x="69446" y="80299"/>
                    <a:pt x="69496" y="80348"/>
                  </a:cubicBezTo>
                  <a:cubicBezTo>
                    <a:pt x="66534" y="82414"/>
                    <a:pt x="63473" y="84032"/>
                    <a:pt x="60585" y="85103"/>
                  </a:cubicBezTo>
                  <a:cubicBezTo>
                    <a:pt x="60585" y="85078"/>
                    <a:pt x="60560" y="85078"/>
                    <a:pt x="60560" y="85028"/>
                  </a:cubicBezTo>
                  <a:cubicBezTo>
                    <a:pt x="63423" y="83982"/>
                    <a:pt x="66459" y="82365"/>
                    <a:pt x="69446" y="80274"/>
                  </a:cubicBezTo>
                  <a:close/>
                  <a:moveTo>
                    <a:pt x="44428" y="81464"/>
                  </a:moveTo>
                  <a:cubicBezTo>
                    <a:pt x="44438" y="81506"/>
                    <a:pt x="44450" y="81557"/>
                    <a:pt x="44481" y="81618"/>
                  </a:cubicBezTo>
                  <a:cubicBezTo>
                    <a:pt x="44530" y="82788"/>
                    <a:pt x="44505" y="83982"/>
                    <a:pt x="44281" y="85152"/>
                  </a:cubicBezTo>
                  <a:cubicBezTo>
                    <a:pt x="44281" y="85152"/>
                    <a:pt x="44257" y="85152"/>
                    <a:pt x="44257" y="85177"/>
                  </a:cubicBezTo>
                  <a:cubicBezTo>
                    <a:pt x="44257" y="85103"/>
                    <a:pt x="44281" y="85003"/>
                    <a:pt x="44306" y="84903"/>
                  </a:cubicBezTo>
                  <a:cubicBezTo>
                    <a:pt x="44481" y="83958"/>
                    <a:pt x="44505" y="83012"/>
                    <a:pt x="44481" y="82116"/>
                  </a:cubicBezTo>
                  <a:lnTo>
                    <a:pt x="44481" y="81867"/>
                  </a:lnTo>
                  <a:cubicBezTo>
                    <a:pt x="44481" y="81767"/>
                    <a:pt x="44431" y="81643"/>
                    <a:pt x="44431" y="81543"/>
                  </a:cubicBezTo>
                  <a:cubicBezTo>
                    <a:pt x="44431" y="81520"/>
                    <a:pt x="44431" y="81490"/>
                    <a:pt x="44428" y="81464"/>
                  </a:cubicBezTo>
                  <a:close/>
                  <a:moveTo>
                    <a:pt x="60361" y="85127"/>
                  </a:moveTo>
                  <a:cubicBezTo>
                    <a:pt x="60361" y="85127"/>
                    <a:pt x="60411" y="85152"/>
                    <a:pt x="60411" y="85202"/>
                  </a:cubicBezTo>
                  <a:cubicBezTo>
                    <a:pt x="60361" y="85202"/>
                    <a:pt x="60361" y="85202"/>
                    <a:pt x="60336" y="85227"/>
                  </a:cubicBezTo>
                  <a:cubicBezTo>
                    <a:pt x="60336" y="85202"/>
                    <a:pt x="60311" y="85202"/>
                    <a:pt x="60311" y="85152"/>
                  </a:cubicBezTo>
                  <a:cubicBezTo>
                    <a:pt x="60336" y="85152"/>
                    <a:pt x="60336" y="85152"/>
                    <a:pt x="60361" y="85127"/>
                  </a:cubicBezTo>
                  <a:close/>
                  <a:moveTo>
                    <a:pt x="46123" y="84381"/>
                  </a:moveTo>
                  <a:lnTo>
                    <a:pt x="46123" y="84455"/>
                  </a:lnTo>
                  <a:cubicBezTo>
                    <a:pt x="45607" y="84726"/>
                    <a:pt x="45042" y="84996"/>
                    <a:pt x="44525" y="85267"/>
                  </a:cubicBezTo>
                  <a:lnTo>
                    <a:pt x="44525" y="85267"/>
                  </a:lnTo>
                  <a:cubicBezTo>
                    <a:pt x="44530" y="85257"/>
                    <a:pt x="44530" y="85242"/>
                    <a:pt x="44530" y="85227"/>
                  </a:cubicBezTo>
                  <a:lnTo>
                    <a:pt x="46123" y="84381"/>
                  </a:lnTo>
                  <a:close/>
                  <a:moveTo>
                    <a:pt x="1917" y="71537"/>
                  </a:moveTo>
                  <a:lnTo>
                    <a:pt x="1917" y="71537"/>
                  </a:lnTo>
                  <a:cubicBezTo>
                    <a:pt x="1792" y="74151"/>
                    <a:pt x="1991" y="76640"/>
                    <a:pt x="2589" y="78930"/>
                  </a:cubicBezTo>
                  <a:cubicBezTo>
                    <a:pt x="1867" y="80448"/>
                    <a:pt x="1369" y="82091"/>
                    <a:pt x="1120" y="83709"/>
                  </a:cubicBezTo>
                  <a:cubicBezTo>
                    <a:pt x="1095" y="83709"/>
                    <a:pt x="1095" y="83734"/>
                    <a:pt x="1095" y="83758"/>
                  </a:cubicBezTo>
                  <a:lnTo>
                    <a:pt x="996" y="84605"/>
                  </a:lnTo>
                  <a:lnTo>
                    <a:pt x="996" y="84704"/>
                  </a:lnTo>
                  <a:cubicBezTo>
                    <a:pt x="996" y="84804"/>
                    <a:pt x="971" y="84978"/>
                    <a:pt x="971" y="85103"/>
                  </a:cubicBezTo>
                  <a:cubicBezTo>
                    <a:pt x="971" y="85152"/>
                    <a:pt x="971" y="85252"/>
                    <a:pt x="946" y="85327"/>
                  </a:cubicBezTo>
                  <a:cubicBezTo>
                    <a:pt x="349" y="81120"/>
                    <a:pt x="722" y="76490"/>
                    <a:pt x="1917" y="71537"/>
                  </a:cubicBezTo>
                  <a:close/>
                  <a:moveTo>
                    <a:pt x="44281" y="85351"/>
                  </a:moveTo>
                  <a:lnTo>
                    <a:pt x="44281" y="85401"/>
                  </a:lnTo>
                  <a:lnTo>
                    <a:pt x="44257" y="85401"/>
                  </a:lnTo>
                  <a:cubicBezTo>
                    <a:pt x="44257" y="85401"/>
                    <a:pt x="44257" y="85376"/>
                    <a:pt x="44281" y="85351"/>
                  </a:cubicBezTo>
                  <a:close/>
                  <a:moveTo>
                    <a:pt x="48289" y="83460"/>
                  </a:moveTo>
                  <a:cubicBezTo>
                    <a:pt x="48538" y="84132"/>
                    <a:pt x="48762" y="84854"/>
                    <a:pt x="48911" y="85575"/>
                  </a:cubicBezTo>
                  <a:cubicBezTo>
                    <a:pt x="48140" y="85227"/>
                    <a:pt x="47418" y="84779"/>
                    <a:pt x="46845" y="84256"/>
                  </a:cubicBezTo>
                  <a:cubicBezTo>
                    <a:pt x="47343" y="84007"/>
                    <a:pt x="47841" y="83734"/>
                    <a:pt x="48289" y="83460"/>
                  </a:cubicBezTo>
                  <a:close/>
                  <a:moveTo>
                    <a:pt x="56055" y="78531"/>
                  </a:moveTo>
                  <a:cubicBezTo>
                    <a:pt x="57200" y="80647"/>
                    <a:pt x="58544" y="82862"/>
                    <a:pt x="60038" y="85078"/>
                  </a:cubicBezTo>
                  <a:cubicBezTo>
                    <a:pt x="59490" y="85252"/>
                    <a:pt x="58967" y="85451"/>
                    <a:pt x="58445" y="85575"/>
                  </a:cubicBezTo>
                  <a:cubicBezTo>
                    <a:pt x="57499" y="83286"/>
                    <a:pt x="56329" y="81170"/>
                    <a:pt x="54960" y="79278"/>
                  </a:cubicBezTo>
                  <a:cubicBezTo>
                    <a:pt x="55333" y="79029"/>
                    <a:pt x="55682" y="78780"/>
                    <a:pt x="56055" y="78531"/>
                  </a:cubicBezTo>
                  <a:close/>
                  <a:moveTo>
                    <a:pt x="54810" y="79378"/>
                  </a:moveTo>
                  <a:cubicBezTo>
                    <a:pt x="56179" y="81244"/>
                    <a:pt x="57324" y="83360"/>
                    <a:pt x="58245" y="85600"/>
                  </a:cubicBezTo>
                  <a:cubicBezTo>
                    <a:pt x="58220" y="85600"/>
                    <a:pt x="58220" y="85600"/>
                    <a:pt x="58196" y="85625"/>
                  </a:cubicBezTo>
                  <a:cubicBezTo>
                    <a:pt x="57250" y="83385"/>
                    <a:pt x="56105" y="81294"/>
                    <a:pt x="54736" y="79427"/>
                  </a:cubicBezTo>
                  <a:lnTo>
                    <a:pt x="54810" y="79378"/>
                  </a:lnTo>
                  <a:close/>
                  <a:moveTo>
                    <a:pt x="48538" y="83310"/>
                  </a:moveTo>
                  <a:cubicBezTo>
                    <a:pt x="48837" y="84107"/>
                    <a:pt x="49036" y="84879"/>
                    <a:pt x="49235" y="85700"/>
                  </a:cubicBezTo>
                  <a:cubicBezTo>
                    <a:pt x="49210" y="85700"/>
                    <a:pt x="49160" y="85650"/>
                    <a:pt x="49160" y="85650"/>
                  </a:cubicBezTo>
                  <a:cubicBezTo>
                    <a:pt x="48986" y="84879"/>
                    <a:pt x="48737" y="84107"/>
                    <a:pt x="48488" y="83360"/>
                  </a:cubicBezTo>
                  <a:cubicBezTo>
                    <a:pt x="48513" y="83360"/>
                    <a:pt x="48513" y="83310"/>
                    <a:pt x="48538" y="83310"/>
                  </a:cubicBezTo>
                  <a:close/>
                  <a:moveTo>
                    <a:pt x="60112" y="85202"/>
                  </a:moveTo>
                  <a:cubicBezTo>
                    <a:pt x="60112" y="85227"/>
                    <a:pt x="60162" y="85227"/>
                    <a:pt x="60162" y="85252"/>
                  </a:cubicBezTo>
                  <a:cubicBezTo>
                    <a:pt x="59589" y="85451"/>
                    <a:pt x="59067" y="85625"/>
                    <a:pt x="58494" y="85775"/>
                  </a:cubicBezTo>
                  <a:lnTo>
                    <a:pt x="58494" y="85725"/>
                  </a:lnTo>
                  <a:cubicBezTo>
                    <a:pt x="59017" y="85575"/>
                    <a:pt x="59589" y="85376"/>
                    <a:pt x="60112" y="85202"/>
                  </a:cubicBezTo>
                  <a:close/>
                  <a:moveTo>
                    <a:pt x="14860" y="85252"/>
                  </a:moveTo>
                  <a:lnTo>
                    <a:pt x="14860" y="85252"/>
                  </a:lnTo>
                  <a:cubicBezTo>
                    <a:pt x="14810" y="85351"/>
                    <a:pt x="14810" y="85451"/>
                    <a:pt x="14785" y="85526"/>
                  </a:cubicBezTo>
                  <a:cubicBezTo>
                    <a:pt x="14761" y="85625"/>
                    <a:pt x="14736" y="85725"/>
                    <a:pt x="14661" y="85824"/>
                  </a:cubicBezTo>
                  <a:cubicBezTo>
                    <a:pt x="14686" y="85725"/>
                    <a:pt x="14686" y="85625"/>
                    <a:pt x="14736" y="85501"/>
                  </a:cubicBezTo>
                  <a:cubicBezTo>
                    <a:pt x="14761" y="85401"/>
                    <a:pt x="14810" y="85327"/>
                    <a:pt x="14860" y="85252"/>
                  </a:cubicBezTo>
                  <a:close/>
                  <a:moveTo>
                    <a:pt x="46671" y="84356"/>
                  </a:moveTo>
                  <a:cubicBezTo>
                    <a:pt x="47343" y="84928"/>
                    <a:pt x="48115" y="85426"/>
                    <a:pt x="48986" y="85775"/>
                  </a:cubicBezTo>
                  <a:cubicBezTo>
                    <a:pt x="48986" y="85809"/>
                    <a:pt x="48986" y="85832"/>
                    <a:pt x="48994" y="85842"/>
                  </a:cubicBezTo>
                  <a:lnTo>
                    <a:pt x="48994" y="85842"/>
                  </a:lnTo>
                  <a:cubicBezTo>
                    <a:pt x="48107" y="85471"/>
                    <a:pt x="47294" y="84977"/>
                    <a:pt x="46627" y="84361"/>
                  </a:cubicBezTo>
                  <a:lnTo>
                    <a:pt x="46627" y="84361"/>
                  </a:lnTo>
                  <a:cubicBezTo>
                    <a:pt x="46637" y="84370"/>
                    <a:pt x="46648" y="84374"/>
                    <a:pt x="46655" y="84374"/>
                  </a:cubicBezTo>
                  <a:cubicBezTo>
                    <a:pt x="46665" y="84374"/>
                    <a:pt x="46671" y="84368"/>
                    <a:pt x="46671" y="84356"/>
                  </a:cubicBezTo>
                  <a:close/>
                  <a:moveTo>
                    <a:pt x="58320" y="85750"/>
                  </a:moveTo>
                  <a:cubicBezTo>
                    <a:pt x="58320" y="85775"/>
                    <a:pt x="58320" y="85775"/>
                    <a:pt x="58345" y="85799"/>
                  </a:cubicBezTo>
                  <a:cubicBezTo>
                    <a:pt x="58320" y="85849"/>
                    <a:pt x="58320" y="85849"/>
                    <a:pt x="58295" y="85849"/>
                  </a:cubicBezTo>
                  <a:cubicBezTo>
                    <a:pt x="58295" y="85799"/>
                    <a:pt x="58295" y="85799"/>
                    <a:pt x="58245" y="85775"/>
                  </a:cubicBezTo>
                  <a:cubicBezTo>
                    <a:pt x="58295" y="85775"/>
                    <a:pt x="58295" y="85775"/>
                    <a:pt x="58320" y="85750"/>
                  </a:cubicBezTo>
                  <a:close/>
                  <a:moveTo>
                    <a:pt x="43809" y="78880"/>
                  </a:moveTo>
                  <a:lnTo>
                    <a:pt x="43908" y="79353"/>
                  </a:lnTo>
                  <a:lnTo>
                    <a:pt x="43908" y="79427"/>
                  </a:lnTo>
                  <a:lnTo>
                    <a:pt x="43908" y="79527"/>
                  </a:lnTo>
                  <a:lnTo>
                    <a:pt x="43933" y="79527"/>
                  </a:lnTo>
                  <a:cubicBezTo>
                    <a:pt x="44008" y="79851"/>
                    <a:pt x="44033" y="80149"/>
                    <a:pt x="44132" y="80473"/>
                  </a:cubicBezTo>
                  <a:cubicBezTo>
                    <a:pt x="44182" y="80846"/>
                    <a:pt x="44232" y="81220"/>
                    <a:pt x="44257" y="81593"/>
                  </a:cubicBezTo>
                  <a:cubicBezTo>
                    <a:pt x="44257" y="81717"/>
                    <a:pt x="44281" y="81792"/>
                    <a:pt x="44281" y="81916"/>
                  </a:cubicBezTo>
                  <a:lnTo>
                    <a:pt x="44281" y="82016"/>
                  </a:lnTo>
                  <a:lnTo>
                    <a:pt x="44281" y="83037"/>
                  </a:lnTo>
                  <a:cubicBezTo>
                    <a:pt x="44257" y="83783"/>
                    <a:pt x="44182" y="84530"/>
                    <a:pt x="44033" y="85277"/>
                  </a:cubicBezTo>
                  <a:cubicBezTo>
                    <a:pt x="43560" y="85526"/>
                    <a:pt x="43062" y="85750"/>
                    <a:pt x="42614" y="85974"/>
                  </a:cubicBezTo>
                  <a:cubicBezTo>
                    <a:pt x="42639" y="83758"/>
                    <a:pt x="43037" y="81369"/>
                    <a:pt x="43809" y="78880"/>
                  </a:cubicBezTo>
                  <a:close/>
                  <a:moveTo>
                    <a:pt x="49235" y="85899"/>
                  </a:moveTo>
                  <a:cubicBezTo>
                    <a:pt x="49235" y="85899"/>
                    <a:pt x="49260" y="85899"/>
                    <a:pt x="49285" y="85949"/>
                  </a:cubicBezTo>
                  <a:cubicBezTo>
                    <a:pt x="49285" y="85974"/>
                    <a:pt x="49285" y="85999"/>
                    <a:pt x="49334" y="85999"/>
                  </a:cubicBezTo>
                  <a:lnTo>
                    <a:pt x="49260" y="85999"/>
                  </a:lnTo>
                  <a:cubicBezTo>
                    <a:pt x="49260" y="85974"/>
                    <a:pt x="49260" y="85949"/>
                    <a:pt x="49235" y="85899"/>
                  </a:cubicBezTo>
                  <a:close/>
                  <a:moveTo>
                    <a:pt x="43734" y="78482"/>
                  </a:moveTo>
                  <a:cubicBezTo>
                    <a:pt x="43734" y="78506"/>
                    <a:pt x="43759" y="78531"/>
                    <a:pt x="43759" y="78556"/>
                  </a:cubicBezTo>
                  <a:cubicBezTo>
                    <a:pt x="42912" y="81170"/>
                    <a:pt x="42440" y="83709"/>
                    <a:pt x="42440" y="86024"/>
                  </a:cubicBezTo>
                  <a:cubicBezTo>
                    <a:pt x="42415" y="86048"/>
                    <a:pt x="42390" y="86048"/>
                    <a:pt x="42390" y="86048"/>
                  </a:cubicBezTo>
                  <a:cubicBezTo>
                    <a:pt x="42390" y="83684"/>
                    <a:pt x="42863" y="81145"/>
                    <a:pt x="43734" y="78482"/>
                  </a:cubicBezTo>
                  <a:close/>
                  <a:moveTo>
                    <a:pt x="44008" y="85476"/>
                  </a:moveTo>
                  <a:lnTo>
                    <a:pt x="44008" y="85526"/>
                  </a:lnTo>
                  <a:cubicBezTo>
                    <a:pt x="43535" y="85750"/>
                    <a:pt x="43062" y="85999"/>
                    <a:pt x="42639" y="86223"/>
                  </a:cubicBezTo>
                  <a:lnTo>
                    <a:pt x="42639" y="86148"/>
                  </a:lnTo>
                  <a:cubicBezTo>
                    <a:pt x="43062" y="85949"/>
                    <a:pt x="43535" y="85725"/>
                    <a:pt x="44008" y="85476"/>
                  </a:cubicBezTo>
                  <a:close/>
                  <a:moveTo>
                    <a:pt x="54586" y="79527"/>
                  </a:moveTo>
                  <a:cubicBezTo>
                    <a:pt x="55931" y="81394"/>
                    <a:pt x="57075" y="83460"/>
                    <a:pt x="57996" y="85650"/>
                  </a:cubicBezTo>
                  <a:cubicBezTo>
                    <a:pt x="56284" y="86108"/>
                    <a:pt x="54653" y="86346"/>
                    <a:pt x="53148" y="86346"/>
                  </a:cubicBezTo>
                  <a:cubicBezTo>
                    <a:pt x="51789" y="86346"/>
                    <a:pt x="50531" y="86151"/>
                    <a:pt x="49409" y="85750"/>
                  </a:cubicBezTo>
                  <a:cubicBezTo>
                    <a:pt x="49235" y="84879"/>
                    <a:pt x="48986" y="84032"/>
                    <a:pt x="48662" y="83211"/>
                  </a:cubicBezTo>
                  <a:cubicBezTo>
                    <a:pt x="50654" y="82116"/>
                    <a:pt x="52620" y="80871"/>
                    <a:pt x="54586" y="79527"/>
                  </a:cubicBezTo>
                  <a:close/>
                  <a:moveTo>
                    <a:pt x="42440" y="86248"/>
                  </a:moveTo>
                  <a:lnTo>
                    <a:pt x="42440" y="86322"/>
                  </a:lnTo>
                  <a:cubicBezTo>
                    <a:pt x="42415" y="86322"/>
                    <a:pt x="42415" y="86347"/>
                    <a:pt x="42390" y="86347"/>
                  </a:cubicBezTo>
                  <a:lnTo>
                    <a:pt x="42390" y="86272"/>
                  </a:lnTo>
                  <a:cubicBezTo>
                    <a:pt x="42390" y="86272"/>
                    <a:pt x="42415" y="86248"/>
                    <a:pt x="42440" y="86248"/>
                  </a:cubicBezTo>
                  <a:close/>
                  <a:moveTo>
                    <a:pt x="58071" y="85849"/>
                  </a:moveTo>
                  <a:cubicBezTo>
                    <a:pt x="58071" y="85874"/>
                    <a:pt x="58071" y="85874"/>
                    <a:pt x="58096" y="85899"/>
                  </a:cubicBezTo>
                  <a:cubicBezTo>
                    <a:pt x="56354" y="86372"/>
                    <a:pt x="54686" y="86621"/>
                    <a:pt x="53143" y="86621"/>
                  </a:cubicBezTo>
                  <a:cubicBezTo>
                    <a:pt x="51823" y="86621"/>
                    <a:pt x="50579" y="86422"/>
                    <a:pt x="49484" y="86048"/>
                  </a:cubicBezTo>
                  <a:cubicBezTo>
                    <a:pt x="49484" y="86030"/>
                    <a:pt x="49484" y="86012"/>
                    <a:pt x="49474" y="86003"/>
                  </a:cubicBezTo>
                  <a:lnTo>
                    <a:pt x="49474" y="86003"/>
                  </a:lnTo>
                  <a:cubicBezTo>
                    <a:pt x="50592" y="86363"/>
                    <a:pt x="51841" y="86542"/>
                    <a:pt x="53185" y="86542"/>
                  </a:cubicBezTo>
                  <a:cubicBezTo>
                    <a:pt x="54709" y="86542"/>
                    <a:pt x="56355" y="86311"/>
                    <a:pt x="58071" y="85849"/>
                  </a:cubicBezTo>
                  <a:close/>
                  <a:moveTo>
                    <a:pt x="2664" y="79203"/>
                  </a:moveTo>
                  <a:cubicBezTo>
                    <a:pt x="2664" y="79253"/>
                    <a:pt x="2664" y="79278"/>
                    <a:pt x="2688" y="79278"/>
                  </a:cubicBezTo>
                  <a:cubicBezTo>
                    <a:pt x="2041" y="80722"/>
                    <a:pt x="1593" y="82190"/>
                    <a:pt x="1344" y="83734"/>
                  </a:cubicBezTo>
                  <a:lnTo>
                    <a:pt x="1344" y="83783"/>
                  </a:lnTo>
                  <a:cubicBezTo>
                    <a:pt x="1319" y="84082"/>
                    <a:pt x="1295" y="84356"/>
                    <a:pt x="1245" y="84605"/>
                  </a:cubicBezTo>
                  <a:lnTo>
                    <a:pt x="1245" y="84704"/>
                  </a:lnTo>
                  <a:cubicBezTo>
                    <a:pt x="1245" y="84854"/>
                    <a:pt x="1220" y="84978"/>
                    <a:pt x="1220" y="85127"/>
                  </a:cubicBezTo>
                  <a:cubicBezTo>
                    <a:pt x="1220" y="85227"/>
                    <a:pt x="1195" y="85327"/>
                    <a:pt x="1195" y="85401"/>
                  </a:cubicBezTo>
                  <a:lnTo>
                    <a:pt x="1195" y="85451"/>
                  </a:lnTo>
                  <a:cubicBezTo>
                    <a:pt x="1170" y="85874"/>
                    <a:pt x="1170" y="86322"/>
                    <a:pt x="1195" y="86745"/>
                  </a:cubicBezTo>
                  <a:cubicBezTo>
                    <a:pt x="1170" y="86646"/>
                    <a:pt x="1170" y="86571"/>
                    <a:pt x="1120" y="86472"/>
                  </a:cubicBezTo>
                  <a:cubicBezTo>
                    <a:pt x="1120" y="86123"/>
                    <a:pt x="1095" y="85775"/>
                    <a:pt x="1120" y="85451"/>
                  </a:cubicBezTo>
                  <a:cubicBezTo>
                    <a:pt x="1120" y="85327"/>
                    <a:pt x="1120" y="85227"/>
                    <a:pt x="1170" y="85103"/>
                  </a:cubicBezTo>
                  <a:cubicBezTo>
                    <a:pt x="1170" y="84953"/>
                    <a:pt x="1195" y="84779"/>
                    <a:pt x="1195" y="84605"/>
                  </a:cubicBezTo>
                  <a:cubicBezTo>
                    <a:pt x="1220" y="84331"/>
                    <a:pt x="1245" y="84032"/>
                    <a:pt x="1295" y="83783"/>
                  </a:cubicBezTo>
                  <a:lnTo>
                    <a:pt x="1295" y="83684"/>
                  </a:lnTo>
                  <a:cubicBezTo>
                    <a:pt x="1519" y="82165"/>
                    <a:pt x="1991" y="80647"/>
                    <a:pt x="2664" y="79203"/>
                  </a:cubicBezTo>
                  <a:close/>
                  <a:moveTo>
                    <a:pt x="448" y="82091"/>
                  </a:moveTo>
                  <a:cubicBezTo>
                    <a:pt x="573" y="84406"/>
                    <a:pt x="846" y="85999"/>
                    <a:pt x="946" y="86521"/>
                  </a:cubicBezTo>
                  <a:lnTo>
                    <a:pt x="946" y="86745"/>
                  </a:lnTo>
                  <a:lnTo>
                    <a:pt x="946" y="86770"/>
                  </a:lnTo>
                  <a:cubicBezTo>
                    <a:pt x="896" y="86646"/>
                    <a:pt x="871" y="86496"/>
                    <a:pt x="846" y="86347"/>
                  </a:cubicBezTo>
                  <a:cubicBezTo>
                    <a:pt x="846" y="86248"/>
                    <a:pt x="822" y="86148"/>
                    <a:pt x="822" y="86073"/>
                  </a:cubicBezTo>
                  <a:cubicBezTo>
                    <a:pt x="797" y="85974"/>
                    <a:pt x="797" y="85849"/>
                    <a:pt x="747" y="85750"/>
                  </a:cubicBezTo>
                  <a:cubicBezTo>
                    <a:pt x="672" y="85127"/>
                    <a:pt x="573" y="84480"/>
                    <a:pt x="548" y="83833"/>
                  </a:cubicBezTo>
                  <a:lnTo>
                    <a:pt x="548" y="83634"/>
                  </a:lnTo>
                  <a:cubicBezTo>
                    <a:pt x="498" y="83111"/>
                    <a:pt x="473" y="82613"/>
                    <a:pt x="448" y="82091"/>
                  </a:cubicBezTo>
                  <a:close/>
                  <a:moveTo>
                    <a:pt x="69571" y="80473"/>
                  </a:moveTo>
                  <a:cubicBezTo>
                    <a:pt x="69670" y="80597"/>
                    <a:pt x="69770" y="80747"/>
                    <a:pt x="69894" y="80871"/>
                  </a:cubicBezTo>
                  <a:cubicBezTo>
                    <a:pt x="67331" y="83012"/>
                    <a:pt x="64692" y="85103"/>
                    <a:pt x="61979" y="87069"/>
                  </a:cubicBezTo>
                  <a:cubicBezTo>
                    <a:pt x="61506" y="86496"/>
                    <a:pt x="61108" y="85874"/>
                    <a:pt x="60685" y="85252"/>
                  </a:cubicBezTo>
                  <a:cubicBezTo>
                    <a:pt x="63572" y="84157"/>
                    <a:pt x="66634" y="82539"/>
                    <a:pt x="69571" y="80473"/>
                  </a:cubicBezTo>
                  <a:close/>
                  <a:moveTo>
                    <a:pt x="60486" y="85351"/>
                  </a:moveTo>
                  <a:lnTo>
                    <a:pt x="61805" y="87218"/>
                  </a:lnTo>
                  <a:lnTo>
                    <a:pt x="61780" y="87243"/>
                  </a:lnTo>
                  <a:lnTo>
                    <a:pt x="60461" y="85376"/>
                  </a:lnTo>
                  <a:cubicBezTo>
                    <a:pt x="60461" y="85351"/>
                    <a:pt x="60486" y="85351"/>
                    <a:pt x="60486" y="85351"/>
                  </a:cubicBezTo>
                  <a:close/>
                  <a:moveTo>
                    <a:pt x="70019" y="81045"/>
                  </a:moveTo>
                  <a:cubicBezTo>
                    <a:pt x="70019" y="81070"/>
                    <a:pt x="70019" y="81070"/>
                    <a:pt x="70044" y="81120"/>
                  </a:cubicBezTo>
                  <a:cubicBezTo>
                    <a:pt x="67505" y="83261"/>
                    <a:pt x="64842" y="85351"/>
                    <a:pt x="62153" y="87293"/>
                  </a:cubicBezTo>
                  <a:cubicBezTo>
                    <a:pt x="62153" y="87268"/>
                    <a:pt x="62103" y="87268"/>
                    <a:pt x="62103" y="87243"/>
                  </a:cubicBezTo>
                  <a:cubicBezTo>
                    <a:pt x="64842" y="85277"/>
                    <a:pt x="67505" y="83236"/>
                    <a:pt x="70019" y="81045"/>
                  </a:cubicBezTo>
                  <a:close/>
                  <a:moveTo>
                    <a:pt x="43485" y="78407"/>
                  </a:moveTo>
                  <a:lnTo>
                    <a:pt x="43485" y="78407"/>
                  </a:lnTo>
                  <a:cubicBezTo>
                    <a:pt x="42639" y="81145"/>
                    <a:pt x="42166" y="83758"/>
                    <a:pt x="42191" y="86148"/>
                  </a:cubicBezTo>
                  <a:cubicBezTo>
                    <a:pt x="40050" y="87144"/>
                    <a:pt x="37934" y="88015"/>
                    <a:pt x="35843" y="88737"/>
                  </a:cubicBezTo>
                  <a:cubicBezTo>
                    <a:pt x="35918" y="88438"/>
                    <a:pt x="35943" y="88089"/>
                    <a:pt x="36018" y="87766"/>
                  </a:cubicBezTo>
                  <a:cubicBezTo>
                    <a:pt x="36042" y="87617"/>
                    <a:pt x="36067" y="87467"/>
                    <a:pt x="36092" y="87268"/>
                  </a:cubicBezTo>
                  <a:lnTo>
                    <a:pt x="36092" y="87243"/>
                  </a:lnTo>
                  <a:cubicBezTo>
                    <a:pt x="36167" y="86895"/>
                    <a:pt x="36267" y="86521"/>
                    <a:pt x="36341" y="86148"/>
                  </a:cubicBezTo>
                  <a:cubicBezTo>
                    <a:pt x="36391" y="86024"/>
                    <a:pt x="36416" y="85874"/>
                    <a:pt x="36441" y="85750"/>
                  </a:cubicBezTo>
                  <a:cubicBezTo>
                    <a:pt x="36515" y="85526"/>
                    <a:pt x="36565" y="85302"/>
                    <a:pt x="36640" y="85053"/>
                  </a:cubicBezTo>
                  <a:cubicBezTo>
                    <a:pt x="36690" y="84879"/>
                    <a:pt x="36715" y="84679"/>
                    <a:pt x="36789" y="84505"/>
                  </a:cubicBezTo>
                  <a:cubicBezTo>
                    <a:pt x="36814" y="84381"/>
                    <a:pt x="36839" y="84281"/>
                    <a:pt x="36889" y="84157"/>
                  </a:cubicBezTo>
                  <a:cubicBezTo>
                    <a:pt x="37013" y="83734"/>
                    <a:pt x="37138" y="83286"/>
                    <a:pt x="37287" y="82862"/>
                  </a:cubicBezTo>
                  <a:lnTo>
                    <a:pt x="37287" y="82813"/>
                  </a:lnTo>
                  <a:cubicBezTo>
                    <a:pt x="37312" y="82763"/>
                    <a:pt x="37312" y="82688"/>
                    <a:pt x="37337" y="82613"/>
                  </a:cubicBezTo>
                  <a:lnTo>
                    <a:pt x="37337" y="82564"/>
                  </a:lnTo>
                  <a:cubicBezTo>
                    <a:pt x="37436" y="82290"/>
                    <a:pt x="37561" y="82016"/>
                    <a:pt x="37660" y="81692"/>
                  </a:cubicBezTo>
                  <a:cubicBezTo>
                    <a:pt x="40125" y="80996"/>
                    <a:pt x="42116" y="79875"/>
                    <a:pt x="43485" y="78407"/>
                  </a:cubicBezTo>
                  <a:close/>
                  <a:moveTo>
                    <a:pt x="60262" y="85451"/>
                  </a:moveTo>
                  <a:cubicBezTo>
                    <a:pt x="60710" y="86098"/>
                    <a:pt x="61158" y="86720"/>
                    <a:pt x="61606" y="87368"/>
                  </a:cubicBezTo>
                  <a:cubicBezTo>
                    <a:pt x="60934" y="87841"/>
                    <a:pt x="60237" y="88313"/>
                    <a:pt x="59589" y="88762"/>
                  </a:cubicBezTo>
                  <a:cubicBezTo>
                    <a:pt x="59291" y="87816"/>
                    <a:pt x="58967" y="86870"/>
                    <a:pt x="58594" y="85974"/>
                  </a:cubicBezTo>
                  <a:cubicBezTo>
                    <a:pt x="59166" y="85824"/>
                    <a:pt x="59714" y="85625"/>
                    <a:pt x="60262" y="85451"/>
                  </a:cubicBezTo>
                  <a:close/>
                  <a:moveTo>
                    <a:pt x="37461" y="81792"/>
                  </a:moveTo>
                  <a:cubicBezTo>
                    <a:pt x="36963" y="83236"/>
                    <a:pt x="36565" y="84605"/>
                    <a:pt x="36217" y="85974"/>
                  </a:cubicBezTo>
                  <a:lnTo>
                    <a:pt x="36217" y="85999"/>
                  </a:lnTo>
                  <a:cubicBezTo>
                    <a:pt x="36092" y="86496"/>
                    <a:pt x="36018" y="86969"/>
                    <a:pt x="35918" y="87467"/>
                  </a:cubicBezTo>
                  <a:cubicBezTo>
                    <a:pt x="35918" y="87517"/>
                    <a:pt x="35893" y="87592"/>
                    <a:pt x="35893" y="87641"/>
                  </a:cubicBezTo>
                  <a:cubicBezTo>
                    <a:pt x="35818" y="88015"/>
                    <a:pt x="35769" y="88438"/>
                    <a:pt x="35694" y="88811"/>
                  </a:cubicBezTo>
                  <a:cubicBezTo>
                    <a:pt x="35644" y="88836"/>
                    <a:pt x="35644" y="88836"/>
                    <a:pt x="35594" y="88836"/>
                  </a:cubicBezTo>
                  <a:cubicBezTo>
                    <a:pt x="35769" y="87741"/>
                    <a:pt x="35968" y="86621"/>
                    <a:pt x="36291" y="85476"/>
                  </a:cubicBezTo>
                  <a:cubicBezTo>
                    <a:pt x="36316" y="85376"/>
                    <a:pt x="36341" y="85277"/>
                    <a:pt x="36391" y="85152"/>
                  </a:cubicBezTo>
                  <a:cubicBezTo>
                    <a:pt x="36690" y="84032"/>
                    <a:pt x="37038" y="82912"/>
                    <a:pt x="37436" y="81792"/>
                  </a:cubicBezTo>
                  <a:close/>
                  <a:moveTo>
                    <a:pt x="58395" y="85999"/>
                  </a:moveTo>
                  <a:cubicBezTo>
                    <a:pt x="58768" y="86944"/>
                    <a:pt x="59117" y="87865"/>
                    <a:pt x="59390" y="88836"/>
                  </a:cubicBezTo>
                  <a:cubicBezTo>
                    <a:pt x="59365" y="88836"/>
                    <a:pt x="59365" y="88861"/>
                    <a:pt x="59341" y="88861"/>
                  </a:cubicBezTo>
                  <a:cubicBezTo>
                    <a:pt x="59067" y="87915"/>
                    <a:pt x="58718" y="86969"/>
                    <a:pt x="58345" y="86024"/>
                  </a:cubicBezTo>
                  <a:cubicBezTo>
                    <a:pt x="58370" y="86024"/>
                    <a:pt x="58370" y="86024"/>
                    <a:pt x="58395" y="85999"/>
                  </a:cubicBezTo>
                  <a:close/>
                  <a:moveTo>
                    <a:pt x="42191" y="86372"/>
                  </a:moveTo>
                  <a:lnTo>
                    <a:pt x="42191" y="86422"/>
                  </a:lnTo>
                  <a:cubicBezTo>
                    <a:pt x="40050" y="87417"/>
                    <a:pt x="37909" y="88289"/>
                    <a:pt x="35818" y="89010"/>
                  </a:cubicBezTo>
                  <a:lnTo>
                    <a:pt x="35818" y="88961"/>
                  </a:lnTo>
                  <a:cubicBezTo>
                    <a:pt x="37909" y="88239"/>
                    <a:pt x="40050" y="87368"/>
                    <a:pt x="42191" y="86372"/>
                  </a:cubicBezTo>
                  <a:close/>
                  <a:moveTo>
                    <a:pt x="61705" y="87492"/>
                  </a:moveTo>
                  <a:cubicBezTo>
                    <a:pt x="61705" y="87517"/>
                    <a:pt x="61730" y="87517"/>
                    <a:pt x="61730" y="87567"/>
                  </a:cubicBezTo>
                  <a:cubicBezTo>
                    <a:pt x="61058" y="88065"/>
                    <a:pt x="60336" y="88513"/>
                    <a:pt x="59664" y="89010"/>
                  </a:cubicBezTo>
                  <a:cubicBezTo>
                    <a:pt x="59664" y="88986"/>
                    <a:pt x="59664" y="88986"/>
                    <a:pt x="59614" y="88961"/>
                  </a:cubicBezTo>
                  <a:cubicBezTo>
                    <a:pt x="60336" y="88463"/>
                    <a:pt x="61033" y="87990"/>
                    <a:pt x="61705" y="87492"/>
                  </a:cubicBezTo>
                  <a:close/>
                  <a:moveTo>
                    <a:pt x="80598" y="71263"/>
                  </a:moveTo>
                  <a:cubicBezTo>
                    <a:pt x="83211" y="73304"/>
                    <a:pt x="85875" y="75246"/>
                    <a:pt x="88364" y="76814"/>
                  </a:cubicBezTo>
                  <a:cubicBezTo>
                    <a:pt x="84804" y="81269"/>
                    <a:pt x="80448" y="85476"/>
                    <a:pt x="75520" y="89010"/>
                  </a:cubicBezTo>
                  <a:cubicBezTo>
                    <a:pt x="74101" y="86447"/>
                    <a:pt x="72384" y="83659"/>
                    <a:pt x="70492" y="80971"/>
                  </a:cubicBezTo>
                  <a:cubicBezTo>
                    <a:pt x="74051" y="77884"/>
                    <a:pt x="77436" y="74648"/>
                    <a:pt x="80598" y="71263"/>
                  </a:cubicBezTo>
                  <a:close/>
                  <a:moveTo>
                    <a:pt x="88948" y="88600"/>
                  </a:moveTo>
                  <a:lnTo>
                    <a:pt x="88948" y="88600"/>
                  </a:lnTo>
                  <a:cubicBezTo>
                    <a:pt x="88796" y="88744"/>
                    <a:pt x="88644" y="88888"/>
                    <a:pt x="88488" y="89035"/>
                  </a:cubicBezTo>
                  <a:lnTo>
                    <a:pt x="88470" y="89071"/>
                  </a:lnTo>
                  <a:lnTo>
                    <a:pt x="88470" y="89071"/>
                  </a:lnTo>
                  <a:lnTo>
                    <a:pt x="88563" y="88986"/>
                  </a:lnTo>
                  <a:lnTo>
                    <a:pt x="88948" y="88600"/>
                  </a:lnTo>
                  <a:close/>
                  <a:moveTo>
                    <a:pt x="35594" y="89010"/>
                  </a:moveTo>
                  <a:lnTo>
                    <a:pt x="35594" y="89085"/>
                  </a:lnTo>
                  <a:lnTo>
                    <a:pt x="35545" y="89085"/>
                  </a:lnTo>
                  <a:lnTo>
                    <a:pt x="35545" y="89060"/>
                  </a:lnTo>
                  <a:cubicBezTo>
                    <a:pt x="35570" y="89060"/>
                    <a:pt x="35594" y="89010"/>
                    <a:pt x="35594" y="89010"/>
                  </a:cubicBezTo>
                  <a:close/>
                  <a:moveTo>
                    <a:pt x="43983" y="85775"/>
                  </a:moveTo>
                  <a:lnTo>
                    <a:pt x="43983" y="85775"/>
                  </a:lnTo>
                  <a:cubicBezTo>
                    <a:pt x="43734" y="86895"/>
                    <a:pt x="43410" y="87990"/>
                    <a:pt x="42937" y="89085"/>
                  </a:cubicBezTo>
                  <a:cubicBezTo>
                    <a:pt x="42738" y="88239"/>
                    <a:pt x="42639" y="87343"/>
                    <a:pt x="42639" y="86447"/>
                  </a:cubicBezTo>
                  <a:cubicBezTo>
                    <a:pt x="43062" y="86223"/>
                    <a:pt x="43535" y="85999"/>
                    <a:pt x="43983" y="85775"/>
                  </a:cubicBezTo>
                  <a:close/>
                  <a:moveTo>
                    <a:pt x="59490" y="89060"/>
                  </a:moveTo>
                  <a:cubicBezTo>
                    <a:pt x="59490" y="89085"/>
                    <a:pt x="59490" y="89085"/>
                    <a:pt x="59540" y="89110"/>
                  </a:cubicBezTo>
                  <a:cubicBezTo>
                    <a:pt x="59490" y="89110"/>
                    <a:pt x="59490" y="89135"/>
                    <a:pt x="59465" y="89135"/>
                  </a:cubicBezTo>
                  <a:cubicBezTo>
                    <a:pt x="59440" y="89110"/>
                    <a:pt x="59440" y="89085"/>
                    <a:pt x="59440" y="89085"/>
                  </a:cubicBezTo>
                  <a:cubicBezTo>
                    <a:pt x="59465" y="89085"/>
                    <a:pt x="59465" y="89060"/>
                    <a:pt x="59490" y="89060"/>
                  </a:cubicBezTo>
                  <a:close/>
                  <a:moveTo>
                    <a:pt x="70318" y="81120"/>
                  </a:moveTo>
                  <a:cubicBezTo>
                    <a:pt x="72234" y="83833"/>
                    <a:pt x="73927" y="86571"/>
                    <a:pt x="75370" y="89160"/>
                  </a:cubicBezTo>
                  <a:lnTo>
                    <a:pt x="75346" y="89210"/>
                  </a:lnTo>
                  <a:cubicBezTo>
                    <a:pt x="73902" y="86596"/>
                    <a:pt x="72184" y="83833"/>
                    <a:pt x="70293" y="81145"/>
                  </a:cubicBezTo>
                  <a:lnTo>
                    <a:pt x="70318" y="81120"/>
                  </a:lnTo>
                  <a:close/>
                  <a:moveTo>
                    <a:pt x="88538" y="76938"/>
                  </a:moveTo>
                  <a:cubicBezTo>
                    <a:pt x="88563" y="76938"/>
                    <a:pt x="88563" y="76988"/>
                    <a:pt x="88588" y="76988"/>
                  </a:cubicBezTo>
                  <a:cubicBezTo>
                    <a:pt x="84978" y="81468"/>
                    <a:pt x="80598" y="85700"/>
                    <a:pt x="75644" y="89234"/>
                  </a:cubicBezTo>
                  <a:cubicBezTo>
                    <a:pt x="75619" y="89234"/>
                    <a:pt x="75619" y="89234"/>
                    <a:pt x="75619" y="89210"/>
                  </a:cubicBezTo>
                  <a:cubicBezTo>
                    <a:pt x="80573" y="85650"/>
                    <a:pt x="84954" y="81419"/>
                    <a:pt x="88538" y="76938"/>
                  </a:cubicBezTo>
                  <a:close/>
                  <a:moveTo>
                    <a:pt x="42440" y="86496"/>
                  </a:moveTo>
                  <a:cubicBezTo>
                    <a:pt x="42489" y="87492"/>
                    <a:pt x="42614" y="88413"/>
                    <a:pt x="42788" y="89334"/>
                  </a:cubicBezTo>
                  <a:cubicBezTo>
                    <a:pt x="42788" y="89359"/>
                    <a:pt x="42763" y="89384"/>
                    <a:pt x="42763" y="89434"/>
                  </a:cubicBezTo>
                  <a:cubicBezTo>
                    <a:pt x="42514" y="88513"/>
                    <a:pt x="42390" y="87567"/>
                    <a:pt x="42390" y="86521"/>
                  </a:cubicBezTo>
                  <a:cubicBezTo>
                    <a:pt x="42415" y="86521"/>
                    <a:pt x="42415" y="86496"/>
                    <a:pt x="42440" y="86496"/>
                  </a:cubicBezTo>
                  <a:close/>
                  <a:moveTo>
                    <a:pt x="44173" y="85695"/>
                  </a:moveTo>
                  <a:lnTo>
                    <a:pt x="44173" y="85695"/>
                  </a:lnTo>
                  <a:cubicBezTo>
                    <a:pt x="43924" y="86974"/>
                    <a:pt x="43528" y="88228"/>
                    <a:pt x="42987" y="89458"/>
                  </a:cubicBezTo>
                  <a:lnTo>
                    <a:pt x="42987" y="89434"/>
                  </a:lnTo>
                  <a:cubicBezTo>
                    <a:pt x="43528" y="88228"/>
                    <a:pt x="43924" y="86974"/>
                    <a:pt x="44173" y="85695"/>
                  </a:cubicBezTo>
                  <a:close/>
                  <a:moveTo>
                    <a:pt x="37187" y="81867"/>
                  </a:moveTo>
                  <a:lnTo>
                    <a:pt x="37187" y="81867"/>
                  </a:lnTo>
                  <a:cubicBezTo>
                    <a:pt x="36316" y="84306"/>
                    <a:pt x="35719" y="86671"/>
                    <a:pt x="35395" y="88911"/>
                  </a:cubicBezTo>
                  <a:cubicBezTo>
                    <a:pt x="34400" y="89259"/>
                    <a:pt x="33404" y="89558"/>
                    <a:pt x="32433" y="89832"/>
                  </a:cubicBezTo>
                  <a:cubicBezTo>
                    <a:pt x="32284" y="87268"/>
                    <a:pt x="32458" y="84779"/>
                    <a:pt x="32981" y="82489"/>
                  </a:cubicBezTo>
                  <a:cubicBezTo>
                    <a:pt x="34474" y="82389"/>
                    <a:pt x="35893" y="82215"/>
                    <a:pt x="37187" y="81867"/>
                  </a:cubicBezTo>
                  <a:close/>
                  <a:moveTo>
                    <a:pt x="93631" y="88605"/>
                  </a:moveTo>
                  <a:lnTo>
                    <a:pt x="93631" y="88605"/>
                  </a:lnTo>
                  <a:cubicBezTo>
                    <a:pt x="93444" y="88800"/>
                    <a:pt x="93259" y="88988"/>
                    <a:pt x="93093" y="89185"/>
                  </a:cubicBezTo>
                  <a:cubicBezTo>
                    <a:pt x="92862" y="89418"/>
                    <a:pt x="92629" y="89652"/>
                    <a:pt x="92395" y="89884"/>
                  </a:cubicBezTo>
                  <a:lnTo>
                    <a:pt x="92395" y="89884"/>
                  </a:lnTo>
                  <a:cubicBezTo>
                    <a:pt x="92440" y="89839"/>
                    <a:pt x="92482" y="89796"/>
                    <a:pt x="92520" y="89757"/>
                  </a:cubicBezTo>
                  <a:cubicBezTo>
                    <a:pt x="92794" y="89458"/>
                    <a:pt x="93143" y="89135"/>
                    <a:pt x="93441" y="88786"/>
                  </a:cubicBezTo>
                  <a:lnTo>
                    <a:pt x="93631" y="88605"/>
                  </a:lnTo>
                  <a:close/>
                  <a:moveTo>
                    <a:pt x="32807" y="82489"/>
                  </a:moveTo>
                  <a:cubicBezTo>
                    <a:pt x="32284" y="84804"/>
                    <a:pt x="32110" y="87293"/>
                    <a:pt x="32284" y="89882"/>
                  </a:cubicBezTo>
                  <a:cubicBezTo>
                    <a:pt x="32234" y="89882"/>
                    <a:pt x="32234" y="89882"/>
                    <a:pt x="32209" y="89931"/>
                  </a:cubicBezTo>
                  <a:cubicBezTo>
                    <a:pt x="32035" y="87343"/>
                    <a:pt x="32209" y="84804"/>
                    <a:pt x="32732" y="82489"/>
                  </a:cubicBezTo>
                  <a:close/>
                  <a:moveTo>
                    <a:pt x="35346" y="89110"/>
                  </a:moveTo>
                  <a:lnTo>
                    <a:pt x="35346" y="89160"/>
                  </a:lnTo>
                  <a:cubicBezTo>
                    <a:pt x="34400" y="89508"/>
                    <a:pt x="33429" y="89782"/>
                    <a:pt x="32458" y="90081"/>
                  </a:cubicBezTo>
                  <a:lnTo>
                    <a:pt x="32458" y="90031"/>
                  </a:lnTo>
                  <a:cubicBezTo>
                    <a:pt x="33404" y="89757"/>
                    <a:pt x="34350" y="89458"/>
                    <a:pt x="35346" y="89110"/>
                  </a:cubicBezTo>
                  <a:close/>
                  <a:moveTo>
                    <a:pt x="88737" y="77063"/>
                  </a:moveTo>
                  <a:cubicBezTo>
                    <a:pt x="88936" y="77187"/>
                    <a:pt x="89110" y="77312"/>
                    <a:pt x="89309" y="77411"/>
                  </a:cubicBezTo>
                  <a:cubicBezTo>
                    <a:pt x="89285" y="77436"/>
                    <a:pt x="89235" y="77511"/>
                    <a:pt x="89185" y="77536"/>
                  </a:cubicBezTo>
                  <a:cubicBezTo>
                    <a:pt x="89061" y="77685"/>
                    <a:pt x="88936" y="77809"/>
                    <a:pt x="88787" y="77959"/>
                  </a:cubicBezTo>
                  <a:cubicBezTo>
                    <a:pt x="88189" y="78631"/>
                    <a:pt x="87567" y="79278"/>
                    <a:pt x="86970" y="79900"/>
                  </a:cubicBezTo>
                  <a:cubicBezTo>
                    <a:pt x="86721" y="80149"/>
                    <a:pt x="86497" y="80398"/>
                    <a:pt x="86248" y="80647"/>
                  </a:cubicBezTo>
                  <a:cubicBezTo>
                    <a:pt x="85800" y="81145"/>
                    <a:pt x="85302" y="81618"/>
                    <a:pt x="84829" y="82116"/>
                  </a:cubicBezTo>
                  <a:cubicBezTo>
                    <a:pt x="84481" y="82439"/>
                    <a:pt x="84107" y="82788"/>
                    <a:pt x="83759" y="83136"/>
                  </a:cubicBezTo>
                  <a:cubicBezTo>
                    <a:pt x="83336" y="83534"/>
                    <a:pt x="82937" y="83933"/>
                    <a:pt x="82489" y="84381"/>
                  </a:cubicBezTo>
                  <a:cubicBezTo>
                    <a:pt x="82191" y="84655"/>
                    <a:pt x="81867" y="84978"/>
                    <a:pt x="81568" y="85252"/>
                  </a:cubicBezTo>
                  <a:cubicBezTo>
                    <a:pt x="80971" y="85775"/>
                    <a:pt x="80398" y="86297"/>
                    <a:pt x="79826" y="86845"/>
                  </a:cubicBezTo>
                  <a:cubicBezTo>
                    <a:pt x="79502" y="87119"/>
                    <a:pt x="79204" y="87368"/>
                    <a:pt x="78905" y="87641"/>
                  </a:cubicBezTo>
                  <a:lnTo>
                    <a:pt x="77511" y="88861"/>
                  </a:lnTo>
                  <a:cubicBezTo>
                    <a:pt x="77212" y="89135"/>
                    <a:pt x="76864" y="89434"/>
                    <a:pt x="76515" y="89707"/>
                  </a:cubicBezTo>
                  <a:lnTo>
                    <a:pt x="76043" y="90081"/>
                  </a:lnTo>
                  <a:cubicBezTo>
                    <a:pt x="75968" y="89857"/>
                    <a:pt x="75819" y="89633"/>
                    <a:pt x="75744" y="89434"/>
                  </a:cubicBezTo>
                  <a:cubicBezTo>
                    <a:pt x="80722" y="85849"/>
                    <a:pt x="85128" y="81593"/>
                    <a:pt x="88737" y="77063"/>
                  </a:cubicBezTo>
                  <a:close/>
                  <a:moveTo>
                    <a:pt x="32284" y="90081"/>
                  </a:moveTo>
                  <a:lnTo>
                    <a:pt x="32284" y="90106"/>
                  </a:lnTo>
                  <a:cubicBezTo>
                    <a:pt x="32234" y="90106"/>
                    <a:pt x="32234" y="90106"/>
                    <a:pt x="32209" y="90131"/>
                  </a:cubicBezTo>
                  <a:lnTo>
                    <a:pt x="32209" y="90081"/>
                  </a:lnTo>
                  <a:close/>
                  <a:moveTo>
                    <a:pt x="8040" y="73055"/>
                  </a:moveTo>
                  <a:cubicBezTo>
                    <a:pt x="9384" y="74424"/>
                    <a:pt x="10927" y="75669"/>
                    <a:pt x="12645" y="76789"/>
                  </a:cubicBezTo>
                  <a:lnTo>
                    <a:pt x="12670" y="76814"/>
                  </a:lnTo>
                  <a:cubicBezTo>
                    <a:pt x="12695" y="76864"/>
                    <a:pt x="12744" y="76913"/>
                    <a:pt x="12769" y="76938"/>
                  </a:cubicBezTo>
                  <a:lnTo>
                    <a:pt x="12894" y="77063"/>
                  </a:lnTo>
                  <a:cubicBezTo>
                    <a:pt x="12944" y="77162"/>
                    <a:pt x="13043" y="77237"/>
                    <a:pt x="13118" y="77312"/>
                  </a:cubicBezTo>
                  <a:cubicBezTo>
                    <a:pt x="13242" y="77411"/>
                    <a:pt x="13317" y="77536"/>
                    <a:pt x="13441" y="77635"/>
                  </a:cubicBezTo>
                  <a:cubicBezTo>
                    <a:pt x="13616" y="77785"/>
                    <a:pt x="13790" y="77934"/>
                    <a:pt x="13989" y="78108"/>
                  </a:cubicBezTo>
                  <a:cubicBezTo>
                    <a:pt x="14113" y="78183"/>
                    <a:pt x="14238" y="78282"/>
                    <a:pt x="14313" y="78382"/>
                  </a:cubicBezTo>
                  <a:cubicBezTo>
                    <a:pt x="14512" y="78531"/>
                    <a:pt x="14686" y="78656"/>
                    <a:pt x="14910" y="78805"/>
                  </a:cubicBezTo>
                  <a:cubicBezTo>
                    <a:pt x="15034" y="78905"/>
                    <a:pt x="15159" y="78954"/>
                    <a:pt x="15283" y="79029"/>
                  </a:cubicBezTo>
                  <a:cubicBezTo>
                    <a:pt x="15507" y="79154"/>
                    <a:pt x="15682" y="79303"/>
                    <a:pt x="15906" y="79427"/>
                  </a:cubicBezTo>
                  <a:lnTo>
                    <a:pt x="16279" y="79627"/>
                  </a:lnTo>
                  <a:lnTo>
                    <a:pt x="16304" y="79627"/>
                  </a:lnTo>
                  <a:cubicBezTo>
                    <a:pt x="15632" y="81618"/>
                    <a:pt x="15034" y="83559"/>
                    <a:pt x="14561" y="85501"/>
                  </a:cubicBezTo>
                  <a:cubicBezTo>
                    <a:pt x="13889" y="87019"/>
                    <a:pt x="13367" y="88587"/>
                    <a:pt x="12944" y="90155"/>
                  </a:cubicBezTo>
                  <a:cubicBezTo>
                    <a:pt x="9658" y="88861"/>
                    <a:pt x="7044" y="86770"/>
                    <a:pt x="5227" y="83958"/>
                  </a:cubicBezTo>
                  <a:lnTo>
                    <a:pt x="5227" y="83858"/>
                  </a:lnTo>
                  <a:lnTo>
                    <a:pt x="5227" y="83833"/>
                  </a:lnTo>
                  <a:cubicBezTo>
                    <a:pt x="5327" y="83111"/>
                    <a:pt x="5451" y="82389"/>
                    <a:pt x="5601" y="81668"/>
                  </a:cubicBezTo>
                  <a:cubicBezTo>
                    <a:pt x="5650" y="81593"/>
                    <a:pt x="5650" y="81493"/>
                    <a:pt x="5675" y="81419"/>
                  </a:cubicBezTo>
                  <a:cubicBezTo>
                    <a:pt x="6198" y="78730"/>
                    <a:pt x="7019" y="75918"/>
                    <a:pt x="8040" y="73055"/>
                  </a:cubicBezTo>
                  <a:close/>
                  <a:moveTo>
                    <a:pt x="14362" y="86397"/>
                  </a:moveTo>
                  <a:cubicBezTo>
                    <a:pt x="14313" y="86521"/>
                    <a:pt x="14288" y="86646"/>
                    <a:pt x="14288" y="86745"/>
                  </a:cubicBezTo>
                  <a:cubicBezTo>
                    <a:pt x="13865" y="87865"/>
                    <a:pt x="13491" y="89010"/>
                    <a:pt x="13192" y="90205"/>
                  </a:cubicBezTo>
                  <a:cubicBezTo>
                    <a:pt x="13168" y="90205"/>
                    <a:pt x="13143" y="90180"/>
                    <a:pt x="13143" y="90180"/>
                  </a:cubicBezTo>
                  <a:cubicBezTo>
                    <a:pt x="13441" y="88886"/>
                    <a:pt x="13865" y="87617"/>
                    <a:pt x="14362" y="86397"/>
                  </a:cubicBezTo>
                  <a:close/>
                  <a:moveTo>
                    <a:pt x="75570" y="89533"/>
                  </a:moveTo>
                  <a:cubicBezTo>
                    <a:pt x="75694" y="89757"/>
                    <a:pt x="75794" y="89981"/>
                    <a:pt x="75918" y="90205"/>
                  </a:cubicBezTo>
                  <a:lnTo>
                    <a:pt x="75893" y="90230"/>
                  </a:lnTo>
                  <a:lnTo>
                    <a:pt x="75520" y="89583"/>
                  </a:lnTo>
                  <a:lnTo>
                    <a:pt x="75570" y="89533"/>
                  </a:lnTo>
                  <a:close/>
                  <a:moveTo>
                    <a:pt x="89459" y="77511"/>
                  </a:moveTo>
                  <a:cubicBezTo>
                    <a:pt x="89484" y="77511"/>
                    <a:pt x="89484" y="77536"/>
                    <a:pt x="89509" y="77536"/>
                  </a:cubicBezTo>
                  <a:cubicBezTo>
                    <a:pt x="89110" y="77984"/>
                    <a:pt x="88737" y="78407"/>
                    <a:pt x="88339" y="78805"/>
                  </a:cubicBezTo>
                  <a:cubicBezTo>
                    <a:pt x="87990" y="79178"/>
                    <a:pt x="87642" y="79552"/>
                    <a:pt x="87318" y="79900"/>
                  </a:cubicBezTo>
                  <a:cubicBezTo>
                    <a:pt x="86945" y="80299"/>
                    <a:pt x="86522" y="80722"/>
                    <a:pt x="86148" y="81120"/>
                  </a:cubicBezTo>
                  <a:cubicBezTo>
                    <a:pt x="85949" y="81344"/>
                    <a:pt x="85750" y="81543"/>
                    <a:pt x="85526" y="81742"/>
                  </a:cubicBezTo>
                  <a:cubicBezTo>
                    <a:pt x="84879" y="82414"/>
                    <a:pt x="84207" y="83086"/>
                    <a:pt x="83510" y="83734"/>
                  </a:cubicBezTo>
                  <a:lnTo>
                    <a:pt x="82863" y="84381"/>
                  </a:lnTo>
                  <a:cubicBezTo>
                    <a:pt x="82340" y="84879"/>
                    <a:pt x="81792" y="85376"/>
                    <a:pt x="81245" y="85874"/>
                  </a:cubicBezTo>
                  <a:cubicBezTo>
                    <a:pt x="80847" y="86248"/>
                    <a:pt x="80473" y="86596"/>
                    <a:pt x="80050" y="86969"/>
                  </a:cubicBezTo>
                  <a:cubicBezTo>
                    <a:pt x="79677" y="87318"/>
                    <a:pt x="79303" y="87617"/>
                    <a:pt x="78930" y="87965"/>
                  </a:cubicBezTo>
                  <a:cubicBezTo>
                    <a:pt x="78532" y="88338"/>
                    <a:pt x="78108" y="88712"/>
                    <a:pt x="77660" y="89060"/>
                  </a:cubicBezTo>
                  <a:lnTo>
                    <a:pt x="76441" y="90081"/>
                  </a:lnTo>
                  <a:cubicBezTo>
                    <a:pt x="76366" y="90131"/>
                    <a:pt x="76291" y="90205"/>
                    <a:pt x="76192" y="90255"/>
                  </a:cubicBezTo>
                  <a:cubicBezTo>
                    <a:pt x="76192" y="90230"/>
                    <a:pt x="76167" y="90230"/>
                    <a:pt x="76167" y="90205"/>
                  </a:cubicBezTo>
                  <a:cubicBezTo>
                    <a:pt x="76341" y="90106"/>
                    <a:pt x="76491" y="89981"/>
                    <a:pt x="76640" y="89857"/>
                  </a:cubicBezTo>
                  <a:cubicBezTo>
                    <a:pt x="76914" y="89608"/>
                    <a:pt x="77212" y="89384"/>
                    <a:pt x="77511" y="89135"/>
                  </a:cubicBezTo>
                  <a:cubicBezTo>
                    <a:pt x="78034" y="88712"/>
                    <a:pt x="78581" y="88239"/>
                    <a:pt x="79079" y="87766"/>
                  </a:cubicBezTo>
                  <a:lnTo>
                    <a:pt x="79901" y="87019"/>
                  </a:lnTo>
                  <a:cubicBezTo>
                    <a:pt x="80523" y="86472"/>
                    <a:pt x="81145" y="85899"/>
                    <a:pt x="81743" y="85351"/>
                  </a:cubicBezTo>
                  <a:cubicBezTo>
                    <a:pt x="81991" y="85103"/>
                    <a:pt x="82265" y="84854"/>
                    <a:pt x="82514" y="84605"/>
                  </a:cubicBezTo>
                  <a:cubicBezTo>
                    <a:pt x="83062" y="84107"/>
                    <a:pt x="83560" y="83609"/>
                    <a:pt x="84082" y="83111"/>
                  </a:cubicBezTo>
                  <a:lnTo>
                    <a:pt x="84655" y="82514"/>
                  </a:lnTo>
                  <a:cubicBezTo>
                    <a:pt x="85277" y="81892"/>
                    <a:pt x="85899" y="81269"/>
                    <a:pt x="86497" y="80647"/>
                  </a:cubicBezTo>
                  <a:lnTo>
                    <a:pt x="86995" y="80149"/>
                  </a:lnTo>
                  <a:cubicBezTo>
                    <a:pt x="87692" y="79427"/>
                    <a:pt x="88364" y="78730"/>
                    <a:pt x="89011" y="78009"/>
                  </a:cubicBezTo>
                  <a:cubicBezTo>
                    <a:pt x="89061" y="77984"/>
                    <a:pt x="89085" y="77934"/>
                    <a:pt x="89085" y="77909"/>
                  </a:cubicBezTo>
                  <a:cubicBezTo>
                    <a:pt x="89210" y="77785"/>
                    <a:pt x="89334" y="77635"/>
                    <a:pt x="89459" y="77511"/>
                  </a:cubicBezTo>
                  <a:close/>
                  <a:moveTo>
                    <a:pt x="5202" y="84256"/>
                  </a:moveTo>
                  <a:cubicBezTo>
                    <a:pt x="7044" y="86994"/>
                    <a:pt x="9633" y="89060"/>
                    <a:pt x="12919" y="90305"/>
                  </a:cubicBezTo>
                  <a:lnTo>
                    <a:pt x="12919" y="90355"/>
                  </a:lnTo>
                  <a:cubicBezTo>
                    <a:pt x="9658" y="89110"/>
                    <a:pt x="7044" y="87094"/>
                    <a:pt x="5202" y="84356"/>
                  </a:cubicBezTo>
                  <a:cubicBezTo>
                    <a:pt x="5178" y="84331"/>
                    <a:pt x="5202" y="84281"/>
                    <a:pt x="5202" y="84256"/>
                  </a:cubicBezTo>
                  <a:close/>
                  <a:moveTo>
                    <a:pt x="14064" y="87890"/>
                  </a:moveTo>
                  <a:lnTo>
                    <a:pt x="14064" y="87890"/>
                  </a:lnTo>
                  <a:cubicBezTo>
                    <a:pt x="13914" y="88737"/>
                    <a:pt x="13790" y="89558"/>
                    <a:pt x="13690" y="90355"/>
                  </a:cubicBezTo>
                  <a:cubicBezTo>
                    <a:pt x="13616" y="90330"/>
                    <a:pt x="13491" y="90305"/>
                    <a:pt x="13392" y="90255"/>
                  </a:cubicBezTo>
                  <a:cubicBezTo>
                    <a:pt x="13566" y="89483"/>
                    <a:pt x="13790" y="88662"/>
                    <a:pt x="14064" y="87890"/>
                  </a:cubicBezTo>
                  <a:close/>
                  <a:moveTo>
                    <a:pt x="13118" y="90355"/>
                  </a:moveTo>
                  <a:cubicBezTo>
                    <a:pt x="13143" y="90379"/>
                    <a:pt x="13168" y="90379"/>
                    <a:pt x="13168" y="90379"/>
                  </a:cubicBezTo>
                  <a:lnTo>
                    <a:pt x="13168" y="90454"/>
                  </a:lnTo>
                  <a:lnTo>
                    <a:pt x="13118" y="90454"/>
                  </a:lnTo>
                  <a:cubicBezTo>
                    <a:pt x="13068" y="90379"/>
                    <a:pt x="13068" y="90379"/>
                    <a:pt x="13118" y="90355"/>
                  </a:cubicBezTo>
                  <a:close/>
                  <a:moveTo>
                    <a:pt x="14611" y="86496"/>
                  </a:moveTo>
                  <a:lnTo>
                    <a:pt x="14611" y="86496"/>
                  </a:lnTo>
                  <a:cubicBezTo>
                    <a:pt x="14313" y="87841"/>
                    <a:pt x="14113" y="89135"/>
                    <a:pt x="13939" y="90454"/>
                  </a:cubicBezTo>
                  <a:cubicBezTo>
                    <a:pt x="13914" y="90454"/>
                    <a:pt x="13889" y="90404"/>
                    <a:pt x="13865" y="90404"/>
                  </a:cubicBezTo>
                  <a:cubicBezTo>
                    <a:pt x="14014" y="89234"/>
                    <a:pt x="14188" y="88040"/>
                    <a:pt x="14437" y="86845"/>
                  </a:cubicBezTo>
                  <a:cubicBezTo>
                    <a:pt x="14487" y="86720"/>
                    <a:pt x="14537" y="86621"/>
                    <a:pt x="14611" y="86496"/>
                  </a:cubicBezTo>
                  <a:close/>
                  <a:moveTo>
                    <a:pt x="75993" y="90379"/>
                  </a:moveTo>
                  <a:cubicBezTo>
                    <a:pt x="75993" y="90404"/>
                    <a:pt x="76018" y="90404"/>
                    <a:pt x="76018" y="90454"/>
                  </a:cubicBezTo>
                  <a:lnTo>
                    <a:pt x="75993" y="90479"/>
                  </a:lnTo>
                  <a:cubicBezTo>
                    <a:pt x="75993" y="90454"/>
                    <a:pt x="75993" y="90404"/>
                    <a:pt x="75968" y="90404"/>
                  </a:cubicBezTo>
                  <a:lnTo>
                    <a:pt x="75993" y="90379"/>
                  </a:lnTo>
                  <a:close/>
                  <a:moveTo>
                    <a:pt x="13317" y="90454"/>
                  </a:moveTo>
                  <a:cubicBezTo>
                    <a:pt x="13441" y="90479"/>
                    <a:pt x="13541" y="90504"/>
                    <a:pt x="13665" y="90579"/>
                  </a:cubicBezTo>
                  <a:lnTo>
                    <a:pt x="13665" y="90628"/>
                  </a:lnTo>
                  <a:cubicBezTo>
                    <a:pt x="13541" y="90603"/>
                    <a:pt x="13441" y="90579"/>
                    <a:pt x="13317" y="90529"/>
                  </a:cubicBezTo>
                  <a:lnTo>
                    <a:pt x="13317" y="90454"/>
                  </a:lnTo>
                  <a:close/>
                  <a:moveTo>
                    <a:pt x="88470" y="89071"/>
                  </a:moveTo>
                  <a:lnTo>
                    <a:pt x="88239" y="89284"/>
                  </a:lnTo>
                  <a:lnTo>
                    <a:pt x="87044" y="90404"/>
                  </a:lnTo>
                  <a:cubicBezTo>
                    <a:pt x="86970" y="90479"/>
                    <a:pt x="86895" y="90563"/>
                    <a:pt x="86820" y="90634"/>
                  </a:cubicBezTo>
                  <a:lnTo>
                    <a:pt x="86820" y="90634"/>
                  </a:lnTo>
                  <a:cubicBezTo>
                    <a:pt x="86870" y="90588"/>
                    <a:pt x="86920" y="90544"/>
                    <a:pt x="86970" y="90504"/>
                  </a:cubicBezTo>
                  <a:cubicBezTo>
                    <a:pt x="87368" y="90131"/>
                    <a:pt x="87791" y="89757"/>
                    <a:pt x="88189" y="89359"/>
                  </a:cubicBezTo>
                  <a:lnTo>
                    <a:pt x="88289" y="89259"/>
                  </a:lnTo>
                  <a:lnTo>
                    <a:pt x="88463" y="89085"/>
                  </a:lnTo>
                  <a:lnTo>
                    <a:pt x="88470" y="89071"/>
                  </a:lnTo>
                  <a:close/>
                  <a:moveTo>
                    <a:pt x="86820" y="90634"/>
                  </a:moveTo>
                  <a:lnTo>
                    <a:pt x="86820" y="90634"/>
                  </a:lnTo>
                  <a:cubicBezTo>
                    <a:pt x="86813" y="90640"/>
                    <a:pt x="86806" y="90647"/>
                    <a:pt x="86799" y="90654"/>
                  </a:cubicBezTo>
                  <a:lnTo>
                    <a:pt x="86799" y="90654"/>
                  </a:lnTo>
                  <a:cubicBezTo>
                    <a:pt x="86806" y="90647"/>
                    <a:pt x="86813" y="90641"/>
                    <a:pt x="86820" y="90634"/>
                  </a:cubicBezTo>
                  <a:close/>
                  <a:moveTo>
                    <a:pt x="13865" y="90603"/>
                  </a:moveTo>
                  <a:cubicBezTo>
                    <a:pt x="13889" y="90603"/>
                    <a:pt x="13889" y="90603"/>
                    <a:pt x="13914" y="90628"/>
                  </a:cubicBezTo>
                  <a:lnTo>
                    <a:pt x="13914" y="90678"/>
                  </a:lnTo>
                  <a:cubicBezTo>
                    <a:pt x="13889" y="90678"/>
                    <a:pt x="13889" y="90678"/>
                    <a:pt x="13865" y="90628"/>
                  </a:cubicBezTo>
                  <a:cubicBezTo>
                    <a:pt x="13815" y="90628"/>
                    <a:pt x="13865" y="90628"/>
                    <a:pt x="13865" y="90603"/>
                  </a:cubicBezTo>
                  <a:close/>
                  <a:moveTo>
                    <a:pt x="27505" y="82265"/>
                  </a:moveTo>
                  <a:cubicBezTo>
                    <a:pt x="28849" y="82464"/>
                    <a:pt x="30193" y="82539"/>
                    <a:pt x="31537" y="82539"/>
                  </a:cubicBezTo>
                  <a:cubicBezTo>
                    <a:pt x="31861" y="82539"/>
                    <a:pt x="32184" y="82514"/>
                    <a:pt x="32533" y="82514"/>
                  </a:cubicBezTo>
                  <a:cubicBezTo>
                    <a:pt x="32035" y="84854"/>
                    <a:pt x="31861" y="87368"/>
                    <a:pt x="31985" y="89956"/>
                  </a:cubicBezTo>
                  <a:cubicBezTo>
                    <a:pt x="29621" y="90603"/>
                    <a:pt x="27355" y="91027"/>
                    <a:pt x="25190" y="91300"/>
                  </a:cubicBezTo>
                  <a:cubicBezTo>
                    <a:pt x="25613" y="88388"/>
                    <a:pt x="26385" y="85376"/>
                    <a:pt x="27505" y="82265"/>
                  </a:cubicBezTo>
                  <a:close/>
                  <a:moveTo>
                    <a:pt x="1743" y="90504"/>
                  </a:moveTo>
                  <a:lnTo>
                    <a:pt x="1743" y="90504"/>
                  </a:lnTo>
                  <a:cubicBezTo>
                    <a:pt x="1792" y="90579"/>
                    <a:pt x="1792" y="90603"/>
                    <a:pt x="1817" y="90678"/>
                  </a:cubicBezTo>
                  <a:lnTo>
                    <a:pt x="1817" y="90703"/>
                  </a:lnTo>
                  <a:cubicBezTo>
                    <a:pt x="1842" y="90803"/>
                    <a:pt x="1917" y="90877"/>
                    <a:pt x="1942" y="90977"/>
                  </a:cubicBezTo>
                  <a:cubicBezTo>
                    <a:pt x="1964" y="91090"/>
                    <a:pt x="1997" y="91204"/>
                    <a:pt x="2036" y="91318"/>
                  </a:cubicBezTo>
                  <a:lnTo>
                    <a:pt x="2036" y="91318"/>
                  </a:lnTo>
                  <a:cubicBezTo>
                    <a:pt x="1991" y="91249"/>
                    <a:pt x="1991" y="91224"/>
                    <a:pt x="1967" y="91176"/>
                  </a:cubicBezTo>
                  <a:cubicBezTo>
                    <a:pt x="1917" y="90952"/>
                    <a:pt x="1817" y="90728"/>
                    <a:pt x="1743" y="90504"/>
                  </a:cubicBezTo>
                  <a:close/>
                  <a:moveTo>
                    <a:pt x="27355" y="82240"/>
                  </a:moveTo>
                  <a:cubicBezTo>
                    <a:pt x="26235" y="85351"/>
                    <a:pt x="25439" y="88388"/>
                    <a:pt x="24991" y="91325"/>
                  </a:cubicBezTo>
                  <a:cubicBezTo>
                    <a:pt x="24991" y="91313"/>
                    <a:pt x="24985" y="91307"/>
                    <a:pt x="24975" y="91307"/>
                  </a:cubicBezTo>
                  <a:cubicBezTo>
                    <a:pt x="24966" y="91307"/>
                    <a:pt x="24954" y="91313"/>
                    <a:pt x="24941" y="91325"/>
                  </a:cubicBezTo>
                  <a:cubicBezTo>
                    <a:pt x="25364" y="88388"/>
                    <a:pt x="26186" y="85351"/>
                    <a:pt x="27306" y="82240"/>
                  </a:cubicBezTo>
                  <a:close/>
                  <a:moveTo>
                    <a:pt x="18146" y="80373"/>
                  </a:moveTo>
                  <a:cubicBezTo>
                    <a:pt x="18270" y="80398"/>
                    <a:pt x="18395" y="80473"/>
                    <a:pt x="18544" y="80498"/>
                  </a:cubicBezTo>
                  <a:cubicBezTo>
                    <a:pt x="18793" y="80597"/>
                    <a:pt x="19042" y="80647"/>
                    <a:pt x="19291" y="80747"/>
                  </a:cubicBezTo>
                  <a:cubicBezTo>
                    <a:pt x="19465" y="80772"/>
                    <a:pt x="19639" y="80846"/>
                    <a:pt x="19838" y="80871"/>
                  </a:cubicBezTo>
                  <a:lnTo>
                    <a:pt x="20585" y="81045"/>
                  </a:lnTo>
                  <a:cubicBezTo>
                    <a:pt x="20734" y="81095"/>
                    <a:pt x="20909" y="81120"/>
                    <a:pt x="21083" y="81145"/>
                  </a:cubicBezTo>
                  <a:cubicBezTo>
                    <a:pt x="21158" y="81170"/>
                    <a:pt x="21257" y="81170"/>
                    <a:pt x="21357" y="81170"/>
                  </a:cubicBezTo>
                  <a:lnTo>
                    <a:pt x="21904" y="81269"/>
                  </a:lnTo>
                  <a:cubicBezTo>
                    <a:pt x="22153" y="81294"/>
                    <a:pt x="22402" y="81344"/>
                    <a:pt x="22651" y="81344"/>
                  </a:cubicBezTo>
                  <a:cubicBezTo>
                    <a:pt x="22751" y="81344"/>
                    <a:pt x="22850" y="81369"/>
                    <a:pt x="22975" y="81369"/>
                  </a:cubicBezTo>
                  <a:cubicBezTo>
                    <a:pt x="24344" y="81742"/>
                    <a:pt x="25738" y="82016"/>
                    <a:pt x="27131" y="82240"/>
                  </a:cubicBezTo>
                  <a:cubicBezTo>
                    <a:pt x="26011" y="85376"/>
                    <a:pt x="25215" y="88463"/>
                    <a:pt x="24767" y="91375"/>
                  </a:cubicBezTo>
                  <a:cubicBezTo>
                    <a:pt x="23653" y="91474"/>
                    <a:pt x="22564" y="91525"/>
                    <a:pt x="21506" y="91525"/>
                  </a:cubicBezTo>
                  <a:cubicBezTo>
                    <a:pt x="18829" y="91525"/>
                    <a:pt x="16343" y="91200"/>
                    <a:pt x="14113" y="90504"/>
                  </a:cubicBezTo>
                  <a:cubicBezTo>
                    <a:pt x="14288" y="88911"/>
                    <a:pt x="14561" y="87268"/>
                    <a:pt x="14985" y="85625"/>
                  </a:cubicBezTo>
                  <a:cubicBezTo>
                    <a:pt x="15806" y="83783"/>
                    <a:pt x="16876" y="82016"/>
                    <a:pt x="18146" y="80373"/>
                  </a:cubicBezTo>
                  <a:close/>
                  <a:moveTo>
                    <a:pt x="32035" y="90131"/>
                  </a:moveTo>
                  <a:lnTo>
                    <a:pt x="32035" y="90205"/>
                  </a:lnTo>
                  <a:cubicBezTo>
                    <a:pt x="29670" y="90852"/>
                    <a:pt x="27355" y="91300"/>
                    <a:pt x="25140" y="91549"/>
                  </a:cubicBezTo>
                  <a:cubicBezTo>
                    <a:pt x="25140" y="91500"/>
                    <a:pt x="25140" y="91475"/>
                    <a:pt x="25190" y="91475"/>
                  </a:cubicBezTo>
                  <a:cubicBezTo>
                    <a:pt x="27380" y="91226"/>
                    <a:pt x="29670" y="90803"/>
                    <a:pt x="32035" y="90131"/>
                  </a:cubicBezTo>
                  <a:close/>
                  <a:moveTo>
                    <a:pt x="24966" y="91500"/>
                  </a:moveTo>
                  <a:lnTo>
                    <a:pt x="24966" y="91574"/>
                  </a:lnTo>
                  <a:lnTo>
                    <a:pt x="24891" y="91574"/>
                  </a:lnTo>
                  <a:lnTo>
                    <a:pt x="24891" y="91500"/>
                  </a:lnTo>
                  <a:close/>
                  <a:moveTo>
                    <a:pt x="2041" y="91332"/>
                  </a:moveTo>
                  <a:cubicBezTo>
                    <a:pt x="2071" y="91418"/>
                    <a:pt x="2104" y="91504"/>
                    <a:pt x="2138" y="91591"/>
                  </a:cubicBezTo>
                  <a:lnTo>
                    <a:pt x="2138" y="91591"/>
                  </a:lnTo>
                  <a:cubicBezTo>
                    <a:pt x="2119" y="91560"/>
                    <a:pt x="2101" y="91530"/>
                    <a:pt x="2091" y="91500"/>
                  </a:cubicBezTo>
                  <a:cubicBezTo>
                    <a:pt x="2091" y="91475"/>
                    <a:pt x="2091" y="91475"/>
                    <a:pt x="2066" y="91450"/>
                  </a:cubicBezTo>
                  <a:cubicBezTo>
                    <a:pt x="2043" y="91404"/>
                    <a:pt x="2041" y="91359"/>
                    <a:pt x="2041" y="91332"/>
                  </a:cubicBezTo>
                  <a:close/>
                  <a:moveTo>
                    <a:pt x="14064" y="90703"/>
                  </a:moveTo>
                  <a:cubicBezTo>
                    <a:pt x="16298" y="91389"/>
                    <a:pt x="18732" y="91715"/>
                    <a:pt x="21355" y="91715"/>
                  </a:cubicBezTo>
                  <a:cubicBezTo>
                    <a:pt x="22444" y="91715"/>
                    <a:pt x="23564" y="91659"/>
                    <a:pt x="24717" y="91549"/>
                  </a:cubicBezTo>
                  <a:lnTo>
                    <a:pt x="24717" y="91599"/>
                  </a:lnTo>
                  <a:cubicBezTo>
                    <a:pt x="23572" y="91724"/>
                    <a:pt x="22402" y="91798"/>
                    <a:pt x="21332" y="91798"/>
                  </a:cubicBezTo>
                  <a:cubicBezTo>
                    <a:pt x="18668" y="91798"/>
                    <a:pt x="16254" y="91450"/>
                    <a:pt x="14064" y="90753"/>
                  </a:cubicBezTo>
                  <a:lnTo>
                    <a:pt x="14064" y="90703"/>
                  </a:lnTo>
                  <a:close/>
                  <a:moveTo>
                    <a:pt x="46397" y="84505"/>
                  </a:moveTo>
                  <a:cubicBezTo>
                    <a:pt x="46422" y="84655"/>
                    <a:pt x="46422" y="84779"/>
                    <a:pt x="46447" y="84928"/>
                  </a:cubicBezTo>
                  <a:cubicBezTo>
                    <a:pt x="46497" y="85252"/>
                    <a:pt x="46522" y="85600"/>
                    <a:pt x="46547" y="85899"/>
                  </a:cubicBezTo>
                  <a:cubicBezTo>
                    <a:pt x="46547" y="85999"/>
                    <a:pt x="46547" y="86123"/>
                    <a:pt x="46571" y="86223"/>
                  </a:cubicBezTo>
                  <a:lnTo>
                    <a:pt x="46571" y="86372"/>
                  </a:lnTo>
                  <a:cubicBezTo>
                    <a:pt x="46571" y="86720"/>
                    <a:pt x="46621" y="87094"/>
                    <a:pt x="46571" y="87417"/>
                  </a:cubicBezTo>
                  <a:lnTo>
                    <a:pt x="46571" y="87865"/>
                  </a:lnTo>
                  <a:lnTo>
                    <a:pt x="46571" y="88139"/>
                  </a:lnTo>
                  <a:cubicBezTo>
                    <a:pt x="46571" y="88463"/>
                    <a:pt x="46547" y="88786"/>
                    <a:pt x="46522" y="89110"/>
                  </a:cubicBezTo>
                  <a:lnTo>
                    <a:pt x="46422" y="89857"/>
                  </a:lnTo>
                  <a:cubicBezTo>
                    <a:pt x="46397" y="90205"/>
                    <a:pt x="46323" y="90529"/>
                    <a:pt x="46273" y="90877"/>
                  </a:cubicBezTo>
                  <a:cubicBezTo>
                    <a:pt x="46248" y="91126"/>
                    <a:pt x="46173" y="91350"/>
                    <a:pt x="46123" y="91599"/>
                  </a:cubicBezTo>
                  <a:cubicBezTo>
                    <a:pt x="46072" y="91840"/>
                    <a:pt x="46008" y="92070"/>
                    <a:pt x="45949" y="92304"/>
                  </a:cubicBezTo>
                  <a:lnTo>
                    <a:pt x="45949" y="92304"/>
                  </a:lnTo>
                  <a:cubicBezTo>
                    <a:pt x="46584" y="89689"/>
                    <a:pt x="46716" y="87036"/>
                    <a:pt x="46372" y="84530"/>
                  </a:cubicBezTo>
                  <a:cubicBezTo>
                    <a:pt x="46372" y="84530"/>
                    <a:pt x="46397" y="84530"/>
                    <a:pt x="46397" y="84505"/>
                  </a:cubicBezTo>
                  <a:close/>
                  <a:moveTo>
                    <a:pt x="45914" y="92446"/>
                  </a:moveTo>
                  <a:cubicBezTo>
                    <a:pt x="45900" y="92503"/>
                    <a:pt x="45887" y="92561"/>
                    <a:pt x="45874" y="92620"/>
                  </a:cubicBezTo>
                  <a:cubicBezTo>
                    <a:pt x="45866" y="92645"/>
                    <a:pt x="45858" y="92670"/>
                    <a:pt x="45850" y="92695"/>
                  </a:cubicBezTo>
                  <a:lnTo>
                    <a:pt x="45850" y="92695"/>
                  </a:lnTo>
                  <a:cubicBezTo>
                    <a:pt x="45872" y="92612"/>
                    <a:pt x="45893" y="92529"/>
                    <a:pt x="45914" y="92446"/>
                  </a:cubicBezTo>
                  <a:close/>
                  <a:moveTo>
                    <a:pt x="45626" y="93490"/>
                  </a:moveTo>
                  <a:cubicBezTo>
                    <a:pt x="45626" y="93490"/>
                    <a:pt x="45626" y="93490"/>
                    <a:pt x="45626" y="93491"/>
                  </a:cubicBezTo>
                  <a:cubicBezTo>
                    <a:pt x="45624" y="93495"/>
                    <a:pt x="45623" y="93499"/>
                    <a:pt x="45622" y="93503"/>
                  </a:cubicBezTo>
                  <a:lnTo>
                    <a:pt x="45622" y="93503"/>
                  </a:lnTo>
                  <a:cubicBezTo>
                    <a:pt x="45623" y="93498"/>
                    <a:pt x="45624" y="93494"/>
                    <a:pt x="45626" y="93490"/>
                  </a:cubicBezTo>
                  <a:close/>
                  <a:moveTo>
                    <a:pt x="70143" y="81244"/>
                  </a:moveTo>
                  <a:cubicBezTo>
                    <a:pt x="72035" y="83908"/>
                    <a:pt x="73753" y="86696"/>
                    <a:pt x="75146" y="89259"/>
                  </a:cubicBezTo>
                  <a:cubicBezTo>
                    <a:pt x="72558" y="91101"/>
                    <a:pt x="69944" y="92620"/>
                    <a:pt x="67405" y="93864"/>
                  </a:cubicBezTo>
                  <a:cubicBezTo>
                    <a:pt x="65638" y="91923"/>
                    <a:pt x="63846" y="89707"/>
                    <a:pt x="62228" y="87442"/>
                  </a:cubicBezTo>
                  <a:cubicBezTo>
                    <a:pt x="64966" y="85476"/>
                    <a:pt x="67629" y="83410"/>
                    <a:pt x="70143" y="81244"/>
                  </a:cubicBezTo>
                  <a:close/>
                  <a:moveTo>
                    <a:pt x="46148" y="84655"/>
                  </a:moveTo>
                  <a:lnTo>
                    <a:pt x="46148" y="84655"/>
                  </a:lnTo>
                  <a:cubicBezTo>
                    <a:pt x="46547" y="87666"/>
                    <a:pt x="46223" y="90852"/>
                    <a:pt x="45227" y="93939"/>
                  </a:cubicBezTo>
                  <a:cubicBezTo>
                    <a:pt x="44232" y="92819"/>
                    <a:pt x="43510" y="91450"/>
                    <a:pt x="43062" y="89832"/>
                  </a:cubicBezTo>
                  <a:cubicBezTo>
                    <a:pt x="43734" y="88438"/>
                    <a:pt x="44182" y="86994"/>
                    <a:pt x="44481" y="85526"/>
                  </a:cubicBezTo>
                  <a:cubicBezTo>
                    <a:pt x="45028" y="85252"/>
                    <a:pt x="45601" y="84953"/>
                    <a:pt x="46148" y="84655"/>
                  </a:cubicBezTo>
                  <a:close/>
                  <a:moveTo>
                    <a:pt x="62079" y="87567"/>
                  </a:moveTo>
                  <a:cubicBezTo>
                    <a:pt x="63721" y="89832"/>
                    <a:pt x="65464" y="91997"/>
                    <a:pt x="67256" y="93964"/>
                  </a:cubicBezTo>
                  <a:cubicBezTo>
                    <a:pt x="67206" y="93964"/>
                    <a:pt x="67206" y="93989"/>
                    <a:pt x="67181" y="93989"/>
                  </a:cubicBezTo>
                  <a:lnTo>
                    <a:pt x="67156" y="93964"/>
                  </a:lnTo>
                  <a:cubicBezTo>
                    <a:pt x="65389" y="91997"/>
                    <a:pt x="63647" y="89832"/>
                    <a:pt x="62054" y="87592"/>
                  </a:cubicBezTo>
                  <a:lnTo>
                    <a:pt x="62079" y="87567"/>
                  </a:lnTo>
                  <a:close/>
                  <a:moveTo>
                    <a:pt x="75246" y="89458"/>
                  </a:moveTo>
                  <a:cubicBezTo>
                    <a:pt x="75246" y="89483"/>
                    <a:pt x="75271" y="89483"/>
                    <a:pt x="75271" y="89508"/>
                  </a:cubicBezTo>
                  <a:cubicBezTo>
                    <a:pt x="72732" y="91325"/>
                    <a:pt x="70118" y="92844"/>
                    <a:pt x="67555" y="94088"/>
                  </a:cubicBezTo>
                  <a:cubicBezTo>
                    <a:pt x="67555" y="94088"/>
                    <a:pt x="67530" y="94063"/>
                    <a:pt x="67530" y="94038"/>
                  </a:cubicBezTo>
                  <a:cubicBezTo>
                    <a:pt x="70069" y="92819"/>
                    <a:pt x="72657" y="91300"/>
                    <a:pt x="75246" y="89458"/>
                  </a:cubicBezTo>
                  <a:close/>
                  <a:moveTo>
                    <a:pt x="45568" y="93678"/>
                  </a:moveTo>
                  <a:cubicBezTo>
                    <a:pt x="45521" y="93837"/>
                    <a:pt x="45480" y="93988"/>
                    <a:pt x="45426" y="94113"/>
                  </a:cubicBezTo>
                  <a:cubicBezTo>
                    <a:pt x="45475" y="93968"/>
                    <a:pt x="45522" y="93823"/>
                    <a:pt x="45568" y="93678"/>
                  </a:cubicBezTo>
                  <a:close/>
                  <a:moveTo>
                    <a:pt x="42987" y="90056"/>
                  </a:moveTo>
                  <a:cubicBezTo>
                    <a:pt x="43435" y="91624"/>
                    <a:pt x="44157" y="92993"/>
                    <a:pt x="45153" y="94113"/>
                  </a:cubicBezTo>
                  <a:cubicBezTo>
                    <a:pt x="45153" y="94163"/>
                    <a:pt x="45128" y="94188"/>
                    <a:pt x="45128" y="94188"/>
                  </a:cubicBezTo>
                  <a:cubicBezTo>
                    <a:pt x="44132" y="93068"/>
                    <a:pt x="43385" y="91724"/>
                    <a:pt x="42912" y="90131"/>
                  </a:cubicBezTo>
                  <a:cubicBezTo>
                    <a:pt x="42937" y="90106"/>
                    <a:pt x="42937" y="90081"/>
                    <a:pt x="42987" y="90056"/>
                  </a:cubicBezTo>
                  <a:close/>
                  <a:moveTo>
                    <a:pt x="67331" y="94113"/>
                  </a:moveTo>
                  <a:cubicBezTo>
                    <a:pt x="67331" y="94138"/>
                    <a:pt x="67380" y="94138"/>
                    <a:pt x="67380" y="94188"/>
                  </a:cubicBezTo>
                  <a:cubicBezTo>
                    <a:pt x="67331" y="94188"/>
                    <a:pt x="67331" y="94213"/>
                    <a:pt x="67306" y="94213"/>
                  </a:cubicBezTo>
                  <a:cubicBezTo>
                    <a:pt x="67306" y="94188"/>
                    <a:pt x="67306" y="94138"/>
                    <a:pt x="67281" y="94138"/>
                  </a:cubicBezTo>
                  <a:cubicBezTo>
                    <a:pt x="67306" y="94138"/>
                    <a:pt x="67306" y="94113"/>
                    <a:pt x="67331" y="94113"/>
                  </a:cubicBezTo>
                  <a:close/>
                  <a:moveTo>
                    <a:pt x="45352" y="94312"/>
                  </a:moveTo>
                  <a:cubicBezTo>
                    <a:pt x="45377" y="94362"/>
                    <a:pt x="45352" y="94362"/>
                    <a:pt x="45352" y="94412"/>
                  </a:cubicBezTo>
                  <a:lnTo>
                    <a:pt x="45302" y="94362"/>
                  </a:lnTo>
                  <a:cubicBezTo>
                    <a:pt x="45302" y="94337"/>
                    <a:pt x="45302" y="94337"/>
                    <a:pt x="45352" y="94312"/>
                  </a:cubicBezTo>
                  <a:close/>
                  <a:moveTo>
                    <a:pt x="91319" y="90945"/>
                  </a:moveTo>
                  <a:cubicBezTo>
                    <a:pt x="90031" y="92197"/>
                    <a:pt x="88707" y="93432"/>
                    <a:pt x="87337" y="94644"/>
                  </a:cubicBezTo>
                  <a:lnTo>
                    <a:pt x="87337" y="94644"/>
                  </a:lnTo>
                  <a:cubicBezTo>
                    <a:pt x="88780" y="93361"/>
                    <a:pt x="90261" y="91967"/>
                    <a:pt x="91319" y="90945"/>
                  </a:cubicBezTo>
                  <a:close/>
                  <a:moveTo>
                    <a:pt x="58171" y="86098"/>
                  </a:moveTo>
                  <a:cubicBezTo>
                    <a:pt x="58544" y="87069"/>
                    <a:pt x="58917" y="88015"/>
                    <a:pt x="59191" y="89010"/>
                  </a:cubicBezTo>
                  <a:cubicBezTo>
                    <a:pt x="56055" y="91126"/>
                    <a:pt x="52869" y="93018"/>
                    <a:pt x="49733" y="94661"/>
                  </a:cubicBezTo>
                  <a:cubicBezTo>
                    <a:pt x="50131" y="91823"/>
                    <a:pt x="50081" y="88961"/>
                    <a:pt x="49509" y="86272"/>
                  </a:cubicBezTo>
                  <a:lnTo>
                    <a:pt x="49509" y="86272"/>
                  </a:lnTo>
                  <a:cubicBezTo>
                    <a:pt x="50629" y="86621"/>
                    <a:pt x="51848" y="86820"/>
                    <a:pt x="53143" y="86820"/>
                  </a:cubicBezTo>
                  <a:cubicBezTo>
                    <a:pt x="54711" y="86820"/>
                    <a:pt x="56379" y="86571"/>
                    <a:pt x="58171" y="86098"/>
                  </a:cubicBezTo>
                  <a:close/>
                  <a:moveTo>
                    <a:pt x="49286" y="86180"/>
                  </a:moveTo>
                  <a:cubicBezTo>
                    <a:pt x="49295" y="86198"/>
                    <a:pt x="49337" y="86200"/>
                    <a:pt x="49359" y="86223"/>
                  </a:cubicBezTo>
                  <a:cubicBezTo>
                    <a:pt x="49907" y="88961"/>
                    <a:pt x="50006" y="91848"/>
                    <a:pt x="49583" y="94735"/>
                  </a:cubicBezTo>
                  <a:cubicBezTo>
                    <a:pt x="49533" y="94735"/>
                    <a:pt x="49533" y="94760"/>
                    <a:pt x="49509" y="94760"/>
                  </a:cubicBezTo>
                  <a:cubicBezTo>
                    <a:pt x="49956" y="91850"/>
                    <a:pt x="49882" y="88916"/>
                    <a:pt x="49286" y="86180"/>
                  </a:cubicBezTo>
                  <a:close/>
                  <a:moveTo>
                    <a:pt x="59291" y="89160"/>
                  </a:moveTo>
                  <a:cubicBezTo>
                    <a:pt x="59291" y="89210"/>
                    <a:pt x="59291" y="89210"/>
                    <a:pt x="59316" y="89234"/>
                  </a:cubicBezTo>
                  <a:cubicBezTo>
                    <a:pt x="56130" y="91375"/>
                    <a:pt x="52944" y="93267"/>
                    <a:pt x="49733" y="94959"/>
                  </a:cubicBezTo>
                  <a:lnTo>
                    <a:pt x="49733" y="94860"/>
                  </a:lnTo>
                  <a:cubicBezTo>
                    <a:pt x="52894" y="93217"/>
                    <a:pt x="56080" y="91325"/>
                    <a:pt x="59291" y="89160"/>
                  </a:cubicBezTo>
                  <a:close/>
                  <a:moveTo>
                    <a:pt x="49509" y="94959"/>
                  </a:moveTo>
                  <a:lnTo>
                    <a:pt x="49509" y="95059"/>
                  </a:lnTo>
                  <a:cubicBezTo>
                    <a:pt x="49484" y="95059"/>
                    <a:pt x="49484" y="95084"/>
                    <a:pt x="49459" y="95084"/>
                  </a:cubicBezTo>
                  <a:lnTo>
                    <a:pt x="49459" y="94984"/>
                  </a:lnTo>
                  <a:cubicBezTo>
                    <a:pt x="49484" y="94984"/>
                    <a:pt x="49484" y="94959"/>
                    <a:pt x="49509" y="94959"/>
                  </a:cubicBezTo>
                  <a:close/>
                  <a:moveTo>
                    <a:pt x="2763" y="79552"/>
                  </a:moveTo>
                  <a:cubicBezTo>
                    <a:pt x="3261" y="81195"/>
                    <a:pt x="3933" y="82688"/>
                    <a:pt x="4754" y="84032"/>
                  </a:cubicBezTo>
                  <a:cubicBezTo>
                    <a:pt x="4680" y="84679"/>
                    <a:pt x="4605" y="85302"/>
                    <a:pt x="4555" y="85974"/>
                  </a:cubicBezTo>
                  <a:cubicBezTo>
                    <a:pt x="4555" y="86098"/>
                    <a:pt x="4505" y="86173"/>
                    <a:pt x="4505" y="86297"/>
                  </a:cubicBezTo>
                  <a:cubicBezTo>
                    <a:pt x="4456" y="86969"/>
                    <a:pt x="4431" y="87617"/>
                    <a:pt x="4381" y="88264"/>
                  </a:cubicBezTo>
                  <a:lnTo>
                    <a:pt x="4381" y="88712"/>
                  </a:lnTo>
                  <a:lnTo>
                    <a:pt x="4381" y="90255"/>
                  </a:lnTo>
                  <a:lnTo>
                    <a:pt x="4381" y="90703"/>
                  </a:lnTo>
                  <a:cubicBezTo>
                    <a:pt x="4431" y="91276"/>
                    <a:pt x="4456" y="91873"/>
                    <a:pt x="4505" y="92470"/>
                  </a:cubicBezTo>
                  <a:cubicBezTo>
                    <a:pt x="4505" y="92620"/>
                    <a:pt x="4555" y="92769"/>
                    <a:pt x="4580" y="92968"/>
                  </a:cubicBezTo>
                  <a:cubicBezTo>
                    <a:pt x="4655" y="93565"/>
                    <a:pt x="4729" y="94138"/>
                    <a:pt x="4829" y="94735"/>
                  </a:cubicBezTo>
                  <a:cubicBezTo>
                    <a:pt x="4829" y="94760"/>
                    <a:pt x="4854" y="94835"/>
                    <a:pt x="4854" y="94860"/>
                  </a:cubicBezTo>
                  <a:cubicBezTo>
                    <a:pt x="4879" y="95009"/>
                    <a:pt x="4929" y="95134"/>
                    <a:pt x="4953" y="95308"/>
                  </a:cubicBezTo>
                  <a:cubicBezTo>
                    <a:pt x="3360" y="93317"/>
                    <a:pt x="2215" y="90952"/>
                    <a:pt x="1494" y="88214"/>
                  </a:cubicBezTo>
                  <a:cubicBezTo>
                    <a:pt x="1444" y="87766"/>
                    <a:pt x="1419" y="87368"/>
                    <a:pt x="1369" y="86944"/>
                  </a:cubicBezTo>
                  <a:lnTo>
                    <a:pt x="1369" y="86745"/>
                  </a:lnTo>
                  <a:cubicBezTo>
                    <a:pt x="1344" y="86322"/>
                    <a:pt x="1344" y="85874"/>
                    <a:pt x="1369" y="85426"/>
                  </a:cubicBezTo>
                  <a:cubicBezTo>
                    <a:pt x="1369" y="85351"/>
                    <a:pt x="1369" y="85227"/>
                    <a:pt x="1394" y="85127"/>
                  </a:cubicBezTo>
                  <a:cubicBezTo>
                    <a:pt x="1394" y="84978"/>
                    <a:pt x="1444" y="84804"/>
                    <a:pt x="1444" y="84630"/>
                  </a:cubicBezTo>
                  <a:cubicBezTo>
                    <a:pt x="1593" y="82887"/>
                    <a:pt x="2066" y="81195"/>
                    <a:pt x="2763" y="79552"/>
                  </a:cubicBezTo>
                  <a:close/>
                  <a:moveTo>
                    <a:pt x="75395" y="89707"/>
                  </a:moveTo>
                  <a:cubicBezTo>
                    <a:pt x="75520" y="89907"/>
                    <a:pt x="75644" y="90155"/>
                    <a:pt x="75744" y="90379"/>
                  </a:cubicBezTo>
                  <a:cubicBezTo>
                    <a:pt x="75420" y="90628"/>
                    <a:pt x="75122" y="90902"/>
                    <a:pt x="74773" y="91151"/>
                  </a:cubicBezTo>
                  <a:cubicBezTo>
                    <a:pt x="74524" y="91375"/>
                    <a:pt x="74275" y="91574"/>
                    <a:pt x="74026" y="91773"/>
                  </a:cubicBezTo>
                  <a:cubicBezTo>
                    <a:pt x="73304" y="92346"/>
                    <a:pt x="72608" y="92893"/>
                    <a:pt x="71886" y="93441"/>
                  </a:cubicBezTo>
                  <a:cubicBezTo>
                    <a:pt x="71687" y="93590"/>
                    <a:pt x="71512" y="93715"/>
                    <a:pt x="71313" y="93864"/>
                  </a:cubicBezTo>
                  <a:cubicBezTo>
                    <a:pt x="70641" y="94387"/>
                    <a:pt x="69919" y="94934"/>
                    <a:pt x="69197" y="95432"/>
                  </a:cubicBezTo>
                  <a:cubicBezTo>
                    <a:pt x="69123" y="95457"/>
                    <a:pt x="69023" y="95532"/>
                    <a:pt x="68949" y="95582"/>
                  </a:cubicBezTo>
                  <a:cubicBezTo>
                    <a:pt x="68824" y="95457"/>
                    <a:pt x="68700" y="95308"/>
                    <a:pt x="68575" y="95183"/>
                  </a:cubicBezTo>
                  <a:cubicBezTo>
                    <a:pt x="68301" y="94860"/>
                    <a:pt x="68003" y="94561"/>
                    <a:pt x="67704" y="94238"/>
                  </a:cubicBezTo>
                  <a:cubicBezTo>
                    <a:pt x="70268" y="92993"/>
                    <a:pt x="72856" y="91475"/>
                    <a:pt x="75395" y="89707"/>
                  </a:cubicBezTo>
                  <a:close/>
                  <a:moveTo>
                    <a:pt x="4929" y="84331"/>
                  </a:moveTo>
                  <a:cubicBezTo>
                    <a:pt x="4953" y="84356"/>
                    <a:pt x="4953" y="84381"/>
                    <a:pt x="4978" y="84381"/>
                  </a:cubicBezTo>
                  <a:cubicBezTo>
                    <a:pt x="4929" y="84903"/>
                    <a:pt x="4854" y="85426"/>
                    <a:pt x="4804" y="85949"/>
                  </a:cubicBezTo>
                  <a:cubicBezTo>
                    <a:pt x="4804" y="86048"/>
                    <a:pt x="4779" y="86223"/>
                    <a:pt x="4779" y="86347"/>
                  </a:cubicBezTo>
                  <a:cubicBezTo>
                    <a:pt x="4705" y="86969"/>
                    <a:pt x="4680" y="87592"/>
                    <a:pt x="4655" y="88214"/>
                  </a:cubicBezTo>
                  <a:lnTo>
                    <a:pt x="4655" y="88388"/>
                  </a:lnTo>
                  <a:cubicBezTo>
                    <a:pt x="4605" y="89010"/>
                    <a:pt x="4655" y="89633"/>
                    <a:pt x="4655" y="90255"/>
                  </a:cubicBezTo>
                  <a:cubicBezTo>
                    <a:pt x="4655" y="90454"/>
                    <a:pt x="4655" y="90628"/>
                    <a:pt x="4680" y="90852"/>
                  </a:cubicBezTo>
                  <a:cubicBezTo>
                    <a:pt x="4705" y="91375"/>
                    <a:pt x="4729" y="91923"/>
                    <a:pt x="4779" y="92420"/>
                  </a:cubicBezTo>
                  <a:cubicBezTo>
                    <a:pt x="4779" y="92495"/>
                    <a:pt x="4779" y="92595"/>
                    <a:pt x="4804" y="92719"/>
                  </a:cubicBezTo>
                  <a:cubicBezTo>
                    <a:pt x="4854" y="93317"/>
                    <a:pt x="4953" y="93914"/>
                    <a:pt x="5053" y="94462"/>
                  </a:cubicBezTo>
                  <a:cubicBezTo>
                    <a:pt x="5078" y="94611"/>
                    <a:pt x="5103" y="94785"/>
                    <a:pt x="5128" y="94959"/>
                  </a:cubicBezTo>
                  <a:cubicBezTo>
                    <a:pt x="5202" y="95208"/>
                    <a:pt x="5227" y="95457"/>
                    <a:pt x="5302" y="95706"/>
                  </a:cubicBezTo>
                  <a:cubicBezTo>
                    <a:pt x="5277" y="95681"/>
                    <a:pt x="5277" y="95656"/>
                    <a:pt x="5227" y="95607"/>
                  </a:cubicBezTo>
                  <a:cubicBezTo>
                    <a:pt x="5178" y="95358"/>
                    <a:pt x="5103" y="95084"/>
                    <a:pt x="5053" y="94835"/>
                  </a:cubicBezTo>
                  <a:cubicBezTo>
                    <a:pt x="5028" y="94735"/>
                    <a:pt x="5028" y="94611"/>
                    <a:pt x="4978" y="94536"/>
                  </a:cubicBezTo>
                  <a:cubicBezTo>
                    <a:pt x="4904" y="94038"/>
                    <a:pt x="4829" y="93491"/>
                    <a:pt x="4754" y="92968"/>
                  </a:cubicBezTo>
                  <a:cubicBezTo>
                    <a:pt x="4729" y="92819"/>
                    <a:pt x="4729" y="92694"/>
                    <a:pt x="4705" y="92545"/>
                  </a:cubicBezTo>
                  <a:cubicBezTo>
                    <a:pt x="4630" y="91972"/>
                    <a:pt x="4605" y="91375"/>
                    <a:pt x="4580" y="90803"/>
                  </a:cubicBezTo>
                  <a:cubicBezTo>
                    <a:pt x="4580" y="90603"/>
                    <a:pt x="4580" y="90429"/>
                    <a:pt x="4555" y="90205"/>
                  </a:cubicBezTo>
                  <a:lnTo>
                    <a:pt x="4555" y="88712"/>
                  </a:lnTo>
                  <a:lnTo>
                    <a:pt x="4555" y="88264"/>
                  </a:lnTo>
                  <a:cubicBezTo>
                    <a:pt x="4580" y="87641"/>
                    <a:pt x="4605" y="87019"/>
                    <a:pt x="4680" y="86372"/>
                  </a:cubicBezTo>
                  <a:cubicBezTo>
                    <a:pt x="4680" y="86223"/>
                    <a:pt x="4705" y="86024"/>
                    <a:pt x="4705" y="85874"/>
                  </a:cubicBezTo>
                  <a:cubicBezTo>
                    <a:pt x="4804" y="85376"/>
                    <a:pt x="4854" y="84854"/>
                    <a:pt x="4929" y="84331"/>
                  </a:cubicBezTo>
                  <a:close/>
                  <a:moveTo>
                    <a:pt x="67530" y="94312"/>
                  </a:moveTo>
                  <a:lnTo>
                    <a:pt x="68650" y="95507"/>
                  </a:lnTo>
                  <a:lnTo>
                    <a:pt x="68799" y="95681"/>
                  </a:lnTo>
                  <a:lnTo>
                    <a:pt x="68774" y="95681"/>
                  </a:lnTo>
                  <a:cubicBezTo>
                    <a:pt x="68774" y="95706"/>
                    <a:pt x="68774" y="95706"/>
                    <a:pt x="68749" y="95706"/>
                  </a:cubicBezTo>
                  <a:cubicBezTo>
                    <a:pt x="68525" y="95482"/>
                    <a:pt x="68326" y="95283"/>
                    <a:pt x="68127" y="95059"/>
                  </a:cubicBezTo>
                  <a:cubicBezTo>
                    <a:pt x="67903" y="94835"/>
                    <a:pt x="67679" y="94611"/>
                    <a:pt x="67505" y="94362"/>
                  </a:cubicBezTo>
                  <a:lnTo>
                    <a:pt x="67455" y="94337"/>
                  </a:lnTo>
                  <a:cubicBezTo>
                    <a:pt x="67505" y="94337"/>
                    <a:pt x="67505" y="94312"/>
                    <a:pt x="67530" y="94312"/>
                  </a:cubicBezTo>
                  <a:close/>
                  <a:moveTo>
                    <a:pt x="46621" y="84630"/>
                  </a:moveTo>
                  <a:cubicBezTo>
                    <a:pt x="47293" y="85252"/>
                    <a:pt x="48140" y="85725"/>
                    <a:pt x="49085" y="86098"/>
                  </a:cubicBezTo>
                  <a:cubicBezTo>
                    <a:pt x="49708" y="88886"/>
                    <a:pt x="49758" y="91873"/>
                    <a:pt x="49285" y="94860"/>
                  </a:cubicBezTo>
                  <a:cubicBezTo>
                    <a:pt x="48712" y="95183"/>
                    <a:pt x="48090" y="95482"/>
                    <a:pt x="47492" y="95781"/>
                  </a:cubicBezTo>
                  <a:cubicBezTo>
                    <a:pt x="46771" y="95358"/>
                    <a:pt x="46148" y="94860"/>
                    <a:pt x="45601" y="94287"/>
                  </a:cubicBezTo>
                  <a:cubicBezTo>
                    <a:pt x="46099" y="92844"/>
                    <a:pt x="46422" y="91375"/>
                    <a:pt x="46621" y="89882"/>
                  </a:cubicBezTo>
                  <a:cubicBezTo>
                    <a:pt x="46845" y="88114"/>
                    <a:pt x="46845" y="86372"/>
                    <a:pt x="46621" y="84729"/>
                  </a:cubicBezTo>
                  <a:lnTo>
                    <a:pt x="46621" y="84630"/>
                  </a:lnTo>
                  <a:close/>
                  <a:moveTo>
                    <a:pt x="75819" y="90504"/>
                  </a:moveTo>
                  <a:cubicBezTo>
                    <a:pt x="75819" y="90554"/>
                    <a:pt x="75868" y="90554"/>
                    <a:pt x="75868" y="90579"/>
                  </a:cubicBezTo>
                  <a:cubicBezTo>
                    <a:pt x="75520" y="90852"/>
                    <a:pt x="75171" y="91126"/>
                    <a:pt x="74873" y="91425"/>
                  </a:cubicBezTo>
                  <a:cubicBezTo>
                    <a:pt x="74624" y="91599"/>
                    <a:pt x="74400" y="91798"/>
                    <a:pt x="74151" y="91997"/>
                  </a:cubicBezTo>
                  <a:cubicBezTo>
                    <a:pt x="73429" y="92570"/>
                    <a:pt x="72682" y="93167"/>
                    <a:pt x="71985" y="93715"/>
                  </a:cubicBezTo>
                  <a:cubicBezTo>
                    <a:pt x="71786" y="93839"/>
                    <a:pt x="71637" y="93989"/>
                    <a:pt x="71438" y="94113"/>
                  </a:cubicBezTo>
                  <a:cubicBezTo>
                    <a:pt x="70691" y="94686"/>
                    <a:pt x="69944" y="95233"/>
                    <a:pt x="69173" y="95781"/>
                  </a:cubicBezTo>
                  <a:lnTo>
                    <a:pt x="69148" y="95731"/>
                  </a:lnTo>
                  <a:cubicBezTo>
                    <a:pt x="69123" y="95681"/>
                    <a:pt x="69148" y="95656"/>
                    <a:pt x="69197" y="95607"/>
                  </a:cubicBezTo>
                  <a:cubicBezTo>
                    <a:pt x="69919" y="95084"/>
                    <a:pt x="70666" y="94561"/>
                    <a:pt x="71388" y="94038"/>
                  </a:cubicBezTo>
                  <a:cubicBezTo>
                    <a:pt x="71562" y="93864"/>
                    <a:pt x="71761" y="93740"/>
                    <a:pt x="71985" y="93590"/>
                  </a:cubicBezTo>
                  <a:lnTo>
                    <a:pt x="74126" y="91923"/>
                  </a:lnTo>
                  <a:cubicBezTo>
                    <a:pt x="74375" y="91724"/>
                    <a:pt x="74574" y="91549"/>
                    <a:pt x="74848" y="91325"/>
                  </a:cubicBezTo>
                  <a:cubicBezTo>
                    <a:pt x="75171" y="91051"/>
                    <a:pt x="75495" y="90803"/>
                    <a:pt x="75819" y="90504"/>
                  </a:cubicBezTo>
                  <a:close/>
                  <a:moveTo>
                    <a:pt x="2041" y="90404"/>
                  </a:moveTo>
                  <a:lnTo>
                    <a:pt x="2041" y="90404"/>
                  </a:lnTo>
                  <a:cubicBezTo>
                    <a:pt x="2788" y="92396"/>
                    <a:pt x="3809" y="94138"/>
                    <a:pt x="5053" y="95681"/>
                  </a:cubicBezTo>
                  <a:cubicBezTo>
                    <a:pt x="5053" y="95706"/>
                    <a:pt x="5078" y="95756"/>
                    <a:pt x="5078" y="95806"/>
                  </a:cubicBezTo>
                  <a:cubicBezTo>
                    <a:pt x="4057" y="94561"/>
                    <a:pt x="3186" y="93192"/>
                    <a:pt x="2489" y="91649"/>
                  </a:cubicBezTo>
                  <a:cubicBezTo>
                    <a:pt x="2315" y="91251"/>
                    <a:pt x="2141" y="90852"/>
                    <a:pt x="2041" y="90404"/>
                  </a:cubicBezTo>
                  <a:close/>
                  <a:moveTo>
                    <a:pt x="45526" y="94486"/>
                  </a:moveTo>
                  <a:cubicBezTo>
                    <a:pt x="46049" y="95034"/>
                    <a:pt x="46646" y="95482"/>
                    <a:pt x="47293" y="95855"/>
                  </a:cubicBezTo>
                  <a:cubicBezTo>
                    <a:pt x="47268" y="95855"/>
                    <a:pt x="47268" y="95905"/>
                    <a:pt x="47244" y="95905"/>
                  </a:cubicBezTo>
                  <a:cubicBezTo>
                    <a:pt x="46596" y="95532"/>
                    <a:pt x="46024" y="95084"/>
                    <a:pt x="45501" y="94561"/>
                  </a:cubicBezTo>
                  <a:cubicBezTo>
                    <a:pt x="45501" y="94511"/>
                    <a:pt x="45501" y="94511"/>
                    <a:pt x="45526" y="94486"/>
                  </a:cubicBezTo>
                  <a:close/>
                  <a:moveTo>
                    <a:pt x="68874" y="95806"/>
                  </a:moveTo>
                  <a:cubicBezTo>
                    <a:pt x="68924" y="95831"/>
                    <a:pt x="68924" y="95831"/>
                    <a:pt x="68949" y="95855"/>
                  </a:cubicBezTo>
                  <a:lnTo>
                    <a:pt x="68899" y="95905"/>
                  </a:lnTo>
                  <a:lnTo>
                    <a:pt x="68874" y="95855"/>
                  </a:lnTo>
                  <a:lnTo>
                    <a:pt x="68824" y="95831"/>
                  </a:lnTo>
                  <a:lnTo>
                    <a:pt x="68874" y="95806"/>
                  </a:lnTo>
                  <a:close/>
                  <a:moveTo>
                    <a:pt x="49235" y="95084"/>
                  </a:moveTo>
                  <a:lnTo>
                    <a:pt x="49235" y="95183"/>
                  </a:lnTo>
                  <a:cubicBezTo>
                    <a:pt x="48737" y="95457"/>
                    <a:pt x="48264" y="95706"/>
                    <a:pt x="47766" y="95930"/>
                  </a:cubicBezTo>
                  <a:cubicBezTo>
                    <a:pt x="47741" y="95905"/>
                    <a:pt x="47716" y="95905"/>
                    <a:pt x="47667" y="95855"/>
                  </a:cubicBezTo>
                  <a:cubicBezTo>
                    <a:pt x="48189" y="95607"/>
                    <a:pt x="48712" y="95333"/>
                    <a:pt x="49235" y="95084"/>
                  </a:cubicBezTo>
                  <a:close/>
                  <a:moveTo>
                    <a:pt x="47492" y="95980"/>
                  </a:moveTo>
                  <a:cubicBezTo>
                    <a:pt x="47517" y="96005"/>
                    <a:pt x="47542" y="96005"/>
                    <a:pt x="47592" y="96055"/>
                  </a:cubicBezTo>
                  <a:cubicBezTo>
                    <a:pt x="47542" y="96055"/>
                    <a:pt x="47542" y="96079"/>
                    <a:pt x="47517" y="96079"/>
                  </a:cubicBezTo>
                  <a:cubicBezTo>
                    <a:pt x="47492" y="96055"/>
                    <a:pt x="47468" y="96055"/>
                    <a:pt x="47418" y="96030"/>
                  </a:cubicBezTo>
                  <a:cubicBezTo>
                    <a:pt x="47468" y="96030"/>
                    <a:pt x="47468" y="95980"/>
                    <a:pt x="47492" y="95980"/>
                  </a:cubicBezTo>
                  <a:close/>
                  <a:moveTo>
                    <a:pt x="5302" y="96005"/>
                  </a:moveTo>
                  <a:lnTo>
                    <a:pt x="5302" y="96005"/>
                  </a:lnTo>
                  <a:cubicBezTo>
                    <a:pt x="5327" y="96055"/>
                    <a:pt x="5352" y="96079"/>
                    <a:pt x="5352" y="96104"/>
                  </a:cubicBezTo>
                  <a:cubicBezTo>
                    <a:pt x="5352" y="96154"/>
                    <a:pt x="5402" y="96204"/>
                    <a:pt x="5402" y="96229"/>
                  </a:cubicBezTo>
                  <a:lnTo>
                    <a:pt x="5302" y="96129"/>
                  </a:lnTo>
                  <a:cubicBezTo>
                    <a:pt x="5327" y="96104"/>
                    <a:pt x="5327" y="96055"/>
                    <a:pt x="5302" y="96005"/>
                  </a:cubicBezTo>
                  <a:close/>
                  <a:moveTo>
                    <a:pt x="61855" y="87666"/>
                  </a:moveTo>
                  <a:cubicBezTo>
                    <a:pt x="61979" y="87865"/>
                    <a:pt x="62128" y="88040"/>
                    <a:pt x="62303" y="88239"/>
                  </a:cubicBezTo>
                  <a:cubicBezTo>
                    <a:pt x="62726" y="88836"/>
                    <a:pt x="63174" y="89434"/>
                    <a:pt x="63597" y="89981"/>
                  </a:cubicBezTo>
                  <a:cubicBezTo>
                    <a:pt x="63746" y="90205"/>
                    <a:pt x="63921" y="90379"/>
                    <a:pt x="64070" y="90603"/>
                  </a:cubicBezTo>
                  <a:cubicBezTo>
                    <a:pt x="64692" y="91375"/>
                    <a:pt x="65314" y="92172"/>
                    <a:pt x="65937" y="92893"/>
                  </a:cubicBezTo>
                  <a:cubicBezTo>
                    <a:pt x="66211" y="93242"/>
                    <a:pt x="66484" y="93565"/>
                    <a:pt x="66783" y="93864"/>
                  </a:cubicBezTo>
                  <a:cubicBezTo>
                    <a:pt x="66833" y="93939"/>
                    <a:pt x="66907" y="93989"/>
                    <a:pt x="66932" y="94063"/>
                  </a:cubicBezTo>
                  <a:cubicBezTo>
                    <a:pt x="64866" y="95034"/>
                    <a:pt x="62875" y="95806"/>
                    <a:pt x="60959" y="96328"/>
                  </a:cubicBezTo>
                  <a:cubicBezTo>
                    <a:pt x="60834" y="93964"/>
                    <a:pt x="60411" y="91549"/>
                    <a:pt x="59714" y="89160"/>
                  </a:cubicBezTo>
                  <a:cubicBezTo>
                    <a:pt x="60436" y="88662"/>
                    <a:pt x="61158" y="88214"/>
                    <a:pt x="61855" y="87666"/>
                  </a:cubicBezTo>
                  <a:close/>
                  <a:moveTo>
                    <a:pt x="2763" y="92844"/>
                  </a:moveTo>
                  <a:cubicBezTo>
                    <a:pt x="3186" y="93615"/>
                    <a:pt x="3634" y="94362"/>
                    <a:pt x="4182" y="95084"/>
                  </a:cubicBezTo>
                  <a:cubicBezTo>
                    <a:pt x="4207" y="95109"/>
                    <a:pt x="4232" y="95158"/>
                    <a:pt x="4257" y="95208"/>
                  </a:cubicBezTo>
                  <a:cubicBezTo>
                    <a:pt x="4555" y="95582"/>
                    <a:pt x="4829" y="95930"/>
                    <a:pt x="5128" y="96279"/>
                  </a:cubicBezTo>
                  <a:cubicBezTo>
                    <a:pt x="5153" y="96279"/>
                    <a:pt x="5153" y="96303"/>
                    <a:pt x="5178" y="96303"/>
                  </a:cubicBezTo>
                  <a:lnTo>
                    <a:pt x="5202" y="96403"/>
                  </a:lnTo>
                  <a:lnTo>
                    <a:pt x="4456" y="95557"/>
                  </a:lnTo>
                  <a:lnTo>
                    <a:pt x="4381" y="95482"/>
                  </a:lnTo>
                  <a:cubicBezTo>
                    <a:pt x="4082" y="95084"/>
                    <a:pt x="3809" y="94686"/>
                    <a:pt x="3510" y="94287"/>
                  </a:cubicBezTo>
                  <a:cubicBezTo>
                    <a:pt x="3510" y="94238"/>
                    <a:pt x="3485" y="94238"/>
                    <a:pt x="3485" y="94213"/>
                  </a:cubicBezTo>
                  <a:cubicBezTo>
                    <a:pt x="3261" y="93864"/>
                    <a:pt x="3087" y="93541"/>
                    <a:pt x="2888" y="93192"/>
                  </a:cubicBezTo>
                  <a:cubicBezTo>
                    <a:pt x="2863" y="93068"/>
                    <a:pt x="2813" y="92968"/>
                    <a:pt x="2763" y="92844"/>
                  </a:cubicBezTo>
                  <a:close/>
                  <a:moveTo>
                    <a:pt x="59565" y="89284"/>
                  </a:moveTo>
                  <a:cubicBezTo>
                    <a:pt x="60237" y="91624"/>
                    <a:pt x="60685" y="94063"/>
                    <a:pt x="60834" y="96428"/>
                  </a:cubicBezTo>
                  <a:cubicBezTo>
                    <a:pt x="60809" y="96428"/>
                    <a:pt x="60809" y="96428"/>
                    <a:pt x="60784" y="96453"/>
                  </a:cubicBezTo>
                  <a:cubicBezTo>
                    <a:pt x="60585" y="94063"/>
                    <a:pt x="60187" y="91649"/>
                    <a:pt x="59490" y="89334"/>
                  </a:cubicBezTo>
                  <a:cubicBezTo>
                    <a:pt x="59540" y="89334"/>
                    <a:pt x="59540" y="89284"/>
                    <a:pt x="59565" y="89284"/>
                  </a:cubicBezTo>
                  <a:close/>
                  <a:moveTo>
                    <a:pt x="49210" y="95432"/>
                  </a:moveTo>
                  <a:cubicBezTo>
                    <a:pt x="49135" y="95781"/>
                    <a:pt x="49085" y="96154"/>
                    <a:pt x="48986" y="96478"/>
                  </a:cubicBezTo>
                  <a:cubicBezTo>
                    <a:pt x="48637" y="96353"/>
                    <a:pt x="48289" y="96204"/>
                    <a:pt x="47990" y="96055"/>
                  </a:cubicBezTo>
                  <a:cubicBezTo>
                    <a:pt x="48388" y="95855"/>
                    <a:pt x="48787" y="95656"/>
                    <a:pt x="49210" y="95432"/>
                  </a:cubicBezTo>
                  <a:close/>
                  <a:moveTo>
                    <a:pt x="67132" y="94213"/>
                  </a:moveTo>
                  <a:lnTo>
                    <a:pt x="67132" y="94213"/>
                  </a:lnTo>
                  <a:cubicBezTo>
                    <a:pt x="67107" y="94238"/>
                    <a:pt x="67156" y="94287"/>
                    <a:pt x="67156" y="94287"/>
                  </a:cubicBezTo>
                  <a:cubicBezTo>
                    <a:pt x="65066" y="95283"/>
                    <a:pt x="63024" y="96030"/>
                    <a:pt x="61033" y="96577"/>
                  </a:cubicBezTo>
                  <a:lnTo>
                    <a:pt x="61033" y="96528"/>
                  </a:lnTo>
                  <a:cubicBezTo>
                    <a:pt x="62975" y="95955"/>
                    <a:pt x="65041" y="95183"/>
                    <a:pt x="67132" y="94213"/>
                  </a:cubicBezTo>
                  <a:close/>
                  <a:moveTo>
                    <a:pt x="49484" y="95308"/>
                  </a:moveTo>
                  <a:cubicBezTo>
                    <a:pt x="49409" y="95731"/>
                    <a:pt x="49334" y="96179"/>
                    <a:pt x="49235" y="96602"/>
                  </a:cubicBezTo>
                  <a:cubicBezTo>
                    <a:pt x="49210" y="96602"/>
                    <a:pt x="49160" y="96577"/>
                    <a:pt x="49160" y="96577"/>
                  </a:cubicBezTo>
                  <a:cubicBezTo>
                    <a:pt x="49260" y="96179"/>
                    <a:pt x="49359" y="95731"/>
                    <a:pt x="49409" y="95333"/>
                  </a:cubicBezTo>
                  <a:cubicBezTo>
                    <a:pt x="49459" y="95333"/>
                    <a:pt x="49459" y="95308"/>
                    <a:pt x="49484" y="95308"/>
                  </a:cubicBezTo>
                  <a:close/>
                  <a:moveTo>
                    <a:pt x="60834" y="96577"/>
                  </a:moveTo>
                  <a:lnTo>
                    <a:pt x="60834" y="96627"/>
                  </a:lnTo>
                  <a:cubicBezTo>
                    <a:pt x="60809" y="96627"/>
                    <a:pt x="60809" y="96627"/>
                    <a:pt x="60784" y="96677"/>
                  </a:cubicBezTo>
                  <a:cubicBezTo>
                    <a:pt x="60809" y="96627"/>
                    <a:pt x="60784" y="96627"/>
                    <a:pt x="60784" y="96602"/>
                  </a:cubicBezTo>
                  <a:cubicBezTo>
                    <a:pt x="60809" y="96602"/>
                    <a:pt x="60809" y="96602"/>
                    <a:pt x="60834" y="96577"/>
                  </a:cubicBezTo>
                  <a:close/>
                  <a:moveTo>
                    <a:pt x="47791" y="96129"/>
                  </a:moveTo>
                  <a:cubicBezTo>
                    <a:pt x="48140" y="96353"/>
                    <a:pt x="48538" y="96528"/>
                    <a:pt x="48961" y="96677"/>
                  </a:cubicBezTo>
                  <a:lnTo>
                    <a:pt x="48961" y="96727"/>
                  </a:lnTo>
                  <a:cubicBezTo>
                    <a:pt x="48513" y="96577"/>
                    <a:pt x="48115" y="96378"/>
                    <a:pt x="47741" y="96179"/>
                  </a:cubicBezTo>
                  <a:cubicBezTo>
                    <a:pt x="47766" y="96179"/>
                    <a:pt x="47766" y="96129"/>
                    <a:pt x="47791" y="96129"/>
                  </a:cubicBezTo>
                  <a:close/>
                  <a:moveTo>
                    <a:pt x="5451" y="96602"/>
                  </a:moveTo>
                  <a:lnTo>
                    <a:pt x="5526" y="96702"/>
                  </a:lnTo>
                  <a:lnTo>
                    <a:pt x="5526" y="96727"/>
                  </a:lnTo>
                  <a:lnTo>
                    <a:pt x="5551" y="96826"/>
                  </a:lnTo>
                  <a:lnTo>
                    <a:pt x="5551" y="96826"/>
                  </a:lnTo>
                  <a:lnTo>
                    <a:pt x="5451" y="96727"/>
                  </a:lnTo>
                  <a:lnTo>
                    <a:pt x="5451" y="96602"/>
                  </a:lnTo>
                  <a:close/>
                  <a:moveTo>
                    <a:pt x="49110" y="96776"/>
                  </a:moveTo>
                  <a:cubicBezTo>
                    <a:pt x="49135" y="96776"/>
                    <a:pt x="49135" y="96776"/>
                    <a:pt x="49160" y="96801"/>
                  </a:cubicBezTo>
                  <a:lnTo>
                    <a:pt x="49160" y="96851"/>
                  </a:lnTo>
                  <a:lnTo>
                    <a:pt x="49135" y="96851"/>
                  </a:lnTo>
                  <a:cubicBezTo>
                    <a:pt x="49135" y="96826"/>
                    <a:pt x="49110" y="96826"/>
                    <a:pt x="49110" y="96826"/>
                  </a:cubicBezTo>
                  <a:lnTo>
                    <a:pt x="49110" y="96776"/>
                  </a:lnTo>
                  <a:close/>
                  <a:moveTo>
                    <a:pt x="89658" y="77685"/>
                  </a:moveTo>
                  <a:cubicBezTo>
                    <a:pt x="91948" y="79079"/>
                    <a:pt x="94064" y="80174"/>
                    <a:pt x="95881" y="80896"/>
                  </a:cubicBezTo>
                  <a:cubicBezTo>
                    <a:pt x="95781" y="81020"/>
                    <a:pt x="95682" y="81145"/>
                    <a:pt x="95557" y="81269"/>
                  </a:cubicBezTo>
                  <a:cubicBezTo>
                    <a:pt x="95383" y="81493"/>
                    <a:pt x="95209" y="81692"/>
                    <a:pt x="95034" y="81916"/>
                  </a:cubicBezTo>
                  <a:cubicBezTo>
                    <a:pt x="94711" y="82290"/>
                    <a:pt x="94437" y="82663"/>
                    <a:pt x="94138" y="83012"/>
                  </a:cubicBezTo>
                  <a:cubicBezTo>
                    <a:pt x="94014" y="83136"/>
                    <a:pt x="93889" y="83286"/>
                    <a:pt x="93790" y="83410"/>
                  </a:cubicBezTo>
                  <a:cubicBezTo>
                    <a:pt x="93068" y="84231"/>
                    <a:pt x="92346" y="85028"/>
                    <a:pt x="91599" y="85849"/>
                  </a:cubicBezTo>
                  <a:cubicBezTo>
                    <a:pt x="91550" y="85899"/>
                    <a:pt x="91475" y="85974"/>
                    <a:pt x="91425" y="86048"/>
                  </a:cubicBezTo>
                  <a:cubicBezTo>
                    <a:pt x="91052" y="86422"/>
                    <a:pt x="90703" y="86845"/>
                    <a:pt x="90330" y="87218"/>
                  </a:cubicBezTo>
                  <a:cubicBezTo>
                    <a:pt x="90106" y="87417"/>
                    <a:pt x="89932" y="87641"/>
                    <a:pt x="89708" y="87841"/>
                  </a:cubicBezTo>
                  <a:lnTo>
                    <a:pt x="88948" y="88600"/>
                  </a:lnTo>
                  <a:lnTo>
                    <a:pt x="88948" y="88600"/>
                  </a:lnTo>
                  <a:cubicBezTo>
                    <a:pt x="89233" y="88330"/>
                    <a:pt x="89515" y="88058"/>
                    <a:pt x="89807" y="87766"/>
                  </a:cubicBezTo>
                  <a:lnTo>
                    <a:pt x="89982" y="87592"/>
                  </a:lnTo>
                  <a:cubicBezTo>
                    <a:pt x="90405" y="87168"/>
                    <a:pt x="90778" y="86770"/>
                    <a:pt x="91176" y="86372"/>
                  </a:cubicBezTo>
                  <a:lnTo>
                    <a:pt x="91326" y="86223"/>
                  </a:lnTo>
                  <a:cubicBezTo>
                    <a:pt x="91351" y="86173"/>
                    <a:pt x="91400" y="86123"/>
                    <a:pt x="91450" y="86098"/>
                  </a:cubicBezTo>
                  <a:lnTo>
                    <a:pt x="91525" y="86024"/>
                  </a:lnTo>
                  <a:cubicBezTo>
                    <a:pt x="93093" y="84356"/>
                    <a:pt x="94586" y="82638"/>
                    <a:pt x="96030" y="80871"/>
                  </a:cubicBezTo>
                  <a:lnTo>
                    <a:pt x="96080" y="80871"/>
                  </a:lnTo>
                  <a:cubicBezTo>
                    <a:pt x="95084" y="82066"/>
                    <a:pt x="94064" y="83286"/>
                    <a:pt x="93018" y="84505"/>
                  </a:cubicBezTo>
                  <a:cubicBezTo>
                    <a:pt x="92944" y="84605"/>
                    <a:pt x="92894" y="84655"/>
                    <a:pt x="92794" y="84754"/>
                  </a:cubicBezTo>
                  <a:cubicBezTo>
                    <a:pt x="91674" y="85999"/>
                    <a:pt x="90479" y="87218"/>
                    <a:pt x="89285" y="88413"/>
                  </a:cubicBezTo>
                  <a:lnTo>
                    <a:pt x="89235" y="88463"/>
                  </a:lnTo>
                  <a:cubicBezTo>
                    <a:pt x="88737" y="88911"/>
                    <a:pt x="88239" y="89409"/>
                    <a:pt x="87741" y="89882"/>
                  </a:cubicBezTo>
                  <a:lnTo>
                    <a:pt x="87617" y="90006"/>
                  </a:lnTo>
                  <a:lnTo>
                    <a:pt x="87567" y="90081"/>
                  </a:lnTo>
                  <a:cubicBezTo>
                    <a:pt x="87119" y="90479"/>
                    <a:pt x="86671" y="90902"/>
                    <a:pt x="86198" y="91325"/>
                  </a:cubicBezTo>
                  <a:lnTo>
                    <a:pt x="86123" y="91375"/>
                  </a:lnTo>
                  <a:cubicBezTo>
                    <a:pt x="86049" y="91475"/>
                    <a:pt x="85949" y="91524"/>
                    <a:pt x="85850" y="91624"/>
                  </a:cubicBezTo>
                  <a:cubicBezTo>
                    <a:pt x="85426" y="91997"/>
                    <a:pt x="85003" y="92371"/>
                    <a:pt x="84580" y="92719"/>
                  </a:cubicBezTo>
                  <a:cubicBezTo>
                    <a:pt x="84431" y="92844"/>
                    <a:pt x="84257" y="92968"/>
                    <a:pt x="84132" y="93093"/>
                  </a:cubicBezTo>
                  <a:cubicBezTo>
                    <a:pt x="83734" y="93441"/>
                    <a:pt x="83311" y="93765"/>
                    <a:pt x="82888" y="94113"/>
                  </a:cubicBezTo>
                  <a:cubicBezTo>
                    <a:pt x="82738" y="94238"/>
                    <a:pt x="82564" y="94387"/>
                    <a:pt x="82390" y="94511"/>
                  </a:cubicBezTo>
                  <a:cubicBezTo>
                    <a:pt x="82327" y="94564"/>
                    <a:pt x="82264" y="94616"/>
                    <a:pt x="82200" y="94667"/>
                  </a:cubicBezTo>
                  <a:lnTo>
                    <a:pt x="82200" y="94667"/>
                  </a:lnTo>
                  <a:lnTo>
                    <a:pt x="82216" y="94636"/>
                  </a:lnTo>
                  <a:cubicBezTo>
                    <a:pt x="82589" y="94362"/>
                    <a:pt x="82962" y="94063"/>
                    <a:pt x="83311" y="93740"/>
                  </a:cubicBezTo>
                  <a:cubicBezTo>
                    <a:pt x="83336" y="93715"/>
                    <a:pt x="83385" y="93690"/>
                    <a:pt x="83435" y="93615"/>
                  </a:cubicBezTo>
                  <a:cubicBezTo>
                    <a:pt x="83560" y="93516"/>
                    <a:pt x="83684" y="93416"/>
                    <a:pt x="83809" y="93317"/>
                  </a:cubicBezTo>
                  <a:lnTo>
                    <a:pt x="83833" y="93267"/>
                  </a:lnTo>
                  <a:cubicBezTo>
                    <a:pt x="83958" y="93192"/>
                    <a:pt x="84082" y="93068"/>
                    <a:pt x="84207" y="92968"/>
                  </a:cubicBezTo>
                  <a:cubicBezTo>
                    <a:pt x="84431" y="92769"/>
                    <a:pt x="84630" y="92595"/>
                    <a:pt x="84829" y="92445"/>
                  </a:cubicBezTo>
                  <a:cubicBezTo>
                    <a:pt x="84879" y="92371"/>
                    <a:pt x="84954" y="92346"/>
                    <a:pt x="84978" y="92271"/>
                  </a:cubicBezTo>
                  <a:cubicBezTo>
                    <a:pt x="85053" y="92221"/>
                    <a:pt x="85103" y="92196"/>
                    <a:pt x="85178" y="92122"/>
                  </a:cubicBezTo>
                  <a:cubicBezTo>
                    <a:pt x="85227" y="92072"/>
                    <a:pt x="85302" y="92022"/>
                    <a:pt x="85352" y="91972"/>
                  </a:cubicBezTo>
                  <a:lnTo>
                    <a:pt x="85451" y="91873"/>
                  </a:lnTo>
                  <a:cubicBezTo>
                    <a:pt x="85850" y="91524"/>
                    <a:pt x="86223" y="91201"/>
                    <a:pt x="86596" y="90852"/>
                  </a:cubicBezTo>
                  <a:cubicBezTo>
                    <a:pt x="86664" y="90785"/>
                    <a:pt x="86731" y="90718"/>
                    <a:pt x="86799" y="90654"/>
                  </a:cubicBezTo>
                  <a:lnTo>
                    <a:pt x="86799" y="90654"/>
                  </a:lnTo>
                  <a:cubicBezTo>
                    <a:pt x="86756" y="90693"/>
                    <a:pt x="86714" y="90727"/>
                    <a:pt x="86671" y="90753"/>
                  </a:cubicBezTo>
                  <a:cubicBezTo>
                    <a:pt x="86248" y="91101"/>
                    <a:pt x="85875" y="91475"/>
                    <a:pt x="85476" y="91823"/>
                  </a:cubicBezTo>
                  <a:cubicBezTo>
                    <a:pt x="85327" y="91948"/>
                    <a:pt x="85178" y="92097"/>
                    <a:pt x="85003" y="92221"/>
                  </a:cubicBezTo>
                  <a:cubicBezTo>
                    <a:pt x="84630" y="92545"/>
                    <a:pt x="84257" y="92869"/>
                    <a:pt x="83883" y="93192"/>
                  </a:cubicBezTo>
                  <a:lnTo>
                    <a:pt x="83336" y="93665"/>
                  </a:lnTo>
                  <a:cubicBezTo>
                    <a:pt x="82987" y="93939"/>
                    <a:pt x="82614" y="94238"/>
                    <a:pt x="82240" y="94536"/>
                  </a:cubicBezTo>
                  <a:cubicBezTo>
                    <a:pt x="82016" y="94710"/>
                    <a:pt x="81817" y="94860"/>
                    <a:pt x="81568" y="95059"/>
                  </a:cubicBezTo>
                  <a:cubicBezTo>
                    <a:pt x="81220" y="95308"/>
                    <a:pt x="80871" y="95582"/>
                    <a:pt x="80523" y="95831"/>
                  </a:cubicBezTo>
                  <a:lnTo>
                    <a:pt x="79776" y="96403"/>
                  </a:lnTo>
                  <a:cubicBezTo>
                    <a:pt x="79751" y="96428"/>
                    <a:pt x="79702" y="96453"/>
                    <a:pt x="79652" y="96478"/>
                  </a:cubicBezTo>
                  <a:cubicBezTo>
                    <a:pt x="79453" y="96652"/>
                    <a:pt x="79204" y="96826"/>
                    <a:pt x="78980" y="96976"/>
                  </a:cubicBezTo>
                  <a:cubicBezTo>
                    <a:pt x="78905" y="96776"/>
                    <a:pt x="78855" y="96577"/>
                    <a:pt x="78781" y="96403"/>
                  </a:cubicBezTo>
                  <a:cubicBezTo>
                    <a:pt x="78731" y="96179"/>
                    <a:pt x="78656" y="95980"/>
                    <a:pt x="78606" y="95781"/>
                  </a:cubicBezTo>
                  <a:cubicBezTo>
                    <a:pt x="78532" y="95557"/>
                    <a:pt x="78432" y="95333"/>
                    <a:pt x="78382" y="95109"/>
                  </a:cubicBezTo>
                  <a:cubicBezTo>
                    <a:pt x="78283" y="94860"/>
                    <a:pt x="78183" y="94586"/>
                    <a:pt x="78059" y="94312"/>
                  </a:cubicBezTo>
                  <a:cubicBezTo>
                    <a:pt x="78009" y="94138"/>
                    <a:pt x="77959" y="93989"/>
                    <a:pt x="77884" y="93864"/>
                  </a:cubicBezTo>
                  <a:cubicBezTo>
                    <a:pt x="77735" y="93491"/>
                    <a:pt x="77561" y="93167"/>
                    <a:pt x="77412" y="92794"/>
                  </a:cubicBezTo>
                  <a:cubicBezTo>
                    <a:pt x="77412" y="92744"/>
                    <a:pt x="77387" y="92719"/>
                    <a:pt x="77362" y="92694"/>
                  </a:cubicBezTo>
                  <a:cubicBezTo>
                    <a:pt x="77038" y="91972"/>
                    <a:pt x="76665" y="91226"/>
                    <a:pt x="76291" y="90479"/>
                  </a:cubicBezTo>
                  <a:cubicBezTo>
                    <a:pt x="76416" y="90379"/>
                    <a:pt x="76540" y="90280"/>
                    <a:pt x="76640" y="90205"/>
                  </a:cubicBezTo>
                  <a:cubicBezTo>
                    <a:pt x="76988" y="89931"/>
                    <a:pt x="77287" y="89633"/>
                    <a:pt x="77636" y="89359"/>
                  </a:cubicBezTo>
                  <a:cubicBezTo>
                    <a:pt x="78133" y="88936"/>
                    <a:pt x="78631" y="88513"/>
                    <a:pt x="79104" y="88089"/>
                  </a:cubicBezTo>
                  <a:cubicBezTo>
                    <a:pt x="79453" y="87766"/>
                    <a:pt x="79776" y="87492"/>
                    <a:pt x="80125" y="87193"/>
                  </a:cubicBezTo>
                  <a:cubicBezTo>
                    <a:pt x="80697" y="86671"/>
                    <a:pt x="81220" y="86198"/>
                    <a:pt x="81743" y="85700"/>
                  </a:cubicBezTo>
                  <a:cubicBezTo>
                    <a:pt x="82116" y="85351"/>
                    <a:pt x="82489" y="85003"/>
                    <a:pt x="82838" y="84655"/>
                  </a:cubicBezTo>
                  <a:cubicBezTo>
                    <a:pt x="83136" y="84381"/>
                    <a:pt x="83460" y="84082"/>
                    <a:pt x="83734" y="83783"/>
                  </a:cubicBezTo>
                  <a:cubicBezTo>
                    <a:pt x="84306" y="83261"/>
                    <a:pt x="84829" y="82738"/>
                    <a:pt x="85352" y="82165"/>
                  </a:cubicBezTo>
                  <a:lnTo>
                    <a:pt x="86323" y="81195"/>
                  </a:lnTo>
                  <a:cubicBezTo>
                    <a:pt x="86671" y="80871"/>
                    <a:pt x="86970" y="80523"/>
                    <a:pt x="87318" y="80174"/>
                  </a:cubicBezTo>
                  <a:lnTo>
                    <a:pt x="88911" y="78506"/>
                  </a:lnTo>
                  <a:cubicBezTo>
                    <a:pt x="89160" y="78258"/>
                    <a:pt x="89359" y="77959"/>
                    <a:pt x="89608" y="77710"/>
                  </a:cubicBezTo>
                  <a:lnTo>
                    <a:pt x="89658" y="77685"/>
                  </a:lnTo>
                  <a:close/>
                  <a:moveTo>
                    <a:pt x="76117" y="90603"/>
                  </a:moveTo>
                  <a:cubicBezTo>
                    <a:pt x="76764" y="91873"/>
                    <a:pt x="77312" y="93093"/>
                    <a:pt x="77785" y="94238"/>
                  </a:cubicBezTo>
                  <a:lnTo>
                    <a:pt x="77884" y="94437"/>
                  </a:lnTo>
                  <a:cubicBezTo>
                    <a:pt x="78009" y="94735"/>
                    <a:pt x="78108" y="95059"/>
                    <a:pt x="78233" y="95333"/>
                  </a:cubicBezTo>
                  <a:cubicBezTo>
                    <a:pt x="78283" y="95507"/>
                    <a:pt x="78357" y="95681"/>
                    <a:pt x="78407" y="95855"/>
                  </a:cubicBezTo>
                  <a:cubicBezTo>
                    <a:pt x="78507" y="96079"/>
                    <a:pt x="78532" y="96303"/>
                    <a:pt x="78631" y="96552"/>
                  </a:cubicBezTo>
                  <a:cubicBezTo>
                    <a:pt x="78681" y="96702"/>
                    <a:pt x="78731" y="96876"/>
                    <a:pt x="78781" y="97050"/>
                  </a:cubicBezTo>
                  <a:cubicBezTo>
                    <a:pt x="78756" y="97050"/>
                    <a:pt x="78756" y="97075"/>
                    <a:pt x="78731" y="97075"/>
                  </a:cubicBezTo>
                  <a:cubicBezTo>
                    <a:pt x="78706" y="96926"/>
                    <a:pt x="78631" y="96727"/>
                    <a:pt x="78581" y="96577"/>
                  </a:cubicBezTo>
                  <a:cubicBezTo>
                    <a:pt x="78507" y="96353"/>
                    <a:pt x="78457" y="96179"/>
                    <a:pt x="78382" y="95955"/>
                  </a:cubicBezTo>
                  <a:cubicBezTo>
                    <a:pt x="78308" y="95756"/>
                    <a:pt x="78258" y="95582"/>
                    <a:pt x="78183" y="95432"/>
                  </a:cubicBezTo>
                  <a:cubicBezTo>
                    <a:pt x="78108" y="95158"/>
                    <a:pt x="77984" y="94860"/>
                    <a:pt x="77884" y="94561"/>
                  </a:cubicBezTo>
                  <a:cubicBezTo>
                    <a:pt x="77860" y="94511"/>
                    <a:pt x="77860" y="94462"/>
                    <a:pt x="77810" y="94412"/>
                  </a:cubicBezTo>
                  <a:cubicBezTo>
                    <a:pt x="77362" y="93217"/>
                    <a:pt x="76764" y="91948"/>
                    <a:pt x="76067" y="90628"/>
                  </a:cubicBezTo>
                  <a:lnTo>
                    <a:pt x="76117" y="90603"/>
                  </a:lnTo>
                  <a:close/>
                  <a:moveTo>
                    <a:pt x="80528" y="95978"/>
                  </a:moveTo>
                  <a:cubicBezTo>
                    <a:pt x="80053" y="96453"/>
                    <a:pt x="79518" y="96826"/>
                    <a:pt x="79005" y="97200"/>
                  </a:cubicBezTo>
                  <a:lnTo>
                    <a:pt x="79005" y="97175"/>
                  </a:lnTo>
                  <a:lnTo>
                    <a:pt x="79005" y="97125"/>
                  </a:lnTo>
                  <a:cubicBezTo>
                    <a:pt x="79328" y="96926"/>
                    <a:pt x="79627" y="96702"/>
                    <a:pt x="79901" y="96453"/>
                  </a:cubicBezTo>
                  <a:cubicBezTo>
                    <a:pt x="80125" y="96303"/>
                    <a:pt x="80324" y="96129"/>
                    <a:pt x="80523" y="95980"/>
                  </a:cubicBezTo>
                  <a:cubicBezTo>
                    <a:pt x="80525" y="95979"/>
                    <a:pt x="80526" y="95978"/>
                    <a:pt x="80528" y="95978"/>
                  </a:cubicBezTo>
                  <a:close/>
                  <a:moveTo>
                    <a:pt x="45426" y="94760"/>
                  </a:moveTo>
                  <a:cubicBezTo>
                    <a:pt x="45899" y="95233"/>
                    <a:pt x="46422" y="95656"/>
                    <a:pt x="47019" y="96005"/>
                  </a:cubicBezTo>
                  <a:cubicBezTo>
                    <a:pt x="46123" y="96453"/>
                    <a:pt x="45252" y="96851"/>
                    <a:pt x="44356" y="97224"/>
                  </a:cubicBezTo>
                  <a:cubicBezTo>
                    <a:pt x="44779" y="96428"/>
                    <a:pt x="45128" y="95607"/>
                    <a:pt x="45426" y="94760"/>
                  </a:cubicBezTo>
                  <a:close/>
                  <a:moveTo>
                    <a:pt x="78855" y="97249"/>
                  </a:moveTo>
                  <a:lnTo>
                    <a:pt x="78855" y="97299"/>
                  </a:lnTo>
                  <a:lnTo>
                    <a:pt x="78830" y="97299"/>
                  </a:lnTo>
                  <a:cubicBezTo>
                    <a:pt x="78830" y="97324"/>
                    <a:pt x="78830" y="97324"/>
                    <a:pt x="78781" y="97349"/>
                  </a:cubicBezTo>
                  <a:lnTo>
                    <a:pt x="78781" y="97324"/>
                  </a:lnTo>
                  <a:lnTo>
                    <a:pt x="78781" y="97299"/>
                  </a:lnTo>
                  <a:lnTo>
                    <a:pt x="78830" y="97299"/>
                  </a:lnTo>
                  <a:lnTo>
                    <a:pt x="78855" y="97249"/>
                  </a:lnTo>
                  <a:close/>
                  <a:moveTo>
                    <a:pt x="45252" y="94561"/>
                  </a:moveTo>
                  <a:lnTo>
                    <a:pt x="45277" y="94586"/>
                  </a:lnTo>
                  <a:cubicBezTo>
                    <a:pt x="45252" y="94611"/>
                    <a:pt x="45252" y="94686"/>
                    <a:pt x="45227" y="94710"/>
                  </a:cubicBezTo>
                  <a:lnTo>
                    <a:pt x="45227" y="94735"/>
                  </a:lnTo>
                  <a:cubicBezTo>
                    <a:pt x="45153" y="94860"/>
                    <a:pt x="45128" y="95034"/>
                    <a:pt x="45053" y="95158"/>
                  </a:cubicBezTo>
                  <a:lnTo>
                    <a:pt x="44680" y="96079"/>
                  </a:lnTo>
                  <a:cubicBezTo>
                    <a:pt x="44605" y="96279"/>
                    <a:pt x="44505" y="96478"/>
                    <a:pt x="44406" y="96677"/>
                  </a:cubicBezTo>
                  <a:cubicBezTo>
                    <a:pt x="44381" y="96727"/>
                    <a:pt x="44356" y="96776"/>
                    <a:pt x="44356" y="96826"/>
                  </a:cubicBezTo>
                  <a:cubicBezTo>
                    <a:pt x="44281" y="96976"/>
                    <a:pt x="44182" y="97100"/>
                    <a:pt x="44132" y="97249"/>
                  </a:cubicBezTo>
                  <a:cubicBezTo>
                    <a:pt x="44107" y="97299"/>
                    <a:pt x="44107" y="97324"/>
                    <a:pt x="44057" y="97374"/>
                  </a:cubicBezTo>
                  <a:cubicBezTo>
                    <a:pt x="44057" y="97374"/>
                    <a:pt x="44057" y="97374"/>
                    <a:pt x="44055" y="97374"/>
                  </a:cubicBezTo>
                  <a:lnTo>
                    <a:pt x="44055" y="97374"/>
                  </a:lnTo>
                  <a:cubicBezTo>
                    <a:pt x="44495" y="96421"/>
                    <a:pt x="44910" y="95515"/>
                    <a:pt x="45252" y="94561"/>
                  </a:cubicBezTo>
                  <a:close/>
                  <a:moveTo>
                    <a:pt x="59341" y="89434"/>
                  </a:moveTo>
                  <a:cubicBezTo>
                    <a:pt x="59988" y="91724"/>
                    <a:pt x="60436" y="94113"/>
                    <a:pt x="60585" y="96453"/>
                  </a:cubicBezTo>
                  <a:cubicBezTo>
                    <a:pt x="58312" y="97064"/>
                    <a:pt x="56153" y="97378"/>
                    <a:pt x="54164" y="97378"/>
                  </a:cubicBezTo>
                  <a:cubicBezTo>
                    <a:pt x="52428" y="97378"/>
                    <a:pt x="50822" y="97139"/>
                    <a:pt x="49384" y="96652"/>
                  </a:cubicBezTo>
                  <a:cubicBezTo>
                    <a:pt x="49509" y="96179"/>
                    <a:pt x="49608" y="95681"/>
                    <a:pt x="49658" y="95183"/>
                  </a:cubicBezTo>
                  <a:cubicBezTo>
                    <a:pt x="52869" y="93491"/>
                    <a:pt x="56105" y="91574"/>
                    <a:pt x="59341" y="89434"/>
                  </a:cubicBezTo>
                  <a:close/>
                  <a:moveTo>
                    <a:pt x="42215" y="86646"/>
                  </a:moveTo>
                  <a:cubicBezTo>
                    <a:pt x="42265" y="87741"/>
                    <a:pt x="42415" y="88762"/>
                    <a:pt x="42639" y="89732"/>
                  </a:cubicBezTo>
                  <a:cubicBezTo>
                    <a:pt x="41419" y="92246"/>
                    <a:pt x="39602" y="94611"/>
                    <a:pt x="37212" y="96602"/>
                  </a:cubicBezTo>
                  <a:cubicBezTo>
                    <a:pt x="37187" y="96627"/>
                    <a:pt x="37163" y="96677"/>
                    <a:pt x="37088" y="96702"/>
                  </a:cubicBezTo>
                  <a:cubicBezTo>
                    <a:pt x="36739" y="96976"/>
                    <a:pt x="36416" y="97249"/>
                    <a:pt x="36042" y="97523"/>
                  </a:cubicBezTo>
                  <a:cubicBezTo>
                    <a:pt x="35968" y="97299"/>
                    <a:pt x="35918" y="97075"/>
                    <a:pt x="35893" y="96901"/>
                  </a:cubicBezTo>
                  <a:cubicBezTo>
                    <a:pt x="35843" y="96727"/>
                    <a:pt x="35818" y="96577"/>
                    <a:pt x="35794" y="96378"/>
                  </a:cubicBezTo>
                  <a:cubicBezTo>
                    <a:pt x="35719" y="96104"/>
                    <a:pt x="35694" y="95806"/>
                    <a:pt x="35669" y="95482"/>
                  </a:cubicBezTo>
                  <a:cubicBezTo>
                    <a:pt x="35669" y="95383"/>
                    <a:pt x="35644" y="95333"/>
                    <a:pt x="35644" y="95233"/>
                  </a:cubicBezTo>
                  <a:cubicBezTo>
                    <a:pt x="35644" y="95183"/>
                    <a:pt x="35594" y="95109"/>
                    <a:pt x="35594" y="95059"/>
                  </a:cubicBezTo>
                  <a:cubicBezTo>
                    <a:pt x="35570" y="94611"/>
                    <a:pt x="35545" y="94138"/>
                    <a:pt x="35520" y="93715"/>
                  </a:cubicBezTo>
                  <a:lnTo>
                    <a:pt x="35520" y="93491"/>
                  </a:lnTo>
                  <a:lnTo>
                    <a:pt x="35520" y="93317"/>
                  </a:lnTo>
                  <a:lnTo>
                    <a:pt x="35520" y="92321"/>
                  </a:lnTo>
                  <a:cubicBezTo>
                    <a:pt x="35520" y="92122"/>
                    <a:pt x="35545" y="91948"/>
                    <a:pt x="35545" y="91748"/>
                  </a:cubicBezTo>
                  <a:cubicBezTo>
                    <a:pt x="35545" y="91450"/>
                    <a:pt x="35570" y="91151"/>
                    <a:pt x="35594" y="90852"/>
                  </a:cubicBezTo>
                  <a:lnTo>
                    <a:pt x="35594" y="90827"/>
                  </a:lnTo>
                  <a:cubicBezTo>
                    <a:pt x="35594" y="90628"/>
                    <a:pt x="35619" y="90479"/>
                    <a:pt x="35669" y="90280"/>
                  </a:cubicBezTo>
                  <a:cubicBezTo>
                    <a:pt x="35694" y="89981"/>
                    <a:pt x="35719" y="89658"/>
                    <a:pt x="35794" y="89359"/>
                  </a:cubicBezTo>
                  <a:cubicBezTo>
                    <a:pt x="35794" y="89334"/>
                    <a:pt x="35794" y="89284"/>
                    <a:pt x="35818" y="89259"/>
                  </a:cubicBezTo>
                  <a:cubicBezTo>
                    <a:pt x="37934" y="88537"/>
                    <a:pt x="40075" y="87666"/>
                    <a:pt x="42215" y="86646"/>
                  </a:cubicBezTo>
                  <a:close/>
                  <a:moveTo>
                    <a:pt x="60610" y="96627"/>
                  </a:moveTo>
                  <a:lnTo>
                    <a:pt x="60610" y="96702"/>
                  </a:lnTo>
                  <a:cubicBezTo>
                    <a:pt x="58345" y="97324"/>
                    <a:pt x="56179" y="97623"/>
                    <a:pt x="54188" y="97623"/>
                  </a:cubicBezTo>
                  <a:cubicBezTo>
                    <a:pt x="52396" y="97623"/>
                    <a:pt x="50778" y="97374"/>
                    <a:pt x="49359" y="96901"/>
                  </a:cubicBezTo>
                  <a:cubicBezTo>
                    <a:pt x="49334" y="96901"/>
                    <a:pt x="49359" y="96851"/>
                    <a:pt x="49359" y="96826"/>
                  </a:cubicBezTo>
                  <a:cubicBezTo>
                    <a:pt x="50807" y="97317"/>
                    <a:pt x="52430" y="97561"/>
                    <a:pt x="54188" y="97561"/>
                  </a:cubicBezTo>
                  <a:cubicBezTo>
                    <a:pt x="56177" y="97561"/>
                    <a:pt x="58337" y="97248"/>
                    <a:pt x="60610" y="96627"/>
                  </a:cubicBezTo>
                  <a:close/>
                  <a:moveTo>
                    <a:pt x="47219" y="96104"/>
                  </a:moveTo>
                  <a:cubicBezTo>
                    <a:pt x="47244" y="96154"/>
                    <a:pt x="47268" y="96154"/>
                    <a:pt x="47293" y="96179"/>
                  </a:cubicBezTo>
                  <a:cubicBezTo>
                    <a:pt x="46248" y="96677"/>
                    <a:pt x="45227" y="97175"/>
                    <a:pt x="44157" y="97648"/>
                  </a:cubicBezTo>
                  <a:cubicBezTo>
                    <a:pt x="44182" y="97573"/>
                    <a:pt x="44232" y="97548"/>
                    <a:pt x="44232" y="97473"/>
                  </a:cubicBezTo>
                  <a:cubicBezTo>
                    <a:pt x="45227" y="97050"/>
                    <a:pt x="46223" y="96577"/>
                    <a:pt x="47219" y="96104"/>
                  </a:cubicBezTo>
                  <a:close/>
                  <a:moveTo>
                    <a:pt x="35570" y="89334"/>
                  </a:moveTo>
                  <a:cubicBezTo>
                    <a:pt x="35520" y="89707"/>
                    <a:pt x="35470" y="90106"/>
                    <a:pt x="35445" y="90479"/>
                  </a:cubicBezTo>
                  <a:cubicBezTo>
                    <a:pt x="35445" y="90579"/>
                    <a:pt x="35420" y="90678"/>
                    <a:pt x="35420" y="90753"/>
                  </a:cubicBezTo>
                  <a:lnTo>
                    <a:pt x="35420" y="90852"/>
                  </a:lnTo>
                  <a:cubicBezTo>
                    <a:pt x="35395" y="91126"/>
                    <a:pt x="35395" y="91375"/>
                    <a:pt x="35346" y="91649"/>
                  </a:cubicBezTo>
                  <a:lnTo>
                    <a:pt x="35346" y="91923"/>
                  </a:lnTo>
                  <a:cubicBezTo>
                    <a:pt x="35346" y="92072"/>
                    <a:pt x="35321" y="92196"/>
                    <a:pt x="35321" y="92346"/>
                  </a:cubicBezTo>
                  <a:lnTo>
                    <a:pt x="35321" y="92371"/>
                  </a:lnTo>
                  <a:lnTo>
                    <a:pt x="35321" y="93366"/>
                  </a:lnTo>
                  <a:lnTo>
                    <a:pt x="35321" y="93839"/>
                  </a:lnTo>
                  <a:cubicBezTo>
                    <a:pt x="35321" y="94213"/>
                    <a:pt x="35346" y="94586"/>
                    <a:pt x="35395" y="94934"/>
                  </a:cubicBezTo>
                  <a:lnTo>
                    <a:pt x="35395" y="94984"/>
                  </a:lnTo>
                  <a:cubicBezTo>
                    <a:pt x="35395" y="95084"/>
                    <a:pt x="35395" y="95134"/>
                    <a:pt x="35420" y="95233"/>
                  </a:cubicBezTo>
                  <a:cubicBezTo>
                    <a:pt x="35445" y="95681"/>
                    <a:pt x="35520" y="96129"/>
                    <a:pt x="35594" y="96577"/>
                  </a:cubicBezTo>
                  <a:cubicBezTo>
                    <a:pt x="35644" y="96727"/>
                    <a:pt x="35669" y="96851"/>
                    <a:pt x="35694" y="97000"/>
                  </a:cubicBezTo>
                  <a:cubicBezTo>
                    <a:pt x="35769" y="97224"/>
                    <a:pt x="35794" y="97473"/>
                    <a:pt x="35843" y="97697"/>
                  </a:cubicBezTo>
                  <a:lnTo>
                    <a:pt x="35818" y="97722"/>
                  </a:lnTo>
                  <a:cubicBezTo>
                    <a:pt x="35818" y="97722"/>
                    <a:pt x="35794" y="97722"/>
                    <a:pt x="35794" y="97772"/>
                  </a:cubicBezTo>
                  <a:cubicBezTo>
                    <a:pt x="35769" y="97448"/>
                    <a:pt x="35694" y="97224"/>
                    <a:pt x="35669" y="97025"/>
                  </a:cubicBezTo>
                  <a:cubicBezTo>
                    <a:pt x="35644" y="96851"/>
                    <a:pt x="35594" y="96702"/>
                    <a:pt x="35570" y="96528"/>
                  </a:cubicBezTo>
                  <a:cubicBezTo>
                    <a:pt x="35545" y="96403"/>
                    <a:pt x="35545" y="96303"/>
                    <a:pt x="35520" y="96179"/>
                  </a:cubicBezTo>
                  <a:cubicBezTo>
                    <a:pt x="35470" y="96055"/>
                    <a:pt x="35470" y="95905"/>
                    <a:pt x="35445" y="95731"/>
                  </a:cubicBezTo>
                  <a:cubicBezTo>
                    <a:pt x="35420" y="95557"/>
                    <a:pt x="35395" y="95333"/>
                    <a:pt x="35346" y="95158"/>
                  </a:cubicBezTo>
                  <a:cubicBezTo>
                    <a:pt x="35346" y="95034"/>
                    <a:pt x="35321" y="94910"/>
                    <a:pt x="35321" y="94735"/>
                  </a:cubicBezTo>
                  <a:lnTo>
                    <a:pt x="35321" y="94561"/>
                  </a:lnTo>
                  <a:cubicBezTo>
                    <a:pt x="35296" y="94287"/>
                    <a:pt x="35296" y="93989"/>
                    <a:pt x="35271" y="93715"/>
                  </a:cubicBezTo>
                  <a:lnTo>
                    <a:pt x="35271" y="93366"/>
                  </a:lnTo>
                  <a:lnTo>
                    <a:pt x="35271" y="92221"/>
                  </a:lnTo>
                  <a:lnTo>
                    <a:pt x="35271" y="92022"/>
                  </a:lnTo>
                  <a:cubicBezTo>
                    <a:pt x="35296" y="91574"/>
                    <a:pt x="35296" y="91126"/>
                    <a:pt x="35346" y="90678"/>
                  </a:cubicBezTo>
                  <a:cubicBezTo>
                    <a:pt x="35395" y="90230"/>
                    <a:pt x="35445" y="89757"/>
                    <a:pt x="35520" y="89334"/>
                  </a:cubicBezTo>
                  <a:close/>
                  <a:moveTo>
                    <a:pt x="42688" y="90057"/>
                  </a:moveTo>
                  <a:cubicBezTo>
                    <a:pt x="41493" y="92496"/>
                    <a:pt x="39676" y="94810"/>
                    <a:pt x="37337" y="96776"/>
                  </a:cubicBezTo>
                  <a:lnTo>
                    <a:pt x="37262" y="96851"/>
                  </a:lnTo>
                  <a:cubicBezTo>
                    <a:pt x="36889" y="97175"/>
                    <a:pt x="36466" y="97473"/>
                    <a:pt x="36067" y="97772"/>
                  </a:cubicBezTo>
                  <a:lnTo>
                    <a:pt x="36067" y="97697"/>
                  </a:lnTo>
                  <a:cubicBezTo>
                    <a:pt x="36441" y="97424"/>
                    <a:pt x="36814" y="97150"/>
                    <a:pt x="37187" y="96826"/>
                  </a:cubicBezTo>
                  <a:cubicBezTo>
                    <a:pt x="37212" y="96801"/>
                    <a:pt x="37287" y="96776"/>
                    <a:pt x="37312" y="96727"/>
                  </a:cubicBezTo>
                  <a:cubicBezTo>
                    <a:pt x="39651" y="94761"/>
                    <a:pt x="41493" y="92496"/>
                    <a:pt x="42688" y="90057"/>
                  </a:cubicBezTo>
                  <a:close/>
                  <a:moveTo>
                    <a:pt x="43933" y="97648"/>
                  </a:moveTo>
                  <a:cubicBezTo>
                    <a:pt x="43908" y="97672"/>
                    <a:pt x="43908" y="97722"/>
                    <a:pt x="43883" y="97772"/>
                  </a:cubicBezTo>
                  <a:cubicBezTo>
                    <a:pt x="43858" y="97772"/>
                    <a:pt x="43858" y="97772"/>
                    <a:pt x="43809" y="97797"/>
                  </a:cubicBezTo>
                  <a:cubicBezTo>
                    <a:pt x="43858" y="97772"/>
                    <a:pt x="43858" y="97697"/>
                    <a:pt x="43883" y="97672"/>
                  </a:cubicBezTo>
                  <a:cubicBezTo>
                    <a:pt x="43883" y="97648"/>
                    <a:pt x="43908" y="97648"/>
                    <a:pt x="43933" y="97648"/>
                  </a:cubicBezTo>
                  <a:close/>
                  <a:moveTo>
                    <a:pt x="96329" y="81070"/>
                  </a:moveTo>
                  <a:cubicBezTo>
                    <a:pt x="96428" y="81120"/>
                    <a:pt x="96478" y="81145"/>
                    <a:pt x="96578" y="81170"/>
                  </a:cubicBezTo>
                  <a:cubicBezTo>
                    <a:pt x="91475" y="87119"/>
                    <a:pt x="85601" y="92744"/>
                    <a:pt x="79154" y="97797"/>
                  </a:cubicBezTo>
                  <a:cubicBezTo>
                    <a:pt x="79129" y="97598"/>
                    <a:pt x="79104" y="97523"/>
                    <a:pt x="79079" y="97399"/>
                  </a:cubicBezTo>
                  <a:cubicBezTo>
                    <a:pt x="79652" y="96976"/>
                    <a:pt x="80224" y="96552"/>
                    <a:pt x="80772" y="96104"/>
                  </a:cubicBezTo>
                  <a:cubicBezTo>
                    <a:pt x="80847" y="96079"/>
                    <a:pt x="80896" y="96005"/>
                    <a:pt x="80971" y="95980"/>
                  </a:cubicBezTo>
                  <a:cubicBezTo>
                    <a:pt x="80996" y="95955"/>
                    <a:pt x="81021" y="95930"/>
                    <a:pt x="81071" y="95930"/>
                  </a:cubicBezTo>
                  <a:cubicBezTo>
                    <a:pt x="81568" y="95557"/>
                    <a:pt x="82066" y="95183"/>
                    <a:pt x="82514" y="94785"/>
                  </a:cubicBezTo>
                  <a:cubicBezTo>
                    <a:pt x="82564" y="94785"/>
                    <a:pt x="82564" y="94735"/>
                    <a:pt x="82589" y="94735"/>
                  </a:cubicBezTo>
                  <a:cubicBezTo>
                    <a:pt x="82738" y="94611"/>
                    <a:pt x="82863" y="94486"/>
                    <a:pt x="83012" y="94412"/>
                  </a:cubicBezTo>
                  <a:lnTo>
                    <a:pt x="83062" y="94362"/>
                  </a:lnTo>
                  <a:cubicBezTo>
                    <a:pt x="83460" y="94014"/>
                    <a:pt x="83858" y="93715"/>
                    <a:pt x="84257" y="93366"/>
                  </a:cubicBezTo>
                  <a:cubicBezTo>
                    <a:pt x="84381" y="93267"/>
                    <a:pt x="84481" y="93192"/>
                    <a:pt x="84605" y="93068"/>
                  </a:cubicBezTo>
                  <a:cubicBezTo>
                    <a:pt x="84630" y="93018"/>
                    <a:pt x="84705" y="92993"/>
                    <a:pt x="84730" y="92943"/>
                  </a:cubicBezTo>
                  <a:cubicBezTo>
                    <a:pt x="84730" y="92943"/>
                    <a:pt x="84754" y="92943"/>
                    <a:pt x="84754" y="92893"/>
                  </a:cubicBezTo>
                  <a:lnTo>
                    <a:pt x="85974" y="91873"/>
                  </a:lnTo>
                  <a:cubicBezTo>
                    <a:pt x="86074" y="91773"/>
                    <a:pt x="86173" y="91699"/>
                    <a:pt x="86298" y="91599"/>
                  </a:cubicBezTo>
                  <a:cubicBezTo>
                    <a:pt x="86323" y="91574"/>
                    <a:pt x="86347" y="91549"/>
                    <a:pt x="86422" y="91500"/>
                  </a:cubicBezTo>
                  <a:lnTo>
                    <a:pt x="86447" y="91475"/>
                  </a:lnTo>
                  <a:cubicBezTo>
                    <a:pt x="86870" y="91101"/>
                    <a:pt x="87293" y="90703"/>
                    <a:pt x="87716" y="90330"/>
                  </a:cubicBezTo>
                  <a:lnTo>
                    <a:pt x="87741" y="90280"/>
                  </a:lnTo>
                  <a:lnTo>
                    <a:pt x="87816" y="90230"/>
                  </a:lnTo>
                  <a:cubicBezTo>
                    <a:pt x="87866" y="90155"/>
                    <a:pt x="87940" y="90106"/>
                    <a:pt x="88040" y="90031"/>
                  </a:cubicBezTo>
                  <a:cubicBezTo>
                    <a:pt x="88488" y="89608"/>
                    <a:pt x="88961" y="89160"/>
                    <a:pt x="89409" y="88712"/>
                  </a:cubicBezTo>
                  <a:lnTo>
                    <a:pt x="89558" y="88537"/>
                  </a:lnTo>
                  <a:lnTo>
                    <a:pt x="89957" y="88139"/>
                  </a:lnTo>
                  <a:cubicBezTo>
                    <a:pt x="90081" y="88015"/>
                    <a:pt x="90181" y="87890"/>
                    <a:pt x="90305" y="87791"/>
                  </a:cubicBezTo>
                  <a:lnTo>
                    <a:pt x="90430" y="87666"/>
                  </a:lnTo>
                  <a:cubicBezTo>
                    <a:pt x="90529" y="87542"/>
                    <a:pt x="90654" y="87467"/>
                    <a:pt x="90728" y="87343"/>
                  </a:cubicBezTo>
                  <a:lnTo>
                    <a:pt x="91326" y="86745"/>
                  </a:lnTo>
                  <a:cubicBezTo>
                    <a:pt x="91450" y="86621"/>
                    <a:pt x="91575" y="86472"/>
                    <a:pt x="91699" y="86347"/>
                  </a:cubicBezTo>
                  <a:cubicBezTo>
                    <a:pt x="92048" y="85999"/>
                    <a:pt x="92346" y="85625"/>
                    <a:pt x="92695" y="85252"/>
                  </a:cubicBezTo>
                  <a:lnTo>
                    <a:pt x="92794" y="85152"/>
                  </a:lnTo>
                  <a:lnTo>
                    <a:pt x="93068" y="84879"/>
                  </a:lnTo>
                  <a:lnTo>
                    <a:pt x="93118" y="84804"/>
                  </a:lnTo>
                  <a:cubicBezTo>
                    <a:pt x="94263" y="83609"/>
                    <a:pt x="95308" y="82365"/>
                    <a:pt x="96329" y="81070"/>
                  </a:cubicBezTo>
                  <a:close/>
                  <a:moveTo>
                    <a:pt x="78905" y="97523"/>
                  </a:moveTo>
                  <a:cubicBezTo>
                    <a:pt x="78955" y="97598"/>
                    <a:pt x="78955" y="97697"/>
                    <a:pt x="78980" y="97797"/>
                  </a:cubicBezTo>
                  <a:lnTo>
                    <a:pt x="78980" y="97847"/>
                  </a:lnTo>
                  <a:cubicBezTo>
                    <a:pt x="78930" y="97847"/>
                    <a:pt x="78930" y="97872"/>
                    <a:pt x="78905" y="97872"/>
                  </a:cubicBezTo>
                  <a:cubicBezTo>
                    <a:pt x="78905" y="97847"/>
                    <a:pt x="78880" y="97797"/>
                    <a:pt x="78880" y="97772"/>
                  </a:cubicBezTo>
                  <a:cubicBezTo>
                    <a:pt x="78855" y="97697"/>
                    <a:pt x="78855" y="97598"/>
                    <a:pt x="78830" y="97548"/>
                  </a:cubicBezTo>
                  <a:lnTo>
                    <a:pt x="78905" y="97523"/>
                  </a:lnTo>
                  <a:close/>
                  <a:moveTo>
                    <a:pt x="35893" y="97822"/>
                  </a:moveTo>
                  <a:lnTo>
                    <a:pt x="35893" y="97847"/>
                  </a:lnTo>
                  <a:lnTo>
                    <a:pt x="35893" y="97897"/>
                  </a:lnTo>
                  <a:lnTo>
                    <a:pt x="35843" y="97897"/>
                  </a:lnTo>
                  <a:cubicBezTo>
                    <a:pt x="35843" y="97897"/>
                    <a:pt x="35818" y="97897"/>
                    <a:pt x="35818" y="97921"/>
                  </a:cubicBezTo>
                  <a:lnTo>
                    <a:pt x="35818" y="97897"/>
                  </a:lnTo>
                  <a:lnTo>
                    <a:pt x="35843" y="97847"/>
                  </a:lnTo>
                  <a:lnTo>
                    <a:pt x="35893" y="97822"/>
                  </a:lnTo>
                  <a:close/>
                  <a:moveTo>
                    <a:pt x="96777" y="81170"/>
                  </a:moveTo>
                  <a:cubicBezTo>
                    <a:pt x="96802" y="81170"/>
                    <a:pt x="96802" y="81170"/>
                    <a:pt x="96827" y="81220"/>
                  </a:cubicBezTo>
                  <a:cubicBezTo>
                    <a:pt x="91674" y="87218"/>
                    <a:pt x="85725" y="92918"/>
                    <a:pt x="79204" y="98021"/>
                  </a:cubicBezTo>
                  <a:cubicBezTo>
                    <a:pt x="79204" y="97971"/>
                    <a:pt x="79204" y="97946"/>
                    <a:pt x="79154" y="97946"/>
                  </a:cubicBezTo>
                  <a:cubicBezTo>
                    <a:pt x="85700" y="92844"/>
                    <a:pt x="91599" y="87144"/>
                    <a:pt x="96777" y="81170"/>
                  </a:cubicBezTo>
                  <a:close/>
                  <a:moveTo>
                    <a:pt x="79029" y="98046"/>
                  </a:moveTo>
                  <a:lnTo>
                    <a:pt x="79029" y="98096"/>
                  </a:lnTo>
                  <a:cubicBezTo>
                    <a:pt x="79005" y="98096"/>
                    <a:pt x="79005" y="98145"/>
                    <a:pt x="78980" y="98145"/>
                  </a:cubicBezTo>
                  <a:lnTo>
                    <a:pt x="78980" y="98071"/>
                  </a:lnTo>
                  <a:cubicBezTo>
                    <a:pt x="78980" y="98071"/>
                    <a:pt x="79005" y="98046"/>
                    <a:pt x="79029" y="98046"/>
                  </a:cubicBezTo>
                  <a:close/>
                  <a:moveTo>
                    <a:pt x="35321" y="89384"/>
                  </a:moveTo>
                  <a:cubicBezTo>
                    <a:pt x="35271" y="89832"/>
                    <a:pt x="35221" y="90255"/>
                    <a:pt x="35171" y="90703"/>
                  </a:cubicBezTo>
                  <a:lnTo>
                    <a:pt x="35171" y="90778"/>
                  </a:lnTo>
                  <a:cubicBezTo>
                    <a:pt x="35146" y="91226"/>
                    <a:pt x="35097" y="91649"/>
                    <a:pt x="35097" y="92097"/>
                  </a:cubicBezTo>
                  <a:lnTo>
                    <a:pt x="35097" y="92147"/>
                  </a:lnTo>
                  <a:lnTo>
                    <a:pt x="35097" y="92346"/>
                  </a:lnTo>
                  <a:lnTo>
                    <a:pt x="35097" y="93441"/>
                  </a:lnTo>
                  <a:lnTo>
                    <a:pt x="35097" y="93640"/>
                  </a:lnTo>
                  <a:lnTo>
                    <a:pt x="35097" y="93839"/>
                  </a:lnTo>
                  <a:cubicBezTo>
                    <a:pt x="35097" y="94138"/>
                    <a:pt x="35146" y="94462"/>
                    <a:pt x="35171" y="94735"/>
                  </a:cubicBezTo>
                  <a:cubicBezTo>
                    <a:pt x="35171" y="94860"/>
                    <a:pt x="35171" y="94984"/>
                    <a:pt x="35196" y="95109"/>
                  </a:cubicBezTo>
                  <a:lnTo>
                    <a:pt x="35196" y="95258"/>
                  </a:lnTo>
                  <a:cubicBezTo>
                    <a:pt x="35221" y="95557"/>
                    <a:pt x="35246" y="95806"/>
                    <a:pt x="35296" y="96055"/>
                  </a:cubicBezTo>
                  <a:cubicBezTo>
                    <a:pt x="35321" y="96204"/>
                    <a:pt x="35321" y="96353"/>
                    <a:pt x="35346" y="96503"/>
                  </a:cubicBezTo>
                  <a:cubicBezTo>
                    <a:pt x="35346" y="96552"/>
                    <a:pt x="35346" y="96577"/>
                    <a:pt x="35370" y="96627"/>
                  </a:cubicBezTo>
                  <a:cubicBezTo>
                    <a:pt x="35420" y="96876"/>
                    <a:pt x="35470" y="97100"/>
                    <a:pt x="35545" y="97349"/>
                  </a:cubicBezTo>
                  <a:cubicBezTo>
                    <a:pt x="35570" y="97498"/>
                    <a:pt x="35594" y="97623"/>
                    <a:pt x="35644" y="97797"/>
                  </a:cubicBezTo>
                  <a:cubicBezTo>
                    <a:pt x="35346" y="97996"/>
                    <a:pt x="35047" y="98195"/>
                    <a:pt x="34723" y="98369"/>
                  </a:cubicBezTo>
                  <a:cubicBezTo>
                    <a:pt x="34549" y="98494"/>
                    <a:pt x="34350" y="98618"/>
                    <a:pt x="34126" y="98743"/>
                  </a:cubicBezTo>
                  <a:cubicBezTo>
                    <a:pt x="33230" y="95955"/>
                    <a:pt x="32657" y="93093"/>
                    <a:pt x="32458" y="90255"/>
                  </a:cubicBezTo>
                  <a:cubicBezTo>
                    <a:pt x="33404" y="90006"/>
                    <a:pt x="34350" y="89707"/>
                    <a:pt x="35321" y="89384"/>
                  </a:cubicBezTo>
                  <a:close/>
                  <a:moveTo>
                    <a:pt x="32284" y="90305"/>
                  </a:moveTo>
                  <a:cubicBezTo>
                    <a:pt x="32458" y="93167"/>
                    <a:pt x="33056" y="96055"/>
                    <a:pt x="33977" y="98817"/>
                  </a:cubicBezTo>
                  <a:cubicBezTo>
                    <a:pt x="33952" y="98817"/>
                    <a:pt x="33952" y="98842"/>
                    <a:pt x="33927" y="98842"/>
                  </a:cubicBezTo>
                  <a:cubicBezTo>
                    <a:pt x="32981" y="96079"/>
                    <a:pt x="32408" y="93167"/>
                    <a:pt x="32209" y="90330"/>
                  </a:cubicBezTo>
                  <a:cubicBezTo>
                    <a:pt x="32234" y="90330"/>
                    <a:pt x="32284" y="90305"/>
                    <a:pt x="32284" y="90305"/>
                  </a:cubicBezTo>
                  <a:close/>
                  <a:moveTo>
                    <a:pt x="35694" y="97971"/>
                  </a:moveTo>
                  <a:lnTo>
                    <a:pt x="35719" y="98046"/>
                  </a:lnTo>
                  <a:cubicBezTo>
                    <a:pt x="35520" y="98195"/>
                    <a:pt x="35296" y="98320"/>
                    <a:pt x="35072" y="98444"/>
                  </a:cubicBezTo>
                  <a:cubicBezTo>
                    <a:pt x="34798" y="98643"/>
                    <a:pt x="34549" y="98817"/>
                    <a:pt x="34275" y="98967"/>
                  </a:cubicBezTo>
                  <a:cubicBezTo>
                    <a:pt x="34275" y="98942"/>
                    <a:pt x="34275" y="98942"/>
                    <a:pt x="34225" y="98917"/>
                  </a:cubicBezTo>
                  <a:cubicBezTo>
                    <a:pt x="34400" y="98793"/>
                    <a:pt x="34574" y="98668"/>
                    <a:pt x="34773" y="98569"/>
                  </a:cubicBezTo>
                  <a:cubicBezTo>
                    <a:pt x="35072" y="98394"/>
                    <a:pt x="35395" y="98195"/>
                    <a:pt x="35694" y="97971"/>
                  </a:cubicBezTo>
                  <a:close/>
                  <a:moveTo>
                    <a:pt x="34051" y="99017"/>
                  </a:moveTo>
                  <a:cubicBezTo>
                    <a:pt x="34051" y="99041"/>
                    <a:pt x="34051" y="99041"/>
                    <a:pt x="34076" y="99066"/>
                  </a:cubicBezTo>
                  <a:cubicBezTo>
                    <a:pt x="34051" y="99066"/>
                    <a:pt x="34051" y="99091"/>
                    <a:pt x="34026" y="99091"/>
                  </a:cubicBezTo>
                  <a:cubicBezTo>
                    <a:pt x="34026" y="99066"/>
                    <a:pt x="34026" y="99066"/>
                    <a:pt x="33977" y="99041"/>
                  </a:cubicBezTo>
                  <a:cubicBezTo>
                    <a:pt x="34026" y="99041"/>
                    <a:pt x="34026" y="99017"/>
                    <a:pt x="34051" y="99017"/>
                  </a:cubicBezTo>
                  <a:close/>
                  <a:moveTo>
                    <a:pt x="5700" y="96403"/>
                  </a:moveTo>
                  <a:cubicBezTo>
                    <a:pt x="6670" y="97445"/>
                    <a:pt x="7781" y="98393"/>
                    <a:pt x="8988" y="99201"/>
                  </a:cubicBezTo>
                  <a:lnTo>
                    <a:pt x="8988" y="99201"/>
                  </a:lnTo>
                  <a:cubicBezTo>
                    <a:pt x="8877" y="99173"/>
                    <a:pt x="8795" y="99128"/>
                    <a:pt x="8712" y="99066"/>
                  </a:cubicBezTo>
                  <a:cubicBezTo>
                    <a:pt x="8563" y="98967"/>
                    <a:pt x="8413" y="98842"/>
                    <a:pt x="8289" y="98768"/>
                  </a:cubicBezTo>
                  <a:cubicBezTo>
                    <a:pt x="8214" y="98693"/>
                    <a:pt x="8140" y="98668"/>
                    <a:pt x="8065" y="98593"/>
                  </a:cubicBezTo>
                  <a:cubicBezTo>
                    <a:pt x="7891" y="98444"/>
                    <a:pt x="7692" y="98320"/>
                    <a:pt x="7517" y="98170"/>
                  </a:cubicBezTo>
                  <a:cubicBezTo>
                    <a:pt x="7293" y="97971"/>
                    <a:pt x="7044" y="97822"/>
                    <a:pt x="6820" y="97598"/>
                  </a:cubicBezTo>
                  <a:cubicBezTo>
                    <a:pt x="6447" y="97249"/>
                    <a:pt x="6049" y="96901"/>
                    <a:pt x="5700" y="96528"/>
                  </a:cubicBezTo>
                  <a:lnTo>
                    <a:pt x="5700" y="96453"/>
                  </a:lnTo>
                  <a:lnTo>
                    <a:pt x="5700" y="96403"/>
                  </a:lnTo>
                  <a:close/>
                  <a:moveTo>
                    <a:pt x="9069" y="99255"/>
                  </a:moveTo>
                  <a:cubicBezTo>
                    <a:pt x="9075" y="99258"/>
                    <a:pt x="9080" y="99262"/>
                    <a:pt x="9085" y="99266"/>
                  </a:cubicBezTo>
                  <a:cubicBezTo>
                    <a:pt x="9085" y="99266"/>
                    <a:pt x="9077" y="99266"/>
                    <a:pt x="9069" y="99255"/>
                  </a:cubicBezTo>
                  <a:close/>
                  <a:moveTo>
                    <a:pt x="5800" y="96951"/>
                  </a:moveTo>
                  <a:lnTo>
                    <a:pt x="5800" y="96951"/>
                  </a:lnTo>
                  <a:cubicBezTo>
                    <a:pt x="5924" y="97050"/>
                    <a:pt x="6024" y="97175"/>
                    <a:pt x="6148" y="97249"/>
                  </a:cubicBezTo>
                  <a:lnTo>
                    <a:pt x="6223" y="97349"/>
                  </a:lnTo>
                  <a:cubicBezTo>
                    <a:pt x="6347" y="97473"/>
                    <a:pt x="6522" y="97598"/>
                    <a:pt x="6671" y="97722"/>
                  </a:cubicBezTo>
                  <a:cubicBezTo>
                    <a:pt x="6696" y="97772"/>
                    <a:pt x="6721" y="97772"/>
                    <a:pt x="6771" y="97797"/>
                  </a:cubicBezTo>
                  <a:cubicBezTo>
                    <a:pt x="6845" y="97847"/>
                    <a:pt x="6920" y="97946"/>
                    <a:pt x="7019" y="97996"/>
                  </a:cubicBezTo>
                  <a:cubicBezTo>
                    <a:pt x="7044" y="98046"/>
                    <a:pt x="7094" y="98071"/>
                    <a:pt x="7144" y="98096"/>
                  </a:cubicBezTo>
                  <a:cubicBezTo>
                    <a:pt x="7592" y="98569"/>
                    <a:pt x="8164" y="98967"/>
                    <a:pt x="8712" y="99390"/>
                  </a:cubicBezTo>
                  <a:cubicBezTo>
                    <a:pt x="8563" y="99290"/>
                    <a:pt x="8413" y="99166"/>
                    <a:pt x="8264" y="99066"/>
                  </a:cubicBezTo>
                  <a:cubicBezTo>
                    <a:pt x="8140" y="98967"/>
                    <a:pt x="8015" y="98917"/>
                    <a:pt x="7916" y="98817"/>
                  </a:cubicBezTo>
                  <a:cubicBezTo>
                    <a:pt x="7766" y="98718"/>
                    <a:pt x="7642" y="98593"/>
                    <a:pt x="7467" y="98494"/>
                  </a:cubicBezTo>
                  <a:cubicBezTo>
                    <a:pt x="7343" y="98419"/>
                    <a:pt x="7219" y="98320"/>
                    <a:pt x="7094" y="98195"/>
                  </a:cubicBezTo>
                  <a:cubicBezTo>
                    <a:pt x="6970" y="98096"/>
                    <a:pt x="6845" y="97996"/>
                    <a:pt x="6721" y="97872"/>
                  </a:cubicBezTo>
                  <a:cubicBezTo>
                    <a:pt x="6596" y="97772"/>
                    <a:pt x="6472" y="97672"/>
                    <a:pt x="6323" y="97548"/>
                  </a:cubicBezTo>
                  <a:cubicBezTo>
                    <a:pt x="6198" y="97448"/>
                    <a:pt x="6098" y="97324"/>
                    <a:pt x="5974" y="97224"/>
                  </a:cubicBezTo>
                  <a:lnTo>
                    <a:pt x="5825" y="97075"/>
                  </a:lnTo>
                  <a:cubicBezTo>
                    <a:pt x="5825" y="97050"/>
                    <a:pt x="5800" y="96976"/>
                    <a:pt x="5800" y="96951"/>
                  </a:cubicBezTo>
                  <a:close/>
                  <a:moveTo>
                    <a:pt x="68700" y="95955"/>
                  </a:moveTo>
                  <a:lnTo>
                    <a:pt x="68749" y="95980"/>
                  </a:lnTo>
                  <a:cubicBezTo>
                    <a:pt x="68675" y="96030"/>
                    <a:pt x="68625" y="96079"/>
                    <a:pt x="68550" y="96104"/>
                  </a:cubicBezTo>
                  <a:cubicBezTo>
                    <a:pt x="67281" y="97000"/>
                    <a:pt x="66036" y="97847"/>
                    <a:pt x="64767" y="98693"/>
                  </a:cubicBezTo>
                  <a:cubicBezTo>
                    <a:pt x="64386" y="98934"/>
                    <a:pt x="64010" y="99174"/>
                    <a:pt x="63637" y="99410"/>
                  </a:cubicBezTo>
                  <a:lnTo>
                    <a:pt x="63637" y="99410"/>
                  </a:lnTo>
                  <a:cubicBezTo>
                    <a:pt x="63778" y="99319"/>
                    <a:pt x="63911" y="99225"/>
                    <a:pt x="64045" y="99141"/>
                  </a:cubicBezTo>
                  <a:cubicBezTo>
                    <a:pt x="64717" y="98693"/>
                    <a:pt x="65439" y="98220"/>
                    <a:pt x="66136" y="97772"/>
                  </a:cubicBezTo>
                  <a:cubicBezTo>
                    <a:pt x="66459" y="97548"/>
                    <a:pt x="66808" y="97299"/>
                    <a:pt x="67156" y="97050"/>
                  </a:cubicBezTo>
                  <a:cubicBezTo>
                    <a:pt x="67679" y="96677"/>
                    <a:pt x="68202" y="96328"/>
                    <a:pt x="68700" y="95955"/>
                  </a:cubicBezTo>
                  <a:close/>
                  <a:moveTo>
                    <a:pt x="42813" y="90429"/>
                  </a:moveTo>
                  <a:cubicBezTo>
                    <a:pt x="43311" y="91972"/>
                    <a:pt x="44057" y="93317"/>
                    <a:pt x="45053" y="94437"/>
                  </a:cubicBezTo>
                  <a:cubicBezTo>
                    <a:pt x="44680" y="95482"/>
                    <a:pt x="44232" y="96552"/>
                    <a:pt x="43684" y="97573"/>
                  </a:cubicBezTo>
                  <a:cubicBezTo>
                    <a:pt x="41394" y="98569"/>
                    <a:pt x="39104" y="99415"/>
                    <a:pt x="36914" y="100087"/>
                  </a:cubicBezTo>
                  <a:cubicBezTo>
                    <a:pt x="36839" y="99938"/>
                    <a:pt x="36764" y="99813"/>
                    <a:pt x="36715" y="99689"/>
                  </a:cubicBezTo>
                  <a:cubicBezTo>
                    <a:pt x="36690" y="99589"/>
                    <a:pt x="36615" y="99465"/>
                    <a:pt x="36590" y="99390"/>
                  </a:cubicBezTo>
                  <a:lnTo>
                    <a:pt x="36590" y="99340"/>
                  </a:lnTo>
                  <a:cubicBezTo>
                    <a:pt x="36441" y="98917"/>
                    <a:pt x="36291" y="98444"/>
                    <a:pt x="36167" y="97971"/>
                  </a:cubicBezTo>
                  <a:cubicBezTo>
                    <a:pt x="36192" y="97946"/>
                    <a:pt x="36217" y="97921"/>
                    <a:pt x="36267" y="97921"/>
                  </a:cubicBezTo>
                  <a:cubicBezTo>
                    <a:pt x="36665" y="97598"/>
                    <a:pt x="37063" y="97324"/>
                    <a:pt x="37436" y="96976"/>
                  </a:cubicBezTo>
                  <a:cubicBezTo>
                    <a:pt x="37461" y="96951"/>
                    <a:pt x="37511" y="96951"/>
                    <a:pt x="37511" y="96926"/>
                  </a:cubicBezTo>
                  <a:cubicBezTo>
                    <a:pt x="39776" y="95034"/>
                    <a:pt x="41568" y="92819"/>
                    <a:pt x="42813" y="90429"/>
                  </a:cubicBezTo>
                  <a:close/>
                  <a:moveTo>
                    <a:pt x="35968" y="98046"/>
                  </a:moveTo>
                  <a:lnTo>
                    <a:pt x="36167" y="98693"/>
                  </a:lnTo>
                  <a:cubicBezTo>
                    <a:pt x="36167" y="98718"/>
                    <a:pt x="36167" y="98718"/>
                    <a:pt x="36192" y="98743"/>
                  </a:cubicBezTo>
                  <a:cubicBezTo>
                    <a:pt x="36217" y="98842"/>
                    <a:pt x="36242" y="98917"/>
                    <a:pt x="36291" y="98992"/>
                  </a:cubicBezTo>
                  <a:lnTo>
                    <a:pt x="36391" y="99290"/>
                  </a:lnTo>
                  <a:lnTo>
                    <a:pt x="36466" y="99564"/>
                  </a:lnTo>
                  <a:cubicBezTo>
                    <a:pt x="36466" y="99589"/>
                    <a:pt x="36515" y="99614"/>
                    <a:pt x="36515" y="99664"/>
                  </a:cubicBezTo>
                  <a:cubicBezTo>
                    <a:pt x="36565" y="99813"/>
                    <a:pt x="36640" y="99938"/>
                    <a:pt x="36690" y="100087"/>
                  </a:cubicBezTo>
                  <a:lnTo>
                    <a:pt x="36690" y="100112"/>
                  </a:lnTo>
                  <a:lnTo>
                    <a:pt x="36640" y="100112"/>
                  </a:lnTo>
                  <a:cubicBezTo>
                    <a:pt x="36590" y="100087"/>
                    <a:pt x="36590" y="100037"/>
                    <a:pt x="36565" y="99987"/>
                  </a:cubicBezTo>
                  <a:cubicBezTo>
                    <a:pt x="36466" y="99788"/>
                    <a:pt x="36391" y="99539"/>
                    <a:pt x="36291" y="99290"/>
                  </a:cubicBezTo>
                  <a:cubicBezTo>
                    <a:pt x="36267" y="99191"/>
                    <a:pt x="36217" y="99066"/>
                    <a:pt x="36167" y="98967"/>
                  </a:cubicBezTo>
                  <a:lnTo>
                    <a:pt x="36167" y="98942"/>
                  </a:lnTo>
                  <a:cubicBezTo>
                    <a:pt x="36067" y="98668"/>
                    <a:pt x="35968" y="98369"/>
                    <a:pt x="35918" y="98096"/>
                  </a:cubicBezTo>
                  <a:lnTo>
                    <a:pt x="35943" y="98071"/>
                  </a:lnTo>
                  <a:lnTo>
                    <a:pt x="35968" y="98046"/>
                  </a:lnTo>
                  <a:close/>
                  <a:moveTo>
                    <a:pt x="5551" y="97075"/>
                  </a:moveTo>
                  <a:lnTo>
                    <a:pt x="5601" y="97175"/>
                  </a:lnTo>
                  <a:cubicBezTo>
                    <a:pt x="5675" y="97374"/>
                    <a:pt x="5725" y="97573"/>
                    <a:pt x="5800" y="97797"/>
                  </a:cubicBezTo>
                  <a:cubicBezTo>
                    <a:pt x="5899" y="98096"/>
                    <a:pt x="5974" y="98369"/>
                    <a:pt x="6074" y="98668"/>
                  </a:cubicBezTo>
                  <a:cubicBezTo>
                    <a:pt x="6173" y="98942"/>
                    <a:pt x="6298" y="99216"/>
                    <a:pt x="6397" y="99465"/>
                  </a:cubicBezTo>
                  <a:cubicBezTo>
                    <a:pt x="6497" y="99704"/>
                    <a:pt x="6565" y="99928"/>
                    <a:pt x="6652" y="100148"/>
                  </a:cubicBezTo>
                  <a:lnTo>
                    <a:pt x="6652" y="100148"/>
                  </a:lnTo>
                  <a:cubicBezTo>
                    <a:pt x="6626" y="100095"/>
                    <a:pt x="6591" y="100021"/>
                    <a:pt x="6571" y="99962"/>
                  </a:cubicBezTo>
                  <a:cubicBezTo>
                    <a:pt x="6347" y="99514"/>
                    <a:pt x="6173" y="98992"/>
                    <a:pt x="5974" y="98469"/>
                  </a:cubicBezTo>
                  <a:cubicBezTo>
                    <a:pt x="5974" y="98444"/>
                    <a:pt x="5974" y="98444"/>
                    <a:pt x="5949" y="98419"/>
                  </a:cubicBezTo>
                  <a:cubicBezTo>
                    <a:pt x="5800" y="97971"/>
                    <a:pt x="5675" y="97548"/>
                    <a:pt x="5551" y="97075"/>
                  </a:cubicBezTo>
                  <a:close/>
                  <a:moveTo>
                    <a:pt x="75868" y="90753"/>
                  </a:moveTo>
                  <a:cubicBezTo>
                    <a:pt x="76491" y="91972"/>
                    <a:pt x="77038" y="93167"/>
                    <a:pt x="77486" y="94287"/>
                  </a:cubicBezTo>
                  <a:cubicBezTo>
                    <a:pt x="77511" y="94362"/>
                    <a:pt x="77586" y="94462"/>
                    <a:pt x="77611" y="94561"/>
                  </a:cubicBezTo>
                  <a:cubicBezTo>
                    <a:pt x="77735" y="94835"/>
                    <a:pt x="77835" y="95109"/>
                    <a:pt x="77909" y="95432"/>
                  </a:cubicBezTo>
                  <a:cubicBezTo>
                    <a:pt x="77984" y="95607"/>
                    <a:pt x="78084" y="95806"/>
                    <a:pt x="78133" y="95980"/>
                  </a:cubicBezTo>
                  <a:lnTo>
                    <a:pt x="78333" y="96652"/>
                  </a:lnTo>
                  <a:cubicBezTo>
                    <a:pt x="78382" y="96826"/>
                    <a:pt x="78457" y="97050"/>
                    <a:pt x="78507" y="97224"/>
                  </a:cubicBezTo>
                  <a:cubicBezTo>
                    <a:pt x="77860" y="97697"/>
                    <a:pt x="77163" y="98170"/>
                    <a:pt x="76491" y="98593"/>
                  </a:cubicBezTo>
                  <a:lnTo>
                    <a:pt x="76217" y="98793"/>
                  </a:lnTo>
                  <a:cubicBezTo>
                    <a:pt x="76142" y="98842"/>
                    <a:pt x="76043" y="98892"/>
                    <a:pt x="75993" y="98942"/>
                  </a:cubicBezTo>
                  <a:cubicBezTo>
                    <a:pt x="75420" y="99315"/>
                    <a:pt x="74873" y="99664"/>
                    <a:pt x="74300" y="100012"/>
                  </a:cubicBezTo>
                  <a:cubicBezTo>
                    <a:pt x="74275" y="100037"/>
                    <a:pt x="74176" y="100087"/>
                    <a:pt x="74101" y="100162"/>
                  </a:cubicBezTo>
                  <a:cubicBezTo>
                    <a:pt x="73902" y="100037"/>
                    <a:pt x="73728" y="99913"/>
                    <a:pt x="73529" y="99763"/>
                  </a:cubicBezTo>
                  <a:cubicBezTo>
                    <a:pt x="73479" y="99689"/>
                    <a:pt x="73404" y="99664"/>
                    <a:pt x="73304" y="99589"/>
                  </a:cubicBezTo>
                  <a:cubicBezTo>
                    <a:pt x="73180" y="99514"/>
                    <a:pt x="73105" y="99415"/>
                    <a:pt x="72981" y="99315"/>
                  </a:cubicBezTo>
                  <a:lnTo>
                    <a:pt x="72508" y="98942"/>
                  </a:lnTo>
                  <a:cubicBezTo>
                    <a:pt x="72458" y="98917"/>
                    <a:pt x="72433" y="98892"/>
                    <a:pt x="72384" y="98842"/>
                  </a:cubicBezTo>
                  <a:cubicBezTo>
                    <a:pt x="72184" y="98693"/>
                    <a:pt x="72035" y="98544"/>
                    <a:pt x="71861" y="98394"/>
                  </a:cubicBezTo>
                  <a:lnTo>
                    <a:pt x="71786" y="98320"/>
                  </a:lnTo>
                  <a:cubicBezTo>
                    <a:pt x="71637" y="98170"/>
                    <a:pt x="71438" y="98021"/>
                    <a:pt x="71263" y="97847"/>
                  </a:cubicBezTo>
                  <a:cubicBezTo>
                    <a:pt x="71239" y="97822"/>
                    <a:pt x="71189" y="97797"/>
                    <a:pt x="71139" y="97772"/>
                  </a:cubicBezTo>
                  <a:cubicBezTo>
                    <a:pt x="70990" y="97648"/>
                    <a:pt x="70815" y="97473"/>
                    <a:pt x="70666" y="97324"/>
                  </a:cubicBezTo>
                  <a:lnTo>
                    <a:pt x="70492" y="97150"/>
                  </a:lnTo>
                  <a:lnTo>
                    <a:pt x="70118" y="96776"/>
                  </a:lnTo>
                  <a:cubicBezTo>
                    <a:pt x="70019" y="96677"/>
                    <a:pt x="69894" y="96577"/>
                    <a:pt x="69795" y="96453"/>
                  </a:cubicBezTo>
                  <a:cubicBezTo>
                    <a:pt x="69695" y="96353"/>
                    <a:pt x="69621" y="96229"/>
                    <a:pt x="69496" y="96154"/>
                  </a:cubicBezTo>
                  <a:lnTo>
                    <a:pt x="69197" y="95855"/>
                  </a:lnTo>
                  <a:cubicBezTo>
                    <a:pt x="69994" y="95308"/>
                    <a:pt x="70741" y="94735"/>
                    <a:pt x="71512" y="94188"/>
                  </a:cubicBezTo>
                  <a:cubicBezTo>
                    <a:pt x="71662" y="94063"/>
                    <a:pt x="71811" y="93939"/>
                    <a:pt x="71985" y="93839"/>
                  </a:cubicBezTo>
                  <a:cubicBezTo>
                    <a:pt x="72732" y="93292"/>
                    <a:pt x="73504" y="92694"/>
                    <a:pt x="74225" y="92097"/>
                  </a:cubicBezTo>
                  <a:cubicBezTo>
                    <a:pt x="74425" y="91948"/>
                    <a:pt x="74624" y="91748"/>
                    <a:pt x="74848" y="91599"/>
                  </a:cubicBezTo>
                  <a:lnTo>
                    <a:pt x="75868" y="90753"/>
                  </a:lnTo>
                  <a:close/>
                  <a:moveTo>
                    <a:pt x="69123" y="95980"/>
                  </a:moveTo>
                  <a:cubicBezTo>
                    <a:pt x="69197" y="96079"/>
                    <a:pt x="69272" y="96179"/>
                    <a:pt x="69372" y="96229"/>
                  </a:cubicBezTo>
                  <a:lnTo>
                    <a:pt x="69695" y="96577"/>
                  </a:lnTo>
                  <a:lnTo>
                    <a:pt x="69894" y="96776"/>
                  </a:lnTo>
                  <a:cubicBezTo>
                    <a:pt x="71363" y="98195"/>
                    <a:pt x="72732" y="99390"/>
                    <a:pt x="73927" y="100211"/>
                  </a:cubicBezTo>
                  <a:cubicBezTo>
                    <a:pt x="73902" y="100286"/>
                    <a:pt x="73902" y="100286"/>
                    <a:pt x="73877" y="100286"/>
                  </a:cubicBezTo>
                  <a:cubicBezTo>
                    <a:pt x="72433" y="99290"/>
                    <a:pt x="70815" y="97847"/>
                    <a:pt x="69048" y="96030"/>
                  </a:cubicBezTo>
                  <a:lnTo>
                    <a:pt x="69123" y="95980"/>
                  </a:lnTo>
                  <a:close/>
                  <a:moveTo>
                    <a:pt x="78606" y="97424"/>
                  </a:moveTo>
                  <a:lnTo>
                    <a:pt x="78606" y="97448"/>
                  </a:lnTo>
                  <a:lnTo>
                    <a:pt x="78606" y="97473"/>
                  </a:lnTo>
                  <a:cubicBezTo>
                    <a:pt x="78482" y="97573"/>
                    <a:pt x="78357" y="97672"/>
                    <a:pt x="78233" y="97722"/>
                  </a:cubicBezTo>
                  <a:cubicBezTo>
                    <a:pt x="77735" y="98071"/>
                    <a:pt x="77188" y="98444"/>
                    <a:pt x="76715" y="98793"/>
                  </a:cubicBezTo>
                  <a:cubicBezTo>
                    <a:pt x="76441" y="98942"/>
                    <a:pt x="76242" y="99091"/>
                    <a:pt x="75993" y="99266"/>
                  </a:cubicBezTo>
                  <a:lnTo>
                    <a:pt x="74947" y="99913"/>
                  </a:lnTo>
                  <a:cubicBezTo>
                    <a:pt x="74848" y="99962"/>
                    <a:pt x="74698" y="100062"/>
                    <a:pt x="74574" y="100137"/>
                  </a:cubicBezTo>
                  <a:cubicBezTo>
                    <a:pt x="74524" y="100186"/>
                    <a:pt x="74425" y="100261"/>
                    <a:pt x="74300" y="100286"/>
                  </a:cubicBezTo>
                  <a:cubicBezTo>
                    <a:pt x="74350" y="100211"/>
                    <a:pt x="74400" y="100186"/>
                    <a:pt x="74425" y="100162"/>
                  </a:cubicBezTo>
                  <a:cubicBezTo>
                    <a:pt x="74499" y="100137"/>
                    <a:pt x="74574" y="100062"/>
                    <a:pt x="74649" y="100037"/>
                  </a:cubicBezTo>
                  <a:cubicBezTo>
                    <a:pt x="74773" y="99938"/>
                    <a:pt x="74922" y="99888"/>
                    <a:pt x="75047" y="99788"/>
                  </a:cubicBezTo>
                  <a:cubicBezTo>
                    <a:pt x="75097" y="99788"/>
                    <a:pt x="75097" y="99763"/>
                    <a:pt x="75122" y="99763"/>
                  </a:cubicBezTo>
                  <a:cubicBezTo>
                    <a:pt x="75470" y="99539"/>
                    <a:pt x="75794" y="99315"/>
                    <a:pt x="76117" y="99091"/>
                  </a:cubicBezTo>
                  <a:cubicBezTo>
                    <a:pt x="76291" y="98967"/>
                    <a:pt x="76441" y="98892"/>
                    <a:pt x="76640" y="98768"/>
                  </a:cubicBezTo>
                  <a:cubicBezTo>
                    <a:pt x="76739" y="98693"/>
                    <a:pt x="76814" y="98643"/>
                    <a:pt x="76889" y="98593"/>
                  </a:cubicBezTo>
                  <a:cubicBezTo>
                    <a:pt x="77312" y="98320"/>
                    <a:pt x="77735" y="98021"/>
                    <a:pt x="78158" y="97722"/>
                  </a:cubicBezTo>
                  <a:cubicBezTo>
                    <a:pt x="78308" y="97623"/>
                    <a:pt x="78482" y="97548"/>
                    <a:pt x="78606" y="97424"/>
                  </a:cubicBezTo>
                  <a:close/>
                  <a:moveTo>
                    <a:pt x="43560" y="97797"/>
                  </a:moveTo>
                  <a:cubicBezTo>
                    <a:pt x="43535" y="97822"/>
                    <a:pt x="43535" y="97897"/>
                    <a:pt x="43510" y="97921"/>
                  </a:cubicBezTo>
                  <a:cubicBezTo>
                    <a:pt x="41319" y="98842"/>
                    <a:pt x="39154" y="99664"/>
                    <a:pt x="37038" y="100311"/>
                  </a:cubicBezTo>
                  <a:cubicBezTo>
                    <a:pt x="37038" y="100286"/>
                    <a:pt x="37013" y="100261"/>
                    <a:pt x="37013" y="100211"/>
                  </a:cubicBezTo>
                  <a:cubicBezTo>
                    <a:pt x="39129" y="99564"/>
                    <a:pt x="41319" y="98718"/>
                    <a:pt x="43560" y="97797"/>
                  </a:cubicBezTo>
                  <a:close/>
                  <a:moveTo>
                    <a:pt x="36789" y="100311"/>
                  </a:moveTo>
                  <a:lnTo>
                    <a:pt x="36789" y="100336"/>
                  </a:lnTo>
                  <a:cubicBezTo>
                    <a:pt x="36789" y="100336"/>
                    <a:pt x="36789" y="100386"/>
                    <a:pt x="36814" y="100386"/>
                  </a:cubicBezTo>
                  <a:cubicBezTo>
                    <a:pt x="36789" y="100386"/>
                    <a:pt x="36764" y="100386"/>
                    <a:pt x="36764" y="100410"/>
                  </a:cubicBezTo>
                  <a:cubicBezTo>
                    <a:pt x="36764" y="100386"/>
                    <a:pt x="36715" y="100336"/>
                    <a:pt x="36715" y="100311"/>
                  </a:cubicBezTo>
                  <a:close/>
                  <a:moveTo>
                    <a:pt x="74126" y="100386"/>
                  </a:moveTo>
                  <a:cubicBezTo>
                    <a:pt x="74126" y="100386"/>
                    <a:pt x="74151" y="100386"/>
                    <a:pt x="74151" y="100410"/>
                  </a:cubicBezTo>
                  <a:cubicBezTo>
                    <a:pt x="74126" y="100410"/>
                    <a:pt x="74126" y="100435"/>
                    <a:pt x="74101" y="100435"/>
                  </a:cubicBezTo>
                  <a:cubicBezTo>
                    <a:pt x="74101" y="100435"/>
                    <a:pt x="74051" y="100435"/>
                    <a:pt x="74026" y="100411"/>
                  </a:cubicBezTo>
                  <a:lnTo>
                    <a:pt x="74026" y="100411"/>
                  </a:lnTo>
                  <a:cubicBezTo>
                    <a:pt x="74026" y="100411"/>
                    <a:pt x="74026" y="100411"/>
                    <a:pt x="74026" y="100411"/>
                  </a:cubicBezTo>
                  <a:lnTo>
                    <a:pt x="74026" y="100411"/>
                  </a:lnTo>
                  <a:cubicBezTo>
                    <a:pt x="74039" y="100423"/>
                    <a:pt x="74039" y="100429"/>
                    <a:pt x="74036" y="100429"/>
                  </a:cubicBezTo>
                  <a:cubicBezTo>
                    <a:pt x="74033" y="100429"/>
                    <a:pt x="74026" y="100423"/>
                    <a:pt x="74026" y="100410"/>
                  </a:cubicBezTo>
                  <a:lnTo>
                    <a:pt x="74026" y="100410"/>
                  </a:lnTo>
                  <a:cubicBezTo>
                    <a:pt x="74026" y="100410"/>
                    <a:pt x="74026" y="100410"/>
                    <a:pt x="74026" y="100410"/>
                  </a:cubicBezTo>
                  <a:cubicBezTo>
                    <a:pt x="74051" y="100410"/>
                    <a:pt x="74051" y="100386"/>
                    <a:pt x="74101" y="100386"/>
                  </a:cubicBezTo>
                  <a:close/>
                  <a:moveTo>
                    <a:pt x="35719" y="98220"/>
                  </a:moveTo>
                  <a:cubicBezTo>
                    <a:pt x="35769" y="98345"/>
                    <a:pt x="35794" y="98444"/>
                    <a:pt x="35818" y="98544"/>
                  </a:cubicBezTo>
                  <a:cubicBezTo>
                    <a:pt x="35843" y="98668"/>
                    <a:pt x="35893" y="98768"/>
                    <a:pt x="35918" y="98892"/>
                  </a:cubicBezTo>
                  <a:cubicBezTo>
                    <a:pt x="35918" y="98917"/>
                    <a:pt x="35943" y="98942"/>
                    <a:pt x="35943" y="98942"/>
                  </a:cubicBezTo>
                  <a:cubicBezTo>
                    <a:pt x="35943" y="98942"/>
                    <a:pt x="35943" y="98967"/>
                    <a:pt x="35968" y="98967"/>
                  </a:cubicBezTo>
                  <a:cubicBezTo>
                    <a:pt x="36018" y="99091"/>
                    <a:pt x="36067" y="99191"/>
                    <a:pt x="36092" y="99315"/>
                  </a:cubicBezTo>
                  <a:cubicBezTo>
                    <a:pt x="36092" y="99340"/>
                    <a:pt x="36142" y="99415"/>
                    <a:pt x="36142" y="99440"/>
                  </a:cubicBezTo>
                  <a:cubicBezTo>
                    <a:pt x="36167" y="99564"/>
                    <a:pt x="36217" y="99664"/>
                    <a:pt x="36267" y="99788"/>
                  </a:cubicBezTo>
                  <a:cubicBezTo>
                    <a:pt x="36316" y="99913"/>
                    <a:pt x="36341" y="100037"/>
                    <a:pt x="36416" y="100162"/>
                  </a:cubicBezTo>
                  <a:lnTo>
                    <a:pt x="34823" y="100635"/>
                  </a:lnTo>
                  <a:cubicBezTo>
                    <a:pt x="34673" y="100162"/>
                    <a:pt x="34474" y="99664"/>
                    <a:pt x="34300" y="99166"/>
                  </a:cubicBezTo>
                  <a:cubicBezTo>
                    <a:pt x="34549" y="99017"/>
                    <a:pt x="34773" y="98842"/>
                    <a:pt x="34972" y="98693"/>
                  </a:cubicBezTo>
                  <a:lnTo>
                    <a:pt x="35719" y="98220"/>
                  </a:lnTo>
                  <a:close/>
                  <a:moveTo>
                    <a:pt x="34126" y="99241"/>
                  </a:moveTo>
                  <a:cubicBezTo>
                    <a:pt x="34325" y="99763"/>
                    <a:pt x="34499" y="100211"/>
                    <a:pt x="34698" y="100709"/>
                  </a:cubicBezTo>
                  <a:cubicBezTo>
                    <a:pt x="34673" y="100709"/>
                    <a:pt x="34673" y="100709"/>
                    <a:pt x="34649" y="100759"/>
                  </a:cubicBezTo>
                  <a:cubicBezTo>
                    <a:pt x="34449" y="100261"/>
                    <a:pt x="34275" y="99788"/>
                    <a:pt x="34076" y="99290"/>
                  </a:cubicBezTo>
                  <a:cubicBezTo>
                    <a:pt x="34101" y="99290"/>
                    <a:pt x="34101" y="99241"/>
                    <a:pt x="34126" y="99241"/>
                  </a:cubicBezTo>
                  <a:close/>
                  <a:moveTo>
                    <a:pt x="67306" y="94437"/>
                  </a:moveTo>
                  <a:lnTo>
                    <a:pt x="67380" y="94486"/>
                  </a:lnTo>
                  <a:cubicBezTo>
                    <a:pt x="67555" y="94710"/>
                    <a:pt x="67779" y="94934"/>
                    <a:pt x="67953" y="95134"/>
                  </a:cubicBezTo>
                  <a:cubicBezTo>
                    <a:pt x="68177" y="95358"/>
                    <a:pt x="68401" y="95607"/>
                    <a:pt x="68625" y="95831"/>
                  </a:cubicBezTo>
                  <a:cubicBezTo>
                    <a:pt x="68077" y="96204"/>
                    <a:pt x="67555" y="96577"/>
                    <a:pt x="67032" y="96926"/>
                  </a:cubicBezTo>
                  <a:cubicBezTo>
                    <a:pt x="66683" y="97125"/>
                    <a:pt x="66335" y="97374"/>
                    <a:pt x="66036" y="97598"/>
                  </a:cubicBezTo>
                  <a:cubicBezTo>
                    <a:pt x="65364" y="98046"/>
                    <a:pt x="64717" y="98444"/>
                    <a:pt x="64070" y="98892"/>
                  </a:cubicBezTo>
                  <a:cubicBezTo>
                    <a:pt x="63821" y="99041"/>
                    <a:pt x="63572" y="99216"/>
                    <a:pt x="63323" y="99390"/>
                  </a:cubicBezTo>
                  <a:cubicBezTo>
                    <a:pt x="62576" y="99838"/>
                    <a:pt x="61830" y="100311"/>
                    <a:pt x="61058" y="100759"/>
                  </a:cubicBezTo>
                  <a:cubicBezTo>
                    <a:pt x="61108" y="99465"/>
                    <a:pt x="61108" y="98145"/>
                    <a:pt x="61058" y="96801"/>
                  </a:cubicBezTo>
                  <a:cubicBezTo>
                    <a:pt x="63074" y="96229"/>
                    <a:pt x="65165" y="95432"/>
                    <a:pt x="67306" y="94437"/>
                  </a:cubicBezTo>
                  <a:close/>
                  <a:moveTo>
                    <a:pt x="97026" y="81269"/>
                  </a:moveTo>
                  <a:cubicBezTo>
                    <a:pt x="97822" y="81518"/>
                    <a:pt x="98544" y="81643"/>
                    <a:pt x="99092" y="81643"/>
                  </a:cubicBezTo>
                  <a:cubicBezTo>
                    <a:pt x="99266" y="81643"/>
                    <a:pt x="99415" y="81643"/>
                    <a:pt x="99540" y="81618"/>
                  </a:cubicBezTo>
                  <a:lnTo>
                    <a:pt x="99540" y="81618"/>
                  </a:lnTo>
                  <a:cubicBezTo>
                    <a:pt x="98942" y="82365"/>
                    <a:pt x="98320" y="83061"/>
                    <a:pt x="97698" y="83833"/>
                  </a:cubicBezTo>
                  <a:cubicBezTo>
                    <a:pt x="97200" y="84406"/>
                    <a:pt x="96677" y="85003"/>
                    <a:pt x="96155" y="85600"/>
                  </a:cubicBezTo>
                  <a:cubicBezTo>
                    <a:pt x="95283" y="86571"/>
                    <a:pt x="94412" y="87517"/>
                    <a:pt x="93466" y="88488"/>
                  </a:cubicBezTo>
                  <a:lnTo>
                    <a:pt x="93441" y="88513"/>
                  </a:lnTo>
                  <a:cubicBezTo>
                    <a:pt x="89708" y="92371"/>
                    <a:pt x="85601" y="96055"/>
                    <a:pt x="81220" y="99390"/>
                  </a:cubicBezTo>
                  <a:lnTo>
                    <a:pt x="80100" y="100211"/>
                  </a:lnTo>
                  <a:cubicBezTo>
                    <a:pt x="79851" y="100410"/>
                    <a:pt x="79552" y="100585"/>
                    <a:pt x="79303" y="100784"/>
                  </a:cubicBezTo>
                  <a:cubicBezTo>
                    <a:pt x="79303" y="100759"/>
                    <a:pt x="79353" y="100684"/>
                    <a:pt x="79353" y="100659"/>
                  </a:cubicBezTo>
                  <a:cubicBezTo>
                    <a:pt x="79378" y="100560"/>
                    <a:pt x="79378" y="100460"/>
                    <a:pt x="79403" y="100386"/>
                  </a:cubicBezTo>
                  <a:cubicBezTo>
                    <a:pt x="79403" y="100311"/>
                    <a:pt x="79403" y="100261"/>
                    <a:pt x="79428" y="100186"/>
                  </a:cubicBezTo>
                  <a:cubicBezTo>
                    <a:pt x="79428" y="100087"/>
                    <a:pt x="79477" y="100012"/>
                    <a:pt x="79477" y="99888"/>
                  </a:cubicBezTo>
                  <a:cubicBezTo>
                    <a:pt x="79403" y="99813"/>
                    <a:pt x="79403" y="99714"/>
                    <a:pt x="79403" y="99664"/>
                  </a:cubicBezTo>
                  <a:lnTo>
                    <a:pt x="79403" y="99315"/>
                  </a:lnTo>
                  <a:cubicBezTo>
                    <a:pt x="79403" y="99216"/>
                    <a:pt x="79378" y="99141"/>
                    <a:pt x="79378" y="99066"/>
                  </a:cubicBezTo>
                  <a:cubicBezTo>
                    <a:pt x="79378" y="98942"/>
                    <a:pt x="79353" y="98842"/>
                    <a:pt x="79353" y="98718"/>
                  </a:cubicBezTo>
                  <a:cubicBezTo>
                    <a:pt x="79353" y="98618"/>
                    <a:pt x="79303" y="98544"/>
                    <a:pt x="79278" y="98444"/>
                  </a:cubicBezTo>
                  <a:cubicBezTo>
                    <a:pt x="79278" y="98345"/>
                    <a:pt x="79253" y="98295"/>
                    <a:pt x="79253" y="98195"/>
                  </a:cubicBezTo>
                  <a:cubicBezTo>
                    <a:pt x="85825" y="93068"/>
                    <a:pt x="91823" y="87293"/>
                    <a:pt x="97026" y="81269"/>
                  </a:cubicBezTo>
                  <a:close/>
                  <a:moveTo>
                    <a:pt x="78731" y="97697"/>
                  </a:moveTo>
                  <a:cubicBezTo>
                    <a:pt x="78731" y="97747"/>
                    <a:pt x="78756" y="97822"/>
                    <a:pt x="78756" y="97872"/>
                  </a:cubicBezTo>
                  <a:cubicBezTo>
                    <a:pt x="78756" y="97946"/>
                    <a:pt x="78781" y="97971"/>
                    <a:pt x="78781" y="98046"/>
                  </a:cubicBezTo>
                  <a:cubicBezTo>
                    <a:pt x="77561" y="98967"/>
                    <a:pt x="76316" y="99913"/>
                    <a:pt x="75072" y="100809"/>
                  </a:cubicBezTo>
                  <a:cubicBezTo>
                    <a:pt x="74898" y="100659"/>
                    <a:pt x="74723" y="100560"/>
                    <a:pt x="74524" y="100435"/>
                  </a:cubicBezTo>
                  <a:cubicBezTo>
                    <a:pt x="74574" y="100336"/>
                    <a:pt x="74674" y="100286"/>
                    <a:pt x="74798" y="100211"/>
                  </a:cubicBezTo>
                  <a:cubicBezTo>
                    <a:pt x="74922" y="100162"/>
                    <a:pt x="75047" y="100062"/>
                    <a:pt x="75171" y="100012"/>
                  </a:cubicBezTo>
                  <a:cubicBezTo>
                    <a:pt x="75196" y="100012"/>
                    <a:pt x="75196" y="99962"/>
                    <a:pt x="75246" y="99962"/>
                  </a:cubicBezTo>
                  <a:cubicBezTo>
                    <a:pt x="75420" y="99838"/>
                    <a:pt x="75570" y="99714"/>
                    <a:pt x="75769" y="99639"/>
                  </a:cubicBezTo>
                  <a:lnTo>
                    <a:pt x="76043" y="99440"/>
                  </a:lnTo>
                  <a:cubicBezTo>
                    <a:pt x="76291" y="99290"/>
                    <a:pt x="76565" y="99091"/>
                    <a:pt x="76814" y="98942"/>
                  </a:cubicBezTo>
                  <a:cubicBezTo>
                    <a:pt x="76889" y="98917"/>
                    <a:pt x="76939" y="98842"/>
                    <a:pt x="77038" y="98793"/>
                  </a:cubicBezTo>
                  <a:cubicBezTo>
                    <a:pt x="77262" y="98668"/>
                    <a:pt x="77436" y="98494"/>
                    <a:pt x="77660" y="98369"/>
                  </a:cubicBezTo>
                  <a:cubicBezTo>
                    <a:pt x="77785" y="98295"/>
                    <a:pt x="77909" y="98195"/>
                    <a:pt x="78034" y="98121"/>
                  </a:cubicBezTo>
                  <a:cubicBezTo>
                    <a:pt x="78059" y="98121"/>
                    <a:pt x="78059" y="98096"/>
                    <a:pt x="78108" y="98096"/>
                  </a:cubicBezTo>
                  <a:lnTo>
                    <a:pt x="78133" y="98096"/>
                  </a:lnTo>
                  <a:cubicBezTo>
                    <a:pt x="78308" y="97971"/>
                    <a:pt x="78507" y="97847"/>
                    <a:pt x="78731" y="97697"/>
                  </a:cubicBezTo>
                  <a:close/>
                  <a:moveTo>
                    <a:pt x="60859" y="96826"/>
                  </a:moveTo>
                  <a:lnTo>
                    <a:pt x="60859" y="96826"/>
                  </a:lnTo>
                  <a:cubicBezTo>
                    <a:pt x="60959" y="98195"/>
                    <a:pt x="60934" y="99539"/>
                    <a:pt x="60834" y="100883"/>
                  </a:cubicBezTo>
                  <a:cubicBezTo>
                    <a:pt x="60809" y="100883"/>
                    <a:pt x="60809" y="100908"/>
                    <a:pt x="60784" y="100908"/>
                  </a:cubicBezTo>
                  <a:cubicBezTo>
                    <a:pt x="60859" y="99589"/>
                    <a:pt x="60884" y="98220"/>
                    <a:pt x="60809" y="96851"/>
                  </a:cubicBezTo>
                  <a:cubicBezTo>
                    <a:pt x="60834" y="96851"/>
                    <a:pt x="60834" y="96851"/>
                    <a:pt x="60859" y="96826"/>
                  </a:cubicBezTo>
                  <a:close/>
                  <a:moveTo>
                    <a:pt x="78830" y="98195"/>
                  </a:moveTo>
                  <a:lnTo>
                    <a:pt x="78830" y="98245"/>
                  </a:lnTo>
                  <a:cubicBezTo>
                    <a:pt x="77660" y="99166"/>
                    <a:pt x="76491" y="100062"/>
                    <a:pt x="75296" y="100908"/>
                  </a:cubicBezTo>
                  <a:cubicBezTo>
                    <a:pt x="75271" y="100908"/>
                    <a:pt x="75271" y="100883"/>
                    <a:pt x="75246" y="100883"/>
                  </a:cubicBezTo>
                  <a:cubicBezTo>
                    <a:pt x="76441" y="100012"/>
                    <a:pt x="77636" y="99141"/>
                    <a:pt x="78830" y="98195"/>
                  </a:cubicBezTo>
                  <a:close/>
                  <a:moveTo>
                    <a:pt x="36540" y="100386"/>
                  </a:moveTo>
                  <a:cubicBezTo>
                    <a:pt x="36540" y="100410"/>
                    <a:pt x="36565" y="100410"/>
                    <a:pt x="36565" y="100435"/>
                  </a:cubicBezTo>
                  <a:lnTo>
                    <a:pt x="36565" y="100460"/>
                  </a:lnTo>
                  <a:lnTo>
                    <a:pt x="34972" y="100933"/>
                  </a:lnTo>
                  <a:cubicBezTo>
                    <a:pt x="34972" y="100908"/>
                    <a:pt x="34947" y="100883"/>
                    <a:pt x="34947" y="100834"/>
                  </a:cubicBezTo>
                  <a:lnTo>
                    <a:pt x="36540" y="100386"/>
                  </a:lnTo>
                  <a:close/>
                  <a:moveTo>
                    <a:pt x="74325" y="100535"/>
                  </a:moveTo>
                  <a:cubicBezTo>
                    <a:pt x="74524" y="100659"/>
                    <a:pt x="74748" y="100784"/>
                    <a:pt x="74922" y="100908"/>
                  </a:cubicBezTo>
                  <a:cubicBezTo>
                    <a:pt x="74898" y="100908"/>
                    <a:pt x="74898" y="100933"/>
                    <a:pt x="74873" y="100933"/>
                  </a:cubicBezTo>
                  <a:cubicBezTo>
                    <a:pt x="74649" y="100809"/>
                    <a:pt x="74474" y="100684"/>
                    <a:pt x="74275" y="100560"/>
                  </a:cubicBezTo>
                  <a:cubicBezTo>
                    <a:pt x="74300" y="100560"/>
                    <a:pt x="74300" y="100535"/>
                    <a:pt x="74325" y="100535"/>
                  </a:cubicBezTo>
                  <a:close/>
                  <a:moveTo>
                    <a:pt x="5153" y="84729"/>
                  </a:moveTo>
                  <a:cubicBezTo>
                    <a:pt x="7019" y="87393"/>
                    <a:pt x="9583" y="89384"/>
                    <a:pt x="12869" y="90603"/>
                  </a:cubicBezTo>
                  <a:cubicBezTo>
                    <a:pt x="12072" y="94088"/>
                    <a:pt x="12023" y="97672"/>
                    <a:pt x="12695" y="100958"/>
                  </a:cubicBezTo>
                  <a:cubicBezTo>
                    <a:pt x="9832" y="99813"/>
                    <a:pt x="7443" y="98170"/>
                    <a:pt x="5576" y="96055"/>
                  </a:cubicBezTo>
                  <a:cubicBezTo>
                    <a:pt x="5476" y="95681"/>
                    <a:pt x="5402" y="95308"/>
                    <a:pt x="5327" y="94934"/>
                  </a:cubicBezTo>
                  <a:cubicBezTo>
                    <a:pt x="5302" y="94760"/>
                    <a:pt x="5277" y="94586"/>
                    <a:pt x="5227" y="94437"/>
                  </a:cubicBezTo>
                  <a:cubicBezTo>
                    <a:pt x="5153" y="93864"/>
                    <a:pt x="5053" y="93317"/>
                    <a:pt x="4978" y="92719"/>
                  </a:cubicBezTo>
                  <a:cubicBezTo>
                    <a:pt x="4978" y="92595"/>
                    <a:pt x="4953" y="92445"/>
                    <a:pt x="4953" y="92321"/>
                  </a:cubicBezTo>
                  <a:lnTo>
                    <a:pt x="4854" y="90902"/>
                  </a:lnTo>
                  <a:cubicBezTo>
                    <a:pt x="4854" y="90703"/>
                    <a:pt x="4829" y="90479"/>
                    <a:pt x="4829" y="90255"/>
                  </a:cubicBezTo>
                  <a:cubicBezTo>
                    <a:pt x="4829" y="89658"/>
                    <a:pt x="4804" y="89110"/>
                    <a:pt x="4829" y="88513"/>
                  </a:cubicBezTo>
                  <a:cubicBezTo>
                    <a:pt x="4829" y="88363"/>
                    <a:pt x="4854" y="88164"/>
                    <a:pt x="4854" y="88015"/>
                  </a:cubicBezTo>
                  <a:lnTo>
                    <a:pt x="4953" y="86521"/>
                  </a:lnTo>
                  <a:cubicBezTo>
                    <a:pt x="4978" y="86297"/>
                    <a:pt x="4978" y="86098"/>
                    <a:pt x="5028" y="85899"/>
                  </a:cubicBezTo>
                  <a:cubicBezTo>
                    <a:pt x="5053" y="85501"/>
                    <a:pt x="5103" y="85127"/>
                    <a:pt x="5153" y="84729"/>
                  </a:cubicBezTo>
                  <a:close/>
                  <a:moveTo>
                    <a:pt x="34798" y="100859"/>
                  </a:moveTo>
                  <a:lnTo>
                    <a:pt x="34798" y="100859"/>
                  </a:lnTo>
                  <a:cubicBezTo>
                    <a:pt x="34773" y="100933"/>
                    <a:pt x="34798" y="100958"/>
                    <a:pt x="34798" y="101008"/>
                  </a:cubicBezTo>
                  <a:lnTo>
                    <a:pt x="34773" y="101008"/>
                  </a:lnTo>
                  <a:cubicBezTo>
                    <a:pt x="34773" y="100958"/>
                    <a:pt x="34723" y="100933"/>
                    <a:pt x="34723" y="100908"/>
                  </a:cubicBezTo>
                  <a:cubicBezTo>
                    <a:pt x="34773" y="100908"/>
                    <a:pt x="34773" y="100908"/>
                    <a:pt x="34798" y="100859"/>
                  </a:cubicBezTo>
                  <a:close/>
                  <a:moveTo>
                    <a:pt x="63566" y="99455"/>
                  </a:moveTo>
                  <a:lnTo>
                    <a:pt x="63566" y="99455"/>
                  </a:lnTo>
                  <a:cubicBezTo>
                    <a:pt x="62717" y="99992"/>
                    <a:pt x="61880" y="100514"/>
                    <a:pt x="61033" y="101014"/>
                  </a:cubicBezTo>
                  <a:lnTo>
                    <a:pt x="61033" y="101014"/>
                  </a:lnTo>
                  <a:cubicBezTo>
                    <a:pt x="61033" y="101012"/>
                    <a:pt x="61033" y="101010"/>
                    <a:pt x="61033" y="101008"/>
                  </a:cubicBezTo>
                  <a:cubicBezTo>
                    <a:pt x="61830" y="100535"/>
                    <a:pt x="62601" y="100037"/>
                    <a:pt x="63423" y="99539"/>
                  </a:cubicBezTo>
                  <a:cubicBezTo>
                    <a:pt x="63472" y="99512"/>
                    <a:pt x="63519" y="99484"/>
                    <a:pt x="63566" y="99455"/>
                  </a:cubicBezTo>
                  <a:close/>
                  <a:moveTo>
                    <a:pt x="13043" y="90603"/>
                  </a:moveTo>
                  <a:cubicBezTo>
                    <a:pt x="13068" y="90603"/>
                    <a:pt x="13068" y="90603"/>
                    <a:pt x="13118" y="90628"/>
                  </a:cubicBezTo>
                  <a:cubicBezTo>
                    <a:pt x="12321" y="94113"/>
                    <a:pt x="12296" y="97697"/>
                    <a:pt x="12993" y="101033"/>
                  </a:cubicBezTo>
                  <a:cubicBezTo>
                    <a:pt x="12944" y="101033"/>
                    <a:pt x="12919" y="101008"/>
                    <a:pt x="12919" y="101008"/>
                  </a:cubicBezTo>
                  <a:cubicBezTo>
                    <a:pt x="12197" y="97672"/>
                    <a:pt x="12271" y="94088"/>
                    <a:pt x="13043" y="90603"/>
                  </a:cubicBezTo>
                  <a:close/>
                  <a:moveTo>
                    <a:pt x="79104" y="98320"/>
                  </a:moveTo>
                  <a:cubicBezTo>
                    <a:pt x="79104" y="98345"/>
                    <a:pt x="79104" y="98394"/>
                    <a:pt x="79129" y="98444"/>
                  </a:cubicBezTo>
                  <a:cubicBezTo>
                    <a:pt x="79154" y="98544"/>
                    <a:pt x="79154" y="98643"/>
                    <a:pt x="79204" y="98718"/>
                  </a:cubicBezTo>
                  <a:cubicBezTo>
                    <a:pt x="79229" y="98842"/>
                    <a:pt x="79229" y="98942"/>
                    <a:pt x="79229" y="99066"/>
                  </a:cubicBezTo>
                  <a:cubicBezTo>
                    <a:pt x="79229" y="99166"/>
                    <a:pt x="79253" y="99266"/>
                    <a:pt x="79253" y="99340"/>
                  </a:cubicBezTo>
                  <a:lnTo>
                    <a:pt x="79253" y="99614"/>
                  </a:lnTo>
                  <a:lnTo>
                    <a:pt x="79253" y="99863"/>
                  </a:lnTo>
                  <a:cubicBezTo>
                    <a:pt x="79253" y="99962"/>
                    <a:pt x="79253" y="100037"/>
                    <a:pt x="79229" y="100137"/>
                  </a:cubicBezTo>
                  <a:cubicBezTo>
                    <a:pt x="79229" y="100211"/>
                    <a:pt x="79229" y="100286"/>
                    <a:pt x="79204" y="100386"/>
                  </a:cubicBezTo>
                  <a:cubicBezTo>
                    <a:pt x="79204" y="100435"/>
                    <a:pt x="79154" y="100485"/>
                    <a:pt x="79154" y="100585"/>
                  </a:cubicBezTo>
                  <a:cubicBezTo>
                    <a:pt x="79154" y="100659"/>
                    <a:pt x="79129" y="100759"/>
                    <a:pt x="79129" y="100809"/>
                  </a:cubicBezTo>
                  <a:cubicBezTo>
                    <a:pt x="79104" y="100809"/>
                    <a:pt x="79079" y="100834"/>
                    <a:pt x="79079" y="100908"/>
                  </a:cubicBezTo>
                  <a:cubicBezTo>
                    <a:pt x="79079" y="100933"/>
                    <a:pt x="79079" y="100933"/>
                    <a:pt x="79029" y="100958"/>
                  </a:cubicBezTo>
                  <a:cubicBezTo>
                    <a:pt x="79005" y="101008"/>
                    <a:pt x="78980" y="101008"/>
                    <a:pt x="78930" y="101033"/>
                  </a:cubicBezTo>
                  <a:cubicBezTo>
                    <a:pt x="78930" y="101008"/>
                    <a:pt x="78930" y="101008"/>
                    <a:pt x="78980" y="100958"/>
                  </a:cubicBezTo>
                  <a:cubicBezTo>
                    <a:pt x="79005" y="100883"/>
                    <a:pt x="79029" y="100809"/>
                    <a:pt x="79079" y="100709"/>
                  </a:cubicBezTo>
                  <a:cubicBezTo>
                    <a:pt x="79079" y="100659"/>
                    <a:pt x="79104" y="100585"/>
                    <a:pt x="79104" y="100535"/>
                  </a:cubicBezTo>
                  <a:cubicBezTo>
                    <a:pt x="79104" y="100460"/>
                    <a:pt x="79129" y="100386"/>
                    <a:pt x="79129" y="100311"/>
                  </a:cubicBezTo>
                  <a:cubicBezTo>
                    <a:pt x="79129" y="100261"/>
                    <a:pt x="79129" y="100162"/>
                    <a:pt x="79154" y="100062"/>
                  </a:cubicBezTo>
                  <a:lnTo>
                    <a:pt x="79154" y="99838"/>
                  </a:lnTo>
                  <a:lnTo>
                    <a:pt x="79154" y="99564"/>
                  </a:lnTo>
                  <a:lnTo>
                    <a:pt x="79154" y="99315"/>
                  </a:lnTo>
                  <a:cubicBezTo>
                    <a:pt x="79154" y="99216"/>
                    <a:pt x="79129" y="99141"/>
                    <a:pt x="79129" y="99017"/>
                  </a:cubicBezTo>
                  <a:cubicBezTo>
                    <a:pt x="79129" y="98917"/>
                    <a:pt x="79104" y="98817"/>
                    <a:pt x="79104" y="98718"/>
                  </a:cubicBezTo>
                  <a:cubicBezTo>
                    <a:pt x="79104" y="98643"/>
                    <a:pt x="79079" y="98519"/>
                    <a:pt x="79029" y="98419"/>
                  </a:cubicBezTo>
                  <a:lnTo>
                    <a:pt x="79029" y="98345"/>
                  </a:lnTo>
                  <a:cubicBezTo>
                    <a:pt x="79079" y="98345"/>
                    <a:pt x="79079" y="98320"/>
                    <a:pt x="79104" y="98320"/>
                  </a:cubicBezTo>
                  <a:close/>
                  <a:moveTo>
                    <a:pt x="3236" y="94287"/>
                  </a:moveTo>
                  <a:cubicBezTo>
                    <a:pt x="3311" y="94287"/>
                    <a:pt x="3311" y="94312"/>
                    <a:pt x="3336" y="94312"/>
                  </a:cubicBezTo>
                  <a:cubicBezTo>
                    <a:pt x="3336" y="94337"/>
                    <a:pt x="3360" y="94337"/>
                    <a:pt x="3360" y="94362"/>
                  </a:cubicBezTo>
                  <a:cubicBezTo>
                    <a:pt x="3659" y="94810"/>
                    <a:pt x="3933" y="95208"/>
                    <a:pt x="4281" y="95607"/>
                  </a:cubicBezTo>
                  <a:lnTo>
                    <a:pt x="4331" y="95681"/>
                  </a:lnTo>
                  <a:cubicBezTo>
                    <a:pt x="4655" y="96079"/>
                    <a:pt x="4978" y="96453"/>
                    <a:pt x="5327" y="96826"/>
                  </a:cubicBezTo>
                  <a:cubicBezTo>
                    <a:pt x="5451" y="97324"/>
                    <a:pt x="5601" y="97797"/>
                    <a:pt x="5775" y="98245"/>
                  </a:cubicBezTo>
                  <a:cubicBezTo>
                    <a:pt x="5800" y="98345"/>
                    <a:pt x="5825" y="98469"/>
                    <a:pt x="5850" y="98593"/>
                  </a:cubicBezTo>
                  <a:cubicBezTo>
                    <a:pt x="6024" y="99041"/>
                    <a:pt x="6173" y="99465"/>
                    <a:pt x="6347" y="99888"/>
                  </a:cubicBezTo>
                  <a:cubicBezTo>
                    <a:pt x="6422" y="100037"/>
                    <a:pt x="6472" y="100162"/>
                    <a:pt x="6522" y="100311"/>
                  </a:cubicBezTo>
                  <a:cubicBezTo>
                    <a:pt x="6646" y="100560"/>
                    <a:pt x="6771" y="100809"/>
                    <a:pt x="6895" y="101083"/>
                  </a:cubicBezTo>
                  <a:cubicBezTo>
                    <a:pt x="6771" y="100908"/>
                    <a:pt x="6646" y="100709"/>
                    <a:pt x="6472" y="100510"/>
                  </a:cubicBezTo>
                  <a:cubicBezTo>
                    <a:pt x="5924" y="99639"/>
                    <a:pt x="4281" y="96926"/>
                    <a:pt x="3410" y="94661"/>
                  </a:cubicBezTo>
                  <a:cubicBezTo>
                    <a:pt x="3336" y="94536"/>
                    <a:pt x="3311" y="94412"/>
                    <a:pt x="3236" y="94287"/>
                  </a:cubicBezTo>
                  <a:close/>
                  <a:moveTo>
                    <a:pt x="85823" y="95956"/>
                  </a:moveTo>
                  <a:cubicBezTo>
                    <a:pt x="85716" y="96047"/>
                    <a:pt x="85609" y="96138"/>
                    <a:pt x="85501" y="96229"/>
                  </a:cubicBezTo>
                  <a:cubicBezTo>
                    <a:pt x="85476" y="96279"/>
                    <a:pt x="85426" y="96303"/>
                    <a:pt x="85377" y="96353"/>
                  </a:cubicBezTo>
                  <a:cubicBezTo>
                    <a:pt x="84854" y="96801"/>
                    <a:pt x="84331" y="97224"/>
                    <a:pt x="83833" y="97648"/>
                  </a:cubicBezTo>
                  <a:cubicBezTo>
                    <a:pt x="83585" y="97822"/>
                    <a:pt x="83361" y="98046"/>
                    <a:pt x="83112" y="98220"/>
                  </a:cubicBezTo>
                  <a:cubicBezTo>
                    <a:pt x="82589" y="98668"/>
                    <a:pt x="82016" y="99091"/>
                    <a:pt x="81469" y="99514"/>
                  </a:cubicBezTo>
                  <a:cubicBezTo>
                    <a:pt x="81071" y="99813"/>
                    <a:pt x="80697" y="100087"/>
                    <a:pt x="80274" y="100386"/>
                  </a:cubicBezTo>
                  <a:lnTo>
                    <a:pt x="79627" y="100834"/>
                  </a:lnTo>
                  <a:cubicBezTo>
                    <a:pt x="79602" y="100883"/>
                    <a:pt x="79552" y="100883"/>
                    <a:pt x="79527" y="100908"/>
                  </a:cubicBezTo>
                  <a:cubicBezTo>
                    <a:pt x="79420" y="100994"/>
                    <a:pt x="79332" y="101043"/>
                    <a:pt x="79230" y="101118"/>
                  </a:cubicBezTo>
                  <a:lnTo>
                    <a:pt x="79230" y="101118"/>
                  </a:lnTo>
                  <a:cubicBezTo>
                    <a:pt x="79232" y="101103"/>
                    <a:pt x="79237" y="101083"/>
                    <a:pt x="79253" y="101083"/>
                  </a:cubicBezTo>
                  <a:cubicBezTo>
                    <a:pt x="79552" y="100883"/>
                    <a:pt x="79851" y="100659"/>
                    <a:pt x="80125" y="100435"/>
                  </a:cubicBezTo>
                  <a:cubicBezTo>
                    <a:pt x="80573" y="100137"/>
                    <a:pt x="80996" y="99813"/>
                    <a:pt x="81394" y="99514"/>
                  </a:cubicBezTo>
                  <a:cubicBezTo>
                    <a:pt x="81718" y="99290"/>
                    <a:pt x="81991" y="99066"/>
                    <a:pt x="82265" y="98842"/>
                  </a:cubicBezTo>
                  <a:cubicBezTo>
                    <a:pt x="83385" y="97996"/>
                    <a:pt x="84853" y="96753"/>
                    <a:pt x="85823" y="95956"/>
                  </a:cubicBezTo>
                  <a:close/>
                  <a:moveTo>
                    <a:pt x="79209" y="101134"/>
                  </a:moveTo>
                  <a:cubicBezTo>
                    <a:pt x="79199" y="101141"/>
                    <a:pt x="79189" y="101149"/>
                    <a:pt x="79179" y="101157"/>
                  </a:cubicBezTo>
                  <a:cubicBezTo>
                    <a:pt x="79179" y="101157"/>
                    <a:pt x="79179" y="101140"/>
                    <a:pt x="79209" y="101134"/>
                  </a:cubicBezTo>
                  <a:close/>
                  <a:moveTo>
                    <a:pt x="60834" y="101107"/>
                  </a:moveTo>
                  <a:lnTo>
                    <a:pt x="60834" y="101207"/>
                  </a:lnTo>
                  <a:cubicBezTo>
                    <a:pt x="60809" y="101207"/>
                    <a:pt x="60809" y="101257"/>
                    <a:pt x="60784" y="101257"/>
                  </a:cubicBezTo>
                  <a:lnTo>
                    <a:pt x="60784" y="101157"/>
                  </a:lnTo>
                  <a:cubicBezTo>
                    <a:pt x="60809" y="101157"/>
                    <a:pt x="60809" y="101107"/>
                    <a:pt x="60834" y="101107"/>
                  </a:cubicBezTo>
                  <a:close/>
                  <a:moveTo>
                    <a:pt x="78835" y="101389"/>
                  </a:moveTo>
                  <a:cubicBezTo>
                    <a:pt x="78826" y="101395"/>
                    <a:pt x="78816" y="101403"/>
                    <a:pt x="78795" y="101405"/>
                  </a:cubicBezTo>
                  <a:lnTo>
                    <a:pt x="78795" y="101405"/>
                  </a:lnTo>
                  <a:cubicBezTo>
                    <a:pt x="78807" y="101400"/>
                    <a:pt x="78820" y="101394"/>
                    <a:pt x="78835" y="101389"/>
                  </a:cubicBezTo>
                  <a:close/>
                  <a:moveTo>
                    <a:pt x="13267" y="90678"/>
                  </a:moveTo>
                  <a:cubicBezTo>
                    <a:pt x="13392" y="90703"/>
                    <a:pt x="13516" y="90728"/>
                    <a:pt x="13640" y="90778"/>
                  </a:cubicBezTo>
                  <a:cubicBezTo>
                    <a:pt x="13192" y="94586"/>
                    <a:pt x="13367" y="98170"/>
                    <a:pt x="14138" y="101406"/>
                  </a:cubicBezTo>
                  <a:cubicBezTo>
                    <a:pt x="13815" y="101307"/>
                    <a:pt x="13516" y="101182"/>
                    <a:pt x="13192" y="101083"/>
                  </a:cubicBezTo>
                  <a:cubicBezTo>
                    <a:pt x="12446" y="97772"/>
                    <a:pt x="12496" y="94188"/>
                    <a:pt x="13267" y="90678"/>
                  </a:cubicBezTo>
                  <a:close/>
                  <a:moveTo>
                    <a:pt x="13790" y="90852"/>
                  </a:moveTo>
                  <a:cubicBezTo>
                    <a:pt x="13815" y="90852"/>
                    <a:pt x="13815" y="90852"/>
                    <a:pt x="13865" y="90877"/>
                  </a:cubicBezTo>
                  <a:cubicBezTo>
                    <a:pt x="13443" y="94672"/>
                    <a:pt x="13565" y="98219"/>
                    <a:pt x="14378" y="101470"/>
                  </a:cubicBezTo>
                  <a:lnTo>
                    <a:pt x="14378" y="101470"/>
                  </a:lnTo>
                  <a:cubicBezTo>
                    <a:pt x="14367" y="101456"/>
                    <a:pt x="14345" y="101456"/>
                    <a:pt x="14313" y="101456"/>
                  </a:cubicBezTo>
                  <a:cubicBezTo>
                    <a:pt x="13541" y="98220"/>
                    <a:pt x="13392" y="94661"/>
                    <a:pt x="13790" y="90852"/>
                  </a:cubicBezTo>
                  <a:close/>
                  <a:moveTo>
                    <a:pt x="78768" y="101419"/>
                  </a:moveTo>
                  <a:lnTo>
                    <a:pt x="78681" y="101506"/>
                  </a:lnTo>
                  <a:lnTo>
                    <a:pt x="78681" y="101456"/>
                  </a:lnTo>
                  <a:cubicBezTo>
                    <a:pt x="78718" y="101443"/>
                    <a:pt x="78743" y="101431"/>
                    <a:pt x="78768" y="101419"/>
                  </a:cubicBezTo>
                  <a:close/>
                  <a:moveTo>
                    <a:pt x="33827" y="99091"/>
                  </a:moveTo>
                  <a:cubicBezTo>
                    <a:pt x="33827" y="99141"/>
                    <a:pt x="33827" y="99141"/>
                    <a:pt x="33852" y="99166"/>
                  </a:cubicBezTo>
                  <a:cubicBezTo>
                    <a:pt x="33678" y="99241"/>
                    <a:pt x="33504" y="99340"/>
                    <a:pt x="33329" y="99440"/>
                  </a:cubicBezTo>
                  <a:cubicBezTo>
                    <a:pt x="33031" y="99589"/>
                    <a:pt x="32707" y="99788"/>
                    <a:pt x="32408" y="99938"/>
                  </a:cubicBezTo>
                  <a:lnTo>
                    <a:pt x="31562" y="100311"/>
                  </a:lnTo>
                  <a:cubicBezTo>
                    <a:pt x="31214" y="100460"/>
                    <a:pt x="30915" y="100610"/>
                    <a:pt x="30566" y="100734"/>
                  </a:cubicBezTo>
                  <a:cubicBezTo>
                    <a:pt x="30318" y="100834"/>
                    <a:pt x="30044" y="100933"/>
                    <a:pt x="29745" y="101033"/>
                  </a:cubicBezTo>
                  <a:cubicBezTo>
                    <a:pt x="29372" y="101157"/>
                    <a:pt x="29048" y="101307"/>
                    <a:pt x="28675" y="101406"/>
                  </a:cubicBezTo>
                  <a:cubicBezTo>
                    <a:pt x="28509" y="101456"/>
                    <a:pt x="28342" y="101495"/>
                    <a:pt x="28161" y="101537"/>
                  </a:cubicBezTo>
                  <a:lnTo>
                    <a:pt x="28161" y="101537"/>
                  </a:lnTo>
                  <a:cubicBezTo>
                    <a:pt x="28330" y="101489"/>
                    <a:pt x="28497" y="101444"/>
                    <a:pt x="28650" y="101406"/>
                  </a:cubicBezTo>
                  <a:cubicBezTo>
                    <a:pt x="28949" y="101307"/>
                    <a:pt x="29222" y="101207"/>
                    <a:pt x="29496" y="101083"/>
                  </a:cubicBezTo>
                  <a:cubicBezTo>
                    <a:pt x="29845" y="100958"/>
                    <a:pt x="30218" y="100834"/>
                    <a:pt x="30566" y="100709"/>
                  </a:cubicBezTo>
                  <a:cubicBezTo>
                    <a:pt x="30815" y="100635"/>
                    <a:pt x="31064" y="100510"/>
                    <a:pt x="31313" y="100386"/>
                  </a:cubicBezTo>
                  <a:cubicBezTo>
                    <a:pt x="31687" y="100211"/>
                    <a:pt x="32060" y="100062"/>
                    <a:pt x="32408" y="99863"/>
                  </a:cubicBezTo>
                  <a:cubicBezTo>
                    <a:pt x="32608" y="99763"/>
                    <a:pt x="32832" y="99614"/>
                    <a:pt x="33056" y="99539"/>
                  </a:cubicBezTo>
                  <a:cubicBezTo>
                    <a:pt x="33304" y="99415"/>
                    <a:pt x="33578" y="99241"/>
                    <a:pt x="33827" y="99091"/>
                  </a:cubicBezTo>
                  <a:close/>
                  <a:moveTo>
                    <a:pt x="78905" y="98494"/>
                  </a:moveTo>
                  <a:cubicBezTo>
                    <a:pt x="78955" y="98593"/>
                    <a:pt x="78955" y="98693"/>
                    <a:pt x="78955" y="98793"/>
                  </a:cubicBezTo>
                  <a:cubicBezTo>
                    <a:pt x="78955" y="98867"/>
                    <a:pt x="78980" y="98967"/>
                    <a:pt x="78980" y="99066"/>
                  </a:cubicBezTo>
                  <a:cubicBezTo>
                    <a:pt x="78980" y="99166"/>
                    <a:pt x="79005" y="99241"/>
                    <a:pt x="79005" y="99340"/>
                  </a:cubicBezTo>
                  <a:lnTo>
                    <a:pt x="79005" y="99589"/>
                  </a:lnTo>
                  <a:lnTo>
                    <a:pt x="79005" y="99838"/>
                  </a:lnTo>
                  <a:lnTo>
                    <a:pt x="79005" y="100062"/>
                  </a:lnTo>
                  <a:cubicBezTo>
                    <a:pt x="79005" y="100112"/>
                    <a:pt x="79005" y="100211"/>
                    <a:pt x="78980" y="100286"/>
                  </a:cubicBezTo>
                  <a:cubicBezTo>
                    <a:pt x="78980" y="100336"/>
                    <a:pt x="78955" y="100410"/>
                    <a:pt x="78955" y="100485"/>
                  </a:cubicBezTo>
                  <a:cubicBezTo>
                    <a:pt x="78905" y="100535"/>
                    <a:pt x="78880" y="100585"/>
                    <a:pt x="78880" y="100659"/>
                  </a:cubicBezTo>
                  <a:cubicBezTo>
                    <a:pt x="78855" y="100709"/>
                    <a:pt x="78830" y="100809"/>
                    <a:pt x="78830" y="100883"/>
                  </a:cubicBezTo>
                  <a:cubicBezTo>
                    <a:pt x="78830" y="100908"/>
                    <a:pt x="78781" y="100933"/>
                    <a:pt x="78781" y="101008"/>
                  </a:cubicBezTo>
                  <a:cubicBezTo>
                    <a:pt x="78756" y="101083"/>
                    <a:pt x="78681" y="101182"/>
                    <a:pt x="78631" y="101282"/>
                  </a:cubicBezTo>
                  <a:cubicBezTo>
                    <a:pt x="78606" y="101331"/>
                    <a:pt x="78532" y="101381"/>
                    <a:pt x="78482" y="101431"/>
                  </a:cubicBezTo>
                  <a:cubicBezTo>
                    <a:pt x="78407" y="101456"/>
                    <a:pt x="78357" y="101531"/>
                    <a:pt x="78308" y="101555"/>
                  </a:cubicBezTo>
                  <a:cubicBezTo>
                    <a:pt x="78127" y="101650"/>
                    <a:pt x="77906" y="101697"/>
                    <a:pt x="77651" y="101697"/>
                  </a:cubicBezTo>
                  <a:cubicBezTo>
                    <a:pt x="77097" y="101697"/>
                    <a:pt x="76379" y="101476"/>
                    <a:pt x="75545" y="101033"/>
                  </a:cubicBezTo>
                  <a:cubicBezTo>
                    <a:pt x="76715" y="100211"/>
                    <a:pt x="77835" y="99365"/>
                    <a:pt x="78905" y="98494"/>
                  </a:cubicBezTo>
                  <a:close/>
                  <a:moveTo>
                    <a:pt x="27535" y="101708"/>
                  </a:moveTo>
                  <a:cubicBezTo>
                    <a:pt x="27457" y="101731"/>
                    <a:pt x="27379" y="101753"/>
                    <a:pt x="27301" y="101774"/>
                  </a:cubicBezTo>
                  <a:lnTo>
                    <a:pt x="27301" y="101774"/>
                  </a:lnTo>
                  <a:cubicBezTo>
                    <a:pt x="27378" y="101750"/>
                    <a:pt x="27456" y="101727"/>
                    <a:pt x="27535" y="101708"/>
                  </a:cubicBezTo>
                  <a:close/>
                  <a:moveTo>
                    <a:pt x="78507" y="101630"/>
                  </a:moveTo>
                  <a:lnTo>
                    <a:pt x="78507" y="101655"/>
                  </a:lnTo>
                  <a:cubicBezTo>
                    <a:pt x="78507" y="101655"/>
                    <a:pt x="78457" y="101705"/>
                    <a:pt x="78382" y="101755"/>
                  </a:cubicBezTo>
                  <a:cubicBezTo>
                    <a:pt x="78357" y="101755"/>
                    <a:pt x="78357" y="101779"/>
                    <a:pt x="78333" y="101779"/>
                  </a:cubicBezTo>
                  <a:cubicBezTo>
                    <a:pt x="78283" y="101779"/>
                    <a:pt x="78258" y="101804"/>
                    <a:pt x="78233" y="101804"/>
                  </a:cubicBezTo>
                  <a:cubicBezTo>
                    <a:pt x="78217" y="101821"/>
                    <a:pt x="78190" y="101826"/>
                    <a:pt x="78159" y="101842"/>
                  </a:cubicBezTo>
                  <a:lnTo>
                    <a:pt x="78159" y="101842"/>
                  </a:lnTo>
                  <a:lnTo>
                    <a:pt x="78382" y="101680"/>
                  </a:lnTo>
                  <a:cubicBezTo>
                    <a:pt x="78407" y="101655"/>
                    <a:pt x="78482" y="101655"/>
                    <a:pt x="78507" y="101630"/>
                  </a:cubicBezTo>
                  <a:close/>
                  <a:moveTo>
                    <a:pt x="75296" y="101107"/>
                  </a:moveTo>
                  <a:cubicBezTo>
                    <a:pt x="75370" y="101157"/>
                    <a:pt x="75395" y="101182"/>
                    <a:pt x="75470" y="101207"/>
                  </a:cubicBezTo>
                  <a:cubicBezTo>
                    <a:pt x="75520" y="101257"/>
                    <a:pt x="75545" y="101282"/>
                    <a:pt x="75619" y="101282"/>
                  </a:cubicBezTo>
                  <a:cubicBezTo>
                    <a:pt x="75719" y="101307"/>
                    <a:pt x="75794" y="101381"/>
                    <a:pt x="75868" y="101406"/>
                  </a:cubicBezTo>
                  <a:cubicBezTo>
                    <a:pt x="75918" y="101431"/>
                    <a:pt x="76018" y="101456"/>
                    <a:pt x="76092" y="101481"/>
                  </a:cubicBezTo>
                  <a:cubicBezTo>
                    <a:pt x="76142" y="101531"/>
                    <a:pt x="76167" y="101531"/>
                    <a:pt x="76242" y="101555"/>
                  </a:cubicBezTo>
                  <a:lnTo>
                    <a:pt x="76515" y="101655"/>
                  </a:lnTo>
                  <a:lnTo>
                    <a:pt x="76540" y="101655"/>
                  </a:lnTo>
                  <a:cubicBezTo>
                    <a:pt x="76914" y="101779"/>
                    <a:pt x="77262" y="101829"/>
                    <a:pt x="77586" y="101829"/>
                  </a:cubicBezTo>
                  <a:cubicBezTo>
                    <a:pt x="77636" y="101829"/>
                    <a:pt x="77710" y="101829"/>
                    <a:pt x="77760" y="101804"/>
                  </a:cubicBezTo>
                  <a:lnTo>
                    <a:pt x="77760" y="101804"/>
                  </a:lnTo>
                  <a:cubicBezTo>
                    <a:pt x="77735" y="101829"/>
                    <a:pt x="77710" y="101829"/>
                    <a:pt x="77660" y="101854"/>
                  </a:cubicBezTo>
                  <a:cubicBezTo>
                    <a:pt x="77574" y="101869"/>
                    <a:pt x="77483" y="101876"/>
                    <a:pt x="77388" y="101876"/>
                  </a:cubicBezTo>
                  <a:cubicBezTo>
                    <a:pt x="76823" y="101876"/>
                    <a:pt x="76102" y="101626"/>
                    <a:pt x="75271" y="101157"/>
                  </a:cubicBezTo>
                  <a:lnTo>
                    <a:pt x="75296" y="101107"/>
                  </a:lnTo>
                  <a:close/>
                  <a:moveTo>
                    <a:pt x="24966" y="91748"/>
                  </a:moveTo>
                  <a:cubicBezTo>
                    <a:pt x="24468" y="95457"/>
                    <a:pt x="24543" y="98917"/>
                    <a:pt x="25339" y="102053"/>
                  </a:cubicBezTo>
                  <a:lnTo>
                    <a:pt x="25265" y="102053"/>
                  </a:lnTo>
                  <a:cubicBezTo>
                    <a:pt x="24493" y="98917"/>
                    <a:pt x="24393" y="95457"/>
                    <a:pt x="24891" y="91748"/>
                  </a:cubicBezTo>
                  <a:close/>
                  <a:moveTo>
                    <a:pt x="32060" y="90379"/>
                  </a:moveTo>
                  <a:cubicBezTo>
                    <a:pt x="32259" y="93242"/>
                    <a:pt x="32856" y="96179"/>
                    <a:pt x="33802" y="98967"/>
                  </a:cubicBezTo>
                  <a:cubicBezTo>
                    <a:pt x="33553" y="99141"/>
                    <a:pt x="33304" y="99266"/>
                    <a:pt x="33056" y="99390"/>
                  </a:cubicBezTo>
                  <a:cubicBezTo>
                    <a:pt x="32807" y="99514"/>
                    <a:pt x="32558" y="99664"/>
                    <a:pt x="32309" y="99788"/>
                  </a:cubicBezTo>
                  <a:cubicBezTo>
                    <a:pt x="31960" y="99938"/>
                    <a:pt x="31612" y="100087"/>
                    <a:pt x="31313" y="100261"/>
                  </a:cubicBezTo>
                  <a:cubicBezTo>
                    <a:pt x="31014" y="100386"/>
                    <a:pt x="30790" y="100510"/>
                    <a:pt x="30492" y="100585"/>
                  </a:cubicBezTo>
                  <a:cubicBezTo>
                    <a:pt x="30168" y="100709"/>
                    <a:pt x="29845" y="100834"/>
                    <a:pt x="29496" y="100958"/>
                  </a:cubicBezTo>
                  <a:cubicBezTo>
                    <a:pt x="29222" y="101058"/>
                    <a:pt x="28924" y="101182"/>
                    <a:pt x="28625" y="101282"/>
                  </a:cubicBezTo>
                  <a:cubicBezTo>
                    <a:pt x="28326" y="101381"/>
                    <a:pt x="27978" y="101456"/>
                    <a:pt x="27679" y="101555"/>
                  </a:cubicBezTo>
                  <a:cubicBezTo>
                    <a:pt x="27355" y="101655"/>
                    <a:pt x="27057" y="101755"/>
                    <a:pt x="26733" y="101804"/>
                  </a:cubicBezTo>
                  <a:lnTo>
                    <a:pt x="25812" y="102004"/>
                  </a:lnTo>
                  <a:cubicBezTo>
                    <a:pt x="25713" y="102028"/>
                    <a:pt x="25638" y="102028"/>
                    <a:pt x="25538" y="102053"/>
                  </a:cubicBezTo>
                  <a:cubicBezTo>
                    <a:pt x="24742" y="98892"/>
                    <a:pt x="24617" y="95432"/>
                    <a:pt x="25140" y="91724"/>
                  </a:cubicBezTo>
                  <a:cubicBezTo>
                    <a:pt x="27355" y="91475"/>
                    <a:pt x="29695" y="91002"/>
                    <a:pt x="32060" y="90379"/>
                  </a:cubicBezTo>
                  <a:close/>
                  <a:moveTo>
                    <a:pt x="25538" y="102103"/>
                  </a:moveTo>
                  <a:cubicBezTo>
                    <a:pt x="25588" y="102128"/>
                    <a:pt x="25638" y="102134"/>
                    <a:pt x="25688" y="102134"/>
                  </a:cubicBezTo>
                  <a:cubicBezTo>
                    <a:pt x="25702" y="102134"/>
                    <a:pt x="25716" y="102134"/>
                    <a:pt x="25730" y="102133"/>
                  </a:cubicBezTo>
                  <a:lnTo>
                    <a:pt x="25730" y="102133"/>
                  </a:lnTo>
                  <a:cubicBezTo>
                    <a:pt x="25662" y="102150"/>
                    <a:pt x="25595" y="102166"/>
                    <a:pt x="25538" y="102178"/>
                  </a:cubicBezTo>
                  <a:lnTo>
                    <a:pt x="25538" y="102153"/>
                  </a:lnTo>
                  <a:lnTo>
                    <a:pt x="25538" y="102103"/>
                  </a:lnTo>
                  <a:close/>
                  <a:moveTo>
                    <a:pt x="33927" y="99365"/>
                  </a:moveTo>
                  <a:cubicBezTo>
                    <a:pt x="34076" y="99838"/>
                    <a:pt x="34275" y="100311"/>
                    <a:pt x="34449" y="100784"/>
                  </a:cubicBezTo>
                  <a:cubicBezTo>
                    <a:pt x="31459" y="101575"/>
                    <a:pt x="28517" y="102145"/>
                    <a:pt x="25771" y="102396"/>
                  </a:cubicBezTo>
                  <a:lnTo>
                    <a:pt x="25771" y="102396"/>
                  </a:lnTo>
                  <a:cubicBezTo>
                    <a:pt x="25797" y="102391"/>
                    <a:pt x="25824" y="102378"/>
                    <a:pt x="25837" y="102352"/>
                  </a:cubicBezTo>
                  <a:lnTo>
                    <a:pt x="26758" y="102178"/>
                  </a:lnTo>
                  <a:lnTo>
                    <a:pt x="27804" y="101904"/>
                  </a:lnTo>
                  <a:cubicBezTo>
                    <a:pt x="28102" y="101804"/>
                    <a:pt x="28376" y="101730"/>
                    <a:pt x="28700" y="101655"/>
                  </a:cubicBezTo>
                  <a:cubicBezTo>
                    <a:pt x="29048" y="101555"/>
                    <a:pt x="29347" y="101431"/>
                    <a:pt x="29695" y="101307"/>
                  </a:cubicBezTo>
                  <a:cubicBezTo>
                    <a:pt x="29994" y="101182"/>
                    <a:pt x="30318" y="101083"/>
                    <a:pt x="30591" y="100958"/>
                  </a:cubicBezTo>
                  <a:cubicBezTo>
                    <a:pt x="30915" y="100834"/>
                    <a:pt x="31189" y="100684"/>
                    <a:pt x="31487" y="100560"/>
                  </a:cubicBezTo>
                  <a:cubicBezTo>
                    <a:pt x="31811" y="100435"/>
                    <a:pt x="32110" y="100286"/>
                    <a:pt x="32433" y="100162"/>
                  </a:cubicBezTo>
                  <a:cubicBezTo>
                    <a:pt x="32707" y="99987"/>
                    <a:pt x="32981" y="99838"/>
                    <a:pt x="33280" y="99714"/>
                  </a:cubicBezTo>
                  <a:cubicBezTo>
                    <a:pt x="33479" y="99589"/>
                    <a:pt x="33703" y="99490"/>
                    <a:pt x="33927" y="99365"/>
                  </a:cubicBezTo>
                  <a:close/>
                  <a:moveTo>
                    <a:pt x="14039" y="90927"/>
                  </a:moveTo>
                  <a:lnTo>
                    <a:pt x="14039" y="90927"/>
                  </a:lnTo>
                  <a:cubicBezTo>
                    <a:pt x="16229" y="91574"/>
                    <a:pt x="18644" y="91948"/>
                    <a:pt x="21282" y="91948"/>
                  </a:cubicBezTo>
                  <a:cubicBezTo>
                    <a:pt x="22377" y="91948"/>
                    <a:pt x="23522" y="91873"/>
                    <a:pt x="24692" y="91748"/>
                  </a:cubicBezTo>
                  <a:lnTo>
                    <a:pt x="24692" y="91748"/>
                  </a:lnTo>
                  <a:cubicBezTo>
                    <a:pt x="24194" y="95457"/>
                    <a:pt x="24269" y="98942"/>
                    <a:pt x="25041" y="102053"/>
                  </a:cubicBezTo>
                  <a:cubicBezTo>
                    <a:pt x="24916" y="102078"/>
                    <a:pt x="24841" y="102128"/>
                    <a:pt x="24717" y="102128"/>
                  </a:cubicBezTo>
                  <a:cubicBezTo>
                    <a:pt x="24418" y="102153"/>
                    <a:pt x="24145" y="102178"/>
                    <a:pt x="23846" y="102203"/>
                  </a:cubicBezTo>
                  <a:cubicBezTo>
                    <a:pt x="23472" y="102252"/>
                    <a:pt x="23099" y="102302"/>
                    <a:pt x="22726" y="102327"/>
                  </a:cubicBezTo>
                  <a:cubicBezTo>
                    <a:pt x="22552" y="102327"/>
                    <a:pt x="22402" y="102327"/>
                    <a:pt x="22253" y="102377"/>
                  </a:cubicBezTo>
                  <a:cubicBezTo>
                    <a:pt x="21780" y="102427"/>
                    <a:pt x="21282" y="102427"/>
                    <a:pt x="20759" y="102427"/>
                  </a:cubicBezTo>
                  <a:cubicBezTo>
                    <a:pt x="20137" y="102427"/>
                    <a:pt x="19540" y="102402"/>
                    <a:pt x="18917" y="102377"/>
                  </a:cubicBezTo>
                  <a:cubicBezTo>
                    <a:pt x="17399" y="102203"/>
                    <a:pt x="15980" y="101929"/>
                    <a:pt x="14611" y="101531"/>
                  </a:cubicBezTo>
                  <a:cubicBezTo>
                    <a:pt x="13790" y="98295"/>
                    <a:pt x="13640" y="94710"/>
                    <a:pt x="14039" y="90927"/>
                  </a:cubicBezTo>
                  <a:close/>
                  <a:moveTo>
                    <a:pt x="6744" y="100357"/>
                  </a:moveTo>
                  <a:lnTo>
                    <a:pt x="6744" y="100357"/>
                  </a:lnTo>
                  <a:cubicBezTo>
                    <a:pt x="6861" y="100590"/>
                    <a:pt x="6977" y="100823"/>
                    <a:pt x="7094" y="101033"/>
                  </a:cubicBezTo>
                  <a:cubicBezTo>
                    <a:pt x="7268" y="101307"/>
                    <a:pt x="7393" y="101580"/>
                    <a:pt x="7542" y="101879"/>
                  </a:cubicBezTo>
                  <a:cubicBezTo>
                    <a:pt x="7660" y="102068"/>
                    <a:pt x="7778" y="102278"/>
                    <a:pt x="7896" y="102469"/>
                  </a:cubicBezTo>
                  <a:lnTo>
                    <a:pt x="7896" y="102469"/>
                  </a:lnTo>
                  <a:cubicBezTo>
                    <a:pt x="7838" y="102403"/>
                    <a:pt x="7772" y="102330"/>
                    <a:pt x="7716" y="102252"/>
                  </a:cubicBezTo>
                  <a:lnTo>
                    <a:pt x="7443" y="101779"/>
                  </a:lnTo>
                  <a:cubicBezTo>
                    <a:pt x="7393" y="101680"/>
                    <a:pt x="7318" y="101555"/>
                    <a:pt x="7293" y="101431"/>
                  </a:cubicBezTo>
                  <a:cubicBezTo>
                    <a:pt x="7099" y="101086"/>
                    <a:pt x="6905" y="100723"/>
                    <a:pt x="6744" y="100357"/>
                  </a:cubicBezTo>
                  <a:close/>
                  <a:moveTo>
                    <a:pt x="25115" y="102252"/>
                  </a:moveTo>
                  <a:lnTo>
                    <a:pt x="25115" y="102302"/>
                  </a:lnTo>
                  <a:cubicBezTo>
                    <a:pt x="24991" y="102327"/>
                    <a:pt x="24866" y="102352"/>
                    <a:pt x="24742" y="102352"/>
                  </a:cubicBezTo>
                  <a:cubicBezTo>
                    <a:pt x="24468" y="102402"/>
                    <a:pt x="24145" y="102427"/>
                    <a:pt x="23871" y="102452"/>
                  </a:cubicBezTo>
                  <a:cubicBezTo>
                    <a:pt x="23771" y="102452"/>
                    <a:pt x="23647" y="102501"/>
                    <a:pt x="23572" y="102501"/>
                  </a:cubicBezTo>
                  <a:cubicBezTo>
                    <a:pt x="23382" y="102501"/>
                    <a:pt x="23207" y="102501"/>
                    <a:pt x="23024" y="102512"/>
                  </a:cubicBezTo>
                  <a:lnTo>
                    <a:pt x="23024" y="102512"/>
                  </a:lnTo>
                  <a:cubicBezTo>
                    <a:pt x="23359" y="102480"/>
                    <a:pt x="23680" y="102423"/>
                    <a:pt x="24020" y="102402"/>
                  </a:cubicBezTo>
                  <a:cubicBezTo>
                    <a:pt x="24269" y="102377"/>
                    <a:pt x="24493" y="102327"/>
                    <a:pt x="24742" y="102302"/>
                  </a:cubicBezTo>
                  <a:cubicBezTo>
                    <a:pt x="24891" y="102302"/>
                    <a:pt x="24991" y="102277"/>
                    <a:pt x="25115" y="102252"/>
                  </a:cubicBezTo>
                  <a:close/>
                  <a:moveTo>
                    <a:pt x="25464" y="102576"/>
                  </a:moveTo>
                  <a:cubicBezTo>
                    <a:pt x="25489" y="102626"/>
                    <a:pt x="25489" y="102651"/>
                    <a:pt x="25489" y="102676"/>
                  </a:cubicBezTo>
                  <a:lnTo>
                    <a:pt x="25439" y="102676"/>
                  </a:lnTo>
                  <a:cubicBezTo>
                    <a:pt x="25439" y="102651"/>
                    <a:pt x="25389" y="102626"/>
                    <a:pt x="25389" y="102576"/>
                  </a:cubicBezTo>
                  <a:close/>
                  <a:moveTo>
                    <a:pt x="34524" y="100958"/>
                  </a:moveTo>
                  <a:cubicBezTo>
                    <a:pt x="34524" y="101008"/>
                    <a:pt x="34549" y="101033"/>
                    <a:pt x="34549" y="101058"/>
                  </a:cubicBezTo>
                  <a:cubicBezTo>
                    <a:pt x="31463" y="101904"/>
                    <a:pt x="28500" y="102427"/>
                    <a:pt x="25663" y="102676"/>
                  </a:cubicBezTo>
                  <a:cubicBezTo>
                    <a:pt x="25663" y="102651"/>
                    <a:pt x="25638" y="102626"/>
                    <a:pt x="25638" y="102576"/>
                  </a:cubicBezTo>
                  <a:cubicBezTo>
                    <a:pt x="28476" y="102327"/>
                    <a:pt x="31438" y="101779"/>
                    <a:pt x="34524" y="100958"/>
                  </a:cubicBezTo>
                  <a:close/>
                  <a:moveTo>
                    <a:pt x="16503" y="102228"/>
                  </a:moveTo>
                  <a:cubicBezTo>
                    <a:pt x="16827" y="102302"/>
                    <a:pt x="17175" y="102327"/>
                    <a:pt x="17524" y="102402"/>
                  </a:cubicBezTo>
                  <a:cubicBezTo>
                    <a:pt x="17573" y="102402"/>
                    <a:pt x="17648" y="102427"/>
                    <a:pt x="17673" y="102427"/>
                  </a:cubicBezTo>
                  <a:cubicBezTo>
                    <a:pt x="18071" y="102476"/>
                    <a:pt x="18519" y="102526"/>
                    <a:pt x="18967" y="102551"/>
                  </a:cubicBezTo>
                  <a:cubicBezTo>
                    <a:pt x="19540" y="102626"/>
                    <a:pt x="20162" y="102676"/>
                    <a:pt x="20784" y="102700"/>
                  </a:cubicBezTo>
                  <a:lnTo>
                    <a:pt x="20759" y="102700"/>
                  </a:lnTo>
                  <a:cubicBezTo>
                    <a:pt x="20386" y="102700"/>
                    <a:pt x="20038" y="102700"/>
                    <a:pt x="19664" y="102676"/>
                  </a:cubicBezTo>
                  <a:cubicBezTo>
                    <a:pt x="19490" y="102676"/>
                    <a:pt x="19291" y="102651"/>
                    <a:pt x="19117" y="102651"/>
                  </a:cubicBezTo>
                  <a:cubicBezTo>
                    <a:pt x="19017" y="102651"/>
                    <a:pt x="18917" y="102651"/>
                    <a:pt x="18818" y="102601"/>
                  </a:cubicBezTo>
                  <a:cubicBezTo>
                    <a:pt x="18021" y="102526"/>
                    <a:pt x="17250" y="102402"/>
                    <a:pt x="16503" y="102228"/>
                  </a:cubicBezTo>
                  <a:close/>
                  <a:moveTo>
                    <a:pt x="25215" y="102626"/>
                  </a:moveTo>
                  <a:cubicBezTo>
                    <a:pt x="25215" y="102651"/>
                    <a:pt x="25240" y="102676"/>
                    <a:pt x="25240" y="102700"/>
                  </a:cubicBezTo>
                  <a:cubicBezTo>
                    <a:pt x="24393" y="102775"/>
                    <a:pt x="23597" y="102800"/>
                    <a:pt x="22776" y="102800"/>
                  </a:cubicBezTo>
                  <a:lnTo>
                    <a:pt x="23622" y="102700"/>
                  </a:lnTo>
                  <a:lnTo>
                    <a:pt x="25215" y="102626"/>
                  </a:lnTo>
                  <a:close/>
                  <a:moveTo>
                    <a:pt x="2593" y="92982"/>
                  </a:moveTo>
                  <a:cubicBezTo>
                    <a:pt x="2596" y="92988"/>
                    <a:pt x="2602" y="92993"/>
                    <a:pt x="2614" y="92993"/>
                  </a:cubicBezTo>
                  <a:cubicBezTo>
                    <a:pt x="2639" y="93068"/>
                    <a:pt x="2688" y="93093"/>
                    <a:pt x="2688" y="93167"/>
                  </a:cubicBezTo>
                  <a:cubicBezTo>
                    <a:pt x="2713" y="93217"/>
                    <a:pt x="2738" y="93267"/>
                    <a:pt x="2763" y="93366"/>
                  </a:cubicBezTo>
                  <a:cubicBezTo>
                    <a:pt x="2937" y="93839"/>
                    <a:pt x="3112" y="94312"/>
                    <a:pt x="3261" y="94710"/>
                  </a:cubicBezTo>
                  <a:cubicBezTo>
                    <a:pt x="4132" y="96976"/>
                    <a:pt x="5800" y="99714"/>
                    <a:pt x="6347" y="100585"/>
                  </a:cubicBezTo>
                  <a:cubicBezTo>
                    <a:pt x="6771" y="101207"/>
                    <a:pt x="7194" y="101804"/>
                    <a:pt x="7567" y="102327"/>
                  </a:cubicBezTo>
                  <a:cubicBezTo>
                    <a:pt x="7642" y="102427"/>
                    <a:pt x="7692" y="102526"/>
                    <a:pt x="7716" y="102651"/>
                  </a:cubicBezTo>
                  <a:lnTo>
                    <a:pt x="7766" y="102651"/>
                  </a:lnTo>
                  <a:cubicBezTo>
                    <a:pt x="7791" y="102700"/>
                    <a:pt x="7816" y="102775"/>
                    <a:pt x="7891" y="102825"/>
                  </a:cubicBezTo>
                  <a:cubicBezTo>
                    <a:pt x="7891" y="102875"/>
                    <a:pt x="7916" y="102875"/>
                    <a:pt x="7916" y="102900"/>
                  </a:cubicBezTo>
                  <a:cubicBezTo>
                    <a:pt x="7841" y="102800"/>
                    <a:pt x="7791" y="102700"/>
                    <a:pt x="7716" y="102651"/>
                  </a:cubicBezTo>
                  <a:cubicBezTo>
                    <a:pt x="7692" y="102626"/>
                    <a:pt x="7667" y="102576"/>
                    <a:pt x="7667" y="102551"/>
                  </a:cubicBezTo>
                  <a:cubicBezTo>
                    <a:pt x="7467" y="102302"/>
                    <a:pt x="7268" y="102028"/>
                    <a:pt x="7069" y="101730"/>
                  </a:cubicBezTo>
                  <a:cubicBezTo>
                    <a:pt x="6820" y="101381"/>
                    <a:pt x="6571" y="101033"/>
                    <a:pt x="6323" y="100659"/>
                  </a:cubicBezTo>
                  <a:cubicBezTo>
                    <a:pt x="6323" y="100659"/>
                    <a:pt x="6323" y="100610"/>
                    <a:pt x="6298" y="100610"/>
                  </a:cubicBezTo>
                  <a:lnTo>
                    <a:pt x="6298" y="100585"/>
                  </a:lnTo>
                  <a:lnTo>
                    <a:pt x="5825" y="99838"/>
                  </a:lnTo>
                  <a:cubicBezTo>
                    <a:pt x="5352" y="99066"/>
                    <a:pt x="4705" y="97921"/>
                    <a:pt x="4107" y="96727"/>
                  </a:cubicBezTo>
                  <a:cubicBezTo>
                    <a:pt x="3983" y="96478"/>
                    <a:pt x="3858" y="96229"/>
                    <a:pt x="3784" y="95980"/>
                  </a:cubicBezTo>
                  <a:cubicBezTo>
                    <a:pt x="3709" y="95831"/>
                    <a:pt x="3609" y="95681"/>
                    <a:pt x="3560" y="95557"/>
                  </a:cubicBezTo>
                  <a:cubicBezTo>
                    <a:pt x="3435" y="95283"/>
                    <a:pt x="3336" y="95034"/>
                    <a:pt x="3211" y="94760"/>
                  </a:cubicBezTo>
                  <a:lnTo>
                    <a:pt x="3211" y="94735"/>
                  </a:lnTo>
                  <a:cubicBezTo>
                    <a:pt x="2989" y="94217"/>
                    <a:pt x="2766" y="93600"/>
                    <a:pt x="2593" y="92982"/>
                  </a:cubicBezTo>
                  <a:close/>
                  <a:moveTo>
                    <a:pt x="43311" y="98170"/>
                  </a:moveTo>
                  <a:cubicBezTo>
                    <a:pt x="42514" y="99589"/>
                    <a:pt x="41543" y="101008"/>
                    <a:pt x="40423" y="102277"/>
                  </a:cubicBezTo>
                  <a:lnTo>
                    <a:pt x="40423" y="102302"/>
                  </a:lnTo>
                  <a:cubicBezTo>
                    <a:pt x="40050" y="102700"/>
                    <a:pt x="39677" y="103124"/>
                    <a:pt x="39303" y="103497"/>
                  </a:cubicBezTo>
                  <a:lnTo>
                    <a:pt x="39179" y="103621"/>
                  </a:lnTo>
                  <a:lnTo>
                    <a:pt x="39054" y="103497"/>
                  </a:lnTo>
                  <a:cubicBezTo>
                    <a:pt x="38781" y="103173"/>
                    <a:pt x="38482" y="102825"/>
                    <a:pt x="38258" y="102501"/>
                  </a:cubicBezTo>
                  <a:cubicBezTo>
                    <a:pt x="38208" y="102452"/>
                    <a:pt x="38183" y="102402"/>
                    <a:pt x="38158" y="102377"/>
                  </a:cubicBezTo>
                  <a:cubicBezTo>
                    <a:pt x="38133" y="102327"/>
                    <a:pt x="38133" y="102302"/>
                    <a:pt x="38084" y="102277"/>
                  </a:cubicBezTo>
                  <a:cubicBezTo>
                    <a:pt x="37810" y="101904"/>
                    <a:pt x="37586" y="101506"/>
                    <a:pt x="37337" y="101083"/>
                  </a:cubicBezTo>
                  <a:cubicBezTo>
                    <a:pt x="37287" y="101008"/>
                    <a:pt x="37237" y="100908"/>
                    <a:pt x="37187" y="100784"/>
                  </a:cubicBezTo>
                  <a:cubicBezTo>
                    <a:pt x="37138" y="100684"/>
                    <a:pt x="37088" y="100585"/>
                    <a:pt x="37063" y="100460"/>
                  </a:cubicBezTo>
                  <a:cubicBezTo>
                    <a:pt x="39104" y="99813"/>
                    <a:pt x="41195" y="99041"/>
                    <a:pt x="43311" y="98170"/>
                  </a:cubicBezTo>
                  <a:close/>
                  <a:moveTo>
                    <a:pt x="36839" y="100560"/>
                  </a:moveTo>
                  <a:lnTo>
                    <a:pt x="36839" y="100560"/>
                  </a:lnTo>
                  <a:cubicBezTo>
                    <a:pt x="36939" y="100709"/>
                    <a:pt x="37038" y="100883"/>
                    <a:pt x="37088" y="101008"/>
                  </a:cubicBezTo>
                  <a:cubicBezTo>
                    <a:pt x="37138" y="101058"/>
                    <a:pt x="37163" y="101083"/>
                    <a:pt x="37163" y="101157"/>
                  </a:cubicBezTo>
                  <a:cubicBezTo>
                    <a:pt x="37163" y="101182"/>
                    <a:pt x="37187" y="101207"/>
                    <a:pt x="37187" y="101207"/>
                  </a:cubicBezTo>
                  <a:cubicBezTo>
                    <a:pt x="37212" y="101282"/>
                    <a:pt x="37237" y="101331"/>
                    <a:pt x="37287" y="101381"/>
                  </a:cubicBezTo>
                  <a:cubicBezTo>
                    <a:pt x="37387" y="101531"/>
                    <a:pt x="37436" y="101655"/>
                    <a:pt x="37536" y="101779"/>
                  </a:cubicBezTo>
                  <a:cubicBezTo>
                    <a:pt x="37536" y="101804"/>
                    <a:pt x="37561" y="101804"/>
                    <a:pt x="37561" y="101829"/>
                  </a:cubicBezTo>
                  <a:cubicBezTo>
                    <a:pt x="37586" y="101879"/>
                    <a:pt x="37586" y="101904"/>
                    <a:pt x="37636" y="101929"/>
                  </a:cubicBezTo>
                  <a:cubicBezTo>
                    <a:pt x="37660" y="101954"/>
                    <a:pt x="37685" y="102028"/>
                    <a:pt x="37710" y="102053"/>
                  </a:cubicBezTo>
                  <a:cubicBezTo>
                    <a:pt x="37785" y="102178"/>
                    <a:pt x="37884" y="102277"/>
                    <a:pt x="37934" y="102402"/>
                  </a:cubicBezTo>
                  <a:cubicBezTo>
                    <a:pt x="37959" y="102427"/>
                    <a:pt x="38009" y="102501"/>
                    <a:pt x="38034" y="102526"/>
                  </a:cubicBezTo>
                  <a:cubicBezTo>
                    <a:pt x="38059" y="102576"/>
                    <a:pt x="38133" y="102651"/>
                    <a:pt x="38158" y="102700"/>
                  </a:cubicBezTo>
                  <a:lnTo>
                    <a:pt x="38258" y="102800"/>
                  </a:lnTo>
                  <a:cubicBezTo>
                    <a:pt x="38283" y="102875"/>
                    <a:pt x="38308" y="102900"/>
                    <a:pt x="38382" y="102949"/>
                  </a:cubicBezTo>
                  <a:cubicBezTo>
                    <a:pt x="38382" y="102949"/>
                    <a:pt x="38382" y="102999"/>
                    <a:pt x="38407" y="102999"/>
                  </a:cubicBezTo>
                  <a:cubicBezTo>
                    <a:pt x="38457" y="103049"/>
                    <a:pt x="38507" y="103124"/>
                    <a:pt x="38557" y="103173"/>
                  </a:cubicBezTo>
                  <a:cubicBezTo>
                    <a:pt x="38631" y="103248"/>
                    <a:pt x="38681" y="103323"/>
                    <a:pt x="38756" y="103397"/>
                  </a:cubicBezTo>
                  <a:lnTo>
                    <a:pt x="38805" y="103447"/>
                  </a:lnTo>
                  <a:cubicBezTo>
                    <a:pt x="38880" y="103522"/>
                    <a:pt x="38930" y="103621"/>
                    <a:pt x="39005" y="103696"/>
                  </a:cubicBezTo>
                  <a:lnTo>
                    <a:pt x="38955" y="103746"/>
                  </a:lnTo>
                  <a:lnTo>
                    <a:pt x="38930" y="103771"/>
                  </a:lnTo>
                  <a:cubicBezTo>
                    <a:pt x="38781" y="103621"/>
                    <a:pt x="38656" y="103447"/>
                    <a:pt x="38532" y="103298"/>
                  </a:cubicBezTo>
                  <a:cubicBezTo>
                    <a:pt x="38432" y="103173"/>
                    <a:pt x="38308" y="103049"/>
                    <a:pt x="38208" y="102900"/>
                  </a:cubicBezTo>
                  <a:cubicBezTo>
                    <a:pt x="38084" y="102750"/>
                    <a:pt x="38009" y="102626"/>
                    <a:pt x="37909" y="102452"/>
                  </a:cubicBezTo>
                  <a:cubicBezTo>
                    <a:pt x="37810" y="102327"/>
                    <a:pt x="37710" y="102203"/>
                    <a:pt x="37636" y="102053"/>
                  </a:cubicBezTo>
                  <a:cubicBezTo>
                    <a:pt x="37511" y="101879"/>
                    <a:pt x="37412" y="101680"/>
                    <a:pt x="37287" y="101506"/>
                  </a:cubicBezTo>
                  <a:cubicBezTo>
                    <a:pt x="37262" y="101431"/>
                    <a:pt x="37187" y="101331"/>
                    <a:pt x="37163" y="101282"/>
                  </a:cubicBezTo>
                  <a:lnTo>
                    <a:pt x="37063" y="101083"/>
                  </a:lnTo>
                  <a:cubicBezTo>
                    <a:pt x="37013" y="100958"/>
                    <a:pt x="36914" y="100784"/>
                    <a:pt x="36839" y="100560"/>
                  </a:cubicBezTo>
                  <a:close/>
                  <a:moveTo>
                    <a:pt x="43784" y="98046"/>
                  </a:moveTo>
                  <a:cubicBezTo>
                    <a:pt x="43759" y="98071"/>
                    <a:pt x="43759" y="98096"/>
                    <a:pt x="43734" y="98145"/>
                  </a:cubicBezTo>
                  <a:cubicBezTo>
                    <a:pt x="43609" y="98345"/>
                    <a:pt x="43460" y="98569"/>
                    <a:pt x="43311" y="98793"/>
                  </a:cubicBezTo>
                  <a:cubicBezTo>
                    <a:pt x="43311" y="98793"/>
                    <a:pt x="43311" y="98817"/>
                    <a:pt x="43286" y="98817"/>
                  </a:cubicBezTo>
                  <a:cubicBezTo>
                    <a:pt x="43161" y="99041"/>
                    <a:pt x="43037" y="99266"/>
                    <a:pt x="42912" y="99440"/>
                  </a:cubicBezTo>
                  <a:lnTo>
                    <a:pt x="42738" y="99714"/>
                  </a:lnTo>
                  <a:cubicBezTo>
                    <a:pt x="42440" y="100162"/>
                    <a:pt x="42141" y="100585"/>
                    <a:pt x="41817" y="101033"/>
                  </a:cubicBezTo>
                  <a:cubicBezTo>
                    <a:pt x="41767" y="101083"/>
                    <a:pt x="41693" y="101182"/>
                    <a:pt x="41643" y="101257"/>
                  </a:cubicBezTo>
                  <a:cubicBezTo>
                    <a:pt x="41295" y="101680"/>
                    <a:pt x="40946" y="102078"/>
                    <a:pt x="40573" y="102526"/>
                  </a:cubicBezTo>
                  <a:cubicBezTo>
                    <a:pt x="40523" y="102576"/>
                    <a:pt x="40448" y="102651"/>
                    <a:pt x="40423" y="102700"/>
                  </a:cubicBezTo>
                  <a:cubicBezTo>
                    <a:pt x="40075" y="103074"/>
                    <a:pt x="39751" y="103447"/>
                    <a:pt x="39378" y="103821"/>
                  </a:cubicBezTo>
                  <a:lnTo>
                    <a:pt x="39328" y="103796"/>
                  </a:lnTo>
                  <a:cubicBezTo>
                    <a:pt x="39303" y="103771"/>
                    <a:pt x="39303" y="103771"/>
                    <a:pt x="39328" y="103746"/>
                  </a:cubicBezTo>
                  <a:cubicBezTo>
                    <a:pt x="39701" y="103373"/>
                    <a:pt x="40075" y="102949"/>
                    <a:pt x="40448" y="102576"/>
                  </a:cubicBezTo>
                  <a:lnTo>
                    <a:pt x="40548" y="102501"/>
                  </a:lnTo>
                  <a:cubicBezTo>
                    <a:pt x="41792" y="101083"/>
                    <a:pt x="42813" y="99639"/>
                    <a:pt x="43684" y="98071"/>
                  </a:cubicBezTo>
                  <a:cubicBezTo>
                    <a:pt x="43734" y="98071"/>
                    <a:pt x="43734" y="98071"/>
                    <a:pt x="43759" y="98046"/>
                  </a:cubicBezTo>
                  <a:close/>
                  <a:moveTo>
                    <a:pt x="39179" y="103821"/>
                  </a:moveTo>
                  <a:cubicBezTo>
                    <a:pt x="39179" y="103895"/>
                    <a:pt x="39179" y="103895"/>
                    <a:pt x="39204" y="103920"/>
                  </a:cubicBezTo>
                  <a:lnTo>
                    <a:pt x="39204" y="103920"/>
                  </a:lnTo>
                  <a:lnTo>
                    <a:pt x="39204" y="103920"/>
                  </a:lnTo>
                  <a:cubicBezTo>
                    <a:pt x="39204" y="103933"/>
                    <a:pt x="39197" y="103939"/>
                    <a:pt x="39194" y="103939"/>
                  </a:cubicBezTo>
                  <a:cubicBezTo>
                    <a:pt x="39191" y="103939"/>
                    <a:pt x="39191" y="103933"/>
                    <a:pt x="39204" y="103920"/>
                  </a:cubicBezTo>
                  <a:lnTo>
                    <a:pt x="39204" y="103920"/>
                  </a:lnTo>
                  <a:lnTo>
                    <a:pt x="39179" y="103945"/>
                  </a:lnTo>
                  <a:lnTo>
                    <a:pt x="39154" y="103920"/>
                  </a:lnTo>
                  <a:cubicBezTo>
                    <a:pt x="39154" y="103920"/>
                    <a:pt x="39154" y="103895"/>
                    <a:pt x="39129" y="103895"/>
                  </a:cubicBezTo>
                  <a:lnTo>
                    <a:pt x="39154" y="103870"/>
                  </a:lnTo>
                  <a:lnTo>
                    <a:pt x="39179" y="103821"/>
                  </a:lnTo>
                  <a:close/>
                  <a:moveTo>
                    <a:pt x="39303" y="104069"/>
                  </a:moveTo>
                  <a:cubicBezTo>
                    <a:pt x="39378" y="104069"/>
                    <a:pt x="39403" y="104119"/>
                    <a:pt x="39403" y="104144"/>
                  </a:cubicBezTo>
                  <a:cubicBezTo>
                    <a:pt x="39627" y="104368"/>
                    <a:pt x="39826" y="104542"/>
                    <a:pt x="40075" y="104766"/>
                  </a:cubicBezTo>
                  <a:cubicBezTo>
                    <a:pt x="40150" y="104816"/>
                    <a:pt x="40199" y="104866"/>
                    <a:pt x="40274" y="104916"/>
                  </a:cubicBezTo>
                  <a:cubicBezTo>
                    <a:pt x="40498" y="105115"/>
                    <a:pt x="40697" y="105264"/>
                    <a:pt x="40946" y="105414"/>
                  </a:cubicBezTo>
                  <a:cubicBezTo>
                    <a:pt x="40958" y="105426"/>
                    <a:pt x="40971" y="105436"/>
                    <a:pt x="40984" y="105446"/>
                  </a:cubicBezTo>
                  <a:lnTo>
                    <a:pt x="40984" y="105446"/>
                  </a:lnTo>
                  <a:cubicBezTo>
                    <a:pt x="40334" y="105064"/>
                    <a:pt x="39787" y="104599"/>
                    <a:pt x="39303" y="104069"/>
                  </a:cubicBezTo>
                  <a:close/>
                  <a:moveTo>
                    <a:pt x="77884" y="102128"/>
                  </a:moveTo>
                  <a:cubicBezTo>
                    <a:pt x="77163" y="102626"/>
                    <a:pt x="76416" y="103074"/>
                    <a:pt x="75719" y="103572"/>
                  </a:cubicBezTo>
                  <a:cubicBezTo>
                    <a:pt x="75669" y="103572"/>
                    <a:pt x="75669" y="103621"/>
                    <a:pt x="75644" y="103621"/>
                  </a:cubicBezTo>
                  <a:cubicBezTo>
                    <a:pt x="75296" y="103821"/>
                    <a:pt x="74997" y="104045"/>
                    <a:pt x="74649" y="104269"/>
                  </a:cubicBezTo>
                  <a:cubicBezTo>
                    <a:pt x="74499" y="104368"/>
                    <a:pt x="74300" y="104493"/>
                    <a:pt x="74151" y="104567"/>
                  </a:cubicBezTo>
                  <a:cubicBezTo>
                    <a:pt x="74101" y="104617"/>
                    <a:pt x="74026" y="104642"/>
                    <a:pt x="73952" y="104692"/>
                  </a:cubicBezTo>
                  <a:cubicBezTo>
                    <a:pt x="73777" y="104816"/>
                    <a:pt x="73603" y="104916"/>
                    <a:pt x="73429" y="105015"/>
                  </a:cubicBezTo>
                  <a:cubicBezTo>
                    <a:pt x="73080" y="105237"/>
                    <a:pt x="72710" y="105450"/>
                    <a:pt x="72347" y="105664"/>
                  </a:cubicBezTo>
                  <a:lnTo>
                    <a:pt x="72347" y="105664"/>
                  </a:lnTo>
                  <a:cubicBezTo>
                    <a:pt x="73812" y="104769"/>
                    <a:pt x="75333" y="103810"/>
                    <a:pt x="76491" y="103024"/>
                  </a:cubicBezTo>
                  <a:cubicBezTo>
                    <a:pt x="76889" y="102750"/>
                    <a:pt x="77287" y="102452"/>
                    <a:pt x="77760" y="102128"/>
                  </a:cubicBezTo>
                  <a:close/>
                  <a:moveTo>
                    <a:pt x="41444" y="105737"/>
                  </a:moveTo>
                  <a:cubicBezTo>
                    <a:pt x="41446" y="105737"/>
                    <a:pt x="41462" y="105738"/>
                    <a:pt x="41467" y="105752"/>
                  </a:cubicBezTo>
                  <a:lnTo>
                    <a:pt x="41467" y="105752"/>
                  </a:lnTo>
                  <a:cubicBezTo>
                    <a:pt x="41459" y="105747"/>
                    <a:pt x="41452" y="105742"/>
                    <a:pt x="41444" y="105737"/>
                  </a:cubicBezTo>
                  <a:close/>
                  <a:moveTo>
                    <a:pt x="68899" y="96154"/>
                  </a:moveTo>
                  <a:lnTo>
                    <a:pt x="68949" y="96204"/>
                  </a:lnTo>
                  <a:cubicBezTo>
                    <a:pt x="69795" y="97075"/>
                    <a:pt x="70641" y="97847"/>
                    <a:pt x="71413" y="98569"/>
                  </a:cubicBezTo>
                  <a:cubicBezTo>
                    <a:pt x="72234" y="99290"/>
                    <a:pt x="72981" y="99888"/>
                    <a:pt x="73678" y="100410"/>
                  </a:cubicBezTo>
                  <a:cubicBezTo>
                    <a:pt x="73603" y="100460"/>
                    <a:pt x="73529" y="100510"/>
                    <a:pt x="73429" y="100560"/>
                  </a:cubicBezTo>
                  <a:cubicBezTo>
                    <a:pt x="73080" y="100759"/>
                    <a:pt x="72782" y="100958"/>
                    <a:pt x="72433" y="101157"/>
                  </a:cubicBezTo>
                  <a:cubicBezTo>
                    <a:pt x="72259" y="101257"/>
                    <a:pt x="72085" y="101331"/>
                    <a:pt x="71911" y="101456"/>
                  </a:cubicBezTo>
                  <a:cubicBezTo>
                    <a:pt x="67804" y="103771"/>
                    <a:pt x="63721" y="105513"/>
                    <a:pt x="59863" y="106608"/>
                  </a:cubicBezTo>
                  <a:cubicBezTo>
                    <a:pt x="60461" y="104916"/>
                    <a:pt x="60834" y="103149"/>
                    <a:pt x="60983" y="101307"/>
                  </a:cubicBezTo>
                  <a:cubicBezTo>
                    <a:pt x="61058" y="101282"/>
                    <a:pt x="61108" y="101257"/>
                    <a:pt x="61183" y="101182"/>
                  </a:cubicBezTo>
                  <a:cubicBezTo>
                    <a:pt x="63398" y="99888"/>
                    <a:pt x="65588" y="98444"/>
                    <a:pt x="67804" y="96901"/>
                  </a:cubicBezTo>
                  <a:cubicBezTo>
                    <a:pt x="68177" y="96627"/>
                    <a:pt x="68525" y="96378"/>
                    <a:pt x="68899" y="96154"/>
                  </a:cubicBezTo>
                  <a:close/>
                  <a:moveTo>
                    <a:pt x="60809" y="101431"/>
                  </a:moveTo>
                  <a:cubicBezTo>
                    <a:pt x="60610" y="103273"/>
                    <a:pt x="60262" y="105015"/>
                    <a:pt x="59689" y="106658"/>
                  </a:cubicBezTo>
                  <a:cubicBezTo>
                    <a:pt x="59652" y="106658"/>
                    <a:pt x="59629" y="106658"/>
                    <a:pt x="59620" y="106668"/>
                  </a:cubicBezTo>
                  <a:lnTo>
                    <a:pt x="59620" y="106668"/>
                  </a:lnTo>
                  <a:cubicBezTo>
                    <a:pt x="60189" y="105029"/>
                    <a:pt x="60561" y="103267"/>
                    <a:pt x="60734" y="101456"/>
                  </a:cubicBezTo>
                  <a:cubicBezTo>
                    <a:pt x="60784" y="101456"/>
                    <a:pt x="60784" y="101431"/>
                    <a:pt x="60809" y="101431"/>
                  </a:cubicBezTo>
                  <a:close/>
                  <a:moveTo>
                    <a:pt x="47468" y="96328"/>
                  </a:moveTo>
                  <a:cubicBezTo>
                    <a:pt x="47891" y="96577"/>
                    <a:pt x="48364" y="96801"/>
                    <a:pt x="48837" y="96976"/>
                  </a:cubicBezTo>
                  <a:cubicBezTo>
                    <a:pt x="47990" y="100510"/>
                    <a:pt x="46397" y="103920"/>
                    <a:pt x="44033" y="106882"/>
                  </a:cubicBezTo>
                  <a:cubicBezTo>
                    <a:pt x="43933" y="106783"/>
                    <a:pt x="43809" y="106733"/>
                    <a:pt x="43659" y="106658"/>
                  </a:cubicBezTo>
                  <a:cubicBezTo>
                    <a:pt x="43410" y="106559"/>
                    <a:pt x="43136" y="106434"/>
                    <a:pt x="42888" y="106359"/>
                  </a:cubicBezTo>
                  <a:cubicBezTo>
                    <a:pt x="42688" y="106260"/>
                    <a:pt x="42514" y="106135"/>
                    <a:pt x="42290" y="106036"/>
                  </a:cubicBezTo>
                  <a:cubicBezTo>
                    <a:pt x="42041" y="105911"/>
                    <a:pt x="41817" y="105787"/>
                    <a:pt x="41618" y="105662"/>
                  </a:cubicBezTo>
                  <a:lnTo>
                    <a:pt x="41568" y="105662"/>
                  </a:lnTo>
                  <a:cubicBezTo>
                    <a:pt x="41394" y="105538"/>
                    <a:pt x="41245" y="105414"/>
                    <a:pt x="41046" y="105289"/>
                  </a:cubicBezTo>
                  <a:lnTo>
                    <a:pt x="40398" y="104816"/>
                  </a:lnTo>
                  <a:cubicBezTo>
                    <a:pt x="40249" y="104692"/>
                    <a:pt x="40075" y="104542"/>
                    <a:pt x="39926" y="104393"/>
                  </a:cubicBezTo>
                  <a:cubicBezTo>
                    <a:pt x="39776" y="104244"/>
                    <a:pt x="39577" y="104119"/>
                    <a:pt x="39428" y="103945"/>
                  </a:cubicBezTo>
                  <a:cubicBezTo>
                    <a:pt x="39801" y="103572"/>
                    <a:pt x="40174" y="103198"/>
                    <a:pt x="40523" y="102800"/>
                  </a:cubicBezTo>
                  <a:lnTo>
                    <a:pt x="40647" y="102676"/>
                  </a:lnTo>
                  <a:cubicBezTo>
                    <a:pt x="41046" y="102203"/>
                    <a:pt x="41419" y="101755"/>
                    <a:pt x="41792" y="101282"/>
                  </a:cubicBezTo>
                  <a:cubicBezTo>
                    <a:pt x="42614" y="100211"/>
                    <a:pt x="43360" y="99091"/>
                    <a:pt x="43983" y="97921"/>
                  </a:cubicBezTo>
                  <a:cubicBezTo>
                    <a:pt x="45128" y="97424"/>
                    <a:pt x="46273" y="96901"/>
                    <a:pt x="47468" y="96328"/>
                  </a:cubicBezTo>
                  <a:close/>
                  <a:moveTo>
                    <a:pt x="73877" y="100535"/>
                  </a:moveTo>
                  <a:lnTo>
                    <a:pt x="73902" y="100560"/>
                  </a:lnTo>
                  <a:cubicBezTo>
                    <a:pt x="73902" y="100560"/>
                    <a:pt x="73927" y="100560"/>
                    <a:pt x="73927" y="100585"/>
                  </a:cubicBezTo>
                  <a:cubicBezTo>
                    <a:pt x="73877" y="100635"/>
                    <a:pt x="73802" y="100684"/>
                    <a:pt x="73753" y="100709"/>
                  </a:cubicBezTo>
                  <a:cubicBezTo>
                    <a:pt x="73529" y="100834"/>
                    <a:pt x="73304" y="100958"/>
                    <a:pt x="73130" y="101083"/>
                  </a:cubicBezTo>
                  <a:lnTo>
                    <a:pt x="72856" y="101282"/>
                  </a:lnTo>
                  <a:cubicBezTo>
                    <a:pt x="72657" y="101406"/>
                    <a:pt x="72433" y="101506"/>
                    <a:pt x="72259" y="101630"/>
                  </a:cubicBezTo>
                  <a:cubicBezTo>
                    <a:pt x="71637" y="101954"/>
                    <a:pt x="71015" y="102302"/>
                    <a:pt x="70417" y="102626"/>
                  </a:cubicBezTo>
                  <a:lnTo>
                    <a:pt x="69870" y="102900"/>
                  </a:lnTo>
                  <a:cubicBezTo>
                    <a:pt x="69421" y="103124"/>
                    <a:pt x="68998" y="103323"/>
                    <a:pt x="68575" y="103547"/>
                  </a:cubicBezTo>
                  <a:cubicBezTo>
                    <a:pt x="68028" y="103821"/>
                    <a:pt x="67505" y="104069"/>
                    <a:pt x="66932" y="104318"/>
                  </a:cubicBezTo>
                  <a:cubicBezTo>
                    <a:pt x="66883" y="104368"/>
                    <a:pt x="66783" y="104393"/>
                    <a:pt x="66708" y="104418"/>
                  </a:cubicBezTo>
                  <a:cubicBezTo>
                    <a:pt x="64418" y="105438"/>
                    <a:pt x="62103" y="106285"/>
                    <a:pt x="59913" y="106907"/>
                  </a:cubicBezTo>
                  <a:lnTo>
                    <a:pt x="59913" y="106882"/>
                  </a:lnTo>
                  <a:lnTo>
                    <a:pt x="59913" y="106857"/>
                  </a:lnTo>
                  <a:cubicBezTo>
                    <a:pt x="59938" y="106783"/>
                    <a:pt x="60038" y="106758"/>
                    <a:pt x="60112" y="106733"/>
                  </a:cubicBezTo>
                  <a:cubicBezTo>
                    <a:pt x="60311" y="106658"/>
                    <a:pt x="60461" y="106633"/>
                    <a:pt x="60635" y="106559"/>
                  </a:cubicBezTo>
                  <a:cubicBezTo>
                    <a:pt x="61083" y="106434"/>
                    <a:pt x="61506" y="106285"/>
                    <a:pt x="61954" y="106135"/>
                  </a:cubicBezTo>
                  <a:cubicBezTo>
                    <a:pt x="61979" y="106135"/>
                    <a:pt x="62004" y="106111"/>
                    <a:pt x="62079" y="106111"/>
                  </a:cubicBezTo>
                  <a:cubicBezTo>
                    <a:pt x="62203" y="106061"/>
                    <a:pt x="62303" y="106036"/>
                    <a:pt x="62427" y="106011"/>
                  </a:cubicBezTo>
                  <a:cubicBezTo>
                    <a:pt x="62925" y="105812"/>
                    <a:pt x="63448" y="105638"/>
                    <a:pt x="63945" y="105438"/>
                  </a:cubicBezTo>
                  <a:cubicBezTo>
                    <a:pt x="63995" y="105414"/>
                    <a:pt x="64095" y="105389"/>
                    <a:pt x="64169" y="105364"/>
                  </a:cubicBezTo>
                  <a:cubicBezTo>
                    <a:pt x="64692" y="105140"/>
                    <a:pt x="65240" y="104916"/>
                    <a:pt x="65787" y="104692"/>
                  </a:cubicBezTo>
                  <a:cubicBezTo>
                    <a:pt x="65837" y="104667"/>
                    <a:pt x="65862" y="104667"/>
                    <a:pt x="65937" y="104642"/>
                  </a:cubicBezTo>
                  <a:cubicBezTo>
                    <a:pt x="66484" y="104393"/>
                    <a:pt x="67032" y="104144"/>
                    <a:pt x="67580" y="103895"/>
                  </a:cubicBezTo>
                  <a:cubicBezTo>
                    <a:pt x="67654" y="103870"/>
                    <a:pt x="67679" y="103870"/>
                    <a:pt x="67729" y="103821"/>
                  </a:cubicBezTo>
                  <a:cubicBezTo>
                    <a:pt x="68276" y="103572"/>
                    <a:pt x="68824" y="103298"/>
                    <a:pt x="69347" y="103024"/>
                  </a:cubicBezTo>
                  <a:lnTo>
                    <a:pt x="69546" y="102924"/>
                  </a:lnTo>
                  <a:cubicBezTo>
                    <a:pt x="70069" y="102676"/>
                    <a:pt x="70566" y="102402"/>
                    <a:pt x="71089" y="102078"/>
                  </a:cubicBezTo>
                  <a:lnTo>
                    <a:pt x="71139" y="102078"/>
                  </a:lnTo>
                  <a:cubicBezTo>
                    <a:pt x="71214" y="102053"/>
                    <a:pt x="71288" y="102004"/>
                    <a:pt x="71388" y="101954"/>
                  </a:cubicBezTo>
                  <a:cubicBezTo>
                    <a:pt x="71637" y="101804"/>
                    <a:pt x="71911" y="101680"/>
                    <a:pt x="72160" y="101531"/>
                  </a:cubicBezTo>
                  <a:cubicBezTo>
                    <a:pt x="72309" y="101431"/>
                    <a:pt x="72458" y="101331"/>
                    <a:pt x="72657" y="101257"/>
                  </a:cubicBezTo>
                  <a:cubicBezTo>
                    <a:pt x="72757" y="101182"/>
                    <a:pt x="72856" y="101157"/>
                    <a:pt x="72906" y="101083"/>
                  </a:cubicBezTo>
                  <a:cubicBezTo>
                    <a:pt x="73006" y="101033"/>
                    <a:pt x="73130" y="100958"/>
                    <a:pt x="73230" y="100908"/>
                  </a:cubicBezTo>
                  <a:lnTo>
                    <a:pt x="73255" y="100883"/>
                  </a:lnTo>
                  <a:cubicBezTo>
                    <a:pt x="73404" y="100784"/>
                    <a:pt x="73529" y="100684"/>
                    <a:pt x="73678" y="100635"/>
                  </a:cubicBezTo>
                  <a:lnTo>
                    <a:pt x="73877" y="100535"/>
                  </a:lnTo>
                  <a:close/>
                  <a:moveTo>
                    <a:pt x="49135" y="96976"/>
                  </a:moveTo>
                  <a:cubicBezTo>
                    <a:pt x="48289" y="100510"/>
                    <a:pt x="46721" y="103920"/>
                    <a:pt x="44381" y="106882"/>
                  </a:cubicBezTo>
                  <a:cubicBezTo>
                    <a:pt x="44366" y="106911"/>
                    <a:pt x="44343" y="106923"/>
                    <a:pt x="44327" y="106923"/>
                  </a:cubicBezTo>
                  <a:cubicBezTo>
                    <a:pt x="44315" y="106923"/>
                    <a:pt x="44306" y="106917"/>
                    <a:pt x="44306" y="106907"/>
                  </a:cubicBezTo>
                  <a:cubicBezTo>
                    <a:pt x="46621" y="103920"/>
                    <a:pt x="48214" y="100485"/>
                    <a:pt x="49085" y="96976"/>
                  </a:cubicBezTo>
                  <a:close/>
                  <a:moveTo>
                    <a:pt x="41519" y="105762"/>
                  </a:moveTo>
                  <a:cubicBezTo>
                    <a:pt x="41668" y="105862"/>
                    <a:pt x="41792" y="105936"/>
                    <a:pt x="41942" y="106036"/>
                  </a:cubicBezTo>
                  <a:lnTo>
                    <a:pt x="42141" y="106135"/>
                  </a:lnTo>
                  <a:cubicBezTo>
                    <a:pt x="42440" y="106310"/>
                    <a:pt x="42763" y="106484"/>
                    <a:pt x="43087" y="106633"/>
                  </a:cubicBezTo>
                  <a:cubicBezTo>
                    <a:pt x="43211" y="106683"/>
                    <a:pt x="43385" y="106758"/>
                    <a:pt x="43535" y="106807"/>
                  </a:cubicBezTo>
                  <a:lnTo>
                    <a:pt x="44008" y="107007"/>
                  </a:lnTo>
                  <a:lnTo>
                    <a:pt x="44008" y="107031"/>
                  </a:lnTo>
                  <a:cubicBezTo>
                    <a:pt x="43096" y="106684"/>
                    <a:pt x="42260" y="106261"/>
                    <a:pt x="41483" y="105762"/>
                  </a:cubicBezTo>
                  <a:close/>
                  <a:moveTo>
                    <a:pt x="9011" y="104169"/>
                  </a:moveTo>
                  <a:lnTo>
                    <a:pt x="9011" y="104169"/>
                  </a:lnTo>
                  <a:cubicBezTo>
                    <a:pt x="9782" y="105065"/>
                    <a:pt x="10305" y="105613"/>
                    <a:pt x="10380" y="105662"/>
                  </a:cubicBezTo>
                  <a:lnTo>
                    <a:pt x="10405" y="105687"/>
                  </a:lnTo>
                  <a:lnTo>
                    <a:pt x="10678" y="105986"/>
                  </a:lnTo>
                  <a:cubicBezTo>
                    <a:pt x="10753" y="106036"/>
                    <a:pt x="10828" y="106135"/>
                    <a:pt x="10927" y="106185"/>
                  </a:cubicBezTo>
                  <a:cubicBezTo>
                    <a:pt x="11258" y="106516"/>
                    <a:pt x="11589" y="106827"/>
                    <a:pt x="11936" y="107153"/>
                  </a:cubicBezTo>
                  <a:lnTo>
                    <a:pt x="11936" y="107153"/>
                  </a:lnTo>
                  <a:cubicBezTo>
                    <a:pt x="11892" y="107121"/>
                    <a:pt x="11845" y="107091"/>
                    <a:pt x="11799" y="107056"/>
                  </a:cubicBezTo>
                  <a:cubicBezTo>
                    <a:pt x="11799" y="107056"/>
                    <a:pt x="11774" y="107031"/>
                    <a:pt x="11749" y="107031"/>
                  </a:cubicBezTo>
                  <a:lnTo>
                    <a:pt x="11599" y="106907"/>
                  </a:lnTo>
                  <a:cubicBezTo>
                    <a:pt x="11400" y="106708"/>
                    <a:pt x="11176" y="106534"/>
                    <a:pt x="10977" y="106310"/>
                  </a:cubicBezTo>
                  <a:cubicBezTo>
                    <a:pt x="10927" y="106260"/>
                    <a:pt x="10853" y="106235"/>
                    <a:pt x="10803" y="106160"/>
                  </a:cubicBezTo>
                  <a:cubicBezTo>
                    <a:pt x="10678" y="106036"/>
                    <a:pt x="10554" y="105911"/>
                    <a:pt x="10405" y="105787"/>
                  </a:cubicBezTo>
                  <a:cubicBezTo>
                    <a:pt x="10330" y="105737"/>
                    <a:pt x="10280" y="105662"/>
                    <a:pt x="10255" y="105613"/>
                  </a:cubicBezTo>
                  <a:cubicBezTo>
                    <a:pt x="10106" y="105488"/>
                    <a:pt x="10031" y="105364"/>
                    <a:pt x="9907" y="105239"/>
                  </a:cubicBezTo>
                  <a:cubicBezTo>
                    <a:pt x="9708" y="105040"/>
                    <a:pt x="9533" y="104816"/>
                    <a:pt x="9384" y="104642"/>
                  </a:cubicBezTo>
                  <a:lnTo>
                    <a:pt x="9285" y="104542"/>
                  </a:lnTo>
                  <a:lnTo>
                    <a:pt x="9011" y="104169"/>
                  </a:lnTo>
                  <a:close/>
                  <a:moveTo>
                    <a:pt x="60685" y="96951"/>
                  </a:moveTo>
                  <a:lnTo>
                    <a:pt x="60685" y="96951"/>
                  </a:lnTo>
                  <a:cubicBezTo>
                    <a:pt x="60784" y="98345"/>
                    <a:pt x="60734" y="99714"/>
                    <a:pt x="60635" y="101083"/>
                  </a:cubicBezTo>
                  <a:cubicBezTo>
                    <a:pt x="56055" y="103696"/>
                    <a:pt x="51525" y="105911"/>
                    <a:pt x="47094" y="107654"/>
                  </a:cubicBezTo>
                  <a:cubicBezTo>
                    <a:pt x="46970" y="107629"/>
                    <a:pt x="46845" y="107604"/>
                    <a:pt x="46721" y="107604"/>
                  </a:cubicBezTo>
                  <a:cubicBezTo>
                    <a:pt x="46397" y="107529"/>
                    <a:pt x="46099" y="107480"/>
                    <a:pt x="45800" y="107405"/>
                  </a:cubicBezTo>
                  <a:lnTo>
                    <a:pt x="45153" y="107231"/>
                  </a:lnTo>
                  <a:cubicBezTo>
                    <a:pt x="44978" y="107156"/>
                    <a:pt x="44754" y="107106"/>
                    <a:pt x="44555" y="107031"/>
                  </a:cubicBezTo>
                  <a:cubicBezTo>
                    <a:pt x="46895" y="104045"/>
                    <a:pt x="48488" y="100610"/>
                    <a:pt x="49334" y="97125"/>
                  </a:cubicBezTo>
                  <a:cubicBezTo>
                    <a:pt x="50778" y="97623"/>
                    <a:pt x="52396" y="97872"/>
                    <a:pt x="54213" y="97872"/>
                  </a:cubicBezTo>
                  <a:cubicBezTo>
                    <a:pt x="56204" y="97872"/>
                    <a:pt x="58370" y="97573"/>
                    <a:pt x="60685" y="96951"/>
                  </a:cubicBezTo>
                  <a:close/>
                  <a:moveTo>
                    <a:pt x="60560" y="101282"/>
                  </a:moveTo>
                  <a:lnTo>
                    <a:pt x="60560" y="101331"/>
                  </a:lnTo>
                  <a:cubicBezTo>
                    <a:pt x="56204" y="103895"/>
                    <a:pt x="51848" y="106036"/>
                    <a:pt x="47542" y="107728"/>
                  </a:cubicBezTo>
                  <a:lnTo>
                    <a:pt x="47418" y="107728"/>
                  </a:lnTo>
                  <a:cubicBezTo>
                    <a:pt x="51749" y="106036"/>
                    <a:pt x="56130" y="103895"/>
                    <a:pt x="60560" y="101282"/>
                  </a:cubicBezTo>
                  <a:close/>
                  <a:moveTo>
                    <a:pt x="44381" y="107156"/>
                  </a:moveTo>
                  <a:cubicBezTo>
                    <a:pt x="44481" y="107181"/>
                    <a:pt x="44530" y="107231"/>
                    <a:pt x="44630" y="107256"/>
                  </a:cubicBezTo>
                  <a:cubicBezTo>
                    <a:pt x="44779" y="107305"/>
                    <a:pt x="44929" y="107355"/>
                    <a:pt x="45103" y="107405"/>
                  </a:cubicBezTo>
                  <a:lnTo>
                    <a:pt x="45750" y="107604"/>
                  </a:lnTo>
                  <a:lnTo>
                    <a:pt x="46223" y="107679"/>
                  </a:lnTo>
                  <a:cubicBezTo>
                    <a:pt x="46422" y="107728"/>
                    <a:pt x="46596" y="107753"/>
                    <a:pt x="46721" y="107778"/>
                  </a:cubicBezTo>
                  <a:cubicBezTo>
                    <a:pt x="46671" y="107778"/>
                    <a:pt x="46671" y="107778"/>
                    <a:pt x="46646" y="107803"/>
                  </a:cubicBezTo>
                  <a:cubicBezTo>
                    <a:pt x="45850" y="107654"/>
                    <a:pt x="45103" y="107480"/>
                    <a:pt x="44356" y="107181"/>
                  </a:cubicBezTo>
                  <a:lnTo>
                    <a:pt x="44381" y="107156"/>
                  </a:lnTo>
                  <a:close/>
                  <a:moveTo>
                    <a:pt x="47163" y="107859"/>
                  </a:moveTo>
                  <a:cubicBezTo>
                    <a:pt x="47175" y="107859"/>
                    <a:pt x="47194" y="107865"/>
                    <a:pt x="47219" y="107878"/>
                  </a:cubicBezTo>
                  <a:cubicBezTo>
                    <a:pt x="47219" y="107878"/>
                    <a:pt x="47169" y="107878"/>
                    <a:pt x="47169" y="107903"/>
                  </a:cubicBezTo>
                  <a:cubicBezTo>
                    <a:pt x="47169" y="107903"/>
                    <a:pt x="47144" y="107903"/>
                    <a:pt x="47144" y="107928"/>
                  </a:cubicBezTo>
                  <a:cubicBezTo>
                    <a:pt x="47119" y="107928"/>
                    <a:pt x="47094" y="107903"/>
                    <a:pt x="47019" y="107903"/>
                  </a:cubicBezTo>
                  <a:lnTo>
                    <a:pt x="47094" y="107903"/>
                  </a:lnTo>
                  <a:cubicBezTo>
                    <a:pt x="47119" y="107903"/>
                    <a:pt x="47119" y="107903"/>
                    <a:pt x="47144" y="107878"/>
                  </a:cubicBezTo>
                  <a:cubicBezTo>
                    <a:pt x="47144" y="107865"/>
                    <a:pt x="47150" y="107859"/>
                    <a:pt x="47163" y="107859"/>
                  </a:cubicBezTo>
                  <a:close/>
                  <a:moveTo>
                    <a:pt x="60535" y="101630"/>
                  </a:moveTo>
                  <a:lnTo>
                    <a:pt x="60535" y="101630"/>
                  </a:lnTo>
                  <a:cubicBezTo>
                    <a:pt x="60336" y="103422"/>
                    <a:pt x="59963" y="105165"/>
                    <a:pt x="59415" y="106758"/>
                  </a:cubicBezTo>
                  <a:cubicBezTo>
                    <a:pt x="57847" y="107131"/>
                    <a:pt x="56329" y="107480"/>
                    <a:pt x="54860" y="107679"/>
                  </a:cubicBezTo>
                  <a:lnTo>
                    <a:pt x="54810" y="107679"/>
                  </a:lnTo>
                  <a:cubicBezTo>
                    <a:pt x="54736" y="107679"/>
                    <a:pt x="54686" y="107728"/>
                    <a:pt x="54586" y="107728"/>
                  </a:cubicBezTo>
                  <a:cubicBezTo>
                    <a:pt x="54238" y="107753"/>
                    <a:pt x="53939" y="107803"/>
                    <a:pt x="53591" y="107853"/>
                  </a:cubicBezTo>
                  <a:cubicBezTo>
                    <a:pt x="53342" y="107878"/>
                    <a:pt x="53118" y="107878"/>
                    <a:pt x="52894" y="107903"/>
                  </a:cubicBezTo>
                  <a:cubicBezTo>
                    <a:pt x="52819" y="107903"/>
                    <a:pt x="52720" y="107903"/>
                    <a:pt x="52620" y="107928"/>
                  </a:cubicBezTo>
                  <a:cubicBezTo>
                    <a:pt x="52496" y="107928"/>
                    <a:pt x="52371" y="107977"/>
                    <a:pt x="52247" y="107977"/>
                  </a:cubicBezTo>
                  <a:cubicBezTo>
                    <a:pt x="51973" y="107977"/>
                    <a:pt x="51649" y="108002"/>
                    <a:pt x="51375" y="108002"/>
                  </a:cubicBezTo>
                  <a:lnTo>
                    <a:pt x="50853" y="108002"/>
                  </a:lnTo>
                  <a:cubicBezTo>
                    <a:pt x="50280" y="108002"/>
                    <a:pt x="49733" y="107977"/>
                    <a:pt x="49160" y="107928"/>
                  </a:cubicBezTo>
                  <a:lnTo>
                    <a:pt x="49135" y="107928"/>
                  </a:lnTo>
                  <a:cubicBezTo>
                    <a:pt x="49011" y="107928"/>
                    <a:pt x="48886" y="107903"/>
                    <a:pt x="48762" y="107903"/>
                  </a:cubicBezTo>
                  <a:cubicBezTo>
                    <a:pt x="48662" y="107903"/>
                    <a:pt x="48588" y="107878"/>
                    <a:pt x="48488" y="107878"/>
                  </a:cubicBezTo>
                  <a:cubicBezTo>
                    <a:pt x="48289" y="107853"/>
                    <a:pt x="48140" y="107853"/>
                    <a:pt x="47965" y="107803"/>
                  </a:cubicBezTo>
                  <a:cubicBezTo>
                    <a:pt x="52072" y="106160"/>
                    <a:pt x="56254" y="104119"/>
                    <a:pt x="60535" y="101630"/>
                  </a:cubicBezTo>
                  <a:close/>
                  <a:moveTo>
                    <a:pt x="59316" y="106957"/>
                  </a:moveTo>
                  <a:lnTo>
                    <a:pt x="59316" y="107007"/>
                  </a:lnTo>
                  <a:lnTo>
                    <a:pt x="59316" y="107031"/>
                  </a:lnTo>
                  <a:cubicBezTo>
                    <a:pt x="58594" y="107206"/>
                    <a:pt x="57847" y="107405"/>
                    <a:pt x="57125" y="107554"/>
                  </a:cubicBezTo>
                  <a:cubicBezTo>
                    <a:pt x="57001" y="107579"/>
                    <a:pt x="56876" y="107579"/>
                    <a:pt x="56752" y="107629"/>
                  </a:cubicBezTo>
                  <a:cubicBezTo>
                    <a:pt x="56155" y="107753"/>
                    <a:pt x="55582" y="107828"/>
                    <a:pt x="54985" y="107928"/>
                  </a:cubicBezTo>
                  <a:cubicBezTo>
                    <a:pt x="54960" y="107928"/>
                    <a:pt x="54910" y="107928"/>
                    <a:pt x="54860" y="107952"/>
                  </a:cubicBezTo>
                  <a:cubicBezTo>
                    <a:pt x="54761" y="107952"/>
                    <a:pt x="54661" y="108002"/>
                    <a:pt x="54611" y="108002"/>
                  </a:cubicBezTo>
                  <a:cubicBezTo>
                    <a:pt x="54263" y="108027"/>
                    <a:pt x="53914" y="108077"/>
                    <a:pt x="53616" y="108127"/>
                  </a:cubicBezTo>
                  <a:cubicBezTo>
                    <a:pt x="53367" y="108152"/>
                    <a:pt x="53143" y="108152"/>
                    <a:pt x="52894" y="108176"/>
                  </a:cubicBezTo>
                  <a:cubicBezTo>
                    <a:pt x="52844" y="108176"/>
                    <a:pt x="52744" y="108176"/>
                    <a:pt x="52670" y="108201"/>
                  </a:cubicBezTo>
                  <a:cubicBezTo>
                    <a:pt x="52520" y="108201"/>
                    <a:pt x="52371" y="108251"/>
                    <a:pt x="52247" y="108251"/>
                  </a:cubicBezTo>
                  <a:cubicBezTo>
                    <a:pt x="51774" y="108276"/>
                    <a:pt x="51301" y="108276"/>
                    <a:pt x="50853" y="108276"/>
                  </a:cubicBezTo>
                  <a:lnTo>
                    <a:pt x="50430" y="108276"/>
                  </a:lnTo>
                  <a:cubicBezTo>
                    <a:pt x="49982" y="108276"/>
                    <a:pt x="49509" y="108251"/>
                    <a:pt x="49061" y="108226"/>
                  </a:cubicBezTo>
                  <a:cubicBezTo>
                    <a:pt x="48986" y="108226"/>
                    <a:pt x="48911" y="108226"/>
                    <a:pt x="48812" y="108176"/>
                  </a:cubicBezTo>
                  <a:cubicBezTo>
                    <a:pt x="48538" y="108152"/>
                    <a:pt x="48289" y="108127"/>
                    <a:pt x="48015" y="108077"/>
                  </a:cubicBezTo>
                  <a:cubicBezTo>
                    <a:pt x="47816" y="108052"/>
                    <a:pt x="47642" y="108052"/>
                    <a:pt x="47492" y="108027"/>
                  </a:cubicBezTo>
                  <a:cubicBezTo>
                    <a:pt x="47517" y="107977"/>
                    <a:pt x="47517" y="107977"/>
                    <a:pt x="47542" y="107928"/>
                  </a:cubicBezTo>
                  <a:cubicBezTo>
                    <a:pt x="47592" y="107928"/>
                    <a:pt x="47592" y="107928"/>
                    <a:pt x="47617" y="107903"/>
                  </a:cubicBezTo>
                  <a:lnTo>
                    <a:pt x="47716" y="107903"/>
                  </a:lnTo>
                  <a:cubicBezTo>
                    <a:pt x="48090" y="107952"/>
                    <a:pt x="48463" y="108002"/>
                    <a:pt x="48837" y="108027"/>
                  </a:cubicBezTo>
                  <a:cubicBezTo>
                    <a:pt x="48911" y="108027"/>
                    <a:pt x="48986" y="108052"/>
                    <a:pt x="49036" y="108052"/>
                  </a:cubicBezTo>
                  <a:lnTo>
                    <a:pt x="49235" y="108052"/>
                  </a:lnTo>
                  <a:cubicBezTo>
                    <a:pt x="49758" y="108102"/>
                    <a:pt x="50280" y="108127"/>
                    <a:pt x="50803" y="108127"/>
                  </a:cubicBezTo>
                  <a:cubicBezTo>
                    <a:pt x="51276" y="108127"/>
                    <a:pt x="51749" y="108077"/>
                    <a:pt x="52222" y="108077"/>
                  </a:cubicBezTo>
                  <a:lnTo>
                    <a:pt x="52247" y="108077"/>
                  </a:lnTo>
                  <a:cubicBezTo>
                    <a:pt x="52346" y="108077"/>
                    <a:pt x="52471" y="108077"/>
                    <a:pt x="52545" y="108052"/>
                  </a:cubicBezTo>
                  <a:cubicBezTo>
                    <a:pt x="52645" y="108052"/>
                    <a:pt x="52744" y="108052"/>
                    <a:pt x="52844" y="108027"/>
                  </a:cubicBezTo>
                  <a:lnTo>
                    <a:pt x="52968" y="108027"/>
                  </a:lnTo>
                  <a:cubicBezTo>
                    <a:pt x="53168" y="108002"/>
                    <a:pt x="53367" y="108002"/>
                    <a:pt x="53591" y="107952"/>
                  </a:cubicBezTo>
                  <a:lnTo>
                    <a:pt x="53616" y="107952"/>
                  </a:lnTo>
                  <a:cubicBezTo>
                    <a:pt x="53765" y="107928"/>
                    <a:pt x="53964" y="107928"/>
                    <a:pt x="54113" y="107903"/>
                  </a:cubicBezTo>
                  <a:cubicBezTo>
                    <a:pt x="54238" y="107878"/>
                    <a:pt x="54387" y="107878"/>
                    <a:pt x="54512" y="107828"/>
                  </a:cubicBezTo>
                  <a:lnTo>
                    <a:pt x="54636" y="107828"/>
                  </a:lnTo>
                  <a:cubicBezTo>
                    <a:pt x="54711" y="107828"/>
                    <a:pt x="54810" y="107803"/>
                    <a:pt x="54860" y="107803"/>
                  </a:cubicBezTo>
                  <a:lnTo>
                    <a:pt x="55607" y="107704"/>
                  </a:lnTo>
                  <a:lnTo>
                    <a:pt x="55657" y="107704"/>
                  </a:lnTo>
                  <a:cubicBezTo>
                    <a:pt x="55731" y="107704"/>
                    <a:pt x="55781" y="107679"/>
                    <a:pt x="55856" y="107679"/>
                  </a:cubicBezTo>
                  <a:cubicBezTo>
                    <a:pt x="56329" y="107579"/>
                    <a:pt x="56777" y="107529"/>
                    <a:pt x="57250" y="107430"/>
                  </a:cubicBezTo>
                  <a:cubicBezTo>
                    <a:pt x="57349" y="107405"/>
                    <a:pt x="57474" y="107380"/>
                    <a:pt x="57573" y="107380"/>
                  </a:cubicBezTo>
                  <a:cubicBezTo>
                    <a:pt x="57648" y="107330"/>
                    <a:pt x="57772" y="107305"/>
                    <a:pt x="57872" y="107305"/>
                  </a:cubicBezTo>
                  <a:cubicBezTo>
                    <a:pt x="57947" y="107305"/>
                    <a:pt x="57972" y="107280"/>
                    <a:pt x="58021" y="107280"/>
                  </a:cubicBezTo>
                  <a:cubicBezTo>
                    <a:pt x="58345" y="107206"/>
                    <a:pt x="58619" y="107156"/>
                    <a:pt x="58942" y="107056"/>
                  </a:cubicBezTo>
                  <a:lnTo>
                    <a:pt x="59316" y="106957"/>
                  </a:lnTo>
                  <a:close/>
                  <a:moveTo>
                    <a:pt x="44232" y="107380"/>
                  </a:moveTo>
                  <a:cubicBezTo>
                    <a:pt x="44257" y="107380"/>
                    <a:pt x="44281" y="107405"/>
                    <a:pt x="44306" y="107405"/>
                  </a:cubicBezTo>
                  <a:cubicBezTo>
                    <a:pt x="44381" y="107430"/>
                    <a:pt x="44431" y="107430"/>
                    <a:pt x="44505" y="107480"/>
                  </a:cubicBezTo>
                  <a:cubicBezTo>
                    <a:pt x="44879" y="107604"/>
                    <a:pt x="45252" y="107679"/>
                    <a:pt x="45626" y="107778"/>
                  </a:cubicBezTo>
                  <a:cubicBezTo>
                    <a:pt x="45725" y="107803"/>
                    <a:pt x="45850" y="107853"/>
                    <a:pt x="45924" y="107853"/>
                  </a:cubicBezTo>
                  <a:cubicBezTo>
                    <a:pt x="46024" y="107878"/>
                    <a:pt x="46148" y="107903"/>
                    <a:pt x="46248" y="107928"/>
                  </a:cubicBezTo>
                  <a:cubicBezTo>
                    <a:pt x="45003" y="108400"/>
                    <a:pt x="43759" y="108799"/>
                    <a:pt x="42539" y="109172"/>
                  </a:cubicBezTo>
                  <a:cubicBezTo>
                    <a:pt x="43161" y="108625"/>
                    <a:pt x="43734" y="108027"/>
                    <a:pt x="44232" y="107380"/>
                  </a:cubicBezTo>
                  <a:close/>
                  <a:moveTo>
                    <a:pt x="43983" y="107280"/>
                  </a:moveTo>
                  <a:cubicBezTo>
                    <a:pt x="44008" y="107280"/>
                    <a:pt x="44008" y="107305"/>
                    <a:pt x="44033" y="107305"/>
                  </a:cubicBezTo>
                  <a:cubicBezTo>
                    <a:pt x="43435" y="108027"/>
                    <a:pt x="42813" y="108724"/>
                    <a:pt x="42191" y="109346"/>
                  </a:cubicBezTo>
                  <a:cubicBezTo>
                    <a:pt x="42166" y="109346"/>
                    <a:pt x="42091" y="109371"/>
                    <a:pt x="42066" y="109371"/>
                  </a:cubicBezTo>
                  <a:cubicBezTo>
                    <a:pt x="42738" y="108724"/>
                    <a:pt x="43385" y="108027"/>
                    <a:pt x="43983" y="107280"/>
                  </a:cubicBezTo>
                  <a:close/>
                  <a:moveTo>
                    <a:pt x="46621" y="108027"/>
                  </a:moveTo>
                  <a:cubicBezTo>
                    <a:pt x="46646" y="108027"/>
                    <a:pt x="46671" y="108027"/>
                    <a:pt x="46721" y="108052"/>
                  </a:cubicBezTo>
                  <a:cubicBezTo>
                    <a:pt x="45178" y="108649"/>
                    <a:pt x="43659" y="109147"/>
                    <a:pt x="42166" y="109620"/>
                  </a:cubicBezTo>
                  <a:cubicBezTo>
                    <a:pt x="42240" y="109595"/>
                    <a:pt x="42240" y="109545"/>
                    <a:pt x="42265" y="109521"/>
                  </a:cubicBezTo>
                  <a:cubicBezTo>
                    <a:pt x="43684" y="109097"/>
                    <a:pt x="45153" y="108600"/>
                    <a:pt x="46621" y="108027"/>
                  </a:cubicBezTo>
                  <a:close/>
                  <a:moveTo>
                    <a:pt x="5924" y="97424"/>
                  </a:moveTo>
                  <a:lnTo>
                    <a:pt x="5949" y="97448"/>
                  </a:lnTo>
                  <a:cubicBezTo>
                    <a:pt x="6074" y="97548"/>
                    <a:pt x="6173" y="97672"/>
                    <a:pt x="6298" y="97772"/>
                  </a:cubicBezTo>
                  <a:cubicBezTo>
                    <a:pt x="6422" y="97897"/>
                    <a:pt x="6547" y="97971"/>
                    <a:pt x="6671" y="98096"/>
                  </a:cubicBezTo>
                  <a:cubicBezTo>
                    <a:pt x="6795" y="98220"/>
                    <a:pt x="6945" y="98320"/>
                    <a:pt x="7069" y="98419"/>
                  </a:cubicBezTo>
                  <a:cubicBezTo>
                    <a:pt x="7194" y="98519"/>
                    <a:pt x="7318" y="98593"/>
                    <a:pt x="7418" y="98693"/>
                  </a:cubicBezTo>
                  <a:cubicBezTo>
                    <a:pt x="7567" y="98817"/>
                    <a:pt x="7716" y="98917"/>
                    <a:pt x="7866" y="99041"/>
                  </a:cubicBezTo>
                  <a:cubicBezTo>
                    <a:pt x="7965" y="99091"/>
                    <a:pt x="8090" y="99191"/>
                    <a:pt x="8189" y="99266"/>
                  </a:cubicBezTo>
                  <a:cubicBezTo>
                    <a:pt x="8364" y="99390"/>
                    <a:pt x="8563" y="99514"/>
                    <a:pt x="8737" y="99589"/>
                  </a:cubicBezTo>
                  <a:cubicBezTo>
                    <a:pt x="8837" y="99664"/>
                    <a:pt x="8936" y="99714"/>
                    <a:pt x="9036" y="99763"/>
                  </a:cubicBezTo>
                  <a:cubicBezTo>
                    <a:pt x="9210" y="99888"/>
                    <a:pt x="9434" y="100012"/>
                    <a:pt x="9658" y="100087"/>
                  </a:cubicBezTo>
                  <a:cubicBezTo>
                    <a:pt x="9708" y="100137"/>
                    <a:pt x="9807" y="100186"/>
                    <a:pt x="9907" y="100211"/>
                  </a:cubicBezTo>
                  <a:cubicBezTo>
                    <a:pt x="10106" y="100336"/>
                    <a:pt x="10330" y="100435"/>
                    <a:pt x="10579" y="100560"/>
                  </a:cubicBezTo>
                  <a:cubicBezTo>
                    <a:pt x="10654" y="100585"/>
                    <a:pt x="10703" y="100635"/>
                    <a:pt x="10803" y="100659"/>
                  </a:cubicBezTo>
                  <a:cubicBezTo>
                    <a:pt x="11052" y="100784"/>
                    <a:pt x="11301" y="100883"/>
                    <a:pt x="11525" y="101008"/>
                  </a:cubicBezTo>
                  <a:cubicBezTo>
                    <a:pt x="11575" y="101033"/>
                    <a:pt x="11649" y="101058"/>
                    <a:pt x="11699" y="101058"/>
                  </a:cubicBezTo>
                  <a:cubicBezTo>
                    <a:pt x="11948" y="101157"/>
                    <a:pt x="12197" y="101282"/>
                    <a:pt x="12471" y="101381"/>
                  </a:cubicBezTo>
                  <a:cubicBezTo>
                    <a:pt x="12545" y="101406"/>
                    <a:pt x="12595" y="101406"/>
                    <a:pt x="12645" y="101431"/>
                  </a:cubicBezTo>
                  <a:cubicBezTo>
                    <a:pt x="12695" y="101456"/>
                    <a:pt x="12769" y="101456"/>
                    <a:pt x="12819" y="101506"/>
                  </a:cubicBezTo>
                  <a:cubicBezTo>
                    <a:pt x="13541" y="104567"/>
                    <a:pt x="14910" y="107405"/>
                    <a:pt x="16926" y="109745"/>
                  </a:cubicBezTo>
                  <a:cubicBezTo>
                    <a:pt x="16777" y="109670"/>
                    <a:pt x="16578" y="109620"/>
                    <a:pt x="16428" y="109545"/>
                  </a:cubicBezTo>
                  <a:cubicBezTo>
                    <a:pt x="16105" y="109396"/>
                    <a:pt x="15756" y="109247"/>
                    <a:pt x="15408" y="109048"/>
                  </a:cubicBezTo>
                  <a:cubicBezTo>
                    <a:pt x="15234" y="108973"/>
                    <a:pt x="15059" y="108898"/>
                    <a:pt x="14885" y="108799"/>
                  </a:cubicBezTo>
                  <a:lnTo>
                    <a:pt x="13939" y="108251"/>
                  </a:lnTo>
                  <a:cubicBezTo>
                    <a:pt x="13790" y="108152"/>
                    <a:pt x="13616" y="108052"/>
                    <a:pt x="13441" y="107928"/>
                  </a:cubicBezTo>
                  <a:cubicBezTo>
                    <a:pt x="13168" y="107778"/>
                    <a:pt x="12894" y="107554"/>
                    <a:pt x="12620" y="107355"/>
                  </a:cubicBezTo>
                  <a:lnTo>
                    <a:pt x="12147" y="106982"/>
                  </a:lnTo>
                  <a:cubicBezTo>
                    <a:pt x="11898" y="106758"/>
                    <a:pt x="11649" y="106534"/>
                    <a:pt x="11375" y="106310"/>
                  </a:cubicBezTo>
                  <a:cubicBezTo>
                    <a:pt x="11201" y="106185"/>
                    <a:pt x="11052" y="106036"/>
                    <a:pt x="10927" y="105911"/>
                  </a:cubicBezTo>
                  <a:lnTo>
                    <a:pt x="10878" y="105862"/>
                  </a:lnTo>
                  <a:cubicBezTo>
                    <a:pt x="10654" y="105638"/>
                    <a:pt x="10430" y="105414"/>
                    <a:pt x="10206" y="105165"/>
                  </a:cubicBezTo>
                  <a:cubicBezTo>
                    <a:pt x="10056" y="105015"/>
                    <a:pt x="9907" y="104816"/>
                    <a:pt x="9757" y="104667"/>
                  </a:cubicBezTo>
                  <a:cubicBezTo>
                    <a:pt x="9558" y="104418"/>
                    <a:pt x="9334" y="104169"/>
                    <a:pt x="9160" y="103945"/>
                  </a:cubicBezTo>
                  <a:cubicBezTo>
                    <a:pt x="9011" y="103771"/>
                    <a:pt x="8837" y="103547"/>
                    <a:pt x="8712" y="103373"/>
                  </a:cubicBezTo>
                  <a:cubicBezTo>
                    <a:pt x="8563" y="103124"/>
                    <a:pt x="8388" y="102875"/>
                    <a:pt x="8214" y="102626"/>
                  </a:cubicBezTo>
                  <a:cubicBezTo>
                    <a:pt x="8065" y="102402"/>
                    <a:pt x="7940" y="102178"/>
                    <a:pt x="7816" y="101929"/>
                  </a:cubicBezTo>
                  <a:cubicBezTo>
                    <a:pt x="7667" y="101680"/>
                    <a:pt x="7542" y="101431"/>
                    <a:pt x="7418" y="101157"/>
                  </a:cubicBezTo>
                  <a:cubicBezTo>
                    <a:pt x="7293" y="100908"/>
                    <a:pt x="7169" y="100659"/>
                    <a:pt x="7044" y="100386"/>
                  </a:cubicBezTo>
                  <a:cubicBezTo>
                    <a:pt x="6920" y="100137"/>
                    <a:pt x="6820" y="99838"/>
                    <a:pt x="6696" y="99564"/>
                  </a:cubicBezTo>
                  <a:cubicBezTo>
                    <a:pt x="6571" y="99290"/>
                    <a:pt x="6472" y="99017"/>
                    <a:pt x="6347" y="98718"/>
                  </a:cubicBezTo>
                  <a:lnTo>
                    <a:pt x="6074" y="97897"/>
                  </a:lnTo>
                  <a:cubicBezTo>
                    <a:pt x="6024" y="97722"/>
                    <a:pt x="5974" y="97573"/>
                    <a:pt x="5924" y="97424"/>
                  </a:cubicBezTo>
                  <a:close/>
                  <a:moveTo>
                    <a:pt x="41892" y="109645"/>
                  </a:moveTo>
                  <a:lnTo>
                    <a:pt x="41792" y="109745"/>
                  </a:lnTo>
                  <a:cubicBezTo>
                    <a:pt x="41743" y="109745"/>
                    <a:pt x="41693" y="109770"/>
                    <a:pt x="41643" y="109770"/>
                  </a:cubicBezTo>
                  <a:lnTo>
                    <a:pt x="41743" y="109670"/>
                  </a:lnTo>
                  <a:cubicBezTo>
                    <a:pt x="41792" y="109670"/>
                    <a:pt x="41817" y="109645"/>
                    <a:pt x="41892" y="109645"/>
                  </a:cubicBezTo>
                  <a:close/>
                  <a:moveTo>
                    <a:pt x="36665" y="100635"/>
                  </a:moveTo>
                  <a:lnTo>
                    <a:pt x="36939" y="101182"/>
                  </a:lnTo>
                  <a:cubicBezTo>
                    <a:pt x="36963" y="101207"/>
                    <a:pt x="36963" y="101257"/>
                    <a:pt x="37013" y="101282"/>
                  </a:cubicBezTo>
                  <a:cubicBezTo>
                    <a:pt x="37038" y="101331"/>
                    <a:pt x="37063" y="101406"/>
                    <a:pt x="37138" y="101506"/>
                  </a:cubicBezTo>
                  <a:cubicBezTo>
                    <a:pt x="37212" y="101655"/>
                    <a:pt x="37312" y="101829"/>
                    <a:pt x="37436" y="102004"/>
                  </a:cubicBezTo>
                  <a:cubicBezTo>
                    <a:pt x="37436" y="102028"/>
                    <a:pt x="37461" y="102028"/>
                    <a:pt x="37461" y="102053"/>
                  </a:cubicBezTo>
                  <a:cubicBezTo>
                    <a:pt x="37511" y="102128"/>
                    <a:pt x="37536" y="102178"/>
                    <a:pt x="37561" y="102203"/>
                  </a:cubicBezTo>
                  <a:cubicBezTo>
                    <a:pt x="37586" y="102277"/>
                    <a:pt x="37636" y="102327"/>
                    <a:pt x="37685" y="102402"/>
                  </a:cubicBezTo>
                  <a:cubicBezTo>
                    <a:pt x="37909" y="102700"/>
                    <a:pt x="38084" y="102999"/>
                    <a:pt x="38332" y="103273"/>
                  </a:cubicBezTo>
                  <a:cubicBezTo>
                    <a:pt x="38382" y="103323"/>
                    <a:pt x="38432" y="103373"/>
                    <a:pt x="38457" y="103397"/>
                  </a:cubicBezTo>
                  <a:cubicBezTo>
                    <a:pt x="38581" y="103547"/>
                    <a:pt x="38756" y="103696"/>
                    <a:pt x="38880" y="103870"/>
                  </a:cubicBezTo>
                  <a:lnTo>
                    <a:pt x="38955" y="103945"/>
                  </a:lnTo>
                  <a:cubicBezTo>
                    <a:pt x="39005" y="103995"/>
                    <a:pt x="39029" y="104020"/>
                    <a:pt x="39029" y="104045"/>
                  </a:cubicBezTo>
                  <a:lnTo>
                    <a:pt x="39278" y="104293"/>
                  </a:lnTo>
                  <a:cubicBezTo>
                    <a:pt x="39428" y="104443"/>
                    <a:pt x="39627" y="104617"/>
                    <a:pt x="39801" y="104766"/>
                  </a:cubicBezTo>
                  <a:cubicBezTo>
                    <a:pt x="39901" y="104866"/>
                    <a:pt x="40000" y="104941"/>
                    <a:pt x="40125" y="105015"/>
                  </a:cubicBezTo>
                  <a:cubicBezTo>
                    <a:pt x="40299" y="105165"/>
                    <a:pt x="40498" y="105314"/>
                    <a:pt x="40697" y="105438"/>
                  </a:cubicBezTo>
                  <a:cubicBezTo>
                    <a:pt x="40822" y="105538"/>
                    <a:pt x="40996" y="105638"/>
                    <a:pt x="41145" y="105762"/>
                  </a:cubicBezTo>
                  <a:cubicBezTo>
                    <a:pt x="41369" y="105911"/>
                    <a:pt x="41568" y="106036"/>
                    <a:pt x="41817" y="106185"/>
                  </a:cubicBezTo>
                  <a:cubicBezTo>
                    <a:pt x="41991" y="106285"/>
                    <a:pt x="42166" y="106384"/>
                    <a:pt x="42315" y="106484"/>
                  </a:cubicBezTo>
                  <a:cubicBezTo>
                    <a:pt x="42489" y="106534"/>
                    <a:pt x="42614" y="106633"/>
                    <a:pt x="42763" y="106683"/>
                  </a:cubicBezTo>
                  <a:cubicBezTo>
                    <a:pt x="42937" y="106783"/>
                    <a:pt x="43136" y="106882"/>
                    <a:pt x="43311" y="106932"/>
                  </a:cubicBezTo>
                  <a:cubicBezTo>
                    <a:pt x="43435" y="107007"/>
                    <a:pt x="43560" y="107031"/>
                    <a:pt x="43734" y="107106"/>
                  </a:cubicBezTo>
                  <a:cubicBezTo>
                    <a:pt x="43759" y="107131"/>
                    <a:pt x="43809" y="107131"/>
                    <a:pt x="43858" y="107156"/>
                  </a:cubicBezTo>
                  <a:cubicBezTo>
                    <a:pt x="43136" y="108027"/>
                    <a:pt x="42415" y="108774"/>
                    <a:pt x="41668" y="109496"/>
                  </a:cubicBezTo>
                  <a:cubicBezTo>
                    <a:pt x="41295" y="109620"/>
                    <a:pt x="40921" y="109720"/>
                    <a:pt x="40548" y="109794"/>
                  </a:cubicBezTo>
                  <a:cubicBezTo>
                    <a:pt x="38283" y="107405"/>
                    <a:pt x="36416" y="104393"/>
                    <a:pt x="35047" y="101083"/>
                  </a:cubicBezTo>
                  <a:cubicBezTo>
                    <a:pt x="35570" y="100933"/>
                    <a:pt x="36092" y="100784"/>
                    <a:pt x="36665" y="100635"/>
                  </a:cubicBezTo>
                  <a:close/>
                  <a:moveTo>
                    <a:pt x="34848" y="101157"/>
                  </a:moveTo>
                  <a:cubicBezTo>
                    <a:pt x="36217" y="104443"/>
                    <a:pt x="38059" y="107480"/>
                    <a:pt x="40349" y="109869"/>
                  </a:cubicBezTo>
                  <a:cubicBezTo>
                    <a:pt x="40324" y="109869"/>
                    <a:pt x="40324" y="109869"/>
                    <a:pt x="40299" y="109894"/>
                  </a:cubicBezTo>
                  <a:cubicBezTo>
                    <a:pt x="38034" y="107480"/>
                    <a:pt x="36167" y="104443"/>
                    <a:pt x="34798" y="101182"/>
                  </a:cubicBezTo>
                  <a:cubicBezTo>
                    <a:pt x="34823" y="101182"/>
                    <a:pt x="34823" y="101182"/>
                    <a:pt x="34848" y="101157"/>
                  </a:cubicBezTo>
                  <a:close/>
                  <a:moveTo>
                    <a:pt x="13043" y="101630"/>
                  </a:moveTo>
                  <a:lnTo>
                    <a:pt x="13043" y="101630"/>
                  </a:lnTo>
                  <a:cubicBezTo>
                    <a:pt x="13068" y="101655"/>
                    <a:pt x="13118" y="101655"/>
                    <a:pt x="13118" y="101655"/>
                  </a:cubicBezTo>
                  <a:cubicBezTo>
                    <a:pt x="13889" y="104791"/>
                    <a:pt x="15308" y="107679"/>
                    <a:pt x="17474" y="110018"/>
                  </a:cubicBezTo>
                  <a:cubicBezTo>
                    <a:pt x="17424" y="109994"/>
                    <a:pt x="17374" y="109994"/>
                    <a:pt x="17349" y="109969"/>
                  </a:cubicBezTo>
                  <a:cubicBezTo>
                    <a:pt x="15234" y="107629"/>
                    <a:pt x="13815" y="104766"/>
                    <a:pt x="13043" y="101630"/>
                  </a:cubicBezTo>
                  <a:close/>
                  <a:moveTo>
                    <a:pt x="41319" y="109794"/>
                  </a:moveTo>
                  <a:lnTo>
                    <a:pt x="41245" y="109894"/>
                  </a:lnTo>
                  <a:cubicBezTo>
                    <a:pt x="41071" y="109919"/>
                    <a:pt x="40921" y="109969"/>
                    <a:pt x="40747" y="110018"/>
                  </a:cubicBezTo>
                  <a:lnTo>
                    <a:pt x="40697" y="109994"/>
                  </a:lnTo>
                  <a:cubicBezTo>
                    <a:pt x="40921" y="109919"/>
                    <a:pt x="41120" y="109869"/>
                    <a:pt x="41319" y="109794"/>
                  </a:cubicBezTo>
                  <a:close/>
                  <a:moveTo>
                    <a:pt x="13317" y="108102"/>
                  </a:moveTo>
                  <a:lnTo>
                    <a:pt x="13317" y="108102"/>
                  </a:lnTo>
                  <a:cubicBezTo>
                    <a:pt x="13416" y="108152"/>
                    <a:pt x="13516" y="108226"/>
                    <a:pt x="13616" y="108251"/>
                  </a:cubicBezTo>
                  <a:cubicBezTo>
                    <a:pt x="13989" y="108500"/>
                    <a:pt x="14362" y="108724"/>
                    <a:pt x="14736" y="108923"/>
                  </a:cubicBezTo>
                  <a:cubicBezTo>
                    <a:pt x="14810" y="108998"/>
                    <a:pt x="14935" y="109023"/>
                    <a:pt x="15034" y="109097"/>
                  </a:cubicBezTo>
                  <a:cubicBezTo>
                    <a:pt x="15433" y="109297"/>
                    <a:pt x="15856" y="109521"/>
                    <a:pt x="16279" y="109720"/>
                  </a:cubicBezTo>
                  <a:cubicBezTo>
                    <a:pt x="16379" y="109770"/>
                    <a:pt x="16503" y="109794"/>
                    <a:pt x="16627" y="109844"/>
                  </a:cubicBezTo>
                  <a:cubicBezTo>
                    <a:pt x="16802" y="109919"/>
                    <a:pt x="17026" y="109994"/>
                    <a:pt x="17250" y="110093"/>
                  </a:cubicBezTo>
                  <a:cubicBezTo>
                    <a:pt x="17275" y="110168"/>
                    <a:pt x="17299" y="110218"/>
                    <a:pt x="17349" y="110242"/>
                  </a:cubicBezTo>
                  <a:lnTo>
                    <a:pt x="16403" y="109869"/>
                  </a:lnTo>
                  <a:cubicBezTo>
                    <a:pt x="16304" y="109844"/>
                    <a:pt x="16229" y="109794"/>
                    <a:pt x="16130" y="109745"/>
                  </a:cubicBezTo>
                  <a:cubicBezTo>
                    <a:pt x="15731" y="109545"/>
                    <a:pt x="15308" y="109346"/>
                    <a:pt x="14910" y="109122"/>
                  </a:cubicBezTo>
                  <a:cubicBezTo>
                    <a:pt x="14785" y="109048"/>
                    <a:pt x="14661" y="108998"/>
                    <a:pt x="14561" y="108923"/>
                  </a:cubicBezTo>
                  <a:cubicBezTo>
                    <a:pt x="14263" y="108774"/>
                    <a:pt x="14014" y="108600"/>
                    <a:pt x="13690" y="108400"/>
                  </a:cubicBezTo>
                  <a:cubicBezTo>
                    <a:pt x="13566" y="108301"/>
                    <a:pt x="13441" y="108176"/>
                    <a:pt x="13317" y="108102"/>
                  </a:cubicBezTo>
                  <a:close/>
                  <a:moveTo>
                    <a:pt x="40697" y="110218"/>
                  </a:moveTo>
                  <a:cubicBezTo>
                    <a:pt x="40747" y="110242"/>
                    <a:pt x="40747" y="110267"/>
                    <a:pt x="40772" y="110292"/>
                  </a:cubicBezTo>
                  <a:lnTo>
                    <a:pt x="40747" y="110342"/>
                  </a:lnTo>
                  <a:lnTo>
                    <a:pt x="40647" y="110242"/>
                  </a:lnTo>
                  <a:cubicBezTo>
                    <a:pt x="40672" y="110242"/>
                    <a:pt x="40672" y="110242"/>
                    <a:pt x="40697" y="110218"/>
                  </a:cubicBezTo>
                  <a:close/>
                  <a:moveTo>
                    <a:pt x="41494" y="110018"/>
                  </a:moveTo>
                  <a:cubicBezTo>
                    <a:pt x="41369" y="110143"/>
                    <a:pt x="41245" y="110242"/>
                    <a:pt x="41120" y="110367"/>
                  </a:cubicBezTo>
                  <a:lnTo>
                    <a:pt x="41046" y="110292"/>
                  </a:lnTo>
                  <a:cubicBezTo>
                    <a:pt x="41145" y="110218"/>
                    <a:pt x="41245" y="110143"/>
                    <a:pt x="41319" y="110043"/>
                  </a:cubicBezTo>
                  <a:cubicBezTo>
                    <a:pt x="41394" y="110043"/>
                    <a:pt x="41419" y="110018"/>
                    <a:pt x="41494" y="110018"/>
                  </a:cubicBezTo>
                  <a:close/>
                  <a:moveTo>
                    <a:pt x="17822" y="110392"/>
                  </a:moveTo>
                  <a:cubicBezTo>
                    <a:pt x="17847" y="110417"/>
                    <a:pt x="17872" y="110417"/>
                    <a:pt x="17872" y="110466"/>
                  </a:cubicBezTo>
                  <a:cubicBezTo>
                    <a:pt x="17847" y="110466"/>
                    <a:pt x="17797" y="110466"/>
                    <a:pt x="17797" y="110417"/>
                  </a:cubicBezTo>
                  <a:lnTo>
                    <a:pt x="17822" y="110392"/>
                  </a:lnTo>
                  <a:close/>
                  <a:moveTo>
                    <a:pt x="40896" y="110417"/>
                  </a:moveTo>
                  <a:cubicBezTo>
                    <a:pt x="40921" y="110417"/>
                    <a:pt x="40921" y="110466"/>
                    <a:pt x="40946" y="110466"/>
                  </a:cubicBezTo>
                  <a:lnTo>
                    <a:pt x="40921" y="110491"/>
                  </a:lnTo>
                  <a:cubicBezTo>
                    <a:pt x="40896" y="110491"/>
                    <a:pt x="40896" y="110466"/>
                    <a:pt x="40871" y="110466"/>
                  </a:cubicBezTo>
                  <a:lnTo>
                    <a:pt x="40896" y="110417"/>
                  </a:lnTo>
                  <a:close/>
                  <a:moveTo>
                    <a:pt x="13292" y="101730"/>
                  </a:moveTo>
                  <a:cubicBezTo>
                    <a:pt x="13317" y="101730"/>
                    <a:pt x="13392" y="101779"/>
                    <a:pt x="13416" y="101779"/>
                  </a:cubicBezTo>
                  <a:cubicBezTo>
                    <a:pt x="13491" y="101804"/>
                    <a:pt x="13541" y="101804"/>
                    <a:pt x="13616" y="101829"/>
                  </a:cubicBezTo>
                  <a:cubicBezTo>
                    <a:pt x="13815" y="101904"/>
                    <a:pt x="14014" y="101954"/>
                    <a:pt x="14238" y="102028"/>
                  </a:cubicBezTo>
                  <a:cubicBezTo>
                    <a:pt x="15134" y="105414"/>
                    <a:pt x="16727" y="108276"/>
                    <a:pt x="18893" y="110516"/>
                  </a:cubicBezTo>
                  <a:cubicBezTo>
                    <a:pt x="18793" y="110491"/>
                    <a:pt x="18743" y="110466"/>
                    <a:pt x="18644" y="110466"/>
                  </a:cubicBezTo>
                  <a:cubicBezTo>
                    <a:pt x="18420" y="110392"/>
                    <a:pt x="18245" y="110342"/>
                    <a:pt x="18021" y="110267"/>
                  </a:cubicBezTo>
                  <a:cubicBezTo>
                    <a:pt x="17996" y="110242"/>
                    <a:pt x="17922" y="110218"/>
                    <a:pt x="17847" y="110168"/>
                  </a:cubicBezTo>
                  <a:cubicBezTo>
                    <a:pt x="15607" y="107853"/>
                    <a:pt x="14113" y="104916"/>
                    <a:pt x="13292" y="101730"/>
                  </a:cubicBezTo>
                  <a:close/>
                  <a:moveTo>
                    <a:pt x="14487" y="102053"/>
                  </a:moveTo>
                  <a:cubicBezTo>
                    <a:pt x="14512" y="102053"/>
                    <a:pt x="14537" y="102053"/>
                    <a:pt x="14537" y="102078"/>
                  </a:cubicBezTo>
                  <a:cubicBezTo>
                    <a:pt x="15482" y="105513"/>
                    <a:pt x="17125" y="108400"/>
                    <a:pt x="19415" y="110666"/>
                  </a:cubicBezTo>
                  <a:cubicBezTo>
                    <a:pt x="19390" y="110666"/>
                    <a:pt x="19316" y="110641"/>
                    <a:pt x="19291" y="110641"/>
                  </a:cubicBezTo>
                  <a:cubicBezTo>
                    <a:pt x="17026" y="108376"/>
                    <a:pt x="15408" y="105488"/>
                    <a:pt x="14487" y="102053"/>
                  </a:cubicBezTo>
                  <a:close/>
                  <a:moveTo>
                    <a:pt x="74101" y="100659"/>
                  </a:moveTo>
                  <a:cubicBezTo>
                    <a:pt x="74275" y="100784"/>
                    <a:pt x="74499" y="100908"/>
                    <a:pt x="74674" y="101033"/>
                  </a:cubicBezTo>
                  <a:cubicBezTo>
                    <a:pt x="69048" y="105015"/>
                    <a:pt x="63398" y="108251"/>
                    <a:pt x="57872" y="110715"/>
                  </a:cubicBezTo>
                  <a:cubicBezTo>
                    <a:pt x="58594" y="109670"/>
                    <a:pt x="59216" y="108475"/>
                    <a:pt x="59739" y="107106"/>
                  </a:cubicBezTo>
                  <a:cubicBezTo>
                    <a:pt x="59838" y="107056"/>
                    <a:pt x="59963" y="107031"/>
                    <a:pt x="60062" y="107007"/>
                  </a:cubicBezTo>
                  <a:cubicBezTo>
                    <a:pt x="60635" y="106857"/>
                    <a:pt x="61207" y="106658"/>
                    <a:pt x="61805" y="106484"/>
                  </a:cubicBezTo>
                  <a:cubicBezTo>
                    <a:pt x="62178" y="106359"/>
                    <a:pt x="62576" y="106185"/>
                    <a:pt x="62950" y="106061"/>
                  </a:cubicBezTo>
                  <a:cubicBezTo>
                    <a:pt x="63298" y="105936"/>
                    <a:pt x="63597" y="105862"/>
                    <a:pt x="63945" y="105737"/>
                  </a:cubicBezTo>
                  <a:cubicBezTo>
                    <a:pt x="64070" y="105687"/>
                    <a:pt x="64169" y="105662"/>
                    <a:pt x="64294" y="105613"/>
                  </a:cubicBezTo>
                  <a:cubicBezTo>
                    <a:pt x="64792" y="105414"/>
                    <a:pt x="65290" y="105190"/>
                    <a:pt x="65787" y="104990"/>
                  </a:cubicBezTo>
                  <a:cubicBezTo>
                    <a:pt x="65812" y="104990"/>
                    <a:pt x="65837" y="104941"/>
                    <a:pt x="65912" y="104916"/>
                  </a:cubicBezTo>
                  <a:cubicBezTo>
                    <a:pt x="66061" y="104866"/>
                    <a:pt x="66211" y="104791"/>
                    <a:pt x="66385" y="104692"/>
                  </a:cubicBezTo>
                  <a:lnTo>
                    <a:pt x="67580" y="104144"/>
                  </a:lnTo>
                  <a:cubicBezTo>
                    <a:pt x="67679" y="104119"/>
                    <a:pt x="67779" y="104045"/>
                    <a:pt x="67903" y="104020"/>
                  </a:cubicBezTo>
                  <a:lnTo>
                    <a:pt x="68077" y="103920"/>
                  </a:lnTo>
                  <a:cubicBezTo>
                    <a:pt x="68650" y="103671"/>
                    <a:pt x="69173" y="103397"/>
                    <a:pt x="69745" y="103124"/>
                  </a:cubicBezTo>
                  <a:cubicBezTo>
                    <a:pt x="70168" y="102900"/>
                    <a:pt x="70566" y="102676"/>
                    <a:pt x="71015" y="102427"/>
                  </a:cubicBezTo>
                  <a:cubicBezTo>
                    <a:pt x="71438" y="102178"/>
                    <a:pt x="71886" y="101954"/>
                    <a:pt x="72284" y="101705"/>
                  </a:cubicBezTo>
                  <a:cubicBezTo>
                    <a:pt x="72483" y="101630"/>
                    <a:pt x="72657" y="101506"/>
                    <a:pt x="72856" y="101406"/>
                  </a:cubicBezTo>
                  <a:cubicBezTo>
                    <a:pt x="73105" y="101257"/>
                    <a:pt x="73379" y="101083"/>
                    <a:pt x="73628" y="100933"/>
                  </a:cubicBezTo>
                  <a:cubicBezTo>
                    <a:pt x="73678" y="100908"/>
                    <a:pt x="73753" y="100883"/>
                    <a:pt x="73802" y="100809"/>
                  </a:cubicBezTo>
                  <a:cubicBezTo>
                    <a:pt x="73902" y="100759"/>
                    <a:pt x="74001" y="100684"/>
                    <a:pt x="74101" y="100659"/>
                  </a:cubicBezTo>
                  <a:close/>
                  <a:moveTo>
                    <a:pt x="18171" y="110491"/>
                  </a:moveTo>
                  <a:cubicBezTo>
                    <a:pt x="18245" y="110516"/>
                    <a:pt x="18270" y="110516"/>
                    <a:pt x="18345" y="110516"/>
                  </a:cubicBezTo>
                  <a:cubicBezTo>
                    <a:pt x="18619" y="110616"/>
                    <a:pt x="18917" y="110715"/>
                    <a:pt x="19216" y="110790"/>
                  </a:cubicBezTo>
                  <a:lnTo>
                    <a:pt x="19291" y="110890"/>
                  </a:lnTo>
                  <a:cubicBezTo>
                    <a:pt x="18967" y="110790"/>
                    <a:pt x="18619" y="110666"/>
                    <a:pt x="18270" y="110591"/>
                  </a:cubicBezTo>
                  <a:lnTo>
                    <a:pt x="18171" y="110491"/>
                  </a:lnTo>
                  <a:close/>
                  <a:moveTo>
                    <a:pt x="59484" y="107172"/>
                  </a:moveTo>
                  <a:cubicBezTo>
                    <a:pt x="58962" y="108609"/>
                    <a:pt x="58292" y="109848"/>
                    <a:pt x="57499" y="110890"/>
                  </a:cubicBezTo>
                  <a:cubicBezTo>
                    <a:pt x="57474" y="110914"/>
                    <a:pt x="57449" y="110914"/>
                    <a:pt x="57374" y="110964"/>
                  </a:cubicBezTo>
                  <a:cubicBezTo>
                    <a:pt x="58196" y="109869"/>
                    <a:pt x="58868" y="108625"/>
                    <a:pt x="59440" y="107181"/>
                  </a:cubicBezTo>
                  <a:cubicBezTo>
                    <a:pt x="59458" y="107181"/>
                    <a:pt x="59475" y="107181"/>
                    <a:pt x="59484" y="107172"/>
                  </a:cubicBezTo>
                  <a:close/>
                  <a:moveTo>
                    <a:pt x="19614" y="110914"/>
                  </a:moveTo>
                  <a:cubicBezTo>
                    <a:pt x="19639" y="110914"/>
                    <a:pt x="19664" y="110914"/>
                    <a:pt x="19714" y="110964"/>
                  </a:cubicBezTo>
                  <a:lnTo>
                    <a:pt x="19764" y="110964"/>
                  </a:lnTo>
                  <a:cubicBezTo>
                    <a:pt x="19764" y="110989"/>
                    <a:pt x="19789" y="111014"/>
                    <a:pt x="19838" y="111039"/>
                  </a:cubicBezTo>
                  <a:cubicBezTo>
                    <a:pt x="19789" y="111039"/>
                    <a:pt x="19739" y="111014"/>
                    <a:pt x="19714" y="111014"/>
                  </a:cubicBezTo>
                  <a:lnTo>
                    <a:pt x="19614" y="110914"/>
                  </a:lnTo>
                  <a:close/>
                  <a:moveTo>
                    <a:pt x="74848" y="101157"/>
                  </a:moveTo>
                  <a:cubicBezTo>
                    <a:pt x="74873" y="101157"/>
                    <a:pt x="74873" y="101182"/>
                    <a:pt x="74898" y="101182"/>
                  </a:cubicBezTo>
                  <a:cubicBezTo>
                    <a:pt x="69148" y="105264"/>
                    <a:pt x="63273" y="108649"/>
                    <a:pt x="57524" y="111163"/>
                  </a:cubicBezTo>
                  <a:cubicBezTo>
                    <a:pt x="57573" y="111114"/>
                    <a:pt x="57598" y="111089"/>
                    <a:pt x="57623" y="111014"/>
                  </a:cubicBezTo>
                  <a:cubicBezTo>
                    <a:pt x="63273" y="108525"/>
                    <a:pt x="69073" y="105239"/>
                    <a:pt x="74848" y="101157"/>
                  </a:cubicBezTo>
                  <a:close/>
                  <a:moveTo>
                    <a:pt x="57300" y="111163"/>
                  </a:moveTo>
                  <a:lnTo>
                    <a:pt x="57300" y="111163"/>
                  </a:lnTo>
                  <a:cubicBezTo>
                    <a:pt x="57250" y="111238"/>
                    <a:pt x="57200" y="111263"/>
                    <a:pt x="57175" y="111338"/>
                  </a:cubicBezTo>
                  <a:cubicBezTo>
                    <a:pt x="57125" y="111363"/>
                    <a:pt x="57075" y="111363"/>
                    <a:pt x="57051" y="111387"/>
                  </a:cubicBezTo>
                  <a:cubicBezTo>
                    <a:pt x="57075" y="111338"/>
                    <a:pt x="57125" y="111288"/>
                    <a:pt x="57175" y="111238"/>
                  </a:cubicBezTo>
                  <a:cubicBezTo>
                    <a:pt x="57200" y="111213"/>
                    <a:pt x="57250" y="111213"/>
                    <a:pt x="57300" y="111163"/>
                  </a:cubicBezTo>
                  <a:close/>
                  <a:moveTo>
                    <a:pt x="34599" y="101257"/>
                  </a:moveTo>
                  <a:cubicBezTo>
                    <a:pt x="35968" y="104542"/>
                    <a:pt x="37810" y="107529"/>
                    <a:pt x="40075" y="109969"/>
                  </a:cubicBezTo>
                  <a:cubicBezTo>
                    <a:pt x="38905" y="110267"/>
                    <a:pt x="37760" y="110541"/>
                    <a:pt x="36590" y="110790"/>
                  </a:cubicBezTo>
                  <a:cubicBezTo>
                    <a:pt x="36466" y="110840"/>
                    <a:pt x="36391" y="110840"/>
                    <a:pt x="36267" y="110865"/>
                  </a:cubicBezTo>
                  <a:cubicBezTo>
                    <a:pt x="35594" y="110989"/>
                    <a:pt x="34947" y="111114"/>
                    <a:pt x="34325" y="111213"/>
                  </a:cubicBezTo>
                  <a:lnTo>
                    <a:pt x="33578" y="111288"/>
                  </a:lnTo>
                  <a:cubicBezTo>
                    <a:pt x="33080" y="111363"/>
                    <a:pt x="32558" y="111462"/>
                    <a:pt x="32060" y="111487"/>
                  </a:cubicBezTo>
                  <a:cubicBezTo>
                    <a:pt x="31960" y="111487"/>
                    <a:pt x="31911" y="111487"/>
                    <a:pt x="31811" y="111512"/>
                  </a:cubicBezTo>
                  <a:cubicBezTo>
                    <a:pt x="28874" y="109471"/>
                    <a:pt x="26833" y="106534"/>
                    <a:pt x="25738" y="102875"/>
                  </a:cubicBezTo>
                  <a:cubicBezTo>
                    <a:pt x="28575" y="102626"/>
                    <a:pt x="31537" y="102078"/>
                    <a:pt x="34599" y="101257"/>
                  </a:cubicBezTo>
                  <a:close/>
                  <a:moveTo>
                    <a:pt x="25538" y="102875"/>
                  </a:moveTo>
                  <a:cubicBezTo>
                    <a:pt x="26634" y="106534"/>
                    <a:pt x="28650" y="109471"/>
                    <a:pt x="31512" y="111537"/>
                  </a:cubicBezTo>
                  <a:lnTo>
                    <a:pt x="31438" y="111537"/>
                  </a:lnTo>
                  <a:cubicBezTo>
                    <a:pt x="28600" y="109471"/>
                    <a:pt x="26584" y="106534"/>
                    <a:pt x="25489" y="102875"/>
                  </a:cubicBezTo>
                  <a:close/>
                  <a:moveTo>
                    <a:pt x="40199" y="110118"/>
                  </a:moveTo>
                  <a:cubicBezTo>
                    <a:pt x="40249" y="110118"/>
                    <a:pt x="40274" y="110118"/>
                    <a:pt x="40274" y="110143"/>
                  </a:cubicBezTo>
                  <a:cubicBezTo>
                    <a:pt x="37461" y="110890"/>
                    <a:pt x="34773" y="111462"/>
                    <a:pt x="32159" y="111736"/>
                  </a:cubicBezTo>
                  <a:lnTo>
                    <a:pt x="32110" y="111736"/>
                  </a:lnTo>
                  <a:cubicBezTo>
                    <a:pt x="32085" y="111711"/>
                    <a:pt x="32060" y="111711"/>
                    <a:pt x="32060" y="111661"/>
                  </a:cubicBezTo>
                  <a:lnTo>
                    <a:pt x="32110" y="111661"/>
                  </a:lnTo>
                  <a:cubicBezTo>
                    <a:pt x="32682" y="111611"/>
                    <a:pt x="33280" y="111512"/>
                    <a:pt x="33827" y="111462"/>
                  </a:cubicBezTo>
                  <a:lnTo>
                    <a:pt x="34400" y="111363"/>
                  </a:lnTo>
                  <a:cubicBezTo>
                    <a:pt x="35146" y="111238"/>
                    <a:pt x="35918" y="111114"/>
                    <a:pt x="36665" y="110964"/>
                  </a:cubicBezTo>
                  <a:lnTo>
                    <a:pt x="36690" y="110964"/>
                  </a:lnTo>
                  <a:cubicBezTo>
                    <a:pt x="37835" y="110715"/>
                    <a:pt x="39029" y="110417"/>
                    <a:pt x="40199" y="110118"/>
                  </a:cubicBezTo>
                  <a:close/>
                  <a:moveTo>
                    <a:pt x="31736" y="111711"/>
                  </a:moveTo>
                  <a:cubicBezTo>
                    <a:pt x="31786" y="111736"/>
                    <a:pt x="31811" y="111736"/>
                    <a:pt x="31836" y="111761"/>
                  </a:cubicBezTo>
                  <a:lnTo>
                    <a:pt x="31736" y="111761"/>
                  </a:lnTo>
                  <a:cubicBezTo>
                    <a:pt x="31711" y="111736"/>
                    <a:pt x="31687" y="111736"/>
                    <a:pt x="31637" y="111711"/>
                  </a:cubicBezTo>
                  <a:close/>
                  <a:moveTo>
                    <a:pt x="14761" y="102153"/>
                  </a:moveTo>
                  <a:lnTo>
                    <a:pt x="14761" y="102153"/>
                  </a:lnTo>
                  <a:cubicBezTo>
                    <a:pt x="14985" y="102203"/>
                    <a:pt x="15234" y="102277"/>
                    <a:pt x="15433" y="102302"/>
                  </a:cubicBezTo>
                  <a:cubicBezTo>
                    <a:pt x="15532" y="102327"/>
                    <a:pt x="15607" y="102327"/>
                    <a:pt x="15682" y="102352"/>
                  </a:cubicBezTo>
                  <a:cubicBezTo>
                    <a:pt x="15930" y="102427"/>
                    <a:pt x="16229" y="102452"/>
                    <a:pt x="16478" y="102526"/>
                  </a:cubicBezTo>
                  <a:cubicBezTo>
                    <a:pt x="16553" y="102551"/>
                    <a:pt x="16677" y="102551"/>
                    <a:pt x="16777" y="102576"/>
                  </a:cubicBezTo>
                  <a:cubicBezTo>
                    <a:pt x="17026" y="102626"/>
                    <a:pt x="17250" y="102676"/>
                    <a:pt x="17499" y="102700"/>
                  </a:cubicBezTo>
                  <a:cubicBezTo>
                    <a:pt x="17648" y="102725"/>
                    <a:pt x="17772" y="102725"/>
                    <a:pt x="17922" y="102775"/>
                  </a:cubicBezTo>
                  <a:cubicBezTo>
                    <a:pt x="18146" y="102800"/>
                    <a:pt x="18370" y="102825"/>
                    <a:pt x="18544" y="102825"/>
                  </a:cubicBezTo>
                  <a:cubicBezTo>
                    <a:pt x="18644" y="102825"/>
                    <a:pt x="18743" y="102825"/>
                    <a:pt x="18843" y="102850"/>
                  </a:cubicBezTo>
                  <a:cubicBezTo>
                    <a:pt x="19988" y="102974"/>
                    <a:pt x="21158" y="103049"/>
                    <a:pt x="22377" y="103049"/>
                  </a:cubicBezTo>
                  <a:cubicBezTo>
                    <a:pt x="23323" y="103049"/>
                    <a:pt x="24269" y="103024"/>
                    <a:pt x="25265" y="102924"/>
                  </a:cubicBezTo>
                  <a:cubicBezTo>
                    <a:pt x="26335" y="106559"/>
                    <a:pt x="28326" y="109521"/>
                    <a:pt x="31114" y="111611"/>
                  </a:cubicBezTo>
                  <a:cubicBezTo>
                    <a:pt x="31039" y="111611"/>
                    <a:pt x="30940" y="111636"/>
                    <a:pt x="30840" y="111636"/>
                  </a:cubicBezTo>
                  <a:lnTo>
                    <a:pt x="29820" y="111736"/>
                  </a:lnTo>
                  <a:cubicBezTo>
                    <a:pt x="29073" y="111761"/>
                    <a:pt x="28326" y="111786"/>
                    <a:pt x="27604" y="111786"/>
                  </a:cubicBezTo>
                  <a:cubicBezTo>
                    <a:pt x="26883" y="111786"/>
                    <a:pt x="26211" y="111761"/>
                    <a:pt x="25514" y="111736"/>
                  </a:cubicBezTo>
                  <a:cubicBezTo>
                    <a:pt x="25240" y="111686"/>
                    <a:pt x="24966" y="111661"/>
                    <a:pt x="24692" y="111661"/>
                  </a:cubicBezTo>
                  <a:cubicBezTo>
                    <a:pt x="24269" y="111636"/>
                    <a:pt x="23896" y="111611"/>
                    <a:pt x="23522" y="111587"/>
                  </a:cubicBezTo>
                  <a:cubicBezTo>
                    <a:pt x="23199" y="111537"/>
                    <a:pt x="22850" y="111487"/>
                    <a:pt x="22502" y="111412"/>
                  </a:cubicBezTo>
                  <a:cubicBezTo>
                    <a:pt x="22228" y="111387"/>
                    <a:pt x="21904" y="111338"/>
                    <a:pt x="21631" y="111288"/>
                  </a:cubicBezTo>
                  <a:cubicBezTo>
                    <a:pt x="21257" y="111238"/>
                    <a:pt x="20884" y="111139"/>
                    <a:pt x="20535" y="111039"/>
                  </a:cubicBezTo>
                  <a:cubicBezTo>
                    <a:pt x="20262" y="110890"/>
                    <a:pt x="20038" y="110865"/>
                    <a:pt x="19838" y="110790"/>
                  </a:cubicBezTo>
                  <a:cubicBezTo>
                    <a:pt x="17424" y="108550"/>
                    <a:pt x="15731" y="105638"/>
                    <a:pt x="14761" y="102153"/>
                  </a:cubicBezTo>
                  <a:close/>
                  <a:moveTo>
                    <a:pt x="20162" y="111039"/>
                  </a:moveTo>
                  <a:lnTo>
                    <a:pt x="20162" y="111039"/>
                  </a:lnTo>
                  <a:cubicBezTo>
                    <a:pt x="20610" y="111163"/>
                    <a:pt x="21083" y="111263"/>
                    <a:pt x="21531" y="111363"/>
                  </a:cubicBezTo>
                  <a:lnTo>
                    <a:pt x="22203" y="111462"/>
                  </a:lnTo>
                  <a:cubicBezTo>
                    <a:pt x="22626" y="111512"/>
                    <a:pt x="23024" y="111611"/>
                    <a:pt x="23472" y="111636"/>
                  </a:cubicBezTo>
                  <a:cubicBezTo>
                    <a:pt x="23771" y="111661"/>
                    <a:pt x="24120" y="111711"/>
                    <a:pt x="24468" y="111736"/>
                  </a:cubicBezTo>
                  <a:lnTo>
                    <a:pt x="25489" y="111835"/>
                  </a:lnTo>
                  <a:cubicBezTo>
                    <a:pt x="26161" y="111860"/>
                    <a:pt x="26883" y="111885"/>
                    <a:pt x="27604" y="111885"/>
                  </a:cubicBezTo>
                  <a:cubicBezTo>
                    <a:pt x="28351" y="111885"/>
                    <a:pt x="29098" y="111860"/>
                    <a:pt x="29845" y="111835"/>
                  </a:cubicBezTo>
                  <a:cubicBezTo>
                    <a:pt x="30218" y="111786"/>
                    <a:pt x="30616" y="111761"/>
                    <a:pt x="30990" y="111736"/>
                  </a:cubicBezTo>
                  <a:cubicBezTo>
                    <a:pt x="31114" y="111736"/>
                    <a:pt x="31239" y="111711"/>
                    <a:pt x="31413" y="111711"/>
                  </a:cubicBezTo>
                  <a:cubicBezTo>
                    <a:pt x="31438" y="111736"/>
                    <a:pt x="31463" y="111736"/>
                    <a:pt x="31487" y="111761"/>
                  </a:cubicBezTo>
                  <a:lnTo>
                    <a:pt x="31338" y="111761"/>
                  </a:lnTo>
                  <a:cubicBezTo>
                    <a:pt x="30840" y="111786"/>
                    <a:pt x="30367" y="111860"/>
                    <a:pt x="29919" y="111885"/>
                  </a:cubicBezTo>
                  <a:cubicBezTo>
                    <a:pt x="29123" y="111910"/>
                    <a:pt x="28376" y="111960"/>
                    <a:pt x="27629" y="111960"/>
                  </a:cubicBezTo>
                  <a:cubicBezTo>
                    <a:pt x="26883" y="111960"/>
                    <a:pt x="26186" y="111910"/>
                    <a:pt x="25489" y="111885"/>
                  </a:cubicBezTo>
                  <a:lnTo>
                    <a:pt x="24468" y="111786"/>
                  </a:lnTo>
                  <a:lnTo>
                    <a:pt x="23423" y="111686"/>
                  </a:lnTo>
                  <a:cubicBezTo>
                    <a:pt x="23000" y="111636"/>
                    <a:pt x="22601" y="111587"/>
                    <a:pt x="22153" y="111512"/>
                  </a:cubicBezTo>
                  <a:cubicBezTo>
                    <a:pt x="21929" y="111487"/>
                    <a:pt x="21680" y="111437"/>
                    <a:pt x="21481" y="111387"/>
                  </a:cubicBezTo>
                  <a:cubicBezTo>
                    <a:pt x="21033" y="111288"/>
                    <a:pt x="20635" y="111188"/>
                    <a:pt x="20237" y="111114"/>
                  </a:cubicBezTo>
                  <a:lnTo>
                    <a:pt x="20162" y="111039"/>
                  </a:lnTo>
                  <a:close/>
                  <a:moveTo>
                    <a:pt x="14942" y="109369"/>
                  </a:moveTo>
                  <a:cubicBezTo>
                    <a:pt x="14951" y="109371"/>
                    <a:pt x="14963" y="109371"/>
                    <a:pt x="14985" y="109371"/>
                  </a:cubicBezTo>
                  <a:cubicBezTo>
                    <a:pt x="15308" y="109545"/>
                    <a:pt x="15682" y="109745"/>
                    <a:pt x="16055" y="109919"/>
                  </a:cubicBezTo>
                  <a:cubicBezTo>
                    <a:pt x="16229" y="109994"/>
                    <a:pt x="16403" y="110043"/>
                    <a:pt x="16603" y="110143"/>
                  </a:cubicBezTo>
                  <a:cubicBezTo>
                    <a:pt x="16926" y="110292"/>
                    <a:pt x="17299" y="110466"/>
                    <a:pt x="17648" y="110591"/>
                  </a:cubicBezTo>
                  <a:cubicBezTo>
                    <a:pt x="18220" y="111139"/>
                    <a:pt x="18793" y="111661"/>
                    <a:pt x="19415" y="112134"/>
                  </a:cubicBezTo>
                  <a:cubicBezTo>
                    <a:pt x="18619" y="111736"/>
                    <a:pt x="17748" y="111238"/>
                    <a:pt x="16876" y="110666"/>
                  </a:cubicBezTo>
                  <a:cubicBezTo>
                    <a:pt x="16143" y="110226"/>
                    <a:pt x="15530" y="109786"/>
                    <a:pt x="14942" y="109369"/>
                  </a:cubicBezTo>
                  <a:close/>
                  <a:moveTo>
                    <a:pt x="18046" y="110715"/>
                  </a:moveTo>
                  <a:cubicBezTo>
                    <a:pt x="18096" y="110715"/>
                    <a:pt x="18146" y="110740"/>
                    <a:pt x="18171" y="110740"/>
                  </a:cubicBezTo>
                  <a:cubicBezTo>
                    <a:pt x="19017" y="111537"/>
                    <a:pt x="19913" y="112234"/>
                    <a:pt x="20859" y="112831"/>
                  </a:cubicBezTo>
                  <a:lnTo>
                    <a:pt x="20486" y="112632"/>
                  </a:lnTo>
                  <a:cubicBezTo>
                    <a:pt x="19614" y="112109"/>
                    <a:pt x="18793" y="111462"/>
                    <a:pt x="18046" y="110715"/>
                  </a:cubicBezTo>
                  <a:close/>
                  <a:moveTo>
                    <a:pt x="75097" y="101307"/>
                  </a:moveTo>
                  <a:cubicBezTo>
                    <a:pt x="75993" y="101804"/>
                    <a:pt x="76764" y="102078"/>
                    <a:pt x="77412" y="102128"/>
                  </a:cubicBezTo>
                  <a:cubicBezTo>
                    <a:pt x="70143" y="107156"/>
                    <a:pt x="62751" y="110840"/>
                    <a:pt x="55931" y="112881"/>
                  </a:cubicBezTo>
                  <a:cubicBezTo>
                    <a:pt x="56428" y="112483"/>
                    <a:pt x="56851" y="112010"/>
                    <a:pt x="57300" y="111487"/>
                  </a:cubicBezTo>
                  <a:cubicBezTo>
                    <a:pt x="63174" y="108923"/>
                    <a:pt x="69173" y="105513"/>
                    <a:pt x="75097" y="101307"/>
                  </a:cubicBezTo>
                  <a:close/>
                  <a:moveTo>
                    <a:pt x="13192" y="108301"/>
                  </a:moveTo>
                  <a:lnTo>
                    <a:pt x="13192" y="108301"/>
                  </a:lnTo>
                  <a:cubicBezTo>
                    <a:pt x="13267" y="108376"/>
                    <a:pt x="13367" y="108401"/>
                    <a:pt x="13416" y="108425"/>
                  </a:cubicBezTo>
                  <a:cubicBezTo>
                    <a:pt x="13441" y="108475"/>
                    <a:pt x="13491" y="108475"/>
                    <a:pt x="13516" y="108500"/>
                  </a:cubicBezTo>
                  <a:cubicBezTo>
                    <a:pt x="13541" y="108525"/>
                    <a:pt x="13616" y="108550"/>
                    <a:pt x="13640" y="108550"/>
                  </a:cubicBezTo>
                  <a:cubicBezTo>
                    <a:pt x="14512" y="109247"/>
                    <a:pt x="15507" y="109994"/>
                    <a:pt x="16802" y="110790"/>
                  </a:cubicBezTo>
                  <a:cubicBezTo>
                    <a:pt x="18096" y="111611"/>
                    <a:pt x="19341" y="112259"/>
                    <a:pt x="20411" y="112781"/>
                  </a:cubicBezTo>
                  <a:cubicBezTo>
                    <a:pt x="20510" y="112856"/>
                    <a:pt x="20585" y="112881"/>
                    <a:pt x="20660" y="112931"/>
                  </a:cubicBezTo>
                  <a:cubicBezTo>
                    <a:pt x="20710" y="112980"/>
                    <a:pt x="20759" y="113005"/>
                    <a:pt x="20784" y="113005"/>
                  </a:cubicBezTo>
                  <a:cubicBezTo>
                    <a:pt x="20797" y="113012"/>
                    <a:pt x="20811" y="113019"/>
                    <a:pt x="20823" y="113025"/>
                  </a:cubicBezTo>
                  <a:lnTo>
                    <a:pt x="20823" y="113025"/>
                  </a:lnTo>
                  <a:cubicBezTo>
                    <a:pt x="19925" y="112699"/>
                    <a:pt x="18934" y="112190"/>
                    <a:pt x="17897" y="111587"/>
                  </a:cubicBezTo>
                  <a:cubicBezTo>
                    <a:pt x="17872" y="111537"/>
                    <a:pt x="17847" y="111537"/>
                    <a:pt x="17797" y="111512"/>
                  </a:cubicBezTo>
                  <a:cubicBezTo>
                    <a:pt x="17499" y="111338"/>
                    <a:pt x="17150" y="111139"/>
                    <a:pt x="16851" y="110914"/>
                  </a:cubicBezTo>
                  <a:cubicBezTo>
                    <a:pt x="16777" y="110890"/>
                    <a:pt x="16677" y="110840"/>
                    <a:pt x="16627" y="110765"/>
                  </a:cubicBezTo>
                  <a:cubicBezTo>
                    <a:pt x="16379" y="110616"/>
                    <a:pt x="16130" y="110466"/>
                    <a:pt x="15906" y="110292"/>
                  </a:cubicBezTo>
                  <a:lnTo>
                    <a:pt x="14686" y="109471"/>
                  </a:lnTo>
                  <a:cubicBezTo>
                    <a:pt x="14263" y="109147"/>
                    <a:pt x="13815" y="108799"/>
                    <a:pt x="13392" y="108475"/>
                  </a:cubicBezTo>
                  <a:cubicBezTo>
                    <a:pt x="13317" y="108401"/>
                    <a:pt x="13267" y="108376"/>
                    <a:pt x="13192" y="108301"/>
                  </a:cubicBezTo>
                  <a:close/>
                  <a:moveTo>
                    <a:pt x="56926" y="111636"/>
                  </a:moveTo>
                  <a:lnTo>
                    <a:pt x="56926" y="111636"/>
                  </a:lnTo>
                  <a:cubicBezTo>
                    <a:pt x="56453" y="112159"/>
                    <a:pt x="55955" y="112607"/>
                    <a:pt x="55458" y="113005"/>
                  </a:cubicBezTo>
                  <a:cubicBezTo>
                    <a:pt x="55383" y="113030"/>
                    <a:pt x="55333" y="113030"/>
                    <a:pt x="55258" y="113080"/>
                  </a:cubicBezTo>
                  <a:cubicBezTo>
                    <a:pt x="55806" y="112657"/>
                    <a:pt x="56304" y="112234"/>
                    <a:pt x="56752" y="111711"/>
                  </a:cubicBezTo>
                  <a:cubicBezTo>
                    <a:pt x="56827" y="111661"/>
                    <a:pt x="56851" y="111661"/>
                    <a:pt x="56926" y="111636"/>
                  </a:cubicBezTo>
                  <a:close/>
                  <a:moveTo>
                    <a:pt x="61730" y="110989"/>
                  </a:moveTo>
                  <a:cubicBezTo>
                    <a:pt x="60734" y="111412"/>
                    <a:pt x="59639" y="111835"/>
                    <a:pt x="58121" y="112408"/>
                  </a:cubicBezTo>
                  <a:cubicBezTo>
                    <a:pt x="57225" y="112732"/>
                    <a:pt x="56329" y="113005"/>
                    <a:pt x="55408" y="113254"/>
                  </a:cubicBezTo>
                  <a:cubicBezTo>
                    <a:pt x="55458" y="113229"/>
                    <a:pt x="55507" y="113204"/>
                    <a:pt x="55557" y="113155"/>
                  </a:cubicBezTo>
                  <a:cubicBezTo>
                    <a:pt x="57573" y="112582"/>
                    <a:pt x="59614" y="111860"/>
                    <a:pt x="61730" y="110989"/>
                  </a:cubicBezTo>
                  <a:close/>
                  <a:moveTo>
                    <a:pt x="40423" y="110292"/>
                  </a:moveTo>
                  <a:cubicBezTo>
                    <a:pt x="40498" y="110367"/>
                    <a:pt x="40523" y="110392"/>
                    <a:pt x="40573" y="110417"/>
                  </a:cubicBezTo>
                  <a:cubicBezTo>
                    <a:pt x="39029" y="111711"/>
                    <a:pt x="37337" y="112732"/>
                    <a:pt x="35594" y="113478"/>
                  </a:cubicBezTo>
                  <a:cubicBezTo>
                    <a:pt x="34449" y="113030"/>
                    <a:pt x="33354" y="112508"/>
                    <a:pt x="32359" y="111885"/>
                  </a:cubicBezTo>
                  <a:cubicBezTo>
                    <a:pt x="34947" y="111611"/>
                    <a:pt x="37660" y="111039"/>
                    <a:pt x="40423" y="110292"/>
                  </a:cubicBezTo>
                  <a:close/>
                  <a:moveTo>
                    <a:pt x="54985" y="113354"/>
                  </a:moveTo>
                  <a:cubicBezTo>
                    <a:pt x="54960" y="113379"/>
                    <a:pt x="54935" y="113404"/>
                    <a:pt x="54885" y="113404"/>
                  </a:cubicBezTo>
                  <a:cubicBezTo>
                    <a:pt x="54835" y="113453"/>
                    <a:pt x="54736" y="113453"/>
                    <a:pt x="54686" y="113478"/>
                  </a:cubicBezTo>
                  <a:cubicBezTo>
                    <a:pt x="54736" y="113453"/>
                    <a:pt x="54761" y="113404"/>
                    <a:pt x="54835" y="113379"/>
                  </a:cubicBezTo>
                  <a:cubicBezTo>
                    <a:pt x="54885" y="113379"/>
                    <a:pt x="54935" y="113354"/>
                    <a:pt x="54985" y="113354"/>
                  </a:cubicBezTo>
                  <a:close/>
                  <a:moveTo>
                    <a:pt x="40697" y="110591"/>
                  </a:moveTo>
                  <a:cubicBezTo>
                    <a:pt x="40747" y="110591"/>
                    <a:pt x="40747" y="110616"/>
                    <a:pt x="40772" y="110616"/>
                  </a:cubicBezTo>
                  <a:cubicBezTo>
                    <a:pt x="39278" y="111860"/>
                    <a:pt x="37660" y="112856"/>
                    <a:pt x="35968" y="113603"/>
                  </a:cubicBezTo>
                  <a:cubicBezTo>
                    <a:pt x="35943" y="113603"/>
                    <a:pt x="35918" y="113578"/>
                    <a:pt x="35868" y="113578"/>
                  </a:cubicBezTo>
                  <a:cubicBezTo>
                    <a:pt x="37561" y="112831"/>
                    <a:pt x="39204" y="111835"/>
                    <a:pt x="40697" y="110591"/>
                  </a:cubicBezTo>
                  <a:close/>
                  <a:moveTo>
                    <a:pt x="32085" y="111910"/>
                  </a:moveTo>
                  <a:cubicBezTo>
                    <a:pt x="33080" y="112582"/>
                    <a:pt x="34201" y="113130"/>
                    <a:pt x="35395" y="113603"/>
                  </a:cubicBezTo>
                  <a:cubicBezTo>
                    <a:pt x="35346" y="113603"/>
                    <a:pt x="35321" y="113628"/>
                    <a:pt x="35296" y="113628"/>
                  </a:cubicBezTo>
                  <a:cubicBezTo>
                    <a:pt x="34101" y="113155"/>
                    <a:pt x="32981" y="112607"/>
                    <a:pt x="31985" y="111960"/>
                  </a:cubicBezTo>
                  <a:cubicBezTo>
                    <a:pt x="32035" y="111910"/>
                    <a:pt x="32060" y="111910"/>
                    <a:pt x="32085" y="111910"/>
                  </a:cubicBezTo>
                  <a:close/>
                  <a:moveTo>
                    <a:pt x="35644" y="113702"/>
                  </a:moveTo>
                  <a:cubicBezTo>
                    <a:pt x="35669" y="113702"/>
                    <a:pt x="35694" y="113727"/>
                    <a:pt x="35694" y="113727"/>
                  </a:cubicBezTo>
                  <a:cubicBezTo>
                    <a:pt x="35669" y="113727"/>
                    <a:pt x="35644" y="113752"/>
                    <a:pt x="35594" y="113752"/>
                  </a:cubicBezTo>
                  <a:cubicBezTo>
                    <a:pt x="35570" y="113752"/>
                    <a:pt x="35545" y="113727"/>
                    <a:pt x="35520" y="113727"/>
                  </a:cubicBezTo>
                  <a:cubicBezTo>
                    <a:pt x="35545" y="113727"/>
                    <a:pt x="35570" y="113702"/>
                    <a:pt x="35594" y="113702"/>
                  </a:cubicBezTo>
                  <a:close/>
                  <a:moveTo>
                    <a:pt x="18594" y="110865"/>
                  </a:moveTo>
                  <a:cubicBezTo>
                    <a:pt x="18893" y="110964"/>
                    <a:pt x="19216" y="111089"/>
                    <a:pt x="19515" y="111139"/>
                  </a:cubicBezTo>
                  <a:cubicBezTo>
                    <a:pt x="19540" y="111139"/>
                    <a:pt x="19589" y="111139"/>
                    <a:pt x="19614" y="111163"/>
                  </a:cubicBezTo>
                  <a:cubicBezTo>
                    <a:pt x="20734" y="112234"/>
                    <a:pt x="22004" y="113130"/>
                    <a:pt x="23398" y="113877"/>
                  </a:cubicBezTo>
                  <a:cubicBezTo>
                    <a:pt x="21631" y="113204"/>
                    <a:pt x="20013" y="112209"/>
                    <a:pt x="18594" y="110865"/>
                  </a:cubicBezTo>
                  <a:close/>
                  <a:moveTo>
                    <a:pt x="61701" y="111266"/>
                  </a:moveTo>
                  <a:lnTo>
                    <a:pt x="61701" y="111266"/>
                  </a:lnTo>
                  <a:cubicBezTo>
                    <a:pt x="61626" y="111299"/>
                    <a:pt x="61548" y="111344"/>
                    <a:pt x="61456" y="111363"/>
                  </a:cubicBezTo>
                  <a:cubicBezTo>
                    <a:pt x="61332" y="111412"/>
                    <a:pt x="61207" y="111487"/>
                    <a:pt x="61083" y="111512"/>
                  </a:cubicBezTo>
                  <a:cubicBezTo>
                    <a:pt x="59963" y="111985"/>
                    <a:pt x="58669" y="112458"/>
                    <a:pt x="56752" y="113155"/>
                  </a:cubicBezTo>
                  <a:cubicBezTo>
                    <a:pt x="56702" y="113204"/>
                    <a:pt x="56627" y="113204"/>
                    <a:pt x="56603" y="113229"/>
                  </a:cubicBezTo>
                  <a:cubicBezTo>
                    <a:pt x="55995" y="113448"/>
                    <a:pt x="55173" y="113715"/>
                    <a:pt x="54300" y="113982"/>
                  </a:cubicBezTo>
                  <a:lnTo>
                    <a:pt x="54300" y="113982"/>
                  </a:lnTo>
                  <a:cubicBezTo>
                    <a:pt x="54308" y="113979"/>
                    <a:pt x="54313" y="113976"/>
                    <a:pt x="54313" y="113976"/>
                  </a:cubicBezTo>
                  <a:cubicBezTo>
                    <a:pt x="54337" y="113976"/>
                    <a:pt x="54362" y="113926"/>
                    <a:pt x="54387" y="113926"/>
                  </a:cubicBezTo>
                  <a:cubicBezTo>
                    <a:pt x="54437" y="113926"/>
                    <a:pt x="54437" y="113901"/>
                    <a:pt x="54462" y="113901"/>
                  </a:cubicBezTo>
                  <a:cubicBezTo>
                    <a:pt x="55582" y="113553"/>
                    <a:pt x="56329" y="113279"/>
                    <a:pt x="56752" y="113130"/>
                  </a:cubicBezTo>
                  <a:cubicBezTo>
                    <a:pt x="57300" y="112906"/>
                    <a:pt x="57797" y="112756"/>
                    <a:pt x="58220" y="112557"/>
                  </a:cubicBezTo>
                  <a:lnTo>
                    <a:pt x="59988" y="111910"/>
                  </a:lnTo>
                  <a:cubicBezTo>
                    <a:pt x="60187" y="111860"/>
                    <a:pt x="60336" y="111786"/>
                    <a:pt x="60535" y="111736"/>
                  </a:cubicBezTo>
                  <a:cubicBezTo>
                    <a:pt x="60909" y="111573"/>
                    <a:pt x="61304" y="111409"/>
                    <a:pt x="61701" y="111266"/>
                  </a:cubicBezTo>
                  <a:close/>
                  <a:moveTo>
                    <a:pt x="59241" y="107156"/>
                  </a:moveTo>
                  <a:lnTo>
                    <a:pt x="59241" y="107156"/>
                  </a:lnTo>
                  <a:cubicBezTo>
                    <a:pt x="58619" y="108724"/>
                    <a:pt x="57922" y="110018"/>
                    <a:pt x="57051" y="111089"/>
                  </a:cubicBezTo>
                  <a:cubicBezTo>
                    <a:pt x="53889" y="112458"/>
                    <a:pt x="50828" y="113528"/>
                    <a:pt x="47791" y="114349"/>
                  </a:cubicBezTo>
                  <a:cubicBezTo>
                    <a:pt x="45601" y="113827"/>
                    <a:pt x="43311" y="112508"/>
                    <a:pt x="41195" y="110466"/>
                  </a:cubicBezTo>
                  <a:cubicBezTo>
                    <a:pt x="41419" y="110267"/>
                    <a:pt x="41643" y="110093"/>
                    <a:pt x="41867" y="109869"/>
                  </a:cubicBezTo>
                  <a:cubicBezTo>
                    <a:pt x="43609" y="109346"/>
                    <a:pt x="45352" y="108749"/>
                    <a:pt x="47119" y="108052"/>
                  </a:cubicBezTo>
                  <a:lnTo>
                    <a:pt x="47219" y="108052"/>
                  </a:lnTo>
                  <a:cubicBezTo>
                    <a:pt x="47268" y="108052"/>
                    <a:pt x="47343" y="108102"/>
                    <a:pt x="47368" y="108102"/>
                  </a:cubicBezTo>
                  <a:cubicBezTo>
                    <a:pt x="47791" y="108152"/>
                    <a:pt x="48239" y="108226"/>
                    <a:pt x="48662" y="108251"/>
                  </a:cubicBezTo>
                  <a:cubicBezTo>
                    <a:pt x="48762" y="108251"/>
                    <a:pt x="48861" y="108276"/>
                    <a:pt x="48961" y="108276"/>
                  </a:cubicBezTo>
                  <a:lnTo>
                    <a:pt x="49110" y="108276"/>
                  </a:lnTo>
                  <a:cubicBezTo>
                    <a:pt x="49658" y="108301"/>
                    <a:pt x="50230" y="108351"/>
                    <a:pt x="50828" y="108351"/>
                  </a:cubicBezTo>
                  <a:lnTo>
                    <a:pt x="51002" y="108351"/>
                  </a:lnTo>
                  <a:cubicBezTo>
                    <a:pt x="51400" y="108351"/>
                    <a:pt x="51823" y="108351"/>
                    <a:pt x="52222" y="108301"/>
                  </a:cubicBezTo>
                  <a:lnTo>
                    <a:pt x="52272" y="108301"/>
                  </a:lnTo>
                  <a:cubicBezTo>
                    <a:pt x="52496" y="108301"/>
                    <a:pt x="52720" y="108276"/>
                    <a:pt x="52944" y="108251"/>
                  </a:cubicBezTo>
                  <a:lnTo>
                    <a:pt x="53068" y="108251"/>
                  </a:lnTo>
                  <a:cubicBezTo>
                    <a:pt x="53242" y="108251"/>
                    <a:pt x="53416" y="108226"/>
                    <a:pt x="53616" y="108176"/>
                  </a:cubicBezTo>
                  <a:cubicBezTo>
                    <a:pt x="53765" y="108176"/>
                    <a:pt x="53889" y="108152"/>
                    <a:pt x="54064" y="108127"/>
                  </a:cubicBezTo>
                  <a:cubicBezTo>
                    <a:pt x="54238" y="108102"/>
                    <a:pt x="54462" y="108102"/>
                    <a:pt x="54686" y="108052"/>
                  </a:cubicBezTo>
                  <a:lnTo>
                    <a:pt x="54711" y="108052"/>
                  </a:lnTo>
                  <a:cubicBezTo>
                    <a:pt x="54761" y="108052"/>
                    <a:pt x="54835" y="108027"/>
                    <a:pt x="54885" y="108027"/>
                  </a:cubicBezTo>
                  <a:lnTo>
                    <a:pt x="54960" y="108027"/>
                  </a:lnTo>
                  <a:lnTo>
                    <a:pt x="55433" y="107928"/>
                  </a:lnTo>
                  <a:cubicBezTo>
                    <a:pt x="55731" y="107878"/>
                    <a:pt x="56055" y="107803"/>
                    <a:pt x="56354" y="107778"/>
                  </a:cubicBezTo>
                  <a:cubicBezTo>
                    <a:pt x="56603" y="107753"/>
                    <a:pt x="56851" y="107679"/>
                    <a:pt x="57100" y="107654"/>
                  </a:cubicBezTo>
                  <a:cubicBezTo>
                    <a:pt x="57822" y="107529"/>
                    <a:pt x="58544" y="107355"/>
                    <a:pt x="59241" y="107156"/>
                  </a:cubicBezTo>
                  <a:close/>
                  <a:moveTo>
                    <a:pt x="56329" y="111910"/>
                  </a:moveTo>
                  <a:cubicBezTo>
                    <a:pt x="55831" y="112383"/>
                    <a:pt x="55308" y="112856"/>
                    <a:pt x="54736" y="113229"/>
                  </a:cubicBezTo>
                  <a:cubicBezTo>
                    <a:pt x="52968" y="113727"/>
                    <a:pt x="51201" y="114101"/>
                    <a:pt x="49509" y="114374"/>
                  </a:cubicBezTo>
                  <a:cubicBezTo>
                    <a:pt x="51749" y="113702"/>
                    <a:pt x="54014" y="112881"/>
                    <a:pt x="56329" y="111910"/>
                  </a:cubicBezTo>
                  <a:close/>
                  <a:moveTo>
                    <a:pt x="19988" y="111288"/>
                  </a:moveTo>
                  <a:cubicBezTo>
                    <a:pt x="20013" y="111288"/>
                    <a:pt x="20087" y="111338"/>
                    <a:pt x="20112" y="111338"/>
                  </a:cubicBezTo>
                  <a:cubicBezTo>
                    <a:pt x="21531" y="112607"/>
                    <a:pt x="23199" y="113628"/>
                    <a:pt x="25066" y="114449"/>
                  </a:cubicBezTo>
                  <a:cubicBezTo>
                    <a:pt x="24941" y="114399"/>
                    <a:pt x="24817" y="114374"/>
                    <a:pt x="24717" y="114349"/>
                  </a:cubicBezTo>
                  <a:cubicBezTo>
                    <a:pt x="22950" y="113528"/>
                    <a:pt x="21357" y="112508"/>
                    <a:pt x="19988" y="111288"/>
                  </a:cubicBezTo>
                  <a:close/>
                  <a:moveTo>
                    <a:pt x="41071" y="110616"/>
                  </a:moveTo>
                  <a:cubicBezTo>
                    <a:pt x="43136" y="112582"/>
                    <a:pt x="45277" y="113877"/>
                    <a:pt x="47468" y="114474"/>
                  </a:cubicBezTo>
                  <a:cubicBezTo>
                    <a:pt x="47418" y="114474"/>
                    <a:pt x="47393" y="114499"/>
                    <a:pt x="47343" y="114499"/>
                  </a:cubicBezTo>
                  <a:cubicBezTo>
                    <a:pt x="45178" y="113901"/>
                    <a:pt x="43062" y="112607"/>
                    <a:pt x="41046" y="110641"/>
                  </a:cubicBezTo>
                  <a:lnTo>
                    <a:pt x="41071" y="110616"/>
                  </a:lnTo>
                  <a:close/>
                  <a:moveTo>
                    <a:pt x="56802" y="111412"/>
                  </a:moveTo>
                  <a:cubicBezTo>
                    <a:pt x="56752" y="111487"/>
                    <a:pt x="56702" y="111512"/>
                    <a:pt x="56677" y="111587"/>
                  </a:cubicBezTo>
                  <a:cubicBezTo>
                    <a:pt x="53840" y="112732"/>
                    <a:pt x="51102" y="113727"/>
                    <a:pt x="48388" y="114499"/>
                  </a:cubicBezTo>
                  <a:cubicBezTo>
                    <a:pt x="48339" y="114499"/>
                    <a:pt x="48264" y="114474"/>
                    <a:pt x="48214" y="114474"/>
                  </a:cubicBezTo>
                  <a:cubicBezTo>
                    <a:pt x="51002" y="113702"/>
                    <a:pt x="53865" y="112657"/>
                    <a:pt x="56802" y="111412"/>
                  </a:cubicBezTo>
                  <a:close/>
                  <a:moveTo>
                    <a:pt x="22300" y="113641"/>
                  </a:moveTo>
                  <a:cubicBezTo>
                    <a:pt x="22877" y="113870"/>
                    <a:pt x="23339" y="114032"/>
                    <a:pt x="23622" y="114150"/>
                  </a:cubicBezTo>
                  <a:cubicBezTo>
                    <a:pt x="24020" y="114325"/>
                    <a:pt x="24393" y="114449"/>
                    <a:pt x="24817" y="114573"/>
                  </a:cubicBezTo>
                  <a:cubicBezTo>
                    <a:pt x="24717" y="114573"/>
                    <a:pt x="24593" y="114524"/>
                    <a:pt x="24418" y="114499"/>
                  </a:cubicBezTo>
                  <a:lnTo>
                    <a:pt x="24393" y="114499"/>
                  </a:lnTo>
                  <a:cubicBezTo>
                    <a:pt x="24269" y="114474"/>
                    <a:pt x="24194" y="114449"/>
                    <a:pt x="24070" y="114374"/>
                  </a:cubicBezTo>
                  <a:cubicBezTo>
                    <a:pt x="24020" y="114374"/>
                    <a:pt x="24020" y="114349"/>
                    <a:pt x="23995" y="114349"/>
                  </a:cubicBezTo>
                  <a:cubicBezTo>
                    <a:pt x="23522" y="114200"/>
                    <a:pt x="23099" y="114026"/>
                    <a:pt x="22651" y="113827"/>
                  </a:cubicBezTo>
                  <a:cubicBezTo>
                    <a:pt x="22534" y="113768"/>
                    <a:pt x="22417" y="113695"/>
                    <a:pt x="22300" y="113641"/>
                  </a:cubicBezTo>
                  <a:close/>
                  <a:moveTo>
                    <a:pt x="47791" y="114573"/>
                  </a:moveTo>
                  <a:cubicBezTo>
                    <a:pt x="47841" y="114573"/>
                    <a:pt x="47866" y="114598"/>
                    <a:pt x="47916" y="114598"/>
                  </a:cubicBezTo>
                  <a:lnTo>
                    <a:pt x="47667" y="114598"/>
                  </a:lnTo>
                  <a:cubicBezTo>
                    <a:pt x="47716" y="114598"/>
                    <a:pt x="47766" y="114573"/>
                    <a:pt x="47791" y="114573"/>
                  </a:cubicBezTo>
                  <a:close/>
                  <a:moveTo>
                    <a:pt x="54188" y="113553"/>
                  </a:moveTo>
                  <a:cubicBezTo>
                    <a:pt x="54089" y="113603"/>
                    <a:pt x="54014" y="113628"/>
                    <a:pt x="53939" y="113702"/>
                  </a:cubicBezTo>
                  <a:cubicBezTo>
                    <a:pt x="52396" y="114101"/>
                    <a:pt x="50902" y="114399"/>
                    <a:pt x="49484" y="114623"/>
                  </a:cubicBezTo>
                  <a:cubicBezTo>
                    <a:pt x="49384" y="114623"/>
                    <a:pt x="49285" y="114623"/>
                    <a:pt x="49235" y="114598"/>
                  </a:cubicBezTo>
                  <a:cubicBezTo>
                    <a:pt x="50853" y="114349"/>
                    <a:pt x="52496" y="114001"/>
                    <a:pt x="54188" y="113553"/>
                  </a:cubicBezTo>
                  <a:close/>
                  <a:moveTo>
                    <a:pt x="53068" y="114101"/>
                  </a:moveTo>
                  <a:lnTo>
                    <a:pt x="53068" y="114101"/>
                  </a:lnTo>
                  <a:cubicBezTo>
                    <a:pt x="52645" y="114250"/>
                    <a:pt x="52247" y="114374"/>
                    <a:pt x="51848" y="114474"/>
                  </a:cubicBezTo>
                  <a:cubicBezTo>
                    <a:pt x="51400" y="114524"/>
                    <a:pt x="50977" y="114598"/>
                    <a:pt x="50529" y="114623"/>
                  </a:cubicBezTo>
                  <a:cubicBezTo>
                    <a:pt x="51375" y="114474"/>
                    <a:pt x="52222" y="114275"/>
                    <a:pt x="53068" y="114101"/>
                  </a:cubicBezTo>
                  <a:close/>
                  <a:moveTo>
                    <a:pt x="48488" y="114698"/>
                  </a:moveTo>
                  <a:cubicBezTo>
                    <a:pt x="48538" y="114698"/>
                    <a:pt x="48613" y="114723"/>
                    <a:pt x="48662" y="114723"/>
                  </a:cubicBezTo>
                  <a:cubicBezTo>
                    <a:pt x="48637" y="114723"/>
                    <a:pt x="48538" y="114748"/>
                    <a:pt x="48488" y="114748"/>
                  </a:cubicBezTo>
                  <a:cubicBezTo>
                    <a:pt x="48413" y="114748"/>
                    <a:pt x="48388" y="114723"/>
                    <a:pt x="48339" y="114723"/>
                  </a:cubicBezTo>
                  <a:cubicBezTo>
                    <a:pt x="48388" y="114723"/>
                    <a:pt x="48463" y="114698"/>
                    <a:pt x="48488" y="114698"/>
                  </a:cubicBezTo>
                  <a:close/>
                  <a:moveTo>
                    <a:pt x="53342" y="114225"/>
                  </a:moveTo>
                  <a:lnTo>
                    <a:pt x="53143" y="114325"/>
                  </a:lnTo>
                  <a:cubicBezTo>
                    <a:pt x="53118" y="114325"/>
                    <a:pt x="53093" y="114349"/>
                    <a:pt x="53068" y="114349"/>
                  </a:cubicBezTo>
                  <a:cubicBezTo>
                    <a:pt x="52869" y="114399"/>
                    <a:pt x="52720" y="114474"/>
                    <a:pt x="52520" y="114524"/>
                  </a:cubicBezTo>
                  <a:lnTo>
                    <a:pt x="52471" y="114524"/>
                  </a:lnTo>
                  <a:cubicBezTo>
                    <a:pt x="52272" y="114598"/>
                    <a:pt x="52072" y="114623"/>
                    <a:pt x="51873" y="114698"/>
                  </a:cubicBezTo>
                  <a:cubicBezTo>
                    <a:pt x="51823" y="114698"/>
                    <a:pt x="51774" y="114698"/>
                    <a:pt x="51724" y="114723"/>
                  </a:cubicBezTo>
                  <a:lnTo>
                    <a:pt x="51624" y="114723"/>
                  </a:lnTo>
                  <a:cubicBezTo>
                    <a:pt x="51500" y="114748"/>
                    <a:pt x="51400" y="114748"/>
                    <a:pt x="51276" y="114773"/>
                  </a:cubicBezTo>
                  <a:cubicBezTo>
                    <a:pt x="52023" y="114598"/>
                    <a:pt x="52720" y="114399"/>
                    <a:pt x="53342" y="114225"/>
                  </a:cubicBezTo>
                  <a:close/>
                  <a:moveTo>
                    <a:pt x="40896" y="110740"/>
                  </a:moveTo>
                  <a:cubicBezTo>
                    <a:pt x="42863" y="112632"/>
                    <a:pt x="44904" y="113951"/>
                    <a:pt x="46995" y="114573"/>
                  </a:cubicBezTo>
                  <a:cubicBezTo>
                    <a:pt x="46795" y="114623"/>
                    <a:pt x="46621" y="114648"/>
                    <a:pt x="46422" y="114723"/>
                  </a:cubicBezTo>
                  <a:cubicBezTo>
                    <a:pt x="45529" y="114794"/>
                    <a:pt x="44652" y="114830"/>
                    <a:pt x="43794" y="114830"/>
                  </a:cubicBezTo>
                  <a:cubicBezTo>
                    <a:pt x="41045" y="114830"/>
                    <a:pt x="38494" y="114461"/>
                    <a:pt x="36217" y="113702"/>
                  </a:cubicBezTo>
                  <a:cubicBezTo>
                    <a:pt x="37884" y="112956"/>
                    <a:pt x="39428" y="111960"/>
                    <a:pt x="40896" y="110740"/>
                  </a:cubicBezTo>
                  <a:close/>
                  <a:moveTo>
                    <a:pt x="49484" y="114797"/>
                  </a:moveTo>
                  <a:cubicBezTo>
                    <a:pt x="49633" y="114822"/>
                    <a:pt x="49789" y="114835"/>
                    <a:pt x="49944" y="114835"/>
                  </a:cubicBezTo>
                  <a:cubicBezTo>
                    <a:pt x="50100" y="114835"/>
                    <a:pt x="50255" y="114822"/>
                    <a:pt x="50405" y="114797"/>
                  </a:cubicBezTo>
                  <a:lnTo>
                    <a:pt x="50405" y="114797"/>
                  </a:lnTo>
                  <a:cubicBezTo>
                    <a:pt x="50330" y="114847"/>
                    <a:pt x="50230" y="114847"/>
                    <a:pt x="50131" y="114872"/>
                  </a:cubicBezTo>
                  <a:lnTo>
                    <a:pt x="50031" y="114872"/>
                  </a:lnTo>
                  <a:cubicBezTo>
                    <a:pt x="49758" y="114872"/>
                    <a:pt x="49484" y="114847"/>
                    <a:pt x="49235" y="114847"/>
                  </a:cubicBezTo>
                  <a:cubicBezTo>
                    <a:pt x="49334" y="114847"/>
                    <a:pt x="49384" y="114797"/>
                    <a:pt x="49484" y="114797"/>
                  </a:cubicBezTo>
                  <a:close/>
                  <a:moveTo>
                    <a:pt x="20486" y="111387"/>
                  </a:moveTo>
                  <a:lnTo>
                    <a:pt x="20486" y="111387"/>
                  </a:lnTo>
                  <a:cubicBezTo>
                    <a:pt x="20784" y="111462"/>
                    <a:pt x="21083" y="111537"/>
                    <a:pt x="21382" y="111611"/>
                  </a:cubicBezTo>
                  <a:cubicBezTo>
                    <a:pt x="21631" y="111661"/>
                    <a:pt x="21904" y="111711"/>
                    <a:pt x="22153" y="111736"/>
                  </a:cubicBezTo>
                  <a:cubicBezTo>
                    <a:pt x="22576" y="111786"/>
                    <a:pt x="22975" y="111885"/>
                    <a:pt x="23373" y="111910"/>
                  </a:cubicBezTo>
                  <a:cubicBezTo>
                    <a:pt x="23771" y="111985"/>
                    <a:pt x="24219" y="112010"/>
                    <a:pt x="24642" y="112035"/>
                  </a:cubicBezTo>
                  <a:cubicBezTo>
                    <a:pt x="24941" y="112084"/>
                    <a:pt x="25190" y="112109"/>
                    <a:pt x="25464" y="112109"/>
                  </a:cubicBezTo>
                  <a:cubicBezTo>
                    <a:pt x="26186" y="112134"/>
                    <a:pt x="26883" y="112159"/>
                    <a:pt x="27629" y="112159"/>
                  </a:cubicBezTo>
                  <a:cubicBezTo>
                    <a:pt x="28376" y="112159"/>
                    <a:pt x="29123" y="112134"/>
                    <a:pt x="29919" y="112109"/>
                  </a:cubicBezTo>
                  <a:cubicBezTo>
                    <a:pt x="30367" y="112059"/>
                    <a:pt x="30840" y="112035"/>
                    <a:pt x="31338" y="111985"/>
                  </a:cubicBezTo>
                  <a:cubicBezTo>
                    <a:pt x="31463" y="111985"/>
                    <a:pt x="31587" y="111960"/>
                    <a:pt x="31736" y="111960"/>
                  </a:cubicBezTo>
                  <a:cubicBezTo>
                    <a:pt x="32782" y="112632"/>
                    <a:pt x="33852" y="113229"/>
                    <a:pt x="35072" y="113727"/>
                  </a:cubicBezTo>
                  <a:cubicBezTo>
                    <a:pt x="33329" y="114399"/>
                    <a:pt x="31487" y="114797"/>
                    <a:pt x="29670" y="114897"/>
                  </a:cubicBezTo>
                  <a:cubicBezTo>
                    <a:pt x="29396" y="114914"/>
                    <a:pt x="29125" y="114922"/>
                    <a:pt x="28856" y="114922"/>
                  </a:cubicBezTo>
                  <a:cubicBezTo>
                    <a:pt x="27952" y="114922"/>
                    <a:pt x="27074" y="114832"/>
                    <a:pt x="26211" y="114698"/>
                  </a:cubicBezTo>
                  <a:cubicBezTo>
                    <a:pt x="24020" y="113877"/>
                    <a:pt x="22128" y="112781"/>
                    <a:pt x="20486" y="111387"/>
                  </a:cubicBezTo>
                  <a:close/>
                  <a:moveTo>
                    <a:pt x="46995" y="114872"/>
                  </a:moveTo>
                  <a:cubicBezTo>
                    <a:pt x="46895" y="114897"/>
                    <a:pt x="46795" y="114947"/>
                    <a:pt x="46721" y="114947"/>
                  </a:cubicBezTo>
                  <a:cubicBezTo>
                    <a:pt x="46497" y="114972"/>
                    <a:pt x="46298" y="114972"/>
                    <a:pt x="46099" y="114997"/>
                  </a:cubicBezTo>
                  <a:lnTo>
                    <a:pt x="46472" y="114897"/>
                  </a:lnTo>
                  <a:cubicBezTo>
                    <a:pt x="46646" y="114897"/>
                    <a:pt x="46795" y="114872"/>
                    <a:pt x="46995" y="114872"/>
                  </a:cubicBezTo>
                  <a:close/>
                  <a:moveTo>
                    <a:pt x="35968" y="113827"/>
                  </a:moveTo>
                  <a:cubicBezTo>
                    <a:pt x="38360" y="114638"/>
                    <a:pt x="41027" y="115028"/>
                    <a:pt x="43938" y="115028"/>
                  </a:cubicBezTo>
                  <a:cubicBezTo>
                    <a:pt x="44419" y="115028"/>
                    <a:pt x="44907" y="115018"/>
                    <a:pt x="45402" y="114997"/>
                  </a:cubicBezTo>
                  <a:lnTo>
                    <a:pt x="45402" y="114997"/>
                  </a:lnTo>
                  <a:cubicBezTo>
                    <a:pt x="45302" y="115021"/>
                    <a:pt x="45227" y="115021"/>
                    <a:pt x="45128" y="115071"/>
                  </a:cubicBezTo>
                  <a:cubicBezTo>
                    <a:pt x="44680" y="115096"/>
                    <a:pt x="44281" y="115096"/>
                    <a:pt x="43883" y="115096"/>
                  </a:cubicBezTo>
                  <a:cubicBezTo>
                    <a:pt x="40946" y="115096"/>
                    <a:pt x="38283" y="114648"/>
                    <a:pt x="35918" y="113852"/>
                  </a:cubicBezTo>
                  <a:cubicBezTo>
                    <a:pt x="35918" y="113827"/>
                    <a:pt x="35943" y="113827"/>
                    <a:pt x="35968" y="113827"/>
                  </a:cubicBezTo>
                  <a:close/>
                  <a:moveTo>
                    <a:pt x="35296" y="113852"/>
                  </a:moveTo>
                  <a:cubicBezTo>
                    <a:pt x="35321" y="113852"/>
                    <a:pt x="35346" y="113877"/>
                    <a:pt x="35395" y="113877"/>
                  </a:cubicBezTo>
                  <a:cubicBezTo>
                    <a:pt x="33528" y="114623"/>
                    <a:pt x="31587" y="115071"/>
                    <a:pt x="29670" y="115146"/>
                  </a:cubicBezTo>
                  <a:cubicBezTo>
                    <a:pt x="29421" y="115146"/>
                    <a:pt x="29123" y="115196"/>
                    <a:pt x="28924" y="115196"/>
                  </a:cubicBezTo>
                  <a:cubicBezTo>
                    <a:pt x="28426" y="115196"/>
                    <a:pt x="27953" y="115146"/>
                    <a:pt x="27480" y="115121"/>
                  </a:cubicBezTo>
                  <a:cubicBezTo>
                    <a:pt x="27355" y="115071"/>
                    <a:pt x="27256" y="115021"/>
                    <a:pt x="27181" y="114997"/>
                  </a:cubicBezTo>
                  <a:lnTo>
                    <a:pt x="27181" y="114997"/>
                  </a:lnTo>
                  <a:cubicBezTo>
                    <a:pt x="27790" y="115073"/>
                    <a:pt x="28398" y="115105"/>
                    <a:pt x="29029" y="115105"/>
                  </a:cubicBezTo>
                  <a:cubicBezTo>
                    <a:pt x="29224" y="115105"/>
                    <a:pt x="29421" y="115102"/>
                    <a:pt x="29621" y="115096"/>
                  </a:cubicBezTo>
                  <a:cubicBezTo>
                    <a:pt x="31562" y="114997"/>
                    <a:pt x="33454" y="114573"/>
                    <a:pt x="35296" y="113852"/>
                  </a:cubicBezTo>
                  <a:close/>
                  <a:moveTo>
                    <a:pt x="35644" y="113951"/>
                  </a:moveTo>
                  <a:cubicBezTo>
                    <a:pt x="38059" y="114822"/>
                    <a:pt x="40822" y="115246"/>
                    <a:pt x="43858" y="115246"/>
                  </a:cubicBezTo>
                  <a:lnTo>
                    <a:pt x="44057" y="115246"/>
                  </a:lnTo>
                  <a:cubicBezTo>
                    <a:pt x="41096" y="115870"/>
                    <a:pt x="38258" y="116185"/>
                    <a:pt x="35584" y="116185"/>
                  </a:cubicBezTo>
                  <a:cubicBezTo>
                    <a:pt x="34099" y="116185"/>
                    <a:pt x="32665" y="116088"/>
                    <a:pt x="31288" y="115893"/>
                  </a:cubicBezTo>
                  <a:cubicBezTo>
                    <a:pt x="31114" y="115868"/>
                    <a:pt x="30940" y="115843"/>
                    <a:pt x="30790" y="115843"/>
                  </a:cubicBezTo>
                  <a:cubicBezTo>
                    <a:pt x="29919" y="115718"/>
                    <a:pt x="29098" y="115519"/>
                    <a:pt x="28301" y="115320"/>
                  </a:cubicBezTo>
                  <a:cubicBezTo>
                    <a:pt x="28476" y="115320"/>
                    <a:pt x="28700" y="115345"/>
                    <a:pt x="28874" y="115345"/>
                  </a:cubicBezTo>
                  <a:cubicBezTo>
                    <a:pt x="29123" y="115345"/>
                    <a:pt x="29372" y="115345"/>
                    <a:pt x="29670" y="115320"/>
                  </a:cubicBezTo>
                  <a:cubicBezTo>
                    <a:pt x="31687" y="115221"/>
                    <a:pt x="33703" y="114748"/>
                    <a:pt x="35644" y="113951"/>
                  </a:cubicBezTo>
                  <a:close/>
                  <a:moveTo>
                    <a:pt x="48513" y="114947"/>
                  </a:moveTo>
                  <a:cubicBezTo>
                    <a:pt x="48787" y="114997"/>
                    <a:pt x="49135" y="114997"/>
                    <a:pt x="49459" y="115021"/>
                  </a:cubicBezTo>
                  <a:cubicBezTo>
                    <a:pt x="49110" y="115121"/>
                    <a:pt x="48737" y="115196"/>
                    <a:pt x="48364" y="115270"/>
                  </a:cubicBezTo>
                  <a:cubicBezTo>
                    <a:pt x="46497" y="115694"/>
                    <a:pt x="43410" y="116191"/>
                    <a:pt x="40448" y="116316"/>
                  </a:cubicBezTo>
                  <a:cubicBezTo>
                    <a:pt x="42489" y="116067"/>
                    <a:pt x="44605" y="115644"/>
                    <a:pt x="46771" y="115121"/>
                  </a:cubicBezTo>
                  <a:cubicBezTo>
                    <a:pt x="47343" y="115071"/>
                    <a:pt x="47916" y="114997"/>
                    <a:pt x="48513" y="114947"/>
                  </a:cubicBezTo>
                  <a:close/>
                  <a:moveTo>
                    <a:pt x="27596" y="115399"/>
                  </a:moveTo>
                  <a:cubicBezTo>
                    <a:pt x="28936" y="115729"/>
                    <a:pt x="30005" y="115919"/>
                    <a:pt x="30392" y="115967"/>
                  </a:cubicBezTo>
                  <a:cubicBezTo>
                    <a:pt x="30542" y="115992"/>
                    <a:pt x="30666" y="115992"/>
                    <a:pt x="30741" y="116017"/>
                  </a:cubicBezTo>
                  <a:cubicBezTo>
                    <a:pt x="30890" y="116042"/>
                    <a:pt x="31014" y="116042"/>
                    <a:pt x="31189" y="116092"/>
                  </a:cubicBezTo>
                  <a:cubicBezTo>
                    <a:pt x="31985" y="116216"/>
                    <a:pt x="32757" y="116291"/>
                    <a:pt x="33578" y="116391"/>
                  </a:cubicBezTo>
                  <a:cubicBezTo>
                    <a:pt x="33329" y="116366"/>
                    <a:pt x="33056" y="116341"/>
                    <a:pt x="32782" y="116341"/>
                  </a:cubicBezTo>
                  <a:cubicBezTo>
                    <a:pt x="32608" y="116341"/>
                    <a:pt x="32483" y="116316"/>
                    <a:pt x="32334" y="116316"/>
                  </a:cubicBezTo>
                  <a:cubicBezTo>
                    <a:pt x="32159" y="116266"/>
                    <a:pt x="31960" y="116266"/>
                    <a:pt x="31786" y="116241"/>
                  </a:cubicBezTo>
                  <a:cubicBezTo>
                    <a:pt x="31413" y="116191"/>
                    <a:pt x="31064" y="116142"/>
                    <a:pt x="30691" y="116092"/>
                  </a:cubicBezTo>
                  <a:cubicBezTo>
                    <a:pt x="30591" y="116092"/>
                    <a:pt x="30492" y="116042"/>
                    <a:pt x="30442" y="116042"/>
                  </a:cubicBezTo>
                  <a:cubicBezTo>
                    <a:pt x="29695" y="115942"/>
                    <a:pt x="28949" y="115768"/>
                    <a:pt x="28227" y="115594"/>
                  </a:cubicBezTo>
                  <a:cubicBezTo>
                    <a:pt x="28202" y="115594"/>
                    <a:pt x="28127" y="115544"/>
                    <a:pt x="28102" y="115544"/>
                  </a:cubicBezTo>
                  <a:cubicBezTo>
                    <a:pt x="27918" y="115503"/>
                    <a:pt x="27768" y="115446"/>
                    <a:pt x="27596" y="115399"/>
                  </a:cubicBezTo>
                  <a:close/>
                  <a:moveTo>
                    <a:pt x="45601" y="115221"/>
                  </a:moveTo>
                  <a:cubicBezTo>
                    <a:pt x="42813" y="115868"/>
                    <a:pt x="40150" y="116241"/>
                    <a:pt x="37586" y="116391"/>
                  </a:cubicBezTo>
                  <a:cubicBezTo>
                    <a:pt x="37088" y="116391"/>
                    <a:pt x="36665" y="116391"/>
                    <a:pt x="36217" y="116366"/>
                  </a:cubicBezTo>
                  <a:cubicBezTo>
                    <a:pt x="39029" y="116316"/>
                    <a:pt x="42016" y="115942"/>
                    <a:pt x="45128" y="115221"/>
                  </a:cubicBezTo>
                  <a:close/>
                  <a:moveTo>
                    <a:pt x="50479" y="115021"/>
                  </a:moveTo>
                  <a:cubicBezTo>
                    <a:pt x="50031" y="115146"/>
                    <a:pt x="49583" y="115270"/>
                    <a:pt x="49085" y="115370"/>
                  </a:cubicBezTo>
                  <a:cubicBezTo>
                    <a:pt x="48264" y="115519"/>
                    <a:pt x="47293" y="115743"/>
                    <a:pt x="46372" y="115893"/>
                  </a:cubicBezTo>
                  <a:cubicBezTo>
                    <a:pt x="45924" y="115967"/>
                    <a:pt x="45426" y="116067"/>
                    <a:pt x="44929" y="116117"/>
                  </a:cubicBezTo>
                  <a:lnTo>
                    <a:pt x="44879" y="116117"/>
                  </a:lnTo>
                  <a:cubicBezTo>
                    <a:pt x="44406" y="116191"/>
                    <a:pt x="43908" y="116216"/>
                    <a:pt x="43385" y="116266"/>
                  </a:cubicBezTo>
                  <a:cubicBezTo>
                    <a:pt x="42191" y="116391"/>
                    <a:pt x="40871" y="116490"/>
                    <a:pt x="39577" y="116565"/>
                  </a:cubicBezTo>
                  <a:cubicBezTo>
                    <a:pt x="39204" y="116590"/>
                    <a:pt x="38830" y="116590"/>
                    <a:pt x="38457" y="116615"/>
                  </a:cubicBezTo>
                  <a:lnTo>
                    <a:pt x="37685" y="116615"/>
                  </a:lnTo>
                  <a:cubicBezTo>
                    <a:pt x="37187" y="116615"/>
                    <a:pt x="36764" y="116615"/>
                    <a:pt x="36316" y="116590"/>
                  </a:cubicBezTo>
                  <a:lnTo>
                    <a:pt x="37038" y="116590"/>
                  </a:lnTo>
                  <a:cubicBezTo>
                    <a:pt x="37187" y="116590"/>
                    <a:pt x="37387" y="116540"/>
                    <a:pt x="37536" y="116540"/>
                  </a:cubicBezTo>
                  <a:lnTo>
                    <a:pt x="37660" y="116540"/>
                  </a:lnTo>
                  <a:cubicBezTo>
                    <a:pt x="38208" y="116540"/>
                    <a:pt x="38880" y="116540"/>
                    <a:pt x="39552" y="116515"/>
                  </a:cubicBezTo>
                  <a:lnTo>
                    <a:pt x="39577" y="116515"/>
                  </a:lnTo>
                  <a:cubicBezTo>
                    <a:pt x="40822" y="116490"/>
                    <a:pt x="42166" y="116366"/>
                    <a:pt x="43410" y="116241"/>
                  </a:cubicBezTo>
                  <a:cubicBezTo>
                    <a:pt x="45352" y="116017"/>
                    <a:pt x="47119" y="115718"/>
                    <a:pt x="48364" y="115420"/>
                  </a:cubicBezTo>
                  <a:cubicBezTo>
                    <a:pt x="48986" y="115295"/>
                    <a:pt x="49583" y="115146"/>
                    <a:pt x="50106" y="115021"/>
                  </a:cubicBezTo>
                  <a:close/>
                  <a:moveTo>
                    <a:pt x="80647" y="0"/>
                  </a:moveTo>
                  <a:cubicBezTo>
                    <a:pt x="79950" y="0"/>
                    <a:pt x="79278" y="25"/>
                    <a:pt x="78706" y="50"/>
                  </a:cubicBezTo>
                  <a:lnTo>
                    <a:pt x="78606" y="50"/>
                  </a:lnTo>
                  <a:cubicBezTo>
                    <a:pt x="77212" y="125"/>
                    <a:pt x="75520" y="249"/>
                    <a:pt x="73603" y="498"/>
                  </a:cubicBezTo>
                  <a:cubicBezTo>
                    <a:pt x="73529" y="498"/>
                    <a:pt x="73479" y="523"/>
                    <a:pt x="73404" y="523"/>
                  </a:cubicBezTo>
                  <a:cubicBezTo>
                    <a:pt x="72209" y="672"/>
                    <a:pt x="70691" y="971"/>
                    <a:pt x="69894" y="1145"/>
                  </a:cubicBezTo>
                  <a:cubicBezTo>
                    <a:pt x="69471" y="1245"/>
                    <a:pt x="69073" y="1295"/>
                    <a:pt x="68700" y="1394"/>
                  </a:cubicBezTo>
                  <a:lnTo>
                    <a:pt x="68675" y="1394"/>
                  </a:lnTo>
                  <a:cubicBezTo>
                    <a:pt x="68326" y="1494"/>
                    <a:pt x="67978" y="1544"/>
                    <a:pt x="67679" y="1643"/>
                  </a:cubicBezTo>
                  <a:cubicBezTo>
                    <a:pt x="65215" y="2240"/>
                    <a:pt x="63248" y="2863"/>
                    <a:pt x="62228" y="3236"/>
                  </a:cubicBezTo>
                  <a:cubicBezTo>
                    <a:pt x="61357" y="3535"/>
                    <a:pt x="60834" y="3734"/>
                    <a:pt x="60809" y="3734"/>
                  </a:cubicBezTo>
                  <a:cubicBezTo>
                    <a:pt x="60461" y="3858"/>
                    <a:pt x="60087" y="4008"/>
                    <a:pt x="59689" y="4157"/>
                  </a:cubicBezTo>
                  <a:lnTo>
                    <a:pt x="59639" y="4157"/>
                  </a:lnTo>
                  <a:cubicBezTo>
                    <a:pt x="58868" y="4456"/>
                    <a:pt x="57947" y="4829"/>
                    <a:pt x="57150" y="5153"/>
                  </a:cubicBezTo>
                  <a:cubicBezTo>
                    <a:pt x="54960" y="6074"/>
                    <a:pt x="53466" y="6820"/>
                    <a:pt x="49633" y="8812"/>
                  </a:cubicBezTo>
                  <a:cubicBezTo>
                    <a:pt x="49185" y="9011"/>
                    <a:pt x="48637" y="9334"/>
                    <a:pt x="47990" y="9708"/>
                  </a:cubicBezTo>
                  <a:cubicBezTo>
                    <a:pt x="47891" y="9782"/>
                    <a:pt x="47791" y="9807"/>
                    <a:pt x="47692" y="9857"/>
                  </a:cubicBezTo>
                  <a:cubicBezTo>
                    <a:pt x="45800" y="10977"/>
                    <a:pt x="43336" y="12471"/>
                    <a:pt x="41668" y="13665"/>
                  </a:cubicBezTo>
                  <a:cubicBezTo>
                    <a:pt x="41593" y="13715"/>
                    <a:pt x="41519" y="13740"/>
                    <a:pt x="41444" y="13815"/>
                  </a:cubicBezTo>
                  <a:cubicBezTo>
                    <a:pt x="40971" y="14113"/>
                    <a:pt x="40548" y="14437"/>
                    <a:pt x="40174" y="14711"/>
                  </a:cubicBezTo>
                  <a:lnTo>
                    <a:pt x="39701" y="15034"/>
                  </a:lnTo>
                  <a:lnTo>
                    <a:pt x="39677" y="15034"/>
                  </a:lnTo>
                  <a:cubicBezTo>
                    <a:pt x="38407" y="15906"/>
                    <a:pt x="37362" y="16677"/>
                    <a:pt x="36167" y="17648"/>
                  </a:cubicBezTo>
                  <a:cubicBezTo>
                    <a:pt x="36092" y="17698"/>
                    <a:pt x="36042" y="17723"/>
                    <a:pt x="35943" y="17797"/>
                  </a:cubicBezTo>
                  <a:cubicBezTo>
                    <a:pt x="34798" y="18669"/>
                    <a:pt x="33255" y="19938"/>
                    <a:pt x="32359" y="20685"/>
                  </a:cubicBezTo>
                  <a:lnTo>
                    <a:pt x="32334" y="20685"/>
                  </a:lnTo>
                  <a:cubicBezTo>
                    <a:pt x="31861" y="21083"/>
                    <a:pt x="31189" y="21680"/>
                    <a:pt x="30442" y="22327"/>
                  </a:cubicBezTo>
                  <a:cubicBezTo>
                    <a:pt x="29397" y="23248"/>
                    <a:pt x="28376" y="24194"/>
                    <a:pt x="27530" y="25016"/>
                  </a:cubicBezTo>
                  <a:cubicBezTo>
                    <a:pt x="26883" y="25638"/>
                    <a:pt x="26285" y="26186"/>
                    <a:pt x="25887" y="26634"/>
                  </a:cubicBezTo>
                  <a:lnTo>
                    <a:pt x="25663" y="26858"/>
                  </a:lnTo>
                  <a:cubicBezTo>
                    <a:pt x="25389" y="27156"/>
                    <a:pt x="25041" y="27480"/>
                    <a:pt x="24717" y="27853"/>
                  </a:cubicBezTo>
                  <a:cubicBezTo>
                    <a:pt x="23970" y="28625"/>
                    <a:pt x="23174" y="29397"/>
                    <a:pt x="22552" y="30118"/>
                  </a:cubicBezTo>
                  <a:cubicBezTo>
                    <a:pt x="22054" y="30666"/>
                    <a:pt x="21631" y="31164"/>
                    <a:pt x="21257" y="31587"/>
                  </a:cubicBezTo>
                  <a:cubicBezTo>
                    <a:pt x="20983" y="31886"/>
                    <a:pt x="20734" y="32159"/>
                    <a:pt x="20510" y="32408"/>
                  </a:cubicBezTo>
                  <a:cubicBezTo>
                    <a:pt x="20386" y="32558"/>
                    <a:pt x="20286" y="32707"/>
                    <a:pt x="20162" y="32782"/>
                  </a:cubicBezTo>
                  <a:cubicBezTo>
                    <a:pt x="19988" y="33006"/>
                    <a:pt x="19789" y="33205"/>
                    <a:pt x="19614" y="33404"/>
                  </a:cubicBezTo>
                  <a:cubicBezTo>
                    <a:pt x="19390" y="33653"/>
                    <a:pt x="19166" y="33952"/>
                    <a:pt x="18917" y="34225"/>
                  </a:cubicBezTo>
                  <a:cubicBezTo>
                    <a:pt x="18196" y="35072"/>
                    <a:pt x="17748" y="35644"/>
                    <a:pt x="16827" y="36839"/>
                  </a:cubicBezTo>
                  <a:lnTo>
                    <a:pt x="16802" y="36864"/>
                  </a:lnTo>
                  <a:cubicBezTo>
                    <a:pt x="16802" y="36864"/>
                    <a:pt x="16627" y="37113"/>
                    <a:pt x="16304" y="37511"/>
                  </a:cubicBezTo>
                  <a:cubicBezTo>
                    <a:pt x="15632" y="38432"/>
                    <a:pt x="14810" y="39477"/>
                    <a:pt x="14213" y="40349"/>
                  </a:cubicBezTo>
                  <a:cubicBezTo>
                    <a:pt x="14213" y="40373"/>
                    <a:pt x="14188" y="40373"/>
                    <a:pt x="14188" y="40423"/>
                  </a:cubicBezTo>
                  <a:cubicBezTo>
                    <a:pt x="13441" y="41469"/>
                    <a:pt x="12595" y="42688"/>
                    <a:pt x="11774" y="44032"/>
                  </a:cubicBezTo>
                  <a:cubicBezTo>
                    <a:pt x="10927" y="45352"/>
                    <a:pt x="10181" y="46546"/>
                    <a:pt x="9583" y="47592"/>
                  </a:cubicBezTo>
                  <a:cubicBezTo>
                    <a:pt x="9110" y="48339"/>
                    <a:pt x="8712" y="49135"/>
                    <a:pt x="8239" y="49956"/>
                  </a:cubicBezTo>
                  <a:cubicBezTo>
                    <a:pt x="7791" y="50828"/>
                    <a:pt x="7492" y="51400"/>
                    <a:pt x="7443" y="51525"/>
                  </a:cubicBezTo>
                  <a:cubicBezTo>
                    <a:pt x="7293" y="51798"/>
                    <a:pt x="7119" y="52122"/>
                    <a:pt x="6970" y="52446"/>
                  </a:cubicBezTo>
                  <a:lnTo>
                    <a:pt x="6845" y="52670"/>
                  </a:lnTo>
                  <a:cubicBezTo>
                    <a:pt x="6472" y="53416"/>
                    <a:pt x="6049" y="54288"/>
                    <a:pt x="5700" y="55109"/>
                  </a:cubicBezTo>
                  <a:cubicBezTo>
                    <a:pt x="5675" y="55159"/>
                    <a:pt x="5626" y="55258"/>
                    <a:pt x="5601" y="55358"/>
                  </a:cubicBezTo>
                  <a:cubicBezTo>
                    <a:pt x="5078" y="56528"/>
                    <a:pt x="3734" y="59589"/>
                    <a:pt x="2639" y="63024"/>
                  </a:cubicBezTo>
                  <a:lnTo>
                    <a:pt x="2639" y="63074"/>
                  </a:lnTo>
                  <a:cubicBezTo>
                    <a:pt x="2191" y="64443"/>
                    <a:pt x="1718" y="66235"/>
                    <a:pt x="1344" y="67853"/>
                  </a:cubicBezTo>
                  <a:cubicBezTo>
                    <a:pt x="1245" y="68251"/>
                    <a:pt x="1145" y="68724"/>
                    <a:pt x="1070" y="69222"/>
                  </a:cubicBezTo>
                  <a:cubicBezTo>
                    <a:pt x="996" y="69620"/>
                    <a:pt x="896" y="69994"/>
                    <a:pt x="846" y="70367"/>
                  </a:cubicBezTo>
                  <a:lnTo>
                    <a:pt x="846" y="70417"/>
                  </a:lnTo>
                  <a:cubicBezTo>
                    <a:pt x="772" y="70716"/>
                    <a:pt x="722" y="71064"/>
                    <a:pt x="647" y="71363"/>
                  </a:cubicBezTo>
                  <a:lnTo>
                    <a:pt x="647" y="71437"/>
                  </a:lnTo>
                  <a:cubicBezTo>
                    <a:pt x="523" y="72159"/>
                    <a:pt x="398" y="72981"/>
                    <a:pt x="324" y="73827"/>
                  </a:cubicBezTo>
                  <a:cubicBezTo>
                    <a:pt x="199" y="74897"/>
                    <a:pt x="100" y="75918"/>
                    <a:pt x="75" y="76889"/>
                  </a:cubicBezTo>
                  <a:lnTo>
                    <a:pt x="75" y="76963"/>
                  </a:lnTo>
                  <a:cubicBezTo>
                    <a:pt x="25" y="77585"/>
                    <a:pt x="0" y="78332"/>
                    <a:pt x="0" y="79054"/>
                  </a:cubicBezTo>
                  <a:lnTo>
                    <a:pt x="0" y="79776"/>
                  </a:lnTo>
                  <a:lnTo>
                    <a:pt x="0" y="80323"/>
                  </a:lnTo>
                  <a:cubicBezTo>
                    <a:pt x="0" y="80946"/>
                    <a:pt x="25" y="81668"/>
                    <a:pt x="100" y="82365"/>
                  </a:cubicBezTo>
                  <a:cubicBezTo>
                    <a:pt x="249" y="84505"/>
                    <a:pt x="498" y="85999"/>
                    <a:pt x="598" y="86496"/>
                  </a:cubicBezTo>
                  <a:lnTo>
                    <a:pt x="622" y="86745"/>
                  </a:lnTo>
                  <a:cubicBezTo>
                    <a:pt x="622" y="86770"/>
                    <a:pt x="622" y="86845"/>
                    <a:pt x="647" y="86870"/>
                  </a:cubicBezTo>
                  <a:cubicBezTo>
                    <a:pt x="772" y="87741"/>
                    <a:pt x="1070" y="88961"/>
                    <a:pt x="1319" y="89882"/>
                  </a:cubicBezTo>
                  <a:cubicBezTo>
                    <a:pt x="1319" y="89907"/>
                    <a:pt x="1344" y="89981"/>
                    <a:pt x="1344" y="90006"/>
                  </a:cubicBezTo>
                  <a:cubicBezTo>
                    <a:pt x="1369" y="90081"/>
                    <a:pt x="1369" y="90131"/>
                    <a:pt x="1394" y="90205"/>
                  </a:cubicBezTo>
                  <a:cubicBezTo>
                    <a:pt x="1444" y="90255"/>
                    <a:pt x="1444" y="90355"/>
                    <a:pt x="1469" y="90404"/>
                  </a:cubicBezTo>
                  <a:cubicBezTo>
                    <a:pt x="1618" y="90952"/>
                    <a:pt x="1817" y="91500"/>
                    <a:pt x="1991" y="92072"/>
                  </a:cubicBezTo>
                  <a:cubicBezTo>
                    <a:pt x="2016" y="92122"/>
                    <a:pt x="2066" y="92221"/>
                    <a:pt x="2066" y="92271"/>
                  </a:cubicBezTo>
                  <a:cubicBezTo>
                    <a:pt x="2066" y="92321"/>
                    <a:pt x="2066" y="92321"/>
                    <a:pt x="2091" y="92346"/>
                  </a:cubicBezTo>
                  <a:cubicBezTo>
                    <a:pt x="2191" y="92620"/>
                    <a:pt x="2265" y="92943"/>
                    <a:pt x="2365" y="93217"/>
                  </a:cubicBezTo>
                  <a:cubicBezTo>
                    <a:pt x="2439" y="93441"/>
                    <a:pt x="2514" y="93615"/>
                    <a:pt x="2589" y="93839"/>
                  </a:cubicBezTo>
                  <a:cubicBezTo>
                    <a:pt x="2688" y="94138"/>
                    <a:pt x="2813" y="94437"/>
                    <a:pt x="2888" y="94710"/>
                  </a:cubicBezTo>
                  <a:lnTo>
                    <a:pt x="2888" y="94735"/>
                  </a:lnTo>
                  <a:cubicBezTo>
                    <a:pt x="2962" y="94885"/>
                    <a:pt x="3087" y="95183"/>
                    <a:pt x="3236" y="95557"/>
                  </a:cubicBezTo>
                  <a:cubicBezTo>
                    <a:pt x="3311" y="95681"/>
                    <a:pt x="3360" y="95831"/>
                    <a:pt x="3460" y="96005"/>
                  </a:cubicBezTo>
                  <a:cubicBezTo>
                    <a:pt x="3560" y="96229"/>
                    <a:pt x="3684" y="96478"/>
                    <a:pt x="3809" y="96752"/>
                  </a:cubicBezTo>
                  <a:cubicBezTo>
                    <a:pt x="4232" y="97623"/>
                    <a:pt x="4804" y="98693"/>
                    <a:pt x="5501" y="99863"/>
                  </a:cubicBezTo>
                  <a:cubicBezTo>
                    <a:pt x="5725" y="100211"/>
                    <a:pt x="5874" y="100485"/>
                    <a:pt x="5999" y="100684"/>
                  </a:cubicBezTo>
                  <a:cubicBezTo>
                    <a:pt x="6248" y="101083"/>
                    <a:pt x="6547" y="101456"/>
                    <a:pt x="6795" y="101804"/>
                  </a:cubicBezTo>
                  <a:cubicBezTo>
                    <a:pt x="6970" y="102078"/>
                    <a:pt x="7194" y="102327"/>
                    <a:pt x="7368" y="102626"/>
                  </a:cubicBezTo>
                  <a:cubicBezTo>
                    <a:pt x="7418" y="102676"/>
                    <a:pt x="7467" y="102750"/>
                    <a:pt x="7492" y="102775"/>
                  </a:cubicBezTo>
                  <a:cubicBezTo>
                    <a:pt x="7841" y="103198"/>
                    <a:pt x="8189" y="103621"/>
                    <a:pt x="8463" y="103995"/>
                  </a:cubicBezTo>
                  <a:cubicBezTo>
                    <a:pt x="8612" y="104169"/>
                    <a:pt x="8812" y="104393"/>
                    <a:pt x="8961" y="104567"/>
                  </a:cubicBezTo>
                  <a:cubicBezTo>
                    <a:pt x="9085" y="104742"/>
                    <a:pt x="9235" y="104891"/>
                    <a:pt x="9334" y="105015"/>
                  </a:cubicBezTo>
                  <a:cubicBezTo>
                    <a:pt x="9683" y="105389"/>
                    <a:pt x="9932" y="105662"/>
                    <a:pt x="10056" y="105762"/>
                  </a:cubicBezTo>
                  <a:cubicBezTo>
                    <a:pt x="10106" y="105812"/>
                    <a:pt x="10181" y="105911"/>
                    <a:pt x="10280" y="105961"/>
                  </a:cubicBezTo>
                  <a:lnTo>
                    <a:pt x="10405" y="106086"/>
                  </a:lnTo>
                  <a:cubicBezTo>
                    <a:pt x="10554" y="106260"/>
                    <a:pt x="10728" y="106409"/>
                    <a:pt x="10902" y="106559"/>
                  </a:cubicBezTo>
                  <a:cubicBezTo>
                    <a:pt x="11226" y="106907"/>
                    <a:pt x="11599" y="107256"/>
                    <a:pt x="11973" y="107579"/>
                  </a:cubicBezTo>
                  <a:cubicBezTo>
                    <a:pt x="12296" y="107878"/>
                    <a:pt x="12645" y="108152"/>
                    <a:pt x="12944" y="108425"/>
                  </a:cubicBezTo>
                  <a:cubicBezTo>
                    <a:pt x="13018" y="108450"/>
                    <a:pt x="13043" y="108525"/>
                    <a:pt x="13093" y="108550"/>
                  </a:cubicBezTo>
                  <a:cubicBezTo>
                    <a:pt x="13815" y="109147"/>
                    <a:pt x="14661" y="109770"/>
                    <a:pt x="15657" y="110417"/>
                  </a:cubicBezTo>
                  <a:cubicBezTo>
                    <a:pt x="15756" y="110491"/>
                    <a:pt x="15806" y="110541"/>
                    <a:pt x="15906" y="110616"/>
                  </a:cubicBezTo>
                  <a:cubicBezTo>
                    <a:pt x="16055" y="110690"/>
                    <a:pt x="16204" y="110790"/>
                    <a:pt x="16379" y="110914"/>
                  </a:cubicBezTo>
                  <a:cubicBezTo>
                    <a:pt x="16428" y="110939"/>
                    <a:pt x="16453" y="110989"/>
                    <a:pt x="16503" y="111014"/>
                  </a:cubicBezTo>
                  <a:cubicBezTo>
                    <a:pt x="16528" y="111039"/>
                    <a:pt x="16553" y="111039"/>
                    <a:pt x="16578" y="111064"/>
                  </a:cubicBezTo>
                  <a:cubicBezTo>
                    <a:pt x="16901" y="111288"/>
                    <a:pt x="17250" y="111487"/>
                    <a:pt x="17548" y="111661"/>
                  </a:cubicBezTo>
                  <a:cubicBezTo>
                    <a:pt x="17573" y="111686"/>
                    <a:pt x="17623" y="111686"/>
                    <a:pt x="17648" y="111736"/>
                  </a:cubicBezTo>
                  <a:cubicBezTo>
                    <a:pt x="19789" y="112980"/>
                    <a:pt x="21481" y="113652"/>
                    <a:pt x="21855" y="113777"/>
                  </a:cubicBezTo>
                  <a:cubicBezTo>
                    <a:pt x="22029" y="113852"/>
                    <a:pt x="22178" y="113926"/>
                    <a:pt x="22402" y="114001"/>
                  </a:cubicBezTo>
                  <a:lnTo>
                    <a:pt x="22427" y="114026"/>
                  </a:lnTo>
                  <a:cubicBezTo>
                    <a:pt x="22651" y="114125"/>
                    <a:pt x="22875" y="114175"/>
                    <a:pt x="23049" y="114275"/>
                  </a:cubicBezTo>
                  <a:cubicBezTo>
                    <a:pt x="23174" y="114349"/>
                    <a:pt x="23298" y="114374"/>
                    <a:pt x="23423" y="114399"/>
                  </a:cubicBezTo>
                  <a:lnTo>
                    <a:pt x="24169" y="114673"/>
                  </a:lnTo>
                  <a:cubicBezTo>
                    <a:pt x="25787" y="115246"/>
                    <a:pt x="27455" y="115644"/>
                    <a:pt x="28650" y="115893"/>
                  </a:cubicBezTo>
                  <a:cubicBezTo>
                    <a:pt x="28849" y="115918"/>
                    <a:pt x="29023" y="115967"/>
                    <a:pt x="29197" y="116017"/>
                  </a:cubicBezTo>
                  <a:cubicBezTo>
                    <a:pt x="29695" y="116117"/>
                    <a:pt x="30069" y="116166"/>
                    <a:pt x="30243" y="116216"/>
                  </a:cubicBezTo>
                  <a:lnTo>
                    <a:pt x="30342" y="116216"/>
                  </a:lnTo>
                  <a:cubicBezTo>
                    <a:pt x="30517" y="116241"/>
                    <a:pt x="30691" y="116266"/>
                    <a:pt x="30865" y="116266"/>
                  </a:cubicBezTo>
                  <a:lnTo>
                    <a:pt x="30990" y="116266"/>
                  </a:lnTo>
                  <a:cubicBezTo>
                    <a:pt x="31711" y="116366"/>
                    <a:pt x="32483" y="116490"/>
                    <a:pt x="33130" y="116540"/>
                  </a:cubicBezTo>
                  <a:lnTo>
                    <a:pt x="33205" y="116540"/>
                  </a:lnTo>
                  <a:cubicBezTo>
                    <a:pt x="33255" y="116540"/>
                    <a:pt x="33354" y="116540"/>
                    <a:pt x="33429" y="116590"/>
                  </a:cubicBezTo>
                  <a:cubicBezTo>
                    <a:pt x="34176" y="116639"/>
                    <a:pt x="34997" y="116714"/>
                    <a:pt x="35918" y="116739"/>
                  </a:cubicBezTo>
                  <a:cubicBezTo>
                    <a:pt x="36441" y="116764"/>
                    <a:pt x="36963" y="116764"/>
                    <a:pt x="37461" y="116764"/>
                  </a:cubicBezTo>
                  <a:lnTo>
                    <a:pt x="38357" y="116764"/>
                  </a:lnTo>
                  <a:cubicBezTo>
                    <a:pt x="38706" y="116764"/>
                    <a:pt x="39079" y="116764"/>
                    <a:pt x="39477" y="116739"/>
                  </a:cubicBezTo>
                  <a:cubicBezTo>
                    <a:pt x="41270" y="116664"/>
                    <a:pt x="43136" y="116490"/>
                    <a:pt x="44779" y="116266"/>
                  </a:cubicBezTo>
                  <a:cubicBezTo>
                    <a:pt x="45252" y="116216"/>
                    <a:pt x="45750" y="116142"/>
                    <a:pt x="46273" y="116042"/>
                  </a:cubicBezTo>
                  <a:cubicBezTo>
                    <a:pt x="47019" y="115918"/>
                    <a:pt x="47741" y="115793"/>
                    <a:pt x="48289" y="115669"/>
                  </a:cubicBezTo>
                  <a:cubicBezTo>
                    <a:pt x="48538" y="115619"/>
                    <a:pt x="48762" y="115594"/>
                    <a:pt x="48986" y="115519"/>
                  </a:cubicBezTo>
                  <a:cubicBezTo>
                    <a:pt x="49036" y="115519"/>
                    <a:pt x="49135" y="115494"/>
                    <a:pt x="49185" y="115494"/>
                  </a:cubicBezTo>
                  <a:lnTo>
                    <a:pt x="49484" y="115420"/>
                  </a:lnTo>
                  <a:cubicBezTo>
                    <a:pt x="50305" y="115246"/>
                    <a:pt x="51351" y="114997"/>
                    <a:pt x="52371" y="114723"/>
                  </a:cubicBezTo>
                  <a:lnTo>
                    <a:pt x="52421" y="114723"/>
                  </a:lnTo>
                  <a:cubicBezTo>
                    <a:pt x="54462" y="114150"/>
                    <a:pt x="55831" y="113727"/>
                    <a:pt x="56528" y="113428"/>
                  </a:cubicBezTo>
                  <a:cubicBezTo>
                    <a:pt x="56876" y="113304"/>
                    <a:pt x="57200" y="113229"/>
                    <a:pt x="57374" y="113130"/>
                  </a:cubicBezTo>
                  <a:cubicBezTo>
                    <a:pt x="57698" y="113005"/>
                    <a:pt x="57996" y="112881"/>
                    <a:pt x="58345" y="112756"/>
                  </a:cubicBezTo>
                  <a:lnTo>
                    <a:pt x="58519" y="112682"/>
                  </a:lnTo>
                  <a:cubicBezTo>
                    <a:pt x="59316" y="112408"/>
                    <a:pt x="60212" y="112059"/>
                    <a:pt x="60983" y="111736"/>
                  </a:cubicBezTo>
                  <a:cubicBezTo>
                    <a:pt x="63224" y="110815"/>
                    <a:pt x="64717" y="110068"/>
                    <a:pt x="68550" y="108077"/>
                  </a:cubicBezTo>
                  <a:cubicBezTo>
                    <a:pt x="68824" y="107928"/>
                    <a:pt x="69197" y="107753"/>
                    <a:pt x="69571" y="107529"/>
                  </a:cubicBezTo>
                  <a:cubicBezTo>
                    <a:pt x="70069" y="107256"/>
                    <a:pt x="70641" y="106932"/>
                    <a:pt x="71214" y="106559"/>
                  </a:cubicBezTo>
                  <a:cubicBezTo>
                    <a:pt x="73006" y="105513"/>
                    <a:pt x="75022" y="104219"/>
                    <a:pt x="76491" y="103223"/>
                  </a:cubicBezTo>
                  <a:cubicBezTo>
                    <a:pt x="76565" y="103173"/>
                    <a:pt x="76690" y="103074"/>
                    <a:pt x="76789" y="103024"/>
                  </a:cubicBezTo>
                  <a:cubicBezTo>
                    <a:pt x="77188" y="102725"/>
                    <a:pt x="77561" y="102476"/>
                    <a:pt x="77934" y="102228"/>
                  </a:cubicBezTo>
                  <a:lnTo>
                    <a:pt x="78482" y="101854"/>
                  </a:lnTo>
                  <a:cubicBezTo>
                    <a:pt x="79677" y="101033"/>
                    <a:pt x="80896" y="100087"/>
                    <a:pt x="82041" y="99191"/>
                  </a:cubicBezTo>
                  <a:cubicBezTo>
                    <a:pt x="82091" y="99166"/>
                    <a:pt x="82141" y="99116"/>
                    <a:pt x="82216" y="99091"/>
                  </a:cubicBezTo>
                  <a:cubicBezTo>
                    <a:pt x="83336" y="98245"/>
                    <a:pt x="84754" y="97050"/>
                    <a:pt x="85725" y="96229"/>
                  </a:cubicBezTo>
                  <a:cubicBezTo>
                    <a:pt x="85750" y="96229"/>
                    <a:pt x="85750" y="96204"/>
                    <a:pt x="85775" y="96204"/>
                  </a:cubicBezTo>
                  <a:lnTo>
                    <a:pt x="85825" y="96179"/>
                  </a:lnTo>
                  <a:cubicBezTo>
                    <a:pt x="86347" y="95731"/>
                    <a:pt x="87020" y="95134"/>
                    <a:pt x="87741" y="94486"/>
                  </a:cubicBezTo>
                  <a:lnTo>
                    <a:pt x="87766" y="94462"/>
                  </a:lnTo>
                  <a:cubicBezTo>
                    <a:pt x="87866" y="94362"/>
                    <a:pt x="87965" y="94262"/>
                    <a:pt x="88090" y="94188"/>
                  </a:cubicBezTo>
                  <a:cubicBezTo>
                    <a:pt x="88712" y="93615"/>
                    <a:pt x="89309" y="93068"/>
                    <a:pt x="89882" y="92520"/>
                  </a:cubicBezTo>
                  <a:cubicBezTo>
                    <a:pt x="90006" y="92396"/>
                    <a:pt x="90131" y="92321"/>
                    <a:pt x="90255" y="92196"/>
                  </a:cubicBezTo>
                  <a:cubicBezTo>
                    <a:pt x="91201" y="91276"/>
                    <a:pt x="92048" y="90479"/>
                    <a:pt x="92545" y="89981"/>
                  </a:cubicBezTo>
                  <a:cubicBezTo>
                    <a:pt x="92744" y="89732"/>
                    <a:pt x="92993" y="89483"/>
                    <a:pt x="93242" y="89234"/>
                  </a:cubicBezTo>
                  <a:lnTo>
                    <a:pt x="93466" y="89010"/>
                  </a:lnTo>
                  <a:cubicBezTo>
                    <a:pt x="94213" y="88239"/>
                    <a:pt x="94985" y="87467"/>
                    <a:pt x="95607" y="86770"/>
                  </a:cubicBezTo>
                  <a:cubicBezTo>
                    <a:pt x="96080" y="86248"/>
                    <a:pt x="96478" y="85775"/>
                    <a:pt x="96851" y="85376"/>
                  </a:cubicBezTo>
                  <a:cubicBezTo>
                    <a:pt x="97175" y="85028"/>
                    <a:pt x="97424" y="84754"/>
                    <a:pt x="97673" y="84480"/>
                  </a:cubicBezTo>
                  <a:cubicBezTo>
                    <a:pt x="97797" y="84306"/>
                    <a:pt x="97922" y="84182"/>
                    <a:pt x="98021" y="84057"/>
                  </a:cubicBezTo>
                  <a:cubicBezTo>
                    <a:pt x="98196" y="83858"/>
                    <a:pt x="98395" y="83659"/>
                    <a:pt x="98544" y="83485"/>
                  </a:cubicBezTo>
                  <a:cubicBezTo>
                    <a:pt x="98818" y="83161"/>
                    <a:pt x="99092" y="82813"/>
                    <a:pt x="99390" y="82489"/>
                  </a:cubicBezTo>
                  <a:cubicBezTo>
                    <a:pt x="100013" y="81742"/>
                    <a:pt x="100436" y="81170"/>
                    <a:pt x="101207" y="80174"/>
                  </a:cubicBezTo>
                  <a:cubicBezTo>
                    <a:pt x="101257" y="80149"/>
                    <a:pt x="101282" y="80075"/>
                    <a:pt x="101307" y="80050"/>
                  </a:cubicBezTo>
                  <a:lnTo>
                    <a:pt x="101332" y="80025"/>
                  </a:lnTo>
                  <a:cubicBezTo>
                    <a:pt x="102203" y="78905"/>
                    <a:pt x="103199" y="77585"/>
                    <a:pt x="103896" y="76590"/>
                  </a:cubicBezTo>
                  <a:cubicBezTo>
                    <a:pt x="103945" y="76515"/>
                    <a:pt x="104045" y="76391"/>
                    <a:pt x="104120" y="76291"/>
                  </a:cubicBezTo>
                  <a:cubicBezTo>
                    <a:pt x="105663" y="74076"/>
                    <a:pt x="107107" y="71836"/>
                    <a:pt x="108401" y="69595"/>
                  </a:cubicBezTo>
                  <a:cubicBezTo>
                    <a:pt x="108401" y="69571"/>
                    <a:pt x="108426" y="69546"/>
                    <a:pt x="108476" y="69546"/>
                  </a:cubicBezTo>
                  <a:cubicBezTo>
                    <a:pt x="108525" y="69421"/>
                    <a:pt x="108675" y="69197"/>
                    <a:pt x="108849" y="68923"/>
                  </a:cubicBezTo>
                  <a:cubicBezTo>
                    <a:pt x="108899" y="68799"/>
                    <a:pt x="108998" y="68625"/>
                    <a:pt x="109098" y="68475"/>
                  </a:cubicBezTo>
                  <a:cubicBezTo>
                    <a:pt x="109347" y="68077"/>
                    <a:pt x="109621" y="67554"/>
                    <a:pt x="109919" y="66982"/>
                  </a:cubicBezTo>
                  <a:cubicBezTo>
                    <a:pt x="110118" y="66609"/>
                    <a:pt x="110342" y="66235"/>
                    <a:pt x="110542" y="65837"/>
                  </a:cubicBezTo>
                  <a:cubicBezTo>
                    <a:pt x="110766" y="65439"/>
                    <a:pt x="110990" y="65016"/>
                    <a:pt x="111164" y="64592"/>
                  </a:cubicBezTo>
                  <a:cubicBezTo>
                    <a:pt x="111288" y="64368"/>
                    <a:pt x="111388" y="64119"/>
                    <a:pt x="111512" y="63871"/>
                  </a:cubicBezTo>
                  <a:cubicBezTo>
                    <a:pt x="111836" y="63223"/>
                    <a:pt x="112135" y="62526"/>
                    <a:pt x="112458" y="61879"/>
                  </a:cubicBezTo>
                  <a:lnTo>
                    <a:pt x="112458" y="61854"/>
                  </a:lnTo>
                  <a:cubicBezTo>
                    <a:pt x="112458" y="61829"/>
                    <a:pt x="112483" y="61829"/>
                    <a:pt x="112483" y="61780"/>
                  </a:cubicBezTo>
                  <a:cubicBezTo>
                    <a:pt x="112632" y="61481"/>
                    <a:pt x="112757" y="61157"/>
                    <a:pt x="112881" y="60859"/>
                  </a:cubicBezTo>
                  <a:cubicBezTo>
                    <a:pt x="113504" y="59415"/>
                    <a:pt x="114076" y="58046"/>
                    <a:pt x="114524" y="56752"/>
                  </a:cubicBezTo>
                  <a:cubicBezTo>
                    <a:pt x="114574" y="56627"/>
                    <a:pt x="114599" y="56528"/>
                    <a:pt x="114649" y="56428"/>
                  </a:cubicBezTo>
                  <a:lnTo>
                    <a:pt x="115221" y="54860"/>
                  </a:lnTo>
                  <a:cubicBezTo>
                    <a:pt x="115246" y="54785"/>
                    <a:pt x="115271" y="54686"/>
                    <a:pt x="115271" y="54636"/>
                  </a:cubicBezTo>
                  <a:cubicBezTo>
                    <a:pt x="115470" y="54138"/>
                    <a:pt x="115619" y="53541"/>
                    <a:pt x="115819" y="52993"/>
                  </a:cubicBezTo>
                  <a:cubicBezTo>
                    <a:pt x="116117" y="51948"/>
                    <a:pt x="116391" y="50952"/>
                    <a:pt x="116615" y="50056"/>
                  </a:cubicBezTo>
                  <a:cubicBezTo>
                    <a:pt x="116839" y="49185"/>
                    <a:pt x="117063" y="48189"/>
                    <a:pt x="117212" y="47393"/>
                  </a:cubicBezTo>
                  <a:lnTo>
                    <a:pt x="117312" y="46920"/>
                  </a:lnTo>
                  <a:lnTo>
                    <a:pt x="117312" y="46895"/>
                  </a:lnTo>
                  <a:cubicBezTo>
                    <a:pt x="117586" y="45401"/>
                    <a:pt x="117735" y="44207"/>
                    <a:pt x="117835" y="43360"/>
                  </a:cubicBezTo>
                  <a:cubicBezTo>
                    <a:pt x="117860" y="43037"/>
                    <a:pt x="117934" y="42663"/>
                    <a:pt x="117959" y="42315"/>
                  </a:cubicBezTo>
                  <a:cubicBezTo>
                    <a:pt x="117959" y="42215"/>
                    <a:pt x="117984" y="42116"/>
                    <a:pt x="117984" y="42066"/>
                  </a:cubicBezTo>
                  <a:cubicBezTo>
                    <a:pt x="118084" y="41120"/>
                    <a:pt x="118183" y="39950"/>
                    <a:pt x="118183" y="38980"/>
                  </a:cubicBezTo>
                  <a:lnTo>
                    <a:pt x="118183" y="38731"/>
                  </a:lnTo>
                  <a:cubicBezTo>
                    <a:pt x="118308" y="37113"/>
                    <a:pt x="118283" y="36167"/>
                    <a:pt x="118283" y="36117"/>
                  </a:cubicBezTo>
                  <a:cubicBezTo>
                    <a:pt x="118233" y="35818"/>
                    <a:pt x="118233" y="35445"/>
                    <a:pt x="118208" y="35072"/>
                  </a:cubicBezTo>
                  <a:cubicBezTo>
                    <a:pt x="118183" y="34474"/>
                    <a:pt x="118158" y="33927"/>
                    <a:pt x="118109" y="33429"/>
                  </a:cubicBezTo>
                  <a:cubicBezTo>
                    <a:pt x="118084" y="33105"/>
                    <a:pt x="117984" y="31836"/>
                    <a:pt x="117660" y="29994"/>
                  </a:cubicBezTo>
                  <a:cubicBezTo>
                    <a:pt x="117586" y="29571"/>
                    <a:pt x="117486" y="29098"/>
                    <a:pt x="117362" y="28600"/>
                  </a:cubicBezTo>
                  <a:cubicBezTo>
                    <a:pt x="117287" y="28127"/>
                    <a:pt x="117163" y="27654"/>
                    <a:pt x="117038" y="27156"/>
                  </a:cubicBezTo>
                  <a:lnTo>
                    <a:pt x="116964" y="26957"/>
                  </a:lnTo>
                  <a:cubicBezTo>
                    <a:pt x="116715" y="26111"/>
                    <a:pt x="116441" y="25115"/>
                    <a:pt x="116043" y="23921"/>
                  </a:cubicBezTo>
                  <a:cubicBezTo>
                    <a:pt x="115918" y="23597"/>
                    <a:pt x="115819" y="23273"/>
                    <a:pt x="115694" y="23000"/>
                  </a:cubicBezTo>
                  <a:cubicBezTo>
                    <a:pt x="115445" y="22352"/>
                    <a:pt x="114798" y="20660"/>
                    <a:pt x="114126" y="19440"/>
                  </a:cubicBezTo>
                  <a:cubicBezTo>
                    <a:pt x="112732" y="16677"/>
                    <a:pt x="111214" y="14661"/>
                    <a:pt x="111189" y="14661"/>
                  </a:cubicBezTo>
                  <a:cubicBezTo>
                    <a:pt x="110318" y="13441"/>
                    <a:pt x="109073" y="12048"/>
                    <a:pt x="108227" y="11127"/>
                  </a:cubicBezTo>
                  <a:cubicBezTo>
                    <a:pt x="108127" y="11052"/>
                    <a:pt x="108077" y="10952"/>
                    <a:pt x="107978" y="10853"/>
                  </a:cubicBezTo>
                  <a:cubicBezTo>
                    <a:pt x="107953" y="10828"/>
                    <a:pt x="107878" y="10803"/>
                    <a:pt x="107853" y="10728"/>
                  </a:cubicBezTo>
                  <a:cubicBezTo>
                    <a:pt x="107480" y="10330"/>
                    <a:pt x="107007" y="9932"/>
                    <a:pt x="106609" y="9558"/>
                  </a:cubicBezTo>
                  <a:cubicBezTo>
                    <a:pt x="106410" y="9409"/>
                    <a:pt x="106260" y="9235"/>
                    <a:pt x="106111" y="9110"/>
                  </a:cubicBezTo>
                  <a:cubicBezTo>
                    <a:pt x="105763" y="8812"/>
                    <a:pt x="105414" y="8563"/>
                    <a:pt x="105115" y="8289"/>
                  </a:cubicBezTo>
                  <a:cubicBezTo>
                    <a:pt x="105016" y="8214"/>
                    <a:pt x="104916" y="8115"/>
                    <a:pt x="104842" y="8065"/>
                  </a:cubicBezTo>
                  <a:cubicBezTo>
                    <a:pt x="104269" y="7617"/>
                    <a:pt x="103746" y="7219"/>
                    <a:pt x="103249" y="6870"/>
                  </a:cubicBezTo>
                  <a:cubicBezTo>
                    <a:pt x="103000" y="6696"/>
                    <a:pt x="102751" y="6522"/>
                    <a:pt x="102502" y="6347"/>
                  </a:cubicBezTo>
                  <a:cubicBezTo>
                    <a:pt x="102477" y="6347"/>
                    <a:pt x="102477" y="6323"/>
                    <a:pt x="102427" y="6323"/>
                  </a:cubicBezTo>
                  <a:cubicBezTo>
                    <a:pt x="101481" y="5700"/>
                    <a:pt x="100635" y="5178"/>
                    <a:pt x="99938" y="4779"/>
                  </a:cubicBezTo>
                  <a:cubicBezTo>
                    <a:pt x="99764" y="4705"/>
                    <a:pt x="99614" y="4605"/>
                    <a:pt x="99415" y="4506"/>
                  </a:cubicBezTo>
                  <a:cubicBezTo>
                    <a:pt x="99291" y="4456"/>
                    <a:pt x="99191" y="4381"/>
                    <a:pt x="99067" y="4331"/>
                  </a:cubicBezTo>
                  <a:cubicBezTo>
                    <a:pt x="98818" y="4207"/>
                    <a:pt x="98569" y="4082"/>
                    <a:pt x="98295" y="3958"/>
                  </a:cubicBezTo>
                  <a:cubicBezTo>
                    <a:pt x="98171" y="3883"/>
                    <a:pt x="98046" y="3833"/>
                    <a:pt x="97897" y="3759"/>
                  </a:cubicBezTo>
                  <a:cubicBezTo>
                    <a:pt x="97648" y="3634"/>
                    <a:pt x="97399" y="3535"/>
                    <a:pt x="97150" y="3410"/>
                  </a:cubicBezTo>
                  <a:cubicBezTo>
                    <a:pt x="97001" y="3361"/>
                    <a:pt x="96876" y="3286"/>
                    <a:pt x="96702" y="3236"/>
                  </a:cubicBezTo>
                  <a:cubicBezTo>
                    <a:pt x="96528" y="3137"/>
                    <a:pt x="96329" y="3087"/>
                    <a:pt x="96155" y="2987"/>
                  </a:cubicBezTo>
                  <a:cubicBezTo>
                    <a:pt x="95756" y="2838"/>
                    <a:pt x="95383" y="2664"/>
                    <a:pt x="95034" y="2539"/>
                  </a:cubicBezTo>
                  <a:cubicBezTo>
                    <a:pt x="95010" y="2539"/>
                    <a:pt x="95010" y="2514"/>
                    <a:pt x="94960" y="2514"/>
                  </a:cubicBezTo>
                  <a:cubicBezTo>
                    <a:pt x="94835" y="2464"/>
                    <a:pt x="94711" y="2415"/>
                    <a:pt x="94586" y="2365"/>
                  </a:cubicBezTo>
                  <a:cubicBezTo>
                    <a:pt x="94188" y="2216"/>
                    <a:pt x="93790" y="2091"/>
                    <a:pt x="93417" y="1967"/>
                  </a:cubicBezTo>
                  <a:cubicBezTo>
                    <a:pt x="92944" y="1792"/>
                    <a:pt x="92471" y="1668"/>
                    <a:pt x="92048" y="1519"/>
                  </a:cubicBezTo>
                  <a:cubicBezTo>
                    <a:pt x="92023" y="1519"/>
                    <a:pt x="91973" y="1494"/>
                    <a:pt x="91948" y="1494"/>
                  </a:cubicBezTo>
                  <a:cubicBezTo>
                    <a:pt x="91052" y="1220"/>
                    <a:pt x="89932" y="996"/>
                    <a:pt x="88861" y="772"/>
                  </a:cubicBezTo>
                  <a:cubicBezTo>
                    <a:pt x="88737" y="747"/>
                    <a:pt x="88662" y="747"/>
                    <a:pt x="88538" y="722"/>
                  </a:cubicBezTo>
                  <a:lnTo>
                    <a:pt x="88463" y="722"/>
                  </a:lnTo>
                  <a:cubicBezTo>
                    <a:pt x="88413" y="722"/>
                    <a:pt x="88364" y="672"/>
                    <a:pt x="88314" y="672"/>
                  </a:cubicBezTo>
                  <a:cubicBezTo>
                    <a:pt x="88189" y="647"/>
                    <a:pt x="88090" y="647"/>
                    <a:pt x="87965" y="623"/>
                  </a:cubicBezTo>
                  <a:cubicBezTo>
                    <a:pt x="87368" y="523"/>
                    <a:pt x="86696" y="423"/>
                    <a:pt x="85999" y="349"/>
                  </a:cubicBezTo>
                  <a:cubicBezTo>
                    <a:pt x="85850" y="299"/>
                    <a:pt x="85700" y="299"/>
                    <a:pt x="85576" y="274"/>
                  </a:cubicBezTo>
                  <a:lnTo>
                    <a:pt x="85551" y="274"/>
                  </a:lnTo>
                  <a:lnTo>
                    <a:pt x="84954" y="224"/>
                  </a:lnTo>
                  <a:cubicBezTo>
                    <a:pt x="83734" y="50"/>
                    <a:pt x="82141" y="0"/>
                    <a:pt x="80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12" name="Google Shape;112;p5"/>
            <p:cNvGrpSpPr/>
            <p:nvPr/>
          </p:nvGrpSpPr>
          <p:grpSpPr>
            <a:xfrm flipH="1">
              <a:off x="442847" y="299958"/>
              <a:ext cx="1188759" cy="239538"/>
              <a:chOff x="2501428" y="4161487"/>
              <a:chExt cx="2196118" cy="442524"/>
            </a:xfrm>
          </p:grpSpPr>
          <p:grpSp>
            <p:nvGrpSpPr>
              <p:cNvPr id="113" name="Google Shape;113;p5"/>
              <p:cNvGrpSpPr/>
              <p:nvPr/>
            </p:nvGrpSpPr>
            <p:grpSpPr>
              <a:xfrm>
                <a:off x="4082894" y="4161487"/>
                <a:ext cx="614651" cy="442524"/>
                <a:chOff x="6608540" y="3355576"/>
                <a:chExt cx="1352071" cy="973435"/>
              </a:xfrm>
            </p:grpSpPr>
            <p:sp>
              <p:nvSpPr>
                <p:cNvPr id="114" name="Google Shape;114;p5"/>
                <p:cNvSpPr/>
                <p:nvPr/>
              </p:nvSpPr>
              <p:spPr>
                <a:xfrm>
                  <a:off x="6608540" y="3843849"/>
                  <a:ext cx="1352071" cy="485162"/>
                </a:xfrm>
                <a:custGeom>
                  <a:rect b="b" l="l" r="r" t="t"/>
                  <a:pathLst>
                    <a:path extrusionOk="0" fill="none" h="40229" w="112112">
                      <a:moveTo>
                        <a:pt x="1" y="1"/>
                      </a:moveTo>
                      <a:lnTo>
                        <a:pt x="75669" y="1"/>
                      </a:lnTo>
                      <a:lnTo>
                        <a:pt x="112111" y="1"/>
                      </a:lnTo>
                      <a:cubicBezTo>
                        <a:pt x="112111" y="1"/>
                        <a:pt x="72589" y="1003"/>
                        <a:pt x="71847" y="40228"/>
                      </a:cubicBezTo>
                    </a:path>
                  </a:pathLst>
                </a:custGeom>
                <a:noFill/>
                <a:ln cap="flat" cmpd="sng" w="9525">
                  <a:solidFill>
                    <a:schemeClr val="dk2"/>
                  </a:solidFill>
                  <a:prstDash val="solid"/>
                  <a:miter lim="37110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5" name="Google Shape;115;p5"/>
                <p:cNvSpPr/>
                <p:nvPr/>
              </p:nvSpPr>
              <p:spPr>
                <a:xfrm>
                  <a:off x="7460229" y="3355576"/>
                  <a:ext cx="498138" cy="489178"/>
                </a:xfrm>
                <a:custGeom>
                  <a:rect b="b" l="l" r="r" t="t"/>
                  <a:pathLst>
                    <a:path extrusionOk="0" fill="none" h="40562" w="41305">
                      <a:moveTo>
                        <a:pt x="1077" y="0"/>
                      </a:moveTo>
                      <a:cubicBezTo>
                        <a:pt x="1077" y="0"/>
                        <a:pt x="1" y="37482"/>
                        <a:pt x="41305" y="40562"/>
                      </a:cubicBezTo>
                    </a:path>
                  </a:pathLst>
                </a:custGeom>
                <a:noFill/>
                <a:ln cap="flat" cmpd="sng" w="9525">
                  <a:solidFill>
                    <a:schemeClr val="dk2"/>
                  </a:solidFill>
                  <a:prstDash val="solid"/>
                  <a:miter lim="37110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cxnSp>
            <p:nvCxnSpPr>
              <p:cNvPr id="116" name="Google Shape;116;p5"/>
              <p:cNvCxnSpPr/>
              <p:nvPr/>
            </p:nvCxnSpPr>
            <p:spPr>
              <a:xfrm>
                <a:off x="2501428" y="4382750"/>
                <a:ext cx="16497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dk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</p:grp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" type="titleOnly">
  <p:cSld name="TITLE_ONLY">
    <p:spTree>
      <p:nvGrpSpPr>
        <p:cNvPr id="117" name="Shape 1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" name="Google Shape;118;p6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grpSp>
        <p:nvGrpSpPr>
          <p:cNvPr id="119" name="Google Shape;119;p6"/>
          <p:cNvGrpSpPr/>
          <p:nvPr/>
        </p:nvGrpSpPr>
        <p:grpSpPr>
          <a:xfrm>
            <a:off x="8743213" y="344704"/>
            <a:ext cx="37200" cy="2280719"/>
            <a:chOff x="8720263" y="1665954"/>
            <a:chExt cx="37200" cy="2280719"/>
          </a:xfrm>
        </p:grpSpPr>
        <p:sp>
          <p:nvSpPr>
            <p:cNvPr id="120" name="Google Shape;120;p6"/>
            <p:cNvSpPr/>
            <p:nvPr/>
          </p:nvSpPr>
          <p:spPr>
            <a:xfrm flipH="1">
              <a:off x="8720263" y="1665954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  <p:sp>
          <p:nvSpPr>
            <p:cNvPr id="121" name="Google Shape;121;p6"/>
            <p:cNvSpPr/>
            <p:nvPr/>
          </p:nvSpPr>
          <p:spPr>
            <a:xfrm flipH="1">
              <a:off x="8720263" y="2278650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  <p:sp>
          <p:nvSpPr>
            <p:cNvPr id="122" name="Google Shape;122;p6"/>
            <p:cNvSpPr/>
            <p:nvPr/>
          </p:nvSpPr>
          <p:spPr>
            <a:xfrm flipH="1">
              <a:off x="8720263" y="2570381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  <p:sp>
          <p:nvSpPr>
            <p:cNvPr id="123" name="Google Shape;123;p6"/>
            <p:cNvSpPr/>
            <p:nvPr/>
          </p:nvSpPr>
          <p:spPr>
            <a:xfrm flipH="1">
              <a:off x="8720263" y="2862111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  <p:sp>
          <p:nvSpPr>
            <p:cNvPr id="124" name="Google Shape;124;p6"/>
            <p:cNvSpPr/>
            <p:nvPr/>
          </p:nvSpPr>
          <p:spPr>
            <a:xfrm flipH="1">
              <a:off x="8720263" y="3653137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  <p:sp>
          <p:nvSpPr>
            <p:cNvPr id="125" name="Google Shape;125;p6"/>
            <p:cNvSpPr/>
            <p:nvPr/>
          </p:nvSpPr>
          <p:spPr>
            <a:xfrm flipH="1">
              <a:off x="8720263" y="3909472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</p:grpSp>
      <p:grpSp>
        <p:nvGrpSpPr>
          <p:cNvPr id="126" name="Google Shape;126;p6"/>
          <p:cNvGrpSpPr/>
          <p:nvPr/>
        </p:nvGrpSpPr>
        <p:grpSpPr>
          <a:xfrm>
            <a:off x="201163" y="347375"/>
            <a:ext cx="8634811" cy="4668888"/>
            <a:chOff x="201163" y="347375"/>
            <a:chExt cx="8634811" cy="4668888"/>
          </a:xfrm>
        </p:grpSpPr>
        <p:grpSp>
          <p:nvGrpSpPr>
            <p:cNvPr id="127" name="Google Shape;127;p6"/>
            <p:cNvGrpSpPr/>
            <p:nvPr/>
          </p:nvGrpSpPr>
          <p:grpSpPr>
            <a:xfrm>
              <a:off x="201163" y="4191738"/>
              <a:ext cx="8634811" cy="824525"/>
              <a:chOff x="201163" y="4191738"/>
              <a:chExt cx="8634811" cy="824525"/>
            </a:xfrm>
          </p:grpSpPr>
          <p:grpSp>
            <p:nvGrpSpPr>
              <p:cNvPr id="128" name="Google Shape;128;p6"/>
              <p:cNvGrpSpPr/>
              <p:nvPr/>
            </p:nvGrpSpPr>
            <p:grpSpPr>
              <a:xfrm>
                <a:off x="201163" y="4191738"/>
                <a:ext cx="300075" cy="824525"/>
                <a:chOff x="974800" y="3481225"/>
                <a:chExt cx="300075" cy="824525"/>
              </a:xfrm>
            </p:grpSpPr>
            <p:sp>
              <p:nvSpPr>
                <p:cNvPr id="129" name="Google Shape;129;p6"/>
                <p:cNvSpPr/>
                <p:nvPr/>
              </p:nvSpPr>
              <p:spPr>
                <a:xfrm>
                  <a:off x="974800" y="3953300"/>
                  <a:ext cx="300075" cy="58650"/>
                </a:xfrm>
                <a:custGeom>
                  <a:rect b="b" l="l" r="r" t="t"/>
                  <a:pathLst>
                    <a:path extrusionOk="0" h="2346" w="12003">
                      <a:moveTo>
                        <a:pt x="1" y="0"/>
                      </a:moveTo>
                      <a:lnTo>
                        <a:pt x="1" y="2346"/>
                      </a:lnTo>
                      <a:lnTo>
                        <a:pt x="12002" y="2346"/>
                      </a:lnTo>
                      <a:lnTo>
                        <a:pt x="12002" y="0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" name="Google Shape;130;p6"/>
                <p:cNvSpPr/>
                <p:nvPr/>
              </p:nvSpPr>
              <p:spPr>
                <a:xfrm>
                  <a:off x="974800" y="3616050"/>
                  <a:ext cx="300075" cy="41100"/>
                </a:xfrm>
                <a:custGeom>
                  <a:rect b="b" l="l" r="r" t="t"/>
                  <a:pathLst>
                    <a:path extrusionOk="0" h="1644" w="12003">
                      <a:moveTo>
                        <a:pt x="1" y="1"/>
                      </a:moveTo>
                      <a:lnTo>
                        <a:pt x="1" y="1644"/>
                      </a:lnTo>
                      <a:lnTo>
                        <a:pt x="12002" y="1644"/>
                      </a:lnTo>
                      <a:lnTo>
                        <a:pt x="12002" y="1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1" name="Google Shape;131;p6"/>
                <p:cNvSpPr/>
                <p:nvPr/>
              </p:nvSpPr>
              <p:spPr>
                <a:xfrm>
                  <a:off x="974800" y="3875600"/>
                  <a:ext cx="300075" cy="34850"/>
                </a:xfrm>
                <a:custGeom>
                  <a:rect b="b" l="l" r="r" t="t"/>
                  <a:pathLst>
                    <a:path extrusionOk="0" h="1394" w="12003">
                      <a:moveTo>
                        <a:pt x="1" y="1"/>
                      </a:moveTo>
                      <a:lnTo>
                        <a:pt x="1" y="1394"/>
                      </a:lnTo>
                      <a:lnTo>
                        <a:pt x="12002" y="1394"/>
                      </a:lnTo>
                      <a:lnTo>
                        <a:pt x="12002" y="1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2" name="Google Shape;132;p6"/>
                <p:cNvSpPr/>
                <p:nvPr/>
              </p:nvSpPr>
              <p:spPr>
                <a:xfrm>
                  <a:off x="974800" y="4217900"/>
                  <a:ext cx="300075" cy="36650"/>
                </a:xfrm>
                <a:custGeom>
                  <a:rect b="b" l="l" r="r" t="t"/>
                  <a:pathLst>
                    <a:path extrusionOk="0" h="1466" w="12003">
                      <a:moveTo>
                        <a:pt x="1" y="1"/>
                      </a:moveTo>
                      <a:lnTo>
                        <a:pt x="1" y="1465"/>
                      </a:lnTo>
                      <a:lnTo>
                        <a:pt x="12002" y="1465"/>
                      </a:lnTo>
                      <a:lnTo>
                        <a:pt x="12002" y="1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3" name="Google Shape;133;p6"/>
                <p:cNvSpPr/>
                <p:nvPr/>
              </p:nvSpPr>
              <p:spPr>
                <a:xfrm>
                  <a:off x="974800" y="3777375"/>
                  <a:ext cx="300075" cy="21450"/>
                </a:xfrm>
                <a:custGeom>
                  <a:rect b="b" l="l" r="r" t="t"/>
                  <a:pathLst>
                    <a:path extrusionOk="0" h="858" w="12003">
                      <a:moveTo>
                        <a:pt x="1" y="1"/>
                      </a:moveTo>
                      <a:lnTo>
                        <a:pt x="1" y="858"/>
                      </a:lnTo>
                      <a:lnTo>
                        <a:pt x="12002" y="858"/>
                      </a:lnTo>
                      <a:lnTo>
                        <a:pt x="12002" y="1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" name="Google Shape;134;p6"/>
                <p:cNvSpPr/>
                <p:nvPr/>
              </p:nvSpPr>
              <p:spPr>
                <a:xfrm>
                  <a:off x="974800" y="3502950"/>
                  <a:ext cx="300075" cy="21150"/>
                </a:xfrm>
                <a:custGeom>
                  <a:rect b="b" l="l" r="r" t="t"/>
                  <a:pathLst>
                    <a:path extrusionOk="0" h="846" w="12003">
                      <a:moveTo>
                        <a:pt x="1" y="0"/>
                      </a:moveTo>
                      <a:lnTo>
                        <a:pt x="1" y="845"/>
                      </a:lnTo>
                      <a:lnTo>
                        <a:pt x="12002" y="845"/>
                      </a:lnTo>
                      <a:lnTo>
                        <a:pt x="12002" y="0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" name="Google Shape;135;p6"/>
                <p:cNvSpPr/>
                <p:nvPr/>
              </p:nvSpPr>
              <p:spPr>
                <a:xfrm>
                  <a:off x="974800" y="4117900"/>
                  <a:ext cx="300075" cy="22650"/>
                </a:xfrm>
                <a:custGeom>
                  <a:rect b="b" l="l" r="r" t="t"/>
                  <a:pathLst>
                    <a:path extrusionOk="0" h="906" w="12003">
                      <a:moveTo>
                        <a:pt x="1" y="0"/>
                      </a:moveTo>
                      <a:lnTo>
                        <a:pt x="1" y="905"/>
                      </a:lnTo>
                      <a:lnTo>
                        <a:pt x="12002" y="905"/>
                      </a:lnTo>
                      <a:lnTo>
                        <a:pt x="12002" y="0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" name="Google Shape;136;p6"/>
                <p:cNvSpPr/>
                <p:nvPr/>
              </p:nvSpPr>
              <p:spPr>
                <a:xfrm>
                  <a:off x="974800" y="3744050"/>
                  <a:ext cx="300075" cy="18775"/>
                </a:xfrm>
                <a:custGeom>
                  <a:rect b="b" l="l" r="r" t="t"/>
                  <a:pathLst>
                    <a:path extrusionOk="0" h="751" w="12003">
                      <a:moveTo>
                        <a:pt x="12002" y="0"/>
                      </a:moveTo>
                      <a:cubicBezTo>
                        <a:pt x="8002" y="0"/>
                        <a:pt x="4013" y="0"/>
                        <a:pt x="25" y="12"/>
                      </a:cubicBezTo>
                      <a:lnTo>
                        <a:pt x="1" y="12"/>
                      </a:lnTo>
                      <a:lnTo>
                        <a:pt x="1" y="750"/>
                      </a:lnTo>
                      <a:lnTo>
                        <a:pt x="12002" y="750"/>
                      </a:lnTo>
                      <a:lnTo>
                        <a:pt x="12002" y="0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" name="Google Shape;137;p6"/>
                <p:cNvSpPr/>
                <p:nvPr/>
              </p:nvSpPr>
              <p:spPr>
                <a:xfrm>
                  <a:off x="974800" y="3700000"/>
                  <a:ext cx="300075" cy="15200"/>
                </a:xfrm>
                <a:custGeom>
                  <a:rect b="b" l="l" r="r" t="t"/>
                  <a:pathLst>
                    <a:path extrusionOk="0" h="608" w="12003">
                      <a:moveTo>
                        <a:pt x="12002" y="0"/>
                      </a:moveTo>
                      <a:cubicBezTo>
                        <a:pt x="8002" y="12"/>
                        <a:pt x="4013" y="12"/>
                        <a:pt x="25" y="12"/>
                      </a:cubicBezTo>
                      <a:lnTo>
                        <a:pt x="1" y="12"/>
                      </a:lnTo>
                      <a:lnTo>
                        <a:pt x="1" y="607"/>
                      </a:lnTo>
                      <a:lnTo>
                        <a:pt x="12002" y="607"/>
                      </a:lnTo>
                      <a:lnTo>
                        <a:pt x="12002" y="0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8" name="Google Shape;138;p6"/>
                <p:cNvSpPr/>
                <p:nvPr/>
              </p:nvSpPr>
              <p:spPr>
                <a:xfrm>
                  <a:off x="974800" y="3574075"/>
                  <a:ext cx="300075" cy="14925"/>
                </a:xfrm>
                <a:custGeom>
                  <a:rect b="b" l="l" r="r" t="t"/>
                  <a:pathLst>
                    <a:path extrusionOk="0" h="597" w="12003">
                      <a:moveTo>
                        <a:pt x="1" y="1"/>
                      </a:moveTo>
                      <a:lnTo>
                        <a:pt x="1" y="596"/>
                      </a:lnTo>
                      <a:lnTo>
                        <a:pt x="12002" y="596"/>
                      </a:lnTo>
                      <a:lnTo>
                        <a:pt x="12002" y="1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9" name="Google Shape;139;p6"/>
                <p:cNvSpPr/>
                <p:nvPr/>
              </p:nvSpPr>
              <p:spPr>
                <a:xfrm>
                  <a:off x="974800" y="4160475"/>
                  <a:ext cx="300075" cy="17875"/>
                </a:xfrm>
                <a:custGeom>
                  <a:rect b="b" l="l" r="r" t="t"/>
                  <a:pathLst>
                    <a:path extrusionOk="0" h="715" w="12003">
                      <a:moveTo>
                        <a:pt x="12002" y="0"/>
                      </a:moveTo>
                      <a:cubicBezTo>
                        <a:pt x="11467" y="0"/>
                        <a:pt x="10943" y="12"/>
                        <a:pt x="10407" y="12"/>
                      </a:cubicBezTo>
                      <a:lnTo>
                        <a:pt x="406" y="12"/>
                      </a:lnTo>
                      <a:cubicBezTo>
                        <a:pt x="340" y="6"/>
                        <a:pt x="272" y="3"/>
                        <a:pt x="203" y="3"/>
                      </a:cubicBezTo>
                      <a:cubicBezTo>
                        <a:pt x="135" y="3"/>
                        <a:pt x="66" y="6"/>
                        <a:pt x="1" y="12"/>
                      </a:cubicBezTo>
                      <a:lnTo>
                        <a:pt x="1" y="714"/>
                      </a:lnTo>
                      <a:lnTo>
                        <a:pt x="12002" y="714"/>
                      </a:lnTo>
                      <a:lnTo>
                        <a:pt x="12002" y="0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" name="Google Shape;140;p6"/>
                <p:cNvSpPr/>
                <p:nvPr/>
              </p:nvSpPr>
              <p:spPr>
                <a:xfrm>
                  <a:off x="974800" y="3481225"/>
                  <a:ext cx="300075" cy="8950"/>
                </a:xfrm>
                <a:custGeom>
                  <a:rect b="b" l="l" r="r" t="t"/>
                  <a:pathLst>
                    <a:path extrusionOk="0" h="358" w="12003">
                      <a:moveTo>
                        <a:pt x="1" y="0"/>
                      </a:moveTo>
                      <a:lnTo>
                        <a:pt x="1" y="357"/>
                      </a:lnTo>
                      <a:lnTo>
                        <a:pt x="12002" y="357"/>
                      </a:lnTo>
                      <a:lnTo>
                        <a:pt x="12002" y="0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" name="Google Shape;141;p6"/>
                <p:cNvSpPr/>
                <p:nvPr/>
              </p:nvSpPr>
              <p:spPr>
                <a:xfrm>
                  <a:off x="974800" y="3849200"/>
                  <a:ext cx="300075" cy="10350"/>
                </a:xfrm>
                <a:custGeom>
                  <a:rect b="b" l="l" r="r" t="t"/>
                  <a:pathLst>
                    <a:path extrusionOk="0" h="414" w="12003">
                      <a:moveTo>
                        <a:pt x="6037" y="0"/>
                      </a:moveTo>
                      <a:cubicBezTo>
                        <a:pt x="4049" y="0"/>
                        <a:pt x="2061" y="3"/>
                        <a:pt x="72" y="9"/>
                      </a:cubicBezTo>
                      <a:lnTo>
                        <a:pt x="1" y="9"/>
                      </a:lnTo>
                      <a:lnTo>
                        <a:pt x="1" y="414"/>
                      </a:lnTo>
                      <a:lnTo>
                        <a:pt x="12002" y="414"/>
                      </a:lnTo>
                      <a:lnTo>
                        <a:pt x="12002" y="9"/>
                      </a:lnTo>
                      <a:cubicBezTo>
                        <a:pt x="10014" y="3"/>
                        <a:pt x="8026" y="0"/>
                        <a:pt x="6037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2" name="Google Shape;142;p6"/>
                <p:cNvSpPr/>
                <p:nvPr/>
              </p:nvSpPr>
              <p:spPr>
                <a:xfrm>
                  <a:off x="974800" y="4057550"/>
                  <a:ext cx="300075" cy="13975"/>
                </a:xfrm>
                <a:custGeom>
                  <a:rect b="b" l="l" r="r" t="t"/>
                  <a:pathLst>
                    <a:path extrusionOk="0" h="559" w="12003">
                      <a:moveTo>
                        <a:pt x="223" y="0"/>
                      </a:moveTo>
                      <a:cubicBezTo>
                        <a:pt x="147" y="0"/>
                        <a:pt x="72" y="3"/>
                        <a:pt x="1" y="9"/>
                      </a:cubicBezTo>
                      <a:lnTo>
                        <a:pt x="1" y="533"/>
                      </a:lnTo>
                      <a:cubicBezTo>
                        <a:pt x="82" y="548"/>
                        <a:pt x="163" y="558"/>
                        <a:pt x="244" y="558"/>
                      </a:cubicBezTo>
                      <a:cubicBezTo>
                        <a:pt x="294" y="558"/>
                        <a:pt x="344" y="554"/>
                        <a:pt x="394" y="545"/>
                      </a:cubicBezTo>
                      <a:lnTo>
                        <a:pt x="12002" y="545"/>
                      </a:lnTo>
                      <a:lnTo>
                        <a:pt x="12002" y="9"/>
                      </a:lnTo>
                      <a:cubicBezTo>
                        <a:pt x="10074" y="3"/>
                        <a:pt x="8148" y="0"/>
                        <a:pt x="6223" y="0"/>
                      </a:cubicBezTo>
                      <a:cubicBezTo>
                        <a:pt x="4299" y="0"/>
                        <a:pt x="2376" y="3"/>
                        <a:pt x="453" y="9"/>
                      </a:cubicBezTo>
                      <a:cubicBezTo>
                        <a:pt x="376" y="3"/>
                        <a:pt x="299" y="0"/>
                        <a:pt x="223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3" name="Google Shape;143;p6"/>
                <p:cNvSpPr/>
                <p:nvPr/>
              </p:nvSpPr>
              <p:spPr>
                <a:xfrm>
                  <a:off x="974800" y="3928675"/>
                  <a:ext cx="300075" cy="10575"/>
                </a:xfrm>
                <a:custGeom>
                  <a:rect b="b" l="l" r="r" t="t"/>
                  <a:pathLst>
                    <a:path extrusionOk="0" h="423" w="12003">
                      <a:moveTo>
                        <a:pt x="223" y="0"/>
                      </a:moveTo>
                      <a:cubicBezTo>
                        <a:pt x="147" y="0"/>
                        <a:pt x="72" y="3"/>
                        <a:pt x="1" y="9"/>
                      </a:cubicBezTo>
                      <a:lnTo>
                        <a:pt x="1" y="414"/>
                      </a:lnTo>
                      <a:cubicBezTo>
                        <a:pt x="66" y="420"/>
                        <a:pt x="132" y="423"/>
                        <a:pt x="197" y="423"/>
                      </a:cubicBezTo>
                      <a:cubicBezTo>
                        <a:pt x="263" y="423"/>
                        <a:pt x="328" y="420"/>
                        <a:pt x="394" y="414"/>
                      </a:cubicBezTo>
                      <a:lnTo>
                        <a:pt x="12002" y="414"/>
                      </a:lnTo>
                      <a:lnTo>
                        <a:pt x="12002" y="9"/>
                      </a:lnTo>
                      <a:lnTo>
                        <a:pt x="453" y="9"/>
                      </a:lnTo>
                      <a:cubicBezTo>
                        <a:pt x="376" y="3"/>
                        <a:pt x="299" y="0"/>
                        <a:pt x="223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4" name="Google Shape;144;p6"/>
                <p:cNvSpPr/>
                <p:nvPr/>
              </p:nvSpPr>
              <p:spPr>
                <a:xfrm>
                  <a:off x="974800" y="4081350"/>
                  <a:ext cx="300075" cy="13050"/>
                </a:xfrm>
                <a:custGeom>
                  <a:rect b="b" l="l" r="r" t="t"/>
                  <a:pathLst>
                    <a:path extrusionOk="0" h="522" w="12003">
                      <a:moveTo>
                        <a:pt x="6091" y="1"/>
                      </a:moveTo>
                      <a:cubicBezTo>
                        <a:pt x="4121" y="1"/>
                        <a:pt x="2150" y="4"/>
                        <a:pt x="180" y="10"/>
                      </a:cubicBezTo>
                      <a:cubicBezTo>
                        <a:pt x="120" y="10"/>
                        <a:pt x="61" y="22"/>
                        <a:pt x="1" y="46"/>
                      </a:cubicBezTo>
                      <a:lnTo>
                        <a:pt x="1" y="522"/>
                      </a:lnTo>
                      <a:lnTo>
                        <a:pt x="12002" y="522"/>
                      </a:lnTo>
                      <a:lnTo>
                        <a:pt x="12002" y="10"/>
                      </a:lnTo>
                      <a:cubicBezTo>
                        <a:pt x="10032" y="4"/>
                        <a:pt x="8062" y="1"/>
                        <a:pt x="6091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5" name="Google Shape;145;p6"/>
                <p:cNvSpPr/>
                <p:nvPr/>
              </p:nvSpPr>
              <p:spPr>
                <a:xfrm>
                  <a:off x="974800" y="4293675"/>
                  <a:ext cx="300075" cy="12075"/>
                </a:xfrm>
                <a:custGeom>
                  <a:rect b="b" l="l" r="r" t="t"/>
                  <a:pathLst>
                    <a:path extrusionOk="0" h="483" w="12003">
                      <a:moveTo>
                        <a:pt x="10598" y="1"/>
                      </a:moveTo>
                      <a:cubicBezTo>
                        <a:pt x="9662" y="1"/>
                        <a:pt x="8728" y="6"/>
                        <a:pt x="7800" y="6"/>
                      </a:cubicBezTo>
                      <a:lnTo>
                        <a:pt x="334" y="6"/>
                      </a:lnTo>
                      <a:cubicBezTo>
                        <a:pt x="215" y="18"/>
                        <a:pt x="108" y="30"/>
                        <a:pt x="1" y="77"/>
                      </a:cubicBezTo>
                      <a:lnTo>
                        <a:pt x="1" y="482"/>
                      </a:lnTo>
                      <a:lnTo>
                        <a:pt x="12002" y="482"/>
                      </a:lnTo>
                      <a:lnTo>
                        <a:pt x="12002" y="6"/>
                      </a:lnTo>
                      <a:cubicBezTo>
                        <a:pt x="11534" y="2"/>
                        <a:pt x="11066" y="1"/>
                        <a:pt x="10598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6" name="Google Shape;146;p6"/>
                <p:cNvSpPr/>
                <p:nvPr/>
              </p:nvSpPr>
              <p:spPr>
                <a:xfrm>
                  <a:off x="974800" y="3535675"/>
                  <a:ext cx="300075" cy="3000"/>
                </a:xfrm>
                <a:custGeom>
                  <a:rect b="b" l="l" r="r" t="t"/>
                  <a:pathLst>
                    <a:path extrusionOk="0" h="120" w="12003">
                      <a:moveTo>
                        <a:pt x="1" y="1"/>
                      </a:moveTo>
                      <a:lnTo>
                        <a:pt x="1" y="120"/>
                      </a:lnTo>
                      <a:lnTo>
                        <a:pt x="12002" y="120"/>
                      </a:lnTo>
                      <a:lnTo>
                        <a:pt x="12002" y="1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7" name="Google Shape;147;p6"/>
                <p:cNvSpPr/>
                <p:nvPr/>
              </p:nvSpPr>
              <p:spPr>
                <a:xfrm>
                  <a:off x="974800" y="3556825"/>
                  <a:ext cx="300075" cy="1800"/>
                </a:xfrm>
                <a:custGeom>
                  <a:rect b="b" l="l" r="r" t="t"/>
                  <a:pathLst>
                    <a:path extrusionOk="0" h="72" w="12003">
                      <a:moveTo>
                        <a:pt x="1" y="0"/>
                      </a:moveTo>
                      <a:lnTo>
                        <a:pt x="1" y="72"/>
                      </a:lnTo>
                      <a:lnTo>
                        <a:pt x="12002" y="72"/>
                      </a:lnTo>
                      <a:lnTo>
                        <a:pt x="12002" y="0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8" name="Google Shape;148;p6"/>
                <p:cNvSpPr/>
                <p:nvPr/>
              </p:nvSpPr>
              <p:spPr>
                <a:xfrm>
                  <a:off x="974800" y="3683625"/>
                  <a:ext cx="300075" cy="1500"/>
                </a:xfrm>
                <a:custGeom>
                  <a:rect b="b" l="l" r="r" t="t"/>
                  <a:pathLst>
                    <a:path extrusionOk="0" h="60" w="12003">
                      <a:moveTo>
                        <a:pt x="1" y="0"/>
                      </a:moveTo>
                      <a:lnTo>
                        <a:pt x="1" y="60"/>
                      </a:lnTo>
                      <a:lnTo>
                        <a:pt x="12002" y="60"/>
                      </a:lnTo>
                      <a:lnTo>
                        <a:pt x="12002" y="0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9" name="Google Shape;149;p6"/>
                <p:cNvSpPr/>
                <p:nvPr/>
              </p:nvSpPr>
              <p:spPr>
                <a:xfrm>
                  <a:off x="974800" y="3822025"/>
                  <a:ext cx="300075" cy="1825"/>
                </a:xfrm>
                <a:custGeom>
                  <a:rect b="b" l="l" r="r" t="t"/>
                  <a:pathLst>
                    <a:path extrusionOk="0" h="73" w="12003">
                      <a:moveTo>
                        <a:pt x="1" y="1"/>
                      </a:moveTo>
                      <a:lnTo>
                        <a:pt x="1" y="72"/>
                      </a:lnTo>
                      <a:lnTo>
                        <a:pt x="12002" y="72"/>
                      </a:lnTo>
                      <a:lnTo>
                        <a:pt x="12002" y="1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0" name="Google Shape;150;p6"/>
                <p:cNvSpPr/>
                <p:nvPr/>
              </p:nvSpPr>
              <p:spPr>
                <a:xfrm>
                  <a:off x="974800" y="4037825"/>
                  <a:ext cx="300075" cy="1525"/>
                </a:xfrm>
                <a:custGeom>
                  <a:rect b="b" l="l" r="r" t="t"/>
                  <a:pathLst>
                    <a:path extrusionOk="0" h="61" w="12003">
                      <a:moveTo>
                        <a:pt x="1" y="1"/>
                      </a:moveTo>
                      <a:lnTo>
                        <a:pt x="1" y="60"/>
                      </a:lnTo>
                      <a:lnTo>
                        <a:pt x="12002" y="60"/>
                      </a:lnTo>
                      <a:lnTo>
                        <a:pt x="12002" y="1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1" name="Google Shape;151;p6"/>
                <p:cNvSpPr/>
                <p:nvPr/>
              </p:nvSpPr>
              <p:spPr>
                <a:xfrm>
                  <a:off x="974800" y="4152125"/>
                  <a:ext cx="300075" cy="1525"/>
                </a:xfrm>
                <a:custGeom>
                  <a:rect b="b" l="l" r="r" t="t"/>
                  <a:pathLst>
                    <a:path extrusionOk="0" h="61" w="12003">
                      <a:moveTo>
                        <a:pt x="1" y="1"/>
                      </a:moveTo>
                      <a:lnTo>
                        <a:pt x="1" y="60"/>
                      </a:lnTo>
                      <a:lnTo>
                        <a:pt x="12002" y="60"/>
                      </a:lnTo>
                      <a:lnTo>
                        <a:pt x="12002" y="1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2" name="Google Shape;152;p6"/>
                <p:cNvSpPr/>
                <p:nvPr/>
              </p:nvSpPr>
              <p:spPr>
                <a:xfrm>
                  <a:off x="974800" y="4199150"/>
                  <a:ext cx="300075" cy="2425"/>
                </a:xfrm>
                <a:custGeom>
                  <a:rect b="b" l="l" r="r" t="t"/>
                  <a:pathLst>
                    <a:path extrusionOk="0" h="97" w="12003">
                      <a:moveTo>
                        <a:pt x="1" y="1"/>
                      </a:moveTo>
                      <a:lnTo>
                        <a:pt x="1" y="96"/>
                      </a:lnTo>
                      <a:lnTo>
                        <a:pt x="12002" y="96"/>
                      </a:lnTo>
                      <a:lnTo>
                        <a:pt x="12002" y="1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3" name="Google Shape;153;p6"/>
                <p:cNvSpPr/>
                <p:nvPr/>
              </p:nvSpPr>
              <p:spPr>
                <a:xfrm>
                  <a:off x="974800" y="4273875"/>
                  <a:ext cx="300075" cy="1800"/>
                </a:xfrm>
                <a:custGeom>
                  <a:rect b="b" l="l" r="r" t="t"/>
                  <a:pathLst>
                    <a:path extrusionOk="0" h="72" w="12003">
                      <a:moveTo>
                        <a:pt x="1" y="0"/>
                      </a:moveTo>
                      <a:lnTo>
                        <a:pt x="1" y="72"/>
                      </a:lnTo>
                      <a:lnTo>
                        <a:pt x="12002" y="72"/>
                      </a:lnTo>
                      <a:lnTo>
                        <a:pt x="12002" y="0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154" name="Google Shape;154;p6"/>
              <p:cNvSpPr/>
              <p:nvPr/>
            </p:nvSpPr>
            <p:spPr>
              <a:xfrm>
                <a:off x="8430786" y="4604000"/>
                <a:ext cx="405188" cy="405650"/>
              </a:xfrm>
              <a:custGeom>
                <a:rect b="b" l="l" r="r" t="t"/>
                <a:pathLst>
                  <a:path extrusionOk="0" h="28836" w="28798">
                    <a:moveTo>
                      <a:pt x="13026" y="1"/>
                    </a:moveTo>
                    <a:lnTo>
                      <a:pt x="13026" y="11097"/>
                    </a:lnTo>
                    <a:lnTo>
                      <a:pt x="5196" y="3266"/>
                    </a:lnTo>
                    <a:lnTo>
                      <a:pt x="3229" y="5196"/>
                    </a:lnTo>
                    <a:lnTo>
                      <a:pt x="11059" y="13063"/>
                    </a:lnTo>
                    <a:lnTo>
                      <a:pt x="0" y="13063"/>
                    </a:lnTo>
                    <a:lnTo>
                      <a:pt x="0" y="15810"/>
                    </a:lnTo>
                    <a:lnTo>
                      <a:pt x="11059" y="15810"/>
                    </a:lnTo>
                    <a:lnTo>
                      <a:pt x="3229" y="23640"/>
                    </a:lnTo>
                    <a:lnTo>
                      <a:pt x="5196" y="25607"/>
                    </a:lnTo>
                    <a:lnTo>
                      <a:pt x="13026" y="17739"/>
                    </a:lnTo>
                    <a:lnTo>
                      <a:pt x="13026" y="28835"/>
                    </a:lnTo>
                    <a:lnTo>
                      <a:pt x="15772" y="28835"/>
                    </a:lnTo>
                    <a:lnTo>
                      <a:pt x="15772" y="17739"/>
                    </a:lnTo>
                    <a:lnTo>
                      <a:pt x="23602" y="25607"/>
                    </a:lnTo>
                    <a:lnTo>
                      <a:pt x="25569" y="23640"/>
                    </a:lnTo>
                    <a:lnTo>
                      <a:pt x="17702" y="15810"/>
                    </a:lnTo>
                    <a:lnTo>
                      <a:pt x="28798" y="15810"/>
                    </a:lnTo>
                    <a:lnTo>
                      <a:pt x="28798" y="13063"/>
                    </a:lnTo>
                    <a:lnTo>
                      <a:pt x="17702" y="13063"/>
                    </a:lnTo>
                    <a:lnTo>
                      <a:pt x="25569" y="5196"/>
                    </a:lnTo>
                    <a:lnTo>
                      <a:pt x="23602" y="3266"/>
                    </a:lnTo>
                    <a:lnTo>
                      <a:pt x="15772" y="11097"/>
                    </a:lnTo>
                    <a:lnTo>
                      <a:pt x="15772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55" name="Google Shape;155;p6"/>
            <p:cNvSpPr/>
            <p:nvPr/>
          </p:nvSpPr>
          <p:spPr>
            <a:xfrm>
              <a:off x="270725" y="347375"/>
              <a:ext cx="191152" cy="192127"/>
            </a:xfrm>
            <a:custGeom>
              <a:rect b="b" l="l" r="r" t="t"/>
              <a:pathLst>
                <a:path extrusionOk="0" h="65797" w="65463">
                  <a:moveTo>
                    <a:pt x="32806" y="0"/>
                  </a:moveTo>
                  <a:cubicBezTo>
                    <a:pt x="28798" y="18110"/>
                    <a:pt x="17850" y="28872"/>
                    <a:pt x="0" y="33066"/>
                  </a:cubicBezTo>
                  <a:cubicBezTo>
                    <a:pt x="17702" y="37222"/>
                    <a:pt x="28464" y="47910"/>
                    <a:pt x="32806" y="65797"/>
                  </a:cubicBezTo>
                  <a:cubicBezTo>
                    <a:pt x="36962" y="47910"/>
                    <a:pt x="47761" y="37259"/>
                    <a:pt x="65463" y="33066"/>
                  </a:cubicBezTo>
                  <a:cubicBezTo>
                    <a:pt x="47576" y="28687"/>
                    <a:pt x="36739" y="18110"/>
                    <a:pt x="328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">
  <p:cSld name="ONE_COLUMN_TEXT">
    <p:spTree>
      <p:nvGrpSpPr>
        <p:cNvPr id="156" name="Shape 1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" name="Google Shape;157;p7"/>
          <p:cNvSpPr txBox="1"/>
          <p:nvPr>
            <p:ph type="title"/>
          </p:nvPr>
        </p:nvSpPr>
        <p:spPr>
          <a:xfrm>
            <a:off x="720000" y="445025"/>
            <a:ext cx="77109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158" name="Google Shape;158;p7"/>
          <p:cNvSpPr txBox="1"/>
          <p:nvPr>
            <p:ph idx="1" type="subTitle"/>
          </p:nvPr>
        </p:nvSpPr>
        <p:spPr>
          <a:xfrm>
            <a:off x="2127450" y="1624125"/>
            <a:ext cx="4896000" cy="2298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Nunito Light"/>
              <a:buChar char="♦"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600"/>
              <a:buFont typeface="Nunito Light"/>
              <a:buChar char="○"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rgbClr val="E76A28"/>
              </a:buClr>
              <a:buSzPts val="1500"/>
              <a:buFont typeface="Nunito Light"/>
              <a:buChar char="■"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rgbClr val="E76A28"/>
              </a:buClr>
              <a:buSzPts val="1500"/>
              <a:buFont typeface="Nunito Light"/>
              <a:buChar char="●"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rgbClr val="E76A28"/>
              </a:buClr>
              <a:buSzPts val="1400"/>
              <a:buFont typeface="Nunito Light"/>
              <a:buChar char="○"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rgbClr val="999999"/>
              </a:buClr>
              <a:buSzPts val="1400"/>
              <a:buFont typeface="Nunito Light"/>
              <a:buChar char="■"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rgbClr val="999999"/>
              </a:buClr>
              <a:buSzPts val="1300"/>
              <a:buFont typeface="Nunito Light"/>
              <a:buChar char="●"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rgbClr val="999999"/>
              </a:buClr>
              <a:buSzPts val="1300"/>
              <a:buFont typeface="Nunito Light"/>
              <a:buChar char="○"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rgbClr val="999999"/>
              </a:buClr>
              <a:buSzPts val="1400"/>
              <a:buFont typeface="Nunito Light"/>
              <a:buChar char="■"/>
              <a:defRPr/>
            </a:lvl9pPr>
          </a:lstStyle>
          <a:p/>
        </p:txBody>
      </p:sp>
      <p:grpSp>
        <p:nvGrpSpPr>
          <p:cNvPr id="159" name="Google Shape;159;p7"/>
          <p:cNvGrpSpPr/>
          <p:nvPr/>
        </p:nvGrpSpPr>
        <p:grpSpPr>
          <a:xfrm>
            <a:off x="313763" y="1189254"/>
            <a:ext cx="37200" cy="2280719"/>
            <a:chOff x="8720263" y="1665954"/>
            <a:chExt cx="37200" cy="2280719"/>
          </a:xfrm>
        </p:grpSpPr>
        <p:sp>
          <p:nvSpPr>
            <p:cNvPr id="160" name="Google Shape;160;p7"/>
            <p:cNvSpPr/>
            <p:nvPr/>
          </p:nvSpPr>
          <p:spPr>
            <a:xfrm flipH="1">
              <a:off x="8720263" y="1665954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  <p:sp>
          <p:nvSpPr>
            <p:cNvPr id="161" name="Google Shape;161;p7"/>
            <p:cNvSpPr/>
            <p:nvPr/>
          </p:nvSpPr>
          <p:spPr>
            <a:xfrm flipH="1">
              <a:off x="8720263" y="2278650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  <p:sp>
          <p:nvSpPr>
            <p:cNvPr id="162" name="Google Shape;162;p7"/>
            <p:cNvSpPr/>
            <p:nvPr/>
          </p:nvSpPr>
          <p:spPr>
            <a:xfrm flipH="1">
              <a:off x="8720263" y="2570381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  <p:sp>
          <p:nvSpPr>
            <p:cNvPr id="163" name="Google Shape;163;p7"/>
            <p:cNvSpPr/>
            <p:nvPr/>
          </p:nvSpPr>
          <p:spPr>
            <a:xfrm flipH="1">
              <a:off x="8720263" y="2862111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  <p:sp>
          <p:nvSpPr>
            <p:cNvPr id="164" name="Google Shape;164;p7"/>
            <p:cNvSpPr/>
            <p:nvPr/>
          </p:nvSpPr>
          <p:spPr>
            <a:xfrm flipH="1">
              <a:off x="8720263" y="3653137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  <p:sp>
          <p:nvSpPr>
            <p:cNvPr id="165" name="Google Shape;165;p7"/>
            <p:cNvSpPr/>
            <p:nvPr/>
          </p:nvSpPr>
          <p:spPr>
            <a:xfrm flipH="1">
              <a:off x="8720263" y="3909472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</p:grpSp>
      <p:grpSp>
        <p:nvGrpSpPr>
          <p:cNvPr id="166" name="Google Shape;166;p7"/>
          <p:cNvGrpSpPr/>
          <p:nvPr/>
        </p:nvGrpSpPr>
        <p:grpSpPr>
          <a:xfrm>
            <a:off x="8065000" y="273475"/>
            <a:ext cx="947787" cy="4749654"/>
            <a:chOff x="8065000" y="273475"/>
            <a:chExt cx="947787" cy="4749654"/>
          </a:xfrm>
        </p:grpSpPr>
        <p:sp>
          <p:nvSpPr>
            <p:cNvPr id="167" name="Google Shape;167;p7"/>
            <p:cNvSpPr/>
            <p:nvPr/>
          </p:nvSpPr>
          <p:spPr>
            <a:xfrm>
              <a:off x="8489486" y="273475"/>
              <a:ext cx="523301" cy="915777"/>
            </a:xfrm>
            <a:custGeom>
              <a:rect b="b" l="l" r="r" t="t"/>
              <a:pathLst>
                <a:path extrusionOk="0" h="52248" w="29856">
                  <a:moveTo>
                    <a:pt x="20668" y="8089"/>
                  </a:moveTo>
                  <a:cubicBezTo>
                    <a:pt x="20666" y="8116"/>
                    <a:pt x="20665" y="8144"/>
                    <a:pt x="20664" y="8171"/>
                  </a:cubicBezTo>
                  <a:cubicBezTo>
                    <a:pt x="20665" y="8144"/>
                    <a:pt x="20667" y="8116"/>
                    <a:pt x="20668" y="8089"/>
                  </a:cubicBezTo>
                  <a:close/>
                  <a:moveTo>
                    <a:pt x="24585" y="4346"/>
                  </a:moveTo>
                  <a:cubicBezTo>
                    <a:pt x="26590" y="4346"/>
                    <a:pt x="27886" y="4872"/>
                    <a:pt x="28285" y="5736"/>
                  </a:cubicBezTo>
                  <a:cubicBezTo>
                    <a:pt x="28913" y="7071"/>
                    <a:pt x="27420" y="9193"/>
                    <a:pt x="24671" y="11235"/>
                  </a:cubicBezTo>
                  <a:lnTo>
                    <a:pt x="24435" y="11235"/>
                  </a:lnTo>
                  <a:cubicBezTo>
                    <a:pt x="24042" y="11235"/>
                    <a:pt x="23571" y="11235"/>
                    <a:pt x="23099" y="11314"/>
                  </a:cubicBezTo>
                  <a:cubicBezTo>
                    <a:pt x="19642" y="11707"/>
                    <a:pt x="16185" y="12649"/>
                    <a:pt x="12885" y="14142"/>
                  </a:cubicBezTo>
                  <a:cubicBezTo>
                    <a:pt x="10136" y="15242"/>
                    <a:pt x="7464" y="16735"/>
                    <a:pt x="5029" y="18542"/>
                  </a:cubicBezTo>
                  <a:cubicBezTo>
                    <a:pt x="3222" y="18542"/>
                    <a:pt x="1965" y="18071"/>
                    <a:pt x="1572" y="17206"/>
                  </a:cubicBezTo>
                  <a:cubicBezTo>
                    <a:pt x="550" y="14849"/>
                    <a:pt x="5814" y="10292"/>
                    <a:pt x="13043" y="7150"/>
                  </a:cubicBezTo>
                  <a:cubicBezTo>
                    <a:pt x="15085" y="6286"/>
                    <a:pt x="17128" y="5578"/>
                    <a:pt x="19249" y="5107"/>
                  </a:cubicBezTo>
                  <a:cubicBezTo>
                    <a:pt x="20170" y="5798"/>
                    <a:pt x="20716" y="6938"/>
                    <a:pt x="20668" y="8089"/>
                  </a:cubicBezTo>
                  <a:lnTo>
                    <a:pt x="20668" y="8089"/>
                  </a:lnTo>
                  <a:cubicBezTo>
                    <a:pt x="20775" y="6395"/>
                    <a:pt x="21790" y="4941"/>
                    <a:pt x="23413" y="4400"/>
                  </a:cubicBezTo>
                  <a:cubicBezTo>
                    <a:pt x="23827" y="4363"/>
                    <a:pt x="24218" y="4346"/>
                    <a:pt x="24585" y="4346"/>
                  </a:cubicBezTo>
                  <a:close/>
                  <a:moveTo>
                    <a:pt x="24121" y="11707"/>
                  </a:moveTo>
                  <a:cubicBezTo>
                    <a:pt x="21842" y="13278"/>
                    <a:pt x="19407" y="14692"/>
                    <a:pt x="16814" y="15792"/>
                  </a:cubicBezTo>
                  <a:cubicBezTo>
                    <a:pt x="13278" y="17364"/>
                    <a:pt x="9586" y="18306"/>
                    <a:pt x="5736" y="18542"/>
                  </a:cubicBezTo>
                  <a:cubicBezTo>
                    <a:pt x="8014" y="16971"/>
                    <a:pt x="10528" y="15556"/>
                    <a:pt x="13121" y="14457"/>
                  </a:cubicBezTo>
                  <a:cubicBezTo>
                    <a:pt x="16264" y="13042"/>
                    <a:pt x="19721" y="12100"/>
                    <a:pt x="23178" y="11707"/>
                  </a:cubicBezTo>
                  <a:close/>
                  <a:moveTo>
                    <a:pt x="24828" y="11707"/>
                  </a:moveTo>
                  <a:cubicBezTo>
                    <a:pt x="26713" y="11785"/>
                    <a:pt x="27970" y="12257"/>
                    <a:pt x="28285" y="13121"/>
                  </a:cubicBezTo>
                  <a:cubicBezTo>
                    <a:pt x="28835" y="14457"/>
                    <a:pt x="27420" y="16499"/>
                    <a:pt x="24671" y="18621"/>
                  </a:cubicBezTo>
                  <a:lnTo>
                    <a:pt x="24435" y="18621"/>
                  </a:lnTo>
                  <a:cubicBezTo>
                    <a:pt x="24042" y="18621"/>
                    <a:pt x="23571" y="18699"/>
                    <a:pt x="23099" y="18699"/>
                  </a:cubicBezTo>
                  <a:cubicBezTo>
                    <a:pt x="19564" y="19092"/>
                    <a:pt x="16185" y="20035"/>
                    <a:pt x="12885" y="21528"/>
                  </a:cubicBezTo>
                  <a:cubicBezTo>
                    <a:pt x="10136" y="22628"/>
                    <a:pt x="7464" y="24120"/>
                    <a:pt x="5029" y="25927"/>
                  </a:cubicBezTo>
                  <a:cubicBezTo>
                    <a:pt x="3222" y="25849"/>
                    <a:pt x="1965" y="25377"/>
                    <a:pt x="1572" y="24592"/>
                  </a:cubicBezTo>
                  <a:cubicBezTo>
                    <a:pt x="943" y="23256"/>
                    <a:pt x="2436" y="21135"/>
                    <a:pt x="5186" y="19092"/>
                  </a:cubicBezTo>
                  <a:cubicBezTo>
                    <a:pt x="8093" y="19092"/>
                    <a:pt x="12414" y="18149"/>
                    <a:pt x="16971" y="16185"/>
                  </a:cubicBezTo>
                  <a:cubicBezTo>
                    <a:pt x="19721" y="15007"/>
                    <a:pt x="22392" y="13514"/>
                    <a:pt x="24828" y="11707"/>
                  </a:cubicBezTo>
                  <a:close/>
                  <a:moveTo>
                    <a:pt x="24121" y="19092"/>
                  </a:moveTo>
                  <a:cubicBezTo>
                    <a:pt x="21842" y="20663"/>
                    <a:pt x="19407" y="22078"/>
                    <a:pt x="16814" y="23178"/>
                  </a:cubicBezTo>
                  <a:cubicBezTo>
                    <a:pt x="13278" y="24749"/>
                    <a:pt x="9586" y="25692"/>
                    <a:pt x="5736" y="25927"/>
                  </a:cubicBezTo>
                  <a:cubicBezTo>
                    <a:pt x="8014" y="24356"/>
                    <a:pt x="10528" y="22942"/>
                    <a:pt x="13121" y="21842"/>
                  </a:cubicBezTo>
                  <a:cubicBezTo>
                    <a:pt x="16264" y="20428"/>
                    <a:pt x="19721" y="19485"/>
                    <a:pt x="23178" y="19092"/>
                  </a:cubicBezTo>
                  <a:close/>
                  <a:moveTo>
                    <a:pt x="24042" y="26399"/>
                  </a:moveTo>
                  <a:lnTo>
                    <a:pt x="24042" y="26477"/>
                  </a:lnTo>
                  <a:cubicBezTo>
                    <a:pt x="21764" y="28049"/>
                    <a:pt x="19328" y="29384"/>
                    <a:pt x="16814" y="30484"/>
                  </a:cubicBezTo>
                  <a:cubicBezTo>
                    <a:pt x="13278" y="31977"/>
                    <a:pt x="9586" y="32998"/>
                    <a:pt x="5814" y="33234"/>
                  </a:cubicBezTo>
                  <a:cubicBezTo>
                    <a:pt x="8093" y="31663"/>
                    <a:pt x="10528" y="30249"/>
                    <a:pt x="13043" y="29227"/>
                  </a:cubicBezTo>
                  <a:cubicBezTo>
                    <a:pt x="16264" y="27734"/>
                    <a:pt x="19642" y="26870"/>
                    <a:pt x="23178" y="26477"/>
                  </a:cubicBezTo>
                  <a:cubicBezTo>
                    <a:pt x="23492" y="26399"/>
                    <a:pt x="23806" y="26399"/>
                    <a:pt x="24042" y="26399"/>
                  </a:cubicBezTo>
                  <a:close/>
                  <a:moveTo>
                    <a:pt x="24828" y="19092"/>
                  </a:moveTo>
                  <a:cubicBezTo>
                    <a:pt x="26713" y="19092"/>
                    <a:pt x="27970" y="19642"/>
                    <a:pt x="28285" y="20428"/>
                  </a:cubicBezTo>
                  <a:cubicBezTo>
                    <a:pt x="28835" y="21842"/>
                    <a:pt x="27420" y="23885"/>
                    <a:pt x="24592" y="26006"/>
                  </a:cubicBezTo>
                  <a:lnTo>
                    <a:pt x="24435" y="26006"/>
                  </a:lnTo>
                  <a:cubicBezTo>
                    <a:pt x="24042" y="26006"/>
                    <a:pt x="23571" y="26006"/>
                    <a:pt x="23099" y="26085"/>
                  </a:cubicBezTo>
                  <a:cubicBezTo>
                    <a:pt x="19564" y="26477"/>
                    <a:pt x="16185" y="27420"/>
                    <a:pt x="12885" y="28913"/>
                  </a:cubicBezTo>
                  <a:cubicBezTo>
                    <a:pt x="10136" y="30013"/>
                    <a:pt x="7464" y="31506"/>
                    <a:pt x="5029" y="33313"/>
                  </a:cubicBezTo>
                  <a:cubicBezTo>
                    <a:pt x="3222" y="33156"/>
                    <a:pt x="1965" y="32763"/>
                    <a:pt x="1572" y="31820"/>
                  </a:cubicBezTo>
                  <a:lnTo>
                    <a:pt x="1572" y="31899"/>
                  </a:lnTo>
                  <a:cubicBezTo>
                    <a:pt x="943" y="30563"/>
                    <a:pt x="2436" y="28520"/>
                    <a:pt x="5186" y="26399"/>
                  </a:cubicBezTo>
                  <a:cubicBezTo>
                    <a:pt x="5290" y="26402"/>
                    <a:pt x="5396" y="26403"/>
                    <a:pt x="5503" y="26403"/>
                  </a:cubicBezTo>
                  <a:cubicBezTo>
                    <a:pt x="8403" y="26403"/>
                    <a:pt x="12577" y="25386"/>
                    <a:pt x="16971" y="23492"/>
                  </a:cubicBezTo>
                  <a:cubicBezTo>
                    <a:pt x="19721" y="22392"/>
                    <a:pt x="22392" y="20899"/>
                    <a:pt x="24828" y="19092"/>
                  </a:cubicBezTo>
                  <a:close/>
                  <a:moveTo>
                    <a:pt x="24121" y="33784"/>
                  </a:moveTo>
                  <a:cubicBezTo>
                    <a:pt x="21842" y="35434"/>
                    <a:pt x="19328" y="36770"/>
                    <a:pt x="16735" y="37870"/>
                  </a:cubicBezTo>
                  <a:cubicBezTo>
                    <a:pt x="13314" y="39425"/>
                    <a:pt x="9662" y="40364"/>
                    <a:pt x="5855" y="40612"/>
                  </a:cubicBezTo>
                  <a:lnTo>
                    <a:pt x="5855" y="40612"/>
                  </a:lnTo>
                  <a:cubicBezTo>
                    <a:pt x="8099" y="38999"/>
                    <a:pt x="10495" y="37615"/>
                    <a:pt x="13043" y="36534"/>
                  </a:cubicBezTo>
                  <a:cubicBezTo>
                    <a:pt x="16264" y="35120"/>
                    <a:pt x="19642" y="34177"/>
                    <a:pt x="23099" y="33784"/>
                  </a:cubicBezTo>
                  <a:close/>
                  <a:moveTo>
                    <a:pt x="24828" y="26399"/>
                  </a:moveTo>
                  <a:cubicBezTo>
                    <a:pt x="26713" y="26399"/>
                    <a:pt x="27970" y="26949"/>
                    <a:pt x="28363" y="27813"/>
                  </a:cubicBezTo>
                  <a:cubicBezTo>
                    <a:pt x="28913" y="29149"/>
                    <a:pt x="27420" y="31191"/>
                    <a:pt x="24671" y="33313"/>
                  </a:cubicBezTo>
                  <a:lnTo>
                    <a:pt x="24671" y="33391"/>
                  </a:lnTo>
                  <a:lnTo>
                    <a:pt x="23099" y="33391"/>
                  </a:lnTo>
                  <a:cubicBezTo>
                    <a:pt x="19564" y="33784"/>
                    <a:pt x="16107" y="34727"/>
                    <a:pt x="12885" y="36141"/>
                  </a:cubicBezTo>
                  <a:cubicBezTo>
                    <a:pt x="10136" y="37320"/>
                    <a:pt x="7464" y="38812"/>
                    <a:pt x="5029" y="40620"/>
                  </a:cubicBezTo>
                  <a:cubicBezTo>
                    <a:pt x="3222" y="40541"/>
                    <a:pt x="1965" y="40148"/>
                    <a:pt x="1572" y="39205"/>
                  </a:cubicBezTo>
                  <a:cubicBezTo>
                    <a:pt x="1022" y="37870"/>
                    <a:pt x="2515" y="35748"/>
                    <a:pt x="5264" y="33706"/>
                  </a:cubicBezTo>
                  <a:cubicBezTo>
                    <a:pt x="8171" y="33706"/>
                    <a:pt x="12493" y="32763"/>
                    <a:pt x="16971" y="30799"/>
                  </a:cubicBezTo>
                  <a:cubicBezTo>
                    <a:pt x="19799" y="29699"/>
                    <a:pt x="22392" y="28206"/>
                    <a:pt x="24828" y="26399"/>
                  </a:cubicBezTo>
                  <a:close/>
                  <a:moveTo>
                    <a:pt x="24828" y="33784"/>
                  </a:moveTo>
                  <a:cubicBezTo>
                    <a:pt x="26792" y="33784"/>
                    <a:pt x="27970" y="34256"/>
                    <a:pt x="28285" y="35120"/>
                  </a:cubicBezTo>
                  <a:lnTo>
                    <a:pt x="28285" y="35198"/>
                  </a:lnTo>
                  <a:cubicBezTo>
                    <a:pt x="29306" y="37555"/>
                    <a:pt x="24042" y="42034"/>
                    <a:pt x="16814" y="45176"/>
                  </a:cubicBezTo>
                  <a:cubicBezTo>
                    <a:pt x="14457" y="46198"/>
                    <a:pt x="12021" y="46983"/>
                    <a:pt x="9507" y="47533"/>
                  </a:cubicBezTo>
                  <a:cubicBezTo>
                    <a:pt x="8407" y="46748"/>
                    <a:pt x="7700" y="45491"/>
                    <a:pt x="7700" y="44155"/>
                  </a:cubicBezTo>
                  <a:cubicBezTo>
                    <a:pt x="7700" y="45884"/>
                    <a:pt x="6600" y="47455"/>
                    <a:pt x="4950" y="48005"/>
                  </a:cubicBezTo>
                  <a:cubicBezTo>
                    <a:pt x="3222" y="47926"/>
                    <a:pt x="1965" y="47455"/>
                    <a:pt x="1572" y="46591"/>
                  </a:cubicBezTo>
                  <a:cubicBezTo>
                    <a:pt x="943" y="45255"/>
                    <a:pt x="2436" y="43212"/>
                    <a:pt x="5186" y="41091"/>
                  </a:cubicBezTo>
                  <a:cubicBezTo>
                    <a:pt x="5290" y="41094"/>
                    <a:pt x="5396" y="41095"/>
                    <a:pt x="5504" y="41095"/>
                  </a:cubicBezTo>
                  <a:cubicBezTo>
                    <a:pt x="8403" y="41095"/>
                    <a:pt x="12577" y="40081"/>
                    <a:pt x="16971" y="38262"/>
                  </a:cubicBezTo>
                  <a:cubicBezTo>
                    <a:pt x="19721" y="37084"/>
                    <a:pt x="22392" y="35591"/>
                    <a:pt x="24828" y="33784"/>
                  </a:cubicBezTo>
                  <a:close/>
                  <a:moveTo>
                    <a:pt x="20742" y="0"/>
                  </a:moveTo>
                  <a:cubicBezTo>
                    <a:pt x="20742" y="2279"/>
                    <a:pt x="18935" y="4086"/>
                    <a:pt x="16657" y="4086"/>
                  </a:cubicBezTo>
                  <a:cubicBezTo>
                    <a:pt x="17442" y="4086"/>
                    <a:pt x="18149" y="4243"/>
                    <a:pt x="18857" y="4714"/>
                  </a:cubicBezTo>
                  <a:cubicBezTo>
                    <a:pt x="16814" y="5186"/>
                    <a:pt x="14850" y="5893"/>
                    <a:pt x="12964" y="6678"/>
                  </a:cubicBezTo>
                  <a:cubicBezTo>
                    <a:pt x="5186" y="10057"/>
                    <a:pt x="0" y="14771"/>
                    <a:pt x="1257" y="17364"/>
                  </a:cubicBezTo>
                  <a:cubicBezTo>
                    <a:pt x="1650" y="18306"/>
                    <a:pt x="2829" y="18856"/>
                    <a:pt x="4557" y="19013"/>
                  </a:cubicBezTo>
                  <a:cubicBezTo>
                    <a:pt x="1886" y="21135"/>
                    <a:pt x="629" y="23178"/>
                    <a:pt x="1257" y="24670"/>
                  </a:cubicBezTo>
                  <a:cubicBezTo>
                    <a:pt x="1650" y="25613"/>
                    <a:pt x="2829" y="26163"/>
                    <a:pt x="4557" y="26320"/>
                  </a:cubicBezTo>
                  <a:cubicBezTo>
                    <a:pt x="1886" y="28442"/>
                    <a:pt x="629" y="30563"/>
                    <a:pt x="1257" y="31977"/>
                  </a:cubicBezTo>
                  <a:cubicBezTo>
                    <a:pt x="1650" y="32998"/>
                    <a:pt x="2829" y="33470"/>
                    <a:pt x="4557" y="33627"/>
                  </a:cubicBezTo>
                  <a:cubicBezTo>
                    <a:pt x="1965" y="35748"/>
                    <a:pt x="550" y="37870"/>
                    <a:pt x="1257" y="39362"/>
                  </a:cubicBezTo>
                  <a:cubicBezTo>
                    <a:pt x="1650" y="40384"/>
                    <a:pt x="2829" y="40855"/>
                    <a:pt x="4557" y="41012"/>
                  </a:cubicBezTo>
                  <a:cubicBezTo>
                    <a:pt x="1886" y="43134"/>
                    <a:pt x="629" y="45255"/>
                    <a:pt x="1257" y="46669"/>
                  </a:cubicBezTo>
                  <a:cubicBezTo>
                    <a:pt x="1650" y="47769"/>
                    <a:pt x="2986" y="48319"/>
                    <a:pt x="4950" y="48398"/>
                  </a:cubicBezTo>
                  <a:cubicBezTo>
                    <a:pt x="6600" y="48948"/>
                    <a:pt x="7779" y="50440"/>
                    <a:pt x="7779" y="52248"/>
                  </a:cubicBezTo>
                  <a:cubicBezTo>
                    <a:pt x="7779" y="49969"/>
                    <a:pt x="9586" y="48162"/>
                    <a:pt x="11864" y="48162"/>
                  </a:cubicBezTo>
                  <a:cubicBezTo>
                    <a:pt x="11236" y="48162"/>
                    <a:pt x="10686" y="48005"/>
                    <a:pt x="10136" y="47769"/>
                  </a:cubicBezTo>
                  <a:cubicBezTo>
                    <a:pt x="12493" y="47219"/>
                    <a:pt x="14771" y="46512"/>
                    <a:pt x="17050" y="45569"/>
                  </a:cubicBezTo>
                  <a:cubicBezTo>
                    <a:pt x="24671" y="42269"/>
                    <a:pt x="29856" y="37634"/>
                    <a:pt x="28756" y="34963"/>
                  </a:cubicBezTo>
                  <a:cubicBezTo>
                    <a:pt x="28285" y="34020"/>
                    <a:pt x="27185" y="33470"/>
                    <a:pt x="25378" y="33313"/>
                  </a:cubicBezTo>
                  <a:cubicBezTo>
                    <a:pt x="27970" y="31191"/>
                    <a:pt x="29306" y="29070"/>
                    <a:pt x="28756" y="27656"/>
                  </a:cubicBezTo>
                  <a:cubicBezTo>
                    <a:pt x="28285" y="26635"/>
                    <a:pt x="27106" y="26163"/>
                    <a:pt x="25378" y="26006"/>
                  </a:cubicBezTo>
                  <a:cubicBezTo>
                    <a:pt x="28049" y="23885"/>
                    <a:pt x="29385" y="21763"/>
                    <a:pt x="28756" y="20271"/>
                  </a:cubicBezTo>
                  <a:cubicBezTo>
                    <a:pt x="28285" y="19328"/>
                    <a:pt x="27185" y="18778"/>
                    <a:pt x="25378" y="18621"/>
                  </a:cubicBezTo>
                  <a:cubicBezTo>
                    <a:pt x="28049" y="16499"/>
                    <a:pt x="29306" y="14378"/>
                    <a:pt x="28756" y="12964"/>
                  </a:cubicBezTo>
                  <a:cubicBezTo>
                    <a:pt x="28285" y="11942"/>
                    <a:pt x="27185" y="11392"/>
                    <a:pt x="25378" y="11314"/>
                  </a:cubicBezTo>
                  <a:cubicBezTo>
                    <a:pt x="28049" y="9193"/>
                    <a:pt x="29306" y="7071"/>
                    <a:pt x="28756" y="5578"/>
                  </a:cubicBezTo>
                  <a:cubicBezTo>
                    <a:pt x="28285" y="4478"/>
                    <a:pt x="26792" y="3929"/>
                    <a:pt x="24513" y="3929"/>
                  </a:cubicBezTo>
                  <a:lnTo>
                    <a:pt x="23649" y="3929"/>
                  </a:lnTo>
                  <a:cubicBezTo>
                    <a:pt x="21921" y="3379"/>
                    <a:pt x="20742" y="1807"/>
                    <a:pt x="2074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" name="Google Shape;168;p7"/>
            <p:cNvSpPr/>
            <p:nvPr/>
          </p:nvSpPr>
          <p:spPr>
            <a:xfrm>
              <a:off x="8065000" y="4604000"/>
              <a:ext cx="731548" cy="419129"/>
            </a:xfrm>
            <a:custGeom>
              <a:rect b="b" l="l" r="r" t="t"/>
              <a:pathLst>
                <a:path extrusionOk="0" h="57219" w="99870">
                  <a:moveTo>
                    <a:pt x="58847" y="3703"/>
                  </a:moveTo>
                  <a:cubicBezTo>
                    <a:pt x="58882" y="3703"/>
                    <a:pt x="58917" y="3719"/>
                    <a:pt x="58948" y="3744"/>
                  </a:cubicBezTo>
                  <a:lnTo>
                    <a:pt x="58960" y="3744"/>
                  </a:lnTo>
                  <a:cubicBezTo>
                    <a:pt x="68652" y="6351"/>
                    <a:pt x="76105" y="11626"/>
                    <a:pt x="79796" y="21341"/>
                  </a:cubicBezTo>
                  <a:cubicBezTo>
                    <a:pt x="80439" y="23020"/>
                    <a:pt x="80760" y="24794"/>
                    <a:pt x="80939" y="26592"/>
                  </a:cubicBezTo>
                  <a:cubicBezTo>
                    <a:pt x="80986" y="27116"/>
                    <a:pt x="80820" y="27258"/>
                    <a:pt x="80296" y="27258"/>
                  </a:cubicBezTo>
                  <a:cubicBezTo>
                    <a:pt x="79275" y="27255"/>
                    <a:pt x="78253" y="27254"/>
                    <a:pt x="77231" y="27254"/>
                  </a:cubicBezTo>
                  <a:cubicBezTo>
                    <a:pt x="74165" y="27254"/>
                    <a:pt x="71095" y="27267"/>
                    <a:pt x="68032" y="27294"/>
                  </a:cubicBezTo>
                  <a:cubicBezTo>
                    <a:pt x="68021" y="27294"/>
                    <a:pt x="68009" y="27294"/>
                    <a:pt x="67998" y="27294"/>
                  </a:cubicBezTo>
                  <a:cubicBezTo>
                    <a:pt x="67342" y="27294"/>
                    <a:pt x="67353" y="26953"/>
                    <a:pt x="67330" y="26485"/>
                  </a:cubicBezTo>
                  <a:cubicBezTo>
                    <a:pt x="67104" y="21067"/>
                    <a:pt x="66044" y="15840"/>
                    <a:pt x="63746" y="10911"/>
                  </a:cubicBezTo>
                  <a:cubicBezTo>
                    <a:pt x="62520" y="8292"/>
                    <a:pt x="60865" y="5911"/>
                    <a:pt x="58865" y="3827"/>
                  </a:cubicBezTo>
                  <a:lnTo>
                    <a:pt x="58757" y="3744"/>
                  </a:lnTo>
                  <a:cubicBezTo>
                    <a:pt x="58786" y="3716"/>
                    <a:pt x="58816" y="3703"/>
                    <a:pt x="58847" y="3703"/>
                  </a:cubicBezTo>
                  <a:close/>
                  <a:moveTo>
                    <a:pt x="51686" y="2804"/>
                  </a:moveTo>
                  <a:cubicBezTo>
                    <a:pt x="51788" y="2804"/>
                    <a:pt x="51917" y="2829"/>
                    <a:pt x="52078" y="2875"/>
                  </a:cubicBezTo>
                  <a:cubicBezTo>
                    <a:pt x="54459" y="3506"/>
                    <a:pt x="56329" y="4887"/>
                    <a:pt x="57924" y="6696"/>
                  </a:cubicBezTo>
                  <a:cubicBezTo>
                    <a:pt x="60889" y="10078"/>
                    <a:pt x="62532" y="14114"/>
                    <a:pt x="63591" y="18412"/>
                  </a:cubicBezTo>
                  <a:cubicBezTo>
                    <a:pt x="64270" y="21127"/>
                    <a:pt x="64592" y="23889"/>
                    <a:pt x="64746" y="26663"/>
                  </a:cubicBezTo>
                  <a:cubicBezTo>
                    <a:pt x="64770" y="27163"/>
                    <a:pt x="64627" y="27306"/>
                    <a:pt x="64139" y="27306"/>
                  </a:cubicBezTo>
                  <a:cubicBezTo>
                    <a:pt x="62457" y="27301"/>
                    <a:pt x="60774" y="27298"/>
                    <a:pt x="59089" y="27298"/>
                  </a:cubicBezTo>
                  <a:cubicBezTo>
                    <a:pt x="56706" y="27298"/>
                    <a:pt x="54320" y="27304"/>
                    <a:pt x="51935" y="27318"/>
                  </a:cubicBezTo>
                  <a:cubicBezTo>
                    <a:pt x="51304" y="27318"/>
                    <a:pt x="51352" y="26997"/>
                    <a:pt x="51352" y="26580"/>
                  </a:cubicBezTo>
                  <a:cubicBezTo>
                    <a:pt x="51364" y="22710"/>
                    <a:pt x="51364" y="18853"/>
                    <a:pt x="51364" y="14983"/>
                  </a:cubicBezTo>
                  <a:lnTo>
                    <a:pt x="51340" y="14983"/>
                  </a:lnTo>
                  <a:cubicBezTo>
                    <a:pt x="51340" y="11137"/>
                    <a:pt x="51352" y="7292"/>
                    <a:pt x="51328" y="3446"/>
                  </a:cubicBezTo>
                  <a:cubicBezTo>
                    <a:pt x="51328" y="2986"/>
                    <a:pt x="51410" y="2804"/>
                    <a:pt x="51686" y="2804"/>
                  </a:cubicBezTo>
                  <a:close/>
                  <a:moveTo>
                    <a:pt x="69056" y="4887"/>
                  </a:moveTo>
                  <a:lnTo>
                    <a:pt x="69056" y="4887"/>
                  </a:lnTo>
                  <a:cubicBezTo>
                    <a:pt x="71152" y="5315"/>
                    <a:pt x="73212" y="5899"/>
                    <a:pt x="75224" y="6625"/>
                  </a:cubicBezTo>
                  <a:lnTo>
                    <a:pt x="75236" y="6625"/>
                  </a:lnTo>
                  <a:cubicBezTo>
                    <a:pt x="80629" y="8542"/>
                    <a:pt x="85701" y="11054"/>
                    <a:pt x="90047" y="14852"/>
                  </a:cubicBezTo>
                  <a:cubicBezTo>
                    <a:pt x="93143" y="17567"/>
                    <a:pt x="95560" y="20746"/>
                    <a:pt x="96655" y="24782"/>
                  </a:cubicBezTo>
                  <a:cubicBezTo>
                    <a:pt x="96798" y="25306"/>
                    <a:pt x="96881" y="25842"/>
                    <a:pt x="97000" y="26377"/>
                  </a:cubicBezTo>
                  <a:cubicBezTo>
                    <a:pt x="97143" y="26973"/>
                    <a:pt x="97048" y="27235"/>
                    <a:pt x="96310" y="27235"/>
                  </a:cubicBezTo>
                  <a:cubicBezTo>
                    <a:pt x="95167" y="27219"/>
                    <a:pt x="94025" y="27213"/>
                    <a:pt x="92884" y="27213"/>
                  </a:cubicBezTo>
                  <a:cubicBezTo>
                    <a:pt x="90601" y="27213"/>
                    <a:pt x="88321" y="27235"/>
                    <a:pt x="86035" y="27235"/>
                  </a:cubicBezTo>
                  <a:cubicBezTo>
                    <a:pt x="85590" y="27235"/>
                    <a:pt x="85089" y="27320"/>
                    <a:pt x="84642" y="27320"/>
                  </a:cubicBezTo>
                  <a:cubicBezTo>
                    <a:pt x="84323" y="27320"/>
                    <a:pt x="84031" y="27276"/>
                    <a:pt x="83808" y="27127"/>
                  </a:cubicBezTo>
                  <a:cubicBezTo>
                    <a:pt x="83249" y="26770"/>
                    <a:pt x="83511" y="25734"/>
                    <a:pt x="83391" y="25008"/>
                  </a:cubicBezTo>
                  <a:cubicBezTo>
                    <a:pt x="82308" y="18091"/>
                    <a:pt x="78843" y="12566"/>
                    <a:pt x="73545" y="8113"/>
                  </a:cubicBezTo>
                  <a:cubicBezTo>
                    <a:pt x="72116" y="6946"/>
                    <a:pt x="70616" y="5863"/>
                    <a:pt x="69056" y="4887"/>
                  </a:cubicBezTo>
                  <a:close/>
                  <a:moveTo>
                    <a:pt x="48364" y="2808"/>
                  </a:moveTo>
                  <a:cubicBezTo>
                    <a:pt x="48704" y="2808"/>
                    <a:pt x="48709" y="3114"/>
                    <a:pt x="48709" y="3970"/>
                  </a:cubicBezTo>
                  <a:lnTo>
                    <a:pt x="48709" y="15055"/>
                  </a:lnTo>
                  <a:lnTo>
                    <a:pt x="48756" y="15055"/>
                  </a:lnTo>
                  <a:cubicBezTo>
                    <a:pt x="48756" y="18876"/>
                    <a:pt x="48744" y="22698"/>
                    <a:pt x="48780" y="26520"/>
                  </a:cubicBezTo>
                  <a:cubicBezTo>
                    <a:pt x="48780" y="27154"/>
                    <a:pt x="48602" y="27330"/>
                    <a:pt x="48008" y="27330"/>
                  </a:cubicBezTo>
                  <a:cubicBezTo>
                    <a:pt x="47988" y="27330"/>
                    <a:pt x="47967" y="27330"/>
                    <a:pt x="47947" y="27330"/>
                  </a:cubicBezTo>
                  <a:cubicBezTo>
                    <a:pt x="46625" y="27322"/>
                    <a:pt x="45302" y="27319"/>
                    <a:pt x="43979" y="27319"/>
                  </a:cubicBezTo>
                  <a:cubicBezTo>
                    <a:pt x="41332" y="27319"/>
                    <a:pt x="38684" y="27330"/>
                    <a:pt x="36040" y="27330"/>
                  </a:cubicBezTo>
                  <a:cubicBezTo>
                    <a:pt x="35958" y="27330"/>
                    <a:pt x="35878" y="27334"/>
                    <a:pt x="35803" y="27334"/>
                  </a:cubicBezTo>
                  <a:cubicBezTo>
                    <a:pt x="35528" y="27334"/>
                    <a:pt x="35322" y="27282"/>
                    <a:pt x="35350" y="26806"/>
                  </a:cubicBezTo>
                  <a:cubicBezTo>
                    <a:pt x="35683" y="20293"/>
                    <a:pt x="37005" y="14054"/>
                    <a:pt x="40708" y="8542"/>
                  </a:cubicBezTo>
                  <a:cubicBezTo>
                    <a:pt x="42398" y="6042"/>
                    <a:pt x="44506" y="3994"/>
                    <a:pt x="47458" y="3041"/>
                  </a:cubicBezTo>
                  <a:cubicBezTo>
                    <a:pt x="47895" y="2898"/>
                    <a:pt x="48179" y="2808"/>
                    <a:pt x="48364" y="2808"/>
                  </a:cubicBezTo>
                  <a:close/>
                  <a:moveTo>
                    <a:pt x="41019" y="3796"/>
                  </a:moveTo>
                  <a:cubicBezTo>
                    <a:pt x="41099" y="3796"/>
                    <a:pt x="41184" y="3818"/>
                    <a:pt x="41279" y="3887"/>
                  </a:cubicBezTo>
                  <a:cubicBezTo>
                    <a:pt x="40981" y="4208"/>
                    <a:pt x="40684" y="4529"/>
                    <a:pt x="40386" y="4851"/>
                  </a:cubicBezTo>
                  <a:cubicBezTo>
                    <a:pt x="37124" y="8542"/>
                    <a:pt x="35243" y="12911"/>
                    <a:pt x="34028" y="17614"/>
                  </a:cubicBezTo>
                  <a:cubicBezTo>
                    <a:pt x="33290" y="20555"/>
                    <a:pt x="32861" y="23568"/>
                    <a:pt x="32754" y="26604"/>
                  </a:cubicBezTo>
                  <a:cubicBezTo>
                    <a:pt x="32730" y="27235"/>
                    <a:pt x="32528" y="27342"/>
                    <a:pt x="31945" y="27342"/>
                  </a:cubicBezTo>
                  <a:cubicBezTo>
                    <a:pt x="30417" y="27333"/>
                    <a:pt x="28890" y="27329"/>
                    <a:pt x="27365" y="27329"/>
                  </a:cubicBezTo>
                  <a:cubicBezTo>
                    <a:pt x="24897" y="27329"/>
                    <a:pt x="22432" y="27339"/>
                    <a:pt x="19967" y="27354"/>
                  </a:cubicBezTo>
                  <a:cubicBezTo>
                    <a:pt x="19360" y="27354"/>
                    <a:pt x="19157" y="27235"/>
                    <a:pt x="19217" y="26592"/>
                  </a:cubicBezTo>
                  <a:cubicBezTo>
                    <a:pt x="19681" y="21865"/>
                    <a:pt x="21503" y="17698"/>
                    <a:pt x="24491" y="14043"/>
                  </a:cubicBezTo>
                  <a:cubicBezTo>
                    <a:pt x="28754" y="8828"/>
                    <a:pt x="34314" y="5625"/>
                    <a:pt x="40743" y="3851"/>
                  </a:cubicBezTo>
                  <a:cubicBezTo>
                    <a:pt x="40830" y="3831"/>
                    <a:pt x="40920" y="3796"/>
                    <a:pt x="41019" y="3796"/>
                  </a:cubicBezTo>
                  <a:close/>
                  <a:moveTo>
                    <a:pt x="31083" y="4890"/>
                  </a:moveTo>
                  <a:cubicBezTo>
                    <a:pt x="31150" y="4890"/>
                    <a:pt x="31218" y="4893"/>
                    <a:pt x="31290" y="4899"/>
                  </a:cubicBezTo>
                  <a:cubicBezTo>
                    <a:pt x="30647" y="5303"/>
                    <a:pt x="30099" y="5637"/>
                    <a:pt x="29575" y="5994"/>
                  </a:cubicBezTo>
                  <a:cubicBezTo>
                    <a:pt x="23682" y="9947"/>
                    <a:pt x="19395" y="15138"/>
                    <a:pt x="17419" y="22055"/>
                  </a:cubicBezTo>
                  <a:cubicBezTo>
                    <a:pt x="16967" y="23591"/>
                    <a:pt x="16693" y="25175"/>
                    <a:pt x="16597" y="26770"/>
                  </a:cubicBezTo>
                  <a:cubicBezTo>
                    <a:pt x="16574" y="27223"/>
                    <a:pt x="16431" y="27354"/>
                    <a:pt x="15990" y="27354"/>
                  </a:cubicBezTo>
                  <a:cubicBezTo>
                    <a:pt x="11894" y="27354"/>
                    <a:pt x="7811" y="27354"/>
                    <a:pt x="3727" y="27378"/>
                  </a:cubicBezTo>
                  <a:cubicBezTo>
                    <a:pt x="3179" y="27378"/>
                    <a:pt x="3036" y="27211"/>
                    <a:pt x="3120" y="26699"/>
                  </a:cubicBezTo>
                  <a:cubicBezTo>
                    <a:pt x="3393" y="24770"/>
                    <a:pt x="4024" y="22913"/>
                    <a:pt x="4965" y="21210"/>
                  </a:cubicBezTo>
                  <a:cubicBezTo>
                    <a:pt x="7084" y="17352"/>
                    <a:pt x="10228" y="14483"/>
                    <a:pt x="13835" y="12078"/>
                  </a:cubicBezTo>
                  <a:cubicBezTo>
                    <a:pt x="19050" y="8601"/>
                    <a:pt x="24837" y="6423"/>
                    <a:pt x="30885" y="4899"/>
                  </a:cubicBezTo>
                  <a:cubicBezTo>
                    <a:pt x="30950" y="4893"/>
                    <a:pt x="31016" y="4890"/>
                    <a:pt x="31083" y="4890"/>
                  </a:cubicBezTo>
                  <a:close/>
                  <a:moveTo>
                    <a:pt x="15931" y="29973"/>
                  </a:moveTo>
                  <a:cubicBezTo>
                    <a:pt x="16312" y="29973"/>
                    <a:pt x="16550" y="29985"/>
                    <a:pt x="16597" y="30497"/>
                  </a:cubicBezTo>
                  <a:cubicBezTo>
                    <a:pt x="17252" y="38403"/>
                    <a:pt x="21050" y="44582"/>
                    <a:pt x="27099" y="49523"/>
                  </a:cubicBezTo>
                  <a:cubicBezTo>
                    <a:pt x="28349" y="50547"/>
                    <a:pt x="29754" y="51345"/>
                    <a:pt x="31040" y="52309"/>
                  </a:cubicBezTo>
                  <a:cubicBezTo>
                    <a:pt x="29790" y="52238"/>
                    <a:pt x="28635" y="51785"/>
                    <a:pt x="27456" y="51428"/>
                  </a:cubicBezTo>
                  <a:cubicBezTo>
                    <a:pt x="21824" y="49737"/>
                    <a:pt x="16514" y="47392"/>
                    <a:pt x="11811" y="43808"/>
                  </a:cubicBezTo>
                  <a:cubicBezTo>
                    <a:pt x="8692" y="41427"/>
                    <a:pt x="6072" y="38629"/>
                    <a:pt x="4405" y="35021"/>
                  </a:cubicBezTo>
                  <a:cubicBezTo>
                    <a:pt x="3786" y="33652"/>
                    <a:pt x="3358" y="32211"/>
                    <a:pt x="3131" y="30723"/>
                  </a:cubicBezTo>
                  <a:cubicBezTo>
                    <a:pt x="3048" y="30211"/>
                    <a:pt x="3120" y="29973"/>
                    <a:pt x="3739" y="29973"/>
                  </a:cubicBezTo>
                  <a:cubicBezTo>
                    <a:pt x="5092" y="29981"/>
                    <a:pt x="6447" y="29984"/>
                    <a:pt x="7802" y="29984"/>
                  </a:cubicBezTo>
                  <a:cubicBezTo>
                    <a:pt x="10512" y="29984"/>
                    <a:pt x="13224" y="29973"/>
                    <a:pt x="15931" y="29973"/>
                  </a:cubicBezTo>
                  <a:close/>
                  <a:moveTo>
                    <a:pt x="96084" y="29842"/>
                  </a:moveTo>
                  <a:cubicBezTo>
                    <a:pt x="97155" y="29842"/>
                    <a:pt x="97143" y="29842"/>
                    <a:pt x="96965" y="30878"/>
                  </a:cubicBezTo>
                  <a:lnTo>
                    <a:pt x="96977" y="30878"/>
                  </a:lnTo>
                  <a:cubicBezTo>
                    <a:pt x="96429" y="34152"/>
                    <a:pt x="94929" y="36962"/>
                    <a:pt x="92809" y="39474"/>
                  </a:cubicBezTo>
                  <a:cubicBezTo>
                    <a:pt x="89571" y="43308"/>
                    <a:pt x="85475" y="45987"/>
                    <a:pt x="81010" y="48166"/>
                  </a:cubicBezTo>
                  <a:cubicBezTo>
                    <a:pt x="77343" y="49952"/>
                    <a:pt x="73509" y="51250"/>
                    <a:pt x="69568" y="52262"/>
                  </a:cubicBezTo>
                  <a:cubicBezTo>
                    <a:pt x="69414" y="52297"/>
                    <a:pt x="69235" y="52309"/>
                    <a:pt x="69068" y="52333"/>
                  </a:cubicBezTo>
                  <a:cubicBezTo>
                    <a:pt x="71128" y="50976"/>
                    <a:pt x="73116" y="49535"/>
                    <a:pt x="74902" y="47832"/>
                  </a:cubicBezTo>
                  <a:cubicBezTo>
                    <a:pt x="79415" y="43558"/>
                    <a:pt x="82391" y="38438"/>
                    <a:pt x="83356" y="32235"/>
                  </a:cubicBezTo>
                  <a:cubicBezTo>
                    <a:pt x="83475" y="31664"/>
                    <a:pt x="83534" y="31068"/>
                    <a:pt x="83558" y="30485"/>
                  </a:cubicBezTo>
                  <a:cubicBezTo>
                    <a:pt x="83558" y="29937"/>
                    <a:pt x="83784" y="29842"/>
                    <a:pt x="84261" y="29842"/>
                  </a:cubicBezTo>
                  <a:cubicBezTo>
                    <a:pt x="85574" y="29850"/>
                    <a:pt x="86889" y="29853"/>
                    <a:pt x="88204" y="29853"/>
                  </a:cubicBezTo>
                  <a:cubicBezTo>
                    <a:pt x="90834" y="29853"/>
                    <a:pt x="93464" y="29842"/>
                    <a:pt x="96084" y="29842"/>
                  </a:cubicBezTo>
                  <a:close/>
                  <a:moveTo>
                    <a:pt x="31075" y="52321"/>
                  </a:moveTo>
                  <a:lnTo>
                    <a:pt x="31242" y="52393"/>
                  </a:lnTo>
                  <a:cubicBezTo>
                    <a:pt x="31230" y="52404"/>
                    <a:pt x="31206" y="52428"/>
                    <a:pt x="31183" y="52428"/>
                  </a:cubicBezTo>
                  <a:cubicBezTo>
                    <a:pt x="31123" y="52428"/>
                    <a:pt x="31040" y="52428"/>
                    <a:pt x="31075" y="52321"/>
                  </a:cubicBezTo>
                  <a:close/>
                  <a:moveTo>
                    <a:pt x="32135" y="29949"/>
                  </a:moveTo>
                  <a:cubicBezTo>
                    <a:pt x="32838" y="29949"/>
                    <a:pt x="32790" y="30330"/>
                    <a:pt x="32814" y="30783"/>
                  </a:cubicBezTo>
                  <a:cubicBezTo>
                    <a:pt x="32945" y="34890"/>
                    <a:pt x="33683" y="38962"/>
                    <a:pt x="35004" y="42856"/>
                  </a:cubicBezTo>
                  <a:cubicBezTo>
                    <a:pt x="36362" y="46808"/>
                    <a:pt x="38303" y="50416"/>
                    <a:pt x="41291" y="53452"/>
                  </a:cubicBezTo>
                  <a:cubicBezTo>
                    <a:pt x="38945" y="52964"/>
                    <a:pt x="36683" y="52178"/>
                    <a:pt x="34552" y="51107"/>
                  </a:cubicBezTo>
                  <a:cubicBezTo>
                    <a:pt x="28468" y="48094"/>
                    <a:pt x="23705" y="43749"/>
                    <a:pt x="20943" y="37438"/>
                  </a:cubicBezTo>
                  <a:cubicBezTo>
                    <a:pt x="19991" y="35271"/>
                    <a:pt x="19407" y="32962"/>
                    <a:pt x="19217" y="30604"/>
                  </a:cubicBezTo>
                  <a:cubicBezTo>
                    <a:pt x="19169" y="30116"/>
                    <a:pt x="19300" y="29973"/>
                    <a:pt x="19800" y="29973"/>
                  </a:cubicBezTo>
                  <a:cubicBezTo>
                    <a:pt x="21304" y="29977"/>
                    <a:pt x="22807" y="29980"/>
                    <a:pt x="24311" y="29980"/>
                  </a:cubicBezTo>
                  <a:cubicBezTo>
                    <a:pt x="26916" y="29980"/>
                    <a:pt x="29523" y="29972"/>
                    <a:pt x="32135" y="29949"/>
                  </a:cubicBezTo>
                  <a:close/>
                  <a:moveTo>
                    <a:pt x="80224" y="29854"/>
                  </a:moveTo>
                  <a:cubicBezTo>
                    <a:pt x="80820" y="29854"/>
                    <a:pt x="80998" y="29997"/>
                    <a:pt x="80939" y="30592"/>
                  </a:cubicBezTo>
                  <a:cubicBezTo>
                    <a:pt x="80582" y="34402"/>
                    <a:pt x="79260" y="38069"/>
                    <a:pt x="77093" y="41236"/>
                  </a:cubicBezTo>
                  <a:cubicBezTo>
                    <a:pt x="72712" y="47654"/>
                    <a:pt x="66544" y="51488"/>
                    <a:pt x="59103" y="53428"/>
                  </a:cubicBezTo>
                  <a:cubicBezTo>
                    <a:pt x="59054" y="53436"/>
                    <a:pt x="58994" y="53456"/>
                    <a:pt x="58957" y="53456"/>
                  </a:cubicBezTo>
                  <a:cubicBezTo>
                    <a:pt x="58940" y="53456"/>
                    <a:pt x="58928" y="53452"/>
                    <a:pt x="58924" y="53440"/>
                  </a:cubicBezTo>
                  <a:cubicBezTo>
                    <a:pt x="58865" y="53369"/>
                    <a:pt x="58948" y="53345"/>
                    <a:pt x="59007" y="53321"/>
                  </a:cubicBezTo>
                  <a:cubicBezTo>
                    <a:pt x="64901" y="47011"/>
                    <a:pt x="66854" y="39236"/>
                    <a:pt x="67330" y="30914"/>
                  </a:cubicBezTo>
                  <a:cubicBezTo>
                    <a:pt x="67389" y="29890"/>
                    <a:pt x="67366" y="29890"/>
                    <a:pt x="68402" y="29890"/>
                  </a:cubicBezTo>
                  <a:cubicBezTo>
                    <a:pt x="72342" y="29890"/>
                    <a:pt x="76295" y="29890"/>
                    <a:pt x="80224" y="29854"/>
                  </a:cubicBezTo>
                  <a:close/>
                  <a:moveTo>
                    <a:pt x="64127" y="29890"/>
                  </a:moveTo>
                  <a:cubicBezTo>
                    <a:pt x="64544" y="29890"/>
                    <a:pt x="64818" y="29890"/>
                    <a:pt x="64782" y="30461"/>
                  </a:cubicBezTo>
                  <a:cubicBezTo>
                    <a:pt x="64496" y="35926"/>
                    <a:pt x="63508" y="41213"/>
                    <a:pt x="60972" y="46118"/>
                  </a:cubicBezTo>
                  <a:cubicBezTo>
                    <a:pt x="59662" y="48594"/>
                    <a:pt x="58067" y="50833"/>
                    <a:pt x="55817" y="52535"/>
                  </a:cubicBezTo>
                  <a:lnTo>
                    <a:pt x="55829" y="52535"/>
                  </a:lnTo>
                  <a:cubicBezTo>
                    <a:pt x="54805" y="53333"/>
                    <a:pt x="53626" y="53928"/>
                    <a:pt x="52364" y="54286"/>
                  </a:cubicBezTo>
                  <a:cubicBezTo>
                    <a:pt x="52048" y="54372"/>
                    <a:pt x="51839" y="54428"/>
                    <a:pt x="51702" y="54428"/>
                  </a:cubicBezTo>
                  <a:cubicBezTo>
                    <a:pt x="51440" y="54428"/>
                    <a:pt x="51435" y="54224"/>
                    <a:pt x="51435" y="53631"/>
                  </a:cubicBezTo>
                  <a:lnTo>
                    <a:pt x="51435" y="42165"/>
                  </a:lnTo>
                  <a:lnTo>
                    <a:pt x="51376" y="42165"/>
                  </a:lnTo>
                  <a:lnTo>
                    <a:pt x="51376" y="30711"/>
                  </a:lnTo>
                  <a:cubicBezTo>
                    <a:pt x="51376" y="30221"/>
                    <a:pt x="51399" y="29913"/>
                    <a:pt x="52030" y="29913"/>
                  </a:cubicBezTo>
                  <a:cubicBezTo>
                    <a:pt x="52042" y="29913"/>
                    <a:pt x="52054" y="29913"/>
                    <a:pt x="52066" y="29914"/>
                  </a:cubicBezTo>
                  <a:cubicBezTo>
                    <a:pt x="53245" y="29921"/>
                    <a:pt x="54422" y="29923"/>
                    <a:pt x="55600" y="29923"/>
                  </a:cubicBezTo>
                  <a:cubicBezTo>
                    <a:pt x="58442" y="29923"/>
                    <a:pt x="61282" y="29907"/>
                    <a:pt x="64127" y="29890"/>
                  </a:cubicBezTo>
                  <a:close/>
                  <a:moveTo>
                    <a:pt x="48113" y="29925"/>
                  </a:moveTo>
                  <a:cubicBezTo>
                    <a:pt x="48697" y="29925"/>
                    <a:pt x="48804" y="30140"/>
                    <a:pt x="48792" y="30652"/>
                  </a:cubicBezTo>
                  <a:cubicBezTo>
                    <a:pt x="48780" y="34521"/>
                    <a:pt x="48792" y="38391"/>
                    <a:pt x="48792" y="42260"/>
                  </a:cubicBezTo>
                  <a:lnTo>
                    <a:pt x="48816" y="42260"/>
                  </a:lnTo>
                  <a:lnTo>
                    <a:pt x="48816" y="53571"/>
                  </a:lnTo>
                  <a:cubicBezTo>
                    <a:pt x="48816" y="54209"/>
                    <a:pt x="48816" y="54430"/>
                    <a:pt x="48540" y="54430"/>
                  </a:cubicBezTo>
                  <a:cubicBezTo>
                    <a:pt x="48393" y="54430"/>
                    <a:pt x="48170" y="54369"/>
                    <a:pt x="47828" y="54274"/>
                  </a:cubicBezTo>
                  <a:cubicBezTo>
                    <a:pt x="45280" y="53559"/>
                    <a:pt x="43351" y="51952"/>
                    <a:pt x="41732" y="49940"/>
                  </a:cubicBezTo>
                  <a:cubicBezTo>
                    <a:pt x="38791" y="46308"/>
                    <a:pt x="37231" y="42058"/>
                    <a:pt x="36267" y="37557"/>
                  </a:cubicBezTo>
                  <a:cubicBezTo>
                    <a:pt x="35790" y="35283"/>
                    <a:pt x="35564" y="32985"/>
                    <a:pt x="35397" y="30676"/>
                  </a:cubicBezTo>
                  <a:cubicBezTo>
                    <a:pt x="35362" y="30140"/>
                    <a:pt x="35469" y="29949"/>
                    <a:pt x="36052" y="29949"/>
                  </a:cubicBezTo>
                  <a:cubicBezTo>
                    <a:pt x="37525" y="29954"/>
                    <a:pt x="38997" y="29956"/>
                    <a:pt x="40468" y="29956"/>
                  </a:cubicBezTo>
                  <a:cubicBezTo>
                    <a:pt x="43015" y="29956"/>
                    <a:pt x="45562" y="29948"/>
                    <a:pt x="48113" y="29925"/>
                  </a:cubicBezTo>
                  <a:close/>
                  <a:moveTo>
                    <a:pt x="49847" y="0"/>
                  </a:moveTo>
                  <a:cubicBezTo>
                    <a:pt x="47878" y="0"/>
                    <a:pt x="45726" y="67"/>
                    <a:pt x="43553" y="255"/>
                  </a:cubicBezTo>
                  <a:cubicBezTo>
                    <a:pt x="35505" y="934"/>
                    <a:pt x="27694" y="2553"/>
                    <a:pt x="20253" y="5756"/>
                  </a:cubicBezTo>
                  <a:cubicBezTo>
                    <a:pt x="15192" y="7935"/>
                    <a:pt x="10537" y="10733"/>
                    <a:pt x="6644" y="14697"/>
                  </a:cubicBezTo>
                  <a:cubicBezTo>
                    <a:pt x="3465" y="17948"/>
                    <a:pt x="1191" y="21698"/>
                    <a:pt x="476" y="26282"/>
                  </a:cubicBezTo>
                  <a:cubicBezTo>
                    <a:pt x="453" y="26401"/>
                    <a:pt x="0" y="28830"/>
                    <a:pt x="679" y="32200"/>
                  </a:cubicBezTo>
                  <a:cubicBezTo>
                    <a:pt x="1488" y="36224"/>
                    <a:pt x="3667" y="39546"/>
                    <a:pt x="6501" y="42463"/>
                  </a:cubicBezTo>
                  <a:cubicBezTo>
                    <a:pt x="10799" y="46904"/>
                    <a:pt x="16038" y="49868"/>
                    <a:pt x="21705" y="52142"/>
                  </a:cubicBezTo>
                  <a:cubicBezTo>
                    <a:pt x="27992" y="54643"/>
                    <a:pt x="34528" y="56107"/>
                    <a:pt x="41255" y="56774"/>
                  </a:cubicBezTo>
                  <a:cubicBezTo>
                    <a:pt x="44247" y="57067"/>
                    <a:pt x="47230" y="57219"/>
                    <a:pt x="50202" y="57219"/>
                  </a:cubicBezTo>
                  <a:cubicBezTo>
                    <a:pt x="57026" y="57219"/>
                    <a:pt x="63796" y="56416"/>
                    <a:pt x="70497" y="54667"/>
                  </a:cubicBezTo>
                  <a:cubicBezTo>
                    <a:pt x="77462" y="52857"/>
                    <a:pt x="84023" y="50142"/>
                    <a:pt x="89797" y="45761"/>
                  </a:cubicBezTo>
                  <a:cubicBezTo>
                    <a:pt x="93476" y="42975"/>
                    <a:pt x="96548" y="39665"/>
                    <a:pt x="98405" y="35343"/>
                  </a:cubicBezTo>
                  <a:cubicBezTo>
                    <a:pt x="99048" y="33855"/>
                    <a:pt x="99489" y="32271"/>
                    <a:pt x="99691" y="30664"/>
                  </a:cubicBezTo>
                  <a:cubicBezTo>
                    <a:pt x="99870" y="29580"/>
                    <a:pt x="99715" y="26449"/>
                    <a:pt x="99489" y="25115"/>
                  </a:cubicBezTo>
                  <a:cubicBezTo>
                    <a:pt x="98620" y="21055"/>
                    <a:pt x="96548" y="17674"/>
                    <a:pt x="93714" y="14733"/>
                  </a:cubicBezTo>
                  <a:cubicBezTo>
                    <a:pt x="89583" y="10447"/>
                    <a:pt x="84558" y="7542"/>
                    <a:pt x="79117" y="5303"/>
                  </a:cubicBezTo>
                  <a:cubicBezTo>
                    <a:pt x="72485" y="2577"/>
                    <a:pt x="65556" y="1053"/>
                    <a:pt x="58424" y="398"/>
                  </a:cubicBezTo>
                  <a:cubicBezTo>
                    <a:pt x="57535" y="316"/>
                    <a:pt x="54123" y="0"/>
                    <a:pt x="498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in point">
  <p:cSld name="MAIN_POINT">
    <p:spTree>
      <p:nvGrpSpPr>
        <p:cNvPr id="169" name="Shape 1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0" name="Google Shape;170;p8"/>
          <p:cNvSpPr txBox="1"/>
          <p:nvPr>
            <p:ph type="title"/>
          </p:nvPr>
        </p:nvSpPr>
        <p:spPr>
          <a:xfrm>
            <a:off x="1969350" y="1676175"/>
            <a:ext cx="5205300" cy="1905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6000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/>
        </p:txBody>
      </p:sp>
      <p:grpSp>
        <p:nvGrpSpPr>
          <p:cNvPr id="171" name="Google Shape;171;p8"/>
          <p:cNvGrpSpPr/>
          <p:nvPr/>
        </p:nvGrpSpPr>
        <p:grpSpPr>
          <a:xfrm>
            <a:off x="8743213" y="1469804"/>
            <a:ext cx="37200" cy="2280719"/>
            <a:chOff x="8720263" y="1665954"/>
            <a:chExt cx="37200" cy="2280719"/>
          </a:xfrm>
        </p:grpSpPr>
        <p:sp>
          <p:nvSpPr>
            <p:cNvPr id="172" name="Google Shape;172;p8"/>
            <p:cNvSpPr/>
            <p:nvPr/>
          </p:nvSpPr>
          <p:spPr>
            <a:xfrm flipH="1">
              <a:off x="8720263" y="1665954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  <p:sp>
          <p:nvSpPr>
            <p:cNvPr id="173" name="Google Shape;173;p8"/>
            <p:cNvSpPr/>
            <p:nvPr/>
          </p:nvSpPr>
          <p:spPr>
            <a:xfrm flipH="1">
              <a:off x="8720263" y="2278650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  <p:sp>
          <p:nvSpPr>
            <p:cNvPr id="174" name="Google Shape;174;p8"/>
            <p:cNvSpPr/>
            <p:nvPr/>
          </p:nvSpPr>
          <p:spPr>
            <a:xfrm flipH="1">
              <a:off x="8720263" y="2570381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  <p:sp>
          <p:nvSpPr>
            <p:cNvPr id="175" name="Google Shape;175;p8"/>
            <p:cNvSpPr/>
            <p:nvPr/>
          </p:nvSpPr>
          <p:spPr>
            <a:xfrm flipH="1">
              <a:off x="8720263" y="2862111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  <p:sp>
          <p:nvSpPr>
            <p:cNvPr id="176" name="Google Shape;176;p8"/>
            <p:cNvSpPr/>
            <p:nvPr/>
          </p:nvSpPr>
          <p:spPr>
            <a:xfrm flipH="1">
              <a:off x="8720263" y="3653137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  <p:sp>
          <p:nvSpPr>
            <p:cNvPr id="177" name="Google Shape;177;p8"/>
            <p:cNvSpPr/>
            <p:nvPr/>
          </p:nvSpPr>
          <p:spPr>
            <a:xfrm flipH="1">
              <a:off x="8720263" y="3909472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</p:grpSp>
      <p:grpSp>
        <p:nvGrpSpPr>
          <p:cNvPr id="178" name="Google Shape;178;p8"/>
          <p:cNvGrpSpPr/>
          <p:nvPr/>
        </p:nvGrpSpPr>
        <p:grpSpPr>
          <a:xfrm flipH="1">
            <a:off x="442847" y="299958"/>
            <a:ext cx="1188759" cy="239538"/>
            <a:chOff x="2501428" y="4161487"/>
            <a:chExt cx="2196118" cy="442524"/>
          </a:xfrm>
        </p:grpSpPr>
        <p:grpSp>
          <p:nvGrpSpPr>
            <p:cNvPr id="179" name="Google Shape;179;p8"/>
            <p:cNvGrpSpPr/>
            <p:nvPr/>
          </p:nvGrpSpPr>
          <p:grpSpPr>
            <a:xfrm>
              <a:off x="4082894" y="4161487"/>
              <a:ext cx="614651" cy="442524"/>
              <a:chOff x="6608540" y="3355576"/>
              <a:chExt cx="1352071" cy="973435"/>
            </a:xfrm>
          </p:grpSpPr>
          <p:sp>
            <p:nvSpPr>
              <p:cNvPr id="180" name="Google Shape;180;p8"/>
              <p:cNvSpPr/>
              <p:nvPr/>
            </p:nvSpPr>
            <p:spPr>
              <a:xfrm>
                <a:off x="6608540" y="3843849"/>
                <a:ext cx="1352071" cy="485162"/>
              </a:xfrm>
              <a:custGeom>
                <a:rect b="b" l="l" r="r" t="t"/>
                <a:pathLst>
                  <a:path extrusionOk="0" fill="none" h="40229" w="112112">
                    <a:moveTo>
                      <a:pt x="1" y="1"/>
                    </a:moveTo>
                    <a:lnTo>
                      <a:pt x="75669" y="1"/>
                    </a:lnTo>
                    <a:lnTo>
                      <a:pt x="112111" y="1"/>
                    </a:lnTo>
                    <a:cubicBezTo>
                      <a:pt x="112111" y="1"/>
                      <a:pt x="72589" y="1003"/>
                      <a:pt x="71847" y="40228"/>
                    </a:cubicBezTo>
                  </a:path>
                </a:pathLst>
              </a:custGeom>
              <a:noFill/>
              <a:ln cap="flat" cmpd="sng" w="9525">
                <a:solidFill>
                  <a:schemeClr val="dk2"/>
                </a:solidFill>
                <a:prstDash val="solid"/>
                <a:miter lim="37110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" name="Google Shape;181;p8"/>
              <p:cNvSpPr/>
              <p:nvPr/>
            </p:nvSpPr>
            <p:spPr>
              <a:xfrm>
                <a:off x="7460229" y="3355576"/>
                <a:ext cx="498138" cy="489178"/>
              </a:xfrm>
              <a:custGeom>
                <a:rect b="b" l="l" r="r" t="t"/>
                <a:pathLst>
                  <a:path extrusionOk="0" fill="none" h="40562" w="41305">
                    <a:moveTo>
                      <a:pt x="1077" y="0"/>
                    </a:moveTo>
                    <a:cubicBezTo>
                      <a:pt x="1077" y="0"/>
                      <a:pt x="1" y="37482"/>
                      <a:pt x="41305" y="40562"/>
                    </a:cubicBezTo>
                  </a:path>
                </a:pathLst>
              </a:custGeom>
              <a:noFill/>
              <a:ln cap="flat" cmpd="sng" w="9525">
                <a:solidFill>
                  <a:schemeClr val="dk2"/>
                </a:solidFill>
                <a:prstDash val="solid"/>
                <a:miter lim="37110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cxnSp>
          <p:nvCxnSpPr>
            <p:cNvPr id="182" name="Google Shape;182;p8"/>
            <p:cNvCxnSpPr/>
            <p:nvPr/>
          </p:nvCxnSpPr>
          <p:spPr>
            <a:xfrm>
              <a:off x="2501428" y="4382750"/>
              <a:ext cx="1649700" cy="0"/>
            </a:xfrm>
            <a:prstGeom prst="straightConnector1">
              <a:avLst/>
            </a:prstGeom>
            <a:noFill/>
            <a:ln cap="flat" cmpd="sng" w="9525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183" name="Google Shape;183;p8"/>
          <p:cNvGrpSpPr/>
          <p:nvPr/>
        </p:nvGrpSpPr>
        <p:grpSpPr>
          <a:xfrm>
            <a:off x="308036" y="219913"/>
            <a:ext cx="8122735" cy="4674937"/>
            <a:chOff x="308036" y="219913"/>
            <a:chExt cx="8122735" cy="4674937"/>
          </a:xfrm>
        </p:grpSpPr>
        <p:grpSp>
          <p:nvGrpSpPr>
            <p:cNvPr id="184" name="Google Shape;184;p8"/>
            <p:cNvGrpSpPr/>
            <p:nvPr/>
          </p:nvGrpSpPr>
          <p:grpSpPr>
            <a:xfrm>
              <a:off x="7318261" y="219913"/>
              <a:ext cx="1112510" cy="319584"/>
              <a:chOff x="4743988" y="1118075"/>
              <a:chExt cx="1724288" cy="495325"/>
            </a:xfrm>
          </p:grpSpPr>
          <p:grpSp>
            <p:nvGrpSpPr>
              <p:cNvPr id="185" name="Google Shape;185;p8"/>
              <p:cNvGrpSpPr/>
              <p:nvPr/>
            </p:nvGrpSpPr>
            <p:grpSpPr>
              <a:xfrm rot="5400000">
                <a:off x="4736550" y="1140100"/>
                <a:ext cx="466150" cy="451275"/>
                <a:chOff x="6608550" y="1088575"/>
                <a:chExt cx="466150" cy="451275"/>
              </a:xfrm>
            </p:grpSpPr>
            <p:sp>
              <p:nvSpPr>
                <p:cNvPr id="186" name="Google Shape;186;p8"/>
                <p:cNvSpPr/>
                <p:nvPr/>
              </p:nvSpPr>
              <p:spPr>
                <a:xfrm>
                  <a:off x="6608550" y="1088575"/>
                  <a:ext cx="466150" cy="451275"/>
                </a:xfrm>
                <a:custGeom>
                  <a:rect b="b" l="l" r="r" t="t"/>
                  <a:pathLst>
                    <a:path extrusionOk="0" h="18051" w="18646">
                      <a:moveTo>
                        <a:pt x="9606" y="560"/>
                      </a:moveTo>
                      <a:cubicBezTo>
                        <a:pt x="9876" y="560"/>
                        <a:pt x="10146" y="573"/>
                        <a:pt x="10419" y="599"/>
                      </a:cubicBezTo>
                      <a:cubicBezTo>
                        <a:pt x="14145" y="956"/>
                        <a:pt x="17193" y="3730"/>
                        <a:pt x="17908" y="7398"/>
                      </a:cubicBezTo>
                      <a:cubicBezTo>
                        <a:pt x="18015" y="7945"/>
                        <a:pt x="18062" y="8493"/>
                        <a:pt x="18050" y="9052"/>
                      </a:cubicBezTo>
                      <a:cubicBezTo>
                        <a:pt x="18062" y="9422"/>
                        <a:pt x="18039" y="9791"/>
                        <a:pt x="17991" y="10160"/>
                      </a:cubicBezTo>
                      <a:lnTo>
                        <a:pt x="17991" y="10172"/>
                      </a:lnTo>
                      <a:cubicBezTo>
                        <a:pt x="17967" y="10446"/>
                        <a:pt x="17836" y="10707"/>
                        <a:pt x="17634" y="10898"/>
                      </a:cubicBezTo>
                      <a:cubicBezTo>
                        <a:pt x="17372" y="11172"/>
                        <a:pt x="17050" y="11398"/>
                        <a:pt x="16705" y="11553"/>
                      </a:cubicBezTo>
                      <a:cubicBezTo>
                        <a:pt x="16205" y="11755"/>
                        <a:pt x="15979" y="12136"/>
                        <a:pt x="15955" y="12660"/>
                      </a:cubicBezTo>
                      <a:cubicBezTo>
                        <a:pt x="15943" y="12982"/>
                        <a:pt x="15967" y="13291"/>
                        <a:pt x="16026" y="13613"/>
                      </a:cubicBezTo>
                      <a:cubicBezTo>
                        <a:pt x="16086" y="13958"/>
                        <a:pt x="15943" y="14303"/>
                        <a:pt x="15657" y="14506"/>
                      </a:cubicBezTo>
                      <a:cubicBezTo>
                        <a:pt x="15169" y="14851"/>
                        <a:pt x="14717" y="15268"/>
                        <a:pt x="14336" y="15732"/>
                      </a:cubicBezTo>
                      <a:cubicBezTo>
                        <a:pt x="13336" y="16923"/>
                        <a:pt x="12014" y="17411"/>
                        <a:pt x="10514" y="17470"/>
                      </a:cubicBezTo>
                      <a:cubicBezTo>
                        <a:pt x="10324" y="17479"/>
                        <a:pt x="10135" y="17483"/>
                        <a:pt x="9946" y="17483"/>
                      </a:cubicBezTo>
                      <a:cubicBezTo>
                        <a:pt x="8305" y="17483"/>
                        <a:pt x="6684" y="17160"/>
                        <a:pt x="5168" y="16530"/>
                      </a:cubicBezTo>
                      <a:cubicBezTo>
                        <a:pt x="4215" y="16161"/>
                        <a:pt x="3441" y="15458"/>
                        <a:pt x="2965" y="14565"/>
                      </a:cubicBezTo>
                      <a:cubicBezTo>
                        <a:pt x="2620" y="13851"/>
                        <a:pt x="2060" y="13255"/>
                        <a:pt x="1370" y="12851"/>
                      </a:cubicBezTo>
                      <a:cubicBezTo>
                        <a:pt x="1120" y="12708"/>
                        <a:pt x="894" y="12529"/>
                        <a:pt x="691" y="12303"/>
                      </a:cubicBezTo>
                      <a:cubicBezTo>
                        <a:pt x="429" y="12005"/>
                        <a:pt x="298" y="11696"/>
                        <a:pt x="632" y="11327"/>
                      </a:cubicBezTo>
                      <a:cubicBezTo>
                        <a:pt x="798" y="11124"/>
                        <a:pt x="965" y="10922"/>
                        <a:pt x="1144" y="10731"/>
                      </a:cubicBezTo>
                      <a:cubicBezTo>
                        <a:pt x="1596" y="10291"/>
                        <a:pt x="1751" y="9648"/>
                        <a:pt x="1560" y="9064"/>
                      </a:cubicBezTo>
                      <a:cubicBezTo>
                        <a:pt x="1560" y="9041"/>
                        <a:pt x="1560" y="9029"/>
                        <a:pt x="1548" y="9017"/>
                      </a:cubicBezTo>
                      <a:cubicBezTo>
                        <a:pt x="1036" y="7921"/>
                        <a:pt x="1358" y="6874"/>
                        <a:pt x="1775" y="5838"/>
                      </a:cubicBezTo>
                      <a:cubicBezTo>
                        <a:pt x="3077" y="2626"/>
                        <a:pt x="6190" y="560"/>
                        <a:pt x="9606" y="560"/>
                      </a:cubicBezTo>
                      <a:close/>
                      <a:moveTo>
                        <a:pt x="9563" y="0"/>
                      </a:moveTo>
                      <a:cubicBezTo>
                        <a:pt x="9039" y="0"/>
                        <a:pt x="8467" y="40"/>
                        <a:pt x="7847" y="135"/>
                      </a:cubicBezTo>
                      <a:cubicBezTo>
                        <a:pt x="6013" y="420"/>
                        <a:pt x="4465" y="1349"/>
                        <a:pt x="3168" y="2671"/>
                      </a:cubicBezTo>
                      <a:cubicBezTo>
                        <a:pt x="1870" y="3980"/>
                        <a:pt x="1001" y="5647"/>
                        <a:pt x="679" y="7457"/>
                      </a:cubicBezTo>
                      <a:cubicBezTo>
                        <a:pt x="667" y="7588"/>
                        <a:pt x="667" y="7719"/>
                        <a:pt x="679" y="7850"/>
                      </a:cubicBezTo>
                      <a:cubicBezTo>
                        <a:pt x="727" y="8314"/>
                        <a:pt x="905" y="8767"/>
                        <a:pt x="1013" y="9219"/>
                      </a:cubicBezTo>
                      <a:cubicBezTo>
                        <a:pt x="1132" y="9636"/>
                        <a:pt x="1036" y="10076"/>
                        <a:pt x="751" y="10410"/>
                      </a:cubicBezTo>
                      <a:cubicBezTo>
                        <a:pt x="667" y="10517"/>
                        <a:pt x="572" y="10636"/>
                        <a:pt x="477" y="10743"/>
                      </a:cubicBezTo>
                      <a:cubicBezTo>
                        <a:pt x="263" y="11029"/>
                        <a:pt x="36" y="11315"/>
                        <a:pt x="1" y="11684"/>
                      </a:cubicBezTo>
                      <a:lnTo>
                        <a:pt x="1" y="11958"/>
                      </a:lnTo>
                      <a:cubicBezTo>
                        <a:pt x="12" y="12112"/>
                        <a:pt x="60" y="12255"/>
                        <a:pt x="155" y="12386"/>
                      </a:cubicBezTo>
                      <a:cubicBezTo>
                        <a:pt x="322" y="12648"/>
                        <a:pt x="548" y="12874"/>
                        <a:pt x="798" y="13065"/>
                      </a:cubicBezTo>
                      <a:cubicBezTo>
                        <a:pt x="1108" y="13303"/>
                        <a:pt x="1441" y="13529"/>
                        <a:pt x="1739" y="13791"/>
                      </a:cubicBezTo>
                      <a:cubicBezTo>
                        <a:pt x="2001" y="14005"/>
                        <a:pt x="2215" y="14267"/>
                        <a:pt x="2358" y="14565"/>
                      </a:cubicBezTo>
                      <a:cubicBezTo>
                        <a:pt x="2596" y="15125"/>
                        <a:pt x="2953" y="15637"/>
                        <a:pt x="3406" y="16041"/>
                      </a:cubicBezTo>
                      <a:cubicBezTo>
                        <a:pt x="4180" y="16708"/>
                        <a:pt x="5096" y="17196"/>
                        <a:pt x="6085" y="17458"/>
                      </a:cubicBezTo>
                      <a:cubicBezTo>
                        <a:pt x="6954" y="17720"/>
                        <a:pt x="7835" y="17958"/>
                        <a:pt x="8764" y="18018"/>
                      </a:cubicBezTo>
                      <a:cubicBezTo>
                        <a:pt x="9043" y="18040"/>
                        <a:pt x="9324" y="18050"/>
                        <a:pt x="9606" y="18050"/>
                      </a:cubicBezTo>
                      <a:cubicBezTo>
                        <a:pt x="10092" y="18050"/>
                        <a:pt x="10579" y="18019"/>
                        <a:pt x="11061" y="17958"/>
                      </a:cubicBezTo>
                      <a:cubicBezTo>
                        <a:pt x="12014" y="17815"/>
                        <a:pt x="12931" y="17506"/>
                        <a:pt x="13776" y="17065"/>
                      </a:cubicBezTo>
                      <a:cubicBezTo>
                        <a:pt x="14157" y="16875"/>
                        <a:pt x="14467" y="16577"/>
                        <a:pt x="14657" y="16220"/>
                      </a:cubicBezTo>
                      <a:cubicBezTo>
                        <a:pt x="14860" y="15875"/>
                        <a:pt x="15110" y="15565"/>
                        <a:pt x="15407" y="15315"/>
                      </a:cubicBezTo>
                      <a:cubicBezTo>
                        <a:pt x="15693" y="15065"/>
                        <a:pt x="16003" y="14851"/>
                        <a:pt x="16288" y="14589"/>
                      </a:cubicBezTo>
                      <a:cubicBezTo>
                        <a:pt x="16526" y="14375"/>
                        <a:pt x="16705" y="14125"/>
                        <a:pt x="16717" y="13791"/>
                      </a:cubicBezTo>
                      <a:cubicBezTo>
                        <a:pt x="16717" y="13517"/>
                        <a:pt x="16741" y="13243"/>
                        <a:pt x="16765" y="12970"/>
                      </a:cubicBezTo>
                      <a:cubicBezTo>
                        <a:pt x="16800" y="12434"/>
                        <a:pt x="16991" y="11981"/>
                        <a:pt x="17491" y="11708"/>
                      </a:cubicBezTo>
                      <a:cubicBezTo>
                        <a:pt x="17610" y="11636"/>
                        <a:pt x="17729" y="11553"/>
                        <a:pt x="17824" y="11458"/>
                      </a:cubicBezTo>
                      <a:cubicBezTo>
                        <a:pt x="18300" y="11065"/>
                        <a:pt x="18622" y="10600"/>
                        <a:pt x="18586" y="9945"/>
                      </a:cubicBezTo>
                      <a:cubicBezTo>
                        <a:pt x="18586" y="9862"/>
                        <a:pt x="18634" y="9862"/>
                        <a:pt x="18622" y="9695"/>
                      </a:cubicBezTo>
                      <a:cubicBezTo>
                        <a:pt x="18646" y="9005"/>
                        <a:pt x="18622" y="8314"/>
                        <a:pt x="18551" y="7636"/>
                      </a:cubicBezTo>
                      <a:cubicBezTo>
                        <a:pt x="18443" y="6886"/>
                        <a:pt x="18229" y="6147"/>
                        <a:pt x="17919" y="5445"/>
                      </a:cubicBezTo>
                      <a:cubicBezTo>
                        <a:pt x="17348" y="4123"/>
                        <a:pt x="16479" y="2957"/>
                        <a:pt x="15360" y="2040"/>
                      </a:cubicBezTo>
                      <a:cubicBezTo>
                        <a:pt x="14681" y="1480"/>
                        <a:pt x="13931" y="1016"/>
                        <a:pt x="13121" y="682"/>
                      </a:cubicBezTo>
                      <a:cubicBezTo>
                        <a:pt x="12465" y="418"/>
                        <a:pt x="11272" y="0"/>
                        <a:pt x="9563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7" name="Google Shape;187;p8"/>
                <p:cNvSpPr/>
                <p:nvPr/>
              </p:nvSpPr>
              <p:spPr>
                <a:xfrm>
                  <a:off x="6691000" y="1302025"/>
                  <a:ext cx="322100" cy="155800"/>
                </a:xfrm>
                <a:custGeom>
                  <a:rect b="b" l="l" r="r" t="t"/>
                  <a:pathLst>
                    <a:path extrusionOk="0" h="6232" w="12884">
                      <a:moveTo>
                        <a:pt x="12269" y="1"/>
                      </a:moveTo>
                      <a:cubicBezTo>
                        <a:pt x="12129" y="1"/>
                        <a:pt x="11988" y="38"/>
                        <a:pt x="11847" y="133"/>
                      </a:cubicBezTo>
                      <a:cubicBezTo>
                        <a:pt x="11776" y="187"/>
                        <a:pt x="11690" y="214"/>
                        <a:pt x="11605" y="214"/>
                      </a:cubicBezTo>
                      <a:cubicBezTo>
                        <a:pt x="11520" y="214"/>
                        <a:pt x="11437" y="187"/>
                        <a:pt x="11371" y="133"/>
                      </a:cubicBezTo>
                      <a:cubicBezTo>
                        <a:pt x="11314" y="91"/>
                        <a:pt x="11248" y="69"/>
                        <a:pt x="11182" y="69"/>
                      </a:cubicBezTo>
                      <a:cubicBezTo>
                        <a:pt x="11137" y="69"/>
                        <a:pt x="11092" y="79"/>
                        <a:pt x="11050" y="98"/>
                      </a:cubicBezTo>
                      <a:cubicBezTo>
                        <a:pt x="10942" y="145"/>
                        <a:pt x="10776" y="193"/>
                        <a:pt x="10788" y="324"/>
                      </a:cubicBezTo>
                      <a:cubicBezTo>
                        <a:pt x="10800" y="455"/>
                        <a:pt x="10966" y="514"/>
                        <a:pt x="11109" y="538"/>
                      </a:cubicBezTo>
                      <a:cubicBezTo>
                        <a:pt x="11466" y="586"/>
                        <a:pt x="11466" y="586"/>
                        <a:pt x="11478" y="955"/>
                      </a:cubicBezTo>
                      <a:cubicBezTo>
                        <a:pt x="11478" y="991"/>
                        <a:pt x="11478" y="1038"/>
                        <a:pt x="11478" y="1074"/>
                      </a:cubicBezTo>
                      <a:cubicBezTo>
                        <a:pt x="11562" y="1657"/>
                        <a:pt x="11288" y="2038"/>
                        <a:pt x="10823" y="2324"/>
                      </a:cubicBezTo>
                      <a:cubicBezTo>
                        <a:pt x="10573" y="2467"/>
                        <a:pt x="10311" y="2610"/>
                        <a:pt x="10061" y="2753"/>
                      </a:cubicBezTo>
                      <a:cubicBezTo>
                        <a:pt x="9799" y="2884"/>
                        <a:pt x="9609" y="3110"/>
                        <a:pt x="9538" y="3384"/>
                      </a:cubicBezTo>
                      <a:cubicBezTo>
                        <a:pt x="9407" y="3824"/>
                        <a:pt x="9252" y="4241"/>
                        <a:pt x="9061" y="4646"/>
                      </a:cubicBezTo>
                      <a:cubicBezTo>
                        <a:pt x="8930" y="4967"/>
                        <a:pt x="8668" y="5217"/>
                        <a:pt x="8335" y="5325"/>
                      </a:cubicBezTo>
                      <a:cubicBezTo>
                        <a:pt x="7883" y="5491"/>
                        <a:pt x="7418" y="5598"/>
                        <a:pt x="6942" y="5682"/>
                      </a:cubicBezTo>
                      <a:cubicBezTo>
                        <a:pt x="6740" y="5713"/>
                        <a:pt x="6539" y="5727"/>
                        <a:pt x="6340" y="5727"/>
                      </a:cubicBezTo>
                      <a:cubicBezTo>
                        <a:pt x="5621" y="5727"/>
                        <a:pt x="4917" y="5543"/>
                        <a:pt x="4227" y="5301"/>
                      </a:cubicBezTo>
                      <a:cubicBezTo>
                        <a:pt x="3287" y="4979"/>
                        <a:pt x="2584" y="4301"/>
                        <a:pt x="1834" y="3682"/>
                      </a:cubicBezTo>
                      <a:cubicBezTo>
                        <a:pt x="1239" y="3181"/>
                        <a:pt x="989" y="2574"/>
                        <a:pt x="1144" y="1800"/>
                      </a:cubicBezTo>
                      <a:cubicBezTo>
                        <a:pt x="1227" y="1503"/>
                        <a:pt x="1203" y="1193"/>
                        <a:pt x="1084" y="919"/>
                      </a:cubicBezTo>
                      <a:lnTo>
                        <a:pt x="1084" y="919"/>
                      </a:lnTo>
                      <a:cubicBezTo>
                        <a:pt x="1160" y="938"/>
                        <a:pt x="1237" y="946"/>
                        <a:pt x="1313" y="946"/>
                      </a:cubicBezTo>
                      <a:cubicBezTo>
                        <a:pt x="1535" y="946"/>
                        <a:pt x="1752" y="871"/>
                        <a:pt x="1929" y="729"/>
                      </a:cubicBezTo>
                      <a:cubicBezTo>
                        <a:pt x="2013" y="657"/>
                        <a:pt x="2037" y="598"/>
                        <a:pt x="1929" y="526"/>
                      </a:cubicBezTo>
                      <a:cubicBezTo>
                        <a:pt x="1800" y="405"/>
                        <a:pt x="1632" y="347"/>
                        <a:pt x="1459" y="347"/>
                      </a:cubicBezTo>
                      <a:cubicBezTo>
                        <a:pt x="1394" y="347"/>
                        <a:pt x="1328" y="355"/>
                        <a:pt x="1263" y="372"/>
                      </a:cubicBezTo>
                      <a:cubicBezTo>
                        <a:pt x="1068" y="442"/>
                        <a:pt x="878" y="517"/>
                        <a:pt x="679" y="517"/>
                      </a:cubicBezTo>
                      <a:cubicBezTo>
                        <a:pt x="575" y="517"/>
                        <a:pt x="469" y="496"/>
                        <a:pt x="358" y="443"/>
                      </a:cubicBezTo>
                      <a:cubicBezTo>
                        <a:pt x="331" y="435"/>
                        <a:pt x="304" y="431"/>
                        <a:pt x="278" y="431"/>
                      </a:cubicBezTo>
                      <a:cubicBezTo>
                        <a:pt x="153" y="431"/>
                        <a:pt x="44" y="520"/>
                        <a:pt x="24" y="657"/>
                      </a:cubicBezTo>
                      <a:cubicBezTo>
                        <a:pt x="1" y="824"/>
                        <a:pt x="155" y="860"/>
                        <a:pt x="274" y="895"/>
                      </a:cubicBezTo>
                      <a:cubicBezTo>
                        <a:pt x="302" y="905"/>
                        <a:pt x="331" y="908"/>
                        <a:pt x="360" y="908"/>
                      </a:cubicBezTo>
                      <a:cubicBezTo>
                        <a:pt x="406" y="908"/>
                        <a:pt x="452" y="898"/>
                        <a:pt x="489" y="884"/>
                      </a:cubicBezTo>
                      <a:cubicBezTo>
                        <a:pt x="517" y="871"/>
                        <a:pt x="541" y="865"/>
                        <a:pt x="560" y="865"/>
                      </a:cubicBezTo>
                      <a:cubicBezTo>
                        <a:pt x="613" y="865"/>
                        <a:pt x="635" y="909"/>
                        <a:pt x="644" y="979"/>
                      </a:cubicBezTo>
                      <a:cubicBezTo>
                        <a:pt x="727" y="1443"/>
                        <a:pt x="691" y="1919"/>
                        <a:pt x="536" y="2360"/>
                      </a:cubicBezTo>
                      <a:cubicBezTo>
                        <a:pt x="477" y="2515"/>
                        <a:pt x="477" y="2670"/>
                        <a:pt x="513" y="2836"/>
                      </a:cubicBezTo>
                      <a:cubicBezTo>
                        <a:pt x="584" y="3158"/>
                        <a:pt x="786" y="3432"/>
                        <a:pt x="1048" y="3622"/>
                      </a:cubicBezTo>
                      <a:cubicBezTo>
                        <a:pt x="1596" y="4015"/>
                        <a:pt x="2179" y="4360"/>
                        <a:pt x="2644" y="4848"/>
                      </a:cubicBezTo>
                      <a:cubicBezTo>
                        <a:pt x="3156" y="5372"/>
                        <a:pt x="3811" y="5765"/>
                        <a:pt x="4525" y="5979"/>
                      </a:cubicBezTo>
                      <a:cubicBezTo>
                        <a:pt x="5061" y="6156"/>
                        <a:pt x="5592" y="6232"/>
                        <a:pt x="6122" y="6232"/>
                      </a:cubicBezTo>
                      <a:cubicBezTo>
                        <a:pt x="6875" y="6232"/>
                        <a:pt x="7623" y="6079"/>
                        <a:pt x="8371" y="5848"/>
                      </a:cubicBezTo>
                      <a:cubicBezTo>
                        <a:pt x="9180" y="5598"/>
                        <a:pt x="9692" y="5122"/>
                        <a:pt x="9668" y="4217"/>
                      </a:cubicBezTo>
                      <a:lnTo>
                        <a:pt x="9668" y="4194"/>
                      </a:lnTo>
                      <a:cubicBezTo>
                        <a:pt x="9680" y="3562"/>
                        <a:pt x="10049" y="2979"/>
                        <a:pt x="10633" y="2705"/>
                      </a:cubicBezTo>
                      <a:cubicBezTo>
                        <a:pt x="10895" y="2574"/>
                        <a:pt x="11145" y="2419"/>
                        <a:pt x="11395" y="2253"/>
                      </a:cubicBezTo>
                      <a:cubicBezTo>
                        <a:pt x="11764" y="2027"/>
                        <a:pt x="11990" y="1622"/>
                        <a:pt x="11990" y="1193"/>
                      </a:cubicBezTo>
                      <a:cubicBezTo>
                        <a:pt x="11990" y="1050"/>
                        <a:pt x="12014" y="895"/>
                        <a:pt x="12014" y="741"/>
                      </a:cubicBezTo>
                      <a:cubicBezTo>
                        <a:pt x="12014" y="610"/>
                        <a:pt x="12031" y="530"/>
                        <a:pt x="12159" y="530"/>
                      </a:cubicBezTo>
                      <a:cubicBezTo>
                        <a:pt x="12182" y="530"/>
                        <a:pt x="12209" y="533"/>
                        <a:pt x="12240" y="538"/>
                      </a:cubicBezTo>
                      <a:cubicBezTo>
                        <a:pt x="12280" y="547"/>
                        <a:pt x="12321" y="552"/>
                        <a:pt x="12361" y="552"/>
                      </a:cubicBezTo>
                      <a:cubicBezTo>
                        <a:pt x="12535" y="552"/>
                        <a:pt x="12703" y="469"/>
                        <a:pt x="12800" y="324"/>
                      </a:cubicBezTo>
                      <a:cubicBezTo>
                        <a:pt x="12883" y="241"/>
                        <a:pt x="12871" y="157"/>
                        <a:pt x="12740" y="110"/>
                      </a:cubicBezTo>
                      <a:cubicBezTo>
                        <a:pt x="12583" y="47"/>
                        <a:pt x="12426" y="1"/>
                        <a:pt x="12269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8" name="Google Shape;188;p8"/>
                <p:cNvSpPr/>
                <p:nvPr/>
              </p:nvSpPr>
              <p:spPr>
                <a:xfrm>
                  <a:off x="6773750" y="1211575"/>
                  <a:ext cx="35150" cy="104400"/>
                </a:xfrm>
                <a:custGeom>
                  <a:rect b="b" l="l" r="r" t="t"/>
                  <a:pathLst>
                    <a:path extrusionOk="0" h="4176" w="1406">
                      <a:moveTo>
                        <a:pt x="686" y="1"/>
                      </a:moveTo>
                      <a:cubicBezTo>
                        <a:pt x="680" y="1"/>
                        <a:pt x="674" y="1"/>
                        <a:pt x="667" y="1"/>
                      </a:cubicBezTo>
                      <a:cubicBezTo>
                        <a:pt x="453" y="1"/>
                        <a:pt x="382" y="192"/>
                        <a:pt x="298" y="358"/>
                      </a:cubicBezTo>
                      <a:cubicBezTo>
                        <a:pt x="262" y="442"/>
                        <a:pt x="227" y="525"/>
                        <a:pt x="203" y="620"/>
                      </a:cubicBezTo>
                      <a:cubicBezTo>
                        <a:pt x="24" y="1394"/>
                        <a:pt x="1" y="2192"/>
                        <a:pt x="155" y="2978"/>
                      </a:cubicBezTo>
                      <a:cubicBezTo>
                        <a:pt x="191" y="3323"/>
                        <a:pt x="310" y="3656"/>
                        <a:pt x="501" y="3954"/>
                      </a:cubicBezTo>
                      <a:cubicBezTo>
                        <a:pt x="595" y="4101"/>
                        <a:pt x="698" y="4176"/>
                        <a:pt x="800" y="4176"/>
                      </a:cubicBezTo>
                      <a:cubicBezTo>
                        <a:pt x="903" y="4176"/>
                        <a:pt x="1006" y="4098"/>
                        <a:pt x="1096" y="3942"/>
                      </a:cubicBezTo>
                      <a:cubicBezTo>
                        <a:pt x="1167" y="3811"/>
                        <a:pt x="1227" y="3668"/>
                        <a:pt x="1263" y="3525"/>
                      </a:cubicBezTo>
                      <a:cubicBezTo>
                        <a:pt x="1358" y="3109"/>
                        <a:pt x="1405" y="2692"/>
                        <a:pt x="1394" y="2275"/>
                      </a:cubicBezTo>
                      <a:cubicBezTo>
                        <a:pt x="1405" y="1823"/>
                        <a:pt x="1358" y="1382"/>
                        <a:pt x="1263" y="954"/>
                      </a:cubicBezTo>
                      <a:cubicBezTo>
                        <a:pt x="1215" y="739"/>
                        <a:pt x="1144" y="537"/>
                        <a:pt x="1048" y="334"/>
                      </a:cubicBezTo>
                      <a:cubicBezTo>
                        <a:pt x="967" y="184"/>
                        <a:pt x="887" y="1"/>
                        <a:pt x="68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9" name="Google Shape;189;p8"/>
                <p:cNvSpPr/>
                <p:nvPr/>
              </p:nvSpPr>
              <p:spPr>
                <a:xfrm>
                  <a:off x="6877625" y="1206200"/>
                  <a:ext cx="36950" cy="104225"/>
                </a:xfrm>
                <a:custGeom>
                  <a:rect b="b" l="l" r="r" t="t"/>
                  <a:pathLst>
                    <a:path extrusionOk="0" h="4169" w="1478">
                      <a:moveTo>
                        <a:pt x="642" y="0"/>
                      </a:moveTo>
                      <a:cubicBezTo>
                        <a:pt x="631" y="0"/>
                        <a:pt x="620" y="1"/>
                        <a:pt x="608" y="2"/>
                      </a:cubicBezTo>
                      <a:cubicBezTo>
                        <a:pt x="322" y="14"/>
                        <a:pt x="287" y="264"/>
                        <a:pt x="215" y="466"/>
                      </a:cubicBezTo>
                      <a:cubicBezTo>
                        <a:pt x="60" y="930"/>
                        <a:pt x="1" y="1419"/>
                        <a:pt x="13" y="1907"/>
                      </a:cubicBezTo>
                      <a:cubicBezTo>
                        <a:pt x="13" y="2633"/>
                        <a:pt x="132" y="3300"/>
                        <a:pt x="322" y="3740"/>
                      </a:cubicBezTo>
                      <a:cubicBezTo>
                        <a:pt x="418" y="3943"/>
                        <a:pt x="501" y="4169"/>
                        <a:pt x="751" y="4169"/>
                      </a:cubicBezTo>
                      <a:cubicBezTo>
                        <a:pt x="1013" y="4169"/>
                        <a:pt x="1096" y="3919"/>
                        <a:pt x="1156" y="3716"/>
                      </a:cubicBezTo>
                      <a:cubicBezTo>
                        <a:pt x="1477" y="2645"/>
                        <a:pt x="1441" y="1490"/>
                        <a:pt x="1049" y="442"/>
                      </a:cubicBezTo>
                      <a:cubicBezTo>
                        <a:pt x="980" y="249"/>
                        <a:pt x="890" y="0"/>
                        <a:pt x="642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190" name="Google Shape;190;p8"/>
              <p:cNvSpPr/>
              <p:nvPr/>
            </p:nvSpPr>
            <p:spPr>
              <a:xfrm rot="-5400000">
                <a:off x="5360206" y="1138300"/>
                <a:ext cx="473000" cy="454875"/>
              </a:xfrm>
              <a:custGeom>
                <a:rect b="b" l="l" r="r" t="t"/>
                <a:pathLst>
                  <a:path extrusionOk="0" h="18195" w="18920">
                    <a:moveTo>
                      <a:pt x="11801" y="5297"/>
                    </a:moveTo>
                    <a:cubicBezTo>
                      <a:pt x="11812" y="5297"/>
                      <a:pt x="11824" y="5298"/>
                      <a:pt x="11835" y="5299"/>
                    </a:cubicBezTo>
                    <a:cubicBezTo>
                      <a:pt x="11978" y="5335"/>
                      <a:pt x="12097" y="5442"/>
                      <a:pt x="12133" y="5597"/>
                    </a:cubicBezTo>
                    <a:cubicBezTo>
                      <a:pt x="12526" y="6656"/>
                      <a:pt x="12514" y="7823"/>
                      <a:pt x="12097" y="8883"/>
                    </a:cubicBezTo>
                    <a:cubicBezTo>
                      <a:pt x="12049" y="9014"/>
                      <a:pt x="11954" y="9157"/>
                      <a:pt x="11776" y="9157"/>
                    </a:cubicBezTo>
                    <a:cubicBezTo>
                      <a:pt x="11597" y="9157"/>
                      <a:pt x="11514" y="8990"/>
                      <a:pt x="11442" y="8835"/>
                    </a:cubicBezTo>
                    <a:cubicBezTo>
                      <a:pt x="11216" y="8347"/>
                      <a:pt x="11204" y="7823"/>
                      <a:pt x="11180" y="7299"/>
                    </a:cubicBezTo>
                    <a:cubicBezTo>
                      <a:pt x="11192" y="6716"/>
                      <a:pt x="11216" y="6144"/>
                      <a:pt x="11478" y="5597"/>
                    </a:cubicBezTo>
                    <a:cubicBezTo>
                      <a:pt x="11545" y="5462"/>
                      <a:pt x="11633" y="5297"/>
                      <a:pt x="11801" y="5297"/>
                    </a:cubicBezTo>
                    <a:close/>
                    <a:moveTo>
                      <a:pt x="7978" y="5335"/>
                    </a:moveTo>
                    <a:cubicBezTo>
                      <a:pt x="8156" y="5335"/>
                      <a:pt x="8239" y="5478"/>
                      <a:pt x="8299" y="5609"/>
                    </a:cubicBezTo>
                    <a:cubicBezTo>
                      <a:pt x="8537" y="6109"/>
                      <a:pt x="8561" y="6656"/>
                      <a:pt x="8585" y="7228"/>
                    </a:cubicBezTo>
                    <a:cubicBezTo>
                      <a:pt x="8561" y="7775"/>
                      <a:pt x="8537" y="8347"/>
                      <a:pt x="8287" y="8883"/>
                    </a:cubicBezTo>
                    <a:cubicBezTo>
                      <a:pt x="8220" y="9028"/>
                      <a:pt x="8133" y="9183"/>
                      <a:pt x="7956" y="9183"/>
                    </a:cubicBezTo>
                    <a:cubicBezTo>
                      <a:pt x="7944" y="9183"/>
                      <a:pt x="7931" y="9182"/>
                      <a:pt x="7918" y="9180"/>
                    </a:cubicBezTo>
                    <a:cubicBezTo>
                      <a:pt x="7763" y="9169"/>
                      <a:pt x="7668" y="9026"/>
                      <a:pt x="7620" y="8883"/>
                    </a:cubicBezTo>
                    <a:cubicBezTo>
                      <a:pt x="7227" y="7823"/>
                      <a:pt x="7251" y="6656"/>
                      <a:pt x="7656" y="5609"/>
                    </a:cubicBezTo>
                    <a:cubicBezTo>
                      <a:pt x="7692" y="5454"/>
                      <a:pt x="7823" y="5347"/>
                      <a:pt x="7978" y="5335"/>
                    </a:cubicBezTo>
                    <a:close/>
                    <a:moveTo>
                      <a:pt x="4707" y="9020"/>
                    </a:moveTo>
                    <a:cubicBezTo>
                      <a:pt x="4949" y="9020"/>
                      <a:pt x="5191" y="9046"/>
                      <a:pt x="5430" y="9097"/>
                    </a:cubicBezTo>
                    <a:cubicBezTo>
                      <a:pt x="5656" y="9121"/>
                      <a:pt x="5799" y="9323"/>
                      <a:pt x="5763" y="9538"/>
                    </a:cubicBezTo>
                    <a:cubicBezTo>
                      <a:pt x="5752" y="9720"/>
                      <a:pt x="5606" y="9864"/>
                      <a:pt x="5428" y="9864"/>
                    </a:cubicBezTo>
                    <a:cubicBezTo>
                      <a:pt x="5409" y="9864"/>
                      <a:pt x="5390" y="9863"/>
                      <a:pt x="5370" y="9859"/>
                    </a:cubicBezTo>
                    <a:cubicBezTo>
                      <a:pt x="5325" y="9852"/>
                      <a:pt x="5286" y="9849"/>
                      <a:pt x="5252" y="9849"/>
                    </a:cubicBezTo>
                    <a:cubicBezTo>
                      <a:pt x="4991" y="9849"/>
                      <a:pt x="5042" y="10041"/>
                      <a:pt x="5084" y="10252"/>
                    </a:cubicBezTo>
                    <a:cubicBezTo>
                      <a:pt x="5537" y="12538"/>
                      <a:pt x="7537" y="14181"/>
                      <a:pt x="9859" y="14193"/>
                    </a:cubicBezTo>
                    <a:cubicBezTo>
                      <a:pt x="9867" y="14193"/>
                      <a:pt x="9876" y="14193"/>
                      <a:pt x="9884" y="14193"/>
                    </a:cubicBezTo>
                    <a:cubicBezTo>
                      <a:pt x="12195" y="14193"/>
                      <a:pt x="14194" y="12565"/>
                      <a:pt x="14669" y="10300"/>
                    </a:cubicBezTo>
                    <a:cubicBezTo>
                      <a:pt x="14709" y="10100"/>
                      <a:pt x="14757" y="9934"/>
                      <a:pt x="14548" y="9934"/>
                    </a:cubicBezTo>
                    <a:cubicBezTo>
                      <a:pt x="14508" y="9934"/>
                      <a:pt x="14457" y="9941"/>
                      <a:pt x="14395" y="9954"/>
                    </a:cubicBezTo>
                    <a:cubicBezTo>
                      <a:pt x="14370" y="9960"/>
                      <a:pt x="14346" y="9963"/>
                      <a:pt x="14323" y="9963"/>
                    </a:cubicBezTo>
                    <a:cubicBezTo>
                      <a:pt x="14156" y="9963"/>
                      <a:pt x="14033" y="9821"/>
                      <a:pt x="14002" y="9633"/>
                    </a:cubicBezTo>
                    <a:cubicBezTo>
                      <a:pt x="13966" y="9442"/>
                      <a:pt x="14085" y="9252"/>
                      <a:pt x="14276" y="9204"/>
                    </a:cubicBezTo>
                    <a:cubicBezTo>
                      <a:pt x="14627" y="9085"/>
                      <a:pt x="14991" y="9028"/>
                      <a:pt x="15354" y="9028"/>
                    </a:cubicBezTo>
                    <a:cubicBezTo>
                      <a:pt x="15607" y="9028"/>
                      <a:pt x="15860" y="9055"/>
                      <a:pt x="16109" y="9109"/>
                    </a:cubicBezTo>
                    <a:cubicBezTo>
                      <a:pt x="16324" y="9145"/>
                      <a:pt x="16467" y="9359"/>
                      <a:pt x="16407" y="9573"/>
                    </a:cubicBezTo>
                    <a:cubicBezTo>
                      <a:pt x="16407" y="9749"/>
                      <a:pt x="16254" y="9880"/>
                      <a:pt x="16081" y="9880"/>
                    </a:cubicBezTo>
                    <a:cubicBezTo>
                      <a:pt x="16055" y="9880"/>
                      <a:pt x="16029" y="9877"/>
                      <a:pt x="16002" y="9871"/>
                    </a:cubicBezTo>
                    <a:cubicBezTo>
                      <a:pt x="15928" y="9849"/>
                      <a:pt x="15867" y="9839"/>
                      <a:pt x="15816" y="9839"/>
                    </a:cubicBezTo>
                    <a:cubicBezTo>
                      <a:pt x="15560" y="9839"/>
                      <a:pt x="15554" y="10084"/>
                      <a:pt x="15514" y="10312"/>
                    </a:cubicBezTo>
                    <a:cubicBezTo>
                      <a:pt x="15038" y="13038"/>
                      <a:pt x="12669" y="15026"/>
                      <a:pt x="9894" y="15038"/>
                    </a:cubicBezTo>
                    <a:cubicBezTo>
                      <a:pt x="7120" y="15038"/>
                      <a:pt x="4739" y="13050"/>
                      <a:pt x="4251" y="10323"/>
                    </a:cubicBezTo>
                    <a:cubicBezTo>
                      <a:pt x="4213" y="10132"/>
                      <a:pt x="4228" y="9895"/>
                      <a:pt x="4008" y="9895"/>
                    </a:cubicBezTo>
                    <a:cubicBezTo>
                      <a:pt x="3954" y="9895"/>
                      <a:pt x="3885" y="9910"/>
                      <a:pt x="3798" y="9942"/>
                    </a:cubicBezTo>
                    <a:cubicBezTo>
                      <a:pt x="3757" y="9959"/>
                      <a:pt x="3716" y="9966"/>
                      <a:pt x="3677" y="9966"/>
                    </a:cubicBezTo>
                    <a:cubicBezTo>
                      <a:pt x="3516" y="9966"/>
                      <a:pt x="3387" y="9836"/>
                      <a:pt x="3358" y="9645"/>
                    </a:cubicBezTo>
                    <a:cubicBezTo>
                      <a:pt x="3298" y="9454"/>
                      <a:pt x="3417" y="9252"/>
                      <a:pt x="3608" y="9204"/>
                    </a:cubicBezTo>
                    <a:cubicBezTo>
                      <a:pt x="3962" y="9081"/>
                      <a:pt x="4334" y="9020"/>
                      <a:pt x="4707" y="9020"/>
                    </a:cubicBezTo>
                    <a:close/>
                    <a:moveTo>
                      <a:pt x="9823" y="1"/>
                    </a:moveTo>
                    <a:cubicBezTo>
                      <a:pt x="6144" y="1"/>
                      <a:pt x="2822" y="2215"/>
                      <a:pt x="1417" y="5620"/>
                    </a:cubicBezTo>
                    <a:cubicBezTo>
                      <a:pt x="0" y="9014"/>
                      <a:pt x="786" y="12931"/>
                      <a:pt x="3382" y="15526"/>
                    </a:cubicBezTo>
                    <a:cubicBezTo>
                      <a:pt x="5126" y="17271"/>
                      <a:pt x="7451" y="18194"/>
                      <a:pt x="9818" y="18194"/>
                    </a:cubicBezTo>
                    <a:cubicBezTo>
                      <a:pt x="10990" y="18194"/>
                      <a:pt x="12172" y="17968"/>
                      <a:pt x="13300" y="17503"/>
                    </a:cubicBezTo>
                    <a:cubicBezTo>
                      <a:pt x="16705" y="16098"/>
                      <a:pt x="18919" y="12776"/>
                      <a:pt x="18919" y="9097"/>
                    </a:cubicBezTo>
                    <a:cubicBezTo>
                      <a:pt x="18919" y="4073"/>
                      <a:pt x="14847" y="1"/>
                      <a:pt x="9823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91" name="Google Shape;191;p8"/>
              <p:cNvGrpSpPr/>
              <p:nvPr/>
            </p:nvGrpSpPr>
            <p:grpSpPr>
              <a:xfrm rot="5400000">
                <a:off x="5985550" y="1130675"/>
                <a:ext cx="495325" cy="470125"/>
                <a:chOff x="5985550" y="1130050"/>
                <a:chExt cx="495325" cy="470125"/>
              </a:xfrm>
            </p:grpSpPr>
            <p:sp>
              <p:nvSpPr>
                <p:cNvPr id="192" name="Google Shape;192;p8"/>
                <p:cNvSpPr/>
                <p:nvPr/>
              </p:nvSpPr>
              <p:spPr>
                <a:xfrm>
                  <a:off x="6075750" y="1366100"/>
                  <a:ext cx="338750" cy="149125"/>
                </a:xfrm>
                <a:custGeom>
                  <a:rect b="b" l="l" r="r" t="t"/>
                  <a:pathLst>
                    <a:path extrusionOk="0" h="5965" w="13550">
                      <a:moveTo>
                        <a:pt x="1336" y="1"/>
                      </a:moveTo>
                      <a:cubicBezTo>
                        <a:pt x="961" y="1"/>
                        <a:pt x="590" y="73"/>
                        <a:pt x="215" y="178"/>
                      </a:cubicBezTo>
                      <a:cubicBezTo>
                        <a:pt x="72" y="202"/>
                        <a:pt x="0" y="368"/>
                        <a:pt x="84" y="476"/>
                      </a:cubicBezTo>
                      <a:cubicBezTo>
                        <a:pt x="125" y="553"/>
                        <a:pt x="179" y="577"/>
                        <a:pt x="239" y="577"/>
                      </a:cubicBezTo>
                      <a:cubicBezTo>
                        <a:pt x="298" y="577"/>
                        <a:pt x="364" y="553"/>
                        <a:pt x="429" y="535"/>
                      </a:cubicBezTo>
                      <a:cubicBezTo>
                        <a:pt x="590" y="492"/>
                        <a:pt x="699" y="464"/>
                        <a:pt x="773" y="464"/>
                      </a:cubicBezTo>
                      <a:cubicBezTo>
                        <a:pt x="924" y="464"/>
                        <a:pt x="937" y="578"/>
                        <a:pt x="977" y="904"/>
                      </a:cubicBezTo>
                      <a:lnTo>
                        <a:pt x="977" y="952"/>
                      </a:lnTo>
                      <a:cubicBezTo>
                        <a:pt x="1402" y="3833"/>
                        <a:pt x="3865" y="5965"/>
                        <a:pt x="6774" y="5965"/>
                      </a:cubicBezTo>
                      <a:cubicBezTo>
                        <a:pt x="6798" y="5965"/>
                        <a:pt x="6822" y="5965"/>
                        <a:pt x="6846" y="5964"/>
                      </a:cubicBezTo>
                      <a:cubicBezTo>
                        <a:pt x="9787" y="5941"/>
                        <a:pt x="12252" y="3738"/>
                        <a:pt x="12609" y="833"/>
                      </a:cubicBezTo>
                      <a:cubicBezTo>
                        <a:pt x="12649" y="515"/>
                        <a:pt x="12662" y="409"/>
                        <a:pt x="12818" y="409"/>
                      </a:cubicBezTo>
                      <a:cubicBezTo>
                        <a:pt x="12896" y="409"/>
                        <a:pt x="13010" y="436"/>
                        <a:pt x="13181" y="476"/>
                      </a:cubicBezTo>
                      <a:cubicBezTo>
                        <a:pt x="13229" y="484"/>
                        <a:pt x="13281" y="495"/>
                        <a:pt x="13329" y="495"/>
                      </a:cubicBezTo>
                      <a:cubicBezTo>
                        <a:pt x="13411" y="495"/>
                        <a:pt x="13484" y="465"/>
                        <a:pt x="13514" y="345"/>
                      </a:cubicBezTo>
                      <a:cubicBezTo>
                        <a:pt x="13550" y="166"/>
                        <a:pt x="13443" y="118"/>
                        <a:pt x="13300" y="83"/>
                      </a:cubicBezTo>
                      <a:cubicBezTo>
                        <a:pt x="13080" y="26"/>
                        <a:pt x="12860" y="1"/>
                        <a:pt x="12641" y="1"/>
                      </a:cubicBezTo>
                      <a:cubicBezTo>
                        <a:pt x="12268" y="1"/>
                        <a:pt x="11898" y="73"/>
                        <a:pt x="11538" y="178"/>
                      </a:cubicBezTo>
                      <a:cubicBezTo>
                        <a:pt x="11418" y="202"/>
                        <a:pt x="11347" y="321"/>
                        <a:pt x="11383" y="428"/>
                      </a:cubicBezTo>
                      <a:cubicBezTo>
                        <a:pt x="11412" y="534"/>
                        <a:pt x="11488" y="578"/>
                        <a:pt x="11579" y="578"/>
                      </a:cubicBezTo>
                      <a:cubicBezTo>
                        <a:pt x="11600" y="578"/>
                        <a:pt x="11622" y="575"/>
                        <a:pt x="11645" y="571"/>
                      </a:cubicBezTo>
                      <a:cubicBezTo>
                        <a:pt x="11776" y="535"/>
                        <a:pt x="11895" y="511"/>
                        <a:pt x="12014" y="476"/>
                      </a:cubicBezTo>
                      <a:cubicBezTo>
                        <a:pt x="12052" y="465"/>
                        <a:pt x="12082" y="459"/>
                        <a:pt x="12107" y="459"/>
                      </a:cubicBezTo>
                      <a:cubicBezTo>
                        <a:pt x="12189" y="459"/>
                        <a:pt x="12199" y="520"/>
                        <a:pt x="12180" y="630"/>
                      </a:cubicBezTo>
                      <a:cubicBezTo>
                        <a:pt x="11907" y="3333"/>
                        <a:pt x="9668" y="5417"/>
                        <a:pt x="6942" y="5488"/>
                      </a:cubicBezTo>
                      <a:cubicBezTo>
                        <a:pt x="6901" y="5489"/>
                        <a:pt x="6861" y="5489"/>
                        <a:pt x="6821" y="5489"/>
                      </a:cubicBezTo>
                      <a:cubicBezTo>
                        <a:pt x="4158" y="5489"/>
                        <a:pt x="1875" y="3555"/>
                        <a:pt x="1465" y="904"/>
                      </a:cubicBezTo>
                      <a:cubicBezTo>
                        <a:pt x="1415" y="534"/>
                        <a:pt x="1400" y="420"/>
                        <a:pt x="1568" y="420"/>
                      </a:cubicBezTo>
                      <a:cubicBezTo>
                        <a:pt x="1644" y="420"/>
                        <a:pt x="1755" y="442"/>
                        <a:pt x="1917" y="476"/>
                      </a:cubicBezTo>
                      <a:cubicBezTo>
                        <a:pt x="1958" y="483"/>
                        <a:pt x="1999" y="489"/>
                        <a:pt x="2037" y="489"/>
                      </a:cubicBezTo>
                      <a:cubicBezTo>
                        <a:pt x="2121" y="489"/>
                        <a:pt x="2190" y="459"/>
                        <a:pt x="2215" y="345"/>
                      </a:cubicBezTo>
                      <a:cubicBezTo>
                        <a:pt x="2239" y="178"/>
                        <a:pt x="2144" y="118"/>
                        <a:pt x="2001" y="83"/>
                      </a:cubicBezTo>
                      <a:cubicBezTo>
                        <a:pt x="1776" y="26"/>
                        <a:pt x="1555" y="1"/>
                        <a:pt x="133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3" name="Google Shape;193;p8"/>
                <p:cNvSpPr/>
                <p:nvPr/>
              </p:nvSpPr>
              <p:spPr>
                <a:xfrm>
                  <a:off x="6277250" y="1261875"/>
                  <a:ext cx="35750" cy="102725"/>
                </a:xfrm>
                <a:custGeom>
                  <a:rect b="b" l="l" r="r" t="t"/>
                  <a:pathLst>
                    <a:path extrusionOk="0" h="4109" w="1430">
                      <a:moveTo>
                        <a:pt x="793" y="1"/>
                      </a:moveTo>
                      <a:cubicBezTo>
                        <a:pt x="787" y="1"/>
                        <a:pt x="781" y="1"/>
                        <a:pt x="775" y="1"/>
                      </a:cubicBezTo>
                      <a:cubicBezTo>
                        <a:pt x="501" y="1"/>
                        <a:pt x="441" y="251"/>
                        <a:pt x="370" y="442"/>
                      </a:cubicBezTo>
                      <a:cubicBezTo>
                        <a:pt x="13" y="1478"/>
                        <a:pt x="1" y="2609"/>
                        <a:pt x="334" y="3644"/>
                      </a:cubicBezTo>
                      <a:cubicBezTo>
                        <a:pt x="394" y="3847"/>
                        <a:pt x="477" y="4109"/>
                        <a:pt x="751" y="4109"/>
                      </a:cubicBezTo>
                      <a:cubicBezTo>
                        <a:pt x="1013" y="4109"/>
                        <a:pt x="1084" y="3859"/>
                        <a:pt x="1168" y="3656"/>
                      </a:cubicBezTo>
                      <a:cubicBezTo>
                        <a:pt x="1346" y="3168"/>
                        <a:pt x="1430" y="2656"/>
                        <a:pt x="1430" y="2132"/>
                      </a:cubicBezTo>
                      <a:cubicBezTo>
                        <a:pt x="1430" y="1466"/>
                        <a:pt x="1382" y="942"/>
                        <a:pt x="1203" y="454"/>
                      </a:cubicBezTo>
                      <a:cubicBezTo>
                        <a:pt x="1122" y="256"/>
                        <a:pt x="1052" y="1"/>
                        <a:pt x="793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4" name="Google Shape;194;p8"/>
                <p:cNvSpPr/>
                <p:nvPr/>
              </p:nvSpPr>
              <p:spPr>
                <a:xfrm>
                  <a:off x="6178150" y="1262775"/>
                  <a:ext cx="35725" cy="102725"/>
                </a:xfrm>
                <a:custGeom>
                  <a:rect b="b" l="l" r="r" t="t"/>
                  <a:pathLst>
                    <a:path extrusionOk="0" h="4109" w="1429">
                      <a:moveTo>
                        <a:pt x="686" y="1"/>
                      </a:moveTo>
                      <a:cubicBezTo>
                        <a:pt x="436" y="1"/>
                        <a:pt x="344" y="256"/>
                        <a:pt x="262" y="465"/>
                      </a:cubicBezTo>
                      <a:cubicBezTo>
                        <a:pt x="83" y="965"/>
                        <a:pt x="0" y="1489"/>
                        <a:pt x="12" y="2013"/>
                      </a:cubicBezTo>
                      <a:cubicBezTo>
                        <a:pt x="12" y="2632"/>
                        <a:pt x="48" y="3156"/>
                        <a:pt x="238" y="3644"/>
                      </a:cubicBezTo>
                      <a:cubicBezTo>
                        <a:pt x="322" y="3859"/>
                        <a:pt x="393" y="4109"/>
                        <a:pt x="655" y="4109"/>
                      </a:cubicBezTo>
                      <a:cubicBezTo>
                        <a:pt x="917" y="4109"/>
                        <a:pt x="1012" y="3859"/>
                        <a:pt x="1072" y="3656"/>
                      </a:cubicBezTo>
                      <a:cubicBezTo>
                        <a:pt x="1417" y="2620"/>
                        <a:pt x="1429" y="1513"/>
                        <a:pt x="1107" y="465"/>
                      </a:cubicBezTo>
                      <a:cubicBezTo>
                        <a:pt x="1048" y="263"/>
                        <a:pt x="965" y="1"/>
                        <a:pt x="703" y="1"/>
                      </a:cubicBezTo>
                      <a:cubicBezTo>
                        <a:pt x="697" y="1"/>
                        <a:pt x="691" y="1"/>
                        <a:pt x="68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5" name="Google Shape;195;p8"/>
                <p:cNvSpPr/>
                <p:nvPr/>
              </p:nvSpPr>
              <p:spPr>
                <a:xfrm>
                  <a:off x="5985550" y="1130050"/>
                  <a:ext cx="495325" cy="470125"/>
                </a:xfrm>
                <a:custGeom>
                  <a:rect b="b" l="l" r="r" t="t"/>
                  <a:pathLst>
                    <a:path extrusionOk="0" h="18805" w="19813">
                      <a:moveTo>
                        <a:pt x="10405" y="475"/>
                      </a:moveTo>
                      <a:cubicBezTo>
                        <a:pt x="11555" y="475"/>
                        <a:pt x="12716" y="697"/>
                        <a:pt x="13824" y="1155"/>
                      </a:cubicBezTo>
                      <a:cubicBezTo>
                        <a:pt x="17158" y="2536"/>
                        <a:pt x="19337" y="5798"/>
                        <a:pt x="19337" y="9406"/>
                      </a:cubicBezTo>
                      <a:cubicBezTo>
                        <a:pt x="19325" y="14335"/>
                        <a:pt x="15324" y="18323"/>
                        <a:pt x="10407" y="18335"/>
                      </a:cubicBezTo>
                      <a:cubicBezTo>
                        <a:pt x="6787" y="18335"/>
                        <a:pt x="3537" y="16156"/>
                        <a:pt x="2156" y="12823"/>
                      </a:cubicBezTo>
                      <a:cubicBezTo>
                        <a:pt x="775" y="9489"/>
                        <a:pt x="1537" y="5643"/>
                        <a:pt x="4085" y="3095"/>
                      </a:cubicBezTo>
                      <a:cubicBezTo>
                        <a:pt x="5797" y="1383"/>
                        <a:pt x="8080" y="475"/>
                        <a:pt x="10405" y="475"/>
                      </a:cubicBezTo>
                      <a:close/>
                      <a:moveTo>
                        <a:pt x="10397" y="1"/>
                      </a:moveTo>
                      <a:cubicBezTo>
                        <a:pt x="8589" y="1"/>
                        <a:pt x="6772" y="520"/>
                        <a:pt x="5180" y="1583"/>
                      </a:cubicBezTo>
                      <a:cubicBezTo>
                        <a:pt x="1441" y="4072"/>
                        <a:pt x="1" y="8858"/>
                        <a:pt x="1715" y="13001"/>
                      </a:cubicBezTo>
                      <a:cubicBezTo>
                        <a:pt x="3189" y="16563"/>
                        <a:pt x="6651" y="18805"/>
                        <a:pt x="10384" y="18805"/>
                      </a:cubicBezTo>
                      <a:cubicBezTo>
                        <a:pt x="10994" y="18805"/>
                        <a:pt x="11611" y="18745"/>
                        <a:pt x="12229" y="18621"/>
                      </a:cubicBezTo>
                      <a:cubicBezTo>
                        <a:pt x="16634" y="17752"/>
                        <a:pt x="19801" y="13882"/>
                        <a:pt x="19801" y="9406"/>
                      </a:cubicBezTo>
                      <a:cubicBezTo>
                        <a:pt x="19813" y="6905"/>
                        <a:pt x="18813" y="4512"/>
                        <a:pt x="17051" y="2750"/>
                      </a:cubicBezTo>
                      <a:cubicBezTo>
                        <a:pt x="15229" y="936"/>
                        <a:pt x="12822" y="1"/>
                        <a:pt x="10397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sp>
          <p:nvSpPr>
            <p:cNvPr id="196" name="Google Shape;196;p8"/>
            <p:cNvSpPr/>
            <p:nvPr/>
          </p:nvSpPr>
          <p:spPr>
            <a:xfrm>
              <a:off x="308036" y="4489200"/>
              <a:ext cx="405188" cy="405650"/>
            </a:xfrm>
            <a:custGeom>
              <a:rect b="b" l="l" r="r" t="t"/>
              <a:pathLst>
                <a:path extrusionOk="0" h="28836" w="28798">
                  <a:moveTo>
                    <a:pt x="13026" y="1"/>
                  </a:moveTo>
                  <a:lnTo>
                    <a:pt x="13026" y="11097"/>
                  </a:lnTo>
                  <a:lnTo>
                    <a:pt x="5196" y="3266"/>
                  </a:lnTo>
                  <a:lnTo>
                    <a:pt x="3229" y="5196"/>
                  </a:lnTo>
                  <a:lnTo>
                    <a:pt x="11059" y="13063"/>
                  </a:lnTo>
                  <a:lnTo>
                    <a:pt x="0" y="13063"/>
                  </a:lnTo>
                  <a:lnTo>
                    <a:pt x="0" y="15810"/>
                  </a:lnTo>
                  <a:lnTo>
                    <a:pt x="11059" y="15810"/>
                  </a:lnTo>
                  <a:lnTo>
                    <a:pt x="3229" y="23640"/>
                  </a:lnTo>
                  <a:lnTo>
                    <a:pt x="5196" y="25607"/>
                  </a:lnTo>
                  <a:lnTo>
                    <a:pt x="13026" y="17739"/>
                  </a:lnTo>
                  <a:lnTo>
                    <a:pt x="13026" y="28835"/>
                  </a:lnTo>
                  <a:lnTo>
                    <a:pt x="15772" y="28835"/>
                  </a:lnTo>
                  <a:lnTo>
                    <a:pt x="15772" y="17739"/>
                  </a:lnTo>
                  <a:lnTo>
                    <a:pt x="23602" y="25607"/>
                  </a:lnTo>
                  <a:lnTo>
                    <a:pt x="25569" y="23640"/>
                  </a:lnTo>
                  <a:lnTo>
                    <a:pt x="17702" y="15810"/>
                  </a:lnTo>
                  <a:lnTo>
                    <a:pt x="28798" y="15810"/>
                  </a:lnTo>
                  <a:lnTo>
                    <a:pt x="28798" y="13063"/>
                  </a:lnTo>
                  <a:lnTo>
                    <a:pt x="17702" y="13063"/>
                  </a:lnTo>
                  <a:lnTo>
                    <a:pt x="25569" y="5196"/>
                  </a:lnTo>
                  <a:lnTo>
                    <a:pt x="23602" y="3266"/>
                  </a:lnTo>
                  <a:lnTo>
                    <a:pt x="15772" y="11097"/>
                  </a:lnTo>
                  <a:lnTo>
                    <a:pt x="1577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title and description">
  <p:cSld name="SECTION_TITLE_AND_DESCRIPTION">
    <p:spTree>
      <p:nvGrpSpPr>
        <p:cNvPr id="197" name="Shape 1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8" name="Google Shape;198;p9"/>
          <p:cNvSpPr txBox="1"/>
          <p:nvPr>
            <p:ph type="title"/>
          </p:nvPr>
        </p:nvSpPr>
        <p:spPr>
          <a:xfrm>
            <a:off x="2135550" y="1391325"/>
            <a:ext cx="4872900" cy="1460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81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199" name="Google Shape;199;p9"/>
          <p:cNvSpPr txBox="1"/>
          <p:nvPr>
            <p:ph idx="1" type="subTitle"/>
          </p:nvPr>
        </p:nvSpPr>
        <p:spPr>
          <a:xfrm>
            <a:off x="2135550" y="2775725"/>
            <a:ext cx="4872900" cy="671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grpSp>
        <p:nvGrpSpPr>
          <p:cNvPr id="200" name="Google Shape;200;p9"/>
          <p:cNvGrpSpPr/>
          <p:nvPr/>
        </p:nvGrpSpPr>
        <p:grpSpPr>
          <a:xfrm>
            <a:off x="323363" y="213279"/>
            <a:ext cx="37200" cy="2280719"/>
            <a:chOff x="8720263" y="1665954"/>
            <a:chExt cx="37200" cy="2280719"/>
          </a:xfrm>
        </p:grpSpPr>
        <p:sp>
          <p:nvSpPr>
            <p:cNvPr id="201" name="Google Shape;201;p9"/>
            <p:cNvSpPr/>
            <p:nvPr/>
          </p:nvSpPr>
          <p:spPr>
            <a:xfrm flipH="1">
              <a:off x="8720263" y="1665954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  <p:sp>
          <p:nvSpPr>
            <p:cNvPr id="202" name="Google Shape;202;p9"/>
            <p:cNvSpPr/>
            <p:nvPr/>
          </p:nvSpPr>
          <p:spPr>
            <a:xfrm flipH="1">
              <a:off x="8720263" y="2278650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  <p:sp>
          <p:nvSpPr>
            <p:cNvPr id="203" name="Google Shape;203;p9"/>
            <p:cNvSpPr/>
            <p:nvPr/>
          </p:nvSpPr>
          <p:spPr>
            <a:xfrm flipH="1">
              <a:off x="8720263" y="2570381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  <p:sp>
          <p:nvSpPr>
            <p:cNvPr id="204" name="Google Shape;204;p9"/>
            <p:cNvSpPr/>
            <p:nvPr/>
          </p:nvSpPr>
          <p:spPr>
            <a:xfrm flipH="1">
              <a:off x="8720263" y="2862111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  <p:sp>
          <p:nvSpPr>
            <p:cNvPr id="205" name="Google Shape;205;p9"/>
            <p:cNvSpPr/>
            <p:nvPr/>
          </p:nvSpPr>
          <p:spPr>
            <a:xfrm flipH="1">
              <a:off x="8720263" y="3653137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  <p:sp>
          <p:nvSpPr>
            <p:cNvPr id="206" name="Google Shape;206;p9"/>
            <p:cNvSpPr/>
            <p:nvPr/>
          </p:nvSpPr>
          <p:spPr>
            <a:xfrm flipH="1">
              <a:off x="8720263" y="3909472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</p:grpSp>
      <p:grpSp>
        <p:nvGrpSpPr>
          <p:cNvPr id="207" name="Google Shape;207;p9"/>
          <p:cNvGrpSpPr/>
          <p:nvPr/>
        </p:nvGrpSpPr>
        <p:grpSpPr>
          <a:xfrm>
            <a:off x="674376" y="347375"/>
            <a:ext cx="8145676" cy="4576197"/>
            <a:chOff x="674376" y="347375"/>
            <a:chExt cx="8145676" cy="4576197"/>
          </a:xfrm>
        </p:grpSpPr>
        <p:grpSp>
          <p:nvGrpSpPr>
            <p:cNvPr id="208" name="Google Shape;208;p9"/>
            <p:cNvGrpSpPr/>
            <p:nvPr/>
          </p:nvGrpSpPr>
          <p:grpSpPr>
            <a:xfrm flipH="1">
              <a:off x="674376" y="4603988"/>
              <a:ext cx="1112510" cy="319584"/>
              <a:chOff x="4743988" y="1118075"/>
              <a:chExt cx="1724288" cy="495325"/>
            </a:xfrm>
          </p:grpSpPr>
          <p:grpSp>
            <p:nvGrpSpPr>
              <p:cNvPr id="209" name="Google Shape;209;p9"/>
              <p:cNvGrpSpPr/>
              <p:nvPr/>
            </p:nvGrpSpPr>
            <p:grpSpPr>
              <a:xfrm rot="5400000">
                <a:off x="4736550" y="1140100"/>
                <a:ext cx="466150" cy="451275"/>
                <a:chOff x="6608550" y="1088575"/>
                <a:chExt cx="466150" cy="451275"/>
              </a:xfrm>
            </p:grpSpPr>
            <p:sp>
              <p:nvSpPr>
                <p:cNvPr id="210" name="Google Shape;210;p9"/>
                <p:cNvSpPr/>
                <p:nvPr/>
              </p:nvSpPr>
              <p:spPr>
                <a:xfrm>
                  <a:off x="6608550" y="1088575"/>
                  <a:ext cx="466150" cy="451275"/>
                </a:xfrm>
                <a:custGeom>
                  <a:rect b="b" l="l" r="r" t="t"/>
                  <a:pathLst>
                    <a:path extrusionOk="0" h="18051" w="18646">
                      <a:moveTo>
                        <a:pt x="9606" y="560"/>
                      </a:moveTo>
                      <a:cubicBezTo>
                        <a:pt x="9876" y="560"/>
                        <a:pt x="10146" y="573"/>
                        <a:pt x="10419" y="599"/>
                      </a:cubicBezTo>
                      <a:cubicBezTo>
                        <a:pt x="14145" y="956"/>
                        <a:pt x="17193" y="3730"/>
                        <a:pt x="17908" y="7398"/>
                      </a:cubicBezTo>
                      <a:cubicBezTo>
                        <a:pt x="18015" y="7945"/>
                        <a:pt x="18062" y="8493"/>
                        <a:pt x="18050" y="9052"/>
                      </a:cubicBezTo>
                      <a:cubicBezTo>
                        <a:pt x="18062" y="9422"/>
                        <a:pt x="18039" y="9791"/>
                        <a:pt x="17991" y="10160"/>
                      </a:cubicBezTo>
                      <a:lnTo>
                        <a:pt x="17991" y="10172"/>
                      </a:lnTo>
                      <a:cubicBezTo>
                        <a:pt x="17967" y="10446"/>
                        <a:pt x="17836" y="10707"/>
                        <a:pt x="17634" y="10898"/>
                      </a:cubicBezTo>
                      <a:cubicBezTo>
                        <a:pt x="17372" y="11172"/>
                        <a:pt x="17050" y="11398"/>
                        <a:pt x="16705" y="11553"/>
                      </a:cubicBezTo>
                      <a:cubicBezTo>
                        <a:pt x="16205" y="11755"/>
                        <a:pt x="15979" y="12136"/>
                        <a:pt x="15955" y="12660"/>
                      </a:cubicBezTo>
                      <a:cubicBezTo>
                        <a:pt x="15943" y="12982"/>
                        <a:pt x="15967" y="13291"/>
                        <a:pt x="16026" y="13613"/>
                      </a:cubicBezTo>
                      <a:cubicBezTo>
                        <a:pt x="16086" y="13958"/>
                        <a:pt x="15943" y="14303"/>
                        <a:pt x="15657" y="14506"/>
                      </a:cubicBezTo>
                      <a:cubicBezTo>
                        <a:pt x="15169" y="14851"/>
                        <a:pt x="14717" y="15268"/>
                        <a:pt x="14336" y="15732"/>
                      </a:cubicBezTo>
                      <a:cubicBezTo>
                        <a:pt x="13336" y="16923"/>
                        <a:pt x="12014" y="17411"/>
                        <a:pt x="10514" y="17470"/>
                      </a:cubicBezTo>
                      <a:cubicBezTo>
                        <a:pt x="10324" y="17479"/>
                        <a:pt x="10135" y="17483"/>
                        <a:pt x="9946" y="17483"/>
                      </a:cubicBezTo>
                      <a:cubicBezTo>
                        <a:pt x="8305" y="17483"/>
                        <a:pt x="6684" y="17160"/>
                        <a:pt x="5168" y="16530"/>
                      </a:cubicBezTo>
                      <a:cubicBezTo>
                        <a:pt x="4215" y="16161"/>
                        <a:pt x="3441" y="15458"/>
                        <a:pt x="2965" y="14565"/>
                      </a:cubicBezTo>
                      <a:cubicBezTo>
                        <a:pt x="2620" y="13851"/>
                        <a:pt x="2060" y="13255"/>
                        <a:pt x="1370" y="12851"/>
                      </a:cubicBezTo>
                      <a:cubicBezTo>
                        <a:pt x="1120" y="12708"/>
                        <a:pt x="894" y="12529"/>
                        <a:pt x="691" y="12303"/>
                      </a:cubicBezTo>
                      <a:cubicBezTo>
                        <a:pt x="429" y="12005"/>
                        <a:pt x="298" y="11696"/>
                        <a:pt x="632" y="11327"/>
                      </a:cubicBezTo>
                      <a:cubicBezTo>
                        <a:pt x="798" y="11124"/>
                        <a:pt x="965" y="10922"/>
                        <a:pt x="1144" y="10731"/>
                      </a:cubicBezTo>
                      <a:cubicBezTo>
                        <a:pt x="1596" y="10291"/>
                        <a:pt x="1751" y="9648"/>
                        <a:pt x="1560" y="9064"/>
                      </a:cubicBezTo>
                      <a:cubicBezTo>
                        <a:pt x="1560" y="9041"/>
                        <a:pt x="1560" y="9029"/>
                        <a:pt x="1548" y="9017"/>
                      </a:cubicBezTo>
                      <a:cubicBezTo>
                        <a:pt x="1036" y="7921"/>
                        <a:pt x="1358" y="6874"/>
                        <a:pt x="1775" y="5838"/>
                      </a:cubicBezTo>
                      <a:cubicBezTo>
                        <a:pt x="3077" y="2626"/>
                        <a:pt x="6190" y="560"/>
                        <a:pt x="9606" y="560"/>
                      </a:cubicBezTo>
                      <a:close/>
                      <a:moveTo>
                        <a:pt x="9563" y="0"/>
                      </a:moveTo>
                      <a:cubicBezTo>
                        <a:pt x="9039" y="0"/>
                        <a:pt x="8467" y="40"/>
                        <a:pt x="7847" y="135"/>
                      </a:cubicBezTo>
                      <a:cubicBezTo>
                        <a:pt x="6013" y="420"/>
                        <a:pt x="4465" y="1349"/>
                        <a:pt x="3168" y="2671"/>
                      </a:cubicBezTo>
                      <a:cubicBezTo>
                        <a:pt x="1870" y="3980"/>
                        <a:pt x="1001" y="5647"/>
                        <a:pt x="679" y="7457"/>
                      </a:cubicBezTo>
                      <a:cubicBezTo>
                        <a:pt x="667" y="7588"/>
                        <a:pt x="667" y="7719"/>
                        <a:pt x="679" y="7850"/>
                      </a:cubicBezTo>
                      <a:cubicBezTo>
                        <a:pt x="727" y="8314"/>
                        <a:pt x="905" y="8767"/>
                        <a:pt x="1013" y="9219"/>
                      </a:cubicBezTo>
                      <a:cubicBezTo>
                        <a:pt x="1132" y="9636"/>
                        <a:pt x="1036" y="10076"/>
                        <a:pt x="751" y="10410"/>
                      </a:cubicBezTo>
                      <a:cubicBezTo>
                        <a:pt x="667" y="10517"/>
                        <a:pt x="572" y="10636"/>
                        <a:pt x="477" y="10743"/>
                      </a:cubicBezTo>
                      <a:cubicBezTo>
                        <a:pt x="263" y="11029"/>
                        <a:pt x="36" y="11315"/>
                        <a:pt x="1" y="11684"/>
                      </a:cubicBezTo>
                      <a:lnTo>
                        <a:pt x="1" y="11958"/>
                      </a:lnTo>
                      <a:cubicBezTo>
                        <a:pt x="12" y="12112"/>
                        <a:pt x="60" y="12255"/>
                        <a:pt x="155" y="12386"/>
                      </a:cubicBezTo>
                      <a:cubicBezTo>
                        <a:pt x="322" y="12648"/>
                        <a:pt x="548" y="12874"/>
                        <a:pt x="798" y="13065"/>
                      </a:cubicBezTo>
                      <a:cubicBezTo>
                        <a:pt x="1108" y="13303"/>
                        <a:pt x="1441" y="13529"/>
                        <a:pt x="1739" y="13791"/>
                      </a:cubicBezTo>
                      <a:cubicBezTo>
                        <a:pt x="2001" y="14005"/>
                        <a:pt x="2215" y="14267"/>
                        <a:pt x="2358" y="14565"/>
                      </a:cubicBezTo>
                      <a:cubicBezTo>
                        <a:pt x="2596" y="15125"/>
                        <a:pt x="2953" y="15637"/>
                        <a:pt x="3406" y="16041"/>
                      </a:cubicBezTo>
                      <a:cubicBezTo>
                        <a:pt x="4180" y="16708"/>
                        <a:pt x="5096" y="17196"/>
                        <a:pt x="6085" y="17458"/>
                      </a:cubicBezTo>
                      <a:cubicBezTo>
                        <a:pt x="6954" y="17720"/>
                        <a:pt x="7835" y="17958"/>
                        <a:pt x="8764" y="18018"/>
                      </a:cubicBezTo>
                      <a:cubicBezTo>
                        <a:pt x="9043" y="18040"/>
                        <a:pt x="9324" y="18050"/>
                        <a:pt x="9606" y="18050"/>
                      </a:cubicBezTo>
                      <a:cubicBezTo>
                        <a:pt x="10092" y="18050"/>
                        <a:pt x="10579" y="18019"/>
                        <a:pt x="11061" y="17958"/>
                      </a:cubicBezTo>
                      <a:cubicBezTo>
                        <a:pt x="12014" y="17815"/>
                        <a:pt x="12931" y="17506"/>
                        <a:pt x="13776" y="17065"/>
                      </a:cubicBezTo>
                      <a:cubicBezTo>
                        <a:pt x="14157" y="16875"/>
                        <a:pt x="14467" y="16577"/>
                        <a:pt x="14657" y="16220"/>
                      </a:cubicBezTo>
                      <a:cubicBezTo>
                        <a:pt x="14860" y="15875"/>
                        <a:pt x="15110" y="15565"/>
                        <a:pt x="15407" y="15315"/>
                      </a:cubicBezTo>
                      <a:cubicBezTo>
                        <a:pt x="15693" y="15065"/>
                        <a:pt x="16003" y="14851"/>
                        <a:pt x="16288" y="14589"/>
                      </a:cubicBezTo>
                      <a:cubicBezTo>
                        <a:pt x="16526" y="14375"/>
                        <a:pt x="16705" y="14125"/>
                        <a:pt x="16717" y="13791"/>
                      </a:cubicBezTo>
                      <a:cubicBezTo>
                        <a:pt x="16717" y="13517"/>
                        <a:pt x="16741" y="13243"/>
                        <a:pt x="16765" y="12970"/>
                      </a:cubicBezTo>
                      <a:cubicBezTo>
                        <a:pt x="16800" y="12434"/>
                        <a:pt x="16991" y="11981"/>
                        <a:pt x="17491" y="11708"/>
                      </a:cubicBezTo>
                      <a:cubicBezTo>
                        <a:pt x="17610" y="11636"/>
                        <a:pt x="17729" y="11553"/>
                        <a:pt x="17824" y="11458"/>
                      </a:cubicBezTo>
                      <a:cubicBezTo>
                        <a:pt x="18300" y="11065"/>
                        <a:pt x="18622" y="10600"/>
                        <a:pt x="18586" y="9945"/>
                      </a:cubicBezTo>
                      <a:cubicBezTo>
                        <a:pt x="18586" y="9862"/>
                        <a:pt x="18634" y="9862"/>
                        <a:pt x="18622" y="9695"/>
                      </a:cubicBezTo>
                      <a:cubicBezTo>
                        <a:pt x="18646" y="9005"/>
                        <a:pt x="18622" y="8314"/>
                        <a:pt x="18551" y="7636"/>
                      </a:cubicBezTo>
                      <a:cubicBezTo>
                        <a:pt x="18443" y="6886"/>
                        <a:pt x="18229" y="6147"/>
                        <a:pt x="17919" y="5445"/>
                      </a:cubicBezTo>
                      <a:cubicBezTo>
                        <a:pt x="17348" y="4123"/>
                        <a:pt x="16479" y="2957"/>
                        <a:pt x="15360" y="2040"/>
                      </a:cubicBezTo>
                      <a:cubicBezTo>
                        <a:pt x="14681" y="1480"/>
                        <a:pt x="13931" y="1016"/>
                        <a:pt x="13121" y="682"/>
                      </a:cubicBezTo>
                      <a:cubicBezTo>
                        <a:pt x="12465" y="418"/>
                        <a:pt x="11272" y="0"/>
                        <a:pt x="9563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1" name="Google Shape;211;p9"/>
                <p:cNvSpPr/>
                <p:nvPr/>
              </p:nvSpPr>
              <p:spPr>
                <a:xfrm>
                  <a:off x="6691000" y="1302025"/>
                  <a:ext cx="322100" cy="155800"/>
                </a:xfrm>
                <a:custGeom>
                  <a:rect b="b" l="l" r="r" t="t"/>
                  <a:pathLst>
                    <a:path extrusionOk="0" h="6232" w="12884">
                      <a:moveTo>
                        <a:pt x="12269" y="1"/>
                      </a:moveTo>
                      <a:cubicBezTo>
                        <a:pt x="12129" y="1"/>
                        <a:pt x="11988" y="38"/>
                        <a:pt x="11847" y="133"/>
                      </a:cubicBezTo>
                      <a:cubicBezTo>
                        <a:pt x="11776" y="187"/>
                        <a:pt x="11690" y="214"/>
                        <a:pt x="11605" y="214"/>
                      </a:cubicBezTo>
                      <a:cubicBezTo>
                        <a:pt x="11520" y="214"/>
                        <a:pt x="11437" y="187"/>
                        <a:pt x="11371" y="133"/>
                      </a:cubicBezTo>
                      <a:cubicBezTo>
                        <a:pt x="11314" y="91"/>
                        <a:pt x="11248" y="69"/>
                        <a:pt x="11182" y="69"/>
                      </a:cubicBezTo>
                      <a:cubicBezTo>
                        <a:pt x="11137" y="69"/>
                        <a:pt x="11092" y="79"/>
                        <a:pt x="11050" y="98"/>
                      </a:cubicBezTo>
                      <a:cubicBezTo>
                        <a:pt x="10942" y="145"/>
                        <a:pt x="10776" y="193"/>
                        <a:pt x="10788" y="324"/>
                      </a:cubicBezTo>
                      <a:cubicBezTo>
                        <a:pt x="10800" y="455"/>
                        <a:pt x="10966" y="514"/>
                        <a:pt x="11109" y="538"/>
                      </a:cubicBezTo>
                      <a:cubicBezTo>
                        <a:pt x="11466" y="586"/>
                        <a:pt x="11466" y="586"/>
                        <a:pt x="11478" y="955"/>
                      </a:cubicBezTo>
                      <a:cubicBezTo>
                        <a:pt x="11478" y="991"/>
                        <a:pt x="11478" y="1038"/>
                        <a:pt x="11478" y="1074"/>
                      </a:cubicBezTo>
                      <a:cubicBezTo>
                        <a:pt x="11562" y="1657"/>
                        <a:pt x="11288" y="2038"/>
                        <a:pt x="10823" y="2324"/>
                      </a:cubicBezTo>
                      <a:cubicBezTo>
                        <a:pt x="10573" y="2467"/>
                        <a:pt x="10311" y="2610"/>
                        <a:pt x="10061" y="2753"/>
                      </a:cubicBezTo>
                      <a:cubicBezTo>
                        <a:pt x="9799" y="2884"/>
                        <a:pt x="9609" y="3110"/>
                        <a:pt x="9538" y="3384"/>
                      </a:cubicBezTo>
                      <a:cubicBezTo>
                        <a:pt x="9407" y="3824"/>
                        <a:pt x="9252" y="4241"/>
                        <a:pt x="9061" y="4646"/>
                      </a:cubicBezTo>
                      <a:cubicBezTo>
                        <a:pt x="8930" y="4967"/>
                        <a:pt x="8668" y="5217"/>
                        <a:pt x="8335" y="5325"/>
                      </a:cubicBezTo>
                      <a:cubicBezTo>
                        <a:pt x="7883" y="5491"/>
                        <a:pt x="7418" y="5598"/>
                        <a:pt x="6942" y="5682"/>
                      </a:cubicBezTo>
                      <a:cubicBezTo>
                        <a:pt x="6740" y="5713"/>
                        <a:pt x="6539" y="5727"/>
                        <a:pt x="6340" y="5727"/>
                      </a:cubicBezTo>
                      <a:cubicBezTo>
                        <a:pt x="5621" y="5727"/>
                        <a:pt x="4917" y="5543"/>
                        <a:pt x="4227" y="5301"/>
                      </a:cubicBezTo>
                      <a:cubicBezTo>
                        <a:pt x="3287" y="4979"/>
                        <a:pt x="2584" y="4301"/>
                        <a:pt x="1834" y="3682"/>
                      </a:cubicBezTo>
                      <a:cubicBezTo>
                        <a:pt x="1239" y="3181"/>
                        <a:pt x="989" y="2574"/>
                        <a:pt x="1144" y="1800"/>
                      </a:cubicBezTo>
                      <a:cubicBezTo>
                        <a:pt x="1227" y="1503"/>
                        <a:pt x="1203" y="1193"/>
                        <a:pt x="1084" y="919"/>
                      </a:cubicBezTo>
                      <a:lnTo>
                        <a:pt x="1084" y="919"/>
                      </a:lnTo>
                      <a:cubicBezTo>
                        <a:pt x="1160" y="938"/>
                        <a:pt x="1237" y="946"/>
                        <a:pt x="1313" y="946"/>
                      </a:cubicBezTo>
                      <a:cubicBezTo>
                        <a:pt x="1535" y="946"/>
                        <a:pt x="1752" y="871"/>
                        <a:pt x="1929" y="729"/>
                      </a:cubicBezTo>
                      <a:cubicBezTo>
                        <a:pt x="2013" y="657"/>
                        <a:pt x="2037" y="598"/>
                        <a:pt x="1929" y="526"/>
                      </a:cubicBezTo>
                      <a:cubicBezTo>
                        <a:pt x="1800" y="405"/>
                        <a:pt x="1632" y="347"/>
                        <a:pt x="1459" y="347"/>
                      </a:cubicBezTo>
                      <a:cubicBezTo>
                        <a:pt x="1394" y="347"/>
                        <a:pt x="1328" y="355"/>
                        <a:pt x="1263" y="372"/>
                      </a:cubicBezTo>
                      <a:cubicBezTo>
                        <a:pt x="1068" y="442"/>
                        <a:pt x="878" y="517"/>
                        <a:pt x="679" y="517"/>
                      </a:cubicBezTo>
                      <a:cubicBezTo>
                        <a:pt x="575" y="517"/>
                        <a:pt x="469" y="496"/>
                        <a:pt x="358" y="443"/>
                      </a:cubicBezTo>
                      <a:cubicBezTo>
                        <a:pt x="331" y="435"/>
                        <a:pt x="304" y="431"/>
                        <a:pt x="278" y="431"/>
                      </a:cubicBezTo>
                      <a:cubicBezTo>
                        <a:pt x="153" y="431"/>
                        <a:pt x="44" y="520"/>
                        <a:pt x="24" y="657"/>
                      </a:cubicBezTo>
                      <a:cubicBezTo>
                        <a:pt x="1" y="824"/>
                        <a:pt x="155" y="860"/>
                        <a:pt x="274" y="895"/>
                      </a:cubicBezTo>
                      <a:cubicBezTo>
                        <a:pt x="302" y="905"/>
                        <a:pt x="331" y="908"/>
                        <a:pt x="360" y="908"/>
                      </a:cubicBezTo>
                      <a:cubicBezTo>
                        <a:pt x="406" y="908"/>
                        <a:pt x="452" y="898"/>
                        <a:pt x="489" y="884"/>
                      </a:cubicBezTo>
                      <a:cubicBezTo>
                        <a:pt x="517" y="871"/>
                        <a:pt x="541" y="865"/>
                        <a:pt x="560" y="865"/>
                      </a:cubicBezTo>
                      <a:cubicBezTo>
                        <a:pt x="613" y="865"/>
                        <a:pt x="635" y="909"/>
                        <a:pt x="644" y="979"/>
                      </a:cubicBezTo>
                      <a:cubicBezTo>
                        <a:pt x="727" y="1443"/>
                        <a:pt x="691" y="1919"/>
                        <a:pt x="536" y="2360"/>
                      </a:cubicBezTo>
                      <a:cubicBezTo>
                        <a:pt x="477" y="2515"/>
                        <a:pt x="477" y="2670"/>
                        <a:pt x="513" y="2836"/>
                      </a:cubicBezTo>
                      <a:cubicBezTo>
                        <a:pt x="584" y="3158"/>
                        <a:pt x="786" y="3432"/>
                        <a:pt x="1048" y="3622"/>
                      </a:cubicBezTo>
                      <a:cubicBezTo>
                        <a:pt x="1596" y="4015"/>
                        <a:pt x="2179" y="4360"/>
                        <a:pt x="2644" y="4848"/>
                      </a:cubicBezTo>
                      <a:cubicBezTo>
                        <a:pt x="3156" y="5372"/>
                        <a:pt x="3811" y="5765"/>
                        <a:pt x="4525" y="5979"/>
                      </a:cubicBezTo>
                      <a:cubicBezTo>
                        <a:pt x="5061" y="6156"/>
                        <a:pt x="5592" y="6232"/>
                        <a:pt x="6122" y="6232"/>
                      </a:cubicBezTo>
                      <a:cubicBezTo>
                        <a:pt x="6875" y="6232"/>
                        <a:pt x="7623" y="6079"/>
                        <a:pt x="8371" y="5848"/>
                      </a:cubicBezTo>
                      <a:cubicBezTo>
                        <a:pt x="9180" y="5598"/>
                        <a:pt x="9692" y="5122"/>
                        <a:pt x="9668" y="4217"/>
                      </a:cubicBezTo>
                      <a:lnTo>
                        <a:pt x="9668" y="4194"/>
                      </a:lnTo>
                      <a:cubicBezTo>
                        <a:pt x="9680" y="3562"/>
                        <a:pt x="10049" y="2979"/>
                        <a:pt x="10633" y="2705"/>
                      </a:cubicBezTo>
                      <a:cubicBezTo>
                        <a:pt x="10895" y="2574"/>
                        <a:pt x="11145" y="2419"/>
                        <a:pt x="11395" y="2253"/>
                      </a:cubicBezTo>
                      <a:cubicBezTo>
                        <a:pt x="11764" y="2027"/>
                        <a:pt x="11990" y="1622"/>
                        <a:pt x="11990" y="1193"/>
                      </a:cubicBezTo>
                      <a:cubicBezTo>
                        <a:pt x="11990" y="1050"/>
                        <a:pt x="12014" y="895"/>
                        <a:pt x="12014" y="741"/>
                      </a:cubicBezTo>
                      <a:cubicBezTo>
                        <a:pt x="12014" y="610"/>
                        <a:pt x="12031" y="530"/>
                        <a:pt x="12159" y="530"/>
                      </a:cubicBezTo>
                      <a:cubicBezTo>
                        <a:pt x="12182" y="530"/>
                        <a:pt x="12209" y="533"/>
                        <a:pt x="12240" y="538"/>
                      </a:cubicBezTo>
                      <a:cubicBezTo>
                        <a:pt x="12280" y="547"/>
                        <a:pt x="12321" y="552"/>
                        <a:pt x="12361" y="552"/>
                      </a:cubicBezTo>
                      <a:cubicBezTo>
                        <a:pt x="12535" y="552"/>
                        <a:pt x="12703" y="469"/>
                        <a:pt x="12800" y="324"/>
                      </a:cubicBezTo>
                      <a:cubicBezTo>
                        <a:pt x="12883" y="241"/>
                        <a:pt x="12871" y="157"/>
                        <a:pt x="12740" y="110"/>
                      </a:cubicBezTo>
                      <a:cubicBezTo>
                        <a:pt x="12583" y="47"/>
                        <a:pt x="12426" y="1"/>
                        <a:pt x="12269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2" name="Google Shape;212;p9"/>
                <p:cNvSpPr/>
                <p:nvPr/>
              </p:nvSpPr>
              <p:spPr>
                <a:xfrm>
                  <a:off x="6773750" y="1211575"/>
                  <a:ext cx="35150" cy="104400"/>
                </a:xfrm>
                <a:custGeom>
                  <a:rect b="b" l="l" r="r" t="t"/>
                  <a:pathLst>
                    <a:path extrusionOk="0" h="4176" w="1406">
                      <a:moveTo>
                        <a:pt x="686" y="1"/>
                      </a:moveTo>
                      <a:cubicBezTo>
                        <a:pt x="680" y="1"/>
                        <a:pt x="674" y="1"/>
                        <a:pt x="667" y="1"/>
                      </a:cubicBezTo>
                      <a:cubicBezTo>
                        <a:pt x="453" y="1"/>
                        <a:pt x="382" y="192"/>
                        <a:pt x="298" y="358"/>
                      </a:cubicBezTo>
                      <a:cubicBezTo>
                        <a:pt x="262" y="442"/>
                        <a:pt x="227" y="525"/>
                        <a:pt x="203" y="620"/>
                      </a:cubicBezTo>
                      <a:cubicBezTo>
                        <a:pt x="24" y="1394"/>
                        <a:pt x="1" y="2192"/>
                        <a:pt x="155" y="2978"/>
                      </a:cubicBezTo>
                      <a:cubicBezTo>
                        <a:pt x="191" y="3323"/>
                        <a:pt x="310" y="3656"/>
                        <a:pt x="501" y="3954"/>
                      </a:cubicBezTo>
                      <a:cubicBezTo>
                        <a:pt x="595" y="4101"/>
                        <a:pt x="698" y="4176"/>
                        <a:pt x="800" y="4176"/>
                      </a:cubicBezTo>
                      <a:cubicBezTo>
                        <a:pt x="903" y="4176"/>
                        <a:pt x="1006" y="4098"/>
                        <a:pt x="1096" y="3942"/>
                      </a:cubicBezTo>
                      <a:cubicBezTo>
                        <a:pt x="1167" y="3811"/>
                        <a:pt x="1227" y="3668"/>
                        <a:pt x="1263" y="3525"/>
                      </a:cubicBezTo>
                      <a:cubicBezTo>
                        <a:pt x="1358" y="3109"/>
                        <a:pt x="1405" y="2692"/>
                        <a:pt x="1394" y="2275"/>
                      </a:cubicBezTo>
                      <a:cubicBezTo>
                        <a:pt x="1405" y="1823"/>
                        <a:pt x="1358" y="1382"/>
                        <a:pt x="1263" y="954"/>
                      </a:cubicBezTo>
                      <a:cubicBezTo>
                        <a:pt x="1215" y="739"/>
                        <a:pt x="1144" y="537"/>
                        <a:pt x="1048" y="334"/>
                      </a:cubicBezTo>
                      <a:cubicBezTo>
                        <a:pt x="967" y="184"/>
                        <a:pt x="887" y="1"/>
                        <a:pt x="68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3" name="Google Shape;213;p9"/>
                <p:cNvSpPr/>
                <p:nvPr/>
              </p:nvSpPr>
              <p:spPr>
                <a:xfrm>
                  <a:off x="6877625" y="1206200"/>
                  <a:ext cx="36950" cy="104225"/>
                </a:xfrm>
                <a:custGeom>
                  <a:rect b="b" l="l" r="r" t="t"/>
                  <a:pathLst>
                    <a:path extrusionOk="0" h="4169" w="1478">
                      <a:moveTo>
                        <a:pt x="642" y="0"/>
                      </a:moveTo>
                      <a:cubicBezTo>
                        <a:pt x="631" y="0"/>
                        <a:pt x="620" y="1"/>
                        <a:pt x="608" y="2"/>
                      </a:cubicBezTo>
                      <a:cubicBezTo>
                        <a:pt x="322" y="14"/>
                        <a:pt x="287" y="264"/>
                        <a:pt x="215" y="466"/>
                      </a:cubicBezTo>
                      <a:cubicBezTo>
                        <a:pt x="60" y="930"/>
                        <a:pt x="1" y="1419"/>
                        <a:pt x="13" y="1907"/>
                      </a:cubicBezTo>
                      <a:cubicBezTo>
                        <a:pt x="13" y="2633"/>
                        <a:pt x="132" y="3300"/>
                        <a:pt x="322" y="3740"/>
                      </a:cubicBezTo>
                      <a:cubicBezTo>
                        <a:pt x="418" y="3943"/>
                        <a:pt x="501" y="4169"/>
                        <a:pt x="751" y="4169"/>
                      </a:cubicBezTo>
                      <a:cubicBezTo>
                        <a:pt x="1013" y="4169"/>
                        <a:pt x="1096" y="3919"/>
                        <a:pt x="1156" y="3716"/>
                      </a:cubicBezTo>
                      <a:cubicBezTo>
                        <a:pt x="1477" y="2645"/>
                        <a:pt x="1441" y="1490"/>
                        <a:pt x="1049" y="442"/>
                      </a:cubicBezTo>
                      <a:cubicBezTo>
                        <a:pt x="980" y="249"/>
                        <a:pt x="890" y="0"/>
                        <a:pt x="642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214" name="Google Shape;214;p9"/>
              <p:cNvSpPr/>
              <p:nvPr/>
            </p:nvSpPr>
            <p:spPr>
              <a:xfrm rot="-5400000">
                <a:off x="5360206" y="1138300"/>
                <a:ext cx="473000" cy="454875"/>
              </a:xfrm>
              <a:custGeom>
                <a:rect b="b" l="l" r="r" t="t"/>
                <a:pathLst>
                  <a:path extrusionOk="0" h="18195" w="18920">
                    <a:moveTo>
                      <a:pt x="11801" y="5297"/>
                    </a:moveTo>
                    <a:cubicBezTo>
                      <a:pt x="11812" y="5297"/>
                      <a:pt x="11824" y="5298"/>
                      <a:pt x="11835" y="5299"/>
                    </a:cubicBezTo>
                    <a:cubicBezTo>
                      <a:pt x="11978" y="5335"/>
                      <a:pt x="12097" y="5442"/>
                      <a:pt x="12133" y="5597"/>
                    </a:cubicBezTo>
                    <a:cubicBezTo>
                      <a:pt x="12526" y="6656"/>
                      <a:pt x="12514" y="7823"/>
                      <a:pt x="12097" y="8883"/>
                    </a:cubicBezTo>
                    <a:cubicBezTo>
                      <a:pt x="12049" y="9014"/>
                      <a:pt x="11954" y="9157"/>
                      <a:pt x="11776" y="9157"/>
                    </a:cubicBezTo>
                    <a:cubicBezTo>
                      <a:pt x="11597" y="9157"/>
                      <a:pt x="11514" y="8990"/>
                      <a:pt x="11442" y="8835"/>
                    </a:cubicBezTo>
                    <a:cubicBezTo>
                      <a:pt x="11216" y="8347"/>
                      <a:pt x="11204" y="7823"/>
                      <a:pt x="11180" y="7299"/>
                    </a:cubicBezTo>
                    <a:cubicBezTo>
                      <a:pt x="11192" y="6716"/>
                      <a:pt x="11216" y="6144"/>
                      <a:pt x="11478" y="5597"/>
                    </a:cubicBezTo>
                    <a:cubicBezTo>
                      <a:pt x="11545" y="5462"/>
                      <a:pt x="11633" y="5297"/>
                      <a:pt x="11801" y="5297"/>
                    </a:cubicBezTo>
                    <a:close/>
                    <a:moveTo>
                      <a:pt x="7978" y="5335"/>
                    </a:moveTo>
                    <a:cubicBezTo>
                      <a:pt x="8156" y="5335"/>
                      <a:pt x="8239" y="5478"/>
                      <a:pt x="8299" y="5609"/>
                    </a:cubicBezTo>
                    <a:cubicBezTo>
                      <a:pt x="8537" y="6109"/>
                      <a:pt x="8561" y="6656"/>
                      <a:pt x="8585" y="7228"/>
                    </a:cubicBezTo>
                    <a:cubicBezTo>
                      <a:pt x="8561" y="7775"/>
                      <a:pt x="8537" y="8347"/>
                      <a:pt x="8287" y="8883"/>
                    </a:cubicBezTo>
                    <a:cubicBezTo>
                      <a:pt x="8220" y="9028"/>
                      <a:pt x="8133" y="9183"/>
                      <a:pt x="7956" y="9183"/>
                    </a:cubicBezTo>
                    <a:cubicBezTo>
                      <a:pt x="7944" y="9183"/>
                      <a:pt x="7931" y="9182"/>
                      <a:pt x="7918" y="9180"/>
                    </a:cubicBezTo>
                    <a:cubicBezTo>
                      <a:pt x="7763" y="9169"/>
                      <a:pt x="7668" y="9026"/>
                      <a:pt x="7620" y="8883"/>
                    </a:cubicBezTo>
                    <a:cubicBezTo>
                      <a:pt x="7227" y="7823"/>
                      <a:pt x="7251" y="6656"/>
                      <a:pt x="7656" y="5609"/>
                    </a:cubicBezTo>
                    <a:cubicBezTo>
                      <a:pt x="7692" y="5454"/>
                      <a:pt x="7823" y="5347"/>
                      <a:pt x="7978" y="5335"/>
                    </a:cubicBezTo>
                    <a:close/>
                    <a:moveTo>
                      <a:pt x="4707" y="9020"/>
                    </a:moveTo>
                    <a:cubicBezTo>
                      <a:pt x="4949" y="9020"/>
                      <a:pt x="5191" y="9046"/>
                      <a:pt x="5430" y="9097"/>
                    </a:cubicBezTo>
                    <a:cubicBezTo>
                      <a:pt x="5656" y="9121"/>
                      <a:pt x="5799" y="9323"/>
                      <a:pt x="5763" y="9538"/>
                    </a:cubicBezTo>
                    <a:cubicBezTo>
                      <a:pt x="5752" y="9720"/>
                      <a:pt x="5606" y="9864"/>
                      <a:pt x="5428" y="9864"/>
                    </a:cubicBezTo>
                    <a:cubicBezTo>
                      <a:pt x="5409" y="9864"/>
                      <a:pt x="5390" y="9863"/>
                      <a:pt x="5370" y="9859"/>
                    </a:cubicBezTo>
                    <a:cubicBezTo>
                      <a:pt x="5325" y="9852"/>
                      <a:pt x="5286" y="9849"/>
                      <a:pt x="5252" y="9849"/>
                    </a:cubicBezTo>
                    <a:cubicBezTo>
                      <a:pt x="4991" y="9849"/>
                      <a:pt x="5042" y="10041"/>
                      <a:pt x="5084" y="10252"/>
                    </a:cubicBezTo>
                    <a:cubicBezTo>
                      <a:pt x="5537" y="12538"/>
                      <a:pt x="7537" y="14181"/>
                      <a:pt x="9859" y="14193"/>
                    </a:cubicBezTo>
                    <a:cubicBezTo>
                      <a:pt x="9867" y="14193"/>
                      <a:pt x="9876" y="14193"/>
                      <a:pt x="9884" y="14193"/>
                    </a:cubicBezTo>
                    <a:cubicBezTo>
                      <a:pt x="12195" y="14193"/>
                      <a:pt x="14194" y="12565"/>
                      <a:pt x="14669" y="10300"/>
                    </a:cubicBezTo>
                    <a:cubicBezTo>
                      <a:pt x="14709" y="10100"/>
                      <a:pt x="14757" y="9934"/>
                      <a:pt x="14548" y="9934"/>
                    </a:cubicBezTo>
                    <a:cubicBezTo>
                      <a:pt x="14508" y="9934"/>
                      <a:pt x="14457" y="9941"/>
                      <a:pt x="14395" y="9954"/>
                    </a:cubicBezTo>
                    <a:cubicBezTo>
                      <a:pt x="14370" y="9960"/>
                      <a:pt x="14346" y="9963"/>
                      <a:pt x="14323" y="9963"/>
                    </a:cubicBezTo>
                    <a:cubicBezTo>
                      <a:pt x="14156" y="9963"/>
                      <a:pt x="14033" y="9821"/>
                      <a:pt x="14002" y="9633"/>
                    </a:cubicBezTo>
                    <a:cubicBezTo>
                      <a:pt x="13966" y="9442"/>
                      <a:pt x="14085" y="9252"/>
                      <a:pt x="14276" y="9204"/>
                    </a:cubicBezTo>
                    <a:cubicBezTo>
                      <a:pt x="14627" y="9085"/>
                      <a:pt x="14991" y="9028"/>
                      <a:pt x="15354" y="9028"/>
                    </a:cubicBezTo>
                    <a:cubicBezTo>
                      <a:pt x="15607" y="9028"/>
                      <a:pt x="15860" y="9055"/>
                      <a:pt x="16109" y="9109"/>
                    </a:cubicBezTo>
                    <a:cubicBezTo>
                      <a:pt x="16324" y="9145"/>
                      <a:pt x="16467" y="9359"/>
                      <a:pt x="16407" y="9573"/>
                    </a:cubicBezTo>
                    <a:cubicBezTo>
                      <a:pt x="16407" y="9749"/>
                      <a:pt x="16254" y="9880"/>
                      <a:pt x="16081" y="9880"/>
                    </a:cubicBezTo>
                    <a:cubicBezTo>
                      <a:pt x="16055" y="9880"/>
                      <a:pt x="16029" y="9877"/>
                      <a:pt x="16002" y="9871"/>
                    </a:cubicBezTo>
                    <a:cubicBezTo>
                      <a:pt x="15928" y="9849"/>
                      <a:pt x="15867" y="9839"/>
                      <a:pt x="15816" y="9839"/>
                    </a:cubicBezTo>
                    <a:cubicBezTo>
                      <a:pt x="15560" y="9839"/>
                      <a:pt x="15554" y="10084"/>
                      <a:pt x="15514" y="10312"/>
                    </a:cubicBezTo>
                    <a:cubicBezTo>
                      <a:pt x="15038" y="13038"/>
                      <a:pt x="12669" y="15026"/>
                      <a:pt x="9894" y="15038"/>
                    </a:cubicBezTo>
                    <a:cubicBezTo>
                      <a:pt x="7120" y="15038"/>
                      <a:pt x="4739" y="13050"/>
                      <a:pt x="4251" y="10323"/>
                    </a:cubicBezTo>
                    <a:cubicBezTo>
                      <a:pt x="4213" y="10132"/>
                      <a:pt x="4228" y="9895"/>
                      <a:pt x="4008" y="9895"/>
                    </a:cubicBezTo>
                    <a:cubicBezTo>
                      <a:pt x="3954" y="9895"/>
                      <a:pt x="3885" y="9910"/>
                      <a:pt x="3798" y="9942"/>
                    </a:cubicBezTo>
                    <a:cubicBezTo>
                      <a:pt x="3757" y="9959"/>
                      <a:pt x="3716" y="9966"/>
                      <a:pt x="3677" y="9966"/>
                    </a:cubicBezTo>
                    <a:cubicBezTo>
                      <a:pt x="3516" y="9966"/>
                      <a:pt x="3387" y="9836"/>
                      <a:pt x="3358" y="9645"/>
                    </a:cubicBezTo>
                    <a:cubicBezTo>
                      <a:pt x="3298" y="9454"/>
                      <a:pt x="3417" y="9252"/>
                      <a:pt x="3608" y="9204"/>
                    </a:cubicBezTo>
                    <a:cubicBezTo>
                      <a:pt x="3962" y="9081"/>
                      <a:pt x="4334" y="9020"/>
                      <a:pt x="4707" y="9020"/>
                    </a:cubicBezTo>
                    <a:close/>
                    <a:moveTo>
                      <a:pt x="9823" y="1"/>
                    </a:moveTo>
                    <a:cubicBezTo>
                      <a:pt x="6144" y="1"/>
                      <a:pt x="2822" y="2215"/>
                      <a:pt x="1417" y="5620"/>
                    </a:cubicBezTo>
                    <a:cubicBezTo>
                      <a:pt x="0" y="9014"/>
                      <a:pt x="786" y="12931"/>
                      <a:pt x="3382" y="15526"/>
                    </a:cubicBezTo>
                    <a:cubicBezTo>
                      <a:pt x="5126" y="17271"/>
                      <a:pt x="7451" y="18194"/>
                      <a:pt x="9818" y="18194"/>
                    </a:cubicBezTo>
                    <a:cubicBezTo>
                      <a:pt x="10990" y="18194"/>
                      <a:pt x="12172" y="17968"/>
                      <a:pt x="13300" y="17503"/>
                    </a:cubicBezTo>
                    <a:cubicBezTo>
                      <a:pt x="16705" y="16098"/>
                      <a:pt x="18919" y="12776"/>
                      <a:pt x="18919" y="9097"/>
                    </a:cubicBezTo>
                    <a:cubicBezTo>
                      <a:pt x="18919" y="4073"/>
                      <a:pt x="14847" y="1"/>
                      <a:pt x="9823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215" name="Google Shape;215;p9"/>
              <p:cNvGrpSpPr/>
              <p:nvPr/>
            </p:nvGrpSpPr>
            <p:grpSpPr>
              <a:xfrm rot="5400000">
                <a:off x="5985550" y="1130675"/>
                <a:ext cx="495325" cy="470125"/>
                <a:chOff x="5985550" y="1130050"/>
                <a:chExt cx="495325" cy="470125"/>
              </a:xfrm>
            </p:grpSpPr>
            <p:sp>
              <p:nvSpPr>
                <p:cNvPr id="216" name="Google Shape;216;p9"/>
                <p:cNvSpPr/>
                <p:nvPr/>
              </p:nvSpPr>
              <p:spPr>
                <a:xfrm>
                  <a:off x="6075750" y="1366100"/>
                  <a:ext cx="338750" cy="149125"/>
                </a:xfrm>
                <a:custGeom>
                  <a:rect b="b" l="l" r="r" t="t"/>
                  <a:pathLst>
                    <a:path extrusionOk="0" h="5965" w="13550">
                      <a:moveTo>
                        <a:pt x="1336" y="1"/>
                      </a:moveTo>
                      <a:cubicBezTo>
                        <a:pt x="961" y="1"/>
                        <a:pt x="590" y="73"/>
                        <a:pt x="215" y="178"/>
                      </a:cubicBezTo>
                      <a:cubicBezTo>
                        <a:pt x="72" y="202"/>
                        <a:pt x="0" y="368"/>
                        <a:pt x="84" y="476"/>
                      </a:cubicBezTo>
                      <a:cubicBezTo>
                        <a:pt x="125" y="553"/>
                        <a:pt x="179" y="577"/>
                        <a:pt x="239" y="577"/>
                      </a:cubicBezTo>
                      <a:cubicBezTo>
                        <a:pt x="298" y="577"/>
                        <a:pt x="364" y="553"/>
                        <a:pt x="429" y="535"/>
                      </a:cubicBezTo>
                      <a:cubicBezTo>
                        <a:pt x="590" y="492"/>
                        <a:pt x="699" y="464"/>
                        <a:pt x="773" y="464"/>
                      </a:cubicBezTo>
                      <a:cubicBezTo>
                        <a:pt x="924" y="464"/>
                        <a:pt x="937" y="578"/>
                        <a:pt x="977" y="904"/>
                      </a:cubicBezTo>
                      <a:lnTo>
                        <a:pt x="977" y="952"/>
                      </a:lnTo>
                      <a:cubicBezTo>
                        <a:pt x="1402" y="3833"/>
                        <a:pt x="3865" y="5965"/>
                        <a:pt x="6774" y="5965"/>
                      </a:cubicBezTo>
                      <a:cubicBezTo>
                        <a:pt x="6798" y="5965"/>
                        <a:pt x="6822" y="5965"/>
                        <a:pt x="6846" y="5964"/>
                      </a:cubicBezTo>
                      <a:cubicBezTo>
                        <a:pt x="9787" y="5941"/>
                        <a:pt x="12252" y="3738"/>
                        <a:pt x="12609" y="833"/>
                      </a:cubicBezTo>
                      <a:cubicBezTo>
                        <a:pt x="12649" y="515"/>
                        <a:pt x="12662" y="409"/>
                        <a:pt x="12818" y="409"/>
                      </a:cubicBezTo>
                      <a:cubicBezTo>
                        <a:pt x="12896" y="409"/>
                        <a:pt x="13010" y="436"/>
                        <a:pt x="13181" y="476"/>
                      </a:cubicBezTo>
                      <a:cubicBezTo>
                        <a:pt x="13229" y="484"/>
                        <a:pt x="13281" y="495"/>
                        <a:pt x="13329" y="495"/>
                      </a:cubicBezTo>
                      <a:cubicBezTo>
                        <a:pt x="13411" y="495"/>
                        <a:pt x="13484" y="465"/>
                        <a:pt x="13514" y="345"/>
                      </a:cubicBezTo>
                      <a:cubicBezTo>
                        <a:pt x="13550" y="166"/>
                        <a:pt x="13443" y="118"/>
                        <a:pt x="13300" y="83"/>
                      </a:cubicBezTo>
                      <a:cubicBezTo>
                        <a:pt x="13080" y="26"/>
                        <a:pt x="12860" y="1"/>
                        <a:pt x="12641" y="1"/>
                      </a:cubicBezTo>
                      <a:cubicBezTo>
                        <a:pt x="12268" y="1"/>
                        <a:pt x="11898" y="73"/>
                        <a:pt x="11538" y="178"/>
                      </a:cubicBezTo>
                      <a:cubicBezTo>
                        <a:pt x="11418" y="202"/>
                        <a:pt x="11347" y="321"/>
                        <a:pt x="11383" y="428"/>
                      </a:cubicBezTo>
                      <a:cubicBezTo>
                        <a:pt x="11412" y="534"/>
                        <a:pt x="11488" y="578"/>
                        <a:pt x="11579" y="578"/>
                      </a:cubicBezTo>
                      <a:cubicBezTo>
                        <a:pt x="11600" y="578"/>
                        <a:pt x="11622" y="575"/>
                        <a:pt x="11645" y="571"/>
                      </a:cubicBezTo>
                      <a:cubicBezTo>
                        <a:pt x="11776" y="535"/>
                        <a:pt x="11895" y="511"/>
                        <a:pt x="12014" y="476"/>
                      </a:cubicBezTo>
                      <a:cubicBezTo>
                        <a:pt x="12052" y="465"/>
                        <a:pt x="12082" y="459"/>
                        <a:pt x="12107" y="459"/>
                      </a:cubicBezTo>
                      <a:cubicBezTo>
                        <a:pt x="12189" y="459"/>
                        <a:pt x="12199" y="520"/>
                        <a:pt x="12180" y="630"/>
                      </a:cubicBezTo>
                      <a:cubicBezTo>
                        <a:pt x="11907" y="3333"/>
                        <a:pt x="9668" y="5417"/>
                        <a:pt x="6942" y="5488"/>
                      </a:cubicBezTo>
                      <a:cubicBezTo>
                        <a:pt x="6901" y="5489"/>
                        <a:pt x="6861" y="5489"/>
                        <a:pt x="6821" y="5489"/>
                      </a:cubicBezTo>
                      <a:cubicBezTo>
                        <a:pt x="4158" y="5489"/>
                        <a:pt x="1875" y="3555"/>
                        <a:pt x="1465" y="904"/>
                      </a:cubicBezTo>
                      <a:cubicBezTo>
                        <a:pt x="1415" y="534"/>
                        <a:pt x="1400" y="420"/>
                        <a:pt x="1568" y="420"/>
                      </a:cubicBezTo>
                      <a:cubicBezTo>
                        <a:pt x="1644" y="420"/>
                        <a:pt x="1755" y="442"/>
                        <a:pt x="1917" y="476"/>
                      </a:cubicBezTo>
                      <a:cubicBezTo>
                        <a:pt x="1958" y="483"/>
                        <a:pt x="1999" y="489"/>
                        <a:pt x="2037" y="489"/>
                      </a:cubicBezTo>
                      <a:cubicBezTo>
                        <a:pt x="2121" y="489"/>
                        <a:pt x="2190" y="459"/>
                        <a:pt x="2215" y="345"/>
                      </a:cubicBezTo>
                      <a:cubicBezTo>
                        <a:pt x="2239" y="178"/>
                        <a:pt x="2144" y="118"/>
                        <a:pt x="2001" y="83"/>
                      </a:cubicBezTo>
                      <a:cubicBezTo>
                        <a:pt x="1776" y="26"/>
                        <a:pt x="1555" y="1"/>
                        <a:pt x="133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7" name="Google Shape;217;p9"/>
                <p:cNvSpPr/>
                <p:nvPr/>
              </p:nvSpPr>
              <p:spPr>
                <a:xfrm>
                  <a:off x="6277250" y="1261875"/>
                  <a:ext cx="35750" cy="102725"/>
                </a:xfrm>
                <a:custGeom>
                  <a:rect b="b" l="l" r="r" t="t"/>
                  <a:pathLst>
                    <a:path extrusionOk="0" h="4109" w="1430">
                      <a:moveTo>
                        <a:pt x="793" y="1"/>
                      </a:moveTo>
                      <a:cubicBezTo>
                        <a:pt x="787" y="1"/>
                        <a:pt x="781" y="1"/>
                        <a:pt x="775" y="1"/>
                      </a:cubicBezTo>
                      <a:cubicBezTo>
                        <a:pt x="501" y="1"/>
                        <a:pt x="441" y="251"/>
                        <a:pt x="370" y="442"/>
                      </a:cubicBezTo>
                      <a:cubicBezTo>
                        <a:pt x="13" y="1478"/>
                        <a:pt x="1" y="2609"/>
                        <a:pt x="334" y="3644"/>
                      </a:cubicBezTo>
                      <a:cubicBezTo>
                        <a:pt x="394" y="3847"/>
                        <a:pt x="477" y="4109"/>
                        <a:pt x="751" y="4109"/>
                      </a:cubicBezTo>
                      <a:cubicBezTo>
                        <a:pt x="1013" y="4109"/>
                        <a:pt x="1084" y="3859"/>
                        <a:pt x="1168" y="3656"/>
                      </a:cubicBezTo>
                      <a:cubicBezTo>
                        <a:pt x="1346" y="3168"/>
                        <a:pt x="1430" y="2656"/>
                        <a:pt x="1430" y="2132"/>
                      </a:cubicBezTo>
                      <a:cubicBezTo>
                        <a:pt x="1430" y="1466"/>
                        <a:pt x="1382" y="942"/>
                        <a:pt x="1203" y="454"/>
                      </a:cubicBezTo>
                      <a:cubicBezTo>
                        <a:pt x="1122" y="256"/>
                        <a:pt x="1052" y="1"/>
                        <a:pt x="793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8" name="Google Shape;218;p9"/>
                <p:cNvSpPr/>
                <p:nvPr/>
              </p:nvSpPr>
              <p:spPr>
                <a:xfrm>
                  <a:off x="6178150" y="1262775"/>
                  <a:ext cx="35725" cy="102725"/>
                </a:xfrm>
                <a:custGeom>
                  <a:rect b="b" l="l" r="r" t="t"/>
                  <a:pathLst>
                    <a:path extrusionOk="0" h="4109" w="1429">
                      <a:moveTo>
                        <a:pt x="686" y="1"/>
                      </a:moveTo>
                      <a:cubicBezTo>
                        <a:pt x="436" y="1"/>
                        <a:pt x="344" y="256"/>
                        <a:pt x="262" y="465"/>
                      </a:cubicBezTo>
                      <a:cubicBezTo>
                        <a:pt x="83" y="965"/>
                        <a:pt x="0" y="1489"/>
                        <a:pt x="12" y="2013"/>
                      </a:cubicBezTo>
                      <a:cubicBezTo>
                        <a:pt x="12" y="2632"/>
                        <a:pt x="48" y="3156"/>
                        <a:pt x="238" y="3644"/>
                      </a:cubicBezTo>
                      <a:cubicBezTo>
                        <a:pt x="322" y="3859"/>
                        <a:pt x="393" y="4109"/>
                        <a:pt x="655" y="4109"/>
                      </a:cubicBezTo>
                      <a:cubicBezTo>
                        <a:pt x="917" y="4109"/>
                        <a:pt x="1012" y="3859"/>
                        <a:pt x="1072" y="3656"/>
                      </a:cubicBezTo>
                      <a:cubicBezTo>
                        <a:pt x="1417" y="2620"/>
                        <a:pt x="1429" y="1513"/>
                        <a:pt x="1107" y="465"/>
                      </a:cubicBezTo>
                      <a:cubicBezTo>
                        <a:pt x="1048" y="263"/>
                        <a:pt x="965" y="1"/>
                        <a:pt x="703" y="1"/>
                      </a:cubicBezTo>
                      <a:cubicBezTo>
                        <a:pt x="697" y="1"/>
                        <a:pt x="691" y="1"/>
                        <a:pt x="68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9" name="Google Shape;219;p9"/>
                <p:cNvSpPr/>
                <p:nvPr/>
              </p:nvSpPr>
              <p:spPr>
                <a:xfrm>
                  <a:off x="5985550" y="1130050"/>
                  <a:ext cx="495325" cy="470125"/>
                </a:xfrm>
                <a:custGeom>
                  <a:rect b="b" l="l" r="r" t="t"/>
                  <a:pathLst>
                    <a:path extrusionOk="0" h="18805" w="19813">
                      <a:moveTo>
                        <a:pt x="10405" y="475"/>
                      </a:moveTo>
                      <a:cubicBezTo>
                        <a:pt x="11555" y="475"/>
                        <a:pt x="12716" y="697"/>
                        <a:pt x="13824" y="1155"/>
                      </a:cubicBezTo>
                      <a:cubicBezTo>
                        <a:pt x="17158" y="2536"/>
                        <a:pt x="19337" y="5798"/>
                        <a:pt x="19337" y="9406"/>
                      </a:cubicBezTo>
                      <a:cubicBezTo>
                        <a:pt x="19325" y="14335"/>
                        <a:pt x="15324" y="18323"/>
                        <a:pt x="10407" y="18335"/>
                      </a:cubicBezTo>
                      <a:cubicBezTo>
                        <a:pt x="6787" y="18335"/>
                        <a:pt x="3537" y="16156"/>
                        <a:pt x="2156" y="12823"/>
                      </a:cubicBezTo>
                      <a:cubicBezTo>
                        <a:pt x="775" y="9489"/>
                        <a:pt x="1537" y="5643"/>
                        <a:pt x="4085" y="3095"/>
                      </a:cubicBezTo>
                      <a:cubicBezTo>
                        <a:pt x="5797" y="1383"/>
                        <a:pt x="8080" y="475"/>
                        <a:pt x="10405" y="475"/>
                      </a:cubicBezTo>
                      <a:close/>
                      <a:moveTo>
                        <a:pt x="10397" y="1"/>
                      </a:moveTo>
                      <a:cubicBezTo>
                        <a:pt x="8589" y="1"/>
                        <a:pt x="6772" y="520"/>
                        <a:pt x="5180" y="1583"/>
                      </a:cubicBezTo>
                      <a:cubicBezTo>
                        <a:pt x="1441" y="4072"/>
                        <a:pt x="1" y="8858"/>
                        <a:pt x="1715" y="13001"/>
                      </a:cubicBezTo>
                      <a:cubicBezTo>
                        <a:pt x="3189" y="16563"/>
                        <a:pt x="6651" y="18805"/>
                        <a:pt x="10384" y="18805"/>
                      </a:cubicBezTo>
                      <a:cubicBezTo>
                        <a:pt x="10994" y="18805"/>
                        <a:pt x="11611" y="18745"/>
                        <a:pt x="12229" y="18621"/>
                      </a:cubicBezTo>
                      <a:cubicBezTo>
                        <a:pt x="16634" y="17752"/>
                        <a:pt x="19801" y="13882"/>
                        <a:pt x="19801" y="9406"/>
                      </a:cubicBezTo>
                      <a:cubicBezTo>
                        <a:pt x="19813" y="6905"/>
                        <a:pt x="18813" y="4512"/>
                        <a:pt x="17051" y="2750"/>
                      </a:cubicBezTo>
                      <a:cubicBezTo>
                        <a:pt x="15229" y="936"/>
                        <a:pt x="12822" y="1"/>
                        <a:pt x="10397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sp>
          <p:nvSpPr>
            <p:cNvPr id="220" name="Google Shape;220;p9"/>
            <p:cNvSpPr/>
            <p:nvPr/>
          </p:nvSpPr>
          <p:spPr>
            <a:xfrm>
              <a:off x="8628900" y="347375"/>
              <a:ext cx="191152" cy="192127"/>
            </a:xfrm>
            <a:custGeom>
              <a:rect b="b" l="l" r="r" t="t"/>
              <a:pathLst>
                <a:path extrusionOk="0" h="65797" w="65463">
                  <a:moveTo>
                    <a:pt x="32806" y="0"/>
                  </a:moveTo>
                  <a:cubicBezTo>
                    <a:pt x="28798" y="18110"/>
                    <a:pt x="17850" y="28872"/>
                    <a:pt x="0" y="33066"/>
                  </a:cubicBezTo>
                  <a:cubicBezTo>
                    <a:pt x="17702" y="37222"/>
                    <a:pt x="28464" y="47910"/>
                    <a:pt x="32806" y="65797"/>
                  </a:cubicBezTo>
                  <a:cubicBezTo>
                    <a:pt x="36962" y="47910"/>
                    <a:pt x="47761" y="37259"/>
                    <a:pt x="65463" y="33066"/>
                  </a:cubicBezTo>
                  <a:cubicBezTo>
                    <a:pt x="47576" y="28687"/>
                    <a:pt x="36739" y="18110"/>
                    <a:pt x="328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">
  <p:cSld name="CAPTION_ONLY">
    <p:spTree>
      <p:nvGrpSpPr>
        <p:cNvPr id="221" name="Shape 2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2" name="Google Shape;222;p10"/>
          <p:cNvSpPr/>
          <p:nvPr>
            <p:ph idx="2" type="pic"/>
          </p:nvPr>
        </p:nvSpPr>
        <p:spPr>
          <a:xfrm>
            <a:off x="-3301" y="0"/>
            <a:ext cx="9150600" cy="5143500"/>
          </a:xfrm>
          <a:prstGeom prst="rect">
            <a:avLst/>
          </a:prstGeom>
          <a:noFill/>
          <a:ln>
            <a:noFill/>
          </a:ln>
        </p:spPr>
      </p:sp>
      <p:sp>
        <p:nvSpPr>
          <p:cNvPr id="223" name="Google Shape;223;p10"/>
          <p:cNvSpPr txBox="1"/>
          <p:nvPr>
            <p:ph type="title"/>
          </p:nvPr>
        </p:nvSpPr>
        <p:spPr>
          <a:xfrm>
            <a:off x="4648350" y="3748050"/>
            <a:ext cx="3925500" cy="1057200"/>
          </a:xfrm>
          <a:prstGeom prst="rect">
            <a:avLst/>
          </a:prstGeom>
          <a:solidFill>
            <a:schemeClr val="accent2"/>
          </a:solidFill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25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">
  <p:cSld name="BIG_NUMBER">
    <p:spTree>
      <p:nvGrpSpPr>
        <p:cNvPr id="224" name="Shape 2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" name="Google Shape;225;p11"/>
          <p:cNvSpPr txBox="1"/>
          <p:nvPr>
            <p:ph hasCustomPrompt="1" type="title"/>
          </p:nvPr>
        </p:nvSpPr>
        <p:spPr>
          <a:xfrm>
            <a:off x="811950" y="1724238"/>
            <a:ext cx="7520100" cy="1048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5600"/>
            </a:lvl1pPr>
            <a:lvl2pPr lvl="1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2pPr>
            <a:lvl3pPr lvl="2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3pPr>
            <a:lvl4pPr lvl="3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4pPr>
            <a:lvl5pPr lvl="4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5pPr>
            <a:lvl6pPr lvl="5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6pPr>
            <a:lvl7pPr lvl="6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7pPr>
            <a:lvl8pPr lvl="7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8pPr>
            <a:lvl9pPr lvl="8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9pPr>
          </a:lstStyle>
          <a:p>
            <a:r>
              <a:t>xx%</a:t>
            </a:r>
          </a:p>
        </p:txBody>
      </p:sp>
      <p:sp>
        <p:nvSpPr>
          <p:cNvPr id="226" name="Google Shape;226;p11"/>
          <p:cNvSpPr txBox="1"/>
          <p:nvPr>
            <p:ph idx="1" type="subTitle"/>
          </p:nvPr>
        </p:nvSpPr>
        <p:spPr>
          <a:xfrm>
            <a:off x="811950" y="2922163"/>
            <a:ext cx="7520100" cy="497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600"/>
              <a:buNone/>
              <a:defRPr sz="1600"/>
            </a:lvl9pPr>
          </a:lstStyle>
          <a:p/>
        </p:txBody>
      </p:sp>
      <p:grpSp>
        <p:nvGrpSpPr>
          <p:cNvPr id="227" name="Google Shape;227;p11"/>
          <p:cNvGrpSpPr/>
          <p:nvPr/>
        </p:nvGrpSpPr>
        <p:grpSpPr>
          <a:xfrm>
            <a:off x="8741363" y="2571979"/>
            <a:ext cx="37200" cy="2280719"/>
            <a:chOff x="8720263" y="1665954"/>
            <a:chExt cx="37200" cy="2280719"/>
          </a:xfrm>
        </p:grpSpPr>
        <p:sp>
          <p:nvSpPr>
            <p:cNvPr id="228" name="Google Shape;228;p11"/>
            <p:cNvSpPr/>
            <p:nvPr/>
          </p:nvSpPr>
          <p:spPr>
            <a:xfrm flipH="1">
              <a:off x="8720263" y="1665954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  <p:sp>
          <p:nvSpPr>
            <p:cNvPr id="229" name="Google Shape;229;p11"/>
            <p:cNvSpPr/>
            <p:nvPr/>
          </p:nvSpPr>
          <p:spPr>
            <a:xfrm flipH="1">
              <a:off x="8720263" y="2278650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  <p:sp>
          <p:nvSpPr>
            <p:cNvPr id="230" name="Google Shape;230;p11"/>
            <p:cNvSpPr/>
            <p:nvPr/>
          </p:nvSpPr>
          <p:spPr>
            <a:xfrm flipH="1">
              <a:off x="8720263" y="2570381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  <p:sp>
          <p:nvSpPr>
            <p:cNvPr id="231" name="Google Shape;231;p11"/>
            <p:cNvSpPr/>
            <p:nvPr/>
          </p:nvSpPr>
          <p:spPr>
            <a:xfrm flipH="1">
              <a:off x="8720263" y="2862111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  <p:sp>
          <p:nvSpPr>
            <p:cNvPr id="232" name="Google Shape;232;p11"/>
            <p:cNvSpPr/>
            <p:nvPr/>
          </p:nvSpPr>
          <p:spPr>
            <a:xfrm flipH="1">
              <a:off x="8720263" y="3653137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  <p:sp>
          <p:nvSpPr>
            <p:cNvPr id="233" name="Google Shape;233;p11"/>
            <p:cNvSpPr/>
            <p:nvPr/>
          </p:nvSpPr>
          <p:spPr>
            <a:xfrm flipH="1">
              <a:off x="8720263" y="3909472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</p:grpSp>
      <p:grpSp>
        <p:nvGrpSpPr>
          <p:cNvPr id="234" name="Google Shape;234;p11"/>
          <p:cNvGrpSpPr/>
          <p:nvPr/>
        </p:nvGrpSpPr>
        <p:grpSpPr>
          <a:xfrm>
            <a:off x="189936" y="227563"/>
            <a:ext cx="8646038" cy="915777"/>
            <a:chOff x="189936" y="227563"/>
            <a:chExt cx="8646038" cy="915777"/>
          </a:xfrm>
        </p:grpSpPr>
        <p:sp>
          <p:nvSpPr>
            <p:cNvPr id="235" name="Google Shape;235;p11"/>
            <p:cNvSpPr/>
            <p:nvPr/>
          </p:nvSpPr>
          <p:spPr>
            <a:xfrm>
              <a:off x="8430786" y="336675"/>
              <a:ext cx="405188" cy="405650"/>
            </a:xfrm>
            <a:custGeom>
              <a:rect b="b" l="l" r="r" t="t"/>
              <a:pathLst>
                <a:path extrusionOk="0" h="28836" w="28798">
                  <a:moveTo>
                    <a:pt x="13026" y="1"/>
                  </a:moveTo>
                  <a:lnTo>
                    <a:pt x="13026" y="11097"/>
                  </a:lnTo>
                  <a:lnTo>
                    <a:pt x="5196" y="3266"/>
                  </a:lnTo>
                  <a:lnTo>
                    <a:pt x="3229" y="5196"/>
                  </a:lnTo>
                  <a:lnTo>
                    <a:pt x="11059" y="13063"/>
                  </a:lnTo>
                  <a:lnTo>
                    <a:pt x="0" y="13063"/>
                  </a:lnTo>
                  <a:lnTo>
                    <a:pt x="0" y="15810"/>
                  </a:lnTo>
                  <a:lnTo>
                    <a:pt x="11059" y="15810"/>
                  </a:lnTo>
                  <a:lnTo>
                    <a:pt x="3229" y="23640"/>
                  </a:lnTo>
                  <a:lnTo>
                    <a:pt x="5196" y="25607"/>
                  </a:lnTo>
                  <a:lnTo>
                    <a:pt x="13026" y="17739"/>
                  </a:lnTo>
                  <a:lnTo>
                    <a:pt x="13026" y="28835"/>
                  </a:lnTo>
                  <a:lnTo>
                    <a:pt x="15772" y="28835"/>
                  </a:lnTo>
                  <a:lnTo>
                    <a:pt x="15772" y="17739"/>
                  </a:lnTo>
                  <a:lnTo>
                    <a:pt x="23602" y="25607"/>
                  </a:lnTo>
                  <a:lnTo>
                    <a:pt x="25569" y="23640"/>
                  </a:lnTo>
                  <a:lnTo>
                    <a:pt x="17702" y="15810"/>
                  </a:lnTo>
                  <a:lnTo>
                    <a:pt x="28798" y="15810"/>
                  </a:lnTo>
                  <a:lnTo>
                    <a:pt x="28798" y="13063"/>
                  </a:lnTo>
                  <a:lnTo>
                    <a:pt x="17702" y="13063"/>
                  </a:lnTo>
                  <a:lnTo>
                    <a:pt x="25569" y="5196"/>
                  </a:lnTo>
                  <a:lnTo>
                    <a:pt x="23602" y="3266"/>
                  </a:lnTo>
                  <a:lnTo>
                    <a:pt x="15772" y="11097"/>
                  </a:lnTo>
                  <a:lnTo>
                    <a:pt x="1577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" name="Google Shape;236;p11"/>
            <p:cNvSpPr/>
            <p:nvPr/>
          </p:nvSpPr>
          <p:spPr>
            <a:xfrm>
              <a:off x="189936" y="227563"/>
              <a:ext cx="523301" cy="915777"/>
            </a:xfrm>
            <a:custGeom>
              <a:rect b="b" l="l" r="r" t="t"/>
              <a:pathLst>
                <a:path extrusionOk="0" h="52248" w="29856">
                  <a:moveTo>
                    <a:pt x="20668" y="8089"/>
                  </a:moveTo>
                  <a:cubicBezTo>
                    <a:pt x="20666" y="8116"/>
                    <a:pt x="20665" y="8144"/>
                    <a:pt x="20664" y="8171"/>
                  </a:cubicBezTo>
                  <a:cubicBezTo>
                    <a:pt x="20665" y="8144"/>
                    <a:pt x="20667" y="8116"/>
                    <a:pt x="20668" y="8089"/>
                  </a:cubicBezTo>
                  <a:close/>
                  <a:moveTo>
                    <a:pt x="24585" y="4346"/>
                  </a:moveTo>
                  <a:cubicBezTo>
                    <a:pt x="26590" y="4346"/>
                    <a:pt x="27886" y="4872"/>
                    <a:pt x="28285" y="5736"/>
                  </a:cubicBezTo>
                  <a:cubicBezTo>
                    <a:pt x="28913" y="7071"/>
                    <a:pt x="27420" y="9193"/>
                    <a:pt x="24671" y="11235"/>
                  </a:cubicBezTo>
                  <a:lnTo>
                    <a:pt x="24435" y="11235"/>
                  </a:lnTo>
                  <a:cubicBezTo>
                    <a:pt x="24042" y="11235"/>
                    <a:pt x="23571" y="11235"/>
                    <a:pt x="23099" y="11314"/>
                  </a:cubicBezTo>
                  <a:cubicBezTo>
                    <a:pt x="19642" y="11707"/>
                    <a:pt x="16185" y="12649"/>
                    <a:pt x="12885" y="14142"/>
                  </a:cubicBezTo>
                  <a:cubicBezTo>
                    <a:pt x="10136" y="15242"/>
                    <a:pt x="7464" y="16735"/>
                    <a:pt x="5029" y="18542"/>
                  </a:cubicBezTo>
                  <a:cubicBezTo>
                    <a:pt x="3222" y="18542"/>
                    <a:pt x="1965" y="18071"/>
                    <a:pt x="1572" y="17206"/>
                  </a:cubicBezTo>
                  <a:cubicBezTo>
                    <a:pt x="550" y="14849"/>
                    <a:pt x="5814" y="10292"/>
                    <a:pt x="13043" y="7150"/>
                  </a:cubicBezTo>
                  <a:cubicBezTo>
                    <a:pt x="15085" y="6286"/>
                    <a:pt x="17128" y="5578"/>
                    <a:pt x="19249" y="5107"/>
                  </a:cubicBezTo>
                  <a:cubicBezTo>
                    <a:pt x="20170" y="5798"/>
                    <a:pt x="20716" y="6938"/>
                    <a:pt x="20668" y="8089"/>
                  </a:cubicBezTo>
                  <a:lnTo>
                    <a:pt x="20668" y="8089"/>
                  </a:lnTo>
                  <a:cubicBezTo>
                    <a:pt x="20775" y="6395"/>
                    <a:pt x="21790" y="4941"/>
                    <a:pt x="23413" y="4400"/>
                  </a:cubicBezTo>
                  <a:cubicBezTo>
                    <a:pt x="23827" y="4363"/>
                    <a:pt x="24218" y="4346"/>
                    <a:pt x="24585" y="4346"/>
                  </a:cubicBezTo>
                  <a:close/>
                  <a:moveTo>
                    <a:pt x="24121" y="11707"/>
                  </a:moveTo>
                  <a:cubicBezTo>
                    <a:pt x="21842" y="13278"/>
                    <a:pt x="19407" y="14692"/>
                    <a:pt x="16814" y="15792"/>
                  </a:cubicBezTo>
                  <a:cubicBezTo>
                    <a:pt x="13278" y="17364"/>
                    <a:pt x="9586" y="18306"/>
                    <a:pt x="5736" y="18542"/>
                  </a:cubicBezTo>
                  <a:cubicBezTo>
                    <a:pt x="8014" y="16971"/>
                    <a:pt x="10528" y="15556"/>
                    <a:pt x="13121" y="14457"/>
                  </a:cubicBezTo>
                  <a:cubicBezTo>
                    <a:pt x="16264" y="13042"/>
                    <a:pt x="19721" y="12100"/>
                    <a:pt x="23178" y="11707"/>
                  </a:cubicBezTo>
                  <a:close/>
                  <a:moveTo>
                    <a:pt x="24828" y="11707"/>
                  </a:moveTo>
                  <a:cubicBezTo>
                    <a:pt x="26713" y="11785"/>
                    <a:pt x="27970" y="12257"/>
                    <a:pt x="28285" y="13121"/>
                  </a:cubicBezTo>
                  <a:cubicBezTo>
                    <a:pt x="28835" y="14457"/>
                    <a:pt x="27420" y="16499"/>
                    <a:pt x="24671" y="18621"/>
                  </a:cubicBezTo>
                  <a:lnTo>
                    <a:pt x="24435" y="18621"/>
                  </a:lnTo>
                  <a:cubicBezTo>
                    <a:pt x="24042" y="18621"/>
                    <a:pt x="23571" y="18699"/>
                    <a:pt x="23099" y="18699"/>
                  </a:cubicBezTo>
                  <a:cubicBezTo>
                    <a:pt x="19564" y="19092"/>
                    <a:pt x="16185" y="20035"/>
                    <a:pt x="12885" y="21528"/>
                  </a:cubicBezTo>
                  <a:cubicBezTo>
                    <a:pt x="10136" y="22628"/>
                    <a:pt x="7464" y="24120"/>
                    <a:pt x="5029" y="25927"/>
                  </a:cubicBezTo>
                  <a:cubicBezTo>
                    <a:pt x="3222" y="25849"/>
                    <a:pt x="1965" y="25377"/>
                    <a:pt x="1572" y="24592"/>
                  </a:cubicBezTo>
                  <a:cubicBezTo>
                    <a:pt x="943" y="23256"/>
                    <a:pt x="2436" y="21135"/>
                    <a:pt x="5186" y="19092"/>
                  </a:cubicBezTo>
                  <a:cubicBezTo>
                    <a:pt x="8093" y="19092"/>
                    <a:pt x="12414" y="18149"/>
                    <a:pt x="16971" y="16185"/>
                  </a:cubicBezTo>
                  <a:cubicBezTo>
                    <a:pt x="19721" y="15007"/>
                    <a:pt x="22392" y="13514"/>
                    <a:pt x="24828" y="11707"/>
                  </a:cubicBezTo>
                  <a:close/>
                  <a:moveTo>
                    <a:pt x="24121" y="19092"/>
                  </a:moveTo>
                  <a:cubicBezTo>
                    <a:pt x="21842" y="20663"/>
                    <a:pt x="19407" y="22078"/>
                    <a:pt x="16814" y="23178"/>
                  </a:cubicBezTo>
                  <a:cubicBezTo>
                    <a:pt x="13278" y="24749"/>
                    <a:pt x="9586" y="25692"/>
                    <a:pt x="5736" y="25927"/>
                  </a:cubicBezTo>
                  <a:cubicBezTo>
                    <a:pt x="8014" y="24356"/>
                    <a:pt x="10528" y="22942"/>
                    <a:pt x="13121" y="21842"/>
                  </a:cubicBezTo>
                  <a:cubicBezTo>
                    <a:pt x="16264" y="20428"/>
                    <a:pt x="19721" y="19485"/>
                    <a:pt x="23178" y="19092"/>
                  </a:cubicBezTo>
                  <a:close/>
                  <a:moveTo>
                    <a:pt x="24042" y="26399"/>
                  </a:moveTo>
                  <a:lnTo>
                    <a:pt x="24042" y="26477"/>
                  </a:lnTo>
                  <a:cubicBezTo>
                    <a:pt x="21764" y="28049"/>
                    <a:pt x="19328" y="29384"/>
                    <a:pt x="16814" y="30484"/>
                  </a:cubicBezTo>
                  <a:cubicBezTo>
                    <a:pt x="13278" y="31977"/>
                    <a:pt x="9586" y="32998"/>
                    <a:pt x="5814" y="33234"/>
                  </a:cubicBezTo>
                  <a:cubicBezTo>
                    <a:pt x="8093" y="31663"/>
                    <a:pt x="10528" y="30249"/>
                    <a:pt x="13043" y="29227"/>
                  </a:cubicBezTo>
                  <a:cubicBezTo>
                    <a:pt x="16264" y="27734"/>
                    <a:pt x="19642" y="26870"/>
                    <a:pt x="23178" y="26477"/>
                  </a:cubicBezTo>
                  <a:cubicBezTo>
                    <a:pt x="23492" y="26399"/>
                    <a:pt x="23806" y="26399"/>
                    <a:pt x="24042" y="26399"/>
                  </a:cubicBezTo>
                  <a:close/>
                  <a:moveTo>
                    <a:pt x="24828" y="19092"/>
                  </a:moveTo>
                  <a:cubicBezTo>
                    <a:pt x="26713" y="19092"/>
                    <a:pt x="27970" y="19642"/>
                    <a:pt x="28285" y="20428"/>
                  </a:cubicBezTo>
                  <a:cubicBezTo>
                    <a:pt x="28835" y="21842"/>
                    <a:pt x="27420" y="23885"/>
                    <a:pt x="24592" y="26006"/>
                  </a:cubicBezTo>
                  <a:lnTo>
                    <a:pt x="24435" y="26006"/>
                  </a:lnTo>
                  <a:cubicBezTo>
                    <a:pt x="24042" y="26006"/>
                    <a:pt x="23571" y="26006"/>
                    <a:pt x="23099" y="26085"/>
                  </a:cubicBezTo>
                  <a:cubicBezTo>
                    <a:pt x="19564" y="26477"/>
                    <a:pt x="16185" y="27420"/>
                    <a:pt x="12885" y="28913"/>
                  </a:cubicBezTo>
                  <a:cubicBezTo>
                    <a:pt x="10136" y="30013"/>
                    <a:pt x="7464" y="31506"/>
                    <a:pt x="5029" y="33313"/>
                  </a:cubicBezTo>
                  <a:cubicBezTo>
                    <a:pt x="3222" y="33156"/>
                    <a:pt x="1965" y="32763"/>
                    <a:pt x="1572" y="31820"/>
                  </a:cubicBezTo>
                  <a:lnTo>
                    <a:pt x="1572" y="31899"/>
                  </a:lnTo>
                  <a:cubicBezTo>
                    <a:pt x="943" y="30563"/>
                    <a:pt x="2436" y="28520"/>
                    <a:pt x="5186" y="26399"/>
                  </a:cubicBezTo>
                  <a:cubicBezTo>
                    <a:pt x="5290" y="26402"/>
                    <a:pt x="5396" y="26403"/>
                    <a:pt x="5503" y="26403"/>
                  </a:cubicBezTo>
                  <a:cubicBezTo>
                    <a:pt x="8403" y="26403"/>
                    <a:pt x="12577" y="25386"/>
                    <a:pt x="16971" y="23492"/>
                  </a:cubicBezTo>
                  <a:cubicBezTo>
                    <a:pt x="19721" y="22392"/>
                    <a:pt x="22392" y="20899"/>
                    <a:pt x="24828" y="19092"/>
                  </a:cubicBezTo>
                  <a:close/>
                  <a:moveTo>
                    <a:pt x="24121" y="33784"/>
                  </a:moveTo>
                  <a:cubicBezTo>
                    <a:pt x="21842" y="35434"/>
                    <a:pt x="19328" y="36770"/>
                    <a:pt x="16735" y="37870"/>
                  </a:cubicBezTo>
                  <a:cubicBezTo>
                    <a:pt x="13314" y="39425"/>
                    <a:pt x="9662" y="40364"/>
                    <a:pt x="5855" y="40612"/>
                  </a:cubicBezTo>
                  <a:lnTo>
                    <a:pt x="5855" y="40612"/>
                  </a:lnTo>
                  <a:cubicBezTo>
                    <a:pt x="8099" y="38999"/>
                    <a:pt x="10495" y="37615"/>
                    <a:pt x="13043" y="36534"/>
                  </a:cubicBezTo>
                  <a:cubicBezTo>
                    <a:pt x="16264" y="35120"/>
                    <a:pt x="19642" y="34177"/>
                    <a:pt x="23099" y="33784"/>
                  </a:cubicBezTo>
                  <a:close/>
                  <a:moveTo>
                    <a:pt x="24828" y="26399"/>
                  </a:moveTo>
                  <a:cubicBezTo>
                    <a:pt x="26713" y="26399"/>
                    <a:pt x="27970" y="26949"/>
                    <a:pt x="28363" y="27813"/>
                  </a:cubicBezTo>
                  <a:cubicBezTo>
                    <a:pt x="28913" y="29149"/>
                    <a:pt x="27420" y="31191"/>
                    <a:pt x="24671" y="33313"/>
                  </a:cubicBezTo>
                  <a:lnTo>
                    <a:pt x="24671" y="33391"/>
                  </a:lnTo>
                  <a:lnTo>
                    <a:pt x="23099" y="33391"/>
                  </a:lnTo>
                  <a:cubicBezTo>
                    <a:pt x="19564" y="33784"/>
                    <a:pt x="16107" y="34727"/>
                    <a:pt x="12885" y="36141"/>
                  </a:cubicBezTo>
                  <a:cubicBezTo>
                    <a:pt x="10136" y="37320"/>
                    <a:pt x="7464" y="38812"/>
                    <a:pt x="5029" y="40620"/>
                  </a:cubicBezTo>
                  <a:cubicBezTo>
                    <a:pt x="3222" y="40541"/>
                    <a:pt x="1965" y="40148"/>
                    <a:pt x="1572" y="39205"/>
                  </a:cubicBezTo>
                  <a:cubicBezTo>
                    <a:pt x="1022" y="37870"/>
                    <a:pt x="2515" y="35748"/>
                    <a:pt x="5264" y="33706"/>
                  </a:cubicBezTo>
                  <a:cubicBezTo>
                    <a:pt x="8171" y="33706"/>
                    <a:pt x="12493" y="32763"/>
                    <a:pt x="16971" y="30799"/>
                  </a:cubicBezTo>
                  <a:cubicBezTo>
                    <a:pt x="19799" y="29699"/>
                    <a:pt x="22392" y="28206"/>
                    <a:pt x="24828" y="26399"/>
                  </a:cubicBezTo>
                  <a:close/>
                  <a:moveTo>
                    <a:pt x="24828" y="33784"/>
                  </a:moveTo>
                  <a:cubicBezTo>
                    <a:pt x="26792" y="33784"/>
                    <a:pt x="27970" y="34256"/>
                    <a:pt x="28285" y="35120"/>
                  </a:cubicBezTo>
                  <a:lnTo>
                    <a:pt x="28285" y="35198"/>
                  </a:lnTo>
                  <a:cubicBezTo>
                    <a:pt x="29306" y="37555"/>
                    <a:pt x="24042" y="42034"/>
                    <a:pt x="16814" y="45176"/>
                  </a:cubicBezTo>
                  <a:cubicBezTo>
                    <a:pt x="14457" y="46198"/>
                    <a:pt x="12021" y="46983"/>
                    <a:pt x="9507" y="47533"/>
                  </a:cubicBezTo>
                  <a:cubicBezTo>
                    <a:pt x="8407" y="46748"/>
                    <a:pt x="7700" y="45491"/>
                    <a:pt x="7700" y="44155"/>
                  </a:cubicBezTo>
                  <a:cubicBezTo>
                    <a:pt x="7700" y="45884"/>
                    <a:pt x="6600" y="47455"/>
                    <a:pt x="4950" y="48005"/>
                  </a:cubicBezTo>
                  <a:cubicBezTo>
                    <a:pt x="3222" y="47926"/>
                    <a:pt x="1965" y="47455"/>
                    <a:pt x="1572" y="46591"/>
                  </a:cubicBezTo>
                  <a:cubicBezTo>
                    <a:pt x="943" y="45255"/>
                    <a:pt x="2436" y="43212"/>
                    <a:pt x="5186" y="41091"/>
                  </a:cubicBezTo>
                  <a:cubicBezTo>
                    <a:pt x="5290" y="41094"/>
                    <a:pt x="5396" y="41095"/>
                    <a:pt x="5504" y="41095"/>
                  </a:cubicBezTo>
                  <a:cubicBezTo>
                    <a:pt x="8403" y="41095"/>
                    <a:pt x="12577" y="40081"/>
                    <a:pt x="16971" y="38262"/>
                  </a:cubicBezTo>
                  <a:cubicBezTo>
                    <a:pt x="19721" y="37084"/>
                    <a:pt x="22392" y="35591"/>
                    <a:pt x="24828" y="33784"/>
                  </a:cubicBezTo>
                  <a:close/>
                  <a:moveTo>
                    <a:pt x="20742" y="0"/>
                  </a:moveTo>
                  <a:cubicBezTo>
                    <a:pt x="20742" y="2279"/>
                    <a:pt x="18935" y="4086"/>
                    <a:pt x="16657" y="4086"/>
                  </a:cubicBezTo>
                  <a:cubicBezTo>
                    <a:pt x="17442" y="4086"/>
                    <a:pt x="18149" y="4243"/>
                    <a:pt x="18857" y="4714"/>
                  </a:cubicBezTo>
                  <a:cubicBezTo>
                    <a:pt x="16814" y="5186"/>
                    <a:pt x="14850" y="5893"/>
                    <a:pt x="12964" y="6678"/>
                  </a:cubicBezTo>
                  <a:cubicBezTo>
                    <a:pt x="5186" y="10057"/>
                    <a:pt x="0" y="14771"/>
                    <a:pt x="1257" y="17364"/>
                  </a:cubicBezTo>
                  <a:cubicBezTo>
                    <a:pt x="1650" y="18306"/>
                    <a:pt x="2829" y="18856"/>
                    <a:pt x="4557" y="19013"/>
                  </a:cubicBezTo>
                  <a:cubicBezTo>
                    <a:pt x="1886" y="21135"/>
                    <a:pt x="629" y="23178"/>
                    <a:pt x="1257" y="24670"/>
                  </a:cubicBezTo>
                  <a:cubicBezTo>
                    <a:pt x="1650" y="25613"/>
                    <a:pt x="2829" y="26163"/>
                    <a:pt x="4557" y="26320"/>
                  </a:cubicBezTo>
                  <a:cubicBezTo>
                    <a:pt x="1886" y="28442"/>
                    <a:pt x="629" y="30563"/>
                    <a:pt x="1257" y="31977"/>
                  </a:cubicBezTo>
                  <a:cubicBezTo>
                    <a:pt x="1650" y="32998"/>
                    <a:pt x="2829" y="33470"/>
                    <a:pt x="4557" y="33627"/>
                  </a:cubicBezTo>
                  <a:cubicBezTo>
                    <a:pt x="1965" y="35748"/>
                    <a:pt x="550" y="37870"/>
                    <a:pt x="1257" y="39362"/>
                  </a:cubicBezTo>
                  <a:cubicBezTo>
                    <a:pt x="1650" y="40384"/>
                    <a:pt x="2829" y="40855"/>
                    <a:pt x="4557" y="41012"/>
                  </a:cubicBezTo>
                  <a:cubicBezTo>
                    <a:pt x="1886" y="43134"/>
                    <a:pt x="629" y="45255"/>
                    <a:pt x="1257" y="46669"/>
                  </a:cubicBezTo>
                  <a:cubicBezTo>
                    <a:pt x="1650" y="47769"/>
                    <a:pt x="2986" y="48319"/>
                    <a:pt x="4950" y="48398"/>
                  </a:cubicBezTo>
                  <a:cubicBezTo>
                    <a:pt x="6600" y="48948"/>
                    <a:pt x="7779" y="50440"/>
                    <a:pt x="7779" y="52248"/>
                  </a:cubicBezTo>
                  <a:cubicBezTo>
                    <a:pt x="7779" y="49969"/>
                    <a:pt x="9586" y="48162"/>
                    <a:pt x="11864" y="48162"/>
                  </a:cubicBezTo>
                  <a:cubicBezTo>
                    <a:pt x="11236" y="48162"/>
                    <a:pt x="10686" y="48005"/>
                    <a:pt x="10136" y="47769"/>
                  </a:cubicBezTo>
                  <a:cubicBezTo>
                    <a:pt x="12493" y="47219"/>
                    <a:pt x="14771" y="46512"/>
                    <a:pt x="17050" y="45569"/>
                  </a:cubicBezTo>
                  <a:cubicBezTo>
                    <a:pt x="24671" y="42269"/>
                    <a:pt x="29856" y="37634"/>
                    <a:pt x="28756" y="34963"/>
                  </a:cubicBezTo>
                  <a:cubicBezTo>
                    <a:pt x="28285" y="34020"/>
                    <a:pt x="27185" y="33470"/>
                    <a:pt x="25378" y="33313"/>
                  </a:cubicBezTo>
                  <a:cubicBezTo>
                    <a:pt x="27970" y="31191"/>
                    <a:pt x="29306" y="29070"/>
                    <a:pt x="28756" y="27656"/>
                  </a:cubicBezTo>
                  <a:cubicBezTo>
                    <a:pt x="28285" y="26635"/>
                    <a:pt x="27106" y="26163"/>
                    <a:pt x="25378" y="26006"/>
                  </a:cubicBezTo>
                  <a:cubicBezTo>
                    <a:pt x="28049" y="23885"/>
                    <a:pt x="29385" y="21763"/>
                    <a:pt x="28756" y="20271"/>
                  </a:cubicBezTo>
                  <a:cubicBezTo>
                    <a:pt x="28285" y="19328"/>
                    <a:pt x="27185" y="18778"/>
                    <a:pt x="25378" y="18621"/>
                  </a:cubicBezTo>
                  <a:cubicBezTo>
                    <a:pt x="28049" y="16499"/>
                    <a:pt x="29306" y="14378"/>
                    <a:pt x="28756" y="12964"/>
                  </a:cubicBezTo>
                  <a:cubicBezTo>
                    <a:pt x="28285" y="11942"/>
                    <a:pt x="27185" y="11392"/>
                    <a:pt x="25378" y="11314"/>
                  </a:cubicBezTo>
                  <a:cubicBezTo>
                    <a:pt x="28049" y="9193"/>
                    <a:pt x="29306" y="7071"/>
                    <a:pt x="28756" y="5578"/>
                  </a:cubicBezTo>
                  <a:cubicBezTo>
                    <a:pt x="28285" y="4478"/>
                    <a:pt x="26792" y="3929"/>
                    <a:pt x="24513" y="3929"/>
                  </a:cubicBezTo>
                  <a:lnTo>
                    <a:pt x="23649" y="3929"/>
                  </a:lnTo>
                  <a:cubicBezTo>
                    <a:pt x="21921" y="3379"/>
                    <a:pt x="20742" y="1807"/>
                    <a:pt x="2074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" type="blank">
  <p:cSld name="BLANK">
    <p:spTree>
      <p:nvGrpSpPr>
        <p:cNvPr id="237" name="Shape 237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able of contents">
  <p:cSld name="BLANK_1_1_1_1_1_1">
    <p:spTree>
      <p:nvGrpSpPr>
        <p:cNvPr id="238" name="Shape 2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9" name="Google Shape;239;p13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240" name="Google Shape;240;p13"/>
          <p:cNvSpPr txBox="1"/>
          <p:nvPr>
            <p:ph idx="1" type="subTitle"/>
          </p:nvPr>
        </p:nvSpPr>
        <p:spPr>
          <a:xfrm>
            <a:off x="719975" y="3082400"/>
            <a:ext cx="23829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241" name="Google Shape;241;p13"/>
          <p:cNvSpPr txBox="1"/>
          <p:nvPr>
            <p:ph idx="2" type="subTitle"/>
          </p:nvPr>
        </p:nvSpPr>
        <p:spPr>
          <a:xfrm>
            <a:off x="3380550" y="3082400"/>
            <a:ext cx="23829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242" name="Google Shape;242;p13"/>
          <p:cNvSpPr txBox="1"/>
          <p:nvPr>
            <p:ph idx="3" type="subTitle"/>
          </p:nvPr>
        </p:nvSpPr>
        <p:spPr>
          <a:xfrm>
            <a:off x="6041126" y="3082400"/>
            <a:ext cx="23829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243" name="Google Shape;243;p13"/>
          <p:cNvSpPr txBox="1"/>
          <p:nvPr>
            <p:ph hasCustomPrompt="1" idx="4" type="title"/>
          </p:nvPr>
        </p:nvSpPr>
        <p:spPr>
          <a:xfrm>
            <a:off x="1387025" y="1697700"/>
            <a:ext cx="1048800" cy="572700"/>
          </a:xfrm>
          <a:prstGeom prst="rect">
            <a:avLst/>
          </a:prstGeom>
          <a:solidFill>
            <a:schemeClr val="accent2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244" name="Google Shape;244;p13"/>
          <p:cNvSpPr txBox="1"/>
          <p:nvPr>
            <p:ph hasCustomPrompt="1" idx="5" type="title"/>
          </p:nvPr>
        </p:nvSpPr>
        <p:spPr>
          <a:xfrm>
            <a:off x="4047600" y="1697700"/>
            <a:ext cx="1048800" cy="572700"/>
          </a:xfrm>
          <a:prstGeom prst="rect">
            <a:avLst/>
          </a:prstGeom>
          <a:solidFill>
            <a:schemeClr val="accent2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245" name="Google Shape;245;p13"/>
          <p:cNvSpPr txBox="1"/>
          <p:nvPr>
            <p:ph hasCustomPrompt="1" idx="6" type="title"/>
          </p:nvPr>
        </p:nvSpPr>
        <p:spPr>
          <a:xfrm>
            <a:off x="6708176" y="1697700"/>
            <a:ext cx="1048800" cy="572700"/>
          </a:xfrm>
          <a:prstGeom prst="rect">
            <a:avLst/>
          </a:prstGeom>
          <a:solidFill>
            <a:schemeClr val="accent2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246" name="Google Shape;246;p13"/>
          <p:cNvSpPr txBox="1"/>
          <p:nvPr>
            <p:ph idx="7" type="subTitle"/>
          </p:nvPr>
        </p:nvSpPr>
        <p:spPr>
          <a:xfrm>
            <a:off x="719975" y="2270400"/>
            <a:ext cx="2382900" cy="841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b="1" sz="2400">
                <a:solidFill>
                  <a:schemeClr val="lt2"/>
                </a:solidFill>
                <a:latin typeface="Michroma"/>
                <a:ea typeface="Michroma"/>
                <a:cs typeface="Michroma"/>
                <a:sym typeface="Michroma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247" name="Google Shape;247;p13"/>
          <p:cNvSpPr txBox="1"/>
          <p:nvPr>
            <p:ph idx="8" type="subTitle"/>
          </p:nvPr>
        </p:nvSpPr>
        <p:spPr>
          <a:xfrm>
            <a:off x="3380550" y="2270400"/>
            <a:ext cx="2382900" cy="841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b="1" sz="2400">
                <a:solidFill>
                  <a:schemeClr val="lt2"/>
                </a:solidFill>
                <a:latin typeface="Michroma"/>
                <a:ea typeface="Michroma"/>
                <a:cs typeface="Michroma"/>
                <a:sym typeface="Michroma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248" name="Google Shape;248;p13"/>
          <p:cNvSpPr txBox="1"/>
          <p:nvPr>
            <p:ph idx="9" type="subTitle"/>
          </p:nvPr>
        </p:nvSpPr>
        <p:spPr>
          <a:xfrm>
            <a:off x="6041126" y="2270400"/>
            <a:ext cx="2382900" cy="841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b="1" sz="2400">
                <a:solidFill>
                  <a:schemeClr val="lt2"/>
                </a:solidFill>
                <a:latin typeface="Michroma"/>
                <a:ea typeface="Michroma"/>
                <a:cs typeface="Michroma"/>
                <a:sym typeface="Michroma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grpSp>
        <p:nvGrpSpPr>
          <p:cNvPr id="249" name="Google Shape;249;p13"/>
          <p:cNvGrpSpPr/>
          <p:nvPr/>
        </p:nvGrpSpPr>
        <p:grpSpPr>
          <a:xfrm>
            <a:off x="8766188" y="2679704"/>
            <a:ext cx="37200" cy="2280719"/>
            <a:chOff x="8720263" y="1665954"/>
            <a:chExt cx="37200" cy="2280719"/>
          </a:xfrm>
        </p:grpSpPr>
        <p:sp>
          <p:nvSpPr>
            <p:cNvPr id="250" name="Google Shape;250;p13"/>
            <p:cNvSpPr/>
            <p:nvPr/>
          </p:nvSpPr>
          <p:spPr>
            <a:xfrm flipH="1">
              <a:off x="8720263" y="1665954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  <p:sp>
          <p:nvSpPr>
            <p:cNvPr id="251" name="Google Shape;251;p13"/>
            <p:cNvSpPr/>
            <p:nvPr/>
          </p:nvSpPr>
          <p:spPr>
            <a:xfrm flipH="1">
              <a:off x="8720263" y="2278650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  <p:sp>
          <p:nvSpPr>
            <p:cNvPr id="252" name="Google Shape;252;p13"/>
            <p:cNvSpPr/>
            <p:nvPr/>
          </p:nvSpPr>
          <p:spPr>
            <a:xfrm flipH="1">
              <a:off x="8720263" y="2570381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  <p:sp>
          <p:nvSpPr>
            <p:cNvPr id="253" name="Google Shape;253;p13"/>
            <p:cNvSpPr/>
            <p:nvPr/>
          </p:nvSpPr>
          <p:spPr>
            <a:xfrm flipH="1">
              <a:off x="8720263" y="2862111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  <p:sp>
          <p:nvSpPr>
            <p:cNvPr id="254" name="Google Shape;254;p13"/>
            <p:cNvSpPr/>
            <p:nvPr/>
          </p:nvSpPr>
          <p:spPr>
            <a:xfrm flipH="1">
              <a:off x="8720263" y="3653137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  <p:sp>
          <p:nvSpPr>
            <p:cNvPr id="255" name="Google Shape;255;p13"/>
            <p:cNvSpPr/>
            <p:nvPr/>
          </p:nvSpPr>
          <p:spPr>
            <a:xfrm flipH="1">
              <a:off x="8720263" y="3909472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</p:grpSp>
      <p:grpSp>
        <p:nvGrpSpPr>
          <p:cNvPr id="256" name="Google Shape;256;p13"/>
          <p:cNvGrpSpPr/>
          <p:nvPr/>
        </p:nvGrpSpPr>
        <p:grpSpPr>
          <a:xfrm>
            <a:off x="300950" y="120375"/>
            <a:ext cx="8495598" cy="4908775"/>
            <a:chOff x="300950" y="120375"/>
            <a:chExt cx="8495598" cy="4908775"/>
          </a:xfrm>
        </p:grpSpPr>
        <p:sp>
          <p:nvSpPr>
            <p:cNvPr id="257" name="Google Shape;257;p13"/>
            <p:cNvSpPr/>
            <p:nvPr/>
          </p:nvSpPr>
          <p:spPr>
            <a:xfrm>
              <a:off x="8065000" y="120375"/>
              <a:ext cx="731548" cy="419129"/>
            </a:xfrm>
            <a:custGeom>
              <a:rect b="b" l="l" r="r" t="t"/>
              <a:pathLst>
                <a:path extrusionOk="0" h="57219" w="99870">
                  <a:moveTo>
                    <a:pt x="58847" y="3703"/>
                  </a:moveTo>
                  <a:cubicBezTo>
                    <a:pt x="58882" y="3703"/>
                    <a:pt x="58917" y="3719"/>
                    <a:pt x="58948" y="3744"/>
                  </a:cubicBezTo>
                  <a:lnTo>
                    <a:pt x="58960" y="3744"/>
                  </a:lnTo>
                  <a:cubicBezTo>
                    <a:pt x="68652" y="6351"/>
                    <a:pt x="76105" y="11626"/>
                    <a:pt x="79796" y="21341"/>
                  </a:cubicBezTo>
                  <a:cubicBezTo>
                    <a:pt x="80439" y="23020"/>
                    <a:pt x="80760" y="24794"/>
                    <a:pt x="80939" y="26592"/>
                  </a:cubicBezTo>
                  <a:cubicBezTo>
                    <a:pt x="80986" y="27116"/>
                    <a:pt x="80820" y="27258"/>
                    <a:pt x="80296" y="27258"/>
                  </a:cubicBezTo>
                  <a:cubicBezTo>
                    <a:pt x="79275" y="27255"/>
                    <a:pt x="78253" y="27254"/>
                    <a:pt x="77231" y="27254"/>
                  </a:cubicBezTo>
                  <a:cubicBezTo>
                    <a:pt x="74165" y="27254"/>
                    <a:pt x="71095" y="27267"/>
                    <a:pt x="68032" y="27294"/>
                  </a:cubicBezTo>
                  <a:cubicBezTo>
                    <a:pt x="68021" y="27294"/>
                    <a:pt x="68009" y="27294"/>
                    <a:pt x="67998" y="27294"/>
                  </a:cubicBezTo>
                  <a:cubicBezTo>
                    <a:pt x="67342" y="27294"/>
                    <a:pt x="67353" y="26953"/>
                    <a:pt x="67330" y="26485"/>
                  </a:cubicBezTo>
                  <a:cubicBezTo>
                    <a:pt x="67104" y="21067"/>
                    <a:pt x="66044" y="15840"/>
                    <a:pt x="63746" y="10911"/>
                  </a:cubicBezTo>
                  <a:cubicBezTo>
                    <a:pt x="62520" y="8292"/>
                    <a:pt x="60865" y="5911"/>
                    <a:pt x="58865" y="3827"/>
                  </a:cubicBezTo>
                  <a:lnTo>
                    <a:pt x="58757" y="3744"/>
                  </a:lnTo>
                  <a:cubicBezTo>
                    <a:pt x="58786" y="3716"/>
                    <a:pt x="58816" y="3703"/>
                    <a:pt x="58847" y="3703"/>
                  </a:cubicBezTo>
                  <a:close/>
                  <a:moveTo>
                    <a:pt x="51686" y="2804"/>
                  </a:moveTo>
                  <a:cubicBezTo>
                    <a:pt x="51788" y="2804"/>
                    <a:pt x="51917" y="2829"/>
                    <a:pt x="52078" y="2875"/>
                  </a:cubicBezTo>
                  <a:cubicBezTo>
                    <a:pt x="54459" y="3506"/>
                    <a:pt x="56329" y="4887"/>
                    <a:pt x="57924" y="6696"/>
                  </a:cubicBezTo>
                  <a:cubicBezTo>
                    <a:pt x="60889" y="10078"/>
                    <a:pt x="62532" y="14114"/>
                    <a:pt x="63591" y="18412"/>
                  </a:cubicBezTo>
                  <a:cubicBezTo>
                    <a:pt x="64270" y="21127"/>
                    <a:pt x="64592" y="23889"/>
                    <a:pt x="64746" y="26663"/>
                  </a:cubicBezTo>
                  <a:cubicBezTo>
                    <a:pt x="64770" y="27163"/>
                    <a:pt x="64627" y="27306"/>
                    <a:pt x="64139" y="27306"/>
                  </a:cubicBezTo>
                  <a:cubicBezTo>
                    <a:pt x="62457" y="27301"/>
                    <a:pt x="60774" y="27298"/>
                    <a:pt x="59089" y="27298"/>
                  </a:cubicBezTo>
                  <a:cubicBezTo>
                    <a:pt x="56706" y="27298"/>
                    <a:pt x="54320" y="27304"/>
                    <a:pt x="51935" y="27318"/>
                  </a:cubicBezTo>
                  <a:cubicBezTo>
                    <a:pt x="51304" y="27318"/>
                    <a:pt x="51352" y="26997"/>
                    <a:pt x="51352" y="26580"/>
                  </a:cubicBezTo>
                  <a:cubicBezTo>
                    <a:pt x="51364" y="22710"/>
                    <a:pt x="51364" y="18853"/>
                    <a:pt x="51364" y="14983"/>
                  </a:cubicBezTo>
                  <a:lnTo>
                    <a:pt x="51340" y="14983"/>
                  </a:lnTo>
                  <a:cubicBezTo>
                    <a:pt x="51340" y="11137"/>
                    <a:pt x="51352" y="7292"/>
                    <a:pt x="51328" y="3446"/>
                  </a:cubicBezTo>
                  <a:cubicBezTo>
                    <a:pt x="51328" y="2986"/>
                    <a:pt x="51410" y="2804"/>
                    <a:pt x="51686" y="2804"/>
                  </a:cubicBezTo>
                  <a:close/>
                  <a:moveTo>
                    <a:pt x="69056" y="4887"/>
                  </a:moveTo>
                  <a:lnTo>
                    <a:pt x="69056" y="4887"/>
                  </a:lnTo>
                  <a:cubicBezTo>
                    <a:pt x="71152" y="5315"/>
                    <a:pt x="73212" y="5899"/>
                    <a:pt x="75224" y="6625"/>
                  </a:cubicBezTo>
                  <a:lnTo>
                    <a:pt x="75236" y="6625"/>
                  </a:lnTo>
                  <a:cubicBezTo>
                    <a:pt x="80629" y="8542"/>
                    <a:pt x="85701" y="11054"/>
                    <a:pt x="90047" y="14852"/>
                  </a:cubicBezTo>
                  <a:cubicBezTo>
                    <a:pt x="93143" y="17567"/>
                    <a:pt x="95560" y="20746"/>
                    <a:pt x="96655" y="24782"/>
                  </a:cubicBezTo>
                  <a:cubicBezTo>
                    <a:pt x="96798" y="25306"/>
                    <a:pt x="96881" y="25842"/>
                    <a:pt x="97000" y="26377"/>
                  </a:cubicBezTo>
                  <a:cubicBezTo>
                    <a:pt x="97143" y="26973"/>
                    <a:pt x="97048" y="27235"/>
                    <a:pt x="96310" y="27235"/>
                  </a:cubicBezTo>
                  <a:cubicBezTo>
                    <a:pt x="95167" y="27219"/>
                    <a:pt x="94025" y="27213"/>
                    <a:pt x="92884" y="27213"/>
                  </a:cubicBezTo>
                  <a:cubicBezTo>
                    <a:pt x="90601" y="27213"/>
                    <a:pt x="88321" y="27235"/>
                    <a:pt x="86035" y="27235"/>
                  </a:cubicBezTo>
                  <a:cubicBezTo>
                    <a:pt x="85590" y="27235"/>
                    <a:pt x="85089" y="27320"/>
                    <a:pt x="84642" y="27320"/>
                  </a:cubicBezTo>
                  <a:cubicBezTo>
                    <a:pt x="84323" y="27320"/>
                    <a:pt x="84031" y="27276"/>
                    <a:pt x="83808" y="27127"/>
                  </a:cubicBezTo>
                  <a:cubicBezTo>
                    <a:pt x="83249" y="26770"/>
                    <a:pt x="83511" y="25734"/>
                    <a:pt x="83391" y="25008"/>
                  </a:cubicBezTo>
                  <a:cubicBezTo>
                    <a:pt x="82308" y="18091"/>
                    <a:pt x="78843" y="12566"/>
                    <a:pt x="73545" y="8113"/>
                  </a:cubicBezTo>
                  <a:cubicBezTo>
                    <a:pt x="72116" y="6946"/>
                    <a:pt x="70616" y="5863"/>
                    <a:pt x="69056" y="4887"/>
                  </a:cubicBezTo>
                  <a:close/>
                  <a:moveTo>
                    <a:pt x="48364" y="2808"/>
                  </a:moveTo>
                  <a:cubicBezTo>
                    <a:pt x="48704" y="2808"/>
                    <a:pt x="48709" y="3114"/>
                    <a:pt x="48709" y="3970"/>
                  </a:cubicBezTo>
                  <a:lnTo>
                    <a:pt x="48709" y="15055"/>
                  </a:lnTo>
                  <a:lnTo>
                    <a:pt x="48756" y="15055"/>
                  </a:lnTo>
                  <a:cubicBezTo>
                    <a:pt x="48756" y="18876"/>
                    <a:pt x="48744" y="22698"/>
                    <a:pt x="48780" y="26520"/>
                  </a:cubicBezTo>
                  <a:cubicBezTo>
                    <a:pt x="48780" y="27154"/>
                    <a:pt x="48602" y="27330"/>
                    <a:pt x="48008" y="27330"/>
                  </a:cubicBezTo>
                  <a:cubicBezTo>
                    <a:pt x="47988" y="27330"/>
                    <a:pt x="47967" y="27330"/>
                    <a:pt x="47947" y="27330"/>
                  </a:cubicBezTo>
                  <a:cubicBezTo>
                    <a:pt x="46625" y="27322"/>
                    <a:pt x="45302" y="27319"/>
                    <a:pt x="43979" y="27319"/>
                  </a:cubicBezTo>
                  <a:cubicBezTo>
                    <a:pt x="41332" y="27319"/>
                    <a:pt x="38684" y="27330"/>
                    <a:pt x="36040" y="27330"/>
                  </a:cubicBezTo>
                  <a:cubicBezTo>
                    <a:pt x="35958" y="27330"/>
                    <a:pt x="35878" y="27334"/>
                    <a:pt x="35803" y="27334"/>
                  </a:cubicBezTo>
                  <a:cubicBezTo>
                    <a:pt x="35528" y="27334"/>
                    <a:pt x="35322" y="27282"/>
                    <a:pt x="35350" y="26806"/>
                  </a:cubicBezTo>
                  <a:cubicBezTo>
                    <a:pt x="35683" y="20293"/>
                    <a:pt x="37005" y="14054"/>
                    <a:pt x="40708" y="8542"/>
                  </a:cubicBezTo>
                  <a:cubicBezTo>
                    <a:pt x="42398" y="6042"/>
                    <a:pt x="44506" y="3994"/>
                    <a:pt x="47458" y="3041"/>
                  </a:cubicBezTo>
                  <a:cubicBezTo>
                    <a:pt x="47895" y="2898"/>
                    <a:pt x="48179" y="2808"/>
                    <a:pt x="48364" y="2808"/>
                  </a:cubicBezTo>
                  <a:close/>
                  <a:moveTo>
                    <a:pt x="41019" y="3796"/>
                  </a:moveTo>
                  <a:cubicBezTo>
                    <a:pt x="41099" y="3796"/>
                    <a:pt x="41184" y="3818"/>
                    <a:pt x="41279" y="3887"/>
                  </a:cubicBezTo>
                  <a:cubicBezTo>
                    <a:pt x="40981" y="4208"/>
                    <a:pt x="40684" y="4529"/>
                    <a:pt x="40386" y="4851"/>
                  </a:cubicBezTo>
                  <a:cubicBezTo>
                    <a:pt x="37124" y="8542"/>
                    <a:pt x="35243" y="12911"/>
                    <a:pt x="34028" y="17614"/>
                  </a:cubicBezTo>
                  <a:cubicBezTo>
                    <a:pt x="33290" y="20555"/>
                    <a:pt x="32861" y="23568"/>
                    <a:pt x="32754" y="26604"/>
                  </a:cubicBezTo>
                  <a:cubicBezTo>
                    <a:pt x="32730" y="27235"/>
                    <a:pt x="32528" y="27342"/>
                    <a:pt x="31945" y="27342"/>
                  </a:cubicBezTo>
                  <a:cubicBezTo>
                    <a:pt x="30417" y="27333"/>
                    <a:pt x="28890" y="27329"/>
                    <a:pt x="27365" y="27329"/>
                  </a:cubicBezTo>
                  <a:cubicBezTo>
                    <a:pt x="24897" y="27329"/>
                    <a:pt x="22432" y="27339"/>
                    <a:pt x="19967" y="27354"/>
                  </a:cubicBezTo>
                  <a:cubicBezTo>
                    <a:pt x="19360" y="27354"/>
                    <a:pt x="19157" y="27235"/>
                    <a:pt x="19217" y="26592"/>
                  </a:cubicBezTo>
                  <a:cubicBezTo>
                    <a:pt x="19681" y="21865"/>
                    <a:pt x="21503" y="17698"/>
                    <a:pt x="24491" y="14043"/>
                  </a:cubicBezTo>
                  <a:cubicBezTo>
                    <a:pt x="28754" y="8828"/>
                    <a:pt x="34314" y="5625"/>
                    <a:pt x="40743" y="3851"/>
                  </a:cubicBezTo>
                  <a:cubicBezTo>
                    <a:pt x="40830" y="3831"/>
                    <a:pt x="40920" y="3796"/>
                    <a:pt x="41019" y="3796"/>
                  </a:cubicBezTo>
                  <a:close/>
                  <a:moveTo>
                    <a:pt x="31083" y="4890"/>
                  </a:moveTo>
                  <a:cubicBezTo>
                    <a:pt x="31150" y="4890"/>
                    <a:pt x="31218" y="4893"/>
                    <a:pt x="31290" y="4899"/>
                  </a:cubicBezTo>
                  <a:cubicBezTo>
                    <a:pt x="30647" y="5303"/>
                    <a:pt x="30099" y="5637"/>
                    <a:pt x="29575" y="5994"/>
                  </a:cubicBezTo>
                  <a:cubicBezTo>
                    <a:pt x="23682" y="9947"/>
                    <a:pt x="19395" y="15138"/>
                    <a:pt x="17419" y="22055"/>
                  </a:cubicBezTo>
                  <a:cubicBezTo>
                    <a:pt x="16967" y="23591"/>
                    <a:pt x="16693" y="25175"/>
                    <a:pt x="16597" y="26770"/>
                  </a:cubicBezTo>
                  <a:cubicBezTo>
                    <a:pt x="16574" y="27223"/>
                    <a:pt x="16431" y="27354"/>
                    <a:pt x="15990" y="27354"/>
                  </a:cubicBezTo>
                  <a:cubicBezTo>
                    <a:pt x="11894" y="27354"/>
                    <a:pt x="7811" y="27354"/>
                    <a:pt x="3727" y="27378"/>
                  </a:cubicBezTo>
                  <a:cubicBezTo>
                    <a:pt x="3179" y="27378"/>
                    <a:pt x="3036" y="27211"/>
                    <a:pt x="3120" y="26699"/>
                  </a:cubicBezTo>
                  <a:cubicBezTo>
                    <a:pt x="3393" y="24770"/>
                    <a:pt x="4024" y="22913"/>
                    <a:pt x="4965" y="21210"/>
                  </a:cubicBezTo>
                  <a:cubicBezTo>
                    <a:pt x="7084" y="17352"/>
                    <a:pt x="10228" y="14483"/>
                    <a:pt x="13835" y="12078"/>
                  </a:cubicBezTo>
                  <a:cubicBezTo>
                    <a:pt x="19050" y="8601"/>
                    <a:pt x="24837" y="6423"/>
                    <a:pt x="30885" y="4899"/>
                  </a:cubicBezTo>
                  <a:cubicBezTo>
                    <a:pt x="30950" y="4893"/>
                    <a:pt x="31016" y="4890"/>
                    <a:pt x="31083" y="4890"/>
                  </a:cubicBezTo>
                  <a:close/>
                  <a:moveTo>
                    <a:pt x="15931" y="29973"/>
                  </a:moveTo>
                  <a:cubicBezTo>
                    <a:pt x="16312" y="29973"/>
                    <a:pt x="16550" y="29985"/>
                    <a:pt x="16597" y="30497"/>
                  </a:cubicBezTo>
                  <a:cubicBezTo>
                    <a:pt x="17252" y="38403"/>
                    <a:pt x="21050" y="44582"/>
                    <a:pt x="27099" y="49523"/>
                  </a:cubicBezTo>
                  <a:cubicBezTo>
                    <a:pt x="28349" y="50547"/>
                    <a:pt x="29754" y="51345"/>
                    <a:pt x="31040" y="52309"/>
                  </a:cubicBezTo>
                  <a:cubicBezTo>
                    <a:pt x="29790" y="52238"/>
                    <a:pt x="28635" y="51785"/>
                    <a:pt x="27456" y="51428"/>
                  </a:cubicBezTo>
                  <a:cubicBezTo>
                    <a:pt x="21824" y="49737"/>
                    <a:pt x="16514" y="47392"/>
                    <a:pt x="11811" y="43808"/>
                  </a:cubicBezTo>
                  <a:cubicBezTo>
                    <a:pt x="8692" y="41427"/>
                    <a:pt x="6072" y="38629"/>
                    <a:pt x="4405" y="35021"/>
                  </a:cubicBezTo>
                  <a:cubicBezTo>
                    <a:pt x="3786" y="33652"/>
                    <a:pt x="3358" y="32211"/>
                    <a:pt x="3131" y="30723"/>
                  </a:cubicBezTo>
                  <a:cubicBezTo>
                    <a:pt x="3048" y="30211"/>
                    <a:pt x="3120" y="29973"/>
                    <a:pt x="3739" y="29973"/>
                  </a:cubicBezTo>
                  <a:cubicBezTo>
                    <a:pt x="5092" y="29981"/>
                    <a:pt x="6447" y="29984"/>
                    <a:pt x="7802" y="29984"/>
                  </a:cubicBezTo>
                  <a:cubicBezTo>
                    <a:pt x="10512" y="29984"/>
                    <a:pt x="13224" y="29973"/>
                    <a:pt x="15931" y="29973"/>
                  </a:cubicBezTo>
                  <a:close/>
                  <a:moveTo>
                    <a:pt x="96084" y="29842"/>
                  </a:moveTo>
                  <a:cubicBezTo>
                    <a:pt x="97155" y="29842"/>
                    <a:pt x="97143" y="29842"/>
                    <a:pt x="96965" y="30878"/>
                  </a:cubicBezTo>
                  <a:lnTo>
                    <a:pt x="96977" y="30878"/>
                  </a:lnTo>
                  <a:cubicBezTo>
                    <a:pt x="96429" y="34152"/>
                    <a:pt x="94929" y="36962"/>
                    <a:pt x="92809" y="39474"/>
                  </a:cubicBezTo>
                  <a:cubicBezTo>
                    <a:pt x="89571" y="43308"/>
                    <a:pt x="85475" y="45987"/>
                    <a:pt x="81010" y="48166"/>
                  </a:cubicBezTo>
                  <a:cubicBezTo>
                    <a:pt x="77343" y="49952"/>
                    <a:pt x="73509" y="51250"/>
                    <a:pt x="69568" y="52262"/>
                  </a:cubicBezTo>
                  <a:cubicBezTo>
                    <a:pt x="69414" y="52297"/>
                    <a:pt x="69235" y="52309"/>
                    <a:pt x="69068" y="52333"/>
                  </a:cubicBezTo>
                  <a:cubicBezTo>
                    <a:pt x="71128" y="50976"/>
                    <a:pt x="73116" y="49535"/>
                    <a:pt x="74902" y="47832"/>
                  </a:cubicBezTo>
                  <a:cubicBezTo>
                    <a:pt x="79415" y="43558"/>
                    <a:pt x="82391" y="38438"/>
                    <a:pt x="83356" y="32235"/>
                  </a:cubicBezTo>
                  <a:cubicBezTo>
                    <a:pt x="83475" y="31664"/>
                    <a:pt x="83534" y="31068"/>
                    <a:pt x="83558" y="30485"/>
                  </a:cubicBezTo>
                  <a:cubicBezTo>
                    <a:pt x="83558" y="29937"/>
                    <a:pt x="83784" y="29842"/>
                    <a:pt x="84261" y="29842"/>
                  </a:cubicBezTo>
                  <a:cubicBezTo>
                    <a:pt x="85574" y="29850"/>
                    <a:pt x="86889" y="29853"/>
                    <a:pt x="88204" y="29853"/>
                  </a:cubicBezTo>
                  <a:cubicBezTo>
                    <a:pt x="90834" y="29853"/>
                    <a:pt x="93464" y="29842"/>
                    <a:pt x="96084" y="29842"/>
                  </a:cubicBezTo>
                  <a:close/>
                  <a:moveTo>
                    <a:pt x="31075" y="52321"/>
                  </a:moveTo>
                  <a:lnTo>
                    <a:pt x="31242" y="52393"/>
                  </a:lnTo>
                  <a:cubicBezTo>
                    <a:pt x="31230" y="52404"/>
                    <a:pt x="31206" y="52428"/>
                    <a:pt x="31183" y="52428"/>
                  </a:cubicBezTo>
                  <a:cubicBezTo>
                    <a:pt x="31123" y="52428"/>
                    <a:pt x="31040" y="52428"/>
                    <a:pt x="31075" y="52321"/>
                  </a:cubicBezTo>
                  <a:close/>
                  <a:moveTo>
                    <a:pt x="32135" y="29949"/>
                  </a:moveTo>
                  <a:cubicBezTo>
                    <a:pt x="32838" y="29949"/>
                    <a:pt x="32790" y="30330"/>
                    <a:pt x="32814" y="30783"/>
                  </a:cubicBezTo>
                  <a:cubicBezTo>
                    <a:pt x="32945" y="34890"/>
                    <a:pt x="33683" y="38962"/>
                    <a:pt x="35004" y="42856"/>
                  </a:cubicBezTo>
                  <a:cubicBezTo>
                    <a:pt x="36362" y="46808"/>
                    <a:pt x="38303" y="50416"/>
                    <a:pt x="41291" y="53452"/>
                  </a:cubicBezTo>
                  <a:cubicBezTo>
                    <a:pt x="38945" y="52964"/>
                    <a:pt x="36683" y="52178"/>
                    <a:pt x="34552" y="51107"/>
                  </a:cubicBezTo>
                  <a:cubicBezTo>
                    <a:pt x="28468" y="48094"/>
                    <a:pt x="23705" y="43749"/>
                    <a:pt x="20943" y="37438"/>
                  </a:cubicBezTo>
                  <a:cubicBezTo>
                    <a:pt x="19991" y="35271"/>
                    <a:pt x="19407" y="32962"/>
                    <a:pt x="19217" y="30604"/>
                  </a:cubicBezTo>
                  <a:cubicBezTo>
                    <a:pt x="19169" y="30116"/>
                    <a:pt x="19300" y="29973"/>
                    <a:pt x="19800" y="29973"/>
                  </a:cubicBezTo>
                  <a:cubicBezTo>
                    <a:pt x="21304" y="29977"/>
                    <a:pt x="22807" y="29980"/>
                    <a:pt x="24311" y="29980"/>
                  </a:cubicBezTo>
                  <a:cubicBezTo>
                    <a:pt x="26916" y="29980"/>
                    <a:pt x="29523" y="29972"/>
                    <a:pt x="32135" y="29949"/>
                  </a:cubicBezTo>
                  <a:close/>
                  <a:moveTo>
                    <a:pt x="80224" y="29854"/>
                  </a:moveTo>
                  <a:cubicBezTo>
                    <a:pt x="80820" y="29854"/>
                    <a:pt x="80998" y="29997"/>
                    <a:pt x="80939" y="30592"/>
                  </a:cubicBezTo>
                  <a:cubicBezTo>
                    <a:pt x="80582" y="34402"/>
                    <a:pt x="79260" y="38069"/>
                    <a:pt x="77093" y="41236"/>
                  </a:cubicBezTo>
                  <a:cubicBezTo>
                    <a:pt x="72712" y="47654"/>
                    <a:pt x="66544" y="51488"/>
                    <a:pt x="59103" y="53428"/>
                  </a:cubicBezTo>
                  <a:cubicBezTo>
                    <a:pt x="59054" y="53436"/>
                    <a:pt x="58994" y="53456"/>
                    <a:pt x="58957" y="53456"/>
                  </a:cubicBezTo>
                  <a:cubicBezTo>
                    <a:pt x="58940" y="53456"/>
                    <a:pt x="58928" y="53452"/>
                    <a:pt x="58924" y="53440"/>
                  </a:cubicBezTo>
                  <a:cubicBezTo>
                    <a:pt x="58865" y="53369"/>
                    <a:pt x="58948" y="53345"/>
                    <a:pt x="59007" y="53321"/>
                  </a:cubicBezTo>
                  <a:cubicBezTo>
                    <a:pt x="64901" y="47011"/>
                    <a:pt x="66854" y="39236"/>
                    <a:pt x="67330" y="30914"/>
                  </a:cubicBezTo>
                  <a:cubicBezTo>
                    <a:pt x="67389" y="29890"/>
                    <a:pt x="67366" y="29890"/>
                    <a:pt x="68402" y="29890"/>
                  </a:cubicBezTo>
                  <a:cubicBezTo>
                    <a:pt x="72342" y="29890"/>
                    <a:pt x="76295" y="29890"/>
                    <a:pt x="80224" y="29854"/>
                  </a:cubicBezTo>
                  <a:close/>
                  <a:moveTo>
                    <a:pt x="64127" y="29890"/>
                  </a:moveTo>
                  <a:cubicBezTo>
                    <a:pt x="64544" y="29890"/>
                    <a:pt x="64818" y="29890"/>
                    <a:pt x="64782" y="30461"/>
                  </a:cubicBezTo>
                  <a:cubicBezTo>
                    <a:pt x="64496" y="35926"/>
                    <a:pt x="63508" y="41213"/>
                    <a:pt x="60972" y="46118"/>
                  </a:cubicBezTo>
                  <a:cubicBezTo>
                    <a:pt x="59662" y="48594"/>
                    <a:pt x="58067" y="50833"/>
                    <a:pt x="55817" y="52535"/>
                  </a:cubicBezTo>
                  <a:lnTo>
                    <a:pt x="55829" y="52535"/>
                  </a:lnTo>
                  <a:cubicBezTo>
                    <a:pt x="54805" y="53333"/>
                    <a:pt x="53626" y="53928"/>
                    <a:pt x="52364" y="54286"/>
                  </a:cubicBezTo>
                  <a:cubicBezTo>
                    <a:pt x="52048" y="54372"/>
                    <a:pt x="51839" y="54428"/>
                    <a:pt x="51702" y="54428"/>
                  </a:cubicBezTo>
                  <a:cubicBezTo>
                    <a:pt x="51440" y="54428"/>
                    <a:pt x="51435" y="54224"/>
                    <a:pt x="51435" y="53631"/>
                  </a:cubicBezTo>
                  <a:lnTo>
                    <a:pt x="51435" y="42165"/>
                  </a:lnTo>
                  <a:lnTo>
                    <a:pt x="51376" y="42165"/>
                  </a:lnTo>
                  <a:lnTo>
                    <a:pt x="51376" y="30711"/>
                  </a:lnTo>
                  <a:cubicBezTo>
                    <a:pt x="51376" y="30221"/>
                    <a:pt x="51399" y="29913"/>
                    <a:pt x="52030" y="29913"/>
                  </a:cubicBezTo>
                  <a:cubicBezTo>
                    <a:pt x="52042" y="29913"/>
                    <a:pt x="52054" y="29913"/>
                    <a:pt x="52066" y="29914"/>
                  </a:cubicBezTo>
                  <a:cubicBezTo>
                    <a:pt x="53245" y="29921"/>
                    <a:pt x="54422" y="29923"/>
                    <a:pt x="55600" y="29923"/>
                  </a:cubicBezTo>
                  <a:cubicBezTo>
                    <a:pt x="58442" y="29923"/>
                    <a:pt x="61282" y="29907"/>
                    <a:pt x="64127" y="29890"/>
                  </a:cubicBezTo>
                  <a:close/>
                  <a:moveTo>
                    <a:pt x="48113" y="29925"/>
                  </a:moveTo>
                  <a:cubicBezTo>
                    <a:pt x="48697" y="29925"/>
                    <a:pt x="48804" y="30140"/>
                    <a:pt x="48792" y="30652"/>
                  </a:cubicBezTo>
                  <a:cubicBezTo>
                    <a:pt x="48780" y="34521"/>
                    <a:pt x="48792" y="38391"/>
                    <a:pt x="48792" y="42260"/>
                  </a:cubicBezTo>
                  <a:lnTo>
                    <a:pt x="48816" y="42260"/>
                  </a:lnTo>
                  <a:lnTo>
                    <a:pt x="48816" y="53571"/>
                  </a:lnTo>
                  <a:cubicBezTo>
                    <a:pt x="48816" y="54209"/>
                    <a:pt x="48816" y="54430"/>
                    <a:pt x="48540" y="54430"/>
                  </a:cubicBezTo>
                  <a:cubicBezTo>
                    <a:pt x="48393" y="54430"/>
                    <a:pt x="48170" y="54369"/>
                    <a:pt x="47828" y="54274"/>
                  </a:cubicBezTo>
                  <a:cubicBezTo>
                    <a:pt x="45280" y="53559"/>
                    <a:pt x="43351" y="51952"/>
                    <a:pt x="41732" y="49940"/>
                  </a:cubicBezTo>
                  <a:cubicBezTo>
                    <a:pt x="38791" y="46308"/>
                    <a:pt x="37231" y="42058"/>
                    <a:pt x="36267" y="37557"/>
                  </a:cubicBezTo>
                  <a:cubicBezTo>
                    <a:pt x="35790" y="35283"/>
                    <a:pt x="35564" y="32985"/>
                    <a:pt x="35397" y="30676"/>
                  </a:cubicBezTo>
                  <a:cubicBezTo>
                    <a:pt x="35362" y="30140"/>
                    <a:pt x="35469" y="29949"/>
                    <a:pt x="36052" y="29949"/>
                  </a:cubicBezTo>
                  <a:cubicBezTo>
                    <a:pt x="37525" y="29954"/>
                    <a:pt x="38997" y="29956"/>
                    <a:pt x="40468" y="29956"/>
                  </a:cubicBezTo>
                  <a:cubicBezTo>
                    <a:pt x="43015" y="29956"/>
                    <a:pt x="45562" y="29948"/>
                    <a:pt x="48113" y="29925"/>
                  </a:cubicBezTo>
                  <a:close/>
                  <a:moveTo>
                    <a:pt x="49847" y="0"/>
                  </a:moveTo>
                  <a:cubicBezTo>
                    <a:pt x="47878" y="0"/>
                    <a:pt x="45726" y="67"/>
                    <a:pt x="43553" y="255"/>
                  </a:cubicBezTo>
                  <a:cubicBezTo>
                    <a:pt x="35505" y="934"/>
                    <a:pt x="27694" y="2553"/>
                    <a:pt x="20253" y="5756"/>
                  </a:cubicBezTo>
                  <a:cubicBezTo>
                    <a:pt x="15192" y="7935"/>
                    <a:pt x="10537" y="10733"/>
                    <a:pt x="6644" y="14697"/>
                  </a:cubicBezTo>
                  <a:cubicBezTo>
                    <a:pt x="3465" y="17948"/>
                    <a:pt x="1191" y="21698"/>
                    <a:pt x="476" y="26282"/>
                  </a:cubicBezTo>
                  <a:cubicBezTo>
                    <a:pt x="453" y="26401"/>
                    <a:pt x="0" y="28830"/>
                    <a:pt x="679" y="32200"/>
                  </a:cubicBezTo>
                  <a:cubicBezTo>
                    <a:pt x="1488" y="36224"/>
                    <a:pt x="3667" y="39546"/>
                    <a:pt x="6501" y="42463"/>
                  </a:cubicBezTo>
                  <a:cubicBezTo>
                    <a:pt x="10799" y="46904"/>
                    <a:pt x="16038" y="49868"/>
                    <a:pt x="21705" y="52142"/>
                  </a:cubicBezTo>
                  <a:cubicBezTo>
                    <a:pt x="27992" y="54643"/>
                    <a:pt x="34528" y="56107"/>
                    <a:pt x="41255" y="56774"/>
                  </a:cubicBezTo>
                  <a:cubicBezTo>
                    <a:pt x="44247" y="57067"/>
                    <a:pt x="47230" y="57219"/>
                    <a:pt x="50202" y="57219"/>
                  </a:cubicBezTo>
                  <a:cubicBezTo>
                    <a:pt x="57026" y="57219"/>
                    <a:pt x="63796" y="56416"/>
                    <a:pt x="70497" y="54667"/>
                  </a:cubicBezTo>
                  <a:cubicBezTo>
                    <a:pt x="77462" y="52857"/>
                    <a:pt x="84023" y="50142"/>
                    <a:pt x="89797" y="45761"/>
                  </a:cubicBezTo>
                  <a:cubicBezTo>
                    <a:pt x="93476" y="42975"/>
                    <a:pt x="96548" y="39665"/>
                    <a:pt x="98405" y="35343"/>
                  </a:cubicBezTo>
                  <a:cubicBezTo>
                    <a:pt x="99048" y="33855"/>
                    <a:pt x="99489" y="32271"/>
                    <a:pt x="99691" y="30664"/>
                  </a:cubicBezTo>
                  <a:cubicBezTo>
                    <a:pt x="99870" y="29580"/>
                    <a:pt x="99715" y="26449"/>
                    <a:pt x="99489" y="25115"/>
                  </a:cubicBezTo>
                  <a:cubicBezTo>
                    <a:pt x="98620" y="21055"/>
                    <a:pt x="96548" y="17674"/>
                    <a:pt x="93714" y="14733"/>
                  </a:cubicBezTo>
                  <a:cubicBezTo>
                    <a:pt x="89583" y="10447"/>
                    <a:pt x="84558" y="7542"/>
                    <a:pt x="79117" y="5303"/>
                  </a:cubicBezTo>
                  <a:cubicBezTo>
                    <a:pt x="72485" y="2577"/>
                    <a:pt x="65556" y="1053"/>
                    <a:pt x="58424" y="398"/>
                  </a:cubicBezTo>
                  <a:cubicBezTo>
                    <a:pt x="57535" y="316"/>
                    <a:pt x="54123" y="0"/>
                    <a:pt x="498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58" name="Google Shape;258;p13"/>
            <p:cNvGrpSpPr/>
            <p:nvPr/>
          </p:nvGrpSpPr>
          <p:grpSpPr>
            <a:xfrm rot="-5400000">
              <a:off x="563175" y="4466850"/>
              <a:ext cx="300075" cy="824525"/>
              <a:chOff x="974800" y="3481225"/>
              <a:chExt cx="300075" cy="824525"/>
            </a:xfrm>
          </p:grpSpPr>
          <p:sp>
            <p:nvSpPr>
              <p:cNvPr id="259" name="Google Shape;259;p13"/>
              <p:cNvSpPr/>
              <p:nvPr/>
            </p:nvSpPr>
            <p:spPr>
              <a:xfrm>
                <a:off x="974800" y="3953300"/>
                <a:ext cx="300075" cy="58650"/>
              </a:xfrm>
              <a:custGeom>
                <a:rect b="b" l="l" r="r" t="t"/>
                <a:pathLst>
                  <a:path extrusionOk="0" h="2346" w="12003">
                    <a:moveTo>
                      <a:pt x="1" y="0"/>
                    </a:moveTo>
                    <a:lnTo>
                      <a:pt x="1" y="2346"/>
                    </a:lnTo>
                    <a:lnTo>
                      <a:pt x="12002" y="2346"/>
                    </a:lnTo>
                    <a:lnTo>
                      <a:pt x="12002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" name="Google Shape;260;p13"/>
              <p:cNvSpPr/>
              <p:nvPr/>
            </p:nvSpPr>
            <p:spPr>
              <a:xfrm>
                <a:off x="974800" y="3616050"/>
                <a:ext cx="300075" cy="41100"/>
              </a:xfrm>
              <a:custGeom>
                <a:rect b="b" l="l" r="r" t="t"/>
                <a:pathLst>
                  <a:path extrusionOk="0" h="1644" w="12003">
                    <a:moveTo>
                      <a:pt x="1" y="1"/>
                    </a:moveTo>
                    <a:lnTo>
                      <a:pt x="1" y="1644"/>
                    </a:lnTo>
                    <a:lnTo>
                      <a:pt x="12002" y="1644"/>
                    </a:lnTo>
                    <a:lnTo>
                      <a:pt x="12002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" name="Google Shape;261;p13"/>
              <p:cNvSpPr/>
              <p:nvPr/>
            </p:nvSpPr>
            <p:spPr>
              <a:xfrm>
                <a:off x="974800" y="3875600"/>
                <a:ext cx="300075" cy="34850"/>
              </a:xfrm>
              <a:custGeom>
                <a:rect b="b" l="l" r="r" t="t"/>
                <a:pathLst>
                  <a:path extrusionOk="0" h="1394" w="12003">
                    <a:moveTo>
                      <a:pt x="1" y="1"/>
                    </a:moveTo>
                    <a:lnTo>
                      <a:pt x="1" y="1394"/>
                    </a:lnTo>
                    <a:lnTo>
                      <a:pt x="12002" y="1394"/>
                    </a:lnTo>
                    <a:lnTo>
                      <a:pt x="12002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" name="Google Shape;262;p13"/>
              <p:cNvSpPr/>
              <p:nvPr/>
            </p:nvSpPr>
            <p:spPr>
              <a:xfrm>
                <a:off x="974800" y="4217900"/>
                <a:ext cx="300075" cy="36650"/>
              </a:xfrm>
              <a:custGeom>
                <a:rect b="b" l="l" r="r" t="t"/>
                <a:pathLst>
                  <a:path extrusionOk="0" h="1466" w="12003">
                    <a:moveTo>
                      <a:pt x="1" y="1"/>
                    </a:moveTo>
                    <a:lnTo>
                      <a:pt x="1" y="1465"/>
                    </a:lnTo>
                    <a:lnTo>
                      <a:pt x="12002" y="1465"/>
                    </a:lnTo>
                    <a:lnTo>
                      <a:pt x="12002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" name="Google Shape;263;p13"/>
              <p:cNvSpPr/>
              <p:nvPr/>
            </p:nvSpPr>
            <p:spPr>
              <a:xfrm>
                <a:off x="974800" y="3777375"/>
                <a:ext cx="300075" cy="21450"/>
              </a:xfrm>
              <a:custGeom>
                <a:rect b="b" l="l" r="r" t="t"/>
                <a:pathLst>
                  <a:path extrusionOk="0" h="858" w="12003">
                    <a:moveTo>
                      <a:pt x="1" y="1"/>
                    </a:moveTo>
                    <a:lnTo>
                      <a:pt x="1" y="858"/>
                    </a:lnTo>
                    <a:lnTo>
                      <a:pt x="12002" y="858"/>
                    </a:lnTo>
                    <a:lnTo>
                      <a:pt x="12002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" name="Google Shape;264;p13"/>
              <p:cNvSpPr/>
              <p:nvPr/>
            </p:nvSpPr>
            <p:spPr>
              <a:xfrm>
                <a:off x="974800" y="3502950"/>
                <a:ext cx="300075" cy="21150"/>
              </a:xfrm>
              <a:custGeom>
                <a:rect b="b" l="l" r="r" t="t"/>
                <a:pathLst>
                  <a:path extrusionOk="0" h="846" w="12003">
                    <a:moveTo>
                      <a:pt x="1" y="0"/>
                    </a:moveTo>
                    <a:lnTo>
                      <a:pt x="1" y="845"/>
                    </a:lnTo>
                    <a:lnTo>
                      <a:pt x="12002" y="845"/>
                    </a:lnTo>
                    <a:lnTo>
                      <a:pt x="12002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" name="Google Shape;265;p13"/>
              <p:cNvSpPr/>
              <p:nvPr/>
            </p:nvSpPr>
            <p:spPr>
              <a:xfrm>
                <a:off x="974800" y="4117900"/>
                <a:ext cx="300075" cy="22650"/>
              </a:xfrm>
              <a:custGeom>
                <a:rect b="b" l="l" r="r" t="t"/>
                <a:pathLst>
                  <a:path extrusionOk="0" h="906" w="12003">
                    <a:moveTo>
                      <a:pt x="1" y="0"/>
                    </a:moveTo>
                    <a:lnTo>
                      <a:pt x="1" y="905"/>
                    </a:lnTo>
                    <a:lnTo>
                      <a:pt x="12002" y="905"/>
                    </a:lnTo>
                    <a:lnTo>
                      <a:pt x="12002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" name="Google Shape;266;p13"/>
              <p:cNvSpPr/>
              <p:nvPr/>
            </p:nvSpPr>
            <p:spPr>
              <a:xfrm>
                <a:off x="974800" y="3744050"/>
                <a:ext cx="300075" cy="18775"/>
              </a:xfrm>
              <a:custGeom>
                <a:rect b="b" l="l" r="r" t="t"/>
                <a:pathLst>
                  <a:path extrusionOk="0" h="751" w="12003">
                    <a:moveTo>
                      <a:pt x="12002" y="0"/>
                    </a:moveTo>
                    <a:cubicBezTo>
                      <a:pt x="8002" y="0"/>
                      <a:pt x="4013" y="0"/>
                      <a:pt x="25" y="12"/>
                    </a:cubicBezTo>
                    <a:lnTo>
                      <a:pt x="1" y="12"/>
                    </a:lnTo>
                    <a:lnTo>
                      <a:pt x="1" y="750"/>
                    </a:lnTo>
                    <a:lnTo>
                      <a:pt x="12002" y="750"/>
                    </a:lnTo>
                    <a:lnTo>
                      <a:pt x="12002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" name="Google Shape;267;p13"/>
              <p:cNvSpPr/>
              <p:nvPr/>
            </p:nvSpPr>
            <p:spPr>
              <a:xfrm>
                <a:off x="974800" y="3700000"/>
                <a:ext cx="300075" cy="15200"/>
              </a:xfrm>
              <a:custGeom>
                <a:rect b="b" l="l" r="r" t="t"/>
                <a:pathLst>
                  <a:path extrusionOk="0" h="608" w="12003">
                    <a:moveTo>
                      <a:pt x="12002" y="0"/>
                    </a:moveTo>
                    <a:cubicBezTo>
                      <a:pt x="8002" y="12"/>
                      <a:pt x="4013" y="12"/>
                      <a:pt x="25" y="12"/>
                    </a:cubicBezTo>
                    <a:lnTo>
                      <a:pt x="1" y="12"/>
                    </a:lnTo>
                    <a:lnTo>
                      <a:pt x="1" y="607"/>
                    </a:lnTo>
                    <a:lnTo>
                      <a:pt x="12002" y="607"/>
                    </a:lnTo>
                    <a:lnTo>
                      <a:pt x="12002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" name="Google Shape;268;p13"/>
              <p:cNvSpPr/>
              <p:nvPr/>
            </p:nvSpPr>
            <p:spPr>
              <a:xfrm>
                <a:off x="974800" y="3574075"/>
                <a:ext cx="300075" cy="14925"/>
              </a:xfrm>
              <a:custGeom>
                <a:rect b="b" l="l" r="r" t="t"/>
                <a:pathLst>
                  <a:path extrusionOk="0" h="597" w="12003">
                    <a:moveTo>
                      <a:pt x="1" y="1"/>
                    </a:moveTo>
                    <a:lnTo>
                      <a:pt x="1" y="596"/>
                    </a:lnTo>
                    <a:lnTo>
                      <a:pt x="12002" y="596"/>
                    </a:lnTo>
                    <a:lnTo>
                      <a:pt x="12002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" name="Google Shape;269;p13"/>
              <p:cNvSpPr/>
              <p:nvPr/>
            </p:nvSpPr>
            <p:spPr>
              <a:xfrm>
                <a:off x="974800" y="4160475"/>
                <a:ext cx="300075" cy="17875"/>
              </a:xfrm>
              <a:custGeom>
                <a:rect b="b" l="l" r="r" t="t"/>
                <a:pathLst>
                  <a:path extrusionOk="0" h="715" w="12003">
                    <a:moveTo>
                      <a:pt x="12002" y="0"/>
                    </a:moveTo>
                    <a:cubicBezTo>
                      <a:pt x="11467" y="0"/>
                      <a:pt x="10943" y="12"/>
                      <a:pt x="10407" y="12"/>
                    </a:cubicBezTo>
                    <a:lnTo>
                      <a:pt x="406" y="12"/>
                    </a:lnTo>
                    <a:cubicBezTo>
                      <a:pt x="340" y="6"/>
                      <a:pt x="272" y="3"/>
                      <a:pt x="203" y="3"/>
                    </a:cubicBezTo>
                    <a:cubicBezTo>
                      <a:pt x="135" y="3"/>
                      <a:pt x="66" y="6"/>
                      <a:pt x="1" y="12"/>
                    </a:cubicBezTo>
                    <a:lnTo>
                      <a:pt x="1" y="714"/>
                    </a:lnTo>
                    <a:lnTo>
                      <a:pt x="12002" y="714"/>
                    </a:lnTo>
                    <a:lnTo>
                      <a:pt x="12002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" name="Google Shape;270;p13"/>
              <p:cNvSpPr/>
              <p:nvPr/>
            </p:nvSpPr>
            <p:spPr>
              <a:xfrm>
                <a:off x="974800" y="3481225"/>
                <a:ext cx="300075" cy="8950"/>
              </a:xfrm>
              <a:custGeom>
                <a:rect b="b" l="l" r="r" t="t"/>
                <a:pathLst>
                  <a:path extrusionOk="0" h="358" w="12003">
                    <a:moveTo>
                      <a:pt x="1" y="0"/>
                    </a:moveTo>
                    <a:lnTo>
                      <a:pt x="1" y="357"/>
                    </a:lnTo>
                    <a:lnTo>
                      <a:pt x="12002" y="357"/>
                    </a:lnTo>
                    <a:lnTo>
                      <a:pt x="12002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" name="Google Shape;271;p13"/>
              <p:cNvSpPr/>
              <p:nvPr/>
            </p:nvSpPr>
            <p:spPr>
              <a:xfrm>
                <a:off x="974800" y="3849200"/>
                <a:ext cx="300075" cy="10350"/>
              </a:xfrm>
              <a:custGeom>
                <a:rect b="b" l="l" r="r" t="t"/>
                <a:pathLst>
                  <a:path extrusionOk="0" h="414" w="12003">
                    <a:moveTo>
                      <a:pt x="6037" y="0"/>
                    </a:moveTo>
                    <a:cubicBezTo>
                      <a:pt x="4049" y="0"/>
                      <a:pt x="2061" y="3"/>
                      <a:pt x="72" y="9"/>
                    </a:cubicBezTo>
                    <a:lnTo>
                      <a:pt x="1" y="9"/>
                    </a:lnTo>
                    <a:lnTo>
                      <a:pt x="1" y="414"/>
                    </a:lnTo>
                    <a:lnTo>
                      <a:pt x="12002" y="414"/>
                    </a:lnTo>
                    <a:lnTo>
                      <a:pt x="12002" y="9"/>
                    </a:lnTo>
                    <a:cubicBezTo>
                      <a:pt x="10014" y="3"/>
                      <a:pt x="8026" y="0"/>
                      <a:pt x="6037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" name="Google Shape;272;p13"/>
              <p:cNvSpPr/>
              <p:nvPr/>
            </p:nvSpPr>
            <p:spPr>
              <a:xfrm>
                <a:off x="974800" y="4057550"/>
                <a:ext cx="300075" cy="13975"/>
              </a:xfrm>
              <a:custGeom>
                <a:rect b="b" l="l" r="r" t="t"/>
                <a:pathLst>
                  <a:path extrusionOk="0" h="559" w="12003">
                    <a:moveTo>
                      <a:pt x="223" y="0"/>
                    </a:moveTo>
                    <a:cubicBezTo>
                      <a:pt x="147" y="0"/>
                      <a:pt x="72" y="3"/>
                      <a:pt x="1" y="9"/>
                    </a:cubicBezTo>
                    <a:lnTo>
                      <a:pt x="1" y="533"/>
                    </a:lnTo>
                    <a:cubicBezTo>
                      <a:pt x="82" y="548"/>
                      <a:pt x="163" y="558"/>
                      <a:pt x="244" y="558"/>
                    </a:cubicBezTo>
                    <a:cubicBezTo>
                      <a:pt x="294" y="558"/>
                      <a:pt x="344" y="554"/>
                      <a:pt x="394" y="545"/>
                    </a:cubicBezTo>
                    <a:lnTo>
                      <a:pt x="12002" y="545"/>
                    </a:lnTo>
                    <a:lnTo>
                      <a:pt x="12002" y="9"/>
                    </a:lnTo>
                    <a:cubicBezTo>
                      <a:pt x="10074" y="3"/>
                      <a:pt x="8148" y="0"/>
                      <a:pt x="6223" y="0"/>
                    </a:cubicBezTo>
                    <a:cubicBezTo>
                      <a:pt x="4299" y="0"/>
                      <a:pt x="2376" y="3"/>
                      <a:pt x="453" y="9"/>
                    </a:cubicBezTo>
                    <a:cubicBezTo>
                      <a:pt x="376" y="3"/>
                      <a:pt x="299" y="0"/>
                      <a:pt x="223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" name="Google Shape;273;p13"/>
              <p:cNvSpPr/>
              <p:nvPr/>
            </p:nvSpPr>
            <p:spPr>
              <a:xfrm>
                <a:off x="974800" y="3928675"/>
                <a:ext cx="300075" cy="10575"/>
              </a:xfrm>
              <a:custGeom>
                <a:rect b="b" l="l" r="r" t="t"/>
                <a:pathLst>
                  <a:path extrusionOk="0" h="423" w="12003">
                    <a:moveTo>
                      <a:pt x="223" y="0"/>
                    </a:moveTo>
                    <a:cubicBezTo>
                      <a:pt x="147" y="0"/>
                      <a:pt x="72" y="3"/>
                      <a:pt x="1" y="9"/>
                    </a:cubicBezTo>
                    <a:lnTo>
                      <a:pt x="1" y="414"/>
                    </a:lnTo>
                    <a:cubicBezTo>
                      <a:pt x="66" y="420"/>
                      <a:pt x="132" y="423"/>
                      <a:pt x="197" y="423"/>
                    </a:cubicBezTo>
                    <a:cubicBezTo>
                      <a:pt x="263" y="423"/>
                      <a:pt x="328" y="420"/>
                      <a:pt x="394" y="414"/>
                    </a:cubicBezTo>
                    <a:lnTo>
                      <a:pt x="12002" y="414"/>
                    </a:lnTo>
                    <a:lnTo>
                      <a:pt x="12002" y="9"/>
                    </a:lnTo>
                    <a:lnTo>
                      <a:pt x="453" y="9"/>
                    </a:lnTo>
                    <a:cubicBezTo>
                      <a:pt x="376" y="3"/>
                      <a:pt x="299" y="0"/>
                      <a:pt x="223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" name="Google Shape;274;p13"/>
              <p:cNvSpPr/>
              <p:nvPr/>
            </p:nvSpPr>
            <p:spPr>
              <a:xfrm>
                <a:off x="974800" y="4081350"/>
                <a:ext cx="300075" cy="13050"/>
              </a:xfrm>
              <a:custGeom>
                <a:rect b="b" l="l" r="r" t="t"/>
                <a:pathLst>
                  <a:path extrusionOk="0" h="522" w="12003">
                    <a:moveTo>
                      <a:pt x="6091" y="1"/>
                    </a:moveTo>
                    <a:cubicBezTo>
                      <a:pt x="4121" y="1"/>
                      <a:pt x="2150" y="4"/>
                      <a:pt x="180" y="10"/>
                    </a:cubicBezTo>
                    <a:cubicBezTo>
                      <a:pt x="120" y="10"/>
                      <a:pt x="61" y="22"/>
                      <a:pt x="1" y="46"/>
                    </a:cubicBezTo>
                    <a:lnTo>
                      <a:pt x="1" y="522"/>
                    </a:lnTo>
                    <a:lnTo>
                      <a:pt x="12002" y="522"/>
                    </a:lnTo>
                    <a:lnTo>
                      <a:pt x="12002" y="10"/>
                    </a:lnTo>
                    <a:cubicBezTo>
                      <a:pt x="10032" y="4"/>
                      <a:pt x="8062" y="1"/>
                      <a:pt x="609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" name="Google Shape;275;p13"/>
              <p:cNvSpPr/>
              <p:nvPr/>
            </p:nvSpPr>
            <p:spPr>
              <a:xfrm>
                <a:off x="974800" y="4293675"/>
                <a:ext cx="300075" cy="12075"/>
              </a:xfrm>
              <a:custGeom>
                <a:rect b="b" l="l" r="r" t="t"/>
                <a:pathLst>
                  <a:path extrusionOk="0" h="483" w="12003">
                    <a:moveTo>
                      <a:pt x="10598" y="1"/>
                    </a:moveTo>
                    <a:cubicBezTo>
                      <a:pt x="9662" y="1"/>
                      <a:pt x="8728" y="6"/>
                      <a:pt x="7800" y="6"/>
                    </a:cubicBezTo>
                    <a:lnTo>
                      <a:pt x="334" y="6"/>
                    </a:lnTo>
                    <a:cubicBezTo>
                      <a:pt x="215" y="18"/>
                      <a:pt x="108" y="30"/>
                      <a:pt x="1" y="77"/>
                    </a:cubicBezTo>
                    <a:lnTo>
                      <a:pt x="1" y="482"/>
                    </a:lnTo>
                    <a:lnTo>
                      <a:pt x="12002" y="482"/>
                    </a:lnTo>
                    <a:lnTo>
                      <a:pt x="12002" y="6"/>
                    </a:lnTo>
                    <a:cubicBezTo>
                      <a:pt x="11534" y="2"/>
                      <a:pt x="11066" y="1"/>
                      <a:pt x="1059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" name="Google Shape;276;p13"/>
              <p:cNvSpPr/>
              <p:nvPr/>
            </p:nvSpPr>
            <p:spPr>
              <a:xfrm>
                <a:off x="974800" y="3535675"/>
                <a:ext cx="300075" cy="3000"/>
              </a:xfrm>
              <a:custGeom>
                <a:rect b="b" l="l" r="r" t="t"/>
                <a:pathLst>
                  <a:path extrusionOk="0" h="120" w="12003">
                    <a:moveTo>
                      <a:pt x="1" y="1"/>
                    </a:moveTo>
                    <a:lnTo>
                      <a:pt x="1" y="120"/>
                    </a:lnTo>
                    <a:lnTo>
                      <a:pt x="12002" y="120"/>
                    </a:lnTo>
                    <a:lnTo>
                      <a:pt x="12002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" name="Google Shape;277;p13"/>
              <p:cNvSpPr/>
              <p:nvPr/>
            </p:nvSpPr>
            <p:spPr>
              <a:xfrm>
                <a:off x="974800" y="3556825"/>
                <a:ext cx="300075" cy="1800"/>
              </a:xfrm>
              <a:custGeom>
                <a:rect b="b" l="l" r="r" t="t"/>
                <a:pathLst>
                  <a:path extrusionOk="0" h="72" w="12003">
                    <a:moveTo>
                      <a:pt x="1" y="0"/>
                    </a:moveTo>
                    <a:lnTo>
                      <a:pt x="1" y="72"/>
                    </a:lnTo>
                    <a:lnTo>
                      <a:pt x="12002" y="72"/>
                    </a:lnTo>
                    <a:lnTo>
                      <a:pt x="12002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" name="Google Shape;278;p13"/>
              <p:cNvSpPr/>
              <p:nvPr/>
            </p:nvSpPr>
            <p:spPr>
              <a:xfrm>
                <a:off x="974800" y="3683625"/>
                <a:ext cx="300075" cy="1500"/>
              </a:xfrm>
              <a:custGeom>
                <a:rect b="b" l="l" r="r" t="t"/>
                <a:pathLst>
                  <a:path extrusionOk="0" h="60" w="12003">
                    <a:moveTo>
                      <a:pt x="1" y="0"/>
                    </a:moveTo>
                    <a:lnTo>
                      <a:pt x="1" y="60"/>
                    </a:lnTo>
                    <a:lnTo>
                      <a:pt x="12002" y="60"/>
                    </a:lnTo>
                    <a:lnTo>
                      <a:pt x="12002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" name="Google Shape;279;p13"/>
              <p:cNvSpPr/>
              <p:nvPr/>
            </p:nvSpPr>
            <p:spPr>
              <a:xfrm>
                <a:off x="974800" y="3822025"/>
                <a:ext cx="300075" cy="1825"/>
              </a:xfrm>
              <a:custGeom>
                <a:rect b="b" l="l" r="r" t="t"/>
                <a:pathLst>
                  <a:path extrusionOk="0" h="73" w="12003">
                    <a:moveTo>
                      <a:pt x="1" y="1"/>
                    </a:moveTo>
                    <a:lnTo>
                      <a:pt x="1" y="72"/>
                    </a:lnTo>
                    <a:lnTo>
                      <a:pt x="12002" y="72"/>
                    </a:lnTo>
                    <a:lnTo>
                      <a:pt x="12002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" name="Google Shape;280;p13"/>
              <p:cNvSpPr/>
              <p:nvPr/>
            </p:nvSpPr>
            <p:spPr>
              <a:xfrm>
                <a:off x="974800" y="4037825"/>
                <a:ext cx="300075" cy="1525"/>
              </a:xfrm>
              <a:custGeom>
                <a:rect b="b" l="l" r="r" t="t"/>
                <a:pathLst>
                  <a:path extrusionOk="0" h="61" w="12003">
                    <a:moveTo>
                      <a:pt x="1" y="1"/>
                    </a:moveTo>
                    <a:lnTo>
                      <a:pt x="1" y="60"/>
                    </a:lnTo>
                    <a:lnTo>
                      <a:pt x="12002" y="60"/>
                    </a:lnTo>
                    <a:lnTo>
                      <a:pt x="12002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" name="Google Shape;281;p13"/>
              <p:cNvSpPr/>
              <p:nvPr/>
            </p:nvSpPr>
            <p:spPr>
              <a:xfrm>
                <a:off x="974800" y="4152125"/>
                <a:ext cx="300075" cy="1525"/>
              </a:xfrm>
              <a:custGeom>
                <a:rect b="b" l="l" r="r" t="t"/>
                <a:pathLst>
                  <a:path extrusionOk="0" h="61" w="12003">
                    <a:moveTo>
                      <a:pt x="1" y="1"/>
                    </a:moveTo>
                    <a:lnTo>
                      <a:pt x="1" y="60"/>
                    </a:lnTo>
                    <a:lnTo>
                      <a:pt x="12002" y="60"/>
                    </a:lnTo>
                    <a:lnTo>
                      <a:pt x="12002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" name="Google Shape;282;p13"/>
              <p:cNvSpPr/>
              <p:nvPr/>
            </p:nvSpPr>
            <p:spPr>
              <a:xfrm>
                <a:off x="974800" y="4199150"/>
                <a:ext cx="300075" cy="2425"/>
              </a:xfrm>
              <a:custGeom>
                <a:rect b="b" l="l" r="r" t="t"/>
                <a:pathLst>
                  <a:path extrusionOk="0" h="97" w="12003">
                    <a:moveTo>
                      <a:pt x="1" y="1"/>
                    </a:moveTo>
                    <a:lnTo>
                      <a:pt x="1" y="96"/>
                    </a:lnTo>
                    <a:lnTo>
                      <a:pt x="12002" y="96"/>
                    </a:lnTo>
                    <a:lnTo>
                      <a:pt x="12002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" name="Google Shape;283;p13"/>
              <p:cNvSpPr/>
              <p:nvPr/>
            </p:nvSpPr>
            <p:spPr>
              <a:xfrm>
                <a:off x="974800" y="4273875"/>
                <a:ext cx="300075" cy="1800"/>
              </a:xfrm>
              <a:custGeom>
                <a:rect b="b" l="l" r="r" t="t"/>
                <a:pathLst>
                  <a:path extrusionOk="0" h="72" w="12003">
                    <a:moveTo>
                      <a:pt x="1" y="0"/>
                    </a:moveTo>
                    <a:lnTo>
                      <a:pt x="1" y="72"/>
                    </a:lnTo>
                    <a:lnTo>
                      <a:pt x="12002" y="72"/>
                    </a:lnTo>
                    <a:lnTo>
                      <a:pt x="12002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1">
  <p:cSld name="CUSTOM_10_1">
    <p:spTree>
      <p:nvGrpSpPr>
        <p:cNvPr id="284" name="Shape 2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5" name="Google Shape;285;p14"/>
          <p:cNvSpPr txBox="1"/>
          <p:nvPr>
            <p:ph type="title"/>
          </p:nvPr>
        </p:nvSpPr>
        <p:spPr>
          <a:xfrm>
            <a:off x="1164875" y="1905838"/>
            <a:ext cx="4249200" cy="150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 sz="4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286" name="Google Shape;286;p14"/>
          <p:cNvSpPr txBox="1"/>
          <p:nvPr>
            <p:ph hasCustomPrompt="1" idx="2" type="title"/>
          </p:nvPr>
        </p:nvSpPr>
        <p:spPr>
          <a:xfrm>
            <a:off x="2251475" y="822538"/>
            <a:ext cx="2076000" cy="1083300"/>
          </a:xfrm>
          <a:prstGeom prst="rect">
            <a:avLst/>
          </a:prstGeom>
          <a:solidFill>
            <a:schemeClr val="accent2"/>
          </a:solidFill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287" name="Google Shape;287;p14"/>
          <p:cNvSpPr txBox="1"/>
          <p:nvPr>
            <p:ph idx="1" type="subTitle"/>
          </p:nvPr>
        </p:nvSpPr>
        <p:spPr>
          <a:xfrm>
            <a:off x="1164875" y="3464838"/>
            <a:ext cx="4249200" cy="375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grpSp>
        <p:nvGrpSpPr>
          <p:cNvPr id="288" name="Google Shape;288;p14"/>
          <p:cNvGrpSpPr/>
          <p:nvPr/>
        </p:nvGrpSpPr>
        <p:grpSpPr>
          <a:xfrm flipH="1">
            <a:off x="414292" y="219913"/>
            <a:ext cx="1112510" cy="319584"/>
            <a:chOff x="4743988" y="1118075"/>
            <a:chExt cx="1724288" cy="495325"/>
          </a:xfrm>
        </p:grpSpPr>
        <p:grpSp>
          <p:nvGrpSpPr>
            <p:cNvPr id="289" name="Google Shape;289;p14"/>
            <p:cNvGrpSpPr/>
            <p:nvPr/>
          </p:nvGrpSpPr>
          <p:grpSpPr>
            <a:xfrm rot="5400000">
              <a:off x="4736550" y="1140100"/>
              <a:ext cx="466150" cy="451275"/>
              <a:chOff x="6608550" y="1088575"/>
              <a:chExt cx="466150" cy="451275"/>
            </a:xfrm>
          </p:grpSpPr>
          <p:sp>
            <p:nvSpPr>
              <p:cNvPr id="290" name="Google Shape;290;p14"/>
              <p:cNvSpPr/>
              <p:nvPr/>
            </p:nvSpPr>
            <p:spPr>
              <a:xfrm>
                <a:off x="6608550" y="1088575"/>
                <a:ext cx="466150" cy="451275"/>
              </a:xfrm>
              <a:custGeom>
                <a:rect b="b" l="l" r="r" t="t"/>
                <a:pathLst>
                  <a:path extrusionOk="0" h="18051" w="18646">
                    <a:moveTo>
                      <a:pt x="9606" y="560"/>
                    </a:moveTo>
                    <a:cubicBezTo>
                      <a:pt x="9876" y="560"/>
                      <a:pt x="10146" y="573"/>
                      <a:pt x="10419" y="599"/>
                    </a:cubicBezTo>
                    <a:cubicBezTo>
                      <a:pt x="14145" y="956"/>
                      <a:pt x="17193" y="3730"/>
                      <a:pt x="17908" y="7398"/>
                    </a:cubicBezTo>
                    <a:cubicBezTo>
                      <a:pt x="18015" y="7945"/>
                      <a:pt x="18062" y="8493"/>
                      <a:pt x="18050" y="9052"/>
                    </a:cubicBezTo>
                    <a:cubicBezTo>
                      <a:pt x="18062" y="9422"/>
                      <a:pt x="18039" y="9791"/>
                      <a:pt x="17991" y="10160"/>
                    </a:cubicBezTo>
                    <a:lnTo>
                      <a:pt x="17991" y="10172"/>
                    </a:lnTo>
                    <a:cubicBezTo>
                      <a:pt x="17967" y="10446"/>
                      <a:pt x="17836" y="10707"/>
                      <a:pt x="17634" y="10898"/>
                    </a:cubicBezTo>
                    <a:cubicBezTo>
                      <a:pt x="17372" y="11172"/>
                      <a:pt x="17050" y="11398"/>
                      <a:pt x="16705" y="11553"/>
                    </a:cubicBezTo>
                    <a:cubicBezTo>
                      <a:pt x="16205" y="11755"/>
                      <a:pt x="15979" y="12136"/>
                      <a:pt x="15955" y="12660"/>
                    </a:cubicBezTo>
                    <a:cubicBezTo>
                      <a:pt x="15943" y="12982"/>
                      <a:pt x="15967" y="13291"/>
                      <a:pt x="16026" y="13613"/>
                    </a:cubicBezTo>
                    <a:cubicBezTo>
                      <a:pt x="16086" y="13958"/>
                      <a:pt x="15943" y="14303"/>
                      <a:pt x="15657" y="14506"/>
                    </a:cubicBezTo>
                    <a:cubicBezTo>
                      <a:pt x="15169" y="14851"/>
                      <a:pt x="14717" y="15268"/>
                      <a:pt x="14336" y="15732"/>
                    </a:cubicBezTo>
                    <a:cubicBezTo>
                      <a:pt x="13336" y="16923"/>
                      <a:pt x="12014" y="17411"/>
                      <a:pt x="10514" y="17470"/>
                    </a:cubicBezTo>
                    <a:cubicBezTo>
                      <a:pt x="10324" y="17479"/>
                      <a:pt x="10135" y="17483"/>
                      <a:pt x="9946" y="17483"/>
                    </a:cubicBezTo>
                    <a:cubicBezTo>
                      <a:pt x="8305" y="17483"/>
                      <a:pt x="6684" y="17160"/>
                      <a:pt x="5168" y="16530"/>
                    </a:cubicBezTo>
                    <a:cubicBezTo>
                      <a:pt x="4215" y="16161"/>
                      <a:pt x="3441" y="15458"/>
                      <a:pt x="2965" y="14565"/>
                    </a:cubicBezTo>
                    <a:cubicBezTo>
                      <a:pt x="2620" y="13851"/>
                      <a:pt x="2060" y="13255"/>
                      <a:pt x="1370" y="12851"/>
                    </a:cubicBezTo>
                    <a:cubicBezTo>
                      <a:pt x="1120" y="12708"/>
                      <a:pt x="894" y="12529"/>
                      <a:pt x="691" y="12303"/>
                    </a:cubicBezTo>
                    <a:cubicBezTo>
                      <a:pt x="429" y="12005"/>
                      <a:pt x="298" y="11696"/>
                      <a:pt x="632" y="11327"/>
                    </a:cubicBezTo>
                    <a:cubicBezTo>
                      <a:pt x="798" y="11124"/>
                      <a:pt x="965" y="10922"/>
                      <a:pt x="1144" y="10731"/>
                    </a:cubicBezTo>
                    <a:cubicBezTo>
                      <a:pt x="1596" y="10291"/>
                      <a:pt x="1751" y="9648"/>
                      <a:pt x="1560" y="9064"/>
                    </a:cubicBezTo>
                    <a:cubicBezTo>
                      <a:pt x="1560" y="9041"/>
                      <a:pt x="1560" y="9029"/>
                      <a:pt x="1548" y="9017"/>
                    </a:cubicBezTo>
                    <a:cubicBezTo>
                      <a:pt x="1036" y="7921"/>
                      <a:pt x="1358" y="6874"/>
                      <a:pt x="1775" y="5838"/>
                    </a:cubicBezTo>
                    <a:cubicBezTo>
                      <a:pt x="3077" y="2626"/>
                      <a:pt x="6190" y="560"/>
                      <a:pt x="9606" y="560"/>
                    </a:cubicBezTo>
                    <a:close/>
                    <a:moveTo>
                      <a:pt x="9563" y="0"/>
                    </a:moveTo>
                    <a:cubicBezTo>
                      <a:pt x="9039" y="0"/>
                      <a:pt x="8467" y="40"/>
                      <a:pt x="7847" y="135"/>
                    </a:cubicBezTo>
                    <a:cubicBezTo>
                      <a:pt x="6013" y="420"/>
                      <a:pt x="4465" y="1349"/>
                      <a:pt x="3168" y="2671"/>
                    </a:cubicBezTo>
                    <a:cubicBezTo>
                      <a:pt x="1870" y="3980"/>
                      <a:pt x="1001" y="5647"/>
                      <a:pt x="679" y="7457"/>
                    </a:cubicBezTo>
                    <a:cubicBezTo>
                      <a:pt x="667" y="7588"/>
                      <a:pt x="667" y="7719"/>
                      <a:pt x="679" y="7850"/>
                    </a:cubicBezTo>
                    <a:cubicBezTo>
                      <a:pt x="727" y="8314"/>
                      <a:pt x="905" y="8767"/>
                      <a:pt x="1013" y="9219"/>
                    </a:cubicBezTo>
                    <a:cubicBezTo>
                      <a:pt x="1132" y="9636"/>
                      <a:pt x="1036" y="10076"/>
                      <a:pt x="751" y="10410"/>
                    </a:cubicBezTo>
                    <a:cubicBezTo>
                      <a:pt x="667" y="10517"/>
                      <a:pt x="572" y="10636"/>
                      <a:pt x="477" y="10743"/>
                    </a:cubicBezTo>
                    <a:cubicBezTo>
                      <a:pt x="263" y="11029"/>
                      <a:pt x="36" y="11315"/>
                      <a:pt x="1" y="11684"/>
                    </a:cubicBezTo>
                    <a:lnTo>
                      <a:pt x="1" y="11958"/>
                    </a:lnTo>
                    <a:cubicBezTo>
                      <a:pt x="12" y="12112"/>
                      <a:pt x="60" y="12255"/>
                      <a:pt x="155" y="12386"/>
                    </a:cubicBezTo>
                    <a:cubicBezTo>
                      <a:pt x="322" y="12648"/>
                      <a:pt x="548" y="12874"/>
                      <a:pt x="798" y="13065"/>
                    </a:cubicBezTo>
                    <a:cubicBezTo>
                      <a:pt x="1108" y="13303"/>
                      <a:pt x="1441" y="13529"/>
                      <a:pt x="1739" y="13791"/>
                    </a:cubicBezTo>
                    <a:cubicBezTo>
                      <a:pt x="2001" y="14005"/>
                      <a:pt x="2215" y="14267"/>
                      <a:pt x="2358" y="14565"/>
                    </a:cubicBezTo>
                    <a:cubicBezTo>
                      <a:pt x="2596" y="15125"/>
                      <a:pt x="2953" y="15637"/>
                      <a:pt x="3406" y="16041"/>
                    </a:cubicBezTo>
                    <a:cubicBezTo>
                      <a:pt x="4180" y="16708"/>
                      <a:pt x="5096" y="17196"/>
                      <a:pt x="6085" y="17458"/>
                    </a:cubicBezTo>
                    <a:cubicBezTo>
                      <a:pt x="6954" y="17720"/>
                      <a:pt x="7835" y="17958"/>
                      <a:pt x="8764" y="18018"/>
                    </a:cubicBezTo>
                    <a:cubicBezTo>
                      <a:pt x="9043" y="18040"/>
                      <a:pt x="9324" y="18050"/>
                      <a:pt x="9606" y="18050"/>
                    </a:cubicBezTo>
                    <a:cubicBezTo>
                      <a:pt x="10092" y="18050"/>
                      <a:pt x="10579" y="18019"/>
                      <a:pt x="11061" y="17958"/>
                    </a:cubicBezTo>
                    <a:cubicBezTo>
                      <a:pt x="12014" y="17815"/>
                      <a:pt x="12931" y="17506"/>
                      <a:pt x="13776" y="17065"/>
                    </a:cubicBezTo>
                    <a:cubicBezTo>
                      <a:pt x="14157" y="16875"/>
                      <a:pt x="14467" y="16577"/>
                      <a:pt x="14657" y="16220"/>
                    </a:cubicBezTo>
                    <a:cubicBezTo>
                      <a:pt x="14860" y="15875"/>
                      <a:pt x="15110" y="15565"/>
                      <a:pt x="15407" y="15315"/>
                    </a:cubicBezTo>
                    <a:cubicBezTo>
                      <a:pt x="15693" y="15065"/>
                      <a:pt x="16003" y="14851"/>
                      <a:pt x="16288" y="14589"/>
                    </a:cubicBezTo>
                    <a:cubicBezTo>
                      <a:pt x="16526" y="14375"/>
                      <a:pt x="16705" y="14125"/>
                      <a:pt x="16717" y="13791"/>
                    </a:cubicBezTo>
                    <a:cubicBezTo>
                      <a:pt x="16717" y="13517"/>
                      <a:pt x="16741" y="13243"/>
                      <a:pt x="16765" y="12970"/>
                    </a:cubicBezTo>
                    <a:cubicBezTo>
                      <a:pt x="16800" y="12434"/>
                      <a:pt x="16991" y="11981"/>
                      <a:pt x="17491" y="11708"/>
                    </a:cubicBezTo>
                    <a:cubicBezTo>
                      <a:pt x="17610" y="11636"/>
                      <a:pt x="17729" y="11553"/>
                      <a:pt x="17824" y="11458"/>
                    </a:cubicBezTo>
                    <a:cubicBezTo>
                      <a:pt x="18300" y="11065"/>
                      <a:pt x="18622" y="10600"/>
                      <a:pt x="18586" y="9945"/>
                    </a:cubicBezTo>
                    <a:cubicBezTo>
                      <a:pt x="18586" y="9862"/>
                      <a:pt x="18634" y="9862"/>
                      <a:pt x="18622" y="9695"/>
                    </a:cubicBezTo>
                    <a:cubicBezTo>
                      <a:pt x="18646" y="9005"/>
                      <a:pt x="18622" y="8314"/>
                      <a:pt x="18551" y="7636"/>
                    </a:cubicBezTo>
                    <a:cubicBezTo>
                      <a:pt x="18443" y="6886"/>
                      <a:pt x="18229" y="6147"/>
                      <a:pt x="17919" y="5445"/>
                    </a:cubicBezTo>
                    <a:cubicBezTo>
                      <a:pt x="17348" y="4123"/>
                      <a:pt x="16479" y="2957"/>
                      <a:pt x="15360" y="2040"/>
                    </a:cubicBezTo>
                    <a:cubicBezTo>
                      <a:pt x="14681" y="1480"/>
                      <a:pt x="13931" y="1016"/>
                      <a:pt x="13121" y="682"/>
                    </a:cubicBezTo>
                    <a:cubicBezTo>
                      <a:pt x="12465" y="418"/>
                      <a:pt x="11272" y="0"/>
                      <a:pt x="9563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" name="Google Shape;291;p14"/>
              <p:cNvSpPr/>
              <p:nvPr/>
            </p:nvSpPr>
            <p:spPr>
              <a:xfrm>
                <a:off x="6691000" y="1302025"/>
                <a:ext cx="322100" cy="155800"/>
              </a:xfrm>
              <a:custGeom>
                <a:rect b="b" l="l" r="r" t="t"/>
                <a:pathLst>
                  <a:path extrusionOk="0" h="6232" w="12884">
                    <a:moveTo>
                      <a:pt x="12269" y="1"/>
                    </a:moveTo>
                    <a:cubicBezTo>
                      <a:pt x="12129" y="1"/>
                      <a:pt x="11988" y="38"/>
                      <a:pt x="11847" y="133"/>
                    </a:cubicBezTo>
                    <a:cubicBezTo>
                      <a:pt x="11776" y="187"/>
                      <a:pt x="11690" y="214"/>
                      <a:pt x="11605" y="214"/>
                    </a:cubicBezTo>
                    <a:cubicBezTo>
                      <a:pt x="11520" y="214"/>
                      <a:pt x="11437" y="187"/>
                      <a:pt x="11371" y="133"/>
                    </a:cubicBezTo>
                    <a:cubicBezTo>
                      <a:pt x="11314" y="91"/>
                      <a:pt x="11248" y="69"/>
                      <a:pt x="11182" y="69"/>
                    </a:cubicBezTo>
                    <a:cubicBezTo>
                      <a:pt x="11137" y="69"/>
                      <a:pt x="11092" y="79"/>
                      <a:pt x="11050" y="98"/>
                    </a:cubicBezTo>
                    <a:cubicBezTo>
                      <a:pt x="10942" y="145"/>
                      <a:pt x="10776" y="193"/>
                      <a:pt x="10788" y="324"/>
                    </a:cubicBezTo>
                    <a:cubicBezTo>
                      <a:pt x="10800" y="455"/>
                      <a:pt x="10966" y="514"/>
                      <a:pt x="11109" y="538"/>
                    </a:cubicBezTo>
                    <a:cubicBezTo>
                      <a:pt x="11466" y="586"/>
                      <a:pt x="11466" y="586"/>
                      <a:pt x="11478" y="955"/>
                    </a:cubicBezTo>
                    <a:cubicBezTo>
                      <a:pt x="11478" y="991"/>
                      <a:pt x="11478" y="1038"/>
                      <a:pt x="11478" y="1074"/>
                    </a:cubicBezTo>
                    <a:cubicBezTo>
                      <a:pt x="11562" y="1657"/>
                      <a:pt x="11288" y="2038"/>
                      <a:pt x="10823" y="2324"/>
                    </a:cubicBezTo>
                    <a:cubicBezTo>
                      <a:pt x="10573" y="2467"/>
                      <a:pt x="10311" y="2610"/>
                      <a:pt x="10061" y="2753"/>
                    </a:cubicBezTo>
                    <a:cubicBezTo>
                      <a:pt x="9799" y="2884"/>
                      <a:pt x="9609" y="3110"/>
                      <a:pt x="9538" y="3384"/>
                    </a:cubicBezTo>
                    <a:cubicBezTo>
                      <a:pt x="9407" y="3824"/>
                      <a:pt x="9252" y="4241"/>
                      <a:pt x="9061" y="4646"/>
                    </a:cubicBezTo>
                    <a:cubicBezTo>
                      <a:pt x="8930" y="4967"/>
                      <a:pt x="8668" y="5217"/>
                      <a:pt x="8335" y="5325"/>
                    </a:cubicBezTo>
                    <a:cubicBezTo>
                      <a:pt x="7883" y="5491"/>
                      <a:pt x="7418" y="5598"/>
                      <a:pt x="6942" y="5682"/>
                    </a:cubicBezTo>
                    <a:cubicBezTo>
                      <a:pt x="6740" y="5713"/>
                      <a:pt x="6539" y="5727"/>
                      <a:pt x="6340" y="5727"/>
                    </a:cubicBezTo>
                    <a:cubicBezTo>
                      <a:pt x="5621" y="5727"/>
                      <a:pt x="4917" y="5543"/>
                      <a:pt x="4227" y="5301"/>
                    </a:cubicBezTo>
                    <a:cubicBezTo>
                      <a:pt x="3287" y="4979"/>
                      <a:pt x="2584" y="4301"/>
                      <a:pt x="1834" y="3682"/>
                    </a:cubicBezTo>
                    <a:cubicBezTo>
                      <a:pt x="1239" y="3181"/>
                      <a:pt x="989" y="2574"/>
                      <a:pt x="1144" y="1800"/>
                    </a:cubicBezTo>
                    <a:cubicBezTo>
                      <a:pt x="1227" y="1503"/>
                      <a:pt x="1203" y="1193"/>
                      <a:pt x="1084" y="919"/>
                    </a:cubicBezTo>
                    <a:lnTo>
                      <a:pt x="1084" y="919"/>
                    </a:lnTo>
                    <a:cubicBezTo>
                      <a:pt x="1160" y="938"/>
                      <a:pt x="1237" y="946"/>
                      <a:pt x="1313" y="946"/>
                    </a:cubicBezTo>
                    <a:cubicBezTo>
                      <a:pt x="1535" y="946"/>
                      <a:pt x="1752" y="871"/>
                      <a:pt x="1929" y="729"/>
                    </a:cubicBezTo>
                    <a:cubicBezTo>
                      <a:pt x="2013" y="657"/>
                      <a:pt x="2037" y="598"/>
                      <a:pt x="1929" y="526"/>
                    </a:cubicBezTo>
                    <a:cubicBezTo>
                      <a:pt x="1800" y="405"/>
                      <a:pt x="1632" y="347"/>
                      <a:pt x="1459" y="347"/>
                    </a:cubicBezTo>
                    <a:cubicBezTo>
                      <a:pt x="1394" y="347"/>
                      <a:pt x="1328" y="355"/>
                      <a:pt x="1263" y="372"/>
                    </a:cubicBezTo>
                    <a:cubicBezTo>
                      <a:pt x="1068" y="442"/>
                      <a:pt x="878" y="517"/>
                      <a:pt x="679" y="517"/>
                    </a:cubicBezTo>
                    <a:cubicBezTo>
                      <a:pt x="575" y="517"/>
                      <a:pt x="469" y="496"/>
                      <a:pt x="358" y="443"/>
                    </a:cubicBezTo>
                    <a:cubicBezTo>
                      <a:pt x="331" y="435"/>
                      <a:pt x="304" y="431"/>
                      <a:pt x="278" y="431"/>
                    </a:cubicBezTo>
                    <a:cubicBezTo>
                      <a:pt x="153" y="431"/>
                      <a:pt x="44" y="520"/>
                      <a:pt x="24" y="657"/>
                    </a:cubicBezTo>
                    <a:cubicBezTo>
                      <a:pt x="1" y="824"/>
                      <a:pt x="155" y="860"/>
                      <a:pt x="274" y="895"/>
                    </a:cubicBezTo>
                    <a:cubicBezTo>
                      <a:pt x="302" y="905"/>
                      <a:pt x="331" y="908"/>
                      <a:pt x="360" y="908"/>
                    </a:cubicBezTo>
                    <a:cubicBezTo>
                      <a:pt x="406" y="908"/>
                      <a:pt x="452" y="898"/>
                      <a:pt x="489" y="884"/>
                    </a:cubicBezTo>
                    <a:cubicBezTo>
                      <a:pt x="517" y="871"/>
                      <a:pt x="541" y="865"/>
                      <a:pt x="560" y="865"/>
                    </a:cubicBezTo>
                    <a:cubicBezTo>
                      <a:pt x="613" y="865"/>
                      <a:pt x="635" y="909"/>
                      <a:pt x="644" y="979"/>
                    </a:cubicBezTo>
                    <a:cubicBezTo>
                      <a:pt x="727" y="1443"/>
                      <a:pt x="691" y="1919"/>
                      <a:pt x="536" y="2360"/>
                    </a:cubicBezTo>
                    <a:cubicBezTo>
                      <a:pt x="477" y="2515"/>
                      <a:pt x="477" y="2670"/>
                      <a:pt x="513" y="2836"/>
                    </a:cubicBezTo>
                    <a:cubicBezTo>
                      <a:pt x="584" y="3158"/>
                      <a:pt x="786" y="3432"/>
                      <a:pt x="1048" y="3622"/>
                    </a:cubicBezTo>
                    <a:cubicBezTo>
                      <a:pt x="1596" y="4015"/>
                      <a:pt x="2179" y="4360"/>
                      <a:pt x="2644" y="4848"/>
                    </a:cubicBezTo>
                    <a:cubicBezTo>
                      <a:pt x="3156" y="5372"/>
                      <a:pt x="3811" y="5765"/>
                      <a:pt x="4525" y="5979"/>
                    </a:cubicBezTo>
                    <a:cubicBezTo>
                      <a:pt x="5061" y="6156"/>
                      <a:pt x="5592" y="6232"/>
                      <a:pt x="6122" y="6232"/>
                    </a:cubicBezTo>
                    <a:cubicBezTo>
                      <a:pt x="6875" y="6232"/>
                      <a:pt x="7623" y="6079"/>
                      <a:pt x="8371" y="5848"/>
                    </a:cubicBezTo>
                    <a:cubicBezTo>
                      <a:pt x="9180" y="5598"/>
                      <a:pt x="9692" y="5122"/>
                      <a:pt x="9668" y="4217"/>
                    </a:cubicBezTo>
                    <a:lnTo>
                      <a:pt x="9668" y="4194"/>
                    </a:lnTo>
                    <a:cubicBezTo>
                      <a:pt x="9680" y="3562"/>
                      <a:pt x="10049" y="2979"/>
                      <a:pt x="10633" y="2705"/>
                    </a:cubicBezTo>
                    <a:cubicBezTo>
                      <a:pt x="10895" y="2574"/>
                      <a:pt x="11145" y="2419"/>
                      <a:pt x="11395" y="2253"/>
                    </a:cubicBezTo>
                    <a:cubicBezTo>
                      <a:pt x="11764" y="2027"/>
                      <a:pt x="11990" y="1622"/>
                      <a:pt x="11990" y="1193"/>
                    </a:cubicBezTo>
                    <a:cubicBezTo>
                      <a:pt x="11990" y="1050"/>
                      <a:pt x="12014" y="895"/>
                      <a:pt x="12014" y="741"/>
                    </a:cubicBezTo>
                    <a:cubicBezTo>
                      <a:pt x="12014" y="610"/>
                      <a:pt x="12031" y="530"/>
                      <a:pt x="12159" y="530"/>
                    </a:cubicBezTo>
                    <a:cubicBezTo>
                      <a:pt x="12182" y="530"/>
                      <a:pt x="12209" y="533"/>
                      <a:pt x="12240" y="538"/>
                    </a:cubicBezTo>
                    <a:cubicBezTo>
                      <a:pt x="12280" y="547"/>
                      <a:pt x="12321" y="552"/>
                      <a:pt x="12361" y="552"/>
                    </a:cubicBezTo>
                    <a:cubicBezTo>
                      <a:pt x="12535" y="552"/>
                      <a:pt x="12703" y="469"/>
                      <a:pt x="12800" y="324"/>
                    </a:cubicBezTo>
                    <a:cubicBezTo>
                      <a:pt x="12883" y="241"/>
                      <a:pt x="12871" y="157"/>
                      <a:pt x="12740" y="110"/>
                    </a:cubicBezTo>
                    <a:cubicBezTo>
                      <a:pt x="12583" y="47"/>
                      <a:pt x="12426" y="1"/>
                      <a:pt x="12269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" name="Google Shape;292;p14"/>
              <p:cNvSpPr/>
              <p:nvPr/>
            </p:nvSpPr>
            <p:spPr>
              <a:xfrm>
                <a:off x="6773750" y="1211575"/>
                <a:ext cx="35150" cy="104400"/>
              </a:xfrm>
              <a:custGeom>
                <a:rect b="b" l="l" r="r" t="t"/>
                <a:pathLst>
                  <a:path extrusionOk="0" h="4176" w="1406">
                    <a:moveTo>
                      <a:pt x="686" y="1"/>
                    </a:moveTo>
                    <a:cubicBezTo>
                      <a:pt x="680" y="1"/>
                      <a:pt x="674" y="1"/>
                      <a:pt x="667" y="1"/>
                    </a:cubicBezTo>
                    <a:cubicBezTo>
                      <a:pt x="453" y="1"/>
                      <a:pt x="382" y="192"/>
                      <a:pt x="298" y="358"/>
                    </a:cubicBezTo>
                    <a:cubicBezTo>
                      <a:pt x="262" y="442"/>
                      <a:pt x="227" y="525"/>
                      <a:pt x="203" y="620"/>
                    </a:cubicBezTo>
                    <a:cubicBezTo>
                      <a:pt x="24" y="1394"/>
                      <a:pt x="1" y="2192"/>
                      <a:pt x="155" y="2978"/>
                    </a:cubicBezTo>
                    <a:cubicBezTo>
                      <a:pt x="191" y="3323"/>
                      <a:pt x="310" y="3656"/>
                      <a:pt x="501" y="3954"/>
                    </a:cubicBezTo>
                    <a:cubicBezTo>
                      <a:pt x="595" y="4101"/>
                      <a:pt x="698" y="4176"/>
                      <a:pt x="800" y="4176"/>
                    </a:cubicBezTo>
                    <a:cubicBezTo>
                      <a:pt x="903" y="4176"/>
                      <a:pt x="1006" y="4098"/>
                      <a:pt x="1096" y="3942"/>
                    </a:cubicBezTo>
                    <a:cubicBezTo>
                      <a:pt x="1167" y="3811"/>
                      <a:pt x="1227" y="3668"/>
                      <a:pt x="1263" y="3525"/>
                    </a:cubicBezTo>
                    <a:cubicBezTo>
                      <a:pt x="1358" y="3109"/>
                      <a:pt x="1405" y="2692"/>
                      <a:pt x="1394" y="2275"/>
                    </a:cubicBezTo>
                    <a:cubicBezTo>
                      <a:pt x="1405" y="1823"/>
                      <a:pt x="1358" y="1382"/>
                      <a:pt x="1263" y="954"/>
                    </a:cubicBezTo>
                    <a:cubicBezTo>
                      <a:pt x="1215" y="739"/>
                      <a:pt x="1144" y="537"/>
                      <a:pt x="1048" y="334"/>
                    </a:cubicBezTo>
                    <a:cubicBezTo>
                      <a:pt x="967" y="184"/>
                      <a:pt x="887" y="1"/>
                      <a:pt x="68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" name="Google Shape;293;p14"/>
              <p:cNvSpPr/>
              <p:nvPr/>
            </p:nvSpPr>
            <p:spPr>
              <a:xfrm>
                <a:off x="6877625" y="1206200"/>
                <a:ext cx="36950" cy="104225"/>
              </a:xfrm>
              <a:custGeom>
                <a:rect b="b" l="l" r="r" t="t"/>
                <a:pathLst>
                  <a:path extrusionOk="0" h="4169" w="1478">
                    <a:moveTo>
                      <a:pt x="642" y="0"/>
                    </a:moveTo>
                    <a:cubicBezTo>
                      <a:pt x="631" y="0"/>
                      <a:pt x="620" y="1"/>
                      <a:pt x="608" y="2"/>
                    </a:cubicBezTo>
                    <a:cubicBezTo>
                      <a:pt x="322" y="14"/>
                      <a:pt x="287" y="264"/>
                      <a:pt x="215" y="466"/>
                    </a:cubicBezTo>
                    <a:cubicBezTo>
                      <a:pt x="60" y="930"/>
                      <a:pt x="1" y="1419"/>
                      <a:pt x="13" y="1907"/>
                    </a:cubicBezTo>
                    <a:cubicBezTo>
                      <a:pt x="13" y="2633"/>
                      <a:pt x="132" y="3300"/>
                      <a:pt x="322" y="3740"/>
                    </a:cubicBezTo>
                    <a:cubicBezTo>
                      <a:pt x="418" y="3943"/>
                      <a:pt x="501" y="4169"/>
                      <a:pt x="751" y="4169"/>
                    </a:cubicBezTo>
                    <a:cubicBezTo>
                      <a:pt x="1013" y="4169"/>
                      <a:pt x="1096" y="3919"/>
                      <a:pt x="1156" y="3716"/>
                    </a:cubicBezTo>
                    <a:cubicBezTo>
                      <a:pt x="1477" y="2645"/>
                      <a:pt x="1441" y="1490"/>
                      <a:pt x="1049" y="442"/>
                    </a:cubicBezTo>
                    <a:cubicBezTo>
                      <a:pt x="980" y="249"/>
                      <a:pt x="890" y="0"/>
                      <a:pt x="642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94" name="Google Shape;294;p14"/>
            <p:cNvSpPr/>
            <p:nvPr/>
          </p:nvSpPr>
          <p:spPr>
            <a:xfrm rot="-5400000">
              <a:off x="5360206" y="1138300"/>
              <a:ext cx="473000" cy="454875"/>
            </a:xfrm>
            <a:custGeom>
              <a:rect b="b" l="l" r="r" t="t"/>
              <a:pathLst>
                <a:path extrusionOk="0" h="18195" w="18920">
                  <a:moveTo>
                    <a:pt x="11801" y="5297"/>
                  </a:moveTo>
                  <a:cubicBezTo>
                    <a:pt x="11812" y="5297"/>
                    <a:pt x="11824" y="5298"/>
                    <a:pt x="11835" y="5299"/>
                  </a:cubicBezTo>
                  <a:cubicBezTo>
                    <a:pt x="11978" y="5335"/>
                    <a:pt x="12097" y="5442"/>
                    <a:pt x="12133" y="5597"/>
                  </a:cubicBezTo>
                  <a:cubicBezTo>
                    <a:pt x="12526" y="6656"/>
                    <a:pt x="12514" y="7823"/>
                    <a:pt x="12097" y="8883"/>
                  </a:cubicBezTo>
                  <a:cubicBezTo>
                    <a:pt x="12049" y="9014"/>
                    <a:pt x="11954" y="9157"/>
                    <a:pt x="11776" y="9157"/>
                  </a:cubicBezTo>
                  <a:cubicBezTo>
                    <a:pt x="11597" y="9157"/>
                    <a:pt x="11514" y="8990"/>
                    <a:pt x="11442" y="8835"/>
                  </a:cubicBezTo>
                  <a:cubicBezTo>
                    <a:pt x="11216" y="8347"/>
                    <a:pt x="11204" y="7823"/>
                    <a:pt x="11180" y="7299"/>
                  </a:cubicBezTo>
                  <a:cubicBezTo>
                    <a:pt x="11192" y="6716"/>
                    <a:pt x="11216" y="6144"/>
                    <a:pt x="11478" y="5597"/>
                  </a:cubicBezTo>
                  <a:cubicBezTo>
                    <a:pt x="11545" y="5462"/>
                    <a:pt x="11633" y="5297"/>
                    <a:pt x="11801" y="5297"/>
                  </a:cubicBezTo>
                  <a:close/>
                  <a:moveTo>
                    <a:pt x="7978" y="5335"/>
                  </a:moveTo>
                  <a:cubicBezTo>
                    <a:pt x="8156" y="5335"/>
                    <a:pt x="8239" y="5478"/>
                    <a:pt x="8299" y="5609"/>
                  </a:cubicBezTo>
                  <a:cubicBezTo>
                    <a:pt x="8537" y="6109"/>
                    <a:pt x="8561" y="6656"/>
                    <a:pt x="8585" y="7228"/>
                  </a:cubicBezTo>
                  <a:cubicBezTo>
                    <a:pt x="8561" y="7775"/>
                    <a:pt x="8537" y="8347"/>
                    <a:pt x="8287" y="8883"/>
                  </a:cubicBezTo>
                  <a:cubicBezTo>
                    <a:pt x="8220" y="9028"/>
                    <a:pt x="8133" y="9183"/>
                    <a:pt x="7956" y="9183"/>
                  </a:cubicBezTo>
                  <a:cubicBezTo>
                    <a:pt x="7944" y="9183"/>
                    <a:pt x="7931" y="9182"/>
                    <a:pt x="7918" y="9180"/>
                  </a:cubicBezTo>
                  <a:cubicBezTo>
                    <a:pt x="7763" y="9169"/>
                    <a:pt x="7668" y="9026"/>
                    <a:pt x="7620" y="8883"/>
                  </a:cubicBezTo>
                  <a:cubicBezTo>
                    <a:pt x="7227" y="7823"/>
                    <a:pt x="7251" y="6656"/>
                    <a:pt x="7656" y="5609"/>
                  </a:cubicBezTo>
                  <a:cubicBezTo>
                    <a:pt x="7692" y="5454"/>
                    <a:pt x="7823" y="5347"/>
                    <a:pt x="7978" y="5335"/>
                  </a:cubicBezTo>
                  <a:close/>
                  <a:moveTo>
                    <a:pt x="4707" y="9020"/>
                  </a:moveTo>
                  <a:cubicBezTo>
                    <a:pt x="4949" y="9020"/>
                    <a:pt x="5191" y="9046"/>
                    <a:pt x="5430" y="9097"/>
                  </a:cubicBezTo>
                  <a:cubicBezTo>
                    <a:pt x="5656" y="9121"/>
                    <a:pt x="5799" y="9323"/>
                    <a:pt x="5763" y="9538"/>
                  </a:cubicBezTo>
                  <a:cubicBezTo>
                    <a:pt x="5752" y="9720"/>
                    <a:pt x="5606" y="9864"/>
                    <a:pt x="5428" y="9864"/>
                  </a:cubicBezTo>
                  <a:cubicBezTo>
                    <a:pt x="5409" y="9864"/>
                    <a:pt x="5390" y="9863"/>
                    <a:pt x="5370" y="9859"/>
                  </a:cubicBezTo>
                  <a:cubicBezTo>
                    <a:pt x="5325" y="9852"/>
                    <a:pt x="5286" y="9849"/>
                    <a:pt x="5252" y="9849"/>
                  </a:cubicBezTo>
                  <a:cubicBezTo>
                    <a:pt x="4991" y="9849"/>
                    <a:pt x="5042" y="10041"/>
                    <a:pt x="5084" y="10252"/>
                  </a:cubicBezTo>
                  <a:cubicBezTo>
                    <a:pt x="5537" y="12538"/>
                    <a:pt x="7537" y="14181"/>
                    <a:pt x="9859" y="14193"/>
                  </a:cubicBezTo>
                  <a:cubicBezTo>
                    <a:pt x="9867" y="14193"/>
                    <a:pt x="9876" y="14193"/>
                    <a:pt x="9884" y="14193"/>
                  </a:cubicBezTo>
                  <a:cubicBezTo>
                    <a:pt x="12195" y="14193"/>
                    <a:pt x="14194" y="12565"/>
                    <a:pt x="14669" y="10300"/>
                  </a:cubicBezTo>
                  <a:cubicBezTo>
                    <a:pt x="14709" y="10100"/>
                    <a:pt x="14757" y="9934"/>
                    <a:pt x="14548" y="9934"/>
                  </a:cubicBezTo>
                  <a:cubicBezTo>
                    <a:pt x="14508" y="9934"/>
                    <a:pt x="14457" y="9941"/>
                    <a:pt x="14395" y="9954"/>
                  </a:cubicBezTo>
                  <a:cubicBezTo>
                    <a:pt x="14370" y="9960"/>
                    <a:pt x="14346" y="9963"/>
                    <a:pt x="14323" y="9963"/>
                  </a:cubicBezTo>
                  <a:cubicBezTo>
                    <a:pt x="14156" y="9963"/>
                    <a:pt x="14033" y="9821"/>
                    <a:pt x="14002" y="9633"/>
                  </a:cubicBezTo>
                  <a:cubicBezTo>
                    <a:pt x="13966" y="9442"/>
                    <a:pt x="14085" y="9252"/>
                    <a:pt x="14276" y="9204"/>
                  </a:cubicBezTo>
                  <a:cubicBezTo>
                    <a:pt x="14627" y="9085"/>
                    <a:pt x="14991" y="9028"/>
                    <a:pt x="15354" y="9028"/>
                  </a:cubicBezTo>
                  <a:cubicBezTo>
                    <a:pt x="15607" y="9028"/>
                    <a:pt x="15860" y="9055"/>
                    <a:pt x="16109" y="9109"/>
                  </a:cubicBezTo>
                  <a:cubicBezTo>
                    <a:pt x="16324" y="9145"/>
                    <a:pt x="16467" y="9359"/>
                    <a:pt x="16407" y="9573"/>
                  </a:cubicBezTo>
                  <a:cubicBezTo>
                    <a:pt x="16407" y="9749"/>
                    <a:pt x="16254" y="9880"/>
                    <a:pt x="16081" y="9880"/>
                  </a:cubicBezTo>
                  <a:cubicBezTo>
                    <a:pt x="16055" y="9880"/>
                    <a:pt x="16029" y="9877"/>
                    <a:pt x="16002" y="9871"/>
                  </a:cubicBezTo>
                  <a:cubicBezTo>
                    <a:pt x="15928" y="9849"/>
                    <a:pt x="15867" y="9839"/>
                    <a:pt x="15816" y="9839"/>
                  </a:cubicBezTo>
                  <a:cubicBezTo>
                    <a:pt x="15560" y="9839"/>
                    <a:pt x="15554" y="10084"/>
                    <a:pt x="15514" y="10312"/>
                  </a:cubicBezTo>
                  <a:cubicBezTo>
                    <a:pt x="15038" y="13038"/>
                    <a:pt x="12669" y="15026"/>
                    <a:pt x="9894" y="15038"/>
                  </a:cubicBezTo>
                  <a:cubicBezTo>
                    <a:pt x="7120" y="15038"/>
                    <a:pt x="4739" y="13050"/>
                    <a:pt x="4251" y="10323"/>
                  </a:cubicBezTo>
                  <a:cubicBezTo>
                    <a:pt x="4213" y="10132"/>
                    <a:pt x="4228" y="9895"/>
                    <a:pt x="4008" y="9895"/>
                  </a:cubicBezTo>
                  <a:cubicBezTo>
                    <a:pt x="3954" y="9895"/>
                    <a:pt x="3885" y="9910"/>
                    <a:pt x="3798" y="9942"/>
                  </a:cubicBezTo>
                  <a:cubicBezTo>
                    <a:pt x="3757" y="9959"/>
                    <a:pt x="3716" y="9966"/>
                    <a:pt x="3677" y="9966"/>
                  </a:cubicBezTo>
                  <a:cubicBezTo>
                    <a:pt x="3516" y="9966"/>
                    <a:pt x="3387" y="9836"/>
                    <a:pt x="3358" y="9645"/>
                  </a:cubicBezTo>
                  <a:cubicBezTo>
                    <a:pt x="3298" y="9454"/>
                    <a:pt x="3417" y="9252"/>
                    <a:pt x="3608" y="9204"/>
                  </a:cubicBezTo>
                  <a:cubicBezTo>
                    <a:pt x="3962" y="9081"/>
                    <a:pt x="4334" y="9020"/>
                    <a:pt x="4707" y="9020"/>
                  </a:cubicBezTo>
                  <a:close/>
                  <a:moveTo>
                    <a:pt x="9823" y="1"/>
                  </a:moveTo>
                  <a:cubicBezTo>
                    <a:pt x="6144" y="1"/>
                    <a:pt x="2822" y="2215"/>
                    <a:pt x="1417" y="5620"/>
                  </a:cubicBezTo>
                  <a:cubicBezTo>
                    <a:pt x="0" y="9014"/>
                    <a:pt x="786" y="12931"/>
                    <a:pt x="3382" y="15526"/>
                  </a:cubicBezTo>
                  <a:cubicBezTo>
                    <a:pt x="5126" y="17271"/>
                    <a:pt x="7451" y="18194"/>
                    <a:pt x="9818" y="18194"/>
                  </a:cubicBezTo>
                  <a:cubicBezTo>
                    <a:pt x="10990" y="18194"/>
                    <a:pt x="12172" y="17968"/>
                    <a:pt x="13300" y="17503"/>
                  </a:cubicBezTo>
                  <a:cubicBezTo>
                    <a:pt x="16705" y="16098"/>
                    <a:pt x="18919" y="12776"/>
                    <a:pt x="18919" y="9097"/>
                  </a:cubicBezTo>
                  <a:cubicBezTo>
                    <a:pt x="18919" y="4073"/>
                    <a:pt x="14847" y="1"/>
                    <a:pt x="982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95" name="Google Shape;295;p14"/>
            <p:cNvGrpSpPr/>
            <p:nvPr/>
          </p:nvGrpSpPr>
          <p:grpSpPr>
            <a:xfrm rot="5400000">
              <a:off x="5985550" y="1130675"/>
              <a:ext cx="495325" cy="470125"/>
              <a:chOff x="5985550" y="1130050"/>
              <a:chExt cx="495325" cy="470125"/>
            </a:xfrm>
          </p:grpSpPr>
          <p:sp>
            <p:nvSpPr>
              <p:cNvPr id="296" name="Google Shape;296;p14"/>
              <p:cNvSpPr/>
              <p:nvPr/>
            </p:nvSpPr>
            <p:spPr>
              <a:xfrm>
                <a:off x="6075750" y="1366100"/>
                <a:ext cx="338750" cy="149125"/>
              </a:xfrm>
              <a:custGeom>
                <a:rect b="b" l="l" r="r" t="t"/>
                <a:pathLst>
                  <a:path extrusionOk="0" h="5965" w="13550">
                    <a:moveTo>
                      <a:pt x="1336" y="1"/>
                    </a:moveTo>
                    <a:cubicBezTo>
                      <a:pt x="961" y="1"/>
                      <a:pt x="590" y="73"/>
                      <a:pt x="215" y="178"/>
                    </a:cubicBezTo>
                    <a:cubicBezTo>
                      <a:pt x="72" y="202"/>
                      <a:pt x="0" y="368"/>
                      <a:pt x="84" y="476"/>
                    </a:cubicBezTo>
                    <a:cubicBezTo>
                      <a:pt x="125" y="553"/>
                      <a:pt x="179" y="577"/>
                      <a:pt x="239" y="577"/>
                    </a:cubicBezTo>
                    <a:cubicBezTo>
                      <a:pt x="298" y="577"/>
                      <a:pt x="364" y="553"/>
                      <a:pt x="429" y="535"/>
                    </a:cubicBezTo>
                    <a:cubicBezTo>
                      <a:pt x="590" y="492"/>
                      <a:pt x="699" y="464"/>
                      <a:pt x="773" y="464"/>
                    </a:cubicBezTo>
                    <a:cubicBezTo>
                      <a:pt x="924" y="464"/>
                      <a:pt x="937" y="578"/>
                      <a:pt x="977" y="904"/>
                    </a:cubicBezTo>
                    <a:lnTo>
                      <a:pt x="977" y="952"/>
                    </a:lnTo>
                    <a:cubicBezTo>
                      <a:pt x="1402" y="3833"/>
                      <a:pt x="3865" y="5965"/>
                      <a:pt x="6774" y="5965"/>
                    </a:cubicBezTo>
                    <a:cubicBezTo>
                      <a:pt x="6798" y="5965"/>
                      <a:pt x="6822" y="5965"/>
                      <a:pt x="6846" y="5964"/>
                    </a:cubicBezTo>
                    <a:cubicBezTo>
                      <a:pt x="9787" y="5941"/>
                      <a:pt x="12252" y="3738"/>
                      <a:pt x="12609" y="833"/>
                    </a:cubicBezTo>
                    <a:cubicBezTo>
                      <a:pt x="12649" y="515"/>
                      <a:pt x="12662" y="409"/>
                      <a:pt x="12818" y="409"/>
                    </a:cubicBezTo>
                    <a:cubicBezTo>
                      <a:pt x="12896" y="409"/>
                      <a:pt x="13010" y="436"/>
                      <a:pt x="13181" y="476"/>
                    </a:cubicBezTo>
                    <a:cubicBezTo>
                      <a:pt x="13229" y="484"/>
                      <a:pt x="13281" y="495"/>
                      <a:pt x="13329" y="495"/>
                    </a:cubicBezTo>
                    <a:cubicBezTo>
                      <a:pt x="13411" y="495"/>
                      <a:pt x="13484" y="465"/>
                      <a:pt x="13514" y="345"/>
                    </a:cubicBezTo>
                    <a:cubicBezTo>
                      <a:pt x="13550" y="166"/>
                      <a:pt x="13443" y="118"/>
                      <a:pt x="13300" y="83"/>
                    </a:cubicBezTo>
                    <a:cubicBezTo>
                      <a:pt x="13080" y="26"/>
                      <a:pt x="12860" y="1"/>
                      <a:pt x="12641" y="1"/>
                    </a:cubicBezTo>
                    <a:cubicBezTo>
                      <a:pt x="12268" y="1"/>
                      <a:pt x="11898" y="73"/>
                      <a:pt x="11538" y="178"/>
                    </a:cubicBezTo>
                    <a:cubicBezTo>
                      <a:pt x="11418" y="202"/>
                      <a:pt x="11347" y="321"/>
                      <a:pt x="11383" y="428"/>
                    </a:cubicBezTo>
                    <a:cubicBezTo>
                      <a:pt x="11412" y="534"/>
                      <a:pt x="11488" y="578"/>
                      <a:pt x="11579" y="578"/>
                    </a:cubicBezTo>
                    <a:cubicBezTo>
                      <a:pt x="11600" y="578"/>
                      <a:pt x="11622" y="575"/>
                      <a:pt x="11645" y="571"/>
                    </a:cubicBezTo>
                    <a:cubicBezTo>
                      <a:pt x="11776" y="535"/>
                      <a:pt x="11895" y="511"/>
                      <a:pt x="12014" y="476"/>
                    </a:cubicBezTo>
                    <a:cubicBezTo>
                      <a:pt x="12052" y="465"/>
                      <a:pt x="12082" y="459"/>
                      <a:pt x="12107" y="459"/>
                    </a:cubicBezTo>
                    <a:cubicBezTo>
                      <a:pt x="12189" y="459"/>
                      <a:pt x="12199" y="520"/>
                      <a:pt x="12180" y="630"/>
                    </a:cubicBezTo>
                    <a:cubicBezTo>
                      <a:pt x="11907" y="3333"/>
                      <a:pt x="9668" y="5417"/>
                      <a:pt x="6942" y="5488"/>
                    </a:cubicBezTo>
                    <a:cubicBezTo>
                      <a:pt x="6901" y="5489"/>
                      <a:pt x="6861" y="5489"/>
                      <a:pt x="6821" y="5489"/>
                    </a:cubicBezTo>
                    <a:cubicBezTo>
                      <a:pt x="4158" y="5489"/>
                      <a:pt x="1875" y="3555"/>
                      <a:pt x="1465" y="904"/>
                    </a:cubicBezTo>
                    <a:cubicBezTo>
                      <a:pt x="1415" y="534"/>
                      <a:pt x="1400" y="420"/>
                      <a:pt x="1568" y="420"/>
                    </a:cubicBezTo>
                    <a:cubicBezTo>
                      <a:pt x="1644" y="420"/>
                      <a:pt x="1755" y="442"/>
                      <a:pt x="1917" y="476"/>
                    </a:cubicBezTo>
                    <a:cubicBezTo>
                      <a:pt x="1958" y="483"/>
                      <a:pt x="1999" y="489"/>
                      <a:pt x="2037" y="489"/>
                    </a:cubicBezTo>
                    <a:cubicBezTo>
                      <a:pt x="2121" y="489"/>
                      <a:pt x="2190" y="459"/>
                      <a:pt x="2215" y="345"/>
                    </a:cubicBezTo>
                    <a:cubicBezTo>
                      <a:pt x="2239" y="178"/>
                      <a:pt x="2144" y="118"/>
                      <a:pt x="2001" y="83"/>
                    </a:cubicBezTo>
                    <a:cubicBezTo>
                      <a:pt x="1776" y="26"/>
                      <a:pt x="1555" y="1"/>
                      <a:pt x="133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" name="Google Shape;297;p14"/>
              <p:cNvSpPr/>
              <p:nvPr/>
            </p:nvSpPr>
            <p:spPr>
              <a:xfrm>
                <a:off x="6277250" y="1261875"/>
                <a:ext cx="35750" cy="102725"/>
              </a:xfrm>
              <a:custGeom>
                <a:rect b="b" l="l" r="r" t="t"/>
                <a:pathLst>
                  <a:path extrusionOk="0" h="4109" w="1430">
                    <a:moveTo>
                      <a:pt x="793" y="1"/>
                    </a:moveTo>
                    <a:cubicBezTo>
                      <a:pt x="787" y="1"/>
                      <a:pt x="781" y="1"/>
                      <a:pt x="775" y="1"/>
                    </a:cubicBezTo>
                    <a:cubicBezTo>
                      <a:pt x="501" y="1"/>
                      <a:pt x="441" y="251"/>
                      <a:pt x="370" y="442"/>
                    </a:cubicBezTo>
                    <a:cubicBezTo>
                      <a:pt x="13" y="1478"/>
                      <a:pt x="1" y="2609"/>
                      <a:pt x="334" y="3644"/>
                    </a:cubicBezTo>
                    <a:cubicBezTo>
                      <a:pt x="394" y="3847"/>
                      <a:pt x="477" y="4109"/>
                      <a:pt x="751" y="4109"/>
                    </a:cubicBezTo>
                    <a:cubicBezTo>
                      <a:pt x="1013" y="4109"/>
                      <a:pt x="1084" y="3859"/>
                      <a:pt x="1168" y="3656"/>
                    </a:cubicBezTo>
                    <a:cubicBezTo>
                      <a:pt x="1346" y="3168"/>
                      <a:pt x="1430" y="2656"/>
                      <a:pt x="1430" y="2132"/>
                    </a:cubicBezTo>
                    <a:cubicBezTo>
                      <a:pt x="1430" y="1466"/>
                      <a:pt x="1382" y="942"/>
                      <a:pt x="1203" y="454"/>
                    </a:cubicBezTo>
                    <a:cubicBezTo>
                      <a:pt x="1122" y="256"/>
                      <a:pt x="1052" y="1"/>
                      <a:pt x="793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" name="Google Shape;298;p14"/>
              <p:cNvSpPr/>
              <p:nvPr/>
            </p:nvSpPr>
            <p:spPr>
              <a:xfrm>
                <a:off x="6178150" y="1262775"/>
                <a:ext cx="35725" cy="102725"/>
              </a:xfrm>
              <a:custGeom>
                <a:rect b="b" l="l" r="r" t="t"/>
                <a:pathLst>
                  <a:path extrusionOk="0" h="4109" w="1429">
                    <a:moveTo>
                      <a:pt x="686" y="1"/>
                    </a:moveTo>
                    <a:cubicBezTo>
                      <a:pt x="436" y="1"/>
                      <a:pt x="344" y="256"/>
                      <a:pt x="262" y="465"/>
                    </a:cubicBezTo>
                    <a:cubicBezTo>
                      <a:pt x="83" y="965"/>
                      <a:pt x="0" y="1489"/>
                      <a:pt x="12" y="2013"/>
                    </a:cubicBezTo>
                    <a:cubicBezTo>
                      <a:pt x="12" y="2632"/>
                      <a:pt x="48" y="3156"/>
                      <a:pt x="238" y="3644"/>
                    </a:cubicBezTo>
                    <a:cubicBezTo>
                      <a:pt x="322" y="3859"/>
                      <a:pt x="393" y="4109"/>
                      <a:pt x="655" y="4109"/>
                    </a:cubicBezTo>
                    <a:cubicBezTo>
                      <a:pt x="917" y="4109"/>
                      <a:pt x="1012" y="3859"/>
                      <a:pt x="1072" y="3656"/>
                    </a:cubicBezTo>
                    <a:cubicBezTo>
                      <a:pt x="1417" y="2620"/>
                      <a:pt x="1429" y="1513"/>
                      <a:pt x="1107" y="465"/>
                    </a:cubicBezTo>
                    <a:cubicBezTo>
                      <a:pt x="1048" y="263"/>
                      <a:pt x="965" y="1"/>
                      <a:pt x="703" y="1"/>
                    </a:cubicBezTo>
                    <a:cubicBezTo>
                      <a:pt x="697" y="1"/>
                      <a:pt x="691" y="1"/>
                      <a:pt x="68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" name="Google Shape;299;p14"/>
              <p:cNvSpPr/>
              <p:nvPr/>
            </p:nvSpPr>
            <p:spPr>
              <a:xfrm>
                <a:off x="5985550" y="1130050"/>
                <a:ext cx="495325" cy="470125"/>
              </a:xfrm>
              <a:custGeom>
                <a:rect b="b" l="l" r="r" t="t"/>
                <a:pathLst>
                  <a:path extrusionOk="0" h="18805" w="19813">
                    <a:moveTo>
                      <a:pt x="10405" y="475"/>
                    </a:moveTo>
                    <a:cubicBezTo>
                      <a:pt x="11555" y="475"/>
                      <a:pt x="12716" y="697"/>
                      <a:pt x="13824" y="1155"/>
                    </a:cubicBezTo>
                    <a:cubicBezTo>
                      <a:pt x="17158" y="2536"/>
                      <a:pt x="19337" y="5798"/>
                      <a:pt x="19337" y="9406"/>
                    </a:cubicBezTo>
                    <a:cubicBezTo>
                      <a:pt x="19325" y="14335"/>
                      <a:pt x="15324" y="18323"/>
                      <a:pt x="10407" y="18335"/>
                    </a:cubicBezTo>
                    <a:cubicBezTo>
                      <a:pt x="6787" y="18335"/>
                      <a:pt x="3537" y="16156"/>
                      <a:pt x="2156" y="12823"/>
                    </a:cubicBezTo>
                    <a:cubicBezTo>
                      <a:pt x="775" y="9489"/>
                      <a:pt x="1537" y="5643"/>
                      <a:pt x="4085" y="3095"/>
                    </a:cubicBezTo>
                    <a:cubicBezTo>
                      <a:pt x="5797" y="1383"/>
                      <a:pt x="8080" y="475"/>
                      <a:pt x="10405" y="475"/>
                    </a:cubicBezTo>
                    <a:close/>
                    <a:moveTo>
                      <a:pt x="10397" y="1"/>
                    </a:moveTo>
                    <a:cubicBezTo>
                      <a:pt x="8589" y="1"/>
                      <a:pt x="6772" y="520"/>
                      <a:pt x="5180" y="1583"/>
                    </a:cubicBezTo>
                    <a:cubicBezTo>
                      <a:pt x="1441" y="4072"/>
                      <a:pt x="1" y="8858"/>
                      <a:pt x="1715" y="13001"/>
                    </a:cubicBezTo>
                    <a:cubicBezTo>
                      <a:pt x="3189" y="16563"/>
                      <a:pt x="6651" y="18805"/>
                      <a:pt x="10384" y="18805"/>
                    </a:cubicBezTo>
                    <a:cubicBezTo>
                      <a:pt x="10994" y="18805"/>
                      <a:pt x="11611" y="18745"/>
                      <a:pt x="12229" y="18621"/>
                    </a:cubicBezTo>
                    <a:cubicBezTo>
                      <a:pt x="16634" y="17752"/>
                      <a:pt x="19801" y="13882"/>
                      <a:pt x="19801" y="9406"/>
                    </a:cubicBezTo>
                    <a:cubicBezTo>
                      <a:pt x="19813" y="6905"/>
                      <a:pt x="18813" y="4512"/>
                      <a:pt x="17051" y="2750"/>
                    </a:cubicBezTo>
                    <a:cubicBezTo>
                      <a:pt x="15229" y="936"/>
                      <a:pt x="12822" y="1"/>
                      <a:pt x="1039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00" name="Google Shape;300;p14"/>
          <p:cNvGrpSpPr/>
          <p:nvPr/>
        </p:nvGrpSpPr>
        <p:grpSpPr>
          <a:xfrm>
            <a:off x="7525908" y="299958"/>
            <a:ext cx="1188759" cy="239538"/>
            <a:chOff x="2501428" y="4161487"/>
            <a:chExt cx="2196118" cy="442524"/>
          </a:xfrm>
        </p:grpSpPr>
        <p:grpSp>
          <p:nvGrpSpPr>
            <p:cNvPr id="301" name="Google Shape;301;p14"/>
            <p:cNvGrpSpPr/>
            <p:nvPr/>
          </p:nvGrpSpPr>
          <p:grpSpPr>
            <a:xfrm>
              <a:off x="4082894" y="4161487"/>
              <a:ext cx="614651" cy="442524"/>
              <a:chOff x="6608540" y="3355576"/>
              <a:chExt cx="1352071" cy="973435"/>
            </a:xfrm>
          </p:grpSpPr>
          <p:sp>
            <p:nvSpPr>
              <p:cNvPr id="302" name="Google Shape;302;p14"/>
              <p:cNvSpPr/>
              <p:nvPr/>
            </p:nvSpPr>
            <p:spPr>
              <a:xfrm>
                <a:off x="6608540" y="3843849"/>
                <a:ext cx="1352071" cy="485162"/>
              </a:xfrm>
              <a:custGeom>
                <a:rect b="b" l="l" r="r" t="t"/>
                <a:pathLst>
                  <a:path extrusionOk="0" fill="none" h="40229" w="112112">
                    <a:moveTo>
                      <a:pt x="1" y="1"/>
                    </a:moveTo>
                    <a:lnTo>
                      <a:pt x="75669" y="1"/>
                    </a:lnTo>
                    <a:lnTo>
                      <a:pt x="112111" y="1"/>
                    </a:lnTo>
                    <a:cubicBezTo>
                      <a:pt x="112111" y="1"/>
                      <a:pt x="72589" y="1003"/>
                      <a:pt x="71847" y="40228"/>
                    </a:cubicBezTo>
                  </a:path>
                </a:pathLst>
              </a:custGeom>
              <a:noFill/>
              <a:ln cap="flat" cmpd="sng" w="9525">
                <a:solidFill>
                  <a:schemeClr val="dk2"/>
                </a:solidFill>
                <a:prstDash val="solid"/>
                <a:miter lim="37110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" name="Google Shape;303;p14"/>
              <p:cNvSpPr/>
              <p:nvPr/>
            </p:nvSpPr>
            <p:spPr>
              <a:xfrm>
                <a:off x="7460229" y="3355576"/>
                <a:ext cx="498138" cy="489178"/>
              </a:xfrm>
              <a:custGeom>
                <a:rect b="b" l="l" r="r" t="t"/>
                <a:pathLst>
                  <a:path extrusionOk="0" fill="none" h="40562" w="41305">
                    <a:moveTo>
                      <a:pt x="1077" y="0"/>
                    </a:moveTo>
                    <a:cubicBezTo>
                      <a:pt x="1077" y="0"/>
                      <a:pt x="1" y="37482"/>
                      <a:pt x="41305" y="40562"/>
                    </a:cubicBezTo>
                  </a:path>
                </a:pathLst>
              </a:custGeom>
              <a:noFill/>
              <a:ln cap="flat" cmpd="sng" w="9525">
                <a:solidFill>
                  <a:schemeClr val="dk2"/>
                </a:solidFill>
                <a:prstDash val="solid"/>
                <a:miter lim="37110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cxnSp>
          <p:nvCxnSpPr>
            <p:cNvPr id="304" name="Google Shape;304;p14"/>
            <p:cNvCxnSpPr/>
            <p:nvPr/>
          </p:nvCxnSpPr>
          <p:spPr>
            <a:xfrm>
              <a:off x="2501428" y="4382750"/>
              <a:ext cx="1649700" cy="0"/>
            </a:xfrm>
            <a:prstGeom prst="straightConnector1">
              <a:avLst/>
            </a:prstGeom>
            <a:noFill/>
            <a:ln cap="flat" cmpd="sng" w="9525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2">
  <p:cSld name="CUSTOM_10_1_1">
    <p:spTree>
      <p:nvGrpSpPr>
        <p:cNvPr id="305" name="Shape 3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6" name="Google Shape;306;p15"/>
          <p:cNvSpPr txBox="1"/>
          <p:nvPr>
            <p:ph type="title"/>
          </p:nvPr>
        </p:nvSpPr>
        <p:spPr>
          <a:xfrm>
            <a:off x="2447400" y="1905838"/>
            <a:ext cx="4249200" cy="150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 sz="4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307" name="Google Shape;307;p15"/>
          <p:cNvSpPr txBox="1"/>
          <p:nvPr>
            <p:ph hasCustomPrompt="1" idx="2" type="title"/>
          </p:nvPr>
        </p:nvSpPr>
        <p:spPr>
          <a:xfrm>
            <a:off x="3534000" y="822538"/>
            <a:ext cx="2076000" cy="1083300"/>
          </a:xfrm>
          <a:prstGeom prst="rect">
            <a:avLst/>
          </a:prstGeom>
          <a:solidFill>
            <a:schemeClr val="accent2"/>
          </a:solidFill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308" name="Google Shape;308;p15"/>
          <p:cNvSpPr txBox="1"/>
          <p:nvPr>
            <p:ph idx="1" type="subTitle"/>
          </p:nvPr>
        </p:nvSpPr>
        <p:spPr>
          <a:xfrm>
            <a:off x="2447400" y="3464838"/>
            <a:ext cx="4249200" cy="375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grpSp>
        <p:nvGrpSpPr>
          <p:cNvPr id="309" name="Google Shape;309;p15"/>
          <p:cNvGrpSpPr/>
          <p:nvPr/>
        </p:nvGrpSpPr>
        <p:grpSpPr>
          <a:xfrm>
            <a:off x="8759338" y="390579"/>
            <a:ext cx="37200" cy="2280719"/>
            <a:chOff x="8720263" y="1665954"/>
            <a:chExt cx="37200" cy="2280719"/>
          </a:xfrm>
        </p:grpSpPr>
        <p:sp>
          <p:nvSpPr>
            <p:cNvPr id="310" name="Google Shape;310;p15"/>
            <p:cNvSpPr/>
            <p:nvPr/>
          </p:nvSpPr>
          <p:spPr>
            <a:xfrm flipH="1">
              <a:off x="8720263" y="1665954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  <p:sp>
          <p:nvSpPr>
            <p:cNvPr id="311" name="Google Shape;311;p15"/>
            <p:cNvSpPr/>
            <p:nvPr/>
          </p:nvSpPr>
          <p:spPr>
            <a:xfrm flipH="1">
              <a:off x="8720263" y="2278650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  <p:sp>
          <p:nvSpPr>
            <p:cNvPr id="312" name="Google Shape;312;p15"/>
            <p:cNvSpPr/>
            <p:nvPr/>
          </p:nvSpPr>
          <p:spPr>
            <a:xfrm flipH="1">
              <a:off x="8720263" y="2570381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  <p:sp>
          <p:nvSpPr>
            <p:cNvPr id="313" name="Google Shape;313;p15"/>
            <p:cNvSpPr/>
            <p:nvPr/>
          </p:nvSpPr>
          <p:spPr>
            <a:xfrm flipH="1">
              <a:off x="8720263" y="2862111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  <p:sp>
          <p:nvSpPr>
            <p:cNvPr id="314" name="Google Shape;314;p15"/>
            <p:cNvSpPr/>
            <p:nvPr/>
          </p:nvSpPr>
          <p:spPr>
            <a:xfrm flipH="1">
              <a:off x="8720263" y="3653137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  <p:sp>
          <p:nvSpPr>
            <p:cNvPr id="315" name="Google Shape;315;p15"/>
            <p:cNvSpPr/>
            <p:nvPr/>
          </p:nvSpPr>
          <p:spPr>
            <a:xfrm flipH="1">
              <a:off x="8720263" y="3909472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</p:grpSp>
      <p:grpSp>
        <p:nvGrpSpPr>
          <p:cNvPr id="316" name="Google Shape;316;p15"/>
          <p:cNvGrpSpPr/>
          <p:nvPr/>
        </p:nvGrpSpPr>
        <p:grpSpPr>
          <a:xfrm>
            <a:off x="189936" y="3963513"/>
            <a:ext cx="8606612" cy="1059617"/>
            <a:chOff x="189936" y="3963513"/>
            <a:chExt cx="8606612" cy="1059617"/>
          </a:xfrm>
        </p:grpSpPr>
        <p:sp>
          <p:nvSpPr>
            <p:cNvPr id="317" name="Google Shape;317;p15"/>
            <p:cNvSpPr/>
            <p:nvPr/>
          </p:nvSpPr>
          <p:spPr>
            <a:xfrm>
              <a:off x="189936" y="3963513"/>
              <a:ext cx="523301" cy="915777"/>
            </a:xfrm>
            <a:custGeom>
              <a:rect b="b" l="l" r="r" t="t"/>
              <a:pathLst>
                <a:path extrusionOk="0" h="52248" w="29856">
                  <a:moveTo>
                    <a:pt x="20668" y="8089"/>
                  </a:moveTo>
                  <a:cubicBezTo>
                    <a:pt x="20666" y="8116"/>
                    <a:pt x="20665" y="8144"/>
                    <a:pt x="20664" y="8171"/>
                  </a:cubicBezTo>
                  <a:cubicBezTo>
                    <a:pt x="20665" y="8144"/>
                    <a:pt x="20667" y="8116"/>
                    <a:pt x="20668" y="8089"/>
                  </a:cubicBezTo>
                  <a:close/>
                  <a:moveTo>
                    <a:pt x="24585" y="4346"/>
                  </a:moveTo>
                  <a:cubicBezTo>
                    <a:pt x="26590" y="4346"/>
                    <a:pt x="27886" y="4872"/>
                    <a:pt x="28285" y="5736"/>
                  </a:cubicBezTo>
                  <a:cubicBezTo>
                    <a:pt x="28913" y="7071"/>
                    <a:pt x="27420" y="9193"/>
                    <a:pt x="24671" y="11235"/>
                  </a:cubicBezTo>
                  <a:lnTo>
                    <a:pt x="24435" y="11235"/>
                  </a:lnTo>
                  <a:cubicBezTo>
                    <a:pt x="24042" y="11235"/>
                    <a:pt x="23571" y="11235"/>
                    <a:pt x="23099" y="11314"/>
                  </a:cubicBezTo>
                  <a:cubicBezTo>
                    <a:pt x="19642" y="11707"/>
                    <a:pt x="16185" y="12649"/>
                    <a:pt x="12885" y="14142"/>
                  </a:cubicBezTo>
                  <a:cubicBezTo>
                    <a:pt x="10136" y="15242"/>
                    <a:pt x="7464" y="16735"/>
                    <a:pt x="5029" y="18542"/>
                  </a:cubicBezTo>
                  <a:cubicBezTo>
                    <a:pt x="3222" y="18542"/>
                    <a:pt x="1965" y="18071"/>
                    <a:pt x="1572" y="17206"/>
                  </a:cubicBezTo>
                  <a:cubicBezTo>
                    <a:pt x="550" y="14849"/>
                    <a:pt x="5814" y="10292"/>
                    <a:pt x="13043" y="7150"/>
                  </a:cubicBezTo>
                  <a:cubicBezTo>
                    <a:pt x="15085" y="6286"/>
                    <a:pt x="17128" y="5578"/>
                    <a:pt x="19249" y="5107"/>
                  </a:cubicBezTo>
                  <a:cubicBezTo>
                    <a:pt x="20170" y="5798"/>
                    <a:pt x="20716" y="6938"/>
                    <a:pt x="20668" y="8089"/>
                  </a:cubicBezTo>
                  <a:lnTo>
                    <a:pt x="20668" y="8089"/>
                  </a:lnTo>
                  <a:cubicBezTo>
                    <a:pt x="20775" y="6395"/>
                    <a:pt x="21790" y="4941"/>
                    <a:pt x="23413" y="4400"/>
                  </a:cubicBezTo>
                  <a:cubicBezTo>
                    <a:pt x="23827" y="4363"/>
                    <a:pt x="24218" y="4346"/>
                    <a:pt x="24585" y="4346"/>
                  </a:cubicBezTo>
                  <a:close/>
                  <a:moveTo>
                    <a:pt x="24121" y="11707"/>
                  </a:moveTo>
                  <a:cubicBezTo>
                    <a:pt x="21842" y="13278"/>
                    <a:pt x="19407" y="14692"/>
                    <a:pt x="16814" y="15792"/>
                  </a:cubicBezTo>
                  <a:cubicBezTo>
                    <a:pt x="13278" y="17364"/>
                    <a:pt x="9586" y="18306"/>
                    <a:pt x="5736" y="18542"/>
                  </a:cubicBezTo>
                  <a:cubicBezTo>
                    <a:pt x="8014" y="16971"/>
                    <a:pt x="10528" y="15556"/>
                    <a:pt x="13121" y="14457"/>
                  </a:cubicBezTo>
                  <a:cubicBezTo>
                    <a:pt x="16264" y="13042"/>
                    <a:pt x="19721" y="12100"/>
                    <a:pt x="23178" y="11707"/>
                  </a:cubicBezTo>
                  <a:close/>
                  <a:moveTo>
                    <a:pt x="24828" y="11707"/>
                  </a:moveTo>
                  <a:cubicBezTo>
                    <a:pt x="26713" y="11785"/>
                    <a:pt x="27970" y="12257"/>
                    <a:pt x="28285" y="13121"/>
                  </a:cubicBezTo>
                  <a:cubicBezTo>
                    <a:pt x="28835" y="14457"/>
                    <a:pt x="27420" y="16499"/>
                    <a:pt x="24671" y="18621"/>
                  </a:cubicBezTo>
                  <a:lnTo>
                    <a:pt x="24435" y="18621"/>
                  </a:lnTo>
                  <a:cubicBezTo>
                    <a:pt x="24042" y="18621"/>
                    <a:pt x="23571" y="18699"/>
                    <a:pt x="23099" y="18699"/>
                  </a:cubicBezTo>
                  <a:cubicBezTo>
                    <a:pt x="19564" y="19092"/>
                    <a:pt x="16185" y="20035"/>
                    <a:pt x="12885" y="21528"/>
                  </a:cubicBezTo>
                  <a:cubicBezTo>
                    <a:pt x="10136" y="22628"/>
                    <a:pt x="7464" y="24120"/>
                    <a:pt x="5029" y="25927"/>
                  </a:cubicBezTo>
                  <a:cubicBezTo>
                    <a:pt x="3222" y="25849"/>
                    <a:pt x="1965" y="25377"/>
                    <a:pt x="1572" y="24592"/>
                  </a:cubicBezTo>
                  <a:cubicBezTo>
                    <a:pt x="943" y="23256"/>
                    <a:pt x="2436" y="21135"/>
                    <a:pt x="5186" y="19092"/>
                  </a:cubicBezTo>
                  <a:cubicBezTo>
                    <a:pt x="8093" y="19092"/>
                    <a:pt x="12414" y="18149"/>
                    <a:pt x="16971" y="16185"/>
                  </a:cubicBezTo>
                  <a:cubicBezTo>
                    <a:pt x="19721" y="15007"/>
                    <a:pt x="22392" y="13514"/>
                    <a:pt x="24828" y="11707"/>
                  </a:cubicBezTo>
                  <a:close/>
                  <a:moveTo>
                    <a:pt x="24121" y="19092"/>
                  </a:moveTo>
                  <a:cubicBezTo>
                    <a:pt x="21842" y="20663"/>
                    <a:pt x="19407" y="22078"/>
                    <a:pt x="16814" y="23178"/>
                  </a:cubicBezTo>
                  <a:cubicBezTo>
                    <a:pt x="13278" y="24749"/>
                    <a:pt x="9586" y="25692"/>
                    <a:pt x="5736" y="25927"/>
                  </a:cubicBezTo>
                  <a:cubicBezTo>
                    <a:pt x="8014" y="24356"/>
                    <a:pt x="10528" y="22942"/>
                    <a:pt x="13121" y="21842"/>
                  </a:cubicBezTo>
                  <a:cubicBezTo>
                    <a:pt x="16264" y="20428"/>
                    <a:pt x="19721" y="19485"/>
                    <a:pt x="23178" y="19092"/>
                  </a:cubicBezTo>
                  <a:close/>
                  <a:moveTo>
                    <a:pt x="24042" y="26399"/>
                  </a:moveTo>
                  <a:lnTo>
                    <a:pt x="24042" y="26477"/>
                  </a:lnTo>
                  <a:cubicBezTo>
                    <a:pt x="21764" y="28049"/>
                    <a:pt x="19328" y="29384"/>
                    <a:pt x="16814" y="30484"/>
                  </a:cubicBezTo>
                  <a:cubicBezTo>
                    <a:pt x="13278" y="31977"/>
                    <a:pt x="9586" y="32998"/>
                    <a:pt x="5814" y="33234"/>
                  </a:cubicBezTo>
                  <a:cubicBezTo>
                    <a:pt x="8093" y="31663"/>
                    <a:pt x="10528" y="30249"/>
                    <a:pt x="13043" y="29227"/>
                  </a:cubicBezTo>
                  <a:cubicBezTo>
                    <a:pt x="16264" y="27734"/>
                    <a:pt x="19642" y="26870"/>
                    <a:pt x="23178" y="26477"/>
                  </a:cubicBezTo>
                  <a:cubicBezTo>
                    <a:pt x="23492" y="26399"/>
                    <a:pt x="23806" y="26399"/>
                    <a:pt x="24042" y="26399"/>
                  </a:cubicBezTo>
                  <a:close/>
                  <a:moveTo>
                    <a:pt x="24828" y="19092"/>
                  </a:moveTo>
                  <a:cubicBezTo>
                    <a:pt x="26713" y="19092"/>
                    <a:pt x="27970" y="19642"/>
                    <a:pt x="28285" y="20428"/>
                  </a:cubicBezTo>
                  <a:cubicBezTo>
                    <a:pt x="28835" y="21842"/>
                    <a:pt x="27420" y="23885"/>
                    <a:pt x="24592" y="26006"/>
                  </a:cubicBezTo>
                  <a:lnTo>
                    <a:pt x="24435" y="26006"/>
                  </a:lnTo>
                  <a:cubicBezTo>
                    <a:pt x="24042" y="26006"/>
                    <a:pt x="23571" y="26006"/>
                    <a:pt x="23099" y="26085"/>
                  </a:cubicBezTo>
                  <a:cubicBezTo>
                    <a:pt x="19564" y="26477"/>
                    <a:pt x="16185" y="27420"/>
                    <a:pt x="12885" y="28913"/>
                  </a:cubicBezTo>
                  <a:cubicBezTo>
                    <a:pt x="10136" y="30013"/>
                    <a:pt x="7464" y="31506"/>
                    <a:pt x="5029" y="33313"/>
                  </a:cubicBezTo>
                  <a:cubicBezTo>
                    <a:pt x="3222" y="33156"/>
                    <a:pt x="1965" y="32763"/>
                    <a:pt x="1572" y="31820"/>
                  </a:cubicBezTo>
                  <a:lnTo>
                    <a:pt x="1572" y="31899"/>
                  </a:lnTo>
                  <a:cubicBezTo>
                    <a:pt x="943" y="30563"/>
                    <a:pt x="2436" y="28520"/>
                    <a:pt x="5186" y="26399"/>
                  </a:cubicBezTo>
                  <a:cubicBezTo>
                    <a:pt x="5290" y="26402"/>
                    <a:pt x="5396" y="26403"/>
                    <a:pt x="5503" y="26403"/>
                  </a:cubicBezTo>
                  <a:cubicBezTo>
                    <a:pt x="8403" y="26403"/>
                    <a:pt x="12577" y="25386"/>
                    <a:pt x="16971" y="23492"/>
                  </a:cubicBezTo>
                  <a:cubicBezTo>
                    <a:pt x="19721" y="22392"/>
                    <a:pt x="22392" y="20899"/>
                    <a:pt x="24828" y="19092"/>
                  </a:cubicBezTo>
                  <a:close/>
                  <a:moveTo>
                    <a:pt x="24121" y="33784"/>
                  </a:moveTo>
                  <a:cubicBezTo>
                    <a:pt x="21842" y="35434"/>
                    <a:pt x="19328" y="36770"/>
                    <a:pt x="16735" y="37870"/>
                  </a:cubicBezTo>
                  <a:cubicBezTo>
                    <a:pt x="13314" y="39425"/>
                    <a:pt x="9662" y="40364"/>
                    <a:pt x="5855" y="40612"/>
                  </a:cubicBezTo>
                  <a:lnTo>
                    <a:pt x="5855" y="40612"/>
                  </a:lnTo>
                  <a:cubicBezTo>
                    <a:pt x="8099" y="38999"/>
                    <a:pt x="10495" y="37615"/>
                    <a:pt x="13043" y="36534"/>
                  </a:cubicBezTo>
                  <a:cubicBezTo>
                    <a:pt x="16264" y="35120"/>
                    <a:pt x="19642" y="34177"/>
                    <a:pt x="23099" y="33784"/>
                  </a:cubicBezTo>
                  <a:close/>
                  <a:moveTo>
                    <a:pt x="24828" y="26399"/>
                  </a:moveTo>
                  <a:cubicBezTo>
                    <a:pt x="26713" y="26399"/>
                    <a:pt x="27970" y="26949"/>
                    <a:pt x="28363" y="27813"/>
                  </a:cubicBezTo>
                  <a:cubicBezTo>
                    <a:pt x="28913" y="29149"/>
                    <a:pt x="27420" y="31191"/>
                    <a:pt x="24671" y="33313"/>
                  </a:cubicBezTo>
                  <a:lnTo>
                    <a:pt x="24671" y="33391"/>
                  </a:lnTo>
                  <a:lnTo>
                    <a:pt x="23099" y="33391"/>
                  </a:lnTo>
                  <a:cubicBezTo>
                    <a:pt x="19564" y="33784"/>
                    <a:pt x="16107" y="34727"/>
                    <a:pt x="12885" y="36141"/>
                  </a:cubicBezTo>
                  <a:cubicBezTo>
                    <a:pt x="10136" y="37320"/>
                    <a:pt x="7464" y="38812"/>
                    <a:pt x="5029" y="40620"/>
                  </a:cubicBezTo>
                  <a:cubicBezTo>
                    <a:pt x="3222" y="40541"/>
                    <a:pt x="1965" y="40148"/>
                    <a:pt x="1572" y="39205"/>
                  </a:cubicBezTo>
                  <a:cubicBezTo>
                    <a:pt x="1022" y="37870"/>
                    <a:pt x="2515" y="35748"/>
                    <a:pt x="5264" y="33706"/>
                  </a:cubicBezTo>
                  <a:cubicBezTo>
                    <a:pt x="8171" y="33706"/>
                    <a:pt x="12493" y="32763"/>
                    <a:pt x="16971" y="30799"/>
                  </a:cubicBezTo>
                  <a:cubicBezTo>
                    <a:pt x="19799" y="29699"/>
                    <a:pt x="22392" y="28206"/>
                    <a:pt x="24828" y="26399"/>
                  </a:cubicBezTo>
                  <a:close/>
                  <a:moveTo>
                    <a:pt x="24828" y="33784"/>
                  </a:moveTo>
                  <a:cubicBezTo>
                    <a:pt x="26792" y="33784"/>
                    <a:pt x="27970" y="34256"/>
                    <a:pt x="28285" y="35120"/>
                  </a:cubicBezTo>
                  <a:lnTo>
                    <a:pt x="28285" y="35198"/>
                  </a:lnTo>
                  <a:cubicBezTo>
                    <a:pt x="29306" y="37555"/>
                    <a:pt x="24042" y="42034"/>
                    <a:pt x="16814" y="45176"/>
                  </a:cubicBezTo>
                  <a:cubicBezTo>
                    <a:pt x="14457" y="46198"/>
                    <a:pt x="12021" y="46983"/>
                    <a:pt x="9507" y="47533"/>
                  </a:cubicBezTo>
                  <a:cubicBezTo>
                    <a:pt x="8407" y="46748"/>
                    <a:pt x="7700" y="45491"/>
                    <a:pt x="7700" y="44155"/>
                  </a:cubicBezTo>
                  <a:cubicBezTo>
                    <a:pt x="7700" y="45884"/>
                    <a:pt x="6600" y="47455"/>
                    <a:pt x="4950" y="48005"/>
                  </a:cubicBezTo>
                  <a:cubicBezTo>
                    <a:pt x="3222" y="47926"/>
                    <a:pt x="1965" y="47455"/>
                    <a:pt x="1572" y="46591"/>
                  </a:cubicBezTo>
                  <a:cubicBezTo>
                    <a:pt x="943" y="45255"/>
                    <a:pt x="2436" y="43212"/>
                    <a:pt x="5186" y="41091"/>
                  </a:cubicBezTo>
                  <a:cubicBezTo>
                    <a:pt x="5290" y="41094"/>
                    <a:pt x="5396" y="41095"/>
                    <a:pt x="5504" y="41095"/>
                  </a:cubicBezTo>
                  <a:cubicBezTo>
                    <a:pt x="8403" y="41095"/>
                    <a:pt x="12577" y="40081"/>
                    <a:pt x="16971" y="38262"/>
                  </a:cubicBezTo>
                  <a:cubicBezTo>
                    <a:pt x="19721" y="37084"/>
                    <a:pt x="22392" y="35591"/>
                    <a:pt x="24828" y="33784"/>
                  </a:cubicBezTo>
                  <a:close/>
                  <a:moveTo>
                    <a:pt x="20742" y="0"/>
                  </a:moveTo>
                  <a:cubicBezTo>
                    <a:pt x="20742" y="2279"/>
                    <a:pt x="18935" y="4086"/>
                    <a:pt x="16657" y="4086"/>
                  </a:cubicBezTo>
                  <a:cubicBezTo>
                    <a:pt x="17442" y="4086"/>
                    <a:pt x="18149" y="4243"/>
                    <a:pt x="18857" y="4714"/>
                  </a:cubicBezTo>
                  <a:cubicBezTo>
                    <a:pt x="16814" y="5186"/>
                    <a:pt x="14850" y="5893"/>
                    <a:pt x="12964" y="6678"/>
                  </a:cubicBezTo>
                  <a:cubicBezTo>
                    <a:pt x="5186" y="10057"/>
                    <a:pt x="0" y="14771"/>
                    <a:pt x="1257" y="17364"/>
                  </a:cubicBezTo>
                  <a:cubicBezTo>
                    <a:pt x="1650" y="18306"/>
                    <a:pt x="2829" y="18856"/>
                    <a:pt x="4557" y="19013"/>
                  </a:cubicBezTo>
                  <a:cubicBezTo>
                    <a:pt x="1886" y="21135"/>
                    <a:pt x="629" y="23178"/>
                    <a:pt x="1257" y="24670"/>
                  </a:cubicBezTo>
                  <a:cubicBezTo>
                    <a:pt x="1650" y="25613"/>
                    <a:pt x="2829" y="26163"/>
                    <a:pt x="4557" y="26320"/>
                  </a:cubicBezTo>
                  <a:cubicBezTo>
                    <a:pt x="1886" y="28442"/>
                    <a:pt x="629" y="30563"/>
                    <a:pt x="1257" y="31977"/>
                  </a:cubicBezTo>
                  <a:cubicBezTo>
                    <a:pt x="1650" y="32998"/>
                    <a:pt x="2829" y="33470"/>
                    <a:pt x="4557" y="33627"/>
                  </a:cubicBezTo>
                  <a:cubicBezTo>
                    <a:pt x="1965" y="35748"/>
                    <a:pt x="550" y="37870"/>
                    <a:pt x="1257" y="39362"/>
                  </a:cubicBezTo>
                  <a:cubicBezTo>
                    <a:pt x="1650" y="40384"/>
                    <a:pt x="2829" y="40855"/>
                    <a:pt x="4557" y="41012"/>
                  </a:cubicBezTo>
                  <a:cubicBezTo>
                    <a:pt x="1886" y="43134"/>
                    <a:pt x="629" y="45255"/>
                    <a:pt x="1257" y="46669"/>
                  </a:cubicBezTo>
                  <a:cubicBezTo>
                    <a:pt x="1650" y="47769"/>
                    <a:pt x="2986" y="48319"/>
                    <a:pt x="4950" y="48398"/>
                  </a:cubicBezTo>
                  <a:cubicBezTo>
                    <a:pt x="6600" y="48948"/>
                    <a:pt x="7779" y="50440"/>
                    <a:pt x="7779" y="52248"/>
                  </a:cubicBezTo>
                  <a:cubicBezTo>
                    <a:pt x="7779" y="49969"/>
                    <a:pt x="9586" y="48162"/>
                    <a:pt x="11864" y="48162"/>
                  </a:cubicBezTo>
                  <a:cubicBezTo>
                    <a:pt x="11236" y="48162"/>
                    <a:pt x="10686" y="48005"/>
                    <a:pt x="10136" y="47769"/>
                  </a:cubicBezTo>
                  <a:cubicBezTo>
                    <a:pt x="12493" y="47219"/>
                    <a:pt x="14771" y="46512"/>
                    <a:pt x="17050" y="45569"/>
                  </a:cubicBezTo>
                  <a:cubicBezTo>
                    <a:pt x="24671" y="42269"/>
                    <a:pt x="29856" y="37634"/>
                    <a:pt x="28756" y="34963"/>
                  </a:cubicBezTo>
                  <a:cubicBezTo>
                    <a:pt x="28285" y="34020"/>
                    <a:pt x="27185" y="33470"/>
                    <a:pt x="25378" y="33313"/>
                  </a:cubicBezTo>
                  <a:cubicBezTo>
                    <a:pt x="27970" y="31191"/>
                    <a:pt x="29306" y="29070"/>
                    <a:pt x="28756" y="27656"/>
                  </a:cubicBezTo>
                  <a:cubicBezTo>
                    <a:pt x="28285" y="26635"/>
                    <a:pt x="27106" y="26163"/>
                    <a:pt x="25378" y="26006"/>
                  </a:cubicBezTo>
                  <a:cubicBezTo>
                    <a:pt x="28049" y="23885"/>
                    <a:pt x="29385" y="21763"/>
                    <a:pt x="28756" y="20271"/>
                  </a:cubicBezTo>
                  <a:cubicBezTo>
                    <a:pt x="28285" y="19328"/>
                    <a:pt x="27185" y="18778"/>
                    <a:pt x="25378" y="18621"/>
                  </a:cubicBezTo>
                  <a:cubicBezTo>
                    <a:pt x="28049" y="16499"/>
                    <a:pt x="29306" y="14378"/>
                    <a:pt x="28756" y="12964"/>
                  </a:cubicBezTo>
                  <a:cubicBezTo>
                    <a:pt x="28285" y="11942"/>
                    <a:pt x="27185" y="11392"/>
                    <a:pt x="25378" y="11314"/>
                  </a:cubicBezTo>
                  <a:cubicBezTo>
                    <a:pt x="28049" y="9193"/>
                    <a:pt x="29306" y="7071"/>
                    <a:pt x="28756" y="5578"/>
                  </a:cubicBezTo>
                  <a:cubicBezTo>
                    <a:pt x="28285" y="4478"/>
                    <a:pt x="26792" y="3929"/>
                    <a:pt x="24513" y="3929"/>
                  </a:cubicBezTo>
                  <a:lnTo>
                    <a:pt x="23649" y="3929"/>
                  </a:lnTo>
                  <a:cubicBezTo>
                    <a:pt x="21921" y="3379"/>
                    <a:pt x="20742" y="1807"/>
                    <a:pt x="2074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" name="Google Shape;318;p15"/>
            <p:cNvSpPr/>
            <p:nvPr/>
          </p:nvSpPr>
          <p:spPr>
            <a:xfrm>
              <a:off x="8065000" y="4604000"/>
              <a:ext cx="731548" cy="419129"/>
            </a:xfrm>
            <a:custGeom>
              <a:rect b="b" l="l" r="r" t="t"/>
              <a:pathLst>
                <a:path extrusionOk="0" h="57219" w="99870">
                  <a:moveTo>
                    <a:pt x="58847" y="3703"/>
                  </a:moveTo>
                  <a:cubicBezTo>
                    <a:pt x="58882" y="3703"/>
                    <a:pt x="58917" y="3719"/>
                    <a:pt x="58948" y="3744"/>
                  </a:cubicBezTo>
                  <a:lnTo>
                    <a:pt x="58960" y="3744"/>
                  </a:lnTo>
                  <a:cubicBezTo>
                    <a:pt x="68652" y="6351"/>
                    <a:pt x="76105" y="11626"/>
                    <a:pt x="79796" y="21341"/>
                  </a:cubicBezTo>
                  <a:cubicBezTo>
                    <a:pt x="80439" y="23020"/>
                    <a:pt x="80760" y="24794"/>
                    <a:pt x="80939" y="26592"/>
                  </a:cubicBezTo>
                  <a:cubicBezTo>
                    <a:pt x="80986" y="27116"/>
                    <a:pt x="80820" y="27258"/>
                    <a:pt x="80296" y="27258"/>
                  </a:cubicBezTo>
                  <a:cubicBezTo>
                    <a:pt x="79275" y="27255"/>
                    <a:pt x="78253" y="27254"/>
                    <a:pt x="77231" y="27254"/>
                  </a:cubicBezTo>
                  <a:cubicBezTo>
                    <a:pt x="74165" y="27254"/>
                    <a:pt x="71095" y="27267"/>
                    <a:pt x="68032" y="27294"/>
                  </a:cubicBezTo>
                  <a:cubicBezTo>
                    <a:pt x="68021" y="27294"/>
                    <a:pt x="68009" y="27294"/>
                    <a:pt x="67998" y="27294"/>
                  </a:cubicBezTo>
                  <a:cubicBezTo>
                    <a:pt x="67342" y="27294"/>
                    <a:pt x="67353" y="26953"/>
                    <a:pt x="67330" y="26485"/>
                  </a:cubicBezTo>
                  <a:cubicBezTo>
                    <a:pt x="67104" y="21067"/>
                    <a:pt x="66044" y="15840"/>
                    <a:pt x="63746" y="10911"/>
                  </a:cubicBezTo>
                  <a:cubicBezTo>
                    <a:pt x="62520" y="8292"/>
                    <a:pt x="60865" y="5911"/>
                    <a:pt x="58865" y="3827"/>
                  </a:cubicBezTo>
                  <a:lnTo>
                    <a:pt x="58757" y="3744"/>
                  </a:lnTo>
                  <a:cubicBezTo>
                    <a:pt x="58786" y="3716"/>
                    <a:pt x="58816" y="3703"/>
                    <a:pt x="58847" y="3703"/>
                  </a:cubicBezTo>
                  <a:close/>
                  <a:moveTo>
                    <a:pt x="51686" y="2804"/>
                  </a:moveTo>
                  <a:cubicBezTo>
                    <a:pt x="51788" y="2804"/>
                    <a:pt x="51917" y="2829"/>
                    <a:pt x="52078" y="2875"/>
                  </a:cubicBezTo>
                  <a:cubicBezTo>
                    <a:pt x="54459" y="3506"/>
                    <a:pt x="56329" y="4887"/>
                    <a:pt x="57924" y="6696"/>
                  </a:cubicBezTo>
                  <a:cubicBezTo>
                    <a:pt x="60889" y="10078"/>
                    <a:pt x="62532" y="14114"/>
                    <a:pt x="63591" y="18412"/>
                  </a:cubicBezTo>
                  <a:cubicBezTo>
                    <a:pt x="64270" y="21127"/>
                    <a:pt x="64592" y="23889"/>
                    <a:pt x="64746" y="26663"/>
                  </a:cubicBezTo>
                  <a:cubicBezTo>
                    <a:pt x="64770" y="27163"/>
                    <a:pt x="64627" y="27306"/>
                    <a:pt x="64139" y="27306"/>
                  </a:cubicBezTo>
                  <a:cubicBezTo>
                    <a:pt x="62457" y="27301"/>
                    <a:pt x="60774" y="27298"/>
                    <a:pt x="59089" y="27298"/>
                  </a:cubicBezTo>
                  <a:cubicBezTo>
                    <a:pt x="56706" y="27298"/>
                    <a:pt x="54320" y="27304"/>
                    <a:pt x="51935" y="27318"/>
                  </a:cubicBezTo>
                  <a:cubicBezTo>
                    <a:pt x="51304" y="27318"/>
                    <a:pt x="51352" y="26997"/>
                    <a:pt x="51352" y="26580"/>
                  </a:cubicBezTo>
                  <a:cubicBezTo>
                    <a:pt x="51364" y="22710"/>
                    <a:pt x="51364" y="18853"/>
                    <a:pt x="51364" y="14983"/>
                  </a:cubicBezTo>
                  <a:lnTo>
                    <a:pt x="51340" y="14983"/>
                  </a:lnTo>
                  <a:cubicBezTo>
                    <a:pt x="51340" y="11137"/>
                    <a:pt x="51352" y="7292"/>
                    <a:pt x="51328" y="3446"/>
                  </a:cubicBezTo>
                  <a:cubicBezTo>
                    <a:pt x="51328" y="2986"/>
                    <a:pt x="51410" y="2804"/>
                    <a:pt x="51686" y="2804"/>
                  </a:cubicBezTo>
                  <a:close/>
                  <a:moveTo>
                    <a:pt x="69056" y="4887"/>
                  </a:moveTo>
                  <a:lnTo>
                    <a:pt x="69056" y="4887"/>
                  </a:lnTo>
                  <a:cubicBezTo>
                    <a:pt x="71152" y="5315"/>
                    <a:pt x="73212" y="5899"/>
                    <a:pt x="75224" y="6625"/>
                  </a:cubicBezTo>
                  <a:lnTo>
                    <a:pt x="75236" y="6625"/>
                  </a:lnTo>
                  <a:cubicBezTo>
                    <a:pt x="80629" y="8542"/>
                    <a:pt x="85701" y="11054"/>
                    <a:pt x="90047" y="14852"/>
                  </a:cubicBezTo>
                  <a:cubicBezTo>
                    <a:pt x="93143" y="17567"/>
                    <a:pt x="95560" y="20746"/>
                    <a:pt x="96655" y="24782"/>
                  </a:cubicBezTo>
                  <a:cubicBezTo>
                    <a:pt x="96798" y="25306"/>
                    <a:pt x="96881" y="25842"/>
                    <a:pt x="97000" y="26377"/>
                  </a:cubicBezTo>
                  <a:cubicBezTo>
                    <a:pt x="97143" y="26973"/>
                    <a:pt x="97048" y="27235"/>
                    <a:pt x="96310" y="27235"/>
                  </a:cubicBezTo>
                  <a:cubicBezTo>
                    <a:pt x="95167" y="27219"/>
                    <a:pt x="94025" y="27213"/>
                    <a:pt x="92884" y="27213"/>
                  </a:cubicBezTo>
                  <a:cubicBezTo>
                    <a:pt x="90601" y="27213"/>
                    <a:pt x="88321" y="27235"/>
                    <a:pt x="86035" y="27235"/>
                  </a:cubicBezTo>
                  <a:cubicBezTo>
                    <a:pt x="85590" y="27235"/>
                    <a:pt x="85089" y="27320"/>
                    <a:pt x="84642" y="27320"/>
                  </a:cubicBezTo>
                  <a:cubicBezTo>
                    <a:pt x="84323" y="27320"/>
                    <a:pt x="84031" y="27276"/>
                    <a:pt x="83808" y="27127"/>
                  </a:cubicBezTo>
                  <a:cubicBezTo>
                    <a:pt x="83249" y="26770"/>
                    <a:pt x="83511" y="25734"/>
                    <a:pt x="83391" y="25008"/>
                  </a:cubicBezTo>
                  <a:cubicBezTo>
                    <a:pt x="82308" y="18091"/>
                    <a:pt x="78843" y="12566"/>
                    <a:pt x="73545" y="8113"/>
                  </a:cubicBezTo>
                  <a:cubicBezTo>
                    <a:pt x="72116" y="6946"/>
                    <a:pt x="70616" y="5863"/>
                    <a:pt x="69056" y="4887"/>
                  </a:cubicBezTo>
                  <a:close/>
                  <a:moveTo>
                    <a:pt x="48364" y="2808"/>
                  </a:moveTo>
                  <a:cubicBezTo>
                    <a:pt x="48704" y="2808"/>
                    <a:pt x="48709" y="3114"/>
                    <a:pt x="48709" y="3970"/>
                  </a:cubicBezTo>
                  <a:lnTo>
                    <a:pt x="48709" y="15055"/>
                  </a:lnTo>
                  <a:lnTo>
                    <a:pt x="48756" y="15055"/>
                  </a:lnTo>
                  <a:cubicBezTo>
                    <a:pt x="48756" y="18876"/>
                    <a:pt x="48744" y="22698"/>
                    <a:pt x="48780" y="26520"/>
                  </a:cubicBezTo>
                  <a:cubicBezTo>
                    <a:pt x="48780" y="27154"/>
                    <a:pt x="48602" y="27330"/>
                    <a:pt x="48008" y="27330"/>
                  </a:cubicBezTo>
                  <a:cubicBezTo>
                    <a:pt x="47988" y="27330"/>
                    <a:pt x="47967" y="27330"/>
                    <a:pt x="47947" y="27330"/>
                  </a:cubicBezTo>
                  <a:cubicBezTo>
                    <a:pt x="46625" y="27322"/>
                    <a:pt x="45302" y="27319"/>
                    <a:pt x="43979" y="27319"/>
                  </a:cubicBezTo>
                  <a:cubicBezTo>
                    <a:pt x="41332" y="27319"/>
                    <a:pt x="38684" y="27330"/>
                    <a:pt x="36040" y="27330"/>
                  </a:cubicBezTo>
                  <a:cubicBezTo>
                    <a:pt x="35958" y="27330"/>
                    <a:pt x="35878" y="27334"/>
                    <a:pt x="35803" y="27334"/>
                  </a:cubicBezTo>
                  <a:cubicBezTo>
                    <a:pt x="35528" y="27334"/>
                    <a:pt x="35322" y="27282"/>
                    <a:pt x="35350" y="26806"/>
                  </a:cubicBezTo>
                  <a:cubicBezTo>
                    <a:pt x="35683" y="20293"/>
                    <a:pt x="37005" y="14054"/>
                    <a:pt x="40708" y="8542"/>
                  </a:cubicBezTo>
                  <a:cubicBezTo>
                    <a:pt x="42398" y="6042"/>
                    <a:pt x="44506" y="3994"/>
                    <a:pt x="47458" y="3041"/>
                  </a:cubicBezTo>
                  <a:cubicBezTo>
                    <a:pt x="47895" y="2898"/>
                    <a:pt x="48179" y="2808"/>
                    <a:pt x="48364" y="2808"/>
                  </a:cubicBezTo>
                  <a:close/>
                  <a:moveTo>
                    <a:pt x="41019" y="3796"/>
                  </a:moveTo>
                  <a:cubicBezTo>
                    <a:pt x="41099" y="3796"/>
                    <a:pt x="41184" y="3818"/>
                    <a:pt x="41279" y="3887"/>
                  </a:cubicBezTo>
                  <a:cubicBezTo>
                    <a:pt x="40981" y="4208"/>
                    <a:pt x="40684" y="4529"/>
                    <a:pt x="40386" y="4851"/>
                  </a:cubicBezTo>
                  <a:cubicBezTo>
                    <a:pt x="37124" y="8542"/>
                    <a:pt x="35243" y="12911"/>
                    <a:pt x="34028" y="17614"/>
                  </a:cubicBezTo>
                  <a:cubicBezTo>
                    <a:pt x="33290" y="20555"/>
                    <a:pt x="32861" y="23568"/>
                    <a:pt x="32754" y="26604"/>
                  </a:cubicBezTo>
                  <a:cubicBezTo>
                    <a:pt x="32730" y="27235"/>
                    <a:pt x="32528" y="27342"/>
                    <a:pt x="31945" y="27342"/>
                  </a:cubicBezTo>
                  <a:cubicBezTo>
                    <a:pt x="30417" y="27333"/>
                    <a:pt x="28890" y="27329"/>
                    <a:pt x="27365" y="27329"/>
                  </a:cubicBezTo>
                  <a:cubicBezTo>
                    <a:pt x="24897" y="27329"/>
                    <a:pt x="22432" y="27339"/>
                    <a:pt x="19967" y="27354"/>
                  </a:cubicBezTo>
                  <a:cubicBezTo>
                    <a:pt x="19360" y="27354"/>
                    <a:pt x="19157" y="27235"/>
                    <a:pt x="19217" y="26592"/>
                  </a:cubicBezTo>
                  <a:cubicBezTo>
                    <a:pt x="19681" y="21865"/>
                    <a:pt x="21503" y="17698"/>
                    <a:pt x="24491" y="14043"/>
                  </a:cubicBezTo>
                  <a:cubicBezTo>
                    <a:pt x="28754" y="8828"/>
                    <a:pt x="34314" y="5625"/>
                    <a:pt x="40743" y="3851"/>
                  </a:cubicBezTo>
                  <a:cubicBezTo>
                    <a:pt x="40830" y="3831"/>
                    <a:pt x="40920" y="3796"/>
                    <a:pt x="41019" y="3796"/>
                  </a:cubicBezTo>
                  <a:close/>
                  <a:moveTo>
                    <a:pt x="31083" y="4890"/>
                  </a:moveTo>
                  <a:cubicBezTo>
                    <a:pt x="31150" y="4890"/>
                    <a:pt x="31218" y="4893"/>
                    <a:pt x="31290" y="4899"/>
                  </a:cubicBezTo>
                  <a:cubicBezTo>
                    <a:pt x="30647" y="5303"/>
                    <a:pt x="30099" y="5637"/>
                    <a:pt x="29575" y="5994"/>
                  </a:cubicBezTo>
                  <a:cubicBezTo>
                    <a:pt x="23682" y="9947"/>
                    <a:pt x="19395" y="15138"/>
                    <a:pt x="17419" y="22055"/>
                  </a:cubicBezTo>
                  <a:cubicBezTo>
                    <a:pt x="16967" y="23591"/>
                    <a:pt x="16693" y="25175"/>
                    <a:pt x="16597" y="26770"/>
                  </a:cubicBezTo>
                  <a:cubicBezTo>
                    <a:pt x="16574" y="27223"/>
                    <a:pt x="16431" y="27354"/>
                    <a:pt x="15990" y="27354"/>
                  </a:cubicBezTo>
                  <a:cubicBezTo>
                    <a:pt x="11894" y="27354"/>
                    <a:pt x="7811" y="27354"/>
                    <a:pt x="3727" y="27378"/>
                  </a:cubicBezTo>
                  <a:cubicBezTo>
                    <a:pt x="3179" y="27378"/>
                    <a:pt x="3036" y="27211"/>
                    <a:pt x="3120" y="26699"/>
                  </a:cubicBezTo>
                  <a:cubicBezTo>
                    <a:pt x="3393" y="24770"/>
                    <a:pt x="4024" y="22913"/>
                    <a:pt x="4965" y="21210"/>
                  </a:cubicBezTo>
                  <a:cubicBezTo>
                    <a:pt x="7084" y="17352"/>
                    <a:pt x="10228" y="14483"/>
                    <a:pt x="13835" y="12078"/>
                  </a:cubicBezTo>
                  <a:cubicBezTo>
                    <a:pt x="19050" y="8601"/>
                    <a:pt x="24837" y="6423"/>
                    <a:pt x="30885" y="4899"/>
                  </a:cubicBezTo>
                  <a:cubicBezTo>
                    <a:pt x="30950" y="4893"/>
                    <a:pt x="31016" y="4890"/>
                    <a:pt x="31083" y="4890"/>
                  </a:cubicBezTo>
                  <a:close/>
                  <a:moveTo>
                    <a:pt x="15931" y="29973"/>
                  </a:moveTo>
                  <a:cubicBezTo>
                    <a:pt x="16312" y="29973"/>
                    <a:pt x="16550" y="29985"/>
                    <a:pt x="16597" y="30497"/>
                  </a:cubicBezTo>
                  <a:cubicBezTo>
                    <a:pt x="17252" y="38403"/>
                    <a:pt x="21050" y="44582"/>
                    <a:pt x="27099" y="49523"/>
                  </a:cubicBezTo>
                  <a:cubicBezTo>
                    <a:pt x="28349" y="50547"/>
                    <a:pt x="29754" y="51345"/>
                    <a:pt x="31040" y="52309"/>
                  </a:cubicBezTo>
                  <a:cubicBezTo>
                    <a:pt x="29790" y="52238"/>
                    <a:pt x="28635" y="51785"/>
                    <a:pt x="27456" y="51428"/>
                  </a:cubicBezTo>
                  <a:cubicBezTo>
                    <a:pt x="21824" y="49737"/>
                    <a:pt x="16514" y="47392"/>
                    <a:pt x="11811" y="43808"/>
                  </a:cubicBezTo>
                  <a:cubicBezTo>
                    <a:pt x="8692" y="41427"/>
                    <a:pt x="6072" y="38629"/>
                    <a:pt x="4405" y="35021"/>
                  </a:cubicBezTo>
                  <a:cubicBezTo>
                    <a:pt x="3786" y="33652"/>
                    <a:pt x="3358" y="32211"/>
                    <a:pt x="3131" y="30723"/>
                  </a:cubicBezTo>
                  <a:cubicBezTo>
                    <a:pt x="3048" y="30211"/>
                    <a:pt x="3120" y="29973"/>
                    <a:pt x="3739" y="29973"/>
                  </a:cubicBezTo>
                  <a:cubicBezTo>
                    <a:pt x="5092" y="29981"/>
                    <a:pt x="6447" y="29984"/>
                    <a:pt x="7802" y="29984"/>
                  </a:cubicBezTo>
                  <a:cubicBezTo>
                    <a:pt x="10512" y="29984"/>
                    <a:pt x="13224" y="29973"/>
                    <a:pt x="15931" y="29973"/>
                  </a:cubicBezTo>
                  <a:close/>
                  <a:moveTo>
                    <a:pt x="96084" y="29842"/>
                  </a:moveTo>
                  <a:cubicBezTo>
                    <a:pt x="97155" y="29842"/>
                    <a:pt x="97143" y="29842"/>
                    <a:pt x="96965" y="30878"/>
                  </a:cubicBezTo>
                  <a:lnTo>
                    <a:pt x="96977" y="30878"/>
                  </a:lnTo>
                  <a:cubicBezTo>
                    <a:pt x="96429" y="34152"/>
                    <a:pt x="94929" y="36962"/>
                    <a:pt x="92809" y="39474"/>
                  </a:cubicBezTo>
                  <a:cubicBezTo>
                    <a:pt x="89571" y="43308"/>
                    <a:pt x="85475" y="45987"/>
                    <a:pt x="81010" y="48166"/>
                  </a:cubicBezTo>
                  <a:cubicBezTo>
                    <a:pt x="77343" y="49952"/>
                    <a:pt x="73509" y="51250"/>
                    <a:pt x="69568" y="52262"/>
                  </a:cubicBezTo>
                  <a:cubicBezTo>
                    <a:pt x="69414" y="52297"/>
                    <a:pt x="69235" y="52309"/>
                    <a:pt x="69068" y="52333"/>
                  </a:cubicBezTo>
                  <a:cubicBezTo>
                    <a:pt x="71128" y="50976"/>
                    <a:pt x="73116" y="49535"/>
                    <a:pt x="74902" y="47832"/>
                  </a:cubicBezTo>
                  <a:cubicBezTo>
                    <a:pt x="79415" y="43558"/>
                    <a:pt x="82391" y="38438"/>
                    <a:pt x="83356" y="32235"/>
                  </a:cubicBezTo>
                  <a:cubicBezTo>
                    <a:pt x="83475" y="31664"/>
                    <a:pt x="83534" y="31068"/>
                    <a:pt x="83558" y="30485"/>
                  </a:cubicBezTo>
                  <a:cubicBezTo>
                    <a:pt x="83558" y="29937"/>
                    <a:pt x="83784" y="29842"/>
                    <a:pt x="84261" y="29842"/>
                  </a:cubicBezTo>
                  <a:cubicBezTo>
                    <a:pt x="85574" y="29850"/>
                    <a:pt x="86889" y="29853"/>
                    <a:pt x="88204" y="29853"/>
                  </a:cubicBezTo>
                  <a:cubicBezTo>
                    <a:pt x="90834" y="29853"/>
                    <a:pt x="93464" y="29842"/>
                    <a:pt x="96084" y="29842"/>
                  </a:cubicBezTo>
                  <a:close/>
                  <a:moveTo>
                    <a:pt x="31075" y="52321"/>
                  </a:moveTo>
                  <a:lnTo>
                    <a:pt x="31242" y="52393"/>
                  </a:lnTo>
                  <a:cubicBezTo>
                    <a:pt x="31230" y="52404"/>
                    <a:pt x="31206" y="52428"/>
                    <a:pt x="31183" y="52428"/>
                  </a:cubicBezTo>
                  <a:cubicBezTo>
                    <a:pt x="31123" y="52428"/>
                    <a:pt x="31040" y="52428"/>
                    <a:pt x="31075" y="52321"/>
                  </a:cubicBezTo>
                  <a:close/>
                  <a:moveTo>
                    <a:pt x="32135" y="29949"/>
                  </a:moveTo>
                  <a:cubicBezTo>
                    <a:pt x="32838" y="29949"/>
                    <a:pt x="32790" y="30330"/>
                    <a:pt x="32814" y="30783"/>
                  </a:cubicBezTo>
                  <a:cubicBezTo>
                    <a:pt x="32945" y="34890"/>
                    <a:pt x="33683" y="38962"/>
                    <a:pt x="35004" y="42856"/>
                  </a:cubicBezTo>
                  <a:cubicBezTo>
                    <a:pt x="36362" y="46808"/>
                    <a:pt x="38303" y="50416"/>
                    <a:pt x="41291" y="53452"/>
                  </a:cubicBezTo>
                  <a:cubicBezTo>
                    <a:pt x="38945" y="52964"/>
                    <a:pt x="36683" y="52178"/>
                    <a:pt x="34552" y="51107"/>
                  </a:cubicBezTo>
                  <a:cubicBezTo>
                    <a:pt x="28468" y="48094"/>
                    <a:pt x="23705" y="43749"/>
                    <a:pt x="20943" y="37438"/>
                  </a:cubicBezTo>
                  <a:cubicBezTo>
                    <a:pt x="19991" y="35271"/>
                    <a:pt x="19407" y="32962"/>
                    <a:pt x="19217" y="30604"/>
                  </a:cubicBezTo>
                  <a:cubicBezTo>
                    <a:pt x="19169" y="30116"/>
                    <a:pt x="19300" y="29973"/>
                    <a:pt x="19800" y="29973"/>
                  </a:cubicBezTo>
                  <a:cubicBezTo>
                    <a:pt x="21304" y="29977"/>
                    <a:pt x="22807" y="29980"/>
                    <a:pt x="24311" y="29980"/>
                  </a:cubicBezTo>
                  <a:cubicBezTo>
                    <a:pt x="26916" y="29980"/>
                    <a:pt x="29523" y="29972"/>
                    <a:pt x="32135" y="29949"/>
                  </a:cubicBezTo>
                  <a:close/>
                  <a:moveTo>
                    <a:pt x="80224" y="29854"/>
                  </a:moveTo>
                  <a:cubicBezTo>
                    <a:pt x="80820" y="29854"/>
                    <a:pt x="80998" y="29997"/>
                    <a:pt x="80939" y="30592"/>
                  </a:cubicBezTo>
                  <a:cubicBezTo>
                    <a:pt x="80582" y="34402"/>
                    <a:pt x="79260" y="38069"/>
                    <a:pt x="77093" y="41236"/>
                  </a:cubicBezTo>
                  <a:cubicBezTo>
                    <a:pt x="72712" y="47654"/>
                    <a:pt x="66544" y="51488"/>
                    <a:pt x="59103" y="53428"/>
                  </a:cubicBezTo>
                  <a:cubicBezTo>
                    <a:pt x="59054" y="53436"/>
                    <a:pt x="58994" y="53456"/>
                    <a:pt x="58957" y="53456"/>
                  </a:cubicBezTo>
                  <a:cubicBezTo>
                    <a:pt x="58940" y="53456"/>
                    <a:pt x="58928" y="53452"/>
                    <a:pt x="58924" y="53440"/>
                  </a:cubicBezTo>
                  <a:cubicBezTo>
                    <a:pt x="58865" y="53369"/>
                    <a:pt x="58948" y="53345"/>
                    <a:pt x="59007" y="53321"/>
                  </a:cubicBezTo>
                  <a:cubicBezTo>
                    <a:pt x="64901" y="47011"/>
                    <a:pt x="66854" y="39236"/>
                    <a:pt x="67330" y="30914"/>
                  </a:cubicBezTo>
                  <a:cubicBezTo>
                    <a:pt x="67389" y="29890"/>
                    <a:pt x="67366" y="29890"/>
                    <a:pt x="68402" y="29890"/>
                  </a:cubicBezTo>
                  <a:cubicBezTo>
                    <a:pt x="72342" y="29890"/>
                    <a:pt x="76295" y="29890"/>
                    <a:pt x="80224" y="29854"/>
                  </a:cubicBezTo>
                  <a:close/>
                  <a:moveTo>
                    <a:pt x="64127" y="29890"/>
                  </a:moveTo>
                  <a:cubicBezTo>
                    <a:pt x="64544" y="29890"/>
                    <a:pt x="64818" y="29890"/>
                    <a:pt x="64782" y="30461"/>
                  </a:cubicBezTo>
                  <a:cubicBezTo>
                    <a:pt x="64496" y="35926"/>
                    <a:pt x="63508" y="41213"/>
                    <a:pt x="60972" y="46118"/>
                  </a:cubicBezTo>
                  <a:cubicBezTo>
                    <a:pt x="59662" y="48594"/>
                    <a:pt x="58067" y="50833"/>
                    <a:pt x="55817" y="52535"/>
                  </a:cubicBezTo>
                  <a:lnTo>
                    <a:pt x="55829" y="52535"/>
                  </a:lnTo>
                  <a:cubicBezTo>
                    <a:pt x="54805" y="53333"/>
                    <a:pt x="53626" y="53928"/>
                    <a:pt x="52364" y="54286"/>
                  </a:cubicBezTo>
                  <a:cubicBezTo>
                    <a:pt x="52048" y="54372"/>
                    <a:pt x="51839" y="54428"/>
                    <a:pt x="51702" y="54428"/>
                  </a:cubicBezTo>
                  <a:cubicBezTo>
                    <a:pt x="51440" y="54428"/>
                    <a:pt x="51435" y="54224"/>
                    <a:pt x="51435" y="53631"/>
                  </a:cubicBezTo>
                  <a:lnTo>
                    <a:pt x="51435" y="42165"/>
                  </a:lnTo>
                  <a:lnTo>
                    <a:pt x="51376" y="42165"/>
                  </a:lnTo>
                  <a:lnTo>
                    <a:pt x="51376" y="30711"/>
                  </a:lnTo>
                  <a:cubicBezTo>
                    <a:pt x="51376" y="30221"/>
                    <a:pt x="51399" y="29913"/>
                    <a:pt x="52030" y="29913"/>
                  </a:cubicBezTo>
                  <a:cubicBezTo>
                    <a:pt x="52042" y="29913"/>
                    <a:pt x="52054" y="29913"/>
                    <a:pt x="52066" y="29914"/>
                  </a:cubicBezTo>
                  <a:cubicBezTo>
                    <a:pt x="53245" y="29921"/>
                    <a:pt x="54422" y="29923"/>
                    <a:pt x="55600" y="29923"/>
                  </a:cubicBezTo>
                  <a:cubicBezTo>
                    <a:pt x="58442" y="29923"/>
                    <a:pt x="61282" y="29907"/>
                    <a:pt x="64127" y="29890"/>
                  </a:cubicBezTo>
                  <a:close/>
                  <a:moveTo>
                    <a:pt x="48113" y="29925"/>
                  </a:moveTo>
                  <a:cubicBezTo>
                    <a:pt x="48697" y="29925"/>
                    <a:pt x="48804" y="30140"/>
                    <a:pt x="48792" y="30652"/>
                  </a:cubicBezTo>
                  <a:cubicBezTo>
                    <a:pt x="48780" y="34521"/>
                    <a:pt x="48792" y="38391"/>
                    <a:pt x="48792" y="42260"/>
                  </a:cubicBezTo>
                  <a:lnTo>
                    <a:pt x="48816" y="42260"/>
                  </a:lnTo>
                  <a:lnTo>
                    <a:pt x="48816" y="53571"/>
                  </a:lnTo>
                  <a:cubicBezTo>
                    <a:pt x="48816" y="54209"/>
                    <a:pt x="48816" y="54430"/>
                    <a:pt x="48540" y="54430"/>
                  </a:cubicBezTo>
                  <a:cubicBezTo>
                    <a:pt x="48393" y="54430"/>
                    <a:pt x="48170" y="54369"/>
                    <a:pt x="47828" y="54274"/>
                  </a:cubicBezTo>
                  <a:cubicBezTo>
                    <a:pt x="45280" y="53559"/>
                    <a:pt x="43351" y="51952"/>
                    <a:pt x="41732" y="49940"/>
                  </a:cubicBezTo>
                  <a:cubicBezTo>
                    <a:pt x="38791" y="46308"/>
                    <a:pt x="37231" y="42058"/>
                    <a:pt x="36267" y="37557"/>
                  </a:cubicBezTo>
                  <a:cubicBezTo>
                    <a:pt x="35790" y="35283"/>
                    <a:pt x="35564" y="32985"/>
                    <a:pt x="35397" y="30676"/>
                  </a:cubicBezTo>
                  <a:cubicBezTo>
                    <a:pt x="35362" y="30140"/>
                    <a:pt x="35469" y="29949"/>
                    <a:pt x="36052" y="29949"/>
                  </a:cubicBezTo>
                  <a:cubicBezTo>
                    <a:pt x="37525" y="29954"/>
                    <a:pt x="38997" y="29956"/>
                    <a:pt x="40468" y="29956"/>
                  </a:cubicBezTo>
                  <a:cubicBezTo>
                    <a:pt x="43015" y="29956"/>
                    <a:pt x="45562" y="29948"/>
                    <a:pt x="48113" y="29925"/>
                  </a:cubicBezTo>
                  <a:close/>
                  <a:moveTo>
                    <a:pt x="49847" y="0"/>
                  </a:moveTo>
                  <a:cubicBezTo>
                    <a:pt x="47878" y="0"/>
                    <a:pt x="45726" y="67"/>
                    <a:pt x="43553" y="255"/>
                  </a:cubicBezTo>
                  <a:cubicBezTo>
                    <a:pt x="35505" y="934"/>
                    <a:pt x="27694" y="2553"/>
                    <a:pt x="20253" y="5756"/>
                  </a:cubicBezTo>
                  <a:cubicBezTo>
                    <a:pt x="15192" y="7935"/>
                    <a:pt x="10537" y="10733"/>
                    <a:pt x="6644" y="14697"/>
                  </a:cubicBezTo>
                  <a:cubicBezTo>
                    <a:pt x="3465" y="17948"/>
                    <a:pt x="1191" y="21698"/>
                    <a:pt x="476" y="26282"/>
                  </a:cubicBezTo>
                  <a:cubicBezTo>
                    <a:pt x="453" y="26401"/>
                    <a:pt x="0" y="28830"/>
                    <a:pt x="679" y="32200"/>
                  </a:cubicBezTo>
                  <a:cubicBezTo>
                    <a:pt x="1488" y="36224"/>
                    <a:pt x="3667" y="39546"/>
                    <a:pt x="6501" y="42463"/>
                  </a:cubicBezTo>
                  <a:cubicBezTo>
                    <a:pt x="10799" y="46904"/>
                    <a:pt x="16038" y="49868"/>
                    <a:pt x="21705" y="52142"/>
                  </a:cubicBezTo>
                  <a:cubicBezTo>
                    <a:pt x="27992" y="54643"/>
                    <a:pt x="34528" y="56107"/>
                    <a:pt x="41255" y="56774"/>
                  </a:cubicBezTo>
                  <a:cubicBezTo>
                    <a:pt x="44247" y="57067"/>
                    <a:pt x="47230" y="57219"/>
                    <a:pt x="50202" y="57219"/>
                  </a:cubicBezTo>
                  <a:cubicBezTo>
                    <a:pt x="57026" y="57219"/>
                    <a:pt x="63796" y="56416"/>
                    <a:pt x="70497" y="54667"/>
                  </a:cubicBezTo>
                  <a:cubicBezTo>
                    <a:pt x="77462" y="52857"/>
                    <a:pt x="84023" y="50142"/>
                    <a:pt x="89797" y="45761"/>
                  </a:cubicBezTo>
                  <a:cubicBezTo>
                    <a:pt x="93476" y="42975"/>
                    <a:pt x="96548" y="39665"/>
                    <a:pt x="98405" y="35343"/>
                  </a:cubicBezTo>
                  <a:cubicBezTo>
                    <a:pt x="99048" y="33855"/>
                    <a:pt x="99489" y="32271"/>
                    <a:pt x="99691" y="30664"/>
                  </a:cubicBezTo>
                  <a:cubicBezTo>
                    <a:pt x="99870" y="29580"/>
                    <a:pt x="99715" y="26449"/>
                    <a:pt x="99489" y="25115"/>
                  </a:cubicBezTo>
                  <a:cubicBezTo>
                    <a:pt x="98620" y="21055"/>
                    <a:pt x="96548" y="17674"/>
                    <a:pt x="93714" y="14733"/>
                  </a:cubicBezTo>
                  <a:cubicBezTo>
                    <a:pt x="89583" y="10447"/>
                    <a:pt x="84558" y="7542"/>
                    <a:pt x="79117" y="5303"/>
                  </a:cubicBezTo>
                  <a:cubicBezTo>
                    <a:pt x="72485" y="2577"/>
                    <a:pt x="65556" y="1053"/>
                    <a:pt x="58424" y="398"/>
                  </a:cubicBezTo>
                  <a:cubicBezTo>
                    <a:pt x="57535" y="316"/>
                    <a:pt x="54123" y="0"/>
                    <a:pt x="498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Quote">
  <p:cSld name="BLANK_1_1">
    <p:spTree>
      <p:nvGrpSpPr>
        <p:cNvPr id="319" name="Shape 3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0" name="Google Shape;320;p16"/>
          <p:cNvSpPr txBox="1"/>
          <p:nvPr>
            <p:ph type="title"/>
          </p:nvPr>
        </p:nvSpPr>
        <p:spPr>
          <a:xfrm>
            <a:off x="969900" y="3100288"/>
            <a:ext cx="7204200" cy="531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  <p:sp>
        <p:nvSpPr>
          <p:cNvPr id="321" name="Google Shape;321;p16"/>
          <p:cNvSpPr txBox="1"/>
          <p:nvPr>
            <p:ph idx="1" type="subTitle"/>
          </p:nvPr>
        </p:nvSpPr>
        <p:spPr>
          <a:xfrm>
            <a:off x="969900" y="1511313"/>
            <a:ext cx="7204200" cy="1478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3000"/>
              <a:buNone/>
              <a:defRPr sz="3000"/>
            </a:lvl9pPr>
          </a:lstStyle>
          <a:p/>
        </p:txBody>
      </p:sp>
      <p:grpSp>
        <p:nvGrpSpPr>
          <p:cNvPr id="322" name="Google Shape;322;p16"/>
          <p:cNvGrpSpPr/>
          <p:nvPr/>
        </p:nvGrpSpPr>
        <p:grpSpPr>
          <a:xfrm>
            <a:off x="8759338" y="390579"/>
            <a:ext cx="37200" cy="2280719"/>
            <a:chOff x="8720263" y="1665954"/>
            <a:chExt cx="37200" cy="2280719"/>
          </a:xfrm>
        </p:grpSpPr>
        <p:sp>
          <p:nvSpPr>
            <p:cNvPr id="323" name="Google Shape;323;p16"/>
            <p:cNvSpPr/>
            <p:nvPr/>
          </p:nvSpPr>
          <p:spPr>
            <a:xfrm flipH="1">
              <a:off x="8720263" y="1665954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  <p:sp>
          <p:nvSpPr>
            <p:cNvPr id="324" name="Google Shape;324;p16"/>
            <p:cNvSpPr/>
            <p:nvPr/>
          </p:nvSpPr>
          <p:spPr>
            <a:xfrm flipH="1">
              <a:off x="8720263" y="2278650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  <p:sp>
          <p:nvSpPr>
            <p:cNvPr id="325" name="Google Shape;325;p16"/>
            <p:cNvSpPr/>
            <p:nvPr/>
          </p:nvSpPr>
          <p:spPr>
            <a:xfrm flipH="1">
              <a:off x="8720263" y="2570381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  <p:sp>
          <p:nvSpPr>
            <p:cNvPr id="326" name="Google Shape;326;p16"/>
            <p:cNvSpPr/>
            <p:nvPr/>
          </p:nvSpPr>
          <p:spPr>
            <a:xfrm flipH="1">
              <a:off x="8720263" y="2862111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  <p:sp>
          <p:nvSpPr>
            <p:cNvPr id="327" name="Google Shape;327;p16"/>
            <p:cNvSpPr/>
            <p:nvPr/>
          </p:nvSpPr>
          <p:spPr>
            <a:xfrm flipH="1">
              <a:off x="8720263" y="3653137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  <p:sp>
          <p:nvSpPr>
            <p:cNvPr id="328" name="Google Shape;328;p16"/>
            <p:cNvSpPr/>
            <p:nvPr/>
          </p:nvSpPr>
          <p:spPr>
            <a:xfrm flipH="1">
              <a:off x="8720263" y="3909472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</p:grpSp>
      <p:grpSp>
        <p:nvGrpSpPr>
          <p:cNvPr id="329" name="Google Shape;329;p16"/>
          <p:cNvGrpSpPr/>
          <p:nvPr/>
        </p:nvGrpSpPr>
        <p:grpSpPr>
          <a:xfrm>
            <a:off x="189936" y="3963513"/>
            <a:ext cx="8606612" cy="1059617"/>
            <a:chOff x="189936" y="3963513"/>
            <a:chExt cx="8606612" cy="1059617"/>
          </a:xfrm>
        </p:grpSpPr>
        <p:sp>
          <p:nvSpPr>
            <p:cNvPr id="330" name="Google Shape;330;p16"/>
            <p:cNvSpPr/>
            <p:nvPr/>
          </p:nvSpPr>
          <p:spPr>
            <a:xfrm>
              <a:off x="189936" y="3963513"/>
              <a:ext cx="523301" cy="915777"/>
            </a:xfrm>
            <a:custGeom>
              <a:rect b="b" l="l" r="r" t="t"/>
              <a:pathLst>
                <a:path extrusionOk="0" h="52248" w="29856">
                  <a:moveTo>
                    <a:pt x="20668" y="8089"/>
                  </a:moveTo>
                  <a:cubicBezTo>
                    <a:pt x="20666" y="8116"/>
                    <a:pt x="20665" y="8144"/>
                    <a:pt x="20664" y="8171"/>
                  </a:cubicBezTo>
                  <a:cubicBezTo>
                    <a:pt x="20665" y="8144"/>
                    <a:pt x="20667" y="8116"/>
                    <a:pt x="20668" y="8089"/>
                  </a:cubicBezTo>
                  <a:close/>
                  <a:moveTo>
                    <a:pt x="24585" y="4346"/>
                  </a:moveTo>
                  <a:cubicBezTo>
                    <a:pt x="26590" y="4346"/>
                    <a:pt x="27886" y="4872"/>
                    <a:pt x="28285" y="5736"/>
                  </a:cubicBezTo>
                  <a:cubicBezTo>
                    <a:pt x="28913" y="7071"/>
                    <a:pt x="27420" y="9193"/>
                    <a:pt x="24671" y="11235"/>
                  </a:cubicBezTo>
                  <a:lnTo>
                    <a:pt x="24435" y="11235"/>
                  </a:lnTo>
                  <a:cubicBezTo>
                    <a:pt x="24042" y="11235"/>
                    <a:pt x="23571" y="11235"/>
                    <a:pt x="23099" y="11314"/>
                  </a:cubicBezTo>
                  <a:cubicBezTo>
                    <a:pt x="19642" y="11707"/>
                    <a:pt x="16185" y="12649"/>
                    <a:pt x="12885" y="14142"/>
                  </a:cubicBezTo>
                  <a:cubicBezTo>
                    <a:pt x="10136" y="15242"/>
                    <a:pt x="7464" y="16735"/>
                    <a:pt x="5029" y="18542"/>
                  </a:cubicBezTo>
                  <a:cubicBezTo>
                    <a:pt x="3222" y="18542"/>
                    <a:pt x="1965" y="18071"/>
                    <a:pt x="1572" y="17206"/>
                  </a:cubicBezTo>
                  <a:cubicBezTo>
                    <a:pt x="550" y="14849"/>
                    <a:pt x="5814" y="10292"/>
                    <a:pt x="13043" y="7150"/>
                  </a:cubicBezTo>
                  <a:cubicBezTo>
                    <a:pt x="15085" y="6286"/>
                    <a:pt x="17128" y="5578"/>
                    <a:pt x="19249" y="5107"/>
                  </a:cubicBezTo>
                  <a:cubicBezTo>
                    <a:pt x="20170" y="5798"/>
                    <a:pt x="20716" y="6938"/>
                    <a:pt x="20668" y="8089"/>
                  </a:cubicBezTo>
                  <a:lnTo>
                    <a:pt x="20668" y="8089"/>
                  </a:lnTo>
                  <a:cubicBezTo>
                    <a:pt x="20775" y="6395"/>
                    <a:pt x="21790" y="4941"/>
                    <a:pt x="23413" y="4400"/>
                  </a:cubicBezTo>
                  <a:cubicBezTo>
                    <a:pt x="23827" y="4363"/>
                    <a:pt x="24218" y="4346"/>
                    <a:pt x="24585" y="4346"/>
                  </a:cubicBezTo>
                  <a:close/>
                  <a:moveTo>
                    <a:pt x="24121" y="11707"/>
                  </a:moveTo>
                  <a:cubicBezTo>
                    <a:pt x="21842" y="13278"/>
                    <a:pt x="19407" y="14692"/>
                    <a:pt x="16814" y="15792"/>
                  </a:cubicBezTo>
                  <a:cubicBezTo>
                    <a:pt x="13278" y="17364"/>
                    <a:pt x="9586" y="18306"/>
                    <a:pt x="5736" y="18542"/>
                  </a:cubicBezTo>
                  <a:cubicBezTo>
                    <a:pt x="8014" y="16971"/>
                    <a:pt x="10528" y="15556"/>
                    <a:pt x="13121" y="14457"/>
                  </a:cubicBezTo>
                  <a:cubicBezTo>
                    <a:pt x="16264" y="13042"/>
                    <a:pt x="19721" y="12100"/>
                    <a:pt x="23178" y="11707"/>
                  </a:cubicBezTo>
                  <a:close/>
                  <a:moveTo>
                    <a:pt x="24828" y="11707"/>
                  </a:moveTo>
                  <a:cubicBezTo>
                    <a:pt x="26713" y="11785"/>
                    <a:pt x="27970" y="12257"/>
                    <a:pt x="28285" y="13121"/>
                  </a:cubicBezTo>
                  <a:cubicBezTo>
                    <a:pt x="28835" y="14457"/>
                    <a:pt x="27420" y="16499"/>
                    <a:pt x="24671" y="18621"/>
                  </a:cubicBezTo>
                  <a:lnTo>
                    <a:pt x="24435" y="18621"/>
                  </a:lnTo>
                  <a:cubicBezTo>
                    <a:pt x="24042" y="18621"/>
                    <a:pt x="23571" y="18699"/>
                    <a:pt x="23099" y="18699"/>
                  </a:cubicBezTo>
                  <a:cubicBezTo>
                    <a:pt x="19564" y="19092"/>
                    <a:pt x="16185" y="20035"/>
                    <a:pt x="12885" y="21528"/>
                  </a:cubicBezTo>
                  <a:cubicBezTo>
                    <a:pt x="10136" y="22628"/>
                    <a:pt x="7464" y="24120"/>
                    <a:pt x="5029" y="25927"/>
                  </a:cubicBezTo>
                  <a:cubicBezTo>
                    <a:pt x="3222" y="25849"/>
                    <a:pt x="1965" y="25377"/>
                    <a:pt x="1572" y="24592"/>
                  </a:cubicBezTo>
                  <a:cubicBezTo>
                    <a:pt x="943" y="23256"/>
                    <a:pt x="2436" y="21135"/>
                    <a:pt x="5186" y="19092"/>
                  </a:cubicBezTo>
                  <a:cubicBezTo>
                    <a:pt x="8093" y="19092"/>
                    <a:pt x="12414" y="18149"/>
                    <a:pt x="16971" y="16185"/>
                  </a:cubicBezTo>
                  <a:cubicBezTo>
                    <a:pt x="19721" y="15007"/>
                    <a:pt x="22392" y="13514"/>
                    <a:pt x="24828" y="11707"/>
                  </a:cubicBezTo>
                  <a:close/>
                  <a:moveTo>
                    <a:pt x="24121" y="19092"/>
                  </a:moveTo>
                  <a:cubicBezTo>
                    <a:pt x="21842" y="20663"/>
                    <a:pt x="19407" y="22078"/>
                    <a:pt x="16814" y="23178"/>
                  </a:cubicBezTo>
                  <a:cubicBezTo>
                    <a:pt x="13278" y="24749"/>
                    <a:pt x="9586" y="25692"/>
                    <a:pt x="5736" y="25927"/>
                  </a:cubicBezTo>
                  <a:cubicBezTo>
                    <a:pt x="8014" y="24356"/>
                    <a:pt x="10528" y="22942"/>
                    <a:pt x="13121" y="21842"/>
                  </a:cubicBezTo>
                  <a:cubicBezTo>
                    <a:pt x="16264" y="20428"/>
                    <a:pt x="19721" y="19485"/>
                    <a:pt x="23178" y="19092"/>
                  </a:cubicBezTo>
                  <a:close/>
                  <a:moveTo>
                    <a:pt x="24042" y="26399"/>
                  </a:moveTo>
                  <a:lnTo>
                    <a:pt x="24042" y="26477"/>
                  </a:lnTo>
                  <a:cubicBezTo>
                    <a:pt x="21764" y="28049"/>
                    <a:pt x="19328" y="29384"/>
                    <a:pt x="16814" y="30484"/>
                  </a:cubicBezTo>
                  <a:cubicBezTo>
                    <a:pt x="13278" y="31977"/>
                    <a:pt x="9586" y="32998"/>
                    <a:pt x="5814" y="33234"/>
                  </a:cubicBezTo>
                  <a:cubicBezTo>
                    <a:pt x="8093" y="31663"/>
                    <a:pt x="10528" y="30249"/>
                    <a:pt x="13043" y="29227"/>
                  </a:cubicBezTo>
                  <a:cubicBezTo>
                    <a:pt x="16264" y="27734"/>
                    <a:pt x="19642" y="26870"/>
                    <a:pt x="23178" y="26477"/>
                  </a:cubicBezTo>
                  <a:cubicBezTo>
                    <a:pt x="23492" y="26399"/>
                    <a:pt x="23806" y="26399"/>
                    <a:pt x="24042" y="26399"/>
                  </a:cubicBezTo>
                  <a:close/>
                  <a:moveTo>
                    <a:pt x="24828" y="19092"/>
                  </a:moveTo>
                  <a:cubicBezTo>
                    <a:pt x="26713" y="19092"/>
                    <a:pt x="27970" y="19642"/>
                    <a:pt x="28285" y="20428"/>
                  </a:cubicBezTo>
                  <a:cubicBezTo>
                    <a:pt x="28835" y="21842"/>
                    <a:pt x="27420" y="23885"/>
                    <a:pt x="24592" y="26006"/>
                  </a:cubicBezTo>
                  <a:lnTo>
                    <a:pt x="24435" y="26006"/>
                  </a:lnTo>
                  <a:cubicBezTo>
                    <a:pt x="24042" y="26006"/>
                    <a:pt x="23571" y="26006"/>
                    <a:pt x="23099" y="26085"/>
                  </a:cubicBezTo>
                  <a:cubicBezTo>
                    <a:pt x="19564" y="26477"/>
                    <a:pt x="16185" y="27420"/>
                    <a:pt x="12885" y="28913"/>
                  </a:cubicBezTo>
                  <a:cubicBezTo>
                    <a:pt x="10136" y="30013"/>
                    <a:pt x="7464" y="31506"/>
                    <a:pt x="5029" y="33313"/>
                  </a:cubicBezTo>
                  <a:cubicBezTo>
                    <a:pt x="3222" y="33156"/>
                    <a:pt x="1965" y="32763"/>
                    <a:pt x="1572" y="31820"/>
                  </a:cubicBezTo>
                  <a:lnTo>
                    <a:pt x="1572" y="31899"/>
                  </a:lnTo>
                  <a:cubicBezTo>
                    <a:pt x="943" y="30563"/>
                    <a:pt x="2436" y="28520"/>
                    <a:pt x="5186" y="26399"/>
                  </a:cubicBezTo>
                  <a:cubicBezTo>
                    <a:pt x="5290" y="26402"/>
                    <a:pt x="5396" y="26403"/>
                    <a:pt x="5503" y="26403"/>
                  </a:cubicBezTo>
                  <a:cubicBezTo>
                    <a:pt x="8403" y="26403"/>
                    <a:pt x="12577" y="25386"/>
                    <a:pt x="16971" y="23492"/>
                  </a:cubicBezTo>
                  <a:cubicBezTo>
                    <a:pt x="19721" y="22392"/>
                    <a:pt x="22392" y="20899"/>
                    <a:pt x="24828" y="19092"/>
                  </a:cubicBezTo>
                  <a:close/>
                  <a:moveTo>
                    <a:pt x="24121" y="33784"/>
                  </a:moveTo>
                  <a:cubicBezTo>
                    <a:pt x="21842" y="35434"/>
                    <a:pt x="19328" y="36770"/>
                    <a:pt x="16735" y="37870"/>
                  </a:cubicBezTo>
                  <a:cubicBezTo>
                    <a:pt x="13314" y="39425"/>
                    <a:pt x="9662" y="40364"/>
                    <a:pt x="5855" y="40612"/>
                  </a:cubicBezTo>
                  <a:lnTo>
                    <a:pt x="5855" y="40612"/>
                  </a:lnTo>
                  <a:cubicBezTo>
                    <a:pt x="8099" y="38999"/>
                    <a:pt x="10495" y="37615"/>
                    <a:pt x="13043" y="36534"/>
                  </a:cubicBezTo>
                  <a:cubicBezTo>
                    <a:pt x="16264" y="35120"/>
                    <a:pt x="19642" y="34177"/>
                    <a:pt x="23099" y="33784"/>
                  </a:cubicBezTo>
                  <a:close/>
                  <a:moveTo>
                    <a:pt x="24828" y="26399"/>
                  </a:moveTo>
                  <a:cubicBezTo>
                    <a:pt x="26713" y="26399"/>
                    <a:pt x="27970" y="26949"/>
                    <a:pt x="28363" y="27813"/>
                  </a:cubicBezTo>
                  <a:cubicBezTo>
                    <a:pt x="28913" y="29149"/>
                    <a:pt x="27420" y="31191"/>
                    <a:pt x="24671" y="33313"/>
                  </a:cubicBezTo>
                  <a:lnTo>
                    <a:pt x="24671" y="33391"/>
                  </a:lnTo>
                  <a:lnTo>
                    <a:pt x="23099" y="33391"/>
                  </a:lnTo>
                  <a:cubicBezTo>
                    <a:pt x="19564" y="33784"/>
                    <a:pt x="16107" y="34727"/>
                    <a:pt x="12885" y="36141"/>
                  </a:cubicBezTo>
                  <a:cubicBezTo>
                    <a:pt x="10136" y="37320"/>
                    <a:pt x="7464" y="38812"/>
                    <a:pt x="5029" y="40620"/>
                  </a:cubicBezTo>
                  <a:cubicBezTo>
                    <a:pt x="3222" y="40541"/>
                    <a:pt x="1965" y="40148"/>
                    <a:pt x="1572" y="39205"/>
                  </a:cubicBezTo>
                  <a:cubicBezTo>
                    <a:pt x="1022" y="37870"/>
                    <a:pt x="2515" y="35748"/>
                    <a:pt x="5264" y="33706"/>
                  </a:cubicBezTo>
                  <a:cubicBezTo>
                    <a:pt x="8171" y="33706"/>
                    <a:pt x="12493" y="32763"/>
                    <a:pt x="16971" y="30799"/>
                  </a:cubicBezTo>
                  <a:cubicBezTo>
                    <a:pt x="19799" y="29699"/>
                    <a:pt x="22392" y="28206"/>
                    <a:pt x="24828" y="26399"/>
                  </a:cubicBezTo>
                  <a:close/>
                  <a:moveTo>
                    <a:pt x="24828" y="33784"/>
                  </a:moveTo>
                  <a:cubicBezTo>
                    <a:pt x="26792" y="33784"/>
                    <a:pt x="27970" y="34256"/>
                    <a:pt x="28285" y="35120"/>
                  </a:cubicBezTo>
                  <a:lnTo>
                    <a:pt x="28285" y="35198"/>
                  </a:lnTo>
                  <a:cubicBezTo>
                    <a:pt x="29306" y="37555"/>
                    <a:pt x="24042" y="42034"/>
                    <a:pt x="16814" y="45176"/>
                  </a:cubicBezTo>
                  <a:cubicBezTo>
                    <a:pt x="14457" y="46198"/>
                    <a:pt x="12021" y="46983"/>
                    <a:pt x="9507" y="47533"/>
                  </a:cubicBezTo>
                  <a:cubicBezTo>
                    <a:pt x="8407" y="46748"/>
                    <a:pt x="7700" y="45491"/>
                    <a:pt x="7700" y="44155"/>
                  </a:cubicBezTo>
                  <a:cubicBezTo>
                    <a:pt x="7700" y="45884"/>
                    <a:pt x="6600" y="47455"/>
                    <a:pt x="4950" y="48005"/>
                  </a:cubicBezTo>
                  <a:cubicBezTo>
                    <a:pt x="3222" y="47926"/>
                    <a:pt x="1965" y="47455"/>
                    <a:pt x="1572" y="46591"/>
                  </a:cubicBezTo>
                  <a:cubicBezTo>
                    <a:pt x="943" y="45255"/>
                    <a:pt x="2436" y="43212"/>
                    <a:pt x="5186" y="41091"/>
                  </a:cubicBezTo>
                  <a:cubicBezTo>
                    <a:pt x="5290" y="41094"/>
                    <a:pt x="5396" y="41095"/>
                    <a:pt x="5504" y="41095"/>
                  </a:cubicBezTo>
                  <a:cubicBezTo>
                    <a:pt x="8403" y="41095"/>
                    <a:pt x="12577" y="40081"/>
                    <a:pt x="16971" y="38262"/>
                  </a:cubicBezTo>
                  <a:cubicBezTo>
                    <a:pt x="19721" y="37084"/>
                    <a:pt x="22392" y="35591"/>
                    <a:pt x="24828" y="33784"/>
                  </a:cubicBezTo>
                  <a:close/>
                  <a:moveTo>
                    <a:pt x="20742" y="0"/>
                  </a:moveTo>
                  <a:cubicBezTo>
                    <a:pt x="20742" y="2279"/>
                    <a:pt x="18935" y="4086"/>
                    <a:pt x="16657" y="4086"/>
                  </a:cubicBezTo>
                  <a:cubicBezTo>
                    <a:pt x="17442" y="4086"/>
                    <a:pt x="18149" y="4243"/>
                    <a:pt x="18857" y="4714"/>
                  </a:cubicBezTo>
                  <a:cubicBezTo>
                    <a:pt x="16814" y="5186"/>
                    <a:pt x="14850" y="5893"/>
                    <a:pt x="12964" y="6678"/>
                  </a:cubicBezTo>
                  <a:cubicBezTo>
                    <a:pt x="5186" y="10057"/>
                    <a:pt x="0" y="14771"/>
                    <a:pt x="1257" y="17364"/>
                  </a:cubicBezTo>
                  <a:cubicBezTo>
                    <a:pt x="1650" y="18306"/>
                    <a:pt x="2829" y="18856"/>
                    <a:pt x="4557" y="19013"/>
                  </a:cubicBezTo>
                  <a:cubicBezTo>
                    <a:pt x="1886" y="21135"/>
                    <a:pt x="629" y="23178"/>
                    <a:pt x="1257" y="24670"/>
                  </a:cubicBezTo>
                  <a:cubicBezTo>
                    <a:pt x="1650" y="25613"/>
                    <a:pt x="2829" y="26163"/>
                    <a:pt x="4557" y="26320"/>
                  </a:cubicBezTo>
                  <a:cubicBezTo>
                    <a:pt x="1886" y="28442"/>
                    <a:pt x="629" y="30563"/>
                    <a:pt x="1257" y="31977"/>
                  </a:cubicBezTo>
                  <a:cubicBezTo>
                    <a:pt x="1650" y="32998"/>
                    <a:pt x="2829" y="33470"/>
                    <a:pt x="4557" y="33627"/>
                  </a:cubicBezTo>
                  <a:cubicBezTo>
                    <a:pt x="1965" y="35748"/>
                    <a:pt x="550" y="37870"/>
                    <a:pt x="1257" y="39362"/>
                  </a:cubicBezTo>
                  <a:cubicBezTo>
                    <a:pt x="1650" y="40384"/>
                    <a:pt x="2829" y="40855"/>
                    <a:pt x="4557" y="41012"/>
                  </a:cubicBezTo>
                  <a:cubicBezTo>
                    <a:pt x="1886" y="43134"/>
                    <a:pt x="629" y="45255"/>
                    <a:pt x="1257" y="46669"/>
                  </a:cubicBezTo>
                  <a:cubicBezTo>
                    <a:pt x="1650" y="47769"/>
                    <a:pt x="2986" y="48319"/>
                    <a:pt x="4950" y="48398"/>
                  </a:cubicBezTo>
                  <a:cubicBezTo>
                    <a:pt x="6600" y="48948"/>
                    <a:pt x="7779" y="50440"/>
                    <a:pt x="7779" y="52248"/>
                  </a:cubicBezTo>
                  <a:cubicBezTo>
                    <a:pt x="7779" y="49969"/>
                    <a:pt x="9586" y="48162"/>
                    <a:pt x="11864" y="48162"/>
                  </a:cubicBezTo>
                  <a:cubicBezTo>
                    <a:pt x="11236" y="48162"/>
                    <a:pt x="10686" y="48005"/>
                    <a:pt x="10136" y="47769"/>
                  </a:cubicBezTo>
                  <a:cubicBezTo>
                    <a:pt x="12493" y="47219"/>
                    <a:pt x="14771" y="46512"/>
                    <a:pt x="17050" y="45569"/>
                  </a:cubicBezTo>
                  <a:cubicBezTo>
                    <a:pt x="24671" y="42269"/>
                    <a:pt x="29856" y="37634"/>
                    <a:pt x="28756" y="34963"/>
                  </a:cubicBezTo>
                  <a:cubicBezTo>
                    <a:pt x="28285" y="34020"/>
                    <a:pt x="27185" y="33470"/>
                    <a:pt x="25378" y="33313"/>
                  </a:cubicBezTo>
                  <a:cubicBezTo>
                    <a:pt x="27970" y="31191"/>
                    <a:pt x="29306" y="29070"/>
                    <a:pt x="28756" y="27656"/>
                  </a:cubicBezTo>
                  <a:cubicBezTo>
                    <a:pt x="28285" y="26635"/>
                    <a:pt x="27106" y="26163"/>
                    <a:pt x="25378" y="26006"/>
                  </a:cubicBezTo>
                  <a:cubicBezTo>
                    <a:pt x="28049" y="23885"/>
                    <a:pt x="29385" y="21763"/>
                    <a:pt x="28756" y="20271"/>
                  </a:cubicBezTo>
                  <a:cubicBezTo>
                    <a:pt x="28285" y="19328"/>
                    <a:pt x="27185" y="18778"/>
                    <a:pt x="25378" y="18621"/>
                  </a:cubicBezTo>
                  <a:cubicBezTo>
                    <a:pt x="28049" y="16499"/>
                    <a:pt x="29306" y="14378"/>
                    <a:pt x="28756" y="12964"/>
                  </a:cubicBezTo>
                  <a:cubicBezTo>
                    <a:pt x="28285" y="11942"/>
                    <a:pt x="27185" y="11392"/>
                    <a:pt x="25378" y="11314"/>
                  </a:cubicBezTo>
                  <a:cubicBezTo>
                    <a:pt x="28049" y="9193"/>
                    <a:pt x="29306" y="7071"/>
                    <a:pt x="28756" y="5578"/>
                  </a:cubicBezTo>
                  <a:cubicBezTo>
                    <a:pt x="28285" y="4478"/>
                    <a:pt x="26792" y="3929"/>
                    <a:pt x="24513" y="3929"/>
                  </a:cubicBezTo>
                  <a:lnTo>
                    <a:pt x="23649" y="3929"/>
                  </a:lnTo>
                  <a:cubicBezTo>
                    <a:pt x="21921" y="3379"/>
                    <a:pt x="20742" y="1807"/>
                    <a:pt x="2074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" name="Google Shape;331;p16"/>
            <p:cNvSpPr/>
            <p:nvPr/>
          </p:nvSpPr>
          <p:spPr>
            <a:xfrm>
              <a:off x="8065000" y="4604000"/>
              <a:ext cx="731548" cy="419129"/>
            </a:xfrm>
            <a:custGeom>
              <a:rect b="b" l="l" r="r" t="t"/>
              <a:pathLst>
                <a:path extrusionOk="0" h="57219" w="99870">
                  <a:moveTo>
                    <a:pt x="58847" y="3703"/>
                  </a:moveTo>
                  <a:cubicBezTo>
                    <a:pt x="58882" y="3703"/>
                    <a:pt x="58917" y="3719"/>
                    <a:pt x="58948" y="3744"/>
                  </a:cubicBezTo>
                  <a:lnTo>
                    <a:pt x="58960" y="3744"/>
                  </a:lnTo>
                  <a:cubicBezTo>
                    <a:pt x="68652" y="6351"/>
                    <a:pt x="76105" y="11626"/>
                    <a:pt x="79796" y="21341"/>
                  </a:cubicBezTo>
                  <a:cubicBezTo>
                    <a:pt x="80439" y="23020"/>
                    <a:pt x="80760" y="24794"/>
                    <a:pt x="80939" y="26592"/>
                  </a:cubicBezTo>
                  <a:cubicBezTo>
                    <a:pt x="80986" y="27116"/>
                    <a:pt x="80820" y="27258"/>
                    <a:pt x="80296" y="27258"/>
                  </a:cubicBezTo>
                  <a:cubicBezTo>
                    <a:pt x="79275" y="27255"/>
                    <a:pt x="78253" y="27254"/>
                    <a:pt x="77231" y="27254"/>
                  </a:cubicBezTo>
                  <a:cubicBezTo>
                    <a:pt x="74165" y="27254"/>
                    <a:pt x="71095" y="27267"/>
                    <a:pt x="68032" y="27294"/>
                  </a:cubicBezTo>
                  <a:cubicBezTo>
                    <a:pt x="68021" y="27294"/>
                    <a:pt x="68009" y="27294"/>
                    <a:pt x="67998" y="27294"/>
                  </a:cubicBezTo>
                  <a:cubicBezTo>
                    <a:pt x="67342" y="27294"/>
                    <a:pt x="67353" y="26953"/>
                    <a:pt x="67330" y="26485"/>
                  </a:cubicBezTo>
                  <a:cubicBezTo>
                    <a:pt x="67104" y="21067"/>
                    <a:pt x="66044" y="15840"/>
                    <a:pt x="63746" y="10911"/>
                  </a:cubicBezTo>
                  <a:cubicBezTo>
                    <a:pt x="62520" y="8292"/>
                    <a:pt x="60865" y="5911"/>
                    <a:pt x="58865" y="3827"/>
                  </a:cubicBezTo>
                  <a:lnTo>
                    <a:pt x="58757" y="3744"/>
                  </a:lnTo>
                  <a:cubicBezTo>
                    <a:pt x="58786" y="3716"/>
                    <a:pt x="58816" y="3703"/>
                    <a:pt x="58847" y="3703"/>
                  </a:cubicBezTo>
                  <a:close/>
                  <a:moveTo>
                    <a:pt x="51686" y="2804"/>
                  </a:moveTo>
                  <a:cubicBezTo>
                    <a:pt x="51788" y="2804"/>
                    <a:pt x="51917" y="2829"/>
                    <a:pt x="52078" y="2875"/>
                  </a:cubicBezTo>
                  <a:cubicBezTo>
                    <a:pt x="54459" y="3506"/>
                    <a:pt x="56329" y="4887"/>
                    <a:pt x="57924" y="6696"/>
                  </a:cubicBezTo>
                  <a:cubicBezTo>
                    <a:pt x="60889" y="10078"/>
                    <a:pt x="62532" y="14114"/>
                    <a:pt x="63591" y="18412"/>
                  </a:cubicBezTo>
                  <a:cubicBezTo>
                    <a:pt x="64270" y="21127"/>
                    <a:pt x="64592" y="23889"/>
                    <a:pt x="64746" y="26663"/>
                  </a:cubicBezTo>
                  <a:cubicBezTo>
                    <a:pt x="64770" y="27163"/>
                    <a:pt x="64627" y="27306"/>
                    <a:pt x="64139" y="27306"/>
                  </a:cubicBezTo>
                  <a:cubicBezTo>
                    <a:pt x="62457" y="27301"/>
                    <a:pt x="60774" y="27298"/>
                    <a:pt x="59089" y="27298"/>
                  </a:cubicBezTo>
                  <a:cubicBezTo>
                    <a:pt x="56706" y="27298"/>
                    <a:pt x="54320" y="27304"/>
                    <a:pt x="51935" y="27318"/>
                  </a:cubicBezTo>
                  <a:cubicBezTo>
                    <a:pt x="51304" y="27318"/>
                    <a:pt x="51352" y="26997"/>
                    <a:pt x="51352" y="26580"/>
                  </a:cubicBezTo>
                  <a:cubicBezTo>
                    <a:pt x="51364" y="22710"/>
                    <a:pt x="51364" y="18853"/>
                    <a:pt x="51364" y="14983"/>
                  </a:cubicBezTo>
                  <a:lnTo>
                    <a:pt x="51340" y="14983"/>
                  </a:lnTo>
                  <a:cubicBezTo>
                    <a:pt x="51340" y="11137"/>
                    <a:pt x="51352" y="7292"/>
                    <a:pt x="51328" y="3446"/>
                  </a:cubicBezTo>
                  <a:cubicBezTo>
                    <a:pt x="51328" y="2986"/>
                    <a:pt x="51410" y="2804"/>
                    <a:pt x="51686" y="2804"/>
                  </a:cubicBezTo>
                  <a:close/>
                  <a:moveTo>
                    <a:pt x="69056" y="4887"/>
                  </a:moveTo>
                  <a:lnTo>
                    <a:pt x="69056" y="4887"/>
                  </a:lnTo>
                  <a:cubicBezTo>
                    <a:pt x="71152" y="5315"/>
                    <a:pt x="73212" y="5899"/>
                    <a:pt x="75224" y="6625"/>
                  </a:cubicBezTo>
                  <a:lnTo>
                    <a:pt x="75236" y="6625"/>
                  </a:lnTo>
                  <a:cubicBezTo>
                    <a:pt x="80629" y="8542"/>
                    <a:pt x="85701" y="11054"/>
                    <a:pt x="90047" y="14852"/>
                  </a:cubicBezTo>
                  <a:cubicBezTo>
                    <a:pt x="93143" y="17567"/>
                    <a:pt x="95560" y="20746"/>
                    <a:pt x="96655" y="24782"/>
                  </a:cubicBezTo>
                  <a:cubicBezTo>
                    <a:pt x="96798" y="25306"/>
                    <a:pt x="96881" y="25842"/>
                    <a:pt x="97000" y="26377"/>
                  </a:cubicBezTo>
                  <a:cubicBezTo>
                    <a:pt x="97143" y="26973"/>
                    <a:pt x="97048" y="27235"/>
                    <a:pt x="96310" y="27235"/>
                  </a:cubicBezTo>
                  <a:cubicBezTo>
                    <a:pt x="95167" y="27219"/>
                    <a:pt x="94025" y="27213"/>
                    <a:pt x="92884" y="27213"/>
                  </a:cubicBezTo>
                  <a:cubicBezTo>
                    <a:pt x="90601" y="27213"/>
                    <a:pt x="88321" y="27235"/>
                    <a:pt x="86035" y="27235"/>
                  </a:cubicBezTo>
                  <a:cubicBezTo>
                    <a:pt x="85590" y="27235"/>
                    <a:pt x="85089" y="27320"/>
                    <a:pt x="84642" y="27320"/>
                  </a:cubicBezTo>
                  <a:cubicBezTo>
                    <a:pt x="84323" y="27320"/>
                    <a:pt x="84031" y="27276"/>
                    <a:pt x="83808" y="27127"/>
                  </a:cubicBezTo>
                  <a:cubicBezTo>
                    <a:pt x="83249" y="26770"/>
                    <a:pt x="83511" y="25734"/>
                    <a:pt x="83391" y="25008"/>
                  </a:cubicBezTo>
                  <a:cubicBezTo>
                    <a:pt x="82308" y="18091"/>
                    <a:pt x="78843" y="12566"/>
                    <a:pt x="73545" y="8113"/>
                  </a:cubicBezTo>
                  <a:cubicBezTo>
                    <a:pt x="72116" y="6946"/>
                    <a:pt x="70616" y="5863"/>
                    <a:pt x="69056" y="4887"/>
                  </a:cubicBezTo>
                  <a:close/>
                  <a:moveTo>
                    <a:pt x="48364" y="2808"/>
                  </a:moveTo>
                  <a:cubicBezTo>
                    <a:pt x="48704" y="2808"/>
                    <a:pt x="48709" y="3114"/>
                    <a:pt x="48709" y="3970"/>
                  </a:cubicBezTo>
                  <a:lnTo>
                    <a:pt x="48709" y="15055"/>
                  </a:lnTo>
                  <a:lnTo>
                    <a:pt x="48756" y="15055"/>
                  </a:lnTo>
                  <a:cubicBezTo>
                    <a:pt x="48756" y="18876"/>
                    <a:pt x="48744" y="22698"/>
                    <a:pt x="48780" y="26520"/>
                  </a:cubicBezTo>
                  <a:cubicBezTo>
                    <a:pt x="48780" y="27154"/>
                    <a:pt x="48602" y="27330"/>
                    <a:pt x="48008" y="27330"/>
                  </a:cubicBezTo>
                  <a:cubicBezTo>
                    <a:pt x="47988" y="27330"/>
                    <a:pt x="47967" y="27330"/>
                    <a:pt x="47947" y="27330"/>
                  </a:cubicBezTo>
                  <a:cubicBezTo>
                    <a:pt x="46625" y="27322"/>
                    <a:pt x="45302" y="27319"/>
                    <a:pt x="43979" y="27319"/>
                  </a:cubicBezTo>
                  <a:cubicBezTo>
                    <a:pt x="41332" y="27319"/>
                    <a:pt x="38684" y="27330"/>
                    <a:pt x="36040" y="27330"/>
                  </a:cubicBezTo>
                  <a:cubicBezTo>
                    <a:pt x="35958" y="27330"/>
                    <a:pt x="35878" y="27334"/>
                    <a:pt x="35803" y="27334"/>
                  </a:cubicBezTo>
                  <a:cubicBezTo>
                    <a:pt x="35528" y="27334"/>
                    <a:pt x="35322" y="27282"/>
                    <a:pt x="35350" y="26806"/>
                  </a:cubicBezTo>
                  <a:cubicBezTo>
                    <a:pt x="35683" y="20293"/>
                    <a:pt x="37005" y="14054"/>
                    <a:pt x="40708" y="8542"/>
                  </a:cubicBezTo>
                  <a:cubicBezTo>
                    <a:pt x="42398" y="6042"/>
                    <a:pt x="44506" y="3994"/>
                    <a:pt x="47458" y="3041"/>
                  </a:cubicBezTo>
                  <a:cubicBezTo>
                    <a:pt x="47895" y="2898"/>
                    <a:pt x="48179" y="2808"/>
                    <a:pt x="48364" y="2808"/>
                  </a:cubicBezTo>
                  <a:close/>
                  <a:moveTo>
                    <a:pt x="41019" y="3796"/>
                  </a:moveTo>
                  <a:cubicBezTo>
                    <a:pt x="41099" y="3796"/>
                    <a:pt x="41184" y="3818"/>
                    <a:pt x="41279" y="3887"/>
                  </a:cubicBezTo>
                  <a:cubicBezTo>
                    <a:pt x="40981" y="4208"/>
                    <a:pt x="40684" y="4529"/>
                    <a:pt x="40386" y="4851"/>
                  </a:cubicBezTo>
                  <a:cubicBezTo>
                    <a:pt x="37124" y="8542"/>
                    <a:pt x="35243" y="12911"/>
                    <a:pt x="34028" y="17614"/>
                  </a:cubicBezTo>
                  <a:cubicBezTo>
                    <a:pt x="33290" y="20555"/>
                    <a:pt x="32861" y="23568"/>
                    <a:pt x="32754" y="26604"/>
                  </a:cubicBezTo>
                  <a:cubicBezTo>
                    <a:pt x="32730" y="27235"/>
                    <a:pt x="32528" y="27342"/>
                    <a:pt x="31945" y="27342"/>
                  </a:cubicBezTo>
                  <a:cubicBezTo>
                    <a:pt x="30417" y="27333"/>
                    <a:pt x="28890" y="27329"/>
                    <a:pt x="27365" y="27329"/>
                  </a:cubicBezTo>
                  <a:cubicBezTo>
                    <a:pt x="24897" y="27329"/>
                    <a:pt x="22432" y="27339"/>
                    <a:pt x="19967" y="27354"/>
                  </a:cubicBezTo>
                  <a:cubicBezTo>
                    <a:pt x="19360" y="27354"/>
                    <a:pt x="19157" y="27235"/>
                    <a:pt x="19217" y="26592"/>
                  </a:cubicBezTo>
                  <a:cubicBezTo>
                    <a:pt x="19681" y="21865"/>
                    <a:pt x="21503" y="17698"/>
                    <a:pt x="24491" y="14043"/>
                  </a:cubicBezTo>
                  <a:cubicBezTo>
                    <a:pt x="28754" y="8828"/>
                    <a:pt x="34314" y="5625"/>
                    <a:pt x="40743" y="3851"/>
                  </a:cubicBezTo>
                  <a:cubicBezTo>
                    <a:pt x="40830" y="3831"/>
                    <a:pt x="40920" y="3796"/>
                    <a:pt x="41019" y="3796"/>
                  </a:cubicBezTo>
                  <a:close/>
                  <a:moveTo>
                    <a:pt x="31083" y="4890"/>
                  </a:moveTo>
                  <a:cubicBezTo>
                    <a:pt x="31150" y="4890"/>
                    <a:pt x="31218" y="4893"/>
                    <a:pt x="31290" y="4899"/>
                  </a:cubicBezTo>
                  <a:cubicBezTo>
                    <a:pt x="30647" y="5303"/>
                    <a:pt x="30099" y="5637"/>
                    <a:pt x="29575" y="5994"/>
                  </a:cubicBezTo>
                  <a:cubicBezTo>
                    <a:pt x="23682" y="9947"/>
                    <a:pt x="19395" y="15138"/>
                    <a:pt x="17419" y="22055"/>
                  </a:cubicBezTo>
                  <a:cubicBezTo>
                    <a:pt x="16967" y="23591"/>
                    <a:pt x="16693" y="25175"/>
                    <a:pt x="16597" y="26770"/>
                  </a:cubicBezTo>
                  <a:cubicBezTo>
                    <a:pt x="16574" y="27223"/>
                    <a:pt x="16431" y="27354"/>
                    <a:pt x="15990" y="27354"/>
                  </a:cubicBezTo>
                  <a:cubicBezTo>
                    <a:pt x="11894" y="27354"/>
                    <a:pt x="7811" y="27354"/>
                    <a:pt x="3727" y="27378"/>
                  </a:cubicBezTo>
                  <a:cubicBezTo>
                    <a:pt x="3179" y="27378"/>
                    <a:pt x="3036" y="27211"/>
                    <a:pt x="3120" y="26699"/>
                  </a:cubicBezTo>
                  <a:cubicBezTo>
                    <a:pt x="3393" y="24770"/>
                    <a:pt x="4024" y="22913"/>
                    <a:pt x="4965" y="21210"/>
                  </a:cubicBezTo>
                  <a:cubicBezTo>
                    <a:pt x="7084" y="17352"/>
                    <a:pt x="10228" y="14483"/>
                    <a:pt x="13835" y="12078"/>
                  </a:cubicBezTo>
                  <a:cubicBezTo>
                    <a:pt x="19050" y="8601"/>
                    <a:pt x="24837" y="6423"/>
                    <a:pt x="30885" y="4899"/>
                  </a:cubicBezTo>
                  <a:cubicBezTo>
                    <a:pt x="30950" y="4893"/>
                    <a:pt x="31016" y="4890"/>
                    <a:pt x="31083" y="4890"/>
                  </a:cubicBezTo>
                  <a:close/>
                  <a:moveTo>
                    <a:pt x="15931" y="29973"/>
                  </a:moveTo>
                  <a:cubicBezTo>
                    <a:pt x="16312" y="29973"/>
                    <a:pt x="16550" y="29985"/>
                    <a:pt x="16597" y="30497"/>
                  </a:cubicBezTo>
                  <a:cubicBezTo>
                    <a:pt x="17252" y="38403"/>
                    <a:pt x="21050" y="44582"/>
                    <a:pt x="27099" y="49523"/>
                  </a:cubicBezTo>
                  <a:cubicBezTo>
                    <a:pt x="28349" y="50547"/>
                    <a:pt x="29754" y="51345"/>
                    <a:pt x="31040" y="52309"/>
                  </a:cubicBezTo>
                  <a:cubicBezTo>
                    <a:pt x="29790" y="52238"/>
                    <a:pt x="28635" y="51785"/>
                    <a:pt x="27456" y="51428"/>
                  </a:cubicBezTo>
                  <a:cubicBezTo>
                    <a:pt x="21824" y="49737"/>
                    <a:pt x="16514" y="47392"/>
                    <a:pt x="11811" y="43808"/>
                  </a:cubicBezTo>
                  <a:cubicBezTo>
                    <a:pt x="8692" y="41427"/>
                    <a:pt x="6072" y="38629"/>
                    <a:pt x="4405" y="35021"/>
                  </a:cubicBezTo>
                  <a:cubicBezTo>
                    <a:pt x="3786" y="33652"/>
                    <a:pt x="3358" y="32211"/>
                    <a:pt x="3131" y="30723"/>
                  </a:cubicBezTo>
                  <a:cubicBezTo>
                    <a:pt x="3048" y="30211"/>
                    <a:pt x="3120" y="29973"/>
                    <a:pt x="3739" y="29973"/>
                  </a:cubicBezTo>
                  <a:cubicBezTo>
                    <a:pt x="5092" y="29981"/>
                    <a:pt x="6447" y="29984"/>
                    <a:pt x="7802" y="29984"/>
                  </a:cubicBezTo>
                  <a:cubicBezTo>
                    <a:pt x="10512" y="29984"/>
                    <a:pt x="13224" y="29973"/>
                    <a:pt x="15931" y="29973"/>
                  </a:cubicBezTo>
                  <a:close/>
                  <a:moveTo>
                    <a:pt x="96084" y="29842"/>
                  </a:moveTo>
                  <a:cubicBezTo>
                    <a:pt x="97155" y="29842"/>
                    <a:pt x="97143" y="29842"/>
                    <a:pt x="96965" y="30878"/>
                  </a:cubicBezTo>
                  <a:lnTo>
                    <a:pt x="96977" y="30878"/>
                  </a:lnTo>
                  <a:cubicBezTo>
                    <a:pt x="96429" y="34152"/>
                    <a:pt x="94929" y="36962"/>
                    <a:pt x="92809" y="39474"/>
                  </a:cubicBezTo>
                  <a:cubicBezTo>
                    <a:pt x="89571" y="43308"/>
                    <a:pt x="85475" y="45987"/>
                    <a:pt x="81010" y="48166"/>
                  </a:cubicBezTo>
                  <a:cubicBezTo>
                    <a:pt x="77343" y="49952"/>
                    <a:pt x="73509" y="51250"/>
                    <a:pt x="69568" y="52262"/>
                  </a:cubicBezTo>
                  <a:cubicBezTo>
                    <a:pt x="69414" y="52297"/>
                    <a:pt x="69235" y="52309"/>
                    <a:pt x="69068" y="52333"/>
                  </a:cubicBezTo>
                  <a:cubicBezTo>
                    <a:pt x="71128" y="50976"/>
                    <a:pt x="73116" y="49535"/>
                    <a:pt x="74902" y="47832"/>
                  </a:cubicBezTo>
                  <a:cubicBezTo>
                    <a:pt x="79415" y="43558"/>
                    <a:pt x="82391" y="38438"/>
                    <a:pt x="83356" y="32235"/>
                  </a:cubicBezTo>
                  <a:cubicBezTo>
                    <a:pt x="83475" y="31664"/>
                    <a:pt x="83534" y="31068"/>
                    <a:pt x="83558" y="30485"/>
                  </a:cubicBezTo>
                  <a:cubicBezTo>
                    <a:pt x="83558" y="29937"/>
                    <a:pt x="83784" y="29842"/>
                    <a:pt x="84261" y="29842"/>
                  </a:cubicBezTo>
                  <a:cubicBezTo>
                    <a:pt x="85574" y="29850"/>
                    <a:pt x="86889" y="29853"/>
                    <a:pt x="88204" y="29853"/>
                  </a:cubicBezTo>
                  <a:cubicBezTo>
                    <a:pt x="90834" y="29853"/>
                    <a:pt x="93464" y="29842"/>
                    <a:pt x="96084" y="29842"/>
                  </a:cubicBezTo>
                  <a:close/>
                  <a:moveTo>
                    <a:pt x="31075" y="52321"/>
                  </a:moveTo>
                  <a:lnTo>
                    <a:pt x="31242" y="52393"/>
                  </a:lnTo>
                  <a:cubicBezTo>
                    <a:pt x="31230" y="52404"/>
                    <a:pt x="31206" y="52428"/>
                    <a:pt x="31183" y="52428"/>
                  </a:cubicBezTo>
                  <a:cubicBezTo>
                    <a:pt x="31123" y="52428"/>
                    <a:pt x="31040" y="52428"/>
                    <a:pt x="31075" y="52321"/>
                  </a:cubicBezTo>
                  <a:close/>
                  <a:moveTo>
                    <a:pt x="32135" y="29949"/>
                  </a:moveTo>
                  <a:cubicBezTo>
                    <a:pt x="32838" y="29949"/>
                    <a:pt x="32790" y="30330"/>
                    <a:pt x="32814" y="30783"/>
                  </a:cubicBezTo>
                  <a:cubicBezTo>
                    <a:pt x="32945" y="34890"/>
                    <a:pt x="33683" y="38962"/>
                    <a:pt x="35004" y="42856"/>
                  </a:cubicBezTo>
                  <a:cubicBezTo>
                    <a:pt x="36362" y="46808"/>
                    <a:pt x="38303" y="50416"/>
                    <a:pt x="41291" y="53452"/>
                  </a:cubicBezTo>
                  <a:cubicBezTo>
                    <a:pt x="38945" y="52964"/>
                    <a:pt x="36683" y="52178"/>
                    <a:pt x="34552" y="51107"/>
                  </a:cubicBezTo>
                  <a:cubicBezTo>
                    <a:pt x="28468" y="48094"/>
                    <a:pt x="23705" y="43749"/>
                    <a:pt x="20943" y="37438"/>
                  </a:cubicBezTo>
                  <a:cubicBezTo>
                    <a:pt x="19991" y="35271"/>
                    <a:pt x="19407" y="32962"/>
                    <a:pt x="19217" y="30604"/>
                  </a:cubicBezTo>
                  <a:cubicBezTo>
                    <a:pt x="19169" y="30116"/>
                    <a:pt x="19300" y="29973"/>
                    <a:pt x="19800" y="29973"/>
                  </a:cubicBezTo>
                  <a:cubicBezTo>
                    <a:pt x="21304" y="29977"/>
                    <a:pt x="22807" y="29980"/>
                    <a:pt x="24311" y="29980"/>
                  </a:cubicBezTo>
                  <a:cubicBezTo>
                    <a:pt x="26916" y="29980"/>
                    <a:pt x="29523" y="29972"/>
                    <a:pt x="32135" y="29949"/>
                  </a:cubicBezTo>
                  <a:close/>
                  <a:moveTo>
                    <a:pt x="80224" y="29854"/>
                  </a:moveTo>
                  <a:cubicBezTo>
                    <a:pt x="80820" y="29854"/>
                    <a:pt x="80998" y="29997"/>
                    <a:pt x="80939" y="30592"/>
                  </a:cubicBezTo>
                  <a:cubicBezTo>
                    <a:pt x="80582" y="34402"/>
                    <a:pt x="79260" y="38069"/>
                    <a:pt x="77093" y="41236"/>
                  </a:cubicBezTo>
                  <a:cubicBezTo>
                    <a:pt x="72712" y="47654"/>
                    <a:pt x="66544" y="51488"/>
                    <a:pt x="59103" y="53428"/>
                  </a:cubicBezTo>
                  <a:cubicBezTo>
                    <a:pt x="59054" y="53436"/>
                    <a:pt x="58994" y="53456"/>
                    <a:pt x="58957" y="53456"/>
                  </a:cubicBezTo>
                  <a:cubicBezTo>
                    <a:pt x="58940" y="53456"/>
                    <a:pt x="58928" y="53452"/>
                    <a:pt x="58924" y="53440"/>
                  </a:cubicBezTo>
                  <a:cubicBezTo>
                    <a:pt x="58865" y="53369"/>
                    <a:pt x="58948" y="53345"/>
                    <a:pt x="59007" y="53321"/>
                  </a:cubicBezTo>
                  <a:cubicBezTo>
                    <a:pt x="64901" y="47011"/>
                    <a:pt x="66854" y="39236"/>
                    <a:pt x="67330" y="30914"/>
                  </a:cubicBezTo>
                  <a:cubicBezTo>
                    <a:pt x="67389" y="29890"/>
                    <a:pt x="67366" y="29890"/>
                    <a:pt x="68402" y="29890"/>
                  </a:cubicBezTo>
                  <a:cubicBezTo>
                    <a:pt x="72342" y="29890"/>
                    <a:pt x="76295" y="29890"/>
                    <a:pt x="80224" y="29854"/>
                  </a:cubicBezTo>
                  <a:close/>
                  <a:moveTo>
                    <a:pt x="64127" y="29890"/>
                  </a:moveTo>
                  <a:cubicBezTo>
                    <a:pt x="64544" y="29890"/>
                    <a:pt x="64818" y="29890"/>
                    <a:pt x="64782" y="30461"/>
                  </a:cubicBezTo>
                  <a:cubicBezTo>
                    <a:pt x="64496" y="35926"/>
                    <a:pt x="63508" y="41213"/>
                    <a:pt x="60972" y="46118"/>
                  </a:cubicBezTo>
                  <a:cubicBezTo>
                    <a:pt x="59662" y="48594"/>
                    <a:pt x="58067" y="50833"/>
                    <a:pt x="55817" y="52535"/>
                  </a:cubicBezTo>
                  <a:lnTo>
                    <a:pt x="55829" y="52535"/>
                  </a:lnTo>
                  <a:cubicBezTo>
                    <a:pt x="54805" y="53333"/>
                    <a:pt x="53626" y="53928"/>
                    <a:pt x="52364" y="54286"/>
                  </a:cubicBezTo>
                  <a:cubicBezTo>
                    <a:pt x="52048" y="54372"/>
                    <a:pt x="51839" y="54428"/>
                    <a:pt x="51702" y="54428"/>
                  </a:cubicBezTo>
                  <a:cubicBezTo>
                    <a:pt x="51440" y="54428"/>
                    <a:pt x="51435" y="54224"/>
                    <a:pt x="51435" y="53631"/>
                  </a:cubicBezTo>
                  <a:lnTo>
                    <a:pt x="51435" y="42165"/>
                  </a:lnTo>
                  <a:lnTo>
                    <a:pt x="51376" y="42165"/>
                  </a:lnTo>
                  <a:lnTo>
                    <a:pt x="51376" y="30711"/>
                  </a:lnTo>
                  <a:cubicBezTo>
                    <a:pt x="51376" y="30221"/>
                    <a:pt x="51399" y="29913"/>
                    <a:pt x="52030" y="29913"/>
                  </a:cubicBezTo>
                  <a:cubicBezTo>
                    <a:pt x="52042" y="29913"/>
                    <a:pt x="52054" y="29913"/>
                    <a:pt x="52066" y="29914"/>
                  </a:cubicBezTo>
                  <a:cubicBezTo>
                    <a:pt x="53245" y="29921"/>
                    <a:pt x="54422" y="29923"/>
                    <a:pt x="55600" y="29923"/>
                  </a:cubicBezTo>
                  <a:cubicBezTo>
                    <a:pt x="58442" y="29923"/>
                    <a:pt x="61282" y="29907"/>
                    <a:pt x="64127" y="29890"/>
                  </a:cubicBezTo>
                  <a:close/>
                  <a:moveTo>
                    <a:pt x="48113" y="29925"/>
                  </a:moveTo>
                  <a:cubicBezTo>
                    <a:pt x="48697" y="29925"/>
                    <a:pt x="48804" y="30140"/>
                    <a:pt x="48792" y="30652"/>
                  </a:cubicBezTo>
                  <a:cubicBezTo>
                    <a:pt x="48780" y="34521"/>
                    <a:pt x="48792" y="38391"/>
                    <a:pt x="48792" y="42260"/>
                  </a:cubicBezTo>
                  <a:lnTo>
                    <a:pt x="48816" y="42260"/>
                  </a:lnTo>
                  <a:lnTo>
                    <a:pt x="48816" y="53571"/>
                  </a:lnTo>
                  <a:cubicBezTo>
                    <a:pt x="48816" y="54209"/>
                    <a:pt x="48816" y="54430"/>
                    <a:pt x="48540" y="54430"/>
                  </a:cubicBezTo>
                  <a:cubicBezTo>
                    <a:pt x="48393" y="54430"/>
                    <a:pt x="48170" y="54369"/>
                    <a:pt x="47828" y="54274"/>
                  </a:cubicBezTo>
                  <a:cubicBezTo>
                    <a:pt x="45280" y="53559"/>
                    <a:pt x="43351" y="51952"/>
                    <a:pt x="41732" y="49940"/>
                  </a:cubicBezTo>
                  <a:cubicBezTo>
                    <a:pt x="38791" y="46308"/>
                    <a:pt x="37231" y="42058"/>
                    <a:pt x="36267" y="37557"/>
                  </a:cubicBezTo>
                  <a:cubicBezTo>
                    <a:pt x="35790" y="35283"/>
                    <a:pt x="35564" y="32985"/>
                    <a:pt x="35397" y="30676"/>
                  </a:cubicBezTo>
                  <a:cubicBezTo>
                    <a:pt x="35362" y="30140"/>
                    <a:pt x="35469" y="29949"/>
                    <a:pt x="36052" y="29949"/>
                  </a:cubicBezTo>
                  <a:cubicBezTo>
                    <a:pt x="37525" y="29954"/>
                    <a:pt x="38997" y="29956"/>
                    <a:pt x="40468" y="29956"/>
                  </a:cubicBezTo>
                  <a:cubicBezTo>
                    <a:pt x="43015" y="29956"/>
                    <a:pt x="45562" y="29948"/>
                    <a:pt x="48113" y="29925"/>
                  </a:cubicBezTo>
                  <a:close/>
                  <a:moveTo>
                    <a:pt x="49847" y="0"/>
                  </a:moveTo>
                  <a:cubicBezTo>
                    <a:pt x="47878" y="0"/>
                    <a:pt x="45726" y="67"/>
                    <a:pt x="43553" y="255"/>
                  </a:cubicBezTo>
                  <a:cubicBezTo>
                    <a:pt x="35505" y="934"/>
                    <a:pt x="27694" y="2553"/>
                    <a:pt x="20253" y="5756"/>
                  </a:cubicBezTo>
                  <a:cubicBezTo>
                    <a:pt x="15192" y="7935"/>
                    <a:pt x="10537" y="10733"/>
                    <a:pt x="6644" y="14697"/>
                  </a:cubicBezTo>
                  <a:cubicBezTo>
                    <a:pt x="3465" y="17948"/>
                    <a:pt x="1191" y="21698"/>
                    <a:pt x="476" y="26282"/>
                  </a:cubicBezTo>
                  <a:cubicBezTo>
                    <a:pt x="453" y="26401"/>
                    <a:pt x="0" y="28830"/>
                    <a:pt x="679" y="32200"/>
                  </a:cubicBezTo>
                  <a:cubicBezTo>
                    <a:pt x="1488" y="36224"/>
                    <a:pt x="3667" y="39546"/>
                    <a:pt x="6501" y="42463"/>
                  </a:cubicBezTo>
                  <a:cubicBezTo>
                    <a:pt x="10799" y="46904"/>
                    <a:pt x="16038" y="49868"/>
                    <a:pt x="21705" y="52142"/>
                  </a:cubicBezTo>
                  <a:cubicBezTo>
                    <a:pt x="27992" y="54643"/>
                    <a:pt x="34528" y="56107"/>
                    <a:pt x="41255" y="56774"/>
                  </a:cubicBezTo>
                  <a:cubicBezTo>
                    <a:pt x="44247" y="57067"/>
                    <a:pt x="47230" y="57219"/>
                    <a:pt x="50202" y="57219"/>
                  </a:cubicBezTo>
                  <a:cubicBezTo>
                    <a:pt x="57026" y="57219"/>
                    <a:pt x="63796" y="56416"/>
                    <a:pt x="70497" y="54667"/>
                  </a:cubicBezTo>
                  <a:cubicBezTo>
                    <a:pt x="77462" y="52857"/>
                    <a:pt x="84023" y="50142"/>
                    <a:pt x="89797" y="45761"/>
                  </a:cubicBezTo>
                  <a:cubicBezTo>
                    <a:pt x="93476" y="42975"/>
                    <a:pt x="96548" y="39665"/>
                    <a:pt x="98405" y="35343"/>
                  </a:cubicBezTo>
                  <a:cubicBezTo>
                    <a:pt x="99048" y="33855"/>
                    <a:pt x="99489" y="32271"/>
                    <a:pt x="99691" y="30664"/>
                  </a:cubicBezTo>
                  <a:cubicBezTo>
                    <a:pt x="99870" y="29580"/>
                    <a:pt x="99715" y="26449"/>
                    <a:pt x="99489" y="25115"/>
                  </a:cubicBezTo>
                  <a:cubicBezTo>
                    <a:pt x="98620" y="21055"/>
                    <a:pt x="96548" y="17674"/>
                    <a:pt x="93714" y="14733"/>
                  </a:cubicBezTo>
                  <a:cubicBezTo>
                    <a:pt x="89583" y="10447"/>
                    <a:pt x="84558" y="7542"/>
                    <a:pt x="79117" y="5303"/>
                  </a:cubicBezTo>
                  <a:cubicBezTo>
                    <a:pt x="72485" y="2577"/>
                    <a:pt x="65556" y="1053"/>
                    <a:pt x="58424" y="398"/>
                  </a:cubicBezTo>
                  <a:cubicBezTo>
                    <a:pt x="57535" y="316"/>
                    <a:pt x="54123" y="0"/>
                    <a:pt x="498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1">
  <p:cSld name="CUSTOM_10">
    <p:spTree>
      <p:nvGrpSpPr>
        <p:cNvPr id="332" name="Shape 3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33" name="Google Shape;333;p17"/>
          <p:cNvGrpSpPr/>
          <p:nvPr/>
        </p:nvGrpSpPr>
        <p:grpSpPr>
          <a:xfrm>
            <a:off x="313763" y="445029"/>
            <a:ext cx="37200" cy="2280719"/>
            <a:chOff x="8720263" y="1665954"/>
            <a:chExt cx="37200" cy="2280719"/>
          </a:xfrm>
        </p:grpSpPr>
        <p:sp>
          <p:nvSpPr>
            <p:cNvPr id="334" name="Google Shape;334;p17"/>
            <p:cNvSpPr/>
            <p:nvPr/>
          </p:nvSpPr>
          <p:spPr>
            <a:xfrm flipH="1">
              <a:off x="8720263" y="1665954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  <p:sp>
          <p:nvSpPr>
            <p:cNvPr id="335" name="Google Shape;335;p17"/>
            <p:cNvSpPr/>
            <p:nvPr/>
          </p:nvSpPr>
          <p:spPr>
            <a:xfrm flipH="1">
              <a:off x="8720263" y="2278650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  <p:sp>
          <p:nvSpPr>
            <p:cNvPr id="336" name="Google Shape;336;p17"/>
            <p:cNvSpPr/>
            <p:nvPr/>
          </p:nvSpPr>
          <p:spPr>
            <a:xfrm flipH="1">
              <a:off x="8720263" y="2570381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  <p:sp>
          <p:nvSpPr>
            <p:cNvPr id="337" name="Google Shape;337;p17"/>
            <p:cNvSpPr/>
            <p:nvPr/>
          </p:nvSpPr>
          <p:spPr>
            <a:xfrm flipH="1">
              <a:off x="8720263" y="2862111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  <p:sp>
          <p:nvSpPr>
            <p:cNvPr id="338" name="Google Shape;338;p17"/>
            <p:cNvSpPr/>
            <p:nvPr/>
          </p:nvSpPr>
          <p:spPr>
            <a:xfrm flipH="1">
              <a:off x="8720263" y="3653137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  <p:sp>
          <p:nvSpPr>
            <p:cNvPr id="339" name="Google Shape;339;p17"/>
            <p:cNvSpPr/>
            <p:nvPr/>
          </p:nvSpPr>
          <p:spPr>
            <a:xfrm flipH="1">
              <a:off x="8720263" y="3909472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</p:grpSp>
      <p:sp>
        <p:nvSpPr>
          <p:cNvPr id="340" name="Google Shape;340;p17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grpSp>
        <p:nvGrpSpPr>
          <p:cNvPr id="341" name="Google Shape;341;p17"/>
          <p:cNvGrpSpPr/>
          <p:nvPr/>
        </p:nvGrpSpPr>
        <p:grpSpPr>
          <a:xfrm>
            <a:off x="442848" y="273475"/>
            <a:ext cx="8569939" cy="4749654"/>
            <a:chOff x="442848" y="273475"/>
            <a:chExt cx="8569939" cy="4749654"/>
          </a:xfrm>
        </p:grpSpPr>
        <p:grpSp>
          <p:nvGrpSpPr>
            <p:cNvPr id="342" name="Google Shape;342;p17"/>
            <p:cNvGrpSpPr/>
            <p:nvPr/>
          </p:nvGrpSpPr>
          <p:grpSpPr>
            <a:xfrm>
              <a:off x="8065000" y="273475"/>
              <a:ext cx="947787" cy="4749654"/>
              <a:chOff x="8065000" y="273475"/>
              <a:chExt cx="947787" cy="4749654"/>
            </a:xfrm>
          </p:grpSpPr>
          <p:sp>
            <p:nvSpPr>
              <p:cNvPr id="343" name="Google Shape;343;p17"/>
              <p:cNvSpPr/>
              <p:nvPr/>
            </p:nvSpPr>
            <p:spPr>
              <a:xfrm>
                <a:off x="8489486" y="273475"/>
                <a:ext cx="523301" cy="915777"/>
              </a:xfrm>
              <a:custGeom>
                <a:rect b="b" l="l" r="r" t="t"/>
                <a:pathLst>
                  <a:path extrusionOk="0" h="52248" w="29856">
                    <a:moveTo>
                      <a:pt x="20668" y="8089"/>
                    </a:moveTo>
                    <a:cubicBezTo>
                      <a:pt x="20666" y="8116"/>
                      <a:pt x="20665" y="8144"/>
                      <a:pt x="20664" y="8171"/>
                    </a:cubicBezTo>
                    <a:cubicBezTo>
                      <a:pt x="20665" y="8144"/>
                      <a:pt x="20667" y="8116"/>
                      <a:pt x="20668" y="8089"/>
                    </a:cubicBezTo>
                    <a:close/>
                    <a:moveTo>
                      <a:pt x="24585" y="4346"/>
                    </a:moveTo>
                    <a:cubicBezTo>
                      <a:pt x="26590" y="4346"/>
                      <a:pt x="27886" y="4872"/>
                      <a:pt x="28285" y="5736"/>
                    </a:cubicBezTo>
                    <a:cubicBezTo>
                      <a:pt x="28913" y="7071"/>
                      <a:pt x="27420" y="9193"/>
                      <a:pt x="24671" y="11235"/>
                    </a:cubicBezTo>
                    <a:lnTo>
                      <a:pt x="24435" y="11235"/>
                    </a:lnTo>
                    <a:cubicBezTo>
                      <a:pt x="24042" y="11235"/>
                      <a:pt x="23571" y="11235"/>
                      <a:pt x="23099" y="11314"/>
                    </a:cubicBezTo>
                    <a:cubicBezTo>
                      <a:pt x="19642" y="11707"/>
                      <a:pt x="16185" y="12649"/>
                      <a:pt x="12885" y="14142"/>
                    </a:cubicBezTo>
                    <a:cubicBezTo>
                      <a:pt x="10136" y="15242"/>
                      <a:pt x="7464" y="16735"/>
                      <a:pt x="5029" y="18542"/>
                    </a:cubicBezTo>
                    <a:cubicBezTo>
                      <a:pt x="3222" y="18542"/>
                      <a:pt x="1965" y="18071"/>
                      <a:pt x="1572" y="17206"/>
                    </a:cubicBezTo>
                    <a:cubicBezTo>
                      <a:pt x="550" y="14849"/>
                      <a:pt x="5814" y="10292"/>
                      <a:pt x="13043" y="7150"/>
                    </a:cubicBezTo>
                    <a:cubicBezTo>
                      <a:pt x="15085" y="6286"/>
                      <a:pt x="17128" y="5578"/>
                      <a:pt x="19249" y="5107"/>
                    </a:cubicBezTo>
                    <a:cubicBezTo>
                      <a:pt x="20170" y="5798"/>
                      <a:pt x="20716" y="6938"/>
                      <a:pt x="20668" y="8089"/>
                    </a:cubicBezTo>
                    <a:lnTo>
                      <a:pt x="20668" y="8089"/>
                    </a:lnTo>
                    <a:cubicBezTo>
                      <a:pt x="20775" y="6395"/>
                      <a:pt x="21790" y="4941"/>
                      <a:pt x="23413" y="4400"/>
                    </a:cubicBezTo>
                    <a:cubicBezTo>
                      <a:pt x="23827" y="4363"/>
                      <a:pt x="24218" y="4346"/>
                      <a:pt x="24585" y="4346"/>
                    </a:cubicBezTo>
                    <a:close/>
                    <a:moveTo>
                      <a:pt x="24121" y="11707"/>
                    </a:moveTo>
                    <a:cubicBezTo>
                      <a:pt x="21842" y="13278"/>
                      <a:pt x="19407" y="14692"/>
                      <a:pt x="16814" y="15792"/>
                    </a:cubicBezTo>
                    <a:cubicBezTo>
                      <a:pt x="13278" y="17364"/>
                      <a:pt x="9586" y="18306"/>
                      <a:pt x="5736" y="18542"/>
                    </a:cubicBezTo>
                    <a:cubicBezTo>
                      <a:pt x="8014" y="16971"/>
                      <a:pt x="10528" y="15556"/>
                      <a:pt x="13121" y="14457"/>
                    </a:cubicBezTo>
                    <a:cubicBezTo>
                      <a:pt x="16264" y="13042"/>
                      <a:pt x="19721" y="12100"/>
                      <a:pt x="23178" y="11707"/>
                    </a:cubicBezTo>
                    <a:close/>
                    <a:moveTo>
                      <a:pt x="24828" y="11707"/>
                    </a:moveTo>
                    <a:cubicBezTo>
                      <a:pt x="26713" y="11785"/>
                      <a:pt x="27970" y="12257"/>
                      <a:pt x="28285" y="13121"/>
                    </a:cubicBezTo>
                    <a:cubicBezTo>
                      <a:pt x="28835" y="14457"/>
                      <a:pt x="27420" y="16499"/>
                      <a:pt x="24671" y="18621"/>
                    </a:cubicBezTo>
                    <a:lnTo>
                      <a:pt x="24435" y="18621"/>
                    </a:lnTo>
                    <a:cubicBezTo>
                      <a:pt x="24042" y="18621"/>
                      <a:pt x="23571" y="18699"/>
                      <a:pt x="23099" y="18699"/>
                    </a:cubicBezTo>
                    <a:cubicBezTo>
                      <a:pt x="19564" y="19092"/>
                      <a:pt x="16185" y="20035"/>
                      <a:pt x="12885" y="21528"/>
                    </a:cubicBezTo>
                    <a:cubicBezTo>
                      <a:pt x="10136" y="22628"/>
                      <a:pt x="7464" y="24120"/>
                      <a:pt x="5029" y="25927"/>
                    </a:cubicBezTo>
                    <a:cubicBezTo>
                      <a:pt x="3222" y="25849"/>
                      <a:pt x="1965" y="25377"/>
                      <a:pt x="1572" y="24592"/>
                    </a:cubicBezTo>
                    <a:cubicBezTo>
                      <a:pt x="943" y="23256"/>
                      <a:pt x="2436" y="21135"/>
                      <a:pt x="5186" y="19092"/>
                    </a:cubicBezTo>
                    <a:cubicBezTo>
                      <a:pt x="8093" y="19092"/>
                      <a:pt x="12414" y="18149"/>
                      <a:pt x="16971" y="16185"/>
                    </a:cubicBezTo>
                    <a:cubicBezTo>
                      <a:pt x="19721" y="15007"/>
                      <a:pt x="22392" y="13514"/>
                      <a:pt x="24828" y="11707"/>
                    </a:cubicBezTo>
                    <a:close/>
                    <a:moveTo>
                      <a:pt x="24121" y="19092"/>
                    </a:moveTo>
                    <a:cubicBezTo>
                      <a:pt x="21842" y="20663"/>
                      <a:pt x="19407" y="22078"/>
                      <a:pt x="16814" y="23178"/>
                    </a:cubicBezTo>
                    <a:cubicBezTo>
                      <a:pt x="13278" y="24749"/>
                      <a:pt x="9586" y="25692"/>
                      <a:pt x="5736" y="25927"/>
                    </a:cubicBezTo>
                    <a:cubicBezTo>
                      <a:pt x="8014" y="24356"/>
                      <a:pt x="10528" y="22942"/>
                      <a:pt x="13121" y="21842"/>
                    </a:cubicBezTo>
                    <a:cubicBezTo>
                      <a:pt x="16264" y="20428"/>
                      <a:pt x="19721" y="19485"/>
                      <a:pt x="23178" y="19092"/>
                    </a:cubicBezTo>
                    <a:close/>
                    <a:moveTo>
                      <a:pt x="24042" y="26399"/>
                    </a:moveTo>
                    <a:lnTo>
                      <a:pt x="24042" y="26477"/>
                    </a:lnTo>
                    <a:cubicBezTo>
                      <a:pt x="21764" y="28049"/>
                      <a:pt x="19328" y="29384"/>
                      <a:pt x="16814" y="30484"/>
                    </a:cubicBezTo>
                    <a:cubicBezTo>
                      <a:pt x="13278" y="31977"/>
                      <a:pt x="9586" y="32998"/>
                      <a:pt x="5814" y="33234"/>
                    </a:cubicBezTo>
                    <a:cubicBezTo>
                      <a:pt x="8093" y="31663"/>
                      <a:pt x="10528" y="30249"/>
                      <a:pt x="13043" y="29227"/>
                    </a:cubicBezTo>
                    <a:cubicBezTo>
                      <a:pt x="16264" y="27734"/>
                      <a:pt x="19642" y="26870"/>
                      <a:pt x="23178" y="26477"/>
                    </a:cubicBezTo>
                    <a:cubicBezTo>
                      <a:pt x="23492" y="26399"/>
                      <a:pt x="23806" y="26399"/>
                      <a:pt x="24042" y="26399"/>
                    </a:cubicBezTo>
                    <a:close/>
                    <a:moveTo>
                      <a:pt x="24828" y="19092"/>
                    </a:moveTo>
                    <a:cubicBezTo>
                      <a:pt x="26713" y="19092"/>
                      <a:pt x="27970" y="19642"/>
                      <a:pt x="28285" y="20428"/>
                    </a:cubicBezTo>
                    <a:cubicBezTo>
                      <a:pt x="28835" y="21842"/>
                      <a:pt x="27420" y="23885"/>
                      <a:pt x="24592" y="26006"/>
                    </a:cubicBezTo>
                    <a:lnTo>
                      <a:pt x="24435" y="26006"/>
                    </a:lnTo>
                    <a:cubicBezTo>
                      <a:pt x="24042" y="26006"/>
                      <a:pt x="23571" y="26006"/>
                      <a:pt x="23099" y="26085"/>
                    </a:cubicBezTo>
                    <a:cubicBezTo>
                      <a:pt x="19564" y="26477"/>
                      <a:pt x="16185" y="27420"/>
                      <a:pt x="12885" y="28913"/>
                    </a:cubicBezTo>
                    <a:cubicBezTo>
                      <a:pt x="10136" y="30013"/>
                      <a:pt x="7464" y="31506"/>
                      <a:pt x="5029" y="33313"/>
                    </a:cubicBezTo>
                    <a:cubicBezTo>
                      <a:pt x="3222" y="33156"/>
                      <a:pt x="1965" y="32763"/>
                      <a:pt x="1572" y="31820"/>
                    </a:cubicBezTo>
                    <a:lnTo>
                      <a:pt x="1572" y="31899"/>
                    </a:lnTo>
                    <a:cubicBezTo>
                      <a:pt x="943" y="30563"/>
                      <a:pt x="2436" y="28520"/>
                      <a:pt x="5186" y="26399"/>
                    </a:cubicBezTo>
                    <a:cubicBezTo>
                      <a:pt x="5290" y="26402"/>
                      <a:pt x="5396" y="26403"/>
                      <a:pt x="5503" y="26403"/>
                    </a:cubicBezTo>
                    <a:cubicBezTo>
                      <a:pt x="8403" y="26403"/>
                      <a:pt x="12577" y="25386"/>
                      <a:pt x="16971" y="23492"/>
                    </a:cubicBezTo>
                    <a:cubicBezTo>
                      <a:pt x="19721" y="22392"/>
                      <a:pt x="22392" y="20899"/>
                      <a:pt x="24828" y="19092"/>
                    </a:cubicBezTo>
                    <a:close/>
                    <a:moveTo>
                      <a:pt x="24121" y="33784"/>
                    </a:moveTo>
                    <a:cubicBezTo>
                      <a:pt x="21842" y="35434"/>
                      <a:pt x="19328" y="36770"/>
                      <a:pt x="16735" y="37870"/>
                    </a:cubicBezTo>
                    <a:cubicBezTo>
                      <a:pt x="13314" y="39425"/>
                      <a:pt x="9662" y="40364"/>
                      <a:pt x="5855" y="40612"/>
                    </a:cubicBezTo>
                    <a:lnTo>
                      <a:pt x="5855" y="40612"/>
                    </a:lnTo>
                    <a:cubicBezTo>
                      <a:pt x="8099" y="38999"/>
                      <a:pt x="10495" y="37615"/>
                      <a:pt x="13043" y="36534"/>
                    </a:cubicBezTo>
                    <a:cubicBezTo>
                      <a:pt x="16264" y="35120"/>
                      <a:pt x="19642" y="34177"/>
                      <a:pt x="23099" y="33784"/>
                    </a:cubicBezTo>
                    <a:close/>
                    <a:moveTo>
                      <a:pt x="24828" y="26399"/>
                    </a:moveTo>
                    <a:cubicBezTo>
                      <a:pt x="26713" y="26399"/>
                      <a:pt x="27970" y="26949"/>
                      <a:pt x="28363" y="27813"/>
                    </a:cubicBezTo>
                    <a:cubicBezTo>
                      <a:pt x="28913" y="29149"/>
                      <a:pt x="27420" y="31191"/>
                      <a:pt x="24671" y="33313"/>
                    </a:cubicBezTo>
                    <a:lnTo>
                      <a:pt x="24671" y="33391"/>
                    </a:lnTo>
                    <a:lnTo>
                      <a:pt x="23099" y="33391"/>
                    </a:lnTo>
                    <a:cubicBezTo>
                      <a:pt x="19564" y="33784"/>
                      <a:pt x="16107" y="34727"/>
                      <a:pt x="12885" y="36141"/>
                    </a:cubicBezTo>
                    <a:cubicBezTo>
                      <a:pt x="10136" y="37320"/>
                      <a:pt x="7464" y="38812"/>
                      <a:pt x="5029" y="40620"/>
                    </a:cubicBezTo>
                    <a:cubicBezTo>
                      <a:pt x="3222" y="40541"/>
                      <a:pt x="1965" y="40148"/>
                      <a:pt x="1572" y="39205"/>
                    </a:cubicBezTo>
                    <a:cubicBezTo>
                      <a:pt x="1022" y="37870"/>
                      <a:pt x="2515" y="35748"/>
                      <a:pt x="5264" y="33706"/>
                    </a:cubicBezTo>
                    <a:cubicBezTo>
                      <a:pt x="8171" y="33706"/>
                      <a:pt x="12493" y="32763"/>
                      <a:pt x="16971" y="30799"/>
                    </a:cubicBezTo>
                    <a:cubicBezTo>
                      <a:pt x="19799" y="29699"/>
                      <a:pt x="22392" y="28206"/>
                      <a:pt x="24828" y="26399"/>
                    </a:cubicBezTo>
                    <a:close/>
                    <a:moveTo>
                      <a:pt x="24828" y="33784"/>
                    </a:moveTo>
                    <a:cubicBezTo>
                      <a:pt x="26792" y="33784"/>
                      <a:pt x="27970" y="34256"/>
                      <a:pt x="28285" y="35120"/>
                    </a:cubicBezTo>
                    <a:lnTo>
                      <a:pt x="28285" y="35198"/>
                    </a:lnTo>
                    <a:cubicBezTo>
                      <a:pt x="29306" y="37555"/>
                      <a:pt x="24042" y="42034"/>
                      <a:pt x="16814" y="45176"/>
                    </a:cubicBezTo>
                    <a:cubicBezTo>
                      <a:pt x="14457" y="46198"/>
                      <a:pt x="12021" y="46983"/>
                      <a:pt x="9507" y="47533"/>
                    </a:cubicBezTo>
                    <a:cubicBezTo>
                      <a:pt x="8407" y="46748"/>
                      <a:pt x="7700" y="45491"/>
                      <a:pt x="7700" y="44155"/>
                    </a:cubicBezTo>
                    <a:cubicBezTo>
                      <a:pt x="7700" y="45884"/>
                      <a:pt x="6600" y="47455"/>
                      <a:pt x="4950" y="48005"/>
                    </a:cubicBezTo>
                    <a:cubicBezTo>
                      <a:pt x="3222" y="47926"/>
                      <a:pt x="1965" y="47455"/>
                      <a:pt x="1572" y="46591"/>
                    </a:cubicBezTo>
                    <a:cubicBezTo>
                      <a:pt x="943" y="45255"/>
                      <a:pt x="2436" y="43212"/>
                      <a:pt x="5186" y="41091"/>
                    </a:cubicBezTo>
                    <a:cubicBezTo>
                      <a:pt x="5290" y="41094"/>
                      <a:pt x="5396" y="41095"/>
                      <a:pt x="5504" y="41095"/>
                    </a:cubicBezTo>
                    <a:cubicBezTo>
                      <a:pt x="8403" y="41095"/>
                      <a:pt x="12577" y="40081"/>
                      <a:pt x="16971" y="38262"/>
                    </a:cubicBezTo>
                    <a:cubicBezTo>
                      <a:pt x="19721" y="37084"/>
                      <a:pt x="22392" y="35591"/>
                      <a:pt x="24828" y="33784"/>
                    </a:cubicBezTo>
                    <a:close/>
                    <a:moveTo>
                      <a:pt x="20742" y="0"/>
                    </a:moveTo>
                    <a:cubicBezTo>
                      <a:pt x="20742" y="2279"/>
                      <a:pt x="18935" y="4086"/>
                      <a:pt x="16657" y="4086"/>
                    </a:cubicBezTo>
                    <a:cubicBezTo>
                      <a:pt x="17442" y="4086"/>
                      <a:pt x="18149" y="4243"/>
                      <a:pt x="18857" y="4714"/>
                    </a:cubicBezTo>
                    <a:cubicBezTo>
                      <a:pt x="16814" y="5186"/>
                      <a:pt x="14850" y="5893"/>
                      <a:pt x="12964" y="6678"/>
                    </a:cubicBezTo>
                    <a:cubicBezTo>
                      <a:pt x="5186" y="10057"/>
                      <a:pt x="0" y="14771"/>
                      <a:pt x="1257" y="17364"/>
                    </a:cubicBezTo>
                    <a:cubicBezTo>
                      <a:pt x="1650" y="18306"/>
                      <a:pt x="2829" y="18856"/>
                      <a:pt x="4557" y="19013"/>
                    </a:cubicBezTo>
                    <a:cubicBezTo>
                      <a:pt x="1886" y="21135"/>
                      <a:pt x="629" y="23178"/>
                      <a:pt x="1257" y="24670"/>
                    </a:cubicBezTo>
                    <a:cubicBezTo>
                      <a:pt x="1650" y="25613"/>
                      <a:pt x="2829" y="26163"/>
                      <a:pt x="4557" y="26320"/>
                    </a:cubicBezTo>
                    <a:cubicBezTo>
                      <a:pt x="1886" y="28442"/>
                      <a:pt x="629" y="30563"/>
                      <a:pt x="1257" y="31977"/>
                    </a:cubicBezTo>
                    <a:cubicBezTo>
                      <a:pt x="1650" y="32998"/>
                      <a:pt x="2829" y="33470"/>
                      <a:pt x="4557" y="33627"/>
                    </a:cubicBezTo>
                    <a:cubicBezTo>
                      <a:pt x="1965" y="35748"/>
                      <a:pt x="550" y="37870"/>
                      <a:pt x="1257" y="39362"/>
                    </a:cubicBezTo>
                    <a:cubicBezTo>
                      <a:pt x="1650" y="40384"/>
                      <a:pt x="2829" y="40855"/>
                      <a:pt x="4557" y="41012"/>
                    </a:cubicBezTo>
                    <a:cubicBezTo>
                      <a:pt x="1886" y="43134"/>
                      <a:pt x="629" y="45255"/>
                      <a:pt x="1257" y="46669"/>
                    </a:cubicBezTo>
                    <a:cubicBezTo>
                      <a:pt x="1650" y="47769"/>
                      <a:pt x="2986" y="48319"/>
                      <a:pt x="4950" y="48398"/>
                    </a:cubicBezTo>
                    <a:cubicBezTo>
                      <a:pt x="6600" y="48948"/>
                      <a:pt x="7779" y="50440"/>
                      <a:pt x="7779" y="52248"/>
                    </a:cubicBezTo>
                    <a:cubicBezTo>
                      <a:pt x="7779" y="49969"/>
                      <a:pt x="9586" y="48162"/>
                      <a:pt x="11864" y="48162"/>
                    </a:cubicBezTo>
                    <a:cubicBezTo>
                      <a:pt x="11236" y="48162"/>
                      <a:pt x="10686" y="48005"/>
                      <a:pt x="10136" y="47769"/>
                    </a:cubicBezTo>
                    <a:cubicBezTo>
                      <a:pt x="12493" y="47219"/>
                      <a:pt x="14771" y="46512"/>
                      <a:pt x="17050" y="45569"/>
                    </a:cubicBezTo>
                    <a:cubicBezTo>
                      <a:pt x="24671" y="42269"/>
                      <a:pt x="29856" y="37634"/>
                      <a:pt x="28756" y="34963"/>
                    </a:cubicBezTo>
                    <a:cubicBezTo>
                      <a:pt x="28285" y="34020"/>
                      <a:pt x="27185" y="33470"/>
                      <a:pt x="25378" y="33313"/>
                    </a:cubicBezTo>
                    <a:cubicBezTo>
                      <a:pt x="27970" y="31191"/>
                      <a:pt x="29306" y="29070"/>
                      <a:pt x="28756" y="27656"/>
                    </a:cubicBezTo>
                    <a:cubicBezTo>
                      <a:pt x="28285" y="26635"/>
                      <a:pt x="27106" y="26163"/>
                      <a:pt x="25378" y="26006"/>
                    </a:cubicBezTo>
                    <a:cubicBezTo>
                      <a:pt x="28049" y="23885"/>
                      <a:pt x="29385" y="21763"/>
                      <a:pt x="28756" y="20271"/>
                    </a:cubicBezTo>
                    <a:cubicBezTo>
                      <a:pt x="28285" y="19328"/>
                      <a:pt x="27185" y="18778"/>
                      <a:pt x="25378" y="18621"/>
                    </a:cubicBezTo>
                    <a:cubicBezTo>
                      <a:pt x="28049" y="16499"/>
                      <a:pt x="29306" y="14378"/>
                      <a:pt x="28756" y="12964"/>
                    </a:cubicBezTo>
                    <a:cubicBezTo>
                      <a:pt x="28285" y="11942"/>
                      <a:pt x="27185" y="11392"/>
                      <a:pt x="25378" y="11314"/>
                    </a:cubicBezTo>
                    <a:cubicBezTo>
                      <a:pt x="28049" y="9193"/>
                      <a:pt x="29306" y="7071"/>
                      <a:pt x="28756" y="5578"/>
                    </a:cubicBezTo>
                    <a:cubicBezTo>
                      <a:pt x="28285" y="4478"/>
                      <a:pt x="26792" y="3929"/>
                      <a:pt x="24513" y="3929"/>
                    </a:cubicBezTo>
                    <a:lnTo>
                      <a:pt x="23649" y="3929"/>
                    </a:lnTo>
                    <a:cubicBezTo>
                      <a:pt x="21921" y="3379"/>
                      <a:pt x="20742" y="1807"/>
                      <a:pt x="20742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" name="Google Shape;344;p17"/>
              <p:cNvSpPr/>
              <p:nvPr/>
            </p:nvSpPr>
            <p:spPr>
              <a:xfrm>
                <a:off x="8065000" y="4604000"/>
                <a:ext cx="731548" cy="419129"/>
              </a:xfrm>
              <a:custGeom>
                <a:rect b="b" l="l" r="r" t="t"/>
                <a:pathLst>
                  <a:path extrusionOk="0" h="57219" w="99870">
                    <a:moveTo>
                      <a:pt x="58847" y="3703"/>
                    </a:moveTo>
                    <a:cubicBezTo>
                      <a:pt x="58882" y="3703"/>
                      <a:pt x="58917" y="3719"/>
                      <a:pt x="58948" y="3744"/>
                    </a:cubicBezTo>
                    <a:lnTo>
                      <a:pt x="58960" y="3744"/>
                    </a:lnTo>
                    <a:cubicBezTo>
                      <a:pt x="68652" y="6351"/>
                      <a:pt x="76105" y="11626"/>
                      <a:pt x="79796" y="21341"/>
                    </a:cubicBezTo>
                    <a:cubicBezTo>
                      <a:pt x="80439" y="23020"/>
                      <a:pt x="80760" y="24794"/>
                      <a:pt x="80939" y="26592"/>
                    </a:cubicBezTo>
                    <a:cubicBezTo>
                      <a:pt x="80986" y="27116"/>
                      <a:pt x="80820" y="27258"/>
                      <a:pt x="80296" y="27258"/>
                    </a:cubicBezTo>
                    <a:cubicBezTo>
                      <a:pt x="79275" y="27255"/>
                      <a:pt x="78253" y="27254"/>
                      <a:pt x="77231" y="27254"/>
                    </a:cubicBezTo>
                    <a:cubicBezTo>
                      <a:pt x="74165" y="27254"/>
                      <a:pt x="71095" y="27267"/>
                      <a:pt x="68032" y="27294"/>
                    </a:cubicBezTo>
                    <a:cubicBezTo>
                      <a:pt x="68021" y="27294"/>
                      <a:pt x="68009" y="27294"/>
                      <a:pt x="67998" y="27294"/>
                    </a:cubicBezTo>
                    <a:cubicBezTo>
                      <a:pt x="67342" y="27294"/>
                      <a:pt x="67353" y="26953"/>
                      <a:pt x="67330" y="26485"/>
                    </a:cubicBezTo>
                    <a:cubicBezTo>
                      <a:pt x="67104" y="21067"/>
                      <a:pt x="66044" y="15840"/>
                      <a:pt x="63746" y="10911"/>
                    </a:cubicBezTo>
                    <a:cubicBezTo>
                      <a:pt x="62520" y="8292"/>
                      <a:pt x="60865" y="5911"/>
                      <a:pt x="58865" y="3827"/>
                    </a:cubicBezTo>
                    <a:lnTo>
                      <a:pt x="58757" y="3744"/>
                    </a:lnTo>
                    <a:cubicBezTo>
                      <a:pt x="58786" y="3716"/>
                      <a:pt x="58816" y="3703"/>
                      <a:pt x="58847" y="3703"/>
                    </a:cubicBezTo>
                    <a:close/>
                    <a:moveTo>
                      <a:pt x="51686" y="2804"/>
                    </a:moveTo>
                    <a:cubicBezTo>
                      <a:pt x="51788" y="2804"/>
                      <a:pt x="51917" y="2829"/>
                      <a:pt x="52078" y="2875"/>
                    </a:cubicBezTo>
                    <a:cubicBezTo>
                      <a:pt x="54459" y="3506"/>
                      <a:pt x="56329" y="4887"/>
                      <a:pt x="57924" y="6696"/>
                    </a:cubicBezTo>
                    <a:cubicBezTo>
                      <a:pt x="60889" y="10078"/>
                      <a:pt x="62532" y="14114"/>
                      <a:pt x="63591" y="18412"/>
                    </a:cubicBezTo>
                    <a:cubicBezTo>
                      <a:pt x="64270" y="21127"/>
                      <a:pt x="64592" y="23889"/>
                      <a:pt x="64746" y="26663"/>
                    </a:cubicBezTo>
                    <a:cubicBezTo>
                      <a:pt x="64770" y="27163"/>
                      <a:pt x="64627" y="27306"/>
                      <a:pt x="64139" y="27306"/>
                    </a:cubicBezTo>
                    <a:cubicBezTo>
                      <a:pt x="62457" y="27301"/>
                      <a:pt x="60774" y="27298"/>
                      <a:pt x="59089" y="27298"/>
                    </a:cubicBezTo>
                    <a:cubicBezTo>
                      <a:pt x="56706" y="27298"/>
                      <a:pt x="54320" y="27304"/>
                      <a:pt x="51935" y="27318"/>
                    </a:cubicBezTo>
                    <a:cubicBezTo>
                      <a:pt x="51304" y="27318"/>
                      <a:pt x="51352" y="26997"/>
                      <a:pt x="51352" y="26580"/>
                    </a:cubicBezTo>
                    <a:cubicBezTo>
                      <a:pt x="51364" y="22710"/>
                      <a:pt x="51364" y="18853"/>
                      <a:pt x="51364" y="14983"/>
                    </a:cubicBezTo>
                    <a:lnTo>
                      <a:pt x="51340" y="14983"/>
                    </a:lnTo>
                    <a:cubicBezTo>
                      <a:pt x="51340" y="11137"/>
                      <a:pt x="51352" y="7292"/>
                      <a:pt x="51328" y="3446"/>
                    </a:cubicBezTo>
                    <a:cubicBezTo>
                      <a:pt x="51328" y="2986"/>
                      <a:pt x="51410" y="2804"/>
                      <a:pt x="51686" y="2804"/>
                    </a:cubicBezTo>
                    <a:close/>
                    <a:moveTo>
                      <a:pt x="69056" y="4887"/>
                    </a:moveTo>
                    <a:lnTo>
                      <a:pt x="69056" y="4887"/>
                    </a:lnTo>
                    <a:cubicBezTo>
                      <a:pt x="71152" y="5315"/>
                      <a:pt x="73212" y="5899"/>
                      <a:pt x="75224" y="6625"/>
                    </a:cubicBezTo>
                    <a:lnTo>
                      <a:pt x="75236" y="6625"/>
                    </a:lnTo>
                    <a:cubicBezTo>
                      <a:pt x="80629" y="8542"/>
                      <a:pt x="85701" y="11054"/>
                      <a:pt x="90047" y="14852"/>
                    </a:cubicBezTo>
                    <a:cubicBezTo>
                      <a:pt x="93143" y="17567"/>
                      <a:pt x="95560" y="20746"/>
                      <a:pt x="96655" y="24782"/>
                    </a:cubicBezTo>
                    <a:cubicBezTo>
                      <a:pt x="96798" y="25306"/>
                      <a:pt x="96881" y="25842"/>
                      <a:pt x="97000" y="26377"/>
                    </a:cubicBezTo>
                    <a:cubicBezTo>
                      <a:pt x="97143" y="26973"/>
                      <a:pt x="97048" y="27235"/>
                      <a:pt x="96310" y="27235"/>
                    </a:cubicBezTo>
                    <a:cubicBezTo>
                      <a:pt x="95167" y="27219"/>
                      <a:pt x="94025" y="27213"/>
                      <a:pt x="92884" y="27213"/>
                    </a:cubicBezTo>
                    <a:cubicBezTo>
                      <a:pt x="90601" y="27213"/>
                      <a:pt x="88321" y="27235"/>
                      <a:pt x="86035" y="27235"/>
                    </a:cubicBezTo>
                    <a:cubicBezTo>
                      <a:pt x="85590" y="27235"/>
                      <a:pt x="85089" y="27320"/>
                      <a:pt x="84642" y="27320"/>
                    </a:cubicBezTo>
                    <a:cubicBezTo>
                      <a:pt x="84323" y="27320"/>
                      <a:pt x="84031" y="27276"/>
                      <a:pt x="83808" y="27127"/>
                    </a:cubicBezTo>
                    <a:cubicBezTo>
                      <a:pt x="83249" y="26770"/>
                      <a:pt x="83511" y="25734"/>
                      <a:pt x="83391" y="25008"/>
                    </a:cubicBezTo>
                    <a:cubicBezTo>
                      <a:pt x="82308" y="18091"/>
                      <a:pt x="78843" y="12566"/>
                      <a:pt x="73545" y="8113"/>
                    </a:cubicBezTo>
                    <a:cubicBezTo>
                      <a:pt x="72116" y="6946"/>
                      <a:pt x="70616" y="5863"/>
                      <a:pt x="69056" y="4887"/>
                    </a:cubicBezTo>
                    <a:close/>
                    <a:moveTo>
                      <a:pt x="48364" y="2808"/>
                    </a:moveTo>
                    <a:cubicBezTo>
                      <a:pt x="48704" y="2808"/>
                      <a:pt x="48709" y="3114"/>
                      <a:pt x="48709" y="3970"/>
                    </a:cubicBezTo>
                    <a:lnTo>
                      <a:pt x="48709" y="15055"/>
                    </a:lnTo>
                    <a:lnTo>
                      <a:pt x="48756" y="15055"/>
                    </a:lnTo>
                    <a:cubicBezTo>
                      <a:pt x="48756" y="18876"/>
                      <a:pt x="48744" y="22698"/>
                      <a:pt x="48780" y="26520"/>
                    </a:cubicBezTo>
                    <a:cubicBezTo>
                      <a:pt x="48780" y="27154"/>
                      <a:pt x="48602" y="27330"/>
                      <a:pt x="48008" y="27330"/>
                    </a:cubicBezTo>
                    <a:cubicBezTo>
                      <a:pt x="47988" y="27330"/>
                      <a:pt x="47967" y="27330"/>
                      <a:pt x="47947" y="27330"/>
                    </a:cubicBezTo>
                    <a:cubicBezTo>
                      <a:pt x="46625" y="27322"/>
                      <a:pt x="45302" y="27319"/>
                      <a:pt x="43979" y="27319"/>
                    </a:cubicBezTo>
                    <a:cubicBezTo>
                      <a:pt x="41332" y="27319"/>
                      <a:pt x="38684" y="27330"/>
                      <a:pt x="36040" y="27330"/>
                    </a:cubicBezTo>
                    <a:cubicBezTo>
                      <a:pt x="35958" y="27330"/>
                      <a:pt x="35878" y="27334"/>
                      <a:pt x="35803" y="27334"/>
                    </a:cubicBezTo>
                    <a:cubicBezTo>
                      <a:pt x="35528" y="27334"/>
                      <a:pt x="35322" y="27282"/>
                      <a:pt x="35350" y="26806"/>
                    </a:cubicBezTo>
                    <a:cubicBezTo>
                      <a:pt x="35683" y="20293"/>
                      <a:pt x="37005" y="14054"/>
                      <a:pt x="40708" y="8542"/>
                    </a:cubicBezTo>
                    <a:cubicBezTo>
                      <a:pt x="42398" y="6042"/>
                      <a:pt x="44506" y="3994"/>
                      <a:pt x="47458" y="3041"/>
                    </a:cubicBezTo>
                    <a:cubicBezTo>
                      <a:pt x="47895" y="2898"/>
                      <a:pt x="48179" y="2808"/>
                      <a:pt x="48364" y="2808"/>
                    </a:cubicBezTo>
                    <a:close/>
                    <a:moveTo>
                      <a:pt x="41019" y="3796"/>
                    </a:moveTo>
                    <a:cubicBezTo>
                      <a:pt x="41099" y="3796"/>
                      <a:pt x="41184" y="3818"/>
                      <a:pt x="41279" y="3887"/>
                    </a:cubicBezTo>
                    <a:cubicBezTo>
                      <a:pt x="40981" y="4208"/>
                      <a:pt x="40684" y="4529"/>
                      <a:pt x="40386" y="4851"/>
                    </a:cubicBezTo>
                    <a:cubicBezTo>
                      <a:pt x="37124" y="8542"/>
                      <a:pt x="35243" y="12911"/>
                      <a:pt x="34028" y="17614"/>
                    </a:cubicBezTo>
                    <a:cubicBezTo>
                      <a:pt x="33290" y="20555"/>
                      <a:pt x="32861" y="23568"/>
                      <a:pt x="32754" y="26604"/>
                    </a:cubicBezTo>
                    <a:cubicBezTo>
                      <a:pt x="32730" y="27235"/>
                      <a:pt x="32528" y="27342"/>
                      <a:pt x="31945" y="27342"/>
                    </a:cubicBezTo>
                    <a:cubicBezTo>
                      <a:pt x="30417" y="27333"/>
                      <a:pt x="28890" y="27329"/>
                      <a:pt x="27365" y="27329"/>
                    </a:cubicBezTo>
                    <a:cubicBezTo>
                      <a:pt x="24897" y="27329"/>
                      <a:pt x="22432" y="27339"/>
                      <a:pt x="19967" y="27354"/>
                    </a:cubicBezTo>
                    <a:cubicBezTo>
                      <a:pt x="19360" y="27354"/>
                      <a:pt x="19157" y="27235"/>
                      <a:pt x="19217" y="26592"/>
                    </a:cubicBezTo>
                    <a:cubicBezTo>
                      <a:pt x="19681" y="21865"/>
                      <a:pt x="21503" y="17698"/>
                      <a:pt x="24491" y="14043"/>
                    </a:cubicBezTo>
                    <a:cubicBezTo>
                      <a:pt x="28754" y="8828"/>
                      <a:pt x="34314" y="5625"/>
                      <a:pt x="40743" y="3851"/>
                    </a:cubicBezTo>
                    <a:cubicBezTo>
                      <a:pt x="40830" y="3831"/>
                      <a:pt x="40920" y="3796"/>
                      <a:pt x="41019" y="3796"/>
                    </a:cubicBezTo>
                    <a:close/>
                    <a:moveTo>
                      <a:pt x="31083" y="4890"/>
                    </a:moveTo>
                    <a:cubicBezTo>
                      <a:pt x="31150" y="4890"/>
                      <a:pt x="31218" y="4893"/>
                      <a:pt x="31290" y="4899"/>
                    </a:cubicBezTo>
                    <a:cubicBezTo>
                      <a:pt x="30647" y="5303"/>
                      <a:pt x="30099" y="5637"/>
                      <a:pt x="29575" y="5994"/>
                    </a:cubicBezTo>
                    <a:cubicBezTo>
                      <a:pt x="23682" y="9947"/>
                      <a:pt x="19395" y="15138"/>
                      <a:pt x="17419" y="22055"/>
                    </a:cubicBezTo>
                    <a:cubicBezTo>
                      <a:pt x="16967" y="23591"/>
                      <a:pt x="16693" y="25175"/>
                      <a:pt x="16597" y="26770"/>
                    </a:cubicBezTo>
                    <a:cubicBezTo>
                      <a:pt x="16574" y="27223"/>
                      <a:pt x="16431" y="27354"/>
                      <a:pt x="15990" y="27354"/>
                    </a:cubicBezTo>
                    <a:cubicBezTo>
                      <a:pt x="11894" y="27354"/>
                      <a:pt x="7811" y="27354"/>
                      <a:pt x="3727" y="27378"/>
                    </a:cubicBezTo>
                    <a:cubicBezTo>
                      <a:pt x="3179" y="27378"/>
                      <a:pt x="3036" y="27211"/>
                      <a:pt x="3120" y="26699"/>
                    </a:cubicBezTo>
                    <a:cubicBezTo>
                      <a:pt x="3393" y="24770"/>
                      <a:pt x="4024" y="22913"/>
                      <a:pt x="4965" y="21210"/>
                    </a:cubicBezTo>
                    <a:cubicBezTo>
                      <a:pt x="7084" y="17352"/>
                      <a:pt x="10228" y="14483"/>
                      <a:pt x="13835" y="12078"/>
                    </a:cubicBezTo>
                    <a:cubicBezTo>
                      <a:pt x="19050" y="8601"/>
                      <a:pt x="24837" y="6423"/>
                      <a:pt x="30885" y="4899"/>
                    </a:cubicBezTo>
                    <a:cubicBezTo>
                      <a:pt x="30950" y="4893"/>
                      <a:pt x="31016" y="4890"/>
                      <a:pt x="31083" y="4890"/>
                    </a:cubicBezTo>
                    <a:close/>
                    <a:moveTo>
                      <a:pt x="15931" y="29973"/>
                    </a:moveTo>
                    <a:cubicBezTo>
                      <a:pt x="16312" y="29973"/>
                      <a:pt x="16550" y="29985"/>
                      <a:pt x="16597" y="30497"/>
                    </a:cubicBezTo>
                    <a:cubicBezTo>
                      <a:pt x="17252" y="38403"/>
                      <a:pt x="21050" y="44582"/>
                      <a:pt x="27099" y="49523"/>
                    </a:cubicBezTo>
                    <a:cubicBezTo>
                      <a:pt x="28349" y="50547"/>
                      <a:pt x="29754" y="51345"/>
                      <a:pt x="31040" y="52309"/>
                    </a:cubicBezTo>
                    <a:cubicBezTo>
                      <a:pt x="29790" y="52238"/>
                      <a:pt x="28635" y="51785"/>
                      <a:pt x="27456" y="51428"/>
                    </a:cubicBezTo>
                    <a:cubicBezTo>
                      <a:pt x="21824" y="49737"/>
                      <a:pt x="16514" y="47392"/>
                      <a:pt x="11811" y="43808"/>
                    </a:cubicBezTo>
                    <a:cubicBezTo>
                      <a:pt x="8692" y="41427"/>
                      <a:pt x="6072" y="38629"/>
                      <a:pt x="4405" y="35021"/>
                    </a:cubicBezTo>
                    <a:cubicBezTo>
                      <a:pt x="3786" y="33652"/>
                      <a:pt x="3358" y="32211"/>
                      <a:pt x="3131" y="30723"/>
                    </a:cubicBezTo>
                    <a:cubicBezTo>
                      <a:pt x="3048" y="30211"/>
                      <a:pt x="3120" y="29973"/>
                      <a:pt x="3739" y="29973"/>
                    </a:cubicBezTo>
                    <a:cubicBezTo>
                      <a:pt x="5092" y="29981"/>
                      <a:pt x="6447" y="29984"/>
                      <a:pt x="7802" y="29984"/>
                    </a:cubicBezTo>
                    <a:cubicBezTo>
                      <a:pt x="10512" y="29984"/>
                      <a:pt x="13224" y="29973"/>
                      <a:pt x="15931" y="29973"/>
                    </a:cubicBezTo>
                    <a:close/>
                    <a:moveTo>
                      <a:pt x="96084" y="29842"/>
                    </a:moveTo>
                    <a:cubicBezTo>
                      <a:pt x="97155" y="29842"/>
                      <a:pt x="97143" y="29842"/>
                      <a:pt x="96965" y="30878"/>
                    </a:cubicBezTo>
                    <a:lnTo>
                      <a:pt x="96977" y="30878"/>
                    </a:lnTo>
                    <a:cubicBezTo>
                      <a:pt x="96429" y="34152"/>
                      <a:pt x="94929" y="36962"/>
                      <a:pt x="92809" y="39474"/>
                    </a:cubicBezTo>
                    <a:cubicBezTo>
                      <a:pt x="89571" y="43308"/>
                      <a:pt x="85475" y="45987"/>
                      <a:pt x="81010" y="48166"/>
                    </a:cubicBezTo>
                    <a:cubicBezTo>
                      <a:pt x="77343" y="49952"/>
                      <a:pt x="73509" y="51250"/>
                      <a:pt x="69568" y="52262"/>
                    </a:cubicBezTo>
                    <a:cubicBezTo>
                      <a:pt x="69414" y="52297"/>
                      <a:pt x="69235" y="52309"/>
                      <a:pt x="69068" y="52333"/>
                    </a:cubicBezTo>
                    <a:cubicBezTo>
                      <a:pt x="71128" y="50976"/>
                      <a:pt x="73116" y="49535"/>
                      <a:pt x="74902" y="47832"/>
                    </a:cubicBezTo>
                    <a:cubicBezTo>
                      <a:pt x="79415" y="43558"/>
                      <a:pt x="82391" y="38438"/>
                      <a:pt x="83356" y="32235"/>
                    </a:cubicBezTo>
                    <a:cubicBezTo>
                      <a:pt x="83475" y="31664"/>
                      <a:pt x="83534" y="31068"/>
                      <a:pt x="83558" y="30485"/>
                    </a:cubicBezTo>
                    <a:cubicBezTo>
                      <a:pt x="83558" y="29937"/>
                      <a:pt x="83784" y="29842"/>
                      <a:pt x="84261" y="29842"/>
                    </a:cubicBezTo>
                    <a:cubicBezTo>
                      <a:pt x="85574" y="29850"/>
                      <a:pt x="86889" y="29853"/>
                      <a:pt x="88204" y="29853"/>
                    </a:cubicBezTo>
                    <a:cubicBezTo>
                      <a:pt x="90834" y="29853"/>
                      <a:pt x="93464" y="29842"/>
                      <a:pt x="96084" y="29842"/>
                    </a:cubicBezTo>
                    <a:close/>
                    <a:moveTo>
                      <a:pt x="31075" y="52321"/>
                    </a:moveTo>
                    <a:lnTo>
                      <a:pt x="31242" y="52393"/>
                    </a:lnTo>
                    <a:cubicBezTo>
                      <a:pt x="31230" y="52404"/>
                      <a:pt x="31206" y="52428"/>
                      <a:pt x="31183" y="52428"/>
                    </a:cubicBezTo>
                    <a:cubicBezTo>
                      <a:pt x="31123" y="52428"/>
                      <a:pt x="31040" y="52428"/>
                      <a:pt x="31075" y="52321"/>
                    </a:cubicBezTo>
                    <a:close/>
                    <a:moveTo>
                      <a:pt x="32135" y="29949"/>
                    </a:moveTo>
                    <a:cubicBezTo>
                      <a:pt x="32838" y="29949"/>
                      <a:pt x="32790" y="30330"/>
                      <a:pt x="32814" y="30783"/>
                    </a:cubicBezTo>
                    <a:cubicBezTo>
                      <a:pt x="32945" y="34890"/>
                      <a:pt x="33683" y="38962"/>
                      <a:pt x="35004" y="42856"/>
                    </a:cubicBezTo>
                    <a:cubicBezTo>
                      <a:pt x="36362" y="46808"/>
                      <a:pt x="38303" y="50416"/>
                      <a:pt x="41291" y="53452"/>
                    </a:cubicBezTo>
                    <a:cubicBezTo>
                      <a:pt x="38945" y="52964"/>
                      <a:pt x="36683" y="52178"/>
                      <a:pt x="34552" y="51107"/>
                    </a:cubicBezTo>
                    <a:cubicBezTo>
                      <a:pt x="28468" y="48094"/>
                      <a:pt x="23705" y="43749"/>
                      <a:pt x="20943" y="37438"/>
                    </a:cubicBezTo>
                    <a:cubicBezTo>
                      <a:pt x="19991" y="35271"/>
                      <a:pt x="19407" y="32962"/>
                      <a:pt x="19217" y="30604"/>
                    </a:cubicBezTo>
                    <a:cubicBezTo>
                      <a:pt x="19169" y="30116"/>
                      <a:pt x="19300" y="29973"/>
                      <a:pt x="19800" y="29973"/>
                    </a:cubicBezTo>
                    <a:cubicBezTo>
                      <a:pt x="21304" y="29977"/>
                      <a:pt x="22807" y="29980"/>
                      <a:pt x="24311" y="29980"/>
                    </a:cubicBezTo>
                    <a:cubicBezTo>
                      <a:pt x="26916" y="29980"/>
                      <a:pt x="29523" y="29972"/>
                      <a:pt x="32135" y="29949"/>
                    </a:cubicBezTo>
                    <a:close/>
                    <a:moveTo>
                      <a:pt x="80224" y="29854"/>
                    </a:moveTo>
                    <a:cubicBezTo>
                      <a:pt x="80820" y="29854"/>
                      <a:pt x="80998" y="29997"/>
                      <a:pt x="80939" y="30592"/>
                    </a:cubicBezTo>
                    <a:cubicBezTo>
                      <a:pt x="80582" y="34402"/>
                      <a:pt x="79260" y="38069"/>
                      <a:pt x="77093" y="41236"/>
                    </a:cubicBezTo>
                    <a:cubicBezTo>
                      <a:pt x="72712" y="47654"/>
                      <a:pt x="66544" y="51488"/>
                      <a:pt x="59103" y="53428"/>
                    </a:cubicBezTo>
                    <a:cubicBezTo>
                      <a:pt x="59054" y="53436"/>
                      <a:pt x="58994" y="53456"/>
                      <a:pt x="58957" y="53456"/>
                    </a:cubicBezTo>
                    <a:cubicBezTo>
                      <a:pt x="58940" y="53456"/>
                      <a:pt x="58928" y="53452"/>
                      <a:pt x="58924" y="53440"/>
                    </a:cubicBezTo>
                    <a:cubicBezTo>
                      <a:pt x="58865" y="53369"/>
                      <a:pt x="58948" y="53345"/>
                      <a:pt x="59007" y="53321"/>
                    </a:cubicBezTo>
                    <a:cubicBezTo>
                      <a:pt x="64901" y="47011"/>
                      <a:pt x="66854" y="39236"/>
                      <a:pt x="67330" y="30914"/>
                    </a:cubicBezTo>
                    <a:cubicBezTo>
                      <a:pt x="67389" y="29890"/>
                      <a:pt x="67366" y="29890"/>
                      <a:pt x="68402" y="29890"/>
                    </a:cubicBezTo>
                    <a:cubicBezTo>
                      <a:pt x="72342" y="29890"/>
                      <a:pt x="76295" y="29890"/>
                      <a:pt x="80224" y="29854"/>
                    </a:cubicBezTo>
                    <a:close/>
                    <a:moveTo>
                      <a:pt x="64127" y="29890"/>
                    </a:moveTo>
                    <a:cubicBezTo>
                      <a:pt x="64544" y="29890"/>
                      <a:pt x="64818" y="29890"/>
                      <a:pt x="64782" y="30461"/>
                    </a:cubicBezTo>
                    <a:cubicBezTo>
                      <a:pt x="64496" y="35926"/>
                      <a:pt x="63508" y="41213"/>
                      <a:pt x="60972" y="46118"/>
                    </a:cubicBezTo>
                    <a:cubicBezTo>
                      <a:pt x="59662" y="48594"/>
                      <a:pt x="58067" y="50833"/>
                      <a:pt x="55817" y="52535"/>
                    </a:cubicBezTo>
                    <a:lnTo>
                      <a:pt x="55829" y="52535"/>
                    </a:lnTo>
                    <a:cubicBezTo>
                      <a:pt x="54805" y="53333"/>
                      <a:pt x="53626" y="53928"/>
                      <a:pt x="52364" y="54286"/>
                    </a:cubicBezTo>
                    <a:cubicBezTo>
                      <a:pt x="52048" y="54372"/>
                      <a:pt x="51839" y="54428"/>
                      <a:pt x="51702" y="54428"/>
                    </a:cubicBezTo>
                    <a:cubicBezTo>
                      <a:pt x="51440" y="54428"/>
                      <a:pt x="51435" y="54224"/>
                      <a:pt x="51435" y="53631"/>
                    </a:cubicBezTo>
                    <a:lnTo>
                      <a:pt x="51435" y="42165"/>
                    </a:lnTo>
                    <a:lnTo>
                      <a:pt x="51376" y="42165"/>
                    </a:lnTo>
                    <a:lnTo>
                      <a:pt x="51376" y="30711"/>
                    </a:lnTo>
                    <a:cubicBezTo>
                      <a:pt x="51376" y="30221"/>
                      <a:pt x="51399" y="29913"/>
                      <a:pt x="52030" y="29913"/>
                    </a:cubicBezTo>
                    <a:cubicBezTo>
                      <a:pt x="52042" y="29913"/>
                      <a:pt x="52054" y="29913"/>
                      <a:pt x="52066" y="29914"/>
                    </a:cubicBezTo>
                    <a:cubicBezTo>
                      <a:pt x="53245" y="29921"/>
                      <a:pt x="54422" y="29923"/>
                      <a:pt x="55600" y="29923"/>
                    </a:cubicBezTo>
                    <a:cubicBezTo>
                      <a:pt x="58442" y="29923"/>
                      <a:pt x="61282" y="29907"/>
                      <a:pt x="64127" y="29890"/>
                    </a:cubicBezTo>
                    <a:close/>
                    <a:moveTo>
                      <a:pt x="48113" y="29925"/>
                    </a:moveTo>
                    <a:cubicBezTo>
                      <a:pt x="48697" y="29925"/>
                      <a:pt x="48804" y="30140"/>
                      <a:pt x="48792" y="30652"/>
                    </a:cubicBezTo>
                    <a:cubicBezTo>
                      <a:pt x="48780" y="34521"/>
                      <a:pt x="48792" y="38391"/>
                      <a:pt x="48792" y="42260"/>
                    </a:cubicBezTo>
                    <a:lnTo>
                      <a:pt x="48816" y="42260"/>
                    </a:lnTo>
                    <a:lnTo>
                      <a:pt x="48816" y="53571"/>
                    </a:lnTo>
                    <a:cubicBezTo>
                      <a:pt x="48816" y="54209"/>
                      <a:pt x="48816" y="54430"/>
                      <a:pt x="48540" y="54430"/>
                    </a:cubicBezTo>
                    <a:cubicBezTo>
                      <a:pt x="48393" y="54430"/>
                      <a:pt x="48170" y="54369"/>
                      <a:pt x="47828" y="54274"/>
                    </a:cubicBezTo>
                    <a:cubicBezTo>
                      <a:pt x="45280" y="53559"/>
                      <a:pt x="43351" y="51952"/>
                      <a:pt x="41732" y="49940"/>
                    </a:cubicBezTo>
                    <a:cubicBezTo>
                      <a:pt x="38791" y="46308"/>
                      <a:pt x="37231" y="42058"/>
                      <a:pt x="36267" y="37557"/>
                    </a:cubicBezTo>
                    <a:cubicBezTo>
                      <a:pt x="35790" y="35283"/>
                      <a:pt x="35564" y="32985"/>
                      <a:pt x="35397" y="30676"/>
                    </a:cubicBezTo>
                    <a:cubicBezTo>
                      <a:pt x="35362" y="30140"/>
                      <a:pt x="35469" y="29949"/>
                      <a:pt x="36052" y="29949"/>
                    </a:cubicBezTo>
                    <a:cubicBezTo>
                      <a:pt x="37525" y="29954"/>
                      <a:pt x="38997" y="29956"/>
                      <a:pt x="40468" y="29956"/>
                    </a:cubicBezTo>
                    <a:cubicBezTo>
                      <a:pt x="43015" y="29956"/>
                      <a:pt x="45562" y="29948"/>
                      <a:pt x="48113" y="29925"/>
                    </a:cubicBezTo>
                    <a:close/>
                    <a:moveTo>
                      <a:pt x="49847" y="0"/>
                    </a:moveTo>
                    <a:cubicBezTo>
                      <a:pt x="47878" y="0"/>
                      <a:pt x="45726" y="67"/>
                      <a:pt x="43553" y="255"/>
                    </a:cubicBezTo>
                    <a:cubicBezTo>
                      <a:pt x="35505" y="934"/>
                      <a:pt x="27694" y="2553"/>
                      <a:pt x="20253" y="5756"/>
                    </a:cubicBezTo>
                    <a:cubicBezTo>
                      <a:pt x="15192" y="7935"/>
                      <a:pt x="10537" y="10733"/>
                      <a:pt x="6644" y="14697"/>
                    </a:cubicBezTo>
                    <a:cubicBezTo>
                      <a:pt x="3465" y="17948"/>
                      <a:pt x="1191" y="21698"/>
                      <a:pt x="476" y="26282"/>
                    </a:cubicBezTo>
                    <a:cubicBezTo>
                      <a:pt x="453" y="26401"/>
                      <a:pt x="0" y="28830"/>
                      <a:pt x="679" y="32200"/>
                    </a:cubicBezTo>
                    <a:cubicBezTo>
                      <a:pt x="1488" y="36224"/>
                      <a:pt x="3667" y="39546"/>
                      <a:pt x="6501" y="42463"/>
                    </a:cubicBezTo>
                    <a:cubicBezTo>
                      <a:pt x="10799" y="46904"/>
                      <a:pt x="16038" y="49868"/>
                      <a:pt x="21705" y="52142"/>
                    </a:cubicBezTo>
                    <a:cubicBezTo>
                      <a:pt x="27992" y="54643"/>
                      <a:pt x="34528" y="56107"/>
                      <a:pt x="41255" y="56774"/>
                    </a:cubicBezTo>
                    <a:cubicBezTo>
                      <a:pt x="44247" y="57067"/>
                      <a:pt x="47230" y="57219"/>
                      <a:pt x="50202" y="57219"/>
                    </a:cubicBezTo>
                    <a:cubicBezTo>
                      <a:pt x="57026" y="57219"/>
                      <a:pt x="63796" y="56416"/>
                      <a:pt x="70497" y="54667"/>
                    </a:cubicBezTo>
                    <a:cubicBezTo>
                      <a:pt x="77462" y="52857"/>
                      <a:pt x="84023" y="50142"/>
                      <a:pt x="89797" y="45761"/>
                    </a:cubicBezTo>
                    <a:cubicBezTo>
                      <a:pt x="93476" y="42975"/>
                      <a:pt x="96548" y="39665"/>
                      <a:pt x="98405" y="35343"/>
                    </a:cubicBezTo>
                    <a:cubicBezTo>
                      <a:pt x="99048" y="33855"/>
                      <a:pt x="99489" y="32271"/>
                      <a:pt x="99691" y="30664"/>
                    </a:cubicBezTo>
                    <a:cubicBezTo>
                      <a:pt x="99870" y="29580"/>
                      <a:pt x="99715" y="26449"/>
                      <a:pt x="99489" y="25115"/>
                    </a:cubicBezTo>
                    <a:cubicBezTo>
                      <a:pt x="98620" y="21055"/>
                      <a:pt x="96548" y="17674"/>
                      <a:pt x="93714" y="14733"/>
                    </a:cubicBezTo>
                    <a:cubicBezTo>
                      <a:pt x="89583" y="10447"/>
                      <a:pt x="84558" y="7542"/>
                      <a:pt x="79117" y="5303"/>
                    </a:cubicBezTo>
                    <a:cubicBezTo>
                      <a:pt x="72485" y="2577"/>
                      <a:pt x="65556" y="1053"/>
                      <a:pt x="58424" y="398"/>
                    </a:cubicBezTo>
                    <a:cubicBezTo>
                      <a:pt x="57535" y="316"/>
                      <a:pt x="54123" y="0"/>
                      <a:pt x="4984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45" name="Google Shape;345;p17"/>
            <p:cNvGrpSpPr/>
            <p:nvPr/>
          </p:nvGrpSpPr>
          <p:grpSpPr>
            <a:xfrm>
              <a:off x="442848" y="4649913"/>
              <a:ext cx="1112510" cy="319584"/>
              <a:chOff x="4743988" y="1118075"/>
              <a:chExt cx="1724288" cy="495325"/>
            </a:xfrm>
          </p:grpSpPr>
          <p:grpSp>
            <p:nvGrpSpPr>
              <p:cNvPr id="346" name="Google Shape;346;p17"/>
              <p:cNvGrpSpPr/>
              <p:nvPr/>
            </p:nvGrpSpPr>
            <p:grpSpPr>
              <a:xfrm rot="5400000">
                <a:off x="4736550" y="1140100"/>
                <a:ext cx="466150" cy="451275"/>
                <a:chOff x="6608550" y="1088575"/>
                <a:chExt cx="466150" cy="451275"/>
              </a:xfrm>
            </p:grpSpPr>
            <p:sp>
              <p:nvSpPr>
                <p:cNvPr id="347" name="Google Shape;347;p17"/>
                <p:cNvSpPr/>
                <p:nvPr/>
              </p:nvSpPr>
              <p:spPr>
                <a:xfrm>
                  <a:off x="6608550" y="1088575"/>
                  <a:ext cx="466150" cy="451275"/>
                </a:xfrm>
                <a:custGeom>
                  <a:rect b="b" l="l" r="r" t="t"/>
                  <a:pathLst>
                    <a:path extrusionOk="0" h="18051" w="18646">
                      <a:moveTo>
                        <a:pt x="9606" y="560"/>
                      </a:moveTo>
                      <a:cubicBezTo>
                        <a:pt x="9876" y="560"/>
                        <a:pt x="10146" y="573"/>
                        <a:pt x="10419" y="599"/>
                      </a:cubicBezTo>
                      <a:cubicBezTo>
                        <a:pt x="14145" y="956"/>
                        <a:pt x="17193" y="3730"/>
                        <a:pt x="17908" y="7398"/>
                      </a:cubicBezTo>
                      <a:cubicBezTo>
                        <a:pt x="18015" y="7945"/>
                        <a:pt x="18062" y="8493"/>
                        <a:pt x="18050" y="9052"/>
                      </a:cubicBezTo>
                      <a:cubicBezTo>
                        <a:pt x="18062" y="9422"/>
                        <a:pt x="18039" y="9791"/>
                        <a:pt x="17991" y="10160"/>
                      </a:cubicBezTo>
                      <a:lnTo>
                        <a:pt x="17991" y="10172"/>
                      </a:lnTo>
                      <a:cubicBezTo>
                        <a:pt x="17967" y="10446"/>
                        <a:pt x="17836" y="10707"/>
                        <a:pt x="17634" y="10898"/>
                      </a:cubicBezTo>
                      <a:cubicBezTo>
                        <a:pt x="17372" y="11172"/>
                        <a:pt x="17050" y="11398"/>
                        <a:pt x="16705" y="11553"/>
                      </a:cubicBezTo>
                      <a:cubicBezTo>
                        <a:pt x="16205" y="11755"/>
                        <a:pt x="15979" y="12136"/>
                        <a:pt x="15955" y="12660"/>
                      </a:cubicBezTo>
                      <a:cubicBezTo>
                        <a:pt x="15943" y="12982"/>
                        <a:pt x="15967" y="13291"/>
                        <a:pt x="16026" y="13613"/>
                      </a:cubicBezTo>
                      <a:cubicBezTo>
                        <a:pt x="16086" y="13958"/>
                        <a:pt x="15943" y="14303"/>
                        <a:pt x="15657" y="14506"/>
                      </a:cubicBezTo>
                      <a:cubicBezTo>
                        <a:pt x="15169" y="14851"/>
                        <a:pt x="14717" y="15268"/>
                        <a:pt x="14336" y="15732"/>
                      </a:cubicBezTo>
                      <a:cubicBezTo>
                        <a:pt x="13336" y="16923"/>
                        <a:pt x="12014" y="17411"/>
                        <a:pt x="10514" y="17470"/>
                      </a:cubicBezTo>
                      <a:cubicBezTo>
                        <a:pt x="10324" y="17479"/>
                        <a:pt x="10135" y="17483"/>
                        <a:pt x="9946" y="17483"/>
                      </a:cubicBezTo>
                      <a:cubicBezTo>
                        <a:pt x="8305" y="17483"/>
                        <a:pt x="6684" y="17160"/>
                        <a:pt x="5168" y="16530"/>
                      </a:cubicBezTo>
                      <a:cubicBezTo>
                        <a:pt x="4215" y="16161"/>
                        <a:pt x="3441" y="15458"/>
                        <a:pt x="2965" y="14565"/>
                      </a:cubicBezTo>
                      <a:cubicBezTo>
                        <a:pt x="2620" y="13851"/>
                        <a:pt x="2060" y="13255"/>
                        <a:pt x="1370" y="12851"/>
                      </a:cubicBezTo>
                      <a:cubicBezTo>
                        <a:pt x="1120" y="12708"/>
                        <a:pt x="894" y="12529"/>
                        <a:pt x="691" y="12303"/>
                      </a:cubicBezTo>
                      <a:cubicBezTo>
                        <a:pt x="429" y="12005"/>
                        <a:pt x="298" y="11696"/>
                        <a:pt x="632" y="11327"/>
                      </a:cubicBezTo>
                      <a:cubicBezTo>
                        <a:pt x="798" y="11124"/>
                        <a:pt x="965" y="10922"/>
                        <a:pt x="1144" y="10731"/>
                      </a:cubicBezTo>
                      <a:cubicBezTo>
                        <a:pt x="1596" y="10291"/>
                        <a:pt x="1751" y="9648"/>
                        <a:pt x="1560" y="9064"/>
                      </a:cubicBezTo>
                      <a:cubicBezTo>
                        <a:pt x="1560" y="9041"/>
                        <a:pt x="1560" y="9029"/>
                        <a:pt x="1548" y="9017"/>
                      </a:cubicBezTo>
                      <a:cubicBezTo>
                        <a:pt x="1036" y="7921"/>
                        <a:pt x="1358" y="6874"/>
                        <a:pt x="1775" y="5838"/>
                      </a:cubicBezTo>
                      <a:cubicBezTo>
                        <a:pt x="3077" y="2626"/>
                        <a:pt x="6190" y="560"/>
                        <a:pt x="9606" y="560"/>
                      </a:cubicBezTo>
                      <a:close/>
                      <a:moveTo>
                        <a:pt x="9563" y="0"/>
                      </a:moveTo>
                      <a:cubicBezTo>
                        <a:pt x="9039" y="0"/>
                        <a:pt x="8467" y="40"/>
                        <a:pt x="7847" y="135"/>
                      </a:cubicBezTo>
                      <a:cubicBezTo>
                        <a:pt x="6013" y="420"/>
                        <a:pt x="4465" y="1349"/>
                        <a:pt x="3168" y="2671"/>
                      </a:cubicBezTo>
                      <a:cubicBezTo>
                        <a:pt x="1870" y="3980"/>
                        <a:pt x="1001" y="5647"/>
                        <a:pt x="679" y="7457"/>
                      </a:cubicBezTo>
                      <a:cubicBezTo>
                        <a:pt x="667" y="7588"/>
                        <a:pt x="667" y="7719"/>
                        <a:pt x="679" y="7850"/>
                      </a:cubicBezTo>
                      <a:cubicBezTo>
                        <a:pt x="727" y="8314"/>
                        <a:pt x="905" y="8767"/>
                        <a:pt x="1013" y="9219"/>
                      </a:cubicBezTo>
                      <a:cubicBezTo>
                        <a:pt x="1132" y="9636"/>
                        <a:pt x="1036" y="10076"/>
                        <a:pt x="751" y="10410"/>
                      </a:cubicBezTo>
                      <a:cubicBezTo>
                        <a:pt x="667" y="10517"/>
                        <a:pt x="572" y="10636"/>
                        <a:pt x="477" y="10743"/>
                      </a:cubicBezTo>
                      <a:cubicBezTo>
                        <a:pt x="263" y="11029"/>
                        <a:pt x="36" y="11315"/>
                        <a:pt x="1" y="11684"/>
                      </a:cubicBezTo>
                      <a:lnTo>
                        <a:pt x="1" y="11958"/>
                      </a:lnTo>
                      <a:cubicBezTo>
                        <a:pt x="12" y="12112"/>
                        <a:pt x="60" y="12255"/>
                        <a:pt x="155" y="12386"/>
                      </a:cubicBezTo>
                      <a:cubicBezTo>
                        <a:pt x="322" y="12648"/>
                        <a:pt x="548" y="12874"/>
                        <a:pt x="798" y="13065"/>
                      </a:cubicBezTo>
                      <a:cubicBezTo>
                        <a:pt x="1108" y="13303"/>
                        <a:pt x="1441" y="13529"/>
                        <a:pt x="1739" y="13791"/>
                      </a:cubicBezTo>
                      <a:cubicBezTo>
                        <a:pt x="2001" y="14005"/>
                        <a:pt x="2215" y="14267"/>
                        <a:pt x="2358" y="14565"/>
                      </a:cubicBezTo>
                      <a:cubicBezTo>
                        <a:pt x="2596" y="15125"/>
                        <a:pt x="2953" y="15637"/>
                        <a:pt x="3406" y="16041"/>
                      </a:cubicBezTo>
                      <a:cubicBezTo>
                        <a:pt x="4180" y="16708"/>
                        <a:pt x="5096" y="17196"/>
                        <a:pt x="6085" y="17458"/>
                      </a:cubicBezTo>
                      <a:cubicBezTo>
                        <a:pt x="6954" y="17720"/>
                        <a:pt x="7835" y="17958"/>
                        <a:pt x="8764" y="18018"/>
                      </a:cubicBezTo>
                      <a:cubicBezTo>
                        <a:pt x="9043" y="18040"/>
                        <a:pt x="9324" y="18050"/>
                        <a:pt x="9606" y="18050"/>
                      </a:cubicBezTo>
                      <a:cubicBezTo>
                        <a:pt x="10092" y="18050"/>
                        <a:pt x="10579" y="18019"/>
                        <a:pt x="11061" y="17958"/>
                      </a:cubicBezTo>
                      <a:cubicBezTo>
                        <a:pt x="12014" y="17815"/>
                        <a:pt x="12931" y="17506"/>
                        <a:pt x="13776" y="17065"/>
                      </a:cubicBezTo>
                      <a:cubicBezTo>
                        <a:pt x="14157" y="16875"/>
                        <a:pt x="14467" y="16577"/>
                        <a:pt x="14657" y="16220"/>
                      </a:cubicBezTo>
                      <a:cubicBezTo>
                        <a:pt x="14860" y="15875"/>
                        <a:pt x="15110" y="15565"/>
                        <a:pt x="15407" y="15315"/>
                      </a:cubicBezTo>
                      <a:cubicBezTo>
                        <a:pt x="15693" y="15065"/>
                        <a:pt x="16003" y="14851"/>
                        <a:pt x="16288" y="14589"/>
                      </a:cubicBezTo>
                      <a:cubicBezTo>
                        <a:pt x="16526" y="14375"/>
                        <a:pt x="16705" y="14125"/>
                        <a:pt x="16717" y="13791"/>
                      </a:cubicBezTo>
                      <a:cubicBezTo>
                        <a:pt x="16717" y="13517"/>
                        <a:pt x="16741" y="13243"/>
                        <a:pt x="16765" y="12970"/>
                      </a:cubicBezTo>
                      <a:cubicBezTo>
                        <a:pt x="16800" y="12434"/>
                        <a:pt x="16991" y="11981"/>
                        <a:pt x="17491" y="11708"/>
                      </a:cubicBezTo>
                      <a:cubicBezTo>
                        <a:pt x="17610" y="11636"/>
                        <a:pt x="17729" y="11553"/>
                        <a:pt x="17824" y="11458"/>
                      </a:cubicBezTo>
                      <a:cubicBezTo>
                        <a:pt x="18300" y="11065"/>
                        <a:pt x="18622" y="10600"/>
                        <a:pt x="18586" y="9945"/>
                      </a:cubicBezTo>
                      <a:cubicBezTo>
                        <a:pt x="18586" y="9862"/>
                        <a:pt x="18634" y="9862"/>
                        <a:pt x="18622" y="9695"/>
                      </a:cubicBezTo>
                      <a:cubicBezTo>
                        <a:pt x="18646" y="9005"/>
                        <a:pt x="18622" y="8314"/>
                        <a:pt x="18551" y="7636"/>
                      </a:cubicBezTo>
                      <a:cubicBezTo>
                        <a:pt x="18443" y="6886"/>
                        <a:pt x="18229" y="6147"/>
                        <a:pt x="17919" y="5445"/>
                      </a:cubicBezTo>
                      <a:cubicBezTo>
                        <a:pt x="17348" y="4123"/>
                        <a:pt x="16479" y="2957"/>
                        <a:pt x="15360" y="2040"/>
                      </a:cubicBezTo>
                      <a:cubicBezTo>
                        <a:pt x="14681" y="1480"/>
                        <a:pt x="13931" y="1016"/>
                        <a:pt x="13121" y="682"/>
                      </a:cubicBezTo>
                      <a:cubicBezTo>
                        <a:pt x="12465" y="418"/>
                        <a:pt x="11272" y="0"/>
                        <a:pt x="9563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8" name="Google Shape;348;p17"/>
                <p:cNvSpPr/>
                <p:nvPr/>
              </p:nvSpPr>
              <p:spPr>
                <a:xfrm>
                  <a:off x="6691000" y="1302025"/>
                  <a:ext cx="322100" cy="155800"/>
                </a:xfrm>
                <a:custGeom>
                  <a:rect b="b" l="l" r="r" t="t"/>
                  <a:pathLst>
                    <a:path extrusionOk="0" h="6232" w="12884">
                      <a:moveTo>
                        <a:pt x="12269" y="1"/>
                      </a:moveTo>
                      <a:cubicBezTo>
                        <a:pt x="12129" y="1"/>
                        <a:pt x="11988" y="38"/>
                        <a:pt x="11847" y="133"/>
                      </a:cubicBezTo>
                      <a:cubicBezTo>
                        <a:pt x="11776" y="187"/>
                        <a:pt x="11690" y="214"/>
                        <a:pt x="11605" y="214"/>
                      </a:cubicBezTo>
                      <a:cubicBezTo>
                        <a:pt x="11520" y="214"/>
                        <a:pt x="11437" y="187"/>
                        <a:pt x="11371" y="133"/>
                      </a:cubicBezTo>
                      <a:cubicBezTo>
                        <a:pt x="11314" y="91"/>
                        <a:pt x="11248" y="69"/>
                        <a:pt x="11182" y="69"/>
                      </a:cubicBezTo>
                      <a:cubicBezTo>
                        <a:pt x="11137" y="69"/>
                        <a:pt x="11092" y="79"/>
                        <a:pt x="11050" y="98"/>
                      </a:cubicBezTo>
                      <a:cubicBezTo>
                        <a:pt x="10942" y="145"/>
                        <a:pt x="10776" y="193"/>
                        <a:pt x="10788" y="324"/>
                      </a:cubicBezTo>
                      <a:cubicBezTo>
                        <a:pt x="10800" y="455"/>
                        <a:pt x="10966" y="514"/>
                        <a:pt x="11109" y="538"/>
                      </a:cubicBezTo>
                      <a:cubicBezTo>
                        <a:pt x="11466" y="586"/>
                        <a:pt x="11466" y="586"/>
                        <a:pt x="11478" y="955"/>
                      </a:cubicBezTo>
                      <a:cubicBezTo>
                        <a:pt x="11478" y="991"/>
                        <a:pt x="11478" y="1038"/>
                        <a:pt x="11478" y="1074"/>
                      </a:cubicBezTo>
                      <a:cubicBezTo>
                        <a:pt x="11562" y="1657"/>
                        <a:pt x="11288" y="2038"/>
                        <a:pt x="10823" y="2324"/>
                      </a:cubicBezTo>
                      <a:cubicBezTo>
                        <a:pt x="10573" y="2467"/>
                        <a:pt x="10311" y="2610"/>
                        <a:pt x="10061" y="2753"/>
                      </a:cubicBezTo>
                      <a:cubicBezTo>
                        <a:pt x="9799" y="2884"/>
                        <a:pt x="9609" y="3110"/>
                        <a:pt x="9538" y="3384"/>
                      </a:cubicBezTo>
                      <a:cubicBezTo>
                        <a:pt x="9407" y="3824"/>
                        <a:pt x="9252" y="4241"/>
                        <a:pt x="9061" y="4646"/>
                      </a:cubicBezTo>
                      <a:cubicBezTo>
                        <a:pt x="8930" y="4967"/>
                        <a:pt x="8668" y="5217"/>
                        <a:pt x="8335" y="5325"/>
                      </a:cubicBezTo>
                      <a:cubicBezTo>
                        <a:pt x="7883" y="5491"/>
                        <a:pt x="7418" y="5598"/>
                        <a:pt x="6942" y="5682"/>
                      </a:cubicBezTo>
                      <a:cubicBezTo>
                        <a:pt x="6740" y="5713"/>
                        <a:pt x="6539" y="5727"/>
                        <a:pt x="6340" y="5727"/>
                      </a:cubicBezTo>
                      <a:cubicBezTo>
                        <a:pt x="5621" y="5727"/>
                        <a:pt x="4917" y="5543"/>
                        <a:pt x="4227" y="5301"/>
                      </a:cubicBezTo>
                      <a:cubicBezTo>
                        <a:pt x="3287" y="4979"/>
                        <a:pt x="2584" y="4301"/>
                        <a:pt x="1834" y="3682"/>
                      </a:cubicBezTo>
                      <a:cubicBezTo>
                        <a:pt x="1239" y="3181"/>
                        <a:pt x="989" y="2574"/>
                        <a:pt x="1144" y="1800"/>
                      </a:cubicBezTo>
                      <a:cubicBezTo>
                        <a:pt x="1227" y="1503"/>
                        <a:pt x="1203" y="1193"/>
                        <a:pt x="1084" y="919"/>
                      </a:cubicBezTo>
                      <a:lnTo>
                        <a:pt x="1084" y="919"/>
                      </a:lnTo>
                      <a:cubicBezTo>
                        <a:pt x="1160" y="938"/>
                        <a:pt x="1237" y="946"/>
                        <a:pt x="1313" y="946"/>
                      </a:cubicBezTo>
                      <a:cubicBezTo>
                        <a:pt x="1535" y="946"/>
                        <a:pt x="1752" y="871"/>
                        <a:pt x="1929" y="729"/>
                      </a:cubicBezTo>
                      <a:cubicBezTo>
                        <a:pt x="2013" y="657"/>
                        <a:pt x="2037" y="598"/>
                        <a:pt x="1929" y="526"/>
                      </a:cubicBezTo>
                      <a:cubicBezTo>
                        <a:pt x="1800" y="405"/>
                        <a:pt x="1632" y="347"/>
                        <a:pt x="1459" y="347"/>
                      </a:cubicBezTo>
                      <a:cubicBezTo>
                        <a:pt x="1394" y="347"/>
                        <a:pt x="1328" y="355"/>
                        <a:pt x="1263" y="372"/>
                      </a:cubicBezTo>
                      <a:cubicBezTo>
                        <a:pt x="1068" y="442"/>
                        <a:pt x="878" y="517"/>
                        <a:pt x="679" y="517"/>
                      </a:cubicBezTo>
                      <a:cubicBezTo>
                        <a:pt x="575" y="517"/>
                        <a:pt x="469" y="496"/>
                        <a:pt x="358" y="443"/>
                      </a:cubicBezTo>
                      <a:cubicBezTo>
                        <a:pt x="331" y="435"/>
                        <a:pt x="304" y="431"/>
                        <a:pt x="278" y="431"/>
                      </a:cubicBezTo>
                      <a:cubicBezTo>
                        <a:pt x="153" y="431"/>
                        <a:pt x="44" y="520"/>
                        <a:pt x="24" y="657"/>
                      </a:cubicBezTo>
                      <a:cubicBezTo>
                        <a:pt x="1" y="824"/>
                        <a:pt x="155" y="860"/>
                        <a:pt x="274" y="895"/>
                      </a:cubicBezTo>
                      <a:cubicBezTo>
                        <a:pt x="302" y="905"/>
                        <a:pt x="331" y="908"/>
                        <a:pt x="360" y="908"/>
                      </a:cubicBezTo>
                      <a:cubicBezTo>
                        <a:pt x="406" y="908"/>
                        <a:pt x="452" y="898"/>
                        <a:pt x="489" y="884"/>
                      </a:cubicBezTo>
                      <a:cubicBezTo>
                        <a:pt x="517" y="871"/>
                        <a:pt x="541" y="865"/>
                        <a:pt x="560" y="865"/>
                      </a:cubicBezTo>
                      <a:cubicBezTo>
                        <a:pt x="613" y="865"/>
                        <a:pt x="635" y="909"/>
                        <a:pt x="644" y="979"/>
                      </a:cubicBezTo>
                      <a:cubicBezTo>
                        <a:pt x="727" y="1443"/>
                        <a:pt x="691" y="1919"/>
                        <a:pt x="536" y="2360"/>
                      </a:cubicBezTo>
                      <a:cubicBezTo>
                        <a:pt x="477" y="2515"/>
                        <a:pt x="477" y="2670"/>
                        <a:pt x="513" y="2836"/>
                      </a:cubicBezTo>
                      <a:cubicBezTo>
                        <a:pt x="584" y="3158"/>
                        <a:pt x="786" y="3432"/>
                        <a:pt x="1048" y="3622"/>
                      </a:cubicBezTo>
                      <a:cubicBezTo>
                        <a:pt x="1596" y="4015"/>
                        <a:pt x="2179" y="4360"/>
                        <a:pt x="2644" y="4848"/>
                      </a:cubicBezTo>
                      <a:cubicBezTo>
                        <a:pt x="3156" y="5372"/>
                        <a:pt x="3811" y="5765"/>
                        <a:pt x="4525" y="5979"/>
                      </a:cubicBezTo>
                      <a:cubicBezTo>
                        <a:pt x="5061" y="6156"/>
                        <a:pt x="5592" y="6232"/>
                        <a:pt x="6122" y="6232"/>
                      </a:cubicBezTo>
                      <a:cubicBezTo>
                        <a:pt x="6875" y="6232"/>
                        <a:pt x="7623" y="6079"/>
                        <a:pt x="8371" y="5848"/>
                      </a:cubicBezTo>
                      <a:cubicBezTo>
                        <a:pt x="9180" y="5598"/>
                        <a:pt x="9692" y="5122"/>
                        <a:pt x="9668" y="4217"/>
                      </a:cubicBezTo>
                      <a:lnTo>
                        <a:pt x="9668" y="4194"/>
                      </a:lnTo>
                      <a:cubicBezTo>
                        <a:pt x="9680" y="3562"/>
                        <a:pt x="10049" y="2979"/>
                        <a:pt x="10633" y="2705"/>
                      </a:cubicBezTo>
                      <a:cubicBezTo>
                        <a:pt x="10895" y="2574"/>
                        <a:pt x="11145" y="2419"/>
                        <a:pt x="11395" y="2253"/>
                      </a:cubicBezTo>
                      <a:cubicBezTo>
                        <a:pt x="11764" y="2027"/>
                        <a:pt x="11990" y="1622"/>
                        <a:pt x="11990" y="1193"/>
                      </a:cubicBezTo>
                      <a:cubicBezTo>
                        <a:pt x="11990" y="1050"/>
                        <a:pt x="12014" y="895"/>
                        <a:pt x="12014" y="741"/>
                      </a:cubicBezTo>
                      <a:cubicBezTo>
                        <a:pt x="12014" y="610"/>
                        <a:pt x="12031" y="530"/>
                        <a:pt x="12159" y="530"/>
                      </a:cubicBezTo>
                      <a:cubicBezTo>
                        <a:pt x="12182" y="530"/>
                        <a:pt x="12209" y="533"/>
                        <a:pt x="12240" y="538"/>
                      </a:cubicBezTo>
                      <a:cubicBezTo>
                        <a:pt x="12280" y="547"/>
                        <a:pt x="12321" y="552"/>
                        <a:pt x="12361" y="552"/>
                      </a:cubicBezTo>
                      <a:cubicBezTo>
                        <a:pt x="12535" y="552"/>
                        <a:pt x="12703" y="469"/>
                        <a:pt x="12800" y="324"/>
                      </a:cubicBezTo>
                      <a:cubicBezTo>
                        <a:pt x="12883" y="241"/>
                        <a:pt x="12871" y="157"/>
                        <a:pt x="12740" y="110"/>
                      </a:cubicBezTo>
                      <a:cubicBezTo>
                        <a:pt x="12583" y="47"/>
                        <a:pt x="12426" y="1"/>
                        <a:pt x="12269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9" name="Google Shape;349;p17"/>
                <p:cNvSpPr/>
                <p:nvPr/>
              </p:nvSpPr>
              <p:spPr>
                <a:xfrm>
                  <a:off x="6773750" y="1211575"/>
                  <a:ext cx="35150" cy="104400"/>
                </a:xfrm>
                <a:custGeom>
                  <a:rect b="b" l="l" r="r" t="t"/>
                  <a:pathLst>
                    <a:path extrusionOk="0" h="4176" w="1406">
                      <a:moveTo>
                        <a:pt x="686" y="1"/>
                      </a:moveTo>
                      <a:cubicBezTo>
                        <a:pt x="680" y="1"/>
                        <a:pt x="674" y="1"/>
                        <a:pt x="667" y="1"/>
                      </a:cubicBezTo>
                      <a:cubicBezTo>
                        <a:pt x="453" y="1"/>
                        <a:pt x="382" y="192"/>
                        <a:pt x="298" y="358"/>
                      </a:cubicBezTo>
                      <a:cubicBezTo>
                        <a:pt x="262" y="442"/>
                        <a:pt x="227" y="525"/>
                        <a:pt x="203" y="620"/>
                      </a:cubicBezTo>
                      <a:cubicBezTo>
                        <a:pt x="24" y="1394"/>
                        <a:pt x="1" y="2192"/>
                        <a:pt x="155" y="2978"/>
                      </a:cubicBezTo>
                      <a:cubicBezTo>
                        <a:pt x="191" y="3323"/>
                        <a:pt x="310" y="3656"/>
                        <a:pt x="501" y="3954"/>
                      </a:cubicBezTo>
                      <a:cubicBezTo>
                        <a:pt x="595" y="4101"/>
                        <a:pt x="698" y="4176"/>
                        <a:pt x="800" y="4176"/>
                      </a:cubicBezTo>
                      <a:cubicBezTo>
                        <a:pt x="903" y="4176"/>
                        <a:pt x="1006" y="4098"/>
                        <a:pt x="1096" y="3942"/>
                      </a:cubicBezTo>
                      <a:cubicBezTo>
                        <a:pt x="1167" y="3811"/>
                        <a:pt x="1227" y="3668"/>
                        <a:pt x="1263" y="3525"/>
                      </a:cubicBezTo>
                      <a:cubicBezTo>
                        <a:pt x="1358" y="3109"/>
                        <a:pt x="1405" y="2692"/>
                        <a:pt x="1394" y="2275"/>
                      </a:cubicBezTo>
                      <a:cubicBezTo>
                        <a:pt x="1405" y="1823"/>
                        <a:pt x="1358" y="1382"/>
                        <a:pt x="1263" y="954"/>
                      </a:cubicBezTo>
                      <a:cubicBezTo>
                        <a:pt x="1215" y="739"/>
                        <a:pt x="1144" y="537"/>
                        <a:pt x="1048" y="334"/>
                      </a:cubicBezTo>
                      <a:cubicBezTo>
                        <a:pt x="967" y="184"/>
                        <a:pt x="887" y="1"/>
                        <a:pt x="68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0" name="Google Shape;350;p17"/>
                <p:cNvSpPr/>
                <p:nvPr/>
              </p:nvSpPr>
              <p:spPr>
                <a:xfrm>
                  <a:off x="6877625" y="1206200"/>
                  <a:ext cx="36950" cy="104225"/>
                </a:xfrm>
                <a:custGeom>
                  <a:rect b="b" l="l" r="r" t="t"/>
                  <a:pathLst>
                    <a:path extrusionOk="0" h="4169" w="1478">
                      <a:moveTo>
                        <a:pt x="642" y="0"/>
                      </a:moveTo>
                      <a:cubicBezTo>
                        <a:pt x="631" y="0"/>
                        <a:pt x="620" y="1"/>
                        <a:pt x="608" y="2"/>
                      </a:cubicBezTo>
                      <a:cubicBezTo>
                        <a:pt x="322" y="14"/>
                        <a:pt x="287" y="264"/>
                        <a:pt x="215" y="466"/>
                      </a:cubicBezTo>
                      <a:cubicBezTo>
                        <a:pt x="60" y="930"/>
                        <a:pt x="1" y="1419"/>
                        <a:pt x="13" y="1907"/>
                      </a:cubicBezTo>
                      <a:cubicBezTo>
                        <a:pt x="13" y="2633"/>
                        <a:pt x="132" y="3300"/>
                        <a:pt x="322" y="3740"/>
                      </a:cubicBezTo>
                      <a:cubicBezTo>
                        <a:pt x="418" y="3943"/>
                        <a:pt x="501" y="4169"/>
                        <a:pt x="751" y="4169"/>
                      </a:cubicBezTo>
                      <a:cubicBezTo>
                        <a:pt x="1013" y="4169"/>
                        <a:pt x="1096" y="3919"/>
                        <a:pt x="1156" y="3716"/>
                      </a:cubicBezTo>
                      <a:cubicBezTo>
                        <a:pt x="1477" y="2645"/>
                        <a:pt x="1441" y="1490"/>
                        <a:pt x="1049" y="442"/>
                      </a:cubicBezTo>
                      <a:cubicBezTo>
                        <a:pt x="980" y="249"/>
                        <a:pt x="890" y="0"/>
                        <a:pt x="642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351" name="Google Shape;351;p17"/>
              <p:cNvSpPr/>
              <p:nvPr/>
            </p:nvSpPr>
            <p:spPr>
              <a:xfrm rot="-5400000">
                <a:off x="5360206" y="1138300"/>
                <a:ext cx="473000" cy="454875"/>
              </a:xfrm>
              <a:custGeom>
                <a:rect b="b" l="l" r="r" t="t"/>
                <a:pathLst>
                  <a:path extrusionOk="0" h="18195" w="18920">
                    <a:moveTo>
                      <a:pt x="11801" y="5297"/>
                    </a:moveTo>
                    <a:cubicBezTo>
                      <a:pt x="11812" y="5297"/>
                      <a:pt x="11824" y="5298"/>
                      <a:pt x="11835" y="5299"/>
                    </a:cubicBezTo>
                    <a:cubicBezTo>
                      <a:pt x="11978" y="5335"/>
                      <a:pt x="12097" y="5442"/>
                      <a:pt x="12133" y="5597"/>
                    </a:cubicBezTo>
                    <a:cubicBezTo>
                      <a:pt x="12526" y="6656"/>
                      <a:pt x="12514" y="7823"/>
                      <a:pt x="12097" y="8883"/>
                    </a:cubicBezTo>
                    <a:cubicBezTo>
                      <a:pt x="12049" y="9014"/>
                      <a:pt x="11954" y="9157"/>
                      <a:pt x="11776" y="9157"/>
                    </a:cubicBezTo>
                    <a:cubicBezTo>
                      <a:pt x="11597" y="9157"/>
                      <a:pt x="11514" y="8990"/>
                      <a:pt x="11442" y="8835"/>
                    </a:cubicBezTo>
                    <a:cubicBezTo>
                      <a:pt x="11216" y="8347"/>
                      <a:pt x="11204" y="7823"/>
                      <a:pt x="11180" y="7299"/>
                    </a:cubicBezTo>
                    <a:cubicBezTo>
                      <a:pt x="11192" y="6716"/>
                      <a:pt x="11216" y="6144"/>
                      <a:pt x="11478" y="5597"/>
                    </a:cubicBezTo>
                    <a:cubicBezTo>
                      <a:pt x="11545" y="5462"/>
                      <a:pt x="11633" y="5297"/>
                      <a:pt x="11801" y="5297"/>
                    </a:cubicBezTo>
                    <a:close/>
                    <a:moveTo>
                      <a:pt x="7978" y="5335"/>
                    </a:moveTo>
                    <a:cubicBezTo>
                      <a:pt x="8156" y="5335"/>
                      <a:pt x="8239" y="5478"/>
                      <a:pt x="8299" y="5609"/>
                    </a:cubicBezTo>
                    <a:cubicBezTo>
                      <a:pt x="8537" y="6109"/>
                      <a:pt x="8561" y="6656"/>
                      <a:pt x="8585" y="7228"/>
                    </a:cubicBezTo>
                    <a:cubicBezTo>
                      <a:pt x="8561" y="7775"/>
                      <a:pt x="8537" y="8347"/>
                      <a:pt x="8287" y="8883"/>
                    </a:cubicBezTo>
                    <a:cubicBezTo>
                      <a:pt x="8220" y="9028"/>
                      <a:pt x="8133" y="9183"/>
                      <a:pt x="7956" y="9183"/>
                    </a:cubicBezTo>
                    <a:cubicBezTo>
                      <a:pt x="7944" y="9183"/>
                      <a:pt x="7931" y="9182"/>
                      <a:pt x="7918" y="9180"/>
                    </a:cubicBezTo>
                    <a:cubicBezTo>
                      <a:pt x="7763" y="9169"/>
                      <a:pt x="7668" y="9026"/>
                      <a:pt x="7620" y="8883"/>
                    </a:cubicBezTo>
                    <a:cubicBezTo>
                      <a:pt x="7227" y="7823"/>
                      <a:pt x="7251" y="6656"/>
                      <a:pt x="7656" y="5609"/>
                    </a:cubicBezTo>
                    <a:cubicBezTo>
                      <a:pt x="7692" y="5454"/>
                      <a:pt x="7823" y="5347"/>
                      <a:pt x="7978" y="5335"/>
                    </a:cubicBezTo>
                    <a:close/>
                    <a:moveTo>
                      <a:pt x="4707" y="9020"/>
                    </a:moveTo>
                    <a:cubicBezTo>
                      <a:pt x="4949" y="9020"/>
                      <a:pt x="5191" y="9046"/>
                      <a:pt x="5430" y="9097"/>
                    </a:cubicBezTo>
                    <a:cubicBezTo>
                      <a:pt x="5656" y="9121"/>
                      <a:pt x="5799" y="9323"/>
                      <a:pt x="5763" y="9538"/>
                    </a:cubicBezTo>
                    <a:cubicBezTo>
                      <a:pt x="5752" y="9720"/>
                      <a:pt x="5606" y="9864"/>
                      <a:pt x="5428" y="9864"/>
                    </a:cubicBezTo>
                    <a:cubicBezTo>
                      <a:pt x="5409" y="9864"/>
                      <a:pt x="5390" y="9863"/>
                      <a:pt x="5370" y="9859"/>
                    </a:cubicBezTo>
                    <a:cubicBezTo>
                      <a:pt x="5325" y="9852"/>
                      <a:pt x="5286" y="9849"/>
                      <a:pt x="5252" y="9849"/>
                    </a:cubicBezTo>
                    <a:cubicBezTo>
                      <a:pt x="4991" y="9849"/>
                      <a:pt x="5042" y="10041"/>
                      <a:pt x="5084" y="10252"/>
                    </a:cubicBezTo>
                    <a:cubicBezTo>
                      <a:pt x="5537" y="12538"/>
                      <a:pt x="7537" y="14181"/>
                      <a:pt x="9859" y="14193"/>
                    </a:cubicBezTo>
                    <a:cubicBezTo>
                      <a:pt x="9867" y="14193"/>
                      <a:pt x="9876" y="14193"/>
                      <a:pt x="9884" y="14193"/>
                    </a:cubicBezTo>
                    <a:cubicBezTo>
                      <a:pt x="12195" y="14193"/>
                      <a:pt x="14194" y="12565"/>
                      <a:pt x="14669" y="10300"/>
                    </a:cubicBezTo>
                    <a:cubicBezTo>
                      <a:pt x="14709" y="10100"/>
                      <a:pt x="14757" y="9934"/>
                      <a:pt x="14548" y="9934"/>
                    </a:cubicBezTo>
                    <a:cubicBezTo>
                      <a:pt x="14508" y="9934"/>
                      <a:pt x="14457" y="9941"/>
                      <a:pt x="14395" y="9954"/>
                    </a:cubicBezTo>
                    <a:cubicBezTo>
                      <a:pt x="14370" y="9960"/>
                      <a:pt x="14346" y="9963"/>
                      <a:pt x="14323" y="9963"/>
                    </a:cubicBezTo>
                    <a:cubicBezTo>
                      <a:pt x="14156" y="9963"/>
                      <a:pt x="14033" y="9821"/>
                      <a:pt x="14002" y="9633"/>
                    </a:cubicBezTo>
                    <a:cubicBezTo>
                      <a:pt x="13966" y="9442"/>
                      <a:pt x="14085" y="9252"/>
                      <a:pt x="14276" y="9204"/>
                    </a:cubicBezTo>
                    <a:cubicBezTo>
                      <a:pt x="14627" y="9085"/>
                      <a:pt x="14991" y="9028"/>
                      <a:pt x="15354" y="9028"/>
                    </a:cubicBezTo>
                    <a:cubicBezTo>
                      <a:pt x="15607" y="9028"/>
                      <a:pt x="15860" y="9055"/>
                      <a:pt x="16109" y="9109"/>
                    </a:cubicBezTo>
                    <a:cubicBezTo>
                      <a:pt x="16324" y="9145"/>
                      <a:pt x="16467" y="9359"/>
                      <a:pt x="16407" y="9573"/>
                    </a:cubicBezTo>
                    <a:cubicBezTo>
                      <a:pt x="16407" y="9749"/>
                      <a:pt x="16254" y="9880"/>
                      <a:pt x="16081" y="9880"/>
                    </a:cubicBezTo>
                    <a:cubicBezTo>
                      <a:pt x="16055" y="9880"/>
                      <a:pt x="16029" y="9877"/>
                      <a:pt x="16002" y="9871"/>
                    </a:cubicBezTo>
                    <a:cubicBezTo>
                      <a:pt x="15928" y="9849"/>
                      <a:pt x="15867" y="9839"/>
                      <a:pt x="15816" y="9839"/>
                    </a:cubicBezTo>
                    <a:cubicBezTo>
                      <a:pt x="15560" y="9839"/>
                      <a:pt x="15554" y="10084"/>
                      <a:pt x="15514" y="10312"/>
                    </a:cubicBezTo>
                    <a:cubicBezTo>
                      <a:pt x="15038" y="13038"/>
                      <a:pt x="12669" y="15026"/>
                      <a:pt x="9894" y="15038"/>
                    </a:cubicBezTo>
                    <a:cubicBezTo>
                      <a:pt x="7120" y="15038"/>
                      <a:pt x="4739" y="13050"/>
                      <a:pt x="4251" y="10323"/>
                    </a:cubicBezTo>
                    <a:cubicBezTo>
                      <a:pt x="4213" y="10132"/>
                      <a:pt x="4228" y="9895"/>
                      <a:pt x="4008" y="9895"/>
                    </a:cubicBezTo>
                    <a:cubicBezTo>
                      <a:pt x="3954" y="9895"/>
                      <a:pt x="3885" y="9910"/>
                      <a:pt x="3798" y="9942"/>
                    </a:cubicBezTo>
                    <a:cubicBezTo>
                      <a:pt x="3757" y="9959"/>
                      <a:pt x="3716" y="9966"/>
                      <a:pt x="3677" y="9966"/>
                    </a:cubicBezTo>
                    <a:cubicBezTo>
                      <a:pt x="3516" y="9966"/>
                      <a:pt x="3387" y="9836"/>
                      <a:pt x="3358" y="9645"/>
                    </a:cubicBezTo>
                    <a:cubicBezTo>
                      <a:pt x="3298" y="9454"/>
                      <a:pt x="3417" y="9252"/>
                      <a:pt x="3608" y="9204"/>
                    </a:cubicBezTo>
                    <a:cubicBezTo>
                      <a:pt x="3962" y="9081"/>
                      <a:pt x="4334" y="9020"/>
                      <a:pt x="4707" y="9020"/>
                    </a:cubicBezTo>
                    <a:close/>
                    <a:moveTo>
                      <a:pt x="9823" y="1"/>
                    </a:moveTo>
                    <a:cubicBezTo>
                      <a:pt x="6144" y="1"/>
                      <a:pt x="2822" y="2215"/>
                      <a:pt x="1417" y="5620"/>
                    </a:cubicBezTo>
                    <a:cubicBezTo>
                      <a:pt x="0" y="9014"/>
                      <a:pt x="786" y="12931"/>
                      <a:pt x="3382" y="15526"/>
                    </a:cubicBezTo>
                    <a:cubicBezTo>
                      <a:pt x="5126" y="17271"/>
                      <a:pt x="7451" y="18194"/>
                      <a:pt x="9818" y="18194"/>
                    </a:cubicBezTo>
                    <a:cubicBezTo>
                      <a:pt x="10990" y="18194"/>
                      <a:pt x="12172" y="17968"/>
                      <a:pt x="13300" y="17503"/>
                    </a:cubicBezTo>
                    <a:cubicBezTo>
                      <a:pt x="16705" y="16098"/>
                      <a:pt x="18919" y="12776"/>
                      <a:pt x="18919" y="9097"/>
                    </a:cubicBezTo>
                    <a:cubicBezTo>
                      <a:pt x="18919" y="4073"/>
                      <a:pt x="14847" y="1"/>
                      <a:pt x="9823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352" name="Google Shape;352;p17"/>
              <p:cNvGrpSpPr/>
              <p:nvPr/>
            </p:nvGrpSpPr>
            <p:grpSpPr>
              <a:xfrm rot="5400000">
                <a:off x="5985550" y="1130675"/>
                <a:ext cx="495325" cy="470125"/>
                <a:chOff x="5985550" y="1130050"/>
                <a:chExt cx="495325" cy="470125"/>
              </a:xfrm>
            </p:grpSpPr>
            <p:sp>
              <p:nvSpPr>
                <p:cNvPr id="353" name="Google Shape;353;p17"/>
                <p:cNvSpPr/>
                <p:nvPr/>
              </p:nvSpPr>
              <p:spPr>
                <a:xfrm>
                  <a:off x="6075750" y="1366100"/>
                  <a:ext cx="338750" cy="149125"/>
                </a:xfrm>
                <a:custGeom>
                  <a:rect b="b" l="l" r="r" t="t"/>
                  <a:pathLst>
                    <a:path extrusionOk="0" h="5965" w="13550">
                      <a:moveTo>
                        <a:pt x="1336" y="1"/>
                      </a:moveTo>
                      <a:cubicBezTo>
                        <a:pt x="961" y="1"/>
                        <a:pt x="590" y="73"/>
                        <a:pt x="215" y="178"/>
                      </a:cubicBezTo>
                      <a:cubicBezTo>
                        <a:pt x="72" y="202"/>
                        <a:pt x="0" y="368"/>
                        <a:pt x="84" y="476"/>
                      </a:cubicBezTo>
                      <a:cubicBezTo>
                        <a:pt x="125" y="553"/>
                        <a:pt x="179" y="577"/>
                        <a:pt x="239" y="577"/>
                      </a:cubicBezTo>
                      <a:cubicBezTo>
                        <a:pt x="298" y="577"/>
                        <a:pt x="364" y="553"/>
                        <a:pt x="429" y="535"/>
                      </a:cubicBezTo>
                      <a:cubicBezTo>
                        <a:pt x="590" y="492"/>
                        <a:pt x="699" y="464"/>
                        <a:pt x="773" y="464"/>
                      </a:cubicBezTo>
                      <a:cubicBezTo>
                        <a:pt x="924" y="464"/>
                        <a:pt x="937" y="578"/>
                        <a:pt x="977" y="904"/>
                      </a:cubicBezTo>
                      <a:lnTo>
                        <a:pt x="977" y="952"/>
                      </a:lnTo>
                      <a:cubicBezTo>
                        <a:pt x="1402" y="3833"/>
                        <a:pt x="3865" y="5965"/>
                        <a:pt x="6774" y="5965"/>
                      </a:cubicBezTo>
                      <a:cubicBezTo>
                        <a:pt x="6798" y="5965"/>
                        <a:pt x="6822" y="5965"/>
                        <a:pt x="6846" y="5964"/>
                      </a:cubicBezTo>
                      <a:cubicBezTo>
                        <a:pt x="9787" y="5941"/>
                        <a:pt x="12252" y="3738"/>
                        <a:pt x="12609" y="833"/>
                      </a:cubicBezTo>
                      <a:cubicBezTo>
                        <a:pt x="12649" y="515"/>
                        <a:pt x="12662" y="409"/>
                        <a:pt x="12818" y="409"/>
                      </a:cubicBezTo>
                      <a:cubicBezTo>
                        <a:pt x="12896" y="409"/>
                        <a:pt x="13010" y="436"/>
                        <a:pt x="13181" y="476"/>
                      </a:cubicBezTo>
                      <a:cubicBezTo>
                        <a:pt x="13229" y="484"/>
                        <a:pt x="13281" y="495"/>
                        <a:pt x="13329" y="495"/>
                      </a:cubicBezTo>
                      <a:cubicBezTo>
                        <a:pt x="13411" y="495"/>
                        <a:pt x="13484" y="465"/>
                        <a:pt x="13514" y="345"/>
                      </a:cubicBezTo>
                      <a:cubicBezTo>
                        <a:pt x="13550" y="166"/>
                        <a:pt x="13443" y="118"/>
                        <a:pt x="13300" y="83"/>
                      </a:cubicBezTo>
                      <a:cubicBezTo>
                        <a:pt x="13080" y="26"/>
                        <a:pt x="12860" y="1"/>
                        <a:pt x="12641" y="1"/>
                      </a:cubicBezTo>
                      <a:cubicBezTo>
                        <a:pt x="12268" y="1"/>
                        <a:pt x="11898" y="73"/>
                        <a:pt x="11538" y="178"/>
                      </a:cubicBezTo>
                      <a:cubicBezTo>
                        <a:pt x="11418" y="202"/>
                        <a:pt x="11347" y="321"/>
                        <a:pt x="11383" y="428"/>
                      </a:cubicBezTo>
                      <a:cubicBezTo>
                        <a:pt x="11412" y="534"/>
                        <a:pt x="11488" y="578"/>
                        <a:pt x="11579" y="578"/>
                      </a:cubicBezTo>
                      <a:cubicBezTo>
                        <a:pt x="11600" y="578"/>
                        <a:pt x="11622" y="575"/>
                        <a:pt x="11645" y="571"/>
                      </a:cubicBezTo>
                      <a:cubicBezTo>
                        <a:pt x="11776" y="535"/>
                        <a:pt x="11895" y="511"/>
                        <a:pt x="12014" y="476"/>
                      </a:cubicBezTo>
                      <a:cubicBezTo>
                        <a:pt x="12052" y="465"/>
                        <a:pt x="12082" y="459"/>
                        <a:pt x="12107" y="459"/>
                      </a:cubicBezTo>
                      <a:cubicBezTo>
                        <a:pt x="12189" y="459"/>
                        <a:pt x="12199" y="520"/>
                        <a:pt x="12180" y="630"/>
                      </a:cubicBezTo>
                      <a:cubicBezTo>
                        <a:pt x="11907" y="3333"/>
                        <a:pt x="9668" y="5417"/>
                        <a:pt x="6942" y="5488"/>
                      </a:cubicBezTo>
                      <a:cubicBezTo>
                        <a:pt x="6901" y="5489"/>
                        <a:pt x="6861" y="5489"/>
                        <a:pt x="6821" y="5489"/>
                      </a:cubicBezTo>
                      <a:cubicBezTo>
                        <a:pt x="4158" y="5489"/>
                        <a:pt x="1875" y="3555"/>
                        <a:pt x="1465" y="904"/>
                      </a:cubicBezTo>
                      <a:cubicBezTo>
                        <a:pt x="1415" y="534"/>
                        <a:pt x="1400" y="420"/>
                        <a:pt x="1568" y="420"/>
                      </a:cubicBezTo>
                      <a:cubicBezTo>
                        <a:pt x="1644" y="420"/>
                        <a:pt x="1755" y="442"/>
                        <a:pt x="1917" y="476"/>
                      </a:cubicBezTo>
                      <a:cubicBezTo>
                        <a:pt x="1958" y="483"/>
                        <a:pt x="1999" y="489"/>
                        <a:pt x="2037" y="489"/>
                      </a:cubicBezTo>
                      <a:cubicBezTo>
                        <a:pt x="2121" y="489"/>
                        <a:pt x="2190" y="459"/>
                        <a:pt x="2215" y="345"/>
                      </a:cubicBezTo>
                      <a:cubicBezTo>
                        <a:pt x="2239" y="178"/>
                        <a:pt x="2144" y="118"/>
                        <a:pt x="2001" y="83"/>
                      </a:cubicBezTo>
                      <a:cubicBezTo>
                        <a:pt x="1776" y="26"/>
                        <a:pt x="1555" y="1"/>
                        <a:pt x="133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4" name="Google Shape;354;p17"/>
                <p:cNvSpPr/>
                <p:nvPr/>
              </p:nvSpPr>
              <p:spPr>
                <a:xfrm>
                  <a:off x="6277250" y="1261875"/>
                  <a:ext cx="35750" cy="102725"/>
                </a:xfrm>
                <a:custGeom>
                  <a:rect b="b" l="l" r="r" t="t"/>
                  <a:pathLst>
                    <a:path extrusionOk="0" h="4109" w="1430">
                      <a:moveTo>
                        <a:pt x="793" y="1"/>
                      </a:moveTo>
                      <a:cubicBezTo>
                        <a:pt x="787" y="1"/>
                        <a:pt x="781" y="1"/>
                        <a:pt x="775" y="1"/>
                      </a:cubicBezTo>
                      <a:cubicBezTo>
                        <a:pt x="501" y="1"/>
                        <a:pt x="441" y="251"/>
                        <a:pt x="370" y="442"/>
                      </a:cubicBezTo>
                      <a:cubicBezTo>
                        <a:pt x="13" y="1478"/>
                        <a:pt x="1" y="2609"/>
                        <a:pt x="334" y="3644"/>
                      </a:cubicBezTo>
                      <a:cubicBezTo>
                        <a:pt x="394" y="3847"/>
                        <a:pt x="477" y="4109"/>
                        <a:pt x="751" y="4109"/>
                      </a:cubicBezTo>
                      <a:cubicBezTo>
                        <a:pt x="1013" y="4109"/>
                        <a:pt x="1084" y="3859"/>
                        <a:pt x="1168" y="3656"/>
                      </a:cubicBezTo>
                      <a:cubicBezTo>
                        <a:pt x="1346" y="3168"/>
                        <a:pt x="1430" y="2656"/>
                        <a:pt x="1430" y="2132"/>
                      </a:cubicBezTo>
                      <a:cubicBezTo>
                        <a:pt x="1430" y="1466"/>
                        <a:pt x="1382" y="942"/>
                        <a:pt x="1203" y="454"/>
                      </a:cubicBezTo>
                      <a:cubicBezTo>
                        <a:pt x="1122" y="256"/>
                        <a:pt x="1052" y="1"/>
                        <a:pt x="793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5" name="Google Shape;355;p17"/>
                <p:cNvSpPr/>
                <p:nvPr/>
              </p:nvSpPr>
              <p:spPr>
                <a:xfrm>
                  <a:off x="6178150" y="1262775"/>
                  <a:ext cx="35725" cy="102725"/>
                </a:xfrm>
                <a:custGeom>
                  <a:rect b="b" l="l" r="r" t="t"/>
                  <a:pathLst>
                    <a:path extrusionOk="0" h="4109" w="1429">
                      <a:moveTo>
                        <a:pt x="686" y="1"/>
                      </a:moveTo>
                      <a:cubicBezTo>
                        <a:pt x="436" y="1"/>
                        <a:pt x="344" y="256"/>
                        <a:pt x="262" y="465"/>
                      </a:cubicBezTo>
                      <a:cubicBezTo>
                        <a:pt x="83" y="965"/>
                        <a:pt x="0" y="1489"/>
                        <a:pt x="12" y="2013"/>
                      </a:cubicBezTo>
                      <a:cubicBezTo>
                        <a:pt x="12" y="2632"/>
                        <a:pt x="48" y="3156"/>
                        <a:pt x="238" y="3644"/>
                      </a:cubicBezTo>
                      <a:cubicBezTo>
                        <a:pt x="322" y="3859"/>
                        <a:pt x="393" y="4109"/>
                        <a:pt x="655" y="4109"/>
                      </a:cubicBezTo>
                      <a:cubicBezTo>
                        <a:pt x="917" y="4109"/>
                        <a:pt x="1012" y="3859"/>
                        <a:pt x="1072" y="3656"/>
                      </a:cubicBezTo>
                      <a:cubicBezTo>
                        <a:pt x="1417" y="2620"/>
                        <a:pt x="1429" y="1513"/>
                        <a:pt x="1107" y="465"/>
                      </a:cubicBezTo>
                      <a:cubicBezTo>
                        <a:pt x="1048" y="263"/>
                        <a:pt x="965" y="1"/>
                        <a:pt x="703" y="1"/>
                      </a:cubicBezTo>
                      <a:cubicBezTo>
                        <a:pt x="697" y="1"/>
                        <a:pt x="691" y="1"/>
                        <a:pt x="68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6" name="Google Shape;356;p17"/>
                <p:cNvSpPr/>
                <p:nvPr/>
              </p:nvSpPr>
              <p:spPr>
                <a:xfrm>
                  <a:off x="5985550" y="1130050"/>
                  <a:ext cx="495325" cy="470125"/>
                </a:xfrm>
                <a:custGeom>
                  <a:rect b="b" l="l" r="r" t="t"/>
                  <a:pathLst>
                    <a:path extrusionOk="0" h="18805" w="19813">
                      <a:moveTo>
                        <a:pt x="10405" y="475"/>
                      </a:moveTo>
                      <a:cubicBezTo>
                        <a:pt x="11555" y="475"/>
                        <a:pt x="12716" y="697"/>
                        <a:pt x="13824" y="1155"/>
                      </a:cubicBezTo>
                      <a:cubicBezTo>
                        <a:pt x="17158" y="2536"/>
                        <a:pt x="19337" y="5798"/>
                        <a:pt x="19337" y="9406"/>
                      </a:cubicBezTo>
                      <a:cubicBezTo>
                        <a:pt x="19325" y="14335"/>
                        <a:pt x="15324" y="18323"/>
                        <a:pt x="10407" y="18335"/>
                      </a:cubicBezTo>
                      <a:cubicBezTo>
                        <a:pt x="6787" y="18335"/>
                        <a:pt x="3537" y="16156"/>
                        <a:pt x="2156" y="12823"/>
                      </a:cubicBezTo>
                      <a:cubicBezTo>
                        <a:pt x="775" y="9489"/>
                        <a:pt x="1537" y="5643"/>
                        <a:pt x="4085" y="3095"/>
                      </a:cubicBezTo>
                      <a:cubicBezTo>
                        <a:pt x="5797" y="1383"/>
                        <a:pt x="8080" y="475"/>
                        <a:pt x="10405" y="475"/>
                      </a:cubicBezTo>
                      <a:close/>
                      <a:moveTo>
                        <a:pt x="10397" y="1"/>
                      </a:moveTo>
                      <a:cubicBezTo>
                        <a:pt x="8589" y="1"/>
                        <a:pt x="6772" y="520"/>
                        <a:pt x="5180" y="1583"/>
                      </a:cubicBezTo>
                      <a:cubicBezTo>
                        <a:pt x="1441" y="4072"/>
                        <a:pt x="1" y="8858"/>
                        <a:pt x="1715" y="13001"/>
                      </a:cubicBezTo>
                      <a:cubicBezTo>
                        <a:pt x="3189" y="16563"/>
                        <a:pt x="6651" y="18805"/>
                        <a:pt x="10384" y="18805"/>
                      </a:cubicBezTo>
                      <a:cubicBezTo>
                        <a:pt x="10994" y="18805"/>
                        <a:pt x="11611" y="18745"/>
                        <a:pt x="12229" y="18621"/>
                      </a:cubicBezTo>
                      <a:cubicBezTo>
                        <a:pt x="16634" y="17752"/>
                        <a:pt x="19801" y="13882"/>
                        <a:pt x="19801" y="9406"/>
                      </a:cubicBezTo>
                      <a:cubicBezTo>
                        <a:pt x="19813" y="6905"/>
                        <a:pt x="18813" y="4512"/>
                        <a:pt x="17051" y="2750"/>
                      </a:cubicBezTo>
                      <a:cubicBezTo>
                        <a:pt x="15229" y="936"/>
                        <a:pt x="12822" y="1"/>
                        <a:pt x="10397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">
  <p:cSld name="CUSTOM">
    <p:spTree>
      <p:nvGrpSpPr>
        <p:cNvPr id="357" name="Shape 3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8" name="Google Shape;358;p18"/>
          <p:cNvSpPr txBox="1"/>
          <p:nvPr>
            <p:ph type="title"/>
          </p:nvPr>
        </p:nvSpPr>
        <p:spPr>
          <a:xfrm>
            <a:off x="788900" y="1072950"/>
            <a:ext cx="3151800" cy="1993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359" name="Google Shape;359;p18"/>
          <p:cNvSpPr txBox="1"/>
          <p:nvPr>
            <p:ph idx="1" type="subTitle"/>
          </p:nvPr>
        </p:nvSpPr>
        <p:spPr>
          <a:xfrm>
            <a:off x="788900" y="3066699"/>
            <a:ext cx="3151800" cy="1116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360" name="Google Shape;360;p18"/>
          <p:cNvSpPr/>
          <p:nvPr>
            <p:ph idx="2" type="pic"/>
          </p:nvPr>
        </p:nvSpPr>
        <p:spPr>
          <a:xfrm>
            <a:off x="4537950" y="690300"/>
            <a:ext cx="3777000" cy="3762900"/>
          </a:xfrm>
          <a:prstGeom prst="ellipse">
            <a:avLst/>
          </a:prstGeom>
          <a:noFill/>
          <a:ln cap="flat" cmpd="sng" w="28575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</p:sp>
      <p:grpSp>
        <p:nvGrpSpPr>
          <p:cNvPr id="361" name="Google Shape;361;p18"/>
          <p:cNvGrpSpPr/>
          <p:nvPr/>
        </p:nvGrpSpPr>
        <p:grpSpPr>
          <a:xfrm flipH="1">
            <a:off x="442847" y="299958"/>
            <a:ext cx="1188759" cy="239538"/>
            <a:chOff x="2501428" y="4161487"/>
            <a:chExt cx="2196118" cy="442524"/>
          </a:xfrm>
        </p:grpSpPr>
        <p:grpSp>
          <p:nvGrpSpPr>
            <p:cNvPr id="362" name="Google Shape;362;p18"/>
            <p:cNvGrpSpPr/>
            <p:nvPr/>
          </p:nvGrpSpPr>
          <p:grpSpPr>
            <a:xfrm>
              <a:off x="4082894" y="4161487"/>
              <a:ext cx="614651" cy="442524"/>
              <a:chOff x="6608540" y="3355576"/>
              <a:chExt cx="1352071" cy="973435"/>
            </a:xfrm>
          </p:grpSpPr>
          <p:sp>
            <p:nvSpPr>
              <p:cNvPr id="363" name="Google Shape;363;p18"/>
              <p:cNvSpPr/>
              <p:nvPr/>
            </p:nvSpPr>
            <p:spPr>
              <a:xfrm>
                <a:off x="6608540" y="3843849"/>
                <a:ext cx="1352071" cy="485162"/>
              </a:xfrm>
              <a:custGeom>
                <a:rect b="b" l="l" r="r" t="t"/>
                <a:pathLst>
                  <a:path extrusionOk="0" fill="none" h="40229" w="112112">
                    <a:moveTo>
                      <a:pt x="1" y="1"/>
                    </a:moveTo>
                    <a:lnTo>
                      <a:pt x="75669" y="1"/>
                    </a:lnTo>
                    <a:lnTo>
                      <a:pt x="112111" y="1"/>
                    </a:lnTo>
                    <a:cubicBezTo>
                      <a:pt x="112111" y="1"/>
                      <a:pt x="72589" y="1003"/>
                      <a:pt x="71847" y="40228"/>
                    </a:cubicBezTo>
                  </a:path>
                </a:pathLst>
              </a:custGeom>
              <a:noFill/>
              <a:ln cap="flat" cmpd="sng" w="9525">
                <a:solidFill>
                  <a:schemeClr val="dk2"/>
                </a:solidFill>
                <a:prstDash val="solid"/>
                <a:miter lim="37110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" name="Google Shape;364;p18"/>
              <p:cNvSpPr/>
              <p:nvPr/>
            </p:nvSpPr>
            <p:spPr>
              <a:xfrm>
                <a:off x="7460229" y="3355576"/>
                <a:ext cx="498138" cy="489178"/>
              </a:xfrm>
              <a:custGeom>
                <a:rect b="b" l="l" r="r" t="t"/>
                <a:pathLst>
                  <a:path extrusionOk="0" fill="none" h="40562" w="41305">
                    <a:moveTo>
                      <a:pt x="1077" y="0"/>
                    </a:moveTo>
                    <a:cubicBezTo>
                      <a:pt x="1077" y="0"/>
                      <a:pt x="1" y="37482"/>
                      <a:pt x="41305" y="40562"/>
                    </a:cubicBezTo>
                  </a:path>
                </a:pathLst>
              </a:custGeom>
              <a:noFill/>
              <a:ln cap="flat" cmpd="sng" w="9525">
                <a:solidFill>
                  <a:schemeClr val="dk2"/>
                </a:solidFill>
                <a:prstDash val="solid"/>
                <a:miter lim="37110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cxnSp>
          <p:nvCxnSpPr>
            <p:cNvPr id="365" name="Google Shape;365;p18"/>
            <p:cNvCxnSpPr/>
            <p:nvPr/>
          </p:nvCxnSpPr>
          <p:spPr>
            <a:xfrm>
              <a:off x="2501428" y="4382750"/>
              <a:ext cx="1649700" cy="0"/>
            </a:xfrm>
            <a:prstGeom prst="straightConnector1">
              <a:avLst/>
            </a:prstGeom>
            <a:noFill/>
            <a:ln cap="flat" cmpd="sng" w="9525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366" name="Google Shape;366;p18"/>
          <p:cNvGrpSpPr/>
          <p:nvPr/>
        </p:nvGrpSpPr>
        <p:grpSpPr>
          <a:xfrm>
            <a:off x="8778938" y="299954"/>
            <a:ext cx="37200" cy="2280719"/>
            <a:chOff x="8720263" y="1665954"/>
            <a:chExt cx="37200" cy="2280719"/>
          </a:xfrm>
        </p:grpSpPr>
        <p:sp>
          <p:nvSpPr>
            <p:cNvPr id="367" name="Google Shape;367;p18"/>
            <p:cNvSpPr/>
            <p:nvPr/>
          </p:nvSpPr>
          <p:spPr>
            <a:xfrm flipH="1">
              <a:off x="8720263" y="1665954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  <p:sp>
          <p:nvSpPr>
            <p:cNvPr id="368" name="Google Shape;368;p18"/>
            <p:cNvSpPr/>
            <p:nvPr/>
          </p:nvSpPr>
          <p:spPr>
            <a:xfrm flipH="1">
              <a:off x="8720263" y="2278650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  <p:sp>
          <p:nvSpPr>
            <p:cNvPr id="369" name="Google Shape;369;p18"/>
            <p:cNvSpPr/>
            <p:nvPr/>
          </p:nvSpPr>
          <p:spPr>
            <a:xfrm flipH="1">
              <a:off x="8720263" y="2570381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  <p:sp>
          <p:nvSpPr>
            <p:cNvPr id="370" name="Google Shape;370;p18"/>
            <p:cNvSpPr/>
            <p:nvPr/>
          </p:nvSpPr>
          <p:spPr>
            <a:xfrm flipH="1">
              <a:off x="8720263" y="2862111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  <p:sp>
          <p:nvSpPr>
            <p:cNvPr id="371" name="Google Shape;371;p18"/>
            <p:cNvSpPr/>
            <p:nvPr/>
          </p:nvSpPr>
          <p:spPr>
            <a:xfrm flipH="1">
              <a:off x="8720263" y="3653137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  <p:sp>
          <p:nvSpPr>
            <p:cNvPr id="372" name="Google Shape;372;p18"/>
            <p:cNvSpPr/>
            <p:nvPr/>
          </p:nvSpPr>
          <p:spPr>
            <a:xfrm flipH="1">
              <a:off x="8720263" y="3909472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</p:grpSp>
      <p:grpSp>
        <p:nvGrpSpPr>
          <p:cNvPr id="373" name="Google Shape;373;p18"/>
          <p:cNvGrpSpPr/>
          <p:nvPr/>
        </p:nvGrpSpPr>
        <p:grpSpPr>
          <a:xfrm>
            <a:off x="347450" y="4603988"/>
            <a:ext cx="8374096" cy="419141"/>
            <a:chOff x="347450" y="4603988"/>
            <a:chExt cx="8374096" cy="419141"/>
          </a:xfrm>
        </p:grpSpPr>
        <p:sp>
          <p:nvSpPr>
            <p:cNvPr id="374" name="Google Shape;374;p18"/>
            <p:cNvSpPr/>
            <p:nvPr/>
          </p:nvSpPr>
          <p:spPr>
            <a:xfrm>
              <a:off x="347450" y="4604000"/>
              <a:ext cx="731548" cy="419129"/>
            </a:xfrm>
            <a:custGeom>
              <a:rect b="b" l="l" r="r" t="t"/>
              <a:pathLst>
                <a:path extrusionOk="0" h="57219" w="99870">
                  <a:moveTo>
                    <a:pt x="58847" y="3703"/>
                  </a:moveTo>
                  <a:cubicBezTo>
                    <a:pt x="58882" y="3703"/>
                    <a:pt x="58917" y="3719"/>
                    <a:pt x="58948" y="3744"/>
                  </a:cubicBezTo>
                  <a:lnTo>
                    <a:pt x="58960" y="3744"/>
                  </a:lnTo>
                  <a:cubicBezTo>
                    <a:pt x="68652" y="6351"/>
                    <a:pt x="76105" y="11626"/>
                    <a:pt x="79796" y="21341"/>
                  </a:cubicBezTo>
                  <a:cubicBezTo>
                    <a:pt x="80439" y="23020"/>
                    <a:pt x="80760" y="24794"/>
                    <a:pt x="80939" y="26592"/>
                  </a:cubicBezTo>
                  <a:cubicBezTo>
                    <a:pt x="80986" y="27116"/>
                    <a:pt x="80820" y="27258"/>
                    <a:pt x="80296" y="27258"/>
                  </a:cubicBezTo>
                  <a:cubicBezTo>
                    <a:pt x="79275" y="27255"/>
                    <a:pt x="78253" y="27254"/>
                    <a:pt x="77231" y="27254"/>
                  </a:cubicBezTo>
                  <a:cubicBezTo>
                    <a:pt x="74165" y="27254"/>
                    <a:pt x="71095" y="27267"/>
                    <a:pt x="68032" y="27294"/>
                  </a:cubicBezTo>
                  <a:cubicBezTo>
                    <a:pt x="68021" y="27294"/>
                    <a:pt x="68009" y="27294"/>
                    <a:pt x="67998" y="27294"/>
                  </a:cubicBezTo>
                  <a:cubicBezTo>
                    <a:pt x="67342" y="27294"/>
                    <a:pt x="67353" y="26953"/>
                    <a:pt x="67330" y="26485"/>
                  </a:cubicBezTo>
                  <a:cubicBezTo>
                    <a:pt x="67104" y="21067"/>
                    <a:pt x="66044" y="15840"/>
                    <a:pt x="63746" y="10911"/>
                  </a:cubicBezTo>
                  <a:cubicBezTo>
                    <a:pt x="62520" y="8292"/>
                    <a:pt x="60865" y="5911"/>
                    <a:pt x="58865" y="3827"/>
                  </a:cubicBezTo>
                  <a:lnTo>
                    <a:pt x="58757" y="3744"/>
                  </a:lnTo>
                  <a:cubicBezTo>
                    <a:pt x="58786" y="3716"/>
                    <a:pt x="58816" y="3703"/>
                    <a:pt x="58847" y="3703"/>
                  </a:cubicBezTo>
                  <a:close/>
                  <a:moveTo>
                    <a:pt x="51686" y="2804"/>
                  </a:moveTo>
                  <a:cubicBezTo>
                    <a:pt x="51788" y="2804"/>
                    <a:pt x="51917" y="2829"/>
                    <a:pt x="52078" y="2875"/>
                  </a:cubicBezTo>
                  <a:cubicBezTo>
                    <a:pt x="54459" y="3506"/>
                    <a:pt x="56329" y="4887"/>
                    <a:pt x="57924" y="6696"/>
                  </a:cubicBezTo>
                  <a:cubicBezTo>
                    <a:pt x="60889" y="10078"/>
                    <a:pt x="62532" y="14114"/>
                    <a:pt x="63591" y="18412"/>
                  </a:cubicBezTo>
                  <a:cubicBezTo>
                    <a:pt x="64270" y="21127"/>
                    <a:pt x="64592" y="23889"/>
                    <a:pt x="64746" y="26663"/>
                  </a:cubicBezTo>
                  <a:cubicBezTo>
                    <a:pt x="64770" y="27163"/>
                    <a:pt x="64627" y="27306"/>
                    <a:pt x="64139" y="27306"/>
                  </a:cubicBezTo>
                  <a:cubicBezTo>
                    <a:pt x="62457" y="27301"/>
                    <a:pt x="60774" y="27298"/>
                    <a:pt x="59089" y="27298"/>
                  </a:cubicBezTo>
                  <a:cubicBezTo>
                    <a:pt x="56706" y="27298"/>
                    <a:pt x="54320" y="27304"/>
                    <a:pt x="51935" y="27318"/>
                  </a:cubicBezTo>
                  <a:cubicBezTo>
                    <a:pt x="51304" y="27318"/>
                    <a:pt x="51352" y="26997"/>
                    <a:pt x="51352" y="26580"/>
                  </a:cubicBezTo>
                  <a:cubicBezTo>
                    <a:pt x="51364" y="22710"/>
                    <a:pt x="51364" y="18853"/>
                    <a:pt x="51364" y="14983"/>
                  </a:cubicBezTo>
                  <a:lnTo>
                    <a:pt x="51340" y="14983"/>
                  </a:lnTo>
                  <a:cubicBezTo>
                    <a:pt x="51340" y="11137"/>
                    <a:pt x="51352" y="7292"/>
                    <a:pt x="51328" y="3446"/>
                  </a:cubicBezTo>
                  <a:cubicBezTo>
                    <a:pt x="51328" y="2986"/>
                    <a:pt x="51410" y="2804"/>
                    <a:pt x="51686" y="2804"/>
                  </a:cubicBezTo>
                  <a:close/>
                  <a:moveTo>
                    <a:pt x="69056" y="4887"/>
                  </a:moveTo>
                  <a:lnTo>
                    <a:pt x="69056" y="4887"/>
                  </a:lnTo>
                  <a:cubicBezTo>
                    <a:pt x="71152" y="5315"/>
                    <a:pt x="73212" y="5899"/>
                    <a:pt x="75224" y="6625"/>
                  </a:cubicBezTo>
                  <a:lnTo>
                    <a:pt x="75236" y="6625"/>
                  </a:lnTo>
                  <a:cubicBezTo>
                    <a:pt x="80629" y="8542"/>
                    <a:pt x="85701" y="11054"/>
                    <a:pt x="90047" y="14852"/>
                  </a:cubicBezTo>
                  <a:cubicBezTo>
                    <a:pt x="93143" y="17567"/>
                    <a:pt x="95560" y="20746"/>
                    <a:pt x="96655" y="24782"/>
                  </a:cubicBezTo>
                  <a:cubicBezTo>
                    <a:pt x="96798" y="25306"/>
                    <a:pt x="96881" y="25842"/>
                    <a:pt x="97000" y="26377"/>
                  </a:cubicBezTo>
                  <a:cubicBezTo>
                    <a:pt x="97143" y="26973"/>
                    <a:pt x="97048" y="27235"/>
                    <a:pt x="96310" y="27235"/>
                  </a:cubicBezTo>
                  <a:cubicBezTo>
                    <a:pt x="95167" y="27219"/>
                    <a:pt x="94025" y="27213"/>
                    <a:pt x="92884" y="27213"/>
                  </a:cubicBezTo>
                  <a:cubicBezTo>
                    <a:pt x="90601" y="27213"/>
                    <a:pt x="88321" y="27235"/>
                    <a:pt x="86035" y="27235"/>
                  </a:cubicBezTo>
                  <a:cubicBezTo>
                    <a:pt x="85590" y="27235"/>
                    <a:pt x="85089" y="27320"/>
                    <a:pt x="84642" y="27320"/>
                  </a:cubicBezTo>
                  <a:cubicBezTo>
                    <a:pt x="84323" y="27320"/>
                    <a:pt x="84031" y="27276"/>
                    <a:pt x="83808" y="27127"/>
                  </a:cubicBezTo>
                  <a:cubicBezTo>
                    <a:pt x="83249" y="26770"/>
                    <a:pt x="83511" y="25734"/>
                    <a:pt x="83391" y="25008"/>
                  </a:cubicBezTo>
                  <a:cubicBezTo>
                    <a:pt x="82308" y="18091"/>
                    <a:pt x="78843" y="12566"/>
                    <a:pt x="73545" y="8113"/>
                  </a:cubicBezTo>
                  <a:cubicBezTo>
                    <a:pt x="72116" y="6946"/>
                    <a:pt x="70616" y="5863"/>
                    <a:pt x="69056" y="4887"/>
                  </a:cubicBezTo>
                  <a:close/>
                  <a:moveTo>
                    <a:pt x="48364" y="2808"/>
                  </a:moveTo>
                  <a:cubicBezTo>
                    <a:pt x="48704" y="2808"/>
                    <a:pt x="48709" y="3114"/>
                    <a:pt x="48709" y="3970"/>
                  </a:cubicBezTo>
                  <a:lnTo>
                    <a:pt x="48709" y="15055"/>
                  </a:lnTo>
                  <a:lnTo>
                    <a:pt x="48756" y="15055"/>
                  </a:lnTo>
                  <a:cubicBezTo>
                    <a:pt x="48756" y="18876"/>
                    <a:pt x="48744" y="22698"/>
                    <a:pt x="48780" y="26520"/>
                  </a:cubicBezTo>
                  <a:cubicBezTo>
                    <a:pt x="48780" y="27154"/>
                    <a:pt x="48602" y="27330"/>
                    <a:pt x="48008" y="27330"/>
                  </a:cubicBezTo>
                  <a:cubicBezTo>
                    <a:pt x="47988" y="27330"/>
                    <a:pt x="47967" y="27330"/>
                    <a:pt x="47947" y="27330"/>
                  </a:cubicBezTo>
                  <a:cubicBezTo>
                    <a:pt x="46625" y="27322"/>
                    <a:pt x="45302" y="27319"/>
                    <a:pt x="43979" y="27319"/>
                  </a:cubicBezTo>
                  <a:cubicBezTo>
                    <a:pt x="41332" y="27319"/>
                    <a:pt x="38684" y="27330"/>
                    <a:pt x="36040" y="27330"/>
                  </a:cubicBezTo>
                  <a:cubicBezTo>
                    <a:pt x="35958" y="27330"/>
                    <a:pt x="35878" y="27334"/>
                    <a:pt x="35803" y="27334"/>
                  </a:cubicBezTo>
                  <a:cubicBezTo>
                    <a:pt x="35528" y="27334"/>
                    <a:pt x="35322" y="27282"/>
                    <a:pt x="35350" y="26806"/>
                  </a:cubicBezTo>
                  <a:cubicBezTo>
                    <a:pt x="35683" y="20293"/>
                    <a:pt x="37005" y="14054"/>
                    <a:pt x="40708" y="8542"/>
                  </a:cubicBezTo>
                  <a:cubicBezTo>
                    <a:pt x="42398" y="6042"/>
                    <a:pt x="44506" y="3994"/>
                    <a:pt x="47458" y="3041"/>
                  </a:cubicBezTo>
                  <a:cubicBezTo>
                    <a:pt x="47895" y="2898"/>
                    <a:pt x="48179" y="2808"/>
                    <a:pt x="48364" y="2808"/>
                  </a:cubicBezTo>
                  <a:close/>
                  <a:moveTo>
                    <a:pt x="41019" y="3796"/>
                  </a:moveTo>
                  <a:cubicBezTo>
                    <a:pt x="41099" y="3796"/>
                    <a:pt x="41184" y="3818"/>
                    <a:pt x="41279" y="3887"/>
                  </a:cubicBezTo>
                  <a:cubicBezTo>
                    <a:pt x="40981" y="4208"/>
                    <a:pt x="40684" y="4529"/>
                    <a:pt x="40386" y="4851"/>
                  </a:cubicBezTo>
                  <a:cubicBezTo>
                    <a:pt x="37124" y="8542"/>
                    <a:pt x="35243" y="12911"/>
                    <a:pt x="34028" y="17614"/>
                  </a:cubicBezTo>
                  <a:cubicBezTo>
                    <a:pt x="33290" y="20555"/>
                    <a:pt x="32861" y="23568"/>
                    <a:pt x="32754" y="26604"/>
                  </a:cubicBezTo>
                  <a:cubicBezTo>
                    <a:pt x="32730" y="27235"/>
                    <a:pt x="32528" y="27342"/>
                    <a:pt x="31945" y="27342"/>
                  </a:cubicBezTo>
                  <a:cubicBezTo>
                    <a:pt x="30417" y="27333"/>
                    <a:pt x="28890" y="27329"/>
                    <a:pt x="27365" y="27329"/>
                  </a:cubicBezTo>
                  <a:cubicBezTo>
                    <a:pt x="24897" y="27329"/>
                    <a:pt x="22432" y="27339"/>
                    <a:pt x="19967" y="27354"/>
                  </a:cubicBezTo>
                  <a:cubicBezTo>
                    <a:pt x="19360" y="27354"/>
                    <a:pt x="19157" y="27235"/>
                    <a:pt x="19217" y="26592"/>
                  </a:cubicBezTo>
                  <a:cubicBezTo>
                    <a:pt x="19681" y="21865"/>
                    <a:pt x="21503" y="17698"/>
                    <a:pt x="24491" y="14043"/>
                  </a:cubicBezTo>
                  <a:cubicBezTo>
                    <a:pt x="28754" y="8828"/>
                    <a:pt x="34314" y="5625"/>
                    <a:pt x="40743" y="3851"/>
                  </a:cubicBezTo>
                  <a:cubicBezTo>
                    <a:pt x="40830" y="3831"/>
                    <a:pt x="40920" y="3796"/>
                    <a:pt x="41019" y="3796"/>
                  </a:cubicBezTo>
                  <a:close/>
                  <a:moveTo>
                    <a:pt x="31083" y="4890"/>
                  </a:moveTo>
                  <a:cubicBezTo>
                    <a:pt x="31150" y="4890"/>
                    <a:pt x="31218" y="4893"/>
                    <a:pt x="31290" y="4899"/>
                  </a:cubicBezTo>
                  <a:cubicBezTo>
                    <a:pt x="30647" y="5303"/>
                    <a:pt x="30099" y="5637"/>
                    <a:pt x="29575" y="5994"/>
                  </a:cubicBezTo>
                  <a:cubicBezTo>
                    <a:pt x="23682" y="9947"/>
                    <a:pt x="19395" y="15138"/>
                    <a:pt x="17419" y="22055"/>
                  </a:cubicBezTo>
                  <a:cubicBezTo>
                    <a:pt x="16967" y="23591"/>
                    <a:pt x="16693" y="25175"/>
                    <a:pt x="16597" y="26770"/>
                  </a:cubicBezTo>
                  <a:cubicBezTo>
                    <a:pt x="16574" y="27223"/>
                    <a:pt x="16431" y="27354"/>
                    <a:pt x="15990" y="27354"/>
                  </a:cubicBezTo>
                  <a:cubicBezTo>
                    <a:pt x="11894" y="27354"/>
                    <a:pt x="7811" y="27354"/>
                    <a:pt x="3727" y="27378"/>
                  </a:cubicBezTo>
                  <a:cubicBezTo>
                    <a:pt x="3179" y="27378"/>
                    <a:pt x="3036" y="27211"/>
                    <a:pt x="3120" y="26699"/>
                  </a:cubicBezTo>
                  <a:cubicBezTo>
                    <a:pt x="3393" y="24770"/>
                    <a:pt x="4024" y="22913"/>
                    <a:pt x="4965" y="21210"/>
                  </a:cubicBezTo>
                  <a:cubicBezTo>
                    <a:pt x="7084" y="17352"/>
                    <a:pt x="10228" y="14483"/>
                    <a:pt x="13835" y="12078"/>
                  </a:cubicBezTo>
                  <a:cubicBezTo>
                    <a:pt x="19050" y="8601"/>
                    <a:pt x="24837" y="6423"/>
                    <a:pt x="30885" y="4899"/>
                  </a:cubicBezTo>
                  <a:cubicBezTo>
                    <a:pt x="30950" y="4893"/>
                    <a:pt x="31016" y="4890"/>
                    <a:pt x="31083" y="4890"/>
                  </a:cubicBezTo>
                  <a:close/>
                  <a:moveTo>
                    <a:pt x="15931" y="29973"/>
                  </a:moveTo>
                  <a:cubicBezTo>
                    <a:pt x="16312" y="29973"/>
                    <a:pt x="16550" y="29985"/>
                    <a:pt x="16597" y="30497"/>
                  </a:cubicBezTo>
                  <a:cubicBezTo>
                    <a:pt x="17252" y="38403"/>
                    <a:pt x="21050" y="44582"/>
                    <a:pt x="27099" y="49523"/>
                  </a:cubicBezTo>
                  <a:cubicBezTo>
                    <a:pt x="28349" y="50547"/>
                    <a:pt x="29754" y="51345"/>
                    <a:pt x="31040" y="52309"/>
                  </a:cubicBezTo>
                  <a:cubicBezTo>
                    <a:pt x="29790" y="52238"/>
                    <a:pt x="28635" y="51785"/>
                    <a:pt x="27456" y="51428"/>
                  </a:cubicBezTo>
                  <a:cubicBezTo>
                    <a:pt x="21824" y="49737"/>
                    <a:pt x="16514" y="47392"/>
                    <a:pt x="11811" y="43808"/>
                  </a:cubicBezTo>
                  <a:cubicBezTo>
                    <a:pt x="8692" y="41427"/>
                    <a:pt x="6072" y="38629"/>
                    <a:pt x="4405" y="35021"/>
                  </a:cubicBezTo>
                  <a:cubicBezTo>
                    <a:pt x="3786" y="33652"/>
                    <a:pt x="3358" y="32211"/>
                    <a:pt x="3131" y="30723"/>
                  </a:cubicBezTo>
                  <a:cubicBezTo>
                    <a:pt x="3048" y="30211"/>
                    <a:pt x="3120" y="29973"/>
                    <a:pt x="3739" y="29973"/>
                  </a:cubicBezTo>
                  <a:cubicBezTo>
                    <a:pt x="5092" y="29981"/>
                    <a:pt x="6447" y="29984"/>
                    <a:pt x="7802" y="29984"/>
                  </a:cubicBezTo>
                  <a:cubicBezTo>
                    <a:pt x="10512" y="29984"/>
                    <a:pt x="13224" y="29973"/>
                    <a:pt x="15931" y="29973"/>
                  </a:cubicBezTo>
                  <a:close/>
                  <a:moveTo>
                    <a:pt x="96084" y="29842"/>
                  </a:moveTo>
                  <a:cubicBezTo>
                    <a:pt x="97155" y="29842"/>
                    <a:pt x="97143" y="29842"/>
                    <a:pt x="96965" y="30878"/>
                  </a:cubicBezTo>
                  <a:lnTo>
                    <a:pt x="96977" y="30878"/>
                  </a:lnTo>
                  <a:cubicBezTo>
                    <a:pt x="96429" y="34152"/>
                    <a:pt x="94929" y="36962"/>
                    <a:pt x="92809" y="39474"/>
                  </a:cubicBezTo>
                  <a:cubicBezTo>
                    <a:pt x="89571" y="43308"/>
                    <a:pt x="85475" y="45987"/>
                    <a:pt x="81010" y="48166"/>
                  </a:cubicBezTo>
                  <a:cubicBezTo>
                    <a:pt x="77343" y="49952"/>
                    <a:pt x="73509" y="51250"/>
                    <a:pt x="69568" y="52262"/>
                  </a:cubicBezTo>
                  <a:cubicBezTo>
                    <a:pt x="69414" y="52297"/>
                    <a:pt x="69235" y="52309"/>
                    <a:pt x="69068" y="52333"/>
                  </a:cubicBezTo>
                  <a:cubicBezTo>
                    <a:pt x="71128" y="50976"/>
                    <a:pt x="73116" y="49535"/>
                    <a:pt x="74902" y="47832"/>
                  </a:cubicBezTo>
                  <a:cubicBezTo>
                    <a:pt x="79415" y="43558"/>
                    <a:pt x="82391" y="38438"/>
                    <a:pt x="83356" y="32235"/>
                  </a:cubicBezTo>
                  <a:cubicBezTo>
                    <a:pt x="83475" y="31664"/>
                    <a:pt x="83534" y="31068"/>
                    <a:pt x="83558" y="30485"/>
                  </a:cubicBezTo>
                  <a:cubicBezTo>
                    <a:pt x="83558" y="29937"/>
                    <a:pt x="83784" y="29842"/>
                    <a:pt x="84261" y="29842"/>
                  </a:cubicBezTo>
                  <a:cubicBezTo>
                    <a:pt x="85574" y="29850"/>
                    <a:pt x="86889" y="29853"/>
                    <a:pt x="88204" y="29853"/>
                  </a:cubicBezTo>
                  <a:cubicBezTo>
                    <a:pt x="90834" y="29853"/>
                    <a:pt x="93464" y="29842"/>
                    <a:pt x="96084" y="29842"/>
                  </a:cubicBezTo>
                  <a:close/>
                  <a:moveTo>
                    <a:pt x="31075" y="52321"/>
                  </a:moveTo>
                  <a:lnTo>
                    <a:pt x="31242" y="52393"/>
                  </a:lnTo>
                  <a:cubicBezTo>
                    <a:pt x="31230" y="52404"/>
                    <a:pt x="31206" y="52428"/>
                    <a:pt x="31183" y="52428"/>
                  </a:cubicBezTo>
                  <a:cubicBezTo>
                    <a:pt x="31123" y="52428"/>
                    <a:pt x="31040" y="52428"/>
                    <a:pt x="31075" y="52321"/>
                  </a:cubicBezTo>
                  <a:close/>
                  <a:moveTo>
                    <a:pt x="32135" y="29949"/>
                  </a:moveTo>
                  <a:cubicBezTo>
                    <a:pt x="32838" y="29949"/>
                    <a:pt x="32790" y="30330"/>
                    <a:pt x="32814" y="30783"/>
                  </a:cubicBezTo>
                  <a:cubicBezTo>
                    <a:pt x="32945" y="34890"/>
                    <a:pt x="33683" y="38962"/>
                    <a:pt x="35004" y="42856"/>
                  </a:cubicBezTo>
                  <a:cubicBezTo>
                    <a:pt x="36362" y="46808"/>
                    <a:pt x="38303" y="50416"/>
                    <a:pt x="41291" y="53452"/>
                  </a:cubicBezTo>
                  <a:cubicBezTo>
                    <a:pt x="38945" y="52964"/>
                    <a:pt x="36683" y="52178"/>
                    <a:pt x="34552" y="51107"/>
                  </a:cubicBezTo>
                  <a:cubicBezTo>
                    <a:pt x="28468" y="48094"/>
                    <a:pt x="23705" y="43749"/>
                    <a:pt x="20943" y="37438"/>
                  </a:cubicBezTo>
                  <a:cubicBezTo>
                    <a:pt x="19991" y="35271"/>
                    <a:pt x="19407" y="32962"/>
                    <a:pt x="19217" y="30604"/>
                  </a:cubicBezTo>
                  <a:cubicBezTo>
                    <a:pt x="19169" y="30116"/>
                    <a:pt x="19300" y="29973"/>
                    <a:pt x="19800" y="29973"/>
                  </a:cubicBezTo>
                  <a:cubicBezTo>
                    <a:pt x="21304" y="29977"/>
                    <a:pt x="22807" y="29980"/>
                    <a:pt x="24311" y="29980"/>
                  </a:cubicBezTo>
                  <a:cubicBezTo>
                    <a:pt x="26916" y="29980"/>
                    <a:pt x="29523" y="29972"/>
                    <a:pt x="32135" y="29949"/>
                  </a:cubicBezTo>
                  <a:close/>
                  <a:moveTo>
                    <a:pt x="80224" y="29854"/>
                  </a:moveTo>
                  <a:cubicBezTo>
                    <a:pt x="80820" y="29854"/>
                    <a:pt x="80998" y="29997"/>
                    <a:pt x="80939" y="30592"/>
                  </a:cubicBezTo>
                  <a:cubicBezTo>
                    <a:pt x="80582" y="34402"/>
                    <a:pt x="79260" y="38069"/>
                    <a:pt x="77093" y="41236"/>
                  </a:cubicBezTo>
                  <a:cubicBezTo>
                    <a:pt x="72712" y="47654"/>
                    <a:pt x="66544" y="51488"/>
                    <a:pt x="59103" y="53428"/>
                  </a:cubicBezTo>
                  <a:cubicBezTo>
                    <a:pt x="59054" y="53436"/>
                    <a:pt x="58994" y="53456"/>
                    <a:pt x="58957" y="53456"/>
                  </a:cubicBezTo>
                  <a:cubicBezTo>
                    <a:pt x="58940" y="53456"/>
                    <a:pt x="58928" y="53452"/>
                    <a:pt x="58924" y="53440"/>
                  </a:cubicBezTo>
                  <a:cubicBezTo>
                    <a:pt x="58865" y="53369"/>
                    <a:pt x="58948" y="53345"/>
                    <a:pt x="59007" y="53321"/>
                  </a:cubicBezTo>
                  <a:cubicBezTo>
                    <a:pt x="64901" y="47011"/>
                    <a:pt x="66854" y="39236"/>
                    <a:pt x="67330" y="30914"/>
                  </a:cubicBezTo>
                  <a:cubicBezTo>
                    <a:pt x="67389" y="29890"/>
                    <a:pt x="67366" y="29890"/>
                    <a:pt x="68402" y="29890"/>
                  </a:cubicBezTo>
                  <a:cubicBezTo>
                    <a:pt x="72342" y="29890"/>
                    <a:pt x="76295" y="29890"/>
                    <a:pt x="80224" y="29854"/>
                  </a:cubicBezTo>
                  <a:close/>
                  <a:moveTo>
                    <a:pt x="64127" y="29890"/>
                  </a:moveTo>
                  <a:cubicBezTo>
                    <a:pt x="64544" y="29890"/>
                    <a:pt x="64818" y="29890"/>
                    <a:pt x="64782" y="30461"/>
                  </a:cubicBezTo>
                  <a:cubicBezTo>
                    <a:pt x="64496" y="35926"/>
                    <a:pt x="63508" y="41213"/>
                    <a:pt x="60972" y="46118"/>
                  </a:cubicBezTo>
                  <a:cubicBezTo>
                    <a:pt x="59662" y="48594"/>
                    <a:pt x="58067" y="50833"/>
                    <a:pt x="55817" y="52535"/>
                  </a:cubicBezTo>
                  <a:lnTo>
                    <a:pt x="55829" y="52535"/>
                  </a:lnTo>
                  <a:cubicBezTo>
                    <a:pt x="54805" y="53333"/>
                    <a:pt x="53626" y="53928"/>
                    <a:pt x="52364" y="54286"/>
                  </a:cubicBezTo>
                  <a:cubicBezTo>
                    <a:pt x="52048" y="54372"/>
                    <a:pt x="51839" y="54428"/>
                    <a:pt x="51702" y="54428"/>
                  </a:cubicBezTo>
                  <a:cubicBezTo>
                    <a:pt x="51440" y="54428"/>
                    <a:pt x="51435" y="54224"/>
                    <a:pt x="51435" y="53631"/>
                  </a:cubicBezTo>
                  <a:lnTo>
                    <a:pt x="51435" y="42165"/>
                  </a:lnTo>
                  <a:lnTo>
                    <a:pt x="51376" y="42165"/>
                  </a:lnTo>
                  <a:lnTo>
                    <a:pt x="51376" y="30711"/>
                  </a:lnTo>
                  <a:cubicBezTo>
                    <a:pt x="51376" y="30221"/>
                    <a:pt x="51399" y="29913"/>
                    <a:pt x="52030" y="29913"/>
                  </a:cubicBezTo>
                  <a:cubicBezTo>
                    <a:pt x="52042" y="29913"/>
                    <a:pt x="52054" y="29913"/>
                    <a:pt x="52066" y="29914"/>
                  </a:cubicBezTo>
                  <a:cubicBezTo>
                    <a:pt x="53245" y="29921"/>
                    <a:pt x="54422" y="29923"/>
                    <a:pt x="55600" y="29923"/>
                  </a:cubicBezTo>
                  <a:cubicBezTo>
                    <a:pt x="58442" y="29923"/>
                    <a:pt x="61282" y="29907"/>
                    <a:pt x="64127" y="29890"/>
                  </a:cubicBezTo>
                  <a:close/>
                  <a:moveTo>
                    <a:pt x="48113" y="29925"/>
                  </a:moveTo>
                  <a:cubicBezTo>
                    <a:pt x="48697" y="29925"/>
                    <a:pt x="48804" y="30140"/>
                    <a:pt x="48792" y="30652"/>
                  </a:cubicBezTo>
                  <a:cubicBezTo>
                    <a:pt x="48780" y="34521"/>
                    <a:pt x="48792" y="38391"/>
                    <a:pt x="48792" y="42260"/>
                  </a:cubicBezTo>
                  <a:lnTo>
                    <a:pt x="48816" y="42260"/>
                  </a:lnTo>
                  <a:lnTo>
                    <a:pt x="48816" y="53571"/>
                  </a:lnTo>
                  <a:cubicBezTo>
                    <a:pt x="48816" y="54209"/>
                    <a:pt x="48816" y="54430"/>
                    <a:pt x="48540" y="54430"/>
                  </a:cubicBezTo>
                  <a:cubicBezTo>
                    <a:pt x="48393" y="54430"/>
                    <a:pt x="48170" y="54369"/>
                    <a:pt x="47828" y="54274"/>
                  </a:cubicBezTo>
                  <a:cubicBezTo>
                    <a:pt x="45280" y="53559"/>
                    <a:pt x="43351" y="51952"/>
                    <a:pt x="41732" y="49940"/>
                  </a:cubicBezTo>
                  <a:cubicBezTo>
                    <a:pt x="38791" y="46308"/>
                    <a:pt x="37231" y="42058"/>
                    <a:pt x="36267" y="37557"/>
                  </a:cubicBezTo>
                  <a:cubicBezTo>
                    <a:pt x="35790" y="35283"/>
                    <a:pt x="35564" y="32985"/>
                    <a:pt x="35397" y="30676"/>
                  </a:cubicBezTo>
                  <a:cubicBezTo>
                    <a:pt x="35362" y="30140"/>
                    <a:pt x="35469" y="29949"/>
                    <a:pt x="36052" y="29949"/>
                  </a:cubicBezTo>
                  <a:cubicBezTo>
                    <a:pt x="37525" y="29954"/>
                    <a:pt x="38997" y="29956"/>
                    <a:pt x="40468" y="29956"/>
                  </a:cubicBezTo>
                  <a:cubicBezTo>
                    <a:pt x="43015" y="29956"/>
                    <a:pt x="45562" y="29948"/>
                    <a:pt x="48113" y="29925"/>
                  </a:cubicBezTo>
                  <a:close/>
                  <a:moveTo>
                    <a:pt x="49847" y="0"/>
                  </a:moveTo>
                  <a:cubicBezTo>
                    <a:pt x="47878" y="0"/>
                    <a:pt x="45726" y="67"/>
                    <a:pt x="43553" y="255"/>
                  </a:cubicBezTo>
                  <a:cubicBezTo>
                    <a:pt x="35505" y="934"/>
                    <a:pt x="27694" y="2553"/>
                    <a:pt x="20253" y="5756"/>
                  </a:cubicBezTo>
                  <a:cubicBezTo>
                    <a:pt x="15192" y="7935"/>
                    <a:pt x="10537" y="10733"/>
                    <a:pt x="6644" y="14697"/>
                  </a:cubicBezTo>
                  <a:cubicBezTo>
                    <a:pt x="3465" y="17948"/>
                    <a:pt x="1191" y="21698"/>
                    <a:pt x="476" y="26282"/>
                  </a:cubicBezTo>
                  <a:cubicBezTo>
                    <a:pt x="453" y="26401"/>
                    <a:pt x="0" y="28830"/>
                    <a:pt x="679" y="32200"/>
                  </a:cubicBezTo>
                  <a:cubicBezTo>
                    <a:pt x="1488" y="36224"/>
                    <a:pt x="3667" y="39546"/>
                    <a:pt x="6501" y="42463"/>
                  </a:cubicBezTo>
                  <a:cubicBezTo>
                    <a:pt x="10799" y="46904"/>
                    <a:pt x="16038" y="49868"/>
                    <a:pt x="21705" y="52142"/>
                  </a:cubicBezTo>
                  <a:cubicBezTo>
                    <a:pt x="27992" y="54643"/>
                    <a:pt x="34528" y="56107"/>
                    <a:pt x="41255" y="56774"/>
                  </a:cubicBezTo>
                  <a:cubicBezTo>
                    <a:pt x="44247" y="57067"/>
                    <a:pt x="47230" y="57219"/>
                    <a:pt x="50202" y="57219"/>
                  </a:cubicBezTo>
                  <a:cubicBezTo>
                    <a:pt x="57026" y="57219"/>
                    <a:pt x="63796" y="56416"/>
                    <a:pt x="70497" y="54667"/>
                  </a:cubicBezTo>
                  <a:cubicBezTo>
                    <a:pt x="77462" y="52857"/>
                    <a:pt x="84023" y="50142"/>
                    <a:pt x="89797" y="45761"/>
                  </a:cubicBezTo>
                  <a:cubicBezTo>
                    <a:pt x="93476" y="42975"/>
                    <a:pt x="96548" y="39665"/>
                    <a:pt x="98405" y="35343"/>
                  </a:cubicBezTo>
                  <a:cubicBezTo>
                    <a:pt x="99048" y="33855"/>
                    <a:pt x="99489" y="32271"/>
                    <a:pt x="99691" y="30664"/>
                  </a:cubicBezTo>
                  <a:cubicBezTo>
                    <a:pt x="99870" y="29580"/>
                    <a:pt x="99715" y="26449"/>
                    <a:pt x="99489" y="25115"/>
                  </a:cubicBezTo>
                  <a:cubicBezTo>
                    <a:pt x="98620" y="21055"/>
                    <a:pt x="96548" y="17674"/>
                    <a:pt x="93714" y="14733"/>
                  </a:cubicBezTo>
                  <a:cubicBezTo>
                    <a:pt x="89583" y="10447"/>
                    <a:pt x="84558" y="7542"/>
                    <a:pt x="79117" y="5303"/>
                  </a:cubicBezTo>
                  <a:cubicBezTo>
                    <a:pt x="72485" y="2577"/>
                    <a:pt x="65556" y="1053"/>
                    <a:pt x="58424" y="398"/>
                  </a:cubicBezTo>
                  <a:cubicBezTo>
                    <a:pt x="57535" y="316"/>
                    <a:pt x="54123" y="0"/>
                    <a:pt x="498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75" name="Google Shape;375;p18"/>
            <p:cNvGrpSpPr/>
            <p:nvPr/>
          </p:nvGrpSpPr>
          <p:grpSpPr>
            <a:xfrm>
              <a:off x="7609036" y="4603988"/>
              <a:ext cx="1112510" cy="319584"/>
              <a:chOff x="4743988" y="1118075"/>
              <a:chExt cx="1724288" cy="495325"/>
            </a:xfrm>
          </p:grpSpPr>
          <p:grpSp>
            <p:nvGrpSpPr>
              <p:cNvPr id="376" name="Google Shape;376;p18"/>
              <p:cNvGrpSpPr/>
              <p:nvPr/>
            </p:nvGrpSpPr>
            <p:grpSpPr>
              <a:xfrm rot="5400000">
                <a:off x="4736550" y="1140100"/>
                <a:ext cx="466150" cy="451275"/>
                <a:chOff x="6608550" y="1088575"/>
                <a:chExt cx="466150" cy="451275"/>
              </a:xfrm>
            </p:grpSpPr>
            <p:sp>
              <p:nvSpPr>
                <p:cNvPr id="377" name="Google Shape;377;p18"/>
                <p:cNvSpPr/>
                <p:nvPr/>
              </p:nvSpPr>
              <p:spPr>
                <a:xfrm>
                  <a:off x="6608550" y="1088575"/>
                  <a:ext cx="466150" cy="451275"/>
                </a:xfrm>
                <a:custGeom>
                  <a:rect b="b" l="l" r="r" t="t"/>
                  <a:pathLst>
                    <a:path extrusionOk="0" h="18051" w="18646">
                      <a:moveTo>
                        <a:pt x="9606" y="560"/>
                      </a:moveTo>
                      <a:cubicBezTo>
                        <a:pt x="9876" y="560"/>
                        <a:pt x="10146" y="573"/>
                        <a:pt x="10419" y="599"/>
                      </a:cubicBezTo>
                      <a:cubicBezTo>
                        <a:pt x="14145" y="956"/>
                        <a:pt x="17193" y="3730"/>
                        <a:pt x="17908" y="7398"/>
                      </a:cubicBezTo>
                      <a:cubicBezTo>
                        <a:pt x="18015" y="7945"/>
                        <a:pt x="18062" y="8493"/>
                        <a:pt x="18050" y="9052"/>
                      </a:cubicBezTo>
                      <a:cubicBezTo>
                        <a:pt x="18062" y="9422"/>
                        <a:pt x="18039" y="9791"/>
                        <a:pt x="17991" y="10160"/>
                      </a:cubicBezTo>
                      <a:lnTo>
                        <a:pt x="17991" y="10172"/>
                      </a:lnTo>
                      <a:cubicBezTo>
                        <a:pt x="17967" y="10446"/>
                        <a:pt x="17836" y="10707"/>
                        <a:pt x="17634" y="10898"/>
                      </a:cubicBezTo>
                      <a:cubicBezTo>
                        <a:pt x="17372" y="11172"/>
                        <a:pt x="17050" y="11398"/>
                        <a:pt x="16705" y="11553"/>
                      </a:cubicBezTo>
                      <a:cubicBezTo>
                        <a:pt x="16205" y="11755"/>
                        <a:pt x="15979" y="12136"/>
                        <a:pt x="15955" y="12660"/>
                      </a:cubicBezTo>
                      <a:cubicBezTo>
                        <a:pt x="15943" y="12982"/>
                        <a:pt x="15967" y="13291"/>
                        <a:pt x="16026" y="13613"/>
                      </a:cubicBezTo>
                      <a:cubicBezTo>
                        <a:pt x="16086" y="13958"/>
                        <a:pt x="15943" y="14303"/>
                        <a:pt x="15657" y="14506"/>
                      </a:cubicBezTo>
                      <a:cubicBezTo>
                        <a:pt x="15169" y="14851"/>
                        <a:pt x="14717" y="15268"/>
                        <a:pt x="14336" y="15732"/>
                      </a:cubicBezTo>
                      <a:cubicBezTo>
                        <a:pt x="13336" y="16923"/>
                        <a:pt x="12014" y="17411"/>
                        <a:pt x="10514" y="17470"/>
                      </a:cubicBezTo>
                      <a:cubicBezTo>
                        <a:pt x="10324" y="17479"/>
                        <a:pt x="10135" y="17483"/>
                        <a:pt x="9946" y="17483"/>
                      </a:cubicBezTo>
                      <a:cubicBezTo>
                        <a:pt x="8305" y="17483"/>
                        <a:pt x="6684" y="17160"/>
                        <a:pt x="5168" y="16530"/>
                      </a:cubicBezTo>
                      <a:cubicBezTo>
                        <a:pt x="4215" y="16161"/>
                        <a:pt x="3441" y="15458"/>
                        <a:pt x="2965" y="14565"/>
                      </a:cubicBezTo>
                      <a:cubicBezTo>
                        <a:pt x="2620" y="13851"/>
                        <a:pt x="2060" y="13255"/>
                        <a:pt x="1370" y="12851"/>
                      </a:cubicBezTo>
                      <a:cubicBezTo>
                        <a:pt x="1120" y="12708"/>
                        <a:pt x="894" y="12529"/>
                        <a:pt x="691" y="12303"/>
                      </a:cubicBezTo>
                      <a:cubicBezTo>
                        <a:pt x="429" y="12005"/>
                        <a:pt x="298" y="11696"/>
                        <a:pt x="632" y="11327"/>
                      </a:cubicBezTo>
                      <a:cubicBezTo>
                        <a:pt x="798" y="11124"/>
                        <a:pt x="965" y="10922"/>
                        <a:pt x="1144" y="10731"/>
                      </a:cubicBezTo>
                      <a:cubicBezTo>
                        <a:pt x="1596" y="10291"/>
                        <a:pt x="1751" y="9648"/>
                        <a:pt x="1560" y="9064"/>
                      </a:cubicBezTo>
                      <a:cubicBezTo>
                        <a:pt x="1560" y="9041"/>
                        <a:pt x="1560" y="9029"/>
                        <a:pt x="1548" y="9017"/>
                      </a:cubicBezTo>
                      <a:cubicBezTo>
                        <a:pt x="1036" y="7921"/>
                        <a:pt x="1358" y="6874"/>
                        <a:pt x="1775" y="5838"/>
                      </a:cubicBezTo>
                      <a:cubicBezTo>
                        <a:pt x="3077" y="2626"/>
                        <a:pt x="6190" y="560"/>
                        <a:pt x="9606" y="560"/>
                      </a:cubicBezTo>
                      <a:close/>
                      <a:moveTo>
                        <a:pt x="9563" y="0"/>
                      </a:moveTo>
                      <a:cubicBezTo>
                        <a:pt x="9039" y="0"/>
                        <a:pt x="8467" y="40"/>
                        <a:pt x="7847" y="135"/>
                      </a:cubicBezTo>
                      <a:cubicBezTo>
                        <a:pt x="6013" y="420"/>
                        <a:pt x="4465" y="1349"/>
                        <a:pt x="3168" y="2671"/>
                      </a:cubicBezTo>
                      <a:cubicBezTo>
                        <a:pt x="1870" y="3980"/>
                        <a:pt x="1001" y="5647"/>
                        <a:pt x="679" y="7457"/>
                      </a:cubicBezTo>
                      <a:cubicBezTo>
                        <a:pt x="667" y="7588"/>
                        <a:pt x="667" y="7719"/>
                        <a:pt x="679" y="7850"/>
                      </a:cubicBezTo>
                      <a:cubicBezTo>
                        <a:pt x="727" y="8314"/>
                        <a:pt x="905" y="8767"/>
                        <a:pt x="1013" y="9219"/>
                      </a:cubicBezTo>
                      <a:cubicBezTo>
                        <a:pt x="1132" y="9636"/>
                        <a:pt x="1036" y="10076"/>
                        <a:pt x="751" y="10410"/>
                      </a:cubicBezTo>
                      <a:cubicBezTo>
                        <a:pt x="667" y="10517"/>
                        <a:pt x="572" y="10636"/>
                        <a:pt x="477" y="10743"/>
                      </a:cubicBezTo>
                      <a:cubicBezTo>
                        <a:pt x="263" y="11029"/>
                        <a:pt x="36" y="11315"/>
                        <a:pt x="1" y="11684"/>
                      </a:cubicBezTo>
                      <a:lnTo>
                        <a:pt x="1" y="11958"/>
                      </a:lnTo>
                      <a:cubicBezTo>
                        <a:pt x="12" y="12112"/>
                        <a:pt x="60" y="12255"/>
                        <a:pt x="155" y="12386"/>
                      </a:cubicBezTo>
                      <a:cubicBezTo>
                        <a:pt x="322" y="12648"/>
                        <a:pt x="548" y="12874"/>
                        <a:pt x="798" y="13065"/>
                      </a:cubicBezTo>
                      <a:cubicBezTo>
                        <a:pt x="1108" y="13303"/>
                        <a:pt x="1441" y="13529"/>
                        <a:pt x="1739" y="13791"/>
                      </a:cubicBezTo>
                      <a:cubicBezTo>
                        <a:pt x="2001" y="14005"/>
                        <a:pt x="2215" y="14267"/>
                        <a:pt x="2358" y="14565"/>
                      </a:cubicBezTo>
                      <a:cubicBezTo>
                        <a:pt x="2596" y="15125"/>
                        <a:pt x="2953" y="15637"/>
                        <a:pt x="3406" y="16041"/>
                      </a:cubicBezTo>
                      <a:cubicBezTo>
                        <a:pt x="4180" y="16708"/>
                        <a:pt x="5096" y="17196"/>
                        <a:pt x="6085" y="17458"/>
                      </a:cubicBezTo>
                      <a:cubicBezTo>
                        <a:pt x="6954" y="17720"/>
                        <a:pt x="7835" y="17958"/>
                        <a:pt x="8764" y="18018"/>
                      </a:cubicBezTo>
                      <a:cubicBezTo>
                        <a:pt x="9043" y="18040"/>
                        <a:pt x="9324" y="18050"/>
                        <a:pt x="9606" y="18050"/>
                      </a:cubicBezTo>
                      <a:cubicBezTo>
                        <a:pt x="10092" y="18050"/>
                        <a:pt x="10579" y="18019"/>
                        <a:pt x="11061" y="17958"/>
                      </a:cubicBezTo>
                      <a:cubicBezTo>
                        <a:pt x="12014" y="17815"/>
                        <a:pt x="12931" y="17506"/>
                        <a:pt x="13776" y="17065"/>
                      </a:cubicBezTo>
                      <a:cubicBezTo>
                        <a:pt x="14157" y="16875"/>
                        <a:pt x="14467" y="16577"/>
                        <a:pt x="14657" y="16220"/>
                      </a:cubicBezTo>
                      <a:cubicBezTo>
                        <a:pt x="14860" y="15875"/>
                        <a:pt x="15110" y="15565"/>
                        <a:pt x="15407" y="15315"/>
                      </a:cubicBezTo>
                      <a:cubicBezTo>
                        <a:pt x="15693" y="15065"/>
                        <a:pt x="16003" y="14851"/>
                        <a:pt x="16288" y="14589"/>
                      </a:cubicBezTo>
                      <a:cubicBezTo>
                        <a:pt x="16526" y="14375"/>
                        <a:pt x="16705" y="14125"/>
                        <a:pt x="16717" y="13791"/>
                      </a:cubicBezTo>
                      <a:cubicBezTo>
                        <a:pt x="16717" y="13517"/>
                        <a:pt x="16741" y="13243"/>
                        <a:pt x="16765" y="12970"/>
                      </a:cubicBezTo>
                      <a:cubicBezTo>
                        <a:pt x="16800" y="12434"/>
                        <a:pt x="16991" y="11981"/>
                        <a:pt x="17491" y="11708"/>
                      </a:cubicBezTo>
                      <a:cubicBezTo>
                        <a:pt x="17610" y="11636"/>
                        <a:pt x="17729" y="11553"/>
                        <a:pt x="17824" y="11458"/>
                      </a:cubicBezTo>
                      <a:cubicBezTo>
                        <a:pt x="18300" y="11065"/>
                        <a:pt x="18622" y="10600"/>
                        <a:pt x="18586" y="9945"/>
                      </a:cubicBezTo>
                      <a:cubicBezTo>
                        <a:pt x="18586" y="9862"/>
                        <a:pt x="18634" y="9862"/>
                        <a:pt x="18622" y="9695"/>
                      </a:cubicBezTo>
                      <a:cubicBezTo>
                        <a:pt x="18646" y="9005"/>
                        <a:pt x="18622" y="8314"/>
                        <a:pt x="18551" y="7636"/>
                      </a:cubicBezTo>
                      <a:cubicBezTo>
                        <a:pt x="18443" y="6886"/>
                        <a:pt x="18229" y="6147"/>
                        <a:pt x="17919" y="5445"/>
                      </a:cubicBezTo>
                      <a:cubicBezTo>
                        <a:pt x="17348" y="4123"/>
                        <a:pt x="16479" y="2957"/>
                        <a:pt x="15360" y="2040"/>
                      </a:cubicBezTo>
                      <a:cubicBezTo>
                        <a:pt x="14681" y="1480"/>
                        <a:pt x="13931" y="1016"/>
                        <a:pt x="13121" y="682"/>
                      </a:cubicBezTo>
                      <a:cubicBezTo>
                        <a:pt x="12465" y="418"/>
                        <a:pt x="11272" y="0"/>
                        <a:pt x="9563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8" name="Google Shape;378;p18"/>
                <p:cNvSpPr/>
                <p:nvPr/>
              </p:nvSpPr>
              <p:spPr>
                <a:xfrm>
                  <a:off x="6691000" y="1302025"/>
                  <a:ext cx="322100" cy="155800"/>
                </a:xfrm>
                <a:custGeom>
                  <a:rect b="b" l="l" r="r" t="t"/>
                  <a:pathLst>
                    <a:path extrusionOk="0" h="6232" w="12884">
                      <a:moveTo>
                        <a:pt x="12269" y="1"/>
                      </a:moveTo>
                      <a:cubicBezTo>
                        <a:pt x="12129" y="1"/>
                        <a:pt x="11988" y="38"/>
                        <a:pt x="11847" y="133"/>
                      </a:cubicBezTo>
                      <a:cubicBezTo>
                        <a:pt x="11776" y="187"/>
                        <a:pt x="11690" y="214"/>
                        <a:pt x="11605" y="214"/>
                      </a:cubicBezTo>
                      <a:cubicBezTo>
                        <a:pt x="11520" y="214"/>
                        <a:pt x="11437" y="187"/>
                        <a:pt x="11371" y="133"/>
                      </a:cubicBezTo>
                      <a:cubicBezTo>
                        <a:pt x="11314" y="91"/>
                        <a:pt x="11248" y="69"/>
                        <a:pt x="11182" y="69"/>
                      </a:cubicBezTo>
                      <a:cubicBezTo>
                        <a:pt x="11137" y="69"/>
                        <a:pt x="11092" y="79"/>
                        <a:pt x="11050" y="98"/>
                      </a:cubicBezTo>
                      <a:cubicBezTo>
                        <a:pt x="10942" y="145"/>
                        <a:pt x="10776" y="193"/>
                        <a:pt x="10788" y="324"/>
                      </a:cubicBezTo>
                      <a:cubicBezTo>
                        <a:pt x="10800" y="455"/>
                        <a:pt x="10966" y="514"/>
                        <a:pt x="11109" y="538"/>
                      </a:cubicBezTo>
                      <a:cubicBezTo>
                        <a:pt x="11466" y="586"/>
                        <a:pt x="11466" y="586"/>
                        <a:pt x="11478" y="955"/>
                      </a:cubicBezTo>
                      <a:cubicBezTo>
                        <a:pt x="11478" y="991"/>
                        <a:pt x="11478" y="1038"/>
                        <a:pt x="11478" y="1074"/>
                      </a:cubicBezTo>
                      <a:cubicBezTo>
                        <a:pt x="11562" y="1657"/>
                        <a:pt x="11288" y="2038"/>
                        <a:pt x="10823" y="2324"/>
                      </a:cubicBezTo>
                      <a:cubicBezTo>
                        <a:pt x="10573" y="2467"/>
                        <a:pt x="10311" y="2610"/>
                        <a:pt x="10061" y="2753"/>
                      </a:cubicBezTo>
                      <a:cubicBezTo>
                        <a:pt x="9799" y="2884"/>
                        <a:pt x="9609" y="3110"/>
                        <a:pt x="9538" y="3384"/>
                      </a:cubicBezTo>
                      <a:cubicBezTo>
                        <a:pt x="9407" y="3824"/>
                        <a:pt x="9252" y="4241"/>
                        <a:pt x="9061" y="4646"/>
                      </a:cubicBezTo>
                      <a:cubicBezTo>
                        <a:pt x="8930" y="4967"/>
                        <a:pt x="8668" y="5217"/>
                        <a:pt x="8335" y="5325"/>
                      </a:cubicBezTo>
                      <a:cubicBezTo>
                        <a:pt x="7883" y="5491"/>
                        <a:pt x="7418" y="5598"/>
                        <a:pt x="6942" y="5682"/>
                      </a:cubicBezTo>
                      <a:cubicBezTo>
                        <a:pt x="6740" y="5713"/>
                        <a:pt x="6539" y="5727"/>
                        <a:pt x="6340" y="5727"/>
                      </a:cubicBezTo>
                      <a:cubicBezTo>
                        <a:pt x="5621" y="5727"/>
                        <a:pt x="4917" y="5543"/>
                        <a:pt x="4227" y="5301"/>
                      </a:cubicBezTo>
                      <a:cubicBezTo>
                        <a:pt x="3287" y="4979"/>
                        <a:pt x="2584" y="4301"/>
                        <a:pt x="1834" y="3682"/>
                      </a:cubicBezTo>
                      <a:cubicBezTo>
                        <a:pt x="1239" y="3181"/>
                        <a:pt x="989" y="2574"/>
                        <a:pt x="1144" y="1800"/>
                      </a:cubicBezTo>
                      <a:cubicBezTo>
                        <a:pt x="1227" y="1503"/>
                        <a:pt x="1203" y="1193"/>
                        <a:pt x="1084" y="919"/>
                      </a:cubicBezTo>
                      <a:lnTo>
                        <a:pt x="1084" y="919"/>
                      </a:lnTo>
                      <a:cubicBezTo>
                        <a:pt x="1160" y="938"/>
                        <a:pt x="1237" y="946"/>
                        <a:pt x="1313" y="946"/>
                      </a:cubicBezTo>
                      <a:cubicBezTo>
                        <a:pt x="1535" y="946"/>
                        <a:pt x="1752" y="871"/>
                        <a:pt x="1929" y="729"/>
                      </a:cubicBezTo>
                      <a:cubicBezTo>
                        <a:pt x="2013" y="657"/>
                        <a:pt x="2037" y="598"/>
                        <a:pt x="1929" y="526"/>
                      </a:cubicBezTo>
                      <a:cubicBezTo>
                        <a:pt x="1800" y="405"/>
                        <a:pt x="1632" y="347"/>
                        <a:pt x="1459" y="347"/>
                      </a:cubicBezTo>
                      <a:cubicBezTo>
                        <a:pt x="1394" y="347"/>
                        <a:pt x="1328" y="355"/>
                        <a:pt x="1263" y="372"/>
                      </a:cubicBezTo>
                      <a:cubicBezTo>
                        <a:pt x="1068" y="442"/>
                        <a:pt x="878" y="517"/>
                        <a:pt x="679" y="517"/>
                      </a:cubicBezTo>
                      <a:cubicBezTo>
                        <a:pt x="575" y="517"/>
                        <a:pt x="469" y="496"/>
                        <a:pt x="358" y="443"/>
                      </a:cubicBezTo>
                      <a:cubicBezTo>
                        <a:pt x="331" y="435"/>
                        <a:pt x="304" y="431"/>
                        <a:pt x="278" y="431"/>
                      </a:cubicBezTo>
                      <a:cubicBezTo>
                        <a:pt x="153" y="431"/>
                        <a:pt x="44" y="520"/>
                        <a:pt x="24" y="657"/>
                      </a:cubicBezTo>
                      <a:cubicBezTo>
                        <a:pt x="1" y="824"/>
                        <a:pt x="155" y="860"/>
                        <a:pt x="274" y="895"/>
                      </a:cubicBezTo>
                      <a:cubicBezTo>
                        <a:pt x="302" y="905"/>
                        <a:pt x="331" y="908"/>
                        <a:pt x="360" y="908"/>
                      </a:cubicBezTo>
                      <a:cubicBezTo>
                        <a:pt x="406" y="908"/>
                        <a:pt x="452" y="898"/>
                        <a:pt x="489" y="884"/>
                      </a:cubicBezTo>
                      <a:cubicBezTo>
                        <a:pt x="517" y="871"/>
                        <a:pt x="541" y="865"/>
                        <a:pt x="560" y="865"/>
                      </a:cubicBezTo>
                      <a:cubicBezTo>
                        <a:pt x="613" y="865"/>
                        <a:pt x="635" y="909"/>
                        <a:pt x="644" y="979"/>
                      </a:cubicBezTo>
                      <a:cubicBezTo>
                        <a:pt x="727" y="1443"/>
                        <a:pt x="691" y="1919"/>
                        <a:pt x="536" y="2360"/>
                      </a:cubicBezTo>
                      <a:cubicBezTo>
                        <a:pt x="477" y="2515"/>
                        <a:pt x="477" y="2670"/>
                        <a:pt x="513" y="2836"/>
                      </a:cubicBezTo>
                      <a:cubicBezTo>
                        <a:pt x="584" y="3158"/>
                        <a:pt x="786" y="3432"/>
                        <a:pt x="1048" y="3622"/>
                      </a:cubicBezTo>
                      <a:cubicBezTo>
                        <a:pt x="1596" y="4015"/>
                        <a:pt x="2179" y="4360"/>
                        <a:pt x="2644" y="4848"/>
                      </a:cubicBezTo>
                      <a:cubicBezTo>
                        <a:pt x="3156" y="5372"/>
                        <a:pt x="3811" y="5765"/>
                        <a:pt x="4525" y="5979"/>
                      </a:cubicBezTo>
                      <a:cubicBezTo>
                        <a:pt x="5061" y="6156"/>
                        <a:pt x="5592" y="6232"/>
                        <a:pt x="6122" y="6232"/>
                      </a:cubicBezTo>
                      <a:cubicBezTo>
                        <a:pt x="6875" y="6232"/>
                        <a:pt x="7623" y="6079"/>
                        <a:pt x="8371" y="5848"/>
                      </a:cubicBezTo>
                      <a:cubicBezTo>
                        <a:pt x="9180" y="5598"/>
                        <a:pt x="9692" y="5122"/>
                        <a:pt x="9668" y="4217"/>
                      </a:cubicBezTo>
                      <a:lnTo>
                        <a:pt x="9668" y="4194"/>
                      </a:lnTo>
                      <a:cubicBezTo>
                        <a:pt x="9680" y="3562"/>
                        <a:pt x="10049" y="2979"/>
                        <a:pt x="10633" y="2705"/>
                      </a:cubicBezTo>
                      <a:cubicBezTo>
                        <a:pt x="10895" y="2574"/>
                        <a:pt x="11145" y="2419"/>
                        <a:pt x="11395" y="2253"/>
                      </a:cubicBezTo>
                      <a:cubicBezTo>
                        <a:pt x="11764" y="2027"/>
                        <a:pt x="11990" y="1622"/>
                        <a:pt x="11990" y="1193"/>
                      </a:cubicBezTo>
                      <a:cubicBezTo>
                        <a:pt x="11990" y="1050"/>
                        <a:pt x="12014" y="895"/>
                        <a:pt x="12014" y="741"/>
                      </a:cubicBezTo>
                      <a:cubicBezTo>
                        <a:pt x="12014" y="610"/>
                        <a:pt x="12031" y="530"/>
                        <a:pt x="12159" y="530"/>
                      </a:cubicBezTo>
                      <a:cubicBezTo>
                        <a:pt x="12182" y="530"/>
                        <a:pt x="12209" y="533"/>
                        <a:pt x="12240" y="538"/>
                      </a:cubicBezTo>
                      <a:cubicBezTo>
                        <a:pt x="12280" y="547"/>
                        <a:pt x="12321" y="552"/>
                        <a:pt x="12361" y="552"/>
                      </a:cubicBezTo>
                      <a:cubicBezTo>
                        <a:pt x="12535" y="552"/>
                        <a:pt x="12703" y="469"/>
                        <a:pt x="12800" y="324"/>
                      </a:cubicBezTo>
                      <a:cubicBezTo>
                        <a:pt x="12883" y="241"/>
                        <a:pt x="12871" y="157"/>
                        <a:pt x="12740" y="110"/>
                      </a:cubicBezTo>
                      <a:cubicBezTo>
                        <a:pt x="12583" y="47"/>
                        <a:pt x="12426" y="1"/>
                        <a:pt x="12269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9" name="Google Shape;379;p18"/>
                <p:cNvSpPr/>
                <p:nvPr/>
              </p:nvSpPr>
              <p:spPr>
                <a:xfrm>
                  <a:off x="6773750" y="1211575"/>
                  <a:ext cx="35150" cy="104400"/>
                </a:xfrm>
                <a:custGeom>
                  <a:rect b="b" l="l" r="r" t="t"/>
                  <a:pathLst>
                    <a:path extrusionOk="0" h="4176" w="1406">
                      <a:moveTo>
                        <a:pt x="686" y="1"/>
                      </a:moveTo>
                      <a:cubicBezTo>
                        <a:pt x="680" y="1"/>
                        <a:pt x="674" y="1"/>
                        <a:pt x="667" y="1"/>
                      </a:cubicBezTo>
                      <a:cubicBezTo>
                        <a:pt x="453" y="1"/>
                        <a:pt x="382" y="192"/>
                        <a:pt x="298" y="358"/>
                      </a:cubicBezTo>
                      <a:cubicBezTo>
                        <a:pt x="262" y="442"/>
                        <a:pt x="227" y="525"/>
                        <a:pt x="203" y="620"/>
                      </a:cubicBezTo>
                      <a:cubicBezTo>
                        <a:pt x="24" y="1394"/>
                        <a:pt x="1" y="2192"/>
                        <a:pt x="155" y="2978"/>
                      </a:cubicBezTo>
                      <a:cubicBezTo>
                        <a:pt x="191" y="3323"/>
                        <a:pt x="310" y="3656"/>
                        <a:pt x="501" y="3954"/>
                      </a:cubicBezTo>
                      <a:cubicBezTo>
                        <a:pt x="595" y="4101"/>
                        <a:pt x="698" y="4176"/>
                        <a:pt x="800" y="4176"/>
                      </a:cubicBezTo>
                      <a:cubicBezTo>
                        <a:pt x="903" y="4176"/>
                        <a:pt x="1006" y="4098"/>
                        <a:pt x="1096" y="3942"/>
                      </a:cubicBezTo>
                      <a:cubicBezTo>
                        <a:pt x="1167" y="3811"/>
                        <a:pt x="1227" y="3668"/>
                        <a:pt x="1263" y="3525"/>
                      </a:cubicBezTo>
                      <a:cubicBezTo>
                        <a:pt x="1358" y="3109"/>
                        <a:pt x="1405" y="2692"/>
                        <a:pt x="1394" y="2275"/>
                      </a:cubicBezTo>
                      <a:cubicBezTo>
                        <a:pt x="1405" y="1823"/>
                        <a:pt x="1358" y="1382"/>
                        <a:pt x="1263" y="954"/>
                      </a:cubicBezTo>
                      <a:cubicBezTo>
                        <a:pt x="1215" y="739"/>
                        <a:pt x="1144" y="537"/>
                        <a:pt x="1048" y="334"/>
                      </a:cubicBezTo>
                      <a:cubicBezTo>
                        <a:pt x="967" y="184"/>
                        <a:pt x="887" y="1"/>
                        <a:pt x="68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0" name="Google Shape;380;p18"/>
                <p:cNvSpPr/>
                <p:nvPr/>
              </p:nvSpPr>
              <p:spPr>
                <a:xfrm>
                  <a:off x="6877625" y="1206200"/>
                  <a:ext cx="36950" cy="104225"/>
                </a:xfrm>
                <a:custGeom>
                  <a:rect b="b" l="l" r="r" t="t"/>
                  <a:pathLst>
                    <a:path extrusionOk="0" h="4169" w="1478">
                      <a:moveTo>
                        <a:pt x="642" y="0"/>
                      </a:moveTo>
                      <a:cubicBezTo>
                        <a:pt x="631" y="0"/>
                        <a:pt x="620" y="1"/>
                        <a:pt x="608" y="2"/>
                      </a:cubicBezTo>
                      <a:cubicBezTo>
                        <a:pt x="322" y="14"/>
                        <a:pt x="287" y="264"/>
                        <a:pt x="215" y="466"/>
                      </a:cubicBezTo>
                      <a:cubicBezTo>
                        <a:pt x="60" y="930"/>
                        <a:pt x="1" y="1419"/>
                        <a:pt x="13" y="1907"/>
                      </a:cubicBezTo>
                      <a:cubicBezTo>
                        <a:pt x="13" y="2633"/>
                        <a:pt x="132" y="3300"/>
                        <a:pt x="322" y="3740"/>
                      </a:cubicBezTo>
                      <a:cubicBezTo>
                        <a:pt x="418" y="3943"/>
                        <a:pt x="501" y="4169"/>
                        <a:pt x="751" y="4169"/>
                      </a:cubicBezTo>
                      <a:cubicBezTo>
                        <a:pt x="1013" y="4169"/>
                        <a:pt x="1096" y="3919"/>
                        <a:pt x="1156" y="3716"/>
                      </a:cubicBezTo>
                      <a:cubicBezTo>
                        <a:pt x="1477" y="2645"/>
                        <a:pt x="1441" y="1490"/>
                        <a:pt x="1049" y="442"/>
                      </a:cubicBezTo>
                      <a:cubicBezTo>
                        <a:pt x="980" y="249"/>
                        <a:pt x="890" y="0"/>
                        <a:pt x="642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381" name="Google Shape;381;p18"/>
              <p:cNvSpPr/>
              <p:nvPr/>
            </p:nvSpPr>
            <p:spPr>
              <a:xfrm rot="-5400000">
                <a:off x="5360206" y="1138300"/>
                <a:ext cx="473000" cy="454875"/>
              </a:xfrm>
              <a:custGeom>
                <a:rect b="b" l="l" r="r" t="t"/>
                <a:pathLst>
                  <a:path extrusionOk="0" h="18195" w="18920">
                    <a:moveTo>
                      <a:pt x="11801" y="5297"/>
                    </a:moveTo>
                    <a:cubicBezTo>
                      <a:pt x="11812" y="5297"/>
                      <a:pt x="11824" y="5298"/>
                      <a:pt x="11835" y="5299"/>
                    </a:cubicBezTo>
                    <a:cubicBezTo>
                      <a:pt x="11978" y="5335"/>
                      <a:pt x="12097" y="5442"/>
                      <a:pt x="12133" y="5597"/>
                    </a:cubicBezTo>
                    <a:cubicBezTo>
                      <a:pt x="12526" y="6656"/>
                      <a:pt x="12514" y="7823"/>
                      <a:pt x="12097" y="8883"/>
                    </a:cubicBezTo>
                    <a:cubicBezTo>
                      <a:pt x="12049" y="9014"/>
                      <a:pt x="11954" y="9157"/>
                      <a:pt x="11776" y="9157"/>
                    </a:cubicBezTo>
                    <a:cubicBezTo>
                      <a:pt x="11597" y="9157"/>
                      <a:pt x="11514" y="8990"/>
                      <a:pt x="11442" y="8835"/>
                    </a:cubicBezTo>
                    <a:cubicBezTo>
                      <a:pt x="11216" y="8347"/>
                      <a:pt x="11204" y="7823"/>
                      <a:pt x="11180" y="7299"/>
                    </a:cubicBezTo>
                    <a:cubicBezTo>
                      <a:pt x="11192" y="6716"/>
                      <a:pt x="11216" y="6144"/>
                      <a:pt x="11478" y="5597"/>
                    </a:cubicBezTo>
                    <a:cubicBezTo>
                      <a:pt x="11545" y="5462"/>
                      <a:pt x="11633" y="5297"/>
                      <a:pt x="11801" y="5297"/>
                    </a:cubicBezTo>
                    <a:close/>
                    <a:moveTo>
                      <a:pt x="7978" y="5335"/>
                    </a:moveTo>
                    <a:cubicBezTo>
                      <a:pt x="8156" y="5335"/>
                      <a:pt x="8239" y="5478"/>
                      <a:pt x="8299" y="5609"/>
                    </a:cubicBezTo>
                    <a:cubicBezTo>
                      <a:pt x="8537" y="6109"/>
                      <a:pt x="8561" y="6656"/>
                      <a:pt x="8585" y="7228"/>
                    </a:cubicBezTo>
                    <a:cubicBezTo>
                      <a:pt x="8561" y="7775"/>
                      <a:pt x="8537" y="8347"/>
                      <a:pt x="8287" y="8883"/>
                    </a:cubicBezTo>
                    <a:cubicBezTo>
                      <a:pt x="8220" y="9028"/>
                      <a:pt x="8133" y="9183"/>
                      <a:pt x="7956" y="9183"/>
                    </a:cubicBezTo>
                    <a:cubicBezTo>
                      <a:pt x="7944" y="9183"/>
                      <a:pt x="7931" y="9182"/>
                      <a:pt x="7918" y="9180"/>
                    </a:cubicBezTo>
                    <a:cubicBezTo>
                      <a:pt x="7763" y="9169"/>
                      <a:pt x="7668" y="9026"/>
                      <a:pt x="7620" y="8883"/>
                    </a:cubicBezTo>
                    <a:cubicBezTo>
                      <a:pt x="7227" y="7823"/>
                      <a:pt x="7251" y="6656"/>
                      <a:pt x="7656" y="5609"/>
                    </a:cubicBezTo>
                    <a:cubicBezTo>
                      <a:pt x="7692" y="5454"/>
                      <a:pt x="7823" y="5347"/>
                      <a:pt x="7978" y="5335"/>
                    </a:cubicBezTo>
                    <a:close/>
                    <a:moveTo>
                      <a:pt x="4707" y="9020"/>
                    </a:moveTo>
                    <a:cubicBezTo>
                      <a:pt x="4949" y="9020"/>
                      <a:pt x="5191" y="9046"/>
                      <a:pt x="5430" y="9097"/>
                    </a:cubicBezTo>
                    <a:cubicBezTo>
                      <a:pt x="5656" y="9121"/>
                      <a:pt x="5799" y="9323"/>
                      <a:pt x="5763" y="9538"/>
                    </a:cubicBezTo>
                    <a:cubicBezTo>
                      <a:pt x="5752" y="9720"/>
                      <a:pt x="5606" y="9864"/>
                      <a:pt x="5428" y="9864"/>
                    </a:cubicBezTo>
                    <a:cubicBezTo>
                      <a:pt x="5409" y="9864"/>
                      <a:pt x="5390" y="9863"/>
                      <a:pt x="5370" y="9859"/>
                    </a:cubicBezTo>
                    <a:cubicBezTo>
                      <a:pt x="5325" y="9852"/>
                      <a:pt x="5286" y="9849"/>
                      <a:pt x="5252" y="9849"/>
                    </a:cubicBezTo>
                    <a:cubicBezTo>
                      <a:pt x="4991" y="9849"/>
                      <a:pt x="5042" y="10041"/>
                      <a:pt x="5084" y="10252"/>
                    </a:cubicBezTo>
                    <a:cubicBezTo>
                      <a:pt x="5537" y="12538"/>
                      <a:pt x="7537" y="14181"/>
                      <a:pt x="9859" y="14193"/>
                    </a:cubicBezTo>
                    <a:cubicBezTo>
                      <a:pt x="9867" y="14193"/>
                      <a:pt x="9876" y="14193"/>
                      <a:pt x="9884" y="14193"/>
                    </a:cubicBezTo>
                    <a:cubicBezTo>
                      <a:pt x="12195" y="14193"/>
                      <a:pt x="14194" y="12565"/>
                      <a:pt x="14669" y="10300"/>
                    </a:cubicBezTo>
                    <a:cubicBezTo>
                      <a:pt x="14709" y="10100"/>
                      <a:pt x="14757" y="9934"/>
                      <a:pt x="14548" y="9934"/>
                    </a:cubicBezTo>
                    <a:cubicBezTo>
                      <a:pt x="14508" y="9934"/>
                      <a:pt x="14457" y="9941"/>
                      <a:pt x="14395" y="9954"/>
                    </a:cubicBezTo>
                    <a:cubicBezTo>
                      <a:pt x="14370" y="9960"/>
                      <a:pt x="14346" y="9963"/>
                      <a:pt x="14323" y="9963"/>
                    </a:cubicBezTo>
                    <a:cubicBezTo>
                      <a:pt x="14156" y="9963"/>
                      <a:pt x="14033" y="9821"/>
                      <a:pt x="14002" y="9633"/>
                    </a:cubicBezTo>
                    <a:cubicBezTo>
                      <a:pt x="13966" y="9442"/>
                      <a:pt x="14085" y="9252"/>
                      <a:pt x="14276" y="9204"/>
                    </a:cubicBezTo>
                    <a:cubicBezTo>
                      <a:pt x="14627" y="9085"/>
                      <a:pt x="14991" y="9028"/>
                      <a:pt x="15354" y="9028"/>
                    </a:cubicBezTo>
                    <a:cubicBezTo>
                      <a:pt x="15607" y="9028"/>
                      <a:pt x="15860" y="9055"/>
                      <a:pt x="16109" y="9109"/>
                    </a:cubicBezTo>
                    <a:cubicBezTo>
                      <a:pt x="16324" y="9145"/>
                      <a:pt x="16467" y="9359"/>
                      <a:pt x="16407" y="9573"/>
                    </a:cubicBezTo>
                    <a:cubicBezTo>
                      <a:pt x="16407" y="9749"/>
                      <a:pt x="16254" y="9880"/>
                      <a:pt x="16081" y="9880"/>
                    </a:cubicBezTo>
                    <a:cubicBezTo>
                      <a:pt x="16055" y="9880"/>
                      <a:pt x="16029" y="9877"/>
                      <a:pt x="16002" y="9871"/>
                    </a:cubicBezTo>
                    <a:cubicBezTo>
                      <a:pt x="15928" y="9849"/>
                      <a:pt x="15867" y="9839"/>
                      <a:pt x="15816" y="9839"/>
                    </a:cubicBezTo>
                    <a:cubicBezTo>
                      <a:pt x="15560" y="9839"/>
                      <a:pt x="15554" y="10084"/>
                      <a:pt x="15514" y="10312"/>
                    </a:cubicBezTo>
                    <a:cubicBezTo>
                      <a:pt x="15038" y="13038"/>
                      <a:pt x="12669" y="15026"/>
                      <a:pt x="9894" y="15038"/>
                    </a:cubicBezTo>
                    <a:cubicBezTo>
                      <a:pt x="7120" y="15038"/>
                      <a:pt x="4739" y="13050"/>
                      <a:pt x="4251" y="10323"/>
                    </a:cubicBezTo>
                    <a:cubicBezTo>
                      <a:pt x="4213" y="10132"/>
                      <a:pt x="4228" y="9895"/>
                      <a:pt x="4008" y="9895"/>
                    </a:cubicBezTo>
                    <a:cubicBezTo>
                      <a:pt x="3954" y="9895"/>
                      <a:pt x="3885" y="9910"/>
                      <a:pt x="3798" y="9942"/>
                    </a:cubicBezTo>
                    <a:cubicBezTo>
                      <a:pt x="3757" y="9959"/>
                      <a:pt x="3716" y="9966"/>
                      <a:pt x="3677" y="9966"/>
                    </a:cubicBezTo>
                    <a:cubicBezTo>
                      <a:pt x="3516" y="9966"/>
                      <a:pt x="3387" y="9836"/>
                      <a:pt x="3358" y="9645"/>
                    </a:cubicBezTo>
                    <a:cubicBezTo>
                      <a:pt x="3298" y="9454"/>
                      <a:pt x="3417" y="9252"/>
                      <a:pt x="3608" y="9204"/>
                    </a:cubicBezTo>
                    <a:cubicBezTo>
                      <a:pt x="3962" y="9081"/>
                      <a:pt x="4334" y="9020"/>
                      <a:pt x="4707" y="9020"/>
                    </a:cubicBezTo>
                    <a:close/>
                    <a:moveTo>
                      <a:pt x="9823" y="1"/>
                    </a:moveTo>
                    <a:cubicBezTo>
                      <a:pt x="6144" y="1"/>
                      <a:pt x="2822" y="2215"/>
                      <a:pt x="1417" y="5620"/>
                    </a:cubicBezTo>
                    <a:cubicBezTo>
                      <a:pt x="0" y="9014"/>
                      <a:pt x="786" y="12931"/>
                      <a:pt x="3382" y="15526"/>
                    </a:cubicBezTo>
                    <a:cubicBezTo>
                      <a:pt x="5126" y="17271"/>
                      <a:pt x="7451" y="18194"/>
                      <a:pt x="9818" y="18194"/>
                    </a:cubicBezTo>
                    <a:cubicBezTo>
                      <a:pt x="10990" y="18194"/>
                      <a:pt x="12172" y="17968"/>
                      <a:pt x="13300" y="17503"/>
                    </a:cubicBezTo>
                    <a:cubicBezTo>
                      <a:pt x="16705" y="16098"/>
                      <a:pt x="18919" y="12776"/>
                      <a:pt x="18919" y="9097"/>
                    </a:cubicBezTo>
                    <a:cubicBezTo>
                      <a:pt x="18919" y="4073"/>
                      <a:pt x="14847" y="1"/>
                      <a:pt x="9823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382" name="Google Shape;382;p18"/>
              <p:cNvGrpSpPr/>
              <p:nvPr/>
            </p:nvGrpSpPr>
            <p:grpSpPr>
              <a:xfrm rot="5400000">
                <a:off x="5985550" y="1130675"/>
                <a:ext cx="495325" cy="470125"/>
                <a:chOff x="5985550" y="1130050"/>
                <a:chExt cx="495325" cy="470125"/>
              </a:xfrm>
            </p:grpSpPr>
            <p:sp>
              <p:nvSpPr>
                <p:cNvPr id="383" name="Google Shape;383;p18"/>
                <p:cNvSpPr/>
                <p:nvPr/>
              </p:nvSpPr>
              <p:spPr>
                <a:xfrm>
                  <a:off x="6075750" y="1366100"/>
                  <a:ext cx="338750" cy="149125"/>
                </a:xfrm>
                <a:custGeom>
                  <a:rect b="b" l="l" r="r" t="t"/>
                  <a:pathLst>
                    <a:path extrusionOk="0" h="5965" w="13550">
                      <a:moveTo>
                        <a:pt x="1336" y="1"/>
                      </a:moveTo>
                      <a:cubicBezTo>
                        <a:pt x="961" y="1"/>
                        <a:pt x="590" y="73"/>
                        <a:pt x="215" y="178"/>
                      </a:cubicBezTo>
                      <a:cubicBezTo>
                        <a:pt x="72" y="202"/>
                        <a:pt x="0" y="368"/>
                        <a:pt x="84" y="476"/>
                      </a:cubicBezTo>
                      <a:cubicBezTo>
                        <a:pt x="125" y="553"/>
                        <a:pt x="179" y="577"/>
                        <a:pt x="239" y="577"/>
                      </a:cubicBezTo>
                      <a:cubicBezTo>
                        <a:pt x="298" y="577"/>
                        <a:pt x="364" y="553"/>
                        <a:pt x="429" y="535"/>
                      </a:cubicBezTo>
                      <a:cubicBezTo>
                        <a:pt x="590" y="492"/>
                        <a:pt x="699" y="464"/>
                        <a:pt x="773" y="464"/>
                      </a:cubicBezTo>
                      <a:cubicBezTo>
                        <a:pt x="924" y="464"/>
                        <a:pt x="937" y="578"/>
                        <a:pt x="977" y="904"/>
                      </a:cubicBezTo>
                      <a:lnTo>
                        <a:pt x="977" y="952"/>
                      </a:lnTo>
                      <a:cubicBezTo>
                        <a:pt x="1402" y="3833"/>
                        <a:pt x="3865" y="5965"/>
                        <a:pt x="6774" y="5965"/>
                      </a:cubicBezTo>
                      <a:cubicBezTo>
                        <a:pt x="6798" y="5965"/>
                        <a:pt x="6822" y="5965"/>
                        <a:pt x="6846" y="5964"/>
                      </a:cubicBezTo>
                      <a:cubicBezTo>
                        <a:pt x="9787" y="5941"/>
                        <a:pt x="12252" y="3738"/>
                        <a:pt x="12609" y="833"/>
                      </a:cubicBezTo>
                      <a:cubicBezTo>
                        <a:pt x="12649" y="515"/>
                        <a:pt x="12662" y="409"/>
                        <a:pt x="12818" y="409"/>
                      </a:cubicBezTo>
                      <a:cubicBezTo>
                        <a:pt x="12896" y="409"/>
                        <a:pt x="13010" y="436"/>
                        <a:pt x="13181" y="476"/>
                      </a:cubicBezTo>
                      <a:cubicBezTo>
                        <a:pt x="13229" y="484"/>
                        <a:pt x="13281" y="495"/>
                        <a:pt x="13329" y="495"/>
                      </a:cubicBezTo>
                      <a:cubicBezTo>
                        <a:pt x="13411" y="495"/>
                        <a:pt x="13484" y="465"/>
                        <a:pt x="13514" y="345"/>
                      </a:cubicBezTo>
                      <a:cubicBezTo>
                        <a:pt x="13550" y="166"/>
                        <a:pt x="13443" y="118"/>
                        <a:pt x="13300" y="83"/>
                      </a:cubicBezTo>
                      <a:cubicBezTo>
                        <a:pt x="13080" y="26"/>
                        <a:pt x="12860" y="1"/>
                        <a:pt x="12641" y="1"/>
                      </a:cubicBezTo>
                      <a:cubicBezTo>
                        <a:pt x="12268" y="1"/>
                        <a:pt x="11898" y="73"/>
                        <a:pt x="11538" y="178"/>
                      </a:cubicBezTo>
                      <a:cubicBezTo>
                        <a:pt x="11418" y="202"/>
                        <a:pt x="11347" y="321"/>
                        <a:pt x="11383" y="428"/>
                      </a:cubicBezTo>
                      <a:cubicBezTo>
                        <a:pt x="11412" y="534"/>
                        <a:pt x="11488" y="578"/>
                        <a:pt x="11579" y="578"/>
                      </a:cubicBezTo>
                      <a:cubicBezTo>
                        <a:pt x="11600" y="578"/>
                        <a:pt x="11622" y="575"/>
                        <a:pt x="11645" y="571"/>
                      </a:cubicBezTo>
                      <a:cubicBezTo>
                        <a:pt x="11776" y="535"/>
                        <a:pt x="11895" y="511"/>
                        <a:pt x="12014" y="476"/>
                      </a:cubicBezTo>
                      <a:cubicBezTo>
                        <a:pt x="12052" y="465"/>
                        <a:pt x="12082" y="459"/>
                        <a:pt x="12107" y="459"/>
                      </a:cubicBezTo>
                      <a:cubicBezTo>
                        <a:pt x="12189" y="459"/>
                        <a:pt x="12199" y="520"/>
                        <a:pt x="12180" y="630"/>
                      </a:cubicBezTo>
                      <a:cubicBezTo>
                        <a:pt x="11907" y="3333"/>
                        <a:pt x="9668" y="5417"/>
                        <a:pt x="6942" y="5488"/>
                      </a:cubicBezTo>
                      <a:cubicBezTo>
                        <a:pt x="6901" y="5489"/>
                        <a:pt x="6861" y="5489"/>
                        <a:pt x="6821" y="5489"/>
                      </a:cubicBezTo>
                      <a:cubicBezTo>
                        <a:pt x="4158" y="5489"/>
                        <a:pt x="1875" y="3555"/>
                        <a:pt x="1465" y="904"/>
                      </a:cubicBezTo>
                      <a:cubicBezTo>
                        <a:pt x="1415" y="534"/>
                        <a:pt x="1400" y="420"/>
                        <a:pt x="1568" y="420"/>
                      </a:cubicBezTo>
                      <a:cubicBezTo>
                        <a:pt x="1644" y="420"/>
                        <a:pt x="1755" y="442"/>
                        <a:pt x="1917" y="476"/>
                      </a:cubicBezTo>
                      <a:cubicBezTo>
                        <a:pt x="1958" y="483"/>
                        <a:pt x="1999" y="489"/>
                        <a:pt x="2037" y="489"/>
                      </a:cubicBezTo>
                      <a:cubicBezTo>
                        <a:pt x="2121" y="489"/>
                        <a:pt x="2190" y="459"/>
                        <a:pt x="2215" y="345"/>
                      </a:cubicBezTo>
                      <a:cubicBezTo>
                        <a:pt x="2239" y="178"/>
                        <a:pt x="2144" y="118"/>
                        <a:pt x="2001" y="83"/>
                      </a:cubicBezTo>
                      <a:cubicBezTo>
                        <a:pt x="1776" y="26"/>
                        <a:pt x="1555" y="1"/>
                        <a:pt x="133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4" name="Google Shape;384;p18"/>
                <p:cNvSpPr/>
                <p:nvPr/>
              </p:nvSpPr>
              <p:spPr>
                <a:xfrm>
                  <a:off x="6277250" y="1261875"/>
                  <a:ext cx="35750" cy="102725"/>
                </a:xfrm>
                <a:custGeom>
                  <a:rect b="b" l="l" r="r" t="t"/>
                  <a:pathLst>
                    <a:path extrusionOk="0" h="4109" w="1430">
                      <a:moveTo>
                        <a:pt x="793" y="1"/>
                      </a:moveTo>
                      <a:cubicBezTo>
                        <a:pt x="787" y="1"/>
                        <a:pt x="781" y="1"/>
                        <a:pt x="775" y="1"/>
                      </a:cubicBezTo>
                      <a:cubicBezTo>
                        <a:pt x="501" y="1"/>
                        <a:pt x="441" y="251"/>
                        <a:pt x="370" y="442"/>
                      </a:cubicBezTo>
                      <a:cubicBezTo>
                        <a:pt x="13" y="1478"/>
                        <a:pt x="1" y="2609"/>
                        <a:pt x="334" y="3644"/>
                      </a:cubicBezTo>
                      <a:cubicBezTo>
                        <a:pt x="394" y="3847"/>
                        <a:pt x="477" y="4109"/>
                        <a:pt x="751" y="4109"/>
                      </a:cubicBezTo>
                      <a:cubicBezTo>
                        <a:pt x="1013" y="4109"/>
                        <a:pt x="1084" y="3859"/>
                        <a:pt x="1168" y="3656"/>
                      </a:cubicBezTo>
                      <a:cubicBezTo>
                        <a:pt x="1346" y="3168"/>
                        <a:pt x="1430" y="2656"/>
                        <a:pt x="1430" y="2132"/>
                      </a:cubicBezTo>
                      <a:cubicBezTo>
                        <a:pt x="1430" y="1466"/>
                        <a:pt x="1382" y="942"/>
                        <a:pt x="1203" y="454"/>
                      </a:cubicBezTo>
                      <a:cubicBezTo>
                        <a:pt x="1122" y="256"/>
                        <a:pt x="1052" y="1"/>
                        <a:pt x="793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5" name="Google Shape;385;p18"/>
                <p:cNvSpPr/>
                <p:nvPr/>
              </p:nvSpPr>
              <p:spPr>
                <a:xfrm>
                  <a:off x="6178150" y="1262775"/>
                  <a:ext cx="35725" cy="102725"/>
                </a:xfrm>
                <a:custGeom>
                  <a:rect b="b" l="l" r="r" t="t"/>
                  <a:pathLst>
                    <a:path extrusionOk="0" h="4109" w="1429">
                      <a:moveTo>
                        <a:pt x="686" y="1"/>
                      </a:moveTo>
                      <a:cubicBezTo>
                        <a:pt x="436" y="1"/>
                        <a:pt x="344" y="256"/>
                        <a:pt x="262" y="465"/>
                      </a:cubicBezTo>
                      <a:cubicBezTo>
                        <a:pt x="83" y="965"/>
                        <a:pt x="0" y="1489"/>
                        <a:pt x="12" y="2013"/>
                      </a:cubicBezTo>
                      <a:cubicBezTo>
                        <a:pt x="12" y="2632"/>
                        <a:pt x="48" y="3156"/>
                        <a:pt x="238" y="3644"/>
                      </a:cubicBezTo>
                      <a:cubicBezTo>
                        <a:pt x="322" y="3859"/>
                        <a:pt x="393" y="4109"/>
                        <a:pt x="655" y="4109"/>
                      </a:cubicBezTo>
                      <a:cubicBezTo>
                        <a:pt x="917" y="4109"/>
                        <a:pt x="1012" y="3859"/>
                        <a:pt x="1072" y="3656"/>
                      </a:cubicBezTo>
                      <a:cubicBezTo>
                        <a:pt x="1417" y="2620"/>
                        <a:pt x="1429" y="1513"/>
                        <a:pt x="1107" y="465"/>
                      </a:cubicBezTo>
                      <a:cubicBezTo>
                        <a:pt x="1048" y="263"/>
                        <a:pt x="965" y="1"/>
                        <a:pt x="703" y="1"/>
                      </a:cubicBezTo>
                      <a:cubicBezTo>
                        <a:pt x="697" y="1"/>
                        <a:pt x="691" y="1"/>
                        <a:pt x="68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6" name="Google Shape;386;p18"/>
                <p:cNvSpPr/>
                <p:nvPr/>
              </p:nvSpPr>
              <p:spPr>
                <a:xfrm>
                  <a:off x="5985550" y="1130050"/>
                  <a:ext cx="495325" cy="470125"/>
                </a:xfrm>
                <a:custGeom>
                  <a:rect b="b" l="l" r="r" t="t"/>
                  <a:pathLst>
                    <a:path extrusionOk="0" h="18805" w="19813">
                      <a:moveTo>
                        <a:pt x="10405" y="475"/>
                      </a:moveTo>
                      <a:cubicBezTo>
                        <a:pt x="11555" y="475"/>
                        <a:pt x="12716" y="697"/>
                        <a:pt x="13824" y="1155"/>
                      </a:cubicBezTo>
                      <a:cubicBezTo>
                        <a:pt x="17158" y="2536"/>
                        <a:pt x="19337" y="5798"/>
                        <a:pt x="19337" y="9406"/>
                      </a:cubicBezTo>
                      <a:cubicBezTo>
                        <a:pt x="19325" y="14335"/>
                        <a:pt x="15324" y="18323"/>
                        <a:pt x="10407" y="18335"/>
                      </a:cubicBezTo>
                      <a:cubicBezTo>
                        <a:pt x="6787" y="18335"/>
                        <a:pt x="3537" y="16156"/>
                        <a:pt x="2156" y="12823"/>
                      </a:cubicBezTo>
                      <a:cubicBezTo>
                        <a:pt x="775" y="9489"/>
                        <a:pt x="1537" y="5643"/>
                        <a:pt x="4085" y="3095"/>
                      </a:cubicBezTo>
                      <a:cubicBezTo>
                        <a:pt x="5797" y="1383"/>
                        <a:pt x="8080" y="475"/>
                        <a:pt x="10405" y="475"/>
                      </a:cubicBezTo>
                      <a:close/>
                      <a:moveTo>
                        <a:pt x="10397" y="1"/>
                      </a:moveTo>
                      <a:cubicBezTo>
                        <a:pt x="8589" y="1"/>
                        <a:pt x="6772" y="520"/>
                        <a:pt x="5180" y="1583"/>
                      </a:cubicBezTo>
                      <a:cubicBezTo>
                        <a:pt x="1441" y="4072"/>
                        <a:pt x="1" y="8858"/>
                        <a:pt x="1715" y="13001"/>
                      </a:cubicBezTo>
                      <a:cubicBezTo>
                        <a:pt x="3189" y="16563"/>
                        <a:pt x="6651" y="18805"/>
                        <a:pt x="10384" y="18805"/>
                      </a:cubicBezTo>
                      <a:cubicBezTo>
                        <a:pt x="10994" y="18805"/>
                        <a:pt x="11611" y="18745"/>
                        <a:pt x="12229" y="18621"/>
                      </a:cubicBezTo>
                      <a:cubicBezTo>
                        <a:pt x="16634" y="17752"/>
                        <a:pt x="19801" y="13882"/>
                        <a:pt x="19801" y="9406"/>
                      </a:cubicBezTo>
                      <a:cubicBezTo>
                        <a:pt x="19813" y="6905"/>
                        <a:pt x="18813" y="4512"/>
                        <a:pt x="17051" y="2750"/>
                      </a:cubicBezTo>
                      <a:cubicBezTo>
                        <a:pt x="15229" y="936"/>
                        <a:pt x="12822" y="1"/>
                        <a:pt x="10397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1">
  <p:cSld name="CUSTOM_4">
    <p:spTree>
      <p:nvGrpSpPr>
        <p:cNvPr id="387" name="Shape 3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8" name="Google Shape;388;p19"/>
          <p:cNvSpPr txBox="1"/>
          <p:nvPr>
            <p:ph type="title"/>
          </p:nvPr>
        </p:nvSpPr>
        <p:spPr>
          <a:xfrm>
            <a:off x="873975" y="1496700"/>
            <a:ext cx="2680800" cy="1133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389" name="Google Shape;389;p19"/>
          <p:cNvSpPr txBox="1"/>
          <p:nvPr>
            <p:ph idx="1" type="subTitle"/>
          </p:nvPr>
        </p:nvSpPr>
        <p:spPr>
          <a:xfrm>
            <a:off x="880898" y="2630400"/>
            <a:ext cx="2680800" cy="1016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grpSp>
        <p:nvGrpSpPr>
          <p:cNvPr id="390" name="Google Shape;390;p19"/>
          <p:cNvGrpSpPr/>
          <p:nvPr/>
        </p:nvGrpSpPr>
        <p:grpSpPr>
          <a:xfrm>
            <a:off x="8759338" y="2560504"/>
            <a:ext cx="37200" cy="2280719"/>
            <a:chOff x="8720263" y="1665954"/>
            <a:chExt cx="37200" cy="2280719"/>
          </a:xfrm>
        </p:grpSpPr>
        <p:sp>
          <p:nvSpPr>
            <p:cNvPr id="391" name="Google Shape;391;p19"/>
            <p:cNvSpPr/>
            <p:nvPr/>
          </p:nvSpPr>
          <p:spPr>
            <a:xfrm flipH="1">
              <a:off x="8720263" y="1665954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  <p:sp>
          <p:nvSpPr>
            <p:cNvPr id="392" name="Google Shape;392;p19"/>
            <p:cNvSpPr/>
            <p:nvPr/>
          </p:nvSpPr>
          <p:spPr>
            <a:xfrm flipH="1">
              <a:off x="8720263" y="2278650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  <p:sp>
          <p:nvSpPr>
            <p:cNvPr id="393" name="Google Shape;393;p19"/>
            <p:cNvSpPr/>
            <p:nvPr/>
          </p:nvSpPr>
          <p:spPr>
            <a:xfrm flipH="1">
              <a:off x="8720263" y="2570381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  <p:sp>
          <p:nvSpPr>
            <p:cNvPr id="394" name="Google Shape;394;p19"/>
            <p:cNvSpPr/>
            <p:nvPr/>
          </p:nvSpPr>
          <p:spPr>
            <a:xfrm flipH="1">
              <a:off x="8720263" y="2862111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  <p:sp>
          <p:nvSpPr>
            <p:cNvPr id="395" name="Google Shape;395;p19"/>
            <p:cNvSpPr/>
            <p:nvPr/>
          </p:nvSpPr>
          <p:spPr>
            <a:xfrm flipH="1">
              <a:off x="8720263" y="3653137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  <p:sp>
          <p:nvSpPr>
            <p:cNvPr id="396" name="Google Shape;396;p19"/>
            <p:cNvSpPr/>
            <p:nvPr/>
          </p:nvSpPr>
          <p:spPr>
            <a:xfrm flipH="1">
              <a:off x="8720263" y="3909472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</p:grpSp>
      <p:grpSp>
        <p:nvGrpSpPr>
          <p:cNvPr id="397" name="Google Shape;397;p19"/>
          <p:cNvGrpSpPr/>
          <p:nvPr/>
        </p:nvGrpSpPr>
        <p:grpSpPr>
          <a:xfrm>
            <a:off x="189936" y="120375"/>
            <a:ext cx="8606612" cy="4846164"/>
            <a:chOff x="189936" y="120375"/>
            <a:chExt cx="8606612" cy="4846164"/>
          </a:xfrm>
        </p:grpSpPr>
        <p:sp>
          <p:nvSpPr>
            <p:cNvPr id="398" name="Google Shape;398;p19"/>
            <p:cNvSpPr/>
            <p:nvPr/>
          </p:nvSpPr>
          <p:spPr>
            <a:xfrm>
              <a:off x="189936" y="4050763"/>
              <a:ext cx="523301" cy="915777"/>
            </a:xfrm>
            <a:custGeom>
              <a:rect b="b" l="l" r="r" t="t"/>
              <a:pathLst>
                <a:path extrusionOk="0" h="52248" w="29856">
                  <a:moveTo>
                    <a:pt x="20668" y="8089"/>
                  </a:moveTo>
                  <a:cubicBezTo>
                    <a:pt x="20666" y="8116"/>
                    <a:pt x="20665" y="8144"/>
                    <a:pt x="20664" y="8171"/>
                  </a:cubicBezTo>
                  <a:cubicBezTo>
                    <a:pt x="20665" y="8144"/>
                    <a:pt x="20667" y="8116"/>
                    <a:pt x="20668" y="8089"/>
                  </a:cubicBezTo>
                  <a:close/>
                  <a:moveTo>
                    <a:pt x="24585" y="4346"/>
                  </a:moveTo>
                  <a:cubicBezTo>
                    <a:pt x="26590" y="4346"/>
                    <a:pt x="27886" y="4872"/>
                    <a:pt x="28285" y="5736"/>
                  </a:cubicBezTo>
                  <a:cubicBezTo>
                    <a:pt x="28913" y="7071"/>
                    <a:pt x="27420" y="9193"/>
                    <a:pt x="24671" y="11235"/>
                  </a:cubicBezTo>
                  <a:lnTo>
                    <a:pt x="24435" y="11235"/>
                  </a:lnTo>
                  <a:cubicBezTo>
                    <a:pt x="24042" y="11235"/>
                    <a:pt x="23571" y="11235"/>
                    <a:pt x="23099" y="11314"/>
                  </a:cubicBezTo>
                  <a:cubicBezTo>
                    <a:pt x="19642" y="11707"/>
                    <a:pt x="16185" y="12649"/>
                    <a:pt x="12885" y="14142"/>
                  </a:cubicBezTo>
                  <a:cubicBezTo>
                    <a:pt x="10136" y="15242"/>
                    <a:pt x="7464" y="16735"/>
                    <a:pt x="5029" y="18542"/>
                  </a:cubicBezTo>
                  <a:cubicBezTo>
                    <a:pt x="3222" y="18542"/>
                    <a:pt x="1965" y="18071"/>
                    <a:pt x="1572" y="17206"/>
                  </a:cubicBezTo>
                  <a:cubicBezTo>
                    <a:pt x="550" y="14849"/>
                    <a:pt x="5814" y="10292"/>
                    <a:pt x="13043" y="7150"/>
                  </a:cubicBezTo>
                  <a:cubicBezTo>
                    <a:pt x="15085" y="6286"/>
                    <a:pt x="17128" y="5578"/>
                    <a:pt x="19249" y="5107"/>
                  </a:cubicBezTo>
                  <a:cubicBezTo>
                    <a:pt x="20170" y="5798"/>
                    <a:pt x="20716" y="6938"/>
                    <a:pt x="20668" y="8089"/>
                  </a:cubicBezTo>
                  <a:lnTo>
                    <a:pt x="20668" y="8089"/>
                  </a:lnTo>
                  <a:cubicBezTo>
                    <a:pt x="20775" y="6395"/>
                    <a:pt x="21790" y="4941"/>
                    <a:pt x="23413" y="4400"/>
                  </a:cubicBezTo>
                  <a:cubicBezTo>
                    <a:pt x="23827" y="4363"/>
                    <a:pt x="24218" y="4346"/>
                    <a:pt x="24585" y="4346"/>
                  </a:cubicBezTo>
                  <a:close/>
                  <a:moveTo>
                    <a:pt x="24121" y="11707"/>
                  </a:moveTo>
                  <a:cubicBezTo>
                    <a:pt x="21842" y="13278"/>
                    <a:pt x="19407" y="14692"/>
                    <a:pt x="16814" y="15792"/>
                  </a:cubicBezTo>
                  <a:cubicBezTo>
                    <a:pt x="13278" y="17364"/>
                    <a:pt x="9586" y="18306"/>
                    <a:pt x="5736" y="18542"/>
                  </a:cubicBezTo>
                  <a:cubicBezTo>
                    <a:pt x="8014" y="16971"/>
                    <a:pt x="10528" y="15556"/>
                    <a:pt x="13121" y="14457"/>
                  </a:cubicBezTo>
                  <a:cubicBezTo>
                    <a:pt x="16264" y="13042"/>
                    <a:pt x="19721" y="12100"/>
                    <a:pt x="23178" y="11707"/>
                  </a:cubicBezTo>
                  <a:close/>
                  <a:moveTo>
                    <a:pt x="24828" y="11707"/>
                  </a:moveTo>
                  <a:cubicBezTo>
                    <a:pt x="26713" y="11785"/>
                    <a:pt x="27970" y="12257"/>
                    <a:pt x="28285" y="13121"/>
                  </a:cubicBezTo>
                  <a:cubicBezTo>
                    <a:pt x="28835" y="14457"/>
                    <a:pt x="27420" y="16499"/>
                    <a:pt x="24671" y="18621"/>
                  </a:cubicBezTo>
                  <a:lnTo>
                    <a:pt x="24435" y="18621"/>
                  </a:lnTo>
                  <a:cubicBezTo>
                    <a:pt x="24042" y="18621"/>
                    <a:pt x="23571" y="18699"/>
                    <a:pt x="23099" y="18699"/>
                  </a:cubicBezTo>
                  <a:cubicBezTo>
                    <a:pt x="19564" y="19092"/>
                    <a:pt x="16185" y="20035"/>
                    <a:pt x="12885" y="21528"/>
                  </a:cubicBezTo>
                  <a:cubicBezTo>
                    <a:pt x="10136" y="22628"/>
                    <a:pt x="7464" y="24120"/>
                    <a:pt x="5029" y="25927"/>
                  </a:cubicBezTo>
                  <a:cubicBezTo>
                    <a:pt x="3222" y="25849"/>
                    <a:pt x="1965" y="25377"/>
                    <a:pt x="1572" y="24592"/>
                  </a:cubicBezTo>
                  <a:cubicBezTo>
                    <a:pt x="943" y="23256"/>
                    <a:pt x="2436" y="21135"/>
                    <a:pt x="5186" y="19092"/>
                  </a:cubicBezTo>
                  <a:cubicBezTo>
                    <a:pt x="8093" y="19092"/>
                    <a:pt x="12414" y="18149"/>
                    <a:pt x="16971" y="16185"/>
                  </a:cubicBezTo>
                  <a:cubicBezTo>
                    <a:pt x="19721" y="15007"/>
                    <a:pt x="22392" y="13514"/>
                    <a:pt x="24828" y="11707"/>
                  </a:cubicBezTo>
                  <a:close/>
                  <a:moveTo>
                    <a:pt x="24121" y="19092"/>
                  </a:moveTo>
                  <a:cubicBezTo>
                    <a:pt x="21842" y="20663"/>
                    <a:pt x="19407" y="22078"/>
                    <a:pt x="16814" y="23178"/>
                  </a:cubicBezTo>
                  <a:cubicBezTo>
                    <a:pt x="13278" y="24749"/>
                    <a:pt x="9586" y="25692"/>
                    <a:pt x="5736" y="25927"/>
                  </a:cubicBezTo>
                  <a:cubicBezTo>
                    <a:pt x="8014" y="24356"/>
                    <a:pt x="10528" y="22942"/>
                    <a:pt x="13121" y="21842"/>
                  </a:cubicBezTo>
                  <a:cubicBezTo>
                    <a:pt x="16264" y="20428"/>
                    <a:pt x="19721" y="19485"/>
                    <a:pt x="23178" y="19092"/>
                  </a:cubicBezTo>
                  <a:close/>
                  <a:moveTo>
                    <a:pt x="24042" y="26399"/>
                  </a:moveTo>
                  <a:lnTo>
                    <a:pt x="24042" y="26477"/>
                  </a:lnTo>
                  <a:cubicBezTo>
                    <a:pt x="21764" y="28049"/>
                    <a:pt x="19328" y="29384"/>
                    <a:pt x="16814" y="30484"/>
                  </a:cubicBezTo>
                  <a:cubicBezTo>
                    <a:pt x="13278" y="31977"/>
                    <a:pt x="9586" y="32998"/>
                    <a:pt x="5814" y="33234"/>
                  </a:cubicBezTo>
                  <a:cubicBezTo>
                    <a:pt x="8093" y="31663"/>
                    <a:pt x="10528" y="30249"/>
                    <a:pt x="13043" y="29227"/>
                  </a:cubicBezTo>
                  <a:cubicBezTo>
                    <a:pt x="16264" y="27734"/>
                    <a:pt x="19642" y="26870"/>
                    <a:pt x="23178" y="26477"/>
                  </a:cubicBezTo>
                  <a:cubicBezTo>
                    <a:pt x="23492" y="26399"/>
                    <a:pt x="23806" y="26399"/>
                    <a:pt x="24042" y="26399"/>
                  </a:cubicBezTo>
                  <a:close/>
                  <a:moveTo>
                    <a:pt x="24828" y="19092"/>
                  </a:moveTo>
                  <a:cubicBezTo>
                    <a:pt x="26713" y="19092"/>
                    <a:pt x="27970" y="19642"/>
                    <a:pt x="28285" y="20428"/>
                  </a:cubicBezTo>
                  <a:cubicBezTo>
                    <a:pt x="28835" y="21842"/>
                    <a:pt x="27420" y="23885"/>
                    <a:pt x="24592" y="26006"/>
                  </a:cubicBezTo>
                  <a:lnTo>
                    <a:pt x="24435" y="26006"/>
                  </a:lnTo>
                  <a:cubicBezTo>
                    <a:pt x="24042" y="26006"/>
                    <a:pt x="23571" y="26006"/>
                    <a:pt x="23099" y="26085"/>
                  </a:cubicBezTo>
                  <a:cubicBezTo>
                    <a:pt x="19564" y="26477"/>
                    <a:pt x="16185" y="27420"/>
                    <a:pt x="12885" y="28913"/>
                  </a:cubicBezTo>
                  <a:cubicBezTo>
                    <a:pt x="10136" y="30013"/>
                    <a:pt x="7464" y="31506"/>
                    <a:pt x="5029" y="33313"/>
                  </a:cubicBezTo>
                  <a:cubicBezTo>
                    <a:pt x="3222" y="33156"/>
                    <a:pt x="1965" y="32763"/>
                    <a:pt x="1572" y="31820"/>
                  </a:cubicBezTo>
                  <a:lnTo>
                    <a:pt x="1572" y="31899"/>
                  </a:lnTo>
                  <a:cubicBezTo>
                    <a:pt x="943" y="30563"/>
                    <a:pt x="2436" y="28520"/>
                    <a:pt x="5186" y="26399"/>
                  </a:cubicBezTo>
                  <a:cubicBezTo>
                    <a:pt x="5290" y="26402"/>
                    <a:pt x="5396" y="26403"/>
                    <a:pt x="5503" y="26403"/>
                  </a:cubicBezTo>
                  <a:cubicBezTo>
                    <a:pt x="8403" y="26403"/>
                    <a:pt x="12577" y="25386"/>
                    <a:pt x="16971" y="23492"/>
                  </a:cubicBezTo>
                  <a:cubicBezTo>
                    <a:pt x="19721" y="22392"/>
                    <a:pt x="22392" y="20899"/>
                    <a:pt x="24828" y="19092"/>
                  </a:cubicBezTo>
                  <a:close/>
                  <a:moveTo>
                    <a:pt x="24121" y="33784"/>
                  </a:moveTo>
                  <a:cubicBezTo>
                    <a:pt x="21842" y="35434"/>
                    <a:pt x="19328" y="36770"/>
                    <a:pt x="16735" y="37870"/>
                  </a:cubicBezTo>
                  <a:cubicBezTo>
                    <a:pt x="13314" y="39425"/>
                    <a:pt x="9662" y="40364"/>
                    <a:pt x="5855" y="40612"/>
                  </a:cubicBezTo>
                  <a:lnTo>
                    <a:pt x="5855" y="40612"/>
                  </a:lnTo>
                  <a:cubicBezTo>
                    <a:pt x="8099" y="38999"/>
                    <a:pt x="10495" y="37615"/>
                    <a:pt x="13043" y="36534"/>
                  </a:cubicBezTo>
                  <a:cubicBezTo>
                    <a:pt x="16264" y="35120"/>
                    <a:pt x="19642" y="34177"/>
                    <a:pt x="23099" y="33784"/>
                  </a:cubicBezTo>
                  <a:close/>
                  <a:moveTo>
                    <a:pt x="24828" y="26399"/>
                  </a:moveTo>
                  <a:cubicBezTo>
                    <a:pt x="26713" y="26399"/>
                    <a:pt x="27970" y="26949"/>
                    <a:pt x="28363" y="27813"/>
                  </a:cubicBezTo>
                  <a:cubicBezTo>
                    <a:pt x="28913" y="29149"/>
                    <a:pt x="27420" y="31191"/>
                    <a:pt x="24671" y="33313"/>
                  </a:cubicBezTo>
                  <a:lnTo>
                    <a:pt x="24671" y="33391"/>
                  </a:lnTo>
                  <a:lnTo>
                    <a:pt x="23099" y="33391"/>
                  </a:lnTo>
                  <a:cubicBezTo>
                    <a:pt x="19564" y="33784"/>
                    <a:pt x="16107" y="34727"/>
                    <a:pt x="12885" y="36141"/>
                  </a:cubicBezTo>
                  <a:cubicBezTo>
                    <a:pt x="10136" y="37320"/>
                    <a:pt x="7464" y="38812"/>
                    <a:pt x="5029" y="40620"/>
                  </a:cubicBezTo>
                  <a:cubicBezTo>
                    <a:pt x="3222" y="40541"/>
                    <a:pt x="1965" y="40148"/>
                    <a:pt x="1572" y="39205"/>
                  </a:cubicBezTo>
                  <a:cubicBezTo>
                    <a:pt x="1022" y="37870"/>
                    <a:pt x="2515" y="35748"/>
                    <a:pt x="5264" y="33706"/>
                  </a:cubicBezTo>
                  <a:cubicBezTo>
                    <a:pt x="8171" y="33706"/>
                    <a:pt x="12493" y="32763"/>
                    <a:pt x="16971" y="30799"/>
                  </a:cubicBezTo>
                  <a:cubicBezTo>
                    <a:pt x="19799" y="29699"/>
                    <a:pt x="22392" y="28206"/>
                    <a:pt x="24828" y="26399"/>
                  </a:cubicBezTo>
                  <a:close/>
                  <a:moveTo>
                    <a:pt x="24828" y="33784"/>
                  </a:moveTo>
                  <a:cubicBezTo>
                    <a:pt x="26792" y="33784"/>
                    <a:pt x="27970" y="34256"/>
                    <a:pt x="28285" y="35120"/>
                  </a:cubicBezTo>
                  <a:lnTo>
                    <a:pt x="28285" y="35198"/>
                  </a:lnTo>
                  <a:cubicBezTo>
                    <a:pt x="29306" y="37555"/>
                    <a:pt x="24042" y="42034"/>
                    <a:pt x="16814" y="45176"/>
                  </a:cubicBezTo>
                  <a:cubicBezTo>
                    <a:pt x="14457" y="46198"/>
                    <a:pt x="12021" y="46983"/>
                    <a:pt x="9507" y="47533"/>
                  </a:cubicBezTo>
                  <a:cubicBezTo>
                    <a:pt x="8407" y="46748"/>
                    <a:pt x="7700" y="45491"/>
                    <a:pt x="7700" y="44155"/>
                  </a:cubicBezTo>
                  <a:cubicBezTo>
                    <a:pt x="7700" y="45884"/>
                    <a:pt x="6600" y="47455"/>
                    <a:pt x="4950" y="48005"/>
                  </a:cubicBezTo>
                  <a:cubicBezTo>
                    <a:pt x="3222" y="47926"/>
                    <a:pt x="1965" y="47455"/>
                    <a:pt x="1572" y="46591"/>
                  </a:cubicBezTo>
                  <a:cubicBezTo>
                    <a:pt x="943" y="45255"/>
                    <a:pt x="2436" y="43212"/>
                    <a:pt x="5186" y="41091"/>
                  </a:cubicBezTo>
                  <a:cubicBezTo>
                    <a:pt x="5290" y="41094"/>
                    <a:pt x="5396" y="41095"/>
                    <a:pt x="5504" y="41095"/>
                  </a:cubicBezTo>
                  <a:cubicBezTo>
                    <a:pt x="8403" y="41095"/>
                    <a:pt x="12577" y="40081"/>
                    <a:pt x="16971" y="38262"/>
                  </a:cubicBezTo>
                  <a:cubicBezTo>
                    <a:pt x="19721" y="37084"/>
                    <a:pt x="22392" y="35591"/>
                    <a:pt x="24828" y="33784"/>
                  </a:cubicBezTo>
                  <a:close/>
                  <a:moveTo>
                    <a:pt x="20742" y="0"/>
                  </a:moveTo>
                  <a:cubicBezTo>
                    <a:pt x="20742" y="2279"/>
                    <a:pt x="18935" y="4086"/>
                    <a:pt x="16657" y="4086"/>
                  </a:cubicBezTo>
                  <a:cubicBezTo>
                    <a:pt x="17442" y="4086"/>
                    <a:pt x="18149" y="4243"/>
                    <a:pt x="18857" y="4714"/>
                  </a:cubicBezTo>
                  <a:cubicBezTo>
                    <a:pt x="16814" y="5186"/>
                    <a:pt x="14850" y="5893"/>
                    <a:pt x="12964" y="6678"/>
                  </a:cubicBezTo>
                  <a:cubicBezTo>
                    <a:pt x="5186" y="10057"/>
                    <a:pt x="0" y="14771"/>
                    <a:pt x="1257" y="17364"/>
                  </a:cubicBezTo>
                  <a:cubicBezTo>
                    <a:pt x="1650" y="18306"/>
                    <a:pt x="2829" y="18856"/>
                    <a:pt x="4557" y="19013"/>
                  </a:cubicBezTo>
                  <a:cubicBezTo>
                    <a:pt x="1886" y="21135"/>
                    <a:pt x="629" y="23178"/>
                    <a:pt x="1257" y="24670"/>
                  </a:cubicBezTo>
                  <a:cubicBezTo>
                    <a:pt x="1650" y="25613"/>
                    <a:pt x="2829" y="26163"/>
                    <a:pt x="4557" y="26320"/>
                  </a:cubicBezTo>
                  <a:cubicBezTo>
                    <a:pt x="1886" y="28442"/>
                    <a:pt x="629" y="30563"/>
                    <a:pt x="1257" y="31977"/>
                  </a:cubicBezTo>
                  <a:cubicBezTo>
                    <a:pt x="1650" y="32998"/>
                    <a:pt x="2829" y="33470"/>
                    <a:pt x="4557" y="33627"/>
                  </a:cubicBezTo>
                  <a:cubicBezTo>
                    <a:pt x="1965" y="35748"/>
                    <a:pt x="550" y="37870"/>
                    <a:pt x="1257" y="39362"/>
                  </a:cubicBezTo>
                  <a:cubicBezTo>
                    <a:pt x="1650" y="40384"/>
                    <a:pt x="2829" y="40855"/>
                    <a:pt x="4557" y="41012"/>
                  </a:cubicBezTo>
                  <a:cubicBezTo>
                    <a:pt x="1886" y="43134"/>
                    <a:pt x="629" y="45255"/>
                    <a:pt x="1257" y="46669"/>
                  </a:cubicBezTo>
                  <a:cubicBezTo>
                    <a:pt x="1650" y="47769"/>
                    <a:pt x="2986" y="48319"/>
                    <a:pt x="4950" y="48398"/>
                  </a:cubicBezTo>
                  <a:cubicBezTo>
                    <a:pt x="6600" y="48948"/>
                    <a:pt x="7779" y="50440"/>
                    <a:pt x="7779" y="52248"/>
                  </a:cubicBezTo>
                  <a:cubicBezTo>
                    <a:pt x="7779" y="49969"/>
                    <a:pt x="9586" y="48162"/>
                    <a:pt x="11864" y="48162"/>
                  </a:cubicBezTo>
                  <a:cubicBezTo>
                    <a:pt x="11236" y="48162"/>
                    <a:pt x="10686" y="48005"/>
                    <a:pt x="10136" y="47769"/>
                  </a:cubicBezTo>
                  <a:cubicBezTo>
                    <a:pt x="12493" y="47219"/>
                    <a:pt x="14771" y="46512"/>
                    <a:pt x="17050" y="45569"/>
                  </a:cubicBezTo>
                  <a:cubicBezTo>
                    <a:pt x="24671" y="42269"/>
                    <a:pt x="29856" y="37634"/>
                    <a:pt x="28756" y="34963"/>
                  </a:cubicBezTo>
                  <a:cubicBezTo>
                    <a:pt x="28285" y="34020"/>
                    <a:pt x="27185" y="33470"/>
                    <a:pt x="25378" y="33313"/>
                  </a:cubicBezTo>
                  <a:cubicBezTo>
                    <a:pt x="27970" y="31191"/>
                    <a:pt x="29306" y="29070"/>
                    <a:pt x="28756" y="27656"/>
                  </a:cubicBezTo>
                  <a:cubicBezTo>
                    <a:pt x="28285" y="26635"/>
                    <a:pt x="27106" y="26163"/>
                    <a:pt x="25378" y="26006"/>
                  </a:cubicBezTo>
                  <a:cubicBezTo>
                    <a:pt x="28049" y="23885"/>
                    <a:pt x="29385" y="21763"/>
                    <a:pt x="28756" y="20271"/>
                  </a:cubicBezTo>
                  <a:cubicBezTo>
                    <a:pt x="28285" y="19328"/>
                    <a:pt x="27185" y="18778"/>
                    <a:pt x="25378" y="18621"/>
                  </a:cubicBezTo>
                  <a:cubicBezTo>
                    <a:pt x="28049" y="16499"/>
                    <a:pt x="29306" y="14378"/>
                    <a:pt x="28756" y="12964"/>
                  </a:cubicBezTo>
                  <a:cubicBezTo>
                    <a:pt x="28285" y="11942"/>
                    <a:pt x="27185" y="11392"/>
                    <a:pt x="25378" y="11314"/>
                  </a:cubicBezTo>
                  <a:cubicBezTo>
                    <a:pt x="28049" y="9193"/>
                    <a:pt x="29306" y="7071"/>
                    <a:pt x="28756" y="5578"/>
                  </a:cubicBezTo>
                  <a:cubicBezTo>
                    <a:pt x="28285" y="4478"/>
                    <a:pt x="26792" y="3929"/>
                    <a:pt x="24513" y="3929"/>
                  </a:cubicBezTo>
                  <a:lnTo>
                    <a:pt x="23649" y="3929"/>
                  </a:lnTo>
                  <a:cubicBezTo>
                    <a:pt x="21921" y="3379"/>
                    <a:pt x="20742" y="1807"/>
                    <a:pt x="2074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" name="Google Shape;399;p19"/>
            <p:cNvSpPr/>
            <p:nvPr/>
          </p:nvSpPr>
          <p:spPr>
            <a:xfrm>
              <a:off x="8065000" y="120375"/>
              <a:ext cx="731548" cy="419129"/>
            </a:xfrm>
            <a:custGeom>
              <a:rect b="b" l="l" r="r" t="t"/>
              <a:pathLst>
                <a:path extrusionOk="0" h="57219" w="99870">
                  <a:moveTo>
                    <a:pt x="58847" y="3703"/>
                  </a:moveTo>
                  <a:cubicBezTo>
                    <a:pt x="58882" y="3703"/>
                    <a:pt x="58917" y="3719"/>
                    <a:pt x="58948" y="3744"/>
                  </a:cubicBezTo>
                  <a:lnTo>
                    <a:pt x="58960" y="3744"/>
                  </a:lnTo>
                  <a:cubicBezTo>
                    <a:pt x="68652" y="6351"/>
                    <a:pt x="76105" y="11626"/>
                    <a:pt x="79796" y="21341"/>
                  </a:cubicBezTo>
                  <a:cubicBezTo>
                    <a:pt x="80439" y="23020"/>
                    <a:pt x="80760" y="24794"/>
                    <a:pt x="80939" y="26592"/>
                  </a:cubicBezTo>
                  <a:cubicBezTo>
                    <a:pt x="80986" y="27116"/>
                    <a:pt x="80820" y="27258"/>
                    <a:pt x="80296" y="27258"/>
                  </a:cubicBezTo>
                  <a:cubicBezTo>
                    <a:pt x="79275" y="27255"/>
                    <a:pt x="78253" y="27254"/>
                    <a:pt x="77231" y="27254"/>
                  </a:cubicBezTo>
                  <a:cubicBezTo>
                    <a:pt x="74165" y="27254"/>
                    <a:pt x="71095" y="27267"/>
                    <a:pt x="68032" y="27294"/>
                  </a:cubicBezTo>
                  <a:cubicBezTo>
                    <a:pt x="68021" y="27294"/>
                    <a:pt x="68009" y="27294"/>
                    <a:pt x="67998" y="27294"/>
                  </a:cubicBezTo>
                  <a:cubicBezTo>
                    <a:pt x="67342" y="27294"/>
                    <a:pt x="67353" y="26953"/>
                    <a:pt x="67330" y="26485"/>
                  </a:cubicBezTo>
                  <a:cubicBezTo>
                    <a:pt x="67104" y="21067"/>
                    <a:pt x="66044" y="15840"/>
                    <a:pt x="63746" y="10911"/>
                  </a:cubicBezTo>
                  <a:cubicBezTo>
                    <a:pt x="62520" y="8292"/>
                    <a:pt x="60865" y="5911"/>
                    <a:pt x="58865" y="3827"/>
                  </a:cubicBezTo>
                  <a:lnTo>
                    <a:pt x="58757" y="3744"/>
                  </a:lnTo>
                  <a:cubicBezTo>
                    <a:pt x="58786" y="3716"/>
                    <a:pt x="58816" y="3703"/>
                    <a:pt x="58847" y="3703"/>
                  </a:cubicBezTo>
                  <a:close/>
                  <a:moveTo>
                    <a:pt x="51686" y="2804"/>
                  </a:moveTo>
                  <a:cubicBezTo>
                    <a:pt x="51788" y="2804"/>
                    <a:pt x="51917" y="2829"/>
                    <a:pt x="52078" y="2875"/>
                  </a:cubicBezTo>
                  <a:cubicBezTo>
                    <a:pt x="54459" y="3506"/>
                    <a:pt x="56329" y="4887"/>
                    <a:pt x="57924" y="6696"/>
                  </a:cubicBezTo>
                  <a:cubicBezTo>
                    <a:pt x="60889" y="10078"/>
                    <a:pt x="62532" y="14114"/>
                    <a:pt x="63591" y="18412"/>
                  </a:cubicBezTo>
                  <a:cubicBezTo>
                    <a:pt x="64270" y="21127"/>
                    <a:pt x="64592" y="23889"/>
                    <a:pt x="64746" y="26663"/>
                  </a:cubicBezTo>
                  <a:cubicBezTo>
                    <a:pt x="64770" y="27163"/>
                    <a:pt x="64627" y="27306"/>
                    <a:pt x="64139" y="27306"/>
                  </a:cubicBezTo>
                  <a:cubicBezTo>
                    <a:pt x="62457" y="27301"/>
                    <a:pt x="60774" y="27298"/>
                    <a:pt x="59089" y="27298"/>
                  </a:cubicBezTo>
                  <a:cubicBezTo>
                    <a:pt x="56706" y="27298"/>
                    <a:pt x="54320" y="27304"/>
                    <a:pt x="51935" y="27318"/>
                  </a:cubicBezTo>
                  <a:cubicBezTo>
                    <a:pt x="51304" y="27318"/>
                    <a:pt x="51352" y="26997"/>
                    <a:pt x="51352" y="26580"/>
                  </a:cubicBezTo>
                  <a:cubicBezTo>
                    <a:pt x="51364" y="22710"/>
                    <a:pt x="51364" y="18853"/>
                    <a:pt x="51364" y="14983"/>
                  </a:cubicBezTo>
                  <a:lnTo>
                    <a:pt x="51340" y="14983"/>
                  </a:lnTo>
                  <a:cubicBezTo>
                    <a:pt x="51340" y="11137"/>
                    <a:pt x="51352" y="7292"/>
                    <a:pt x="51328" y="3446"/>
                  </a:cubicBezTo>
                  <a:cubicBezTo>
                    <a:pt x="51328" y="2986"/>
                    <a:pt x="51410" y="2804"/>
                    <a:pt x="51686" y="2804"/>
                  </a:cubicBezTo>
                  <a:close/>
                  <a:moveTo>
                    <a:pt x="69056" y="4887"/>
                  </a:moveTo>
                  <a:lnTo>
                    <a:pt x="69056" y="4887"/>
                  </a:lnTo>
                  <a:cubicBezTo>
                    <a:pt x="71152" y="5315"/>
                    <a:pt x="73212" y="5899"/>
                    <a:pt x="75224" y="6625"/>
                  </a:cubicBezTo>
                  <a:lnTo>
                    <a:pt x="75236" y="6625"/>
                  </a:lnTo>
                  <a:cubicBezTo>
                    <a:pt x="80629" y="8542"/>
                    <a:pt x="85701" y="11054"/>
                    <a:pt x="90047" y="14852"/>
                  </a:cubicBezTo>
                  <a:cubicBezTo>
                    <a:pt x="93143" y="17567"/>
                    <a:pt x="95560" y="20746"/>
                    <a:pt x="96655" y="24782"/>
                  </a:cubicBezTo>
                  <a:cubicBezTo>
                    <a:pt x="96798" y="25306"/>
                    <a:pt x="96881" y="25842"/>
                    <a:pt x="97000" y="26377"/>
                  </a:cubicBezTo>
                  <a:cubicBezTo>
                    <a:pt x="97143" y="26973"/>
                    <a:pt x="97048" y="27235"/>
                    <a:pt x="96310" y="27235"/>
                  </a:cubicBezTo>
                  <a:cubicBezTo>
                    <a:pt x="95167" y="27219"/>
                    <a:pt x="94025" y="27213"/>
                    <a:pt x="92884" y="27213"/>
                  </a:cubicBezTo>
                  <a:cubicBezTo>
                    <a:pt x="90601" y="27213"/>
                    <a:pt x="88321" y="27235"/>
                    <a:pt x="86035" y="27235"/>
                  </a:cubicBezTo>
                  <a:cubicBezTo>
                    <a:pt x="85590" y="27235"/>
                    <a:pt x="85089" y="27320"/>
                    <a:pt x="84642" y="27320"/>
                  </a:cubicBezTo>
                  <a:cubicBezTo>
                    <a:pt x="84323" y="27320"/>
                    <a:pt x="84031" y="27276"/>
                    <a:pt x="83808" y="27127"/>
                  </a:cubicBezTo>
                  <a:cubicBezTo>
                    <a:pt x="83249" y="26770"/>
                    <a:pt x="83511" y="25734"/>
                    <a:pt x="83391" y="25008"/>
                  </a:cubicBezTo>
                  <a:cubicBezTo>
                    <a:pt x="82308" y="18091"/>
                    <a:pt x="78843" y="12566"/>
                    <a:pt x="73545" y="8113"/>
                  </a:cubicBezTo>
                  <a:cubicBezTo>
                    <a:pt x="72116" y="6946"/>
                    <a:pt x="70616" y="5863"/>
                    <a:pt x="69056" y="4887"/>
                  </a:cubicBezTo>
                  <a:close/>
                  <a:moveTo>
                    <a:pt x="48364" y="2808"/>
                  </a:moveTo>
                  <a:cubicBezTo>
                    <a:pt x="48704" y="2808"/>
                    <a:pt x="48709" y="3114"/>
                    <a:pt x="48709" y="3970"/>
                  </a:cubicBezTo>
                  <a:lnTo>
                    <a:pt x="48709" y="15055"/>
                  </a:lnTo>
                  <a:lnTo>
                    <a:pt x="48756" y="15055"/>
                  </a:lnTo>
                  <a:cubicBezTo>
                    <a:pt x="48756" y="18876"/>
                    <a:pt x="48744" y="22698"/>
                    <a:pt x="48780" y="26520"/>
                  </a:cubicBezTo>
                  <a:cubicBezTo>
                    <a:pt x="48780" y="27154"/>
                    <a:pt x="48602" y="27330"/>
                    <a:pt x="48008" y="27330"/>
                  </a:cubicBezTo>
                  <a:cubicBezTo>
                    <a:pt x="47988" y="27330"/>
                    <a:pt x="47967" y="27330"/>
                    <a:pt x="47947" y="27330"/>
                  </a:cubicBezTo>
                  <a:cubicBezTo>
                    <a:pt x="46625" y="27322"/>
                    <a:pt x="45302" y="27319"/>
                    <a:pt x="43979" y="27319"/>
                  </a:cubicBezTo>
                  <a:cubicBezTo>
                    <a:pt x="41332" y="27319"/>
                    <a:pt x="38684" y="27330"/>
                    <a:pt x="36040" y="27330"/>
                  </a:cubicBezTo>
                  <a:cubicBezTo>
                    <a:pt x="35958" y="27330"/>
                    <a:pt x="35878" y="27334"/>
                    <a:pt x="35803" y="27334"/>
                  </a:cubicBezTo>
                  <a:cubicBezTo>
                    <a:pt x="35528" y="27334"/>
                    <a:pt x="35322" y="27282"/>
                    <a:pt x="35350" y="26806"/>
                  </a:cubicBezTo>
                  <a:cubicBezTo>
                    <a:pt x="35683" y="20293"/>
                    <a:pt x="37005" y="14054"/>
                    <a:pt x="40708" y="8542"/>
                  </a:cubicBezTo>
                  <a:cubicBezTo>
                    <a:pt x="42398" y="6042"/>
                    <a:pt x="44506" y="3994"/>
                    <a:pt x="47458" y="3041"/>
                  </a:cubicBezTo>
                  <a:cubicBezTo>
                    <a:pt x="47895" y="2898"/>
                    <a:pt x="48179" y="2808"/>
                    <a:pt x="48364" y="2808"/>
                  </a:cubicBezTo>
                  <a:close/>
                  <a:moveTo>
                    <a:pt x="41019" y="3796"/>
                  </a:moveTo>
                  <a:cubicBezTo>
                    <a:pt x="41099" y="3796"/>
                    <a:pt x="41184" y="3818"/>
                    <a:pt x="41279" y="3887"/>
                  </a:cubicBezTo>
                  <a:cubicBezTo>
                    <a:pt x="40981" y="4208"/>
                    <a:pt x="40684" y="4529"/>
                    <a:pt x="40386" y="4851"/>
                  </a:cubicBezTo>
                  <a:cubicBezTo>
                    <a:pt x="37124" y="8542"/>
                    <a:pt x="35243" y="12911"/>
                    <a:pt x="34028" y="17614"/>
                  </a:cubicBezTo>
                  <a:cubicBezTo>
                    <a:pt x="33290" y="20555"/>
                    <a:pt x="32861" y="23568"/>
                    <a:pt x="32754" y="26604"/>
                  </a:cubicBezTo>
                  <a:cubicBezTo>
                    <a:pt x="32730" y="27235"/>
                    <a:pt x="32528" y="27342"/>
                    <a:pt x="31945" y="27342"/>
                  </a:cubicBezTo>
                  <a:cubicBezTo>
                    <a:pt x="30417" y="27333"/>
                    <a:pt x="28890" y="27329"/>
                    <a:pt x="27365" y="27329"/>
                  </a:cubicBezTo>
                  <a:cubicBezTo>
                    <a:pt x="24897" y="27329"/>
                    <a:pt x="22432" y="27339"/>
                    <a:pt x="19967" y="27354"/>
                  </a:cubicBezTo>
                  <a:cubicBezTo>
                    <a:pt x="19360" y="27354"/>
                    <a:pt x="19157" y="27235"/>
                    <a:pt x="19217" y="26592"/>
                  </a:cubicBezTo>
                  <a:cubicBezTo>
                    <a:pt x="19681" y="21865"/>
                    <a:pt x="21503" y="17698"/>
                    <a:pt x="24491" y="14043"/>
                  </a:cubicBezTo>
                  <a:cubicBezTo>
                    <a:pt x="28754" y="8828"/>
                    <a:pt x="34314" y="5625"/>
                    <a:pt x="40743" y="3851"/>
                  </a:cubicBezTo>
                  <a:cubicBezTo>
                    <a:pt x="40830" y="3831"/>
                    <a:pt x="40920" y="3796"/>
                    <a:pt x="41019" y="3796"/>
                  </a:cubicBezTo>
                  <a:close/>
                  <a:moveTo>
                    <a:pt x="31083" y="4890"/>
                  </a:moveTo>
                  <a:cubicBezTo>
                    <a:pt x="31150" y="4890"/>
                    <a:pt x="31218" y="4893"/>
                    <a:pt x="31290" y="4899"/>
                  </a:cubicBezTo>
                  <a:cubicBezTo>
                    <a:pt x="30647" y="5303"/>
                    <a:pt x="30099" y="5637"/>
                    <a:pt x="29575" y="5994"/>
                  </a:cubicBezTo>
                  <a:cubicBezTo>
                    <a:pt x="23682" y="9947"/>
                    <a:pt x="19395" y="15138"/>
                    <a:pt x="17419" y="22055"/>
                  </a:cubicBezTo>
                  <a:cubicBezTo>
                    <a:pt x="16967" y="23591"/>
                    <a:pt x="16693" y="25175"/>
                    <a:pt x="16597" y="26770"/>
                  </a:cubicBezTo>
                  <a:cubicBezTo>
                    <a:pt x="16574" y="27223"/>
                    <a:pt x="16431" y="27354"/>
                    <a:pt x="15990" y="27354"/>
                  </a:cubicBezTo>
                  <a:cubicBezTo>
                    <a:pt x="11894" y="27354"/>
                    <a:pt x="7811" y="27354"/>
                    <a:pt x="3727" y="27378"/>
                  </a:cubicBezTo>
                  <a:cubicBezTo>
                    <a:pt x="3179" y="27378"/>
                    <a:pt x="3036" y="27211"/>
                    <a:pt x="3120" y="26699"/>
                  </a:cubicBezTo>
                  <a:cubicBezTo>
                    <a:pt x="3393" y="24770"/>
                    <a:pt x="4024" y="22913"/>
                    <a:pt x="4965" y="21210"/>
                  </a:cubicBezTo>
                  <a:cubicBezTo>
                    <a:pt x="7084" y="17352"/>
                    <a:pt x="10228" y="14483"/>
                    <a:pt x="13835" y="12078"/>
                  </a:cubicBezTo>
                  <a:cubicBezTo>
                    <a:pt x="19050" y="8601"/>
                    <a:pt x="24837" y="6423"/>
                    <a:pt x="30885" y="4899"/>
                  </a:cubicBezTo>
                  <a:cubicBezTo>
                    <a:pt x="30950" y="4893"/>
                    <a:pt x="31016" y="4890"/>
                    <a:pt x="31083" y="4890"/>
                  </a:cubicBezTo>
                  <a:close/>
                  <a:moveTo>
                    <a:pt x="15931" y="29973"/>
                  </a:moveTo>
                  <a:cubicBezTo>
                    <a:pt x="16312" y="29973"/>
                    <a:pt x="16550" y="29985"/>
                    <a:pt x="16597" y="30497"/>
                  </a:cubicBezTo>
                  <a:cubicBezTo>
                    <a:pt x="17252" y="38403"/>
                    <a:pt x="21050" y="44582"/>
                    <a:pt x="27099" y="49523"/>
                  </a:cubicBezTo>
                  <a:cubicBezTo>
                    <a:pt x="28349" y="50547"/>
                    <a:pt x="29754" y="51345"/>
                    <a:pt x="31040" y="52309"/>
                  </a:cubicBezTo>
                  <a:cubicBezTo>
                    <a:pt x="29790" y="52238"/>
                    <a:pt x="28635" y="51785"/>
                    <a:pt x="27456" y="51428"/>
                  </a:cubicBezTo>
                  <a:cubicBezTo>
                    <a:pt x="21824" y="49737"/>
                    <a:pt x="16514" y="47392"/>
                    <a:pt x="11811" y="43808"/>
                  </a:cubicBezTo>
                  <a:cubicBezTo>
                    <a:pt x="8692" y="41427"/>
                    <a:pt x="6072" y="38629"/>
                    <a:pt x="4405" y="35021"/>
                  </a:cubicBezTo>
                  <a:cubicBezTo>
                    <a:pt x="3786" y="33652"/>
                    <a:pt x="3358" y="32211"/>
                    <a:pt x="3131" y="30723"/>
                  </a:cubicBezTo>
                  <a:cubicBezTo>
                    <a:pt x="3048" y="30211"/>
                    <a:pt x="3120" y="29973"/>
                    <a:pt x="3739" y="29973"/>
                  </a:cubicBezTo>
                  <a:cubicBezTo>
                    <a:pt x="5092" y="29981"/>
                    <a:pt x="6447" y="29984"/>
                    <a:pt x="7802" y="29984"/>
                  </a:cubicBezTo>
                  <a:cubicBezTo>
                    <a:pt x="10512" y="29984"/>
                    <a:pt x="13224" y="29973"/>
                    <a:pt x="15931" y="29973"/>
                  </a:cubicBezTo>
                  <a:close/>
                  <a:moveTo>
                    <a:pt x="96084" y="29842"/>
                  </a:moveTo>
                  <a:cubicBezTo>
                    <a:pt x="97155" y="29842"/>
                    <a:pt x="97143" y="29842"/>
                    <a:pt x="96965" y="30878"/>
                  </a:cubicBezTo>
                  <a:lnTo>
                    <a:pt x="96977" y="30878"/>
                  </a:lnTo>
                  <a:cubicBezTo>
                    <a:pt x="96429" y="34152"/>
                    <a:pt x="94929" y="36962"/>
                    <a:pt x="92809" y="39474"/>
                  </a:cubicBezTo>
                  <a:cubicBezTo>
                    <a:pt x="89571" y="43308"/>
                    <a:pt x="85475" y="45987"/>
                    <a:pt x="81010" y="48166"/>
                  </a:cubicBezTo>
                  <a:cubicBezTo>
                    <a:pt x="77343" y="49952"/>
                    <a:pt x="73509" y="51250"/>
                    <a:pt x="69568" y="52262"/>
                  </a:cubicBezTo>
                  <a:cubicBezTo>
                    <a:pt x="69414" y="52297"/>
                    <a:pt x="69235" y="52309"/>
                    <a:pt x="69068" y="52333"/>
                  </a:cubicBezTo>
                  <a:cubicBezTo>
                    <a:pt x="71128" y="50976"/>
                    <a:pt x="73116" y="49535"/>
                    <a:pt x="74902" y="47832"/>
                  </a:cubicBezTo>
                  <a:cubicBezTo>
                    <a:pt x="79415" y="43558"/>
                    <a:pt x="82391" y="38438"/>
                    <a:pt x="83356" y="32235"/>
                  </a:cubicBezTo>
                  <a:cubicBezTo>
                    <a:pt x="83475" y="31664"/>
                    <a:pt x="83534" y="31068"/>
                    <a:pt x="83558" y="30485"/>
                  </a:cubicBezTo>
                  <a:cubicBezTo>
                    <a:pt x="83558" y="29937"/>
                    <a:pt x="83784" y="29842"/>
                    <a:pt x="84261" y="29842"/>
                  </a:cubicBezTo>
                  <a:cubicBezTo>
                    <a:pt x="85574" y="29850"/>
                    <a:pt x="86889" y="29853"/>
                    <a:pt x="88204" y="29853"/>
                  </a:cubicBezTo>
                  <a:cubicBezTo>
                    <a:pt x="90834" y="29853"/>
                    <a:pt x="93464" y="29842"/>
                    <a:pt x="96084" y="29842"/>
                  </a:cubicBezTo>
                  <a:close/>
                  <a:moveTo>
                    <a:pt x="31075" y="52321"/>
                  </a:moveTo>
                  <a:lnTo>
                    <a:pt x="31242" y="52393"/>
                  </a:lnTo>
                  <a:cubicBezTo>
                    <a:pt x="31230" y="52404"/>
                    <a:pt x="31206" y="52428"/>
                    <a:pt x="31183" y="52428"/>
                  </a:cubicBezTo>
                  <a:cubicBezTo>
                    <a:pt x="31123" y="52428"/>
                    <a:pt x="31040" y="52428"/>
                    <a:pt x="31075" y="52321"/>
                  </a:cubicBezTo>
                  <a:close/>
                  <a:moveTo>
                    <a:pt x="32135" y="29949"/>
                  </a:moveTo>
                  <a:cubicBezTo>
                    <a:pt x="32838" y="29949"/>
                    <a:pt x="32790" y="30330"/>
                    <a:pt x="32814" y="30783"/>
                  </a:cubicBezTo>
                  <a:cubicBezTo>
                    <a:pt x="32945" y="34890"/>
                    <a:pt x="33683" y="38962"/>
                    <a:pt x="35004" y="42856"/>
                  </a:cubicBezTo>
                  <a:cubicBezTo>
                    <a:pt x="36362" y="46808"/>
                    <a:pt x="38303" y="50416"/>
                    <a:pt x="41291" y="53452"/>
                  </a:cubicBezTo>
                  <a:cubicBezTo>
                    <a:pt x="38945" y="52964"/>
                    <a:pt x="36683" y="52178"/>
                    <a:pt x="34552" y="51107"/>
                  </a:cubicBezTo>
                  <a:cubicBezTo>
                    <a:pt x="28468" y="48094"/>
                    <a:pt x="23705" y="43749"/>
                    <a:pt x="20943" y="37438"/>
                  </a:cubicBezTo>
                  <a:cubicBezTo>
                    <a:pt x="19991" y="35271"/>
                    <a:pt x="19407" y="32962"/>
                    <a:pt x="19217" y="30604"/>
                  </a:cubicBezTo>
                  <a:cubicBezTo>
                    <a:pt x="19169" y="30116"/>
                    <a:pt x="19300" y="29973"/>
                    <a:pt x="19800" y="29973"/>
                  </a:cubicBezTo>
                  <a:cubicBezTo>
                    <a:pt x="21304" y="29977"/>
                    <a:pt x="22807" y="29980"/>
                    <a:pt x="24311" y="29980"/>
                  </a:cubicBezTo>
                  <a:cubicBezTo>
                    <a:pt x="26916" y="29980"/>
                    <a:pt x="29523" y="29972"/>
                    <a:pt x="32135" y="29949"/>
                  </a:cubicBezTo>
                  <a:close/>
                  <a:moveTo>
                    <a:pt x="80224" y="29854"/>
                  </a:moveTo>
                  <a:cubicBezTo>
                    <a:pt x="80820" y="29854"/>
                    <a:pt x="80998" y="29997"/>
                    <a:pt x="80939" y="30592"/>
                  </a:cubicBezTo>
                  <a:cubicBezTo>
                    <a:pt x="80582" y="34402"/>
                    <a:pt x="79260" y="38069"/>
                    <a:pt x="77093" y="41236"/>
                  </a:cubicBezTo>
                  <a:cubicBezTo>
                    <a:pt x="72712" y="47654"/>
                    <a:pt x="66544" y="51488"/>
                    <a:pt x="59103" y="53428"/>
                  </a:cubicBezTo>
                  <a:cubicBezTo>
                    <a:pt x="59054" y="53436"/>
                    <a:pt x="58994" y="53456"/>
                    <a:pt x="58957" y="53456"/>
                  </a:cubicBezTo>
                  <a:cubicBezTo>
                    <a:pt x="58940" y="53456"/>
                    <a:pt x="58928" y="53452"/>
                    <a:pt x="58924" y="53440"/>
                  </a:cubicBezTo>
                  <a:cubicBezTo>
                    <a:pt x="58865" y="53369"/>
                    <a:pt x="58948" y="53345"/>
                    <a:pt x="59007" y="53321"/>
                  </a:cubicBezTo>
                  <a:cubicBezTo>
                    <a:pt x="64901" y="47011"/>
                    <a:pt x="66854" y="39236"/>
                    <a:pt x="67330" y="30914"/>
                  </a:cubicBezTo>
                  <a:cubicBezTo>
                    <a:pt x="67389" y="29890"/>
                    <a:pt x="67366" y="29890"/>
                    <a:pt x="68402" y="29890"/>
                  </a:cubicBezTo>
                  <a:cubicBezTo>
                    <a:pt x="72342" y="29890"/>
                    <a:pt x="76295" y="29890"/>
                    <a:pt x="80224" y="29854"/>
                  </a:cubicBezTo>
                  <a:close/>
                  <a:moveTo>
                    <a:pt x="64127" y="29890"/>
                  </a:moveTo>
                  <a:cubicBezTo>
                    <a:pt x="64544" y="29890"/>
                    <a:pt x="64818" y="29890"/>
                    <a:pt x="64782" y="30461"/>
                  </a:cubicBezTo>
                  <a:cubicBezTo>
                    <a:pt x="64496" y="35926"/>
                    <a:pt x="63508" y="41213"/>
                    <a:pt x="60972" y="46118"/>
                  </a:cubicBezTo>
                  <a:cubicBezTo>
                    <a:pt x="59662" y="48594"/>
                    <a:pt x="58067" y="50833"/>
                    <a:pt x="55817" y="52535"/>
                  </a:cubicBezTo>
                  <a:lnTo>
                    <a:pt x="55829" y="52535"/>
                  </a:lnTo>
                  <a:cubicBezTo>
                    <a:pt x="54805" y="53333"/>
                    <a:pt x="53626" y="53928"/>
                    <a:pt x="52364" y="54286"/>
                  </a:cubicBezTo>
                  <a:cubicBezTo>
                    <a:pt x="52048" y="54372"/>
                    <a:pt x="51839" y="54428"/>
                    <a:pt x="51702" y="54428"/>
                  </a:cubicBezTo>
                  <a:cubicBezTo>
                    <a:pt x="51440" y="54428"/>
                    <a:pt x="51435" y="54224"/>
                    <a:pt x="51435" y="53631"/>
                  </a:cubicBezTo>
                  <a:lnTo>
                    <a:pt x="51435" y="42165"/>
                  </a:lnTo>
                  <a:lnTo>
                    <a:pt x="51376" y="42165"/>
                  </a:lnTo>
                  <a:lnTo>
                    <a:pt x="51376" y="30711"/>
                  </a:lnTo>
                  <a:cubicBezTo>
                    <a:pt x="51376" y="30221"/>
                    <a:pt x="51399" y="29913"/>
                    <a:pt x="52030" y="29913"/>
                  </a:cubicBezTo>
                  <a:cubicBezTo>
                    <a:pt x="52042" y="29913"/>
                    <a:pt x="52054" y="29913"/>
                    <a:pt x="52066" y="29914"/>
                  </a:cubicBezTo>
                  <a:cubicBezTo>
                    <a:pt x="53245" y="29921"/>
                    <a:pt x="54422" y="29923"/>
                    <a:pt x="55600" y="29923"/>
                  </a:cubicBezTo>
                  <a:cubicBezTo>
                    <a:pt x="58442" y="29923"/>
                    <a:pt x="61282" y="29907"/>
                    <a:pt x="64127" y="29890"/>
                  </a:cubicBezTo>
                  <a:close/>
                  <a:moveTo>
                    <a:pt x="48113" y="29925"/>
                  </a:moveTo>
                  <a:cubicBezTo>
                    <a:pt x="48697" y="29925"/>
                    <a:pt x="48804" y="30140"/>
                    <a:pt x="48792" y="30652"/>
                  </a:cubicBezTo>
                  <a:cubicBezTo>
                    <a:pt x="48780" y="34521"/>
                    <a:pt x="48792" y="38391"/>
                    <a:pt x="48792" y="42260"/>
                  </a:cubicBezTo>
                  <a:lnTo>
                    <a:pt x="48816" y="42260"/>
                  </a:lnTo>
                  <a:lnTo>
                    <a:pt x="48816" y="53571"/>
                  </a:lnTo>
                  <a:cubicBezTo>
                    <a:pt x="48816" y="54209"/>
                    <a:pt x="48816" y="54430"/>
                    <a:pt x="48540" y="54430"/>
                  </a:cubicBezTo>
                  <a:cubicBezTo>
                    <a:pt x="48393" y="54430"/>
                    <a:pt x="48170" y="54369"/>
                    <a:pt x="47828" y="54274"/>
                  </a:cubicBezTo>
                  <a:cubicBezTo>
                    <a:pt x="45280" y="53559"/>
                    <a:pt x="43351" y="51952"/>
                    <a:pt x="41732" y="49940"/>
                  </a:cubicBezTo>
                  <a:cubicBezTo>
                    <a:pt x="38791" y="46308"/>
                    <a:pt x="37231" y="42058"/>
                    <a:pt x="36267" y="37557"/>
                  </a:cubicBezTo>
                  <a:cubicBezTo>
                    <a:pt x="35790" y="35283"/>
                    <a:pt x="35564" y="32985"/>
                    <a:pt x="35397" y="30676"/>
                  </a:cubicBezTo>
                  <a:cubicBezTo>
                    <a:pt x="35362" y="30140"/>
                    <a:pt x="35469" y="29949"/>
                    <a:pt x="36052" y="29949"/>
                  </a:cubicBezTo>
                  <a:cubicBezTo>
                    <a:pt x="37525" y="29954"/>
                    <a:pt x="38997" y="29956"/>
                    <a:pt x="40468" y="29956"/>
                  </a:cubicBezTo>
                  <a:cubicBezTo>
                    <a:pt x="43015" y="29956"/>
                    <a:pt x="45562" y="29948"/>
                    <a:pt x="48113" y="29925"/>
                  </a:cubicBezTo>
                  <a:close/>
                  <a:moveTo>
                    <a:pt x="49847" y="0"/>
                  </a:moveTo>
                  <a:cubicBezTo>
                    <a:pt x="47878" y="0"/>
                    <a:pt x="45726" y="67"/>
                    <a:pt x="43553" y="255"/>
                  </a:cubicBezTo>
                  <a:cubicBezTo>
                    <a:pt x="35505" y="934"/>
                    <a:pt x="27694" y="2553"/>
                    <a:pt x="20253" y="5756"/>
                  </a:cubicBezTo>
                  <a:cubicBezTo>
                    <a:pt x="15192" y="7935"/>
                    <a:pt x="10537" y="10733"/>
                    <a:pt x="6644" y="14697"/>
                  </a:cubicBezTo>
                  <a:cubicBezTo>
                    <a:pt x="3465" y="17948"/>
                    <a:pt x="1191" y="21698"/>
                    <a:pt x="476" y="26282"/>
                  </a:cubicBezTo>
                  <a:cubicBezTo>
                    <a:pt x="453" y="26401"/>
                    <a:pt x="0" y="28830"/>
                    <a:pt x="679" y="32200"/>
                  </a:cubicBezTo>
                  <a:cubicBezTo>
                    <a:pt x="1488" y="36224"/>
                    <a:pt x="3667" y="39546"/>
                    <a:pt x="6501" y="42463"/>
                  </a:cubicBezTo>
                  <a:cubicBezTo>
                    <a:pt x="10799" y="46904"/>
                    <a:pt x="16038" y="49868"/>
                    <a:pt x="21705" y="52142"/>
                  </a:cubicBezTo>
                  <a:cubicBezTo>
                    <a:pt x="27992" y="54643"/>
                    <a:pt x="34528" y="56107"/>
                    <a:pt x="41255" y="56774"/>
                  </a:cubicBezTo>
                  <a:cubicBezTo>
                    <a:pt x="44247" y="57067"/>
                    <a:pt x="47230" y="57219"/>
                    <a:pt x="50202" y="57219"/>
                  </a:cubicBezTo>
                  <a:cubicBezTo>
                    <a:pt x="57026" y="57219"/>
                    <a:pt x="63796" y="56416"/>
                    <a:pt x="70497" y="54667"/>
                  </a:cubicBezTo>
                  <a:cubicBezTo>
                    <a:pt x="77462" y="52857"/>
                    <a:pt x="84023" y="50142"/>
                    <a:pt x="89797" y="45761"/>
                  </a:cubicBezTo>
                  <a:cubicBezTo>
                    <a:pt x="93476" y="42975"/>
                    <a:pt x="96548" y="39665"/>
                    <a:pt x="98405" y="35343"/>
                  </a:cubicBezTo>
                  <a:cubicBezTo>
                    <a:pt x="99048" y="33855"/>
                    <a:pt x="99489" y="32271"/>
                    <a:pt x="99691" y="30664"/>
                  </a:cubicBezTo>
                  <a:cubicBezTo>
                    <a:pt x="99870" y="29580"/>
                    <a:pt x="99715" y="26449"/>
                    <a:pt x="99489" y="25115"/>
                  </a:cubicBezTo>
                  <a:cubicBezTo>
                    <a:pt x="98620" y="21055"/>
                    <a:pt x="96548" y="17674"/>
                    <a:pt x="93714" y="14733"/>
                  </a:cubicBezTo>
                  <a:cubicBezTo>
                    <a:pt x="89583" y="10447"/>
                    <a:pt x="84558" y="7542"/>
                    <a:pt x="79117" y="5303"/>
                  </a:cubicBezTo>
                  <a:cubicBezTo>
                    <a:pt x="72485" y="2577"/>
                    <a:pt x="65556" y="1053"/>
                    <a:pt x="58424" y="398"/>
                  </a:cubicBezTo>
                  <a:cubicBezTo>
                    <a:pt x="57535" y="316"/>
                    <a:pt x="54123" y="0"/>
                    <a:pt x="498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" name="Google Shape;400;p19"/>
            <p:cNvSpPr/>
            <p:nvPr/>
          </p:nvSpPr>
          <p:spPr>
            <a:xfrm>
              <a:off x="270725" y="347375"/>
              <a:ext cx="191152" cy="192127"/>
            </a:xfrm>
            <a:custGeom>
              <a:rect b="b" l="l" r="r" t="t"/>
              <a:pathLst>
                <a:path extrusionOk="0" h="65797" w="65463">
                  <a:moveTo>
                    <a:pt x="32806" y="0"/>
                  </a:moveTo>
                  <a:cubicBezTo>
                    <a:pt x="28798" y="18110"/>
                    <a:pt x="17850" y="28872"/>
                    <a:pt x="0" y="33066"/>
                  </a:cubicBezTo>
                  <a:cubicBezTo>
                    <a:pt x="17702" y="37222"/>
                    <a:pt x="28464" y="47910"/>
                    <a:pt x="32806" y="65797"/>
                  </a:cubicBezTo>
                  <a:cubicBezTo>
                    <a:pt x="36962" y="47910"/>
                    <a:pt x="47761" y="37259"/>
                    <a:pt x="65463" y="33066"/>
                  </a:cubicBezTo>
                  <a:cubicBezTo>
                    <a:pt x="47576" y="28687"/>
                    <a:pt x="36739" y="18110"/>
                    <a:pt x="328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2">
  <p:cSld name="CUSTOM_4_1">
    <p:spTree>
      <p:nvGrpSpPr>
        <p:cNvPr id="401" name="Shape 4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2" name="Google Shape;402;p20"/>
          <p:cNvSpPr txBox="1"/>
          <p:nvPr>
            <p:ph type="title"/>
          </p:nvPr>
        </p:nvSpPr>
        <p:spPr>
          <a:xfrm>
            <a:off x="5553850" y="1542450"/>
            <a:ext cx="2630400" cy="1080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403" name="Google Shape;403;p20"/>
          <p:cNvSpPr txBox="1"/>
          <p:nvPr>
            <p:ph idx="1" type="subTitle"/>
          </p:nvPr>
        </p:nvSpPr>
        <p:spPr>
          <a:xfrm>
            <a:off x="5553850" y="2622750"/>
            <a:ext cx="2630400" cy="1080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grpSp>
        <p:nvGrpSpPr>
          <p:cNvPr id="404" name="Google Shape;404;p20"/>
          <p:cNvGrpSpPr/>
          <p:nvPr/>
        </p:nvGrpSpPr>
        <p:grpSpPr>
          <a:xfrm>
            <a:off x="8777663" y="2560504"/>
            <a:ext cx="37200" cy="2280719"/>
            <a:chOff x="8720263" y="1665954"/>
            <a:chExt cx="37200" cy="2280719"/>
          </a:xfrm>
        </p:grpSpPr>
        <p:sp>
          <p:nvSpPr>
            <p:cNvPr id="405" name="Google Shape;405;p20"/>
            <p:cNvSpPr/>
            <p:nvPr/>
          </p:nvSpPr>
          <p:spPr>
            <a:xfrm flipH="1">
              <a:off x="8720263" y="1665954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  <p:sp>
          <p:nvSpPr>
            <p:cNvPr id="406" name="Google Shape;406;p20"/>
            <p:cNvSpPr/>
            <p:nvPr/>
          </p:nvSpPr>
          <p:spPr>
            <a:xfrm flipH="1">
              <a:off x="8720263" y="2278650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  <p:sp>
          <p:nvSpPr>
            <p:cNvPr id="407" name="Google Shape;407;p20"/>
            <p:cNvSpPr/>
            <p:nvPr/>
          </p:nvSpPr>
          <p:spPr>
            <a:xfrm flipH="1">
              <a:off x="8720263" y="2570381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  <p:sp>
          <p:nvSpPr>
            <p:cNvPr id="408" name="Google Shape;408;p20"/>
            <p:cNvSpPr/>
            <p:nvPr/>
          </p:nvSpPr>
          <p:spPr>
            <a:xfrm flipH="1">
              <a:off x="8720263" y="2862111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  <p:sp>
          <p:nvSpPr>
            <p:cNvPr id="409" name="Google Shape;409;p20"/>
            <p:cNvSpPr/>
            <p:nvPr/>
          </p:nvSpPr>
          <p:spPr>
            <a:xfrm flipH="1">
              <a:off x="8720263" y="3653137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  <p:sp>
          <p:nvSpPr>
            <p:cNvPr id="410" name="Google Shape;410;p20"/>
            <p:cNvSpPr/>
            <p:nvPr/>
          </p:nvSpPr>
          <p:spPr>
            <a:xfrm flipH="1">
              <a:off x="8720263" y="3909472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</p:grpSp>
      <p:grpSp>
        <p:nvGrpSpPr>
          <p:cNvPr id="411" name="Google Shape;411;p20"/>
          <p:cNvGrpSpPr/>
          <p:nvPr/>
        </p:nvGrpSpPr>
        <p:grpSpPr>
          <a:xfrm flipH="1">
            <a:off x="442847" y="299958"/>
            <a:ext cx="1188759" cy="239538"/>
            <a:chOff x="2501428" y="4161487"/>
            <a:chExt cx="2196118" cy="442524"/>
          </a:xfrm>
        </p:grpSpPr>
        <p:grpSp>
          <p:nvGrpSpPr>
            <p:cNvPr id="412" name="Google Shape;412;p20"/>
            <p:cNvGrpSpPr/>
            <p:nvPr/>
          </p:nvGrpSpPr>
          <p:grpSpPr>
            <a:xfrm>
              <a:off x="4082894" y="4161487"/>
              <a:ext cx="614651" cy="442524"/>
              <a:chOff x="6608540" y="3355576"/>
              <a:chExt cx="1352071" cy="973435"/>
            </a:xfrm>
          </p:grpSpPr>
          <p:sp>
            <p:nvSpPr>
              <p:cNvPr id="413" name="Google Shape;413;p20"/>
              <p:cNvSpPr/>
              <p:nvPr/>
            </p:nvSpPr>
            <p:spPr>
              <a:xfrm>
                <a:off x="6608540" y="3843849"/>
                <a:ext cx="1352071" cy="485162"/>
              </a:xfrm>
              <a:custGeom>
                <a:rect b="b" l="l" r="r" t="t"/>
                <a:pathLst>
                  <a:path extrusionOk="0" fill="none" h="40229" w="112112">
                    <a:moveTo>
                      <a:pt x="1" y="1"/>
                    </a:moveTo>
                    <a:lnTo>
                      <a:pt x="75669" y="1"/>
                    </a:lnTo>
                    <a:lnTo>
                      <a:pt x="112111" y="1"/>
                    </a:lnTo>
                    <a:cubicBezTo>
                      <a:pt x="112111" y="1"/>
                      <a:pt x="72589" y="1003"/>
                      <a:pt x="71847" y="40228"/>
                    </a:cubicBezTo>
                  </a:path>
                </a:pathLst>
              </a:custGeom>
              <a:noFill/>
              <a:ln cap="flat" cmpd="sng" w="9525">
                <a:solidFill>
                  <a:schemeClr val="dk2"/>
                </a:solidFill>
                <a:prstDash val="solid"/>
                <a:miter lim="37110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" name="Google Shape;414;p20"/>
              <p:cNvSpPr/>
              <p:nvPr/>
            </p:nvSpPr>
            <p:spPr>
              <a:xfrm>
                <a:off x="7460229" y="3355576"/>
                <a:ext cx="498138" cy="489178"/>
              </a:xfrm>
              <a:custGeom>
                <a:rect b="b" l="l" r="r" t="t"/>
                <a:pathLst>
                  <a:path extrusionOk="0" fill="none" h="40562" w="41305">
                    <a:moveTo>
                      <a:pt x="1077" y="0"/>
                    </a:moveTo>
                    <a:cubicBezTo>
                      <a:pt x="1077" y="0"/>
                      <a:pt x="1" y="37482"/>
                      <a:pt x="41305" y="40562"/>
                    </a:cubicBezTo>
                  </a:path>
                </a:pathLst>
              </a:custGeom>
              <a:noFill/>
              <a:ln cap="flat" cmpd="sng" w="9525">
                <a:solidFill>
                  <a:schemeClr val="dk2"/>
                </a:solidFill>
                <a:prstDash val="solid"/>
                <a:miter lim="37110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cxnSp>
          <p:nvCxnSpPr>
            <p:cNvPr id="415" name="Google Shape;415;p20"/>
            <p:cNvCxnSpPr/>
            <p:nvPr/>
          </p:nvCxnSpPr>
          <p:spPr>
            <a:xfrm>
              <a:off x="2501428" y="4382750"/>
              <a:ext cx="1649700" cy="0"/>
            </a:xfrm>
            <a:prstGeom prst="straightConnector1">
              <a:avLst/>
            </a:prstGeom>
            <a:noFill/>
            <a:ln cap="flat" cmpd="sng" w="9525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416" name="Google Shape;416;p20"/>
          <p:cNvGrpSpPr/>
          <p:nvPr/>
        </p:nvGrpSpPr>
        <p:grpSpPr>
          <a:xfrm>
            <a:off x="308036" y="259938"/>
            <a:ext cx="8469635" cy="4634912"/>
            <a:chOff x="308036" y="259938"/>
            <a:chExt cx="8469635" cy="4634912"/>
          </a:xfrm>
        </p:grpSpPr>
        <p:grpSp>
          <p:nvGrpSpPr>
            <p:cNvPr id="417" name="Google Shape;417;p20"/>
            <p:cNvGrpSpPr/>
            <p:nvPr/>
          </p:nvGrpSpPr>
          <p:grpSpPr>
            <a:xfrm>
              <a:off x="7665161" y="259938"/>
              <a:ext cx="1112510" cy="319584"/>
              <a:chOff x="4743988" y="1118075"/>
              <a:chExt cx="1724288" cy="495325"/>
            </a:xfrm>
          </p:grpSpPr>
          <p:grpSp>
            <p:nvGrpSpPr>
              <p:cNvPr id="418" name="Google Shape;418;p20"/>
              <p:cNvGrpSpPr/>
              <p:nvPr/>
            </p:nvGrpSpPr>
            <p:grpSpPr>
              <a:xfrm rot="5400000">
                <a:off x="4736550" y="1140100"/>
                <a:ext cx="466150" cy="451275"/>
                <a:chOff x="6608550" y="1088575"/>
                <a:chExt cx="466150" cy="451275"/>
              </a:xfrm>
            </p:grpSpPr>
            <p:sp>
              <p:nvSpPr>
                <p:cNvPr id="419" name="Google Shape;419;p20"/>
                <p:cNvSpPr/>
                <p:nvPr/>
              </p:nvSpPr>
              <p:spPr>
                <a:xfrm>
                  <a:off x="6608550" y="1088575"/>
                  <a:ext cx="466150" cy="451275"/>
                </a:xfrm>
                <a:custGeom>
                  <a:rect b="b" l="l" r="r" t="t"/>
                  <a:pathLst>
                    <a:path extrusionOk="0" h="18051" w="18646">
                      <a:moveTo>
                        <a:pt x="9606" y="560"/>
                      </a:moveTo>
                      <a:cubicBezTo>
                        <a:pt x="9876" y="560"/>
                        <a:pt x="10146" y="573"/>
                        <a:pt x="10419" y="599"/>
                      </a:cubicBezTo>
                      <a:cubicBezTo>
                        <a:pt x="14145" y="956"/>
                        <a:pt x="17193" y="3730"/>
                        <a:pt x="17908" y="7398"/>
                      </a:cubicBezTo>
                      <a:cubicBezTo>
                        <a:pt x="18015" y="7945"/>
                        <a:pt x="18062" y="8493"/>
                        <a:pt x="18050" y="9052"/>
                      </a:cubicBezTo>
                      <a:cubicBezTo>
                        <a:pt x="18062" y="9422"/>
                        <a:pt x="18039" y="9791"/>
                        <a:pt x="17991" y="10160"/>
                      </a:cubicBezTo>
                      <a:lnTo>
                        <a:pt x="17991" y="10172"/>
                      </a:lnTo>
                      <a:cubicBezTo>
                        <a:pt x="17967" y="10446"/>
                        <a:pt x="17836" y="10707"/>
                        <a:pt x="17634" y="10898"/>
                      </a:cubicBezTo>
                      <a:cubicBezTo>
                        <a:pt x="17372" y="11172"/>
                        <a:pt x="17050" y="11398"/>
                        <a:pt x="16705" y="11553"/>
                      </a:cubicBezTo>
                      <a:cubicBezTo>
                        <a:pt x="16205" y="11755"/>
                        <a:pt x="15979" y="12136"/>
                        <a:pt x="15955" y="12660"/>
                      </a:cubicBezTo>
                      <a:cubicBezTo>
                        <a:pt x="15943" y="12982"/>
                        <a:pt x="15967" y="13291"/>
                        <a:pt x="16026" y="13613"/>
                      </a:cubicBezTo>
                      <a:cubicBezTo>
                        <a:pt x="16086" y="13958"/>
                        <a:pt x="15943" y="14303"/>
                        <a:pt x="15657" y="14506"/>
                      </a:cubicBezTo>
                      <a:cubicBezTo>
                        <a:pt x="15169" y="14851"/>
                        <a:pt x="14717" y="15268"/>
                        <a:pt x="14336" y="15732"/>
                      </a:cubicBezTo>
                      <a:cubicBezTo>
                        <a:pt x="13336" y="16923"/>
                        <a:pt x="12014" y="17411"/>
                        <a:pt x="10514" y="17470"/>
                      </a:cubicBezTo>
                      <a:cubicBezTo>
                        <a:pt x="10324" y="17479"/>
                        <a:pt x="10135" y="17483"/>
                        <a:pt x="9946" y="17483"/>
                      </a:cubicBezTo>
                      <a:cubicBezTo>
                        <a:pt x="8305" y="17483"/>
                        <a:pt x="6684" y="17160"/>
                        <a:pt x="5168" y="16530"/>
                      </a:cubicBezTo>
                      <a:cubicBezTo>
                        <a:pt x="4215" y="16161"/>
                        <a:pt x="3441" y="15458"/>
                        <a:pt x="2965" y="14565"/>
                      </a:cubicBezTo>
                      <a:cubicBezTo>
                        <a:pt x="2620" y="13851"/>
                        <a:pt x="2060" y="13255"/>
                        <a:pt x="1370" y="12851"/>
                      </a:cubicBezTo>
                      <a:cubicBezTo>
                        <a:pt x="1120" y="12708"/>
                        <a:pt x="894" y="12529"/>
                        <a:pt x="691" y="12303"/>
                      </a:cubicBezTo>
                      <a:cubicBezTo>
                        <a:pt x="429" y="12005"/>
                        <a:pt x="298" y="11696"/>
                        <a:pt x="632" y="11327"/>
                      </a:cubicBezTo>
                      <a:cubicBezTo>
                        <a:pt x="798" y="11124"/>
                        <a:pt x="965" y="10922"/>
                        <a:pt x="1144" y="10731"/>
                      </a:cubicBezTo>
                      <a:cubicBezTo>
                        <a:pt x="1596" y="10291"/>
                        <a:pt x="1751" y="9648"/>
                        <a:pt x="1560" y="9064"/>
                      </a:cubicBezTo>
                      <a:cubicBezTo>
                        <a:pt x="1560" y="9041"/>
                        <a:pt x="1560" y="9029"/>
                        <a:pt x="1548" y="9017"/>
                      </a:cubicBezTo>
                      <a:cubicBezTo>
                        <a:pt x="1036" y="7921"/>
                        <a:pt x="1358" y="6874"/>
                        <a:pt x="1775" y="5838"/>
                      </a:cubicBezTo>
                      <a:cubicBezTo>
                        <a:pt x="3077" y="2626"/>
                        <a:pt x="6190" y="560"/>
                        <a:pt x="9606" y="560"/>
                      </a:cubicBezTo>
                      <a:close/>
                      <a:moveTo>
                        <a:pt x="9563" y="0"/>
                      </a:moveTo>
                      <a:cubicBezTo>
                        <a:pt x="9039" y="0"/>
                        <a:pt x="8467" y="40"/>
                        <a:pt x="7847" y="135"/>
                      </a:cubicBezTo>
                      <a:cubicBezTo>
                        <a:pt x="6013" y="420"/>
                        <a:pt x="4465" y="1349"/>
                        <a:pt x="3168" y="2671"/>
                      </a:cubicBezTo>
                      <a:cubicBezTo>
                        <a:pt x="1870" y="3980"/>
                        <a:pt x="1001" y="5647"/>
                        <a:pt x="679" y="7457"/>
                      </a:cubicBezTo>
                      <a:cubicBezTo>
                        <a:pt x="667" y="7588"/>
                        <a:pt x="667" y="7719"/>
                        <a:pt x="679" y="7850"/>
                      </a:cubicBezTo>
                      <a:cubicBezTo>
                        <a:pt x="727" y="8314"/>
                        <a:pt x="905" y="8767"/>
                        <a:pt x="1013" y="9219"/>
                      </a:cubicBezTo>
                      <a:cubicBezTo>
                        <a:pt x="1132" y="9636"/>
                        <a:pt x="1036" y="10076"/>
                        <a:pt x="751" y="10410"/>
                      </a:cubicBezTo>
                      <a:cubicBezTo>
                        <a:pt x="667" y="10517"/>
                        <a:pt x="572" y="10636"/>
                        <a:pt x="477" y="10743"/>
                      </a:cubicBezTo>
                      <a:cubicBezTo>
                        <a:pt x="263" y="11029"/>
                        <a:pt x="36" y="11315"/>
                        <a:pt x="1" y="11684"/>
                      </a:cubicBezTo>
                      <a:lnTo>
                        <a:pt x="1" y="11958"/>
                      </a:lnTo>
                      <a:cubicBezTo>
                        <a:pt x="12" y="12112"/>
                        <a:pt x="60" y="12255"/>
                        <a:pt x="155" y="12386"/>
                      </a:cubicBezTo>
                      <a:cubicBezTo>
                        <a:pt x="322" y="12648"/>
                        <a:pt x="548" y="12874"/>
                        <a:pt x="798" y="13065"/>
                      </a:cubicBezTo>
                      <a:cubicBezTo>
                        <a:pt x="1108" y="13303"/>
                        <a:pt x="1441" y="13529"/>
                        <a:pt x="1739" y="13791"/>
                      </a:cubicBezTo>
                      <a:cubicBezTo>
                        <a:pt x="2001" y="14005"/>
                        <a:pt x="2215" y="14267"/>
                        <a:pt x="2358" y="14565"/>
                      </a:cubicBezTo>
                      <a:cubicBezTo>
                        <a:pt x="2596" y="15125"/>
                        <a:pt x="2953" y="15637"/>
                        <a:pt x="3406" y="16041"/>
                      </a:cubicBezTo>
                      <a:cubicBezTo>
                        <a:pt x="4180" y="16708"/>
                        <a:pt x="5096" y="17196"/>
                        <a:pt x="6085" y="17458"/>
                      </a:cubicBezTo>
                      <a:cubicBezTo>
                        <a:pt x="6954" y="17720"/>
                        <a:pt x="7835" y="17958"/>
                        <a:pt x="8764" y="18018"/>
                      </a:cubicBezTo>
                      <a:cubicBezTo>
                        <a:pt x="9043" y="18040"/>
                        <a:pt x="9324" y="18050"/>
                        <a:pt x="9606" y="18050"/>
                      </a:cubicBezTo>
                      <a:cubicBezTo>
                        <a:pt x="10092" y="18050"/>
                        <a:pt x="10579" y="18019"/>
                        <a:pt x="11061" y="17958"/>
                      </a:cubicBezTo>
                      <a:cubicBezTo>
                        <a:pt x="12014" y="17815"/>
                        <a:pt x="12931" y="17506"/>
                        <a:pt x="13776" y="17065"/>
                      </a:cubicBezTo>
                      <a:cubicBezTo>
                        <a:pt x="14157" y="16875"/>
                        <a:pt x="14467" y="16577"/>
                        <a:pt x="14657" y="16220"/>
                      </a:cubicBezTo>
                      <a:cubicBezTo>
                        <a:pt x="14860" y="15875"/>
                        <a:pt x="15110" y="15565"/>
                        <a:pt x="15407" y="15315"/>
                      </a:cubicBezTo>
                      <a:cubicBezTo>
                        <a:pt x="15693" y="15065"/>
                        <a:pt x="16003" y="14851"/>
                        <a:pt x="16288" y="14589"/>
                      </a:cubicBezTo>
                      <a:cubicBezTo>
                        <a:pt x="16526" y="14375"/>
                        <a:pt x="16705" y="14125"/>
                        <a:pt x="16717" y="13791"/>
                      </a:cubicBezTo>
                      <a:cubicBezTo>
                        <a:pt x="16717" y="13517"/>
                        <a:pt x="16741" y="13243"/>
                        <a:pt x="16765" y="12970"/>
                      </a:cubicBezTo>
                      <a:cubicBezTo>
                        <a:pt x="16800" y="12434"/>
                        <a:pt x="16991" y="11981"/>
                        <a:pt x="17491" y="11708"/>
                      </a:cubicBezTo>
                      <a:cubicBezTo>
                        <a:pt x="17610" y="11636"/>
                        <a:pt x="17729" y="11553"/>
                        <a:pt x="17824" y="11458"/>
                      </a:cubicBezTo>
                      <a:cubicBezTo>
                        <a:pt x="18300" y="11065"/>
                        <a:pt x="18622" y="10600"/>
                        <a:pt x="18586" y="9945"/>
                      </a:cubicBezTo>
                      <a:cubicBezTo>
                        <a:pt x="18586" y="9862"/>
                        <a:pt x="18634" y="9862"/>
                        <a:pt x="18622" y="9695"/>
                      </a:cubicBezTo>
                      <a:cubicBezTo>
                        <a:pt x="18646" y="9005"/>
                        <a:pt x="18622" y="8314"/>
                        <a:pt x="18551" y="7636"/>
                      </a:cubicBezTo>
                      <a:cubicBezTo>
                        <a:pt x="18443" y="6886"/>
                        <a:pt x="18229" y="6147"/>
                        <a:pt x="17919" y="5445"/>
                      </a:cubicBezTo>
                      <a:cubicBezTo>
                        <a:pt x="17348" y="4123"/>
                        <a:pt x="16479" y="2957"/>
                        <a:pt x="15360" y="2040"/>
                      </a:cubicBezTo>
                      <a:cubicBezTo>
                        <a:pt x="14681" y="1480"/>
                        <a:pt x="13931" y="1016"/>
                        <a:pt x="13121" y="682"/>
                      </a:cubicBezTo>
                      <a:cubicBezTo>
                        <a:pt x="12465" y="418"/>
                        <a:pt x="11272" y="0"/>
                        <a:pt x="9563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0" name="Google Shape;420;p20"/>
                <p:cNvSpPr/>
                <p:nvPr/>
              </p:nvSpPr>
              <p:spPr>
                <a:xfrm>
                  <a:off x="6691000" y="1302025"/>
                  <a:ext cx="322100" cy="155800"/>
                </a:xfrm>
                <a:custGeom>
                  <a:rect b="b" l="l" r="r" t="t"/>
                  <a:pathLst>
                    <a:path extrusionOk="0" h="6232" w="12884">
                      <a:moveTo>
                        <a:pt x="12269" y="1"/>
                      </a:moveTo>
                      <a:cubicBezTo>
                        <a:pt x="12129" y="1"/>
                        <a:pt x="11988" y="38"/>
                        <a:pt x="11847" y="133"/>
                      </a:cubicBezTo>
                      <a:cubicBezTo>
                        <a:pt x="11776" y="187"/>
                        <a:pt x="11690" y="214"/>
                        <a:pt x="11605" y="214"/>
                      </a:cubicBezTo>
                      <a:cubicBezTo>
                        <a:pt x="11520" y="214"/>
                        <a:pt x="11437" y="187"/>
                        <a:pt x="11371" y="133"/>
                      </a:cubicBezTo>
                      <a:cubicBezTo>
                        <a:pt x="11314" y="91"/>
                        <a:pt x="11248" y="69"/>
                        <a:pt x="11182" y="69"/>
                      </a:cubicBezTo>
                      <a:cubicBezTo>
                        <a:pt x="11137" y="69"/>
                        <a:pt x="11092" y="79"/>
                        <a:pt x="11050" y="98"/>
                      </a:cubicBezTo>
                      <a:cubicBezTo>
                        <a:pt x="10942" y="145"/>
                        <a:pt x="10776" y="193"/>
                        <a:pt x="10788" y="324"/>
                      </a:cubicBezTo>
                      <a:cubicBezTo>
                        <a:pt x="10800" y="455"/>
                        <a:pt x="10966" y="514"/>
                        <a:pt x="11109" y="538"/>
                      </a:cubicBezTo>
                      <a:cubicBezTo>
                        <a:pt x="11466" y="586"/>
                        <a:pt x="11466" y="586"/>
                        <a:pt x="11478" y="955"/>
                      </a:cubicBezTo>
                      <a:cubicBezTo>
                        <a:pt x="11478" y="991"/>
                        <a:pt x="11478" y="1038"/>
                        <a:pt x="11478" y="1074"/>
                      </a:cubicBezTo>
                      <a:cubicBezTo>
                        <a:pt x="11562" y="1657"/>
                        <a:pt x="11288" y="2038"/>
                        <a:pt x="10823" y="2324"/>
                      </a:cubicBezTo>
                      <a:cubicBezTo>
                        <a:pt x="10573" y="2467"/>
                        <a:pt x="10311" y="2610"/>
                        <a:pt x="10061" y="2753"/>
                      </a:cubicBezTo>
                      <a:cubicBezTo>
                        <a:pt x="9799" y="2884"/>
                        <a:pt x="9609" y="3110"/>
                        <a:pt x="9538" y="3384"/>
                      </a:cubicBezTo>
                      <a:cubicBezTo>
                        <a:pt x="9407" y="3824"/>
                        <a:pt x="9252" y="4241"/>
                        <a:pt x="9061" y="4646"/>
                      </a:cubicBezTo>
                      <a:cubicBezTo>
                        <a:pt x="8930" y="4967"/>
                        <a:pt x="8668" y="5217"/>
                        <a:pt x="8335" y="5325"/>
                      </a:cubicBezTo>
                      <a:cubicBezTo>
                        <a:pt x="7883" y="5491"/>
                        <a:pt x="7418" y="5598"/>
                        <a:pt x="6942" y="5682"/>
                      </a:cubicBezTo>
                      <a:cubicBezTo>
                        <a:pt x="6740" y="5713"/>
                        <a:pt x="6539" y="5727"/>
                        <a:pt x="6340" y="5727"/>
                      </a:cubicBezTo>
                      <a:cubicBezTo>
                        <a:pt x="5621" y="5727"/>
                        <a:pt x="4917" y="5543"/>
                        <a:pt x="4227" y="5301"/>
                      </a:cubicBezTo>
                      <a:cubicBezTo>
                        <a:pt x="3287" y="4979"/>
                        <a:pt x="2584" y="4301"/>
                        <a:pt x="1834" y="3682"/>
                      </a:cubicBezTo>
                      <a:cubicBezTo>
                        <a:pt x="1239" y="3181"/>
                        <a:pt x="989" y="2574"/>
                        <a:pt x="1144" y="1800"/>
                      </a:cubicBezTo>
                      <a:cubicBezTo>
                        <a:pt x="1227" y="1503"/>
                        <a:pt x="1203" y="1193"/>
                        <a:pt x="1084" y="919"/>
                      </a:cubicBezTo>
                      <a:lnTo>
                        <a:pt x="1084" y="919"/>
                      </a:lnTo>
                      <a:cubicBezTo>
                        <a:pt x="1160" y="938"/>
                        <a:pt x="1237" y="946"/>
                        <a:pt x="1313" y="946"/>
                      </a:cubicBezTo>
                      <a:cubicBezTo>
                        <a:pt x="1535" y="946"/>
                        <a:pt x="1752" y="871"/>
                        <a:pt x="1929" y="729"/>
                      </a:cubicBezTo>
                      <a:cubicBezTo>
                        <a:pt x="2013" y="657"/>
                        <a:pt x="2037" y="598"/>
                        <a:pt x="1929" y="526"/>
                      </a:cubicBezTo>
                      <a:cubicBezTo>
                        <a:pt x="1800" y="405"/>
                        <a:pt x="1632" y="347"/>
                        <a:pt x="1459" y="347"/>
                      </a:cubicBezTo>
                      <a:cubicBezTo>
                        <a:pt x="1394" y="347"/>
                        <a:pt x="1328" y="355"/>
                        <a:pt x="1263" y="372"/>
                      </a:cubicBezTo>
                      <a:cubicBezTo>
                        <a:pt x="1068" y="442"/>
                        <a:pt x="878" y="517"/>
                        <a:pt x="679" y="517"/>
                      </a:cubicBezTo>
                      <a:cubicBezTo>
                        <a:pt x="575" y="517"/>
                        <a:pt x="469" y="496"/>
                        <a:pt x="358" y="443"/>
                      </a:cubicBezTo>
                      <a:cubicBezTo>
                        <a:pt x="331" y="435"/>
                        <a:pt x="304" y="431"/>
                        <a:pt x="278" y="431"/>
                      </a:cubicBezTo>
                      <a:cubicBezTo>
                        <a:pt x="153" y="431"/>
                        <a:pt x="44" y="520"/>
                        <a:pt x="24" y="657"/>
                      </a:cubicBezTo>
                      <a:cubicBezTo>
                        <a:pt x="1" y="824"/>
                        <a:pt x="155" y="860"/>
                        <a:pt x="274" y="895"/>
                      </a:cubicBezTo>
                      <a:cubicBezTo>
                        <a:pt x="302" y="905"/>
                        <a:pt x="331" y="908"/>
                        <a:pt x="360" y="908"/>
                      </a:cubicBezTo>
                      <a:cubicBezTo>
                        <a:pt x="406" y="908"/>
                        <a:pt x="452" y="898"/>
                        <a:pt x="489" y="884"/>
                      </a:cubicBezTo>
                      <a:cubicBezTo>
                        <a:pt x="517" y="871"/>
                        <a:pt x="541" y="865"/>
                        <a:pt x="560" y="865"/>
                      </a:cubicBezTo>
                      <a:cubicBezTo>
                        <a:pt x="613" y="865"/>
                        <a:pt x="635" y="909"/>
                        <a:pt x="644" y="979"/>
                      </a:cubicBezTo>
                      <a:cubicBezTo>
                        <a:pt x="727" y="1443"/>
                        <a:pt x="691" y="1919"/>
                        <a:pt x="536" y="2360"/>
                      </a:cubicBezTo>
                      <a:cubicBezTo>
                        <a:pt x="477" y="2515"/>
                        <a:pt x="477" y="2670"/>
                        <a:pt x="513" y="2836"/>
                      </a:cubicBezTo>
                      <a:cubicBezTo>
                        <a:pt x="584" y="3158"/>
                        <a:pt x="786" y="3432"/>
                        <a:pt x="1048" y="3622"/>
                      </a:cubicBezTo>
                      <a:cubicBezTo>
                        <a:pt x="1596" y="4015"/>
                        <a:pt x="2179" y="4360"/>
                        <a:pt x="2644" y="4848"/>
                      </a:cubicBezTo>
                      <a:cubicBezTo>
                        <a:pt x="3156" y="5372"/>
                        <a:pt x="3811" y="5765"/>
                        <a:pt x="4525" y="5979"/>
                      </a:cubicBezTo>
                      <a:cubicBezTo>
                        <a:pt x="5061" y="6156"/>
                        <a:pt x="5592" y="6232"/>
                        <a:pt x="6122" y="6232"/>
                      </a:cubicBezTo>
                      <a:cubicBezTo>
                        <a:pt x="6875" y="6232"/>
                        <a:pt x="7623" y="6079"/>
                        <a:pt x="8371" y="5848"/>
                      </a:cubicBezTo>
                      <a:cubicBezTo>
                        <a:pt x="9180" y="5598"/>
                        <a:pt x="9692" y="5122"/>
                        <a:pt x="9668" y="4217"/>
                      </a:cubicBezTo>
                      <a:lnTo>
                        <a:pt x="9668" y="4194"/>
                      </a:lnTo>
                      <a:cubicBezTo>
                        <a:pt x="9680" y="3562"/>
                        <a:pt x="10049" y="2979"/>
                        <a:pt x="10633" y="2705"/>
                      </a:cubicBezTo>
                      <a:cubicBezTo>
                        <a:pt x="10895" y="2574"/>
                        <a:pt x="11145" y="2419"/>
                        <a:pt x="11395" y="2253"/>
                      </a:cubicBezTo>
                      <a:cubicBezTo>
                        <a:pt x="11764" y="2027"/>
                        <a:pt x="11990" y="1622"/>
                        <a:pt x="11990" y="1193"/>
                      </a:cubicBezTo>
                      <a:cubicBezTo>
                        <a:pt x="11990" y="1050"/>
                        <a:pt x="12014" y="895"/>
                        <a:pt x="12014" y="741"/>
                      </a:cubicBezTo>
                      <a:cubicBezTo>
                        <a:pt x="12014" y="610"/>
                        <a:pt x="12031" y="530"/>
                        <a:pt x="12159" y="530"/>
                      </a:cubicBezTo>
                      <a:cubicBezTo>
                        <a:pt x="12182" y="530"/>
                        <a:pt x="12209" y="533"/>
                        <a:pt x="12240" y="538"/>
                      </a:cubicBezTo>
                      <a:cubicBezTo>
                        <a:pt x="12280" y="547"/>
                        <a:pt x="12321" y="552"/>
                        <a:pt x="12361" y="552"/>
                      </a:cubicBezTo>
                      <a:cubicBezTo>
                        <a:pt x="12535" y="552"/>
                        <a:pt x="12703" y="469"/>
                        <a:pt x="12800" y="324"/>
                      </a:cubicBezTo>
                      <a:cubicBezTo>
                        <a:pt x="12883" y="241"/>
                        <a:pt x="12871" y="157"/>
                        <a:pt x="12740" y="110"/>
                      </a:cubicBezTo>
                      <a:cubicBezTo>
                        <a:pt x="12583" y="47"/>
                        <a:pt x="12426" y="1"/>
                        <a:pt x="12269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1" name="Google Shape;421;p20"/>
                <p:cNvSpPr/>
                <p:nvPr/>
              </p:nvSpPr>
              <p:spPr>
                <a:xfrm>
                  <a:off x="6773750" y="1211575"/>
                  <a:ext cx="35150" cy="104400"/>
                </a:xfrm>
                <a:custGeom>
                  <a:rect b="b" l="l" r="r" t="t"/>
                  <a:pathLst>
                    <a:path extrusionOk="0" h="4176" w="1406">
                      <a:moveTo>
                        <a:pt x="686" y="1"/>
                      </a:moveTo>
                      <a:cubicBezTo>
                        <a:pt x="680" y="1"/>
                        <a:pt x="674" y="1"/>
                        <a:pt x="667" y="1"/>
                      </a:cubicBezTo>
                      <a:cubicBezTo>
                        <a:pt x="453" y="1"/>
                        <a:pt x="382" y="192"/>
                        <a:pt x="298" y="358"/>
                      </a:cubicBezTo>
                      <a:cubicBezTo>
                        <a:pt x="262" y="442"/>
                        <a:pt x="227" y="525"/>
                        <a:pt x="203" y="620"/>
                      </a:cubicBezTo>
                      <a:cubicBezTo>
                        <a:pt x="24" y="1394"/>
                        <a:pt x="1" y="2192"/>
                        <a:pt x="155" y="2978"/>
                      </a:cubicBezTo>
                      <a:cubicBezTo>
                        <a:pt x="191" y="3323"/>
                        <a:pt x="310" y="3656"/>
                        <a:pt x="501" y="3954"/>
                      </a:cubicBezTo>
                      <a:cubicBezTo>
                        <a:pt x="595" y="4101"/>
                        <a:pt x="698" y="4176"/>
                        <a:pt x="800" y="4176"/>
                      </a:cubicBezTo>
                      <a:cubicBezTo>
                        <a:pt x="903" y="4176"/>
                        <a:pt x="1006" y="4098"/>
                        <a:pt x="1096" y="3942"/>
                      </a:cubicBezTo>
                      <a:cubicBezTo>
                        <a:pt x="1167" y="3811"/>
                        <a:pt x="1227" y="3668"/>
                        <a:pt x="1263" y="3525"/>
                      </a:cubicBezTo>
                      <a:cubicBezTo>
                        <a:pt x="1358" y="3109"/>
                        <a:pt x="1405" y="2692"/>
                        <a:pt x="1394" y="2275"/>
                      </a:cubicBezTo>
                      <a:cubicBezTo>
                        <a:pt x="1405" y="1823"/>
                        <a:pt x="1358" y="1382"/>
                        <a:pt x="1263" y="954"/>
                      </a:cubicBezTo>
                      <a:cubicBezTo>
                        <a:pt x="1215" y="739"/>
                        <a:pt x="1144" y="537"/>
                        <a:pt x="1048" y="334"/>
                      </a:cubicBezTo>
                      <a:cubicBezTo>
                        <a:pt x="967" y="184"/>
                        <a:pt x="887" y="1"/>
                        <a:pt x="68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2" name="Google Shape;422;p20"/>
                <p:cNvSpPr/>
                <p:nvPr/>
              </p:nvSpPr>
              <p:spPr>
                <a:xfrm>
                  <a:off x="6877625" y="1206200"/>
                  <a:ext cx="36950" cy="104225"/>
                </a:xfrm>
                <a:custGeom>
                  <a:rect b="b" l="l" r="r" t="t"/>
                  <a:pathLst>
                    <a:path extrusionOk="0" h="4169" w="1478">
                      <a:moveTo>
                        <a:pt x="642" y="0"/>
                      </a:moveTo>
                      <a:cubicBezTo>
                        <a:pt x="631" y="0"/>
                        <a:pt x="620" y="1"/>
                        <a:pt x="608" y="2"/>
                      </a:cubicBezTo>
                      <a:cubicBezTo>
                        <a:pt x="322" y="14"/>
                        <a:pt x="287" y="264"/>
                        <a:pt x="215" y="466"/>
                      </a:cubicBezTo>
                      <a:cubicBezTo>
                        <a:pt x="60" y="930"/>
                        <a:pt x="1" y="1419"/>
                        <a:pt x="13" y="1907"/>
                      </a:cubicBezTo>
                      <a:cubicBezTo>
                        <a:pt x="13" y="2633"/>
                        <a:pt x="132" y="3300"/>
                        <a:pt x="322" y="3740"/>
                      </a:cubicBezTo>
                      <a:cubicBezTo>
                        <a:pt x="418" y="3943"/>
                        <a:pt x="501" y="4169"/>
                        <a:pt x="751" y="4169"/>
                      </a:cubicBezTo>
                      <a:cubicBezTo>
                        <a:pt x="1013" y="4169"/>
                        <a:pt x="1096" y="3919"/>
                        <a:pt x="1156" y="3716"/>
                      </a:cubicBezTo>
                      <a:cubicBezTo>
                        <a:pt x="1477" y="2645"/>
                        <a:pt x="1441" y="1490"/>
                        <a:pt x="1049" y="442"/>
                      </a:cubicBezTo>
                      <a:cubicBezTo>
                        <a:pt x="980" y="249"/>
                        <a:pt x="890" y="0"/>
                        <a:pt x="642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423" name="Google Shape;423;p20"/>
              <p:cNvSpPr/>
              <p:nvPr/>
            </p:nvSpPr>
            <p:spPr>
              <a:xfrm rot="-5400000">
                <a:off x="5360206" y="1138300"/>
                <a:ext cx="473000" cy="454875"/>
              </a:xfrm>
              <a:custGeom>
                <a:rect b="b" l="l" r="r" t="t"/>
                <a:pathLst>
                  <a:path extrusionOk="0" h="18195" w="18920">
                    <a:moveTo>
                      <a:pt x="11801" y="5297"/>
                    </a:moveTo>
                    <a:cubicBezTo>
                      <a:pt x="11812" y="5297"/>
                      <a:pt x="11824" y="5298"/>
                      <a:pt x="11835" y="5299"/>
                    </a:cubicBezTo>
                    <a:cubicBezTo>
                      <a:pt x="11978" y="5335"/>
                      <a:pt x="12097" y="5442"/>
                      <a:pt x="12133" y="5597"/>
                    </a:cubicBezTo>
                    <a:cubicBezTo>
                      <a:pt x="12526" y="6656"/>
                      <a:pt x="12514" y="7823"/>
                      <a:pt x="12097" y="8883"/>
                    </a:cubicBezTo>
                    <a:cubicBezTo>
                      <a:pt x="12049" y="9014"/>
                      <a:pt x="11954" y="9157"/>
                      <a:pt x="11776" y="9157"/>
                    </a:cubicBezTo>
                    <a:cubicBezTo>
                      <a:pt x="11597" y="9157"/>
                      <a:pt x="11514" y="8990"/>
                      <a:pt x="11442" y="8835"/>
                    </a:cubicBezTo>
                    <a:cubicBezTo>
                      <a:pt x="11216" y="8347"/>
                      <a:pt x="11204" y="7823"/>
                      <a:pt x="11180" y="7299"/>
                    </a:cubicBezTo>
                    <a:cubicBezTo>
                      <a:pt x="11192" y="6716"/>
                      <a:pt x="11216" y="6144"/>
                      <a:pt x="11478" y="5597"/>
                    </a:cubicBezTo>
                    <a:cubicBezTo>
                      <a:pt x="11545" y="5462"/>
                      <a:pt x="11633" y="5297"/>
                      <a:pt x="11801" y="5297"/>
                    </a:cubicBezTo>
                    <a:close/>
                    <a:moveTo>
                      <a:pt x="7978" y="5335"/>
                    </a:moveTo>
                    <a:cubicBezTo>
                      <a:pt x="8156" y="5335"/>
                      <a:pt x="8239" y="5478"/>
                      <a:pt x="8299" y="5609"/>
                    </a:cubicBezTo>
                    <a:cubicBezTo>
                      <a:pt x="8537" y="6109"/>
                      <a:pt x="8561" y="6656"/>
                      <a:pt x="8585" y="7228"/>
                    </a:cubicBezTo>
                    <a:cubicBezTo>
                      <a:pt x="8561" y="7775"/>
                      <a:pt x="8537" y="8347"/>
                      <a:pt x="8287" y="8883"/>
                    </a:cubicBezTo>
                    <a:cubicBezTo>
                      <a:pt x="8220" y="9028"/>
                      <a:pt x="8133" y="9183"/>
                      <a:pt x="7956" y="9183"/>
                    </a:cubicBezTo>
                    <a:cubicBezTo>
                      <a:pt x="7944" y="9183"/>
                      <a:pt x="7931" y="9182"/>
                      <a:pt x="7918" y="9180"/>
                    </a:cubicBezTo>
                    <a:cubicBezTo>
                      <a:pt x="7763" y="9169"/>
                      <a:pt x="7668" y="9026"/>
                      <a:pt x="7620" y="8883"/>
                    </a:cubicBezTo>
                    <a:cubicBezTo>
                      <a:pt x="7227" y="7823"/>
                      <a:pt x="7251" y="6656"/>
                      <a:pt x="7656" y="5609"/>
                    </a:cubicBezTo>
                    <a:cubicBezTo>
                      <a:pt x="7692" y="5454"/>
                      <a:pt x="7823" y="5347"/>
                      <a:pt x="7978" y="5335"/>
                    </a:cubicBezTo>
                    <a:close/>
                    <a:moveTo>
                      <a:pt x="4707" y="9020"/>
                    </a:moveTo>
                    <a:cubicBezTo>
                      <a:pt x="4949" y="9020"/>
                      <a:pt x="5191" y="9046"/>
                      <a:pt x="5430" y="9097"/>
                    </a:cubicBezTo>
                    <a:cubicBezTo>
                      <a:pt x="5656" y="9121"/>
                      <a:pt x="5799" y="9323"/>
                      <a:pt x="5763" y="9538"/>
                    </a:cubicBezTo>
                    <a:cubicBezTo>
                      <a:pt x="5752" y="9720"/>
                      <a:pt x="5606" y="9864"/>
                      <a:pt x="5428" y="9864"/>
                    </a:cubicBezTo>
                    <a:cubicBezTo>
                      <a:pt x="5409" y="9864"/>
                      <a:pt x="5390" y="9863"/>
                      <a:pt x="5370" y="9859"/>
                    </a:cubicBezTo>
                    <a:cubicBezTo>
                      <a:pt x="5325" y="9852"/>
                      <a:pt x="5286" y="9849"/>
                      <a:pt x="5252" y="9849"/>
                    </a:cubicBezTo>
                    <a:cubicBezTo>
                      <a:pt x="4991" y="9849"/>
                      <a:pt x="5042" y="10041"/>
                      <a:pt x="5084" y="10252"/>
                    </a:cubicBezTo>
                    <a:cubicBezTo>
                      <a:pt x="5537" y="12538"/>
                      <a:pt x="7537" y="14181"/>
                      <a:pt x="9859" y="14193"/>
                    </a:cubicBezTo>
                    <a:cubicBezTo>
                      <a:pt x="9867" y="14193"/>
                      <a:pt x="9876" y="14193"/>
                      <a:pt x="9884" y="14193"/>
                    </a:cubicBezTo>
                    <a:cubicBezTo>
                      <a:pt x="12195" y="14193"/>
                      <a:pt x="14194" y="12565"/>
                      <a:pt x="14669" y="10300"/>
                    </a:cubicBezTo>
                    <a:cubicBezTo>
                      <a:pt x="14709" y="10100"/>
                      <a:pt x="14757" y="9934"/>
                      <a:pt x="14548" y="9934"/>
                    </a:cubicBezTo>
                    <a:cubicBezTo>
                      <a:pt x="14508" y="9934"/>
                      <a:pt x="14457" y="9941"/>
                      <a:pt x="14395" y="9954"/>
                    </a:cubicBezTo>
                    <a:cubicBezTo>
                      <a:pt x="14370" y="9960"/>
                      <a:pt x="14346" y="9963"/>
                      <a:pt x="14323" y="9963"/>
                    </a:cubicBezTo>
                    <a:cubicBezTo>
                      <a:pt x="14156" y="9963"/>
                      <a:pt x="14033" y="9821"/>
                      <a:pt x="14002" y="9633"/>
                    </a:cubicBezTo>
                    <a:cubicBezTo>
                      <a:pt x="13966" y="9442"/>
                      <a:pt x="14085" y="9252"/>
                      <a:pt x="14276" y="9204"/>
                    </a:cubicBezTo>
                    <a:cubicBezTo>
                      <a:pt x="14627" y="9085"/>
                      <a:pt x="14991" y="9028"/>
                      <a:pt x="15354" y="9028"/>
                    </a:cubicBezTo>
                    <a:cubicBezTo>
                      <a:pt x="15607" y="9028"/>
                      <a:pt x="15860" y="9055"/>
                      <a:pt x="16109" y="9109"/>
                    </a:cubicBezTo>
                    <a:cubicBezTo>
                      <a:pt x="16324" y="9145"/>
                      <a:pt x="16467" y="9359"/>
                      <a:pt x="16407" y="9573"/>
                    </a:cubicBezTo>
                    <a:cubicBezTo>
                      <a:pt x="16407" y="9749"/>
                      <a:pt x="16254" y="9880"/>
                      <a:pt x="16081" y="9880"/>
                    </a:cubicBezTo>
                    <a:cubicBezTo>
                      <a:pt x="16055" y="9880"/>
                      <a:pt x="16029" y="9877"/>
                      <a:pt x="16002" y="9871"/>
                    </a:cubicBezTo>
                    <a:cubicBezTo>
                      <a:pt x="15928" y="9849"/>
                      <a:pt x="15867" y="9839"/>
                      <a:pt x="15816" y="9839"/>
                    </a:cubicBezTo>
                    <a:cubicBezTo>
                      <a:pt x="15560" y="9839"/>
                      <a:pt x="15554" y="10084"/>
                      <a:pt x="15514" y="10312"/>
                    </a:cubicBezTo>
                    <a:cubicBezTo>
                      <a:pt x="15038" y="13038"/>
                      <a:pt x="12669" y="15026"/>
                      <a:pt x="9894" y="15038"/>
                    </a:cubicBezTo>
                    <a:cubicBezTo>
                      <a:pt x="7120" y="15038"/>
                      <a:pt x="4739" y="13050"/>
                      <a:pt x="4251" y="10323"/>
                    </a:cubicBezTo>
                    <a:cubicBezTo>
                      <a:pt x="4213" y="10132"/>
                      <a:pt x="4228" y="9895"/>
                      <a:pt x="4008" y="9895"/>
                    </a:cubicBezTo>
                    <a:cubicBezTo>
                      <a:pt x="3954" y="9895"/>
                      <a:pt x="3885" y="9910"/>
                      <a:pt x="3798" y="9942"/>
                    </a:cubicBezTo>
                    <a:cubicBezTo>
                      <a:pt x="3757" y="9959"/>
                      <a:pt x="3716" y="9966"/>
                      <a:pt x="3677" y="9966"/>
                    </a:cubicBezTo>
                    <a:cubicBezTo>
                      <a:pt x="3516" y="9966"/>
                      <a:pt x="3387" y="9836"/>
                      <a:pt x="3358" y="9645"/>
                    </a:cubicBezTo>
                    <a:cubicBezTo>
                      <a:pt x="3298" y="9454"/>
                      <a:pt x="3417" y="9252"/>
                      <a:pt x="3608" y="9204"/>
                    </a:cubicBezTo>
                    <a:cubicBezTo>
                      <a:pt x="3962" y="9081"/>
                      <a:pt x="4334" y="9020"/>
                      <a:pt x="4707" y="9020"/>
                    </a:cubicBezTo>
                    <a:close/>
                    <a:moveTo>
                      <a:pt x="9823" y="1"/>
                    </a:moveTo>
                    <a:cubicBezTo>
                      <a:pt x="6144" y="1"/>
                      <a:pt x="2822" y="2215"/>
                      <a:pt x="1417" y="5620"/>
                    </a:cubicBezTo>
                    <a:cubicBezTo>
                      <a:pt x="0" y="9014"/>
                      <a:pt x="786" y="12931"/>
                      <a:pt x="3382" y="15526"/>
                    </a:cubicBezTo>
                    <a:cubicBezTo>
                      <a:pt x="5126" y="17271"/>
                      <a:pt x="7451" y="18194"/>
                      <a:pt x="9818" y="18194"/>
                    </a:cubicBezTo>
                    <a:cubicBezTo>
                      <a:pt x="10990" y="18194"/>
                      <a:pt x="12172" y="17968"/>
                      <a:pt x="13300" y="17503"/>
                    </a:cubicBezTo>
                    <a:cubicBezTo>
                      <a:pt x="16705" y="16098"/>
                      <a:pt x="18919" y="12776"/>
                      <a:pt x="18919" y="9097"/>
                    </a:cubicBezTo>
                    <a:cubicBezTo>
                      <a:pt x="18919" y="4073"/>
                      <a:pt x="14847" y="1"/>
                      <a:pt x="9823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424" name="Google Shape;424;p20"/>
              <p:cNvGrpSpPr/>
              <p:nvPr/>
            </p:nvGrpSpPr>
            <p:grpSpPr>
              <a:xfrm rot="5400000">
                <a:off x="5985550" y="1130675"/>
                <a:ext cx="495325" cy="470125"/>
                <a:chOff x="5985550" y="1130050"/>
                <a:chExt cx="495325" cy="470125"/>
              </a:xfrm>
            </p:grpSpPr>
            <p:sp>
              <p:nvSpPr>
                <p:cNvPr id="425" name="Google Shape;425;p20"/>
                <p:cNvSpPr/>
                <p:nvPr/>
              </p:nvSpPr>
              <p:spPr>
                <a:xfrm>
                  <a:off x="6075750" y="1366100"/>
                  <a:ext cx="338750" cy="149125"/>
                </a:xfrm>
                <a:custGeom>
                  <a:rect b="b" l="l" r="r" t="t"/>
                  <a:pathLst>
                    <a:path extrusionOk="0" h="5965" w="13550">
                      <a:moveTo>
                        <a:pt x="1336" y="1"/>
                      </a:moveTo>
                      <a:cubicBezTo>
                        <a:pt x="961" y="1"/>
                        <a:pt x="590" y="73"/>
                        <a:pt x="215" y="178"/>
                      </a:cubicBezTo>
                      <a:cubicBezTo>
                        <a:pt x="72" y="202"/>
                        <a:pt x="0" y="368"/>
                        <a:pt x="84" y="476"/>
                      </a:cubicBezTo>
                      <a:cubicBezTo>
                        <a:pt x="125" y="553"/>
                        <a:pt x="179" y="577"/>
                        <a:pt x="239" y="577"/>
                      </a:cubicBezTo>
                      <a:cubicBezTo>
                        <a:pt x="298" y="577"/>
                        <a:pt x="364" y="553"/>
                        <a:pt x="429" y="535"/>
                      </a:cubicBezTo>
                      <a:cubicBezTo>
                        <a:pt x="590" y="492"/>
                        <a:pt x="699" y="464"/>
                        <a:pt x="773" y="464"/>
                      </a:cubicBezTo>
                      <a:cubicBezTo>
                        <a:pt x="924" y="464"/>
                        <a:pt x="937" y="578"/>
                        <a:pt x="977" y="904"/>
                      </a:cubicBezTo>
                      <a:lnTo>
                        <a:pt x="977" y="952"/>
                      </a:lnTo>
                      <a:cubicBezTo>
                        <a:pt x="1402" y="3833"/>
                        <a:pt x="3865" y="5965"/>
                        <a:pt x="6774" y="5965"/>
                      </a:cubicBezTo>
                      <a:cubicBezTo>
                        <a:pt x="6798" y="5965"/>
                        <a:pt x="6822" y="5965"/>
                        <a:pt x="6846" y="5964"/>
                      </a:cubicBezTo>
                      <a:cubicBezTo>
                        <a:pt x="9787" y="5941"/>
                        <a:pt x="12252" y="3738"/>
                        <a:pt x="12609" y="833"/>
                      </a:cubicBezTo>
                      <a:cubicBezTo>
                        <a:pt x="12649" y="515"/>
                        <a:pt x="12662" y="409"/>
                        <a:pt x="12818" y="409"/>
                      </a:cubicBezTo>
                      <a:cubicBezTo>
                        <a:pt x="12896" y="409"/>
                        <a:pt x="13010" y="436"/>
                        <a:pt x="13181" y="476"/>
                      </a:cubicBezTo>
                      <a:cubicBezTo>
                        <a:pt x="13229" y="484"/>
                        <a:pt x="13281" y="495"/>
                        <a:pt x="13329" y="495"/>
                      </a:cubicBezTo>
                      <a:cubicBezTo>
                        <a:pt x="13411" y="495"/>
                        <a:pt x="13484" y="465"/>
                        <a:pt x="13514" y="345"/>
                      </a:cubicBezTo>
                      <a:cubicBezTo>
                        <a:pt x="13550" y="166"/>
                        <a:pt x="13443" y="118"/>
                        <a:pt x="13300" y="83"/>
                      </a:cubicBezTo>
                      <a:cubicBezTo>
                        <a:pt x="13080" y="26"/>
                        <a:pt x="12860" y="1"/>
                        <a:pt x="12641" y="1"/>
                      </a:cubicBezTo>
                      <a:cubicBezTo>
                        <a:pt x="12268" y="1"/>
                        <a:pt x="11898" y="73"/>
                        <a:pt x="11538" y="178"/>
                      </a:cubicBezTo>
                      <a:cubicBezTo>
                        <a:pt x="11418" y="202"/>
                        <a:pt x="11347" y="321"/>
                        <a:pt x="11383" y="428"/>
                      </a:cubicBezTo>
                      <a:cubicBezTo>
                        <a:pt x="11412" y="534"/>
                        <a:pt x="11488" y="578"/>
                        <a:pt x="11579" y="578"/>
                      </a:cubicBezTo>
                      <a:cubicBezTo>
                        <a:pt x="11600" y="578"/>
                        <a:pt x="11622" y="575"/>
                        <a:pt x="11645" y="571"/>
                      </a:cubicBezTo>
                      <a:cubicBezTo>
                        <a:pt x="11776" y="535"/>
                        <a:pt x="11895" y="511"/>
                        <a:pt x="12014" y="476"/>
                      </a:cubicBezTo>
                      <a:cubicBezTo>
                        <a:pt x="12052" y="465"/>
                        <a:pt x="12082" y="459"/>
                        <a:pt x="12107" y="459"/>
                      </a:cubicBezTo>
                      <a:cubicBezTo>
                        <a:pt x="12189" y="459"/>
                        <a:pt x="12199" y="520"/>
                        <a:pt x="12180" y="630"/>
                      </a:cubicBezTo>
                      <a:cubicBezTo>
                        <a:pt x="11907" y="3333"/>
                        <a:pt x="9668" y="5417"/>
                        <a:pt x="6942" y="5488"/>
                      </a:cubicBezTo>
                      <a:cubicBezTo>
                        <a:pt x="6901" y="5489"/>
                        <a:pt x="6861" y="5489"/>
                        <a:pt x="6821" y="5489"/>
                      </a:cubicBezTo>
                      <a:cubicBezTo>
                        <a:pt x="4158" y="5489"/>
                        <a:pt x="1875" y="3555"/>
                        <a:pt x="1465" y="904"/>
                      </a:cubicBezTo>
                      <a:cubicBezTo>
                        <a:pt x="1415" y="534"/>
                        <a:pt x="1400" y="420"/>
                        <a:pt x="1568" y="420"/>
                      </a:cubicBezTo>
                      <a:cubicBezTo>
                        <a:pt x="1644" y="420"/>
                        <a:pt x="1755" y="442"/>
                        <a:pt x="1917" y="476"/>
                      </a:cubicBezTo>
                      <a:cubicBezTo>
                        <a:pt x="1958" y="483"/>
                        <a:pt x="1999" y="489"/>
                        <a:pt x="2037" y="489"/>
                      </a:cubicBezTo>
                      <a:cubicBezTo>
                        <a:pt x="2121" y="489"/>
                        <a:pt x="2190" y="459"/>
                        <a:pt x="2215" y="345"/>
                      </a:cubicBezTo>
                      <a:cubicBezTo>
                        <a:pt x="2239" y="178"/>
                        <a:pt x="2144" y="118"/>
                        <a:pt x="2001" y="83"/>
                      </a:cubicBezTo>
                      <a:cubicBezTo>
                        <a:pt x="1776" y="26"/>
                        <a:pt x="1555" y="1"/>
                        <a:pt x="133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6" name="Google Shape;426;p20"/>
                <p:cNvSpPr/>
                <p:nvPr/>
              </p:nvSpPr>
              <p:spPr>
                <a:xfrm>
                  <a:off x="6277250" y="1261875"/>
                  <a:ext cx="35750" cy="102725"/>
                </a:xfrm>
                <a:custGeom>
                  <a:rect b="b" l="l" r="r" t="t"/>
                  <a:pathLst>
                    <a:path extrusionOk="0" h="4109" w="1430">
                      <a:moveTo>
                        <a:pt x="793" y="1"/>
                      </a:moveTo>
                      <a:cubicBezTo>
                        <a:pt x="787" y="1"/>
                        <a:pt x="781" y="1"/>
                        <a:pt x="775" y="1"/>
                      </a:cubicBezTo>
                      <a:cubicBezTo>
                        <a:pt x="501" y="1"/>
                        <a:pt x="441" y="251"/>
                        <a:pt x="370" y="442"/>
                      </a:cubicBezTo>
                      <a:cubicBezTo>
                        <a:pt x="13" y="1478"/>
                        <a:pt x="1" y="2609"/>
                        <a:pt x="334" y="3644"/>
                      </a:cubicBezTo>
                      <a:cubicBezTo>
                        <a:pt x="394" y="3847"/>
                        <a:pt x="477" y="4109"/>
                        <a:pt x="751" y="4109"/>
                      </a:cubicBezTo>
                      <a:cubicBezTo>
                        <a:pt x="1013" y="4109"/>
                        <a:pt x="1084" y="3859"/>
                        <a:pt x="1168" y="3656"/>
                      </a:cubicBezTo>
                      <a:cubicBezTo>
                        <a:pt x="1346" y="3168"/>
                        <a:pt x="1430" y="2656"/>
                        <a:pt x="1430" y="2132"/>
                      </a:cubicBezTo>
                      <a:cubicBezTo>
                        <a:pt x="1430" y="1466"/>
                        <a:pt x="1382" y="942"/>
                        <a:pt x="1203" y="454"/>
                      </a:cubicBezTo>
                      <a:cubicBezTo>
                        <a:pt x="1122" y="256"/>
                        <a:pt x="1052" y="1"/>
                        <a:pt x="793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7" name="Google Shape;427;p20"/>
                <p:cNvSpPr/>
                <p:nvPr/>
              </p:nvSpPr>
              <p:spPr>
                <a:xfrm>
                  <a:off x="6178150" y="1262775"/>
                  <a:ext cx="35725" cy="102725"/>
                </a:xfrm>
                <a:custGeom>
                  <a:rect b="b" l="l" r="r" t="t"/>
                  <a:pathLst>
                    <a:path extrusionOk="0" h="4109" w="1429">
                      <a:moveTo>
                        <a:pt x="686" y="1"/>
                      </a:moveTo>
                      <a:cubicBezTo>
                        <a:pt x="436" y="1"/>
                        <a:pt x="344" y="256"/>
                        <a:pt x="262" y="465"/>
                      </a:cubicBezTo>
                      <a:cubicBezTo>
                        <a:pt x="83" y="965"/>
                        <a:pt x="0" y="1489"/>
                        <a:pt x="12" y="2013"/>
                      </a:cubicBezTo>
                      <a:cubicBezTo>
                        <a:pt x="12" y="2632"/>
                        <a:pt x="48" y="3156"/>
                        <a:pt x="238" y="3644"/>
                      </a:cubicBezTo>
                      <a:cubicBezTo>
                        <a:pt x="322" y="3859"/>
                        <a:pt x="393" y="4109"/>
                        <a:pt x="655" y="4109"/>
                      </a:cubicBezTo>
                      <a:cubicBezTo>
                        <a:pt x="917" y="4109"/>
                        <a:pt x="1012" y="3859"/>
                        <a:pt x="1072" y="3656"/>
                      </a:cubicBezTo>
                      <a:cubicBezTo>
                        <a:pt x="1417" y="2620"/>
                        <a:pt x="1429" y="1513"/>
                        <a:pt x="1107" y="465"/>
                      </a:cubicBezTo>
                      <a:cubicBezTo>
                        <a:pt x="1048" y="263"/>
                        <a:pt x="965" y="1"/>
                        <a:pt x="703" y="1"/>
                      </a:cubicBezTo>
                      <a:cubicBezTo>
                        <a:pt x="697" y="1"/>
                        <a:pt x="691" y="1"/>
                        <a:pt x="68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8" name="Google Shape;428;p20"/>
                <p:cNvSpPr/>
                <p:nvPr/>
              </p:nvSpPr>
              <p:spPr>
                <a:xfrm>
                  <a:off x="5985550" y="1130050"/>
                  <a:ext cx="495325" cy="470125"/>
                </a:xfrm>
                <a:custGeom>
                  <a:rect b="b" l="l" r="r" t="t"/>
                  <a:pathLst>
                    <a:path extrusionOk="0" h="18805" w="19813">
                      <a:moveTo>
                        <a:pt x="10405" y="475"/>
                      </a:moveTo>
                      <a:cubicBezTo>
                        <a:pt x="11555" y="475"/>
                        <a:pt x="12716" y="697"/>
                        <a:pt x="13824" y="1155"/>
                      </a:cubicBezTo>
                      <a:cubicBezTo>
                        <a:pt x="17158" y="2536"/>
                        <a:pt x="19337" y="5798"/>
                        <a:pt x="19337" y="9406"/>
                      </a:cubicBezTo>
                      <a:cubicBezTo>
                        <a:pt x="19325" y="14335"/>
                        <a:pt x="15324" y="18323"/>
                        <a:pt x="10407" y="18335"/>
                      </a:cubicBezTo>
                      <a:cubicBezTo>
                        <a:pt x="6787" y="18335"/>
                        <a:pt x="3537" y="16156"/>
                        <a:pt x="2156" y="12823"/>
                      </a:cubicBezTo>
                      <a:cubicBezTo>
                        <a:pt x="775" y="9489"/>
                        <a:pt x="1537" y="5643"/>
                        <a:pt x="4085" y="3095"/>
                      </a:cubicBezTo>
                      <a:cubicBezTo>
                        <a:pt x="5797" y="1383"/>
                        <a:pt x="8080" y="475"/>
                        <a:pt x="10405" y="475"/>
                      </a:cubicBezTo>
                      <a:close/>
                      <a:moveTo>
                        <a:pt x="10397" y="1"/>
                      </a:moveTo>
                      <a:cubicBezTo>
                        <a:pt x="8589" y="1"/>
                        <a:pt x="6772" y="520"/>
                        <a:pt x="5180" y="1583"/>
                      </a:cubicBezTo>
                      <a:cubicBezTo>
                        <a:pt x="1441" y="4072"/>
                        <a:pt x="1" y="8858"/>
                        <a:pt x="1715" y="13001"/>
                      </a:cubicBezTo>
                      <a:cubicBezTo>
                        <a:pt x="3189" y="16563"/>
                        <a:pt x="6651" y="18805"/>
                        <a:pt x="10384" y="18805"/>
                      </a:cubicBezTo>
                      <a:cubicBezTo>
                        <a:pt x="10994" y="18805"/>
                        <a:pt x="11611" y="18745"/>
                        <a:pt x="12229" y="18621"/>
                      </a:cubicBezTo>
                      <a:cubicBezTo>
                        <a:pt x="16634" y="17752"/>
                        <a:pt x="19801" y="13882"/>
                        <a:pt x="19801" y="9406"/>
                      </a:cubicBezTo>
                      <a:cubicBezTo>
                        <a:pt x="19813" y="6905"/>
                        <a:pt x="18813" y="4512"/>
                        <a:pt x="17051" y="2750"/>
                      </a:cubicBezTo>
                      <a:cubicBezTo>
                        <a:pt x="15229" y="936"/>
                        <a:pt x="12822" y="1"/>
                        <a:pt x="10397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sp>
          <p:nvSpPr>
            <p:cNvPr id="429" name="Google Shape;429;p20"/>
            <p:cNvSpPr/>
            <p:nvPr/>
          </p:nvSpPr>
          <p:spPr>
            <a:xfrm>
              <a:off x="308036" y="4489200"/>
              <a:ext cx="405188" cy="405650"/>
            </a:xfrm>
            <a:custGeom>
              <a:rect b="b" l="l" r="r" t="t"/>
              <a:pathLst>
                <a:path extrusionOk="0" h="28836" w="28798">
                  <a:moveTo>
                    <a:pt x="13026" y="1"/>
                  </a:moveTo>
                  <a:lnTo>
                    <a:pt x="13026" y="11097"/>
                  </a:lnTo>
                  <a:lnTo>
                    <a:pt x="5196" y="3266"/>
                  </a:lnTo>
                  <a:lnTo>
                    <a:pt x="3229" y="5196"/>
                  </a:lnTo>
                  <a:lnTo>
                    <a:pt x="11059" y="13063"/>
                  </a:lnTo>
                  <a:lnTo>
                    <a:pt x="0" y="13063"/>
                  </a:lnTo>
                  <a:lnTo>
                    <a:pt x="0" y="15810"/>
                  </a:lnTo>
                  <a:lnTo>
                    <a:pt x="11059" y="15810"/>
                  </a:lnTo>
                  <a:lnTo>
                    <a:pt x="3229" y="23640"/>
                  </a:lnTo>
                  <a:lnTo>
                    <a:pt x="5196" y="25607"/>
                  </a:lnTo>
                  <a:lnTo>
                    <a:pt x="13026" y="17739"/>
                  </a:lnTo>
                  <a:lnTo>
                    <a:pt x="13026" y="28835"/>
                  </a:lnTo>
                  <a:lnTo>
                    <a:pt x="15772" y="28835"/>
                  </a:lnTo>
                  <a:lnTo>
                    <a:pt x="15772" y="17739"/>
                  </a:lnTo>
                  <a:lnTo>
                    <a:pt x="23602" y="25607"/>
                  </a:lnTo>
                  <a:lnTo>
                    <a:pt x="25569" y="23640"/>
                  </a:lnTo>
                  <a:lnTo>
                    <a:pt x="17702" y="15810"/>
                  </a:lnTo>
                  <a:lnTo>
                    <a:pt x="28798" y="15810"/>
                  </a:lnTo>
                  <a:lnTo>
                    <a:pt x="28798" y="13063"/>
                  </a:lnTo>
                  <a:lnTo>
                    <a:pt x="17702" y="13063"/>
                  </a:lnTo>
                  <a:lnTo>
                    <a:pt x="25569" y="5196"/>
                  </a:lnTo>
                  <a:lnTo>
                    <a:pt x="23602" y="3266"/>
                  </a:lnTo>
                  <a:lnTo>
                    <a:pt x="15772" y="11097"/>
                  </a:lnTo>
                  <a:lnTo>
                    <a:pt x="1577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3">
  <p:cSld name="CUSTOM_4_2">
    <p:spTree>
      <p:nvGrpSpPr>
        <p:cNvPr id="430" name="Shape 4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1" name="Google Shape;431;p21"/>
          <p:cNvSpPr txBox="1"/>
          <p:nvPr>
            <p:ph type="title"/>
          </p:nvPr>
        </p:nvSpPr>
        <p:spPr>
          <a:xfrm>
            <a:off x="873975" y="1496700"/>
            <a:ext cx="2623500" cy="1133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432" name="Google Shape;432;p21"/>
          <p:cNvSpPr txBox="1"/>
          <p:nvPr>
            <p:ph idx="1" type="subTitle"/>
          </p:nvPr>
        </p:nvSpPr>
        <p:spPr>
          <a:xfrm>
            <a:off x="880750" y="2630400"/>
            <a:ext cx="2623500" cy="1016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grpSp>
        <p:nvGrpSpPr>
          <p:cNvPr id="433" name="Google Shape;433;p21"/>
          <p:cNvGrpSpPr/>
          <p:nvPr/>
        </p:nvGrpSpPr>
        <p:grpSpPr>
          <a:xfrm>
            <a:off x="7719247" y="245946"/>
            <a:ext cx="1244853" cy="4771875"/>
            <a:chOff x="7719247" y="245946"/>
            <a:chExt cx="1244853" cy="4771875"/>
          </a:xfrm>
        </p:grpSpPr>
        <p:grpSp>
          <p:nvGrpSpPr>
            <p:cNvPr id="434" name="Google Shape;434;p21"/>
            <p:cNvGrpSpPr/>
            <p:nvPr/>
          </p:nvGrpSpPr>
          <p:grpSpPr>
            <a:xfrm flipH="1">
              <a:off x="7719247" y="4778283"/>
              <a:ext cx="1188759" cy="239538"/>
              <a:chOff x="2501428" y="4161487"/>
              <a:chExt cx="2196118" cy="442524"/>
            </a:xfrm>
          </p:grpSpPr>
          <p:grpSp>
            <p:nvGrpSpPr>
              <p:cNvPr id="435" name="Google Shape;435;p21"/>
              <p:cNvGrpSpPr/>
              <p:nvPr/>
            </p:nvGrpSpPr>
            <p:grpSpPr>
              <a:xfrm>
                <a:off x="4082894" y="4161487"/>
                <a:ext cx="614651" cy="442524"/>
                <a:chOff x="6608540" y="3355576"/>
                <a:chExt cx="1352071" cy="973435"/>
              </a:xfrm>
            </p:grpSpPr>
            <p:sp>
              <p:nvSpPr>
                <p:cNvPr id="436" name="Google Shape;436;p21"/>
                <p:cNvSpPr/>
                <p:nvPr/>
              </p:nvSpPr>
              <p:spPr>
                <a:xfrm>
                  <a:off x="6608540" y="3843849"/>
                  <a:ext cx="1352071" cy="485162"/>
                </a:xfrm>
                <a:custGeom>
                  <a:rect b="b" l="l" r="r" t="t"/>
                  <a:pathLst>
                    <a:path extrusionOk="0" fill="none" h="40229" w="112112">
                      <a:moveTo>
                        <a:pt x="1" y="1"/>
                      </a:moveTo>
                      <a:lnTo>
                        <a:pt x="75669" y="1"/>
                      </a:lnTo>
                      <a:lnTo>
                        <a:pt x="112111" y="1"/>
                      </a:lnTo>
                      <a:cubicBezTo>
                        <a:pt x="112111" y="1"/>
                        <a:pt x="72589" y="1003"/>
                        <a:pt x="71847" y="40228"/>
                      </a:cubicBezTo>
                    </a:path>
                  </a:pathLst>
                </a:custGeom>
                <a:noFill/>
                <a:ln cap="flat" cmpd="sng" w="9525">
                  <a:solidFill>
                    <a:schemeClr val="dk2"/>
                  </a:solidFill>
                  <a:prstDash val="solid"/>
                  <a:miter lim="37110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37" name="Google Shape;437;p21"/>
                <p:cNvSpPr/>
                <p:nvPr/>
              </p:nvSpPr>
              <p:spPr>
                <a:xfrm>
                  <a:off x="7460229" y="3355576"/>
                  <a:ext cx="498138" cy="489178"/>
                </a:xfrm>
                <a:custGeom>
                  <a:rect b="b" l="l" r="r" t="t"/>
                  <a:pathLst>
                    <a:path extrusionOk="0" fill="none" h="40562" w="41305">
                      <a:moveTo>
                        <a:pt x="1077" y="0"/>
                      </a:moveTo>
                      <a:cubicBezTo>
                        <a:pt x="1077" y="0"/>
                        <a:pt x="1" y="37482"/>
                        <a:pt x="41305" y="40562"/>
                      </a:cubicBezTo>
                    </a:path>
                  </a:pathLst>
                </a:custGeom>
                <a:noFill/>
                <a:ln cap="flat" cmpd="sng" w="9525">
                  <a:solidFill>
                    <a:schemeClr val="dk2"/>
                  </a:solidFill>
                  <a:prstDash val="solid"/>
                  <a:miter lim="37110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cxnSp>
            <p:nvCxnSpPr>
              <p:cNvPr id="438" name="Google Shape;438;p21"/>
              <p:cNvCxnSpPr/>
              <p:nvPr/>
            </p:nvCxnSpPr>
            <p:spPr>
              <a:xfrm>
                <a:off x="2501428" y="4382750"/>
                <a:ext cx="16497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dk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439" name="Google Shape;439;p21"/>
            <p:cNvGrpSpPr/>
            <p:nvPr/>
          </p:nvGrpSpPr>
          <p:grpSpPr>
            <a:xfrm rot="5400000">
              <a:off x="8461000" y="329946"/>
              <a:ext cx="587100" cy="419100"/>
              <a:chOff x="8316263" y="4328453"/>
              <a:chExt cx="587100" cy="612450"/>
            </a:xfrm>
          </p:grpSpPr>
          <p:sp>
            <p:nvSpPr>
              <p:cNvPr id="440" name="Google Shape;440;p21"/>
              <p:cNvSpPr/>
              <p:nvPr/>
            </p:nvSpPr>
            <p:spPr>
              <a:xfrm>
                <a:off x="8316263" y="4604003"/>
                <a:ext cx="587100" cy="336900"/>
              </a:xfrm>
              <a:prstGeom prst="ellipse">
                <a:avLst/>
              </a:prstGeom>
              <a:noFill/>
              <a:ln cap="flat" cmpd="sng" w="9525">
                <a:solidFill>
                  <a:schemeClr val="dk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latin typeface="Anaheim"/>
                  <a:ea typeface="Anaheim"/>
                  <a:cs typeface="Anaheim"/>
                  <a:sym typeface="Anaheim"/>
                </a:endParaRPr>
              </a:p>
            </p:txBody>
          </p:sp>
          <p:sp>
            <p:nvSpPr>
              <p:cNvPr id="441" name="Google Shape;441;p21"/>
              <p:cNvSpPr/>
              <p:nvPr/>
            </p:nvSpPr>
            <p:spPr>
              <a:xfrm>
                <a:off x="8316263" y="4466228"/>
                <a:ext cx="587100" cy="336900"/>
              </a:xfrm>
              <a:prstGeom prst="ellipse">
                <a:avLst/>
              </a:prstGeom>
              <a:noFill/>
              <a:ln cap="flat" cmpd="sng" w="9525">
                <a:solidFill>
                  <a:schemeClr val="dk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latin typeface="Anaheim"/>
                  <a:ea typeface="Anaheim"/>
                  <a:cs typeface="Anaheim"/>
                  <a:sym typeface="Anaheim"/>
                </a:endParaRPr>
              </a:p>
            </p:txBody>
          </p:sp>
          <p:sp>
            <p:nvSpPr>
              <p:cNvPr id="442" name="Google Shape;442;p21"/>
              <p:cNvSpPr/>
              <p:nvPr/>
            </p:nvSpPr>
            <p:spPr>
              <a:xfrm>
                <a:off x="8316263" y="4328453"/>
                <a:ext cx="587100" cy="336900"/>
              </a:xfrm>
              <a:prstGeom prst="ellipse">
                <a:avLst/>
              </a:prstGeom>
              <a:noFill/>
              <a:ln cap="flat" cmpd="sng" w="9525">
                <a:solidFill>
                  <a:schemeClr val="dk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latin typeface="Anaheim"/>
                  <a:ea typeface="Anaheim"/>
                  <a:cs typeface="Anaheim"/>
                  <a:sym typeface="Anaheim"/>
                </a:endParaRPr>
              </a:p>
            </p:txBody>
          </p:sp>
        </p:grpSp>
      </p:grpSp>
      <p:grpSp>
        <p:nvGrpSpPr>
          <p:cNvPr id="443" name="Google Shape;443;p21"/>
          <p:cNvGrpSpPr/>
          <p:nvPr/>
        </p:nvGrpSpPr>
        <p:grpSpPr>
          <a:xfrm>
            <a:off x="270725" y="347375"/>
            <a:ext cx="808273" cy="4675754"/>
            <a:chOff x="270725" y="347375"/>
            <a:chExt cx="808273" cy="4675754"/>
          </a:xfrm>
        </p:grpSpPr>
        <p:sp>
          <p:nvSpPr>
            <p:cNvPr id="444" name="Google Shape;444;p21"/>
            <p:cNvSpPr/>
            <p:nvPr/>
          </p:nvSpPr>
          <p:spPr>
            <a:xfrm>
              <a:off x="347450" y="4604000"/>
              <a:ext cx="731548" cy="419129"/>
            </a:xfrm>
            <a:custGeom>
              <a:rect b="b" l="l" r="r" t="t"/>
              <a:pathLst>
                <a:path extrusionOk="0" h="57219" w="99870">
                  <a:moveTo>
                    <a:pt x="58847" y="3703"/>
                  </a:moveTo>
                  <a:cubicBezTo>
                    <a:pt x="58882" y="3703"/>
                    <a:pt x="58917" y="3719"/>
                    <a:pt x="58948" y="3744"/>
                  </a:cubicBezTo>
                  <a:lnTo>
                    <a:pt x="58960" y="3744"/>
                  </a:lnTo>
                  <a:cubicBezTo>
                    <a:pt x="68652" y="6351"/>
                    <a:pt x="76105" y="11626"/>
                    <a:pt x="79796" y="21341"/>
                  </a:cubicBezTo>
                  <a:cubicBezTo>
                    <a:pt x="80439" y="23020"/>
                    <a:pt x="80760" y="24794"/>
                    <a:pt x="80939" y="26592"/>
                  </a:cubicBezTo>
                  <a:cubicBezTo>
                    <a:pt x="80986" y="27116"/>
                    <a:pt x="80820" y="27258"/>
                    <a:pt x="80296" y="27258"/>
                  </a:cubicBezTo>
                  <a:cubicBezTo>
                    <a:pt x="79275" y="27255"/>
                    <a:pt x="78253" y="27254"/>
                    <a:pt x="77231" y="27254"/>
                  </a:cubicBezTo>
                  <a:cubicBezTo>
                    <a:pt x="74165" y="27254"/>
                    <a:pt x="71095" y="27267"/>
                    <a:pt x="68032" y="27294"/>
                  </a:cubicBezTo>
                  <a:cubicBezTo>
                    <a:pt x="68021" y="27294"/>
                    <a:pt x="68009" y="27294"/>
                    <a:pt x="67998" y="27294"/>
                  </a:cubicBezTo>
                  <a:cubicBezTo>
                    <a:pt x="67342" y="27294"/>
                    <a:pt x="67353" y="26953"/>
                    <a:pt x="67330" y="26485"/>
                  </a:cubicBezTo>
                  <a:cubicBezTo>
                    <a:pt x="67104" y="21067"/>
                    <a:pt x="66044" y="15840"/>
                    <a:pt x="63746" y="10911"/>
                  </a:cubicBezTo>
                  <a:cubicBezTo>
                    <a:pt x="62520" y="8292"/>
                    <a:pt x="60865" y="5911"/>
                    <a:pt x="58865" y="3827"/>
                  </a:cubicBezTo>
                  <a:lnTo>
                    <a:pt x="58757" y="3744"/>
                  </a:lnTo>
                  <a:cubicBezTo>
                    <a:pt x="58786" y="3716"/>
                    <a:pt x="58816" y="3703"/>
                    <a:pt x="58847" y="3703"/>
                  </a:cubicBezTo>
                  <a:close/>
                  <a:moveTo>
                    <a:pt x="51686" y="2804"/>
                  </a:moveTo>
                  <a:cubicBezTo>
                    <a:pt x="51788" y="2804"/>
                    <a:pt x="51917" y="2829"/>
                    <a:pt x="52078" y="2875"/>
                  </a:cubicBezTo>
                  <a:cubicBezTo>
                    <a:pt x="54459" y="3506"/>
                    <a:pt x="56329" y="4887"/>
                    <a:pt x="57924" y="6696"/>
                  </a:cubicBezTo>
                  <a:cubicBezTo>
                    <a:pt x="60889" y="10078"/>
                    <a:pt x="62532" y="14114"/>
                    <a:pt x="63591" y="18412"/>
                  </a:cubicBezTo>
                  <a:cubicBezTo>
                    <a:pt x="64270" y="21127"/>
                    <a:pt x="64592" y="23889"/>
                    <a:pt x="64746" y="26663"/>
                  </a:cubicBezTo>
                  <a:cubicBezTo>
                    <a:pt x="64770" y="27163"/>
                    <a:pt x="64627" y="27306"/>
                    <a:pt x="64139" y="27306"/>
                  </a:cubicBezTo>
                  <a:cubicBezTo>
                    <a:pt x="62457" y="27301"/>
                    <a:pt x="60774" y="27298"/>
                    <a:pt x="59089" y="27298"/>
                  </a:cubicBezTo>
                  <a:cubicBezTo>
                    <a:pt x="56706" y="27298"/>
                    <a:pt x="54320" y="27304"/>
                    <a:pt x="51935" y="27318"/>
                  </a:cubicBezTo>
                  <a:cubicBezTo>
                    <a:pt x="51304" y="27318"/>
                    <a:pt x="51352" y="26997"/>
                    <a:pt x="51352" y="26580"/>
                  </a:cubicBezTo>
                  <a:cubicBezTo>
                    <a:pt x="51364" y="22710"/>
                    <a:pt x="51364" y="18853"/>
                    <a:pt x="51364" y="14983"/>
                  </a:cubicBezTo>
                  <a:lnTo>
                    <a:pt x="51340" y="14983"/>
                  </a:lnTo>
                  <a:cubicBezTo>
                    <a:pt x="51340" y="11137"/>
                    <a:pt x="51352" y="7292"/>
                    <a:pt x="51328" y="3446"/>
                  </a:cubicBezTo>
                  <a:cubicBezTo>
                    <a:pt x="51328" y="2986"/>
                    <a:pt x="51410" y="2804"/>
                    <a:pt x="51686" y="2804"/>
                  </a:cubicBezTo>
                  <a:close/>
                  <a:moveTo>
                    <a:pt x="69056" y="4887"/>
                  </a:moveTo>
                  <a:lnTo>
                    <a:pt x="69056" y="4887"/>
                  </a:lnTo>
                  <a:cubicBezTo>
                    <a:pt x="71152" y="5315"/>
                    <a:pt x="73212" y="5899"/>
                    <a:pt x="75224" y="6625"/>
                  </a:cubicBezTo>
                  <a:lnTo>
                    <a:pt x="75236" y="6625"/>
                  </a:lnTo>
                  <a:cubicBezTo>
                    <a:pt x="80629" y="8542"/>
                    <a:pt x="85701" y="11054"/>
                    <a:pt x="90047" y="14852"/>
                  </a:cubicBezTo>
                  <a:cubicBezTo>
                    <a:pt x="93143" y="17567"/>
                    <a:pt x="95560" y="20746"/>
                    <a:pt x="96655" y="24782"/>
                  </a:cubicBezTo>
                  <a:cubicBezTo>
                    <a:pt x="96798" y="25306"/>
                    <a:pt x="96881" y="25842"/>
                    <a:pt x="97000" y="26377"/>
                  </a:cubicBezTo>
                  <a:cubicBezTo>
                    <a:pt x="97143" y="26973"/>
                    <a:pt x="97048" y="27235"/>
                    <a:pt x="96310" y="27235"/>
                  </a:cubicBezTo>
                  <a:cubicBezTo>
                    <a:pt x="95167" y="27219"/>
                    <a:pt x="94025" y="27213"/>
                    <a:pt x="92884" y="27213"/>
                  </a:cubicBezTo>
                  <a:cubicBezTo>
                    <a:pt x="90601" y="27213"/>
                    <a:pt x="88321" y="27235"/>
                    <a:pt x="86035" y="27235"/>
                  </a:cubicBezTo>
                  <a:cubicBezTo>
                    <a:pt x="85590" y="27235"/>
                    <a:pt x="85089" y="27320"/>
                    <a:pt x="84642" y="27320"/>
                  </a:cubicBezTo>
                  <a:cubicBezTo>
                    <a:pt x="84323" y="27320"/>
                    <a:pt x="84031" y="27276"/>
                    <a:pt x="83808" y="27127"/>
                  </a:cubicBezTo>
                  <a:cubicBezTo>
                    <a:pt x="83249" y="26770"/>
                    <a:pt x="83511" y="25734"/>
                    <a:pt x="83391" y="25008"/>
                  </a:cubicBezTo>
                  <a:cubicBezTo>
                    <a:pt x="82308" y="18091"/>
                    <a:pt x="78843" y="12566"/>
                    <a:pt x="73545" y="8113"/>
                  </a:cubicBezTo>
                  <a:cubicBezTo>
                    <a:pt x="72116" y="6946"/>
                    <a:pt x="70616" y="5863"/>
                    <a:pt x="69056" y="4887"/>
                  </a:cubicBezTo>
                  <a:close/>
                  <a:moveTo>
                    <a:pt x="48364" y="2808"/>
                  </a:moveTo>
                  <a:cubicBezTo>
                    <a:pt x="48704" y="2808"/>
                    <a:pt x="48709" y="3114"/>
                    <a:pt x="48709" y="3970"/>
                  </a:cubicBezTo>
                  <a:lnTo>
                    <a:pt x="48709" y="15055"/>
                  </a:lnTo>
                  <a:lnTo>
                    <a:pt x="48756" y="15055"/>
                  </a:lnTo>
                  <a:cubicBezTo>
                    <a:pt x="48756" y="18876"/>
                    <a:pt x="48744" y="22698"/>
                    <a:pt x="48780" y="26520"/>
                  </a:cubicBezTo>
                  <a:cubicBezTo>
                    <a:pt x="48780" y="27154"/>
                    <a:pt x="48602" y="27330"/>
                    <a:pt x="48008" y="27330"/>
                  </a:cubicBezTo>
                  <a:cubicBezTo>
                    <a:pt x="47988" y="27330"/>
                    <a:pt x="47967" y="27330"/>
                    <a:pt x="47947" y="27330"/>
                  </a:cubicBezTo>
                  <a:cubicBezTo>
                    <a:pt x="46625" y="27322"/>
                    <a:pt x="45302" y="27319"/>
                    <a:pt x="43979" y="27319"/>
                  </a:cubicBezTo>
                  <a:cubicBezTo>
                    <a:pt x="41332" y="27319"/>
                    <a:pt x="38684" y="27330"/>
                    <a:pt x="36040" y="27330"/>
                  </a:cubicBezTo>
                  <a:cubicBezTo>
                    <a:pt x="35958" y="27330"/>
                    <a:pt x="35878" y="27334"/>
                    <a:pt x="35803" y="27334"/>
                  </a:cubicBezTo>
                  <a:cubicBezTo>
                    <a:pt x="35528" y="27334"/>
                    <a:pt x="35322" y="27282"/>
                    <a:pt x="35350" y="26806"/>
                  </a:cubicBezTo>
                  <a:cubicBezTo>
                    <a:pt x="35683" y="20293"/>
                    <a:pt x="37005" y="14054"/>
                    <a:pt x="40708" y="8542"/>
                  </a:cubicBezTo>
                  <a:cubicBezTo>
                    <a:pt x="42398" y="6042"/>
                    <a:pt x="44506" y="3994"/>
                    <a:pt x="47458" y="3041"/>
                  </a:cubicBezTo>
                  <a:cubicBezTo>
                    <a:pt x="47895" y="2898"/>
                    <a:pt x="48179" y="2808"/>
                    <a:pt x="48364" y="2808"/>
                  </a:cubicBezTo>
                  <a:close/>
                  <a:moveTo>
                    <a:pt x="41019" y="3796"/>
                  </a:moveTo>
                  <a:cubicBezTo>
                    <a:pt x="41099" y="3796"/>
                    <a:pt x="41184" y="3818"/>
                    <a:pt x="41279" y="3887"/>
                  </a:cubicBezTo>
                  <a:cubicBezTo>
                    <a:pt x="40981" y="4208"/>
                    <a:pt x="40684" y="4529"/>
                    <a:pt x="40386" y="4851"/>
                  </a:cubicBezTo>
                  <a:cubicBezTo>
                    <a:pt x="37124" y="8542"/>
                    <a:pt x="35243" y="12911"/>
                    <a:pt x="34028" y="17614"/>
                  </a:cubicBezTo>
                  <a:cubicBezTo>
                    <a:pt x="33290" y="20555"/>
                    <a:pt x="32861" y="23568"/>
                    <a:pt x="32754" y="26604"/>
                  </a:cubicBezTo>
                  <a:cubicBezTo>
                    <a:pt x="32730" y="27235"/>
                    <a:pt x="32528" y="27342"/>
                    <a:pt x="31945" y="27342"/>
                  </a:cubicBezTo>
                  <a:cubicBezTo>
                    <a:pt x="30417" y="27333"/>
                    <a:pt x="28890" y="27329"/>
                    <a:pt x="27365" y="27329"/>
                  </a:cubicBezTo>
                  <a:cubicBezTo>
                    <a:pt x="24897" y="27329"/>
                    <a:pt x="22432" y="27339"/>
                    <a:pt x="19967" y="27354"/>
                  </a:cubicBezTo>
                  <a:cubicBezTo>
                    <a:pt x="19360" y="27354"/>
                    <a:pt x="19157" y="27235"/>
                    <a:pt x="19217" y="26592"/>
                  </a:cubicBezTo>
                  <a:cubicBezTo>
                    <a:pt x="19681" y="21865"/>
                    <a:pt x="21503" y="17698"/>
                    <a:pt x="24491" y="14043"/>
                  </a:cubicBezTo>
                  <a:cubicBezTo>
                    <a:pt x="28754" y="8828"/>
                    <a:pt x="34314" y="5625"/>
                    <a:pt x="40743" y="3851"/>
                  </a:cubicBezTo>
                  <a:cubicBezTo>
                    <a:pt x="40830" y="3831"/>
                    <a:pt x="40920" y="3796"/>
                    <a:pt x="41019" y="3796"/>
                  </a:cubicBezTo>
                  <a:close/>
                  <a:moveTo>
                    <a:pt x="31083" y="4890"/>
                  </a:moveTo>
                  <a:cubicBezTo>
                    <a:pt x="31150" y="4890"/>
                    <a:pt x="31218" y="4893"/>
                    <a:pt x="31290" y="4899"/>
                  </a:cubicBezTo>
                  <a:cubicBezTo>
                    <a:pt x="30647" y="5303"/>
                    <a:pt x="30099" y="5637"/>
                    <a:pt x="29575" y="5994"/>
                  </a:cubicBezTo>
                  <a:cubicBezTo>
                    <a:pt x="23682" y="9947"/>
                    <a:pt x="19395" y="15138"/>
                    <a:pt x="17419" y="22055"/>
                  </a:cubicBezTo>
                  <a:cubicBezTo>
                    <a:pt x="16967" y="23591"/>
                    <a:pt x="16693" y="25175"/>
                    <a:pt x="16597" y="26770"/>
                  </a:cubicBezTo>
                  <a:cubicBezTo>
                    <a:pt x="16574" y="27223"/>
                    <a:pt x="16431" y="27354"/>
                    <a:pt x="15990" y="27354"/>
                  </a:cubicBezTo>
                  <a:cubicBezTo>
                    <a:pt x="11894" y="27354"/>
                    <a:pt x="7811" y="27354"/>
                    <a:pt x="3727" y="27378"/>
                  </a:cubicBezTo>
                  <a:cubicBezTo>
                    <a:pt x="3179" y="27378"/>
                    <a:pt x="3036" y="27211"/>
                    <a:pt x="3120" y="26699"/>
                  </a:cubicBezTo>
                  <a:cubicBezTo>
                    <a:pt x="3393" y="24770"/>
                    <a:pt x="4024" y="22913"/>
                    <a:pt x="4965" y="21210"/>
                  </a:cubicBezTo>
                  <a:cubicBezTo>
                    <a:pt x="7084" y="17352"/>
                    <a:pt x="10228" y="14483"/>
                    <a:pt x="13835" y="12078"/>
                  </a:cubicBezTo>
                  <a:cubicBezTo>
                    <a:pt x="19050" y="8601"/>
                    <a:pt x="24837" y="6423"/>
                    <a:pt x="30885" y="4899"/>
                  </a:cubicBezTo>
                  <a:cubicBezTo>
                    <a:pt x="30950" y="4893"/>
                    <a:pt x="31016" y="4890"/>
                    <a:pt x="31083" y="4890"/>
                  </a:cubicBezTo>
                  <a:close/>
                  <a:moveTo>
                    <a:pt x="15931" y="29973"/>
                  </a:moveTo>
                  <a:cubicBezTo>
                    <a:pt x="16312" y="29973"/>
                    <a:pt x="16550" y="29985"/>
                    <a:pt x="16597" y="30497"/>
                  </a:cubicBezTo>
                  <a:cubicBezTo>
                    <a:pt x="17252" y="38403"/>
                    <a:pt x="21050" y="44582"/>
                    <a:pt x="27099" y="49523"/>
                  </a:cubicBezTo>
                  <a:cubicBezTo>
                    <a:pt x="28349" y="50547"/>
                    <a:pt x="29754" y="51345"/>
                    <a:pt x="31040" y="52309"/>
                  </a:cubicBezTo>
                  <a:cubicBezTo>
                    <a:pt x="29790" y="52238"/>
                    <a:pt x="28635" y="51785"/>
                    <a:pt x="27456" y="51428"/>
                  </a:cubicBezTo>
                  <a:cubicBezTo>
                    <a:pt x="21824" y="49737"/>
                    <a:pt x="16514" y="47392"/>
                    <a:pt x="11811" y="43808"/>
                  </a:cubicBezTo>
                  <a:cubicBezTo>
                    <a:pt x="8692" y="41427"/>
                    <a:pt x="6072" y="38629"/>
                    <a:pt x="4405" y="35021"/>
                  </a:cubicBezTo>
                  <a:cubicBezTo>
                    <a:pt x="3786" y="33652"/>
                    <a:pt x="3358" y="32211"/>
                    <a:pt x="3131" y="30723"/>
                  </a:cubicBezTo>
                  <a:cubicBezTo>
                    <a:pt x="3048" y="30211"/>
                    <a:pt x="3120" y="29973"/>
                    <a:pt x="3739" y="29973"/>
                  </a:cubicBezTo>
                  <a:cubicBezTo>
                    <a:pt x="5092" y="29981"/>
                    <a:pt x="6447" y="29984"/>
                    <a:pt x="7802" y="29984"/>
                  </a:cubicBezTo>
                  <a:cubicBezTo>
                    <a:pt x="10512" y="29984"/>
                    <a:pt x="13224" y="29973"/>
                    <a:pt x="15931" y="29973"/>
                  </a:cubicBezTo>
                  <a:close/>
                  <a:moveTo>
                    <a:pt x="96084" y="29842"/>
                  </a:moveTo>
                  <a:cubicBezTo>
                    <a:pt x="97155" y="29842"/>
                    <a:pt x="97143" y="29842"/>
                    <a:pt x="96965" y="30878"/>
                  </a:cubicBezTo>
                  <a:lnTo>
                    <a:pt x="96977" y="30878"/>
                  </a:lnTo>
                  <a:cubicBezTo>
                    <a:pt x="96429" y="34152"/>
                    <a:pt x="94929" y="36962"/>
                    <a:pt x="92809" y="39474"/>
                  </a:cubicBezTo>
                  <a:cubicBezTo>
                    <a:pt x="89571" y="43308"/>
                    <a:pt x="85475" y="45987"/>
                    <a:pt x="81010" y="48166"/>
                  </a:cubicBezTo>
                  <a:cubicBezTo>
                    <a:pt x="77343" y="49952"/>
                    <a:pt x="73509" y="51250"/>
                    <a:pt x="69568" y="52262"/>
                  </a:cubicBezTo>
                  <a:cubicBezTo>
                    <a:pt x="69414" y="52297"/>
                    <a:pt x="69235" y="52309"/>
                    <a:pt x="69068" y="52333"/>
                  </a:cubicBezTo>
                  <a:cubicBezTo>
                    <a:pt x="71128" y="50976"/>
                    <a:pt x="73116" y="49535"/>
                    <a:pt x="74902" y="47832"/>
                  </a:cubicBezTo>
                  <a:cubicBezTo>
                    <a:pt x="79415" y="43558"/>
                    <a:pt x="82391" y="38438"/>
                    <a:pt x="83356" y="32235"/>
                  </a:cubicBezTo>
                  <a:cubicBezTo>
                    <a:pt x="83475" y="31664"/>
                    <a:pt x="83534" y="31068"/>
                    <a:pt x="83558" y="30485"/>
                  </a:cubicBezTo>
                  <a:cubicBezTo>
                    <a:pt x="83558" y="29937"/>
                    <a:pt x="83784" y="29842"/>
                    <a:pt x="84261" y="29842"/>
                  </a:cubicBezTo>
                  <a:cubicBezTo>
                    <a:pt x="85574" y="29850"/>
                    <a:pt x="86889" y="29853"/>
                    <a:pt x="88204" y="29853"/>
                  </a:cubicBezTo>
                  <a:cubicBezTo>
                    <a:pt x="90834" y="29853"/>
                    <a:pt x="93464" y="29842"/>
                    <a:pt x="96084" y="29842"/>
                  </a:cubicBezTo>
                  <a:close/>
                  <a:moveTo>
                    <a:pt x="31075" y="52321"/>
                  </a:moveTo>
                  <a:lnTo>
                    <a:pt x="31242" y="52393"/>
                  </a:lnTo>
                  <a:cubicBezTo>
                    <a:pt x="31230" y="52404"/>
                    <a:pt x="31206" y="52428"/>
                    <a:pt x="31183" y="52428"/>
                  </a:cubicBezTo>
                  <a:cubicBezTo>
                    <a:pt x="31123" y="52428"/>
                    <a:pt x="31040" y="52428"/>
                    <a:pt x="31075" y="52321"/>
                  </a:cubicBezTo>
                  <a:close/>
                  <a:moveTo>
                    <a:pt x="32135" y="29949"/>
                  </a:moveTo>
                  <a:cubicBezTo>
                    <a:pt x="32838" y="29949"/>
                    <a:pt x="32790" y="30330"/>
                    <a:pt x="32814" y="30783"/>
                  </a:cubicBezTo>
                  <a:cubicBezTo>
                    <a:pt x="32945" y="34890"/>
                    <a:pt x="33683" y="38962"/>
                    <a:pt x="35004" y="42856"/>
                  </a:cubicBezTo>
                  <a:cubicBezTo>
                    <a:pt x="36362" y="46808"/>
                    <a:pt x="38303" y="50416"/>
                    <a:pt x="41291" y="53452"/>
                  </a:cubicBezTo>
                  <a:cubicBezTo>
                    <a:pt x="38945" y="52964"/>
                    <a:pt x="36683" y="52178"/>
                    <a:pt x="34552" y="51107"/>
                  </a:cubicBezTo>
                  <a:cubicBezTo>
                    <a:pt x="28468" y="48094"/>
                    <a:pt x="23705" y="43749"/>
                    <a:pt x="20943" y="37438"/>
                  </a:cubicBezTo>
                  <a:cubicBezTo>
                    <a:pt x="19991" y="35271"/>
                    <a:pt x="19407" y="32962"/>
                    <a:pt x="19217" y="30604"/>
                  </a:cubicBezTo>
                  <a:cubicBezTo>
                    <a:pt x="19169" y="30116"/>
                    <a:pt x="19300" y="29973"/>
                    <a:pt x="19800" y="29973"/>
                  </a:cubicBezTo>
                  <a:cubicBezTo>
                    <a:pt x="21304" y="29977"/>
                    <a:pt x="22807" y="29980"/>
                    <a:pt x="24311" y="29980"/>
                  </a:cubicBezTo>
                  <a:cubicBezTo>
                    <a:pt x="26916" y="29980"/>
                    <a:pt x="29523" y="29972"/>
                    <a:pt x="32135" y="29949"/>
                  </a:cubicBezTo>
                  <a:close/>
                  <a:moveTo>
                    <a:pt x="80224" y="29854"/>
                  </a:moveTo>
                  <a:cubicBezTo>
                    <a:pt x="80820" y="29854"/>
                    <a:pt x="80998" y="29997"/>
                    <a:pt x="80939" y="30592"/>
                  </a:cubicBezTo>
                  <a:cubicBezTo>
                    <a:pt x="80582" y="34402"/>
                    <a:pt x="79260" y="38069"/>
                    <a:pt x="77093" y="41236"/>
                  </a:cubicBezTo>
                  <a:cubicBezTo>
                    <a:pt x="72712" y="47654"/>
                    <a:pt x="66544" y="51488"/>
                    <a:pt x="59103" y="53428"/>
                  </a:cubicBezTo>
                  <a:cubicBezTo>
                    <a:pt x="59054" y="53436"/>
                    <a:pt x="58994" y="53456"/>
                    <a:pt x="58957" y="53456"/>
                  </a:cubicBezTo>
                  <a:cubicBezTo>
                    <a:pt x="58940" y="53456"/>
                    <a:pt x="58928" y="53452"/>
                    <a:pt x="58924" y="53440"/>
                  </a:cubicBezTo>
                  <a:cubicBezTo>
                    <a:pt x="58865" y="53369"/>
                    <a:pt x="58948" y="53345"/>
                    <a:pt x="59007" y="53321"/>
                  </a:cubicBezTo>
                  <a:cubicBezTo>
                    <a:pt x="64901" y="47011"/>
                    <a:pt x="66854" y="39236"/>
                    <a:pt x="67330" y="30914"/>
                  </a:cubicBezTo>
                  <a:cubicBezTo>
                    <a:pt x="67389" y="29890"/>
                    <a:pt x="67366" y="29890"/>
                    <a:pt x="68402" y="29890"/>
                  </a:cubicBezTo>
                  <a:cubicBezTo>
                    <a:pt x="72342" y="29890"/>
                    <a:pt x="76295" y="29890"/>
                    <a:pt x="80224" y="29854"/>
                  </a:cubicBezTo>
                  <a:close/>
                  <a:moveTo>
                    <a:pt x="64127" y="29890"/>
                  </a:moveTo>
                  <a:cubicBezTo>
                    <a:pt x="64544" y="29890"/>
                    <a:pt x="64818" y="29890"/>
                    <a:pt x="64782" y="30461"/>
                  </a:cubicBezTo>
                  <a:cubicBezTo>
                    <a:pt x="64496" y="35926"/>
                    <a:pt x="63508" y="41213"/>
                    <a:pt x="60972" y="46118"/>
                  </a:cubicBezTo>
                  <a:cubicBezTo>
                    <a:pt x="59662" y="48594"/>
                    <a:pt x="58067" y="50833"/>
                    <a:pt x="55817" y="52535"/>
                  </a:cubicBezTo>
                  <a:lnTo>
                    <a:pt x="55829" y="52535"/>
                  </a:lnTo>
                  <a:cubicBezTo>
                    <a:pt x="54805" y="53333"/>
                    <a:pt x="53626" y="53928"/>
                    <a:pt x="52364" y="54286"/>
                  </a:cubicBezTo>
                  <a:cubicBezTo>
                    <a:pt x="52048" y="54372"/>
                    <a:pt x="51839" y="54428"/>
                    <a:pt x="51702" y="54428"/>
                  </a:cubicBezTo>
                  <a:cubicBezTo>
                    <a:pt x="51440" y="54428"/>
                    <a:pt x="51435" y="54224"/>
                    <a:pt x="51435" y="53631"/>
                  </a:cubicBezTo>
                  <a:lnTo>
                    <a:pt x="51435" y="42165"/>
                  </a:lnTo>
                  <a:lnTo>
                    <a:pt x="51376" y="42165"/>
                  </a:lnTo>
                  <a:lnTo>
                    <a:pt x="51376" y="30711"/>
                  </a:lnTo>
                  <a:cubicBezTo>
                    <a:pt x="51376" y="30221"/>
                    <a:pt x="51399" y="29913"/>
                    <a:pt x="52030" y="29913"/>
                  </a:cubicBezTo>
                  <a:cubicBezTo>
                    <a:pt x="52042" y="29913"/>
                    <a:pt x="52054" y="29913"/>
                    <a:pt x="52066" y="29914"/>
                  </a:cubicBezTo>
                  <a:cubicBezTo>
                    <a:pt x="53245" y="29921"/>
                    <a:pt x="54422" y="29923"/>
                    <a:pt x="55600" y="29923"/>
                  </a:cubicBezTo>
                  <a:cubicBezTo>
                    <a:pt x="58442" y="29923"/>
                    <a:pt x="61282" y="29907"/>
                    <a:pt x="64127" y="29890"/>
                  </a:cubicBezTo>
                  <a:close/>
                  <a:moveTo>
                    <a:pt x="48113" y="29925"/>
                  </a:moveTo>
                  <a:cubicBezTo>
                    <a:pt x="48697" y="29925"/>
                    <a:pt x="48804" y="30140"/>
                    <a:pt x="48792" y="30652"/>
                  </a:cubicBezTo>
                  <a:cubicBezTo>
                    <a:pt x="48780" y="34521"/>
                    <a:pt x="48792" y="38391"/>
                    <a:pt x="48792" y="42260"/>
                  </a:cubicBezTo>
                  <a:lnTo>
                    <a:pt x="48816" y="42260"/>
                  </a:lnTo>
                  <a:lnTo>
                    <a:pt x="48816" y="53571"/>
                  </a:lnTo>
                  <a:cubicBezTo>
                    <a:pt x="48816" y="54209"/>
                    <a:pt x="48816" y="54430"/>
                    <a:pt x="48540" y="54430"/>
                  </a:cubicBezTo>
                  <a:cubicBezTo>
                    <a:pt x="48393" y="54430"/>
                    <a:pt x="48170" y="54369"/>
                    <a:pt x="47828" y="54274"/>
                  </a:cubicBezTo>
                  <a:cubicBezTo>
                    <a:pt x="45280" y="53559"/>
                    <a:pt x="43351" y="51952"/>
                    <a:pt x="41732" y="49940"/>
                  </a:cubicBezTo>
                  <a:cubicBezTo>
                    <a:pt x="38791" y="46308"/>
                    <a:pt x="37231" y="42058"/>
                    <a:pt x="36267" y="37557"/>
                  </a:cubicBezTo>
                  <a:cubicBezTo>
                    <a:pt x="35790" y="35283"/>
                    <a:pt x="35564" y="32985"/>
                    <a:pt x="35397" y="30676"/>
                  </a:cubicBezTo>
                  <a:cubicBezTo>
                    <a:pt x="35362" y="30140"/>
                    <a:pt x="35469" y="29949"/>
                    <a:pt x="36052" y="29949"/>
                  </a:cubicBezTo>
                  <a:cubicBezTo>
                    <a:pt x="37525" y="29954"/>
                    <a:pt x="38997" y="29956"/>
                    <a:pt x="40468" y="29956"/>
                  </a:cubicBezTo>
                  <a:cubicBezTo>
                    <a:pt x="43015" y="29956"/>
                    <a:pt x="45562" y="29948"/>
                    <a:pt x="48113" y="29925"/>
                  </a:cubicBezTo>
                  <a:close/>
                  <a:moveTo>
                    <a:pt x="49847" y="0"/>
                  </a:moveTo>
                  <a:cubicBezTo>
                    <a:pt x="47878" y="0"/>
                    <a:pt x="45726" y="67"/>
                    <a:pt x="43553" y="255"/>
                  </a:cubicBezTo>
                  <a:cubicBezTo>
                    <a:pt x="35505" y="934"/>
                    <a:pt x="27694" y="2553"/>
                    <a:pt x="20253" y="5756"/>
                  </a:cubicBezTo>
                  <a:cubicBezTo>
                    <a:pt x="15192" y="7935"/>
                    <a:pt x="10537" y="10733"/>
                    <a:pt x="6644" y="14697"/>
                  </a:cubicBezTo>
                  <a:cubicBezTo>
                    <a:pt x="3465" y="17948"/>
                    <a:pt x="1191" y="21698"/>
                    <a:pt x="476" y="26282"/>
                  </a:cubicBezTo>
                  <a:cubicBezTo>
                    <a:pt x="453" y="26401"/>
                    <a:pt x="0" y="28830"/>
                    <a:pt x="679" y="32200"/>
                  </a:cubicBezTo>
                  <a:cubicBezTo>
                    <a:pt x="1488" y="36224"/>
                    <a:pt x="3667" y="39546"/>
                    <a:pt x="6501" y="42463"/>
                  </a:cubicBezTo>
                  <a:cubicBezTo>
                    <a:pt x="10799" y="46904"/>
                    <a:pt x="16038" y="49868"/>
                    <a:pt x="21705" y="52142"/>
                  </a:cubicBezTo>
                  <a:cubicBezTo>
                    <a:pt x="27992" y="54643"/>
                    <a:pt x="34528" y="56107"/>
                    <a:pt x="41255" y="56774"/>
                  </a:cubicBezTo>
                  <a:cubicBezTo>
                    <a:pt x="44247" y="57067"/>
                    <a:pt x="47230" y="57219"/>
                    <a:pt x="50202" y="57219"/>
                  </a:cubicBezTo>
                  <a:cubicBezTo>
                    <a:pt x="57026" y="57219"/>
                    <a:pt x="63796" y="56416"/>
                    <a:pt x="70497" y="54667"/>
                  </a:cubicBezTo>
                  <a:cubicBezTo>
                    <a:pt x="77462" y="52857"/>
                    <a:pt x="84023" y="50142"/>
                    <a:pt x="89797" y="45761"/>
                  </a:cubicBezTo>
                  <a:cubicBezTo>
                    <a:pt x="93476" y="42975"/>
                    <a:pt x="96548" y="39665"/>
                    <a:pt x="98405" y="35343"/>
                  </a:cubicBezTo>
                  <a:cubicBezTo>
                    <a:pt x="99048" y="33855"/>
                    <a:pt x="99489" y="32271"/>
                    <a:pt x="99691" y="30664"/>
                  </a:cubicBezTo>
                  <a:cubicBezTo>
                    <a:pt x="99870" y="29580"/>
                    <a:pt x="99715" y="26449"/>
                    <a:pt x="99489" y="25115"/>
                  </a:cubicBezTo>
                  <a:cubicBezTo>
                    <a:pt x="98620" y="21055"/>
                    <a:pt x="96548" y="17674"/>
                    <a:pt x="93714" y="14733"/>
                  </a:cubicBezTo>
                  <a:cubicBezTo>
                    <a:pt x="89583" y="10447"/>
                    <a:pt x="84558" y="7542"/>
                    <a:pt x="79117" y="5303"/>
                  </a:cubicBezTo>
                  <a:cubicBezTo>
                    <a:pt x="72485" y="2577"/>
                    <a:pt x="65556" y="1053"/>
                    <a:pt x="58424" y="398"/>
                  </a:cubicBezTo>
                  <a:cubicBezTo>
                    <a:pt x="57535" y="316"/>
                    <a:pt x="54123" y="0"/>
                    <a:pt x="498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" name="Google Shape;445;p21"/>
            <p:cNvSpPr/>
            <p:nvPr/>
          </p:nvSpPr>
          <p:spPr>
            <a:xfrm>
              <a:off x="270725" y="347375"/>
              <a:ext cx="191152" cy="192127"/>
            </a:xfrm>
            <a:custGeom>
              <a:rect b="b" l="l" r="r" t="t"/>
              <a:pathLst>
                <a:path extrusionOk="0" h="65797" w="65463">
                  <a:moveTo>
                    <a:pt x="32806" y="0"/>
                  </a:moveTo>
                  <a:cubicBezTo>
                    <a:pt x="28798" y="18110"/>
                    <a:pt x="17850" y="28872"/>
                    <a:pt x="0" y="33066"/>
                  </a:cubicBezTo>
                  <a:cubicBezTo>
                    <a:pt x="17702" y="37222"/>
                    <a:pt x="28464" y="47910"/>
                    <a:pt x="32806" y="65797"/>
                  </a:cubicBezTo>
                  <a:cubicBezTo>
                    <a:pt x="36962" y="47910"/>
                    <a:pt x="47761" y="37259"/>
                    <a:pt x="65463" y="33066"/>
                  </a:cubicBezTo>
                  <a:cubicBezTo>
                    <a:pt x="47576" y="28687"/>
                    <a:pt x="36739" y="18110"/>
                    <a:pt x="328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4">
  <p:cSld name="TITLE_AND_BODY_1_1">
    <p:spTree>
      <p:nvGrpSpPr>
        <p:cNvPr id="446" name="Shape 4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7" name="Google Shape;447;p22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448" name="Google Shape;448;p22"/>
          <p:cNvSpPr txBox="1"/>
          <p:nvPr>
            <p:ph idx="1" type="body"/>
          </p:nvPr>
        </p:nvSpPr>
        <p:spPr>
          <a:xfrm>
            <a:off x="720000" y="1044200"/>
            <a:ext cx="7704000" cy="2738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302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Char char="●"/>
              <a:defRPr/>
            </a:lvl1pPr>
            <a:lvl2pPr indent="-330200" lvl="1" marL="9144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600"/>
              <a:buChar char="○"/>
              <a:defRPr sz="1400"/>
            </a:lvl2pPr>
            <a:lvl3pPr indent="-323850" lvl="2" marL="13716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500"/>
              <a:buChar char="■"/>
              <a:defRPr sz="1400"/>
            </a:lvl3pPr>
            <a:lvl4pPr indent="-323850" lvl="3" marL="18288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500"/>
              <a:buChar char="●"/>
              <a:defRPr sz="1400"/>
            </a:lvl4pPr>
            <a:lvl5pPr indent="-317500" lvl="4" marL="22860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Char char="○"/>
              <a:defRPr sz="1400"/>
            </a:lvl5pPr>
            <a:lvl6pPr indent="-317500" lvl="5" marL="27432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Char char="■"/>
              <a:defRPr sz="1400"/>
            </a:lvl6pPr>
            <a:lvl7pPr indent="-311150" lvl="6" marL="32004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300"/>
              <a:buChar char="●"/>
              <a:defRPr sz="1400"/>
            </a:lvl7pPr>
            <a:lvl8pPr indent="-311150" lvl="7" marL="36576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300"/>
              <a:buChar char="○"/>
              <a:defRPr sz="1400"/>
            </a:lvl8pPr>
            <a:lvl9pPr indent="-317500" lvl="8" marL="4114800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 sz="1400"/>
            </a:lvl9pPr>
          </a:lstStyle>
          <a:p/>
        </p:txBody>
      </p:sp>
      <p:grpSp>
        <p:nvGrpSpPr>
          <p:cNvPr id="449" name="Google Shape;449;p22"/>
          <p:cNvGrpSpPr/>
          <p:nvPr/>
        </p:nvGrpSpPr>
        <p:grpSpPr>
          <a:xfrm>
            <a:off x="8754713" y="964654"/>
            <a:ext cx="37200" cy="2280719"/>
            <a:chOff x="8720263" y="1665954"/>
            <a:chExt cx="37200" cy="2280719"/>
          </a:xfrm>
        </p:grpSpPr>
        <p:sp>
          <p:nvSpPr>
            <p:cNvPr id="450" name="Google Shape;450;p22"/>
            <p:cNvSpPr/>
            <p:nvPr/>
          </p:nvSpPr>
          <p:spPr>
            <a:xfrm flipH="1">
              <a:off x="8720263" y="1665954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  <p:sp>
          <p:nvSpPr>
            <p:cNvPr id="451" name="Google Shape;451;p22"/>
            <p:cNvSpPr/>
            <p:nvPr/>
          </p:nvSpPr>
          <p:spPr>
            <a:xfrm flipH="1">
              <a:off x="8720263" y="2278650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  <p:sp>
          <p:nvSpPr>
            <p:cNvPr id="452" name="Google Shape;452;p22"/>
            <p:cNvSpPr/>
            <p:nvPr/>
          </p:nvSpPr>
          <p:spPr>
            <a:xfrm flipH="1">
              <a:off x="8720263" y="2570381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  <p:sp>
          <p:nvSpPr>
            <p:cNvPr id="453" name="Google Shape;453;p22"/>
            <p:cNvSpPr/>
            <p:nvPr/>
          </p:nvSpPr>
          <p:spPr>
            <a:xfrm flipH="1">
              <a:off x="8720263" y="2862111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  <p:sp>
          <p:nvSpPr>
            <p:cNvPr id="454" name="Google Shape;454;p22"/>
            <p:cNvSpPr/>
            <p:nvPr/>
          </p:nvSpPr>
          <p:spPr>
            <a:xfrm flipH="1">
              <a:off x="8720263" y="3653137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  <p:sp>
          <p:nvSpPr>
            <p:cNvPr id="455" name="Google Shape;455;p22"/>
            <p:cNvSpPr/>
            <p:nvPr/>
          </p:nvSpPr>
          <p:spPr>
            <a:xfrm flipH="1">
              <a:off x="8720263" y="3909472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</p:grpSp>
      <p:grpSp>
        <p:nvGrpSpPr>
          <p:cNvPr id="456" name="Google Shape;456;p22"/>
          <p:cNvGrpSpPr/>
          <p:nvPr/>
        </p:nvGrpSpPr>
        <p:grpSpPr>
          <a:xfrm flipH="1">
            <a:off x="442847" y="299958"/>
            <a:ext cx="1188759" cy="239538"/>
            <a:chOff x="2501428" y="4161487"/>
            <a:chExt cx="2196118" cy="442524"/>
          </a:xfrm>
        </p:grpSpPr>
        <p:grpSp>
          <p:nvGrpSpPr>
            <p:cNvPr id="457" name="Google Shape;457;p22"/>
            <p:cNvGrpSpPr/>
            <p:nvPr/>
          </p:nvGrpSpPr>
          <p:grpSpPr>
            <a:xfrm>
              <a:off x="4082894" y="4161487"/>
              <a:ext cx="614651" cy="442524"/>
              <a:chOff x="6608540" y="3355576"/>
              <a:chExt cx="1352071" cy="973435"/>
            </a:xfrm>
          </p:grpSpPr>
          <p:sp>
            <p:nvSpPr>
              <p:cNvPr id="458" name="Google Shape;458;p22"/>
              <p:cNvSpPr/>
              <p:nvPr/>
            </p:nvSpPr>
            <p:spPr>
              <a:xfrm>
                <a:off x="6608540" y="3843849"/>
                <a:ext cx="1352071" cy="485162"/>
              </a:xfrm>
              <a:custGeom>
                <a:rect b="b" l="l" r="r" t="t"/>
                <a:pathLst>
                  <a:path extrusionOk="0" fill="none" h="40229" w="112112">
                    <a:moveTo>
                      <a:pt x="1" y="1"/>
                    </a:moveTo>
                    <a:lnTo>
                      <a:pt x="75669" y="1"/>
                    </a:lnTo>
                    <a:lnTo>
                      <a:pt x="112111" y="1"/>
                    </a:lnTo>
                    <a:cubicBezTo>
                      <a:pt x="112111" y="1"/>
                      <a:pt x="72589" y="1003"/>
                      <a:pt x="71847" y="40228"/>
                    </a:cubicBezTo>
                  </a:path>
                </a:pathLst>
              </a:custGeom>
              <a:noFill/>
              <a:ln cap="flat" cmpd="sng" w="9525">
                <a:solidFill>
                  <a:schemeClr val="dk2"/>
                </a:solidFill>
                <a:prstDash val="solid"/>
                <a:miter lim="37110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" name="Google Shape;459;p22"/>
              <p:cNvSpPr/>
              <p:nvPr/>
            </p:nvSpPr>
            <p:spPr>
              <a:xfrm>
                <a:off x="7460229" y="3355576"/>
                <a:ext cx="498138" cy="489178"/>
              </a:xfrm>
              <a:custGeom>
                <a:rect b="b" l="l" r="r" t="t"/>
                <a:pathLst>
                  <a:path extrusionOk="0" fill="none" h="40562" w="41305">
                    <a:moveTo>
                      <a:pt x="1077" y="0"/>
                    </a:moveTo>
                    <a:cubicBezTo>
                      <a:pt x="1077" y="0"/>
                      <a:pt x="1" y="37482"/>
                      <a:pt x="41305" y="40562"/>
                    </a:cubicBezTo>
                  </a:path>
                </a:pathLst>
              </a:custGeom>
              <a:noFill/>
              <a:ln cap="flat" cmpd="sng" w="9525">
                <a:solidFill>
                  <a:schemeClr val="dk2"/>
                </a:solidFill>
                <a:prstDash val="solid"/>
                <a:miter lim="37110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cxnSp>
          <p:nvCxnSpPr>
            <p:cNvPr id="460" name="Google Shape;460;p22"/>
            <p:cNvCxnSpPr/>
            <p:nvPr/>
          </p:nvCxnSpPr>
          <p:spPr>
            <a:xfrm>
              <a:off x="2501428" y="4382750"/>
              <a:ext cx="1649700" cy="0"/>
            </a:xfrm>
            <a:prstGeom prst="straightConnector1">
              <a:avLst/>
            </a:prstGeom>
            <a:noFill/>
            <a:ln cap="flat" cmpd="sng" w="9525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sp>
        <p:nvSpPr>
          <p:cNvPr id="461" name="Google Shape;461;p22"/>
          <p:cNvSpPr/>
          <p:nvPr/>
        </p:nvSpPr>
        <p:spPr>
          <a:xfrm>
            <a:off x="308036" y="4489200"/>
            <a:ext cx="405188" cy="405650"/>
          </a:xfrm>
          <a:custGeom>
            <a:rect b="b" l="l" r="r" t="t"/>
            <a:pathLst>
              <a:path extrusionOk="0" h="28836" w="28798">
                <a:moveTo>
                  <a:pt x="13026" y="1"/>
                </a:moveTo>
                <a:lnTo>
                  <a:pt x="13026" y="11097"/>
                </a:lnTo>
                <a:lnTo>
                  <a:pt x="5196" y="3266"/>
                </a:lnTo>
                <a:lnTo>
                  <a:pt x="3229" y="5196"/>
                </a:lnTo>
                <a:lnTo>
                  <a:pt x="11059" y="13063"/>
                </a:lnTo>
                <a:lnTo>
                  <a:pt x="0" y="13063"/>
                </a:lnTo>
                <a:lnTo>
                  <a:pt x="0" y="15810"/>
                </a:lnTo>
                <a:lnTo>
                  <a:pt x="11059" y="15810"/>
                </a:lnTo>
                <a:lnTo>
                  <a:pt x="3229" y="23640"/>
                </a:lnTo>
                <a:lnTo>
                  <a:pt x="5196" y="25607"/>
                </a:lnTo>
                <a:lnTo>
                  <a:pt x="13026" y="17739"/>
                </a:lnTo>
                <a:lnTo>
                  <a:pt x="13026" y="28835"/>
                </a:lnTo>
                <a:lnTo>
                  <a:pt x="15772" y="28835"/>
                </a:lnTo>
                <a:lnTo>
                  <a:pt x="15772" y="17739"/>
                </a:lnTo>
                <a:lnTo>
                  <a:pt x="23602" y="25607"/>
                </a:lnTo>
                <a:lnTo>
                  <a:pt x="25569" y="23640"/>
                </a:lnTo>
                <a:lnTo>
                  <a:pt x="17702" y="15810"/>
                </a:lnTo>
                <a:lnTo>
                  <a:pt x="28798" y="15810"/>
                </a:lnTo>
                <a:lnTo>
                  <a:pt x="28798" y="13063"/>
                </a:lnTo>
                <a:lnTo>
                  <a:pt x="17702" y="13063"/>
                </a:lnTo>
                <a:lnTo>
                  <a:pt x="25569" y="5196"/>
                </a:lnTo>
                <a:lnTo>
                  <a:pt x="23602" y="3266"/>
                </a:lnTo>
                <a:lnTo>
                  <a:pt x="15772" y="11097"/>
                </a:lnTo>
                <a:lnTo>
                  <a:pt x="15772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1">
  <p:cSld name="TITLE_AND_TWO_COLUMNS_1">
    <p:spTree>
      <p:nvGrpSpPr>
        <p:cNvPr id="462" name="Shape 4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3" name="Google Shape;463;p23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464" name="Google Shape;464;p23"/>
          <p:cNvSpPr txBox="1"/>
          <p:nvPr>
            <p:ph idx="1" type="subTitle"/>
          </p:nvPr>
        </p:nvSpPr>
        <p:spPr>
          <a:xfrm>
            <a:off x="4865630" y="2909373"/>
            <a:ext cx="2853600" cy="1010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65" name="Google Shape;465;p23"/>
          <p:cNvSpPr txBox="1"/>
          <p:nvPr>
            <p:ph idx="2" type="subTitle"/>
          </p:nvPr>
        </p:nvSpPr>
        <p:spPr>
          <a:xfrm>
            <a:off x="1424754" y="2909374"/>
            <a:ext cx="2853600" cy="1010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66" name="Google Shape;466;p23"/>
          <p:cNvSpPr txBox="1"/>
          <p:nvPr>
            <p:ph idx="3" type="subTitle"/>
          </p:nvPr>
        </p:nvSpPr>
        <p:spPr>
          <a:xfrm>
            <a:off x="1424767" y="2370550"/>
            <a:ext cx="2853600" cy="558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b="1" sz="2300">
                <a:solidFill>
                  <a:schemeClr val="lt2"/>
                </a:solidFill>
                <a:latin typeface="Michroma"/>
                <a:ea typeface="Michroma"/>
                <a:cs typeface="Michroma"/>
                <a:sym typeface="Michroma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467" name="Google Shape;467;p23"/>
          <p:cNvSpPr txBox="1"/>
          <p:nvPr>
            <p:ph idx="4" type="subTitle"/>
          </p:nvPr>
        </p:nvSpPr>
        <p:spPr>
          <a:xfrm>
            <a:off x="4865646" y="2370550"/>
            <a:ext cx="2853600" cy="558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b="1" sz="2300">
                <a:solidFill>
                  <a:schemeClr val="lt2"/>
                </a:solidFill>
                <a:latin typeface="Michroma"/>
                <a:ea typeface="Michroma"/>
                <a:cs typeface="Michroma"/>
                <a:sym typeface="Michroma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grpSp>
        <p:nvGrpSpPr>
          <p:cNvPr id="468" name="Google Shape;468;p23"/>
          <p:cNvGrpSpPr/>
          <p:nvPr/>
        </p:nvGrpSpPr>
        <p:grpSpPr>
          <a:xfrm>
            <a:off x="7719247" y="245946"/>
            <a:ext cx="1244853" cy="4771875"/>
            <a:chOff x="7719247" y="245946"/>
            <a:chExt cx="1244853" cy="4771875"/>
          </a:xfrm>
        </p:grpSpPr>
        <p:grpSp>
          <p:nvGrpSpPr>
            <p:cNvPr id="469" name="Google Shape;469;p23"/>
            <p:cNvGrpSpPr/>
            <p:nvPr/>
          </p:nvGrpSpPr>
          <p:grpSpPr>
            <a:xfrm flipH="1">
              <a:off x="7719247" y="4778283"/>
              <a:ext cx="1188759" cy="239538"/>
              <a:chOff x="2501428" y="4161487"/>
              <a:chExt cx="2196118" cy="442524"/>
            </a:xfrm>
          </p:grpSpPr>
          <p:grpSp>
            <p:nvGrpSpPr>
              <p:cNvPr id="470" name="Google Shape;470;p23"/>
              <p:cNvGrpSpPr/>
              <p:nvPr/>
            </p:nvGrpSpPr>
            <p:grpSpPr>
              <a:xfrm>
                <a:off x="4082894" y="4161487"/>
                <a:ext cx="614651" cy="442524"/>
                <a:chOff x="6608540" y="3355576"/>
                <a:chExt cx="1352071" cy="973435"/>
              </a:xfrm>
            </p:grpSpPr>
            <p:sp>
              <p:nvSpPr>
                <p:cNvPr id="471" name="Google Shape;471;p23"/>
                <p:cNvSpPr/>
                <p:nvPr/>
              </p:nvSpPr>
              <p:spPr>
                <a:xfrm>
                  <a:off x="6608540" y="3843849"/>
                  <a:ext cx="1352071" cy="485162"/>
                </a:xfrm>
                <a:custGeom>
                  <a:rect b="b" l="l" r="r" t="t"/>
                  <a:pathLst>
                    <a:path extrusionOk="0" fill="none" h="40229" w="112112">
                      <a:moveTo>
                        <a:pt x="1" y="1"/>
                      </a:moveTo>
                      <a:lnTo>
                        <a:pt x="75669" y="1"/>
                      </a:lnTo>
                      <a:lnTo>
                        <a:pt x="112111" y="1"/>
                      </a:lnTo>
                      <a:cubicBezTo>
                        <a:pt x="112111" y="1"/>
                        <a:pt x="72589" y="1003"/>
                        <a:pt x="71847" y="40228"/>
                      </a:cubicBezTo>
                    </a:path>
                  </a:pathLst>
                </a:custGeom>
                <a:noFill/>
                <a:ln cap="flat" cmpd="sng" w="9525">
                  <a:solidFill>
                    <a:schemeClr val="dk2"/>
                  </a:solidFill>
                  <a:prstDash val="solid"/>
                  <a:miter lim="37110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72" name="Google Shape;472;p23"/>
                <p:cNvSpPr/>
                <p:nvPr/>
              </p:nvSpPr>
              <p:spPr>
                <a:xfrm>
                  <a:off x="7460229" y="3355576"/>
                  <a:ext cx="498138" cy="489178"/>
                </a:xfrm>
                <a:custGeom>
                  <a:rect b="b" l="l" r="r" t="t"/>
                  <a:pathLst>
                    <a:path extrusionOk="0" fill="none" h="40562" w="41305">
                      <a:moveTo>
                        <a:pt x="1077" y="0"/>
                      </a:moveTo>
                      <a:cubicBezTo>
                        <a:pt x="1077" y="0"/>
                        <a:pt x="1" y="37482"/>
                        <a:pt x="41305" y="40562"/>
                      </a:cubicBezTo>
                    </a:path>
                  </a:pathLst>
                </a:custGeom>
                <a:noFill/>
                <a:ln cap="flat" cmpd="sng" w="9525">
                  <a:solidFill>
                    <a:schemeClr val="dk2"/>
                  </a:solidFill>
                  <a:prstDash val="solid"/>
                  <a:miter lim="37110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cxnSp>
            <p:nvCxnSpPr>
              <p:cNvPr id="473" name="Google Shape;473;p23"/>
              <p:cNvCxnSpPr/>
              <p:nvPr/>
            </p:nvCxnSpPr>
            <p:spPr>
              <a:xfrm>
                <a:off x="2501428" y="4382750"/>
                <a:ext cx="16497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dk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474" name="Google Shape;474;p23"/>
            <p:cNvGrpSpPr/>
            <p:nvPr/>
          </p:nvGrpSpPr>
          <p:grpSpPr>
            <a:xfrm rot="5400000">
              <a:off x="8461000" y="329946"/>
              <a:ext cx="587100" cy="419100"/>
              <a:chOff x="8316263" y="4328453"/>
              <a:chExt cx="587100" cy="612450"/>
            </a:xfrm>
          </p:grpSpPr>
          <p:sp>
            <p:nvSpPr>
              <p:cNvPr id="475" name="Google Shape;475;p23"/>
              <p:cNvSpPr/>
              <p:nvPr/>
            </p:nvSpPr>
            <p:spPr>
              <a:xfrm>
                <a:off x="8316263" y="4604003"/>
                <a:ext cx="587100" cy="336900"/>
              </a:xfrm>
              <a:prstGeom prst="ellipse">
                <a:avLst/>
              </a:prstGeom>
              <a:noFill/>
              <a:ln cap="flat" cmpd="sng" w="9525">
                <a:solidFill>
                  <a:schemeClr val="dk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latin typeface="Anaheim"/>
                  <a:ea typeface="Anaheim"/>
                  <a:cs typeface="Anaheim"/>
                  <a:sym typeface="Anaheim"/>
                </a:endParaRPr>
              </a:p>
            </p:txBody>
          </p:sp>
          <p:sp>
            <p:nvSpPr>
              <p:cNvPr id="476" name="Google Shape;476;p23"/>
              <p:cNvSpPr/>
              <p:nvPr/>
            </p:nvSpPr>
            <p:spPr>
              <a:xfrm>
                <a:off x="8316263" y="4466228"/>
                <a:ext cx="587100" cy="336900"/>
              </a:xfrm>
              <a:prstGeom prst="ellipse">
                <a:avLst/>
              </a:prstGeom>
              <a:noFill/>
              <a:ln cap="flat" cmpd="sng" w="9525">
                <a:solidFill>
                  <a:schemeClr val="dk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latin typeface="Anaheim"/>
                  <a:ea typeface="Anaheim"/>
                  <a:cs typeface="Anaheim"/>
                  <a:sym typeface="Anaheim"/>
                </a:endParaRPr>
              </a:p>
            </p:txBody>
          </p:sp>
          <p:sp>
            <p:nvSpPr>
              <p:cNvPr id="477" name="Google Shape;477;p23"/>
              <p:cNvSpPr/>
              <p:nvPr/>
            </p:nvSpPr>
            <p:spPr>
              <a:xfrm>
                <a:off x="8316263" y="4328453"/>
                <a:ext cx="587100" cy="336900"/>
              </a:xfrm>
              <a:prstGeom prst="ellipse">
                <a:avLst/>
              </a:prstGeom>
              <a:noFill/>
              <a:ln cap="flat" cmpd="sng" w="9525">
                <a:solidFill>
                  <a:schemeClr val="dk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latin typeface="Anaheim"/>
                  <a:ea typeface="Anaheim"/>
                  <a:cs typeface="Anaheim"/>
                  <a:sym typeface="Anaheim"/>
                </a:endParaRPr>
              </a:p>
            </p:txBody>
          </p:sp>
        </p:grpSp>
      </p:grpSp>
      <p:grpSp>
        <p:nvGrpSpPr>
          <p:cNvPr id="478" name="Google Shape;478;p23"/>
          <p:cNvGrpSpPr/>
          <p:nvPr/>
        </p:nvGrpSpPr>
        <p:grpSpPr>
          <a:xfrm>
            <a:off x="270725" y="347375"/>
            <a:ext cx="808273" cy="4675754"/>
            <a:chOff x="270725" y="347375"/>
            <a:chExt cx="808273" cy="4675754"/>
          </a:xfrm>
        </p:grpSpPr>
        <p:sp>
          <p:nvSpPr>
            <p:cNvPr id="479" name="Google Shape;479;p23"/>
            <p:cNvSpPr/>
            <p:nvPr/>
          </p:nvSpPr>
          <p:spPr>
            <a:xfrm>
              <a:off x="347450" y="4604000"/>
              <a:ext cx="731548" cy="419129"/>
            </a:xfrm>
            <a:custGeom>
              <a:rect b="b" l="l" r="r" t="t"/>
              <a:pathLst>
                <a:path extrusionOk="0" h="57219" w="99870">
                  <a:moveTo>
                    <a:pt x="58847" y="3703"/>
                  </a:moveTo>
                  <a:cubicBezTo>
                    <a:pt x="58882" y="3703"/>
                    <a:pt x="58917" y="3719"/>
                    <a:pt x="58948" y="3744"/>
                  </a:cubicBezTo>
                  <a:lnTo>
                    <a:pt x="58960" y="3744"/>
                  </a:lnTo>
                  <a:cubicBezTo>
                    <a:pt x="68652" y="6351"/>
                    <a:pt x="76105" y="11626"/>
                    <a:pt x="79796" y="21341"/>
                  </a:cubicBezTo>
                  <a:cubicBezTo>
                    <a:pt x="80439" y="23020"/>
                    <a:pt x="80760" y="24794"/>
                    <a:pt x="80939" y="26592"/>
                  </a:cubicBezTo>
                  <a:cubicBezTo>
                    <a:pt x="80986" y="27116"/>
                    <a:pt x="80820" y="27258"/>
                    <a:pt x="80296" y="27258"/>
                  </a:cubicBezTo>
                  <a:cubicBezTo>
                    <a:pt x="79275" y="27255"/>
                    <a:pt x="78253" y="27254"/>
                    <a:pt x="77231" y="27254"/>
                  </a:cubicBezTo>
                  <a:cubicBezTo>
                    <a:pt x="74165" y="27254"/>
                    <a:pt x="71095" y="27267"/>
                    <a:pt x="68032" y="27294"/>
                  </a:cubicBezTo>
                  <a:cubicBezTo>
                    <a:pt x="68021" y="27294"/>
                    <a:pt x="68009" y="27294"/>
                    <a:pt x="67998" y="27294"/>
                  </a:cubicBezTo>
                  <a:cubicBezTo>
                    <a:pt x="67342" y="27294"/>
                    <a:pt x="67353" y="26953"/>
                    <a:pt x="67330" y="26485"/>
                  </a:cubicBezTo>
                  <a:cubicBezTo>
                    <a:pt x="67104" y="21067"/>
                    <a:pt x="66044" y="15840"/>
                    <a:pt x="63746" y="10911"/>
                  </a:cubicBezTo>
                  <a:cubicBezTo>
                    <a:pt x="62520" y="8292"/>
                    <a:pt x="60865" y="5911"/>
                    <a:pt x="58865" y="3827"/>
                  </a:cubicBezTo>
                  <a:lnTo>
                    <a:pt x="58757" y="3744"/>
                  </a:lnTo>
                  <a:cubicBezTo>
                    <a:pt x="58786" y="3716"/>
                    <a:pt x="58816" y="3703"/>
                    <a:pt x="58847" y="3703"/>
                  </a:cubicBezTo>
                  <a:close/>
                  <a:moveTo>
                    <a:pt x="51686" y="2804"/>
                  </a:moveTo>
                  <a:cubicBezTo>
                    <a:pt x="51788" y="2804"/>
                    <a:pt x="51917" y="2829"/>
                    <a:pt x="52078" y="2875"/>
                  </a:cubicBezTo>
                  <a:cubicBezTo>
                    <a:pt x="54459" y="3506"/>
                    <a:pt x="56329" y="4887"/>
                    <a:pt x="57924" y="6696"/>
                  </a:cubicBezTo>
                  <a:cubicBezTo>
                    <a:pt x="60889" y="10078"/>
                    <a:pt x="62532" y="14114"/>
                    <a:pt x="63591" y="18412"/>
                  </a:cubicBezTo>
                  <a:cubicBezTo>
                    <a:pt x="64270" y="21127"/>
                    <a:pt x="64592" y="23889"/>
                    <a:pt x="64746" y="26663"/>
                  </a:cubicBezTo>
                  <a:cubicBezTo>
                    <a:pt x="64770" y="27163"/>
                    <a:pt x="64627" y="27306"/>
                    <a:pt x="64139" y="27306"/>
                  </a:cubicBezTo>
                  <a:cubicBezTo>
                    <a:pt x="62457" y="27301"/>
                    <a:pt x="60774" y="27298"/>
                    <a:pt x="59089" y="27298"/>
                  </a:cubicBezTo>
                  <a:cubicBezTo>
                    <a:pt x="56706" y="27298"/>
                    <a:pt x="54320" y="27304"/>
                    <a:pt x="51935" y="27318"/>
                  </a:cubicBezTo>
                  <a:cubicBezTo>
                    <a:pt x="51304" y="27318"/>
                    <a:pt x="51352" y="26997"/>
                    <a:pt x="51352" y="26580"/>
                  </a:cubicBezTo>
                  <a:cubicBezTo>
                    <a:pt x="51364" y="22710"/>
                    <a:pt x="51364" y="18853"/>
                    <a:pt x="51364" y="14983"/>
                  </a:cubicBezTo>
                  <a:lnTo>
                    <a:pt x="51340" y="14983"/>
                  </a:lnTo>
                  <a:cubicBezTo>
                    <a:pt x="51340" y="11137"/>
                    <a:pt x="51352" y="7292"/>
                    <a:pt x="51328" y="3446"/>
                  </a:cubicBezTo>
                  <a:cubicBezTo>
                    <a:pt x="51328" y="2986"/>
                    <a:pt x="51410" y="2804"/>
                    <a:pt x="51686" y="2804"/>
                  </a:cubicBezTo>
                  <a:close/>
                  <a:moveTo>
                    <a:pt x="69056" y="4887"/>
                  </a:moveTo>
                  <a:lnTo>
                    <a:pt x="69056" y="4887"/>
                  </a:lnTo>
                  <a:cubicBezTo>
                    <a:pt x="71152" y="5315"/>
                    <a:pt x="73212" y="5899"/>
                    <a:pt x="75224" y="6625"/>
                  </a:cubicBezTo>
                  <a:lnTo>
                    <a:pt x="75236" y="6625"/>
                  </a:lnTo>
                  <a:cubicBezTo>
                    <a:pt x="80629" y="8542"/>
                    <a:pt x="85701" y="11054"/>
                    <a:pt x="90047" y="14852"/>
                  </a:cubicBezTo>
                  <a:cubicBezTo>
                    <a:pt x="93143" y="17567"/>
                    <a:pt x="95560" y="20746"/>
                    <a:pt x="96655" y="24782"/>
                  </a:cubicBezTo>
                  <a:cubicBezTo>
                    <a:pt x="96798" y="25306"/>
                    <a:pt x="96881" y="25842"/>
                    <a:pt x="97000" y="26377"/>
                  </a:cubicBezTo>
                  <a:cubicBezTo>
                    <a:pt x="97143" y="26973"/>
                    <a:pt x="97048" y="27235"/>
                    <a:pt x="96310" y="27235"/>
                  </a:cubicBezTo>
                  <a:cubicBezTo>
                    <a:pt x="95167" y="27219"/>
                    <a:pt x="94025" y="27213"/>
                    <a:pt x="92884" y="27213"/>
                  </a:cubicBezTo>
                  <a:cubicBezTo>
                    <a:pt x="90601" y="27213"/>
                    <a:pt x="88321" y="27235"/>
                    <a:pt x="86035" y="27235"/>
                  </a:cubicBezTo>
                  <a:cubicBezTo>
                    <a:pt x="85590" y="27235"/>
                    <a:pt x="85089" y="27320"/>
                    <a:pt x="84642" y="27320"/>
                  </a:cubicBezTo>
                  <a:cubicBezTo>
                    <a:pt x="84323" y="27320"/>
                    <a:pt x="84031" y="27276"/>
                    <a:pt x="83808" y="27127"/>
                  </a:cubicBezTo>
                  <a:cubicBezTo>
                    <a:pt x="83249" y="26770"/>
                    <a:pt x="83511" y="25734"/>
                    <a:pt x="83391" y="25008"/>
                  </a:cubicBezTo>
                  <a:cubicBezTo>
                    <a:pt x="82308" y="18091"/>
                    <a:pt x="78843" y="12566"/>
                    <a:pt x="73545" y="8113"/>
                  </a:cubicBezTo>
                  <a:cubicBezTo>
                    <a:pt x="72116" y="6946"/>
                    <a:pt x="70616" y="5863"/>
                    <a:pt x="69056" y="4887"/>
                  </a:cubicBezTo>
                  <a:close/>
                  <a:moveTo>
                    <a:pt x="48364" y="2808"/>
                  </a:moveTo>
                  <a:cubicBezTo>
                    <a:pt x="48704" y="2808"/>
                    <a:pt x="48709" y="3114"/>
                    <a:pt x="48709" y="3970"/>
                  </a:cubicBezTo>
                  <a:lnTo>
                    <a:pt x="48709" y="15055"/>
                  </a:lnTo>
                  <a:lnTo>
                    <a:pt x="48756" y="15055"/>
                  </a:lnTo>
                  <a:cubicBezTo>
                    <a:pt x="48756" y="18876"/>
                    <a:pt x="48744" y="22698"/>
                    <a:pt x="48780" y="26520"/>
                  </a:cubicBezTo>
                  <a:cubicBezTo>
                    <a:pt x="48780" y="27154"/>
                    <a:pt x="48602" y="27330"/>
                    <a:pt x="48008" y="27330"/>
                  </a:cubicBezTo>
                  <a:cubicBezTo>
                    <a:pt x="47988" y="27330"/>
                    <a:pt x="47967" y="27330"/>
                    <a:pt x="47947" y="27330"/>
                  </a:cubicBezTo>
                  <a:cubicBezTo>
                    <a:pt x="46625" y="27322"/>
                    <a:pt x="45302" y="27319"/>
                    <a:pt x="43979" y="27319"/>
                  </a:cubicBezTo>
                  <a:cubicBezTo>
                    <a:pt x="41332" y="27319"/>
                    <a:pt x="38684" y="27330"/>
                    <a:pt x="36040" y="27330"/>
                  </a:cubicBezTo>
                  <a:cubicBezTo>
                    <a:pt x="35958" y="27330"/>
                    <a:pt x="35878" y="27334"/>
                    <a:pt x="35803" y="27334"/>
                  </a:cubicBezTo>
                  <a:cubicBezTo>
                    <a:pt x="35528" y="27334"/>
                    <a:pt x="35322" y="27282"/>
                    <a:pt x="35350" y="26806"/>
                  </a:cubicBezTo>
                  <a:cubicBezTo>
                    <a:pt x="35683" y="20293"/>
                    <a:pt x="37005" y="14054"/>
                    <a:pt x="40708" y="8542"/>
                  </a:cubicBezTo>
                  <a:cubicBezTo>
                    <a:pt x="42398" y="6042"/>
                    <a:pt x="44506" y="3994"/>
                    <a:pt x="47458" y="3041"/>
                  </a:cubicBezTo>
                  <a:cubicBezTo>
                    <a:pt x="47895" y="2898"/>
                    <a:pt x="48179" y="2808"/>
                    <a:pt x="48364" y="2808"/>
                  </a:cubicBezTo>
                  <a:close/>
                  <a:moveTo>
                    <a:pt x="41019" y="3796"/>
                  </a:moveTo>
                  <a:cubicBezTo>
                    <a:pt x="41099" y="3796"/>
                    <a:pt x="41184" y="3818"/>
                    <a:pt x="41279" y="3887"/>
                  </a:cubicBezTo>
                  <a:cubicBezTo>
                    <a:pt x="40981" y="4208"/>
                    <a:pt x="40684" y="4529"/>
                    <a:pt x="40386" y="4851"/>
                  </a:cubicBezTo>
                  <a:cubicBezTo>
                    <a:pt x="37124" y="8542"/>
                    <a:pt x="35243" y="12911"/>
                    <a:pt x="34028" y="17614"/>
                  </a:cubicBezTo>
                  <a:cubicBezTo>
                    <a:pt x="33290" y="20555"/>
                    <a:pt x="32861" y="23568"/>
                    <a:pt x="32754" y="26604"/>
                  </a:cubicBezTo>
                  <a:cubicBezTo>
                    <a:pt x="32730" y="27235"/>
                    <a:pt x="32528" y="27342"/>
                    <a:pt x="31945" y="27342"/>
                  </a:cubicBezTo>
                  <a:cubicBezTo>
                    <a:pt x="30417" y="27333"/>
                    <a:pt x="28890" y="27329"/>
                    <a:pt x="27365" y="27329"/>
                  </a:cubicBezTo>
                  <a:cubicBezTo>
                    <a:pt x="24897" y="27329"/>
                    <a:pt x="22432" y="27339"/>
                    <a:pt x="19967" y="27354"/>
                  </a:cubicBezTo>
                  <a:cubicBezTo>
                    <a:pt x="19360" y="27354"/>
                    <a:pt x="19157" y="27235"/>
                    <a:pt x="19217" y="26592"/>
                  </a:cubicBezTo>
                  <a:cubicBezTo>
                    <a:pt x="19681" y="21865"/>
                    <a:pt x="21503" y="17698"/>
                    <a:pt x="24491" y="14043"/>
                  </a:cubicBezTo>
                  <a:cubicBezTo>
                    <a:pt x="28754" y="8828"/>
                    <a:pt x="34314" y="5625"/>
                    <a:pt x="40743" y="3851"/>
                  </a:cubicBezTo>
                  <a:cubicBezTo>
                    <a:pt x="40830" y="3831"/>
                    <a:pt x="40920" y="3796"/>
                    <a:pt x="41019" y="3796"/>
                  </a:cubicBezTo>
                  <a:close/>
                  <a:moveTo>
                    <a:pt x="31083" y="4890"/>
                  </a:moveTo>
                  <a:cubicBezTo>
                    <a:pt x="31150" y="4890"/>
                    <a:pt x="31218" y="4893"/>
                    <a:pt x="31290" y="4899"/>
                  </a:cubicBezTo>
                  <a:cubicBezTo>
                    <a:pt x="30647" y="5303"/>
                    <a:pt x="30099" y="5637"/>
                    <a:pt x="29575" y="5994"/>
                  </a:cubicBezTo>
                  <a:cubicBezTo>
                    <a:pt x="23682" y="9947"/>
                    <a:pt x="19395" y="15138"/>
                    <a:pt x="17419" y="22055"/>
                  </a:cubicBezTo>
                  <a:cubicBezTo>
                    <a:pt x="16967" y="23591"/>
                    <a:pt x="16693" y="25175"/>
                    <a:pt x="16597" y="26770"/>
                  </a:cubicBezTo>
                  <a:cubicBezTo>
                    <a:pt x="16574" y="27223"/>
                    <a:pt x="16431" y="27354"/>
                    <a:pt x="15990" y="27354"/>
                  </a:cubicBezTo>
                  <a:cubicBezTo>
                    <a:pt x="11894" y="27354"/>
                    <a:pt x="7811" y="27354"/>
                    <a:pt x="3727" y="27378"/>
                  </a:cubicBezTo>
                  <a:cubicBezTo>
                    <a:pt x="3179" y="27378"/>
                    <a:pt x="3036" y="27211"/>
                    <a:pt x="3120" y="26699"/>
                  </a:cubicBezTo>
                  <a:cubicBezTo>
                    <a:pt x="3393" y="24770"/>
                    <a:pt x="4024" y="22913"/>
                    <a:pt x="4965" y="21210"/>
                  </a:cubicBezTo>
                  <a:cubicBezTo>
                    <a:pt x="7084" y="17352"/>
                    <a:pt x="10228" y="14483"/>
                    <a:pt x="13835" y="12078"/>
                  </a:cubicBezTo>
                  <a:cubicBezTo>
                    <a:pt x="19050" y="8601"/>
                    <a:pt x="24837" y="6423"/>
                    <a:pt x="30885" y="4899"/>
                  </a:cubicBezTo>
                  <a:cubicBezTo>
                    <a:pt x="30950" y="4893"/>
                    <a:pt x="31016" y="4890"/>
                    <a:pt x="31083" y="4890"/>
                  </a:cubicBezTo>
                  <a:close/>
                  <a:moveTo>
                    <a:pt x="15931" y="29973"/>
                  </a:moveTo>
                  <a:cubicBezTo>
                    <a:pt x="16312" y="29973"/>
                    <a:pt x="16550" y="29985"/>
                    <a:pt x="16597" y="30497"/>
                  </a:cubicBezTo>
                  <a:cubicBezTo>
                    <a:pt x="17252" y="38403"/>
                    <a:pt x="21050" y="44582"/>
                    <a:pt x="27099" y="49523"/>
                  </a:cubicBezTo>
                  <a:cubicBezTo>
                    <a:pt x="28349" y="50547"/>
                    <a:pt x="29754" y="51345"/>
                    <a:pt x="31040" y="52309"/>
                  </a:cubicBezTo>
                  <a:cubicBezTo>
                    <a:pt x="29790" y="52238"/>
                    <a:pt x="28635" y="51785"/>
                    <a:pt x="27456" y="51428"/>
                  </a:cubicBezTo>
                  <a:cubicBezTo>
                    <a:pt x="21824" y="49737"/>
                    <a:pt x="16514" y="47392"/>
                    <a:pt x="11811" y="43808"/>
                  </a:cubicBezTo>
                  <a:cubicBezTo>
                    <a:pt x="8692" y="41427"/>
                    <a:pt x="6072" y="38629"/>
                    <a:pt x="4405" y="35021"/>
                  </a:cubicBezTo>
                  <a:cubicBezTo>
                    <a:pt x="3786" y="33652"/>
                    <a:pt x="3358" y="32211"/>
                    <a:pt x="3131" y="30723"/>
                  </a:cubicBezTo>
                  <a:cubicBezTo>
                    <a:pt x="3048" y="30211"/>
                    <a:pt x="3120" y="29973"/>
                    <a:pt x="3739" y="29973"/>
                  </a:cubicBezTo>
                  <a:cubicBezTo>
                    <a:pt x="5092" y="29981"/>
                    <a:pt x="6447" y="29984"/>
                    <a:pt x="7802" y="29984"/>
                  </a:cubicBezTo>
                  <a:cubicBezTo>
                    <a:pt x="10512" y="29984"/>
                    <a:pt x="13224" y="29973"/>
                    <a:pt x="15931" y="29973"/>
                  </a:cubicBezTo>
                  <a:close/>
                  <a:moveTo>
                    <a:pt x="96084" y="29842"/>
                  </a:moveTo>
                  <a:cubicBezTo>
                    <a:pt x="97155" y="29842"/>
                    <a:pt x="97143" y="29842"/>
                    <a:pt x="96965" y="30878"/>
                  </a:cubicBezTo>
                  <a:lnTo>
                    <a:pt x="96977" y="30878"/>
                  </a:lnTo>
                  <a:cubicBezTo>
                    <a:pt x="96429" y="34152"/>
                    <a:pt x="94929" y="36962"/>
                    <a:pt x="92809" y="39474"/>
                  </a:cubicBezTo>
                  <a:cubicBezTo>
                    <a:pt x="89571" y="43308"/>
                    <a:pt x="85475" y="45987"/>
                    <a:pt x="81010" y="48166"/>
                  </a:cubicBezTo>
                  <a:cubicBezTo>
                    <a:pt x="77343" y="49952"/>
                    <a:pt x="73509" y="51250"/>
                    <a:pt x="69568" y="52262"/>
                  </a:cubicBezTo>
                  <a:cubicBezTo>
                    <a:pt x="69414" y="52297"/>
                    <a:pt x="69235" y="52309"/>
                    <a:pt x="69068" y="52333"/>
                  </a:cubicBezTo>
                  <a:cubicBezTo>
                    <a:pt x="71128" y="50976"/>
                    <a:pt x="73116" y="49535"/>
                    <a:pt x="74902" y="47832"/>
                  </a:cubicBezTo>
                  <a:cubicBezTo>
                    <a:pt x="79415" y="43558"/>
                    <a:pt x="82391" y="38438"/>
                    <a:pt x="83356" y="32235"/>
                  </a:cubicBezTo>
                  <a:cubicBezTo>
                    <a:pt x="83475" y="31664"/>
                    <a:pt x="83534" y="31068"/>
                    <a:pt x="83558" y="30485"/>
                  </a:cubicBezTo>
                  <a:cubicBezTo>
                    <a:pt x="83558" y="29937"/>
                    <a:pt x="83784" y="29842"/>
                    <a:pt x="84261" y="29842"/>
                  </a:cubicBezTo>
                  <a:cubicBezTo>
                    <a:pt x="85574" y="29850"/>
                    <a:pt x="86889" y="29853"/>
                    <a:pt x="88204" y="29853"/>
                  </a:cubicBezTo>
                  <a:cubicBezTo>
                    <a:pt x="90834" y="29853"/>
                    <a:pt x="93464" y="29842"/>
                    <a:pt x="96084" y="29842"/>
                  </a:cubicBezTo>
                  <a:close/>
                  <a:moveTo>
                    <a:pt x="31075" y="52321"/>
                  </a:moveTo>
                  <a:lnTo>
                    <a:pt x="31242" y="52393"/>
                  </a:lnTo>
                  <a:cubicBezTo>
                    <a:pt x="31230" y="52404"/>
                    <a:pt x="31206" y="52428"/>
                    <a:pt x="31183" y="52428"/>
                  </a:cubicBezTo>
                  <a:cubicBezTo>
                    <a:pt x="31123" y="52428"/>
                    <a:pt x="31040" y="52428"/>
                    <a:pt x="31075" y="52321"/>
                  </a:cubicBezTo>
                  <a:close/>
                  <a:moveTo>
                    <a:pt x="32135" y="29949"/>
                  </a:moveTo>
                  <a:cubicBezTo>
                    <a:pt x="32838" y="29949"/>
                    <a:pt x="32790" y="30330"/>
                    <a:pt x="32814" y="30783"/>
                  </a:cubicBezTo>
                  <a:cubicBezTo>
                    <a:pt x="32945" y="34890"/>
                    <a:pt x="33683" y="38962"/>
                    <a:pt x="35004" y="42856"/>
                  </a:cubicBezTo>
                  <a:cubicBezTo>
                    <a:pt x="36362" y="46808"/>
                    <a:pt x="38303" y="50416"/>
                    <a:pt x="41291" y="53452"/>
                  </a:cubicBezTo>
                  <a:cubicBezTo>
                    <a:pt x="38945" y="52964"/>
                    <a:pt x="36683" y="52178"/>
                    <a:pt x="34552" y="51107"/>
                  </a:cubicBezTo>
                  <a:cubicBezTo>
                    <a:pt x="28468" y="48094"/>
                    <a:pt x="23705" y="43749"/>
                    <a:pt x="20943" y="37438"/>
                  </a:cubicBezTo>
                  <a:cubicBezTo>
                    <a:pt x="19991" y="35271"/>
                    <a:pt x="19407" y="32962"/>
                    <a:pt x="19217" y="30604"/>
                  </a:cubicBezTo>
                  <a:cubicBezTo>
                    <a:pt x="19169" y="30116"/>
                    <a:pt x="19300" y="29973"/>
                    <a:pt x="19800" y="29973"/>
                  </a:cubicBezTo>
                  <a:cubicBezTo>
                    <a:pt x="21304" y="29977"/>
                    <a:pt x="22807" y="29980"/>
                    <a:pt x="24311" y="29980"/>
                  </a:cubicBezTo>
                  <a:cubicBezTo>
                    <a:pt x="26916" y="29980"/>
                    <a:pt x="29523" y="29972"/>
                    <a:pt x="32135" y="29949"/>
                  </a:cubicBezTo>
                  <a:close/>
                  <a:moveTo>
                    <a:pt x="80224" y="29854"/>
                  </a:moveTo>
                  <a:cubicBezTo>
                    <a:pt x="80820" y="29854"/>
                    <a:pt x="80998" y="29997"/>
                    <a:pt x="80939" y="30592"/>
                  </a:cubicBezTo>
                  <a:cubicBezTo>
                    <a:pt x="80582" y="34402"/>
                    <a:pt x="79260" y="38069"/>
                    <a:pt x="77093" y="41236"/>
                  </a:cubicBezTo>
                  <a:cubicBezTo>
                    <a:pt x="72712" y="47654"/>
                    <a:pt x="66544" y="51488"/>
                    <a:pt x="59103" y="53428"/>
                  </a:cubicBezTo>
                  <a:cubicBezTo>
                    <a:pt x="59054" y="53436"/>
                    <a:pt x="58994" y="53456"/>
                    <a:pt x="58957" y="53456"/>
                  </a:cubicBezTo>
                  <a:cubicBezTo>
                    <a:pt x="58940" y="53456"/>
                    <a:pt x="58928" y="53452"/>
                    <a:pt x="58924" y="53440"/>
                  </a:cubicBezTo>
                  <a:cubicBezTo>
                    <a:pt x="58865" y="53369"/>
                    <a:pt x="58948" y="53345"/>
                    <a:pt x="59007" y="53321"/>
                  </a:cubicBezTo>
                  <a:cubicBezTo>
                    <a:pt x="64901" y="47011"/>
                    <a:pt x="66854" y="39236"/>
                    <a:pt x="67330" y="30914"/>
                  </a:cubicBezTo>
                  <a:cubicBezTo>
                    <a:pt x="67389" y="29890"/>
                    <a:pt x="67366" y="29890"/>
                    <a:pt x="68402" y="29890"/>
                  </a:cubicBezTo>
                  <a:cubicBezTo>
                    <a:pt x="72342" y="29890"/>
                    <a:pt x="76295" y="29890"/>
                    <a:pt x="80224" y="29854"/>
                  </a:cubicBezTo>
                  <a:close/>
                  <a:moveTo>
                    <a:pt x="64127" y="29890"/>
                  </a:moveTo>
                  <a:cubicBezTo>
                    <a:pt x="64544" y="29890"/>
                    <a:pt x="64818" y="29890"/>
                    <a:pt x="64782" y="30461"/>
                  </a:cubicBezTo>
                  <a:cubicBezTo>
                    <a:pt x="64496" y="35926"/>
                    <a:pt x="63508" y="41213"/>
                    <a:pt x="60972" y="46118"/>
                  </a:cubicBezTo>
                  <a:cubicBezTo>
                    <a:pt x="59662" y="48594"/>
                    <a:pt x="58067" y="50833"/>
                    <a:pt x="55817" y="52535"/>
                  </a:cubicBezTo>
                  <a:lnTo>
                    <a:pt x="55829" y="52535"/>
                  </a:lnTo>
                  <a:cubicBezTo>
                    <a:pt x="54805" y="53333"/>
                    <a:pt x="53626" y="53928"/>
                    <a:pt x="52364" y="54286"/>
                  </a:cubicBezTo>
                  <a:cubicBezTo>
                    <a:pt x="52048" y="54372"/>
                    <a:pt x="51839" y="54428"/>
                    <a:pt x="51702" y="54428"/>
                  </a:cubicBezTo>
                  <a:cubicBezTo>
                    <a:pt x="51440" y="54428"/>
                    <a:pt x="51435" y="54224"/>
                    <a:pt x="51435" y="53631"/>
                  </a:cubicBezTo>
                  <a:lnTo>
                    <a:pt x="51435" y="42165"/>
                  </a:lnTo>
                  <a:lnTo>
                    <a:pt x="51376" y="42165"/>
                  </a:lnTo>
                  <a:lnTo>
                    <a:pt x="51376" y="30711"/>
                  </a:lnTo>
                  <a:cubicBezTo>
                    <a:pt x="51376" y="30221"/>
                    <a:pt x="51399" y="29913"/>
                    <a:pt x="52030" y="29913"/>
                  </a:cubicBezTo>
                  <a:cubicBezTo>
                    <a:pt x="52042" y="29913"/>
                    <a:pt x="52054" y="29913"/>
                    <a:pt x="52066" y="29914"/>
                  </a:cubicBezTo>
                  <a:cubicBezTo>
                    <a:pt x="53245" y="29921"/>
                    <a:pt x="54422" y="29923"/>
                    <a:pt x="55600" y="29923"/>
                  </a:cubicBezTo>
                  <a:cubicBezTo>
                    <a:pt x="58442" y="29923"/>
                    <a:pt x="61282" y="29907"/>
                    <a:pt x="64127" y="29890"/>
                  </a:cubicBezTo>
                  <a:close/>
                  <a:moveTo>
                    <a:pt x="48113" y="29925"/>
                  </a:moveTo>
                  <a:cubicBezTo>
                    <a:pt x="48697" y="29925"/>
                    <a:pt x="48804" y="30140"/>
                    <a:pt x="48792" y="30652"/>
                  </a:cubicBezTo>
                  <a:cubicBezTo>
                    <a:pt x="48780" y="34521"/>
                    <a:pt x="48792" y="38391"/>
                    <a:pt x="48792" y="42260"/>
                  </a:cubicBezTo>
                  <a:lnTo>
                    <a:pt x="48816" y="42260"/>
                  </a:lnTo>
                  <a:lnTo>
                    <a:pt x="48816" y="53571"/>
                  </a:lnTo>
                  <a:cubicBezTo>
                    <a:pt x="48816" y="54209"/>
                    <a:pt x="48816" y="54430"/>
                    <a:pt x="48540" y="54430"/>
                  </a:cubicBezTo>
                  <a:cubicBezTo>
                    <a:pt x="48393" y="54430"/>
                    <a:pt x="48170" y="54369"/>
                    <a:pt x="47828" y="54274"/>
                  </a:cubicBezTo>
                  <a:cubicBezTo>
                    <a:pt x="45280" y="53559"/>
                    <a:pt x="43351" y="51952"/>
                    <a:pt x="41732" y="49940"/>
                  </a:cubicBezTo>
                  <a:cubicBezTo>
                    <a:pt x="38791" y="46308"/>
                    <a:pt x="37231" y="42058"/>
                    <a:pt x="36267" y="37557"/>
                  </a:cubicBezTo>
                  <a:cubicBezTo>
                    <a:pt x="35790" y="35283"/>
                    <a:pt x="35564" y="32985"/>
                    <a:pt x="35397" y="30676"/>
                  </a:cubicBezTo>
                  <a:cubicBezTo>
                    <a:pt x="35362" y="30140"/>
                    <a:pt x="35469" y="29949"/>
                    <a:pt x="36052" y="29949"/>
                  </a:cubicBezTo>
                  <a:cubicBezTo>
                    <a:pt x="37525" y="29954"/>
                    <a:pt x="38997" y="29956"/>
                    <a:pt x="40468" y="29956"/>
                  </a:cubicBezTo>
                  <a:cubicBezTo>
                    <a:pt x="43015" y="29956"/>
                    <a:pt x="45562" y="29948"/>
                    <a:pt x="48113" y="29925"/>
                  </a:cubicBezTo>
                  <a:close/>
                  <a:moveTo>
                    <a:pt x="49847" y="0"/>
                  </a:moveTo>
                  <a:cubicBezTo>
                    <a:pt x="47878" y="0"/>
                    <a:pt x="45726" y="67"/>
                    <a:pt x="43553" y="255"/>
                  </a:cubicBezTo>
                  <a:cubicBezTo>
                    <a:pt x="35505" y="934"/>
                    <a:pt x="27694" y="2553"/>
                    <a:pt x="20253" y="5756"/>
                  </a:cubicBezTo>
                  <a:cubicBezTo>
                    <a:pt x="15192" y="7935"/>
                    <a:pt x="10537" y="10733"/>
                    <a:pt x="6644" y="14697"/>
                  </a:cubicBezTo>
                  <a:cubicBezTo>
                    <a:pt x="3465" y="17948"/>
                    <a:pt x="1191" y="21698"/>
                    <a:pt x="476" y="26282"/>
                  </a:cubicBezTo>
                  <a:cubicBezTo>
                    <a:pt x="453" y="26401"/>
                    <a:pt x="0" y="28830"/>
                    <a:pt x="679" y="32200"/>
                  </a:cubicBezTo>
                  <a:cubicBezTo>
                    <a:pt x="1488" y="36224"/>
                    <a:pt x="3667" y="39546"/>
                    <a:pt x="6501" y="42463"/>
                  </a:cubicBezTo>
                  <a:cubicBezTo>
                    <a:pt x="10799" y="46904"/>
                    <a:pt x="16038" y="49868"/>
                    <a:pt x="21705" y="52142"/>
                  </a:cubicBezTo>
                  <a:cubicBezTo>
                    <a:pt x="27992" y="54643"/>
                    <a:pt x="34528" y="56107"/>
                    <a:pt x="41255" y="56774"/>
                  </a:cubicBezTo>
                  <a:cubicBezTo>
                    <a:pt x="44247" y="57067"/>
                    <a:pt x="47230" y="57219"/>
                    <a:pt x="50202" y="57219"/>
                  </a:cubicBezTo>
                  <a:cubicBezTo>
                    <a:pt x="57026" y="57219"/>
                    <a:pt x="63796" y="56416"/>
                    <a:pt x="70497" y="54667"/>
                  </a:cubicBezTo>
                  <a:cubicBezTo>
                    <a:pt x="77462" y="52857"/>
                    <a:pt x="84023" y="50142"/>
                    <a:pt x="89797" y="45761"/>
                  </a:cubicBezTo>
                  <a:cubicBezTo>
                    <a:pt x="93476" y="42975"/>
                    <a:pt x="96548" y="39665"/>
                    <a:pt x="98405" y="35343"/>
                  </a:cubicBezTo>
                  <a:cubicBezTo>
                    <a:pt x="99048" y="33855"/>
                    <a:pt x="99489" y="32271"/>
                    <a:pt x="99691" y="30664"/>
                  </a:cubicBezTo>
                  <a:cubicBezTo>
                    <a:pt x="99870" y="29580"/>
                    <a:pt x="99715" y="26449"/>
                    <a:pt x="99489" y="25115"/>
                  </a:cubicBezTo>
                  <a:cubicBezTo>
                    <a:pt x="98620" y="21055"/>
                    <a:pt x="96548" y="17674"/>
                    <a:pt x="93714" y="14733"/>
                  </a:cubicBezTo>
                  <a:cubicBezTo>
                    <a:pt x="89583" y="10447"/>
                    <a:pt x="84558" y="7542"/>
                    <a:pt x="79117" y="5303"/>
                  </a:cubicBezTo>
                  <a:cubicBezTo>
                    <a:pt x="72485" y="2577"/>
                    <a:pt x="65556" y="1053"/>
                    <a:pt x="58424" y="398"/>
                  </a:cubicBezTo>
                  <a:cubicBezTo>
                    <a:pt x="57535" y="316"/>
                    <a:pt x="54123" y="0"/>
                    <a:pt x="498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" name="Google Shape;480;p23"/>
            <p:cNvSpPr/>
            <p:nvPr/>
          </p:nvSpPr>
          <p:spPr>
            <a:xfrm>
              <a:off x="270725" y="347375"/>
              <a:ext cx="191152" cy="192127"/>
            </a:xfrm>
            <a:custGeom>
              <a:rect b="b" l="l" r="r" t="t"/>
              <a:pathLst>
                <a:path extrusionOk="0" h="65797" w="65463">
                  <a:moveTo>
                    <a:pt x="32806" y="0"/>
                  </a:moveTo>
                  <a:cubicBezTo>
                    <a:pt x="28798" y="18110"/>
                    <a:pt x="17850" y="28872"/>
                    <a:pt x="0" y="33066"/>
                  </a:cubicBezTo>
                  <a:cubicBezTo>
                    <a:pt x="17702" y="37222"/>
                    <a:pt x="28464" y="47910"/>
                    <a:pt x="32806" y="65797"/>
                  </a:cubicBezTo>
                  <a:cubicBezTo>
                    <a:pt x="36962" y="47910"/>
                    <a:pt x="47761" y="37259"/>
                    <a:pt x="65463" y="33066"/>
                  </a:cubicBezTo>
                  <a:cubicBezTo>
                    <a:pt x="47576" y="28687"/>
                    <a:pt x="36739" y="18110"/>
                    <a:pt x="328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2">
  <p:cSld name="TITLE_AND_TWO_COLUMNS_1_1">
    <p:spTree>
      <p:nvGrpSpPr>
        <p:cNvPr id="481" name="Shape 4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2" name="Google Shape;482;p24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483" name="Google Shape;483;p24"/>
          <p:cNvSpPr txBox="1"/>
          <p:nvPr>
            <p:ph idx="1" type="subTitle"/>
          </p:nvPr>
        </p:nvSpPr>
        <p:spPr>
          <a:xfrm>
            <a:off x="4875550" y="1385800"/>
            <a:ext cx="3167100" cy="2875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84" name="Google Shape;484;p24"/>
          <p:cNvSpPr txBox="1"/>
          <p:nvPr>
            <p:ph idx="2" type="subTitle"/>
          </p:nvPr>
        </p:nvSpPr>
        <p:spPr>
          <a:xfrm>
            <a:off x="1101350" y="1385800"/>
            <a:ext cx="3167100" cy="2875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grpSp>
        <p:nvGrpSpPr>
          <p:cNvPr id="485" name="Google Shape;485;p24"/>
          <p:cNvGrpSpPr/>
          <p:nvPr/>
        </p:nvGrpSpPr>
        <p:grpSpPr>
          <a:xfrm>
            <a:off x="8759438" y="2620629"/>
            <a:ext cx="37200" cy="2280719"/>
            <a:chOff x="8720263" y="1665954"/>
            <a:chExt cx="37200" cy="2280719"/>
          </a:xfrm>
        </p:grpSpPr>
        <p:sp>
          <p:nvSpPr>
            <p:cNvPr id="486" name="Google Shape;486;p24"/>
            <p:cNvSpPr/>
            <p:nvPr/>
          </p:nvSpPr>
          <p:spPr>
            <a:xfrm flipH="1">
              <a:off x="8720263" y="1665954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  <p:sp>
          <p:nvSpPr>
            <p:cNvPr id="487" name="Google Shape;487;p24"/>
            <p:cNvSpPr/>
            <p:nvPr/>
          </p:nvSpPr>
          <p:spPr>
            <a:xfrm flipH="1">
              <a:off x="8720263" y="2278650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  <p:sp>
          <p:nvSpPr>
            <p:cNvPr id="488" name="Google Shape;488;p24"/>
            <p:cNvSpPr/>
            <p:nvPr/>
          </p:nvSpPr>
          <p:spPr>
            <a:xfrm flipH="1">
              <a:off x="8720263" y="2570381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  <p:sp>
          <p:nvSpPr>
            <p:cNvPr id="489" name="Google Shape;489;p24"/>
            <p:cNvSpPr/>
            <p:nvPr/>
          </p:nvSpPr>
          <p:spPr>
            <a:xfrm flipH="1">
              <a:off x="8720263" y="2862111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  <p:sp>
          <p:nvSpPr>
            <p:cNvPr id="490" name="Google Shape;490;p24"/>
            <p:cNvSpPr/>
            <p:nvPr/>
          </p:nvSpPr>
          <p:spPr>
            <a:xfrm flipH="1">
              <a:off x="8720263" y="3653137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  <p:sp>
          <p:nvSpPr>
            <p:cNvPr id="491" name="Google Shape;491;p24"/>
            <p:cNvSpPr/>
            <p:nvPr/>
          </p:nvSpPr>
          <p:spPr>
            <a:xfrm flipH="1">
              <a:off x="8720263" y="3909472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</p:grpSp>
      <p:grpSp>
        <p:nvGrpSpPr>
          <p:cNvPr id="492" name="Google Shape;492;p24"/>
          <p:cNvGrpSpPr/>
          <p:nvPr/>
        </p:nvGrpSpPr>
        <p:grpSpPr>
          <a:xfrm rot="5400000">
            <a:off x="8484500" y="329946"/>
            <a:ext cx="587100" cy="419100"/>
            <a:chOff x="8316263" y="4328453"/>
            <a:chExt cx="587100" cy="612450"/>
          </a:xfrm>
        </p:grpSpPr>
        <p:sp>
          <p:nvSpPr>
            <p:cNvPr id="493" name="Google Shape;493;p24"/>
            <p:cNvSpPr/>
            <p:nvPr/>
          </p:nvSpPr>
          <p:spPr>
            <a:xfrm>
              <a:off x="8316263" y="4604003"/>
              <a:ext cx="587100" cy="336900"/>
            </a:xfrm>
            <a:prstGeom prst="ellipse">
              <a:avLst/>
            </a:prstGeom>
            <a:noFill/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  <p:sp>
          <p:nvSpPr>
            <p:cNvPr id="494" name="Google Shape;494;p24"/>
            <p:cNvSpPr/>
            <p:nvPr/>
          </p:nvSpPr>
          <p:spPr>
            <a:xfrm>
              <a:off x="8316263" y="4466228"/>
              <a:ext cx="587100" cy="336900"/>
            </a:xfrm>
            <a:prstGeom prst="ellipse">
              <a:avLst/>
            </a:prstGeom>
            <a:noFill/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  <p:sp>
          <p:nvSpPr>
            <p:cNvPr id="495" name="Google Shape;495;p24"/>
            <p:cNvSpPr/>
            <p:nvPr/>
          </p:nvSpPr>
          <p:spPr>
            <a:xfrm>
              <a:off x="8316263" y="4328453"/>
              <a:ext cx="587100" cy="336900"/>
            </a:xfrm>
            <a:prstGeom prst="ellipse">
              <a:avLst/>
            </a:prstGeom>
            <a:noFill/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</p:grpSp>
      <p:grpSp>
        <p:nvGrpSpPr>
          <p:cNvPr id="496" name="Google Shape;496;p24"/>
          <p:cNvGrpSpPr/>
          <p:nvPr/>
        </p:nvGrpSpPr>
        <p:grpSpPr>
          <a:xfrm>
            <a:off x="158711" y="347375"/>
            <a:ext cx="405188" cy="4601101"/>
            <a:chOff x="158711" y="347375"/>
            <a:chExt cx="405188" cy="4601101"/>
          </a:xfrm>
        </p:grpSpPr>
        <p:sp>
          <p:nvSpPr>
            <p:cNvPr id="497" name="Google Shape;497;p24"/>
            <p:cNvSpPr/>
            <p:nvPr/>
          </p:nvSpPr>
          <p:spPr>
            <a:xfrm>
              <a:off x="158711" y="4542825"/>
              <a:ext cx="405188" cy="405650"/>
            </a:xfrm>
            <a:custGeom>
              <a:rect b="b" l="l" r="r" t="t"/>
              <a:pathLst>
                <a:path extrusionOk="0" h="28836" w="28798">
                  <a:moveTo>
                    <a:pt x="13026" y="1"/>
                  </a:moveTo>
                  <a:lnTo>
                    <a:pt x="13026" y="11097"/>
                  </a:lnTo>
                  <a:lnTo>
                    <a:pt x="5196" y="3266"/>
                  </a:lnTo>
                  <a:lnTo>
                    <a:pt x="3229" y="5196"/>
                  </a:lnTo>
                  <a:lnTo>
                    <a:pt x="11059" y="13063"/>
                  </a:lnTo>
                  <a:lnTo>
                    <a:pt x="0" y="13063"/>
                  </a:lnTo>
                  <a:lnTo>
                    <a:pt x="0" y="15810"/>
                  </a:lnTo>
                  <a:lnTo>
                    <a:pt x="11059" y="15810"/>
                  </a:lnTo>
                  <a:lnTo>
                    <a:pt x="3229" y="23640"/>
                  </a:lnTo>
                  <a:lnTo>
                    <a:pt x="5196" y="25607"/>
                  </a:lnTo>
                  <a:lnTo>
                    <a:pt x="13026" y="17739"/>
                  </a:lnTo>
                  <a:lnTo>
                    <a:pt x="13026" y="28835"/>
                  </a:lnTo>
                  <a:lnTo>
                    <a:pt x="15772" y="28835"/>
                  </a:lnTo>
                  <a:lnTo>
                    <a:pt x="15772" y="17739"/>
                  </a:lnTo>
                  <a:lnTo>
                    <a:pt x="23602" y="25607"/>
                  </a:lnTo>
                  <a:lnTo>
                    <a:pt x="25569" y="23640"/>
                  </a:lnTo>
                  <a:lnTo>
                    <a:pt x="17702" y="15810"/>
                  </a:lnTo>
                  <a:lnTo>
                    <a:pt x="28798" y="15810"/>
                  </a:lnTo>
                  <a:lnTo>
                    <a:pt x="28798" y="13063"/>
                  </a:lnTo>
                  <a:lnTo>
                    <a:pt x="17702" y="13063"/>
                  </a:lnTo>
                  <a:lnTo>
                    <a:pt x="25569" y="5196"/>
                  </a:lnTo>
                  <a:lnTo>
                    <a:pt x="23602" y="3266"/>
                  </a:lnTo>
                  <a:lnTo>
                    <a:pt x="15772" y="11097"/>
                  </a:lnTo>
                  <a:lnTo>
                    <a:pt x="1577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" name="Google Shape;498;p24"/>
            <p:cNvSpPr/>
            <p:nvPr/>
          </p:nvSpPr>
          <p:spPr>
            <a:xfrm>
              <a:off x="270725" y="347375"/>
              <a:ext cx="191152" cy="192127"/>
            </a:xfrm>
            <a:custGeom>
              <a:rect b="b" l="l" r="r" t="t"/>
              <a:pathLst>
                <a:path extrusionOk="0" h="65797" w="65463">
                  <a:moveTo>
                    <a:pt x="32806" y="0"/>
                  </a:moveTo>
                  <a:cubicBezTo>
                    <a:pt x="28798" y="18110"/>
                    <a:pt x="17850" y="28872"/>
                    <a:pt x="0" y="33066"/>
                  </a:cubicBezTo>
                  <a:cubicBezTo>
                    <a:pt x="17702" y="37222"/>
                    <a:pt x="28464" y="47910"/>
                    <a:pt x="32806" y="65797"/>
                  </a:cubicBezTo>
                  <a:cubicBezTo>
                    <a:pt x="36962" y="47910"/>
                    <a:pt x="47761" y="37259"/>
                    <a:pt x="65463" y="33066"/>
                  </a:cubicBezTo>
                  <a:cubicBezTo>
                    <a:pt x="47576" y="28687"/>
                    <a:pt x="36739" y="18110"/>
                    <a:pt x="328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">
  <p:cSld name="CUSTOM_6">
    <p:spTree>
      <p:nvGrpSpPr>
        <p:cNvPr id="499" name="Shape 4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0" name="Google Shape;500;p25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501" name="Google Shape;501;p25"/>
          <p:cNvSpPr txBox="1"/>
          <p:nvPr>
            <p:ph idx="1" type="subTitle"/>
          </p:nvPr>
        </p:nvSpPr>
        <p:spPr>
          <a:xfrm>
            <a:off x="871663" y="3053852"/>
            <a:ext cx="2241300" cy="869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502" name="Google Shape;502;p25"/>
          <p:cNvSpPr txBox="1"/>
          <p:nvPr>
            <p:ph idx="2" type="subTitle"/>
          </p:nvPr>
        </p:nvSpPr>
        <p:spPr>
          <a:xfrm>
            <a:off x="3451348" y="3053852"/>
            <a:ext cx="2241300" cy="869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503" name="Google Shape;503;p25"/>
          <p:cNvSpPr txBox="1"/>
          <p:nvPr>
            <p:ph idx="3" type="subTitle"/>
          </p:nvPr>
        </p:nvSpPr>
        <p:spPr>
          <a:xfrm>
            <a:off x="6031037" y="3053852"/>
            <a:ext cx="2241300" cy="869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504" name="Google Shape;504;p25"/>
          <p:cNvSpPr txBox="1"/>
          <p:nvPr>
            <p:ph idx="4" type="subTitle"/>
          </p:nvPr>
        </p:nvSpPr>
        <p:spPr>
          <a:xfrm>
            <a:off x="871662" y="2526150"/>
            <a:ext cx="2241300" cy="527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b="1" sz="2400">
                <a:solidFill>
                  <a:schemeClr val="lt2"/>
                </a:solidFill>
                <a:latin typeface="Michroma"/>
                <a:ea typeface="Michroma"/>
                <a:cs typeface="Michroma"/>
                <a:sym typeface="Michroma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505" name="Google Shape;505;p25"/>
          <p:cNvSpPr txBox="1"/>
          <p:nvPr>
            <p:ph idx="5" type="subTitle"/>
          </p:nvPr>
        </p:nvSpPr>
        <p:spPr>
          <a:xfrm>
            <a:off x="3451352" y="2526150"/>
            <a:ext cx="2241300" cy="527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b="1" sz="2400">
                <a:solidFill>
                  <a:schemeClr val="lt2"/>
                </a:solidFill>
                <a:latin typeface="Michroma"/>
                <a:ea typeface="Michroma"/>
                <a:cs typeface="Michroma"/>
                <a:sym typeface="Michroma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506" name="Google Shape;506;p25"/>
          <p:cNvSpPr txBox="1"/>
          <p:nvPr>
            <p:ph idx="6" type="subTitle"/>
          </p:nvPr>
        </p:nvSpPr>
        <p:spPr>
          <a:xfrm>
            <a:off x="6031038" y="2526150"/>
            <a:ext cx="2241300" cy="527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b="1" sz="2400">
                <a:solidFill>
                  <a:schemeClr val="lt2"/>
                </a:solidFill>
                <a:latin typeface="Michroma"/>
                <a:ea typeface="Michroma"/>
                <a:cs typeface="Michroma"/>
                <a:sym typeface="Michroma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grpSp>
        <p:nvGrpSpPr>
          <p:cNvPr id="507" name="Google Shape;507;p25"/>
          <p:cNvGrpSpPr/>
          <p:nvPr/>
        </p:nvGrpSpPr>
        <p:grpSpPr>
          <a:xfrm flipH="1">
            <a:off x="219747" y="4750608"/>
            <a:ext cx="1188759" cy="239538"/>
            <a:chOff x="2501428" y="4161487"/>
            <a:chExt cx="2196118" cy="442524"/>
          </a:xfrm>
        </p:grpSpPr>
        <p:grpSp>
          <p:nvGrpSpPr>
            <p:cNvPr id="508" name="Google Shape;508;p25"/>
            <p:cNvGrpSpPr/>
            <p:nvPr/>
          </p:nvGrpSpPr>
          <p:grpSpPr>
            <a:xfrm>
              <a:off x="4082894" y="4161487"/>
              <a:ext cx="614651" cy="442524"/>
              <a:chOff x="6608540" y="3355576"/>
              <a:chExt cx="1352071" cy="973435"/>
            </a:xfrm>
          </p:grpSpPr>
          <p:sp>
            <p:nvSpPr>
              <p:cNvPr id="509" name="Google Shape;509;p25"/>
              <p:cNvSpPr/>
              <p:nvPr/>
            </p:nvSpPr>
            <p:spPr>
              <a:xfrm>
                <a:off x="6608540" y="3843849"/>
                <a:ext cx="1352071" cy="485162"/>
              </a:xfrm>
              <a:custGeom>
                <a:rect b="b" l="l" r="r" t="t"/>
                <a:pathLst>
                  <a:path extrusionOk="0" fill="none" h="40229" w="112112">
                    <a:moveTo>
                      <a:pt x="1" y="1"/>
                    </a:moveTo>
                    <a:lnTo>
                      <a:pt x="75669" y="1"/>
                    </a:lnTo>
                    <a:lnTo>
                      <a:pt x="112111" y="1"/>
                    </a:lnTo>
                    <a:cubicBezTo>
                      <a:pt x="112111" y="1"/>
                      <a:pt x="72589" y="1003"/>
                      <a:pt x="71847" y="40228"/>
                    </a:cubicBezTo>
                  </a:path>
                </a:pathLst>
              </a:custGeom>
              <a:noFill/>
              <a:ln cap="flat" cmpd="sng" w="9525">
                <a:solidFill>
                  <a:schemeClr val="dk2"/>
                </a:solidFill>
                <a:prstDash val="solid"/>
                <a:miter lim="37110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" name="Google Shape;510;p25"/>
              <p:cNvSpPr/>
              <p:nvPr/>
            </p:nvSpPr>
            <p:spPr>
              <a:xfrm>
                <a:off x="7460229" y="3355576"/>
                <a:ext cx="498138" cy="489178"/>
              </a:xfrm>
              <a:custGeom>
                <a:rect b="b" l="l" r="r" t="t"/>
                <a:pathLst>
                  <a:path extrusionOk="0" fill="none" h="40562" w="41305">
                    <a:moveTo>
                      <a:pt x="1077" y="0"/>
                    </a:moveTo>
                    <a:cubicBezTo>
                      <a:pt x="1077" y="0"/>
                      <a:pt x="1" y="37482"/>
                      <a:pt x="41305" y="40562"/>
                    </a:cubicBezTo>
                  </a:path>
                </a:pathLst>
              </a:custGeom>
              <a:noFill/>
              <a:ln cap="flat" cmpd="sng" w="9525">
                <a:solidFill>
                  <a:schemeClr val="dk2"/>
                </a:solidFill>
                <a:prstDash val="solid"/>
                <a:miter lim="37110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cxnSp>
          <p:nvCxnSpPr>
            <p:cNvPr id="511" name="Google Shape;511;p25"/>
            <p:cNvCxnSpPr/>
            <p:nvPr/>
          </p:nvCxnSpPr>
          <p:spPr>
            <a:xfrm>
              <a:off x="2501428" y="4382750"/>
              <a:ext cx="1649700" cy="0"/>
            </a:xfrm>
            <a:prstGeom prst="straightConnector1">
              <a:avLst/>
            </a:prstGeom>
            <a:noFill/>
            <a:ln cap="flat" cmpd="sng" w="9525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512" name="Google Shape;512;p25"/>
          <p:cNvGrpSpPr/>
          <p:nvPr/>
        </p:nvGrpSpPr>
        <p:grpSpPr>
          <a:xfrm>
            <a:off x="382113" y="307229"/>
            <a:ext cx="37200" cy="2280719"/>
            <a:chOff x="8720263" y="1665954"/>
            <a:chExt cx="37200" cy="2280719"/>
          </a:xfrm>
        </p:grpSpPr>
        <p:sp>
          <p:nvSpPr>
            <p:cNvPr id="513" name="Google Shape;513;p25"/>
            <p:cNvSpPr/>
            <p:nvPr/>
          </p:nvSpPr>
          <p:spPr>
            <a:xfrm flipH="1">
              <a:off x="8720263" y="1665954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  <p:sp>
          <p:nvSpPr>
            <p:cNvPr id="514" name="Google Shape;514;p25"/>
            <p:cNvSpPr/>
            <p:nvPr/>
          </p:nvSpPr>
          <p:spPr>
            <a:xfrm flipH="1">
              <a:off x="8720263" y="2278650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  <p:sp>
          <p:nvSpPr>
            <p:cNvPr id="515" name="Google Shape;515;p25"/>
            <p:cNvSpPr/>
            <p:nvPr/>
          </p:nvSpPr>
          <p:spPr>
            <a:xfrm flipH="1">
              <a:off x="8720263" y="2570381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  <p:sp>
          <p:nvSpPr>
            <p:cNvPr id="516" name="Google Shape;516;p25"/>
            <p:cNvSpPr/>
            <p:nvPr/>
          </p:nvSpPr>
          <p:spPr>
            <a:xfrm flipH="1">
              <a:off x="8720263" y="2862111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  <p:sp>
          <p:nvSpPr>
            <p:cNvPr id="517" name="Google Shape;517;p25"/>
            <p:cNvSpPr/>
            <p:nvPr/>
          </p:nvSpPr>
          <p:spPr>
            <a:xfrm flipH="1">
              <a:off x="8720263" y="3653137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  <p:sp>
          <p:nvSpPr>
            <p:cNvPr id="518" name="Google Shape;518;p25"/>
            <p:cNvSpPr/>
            <p:nvPr/>
          </p:nvSpPr>
          <p:spPr>
            <a:xfrm flipH="1">
              <a:off x="8720263" y="3909472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</p:grpSp>
      <p:grpSp>
        <p:nvGrpSpPr>
          <p:cNvPr id="519" name="Google Shape;519;p25"/>
          <p:cNvGrpSpPr/>
          <p:nvPr/>
        </p:nvGrpSpPr>
        <p:grpSpPr>
          <a:xfrm>
            <a:off x="8501236" y="251050"/>
            <a:ext cx="457589" cy="4662625"/>
            <a:chOff x="8501236" y="251050"/>
            <a:chExt cx="457589" cy="4662625"/>
          </a:xfrm>
        </p:grpSpPr>
        <p:grpSp>
          <p:nvGrpSpPr>
            <p:cNvPr id="520" name="Google Shape;520;p25"/>
            <p:cNvGrpSpPr/>
            <p:nvPr/>
          </p:nvGrpSpPr>
          <p:grpSpPr>
            <a:xfrm>
              <a:off x="8658750" y="251050"/>
              <a:ext cx="300075" cy="824525"/>
              <a:chOff x="974800" y="3481225"/>
              <a:chExt cx="300075" cy="824525"/>
            </a:xfrm>
          </p:grpSpPr>
          <p:sp>
            <p:nvSpPr>
              <p:cNvPr id="521" name="Google Shape;521;p25"/>
              <p:cNvSpPr/>
              <p:nvPr/>
            </p:nvSpPr>
            <p:spPr>
              <a:xfrm>
                <a:off x="974800" y="3953300"/>
                <a:ext cx="300075" cy="58650"/>
              </a:xfrm>
              <a:custGeom>
                <a:rect b="b" l="l" r="r" t="t"/>
                <a:pathLst>
                  <a:path extrusionOk="0" h="2346" w="12003">
                    <a:moveTo>
                      <a:pt x="1" y="0"/>
                    </a:moveTo>
                    <a:lnTo>
                      <a:pt x="1" y="2346"/>
                    </a:lnTo>
                    <a:lnTo>
                      <a:pt x="12002" y="2346"/>
                    </a:lnTo>
                    <a:lnTo>
                      <a:pt x="12002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" name="Google Shape;522;p25"/>
              <p:cNvSpPr/>
              <p:nvPr/>
            </p:nvSpPr>
            <p:spPr>
              <a:xfrm>
                <a:off x="974800" y="3616050"/>
                <a:ext cx="300075" cy="41100"/>
              </a:xfrm>
              <a:custGeom>
                <a:rect b="b" l="l" r="r" t="t"/>
                <a:pathLst>
                  <a:path extrusionOk="0" h="1644" w="12003">
                    <a:moveTo>
                      <a:pt x="1" y="1"/>
                    </a:moveTo>
                    <a:lnTo>
                      <a:pt x="1" y="1644"/>
                    </a:lnTo>
                    <a:lnTo>
                      <a:pt x="12002" y="1644"/>
                    </a:lnTo>
                    <a:lnTo>
                      <a:pt x="12002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" name="Google Shape;523;p25"/>
              <p:cNvSpPr/>
              <p:nvPr/>
            </p:nvSpPr>
            <p:spPr>
              <a:xfrm>
                <a:off x="974800" y="3875600"/>
                <a:ext cx="300075" cy="34850"/>
              </a:xfrm>
              <a:custGeom>
                <a:rect b="b" l="l" r="r" t="t"/>
                <a:pathLst>
                  <a:path extrusionOk="0" h="1394" w="12003">
                    <a:moveTo>
                      <a:pt x="1" y="1"/>
                    </a:moveTo>
                    <a:lnTo>
                      <a:pt x="1" y="1394"/>
                    </a:lnTo>
                    <a:lnTo>
                      <a:pt x="12002" y="1394"/>
                    </a:lnTo>
                    <a:lnTo>
                      <a:pt x="12002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" name="Google Shape;524;p25"/>
              <p:cNvSpPr/>
              <p:nvPr/>
            </p:nvSpPr>
            <p:spPr>
              <a:xfrm>
                <a:off x="974800" y="4217900"/>
                <a:ext cx="300075" cy="36650"/>
              </a:xfrm>
              <a:custGeom>
                <a:rect b="b" l="l" r="r" t="t"/>
                <a:pathLst>
                  <a:path extrusionOk="0" h="1466" w="12003">
                    <a:moveTo>
                      <a:pt x="1" y="1"/>
                    </a:moveTo>
                    <a:lnTo>
                      <a:pt x="1" y="1465"/>
                    </a:lnTo>
                    <a:lnTo>
                      <a:pt x="12002" y="1465"/>
                    </a:lnTo>
                    <a:lnTo>
                      <a:pt x="12002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" name="Google Shape;525;p25"/>
              <p:cNvSpPr/>
              <p:nvPr/>
            </p:nvSpPr>
            <p:spPr>
              <a:xfrm>
                <a:off x="974800" y="3777375"/>
                <a:ext cx="300075" cy="21450"/>
              </a:xfrm>
              <a:custGeom>
                <a:rect b="b" l="l" r="r" t="t"/>
                <a:pathLst>
                  <a:path extrusionOk="0" h="858" w="12003">
                    <a:moveTo>
                      <a:pt x="1" y="1"/>
                    </a:moveTo>
                    <a:lnTo>
                      <a:pt x="1" y="858"/>
                    </a:lnTo>
                    <a:lnTo>
                      <a:pt x="12002" y="858"/>
                    </a:lnTo>
                    <a:lnTo>
                      <a:pt x="12002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" name="Google Shape;526;p25"/>
              <p:cNvSpPr/>
              <p:nvPr/>
            </p:nvSpPr>
            <p:spPr>
              <a:xfrm>
                <a:off x="974800" y="3502950"/>
                <a:ext cx="300075" cy="21150"/>
              </a:xfrm>
              <a:custGeom>
                <a:rect b="b" l="l" r="r" t="t"/>
                <a:pathLst>
                  <a:path extrusionOk="0" h="846" w="12003">
                    <a:moveTo>
                      <a:pt x="1" y="0"/>
                    </a:moveTo>
                    <a:lnTo>
                      <a:pt x="1" y="845"/>
                    </a:lnTo>
                    <a:lnTo>
                      <a:pt x="12002" y="845"/>
                    </a:lnTo>
                    <a:lnTo>
                      <a:pt x="12002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" name="Google Shape;527;p25"/>
              <p:cNvSpPr/>
              <p:nvPr/>
            </p:nvSpPr>
            <p:spPr>
              <a:xfrm>
                <a:off x="974800" y="4117900"/>
                <a:ext cx="300075" cy="22650"/>
              </a:xfrm>
              <a:custGeom>
                <a:rect b="b" l="l" r="r" t="t"/>
                <a:pathLst>
                  <a:path extrusionOk="0" h="906" w="12003">
                    <a:moveTo>
                      <a:pt x="1" y="0"/>
                    </a:moveTo>
                    <a:lnTo>
                      <a:pt x="1" y="905"/>
                    </a:lnTo>
                    <a:lnTo>
                      <a:pt x="12002" y="905"/>
                    </a:lnTo>
                    <a:lnTo>
                      <a:pt x="12002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" name="Google Shape;528;p25"/>
              <p:cNvSpPr/>
              <p:nvPr/>
            </p:nvSpPr>
            <p:spPr>
              <a:xfrm>
                <a:off x="974800" y="3744050"/>
                <a:ext cx="300075" cy="18775"/>
              </a:xfrm>
              <a:custGeom>
                <a:rect b="b" l="l" r="r" t="t"/>
                <a:pathLst>
                  <a:path extrusionOk="0" h="751" w="12003">
                    <a:moveTo>
                      <a:pt x="12002" y="0"/>
                    </a:moveTo>
                    <a:cubicBezTo>
                      <a:pt x="8002" y="0"/>
                      <a:pt x="4013" y="0"/>
                      <a:pt x="25" y="12"/>
                    </a:cubicBezTo>
                    <a:lnTo>
                      <a:pt x="1" y="12"/>
                    </a:lnTo>
                    <a:lnTo>
                      <a:pt x="1" y="750"/>
                    </a:lnTo>
                    <a:lnTo>
                      <a:pt x="12002" y="750"/>
                    </a:lnTo>
                    <a:lnTo>
                      <a:pt x="12002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" name="Google Shape;529;p25"/>
              <p:cNvSpPr/>
              <p:nvPr/>
            </p:nvSpPr>
            <p:spPr>
              <a:xfrm>
                <a:off x="974800" y="3700000"/>
                <a:ext cx="300075" cy="15200"/>
              </a:xfrm>
              <a:custGeom>
                <a:rect b="b" l="l" r="r" t="t"/>
                <a:pathLst>
                  <a:path extrusionOk="0" h="608" w="12003">
                    <a:moveTo>
                      <a:pt x="12002" y="0"/>
                    </a:moveTo>
                    <a:cubicBezTo>
                      <a:pt x="8002" y="12"/>
                      <a:pt x="4013" y="12"/>
                      <a:pt x="25" y="12"/>
                    </a:cubicBezTo>
                    <a:lnTo>
                      <a:pt x="1" y="12"/>
                    </a:lnTo>
                    <a:lnTo>
                      <a:pt x="1" y="607"/>
                    </a:lnTo>
                    <a:lnTo>
                      <a:pt x="12002" y="607"/>
                    </a:lnTo>
                    <a:lnTo>
                      <a:pt x="12002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" name="Google Shape;530;p25"/>
              <p:cNvSpPr/>
              <p:nvPr/>
            </p:nvSpPr>
            <p:spPr>
              <a:xfrm>
                <a:off x="974800" y="3574075"/>
                <a:ext cx="300075" cy="14925"/>
              </a:xfrm>
              <a:custGeom>
                <a:rect b="b" l="l" r="r" t="t"/>
                <a:pathLst>
                  <a:path extrusionOk="0" h="597" w="12003">
                    <a:moveTo>
                      <a:pt x="1" y="1"/>
                    </a:moveTo>
                    <a:lnTo>
                      <a:pt x="1" y="596"/>
                    </a:lnTo>
                    <a:lnTo>
                      <a:pt x="12002" y="596"/>
                    </a:lnTo>
                    <a:lnTo>
                      <a:pt x="12002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" name="Google Shape;531;p25"/>
              <p:cNvSpPr/>
              <p:nvPr/>
            </p:nvSpPr>
            <p:spPr>
              <a:xfrm>
                <a:off x="974800" y="4160475"/>
                <a:ext cx="300075" cy="17875"/>
              </a:xfrm>
              <a:custGeom>
                <a:rect b="b" l="l" r="r" t="t"/>
                <a:pathLst>
                  <a:path extrusionOk="0" h="715" w="12003">
                    <a:moveTo>
                      <a:pt x="12002" y="0"/>
                    </a:moveTo>
                    <a:cubicBezTo>
                      <a:pt x="11467" y="0"/>
                      <a:pt x="10943" y="12"/>
                      <a:pt x="10407" y="12"/>
                    </a:cubicBezTo>
                    <a:lnTo>
                      <a:pt x="406" y="12"/>
                    </a:lnTo>
                    <a:cubicBezTo>
                      <a:pt x="340" y="6"/>
                      <a:pt x="272" y="3"/>
                      <a:pt x="203" y="3"/>
                    </a:cubicBezTo>
                    <a:cubicBezTo>
                      <a:pt x="135" y="3"/>
                      <a:pt x="66" y="6"/>
                      <a:pt x="1" y="12"/>
                    </a:cubicBezTo>
                    <a:lnTo>
                      <a:pt x="1" y="714"/>
                    </a:lnTo>
                    <a:lnTo>
                      <a:pt x="12002" y="714"/>
                    </a:lnTo>
                    <a:lnTo>
                      <a:pt x="12002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" name="Google Shape;532;p25"/>
              <p:cNvSpPr/>
              <p:nvPr/>
            </p:nvSpPr>
            <p:spPr>
              <a:xfrm>
                <a:off x="974800" y="3481225"/>
                <a:ext cx="300075" cy="8950"/>
              </a:xfrm>
              <a:custGeom>
                <a:rect b="b" l="l" r="r" t="t"/>
                <a:pathLst>
                  <a:path extrusionOk="0" h="358" w="12003">
                    <a:moveTo>
                      <a:pt x="1" y="0"/>
                    </a:moveTo>
                    <a:lnTo>
                      <a:pt x="1" y="357"/>
                    </a:lnTo>
                    <a:lnTo>
                      <a:pt x="12002" y="357"/>
                    </a:lnTo>
                    <a:lnTo>
                      <a:pt x="12002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" name="Google Shape;533;p25"/>
              <p:cNvSpPr/>
              <p:nvPr/>
            </p:nvSpPr>
            <p:spPr>
              <a:xfrm>
                <a:off x="974800" y="3849200"/>
                <a:ext cx="300075" cy="10350"/>
              </a:xfrm>
              <a:custGeom>
                <a:rect b="b" l="l" r="r" t="t"/>
                <a:pathLst>
                  <a:path extrusionOk="0" h="414" w="12003">
                    <a:moveTo>
                      <a:pt x="6037" y="0"/>
                    </a:moveTo>
                    <a:cubicBezTo>
                      <a:pt x="4049" y="0"/>
                      <a:pt x="2061" y="3"/>
                      <a:pt x="72" y="9"/>
                    </a:cubicBezTo>
                    <a:lnTo>
                      <a:pt x="1" y="9"/>
                    </a:lnTo>
                    <a:lnTo>
                      <a:pt x="1" y="414"/>
                    </a:lnTo>
                    <a:lnTo>
                      <a:pt x="12002" y="414"/>
                    </a:lnTo>
                    <a:lnTo>
                      <a:pt x="12002" y="9"/>
                    </a:lnTo>
                    <a:cubicBezTo>
                      <a:pt x="10014" y="3"/>
                      <a:pt x="8026" y="0"/>
                      <a:pt x="6037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" name="Google Shape;534;p25"/>
              <p:cNvSpPr/>
              <p:nvPr/>
            </p:nvSpPr>
            <p:spPr>
              <a:xfrm>
                <a:off x="974800" y="4057550"/>
                <a:ext cx="300075" cy="13975"/>
              </a:xfrm>
              <a:custGeom>
                <a:rect b="b" l="l" r="r" t="t"/>
                <a:pathLst>
                  <a:path extrusionOk="0" h="559" w="12003">
                    <a:moveTo>
                      <a:pt x="223" y="0"/>
                    </a:moveTo>
                    <a:cubicBezTo>
                      <a:pt x="147" y="0"/>
                      <a:pt x="72" y="3"/>
                      <a:pt x="1" y="9"/>
                    </a:cubicBezTo>
                    <a:lnTo>
                      <a:pt x="1" y="533"/>
                    </a:lnTo>
                    <a:cubicBezTo>
                      <a:pt x="82" y="548"/>
                      <a:pt x="163" y="558"/>
                      <a:pt x="244" y="558"/>
                    </a:cubicBezTo>
                    <a:cubicBezTo>
                      <a:pt x="294" y="558"/>
                      <a:pt x="344" y="554"/>
                      <a:pt x="394" y="545"/>
                    </a:cubicBezTo>
                    <a:lnTo>
                      <a:pt x="12002" y="545"/>
                    </a:lnTo>
                    <a:lnTo>
                      <a:pt x="12002" y="9"/>
                    </a:lnTo>
                    <a:cubicBezTo>
                      <a:pt x="10074" y="3"/>
                      <a:pt x="8148" y="0"/>
                      <a:pt x="6223" y="0"/>
                    </a:cubicBezTo>
                    <a:cubicBezTo>
                      <a:pt x="4299" y="0"/>
                      <a:pt x="2376" y="3"/>
                      <a:pt x="453" y="9"/>
                    </a:cubicBezTo>
                    <a:cubicBezTo>
                      <a:pt x="376" y="3"/>
                      <a:pt x="299" y="0"/>
                      <a:pt x="223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" name="Google Shape;535;p25"/>
              <p:cNvSpPr/>
              <p:nvPr/>
            </p:nvSpPr>
            <p:spPr>
              <a:xfrm>
                <a:off x="974800" y="3928675"/>
                <a:ext cx="300075" cy="10575"/>
              </a:xfrm>
              <a:custGeom>
                <a:rect b="b" l="l" r="r" t="t"/>
                <a:pathLst>
                  <a:path extrusionOk="0" h="423" w="12003">
                    <a:moveTo>
                      <a:pt x="223" y="0"/>
                    </a:moveTo>
                    <a:cubicBezTo>
                      <a:pt x="147" y="0"/>
                      <a:pt x="72" y="3"/>
                      <a:pt x="1" y="9"/>
                    </a:cubicBezTo>
                    <a:lnTo>
                      <a:pt x="1" y="414"/>
                    </a:lnTo>
                    <a:cubicBezTo>
                      <a:pt x="66" y="420"/>
                      <a:pt x="132" y="423"/>
                      <a:pt x="197" y="423"/>
                    </a:cubicBezTo>
                    <a:cubicBezTo>
                      <a:pt x="263" y="423"/>
                      <a:pt x="328" y="420"/>
                      <a:pt x="394" y="414"/>
                    </a:cubicBezTo>
                    <a:lnTo>
                      <a:pt x="12002" y="414"/>
                    </a:lnTo>
                    <a:lnTo>
                      <a:pt x="12002" y="9"/>
                    </a:lnTo>
                    <a:lnTo>
                      <a:pt x="453" y="9"/>
                    </a:lnTo>
                    <a:cubicBezTo>
                      <a:pt x="376" y="3"/>
                      <a:pt x="299" y="0"/>
                      <a:pt x="223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" name="Google Shape;536;p25"/>
              <p:cNvSpPr/>
              <p:nvPr/>
            </p:nvSpPr>
            <p:spPr>
              <a:xfrm>
                <a:off x="974800" y="4081350"/>
                <a:ext cx="300075" cy="13050"/>
              </a:xfrm>
              <a:custGeom>
                <a:rect b="b" l="l" r="r" t="t"/>
                <a:pathLst>
                  <a:path extrusionOk="0" h="522" w="12003">
                    <a:moveTo>
                      <a:pt x="6091" y="1"/>
                    </a:moveTo>
                    <a:cubicBezTo>
                      <a:pt x="4121" y="1"/>
                      <a:pt x="2150" y="4"/>
                      <a:pt x="180" y="10"/>
                    </a:cubicBezTo>
                    <a:cubicBezTo>
                      <a:pt x="120" y="10"/>
                      <a:pt x="61" y="22"/>
                      <a:pt x="1" y="46"/>
                    </a:cubicBezTo>
                    <a:lnTo>
                      <a:pt x="1" y="522"/>
                    </a:lnTo>
                    <a:lnTo>
                      <a:pt x="12002" y="522"/>
                    </a:lnTo>
                    <a:lnTo>
                      <a:pt x="12002" y="10"/>
                    </a:lnTo>
                    <a:cubicBezTo>
                      <a:pt x="10032" y="4"/>
                      <a:pt x="8062" y="1"/>
                      <a:pt x="609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" name="Google Shape;537;p25"/>
              <p:cNvSpPr/>
              <p:nvPr/>
            </p:nvSpPr>
            <p:spPr>
              <a:xfrm>
                <a:off x="974800" y="4293675"/>
                <a:ext cx="300075" cy="12075"/>
              </a:xfrm>
              <a:custGeom>
                <a:rect b="b" l="l" r="r" t="t"/>
                <a:pathLst>
                  <a:path extrusionOk="0" h="483" w="12003">
                    <a:moveTo>
                      <a:pt x="10598" y="1"/>
                    </a:moveTo>
                    <a:cubicBezTo>
                      <a:pt x="9662" y="1"/>
                      <a:pt x="8728" y="6"/>
                      <a:pt x="7800" y="6"/>
                    </a:cubicBezTo>
                    <a:lnTo>
                      <a:pt x="334" y="6"/>
                    </a:lnTo>
                    <a:cubicBezTo>
                      <a:pt x="215" y="18"/>
                      <a:pt x="108" y="30"/>
                      <a:pt x="1" y="77"/>
                    </a:cubicBezTo>
                    <a:lnTo>
                      <a:pt x="1" y="482"/>
                    </a:lnTo>
                    <a:lnTo>
                      <a:pt x="12002" y="482"/>
                    </a:lnTo>
                    <a:lnTo>
                      <a:pt x="12002" y="6"/>
                    </a:lnTo>
                    <a:cubicBezTo>
                      <a:pt x="11534" y="2"/>
                      <a:pt x="11066" y="1"/>
                      <a:pt x="1059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" name="Google Shape;538;p25"/>
              <p:cNvSpPr/>
              <p:nvPr/>
            </p:nvSpPr>
            <p:spPr>
              <a:xfrm>
                <a:off x="974800" y="3535675"/>
                <a:ext cx="300075" cy="3000"/>
              </a:xfrm>
              <a:custGeom>
                <a:rect b="b" l="l" r="r" t="t"/>
                <a:pathLst>
                  <a:path extrusionOk="0" h="120" w="12003">
                    <a:moveTo>
                      <a:pt x="1" y="1"/>
                    </a:moveTo>
                    <a:lnTo>
                      <a:pt x="1" y="120"/>
                    </a:lnTo>
                    <a:lnTo>
                      <a:pt x="12002" y="120"/>
                    </a:lnTo>
                    <a:lnTo>
                      <a:pt x="12002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" name="Google Shape;539;p25"/>
              <p:cNvSpPr/>
              <p:nvPr/>
            </p:nvSpPr>
            <p:spPr>
              <a:xfrm>
                <a:off x="974800" y="3556825"/>
                <a:ext cx="300075" cy="1800"/>
              </a:xfrm>
              <a:custGeom>
                <a:rect b="b" l="l" r="r" t="t"/>
                <a:pathLst>
                  <a:path extrusionOk="0" h="72" w="12003">
                    <a:moveTo>
                      <a:pt x="1" y="0"/>
                    </a:moveTo>
                    <a:lnTo>
                      <a:pt x="1" y="72"/>
                    </a:lnTo>
                    <a:lnTo>
                      <a:pt x="12002" y="72"/>
                    </a:lnTo>
                    <a:lnTo>
                      <a:pt x="12002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" name="Google Shape;540;p25"/>
              <p:cNvSpPr/>
              <p:nvPr/>
            </p:nvSpPr>
            <p:spPr>
              <a:xfrm>
                <a:off x="974800" y="3683625"/>
                <a:ext cx="300075" cy="1500"/>
              </a:xfrm>
              <a:custGeom>
                <a:rect b="b" l="l" r="r" t="t"/>
                <a:pathLst>
                  <a:path extrusionOk="0" h="60" w="12003">
                    <a:moveTo>
                      <a:pt x="1" y="0"/>
                    </a:moveTo>
                    <a:lnTo>
                      <a:pt x="1" y="60"/>
                    </a:lnTo>
                    <a:lnTo>
                      <a:pt x="12002" y="60"/>
                    </a:lnTo>
                    <a:lnTo>
                      <a:pt x="12002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" name="Google Shape;541;p25"/>
              <p:cNvSpPr/>
              <p:nvPr/>
            </p:nvSpPr>
            <p:spPr>
              <a:xfrm>
                <a:off x="974800" y="3822025"/>
                <a:ext cx="300075" cy="1825"/>
              </a:xfrm>
              <a:custGeom>
                <a:rect b="b" l="l" r="r" t="t"/>
                <a:pathLst>
                  <a:path extrusionOk="0" h="73" w="12003">
                    <a:moveTo>
                      <a:pt x="1" y="1"/>
                    </a:moveTo>
                    <a:lnTo>
                      <a:pt x="1" y="72"/>
                    </a:lnTo>
                    <a:lnTo>
                      <a:pt x="12002" y="72"/>
                    </a:lnTo>
                    <a:lnTo>
                      <a:pt x="12002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" name="Google Shape;542;p25"/>
              <p:cNvSpPr/>
              <p:nvPr/>
            </p:nvSpPr>
            <p:spPr>
              <a:xfrm>
                <a:off x="974800" y="4037825"/>
                <a:ext cx="300075" cy="1525"/>
              </a:xfrm>
              <a:custGeom>
                <a:rect b="b" l="l" r="r" t="t"/>
                <a:pathLst>
                  <a:path extrusionOk="0" h="61" w="12003">
                    <a:moveTo>
                      <a:pt x="1" y="1"/>
                    </a:moveTo>
                    <a:lnTo>
                      <a:pt x="1" y="60"/>
                    </a:lnTo>
                    <a:lnTo>
                      <a:pt x="12002" y="60"/>
                    </a:lnTo>
                    <a:lnTo>
                      <a:pt x="12002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" name="Google Shape;543;p25"/>
              <p:cNvSpPr/>
              <p:nvPr/>
            </p:nvSpPr>
            <p:spPr>
              <a:xfrm>
                <a:off x="974800" y="4152125"/>
                <a:ext cx="300075" cy="1525"/>
              </a:xfrm>
              <a:custGeom>
                <a:rect b="b" l="l" r="r" t="t"/>
                <a:pathLst>
                  <a:path extrusionOk="0" h="61" w="12003">
                    <a:moveTo>
                      <a:pt x="1" y="1"/>
                    </a:moveTo>
                    <a:lnTo>
                      <a:pt x="1" y="60"/>
                    </a:lnTo>
                    <a:lnTo>
                      <a:pt x="12002" y="60"/>
                    </a:lnTo>
                    <a:lnTo>
                      <a:pt x="12002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" name="Google Shape;544;p25"/>
              <p:cNvSpPr/>
              <p:nvPr/>
            </p:nvSpPr>
            <p:spPr>
              <a:xfrm>
                <a:off x="974800" y="4199150"/>
                <a:ext cx="300075" cy="2425"/>
              </a:xfrm>
              <a:custGeom>
                <a:rect b="b" l="l" r="r" t="t"/>
                <a:pathLst>
                  <a:path extrusionOk="0" h="97" w="12003">
                    <a:moveTo>
                      <a:pt x="1" y="1"/>
                    </a:moveTo>
                    <a:lnTo>
                      <a:pt x="1" y="96"/>
                    </a:lnTo>
                    <a:lnTo>
                      <a:pt x="12002" y="96"/>
                    </a:lnTo>
                    <a:lnTo>
                      <a:pt x="12002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" name="Google Shape;545;p25"/>
              <p:cNvSpPr/>
              <p:nvPr/>
            </p:nvSpPr>
            <p:spPr>
              <a:xfrm>
                <a:off x="974800" y="4273875"/>
                <a:ext cx="300075" cy="1800"/>
              </a:xfrm>
              <a:custGeom>
                <a:rect b="b" l="l" r="r" t="t"/>
                <a:pathLst>
                  <a:path extrusionOk="0" h="72" w="12003">
                    <a:moveTo>
                      <a:pt x="1" y="0"/>
                    </a:moveTo>
                    <a:lnTo>
                      <a:pt x="1" y="72"/>
                    </a:lnTo>
                    <a:lnTo>
                      <a:pt x="12002" y="72"/>
                    </a:lnTo>
                    <a:lnTo>
                      <a:pt x="12002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46" name="Google Shape;546;p25"/>
            <p:cNvSpPr/>
            <p:nvPr/>
          </p:nvSpPr>
          <p:spPr>
            <a:xfrm>
              <a:off x="8501236" y="4508025"/>
              <a:ext cx="405188" cy="405650"/>
            </a:xfrm>
            <a:custGeom>
              <a:rect b="b" l="l" r="r" t="t"/>
              <a:pathLst>
                <a:path extrusionOk="0" h="28836" w="28798">
                  <a:moveTo>
                    <a:pt x="13026" y="1"/>
                  </a:moveTo>
                  <a:lnTo>
                    <a:pt x="13026" y="11097"/>
                  </a:lnTo>
                  <a:lnTo>
                    <a:pt x="5196" y="3266"/>
                  </a:lnTo>
                  <a:lnTo>
                    <a:pt x="3229" y="5196"/>
                  </a:lnTo>
                  <a:lnTo>
                    <a:pt x="11059" y="13063"/>
                  </a:lnTo>
                  <a:lnTo>
                    <a:pt x="0" y="13063"/>
                  </a:lnTo>
                  <a:lnTo>
                    <a:pt x="0" y="15810"/>
                  </a:lnTo>
                  <a:lnTo>
                    <a:pt x="11059" y="15810"/>
                  </a:lnTo>
                  <a:lnTo>
                    <a:pt x="3229" y="23640"/>
                  </a:lnTo>
                  <a:lnTo>
                    <a:pt x="5196" y="25607"/>
                  </a:lnTo>
                  <a:lnTo>
                    <a:pt x="13026" y="17739"/>
                  </a:lnTo>
                  <a:lnTo>
                    <a:pt x="13026" y="28835"/>
                  </a:lnTo>
                  <a:lnTo>
                    <a:pt x="15772" y="28835"/>
                  </a:lnTo>
                  <a:lnTo>
                    <a:pt x="15772" y="17739"/>
                  </a:lnTo>
                  <a:lnTo>
                    <a:pt x="23602" y="25607"/>
                  </a:lnTo>
                  <a:lnTo>
                    <a:pt x="25569" y="23640"/>
                  </a:lnTo>
                  <a:lnTo>
                    <a:pt x="17702" y="15810"/>
                  </a:lnTo>
                  <a:lnTo>
                    <a:pt x="28798" y="15810"/>
                  </a:lnTo>
                  <a:lnTo>
                    <a:pt x="28798" y="13063"/>
                  </a:lnTo>
                  <a:lnTo>
                    <a:pt x="17702" y="13063"/>
                  </a:lnTo>
                  <a:lnTo>
                    <a:pt x="25569" y="5196"/>
                  </a:lnTo>
                  <a:lnTo>
                    <a:pt x="23602" y="3266"/>
                  </a:lnTo>
                  <a:lnTo>
                    <a:pt x="15772" y="11097"/>
                  </a:lnTo>
                  <a:lnTo>
                    <a:pt x="1577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our columns">
  <p:cSld name="CUSTOM_5">
    <p:spTree>
      <p:nvGrpSpPr>
        <p:cNvPr id="547" name="Shape 5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8" name="Google Shape;548;p26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549" name="Google Shape;549;p26"/>
          <p:cNvSpPr txBox="1"/>
          <p:nvPr>
            <p:ph idx="1" type="subTitle"/>
          </p:nvPr>
        </p:nvSpPr>
        <p:spPr>
          <a:xfrm>
            <a:off x="2232253" y="1982975"/>
            <a:ext cx="1978200" cy="66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550" name="Google Shape;550;p26"/>
          <p:cNvSpPr txBox="1"/>
          <p:nvPr>
            <p:ph idx="2" type="subTitle"/>
          </p:nvPr>
        </p:nvSpPr>
        <p:spPr>
          <a:xfrm>
            <a:off x="5691357" y="1982975"/>
            <a:ext cx="1978200" cy="66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551" name="Google Shape;551;p26"/>
          <p:cNvSpPr txBox="1"/>
          <p:nvPr>
            <p:ph idx="3" type="subTitle"/>
          </p:nvPr>
        </p:nvSpPr>
        <p:spPr>
          <a:xfrm>
            <a:off x="2232253" y="3557300"/>
            <a:ext cx="1978200" cy="66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552" name="Google Shape;552;p26"/>
          <p:cNvSpPr txBox="1"/>
          <p:nvPr>
            <p:ph idx="4" type="subTitle"/>
          </p:nvPr>
        </p:nvSpPr>
        <p:spPr>
          <a:xfrm>
            <a:off x="5691357" y="3557300"/>
            <a:ext cx="1978200" cy="66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553" name="Google Shape;553;p26"/>
          <p:cNvSpPr txBox="1"/>
          <p:nvPr>
            <p:ph idx="5" type="subTitle"/>
          </p:nvPr>
        </p:nvSpPr>
        <p:spPr>
          <a:xfrm>
            <a:off x="2232250" y="1548825"/>
            <a:ext cx="1978200" cy="481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b="1" sz="2400">
                <a:solidFill>
                  <a:schemeClr val="lt2"/>
                </a:solidFill>
                <a:latin typeface="Michroma"/>
                <a:ea typeface="Michroma"/>
                <a:cs typeface="Michroma"/>
                <a:sym typeface="Michroma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554" name="Google Shape;554;p26"/>
          <p:cNvSpPr txBox="1"/>
          <p:nvPr>
            <p:ph idx="6" type="subTitle"/>
          </p:nvPr>
        </p:nvSpPr>
        <p:spPr>
          <a:xfrm>
            <a:off x="2232250" y="3123150"/>
            <a:ext cx="1978200" cy="481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b="1" sz="2400">
                <a:solidFill>
                  <a:schemeClr val="lt2"/>
                </a:solidFill>
                <a:latin typeface="Michroma"/>
                <a:ea typeface="Michroma"/>
                <a:cs typeface="Michroma"/>
                <a:sym typeface="Michroma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555" name="Google Shape;555;p26"/>
          <p:cNvSpPr txBox="1"/>
          <p:nvPr>
            <p:ph idx="7" type="subTitle"/>
          </p:nvPr>
        </p:nvSpPr>
        <p:spPr>
          <a:xfrm>
            <a:off x="5691350" y="1548825"/>
            <a:ext cx="1978200" cy="481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b="1" sz="2400">
                <a:solidFill>
                  <a:schemeClr val="lt2"/>
                </a:solidFill>
                <a:latin typeface="Michroma"/>
                <a:ea typeface="Michroma"/>
                <a:cs typeface="Michroma"/>
                <a:sym typeface="Michroma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556" name="Google Shape;556;p26"/>
          <p:cNvSpPr txBox="1"/>
          <p:nvPr>
            <p:ph idx="8" type="subTitle"/>
          </p:nvPr>
        </p:nvSpPr>
        <p:spPr>
          <a:xfrm>
            <a:off x="5691350" y="3123150"/>
            <a:ext cx="1978200" cy="481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b="1" sz="2400">
                <a:solidFill>
                  <a:schemeClr val="lt2"/>
                </a:solidFill>
                <a:latin typeface="Michroma"/>
                <a:ea typeface="Michroma"/>
                <a:cs typeface="Michroma"/>
                <a:sym typeface="Michroma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grpSp>
        <p:nvGrpSpPr>
          <p:cNvPr id="557" name="Google Shape;557;p26"/>
          <p:cNvGrpSpPr/>
          <p:nvPr/>
        </p:nvGrpSpPr>
        <p:grpSpPr>
          <a:xfrm>
            <a:off x="8766688" y="354204"/>
            <a:ext cx="37200" cy="2280719"/>
            <a:chOff x="8720263" y="1665954"/>
            <a:chExt cx="37200" cy="2280719"/>
          </a:xfrm>
        </p:grpSpPr>
        <p:sp>
          <p:nvSpPr>
            <p:cNvPr id="558" name="Google Shape;558;p26"/>
            <p:cNvSpPr/>
            <p:nvPr/>
          </p:nvSpPr>
          <p:spPr>
            <a:xfrm flipH="1">
              <a:off x="8720263" y="1665954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  <p:sp>
          <p:nvSpPr>
            <p:cNvPr id="559" name="Google Shape;559;p26"/>
            <p:cNvSpPr/>
            <p:nvPr/>
          </p:nvSpPr>
          <p:spPr>
            <a:xfrm flipH="1">
              <a:off x="8720263" y="2278650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  <p:sp>
          <p:nvSpPr>
            <p:cNvPr id="560" name="Google Shape;560;p26"/>
            <p:cNvSpPr/>
            <p:nvPr/>
          </p:nvSpPr>
          <p:spPr>
            <a:xfrm flipH="1">
              <a:off x="8720263" y="2570381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  <p:sp>
          <p:nvSpPr>
            <p:cNvPr id="561" name="Google Shape;561;p26"/>
            <p:cNvSpPr/>
            <p:nvPr/>
          </p:nvSpPr>
          <p:spPr>
            <a:xfrm flipH="1">
              <a:off x="8720263" y="2862111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  <p:sp>
          <p:nvSpPr>
            <p:cNvPr id="562" name="Google Shape;562;p26"/>
            <p:cNvSpPr/>
            <p:nvPr/>
          </p:nvSpPr>
          <p:spPr>
            <a:xfrm flipH="1">
              <a:off x="8720263" y="3653137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  <p:sp>
          <p:nvSpPr>
            <p:cNvPr id="563" name="Google Shape;563;p26"/>
            <p:cNvSpPr/>
            <p:nvPr/>
          </p:nvSpPr>
          <p:spPr>
            <a:xfrm flipH="1">
              <a:off x="8720263" y="3909472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</p:grpSp>
      <p:grpSp>
        <p:nvGrpSpPr>
          <p:cNvPr id="564" name="Google Shape;564;p26"/>
          <p:cNvGrpSpPr/>
          <p:nvPr/>
        </p:nvGrpSpPr>
        <p:grpSpPr>
          <a:xfrm>
            <a:off x="219125" y="4310446"/>
            <a:ext cx="8502421" cy="613126"/>
            <a:chOff x="219125" y="4310446"/>
            <a:chExt cx="8502421" cy="613126"/>
          </a:xfrm>
        </p:grpSpPr>
        <p:grpSp>
          <p:nvGrpSpPr>
            <p:cNvPr id="565" name="Google Shape;565;p26"/>
            <p:cNvGrpSpPr/>
            <p:nvPr/>
          </p:nvGrpSpPr>
          <p:grpSpPr>
            <a:xfrm rot="5400000">
              <a:off x="135125" y="4394446"/>
              <a:ext cx="587100" cy="419100"/>
              <a:chOff x="8316263" y="4328453"/>
              <a:chExt cx="587100" cy="612450"/>
            </a:xfrm>
          </p:grpSpPr>
          <p:sp>
            <p:nvSpPr>
              <p:cNvPr id="566" name="Google Shape;566;p26"/>
              <p:cNvSpPr/>
              <p:nvPr/>
            </p:nvSpPr>
            <p:spPr>
              <a:xfrm>
                <a:off x="8316263" y="4604003"/>
                <a:ext cx="587100" cy="336900"/>
              </a:xfrm>
              <a:prstGeom prst="ellipse">
                <a:avLst/>
              </a:prstGeom>
              <a:noFill/>
              <a:ln cap="flat" cmpd="sng" w="9525">
                <a:solidFill>
                  <a:schemeClr val="dk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latin typeface="Anaheim"/>
                  <a:ea typeface="Anaheim"/>
                  <a:cs typeface="Anaheim"/>
                  <a:sym typeface="Anaheim"/>
                </a:endParaRPr>
              </a:p>
            </p:txBody>
          </p:sp>
          <p:sp>
            <p:nvSpPr>
              <p:cNvPr id="567" name="Google Shape;567;p26"/>
              <p:cNvSpPr/>
              <p:nvPr/>
            </p:nvSpPr>
            <p:spPr>
              <a:xfrm>
                <a:off x="8316263" y="4466228"/>
                <a:ext cx="587100" cy="336900"/>
              </a:xfrm>
              <a:prstGeom prst="ellipse">
                <a:avLst/>
              </a:prstGeom>
              <a:noFill/>
              <a:ln cap="flat" cmpd="sng" w="9525">
                <a:solidFill>
                  <a:schemeClr val="dk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latin typeface="Anaheim"/>
                  <a:ea typeface="Anaheim"/>
                  <a:cs typeface="Anaheim"/>
                  <a:sym typeface="Anaheim"/>
                </a:endParaRPr>
              </a:p>
            </p:txBody>
          </p:sp>
          <p:sp>
            <p:nvSpPr>
              <p:cNvPr id="568" name="Google Shape;568;p26"/>
              <p:cNvSpPr/>
              <p:nvPr/>
            </p:nvSpPr>
            <p:spPr>
              <a:xfrm>
                <a:off x="8316263" y="4328453"/>
                <a:ext cx="587100" cy="336900"/>
              </a:xfrm>
              <a:prstGeom prst="ellipse">
                <a:avLst/>
              </a:prstGeom>
              <a:noFill/>
              <a:ln cap="flat" cmpd="sng" w="9525">
                <a:solidFill>
                  <a:schemeClr val="dk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latin typeface="Anaheim"/>
                  <a:ea typeface="Anaheim"/>
                  <a:cs typeface="Anaheim"/>
                  <a:sym typeface="Anaheim"/>
                </a:endParaRPr>
              </a:p>
            </p:txBody>
          </p:sp>
        </p:grpSp>
        <p:grpSp>
          <p:nvGrpSpPr>
            <p:cNvPr id="569" name="Google Shape;569;p26"/>
            <p:cNvGrpSpPr/>
            <p:nvPr/>
          </p:nvGrpSpPr>
          <p:grpSpPr>
            <a:xfrm>
              <a:off x="7609036" y="4603988"/>
              <a:ext cx="1112510" cy="319584"/>
              <a:chOff x="4743988" y="1118075"/>
              <a:chExt cx="1724288" cy="495325"/>
            </a:xfrm>
          </p:grpSpPr>
          <p:grpSp>
            <p:nvGrpSpPr>
              <p:cNvPr id="570" name="Google Shape;570;p26"/>
              <p:cNvGrpSpPr/>
              <p:nvPr/>
            </p:nvGrpSpPr>
            <p:grpSpPr>
              <a:xfrm rot="5400000">
                <a:off x="4736550" y="1140100"/>
                <a:ext cx="466150" cy="451275"/>
                <a:chOff x="6608550" y="1088575"/>
                <a:chExt cx="466150" cy="451275"/>
              </a:xfrm>
            </p:grpSpPr>
            <p:sp>
              <p:nvSpPr>
                <p:cNvPr id="571" name="Google Shape;571;p26"/>
                <p:cNvSpPr/>
                <p:nvPr/>
              </p:nvSpPr>
              <p:spPr>
                <a:xfrm>
                  <a:off x="6608550" y="1088575"/>
                  <a:ext cx="466150" cy="451275"/>
                </a:xfrm>
                <a:custGeom>
                  <a:rect b="b" l="l" r="r" t="t"/>
                  <a:pathLst>
                    <a:path extrusionOk="0" h="18051" w="18646">
                      <a:moveTo>
                        <a:pt x="9606" y="560"/>
                      </a:moveTo>
                      <a:cubicBezTo>
                        <a:pt x="9876" y="560"/>
                        <a:pt x="10146" y="573"/>
                        <a:pt x="10419" y="599"/>
                      </a:cubicBezTo>
                      <a:cubicBezTo>
                        <a:pt x="14145" y="956"/>
                        <a:pt x="17193" y="3730"/>
                        <a:pt x="17908" y="7398"/>
                      </a:cubicBezTo>
                      <a:cubicBezTo>
                        <a:pt x="18015" y="7945"/>
                        <a:pt x="18062" y="8493"/>
                        <a:pt x="18050" y="9052"/>
                      </a:cubicBezTo>
                      <a:cubicBezTo>
                        <a:pt x="18062" y="9422"/>
                        <a:pt x="18039" y="9791"/>
                        <a:pt x="17991" y="10160"/>
                      </a:cubicBezTo>
                      <a:lnTo>
                        <a:pt x="17991" y="10172"/>
                      </a:lnTo>
                      <a:cubicBezTo>
                        <a:pt x="17967" y="10446"/>
                        <a:pt x="17836" y="10707"/>
                        <a:pt x="17634" y="10898"/>
                      </a:cubicBezTo>
                      <a:cubicBezTo>
                        <a:pt x="17372" y="11172"/>
                        <a:pt x="17050" y="11398"/>
                        <a:pt x="16705" y="11553"/>
                      </a:cubicBezTo>
                      <a:cubicBezTo>
                        <a:pt x="16205" y="11755"/>
                        <a:pt x="15979" y="12136"/>
                        <a:pt x="15955" y="12660"/>
                      </a:cubicBezTo>
                      <a:cubicBezTo>
                        <a:pt x="15943" y="12982"/>
                        <a:pt x="15967" y="13291"/>
                        <a:pt x="16026" y="13613"/>
                      </a:cubicBezTo>
                      <a:cubicBezTo>
                        <a:pt x="16086" y="13958"/>
                        <a:pt x="15943" y="14303"/>
                        <a:pt x="15657" y="14506"/>
                      </a:cubicBezTo>
                      <a:cubicBezTo>
                        <a:pt x="15169" y="14851"/>
                        <a:pt x="14717" y="15268"/>
                        <a:pt x="14336" y="15732"/>
                      </a:cubicBezTo>
                      <a:cubicBezTo>
                        <a:pt x="13336" y="16923"/>
                        <a:pt x="12014" y="17411"/>
                        <a:pt x="10514" y="17470"/>
                      </a:cubicBezTo>
                      <a:cubicBezTo>
                        <a:pt x="10324" y="17479"/>
                        <a:pt x="10135" y="17483"/>
                        <a:pt x="9946" y="17483"/>
                      </a:cubicBezTo>
                      <a:cubicBezTo>
                        <a:pt x="8305" y="17483"/>
                        <a:pt x="6684" y="17160"/>
                        <a:pt x="5168" y="16530"/>
                      </a:cubicBezTo>
                      <a:cubicBezTo>
                        <a:pt x="4215" y="16161"/>
                        <a:pt x="3441" y="15458"/>
                        <a:pt x="2965" y="14565"/>
                      </a:cubicBezTo>
                      <a:cubicBezTo>
                        <a:pt x="2620" y="13851"/>
                        <a:pt x="2060" y="13255"/>
                        <a:pt x="1370" y="12851"/>
                      </a:cubicBezTo>
                      <a:cubicBezTo>
                        <a:pt x="1120" y="12708"/>
                        <a:pt x="894" y="12529"/>
                        <a:pt x="691" y="12303"/>
                      </a:cubicBezTo>
                      <a:cubicBezTo>
                        <a:pt x="429" y="12005"/>
                        <a:pt x="298" y="11696"/>
                        <a:pt x="632" y="11327"/>
                      </a:cubicBezTo>
                      <a:cubicBezTo>
                        <a:pt x="798" y="11124"/>
                        <a:pt x="965" y="10922"/>
                        <a:pt x="1144" y="10731"/>
                      </a:cubicBezTo>
                      <a:cubicBezTo>
                        <a:pt x="1596" y="10291"/>
                        <a:pt x="1751" y="9648"/>
                        <a:pt x="1560" y="9064"/>
                      </a:cubicBezTo>
                      <a:cubicBezTo>
                        <a:pt x="1560" y="9041"/>
                        <a:pt x="1560" y="9029"/>
                        <a:pt x="1548" y="9017"/>
                      </a:cubicBezTo>
                      <a:cubicBezTo>
                        <a:pt x="1036" y="7921"/>
                        <a:pt x="1358" y="6874"/>
                        <a:pt x="1775" y="5838"/>
                      </a:cubicBezTo>
                      <a:cubicBezTo>
                        <a:pt x="3077" y="2626"/>
                        <a:pt x="6190" y="560"/>
                        <a:pt x="9606" y="560"/>
                      </a:cubicBezTo>
                      <a:close/>
                      <a:moveTo>
                        <a:pt x="9563" y="0"/>
                      </a:moveTo>
                      <a:cubicBezTo>
                        <a:pt x="9039" y="0"/>
                        <a:pt x="8467" y="40"/>
                        <a:pt x="7847" y="135"/>
                      </a:cubicBezTo>
                      <a:cubicBezTo>
                        <a:pt x="6013" y="420"/>
                        <a:pt x="4465" y="1349"/>
                        <a:pt x="3168" y="2671"/>
                      </a:cubicBezTo>
                      <a:cubicBezTo>
                        <a:pt x="1870" y="3980"/>
                        <a:pt x="1001" y="5647"/>
                        <a:pt x="679" y="7457"/>
                      </a:cubicBezTo>
                      <a:cubicBezTo>
                        <a:pt x="667" y="7588"/>
                        <a:pt x="667" y="7719"/>
                        <a:pt x="679" y="7850"/>
                      </a:cubicBezTo>
                      <a:cubicBezTo>
                        <a:pt x="727" y="8314"/>
                        <a:pt x="905" y="8767"/>
                        <a:pt x="1013" y="9219"/>
                      </a:cubicBezTo>
                      <a:cubicBezTo>
                        <a:pt x="1132" y="9636"/>
                        <a:pt x="1036" y="10076"/>
                        <a:pt x="751" y="10410"/>
                      </a:cubicBezTo>
                      <a:cubicBezTo>
                        <a:pt x="667" y="10517"/>
                        <a:pt x="572" y="10636"/>
                        <a:pt x="477" y="10743"/>
                      </a:cubicBezTo>
                      <a:cubicBezTo>
                        <a:pt x="263" y="11029"/>
                        <a:pt x="36" y="11315"/>
                        <a:pt x="1" y="11684"/>
                      </a:cubicBezTo>
                      <a:lnTo>
                        <a:pt x="1" y="11958"/>
                      </a:lnTo>
                      <a:cubicBezTo>
                        <a:pt x="12" y="12112"/>
                        <a:pt x="60" y="12255"/>
                        <a:pt x="155" y="12386"/>
                      </a:cubicBezTo>
                      <a:cubicBezTo>
                        <a:pt x="322" y="12648"/>
                        <a:pt x="548" y="12874"/>
                        <a:pt x="798" y="13065"/>
                      </a:cubicBezTo>
                      <a:cubicBezTo>
                        <a:pt x="1108" y="13303"/>
                        <a:pt x="1441" y="13529"/>
                        <a:pt x="1739" y="13791"/>
                      </a:cubicBezTo>
                      <a:cubicBezTo>
                        <a:pt x="2001" y="14005"/>
                        <a:pt x="2215" y="14267"/>
                        <a:pt x="2358" y="14565"/>
                      </a:cubicBezTo>
                      <a:cubicBezTo>
                        <a:pt x="2596" y="15125"/>
                        <a:pt x="2953" y="15637"/>
                        <a:pt x="3406" y="16041"/>
                      </a:cubicBezTo>
                      <a:cubicBezTo>
                        <a:pt x="4180" y="16708"/>
                        <a:pt x="5096" y="17196"/>
                        <a:pt x="6085" y="17458"/>
                      </a:cubicBezTo>
                      <a:cubicBezTo>
                        <a:pt x="6954" y="17720"/>
                        <a:pt x="7835" y="17958"/>
                        <a:pt x="8764" y="18018"/>
                      </a:cubicBezTo>
                      <a:cubicBezTo>
                        <a:pt x="9043" y="18040"/>
                        <a:pt x="9324" y="18050"/>
                        <a:pt x="9606" y="18050"/>
                      </a:cubicBezTo>
                      <a:cubicBezTo>
                        <a:pt x="10092" y="18050"/>
                        <a:pt x="10579" y="18019"/>
                        <a:pt x="11061" y="17958"/>
                      </a:cubicBezTo>
                      <a:cubicBezTo>
                        <a:pt x="12014" y="17815"/>
                        <a:pt x="12931" y="17506"/>
                        <a:pt x="13776" y="17065"/>
                      </a:cubicBezTo>
                      <a:cubicBezTo>
                        <a:pt x="14157" y="16875"/>
                        <a:pt x="14467" y="16577"/>
                        <a:pt x="14657" y="16220"/>
                      </a:cubicBezTo>
                      <a:cubicBezTo>
                        <a:pt x="14860" y="15875"/>
                        <a:pt x="15110" y="15565"/>
                        <a:pt x="15407" y="15315"/>
                      </a:cubicBezTo>
                      <a:cubicBezTo>
                        <a:pt x="15693" y="15065"/>
                        <a:pt x="16003" y="14851"/>
                        <a:pt x="16288" y="14589"/>
                      </a:cubicBezTo>
                      <a:cubicBezTo>
                        <a:pt x="16526" y="14375"/>
                        <a:pt x="16705" y="14125"/>
                        <a:pt x="16717" y="13791"/>
                      </a:cubicBezTo>
                      <a:cubicBezTo>
                        <a:pt x="16717" y="13517"/>
                        <a:pt x="16741" y="13243"/>
                        <a:pt x="16765" y="12970"/>
                      </a:cubicBezTo>
                      <a:cubicBezTo>
                        <a:pt x="16800" y="12434"/>
                        <a:pt x="16991" y="11981"/>
                        <a:pt x="17491" y="11708"/>
                      </a:cubicBezTo>
                      <a:cubicBezTo>
                        <a:pt x="17610" y="11636"/>
                        <a:pt x="17729" y="11553"/>
                        <a:pt x="17824" y="11458"/>
                      </a:cubicBezTo>
                      <a:cubicBezTo>
                        <a:pt x="18300" y="11065"/>
                        <a:pt x="18622" y="10600"/>
                        <a:pt x="18586" y="9945"/>
                      </a:cubicBezTo>
                      <a:cubicBezTo>
                        <a:pt x="18586" y="9862"/>
                        <a:pt x="18634" y="9862"/>
                        <a:pt x="18622" y="9695"/>
                      </a:cubicBezTo>
                      <a:cubicBezTo>
                        <a:pt x="18646" y="9005"/>
                        <a:pt x="18622" y="8314"/>
                        <a:pt x="18551" y="7636"/>
                      </a:cubicBezTo>
                      <a:cubicBezTo>
                        <a:pt x="18443" y="6886"/>
                        <a:pt x="18229" y="6147"/>
                        <a:pt x="17919" y="5445"/>
                      </a:cubicBezTo>
                      <a:cubicBezTo>
                        <a:pt x="17348" y="4123"/>
                        <a:pt x="16479" y="2957"/>
                        <a:pt x="15360" y="2040"/>
                      </a:cubicBezTo>
                      <a:cubicBezTo>
                        <a:pt x="14681" y="1480"/>
                        <a:pt x="13931" y="1016"/>
                        <a:pt x="13121" y="682"/>
                      </a:cubicBezTo>
                      <a:cubicBezTo>
                        <a:pt x="12465" y="418"/>
                        <a:pt x="11272" y="0"/>
                        <a:pt x="9563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2" name="Google Shape;572;p26"/>
                <p:cNvSpPr/>
                <p:nvPr/>
              </p:nvSpPr>
              <p:spPr>
                <a:xfrm>
                  <a:off x="6691000" y="1302025"/>
                  <a:ext cx="322100" cy="155800"/>
                </a:xfrm>
                <a:custGeom>
                  <a:rect b="b" l="l" r="r" t="t"/>
                  <a:pathLst>
                    <a:path extrusionOk="0" h="6232" w="12884">
                      <a:moveTo>
                        <a:pt x="12269" y="1"/>
                      </a:moveTo>
                      <a:cubicBezTo>
                        <a:pt x="12129" y="1"/>
                        <a:pt x="11988" y="38"/>
                        <a:pt x="11847" y="133"/>
                      </a:cubicBezTo>
                      <a:cubicBezTo>
                        <a:pt x="11776" y="187"/>
                        <a:pt x="11690" y="214"/>
                        <a:pt x="11605" y="214"/>
                      </a:cubicBezTo>
                      <a:cubicBezTo>
                        <a:pt x="11520" y="214"/>
                        <a:pt x="11437" y="187"/>
                        <a:pt x="11371" y="133"/>
                      </a:cubicBezTo>
                      <a:cubicBezTo>
                        <a:pt x="11314" y="91"/>
                        <a:pt x="11248" y="69"/>
                        <a:pt x="11182" y="69"/>
                      </a:cubicBezTo>
                      <a:cubicBezTo>
                        <a:pt x="11137" y="69"/>
                        <a:pt x="11092" y="79"/>
                        <a:pt x="11050" y="98"/>
                      </a:cubicBezTo>
                      <a:cubicBezTo>
                        <a:pt x="10942" y="145"/>
                        <a:pt x="10776" y="193"/>
                        <a:pt x="10788" y="324"/>
                      </a:cubicBezTo>
                      <a:cubicBezTo>
                        <a:pt x="10800" y="455"/>
                        <a:pt x="10966" y="514"/>
                        <a:pt x="11109" y="538"/>
                      </a:cubicBezTo>
                      <a:cubicBezTo>
                        <a:pt x="11466" y="586"/>
                        <a:pt x="11466" y="586"/>
                        <a:pt x="11478" y="955"/>
                      </a:cubicBezTo>
                      <a:cubicBezTo>
                        <a:pt x="11478" y="991"/>
                        <a:pt x="11478" y="1038"/>
                        <a:pt x="11478" y="1074"/>
                      </a:cubicBezTo>
                      <a:cubicBezTo>
                        <a:pt x="11562" y="1657"/>
                        <a:pt x="11288" y="2038"/>
                        <a:pt x="10823" y="2324"/>
                      </a:cubicBezTo>
                      <a:cubicBezTo>
                        <a:pt x="10573" y="2467"/>
                        <a:pt x="10311" y="2610"/>
                        <a:pt x="10061" y="2753"/>
                      </a:cubicBezTo>
                      <a:cubicBezTo>
                        <a:pt x="9799" y="2884"/>
                        <a:pt x="9609" y="3110"/>
                        <a:pt x="9538" y="3384"/>
                      </a:cubicBezTo>
                      <a:cubicBezTo>
                        <a:pt x="9407" y="3824"/>
                        <a:pt x="9252" y="4241"/>
                        <a:pt x="9061" y="4646"/>
                      </a:cubicBezTo>
                      <a:cubicBezTo>
                        <a:pt x="8930" y="4967"/>
                        <a:pt x="8668" y="5217"/>
                        <a:pt x="8335" y="5325"/>
                      </a:cubicBezTo>
                      <a:cubicBezTo>
                        <a:pt x="7883" y="5491"/>
                        <a:pt x="7418" y="5598"/>
                        <a:pt x="6942" y="5682"/>
                      </a:cubicBezTo>
                      <a:cubicBezTo>
                        <a:pt x="6740" y="5713"/>
                        <a:pt x="6539" y="5727"/>
                        <a:pt x="6340" y="5727"/>
                      </a:cubicBezTo>
                      <a:cubicBezTo>
                        <a:pt x="5621" y="5727"/>
                        <a:pt x="4917" y="5543"/>
                        <a:pt x="4227" y="5301"/>
                      </a:cubicBezTo>
                      <a:cubicBezTo>
                        <a:pt x="3287" y="4979"/>
                        <a:pt x="2584" y="4301"/>
                        <a:pt x="1834" y="3682"/>
                      </a:cubicBezTo>
                      <a:cubicBezTo>
                        <a:pt x="1239" y="3181"/>
                        <a:pt x="989" y="2574"/>
                        <a:pt x="1144" y="1800"/>
                      </a:cubicBezTo>
                      <a:cubicBezTo>
                        <a:pt x="1227" y="1503"/>
                        <a:pt x="1203" y="1193"/>
                        <a:pt x="1084" y="919"/>
                      </a:cubicBezTo>
                      <a:lnTo>
                        <a:pt x="1084" y="919"/>
                      </a:lnTo>
                      <a:cubicBezTo>
                        <a:pt x="1160" y="938"/>
                        <a:pt x="1237" y="946"/>
                        <a:pt x="1313" y="946"/>
                      </a:cubicBezTo>
                      <a:cubicBezTo>
                        <a:pt x="1535" y="946"/>
                        <a:pt x="1752" y="871"/>
                        <a:pt x="1929" y="729"/>
                      </a:cubicBezTo>
                      <a:cubicBezTo>
                        <a:pt x="2013" y="657"/>
                        <a:pt x="2037" y="598"/>
                        <a:pt x="1929" y="526"/>
                      </a:cubicBezTo>
                      <a:cubicBezTo>
                        <a:pt x="1800" y="405"/>
                        <a:pt x="1632" y="347"/>
                        <a:pt x="1459" y="347"/>
                      </a:cubicBezTo>
                      <a:cubicBezTo>
                        <a:pt x="1394" y="347"/>
                        <a:pt x="1328" y="355"/>
                        <a:pt x="1263" y="372"/>
                      </a:cubicBezTo>
                      <a:cubicBezTo>
                        <a:pt x="1068" y="442"/>
                        <a:pt x="878" y="517"/>
                        <a:pt x="679" y="517"/>
                      </a:cubicBezTo>
                      <a:cubicBezTo>
                        <a:pt x="575" y="517"/>
                        <a:pt x="469" y="496"/>
                        <a:pt x="358" y="443"/>
                      </a:cubicBezTo>
                      <a:cubicBezTo>
                        <a:pt x="331" y="435"/>
                        <a:pt x="304" y="431"/>
                        <a:pt x="278" y="431"/>
                      </a:cubicBezTo>
                      <a:cubicBezTo>
                        <a:pt x="153" y="431"/>
                        <a:pt x="44" y="520"/>
                        <a:pt x="24" y="657"/>
                      </a:cubicBezTo>
                      <a:cubicBezTo>
                        <a:pt x="1" y="824"/>
                        <a:pt x="155" y="860"/>
                        <a:pt x="274" y="895"/>
                      </a:cubicBezTo>
                      <a:cubicBezTo>
                        <a:pt x="302" y="905"/>
                        <a:pt x="331" y="908"/>
                        <a:pt x="360" y="908"/>
                      </a:cubicBezTo>
                      <a:cubicBezTo>
                        <a:pt x="406" y="908"/>
                        <a:pt x="452" y="898"/>
                        <a:pt x="489" y="884"/>
                      </a:cubicBezTo>
                      <a:cubicBezTo>
                        <a:pt x="517" y="871"/>
                        <a:pt x="541" y="865"/>
                        <a:pt x="560" y="865"/>
                      </a:cubicBezTo>
                      <a:cubicBezTo>
                        <a:pt x="613" y="865"/>
                        <a:pt x="635" y="909"/>
                        <a:pt x="644" y="979"/>
                      </a:cubicBezTo>
                      <a:cubicBezTo>
                        <a:pt x="727" y="1443"/>
                        <a:pt x="691" y="1919"/>
                        <a:pt x="536" y="2360"/>
                      </a:cubicBezTo>
                      <a:cubicBezTo>
                        <a:pt x="477" y="2515"/>
                        <a:pt x="477" y="2670"/>
                        <a:pt x="513" y="2836"/>
                      </a:cubicBezTo>
                      <a:cubicBezTo>
                        <a:pt x="584" y="3158"/>
                        <a:pt x="786" y="3432"/>
                        <a:pt x="1048" y="3622"/>
                      </a:cubicBezTo>
                      <a:cubicBezTo>
                        <a:pt x="1596" y="4015"/>
                        <a:pt x="2179" y="4360"/>
                        <a:pt x="2644" y="4848"/>
                      </a:cubicBezTo>
                      <a:cubicBezTo>
                        <a:pt x="3156" y="5372"/>
                        <a:pt x="3811" y="5765"/>
                        <a:pt x="4525" y="5979"/>
                      </a:cubicBezTo>
                      <a:cubicBezTo>
                        <a:pt x="5061" y="6156"/>
                        <a:pt x="5592" y="6232"/>
                        <a:pt x="6122" y="6232"/>
                      </a:cubicBezTo>
                      <a:cubicBezTo>
                        <a:pt x="6875" y="6232"/>
                        <a:pt x="7623" y="6079"/>
                        <a:pt x="8371" y="5848"/>
                      </a:cubicBezTo>
                      <a:cubicBezTo>
                        <a:pt x="9180" y="5598"/>
                        <a:pt x="9692" y="5122"/>
                        <a:pt x="9668" y="4217"/>
                      </a:cubicBezTo>
                      <a:lnTo>
                        <a:pt x="9668" y="4194"/>
                      </a:lnTo>
                      <a:cubicBezTo>
                        <a:pt x="9680" y="3562"/>
                        <a:pt x="10049" y="2979"/>
                        <a:pt x="10633" y="2705"/>
                      </a:cubicBezTo>
                      <a:cubicBezTo>
                        <a:pt x="10895" y="2574"/>
                        <a:pt x="11145" y="2419"/>
                        <a:pt x="11395" y="2253"/>
                      </a:cubicBezTo>
                      <a:cubicBezTo>
                        <a:pt x="11764" y="2027"/>
                        <a:pt x="11990" y="1622"/>
                        <a:pt x="11990" y="1193"/>
                      </a:cubicBezTo>
                      <a:cubicBezTo>
                        <a:pt x="11990" y="1050"/>
                        <a:pt x="12014" y="895"/>
                        <a:pt x="12014" y="741"/>
                      </a:cubicBezTo>
                      <a:cubicBezTo>
                        <a:pt x="12014" y="610"/>
                        <a:pt x="12031" y="530"/>
                        <a:pt x="12159" y="530"/>
                      </a:cubicBezTo>
                      <a:cubicBezTo>
                        <a:pt x="12182" y="530"/>
                        <a:pt x="12209" y="533"/>
                        <a:pt x="12240" y="538"/>
                      </a:cubicBezTo>
                      <a:cubicBezTo>
                        <a:pt x="12280" y="547"/>
                        <a:pt x="12321" y="552"/>
                        <a:pt x="12361" y="552"/>
                      </a:cubicBezTo>
                      <a:cubicBezTo>
                        <a:pt x="12535" y="552"/>
                        <a:pt x="12703" y="469"/>
                        <a:pt x="12800" y="324"/>
                      </a:cubicBezTo>
                      <a:cubicBezTo>
                        <a:pt x="12883" y="241"/>
                        <a:pt x="12871" y="157"/>
                        <a:pt x="12740" y="110"/>
                      </a:cubicBezTo>
                      <a:cubicBezTo>
                        <a:pt x="12583" y="47"/>
                        <a:pt x="12426" y="1"/>
                        <a:pt x="12269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3" name="Google Shape;573;p26"/>
                <p:cNvSpPr/>
                <p:nvPr/>
              </p:nvSpPr>
              <p:spPr>
                <a:xfrm>
                  <a:off x="6773750" y="1211575"/>
                  <a:ext cx="35150" cy="104400"/>
                </a:xfrm>
                <a:custGeom>
                  <a:rect b="b" l="l" r="r" t="t"/>
                  <a:pathLst>
                    <a:path extrusionOk="0" h="4176" w="1406">
                      <a:moveTo>
                        <a:pt x="686" y="1"/>
                      </a:moveTo>
                      <a:cubicBezTo>
                        <a:pt x="680" y="1"/>
                        <a:pt x="674" y="1"/>
                        <a:pt x="667" y="1"/>
                      </a:cubicBezTo>
                      <a:cubicBezTo>
                        <a:pt x="453" y="1"/>
                        <a:pt x="382" y="192"/>
                        <a:pt x="298" y="358"/>
                      </a:cubicBezTo>
                      <a:cubicBezTo>
                        <a:pt x="262" y="442"/>
                        <a:pt x="227" y="525"/>
                        <a:pt x="203" y="620"/>
                      </a:cubicBezTo>
                      <a:cubicBezTo>
                        <a:pt x="24" y="1394"/>
                        <a:pt x="1" y="2192"/>
                        <a:pt x="155" y="2978"/>
                      </a:cubicBezTo>
                      <a:cubicBezTo>
                        <a:pt x="191" y="3323"/>
                        <a:pt x="310" y="3656"/>
                        <a:pt x="501" y="3954"/>
                      </a:cubicBezTo>
                      <a:cubicBezTo>
                        <a:pt x="595" y="4101"/>
                        <a:pt x="698" y="4176"/>
                        <a:pt x="800" y="4176"/>
                      </a:cubicBezTo>
                      <a:cubicBezTo>
                        <a:pt x="903" y="4176"/>
                        <a:pt x="1006" y="4098"/>
                        <a:pt x="1096" y="3942"/>
                      </a:cubicBezTo>
                      <a:cubicBezTo>
                        <a:pt x="1167" y="3811"/>
                        <a:pt x="1227" y="3668"/>
                        <a:pt x="1263" y="3525"/>
                      </a:cubicBezTo>
                      <a:cubicBezTo>
                        <a:pt x="1358" y="3109"/>
                        <a:pt x="1405" y="2692"/>
                        <a:pt x="1394" y="2275"/>
                      </a:cubicBezTo>
                      <a:cubicBezTo>
                        <a:pt x="1405" y="1823"/>
                        <a:pt x="1358" y="1382"/>
                        <a:pt x="1263" y="954"/>
                      </a:cubicBezTo>
                      <a:cubicBezTo>
                        <a:pt x="1215" y="739"/>
                        <a:pt x="1144" y="537"/>
                        <a:pt x="1048" y="334"/>
                      </a:cubicBezTo>
                      <a:cubicBezTo>
                        <a:pt x="967" y="184"/>
                        <a:pt x="887" y="1"/>
                        <a:pt x="68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4" name="Google Shape;574;p26"/>
                <p:cNvSpPr/>
                <p:nvPr/>
              </p:nvSpPr>
              <p:spPr>
                <a:xfrm>
                  <a:off x="6877625" y="1206200"/>
                  <a:ext cx="36950" cy="104225"/>
                </a:xfrm>
                <a:custGeom>
                  <a:rect b="b" l="l" r="r" t="t"/>
                  <a:pathLst>
                    <a:path extrusionOk="0" h="4169" w="1478">
                      <a:moveTo>
                        <a:pt x="642" y="0"/>
                      </a:moveTo>
                      <a:cubicBezTo>
                        <a:pt x="631" y="0"/>
                        <a:pt x="620" y="1"/>
                        <a:pt x="608" y="2"/>
                      </a:cubicBezTo>
                      <a:cubicBezTo>
                        <a:pt x="322" y="14"/>
                        <a:pt x="287" y="264"/>
                        <a:pt x="215" y="466"/>
                      </a:cubicBezTo>
                      <a:cubicBezTo>
                        <a:pt x="60" y="930"/>
                        <a:pt x="1" y="1419"/>
                        <a:pt x="13" y="1907"/>
                      </a:cubicBezTo>
                      <a:cubicBezTo>
                        <a:pt x="13" y="2633"/>
                        <a:pt x="132" y="3300"/>
                        <a:pt x="322" y="3740"/>
                      </a:cubicBezTo>
                      <a:cubicBezTo>
                        <a:pt x="418" y="3943"/>
                        <a:pt x="501" y="4169"/>
                        <a:pt x="751" y="4169"/>
                      </a:cubicBezTo>
                      <a:cubicBezTo>
                        <a:pt x="1013" y="4169"/>
                        <a:pt x="1096" y="3919"/>
                        <a:pt x="1156" y="3716"/>
                      </a:cubicBezTo>
                      <a:cubicBezTo>
                        <a:pt x="1477" y="2645"/>
                        <a:pt x="1441" y="1490"/>
                        <a:pt x="1049" y="442"/>
                      </a:cubicBezTo>
                      <a:cubicBezTo>
                        <a:pt x="980" y="249"/>
                        <a:pt x="890" y="0"/>
                        <a:pt x="642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575" name="Google Shape;575;p26"/>
              <p:cNvSpPr/>
              <p:nvPr/>
            </p:nvSpPr>
            <p:spPr>
              <a:xfrm rot="-5400000">
                <a:off x="5360206" y="1138300"/>
                <a:ext cx="473000" cy="454875"/>
              </a:xfrm>
              <a:custGeom>
                <a:rect b="b" l="l" r="r" t="t"/>
                <a:pathLst>
                  <a:path extrusionOk="0" h="18195" w="18920">
                    <a:moveTo>
                      <a:pt x="11801" y="5297"/>
                    </a:moveTo>
                    <a:cubicBezTo>
                      <a:pt x="11812" y="5297"/>
                      <a:pt x="11824" y="5298"/>
                      <a:pt x="11835" y="5299"/>
                    </a:cubicBezTo>
                    <a:cubicBezTo>
                      <a:pt x="11978" y="5335"/>
                      <a:pt x="12097" y="5442"/>
                      <a:pt x="12133" y="5597"/>
                    </a:cubicBezTo>
                    <a:cubicBezTo>
                      <a:pt x="12526" y="6656"/>
                      <a:pt x="12514" y="7823"/>
                      <a:pt x="12097" y="8883"/>
                    </a:cubicBezTo>
                    <a:cubicBezTo>
                      <a:pt x="12049" y="9014"/>
                      <a:pt x="11954" y="9157"/>
                      <a:pt x="11776" y="9157"/>
                    </a:cubicBezTo>
                    <a:cubicBezTo>
                      <a:pt x="11597" y="9157"/>
                      <a:pt x="11514" y="8990"/>
                      <a:pt x="11442" y="8835"/>
                    </a:cubicBezTo>
                    <a:cubicBezTo>
                      <a:pt x="11216" y="8347"/>
                      <a:pt x="11204" y="7823"/>
                      <a:pt x="11180" y="7299"/>
                    </a:cubicBezTo>
                    <a:cubicBezTo>
                      <a:pt x="11192" y="6716"/>
                      <a:pt x="11216" y="6144"/>
                      <a:pt x="11478" y="5597"/>
                    </a:cubicBezTo>
                    <a:cubicBezTo>
                      <a:pt x="11545" y="5462"/>
                      <a:pt x="11633" y="5297"/>
                      <a:pt x="11801" y="5297"/>
                    </a:cubicBezTo>
                    <a:close/>
                    <a:moveTo>
                      <a:pt x="7978" y="5335"/>
                    </a:moveTo>
                    <a:cubicBezTo>
                      <a:pt x="8156" y="5335"/>
                      <a:pt x="8239" y="5478"/>
                      <a:pt x="8299" y="5609"/>
                    </a:cubicBezTo>
                    <a:cubicBezTo>
                      <a:pt x="8537" y="6109"/>
                      <a:pt x="8561" y="6656"/>
                      <a:pt x="8585" y="7228"/>
                    </a:cubicBezTo>
                    <a:cubicBezTo>
                      <a:pt x="8561" y="7775"/>
                      <a:pt x="8537" y="8347"/>
                      <a:pt x="8287" y="8883"/>
                    </a:cubicBezTo>
                    <a:cubicBezTo>
                      <a:pt x="8220" y="9028"/>
                      <a:pt x="8133" y="9183"/>
                      <a:pt x="7956" y="9183"/>
                    </a:cubicBezTo>
                    <a:cubicBezTo>
                      <a:pt x="7944" y="9183"/>
                      <a:pt x="7931" y="9182"/>
                      <a:pt x="7918" y="9180"/>
                    </a:cubicBezTo>
                    <a:cubicBezTo>
                      <a:pt x="7763" y="9169"/>
                      <a:pt x="7668" y="9026"/>
                      <a:pt x="7620" y="8883"/>
                    </a:cubicBezTo>
                    <a:cubicBezTo>
                      <a:pt x="7227" y="7823"/>
                      <a:pt x="7251" y="6656"/>
                      <a:pt x="7656" y="5609"/>
                    </a:cubicBezTo>
                    <a:cubicBezTo>
                      <a:pt x="7692" y="5454"/>
                      <a:pt x="7823" y="5347"/>
                      <a:pt x="7978" y="5335"/>
                    </a:cubicBezTo>
                    <a:close/>
                    <a:moveTo>
                      <a:pt x="4707" y="9020"/>
                    </a:moveTo>
                    <a:cubicBezTo>
                      <a:pt x="4949" y="9020"/>
                      <a:pt x="5191" y="9046"/>
                      <a:pt x="5430" y="9097"/>
                    </a:cubicBezTo>
                    <a:cubicBezTo>
                      <a:pt x="5656" y="9121"/>
                      <a:pt x="5799" y="9323"/>
                      <a:pt x="5763" y="9538"/>
                    </a:cubicBezTo>
                    <a:cubicBezTo>
                      <a:pt x="5752" y="9720"/>
                      <a:pt x="5606" y="9864"/>
                      <a:pt x="5428" y="9864"/>
                    </a:cubicBezTo>
                    <a:cubicBezTo>
                      <a:pt x="5409" y="9864"/>
                      <a:pt x="5390" y="9863"/>
                      <a:pt x="5370" y="9859"/>
                    </a:cubicBezTo>
                    <a:cubicBezTo>
                      <a:pt x="5325" y="9852"/>
                      <a:pt x="5286" y="9849"/>
                      <a:pt x="5252" y="9849"/>
                    </a:cubicBezTo>
                    <a:cubicBezTo>
                      <a:pt x="4991" y="9849"/>
                      <a:pt x="5042" y="10041"/>
                      <a:pt x="5084" y="10252"/>
                    </a:cubicBezTo>
                    <a:cubicBezTo>
                      <a:pt x="5537" y="12538"/>
                      <a:pt x="7537" y="14181"/>
                      <a:pt x="9859" y="14193"/>
                    </a:cubicBezTo>
                    <a:cubicBezTo>
                      <a:pt x="9867" y="14193"/>
                      <a:pt x="9876" y="14193"/>
                      <a:pt x="9884" y="14193"/>
                    </a:cubicBezTo>
                    <a:cubicBezTo>
                      <a:pt x="12195" y="14193"/>
                      <a:pt x="14194" y="12565"/>
                      <a:pt x="14669" y="10300"/>
                    </a:cubicBezTo>
                    <a:cubicBezTo>
                      <a:pt x="14709" y="10100"/>
                      <a:pt x="14757" y="9934"/>
                      <a:pt x="14548" y="9934"/>
                    </a:cubicBezTo>
                    <a:cubicBezTo>
                      <a:pt x="14508" y="9934"/>
                      <a:pt x="14457" y="9941"/>
                      <a:pt x="14395" y="9954"/>
                    </a:cubicBezTo>
                    <a:cubicBezTo>
                      <a:pt x="14370" y="9960"/>
                      <a:pt x="14346" y="9963"/>
                      <a:pt x="14323" y="9963"/>
                    </a:cubicBezTo>
                    <a:cubicBezTo>
                      <a:pt x="14156" y="9963"/>
                      <a:pt x="14033" y="9821"/>
                      <a:pt x="14002" y="9633"/>
                    </a:cubicBezTo>
                    <a:cubicBezTo>
                      <a:pt x="13966" y="9442"/>
                      <a:pt x="14085" y="9252"/>
                      <a:pt x="14276" y="9204"/>
                    </a:cubicBezTo>
                    <a:cubicBezTo>
                      <a:pt x="14627" y="9085"/>
                      <a:pt x="14991" y="9028"/>
                      <a:pt x="15354" y="9028"/>
                    </a:cubicBezTo>
                    <a:cubicBezTo>
                      <a:pt x="15607" y="9028"/>
                      <a:pt x="15860" y="9055"/>
                      <a:pt x="16109" y="9109"/>
                    </a:cubicBezTo>
                    <a:cubicBezTo>
                      <a:pt x="16324" y="9145"/>
                      <a:pt x="16467" y="9359"/>
                      <a:pt x="16407" y="9573"/>
                    </a:cubicBezTo>
                    <a:cubicBezTo>
                      <a:pt x="16407" y="9749"/>
                      <a:pt x="16254" y="9880"/>
                      <a:pt x="16081" y="9880"/>
                    </a:cubicBezTo>
                    <a:cubicBezTo>
                      <a:pt x="16055" y="9880"/>
                      <a:pt x="16029" y="9877"/>
                      <a:pt x="16002" y="9871"/>
                    </a:cubicBezTo>
                    <a:cubicBezTo>
                      <a:pt x="15928" y="9849"/>
                      <a:pt x="15867" y="9839"/>
                      <a:pt x="15816" y="9839"/>
                    </a:cubicBezTo>
                    <a:cubicBezTo>
                      <a:pt x="15560" y="9839"/>
                      <a:pt x="15554" y="10084"/>
                      <a:pt x="15514" y="10312"/>
                    </a:cubicBezTo>
                    <a:cubicBezTo>
                      <a:pt x="15038" y="13038"/>
                      <a:pt x="12669" y="15026"/>
                      <a:pt x="9894" y="15038"/>
                    </a:cubicBezTo>
                    <a:cubicBezTo>
                      <a:pt x="7120" y="15038"/>
                      <a:pt x="4739" y="13050"/>
                      <a:pt x="4251" y="10323"/>
                    </a:cubicBezTo>
                    <a:cubicBezTo>
                      <a:pt x="4213" y="10132"/>
                      <a:pt x="4228" y="9895"/>
                      <a:pt x="4008" y="9895"/>
                    </a:cubicBezTo>
                    <a:cubicBezTo>
                      <a:pt x="3954" y="9895"/>
                      <a:pt x="3885" y="9910"/>
                      <a:pt x="3798" y="9942"/>
                    </a:cubicBezTo>
                    <a:cubicBezTo>
                      <a:pt x="3757" y="9959"/>
                      <a:pt x="3716" y="9966"/>
                      <a:pt x="3677" y="9966"/>
                    </a:cubicBezTo>
                    <a:cubicBezTo>
                      <a:pt x="3516" y="9966"/>
                      <a:pt x="3387" y="9836"/>
                      <a:pt x="3358" y="9645"/>
                    </a:cubicBezTo>
                    <a:cubicBezTo>
                      <a:pt x="3298" y="9454"/>
                      <a:pt x="3417" y="9252"/>
                      <a:pt x="3608" y="9204"/>
                    </a:cubicBezTo>
                    <a:cubicBezTo>
                      <a:pt x="3962" y="9081"/>
                      <a:pt x="4334" y="9020"/>
                      <a:pt x="4707" y="9020"/>
                    </a:cubicBezTo>
                    <a:close/>
                    <a:moveTo>
                      <a:pt x="9823" y="1"/>
                    </a:moveTo>
                    <a:cubicBezTo>
                      <a:pt x="6144" y="1"/>
                      <a:pt x="2822" y="2215"/>
                      <a:pt x="1417" y="5620"/>
                    </a:cubicBezTo>
                    <a:cubicBezTo>
                      <a:pt x="0" y="9014"/>
                      <a:pt x="786" y="12931"/>
                      <a:pt x="3382" y="15526"/>
                    </a:cubicBezTo>
                    <a:cubicBezTo>
                      <a:pt x="5126" y="17271"/>
                      <a:pt x="7451" y="18194"/>
                      <a:pt x="9818" y="18194"/>
                    </a:cubicBezTo>
                    <a:cubicBezTo>
                      <a:pt x="10990" y="18194"/>
                      <a:pt x="12172" y="17968"/>
                      <a:pt x="13300" y="17503"/>
                    </a:cubicBezTo>
                    <a:cubicBezTo>
                      <a:pt x="16705" y="16098"/>
                      <a:pt x="18919" y="12776"/>
                      <a:pt x="18919" y="9097"/>
                    </a:cubicBezTo>
                    <a:cubicBezTo>
                      <a:pt x="18919" y="4073"/>
                      <a:pt x="14847" y="1"/>
                      <a:pt x="9823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576" name="Google Shape;576;p26"/>
              <p:cNvGrpSpPr/>
              <p:nvPr/>
            </p:nvGrpSpPr>
            <p:grpSpPr>
              <a:xfrm rot="5400000">
                <a:off x="5985550" y="1130675"/>
                <a:ext cx="495325" cy="470125"/>
                <a:chOff x="5985550" y="1130050"/>
                <a:chExt cx="495325" cy="470125"/>
              </a:xfrm>
            </p:grpSpPr>
            <p:sp>
              <p:nvSpPr>
                <p:cNvPr id="577" name="Google Shape;577;p26"/>
                <p:cNvSpPr/>
                <p:nvPr/>
              </p:nvSpPr>
              <p:spPr>
                <a:xfrm>
                  <a:off x="6075750" y="1366100"/>
                  <a:ext cx="338750" cy="149125"/>
                </a:xfrm>
                <a:custGeom>
                  <a:rect b="b" l="l" r="r" t="t"/>
                  <a:pathLst>
                    <a:path extrusionOk="0" h="5965" w="13550">
                      <a:moveTo>
                        <a:pt x="1336" y="1"/>
                      </a:moveTo>
                      <a:cubicBezTo>
                        <a:pt x="961" y="1"/>
                        <a:pt x="590" y="73"/>
                        <a:pt x="215" y="178"/>
                      </a:cubicBezTo>
                      <a:cubicBezTo>
                        <a:pt x="72" y="202"/>
                        <a:pt x="0" y="368"/>
                        <a:pt x="84" y="476"/>
                      </a:cubicBezTo>
                      <a:cubicBezTo>
                        <a:pt x="125" y="553"/>
                        <a:pt x="179" y="577"/>
                        <a:pt x="239" y="577"/>
                      </a:cubicBezTo>
                      <a:cubicBezTo>
                        <a:pt x="298" y="577"/>
                        <a:pt x="364" y="553"/>
                        <a:pt x="429" y="535"/>
                      </a:cubicBezTo>
                      <a:cubicBezTo>
                        <a:pt x="590" y="492"/>
                        <a:pt x="699" y="464"/>
                        <a:pt x="773" y="464"/>
                      </a:cubicBezTo>
                      <a:cubicBezTo>
                        <a:pt x="924" y="464"/>
                        <a:pt x="937" y="578"/>
                        <a:pt x="977" y="904"/>
                      </a:cubicBezTo>
                      <a:lnTo>
                        <a:pt x="977" y="952"/>
                      </a:lnTo>
                      <a:cubicBezTo>
                        <a:pt x="1402" y="3833"/>
                        <a:pt x="3865" y="5965"/>
                        <a:pt x="6774" y="5965"/>
                      </a:cubicBezTo>
                      <a:cubicBezTo>
                        <a:pt x="6798" y="5965"/>
                        <a:pt x="6822" y="5965"/>
                        <a:pt x="6846" y="5964"/>
                      </a:cubicBezTo>
                      <a:cubicBezTo>
                        <a:pt x="9787" y="5941"/>
                        <a:pt x="12252" y="3738"/>
                        <a:pt x="12609" y="833"/>
                      </a:cubicBezTo>
                      <a:cubicBezTo>
                        <a:pt x="12649" y="515"/>
                        <a:pt x="12662" y="409"/>
                        <a:pt x="12818" y="409"/>
                      </a:cubicBezTo>
                      <a:cubicBezTo>
                        <a:pt x="12896" y="409"/>
                        <a:pt x="13010" y="436"/>
                        <a:pt x="13181" y="476"/>
                      </a:cubicBezTo>
                      <a:cubicBezTo>
                        <a:pt x="13229" y="484"/>
                        <a:pt x="13281" y="495"/>
                        <a:pt x="13329" y="495"/>
                      </a:cubicBezTo>
                      <a:cubicBezTo>
                        <a:pt x="13411" y="495"/>
                        <a:pt x="13484" y="465"/>
                        <a:pt x="13514" y="345"/>
                      </a:cubicBezTo>
                      <a:cubicBezTo>
                        <a:pt x="13550" y="166"/>
                        <a:pt x="13443" y="118"/>
                        <a:pt x="13300" y="83"/>
                      </a:cubicBezTo>
                      <a:cubicBezTo>
                        <a:pt x="13080" y="26"/>
                        <a:pt x="12860" y="1"/>
                        <a:pt x="12641" y="1"/>
                      </a:cubicBezTo>
                      <a:cubicBezTo>
                        <a:pt x="12268" y="1"/>
                        <a:pt x="11898" y="73"/>
                        <a:pt x="11538" y="178"/>
                      </a:cubicBezTo>
                      <a:cubicBezTo>
                        <a:pt x="11418" y="202"/>
                        <a:pt x="11347" y="321"/>
                        <a:pt x="11383" y="428"/>
                      </a:cubicBezTo>
                      <a:cubicBezTo>
                        <a:pt x="11412" y="534"/>
                        <a:pt x="11488" y="578"/>
                        <a:pt x="11579" y="578"/>
                      </a:cubicBezTo>
                      <a:cubicBezTo>
                        <a:pt x="11600" y="578"/>
                        <a:pt x="11622" y="575"/>
                        <a:pt x="11645" y="571"/>
                      </a:cubicBezTo>
                      <a:cubicBezTo>
                        <a:pt x="11776" y="535"/>
                        <a:pt x="11895" y="511"/>
                        <a:pt x="12014" y="476"/>
                      </a:cubicBezTo>
                      <a:cubicBezTo>
                        <a:pt x="12052" y="465"/>
                        <a:pt x="12082" y="459"/>
                        <a:pt x="12107" y="459"/>
                      </a:cubicBezTo>
                      <a:cubicBezTo>
                        <a:pt x="12189" y="459"/>
                        <a:pt x="12199" y="520"/>
                        <a:pt x="12180" y="630"/>
                      </a:cubicBezTo>
                      <a:cubicBezTo>
                        <a:pt x="11907" y="3333"/>
                        <a:pt x="9668" y="5417"/>
                        <a:pt x="6942" y="5488"/>
                      </a:cubicBezTo>
                      <a:cubicBezTo>
                        <a:pt x="6901" y="5489"/>
                        <a:pt x="6861" y="5489"/>
                        <a:pt x="6821" y="5489"/>
                      </a:cubicBezTo>
                      <a:cubicBezTo>
                        <a:pt x="4158" y="5489"/>
                        <a:pt x="1875" y="3555"/>
                        <a:pt x="1465" y="904"/>
                      </a:cubicBezTo>
                      <a:cubicBezTo>
                        <a:pt x="1415" y="534"/>
                        <a:pt x="1400" y="420"/>
                        <a:pt x="1568" y="420"/>
                      </a:cubicBezTo>
                      <a:cubicBezTo>
                        <a:pt x="1644" y="420"/>
                        <a:pt x="1755" y="442"/>
                        <a:pt x="1917" y="476"/>
                      </a:cubicBezTo>
                      <a:cubicBezTo>
                        <a:pt x="1958" y="483"/>
                        <a:pt x="1999" y="489"/>
                        <a:pt x="2037" y="489"/>
                      </a:cubicBezTo>
                      <a:cubicBezTo>
                        <a:pt x="2121" y="489"/>
                        <a:pt x="2190" y="459"/>
                        <a:pt x="2215" y="345"/>
                      </a:cubicBezTo>
                      <a:cubicBezTo>
                        <a:pt x="2239" y="178"/>
                        <a:pt x="2144" y="118"/>
                        <a:pt x="2001" y="83"/>
                      </a:cubicBezTo>
                      <a:cubicBezTo>
                        <a:pt x="1776" y="26"/>
                        <a:pt x="1555" y="1"/>
                        <a:pt x="133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8" name="Google Shape;578;p26"/>
                <p:cNvSpPr/>
                <p:nvPr/>
              </p:nvSpPr>
              <p:spPr>
                <a:xfrm>
                  <a:off x="6277250" y="1261875"/>
                  <a:ext cx="35750" cy="102725"/>
                </a:xfrm>
                <a:custGeom>
                  <a:rect b="b" l="l" r="r" t="t"/>
                  <a:pathLst>
                    <a:path extrusionOk="0" h="4109" w="1430">
                      <a:moveTo>
                        <a:pt x="793" y="1"/>
                      </a:moveTo>
                      <a:cubicBezTo>
                        <a:pt x="787" y="1"/>
                        <a:pt x="781" y="1"/>
                        <a:pt x="775" y="1"/>
                      </a:cubicBezTo>
                      <a:cubicBezTo>
                        <a:pt x="501" y="1"/>
                        <a:pt x="441" y="251"/>
                        <a:pt x="370" y="442"/>
                      </a:cubicBezTo>
                      <a:cubicBezTo>
                        <a:pt x="13" y="1478"/>
                        <a:pt x="1" y="2609"/>
                        <a:pt x="334" y="3644"/>
                      </a:cubicBezTo>
                      <a:cubicBezTo>
                        <a:pt x="394" y="3847"/>
                        <a:pt x="477" y="4109"/>
                        <a:pt x="751" y="4109"/>
                      </a:cubicBezTo>
                      <a:cubicBezTo>
                        <a:pt x="1013" y="4109"/>
                        <a:pt x="1084" y="3859"/>
                        <a:pt x="1168" y="3656"/>
                      </a:cubicBezTo>
                      <a:cubicBezTo>
                        <a:pt x="1346" y="3168"/>
                        <a:pt x="1430" y="2656"/>
                        <a:pt x="1430" y="2132"/>
                      </a:cubicBezTo>
                      <a:cubicBezTo>
                        <a:pt x="1430" y="1466"/>
                        <a:pt x="1382" y="942"/>
                        <a:pt x="1203" y="454"/>
                      </a:cubicBezTo>
                      <a:cubicBezTo>
                        <a:pt x="1122" y="256"/>
                        <a:pt x="1052" y="1"/>
                        <a:pt x="793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9" name="Google Shape;579;p26"/>
                <p:cNvSpPr/>
                <p:nvPr/>
              </p:nvSpPr>
              <p:spPr>
                <a:xfrm>
                  <a:off x="6178150" y="1262775"/>
                  <a:ext cx="35725" cy="102725"/>
                </a:xfrm>
                <a:custGeom>
                  <a:rect b="b" l="l" r="r" t="t"/>
                  <a:pathLst>
                    <a:path extrusionOk="0" h="4109" w="1429">
                      <a:moveTo>
                        <a:pt x="686" y="1"/>
                      </a:moveTo>
                      <a:cubicBezTo>
                        <a:pt x="436" y="1"/>
                        <a:pt x="344" y="256"/>
                        <a:pt x="262" y="465"/>
                      </a:cubicBezTo>
                      <a:cubicBezTo>
                        <a:pt x="83" y="965"/>
                        <a:pt x="0" y="1489"/>
                        <a:pt x="12" y="2013"/>
                      </a:cubicBezTo>
                      <a:cubicBezTo>
                        <a:pt x="12" y="2632"/>
                        <a:pt x="48" y="3156"/>
                        <a:pt x="238" y="3644"/>
                      </a:cubicBezTo>
                      <a:cubicBezTo>
                        <a:pt x="322" y="3859"/>
                        <a:pt x="393" y="4109"/>
                        <a:pt x="655" y="4109"/>
                      </a:cubicBezTo>
                      <a:cubicBezTo>
                        <a:pt x="917" y="4109"/>
                        <a:pt x="1012" y="3859"/>
                        <a:pt x="1072" y="3656"/>
                      </a:cubicBezTo>
                      <a:cubicBezTo>
                        <a:pt x="1417" y="2620"/>
                        <a:pt x="1429" y="1513"/>
                        <a:pt x="1107" y="465"/>
                      </a:cubicBezTo>
                      <a:cubicBezTo>
                        <a:pt x="1048" y="263"/>
                        <a:pt x="965" y="1"/>
                        <a:pt x="703" y="1"/>
                      </a:cubicBezTo>
                      <a:cubicBezTo>
                        <a:pt x="697" y="1"/>
                        <a:pt x="691" y="1"/>
                        <a:pt x="68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80" name="Google Shape;580;p26"/>
                <p:cNvSpPr/>
                <p:nvPr/>
              </p:nvSpPr>
              <p:spPr>
                <a:xfrm>
                  <a:off x="5985550" y="1130050"/>
                  <a:ext cx="495325" cy="470125"/>
                </a:xfrm>
                <a:custGeom>
                  <a:rect b="b" l="l" r="r" t="t"/>
                  <a:pathLst>
                    <a:path extrusionOk="0" h="18805" w="19813">
                      <a:moveTo>
                        <a:pt x="10405" y="475"/>
                      </a:moveTo>
                      <a:cubicBezTo>
                        <a:pt x="11555" y="475"/>
                        <a:pt x="12716" y="697"/>
                        <a:pt x="13824" y="1155"/>
                      </a:cubicBezTo>
                      <a:cubicBezTo>
                        <a:pt x="17158" y="2536"/>
                        <a:pt x="19337" y="5798"/>
                        <a:pt x="19337" y="9406"/>
                      </a:cubicBezTo>
                      <a:cubicBezTo>
                        <a:pt x="19325" y="14335"/>
                        <a:pt x="15324" y="18323"/>
                        <a:pt x="10407" y="18335"/>
                      </a:cubicBezTo>
                      <a:cubicBezTo>
                        <a:pt x="6787" y="18335"/>
                        <a:pt x="3537" y="16156"/>
                        <a:pt x="2156" y="12823"/>
                      </a:cubicBezTo>
                      <a:cubicBezTo>
                        <a:pt x="775" y="9489"/>
                        <a:pt x="1537" y="5643"/>
                        <a:pt x="4085" y="3095"/>
                      </a:cubicBezTo>
                      <a:cubicBezTo>
                        <a:pt x="5797" y="1383"/>
                        <a:pt x="8080" y="475"/>
                        <a:pt x="10405" y="475"/>
                      </a:cubicBezTo>
                      <a:close/>
                      <a:moveTo>
                        <a:pt x="10397" y="1"/>
                      </a:moveTo>
                      <a:cubicBezTo>
                        <a:pt x="8589" y="1"/>
                        <a:pt x="6772" y="520"/>
                        <a:pt x="5180" y="1583"/>
                      </a:cubicBezTo>
                      <a:cubicBezTo>
                        <a:pt x="1441" y="4072"/>
                        <a:pt x="1" y="8858"/>
                        <a:pt x="1715" y="13001"/>
                      </a:cubicBezTo>
                      <a:cubicBezTo>
                        <a:pt x="3189" y="16563"/>
                        <a:pt x="6651" y="18805"/>
                        <a:pt x="10384" y="18805"/>
                      </a:cubicBezTo>
                      <a:cubicBezTo>
                        <a:pt x="10994" y="18805"/>
                        <a:pt x="11611" y="18745"/>
                        <a:pt x="12229" y="18621"/>
                      </a:cubicBezTo>
                      <a:cubicBezTo>
                        <a:pt x="16634" y="17752"/>
                        <a:pt x="19801" y="13882"/>
                        <a:pt x="19801" y="9406"/>
                      </a:cubicBezTo>
                      <a:cubicBezTo>
                        <a:pt x="19813" y="6905"/>
                        <a:pt x="18813" y="4512"/>
                        <a:pt x="17051" y="2750"/>
                      </a:cubicBezTo>
                      <a:cubicBezTo>
                        <a:pt x="15229" y="936"/>
                        <a:pt x="12822" y="1"/>
                        <a:pt x="10397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</p:spTree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six columns">
  <p:cSld name="CUSTOM_7">
    <p:spTree>
      <p:nvGrpSpPr>
        <p:cNvPr id="581" name="Shape 5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2" name="Google Shape;582;p27"/>
          <p:cNvSpPr txBox="1"/>
          <p:nvPr>
            <p:ph type="title"/>
          </p:nvPr>
        </p:nvSpPr>
        <p:spPr>
          <a:xfrm>
            <a:off x="720000" y="445025"/>
            <a:ext cx="7704000" cy="1018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583" name="Google Shape;583;p27"/>
          <p:cNvSpPr txBox="1"/>
          <p:nvPr>
            <p:ph idx="1" type="subTitle"/>
          </p:nvPr>
        </p:nvSpPr>
        <p:spPr>
          <a:xfrm>
            <a:off x="887813" y="2201377"/>
            <a:ext cx="21999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584" name="Google Shape;584;p27"/>
          <p:cNvSpPr txBox="1"/>
          <p:nvPr>
            <p:ph idx="2" type="subTitle"/>
          </p:nvPr>
        </p:nvSpPr>
        <p:spPr>
          <a:xfrm>
            <a:off x="3582884" y="2201377"/>
            <a:ext cx="2196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585" name="Google Shape;585;p27"/>
          <p:cNvSpPr txBox="1"/>
          <p:nvPr>
            <p:ph idx="3" type="subTitle"/>
          </p:nvPr>
        </p:nvSpPr>
        <p:spPr>
          <a:xfrm>
            <a:off x="887813" y="3710950"/>
            <a:ext cx="21999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586" name="Google Shape;586;p27"/>
          <p:cNvSpPr txBox="1"/>
          <p:nvPr>
            <p:ph idx="4" type="subTitle"/>
          </p:nvPr>
        </p:nvSpPr>
        <p:spPr>
          <a:xfrm>
            <a:off x="3582884" y="3710954"/>
            <a:ext cx="2196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587" name="Google Shape;587;p27"/>
          <p:cNvSpPr txBox="1"/>
          <p:nvPr>
            <p:ph idx="5" type="subTitle"/>
          </p:nvPr>
        </p:nvSpPr>
        <p:spPr>
          <a:xfrm>
            <a:off x="6052738" y="2201377"/>
            <a:ext cx="22035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588" name="Google Shape;588;p27"/>
          <p:cNvSpPr txBox="1"/>
          <p:nvPr>
            <p:ph idx="6" type="subTitle"/>
          </p:nvPr>
        </p:nvSpPr>
        <p:spPr>
          <a:xfrm>
            <a:off x="6052738" y="3710950"/>
            <a:ext cx="22035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589" name="Google Shape;589;p27"/>
          <p:cNvSpPr txBox="1"/>
          <p:nvPr>
            <p:ph idx="7" type="subTitle"/>
          </p:nvPr>
        </p:nvSpPr>
        <p:spPr>
          <a:xfrm>
            <a:off x="886138" y="1761675"/>
            <a:ext cx="2203500" cy="479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b="1" sz="2400">
                <a:solidFill>
                  <a:schemeClr val="lt2"/>
                </a:solidFill>
                <a:latin typeface="Michroma"/>
                <a:ea typeface="Michroma"/>
                <a:cs typeface="Michroma"/>
                <a:sym typeface="Michroma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590" name="Google Shape;590;p27"/>
          <p:cNvSpPr txBox="1"/>
          <p:nvPr>
            <p:ph idx="8" type="subTitle"/>
          </p:nvPr>
        </p:nvSpPr>
        <p:spPr>
          <a:xfrm>
            <a:off x="3581212" y="1761675"/>
            <a:ext cx="2199900" cy="479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b="1" sz="2400">
                <a:solidFill>
                  <a:schemeClr val="lt2"/>
                </a:solidFill>
                <a:latin typeface="Michroma"/>
                <a:ea typeface="Michroma"/>
                <a:cs typeface="Michroma"/>
                <a:sym typeface="Michroma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591" name="Google Shape;591;p27"/>
          <p:cNvSpPr txBox="1"/>
          <p:nvPr>
            <p:ph idx="9" type="subTitle"/>
          </p:nvPr>
        </p:nvSpPr>
        <p:spPr>
          <a:xfrm>
            <a:off x="6051062" y="1761675"/>
            <a:ext cx="2206800" cy="479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b="1" sz="2400">
                <a:solidFill>
                  <a:schemeClr val="lt2"/>
                </a:solidFill>
                <a:latin typeface="Michroma"/>
                <a:ea typeface="Michroma"/>
                <a:cs typeface="Michroma"/>
                <a:sym typeface="Michroma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592" name="Google Shape;592;p27"/>
          <p:cNvSpPr txBox="1"/>
          <p:nvPr>
            <p:ph idx="13" type="subTitle"/>
          </p:nvPr>
        </p:nvSpPr>
        <p:spPr>
          <a:xfrm>
            <a:off x="886138" y="3270000"/>
            <a:ext cx="2203500" cy="479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b="1" sz="2400">
                <a:solidFill>
                  <a:schemeClr val="lt2"/>
                </a:solidFill>
                <a:latin typeface="Michroma"/>
                <a:ea typeface="Michroma"/>
                <a:cs typeface="Michroma"/>
                <a:sym typeface="Michroma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593" name="Google Shape;593;p27"/>
          <p:cNvSpPr txBox="1"/>
          <p:nvPr>
            <p:ph idx="14" type="subTitle"/>
          </p:nvPr>
        </p:nvSpPr>
        <p:spPr>
          <a:xfrm>
            <a:off x="3581212" y="3270004"/>
            <a:ext cx="2199900" cy="479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b="1" sz="2400">
                <a:solidFill>
                  <a:schemeClr val="lt2"/>
                </a:solidFill>
                <a:latin typeface="Michroma"/>
                <a:ea typeface="Michroma"/>
                <a:cs typeface="Michroma"/>
                <a:sym typeface="Michroma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594" name="Google Shape;594;p27"/>
          <p:cNvSpPr txBox="1"/>
          <p:nvPr>
            <p:ph idx="15" type="subTitle"/>
          </p:nvPr>
        </p:nvSpPr>
        <p:spPr>
          <a:xfrm>
            <a:off x="6051062" y="3270000"/>
            <a:ext cx="2206800" cy="479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b="1" sz="2400">
                <a:solidFill>
                  <a:schemeClr val="lt2"/>
                </a:solidFill>
                <a:latin typeface="Michroma"/>
                <a:ea typeface="Michroma"/>
                <a:cs typeface="Michroma"/>
                <a:sym typeface="Michroma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grpSp>
        <p:nvGrpSpPr>
          <p:cNvPr id="595" name="Google Shape;595;p27"/>
          <p:cNvGrpSpPr/>
          <p:nvPr/>
        </p:nvGrpSpPr>
        <p:grpSpPr>
          <a:xfrm flipH="1">
            <a:off x="442847" y="299958"/>
            <a:ext cx="1188759" cy="239538"/>
            <a:chOff x="2501428" y="4161487"/>
            <a:chExt cx="2196118" cy="442524"/>
          </a:xfrm>
        </p:grpSpPr>
        <p:grpSp>
          <p:nvGrpSpPr>
            <p:cNvPr id="596" name="Google Shape;596;p27"/>
            <p:cNvGrpSpPr/>
            <p:nvPr/>
          </p:nvGrpSpPr>
          <p:grpSpPr>
            <a:xfrm>
              <a:off x="4082894" y="4161487"/>
              <a:ext cx="614651" cy="442524"/>
              <a:chOff x="6608540" y="3355576"/>
              <a:chExt cx="1352071" cy="973435"/>
            </a:xfrm>
          </p:grpSpPr>
          <p:sp>
            <p:nvSpPr>
              <p:cNvPr id="597" name="Google Shape;597;p27"/>
              <p:cNvSpPr/>
              <p:nvPr/>
            </p:nvSpPr>
            <p:spPr>
              <a:xfrm>
                <a:off x="6608540" y="3843849"/>
                <a:ext cx="1352071" cy="485162"/>
              </a:xfrm>
              <a:custGeom>
                <a:rect b="b" l="l" r="r" t="t"/>
                <a:pathLst>
                  <a:path extrusionOk="0" fill="none" h="40229" w="112112">
                    <a:moveTo>
                      <a:pt x="1" y="1"/>
                    </a:moveTo>
                    <a:lnTo>
                      <a:pt x="75669" y="1"/>
                    </a:lnTo>
                    <a:lnTo>
                      <a:pt x="112111" y="1"/>
                    </a:lnTo>
                    <a:cubicBezTo>
                      <a:pt x="112111" y="1"/>
                      <a:pt x="72589" y="1003"/>
                      <a:pt x="71847" y="40228"/>
                    </a:cubicBezTo>
                  </a:path>
                </a:pathLst>
              </a:custGeom>
              <a:noFill/>
              <a:ln cap="flat" cmpd="sng" w="9525">
                <a:solidFill>
                  <a:schemeClr val="dk2"/>
                </a:solidFill>
                <a:prstDash val="solid"/>
                <a:miter lim="37110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8" name="Google Shape;598;p27"/>
              <p:cNvSpPr/>
              <p:nvPr/>
            </p:nvSpPr>
            <p:spPr>
              <a:xfrm>
                <a:off x="7460229" y="3355576"/>
                <a:ext cx="498138" cy="489178"/>
              </a:xfrm>
              <a:custGeom>
                <a:rect b="b" l="l" r="r" t="t"/>
                <a:pathLst>
                  <a:path extrusionOk="0" fill="none" h="40562" w="41305">
                    <a:moveTo>
                      <a:pt x="1077" y="0"/>
                    </a:moveTo>
                    <a:cubicBezTo>
                      <a:pt x="1077" y="0"/>
                      <a:pt x="1" y="37482"/>
                      <a:pt x="41305" y="40562"/>
                    </a:cubicBezTo>
                  </a:path>
                </a:pathLst>
              </a:custGeom>
              <a:noFill/>
              <a:ln cap="flat" cmpd="sng" w="9525">
                <a:solidFill>
                  <a:schemeClr val="dk2"/>
                </a:solidFill>
                <a:prstDash val="solid"/>
                <a:miter lim="37110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cxnSp>
          <p:nvCxnSpPr>
            <p:cNvPr id="599" name="Google Shape;599;p27"/>
            <p:cNvCxnSpPr/>
            <p:nvPr/>
          </p:nvCxnSpPr>
          <p:spPr>
            <a:xfrm>
              <a:off x="2501428" y="4382750"/>
              <a:ext cx="1649700" cy="0"/>
            </a:xfrm>
            <a:prstGeom prst="straightConnector1">
              <a:avLst/>
            </a:prstGeom>
            <a:noFill/>
            <a:ln cap="flat" cmpd="sng" w="9525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600" name="Google Shape;600;p27"/>
          <p:cNvGrpSpPr/>
          <p:nvPr/>
        </p:nvGrpSpPr>
        <p:grpSpPr>
          <a:xfrm>
            <a:off x="8743213" y="1469804"/>
            <a:ext cx="37200" cy="2280719"/>
            <a:chOff x="8720263" y="1665954"/>
            <a:chExt cx="37200" cy="2280719"/>
          </a:xfrm>
        </p:grpSpPr>
        <p:sp>
          <p:nvSpPr>
            <p:cNvPr id="601" name="Google Shape;601;p27"/>
            <p:cNvSpPr/>
            <p:nvPr/>
          </p:nvSpPr>
          <p:spPr>
            <a:xfrm flipH="1">
              <a:off x="8720263" y="1665954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  <p:sp>
          <p:nvSpPr>
            <p:cNvPr id="602" name="Google Shape;602;p27"/>
            <p:cNvSpPr/>
            <p:nvPr/>
          </p:nvSpPr>
          <p:spPr>
            <a:xfrm flipH="1">
              <a:off x="8720263" y="2278650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  <p:sp>
          <p:nvSpPr>
            <p:cNvPr id="603" name="Google Shape;603;p27"/>
            <p:cNvSpPr/>
            <p:nvPr/>
          </p:nvSpPr>
          <p:spPr>
            <a:xfrm flipH="1">
              <a:off x="8720263" y="2570381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  <p:sp>
          <p:nvSpPr>
            <p:cNvPr id="604" name="Google Shape;604;p27"/>
            <p:cNvSpPr/>
            <p:nvPr/>
          </p:nvSpPr>
          <p:spPr>
            <a:xfrm flipH="1">
              <a:off x="8720263" y="2862111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  <p:sp>
          <p:nvSpPr>
            <p:cNvPr id="605" name="Google Shape;605;p27"/>
            <p:cNvSpPr/>
            <p:nvPr/>
          </p:nvSpPr>
          <p:spPr>
            <a:xfrm flipH="1">
              <a:off x="8720263" y="3653137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  <p:sp>
          <p:nvSpPr>
            <p:cNvPr id="606" name="Google Shape;606;p27"/>
            <p:cNvSpPr/>
            <p:nvPr/>
          </p:nvSpPr>
          <p:spPr>
            <a:xfrm flipH="1">
              <a:off x="8720263" y="3909472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</p:grpSp>
      <p:sp>
        <p:nvSpPr>
          <p:cNvPr id="607" name="Google Shape;607;p27"/>
          <p:cNvSpPr/>
          <p:nvPr/>
        </p:nvSpPr>
        <p:spPr>
          <a:xfrm>
            <a:off x="347450" y="4604000"/>
            <a:ext cx="731548" cy="419129"/>
          </a:xfrm>
          <a:custGeom>
            <a:rect b="b" l="l" r="r" t="t"/>
            <a:pathLst>
              <a:path extrusionOk="0" h="57219" w="99870">
                <a:moveTo>
                  <a:pt x="58847" y="3703"/>
                </a:moveTo>
                <a:cubicBezTo>
                  <a:pt x="58882" y="3703"/>
                  <a:pt x="58917" y="3719"/>
                  <a:pt x="58948" y="3744"/>
                </a:cubicBezTo>
                <a:lnTo>
                  <a:pt x="58960" y="3744"/>
                </a:lnTo>
                <a:cubicBezTo>
                  <a:pt x="68652" y="6351"/>
                  <a:pt x="76105" y="11626"/>
                  <a:pt x="79796" y="21341"/>
                </a:cubicBezTo>
                <a:cubicBezTo>
                  <a:pt x="80439" y="23020"/>
                  <a:pt x="80760" y="24794"/>
                  <a:pt x="80939" y="26592"/>
                </a:cubicBezTo>
                <a:cubicBezTo>
                  <a:pt x="80986" y="27116"/>
                  <a:pt x="80820" y="27258"/>
                  <a:pt x="80296" y="27258"/>
                </a:cubicBezTo>
                <a:cubicBezTo>
                  <a:pt x="79275" y="27255"/>
                  <a:pt x="78253" y="27254"/>
                  <a:pt x="77231" y="27254"/>
                </a:cubicBezTo>
                <a:cubicBezTo>
                  <a:pt x="74165" y="27254"/>
                  <a:pt x="71095" y="27267"/>
                  <a:pt x="68032" y="27294"/>
                </a:cubicBezTo>
                <a:cubicBezTo>
                  <a:pt x="68021" y="27294"/>
                  <a:pt x="68009" y="27294"/>
                  <a:pt x="67998" y="27294"/>
                </a:cubicBezTo>
                <a:cubicBezTo>
                  <a:pt x="67342" y="27294"/>
                  <a:pt x="67353" y="26953"/>
                  <a:pt x="67330" y="26485"/>
                </a:cubicBezTo>
                <a:cubicBezTo>
                  <a:pt x="67104" y="21067"/>
                  <a:pt x="66044" y="15840"/>
                  <a:pt x="63746" y="10911"/>
                </a:cubicBezTo>
                <a:cubicBezTo>
                  <a:pt x="62520" y="8292"/>
                  <a:pt x="60865" y="5911"/>
                  <a:pt x="58865" y="3827"/>
                </a:cubicBezTo>
                <a:lnTo>
                  <a:pt x="58757" y="3744"/>
                </a:lnTo>
                <a:cubicBezTo>
                  <a:pt x="58786" y="3716"/>
                  <a:pt x="58816" y="3703"/>
                  <a:pt x="58847" y="3703"/>
                </a:cubicBezTo>
                <a:close/>
                <a:moveTo>
                  <a:pt x="51686" y="2804"/>
                </a:moveTo>
                <a:cubicBezTo>
                  <a:pt x="51788" y="2804"/>
                  <a:pt x="51917" y="2829"/>
                  <a:pt x="52078" y="2875"/>
                </a:cubicBezTo>
                <a:cubicBezTo>
                  <a:pt x="54459" y="3506"/>
                  <a:pt x="56329" y="4887"/>
                  <a:pt x="57924" y="6696"/>
                </a:cubicBezTo>
                <a:cubicBezTo>
                  <a:pt x="60889" y="10078"/>
                  <a:pt x="62532" y="14114"/>
                  <a:pt x="63591" y="18412"/>
                </a:cubicBezTo>
                <a:cubicBezTo>
                  <a:pt x="64270" y="21127"/>
                  <a:pt x="64592" y="23889"/>
                  <a:pt x="64746" y="26663"/>
                </a:cubicBezTo>
                <a:cubicBezTo>
                  <a:pt x="64770" y="27163"/>
                  <a:pt x="64627" y="27306"/>
                  <a:pt x="64139" y="27306"/>
                </a:cubicBezTo>
                <a:cubicBezTo>
                  <a:pt x="62457" y="27301"/>
                  <a:pt x="60774" y="27298"/>
                  <a:pt x="59089" y="27298"/>
                </a:cubicBezTo>
                <a:cubicBezTo>
                  <a:pt x="56706" y="27298"/>
                  <a:pt x="54320" y="27304"/>
                  <a:pt x="51935" y="27318"/>
                </a:cubicBezTo>
                <a:cubicBezTo>
                  <a:pt x="51304" y="27318"/>
                  <a:pt x="51352" y="26997"/>
                  <a:pt x="51352" y="26580"/>
                </a:cubicBezTo>
                <a:cubicBezTo>
                  <a:pt x="51364" y="22710"/>
                  <a:pt x="51364" y="18853"/>
                  <a:pt x="51364" y="14983"/>
                </a:cubicBezTo>
                <a:lnTo>
                  <a:pt x="51340" y="14983"/>
                </a:lnTo>
                <a:cubicBezTo>
                  <a:pt x="51340" y="11137"/>
                  <a:pt x="51352" y="7292"/>
                  <a:pt x="51328" y="3446"/>
                </a:cubicBezTo>
                <a:cubicBezTo>
                  <a:pt x="51328" y="2986"/>
                  <a:pt x="51410" y="2804"/>
                  <a:pt x="51686" y="2804"/>
                </a:cubicBezTo>
                <a:close/>
                <a:moveTo>
                  <a:pt x="69056" y="4887"/>
                </a:moveTo>
                <a:lnTo>
                  <a:pt x="69056" y="4887"/>
                </a:lnTo>
                <a:cubicBezTo>
                  <a:pt x="71152" y="5315"/>
                  <a:pt x="73212" y="5899"/>
                  <a:pt x="75224" y="6625"/>
                </a:cubicBezTo>
                <a:lnTo>
                  <a:pt x="75236" y="6625"/>
                </a:lnTo>
                <a:cubicBezTo>
                  <a:pt x="80629" y="8542"/>
                  <a:pt x="85701" y="11054"/>
                  <a:pt x="90047" y="14852"/>
                </a:cubicBezTo>
                <a:cubicBezTo>
                  <a:pt x="93143" y="17567"/>
                  <a:pt x="95560" y="20746"/>
                  <a:pt x="96655" y="24782"/>
                </a:cubicBezTo>
                <a:cubicBezTo>
                  <a:pt x="96798" y="25306"/>
                  <a:pt x="96881" y="25842"/>
                  <a:pt x="97000" y="26377"/>
                </a:cubicBezTo>
                <a:cubicBezTo>
                  <a:pt x="97143" y="26973"/>
                  <a:pt x="97048" y="27235"/>
                  <a:pt x="96310" y="27235"/>
                </a:cubicBezTo>
                <a:cubicBezTo>
                  <a:pt x="95167" y="27219"/>
                  <a:pt x="94025" y="27213"/>
                  <a:pt x="92884" y="27213"/>
                </a:cubicBezTo>
                <a:cubicBezTo>
                  <a:pt x="90601" y="27213"/>
                  <a:pt x="88321" y="27235"/>
                  <a:pt x="86035" y="27235"/>
                </a:cubicBezTo>
                <a:cubicBezTo>
                  <a:pt x="85590" y="27235"/>
                  <a:pt x="85089" y="27320"/>
                  <a:pt x="84642" y="27320"/>
                </a:cubicBezTo>
                <a:cubicBezTo>
                  <a:pt x="84323" y="27320"/>
                  <a:pt x="84031" y="27276"/>
                  <a:pt x="83808" y="27127"/>
                </a:cubicBezTo>
                <a:cubicBezTo>
                  <a:pt x="83249" y="26770"/>
                  <a:pt x="83511" y="25734"/>
                  <a:pt x="83391" y="25008"/>
                </a:cubicBezTo>
                <a:cubicBezTo>
                  <a:pt x="82308" y="18091"/>
                  <a:pt x="78843" y="12566"/>
                  <a:pt x="73545" y="8113"/>
                </a:cubicBezTo>
                <a:cubicBezTo>
                  <a:pt x="72116" y="6946"/>
                  <a:pt x="70616" y="5863"/>
                  <a:pt x="69056" y="4887"/>
                </a:cubicBezTo>
                <a:close/>
                <a:moveTo>
                  <a:pt x="48364" y="2808"/>
                </a:moveTo>
                <a:cubicBezTo>
                  <a:pt x="48704" y="2808"/>
                  <a:pt x="48709" y="3114"/>
                  <a:pt x="48709" y="3970"/>
                </a:cubicBezTo>
                <a:lnTo>
                  <a:pt x="48709" y="15055"/>
                </a:lnTo>
                <a:lnTo>
                  <a:pt x="48756" y="15055"/>
                </a:lnTo>
                <a:cubicBezTo>
                  <a:pt x="48756" y="18876"/>
                  <a:pt x="48744" y="22698"/>
                  <a:pt x="48780" y="26520"/>
                </a:cubicBezTo>
                <a:cubicBezTo>
                  <a:pt x="48780" y="27154"/>
                  <a:pt x="48602" y="27330"/>
                  <a:pt x="48008" y="27330"/>
                </a:cubicBezTo>
                <a:cubicBezTo>
                  <a:pt x="47988" y="27330"/>
                  <a:pt x="47967" y="27330"/>
                  <a:pt x="47947" y="27330"/>
                </a:cubicBezTo>
                <a:cubicBezTo>
                  <a:pt x="46625" y="27322"/>
                  <a:pt x="45302" y="27319"/>
                  <a:pt x="43979" y="27319"/>
                </a:cubicBezTo>
                <a:cubicBezTo>
                  <a:pt x="41332" y="27319"/>
                  <a:pt x="38684" y="27330"/>
                  <a:pt x="36040" y="27330"/>
                </a:cubicBezTo>
                <a:cubicBezTo>
                  <a:pt x="35958" y="27330"/>
                  <a:pt x="35878" y="27334"/>
                  <a:pt x="35803" y="27334"/>
                </a:cubicBezTo>
                <a:cubicBezTo>
                  <a:pt x="35528" y="27334"/>
                  <a:pt x="35322" y="27282"/>
                  <a:pt x="35350" y="26806"/>
                </a:cubicBezTo>
                <a:cubicBezTo>
                  <a:pt x="35683" y="20293"/>
                  <a:pt x="37005" y="14054"/>
                  <a:pt x="40708" y="8542"/>
                </a:cubicBezTo>
                <a:cubicBezTo>
                  <a:pt x="42398" y="6042"/>
                  <a:pt x="44506" y="3994"/>
                  <a:pt x="47458" y="3041"/>
                </a:cubicBezTo>
                <a:cubicBezTo>
                  <a:pt x="47895" y="2898"/>
                  <a:pt x="48179" y="2808"/>
                  <a:pt x="48364" y="2808"/>
                </a:cubicBezTo>
                <a:close/>
                <a:moveTo>
                  <a:pt x="41019" y="3796"/>
                </a:moveTo>
                <a:cubicBezTo>
                  <a:pt x="41099" y="3796"/>
                  <a:pt x="41184" y="3818"/>
                  <a:pt x="41279" y="3887"/>
                </a:cubicBezTo>
                <a:cubicBezTo>
                  <a:pt x="40981" y="4208"/>
                  <a:pt x="40684" y="4529"/>
                  <a:pt x="40386" y="4851"/>
                </a:cubicBezTo>
                <a:cubicBezTo>
                  <a:pt x="37124" y="8542"/>
                  <a:pt x="35243" y="12911"/>
                  <a:pt x="34028" y="17614"/>
                </a:cubicBezTo>
                <a:cubicBezTo>
                  <a:pt x="33290" y="20555"/>
                  <a:pt x="32861" y="23568"/>
                  <a:pt x="32754" y="26604"/>
                </a:cubicBezTo>
                <a:cubicBezTo>
                  <a:pt x="32730" y="27235"/>
                  <a:pt x="32528" y="27342"/>
                  <a:pt x="31945" y="27342"/>
                </a:cubicBezTo>
                <a:cubicBezTo>
                  <a:pt x="30417" y="27333"/>
                  <a:pt x="28890" y="27329"/>
                  <a:pt x="27365" y="27329"/>
                </a:cubicBezTo>
                <a:cubicBezTo>
                  <a:pt x="24897" y="27329"/>
                  <a:pt x="22432" y="27339"/>
                  <a:pt x="19967" y="27354"/>
                </a:cubicBezTo>
                <a:cubicBezTo>
                  <a:pt x="19360" y="27354"/>
                  <a:pt x="19157" y="27235"/>
                  <a:pt x="19217" y="26592"/>
                </a:cubicBezTo>
                <a:cubicBezTo>
                  <a:pt x="19681" y="21865"/>
                  <a:pt x="21503" y="17698"/>
                  <a:pt x="24491" y="14043"/>
                </a:cubicBezTo>
                <a:cubicBezTo>
                  <a:pt x="28754" y="8828"/>
                  <a:pt x="34314" y="5625"/>
                  <a:pt x="40743" y="3851"/>
                </a:cubicBezTo>
                <a:cubicBezTo>
                  <a:pt x="40830" y="3831"/>
                  <a:pt x="40920" y="3796"/>
                  <a:pt x="41019" y="3796"/>
                </a:cubicBezTo>
                <a:close/>
                <a:moveTo>
                  <a:pt x="31083" y="4890"/>
                </a:moveTo>
                <a:cubicBezTo>
                  <a:pt x="31150" y="4890"/>
                  <a:pt x="31218" y="4893"/>
                  <a:pt x="31290" y="4899"/>
                </a:cubicBezTo>
                <a:cubicBezTo>
                  <a:pt x="30647" y="5303"/>
                  <a:pt x="30099" y="5637"/>
                  <a:pt x="29575" y="5994"/>
                </a:cubicBezTo>
                <a:cubicBezTo>
                  <a:pt x="23682" y="9947"/>
                  <a:pt x="19395" y="15138"/>
                  <a:pt x="17419" y="22055"/>
                </a:cubicBezTo>
                <a:cubicBezTo>
                  <a:pt x="16967" y="23591"/>
                  <a:pt x="16693" y="25175"/>
                  <a:pt x="16597" y="26770"/>
                </a:cubicBezTo>
                <a:cubicBezTo>
                  <a:pt x="16574" y="27223"/>
                  <a:pt x="16431" y="27354"/>
                  <a:pt x="15990" y="27354"/>
                </a:cubicBezTo>
                <a:cubicBezTo>
                  <a:pt x="11894" y="27354"/>
                  <a:pt x="7811" y="27354"/>
                  <a:pt x="3727" y="27378"/>
                </a:cubicBezTo>
                <a:cubicBezTo>
                  <a:pt x="3179" y="27378"/>
                  <a:pt x="3036" y="27211"/>
                  <a:pt x="3120" y="26699"/>
                </a:cubicBezTo>
                <a:cubicBezTo>
                  <a:pt x="3393" y="24770"/>
                  <a:pt x="4024" y="22913"/>
                  <a:pt x="4965" y="21210"/>
                </a:cubicBezTo>
                <a:cubicBezTo>
                  <a:pt x="7084" y="17352"/>
                  <a:pt x="10228" y="14483"/>
                  <a:pt x="13835" y="12078"/>
                </a:cubicBezTo>
                <a:cubicBezTo>
                  <a:pt x="19050" y="8601"/>
                  <a:pt x="24837" y="6423"/>
                  <a:pt x="30885" y="4899"/>
                </a:cubicBezTo>
                <a:cubicBezTo>
                  <a:pt x="30950" y="4893"/>
                  <a:pt x="31016" y="4890"/>
                  <a:pt x="31083" y="4890"/>
                </a:cubicBezTo>
                <a:close/>
                <a:moveTo>
                  <a:pt x="15931" y="29973"/>
                </a:moveTo>
                <a:cubicBezTo>
                  <a:pt x="16312" y="29973"/>
                  <a:pt x="16550" y="29985"/>
                  <a:pt x="16597" y="30497"/>
                </a:cubicBezTo>
                <a:cubicBezTo>
                  <a:pt x="17252" y="38403"/>
                  <a:pt x="21050" y="44582"/>
                  <a:pt x="27099" y="49523"/>
                </a:cubicBezTo>
                <a:cubicBezTo>
                  <a:pt x="28349" y="50547"/>
                  <a:pt x="29754" y="51345"/>
                  <a:pt x="31040" y="52309"/>
                </a:cubicBezTo>
                <a:cubicBezTo>
                  <a:pt x="29790" y="52238"/>
                  <a:pt x="28635" y="51785"/>
                  <a:pt x="27456" y="51428"/>
                </a:cubicBezTo>
                <a:cubicBezTo>
                  <a:pt x="21824" y="49737"/>
                  <a:pt x="16514" y="47392"/>
                  <a:pt x="11811" y="43808"/>
                </a:cubicBezTo>
                <a:cubicBezTo>
                  <a:pt x="8692" y="41427"/>
                  <a:pt x="6072" y="38629"/>
                  <a:pt x="4405" y="35021"/>
                </a:cubicBezTo>
                <a:cubicBezTo>
                  <a:pt x="3786" y="33652"/>
                  <a:pt x="3358" y="32211"/>
                  <a:pt x="3131" y="30723"/>
                </a:cubicBezTo>
                <a:cubicBezTo>
                  <a:pt x="3048" y="30211"/>
                  <a:pt x="3120" y="29973"/>
                  <a:pt x="3739" y="29973"/>
                </a:cubicBezTo>
                <a:cubicBezTo>
                  <a:pt x="5092" y="29981"/>
                  <a:pt x="6447" y="29984"/>
                  <a:pt x="7802" y="29984"/>
                </a:cubicBezTo>
                <a:cubicBezTo>
                  <a:pt x="10512" y="29984"/>
                  <a:pt x="13224" y="29973"/>
                  <a:pt x="15931" y="29973"/>
                </a:cubicBezTo>
                <a:close/>
                <a:moveTo>
                  <a:pt x="96084" y="29842"/>
                </a:moveTo>
                <a:cubicBezTo>
                  <a:pt x="97155" y="29842"/>
                  <a:pt x="97143" y="29842"/>
                  <a:pt x="96965" y="30878"/>
                </a:cubicBezTo>
                <a:lnTo>
                  <a:pt x="96977" y="30878"/>
                </a:lnTo>
                <a:cubicBezTo>
                  <a:pt x="96429" y="34152"/>
                  <a:pt x="94929" y="36962"/>
                  <a:pt x="92809" y="39474"/>
                </a:cubicBezTo>
                <a:cubicBezTo>
                  <a:pt x="89571" y="43308"/>
                  <a:pt x="85475" y="45987"/>
                  <a:pt x="81010" y="48166"/>
                </a:cubicBezTo>
                <a:cubicBezTo>
                  <a:pt x="77343" y="49952"/>
                  <a:pt x="73509" y="51250"/>
                  <a:pt x="69568" y="52262"/>
                </a:cubicBezTo>
                <a:cubicBezTo>
                  <a:pt x="69414" y="52297"/>
                  <a:pt x="69235" y="52309"/>
                  <a:pt x="69068" y="52333"/>
                </a:cubicBezTo>
                <a:cubicBezTo>
                  <a:pt x="71128" y="50976"/>
                  <a:pt x="73116" y="49535"/>
                  <a:pt x="74902" y="47832"/>
                </a:cubicBezTo>
                <a:cubicBezTo>
                  <a:pt x="79415" y="43558"/>
                  <a:pt x="82391" y="38438"/>
                  <a:pt x="83356" y="32235"/>
                </a:cubicBezTo>
                <a:cubicBezTo>
                  <a:pt x="83475" y="31664"/>
                  <a:pt x="83534" y="31068"/>
                  <a:pt x="83558" y="30485"/>
                </a:cubicBezTo>
                <a:cubicBezTo>
                  <a:pt x="83558" y="29937"/>
                  <a:pt x="83784" y="29842"/>
                  <a:pt x="84261" y="29842"/>
                </a:cubicBezTo>
                <a:cubicBezTo>
                  <a:pt x="85574" y="29850"/>
                  <a:pt x="86889" y="29853"/>
                  <a:pt x="88204" y="29853"/>
                </a:cubicBezTo>
                <a:cubicBezTo>
                  <a:pt x="90834" y="29853"/>
                  <a:pt x="93464" y="29842"/>
                  <a:pt x="96084" y="29842"/>
                </a:cubicBezTo>
                <a:close/>
                <a:moveTo>
                  <a:pt x="31075" y="52321"/>
                </a:moveTo>
                <a:lnTo>
                  <a:pt x="31242" y="52393"/>
                </a:lnTo>
                <a:cubicBezTo>
                  <a:pt x="31230" y="52404"/>
                  <a:pt x="31206" y="52428"/>
                  <a:pt x="31183" y="52428"/>
                </a:cubicBezTo>
                <a:cubicBezTo>
                  <a:pt x="31123" y="52428"/>
                  <a:pt x="31040" y="52428"/>
                  <a:pt x="31075" y="52321"/>
                </a:cubicBezTo>
                <a:close/>
                <a:moveTo>
                  <a:pt x="32135" y="29949"/>
                </a:moveTo>
                <a:cubicBezTo>
                  <a:pt x="32838" y="29949"/>
                  <a:pt x="32790" y="30330"/>
                  <a:pt x="32814" y="30783"/>
                </a:cubicBezTo>
                <a:cubicBezTo>
                  <a:pt x="32945" y="34890"/>
                  <a:pt x="33683" y="38962"/>
                  <a:pt x="35004" y="42856"/>
                </a:cubicBezTo>
                <a:cubicBezTo>
                  <a:pt x="36362" y="46808"/>
                  <a:pt x="38303" y="50416"/>
                  <a:pt x="41291" y="53452"/>
                </a:cubicBezTo>
                <a:cubicBezTo>
                  <a:pt x="38945" y="52964"/>
                  <a:pt x="36683" y="52178"/>
                  <a:pt x="34552" y="51107"/>
                </a:cubicBezTo>
                <a:cubicBezTo>
                  <a:pt x="28468" y="48094"/>
                  <a:pt x="23705" y="43749"/>
                  <a:pt x="20943" y="37438"/>
                </a:cubicBezTo>
                <a:cubicBezTo>
                  <a:pt x="19991" y="35271"/>
                  <a:pt x="19407" y="32962"/>
                  <a:pt x="19217" y="30604"/>
                </a:cubicBezTo>
                <a:cubicBezTo>
                  <a:pt x="19169" y="30116"/>
                  <a:pt x="19300" y="29973"/>
                  <a:pt x="19800" y="29973"/>
                </a:cubicBezTo>
                <a:cubicBezTo>
                  <a:pt x="21304" y="29977"/>
                  <a:pt x="22807" y="29980"/>
                  <a:pt x="24311" y="29980"/>
                </a:cubicBezTo>
                <a:cubicBezTo>
                  <a:pt x="26916" y="29980"/>
                  <a:pt x="29523" y="29972"/>
                  <a:pt x="32135" y="29949"/>
                </a:cubicBezTo>
                <a:close/>
                <a:moveTo>
                  <a:pt x="80224" y="29854"/>
                </a:moveTo>
                <a:cubicBezTo>
                  <a:pt x="80820" y="29854"/>
                  <a:pt x="80998" y="29997"/>
                  <a:pt x="80939" y="30592"/>
                </a:cubicBezTo>
                <a:cubicBezTo>
                  <a:pt x="80582" y="34402"/>
                  <a:pt x="79260" y="38069"/>
                  <a:pt x="77093" y="41236"/>
                </a:cubicBezTo>
                <a:cubicBezTo>
                  <a:pt x="72712" y="47654"/>
                  <a:pt x="66544" y="51488"/>
                  <a:pt x="59103" y="53428"/>
                </a:cubicBezTo>
                <a:cubicBezTo>
                  <a:pt x="59054" y="53436"/>
                  <a:pt x="58994" y="53456"/>
                  <a:pt x="58957" y="53456"/>
                </a:cubicBezTo>
                <a:cubicBezTo>
                  <a:pt x="58940" y="53456"/>
                  <a:pt x="58928" y="53452"/>
                  <a:pt x="58924" y="53440"/>
                </a:cubicBezTo>
                <a:cubicBezTo>
                  <a:pt x="58865" y="53369"/>
                  <a:pt x="58948" y="53345"/>
                  <a:pt x="59007" y="53321"/>
                </a:cubicBezTo>
                <a:cubicBezTo>
                  <a:pt x="64901" y="47011"/>
                  <a:pt x="66854" y="39236"/>
                  <a:pt x="67330" y="30914"/>
                </a:cubicBezTo>
                <a:cubicBezTo>
                  <a:pt x="67389" y="29890"/>
                  <a:pt x="67366" y="29890"/>
                  <a:pt x="68402" y="29890"/>
                </a:cubicBezTo>
                <a:cubicBezTo>
                  <a:pt x="72342" y="29890"/>
                  <a:pt x="76295" y="29890"/>
                  <a:pt x="80224" y="29854"/>
                </a:cubicBezTo>
                <a:close/>
                <a:moveTo>
                  <a:pt x="64127" y="29890"/>
                </a:moveTo>
                <a:cubicBezTo>
                  <a:pt x="64544" y="29890"/>
                  <a:pt x="64818" y="29890"/>
                  <a:pt x="64782" y="30461"/>
                </a:cubicBezTo>
                <a:cubicBezTo>
                  <a:pt x="64496" y="35926"/>
                  <a:pt x="63508" y="41213"/>
                  <a:pt x="60972" y="46118"/>
                </a:cubicBezTo>
                <a:cubicBezTo>
                  <a:pt x="59662" y="48594"/>
                  <a:pt x="58067" y="50833"/>
                  <a:pt x="55817" y="52535"/>
                </a:cubicBezTo>
                <a:lnTo>
                  <a:pt x="55829" y="52535"/>
                </a:lnTo>
                <a:cubicBezTo>
                  <a:pt x="54805" y="53333"/>
                  <a:pt x="53626" y="53928"/>
                  <a:pt x="52364" y="54286"/>
                </a:cubicBezTo>
                <a:cubicBezTo>
                  <a:pt x="52048" y="54372"/>
                  <a:pt x="51839" y="54428"/>
                  <a:pt x="51702" y="54428"/>
                </a:cubicBezTo>
                <a:cubicBezTo>
                  <a:pt x="51440" y="54428"/>
                  <a:pt x="51435" y="54224"/>
                  <a:pt x="51435" y="53631"/>
                </a:cubicBezTo>
                <a:lnTo>
                  <a:pt x="51435" y="42165"/>
                </a:lnTo>
                <a:lnTo>
                  <a:pt x="51376" y="42165"/>
                </a:lnTo>
                <a:lnTo>
                  <a:pt x="51376" y="30711"/>
                </a:lnTo>
                <a:cubicBezTo>
                  <a:pt x="51376" y="30221"/>
                  <a:pt x="51399" y="29913"/>
                  <a:pt x="52030" y="29913"/>
                </a:cubicBezTo>
                <a:cubicBezTo>
                  <a:pt x="52042" y="29913"/>
                  <a:pt x="52054" y="29913"/>
                  <a:pt x="52066" y="29914"/>
                </a:cubicBezTo>
                <a:cubicBezTo>
                  <a:pt x="53245" y="29921"/>
                  <a:pt x="54422" y="29923"/>
                  <a:pt x="55600" y="29923"/>
                </a:cubicBezTo>
                <a:cubicBezTo>
                  <a:pt x="58442" y="29923"/>
                  <a:pt x="61282" y="29907"/>
                  <a:pt x="64127" y="29890"/>
                </a:cubicBezTo>
                <a:close/>
                <a:moveTo>
                  <a:pt x="48113" y="29925"/>
                </a:moveTo>
                <a:cubicBezTo>
                  <a:pt x="48697" y="29925"/>
                  <a:pt x="48804" y="30140"/>
                  <a:pt x="48792" y="30652"/>
                </a:cubicBezTo>
                <a:cubicBezTo>
                  <a:pt x="48780" y="34521"/>
                  <a:pt x="48792" y="38391"/>
                  <a:pt x="48792" y="42260"/>
                </a:cubicBezTo>
                <a:lnTo>
                  <a:pt x="48816" y="42260"/>
                </a:lnTo>
                <a:lnTo>
                  <a:pt x="48816" y="53571"/>
                </a:lnTo>
                <a:cubicBezTo>
                  <a:pt x="48816" y="54209"/>
                  <a:pt x="48816" y="54430"/>
                  <a:pt x="48540" y="54430"/>
                </a:cubicBezTo>
                <a:cubicBezTo>
                  <a:pt x="48393" y="54430"/>
                  <a:pt x="48170" y="54369"/>
                  <a:pt x="47828" y="54274"/>
                </a:cubicBezTo>
                <a:cubicBezTo>
                  <a:pt x="45280" y="53559"/>
                  <a:pt x="43351" y="51952"/>
                  <a:pt x="41732" y="49940"/>
                </a:cubicBezTo>
                <a:cubicBezTo>
                  <a:pt x="38791" y="46308"/>
                  <a:pt x="37231" y="42058"/>
                  <a:pt x="36267" y="37557"/>
                </a:cubicBezTo>
                <a:cubicBezTo>
                  <a:pt x="35790" y="35283"/>
                  <a:pt x="35564" y="32985"/>
                  <a:pt x="35397" y="30676"/>
                </a:cubicBezTo>
                <a:cubicBezTo>
                  <a:pt x="35362" y="30140"/>
                  <a:pt x="35469" y="29949"/>
                  <a:pt x="36052" y="29949"/>
                </a:cubicBezTo>
                <a:cubicBezTo>
                  <a:pt x="37525" y="29954"/>
                  <a:pt x="38997" y="29956"/>
                  <a:pt x="40468" y="29956"/>
                </a:cubicBezTo>
                <a:cubicBezTo>
                  <a:pt x="43015" y="29956"/>
                  <a:pt x="45562" y="29948"/>
                  <a:pt x="48113" y="29925"/>
                </a:cubicBezTo>
                <a:close/>
                <a:moveTo>
                  <a:pt x="49847" y="0"/>
                </a:moveTo>
                <a:cubicBezTo>
                  <a:pt x="47878" y="0"/>
                  <a:pt x="45726" y="67"/>
                  <a:pt x="43553" y="255"/>
                </a:cubicBezTo>
                <a:cubicBezTo>
                  <a:pt x="35505" y="934"/>
                  <a:pt x="27694" y="2553"/>
                  <a:pt x="20253" y="5756"/>
                </a:cubicBezTo>
                <a:cubicBezTo>
                  <a:pt x="15192" y="7935"/>
                  <a:pt x="10537" y="10733"/>
                  <a:pt x="6644" y="14697"/>
                </a:cubicBezTo>
                <a:cubicBezTo>
                  <a:pt x="3465" y="17948"/>
                  <a:pt x="1191" y="21698"/>
                  <a:pt x="476" y="26282"/>
                </a:cubicBezTo>
                <a:cubicBezTo>
                  <a:pt x="453" y="26401"/>
                  <a:pt x="0" y="28830"/>
                  <a:pt x="679" y="32200"/>
                </a:cubicBezTo>
                <a:cubicBezTo>
                  <a:pt x="1488" y="36224"/>
                  <a:pt x="3667" y="39546"/>
                  <a:pt x="6501" y="42463"/>
                </a:cubicBezTo>
                <a:cubicBezTo>
                  <a:pt x="10799" y="46904"/>
                  <a:pt x="16038" y="49868"/>
                  <a:pt x="21705" y="52142"/>
                </a:cubicBezTo>
                <a:cubicBezTo>
                  <a:pt x="27992" y="54643"/>
                  <a:pt x="34528" y="56107"/>
                  <a:pt x="41255" y="56774"/>
                </a:cubicBezTo>
                <a:cubicBezTo>
                  <a:pt x="44247" y="57067"/>
                  <a:pt x="47230" y="57219"/>
                  <a:pt x="50202" y="57219"/>
                </a:cubicBezTo>
                <a:cubicBezTo>
                  <a:pt x="57026" y="57219"/>
                  <a:pt x="63796" y="56416"/>
                  <a:pt x="70497" y="54667"/>
                </a:cubicBezTo>
                <a:cubicBezTo>
                  <a:pt x="77462" y="52857"/>
                  <a:pt x="84023" y="50142"/>
                  <a:pt x="89797" y="45761"/>
                </a:cubicBezTo>
                <a:cubicBezTo>
                  <a:pt x="93476" y="42975"/>
                  <a:pt x="96548" y="39665"/>
                  <a:pt x="98405" y="35343"/>
                </a:cubicBezTo>
                <a:cubicBezTo>
                  <a:pt x="99048" y="33855"/>
                  <a:pt x="99489" y="32271"/>
                  <a:pt x="99691" y="30664"/>
                </a:cubicBezTo>
                <a:cubicBezTo>
                  <a:pt x="99870" y="29580"/>
                  <a:pt x="99715" y="26449"/>
                  <a:pt x="99489" y="25115"/>
                </a:cubicBezTo>
                <a:cubicBezTo>
                  <a:pt x="98620" y="21055"/>
                  <a:pt x="96548" y="17674"/>
                  <a:pt x="93714" y="14733"/>
                </a:cubicBezTo>
                <a:cubicBezTo>
                  <a:pt x="89583" y="10447"/>
                  <a:pt x="84558" y="7542"/>
                  <a:pt x="79117" y="5303"/>
                </a:cubicBezTo>
                <a:cubicBezTo>
                  <a:pt x="72485" y="2577"/>
                  <a:pt x="65556" y="1053"/>
                  <a:pt x="58424" y="398"/>
                </a:cubicBezTo>
                <a:cubicBezTo>
                  <a:pt x="57535" y="316"/>
                  <a:pt x="54123" y="0"/>
                  <a:pt x="49847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Numbers and text">
  <p:cSld name="CUSTOM_8">
    <p:spTree>
      <p:nvGrpSpPr>
        <p:cNvPr id="608" name="Shape 6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9" name="Google Shape;609;p28"/>
          <p:cNvSpPr txBox="1"/>
          <p:nvPr>
            <p:ph hasCustomPrompt="1" type="title"/>
          </p:nvPr>
        </p:nvSpPr>
        <p:spPr>
          <a:xfrm>
            <a:off x="2223600" y="670225"/>
            <a:ext cx="4696800" cy="768900"/>
          </a:xfrm>
          <a:prstGeom prst="rect">
            <a:avLst/>
          </a:prstGeom>
          <a:solidFill>
            <a:schemeClr val="accent2"/>
          </a:solidFill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360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610" name="Google Shape;610;p28"/>
          <p:cNvSpPr txBox="1"/>
          <p:nvPr>
            <p:ph idx="1" type="subTitle"/>
          </p:nvPr>
        </p:nvSpPr>
        <p:spPr>
          <a:xfrm>
            <a:off x="2223600" y="1428226"/>
            <a:ext cx="4696800" cy="37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611" name="Google Shape;611;p28"/>
          <p:cNvSpPr txBox="1"/>
          <p:nvPr>
            <p:ph hasCustomPrompt="1" idx="2" type="title"/>
          </p:nvPr>
        </p:nvSpPr>
        <p:spPr>
          <a:xfrm>
            <a:off x="2223600" y="1967931"/>
            <a:ext cx="4696800" cy="768900"/>
          </a:xfrm>
          <a:prstGeom prst="rect">
            <a:avLst/>
          </a:prstGeom>
          <a:solidFill>
            <a:schemeClr val="accent2"/>
          </a:solidFill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3600">
                <a:solidFill>
                  <a:schemeClr val="lt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612" name="Google Shape;612;p28"/>
          <p:cNvSpPr txBox="1"/>
          <p:nvPr>
            <p:ph idx="3" type="subTitle"/>
          </p:nvPr>
        </p:nvSpPr>
        <p:spPr>
          <a:xfrm>
            <a:off x="2223600" y="2728503"/>
            <a:ext cx="4696800" cy="37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613" name="Google Shape;613;p28"/>
          <p:cNvSpPr txBox="1"/>
          <p:nvPr>
            <p:ph hasCustomPrompt="1" idx="4" type="title"/>
          </p:nvPr>
        </p:nvSpPr>
        <p:spPr>
          <a:xfrm>
            <a:off x="2223600" y="3265638"/>
            <a:ext cx="4696800" cy="768900"/>
          </a:xfrm>
          <a:prstGeom prst="rect">
            <a:avLst/>
          </a:prstGeom>
          <a:solidFill>
            <a:schemeClr val="accent2"/>
          </a:solidFill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360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614" name="Google Shape;614;p28"/>
          <p:cNvSpPr txBox="1"/>
          <p:nvPr>
            <p:ph idx="5" type="subTitle"/>
          </p:nvPr>
        </p:nvSpPr>
        <p:spPr>
          <a:xfrm>
            <a:off x="2223600" y="4028781"/>
            <a:ext cx="4696800" cy="37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9pPr>
          </a:lstStyle>
          <a:p/>
        </p:txBody>
      </p:sp>
      <p:grpSp>
        <p:nvGrpSpPr>
          <p:cNvPr id="615" name="Google Shape;615;p28"/>
          <p:cNvGrpSpPr/>
          <p:nvPr/>
        </p:nvGrpSpPr>
        <p:grpSpPr>
          <a:xfrm>
            <a:off x="384911" y="219913"/>
            <a:ext cx="8377741" cy="4644289"/>
            <a:chOff x="384911" y="219913"/>
            <a:chExt cx="8377741" cy="4644289"/>
          </a:xfrm>
        </p:grpSpPr>
        <p:grpSp>
          <p:nvGrpSpPr>
            <p:cNvPr id="616" name="Google Shape;616;p28"/>
            <p:cNvGrpSpPr/>
            <p:nvPr/>
          </p:nvGrpSpPr>
          <p:grpSpPr>
            <a:xfrm>
              <a:off x="384911" y="219913"/>
              <a:ext cx="1112510" cy="319584"/>
              <a:chOff x="4743988" y="1118075"/>
              <a:chExt cx="1724288" cy="495325"/>
            </a:xfrm>
          </p:grpSpPr>
          <p:grpSp>
            <p:nvGrpSpPr>
              <p:cNvPr id="617" name="Google Shape;617;p28"/>
              <p:cNvGrpSpPr/>
              <p:nvPr/>
            </p:nvGrpSpPr>
            <p:grpSpPr>
              <a:xfrm rot="5400000">
                <a:off x="4736550" y="1140100"/>
                <a:ext cx="466150" cy="451275"/>
                <a:chOff x="6608550" y="1088575"/>
                <a:chExt cx="466150" cy="451275"/>
              </a:xfrm>
            </p:grpSpPr>
            <p:sp>
              <p:nvSpPr>
                <p:cNvPr id="618" name="Google Shape;618;p28"/>
                <p:cNvSpPr/>
                <p:nvPr/>
              </p:nvSpPr>
              <p:spPr>
                <a:xfrm>
                  <a:off x="6608550" y="1088575"/>
                  <a:ext cx="466150" cy="451275"/>
                </a:xfrm>
                <a:custGeom>
                  <a:rect b="b" l="l" r="r" t="t"/>
                  <a:pathLst>
                    <a:path extrusionOk="0" h="18051" w="18646">
                      <a:moveTo>
                        <a:pt x="9606" y="560"/>
                      </a:moveTo>
                      <a:cubicBezTo>
                        <a:pt x="9876" y="560"/>
                        <a:pt x="10146" y="573"/>
                        <a:pt x="10419" y="599"/>
                      </a:cubicBezTo>
                      <a:cubicBezTo>
                        <a:pt x="14145" y="956"/>
                        <a:pt x="17193" y="3730"/>
                        <a:pt x="17908" y="7398"/>
                      </a:cubicBezTo>
                      <a:cubicBezTo>
                        <a:pt x="18015" y="7945"/>
                        <a:pt x="18062" y="8493"/>
                        <a:pt x="18050" y="9052"/>
                      </a:cubicBezTo>
                      <a:cubicBezTo>
                        <a:pt x="18062" y="9422"/>
                        <a:pt x="18039" y="9791"/>
                        <a:pt x="17991" y="10160"/>
                      </a:cubicBezTo>
                      <a:lnTo>
                        <a:pt x="17991" y="10172"/>
                      </a:lnTo>
                      <a:cubicBezTo>
                        <a:pt x="17967" y="10446"/>
                        <a:pt x="17836" y="10707"/>
                        <a:pt x="17634" y="10898"/>
                      </a:cubicBezTo>
                      <a:cubicBezTo>
                        <a:pt x="17372" y="11172"/>
                        <a:pt x="17050" y="11398"/>
                        <a:pt x="16705" y="11553"/>
                      </a:cubicBezTo>
                      <a:cubicBezTo>
                        <a:pt x="16205" y="11755"/>
                        <a:pt x="15979" y="12136"/>
                        <a:pt x="15955" y="12660"/>
                      </a:cubicBezTo>
                      <a:cubicBezTo>
                        <a:pt x="15943" y="12982"/>
                        <a:pt x="15967" y="13291"/>
                        <a:pt x="16026" y="13613"/>
                      </a:cubicBezTo>
                      <a:cubicBezTo>
                        <a:pt x="16086" y="13958"/>
                        <a:pt x="15943" y="14303"/>
                        <a:pt x="15657" y="14506"/>
                      </a:cubicBezTo>
                      <a:cubicBezTo>
                        <a:pt x="15169" y="14851"/>
                        <a:pt x="14717" y="15268"/>
                        <a:pt x="14336" y="15732"/>
                      </a:cubicBezTo>
                      <a:cubicBezTo>
                        <a:pt x="13336" y="16923"/>
                        <a:pt x="12014" y="17411"/>
                        <a:pt x="10514" y="17470"/>
                      </a:cubicBezTo>
                      <a:cubicBezTo>
                        <a:pt x="10324" y="17479"/>
                        <a:pt x="10135" y="17483"/>
                        <a:pt x="9946" y="17483"/>
                      </a:cubicBezTo>
                      <a:cubicBezTo>
                        <a:pt x="8305" y="17483"/>
                        <a:pt x="6684" y="17160"/>
                        <a:pt x="5168" y="16530"/>
                      </a:cubicBezTo>
                      <a:cubicBezTo>
                        <a:pt x="4215" y="16161"/>
                        <a:pt x="3441" y="15458"/>
                        <a:pt x="2965" y="14565"/>
                      </a:cubicBezTo>
                      <a:cubicBezTo>
                        <a:pt x="2620" y="13851"/>
                        <a:pt x="2060" y="13255"/>
                        <a:pt x="1370" y="12851"/>
                      </a:cubicBezTo>
                      <a:cubicBezTo>
                        <a:pt x="1120" y="12708"/>
                        <a:pt x="894" y="12529"/>
                        <a:pt x="691" y="12303"/>
                      </a:cubicBezTo>
                      <a:cubicBezTo>
                        <a:pt x="429" y="12005"/>
                        <a:pt x="298" y="11696"/>
                        <a:pt x="632" y="11327"/>
                      </a:cubicBezTo>
                      <a:cubicBezTo>
                        <a:pt x="798" y="11124"/>
                        <a:pt x="965" y="10922"/>
                        <a:pt x="1144" y="10731"/>
                      </a:cubicBezTo>
                      <a:cubicBezTo>
                        <a:pt x="1596" y="10291"/>
                        <a:pt x="1751" y="9648"/>
                        <a:pt x="1560" y="9064"/>
                      </a:cubicBezTo>
                      <a:cubicBezTo>
                        <a:pt x="1560" y="9041"/>
                        <a:pt x="1560" y="9029"/>
                        <a:pt x="1548" y="9017"/>
                      </a:cubicBezTo>
                      <a:cubicBezTo>
                        <a:pt x="1036" y="7921"/>
                        <a:pt x="1358" y="6874"/>
                        <a:pt x="1775" y="5838"/>
                      </a:cubicBezTo>
                      <a:cubicBezTo>
                        <a:pt x="3077" y="2626"/>
                        <a:pt x="6190" y="560"/>
                        <a:pt x="9606" y="560"/>
                      </a:cubicBezTo>
                      <a:close/>
                      <a:moveTo>
                        <a:pt x="9563" y="0"/>
                      </a:moveTo>
                      <a:cubicBezTo>
                        <a:pt x="9039" y="0"/>
                        <a:pt x="8467" y="40"/>
                        <a:pt x="7847" y="135"/>
                      </a:cubicBezTo>
                      <a:cubicBezTo>
                        <a:pt x="6013" y="420"/>
                        <a:pt x="4465" y="1349"/>
                        <a:pt x="3168" y="2671"/>
                      </a:cubicBezTo>
                      <a:cubicBezTo>
                        <a:pt x="1870" y="3980"/>
                        <a:pt x="1001" y="5647"/>
                        <a:pt x="679" y="7457"/>
                      </a:cubicBezTo>
                      <a:cubicBezTo>
                        <a:pt x="667" y="7588"/>
                        <a:pt x="667" y="7719"/>
                        <a:pt x="679" y="7850"/>
                      </a:cubicBezTo>
                      <a:cubicBezTo>
                        <a:pt x="727" y="8314"/>
                        <a:pt x="905" y="8767"/>
                        <a:pt x="1013" y="9219"/>
                      </a:cubicBezTo>
                      <a:cubicBezTo>
                        <a:pt x="1132" y="9636"/>
                        <a:pt x="1036" y="10076"/>
                        <a:pt x="751" y="10410"/>
                      </a:cubicBezTo>
                      <a:cubicBezTo>
                        <a:pt x="667" y="10517"/>
                        <a:pt x="572" y="10636"/>
                        <a:pt x="477" y="10743"/>
                      </a:cubicBezTo>
                      <a:cubicBezTo>
                        <a:pt x="263" y="11029"/>
                        <a:pt x="36" y="11315"/>
                        <a:pt x="1" y="11684"/>
                      </a:cubicBezTo>
                      <a:lnTo>
                        <a:pt x="1" y="11958"/>
                      </a:lnTo>
                      <a:cubicBezTo>
                        <a:pt x="12" y="12112"/>
                        <a:pt x="60" y="12255"/>
                        <a:pt x="155" y="12386"/>
                      </a:cubicBezTo>
                      <a:cubicBezTo>
                        <a:pt x="322" y="12648"/>
                        <a:pt x="548" y="12874"/>
                        <a:pt x="798" y="13065"/>
                      </a:cubicBezTo>
                      <a:cubicBezTo>
                        <a:pt x="1108" y="13303"/>
                        <a:pt x="1441" y="13529"/>
                        <a:pt x="1739" y="13791"/>
                      </a:cubicBezTo>
                      <a:cubicBezTo>
                        <a:pt x="2001" y="14005"/>
                        <a:pt x="2215" y="14267"/>
                        <a:pt x="2358" y="14565"/>
                      </a:cubicBezTo>
                      <a:cubicBezTo>
                        <a:pt x="2596" y="15125"/>
                        <a:pt x="2953" y="15637"/>
                        <a:pt x="3406" y="16041"/>
                      </a:cubicBezTo>
                      <a:cubicBezTo>
                        <a:pt x="4180" y="16708"/>
                        <a:pt x="5096" y="17196"/>
                        <a:pt x="6085" y="17458"/>
                      </a:cubicBezTo>
                      <a:cubicBezTo>
                        <a:pt x="6954" y="17720"/>
                        <a:pt x="7835" y="17958"/>
                        <a:pt x="8764" y="18018"/>
                      </a:cubicBezTo>
                      <a:cubicBezTo>
                        <a:pt x="9043" y="18040"/>
                        <a:pt x="9324" y="18050"/>
                        <a:pt x="9606" y="18050"/>
                      </a:cubicBezTo>
                      <a:cubicBezTo>
                        <a:pt x="10092" y="18050"/>
                        <a:pt x="10579" y="18019"/>
                        <a:pt x="11061" y="17958"/>
                      </a:cubicBezTo>
                      <a:cubicBezTo>
                        <a:pt x="12014" y="17815"/>
                        <a:pt x="12931" y="17506"/>
                        <a:pt x="13776" y="17065"/>
                      </a:cubicBezTo>
                      <a:cubicBezTo>
                        <a:pt x="14157" y="16875"/>
                        <a:pt x="14467" y="16577"/>
                        <a:pt x="14657" y="16220"/>
                      </a:cubicBezTo>
                      <a:cubicBezTo>
                        <a:pt x="14860" y="15875"/>
                        <a:pt x="15110" y="15565"/>
                        <a:pt x="15407" y="15315"/>
                      </a:cubicBezTo>
                      <a:cubicBezTo>
                        <a:pt x="15693" y="15065"/>
                        <a:pt x="16003" y="14851"/>
                        <a:pt x="16288" y="14589"/>
                      </a:cubicBezTo>
                      <a:cubicBezTo>
                        <a:pt x="16526" y="14375"/>
                        <a:pt x="16705" y="14125"/>
                        <a:pt x="16717" y="13791"/>
                      </a:cubicBezTo>
                      <a:cubicBezTo>
                        <a:pt x="16717" y="13517"/>
                        <a:pt x="16741" y="13243"/>
                        <a:pt x="16765" y="12970"/>
                      </a:cubicBezTo>
                      <a:cubicBezTo>
                        <a:pt x="16800" y="12434"/>
                        <a:pt x="16991" y="11981"/>
                        <a:pt x="17491" y="11708"/>
                      </a:cubicBezTo>
                      <a:cubicBezTo>
                        <a:pt x="17610" y="11636"/>
                        <a:pt x="17729" y="11553"/>
                        <a:pt x="17824" y="11458"/>
                      </a:cubicBezTo>
                      <a:cubicBezTo>
                        <a:pt x="18300" y="11065"/>
                        <a:pt x="18622" y="10600"/>
                        <a:pt x="18586" y="9945"/>
                      </a:cubicBezTo>
                      <a:cubicBezTo>
                        <a:pt x="18586" y="9862"/>
                        <a:pt x="18634" y="9862"/>
                        <a:pt x="18622" y="9695"/>
                      </a:cubicBezTo>
                      <a:cubicBezTo>
                        <a:pt x="18646" y="9005"/>
                        <a:pt x="18622" y="8314"/>
                        <a:pt x="18551" y="7636"/>
                      </a:cubicBezTo>
                      <a:cubicBezTo>
                        <a:pt x="18443" y="6886"/>
                        <a:pt x="18229" y="6147"/>
                        <a:pt x="17919" y="5445"/>
                      </a:cubicBezTo>
                      <a:cubicBezTo>
                        <a:pt x="17348" y="4123"/>
                        <a:pt x="16479" y="2957"/>
                        <a:pt x="15360" y="2040"/>
                      </a:cubicBezTo>
                      <a:cubicBezTo>
                        <a:pt x="14681" y="1480"/>
                        <a:pt x="13931" y="1016"/>
                        <a:pt x="13121" y="682"/>
                      </a:cubicBezTo>
                      <a:cubicBezTo>
                        <a:pt x="12465" y="418"/>
                        <a:pt x="11272" y="0"/>
                        <a:pt x="9563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9" name="Google Shape;619;p28"/>
                <p:cNvSpPr/>
                <p:nvPr/>
              </p:nvSpPr>
              <p:spPr>
                <a:xfrm>
                  <a:off x="6691000" y="1302025"/>
                  <a:ext cx="322100" cy="155800"/>
                </a:xfrm>
                <a:custGeom>
                  <a:rect b="b" l="l" r="r" t="t"/>
                  <a:pathLst>
                    <a:path extrusionOk="0" h="6232" w="12884">
                      <a:moveTo>
                        <a:pt x="12269" y="1"/>
                      </a:moveTo>
                      <a:cubicBezTo>
                        <a:pt x="12129" y="1"/>
                        <a:pt x="11988" y="38"/>
                        <a:pt x="11847" y="133"/>
                      </a:cubicBezTo>
                      <a:cubicBezTo>
                        <a:pt x="11776" y="187"/>
                        <a:pt x="11690" y="214"/>
                        <a:pt x="11605" y="214"/>
                      </a:cubicBezTo>
                      <a:cubicBezTo>
                        <a:pt x="11520" y="214"/>
                        <a:pt x="11437" y="187"/>
                        <a:pt x="11371" y="133"/>
                      </a:cubicBezTo>
                      <a:cubicBezTo>
                        <a:pt x="11314" y="91"/>
                        <a:pt x="11248" y="69"/>
                        <a:pt x="11182" y="69"/>
                      </a:cubicBezTo>
                      <a:cubicBezTo>
                        <a:pt x="11137" y="69"/>
                        <a:pt x="11092" y="79"/>
                        <a:pt x="11050" y="98"/>
                      </a:cubicBezTo>
                      <a:cubicBezTo>
                        <a:pt x="10942" y="145"/>
                        <a:pt x="10776" y="193"/>
                        <a:pt x="10788" y="324"/>
                      </a:cubicBezTo>
                      <a:cubicBezTo>
                        <a:pt x="10800" y="455"/>
                        <a:pt x="10966" y="514"/>
                        <a:pt x="11109" y="538"/>
                      </a:cubicBezTo>
                      <a:cubicBezTo>
                        <a:pt x="11466" y="586"/>
                        <a:pt x="11466" y="586"/>
                        <a:pt x="11478" y="955"/>
                      </a:cubicBezTo>
                      <a:cubicBezTo>
                        <a:pt x="11478" y="991"/>
                        <a:pt x="11478" y="1038"/>
                        <a:pt x="11478" y="1074"/>
                      </a:cubicBezTo>
                      <a:cubicBezTo>
                        <a:pt x="11562" y="1657"/>
                        <a:pt x="11288" y="2038"/>
                        <a:pt x="10823" y="2324"/>
                      </a:cubicBezTo>
                      <a:cubicBezTo>
                        <a:pt x="10573" y="2467"/>
                        <a:pt x="10311" y="2610"/>
                        <a:pt x="10061" y="2753"/>
                      </a:cubicBezTo>
                      <a:cubicBezTo>
                        <a:pt x="9799" y="2884"/>
                        <a:pt x="9609" y="3110"/>
                        <a:pt x="9538" y="3384"/>
                      </a:cubicBezTo>
                      <a:cubicBezTo>
                        <a:pt x="9407" y="3824"/>
                        <a:pt x="9252" y="4241"/>
                        <a:pt x="9061" y="4646"/>
                      </a:cubicBezTo>
                      <a:cubicBezTo>
                        <a:pt x="8930" y="4967"/>
                        <a:pt x="8668" y="5217"/>
                        <a:pt x="8335" y="5325"/>
                      </a:cubicBezTo>
                      <a:cubicBezTo>
                        <a:pt x="7883" y="5491"/>
                        <a:pt x="7418" y="5598"/>
                        <a:pt x="6942" y="5682"/>
                      </a:cubicBezTo>
                      <a:cubicBezTo>
                        <a:pt x="6740" y="5713"/>
                        <a:pt x="6539" y="5727"/>
                        <a:pt x="6340" y="5727"/>
                      </a:cubicBezTo>
                      <a:cubicBezTo>
                        <a:pt x="5621" y="5727"/>
                        <a:pt x="4917" y="5543"/>
                        <a:pt x="4227" y="5301"/>
                      </a:cubicBezTo>
                      <a:cubicBezTo>
                        <a:pt x="3287" y="4979"/>
                        <a:pt x="2584" y="4301"/>
                        <a:pt x="1834" y="3682"/>
                      </a:cubicBezTo>
                      <a:cubicBezTo>
                        <a:pt x="1239" y="3181"/>
                        <a:pt x="989" y="2574"/>
                        <a:pt x="1144" y="1800"/>
                      </a:cubicBezTo>
                      <a:cubicBezTo>
                        <a:pt x="1227" y="1503"/>
                        <a:pt x="1203" y="1193"/>
                        <a:pt x="1084" y="919"/>
                      </a:cubicBezTo>
                      <a:lnTo>
                        <a:pt x="1084" y="919"/>
                      </a:lnTo>
                      <a:cubicBezTo>
                        <a:pt x="1160" y="938"/>
                        <a:pt x="1237" y="946"/>
                        <a:pt x="1313" y="946"/>
                      </a:cubicBezTo>
                      <a:cubicBezTo>
                        <a:pt x="1535" y="946"/>
                        <a:pt x="1752" y="871"/>
                        <a:pt x="1929" y="729"/>
                      </a:cubicBezTo>
                      <a:cubicBezTo>
                        <a:pt x="2013" y="657"/>
                        <a:pt x="2037" y="598"/>
                        <a:pt x="1929" y="526"/>
                      </a:cubicBezTo>
                      <a:cubicBezTo>
                        <a:pt x="1800" y="405"/>
                        <a:pt x="1632" y="347"/>
                        <a:pt x="1459" y="347"/>
                      </a:cubicBezTo>
                      <a:cubicBezTo>
                        <a:pt x="1394" y="347"/>
                        <a:pt x="1328" y="355"/>
                        <a:pt x="1263" y="372"/>
                      </a:cubicBezTo>
                      <a:cubicBezTo>
                        <a:pt x="1068" y="442"/>
                        <a:pt x="878" y="517"/>
                        <a:pt x="679" y="517"/>
                      </a:cubicBezTo>
                      <a:cubicBezTo>
                        <a:pt x="575" y="517"/>
                        <a:pt x="469" y="496"/>
                        <a:pt x="358" y="443"/>
                      </a:cubicBezTo>
                      <a:cubicBezTo>
                        <a:pt x="331" y="435"/>
                        <a:pt x="304" y="431"/>
                        <a:pt x="278" y="431"/>
                      </a:cubicBezTo>
                      <a:cubicBezTo>
                        <a:pt x="153" y="431"/>
                        <a:pt x="44" y="520"/>
                        <a:pt x="24" y="657"/>
                      </a:cubicBezTo>
                      <a:cubicBezTo>
                        <a:pt x="1" y="824"/>
                        <a:pt x="155" y="860"/>
                        <a:pt x="274" y="895"/>
                      </a:cubicBezTo>
                      <a:cubicBezTo>
                        <a:pt x="302" y="905"/>
                        <a:pt x="331" y="908"/>
                        <a:pt x="360" y="908"/>
                      </a:cubicBezTo>
                      <a:cubicBezTo>
                        <a:pt x="406" y="908"/>
                        <a:pt x="452" y="898"/>
                        <a:pt x="489" y="884"/>
                      </a:cubicBezTo>
                      <a:cubicBezTo>
                        <a:pt x="517" y="871"/>
                        <a:pt x="541" y="865"/>
                        <a:pt x="560" y="865"/>
                      </a:cubicBezTo>
                      <a:cubicBezTo>
                        <a:pt x="613" y="865"/>
                        <a:pt x="635" y="909"/>
                        <a:pt x="644" y="979"/>
                      </a:cubicBezTo>
                      <a:cubicBezTo>
                        <a:pt x="727" y="1443"/>
                        <a:pt x="691" y="1919"/>
                        <a:pt x="536" y="2360"/>
                      </a:cubicBezTo>
                      <a:cubicBezTo>
                        <a:pt x="477" y="2515"/>
                        <a:pt x="477" y="2670"/>
                        <a:pt x="513" y="2836"/>
                      </a:cubicBezTo>
                      <a:cubicBezTo>
                        <a:pt x="584" y="3158"/>
                        <a:pt x="786" y="3432"/>
                        <a:pt x="1048" y="3622"/>
                      </a:cubicBezTo>
                      <a:cubicBezTo>
                        <a:pt x="1596" y="4015"/>
                        <a:pt x="2179" y="4360"/>
                        <a:pt x="2644" y="4848"/>
                      </a:cubicBezTo>
                      <a:cubicBezTo>
                        <a:pt x="3156" y="5372"/>
                        <a:pt x="3811" y="5765"/>
                        <a:pt x="4525" y="5979"/>
                      </a:cubicBezTo>
                      <a:cubicBezTo>
                        <a:pt x="5061" y="6156"/>
                        <a:pt x="5592" y="6232"/>
                        <a:pt x="6122" y="6232"/>
                      </a:cubicBezTo>
                      <a:cubicBezTo>
                        <a:pt x="6875" y="6232"/>
                        <a:pt x="7623" y="6079"/>
                        <a:pt x="8371" y="5848"/>
                      </a:cubicBezTo>
                      <a:cubicBezTo>
                        <a:pt x="9180" y="5598"/>
                        <a:pt x="9692" y="5122"/>
                        <a:pt x="9668" y="4217"/>
                      </a:cubicBezTo>
                      <a:lnTo>
                        <a:pt x="9668" y="4194"/>
                      </a:lnTo>
                      <a:cubicBezTo>
                        <a:pt x="9680" y="3562"/>
                        <a:pt x="10049" y="2979"/>
                        <a:pt x="10633" y="2705"/>
                      </a:cubicBezTo>
                      <a:cubicBezTo>
                        <a:pt x="10895" y="2574"/>
                        <a:pt x="11145" y="2419"/>
                        <a:pt x="11395" y="2253"/>
                      </a:cubicBezTo>
                      <a:cubicBezTo>
                        <a:pt x="11764" y="2027"/>
                        <a:pt x="11990" y="1622"/>
                        <a:pt x="11990" y="1193"/>
                      </a:cubicBezTo>
                      <a:cubicBezTo>
                        <a:pt x="11990" y="1050"/>
                        <a:pt x="12014" y="895"/>
                        <a:pt x="12014" y="741"/>
                      </a:cubicBezTo>
                      <a:cubicBezTo>
                        <a:pt x="12014" y="610"/>
                        <a:pt x="12031" y="530"/>
                        <a:pt x="12159" y="530"/>
                      </a:cubicBezTo>
                      <a:cubicBezTo>
                        <a:pt x="12182" y="530"/>
                        <a:pt x="12209" y="533"/>
                        <a:pt x="12240" y="538"/>
                      </a:cubicBezTo>
                      <a:cubicBezTo>
                        <a:pt x="12280" y="547"/>
                        <a:pt x="12321" y="552"/>
                        <a:pt x="12361" y="552"/>
                      </a:cubicBezTo>
                      <a:cubicBezTo>
                        <a:pt x="12535" y="552"/>
                        <a:pt x="12703" y="469"/>
                        <a:pt x="12800" y="324"/>
                      </a:cubicBezTo>
                      <a:cubicBezTo>
                        <a:pt x="12883" y="241"/>
                        <a:pt x="12871" y="157"/>
                        <a:pt x="12740" y="110"/>
                      </a:cubicBezTo>
                      <a:cubicBezTo>
                        <a:pt x="12583" y="47"/>
                        <a:pt x="12426" y="1"/>
                        <a:pt x="12269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0" name="Google Shape;620;p28"/>
                <p:cNvSpPr/>
                <p:nvPr/>
              </p:nvSpPr>
              <p:spPr>
                <a:xfrm>
                  <a:off x="6773750" y="1211575"/>
                  <a:ext cx="35150" cy="104400"/>
                </a:xfrm>
                <a:custGeom>
                  <a:rect b="b" l="l" r="r" t="t"/>
                  <a:pathLst>
                    <a:path extrusionOk="0" h="4176" w="1406">
                      <a:moveTo>
                        <a:pt x="686" y="1"/>
                      </a:moveTo>
                      <a:cubicBezTo>
                        <a:pt x="680" y="1"/>
                        <a:pt x="674" y="1"/>
                        <a:pt x="667" y="1"/>
                      </a:cubicBezTo>
                      <a:cubicBezTo>
                        <a:pt x="453" y="1"/>
                        <a:pt x="382" y="192"/>
                        <a:pt x="298" y="358"/>
                      </a:cubicBezTo>
                      <a:cubicBezTo>
                        <a:pt x="262" y="442"/>
                        <a:pt x="227" y="525"/>
                        <a:pt x="203" y="620"/>
                      </a:cubicBezTo>
                      <a:cubicBezTo>
                        <a:pt x="24" y="1394"/>
                        <a:pt x="1" y="2192"/>
                        <a:pt x="155" y="2978"/>
                      </a:cubicBezTo>
                      <a:cubicBezTo>
                        <a:pt x="191" y="3323"/>
                        <a:pt x="310" y="3656"/>
                        <a:pt x="501" y="3954"/>
                      </a:cubicBezTo>
                      <a:cubicBezTo>
                        <a:pt x="595" y="4101"/>
                        <a:pt x="698" y="4176"/>
                        <a:pt x="800" y="4176"/>
                      </a:cubicBezTo>
                      <a:cubicBezTo>
                        <a:pt x="903" y="4176"/>
                        <a:pt x="1006" y="4098"/>
                        <a:pt x="1096" y="3942"/>
                      </a:cubicBezTo>
                      <a:cubicBezTo>
                        <a:pt x="1167" y="3811"/>
                        <a:pt x="1227" y="3668"/>
                        <a:pt x="1263" y="3525"/>
                      </a:cubicBezTo>
                      <a:cubicBezTo>
                        <a:pt x="1358" y="3109"/>
                        <a:pt x="1405" y="2692"/>
                        <a:pt x="1394" y="2275"/>
                      </a:cubicBezTo>
                      <a:cubicBezTo>
                        <a:pt x="1405" y="1823"/>
                        <a:pt x="1358" y="1382"/>
                        <a:pt x="1263" y="954"/>
                      </a:cubicBezTo>
                      <a:cubicBezTo>
                        <a:pt x="1215" y="739"/>
                        <a:pt x="1144" y="537"/>
                        <a:pt x="1048" y="334"/>
                      </a:cubicBezTo>
                      <a:cubicBezTo>
                        <a:pt x="967" y="184"/>
                        <a:pt x="887" y="1"/>
                        <a:pt x="68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1" name="Google Shape;621;p28"/>
                <p:cNvSpPr/>
                <p:nvPr/>
              </p:nvSpPr>
              <p:spPr>
                <a:xfrm>
                  <a:off x="6877625" y="1206200"/>
                  <a:ext cx="36950" cy="104225"/>
                </a:xfrm>
                <a:custGeom>
                  <a:rect b="b" l="l" r="r" t="t"/>
                  <a:pathLst>
                    <a:path extrusionOk="0" h="4169" w="1478">
                      <a:moveTo>
                        <a:pt x="642" y="0"/>
                      </a:moveTo>
                      <a:cubicBezTo>
                        <a:pt x="631" y="0"/>
                        <a:pt x="620" y="1"/>
                        <a:pt x="608" y="2"/>
                      </a:cubicBezTo>
                      <a:cubicBezTo>
                        <a:pt x="322" y="14"/>
                        <a:pt x="287" y="264"/>
                        <a:pt x="215" y="466"/>
                      </a:cubicBezTo>
                      <a:cubicBezTo>
                        <a:pt x="60" y="930"/>
                        <a:pt x="1" y="1419"/>
                        <a:pt x="13" y="1907"/>
                      </a:cubicBezTo>
                      <a:cubicBezTo>
                        <a:pt x="13" y="2633"/>
                        <a:pt x="132" y="3300"/>
                        <a:pt x="322" y="3740"/>
                      </a:cubicBezTo>
                      <a:cubicBezTo>
                        <a:pt x="418" y="3943"/>
                        <a:pt x="501" y="4169"/>
                        <a:pt x="751" y="4169"/>
                      </a:cubicBezTo>
                      <a:cubicBezTo>
                        <a:pt x="1013" y="4169"/>
                        <a:pt x="1096" y="3919"/>
                        <a:pt x="1156" y="3716"/>
                      </a:cubicBezTo>
                      <a:cubicBezTo>
                        <a:pt x="1477" y="2645"/>
                        <a:pt x="1441" y="1490"/>
                        <a:pt x="1049" y="442"/>
                      </a:cubicBezTo>
                      <a:cubicBezTo>
                        <a:pt x="980" y="249"/>
                        <a:pt x="890" y="0"/>
                        <a:pt x="642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622" name="Google Shape;622;p28"/>
              <p:cNvSpPr/>
              <p:nvPr/>
            </p:nvSpPr>
            <p:spPr>
              <a:xfrm rot="-5400000">
                <a:off x="5360206" y="1138300"/>
                <a:ext cx="473000" cy="454875"/>
              </a:xfrm>
              <a:custGeom>
                <a:rect b="b" l="l" r="r" t="t"/>
                <a:pathLst>
                  <a:path extrusionOk="0" h="18195" w="18920">
                    <a:moveTo>
                      <a:pt x="11801" y="5297"/>
                    </a:moveTo>
                    <a:cubicBezTo>
                      <a:pt x="11812" y="5297"/>
                      <a:pt x="11824" y="5298"/>
                      <a:pt x="11835" y="5299"/>
                    </a:cubicBezTo>
                    <a:cubicBezTo>
                      <a:pt x="11978" y="5335"/>
                      <a:pt x="12097" y="5442"/>
                      <a:pt x="12133" y="5597"/>
                    </a:cubicBezTo>
                    <a:cubicBezTo>
                      <a:pt x="12526" y="6656"/>
                      <a:pt x="12514" y="7823"/>
                      <a:pt x="12097" y="8883"/>
                    </a:cubicBezTo>
                    <a:cubicBezTo>
                      <a:pt x="12049" y="9014"/>
                      <a:pt x="11954" y="9157"/>
                      <a:pt x="11776" y="9157"/>
                    </a:cubicBezTo>
                    <a:cubicBezTo>
                      <a:pt x="11597" y="9157"/>
                      <a:pt x="11514" y="8990"/>
                      <a:pt x="11442" y="8835"/>
                    </a:cubicBezTo>
                    <a:cubicBezTo>
                      <a:pt x="11216" y="8347"/>
                      <a:pt x="11204" y="7823"/>
                      <a:pt x="11180" y="7299"/>
                    </a:cubicBezTo>
                    <a:cubicBezTo>
                      <a:pt x="11192" y="6716"/>
                      <a:pt x="11216" y="6144"/>
                      <a:pt x="11478" y="5597"/>
                    </a:cubicBezTo>
                    <a:cubicBezTo>
                      <a:pt x="11545" y="5462"/>
                      <a:pt x="11633" y="5297"/>
                      <a:pt x="11801" y="5297"/>
                    </a:cubicBezTo>
                    <a:close/>
                    <a:moveTo>
                      <a:pt x="7978" y="5335"/>
                    </a:moveTo>
                    <a:cubicBezTo>
                      <a:pt x="8156" y="5335"/>
                      <a:pt x="8239" y="5478"/>
                      <a:pt x="8299" y="5609"/>
                    </a:cubicBezTo>
                    <a:cubicBezTo>
                      <a:pt x="8537" y="6109"/>
                      <a:pt x="8561" y="6656"/>
                      <a:pt x="8585" y="7228"/>
                    </a:cubicBezTo>
                    <a:cubicBezTo>
                      <a:pt x="8561" y="7775"/>
                      <a:pt x="8537" y="8347"/>
                      <a:pt x="8287" y="8883"/>
                    </a:cubicBezTo>
                    <a:cubicBezTo>
                      <a:pt x="8220" y="9028"/>
                      <a:pt x="8133" y="9183"/>
                      <a:pt x="7956" y="9183"/>
                    </a:cubicBezTo>
                    <a:cubicBezTo>
                      <a:pt x="7944" y="9183"/>
                      <a:pt x="7931" y="9182"/>
                      <a:pt x="7918" y="9180"/>
                    </a:cubicBezTo>
                    <a:cubicBezTo>
                      <a:pt x="7763" y="9169"/>
                      <a:pt x="7668" y="9026"/>
                      <a:pt x="7620" y="8883"/>
                    </a:cubicBezTo>
                    <a:cubicBezTo>
                      <a:pt x="7227" y="7823"/>
                      <a:pt x="7251" y="6656"/>
                      <a:pt x="7656" y="5609"/>
                    </a:cubicBezTo>
                    <a:cubicBezTo>
                      <a:pt x="7692" y="5454"/>
                      <a:pt x="7823" y="5347"/>
                      <a:pt x="7978" y="5335"/>
                    </a:cubicBezTo>
                    <a:close/>
                    <a:moveTo>
                      <a:pt x="4707" y="9020"/>
                    </a:moveTo>
                    <a:cubicBezTo>
                      <a:pt x="4949" y="9020"/>
                      <a:pt x="5191" y="9046"/>
                      <a:pt x="5430" y="9097"/>
                    </a:cubicBezTo>
                    <a:cubicBezTo>
                      <a:pt x="5656" y="9121"/>
                      <a:pt x="5799" y="9323"/>
                      <a:pt x="5763" y="9538"/>
                    </a:cubicBezTo>
                    <a:cubicBezTo>
                      <a:pt x="5752" y="9720"/>
                      <a:pt x="5606" y="9864"/>
                      <a:pt x="5428" y="9864"/>
                    </a:cubicBezTo>
                    <a:cubicBezTo>
                      <a:pt x="5409" y="9864"/>
                      <a:pt x="5390" y="9863"/>
                      <a:pt x="5370" y="9859"/>
                    </a:cubicBezTo>
                    <a:cubicBezTo>
                      <a:pt x="5325" y="9852"/>
                      <a:pt x="5286" y="9849"/>
                      <a:pt x="5252" y="9849"/>
                    </a:cubicBezTo>
                    <a:cubicBezTo>
                      <a:pt x="4991" y="9849"/>
                      <a:pt x="5042" y="10041"/>
                      <a:pt x="5084" y="10252"/>
                    </a:cubicBezTo>
                    <a:cubicBezTo>
                      <a:pt x="5537" y="12538"/>
                      <a:pt x="7537" y="14181"/>
                      <a:pt x="9859" y="14193"/>
                    </a:cubicBezTo>
                    <a:cubicBezTo>
                      <a:pt x="9867" y="14193"/>
                      <a:pt x="9876" y="14193"/>
                      <a:pt x="9884" y="14193"/>
                    </a:cubicBezTo>
                    <a:cubicBezTo>
                      <a:pt x="12195" y="14193"/>
                      <a:pt x="14194" y="12565"/>
                      <a:pt x="14669" y="10300"/>
                    </a:cubicBezTo>
                    <a:cubicBezTo>
                      <a:pt x="14709" y="10100"/>
                      <a:pt x="14757" y="9934"/>
                      <a:pt x="14548" y="9934"/>
                    </a:cubicBezTo>
                    <a:cubicBezTo>
                      <a:pt x="14508" y="9934"/>
                      <a:pt x="14457" y="9941"/>
                      <a:pt x="14395" y="9954"/>
                    </a:cubicBezTo>
                    <a:cubicBezTo>
                      <a:pt x="14370" y="9960"/>
                      <a:pt x="14346" y="9963"/>
                      <a:pt x="14323" y="9963"/>
                    </a:cubicBezTo>
                    <a:cubicBezTo>
                      <a:pt x="14156" y="9963"/>
                      <a:pt x="14033" y="9821"/>
                      <a:pt x="14002" y="9633"/>
                    </a:cubicBezTo>
                    <a:cubicBezTo>
                      <a:pt x="13966" y="9442"/>
                      <a:pt x="14085" y="9252"/>
                      <a:pt x="14276" y="9204"/>
                    </a:cubicBezTo>
                    <a:cubicBezTo>
                      <a:pt x="14627" y="9085"/>
                      <a:pt x="14991" y="9028"/>
                      <a:pt x="15354" y="9028"/>
                    </a:cubicBezTo>
                    <a:cubicBezTo>
                      <a:pt x="15607" y="9028"/>
                      <a:pt x="15860" y="9055"/>
                      <a:pt x="16109" y="9109"/>
                    </a:cubicBezTo>
                    <a:cubicBezTo>
                      <a:pt x="16324" y="9145"/>
                      <a:pt x="16467" y="9359"/>
                      <a:pt x="16407" y="9573"/>
                    </a:cubicBezTo>
                    <a:cubicBezTo>
                      <a:pt x="16407" y="9749"/>
                      <a:pt x="16254" y="9880"/>
                      <a:pt x="16081" y="9880"/>
                    </a:cubicBezTo>
                    <a:cubicBezTo>
                      <a:pt x="16055" y="9880"/>
                      <a:pt x="16029" y="9877"/>
                      <a:pt x="16002" y="9871"/>
                    </a:cubicBezTo>
                    <a:cubicBezTo>
                      <a:pt x="15928" y="9849"/>
                      <a:pt x="15867" y="9839"/>
                      <a:pt x="15816" y="9839"/>
                    </a:cubicBezTo>
                    <a:cubicBezTo>
                      <a:pt x="15560" y="9839"/>
                      <a:pt x="15554" y="10084"/>
                      <a:pt x="15514" y="10312"/>
                    </a:cubicBezTo>
                    <a:cubicBezTo>
                      <a:pt x="15038" y="13038"/>
                      <a:pt x="12669" y="15026"/>
                      <a:pt x="9894" y="15038"/>
                    </a:cubicBezTo>
                    <a:cubicBezTo>
                      <a:pt x="7120" y="15038"/>
                      <a:pt x="4739" y="13050"/>
                      <a:pt x="4251" y="10323"/>
                    </a:cubicBezTo>
                    <a:cubicBezTo>
                      <a:pt x="4213" y="10132"/>
                      <a:pt x="4228" y="9895"/>
                      <a:pt x="4008" y="9895"/>
                    </a:cubicBezTo>
                    <a:cubicBezTo>
                      <a:pt x="3954" y="9895"/>
                      <a:pt x="3885" y="9910"/>
                      <a:pt x="3798" y="9942"/>
                    </a:cubicBezTo>
                    <a:cubicBezTo>
                      <a:pt x="3757" y="9959"/>
                      <a:pt x="3716" y="9966"/>
                      <a:pt x="3677" y="9966"/>
                    </a:cubicBezTo>
                    <a:cubicBezTo>
                      <a:pt x="3516" y="9966"/>
                      <a:pt x="3387" y="9836"/>
                      <a:pt x="3358" y="9645"/>
                    </a:cubicBezTo>
                    <a:cubicBezTo>
                      <a:pt x="3298" y="9454"/>
                      <a:pt x="3417" y="9252"/>
                      <a:pt x="3608" y="9204"/>
                    </a:cubicBezTo>
                    <a:cubicBezTo>
                      <a:pt x="3962" y="9081"/>
                      <a:pt x="4334" y="9020"/>
                      <a:pt x="4707" y="9020"/>
                    </a:cubicBezTo>
                    <a:close/>
                    <a:moveTo>
                      <a:pt x="9823" y="1"/>
                    </a:moveTo>
                    <a:cubicBezTo>
                      <a:pt x="6144" y="1"/>
                      <a:pt x="2822" y="2215"/>
                      <a:pt x="1417" y="5620"/>
                    </a:cubicBezTo>
                    <a:cubicBezTo>
                      <a:pt x="0" y="9014"/>
                      <a:pt x="786" y="12931"/>
                      <a:pt x="3382" y="15526"/>
                    </a:cubicBezTo>
                    <a:cubicBezTo>
                      <a:pt x="5126" y="17271"/>
                      <a:pt x="7451" y="18194"/>
                      <a:pt x="9818" y="18194"/>
                    </a:cubicBezTo>
                    <a:cubicBezTo>
                      <a:pt x="10990" y="18194"/>
                      <a:pt x="12172" y="17968"/>
                      <a:pt x="13300" y="17503"/>
                    </a:cubicBezTo>
                    <a:cubicBezTo>
                      <a:pt x="16705" y="16098"/>
                      <a:pt x="18919" y="12776"/>
                      <a:pt x="18919" y="9097"/>
                    </a:cubicBezTo>
                    <a:cubicBezTo>
                      <a:pt x="18919" y="4073"/>
                      <a:pt x="14847" y="1"/>
                      <a:pt x="9823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623" name="Google Shape;623;p28"/>
              <p:cNvGrpSpPr/>
              <p:nvPr/>
            </p:nvGrpSpPr>
            <p:grpSpPr>
              <a:xfrm rot="5400000">
                <a:off x="5985550" y="1130675"/>
                <a:ext cx="495325" cy="470125"/>
                <a:chOff x="5985550" y="1130050"/>
                <a:chExt cx="495325" cy="470125"/>
              </a:xfrm>
            </p:grpSpPr>
            <p:sp>
              <p:nvSpPr>
                <p:cNvPr id="624" name="Google Shape;624;p28"/>
                <p:cNvSpPr/>
                <p:nvPr/>
              </p:nvSpPr>
              <p:spPr>
                <a:xfrm>
                  <a:off x="6075750" y="1366100"/>
                  <a:ext cx="338750" cy="149125"/>
                </a:xfrm>
                <a:custGeom>
                  <a:rect b="b" l="l" r="r" t="t"/>
                  <a:pathLst>
                    <a:path extrusionOk="0" h="5965" w="13550">
                      <a:moveTo>
                        <a:pt x="1336" y="1"/>
                      </a:moveTo>
                      <a:cubicBezTo>
                        <a:pt x="961" y="1"/>
                        <a:pt x="590" y="73"/>
                        <a:pt x="215" y="178"/>
                      </a:cubicBezTo>
                      <a:cubicBezTo>
                        <a:pt x="72" y="202"/>
                        <a:pt x="0" y="368"/>
                        <a:pt x="84" y="476"/>
                      </a:cubicBezTo>
                      <a:cubicBezTo>
                        <a:pt x="125" y="553"/>
                        <a:pt x="179" y="577"/>
                        <a:pt x="239" y="577"/>
                      </a:cubicBezTo>
                      <a:cubicBezTo>
                        <a:pt x="298" y="577"/>
                        <a:pt x="364" y="553"/>
                        <a:pt x="429" y="535"/>
                      </a:cubicBezTo>
                      <a:cubicBezTo>
                        <a:pt x="590" y="492"/>
                        <a:pt x="699" y="464"/>
                        <a:pt x="773" y="464"/>
                      </a:cubicBezTo>
                      <a:cubicBezTo>
                        <a:pt x="924" y="464"/>
                        <a:pt x="937" y="578"/>
                        <a:pt x="977" y="904"/>
                      </a:cubicBezTo>
                      <a:lnTo>
                        <a:pt x="977" y="952"/>
                      </a:lnTo>
                      <a:cubicBezTo>
                        <a:pt x="1402" y="3833"/>
                        <a:pt x="3865" y="5965"/>
                        <a:pt x="6774" y="5965"/>
                      </a:cubicBezTo>
                      <a:cubicBezTo>
                        <a:pt x="6798" y="5965"/>
                        <a:pt x="6822" y="5965"/>
                        <a:pt x="6846" y="5964"/>
                      </a:cubicBezTo>
                      <a:cubicBezTo>
                        <a:pt x="9787" y="5941"/>
                        <a:pt x="12252" y="3738"/>
                        <a:pt x="12609" y="833"/>
                      </a:cubicBezTo>
                      <a:cubicBezTo>
                        <a:pt x="12649" y="515"/>
                        <a:pt x="12662" y="409"/>
                        <a:pt x="12818" y="409"/>
                      </a:cubicBezTo>
                      <a:cubicBezTo>
                        <a:pt x="12896" y="409"/>
                        <a:pt x="13010" y="436"/>
                        <a:pt x="13181" y="476"/>
                      </a:cubicBezTo>
                      <a:cubicBezTo>
                        <a:pt x="13229" y="484"/>
                        <a:pt x="13281" y="495"/>
                        <a:pt x="13329" y="495"/>
                      </a:cubicBezTo>
                      <a:cubicBezTo>
                        <a:pt x="13411" y="495"/>
                        <a:pt x="13484" y="465"/>
                        <a:pt x="13514" y="345"/>
                      </a:cubicBezTo>
                      <a:cubicBezTo>
                        <a:pt x="13550" y="166"/>
                        <a:pt x="13443" y="118"/>
                        <a:pt x="13300" y="83"/>
                      </a:cubicBezTo>
                      <a:cubicBezTo>
                        <a:pt x="13080" y="26"/>
                        <a:pt x="12860" y="1"/>
                        <a:pt x="12641" y="1"/>
                      </a:cubicBezTo>
                      <a:cubicBezTo>
                        <a:pt x="12268" y="1"/>
                        <a:pt x="11898" y="73"/>
                        <a:pt x="11538" y="178"/>
                      </a:cubicBezTo>
                      <a:cubicBezTo>
                        <a:pt x="11418" y="202"/>
                        <a:pt x="11347" y="321"/>
                        <a:pt x="11383" y="428"/>
                      </a:cubicBezTo>
                      <a:cubicBezTo>
                        <a:pt x="11412" y="534"/>
                        <a:pt x="11488" y="578"/>
                        <a:pt x="11579" y="578"/>
                      </a:cubicBezTo>
                      <a:cubicBezTo>
                        <a:pt x="11600" y="578"/>
                        <a:pt x="11622" y="575"/>
                        <a:pt x="11645" y="571"/>
                      </a:cubicBezTo>
                      <a:cubicBezTo>
                        <a:pt x="11776" y="535"/>
                        <a:pt x="11895" y="511"/>
                        <a:pt x="12014" y="476"/>
                      </a:cubicBezTo>
                      <a:cubicBezTo>
                        <a:pt x="12052" y="465"/>
                        <a:pt x="12082" y="459"/>
                        <a:pt x="12107" y="459"/>
                      </a:cubicBezTo>
                      <a:cubicBezTo>
                        <a:pt x="12189" y="459"/>
                        <a:pt x="12199" y="520"/>
                        <a:pt x="12180" y="630"/>
                      </a:cubicBezTo>
                      <a:cubicBezTo>
                        <a:pt x="11907" y="3333"/>
                        <a:pt x="9668" y="5417"/>
                        <a:pt x="6942" y="5488"/>
                      </a:cubicBezTo>
                      <a:cubicBezTo>
                        <a:pt x="6901" y="5489"/>
                        <a:pt x="6861" y="5489"/>
                        <a:pt x="6821" y="5489"/>
                      </a:cubicBezTo>
                      <a:cubicBezTo>
                        <a:pt x="4158" y="5489"/>
                        <a:pt x="1875" y="3555"/>
                        <a:pt x="1465" y="904"/>
                      </a:cubicBezTo>
                      <a:cubicBezTo>
                        <a:pt x="1415" y="534"/>
                        <a:pt x="1400" y="420"/>
                        <a:pt x="1568" y="420"/>
                      </a:cubicBezTo>
                      <a:cubicBezTo>
                        <a:pt x="1644" y="420"/>
                        <a:pt x="1755" y="442"/>
                        <a:pt x="1917" y="476"/>
                      </a:cubicBezTo>
                      <a:cubicBezTo>
                        <a:pt x="1958" y="483"/>
                        <a:pt x="1999" y="489"/>
                        <a:pt x="2037" y="489"/>
                      </a:cubicBezTo>
                      <a:cubicBezTo>
                        <a:pt x="2121" y="489"/>
                        <a:pt x="2190" y="459"/>
                        <a:pt x="2215" y="345"/>
                      </a:cubicBezTo>
                      <a:cubicBezTo>
                        <a:pt x="2239" y="178"/>
                        <a:pt x="2144" y="118"/>
                        <a:pt x="2001" y="83"/>
                      </a:cubicBezTo>
                      <a:cubicBezTo>
                        <a:pt x="1776" y="26"/>
                        <a:pt x="1555" y="1"/>
                        <a:pt x="133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5" name="Google Shape;625;p28"/>
                <p:cNvSpPr/>
                <p:nvPr/>
              </p:nvSpPr>
              <p:spPr>
                <a:xfrm>
                  <a:off x="6277250" y="1261875"/>
                  <a:ext cx="35750" cy="102725"/>
                </a:xfrm>
                <a:custGeom>
                  <a:rect b="b" l="l" r="r" t="t"/>
                  <a:pathLst>
                    <a:path extrusionOk="0" h="4109" w="1430">
                      <a:moveTo>
                        <a:pt x="793" y="1"/>
                      </a:moveTo>
                      <a:cubicBezTo>
                        <a:pt x="787" y="1"/>
                        <a:pt x="781" y="1"/>
                        <a:pt x="775" y="1"/>
                      </a:cubicBezTo>
                      <a:cubicBezTo>
                        <a:pt x="501" y="1"/>
                        <a:pt x="441" y="251"/>
                        <a:pt x="370" y="442"/>
                      </a:cubicBezTo>
                      <a:cubicBezTo>
                        <a:pt x="13" y="1478"/>
                        <a:pt x="1" y="2609"/>
                        <a:pt x="334" y="3644"/>
                      </a:cubicBezTo>
                      <a:cubicBezTo>
                        <a:pt x="394" y="3847"/>
                        <a:pt x="477" y="4109"/>
                        <a:pt x="751" y="4109"/>
                      </a:cubicBezTo>
                      <a:cubicBezTo>
                        <a:pt x="1013" y="4109"/>
                        <a:pt x="1084" y="3859"/>
                        <a:pt x="1168" y="3656"/>
                      </a:cubicBezTo>
                      <a:cubicBezTo>
                        <a:pt x="1346" y="3168"/>
                        <a:pt x="1430" y="2656"/>
                        <a:pt x="1430" y="2132"/>
                      </a:cubicBezTo>
                      <a:cubicBezTo>
                        <a:pt x="1430" y="1466"/>
                        <a:pt x="1382" y="942"/>
                        <a:pt x="1203" y="454"/>
                      </a:cubicBezTo>
                      <a:cubicBezTo>
                        <a:pt x="1122" y="256"/>
                        <a:pt x="1052" y="1"/>
                        <a:pt x="793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6" name="Google Shape;626;p28"/>
                <p:cNvSpPr/>
                <p:nvPr/>
              </p:nvSpPr>
              <p:spPr>
                <a:xfrm>
                  <a:off x="6178150" y="1262775"/>
                  <a:ext cx="35725" cy="102725"/>
                </a:xfrm>
                <a:custGeom>
                  <a:rect b="b" l="l" r="r" t="t"/>
                  <a:pathLst>
                    <a:path extrusionOk="0" h="4109" w="1429">
                      <a:moveTo>
                        <a:pt x="686" y="1"/>
                      </a:moveTo>
                      <a:cubicBezTo>
                        <a:pt x="436" y="1"/>
                        <a:pt x="344" y="256"/>
                        <a:pt x="262" y="465"/>
                      </a:cubicBezTo>
                      <a:cubicBezTo>
                        <a:pt x="83" y="965"/>
                        <a:pt x="0" y="1489"/>
                        <a:pt x="12" y="2013"/>
                      </a:cubicBezTo>
                      <a:cubicBezTo>
                        <a:pt x="12" y="2632"/>
                        <a:pt x="48" y="3156"/>
                        <a:pt x="238" y="3644"/>
                      </a:cubicBezTo>
                      <a:cubicBezTo>
                        <a:pt x="322" y="3859"/>
                        <a:pt x="393" y="4109"/>
                        <a:pt x="655" y="4109"/>
                      </a:cubicBezTo>
                      <a:cubicBezTo>
                        <a:pt x="917" y="4109"/>
                        <a:pt x="1012" y="3859"/>
                        <a:pt x="1072" y="3656"/>
                      </a:cubicBezTo>
                      <a:cubicBezTo>
                        <a:pt x="1417" y="2620"/>
                        <a:pt x="1429" y="1513"/>
                        <a:pt x="1107" y="465"/>
                      </a:cubicBezTo>
                      <a:cubicBezTo>
                        <a:pt x="1048" y="263"/>
                        <a:pt x="965" y="1"/>
                        <a:pt x="703" y="1"/>
                      </a:cubicBezTo>
                      <a:cubicBezTo>
                        <a:pt x="697" y="1"/>
                        <a:pt x="691" y="1"/>
                        <a:pt x="68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7" name="Google Shape;627;p28"/>
                <p:cNvSpPr/>
                <p:nvPr/>
              </p:nvSpPr>
              <p:spPr>
                <a:xfrm>
                  <a:off x="5985550" y="1130050"/>
                  <a:ext cx="495325" cy="470125"/>
                </a:xfrm>
                <a:custGeom>
                  <a:rect b="b" l="l" r="r" t="t"/>
                  <a:pathLst>
                    <a:path extrusionOk="0" h="18805" w="19813">
                      <a:moveTo>
                        <a:pt x="10405" y="475"/>
                      </a:moveTo>
                      <a:cubicBezTo>
                        <a:pt x="11555" y="475"/>
                        <a:pt x="12716" y="697"/>
                        <a:pt x="13824" y="1155"/>
                      </a:cubicBezTo>
                      <a:cubicBezTo>
                        <a:pt x="17158" y="2536"/>
                        <a:pt x="19337" y="5798"/>
                        <a:pt x="19337" y="9406"/>
                      </a:cubicBezTo>
                      <a:cubicBezTo>
                        <a:pt x="19325" y="14335"/>
                        <a:pt x="15324" y="18323"/>
                        <a:pt x="10407" y="18335"/>
                      </a:cubicBezTo>
                      <a:cubicBezTo>
                        <a:pt x="6787" y="18335"/>
                        <a:pt x="3537" y="16156"/>
                        <a:pt x="2156" y="12823"/>
                      </a:cubicBezTo>
                      <a:cubicBezTo>
                        <a:pt x="775" y="9489"/>
                        <a:pt x="1537" y="5643"/>
                        <a:pt x="4085" y="3095"/>
                      </a:cubicBezTo>
                      <a:cubicBezTo>
                        <a:pt x="5797" y="1383"/>
                        <a:pt x="8080" y="475"/>
                        <a:pt x="10405" y="475"/>
                      </a:cubicBezTo>
                      <a:close/>
                      <a:moveTo>
                        <a:pt x="10397" y="1"/>
                      </a:moveTo>
                      <a:cubicBezTo>
                        <a:pt x="8589" y="1"/>
                        <a:pt x="6772" y="520"/>
                        <a:pt x="5180" y="1583"/>
                      </a:cubicBezTo>
                      <a:cubicBezTo>
                        <a:pt x="1441" y="4072"/>
                        <a:pt x="1" y="8858"/>
                        <a:pt x="1715" y="13001"/>
                      </a:cubicBezTo>
                      <a:cubicBezTo>
                        <a:pt x="3189" y="16563"/>
                        <a:pt x="6651" y="18805"/>
                        <a:pt x="10384" y="18805"/>
                      </a:cubicBezTo>
                      <a:cubicBezTo>
                        <a:pt x="10994" y="18805"/>
                        <a:pt x="11611" y="18745"/>
                        <a:pt x="12229" y="18621"/>
                      </a:cubicBezTo>
                      <a:cubicBezTo>
                        <a:pt x="16634" y="17752"/>
                        <a:pt x="19801" y="13882"/>
                        <a:pt x="19801" y="9406"/>
                      </a:cubicBezTo>
                      <a:cubicBezTo>
                        <a:pt x="19813" y="6905"/>
                        <a:pt x="18813" y="4512"/>
                        <a:pt x="17051" y="2750"/>
                      </a:cubicBezTo>
                      <a:cubicBezTo>
                        <a:pt x="15229" y="936"/>
                        <a:pt x="12822" y="1"/>
                        <a:pt x="10397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sp>
          <p:nvSpPr>
            <p:cNvPr id="628" name="Google Shape;628;p28"/>
            <p:cNvSpPr/>
            <p:nvPr/>
          </p:nvSpPr>
          <p:spPr>
            <a:xfrm>
              <a:off x="8571500" y="4672075"/>
              <a:ext cx="191152" cy="192127"/>
            </a:xfrm>
            <a:custGeom>
              <a:rect b="b" l="l" r="r" t="t"/>
              <a:pathLst>
                <a:path extrusionOk="0" h="65797" w="65463">
                  <a:moveTo>
                    <a:pt x="32806" y="0"/>
                  </a:moveTo>
                  <a:cubicBezTo>
                    <a:pt x="28798" y="18110"/>
                    <a:pt x="17850" y="28872"/>
                    <a:pt x="0" y="33066"/>
                  </a:cubicBezTo>
                  <a:cubicBezTo>
                    <a:pt x="17702" y="37222"/>
                    <a:pt x="28464" y="47910"/>
                    <a:pt x="32806" y="65797"/>
                  </a:cubicBezTo>
                  <a:cubicBezTo>
                    <a:pt x="36962" y="47910"/>
                    <a:pt x="47761" y="37259"/>
                    <a:pt x="65463" y="33066"/>
                  </a:cubicBezTo>
                  <a:cubicBezTo>
                    <a:pt x="47576" y="28687"/>
                    <a:pt x="36739" y="18110"/>
                    <a:pt x="328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anks">
  <p:cSld name="CUSTOM_3_1">
    <p:spTree>
      <p:nvGrpSpPr>
        <p:cNvPr id="629" name="Shape 6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0" name="Google Shape;630;p29"/>
          <p:cNvSpPr txBox="1"/>
          <p:nvPr>
            <p:ph type="title"/>
          </p:nvPr>
        </p:nvSpPr>
        <p:spPr>
          <a:xfrm>
            <a:off x="2526900" y="539500"/>
            <a:ext cx="4090200" cy="1008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6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631" name="Google Shape;631;p29"/>
          <p:cNvSpPr txBox="1"/>
          <p:nvPr>
            <p:ph idx="1" type="subTitle"/>
          </p:nvPr>
        </p:nvSpPr>
        <p:spPr>
          <a:xfrm>
            <a:off x="2526900" y="1547800"/>
            <a:ext cx="4090200" cy="1250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632" name="Google Shape;632;p29"/>
          <p:cNvSpPr txBox="1"/>
          <p:nvPr/>
        </p:nvSpPr>
        <p:spPr>
          <a:xfrm>
            <a:off x="2526900" y="3456550"/>
            <a:ext cx="4090200" cy="711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30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chemeClr val="dk2"/>
                </a:solidFill>
                <a:latin typeface="Inter"/>
                <a:ea typeface="Inter"/>
                <a:cs typeface="Inter"/>
                <a:sym typeface="Inter"/>
              </a:rPr>
              <a:t>CREDITS:</a:t>
            </a:r>
            <a:r>
              <a:rPr lang="en" sz="1200">
                <a:solidFill>
                  <a:schemeClr val="dk2"/>
                </a:solidFill>
                <a:latin typeface="Inter"/>
                <a:ea typeface="Inter"/>
                <a:cs typeface="Inter"/>
                <a:sym typeface="Inter"/>
              </a:rPr>
              <a:t> This presentation template was created by </a:t>
            </a:r>
            <a:r>
              <a:rPr b="1" lang="en" sz="1200" u="sng">
                <a:solidFill>
                  <a:schemeClr val="dk2"/>
                </a:solidFill>
                <a:latin typeface="Inter"/>
                <a:ea typeface="Inter"/>
                <a:cs typeface="Inter"/>
                <a:sym typeface="Inter"/>
                <a:hlinkClick r:id="rId2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</a:t>
            </a:r>
            <a:r>
              <a:rPr lang="en" sz="1200">
                <a:solidFill>
                  <a:schemeClr val="dk2"/>
                </a:solidFill>
                <a:latin typeface="Inter"/>
                <a:ea typeface="Inter"/>
                <a:cs typeface="Inter"/>
                <a:sym typeface="Inter"/>
              </a:rPr>
              <a:t>, and includes icons by </a:t>
            </a:r>
            <a:r>
              <a:rPr b="1" lang="en" sz="1200" u="sng">
                <a:solidFill>
                  <a:schemeClr val="dk2"/>
                </a:solidFill>
                <a:latin typeface="Inter"/>
                <a:ea typeface="Inter"/>
                <a:cs typeface="Inter"/>
                <a:sym typeface="Inter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Flaticon</a:t>
            </a:r>
            <a:r>
              <a:rPr lang="en" sz="1200">
                <a:solidFill>
                  <a:schemeClr val="dk2"/>
                </a:solidFill>
                <a:latin typeface="Inter"/>
                <a:ea typeface="Inter"/>
                <a:cs typeface="Inter"/>
                <a:sym typeface="Inter"/>
              </a:rPr>
              <a:t>, and infographics &amp; images by </a:t>
            </a:r>
            <a:r>
              <a:rPr b="1" lang="en" sz="1200" u="sng">
                <a:solidFill>
                  <a:schemeClr val="dk2"/>
                </a:solidFill>
                <a:latin typeface="Inter"/>
                <a:ea typeface="Inter"/>
                <a:cs typeface="Inter"/>
                <a:sym typeface="Inter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Freepik</a:t>
            </a:r>
            <a:r>
              <a:rPr lang="en" sz="1200" u="sng">
                <a:solidFill>
                  <a:schemeClr val="dk2"/>
                </a:solidFill>
                <a:latin typeface="Inter"/>
                <a:ea typeface="Inter"/>
                <a:cs typeface="Inter"/>
                <a:sym typeface="Inter"/>
              </a:rPr>
              <a:t> </a:t>
            </a:r>
            <a:endParaRPr b="1" sz="1200" u="sng">
              <a:solidFill>
                <a:schemeClr val="dk2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grpSp>
        <p:nvGrpSpPr>
          <p:cNvPr id="633" name="Google Shape;633;p29"/>
          <p:cNvGrpSpPr/>
          <p:nvPr/>
        </p:nvGrpSpPr>
        <p:grpSpPr>
          <a:xfrm>
            <a:off x="8684513" y="2612254"/>
            <a:ext cx="37200" cy="2280719"/>
            <a:chOff x="8720263" y="1665954"/>
            <a:chExt cx="37200" cy="2280719"/>
          </a:xfrm>
        </p:grpSpPr>
        <p:sp>
          <p:nvSpPr>
            <p:cNvPr id="634" name="Google Shape;634;p29"/>
            <p:cNvSpPr/>
            <p:nvPr/>
          </p:nvSpPr>
          <p:spPr>
            <a:xfrm flipH="1">
              <a:off x="8720263" y="1665954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  <p:sp>
          <p:nvSpPr>
            <p:cNvPr id="635" name="Google Shape;635;p29"/>
            <p:cNvSpPr/>
            <p:nvPr/>
          </p:nvSpPr>
          <p:spPr>
            <a:xfrm flipH="1">
              <a:off x="8720263" y="2278650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  <p:sp>
          <p:nvSpPr>
            <p:cNvPr id="636" name="Google Shape;636;p29"/>
            <p:cNvSpPr/>
            <p:nvPr/>
          </p:nvSpPr>
          <p:spPr>
            <a:xfrm flipH="1">
              <a:off x="8720263" y="2570381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  <p:sp>
          <p:nvSpPr>
            <p:cNvPr id="637" name="Google Shape;637;p29"/>
            <p:cNvSpPr/>
            <p:nvPr/>
          </p:nvSpPr>
          <p:spPr>
            <a:xfrm flipH="1">
              <a:off x="8720263" y="2862111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  <p:sp>
          <p:nvSpPr>
            <p:cNvPr id="638" name="Google Shape;638;p29"/>
            <p:cNvSpPr/>
            <p:nvPr/>
          </p:nvSpPr>
          <p:spPr>
            <a:xfrm flipH="1">
              <a:off x="8720263" y="3653137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  <p:sp>
          <p:nvSpPr>
            <p:cNvPr id="639" name="Google Shape;639;p29"/>
            <p:cNvSpPr/>
            <p:nvPr/>
          </p:nvSpPr>
          <p:spPr>
            <a:xfrm flipH="1">
              <a:off x="8720263" y="3909472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</p:grpSp>
      <p:grpSp>
        <p:nvGrpSpPr>
          <p:cNvPr id="640" name="Google Shape;640;p29"/>
          <p:cNvGrpSpPr/>
          <p:nvPr/>
        </p:nvGrpSpPr>
        <p:grpSpPr>
          <a:xfrm>
            <a:off x="440536" y="219913"/>
            <a:ext cx="8448210" cy="522412"/>
            <a:chOff x="440536" y="219913"/>
            <a:chExt cx="8448210" cy="522412"/>
          </a:xfrm>
        </p:grpSpPr>
        <p:grpSp>
          <p:nvGrpSpPr>
            <p:cNvPr id="641" name="Google Shape;641;p29"/>
            <p:cNvGrpSpPr/>
            <p:nvPr/>
          </p:nvGrpSpPr>
          <p:grpSpPr>
            <a:xfrm>
              <a:off x="7776236" y="219913"/>
              <a:ext cx="1112510" cy="319584"/>
              <a:chOff x="4743988" y="1118075"/>
              <a:chExt cx="1724288" cy="495325"/>
            </a:xfrm>
          </p:grpSpPr>
          <p:grpSp>
            <p:nvGrpSpPr>
              <p:cNvPr id="642" name="Google Shape;642;p29"/>
              <p:cNvGrpSpPr/>
              <p:nvPr/>
            </p:nvGrpSpPr>
            <p:grpSpPr>
              <a:xfrm rot="5400000">
                <a:off x="4736550" y="1140100"/>
                <a:ext cx="466150" cy="451275"/>
                <a:chOff x="6608550" y="1088575"/>
                <a:chExt cx="466150" cy="451275"/>
              </a:xfrm>
            </p:grpSpPr>
            <p:sp>
              <p:nvSpPr>
                <p:cNvPr id="643" name="Google Shape;643;p29"/>
                <p:cNvSpPr/>
                <p:nvPr/>
              </p:nvSpPr>
              <p:spPr>
                <a:xfrm>
                  <a:off x="6608550" y="1088575"/>
                  <a:ext cx="466150" cy="451275"/>
                </a:xfrm>
                <a:custGeom>
                  <a:rect b="b" l="l" r="r" t="t"/>
                  <a:pathLst>
                    <a:path extrusionOk="0" h="18051" w="18646">
                      <a:moveTo>
                        <a:pt x="9606" y="560"/>
                      </a:moveTo>
                      <a:cubicBezTo>
                        <a:pt x="9876" y="560"/>
                        <a:pt x="10146" y="573"/>
                        <a:pt x="10419" y="599"/>
                      </a:cubicBezTo>
                      <a:cubicBezTo>
                        <a:pt x="14145" y="956"/>
                        <a:pt x="17193" y="3730"/>
                        <a:pt x="17908" y="7398"/>
                      </a:cubicBezTo>
                      <a:cubicBezTo>
                        <a:pt x="18015" y="7945"/>
                        <a:pt x="18062" y="8493"/>
                        <a:pt x="18050" y="9052"/>
                      </a:cubicBezTo>
                      <a:cubicBezTo>
                        <a:pt x="18062" y="9422"/>
                        <a:pt x="18039" y="9791"/>
                        <a:pt x="17991" y="10160"/>
                      </a:cubicBezTo>
                      <a:lnTo>
                        <a:pt x="17991" y="10172"/>
                      </a:lnTo>
                      <a:cubicBezTo>
                        <a:pt x="17967" y="10446"/>
                        <a:pt x="17836" y="10707"/>
                        <a:pt x="17634" y="10898"/>
                      </a:cubicBezTo>
                      <a:cubicBezTo>
                        <a:pt x="17372" y="11172"/>
                        <a:pt x="17050" y="11398"/>
                        <a:pt x="16705" y="11553"/>
                      </a:cubicBezTo>
                      <a:cubicBezTo>
                        <a:pt x="16205" y="11755"/>
                        <a:pt x="15979" y="12136"/>
                        <a:pt x="15955" y="12660"/>
                      </a:cubicBezTo>
                      <a:cubicBezTo>
                        <a:pt x="15943" y="12982"/>
                        <a:pt x="15967" y="13291"/>
                        <a:pt x="16026" y="13613"/>
                      </a:cubicBezTo>
                      <a:cubicBezTo>
                        <a:pt x="16086" y="13958"/>
                        <a:pt x="15943" y="14303"/>
                        <a:pt x="15657" y="14506"/>
                      </a:cubicBezTo>
                      <a:cubicBezTo>
                        <a:pt x="15169" y="14851"/>
                        <a:pt x="14717" y="15268"/>
                        <a:pt x="14336" y="15732"/>
                      </a:cubicBezTo>
                      <a:cubicBezTo>
                        <a:pt x="13336" y="16923"/>
                        <a:pt x="12014" y="17411"/>
                        <a:pt x="10514" y="17470"/>
                      </a:cubicBezTo>
                      <a:cubicBezTo>
                        <a:pt x="10324" y="17479"/>
                        <a:pt x="10135" y="17483"/>
                        <a:pt x="9946" y="17483"/>
                      </a:cubicBezTo>
                      <a:cubicBezTo>
                        <a:pt x="8305" y="17483"/>
                        <a:pt x="6684" y="17160"/>
                        <a:pt x="5168" y="16530"/>
                      </a:cubicBezTo>
                      <a:cubicBezTo>
                        <a:pt x="4215" y="16161"/>
                        <a:pt x="3441" y="15458"/>
                        <a:pt x="2965" y="14565"/>
                      </a:cubicBezTo>
                      <a:cubicBezTo>
                        <a:pt x="2620" y="13851"/>
                        <a:pt x="2060" y="13255"/>
                        <a:pt x="1370" y="12851"/>
                      </a:cubicBezTo>
                      <a:cubicBezTo>
                        <a:pt x="1120" y="12708"/>
                        <a:pt x="894" y="12529"/>
                        <a:pt x="691" y="12303"/>
                      </a:cubicBezTo>
                      <a:cubicBezTo>
                        <a:pt x="429" y="12005"/>
                        <a:pt x="298" y="11696"/>
                        <a:pt x="632" y="11327"/>
                      </a:cubicBezTo>
                      <a:cubicBezTo>
                        <a:pt x="798" y="11124"/>
                        <a:pt x="965" y="10922"/>
                        <a:pt x="1144" y="10731"/>
                      </a:cubicBezTo>
                      <a:cubicBezTo>
                        <a:pt x="1596" y="10291"/>
                        <a:pt x="1751" y="9648"/>
                        <a:pt x="1560" y="9064"/>
                      </a:cubicBezTo>
                      <a:cubicBezTo>
                        <a:pt x="1560" y="9041"/>
                        <a:pt x="1560" y="9029"/>
                        <a:pt x="1548" y="9017"/>
                      </a:cubicBezTo>
                      <a:cubicBezTo>
                        <a:pt x="1036" y="7921"/>
                        <a:pt x="1358" y="6874"/>
                        <a:pt x="1775" y="5838"/>
                      </a:cubicBezTo>
                      <a:cubicBezTo>
                        <a:pt x="3077" y="2626"/>
                        <a:pt x="6190" y="560"/>
                        <a:pt x="9606" y="560"/>
                      </a:cubicBezTo>
                      <a:close/>
                      <a:moveTo>
                        <a:pt x="9563" y="0"/>
                      </a:moveTo>
                      <a:cubicBezTo>
                        <a:pt x="9039" y="0"/>
                        <a:pt x="8467" y="40"/>
                        <a:pt x="7847" y="135"/>
                      </a:cubicBezTo>
                      <a:cubicBezTo>
                        <a:pt x="6013" y="420"/>
                        <a:pt x="4465" y="1349"/>
                        <a:pt x="3168" y="2671"/>
                      </a:cubicBezTo>
                      <a:cubicBezTo>
                        <a:pt x="1870" y="3980"/>
                        <a:pt x="1001" y="5647"/>
                        <a:pt x="679" y="7457"/>
                      </a:cubicBezTo>
                      <a:cubicBezTo>
                        <a:pt x="667" y="7588"/>
                        <a:pt x="667" y="7719"/>
                        <a:pt x="679" y="7850"/>
                      </a:cubicBezTo>
                      <a:cubicBezTo>
                        <a:pt x="727" y="8314"/>
                        <a:pt x="905" y="8767"/>
                        <a:pt x="1013" y="9219"/>
                      </a:cubicBezTo>
                      <a:cubicBezTo>
                        <a:pt x="1132" y="9636"/>
                        <a:pt x="1036" y="10076"/>
                        <a:pt x="751" y="10410"/>
                      </a:cubicBezTo>
                      <a:cubicBezTo>
                        <a:pt x="667" y="10517"/>
                        <a:pt x="572" y="10636"/>
                        <a:pt x="477" y="10743"/>
                      </a:cubicBezTo>
                      <a:cubicBezTo>
                        <a:pt x="263" y="11029"/>
                        <a:pt x="36" y="11315"/>
                        <a:pt x="1" y="11684"/>
                      </a:cubicBezTo>
                      <a:lnTo>
                        <a:pt x="1" y="11958"/>
                      </a:lnTo>
                      <a:cubicBezTo>
                        <a:pt x="12" y="12112"/>
                        <a:pt x="60" y="12255"/>
                        <a:pt x="155" y="12386"/>
                      </a:cubicBezTo>
                      <a:cubicBezTo>
                        <a:pt x="322" y="12648"/>
                        <a:pt x="548" y="12874"/>
                        <a:pt x="798" y="13065"/>
                      </a:cubicBezTo>
                      <a:cubicBezTo>
                        <a:pt x="1108" y="13303"/>
                        <a:pt x="1441" y="13529"/>
                        <a:pt x="1739" y="13791"/>
                      </a:cubicBezTo>
                      <a:cubicBezTo>
                        <a:pt x="2001" y="14005"/>
                        <a:pt x="2215" y="14267"/>
                        <a:pt x="2358" y="14565"/>
                      </a:cubicBezTo>
                      <a:cubicBezTo>
                        <a:pt x="2596" y="15125"/>
                        <a:pt x="2953" y="15637"/>
                        <a:pt x="3406" y="16041"/>
                      </a:cubicBezTo>
                      <a:cubicBezTo>
                        <a:pt x="4180" y="16708"/>
                        <a:pt x="5096" y="17196"/>
                        <a:pt x="6085" y="17458"/>
                      </a:cubicBezTo>
                      <a:cubicBezTo>
                        <a:pt x="6954" y="17720"/>
                        <a:pt x="7835" y="17958"/>
                        <a:pt x="8764" y="18018"/>
                      </a:cubicBezTo>
                      <a:cubicBezTo>
                        <a:pt x="9043" y="18040"/>
                        <a:pt x="9324" y="18050"/>
                        <a:pt x="9606" y="18050"/>
                      </a:cubicBezTo>
                      <a:cubicBezTo>
                        <a:pt x="10092" y="18050"/>
                        <a:pt x="10579" y="18019"/>
                        <a:pt x="11061" y="17958"/>
                      </a:cubicBezTo>
                      <a:cubicBezTo>
                        <a:pt x="12014" y="17815"/>
                        <a:pt x="12931" y="17506"/>
                        <a:pt x="13776" y="17065"/>
                      </a:cubicBezTo>
                      <a:cubicBezTo>
                        <a:pt x="14157" y="16875"/>
                        <a:pt x="14467" y="16577"/>
                        <a:pt x="14657" y="16220"/>
                      </a:cubicBezTo>
                      <a:cubicBezTo>
                        <a:pt x="14860" y="15875"/>
                        <a:pt x="15110" y="15565"/>
                        <a:pt x="15407" y="15315"/>
                      </a:cubicBezTo>
                      <a:cubicBezTo>
                        <a:pt x="15693" y="15065"/>
                        <a:pt x="16003" y="14851"/>
                        <a:pt x="16288" y="14589"/>
                      </a:cubicBezTo>
                      <a:cubicBezTo>
                        <a:pt x="16526" y="14375"/>
                        <a:pt x="16705" y="14125"/>
                        <a:pt x="16717" y="13791"/>
                      </a:cubicBezTo>
                      <a:cubicBezTo>
                        <a:pt x="16717" y="13517"/>
                        <a:pt x="16741" y="13243"/>
                        <a:pt x="16765" y="12970"/>
                      </a:cubicBezTo>
                      <a:cubicBezTo>
                        <a:pt x="16800" y="12434"/>
                        <a:pt x="16991" y="11981"/>
                        <a:pt x="17491" y="11708"/>
                      </a:cubicBezTo>
                      <a:cubicBezTo>
                        <a:pt x="17610" y="11636"/>
                        <a:pt x="17729" y="11553"/>
                        <a:pt x="17824" y="11458"/>
                      </a:cubicBezTo>
                      <a:cubicBezTo>
                        <a:pt x="18300" y="11065"/>
                        <a:pt x="18622" y="10600"/>
                        <a:pt x="18586" y="9945"/>
                      </a:cubicBezTo>
                      <a:cubicBezTo>
                        <a:pt x="18586" y="9862"/>
                        <a:pt x="18634" y="9862"/>
                        <a:pt x="18622" y="9695"/>
                      </a:cubicBezTo>
                      <a:cubicBezTo>
                        <a:pt x="18646" y="9005"/>
                        <a:pt x="18622" y="8314"/>
                        <a:pt x="18551" y="7636"/>
                      </a:cubicBezTo>
                      <a:cubicBezTo>
                        <a:pt x="18443" y="6886"/>
                        <a:pt x="18229" y="6147"/>
                        <a:pt x="17919" y="5445"/>
                      </a:cubicBezTo>
                      <a:cubicBezTo>
                        <a:pt x="17348" y="4123"/>
                        <a:pt x="16479" y="2957"/>
                        <a:pt x="15360" y="2040"/>
                      </a:cubicBezTo>
                      <a:cubicBezTo>
                        <a:pt x="14681" y="1480"/>
                        <a:pt x="13931" y="1016"/>
                        <a:pt x="13121" y="682"/>
                      </a:cubicBezTo>
                      <a:cubicBezTo>
                        <a:pt x="12465" y="418"/>
                        <a:pt x="11272" y="0"/>
                        <a:pt x="9563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44" name="Google Shape;644;p29"/>
                <p:cNvSpPr/>
                <p:nvPr/>
              </p:nvSpPr>
              <p:spPr>
                <a:xfrm>
                  <a:off x="6691000" y="1302025"/>
                  <a:ext cx="322100" cy="155800"/>
                </a:xfrm>
                <a:custGeom>
                  <a:rect b="b" l="l" r="r" t="t"/>
                  <a:pathLst>
                    <a:path extrusionOk="0" h="6232" w="12884">
                      <a:moveTo>
                        <a:pt x="12269" y="1"/>
                      </a:moveTo>
                      <a:cubicBezTo>
                        <a:pt x="12129" y="1"/>
                        <a:pt x="11988" y="38"/>
                        <a:pt x="11847" y="133"/>
                      </a:cubicBezTo>
                      <a:cubicBezTo>
                        <a:pt x="11776" y="187"/>
                        <a:pt x="11690" y="214"/>
                        <a:pt x="11605" y="214"/>
                      </a:cubicBezTo>
                      <a:cubicBezTo>
                        <a:pt x="11520" y="214"/>
                        <a:pt x="11437" y="187"/>
                        <a:pt x="11371" y="133"/>
                      </a:cubicBezTo>
                      <a:cubicBezTo>
                        <a:pt x="11314" y="91"/>
                        <a:pt x="11248" y="69"/>
                        <a:pt x="11182" y="69"/>
                      </a:cubicBezTo>
                      <a:cubicBezTo>
                        <a:pt x="11137" y="69"/>
                        <a:pt x="11092" y="79"/>
                        <a:pt x="11050" y="98"/>
                      </a:cubicBezTo>
                      <a:cubicBezTo>
                        <a:pt x="10942" y="145"/>
                        <a:pt x="10776" y="193"/>
                        <a:pt x="10788" y="324"/>
                      </a:cubicBezTo>
                      <a:cubicBezTo>
                        <a:pt x="10800" y="455"/>
                        <a:pt x="10966" y="514"/>
                        <a:pt x="11109" y="538"/>
                      </a:cubicBezTo>
                      <a:cubicBezTo>
                        <a:pt x="11466" y="586"/>
                        <a:pt x="11466" y="586"/>
                        <a:pt x="11478" y="955"/>
                      </a:cubicBezTo>
                      <a:cubicBezTo>
                        <a:pt x="11478" y="991"/>
                        <a:pt x="11478" y="1038"/>
                        <a:pt x="11478" y="1074"/>
                      </a:cubicBezTo>
                      <a:cubicBezTo>
                        <a:pt x="11562" y="1657"/>
                        <a:pt x="11288" y="2038"/>
                        <a:pt x="10823" y="2324"/>
                      </a:cubicBezTo>
                      <a:cubicBezTo>
                        <a:pt x="10573" y="2467"/>
                        <a:pt x="10311" y="2610"/>
                        <a:pt x="10061" y="2753"/>
                      </a:cubicBezTo>
                      <a:cubicBezTo>
                        <a:pt x="9799" y="2884"/>
                        <a:pt x="9609" y="3110"/>
                        <a:pt x="9538" y="3384"/>
                      </a:cubicBezTo>
                      <a:cubicBezTo>
                        <a:pt x="9407" y="3824"/>
                        <a:pt x="9252" y="4241"/>
                        <a:pt x="9061" y="4646"/>
                      </a:cubicBezTo>
                      <a:cubicBezTo>
                        <a:pt x="8930" y="4967"/>
                        <a:pt x="8668" y="5217"/>
                        <a:pt x="8335" y="5325"/>
                      </a:cubicBezTo>
                      <a:cubicBezTo>
                        <a:pt x="7883" y="5491"/>
                        <a:pt x="7418" y="5598"/>
                        <a:pt x="6942" y="5682"/>
                      </a:cubicBezTo>
                      <a:cubicBezTo>
                        <a:pt x="6740" y="5713"/>
                        <a:pt x="6539" y="5727"/>
                        <a:pt x="6340" y="5727"/>
                      </a:cubicBezTo>
                      <a:cubicBezTo>
                        <a:pt x="5621" y="5727"/>
                        <a:pt x="4917" y="5543"/>
                        <a:pt x="4227" y="5301"/>
                      </a:cubicBezTo>
                      <a:cubicBezTo>
                        <a:pt x="3287" y="4979"/>
                        <a:pt x="2584" y="4301"/>
                        <a:pt x="1834" y="3682"/>
                      </a:cubicBezTo>
                      <a:cubicBezTo>
                        <a:pt x="1239" y="3181"/>
                        <a:pt x="989" y="2574"/>
                        <a:pt x="1144" y="1800"/>
                      </a:cubicBezTo>
                      <a:cubicBezTo>
                        <a:pt x="1227" y="1503"/>
                        <a:pt x="1203" y="1193"/>
                        <a:pt x="1084" y="919"/>
                      </a:cubicBezTo>
                      <a:lnTo>
                        <a:pt x="1084" y="919"/>
                      </a:lnTo>
                      <a:cubicBezTo>
                        <a:pt x="1160" y="938"/>
                        <a:pt x="1237" y="946"/>
                        <a:pt x="1313" y="946"/>
                      </a:cubicBezTo>
                      <a:cubicBezTo>
                        <a:pt x="1535" y="946"/>
                        <a:pt x="1752" y="871"/>
                        <a:pt x="1929" y="729"/>
                      </a:cubicBezTo>
                      <a:cubicBezTo>
                        <a:pt x="2013" y="657"/>
                        <a:pt x="2037" y="598"/>
                        <a:pt x="1929" y="526"/>
                      </a:cubicBezTo>
                      <a:cubicBezTo>
                        <a:pt x="1800" y="405"/>
                        <a:pt x="1632" y="347"/>
                        <a:pt x="1459" y="347"/>
                      </a:cubicBezTo>
                      <a:cubicBezTo>
                        <a:pt x="1394" y="347"/>
                        <a:pt x="1328" y="355"/>
                        <a:pt x="1263" y="372"/>
                      </a:cubicBezTo>
                      <a:cubicBezTo>
                        <a:pt x="1068" y="442"/>
                        <a:pt x="878" y="517"/>
                        <a:pt x="679" y="517"/>
                      </a:cubicBezTo>
                      <a:cubicBezTo>
                        <a:pt x="575" y="517"/>
                        <a:pt x="469" y="496"/>
                        <a:pt x="358" y="443"/>
                      </a:cubicBezTo>
                      <a:cubicBezTo>
                        <a:pt x="331" y="435"/>
                        <a:pt x="304" y="431"/>
                        <a:pt x="278" y="431"/>
                      </a:cubicBezTo>
                      <a:cubicBezTo>
                        <a:pt x="153" y="431"/>
                        <a:pt x="44" y="520"/>
                        <a:pt x="24" y="657"/>
                      </a:cubicBezTo>
                      <a:cubicBezTo>
                        <a:pt x="1" y="824"/>
                        <a:pt x="155" y="860"/>
                        <a:pt x="274" y="895"/>
                      </a:cubicBezTo>
                      <a:cubicBezTo>
                        <a:pt x="302" y="905"/>
                        <a:pt x="331" y="908"/>
                        <a:pt x="360" y="908"/>
                      </a:cubicBezTo>
                      <a:cubicBezTo>
                        <a:pt x="406" y="908"/>
                        <a:pt x="452" y="898"/>
                        <a:pt x="489" y="884"/>
                      </a:cubicBezTo>
                      <a:cubicBezTo>
                        <a:pt x="517" y="871"/>
                        <a:pt x="541" y="865"/>
                        <a:pt x="560" y="865"/>
                      </a:cubicBezTo>
                      <a:cubicBezTo>
                        <a:pt x="613" y="865"/>
                        <a:pt x="635" y="909"/>
                        <a:pt x="644" y="979"/>
                      </a:cubicBezTo>
                      <a:cubicBezTo>
                        <a:pt x="727" y="1443"/>
                        <a:pt x="691" y="1919"/>
                        <a:pt x="536" y="2360"/>
                      </a:cubicBezTo>
                      <a:cubicBezTo>
                        <a:pt x="477" y="2515"/>
                        <a:pt x="477" y="2670"/>
                        <a:pt x="513" y="2836"/>
                      </a:cubicBezTo>
                      <a:cubicBezTo>
                        <a:pt x="584" y="3158"/>
                        <a:pt x="786" y="3432"/>
                        <a:pt x="1048" y="3622"/>
                      </a:cubicBezTo>
                      <a:cubicBezTo>
                        <a:pt x="1596" y="4015"/>
                        <a:pt x="2179" y="4360"/>
                        <a:pt x="2644" y="4848"/>
                      </a:cubicBezTo>
                      <a:cubicBezTo>
                        <a:pt x="3156" y="5372"/>
                        <a:pt x="3811" y="5765"/>
                        <a:pt x="4525" y="5979"/>
                      </a:cubicBezTo>
                      <a:cubicBezTo>
                        <a:pt x="5061" y="6156"/>
                        <a:pt x="5592" y="6232"/>
                        <a:pt x="6122" y="6232"/>
                      </a:cubicBezTo>
                      <a:cubicBezTo>
                        <a:pt x="6875" y="6232"/>
                        <a:pt x="7623" y="6079"/>
                        <a:pt x="8371" y="5848"/>
                      </a:cubicBezTo>
                      <a:cubicBezTo>
                        <a:pt x="9180" y="5598"/>
                        <a:pt x="9692" y="5122"/>
                        <a:pt x="9668" y="4217"/>
                      </a:cubicBezTo>
                      <a:lnTo>
                        <a:pt x="9668" y="4194"/>
                      </a:lnTo>
                      <a:cubicBezTo>
                        <a:pt x="9680" y="3562"/>
                        <a:pt x="10049" y="2979"/>
                        <a:pt x="10633" y="2705"/>
                      </a:cubicBezTo>
                      <a:cubicBezTo>
                        <a:pt x="10895" y="2574"/>
                        <a:pt x="11145" y="2419"/>
                        <a:pt x="11395" y="2253"/>
                      </a:cubicBezTo>
                      <a:cubicBezTo>
                        <a:pt x="11764" y="2027"/>
                        <a:pt x="11990" y="1622"/>
                        <a:pt x="11990" y="1193"/>
                      </a:cubicBezTo>
                      <a:cubicBezTo>
                        <a:pt x="11990" y="1050"/>
                        <a:pt x="12014" y="895"/>
                        <a:pt x="12014" y="741"/>
                      </a:cubicBezTo>
                      <a:cubicBezTo>
                        <a:pt x="12014" y="610"/>
                        <a:pt x="12031" y="530"/>
                        <a:pt x="12159" y="530"/>
                      </a:cubicBezTo>
                      <a:cubicBezTo>
                        <a:pt x="12182" y="530"/>
                        <a:pt x="12209" y="533"/>
                        <a:pt x="12240" y="538"/>
                      </a:cubicBezTo>
                      <a:cubicBezTo>
                        <a:pt x="12280" y="547"/>
                        <a:pt x="12321" y="552"/>
                        <a:pt x="12361" y="552"/>
                      </a:cubicBezTo>
                      <a:cubicBezTo>
                        <a:pt x="12535" y="552"/>
                        <a:pt x="12703" y="469"/>
                        <a:pt x="12800" y="324"/>
                      </a:cubicBezTo>
                      <a:cubicBezTo>
                        <a:pt x="12883" y="241"/>
                        <a:pt x="12871" y="157"/>
                        <a:pt x="12740" y="110"/>
                      </a:cubicBezTo>
                      <a:cubicBezTo>
                        <a:pt x="12583" y="47"/>
                        <a:pt x="12426" y="1"/>
                        <a:pt x="12269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45" name="Google Shape;645;p29"/>
                <p:cNvSpPr/>
                <p:nvPr/>
              </p:nvSpPr>
              <p:spPr>
                <a:xfrm>
                  <a:off x="6773750" y="1211575"/>
                  <a:ext cx="35150" cy="104400"/>
                </a:xfrm>
                <a:custGeom>
                  <a:rect b="b" l="l" r="r" t="t"/>
                  <a:pathLst>
                    <a:path extrusionOk="0" h="4176" w="1406">
                      <a:moveTo>
                        <a:pt x="686" y="1"/>
                      </a:moveTo>
                      <a:cubicBezTo>
                        <a:pt x="680" y="1"/>
                        <a:pt x="674" y="1"/>
                        <a:pt x="667" y="1"/>
                      </a:cubicBezTo>
                      <a:cubicBezTo>
                        <a:pt x="453" y="1"/>
                        <a:pt x="382" y="192"/>
                        <a:pt x="298" y="358"/>
                      </a:cubicBezTo>
                      <a:cubicBezTo>
                        <a:pt x="262" y="442"/>
                        <a:pt x="227" y="525"/>
                        <a:pt x="203" y="620"/>
                      </a:cubicBezTo>
                      <a:cubicBezTo>
                        <a:pt x="24" y="1394"/>
                        <a:pt x="1" y="2192"/>
                        <a:pt x="155" y="2978"/>
                      </a:cubicBezTo>
                      <a:cubicBezTo>
                        <a:pt x="191" y="3323"/>
                        <a:pt x="310" y="3656"/>
                        <a:pt x="501" y="3954"/>
                      </a:cubicBezTo>
                      <a:cubicBezTo>
                        <a:pt x="595" y="4101"/>
                        <a:pt x="698" y="4176"/>
                        <a:pt x="800" y="4176"/>
                      </a:cubicBezTo>
                      <a:cubicBezTo>
                        <a:pt x="903" y="4176"/>
                        <a:pt x="1006" y="4098"/>
                        <a:pt x="1096" y="3942"/>
                      </a:cubicBezTo>
                      <a:cubicBezTo>
                        <a:pt x="1167" y="3811"/>
                        <a:pt x="1227" y="3668"/>
                        <a:pt x="1263" y="3525"/>
                      </a:cubicBezTo>
                      <a:cubicBezTo>
                        <a:pt x="1358" y="3109"/>
                        <a:pt x="1405" y="2692"/>
                        <a:pt x="1394" y="2275"/>
                      </a:cubicBezTo>
                      <a:cubicBezTo>
                        <a:pt x="1405" y="1823"/>
                        <a:pt x="1358" y="1382"/>
                        <a:pt x="1263" y="954"/>
                      </a:cubicBezTo>
                      <a:cubicBezTo>
                        <a:pt x="1215" y="739"/>
                        <a:pt x="1144" y="537"/>
                        <a:pt x="1048" y="334"/>
                      </a:cubicBezTo>
                      <a:cubicBezTo>
                        <a:pt x="967" y="184"/>
                        <a:pt x="887" y="1"/>
                        <a:pt x="68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46" name="Google Shape;646;p29"/>
                <p:cNvSpPr/>
                <p:nvPr/>
              </p:nvSpPr>
              <p:spPr>
                <a:xfrm>
                  <a:off x="6877625" y="1206200"/>
                  <a:ext cx="36950" cy="104225"/>
                </a:xfrm>
                <a:custGeom>
                  <a:rect b="b" l="l" r="r" t="t"/>
                  <a:pathLst>
                    <a:path extrusionOk="0" h="4169" w="1478">
                      <a:moveTo>
                        <a:pt x="642" y="0"/>
                      </a:moveTo>
                      <a:cubicBezTo>
                        <a:pt x="631" y="0"/>
                        <a:pt x="620" y="1"/>
                        <a:pt x="608" y="2"/>
                      </a:cubicBezTo>
                      <a:cubicBezTo>
                        <a:pt x="322" y="14"/>
                        <a:pt x="287" y="264"/>
                        <a:pt x="215" y="466"/>
                      </a:cubicBezTo>
                      <a:cubicBezTo>
                        <a:pt x="60" y="930"/>
                        <a:pt x="1" y="1419"/>
                        <a:pt x="13" y="1907"/>
                      </a:cubicBezTo>
                      <a:cubicBezTo>
                        <a:pt x="13" y="2633"/>
                        <a:pt x="132" y="3300"/>
                        <a:pt x="322" y="3740"/>
                      </a:cubicBezTo>
                      <a:cubicBezTo>
                        <a:pt x="418" y="3943"/>
                        <a:pt x="501" y="4169"/>
                        <a:pt x="751" y="4169"/>
                      </a:cubicBezTo>
                      <a:cubicBezTo>
                        <a:pt x="1013" y="4169"/>
                        <a:pt x="1096" y="3919"/>
                        <a:pt x="1156" y="3716"/>
                      </a:cubicBezTo>
                      <a:cubicBezTo>
                        <a:pt x="1477" y="2645"/>
                        <a:pt x="1441" y="1490"/>
                        <a:pt x="1049" y="442"/>
                      </a:cubicBezTo>
                      <a:cubicBezTo>
                        <a:pt x="980" y="249"/>
                        <a:pt x="890" y="0"/>
                        <a:pt x="642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647" name="Google Shape;647;p29"/>
              <p:cNvSpPr/>
              <p:nvPr/>
            </p:nvSpPr>
            <p:spPr>
              <a:xfrm rot="-5400000">
                <a:off x="5360206" y="1138300"/>
                <a:ext cx="473000" cy="454875"/>
              </a:xfrm>
              <a:custGeom>
                <a:rect b="b" l="l" r="r" t="t"/>
                <a:pathLst>
                  <a:path extrusionOk="0" h="18195" w="18920">
                    <a:moveTo>
                      <a:pt x="11801" y="5297"/>
                    </a:moveTo>
                    <a:cubicBezTo>
                      <a:pt x="11812" y="5297"/>
                      <a:pt x="11824" y="5298"/>
                      <a:pt x="11835" y="5299"/>
                    </a:cubicBezTo>
                    <a:cubicBezTo>
                      <a:pt x="11978" y="5335"/>
                      <a:pt x="12097" y="5442"/>
                      <a:pt x="12133" y="5597"/>
                    </a:cubicBezTo>
                    <a:cubicBezTo>
                      <a:pt x="12526" y="6656"/>
                      <a:pt x="12514" y="7823"/>
                      <a:pt x="12097" y="8883"/>
                    </a:cubicBezTo>
                    <a:cubicBezTo>
                      <a:pt x="12049" y="9014"/>
                      <a:pt x="11954" y="9157"/>
                      <a:pt x="11776" y="9157"/>
                    </a:cubicBezTo>
                    <a:cubicBezTo>
                      <a:pt x="11597" y="9157"/>
                      <a:pt x="11514" y="8990"/>
                      <a:pt x="11442" y="8835"/>
                    </a:cubicBezTo>
                    <a:cubicBezTo>
                      <a:pt x="11216" y="8347"/>
                      <a:pt x="11204" y="7823"/>
                      <a:pt x="11180" y="7299"/>
                    </a:cubicBezTo>
                    <a:cubicBezTo>
                      <a:pt x="11192" y="6716"/>
                      <a:pt x="11216" y="6144"/>
                      <a:pt x="11478" y="5597"/>
                    </a:cubicBezTo>
                    <a:cubicBezTo>
                      <a:pt x="11545" y="5462"/>
                      <a:pt x="11633" y="5297"/>
                      <a:pt x="11801" y="5297"/>
                    </a:cubicBezTo>
                    <a:close/>
                    <a:moveTo>
                      <a:pt x="7978" y="5335"/>
                    </a:moveTo>
                    <a:cubicBezTo>
                      <a:pt x="8156" y="5335"/>
                      <a:pt x="8239" y="5478"/>
                      <a:pt x="8299" y="5609"/>
                    </a:cubicBezTo>
                    <a:cubicBezTo>
                      <a:pt x="8537" y="6109"/>
                      <a:pt x="8561" y="6656"/>
                      <a:pt x="8585" y="7228"/>
                    </a:cubicBezTo>
                    <a:cubicBezTo>
                      <a:pt x="8561" y="7775"/>
                      <a:pt x="8537" y="8347"/>
                      <a:pt x="8287" y="8883"/>
                    </a:cubicBezTo>
                    <a:cubicBezTo>
                      <a:pt x="8220" y="9028"/>
                      <a:pt x="8133" y="9183"/>
                      <a:pt x="7956" y="9183"/>
                    </a:cubicBezTo>
                    <a:cubicBezTo>
                      <a:pt x="7944" y="9183"/>
                      <a:pt x="7931" y="9182"/>
                      <a:pt x="7918" y="9180"/>
                    </a:cubicBezTo>
                    <a:cubicBezTo>
                      <a:pt x="7763" y="9169"/>
                      <a:pt x="7668" y="9026"/>
                      <a:pt x="7620" y="8883"/>
                    </a:cubicBezTo>
                    <a:cubicBezTo>
                      <a:pt x="7227" y="7823"/>
                      <a:pt x="7251" y="6656"/>
                      <a:pt x="7656" y="5609"/>
                    </a:cubicBezTo>
                    <a:cubicBezTo>
                      <a:pt x="7692" y="5454"/>
                      <a:pt x="7823" y="5347"/>
                      <a:pt x="7978" y="5335"/>
                    </a:cubicBezTo>
                    <a:close/>
                    <a:moveTo>
                      <a:pt x="4707" y="9020"/>
                    </a:moveTo>
                    <a:cubicBezTo>
                      <a:pt x="4949" y="9020"/>
                      <a:pt x="5191" y="9046"/>
                      <a:pt x="5430" y="9097"/>
                    </a:cubicBezTo>
                    <a:cubicBezTo>
                      <a:pt x="5656" y="9121"/>
                      <a:pt x="5799" y="9323"/>
                      <a:pt x="5763" y="9538"/>
                    </a:cubicBezTo>
                    <a:cubicBezTo>
                      <a:pt x="5752" y="9720"/>
                      <a:pt x="5606" y="9864"/>
                      <a:pt x="5428" y="9864"/>
                    </a:cubicBezTo>
                    <a:cubicBezTo>
                      <a:pt x="5409" y="9864"/>
                      <a:pt x="5390" y="9863"/>
                      <a:pt x="5370" y="9859"/>
                    </a:cubicBezTo>
                    <a:cubicBezTo>
                      <a:pt x="5325" y="9852"/>
                      <a:pt x="5286" y="9849"/>
                      <a:pt x="5252" y="9849"/>
                    </a:cubicBezTo>
                    <a:cubicBezTo>
                      <a:pt x="4991" y="9849"/>
                      <a:pt x="5042" y="10041"/>
                      <a:pt x="5084" y="10252"/>
                    </a:cubicBezTo>
                    <a:cubicBezTo>
                      <a:pt x="5537" y="12538"/>
                      <a:pt x="7537" y="14181"/>
                      <a:pt x="9859" y="14193"/>
                    </a:cubicBezTo>
                    <a:cubicBezTo>
                      <a:pt x="9867" y="14193"/>
                      <a:pt x="9876" y="14193"/>
                      <a:pt x="9884" y="14193"/>
                    </a:cubicBezTo>
                    <a:cubicBezTo>
                      <a:pt x="12195" y="14193"/>
                      <a:pt x="14194" y="12565"/>
                      <a:pt x="14669" y="10300"/>
                    </a:cubicBezTo>
                    <a:cubicBezTo>
                      <a:pt x="14709" y="10100"/>
                      <a:pt x="14757" y="9934"/>
                      <a:pt x="14548" y="9934"/>
                    </a:cubicBezTo>
                    <a:cubicBezTo>
                      <a:pt x="14508" y="9934"/>
                      <a:pt x="14457" y="9941"/>
                      <a:pt x="14395" y="9954"/>
                    </a:cubicBezTo>
                    <a:cubicBezTo>
                      <a:pt x="14370" y="9960"/>
                      <a:pt x="14346" y="9963"/>
                      <a:pt x="14323" y="9963"/>
                    </a:cubicBezTo>
                    <a:cubicBezTo>
                      <a:pt x="14156" y="9963"/>
                      <a:pt x="14033" y="9821"/>
                      <a:pt x="14002" y="9633"/>
                    </a:cubicBezTo>
                    <a:cubicBezTo>
                      <a:pt x="13966" y="9442"/>
                      <a:pt x="14085" y="9252"/>
                      <a:pt x="14276" y="9204"/>
                    </a:cubicBezTo>
                    <a:cubicBezTo>
                      <a:pt x="14627" y="9085"/>
                      <a:pt x="14991" y="9028"/>
                      <a:pt x="15354" y="9028"/>
                    </a:cubicBezTo>
                    <a:cubicBezTo>
                      <a:pt x="15607" y="9028"/>
                      <a:pt x="15860" y="9055"/>
                      <a:pt x="16109" y="9109"/>
                    </a:cubicBezTo>
                    <a:cubicBezTo>
                      <a:pt x="16324" y="9145"/>
                      <a:pt x="16467" y="9359"/>
                      <a:pt x="16407" y="9573"/>
                    </a:cubicBezTo>
                    <a:cubicBezTo>
                      <a:pt x="16407" y="9749"/>
                      <a:pt x="16254" y="9880"/>
                      <a:pt x="16081" y="9880"/>
                    </a:cubicBezTo>
                    <a:cubicBezTo>
                      <a:pt x="16055" y="9880"/>
                      <a:pt x="16029" y="9877"/>
                      <a:pt x="16002" y="9871"/>
                    </a:cubicBezTo>
                    <a:cubicBezTo>
                      <a:pt x="15928" y="9849"/>
                      <a:pt x="15867" y="9839"/>
                      <a:pt x="15816" y="9839"/>
                    </a:cubicBezTo>
                    <a:cubicBezTo>
                      <a:pt x="15560" y="9839"/>
                      <a:pt x="15554" y="10084"/>
                      <a:pt x="15514" y="10312"/>
                    </a:cubicBezTo>
                    <a:cubicBezTo>
                      <a:pt x="15038" y="13038"/>
                      <a:pt x="12669" y="15026"/>
                      <a:pt x="9894" y="15038"/>
                    </a:cubicBezTo>
                    <a:cubicBezTo>
                      <a:pt x="7120" y="15038"/>
                      <a:pt x="4739" y="13050"/>
                      <a:pt x="4251" y="10323"/>
                    </a:cubicBezTo>
                    <a:cubicBezTo>
                      <a:pt x="4213" y="10132"/>
                      <a:pt x="4228" y="9895"/>
                      <a:pt x="4008" y="9895"/>
                    </a:cubicBezTo>
                    <a:cubicBezTo>
                      <a:pt x="3954" y="9895"/>
                      <a:pt x="3885" y="9910"/>
                      <a:pt x="3798" y="9942"/>
                    </a:cubicBezTo>
                    <a:cubicBezTo>
                      <a:pt x="3757" y="9959"/>
                      <a:pt x="3716" y="9966"/>
                      <a:pt x="3677" y="9966"/>
                    </a:cubicBezTo>
                    <a:cubicBezTo>
                      <a:pt x="3516" y="9966"/>
                      <a:pt x="3387" y="9836"/>
                      <a:pt x="3358" y="9645"/>
                    </a:cubicBezTo>
                    <a:cubicBezTo>
                      <a:pt x="3298" y="9454"/>
                      <a:pt x="3417" y="9252"/>
                      <a:pt x="3608" y="9204"/>
                    </a:cubicBezTo>
                    <a:cubicBezTo>
                      <a:pt x="3962" y="9081"/>
                      <a:pt x="4334" y="9020"/>
                      <a:pt x="4707" y="9020"/>
                    </a:cubicBezTo>
                    <a:close/>
                    <a:moveTo>
                      <a:pt x="9823" y="1"/>
                    </a:moveTo>
                    <a:cubicBezTo>
                      <a:pt x="6144" y="1"/>
                      <a:pt x="2822" y="2215"/>
                      <a:pt x="1417" y="5620"/>
                    </a:cubicBezTo>
                    <a:cubicBezTo>
                      <a:pt x="0" y="9014"/>
                      <a:pt x="786" y="12931"/>
                      <a:pt x="3382" y="15526"/>
                    </a:cubicBezTo>
                    <a:cubicBezTo>
                      <a:pt x="5126" y="17271"/>
                      <a:pt x="7451" y="18194"/>
                      <a:pt x="9818" y="18194"/>
                    </a:cubicBezTo>
                    <a:cubicBezTo>
                      <a:pt x="10990" y="18194"/>
                      <a:pt x="12172" y="17968"/>
                      <a:pt x="13300" y="17503"/>
                    </a:cubicBezTo>
                    <a:cubicBezTo>
                      <a:pt x="16705" y="16098"/>
                      <a:pt x="18919" y="12776"/>
                      <a:pt x="18919" y="9097"/>
                    </a:cubicBezTo>
                    <a:cubicBezTo>
                      <a:pt x="18919" y="4073"/>
                      <a:pt x="14847" y="1"/>
                      <a:pt x="9823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648" name="Google Shape;648;p29"/>
              <p:cNvGrpSpPr/>
              <p:nvPr/>
            </p:nvGrpSpPr>
            <p:grpSpPr>
              <a:xfrm rot="5400000">
                <a:off x="5985550" y="1130675"/>
                <a:ext cx="495325" cy="470125"/>
                <a:chOff x="5985550" y="1130050"/>
                <a:chExt cx="495325" cy="470125"/>
              </a:xfrm>
            </p:grpSpPr>
            <p:sp>
              <p:nvSpPr>
                <p:cNvPr id="649" name="Google Shape;649;p29"/>
                <p:cNvSpPr/>
                <p:nvPr/>
              </p:nvSpPr>
              <p:spPr>
                <a:xfrm>
                  <a:off x="6075750" y="1366100"/>
                  <a:ext cx="338750" cy="149125"/>
                </a:xfrm>
                <a:custGeom>
                  <a:rect b="b" l="l" r="r" t="t"/>
                  <a:pathLst>
                    <a:path extrusionOk="0" h="5965" w="13550">
                      <a:moveTo>
                        <a:pt x="1336" y="1"/>
                      </a:moveTo>
                      <a:cubicBezTo>
                        <a:pt x="961" y="1"/>
                        <a:pt x="590" y="73"/>
                        <a:pt x="215" y="178"/>
                      </a:cubicBezTo>
                      <a:cubicBezTo>
                        <a:pt x="72" y="202"/>
                        <a:pt x="0" y="368"/>
                        <a:pt x="84" y="476"/>
                      </a:cubicBezTo>
                      <a:cubicBezTo>
                        <a:pt x="125" y="553"/>
                        <a:pt x="179" y="577"/>
                        <a:pt x="239" y="577"/>
                      </a:cubicBezTo>
                      <a:cubicBezTo>
                        <a:pt x="298" y="577"/>
                        <a:pt x="364" y="553"/>
                        <a:pt x="429" y="535"/>
                      </a:cubicBezTo>
                      <a:cubicBezTo>
                        <a:pt x="590" y="492"/>
                        <a:pt x="699" y="464"/>
                        <a:pt x="773" y="464"/>
                      </a:cubicBezTo>
                      <a:cubicBezTo>
                        <a:pt x="924" y="464"/>
                        <a:pt x="937" y="578"/>
                        <a:pt x="977" y="904"/>
                      </a:cubicBezTo>
                      <a:lnTo>
                        <a:pt x="977" y="952"/>
                      </a:lnTo>
                      <a:cubicBezTo>
                        <a:pt x="1402" y="3833"/>
                        <a:pt x="3865" y="5965"/>
                        <a:pt x="6774" y="5965"/>
                      </a:cubicBezTo>
                      <a:cubicBezTo>
                        <a:pt x="6798" y="5965"/>
                        <a:pt x="6822" y="5965"/>
                        <a:pt x="6846" y="5964"/>
                      </a:cubicBezTo>
                      <a:cubicBezTo>
                        <a:pt x="9787" y="5941"/>
                        <a:pt x="12252" y="3738"/>
                        <a:pt x="12609" y="833"/>
                      </a:cubicBezTo>
                      <a:cubicBezTo>
                        <a:pt x="12649" y="515"/>
                        <a:pt x="12662" y="409"/>
                        <a:pt x="12818" y="409"/>
                      </a:cubicBezTo>
                      <a:cubicBezTo>
                        <a:pt x="12896" y="409"/>
                        <a:pt x="13010" y="436"/>
                        <a:pt x="13181" y="476"/>
                      </a:cubicBezTo>
                      <a:cubicBezTo>
                        <a:pt x="13229" y="484"/>
                        <a:pt x="13281" y="495"/>
                        <a:pt x="13329" y="495"/>
                      </a:cubicBezTo>
                      <a:cubicBezTo>
                        <a:pt x="13411" y="495"/>
                        <a:pt x="13484" y="465"/>
                        <a:pt x="13514" y="345"/>
                      </a:cubicBezTo>
                      <a:cubicBezTo>
                        <a:pt x="13550" y="166"/>
                        <a:pt x="13443" y="118"/>
                        <a:pt x="13300" y="83"/>
                      </a:cubicBezTo>
                      <a:cubicBezTo>
                        <a:pt x="13080" y="26"/>
                        <a:pt x="12860" y="1"/>
                        <a:pt x="12641" y="1"/>
                      </a:cubicBezTo>
                      <a:cubicBezTo>
                        <a:pt x="12268" y="1"/>
                        <a:pt x="11898" y="73"/>
                        <a:pt x="11538" y="178"/>
                      </a:cubicBezTo>
                      <a:cubicBezTo>
                        <a:pt x="11418" y="202"/>
                        <a:pt x="11347" y="321"/>
                        <a:pt x="11383" y="428"/>
                      </a:cubicBezTo>
                      <a:cubicBezTo>
                        <a:pt x="11412" y="534"/>
                        <a:pt x="11488" y="578"/>
                        <a:pt x="11579" y="578"/>
                      </a:cubicBezTo>
                      <a:cubicBezTo>
                        <a:pt x="11600" y="578"/>
                        <a:pt x="11622" y="575"/>
                        <a:pt x="11645" y="571"/>
                      </a:cubicBezTo>
                      <a:cubicBezTo>
                        <a:pt x="11776" y="535"/>
                        <a:pt x="11895" y="511"/>
                        <a:pt x="12014" y="476"/>
                      </a:cubicBezTo>
                      <a:cubicBezTo>
                        <a:pt x="12052" y="465"/>
                        <a:pt x="12082" y="459"/>
                        <a:pt x="12107" y="459"/>
                      </a:cubicBezTo>
                      <a:cubicBezTo>
                        <a:pt x="12189" y="459"/>
                        <a:pt x="12199" y="520"/>
                        <a:pt x="12180" y="630"/>
                      </a:cubicBezTo>
                      <a:cubicBezTo>
                        <a:pt x="11907" y="3333"/>
                        <a:pt x="9668" y="5417"/>
                        <a:pt x="6942" y="5488"/>
                      </a:cubicBezTo>
                      <a:cubicBezTo>
                        <a:pt x="6901" y="5489"/>
                        <a:pt x="6861" y="5489"/>
                        <a:pt x="6821" y="5489"/>
                      </a:cubicBezTo>
                      <a:cubicBezTo>
                        <a:pt x="4158" y="5489"/>
                        <a:pt x="1875" y="3555"/>
                        <a:pt x="1465" y="904"/>
                      </a:cubicBezTo>
                      <a:cubicBezTo>
                        <a:pt x="1415" y="534"/>
                        <a:pt x="1400" y="420"/>
                        <a:pt x="1568" y="420"/>
                      </a:cubicBezTo>
                      <a:cubicBezTo>
                        <a:pt x="1644" y="420"/>
                        <a:pt x="1755" y="442"/>
                        <a:pt x="1917" y="476"/>
                      </a:cubicBezTo>
                      <a:cubicBezTo>
                        <a:pt x="1958" y="483"/>
                        <a:pt x="1999" y="489"/>
                        <a:pt x="2037" y="489"/>
                      </a:cubicBezTo>
                      <a:cubicBezTo>
                        <a:pt x="2121" y="489"/>
                        <a:pt x="2190" y="459"/>
                        <a:pt x="2215" y="345"/>
                      </a:cubicBezTo>
                      <a:cubicBezTo>
                        <a:pt x="2239" y="178"/>
                        <a:pt x="2144" y="118"/>
                        <a:pt x="2001" y="83"/>
                      </a:cubicBezTo>
                      <a:cubicBezTo>
                        <a:pt x="1776" y="26"/>
                        <a:pt x="1555" y="1"/>
                        <a:pt x="133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0" name="Google Shape;650;p29"/>
                <p:cNvSpPr/>
                <p:nvPr/>
              </p:nvSpPr>
              <p:spPr>
                <a:xfrm>
                  <a:off x="6277250" y="1261875"/>
                  <a:ext cx="35750" cy="102725"/>
                </a:xfrm>
                <a:custGeom>
                  <a:rect b="b" l="l" r="r" t="t"/>
                  <a:pathLst>
                    <a:path extrusionOk="0" h="4109" w="1430">
                      <a:moveTo>
                        <a:pt x="793" y="1"/>
                      </a:moveTo>
                      <a:cubicBezTo>
                        <a:pt x="787" y="1"/>
                        <a:pt x="781" y="1"/>
                        <a:pt x="775" y="1"/>
                      </a:cubicBezTo>
                      <a:cubicBezTo>
                        <a:pt x="501" y="1"/>
                        <a:pt x="441" y="251"/>
                        <a:pt x="370" y="442"/>
                      </a:cubicBezTo>
                      <a:cubicBezTo>
                        <a:pt x="13" y="1478"/>
                        <a:pt x="1" y="2609"/>
                        <a:pt x="334" y="3644"/>
                      </a:cubicBezTo>
                      <a:cubicBezTo>
                        <a:pt x="394" y="3847"/>
                        <a:pt x="477" y="4109"/>
                        <a:pt x="751" y="4109"/>
                      </a:cubicBezTo>
                      <a:cubicBezTo>
                        <a:pt x="1013" y="4109"/>
                        <a:pt x="1084" y="3859"/>
                        <a:pt x="1168" y="3656"/>
                      </a:cubicBezTo>
                      <a:cubicBezTo>
                        <a:pt x="1346" y="3168"/>
                        <a:pt x="1430" y="2656"/>
                        <a:pt x="1430" y="2132"/>
                      </a:cubicBezTo>
                      <a:cubicBezTo>
                        <a:pt x="1430" y="1466"/>
                        <a:pt x="1382" y="942"/>
                        <a:pt x="1203" y="454"/>
                      </a:cubicBezTo>
                      <a:cubicBezTo>
                        <a:pt x="1122" y="256"/>
                        <a:pt x="1052" y="1"/>
                        <a:pt x="793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1" name="Google Shape;651;p29"/>
                <p:cNvSpPr/>
                <p:nvPr/>
              </p:nvSpPr>
              <p:spPr>
                <a:xfrm>
                  <a:off x="6178150" y="1262775"/>
                  <a:ext cx="35725" cy="102725"/>
                </a:xfrm>
                <a:custGeom>
                  <a:rect b="b" l="l" r="r" t="t"/>
                  <a:pathLst>
                    <a:path extrusionOk="0" h="4109" w="1429">
                      <a:moveTo>
                        <a:pt x="686" y="1"/>
                      </a:moveTo>
                      <a:cubicBezTo>
                        <a:pt x="436" y="1"/>
                        <a:pt x="344" y="256"/>
                        <a:pt x="262" y="465"/>
                      </a:cubicBezTo>
                      <a:cubicBezTo>
                        <a:pt x="83" y="965"/>
                        <a:pt x="0" y="1489"/>
                        <a:pt x="12" y="2013"/>
                      </a:cubicBezTo>
                      <a:cubicBezTo>
                        <a:pt x="12" y="2632"/>
                        <a:pt x="48" y="3156"/>
                        <a:pt x="238" y="3644"/>
                      </a:cubicBezTo>
                      <a:cubicBezTo>
                        <a:pt x="322" y="3859"/>
                        <a:pt x="393" y="4109"/>
                        <a:pt x="655" y="4109"/>
                      </a:cubicBezTo>
                      <a:cubicBezTo>
                        <a:pt x="917" y="4109"/>
                        <a:pt x="1012" y="3859"/>
                        <a:pt x="1072" y="3656"/>
                      </a:cubicBezTo>
                      <a:cubicBezTo>
                        <a:pt x="1417" y="2620"/>
                        <a:pt x="1429" y="1513"/>
                        <a:pt x="1107" y="465"/>
                      </a:cubicBezTo>
                      <a:cubicBezTo>
                        <a:pt x="1048" y="263"/>
                        <a:pt x="965" y="1"/>
                        <a:pt x="703" y="1"/>
                      </a:cubicBezTo>
                      <a:cubicBezTo>
                        <a:pt x="697" y="1"/>
                        <a:pt x="691" y="1"/>
                        <a:pt x="68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2" name="Google Shape;652;p29"/>
                <p:cNvSpPr/>
                <p:nvPr/>
              </p:nvSpPr>
              <p:spPr>
                <a:xfrm>
                  <a:off x="5985550" y="1130050"/>
                  <a:ext cx="495325" cy="470125"/>
                </a:xfrm>
                <a:custGeom>
                  <a:rect b="b" l="l" r="r" t="t"/>
                  <a:pathLst>
                    <a:path extrusionOk="0" h="18805" w="19813">
                      <a:moveTo>
                        <a:pt x="10405" y="475"/>
                      </a:moveTo>
                      <a:cubicBezTo>
                        <a:pt x="11555" y="475"/>
                        <a:pt x="12716" y="697"/>
                        <a:pt x="13824" y="1155"/>
                      </a:cubicBezTo>
                      <a:cubicBezTo>
                        <a:pt x="17158" y="2536"/>
                        <a:pt x="19337" y="5798"/>
                        <a:pt x="19337" y="9406"/>
                      </a:cubicBezTo>
                      <a:cubicBezTo>
                        <a:pt x="19325" y="14335"/>
                        <a:pt x="15324" y="18323"/>
                        <a:pt x="10407" y="18335"/>
                      </a:cubicBezTo>
                      <a:cubicBezTo>
                        <a:pt x="6787" y="18335"/>
                        <a:pt x="3537" y="16156"/>
                        <a:pt x="2156" y="12823"/>
                      </a:cubicBezTo>
                      <a:cubicBezTo>
                        <a:pt x="775" y="9489"/>
                        <a:pt x="1537" y="5643"/>
                        <a:pt x="4085" y="3095"/>
                      </a:cubicBezTo>
                      <a:cubicBezTo>
                        <a:pt x="5797" y="1383"/>
                        <a:pt x="8080" y="475"/>
                        <a:pt x="10405" y="475"/>
                      </a:cubicBezTo>
                      <a:close/>
                      <a:moveTo>
                        <a:pt x="10397" y="1"/>
                      </a:moveTo>
                      <a:cubicBezTo>
                        <a:pt x="8589" y="1"/>
                        <a:pt x="6772" y="520"/>
                        <a:pt x="5180" y="1583"/>
                      </a:cubicBezTo>
                      <a:cubicBezTo>
                        <a:pt x="1441" y="4072"/>
                        <a:pt x="1" y="8858"/>
                        <a:pt x="1715" y="13001"/>
                      </a:cubicBezTo>
                      <a:cubicBezTo>
                        <a:pt x="3189" y="16563"/>
                        <a:pt x="6651" y="18805"/>
                        <a:pt x="10384" y="18805"/>
                      </a:cubicBezTo>
                      <a:cubicBezTo>
                        <a:pt x="10994" y="18805"/>
                        <a:pt x="11611" y="18745"/>
                        <a:pt x="12229" y="18621"/>
                      </a:cubicBezTo>
                      <a:cubicBezTo>
                        <a:pt x="16634" y="17752"/>
                        <a:pt x="19801" y="13882"/>
                        <a:pt x="19801" y="9406"/>
                      </a:cubicBezTo>
                      <a:cubicBezTo>
                        <a:pt x="19813" y="6905"/>
                        <a:pt x="18813" y="4512"/>
                        <a:pt x="17051" y="2750"/>
                      </a:cubicBezTo>
                      <a:cubicBezTo>
                        <a:pt x="15229" y="936"/>
                        <a:pt x="12822" y="1"/>
                        <a:pt x="10397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sp>
          <p:nvSpPr>
            <p:cNvPr id="653" name="Google Shape;653;p29"/>
            <p:cNvSpPr/>
            <p:nvPr/>
          </p:nvSpPr>
          <p:spPr>
            <a:xfrm>
              <a:off x="440536" y="336675"/>
              <a:ext cx="405188" cy="405650"/>
            </a:xfrm>
            <a:custGeom>
              <a:rect b="b" l="l" r="r" t="t"/>
              <a:pathLst>
                <a:path extrusionOk="0" h="28836" w="28798">
                  <a:moveTo>
                    <a:pt x="13026" y="1"/>
                  </a:moveTo>
                  <a:lnTo>
                    <a:pt x="13026" y="11097"/>
                  </a:lnTo>
                  <a:lnTo>
                    <a:pt x="5196" y="3266"/>
                  </a:lnTo>
                  <a:lnTo>
                    <a:pt x="3229" y="5196"/>
                  </a:lnTo>
                  <a:lnTo>
                    <a:pt x="11059" y="13063"/>
                  </a:lnTo>
                  <a:lnTo>
                    <a:pt x="0" y="13063"/>
                  </a:lnTo>
                  <a:lnTo>
                    <a:pt x="0" y="15810"/>
                  </a:lnTo>
                  <a:lnTo>
                    <a:pt x="11059" y="15810"/>
                  </a:lnTo>
                  <a:lnTo>
                    <a:pt x="3229" y="23640"/>
                  </a:lnTo>
                  <a:lnTo>
                    <a:pt x="5196" y="25607"/>
                  </a:lnTo>
                  <a:lnTo>
                    <a:pt x="13026" y="17739"/>
                  </a:lnTo>
                  <a:lnTo>
                    <a:pt x="13026" y="28835"/>
                  </a:lnTo>
                  <a:lnTo>
                    <a:pt x="15772" y="28835"/>
                  </a:lnTo>
                  <a:lnTo>
                    <a:pt x="15772" y="17739"/>
                  </a:lnTo>
                  <a:lnTo>
                    <a:pt x="23602" y="25607"/>
                  </a:lnTo>
                  <a:lnTo>
                    <a:pt x="25569" y="23640"/>
                  </a:lnTo>
                  <a:lnTo>
                    <a:pt x="17702" y="15810"/>
                  </a:lnTo>
                  <a:lnTo>
                    <a:pt x="28798" y="15810"/>
                  </a:lnTo>
                  <a:lnTo>
                    <a:pt x="28798" y="13063"/>
                  </a:lnTo>
                  <a:lnTo>
                    <a:pt x="17702" y="13063"/>
                  </a:lnTo>
                  <a:lnTo>
                    <a:pt x="25569" y="5196"/>
                  </a:lnTo>
                  <a:lnTo>
                    <a:pt x="23602" y="3266"/>
                  </a:lnTo>
                  <a:lnTo>
                    <a:pt x="15772" y="11097"/>
                  </a:lnTo>
                  <a:lnTo>
                    <a:pt x="1577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4" name="Google Shape;654;p29"/>
          <p:cNvSpPr/>
          <p:nvPr/>
        </p:nvSpPr>
        <p:spPr>
          <a:xfrm>
            <a:off x="-1169075" y="2612250"/>
            <a:ext cx="2957700" cy="2919100"/>
          </a:xfrm>
          <a:custGeom>
            <a:rect b="b" l="l" r="r" t="t"/>
            <a:pathLst>
              <a:path extrusionOk="0" h="116764" w="118308">
                <a:moveTo>
                  <a:pt x="85119" y="611"/>
                </a:moveTo>
                <a:cubicBezTo>
                  <a:pt x="85338" y="611"/>
                  <a:pt x="85543" y="623"/>
                  <a:pt x="85725" y="623"/>
                </a:cubicBezTo>
                <a:lnTo>
                  <a:pt x="85850" y="623"/>
                </a:lnTo>
                <a:lnTo>
                  <a:pt x="86596" y="722"/>
                </a:lnTo>
                <a:cubicBezTo>
                  <a:pt x="87119" y="772"/>
                  <a:pt x="87642" y="871"/>
                  <a:pt x="88214" y="971"/>
                </a:cubicBezTo>
                <a:cubicBezTo>
                  <a:pt x="88314" y="996"/>
                  <a:pt x="88389" y="996"/>
                  <a:pt x="88488" y="1021"/>
                </a:cubicBezTo>
                <a:cubicBezTo>
                  <a:pt x="88861" y="1095"/>
                  <a:pt x="89260" y="1195"/>
                  <a:pt x="89633" y="1270"/>
                </a:cubicBezTo>
                <a:cubicBezTo>
                  <a:pt x="89807" y="1320"/>
                  <a:pt x="89982" y="1369"/>
                  <a:pt x="90131" y="1394"/>
                </a:cubicBezTo>
                <a:cubicBezTo>
                  <a:pt x="90230" y="1444"/>
                  <a:pt x="90305" y="1469"/>
                  <a:pt x="90380" y="1469"/>
                </a:cubicBezTo>
                <a:cubicBezTo>
                  <a:pt x="90547" y="1493"/>
                  <a:pt x="90691" y="1562"/>
                  <a:pt x="90812" y="1590"/>
                </a:cubicBezTo>
                <a:lnTo>
                  <a:pt x="90812" y="1590"/>
                </a:lnTo>
                <a:cubicBezTo>
                  <a:pt x="90120" y="1441"/>
                  <a:pt x="89428" y="1269"/>
                  <a:pt x="88712" y="1145"/>
                </a:cubicBezTo>
                <a:cubicBezTo>
                  <a:pt x="88637" y="1145"/>
                  <a:pt x="88563" y="1120"/>
                  <a:pt x="88488" y="1120"/>
                </a:cubicBezTo>
                <a:lnTo>
                  <a:pt x="87940" y="1021"/>
                </a:lnTo>
                <a:cubicBezTo>
                  <a:pt x="87219" y="896"/>
                  <a:pt x="86273" y="772"/>
                  <a:pt x="85451" y="697"/>
                </a:cubicBezTo>
                <a:lnTo>
                  <a:pt x="84904" y="623"/>
                </a:lnTo>
                <a:lnTo>
                  <a:pt x="84779" y="623"/>
                </a:lnTo>
                <a:cubicBezTo>
                  <a:pt x="84895" y="614"/>
                  <a:pt x="85009" y="611"/>
                  <a:pt x="85119" y="611"/>
                </a:cubicBezTo>
                <a:close/>
                <a:moveTo>
                  <a:pt x="81195" y="573"/>
                </a:moveTo>
                <a:cubicBezTo>
                  <a:pt x="81693" y="573"/>
                  <a:pt x="82216" y="598"/>
                  <a:pt x="82713" y="598"/>
                </a:cubicBezTo>
                <a:cubicBezTo>
                  <a:pt x="79726" y="598"/>
                  <a:pt x="76590" y="971"/>
                  <a:pt x="73304" y="1718"/>
                </a:cubicBezTo>
                <a:cubicBezTo>
                  <a:pt x="73155" y="1718"/>
                  <a:pt x="72981" y="1718"/>
                  <a:pt x="72807" y="1743"/>
                </a:cubicBezTo>
                <a:cubicBezTo>
                  <a:pt x="75744" y="1071"/>
                  <a:pt x="78532" y="697"/>
                  <a:pt x="81195" y="573"/>
                </a:cubicBezTo>
                <a:close/>
                <a:moveTo>
                  <a:pt x="80996" y="349"/>
                </a:moveTo>
                <a:cubicBezTo>
                  <a:pt x="81245" y="349"/>
                  <a:pt x="81469" y="349"/>
                  <a:pt x="81718" y="374"/>
                </a:cubicBezTo>
                <a:cubicBezTo>
                  <a:pt x="81568" y="374"/>
                  <a:pt x="81369" y="374"/>
                  <a:pt x="81220" y="399"/>
                </a:cubicBezTo>
                <a:lnTo>
                  <a:pt x="80747" y="399"/>
                </a:lnTo>
                <a:cubicBezTo>
                  <a:pt x="80025" y="399"/>
                  <a:pt x="79378" y="423"/>
                  <a:pt x="78781" y="473"/>
                </a:cubicBezTo>
                <a:cubicBezTo>
                  <a:pt x="77113" y="548"/>
                  <a:pt x="74997" y="747"/>
                  <a:pt x="73504" y="921"/>
                </a:cubicBezTo>
                <a:cubicBezTo>
                  <a:pt x="72309" y="1095"/>
                  <a:pt x="70790" y="1369"/>
                  <a:pt x="70019" y="1519"/>
                </a:cubicBezTo>
                <a:cubicBezTo>
                  <a:pt x="69397" y="1643"/>
                  <a:pt x="68799" y="1768"/>
                  <a:pt x="68202" y="1917"/>
                </a:cubicBezTo>
                <a:lnTo>
                  <a:pt x="67903" y="1917"/>
                </a:lnTo>
                <a:cubicBezTo>
                  <a:pt x="68177" y="1817"/>
                  <a:pt x="68451" y="1743"/>
                  <a:pt x="68749" y="1693"/>
                </a:cubicBezTo>
                <a:lnTo>
                  <a:pt x="68799" y="1693"/>
                </a:lnTo>
                <a:cubicBezTo>
                  <a:pt x="70542" y="1270"/>
                  <a:pt x="72184" y="996"/>
                  <a:pt x="73678" y="797"/>
                </a:cubicBezTo>
                <a:cubicBezTo>
                  <a:pt x="75146" y="623"/>
                  <a:pt x="77113" y="473"/>
                  <a:pt x="78706" y="374"/>
                </a:cubicBezTo>
                <a:cubicBezTo>
                  <a:pt x="79204" y="349"/>
                  <a:pt x="79702" y="349"/>
                  <a:pt x="80125" y="349"/>
                </a:cubicBezTo>
                <a:close/>
                <a:moveTo>
                  <a:pt x="77586" y="697"/>
                </a:moveTo>
                <a:cubicBezTo>
                  <a:pt x="75669" y="946"/>
                  <a:pt x="73728" y="1320"/>
                  <a:pt x="71662" y="1817"/>
                </a:cubicBezTo>
                <a:cubicBezTo>
                  <a:pt x="71064" y="1867"/>
                  <a:pt x="70492" y="1942"/>
                  <a:pt x="69870" y="1992"/>
                </a:cubicBezTo>
                <a:cubicBezTo>
                  <a:pt x="69546" y="1942"/>
                  <a:pt x="69247" y="1892"/>
                  <a:pt x="68924" y="1892"/>
                </a:cubicBezTo>
                <a:cubicBezTo>
                  <a:pt x="69272" y="1817"/>
                  <a:pt x="69646" y="1743"/>
                  <a:pt x="70019" y="1693"/>
                </a:cubicBezTo>
                <a:cubicBezTo>
                  <a:pt x="70815" y="1519"/>
                  <a:pt x="72309" y="1220"/>
                  <a:pt x="73504" y="1095"/>
                </a:cubicBezTo>
                <a:cubicBezTo>
                  <a:pt x="74649" y="946"/>
                  <a:pt x="76167" y="822"/>
                  <a:pt x="77586" y="697"/>
                </a:cubicBezTo>
                <a:close/>
                <a:moveTo>
                  <a:pt x="72284" y="1942"/>
                </a:moveTo>
                <a:cubicBezTo>
                  <a:pt x="72184" y="1967"/>
                  <a:pt x="72035" y="1992"/>
                  <a:pt x="71911" y="2016"/>
                </a:cubicBezTo>
                <a:cubicBezTo>
                  <a:pt x="71736" y="2016"/>
                  <a:pt x="71537" y="2066"/>
                  <a:pt x="71363" y="2066"/>
                </a:cubicBezTo>
                <a:cubicBezTo>
                  <a:pt x="71463" y="2016"/>
                  <a:pt x="71562" y="1992"/>
                  <a:pt x="71687" y="1967"/>
                </a:cubicBezTo>
                <a:cubicBezTo>
                  <a:pt x="71886" y="1942"/>
                  <a:pt x="72110" y="1942"/>
                  <a:pt x="72284" y="1942"/>
                </a:cubicBezTo>
                <a:close/>
                <a:moveTo>
                  <a:pt x="68508" y="2070"/>
                </a:moveTo>
                <a:cubicBezTo>
                  <a:pt x="68737" y="2070"/>
                  <a:pt x="68967" y="2099"/>
                  <a:pt x="69173" y="2116"/>
                </a:cubicBezTo>
                <a:cubicBezTo>
                  <a:pt x="69073" y="2116"/>
                  <a:pt x="68973" y="2141"/>
                  <a:pt x="68874" y="2141"/>
                </a:cubicBezTo>
                <a:cubicBezTo>
                  <a:pt x="68712" y="2128"/>
                  <a:pt x="68557" y="2122"/>
                  <a:pt x="68401" y="2122"/>
                </a:cubicBezTo>
                <a:cubicBezTo>
                  <a:pt x="68245" y="2122"/>
                  <a:pt x="68090" y="2128"/>
                  <a:pt x="67928" y="2141"/>
                </a:cubicBezTo>
                <a:cubicBezTo>
                  <a:pt x="68028" y="2116"/>
                  <a:pt x="68127" y="2116"/>
                  <a:pt x="68202" y="2091"/>
                </a:cubicBezTo>
                <a:cubicBezTo>
                  <a:pt x="68302" y="2076"/>
                  <a:pt x="68405" y="2070"/>
                  <a:pt x="68508" y="2070"/>
                </a:cubicBezTo>
                <a:close/>
                <a:moveTo>
                  <a:pt x="69870" y="2166"/>
                </a:moveTo>
                <a:cubicBezTo>
                  <a:pt x="69919" y="2216"/>
                  <a:pt x="70019" y="2216"/>
                  <a:pt x="70069" y="2216"/>
                </a:cubicBezTo>
                <a:cubicBezTo>
                  <a:pt x="70019" y="2216"/>
                  <a:pt x="69919" y="2240"/>
                  <a:pt x="69870" y="2240"/>
                </a:cubicBezTo>
                <a:cubicBezTo>
                  <a:pt x="69795" y="2240"/>
                  <a:pt x="69695" y="2216"/>
                  <a:pt x="69646" y="2216"/>
                </a:cubicBezTo>
                <a:cubicBezTo>
                  <a:pt x="69695" y="2216"/>
                  <a:pt x="69795" y="2166"/>
                  <a:pt x="69870" y="2166"/>
                </a:cubicBezTo>
                <a:close/>
                <a:moveTo>
                  <a:pt x="70691" y="2340"/>
                </a:moveTo>
                <a:cubicBezTo>
                  <a:pt x="70666" y="2340"/>
                  <a:pt x="70591" y="2365"/>
                  <a:pt x="70566" y="2365"/>
                </a:cubicBezTo>
                <a:cubicBezTo>
                  <a:pt x="70558" y="2365"/>
                  <a:pt x="70547" y="2362"/>
                  <a:pt x="70535" y="2359"/>
                </a:cubicBezTo>
                <a:lnTo>
                  <a:pt x="70535" y="2359"/>
                </a:lnTo>
                <a:cubicBezTo>
                  <a:pt x="70537" y="2359"/>
                  <a:pt x="70539" y="2359"/>
                  <a:pt x="70542" y="2359"/>
                </a:cubicBezTo>
                <a:cubicBezTo>
                  <a:pt x="70573" y="2359"/>
                  <a:pt x="70604" y="2352"/>
                  <a:pt x="70641" y="2340"/>
                </a:cubicBezTo>
                <a:close/>
                <a:moveTo>
                  <a:pt x="67057" y="2141"/>
                </a:moveTo>
                <a:cubicBezTo>
                  <a:pt x="66310" y="2340"/>
                  <a:pt x="65663" y="2514"/>
                  <a:pt x="65041" y="2713"/>
                </a:cubicBezTo>
                <a:cubicBezTo>
                  <a:pt x="65140" y="2664"/>
                  <a:pt x="65190" y="2639"/>
                  <a:pt x="65290" y="2614"/>
                </a:cubicBezTo>
                <a:cubicBezTo>
                  <a:pt x="65314" y="2614"/>
                  <a:pt x="65339" y="2589"/>
                  <a:pt x="65389" y="2589"/>
                </a:cubicBezTo>
                <a:cubicBezTo>
                  <a:pt x="65762" y="2464"/>
                  <a:pt x="66136" y="2340"/>
                  <a:pt x="66509" y="2240"/>
                </a:cubicBezTo>
                <a:cubicBezTo>
                  <a:pt x="66559" y="2240"/>
                  <a:pt x="66634" y="2216"/>
                  <a:pt x="66683" y="2216"/>
                </a:cubicBezTo>
                <a:lnTo>
                  <a:pt x="66708" y="2216"/>
                </a:lnTo>
                <a:cubicBezTo>
                  <a:pt x="66833" y="2166"/>
                  <a:pt x="66932" y="2166"/>
                  <a:pt x="67057" y="2141"/>
                </a:cubicBezTo>
                <a:close/>
                <a:moveTo>
                  <a:pt x="67729" y="2340"/>
                </a:moveTo>
                <a:cubicBezTo>
                  <a:pt x="67007" y="2464"/>
                  <a:pt x="66211" y="2639"/>
                  <a:pt x="65439" y="2838"/>
                </a:cubicBezTo>
                <a:cubicBezTo>
                  <a:pt x="65812" y="2713"/>
                  <a:pt x="66161" y="2589"/>
                  <a:pt x="66559" y="2514"/>
                </a:cubicBezTo>
                <a:cubicBezTo>
                  <a:pt x="66932" y="2440"/>
                  <a:pt x="67331" y="2365"/>
                  <a:pt x="67729" y="2340"/>
                </a:cubicBezTo>
                <a:close/>
                <a:moveTo>
                  <a:pt x="82881" y="760"/>
                </a:moveTo>
                <a:cubicBezTo>
                  <a:pt x="84830" y="760"/>
                  <a:pt x="86687" y="922"/>
                  <a:pt x="88438" y="1245"/>
                </a:cubicBezTo>
                <a:cubicBezTo>
                  <a:pt x="88538" y="1270"/>
                  <a:pt x="88613" y="1270"/>
                  <a:pt x="88712" y="1320"/>
                </a:cubicBezTo>
                <a:cubicBezTo>
                  <a:pt x="89135" y="1394"/>
                  <a:pt x="89608" y="1494"/>
                  <a:pt x="90006" y="1618"/>
                </a:cubicBezTo>
                <a:cubicBezTo>
                  <a:pt x="89795" y="1606"/>
                  <a:pt x="89577" y="1600"/>
                  <a:pt x="89356" y="1600"/>
                </a:cubicBezTo>
                <a:cubicBezTo>
                  <a:pt x="89135" y="1600"/>
                  <a:pt x="88911" y="1606"/>
                  <a:pt x="88687" y="1618"/>
                </a:cubicBezTo>
                <a:cubicBezTo>
                  <a:pt x="86646" y="1718"/>
                  <a:pt x="84630" y="2191"/>
                  <a:pt x="82713" y="2987"/>
                </a:cubicBezTo>
                <a:cubicBezTo>
                  <a:pt x="80302" y="2136"/>
                  <a:pt x="77643" y="1689"/>
                  <a:pt x="74737" y="1689"/>
                </a:cubicBezTo>
                <a:cubicBezTo>
                  <a:pt x="74584" y="1689"/>
                  <a:pt x="74430" y="1690"/>
                  <a:pt x="74275" y="1693"/>
                </a:cubicBezTo>
                <a:cubicBezTo>
                  <a:pt x="77298" y="1071"/>
                  <a:pt x="80178" y="760"/>
                  <a:pt x="82881" y="760"/>
                </a:cubicBezTo>
                <a:close/>
                <a:moveTo>
                  <a:pt x="89362" y="1797"/>
                </a:moveTo>
                <a:cubicBezTo>
                  <a:pt x="89882" y="1797"/>
                  <a:pt x="90392" y="1832"/>
                  <a:pt x="90903" y="1867"/>
                </a:cubicBezTo>
                <a:cubicBezTo>
                  <a:pt x="91027" y="1867"/>
                  <a:pt x="91102" y="1892"/>
                  <a:pt x="91201" y="1942"/>
                </a:cubicBezTo>
                <a:cubicBezTo>
                  <a:pt x="90670" y="1875"/>
                  <a:pt x="90128" y="1842"/>
                  <a:pt x="89575" y="1842"/>
                </a:cubicBezTo>
                <a:cubicBezTo>
                  <a:pt x="89298" y="1842"/>
                  <a:pt x="89019" y="1851"/>
                  <a:pt x="88737" y="1867"/>
                </a:cubicBezTo>
                <a:cubicBezTo>
                  <a:pt x="86820" y="1967"/>
                  <a:pt x="84929" y="2390"/>
                  <a:pt x="83087" y="3112"/>
                </a:cubicBezTo>
                <a:cubicBezTo>
                  <a:pt x="83062" y="3112"/>
                  <a:pt x="83012" y="3087"/>
                  <a:pt x="82987" y="3087"/>
                </a:cubicBezTo>
                <a:cubicBezTo>
                  <a:pt x="84854" y="2340"/>
                  <a:pt x="86795" y="1892"/>
                  <a:pt x="88712" y="1817"/>
                </a:cubicBezTo>
                <a:cubicBezTo>
                  <a:pt x="88931" y="1803"/>
                  <a:pt x="89147" y="1797"/>
                  <a:pt x="89362" y="1797"/>
                </a:cubicBezTo>
                <a:close/>
                <a:moveTo>
                  <a:pt x="74489" y="1870"/>
                </a:moveTo>
                <a:cubicBezTo>
                  <a:pt x="77392" y="1870"/>
                  <a:pt x="80073" y="2278"/>
                  <a:pt x="82464" y="3112"/>
                </a:cubicBezTo>
                <a:cubicBezTo>
                  <a:pt x="82464" y="3112"/>
                  <a:pt x="82440" y="3137"/>
                  <a:pt x="82390" y="3137"/>
                </a:cubicBezTo>
                <a:cubicBezTo>
                  <a:pt x="80063" y="2319"/>
                  <a:pt x="77437" y="1925"/>
                  <a:pt x="74599" y="1925"/>
                </a:cubicBezTo>
                <a:cubicBezTo>
                  <a:pt x="74067" y="1925"/>
                  <a:pt x="73527" y="1939"/>
                  <a:pt x="72981" y="1967"/>
                </a:cubicBezTo>
                <a:cubicBezTo>
                  <a:pt x="73080" y="1917"/>
                  <a:pt x="73180" y="1892"/>
                  <a:pt x="73304" y="1892"/>
                </a:cubicBezTo>
                <a:cubicBezTo>
                  <a:pt x="73703" y="1877"/>
                  <a:pt x="74098" y="1870"/>
                  <a:pt x="74489" y="1870"/>
                </a:cubicBezTo>
                <a:close/>
                <a:moveTo>
                  <a:pt x="82763" y="3211"/>
                </a:moveTo>
                <a:cubicBezTo>
                  <a:pt x="82813" y="3211"/>
                  <a:pt x="82838" y="3236"/>
                  <a:pt x="82863" y="3236"/>
                </a:cubicBezTo>
                <a:cubicBezTo>
                  <a:pt x="82838" y="3236"/>
                  <a:pt x="82813" y="3261"/>
                  <a:pt x="82763" y="3261"/>
                </a:cubicBezTo>
                <a:lnTo>
                  <a:pt x="82738" y="3261"/>
                </a:lnTo>
                <a:cubicBezTo>
                  <a:pt x="82713" y="3236"/>
                  <a:pt x="82688" y="3236"/>
                  <a:pt x="82688" y="3236"/>
                </a:cubicBezTo>
                <a:cubicBezTo>
                  <a:pt x="82713" y="3236"/>
                  <a:pt x="82738" y="3211"/>
                  <a:pt x="82763" y="3211"/>
                </a:cubicBezTo>
                <a:close/>
                <a:moveTo>
                  <a:pt x="68874" y="2340"/>
                </a:moveTo>
                <a:cubicBezTo>
                  <a:pt x="68949" y="2340"/>
                  <a:pt x="69048" y="2340"/>
                  <a:pt x="69173" y="2365"/>
                </a:cubicBezTo>
                <a:cubicBezTo>
                  <a:pt x="67555" y="2614"/>
                  <a:pt x="65912" y="2962"/>
                  <a:pt x="64219" y="3385"/>
                </a:cubicBezTo>
                <a:cubicBezTo>
                  <a:pt x="64294" y="3336"/>
                  <a:pt x="64393" y="3311"/>
                  <a:pt x="64468" y="3261"/>
                </a:cubicBezTo>
                <a:cubicBezTo>
                  <a:pt x="65962" y="2888"/>
                  <a:pt x="67430" y="2589"/>
                  <a:pt x="68874" y="2340"/>
                </a:cubicBezTo>
                <a:close/>
                <a:moveTo>
                  <a:pt x="93466" y="2315"/>
                </a:moveTo>
                <a:cubicBezTo>
                  <a:pt x="93541" y="2340"/>
                  <a:pt x="93591" y="2340"/>
                  <a:pt x="93665" y="2365"/>
                </a:cubicBezTo>
                <a:cubicBezTo>
                  <a:pt x="93790" y="2390"/>
                  <a:pt x="93914" y="2464"/>
                  <a:pt x="94064" y="2489"/>
                </a:cubicBezTo>
                <a:lnTo>
                  <a:pt x="94636" y="2664"/>
                </a:lnTo>
                <a:cubicBezTo>
                  <a:pt x="95034" y="2788"/>
                  <a:pt x="95408" y="2962"/>
                  <a:pt x="95781" y="3137"/>
                </a:cubicBezTo>
                <a:cubicBezTo>
                  <a:pt x="95831" y="3186"/>
                  <a:pt x="95906" y="3211"/>
                  <a:pt x="95931" y="3211"/>
                </a:cubicBezTo>
                <a:lnTo>
                  <a:pt x="96304" y="3385"/>
                </a:lnTo>
                <a:cubicBezTo>
                  <a:pt x="95308" y="2987"/>
                  <a:pt x="94412" y="2639"/>
                  <a:pt x="93566" y="2390"/>
                </a:cubicBezTo>
                <a:lnTo>
                  <a:pt x="93392" y="2315"/>
                </a:lnTo>
                <a:close/>
                <a:moveTo>
                  <a:pt x="63746" y="3460"/>
                </a:moveTo>
                <a:cubicBezTo>
                  <a:pt x="63697" y="3485"/>
                  <a:pt x="63647" y="3510"/>
                  <a:pt x="63572" y="3585"/>
                </a:cubicBezTo>
                <a:cubicBezTo>
                  <a:pt x="63522" y="3585"/>
                  <a:pt x="63448" y="3585"/>
                  <a:pt x="63373" y="3609"/>
                </a:cubicBezTo>
                <a:cubicBezTo>
                  <a:pt x="63448" y="3585"/>
                  <a:pt x="63473" y="3560"/>
                  <a:pt x="63547" y="3510"/>
                </a:cubicBezTo>
                <a:cubicBezTo>
                  <a:pt x="63597" y="3485"/>
                  <a:pt x="63696" y="3485"/>
                  <a:pt x="63746" y="3460"/>
                </a:cubicBezTo>
                <a:close/>
                <a:moveTo>
                  <a:pt x="64194" y="2888"/>
                </a:moveTo>
                <a:lnTo>
                  <a:pt x="64194" y="2888"/>
                </a:lnTo>
                <a:cubicBezTo>
                  <a:pt x="64169" y="2937"/>
                  <a:pt x="64095" y="2937"/>
                  <a:pt x="64070" y="2962"/>
                </a:cubicBezTo>
                <a:lnTo>
                  <a:pt x="64045" y="2962"/>
                </a:lnTo>
                <a:cubicBezTo>
                  <a:pt x="63995" y="2987"/>
                  <a:pt x="63970" y="2987"/>
                  <a:pt x="63921" y="3012"/>
                </a:cubicBezTo>
                <a:cubicBezTo>
                  <a:pt x="62651" y="3410"/>
                  <a:pt x="61805" y="3709"/>
                  <a:pt x="61606" y="3784"/>
                </a:cubicBezTo>
                <a:cubicBezTo>
                  <a:pt x="61207" y="3958"/>
                  <a:pt x="60809" y="4107"/>
                  <a:pt x="60436" y="4232"/>
                </a:cubicBezTo>
                <a:cubicBezTo>
                  <a:pt x="60183" y="4316"/>
                  <a:pt x="59918" y="4412"/>
                  <a:pt x="59643" y="4504"/>
                </a:cubicBezTo>
                <a:lnTo>
                  <a:pt x="59643" y="4504"/>
                </a:lnTo>
                <a:cubicBezTo>
                  <a:pt x="60223" y="4283"/>
                  <a:pt x="60869" y="4040"/>
                  <a:pt x="61606" y="3759"/>
                </a:cubicBezTo>
                <a:cubicBezTo>
                  <a:pt x="61680" y="3734"/>
                  <a:pt x="61855" y="3684"/>
                  <a:pt x="62103" y="3585"/>
                </a:cubicBezTo>
                <a:cubicBezTo>
                  <a:pt x="62651" y="3385"/>
                  <a:pt x="63348" y="3161"/>
                  <a:pt x="64194" y="2888"/>
                </a:cubicBezTo>
                <a:close/>
                <a:moveTo>
                  <a:pt x="83087" y="3311"/>
                </a:moveTo>
                <a:cubicBezTo>
                  <a:pt x="84257" y="3759"/>
                  <a:pt x="85377" y="4331"/>
                  <a:pt x="86372" y="4978"/>
                </a:cubicBezTo>
                <a:cubicBezTo>
                  <a:pt x="86347" y="5003"/>
                  <a:pt x="86323" y="5003"/>
                  <a:pt x="86298" y="5003"/>
                </a:cubicBezTo>
                <a:cubicBezTo>
                  <a:pt x="85302" y="4356"/>
                  <a:pt x="84182" y="3809"/>
                  <a:pt x="82987" y="3336"/>
                </a:cubicBezTo>
                <a:cubicBezTo>
                  <a:pt x="83012" y="3336"/>
                  <a:pt x="83062" y="3311"/>
                  <a:pt x="83087" y="3311"/>
                </a:cubicBezTo>
                <a:close/>
                <a:moveTo>
                  <a:pt x="68899" y="2589"/>
                </a:moveTo>
                <a:lnTo>
                  <a:pt x="68899" y="2589"/>
                </a:lnTo>
                <a:cubicBezTo>
                  <a:pt x="66659" y="3261"/>
                  <a:pt x="64369" y="4082"/>
                  <a:pt x="62054" y="5078"/>
                </a:cubicBezTo>
                <a:cubicBezTo>
                  <a:pt x="62552" y="4555"/>
                  <a:pt x="63074" y="4107"/>
                  <a:pt x="63647" y="3734"/>
                </a:cubicBezTo>
                <a:cubicBezTo>
                  <a:pt x="65439" y="3236"/>
                  <a:pt x="67181" y="2863"/>
                  <a:pt x="68899" y="2589"/>
                </a:cubicBezTo>
                <a:close/>
                <a:moveTo>
                  <a:pt x="86621" y="5202"/>
                </a:moveTo>
                <a:cubicBezTo>
                  <a:pt x="86671" y="5227"/>
                  <a:pt x="86696" y="5227"/>
                  <a:pt x="86721" y="5252"/>
                </a:cubicBezTo>
                <a:lnTo>
                  <a:pt x="86621" y="5252"/>
                </a:lnTo>
                <a:cubicBezTo>
                  <a:pt x="86596" y="5227"/>
                  <a:pt x="86571" y="5202"/>
                  <a:pt x="86547" y="5202"/>
                </a:cubicBezTo>
                <a:close/>
                <a:moveTo>
                  <a:pt x="63099" y="3858"/>
                </a:moveTo>
                <a:lnTo>
                  <a:pt x="63099" y="3858"/>
                </a:lnTo>
                <a:cubicBezTo>
                  <a:pt x="62576" y="4257"/>
                  <a:pt x="62079" y="4730"/>
                  <a:pt x="61606" y="5227"/>
                </a:cubicBezTo>
                <a:cubicBezTo>
                  <a:pt x="61556" y="5252"/>
                  <a:pt x="61506" y="5252"/>
                  <a:pt x="61456" y="5302"/>
                </a:cubicBezTo>
                <a:cubicBezTo>
                  <a:pt x="61929" y="4754"/>
                  <a:pt x="62402" y="4331"/>
                  <a:pt x="62925" y="3933"/>
                </a:cubicBezTo>
                <a:cubicBezTo>
                  <a:pt x="62975" y="3883"/>
                  <a:pt x="63049" y="3883"/>
                  <a:pt x="63099" y="3858"/>
                </a:cubicBezTo>
                <a:close/>
                <a:moveTo>
                  <a:pt x="69994" y="2464"/>
                </a:moveTo>
                <a:cubicBezTo>
                  <a:pt x="70044" y="2464"/>
                  <a:pt x="70118" y="2489"/>
                  <a:pt x="70168" y="2489"/>
                </a:cubicBezTo>
                <a:cubicBezTo>
                  <a:pt x="67380" y="3261"/>
                  <a:pt x="64518" y="4306"/>
                  <a:pt x="61581" y="5551"/>
                </a:cubicBezTo>
                <a:cubicBezTo>
                  <a:pt x="61606" y="5476"/>
                  <a:pt x="61680" y="5451"/>
                  <a:pt x="61705" y="5377"/>
                </a:cubicBezTo>
                <a:cubicBezTo>
                  <a:pt x="64543" y="4207"/>
                  <a:pt x="67281" y="3236"/>
                  <a:pt x="69994" y="2464"/>
                </a:cubicBezTo>
                <a:close/>
                <a:moveTo>
                  <a:pt x="89101" y="2013"/>
                </a:moveTo>
                <a:cubicBezTo>
                  <a:pt x="90165" y="2013"/>
                  <a:pt x="91191" y="2109"/>
                  <a:pt x="92197" y="2265"/>
                </a:cubicBezTo>
                <a:cubicBezTo>
                  <a:pt x="94387" y="3062"/>
                  <a:pt x="96279" y="4182"/>
                  <a:pt x="97897" y="5551"/>
                </a:cubicBezTo>
                <a:cubicBezTo>
                  <a:pt x="97573" y="5476"/>
                  <a:pt x="97300" y="5377"/>
                  <a:pt x="97001" y="5327"/>
                </a:cubicBezTo>
                <a:cubicBezTo>
                  <a:pt x="96702" y="5252"/>
                  <a:pt x="96428" y="5227"/>
                  <a:pt x="96179" y="5202"/>
                </a:cubicBezTo>
                <a:cubicBezTo>
                  <a:pt x="95806" y="5128"/>
                  <a:pt x="95408" y="5078"/>
                  <a:pt x="95034" y="5003"/>
                </a:cubicBezTo>
                <a:cubicBezTo>
                  <a:pt x="94586" y="4954"/>
                  <a:pt x="94163" y="4929"/>
                  <a:pt x="93715" y="4879"/>
                </a:cubicBezTo>
                <a:cubicBezTo>
                  <a:pt x="93466" y="4854"/>
                  <a:pt x="93217" y="4829"/>
                  <a:pt x="92944" y="4829"/>
                </a:cubicBezTo>
                <a:cubicBezTo>
                  <a:pt x="92222" y="4804"/>
                  <a:pt x="91525" y="4754"/>
                  <a:pt x="90778" y="4754"/>
                </a:cubicBezTo>
                <a:cubicBezTo>
                  <a:pt x="90031" y="4754"/>
                  <a:pt x="89285" y="4804"/>
                  <a:pt x="88488" y="4829"/>
                </a:cubicBezTo>
                <a:cubicBezTo>
                  <a:pt x="88040" y="4854"/>
                  <a:pt x="87542" y="4879"/>
                  <a:pt x="87069" y="4954"/>
                </a:cubicBezTo>
                <a:cubicBezTo>
                  <a:pt x="86945" y="4954"/>
                  <a:pt x="86820" y="4978"/>
                  <a:pt x="86671" y="4978"/>
                </a:cubicBezTo>
                <a:cubicBezTo>
                  <a:pt x="85626" y="4306"/>
                  <a:pt x="84555" y="3709"/>
                  <a:pt x="83336" y="3211"/>
                </a:cubicBezTo>
                <a:cubicBezTo>
                  <a:pt x="85078" y="2514"/>
                  <a:pt x="86920" y="2116"/>
                  <a:pt x="88737" y="2016"/>
                </a:cubicBezTo>
                <a:cubicBezTo>
                  <a:pt x="88859" y="2014"/>
                  <a:pt x="88980" y="2013"/>
                  <a:pt x="89101" y="2013"/>
                </a:cubicBezTo>
                <a:close/>
                <a:moveTo>
                  <a:pt x="93317" y="2514"/>
                </a:moveTo>
                <a:cubicBezTo>
                  <a:pt x="93441" y="2564"/>
                  <a:pt x="93541" y="2589"/>
                  <a:pt x="93665" y="2614"/>
                </a:cubicBezTo>
                <a:cubicBezTo>
                  <a:pt x="95433" y="3435"/>
                  <a:pt x="97026" y="4456"/>
                  <a:pt x="98395" y="5675"/>
                </a:cubicBezTo>
                <a:cubicBezTo>
                  <a:pt x="98345" y="5675"/>
                  <a:pt x="98295" y="5626"/>
                  <a:pt x="98270" y="5626"/>
                </a:cubicBezTo>
                <a:cubicBezTo>
                  <a:pt x="96827" y="4356"/>
                  <a:pt x="95184" y="3311"/>
                  <a:pt x="93317" y="2514"/>
                </a:cubicBezTo>
                <a:close/>
                <a:moveTo>
                  <a:pt x="61332" y="5551"/>
                </a:moveTo>
                <a:lnTo>
                  <a:pt x="61332" y="5551"/>
                </a:lnTo>
                <a:cubicBezTo>
                  <a:pt x="61307" y="5601"/>
                  <a:pt x="61232" y="5626"/>
                  <a:pt x="61207" y="5700"/>
                </a:cubicBezTo>
                <a:cubicBezTo>
                  <a:pt x="61183" y="5725"/>
                  <a:pt x="61108" y="5750"/>
                  <a:pt x="61083" y="5750"/>
                </a:cubicBezTo>
                <a:cubicBezTo>
                  <a:pt x="61108" y="5700"/>
                  <a:pt x="61183" y="5675"/>
                  <a:pt x="61207" y="5601"/>
                </a:cubicBezTo>
                <a:cubicBezTo>
                  <a:pt x="61232" y="5576"/>
                  <a:pt x="61307" y="5576"/>
                  <a:pt x="61332" y="5551"/>
                </a:cubicBezTo>
                <a:close/>
                <a:moveTo>
                  <a:pt x="90728" y="4978"/>
                </a:moveTo>
                <a:cubicBezTo>
                  <a:pt x="91475" y="4978"/>
                  <a:pt x="92197" y="5003"/>
                  <a:pt x="92869" y="5053"/>
                </a:cubicBezTo>
                <a:cubicBezTo>
                  <a:pt x="93242" y="5078"/>
                  <a:pt x="93591" y="5103"/>
                  <a:pt x="93939" y="5128"/>
                </a:cubicBezTo>
                <a:cubicBezTo>
                  <a:pt x="94288" y="5178"/>
                  <a:pt x="94611" y="5202"/>
                  <a:pt x="94935" y="5227"/>
                </a:cubicBezTo>
                <a:cubicBezTo>
                  <a:pt x="95433" y="5302"/>
                  <a:pt x="95931" y="5377"/>
                  <a:pt x="96428" y="5476"/>
                </a:cubicBezTo>
                <a:cubicBezTo>
                  <a:pt x="96578" y="5501"/>
                  <a:pt x="96727" y="5501"/>
                  <a:pt x="96901" y="5551"/>
                </a:cubicBezTo>
                <a:cubicBezTo>
                  <a:pt x="97324" y="5626"/>
                  <a:pt x="97723" y="5725"/>
                  <a:pt x="98146" y="5825"/>
                </a:cubicBezTo>
                <a:lnTo>
                  <a:pt x="98180" y="5870"/>
                </a:lnTo>
                <a:lnTo>
                  <a:pt x="98180" y="5870"/>
                </a:lnTo>
                <a:cubicBezTo>
                  <a:pt x="97761" y="5748"/>
                  <a:pt x="97319" y="5674"/>
                  <a:pt x="96876" y="5576"/>
                </a:cubicBezTo>
                <a:cubicBezTo>
                  <a:pt x="96652" y="5551"/>
                  <a:pt x="96403" y="5501"/>
                  <a:pt x="96179" y="5476"/>
                </a:cubicBezTo>
                <a:cubicBezTo>
                  <a:pt x="95781" y="5427"/>
                  <a:pt x="95383" y="5327"/>
                  <a:pt x="94935" y="5277"/>
                </a:cubicBezTo>
                <a:lnTo>
                  <a:pt x="93914" y="5202"/>
                </a:lnTo>
                <a:cubicBezTo>
                  <a:pt x="93566" y="5153"/>
                  <a:pt x="93267" y="5128"/>
                  <a:pt x="92894" y="5103"/>
                </a:cubicBezTo>
                <a:cubicBezTo>
                  <a:pt x="92197" y="5078"/>
                  <a:pt x="91475" y="5028"/>
                  <a:pt x="90778" y="5028"/>
                </a:cubicBezTo>
                <a:cubicBezTo>
                  <a:pt x="90031" y="5028"/>
                  <a:pt x="89285" y="5078"/>
                  <a:pt x="88538" y="5103"/>
                </a:cubicBezTo>
                <a:cubicBezTo>
                  <a:pt x="88164" y="5128"/>
                  <a:pt x="87791" y="5153"/>
                  <a:pt x="87368" y="5202"/>
                </a:cubicBezTo>
                <a:cubicBezTo>
                  <a:pt x="87244" y="5202"/>
                  <a:pt x="87094" y="5227"/>
                  <a:pt x="86970" y="5227"/>
                </a:cubicBezTo>
                <a:cubicBezTo>
                  <a:pt x="86945" y="5202"/>
                  <a:pt x="86920" y="5202"/>
                  <a:pt x="86870" y="5178"/>
                </a:cubicBezTo>
                <a:lnTo>
                  <a:pt x="86945" y="5178"/>
                </a:lnTo>
                <a:cubicBezTo>
                  <a:pt x="87468" y="5103"/>
                  <a:pt x="87965" y="5078"/>
                  <a:pt x="88463" y="5053"/>
                </a:cubicBezTo>
                <a:cubicBezTo>
                  <a:pt x="89235" y="5003"/>
                  <a:pt x="89982" y="4978"/>
                  <a:pt x="90728" y="4978"/>
                </a:cubicBezTo>
                <a:close/>
                <a:moveTo>
                  <a:pt x="62975" y="3684"/>
                </a:moveTo>
                <a:lnTo>
                  <a:pt x="62975" y="3684"/>
                </a:lnTo>
                <a:cubicBezTo>
                  <a:pt x="62925" y="3709"/>
                  <a:pt x="62900" y="3734"/>
                  <a:pt x="62825" y="3809"/>
                </a:cubicBezTo>
                <a:cubicBezTo>
                  <a:pt x="60809" y="4381"/>
                  <a:pt x="58743" y="5103"/>
                  <a:pt x="56627" y="5974"/>
                </a:cubicBezTo>
                <a:cubicBezTo>
                  <a:pt x="57723" y="5501"/>
                  <a:pt x="58868" y="5053"/>
                  <a:pt x="60560" y="4431"/>
                </a:cubicBezTo>
                <a:cubicBezTo>
                  <a:pt x="61357" y="4132"/>
                  <a:pt x="62178" y="3883"/>
                  <a:pt x="62975" y="3684"/>
                </a:cubicBezTo>
                <a:close/>
                <a:moveTo>
                  <a:pt x="98544" y="5924"/>
                </a:moveTo>
                <a:cubicBezTo>
                  <a:pt x="98569" y="5924"/>
                  <a:pt x="98644" y="5949"/>
                  <a:pt x="98669" y="5949"/>
                </a:cubicBezTo>
                <a:lnTo>
                  <a:pt x="98768" y="6049"/>
                </a:lnTo>
                <a:cubicBezTo>
                  <a:pt x="98718" y="6049"/>
                  <a:pt x="98693" y="6049"/>
                  <a:pt x="98669" y="5999"/>
                </a:cubicBezTo>
                <a:lnTo>
                  <a:pt x="98619" y="5999"/>
                </a:lnTo>
                <a:cubicBezTo>
                  <a:pt x="98619" y="5949"/>
                  <a:pt x="98569" y="5924"/>
                  <a:pt x="98544" y="5924"/>
                </a:cubicBezTo>
                <a:close/>
                <a:moveTo>
                  <a:pt x="94960" y="3062"/>
                </a:moveTo>
                <a:lnTo>
                  <a:pt x="94960" y="3062"/>
                </a:lnTo>
                <a:cubicBezTo>
                  <a:pt x="96752" y="3734"/>
                  <a:pt x="98370" y="4754"/>
                  <a:pt x="99789" y="6074"/>
                </a:cubicBezTo>
                <a:cubicBezTo>
                  <a:pt x="99490" y="5974"/>
                  <a:pt x="99166" y="5850"/>
                  <a:pt x="98868" y="5800"/>
                </a:cubicBezTo>
                <a:cubicBezTo>
                  <a:pt x="98818" y="5800"/>
                  <a:pt x="98793" y="5800"/>
                  <a:pt x="98768" y="5750"/>
                </a:cubicBezTo>
                <a:cubicBezTo>
                  <a:pt x="97648" y="4705"/>
                  <a:pt x="96379" y="3809"/>
                  <a:pt x="94960" y="3062"/>
                </a:cubicBezTo>
                <a:close/>
                <a:moveTo>
                  <a:pt x="74446" y="2122"/>
                </a:moveTo>
                <a:cubicBezTo>
                  <a:pt x="77248" y="2122"/>
                  <a:pt x="79829" y="2490"/>
                  <a:pt x="82141" y="3261"/>
                </a:cubicBezTo>
                <a:cubicBezTo>
                  <a:pt x="80498" y="4008"/>
                  <a:pt x="78930" y="5003"/>
                  <a:pt x="77486" y="6198"/>
                </a:cubicBezTo>
                <a:cubicBezTo>
                  <a:pt x="75520" y="4306"/>
                  <a:pt x="73479" y="3012"/>
                  <a:pt x="71388" y="2365"/>
                </a:cubicBezTo>
                <a:cubicBezTo>
                  <a:pt x="71562" y="2315"/>
                  <a:pt x="71761" y="2265"/>
                  <a:pt x="71935" y="2216"/>
                </a:cubicBezTo>
                <a:cubicBezTo>
                  <a:pt x="72790" y="2154"/>
                  <a:pt x="73628" y="2122"/>
                  <a:pt x="74446" y="2122"/>
                </a:cubicBezTo>
                <a:close/>
                <a:moveTo>
                  <a:pt x="97449" y="4082"/>
                </a:moveTo>
                <a:cubicBezTo>
                  <a:pt x="97648" y="4182"/>
                  <a:pt x="97822" y="4257"/>
                  <a:pt x="97996" y="4331"/>
                </a:cubicBezTo>
                <a:cubicBezTo>
                  <a:pt x="98818" y="4879"/>
                  <a:pt x="99614" y="5501"/>
                  <a:pt x="100311" y="6223"/>
                </a:cubicBezTo>
                <a:cubicBezTo>
                  <a:pt x="100286" y="6223"/>
                  <a:pt x="100237" y="6198"/>
                  <a:pt x="100187" y="6198"/>
                </a:cubicBezTo>
                <a:cubicBezTo>
                  <a:pt x="99365" y="5377"/>
                  <a:pt x="98445" y="4655"/>
                  <a:pt x="97449" y="4082"/>
                </a:cubicBezTo>
                <a:close/>
                <a:moveTo>
                  <a:pt x="71064" y="2464"/>
                </a:moveTo>
                <a:cubicBezTo>
                  <a:pt x="73180" y="3062"/>
                  <a:pt x="75321" y="4356"/>
                  <a:pt x="77362" y="6323"/>
                </a:cubicBezTo>
                <a:cubicBezTo>
                  <a:pt x="77312" y="6323"/>
                  <a:pt x="77312" y="6347"/>
                  <a:pt x="77287" y="6347"/>
                </a:cubicBezTo>
                <a:cubicBezTo>
                  <a:pt x="75246" y="4381"/>
                  <a:pt x="73105" y="3087"/>
                  <a:pt x="70940" y="2489"/>
                </a:cubicBezTo>
                <a:cubicBezTo>
                  <a:pt x="70990" y="2489"/>
                  <a:pt x="71015" y="2464"/>
                  <a:pt x="71064" y="2464"/>
                </a:cubicBezTo>
                <a:close/>
                <a:moveTo>
                  <a:pt x="82440" y="3361"/>
                </a:moveTo>
                <a:cubicBezTo>
                  <a:pt x="82464" y="3361"/>
                  <a:pt x="82489" y="3385"/>
                  <a:pt x="82514" y="3385"/>
                </a:cubicBezTo>
                <a:cubicBezTo>
                  <a:pt x="80822" y="4107"/>
                  <a:pt x="79204" y="5128"/>
                  <a:pt x="77660" y="6372"/>
                </a:cubicBezTo>
                <a:lnTo>
                  <a:pt x="77636" y="6347"/>
                </a:lnTo>
                <a:cubicBezTo>
                  <a:pt x="79129" y="5103"/>
                  <a:pt x="80747" y="4107"/>
                  <a:pt x="82440" y="3361"/>
                </a:cubicBezTo>
                <a:close/>
                <a:moveTo>
                  <a:pt x="99067" y="6049"/>
                </a:moveTo>
                <a:lnTo>
                  <a:pt x="99067" y="6049"/>
                </a:lnTo>
                <a:cubicBezTo>
                  <a:pt x="99415" y="6123"/>
                  <a:pt x="99764" y="6248"/>
                  <a:pt x="100112" y="6347"/>
                </a:cubicBezTo>
                <a:lnTo>
                  <a:pt x="100187" y="6447"/>
                </a:lnTo>
                <a:cubicBezTo>
                  <a:pt x="100162" y="6447"/>
                  <a:pt x="100112" y="6447"/>
                  <a:pt x="100038" y="6422"/>
                </a:cubicBezTo>
                <a:cubicBezTo>
                  <a:pt x="99764" y="6323"/>
                  <a:pt x="99490" y="6223"/>
                  <a:pt x="99166" y="6123"/>
                </a:cubicBezTo>
                <a:lnTo>
                  <a:pt x="99067" y="6049"/>
                </a:lnTo>
                <a:close/>
                <a:moveTo>
                  <a:pt x="77486" y="6447"/>
                </a:moveTo>
                <a:lnTo>
                  <a:pt x="77511" y="6472"/>
                </a:lnTo>
                <a:cubicBezTo>
                  <a:pt x="77486" y="6472"/>
                  <a:pt x="77486" y="6497"/>
                  <a:pt x="77461" y="6497"/>
                </a:cubicBezTo>
                <a:lnTo>
                  <a:pt x="77412" y="6472"/>
                </a:lnTo>
                <a:cubicBezTo>
                  <a:pt x="77461" y="6472"/>
                  <a:pt x="77461" y="6447"/>
                  <a:pt x="77486" y="6447"/>
                </a:cubicBezTo>
                <a:close/>
                <a:moveTo>
                  <a:pt x="82763" y="3460"/>
                </a:moveTo>
                <a:cubicBezTo>
                  <a:pt x="83933" y="3883"/>
                  <a:pt x="85003" y="4431"/>
                  <a:pt x="85999" y="5053"/>
                </a:cubicBezTo>
                <a:cubicBezTo>
                  <a:pt x="83410" y="5352"/>
                  <a:pt x="80722" y="5875"/>
                  <a:pt x="77984" y="6621"/>
                </a:cubicBezTo>
                <a:lnTo>
                  <a:pt x="77810" y="6472"/>
                </a:lnTo>
                <a:cubicBezTo>
                  <a:pt x="79353" y="5227"/>
                  <a:pt x="81021" y="4207"/>
                  <a:pt x="82763" y="3460"/>
                </a:cubicBezTo>
                <a:close/>
                <a:moveTo>
                  <a:pt x="77660" y="6621"/>
                </a:moveTo>
                <a:lnTo>
                  <a:pt x="77760" y="6721"/>
                </a:lnTo>
                <a:cubicBezTo>
                  <a:pt x="77735" y="6721"/>
                  <a:pt x="77710" y="6721"/>
                  <a:pt x="77710" y="6746"/>
                </a:cubicBezTo>
                <a:lnTo>
                  <a:pt x="77611" y="6671"/>
                </a:lnTo>
                <a:cubicBezTo>
                  <a:pt x="77636" y="6671"/>
                  <a:pt x="77636" y="6621"/>
                  <a:pt x="77660" y="6621"/>
                </a:cubicBezTo>
                <a:close/>
                <a:moveTo>
                  <a:pt x="86248" y="5227"/>
                </a:moveTo>
                <a:cubicBezTo>
                  <a:pt x="86298" y="5252"/>
                  <a:pt x="86323" y="5252"/>
                  <a:pt x="86347" y="5302"/>
                </a:cubicBezTo>
                <a:lnTo>
                  <a:pt x="86298" y="5302"/>
                </a:lnTo>
                <a:cubicBezTo>
                  <a:pt x="85725" y="5352"/>
                  <a:pt x="85128" y="5451"/>
                  <a:pt x="84580" y="5501"/>
                </a:cubicBezTo>
                <a:cubicBezTo>
                  <a:pt x="84381" y="5551"/>
                  <a:pt x="84207" y="5576"/>
                  <a:pt x="83983" y="5601"/>
                </a:cubicBezTo>
                <a:cubicBezTo>
                  <a:pt x="83236" y="5725"/>
                  <a:pt x="82464" y="5850"/>
                  <a:pt x="81718" y="5999"/>
                </a:cubicBezTo>
                <a:lnTo>
                  <a:pt x="81693" y="5999"/>
                </a:lnTo>
                <a:cubicBezTo>
                  <a:pt x="80523" y="6248"/>
                  <a:pt x="79353" y="6547"/>
                  <a:pt x="78158" y="6845"/>
                </a:cubicBezTo>
                <a:cubicBezTo>
                  <a:pt x="78133" y="6845"/>
                  <a:pt x="78108" y="6820"/>
                  <a:pt x="78108" y="6820"/>
                </a:cubicBezTo>
                <a:cubicBezTo>
                  <a:pt x="80896" y="6074"/>
                  <a:pt x="83609" y="5501"/>
                  <a:pt x="86223" y="5227"/>
                </a:cubicBezTo>
                <a:close/>
                <a:moveTo>
                  <a:pt x="77262" y="6596"/>
                </a:moveTo>
                <a:cubicBezTo>
                  <a:pt x="77287" y="6621"/>
                  <a:pt x="77337" y="6621"/>
                  <a:pt x="77337" y="6671"/>
                </a:cubicBezTo>
                <a:cubicBezTo>
                  <a:pt x="77237" y="6746"/>
                  <a:pt x="77138" y="6820"/>
                  <a:pt x="77038" y="6920"/>
                </a:cubicBezTo>
                <a:cubicBezTo>
                  <a:pt x="76988" y="6920"/>
                  <a:pt x="76963" y="6945"/>
                  <a:pt x="76889" y="6945"/>
                </a:cubicBezTo>
                <a:cubicBezTo>
                  <a:pt x="77013" y="6820"/>
                  <a:pt x="77138" y="6721"/>
                  <a:pt x="77262" y="6596"/>
                </a:cubicBezTo>
                <a:close/>
                <a:moveTo>
                  <a:pt x="77636" y="6945"/>
                </a:moveTo>
                <a:lnTo>
                  <a:pt x="77660" y="6970"/>
                </a:lnTo>
                <a:cubicBezTo>
                  <a:pt x="77461" y="7044"/>
                  <a:pt x="77262" y="7094"/>
                  <a:pt x="77038" y="7169"/>
                </a:cubicBezTo>
                <a:lnTo>
                  <a:pt x="77138" y="7069"/>
                </a:lnTo>
                <a:cubicBezTo>
                  <a:pt x="77287" y="7044"/>
                  <a:pt x="77461" y="6970"/>
                  <a:pt x="77636" y="6945"/>
                </a:cubicBezTo>
                <a:close/>
                <a:moveTo>
                  <a:pt x="76715" y="7194"/>
                </a:moveTo>
                <a:lnTo>
                  <a:pt x="76615" y="7268"/>
                </a:lnTo>
                <a:cubicBezTo>
                  <a:pt x="76590" y="7293"/>
                  <a:pt x="76540" y="7293"/>
                  <a:pt x="76491" y="7318"/>
                </a:cubicBezTo>
                <a:lnTo>
                  <a:pt x="76590" y="7219"/>
                </a:lnTo>
                <a:cubicBezTo>
                  <a:pt x="76640" y="7219"/>
                  <a:pt x="76665" y="7194"/>
                  <a:pt x="76715" y="7194"/>
                </a:cubicBezTo>
                <a:close/>
                <a:moveTo>
                  <a:pt x="99067" y="4879"/>
                </a:moveTo>
                <a:lnTo>
                  <a:pt x="99067" y="4879"/>
                </a:lnTo>
                <a:cubicBezTo>
                  <a:pt x="99316" y="5003"/>
                  <a:pt x="99540" y="5128"/>
                  <a:pt x="99814" y="5252"/>
                </a:cubicBezTo>
                <a:cubicBezTo>
                  <a:pt x="100784" y="5775"/>
                  <a:pt x="102054" y="6572"/>
                  <a:pt x="103497" y="7592"/>
                </a:cubicBezTo>
                <a:cubicBezTo>
                  <a:pt x="103099" y="7418"/>
                  <a:pt x="102726" y="7194"/>
                  <a:pt x="102352" y="7044"/>
                </a:cubicBezTo>
                <a:cubicBezTo>
                  <a:pt x="102228" y="6970"/>
                  <a:pt x="102054" y="6920"/>
                  <a:pt x="101904" y="6845"/>
                </a:cubicBezTo>
                <a:cubicBezTo>
                  <a:pt x="101531" y="6696"/>
                  <a:pt x="101133" y="6497"/>
                  <a:pt x="100759" y="6372"/>
                </a:cubicBezTo>
                <a:cubicBezTo>
                  <a:pt x="100237" y="5825"/>
                  <a:pt x="99664" y="5327"/>
                  <a:pt x="99067" y="4879"/>
                </a:cubicBezTo>
                <a:close/>
                <a:moveTo>
                  <a:pt x="97648" y="3933"/>
                </a:moveTo>
                <a:cubicBezTo>
                  <a:pt x="97698" y="3933"/>
                  <a:pt x="97797" y="3958"/>
                  <a:pt x="97897" y="4008"/>
                </a:cubicBezTo>
                <a:cubicBezTo>
                  <a:pt x="98021" y="4082"/>
                  <a:pt x="98146" y="4132"/>
                  <a:pt x="98295" y="4207"/>
                </a:cubicBezTo>
                <a:lnTo>
                  <a:pt x="99042" y="4580"/>
                </a:lnTo>
                <a:cubicBezTo>
                  <a:pt x="99166" y="4630"/>
                  <a:pt x="99266" y="4705"/>
                  <a:pt x="99390" y="4754"/>
                </a:cubicBezTo>
                <a:cubicBezTo>
                  <a:pt x="100411" y="5327"/>
                  <a:pt x="101431" y="5924"/>
                  <a:pt x="102402" y="6572"/>
                </a:cubicBezTo>
                <a:cubicBezTo>
                  <a:pt x="102402" y="6572"/>
                  <a:pt x="102427" y="6572"/>
                  <a:pt x="102427" y="6596"/>
                </a:cubicBezTo>
                <a:cubicBezTo>
                  <a:pt x="102726" y="6796"/>
                  <a:pt x="103000" y="6970"/>
                  <a:pt x="103249" y="7144"/>
                </a:cubicBezTo>
                <a:lnTo>
                  <a:pt x="105115" y="8563"/>
                </a:lnTo>
                <a:cubicBezTo>
                  <a:pt x="105120" y="8568"/>
                  <a:pt x="105125" y="8573"/>
                  <a:pt x="105131" y="8578"/>
                </a:cubicBezTo>
                <a:lnTo>
                  <a:pt x="105131" y="8578"/>
                </a:lnTo>
                <a:cubicBezTo>
                  <a:pt x="105094" y="8558"/>
                  <a:pt x="105059" y="8532"/>
                  <a:pt x="105016" y="8488"/>
                </a:cubicBezTo>
                <a:lnTo>
                  <a:pt x="104966" y="8488"/>
                </a:lnTo>
                <a:cubicBezTo>
                  <a:pt x="104866" y="8438"/>
                  <a:pt x="104792" y="8413"/>
                  <a:pt x="104717" y="8339"/>
                </a:cubicBezTo>
                <a:cubicBezTo>
                  <a:pt x="102800" y="6820"/>
                  <a:pt x="101058" y="5750"/>
                  <a:pt x="99863" y="5103"/>
                </a:cubicBezTo>
                <a:cubicBezTo>
                  <a:pt x="99241" y="4754"/>
                  <a:pt x="98644" y="4456"/>
                  <a:pt x="98046" y="4207"/>
                </a:cubicBezTo>
                <a:cubicBezTo>
                  <a:pt x="97996" y="4132"/>
                  <a:pt x="97897" y="4107"/>
                  <a:pt x="97822" y="4058"/>
                </a:cubicBezTo>
                <a:cubicBezTo>
                  <a:pt x="97772" y="4008"/>
                  <a:pt x="97698" y="3958"/>
                  <a:pt x="97648" y="3933"/>
                </a:cubicBezTo>
                <a:close/>
                <a:moveTo>
                  <a:pt x="101033" y="6696"/>
                </a:moveTo>
                <a:lnTo>
                  <a:pt x="101033" y="6696"/>
                </a:lnTo>
                <a:cubicBezTo>
                  <a:pt x="101431" y="6845"/>
                  <a:pt x="101855" y="6995"/>
                  <a:pt x="102228" y="7144"/>
                </a:cubicBezTo>
                <a:cubicBezTo>
                  <a:pt x="103049" y="7542"/>
                  <a:pt x="103846" y="7990"/>
                  <a:pt x="104618" y="8463"/>
                </a:cubicBezTo>
                <a:cubicBezTo>
                  <a:pt x="104742" y="8563"/>
                  <a:pt x="104891" y="8687"/>
                  <a:pt x="105016" y="8787"/>
                </a:cubicBezTo>
                <a:lnTo>
                  <a:pt x="104742" y="8588"/>
                </a:lnTo>
                <a:cubicBezTo>
                  <a:pt x="104369" y="8339"/>
                  <a:pt x="104020" y="8115"/>
                  <a:pt x="103622" y="7891"/>
                </a:cubicBezTo>
                <a:cubicBezTo>
                  <a:pt x="103522" y="7841"/>
                  <a:pt x="103398" y="7766"/>
                  <a:pt x="103273" y="7741"/>
                </a:cubicBezTo>
                <a:cubicBezTo>
                  <a:pt x="102875" y="7517"/>
                  <a:pt x="102452" y="7343"/>
                  <a:pt x="102054" y="7144"/>
                </a:cubicBezTo>
                <a:cubicBezTo>
                  <a:pt x="101929" y="7094"/>
                  <a:pt x="101805" y="7069"/>
                  <a:pt x="101730" y="6995"/>
                </a:cubicBezTo>
                <a:cubicBezTo>
                  <a:pt x="101531" y="6920"/>
                  <a:pt x="101307" y="6845"/>
                  <a:pt x="101133" y="6746"/>
                </a:cubicBezTo>
                <a:cubicBezTo>
                  <a:pt x="101133" y="6760"/>
                  <a:pt x="101126" y="6766"/>
                  <a:pt x="101117" y="6766"/>
                </a:cubicBezTo>
                <a:cubicBezTo>
                  <a:pt x="101093" y="6766"/>
                  <a:pt x="101051" y="6731"/>
                  <a:pt x="101033" y="6696"/>
                </a:cubicBezTo>
                <a:close/>
                <a:moveTo>
                  <a:pt x="76217" y="7318"/>
                </a:moveTo>
                <a:lnTo>
                  <a:pt x="76217" y="7318"/>
                </a:lnTo>
                <a:cubicBezTo>
                  <a:pt x="76167" y="7368"/>
                  <a:pt x="76142" y="7418"/>
                  <a:pt x="76117" y="7418"/>
                </a:cubicBezTo>
                <a:cubicBezTo>
                  <a:pt x="74674" y="7841"/>
                  <a:pt x="73230" y="8339"/>
                  <a:pt x="71761" y="8911"/>
                </a:cubicBezTo>
                <a:cubicBezTo>
                  <a:pt x="71736" y="8911"/>
                  <a:pt x="71687" y="8911"/>
                  <a:pt x="71662" y="8861"/>
                </a:cubicBezTo>
                <a:cubicBezTo>
                  <a:pt x="73180" y="8289"/>
                  <a:pt x="74723" y="7766"/>
                  <a:pt x="76217" y="7318"/>
                </a:cubicBezTo>
                <a:close/>
                <a:moveTo>
                  <a:pt x="71239" y="9011"/>
                </a:moveTo>
                <a:cubicBezTo>
                  <a:pt x="71263" y="9011"/>
                  <a:pt x="71288" y="9061"/>
                  <a:pt x="71363" y="9061"/>
                </a:cubicBezTo>
                <a:lnTo>
                  <a:pt x="71288" y="9061"/>
                </a:lnTo>
                <a:cubicBezTo>
                  <a:pt x="71263" y="9061"/>
                  <a:pt x="71263" y="9061"/>
                  <a:pt x="71214" y="9085"/>
                </a:cubicBezTo>
                <a:lnTo>
                  <a:pt x="71164" y="9085"/>
                </a:lnTo>
                <a:cubicBezTo>
                  <a:pt x="71164" y="9085"/>
                  <a:pt x="71189" y="9085"/>
                  <a:pt x="71189" y="9061"/>
                </a:cubicBezTo>
                <a:cubicBezTo>
                  <a:pt x="71189" y="9061"/>
                  <a:pt x="71239" y="9061"/>
                  <a:pt x="71239" y="9011"/>
                </a:cubicBezTo>
                <a:close/>
                <a:moveTo>
                  <a:pt x="75769" y="7766"/>
                </a:moveTo>
                <a:lnTo>
                  <a:pt x="75769" y="7766"/>
                </a:lnTo>
                <a:cubicBezTo>
                  <a:pt x="75196" y="8314"/>
                  <a:pt x="74674" y="8936"/>
                  <a:pt x="74151" y="9583"/>
                </a:cubicBezTo>
                <a:cubicBezTo>
                  <a:pt x="74126" y="9583"/>
                  <a:pt x="74101" y="9558"/>
                  <a:pt x="74051" y="9558"/>
                </a:cubicBezTo>
                <a:cubicBezTo>
                  <a:pt x="74026" y="9534"/>
                  <a:pt x="73952" y="9534"/>
                  <a:pt x="73902" y="9534"/>
                </a:cubicBezTo>
                <a:cubicBezTo>
                  <a:pt x="73529" y="9409"/>
                  <a:pt x="73155" y="9310"/>
                  <a:pt x="72782" y="9185"/>
                </a:cubicBezTo>
                <a:cubicBezTo>
                  <a:pt x="72757" y="9185"/>
                  <a:pt x="72707" y="9185"/>
                  <a:pt x="72682" y="9135"/>
                </a:cubicBezTo>
                <a:cubicBezTo>
                  <a:pt x="72583" y="9110"/>
                  <a:pt x="72458" y="9085"/>
                  <a:pt x="72384" y="9085"/>
                </a:cubicBezTo>
                <a:cubicBezTo>
                  <a:pt x="72284" y="9061"/>
                  <a:pt x="72184" y="9011"/>
                  <a:pt x="72060" y="9011"/>
                </a:cubicBezTo>
                <a:cubicBezTo>
                  <a:pt x="73304" y="8563"/>
                  <a:pt x="74549" y="8140"/>
                  <a:pt x="75769" y="7766"/>
                </a:cubicBezTo>
                <a:close/>
                <a:moveTo>
                  <a:pt x="76291" y="7592"/>
                </a:moveTo>
                <a:cubicBezTo>
                  <a:pt x="75644" y="8214"/>
                  <a:pt x="74997" y="8936"/>
                  <a:pt x="74400" y="9683"/>
                </a:cubicBezTo>
                <a:cubicBezTo>
                  <a:pt x="74375" y="9683"/>
                  <a:pt x="74375" y="9658"/>
                  <a:pt x="74350" y="9658"/>
                </a:cubicBezTo>
                <a:cubicBezTo>
                  <a:pt x="74922" y="8936"/>
                  <a:pt x="75545" y="8239"/>
                  <a:pt x="76167" y="7617"/>
                </a:cubicBezTo>
                <a:cubicBezTo>
                  <a:pt x="76217" y="7617"/>
                  <a:pt x="76267" y="7592"/>
                  <a:pt x="76291" y="7592"/>
                </a:cubicBezTo>
                <a:close/>
                <a:moveTo>
                  <a:pt x="70566" y="2589"/>
                </a:moveTo>
                <a:cubicBezTo>
                  <a:pt x="72782" y="3112"/>
                  <a:pt x="75022" y="4431"/>
                  <a:pt x="77163" y="6472"/>
                </a:cubicBezTo>
                <a:cubicBezTo>
                  <a:pt x="76963" y="6671"/>
                  <a:pt x="76739" y="6845"/>
                  <a:pt x="76515" y="7069"/>
                </a:cubicBezTo>
                <a:cubicBezTo>
                  <a:pt x="74773" y="7592"/>
                  <a:pt x="73031" y="8189"/>
                  <a:pt x="71263" y="8861"/>
                </a:cubicBezTo>
                <a:lnTo>
                  <a:pt x="71164" y="8861"/>
                </a:lnTo>
                <a:cubicBezTo>
                  <a:pt x="71114" y="8861"/>
                  <a:pt x="71039" y="8837"/>
                  <a:pt x="70940" y="8837"/>
                </a:cubicBezTo>
                <a:cubicBezTo>
                  <a:pt x="70542" y="8762"/>
                  <a:pt x="70118" y="8712"/>
                  <a:pt x="69670" y="8687"/>
                </a:cubicBezTo>
                <a:cubicBezTo>
                  <a:pt x="69571" y="8687"/>
                  <a:pt x="69471" y="8637"/>
                  <a:pt x="69397" y="8637"/>
                </a:cubicBezTo>
                <a:lnTo>
                  <a:pt x="69247" y="8637"/>
                </a:lnTo>
                <a:cubicBezTo>
                  <a:pt x="68675" y="8613"/>
                  <a:pt x="68102" y="8588"/>
                  <a:pt x="67530" y="8588"/>
                </a:cubicBezTo>
                <a:cubicBezTo>
                  <a:pt x="67057" y="8588"/>
                  <a:pt x="66584" y="8613"/>
                  <a:pt x="66136" y="8613"/>
                </a:cubicBezTo>
                <a:cubicBezTo>
                  <a:pt x="65862" y="8613"/>
                  <a:pt x="65613" y="8637"/>
                  <a:pt x="65389" y="8687"/>
                </a:cubicBezTo>
                <a:cubicBezTo>
                  <a:pt x="65165" y="8712"/>
                  <a:pt x="64966" y="8712"/>
                  <a:pt x="64767" y="8737"/>
                </a:cubicBezTo>
                <a:cubicBezTo>
                  <a:pt x="64418" y="8787"/>
                  <a:pt x="64045" y="8812"/>
                  <a:pt x="63697" y="8861"/>
                </a:cubicBezTo>
                <a:cubicBezTo>
                  <a:pt x="63647" y="8861"/>
                  <a:pt x="63547" y="8911"/>
                  <a:pt x="63473" y="8911"/>
                </a:cubicBezTo>
                <a:cubicBezTo>
                  <a:pt x="63348" y="8911"/>
                  <a:pt x="63273" y="8936"/>
                  <a:pt x="63149" y="8961"/>
                </a:cubicBezTo>
                <a:cubicBezTo>
                  <a:pt x="62427" y="9061"/>
                  <a:pt x="61680" y="9210"/>
                  <a:pt x="60934" y="9359"/>
                </a:cubicBezTo>
                <a:cubicBezTo>
                  <a:pt x="60336" y="9484"/>
                  <a:pt x="59739" y="9608"/>
                  <a:pt x="59166" y="9782"/>
                </a:cubicBezTo>
                <a:cubicBezTo>
                  <a:pt x="59739" y="8214"/>
                  <a:pt x="60461" y="6945"/>
                  <a:pt x="61332" y="5850"/>
                </a:cubicBezTo>
                <a:cubicBezTo>
                  <a:pt x="64468" y="4481"/>
                  <a:pt x="67580" y="3385"/>
                  <a:pt x="70566" y="2589"/>
                </a:cubicBezTo>
                <a:close/>
                <a:moveTo>
                  <a:pt x="71736" y="9110"/>
                </a:moveTo>
                <a:cubicBezTo>
                  <a:pt x="72533" y="9285"/>
                  <a:pt x="73280" y="9459"/>
                  <a:pt x="74026" y="9733"/>
                </a:cubicBezTo>
                <a:lnTo>
                  <a:pt x="74001" y="9782"/>
                </a:lnTo>
                <a:cubicBezTo>
                  <a:pt x="73902" y="9733"/>
                  <a:pt x="73827" y="9708"/>
                  <a:pt x="73753" y="9708"/>
                </a:cubicBezTo>
                <a:cubicBezTo>
                  <a:pt x="73578" y="9658"/>
                  <a:pt x="73429" y="9608"/>
                  <a:pt x="73255" y="9558"/>
                </a:cubicBezTo>
                <a:cubicBezTo>
                  <a:pt x="73080" y="9484"/>
                  <a:pt x="72906" y="9459"/>
                  <a:pt x="72757" y="9434"/>
                </a:cubicBezTo>
                <a:cubicBezTo>
                  <a:pt x="72707" y="9434"/>
                  <a:pt x="72682" y="9409"/>
                  <a:pt x="72657" y="9409"/>
                </a:cubicBezTo>
                <a:lnTo>
                  <a:pt x="72632" y="9409"/>
                </a:lnTo>
                <a:cubicBezTo>
                  <a:pt x="72458" y="9359"/>
                  <a:pt x="72284" y="9310"/>
                  <a:pt x="72135" y="9285"/>
                </a:cubicBezTo>
                <a:cubicBezTo>
                  <a:pt x="71935" y="9235"/>
                  <a:pt x="71786" y="9185"/>
                  <a:pt x="71662" y="9160"/>
                </a:cubicBezTo>
                <a:cubicBezTo>
                  <a:pt x="71687" y="9160"/>
                  <a:pt x="71687" y="9160"/>
                  <a:pt x="71736" y="9110"/>
                </a:cubicBezTo>
                <a:close/>
                <a:moveTo>
                  <a:pt x="60983" y="5999"/>
                </a:moveTo>
                <a:cubicBezTo>
                  <a:pt x="60187" y="7069"/>
                  <a:pt x="59490" y="8339"/>
                  <a:pt x="58942" y="9782"/>
                </a:cubicBezTo>
                <a:cubicBezTo>
                  <a:pt x="58922" y="9782"/>
                  <a:pt x="58884" y="9782"/>
                  <a:pt x="58872" y="9796"/>
                </a:cubicBezTo>
                <a:lnTo>
                  <a:pt x="58872" y="9796"/>
                </a:lnTo>
                <a:cubicBezTo>
                  <a:pt x="59419" y="8357"/>
                  <a:pt x="60089" y="7116"/>
                  <a:pt x="60859" y="6074"/>
                </a:cubicBezTo>
                <a:cubicBezTo>
                  <a:pt x="60909" y="6049"/>
                  <a:pt x="60934" y="6049"/>
                  <a:pt x="60983" y="5999"/>
                </a:cubicBezTo>
                <a:close/>
                <a:moveTo>
                  <a:pt x="106582" y="9856"/>
                </a:moveTo>
                <a:lnTo>
                  <a:pt x="106582" y="9856"/>
                </a:lnTo>
                <a:cubicBezTo>
                  <a:pt x="106582" y="9857"/>
                  <a:pt x="106583" y="9857"/>
                  <a:pt x="106584" y="9857"/>
                </a:cubicBezTo>
                <a:cubicBezTo>
                  <a:pt x="106595" y="9857"/>
                  <a:pt x="106601" y="9867"/>
                  <a:pt x="106607" y="9878"/>
                </a:cubicBezTo>
                <a:lnTo>
                  <a:pt x="106607" y="9878"/>
                </a:lnTo>
                <a:cubicBezTo>
                  <a:pt x="106598" y="9871"/>
                  <a:pt x="106590" y="9864"/>
                  <a:pt x="106582" y="9856"/>
                </a:cubicBezTo>
                <a:close/>
                <a:moveTo>
                  <a:pt x="67430" y="8712"/>
                </a:moveTo>
                <a:cubicBezTo>
                  <a:pt x="68028" y="8712"/>
                  <a:pt x="68625" y="8737"/>
                  <a:pt x="69173" y="8762"/>
                </a:cubicBezTo>
                <a:cubicBezTo>
                  <a:pt x="69272" y="8762"/>
                  <a:pt x="69397" y="8812"/>
                  <a:pt x="69496" y="8812"/>
                </a:cubicBezTo>
                <a:cubicBezTo>
                  <a:pt x="69670" y="8837"/>
                  <a:pt x="69820" y="8837"/>
                  <a:pt x="70019" y="8861"/>
                </a:cubicBezTo>
                <a:lnTo>
                  <a:pt x="70766" y="8961"/>
                </a:lnTo>
                <a:cubicBezTo>
                  <a:pt x="70840" y="8986"/>
                  <a:pt x="70840" y="8986"/>
                  <a:pt x="70815" y="8986"/>
                </a:cubicBezTo>
                <a:cubicBezTo>
                  <a:pt x="70790" y="8986"/>
                  <a:pt x="70790" y="8986"/>
                  <a:pt x="70766" y="9036"/>
                </a:cubicBezTo>
                <a:lnTo>
                  <a:pt x="70641" y="9036"/>
                </a:lnTo>
                <a:cubicBezTo>
                  <a:pt x="70293" y="8961"/>
                  <a:pt x="69919" y="8936"/>
                  <a:pt x="69571" y="8911"/>
                </a:cubicBezTo>
                <a:cubicBezTo>
                  <a:pt x="69496" y="8911"/>
                  <a:pt x="69397" y="8861"/>
                  <a:pt x="69297" y="8861"/>
                </a:cubicBezTo>
                <a:lnTo>
                  <a:pt x="69073" y="8861"/>
                </a:lnTo>
                <a:cubicBezTo>
                  <a:pt x="68550" y="8837"/>
                  <a:pt x="68028" y="8812"/>
                  <a:pt x="67505" y="8812"/>
                </a:cubicBezTo>
                <a:cubicBezTo>
                  <a:pt x="67032" y="8812"/>
                  <a:pt x="66559" y="8837"/>
                  <a:pt x="66086" y="8837"/>
                </a:cubicBezTo>
                <a:lnTo>
                  <a:pt x="65937" y="8837"/>
                </a:lnTo>
                <a:cubicBezTo>
                  <a:pt x="65812" y="8837"/>
                  <a:pt x="65713" y="8861"/>
                  <a:pt x="65588" y="8861"/>
                </a:cubicBezTo>
                <a:cubicBezTo>
                  <a:pt x="65538" y="8861"/>
                  <a:pt x="65439" y="8861"/>
                  <a:pt x="65389" y="8911"/>
                </a:cubicBezTo>
                <a:cubicBezTo>
                  <a:pt x="65165" y="8936"/>
                  <a:pt x="64966" y="8936"/>
                  <a:pt x="64767" y="8961"/>
                </a:cubicBezTo>
                <a:cubicBezTo>
                  <a:pt x="64642" y="8961"/>
                  <a:pt x="64518" y="8986"/>
                  <a:pt x="64344" y="8986"/>
                </a:cubicBezTo>
                <a:lnTo>
                  <a:pt x="63697" y="9085"/>
                </a:lnTo>
                <a:cubicBezTo>
                  <a:pt x="63647" y="9085"/>
                  <a:pt x="63547" y="9110"/>
                  <a:pt x="63473" y="9110"/>
                </a:cubicBezTo>
                <a:lnTo>
                  <a:pt x="62726" y="9210"/>
                </a:lnTo>
                <a:lnTo>
                  <a:pt x="61805" y="9409"/>
                </a:lnTo>
                <a:cubicBezTo>
                  <a:pt x="61556" y="9434"/>
                  <a:pt x="61307" y="9484"/>
                  <a:pt x="61058" y="9534"/>
                </a:cubicBezTo>
                <a:cubicBezTo>
                  <a:pt x="60710" y="9583"/>
                  <a:pt x="60336" y="9683"/>
                  <a:pt x="59963" y="9782"/>
                </a:cubicBezTo>
                <a:cubicBezTo>
                  <a:pt x="59739" y="9832"/>
                  <a:pt x="59565" y="9857"/>
                  <a:pt x="59341" y="9932"/>
                </a:cubicBezTo>
                <a:lnTo>
                  <a:pt x="58967" y="10031"/>
                </a:lnTo>
                <a:lnTo>
                  <a:pt x="58967" y="9982"/>
                </a:lnTo>
                <a:lnTo>
                  <a:pt x="58967" y="9957"/>
                </a:lnTo>
                <a:cubicBezTo>
                  <a:pt x="60486" y="9558"/>
                  <a:pt x="61954" y="9235"/>
                  <a:pt x="63398" y="9011"/>
                </a:cubicBezTo>
                <a:cubicBezTo>
                  <a:pt x="63448" y="9011"/>
                  <a:pt x="63547" y="8986"/>
                  <a:pt x="63597" y="8986"/>
                </a:cubicBezTo>
                <a:cubicBezTo>
                  <a:pt x="63945" y="8936"/>
                  <a:pt x="64319" y="8911"/>
                  <a:pt x="64667" y="8861"/>
                </a:cubicBezTo>
                <a:cubicBezTo>
                  <a:pt x="64891" y="8837"/>
                  <a:pt x="65066" y="8837"/>
                  <a:pt x="65290" y="8812"/>
                </a:cubicBezTo>
                <a:cubicBezTo>
                  <a:pt x="65538" y="8762"/>
                  <a:pt x="65787" y="8762"/>
                  <a:pt x="66036" y="8737"/>
                </a:cubicBezTo>
                <a:cubicBezTo>
                  <a:pt x="66509" y="8712"/>
                  <a:pt x="66957" y="8712"/>
                  <a:pt x="67430" y="8712"/>
                </a:cubicBezTo>
                <a:close/>
                <a:moveTo>
                  <a:pt x="74474" y="9932"/>
                </a:moveTo>
                <a:cubicBezTo>
                  <a:pt x="75370" y="10255"/>
                  <a:pt x="76217" y="10679"/>
                  <a:pt x="76988" y="11176"/>
                </a:cubicBezTo>
                <a:cubicBezTo>
                  <a:pt x="77735" y="11649"/>
                  <a:pt x="78457" y="12222"/>
                  <a:pt x="79079" y="12844"/>
                </a:cubicBezTo>
                <a:cubicBezTo>
                  <a:pt x="79005" y="12844"/>
                  <a:pt x="78980" y="12819"/>
                  <a:pt x="78955" y="12794"/>
                </a:cubicBezTo>
                <a:cubicBezTo>
                  <a:pt x="78731" y="12570"/>
                  <a:pt x="78507" y="12396"/>
                  <a:pt x="78283" y="12197"/>
                </a:cubicBezTo>
                <a:cubicBezTo>
                  <a:pt x="78233" y="12147"/>
                  <a:pt x="78158" y="12097"/>
                  <a:pt x="78108" y="12048"/>
                </a:cubicBezTo>
                <a:lnTo>
                  <a:pt x="78034" y="11973"/>
                </a:lnTo>
                <a:cubicBezTo>
                  <a:pt x="77860" y="11824"/>
                  <a:pt x="77636" y="11674"/>
                  <a:pt x="77461" y="11550"/>
                </a:cubicBezTo>
                <a:cubicBezTo>
                  <a:pt x="77387" y="11475"/>
                  <a:pt x="77287" y="11450"/>
                  <a:pt x="77237" y="11400"/>
                </a:cubicBezTo>
                <a:cubicBezTo>
                  <a:pt x="77138" y="11326"/>
                  <a:pt x="77088" y="11301"/>
                  <a:pt x="76988" y="11226"/>
                </a:cubicBezTo>
                <a:cubicBezTo>
                  <a:pt x="76963" y="11226"/>
                  <a:pt x="76963" y="11201"/>
                  <a:pt x="76914" y="11201"/>
                </a:cubicBezTo>
                <a:cubicBezTo>
                  <a:pt x="76889" y="11176"/>
                  <a:pt x="76864" y="11176"/>
                  <a:pt x="76864" y="11127"/>
                </a:cubicBezTo>
                <a:cubicBezTo>
                  <a:pt x="76739" y="11077"/>
                  <a:pt x="76640" y="10977"/>
                  <a:pt x="76515" y="10927"/>
                </a:cubicBezTo>
                <a:cubicBezTo>
                  <a:pt x="76466" y="10878"/>
                  <a:pt x="76391" y="10828"/>
                  <a:pt x="76341" y="10803"/>
                </a:cubicBezTo>
                <a:cubicBezTo>
                  <a:pt x="76117" y="10679"/>
                  <a:pt x="75893" y="10579"/>
                  <a:pt x="75669" y="10479"/>
                </a:cubicBezTo>
                <a:cubicBezTo>
                  <a:pt x="75570" y="10430"/>
                  <a:pt x="75470" y="10355"/>
                  <a:pt x="75370" y="10330"/>
                </a:cubicBezTo>
                <a:cubicBezTo>
                  <a:pt x="75196" y="10255"/>
                  <a:pt x="75097" y="10206"/>
                  <a:pt x="74922" y="10131"/>
                </a:cubicBezTo>
                <a:lnTo>
                  <a:pt x="74474" y="9957"/>
                </a:lnTo>
                <a:lnTo>
                  <a:pt x="74474" y="9932"/>
                </a:lnTo>
                <a:close/>
                <a:moveTo>
                  <a:pt x="106687" y="9948"/>
                </a:moveTo>
                <a:cubicBezTo>
                  <a:pt x="106865" y="10088"/>
                  <a:pt x="107027" y="10249"/>
                  <a:pt x="107231" y="10430"/>
                </a:cubicBezTo>
                <a:lnTo>
                  <a:pt x="107256" y="10454"/>
                </a:lnTo>
                <a:cubicBezTo>
                  <a:pt x="107405" y="10604"/>
                  <a:pt x="107580" y="10728"/>
                  <a:pt x="107729" y="10903"/>
                </a:cubicBezTo>
                <a:lnTo>
                  <a:pt x="108028" y="11201"/>
                </a:lnTo>
                <a:cubicBezTo>
                  <a:pt x="108127" y="11301"/>
                  <a:pt x="108227" y="11425"/>
                  <a:pt x="108301" y="11525"/>
                </a:cubicBezTo>
                <a:cubicBezTo>
                  <a:pt x="108575" y="11799"/>
                  <a:pt x="108849" y="12097"/>
                  <a:pt x="109098" y="12421"/>
                </a:cubicBezTo>
                <a:cubicBezTo>
                  <a:pt x="109123" y="12446"/>
                  <a:pt x="109123" y="12471"/>
                  <a:pt x="109148" y="12520"/>
                </a:cubicBezTo>
                <a:cubicBezTo>
                  <a:pt x="109222" y="12595"/>
                  <a:pt x="109297" y="12695"/>
                  <a:pt x="109372" y="12794"/>
                </a:cubicBezTo>
                <a:cubicBezTo>
                  <a:pt x="109496" y="12944"/>
                  <a:pt x="109596" y="13068"/>
                  <a:pt x="109720" y="13217"/>
                </a:cubicBezTo>
                <a:lnTo>
                  <a:pt x="109048" y="12471"/>
                </a:lnTo>
                <a:cubicBezTo>
                  <a:pt x="108998" y="12396"/>
                  <a:pt x="108899" y="12296"/>
                  <a:pt x="108849" y="12197"/>
                </a:cubicBezTo>
                <a:cubicBezTo>
                  <a:pt x="108725" y="12048"/>
                  <a:pt x="108600" y="11923"/>
                  <a:pt x="108476" y="11774"/>
                </a:cubicBezTo>
                <a:cubicBezTo>
                  <a:pt x="108401" y="11699"/>
                  <a:pt x="108351" y="11649"/>
                  <a:pt x="108277" y="11550"/>
                </a:cubicBezTo>
                <a:cubicBezTo>
                  <a:pt x="108177" y="11450"/>
                  <a:pt x="108127" y="11351"/>
                  <a:pt x="108028" y="11276"/>
                </a:cubicBezTo>
                <a:lnTo>
                  <a:pt x="107978" y="11201"/>
                </a:lnTo>
                <a:cubicBezTo>
                  <a:pt x="107903" y="11127"/>
                  <a:pt x="107878" y="11077"/>
                  <a:pt x="107804" y="11052"/>
                </a:cubicBezTo>
                <a:cubicBezTo>
                  <a:pt x="107461" y="10670"/>
                  <a:pt x="107054" y="10271"/>
                  <a:pt x="106687" y="9948"/>
                </a:cubicBezTo>
                <a:close/>
                <a:moveTo>
                  <a:pt x="86845" y="5402"/>
                </a:moveTo>
                <a:lnTo>
                  <a:pt x="86945" y="5427"/>
                </a:lnTo>
                <a:cubicBezTo>
                  <a:pt x="89782" y="7492"/>
                  <a:pt x="91799" y="10430"/>
                  <a:pt x="92894" y="14089"/>
                </a:cubicBezTo>
                <a:lnTo>
                  <a:pt x="92819" y="14089"/>
                </a:lnTo>
                <a:cubicBezTo>
                  <a:pt x="91724" y="10430"/>
                  <a:pt x="89708" y="7492"/>
                  <a:pt x="86845" y="5402"/>
                </a:cubicBezTo>
                <a:close/>
                <a:moveTo>
                  <a:pt x="110392" y="14313"/>
                </a:moveTo>
                <a:cubicBezTo>
                  <a:pt x="110395" y="14318"/>
                  <a:pt x="110397" y="14323"/>
                  <a:pt x="110400" y="14328"/>
                </a:cubicBezTo>
                <a:lnTo>
                  <a:pt x="110400" y="14328"/>
                </a:lnTo>
                <a:cubicBezTo>
                  <a:pt x="110395" y="14323"/>
                  <a:pt x="110392" y="14319"/>
                  <a:pt x="110392" y="14313"/>
                </a:cubicBezTo>
                <a:close/>
                <a:moveTo>
                  <a:pt x="95582" y="14163"/>
                </a:moveTo>
                <a:lnTo>
                  <a:pt x="94761" y="14238"/>
                </a:lnTo>
                <a:cubicBezTo>
                  <a:pt x="94213" y="14288"/>
                  <a:pt x="93690" y="14313"/>
                  <a:pt x="93143" y="14337"/>
                </a:cubicBezTo>
                <a:cubicBezTo>
                  <a:pt x="93143" y="14313"/>
                  <a:pt x="93093" y="14288"/>
                  <a:pt x="93093" y="14238"/>
                </a:cubicBezTo>
                <a:cubicBezTo>
                  <a:pt x="93922" y="14189"/>
                  <a:pt x="94775" y="14164"/>
                  <a:pt x="95582" y="14163"/>
                </a:cubicBezTo>
                <a:close/>
                <a:moveTo>
                  <a:pt x="92944" y="14288"/>
                </a:moveTo>
                <a:cubicBezTo>
                  <a:pt x="92944" y="14313"/>
                  <a:pt x="92968" y="14337"/>
                  <a:pt x="92968" y="14387"/>
                </a:cubicBezTo>
                <a:lnTo>
                  <a:pt x="92919" y="14387"/>
                </a:lnTo>
                <a:cubicBezTo>
                  <a:pt x="92894" y="14313"/>
                  <a:pt x="92894" y="14288"/>
                  <a:pt x="92894" y="14288"/>
                </a:cubicBezTo>
                <a:close/>
                <a:moveTo>
                  <a:pt x="95557" y="14362"/>
                </a:moveTo>
                <a:cubicBezTo>
                  <a:pt x="95134" y="14412"/>
                  <a:pt x="94686" y="14462"/>
                  <a:pt x="94263" y="14537"/>
                </a:cubicBezTo>
                <a:cubicBezTo>
                  <a:pt x="94064" y="14562"/>
                  <a:pt x="93840" y="14562"/>
                  <a:pt x="93665" y="14586"/>
                </a:cubicBezTo>
                <a:cubicBezTo>
                  <a:pt x="93466" y="14661"/>
                  <a:pt x="93392" y="14686"/>
                  <a:pt x="93267" y="14686"/>
                </a:cubicBezTo>
                <a:lnTo>
                  <a:pt x="93267" y="14636"/>
                </a:lnTo>
                <a:cubicBezTo>
                  <a:pt x="93367" y="14586"/>
                  <a:pt x="93516" y="14562"/>
                  <a:pt x="93641" y="14562"/>
                </a:cubicBezTo>
                <a:cubicBezTo>
                  <a:pt x="93964" y="14487"/>
                  <a:pt x="94313" y="14462"/>
                  <a:pt x="94661" y="14437"/>
                </a:cubicBezTo>
                <a:cubicBezTo>
                  <a:pt x="94711" y="14437"/>
                  <a:pt x="94786" y="14412"/>
                  <a:pt x="94835" y="14412"/>
                </a:cubicBezTo>
                <a:cubicBezTo>
                  <a:pt x="95010" y="14412"/>
                  <a:pt x="95134" y="14412"/>
                  <a:pt x="95283" y="14362"/>
                </a:cubicBezTo>
                <a:close/>
                <a:moveTo>
                  <a:pt x="97623" y="14263"/>
                </a:moveTo>
                <a:cubicBezTo>
                  <a:pt x="97996" y="14263"/>
                  <a:pt x="98345" y="14263"/>
                  <a:pt x="98743" y="14288"/>
                </a:cubicBezTo>
                <a:cubicBezTo>
                  <a:pt x="98942" y="14288"/>
                  <a:pt x="99166" y="14313"/>
                  <a:pt x="99390" y="14313"/>
                </a:cubicBezTo>
                <a:lnTo>
                  <a:pt x="99614" y="14313"/>
                </a:lnTo>
                <a:cubicBezTo>
                  <a:pt x="100411" y="14412"/>
                  <a:pt x="101232" y="14537"/>
                  <a:pt x="102004" y="14686"/>
                </a:cubicBezTo>
                <a:cubicBezTo>
                  <a:pt x="101158" y="14537"/>
                  <a:pt x="100311" y="14437"/>
                  <a:pt x="99490" y="14387"/>
                </a:cubicBezTo>
                <a:cubicBezTo>
                  <a:pt x="98868" y="14313"/>
                  <a:pt x="98245" y="14288"/>
                  <a:pt x="97623" y="14263"/>
                </a:cubicBezTo>
                <a:close/>
                <a:moveTo>
                  <a:pt x="90778" y="5252"/>
                </a:moveTo>
                <a:cubicBezTo>
                  <a:pt x="91475" y="5252"/>
                  <a:pt x="92172" y="5302"/>
                  <a:pt x="92844" y="5327"/>
                </a:cubicBezTo>
                <a:cubicBezTo>
                  <a:pt x="93143" y="5352"/>
                  <a:pt x="93417" y="5377"/>
                  <a:pt x="93690" y="5377"/>
                </a:cubicBezTo>
                <a:cubicBezTo>
                  <a:pt x="94064" y="5427"/>
                  <a:pt x="94462" y="5451"/>
                  <a:pt x="94835" y="5476"/>
                </a:cubicBezTo>
                <a:cubicBezTo>
                  <a:pt x="95184" y="5501"/>
                  <a:pt x="95532" y="5576"/>
                  <a:pt x="95881" y="5626"/>
                </a:cubicBezTo>
                <a:cubicBezTo>
                  <a:pt x="96155" y="5675"/>
                  <a:pt x="96453" y="5725"/>
                  <a:pt x="96752" y="5750"/>
                </a:cubicBezTo>
                <a:cubicBezTo>
                  <a:pt x="97125" y="5825"/>
                  <a:pt x="97499" y="5924"/>
                  <a:pt x="97872" y="5999"/>
                </a:cubicBezTo>
                <a:cubicBezTo>
                  <a:pt x="98121" y="6074"/>
                  <a:pt x="98320" y="6099"/>
                  <a:pt x="98544" y="6173"/>
                </a:cubicBezTo>
                <a:cubicBezTo>
                  <a:pt x="100934" y="8413"/>
                  <a:pt x="102651" y="11326"/>
                  <a:pt x="103622" y="14810"/>
                </a:cubicBezTo>
                <a:cubicBezTo>
                  <a:pt x="103398" y="14761"/>
                  <a:pt x="103149" y="14686"/>
                  <a:pt x="102900" y="14661"/>
                </a:cubicBezTo>
                <a:cubicBezTo>
                  <a:pt x="102850" y="14661"/>
                  <a:pt x="102751" y="14636"/>
                  <a:pt x="102676" y="14636"/>
                </a:cubicBezTo>
                <a:cubicBezTo>
                  <a:pt x="102402" y="14562"/>
                  <a:pt x="102153" y="14512"/>
                  <a:pt x="101880" y="14462"/>
                </a:cubicBezTo>
                <a:cubicBezTo>
                  <a:pt x="101780" y="14437"/>
                  <a:pt x="101680" y="14437"/>
                  <a:pt x="101606" y="14437"/>
                </a:cubicBezTo>
                <a:cubicBezTo>
                  <a:pt x="101357" y="14412"/>
                  <a:pt x="101108" y="14337"/>
                  <a:pt x="100859" y="14313"/>
                </a:cubicBezTo>
                <a:cubicBezTo>
                  <a:pt x="100735" y="14288"/>
                  <a:pt x="100610" y="14288"/>
                  <a:pt x="100486" y="14288"/>
                </a:cubicBezTo>
                <a:cubicBezTo>
                  <a:pt x="100262" y="14263"/>
                  <a:pt x="100038" y="14213"/>
                  <a:pt x="99789" y="14213"/>
                </a:cubicBezTo>
                <a:lnTo>
                  <a:pt x="99565" y="14213"/>
                </a:lnTo>
                <a:cubicBezTo>
                  <a:pt x="98377" y="14097"/>
                  <a:pt x="97138" y="14032"/>
                  <a:pt x="95864" y="14032"/>
                </a:cubicBezTo>
                <a:cubicBezTo>
                  <a:pt x="94949" y="14032"/>
                  <a:pt x="94015" y="14066"/>
                  <a:pt x="93068" y="14138"/>
                </a:cubicBezTo>
                <a:cubicBezTo>
                  <a:pt x="92023" y="10479"/>
                  <a:pt x="90031" y="7542"/>
                  <a:pt x="87219" y="5451"/>
                </a:cubicBezTo>
                <a:cubicBezTo>
                  <a:pt x="87318" y="5451"/>
                  <a:pt x="87418" y="5427"/>
                  <a:pt x="87542" y="5427"/>
                </a:cubicBezTo>
                <a:lnTo>
                  <a:pt x="88563" y="5327"/>
                </a:lnTo>
                <a:cubicBezTo>
                  <a:pt x="89309" y="5302"/>
                  <a:pt x="90056" y="5252"/>
                  <a:pt x="90778" y="5252"/>
                </a:cubicBezTo>
                <a:close/>
                <a:moveTo>
                  <a:pt x="48115" y="10056"/>
                </a:moveTo>
                <a:cubicBezTo>
                  <a:pt x="46173" y="11176"/>
                  <a:pt x="43609" y="12769"/>
                  <a:pt x="41867" y="13964"/>
                </a:cubicBezTo>
                <a:cubicBezTo>
                  <a:pt x="41444" y="14263"/>
                  <a:pt x="41046" y="14537"/>
                  <a:pt x="40573" y="14885"/>
                </a:cubicBezTo>
                <a:lnTo>
                  <a:pt x="40448" y="14885"/>
                </a:lnTo>
                <a:cubicBezTo>
                  <a:pt x="41892" y="13889"/>
                  <a:pt x="43311" y="12944"/>
                  <a:pt x="44729" y="12048"/>
                </a:cubicBezTo>
                <a:cubicBezTo>
                  <a:pt x="45153" y="11774"/>
                  <a:pt x="45601" y="11525"/>
                  <a:pt x="45999" y="11276"/>
                </a:cubicBezTo>
                <a:cubicBezTo>
                  <a:pt x="46721" y="10828"/>
                  <a:pt x="47393" y="10430"/>
                  <a:pt x="48115" y="10056"/>
                </a:cubicBezTo>
                <a:close/>
                <a:moveTo>
                  <a:pt x="98942" y="6248"/>
                </a:moveTo>
                <a:cubicBezTo>
                  <a:pt x="99017" y="6298"/>
                  <a:pt x="99042" y="6323"/>
                  <a:pt x="99067" y="6323"/>
                </a:cubicBezTo>
                <a:cubicBezTo>
                  <a:pt x="101357" y="8588"/>
                  <a:pt x="102975" y="11450"/>
                  <a:pt x="103896" y="14885"/>
                </a:cubicBezTo>
                <a:cubicBezTo>
                  <a:pt x="103871" y="14885"/>
                  <a:pt x="103846" y="14885"/>
                  <a:pt x="103846" y="14835"/>
                </a:cubicBezTo>
                <a:cubicBezTo>
                  <a:pt x="102900" y="11400"/>
                  <a:pt x="101257" y="8538"/>
                  <a:pt x="98942" y="6248"/>
                </a:cubicBezTo>
                <a:close/>
                <a:moveTo>
                  <a:pt x="99440" y="6472"/>
                </a:moveTo>
                <a:lnTo>
                  <a:pt x="99440" y="6472"/>
                </a:lnTo>
                <a:cubicBezTo>
                  <a:pt x="99540" y="6497"/>
                  <a:pt x="99614" y="6522"/>
                  <a:pt x="99689" y="6522"/>
                </a:cubicBezTo>
                <a:cubicBezTo>
                  <a:pt x="99888" y="6596"/>
                  <a:pt x="100112" y="6646"/>
                  <a:pt x="100311" y="6721"/>
                </a:cubicBezTo>
                <a:cubicBezTo>
                  <a:pt x="100386" y="6721"/>
                  <a:pt x="100436" y="6746"/>
                  <a:pt x="100535" y="6796"/>
                </a:cubicBezTo>
                <a:cubicBezTo>
                  <a:pt x="102776" y="9110"/>
                  <a:pt x="104269" y="12048"/>
                  <a:pt x="105090" y="15209"/>
                </a:cubicBezTo>
                <a:cubicBezTo>
                  <a:pt x="105016" y="15184"/>
                  <a:pt x="104991" y="15184"/>
                  <a:pt x="104916" y="15184"/>
                </a:cubicBezTo>
                <a:cubicBezTo>
                  <a:pt x="104866" y="15184"/>
                  <a:pt x="104842" y="15159"/>
                  <a:pt x="104767" y="15159"/>
                </a:cubicBezTo>
                <a:lnTo>
                  <a:pt x="104120" y="14960"/>
                </a:lnTo>
                <a:cubicBezTo>
                  <a:pt x="103224" y="11575"/>
                  <a:pt x="101631" y="8712"/>
                  <a:pt x="99440" y="6472"/>
                </a:cubicBezTo>
                <a:close/>
                <a:moveTo>
                  <a:pt x="100909" y="6920"/>
                </a:moveTo>
                <a:cubicBezTo>
                  <a:pt x="100934" y="6945"/>
                  <a:pt x="101008" y="6945"/>
                  <a:pt x="101033" y="6970"/>
                </a:cubicBezTo>
                <a:cubicBezTo>
                  <a:pt x="103149" y="9310"/>
                  <a:pt x="104543" y="12172"/>
                  <a:pt x="105339" y="15308"/>
                </a:cubicBezTo>
                <a:cubicBezTo>
                  <a:pt x="105290" y="15308"/>
                  <a:pt x="105290" y="15308"/>
                  <a:pt x="105265" y="15283"/>
                </a:cubicBezTo>
                <a:cubicBezTo>
                  <a:pt x="104493" y="12147"/>
                  <a:pt x="103049" y="9235"/>
                  <a:pt x="100909" y="6920"/>
                </a:cubicBezTo>
                <a:close/>
                <a:moveTo>
                  <a:pt x="67530" y="8961"/>
                </a:moveTo>
                <a:cubicBezTo>
                  <a:pt x="68077" y="8961"/>
                  <a:pt x="68650" y="8986"/>
                  <a:pt x="69173" y="9011"/>
                </a:cubicBezTo>
                <a:lnTo>
                  <a:pt x="69272" y="9011"/>
                </a:lnTo>
                <a:cubicBezTo>
                  <a:pt x="69397" y="9011"/>
                  <a:pt x="69521" y="9061"/>
                  <a:pt x="69621" y="9061"/>
                </a:cubicBezTo>
                <a:cubicBezTo>
                  <a:pt x="69745" y="9061"/>
                  <a:pt x="69820" y="9085"/>
                  <a:pt x="69944" y="9085"/>
                </a:cubicBezTo>
                <a:cubicBezTo>
                  <a:pt x="70118" y="9110"/>
                  <a:pt x="70268" y="9110"/>
                  <a:pt x="70417" y="9160"/>
                </a:cubicBezTo>
                <a:cubicBezTo>
                  <a:pt x="66310" y="10803"/>
                  <a:pt x="62103" y="12844"/>
                  <a:pt x="57847" y="15333"/>
                </a:cubicBezTo>
                <a:cubicBezTo>
                  <a:pt x="58046" y="13541"/>
                  <a:pt x="58420" y="11799"/>
                  <a:pt x="58967" y="10206"/>
                </a:cubicBezTo>
                <a:cubicBezTo>
                  <a:pt x="60560" y="9807"/>
                  <a:pt x="62079" y="9484"/>
                  <a:pt x="63547" y="9285"/>
                </a:cubicBezTo>
                <a:cubicBezTo>
                  <a:pt x="63572" y="9285"/>
                  <a:pt x="63647" y="9285"/>
                  <a:pt x="63672" y="9235"/>
                </a:cubicBezTo>
                <a:lnTo>
                  <a:pt x="63746" y="9235"/>
                </a:lnTo>
                <a:cubicBezTo>
                  <a:pt x="64095" y="9185"/>
                  <a:pt x="64443" y="9160"/>
                  <a:pt x="64792" y="9110"/>
                </a:cubicBezTo>
                <a:cubicBezTo>
                  <a:pt x="64991" y="9085"/>
                  <a:pt x="65190" y="9085"/>
                  <a:pt x="65414" y="9061"/>
                </a:cubicBezTo>
                <a:cubicBezTo>
                  <a:pt x="65663" y="9011"/>
                  <a:pt x="65862" y="9011"/>
                  <a:pt x="66136" y="8986"/>
                </a:cubicBezTo>
                <a:cubicBezTo>
                  <a:pt x="66584" y="8961"/>
                  <a:pt x="67057" y="8961"/>
                  <a:pt x="67530" y="8961"/>
                </a:cubicBezTo>
                <a:close/>
                <a:moveTo>
                  <a:pt x="40274" y="15084"/>
                </a:moveTo>
                <a:lnTo>
                  <a:pt x="40000" y="15283"/>
                </a:lnTo>
                <a:cubicBezTo>
                  <a:pt x="39950" y="15308"/>
                  <a:pt x="39901" y="15333"/>
                  <a:pt x="39876" y="15383"/>
                </a:cubicBezTo>
                <a:lnTo>
                  <a:pt x="39876" y="15333"/>
                </a:lnTo>
                <a:cubicBezTo>
                  <a:pt x="39876" y="15283"/>
                  <a:pt x="39926" y="15258"/>
                  <a:pt x="40000" y="15209"/>
                </a:cubicBezTo>
                <a:cubicBezTo>
                  <a:pt x="40025" y="15209"/>
                  <a:pt x="40025" y="15184"/>
                  <a:pt x="40050" y="15184"/>
                </a:cubicBezTo>
                <a:cubicBezTo>
                  <a:pt x="40075" y="15184"/>
                  <a:pt x="40100" y="15159"/>
                  <a:pt x="40150" y="15159"/>
                </a:cubicBezTo>
                <a:cubicBezTo>
                  <a:pt x="40174" y="15134"/>
                  <a:pt x="40199" y="15134"/>
                  <a:pt x="40274" y="15084"/>
                </a:cubicBezTo>
                <a:close/>
                <a:moveTo>
                  <a:pt x="110591" y="14163"/>
                </a:moveTo>
                <a:lnTo>
                  <a:pt x="110591" y="14163"/>
                </a:lnTo>
                <a:cubicBezTo>
                  <a:pt x="110741" y="14412"/>
                  <a:pt x="110890" y="14636"/>
                  <a:pt x="111064" y="14810"/>
                </a:cubicBezTo>
                <a:cubicBezTo>
                  <a:pt x="111201" y="15021"/>
                  <a:pt x="111347" y="15245"/>
                  <a:pt x="111496" y="15472"/>
                </a:cubicBezTo>
                <a:lnTo>
                  <a:pt x="111496" y="15472"/>
                </a:lnTo>
                <a:cubicBezTo>
                  <a:pt x="111250" y="15117"/>
                  <a:pt x="111073" y="14883"/>
                  <a:pt x="111015" y="14810"/>
                </a:cubicBezTo>
                <a:cubicBezTo>
                  <a:pt x="110965" y="14761"/>
                  <a:pt x="110940" y="14686"/>
                  <a:pt x="110865" y="14636"/>
                </a:cubicBezTo>
                <a:cubicBezTo>
                  <a:pt x="110840" y="14562"/>
                  <a:pt x="110766" y="14512"/>
                  <a:pt x="110741" y="14412"/>
                </a:cubicBezTo>
                <a:cubicBezTo>
                  <a:pt x="110741" y="14412"/>
                  <a:pt x="110741" y="14387"/>
                  <a:pt x="110716" y="14387"/>
                </a:cubicBezTo>
                <a:cubicBezTo>
                  <a:pt x="110691" y="14337"/>
                  <a:pt x="110691" y="14313"/>
                  <a:pt x="110641" y="14288"/>
                </a:cubicBezTo>
                <a:cubicBezTo>
                  <a:pt x="110616" y="14263"/>
                  <a:pt x="110591" y="14188"/>
                  <a:pt x="110591" y="14163"/>
                </a:cubicBezTo>
                <a:close/>
                <a:moveTo>
                  <a:pt x="58738" y="10296"/>
                </a:moveTo>
                <a:lnTo>
                  <a:pt x="58738" y="10296"/>
                </a:lnTo>
                <a:cubicBezTo>
                  <a:pt x="58193" y="11934"/>
                  <a:pt x="57822" y="13671"/>
                  <a:pt x="57623" y="15507"/>
                </a:cubicBezTo>
                <a:cubicBezTo>
                  <a:pt x="57598" y="15507"/>
                  <a:pt x="57598" y="15532"/>
                  <a:pt x="57573" y="15532"/>
                </a:cubicBezTo>
                <a:cubicBezTo>
                  <a:pt x="57748" y="13690"/>
                  <a:pt x="58096" y="11948"/>
                  <a:pt x="58693" y="10305"/>
                </a:cubicBezTo>
                <a:cubicBezTo>
                  <a:pt x="58711" y="10305"/>
                  <a:pt x="58730" y="10305"/>
                  <a:pt x="58738" y="10296"/>
                </a:cubicBezTo>
                <a:close/>
                <a:moveTo>
                  <a:pt x="39677" y="15458"/>
                </a:moveTo>
                <a:lnTo>
                  <a:pt x="39677" y="15507"/>
                </a:lnTo>
                <a:cubicBezTo>
                  <a:pt x="39627" y="15532"/>
                  <a:pt x="39577" y="15557"/>
                  <a:pt x="39527" y="15582"/>
                </a:cubicBezTo>
                <a:cubicBezTo>
                  <a:pt x="39552" y="15557"/>
                  <a:pt x="39552" y="15557"/>
                  <a:pt x="39577" y="15557"/>
                </a:cubicBezTo>
                <a:lnTo>
                  <a:pt x="39677" y="15458"/>
                </a:lnTo>
                <a:close/>
                <a:moveTo>
                  <a:pt x="62452" y="4082"/>
                </a:moveTo>
                <a:lnTo>
                  <a:pt x="62452" y="4082"/>
                </a:lnTo>
                <a:cubicBezTo>
                  <a:pt x="61954" y="4481"/>
                  <a:pt x="61506" y="4954"/>
                  <a:pt x="61083" y="5476"/>
                </a:cubicBezTo>
                <a:cubicBezTo>
                  <a:pt x="55209" y="8015"/>
                  <a:pt x="49210" y="11450"/>
                  <a:pt x="43286" y="15657"/>
                </a:cubicBezTo>
                <a:cubicBezTo>
                  <a:pt x="42390" y="15159"/>
                  <a:pt x="41618" y="14885"/>
                  <a:pt x="40946" y="14835"/>
                </a:cubicBezTo>
                <a:cubicBezTo>
                  <a:pt x="48239" y="9782"/>
                  <a:pt x="55632" y="6123"/>
                  <a:pt x="62452" y="4082"/>
                </a:cubicBezTo>
                <a:close/>
                <a:moveTo>
                  <a:pt x="70915" y="9235"/>
                </a:moveTo>
                <a:cubicBezTo>
                  <a:pt x="66659" y="10927"/>
                  <a:pt x="62228" y="13068"/>
                  <a:pt x="57822" y="15682"/>
                </a:cubicBezTo>
                <a:lnTo>
                  <a:pt x="57822" y="15632"/>
                </a:lnTo>
                <a:cubicBezTo>
                  <a:pt x="62178" y="13068"/>
                  <a:pt x="66534" y="10927"/>
                  <a:pt x="70815" y="9235"/>
                </a:cubicBezTo>
                <a:close/>
                <a:moveTo>
                  <a:pt x="86571" y="5451"/>
                </a:moveTo>
                <a:cubicBezTo>
                  <a:pt x="89484" y="7468"/>
                  <a:pt x="91550" y="10430"/>
                  <a:pt x="92645" y="14089"/>
                </a:cubicBezTo>
                <a:cubicBezTo>
                  <a:pt x="89832" y="14337"/>
                  <a:pt x="86845" y="14885"/>
                  <a:pt x="83759" y="15706"/>
                </a:cubicBezTo>
                <a:cubicBezTo>
                  <a:pt x="82390" y="12421"/>
                  <a:pt x="80573" y="9434"/>
                  <a:pt x="78283" y="6995"/>
                </a:cubicBezTo>
                <a:cubicBezTo>
                  <a:pt x="79477" y="6696"/>
                  <a:pt x="80622" y="6422"/>
                  <a:pt x="81767" y="6173"/>
                </a:cubicBezTo>
                <a:cubicBezTo>
                  <a:pt x="81892" y="6123"/>
                  <a:pt x="81991" y="6123"/>
                  <a:pt x="82116" y="6099"/>
                </a:cubicBezTo>
                <a:cubicBezTo>
                  <a:pt x="82763" y="5974"/>
                  <a:pt x="83410" y="5850"/>
                  <a:pt x="84033" y="5750"/>
                </a:cubicBezTo>
                <a:cubicBezTo>
                  <a:pt x="84306" y="5725"/>
                  <a:pt x="84555" y="5700"/>
                  <a:pt x="84829" y="5675"/>
                </a:cubicBezTo>
                <a:cubicBezTo>
                  <a:pt x="85327" y="5601"/>
                  <a:pt x="85825" y="5501"/>
                  <a:pt x="86323" y="5476"/>
                </a:cubicBezTo>
                <a:cubicBezTo>
                  <a:pt x="86422" y="5451"/>
                  <a:pt x="86472" y="5451"/>
                  <a:pt x="86571" y="5451"/>
                </a:cubicBezTo>
                <a:close/>
                <a:moveTo>
                  <a:pt x="60834" y="5750"/>
                </a:moveTo>
                <a:lnTo>
                  <a:pt x="60834" y="5750"/>
                </a:lnTo>
                <a:cubicBezTo>
                  <a:pt x="60809" y="5825"/>
                  <a:pt x="60784" y="5875"/>
                  <a:pt x="60734" y="5924"/>
                </a:cubicBezTo>
                <a:cubicBezTo>
                  <a:pt x="55109" y="8389"/>
                  <a:pt x="49285" y="11699"/>
                  <a:pt x="43535" y="15781"/>
                </a:cubicBezTo>
                <a:cubicBezTo>
                  <a:pt x="43510" y="15781"/>
                  <a:pt x="43510" y="15756"/>
                  <a:pt x="43460" y="15756"/>
                </a:cubicBezTo>
                <a:cubicBezTo>
                  <a:pt x="49235" y="11674"/>
                  <a:pt x="55109" y="8289"/>
                  <a:pt x="60834" y="5750"/>
                </a:cubicBezTo>
                <a:close/>
                <a:moveTo>
                  <a:pt x="40921" y="15034"/>
                </a:moveTo>
                <a:cubicBezTo>
                  <a:pt x="41046" y="15034"/>
                  <a:pt x="41170" y="15059"/>
                  <a:pt x="41319" y="15059"/>
                </a:cubicBezTo>
                <a:cubicBezTo>
                  <a:pt x="41867" y="15184"/>
                  <a:pt x="42440" y="15408"/>
                  <a:pt x="43112" y="15781"/>
                </a:cubicBezTo>
                <a:lnTo>
                  <a:pt x="43062" y="15806"/>
                </a:lnTo>
                <a:cubicBezTo>
                  <a:pt x="43012" y="15781"/>
                  <a:pt x="42987" y="15756"/>
                  <a:pt x="42912" y="15706"/>
                </a:cubicBezTo>
                <a:cubicBezTo>
                  <a:pt x="42863" y="15682"/>
                  <a:pt x="42813" y="15657"/>
                  <a:pt x="42763" y="15657"/>
                </a:cubicBezTo>
                <a:cubicBezTo>
                  <a:pt x="42664" y="15632"/>
                  <a:pt x="42564" y="15557"/>
                  <a:pt x="42489" y="15532"/>
                </a:cubicBezTo>
                <a:cubicBezTo>
                  <a:pt x="42415" y="15507"/>
                  <a:pt x="42365" y="15458"/>
                  <a:pt x="42265" y="15433"/>
                </a:cubicBezTo>
                <a:cubicBezTo>
                  <a:pt x="42191" y="15408"/>
                  <a:pt x="42141" y="15383"/>
                  <a:pt x="42066" y="15383"/>
                </a:cubicBezTo>
                <a:cubicBezTo>
                  <a:pt x="41991" y="15333"/>
                  <a:pt x="41917" y="15308"/>
                  <a:pt x="41867" y="15283"/>
                </a:cubicBezTo>
                <a:cubicBezTo>
                  <a:pt x="41792" y="15258"/>
                  <a:pt x="41767" y="15258"/>
                  <a:pt x="41693" y="15209"/>
                </a:cubicBezTo>
                <a:cubicBezTo>
                  <a:pt x="41643" y="15184"/>
                  <a:pt x="41543" y="15159"/>
                  <a:pt x="41494" y="15159"/>
                </a:cubicBezTo>
                <a:cubicBezTo>
                  <a:pt x="41419" y="15159"/>
                  <a:pt x="41369" y="15134"/>
                  <a:pt x="41295" y="15134"/>
                </a:cubicBezTo>
                <a:cubicBezTo>
                  <a:pt x="41245" y="15134"/>
                  <a:pt x="41170" y="15084"/>
                  <a:pt x="41120" y="15084"/>
                </a:cubicBezTo>
                <a:cubicBezTo>
                  <a:pt x="40996" y="15084"/>
                  <a:pt x="40896" y="15059"/>
                  <a:pt x="40772" y="15059"/>
                </a:cubicBezTo>
                <a:cubicBezTo>
                  <a:pt x="40697" y="15059"/>
                  <a:pt x="40647" y="15059"/>
                  <a:pt x="40573" y="15084"/>
                </a:cubicBezTo>
                <a:cubicBezTo>
                  <a:pt x="40622" y="15059"/>
                  <a:pt x="40647" y="15059"/>
                  <a:pt x="40672" y="15034"/>
                </a:cubicBezTo>
                <a:close/>
                <a:moveTo>
                  <a:pt x="78084" y="7069"/>
                </a:moveTo>
                <a:cubicBezTo>
                  <a:pt x="80374" y="9459"/>
                  <a:pt x="82216" y="12471"/>
                  <a:pt x="83585" y="15781"/>
                </a:cubicBezTo>
                <a:cubicBezTo>
                  <a:pt x="83560" y="15781"/>
                  <a:pt x="83560" y="15781"/>
                  <a:pt x="83510" y="15806"/>
                </a:cubicBezTo>
                <a:cubicBezTo>
                  <a:pt x="82141" y="12520"/>
                  <a:pt x="80324" y="9534"/>
                  <a:pt x="78009" y="7094"/>
                </a:cubicBezTo>
                <a:cubicBezTo>
                  <a:pt x="78034" y="7094"/>
                  <a:pt x="78034" y="7094"/>
                  <a:pt x="78084" y="7069"/>
                </a:cubicBezTo>
                <a:close/>
                <a:moveTo>
                  <a:pt x="57623" y="15756"/>
                </a:moveTo>
                <a:lnTo>
                  <a:pt x="57623" y="15806"/>
                </a:lnTo>
                <a:cubicBezTo>
                  <a:pt x="57598" y="15806"/>
                  <a:pt x="57598" y="15831"/>
                  <a:pt x="57573" y="15831"/>
                </a:cubicBezTo>
                <a:lnTo>
                  <a:pt x="57573" y="15781"/>
                </a:lnTo>
                <a:cubicBezTo>
                  <a:pt x="57598" y="15781"/>
                  <a:pt x="57598" y="15756"/>
                  <a:pt x="57623" y="15756"/>
                </a:cubicBezTo>
                <a:close/>
                <a:moveTo>
                  <a:pt x="92695" y="14288"/>
                </a:moveTo>
                <a:cubicBezTo>
                  <a:pt x="92695" y="14313"/>
                  <a:pt x="92720" y="14337"/>
                  <a:pt x="92720" y="14387"/>
                </a:cubicBezTo>
                <a:cubicBezTo>
                  <a:pt x="89907" y="14636"/>
                  <a:pt x="86945" y="15159"/>
                  <a:pt x="83858" y="16005"/>
                </a:cubicBezTo>
                <a:cubicBezTo>
                  <a:pt x="83858" y="15955"/>
                  <a:pt x="83833" y="15931"/>
                  <a:pt x="83833" y="15906"/>
                </a:cubicBezTo>
                <a:cubicBezTo>
                  <a:pt x="86895" y="15059"/>
                  <a:pt x="89907" y="14537"/>
                  <a:pt x="92695" y="14288"/>
                </a:cubicBezTo>
                <a:close/>
                <a:moveTo>
                  <a:pt x="110635" y="14700"/>
                </a:moveTo>
                <a:cubicBezTo>
                  <a:pt x="110653" y="14721"/>
                  <a:pt x="110672" y="14742"/>
                  <a:pt x="110691" y="14761"/>
                </a:cubicBezTo>
                <a:cubicBezTo>
                  <a:pt x="110766" y="14885"/>
                  <a:pt x="110840" y="15010"/>
                  <a:pt x="110940" y="15159"/>
                </a:cubicBezTo>
                <a:cubicBezTo>
                  <a:pt x="111073" y="15425"/>
                  <a:pt x="111206" y="15712"/>
                  <a:pt x="111340" y="16018"/>
                </a:cubicBezTo>
                <a:lnTo>
                  <a:pt x="111340" y="16018"/>
                </a:lnTo>
                <a:cubicBezTo>
                  <a:pt x="111306" y="15954"/>
                  <a:pt x="111272" y="15892"/>
                  <a:pt x="111239" y="15831"/>
                </a:cubicBezTo>
                <a:cubicBezTo>
                  <a:pt x="111089" y="15557"/>
                  <a:pt x="110965" y="15283"/>
                  <a:pt x="110815" y="15010"/>
                </a:cubicBezTo>
                <a:cubicBezTo>
                  <a:pt x="110755" y="14902"/>
                  <a:pt x="110695" y="14799"/>
                  <a:pt x="110635" y="14700"/>
                </a:cubicBezTo>
                <a:close/>
                <a:moveTo>
                  <a:pt x="83634" y="15955"/>
                </a:moveTo>
                <a:cubicBezTo>
                  <a:pt x="83634" y="16005"/>
                  <a:pt x="83684" y="16030"/>
                  <a:pt x="83684" y="16055"/>
                </a:cubicBezTo>
                <a:cubicBezTo>
                  <a:pt x="83634" y="16055"/>
                  <a:pt x="83634" y="16055"/>
                  <a:pt x="83609" y="16080"/>
                </a:cubicBezTo>
                <a:cubicBezTo>
                  <a:pt x="83609" y="16030"/>
                  <a:pt x="83609" y="16005"/>
                  <a:pt x="83585" y="15955"/>
                </a:cubicBezTo>
                <a:close/>
                <a:moveTo>
                  <a:pt x="60486" y="6223"/>
                </a:moveTo>
                <a:lnTo>
                  <a:pt x="60486" y="6223"/>
                </a:lnTo>
                <a:cubicBezTo>
                  <a:pt x="59789" y="7244"/>
                  <a:pt x="59166" y="8488"/>
                  <a:pt x="58619" y="9857"/>
                </a:cubicBezTo>
                <a:cubicBezTo>
                  <a:pt x="57847" y="10081"/>
                  <a:pt x="57051" y="10330"/>
                  <a:pt x="56229" y="10604"/>
                </a:cubicBezTo>
                <a:cubicBezTo>
                  <a:pt x="55433" y="10903"/>
                  <a:pt x="54611" y="11176"/>
                  <a:pt x="53815" y="11525"/>
                </a:cubicBezTo>
                <a:cubicBezTo>
                  <a:pt x="52520" y="12023"/>
                  <a:pt x="51201" y="12645"/>
                  <a:pt x="49882" y="13267"/>
                </a:cubicBezTo>
                <a:cubicBezTo>
                  <a:pt x="49708" y="13342"/>
                  <a:pt x="49484" y="13441"/>
                  <a:pt x="49285" y="13541"/>
                </a:cubicBezTo>
                <a:cubicBezTo>
                  <a:pt x="49260" y="13541"/>
                  <a:pt x="49260" y="13566"/>
                  <a:pt x="49235" y="13566"/>
                </a:cubicBezTo>
                <a:cubicBezTo>
                  <a:pt x="48861" y="13765"/>
                  <a:pt x="48463" y="13939"/>
                  <a:pt x="48090" y="14163"/>
                </a:cubicBezTo>
                <a:cubicBezTo>
                  <a:pt x="48040" y="14163"/>
                  <a:pt x="48040" y="14188"/>
                  <a:pt x="48015" y="14188"/>
                </a:cubicBezTo>
                <a:cubicBezTo>
                  <a:pt x="47916" y="14263"/>
                  <a:pt x="47841" y="14313"/>
                  <a:pt x="47741" y="14337"/>
                </a:cubicBezTo>
                <a:cubicBezTo>
                  <a:pt x="47169" y="14636"/>
                  <a:pt x="46646" y="14935"/>
                  <a:pt x="46099" y="15258"/>
                </a:cubicBezTo>
                <a:cubicBezTo>
                  <a:pt x="45899" y="15333"/>
                  <a:pt x="45750" y="15433"/>
                  <a:pt x="45551" y="15532"/>
                </a:cubicBezTo>
                <a:cubicBezTo>
                  <a:pt x="45227" y="15706"/>
                  <a:pt x="44904" y="15931"/>
                  <a:pt x="44555" y="16105"/>
                </a:cubicBezTo>
                <a:cubicBezTo>
                  <a:pt x="44481" y="16179"/>
                  <a:pt x="44381" y="16204"/>
                  <a:pt x="44281" y="16279"/>
                </a:cubicBezTo>
                <a:cubicBezTo>
                  <a:pt x="44107" y="16155"/>
                  <a:pt x="43883" y="16030"/>
                  <a:pt x="43684" y="15906"/>
                </a:cubicBezTo>
                <a:cubicBezTo>
                  <a:pt x="49334" y="11923"/>
                  <a:pt x="54985" y="8687"/>
                  <a:pt x="60486" y="6223"/>
                </a:cubicBezTo>
                <a:close/>
                <a:moveTo>
                  <a:pt x="92844" y="14761"/>
                </a:moveTo>
                <a:lnTo>
                  <a:pt x="92844" y="14786"/>
                </a:lnTo>
                <a:lnTo>
                  <a:pt x="92844" y="14810"/>
                </a:lnTo>
                <a:cubicBezTo>
                  <a:pt x="92670" y="14810"/>
                  <a:pt x="92545" y="14835"/>
                  <a:pt x="92396" y="14885"/>
                </a:cubicBezTo>
                <a:cubicBezTo>
                  <a:pt x="92147" y="14935"/>
                  <a:pt x="91898" y="14960"/>
                  <a:pt x="91649" y="15034"/>
                </a:cubicBezTo>
                <a:cubicBezTo>
                  <a:pt x="91276" y="15134"/>
                  <a:pt x="90903" y="15209"/>
                  <a:pt x="90529" y="15333"/>
                </a:cubicBezTo>
                <a:cubicBezTo>
                  <a:pt x="90230" y="15408"/>
                  <a:pt x="89957" y="15507"/>
                  <a:pt x="89683" y="15557"/>
                </a:cubicBezTo>
                <a:cubicBezTo>
                  <a:pt x="89334" y="15657"/>
                  <a:pt x="89036" y="15806"/>
                  <a:pt x="88687" y="15906"/>
                </a:cubicBezTo>
                <a:cubicBezTo>
                  <a:pt x="88364" y="16005"/>
                  <a:pt x="88090" y="16130"/>
                  <a:pt x="87791" y="16204"/>
                </a:cubicBezTo>
                <a:cubicBezTo>
                  <a:pt x="87722" y="16231"/>
                  <a:pt x="87656" y="16257"/>
                  <a:pt x="87591" y="16284"/>
                </a:cubicBezTo>
                <a:lnTo>
                  <a:pt x="87591" y="16284"/>
                </a:lnTo>
                <a:cubicBezTo>
                  <a:pt x="87673" y="16248"/>
                  <a:pt x="87756" y="16213"/>
                  <a:pt x="87841" y="16179"/>
                </a:cubicBezTo>
                <a:lnTo>
                  <a:pt x="88588" y="15906"/>
                </a:lnTo>
                <a:cubicBezTo>
                  <a:pt x="88961" y="15781"/>
                  <a:pt x="89334" y="15632"/>
                  <a:pt x="89733" y="15507"/>
                </a:cubicBezTo>
                <a:lnTo>
                  <a:pt x="90479" y="15308"/>
                </a:lnTo>
                <a:cubicBezTo>
                  <a:pt x="90878" y="15184"/>
                  <a:pt x="91301" y="15084"/>
                  <a:pt x="91699" y="14960"/>
                </a:cubicBezTo>
                <a:cubicBezTo>
                  <a:pt x="91948" y="14910"/>
                  <a:pt x="92222" y="14885"/>
                  <a:pt x="92471" y="14810"/>
                </a:cubicBezTo>
                <a:cubicBezTo>
                  <a:pt x="92595" y="14786"/>
                  <a:pt x="92720" y="14761"/>
                  <a:pt x="92844" y="14761"/>
                </a:cubicBezTo>
                <a:close/>
                <a:moveTo>
                  <a:pt x="77835" y="7144"/>
                </a:moveTo>
                <a:cubicBezTo>
                  <a:pt x="80100" y="9558"/>
                  <a:pt x="81967" y="12570"/>
                  <a:pt x="83336" y="15881"/>
                </a:cubicBezTo>
                <a:cubicBezTo>
                  <a:pt x="82813" y="16030"/>
                  <a:pt x="82265" y="16179"/>
                  <a:pt x="81718" y="16329"/>
                </a:cubicBezTo>
                <a:cubicBezTo>
                  <a:pt x="81718" y="16304"/>
                  <a:pt x="81693" y="16304"/>
                  <a:pt x="81693" y="16279"/>
                </a:cubicBezTo>
                <a:cubicBezTo>
                  <a:pt x="81593" y="16080"/>
                  <a:pt x="81519" y="15931"/>
                  <a:pt x="81444" y="15781"/>
                </a:cubicBezTo>
                <a:cubicBezTo>
                  <a:pt x="81394" y="15731"/>
                  <a:pt x="81394" y="15682"/>
                  <a:pt x="81369" y="15657"/>
                </a:cubicBezTo>
                <a:cubicBezTo>
                  <a:pt x="81344" y="15582"/>
                  <a:pt x="81270" y="15482"/>
                  <a:pt x="81245" y="15433"/>
                </a:cubicBezTo>
                <a:lnTo>
                  <a:pt x="80971" y="14960"/>
                </a:lnTo>
                <a:cubicBezTo>
                  <a:pt x="80946" y="14935"/>
                  <a:pt x="80896" y="14860"/>
                  <a:pt x="80871" y="14835"/>
                </a:cubicBezTo>
                <a:cubicBezTo>
                  <a:pt x="80847" y="14810"/>
                  <a:pt x="80847" y="14786"/>
                  <a:pt x="80822" y="14761"/>
                </a:cubicBezTo>
                <a:cubicBezTo>
                  <a:pt x="80747" y="14686"/>
                  <a:pt x="80722" y="14586"/>
                  <a:pt x="80647" y="14537"/>
                </a:cubicBezTo>
                <a:cubicBezTo>
                  <a:pt x="80598" y="14437"/>
                  <a:pt x="80498" y="14337"/>
                  <a:pt x="80448" y="14238"/>
                </a:cubicBezTo>
                <a:cubicBezTo>
                  <a:pt x="80448" y="14238"/>
                  <a:pt x="80448" y="14213"/>
                  <a:pt x="80398" y="14213"/>
                </a:cubicBezTo>
                <a:cubicBezTo>
                  <a:pt x="80274" y="14039"/>
                  <a:pt x="80150" y="13865"/>
                  <a:pt x="80000" y="13690"/>
                </a:cubicBezTo>
                <a:cubicBezTo>
                  <a:pt x="79950" y="13616"/>
                  <a:pt x="79901" y="13566"/>
                  <a:pt x="79851" y="13491"/>
                </a:cubicBezTo>
                <a:cubicBezTo>
                  <a:pt x="79726" y="13342"/>
                  <a:pt x="79602" y="13217"/>
                  <a:pt x="79477" y="13068"/>
                </a:cubicBezTo>
                <a:lnTo>
                  <a:pt x="79378" y="12944"/>
                </a:lnTo>
                <a:lnTo>
                  <a:pt x="79328" y="12869"/>
                </a:lnTo>
                <a:lnTo>
                  <a:pt x="79229" y="12794"/>
                </a:lnTo>
                <a:lnTo>
                  <a:pt x="79204" y="12720"/>
                </a:lnTo>
                <a:lnTo>
                  <a:pt x="79079" y="12595"/>
                </a:lnTo>
                <a:cubicBezTo>
                  <a:pt x="78905" y="12446"/>
                  <a:pt x="78756" y="12296"/>
                  <a:pt x="78581" y="12122"/>
                </a:cubicBezTo>
                <a:cubicBezTo>
                  <a:pt x="78482" y="12048"/>
                  <a:pt x="78357" y="11948"/>
                  <a:pt x="78258" y="11848"/>
                </a:cubicBezTo>
                <a:cubicBezTo>
                  <a:pt x="78059" y="11699"/>
                  <a:pt x="77884" y="11575"/>
                  <a:pt x="77685" y="11425"/>
                </a:cubicBezTo>
                <a:cubicBezTo>
                  <a:pt x="77536" y="11301"/>
                  <a:pt x="77387" y="11201"/>
                  <a:pt x="77188" y="11077"/>
                </a:cubicBezTo>
                <a:cubicBezTo>
                  <a:pt x="76988" y="10952"/>
                  <a:pt x="76789" y="10803"/>
                  <a:pt x="76565" y="10679"/>
                </a:cubicBezTo>
                <a:cubicBezTo>
                  <a:pt x="76416" y="10579"/>
                  <a:pt x="76242" y="10479"/>
                  <a:pt x="76067" y="10405"/>
                </a:cubicBezTo>
                <a:cubicBezTo>
                  <a:pt x="75943" y="10330"/>
                  <a:pt x="75794" y="10230"/>
                  <a:pt x="75669" y="10181"/>
                </a:cubicBezTo>
                <a:cubicBezTo>
                  <a:pt x="75495" y="10081"/>
                  <a:pt x="75296" y="9982"/>
                  <a:pt x="75072" y="9882"/>
                </a:cubicBezTo>
                <a:cubicBezTo>
                  <a:pt x="74947" y="9832"/>
                  <a:pt x="74823" y="9807"/>
                  <a:pt x="74698" y="9733"/>
                </a:cubicBezTo>
                <a:cubicBezTo>
                  <a:pt x="74649" y="9708"/>
                  <a:pt x="74624" y="9708"/>
                  <a:pt x="74549" y="9683"/>
                </a:cubicBezTo>
                <a:cubicBezTo>
                  <a:pt x="75246" y="8936"/>
                  <a:pt x="75968" y="8165"/>
                  <a:pt x="76715" y="7468"/>
                </a:cubicBezTo>
                <a:cubicBezTo>
                  <a:pt x="77063" y="7343"/>
                  <a:pt x="77436" y="7244"/>
                  <a:pt x="77835" y="7144"/>
                </a:cubicBezTo>
                <a:close/>
                <a:moveTo>
                  <a:pt x="58619" y="10031"/>
                </a:moveTo>
                <a:lnTo>
                  <a:pt x="58619" y="10056"/>
                </a:lnTo>
                <a:lnTo>
                  <a:pt x="58619" y="10081"/>
                </a:lnTo>
                <a:cubicBezTo>
                  <a:pt x="58469" y="10181"/>
                  <a:pt x="58370" y="10181"/>
                  <a:pt x="58320" y="10206"/>
                </a:cubicBezTo>
                <a:cubicBezTo>
                  <a:pt x="58121" y="10280"/>
                  <a:pt x="57922" y="10305"/>
                  <a:pt x="57723" y="10355"/>
                </a:cubicBezTo>
                <a:lnTo>
                  <a:pt x="56603" y="10728"/>
                </a:lnTo>
                <a:cubicBezTo>
                  <a:pt x="56379" y="10803"/>
                  <a:pt x="56204" y="10853"/>
                  <a:pt x="55980" y="10927"/>
                </a:cubicBezTo>
                <a:cubicBezTo>
                  <a:pt x="55607" y="11052"/>
                  <a:pt x="55209" y="11201"/>
                  <a:pt x="54810" y="11351"/>
                </a:cubicBezTo>
                <a:cubicBezTo>
                  <a:pt x="54611" y="11425"/>
                  <a:pt x="54387" y="11525"/>
                  <a:pt x="54213" y="11575"/>
                </a:cubicBezTo>
                <a:cubicBezTo>
                  <a:pt x="53815" y="11724"/>
                  <a:pt x="53392" y="11898"/>
                  <a:pt x="53018" y="12072"/>
                </a:cubicBezTo>
                <a:cubicBezTo>
                  <a:pt x="52844" y="12172"/>
                  <a:pt x="52620" y="12222"/>
                  <a:pt x="52446" y="12321"/>
                </a:cubicBezTo>
                <a:cubicBezTo>
                  <a:pt x="52023" y="12471"/>
                  <a:pt x="51649" y="12670"/>
                  <a:pt x="51251" y="12844"/>
                </a:cubicBezTo>
                <a:cubicBezTo>
                  <a:pt x="51027" y="12944"/>
                  <a:pt x="50853" y="13043"/>
                  <a:pt x="50629" y="13143"/>
                </a:cubicBezTo>
                <a:cubicBezTo>
                  <a:pt x="50255" y="13317"/>
                  <a:pt x="49857" y="13516"/>
                  <a:pt x="49484" y="13690"/>
                </a:cubicBezTo>
                <a:cubicBezTo>
                  <a:pt x="49260" y="13790"/>
                  <a:pt x="49036" y="13914"/>
                  <a:pt x="48837" y="14014"/>
                </a:cubicBezTo>
                <a:cubicBezTo>
                  <a:pt x="48463" y="14188"/>
                  <a:pt x="48040" y="14412"/>
                  <a:pt x="47667" y="14636"/>
                </a:cubicBezTo>
                <a:cubicBezTo>
                  <a:pt x="47468" y="14761"/>
                  <a:pt x="47244" y="14835"/>
                  <a:pt x="47019" y="14960"/>
                </a:cubicBezTo>
                <a:cubicBezTo>
                  <a:pt x="46771" y="15084"/>
                  <a:pt x="46522" y="15258"/>
                  <a:pt x="46273" y="15408"/>
                </a:cubicBezTo>
                <a:cubicBezTo>
                  <a:pt x="46099" y="15507"/>
                  <a:pt x="45924" y="15582"/>
                  <a:pt x="45750" y="15706"/>
                </a:cubicBezTo>
                <a:cubicBezTo>
                  <a:pt x="45551" y="15831"/>
                  <a:pt x="45377" y="15931"/>
                  <a:pt x="45178" y="16030"/>
                </a:cubicBezTo>
                <a:cubicBezTo>
                  <a:pt x="45028" y="16130"/>
                  <a:pt x="44904" y="16204"/>
                  <a:pt x="44754" y="16279"/>
                </a:cubicBezTo>
                <a:cubicBezTo>
                  <a:pt x="44680" y="16304"/>
                  <a:pt x="44630" y="16329"/>
                  <a:pt x="44555" y="16403"/>
                </a:cubicBezTo>
                <a:lnTo>
                  <a:pt x="44530" y="16379"/>
                </a:lnTo>
                <a:cubicBezTo>
                  <a:pt x="44530" y="16379"/>
                  <a:pt x="44505" y="16379"/>
                  <a:pt x="44505" y="16329"/>
                </a:cubicBezTo>
                <a:cubicBezTo>
                  <a:pt x="44555" y="16304"/>
                  <a:pt x="44605" y="16279"/>
                  <a:pt x="44655" y="16254"/>
                </a:cubicBezTo>
                <a:cubicBezTo>
                  <a:pt x="44779" y="16155"/>
                  <a:pt x="44929" y="16080"/>
                  <a:pt x="45053" y="16005"/>
                </a:cubicBezTo>
                <a:cubicBezTo>
                  <a:pt x="45277" y="15881"/>
                  <a:pt x="45476" y="15756"/>
                  <a:pt x="45675" y="15632"/>
                </a:cubicBezTo>
                <a:cubicBezTo>
                  <a:pt x="45850" y="15532"/>
                  <a:pt x="45999" y="15433"/>
                  <a:pt x="46173" y="15333"/>
                </a:cubicBezTo>
                <a:lnTo>
                  <a:pt x="46223" y="15333"/>
                </a:lnTo>
                <a:cubicBezTo>
                  <a:pt x="50454" y="12944"/>
                  <a:pt x="54636" y="11151"/>
                  <a:pt x="58619" y="10031"/>
                </a:cubicBezTo>
                <a:close/>
                <a:moveTo>
                  <a:pt x="43510" y="16030"/>
                </a:moveTo>
                <a:cubicBezTo>
                  <a:pt x="43734" y="16130"/>
                  <a:pt x="43908" y="16254"/>
                  <a:pt x="44107" y="16403"/>
                </a:cubicBezTo>
                <a:cubicBezTo>
                  <a:pt x="44057" y="16403"/>
                  <a:pt x="44057" y="16428"/>
                  <a:pt x="44033" y="16428"/>
                </a:cubicBezTo>
                <a:cubicBezTo>
                  <a:pt x="43933" y="16379"/>
                  <a:pt x="43883" y="16329"/>
                  <a:pt x="43809" y="16279"/>
                </a:cubicBezTo>
                <a:lnTo>
                  <a:pt x="43784" y="16279"/>
                </a:lnTo>
                <a:cubicBezTo>
                  <a:pt x="43659" y="16204"/>
                  <a:pt x="43560" y="16155"/>
                  <a:pt x="43435" y="16055"/>
                </a:cubicBezTo>
                <a:cubicBezTo>
                  <a:pt x="43485" y="16055"/>
                  <a:pt x="43485" y="16030"/>
                  <a:pt x="43510" y="16030"/>
                </a:cubicBezTo>
                <a:close/>
                <a:moveTo>
                  <a:pt x="44281" y="16503"/>
                </a:moveTo>
                <a:cubicBezTo>
                  <a:pt x="44306" y="16503"/>
                  <a:pt x="44306" y="16503"/>
                  <a:pt x="44356" y="16528"/>
                </a:cubicBezTo>
                <a:cubicBezTo>
                  <a:pt x="44306" y="16528"/>
                  <a:pt x="44306" y="16553"/>
                  <a:pt x="44281" y="16553"/>
                </a:cubicBezTo>
                <a:lnTo>
                  <a:pt x="44257" y="16553"/>
                </a:lnTo>
                <a:cubicBezTo>
                  <a:pt x="44257" y="16553"/>
                  <a:pt x="44232" y="16553"/>
                  <a:pt x="44232" y="16528"/>
                </a:cubicBezTo>
                <a:cubicBezTo>
                  <a:pt x="44257" y="16528"/>
                  <a:pt x="44257" y="16503"/>
                  <a:pt x="44281" y="16503"/>
                </a:cubicBezTo>
                <a:close/>
                <a:moveTo>
                  <a:pt x="83385" y="16030"/>
                </a:moveTo>
                <a:cubicBezTo>
                  <a:pt x="83385" y="16055"/>
                  <a:pt x="83435" y="16080"/>
                  <a:pt x="83435" y="16105"/>
                </a:cubicBezTo>
                <a:lnTo>
                  <a:pt x="81842" y="16578"/>
                </a:lnTo>
                <a:cubicBezTo>
                  <a:pt x="81842" y="16553"/>
                  <a:pt x="81817" y="16553"/>
                  <a:pt x="81817" y="16553"/>
                </a:cubicBezTo>
                <a:cubicBezTo>
                  <a:pt x="81842" y="16528"/>
                  <a:pt x="81817" y="16503"/>
                  <a:pt x="81817" y="16503"/>
                </a:cubicBezTo>
                <a:lnTo>
                  <a:pt x="83385" y="16030"/>
                </a:lnTo>
                <a:close/>
                <a:moveTo>
                  <a:pt x="92659" y="14538"/>
                </a:moveTo>
                <a:lnTo>
                  <a:pt x="92659" y="14538"/>
                </a:lnTo>
                <a:cubicBezTo>
                  <a:pt x="92628" y="14542"/>
                  <a:pt x="92567" y="14562"/>
                  <a:pt x="92545" y="14562"/>
                </a:cubicBezTo>
                <a:lnTo>
                  <a:pt x="91599" y="14761"/>
                </a:lnTo>
                <a:cubicBezTo>
                  <a:pt x="91276" y="14835"/>
                  <a:pt x="90903" y="14935"/>
                  <a:pt x="90554" y="15034"/>
                </a:cubicBezTo>
                <a:cubicBezTo>
                  <a:pt x="90280" y="15134"/>
                  <a:pt x="89957" y="15184"/>
                  <a:pt x="89683" y="15283"/>
                </a:cubicBezTo>
                <a:lnTo>
                  <a:pt x="88662" y="15657"/>
                </a:lnTo>
                <a:cubicBezTo>
                  <a:pt x="88364" y="15756"/>
                  <a:pt x="88090" y="15831"/>
                  <a:pt x="87816" y="15955"/>
                </a:cubicBezTo>
                <a:cubicBezTo>
                  <a:pt x="87468" y="16080"/>
                  <a:pt x="87169" y="16254"/>
                  <a:pt x="86845" y="16403"/>
                </a:cubicBezTo>
                <a:cubicBezTo>
                  <a:pt x="86571" y="16528"/>
                  <a:pt x="86248" y="16652"/>
                  <a:pt x="85974" y="16777"/>
                </a:cubicBezTo>
                <a:cubicBezTo>
                  <a:pt x="85675" y="16926"/>
                  <a:pt x="85377" y="17075"/>
                  <a:pt x="85078" y="17250"/>
                </a:cubicBezTo>
                <a:cubicBezTo>
                  <a:pt x="84879" y="17324"/>
                  <a:pt x="84680" y="17449"/>
                  <a:pt x="84481" y="17548"/>
                </a:cubicBezTo>
                <a:lnTo>
                  <a:pt x="83933" y="16155"/>
                </a:lnTo>
                <a:cubicBezTo>
                  <a:pt x="86966" y="15309"/>
                  <a:pt x="89899" y="14787"/>
                  <a:pt x="92659" y="14538"/>
                </a:cubicBezTo>
                <a:close/>
                <a:moveTo>
                  <a:pt x="83734" y="16179"/>
                </a:moveTo>
                <a:cubicBezTo>
                  <a:pt x="83958" y="16677"/>
                  <a:pt x="84132" y="17175"/>
                  <a:pt x="84306" y="17648"/>
                </a:cubicBezTo>
                <a:cubicBezTo>
                  <a:pt x="84257" y="17648"/>
                  <a:pt x="84257" y="17673"/>
                  <a:pt x="84232" y="17673"/>
                </a:cubicBezTo>
                <a:cubicBezTo>
                  <a:pt x="84057" y="17175"/>
                  <a:pt x="83858" y="16677"/>
                  <a:pt x="83684" y="16204"/>
                </a:cubicBezTo>
                <a:cubicBezTo>
                  <a:pt x="83709" y="16204"/>
                  <a:pt x="83709" y="16204"/>
                  <a:pt x="83734" y="16179"/>
                </a:cubicBezTo>
                <a:close/>
                <a:moveTo>
                  <a:pt x="111549" y="16427"/>
                </a:moveTo>
                <a:cubicBezTo>
                  <a:pt x="111605" y="16527"/>
                  <a:pt x="111662" y="16627"/>
                  <a:pt x="111711" y="16727"/>
                </a:cubicBezTo>
                <a:cubicBezTo>
                  <a:pt x="111836" y="17026"/>
                  <a:pt x="111960" y="17324"/>
                  <a:pt x="112060" y="17648"/>
                </a:cubicBezTo>
                <a:cubicBezTo>
                  <a:pt x="112075" y="17699"/>
                  <a:pt x="112092" y="17750"/>
                  <a:pt x="112111" y="17802"/>
                </a:cubicBezTo>
                <a:lnTo>
                  <a:pt x="112111" y="17802"/>
                </a:lnTo>
                <a:cubicBezTo>
                  <a:pt x="112061" y="17678"/>
                  <a:pt x="112008" y="17554"/>
                  <a:pt x="111960" y="17424"/>
                </a:cubicBezTo>
                <a:cubicBezTo>
                  <a:pt x="111836" y="17150"/>
                  <a:pt x="111736" y="16827"/>
                  <a:pt x="111612" y="16553"/>
                </a:cubicBezTo>
                <a:cubicBezTo>
                  <a:pt x="111591" y="16511"/>
                  <a:pt x="111570" y="16469"/>
                  <a:pt x="111549" y="16427"/>
                </a:cubicBezTo>
                <a:close/>
                <a:moveTo>
                  <a:pt x="109646" y="17573"/>
                </a:moveTo>
                <a:cubicBezTo>
                  <a:pt x="109769" y="17644"/>
                  <a:pt x="109892" y="17727"/>
                  <a:pt x="110006" y="17813"/>
                </a:cubicBezTo>
                <a:lnTo>
                  <a:pt x="110006" y="17813"/>
                </a:lnTo>
                <a:cubicBezTo>
                  <a:pt x="109889" y="17731"/>
                  <a:pt x="109769" y="17650"/>
                  <a:pt x="109646" y="17573"/>
                </a:cubicBezTo>
                <a:close/>
                <a:moveTo>
                  <a:pt x="87278" y="16426"/>
                </a:moveTo>
                <a:cubicBezTo>
                  <a:pt x="87156" y="16486"/>
                  <a:pt x="87038" y="16552"/>
                  <a:pt x="86920" y="16627"/>
                </a:cubicBezTo>
                <a:cubicBezTo>
                  <a:pt x="86596" y="16777"/>
                  <a:pt x="86298" y="16901"/>
                  <a:pt x="85974" y="17051"/>
                </a:cubicBezTo>
                <a:cubicBezTo>
                  <a:pt x="85700" y="17175"/>
                  <a:pt x="85451" y="17324"/>
                  <a:pt x="85178" y="17499"/>
                </a:cubicBezTo>
                <a:cubicBezTo>
                  <a:pt x="84954" y="17623"/>
                  <a:pt x="84730" y="17698"/>
                  <a:pt x="84555" y="17822"/>
                </a:cubicBezTo>
                <a:lnTo>
                  <a:pt x="84555" y="17797"/>
                </a:lnTo>
                <a:lnTo>
                  <a:pt x="84555" y="17772"/>
                </a:lnTo>
                <a:cubicBezTo>
                  <a:pt x="84730" y="17673"/>
                  <a:pt x="84879" y="17573"/>
                  <a:pt x="85078" y="17499"/>
                </a:cubicBezTo>
                <a:cubicBezTo>
                  <a:pt x="85377" y="17324"/>
                  <a:pt x="85700" y="17150"/>
                  <a:pt x="85999" y="17001"/>
                </a:cubicBezTo>
                <a:cubicBezTo>
                  <a:pt x="86248" y="16876"/>
                  <a:pt x="86547" y="16752"/>
                  <a:pt x="86795" y="16652"/>
                </a:cubicBezTo>
                <a:cubicBezTo>
                  <a:pt x="86951" y="16581"/>
                  <a:pt x="87112" y="16503"/>
                  <a:pt x="87278" y="16426"/>
                </a:cubicBezTo>
                <a:close/>
                <a:moveTo>
                  <a:pt x="84356" y="17872"/>
                </a:moveTo>
                <a:lnTo>
                  <a:pt x="84356" y="17897"/>
                </a:lnTo>
                <a:lnTo>
                  <a:pt x="84356" y="17922"/>
                </a:lnTo>
                <a:cubicBezTo>
                  <a:pt x="84331" y="17922"/>
                  <a:pt x="84331" y="17947"/>
                  <a:pt x="84306" y="17947"/>
                </a:cubicBezTo>
                <a:lnTo>
                  <a:pt x="84306" y="17922"/>
                </a:lnTo>
                <a:lnTo>
                  <a:pt x="84306" y="17897"/>
                </a:lnTo>
                <a:cubicBezTo>
                  <a:pt x="84331" y="17872"/>
                  <a:pt x="84331" y="17872"/>
                  <a:pt x="84356" y="17872"/>
                </a:cubicBezTo>
                <a:close/>
                <a:moveTo>
                  <a:pt x="40772" y="15209"/>
                </a:moveTo>
                <a:cubicBezTo>
                  <a:pt x="40946" y="15209"/>
                  <a:pt x="41170" y="15258"/>
                  <a:pt x="41394" y="15308"/>
                </a:cubicBezTo>
                <a:lnTo>
                  <a:pt x="41419" y="15308"/>
                </a:lnTo>
                <a:cubicBezTo>
                  <a:pt x="41643" y="15383"/>
                  <a:pt x="41892" y="15433"/>
                  <a:pt x="42141" y="15557"/>
                </a:cubicBezTo>
                <a:cubicBezTo>
                  <a:pt x="42390" y="15657"/>
                  <a:pt x="42639" y="15781"/>
                  <a:pt x="42888" y="15931"/>
                </a:cubicBezTo>
                <a:cubicBezTo>
                  <a:pt x="41743" y="16727"/>
                  <a:pt x="40622" y="17573"/>
                  <a:pt x="39527" y="18445"/>
                </a:cubicBezTo>
                <a:cubicBezTo>
                  <a:pt x="39502" y="18370"/>
                  <a:pt x="39502" y="18270"/>
                  <a:pt x="39502" y="18171"/>
                </a:cubicBezTo>
                <a:cubicBezTo>
                  <a:pt x="39502" y="18071"/>
                  <a:pt x="39453" y="17972"/>
                  <a:pt x="39453" y="17897"/>
                </a:cubicBezTo>
                <a:cubicBezTo>
                  <a:pt x="39453" y="17797"/>
                  <a:pt x="39428" y="17698"/>
                  <a:pt x="39428" y="17598"/>
                </a:cubicBezTo>
                <a:lnTo>
                  <a:pt x="39428" y="17399"/>
                </a:lnTo>
                <a:lnTo>
                  <a:pt x="39428" y="17100"/>
                </a:lnTo>
                <a:lnTo>
                  <a:pt x="39428" y="16926"/>
                </a:lnTo>
                <a:cubicBezTo>
                  <a:pt x="39428" y="16827"/>
                  <a:pt x="39428" y="16777"/>
                  <a:pt x="39453" y="16677"/>
                </a:cubicBezTo>
                <a:cubicBezTo>
                  <a:pt x="39453" y="16603"/>
                  <a:pt x="39502" y="16553"/>
                  <a:pt x="39502" y="16478"/>
                </a:cubicBezTo>
                <a:cubicBezTo>
                  <a:pt x="39453" y="16428"/>
                  <a:pt x="39502" y="16329"/>
                  <a:pt x="39502" y="16279"/>
                </a:cubicBezTo>
                <a:cubicBezTo>
                  <a:pt x="39527" y="16204"/>
                  <a:pt x="39527" y="16155"/>
                  <a:pt x="39552" y="16080"/>
                </a:cubicBezTo>
                <a:cubicBezTo>
                  <a:pt x="39577" y="16030"/>
                  <a:pt x="39577" y="16005"/>
                  <a:pt x="39602" y="15931"/>
                </a:cubicBezTo>
                <a:cubicBezTo>
                  <a:pt x="39652" y="15831"/>
                  <a:pt x="39701" y="15756"/>
                  <a:pt x="39776" y="15657"/>
                </a:cubicBezTo>
                <a:lnTo>
                  <a:pt x="39901" y="15532"/>
                </a:lnTo>
                <a:cubicBezTo>
                  <a:pt x="40000" y="15458"/>
                  <a:pt x="40075" y="15408"/>
                  <a:pt x="40150" y="15333"/>
                </a:cubicBezTo>
                <a:cubicBezTo>
                  <a:pt x="40324" y="15258"/>
                  <a:pt x="40523" y="15209"/>
                  <a:pt x="40772" y="15209"/>
                </a:cubicBezTo>
                <a:close/>
                <a:moveTo>
                  <a:pt x="39428" y="15906"/>
                </a:moveTo>
                <a:cubicBezTo>
                  <a:pt x="39403" y="15931"/>
                  <a:pt x="39403" y="16005"/>
                  <a:pt x="39403" y="16030"/>
                </a:cubicBezTo>
                <a:cubicBezTo>
                  <a:pt x="39378" y="16080"/>
                  <a:pt x="39328" y="16155"/>
                  <a:pt x="39328" y="16204"/>
                </a:cubicBezTo>
                <a:cubicBezTo>
                  <a:pt x="39303" y="16279"/>
                  <a:pt x="39303" y="16379"/>
                  <a:pt x="39303" y="16428"/>
                </a:cubicBezTo>
                <a:cubicBezTo>
                  <a:pt x="39303" y="16503"/>
                  <a:pt x="39278" y="16553"/>
                  <a:pt x="39278" y="16627"/>
                </a:cubicBezTo>
                <a:cubicBezTo>
                  <a:pt x="39278" y="16702"/>
                  <a:pt x="39278" y="16802"/>
                  <a:pt x="39253" y="16876"/>
                </a:cubicBezTo>
                <a:lnTo>
                  <a:pt x="39253" y="17075"/>
                </a:lnTo>
                <a:lnTo>
                  <a:pt x="39253" y="17374"/>
                </a:lnTo>
                <a:lnTo>
                  <a:pt x="39253" y="17623"/>
                </a:lnTo>
                <a:cubicBezTo>
                  <a:pt x="39253" y="17698"/>
                  <a:pt x="39278" y="17822"/>
                  <a:pt x="39278" y="17922"/>
                </a:cubicBezTo>
                <a:cubicBezTo>
                  <a:pt x="39278" y="18021"/>
                  <a:pt x="39303" y="18121"/>
                  <a:pt x="39303" y="18196"/>
                </a:cubicBezTo>
                <a:cubicBezTo>
                  <a:pt x="39303" y="18295"/>
                  <a:pt x="39328" y="18420"/>
                  <a:pt x="39378" y="18544"/>
                </a:cubicBezTo>
                <a:lnTo>
                  <a:pt x="39378" y="18569"/>
                </a:lnTo>
                <a:cubicBezTo>
                  <a:pt x="39328" y="18569"/>
                  <a:pt x="39328" y="18594"/>
                  <a:pt x="39303" y="18594"/>
                </a:cubicBezTo>
                <a:lnTo>
                  <a:pt x="39303" y="18519"/>
                </a:lnTo>
                <a:cubicBezTo>
                  <a:pt x="39278" y="18420"/>
                  <a:pt x="39278" y="18295"/>
                  <a:pt x="39253" y="18196"/>
                </a:cubicBezTo>
                <a:cubicBezTo>
                  <a:pt x="39253" y="18121"/>
                  <a:pt x="39204" y="18021"/>
                  <a:pt x="39204" y="17922"/>
                </a:cubicBezTo>
                <a:cubicBezTo>
                  <a:pt x="39204" y="17822"/>
                  <a:pt x="39179" y="17698"/>
                  <a:pt x="39179" y="17598"/>
                </a:cubicBezTo>
                <a:lnTo>
                  <a:pt x="39179" y="17399"/>
                </a:lnTo>
                <a:lnTo>
                  <a:pt x="39179" y="17075"/>
                </a:lnTo>
                <a:lnTo>
                  <a:pt x="39179" y="16851"/>
                </a:lnTo>
                <a:cubicBezTo>
                  <a:pt x="39179" y="16777"/>
                  <a:pt x="39179" y="16677"/>
                  <a:pt x="39204" y="16578"/>
                </a:cubicBezTo>
                <a:cubicBezTo>
                  <a:pt x="39204" y="16528"/>
                  <a:pt x="39253" y="16453"/>
                  <a:pt x="39253" y="16403"/>
                </a:cubicBezTo>
                <a:cubicBezTo>
                  <a:pt x="39253" y="16329"/>
                  <a:pt x="39278" y="16229"/>
                  <a:pt x="39278" y="16179"/>
                </a:cubicBezTo>
                <a:cubicBezTo>
                  <a:pt x="39278" y="16130"/>
                  <a:pt x="39303" y="16055"/>
                  <a:pt x="39328" y="16005"/>
                </a:cubicBezTo>
                <a:lnTo>
                  <a:pt x="39428" y="15906"/>
                </a:lnTo>
                <a:close/>
                <a:moveTo>
                  <a:pt x="43062" y="16030"/>
                </a:moveTo>
                <a:cubicBezTo>
                  <a:pt x="43112" y="16030"/>
                  <a:pt x="43112" y="16055"/>
                  <a:pt x="43136" y="16055"/>
                </a:cubicBezTo>
                <a:cubicBezTo>
                  <a:pt x="41917" y="16926"/>
                  <a:pt x="40747" y="17797"/>
                  <a:pt x="39577" y="18693"/>
                </a:cubicBezTo>
                <a:lnTo>
                  <a:pt x="39577" y="18644"/>
                </a:lnTo>
                <a:cubicBezTo>
                  <a:pt x="40697" y="17772"/>
                  <a:pt x="41892" y="16901"/>
                  <a:pt x="43062" y="16030"/>
                </a:cubicBezTo>
                <a:close/>
                <a:moveTo>
                  <a:pt x="83585" y="16279"/>
                </a:moveTo>
                <a:cubicBezTo>
                  <a:pt x="83709" y="16777"/>
                  <a:pt x="83883" y="17275"/>
                  <a:pt x="84082" y="17797"/>
                </a:cubicBezTo>
                <a:cubicBezTo>
                  <a:pt x="83833" y="17947"/>
                  <a:pt x="83609" y="18121"/>
                  <a:pt x="83361" y="18270"/>
                </a:cubicBezTo>
                <a:cubicBezTo>
                  <a:pt x="83112" y="18420"/>
                  <a:pt x="82863" y="18569"/>
                  <a:pt x="82639" y="18743"/>
                </a:cubicBezTo>
                <a:cubicBezTo>
                  <a:pt x="82614" y="18644"/>
                  <a:pt x="82589" y="18569"/>
                  <a:pt x="82589" y="18494"/>
                </a:cubicBezTo>
                <a:cubicBezTo>
                  <a:pt x="82514" y="18295"/>
                  <a:pt x="82464" y="18121"/>
                  <a:pt x="82440" y="17947"/>
                </a:cubicBezTo>
                <a:lnTo>
                  <a:pt x="82440" y="17922"/>
                </a:lnTo>
                <a:cubicBezTo>
                  <a:pt x="82440" y="17897"/>
                  <a:pt x="82390" y="17822"/>
                  <a:pt x="82390" y="17797"/>
                </a:cubicBezTo>
                <a:cubicBezTo>
                  <a:pt x="82365" y="17698"/>
                  <a:pt x="82340" y="17648"/>
                  <a:pt x="82290" y="17548"/>
                </a:cubicBezTo>
                <a:lnTo>
                  <a:pt x="82116" y="17075"/>
                </a:lnTo>
                <a:cubicBezTo>
                  <a:pt x="82091" y="16951"/>
                  <a:pt x="82016" y="16876"/>
                  <a:pt x="81991" y="16752"/>
                </a:cubicBezTo>
                <a:lnTo>
                  <a:pt x="83585" y="16279"/>
                </a:lnTo>
                <a:close/>
                <a:moveTo>
                  <a:pt x="79229" y="13342"/>
                </a:moveTo>
                <a:cubicBezTo>
                  <a:pt x="79253" y="13417"/>
                  <a:pt x="79303" y="13441"/>
                  <a:pt x="79353" y="13516"/>
                </a:cubicBezTo>
                <a:cubicBezTo>
                  <a:pt x="79602" y="13790"/>
                  <a:pt x="79851" y="14089"/>
                  <a:pt x="80100" y="14412"/>
                </a:cubicBezTo>
                <a:cubicBezTo>
                  <a:pt x="80150" y="14462"/>
                  <a:pt x="80174" y="14537"/>
                  <a:pt x="80249" y="14636"/>
                </a:cubicBezTo>
                <a:cubicBezTo>
                  <a:pt x="80523" y="15010"/>
                  <a:pt x="80772" y="15408"/>
                  <a:pt x="80996" y="15806"/>
                </a:cubicBezTo>
                <a:cubicBezTo>
                  <a:pt x="81046" y="15906"/>
                  <a:pt x="81095" y="16005"/>
                  <a:pt x="81145" y="16130"/>
                </a:cubicBezTo>
                <a:cubicBezTo>
                  <a:pt x="81220" y="16254"/>
                  <a:pt x="81245" y="16329"/>
                  <a:pt x="81295" y="16453"/>
                </a:cubicBezTo>
                <a:cubicBezTo>
                  <a:pt x="79229" y="17125"/>
                  <a:pt x="77138" y="17897"/>
                  <a:pt x="75022" y="18768"/>
                </a:cubicBezTo>
                <a:cubicBezTo>
                  <a:pt x="75221" y="18420"/>
                  <a:pt x="75420" y="18071"/>
                  <a:pt x="75644" y="17748"/>
                </a:cubicBezTo>
                <a:cubicBezTo>
                  <a:pt x="75719" y="17648"/>
                  <a:pt x="75744" y="17573"/>
                  <a:pt x="75794" y="17499"/>
                </a:cubicBezTo>
                <a:cubicBezTo>
                  <a:pt x="76092" y="17051"/>
                  <a:pt x="76391" y="16627"/>
                  <a:pt x="76715" y="16204"/>
                </a:cubicBezTo>
                <a:cubicBezTo>
                  <a:pt x="76764" y="16130"/>
                  <a:pt x="76814" y="16055"/>
                  <a:pt x="76889" y="15955"/>
                </a:cubicBezTo>
                <a:cubicBezTo>
                  <a:pt x="77212" y="15532"/>
                  <a:pt x="77536" y="15134"/>
                  <a:pt x="77909" y="14711"/>
                </a:cubicBezTo>
                <a:lnTo>
                  <a:pt x="78034" y="14586"/>
                </a:lnTo>
                <a:cubicBezTo>
                  <a:pt x="78382" y="14213"/>
                  <a:pt x="78756" y="13815"/>
                  <a:pt x="79104" y="13466"/>
                </a:cubicBezTo>
                <a:lnTo>
                  <a:pt x="79229" y="13342"/>
                </a:lnTo>
                <a:close/>
                <a:moveTo>
                  <a:pt x="39403" y="18818"/>
                </a:moveTo>
                <a:lnTo>
                  <a:pt x="39403" y="18893"/>
                </a:lnTo>
                <a:cubicBezTo>
                  <a:pt x="39403" y="18893"/>
                  <a:pt x="39378" y="18893"/>
                  <a:pt x="39328" y="18917"/>
                </a:cubicBezTo>
                <a:lnTo>
                  <a:pt x="39328" y="18843"/>
                </a:lnTo>
                <a:cubicBezTo>
                  <a:pt x="39378" y="18843"/>
                  <a:pt x="39378" y="18818"/>
                  <a:pt x="39403" y="18818"/>
                </a:cubicBezTo>
                <a:close/>
                <a:moveTo>
                  <a:pt x="84132" y="17972"/>
                </a:moveTo>
                <a:lnTo>
                  <a:pt x="84132" y="18021"/>
                </a:lnTo>
                <a:lnTo>
                  <a:pt x="84132" y="18046"/>
                </a:lnTo>
                <a:cubicBezTo>
                  <a:pt x="83933" y="18171"/>
                  <a:pt x="83684" y="18320"/>
                  <a:pt x="83460" y="18494"/>
                </a:cubicBezTo>
                <a:cubicBezTo>
                  <a:pt x="83211" y="18644"/>
                  <a:pt x="82962" y="18793"/>
                  <a:pt x="82713" y="18992"/>
                </a:cubicBezTo>
                <a:lnTo>
                  <a:pt x="82688" y="18917"/>
                </a:lnTo>
                <a:cubicBezTo>
                  <a:pt x="82888" y="18768"/>
                  <a:pt x="83136" y="18594"/>
                  <a:pt x="83361" y="18469"/>
                </a:cubicBezTo>
                <a:cubicBezTo>
                  <a:pt x="83609" y="18320"/>
                  <a:pt x="83858" y="18146"/>
                  <a:pt x="84132" y="17972"/>
                </a:cubicBezTo>
                <a:close/>
                <a:moveTo>
                  <a:pt x="81369" y="16627"/>
                </a:moveTo>
                <a:cubicBezTo>
                  <a:pt x="81369" y="16652"/>
                  <a:pt x="81394" y="16677"/>
                  <a:pt x="81394" y="16702"/>
                </a:cubicBezTo>
                <a:cubicBezTo>
                  <a:pt x="79253" y="17399"/>
                  <a:pt x="77013" y="18196"/>
                  <a:pt x="74773" y="19166"/>
                </a:cubicBezTo>
                <a:cubicBezTo>
                  <a:pt x="74798" y="19117"/>
                  <a:pt x="74848" y="19067"/>
                  <a:pt x="74848" y="19042"/>
                </a:cubicBezTo>
                <a:cubicBezTo>
                  <a:pt x="77038" y="18121"/>
                  <a:pt x="79229" y="17300"/>
                  <a:pt x="81369" y="16627"/>
                </a:cubicBezTo>
                <a:close/>
                <a:moveTo>
                  <a:pt x="43286" y="16155"/>
                </a:moveTo>
                <a:lnTo>
                  <a:pt x="43858" y="16528"/>
                </a:lnTo>
                <a:cubicBezTo>
                  <a:pt x="43784" y="16578"/>
                  <a:pt x="43734" y="16652"/>
                  <a:pt x="43634" y="16677"/>
                </a:cubicBezTo>
                <a:cubicBezTo>
                  <a:pt x="43136" y="17001"/>
                  <a:pt x="42664" y="17300"/>
                  <a:pt x="42166" y="17623"/>
                </a:cubicBezTo>
                <a:cubicBezTo>
                  <a:pt x="41991" y="17748"/>
                  <a:pt x="41792" y="17872"/>
                  <a:pt x="41568" y="17996"/>
                </a:cubicBezTo>
                <a:lnTo>
                  <a:pt x="40747" y="18544"/>
                </a:lnTo>
                <a:cubicBezTo>
                  <a:pt x="40523" y="18693"/>
                  <a:pt x="40324" y="18818"/>
                  <a:pt x="40125" y="18942"/>
                </a:cubicBezTo>
                <a:cubicBezTo>
                  <a:pt x="39950" y="19042"/>
                  <a:pt x="39801" y="19166"/>
                  <a:pt x="39652" y="19266"/>
                </a:cubicBezTo>
                <a:cubicBezTo>
                  <a:pt x="39652" y="19191"/>
                  <a:pt x="39627" y="19141"/>
                  <a:pt x="39627" y="19067"/>
                </a:cubicBezTo>
                <a:cubicBezTo>
                  <a:pt x="39627" y="19017"/>
                  <a:pt x="39577" y="18942"/>
                  <a:pt x="39577" y="18917"/>
                </a:cubicBezTo>
                <a:cubicBezTo>
                  <a:pt x="40797" y="17996"/>
                  <a:pt x="42016" y="17051"/>
                  <a:pt x="43286" y="16155"/>
                </a:cubicBezTo>
                <a:close/>
                <a:moveTo>
                  <a:pt x="39428" y="19117"/>
                </a:moveTo>
                <a:cubicBezTo>
                  <a:pt x="39428" y="19166"/>
                  <a:pt x="39453" y="19191"/>
                  <a:pt x="39453" y="19266"/>
                </a:cubicBezTo>
                <a:cubicBezTo>
                  <a:pt x="39453" y="19316"/>
                  <a:pt x="39502" y="19390"/>
                  <a:pt x="39502" y="19440"/>
                </a:cubicBezTo>
                <a:lnTo>
                  <a:pt x="39453" y="19440"/>
                </a:lnTo>
                <a:cubicBezTo>
                  <a:pt x="39428" y="19365"/>
                  <a:pt x="39428" y="19266"/>
                  <a:pt x="39403" y="19191"/>
                </a:cubicBezTo>
                <a:cubicBezTo>
                  <a:pt x="39403" y="19166"/>
                  <a:pt x="39403" y="19166"/>
                  <a:pt x="39378" y="19141"/>
                </a:cubicBezTo>
                <a:cubicBezTo>
                  <a:pt x="39403" y="19141"/>
                  <a:pt x="39403" y="19117"/>
                  <a:pt x="39428" y="19117"/>
                </a:cubicBezTo>
                <a:close/>
                <a:moveTo>
                  <a:pt x="101456" y="7094"/>
                </a:moveTo>
                <a:lnTo>
                  <a:pt x="101456" y="7094"/>
                </a:lnTo>
                <a:cubicBezTo>
                  <a:pt x="101631" y="7144"/>
                  <a:pt x="101805" y="7219"/>
                  <a:pt x="101954" y="7268"/>
                </a:cubicBezTo>
                <a:cubicBezTo>
                  <a:pt x="102303" y="7443"/>
                  <a:pt x="102651" y="7617"/>
                  <a:pt x="103000" y="7766"/>
                </a:cubicBezTo>
                <a:cubicBezTo>
                  <a:pt x="103149" y="7866"/>
                  <a:pt x="103323" y="7941"/>
                  <a:pt x="103497" y="8015"/>
                </a:cubicBezTo>
                <a:cubicBezTo>
                  <a:pt x="103846" y="8214"/>
                  <a:pt x="104145" y="8389"/>
                  <a:pt x="104468" y="8588"/>
                </a:cubicBezTo>
                <a:cubicBezTo>
                  <a:pt x="104618" y="8687"/>
                  <a:pt x="104767" y="8762"/>
                  <a:pt x="104916" y="8886"/>
                </a:cubicBezTo>
                <a:cubicBezTo>
                  <a:pt x="105240" y="9085"/>
                  <a:pt x="105514" y="9310"/>
                  <a:pt x="105787" y="9509"/>
                </a:cubicBezTo>
                <a:cubicBezTo>
                  <a:pt x="105912" y="9708"/>
                  <a:pt x="106111" y="9832"/>
                  <a:pt x="106235" y="9957"/>
                </a:cubicBezTo>
                <a:cubicBezTo>
                  <a:pt x="106509" y="10181"/>
                  <a:pt x="106758" y="10405"/>
                  <a:pt x="107007" y="10654"/>
                </a:cubicBezTo>
                <a:cubicBezTo>
                  <a:pt x="107156" y="10778"/>
                  <a:pt x="107331" y="10927"/>
                  <a:pt x="107480" y="11052"/>
                </a:cubicBezTo>
                <a:cubicBezTo>
                  <a:pt x="107729" y="11276"/>
                  <a:pt x="107953" y="11525"/>
                  <a:pt x="108152" y="11749"/>
                </a:cubicBezTo>
                <a:cubicBezTo>
                  <a:pt x="108277" y="11873"/>
                  <a:pt x="108376" y="11998"/>
                  <a:pt x="108501" y="12147"/>
                </a:cubicBezTo>
                <a:cubicBezTo>
                  <a:pt x="108525" y="12172"/>
                  <a:pt x="108575" y="12222"/>
                  <a:pt x="108625" y="12272"/>
                </a:cubicBezTo>
                <a:cubicBezTo>
                  <a:pt x="108849" y="12496"/>
                  <a:pt x="109023" y="12769"/>
                  <a:pt x="109222" y="12993"/>
                </a:cubicBezTo>
                <a:cubicBezTo>
                  <a:pt x="109372" y="13193"/>
                  <a:pt x="109496" y="13392"/>
                  <a:pt x="109646" y="13566"/>
                </a:cubicBezTo>
                <a:cubicBezTo>
                  <a:pt x="109845" y="13815"/>
                  <a:pt x="109994" y="14064"/>
                  <a:pt x="110143" y="14337"/>
                </a:cubicBezTo>
                <a:cubicBezTo>
                  <a:pt x="110268" y="14562"/>
                  <a:pt x="110442" y="14786"/>
                  <a:pt x="110567" y="14985"/>
                </a:cubicBezTo>
                <a:cubicBezTo>
                  <a:pt x="110716" y="15234"/>
                  <a:pt x="110840" y="15532"/>
                  <a:pt x="110990" y="15781"/>
                </a:cubicBezTo>
                <a:lnTo>
                  <a:pt x="111363" y="16528"/>
                </a:lnTo>
                <a:cubicBezTo>
                  <a:pt x="111487" y="16802"/>
                  <a:pt x="111612" y="17051"/>
                  <a:pt x="111711" y="17324"/>
                </a:cubicBezTo>
                <a:cubicBezTo>
                  <a:pt x="111836" y="17598"/>
                  <a:pt x="111936" y="17847"/>
                  <a:pt x="112010" y="18146"/>
                </a:cubicBezTo>
                <a:lnTo>
                  <a:pt x="112309" y="18967"/>
                </a:lnTo>
                <a:cubicBezTo>
                  <a:pt x="112359" y="19141"/>
                  <a:pt x="112384" y="19291"/>
                  <a:pt x="112458" y="19440"/>
                </a:cubicBezTo>
                <a:lnTo>
                  <a:pt x="112408" y="19415"/>
                </a:lnTo>
                <a:cubicBezTo>
                  <a:pt x="112309" y="19291"/>
                  <a:pt x="112160" y="19191"/>
                  <a:pt x="112035" y="19067"/>
                </a:cubicBezTo>
                <a:cubicBezTo>
                  <a:pt x="111936" y="18992"/>
                  <a:pt x="111836" y="18843"/>
                  <a:pt x="111711" y="18768"/>
                </a:cubicBezTo>
                <a:cubicBezTo>
                  <a:pt x="111537" y="18644"/>
                  <a:pt x="111413" y="18544"/>
                  <a:pt x="111263" y="18420"/>
                </a:cubicBezTo>
                <a:cubicBezTo>
                  <a:pt x="111139" y="18320"/>
                  <a:pt x="111064" y="18245"/>
                  <a:pt x="110915" y="18171"/>
                </a:cubicBezTo>
                <a:cubicBezTo>
                  <a:pt x="110766" y="18046"/>
                  <a:pt x="110591" y="17922"/>
                  <a:pt x="110417" y="17822"/>
                </a:cubicBezTo>
                <a:lnTo>
                  <a:pt x="110143" y="17648"/>
                </a:lnTo>
                <a:lnTo>
                  <a:pt x="109596" y="17275"/>
                </a:lnTo>
                <a:cubicBezTo>
                  <a:pt x="109496" y="17200"/>
                  <a:pt x="109422" y="17175"/>
                  <a:pt x="109347" y="17125"/>
                </a:cubicBezTo>
                <a:cubicBezTo>
                  <a:pt x="109123" y="17001"/>
                  <a:pt x="108899" y="16876"/>
                  <a:pt x="108725" y="16752"/>
                </a:cubicBezTo>
                <a:cubicBezTo>
                  <a:pt x="108650" y="16702"/>
                  <a:pt x="108600" y="16677"/>
                  <a:pt x="108501" y="16627"/>
                </a:cubicBezTo>
                <a:cubicBezTo>
                  <a:pt x="108277" y="16503"/>
                  <a:pt x="108028" y="16379"/>
                  <a:pt x="107804" y="16279"/>
                </a:cubicBezTo>
                <a:lnTo>
                  <a:pt x="107629" y="16179"/>
                </a:lnTo>
                <a:cubicBezTo>
                  <a:pt x="107380" y="16055"/>
                  <a:pt x="107132" y="15955"/>
                  <a:pt x="106883" y="15831"/>
                </a:cubicBezTo>
                <a:cubicBezTo>
                  <a:pt x="106808" y="15806"/>
                  <a:pt x="106783" y="15806"/>
                  <a:pt x="106733" y="15781"/>
                </a:cubicBezTo>
                <a:cubicBezTo>
                  <a:pt x="106484" y="15657"/>
                  <a:pt x="106186" y="15557"/>
                  <a:pt x="105912" y="15458"/>
                </a:cubicBezTo>
                <a:cubicBezTo>
                  <a:pt x="105862" y="15433"/>
                  <a:pt x="105812" y="15433"/>
                  <a:pt x="105763" y="15408"/>
                </a:cubicBezTo>
                <a:cubicBezTo>
                  <a:pt x="105688" y="15383"/>
                  <a:pt x="105638" y="15333"/>
                  <a:pt x="105563" y="15333"/>
                </a:cubicBezTo>
                <a:cubicBezTo>
                  <a:pt x="104866" y="12272"/>
                  <a:pt x="103497" y="9434"/>
                  <a:pt x="101456" y="7094"/>
                </a:cubicBezTo>
                <a:close/>
                <a:moveTo>
                  <a:pt x="44057" y="16652"/>
                </a:moveTo>
                <a:cubicBezTo>
                  <a:pt x="44033" y="16702"/>
                  <a:pt x="43983" y="16727"/>
                  <a:pt x="43908" y="16802"/>
                </a:cubicBezTo>
                <a:cubicBezTo>
                  <a:pt x="43734" y="16926"/>
                  <a:pt x="43510" y="17051"/>
                  <a:pt x="43311" y="17175"/>
                </a:cubicBezTo>
                <a:lnTo>
                  <a:pt x="42290" y="17822"/>
                </a:lnTo>
                <a:cubicBezTo>
                  <a:pt x="42116" y="17947"/>
                  <a:pt x="41917" y="18046"/>
                  <a:pt x="41767" y="18171"/>
                </a:cubicBezTo>
                <a:lnTo>
                  <a:pt x="41494" y="18345"/>
                </a:lnTo>
                <a:cubicBezTo>
                  <a:pt x="41120" y="18594"/>
                  <a:pt x="40697" y="18893"/>
                  <a:pt x="40324" y="19166"/>
                </a:cubicBezTo>
                <a:cubicBezTo>
                  <a:pt x="40150" y="19291"/>
                  <a:pt x="39950" y="19415"/>
                  <a:pt x="39801" y="19540"/>
                </a:cubicBezTo>
                <a:lnTo>
                  <a:pt x="39801" y="19515"/>
                </a:lnTo>
                <a:lnTo>
                  <a:pt x="39801" y="19465"/>
                </a:lnTo>
                <a:cubicBezTo>
                  <a:pt x="39901" y="19415"/>
                  <a:pt x="40025" y="19316"/>
                  <a:pt x="40125" y="19266"/>
                </a:cubicBezTo>
                <a:cubicBezTo>
                  <a:pt x="40672" y="18893"/>
                  <a:pt x="41195" y="18519"/>
                  <a:pt x="41767" y="18146"/>
                </a:cubicBezTo>
                <a:lnTo>
                  <a:pt x="42315" y="17772"/>
                </a:lnTo>
                <a:cubicBezTo>
                  <a:pt x="42863" y="17424"/>
                  <a:pt x="43360" y="17075"/>
                  <a:pt x="43883" y="16777"/>
                </a:cubicBezTo>
                <a:cubicBezTo>
                  <a:pt x="43908" y="16727"/>
                  <a:pt x="43983" y="16677"/>
                  <a:pt x="44057" y="16652"/>
                </a:cubicBezTo>
                <a:close/>
                <a:moveTo>
                  <a:pt x="39552" y="19614"/>
                </a:moveTo>
                <a:lnTo>
                  <a:pt x="39577" y="19639"/>
                </a:lnTo>
                <a:lnTo>
                  <a:pt x="39577" y="19664"/>
                </a:lnTo>
                <a:lnTo>
                  <a:pt x="39552" y="19689"/>
                </a:lnTo>
                <a:lnTo>
                  <a:pt x="39552" y="19664"/>
                </a:lnTo>
                <a:lnTo>
                  <a:pt x="39552" y="19639"/>
                </a:lnTo>
                <a:cubicBezTo>
                  <a:pt x="39527" y="19639"/>
                  <a:pt x="39527" y="19639"/>
                  <a:pt x="39552" y="19614"/>
                </a:cubicBezTo>
                <a:close/>
                <a:moveTo>
                  <a:pt x="112202" y="18038"/>
                </a:moveTo>
                <a:cubicBezTo>
                  <a:pt x="112254" y="18167"/>
                  <a:pt x="112309" y="18296"/>
                  <a:pt x="112359" y="18420"/>
                </a:cubicBezTo>
                <a:cubicBezTo>
                  <a:pt x="112458" y="18693"/>
                  <a:pt x="112508" y="18992"/>
                  <a:pt x="112608" y="19266"/>
                </a:cubicBezTo>
                <a:lnTo>
                  <a:pt x="112807" y="19814"/>
                </a:lnTo>
                <a:lnTo>
                  <a:pt x="112732" y="19739"/>
                </a:lnTo>
                <a:cubicBezTo>
                  <a:pt x="112682" y="19515"/>
                  <a:pt x="112608" y="19316"/>
                  <a:pt x="112558" y="19141"/>
                </a:cubicBezTo>
                <a:cubicBezTo>
                  <a:pt x="112458" y="18818"/>
                  <a:pt x="112359" y="18544"/>
                  <a:pt x="112259" y="18220"/>
                </a:cubicBezTo>
                <a:cubicBezTo>
                  <a:pt x="112242" y="18159"/>
                  <a:pt x="112223" y="18098"/>
                  <a:pt x="112202" y="18038"/>
                </a:cubicBezTo>
                <a:close/>
                <a:moveTo>
                  <a:pt x="74051" y="10031"/>
                </a:moveTo>
                <a:lnTo>
                  <a:pt x="74051" y="10031"/>
                </a:lnTo>
                <a:cubicBezTo>
                  <a:pt x="71761" y="13018"/>
                  <a:pt x="70168" y="16428"/>
                  <a:pt x="69322" y="19938"/>
                </a:cubicBezTo>
                <a:lnTo>
                  <a:pt x="69272" y="19938"/>
                </a:lnTo>
                <a:cubicBezTo>
                  <a:pt x="70094" y="16428"/>
                  <a:pt x="71687" y="13018"/>
                  <a:pt x="74026" y="10056"/>
                </a:cubicBezTo>
                <a:lnTo>
                  <a:pt x="74051" y="10031"/>
                </a:lnTo>
                <a:close/>
                <a:moveTo>
                  <a:pt x="110214" y="17963"/>
                </a:moveTo>
                <a:lnTo>
                  <a:pt x="110442" y="18096"/>
                </a:lnTo>
                <a:cubicBezTo>
                  <a:pt x="110591" y="18220"/>
                  <a:pt x="110741" y="18345"/>
                  <a:pt x="110890" y="18445"/>
                </a:cubicBezTo>
                <a:cubicBezTo>
                  <a:pt x="110990" y="18544"/>
                  <a:pt x="111114" y="18594"/>
                  <a:pt x="111214" y="18693"/>
                </a:cubicBezTo>
                <a:cubicBezTo>
                  <a:pt x="111363" y="18818"/>
                  <a:pt x="111487" y="18917"/>
                  <a:pt x="111637" y="19042"/>
                </a:cubicBezTo>
                <a:cubicBezTo>
                  <a:pt x="111761" y="19141"/>
                  <a:pt x="111861" y="19216"/>
                  <a:pt x="111985" y="19316"/>
                </a:cubicBezTo>
                <a:cubicBezTo>
                  <a:pt x="112110" y="19440"/>
                  <a:pt x="112234" y="19565"/>
                  <a:pt x="112384" y="19689"/>
                </a:cubicBezTo>
                <a:cubicBezTo>
                  <a:pt x="112458" y="19714"/>
                  <a:pt x="112483" y="19789"/>
                  <a:pt x="112508" y="19814"/>
                </a:cubicBezTo>
                <a:cubicBezTo>
                  <a:pt x="112508" y="19838"/>
                  <a:pt x="112558" y="19913"/>
                  <a:pt x="112558" y="19938"/>
                </a:cubicBezTo>
                <a:lnTo>
                  <a:pt x="112334" y="19714"/>
                </a:lnTo>
                <a:lnTo>
                  <a:pt x="112110" y="19515"/>
                </a:lnTo>
                <a:cubicBezTo>
                  <a:pt x="111985" y="19390"/>
                  <a:pt x="111836" y="19266"/>
                  <a:pt x="111687" y="19141"/>
                </a:cubicBezTo>
                <a:cubicBezTo>
                  <a:pt x="111637" y="19141"/>
                  <a:pt x="111637" y="19092"/>
                  <a:pt x="111612" y="19092"/>
                </a:cubicBezTo>
                <a:cubicBezTo>
                  <a:pt x="111512" y="19017"/>
                  <a:pt x="111438" y="18942"/>
                  <a:pt x="111338" y="18843"/>
                </a:cubicBezTo>
                <a:cubicBezTo>
                  <a:pt x="111313" y="18818"/>
                  <a:pt x="111239" y="18793"/>
                  <a:pt x="111214" y="18768"/>
                </a:cubicBezTo>
                <a:cubicBezTo>
                  <a:pt x="110914" y="18518"/>
                  <a:pt x="110580" y="18235"/>
                  <a:pt x="110214" y="17963"/>
                </a:cubicBezTo>
                <a:close/>
                <a:moveTo>
                  <a:pt x="71288" y="9310"/>
                </a:moveTo>
                <a:cubicBezTo>
                  <a:pt x="71438" y="9334"/>
                  <a:pt x="71562" y="9359"/>
                  <a:pt x="71736" y="9409"/>
                </a:cubicBezTo>
                <a:cubicBezTo>
                  <a:pt x="72010" y="9459"/>
                  <a:pt x="72284" y="9484"/>
                  <a:pt x="72558" y="9583"/>
                </a:cubicBezTo>
                <a:cubicBezTo>
                  <a:pt x="72807" y="9658"/>
                  <a:pt x="73056" y="9733"/>
                  <a:pt x="73304" y="9807"/>
                </a:cubicBezTo>
                <a:cubicBezTo>
                  <a:pt x="73504" y="9857"/>
                  <a:pt x="73653" y="9907"/>
                  <a:pt x="73827" y="9957"/>
                </a:cubicBezTo>
                <a:cubicBezTo>
                  <a:pt x="71512" y="12944"/>
                  <a:pt x="69919" y="16379"/>
                  <a:pt x="69073" y="19863"/>
                </a:cubicBezTo>
                <a:cubicBezTo>
                  <a:pt x="67613" y="19361"/>
                  <a:pt x="65978" y="19116"/>
                  <a:pt x="64209" y="19116"/>
                </a:cubicBezTo>
                <a:cubicBezTo>
                  <a:pt x="62207" y="19116"/>
                  <a:pt x="60033" y="19430"/>
                  <a:pt x="57748" y="20038"/>
                </a:cubicBezTo>
                <a:cubicBezTo>
                  <a:pt x="57648" y="18644"/>
                  <a:pt x="57698" y="17275"/>
                  <a:pt x="57772" y="15906"/>
                </a:cubicBezTo>
                <a:cubicBezTo>
                  <a:pt x="62328" y="13217"/>
                  <a:pt x="66833" y="11027"/>
                  <a:pt x="71288" y="9310"/>
                </a:cubicBezTo>
                <a:close/>
                <a:moveTo>
                  <a:pt x="57598" y="16030"/>
                </a:moveTo>
                <a:cubicBezTo>
                  <a:pt x="57499" y="17349"/>
                  <a:pt x="57474" y="18693"/>
                  <a:pt x="57573" y="20062"/>
                </a:cubicBezTo>
                <a:cubicBezTo>
                  <a:pt x="57548" y="20062"/>
                  <a:pt x="57548" y="20062"/>
                  <a:pt x="57499" y="20087"/>
                </a:cubicBezTo>
                <a:cubicBezTo>
                  <a:pt x="57424" y="18718"/>
                  <a:pt x="57449" y="17399"/>
                  <a:pt x="57548" y="16055"/>
                </a:cubicBezTo>
                <a:cubicBezTo>
                  <a:pt x="57573" y="16055"/>
                  <a:pt x="57573" y="16030"/>
                  <a:pt x="57598" y="16030"/>
                </a:cubicBezTo>
                <a:close/>
                <a:moveTo>
                  <a:pt x="69247" y="20112"/>
                </a:moveTo>
                <a:cubicBezTo>
                  <a:pt x="69272" y="20112"/>
                  <a:pt x="69272" y="20137"/>
                  <a:pt x="69272" y="20137"/>
                </a:cubicBezTo>
                <a:lnTo>
                  <a:pt x="69272" y="20187"/>
                </a:lnTo>
                <a:cubicBezTo>
                  <a:pt x="69247" y="20187"/>
                  <a:pt x="69247" y="20187"/>
                  <a:pt x="69197" y="20162"/>
                </a:cubicBezTo>
                <a:lnTo>
                  <a:pt x="69197" y="20112"/>
                </a:lnTo>
                <a:close/>
                <a:moveTo>
                  <a:pt x="64192" y="19303"/>
                </a:moveTo>
                <a:cubicBezTo>
                  <a:pt x="65952" y="19303"/>
                  <a:pt x="67575" y="19547"/>
                  <a:pt x="69023" y="20038"/>
                </a:cubicBezTo>
                <a:cubicBezTo>
                  <a:pt x="69048" y="20062"/>
                  <a:pt x="69048" y="20112"/>
                  <a:pt x="69023" y="20112"/>
                </a:cubicBezTo>
                <a:cubicBezTo>
                  <a:pt x="67575" y="19610"/>
                  <a:pt x="65952" y="19365"/>
                  <a:pt x="64192" y="19365"/>
                </a:cubicBezTo>
                <a:cubicBezTo>
                  <a:pt x="62200" y="19365"/>
                  <a:pt x="60033" y="19679"/>
                  <a:pt x="57748" y="20286"/>
                </a:cubicBezTo>
                <a:lnTo>
                  <a:pt x="57748" y="20237"/>
                </a:lnTo>
                <a:cubicBezTo>
                  <a:pt x="60034" y="19616"/>
                  <a:pt x="62200" y="19303"/>
                  <a:pt x="64192" y="19303"/>
                </a:cubicBezTo>
                <a:close/>
                <a:moveTo>
                  <a:pt x="57598" y="20262"/>
                </a:moveTo>
                <a:lnTo>
                  <a:pt x="57598" y="20311"/>
                </a:lnTo>
                <a:cubicBezTo>
                  <a:pt x="57573" y="20311"/>
                  <a:pt x="57573" y="20311"/>
                  <a:pt x="57548" y="20336"/>
                </a:cubicBezTo>
                <a:lnTo>
                  <a:pt x="57548" y="20286"/>
                </a:lnTo>
                <a:cubicBezTo>
                  <a:pt x="57573" y="20286"/>
                  <a:pt x="57573" y="20286"/>
                  <a:pt x="57598" y="20262"/>
                </a:cubicBezTo>
                <a:close/>
                <a:moveTo>
                  <a:pt x="112881" y="20162"/>
                </a:moveTo>
                <a:lnTo>
                  <a:pt x="112981" y="20262"/>
                </a:lnTo>
                <a:cubicBezTo>
                  <a:pt x="112931" y="20262"/>
                  <a:pt x="112931" y="20311"/>
                  <a:pt x="112956" y="20361"/>
                </a:cubicBezTo>
                <a:lnTo>
                  <a:pt x="112881" y="20286"/>
                </a:lnTo>
                <a:lnTo>
                  <a:pt x="112881" y="20237"/>
                </a:lnTo>
                <a:lnTo>
                  <a:pt x="112881" y="20162"/>
                </a:lnTo>
                <a:close/>
                <a:moveTo>
                  <a:pt x="109397" y="17772"/>
                </a:moveTo>
                <a:lnTo>
                  <a:pt x="109397" y="17772"/>
                </a:lnTo>
                <a:cubicBezTo>
                  <a:pt x="109521" y="17797"/>
                  <a:pt x="109596" y="17822"/>
                  <a:pt x="109646" y="17897"/>
                </a:cubicBezTo>
                <a:cubicBezTo>
                  <a:pt x="109770" y="17972"/>
                  <a:pt x="109894" y="18046"/>
                  <a:pt x="110019" y="18146"/>
                </a:cubicBezTo>
                <a:cubicBezTo>
                  <a:pt x="110118" y="18196"/>
                  <a:pt x="110218" y="18270"/>
                  <a:pt x="110318" y="18370"/>
                </a:cubicBezTo>
                <a:cubicBezTo>
                  <a:pt x="110492" y="18519"/>
                  <a:pt x="110691" y="18644"/>
                  <a:pt x="110865" y="18793"/>
                </a:cubicBezTo>
                <a:cubicBezTo>
                  <a:pt x="111089" y="18992"/>
                  <a:pt x="111338" y="19141"/>
                  <a:pt x="111512" y="19316"/>
                </a:cubicBezTo>
                <a:cubicBezTo>
                  <a:pt x="111936" y="19664"/>
                  <a:pt x="112309" y="20038"/>
                  <a:pt x="112632" y="20436"/>
                </a:cubicBezTo>
                <a:lnTo>
                  <a:pt x="112632" y="20461"/>
                </a:lnTo>
                <a:cubicBezTo>
                  <a:pt x="112632" y="20481"/>
                  <a:pt x="112632" y="20497"/>
                  <a:pt x="112636" y="20510"/>
                </a:cubicBezTo>
                <a:lnTo>
                  <a:pt x="112636" y="20510"/>
                </a:lnTo>
                <a:cubicBezTo>
                  <a:pt x="111677" y="19485"/>
                  <a:pt x="110597" y="18556"/>
                  <a:pt x="109397" y="17772"/>
                </a:cubicBezTo>
                <a:close/>
                <a:moveTo>
                  <a:pt x="74350" y="10056"/>
                </a:moveTo>
                <a:cubicBezTo>
                  <a:pt x="74425" y="10181"/>
                  <a:pt x="74624" y="10230"/>
                  <a:pt x="74773" y="10305"/>
                </a:cubicBezTo>
                <a:cubicBezTo>
                  <a:pt x="74997" y="10405"/>
                  <a:pt x="75246" y="10479"/>
                  <a:pt x="75470" y="10579"/>
                </a:cubicBezTo>
                <a:cubicBezTo>
                  <a:pt x="75669" y="10679"/>
                  <a:pt x="75893" y="10803"/>
                  <a:pt x="76117" y="10927"/>
                </a:cubicBezTo>
                <a:cubicBezTo>
                  <a:pt x="76341" y="11052"/>
                  <a:pt x="76515" y="11151"/>
                  <a:pt x="76715" y="11276"/>
                </a:cubicBezTo>
                <a:cubicBezTo>
                  <a:pt x="76739" y="11276"/>
                  <a:pt x="76739" y="11301"/>
                  <a:pt x="76764" y="11301"/>
                </a:cubicBezTo>
                <a:lnTo>
                  <a:pt x="77337" y="11674"/>
                </a:lnTo>
                <a:cubicBezTo>
                  <a:pt x="77511" y="11824"/>
                  <a:pt x="77735" y="11948"/>
                  <a:pt x="77909" y="12097"/>
                </a:cubicBezTo>
                <a:cubicBezTo>
                  <a:pt x="78108" y="12272"/>
                  <a:pt x="78258" y="12421"/>
                  <a:pt x="78407" y="12570"/>
                </a:cubicBezTo>
                <a:cubicBezTo>
                  <a:pt x="78581" y="12720"/>
                  <a:pt x="78731" y="12844"/>
                  <a:pt x="78880" y="13018"/>
                </a:cubicBezTo>
                <a:lnTo>
                  <a:pt x="78407" y="13466"/>
                </a:lnTo>
                <a:lnTo>
                  <a:pt x="78208" y="13690"/>
                </a:lnTo>
                <a:cubicBezTo>
                  <a:pt x="77984" y="13914"/>
                  <a:pt x="77760" y="14163"/>
                  <a:pt x="77586" y="14387"/>
                </a:cubicBezTo>
                <a:cubicBezTo>
                  <a:pt x="77536" y="14412"/>
                  <a:pt x="77511" y="14437"/>
                  <a:pt x="77486" y="14512"/>
                </a:cubicBezTo>
                <a:cubicBezTo>
                  <a:pt x="77237" y="14786"/>
                  <a:pt x="77013" y="15034"/>
                  <a:pt x="76789" y="15308"/>
                </a:cubicBezTo>
                <a:cubicBezTo>
                  <a:pt x="76715" y="15433"/>
                  <a:pt x="76615" y="15532"/>
                  <a:pt x="76540" y="15657"/>
                </a:cubicBezTo>
                <a:cubicBezTo>
                  <a:pt x="76416" y="15806"/>
                  <a:pt x="76291" y="16005"/>
                  <a:pt x="76167" y="16155"/>
                </a:cubicBezTo>
                <a:cubicBezTo>
                  <a:pt x="76092" y="16279"/>
                  <a:pt x="75993" y="16428"/>
                  <a:pt x="75893" y="16553"/>
                </a:cubicBezTo>
                <a:cubicBezTo>
                  <a:pt x="75794" y="16702"/>
                  <a:pt x="75669" y="16876"/>
                  <a:pt x="75594" y="17001"/>
                </a:cubicBezTo>
                <a:cubicBezTo>
                  <a:pt x="75495" y="17150"/>
                  <a:pt x="75395" y="17275"/>
                  <a:pt x="75296" y="17424"/>
                </a:cubicBezTo>
                <a:cubicBezTo>
                  <a:pt x="75221" y="17573"/>
                  <a:pt x="75122" y="17698"/>
                  <a:pt x="75022" y="17872"/>
                </a:cubicBezTo>
                <a:cubicBezTo>
                  <a:pt x="74922" y="18021"/>
                  <a:pt x="74848" y="18146"/>
                  <a:pt x="74773" y="18295"/>
                </a:cubicBezTo>
                <a:cubicBezTo>
                  <a:pt x="74674" y="18445"/>
                  <a:pt x="74599" y="18619"/>
                  <a:pt x="74524" y="18768"/>
                </a:cubicBezTo>
                <a:cubicBezTo>
                  <a:pt x="74499" y="18868"/>
                  <a:pt x="74425" y="18917"/>
                  <a:pt x="74400" y="19017"/>
                </a:cubicBezTo>
                <a:cubicBezTo>
                  <a:pt x="73255" y="19515"/>
                  <a:pt x="72110" y="20038"/>
                  <a:pt x="70940" y="20610"/>
                </a:cubicBezTo>
                <a:cubicBezTo>
                  <a:pt x="70517" y="20361"/>
                  <a:pt x="70044" y="20137"/>
                  <a:pt x="69571" y="19938"/>
                </a:cubicBezTo>
                <a:cubicBezTo>
                  <a:pt x="70417" y="16428"/>
                  <a:pt x="72010" y="13018"/>
                  <a:pt x="74350" y="10056"/>
                </a:cubicBezTo>
                <a:close/>
                <a:moveTo>
                  <a:pt x="58494" y="10405"/>
                </a:moveTo>
                <a:lnTo>
                  <a:pt x="58494" y="10405"/>
                </a:lnTo>
                <a:cubicBezTo>
                  <a:pt x="57922" y="12023"/>
                  <a:pt x="57548" y="13790"/>
                  <a:pt x="57374" y="15657"/>
                </a:cubicBezTo>
                <a:cubicBezTo>
                  <a:pt x="57225" y="15756"/>
                  <a:pt x="57051" y="15831"/>
                  <a:pt x="56876" y="15955"/>
                </a:cubicBezTo>
                <a:lnTo>
                  <a:pt x="54736" y="17275"/>
                </a:lnTo>
                <a:cubicBezTo>
                  <a:pt x="53865" y="17822"/>
                  <a:pt x="52968" y="18395"/>
                  <a:pt x="52097" y="18992"/>
                </a:cubicBezTo>
                <a:lnTo>
                  <a:pt x="51251" y="19540"/>
                </a:lnTo>
                <a:cubicBezTo>
                  <a:pt x="50654" y="19938"/>
                  <a:pt x="50081" y="20336"/>
                  <a:pt x="49484" y="20784"/>
                </a:cubicBezTo>
                <a:cubicBezTo>
                  <a:pt x="49484" y="20759"/>
                  <a:pt x="49459" y="20759"/>
                  <a:pt x="49459" y="20759"/>
                </a:cubicBezTo>
                <a:cubicBezTo>
                  <a:pt x="48588" y="19888"/>
                  <a:pt x="47766" y="19067"/>
                  <a:pt x="46995" y="18395"/>
                </a:cubicBezTo>
                <a:cubicBezTo>
                  <a:pt x="46173" y="17673"/>
                  <a:pt x="45426" y="17051"/>
                  <a:pt x="44729" y="16553"/>
                </a:cubicBezTo>
                <a:cubicBezTo>
                  <a:pt x="44779" y="16528"/>
                  <a:pt x="44879" y="16453"/>
                  <a:pt x="44929" y="16428"/>
                </a:cubicBezTo>
                <a:cubicBezTo>
                  <a:pt x="45277" y="16254"/>
                  <a:pt x="45601" y="16030"/>
                  <a:pt x="45924" y="15831"/>
                </a:cubicBezTo>
                <a:lnTo>
                  <a:pt x="46123" y="15756"/>
                </a:lnTo>
                <a:cubicBezTo>
                  <a:pt x="46248" y="15682"/>
                  <a:pt x="46323" y="15632"/>
                  <a:pt x="46447" y="15557"/>
                </a:cubicBezTo>
                <a:cubicBezTo>
                  <a:pt x="46895" y="15308"/>
                  <a:pt x="47293" y="15084"/>
                  <a:pt x="47741" y="14835"/>
                </a:cubicBezTo>
                <a:lnTo>
                  <a:pt x="47766" y="14835"/>
                </a:lnTo>
                <a:cubicBezTo>
                  <a:pt x="51425" y="12894"/>
                  <a:pt x="55034" y="11400"/>
                  <a:pt x="58494" y="10405"/>
                </a:cubicBezTo>
                <a:close/>
                <a:moveTo>
                  <a:pt x="69446" y="20187"/>
                </a:moveTo>
                <a:cubicBezTo>
                  <a:pt x="69894" y="20361"/>
                  <a:pt x="70293" y="20535"/>
                  <a:pt x="70666" y="20759"/>
                </a:cubicBezTo>
                <a:cubicBezTo>
                  <a:pt x="70641" y="20759"/>
                  <a:pt x="70641" y="20784"/>
                  <a:pt x="70591" y="20784"/>
                </a:cubicBezTo>
                <a:cubicBezTo>
                  <a:pt x="70218" y="20610"/>
                  <a:pt x="69870" y="20411"/>
                  <a:pt x="69446" y="20262"/>
                </a:cubicBezTo>
                <a:lnTo>
                  <a:pt x="69446" y="20187"/>
                </a:lnTo>
                <a:close/>
                <a:moveTo>
                  <a:pt x="74225" y="19291"/>
                </a:moveTo>
                <a:cubicBezTo>
                  <a:pt x="74176" y="19316"/>
                  <a:pt x="74176" y="19390"/>
                  <a:pt x="74151" y="19415"/>
                </a:cubicBezTo>
                <a:lnTo>
                  <a:pt x="71164" y="20809"/>
                </a:lnTo>
                <a:cubicBezTo>
                  <a:pt x="71139" y="20784"/>
                  <a:pt x="71114" y="20784"/>
                  <a:pt x="71064" y="20759"/>
                </a:cubicBezTo>
                <a:cubicBezTo>
                  <a:pt x="72135" y="20262"/>
                  <a:pt x="73155" y="19764"/>
                  <a:pt x="74225" y="19291"/>
                </a:cubicBezTo>
                <a:close/>
                <a:moveTo>
                  <a:pt x="44505" y="16652"/>
                </a:moveTo>
                <a:cubicBezTo>
                  <a:pt x="45924" y="17673"/>
                  <a:pt x="47542" y="19067"/>
                  <a:pt x="49334" y="20909"/>
                </a:cubicBezTo>
                <a:lnTo>
                  <a:pt x="49260" y="20934"/>
                </a:lnTo>
                <a:cubicBezTo>
                  <a:pt x="49110" y="20784"/>
                  <a:pt x="48986" y="20635"/>
                  <a:pt x="48837" y="20510"/>
                </a:cubicBezTo>
                <a:lnTo>
                  <a:pt x="48712" y="20386"/>
                </a:lnTo>
                <a:lnTo>
                  <a:pt x="48339" y="20013"/>
                </a:lnTo>
                <a:lnTo>
                  <a:pt x="47990" y="19664"/>
                </a:lnTo>
                <a:lnTo>
                  <a:pt x="47891" y="19565"/>
                </a:lnTo>
                <a:cubicBezTo>
                  <a:pt x="46646" y="18395"/>
                  <a:pt x="45501" y="17424"/>
                  <a:pt x="44431" y="16677"/>
                </a:cubicBezTo>
                <a:cubicBezTo>
                  <a:pt x="44481" y="16677"/>
                  <a:pt x="44505" y="16677"/>
                  <a:pt x="44505" y="16652"/>
                </a:cubicBezTo>
                <a:close/>
                <a:moveTo>
                  <a:pt x="112981" y="20710"/>
                </a:moveTo>
                <a:lnTo>
                  <a:pt x="113081" y="20809"/>
                </a:lnTo>
                <a:cubicBezTo>
                  <a:pt x="113056" y="20859"/>
                  <a:pt x="113056" y="20884"/>
                  <a:pt x="113081" y="20934"/>
                </a:cubicBezTo>
                <a:cubicBezTo>
                  <a:pt x="113056" y="20909"/>
                  <a:pt x="113006" y="20884"/>
                  <a:pt x="113006" y="20859"/>
                </a:cubicBezTo>
                <a:cubicBezTo>
                  <a:pt x="113006" y="20809"/>
                  <a:pt x="112981" y="20759"/>
                  <a:pt x="112981" y="20710"/>
                </a:cubicBezTo>
                <a:close/>
                <a:moveTo>
                  <a:pt x="57354" y="15918"/>
                </a:moveTo>
                <a:lnTo>
                  <a:pt x="57354" y="15918"/>
                </a:lnTo>
                <a:cubicBezTo>
                  <a:pt x="57349" y="15927"/>
                  <a:pt x="57349" y="15941"/>
                  <a:pt x="57349" y="15955"/>
                </a:cubicBezTo>
                <a:cubicBezTo>
                  <a:pt x="56553" y="16428"/>
                  <a:pt x="55756" y="16926"/>
                  <a:pt x="54960" y="17424"/>
                </a:cubicBezTo>
                <a:cubicBezTo>
                  <a:pt x="54736" y="17548"/>
                  <a:pt x="54512" y="17698"/>
                  <a:pt x="54313" y="17872"/>
                </a:cubicBezTo>
                <a:cubicBezTo>
                  <a:pt x="53616" y="18295"/>
                  <a:pt x="52944" y="18743"/>
                  <a:pt x="52247" y="19191"/>
                </a:cubicBezTo>
                <a:cubicBezTo>
                  <a:pt x="51898" y="19415"/>
                  <a:pt x="51599" y="19664"/>
                  <a:pt x="51251" y="19888"/>
                </a:cubicBezTo>
                <a:cubicBezTo>
                  <a:pt x="50728" y="20262"/>
                  <a:pt x="50206" y="20610"/>
                  <a:pt x="49658" y="20983"/>
                </a:cubicBezTo>
                <a:lnTo>
                  <a:pt x="49633" y="20934"/>
                </a:lnTo>
                <a:cubicBezTo>
                  <a:pt x="50156" y="20560"/>
                  <a:pt x="50703" y="20187"/>
                  <a:pt x="51226" y="19863"/>
                </a:cubicBezTo>
                <a:cubicBezTo>
                  <a:pt x="51575" y="19639"/>
                  <a:pt x="51873" y="19390"/>
                  <a:pt x="52222" y="19166"/>
                </a:cubicBezTo>
                <a:lnTo>
                  <a:pt x="53068" y="18619"/>
                </a:lnTo>
                <a:cubicBezTo>
                  <a:pt x="54480" y="17653"/>
                  <a:pt x="55941" y="16761"/>
                  <a:pt x="57354" y="15918"/>
                </a:cubicBezTo>
                <a:close/>
                <a:moveTo>
                  <a:pt x="70840" y="20884"/>
                </a:moveTo>
                <a:cubicBezTo>
                  <a:pt x="70890" y="20909"/>
                  <a:pt x="70915" y="20909"/>
                  <a:pt x="70940" y="20934"/>
                </a:cubicBezTo>
                <a:cubicBezTo>
                  <a:pt x="70915" y="20934"/>
                  <a:pt x="70915" y="20983"/>
                  <a:pt x="70890" y="20983"/>
                </a:cubicBezTo>
                <a:cubicBezTo>
                  <a:pt x="70840" y="20934"/>
                  <a:pt x="70815" y="20909"/>
                  <a:pt x="70790" y="20909"/>
                </a:cubicBezTo>
                <a:cubicBezTo>
                  <a:pt x="70815" y="20909"/>
                  <a:pt x="70815" y="20884"/>
                  <a:pt x="70840" y="20884"/>
                </a:cubicBezTo>
                <a:close/>
                <a:moveTo>
                  <a:pt x="49484" y="21033"/>
                </a:moveTo>
                <a:lnTo>
                  <a:pt x="49509" y="21058"/>
                </a:lnTo>
                <a:lnTo>
                  <a:pt x="49533" y="21083"/>
                </a:lnTo>
                <a:lnTo>
                  <a:pt x="49509" y="21133"/>
                </a:lnTo>
                <a:lnTo>
                  <a:pt x="49484" y="21158"/>
                </a:lnTo>
                <a:lnTo>
                  <a:pt x="49409" y="21058"/>
                </a:lnTo>
                <a:lnTo>
                  <a:pt x="49484" y="21033"/>
                </a:lnTo>
                <a:close/>
                <a:moveTo>
                  <a:pt x="69421" y="20436"/>
                </a:moveTo>
                <a:cubicBezTo>
                  <a:pt x="69745" y="20560"/>
                  <a:pt x="70069" y="20734"/>
                  <a:pt x="70417" y="20884"/>
                </a:cubicBezTo>
                <a:cubicBezTo>
                  <a:pt x="70019" y="21058"/>
                  <a:pt x="69596" y="21282"/>
                  <a:pt x="69197" y="21506"/>
                </a:cubicBezTo>
                <a:cubicBezTo>
                  <a:pt x="69272" y="21158"/>
                  <a:pt x="69322" y="20784"/>
                  <a:pt x="69421" y="20436"/>
                </a:cubicBezTo>
                <a:close/>
                <a:moveTo>
                  <a:pt x="69173" y="20336"/>
                </a:moveTo>
                <a:cubicBezTo>
                  <a:pt x="69173" y="20361"/>
                  <a:pt x="69197" y="20361"/>
                  <a:pt x="69247" y="20386"/>
                </a:cubicBezTo>
                <a:cubicBezTo>
                  <a:pt x="69148" y="20784"/>
                  <a:pt x="69048" y="21232"/>
                  <a:pt x="68973" y="21631"/>
                </a:cubicBezTo>
                <a:cubicBezTo>
                  <a:pt x="68949" y="21631"/>
                  <a:pt x="68949" y="21655"/>
                  <a:pt x="68924" y="21655"/>
                </a:cubicBezTo>
                <a:cubicBezTo>
                  <a:pt x="68973" y="21207"/>
                  <a:pt x="69073" y="20784"/>
                  <a:pt x="69173" y="20336"/>
                </a:cubicBezTo>
                <a:close/>
                <a:moveTo>
                  <a:pt x="70616" y="21008"/>
                </a:moveTo>
                <a:cubicBezTo>
                  <a:pt x="70641" y="21033"/>
                  <a:pt x="70666" y="21033"/>
                  <a:pt x="70691" y="21058"/>
                </a:cubicBezTo>
                <a:cubicBezTo>
                  <a:pt x="70168" y="21307"/>
                  <a:pt x="69670" y="21606"/>
                  <a:pt x="69148" y="21855"/>
                </a:cubicBezTo>
                <a:lnTo>
                  <a:pt x="69148" y="21755"/>
                </a:lnTo>
                <a:cubicBezTo>
                  <a:pt x="69646" y="21506"/>
                  <a:pt x="70118" y="21257"/>
                  <a:pt x="70616" y="21008"/>
                </a:cubicBezTo>
                <a:close/>
                <a:moveTo>
                  <a:pt x="68924" y="21855"/>
                </a:moveTo>
                <a:lnTo>
                  <a:pt x="68924" y="21929"/>
                </a:lnTo>
                <a:cubicBezTo>
                  <a:pt x="68899" y="21929"/>
                  <a:pt x="68899" y="21954"/>
                  <a:pt x="68874" y="21954"/>
                </a:cubicBezTo>
                <a:lnTo>
                  <a:pt x="68874" y="21879"/>
                </a:lnTo>
                <a:cubicBezTo>
                  <a:pt x="68899" y="21879"/>
                  <a:pt x="68899" y="21855"/>
                  <a:pt x="68924" y="21855"/>
                </a:cubicBezTo>
                <a:close/>
                <a:moveTo>
                  <a:pt x="74026" y="19714"/>
                </a:moveTo>
                <a:lnTo>
                  <a:pt x="74026" y="19764"/>
                </a:lnTo>
                <a:cubicBezTo>
                  <a:pt x="73977" y="19913"/>
                  <a:pt x="73902" y="20038"/>
                  <a:pt x="73802" y="20187"/>
                </a:cubicBezTo>
                <a:cubicBezTo>
                  <a:pt x="73728" y="20336"/>
                  <a:pt x="73653" y="20535"/>
                  <a:pt x="73553" y="20685"/>
                </a:cubicBezTo>
                <a:cubicBezTo>
                  <a:pt x="73504" y="20809"/>
                  <a:pt x="73429" y="20958"/>
                  <a:pt x="73379" y="21083"/>
                </a:cubicBezTo>
                <a:cubicBezTo>
                  <a:pt x="73304" y="21257"/>
                  <a:pt x="73230" y="21431"/>
                  <a:pt x="73155" y="21631"/>
                </a:cubicBezTo>
                <a:cubicBezTo>
                  <a:pt x="73105" y="21755"/>
                  <a:pt x="73056" y="21904"/>
                  <a:pt x="73006" y="22029"/>
                </a:cubicBezTo>
                <a:cubicBezTo>
                  <a:pt x="72981" y="22103"/>
                  <a:pt x="72981" y="22128"/>
                  <a:pt x="72931" y="22178"/>
                </a:cubicBezTo>
                <a:cubicBezTo>
                  <a:pt x="72483" y="21705"/>
                  <a:pt x="71935" y="21307"/>
                  <a:pt x="71363" y="20934"/>
                </a:cubicBezTo>
                <a:cubicBezTo>
                  <a:pt x="72259" y="20510"/>
                  <a:pt x="73130" y="20087"/>
                  <a:pt x="74026" y="19714"/>
                </a:cubicBezTo>
                <a:close/>
                <a:moveTo>
                  <a:pt x="71139" y="21033"/>
                </a:moveTo>
                <a:cubicBezTo>
                  <a:pt x="71761" y="21407"/>
                  <a:pt x="72359" y="21879"/>
                  <a:pt x="72856" y="22377"/>
                </a:cubicBezTo>
                <a:cubicBezTo>
                  <a:pt x="72881" y="22402"/>
                  <a:pt x="72856" y="22427"/>
                  <a:pt x="72856" y="22427"/>
                </a:cubicBezTo>
                <a:cubicBezTo>
                  <a:pt x="72309" y="21904"/>
                  <a:pt x="71736" y="21431"/>
                  <a:pt x="71064" y="21058"/>
                </a:cubicBezTo>
                <a:cubicBezTo>
                  <a:pt x="71114" y="21058"/>
                  <a:pt x="71114" y="21033"/>
                  <a:pt x="71139" y="21033"/>
                </a:cubicBezTo>
                <a:close/>
                <a:moveTo>
                  <a:pt x="57374" y="16179"/>
                </a:moveTo>
                <a:lnTo>
                  <a:pt x="57374" y="16179"/>
                </a:lnTo>
                <a:cubicBezTo>
                  <a:pt x="57250" y="17499"/>
                  <a:pt x="57250" y="18793"/>
                  <a:pt x="57324" y="20137"/>
                </a:cubicBezTo>
                <a:cubicBezTo>
                  <a:pt x="55308" y="20685"/>
                  <a:pt x="53217" y="21506"/>
                  <a:pt x="51102" y="22502"/>
                </a:cubicBezTo>
                <a:cubicBezTo>
                  <a:pt x="51102" y="22477"/>
                  <a:pt x="51077" y="22477"/>
                  <a:pt x="51077" y="22427"/>
                </a:cubicBezTo>
                <a:cubicBezTo>
                  <a:pt x="50853" y="22178"/>
                  <a:pt x="50629" y="21954"/>
                  <a:pt x="50405" y="21705"/>
                </a:cubicBezTo>
                <a:cubicBezTo>
                  <a:pt x="50230" y="21506"/>
                  <a:pt x="50006" y="21282"/>
                  <a:pt x="49832" y="21058"/>
                </a:cubicBezTo>
                <a:cubicBezTo>
                  <a:pt x="50355" y="20685"/>
                  <a:pt x="50878" y="20311"/>
                  <a:pt x="51400" y="19988"/>
                </a:cubicBezTo>
                <a:cubicBezTo>
                  <a:pt x="51749" y="19764"/>
                  <a:pt x="52097" y="19515"/>
                  <a:pt x="52446" y="19291"/>
                </a:cubicBezTo>
                <a:lnTo>
                  <a:pt x="54313" y="18071"/>
                </a:lnTo>
                <a:cubicBezTo>
                  <a:pt x="54586" y="17897"/>
                  <a:pt x="54860" y="17698"/>
                  <a:pt x="55134" y="17548"/>
                </a:cubicBezTo>
                <a:cubicBezTo>
                  <a:pt x="55881" y="17075"/>
                  <a:pt x="56627" y="16603"/>
                  <a:pt x="57374" y="16179"/>
                </a:cubicBezTo>
                <a:close/>
                <a:moveTo>
                  <a:pt x="111508" y="15961"/>
                </a:moveTo>
                <a:lnTo>
                  <a:pt x="111508" y="15961"/>
                </a:lnTo>
                <a:cubicBezTo>
                  <a:pt x="112181" y="16960"/>
                  <a:pt x="113240" y="18615"/>
                  <a:pt x="114201" y="20635"/>
                </a:cubicBezTo>
                <a:cubicBezTo>
                  <a:pt x="114534" y="21324"/>
                  <a:pt x="114788" y="21974"/>
                  <a:pt x="115034" y="22566"/>
                </a:cubicBezTo>
                <a:lnTo>
                  <a:pt x="115034" y="22566"/>
                </a:lnTo>
                <a:cubicBezTo>
                  <a:pt x="115026" y="22557"/>
                  <a:pt x="115014" y="22552"/>
                  <a:pt x="114997" y="22552"/>
                </a:cubicBezTo>
                <a:cubicBezTo>
                  <a:pt x="114723" y="22153"/>
                  <a:pt x="114450" y="21755"/>
                  <a:pt x="114126" y="21332"/>
                </a:cubicBezTo>
                <a:lnTo>
                  <a:pt x="114051" y="21257"/>
                </a:lnTo>
                <a:cubicBezTo>
                  <a:pt x="113728" y="20884"/>
                  <a:pt x="113429" y="20510"/>
                  <a:pt x="113081" y="20137"/>
                </a:cubicBezTo>
                <a:cubicBezTo>
                  <a:pt x="113006" y="19838"/>
                  <a:pt x="112881" y="19565"/>
                  <a:pt x="112832" y="19291"/>
                </a:cubicBezTo>
                <a:lnTo>
                  <a:pt x="112558" y="18370"/>
                </a:lnTo>
                <a:cubicBezTo>
                  <a:pt x="112458" y="18071"/>
                  <a:pt x="112334" y="17822"/>
                  <a:pt x="112234" y="17573"/>
                </a:cubicBezTo>
                <a:cubicBezTo>
                  <a:pt x="112110" y="17275"/>
                  <a:pt x="112010" y="16951"/>
                  <a:pt x="111861" y="16677"/>
                </a:cubicBezTo>
                <a:cubicBezTo>
                  <a:pt x="111761" y="16428"/>
                  <a:pt x="111637" y="16204"/>
                  <a:pt x="111512" y="15980"/>
                </a:cubicBezTo>
                <a:cubicBezTo>
                  <a:pt x="111512" y="15974"/>
                  <a:pt x="111511" y="15967"/>
                  <a:pt x="111508" y="15961"/>
                </a:cubicBezTo>
                <a:close/>
                <a:moveTo>
                  <a:pt x="49633" y="21232"/>
                </a:moveTo>
                <a:cubicBezTo>
                  <a:pt x="49832" y="21407"/>
                  <a:pt x="50006" y="21631"/>
                  <a:pt x="50206" y="21805"/>
                </a:cubicBezTo>
                <a:cubicBezTo>
                  <a:pt x="50405" y="22054"/>
                  <a:pt x="50654" y="22278"/>
                  <a:pt x="50878" y="22527"/>
                </a:cubicBezTo>
                <a:lnTo>
                  <a:pt x="50902" y="22552"/>
                </a:lnTo>
                <a:cubicBezTo>
                  <a:pt x="50878" y="22552"/>
                  <a:pt x="50878" y="22601"/>
                  <a:pt x="50853" y="22601"/>
                </a:cubicBezTo>
                <a:lnTo>
                  <a:pt x="50778" y="22527"/>
                </a:lnTo>
                <a:cubicBezTo>
                  <a:pt x="50703" y="22402"/>
                  <a:pt x="50579" y="22303"/>
                  <a:pt x="50479" y="22178"/>
                </a:cubicBezTo>
                <a:cubicBezTo>
                  <a:pt x="50156" y="21855"/>
                  <a:pt x="49882" y="21531"/>
                  <a:pt x="49583" y="21232"/>
                </a:cubicBezTo>
                <a:lnTo>
                  <a:pt x="49583" y="21232"/>
                </a:lnTo>
                <a:cubicBezTo>
                  <a:pt x="49592" y="21241"/>
                  <a:pt x="49597" y="21243"/>
                  <a:pt x="49602" y="21243"/>
                </a:cubicBezTo>
                <a:cubicBezTo>
                  <a:pt x="49611" y="21243"/>
                  <a:pt x="49616" y="21232"/>
                  <a:pt x="49633" y="21232"/>
                </a:cubicBezTo>
                <a:close/>
                <a:moveTo>
                  <a:pt x="57349" y="20311"/>
                </a:moveTo>
                <a:lnTo>
                  <a:pt x="57349" y="20386"/>
                </a:lnTo>
                <a:cubicBezTo>
                  <a:pt x="55383" y="20934"/>
                  <a:pt x="53342" y="21705"/>
                  <a:pt x="51251" y="22676"/>
                </a:cubicBezTo>
                <a:cubicBezTo>
                  <a:pt x="51251" y="22676"/>
                  <a:pt x="51226" y="22676"/>
                  <a:pt x="51226" y="22651"/>
                </a:cubicBezTo>
                <a:cubicBezTo>
                  <a:pt x="53317" y="21655"/>
                  <a:pt x="55358" y="20884"/>
                  <a:pt x="57349" y="20311"/>
                </a:cubicBezTo>
                <a:close/>
                <a:moveTo>
                  <a:pt x="51077" y="22751"/>
                </a:moveTo>
                <a:cubicBezTo>
                  <a:pt x="51077" y="22776"/>
                  <a:pt x="51077" y="22776"/>
                  <a:pt x="51102" y="22800"/>
                </a:cubicBezTo>
                <a:cubicBezTo>
                  <a:pt x="51077" y="22800"/>
                  <a:pt x="51077" y="22825"/>
                  <a:pt x="51027" y="22825"/>
                </a:cubicBezTo>
                <a:cubicBezTo>
                  <a:pt x="51027" y="22800"/>
                  <a:pt x="51002" y="22800"/>
                  <a:pt x="51002" y="22776"/>
                </a:cubicBezTo>
                <a:cubicBezTo>
                  <a:pt x="51027" y="22776"/>
                  <a:pt x="51027" y="22751"/>
                  <a:pt x="51077" y="22751"/>
                </a:cubicBezTo>
                <a:close/>
                <a:moveTo>
                  <a:pt x="113329" y="18395"/>
                </a:moveTo>
                <a:lnTo>
                  <a:pt x="113329" y="18395"/>
                </a:lnTo>
                <a:cubicBezTo>
                  <a:pt x="113603" y="18893"/>
                  <a:pt x="113852" y="19316"/>
                  <a:pt x="113977" y="19540"/>
                </a:cubicBezTo>
                <a:cubicBezTo>
                  <a:pt x="114126" y="19814"/>
                  <a:pt x="114300" y="20137"/>
                  <a:pt x="114425" y="20436"/>
                </a:cubicBezTo>
                <a:cubicBezTo>
                  <a:pt x="115047" y="21780"/>
                  <a:pt x="115495" y="22975"/>
                  <a:pt x="115868" y="23995"/>
                </a:cubicBezTo>
                <a:cubicBezTo>
                  <a:pt x="115868" y="24020"/>
                  <a:pt x="115918" y="24045"/>
                  <a:pt x="115918" y="24095"/>
                </a:cubicBezTo>
                <a:cubicBezTo>
                  <a:pt x="115868" y="24045"/>
                  <a:pt x="115843" y="23995"/>
                  <a:pt x="115843" y="23970"/>
                </a:cubicBezTo>
                <a:cubicBezTo>
                  <a:pt x="115843" y="23970"/>
                  <a:pt x="115843" y="23921"/>
                  <a:pt x="115819" y="23921"/>
                </a:cubicBezTo>
                <a:lnTo>
                  <a:pt x="115819" y="23896"/>
                </a:lnTo>
                <a:cubicBezTo>
                  <a:pt x="115769" y="23846"/>
                  <a:pt x="115744" y="23771"/>
                  <a:pt x="115719" y="23672"/>
                </a:cubicBezTo>
                <a:cubicBezTo>
                  <a:pt x="115370" y="22726"/>
                  <a:pt x="114947" y="21655"/>
                  <a:pt x="114375" y="20436"/>
                </a:cubicBezTo>
                <a:cubicBezTo>
                  <a:pt x="114026" y="19739"/>
                  <a:pt x="113653" y="19017"/>
                  <a:pt x="113329" y="18395"/>
                </a:cubicBezTo>
                <a:close/>
                <a:moveTo>
                  <a:pt x="113180" y="20535"/>
                </a:moveTo>
                <a:lnTo>
                  <a:pt x="113180" y="20535"/>
                </a:lnTo>
                <a:cubicBezTo>
                  <a:pt x="113429" y="20809"/>
                  <a:pt x="113678" y="21058"/>
                  <a:pt x="113877" y="21382"/>
                </a:cubicBezTo>
                <a:cubicBezTo>
                  <a:pt x="113927" y="21407"/>
                  <a:pt x="113952" y="21431"/>
                  <a:pt x="113952" y="21481"/>
                </a:cubicBezTo>
                <a:cubicBezTo>
                  <a:pt x="114250" y="21879"/>
                  <a:pt x="114524" y="22278"/>
                  <a:pt x="114823" y="22676"/>
                </a:cubicBezTo>
                <a:cubicBezTo>
                  <a:pt x="114823" y="22726"/>
                  <a:pt x="114848" y="22726"/>
                  <a:pt x="114848" y="22751"/>
                </a:cubicBezTo>
                <a:cubicBezTo>
                  <a:pt x="115097" y="23124"/>
                  <a:pt x="115296" y="23497"/>
                  <a:pt x="115495" y="23871"/>
                </a:cubicBezTo>
                <a:cubicBezTo>
                  <a:pt x="115545" y="23995"/>
                  <a:pt x="115595" y="24120"/>
                  <a:pt x="115619" y="24244"/>
                </a:cubicBezTo>
                <a:cubicBezTo>
                  <a:pt x="115221" y="23398"/>
                  <a:pt x="114723" y="22626"/>
                  <a:pt x="114176" y="21855"/>
                </a:cubicBezTo>
                <a:cubicBezTo>
                  <a:pt x="114126" y="21805"/>
                  <a:pt x="114101" y="21755"/>
                  <a:pt x="114076" y="21705"/>
                </a:cubicBezTo>
                <a:cubicBezTo>
                  <a:pt x="113802" y="21332"/>
                  <a:pt x="113504" y="21008"/>
                  <a:pt x="113205" y="20660"/>
                </a:cubicBezTo>
                <a:cubicBezTo>
                  <a:pt x="113230" y="20660"/>
                  <a:pt x="113230" y="20660"/>
                  <a:pt x="113205" y="20635"/>
                </a:cubicBezTo>
                <a:lnTo>
                  <a:pt x="113180" y="20535"/>
                </a:lnTo>
                <a:close/>
                <a:moveTo>
                  <a:pt x="93143" y="14935"/>
                </a:moveTo>
                <a:cubicBezTo>
                  <a:pt x="93889" y="18021"/>
                  <a:pt x="94014" y="21506"/>
                  <a:pt x="93516" y="25215"/>
                </a:cubicBezTo>
                <a:lnTo>
                  <a:pt x="93441" y="25215"/>
                </a:lnTo>
                <a:cubicBezTo>
                  <a:pt x="93939" y="21506"/>
                  <a:pt x="93840" y="18046"/>
                  <a:pt x="93068" y="14935"/>
                </a:cubicBezTo>
                <a:close/>
                <a:moveTo>
                  <a:pt x="93466" y="25389"/>
                </a:moveTo>
                <a:lnTo>
                  <a:pt x="93466" y="25464"/>
                </a:lnTo>
                <a:lnTo>
                  <a:pt x="93417" y="25464"/>
                </a:lnTo>
                <a:lnTo>
                  <a:pt x="93417" y="25389"/>
                </a:lnTo>
                <a:close/>
                <a:moveTo>
                  <a:pt x="97623" y="14512"/>
                </a:moveTo>
                <a:cubicBezTo>
                  <a:pt x="98245" y="14512"/>
                  <a:pt x="98868" y="14537"/>
                  <a:pt x="99490" y="14562"/>
                </a:cubicBezTo>
                <a:cubicBezTo>
                  <a:pt x="100983" y="14711"/>
                  <a:pt x="102427" y="15010"/>
                  <a:pt x="103771" y="15383"/>
                </a:cubicBezTo>
                <a:cubicBezTo>
                  <a:pt x="104593" y="18619"/>
                  <a:pt x="104742" y="22178"/>
                  <a:pt x="104344" y="25986"/>
                </a:cubicBezTo>
                <a:cubicBezTo>
                  <a:pt x="102139" y="25309"/>
                  <a:pt x="99740" y="24983"/>
                  <a:pt x="97155" y="24983"/>
                </a:cubicBezTo>
                <a:cubicBezTo>
                  <a:pt x="96035" y="24983"/>
                  <a:pt x="94880" y="25045"/>
                  <a:pt x="93690" y="25165"/>
                </a:cubicBezTo>
                <a:cubicBezTo>
                  <a:pt x="94188" y="21481"/>
                  <a:pt x="94089" y="17996"/>
                  <a:pt x="93317" y="14885"/>
                </a:cubicBezTo>
                <a:cubicBezTo>
                  <a:pt x="93441" y="14835"/>
                  <a:pt x="93541" y="14810"/>
                  <a:pt x="93665" y="14810"/>
                </a:cubicBezTo>
                <a:cubicBezTo>
                  <a:pt x="93939" y="14786"/>
                  <a:pt x="94263" y="14761"/>
                  <a:pt x="94537" y="14711"/>
                </a:cubicBezTo>
                <a:cubicBezTo>
                  <a:pt x="94910" y="14686"/>
                  <a:pt x="95283" y="14636"/>
                  <a:pt x="95657" y="14586"/>
                </a:cubicBezTo>
                <a:cubicBezTo>
                  <a:pt x="95955" y="14562"/>
                  <a:pt x="96279" y="14562"/>
                  <a:pt x="96627" y="14562"/>
                </a:cubicBezTo>
                <a:cubicBezTo>
                  <a:pt x="96926" y="14537"/>
                  <a:pt x="97275" y="14512"/>
                  <a:pt x="97623" y="14512"/>
                </a:cubicBezTo>
                <a:close/>
                <a:moveTo>
                  <a:pt x="103995" y="15433"/>
                </a:moveTo>
                <a:cubicBezTo>
                  <a:pt x="104020" y="15433"/>
                  <a:pt x="104045" y="15433"/>
                  <a:pt x="104045" y="15458"/>
                </a:cubicBezTo>
                <a:cubicBezTo>
                  <a:pt x="104842" y="18693"/>
                  <a:pt x="104991" y="22278"/>
                  <a:pt x="104593" y="26086"/>
                </a:cubicBezTo>
                <a:cubicBezTo>
                  <a:pt x="104543" y="26086"/>
                  <a:pt x="104543" y="26086"/>
                  <a:pt x="104518" y="26036"/>
                </a:cubicBezTo>
                <a:cubicBezTo>
                  <a:pt x="104916" y="22253"/>
                  <a:pt x="104792" y="18669"/>
                  <a:pt x="103995" y="15433"/>
                </a:cubicBezTo>
                <a:close/>
                <a:moveTo>
                  <a:pt x="116247" y="25401"/>
                </a:moveTo>
                <a:cubicBezTo>
                  <a:pt x="116259" y="25416"/>
                  <a:pt x="116291" y="25424"/>
                  <a:pt x="116291" y="25464"/>
                </a:cubicBezTo>
                <a:lnTo>
                  <a:pt x="116291" y="25489"/>
                </a:lnTo>
                <a:cubicBezTo>
                  <a:pt x="116366" y="25711"/>
                  <a:pt x="116440" y="25934"/>
                  <a:pt x="116490" y="26156"/>
                </a:cubicBezTo>
                <a:lnTo>
                  <a:pt x="116490" y="26156"/>
                </a:lnTo>
                <a:cubicBezTo>
                  <a:pt x="116481" y="26132"/>
                  <a:pt x="116473" y="26109"/>
                  <a:pt x="116466" y="26086"/>
                </a:cubicBezTo>
                <a:cubicBezTo>
                  <a:pt x="116392" y="25866"/>
                  <a:pt x="116343" y="25645"/>
                  <a:pt x="116247" y="25401"/>
                </a:cubicBezTo>
                <a:close/>
                <a:moveTo>
                  <a:pt x="44281" y="16802"/>
                </a:moveTo>
                <a:cubicBezTo>
                  <a:pt x="44481" y="16926"/>
                  <a:pt x="44630" y="17051"/>
                  <a:pt x="44804" y="17175"/>
                </a:cubicBezTo>
                <a:lnTo>
                  <a:pt x="45277" y="17548"/>
                </a:lnTo>
                <a:cubicBezTo>
                  <a:pt x="45302" y="17573"/>
                  <a:pt x="45327" y="17573"/>
                  <a:pt x="45327" y="17623"/>
                </a:cubicBezTo>
                <a:cubicBezTo>
                  <a:pt x="45700" y="17922"/>
                  <a:pt x="46123" y="18245"/>
                  <a:pt x="46497" y="18569"/>
                </a:cubicBezTo>
                <a:cubicBezTo>
                  <a:pt x="46497" y="18569"/>
                  <a:pt x="46522" y="18569"/>
                  <a:pt x="46522" y="18594"/>
                </a:cubicBezTo>
                <a:cubicBezTo>
                  <a:pt x="46671" y="18768"/>
                  <a:pt x="46870" y="18917"/>
                  <a:pt x="47044" y="19067"/>
                </a:cubicBezTo>
                <a:cubicBezTo>
                  <a:pt x="47069" y="19092"/>
                  <a:pt x="47144" y="19141"/>
                  <a:pt x="47169" y="19191"/>
                </a:cubicBezTo>
                <a:cubicBezTo>
                  <a:pt x="47293" y="19316"/>
                  <a:pt x="47443" y="19440"/>
                  <a:pt x="47567" y="19565"/>
                </a:cubicBezTo>
                <a:cubicBezTo>
                  <a:pt x="47667" y="19664"/>
                  <a:pt x="47766" y="19739"/>
                  <a:pt x="47816" y="19814"/>
                </a:cubicBezTo>
                <a:lnTo>
                  <a:pt x="48115" y="20112"/>
                </a:lnTo>
                <a:cubicBezTo>
                  <a:pt x="48239" y="20237"/>
                  <a:pt x="48388" y="20361"/>
                  <a:pt x="48513" y="20510"/>
                </a:cubicBezTo>
                <a:lnTo>
                  <a:pt x="48712" y="20685"/>
                </a:lnTo>
                <a:lnTo>
                  <a:pt x="49061" y="21058"/>
                </a:lnTo>
                <a:cubicBezTo>
                  <a:pt x="48289" y="21631"/>
                  <a:pt x="47542" y="22178"/>
                  <a:pt x="46771" y="22751"/>
                </a:cubicBezTo>
                <a:cubicBezTo>
                  <a:pt x="46621" y="22875"/>
                  <a:pt x="46447" y="22975"/>
                  <a:pt x="46298" y="23099"/>
                </a:cubicBezTo>
                <a:cubicBezTo>
                  <a:pt x="45551" y="23672"/>
                  <a:pt x="44779" y="24244"/>
                  <a:pt x="44033" y="24841"/>
                </a:cubicBezTo>
                <a:cubicBezTo>
                  <a:pt x="43809" y="24991"/>
                  <a:pt x="43634" y="25165"/>
                  <a:pt x="43410" y="25314"/>
                </a:cubicBezTo>
                <a:lnTo>
                  <a:pt x="42390" y="26161"/>
                </a:lnTo>
                <a:cubicBezTo>
                  <a:pt x="41718" y="24916"/>
                  <a:pt x="41170" y="23696"/>
                  <a:pt x="40722" y="22601"/>
                </a:cubicBezTo>
                <a:cubicBezTo>
                  <a:pt x="40697" y="22527"/>
                  <a:pt x="40672" y="22452"/>
                  <a:pt x="40647" y="22377"/>
                </a:cubicBezTo>
                <a:cubicBezTo>
                  <a:pt x="40523" y="22054"/>
                  <a:pt x="40423" y="21755"/>
                  <a:pt x="40299" y="21431"/>
                </a:cubicBezTo>
                <a:cubicBezTo>
                  <a:pt x="40224" y="21282"/>
                  <a:pt x="40174" y="21083"/>
                  <a:pt x="40100" y="20934"/>
                </a:cubicBezTo>
                <a:cubicBezTo>
                  <a:pt x="40025" y="20685"/>
                  <a:pt x="39950" y="20461"/>
                  <a:pt x="39901" y="20237"/>
                </a:cubicBezTo>
                <a:cubicBezTo>
                  <a:pt x="39826" y="20038"/>
                  <a:pt x="39776" y="19838"/>
                  <a:pt x="39726" y="19689"/>
                </a:cubicBezTo>
                <a:cubicBezTo>
                  <a:pt x="40398" y="19216"/>
                  <a:pt x="41071" y="18768"/>
                  <a:pt x="41718" y="18320"/>
                </a:cubicBezTo>
                <a:cubicBezTo>
                  <a:pt x="41917" y="18196"/>
                  <a:pt x="42141" y="18071"/>
                  <a:pt x="42315" y="17947"/>
                </a:cubicBezTo>
                <a:cubicBezTo>
                  <a:pt x="42838" y="17598"/>
                  <a:pt x="43336" y="17300"/>
                  <a:pt x="43883" y="16951"/>
                </a:cubicBezTo>
                <a:cubicBezTo>
                  <a:pt x="44057" y="16926"/>
                  <a:pt x="44157" y="16876"/>
                  <a:pt x="44281" y="16802"/>
                </a:cubicBezTo>
                <a:close/>
                <a:moveTo>
                  <a:pt x="97037" y="25188"/>
                </a:moveTo>
                <a:cubicBezTo>
                  <a:pt x="99657" y="25188"/>
                  <a:pt x="102099" y="25526"/>
                  <a:pt x="104294" y="26210"/>
                </a:cubicBezTo>
                <a:lnTo>
                  <a:pt x="104294" y="26260"/>
                </a:lnTo>
                <a:cubicBezTo>
                  <a:pt x="102077" y="25574"/>
                  <a:pt x="99636" y="25249"/>
                  <a:pt x="97015" y="25249"/>
                </a:cubicBezTo>
                <a:cubicBezTo>
                  <a:pt x="95929" y="25249"/>
                  <a:pt x="94811" y="25305"/>
                  <a:pt x="93665" y="25414"/>
                </a:cubicBezTo>
                <a:lnTo>
                  <a:pt x="93665" y="25364"/>
                </a:lnTo>
                <a:cubicBezTo>
                  <a:pt x="94817" y="25247"/>
                  <a:pt x="95943" y="25188"/>
                  <a:pt x="97037" y="25188"/>
                </a:cubicBezTo>
                <a:close/>
                <a:moveTo>
                  <a:pt x="104244" y="15532"/>
                </a:moveTo>
                <a:lnTo>
                  <a:pt x="104244" y="15532"/>
                </a:lnTo>
                <a:cubicBezTo>
                  <a:pt x="104543" y="15607"/>
                  <a:pt x="104866" y="15756"/>
                  <a:pt x="105165" y="15831"/>
                </a:cubicBezTo>
                <a:cubicBezTo>
                  <a:pt x="105912" y="19166"/>
                  <a:pt x="105887" y="22751"/>
                  <a:pt x="105115" y="26260"/>
                </a:cubicBezTo>
                <a:cubicBezTo>
                  <a:pt x="104991" y="26235"/>
                  <a:pt x="104866" y="26161"/>
                  <a:pt x="104742" y="26136"/>
                </a:cubicBezTo>
                <a:cubicBezTo>
                  <a:pt x="105165" y="22352"/>
                  <a:pt x="105016" y="18768"/>
                  <a:pt x="104244" y="15532"/>
                </a:cubicBezTo>
                <a:close/>
                <a:moveTo>
                  <a:pt x="39652" y="19863"/>
                </a:moveTo>
                <a:lnTo>
                  <a:pt x="39751" y="20137"/>
                </a:lnTo>
                <a:cubicBezTo>
                  <a:pt x="39801" y="20411"/>
                  <a:pt x="39901" y="20685"/>
                  <a:pt x="40000" y="21008"/>
                </a:cubicBezTo>
                <a:cubicBezTo>
                  <a:pt x="40025" y="21058"/>
                  <a:pt x="40050" y="21158"/>
                  <a:pt x="40075" y="21232"/>
                </a:cubicBezTo>
                <a:cubicBezTo>
                  <a:pt x="40622" y="22751"/>
                  <a:pt x="41369" y="24493"/>
                  <a:pt x="42290" y="26285"/>
                </a:cubicBezTo>
                <a:lnTo>
                  <a:pt x="42265" y="26335"/>
                </a:lnTo>
                <a:cubicBezTo>
                  <a:pt x="41618" y="25041"/>
                  <a:pt x="41046" y="23846"/>
                  <a:pt x="40573" y="22726"/>
                </a:cubicBezTo>
                <a:cubicBezTo>
                  <a:pt x="40548" y="22626"/>
                  <a:pt x="40523" y="22552"/>
                  <a:pt x="40498" y="22477"/>
                </a:cubicBezTo>
                <a:cubicBezTo>
                  <a:pt x="40349" y="22153"/>
                  <a:pt x="40274" y="21879"/>
                  <a:pt x="40150" y="21606"/>
                </a:cubicBezTo>
                <a:lnTo>
                  <a:pt x="39950" y="21033"/>
                </a:lnTo>
                <a:cubicBezTo>
                  <a:pt x="39901" y="20809"/>
                  <a:pt x="39826" y="20610"/>
                  <a:pt x="39751" y="20386"/>
                </a:cubicBezTo>
                <a:cubicBezTo>
                  <a:pt x="39677" y="20237"/>
                  <a:pt x="39652" y="20038"/>
                  <a:pt x="39577" y="19888"/>
                </a:cubicBezTo>
                <a:cubicBezTo>
                  <a:pt x="39627" y="19888"/>
                  <a:pt x="39627" y="19863"/>
                  <a:pt x="39652" y="19863"/>
                </a:cubicBezTo>
                <a:close/>
                <a:moveTo>
                  <a:pt x="104493" y="26235"/>
                </a:moveTo>
                <a:cubicBezTo>
                  <a:pt x="104518" y="26235"/>
                  <a:pt x="104518" y="26235"/>
                  <a:pt x="104543" y="26260"/>
                </a:cubicBezTo>
                <a:lnTo>
                  <a:pt x="104543" y="26335"/>
                </a:lnTo>
                <a:cubicBezTo>
                  <a:pt x="104518" y="26335"/>
                  <a:pt x="104518" y="26335"/>
                  <a:pt x="104493" y="26285"/>
                </a:cubicBezTo>
                <a:lnTo>
                  <a:pt x="104493" y="26235"/>
                </a:lnTo>
                <a:close/>
                <a:moveTo>
                  <a:pt x="105414" y="15931"/>
                </a:moveTo>
                <a:cubicBezTo>
                  <a:pt x="105464" y="15931"/>
                  <a:pt x="105489" y="15955"/>
                  <a:pt x="105489" y="15955"/>
                </a:cubicBezTo>
                <a:cubicBezTo>
                  <a:pt x="106161" y="19266"/>
                  <a:pt x="106136" y="22850"/>
                  <a:pt x="105364" y="26360"/>
                </a:cubicBezTo>
                <a:cubicBezTo>
                  <a:pt x="105339" y="26360"/>
                  <a:pt x="105339" y="26360"/>
                  <a:pt x="105290" y="26335"/>
                </a:cubicBezTo>
                <a:cubicBezTo>
                  <a:pt x="106086" y="22850"/>
                  <a:pt x="106111" y="19266"/>
                  <a:pt x="105414" y="15931"/>
                </a:cubicBezTo>
                <a:close/>
                <a:moveTo>
                  <a:pt x="116518" y="26231"/>
                </a:moveTo>
                <a:lnTo>
                  <a:pt x="116518" y="26231"/>
                </a:lnTo>
                <a:cubicBezTo>
                  <a:pt x="116524" y="26234"/>
                  <a:pt x="116531" y="26235"/>
                  <a:pt x="116540" y="26235"/>
                </a:cubicBezTo>
                <a:cubicBezTo>
                  <a:pt x="116559" y="26272"/>
                  <a:pt x="116564" y="26323"/>
                  <a:pt x="116575" y="26367"/>
                </a:cubicBezTo>
                <a:lnTo>
                  <a:pt x="116575" y="26367"/>
                </a:lnTo>
                <a:cubicBezTo>
                  <a:pt x="116570" y="26356"/>
                  <a:pt x="116565" y="26346"/>
                  <a:pt x="116565" y="26335"/>
                </a:cubicBezTo>
                <a:cubicBezTo>
                  <a:pt x="116546" y="26297"/>
                  <a:pt x="116531" y="26263"/>
                  <a:pt x="116518" y="26231"/>
                </a:cubicBezTo>
                <a:close/>
                <a:moveTo>
                  <a:pt x="49260" y="21183"/>
                </a:moveTo>
                <a:cubicBezTo>
                  <a:pt x="49260" y="21183"/>
                  <a:pt x="49260" y="21232"/>
                  <a:pt x="49285" y="21257"/>
                </a:cubicBezTo>
                <a:cubicBezTo>
                  <a:pt x="48513" y="21805"/>
                  <a:pt x="47741" y="22402"/>
                  <a:pt x="46970" y="22975"/>
                </a:cubicBezTo>
                <a:cubicBezTo>
                  <a:pt x="46795" y="23099"/>
                  <a:pt x="46646" y="23224"/>
                  <a:pt x="46472" y="23348"/>
                </a:cubicBezTo>
                <a:cubicBezTo>
                  <a:pt x="45725" y="23896"/>
                  <a:pt x="44978" y="24493"/>
                  <a:pt x="44257" y="25041"/>
                </a:cubicBezTo>
                <a:cubicBezTo>
                  <a:pt x="44033" y="25240"/>
                  <a:pt x="43809" y="25389"/>
                  <a:pt x="43609" y="25588"/>
                </a:cubicBezTo>
                <a:lnTo>
                  <a:pt x="42564" y="26410"/>
                </a:lnTo>
                <a:cubicBezTo>
                  <a:pt x="42564" y="26385"/>
                  <a:pt x="42539" y="26385"/>
                  <a:pt x="42539" y="26360"/>
                </a:cubicBezTo>
                <a:cubicBezTo>
                  <a:pt x="42888" y="26086"/>
                  <a:pt x="43236" y="25762"/>
                  <a:pt x="43609" y="25489"/>
                </a:cubicBezTo>
                <a:cubicBezTo>
                  <a:pt x="43809" y="25290"/>
                  <a:pt x="44033" y="25140"/>
                  <a:pt x="44257" y="24966"/>
                </a:cubicBezTo>
                <a:cubicBezTo>
                  <a:pt x="45003" y="24369"/>
                  <a:pt x="45750" y="23771"/>
                  <a:pt x="46497" y="23224"/>
                </a:cubicBezTo>
                <a:cubicBezTo>
                  <a:pt x="46646" y="23099"/>
                  <a:pt x="46795" y="23000"/>
                  <a:pt x="46970" y="22875"/>
                </a:cubicBezTo>
                <a:cubicBezTo>
                  <a:pt x="47741" y="22303"/>
                  <a:pt x="48488" y="21730"/>
                  <a:pt x="49260" y="21183"/>
                </a:cubicBezTo>
                <a:close/>
                <a:moveTo>
                  <a:pt x="81519" y="16827"/>
                </a:moveTo>
                <a:cubicBezTo>
                  <a:pt x="81568" y="16926"/>
                  <a:pt x="81618" y="17026"/>
                  <a:pt x="81643" y="17125"/>
                </a:cubicBezTo>
                <a:cubicBezTo>
                  <a:pt x="81718" y="17250"/>
                  <a:pt x="81743" y="17374"/>
                  <a:pt x="81817" y="17499"/>
                </a:cubicBezTo>
                <a:cubicBezTo>
                  <a:pt x="81942" y="17972"/>
                  <a:pt x="82091" y="18420"/>
                  <a:pt x="82216" y="18868"/>
                </a:cubicBezTo>
                <a:cubicBezTo>
                  <a:pt x="82216" y="18893"/>
                  <a:pt x="82240" y="18942"/>
                  <a:pt x="82240" y="18992"/>
                </a:cubicBezTo>
                <a:cubicBezTo>
                  <a:pt x="82191" y="19017"/>
                  <a:pt x="82141" y="19042"/>
                  <a:pt x="82091" y="19117"/>
                </a:cubicBezTo>
                <a:cubicBezTo>
                  <a:pt x="81817" y="19316"/>
                  <a:pt x="81519" y="19515"/>
                  <a:pt x="81270" y="19739"/>
                </a:cubicBezTo>
                <a:cubicBezTo>
                  <a:pt x="81220" y="19789"/>
                  <a:pt x="81120" y="19863"/>
                  <a:pt x="81071" y="19913"/>
                </a:cubicBezTo>
                <a:cubicBezTo>
                  <a:pt x="81021" y="19938"/>
                  <a:pt x="80996" y="19988"/>
                  <a:pt x="80946" y="20013"/>
                </a:cubicBezTo>
                <a:cubicBezTo>
                  <a:pt x="80896" y="20038"/>
                  <a:pt x="80871" y="20038"/>
                  <a:pt x="80871" y="20062"/>
                </a:cubicBezTo>
                <a:cubicBezTo>
                  <a:pt x="80622" y="20262"/>
                  <a:pt x="80398" y="20486"/>
                  <a:pt x="80199" y="20660"/>
                </a:cubicBezTo>
                <a:cubicBezTo>
                  <a:pt x="80125" y="20734"/>
                  <a:pt x="80025" y="20784"/>
                  <a:pt x="79975" y="20859"/>
                </a:cubicBezTo>
                <a:cubicBezTo>
                  <a:pt x="79652" y="21158"/>
                  <a:pt x="79353" y="21431"/>
                  <a:pt x="79029" y="21755"/>
                </a:cubicBezTo>
                <a:lnTo>
                  <a:pt x="78855" y="21929"/>
                </a:lnTo>
                <a:cubicBezTo>
                  <a:pt x="78606" y="22178"/>
                  <a:pt x="78382" y="22427"/>
                  <a:pt x="78158" y="22676"/>
                </a:cubicBezTo>
                <a:cubicBezTo>
                  <a:pt x="78084" y="22776"/>
                  <a:pt x="77984" y="22900"/>
                  <a:pt x="77909" y="23000"/>
                </a:cubicBezTo>
                <a:cubicBezTo>
                  <a:pt x="77710" y="23248"/>
                  <a:pt x="77511" y="23522"/>
                  <a:pt x="77287" y="23771"/>
                </a:cubicBezTo>
                <a:cubicBezTo>
                  <a:pt x="77237" y="23871"/>
                  <a:pt x="77138" y="23995"/>
                  <a:pt x="77088" y="24095"/>
                </a:cubicBezTo>
                <a:cubicBezTo>
                  <a:pt x="76889" y="24369"/>
                  <a:pt x="76665" y="24642"/>
                  <a:pt x="76515" y="24916"/>
                </a:cubicBezTo>
                <a:cubicBezTo>
                  <a:pt x="76391" y="25115"/>
                  <a:pt x="76291" y="25265"/>
                  <a:pt x="76167" y="25464"/>
                </a:cubicBezTo>
                <a:cubicBezTo>
                  <a:pt x="76092" y="25588"/>
                  <a:pt x="76018" y="25738"/>
                  <a:pt x="75918" y="25862"/>
                </a:cubicBezTo>
                <a:lnTo>
                  <a:pt x="75545" y="26509"/>
                </a:lnTo>
                <a:cubicBezTo>
                  <a:pt x="75047" y="24916"/>
                  <a:pt x="74300" y="23597"/>
                  <a:pt x="73280" y="22477"/>
                </a:cubicBezTo>
                <a:cubicBezTo>
                  <a:pt x="73329" y="22352"/>
                  <a:pt x="73379" y="22178"/>
                  <a:pt x="73429" y="22054"/>
                </a:cubicBezTo>
                <a:cubicBezTo>
                  <a:pt x="73603" y="21655"/>
                  <a:pt x="73777" y="21232"/>
                  <a:pt x="73952" y="20809"/>
                </a:cubicBezTo>
                <a:lnTo>
                  <a:pt x="74151" y="20436"/>
                </a:lnTo>
                <a:cubicBezTo>
                  <a:pt x="74300" y="20112"/>
                  <a:pt x="74499" y="19764"/>
                  <a:pt x="74674" y="19390"/>
                </a:cubicBezTo>
                <a:cubicBezTo>
                  <a:pt x="76988" y="18395"/>
                  <a:pt x="79278" y="17548"/>
                  <a:pt x="81519" y="16827"/>
                </a:cubicBezTo>
                <a:close/>
                <a:moveTo>
                  <a:pt x="104717" y="26335"/>
                </a:moveTo>
                <a:cubicBezTo>
                  <a:pt x="104842" y="26360"/>
                  <a:pt x="104916" y="26385"/>
                  <a:pt x="105041" y="26459"/>
                </a:cubicBezTo>
                <a:lnTo>
                  <a:pt x="105041" y="26509"/>
                </a:lnTo>
                <a:cubicBezTo>
                  <a:pt x="104916" y="26484"/>
                  <a:pt x="104842" y="26459"/>
                  <a:pt x="104717" y="26385"/>
                </a:cubicBezTo>
                <a:lnTo>
                  <a:pt x="104717" y="26335"/>
                </a:lnTo>
                <a:close/>
                <a:moveTo>
                  <a:pt x="113329" y="21133"/>
                </a:moveTo>
                <a:lnTo>
                  <a:pt x="113329" y="21133"/>
                </a:lnTo>
                <a:cubicBezTo>
                  <a:pt x="114350" y="22377"/>
                  <a:pt x="115221" y="23746"/>
                  <a:pt x="115918" y="25265"/>
                </a:cubicBezTo>
                <a:cubicBezTo>
                  <a:pt x="116067" y="25663"/>
                  <a:pt x="116217" y="26111"/>
                  <a:pt x="116366" y="26509"/>
                </a:cubicBezTo>
                <a:cubicBezTo>
                  <a:pt x="115619" y="24543"/>
                  <a:pt x="114599" y="22776"/>
                  <a:pt x="113354" y="21257"/>
                </a:cubicBezTo>
                <a:cubicBezTo>
                  <a:pt x="113354" y="21232"/>
                  <a:pt x="113329" y="21158"/>
                  <a:pt x="113329" y="21133"/>
                </a:cubicBezTo>
                <a:close/>
                <a:moveTo>
                  <a:pt x="42390" y="26484"/>
                </a:moveTo>
                <a:cubicBezTo>
                  <a:pt x="42390" y="26509"/>
                  <a:pt x="42415" y="26509"/>
                  <a:pt x="42415" y="26534"/>
                </a:cubicBezTo>
                <a:lnTo>
                  <a:pt x="42390" y="26559"/>
                </a:lnTo>
                <a:cubicBezTo>
                  <a:pt x="42390" y="26534"/>
                  <a:pt x="42365" y="26534"/>
                  <a:pt x="42365" y="26509"/>
                </a:cubicBezTo>
                <a:lnTo>
                  <a:pt x="42390" y="26484"/>
                </a:lnTo>
                <a:close/>
                <a:moveTo>
                  <a:pt x="92869" y="15010"/>
                </a:moveTo>
                <a:cubicBezTo>
                  <a:pt x="93641" y="18071"/>
                  <a:pt x="93765" y="21531"/>
                  <a:pt x="93267" y="25240"/>
                </a:cubicBezTo>
                <a:cubicBezTo>
                  <a:pt x="91052" y="25489"/>
                  <a:pt x="88737" y="25912"/>
                  <a:pt x="86347" y="26584"/>
                </a:cubicBezTo>
                <a:cubicBezTo>
                  <a:pt x="86123" y="23721"/>
                  <a:pt x="85551" y="20784"/>
                  <a:pt x="84605" y="18021"/>
                </a:cubicBezTo>
                <a:cubicBezTo>
                  <a:pt x="84829" y="17897"/>
                  <a:pt x="85028" y="17797"/>
                  <a:pt x="85227" y="17673"/>
                </a:cubicBezTo>
                <a:lnTo>
                  <a:pt x="86074" y="17200"/>
                </a:lnTo>
                <a:cubicBezTo>
                  <a:pt x="86372" y="17051"/>
                  <a:pt x="86646" y="16926"/>
                  <a:pt x="86970" y="16802"/>
                </a:cubicBezTo>
                <a:cubicBezTo>
                  <a:pt x="87268" y="16677"/>
                  <a:pt x="87567" y="16528"/>
                  <a:pt x="87866" y="16403"/>
                </a:cubicBezTo>
                <a:cubicBezTo>
                  <a:pt x="88140" y="16279"/>
                  <a:pt x="88463" y="16179"/>
                  <a:pt x="88762" y="16080"/>
                </a:cubicBezTo>
                <a:cubicBezTo>
                  <a:pt x="89110" y="15955"/>
                  <a:pt x="89434" y="15831"/>
                  <a:pt x="89758" y="15756"/>
                </a:cubicBezTo>
                <a:cubicBezTo>
                  <a:pt x="90056" y="15657"/>
                  <a:pt x="90355" y="15582"/>
                  <a:pt x="90629" y="15507"/>
                </a:cubicBezTo>
                <a:cubicBezTo>
                  <a:pt x="90977" y="15408"/>
                  <a:pt x="91326" y="15283"/>
                  <a:pt x="91699" y="15209"/>
                </a:cubicBezTo>
                <a:cubicBezTo>
                  <a:pt x="91973" y="15159"/>
                  <a:pt x="92247" y="15084"/>
                  <a:pt x="92545" y="15059"/>
                </a:cubicBezTo>
                <a:cubicBezTo>
                  <a:pt x="92670" y="15034"/>
                  <a:pt x="92744" y="15034"/>
                  <a:pt x="92869" y="15010"/>
                </a:cubicBezTo>
                <a:close/>
                <a:moveTo>
                  <a:pt x="105290" y="26509"/>
                </a:moveTo>
                <a:lnTo>
                  <a:pt x="105290" y="26584"/>
                </a:lnTo>
                <a:lnTo>
                  <a:pt x="105240" y="26584"/>
                </a:lnTo>
                <a:lnTo>
                  <a:pt x="105240" y="26509"/>
                </a:lnTo>
                <a:close/>
                <a:moveTo>
                  <a:pt x="84456" y="18121"/>
                </a:moveTo>
                <a:cubicBezTo>
                  <a:pt x="85377" y="20884"/>
                  <a:pt x="85974" y="23771"/>
                  <a:pt x="86173" y="26634"/>
                </a:cubicBezTo>
                <a:cubicBezTo>
                  <a:pt x="86157" y="26625"/>
                  <a:pt x="86143" y="26623"/>
                  <a:pt x="86132" y="26623"/>
                </a:cubicBezTo>
                <a:cubicBezTo>
                  <a:pt x="86110" y="26623"/>
                  <a:pt x="86099" y="26634"/>
                  <a:pt x="86099" y="26634"/>
                </a:cubicBezTo>
                <a:cubicBezTo>
                  <a:pt x="85899" y="23796"/>
                  <a:pt x="85327" y="20909"/>
                  <a:pt x="84381" y="18146"/>
                </a:cubicBezTo>
                <a:cubicBezTo>
                  <a:pt x="84431" y="18146"/>
                  <a:pt x="84431" y="18121"/>
                  <a:pt x="84456" y="18121"/>
                </a:cubicBezTo>
                <a:close/>
                <a:moveTo>
                  <a:pt x="93253" y="25416"/>
                </a:moveTo>
                <a:lnTo>
                  <a:pt x="93253" y="25416"/>
                </a:lnTo>
                <a:cubicBezTo>
                  <a:pt x="93217" y="25424"/>
                  <a:pt x="93217" y="25466"/>
                  <a:pt x="93217" y="25489"/>
                </a:cubicBezTo>
                <a:cubicBezTo>
                  <a:pt x="91027" y="25738"/>
                  <a:pt x="88737" y="26161"/>
                  <a:pt x="86372" y="26833"/>
                </a:cubicBezTo>
                <a:lnTo>
                  <a:pt x="86372" y="26758"/>
                </a:lnTo>
                <a:cubicBezTo>
                  <a:pt x="88732" y="26112"/>
                  <a:pt x="91042" y="25665"/>
                  <a:pt x="93253" y="25416"/>
                </a:cubicBezTo>
                <a:close/>
                <a:moveTo>
                  <a:pt x="73255" y="22726"/>
                </a:moveTo>
                <a:cubicBezTo>
                  <a:pt x="74275" y="23846"/>
                  <a:pt x="75022" y="25215"/>
                  <a:pt x="75495" y="26783"/>
                </a:cubicBezTo>
                <a:cubicBezTo>
                  <a:pt x="75420" y="26833"/>
                  <a:pt x="75420" y="26858"/>
                  <a:pt x="75420" y="26883"/>
                </a:cubicBezTo>
                <a:cubicBezTo>
                  <a:pt x="74972" y="25290"/>
                  <a:pt x="74225" y="23896"/>
                  <a:pt x="73230" y="22776"/>
                </a:cubicBezTo>
                <a:cubicBezTo>
                  <a:pt x="73230" y="22751"/>
                  <a:pt x="73230" y="22751"/>
                  <a:pt x="73255" y="22726"/>
                </a:cubicBezTo>
                <a:close/>
                <a:moveTo>
                  <a:pt x="86173" y="26783"/>
                </a:moveTo>
                <a:lnTo>
                  <a:pt x="86173" y="26858"/>
                </a:lnTo>
                <a:cubicBezTo>
                  <a:pt x="86173" y="26858"/>
                  <a:pt x="86123" y="26883"/>
                  <a:pt x="86099" y="26883"/>
                </a:cubicBezTo>
                <a:lnTo>
                  <a:pt x="86099" y="26833"/>
                </a:lnTo>
                <a:cubicBezTo>
                  <a:pt x="86123" y="26833"/>
                  <a:pt x="86123" y="26833"/>
                  <a:pt x="86173" y="26783"/>
                </a:cubicBezTo>
                <a:close/>
                <a:moveTo>
                  <a:pt x="49409" y="21382"/>
                </a:moveTo>
                <a:cubicBezTo>
                  <a:pt x="49708" y="21680"/>
                  <a:pt x="49982" y="21979"/>
                  <a:pt x="50280" y="22278"/>
                </a:cubicBezTo>
                <a:cubicBezTo>
                  <a:pt x="50405" y="22427"/>
                  <a:pt x="50579" y="22552"/>
                  <a:pt x="50703" y="22726"/>
                </a:cubicBezTo>
                <a:cubicBezTo>
                  <a:pt x="48164" y="23921"/>
                  <a:pt x="45601" y="25464"/>
                  <a:pt x="43012" y="27256"/>
                </a:cubicBezTo>
                <a:cubicBezTo>
                  <a:pt x="42888" y="27032"/>
                  <a:pt x="42763" y="26783"/>
                  <a:pt x="42664" y="26584"/>
                </a:cubicBezTo>
                <a:cubicBezTo>
                  <a:pt x="43012" y="26285"/>
                  <a:pt x="43311" y="26011"/>
                  <a:pt x="43659" y="25762"/>
                </a:cubicBezTo>
                <a:cubicBezTo>
                  <a:pt x="43883" y="25588"/>
                  <a:pt x="44132" y="25389"/>
                  <a:pt x="44356" y="25215"/>
                </a:cubicBezTo>
                <a:cubicBezTo>
                  <a:pt x="45053" y="24617"/>
                  <a:pt x="45800" y="24045"/>
                  <a:pt x="46547" y="23497"/>
                </a:cubicBezTo>
                <a:cubicBezTo>
                  <a:pt x="46721" y="23373"/>
                  <a:pt x="46870" y="23248"/>
                  <a:pt x="47019" y="23149"/>
                </a:cubicBezTo>
                <a:cubicBezTo>
                  <a:pt x="47766" y="22601"/>
                  <a:pt x="48538" y="22029"/>
                  <a:pt x="49285" y="21481"/>
                </a:cubicBezTo>
                <a:cubicBezTo>
                  <a:pt x="49334" y="21431"/>
                  <a:pt x="49384" y="21407"/>
                  <a:pt x="49409" y="21382"/>
                </a:cubicBezTo>
                <a:close/>
                <a:moveTo>
                  <a:pt x="42514" y="26733"/>
                </a:moveTo>
                <a:cubicBezTo>
                  <a:pt x="42614" y="26907"/>
                  <a:pt x="42738" y="27156"/>
                  <a:pt x="42863" y="27380"/>
                </a:cubicBezTo>
                <a:lnTo>
                  <a:pt x="42813" y="27405"/>
                </a:lnTo>
                <a:cubicBezTo>
                  <a:pt x="42688" y="27181"/>
                  <a:pt x="42614" y="26982"/>
                  <a:pt x="42489" y="26758"/>
                </a:cubicBezTo>
                <a:lnTo>
                  <a:pt x="42514" y="26733"/>
                </a:lnTo>
                <a:close/>
                <a:moveTo>
                  <a:pt x="50828" y="22825"/>
                </a:moveTo>
                <a:cubicBezTo>
                  <a:pt x="50828" y="22875"/>
                  <a:pt x="50853" y="22875"/>
                  <a:pt x="50853" y="22900"/>
                </a:cubicBezTo>
                <a:cubicBezTo>
                  <a:pt x="48289" y="24145"/>
                  <a:pt x="45725" y="25663"/>
                  <a:pt x="43136" y="27480"/>
                </a:cubicBezTo>
                <a:cubicBezTo>
                  <a:pt x="43136" y="27455"/>
                  <a:pt x="43112" y="27455"/>
                  <a:pt x="43112" y="27405"/>
                </a:cubicBezTo>
                <a:cubicBezTo>
                  <a:pt x="45675" y="25613"/>
                  <a:pt x="48264" y="24070"/>
                  <a:pt x="50828" y="22825"/>
                </a:cubicBezTo>
                <a:close/>
                <a:moveTo>
                  <a:pt x="64177" y="19540"/>
                </a:moveTo>
                <a:cubicBezTo>
                  <a:pt x="65925" y="19540"/>
                  <a:pt x="67537" y="19784"/>
                  <a:pt x="68973" y="20286"/>
                </a:cubicBezTo>
                <a:cubicBezTo>
                  <a:pt x="68874" y="20784"/>
                  <a:pt x="68774" y="21257"/>
                  <a:pt x="68700" y="21755"/>
                </a:cubicBezTo>
                <a:cubicBezTo>
                  <a:pt x="65514" y="23423"/>
                  <a:pt x="62278" y="25364"/>
                  <a:pt x="59017" y="27505"/>
                </a:cubicBezTo>
                <a:cubicBezTo>
                  <a:pt x="58370" y="25215"/>
                  <a:pt x="57947" y="22800"/>
                  <a:pt x="57772" y="20461"/>
                </a:cubicBezTo>
                <a:cubicBezTo>
                  <a:pt x="60045" y="19853"/>
                  <a:pt x="62199" y="19540"/>
                  <a:pt x="64177" y="19540"/>
                </a:cubicBezTo>
                <a:close/>
                <a:moveTo>
                  <a:pt x="84257" y="18171"/>
                </a:moveTo>
                <a:cubicBezTo>
                  <a:pt x="85128" y="20983"/>
                  <a:pt x="85725" y="23846"/>
                  <a:pt x="85924" y="26659"/>
                </a:cubicBezTo>
                <a:cubicBezTo>
                  <a:pt x="84978" y="26907"/>
                  <a:pt x="84008" y="27231"/>
                  <a:pt x="83087" y="27530"/>
                </a:cubicBezTo>
                <a:cubicBezTo>
                  <a:pt x="83136" y="27107"/>
                  <a:pt x="83186" y="26659"/>
                  <a:pt x="83236" y="26235"/>
                </a:cubicBezTo>
                <a:lnTo>
                  <a:pt x="83236" y="26161"/>
                </a:lnTo>
                <a:cubicBezTo>
                  <a:pt x="83261" y="25738"/>
                  <a:pt x="83311" y="25290"/>
                  <a:pt x="83311" y="24866"/>
                </a:cubicBezTo>
                <a:lnTo>
                  <a:pt x="83311" y="24767"/>
                </a:lnTo>
                <a:lnTo>
                  <a:pt x="83311" y="24593"/>
                </a:lnTo>
                <a:lnTo>
                  <a:pt x="83311" y="23497"/>
                </a:lnTo>
                <a:lnTo>
                  <a:pt x="83311" y="23248"/>
                </a:lnTo>
                <a:lnTo>
                  <a:pt x="83311" y="23099"/>
                </a:lnTo>
                <a:cubicBezTo>
                  <a:pt x="83311" y="22776"/>
                  <a:pt x="83261" y="22502"/>
                  <a:pt x="83236" y="22178"/>
                </a:cubicBezTo>
                <a:cubicBezTo>
                  <a:pt x="83236" y="22054"/>
                  <a:pt x="83236" y="21929"/>
                  <a:pt x="83211" y="21805"/>
                </a:cubicBezTo>
                <a:lnTo>
                  <a:pt x="83211" y="21655"/>
                </a:lnTo>
                <a:cubicBezTo>
                  <a:pt x="83161" y="21407"/>
                  <a:pt x="83136" y="21133"/>
                  <a:pt x="83112" y="20884"/>
                </a:cubicBezTo>
                <a:cubicBezTo>
                  <a:pt x="83087" y="20710"/>
                  <a:pt x="83087" y="20560"/>
                  <a:pt x="83062" y="20386"/>
                </a:cubicBezTo>
                <a:cubicBezTo>
                  <a:pt x="83062" y="20361"/>
                  <a:pt x="83062" y="20311"/>
                  <a:pt x="83012" y="20286"/>
                </a:cubicBezTo>
                <a:cubicBezTo>
                  <a:pt x="82987" y="20038"/>
                  <a:pt x="82912" y="19814"/>
                  <a:pt x="82863" y="19614"/>
                </a:cubicBezTo>
                <a:lnTo>
                  <a:pt x="82763" y="19141"/>
                </a:lnTo>
                <a:cubicBezTo>
                  <a:pt x="83012" y="18942"/>
                  <a:pt x="83286" y="18793"/>
                  <a:pt x="83585" y="18594"/>
                </a:cubicBezTo>
                <a:cubicBezTo>
                  <a:pt x="83784" y="18445"/>
                  <a:pt x="84008" y="18295"/>
                  <a:pt x="84257" y="18171"/>
                </a:cubicBezTo>
                <a:close/>
                <a:moveTo>
                  <a:pt x="82614" y="19291"/>
                </a:moveTo>
                <a:cubicBezTo>
                  <a:pt x="82614" y="19490"/>
                  <a:pt x="82639" y="19664"/>
                  <a:pt x="82713" y="19838"/>
                </a:cubicBezTo>
                <a:cubicBezTo>
                  <a:pt x="82738" y="20038"/>
                  <a:pt x="82813" y="20237"/>
                  <a:pt x="82838" y="20411"/>
                </a:cubicBezTo>
                <a:cubicBezTo>
                  <a:pt x="82863" y="20535"/>
                  <a:pt x="82863" y="20660"/>
                  <a:pt x="82888" y="20784"/>
                </a:cubicBezTo>
                <a:cubicBezTo>
                  <a:pt x="82937" y="20884"/>
                  <a:pt x="82937" y="21008"/>
                  <a:pt x="82937" y="21083"/>
                </a:cubicBezTo>
                <a:cubicBezTo>
                  <a:pt x="82962" y="21307"/>
                  <a:pt x="82987" y="21531"/>
                  <a:pt x="83012" y="21780"/>
                </a:cubicBezTo>
                <a:cubicBezTo>
                  <a:pt x="83012" y="21904"/>
                  <a:pt x="83062" y="22054"/>
                  <a:pt x="83062" y="22178"/>
                </a:cubicBezTo>
                <a:lnTo>
                  <a:pt x="83062" y="22303"/>
                </a:lnTo>
                <a:cubicBezTo>
                  <a:pt x="83087" y="22626"/>
                  <a:pt x="83112" y="22900"/>
                  <a:pt x="83112" y="23224"/>
                </a:cubicBezTo>
                <a:lnTo>
                  <a:pt x="83112" y="23547"/>
                </a:lnTo>
                <a:lnTo>
                  <a:pt x="83112" y="24717"/>
                </a:lnTo>
                <a:lnTo>
                  <a:pt x="83112" y="24891"/>
                </a:lnTo>
                <a:cubicBezTo>
                  <a:pt x="83087" y="25787"/>
                  <a:pt x="82987" y="26708"/>
                  <a:pt x="82863" y="27629"/>
                </a:cubicBezTo>
                <a:lnTo>
                  <a:pt x="82788" y="27629"/>
                </a:lnTo>
                <a:cubicBezTo>
                  <a:pt x="82863" y="27256"/>
                  <a:pt x="82888" y="26883"/>
                  <a:pt x="82912" y="26509"/>
                </a:cubicBezTo>
                <a:cubicBezTo>
                  <a:pt x="82912" y="26459"/>
                  <a:pt x="82912" y="26410"/>
                  <a:pt x="82962" y="26360"/>
                </a:cubicBezTo>
                <a:cubicBezTo>
                  <a:pt x="82962" y="26285"/>
                  <a:pt x="82962" y="26235"/>
                  <a:pt x="82987" y="26161"/>
                </a:cubicBezTo>
                <a:lnTo>
                  <a:pt x="82987" y="26111"/>
                </a:lnTo>
                <a:cubicBezTo>
                  <a:pt x="83012" y="25762"/>
                  <a:pt x="83012" y="25414"/>
                  <a:pt x="83062" y="25090"/>
                </a:cubicBezTo>
                <a:lnTo>
                  <a:pt x="83062" y="24991"/>
                </a:lnTo>
                <a:lnTo>
                  <a:pt x="83062" y="24866"/>
                </a:lnTo>
                <a:lnTo>
                  <a:pt x="83062" y="24617"/>
                </a:lnTo>
                <a:lnTo>
                  <a:pt x="83062" y="23672"/>
                </a:lnTo>
                <a:lnTo>
                  <a:pt x="83062" y="23373"/>
                </a:lnTo>
                <a:lnTo>
                  <a:pt x="83062" y="23174"/>
                </a:lnTo>
                <a:cubicBezTo>
                  <a:pt x="83062" y="22900"/>
                  <a:pt x="83012" y="22601"/>
                  <a:pt x="82987" y="22303"/>
                </a:cubicBezTo>
                <a:cubicBezTo>
                  <a:pt x="82987" y="22178"/>
                  <a:pt x="82987" y="22054"/>
                  <a:pt x="82962" y="21904"/>
                </a:cubicBezTo>
                <a:lnTo>
                  <a:pt x="82962" y="21780"/>
                </a:lnTo>
                <a:cubicBezTo>
                  <a:pt x="82912" y="21506"/>
                  <a:pt x="82888" y="21232"/>
                  <a:pt x="82838" y="20934"/>
                </a:cubicBezTo>
                <a:cubicBezTo>
                  <a:pt x="82788" y="20809"/>
                  <a:pt x="82788" y="20685"/>
                  <a:pt x="82763" y="20560"/>
                </a:cubicBezTo>
                <a:lnTo>
                  <a:pt x="82763" y="20486"/>
                </a:lnTo>
                <a:lnTo>
                  <a:pt x="82763" y="20436"/>
                </a:lnTo>
                <a:cubicBezTo>
                  <a:pt x="82738" y="20311"/>
                  <a:pt x="82713" y="20187"/>
                  <a:pt x="82713" y="20112"/>
                </a:cubicBezTo>
                <a:cubicBezTo>
                  <a:pt x="82713" y="20062"/>
                  <a:pt x="82713" y="20038"/>
                  <a:pt x="82688" y="20013"/>
                </a:cubicBezTo>
                <a:cubicBezTo>
                  <a:pt x="82639" y="19789"/>
                  <a:pt x="82589" y="19565"/>
                  <a:pt x="82564" y="19365"/>
                </a:cubicBezTo>
                <a:lnTo>
                  <a:pt x="82589" y="19316"/>
                </a:lnTo>
                <a:cubicBezTo>
                  <a:pt x="82589" y="19316"/>
                  <a:pt x="82614" y="19316"/>
                  <a:pt x="82614" y="19291"/>
                </a:cubicBezTo>
                <a:close/>
                <a:moveTo>
                  <a:pt x="57598" y="20510"/>
                </a:moveTo>
                <a:cubicBezTo>
                  <a:pt x="57797" y="22900"/>
                  <a:pt x="58196" y="25290"/>
                  <a:pt x="58868" y="27629"/>
                </a:cubicBezTo>
                <a:cubicBezTo>
                  <a:pt x="58843" y="27629"/>
                  <a:pt x="58843" y="27654"/>
                  <a:pt x="58818" y="27654"/>
                </a:cubicBezTo>
                <a:cubicBezTo>
                  <a:pt x="58121" y="25314"/>
                  <a:pt x="57698" y="22900"/>
                  <a:pt x="57548" y="20535"/>
                </a:cubicBezTo>
                <a:cubicBezTo>
                  <a:pt x="57573" y="20535"/>
                  <a:pt x="57573" y="20535"/>
                  <a:pt x="57598" y="20510"/>
                </a:cubicBezTo>
                <a:close/>
                <a:moveTo>
                  <a:pt x="68650" y="22004"/>
                </a:moveTo>
                <a:cubicBezTo>
                  <a:pt x="68675" y="22029"/>
                  <a:pt x="68650" y="22054"/>
                  <a:pt x="68650" y="22103"/>
                </a:cubicBezTo>
                <a:cubicBezTo>
                  <a:pt x="65464" y="23746"/>
                  <a:pt x="62303" y="25638"/>
                  <a:pt x="59092" y="27779"/>
                </a:cubicBezTo>
                <a:cubicBezTo>
                  <a:pt x="59092" y="27754"/>
                  <a:pt x="59092" y="27754"/>
                  <a:pt x="59067" y="27729"/>
                </a:cubicBezTo>
                <a:cubicBezTo>
                  <a:pt x="62228" y="25563"/>
                  <a:pt x="65439" y="23672"/>
                  <a:pt x="68650" y="22004"/>
                </a:cubicBezTo>
                <a:close/>
                <a:moveTo>
                  <a:pt x="85924" y="26858"/>
                </a:moveTo>
                <a:lnTo>
                  <a:pt x="85924" y="26907"/>
                </a:lnTo>
                <a:cubicBezTo>
                  <a:pt x="84978" y="27206"/>
                  <a:pt x="84008" y="27505"/>
                  <a:pt x="83012" y="27828"/>
                </a:cubicBezTo>
                <a:lnTo>
                  <a:pt x="83012" y="27754"/>
                </a:lnTo>
                <a:cubicBezTo>
                  <a:pt x="83983" y="27405"/>
                  <a:pt x="84954" y="27131"/>
                  <a:pt x="85924" y="26858"/>
                </a:cubicBezTo>
                <a:close/>
                <a:moveTo>
                  <a:pt x="58917" y="27828"/>
                </a:moveTo>
                <a:cubicBezTo>
                  <a:pt x="58942" y="27828"/>
                  <a:pt x="58942" y="27853"/>
                  <a:pt x="58942" y="27878"/>
                </a:cubicBezTo>
                <a:cubicBezTo>
                  <a:pt x="58917" y="27878"/>
                  <a:pt x="58917" y="27903"/>
                  <a:pt x="58868" y="27903"/>
                </a:cubicBezTo>
                <a:cubicBezTo>
                  <a:pt x="58868" y="27878"/>
                  <a:pt x="58868" y="27878"/>
                  <a:pt x="58843" y="27853"/>
                </a:cubicBezTo>
                <a:cubicBezTo>
                  <a:pt x="58868" y="27853"/>
                  <a:pt x="58868" y="27828"/>
                  <a:pt x="58917" y="27828"/>
                </a:cubicBezTo>
                <a:close/>
                <a:moveTo>
                  <a:pt x="82838" y="27878"/>
                </a:moveTo>
                <a:lnTo>
                  <a:pt x="82838" y="27903"/>
                </a:lnTo>
                <a:cubicBezTo>
                  <a:pt x="82788" y="27903"/>
                  <a:pt x="82763" y="27953"/>
                  <a:pt x="82763" y="27953"/>
                </a:cubicBezTo>
                <a:lnTo>
                  <a:pt x="82763" y="27878"/>
                </a:lnTo>
                <a:close/>
                <a:moveTo>
                  <a:pt x="117011" y="28311"/>
                </a:moveTo>
                <a:cubicBezTo>
                  <a:pt x="117028" y="28360"/>
                  <a:pt x="117049" y="28409"/>
                  <a:pt x="117063" y="28451"/>
                </a:cubicBezTo>
                <a:cubicBezTo>
                  <a:pt x="117088" y="28500"/>
                  <a:pt x="117088" y="28575"/>
                  <a:pt x="117113" y="28625"/>
                </a:cubicBezTo>
                <a:lnTo>
                  <a:pt x="117063" y="28625"/>
                </a:lnTo>
                <a:lnTo>
                  <a:pt x="117063" y="28575"/>
                </a:lnTo>
                <a:lnTo>
                  <a:pt x="117063" y="28500"/>
                </a:lnTo>
                <a:cubicBezTo>
                  <a:pt x="117033" y="28441"/>
                  <a:pt x="117021" y="28373"/>
                  <a:pt x="117011" y="28311"/>
                </a:cubicBezTo>
                <a:close/>
                <a:moveTo>
                  <a:pt x="104717" y="26584"/>
                </a:moveTo>
                <a:cubicBezTo>
                  <a:pt x="104792" y="26609"/>
                  <a:pt x="104916" y="26634"/>
                  <a:pt x="105016" y="26659"/>
                </a:cubicBezTo>
                <a:cubicBezTo>
                  <a:pt x="104842" y="27455"/>
                  <a:pt x="104618" y="28252"/>
                  <a:pt x="104344" y="29023"/>
                </a:cubicBezTo>
                <a:cubicBezTo>
                  <a:pt x="104468" y="28227"/>
                  <a:pt x="104593" y="27380"/>
                  <a:pt x="104717" y="26584"/>
                </a:cubicBezTo>
                <a:close/>
                <a:moveTo>
                  <a:pt x="117113" y="28849"/>
                </a:moveTo>
                <a:cubicBezTo>
                  <a:pt x="117113" y="28940"/>
                  <a:pt x="117154" y="29051"/>
                  <a:pt x="117162" y="29127"/>
                </a:cubicBezTo>
                <a:lnTo>
                  <a:pt x="117162" y="29127"/>
                </a:lnTo>
                <a:cubicBezTo>
                  <a:pt x="117159" y="29109"/>
                  <a:pt x="117149" y="29091"/>
                  <a:pt x="117113" y="29073"/>
                </a:cubicBezTo>
                <a:cubicBezTo>
                  <a:pt x="117088" y="28998"/>
                  <a:pt x="117088" y="28899"/>
                  <a:pt x="117088" y="28849"/>
                </a:cubicBezTo>
                <a:close/>
                <a:moveTo>
                  <a:pt x="57424" y="20635"/>
                </a:moveTo>
                <a:cubicBezTo>
                  <a:pt x="57548" y="22975"/>
                  <a:pt x="57972" y="25389"/>
                  <a:pt x="58669" y="27754"/>
                </a:cubicBezTo>
                <a:cubicBezTo>
                  <a:pt x="57947" y="28252"/>
                  <a:pt x="57225" y="28724"/>
                  <a:pt x="56503" y="29247"/>
                </a:cubicBezTo>
                <a:cubicBezTo>
                  <a:pt x="56379" y="29073"/>
                  <a:pt x="56254" y="28899"/>
                  <a:pt x="56130" y="28749"/>
                </a:cubicBezTo>
                <a:cubicBezTo>
                  <a:pt x="55706" y="28127"/>
                  <a:pt x="55234" y="27530"/>
                  <a:pt x="54761" y="26957"/>
                </a:cubicBezTo>
                <a:cubicBezTo>
                  <a:pt x="54636" y="26758"/>
                  <a:pt x="54487" y="26584"/>
                  <a:pt x="54362" y="26410"/>
                </a:cubicBezTo>
                <a:cubicBezTo>
                  <a:pt x="53740" y="25638"/>
                  <a:pt x="53118" y="24866"/>
                  <a:pt x="52496" y="24120"/>
                </a:cubicBezTo>
                <a:cubicBezTo>
                  <a:pt x="52471" y="24095"/>
                  <a:pt x="52471" y="24045"/>
                  <a:pt x="52446" y="24045"/>
                </a:cubicBezTo>
                <a:cubicBezTo>
                  <a:pt x="52147" y="23721"/>
                  <a:pt x="51873" y="23398"/>
                  <a:pt x="51599" y="23099"/>
                </a:cubicBezTo>
                <a:cubicBezTo>
                  <a:pt x="51525" y="23024"/>
                  <a:pt x="51500" y="22975"/>
                  <a:pt x="51450" y="22900"/>
                </a:cubicBezTo>
                <a:cubicBezTo>
                  <a:pt x="53491" y="21929"/>
                  <a:pt x="55482" y="21183"/>
                  <a:pt x="57424" y="20635"/>
                </a:cubicBezTo>
                <a:close/>
                <a:moveTo>
                  <a:pt x="51251" y="22925"/>
                </a:moveTo>
                <a:cubicBezTo>
                  <a:pt x="51251" y="22975"/>
                  <a:pt x="51276" y="22975"/>
                  <a:pt x="51276" y="23000"/>
                </a:cubicBezTo>
                <a:cubicBezTo>
                  <a:pt x="52993" y="24966"/>
                  <a:pt x="54736" y="27131"/>
                  <a:pt x="56354" y="29372"/>
                </a:cubicBezTo>
                <a:lnTo>
                  <a:pt x="56329" y="29397"/>
                </a:lnTo>
                <a:cubicBezTo>
                  <a:pt x="55084" y="27729"/>
                  <a:pt x="53815" y="26086"/>
                  <a:pt x="52496" y="24493"/>
                </a:cubicBezTo>
                <a:cubicBezTo>
                  <a:pt x="52396" y="24369"/>
                  <a:pt x="52272" y="24244"/>
                  <a:pt x="52197" y="24120"/>
                </a:cubicBezTo>
                <a:lnTo>
                  <a:pt x="51624" y="23472"/>
                </a:lnTo>
                <a:cubicBezTo>
                  <a:pt x="51475" y="23298"/>
                  <a:pt x="51351" y="23124"/>
                  <a:pt x="51201" y="22975"/>
                </a:cubicBezTo>
                <a:cubicBezTo>
                  <a:pt x="51226" y="22975"/>
                  <a:pt x="51226" y="22925"/>
                  <a:pt x="51251" y="22925"/>
                </a:cubicBezTo>
                <a:close/>
                <a:moveTo>
                  <a:pt x="58718" y="27953"/>
                </a:moveTo>
                <a:cubicBezTo>
                  <a:pt x="58718" y="27978"/>
                  <a:pt x="58718" y="27978"/>
                  <a:pt x="58743" y="28003"/>
                </a:cubicBezTo>
                <a:cubicBezTo>
                  <a:pt x="58046" y="28476"/>
                  <a:pt x="57349" y="28973"/>
                  <a:pt x="56677" y="29471"/>
                </a:cubicBezTo>
                <a:cubicBezTo>
                  <a:pt x="56677" y="29446"/>
                  <a:pt x="56627" y="29446"/>
                  <a:pt x="56627" y="29397"/>
                </a:cubicBezTo>
                <a:cubicBezTo>
                  <a:pt x="57324" y="28899"/>
                  <a:pt x="58046" y="28451"/>
                  <a:pt x="58718" y="27953"/>
                </a:cubicBezTo>
                <a:close/>
                <a:moveTo>
                  <a:pt x="82340" y="19440"/>
                </a:moveTo>
                <a:lnTo>
                  <a:pt x="82440" y="19913"/>
                </a:lnTo>
                <a:cubicBezTo>
                  <a:pt x="82514" y="20162"/>
                  <a:pt x="82564" y="20386"/>
                  <a:pt x="82614" y="20635"/>
                </a:cubicBezTo>
                <a:cubicBezTo>
                  <a:pt x="82639" y="20859"/>
                  <a:pt x="82688" y="21033"/>
                  <a:pt x="82713" y="21257"/>
                </a:cubicBezTo>
                <a:lnTo>
                  <a:pt x="82813" y="22004"/>
                </a:lnTo>
                <a:cubicBezTo>
                  <a:pt x="82838" y="22178"/>
                  <a:pt x="82838" y="22377"/>
                  <a:pt x="82838" y="22552"/>
                </a:cubicBezTo>
                <a:cubicBezTo>
                  <a:pt x="82863" y="22850"/>
                  <a:pt x="82863" y="23124"/>
                  <a:pt x="82863" y="23398"/>
                </a:cubicBezTo>
                <a:lnTo>
                  <a:pt x="82863" y="23672"/>
                </a:lnTo>
                <a:lnTo>
                  <a:pt x="82863" y="23871"/>
                </a:lnTo>
                <a:lnTo>
                  <a:pt x="82863" y="23921"/>
                </a:lnTo>
                <a:lnTo>
                  <a:pt x="82863" y="24891"/>
                </a:lnTo>
                <a:cubicBezTo>
                  <a:pt x="82863" y="24991"/>
                  <a:pt x="82863" y="25115"/>
                  <a:pt x="82838" y="25240"/>
                </a:cubicBezTo>
                <a:lnTo>
                  <a:pt x="82838" y="25314"/>
                </a:lnTo>
                <a:cubicBezTo>
                  <a:pt x="82813" y="25713"/>
                  <a:pt x="82813" y="26086"/>
                  <a:pt x="82738" y="26435"/>
                </a:cubicBezTo>
                <a:cubicBezTo>
                  <a:pt x="82738" y="26534"/>
                  <a:pt x="82713" y="26634"/>
                  <a:pt x="82713" y="26683"/>
                </a:cubicBezTo>
                <a:cubicBezTo>
                  <a:pt x="82688" y="27032"/>
                  <a:pt x="82614" y="27380"/>
                  <a:pt x="82589" y="27729"/>
                </a:cubicBezTo>
                <a:cubicBezTo>
                  <a:pt x="80473" y="28426"/>
                  <a:pt x="78357" y="29297"/>
                  <a:pt x="76167" y="30293"/>
                </a:cubicBezTo>
                <a:cubicBezTo>
                  <a:pt x="76142" y="29222"/>
                  <a:pt x="75993" y="28177"/>
                  <a:pt x="75769" y="27231"/>
                </a:cubicBezTo>
                <a:cubicBezTo>
                  <a:pt x="75868" y="27007"/>
                  <a:pt x="75993" y="26758"/>
                  <a:pt x="76117" y="26534"/>
                </a:cubicBezTo>
                <a:cubicBezTo>
                  <a:pt x="76142" y="26484"/>
                  <a:pt x="76167" y="26410"/>
                  <a:pt x="76242" y="26360"/>
                </a:cubicBezTo>
                <a:cubicBezTo>
                  <a:pt x="76416" y="25986"/>
                  <a:pt x="76640" y="25638"/>
                  <a:pt x="76864" y="25290"/>
                </a:cubicBezTo>
                <a:cubicBezTo>
                  <a:pt x="76963" y="25165"/>
                  <a:pt x="77013" y="25041"/>
                  <a:pt x="77113" y="24916"/>
                </a:cubicBezTo>
                <a:cubicBezTo>
                  <a:pt x="77287" y="24642"/>
                  <a:pt x="77511" y="24319"/>
                  <a:pt x="77685" y="24045"/>
                </a:cubicBezTo>
                <a:cubicBezTo>
                  <a:pt x="77785" y="23896"/>
                  <a:pt x="77909" y="23771"/>
                  <a:pt x="78009" y="23622"/>
                </a:cubicBezTo>
                <a:cubicBezTo>
                  <a:pt x="78233" y="23373"/>
                  <a:pt x="78407" y="23074"/>
                  <a:pt x="78631" y="22825"/>
                </a:cubicBezTo>
                <a:cubicBezTo>
                  <a:pt x="78756" y="22676"/>
                  <a:pt x="78880" y="22552"/>
                  <a:pt x="79005" y="22402"/>
                </a:cubicBezTo>
                <a:cubicBezTo>
                  <a:pt x="79229" y="22153"/>
                  <a:pt x="79477" y="21904"/>
                  <a:pt x="79677" y="21680"/>
                </a:cubicBezTo>
                <a:lnTo>
                  <a:pt x="80100" y="21282"/>
                </a:lnTo>
                <a:lnTo>
                  <a:pt x="80921" y="20535"/>
                </a:lnTo>
                <a:cubicBezTo>
                  <a:pt x="81046" y="20436"/>
                  <a:pt x="81195" y="20311"/>
                  <a:pt x="81295" y="20212"/>
                </a:cubicBezTo>
                <a:cubicBezTo>
                  <a:pt x="81643" y="19938"/>
                  <a:pt x="81991" y="19689"/>
                  <a:pt x="82340" y="19440"/>
                </a:cubicBezTo>
                <a:close/>
                <a:moveTo>
                  <a:pt x="75644" y="27505"/>
                </a:moveTo>
                <a:cubicBezTo>
                  <a:pt x="75868" y="28451"/>
                  <a:pt x="75993" y="29372"/>
                  <a:pt x="76018" y="30392"/>
                </a:cubicBezTo>
                <a:cubicBezTo>
                  <a:pt x="75993" y="30392"/>
                  <a:pt x="75968" y="30392"/>
                  <a:pt x="75968" y="30442"/>
                </a:cubicBezTo>
                <a:cubicBezTo>
                  <a:pt x="75918" y="29446"/>
                  <a:pt x="75794" y="28500"/>
                  <a:pt x="75619" y="27604"/>
                </a:cubicBezTo>
                <a:cubicBezTo>
                  <a:pt x="75619" y="27579"/>
                  <a:pt x="75644" y="27530"/>
                  <a:pt x="75644" y="27505"/>
                </a:cubicBezTo>
                <a:close/>
                <a:moveTo>
                  <a:pt x="104468" y="26509"/>
                </a:moveTo>
                <a:cubicBezTo>
                  <a:pt x="104493" y="26509"/>
                  <a:pt x="104493" y="26509"/>
                  <a:pt x="104518" y="26534"/>
                </a:cubicBezTo>
                <a:cubicBezTo>
                  <a:pt x="104369" y="27729"/>
                  <a:pt x="104169" y="28899"/>
                  <a:pt x="103921" y="30118"/>
                </a:cubicBezTo>
                <a:cubicBezTo>
                  <a:pt x="103896" y="30243"/>
                  <a:pt x="103846" y="30342"/>
                  <a:pt x="103796" y="30467"/>
                </a:cubicBezTo>
                <a:cubicBezTo>
                  <a:pt x="104095" y="29098"/>
                  <a:pt x="104294" y="27779"/>
                  <a:pt x="104468" y="26509"/>
                </a:cubicBezTo>
                <a:close/>
                <a:moveTo>
                  <a:pt x="105165" y="26733"/>
                </a:moveTo>
                <a:cubicBezTo>
                  <a:pt x="105215" y="26758"/>
                  <a:pt x="105240" y="26758"/>
                  <a:pt x="105240" y="26758"/>
                </a:cubicBezTo>
                <a:cubicBezTo>
                  <a:pt x="104916" y="28028"/>
                  <a:pt x="104518" y="29322"/>
                  <a:pt x="104020" y="30517"/>
                </a:cubicBezTo>
                <a:cubicBezTo>
                  <a:pt x="104045" y="30392"/>
                  <a:pt x="104095" y="30268"/>
                  <a:pt x="104095" y="30193"/>
                </a:cubicBezTo>
                <a:cubicBezTo>
                  <a:pt x="104518" y="29073"/>
                  <a:pt x="104891" y="27878"/>
                  <a:pt x="105165" y="26733"/>
                </a:cubicBezTo>
                <a:close/>
                <a:moveTo>
                  <a:pt x="82564" y="27953"/>
                </a:moveTo>
                <a:lnTo>
                  <a:pt x="82564" y="28003"/>
                </a:lnTo>
                <a:cubicBezTo>
                  <a:pt x="80473" y="28724"/>
                  <a:pt x="78308" y="29596"/>
                  <a:pt x="76167" y="30591"/>
                </a:cubicBezTo>
                <a:lnTo>
                  <a:pt x="76167" y="30517"/>
                </a:lnTo>
                <a:cubicBezTo>
                  <a:pt x="78308" y="29521"/>
                  <a:pt x="80473" y="28650"/>
                  <a:pt x="82564" y="27953"/>
                </a:cubicBezTo>
                <a:close/>
                <a:moveTo>
                  <a:pt x="76018" y="30616"/>
                </a:moveTo>
                <a:lnTo>
                  <a:pt x="76018" y="30691"/>
                </a:lnTo>
                <a:cubicBezTo>
                  <a:pt x="75993" y="30691"/>
                  <a:pt x="75968" y="30691"/>
                  <a:pt x="75968" y="30716"/>
                </a:cubicBezTo>
                <a:lnTo>
                  <a:pt x="75968" y="30641"/>
                </a:lnTo>
                <a:cubicBezTo>
                  <a:pt x="75993" y="30641"/>
                  <a:pt x="75993" y="30616"/>
                  <a:pt x="76018" y="30616"/>
                </a:cubicBezTo>
                <a:close/>
                <a:moveTo>
                  <a:pt x="68874" y="22153"/>
                </a:moveTo>
                <a:cubicBezTo>
                  <a:pt x="68426" y="25090"/>
                  <a:pt x="68501" y="28003"/>
                  <a:pt x="69073" y="30741"/>
                </a:cubicBezTo>
                <a:lnTo>
                  <a:pt x="69023" y="30741"/>
                </a:lnTo>
                <a:cubicBezTo>
                  <a:pt x="68451" y="28003"/>
                  <a:pt x="68351" y="25115"/>
                  <a:pt x="68799" y="22178"/>
                </a:cubicBezTo>
                <a:cubicBezTo>
                  <a:pt x="68824" y="22178"/>
                  <a:pt x="68824" y="22153"/>
                  <a:pt x="68874" y="22153"/>
                </a:cubicBezTo>
                <a:close/>
                <a:moveTo>
                  <a:pt x="68650" y="22303"/>
                </a:moveTo>
                <a:lnTo>
                  <a:pt x="68650" y="22303"/>
                </a:lnTo>
                <a:cubicBezTo>
                  <a:pt x="68227" y="25140"/>
                  <a:pt x="68301" y="28003"/>
                  <a:pt x="68849" y="30691"/>
                </a:cubicBezTo>
                <a:cubicBezTo>
                  <a:pt x="67741" y="30325"/>
                  <a:pt x="66511" y="30148"/>
                  <a:pt x="65193" y="30148"/>
                </a:cubicBezTo>
                <a:cubicBezTo>
                  <a:pt x="63640" y="30148"/>
                  <a:pt x="61962" y="30394"/>
                  <a:pt x="60212" y="30865"/>
                </a:cubicBezTo>
                <a:cubicBezTo>
                  <a:pt x="59838" y="29894"/>
                  <a:pt x="59465" y="28948"/>
                  <a:pt x="59191" y="27953"/>
                </a:cubicBezTo>
                <a:cubicBezTo>
                  <a:pt x="62328" y="25837"/>
                  <a:pt x="65514" y="23921"/>
                  <a:pt x="68650" y="22303"/>
                </a:cubicBezTo>
                <a:close/>
                <a:moveTo>
                  <a:pt x="59042" y="28077"/>
                </a:moveTo>
                <a:cubicBezTo>
                  <a:pt x="59316" y="29023"/>
                  <a:pt x="59639" y="29969"/>
                  <a:pt x="60038" y="30940"/>
                </a:cubicBezTo>
                <a:lnTo>
                  <a:pt x="59963" y="30940"/>
                </a:lnTo>
                <a:cubicBezTo>
                  <a:pt x="59589" y="29994"/>
                  <a:pt x="59241" y="29073"/>
                  <a:pt x="58967" y="28102"/>
                </a:cubicBezTo>
                <a:cubicBezTo>
                  <a:pt x="58992" y="28102"/>
                  <a:pt x="58992" y="28077"/>
                  <a:pt x="59042" y="28077"/>
                </a:cubicBezTo>
                <a:close/>
                <a:moveTo>
                  <a:pt x="69148" y="30965"/>
                </a:moveTo>
                <a:cubicBezTo>
                  <a:pt x="69148" y="30990"/>
                  <a:pt x="69148" y="31014"/>
                  <a:pt x="69173" y="31014"/>
                </a:cubicBezTo>
                <a:cubicBezTo>
                  <a:pt x="69164" y="31031"/>
                  <a:pt x="69156" y="31037"/>
                  <a:pt x="69149" y="31037"/>
                </a:cubicBezTo>
                <a:cubicBezTo>
                  <a:pt x="69134" y="31037"/>
                  <a:pt x="69123" y="31014"/>
                  <a:pt x="69123" y="31014"/>
                </a:cubicBezTo>
                <a:cubicBezTo>
                  <a:pt x="69123" y="30990"/>
                  <a:pt x="69123" y="30965"/>
                  <a:pt x="69073" y="30965"/>
                </a:cubicBezTo>
                <a:close/>
                <a:moveTo>
                  <a:pt x="65230" y="30358"/>
                </a:moveTo>
                <a:cubicBezTo>
                  <a:pt x="66548" y="30358"/>
                  <a:pt x="67770" y="30533"/>
                  <a:pt x="68874" y="30890"/>
                </a:cubicBezTo>
                <a:cubicBezTo>
                  <a:pt x="68874" y="30911"/>
                  <a:pt x="68874" y="30949"/>
                  <a:pt x="68889" y="30961"/>
                </a:cubicBezTo>
                <a:lnTo>
                  <a:pt x="68889" y="30961"/>
                </a:lnTo>
                <a:cubicBezTo>
                  <a:pt x="67796" y="30583"/>
                  <a:pt x="66575" y="30401"/>
                  <a:pt x="65257" y="30401"/>
                </a:cubicBezTo>
                <a:cubicBezTo>
                  <a:pt x="63725" y="30401"/>
                  <a:pt x="62061" y="30646"/>
                  <a:pt x="60311" y="31114"/>
                </a:cubicBezTo>
                <a:cubicBezTo>
                  <a:pt x="60311" y="31089"/>
                  <a:pt x="60262" y="31089"/>
                  <a:pt x="60262" y="31064"/>
                </a:cubicBezTo>
                <a:cubicBezTo>
                  <a:pt x="62029" y="30596"/>
                  <a:pt x="63695" y="30358"/>
                  <a:pt x="65230" y="30358"/>
                </a:cubicBezTo>
                <a:close/>
                <a:moveTo>
                  <a:pt x="60087" y="31089"/>
                </a:moveTo>
                <a:cubicBezTo>
                  <a:pt x="60087" y="31114"/>
                  <a:pt x="60087" y="31114"/>
                  <a:pt x="60112" y="31139"/>
                </a:cubicBezTo>
                <a:cubicBezTo>
                  <a:pt x="60087" y="31139"/>
                  <a:pt x="60087" y="31139"/>
                  <a:pt x="60062" y="31189"/>
                </a:cubicBezTo>
                <a:cubicBezTo>
                  <a:pt x="60062" y="31139"/>
                  <a:pt x="60038" y="31139"/>
                  <a:pt x="60038" y="31114"/>
                </a:cubicBezTo>
                <a:cubicBezTo>
                  <a:pt x="60062" y="31089"/>
                  <a:pt x="60062" y="31089"/>
                  <a:pt x="60087" y="31089"/>
                </a:cubicBezTo>
                <a:close/>
                <a:moveTo>
                  <a:pt x="75470" y="27903"/>
                </a:moveTo>
                <a:cubicBezTo>
                  <a:pt x="75644" y="28724"/>
                  <a:pt x="75744" y="29596"/>
                  <a:pt x="75769" y="30517"/>
                </a:cubicBezTo>
                <a:cubicBezTo>
                  <a:pt x="75346" y="30741"/>
                  <a:pt x="74898" y="30965"/>
                  <a:pt x="74425" y="31189"/>
                </a:cubicBezTo>
                <a:cubicBezTo>
                  <a:pt x="74474" y="31089"/>
                  <a:pt x="74474" y="30965"/>
                  <a:pt x="74499" y="30865"/>
                </a:cubicBezTo>
                <a:cubicBezTo>
                  <a:pt x="74499" y="30815"/>
                  <a:pt x="74524" y="30766"/>
                  <a:pt x="74524" y="30716"/>
                </a:cubicBezTo>
                <a:cubicBezTo>
                  <a:pt x="74748" y="29770"/>
                  <a:pt x="75047" y="28824"/>
                  <a:pt x="75470" y="27903"/>
                </a:cubicBezTo>
                <a:close/>
                <a:moveTo>
                  <a:pt x="75744" y="30716"/>
                </a:moveTo>
                <a:lnTo>
                  <a:pt x="75744" y="30766"/>
                </a:lnTo>
                <a:cubicBezTo>
                  <a:pt x="75296" y="30990"/>
                  <a:pt x="74848" y="31238"/>
                  <a:pt x="74375" y="31462"/>
                </a:cubicBezTo>
                <a:lnTo>
                  <a:pt x="74375" y="31363"/>
                </a:lnTo>
                <a:cubicBezTo>
                  <a:pt x="74848" y="31139"/>
                  <a:pt x="75271" y="30890"/>
                  <a:pt x="75744" y="30716"/>
                </a:cubicBezTo>
                <a:close/>
                <a:moveTo>
                  <a:pt x="58793" y="28202"/>
                </a:moveTo>
                <a:cubicBezTo>
                  <a:pt x="59092" y="29148"/>
                  <a:pt x="59440" y="30069"/>
                  <a:pt x="59789" y="30990"/>
                </a:cubicBezTo>
                <a:cubicBezTo>
                  <a:pt x="59216" y="31139"/>
                  <a:pt x="58669" y="31338"/>
                  <a:pt x="58096" y="31512"/>
                </a:cubicBezTo>
                <a:cubicBezTo>
                  <a:pt x="57673" y="30865"/>
                  <a:pt x="57225" y="30243"/>
                  <a:pt x="56752" y="29596"/>
                </a:cubicBezTo>
                <a:cubicBezTo>
                  <a:pt x="57449" y="29123"/>
                  <a:pt x="58121" y="28650"/>
                  <a:pt x="58793" y="28202"/>
                </a:cubicBezTo>
                <a:close/>
                <a:moveTo>
                  <a:pt x="56603" y="29720"/>
                </a:moveTo>
                <a:lnTo>
                  <a:pt x="57922" y="31587"/>
                </a:lnTo>
                <a:lnTo>
                  <a:pt x="57872" y="31612"/>
                </a:lnTo>
                <a:lnTo>
                  <a:pt x="56578" y="29745"/>
                </a:lnTo>
                <a:lnTo>
                  <a:pt x="56603" y="29720"/>
                </a:lnTo>
                <a:close/>
                <a:moveTo>
                  <a:pt x="103721" y="31139"/>
                </a:moveTo>
                <a:lnTo>
                  <a:pt x="103721" y="31139"/>
                </a:lnTo>
                <a:cubicBezTo>
                  <a:pt x="103672" y="31239"/>
                  <a:pt x="103672" y="31338"/>
                  <a:pt x="103647" y="31462"/>
                </a:cubicBezTo>
                <a:cubicBezTo>
                  <a:pt x="103622" y="31562"/>
                  <a:pt x="103547" y="31637"/>
                  <a:pt x="103522" y="31711"/>
                </a:cubicBezTo>
                <a:cubicBezTo>
                  <a:pt x="103547" y="31612"/>
                  <a:pt x="103547" y="31512"/>
                  <a:pt x="103597" y="31438"/>
                </a:cubicBezTo>
                <a:cubicBezTo>
                  <a:pt x="103622" y="31338"/>
                  <a:pt x="103672" y="31239"/>
                  <a:pt x="103721" y="31139"/>
                </a:cubicBezTo>
                <a:close/>
                <a:moveTo>
                  <a:pt x="117461" y="30143"/>
                </a:moveTo>
                <a:cubicBezTo>
                  <a:pt x="117461" y="30268"/>
                  <a:pt x="117486" y="30367"/>
                  <a:pt x="117536" y="30492"/>
                </a:cubicBezTo>
                <a:cubicBezTo>
                  <a:pt x="117561" y="30616"/>
                  <a:pt x="117561" y="30766"/>
                  <a:pt x="117586" y="30890"/>
                </a:cubicBezTo>
                <a:cubicBezTo>
                  <a:pt x="117617" y="31170"/>
                  <a:pt x="117648" y="31440"/>
                  <a:pt x="117679" y="31719"/>
                </a:cubicBezTo>
                <a:lnTo>
                  <a:pt x="117679" y="31719"/>
                </a:lnTo>
                <a:cubicBezTo>
                  <a:pt x="117646" y="31477"/>
                  <a:pt x="117603" y="31212"/>
                  <a:pt x="117561" y="30915"/>
                </a:cubicBezTo>
                <a:cubicBezTo>
                  <a:pt x="117511" y="30766"/>
                  <a:pt x="117486" y="30616"/>
                  <a:pt x="117461" y="30442"/>
                </a:cubicBezTo>
                <a:lnTo>
                  <a:pt x="117461" y="30218"/>
                </a:lnTo>
                <a:lnTo>
                  <a:pt x="117461" y="30143"/>
                </a:lnTo>
                <a:close/>
                <a:moveTo>
                  <a:pt x="59863" y="31139"/>
                </a:moveTo>
                <a:lnTo>
                  <a:pt x="59863" y="31214"/>
                </a:lnTo>
                <a:cubicBezTo>
                  <a:pt x="59341" y="31363"/>
                  <a:pt x="58793" y="31537"/>
                  <a:pt x="58245" y="31736"/>
                </a:cubicBezTo>
                <a:cubicBezTo>
                  <a:pt x="58245" y="31711"/>
                  <a:pt x="58220" y="31711"/>
                  <a:pt x="58220" y="31687"/>
                </a:cubicBezTo>
                <a:cubicBezTo>
                  <a:pt x="58793" y="31487"/>
                  <a:pt x="59316" y="31313"/>
                  <a:pt x="59863" y="31139"/>
                </a:cubicBezTo>
                <a:close/>
                <a:moveTo>
                  <a:pt x="58046" y="31736"/>
                </a:moveTo>
                <a:cubicBezTo>
                  <a:pt x="58046" y="31761"/>
                  <a:pt x="58071" y="31761"/>
                  <a:pt x="58071" y="31811"/>
                </a:cubicBezTo>
                <a:cubicBezTo>
                  <a:pt x="58046" y="31811"/>
                  <a:pt x="58046" y="31811"/>
                  <a:pt x="57996" y="31836"/>
                </a:cubicBezTo>
                <a:cubicBezTo>
                  <a:pt x="57996" y="31811"/>
                  <a:pt x="57972" y="31811"/>
                  <a:pt x="57972" y="31761"/>
                </a:cubicBezTo>
                <a:cubicBezTo>
                  <a:pt x="57996" y="31761"/>
                  <a:pt x="57996" y="31761"/>
                  <a:pt x="58046" y="31736"/>
                </a:cubicBezTo>
                <a:close/>
                <a:moveTo>
                  <a:pt x="70890" y="21158"/>
                </a:moveTo>
                <a:cubicBezTo>
                  <a:pt x="71612" y="21556"/>
                  <a:pt x="72234" y="22054"/>
                  <a:pt x="72782" y="22626"/>
                </a:cubicBezTo>
                <a:cubicBezTo>
                  <a:pt x="72757" y="22751"/>
                  <a:pt x="72732" y="22850"/>
                  <a:pt x="72657" y="22975"/>
                </a:cubicBezTo>
                <a:lnTo>
                  <a:pt x="72483" y="23522"/>
                </a:lnTo>
                <a:cubicBezTo>
                  <a:pt x="72433" y="23647"/>
                  <a:pt x="72384" y="23796"/>
                  <a:pt x="72359" y="23921"/>
                </a:cubicBezTo>
                <a:cubicBezTo>
                  <a:pt x="72284" y="24120"/>
                  <a:pt x="72259" y="24294"/>
                  <a:pt x="72184" y="24493"/>
                </a:cubicBezTo>
                <a:cubicBezTo>
                  <a:pt x="72160" y="24617"/>
                  <a:pt x="72135" y="24767"/>
                  <a:pt x="72110" y="24891"/>
                </a:cubicBezTo>
                <a:cubicBezTo>
                  <a:pt x="72060" y="25066"/>
                  <a:pt x="72010" y="25265"/>
                  <a:pt x="71985" y="25439"/>
                </a:cubicBezTo>
                <a:cubicBezTo>
                  <a:pt x="71935" y="25613"/>
                  <a:pt x="71911" y="25738"/>
                  <a:pt x="71886" y="25887"/>
                </a:cubicBezTo>
                <a:cubicBezTo>
                  <a:pt x="71861" y="26061"/>
                  <a:pt x="71811" y="26235"/>
                  <a:pt x="71786" y="26410"/>
                </a:cubicBezTo>
                <a:cubicBezTo>
                  <a:pt x="71761" y="26559"/>
                  <a:pt x="71736" y="26733"/>
                  <a:pt x="71736" y="26858"/>
                </a:cubicBezTo>
                <a:cubicBezTo>
                  <a:pt x="71736" y="26883"/>
                  <a:pt x="71736" y="26957"/>
                  <a:pt x="71687" y="26982"/>
                </a:cubicBezTo>
                <a:lnTo>
                  <a:pt x="71687" y="27107"/>
                </a:lnTo>
                <a:cubicBezTo>
                  <a:pt x="71637" y="27654"/>
                  <a:pt x="71562" y="28227"/>
                  <a:pt x="71537" y="28749"/>
                </a:cubicBezTo>
                <a:lnTo>
                  <a:pt x="71537" y="28948"/>
                </a:lnTo>
                <a:cubicBezTo>
                  <a:pt x="71512" y="29496"/>
                  <a:pt x="71512" y="30069"/>
                  <a:pt x="71537" y="30591"/>
                </a:cubicBezTo>
                <a:lnTo>
                  <a:pt x="71537" y="30691"/>
                </a:lnTo>
                <a:cubicBezTo>
                  <a:pt x="71562" y="31214"/>
                  <a:pt x="71637" y="31711"/>
                  <a:pt x="71687" y="32209"/>
                </a:cubicBezTo>
                <a:cubicBezTo>
                  <a:pt x="71015" y="31587"/>
                  <a:pt x="70168" y="31114"/>
                  <a:pt x="69247" y="30741"/>
                </a:cubicBezTo>
                <a:cubicBezTo>
                  <a:pt x="68625" y="27953"/>
                  <a:pt x="68550" y="24966"/>
                  <a:pt x="69023" y="21954"/>
                </a:cubicBezTo>
                <a:cubicBezTo>
                  <a:pt x="69695" y="21755"/>
                  <a:pt x="70293" y="21481"/>
                  <a:pt x="70890" y="21158"/>
                </a:cubicBezTo>
                <a:close/>
                <a:moveTo>
                  <a:pt x="73130" y="23000"/>
                </a:moveTo>
                <a:cubicBezTo>
                  <a:pt x="74126" y="24120"/>
                  <a:pt x="74873" y="25514"/>
                  <a:pt x="75271" y="27131"/>
                </a:cubicBezTo>
                <a:cubicBezTo>
                  <a:pt x="74624" y="28525"/>
                  <a:pt x="74126" y="29969"/>
                  <a:pt x="73877" y="31413"/>
                </a:cubicBezTo>
                <a:cubicBezTo>
                  <a:pt x="73304" y="31711"/>
                  <a:pt x="72757" y="32010"/>
                  <a:pt x="72184" y="32284"/>
                </a:cubicBezTo>
                <a:cubicBezTo>
                  <a:pt x="72160" y="32110"/>
                  <a:pt x="72135" y="31886"/>
                  <a:pt x="72135" y="31711"/>
                </a:cubicBezTo>
                <a:cubicBezTo>
                  <a:pt x="72110" y="31487"/>
                  <a:pt x="72110" y="31288"/>
                  <a:pt x="72060" y="31089"/>
                </a:cubicBezTo>
                <a:cubicBezTo>
                  <a:pt x="72035" y="30716"/>
                  <a:pt x="72010" y="30293"/>
                  <a:pt x="72010" y="29894"/>
                </a:cubicBezTo>
                <a:lnTo>
                  <a:pt x="72010" y="29397"/>
                </a:lnTo>
                <a:cubicBezTo>
                  <a:pt x="72010" y="28998"/>
                  <a:pt x="72035" y="28600"/>
                  <a:pt x="72060" y="28177"/>
                </a:cubicBezTo>
                <a:cubicBezTo>
                  <a:pt x="72060" y="28003"/>
                  <a:pt x="72110" y="27804"/>
                  <a:pt x="72110" y="27629"/>
                </a:cubicBezTo>
                <a:cubicBezTo>
                  <a:pt x="72135" y="27380"/>
                  <a:pt x="72160" y="27107"/>
                  <a:pt x="72184" y="26858"/>
                </a:cubicBezTo>
                <a:cubicBezTo>
                  <a:pt x="72234" y="26509"/>
                  <a:pt x="72284" y="26186"/>
                  <a:pt x="72359" y="25862"/>
                </a:cubicBezTo>
                <a:cubicBezTo>
                  <a:pt x="72384" y="25613"/>
                  <a:pt x="72433" y="25364"/>
                  <a:pt x="72508" y="25140"/>
                </a:cubicBezTo>
                <a:cubicBezTo>
                  <a:pt x="72558" y="24891"/>
                  <a:pt x="72632" y="24617"/>
                  <a:pt x="72682" y="24369"/>
                </a:cubicBezTo>
                <a:cubicBezTo>
                  <a:pt x="72782" y="24095"/>
                  <a:pt x="72856" y="23846"/>
                  <a:pt x="72931" y="23597"/>
                </a:cubicBezTo>
                <a:cubicBezTo>
                  <a:pt x="73006" y="23398"/>
                  <a:pt x="73056" y="23174"/>
                  <a:pt x="73130" y="23000"/>
                </a:cubicBezTo>
                <a:close/>
                <a:moveTo>
                  <a:pt x="105663" y="16080"/>
                </a:moveTo>
                <a:lnTo>
                  <a:pt x="105663" y="16080"/>
                </a:lnTo>
                <a:cubicBezTo>
                  <a:pt x="108525" y="17150"/>
                  <a:pt x="110940" y="18768"/>
                  <a:pt x="112807" y="20909"/>
                </a:cubicBezTo>
                <a:cubicBezTo>
                  <a:pt x="112881" y="21282"/>
                  <a:pt x="112981" y="21655"/>
                  <a:pt x="113056" y="22054"/>
                </a:cubicBezTo>
                <a:cubicBezTo>
                  <a:pt x="113081" y="22228"/>
                  <a:pt x="113105" y="22402"/>
                  <a:pt x="113130" y="22552"/>
                </a:cubicBezTo>
                <a:cubicBezTo>
                  <a:pt x="113230" y="23124"/>
                  <a:pt x="113329" y="23672"/>
                  <a:pt x="113379" y="24269"/>
                </a:cubicBezTo>
                <a:cubicBezTo>
                  <a:pt x="113379" y="24418"/>
                  <a:pt x="113429" y="24543"/>
                  <a:pt x="113429" y="24717"/>
                </a:cubicBezTo>
                <a:lnTo>
                  <a:pt x="113504" y="26111"/>
                </a:lnTo>
                <a:cubicBezTo>
                  <a:pt x="113504" y="26335"/>
                  <a:pt x="113553" y="26534"/>
                  <a:pt x="113553" y="26783"/>
                </a:cubicBezTo>
                <a:cubicBezTo>
                  <a:pt x="113553" y="27355"/>
                  <a:pt x="113578" y="27953"/>
                  <a:pt x="113553" y="28500"/>
                </a:cubicBezTo>
                <a:cubicBezTo>
                  <a:pt x="113553" y="28700"/>
                  <a:pt x="113504" y="28849"/>
                  <a:pt x="113504" y="29023"/>
                </a:cubicBezTo>
                <a:lnTo>
                  <a:pt x="113429" y="30517"/>
                </a:lnTo>
                <a:cubicBezTo>
                  <a:pt x="113379" y="30741"/>
                  <a:pt x="113379" y="30965"/>
                  <a:pt x="113354" y="31139"/>
                </a:cubicBezTo>
                <a:cubicBezTo>
                  <a:pt x="113329" y="31562"/>
                  <a:pt x="113255" y="31935"/>
                  <a:pt x="113230" y="32334"/>
                </a:cubicBezTo>
                <a:cubicBezTo>
                  <a:pt x="111363" y="29645"/>
                  <a:pt x="108774" y="27654"/>
                  <a:pt x="105514" y="26459"/>
                </a:cubicBezTo>
                <a:cubicBezTo>
                  <a:pt x="106285" y="22975"/>
                  <a:pt x="106360" y="19390"/>
                  <a:pt x="105663" y="16080"/>
                </a:cubicBezTo>
                <a:close/>
                <a:moveTo>
                  <a:pt x="69389" y="31096"/>
                </a:moveTo>
                <a:lnTo>
                  <a:pt x="69389" y="31096"/>
                </a:lnTo>
                <a:cubicBezTo>
                  <a:pt x="70278" y="31469"/>
                  <a:pt x="71069" y="31964"/>
                  <a:pt x="71761" y="32558"/>
                </a:cubicBezTo>
                <a:cubicBezTo>
                  <a:pt x="71736" y="32558"/>
                  <a:pt x="71687" y="32583"/>
                  <a:pt x="71687" y="32583"/>
                </a:cubicBezTo>
                <a:cubicBezTo>
                  <a:pt x="71039" y="31985"/>
                  <a:pt x="70268" y="31487"/>
                  <a:pt x="69397" y="31139"/>
                </a:cubicBezTo>
                <a:cubicBezTo>
                  <a:pt x="69397" y="31122"/>
                  <a:pt x="69397" y="31106"/>
                  <a:pt x="69389" y="31096"/>
                </a:cubicBezTo>
                <a:close/>
                <a:moveTo>
                  <a:pt x="73852" y="31687"/>
                </a:moveTo>
                <a:lnTo>
                  <a:pt x="73852" y="31736"/>
                </a:lnTo>
                <a:cubicBezTo>
                  <a:pt x="73304" y="31985"/>
                  <a:pt x="72782" y="32259"/>
                  <a:pt x="72234" y="32583"/>
                </a:cubicBezTo>
                <a:lnTo>
                  <a:pt x="72234" y="32508"/>
                </a:lnTo>
                <a:cubicBezTo>
                  <a:pt x="72757" y="32234"/>
                  <a:pt x="73304" y="31960"/>
                  <a:pt x="73852" y="31687"/>
                </a:cubicBezTo>
                <a:close/>
                <a:moveTo>
                  <a:pt x="113081" y="21232"/>
                </a:moveTo>
                <a:cubicBezTo>
                  <a:pt x="113105" y="21257"/>
                  <a:pt x="113105" y="21282"/>
                  <a:pt x="113130" y="21307"/>
                </a:cubicBezTo>
                <a:cubicBezTo>
                  <a:pt x="113205" y="21556"/>
                  <a:pt x="113255" y="21805"/>
                  <a:pt x="113280" y="22103"/>
                </a:cubicBezTo>
                <a:cubicBezTo>
                  <a:pt x="113329" y="22228"/>
                  <a:pt x="113329" y="22352"/>
                  <a:pt x="113354" y="22477"/>
                </a:cubicBezTo>
                <a:cubicBezTo>
                  <a:pt x="113454" y="22925"/>
                  <a:pt x="113504" y="23423"/>
                  <a:pt x="113578" y="23921"/>
                </a:cubicBezTo>
                <a:cubicBezTo>
                  <a:pt x="113603" y="24095"/>
                  <a:pt x="113603" y="24244"/>
                  <a:pt x="113628" y="24418"/>
                </a:cubicBezTo>
                <a:cubicBezTo>
                  <a:pt x="113703" y="24991"/>
                  <a:pt x="113728" y="25538"/>
                  <a:pt x="113753" y="26136"/>
                </a:cubicBezTo>
                <a:cubicBezTo>
                  <a:pt x="113753" y="26360"/>
                  <a:pt x="113753" y="26584"/>
                  <a:pt x="113777" y="26783"/>
                </a:cubicBezTo>
                <a:lnTo>
                  <a:pt x="113777" y="28152"/>
                </a:lnTo>
                <a:lnTo>
                  <a:pt x="113777" y="28724"/>
                </a:lnTo>
                <a:cubicBezTo>
                  <a:pt x="113753" y="29322"/>
                  <a:pt x="113728" y="29894"/>
                  <a:pt x="113703" y="30517"/>
                </a:cubicBezTo>
                <a:cubicBezTo>
                  <a:pt x="113653" y="30741"/>
                  <a:pt x="113653" y="30940"/>
                  <a:pt x="113628" y="31139"/>
                </a:cubicBezTo>
                <a:cubicBezTo>
                  <a:pt x="113578" y="31612"/>
                  <a:pt x="113504" y="32110"/>
                  <a:pt x="113454" y="32632"/>
                </a:cubicBezTo>
                <a:cubicBezTo>
                  <a:pt x="113429" y="32607"/>
                  <a:pt x="113429" y="32583"/>
                  <a:pt x="113379" y="32583"/>
                </a:cubicBezTo>
                <a:lnTo>
                  <a:pt x="113578" y="30990"/>
                </a:lnTo>
                <a:cubicBezTo>
                  <a:pt x="113578" y="30865"/>
                  <a:pt x="113603" y="30741"/>
                  <a:pt x="113603" y="30616"/>
                </a:cubicBezTo>
                <a:cubicBezTo>
                  <a:pt x="113678" y="29994"/>
                  <a:pt x="113703" y="29347"/>
                  <a:pt x="113728" y="28724"/>
                </a:cubicBezTo>
                <a:lnTo>
                  <a:pt x="113728" y="28525"/>
                </a:lnTo>
                <a:cubicBezTo>
                  <a:pt x="113753" y="27903"/>
                  <a:pt x="113728" y="27281"/>
                  <a:pt x="113728" y="26659"/>
                </a:cubicBezTo>
                <a:cubicBezTo>
                  <a:pt x="113728" y="26484"/>
                  <a:pt x="113728" y="26285"/>
                  <a:pt x="113703" y="26111"/>
                </a:cubicBezTo>
                <a:lnTo>
                  <a:pt x="113603" y="24518"/>
                </a:lnTo>
                <a:cubicBezTo>
                  <a:pt x="113603" y="24418"/>
                  <a:pt x="113603" y="24344"/>
                  <a:pt x="113578" y="24244"/>
                </a:cubicBezTo>
                <a:cubicBezTo>
                  <a:pt x="113504" y="23647"/>
                  <a:pt x="113429" y="23049"/>
                  <a:pt x="113329" y="22477"/>
                </a:cubicBezTo>
                <a:lnTo>
                  <a:pt x="113230" y="22004"/>
                </a:lnTo>
                <a:cubicBezTo>
                  <a:pt x="113180" y="21755"/>
                  <a:pt x="113130" y="21481"/>
                  <a:pt x="113081" y="21232"/>
                </a:cubicBezTo>
                <a:close/>
                <a:moveTo>
                  <a:pt x="105464" y="26609"/>
                </a:moveTo>
                <a:cubicBezTo>
                  <a:pt x="108725" y="27853"/>
                  <a:pt x="111338" y="29869"/>
                  <a:pt x="113180" y="32607"/>
                </a:cubicBezTo>
                <a:lnTo>
                  <a:pt x="113180" y="32707"/>
                </a:lnTo>
                <a:cubicBezTo>
                  <a:pt x="111363" y="29944"/>
                  <a:pt x="108749" y="27878"/>
                  <a:pt x="105464" y="26659"/>
                </a:cubicBezTo>
                <a:lnTo>
                  <a:pt x="105464" y="26609"/>
                </a:lnTo>
                <a:close/>
                <a:moveTo>
                  <a:pt x="113329" y="32831"/>
                </a:moveTo>
                <a:cubicBezTo>
                  <a:pt x="113354" y="32856"/>
                  <a:pt x="113354" y="32881"/>
                  <a:pt x="113379" y="32881"/>
                </a:cubicBezTo>
                <a:lnTo>
                  <a:pt x="113379" y="33006"/>
                </a:lnTo>
                <a:cubicBezTo>
                  <a:pt x="113354" y="32981"/>
                  <a:pt x="113354" y="32956"/>
                  <a:pt x="113329" y="32931"/>
                </a:cubicBezTo>
                <a:lnTo>
                  <a:pt x="113329" y="32831"/>
                </a:lnTo>
                <a:close/>
                <a:moveTo>
                  <a:pt x="69446" y="31363"/>
                </a:moveTo>
                <a:lnTo>
                  <a:pt x="69446" y="31363"/>
                </a:lnTo>
                <a:cubicBezTo>
                  <a:pt x="70218" y="31711"/>
                  <a:pt x="70940" y="32135"/>
                  <a:pt x="71537" y="32682"/>
                </a:cubicBezTo>
                <a:cubicBezTo>
                  <a:pt x="71039" y="32931"/>
                  <a:pt x="70542" y="33205"/>
                  <a:pt x="70069" y="33479"/>
                </a:cubicBezTo>
                <a:cubicBezTo>
                  <a:pt x="69820" y="32807"/>
                  <a:pt x="69596" y="32085"/>
                  <a:pt x="69446" y="31363"/>
                </a:cubicBezTo>
                <a:close/>
                <a:moveTo>
                  <a:pt x="69148" y="31238"/>
                </a:moveTo>
                <a:cubicBezTo>
                  <a:pt x="69173" y="31238"/>
                  <a:pt x="69197" y="31263"/>
                  <a:pt x="69197" y="31263"/>
                </a:cubicBezTo>
                <a:cubicBezTo>
                  <a:pt x="69397" y="32060"/>
                  <a:pt x="69646" y="32831"/>
                  <a:pt x="69894" y="33578"/>
                </a:cubicBezTo>
                <a:cubicBezTo>
                  <a:pt x="69870" y="33578"/>
                  <a:pt x="69870" y="33603"/>
                  <a:pt x="69820" y="33603"/>
                </a:cubicBezTo>
                <a:cubicBezTo>
                  <a:pt x="69546" y="32831"/>
                  <a:pt x="69322" y="32060"/>
                  <a:pt x="69148" y="31238"/>
                </a:cubicBezTo>
                <a:close/>
                <a:moveTo>
                  <a:pt x="71662" y="32831"/>
                </a:moveTo>
                <a:cubicBezTo>
                  <a:pt x="71687" y="32831"/>
                  <a:pt x="71687" y="32856"/>
                  <a:pt x="71736" y="32881"/>
                </a:cubicBezTo>
                <a:cubicBezTo>
                  <a:pt x="71189" y="33180"/>
                  <a:pt x="70691" y="33454"/>
                  <a:pt x="70168" y="33752"/>
                </a:cubicBezTo>
                <a:cubicBezTo>
                  <a:pt x="70143" y="33703"/>
                  <a:pt x="70143" y="33678"/>
                  <a:pt x="70143" y="33678"/>
                </a:cubicBezTo>
                <a:cubicBezTo>
                  <a:pt x="70641" y="33379"/>
                  <a:pt x="71164" y="33105"/>
                  <a:pt x="71662" y="32831"/>
                </a:cubicBezTo>
                <a:close/>
                <a:moveTo>
                  <a:pt x="69944" y="33752"/>
                </a:moveTo>
                <a:cubicBezTo>
                  <a:pt x="69944" y="33802"/>
                  <a:pt x="69944" y="33802"/>
                  <a:pt x="69994" y="33827"/>
                </a:cubicBezTo>
                <a:cubicBezTo>
                  <a:pt x="69944" y="33827"/>
                  <a:pt x="69944" y="33852"/>
                  <a:pt x="69919" y="33852"/>
                </a:cubicBezTo>
                <a:cubicBezTo>
                  <a:pt x="69919" y="33827"/>
                  <a:pt x="69894" y="33827"/>
                  <a:pt x="69894" y="33802"/>
                </a:cubicBezTo>
                <a:cubicBezTo>
                  <a:pt x="69919" y="33752"/>
                  <a:pt x="69944" y="33752"/>
                  <a:pt x="69944" y="33752"/>
                </a:cubicBezTo>
                <a:close/>
                <a:moveTo>
                  <a:pt x="117188" y="30168"/>
                </a:moveTo>
                <a:cubicBezTo>
                  <a:pt x="117188" y="30243"/>
                  <a:pt x="117212" y="30293"/>
                  <a:pt x="117212" y="30342"/>
                </a:cubicBezTo>
                <a:cubicBezTo>
                  <a:pt x="117212" y="30367"/>
                  <a:pt x="117237" y="30392"/>
                  <a:pt x="117237" y="30467"/>
                </a:cubicBezTo>
                <a:lnTo>
                  <a:pt x="117237" y="31338"/>
                </a:lnTo>
                <a:lnTo>
                  <a:pt x="117237" y="31711"/>
                </a:lnTo>
                <a:lnTo>
                  <a:pt x="117237" y="31761"/>
                </a:lnTo>
                <a:cubicBezTo>
                  <a:pt x="117237" y="31886"/>
                  <a:pt x="117212" y="32010"/>
                  <a:pt x="117212" y="32159"/>
                </a:cubicBezTo>
                <a:cubicBezTo>
                  <a:pt x="117212" y="32309"/>
                  <a:pt x="117188" y="32408"/>
                  <a:pt x="117188" y="32583"/>
                </a:cubicBezTo>
                <a:cubicBezTo>
                  <a:pt x="117163" y="32757"/>
                  <a:pt x="117163" y="32906"/>
                  <a:pt x="117113" y="33105"/>
                </a:cubicBezTo>
                <a:lnTo>
                  <a:pt x="117113" y="33230"/>
                </a:lnTo>
                <a:cubicBezTo>
                  <a:pt x="117113" y="33304"/>
                  <a:pt x="117088" y="33354"/>
                  <a:pt x="117088" y="33404"/>
                </a:cubicBezTo>
                <a:cubicBezTo>
                  <a:pt x="117050" y="33632"/>
                  <a:pt x="117007" y="33860"/>
                  <a:pt x="116958" y="34087"/>
                </a:cubicBezTo>
                <a:lnTo>
                  <a:pt x="116958" y="34087"/>
                </a:lnTo>
                <a:lnTo>
                  <a:pt x="117038" y="33628"/>
                </a:lnTo>
                <a:cubicBezTo>
                  <a:pt x="117063" y="33504"/>
                  <a:pt x="117063" y="33379"/>
                  <a:pt x="117088" y="33255"/>
                </a:cubicBezTo>
                <a:lnTo>
                  <a:pt x="117088" y="33230"/>
                </a:lnTo>
                <a:lnTo>
                  <a:pt x="117088" y="33205"/>
                </a:lnTo>
                <a:cubicBezTo>
                  <a:pt x="117113" y="33056"/>
                  <a:pt x="117113" y="32856"/>
                  <a:pt x="117163" y="32707"/>
                </a:cubicBezTo>
                <a:cubicBezTo>
                  <a:pt x="117163" y="32583"/>
                  <a:pt x="117188" y="32458"/>
                  <a:pt x="117188" y="32334"/>
                </a:cubicBezTo>
                <a:lnTo>
                  <a:pt x="117188" y="32259"/>
                </a:lnTo>
                <a:lnTo>
                  <a:pt x="117188" y="32110"/>
                </a:lnTo>
                <a:cubicBezTo>
                  <a:pt x="117188" y="31985"/>
                  <a:pt x="117212" y="31861"/>
                  <a:pt x="117212" y="31761"/>
                </a:cubicBezTo>
                <a:lnTo>
                  <a:pt x="117212" y="31587"/>
                </a:lnTo>
                <a:cubicBezTo>
                  <a:pt x="117188" y="31512"/>
                  <a:pt x="117188" y="31512"/>
                  <a:pt x="117188" y="31487"/>
                </a:cubicBezTo>
                <a:lnTo>
                  <a:pt x="117188" y="31064"/>
                </a:lnTo>
                <a:lnTo>
                  <a:pt x="117188" y="30840"/>
                </a:lnTo>
                <a:lnTo>
                  <a:pt x="117188" y="30716"/>
                </a:lnTo>
                <a:lnTo>
                  <a:pt x="117188" y="30243"/>
                </a:lnTo>
                <a:lnTo>
                  <a:pt x="117188" y="30168"/>
                </a:lnTo>
                <a:close/>
                <a:moveTo>
                  <a:pt x="86198" y="27032"/>
                </a:moveTo>
                <a:lnTo>
                  <a:pt x="86198" y="27032"/>
                </a:lnTo>
                <a:cubicBezTo>
                  <a:pt x="86347" y="29621"/>
                  <a:pt x="86173" y="32135"/>
                  <a:pt x="85675" y="34474"/>
                </a:cubicBezTo>
                <a:lnTo>
                  <a:pt x="85601" y="34474"/>
                </a:lnTo>
                <a:cubicBezTo>
                  <a:pt x="86123" y="32135"/>
                  <a:pt x="86298" y="29645"/>
                  <a:pt x="86123" y="27082"/>
                </a:cubicBezTo>
                <a:cubicBezTo>
                  <a:pt x="86173" y="27082"/>
                  <a:pt x="86173" y="27082"/>
                  <a:pt x="86198" y="27032"/>
                </a:cubicBezTo>
                <a:close/>
                <a:moveTo>
                  <a:pt x="85601" y="34624"/>
                </a:moveTo>
                <a:lnTo>
                  <a:pt x="85601" y="34698"/>
                </a:lnTo>
                <a:lnTo>
                  <a:pt x="85551" y="34698"/>
                </a:lnTo>
                <a:lnTo>
                  <a:pt x="85551" y="34624"/>
                </a:lnTo>
                <a:close/>
                <a:moveTo>
                  <a:pt x="93192" y="25663"/>
                </a:moveTo>
                <a:lnTo>
                  <a:pt x="93192" y="25663"/>
                </a:lnTo>
                <a:cubicBezTo>
                  <a:pt x="92769" y="28575"/>
                  <a:pt x="91973" y="31612"/>
                  <a:pt x="90853" y="34698"/>
                </a:cubicBezTo>
                <a:cubicBezTo>
                  <a:pt x="89535" y="34524"/>
                  <a:pt x="88232" y="34425"/>
                  <a:pt x="86956" y="34425"/>
                </a:cubicBezTo>
                <a:cubicBezTo>
                  <a:pt x="86593" y="34425"/>
                  <a:pt x="86233" y="34433"/>
                  <a:pt x="85875" y="34449"/>
                </a:cubicBezTo>
                <a:cubicBezTo>
                  <a:pt x="86347" y="32110"/>
                  <a:pt x="86547" y="29596"/>
                  <a:pt x="86372" y="27007"/>
                </a:cubicBezTo>
                <a:cubicBezTo>
                  <a:pt x="88737" y="26360"/>
                  <a:pt x="91027" y="25912"/>
                  <a:pt x="93192" y="25663"/>
                </a:cubicBezTo>
                <a:close/>
                <a:moveTo>
                  <a:pt x="93441" y="25638"/>
                </a:moveTo>
                <a:cubicBezTo>
                  <a:pt x="93018" y="28575"/>
                  <a:pt x="92197" y="31612"/>
                  <a:pt x="91077" y="34748"/>
                </a:cubicBezTo>
                <a:lnTo>
                  <a:pt x="91027" y="34748"/>
                </a:lnTo>
                <a:cubicBezTo>
                  <a:pt x="92147" y="31637"/>
                  <a:pt x="92944" y="28600"/>
                  <a:pt x="93392" y="25663"/>
                </a:cubicBezTo>
                <a:cubicBezTo>
                  <a:pt x="93392" y="25638"/>
                  <a:pt x="93417" y="25638"/>
                  <a:pt x="93441" y="25638"/>
                </a:cubicBezTo>
                <a:close/>
                <a:moveTo>
                  <a:pt x="73802" y="31960"/>
                </a:moveTo>
                <a:lnTo>
                  <a:pt x="73802" y="32060"/>
                </a:lnTo>
                <a:lnTo>
                  <a:pt x="73802" y="32085"/>
                </a:lnTo>
                <a:cubicBezTo>
                  <a:pt x="73753" y="32458"/>
                  <a:pt x="73703" y="32856"/>
                  <a:pt x="73678" y="33230"/>
                </a:cubicBezTo>
                <a:cubicBezTo>
                  <a:pt x="73653" y="33479"/>
                  <a:pt x="73653" y="33703"/>
                  <a:pt x="73653" y="33952"/>
                </a:cubicBezTo>
                <a:lnTo>
                  <a:pt x="73653" y="33976"/>
                </a:lnTo>
                <a:lnTo>
                  <a:pt x="73653" y="34026"/>
                </a:lnTo>
                <a:cubicBezTo>
                  <a:pt x="73653" y="34325"/>
                  <a:pt x="73628" y="34599"/>
                  <a:pt x="73653" y="34848"/>
                </a:cubicBezTo>
                <a:cubicBezTo>
                  <a:pt x="73304" y="34076"/>
                  <a:pt x="72832" y="33404"/>
                  <a:pt x="72284" y="32831"/>
                </a:cubicBezTo>
                <a:lnTo>
                  <a:pt x="72284" y="32757"/>
                </a:lnTo>
                <a:cubicBezTo>
                  <a:pt x="72782" y="32483"/>
                  <a:pt x="73280" y="32209"/>
                  <a:pt x="73802" y="31960"/>
                </a:cubicBezTo>
                <a:close/>
                <a:moveTo>
                  <a:pt x="86708" y="34609"/>
                </a:moveTo>
                <a:cubicBezTo>
                  <a:pt x="88023" y="34609"/>
                  <a:pt x="89368" y="34692"/>
                  <a:pt x="90728" y="34873"/>
                </a:cubicBezTo>
                <a:cubicBezTo>
                  <a:pt x="90778" y="34922"/>
                  <a:pt x="90778" y="34922"/>
                  <a:pt x="90728" y="34947"/>
                </a:cubicBezTo>
                <a:cubicBezTo>
                  <a:pt x="89434" y="34748"/>
                  <a:pt x="88090" y="34649"/>
                  <a:pt x="86820" y="34649"/>
                </a:cubicBezTo>
                <a:cubicBezTo>
                  <a:pt x="86472" y="34649"/>
                  <a:pt x="86099" y="34698"/>
                  <a:pt x="85750" y="34698"/>
                </a:cubicBezTo>
                <a:lnTo>
                  <a:pt x="85750" y="34624"/>
                </a:lnTo>
                <a:cubicBezTo>
                  <a:pt x="86067" y="34614"/>
                  <a:pt x="86387" y="34609"/>
                  <a:pt x="86708" y="34609"/>
                </a:cubicBezTo>
                <a:close/>
                <a:moveTo>
                  <a:pt x="91027" y="34922"/>
                </a:moveTo>
                <a:cubicBezTo>
                  <a:pt x="91027" y="34947"/>
                  <a:pt x="91027" y="34947"/>
                  <a:pt x="90977" y="34972"/>
                </a:cubicBezTo>
                <a:lnTo>
                  <a:pt x="90927" y="34972"/>
                </a:lnTo>
                <a:cubicBezTo>
                  <a:pt x="90927" y="34947"/>
                  <a:pt x="90927" y="34947"/>
                  <a:pt x="90952" y="34922"/>
                </a:cubicBezTo>
                <a:close/>
                <a:moveTo>
                  <a:pt x="85949" y="27107"/>
                </a:moveTo>
                <a:lnTo>
                  <a:pt x="85949" y="27107"/>
                </a:lnTo>
                <a:cubicBezTo>
                  <a:pt x="86099" y="29645"/>
                  <a:pt x="85899" y="32135"/>
                  <a:pt x="85377" y="34474"/>
                </a:cubicBezTo>
                <a:cubicBezTo>
                  <a:pt x="83933" y="34574"/>
                  <a:pt x="82514" y="34748"/>
                  <a:pt x="81195" y="35097"/>
                </a:cubicBezTo>
                <a:cubicBezTo>
                  <a:pt x="82066" y="32632"/>
                  <a:pt x="82639" y="30268"/>
                  <a:pt x="82987" y="28028"/>
                </a:cubicBezTo>
                <a:cubicBezTo>
                  <a:pt x="83983" y="27704"/>
                  <a:pt x="84978" y="27380"/>
                  <a:pt x="85949" y="27107"/>
                </a:cubicBezTo>
                <a:close/>
                <a:moveTo>
                  <a:pt x="82738" y="28102"/>
                </a:moveTo>
                <a:cubicBezTo>
                  <a:pt x="82738" y="28127"/>
                  <a:pt x="82763" y="28127"/>
                  <a:pt x="82763" y="28127"/>
                </a:cubicBezTo>
                <a:cubicBezTo>
                  <a:pt x="82464" y="30367"/>
                  <a:pt x="81817" y="32732"/>
                  <a:pt x="80971" y="35171"/>
                </a:cubicBezTo>
                <a:lnTo>
                  <a:pt x="80921" y="35171"/>
                </a:lnTo>
                <a:cubicBezTo>
                  <a:pt x="81270" y="34225"/>
                  <a:pt x="81543" y="33304"/>
                  <a:pt x="81817" y="32383"/>
                </a:cubicBezTo>
                <a:cubicBezTo>
                  <a:pt x="81867" y="32184"/>
                  <a:pt x="81917" y="31960"/>
                  <a:pt x="81991" y="31711"/>
                </a:cubicBezTo>
                <a:cubicBezTo>
                  <a:pt x="82066" y="31462"/>
                  <a:pt x="82116" y="31238"/>
                  <a:pt x="82191" y="30990"/>
                </a:cubicBezTo>
                <a:cubicBezTo>
                  <a:pt x="82191" y="30965"/>
                  <a:pt x="82191" y="30940"/>
                  <a:pt x="82216" y="30890"/>
                </a:cubicBezTo>
                <a:cubicBezTo>
                  <a:pt x="82216" y="30840"/>
                  <a:pt x="82240" y="30815"/>
                  <a:pt x="82240" y="30741"/>
                </a:cubicBezTo>
                <a:cubicBezTo>
                  <a:pt x="82240" y="30716"/>
                  <a:pt x="82265" y="30641"/>
                  <a:pt x="82265" y="30616"/>
                </a:cubicBezTo>
                <a:cubicBezTo>
                  <a:pt x="82365" y="30218"/>
                  <a:pt x="82464" y="29845"/>
                  <a:pt x="82514" y="29446"/>
                </a:cubicBezTo>
                <a:cubicBezTo>
                  <a:pt x="82514" y="29397"/>
                  <a:pt x="82564" y="29347"/>
                  <a:pt x="82564" y="29322"/>
                </a:cubicBezTo>
                <a:lnTo>
                  <a:pt x="82564" y="29247"/>
                </a:lnTo>
                <a:cubicBezTo>
                  <a:pt x="82614" y="28874"/>
                  <a:pt x="82688" y="28476"/>
                  <a:pt x="82738" y="28102"/>
                </a:cubicBezTo>
                <a:close/>
                <a:moveTo>
                  <a:pt x="85361" y="34699"/>
                </a:moveTo>
                <a:cubicBezTo>
                  <a:pt x="85352" y="34700"/>
                  <a:pt x="85352" y="34705"/>
                  <a:pt x="85352" y="34723"/>
                </a:cubicBezTo>
                <a:cubicBezTo>
                  <a:pt x="83858" y="34823"/>
                  <a:pt x="82464" y="35047"/>
                  <a:pt x="81120" y="35370"/>
                </a:cubicBezTo>
                <a:cubicBezTo>
                  <a:pt x="81120" y="35345"/>
                  <a:pt x="81145" y="35345"/>
                  <a:pt x="81145" y="35321"/>
                </a:cubicBezTo>
                <a:cubicBezTo>
                  <a:pt x="82485" y="34973"/>
                  <a:pt x="83874" y="34750"/>
                  <a:pt x="85361" y="34699"/>
                </a:cubicBezTo>
                <a:close/>
                <a:moveTo>
                  <a:pt x="117785" y="32906"/>
                </a:moveTo>
                <a:lnTo>
                  <a:pt x="117785" y="32906"/>
                </a:lnTo>
                <a:cubicBezTo>
                  <a:pt x="117835" y="33255"/>
                  <a:pt x="117860" y="33678"/>
                  <a:pt x="117909" y="34001"/>
                </a:cubicBezTo>
                <a:cubicBezTo>
                  <a:pt x="117909" y="34225"/>
                  <a:pt x="117934" y="34449"/>
                  <a:pt x="117934" y="34649"/>
                </a:cubicBezTo>
                <a:lnTo>
                  <a:pt x="117934" y="34698"/>
                </a:lnTo>
                <a:lnTo>
                  <a:pt x="117934" y="34873"/>
                </a:lnTo>
                <a:lnTo>
                  <a:pt x="117934" y="35395"/>
                </a:lnTo>
                <a:cubicBezTo>
                  <a:pt x="117909" y="34997"/>
                  <a:pt x="117909" y="34599"/>
                  <a:pt x="117860" y="34225"/>
                </a:cubicBezTo>
                <a:cubicBezTo>
                  <a:pt x="117860" y="33976"/>
                  <a:pt x="117835" y="33728"/>
                  <a:pt x="117835" y="33479"/>
                </a:cubicBezTo>
                <a:cubicBezTo>
                  <a:pt x="117835" y="33354"/>
                  <a:pt x="117810" y="33155"/>
                  <a:pt x="117785" y="32906"/>
                </a:cubicBezTo>
                <a:close/>
                <a:moveTo>
                  <a:pt x="39253" y="15756"/>
                </a:moveTo>
                <a:cubicBezTo>
                  <a:pt x="39253" y="15781"/>
                  <a:pt x="39253" y="15781"/>
                  <a:pt x="39204" y="15806"/>
                </a:cubicBezTo>
                <a:lnTo>
                  <a:pt x="39204" y="15831"/>
                </a:lnTo>
                <a:cubicBezTo>
                  <a:pt x="38905" y="16055"/>
                  <a:pt x="38631" y="16304"/>
                  <a:pt x="38308" y="16528"/>
                </a:cubicBezTo>
                <a:cubicBezTo>
                  <a:pt x="37860" y="16827"/>
                  <a:pt x="37436" y="17175"/>
                  <a:pt x="37038" y="17499"/>
                </a:cubicBezTo>
                <a:cubicBezTo>
                  <a:pt x="36764" y="17698"/>
                  <a:pt x="36466" y="17922"/>
                  <a:pt x="36217" y="18121"/>
                </a:cubicBezTo>
                <a:cubicBezTo>
                  <a:pt x="35072" y="18992"/>
                  <a:pt x="33578" y="20262"/>
                  <a:pt x="32682" y="21008"/>
                </a:cubicBezTo>
                <a:cubicBezTo>
                  <a:pt x="30094" y="23124"/>
                  <a:pt x="26858" y="26210"/>
                  <a:pt x="25937" y="27206"/>
                </a:cubicBezTo>
                <a:cubicBezTo>
                  <a:pt x="25638" y="27505"/>
                  <a:pt x="25314" y="27828"/>
                  <a:pt x="24966" y="28152"/>
                </a:cubicBezTo>
                <a:lnTo>
                  <a:pt x="24941" y="28202"/>
                </a:lnTo>
                <a:cubicBezTo>
                  <a:pt x="24767" y="28351"/>
                  <a:pt x="24617" y="28500"/>
                  <a:pt x="24468" y="28675"/>
                </a:cubicBezTo>
                <a:cubicBezTo>
                  <a:pt x="23871" y="29272"/>
                  <a:pt x="23323" y="29869"/>
                  <a:pt x="22850" y="30392"/>
                </a:cubicBezTo>
                <a:cubicBezTo>
                  <a:pt x="22601" y="30691"/>
                  <a:pt x="22377" y="30915"/>
                  <a:pt x="22203" y="31139"/>
                </a:cubicBezTo>
                <a:cubicBezTo>
                  <a:pt x="22029" y="31313"/>
                  <a:pt x="21904" y="31462"/>
                  <a:pt x="21780" y="31587"/>
                </a:cubicBezTo>
                <a:cubicBezTo>
                  <a:pt x="21382" y="32060"/>
                  <a:pt x="21008" y="32458"/>
                  <a:pt x="20710" y="32831"/>
                </a:cubicBezTo>
                <a:cubicBezTo>
                  <a:pt x="19639" y="34051"/>
                  <a:pt x="19092" y="34698"/>
                  <a:pt x="18519" y="35420"/>
                </a:cubicBezTo>
                <a:lnTo>
                  <a:pt x="18494" y="35420"/>
                </a:lnTo>
                <a:cubicBezTo>
                  <a:pt x="18619" y="35246"/>
                  <a:pt x="18743" y="35072"/>
                  <a:pt x="18893" y="34873"/>
                </a:cubicBezTo>
                <a:cubicBezTo>
                  <a:pt x="19415" y="34225"/>
                  <a:pt x="19988" y="33553"/>
                  <a:pt x="20535" y="32881"/>
                </a:cubicBezTo>
                <a:cubicBezTo>
                  <a:pt x="21033" y="32334"/>
                  <a:pt x="21606" y="31711"/>
                  <a:pt x="22128" y="31114"/>
                </a:cubicBezTo>
                <a:cubicBezTo>
                  <a:pt x="22875" y="30317"/>
                  <a:pt x="23622" y="29471"/>
                  <a:pt x="24369" y="28700"/>
                </a:cubicBezTo>
                <a:cubicBezTo>
                  <a:pt x="24692" y="28351"/>
                  <a:pt x="24966" y="28028"/>
                  <a:pt x="25265" y="27729"/>
                </a:cubicBezTo>
                <a:cubicBezTo>
                  <a:pt x="27629" y="25290"/>
                  <a:pt x="30168" y="22925"/>
                  <a:pt x="32807" y="20734"/>
                </a:cubicBezTo>
                <a:cubicBezTo>
                  <a:pt x="33703" y="19938"/>
                  <a:pt x="34649" y="19191"/>
                  <a:pt x="35570" y="18494"/>
                </a:cubicBezTo>
                <a:cubicBezTo>
                  <a:pt x="36042" y="18121"/>
                  <a:pt x="36515" y="17748"/>
                  <a:pt x="37013" y="17399"/>
                </a:cubicBezTo>
                <a:cubicBezTo>
                  <a:pt x="37436" y="17075"/>
                  <a:pt x="37884" y="16752"/>
                  <a:pt x="38308" y="16428"/>
                </a:cubicBezTo>
                <a:cubicBezTo>
                  <a:pt x="38557" y="16254"/>
                  <a:pt x="38781" y="16080"/>
                  <a:pt x="39029" y="15906"/>
                </a:cubicBezTo>
                <a:cubicBezTo>
                  <a:pt x="39079" y="15831"/>
                  <a:pt x="39154" y="15806"/>
                  <a:pt x="39253" y="15756"/>
                </a:cubicBezTo>
                <a:close/>
                <a:moveTo>
                  <a:pt x="91201" y="34947"/>
                </a:moveTo>
                <a:cubicBezTo>
                  <a:pt x="92296" y="35097"/>
                  <a:pt x="93417" y="35321"/>
                  <a:pt x="94512" y="35569"/>
                </a:cubicBezTo>
                <a:lnTo>
                  <a:pt x="94163" y="35569"/>
                </a:lnTo>
                <a:cubicBezTo>
                  <a:pt x="93168" y="35321"/>
                  <a:pt x="92172" y="35121"/>
                  <a:pt x="91176" y="34997"/>
                </a:cubicBezTo>
                <a:cubicBezTo>
                  <a:pt x="91176" y="34972"/>
                  <a:pt x="91176" y="34972"/>
                  <a:pt x="91201" y="34947"/>
                </a:cubicBezTo>
                <a:close/>
                <a:moveTo>
                  <a:pt x="72350" y="33225"/>
                </a:moveTo>
                <a:cubicBezTo>
                  <a:pt x="72903" y="33836"/>
                  <a:pt x="73337" y="34519"/>
                  <a:pt x="73653" y="35345"/>
                </a:cubicBezTo>
                <a:lnTo>
                  <a:pt x="73653" y="35495"/>
                </a:lnTo>
                <a:lnTo>
                  <a:pt x="73653" y="35594"/>
                </a:lnTo>
                <a:cubicBezTo>
                  <a:pt x="73329" y="34723"/>
                  <a:pt x="72881" y="33976"/>
                  <a:pt x="72359" y="33304"/>
                </a:cubicBezTo>
                <a:cubicBezTo>
                  <a:pt x="72359" y="33276"/>
                  <a:pt x="72359" y="33248"/>
                  <a:pt x="72350" y="33225"/>
                </a:cubicBezTo>
                <a:close/>
                <a:moveTo>
                  <a:pt x="51002" y="23024"/>
                </a:moveTo>
                <a:cubicBezTo>
                  <a:pt x="51151" y="23248"/>
                  <a:pt x="51326" y="23423"/>
                  <a:pt x="51475" y="23622"/>
                </a:cubicBezTo>
                <a:cubicBezTo>
                  <a:pt x="51649" y="23846"/>
                  <a:pt x="51848" y="24020"/>
                  <a:pt x="52023" y="24244"/>
                </a:cubicBezTo>
                <a:cubicBezTo>
                  <a:pt x="52197" y="24418"/>
                  <a:pt x="52371" y="24642"/>
                  <a:pt x="52520" y="24841"/>
                </a:cubicBezTo>
                <a:cubicBezTo>
                  <a:pt x="52819" y="25165"/>
                  <a:pt x="53093" y="25489"/>
                  <a:pt x="53367" y="25837"/>
                </a:cubicBezTo>
                <a:lnTo>
                  <a:pt x="53392" y="25862"/>
                </a:lnTo>
                <a:cubicBezTo>
                  <a:pt x="54337" y="27032"/>
                  <a:pt x="55258" y="28227"/>
                  <a:pt x="56179" y="29471"/>
                </a:cubicBezTo>
                <a:cubicBezTo>
                  <a:pt x="53416" y="31438"/>
                  <a:pt x="50778" y="33479"/>
                  <a:pt x="48264" y="35669"/>
                </a:cubicBezTo>
                <a:cubicBezTo>
                  <a:pt x="46372" y="32981"/>
                  <a:pt x="44655" y="30218"/>
                  <a:pt x="43261" y="27629"/>
                </a:cubicBezTo>
                <a:cubicBezTo>
                  <a:pt x="45850" y="25787"/>
                  <a:pt x="48438" y="24269"/>
                  <a:pt x="51002" y="23024"/>
                </a:cubicBezTo>
                <a:close/>
                <a:moveTo>
                  <a:pt x="91102" y="35196"/>
                </a:moveTo>
                <a:cubicBezTo>
                  <a:pt x="91823" y="35296"/>
                  <a:pt x="92545" y="35420"/>
                  <a:pt x="93267" y="35569"/>
                </a:cubicBezTo>
                <a:lnTo>
                  <a:pt x="93217" y="35569"/>
                </a:lnTo>
                <a:cubicBezTo>
                  <a:pt x="92844" y="35569"/>
                  <a:pt x="92446" y="35569"/>
                  <a:pt x="92048" y="35594"/>
                </a:cubicBezTo>
                <a:lnTo>
                  <a:pt x="91699" y="35594"/>
                </a:lnTo>
                <a:cubicBezTo>
                  <a:pt x="91550" y="35594"/>
                  <a:pt x="91425" y="35619"/>
                  <a:pt x="91251" y="35619"/>
                </a:cubicBezTo>
                <a:cubicBezTo>
                  <a:pt x="91151" y="35619"/>
                  <a:pt x="91002" y="35669"/>
                  <a:pt x="90927" y="35669"/>
                </a:cubicBezTo>
                <a:cubicBezTo>
                  <a:pt x="90977" y="35545"/>
                  <a:pt x="91052" y="35345"/>
                  <a:pt x="91102" y="35196"/>
                </a:cubicBezTo>
                <a:close/>
                <a:moveTo>
                  <a:pt x="39054" y="16155"/>
                </a:moveTo>
                <a:cubicBezTo>
                  <a:pt x="39054" y="16204"/>
                  <a:pt x="39029" y="16279"/>
                  <a:pt x="39029" y="16304"/>
                </a:cubicBezTo>
                <a:cubicBezTo>
                  <a:pt x="39029" y="16379"/>
                  <a:pt x="39005" y="16453"/>
                  <a:pt x="39005" y="16528"/>
                </a:cubicBezTo>
                <a:cubicBezTo>
                  <a:pt x="39005" y="16627"/>
                  <a:pt x="39005" y="16677"/>
                  <a:pt x="38955" y="16777"/>
                </a:cubicBezTo>
                <a:cubicBezTo>
                  <a:pt x="38955" y="16876"/>
                  <a:pt x="38955" y="16926"/>
                  <a:pt x="38930" y="17026"/>
                </a:cubicBezTo>
                <a:cubicBezTo>
                  <a:pt x="38955" y="17150"/>
                  <a:pt x="38955" y="17250"/>
                  <a:pt x="38955" y="17324"/>
                </a:cubicBezTo>
                <a:lnTo>
                  <a:pt x="38955" y="17623"/>
                </a:lnTo>
                <a:cubicBezTo>
                  <a:pt x="38955" y="17698"/>
                  <a:pt x="39005" y="17822"/>
                  <a:pt x="39005" y="17922"/>
                </a:cubicBezTo>
                <a:cubicBezTo>
                  <a:pt x="39005" y="18021"/>
                  <a:pt x="39029" y="18121"/>
                  <a:pt x="39029" y="18245"/>
                </a:cubicBezTo>
                <a:cubicBezTo>
                  <a:pt x="39029" y="18320"/>
                  <a:pt x="39054" y="18445"/>
                  <a:pt x="39079" y="18544"/>
                </a:cubicBezTo>
                <a:cubicBezTo>
                  <a:pt x="39079" y="18619"/>
                  <a:pt x="39104" y="18693"/>
                  <a:pt x="39104" y="18768"/>
                </a:cubicBezTo>
                <a:cubicBezTo>
                  <a:pt x="32558" y="23896"/>
                  <a:pt x="26534" y="29645"/>
                  <a:pt x="21357" y="35694"/>
                </a:cubicBezTo>
                <a:cubicBezTo>
                  <a:pt x="20527" y="35443"/>
                  <a:pt x="19832" y="35312"/>
                  <a:pt x="19272" y="35312"/>
                </a:cubicBezTo>
                <a:cubicBezTo>
                  <a:pt x="19109" y="35312"/>
                  <a:pt x="18958" y="35323"/>
                  <a:pt x="18818" y="35345"/>
                </a:cubicBezTo>
                <a:cubicBezTo>
                  <a:pt x="19440" y="34599"/>
                  <a:pt x="20038" y="33852"/>
                  <a:pt x="20685" y="33105"/>
                </a:cubicBezTo>
                <a:cubicBezTo>
                  <a:pt x="21158" y="32558"/>
                  <a:pt x="21655" y="32010"/>
                  <a:pt x="22128" y="31462"/>
                </a:cubicBezTo>
                <a:cubicBezTo>
                  <a:pt x="26584" y="26484"/>
                  <a:pt x="31612" y="21780"/>
                  <a:pt x="37138" y="17573"/>
                </a:cubicBezTo>
                <a:cubicBezTo>
                  <a:pt x="37511" y="17300"/>
                  <a:pt x="37909" y="17001"/>
                  <a:pt x="38283" y="16702"/>
                </a:cubicBezTo>
                <a:cubicBezTo>
                  <a:pt x="38532" y="16528"/>
                  <a:pt x="38781" y="16329"/>
                  <a:pt x="39054" y="16155"/>
                </a:cubicBezTo>
                <a:close/>
                <a:moveTo>
                  <a:pt x="90952" y="35171"/>
                </a:moveTo>
                <a:cubicBezTo>
                  <a:pt x="90853" y="35345"/>
                  <a:pt x="90803" y="35545"/>
                  <a:pt x="90728" y="35719"/>
                </a:cubicBezTo>
                <a:lnTo>
                  <a:pt x="90678" y="35719"/>
                </a:lnTo>
                <a:cubicBezTo>
                  <a:pt x="90728" y="35545"/>
                  <a:pt x="90803" y="35345"/>
                  <a:pt x="90903" y="35171"/>
                </a:cubicBezTo>
                <a:close/>
                <a:moveTo>
                  <a:pt x="39179" y="18942"/>
                </a:moveTo>
                <a:cubicBezTo>
                  <a:pt x="39179" y="18992"/>
                  <a:pt x="39179" y="19017"/>
                  <a:pt x="39204" y="19017"/>
                </a:cubicBezTo>
                <a:cubicBezTo>
                  <a:pt x="32682" y="24120"/>
                  <a:pt x="26758" y="29770"/>
                  <a:pt x="21606" y="35794"/>
                </a:cubicBezTo>
                <a:cubicBezTo>
                  <a:pt x="21581" y="35794"/>
                  <a:pt x="21581" y="35794"/>
                  <a:pt x="21531" y="35744"/>
                </a:cubicBezTo>
                <a:cubicBezTo>
                  <a:pt x="26708" y="29745"/>
                  <a:pt x="32657" y="24045"/>
                  <a:pt x="39179" y="18942"/>
                </a:cubicBezTo>
                <a:close/>
                <a:moveTo>
                  <a:pt x="43037" y="27754"/>
                </a:moveTo>
                <a:cubicBezTo>
                  <a:pt x="44481" y="30367"/>
                  <a:pt x="46223" y="33105"/>
                  <a:pt x="48090" y="35818"/>
                </a:cubicBezTo>
                <a:lnTo>
                  <a:pt x="48040" y="35843"/>
                </a:lnTo>
                <a:cubicBezTo>
                  <a:pt x="46148" y="33130"/>
                  <a:pt x="44431" y="30392"/>
                  <a:pt x="43012" y="27779"/>
                </a:cubicBezTo>
                <a:lnTo>
                  <a:pt x="43037" y="27754"/>
                </a:lnTo>
                <a:close/>
                <a:moveTo>
                  <a:pt x="95333" y="35794"/>
                </a:moveTo>
                <a:cubicBezTo>
                  <a:pt x="95408" y="35794"/>
                  <a:pt x="95433" y="35818"/>
                  <a:pt x="95507" y="35818"/>
                </a:cubicBezTo>
                <a:lnTo>
                  <a:pt x="95532" y="35818"/>
                </a:lnTo>
                <a:cubicBezTo>
                  <a:pt x="95582" y="35843"/>
                  <a:pt x="95657" y="35843"/>
                  <a:pt x="95707" y="35868"/>
                </a:cubicBezTo>
                <a:lnTo>
                  <a:pt x="95682" y="35868"/>
                </a:lnTo>
                <a:cubicBezTo>
                  <a:pt x="95582" y="35868"/>
                  <a:pt x="95532" y="35843"/>
                  <a:pt x="95433" y="35843"/>
                </a:cubicBezTo>
                <a:lnTo>
                  <a:pt x="95383" y="35843"/>
                </a:lnTo>
                <a:cubicBezTo>
                  <a:pt x="95333" y="35843"/>
                  <a:pt x="95283" y="35818"/>
                  <a:pt x="95258" y="35818"/>
                </a:cubicBezTo>
                <a:lnTo>
                  <a:pt x="95209" y="35818"/>
                </a:lnTo>
                <a:cubicBezTo>
                  <a:pt x="95159" y="35818"/>
                  <a:pt x="95134" y="35818"/>
                  <a:pt x="95084" y="35794"/>
                </a:cubicBezTo>
                <a:close/>
                <a:moveTo>
                  <a:pt x="56254" y="29645"/>
                </a:moveTo>
                <a:cubicBezTo>
                  <a:pt x="56254" y="29670"/>
                  <a:pt x="56304" y="29670"/>
                  <a:pt x="56304" y="29720"/>
                </a:cubicBezTo>
                <a:cubicBezTo>
                  <a:pt x="53566" y="31687"/>
                  <a:pt x="50902" y="33728"/>
                  <a:pt x="48388" y="35893"/>
                </a:cubicBezTo>
                <a:cubicBezTo>
                  <a:pt x="48364" y="35868"/>
                  <a:pt x="48364" y="35843"/>
                  <a:pt x="48364" y="35843"/>
                </a:cubicBezTo>
                <a:cubicBezTo>
                  <a:pt x="50902" y="33703"/>
                  <a:pt x="53566" y="31612"/>
                  <a:pt x="56254" y="29645"/>
                </a:cubicBezTo>
                <a:close/>
                <a:moveTo>
                  <a:pt x="19266" y="35495"/>
                </a:moveTo>
                <a:cubicBezTo>
                  <a:pt x="19789" y="35495"/>
                  <a:pt x="20461" y="35619"/>
                  <a:pt x="21183" y="35843"/>
                </a:cubicBezTo>
                <a:lnTo>
                  <a:pt x="21133" y="35918"/>
                </a:lnTo>
                <a:cubicBezTo>
                  <a:pt x="20404" y="35696"/>
                  <a:pt x="19786" y="35585"/>
                  <a:pt x="19286" y="35585"/>
                </a:cubicBezTo>
                <a:cubicBezTo>
                  <a:pt x="19000" y="35585"/>
                  <a:pt x="18752" y="35622"/>
                  <a:pt x="18544" y="35694"/>
                </a:cubicBezTo>
                <a:lnTo>
                  <a:pt x="18644" y="35594"/>
                </a:lnTo>
                <a:cubicBezTo>
                  <a:pt x="18818" y="35545"/>
                  <a:pt x="19042" y="35495"/>
                  <a:pt x="19266" y="35495"/>
                </a:cubicBezTo>
                <a:close/>
                <a:moveTo>
                  <a:pt x="93641" y="35744"/>
                </a:moveTo>
                <a:cubicBezTo>
                  <a:pt x="93815" y="35744"/>
                  <a:pt x="94014" y="35794"/>
                  <a:pt x="94213" y="35794"/>
                </a:cubicBezTo>
                <a:cubicBezTo>
                  <a:pt x="94263" y="35794"/>
                  <a:pt x="94313" y="35818"/>
                  <a:pt x="94337" y="35818"/>
                </a:cubicBezTo>
                <a:lnTo>
                  <a:pt x="94387" y="35818"/>
                </a:lnTo>
                <a:cubicBezTo>
                  <a:pt x="94412" y="35818"/>
                  <a:pt x="94437" y="35843"/>
                  <a:pt x="94462" y="35843"/>
                </a:cubicBezTo>
                <a:cubicBezTo>
                  <a:pt x="94188" y="35843"/>
                  <a:pt x="93914" y="35818"/>
                  <a:pt x="93591" y="35818"/>
                </a:cubicBezTo>
                <a:cubicBezTo>
                  <a:pt x="92968" y="35818"/>
                  <a:pt x="92346" y="35843"/>
                  <a:pt x="91699" y="35868"/>
                </a:cubicBezTo>
                <a:cubicBezTo>
                  <a:pt x="91550" y="35868"/>
                  <a:pt x="91425" y="35893"/>
                  <a:pt x="91276" y="35893"/>
                </a:cubicBezTo>
                <a:cubicBezTo>
                  <a:pt x="91102" y="35893"/>
                  <a:pt x="90952" y="35943"/>
                  <a:pt x="90803" y="35943"/>
                </a:cubicBezTo>
                <a:lnTo>
                  <a:pt x="90803" y="35893"/>
                </a:lnTo>
                <a:lnTo>
                  <a:pt x="90803" y="35868"/>
                </a:lnTo>
                <a:cubicBezTo>
                  <a:pt x="90927" y="35868"/>
                  <a:pt x="91077" y="35843"/>
                  <a:pt x="91201" y="35818"/>
                </a:cubicBezTo>
                <a:cubicBezTo>
                  <a:pt x="91351" y="35818"/>
                  <a:pt x="91525" y="35794"/>
                  <a:pt x="91674" y="35794"/>
                </a:cubicBezTo>
                <a:cubicBezTo>
                  <a:pt x="92346" y="35794"/>
                  <a:pt x="92968" y="35744"/>
                  <a:pt x="93591" y="35744"/>
                </a:cubicBezTo>
                <a:close/>
                <a:moveTo>
                  <a:pt x="39253" y="19266"/>
                </a:moveTo>
                <a:cubicBezTo>
                  <a:pt x="39278" y="19341"/>
                  <a:pt x="39278" y="19465"/>
                  <a:pt x="39303" y="19565"/>
                </a:cubicBezTo>
                <a:cubicBezTo>
                  <a:pt x="38706" y="19988"/>
                  <a:pt x="38158" y="20411"/>
                  <a:pt x="37561" y="20809"/>
                </a:cubicBezTo>
                <a:cubicBezTo>
                  <a:pt x="37461" y="20884"/>
                  <a:pt x="37387" y="20983"/>
                  <a:pt x="37287" y="21033"/>
                </a:cubicBezTo>
                <a:cubicBezTo>
                  <a:pt x="36789" y="21407"/>
                  <a:pt x="36291" y="21805"/>
                  <a:pt x="35794" y="22178"/>
                </a:cubicBezTo>
                <a:lnTo>
                  <a:pt x="35221" y="22651"/>
                </a:lnTo>
                <a:cubicBezTo>
                  <a:pt x="34823" y="22975"/>
                  <a:pt x="34449" y="23273"/>
                  <a:pt x="34051" y="23622"/>
                </a:cubicBezTo>
                <a:cubicBezTo>
                  <a:pt x="34051" y="23622"/>
                  <a:pt x="34001" y="23622"/>
                  <a:pt x="34001" y="23647"/>
                </a:cubicBezTo>
                <a:cubicBezTo>
                  <a:pt x="33852" y="23771"/>
                  <a:pt x="33728" y="23896"/>
                  <a:pt x="33578" y="24020"/>
                </a:cubicBezTo>
                <a:lnTo>
                  <a:pt x="33479" y="24120"/>
                </a:lnTo>
                <a:cubicBezTo>
                  <a:pt x="33105" y="24468"/>
                  <a:pt x="32707" y="24767"/>
                  <a:pt x="32334" y="25115"/>
                </a:cubicBezTo>
                <a:lnTo>
                  <a:pt x="32309" y="25140"/>
                </a:lnTo>
                <a:cubicBezTo>
                  <a:pt x="32309" y="25140"/>
                  <a:pt x="32259" y="25140"/>
                  <a:pt x="32259" y="25165"/>
                </a:cubicBezTo>
                <a:cubicBezTo>
                  <a:pt x="32135" y="25265"/>
                  <a:pt x="32010" y="25389"/>
                  <a:pt x="31911" y="25489"/>
                </a:cubicBezTo>
                <a:cubicBezTo>
                  <a:pt x="31861" y="25514"/>
                  <a:pt x="31836" y="25514"/>
                  <a:pt x="31836" y="25538"/>
                </a:cubicBezTo>
                <a:lnTo>
                  <a:pt x="30616" y="26659"/>
                </a:lnTo>
                <a:cubicBezTo>
                  <a:pt x="30566" y="26733"/>
                  <a:pt x="30467" y="26783"/>
                  <a:pt x="30417" y="26883"/>
                </a:cubicBezTo>
                <a:lnTo>
                  <a:pt x="30318" y="26982"/>
                </a:lnTo>
                <a:lnTo>
                  <a:pt x="30243" y="27032"/>
                </a:lnTo>
                <a:cubicBezTo>
                  <a:pt x="29820" y="27480"/>
                  <a:pt x="29347" y="27878"/>
                  <a:pt x="28924" y="28301"/>
                </a:cubicBezTo>
                <a:lnTo>
                  <a:pt x="28874" y="28351"/>
                </a:lnTo>
                <a:lnTo>
                  <a:pt x="28749" y="28476"/>
                </a:lnTo>
                <a:lnTo>
                  <a:pt x="28725" y="28500"/>
                </a:lnTo>
                <a:cubicBezTo>
                  <a:pt x="28227" y="28998"/>
                  <a:pt x="27729" y="29496"/>
                  <a:pt x="27256" y="29994"/>
                </a:cubicBezTo>
                <a:lnTo>
                  <a:pt x="27231" y="30019"/>
                </a:lnTo>
                <a:cubicBezTo>
                  <a:pt x="27131" y="30118"/>
                  <a:pt x="27082" y="30218"/>
                  <a:pt x="26982" y="30293"/>
                </a:cubicBezTo>
                <a:cubicBezTo>
                  <a:pt x="26957" y="30342"/>
                  <a:pt x="26957" y="30367"/>
                  <a:pt x="26932" y="30367"/>
                </a:cubicBezTo>
                <a:cubicBezTo>
                  <a:pt x="26883" y="30392"/>
                  <a:pt x="26883" y="30417"/>
                  <a:pt x="26858" y="30417"/>
                </a:cubicBezTo>
                <a:cubicBezTo>
                  <a:pt x="26360" y="30965"/>
                  <a:pt x="25862" y="31487"/>
                  <a:pt x="25389" y="32010"/>
                </a:cubicBezTo>
                <a:cubicBezTo>
                  <a:pt x="25314" y="32135"/>
                  <a:pt x="25190" y="32259"/>
                  <a:pt x="25090" y="32359"/>
                </a:cubicBezTo>
                <a:cubicBezTo>
                  <a:pt x="25016" y="32408"/>
                  <a:pt x="24966" y="32508"/>
                  <a:pt x="24891" y="32583"/>
                </a:cubicBezTo>
                <a:cubicBezTo>
                  <a:pt x="24518" y="32981"/>
                  <a:pt x="24194" y="33379"/>
                  <a:pt x="23846" y="33777"/>
                </a:cubicBezTo>
                <a:cubicBezTo>
                  <a:pt x="23746" y="33902"/>
                  <a:pt x="23622" y="34026"/>
                  <a:pt x="23522" y="34151"/>
                </a:cubicBezTo>
                <a:lnTo>
                  <a:pt x="23149" y="34624"/>
                </a:lnTo>
                <a:cubicBezTo>
                  <a:pt x="22776" y="35072"/>
                  <a:pt x="22402" y="35495"/>
                  <a:pt x="22029" y="35968"/>
                </a:cubicBezTo>
                <a:cubicBezTo>
                  <a:pt x="21954" y="35943"/>
                  <a:pt x="21879" y="35893"/>
                  <a:pt x="21780" y="35868"/>
                </a:cubicBezTo>
                <a:cubicBezTo>
                  <a:pt x="26883" y="29919"/>
                  <a:pt x="32782" y="24294"/>
                  <a:pt x="39253" y="19266"/>
                </a:cubicBezTo>
                <a:close/>
                <a:moveTo>
                  <a:pt x="39378" y="19764"/>
                </a:moveTo>
                <a:lnTo>
                  <a:pt x="39378" y="19789"/>
                </a:lnTo>
                <a:lnTo>
                  <a:pt x="39378" y="19814"/>
                </a:lnTo>
                <a:cubicBezTo>
                  <a:pt x="39154" y="19963"/>
                  <a:pt x="38905" y="20162"/>
                  <a:pt x="38681" y="20311"/>
                </a:cubicBezTo>
                <a:cubicBezTo>
                  <a:pt x="38407" y="20535"/>
                  <a:pt x="38084" y="20710"/>
                  <a:pt x="37810" y="20934"/>
                </a:cubicBezTo>
                <a:cubicBezTo>
                  <a:pt x="37785" y="20958"/>
                  <a:pt x="37710" y="21008"/>
                  <a:pt x="37685" y="21033"/>
                </a:cubicBezTo>
                <a:cubicBezTo>
                  <a:pt x="37337" y="21282"/>
                  <a:pt x="37013" y="21556"/>
                  <a:pt x="36665" y="21830"/>
                </a:cubicBezTo>
                <a:cubicBezTo>
                  <a:pt x="36491" y="21954"/>
                  <a:pt x="36316" y="22079"/>
                  <a:pt x="36167" y="22203"/>
                </a:cubicBezTo>
                <a:lnTo>
                  <a:pt x="36142" y="22253"/>
                </a:lnTo>
                <a:cubicBezTo>
                  <a:pt x="35769" y="22552"/>
                  <a:pt x="35346" y="22875"/>
                  <a:pt x="34972" y="23174"/>
                </a:cubicBezTo>
                <a:cubicBezTo>
                  <a:pt x="34898" y="23273"/>
                  <a:pt x="34773" y="23323"/>
                  <a:pt x="34673" y="23423"/>
                </a:cubicBezTo>
                <a:cubicBezTo>
                  <a:pt x="34649" y="23448"/>
                  <a:pt x="34599" y="23448"/>
                  <a:pt x="34574" y="23497"/>
                </a:cubicBezTo>
                <a:cubicBezTo>
                  <a:pt x="34549" y="23522"/>
                  <a:pt x="34524" y="23547"/>
                  <a:pt x="34474" y="23547"/>
                </a:cubicBezTo>
                <a:cubicBezTo>
                  <a:pt x="34051" y="23921"/>
                  <a:pt x="33578" y="24294"/>
                  <a:pt x="33130" y="24667"/>
                </a:cubicBezTo>
                <a:cubicBezTo>
                  <a:pt x="33056" y="24742"/>
                  <a:pt x="32981" y="24792"/>
                  <a:pt x="32881" y="24891"/>
                </a:cubicBezTo>
                <a:cubicBezTo>
                  <a:pt x="32832" y="24941"/>
                  <a:pt x="32757" y="24991"/>
                  <a:pt x="32707" y="25041"/>
                </a:cubicBezTo>
                <a:cubicBezTo>
                  <a:pt x="32583" y="25140"/>
                  <a:pt x="32458" y="25265"/>
                  <a:pt x="32359" y="25364"/>
                </a:cubicBezTo>
                <a:cubicBezTo>
                  <a:pt x="32060" y="25638"/>
                  <a:pt x="31761" y="25912"/>
                  <a:pt x="31463" y="26161"/>
                </a:cubicBezTo>
                <a:lnTo>
                  <a:pt x="31388" y="26235"/>
                </a:lnTo>
                <a:lnTo>
                  <a:pt x="31363" y="26260"/>
                </a:lnTo>
                <a:cubicBezTo>
                  <a:pt x="31014" y="26559"/>
                  <a:pt x="30716" y="26883"/>
                  <a:pt x="30367" y="27181"/>
                </a:cubicBezTo>
                <a:cubicBezTo>
                  <a:pt x="29919" y="27629"/>
                  <a:pt x="29421" y="28102"/>
                  <a:pt x="28949" y="28525"/>
                </a:cubicBezTo>
                <a:cubicBezTo>
                  <a:pt x="28749" y="28724"/>
                  <a:pt x="28600" y="28899"/>
                  <a:pt x="28426" y="29048"/>
                </a:cubicBezTo>
                <a:cubicBezTo>
                  <a:pt x="26211" y="31263"/>
                  <a:pt x="24120" y="33578"/>
                  <a:pt x="22228" y="35968"/>
                </a:cubicBezTo>
                <a:lnTo>
                  <a:pt x="22153" y="35968"/>
                </a:lnTo>
                <a:lnTo>
                  <a:pt x="22228" y="35893"/>
                </a:lnTo>
                <a:cubicBezTo>
                  <a:pt x="22701" y="35321"/>
                  <a:pt x="23174" y="34723"/>
                  <a:pt x="23672" y="34126"/>
                </a:cubicBezTo>
                <a:cubicBezTo>
                  <a:pt x="23871" y="33902"/>
                  <a:pt x="24095" y="33653"/>
                  <a:pt x="24269" y="33454"/>
                </a:cubicBezTo>
                <a:cubicBezTo>
                  <a:pt x="24642" y="33006"/>
                  <a:pt x="25041" y="32583"/>
                  <a:pt x="25414" y="32135"/>
                </a:cubicBezTo>
                <a:cubicBezTo>
                  <a:pt x="26036" y="31462"/>
                  <a:pt x="26659" y="30790"/>
                  <a:pt x="27281" y="30118"/>
                </a:cubicBezTo>
                <a:lnTo>
                  <a:pt x="27405" y="29994"/>
                </a:lnTo>
                <a:cubicBezTo>
                  <a:pt x="27853" y="29521"/>
                  <a:pt x="28326" y="29048"/>
                  <a:pt x="28774" y="28625"/>
                </a:cubicBezTo>
                <a:lnTo>
                  <a:pt x="29073" y="28351"/>
                </a:lnTo>
                <a:cubicBezTo>
                  <a:pt x="29471" y="27928"/>
                  <a:pt x="29919" y="27530"/>
                  <a:pt x="30342" y="27131"/>
                </a:cubicBezTo>
                <a:lnTo>
                  <a:pt x="30716" y="26758"/>
                </a:lnTo>
                <a:cubicBezTo>
                  <a:pt x="31114" y="26385"/>
                  <a:pt x="31512" y="26011"/>
                  <a:pt x="31935" y="25663"/>
                </a:cubicBezTo>
                <a:cubicBezTo>
                  <a:pt x="32085" y="25514"/>
                  <a:pt x="32234" y="25389"/>
                  <a:pt x="32408" y="25240"/>
                </a:cubicBezTo>
                <a:cubicBezTo>
                  <a:pt x="32807" y="24891"/>
                  <a:pt x="33205" y="24543"/>
                  <a:pt x="33578" y="24194"/>
                </a:cubicBezTo>
                <a:cubicBezTo>
                  <a:pt x="33728" y="24045"/>
                  <a:pt x="33927" y="23921"/>
                  <a:pt x="34076" y="23771"/>
                </a:cubicBezTo>
                <a:cubicBezTo>
                  <a:pt x="34474" y="23423"/>
                  <a:pt x="34922" y="23074"/>
                  <a:pt x="35346" y="22751"/>
                </a:cubicBezTo>
                <a:lnTo>
                  <a:pt x="35818" y="22377"/>
                </a:lnTo>
                <a:cubicBezTo>
                  <a:pt x="36341" y="21929"/>
                  <a:pt x="36914" y="21506"/>
                  <a:pt x="37461" y="21083"/>
                </a:cubicBezTo>
                <a:cubicBezTo>
                  <a:pt x="37511" y="21058"/>
                  <a:pt x="37536" y="21033"/>
                  <a:pt x="37586" y="21008"/>
                </a:cubicBezTo>
                <a:cubicBezTo>
                  <a:pt x="38258" y="20560"/>
                  <a:pt x="38805" y="20162"/>
                  <a:pt x="39378" y="19764"/>
                </a:cubicBezTo>
                <a:close/>
                <a:moveTo>
                  <a:pt x="90654" y="35918"/>
                </a:moveTo>
                <a:cubicBezTo>
                  <a:pt x="90654" y="35943"/>
                  <a:pt x="90604" y="35943"/>
                  <a:pt x="90604" y="35968"/>
                </a:cubicBezTo>
                <a:lnTo>
                  <a:pt x="90554" y="35968"/>
                </a:lnTo>
                <a:lnTo>
                  <a:pt x="90554" y="35943"/>
                </a:lnTo>
                <a:cubicBezTo>
                  <a:pt x="90604" y="35943"/>
                  <a:pt x="90604" y="35943"/>
                  <a:pt x="90654" y="35918"/>
                </a:cubicBezTo>
                <a:close/>
                <a:moveTo>
                  <a:pt x="21382" y="35918"/>
                </a:moveTo>
                <a:cubicBezTo>
                  <a:pt x="21407" y="35918"/>
                  <a:pt x="21407" y="35918"/>
                  <a:pt x="21456" y="35943"/>
                </a:cubicBezTo>
                <a:cubicBezTo>
                  <a:pt x="21456" y="35968"/>
                  <a:pt x="21407" y="35968"/>
                  <a:pt x="21407" y="35993"/>
                </a:cubicBezTo>
                <a:cubicBezTo>
                  <a:pt x="21407" y="35968"/>
                  <a:pt x="21382" y="35968"/>
                  <a:pt x="21357" y="35968"/>
                </a:cubicBezTo>
                <a:cubicBezTo>
                  <a:pt x="21357" y="35943"/>
                  <a:pt x="21382" y="35943"/>
                  <a:pt x="21382" y="35918"/>
                </a:cubicBezTo>
                <a:close/>
                <a:moveTo>
                  <a:pt x="48214" y="35968"/>
                </a:moveTo>
                <a:cubicBezTo>
                  <a:pt x="48214" y="35993"/>
                  <a:pt x="48239" y="35993"/>
                  <a:pt x="48239" y="36042"/>
                </a:cubicBezTo>
                <a:lnTo>
                  <a:pt x="48214" y="36067"/>
                </a:lnTo>
                <a:cubicBezTo>
                  <a:pt x="48164" y="36042"/>
                  <a:pt x="48164" y="36042"/>
                  <a:pt x="48164" y="35993"/>
                </a:cubicBezTo>
                <a:lnTo>
                  <a:pt x="48214" y="35968"/>
                </a:lnTo>
                <a:close/>
                <a:moveTo>
                  <a:pt x="21655" y="35968"/>
                </a:moveTo>
                <a:cubicBezTo>
                  <a:pt x="21755" y="35993"/>
                  <a:pt x="21805" y="36042"/>
                  <a:pt x="21904" y="36067"/>
                </a:cubicBezTo>
                <a:cubicBezTo>
                  <a:pt x="21904" y="36092"/>
                  <a:pt x="21879" y="36092"/>
                  <a:pt x="21879" y="36117"/>
                </a:cubicBezTo>
                <a:cubicBezTo>
                  <a:pt x="21780" y="36092"/>
                  <a:pt x="21730" y="36067"/>
                  <a:pt x="21631" y="36042"/>
                </a:cubicBezTo>
                <a:cubicBezTo>
                  <a:pt x="21631" y="35993"/>
                  <a:pt x="21655" y="35993"/>
                  <a:pt x="21655" y="35968"/>
                </a:cubicBezTo>
                <a:close/>
                <a:moveTo>
                  <a:pt x="18230" y="35762"/>
                </a:moveTo>
                <a:lnTo>
                  <a:pt x="18230" y="35762"/>
                </a:lnTo>
                <a:cubicBezTo>
                  <a:pt x="18123" y="35893"/>
                  <a:pt x="18014" y="36041"/>
                  <a:pt x="17872" y="36190"/>
                </a:cubicBezTo>
                <a:lnTo>
                  <a:pt x="17872" y="36190"/>
                </a:lnTo>
                <a:cubicBezTo>
                  <a:pt x="17873" y="36167"/>
                  <a:pt x="17897" y="36166"/>
                  <a:pt x="17897" y="36117"/>
                </a:cubicBezTo>
                <a:cubicBezTo>
                  <a:pt x="17897" y="36092"/>
                  <a:pt x="17922" y="36092"/>
                  <a:pt x="17972" y="36067"/>
                </a:cubicBezTo>
                <a:cubicBezTo>
                  <a:pt x="18021" y="35968"/>
                  <a:pt x="18121" y="35868"/>
                  <a:pt x="18171" y="35769"/>
                </a:cubicBezTo>
                <a:lnTo>
                  <a:pt x="18196" y="35769"/>
                </a:lnTo>
                <a:cubicBezTo>
                  <a:pt x="18196" y="35769"/>
                  <a:pt x="18215" y="35769"/>
                  <a:pt x="18230" y="35762"/>
                </a:cubicBezTo>
                <a:close/>
                <a:moveTo>
                  <a:pt x="56379" y="29869"/>
                </a:moveTo>
                <a:cubicBezTo>
                  <a:pt x="56851" y="30467"/>
                  <a:pt x="57250" y="31064"/>
                  <a:pt x="57698" y="31687"/>
                </a:cubicBezTo>
                <a:cubicBezTo>
                  <a:pt x="54810" y="32732"/>
                  <a:pt x="51774" y="34350"/>
                  <a:pt x="48787" y="36466"/>
                </a:cubicBezTo>
                <a:cubicBezTo>
                  <a:pt x="48712" y="36341"/>
                  <a:pt x="48613" y="36192"/>
                  <a:pt x="48488" y="36067"/>
                </a:cubicBezTo>
                <a:cubicBezTo>
                  <a:pt x="51027" y="33927"/>
                  <a:pt x="53690" y="31836"/>
                  <a:pt x="56379" y="29869"/>
                </a:cubicBezTo>
                <a:close/>
                <a:moveTo>
                  <a:pt x="116812" y="34716"/>
                </a:moveTo>
                <a:lnTo>
                  <a:pt x="116812" y="34716"/>
                </a:lnTo>
                <a:cubicBezTo>
                  <a:pt x="116659" y="35317"/>
                  <a:pt x="116473" y="35912"/>
                  <a:pt x="116258" y="36496"/>
                </a:cubicBezTo>
                <a:lnTo>
                  <a:pt x="116258" y="36496"/>
                </a:lnTo>
                <a:cubicBezTo>
                  <a:pt x="116461" y="35898"/>
                  <a:pt x="116650" y="35312"/>
                  <a:pt x="116812" y="34716"/>
                </a:cubicBezTo>
                <a:close/>
                <a:moveTo>
                  <a:pt x="48364" y="36167"/>
                </a:moveTo>
                <a:cubicBezTo>
                  <a:pt x="48463" y="36291"/>
                  <a:pt x="48538" y="36416"/>
                  <a:pt x="48637" y="36565"/>
                </a:cubicBezTo>
                <a:lnTo>
                  <a:pt x="48613" y="36590"/>
                </a:lnTo>
                <a:cubicBezTo>
                  <a:pt x="48513" y="36466"/>
                  <a:pt x="48413" y="36341"/>
                  <a:pt x="48339" y="36192"/>
                </a:cubicBezTo>
                <a:lnTo>
                  <a:pt x="48364" y="36167"/>
                </a:lnTo>
                <a:close/>
                <a:moveTo>
                  <a:pt x="97037" y="25437"/>
                </a:moveTo>
                <a:cubicBezTo>
                  <a:pt x="99657" y="25437"/>
                  <a:pt x="102099" y="25775"/>
                  <a:pt x="104294" y="26459"/>
                </a:cubicBezTo>
                <a:cubicBezTo>
                  <a:pt x="104095" y="28028"/>
                  <a:pt x="103796" y="29645"/>
                  <a:pt x="103398" y="31338"/>
                </a:cubicBezTo>
                <a:cubicBezTo>
                  <a:pt x="102552" y="33180"/>
                  <a:pt x="101506" y="34947"/>
                  <a:pt x="100237" y="36590"/>
                </a:cubicBezTo>
                <a:cubicBezTo>
                  <a:pt x="100112" y="36565"/>
                  <a:pt x="99988" y="36490"/>
                  <a:pt x="99863" y="36466"/>
                </a:cubicBezTo>
                <a:cubicBezTo>
                  <a:pt x="99614" y="36366"/>
                  <a:pt x="99365" y="36316"/>
                  <a:pt x="99067" y="36217"/>
                </a:cubicBezTo>
                <a:cubicBezTo>
                  <a:pt x="98917" y="36192"/>
                  <a:pt x="98743" y="36117"/>
                  <a:pt x="98569" y="36092"/>
                </a:cubicBezTo>
                <a:lnTo>
                  <a:pt x="97822" y="35918"/>
                </a:lnTo>
                <a:cubicBezTo>
                  <a:pt x="97673" y="35868"/>
                  <a:pt x="97499" y="35843"/>
                  <a:pt x="97324" y="35818"/>
                </a:cubicBezTo>
                <a:cubicBezTo>
                  <a:pt x="97250" y="35818"/>
                  <a:pt x="97150" y="35794"/>
                  <a:pt x="97076" y="35794"/>
                </a:cubicBezTo>
                <a:lnTo>
                  <a:pt x="96528" y="35694"/>
                </a:lnTo>
                <a:cubicBezTo>
                  <a:pt x="96279" y="35669"/>
                  <a:pt x="96030" y="35619"/>
                  <a:pt x="95756" y="35619"/>
                </a:cubicBezTo>
                <a:cubicBezTo>
                  <a:pt x="95632" y="35619"/>
                  <a:pt x="95507" y="35594"/>
                  <a:pt x="95408" y="35594"/>
                </a:cubicBezTo>
                <a:cubicBezTo>
                  <a:pt x="94039" y="35221"/>
                  <a:pt x="92670" y="34947"/>
                  <a:pt x="91301" y="34748"/>
                </a:cubicBezTo>
                <a:cubicBezTo>
                  <a:pt x="92421" y="31612"/>
                  <a:pt x="93217" y="28525"/>
                  <a:pt x="93665" y="25613"/>
                </a:cubicBezTo>
                <a:cubicBezTo>
                  <a:pt x="94817" y="25496"/>
                  <a:pt x="95943" y="25437"/>
                  <a:pt x="97037" y="25437"/>
                </a:cubicBezTo>
                <a:close/>
                <a:moveTo>
                  <a:pt x="57797" y="31836"/>
                </a:moveTo>
                <a:cubicBezTo>
                  <a:pt x="57797" y="31861"/>
                  <a:pt x="57822" y="31861"/>
                  <a:pt x="57822" y="31886"/>
                </a:cubicBezTo>
                <a:cubicBezTo>
                  <a:pt x="54960" y="32956"/>
                  <a:pt x="51898" y="34574"/>
                  <a:pt x="48911" y="36665"/>
                </a:cubicBezTo>
                <a:cubicBezTo>
                  <a:pt x="48911" y="36665"/>
                  <a:pt x="48911" y="36615"/>
                  <a:pt x="48886" y="36615"/>
                </a:cubicBezTo>
                <a:cubicBezTo>
                  <a:pt x="51873" y="34499"/>
                  <a:pt x="54885" y="32931"/>
                  <a:pt x="57797" y="31836"/>
                </a:cubicBezTo>
                <a:close/>
                <a:moveTo>
                  <a:pt x="103224" y="32209"/>
                </a:moveTo>
                <a:cubicBezTo>
                  <a:pt x="103174" y="32309"/>
                  <a:pt x="103149" y="32383"/>
                  <a:pt x="103149" y="32483"/>
                </a:cubicBezTo>
                <a:cubicBezTo>
                  <a:pt x="102377" y="33952"/>
                  <a:pt x="101506" y="35345"/>
                  <a:pt x="100486" y="36690"/>
                </a:cubicBezTo>
                <a:cubicBezTo>
                  <a:pt x="100436" y="36690"/>
                  <a:pt x="100436" y="36665"/>
                  <a:pt x="100411" y="36665"/>
                </a:cubicBezTo>
                <a:cubicBezTo>
                  <a:pt x="101506" y="35246"/>
                  <a:pt x="102427" y="33752"/>
                  <a:pt x="103224" y="32209"/>
                </a:cubicBezTo>
                <a:close/>
                <a:moveTo>
                  <a:pt x="87061" y="34883"/>
                </a:moveTo>
                <a:cubicBezTo>
                  <a:pt x="88227" y="34883"/>
                  <a:pt x="89439" y="34976"/>
                  <a:pt x="90678" y="35121"/>
                </a:cubicBezTo>
                <a:cubicBezTo>
                  <a:pt x="90604" y="35345"/>
                  <a:pt x="90529" y="35545"/>
                  <a:pt x="90454" y="35744"/>
                </a:cubicBezTo>
                <a:cubicBezTo>
                  <a:pt x="90156" y="35794"/>
                  <a:pt x="89857" y="35843"/>
                  <a:pt x="89558" y="35868"/>
                </a:cubicBezTo>
                <a:cubicBezTo>
                  <a:pt x="89459" y="35868"/>
                  <a:pt x="89409" y="35918"/>
                  <a:pt x="89309" y="35918"/>
                </a:cubicBezTo>
                <a:lnTo>
                  <a:pt x="89210" y="35918"/>
                </a:lnTo>
                <a:cubicBezTo>
                  <a:pt x="89085" y="35943"/>
                  <a:pt x="88986" y="35943"/>
                  <a:pt x="88861" y="35968"/>
                </a:cubicBezTo>
                <a:lnTo>
                  <a:pt x="88314" y="36067"/>
                </a:lnTo>
                <a:cubicBezTo>
                  <a:pt x="88239" y="36067"/>
                  <a:pt x="88189" y="36092"/>
                  <a:pt x="88115" y="36092"/>
                </a:cubicBezTo>
                <a:lnTo>
                  <a:pt x="87667" y="36192"/>
                </a:lnTo>
                <a:cubicBezTo>
                  <a:pt x="87492" y="36217"/>
                  <a:pt x="87368" y="36242"/>
                  <a:pt x="87219" y="36291"/>
                </a:cubicBezTo>
                <a:cubicBezTo>
                  <a:pt x="86945" y="36341"/>
                  <a:pt x="86671" y="36416"/>
                  <a:pt x="86347" y="36466"/>
                </a:cubicBezTo>
                <a:cubicBezTo>
                  <a:pt x="86223" y="36490"/>
                  <a:pt x="86099" y="36515"/>
                  <a:pt x="85999" y="36565"/>
                </a:cubicBezTo>
                <a:lnTo>
                  <a:pt x="85551" y="36665"/>
                </a:lnTo>
                <a:lnTo>
                  <a:pt x="85252" y="36739"/>
                </a:lnTo>
                <a:cubicBezTo>
                  <a:pt x="85451" y="36167"/>
                  <a:pt x="85626" y="35545"/>
                  <a:pt x="85800" y="34922"/>
                </a:cubicBezTo>
                <a:cubicBezTo>
                  <a:pt x="86213" y="34896"/>
                  <a:pt x="86634" y="34883"/>
                  <a:pt x="87061" y="34883"/>
                </a:cubicBezTo>
                <a:close/>
                <a:moveTo>
                  <a:pt x="85576" y="34922"/>
                </a:moveTo>
                <a:cubicBezTo>
                  <a:pt x="85426" y="35545"/>
                  <a:pt x="85227" y="36192"/>
                  <a:pt x="85003" y="36789"/>
                </a:cubicBezTo>
                <a:cubicBezTo>
                  <a:pt x="84986" y="36789"/>
                  <a:pt x="84968" y="36789"/>
                  <a:pt x="84959" y="36798"/>
                </a:cubicBezTo>
                <a:lnTo>
                  <a:pt x="84959" y="36798"/>
                </a:lnTo>
                <a:cubicBezTo>
                  <a:pt x="85181" y="36181"/>
                  <a:pt x="85353" y="35564"/>
                  <a:pt x="85501" y="34922"/>
                </a:cubicBezTo>
                <a:close/>
                <a:moveTo>
                  <a:pt x="96542" y="35920"/>
                </a:moveTo>
                <a:lnTo>
                  <a:pt x="96542" y="35920"/>
                </a:lnTo>
                <a:cubicBezTo>
                  <a:pt x="96689" y="35943"/>
                  <a:pt x="96881" y="35944"/>
                  <a:pt x="97026" y="35968"/>
                </a:cubicBezTo>
                <a:cubicBezTo>
                  <a:pt x="97125" y="35968"/>
                  <a:pt x="97200" y="35993"/>
                  <a:pt x="97300" y="35993"/>
                </a:cubicBezTo>
                <a:cubicBezTo>
                  <a:pt x="98270" y="36217"/>
                  <a:pt x="99191" y="36441"/>
                  <a:pt x="100062" y="36789"/>
                </a:cubicBezTo>
                <a:cubicBezTo>
                  <a:pt x="100054" y="36797"/>
                  <a:pt x="100049" y="36800"/>
                  <a:pt x="100046" y="36800"/>
                </a:cubicBezTo>
                <a:cubicBezTo>
                  <a:pt x="100040" y="36800"/>
                  <a:pt x="100046" y="36789"/>
                  <a:pt x="100062" y="36789"/>
                </a:cubicBezTo>
                <a:cubicBezTo>
                  <a:pt x="99689" y="36690"/>
                  <a:pt x="99390" y="36565"/>
                  <a:pt x="99017" y="36466"/>
                </a:cubicBezTo>
                <a:cubicBezTo>
                  <a:pt x="98942" y="36441"/>
                  <a:pt x="98868" y="36441"/>
                  <a:pt x="98793" y="36416"/>
                </a:cubicBezTo>
                <a:cubicBezTo>
                  <a:pt x="98445" y="36316"/>
                  <a:pt x="98121" y="36242"/>
                  <a:pt x="97772" y="36167"/>
                </a:cubicBezTo>
                <a:cubicBezTo>
                  <a:pt x="97648" y="36117"/>
                  <a:pt x="97548" y="36117"/>
                  <a:pt x="97424" y="36092"/>
                </a:cubicBezTo>
                <a:cubicBezTo>
                  <a:pt x="97374" y="36092"/>
                  <a:pt x="97324" y="36067"/>
                  <a:pt x="97275" y="36067"/>
                </a:cubicBezTo>
                <a:cubicBezTo>
                  <a:pt x="97200" y="36067"/>
                  <a:pt x="97175" y="36042"/>
                  <a:pt x="97125" y="36042"/>
                </a:cubicBezTo>
                <a:cubicBezTo>
                  <a:pt x="97051" y="36042"/>
                  <a:pt x="97026" y="36042"/>
                  <a:pt x="96951" y="35993"/>
                </a:cubicBezTo>
                <a:cubicBezTo>
                  <a:pt x="96901" y="35993"/>
                  <a:pt x="96827" y="35968"/>
                  <a:pt x="96777" y="35968"/>
                </a:cubicBezTo>
                <a:cubicBezTo>
                  <a:pt x="96752" y="35968"/>
                  <a:pt x="96677" y="35943"/>
                  <a:pt x="96652" y="35943"/>
                </a:cubicBezTo>
                <a:lnTo>
                  <a:pt x="96627" y="35943"/>
                </a:lnTo>
                <a:cubicBezTo>
                  <a:pt x="96587" y="35943"/>
                  <a:pt x="96563" y="35926"/>
                  <a:pt x="96542" y="35920"/>
                </a:cubicBezTo>
                <a:close/>
                <a:moveTo>
                  <a:pt x="90380" y="35943"/>
                </a:moveTo>
                <a:lnTo>
                  <a:pt x="90380" y="35968"/>
                </a:lnTo>
                <a:lnTo>
                  <a:pt x="90380" y="35993"/>
                </a:lnTo>
                <a:cubicBezTo>
                  <a:pt x="90106" y="36042"/>
                  <a:pt x="89857" y="36067"/>
                  <a:pt x="89608" y="36092"/>
                </a:cubicBezTo>
                <a:cubicBezTo>
                  <a:pt x="89534" y="36092"/>
                  <a:pt x="89434" y="36117"/>
                  <a:pt x="89359" y="36117"/>
                </a:cubicBezTo>
                <a:cubicBezTo>
                  <a:pt x="88662" y="36217"/>
                  <a:pt x="87940" y="36341"/>
                  <a:pt x="87219" y="36490"/>
                </a:cubicBezTo>
                <a:cubicBezTo>
                  <a:pt x="86870" y="36565"/>
                  <a:pt x="86547" y="36665"/>
                  <a:pt x="86198" y="36739"/>
                </a:cubicBezTo>
                <a:cubicBezTo>
                  <a:pt x="85850" y="36839"/>
                  <a:pt x="85501" y="36938"/>
                  <a:pt x="85178" y="36988"/>
                </a:cubicBezTo>
                <a:lnTo>
                  <a:pt x="85178" y="36963"/>
                </a:lnTo>
                <a:lnTo>
                  <a:pt x="85178" y="36938"/>
                </a:lnTo>
                <a:cubicBezTo>
                  <a:pt x="86596" y="36565"/>
                  <a:pt x="87965" y="36242"/>
                  <a:pt x="89334" y="36067"/>
                </a:cubicBezTo>
                <a:cubicBezTo>
                  <a:pt x="89434" y="36067"/>
                  <a:pt x="89534" y="36042"/>
                  <a:pt x="89608" y="36042"/>
                </a:cubicBezTo>
                <a:cubicBezTo>
                  <a:pt x="89857" y="35993"/>
                  <a:pt x="90131" y="35968"/>
                  <a:pt x="90380" y="35943"/>
                </a:cubicBezTo>
                <a:close/>
                <a:moveTo>
                  <a:pt x="98121" y="36466"/>
                </a:moveTo>
                <a:lnTo>
                  <a:pt x="98121" y="36466"/>
                </a:lnTo>
                <a:cubicBezTo>
                  <a:pt x="98295" y="36490"/>
                  <a:pt x="98494" y="36515"/>
                  <a:pt x="98669" y="36590"/>
                </a:cubicBezTo>
                <a:cubicBezTo>
                  <a:pt x="98917" y="36665"/>
                  <a:pt x="99141" y="36739"/>
                  <a:pt x="99390" y="36814"/>
                </a:cubicBezTo>
                <a:cubicBezTo>
                  <a:pt x="99565" y="36864"/>
                  <a:pt x="99764" y="36914"/>
                  <a:pt x="99913" y="36963"/>
                </a:cubicBezTo>
                <a:cubicBezTo>
                  <a:pt x="99888" y="37038"/>
                  <a:pt x="99814" y="37063"/>
                  <a:pt x="99789" y="37113"/>
                </a:cubicBezTo>
                <a:lnTo>
                  <a:pt x="98121" y="36466"/>
                </a:lnTo>
                <a:close/>
                <a:moveTo>
                  <a:pt x="102925" y="33304"/>
                </a:moveTo>
                <a:lnTo>
                  <a:pt x="102925" y="33304"/>
                </a:lnTo>
                <a:cubicBezTo>
                  <a:pt x="102552" y="34599"/>
                  <a:pt x="102153" y="35918"/>
                  <a:pt x="101730" y="37187"/>
                </a:cubicBezTo>
                <a:cubicBezTo>
                  <a:pt x="101631" y="37163"/>
                  <a:pt x="101531" y="37088"/>
                  <a:pt x="101431" y="37038"/>
                </a:cubicBezTo>
                <a:cubicBezTo>
                  <a:pt x="101307" y="36963"/>
                  <a:pt x="101183" y="36938"/>
                  <a:pt x="101033" y="36864"/>
                </a:cubicBezTo>
                <a:cubicBezTo>
                  <a:pt x="100909" y="36814"/>
                  <a:pt x="100784" y="36789"/>
                  <a:pt x="100660" y="36714"/>
                </a:cubicBezTo>
                <a:cubicBezTo>
                  <a:pt x="101506" y="35619"/>
                  <a:pt x="102278" y="34474"/>
                  <a:pt x="102925" y="33304"/>
                </a:cubicBezTo>
                <a:close/>
                <a:moveTo>
                  <a:pt x="100162" y="37038"/>
                </a:moveTo>
                <a:cubicBezTo>
                  <a:pt x="100137" y="37088"/>
                  <a:pt x="100062" y="37138"/>
                  <a:pt x="100038" y="37212"/>
                </a:cubicBezTo>
                <a:cubicBezTo>
                  <a:pt x="100013" y="37212"/>
                  <a:pt x="100013" y="37187"/>
                  <a:pt x="99988" y="37187"/>
                </a:cubicBezTo>
                <a:cubicBezTo>
                  <a:pt x="100013" y="37113"/>
                  <a:pt x="100062" y="37088"/>
                  <a:pt x="100112" y="37038"/>
                </a:cubicBezTo>
                <a:close/>
                <a:moveTo>
                  <a:pt x="96478" y="36167"/>
                </a:moveTo>
                <a:lnTo>
                  <a:pt x="96478" y="36167"/>
                </a:lnTo>
                <a:cubicBezTo>
                  <a:pt x="96578" y="36192"/>
                  <a:pt x="96677" y="36217"/>
                  <a:pt x="96777" y="36217"/>
                </a:cubicBezTo>
                <a:cubicBezTo>
                  <a:pt x="97748" y="36515"/>
                  <a:pt x="98693" y="36864"/>
                  <a:pt x="99664" y="37237"/>
                </a:cubicBezTo>
                <a:lnTo>
                  <a:pt x="99639" y="37287"/>
                </a:lnTo>
                <a:cubicBezTo>
                  <a:pt x="98619" y="36839"/>
                  <a:pt x="97548" y="36466"/>
                  <a:pt x="96478" y="36167"/>
                </a:cubicBezTo>
                <a:close/>
                <a:moveTo>
                  <a:pt x="103423" y="32334"/>
                </a:moveTo>
                <a:cubicBezTo>
                  <a:pt x="103024" y="33976"/>
                  <a:pt x="102502" y="35619"/>
                  <a:pt x="101929" y="37312"/>
                </a:cubicBezTo>
                <a:cubicBezTo>
                  <a:pt x="101904" y="37312"/>
                  <a:pt x="101904" y="37287"/>
                  <a:pt x="101880" y="37287"/>
                </a:cubicBezTo>
                <a:cubicBezTo>
                  <a:pt x="102427" y="35694"/>
                  <a:pt x="102900" y="34126"/>
                  <a:pt x="103298" y="32583"/>
                </a:cubicBezTo>
                <a:cubicBezTo>
                  <a:pt x="103348" y="32483"/>
                  <a:pt x="103398" y="32433"/>
                  <a:pt x="103423" y="32334"/>
                </a:cubicBezTo>
                <a:close/>
                <a:moveTo>
                  <a:pt x="113479" y="21631"/>
                </a:moveTo>
                <a:lnTo>
                  <a:pt x="113479" y="21631"/>
                </a:lnTo>
                <a:cubicBezTo>
                  <a:pt x="115072" y="23622"/>
                  <a:pt x="116217" y="26011"/>
                  <a:pt x="116939" y="28724"/>
                </a:cubicBezTo>
                <a:cubicBezTo>
                  <a:pt x="116939" y="29148"/>
                  <a:pt x="116964" y="29596"/>
                  <a:pt x="116988" y="30019"/>
                </a:cubicBezTo>
                <a:lnTo>
                  <a:pt x="116988" y="30218"/>
                </a:lnTo>
                <a:cubicBezTo>
                  <a:pt x="117038" y="30591"/>
                  <a:pt x="116988" y="30965"/>
                  <a:pt x="116988" y="31338"/>
                </a:cubicBezTo>
                <a:lnTo>
                  <a:pt x="116988" y="31662"/>
                </a:lnTo>
                <a:lnTo>
                  <a:pt x="116988" y="31786"/>
                </a:lnTo>
                <a:cubicBezTo>
                  <a:pt x="116988" y="31886"/>
                  <a:pt x="116988" y="32010"/>
                  <a:pt x="116964" y="32110"/>
                </a:cubicBezTo>
                <a:cubicBezTo>
                  <a:pt x="116964" y="32234"/>
                  <a:pt x="116939" y="32383"/>
                  <a:pt x="116939" y="32508"/>
                </a:cubicBezTo>
                <a:cubicBezTo>
                  <a:pt x="116889" y="32707"/>
                  <a:pt x="116889" y="32906"/>
                  <a:pt x="116864" y="33105"/>
                </a:cubicBezTo>
                <a:cubicBezTo>
                  <a:pt x="116864" y="33130"/>
                  <a:pt x="116864" y="33180"/>
                  <a:pt x="116839" y="33205"/>
                </a:cubicBezTo>
                <a:cubicBezTo>
                  <a:pt x="116839" y="33230"/>
                  <a:pt x="116839" y="33255"/>
                  <a:pt x="116814" y="33329"/>
                </a:cubicBezTo>
                <a:cubicBezTo>
                  <a:pt x="116764" y="33603"/>
                  <a:pt x="116715" y="33877"/>
                  <a:pt x="116640" y="34176"/>
                </a:cubicBezTo>
                <a:cubicBezTo>
                  <a:pt x="116615" y="34225"/>
                  <a:pt x="116615" y="34325"/>
                  <a:pt x="116615" y="34375"/>
                </a:cubicBezTo>
                <a:cubicBezTo>
                  <a:pt x="116366" y="35370"/>
                  <a:pt x="116067" y="36416"/>
                  <a:pt x="115619" y="37362"/>
                </a:cubicBezTo>
                <a:cubicBezTo>
                  <a:pt x="115122" y="35719"/>
                  <a:pt x="114474" y="34225"/>
                  <a:pt x="113628" y="32881"/>
                </a:cubicBezTo>
                <a:cubicBezTo>
                  <a:pt x="113728" y="32234"/>
                  <a:pt x="113777" y="31612"/>
                  <a:pt x="113852" y="30990"/>
                </a:cubicBezTo>
                <a:cubicBezTo>
                  <a:pt x="113852" y="30865"/>
                  <a:pt x="113877" y="30741"/>
                  <a:pt x="113877" y="30616"/>
                </a:cubicBezTo>
                <a:cubicBezTo>
                  <a:pt x="113952" y="29969"/>
                  <a:pt x="113977" y="29347"/>
                  <a:pt x="114001" y="28700"/>
                </a:cubicBezTo>
                <a:lnTo>
                  <a:pt x="114001" y="28202"/>
                </a:lnTo>
                <a:lnTo>
                  <a:pt x="114001" y="26708"/>
                </a:lnTo>
                <a:lnTo>
                  <a:pt x="114001" y="26210"/>
                </a:lnTo>
                <a:cubicBezTo>
                  <a:pt x="113977" y="25613"/>
                  <a:pt x="113952" y="25041"/>
                  <a:pt x="113877" y="24468"/>
                </a:cubicBezTo>
                <a:cubicBezTo>
                  <a:pt x="113852" y="24269"/>
                  <a:pt x="113852" y="24120"/>
                  <a:pt x="113827" y="23921"/>
                </a:cubicBezTo>
                <a:cubicBezTo>
                  <a:pt x="113753" y="23348"/>
                  <a:pt x="113653" y="22751"/>
                  <a:pt x="113578" y="22178"/>
                </a:cubicBezTo>
                <a:cubicBezTo>
                  <a:pt x="113578" y="22128"/>
                  <a:pt x="113529" y="22054"/>
                  <a:pt x="113529" y="22004"/>
                </a:cubicBezTo>
                <a:cubicBezTo>
                  <a:pt x="113504" y="21879"/>
                  <a:pt x="113479" y="21755"/>
                  <a:pt x="113479" y="21631"/>
                </a:cubicBezTo>
                <a:close/>
                <a:moveTo>
                  <a:pt x="65156" y="30581"/>
                </a:moveTo>
                <a:cubicBezTo>
                  <a:pt x="66537" y="30581"/>
                  <a:pt x="67809" y="30781"/>
                  <a:pt x="68949" y="31189"/>
                </a:cubicBezTo>
                <a:cubicBezTo>
                  <a:pt x="69148" y="32060"/>
                  <a:pt x="69397" y="32881"/>
                  <a:pt x="69695" y="33703"/>
                </a:cubicBezTo>
                <a:cubicBezTo>
                  <a:pt x="67704" y="34823"/>
                  <a:pt x="65762" y="36067"/>
                  <a:pt x="63796" y="37411"/>
                </a:cubicBezTo>
                <a:cubicBezTo>
                  <a:pt x="62452" y="35545"/>
                  <a:pt x="61307" y="33479"/>
                  <a:pt x="60361" y="31263"/>
                </a:cubicBezTo>
                <a:cubicBezTo>
                  <a:pt x="62063" y="30812"/>
                  <a:pt x="63672" y="30581"/>
                  <a:pt x="65156" y="30581"/>
                </a:cubicBezTo>
                <a:close/>
                <a:moveTo>
                  <a:pt x="100510" y="36864"/>
                </a:moveTo>
                <a:cubicBezTo>
                  <a:pt x="100909" y="37063"/>
                  <a:pt x="101282" y="37212"/>
                  <a:pt x="101631" y="37411"/>
                </a:cubicBezTo>
                <a:cubicBezTo>
                  <a:pt x="101531" y="37362"/>
                  <a:pt x="101431" y="37337"/>
                  <a:pt x="101357" y="37287"/>
                </a:cubicBezTo>
                <a:cubicBezTo>
                  <a:pt x="101307" y="37237"/>
                  <a:pt x="101257" y="37237"/>
                  <a:pt x="101232" y="37212"/>
                </a:cubicBezTo>
                <a:cubicBezTo>
                  <a:pt x="101008" y="37113"/>
                  <a:pt x="100759" y="37038"/>
                  <a:pt x="100510" y="36938"/>
                </a:cubicBezTo>
                <a:lnTo>
                  <a:pt x="100510" y="36914"/>
                </a:lnTo>
                <a:lnTo>
                  <a:pt x="100510" y="36864"/>
                </a:lnTo>
                <a:close/>
                <a:moveTo>
                  <a:pt x="99888" y="37343"/>
                </a:moveTo>
                <a:cubicBezTo>
                  <a:pt x="99894" y="37343"/>
                  <a:pt x="99901" y="37349"/>
                  <a:pt x="99913" y="37362"/>
                </a:cubicBezTo>
                <a:cubicBezTo>
                  <a:pt x="99913" y="37411"/>
                  <a:pt x="99888" y="37411"/>
                  <a:pt x="99888" y="37436"/>
                </a:cubicBezTo>
                <a:cubicBezTo>
                  <a:pt x="99863" y="37436"/>
                  <a:pt x="99863" y="37411"/>
                  <a:pt x="99814" y="37411"/>
                </a:cubicBezTo>
                <a:lnTo>
                  <a:pt x="99863" y="37362"/>
                </a:lnTo>
                <a:cubicBezTo>
                  <a:pt x="99876" y="37349"/>
                  <a:pt x="99882" y="37343"/>
                  <a:pt x="99888" y="37343"/>
                </a:cubicBezTo>
                <a:close/>
                <a:moveTo>
                  <a:pt x="60187" y="31313"/>
                </a:moveTo>
                <a:cubicBezTo>
                  <a:pt x="61108" y="33553"/>
                  <a:pt x="62253" y="35619"/>
                  <a:pt x="63647" y="37486"/>
                </a:cubicBezTo>
                <a:lnTo>
                  <a:pt x="63572" y="37561"/>
                </a:lnTo>
                <a:cubicBezTo>
                  <a:pt x="62203" y="35694"/>
                  <a:pt x="61058" y="33578"/>
                  <a:pt x="60112" y="31338"/>
                </a:cubicBezTo>
                <a:cubicBezTo>
                  <a:pt x="60162" y="31338"/>
                  <a:pt x="60162" y="31338"/>
                  <a:pt x="60187" y="31313"/>
                </a:cubicBezTo>
                <a:close/>
                <a:moveTo>
                  <a:pt x="101805" y="37461"/>
                </a:moveTo>
                <a:cubicBezTo>
                  <a:pt x="101855" y="37461"/>
                  <a:pt x="101855" y="37486"/>
                  <a:pt x="101880" y="37486"/>
                </a:cubicBezTo>
                <a:lnTo>
                  <a:pt x="101880" y="37536"/>
                </a:lnTo>
                <a:lnTo>
                  <a:pt x="101880" y="37561"/>
                </a:lnTo>
                <a:cubicBezTo>
                  <a:pt x="101805" y="37536"/>
                  <a:pt x="101805" y="37536"/>
                  <a:pt x="101780" y="37536"/>
                </a:cubicBezTo>
                <a:cubicBezTo>
                  <a:pt x="101780" y="37486"/>
                  <a:pt x="101805" y="37461"/>
                  <a:pt x="101805" y="37461"/>
                </a:cubicBezTo>
                <a:close/>
                <a:moveTo>
                  <a:pt x="69745" y="33852"/>
                </a:moveTo>
                <a:cubicBezTo>
                  <a:pt x="69745" y="33877"/>
                  <a:pt x="69770" y="33877"/>
                  <a:pt x="69770" y="33927"/>
                </a:cubicBezTo>
                <a:cubicBezTo>
                  <a:pt x="67828" y="35072"/>
                  <a:pt x="65862" y="36291"/>
                  <a:pt x="63921" y="37611"/>
                </a:cubicBezTo>
                <a:cubicBezTo>
                  <a:pt x="63921" y="37586"/>
                  <a:pt x="63896" y="37586"/>
                  <a:pt x="63896" y="37561"/>
                </a:cubicBezTo>
                <a:cubicBezTo>
                  <a:pt x="65837" y="36217"/>
                  <a:pt x="67804" y="34997"/>
                  <a:pt x="69745" y="33852"/>
                </a:cubicBezTo>
                <a:close/>
                <a:moveTo>
                  <a:pt x="113553" y="33180"/>
                </a:moveTo>
                <a:cubicBezTo>
                  <a:pt x="114350" y="34499"/>
                  <a:pt x="114997" y="35993"/>
                  <a:pt x="115470" y="37660"/>
                </a:cubicBezTo>
                <a:cubicBezTo>
                  <a:pt x="115470" y="37685"/>
                  <a:pt x="115445" y="37710"/>
                  <a:pt x="115445" y="37735"/>
                </a:cubicBezTo>
                <a:cubicBezTo>
                  <a:pt x="114997" y="36092"/>
                  <a:pt x="114350" y="34599"/>
                  <a:pt x="113553" y="33255"/>
                </a:cubicBezTo>
                <a:lnTo>
                  <a:pt x="113553" y="33180"/>
                </a:lnTo>
                <a:close/>
                <a:moveTo>
                  <a:pt x="63746" y="37685"/>
                </a:moveTo>
                <a:cubicBezTo>
                  <a:pt x="63746" y="37710"/>
                  <a:pt x="63796" y="37710"/>
                  <a:pt x="63796" y="37735"/>
                </a:cubicBezTo>
                <a:cubicBezTo>
                  <a:pt x="63746" y="37735"/>
                  <a:pt x="63746" y="37760"/>
                  <a:pt x="63721" y="37760"/>
                </a:cubicBezTo>
                <a:cubicBezTo>
                  <a:pt x="63697" y="37735"/>
                  <a:pt x="63697" y="37710"/>
                  <a:pt x="63697" y="37710"/>
                </a:cubicBezTo>
                <a:cubicBezTo>
                  <a:pt x="63721" y="37710"/>
                  <a:pt x="63721" y="37685"/>
                  <a:pt x="63746" y="37685"/>
                </a:cubicBezTo>
                <a:close/>
                <a:moveTo>
                  <a:pt x="116152" y="36779"/>
                </a:moveTo>
                <a:cubicBezTo>
                  <a:pt x="116024" y="37110"/>
                  <a:pt x="115888" y="37437"/>
                  <a:pt x="115744" y="37760"/>
                </a:cubicBezTo>
                <a:cubicBezTo>
                  <a:pt x="115744" y="37735"/>
                  <a:pt x="115744" y="37710"/>
                  <a:pt x="115719" y="37710"/>
                </a:cubicBezTo>
                <a:cubicBezTo>
                  <a:pt x="115719" y="37710"/>
                  <a:pt x="115719" y="37685"/>
                  <a:pt x="115744" y="37685"/>
                </a:cubicBezTo>
                <a:cubicBezTo>
                  <a:pt x="115794" y="37660"/>
                  <a:pt x="115794" y="37586"/>
                  <a:pt x="115819" y="37561"/>
                </a:cubicBezTo>
                <a:cubicBezTo>
                  <a:pt x="115918" y="37312"/>
                  <a:pt x="116043" y="37063"/>
                  <a:pt x="116117" y="36814"/>
                </a:cubicBezTo>
                <a:cubicBezTo>
                  <a:pt x="116133" y="36806"/>
                  <a:pt x="116143" y="36794"/>
                  <a:pt x="116152" y="36779"/>
                </a:cubicBezTo>
                <a:close/>
                <a:moveTo>
                  <a:pt x="100311" y="37113"/>
                </a:moveTo>
                <a:cubicBezTo>
                  <a:pt x="100510" y="37187"/>
                  <a:pt x="100660" y="37237"/>
                  <a:pt x="100809" y="37312"/>
                </a:cubicBezTo>
                <a:cubicBezTo>
                  <a:pt x="101058" y="37411"/>
                  <a:pt x="101307" y="37486"/>
                  <a:pt x="101531" y="37611"/>
                </a:cubicBezTo>
                <a:cubicBezTo>
                  <a:pt x="101506" y="37685"/>
                  <a:pt x="101481" y="37760"/>
                  <a:pt x="101431" y="37835"/>
                </a:cubicBezTo>
                <a:cubicBezTo>
                  <a:pt x="101033" y="37635"/>
                  <a:pt x="100610" y="37461"/>
                  <a:pt x="100187" y="37262"/>
                </a:cubicBezTo>
                <a:cubicBezTo>
                  <a:pt x="100237" y="37212"/>
                  <a:pt x="100286" y="37187"/>
                  <a:pt x="100311" y="37113"/>
                </a:cubicBezTo>
                <a:close/>
                <a:moveTo>
                  <a:pt x="72408" y="33678"/>
                </a:moveTo>
                <a:lnTo>
                  <a:pt x="72408" y="33678"/>
                </a:lnTo>
                <a:cubicBezTo>
                  <a:pt x="73031" y="34474"/>
                  <a:pt x="73504" y="35420"/>
                  <a:pt x="73777" y="36466"/>
                </a:cubicBezTo>
                <a:lnTo>
                  <a:pt x="73777" y="36490"/>
                </a:lnTo>
                <a:cubicBezTo>
                  <a:pt x="73777" y="36515"/>
                  <a:pt x="73777" y="36565"/>
                  <a:pt x="73802" y="36590"/>
                </a:cubicBezTo>
                <a:lnTo>
                  <a:pt x="73802" y="36690"/>
                </a:lnTo>
                <a:cubicBezTo>
                  <a:pt x="73852" y="36864"/>
                  <a:pt x="73877" y="37038"/>
                  <a:pt x="73902" y="37212"/>
                </a:cubicBezTo>
                <a:cubicBezTo>
                  <a:pt x="73902" y="37287"/>
                  <a:pt x="73927" y="37337"/>
                  <a:pt x="73927" y="37411"/>
                </a:cubicBezTo>
                <a:lnTo>
                  <a:pt x="73927" y="37486"/>
                </a:lnTo>
                <a:cubicBezTo>
                  <a:pt x="73927" y="37561"/>
                  <a:pt x="73977" y="37586"/>
                  <a:pt x="73977" y="37660"/>
                </a:cubicBezTo>
                <a:cubicBezTo>
                  <a:pt x="73977" y="37710"/>
                  <a:pt x="73977" y="37810"/>
                  <a:pt x="73927" y="37859"/>
                </a:cubicBezTo>
                <a:cubicBezTo>
                  <a:pt x="73753" y="37536"/>
                  <a:pt x="73603" y="37187"/>
                  <a:pt x="73429" y="36814"/>
                </a:cubicBezTo>
                <a:cubicBezTo>
                  <a:pt x="73404" y="36714"/>
                  <a:pt x="73354" y="36615"/>
                  <a:pt x="73304" y="36490"/>
                </a:cubicBezTo>
                <a:cubicBezTo>
                  <a:pt x="73155" y="36117"/>
                  <a:pt x="73031" y="35794"/>
                  <a:pt x="72906" y="35420"/>
                </a:cubicBezTo>
                <a:cubicBezTo>
                  <a:pt x="72856" y="35246"/>
                  <a:pt x="72807" y="35097"/>
                  <a:pt x="72757" y="34947"/>
                </a:cubicBezTo>
                <a:cubicBezTo>
                  <a:pt x="72657" y="34624"/>
                  <a:pt x="72558" y="34325"/>
                  <a:pt x="72508" y="34001"/>
                </a:cubicBezTo>
                <a:cubicBezTo>
                  <a:pt x="72483" y="33877"/>
                  <a:pt x="72433" y="33802"/>
                  <a:pt x="72408" y="33678"/>
                </a:cubicBezTo>
                <a:close/>
                <a:moveTo>
                  <a:pt x="101730" y="37710"/>
                </a:moveTo>
                <a:cubicBezTo>
                  <a:pt x="101755" y="37710"/>
                  <a:pt x="101755" y="37735"/>
                  <a:pt x="101780" y="37735"/>
                </a:cubicBezTo>
                <a:cubicBezTo>
                  <a:pt x="101755" y="37810"/>
                  <a:pt x="101730" y="37909"/>
                  <a:pt x="101730" y="37959"/>
                </a:cubicBezTo>
                <a:cubicBezTo>
                  <a:pt x="101680" y="37959"/>
                  <a:pt x="101680" y="37934"/>
                  <a:pt x="101655" y="37934"/>
                </a:cubicBezTo>
                <a:cubicBezTo>
                  <a:pt x="101655" y="37859"/>
                  <a:pt x="101680" y="37760"/>
                  <a:pt x="101730" y="37710"/>
                </a:cubicBezTo>
                <a:close/>
                <a:moveTo>
                  <a:pt x="75769" y="31039"/>
                </a:moveTo>
                <a:lnTo>
                  <a:pt x="75769" y="31039"/>
                </a:lnTo>
                <a:cubicBezTo>
                  <a:pt x="75744" y="33205"/>
                  <a:pt x="75346" y="35569"/>
                  <a:pt x="74549" y="38059"/>
                </a:cubicBezTo>
                <a:cubicBezTo>
                  <a:pt x="74524" y="37909"/>
                  <a:pt x="74499" y="37710"/>
                  <a:pt x="74425" y="37561"/>
                </a:cubicBezTo>
                <a:lnTo>
                  <a:pt x="74425" y="37536"/>
                </a:lnTo>
                <a:lnTo>
                  <a:pt x="74425" y="37436"/>
                </a:lnTo>
                <a:cubicBezTo>
                  <a:pt x="74375" y="37113"/>
                  <a:pt x="74350" y="36839"/>
                  <a:pt x="74250" y="36565"/>
                </a:cubicBezTo>
                <a:lnTo>
                  <a:pt x="74250" y="36441"/>
                </a:lnTo>
                <a:lnTo>
                  <a:pt x="74151" y="35594"/>
                </a:lnTo>
                <a:cubicBezTo>
                  <a:pt x="74151" y="35470"/>
                  <a:pt x="74126" y="35345"/>
                  <a:pt x="74126" y="35221"/>
                </a:cubicBezTo>
                <a:lnTo>
                  <a:pt x="74126" y="35072"/>
                </a:lnTo>
                <a:lnTo>
                  <a:pt x="74126" y="34997"/>
                </a:lnTo>
                <a:lnTo>
                  <a:pt x="74126" y="34873"/>
                </a:lnTo>
                <a:lnTo>
                  <a:pt x="74126" y="33827"/>
                </a:lnTo>
                <a:lnTo>
                  <a:pt x="74126" y="33703"/>
                </a:lnTo>
                <a:lnTo>
                  <a:pt x="74126" y="33479"/>
                </a:lnTo>
                <a:cubicBezTo>
                  <a:pt x="74151" y="33105"/>
                  <a:pt x="74176" y="32732"/>
                  <a:pt x="74250" y="32359"/>
                </a:cubicBezTo>
                <a:cubicBezTo>
                  <a:pt x="74250" y="32259"/>
                  <a:pt x="74275" y="32159"/>
                  <a:pt x="74275" y="32110"/>
                </a:cubicBezTo>
                <a:cubicBezTo>
                  <a:pt x="74300" y="31985"/>
                  <a:pt x="74325" y="31861"/>
                  <a:pt x="74325" y="31736"/>
                </a:cubicBezTo>
                <a:cubicBezTo>
                  <a:pt x="74798" y="31487"/>
                  <a:pt x="75296" y="31263"/>
                  <a:pt x="75769" y="31039"/>
                </a:cubicBezTo>
                <a:close/>
                <a:moveTo>
                  <a:pt x="100062" y="37436"/>
                </a:moveTo>
                <a:cubicBezTo>
                  <a:pt x="100535" y="37611"/>
                  <a:pt x="100983" y="37810"/>
                  <a:pt x="101407" y="38034"/>
                </a:cubicBezTo>
                <a:cubicBezTo>
                  <a:pt x="101407" y="38059"/>
                  <a:pt x="101407" y="38059"/>
                  <a:pt x="101382" y="38083"/>
                </a:cubicBezTo>
                <a:cubicBezTo>
                  <a:pt x="100934" y="37859"/>
                  <a:pt x="100486" y="37685"/>
                  <a:pt x="100038" y="37486"/>
                </a:cubicBezTo>
                <a:cubicBezTo>
                  <a:pt x="100038" y="37461"/>
                  <a:pt x="100062" y="37461"/>
                  <a:pt x="100062" y="37436"/>
                </a:cubicBezTo>
                <a:close/>
                <a:moveTo>
                  <a:pt x="101556" y="38083"/>
                </a:moveTo>
                <a:cubicBezTo>
                  <a:pt x="101606" y="38083"/>
                  <a:pt x="101606" y="38108"/>
                  <a:pt x="101631" y="38108"/>
                </a:cubicBezTo>
                <a:cubicBezTo>
                  <a:pt x="101631" y="38133"/>
                  <a:pt x="101631" y="38133"/>
                  <a:pt x="101606" y="38183"/>
                </a:cubicBezTo>
                <a:cubicBezTo>
                  <a:pt x="101567" y="38183"/>
                  <a:pt x="101558" y="38153"/>
                  <a:pt x="101545" y="38140"/>
                </a:cubicBezTo>
                <a:lnTo>
                  <a:pt x="101545" y="38140"/>
                </a:lnTo>
                <a:cubicBezTo>
                  <a:pt x="101556" y="38136"/>
                  <a:pt x="101556" y="38102"/>
                  <a:pt x="101556" y="38083"/>
                </a:cubicBezTo>
                <a:close/>
                <a:moveTo>
                  <a:pt x="59938" y="31363"/>
                </a:moveTo>
                <a:cubicBezTo>
                  <a:pt x="60859" y="33628"/>
                  <a:pt x="62054" y="35744"/>
                  <a:pt x="63423" y="37660"/>
                </a:cubicBezTo>
                <a:cubicBezTo>
                  <a:pt x="63049" y="37909"/>
                  <a:pt x="62701" y="38158"/>
                  <a:pt x="62328" y="38407"/>
                </a:cubicBezTo>
                <a:cubicBezTo>
                  <a:pt x="61183" y="36291"/>
                  <a:pt x="59838" y="34076"/>
                  <a:pt x="58345" y="31861"/>
                </a:cubicBezTo>
                <a:cubicBezTo>
                  <a:pt x="58868" y="31687"/>
                  <a:pt x="59390" y="31487"/>
                  <a:pt x="59938" y="31363"/>
                </a:cubicBezTo>
                <a:close/>
                <a:moveTo>
                  <a:pt x="76018" y="30865"/>
                </a:moveTo>
                <a:cubicBezTo>
                  <a:pt x="76018" y="33230"/>
                  <a:pt x="75545" y="35794"/>
                  <a:pt x="74674" y="38457"/>
                </a:cubicBezTo>
                <a:cubicBezTo>
                  <a:pt x="74674" y="38432"/>
                  <a:pt x="74649" y="38407"/>
                  <a:pt x="74649" y="38357"/>
                </a:cubicBezTo>
                <a:cubicBezTo>
                  <a:pt x="75495" y="35744"/>
                  <a:pt x="75943" y="33230"/>
                  <a:pt x="75943" y="30890"/>
                </a:cubicBezTo>
                <a:cubicBezTo>
                  <a:pt x="75968" y="30890"/>
                  <a:pt x="75993" y="30890"/>
                  <a:pt x="76018" y="30865"/>
                </a:cubicBezTo>
                <a:close/>
                <a:moveTo>
                  <a:pt x="85302" y="34922"/>
                </a:moveTo>
                <a:lnTo>
                  <a:pt x="85302" y="34922"/>
                </a:lnTo>
                <a:cubicBezTo>
                  <a:pt x="85128" y="35569"/>
                  <a:pt x="84954" y="36242"/>
                  <a:pt x="84705" y="36864"/>
                </a:cubicBezTo>
                <a:cubicBezTo>
                  <a:pt x="84555" y="36914"/>
                  <a:pt x="84381" y="36963"/>
                  <a:pt x="84257" y="36988"/>
                </a:cubicBezTo>
                <a:cubicBezTo>
                  <a:pt x="84107" y="37038"/>
                  <a:pt x="83958" y="37088"/>
                  <a:pt x="83809" y="37113"/>
                </a:cubicBezTo>
                <a:cubicBezTo>
                  <a:pt x="83385" y="37237"/>
                  <a:pt x="82987" y="37362"/>
                  <a:pt x="82564" y="37536"/>
                </a:cubicBezTo>
                <a:cubicBezTo>
                  <a:pt x="82365" y="37586"/>
                  <a:pt x="82216" y="37611"/>
                  <a:pt x="82066" y="37685"/>
                </a:cubicBezTo>
                <a:cubicBezTo>
                  <a:pt x="81718" y="37810"/>
                  <a:pt x="81394" y="37934"/>
                  <a:pt x="81071" y="38059"/>
                </a:cubicBezTo>
                <a:cubicBezTo>
                  <a:pt x="80996" y="38083"/>
                  <a:pt x="80946" y="38108"/>
                  <a:pt x="80871" y="38108"/>
                </a:cubicBezTo>
                <a:cubicBezTo>
                  <a:pt x="80697" y="38183"/>
                  <a:pt x="80498" y="38233"/>
                  <a:pt x="80324" y="38332"/>
                </a:cubicBezTo>
                <a:cubicBezTo>
                  <a:pt x="80150" y="38382"/>
                  <a:pt x="80000" y="38457"/>
                  <a:pt x="79876" y="38532"/>
                </a:cubicBezTo>
                <a:cubicBezTo>
                  <a:pt x="80324" y="37536"/>
                  <a:pt x="80722" y="36565"/>
                  <a:pt x="81071" y="35569"/>
                </a:cubicBezTo>
                <a:cubicBezTo>
                  <a:pt x="82365" y="35221"/>
                  <a:pt x="83809" y="34997"/>
                  <a:pt x="85302" y="34922"/>
                </a:cubicBezTo>
                <a:close/>
                <a:moveTo>
                  <a:pt x="17524" y="36490"/>
                </a:moveTo>
                <a:lnTo>
                  <a:pt x="17524" y="36540"/>
                </a:lnTo>
                <a:lnTo>
                  <a:pt x="17524" y="36565"/>
                </a:lnTo>
                <a:lnTo>
                  <a:pt x="17524" y="36590"/>
                </a:lnTo>
                <a:cubicBezTo>
                  <a:pt x="17399" y="36739"/>
                  <a:pt x="17250" y="36938"/>
                  <a:pt x="17125" y="37113"/>
                </a:cubicBezTo>
                <a:cubicBezTo>
                  <a:pt x="16805" y="37529"/>
                  <a:pt x="16417" y="38027"/>
                  <a:pt x="16019" y="38550"/>
                </a:cubicBezTo>
                <a:lnTo>
                  <a:pt x="16019" y="38550"/>
                </a:lnTo>
                <a:lnTo>
                  <a:pt x="16154" y="38357"/>
                </a:lnTo>
                <a:cubicBezTo>
                  <a:pt x="16379" y="38083"/>
                  <a:pt x="16553" y="37810"/>
                  <a:pt x="16777" y="37536"/>
                </a:cubicBezTo>
                <a:cubicBezTo>
                  <a:pt x="16802" y="37461"/>
                  <a:pt x="16851" y="37436"/>
                  <a:pt x="16876" y="37362"/>
                </a:cubicBezTo>
                <a:cubicBezTo>
                  <a:pt x="17100" y="37088"/>
                  <a:pt x="17299" y="36814"/>
                  <a:pt x="17524" y="36490"/>
                </a:cubicBezTo>
                <a:close/>
                <a:moveTo>
                  <a:pt x="58196" y="31960"/>
                </a:moveTo>
                <a:cubicBezTo>
                  <a:pt x="59639" y="34176"/>
                  <a:pt x="61033" y="36416"/>
                  <a:pt x="62178" y="38532"/>
                </a:cubicBezTo>
                <a:lnTo>
                  <a:pt x="62128" y="38556"/>
                </a:lnTo>
                <a:cubicBezTo>
                  <a:pt x="60983" y="36441"/>
                  <a:pt x="59614" y="34200"/>
                  <a:pt x="58121" y="31985"/>
                </a:cubicBezTo>
                <a:cubicBezTo>
                  <a:pt x="58171" y="31985"/>
                  <a:pt x="58171" y="31985"/>
                  <a:pt x="58196" y="31960"/>
                </a:cubicBezTo>
                <a:close/>
                <a:moveTo>
                  <a:pt x="82514" y="28227"/>
                </a:moveTo>
                <a:lnTo>
                  <a:pt x="82514" y="28227"/>
                </a:lnTo>
                <a:cubicBezTo>
                  <a:pt x="82166" y="30467"/>
                  <a:pt x="81519" y="32831"/>
                  <a:pt x="80647" y="35246"/>
                </a:cubicBezTo>
                <a:cubicBezTo>
                  <a:pt x="78208" y="35968"/>
                  <a:pt x="76192" y="37088"/>
                  <a:pt x="74848" y="38556"/>
                </a:cubicBezTo>
                <a:cubicBezTo>
                  <a:pt x="75744" y="35818"/>
                  <a:pt x="76217" y="33205"/>
                  <a:pt x="76167" y="30815"/>
                </a:cubicBezTo>
                <a:cubicBezTo>
                  <a:pt x="78308" y="29820"/>
                  <a:pt x="80448" y="28948"/>
                  <a:pt x="82514" y="28227"/>
                </a:cubicBezTo>
                <a:close/>
                <a:moveTo>
                  <a:pt x="63497" y="37810"/>
                </a:moveTo>
                <a:lnTo>
                  <a:pt x="63572" y="37859"/>
                </a:lnTo>
                <a:cubicBezTo>
                  <a:pt x="63199" y="38108"/>
                  <a:pt x="62825" y="38357"/>
                  <a:pt x="62452" y="38656"/>
                </a:cubicBezTo>
                <a:cubicBezTo>
                  <a:pt x="62452" y="38606"/>
                  <a:pt x="62427" y="38606"/>
                  <a:pt x="62427" y="38581"/>
                </a:cubicBezTo>
                <a:cubicBezTo>
                  <a:pt x="62800" y="38332"/>
                  <a:pt x="63174" y="38059"/>
                  <a:pt x="63497" y="37810"/>
                </a:cubicBezTo>
                <a:close/>
                <a:moveTo>
                  <a:pt x="80747" y="35694"/>
                </a:moveTo>
                <a:cubicBezTo>
                  <a:pt x="80398" y="36615"/>
                  <a:pt x="80000" y="37611"/>
                  <a:pt x="79552" y="38656"/>
                </a:cubicBezTo>
                <a:cubicBezTo>
                  <a:pt x="79527" y="38656"/>
                  <a:pt x="79527" y="38656"/>
                  <a:pt x="79502" y="38681"/>
                </a:cubicBezTo>
                <a:cubicBezTo>
                  <a:pt x="79926" y="37635"/>
                  <a:pt x="80349" y="36665"/>
                  <a:pt x="80722" y="35694"/>
                </a:cubicBezTo>
                <a:close/>
                <a:moveTo>
                  <a:pt x="84680" y="37063"/>
                </a:moveTo>
                <a:lnTo>
                  <a:pt x="84630" y="37113"/>
                </a:lnTo>
                <a:cubicBezTo>
                  <a:pt x="84356" y="37212"/>
                  <a:pt x="84082" y="37337"/>
                  <a:pt x="83809" y="37411"/>
                </a:cubicBezTo>
                <a:cubicBezTo>
                  <a:pt x="83585" y="37461"/>
                  <a:pt x="83336" y="37561"/>
                  <a:pt x="83112" y="37611"/>
                </a:cubicBezTo>
                <a:cubicBezTo>
                  <a:pt x="82464" y="37835"/>
                  <a:pt x="81817" y="38059"/>
                  <a:pt x="81120" y="38308"/>
                </a:cubicBezTo>
                <a:lnTo>
                  <a:pt x="80847" y="38382"/>
                </a:lnTo>
                <a:cubicBezTo>
                  <a:pt x="80473" y="38532"/>
                  <a:pt x="80100" y="38681"/>
                  <a:pt x="79726" y="38805"/>
                </a:cubicBezTo>
                <a:lnTo>
                  <a:pt x="79726" y="38780"/>
                </a:lnTo>
                <a:cubicBezTo>
                  <a:pt x="79726" y="38780"/>
                  <a:pt x="79726" y="38731"/>
                  <a:pt x="79751" y="38731"/>
                </a:cubicBezTo>
                <a:cubicBezTo>
                  <a:pt x="81444" y="38059"/>
                  <a:pt x="83087" y="37486"/>
                  <a:pt x="84680" y="37063"/>
                </a:cubicBezTo>
                <a:close/>
                <a:moveTo>
                  <a:pt x="19306" y="35769"/>
                </a:moveTo>
                <a:cubicBezTo>
                  <a:pt x="19770" y="35769"/>
                  <a:pt x="20349" y="35868"/>
                  <a:pt x="21033" y="36067"/>
                </a:cubicBezTo>
                <a:lnTo>
                  <a:pt x="18718" y="38855"/>
                </a:lnTo>
                <a:cubicBezTo>
                  <a:pt x="18046" y="37635"/>
                  <a:pt x="17847" y="36739"/>
                  <a:pt x="18121" y="36242"/>
                </a:cubicBezTo>
                <a:cubicBezTo>
                  <a:pt x="18171" y="36192"/>
                  <a:pt x="18220" y="36117"/>
                  <a:pt x="18270" y="36067"/>
                </a:cubicBezTo>
                <a:cubicBezTo>
                  <a:pt x="18494" y="35868"/>
                  <a:pt x="18843" y="35769"/>
                  <a:pt x="19306" y="35769"/>
                </a:cubicBezTo>
                <a:close/>
                <a:moveTo>
                  <a:pt x="80598" y="35445"/>
                </a:moveTo>
                <a:cubicBezTo>
                  <a:pt x="80598" y="35470"/>
                  <a:pt x="80573" y="35495"/>
                  <a:pt x="80573" y="35495"/>
                </a:cubicBezTo>
                <a:cubicBezTo>
                  <a:pt x="78108" y="36217"/>
                  <a:pt x="76142" y="37411"/>
                  <a:pt x="74848" y="38905"/>
                </a:cubicBezTo>
                <a:cubicBezTo>
                  <a:pt x="74848" y="38855"/>
                  <a:pt x="74798" y="38855"/>
                  <a:pt x="74798" y="38830"/>
                </a:cubicBezTo>
                <a:cubicBezTo>
                  <a:pt x="76142" y="37312"/>
                  <a:pt x="78108" y="36167"/>
                  <a:pt x="80598" y="35445"/>
                </a:cubicBezTo>
                <a:close/>
                <a:moveTo>
                  <a:pt x="79403" y="38930"/>
                </a:moveTo>
                <a:cubicBezTo>
                  <a:pt x="79403" y="38955"/>
                  <a:pt x="79403" y="38955"/>
                  <a:pt x="79378" y="38955"/>
                </a:cubicBezTo>
                <a:cubicBezTo>
                  <a:pt x="79378" y="38955"/>
                  <a:pt x="79353" y="38955"/>
                  <a:pt x="79353" y="38980"/>
                </a:cubicBezTo>
                <a:lnTo>
                  <a:pt x="79353" y="38955"/>
                </a:lnTo>
                <a:lnTo>
                  <a:pt x="79353" y="38930"/>
                </a:lnTo>
                <a:close/>
                <a:moveTo>
                  <a:pt x="17847" y="36615"/>
                </a:moveTo>
                <a:lnTo>
                  <a:pt x="17847" y="36615"/>
                </a:lnTo>
                <a:cubicBezTo>
                  <a:pt x="17772" y="37212"/>
                  <a:pt x="18046" y="38034"/>
                  <a:pt x="18594" y="39054"/>
                </a:cubicBezTo>
                <a:lnTo>
                  <a:pt x="18519" y="39104"/>
                </a:lnTo>
                <a:cubicBezTo>
                  <a:pt x="17996" y="38158"/>
                  <a:pt x="17723" y="37337"/>
                  <a:pt x="17748" y="36714"/>
                </a:cubicBezTo>
                <a:lnTo>
                  <a:pt x="17847" y="36615"/>
                </a:lnTo>
                <a:close/>
                <a:moveTo>
                  <a:pt x="21232" y="36117"/>
                </a:moveTo>
                <a:cubicBezTo>
                  <a:pt x="21257" y="36117"/>
                  <a:pt x="21257" y="36117"/>
                  <a:pt x="21282" y="36167"/>
                </a:cubicBezTo>
                <a:cubicBezTo>
                  <a:pt x="20461" y="37138"/>
                  <a:pt x="19639" y="38108"/>
                  <a:pt x="18818" y="39104"/>
                </a:cubicBezTo>
                <a:cubicBezTo>
                  <a:pt x="18818" y="39079"/>
                  <a:pt x="18793" y="39079"/>
                  <a:pt x="18793" y="39054"/>
                </a:cubicBezTo>
                <a:cubicBezTo>
                  <a:pt x="19614" y="38059"/>
                  <a:pt x="20411" y="37088"/>
                  <a:pt x="21232" y="36117"/>
                </a:cubicBezTo>
                <a:close/>
                <a:moveTo>
                  <a:pt x="101904" y="37835"/>
                </a:moveTo>
                <a:cubicBezTo>
                  <a:pt x="102004" y="37859"/>
                  <a:pt x="102054" y="37934"/>
                  <a:pt x="102153" y="37959"/>
                </a:cubicBezTo>
                <a:lnTo>
                  <a:pt x="102800" y="38332"/>
                </a:lnTo>
                <a:lnTo>
                  <a:pt x="102850" y="38332"/>
                </a:lnTo>
                <a:cubicBezTo>
                  <a:pt x="103024" y="38457"/>
                  <a:pt x="103224" y="38581"/>
                  <a:pt x="103373" y="38706"/>
                </a:cubicBezTo>
                <a:cubicBezTo>
                  <a:pt x="103547" y="38830"/>
                  <a:pt x="103746" y="38955"/>
                  <a:pt x="103921" y="39104"/>
                </a:cubicBezTo>
                <a:cubicBezTo>
                  <a:pt x="103273" y="38731"/>
                  <a:pt x="102552" y="38357"/>
                  <a:pt x="101855" y="38034"/>
                </a:cubicBezTo>
                <a:cubicBezTo>
                  <a:pt x="101880" y="37959"/>
                  <a:pt x="101904" y="37909"/>
                  <a:pt x="101904" y="37835"/>
                </a:cubicBezTo>
                <a:close/>
                <a:moveTo>
                  <a:pt x="18693" y="39204"/>
                </a:moveTo>
                <a:cubicBezTo>
                  <a:pt x="18693" y="39228"/>
                  <a:pt x="18743" y="39228"/>
                  <a:pt x="18743" y="39278"/>
                </a:cubicBezTo>
                <a:lnTo>
                  <a:pt x="18668" y="39328"/>
                </a:lnTo>
                <a:cubicBezTo>
                  <a:pt x="18644" y="39303"/>
                  <a:pt x="18644" y="39303"/>
                  <a:pt x="18644" y="39278"/>
                </a:cubicBezTo>
                <a:lnTo>
                  <a:pt x="18693" y="39204"/>
                </a:lnTo>
                <a:close/>
                <a:moveTo>
                  <a:pt x="39428" y="20062"/>
                </a:moveTo>
                <a:cubicBezTo>
                  <a:pt x="39453" y="20237"/>
                  <a:pt x="39527" y="20411"/>
                  <a:pt x="39577" y="20560"/>
                </a:cubicBezTo>
                <a:cubicBezTo>
                  <a:pt x="39652" y="20734"/>
                  <a:pt x="39701" y="20934"/>
                  <a:pt x="39801" y="21183"/>
                </a:cubicBezTo>
                <a:cubicBezTo>
                  <a:pt x="39876" y="21382"/>
                  <a:pt x="39950" y="21606"/>
                  <a:pt x="40025" y="21780"/>
                </a:cubicBezTo>
                <a:cubicBezTo>
                  <a:pt x="40125" y="22054"/>
                  <a:pt x="40224" y="22352"/>
                  <a:pt x="40324" y="22626"/>
                </a:cubicBezTo>
                <a:cubicBezTo>
                  <a:pt x="40398" y="22751"/>
                  <a:pt x="40448" y="22875"/>
                  <a:pt x="40498" y="23024"/>
                </a:cubicBezTo>
                <a:cubicBezTo>
                  <a:pt x="40647" y="23398"/>
                  <a:pt x="40797" y="23771"/>
                  <a:pt x="40971" y="24169"/>
                </a:cubicBezTo>
                <a:cubicBezTo>
                  <a:pt x="40971" y="24169"/>
                  <a:pt x="40971" y="24219"/>
                  <a:pt x="41021" y="24219"/>
                </a:cubicBezTo>
                <a:cubicBezTo>
                  <a:pt x="41344" y="24916"/>
                  <a:pt x="41693" y="25713"/>
                  <a:pt x="42091" y="26484"/>
                </a:cubicBezTo>
                <a:cubicBezTo>
                  <a:pt x="41967" y="26584"/>
                  <a:pt x="41892" y="26659"/>
                  <a:pt x="41767" y="26758"/>
                </a:cubicBezTo>
                <a:cubicBezTo>
                  <a:pt x="41419" y="27032"/>
                  <a:pt x="41071" y="27331"/>
                  <a:pt x="40722" y="27629"/>
                </a:cubicBezTo>
                <a:cubicBezTo>
                  <a:pt x="40224" y="28028"/>
                  <a:pt x="39776" y="28476"/>
                  <a:pt x="39278" y="28874"/>
                </a:cubicBezTo>
                <a:cubicBezTo>
                  <a:pt x="38930" y="29197"/>
                  <a:pt x="38581" y="29471"/>
                  <a:pt x="38233" y="29770"/>
                </a:cubicBezTo>
                <a:cubicBezTo>
                  <a:pt x="37685" y="30268"/>
                  <a:pt x="37163" y="30766"/>
                  <a:pt x="36615" y="31263"/>
                </a:cubicBezTo>
                <a:cubicBezTo>
                  <a:pt x="36267" y="31612"/>
                  <a:pt x="35868" y="31960"/>
                  <a:pt x="35520" y="32334"/>
                </a:cubicBezTo>
                <a:cubicBezTo>
                  <a:pt x="35196" y="32607"/>
                  <a:pt x="34922" y="32881"/>
                  <a:pt x="34599" y="33205"/>
                </a:cubicBezTo>
                <a:cubicBezTo>
                  <a:pt x="34051" y="33728"/>
                  <a:pt x="33479" y="34300"/>
                  <a:pt x="32956" y="34848"/>
                </a:cubicBezTo>
                <a:lnTo>
                  <a:pt x="32010" y="35794"/>
                </a:lnTo>
                <a:cubicBezTo>
                  <a:pt x="31687" y="36117"/>
                  <a:pt x="31363" y="36466"/>
                  <a:pt x="31014" y="36814"/>
                </a:cubicBezTo>
                <a:lnTo>
                  <a:pt x="29446" y="38482"/>
                </a:lnTo>
                <a:cubicBezTo>
                  <a:pt x="29197" y="38780"/>
                  <a:pt x="28949" y="39029"/>
                  <a:pt x="28700" y="39303"/>
                </a:cubicBezTo>
                <a:lnTo>
                  <a:pt x="28650" y="39328"/>
                </a:lnTo>
                <a:cubicBezTo>
                  <a:pt x="26360" y="37934"/>
                  <a:pt x="24244" y="36839"/>
                  <a:pt x="22427" y="36117"/>
                </a:cubicBezTo>
                <a:cubicBezTo>
                  <a:pt x="22552" y="35993"/>
                  <a:pt x="22651" y="35843"/>
                  <a:pt x="22776" y="35719"/>
                </a:cubicBezTo>
                <a:cubicBezTo>
                  <a:pt x="22800" y="35669"/>
                  <a:pt x="22875" y="35594"/>
                  <a:pt x="22900" y="35569"/>
                </a:cubicBezTo>
                <a:cubicBezTo>
                  <a:pt x="23273" y="35097"/>
                  <a:pt x="23672" y="34624"/>
                  <a:pt x="24095" y="34176"/>
                </a:cubicBezTo>
                <a:cubicBezTo>
                  <a:pt x="24145" y="34101"/>
                  <a:pt x="24219" y="34001"/>
                  <a:pt x="24269" y="33952"/>
                </a:cubicBezTo>
                <a:cubicBezTo>
                  <a:pt x="24617" y="33578"/>
                  <a:pt x="24916" y="33205"/>
                  <a:pt x="25265" y="32831"/>
                </a:cubicBezTo>
                <a:cubicBezTo>
                  <a:pt x="25514" y="32558"/>
                  <a:pt x="25787" y="32259"/>
                  <a:pt x="26036" y="31960"/>
                </a:cubicBezTo>
                <a:cubicBezTo>
                  <a:pt x="26285" y="31687"/>
                  <a:pt x="26584" y="31363"/>
                  <a:pt x="26858" y="31089"/>
                </a:cubicBezTo>
                <a:cubicBezTo>
                  <a:pt x="26957" y="30990"/>
                  <a:pt x="27032" y="30890"/>
                  <a:pt x="27131" y="30766"/>
                </a:cubicBezTo>
                <a:cubicBezTo>
                  <a:pt x="27654" y="30218"/>
                  <a:pt x="28202" y="29645"/>
                  <a:pt x="28749" y="29123"/>
                </a:cubicBezTo>
                <a:lnTo>
                  <a:pt x="29496" y="28376"/>
                </a:lnTo>
                <a:cubicBezTo>
                  <a:pt x="30118" y="27779"/>
                  <a:pt x="30716" y="27206"/>
                  <a:pt x="31363" y="26609"/>
                </a:cubicBezTo>
                <a:cubicBezTo>
                  <a:pt x="31487" y="26484"/>
                  <a:pt x="31637" y="26360"/>
                  <a:pt x="31786" y="26235"/>
                </a:cubicBezTo>
                <a:cubicBezTo>
                  <a:pt x="32135" y="25887"/>
                  <a:pt x="32483" y="25588"/>
                  <a:pt x="32856" y="25265"/>
                </a:cubicBezTo>
                <a:cubicBezTo>
                  <a:pt x="33056" y="25115"/>
                  <a:pt x="33230" y="24916"/>
                  <a:pt x="33429" y="24767"/>
                </a:cubicBezTo>
                <a:cubicBezTo>
                  <a:pt x="33777" y="24468"/>
                  <a:pt x="34101" y="24169"/>
                  <a:pt x="34449" y="23896"/>
                </a:cubicBezTo>
                <a:cubicBezTo>
                  <a:pt x="34673" y="23721"/>
                  <a:pt x="34898" y="23522"/>
                  <a:pt x="35146" y="23348"/>
                </a:cubicBezTo>
                <a:cubicBezTo>
                  <a:pt x="35445" y="23099"/>
                  <a:pt x="35794" y="22800"/>
                  <a:pt x="36092" y="22552"/>
                </a:cubicBezTo>
                <a:cubicBezTo>
                  <a:pt x="36341" y="22377"/>
                  <a:pt x="36565" y="22178"/>
                  <a:pt x="36814" y="22004"/>
                </a:cubicBezTo>
                <a:cubicBezTo>
                  <a:pt x="36889" y="21929"/>
                  <a:pt x="36939" y="21904"/>
                  <a:pt x="37038" y="21855"/>
                </a:cubicBezTo>
                <a:cubicBezTo>
                  <a:pt x="37287" y="21655"/>
                  <a:pt x="37561" y="21431"/>
                  <a:pt x="37810" y="21257"/>
                </a:cubicBezTo>
                <a:cubicBezTo>
                  <a:pt x="38059" y="21058"/>
                  <a:pt x="38283" y="20909"/>
                  <a:pt x="38532" y="20734"/>
                </a:cubicBezTo>
                <a:cubicBezTo>
                  <a:pt x="38830" y="20510"/>
                  <a:pt x="39129" y="20286"/>
                  <a:pt x="39428" y="20062"/>
                </a:cubicBezTo>
                <a:close/>
                <a:moveTo>
                  <a:pt x="42215" y="26559"/>
                </a:moveTo>
                <a:cubicBezTo>
                  <a:pt x="42215" y="26609"/>
                  <a:pt x="42265" y="26609"/>
                  <a:pt x="42265" y="26634"/>
                </a:cubicBezTo>
                <a:cubicBezTo>
                  <a:pt x="42041" y="26858"/>
                  <a:pt x="41867" y="27007"/>
                  <a:pt x="41668" y="27131"/>
                </a:cubicBezTo>
                <a:cubicBezTo>
                  <a:pt x="41419" y="27355"/>
                  <a:pt x="41170" y="27530"/>
                  <a:pt x="40921" y="27754"/>
                </a:cubicBezTo>
                <a:cubicBezTo>
                  <a:pt x="40349" y="28227"/>
                  <a:pt x="39826" y="28700"/>
                  <a:pt x="39278" y="29197"/>
                </a:cubicBezTo>
                <a:cubicBezTo>
                  <a:pt x="38980" y="29446"/>
                  <a:pt x="38756" y="29645"/>
                  <a:pt x="38457" y="29894"/>
                </a:cubicBezTo>
                <a:cubicBezTo>
                  <a:pt x="37835" y="30467"/>
                  <a:pt x="37212" y="31014"/>
                  <a:pt x="36590" y="31612"/>
                </a:cubicBezTo>
                <a:cubicBezTo>
                  <a:pt x="36341" y="31861"/>
                  <a:pt x="36092" y="32085"/>
                  <a:pt x="35843" y="32334"/>
                </a:cubicBezTo>
                <a:cubicBezTo>
                  <a:pt x="35321" y="32831"/>
                  <a:pt x="34798" y="33329"/>
                  <a:pt x="34300" y="33827"/>
                </a:cubicBezTo>
                <a:lnTo>
                  <a:pt x="33728" y="34375"/>
                </a:lnTo>
                <a:cubicBezTo>
                  <a:pt x="33105" y="34997"/>
                  <a:pt x="32483" y="35619"/>
                  <a:pt x="31861" y="36266"/>
                </a:cubicBezTo>
                <a:lnTo>
                  <a:pt x="31363" y="36764"/>
                </a:lnTo>
                <a:cubicBezTo>
                  <a:pt x="30691" y="37486"/>
                  <a:pt x="29994" y="38208"/>
                  <a:pt x="29347" y="38930"/>
                </a:cubicBezTo>
                <a:lnTo>
                  <a:pt x="29247" y="39004"/>
                </a:lnTo>
                <a:cubicBezTo>
                  <a:pt x="29123" y="39154"/>
                  <a:pt x="28998" y="39278"/>
                  <a:pt x="28899" y="39378"/>
                </a:cubicBezTo>
                <a:cubicBezTo>
                  <a:pt x="28874" y="39378"/>
                  <a:pt x="28874" y="39353"/>
                  <a:pt x="28849" y="39353"/>
                </a:cubicBezTo>
                <a:lnTo>
                  <a:pt x="29969" y="38133"/>
                </a:lnTo>
                <a:cubicBezTo>
                  <a:pt x="30342" y="37735"/>
                  <a:pt x="30716" y="37362"/>
                  <a:pt x="31089" y="36963"/>
                </a:cubicBezTo>
                <a:cubicBezTo>
                  <a:pt x="31463" y="36565"/>
                  <a:pt x="31861" y="36142"/>
                  <a:pt x="32234" y="35769"/>
                </a:cubicBezTo>
                <a:lnTo>
                  <a:pt x="32881" y="35121"/>
                </a:lnTo>
                <a:cubicBezTo>
                  <a:pt x="33553" y="34474"/>
                  <a:pt x="34201" y="33827"/>
                  <a:pt x="34873" y="33155"/>
                </a:cubicBezTo>
                <a:cubicBezTo>
                  <a:pt x="35097" y="32956"/>
                  <a:pt x="35346" y="32732"/>
                  <a:pt x="35594" y="32483"/>
                </a:cubicBezTo>
                <a:lnTo>
                  <a:pt x="36988" y="31164"/>
                </a:lnTo>
                <a:cubicBezTo>
                  <a:pt x="37461" y="30741"/>
                  <a:pt x="37934" y="30342"/>
                  <a:pt x="38407" y="29894"/>
                </a:cubicBezTo>
                <a:cubicBezTo>
                  <a:pt x="38731" y="29596"/>
                  <a:pt x="39104" y="29272"/>
                  <a:pt x="39453" y="28924"/>
                </a:cubicBezTo>
                <a:cubicBezTo>
                  <a:pt x="39926" y="28525"/>
                  <a:pt x="40349" y="28152"/>
                  <a:pt x="40822" y="27754"/>
                </a:cubicBezTo>
                <a:cubicBezTo>
                  <a:pt x="41195" y="27430"/>
                  <a:pt x="41543" y="27131"/>
                  <a:pt x="41917" y="26808"/>
                </a:cubicBezTo>
                <a:cubicBezTo>
                  <a:pt x="42016" y="26733"/>
                  <a:pt x="42091" y="26659"/>
                  <a:pt x="42215" y="26559"/>
                </a:cubicBezTo>
                <a:close/>
                <a:moveTo>
                  <a:pt x="22377" y="36242"/>
                </a:moveTo>
                <a:cubicBezTo>
                  <a:pt x="24145" y="36938"/>
                  <a:pt x="26260" y="38034"/>
                  <a:pt x="28575" y="39428"/>
                </a:cubicBezTo>
                <a:cubicBezTo>
                  <a:pt x="28575" y="39452"/>
                  <a:pt x="28550" y="39452"/>
                  <a:pt x="28550" y="39477"/>
                </a:cubicBezTo>
                <a:cubicBezTo>
                  <a:pt x="26235" y="38083"/>
                  <a:pt x="24120" y="36988"/>
                  <a:pt x="22352" y="36316"/>
                </a:cubicBezTo>
                <a:cubicBezTo>
                  <a:pt x="22352" y="36291"/>
                  <a:pt x="22377" y="36291"/>
                  <a:pt x="22377" y="36242"/>
                </a:cubicBezTo>
                <a:close/>
                <a:moveTo>
                  <a:pt x="74350" y="39428"/>
                </a:moveTo>
                <a:cubicBezTo>
                  <a:pt x="74350" y="39453"/>
                  <a:pt x="74300" y="39527"/>
                  <a:pt x="74300" y="39552"/>
                </a:cubicBezTo>
                <a:lnTo>
                  <a:pt x="74300" y="39477"/>
                </a:lnTo>
                <a:cubicBezTo>
                  <a:pt x="74300" y="39453"/>
                  <a:pt x="74350" y="39452"/>
                  <a:pt x="74350" y="39428"/>
                </a:cubicBezTo>
                <a:close/>
                <a:moveTo>
                  <a:pt x="71886" y="33006"/>
                </a:moveTo>
                <a:lnTo>
                  <a:pt x="71911" y="33031"/>
                </a:lnTo>
                <a:cubicBezTo>
                  <a:pt x="71935" y="33354"/>
                  <a:pt x="72010" y="33703"/>
                  <a:pt x="72060" y="34051"/>
                </a:cubicBezTo>
                <a:cubicBezTo>
                  <a:pt x="72110" y="34126"/>
                  <a:pt x="72110" y="34225"/>
                  <a:pt x="72135" y="34325"/>
                </a:cubicBezTo>
                <a:cubicBezTo>
                  <a:pt x="72259" y="34823"/>
                  <a:pt x="72384" y="35296"/>
                  <a:pt x="72558" y="35744"/>
                </a:cubicBezTo>
                <a:cubicBezTo>
                  <a:pt x="72608" y="35843"/>
                  <a:pt x="72632" y="35943"/>
                  <a:pt x="72657" y="35993"/>
                </a:cubicBezTo>
                <a:cubicBezTo>
                  <a:pt x="72807" y="36466"/>
                  <a:pt x="73006" y="36938"/>
                  <a:pt x="73230" y="37362"/>
                </a:cubicBezTo>
                <a:cubicBezTo>
                  <a:pt x="73255" y="37436"/>
                  <a:pt x="73280" y="37486"/>
                  <a:pt x="73304" y="37586"/>
                </a:cubicBezTo>
                <a:cubicBezTo>
                  <a:pt x="73479" y="37934"/>
                  <a:pt x="73653" y="38308"/>
                  <a:pt x="73877" y="38656"/>
                </a:cubicBezTo>
                <a:lnTo>
                  <a:pt x="73877" y="38706"/>
                </a:lnTo>
                <a:cubicBezTo>
                  <a:pt x="73852" y="38805"/>
                  <a:pt x="73852" y="38855"/>
                  <a:pt x="73852" y="38955"/>
                </a:cubicBezTo>
                <a:cubicBezTo>
                  <a:pt x="73802" y="39179"/>
                  <a:pt x="73753" y="39353"/>
                  <a:pt x="73678" y="39577"/>
                </a:cubicBezTo>
                <a:cubicBezTo>
                  <a:pt x="72184" y="37934"/>
                  <a:pt x="71039" y="36042"/>
                  <a:pt x="70268" y="33927"/>
                </a:cubicBezTo>
                <a:cubicBezTo>
                  <a:pt x="70790" y="33603"/>
                  <a:pt x="71363" y="33304"/>
                  <a:pt x="71886" y="33006"/>
                </a:cubicBezTo>
                <a:close/>
                <a:moveTo>
                  <a:pt x="28725" y="39552"/>
                </a:moveTo>
                <a:cubicBezTo>
                  <a:pt x="28749" y="39552"/>
                  <a:pt x="28749" y="39577"/>
                  <a:pt x="28774" y="39577"/>
                </a:cubicBezTo>
                <a:cubicBezTo>
                  <a:pt x="28774" y="39602"/>
                  <a:pt x="28749" y="39602"/>
                  <a:pt x="28749" y="39627"/>
                </a:cubicBezTo>
                <a:cubicBezTo>
                  <a:pt x="28725" y="39577"/>
                  <a:pt x="28725" y="39577"/>
                  <a:pt x="28700" y="39577"/>
                </a:cubicBezTo>
                <a:lnTo>
                  <a:pt x="28725" y="39552"/>
                </a:lnTo>
                <a:close/>
                <a:moveTo>
                  <a:pt x="21481" y="36192"/>
                </a:moveTo>
                <a:cubicBezTo>
                  <a:pt x="21581" y="36217"/>
                  <a:pt x="21631" y="36242"/>
                  <a:pt x="21730" y="36291"/>
                </a:cubicBezTo>
                <a:cubicBezTo>
                  <a:pt x="20859" y="37411"/>
                  <a:pt x="19988" y="38532"/>
                  <a:pt x="19166" y="39677"/>
                </a:cubicBezTo>
                <a:cubicBezTo>
                  <a:pt x="19092" y="39502"/>
                  <a:pt x="19017" y="39378"/>
                  <a:pt x="18917" y="39253"/>
                </a:cubicBezTo>
                <a:cubicBezTo>
                  <a:pt x="19764" y="38233"/>
                  <a:pt x="20610" y="37212"/>
                  <a:pt x="21481" y="36192"/>
                </a:cubicBezTo>
                <a:close/>
                <a:moveTo>
                  <a:pt x="74026" y="38855"/>
                </a:moveTo>
                <a:lnTo>
                  <a:pt x="74051" y="38880"/>
                </a:lnTo>
                <a:lnTo>
                  <a:pt x="74051" y="38930"/>
                </a:lnTo>
                <a:lnTo>
                  <a:pt x="74051" y="38980"/>
                </a:lnTo>
                <a:lnTo>
                  <a:pt x="73877" y="39726"/>
                </a:lnTo>
                <a:lnTo>
                  <a:pt x="73852" y="39701"/>
                </a:lnTo>
                <a:lnTo>
                  <a:pt x="73802" y="39677"/>
                </a:lnTo>
                <a:cubicBezTo>
                  <a:pt x="73877" y="39477"/>
                  <a:pt x="73927" y="39228"/>
                  <a:pt x="74001" y="38955"/>
                </a:cubicBezTo>
                <a:cubicBezTo>
                  <a:pt x="74001" y="38930"/>
                  <a:pt x="74001" y="38905"/>
                  <a:pt x="74026" y="38855"/>
                </a:cubicBezTo>
                <a:close/>
                <a:moveTo>
                  <a:pt x="102004" y="37561"/>
                </a:moveTo>
                <a:cubicBezTo>
                  <a:pt x="102352" y="37735"/>
                  <a:pt x="102676" y="37909"/>
                  <a:pt x="103000" y="38108"/>
                </a:cubicBezTo>
                <a:cubicBezTo>
                  <a:pt x="103024" y="38108"/>
                  <a:pt x="103024" y="38158"/>
                  <a:pt x="103049" y="38158"/>
                </a:cubicBezTo>
                <a:cubicBezTo>
                  <a:pt x="103796" y="38606"/>
                  <a:pt x="104493" y="39179"/>
                  <a:pt x="105066" y="39776"/>
                </a:cubicBezTo>
                <a:cubicBezTo>
                  <a:pt x="105072" y="39783"/>
                  <a:pt x="105074" y="39786"/>
                  <a:pt x="105071" y="39786"/>
                </a:cubicBezTo>
                <a:cubicBezTo>
                  <a:pt x="105064" y="39786"/>
                  <a:pt x="105027" y="39763"/>
                  <a:pt x="104991" y="39726"/>
                </a:cubicBezTo>
                <a:lnTo>
                  <a:pt x="104966" y="39701"/>
                </a:lnTo>
                <a:cubicBezTo>
                  <a:pt x="104916" y="39677"/>
                  <a:pt x="104891" y="39677"/>
                  <a:pt x="104866" y="39652"/>
                </a:cubicBezTo>
                <a:cubicBezTo>
                  <a:pt x="104667" y="39452"/>
                  <a:pt x="104493" y="39278"/>
                  <a:pt x="104269" y="39104"/>
                </a:cubicBezTo>
                <a:cubicBezTo>
                  <a:pt x="104219" y="39079"/>
                  <a:pt x="104145" y="39029"/>
                  <a:pt x="104120" y="38980"/>
                </a:cubicBezTo>
                <a:cubicBezTo>
                  <a:pt x="103871" y="38805"/>
                  <a:pt x="103647" y="38606"/>
                  <a:pt x="103373" y="38432"/>
                </a:cubicBezTo>
                <a:cubicBezTo>
                  <a:pt x="103348" y="38407"/>
                  <a:pt x="103273" y="38357"/>
                  <a:pt x="103224" y="38332"/>
                </a:cubicBezTo>
                <a:cubicBezTo>
                  <a:pt x="103149" y="38308"/>
                  <a:pt x="103099" y="38233"/>
                  <a:pt x="103024" y="38208"/>
                </a:cubicBezTo>
                <a:lnTo>
                  <a:pt x="103000" y="38183"/>
                </a:lnTo>
                <a:lnTo>
                  <a:pt x="102975" y="38158"/>
                </a:lnTo>
                <a:lnTo>
                  <a:pt x="102925" y="38108"/>
                </a:lnTo>
                <a:cubicBezTo>
                  <a:pt x="102751" y="38034"/>
                  <a:pt x="102576" y="37909"/>
                  <a:pt x="102402" y="37810"/>
                </a:cubicBezTo>
                <a:cubicBezTo>
                  <a:pt x="102377" y="37785"/>
                  <a:pt x="102303" y="37785"/>
                  <a:pt x="102253" y="37735"/>
                </a:cubicBezTo>
                <a:cubicBezTo>
                  <a:pt x="102153" y="37710"/>
                  <a:pt x="102079" y="37660"/>
                  <a:pt x="102004" y="37611"/>
                </a:cubicBezTo>
                <a:lnTo>
                  <a:pt x="102004" y="37586"/>
                </a:lnTo>
                <a:lnTo>
                  <a:pt x="102004" y="37561"/>
                </a:lnTo>
                <a:close/>
                <a:moveTo>
                  <a:pt x="70069" y="34001"/>
                </a:moveTo>
                <a:cubicBezTo>
                  <a:pt x="70890" y="36117"/>
                  <a:pt x="72060" y="38083"/>
                  <a:pt x="73603" y="39801"/>
                </a:cubicBezTo>
                <a:lnTo>
                  <a:pt x="73529" y="39801"/>
                </a:lnTo>
                <a:cubicBezTo>
                  <a:pt x="72010" y="38108"/>
                  <a:pt x="70815" y="36192"/>
                  <a:pt x="70019" y="34026"/>
                </a:cubicBezTo>
                <a:cubicBezTo>
                  <a:pt x="70044" y="34026"/>
                  <a:pt x="70044" y="34001"/>
                  <a:pt x="70069" y="34001"/>
                </a:cubicBezTo>
                <a:close/>
                <a:moveTo>
                  <a:pt x="42265" y="26907"/>
                </a:moveTo>
                <a:cubicBezTo>
                  <a:pt x="42415" y="27107"/>
                  <a:pt x="42539" y="27281"/>
                  <a:pt x="42639" y="27505"/>
                </a:cubicBezTo>
                <a:cubicBezTo>
                  <a:pt x="37660" y="31089"/>
                  <a:pt x="33230" y="35345"/>
                  <a:pt x="29621" y="39851"/>
                </a:cubicBezTo>
                <a:cubicBezTo>
                  <a:pt x="29446" y="39726"/>
                  <a:pt x="29247" y="39602"/>
                  <a:pt x="29073" y="39527"/>
                </a:cubicBezTo>
                <a:cubicBezTo>
                  <a:pt x="29098" y="39477"/>
                  <a:pt x="29123" y="39428"/>
                  <a:pt x="29148" y="39403"/>
                </a:cubicBezTo>
                <a:cubicBezTo>
                  <a:pt x="29272" y="39228"/>
                  <a:pt x="29421" y="39104"/>
                  <a:pt x="29571" y="38955"/>
                </a:cubicBezTo>
                <a:cubicBezTo>
                  <a:pt x="30168" y="38308"/>
                  <a:pt x="30790" y="37660"/>
                  <a:pt x="31363" y="37038"/>
                </a:cubicBezTo>
                <a:cubicBezTo>
                  <a:pt x="31612" y="36789"/>
                  <a:pt x="31836" y="36540"/>
                  <a:pt x="32085" y="36316"/>
                </a:cubicBezTo>
                <a:cubicBezTo>
                  <a:pt x="32558" y="35818"/>
                  <a:pt x="33056" y="35345"/>
                  <a:pt x="33528" y="34848"/>
                </a:cubicBezTo>
                <a:lnTo>
                  <a:pt x="34549" y="33827"/>
                </a:lnTo>
                <a:cubicBezTo>
                  <a:pt x="34972" y="33429"/>
                  <a:pt x="35420" y="32981"/>
                  <a:pt x="35843" y="32583"/>
                </a:cubicBezTo>
                <a:cubicBezTo>
                  <a:pt x="36167" y="32309"/>
                  <a:pt x="36441" y="32010"/>
                  <a:pt x="36764" y="31736"/>
                </a:cubicBezTo>
                <a:cubicBezTo>
                  <a:pt x="37337" y="31214"/>
                  <a:pt x="37934" y="30641"/>
                  <a:pt x="38532" y="30118"/>
                </a:cubicBezTo>
                <a:cubicBezTo>
                  <a:pt x="38805" y="29869"/>
                  <a:pt x="39129" y="29596"/>
                  <a:pt x="39403" y="29347"/>
                </a:cubicBezTo>
                <a:cubicBezTo>
                  <a:pt x="39901" y="28899"/>
                  <a:pt x="40374" y="28500"/>
                  <a:pt x="40871" y="28077"/>
                </a:cubicBezTo>
                <a:cubicBezTo>
                  <a:pt x="41145" y="27828"/>
                  <a:pt x="41419" y="27579"/>
                  <a:pt x="41693" y="27355"/>
                </a:cubicBezTo>
                <a:cubicBezTo>
                  <a:pt x="41892" y="27206"/>
                  <a:pt x="42066" y="27032"/>
                  <a:pt x="42265" y="26907"/>
                </a:cubicBezTo>
                <a:close/>
                <a:moveTo>
                  <a:pt x="22004" y="36316"/>
                </a:moveTo>
                <a:cubicBezTo>
                  <a:pt x="21083" y="37536"/>
                  <a:pt x="20212" y="38706"/>
                  <a:pt x="19341" y="39901"/>
                </a:cubicBezTo>
                <a:cubicBezTo>
                  <a:pt x="19291" y="39851"/>
                  <a:pt x="19291" y="39851"/>
                  <a:pt x="19291" y="39826"/>
                </a:cubicBezTo>
                <a:cubicBezTo>
                  <a:pt x="20137" y="38656"/>
                  <a:pt x="21008" y="37486"/>
                  <a:pt x="21954" y="36316"/>
                </a:cubicBezTo>
                <a:close/>
                <a:moveTo>
                  <a:pt x="18818" y="39428"/>
                </a:moveTo>
                <a:cubicBezTo>
                  <a:pt x="18893" y="39577"/>
                  <a:pt x="18992" y="39701"/>
                  <a:pt x="19092" y="39851"/>
                </a:cubicBezTo>
                <a:cubicBezTo>
                  <a:pt x="19092" y="39901"/>
                  <a:pt x="19042" y="39901"/>
                  <a:pt x="19042" y="39925"/>
                </a:cubicBezTo>
                <a:cubicBezTo>
                  <a:pt x="18967" y="39776"/>
                  <a:pt x="18868" y="39627"/>
                  <a:pt x="18768" y="39477"/>
                </a:cubicBezTo>
                <a:lnTo>
                  <a:pt x="18818" y="39428"/>
                </a:lnTo>
                <a:close/>
                <a:moveTo>
                  <a:pt x="69870" y="34151"/>
                </a:moveTo>
                <a:cubicBezTo>
                  <a:pt x="70641" y="36167"/>
                  <a:pt x="71736" y="38034"/>
                  <a:pt x="73155" y="39677"/>
                </a:cubicBezTo>
                <a:lnTo>
                  <a:pt x="73130" y="39677"/>
                </a:lnTo>
                <a:cubicBezTo>
                  <a:pt x="73056" y="39677"/>
                  <a:pt x="73031" y="39652"/>
                  <a:pt x="72981" y="39652"/>
                </a:cubicBezTo>
                <a:cubicBezTo>
                  <a:pt x="72906" y="39652"/>
                  <a:pt x="72881" y="39602"/>
                  <a:pt x="72807" y="39602"/>
                </a:cubicBezTo>
                <a:cubicBezTo>
                  <a:pt x="72707" y="39577"/>
                  <a:pt x="72608" y="39577"/>
                  <a:pt x="72508" y="39552"/>
                </a:cubicBezTo>
                <a:lnTo>
                  <a:pt x="71935" y="39452"/>
                </a:lnTo>
                <a:cubicBezTo>
                  <a:pt x="71836" y="39452"/>
                  <a:pt x="71786" y="39428"/>
                  <a:pt x="71687" y="39428"/>
                </a:cubicBezTo>
                <a:lnTo>
                  <a:pt x="71438" y="39428"/>
                </a:lnTo>
                <a:cubicBezTo>
                  <a:pt x="71089" y="39403"/>
                  <a:pt x="70716" y="39353"/>
                  <a:pt x="70392" y="39353"/>
                </a:cubicBezTo>
                <a:lnTo>
                  <a:pt x="70342" y="39353"/>
                </a:lnTo>
                <a:cubicBezTo>
                  <a:pt x="70069" y="39353"/>
                  <a:pt x="69820" y="39353"/>
                  <a:pt x="69546" y="39403"/>
                </a:cubicBezTo>
                <a:cubicBezTo>
                  <a:pt x="69421" y="39403"/>
                  <a:pt x="69297" y="39428"/>
                  <a:pt x="69173" y="39428"/>
                </a:cubicBezTo>
                <a:cubicBezTo>
                  <a:pt x="69023" y="39428"/>
                  <a:pt x="68849" y="39452"/>
                  <a:pt x="68700" y="39452"/>
                </a:cubicBezTo>
                <a:cubicBezTo>
                  <a:pt x="68650" y="39452"/>
                  <a:pt x="68600" y="39452"/>
                  <a:pt x="68550" y="39477"/>
                </a:cubicBezTo>
                <a:cubicBezTo>
                  <a:pt x="68451" y="39477"/>
                  <a:pt x="68351" y="39527"/>
                  <a:pt x="68276" y="39527"/>
                </a:cubicBezTo>
                <a:cubicBezTo>
                  <a:pt x="68152" y="39552"/>
                  <a:pt x="68003" y="39552"/>
                  <a:pt x="67853" y="39577"/>
                </a:cubicBezTo>
                <a:cubicBezTo>
                  <a:pt x="67779" y="39577"/>
                  <a:pt x="67679" y="39602"/>
                  <a:pt x="67580" y="39627"/>
                </a:cubicBezTo>
                <a:lnTo>
                  <a:pt x="67530" y="39627"/>
                </a:lnTo>
                <a:cubicBezTo>
                  <a:pt x="67455" y="39627"/>
                  <a:pt x="67430" y="39677"/>
                  <a:pt x="67380" y="39677"/>
                </a:cubicBezTo>
                <a:cubicBezTo>
                  <a:pt x="67256" y="39701"/>
                  <a:pt x="67107" y="39701"/>
                  <a:pt x="67007" y="39726"/>
                </a:cubicBezTo>
                <a:lnTo>
                  <a:pt x="66957" y="39726"/>
                </a:lnTo>
                <a:cubicBezTo>
                  <a:pt x="66808" y="39751"/>
                  <a:pt x="66609" y="39826"/>
                  <a:pt x="66459" y="39851"/>
                </a:cubicBezTo>
                <a:cubicBezTo>
                  <a:pt x="66335" y="39876"/>
                  <a:pt x="66211" y="39925"/>
                  <a:pt x="66111" y="39950"/>
                </a:cubicBezTo>
                <a:cubicBezTo>
                  <a:pt x="66061" y="39975"/>
                  <a:pt x="65962" y="39975"/>
                  <a:pt x="65912" y="40000"/>
                </a:cubicBezTo>
                <a:cubicBezTo>
                  <a:pt x="65240" y="39328"/>
                  <a:pt x="64667" y="38581"/>
                  <a:pt x="64070" y="37810"/>
                </a:cubicBezTo>
                <a:cubicBezTo>
                  <a:pt x="65987" y="36490"/>
                  <a:pt x="67928" y="35246"/>
                  <a:pt x="69870" y="34151"/>
                </a:cubicBezTo>
                <a:close/>
                <a:moveTo>
                  <a:pt x="42754" y="27719"/>
                </a:moveTo>
                <a:cubicBezTo>
                  <a:pt x="42763" y="27719"/>
                  <a:pt x="42763" y="27736"/>
                  <a:pt x="42763" y="27754"/>
                </a:cubicBezTo>
                <a:cubicBezTo>
                  <a:pt x="37810" y="31313"/>
                  <a:pt x="33429" y="35545"/>
                  <a:pt x="29845" y="40025"/>
                </a:cubicBezTo>
                <a:cubicBezTo>
                  <a:pt x="29820" y="40025"/>
                  <a:pt x="29820" y="39975"/>
                  <a:pt x="29795" y="39975"/>
                </a:cubicBezTo>
                <a:cubicBezTo>
                  <a:pt x="33404" y="35495"/>
                  <a:pt x="37785" y="31263"/>
                  <a:pt x="42738" y="27729"/>
                </a:cubicBezTo>
                <a:cubicBezTo>
                  <a:pt x="42745" y="27722"/>
                  <a:pt x="42751" y="27719"/>
                  <a:pt x="42754" y="27719"/>
                </a:cubicBezTo>
                <a:close/>
                <a:moveTo>
                  <a:pt x="101805" y="38208"/>
                </a:moveTo>
                <a:cubicBezTo>
                  <a:pt x="102800" y="38681"/>
                  <a:pt x="103771" y="39204"/>
                  <a:pt x="104717" y="39801"/>
                </a:cubicBezTo>
                <a:cubicBezTo>
                  <a:pt x="104767" y="39851"/>
                  <a:pt x="104866" y="39925"/>
                  <a:pt x="104916" y="40025"/>
                </a:cubicBezTo>
                <a:cubicBezTo>
                  <a:pt x="103896" y="39353"/>
                  <a:pt x="102875" y="38780"/>
                  <a:pt x="101780" y="38283"/>
                </a:cubicBezTo>
                <a:cubicBezTo>
                  <a:pt x="101780" y="38233"/>
                  <a:pt x="101780" y="38233"/>
                  <a:pt x="101805" y="38208"/>
                </a:cubicBezTo>
                <a:close/>
                <a:moveTo>
                  <a:pt x="28949" y="39652"/>
                </a:moveTo>
                <a:cubicBezTo>
                  <a:pt x="29123" y="39776"/>
                  <a:pt x="29322" y="39851"/>
                  <a:pt x="29496" y="39975"/>
                </a:cubicBezTo>
                <a:cubicBezTo>
                  <a:pt x="29496" y="40025"/>
                  <a:pt x="29496" y="40050"/>
                  <a:pt x="29471" y="40050"/>
                </a:cubicBezTo>
                <a:cubicBezTo>
                  <a:pt x="29297" y="39925"/>
                  <a:pt x="29098" y="39801"/>
                  <a:pt x="28924" y="39701"/>
                </a:cubicBezTo>
                <a:cubicBezTo>
                  <a:pt x="28924" y="39677"/>
                  <a:pt x="28949" y="39677"/>
                  <a:pt x="28949" y="39652"/>
                </a:cubicBezTo>
                <a:close/>
                <a:moveTo>
                  <a:pt x="63896" y="37859"/>
                </a:moveTo>
                <a:cubicBezTo>
                  <a:pt x="64443" y="38606"/>
                  <a:pt x="65041" y="39353"/>
                  <a:pt x="65688" y="40025"/>
                </a:cubicBezTo>
                <a:cubicBezTo>
                  <a:pt x="65663" y="40025"/>
                  <a:pt x="65638" y="40025"/>
                  <a:pt x="65588" y="40050"/>
                </a:cubicBezTo>
                <a:cubicBezTo>
                  <a:pt x="64966" y="39403"/>
                  <a:pt x="64393" y="38681"/>
                  <a:pt x="63821" y="37909"/>
                </a:cubicBezTo>
                <a:cubicBezTo>
                  <a:pt x="63846" y="37909"/>
                  <a:pt x="63846" y="37859"/>
                  <a:pt x="63896" y="37859"/>
                </a:cubicBezTo>
                <a:close/>
                <a:moveTo>
                  <a:pt x="74350" y="39925"/>
                </a:moveTo>
                <a:lnTo>
                  <a:pt x="74350" y="40050"/>
                </a:lnTo>
                <a:cubicBezTo>
                  <a:pt x="74350" y="40050"/>
                  <a:pt x="74300" y="40050"/>
                  <a:pt x="74300" y="40025"/>
                </a:cubicBezTo>
                <a:cubicBezTo>
                  <a:pt x="74300" y="39975"/>
                  <a:pt x="74350" y="39950"/>
                  <a:pt x="74350" y="39925"/>
                </a:cubicBezTo>
                <a:close/>
                <a:moveTo>
                  <a:pt x="19166" y="40050"/>
                </a:moveTo>
                <a:cubicBezTo>
                  <a:pt x="19216" y="40075"/>
                  <a:pt x="19216" y="40075"/>
                  <a:pt x="19216" y="40100"/>
                </a:cubicBezTo>
                <a:cubicBezTo>
                  <a:pt x="19216" y="40125"/>
                  <a:pt x="19166" y="40125"/>
                  <a:pt x="19166" y="40174"/>
                </a:cubicBezTo>
                <a:cubicBezTo>
                  <a:pt x="19166" y="40174"/>
                  <a:pt x="19166" y="40125"/>
                  <a:pt x="19141" y="40125"/>
                </a:cubicBezTo>
                <a:lnTo>
                  <a:pt x="19141" y="40100"/>
                </a:lnTo>
                <a:cubicBezTo>
                  <a:pt x="19141" y="40075"/>
                  <a:pt x="19166" y="40050"/>
                  <a:pt x="19166" y="40050"/>
                </a:cubicBezTo>
                <a:close/>
                <a:moveTo>
                  <a:pt x="29670" y="40075"/>
                </a:moveTo>
                <a:cubicBezTo>
                  <a:pt x="29695" y="40075"/>
                  <a:pt x="29695" y="40100"/>
                  <a:pt x="29720" y="40100"/>
                </a:cubicBezTo>
                <a:cubicBezTo>
                  <a:pt x="29720" y="40149"/>
                  <a:pt x="29695" y="40149"/>
                  <a:pt x="29695" y="40174"/>
                </a:cubicBezTo>
                <a:cubicBezTo>
                  <a:pt x="29670" y="40174"/>
                  <a:pt x="29670" y="40174"/>
                  <a:pt x="29621" y="40149"/>
                </a:cubicBezTo>
                <a:cubicBezTo>
                  <a:pt x="29621" y="40100"/>
                  <a:pt x="29670" y="40100"/>
                  <a:pt x="29670" y="40075"/>
                </a:cubicBezTo>
                <a:close/>
                <a:moveTo>
                  <a:pt x="70392" y="39577"/>
                </a:moveTo>
                <a:cubicBezTo>
                  <a:pt x="70815" y="39577"/>
                  <a:pt x="71189" y="39602"/>
                  <a:pt x="71587" y="39627"/>
                </a:cubicBezTo>
                <a:cubicBezTo>
                  <a:pt x="71687" y="39627"/>
                  <a:pt x="71786" y="39677"/>
                  <a:pt x="71886" y="39677"/>
                </a:cubicBezTo>
                <a:cubicBezTo>
                  <a:pt x="71960" y="39677"/>
                  <a:pt x="72035" y="39701"/>
                  <a:pt x="72135" y="39701"/>
                </a:cubicBezTo>
                <a:cubicBezTo>
                  <a:pt x="72408" y="39726"/>
                  <a:pt x="72707" y="39801"/>
                  <a:pt x="73006" y="39851"/>
                </a:cubicBezTo>
                <a:cubicBezTo>
                  <a:pt x="73155" y="39876"/>
                  <a:pt x="73280" y="39950"/>
                  <a:pt x="73429" y="39975"/>
                </a:cubicBezTo>
                <a:lnTo>
                  <a:pt x="73454" y="40000"/>
                </a:lnTo>
                <a:lnTo>
                  <a:pt x="73504" y="40050"/>
                </a:lnTo>
                <a:cubicBezTo>
                  <a:pt x="73479" y="40025"/>
                  <a:pt x="73404" y="39975"/>
                  <a:pt x="73379" y="39975"/>
                </a:cubicBezTo>
                <a:cubicBezTo>
                  <a:pt x="73304" y="39950"/>
                  <a:pt x="73255" y="39950"/>
                  <a:pt x="73180" y="39925"/>
                </a:cubicBezTo>
                <a:cubicBezTo>
                  <a:pt x="73155" y="39925"/>
                  <a:pt x="73080" y="39901"/>
                  <a:pt x="73056" y="39901"/>
                </a:cubicBezTo>
                <a:lnTo>
                  <a:pt x="73006" y="39901"/>
                </a:lnTo>
                <a:cubicBezTo>
                  <a:pt x="72906" y="39851"/>
                  <a:pt x="72807" y="39851"/>
                  <a:pt x="72707" y="39826"/>
                </a:cubicBezTo>
                <a:cubicBezTo>
                  <a:pt x="72657" y="39826"/>
                  <a:pt x="72608" y="39801"/>
                  <a:pt x="72533" y="39801"/>
                </a:cubicBezTo>
                <a:cubicBezTo>
                  <a:pt x="72408" y="39776"/>
                  <a:pt x="72309" y="39726"/>
                  <a:pt x="72184" y="39726"/>
                </a:cubicBezTo>
                <a:cubicBezTo>
                  <a:pt x="72085" y="39726"/>
                  <a:pt x="72010" y="39701"/>
                  <a:pt x="71911" y="39701"/>
                </a:cubicBezTo>
                <a:cubicBezTo>
                  <a:pt x="71836" y="39701"/>
                  <a:pt x="71786" y="39677"/>
                  <a:pt x="71711" y="39677"/>
                </a:cubicBezTo>
                <a:lnTo>
                  <a:pt x="71537" y="39677"/>
                </a:lnTo>
                <a:cubicBezTo>
                  <a:pt x="71438" y="39677"/>
                  <a:pt x="71388" y="39652"/>
                  <a:pt x="71288" y="39652"/>
                </a:cubicBezTo>
                <a:lnTo>
                  <a:pt x="71064" y="39652"/>
                </a:lnTo>
                <a:cubicBezTo>
                  <a:pt x="70840" y="39652"/>
                  <a:pt x="70641" y="39602"/>
                  <a:pt x="70417" y="39602"/>
                </a:cubicBezTo>
                <a:lnTo>
                  <a:pt x="70318" y="39602"/>
                </a:lnTo>
                <a:cubicBezTo>
                  <a:pt x="70069" y="39602"/>
                  <a:pt x="69795" y="39602"/>
                  <a:pt x="69546" y="39652"/>
                </a:cubicBezTo>
                <a:cubicBezTo>
                  <a:pt x="69446" y="39652"/>
                  <a:pt x="69347" y="39652"/>
                  <a:pt x="69272" y="39677"/>
                </a:cubicBezTo>
                <a:lnTo>
                  <a:pt x="68973" y="39677"/>
                </a:lnTo>
                <a:cubicBezTo>
                  <a:pt x="68899" y="39677"/>
                  <a:pt x="68799" y="39677"/>
                  <a:pt x="68700" y="39701"/>
                </a:cubicBezTo>
                <a:cubicBezTo>
                  <a:pt x="68550" y="39726"/>
                  <a:pt x="68401" y="39726"/>
                  <a:pt x="68202" y="39776"/>
                </a:cubicBezTo>
                <a:cubicBezTo>
                  <a:pt x="68077" y="39801"/>
                  <a:pt x="67978" y="39801"/>
                  <a:pt x="67853" y="39801"/>
                </a:cubicBezTo>
                <a:cubicBezTo>
                  <a:pt x="67779" y="39801"/>
                  <a:pt x="67679" y="39826"/>
                  <a:pt x="67580" y="39851"/>
                </a:cubicBezTo>
                <a:cubicBezTo>
                  <a:pt x="67480" y="39901"/>
                  <a:pt x="67405" y="39901"/>
                  <a:pt x="67331" y="39925"/>
                </a:cubicBezTo>
                <a:cubicBezTo>
                  <a:pt x="67281" y="39925"/>
                  <a:pt x="67181" y="39950"/>
                  <a:pt x="67107" y="39950"/>
                </a:cubicBezTo>
                <a:cubicBezTo>
                  <a:pt x="67082" y="39950"/>
                  <a:pt x="67057" y="39950"/>
                  <a:pt x="67032" y="39975"/>
                </a:cubicBezTo>
                <a:lnTo>
                  <a:pt x="66982" y="39975"/>
                </a:lnTo>
                <a:cubicBezTo>
                  <a:pt x="66808" y="40025"/>
                  <a:pt x="66609" y="40075"/>
                  <a:pt x="66435" y="40100"/>
                </a:cubicBezTo>
                <a:cubicBezTo>
                  <a:pt x="66360" y="40100"/>
                  <a:pt x="66335" y="40149"/>
                  <a:pt x="66285" y="40149"/>
                </a:cubicBezTo>
                <a:cubicBezTo>
                  <a:pt x="66211" y="40149"/>
                  <a:pt x="66186" y="40174"/>
                  <a:pt x="66111" y="40174"/>
                </a:cubicBezTo>
                <a:cubicBezTo>
                  <a:pt x="66086" y="40174"/>
                  <a:pt x="66061" y="40174"/>
                  <a:pt x="66036" y="40199"/>
                </a:cubicBezTo>
                <a:lnTo>
                  <a:pt x="65987" y="40174"/>
                </a:lnTo>
                <a:cubicBezTo>
                  <a:pt x="66036" y="40174"/>
                  <a:pt x="66061" y="40149"/>
                  <a:pt x="66111" y="40149"/>
                </a:cubicBezTo>
                <a:cubicBezTo>
                  <a:pt x="66211" y="40100"/>
                  <a:pt x="66310" y="40100"/>
                  <a:pt x="66410" y="40075"/>
                </a:cubicBezTo>
                <a:cubicBezTo>
                  <a:pt x="66584" y="40025"/>
                  <a:pt x="66808" y="39975"/>
                  <a:pt x="66982" y="39950"/>
                </a:cubicBezTo>
                <a:cubicBezTo>
                  <a:pt x="67156" y="39925"/>
                  <a:pt x="67306" y="39901"/>
                  <a:pt x="67430" y="39851"/>
                </a:cubicBezTo>
                <a:cubicBezTo>
                  <a:pt x="67555" y="39826"/>
                  <a:pt x="67704" y="39801"/>
                  <a:pt x="67828" y="39801"/>
                </a:cubicBezTo>
                <a:cubicBezTo>
                  <a:pt x="68052" y="39776"/>
                  <a:pt x="68301" y="39726"/>
                  <a:pt x="68525" y="39701"/>
                </a:cubicBezTo>
                <a:cubicBezTo>
                  <a:pt x="68575" y="39701"/>
                  <a:pt x="68650" y="39677"/>
                  <a:pt x="68700" y="39677"/>
                </a:cubicBezTo>
                <a:cubicBezTo>
                  <a:pt x="69272" y="39602"/>
                  <a:pt x="69820" y="39577"/>
                  <a:pt x="70342" y="39577"/>
                </a:cubicBezTo>
                <a:close/>
                <a:moveTo>
                  <a:pt x="74549" y="39726"/>
                </a:moveTo>
                <a:cubicBezTo>
                  <a:pt x="74599" y="39801"/>
                  <a:pt x="74649" y="39851"/>
                  <a:pt x="74674" y="39925"/>
                </a:cubicBezTo>
                <a:cubicBezTo>
                  <a:pt x="74723" y="40000"/>
                  <a:pt x="74748" y="40100"/>
                  <a:pt x="74773" y="40174"/>
                </a:cubicBezTo>
                <a:cubicBezTo>
                  <a:pt x="74773" y="40199"/>
                  <a:pt x="74773" y="40199"/>
                  <a:pt x="74798" y="40224"/>
                </a:cubicBezTo>
                <a:lnTo>
                  <a:pt x="74773" y="40199"/>
                </a:lnTo>
                <a:lnTo>
                  <a:pt x="74798" y="40249"/>
                </a:lnTo>
                <a:cubicBezTo>
                  <a:pt x="74773" y="40249"/>
                  <a:pt x="74773" y="40249"/>
                  <a:pt x="74748" y="40224"/>
                </a:cubicBezTo>
                <a:cubicBezTo>
                  <a:pt x="74674" y="40199"/>
                  <a:pt x="74599" y="40174"/>
                  <a:pt x="74524" y="40125"/>
                </a:cubicBezTo>
                <a:cubicBezTo>
                  <a:pt x="74524" y="40000"/>
                  <a:pt x="74549" y="39851"/>
                  <a:pt x="74549" y="39726"/>
                </a:cubicBezTo>
                <a:close/>
                <a:moveTo>
                  <a:pt x="80498" y="35694"/>
                </a:moveTo>
                <a:cubicBezTo>
                  <a:pt x="80100" y="36739"/>
                  <a:pt x="79702" y="37735"/>
                  <a:pt x="79229" y="38780"/>
                </a:cubicBezTo>
                <a:cubicBezTo>
                  <a:pt x="79204" y="38805"/>
                  <a:pt x="79129" y="38805"/>
                  <a:pt x="79104" y="38830"/>
                </a:cubicBezTo>
                <a:cubicBezTo>
                  <a:pt x="78905" y="38930"/>
                  <a:pt x="78706" y="38980"/>
                  <a:pt x="78507" y="39079"/>
                </a:cubicBezTo>
                <a:cubicBezTo>
                  <a:pt x="78258" y="39179"/>
                  <a:pt x="78034" y="39303"/>
                  <a:pt x="77785" y="39403"/>
                </a:cubicBezTo>
                <a:lnTo>
                  <a:pt x="77760" y="39403"/>
                </a:lnTo>
                <a:cubicBezTo>
                  <a:pt x="77636" y="39452"/>
                  <a:pt x="77511" y="39527"/>
                  <a:pt x="77362" y="39577"/>
                </a:cubicBezTo>
                <a:cubicBezTo>
                  <a:pt x="77138" y="39677"/>
                  <a:pt x="76914" y="39776"/>
                  <a:pt x="76739" y="39851"/>
                </a:cubicBezTo>
                <a:cubicBezTo>
                  <a:pt x="76391" y="40025"/>
                  <a:pt x="76043" y="40199"/>
                  <a:pt x="75669" y="40349"/>
                </a:cubicBezTo>
                <a:cubicBezTo>
                  <a:pt x="75495" y="40075"/>
                  <a:pt x="75296" y="39801"/>
                  <a:pt x="75171" y="39527"/>
                </a:cubicBezTo>
                <a:cubicBezTo>
                  <a:pt x="75146" y="39452"/>
                  <a:pt x="75122" y="39428"/>
                  <a:pt x="75097" y="39353"/>
                </a:cubicBezTo>
                <a:cubicBezTo>
                  <a:pt x="75022" y="39278"/>
                  <a:pt x="74997" y="39154"/>
                  <a:pt x="74922" y="39054"/>
                </a:cubicBezTo>
                <a:cubicBezTo>
                  <a:pt x="76217" y="37561"/>
                  <a:pt x="78108" y="36416"/>
                  <a:pt x="80498" y="35694"/>
                </a:cubicBezTo>
                <a:close/>
                <a:moveTo>
                  <a:pt x="105414" y="40224"/>
                </a:moveTo>
                <a:lnTo>
                  <a:pt x="105414" y="40224"/>
                </a:lnTo>
                <a:cubicBezTo>
                  <a:pt x="105464" y="40249"/>
                  <a:pt x="105489" y="40249"/>
                  <a:pt x="105514" y="40299"/>
                </a:cubicBezTo>
                <a:cubicBezTo>
                  <a:pt x="105538" y="40324"/>
                  <a:pt x="105588" y="40324"/>
                  <a:pt x="105613" y="40349"/>
                </a:cubicBezTo>
                <a:cubicBezTo>
                  <a:pt x="105638" y="40373"/>
                  <a:pt x="105663" y="40423"/>
                  <a:pt x="105663" y="40448"/>
                </a:cubicBezTo>
                <a:lnTo>
                  <a:pt x="105696" y="40481"/>
                </a:lnTo>
                <a:lnTo>
                  <a:pt x="105696" y="40481"/>
                </a:lnTo>
                <a:cubicBezTo>
                  <a:pt x="105686" y="40476"/>
                  <a:pt x="105675" y="40473"/>
                  <a:pt x="105663" y="40473"/>
                </a:cubicBezTo>
                <a:cubicBezTo>
                  <a:pt x="105638" y="40448"/>
                  <a:pt x="105613" y="40423"/>
                  <a:pt x="105538" y="40398"/>
                </a:cubicBezTo>
                <a:cubicBezTo>
                  <a:pt x="105538" y="40324"/>
                  <a:pt x="105489" y="40299"/>
                  <a:pt x="105414" y="40224"/>
                </a:cubicBezTo>
                <a:close/>
                <a:moveTo>
                  <a:pt x="74250" y="40523"/>
                </a:moveTo>
                <a:cubicBezTo>
                  <a:pt x="74275" y="40523"/>
                  <a:pt x="74300" y="40548"/>
                  <a:pt x="74300" y="40548"/>
                </a:cubicBezTo>
                <a:cubicBezTo>
                  <a:pt x="74275" y="40548"/>
                  <a:pt x="74275" y="40548"/>
                  <a:pt x="74250" y="40523"/>
                </a:cubicBezTo>
                <a:close/>
                <a:moveTo>
                  <a:pt x="79104" y="39079"/>
                </a:moveTo>
                <a:cubicBezTo>
                  <a:pt x="79104" y="39079"/>
                  <a:pt x="79104" y="39104"/>
                  <a:pt x="79054" y="39104"/>
                </a:cubicBezTo>
                <a:cubicBezTo>
                  <a:pt x="78283" y="39452"/>
                  <a:pt x="77486" y="39801"/>
                  <a:pt x="76665" y="40174"/>
                </a:cubicBezTo>
                <a:cubicBezTo>
                  <a:pt x="76391" y="40299"/>
                  <a:pt x="76092" y="40448"/>
                  <a:pt x="75769" y="40597"/>
                </a:cubicBezTo>
                <a:lnTo>
                  <a:pt x="75769" y="40573"/>
                </a:lnTo>
                <a:cubicBezTo>
                  <a:pt x="75769" y="40573"/>
                  <a:pt x="75769" y="40548"/>
                  <a:pt x="75744" y="40548"/>
                </a:cubicBezTo>
                <a:cubicBezTo>
                  <a:pt x="76889" y="40025"/>
                  <a:pt x="78009" y="39527"/>
                  <a:pt x="79104" y="39079"/>
                </a:cubicBezTo>
                <a:close/>
                <a:moveTo>
                  <a:pt x="74524" y="40349"/>
                </a:moveTo>
                <a:cubicBezTo>
                  <a:pt x="74549" y="40349"/>
                  <a:pt x="74549" y="40398"/>
                  <a:pt x="74549" y="40398"/>
                </a:cubicBezTo>
                <a:cubicBezTo>
                  <a:pt x="74674" y="40448"/>
                  <a:pt x="74798" y="40523"/>
                  <a:pt x="74922" y="40597"/>
                </a:cubicBezTo>
                <a:lnTo>
                  <a:pt x="74922" y="40622"/>
                </a:lnTo>
                <a:cubicBezTo>
                  <a:pt x="74922" y="40622"/>
                  <a:pt x="74922" y="40672"/>
                  <a:pt x="74972" y="40672"/>
                </a:cubicBezTo>
                <a:cubicBezTo>
                  <a:pt x="74922" y="40672"/>
                  <a:pt x="74898" y="40622"/>
                  <a:pt x="74873" y="40622"/>
                </a:cubicBezTo>
                <a:cubicBezTo>
                  <a:pt x="74848" y="40622"/>
                  <a:pt x="74848" y="40597"/>
                  <a:pt x="74798" y="40597"/>
                </a:cubicBezTo>
                <a:cubicBezTo>
                  <a:pt x="74723" y="40548"/>
                  <a:pt x="74624" y="40498"/>
                  <a:pt x="74524" y="40448"/>
                </a:cubicBezTo>
                <a:cubicBezTo>
                  <a:pt x="74499" y="40448"/>
                  <a:pt x="74499" y="40423"/>
                  <a:pt x="74474" y="40423"/>
                </a:cubicBezTo>
                <a:lnTo>
                  <a:pt x="74524" y="40349"/>
                </a:lnTo>
                <a:close/>
                <a:moveTo>
                  <a:pt x="63697" y="37984"/>
                </a:moveTo>
                <a:cubicBezTo>
                  <a:pt x="64219" y="38731"/>
                  <a:pt x="64817" y="39452"/>
                  <a:pt x="65414" y="40075"/>
                </a:cubicBezTo>
                <a:cubicBezTo>
                  <a:pt x="65339" y="40100"/>
                  <a:pt x="65290" y="40100"/>
                  <a:pt x="65215" y="40125"/>
                </a:cubicBezTo>
                <a:cubicBezTo>
                  <a:pt x="65090" y="40174"/>
                  <a:pt x="64966" y="40224"/>
                  <a:pt x="64842" y="40249"/>
                </a:cubicBezTo>
                <a:cubicBezTo>
                  <a:pt x="64792" y="40299"/>
                  <a:pt x="64717" y="40299"/>
                  <a:pt x="64667" y="40324"/>
                </a:cubicBezTo>
                <a:lnTo>
                  <a:pt x="64617" y="40324"/>
                </a:lnTo>
                <a:cubicBezTo>
                  <a:pt x="64543" y="40349"/>
                  <a:pt x="64418" y="40373"/>
                  <a:pt x="64319" y="40423"/>
                </a:cubicBezTo>
                <a:cubicBezTo>
                  <a:pt x="64219" y="40448"/>
                  <a:pt x="64095" y="40473"/>
                  <a:pt x="63995" y="40548"/>
                </a:cubicBezTo>
                <a:cubicBezTo>
                  <a:pt x="63921" y="40573"/>
                  <a:pt x="63846" y="40597"/>
                  <a:pt x="63746" y="40647"/>
                </a:cubicBezTo>
                <a:cubicBezTo>
                  <a:pt x="63697" y="40672"/>
                  <a:pt x="63622" y="40672"/>
                  <a:pt x="63572" y="40697"/>
                </a:cubicBezTo>
                <a:cubicBezTo>
                  <a:pt x="63248" y="40075"/>
                  <a:pt x="62925" y="39428"/>
                  <a:pt x="62576" y="38780"/>
                </a:cubicBezTo>
                <a:cubicBezTo>
                  <a:pt x="62950" y="38482"/>
                  <a:pt x="63323" y="38233"/>
                  <a:pt x="63697" y="37984"/>
                </a:cubicBezTo>
                <a:close/>
                <a:moveTo>
                  <a:pt x="73603" y="40697"/>
                </a:moveTo>
                <a:cubicBezTo>
                  <a:pt x="73603" y="40718"/>
                  <a:pt x="73603" y="40721"/>
                  <a:pt x="73573" y="40737"/>
                </a:cubicBezTo>
                <a:lnTo>
                  <a:pt x="73573" y="40737"/>
                </a:lnTo>
                <a:cubicBezTo>
                  <a:pt x="73582" y="40722"/>
                  <a:pt x="73592" y="40708"/>
                  <a:pt x="73603" y="40697"/>
                </a:cubicBezTo>
                <a:close/>
                <a:moveTo>
                  <a:pt x="62402" y="38930"/>
                </a:moveTo>
                <a:cubicBezTo>
                  <a:pt x="62726" y="39552"/>
                  <a:pt x="63074" y="40174"/>
                  <a:pt x="63348" y="40797"/>
                </a:cubicBezTo>
                <a:cubicBezTo>
                  <a:pt x="63323" y="40797"/>
                  <a:pt x="63323" y="40797"/>
                  <a:pt x="63298" y="40821"/>
                </a:cubicBezTo>
                <a:cubicBezTo>
                  <a:pt x="62975" y="40199"/>
                  <a:pt x="62676" y="39577"/>
                  <a:pt x="62328" y="38955"/>
                </a:cubicBezTo>
                <a:cubicBezTo>
                  <a:pt x="62352" y="38955"/>
                  <a:pt x="62352" y="38930"/>
                  <a:pt x="62402" y="38930"/>
                </a:cubicBezTo>
                <a:close/>
                <a:moveTo>
                  <a:pt x="75296" y="40797"/>
                </a:moveTo>
                <a:cubicBezTo>
                  <a:pt x="75296" y="40797"/>
                  <a:pt x="75346" y="40797"/>
                  <a:pt x="75346" y="40821"/>
                </a:cubicBezTo>
                <a:lnTo>
                  <a:pt x="75346" y="40846"/>
                </a:lnTo>
                <a:lnTo>
                  <a:pt x="75296" y="40846"/>
                </a:lnTo>
                <a:lnTo>
                  <a:pt x="75296" y="40821"/>
                </a:lnTo>
                <a:lnTo>
                  <a:pt x="75271" y="40797"/>
                </a:lnTo>
                <a:close/>
                <a:moveTo>
                  <a:pt x="74474" y="40672"/>
                </a:moveTo>
                <a:cubicBezTo>
                  <a:pt x="74549" y="40722"/>
                  <a:pt x="74624" y="40797"/>
                  <a:pt x="74723" y="40846"/>
                </a:cubicBezTo>
                <a:cubicBezTo>
                  <a:pt x="74674" y="40846"/>
                  <a:pt x="74674" y="40871"/>
                  <a:pt x="74649" y="40871"/>
                </a:cubicBezTo>
                <a:cubicBezTo>
                  <a:pt x="74599" y="40821"/>
                  <a:pt x="74524" y="40797"/>
                  <a:pt x="74474" y="40722"/>
                </a:cubicBezTo>
                <a:lnTo>
                  <a:pt x="74474" y="40672"/>
                </a:lnTo>
                <a:close/>
                <a:moveTo>
                  <a:pt x="65581" y="40284"/>
                </a:moveTo>
                <a:lnTo>
                  <a:pt x="65581" y="40284"/>
                </a:lnTo>
                <a:cubicBezTo>
                  <a:pt x="65583" y="40288"/>
                  <a:pt x="65585" y="40293"/>
                  <a:pt x="65588" y="40299"/>
                </a:cubicBezTo>
                <a:cubicBezTo>
                  <a:pt x="65538" y="40299"/>
                  <a:pt x="65514" y="40324"/>
                  <a:pt x="65439" y="40324"/>
                </a:cubicBezTo>
                <a:cubicBezTo>
                  <a:pt x="65389" y="40349"/>
                  <a:pt x="65314" y="40349"/>
                  <a:pt x="65240" y="40398"/>
                </a:cubicBezTo>
                <a:cubicBezTo>
                  <a:pt x="65215" y="40398"/>
                  <a:pt x="65190" y="40423"/>
                  <a:pt x="65165" y="40423"/>
                </a:cubicBezTo>
                <a:cubicBezTo>
                  <a:pt x="64966" y="40473"/>
                  <a:pt x="64792" y="40548"/>
                  <a:pt x="64617" y="40597"/>
                </a:cubicBezTo>
                <a:cubicBezTo>
                  <a:pt x="64543" y="40622"/>
                  <a:pt x="64443" y="40672"/>
                  <a:pt x="64369" y="40697"/>
                </a:cubicBezTo>
                <a:cubicBezTo>
                  <a:pt x="64194" y="40747"/>
                  <a:pt x="63970" y="40846"/>
                  <a:pt x="63746" y="40921"/>
                </a:cubicBezTo>
                <a:cubicBezTo>
                  <a:pt x="63721" y="40921"/>
                  <a:pt x="63697" y="40946"/>
                  <a:pt x="63672" y="40946"/>
                </a:cubicBezTo>
                <a:lnTo>
                  <a:pt x="63672" y="40921"/>
                </a:lnTo>
                <a:lnTo>
                  <a:pt x="63672" y="40871"/>
                </a:lnTo>
                <a:cubicBezTo>
                  <a:pt x="63921" y="40797"/>
                  <a:pt x="64120" y="40697"/>
                  <a:pt x="64369" y="40622"/>
                </a:cubicBezTo>
                <a:cubicBezTo>
                  <a:pt x="64443" y="40597"/>
                  <a:pt x="64493" y="40597"/>
                  <a:pt x="64568" y="40573"/>
                </a:cubicBezTo>
                <a:cubicBezTo>
                  <a:pt x="64692" y="40523"/>
                  <a:pt x="64842" y="40473"/>
                  <a:pt x="64966" y="40448"/>
                </a:cubicBezTo>
                <a:cubicBezTo>
                  <a:pt x="65066" y="40423"/>
                  <a:pt x="65165" y="40398"/>
                  <a:pt x="65290" y="40349"/>
                </a:cubicBezTo>
                <a:cubicBezTo>
                  <a:pt x="65389" y="40324"/>
                  <a:pt x="65439" y="40324"/>
                  <a:pt x="65538" y="40299"/>
                </a:cubicBezTo>
                <a:cubicBezTo>
                  <a:pt x="65555" y="40299"/>
                  <a:pt x="65572" y="40299"/>
                  <a:pt x="65581" y="40284"/>
                </a:cubicBezTo>
                <a:close/>
                <a:moveTo>
                  <a:pt x="63448" y="40946"/>
                </a:moveTo>
                <a:cubicBezTo>
                  <a:pt x="63448" y="40946"/>
                  <a:pt x="63448" y="40971"/>
                  <a:pt x="63473" y="40971"/>
                </a:cubicBezTo>
                <a:lnTo>
                  <a:pt x="63473" y="41021"/>
                </a:lnTo>
                <a:lnTo>
                  <a:pt x="63423" y="41021"/>
                </a:lnTo>
                <a:lnTo>
                  <a:pt x="63423" y="40971"/>
                </a:lnTo>
                <a:cubicBezTo>
                  <a:pt x="63406" y="40987"/>
                  <a:pt x="63395" y="40993"/>
                  <a:pt x="63388" y="40993"/>
                </a:cubicBezTo>
                <a:cubicBezTo>
                  <a:pt x="63373" y="40993"/>
                  <a:pt x="63373" y="40971"/>
                  <a:pt x="63373" y="40971"/>
                </a:cubicBezTo>
                <a:cubicBezTo>
                  <a:pt x="63423" y="40971"/>
                  <a:pt x="63423" y="40946"/>
                  <a:pt x="63448" y="40946"/>
                </a:cubicBezTo>
                <a:close/>
                <a:moveTo>
                  <a:pt x="74823" y="40971"/>
                </a:moveTo>
                <a:lnTo>
                  <a:pt x="74898" y="41046"/>
                </a:lnTo>
                <a:cubicBezTo>
                  <a:pt x="74873" y="41046"/>
                  <a:pt x="74873" y="41070"/>
                  <a:pt x="74848" y="41070"/>
                </a:cubicBezTo>
                <a:lnTo>
                  <a:pt x="74798" y="41046"/>
                </a:lnTo>
                <a:lnTo>
                  <a:pt x="74773" y="41021"/>
                </a:lnTo>
                <a:cubicBezTo>
                  <a:pt x="74798" y="41021"/>
                  <a:pt x="74798" y="40971"/>
                  <a:pt x="74823" y="40971"/>
                </a:cubicBezTo>
                <a:close/>
                <a:moveTo>
                  <a:pt x="74250" y="40722"/>
                </a:moveTo>
                <a:cubicBezTo>
                  <a:pt x="74250" y="40772"/>
                  <a:pt x="74275" y="40797"/>
                  <a:pt x="74300" y="40797"/>
                </a:cubicBezTo>
                <a:cubicBezTo>
                  <a:pt x="74300" y="40896"/>
                  <a:pt x="74275" y="40971"/>
                  <a:pt x="74275" y="41070"/>
                </a:cubicBezTo>
                <a:cubicBezTo>
                  <a:pt x="74250" y="41070"/>
                  <a:pt x="74250" y="41095"/>
                  <a:pt x="74225" y="41095"/>
                </a:cubicBezTo>
                <a:cubicBezTo>
                  <a:pt x="74225" y="40971"/>
                  <a:pt x="74250" y="40846"/>
                  <a:pt x="74250" y="40722"/>
                </a:cubicBezTo>
                <a:close/>
                <a:moveTo>
                  <a:pt x="74649" y="41095"/>
                </a:moveTo>
                <a:lnTo>
                  <a:pt x="74674" y="41145"/>
                </a:lnTo>
                <a:cubicBezTo>
                  <a:pt x="74599" y="41170"/>
                  <a:pt x="74524" y="41220"/>
                  <a:pt x="74425" y="41270"/>
                </a:cubicBezTo>
                <a:lnTo>
                  <a:pt x="74425" y="41220"/>
                </a:lnTo>
                <a:lnTo>
                  <a:pt x="74425" y="41195"/>
                </a:lnTo>
                <a:cubicBezTo>
                  <a:pt x="74499" y="41195"/>
                  <a:pt x="74549" y="41170"/>
                  <a:pt x="74649" y="41095"/>
                </a:cubicBezTo>
                <a:close/>
                <a:moveTo>
                  <a:pt x="74051" y="40672"/>
                </a:moveTo>
                <a:cubicBezTo>
                  <a:pt x="74026" y="40846"/>
                  <a:pt x="74026" y="41046"/>
                  <a:pt x="74001" y="41220"/>
                </a:cubicBezTo>
                <a:lnTo>
                  <a:pt x="73802" y="41319"/>
                </a:lnTo>
                <a:cubicBezTo>
                  <a:pt x="73902" y="41095"/>
                  <a:pt x="74001" y="40896"/>
                  <a:pt x="74051" y="40672"/>
                </a:cubicBezTo>
                <a:close/>
                <a:moveTo>
                  <a:pt x="74250" y="41319"/>
                </a:moveTo>
                <a:lnTo>
                  <a:pt x="74250" y="41344"/>
                </a:lnTo>
                <a:lnTo>
                  <a:pt x="74250" y="41369"/>
                </a:lnTo>
                <a:cubicBezTo>
                  <a:pt x="74225" y="41369"/>
                  <a:pt x="74225" y="41419"/>
                  <a:pt x="74176" y="41419"/>
                </a:cubicBezTo>
                <a:lnTo>
                  <a:pt x="74176" y="41369"/>
                </a:lnTo>
                <a:lnTo>
                  <a:pt x="74176" y="41344"/>
                </a:lnTo>
                <a:cubicBezTo>
                  <a:pt x="74176" y="41344"/>
                  <a:pt x="74225" y="41344"/>
                  <a:pt x="74250" y="41319"/>
                </a:cubicBezTo>
                <a:close/>
                <a:moveTo>
                  <a:pt x="75520" y="41220"/>
                </a:moveTo>
                <a:lnTo>
                  <a:pt x="75545" y="41270"/>
                </a:lnTo>
                <a:lnTo>
                  <a:pt x="75594" y="41294"/>
                </a:lnTo>
                <a:cubicBezTo>
                  <a:pt x="75619" y="41319"/>
                  <a:pt x="75619" y="41344"/>
                  <a:pt x="75669" y="41419"/>
                </a:cubicBezTo>
                <a:cubicBezTo>
                  <a:pt x="75644" y="41419"/>
                  <a:pt x="75644" y="41394"/>
                  <a:pt x="75619" y="41394"/>
                </a:cubicBezTo>
                <a:lnTo>
                  <a:pt x="75570" y="41344"/>
                </a:lnTo>
                <a:cubicBezTo>
                  <a:pt x="75545" y="41319"/>
                  <a:pt x="75520" y="41270"/>
                  <a:pt x="75520" y="41220"/>
                </a:cubicBezTo>
                <a:close/>
                <a:moveTo>
                  <a:pt x="73902" y="40573"/>
                </a:moveTo>
                <a:lnTo>
                  <a:pt x="73902" y="40573"/>
                </a:lnTo>
                <a:cubicBezTo>
                  <a:pt x="73777" y="40871"/>
                  <a:pt x="73653" y="41170"/>
                  <a:pt x="73529" y="41469"/>
                </a:cubicBezTo>
                <a:lnTo>
                  <a:pt x="73504" y="41494"/>
                </a:lnTo>
                <a:cubicBezTo>
                  <a:pt x="73628" y="41170"/>
                  <a:pt x="73753" y="40871"/>
                  <a:pt x="73902" y="40573"/>
                </a:cubicBezTo>
                <a:close/>
                <a:moveTo>
                  <a:pt x="75047" y="41170"/>
                </a:moveTo>
                <a:cubicBezTo>
                  <a:pt x="75146" y="41270"/>
                  <a:pt x="75271" y="41344"/>
                  <a:pt x="75370" y="41419"/>
                </a:cubicBezTo>
                <a:cubicBezTo>
                  <a:pt x="75395" y="41444"/>
                  <a:pt x="75395" y="41518"/>
                  <a:pt x="75420" y="41543"/>
                </a:cubicBezTo>
                <a:cubicBezTo>
                  <a:pt x="75271" y="41419"/>
                  <a:pt x="75122" y="41319"/>
                  <a:pt x="74997" y="41195"/>
                </a:cubicBezTo>
                <a:cubicBezTo>
                  <a:pt x="75022" y="41195"/>
                  <a:pt x="75047" y="41195"/>
                  <a:pt x="75047" y="41170"/>
                </a:cubicBezTo>
                <a:close/>
                <a:moveTo>
                  <a:pt x="73499" y="40921"/>
                </a:moveTo>
                <a:cubicBezTo>
                  <a:pt x="73475" y="41011"/>
                  <a:pt x="73448" y="41107"/>
                  <a:pt x="73404" y="41195"/>
                </a:cubicBezTo>
                <a:cubicBezTo>
                  <a:pt x="73354" y="41319"/>
                  <a:pt x="73280" y="41469"/>
                  <a:pt x="73230" y="41593"/>
                </a:cubicBezTo>
                <a:cubicBezTo>
                  <a:pt x="73230" y="41638"/>
                  <a:pt x="73230" y="41642"/>
                  <a:pt x="73192" y="41662"/>
                </a:cubicBezTo>
                <a:lnTo>
                  <a:pt x="73192" y="41662"/>
                </a:lnTo>
                <a:cubicBezTo>
                  <a:pt x="73284" y="41423"/>
                  <a:pt x="73335" y="41185"/>
                  <a:pt x="73454" y="40946"/>
                </a:cubicBezTo>
                <a:cubicBezTo>
                  <a:pt x="73454" y="40946"/>
                  <a:pt x="73454" y="40923"/>
                  <a:pt x="73499" y="40921"/>
                </a:cubicBezTo>
                <a:close/>
                <a:moveTo>
                  <a:pt x="73977" y="41469"/>
                </a:moveTo>
                <a:lnTo>
                  <a:pt x="73977" y="41518"/>
                </a:lnTo>
                <a:lnTo>
                  <a:pt x="73977" y="41543"/>
                </a:lnTo>
                <a:cubicBezTo>
                  <a:pt x="73852" y="41593"/>
                  <a:pt x="73753" y="41668"/>
                  <a:pt x="73628" y="41693"/>
                </a:cubicBezTo>
                <a:cubicBezTo>
                  <a:pt x="73628" y="41693"/>
                  <a:pt x="73628" y="41668"/>
                  <a:pt x="73653" y="41668"/>
                </a:cubicBezTo>
                <a:lnTo>
                  <a:pt x="73653" y="41643"/>
                </a:lnTo>
                <a:cubicBezTo>
                  <a:pt x="73753" y="41568"/>
                  <a:pt x="73852" y="41543"/>
                  <a:pt x="73977" y="41469"/>
                </a:cubicBezTo>
                <a:close/>
                <a:moveTo>
                  <a:pt x="75993" y="41643"/>
                </a:moveTo>
                <a:lnTo>
                  <a:pt x="75993" y="41643"/>
                </a:lnTo>
                <a:cubicBezTo>
                  <a:pt x="76043" y="41668"/>
                  <a:pt x="76092" y="41693"/>
                  <a:pt x="76142" y="41767"/>
                </a:cubicBezTo>
                <a:lnTo>
                  <a:pt x="76267" y="41892"/>
                </a:lnTo>
                <a:cubicBezTo>
                  <a:pt x="76192" y="41817"/>
                  <a:pt x="76142" y="41792"/>
                  <a:pt x="76043" y="41718"/>
                </a:cubicBezTo>
                <a:cubicBezTo>
                  <a:pt x="76018" y="41693"/>
                  <a:pt x="76018" y="41668"/>
                  <a:pt x="75993" y="41643"/>
                </a:cubicBezTo>
                <a:close/>
                <a:moveTo>
                  <a:pt x="75819" y="41792"/>
                </a:moveTo>
                <a:cubicBezTo>
                  <a:pt x="75868" y="41792"/>
                  <a:pt x="75868" y="41817"/>
                  <a:pt x="75893" y="41817"/>
                </a:cubicBezTo>
                <a:cubicBezTo>
                  <a:pt x="75918" y="41842"/>
                  <a:pt x="75918" y="41867"/>
                  <a:pt x="75943" y="41917"/>
                </a:cubicBezTo>
                <a:lnTo>
                  <a:pt x="75893" y="41842"/>
                </a:lnTo>
                <a:lnTo>
                  <a:pt x="75868" y="41817"/>
                </a:lnTo>
                <a:cubicBezTo>
                  <a:pt x="75819" y="41817"/>
                  <a:pt x="75819" y="41792"/>
                  <a:pt x="75819" y="41792"/>
                </a:cubicBezTo>
                <a:close/>
                <a:moveTo>
                  <a:pt x="76540" y="41817"/>
                </a:moveTo>
                <a:cubicBezTo>
                  <a:pt x="76590" y="41842"/>
                  <a:pt x="76640" y="41917"/>
                  <a:pt x="76665" y="41966"/>
                </a:cubicBezTo>
                <a:cubicBezTo>
                  <a:pt x="76665" y="41966"/>
                  <a:pt x="76665" y="42016"/>
                  <a:pt x="76715" y="42016"/>
                </a:cubicBezTo>
                <a:cubicBezTo>
                  <a:pt x="76739" y="42066"/>
                  <a:pt x="76789" y="42091"/>
                  <a:pt x="76839" y="42166"/>
                </a:cubicBezTo>
                <a:cubicBezTo>
                  <a:pt x="76764" y="42091"/>
                  <a:pt x="76715" y="42041"/>
                  <a:pt x="76640" y="42016"/>
                </a:cubicBezTo>
                <a:cubicBezTo>
                  <a:pt x="76615" y="41942"/>
                  <a:pt x="76590" y="41917"/>
                  <a:pt x="76515" y="41842"/>
                </a:cubicBezTo>
                <a:lnTo>
                  <a:pt x="76540" y="41817"/>
                </a:lnTo>
                <a:close/>
                <a:moveTo>
                  <a:pt x="78955" y="39353"/>
                </a:moveTo>
                <a:lnTo>
                  <a:pt x="78955" y="39353"/>
                </a:lnTo>
                <a:cubicBezTo>
                  <a:pt x="78482" y="40349"/>
                  <a:pt x="77984" y="41344"/>
                  <a:pt x="77461" y="42340"/>
                </a:cubicBezTo>
                <a:cubicBezTo>
                  <a:pt x="77387" y="42315"/>
                  <a:pt x="77362" y="42265"/>
                  <a:pt x="77287" y="42215"/>
                </a:cubicBezTo>
                <a:cubicBezTo>
                  <a:pt x="77138" y="42066"/>
                  <a:pt x="76963" y="41917"/>
                  <a:pt x="76764" y="41718"/>
                </a:cubicBezTo>
                <a:lnTo>
                  <a:pt x="76665" y="41643"/>
                </a:lnTo>
                <a:lnTo>
                  <a:pt x="76665" y="41444"/>
                </a:lnTo>
                <a:lnTo>
                  <a:pt x="76590" y="41543"/>
                </a:lnTo>
                <a:cubicBezTo>
                  <a:pt x="76491" y="41419"/>
                  <a:pt x="76391" y="41319"/>
                  <a:pt x="76291" y="41195"/>
                </a:cubicBezTo>
                <a:lnTo>
                  <a:pt x="76242" y="41145"/>
                </a:lnTo>
                <a:cubicBezTo>
                  <a:pt x="76117" y="41021"/>
                  <a:pt x="76018" y="40871"/>
                  <a:pt x="75893" y="40772"/>
                </a:cubicBezTo>
                <a:cubicBezTo>
                  <a:pt x="76391" y="40523"/>
                  <a:pt x="76864" y="40299"/>
                  <a:pt x="77362" y="40075"/>
                </a:cubicBezTo>
                <a:lnTo>
                  <a:pt x="77536" y="39975"/>
                </a:lnTo>
                <a:cubicBezTo>
                  <a:pt x="78009" y="39776"/>
                  <a:pt x="78482" y="39577"/>
                  <a:pt x="78955" y="39353"/>
                </a:cubicBezTo>
                <a:close/>
                <a:moveTo>
                  <a:pt x="90554" y="36217"/>
                </a:moveTo>
                <a:cubicBezTo>
                  <a:pt x="89733" y="38233"/>
                  <a:pt x="88787" y="40349"/>
                  <a:pt x="87716" y="42464"/>
                </a:cubicBezTo>
                <a:lnTo>
                  <a:pt x="87667" y="42464"/>
                </a:lnTo>
                <a:cubicBezTo>
                  <a:pt x="88737" y="40349"/>
                  <a:pt x="89683" y="38283"/>
                  <a:pt x="90479" y="36217"/>
                </a:cubicBezTo>
                <a:close/>
                <a:moveTo>
                  <a:pt x="76288" y="42150"/>
                </a:moveTo>
                <a:lnTo>
                  <a:pt x="76288" y="42150"/>
                </a:lnTo>
                <a:cubicBezTo>
                  <a:pt x="76455" y="42224"/>
                  <a:pt x="76620" y="42319"/>
                  <a:pt x="76739" y="42415"/>
                </a:cubicBezTo>
                <a:cubicBezTo>
                  <a:pt x="76764" y="42439"/>
                  <a:pt x="76789" y="42464"/>
                  <a:pt x="76839" y="42539"/>
                </a:cubicBezTo>
                <a:lnTo>
                  <a:pt x="76366" y="42265"/>
                </a:lnTo>
                <a:cubicBezTo>
                  <a:pt x="76366" y="42215"/>
                  <a:pt x="76341" y="42215"/>
                  <a:pt x="76341" y="42190"/>
                </a:cubicBezTo>
                <a:cubicBezTo>
                  <a:pt x="76310" y="42175"/>
                  <a:pt x="76299" y="42160"/>
                  <a:pt x="76288" y="42150"/>
                </a:cubicBezTo>
                <a:close/>
                <a:moveTo>
                  <a:pt x="79303" y="39228"/>
                </a:moveTo>
                <a:lnTo>
                  <a:pt x="79303" y="39228"/>
                </a:lnTo>
                <a:cubicBezTo>
                  <a:pt x="78781" y="40324"/>
                  <a:pt x="78233" y="41419"/>
                  <a:pt x="77660" y="42539"/>
                </a:cubicBezTo>
                <a:lnTo>
                  <a:pt x="77636" y="42514"/>
                </a:lnTo>
                <a:cubicBezTo>
                  <a:pt x="78233" y="41419"/>
                  <a:pt x="78756" y="40324"/>
                  <a:pt x="79253" y="39278"/>
                </a:cubicBezTo>
                <a:cubicBezTo>
                  <a:pt x="79278" y="39278"/>
                  <a:pt x="79278" y="39278"/>
                  <a:pt x="79303" y="39228"/>
                </a:cubicBezTo>
                <a:close/>
                <a:moveTo>
                  <a:pt x="87617" y="42663"/>
                </a:moveTo>
                <a:cubicBezTo>
                  <a:pt x="87592" y="42663"/>
                  <a:pt x="87592" y="42688"/>
                  <a:pt x="87592" y="42713"/>
                </a:cubicBezTo>
                <a:lnTo>
                  <a:pt x="87542" y="42713"/>
                </a:lnTo>
                <a:cubicBezTo>
                  <a:pt x="87542" y="42688"/>
                  <a:pt x="87567" y="42688"/>
                  <a:pt x="87567" y="42663"/>
                </a:cubicBezTo>
                <a:close/>
                <a:moveTo>
                  <a:pt x="72782" y="42166"/>
                </a:moveTo>
                <a:cubicBezTo>
                  <a:pt x="72782" y="42190"/>
                  <a:pt x="72782" y="42191"/>
                  <a:pt x="72757" y="42215"/>
                </a:cubicBezTo>
                <a:lnTo>
                  <a:pt x="72757" y="42265"/>
                </a:lnTo>
                <a:cubicBezTo>
                  <a:pt x="72404" y="42417"/>
                  <a:pt x="72057" y="42594"/>
                  <a:pt x="71710" y="42790"/>
                </a:cubicBezTo>
                <a:lnTo>
                  <a:pt x="71710" y="42790"/>
                </a:lnTo>
                <a:cubicBezTo>
                  <a:pt x="72019" y="42611"/>
                  <a:pt x="72326" y="42436"/>
                  <a:pt x="72632" y="42265"/>
                </a:cubicBezTo>
                <a:cubicBezTo>
                  <a:pt x="72657" y="42215"/>
                  <a:pt x="72707" y="42190"/>
                  <a:pt x="72757" y="42190"/>
                </a:cubicBezTo>
                <a:cubicBezTo>
                  <a:pt x="72757" y="42190"/>
                  <a:pt x="72782" y="42190"/>
                  <a:pt x="72782" y="42166"/>
                </a:cubicBezTo>
                <a:close/>
                <a:moveTo>
                  <a:pt x="76615" y="42589"/>
                </a:moveTo>
                <a:lnTo>
                  <a:pt x="76615" y="42589"/>
                </a:lnTo>
                <a:cubicBezTo>
                  <a:pt x="76764" y="42713"/>
                  <a:pt x="76914" y="42813"/>
                  <a:pt x="77063" y="42912"/>
                </a:cubicBezTo>
                <a:cubicBezTo>
                  <a:pt x="77113" y="42937"/>
                  <a:pt x="77113" y="42962"/>
                  <a:pt x="77138" y="42962"/>
                </a:cubicBezTo>
                <a:cubicBezTo>
                  <a:pt x="77113" y="43037"/>
                  <a:pt x="77063" y="43087"/>
                  <a:pt x="77013" y="43161"/>
                </a:cubicBezTo>
                <a:cubicBezTo>
                  <a:pt x="76963" y="43087"/>
                  <a:pt x="76914" y="43037"/>
                  <a:pt x="76864" y="42962"/>
                </a:cubicBezTo>
                <a:cubicBezTo>
                  <a:pt x="76764" y="42838"/>
                  <a:pt x="76715" y="42713"/>
                  <a:pt x="76615" y="42589"/>
                </a:cubicBezTo>
                <a:close/>
                <a:moveTo>
                  <a:pt x="90255" y="36242"/>
                </a:moveTo>
                <a:lnTo>
                  <a:pt x="90255" y="36242"/>
                </a:lnTo>
                <a:cubicBezTo>
                  <a:pt x="89459" y="38283"/>
                  <a:pt x="88538" y="40349"/>
                  <a:pt x="87443" y="42464"/>
                </a:cubicBezTo>
                <a:cubicBezTo>
                  <a:pt x="87265" y="42460"/>
                  <a:pt x="87086" y="42458"/>
                  <a:pt x="86906" y="42458"/>
                </a:cubicBezTo>
                <a:cubicBezTo>
                  <a:pt x="85085" y="42458"/>
                  <a:pt x="83109" y="42688"/>
                  <a:pt x="81071" y="43186"/>
                </a:cubicBezTo>
                <a:cubicBezTo>
                  <a:pt x="82738" y="41817"/>
                  <a:pt x="84107" y="39826"/>
                  <a:pt x="85078" y="37237"/>
                </a:cubicBezTo>
                <a:cubicBezTo>
                  <a:pt x="86571" y="36839"/>
                  <a:pt x="87990" y="36540"/>
                  <a:pt x="89384" y="36341"/>
                </a:cubicBezTo>
                <a:cubicBezTo>
                  <a:pt x="89484" y="36341"/>
                  <a:pt x="89583" y="36316"/>
                  <a:pt x="89683" y="36316"/>
                </a:cubicBezTo>
                <a:cubicBezTo>
                  <a:pt x="89857" y="36291"/>
                  <a:pt x="90081" y="36291"/>
                  <a:pt x="90255" y="36242"/>
                </a:cubicBezTo>
                <a:close/>
                <a:moveTo>
                  <a:pt x="93641" y="35993"/>
                </a:moveTo>
                <a:cubicBezTo>
                  <a:pt x="94188" y="35993"/>
                  <a:pt x="94761" y="35993"/>
                  <a:pt x="95283" y="36067"/>
                </a:cubicBezTo>
                <a:lnTo>
                  <a:pt x="95308" y="36067"/>
                </a:lnTo>
                <a:cubicBezTo>
                  <a:pt x="96702" y="36441"/>
                  <a:pt x="98121" y="36914"/>
                  <a:pt x="99490" y="37461"/>
                </a:cubicBezTo>
                <a:cubicBezTo>
                  <a:pt x="97250" y="40050"/>
                  <a:pt x="94562" y="41991"/>
                  <a:pt x="91724" y="43211"/>
                </a:cubicBezTo>
                <a:cubicBezTo>
                  <a:pt x="90554" y="42813"/>
                  <a:pt x="89285" y="42564"/>
                  <a:pt x="87916" y="42464"/>
                </a:cubicBezTo>
                <a:cubicBezTo>
                  <a:pt x="88986" y="40349"/>
                  <a:pt x="89932" y="38233"/>
                  <a:pt x="90728" y="36142"/>
                </a:cubicBezTo>
                <a:cubicBezTo>
                  <a:pt x="90927" y="36117"/>
                  <a:pt x="91102" y="36092"/>
                  <a:pt x="91301" y="36092"/>
                </a:cubicBezTo>
                <a:cubicBezTo>
                  <a:pt x="91450" y="36092"/>
                  <a:pt x="91599" y="36067"/>
                  <a:pt x="91774" y="36067"/>
                </a:cubicBezTo>
                <a:cubicBezTo>
                  <a:pt x="92396" y="36042"/>
                  <a:pt x="92968" y="35993"/>
                  <a:pt x="93591" y="35993"/>
                </a:cubicBezTo>
                <a:close/>
                <a:moveTo>
                  <a:pt x="84829" y="37287"/>
                </a:moveTo>
                <a:cubicBezTo>
                  <a:pt x="83833" y="39925"/>
                  <a:pt x="82390" y="41966"/>
                  <a:pt x="80598" y="43286"/>
                </a:cubicBezTo>
                <a:cubicBezTo>
                  <a:pt x="80523" y="43286"/>
                  <a:pt x="80473" y="43311"/>
                  <a:pt x="80398" y="43311"/>
                </a:cubicBezTo>
                <a:cubicBezTo>
                  <a:pt x="82240" y="42016"/>
                  <a:pt x="83709" y="39975"/>
                  <a:pt x="84730" y="37312"/>
                </a:cubicBezTo>
                <a:cubicBezTo>
                  <a:pt x="84754" y="37312"/>
                  <a:pt x="84779" y="37287"/>
                  <a:pt x="84829" y="37287"/>
                </a:cubicBezTo>
                <a:close/>
                <a:moveTo>
                  <a:pt x="99664" y="37536"/>
                </a:moveTo>
                <a:cubicBezTo>
                  <a:pt x="99689" y="37561"/>
                  <a:pt x="99739" y="37561"/>
                  <a:pt x="99764" y="37561"/>
                </a:cubicBezTo>
                <a:cubicBezTo>
                  <a:pt x="97548" y="40149"/>
                  <a:pt x="94910" y="42091"/>
                  <a:pt x="92072" y="43335"/>
                </a:cubicBezTo>
                <a:cubicBezTo>
                  <a:pt x="92048" y="43335"/>
                  <a:pt x="92023" y="43311"/>
                  <a:pt x="91973" y="43311"/>
                </a:cubicBezTo>
                <a:cubicBezTo>
                  <a:pt x="94810" y="42066"/>
                  <a:pt x="97449" y="40100"/>
                  <a:pt x="99664" y="37536"/>
                </a:cubicBezTo>
                <a:close/>
                <a:moveTo>
                  <a:pt x="87816" y="42663"/>
                </a:moveTo>
                <a:cubicBezTo>
                  <a:pt x="89110" y="42763"/>
                  <a:pt x="90330" y="42962"/>
                  <a:pt x="91450" y="43335"/>
                </a:cubicBezTo>
                <a:cubicBezTo>
                  <a:pt x="91425" y="43335"/>
                  <a:pt x="91400" y="43360"/>
                  <a:pt x="91351" y="43360"/>
                </a:cubicBezTo>
                <a:cubicBezTo>
                  <a:pt x="90280" y="43012"/>
                  <a:pt x="89061" y="42788"/>
                  <a:pt x="87791" y="42713"/>
                </a:cubicBezTo>
                <a:cubicBezTo>
                  <a:pt x="87791" y="42688"/>
                  <a:pt x="87816" y="42688"/>
                  <a:pt x="87816" y="42663"/>
                </a:cubicBezTo>
                <a:close/>
                <a:moveTo>
                  <a:pt x="70417" y="39801"/>
                </a:moveTo>
                <a:cubicBezTo>
                  <a:pt x="70815" y="39801"/>
                  <a:pt x="71239" y="39826"/>
                  <a:pt x="71612" y="39851"/>
                </a:cubicBezTo>
                <a:cubicBezTo>
                  <a:pt x="71687" y="39851"/>
                  <a:pt x="71786" y="39901"/>
                  <a:pt x="71886" y="39901"/>
                </a:cubicBezTo>
                <a:cubicBezTo>
                  <a:pt x="71985" y="39901"/>
                  <a:pt x="72035" y="39925"/>
                  <a:pt x="72135" y="39925"/>
                </a:cubicBezTo>
                <a:cubicBezTo>
                  <a:pt x="72384" y="39950"/>
                  <a:pt x="72608" y="39975"/>
                  <a:pt x="72856" y="40050"/>
                </a:cubicBezTo>
                <a:cubicBezTo>
                  <a:pt x="72881" y="40050"/>
                  <a:pt x="72931" y="40050"/>
                  <a:pt x="72981" y="40075"/>
                </a:cubicBezTo>
                <a:cubicBezTo>
                  <a:pt x="73130" y="40100"/>
                  <a:pt x="73255" y="40174"/>
                  <a:pt x="73379" y="40199"/>
                </a:cubicBezTo>
                <a:cubicBezTo>
                  <a:pt x="73404" y="40199"/>
                  <a:pt x="73479" y="40224"/>
                  <a:pt x="73504" y="40224"/>
                </a:cubicBezTo>
                <a:cubicBezTo>
                  <a:pt x="73479" y="40398"/>
                  <a:pt x="73404" y="40523"/>
                  <a:pt x="73379" y="40672"/>
                </a:cubicBezTo>
                <a:cubicBezTo>
                  <a:pt x="73180" y="41070"/>
                  <a:pt x="73031" y="41469"/>
                  <a:pt x="72906" y="41817"/>
                </a:cubicBezTo>
                <a:cubicBezTo>
                  <a:pt x="72782" y="41867"/>
                  <a:pt x="72657" y="41942"/>
                  <a:pt x="72533" y="42041"/>
                </a:cubicBezTo>
                <a:cubicBezTo>
                  <a:pt x="72508" y="42066"/>
                  <a:pt x="72433" y="42066"/>
                  <a:pt x="72408" y="42091"/>
                </a:cubicBezTo>
                <a:lnTo>
                  <a:pt x="71935" y="42365"/>
                </a:lnTo>
                <a:cubicBezTo>
                  <a:pt x="71687" y="42539"/>
                  <a:pt x="71438" y="42663"/>
                  <a:pt x="71189" y="42813"/>
                </a:cubicBezTo>
                <a:cubicBezTo>
                  <a:pt x="70915" y="42962"/>
                  <a:pt x="70666" y="43111"/>
                  <a:pt x="70392" y="43311"/>
                </a:cubicBezTo>
                <a:lnTo>
                  <a:pt x="70193" y="43410"/>
                </a:lnTo>
                <a:cubicBezTo>
                  <a:pt x="68824" y="42663"/>
                  <a:pt x="67505" y="41643"/>
                  <a:pt x="66211" y="40349"/>
                </a:cubicBezTo>
                <a:lnTo>
                  <a:pt x="66584" y="40249"/>
                </a:lnTo>
                <a:lnTo>
                  <a:pt x="66659" y="40249"/>
                </a:lnTo>
                <a:cubicBezTo>
                  <a:pt x="66808" y="40224"/>
                  <a:pt x="66932" y="40199"/>
                  <a:pt x="67082" y="40174"/>
                </a:cubicBezTo>
                <a:cubicBezTo>
                  <a:pt x="67206" y="40125"/>
                  <a:pt x="67380" y="40100"/>
                  <a:pt x="67505" y="40100"/>
                </a:cubicBezTo>
                <a:cubicBezTo>
                  <a:pt x="67580" y="40075"/>
                  <a:pt x="67679" y="40075"/>
                  <a:pt x="67779" y="40050"/>
                </a:cubicBezTo>
                <a:cubicBezTo>
                  <a:pt x="67828" y="40050"/>
                  <a:pt x="67903" y="40000"/>
                  <a:pt x="67953" y="40000"/>
                </a:cubicBezTo>
                <a:cubicBezTo>
                  <a:pt x="68127" y="39975"/>
                  <a:pt x="68252" y="39975"/>
                  <a:pt x="68401" y="39950"/>
                </a:cubicBezTo>
                <a:lnTo>
                  <a:pt x="68501" y="39950"/>
                </a:lnTo>
                <a:cubicBezTo>
                  <a:pt x="68575" y="39950"/>
                  <a:pt x="68700" y="39925"/>
                  <a:pt x="68799" y="39925"/>
                </a:cubicBezTo>
                <a:cubicBezTo>
                  <a:pt x="68899" y="39925"/>
                  <a:pt x="68949" y="39925"/>
                  <a:pt x="69048" y="39901"/>
                </a:cubicBezTo>
                <a:cubicBezTo>
                  <a:pt x="69272" y="39851"/>
                  <a:pt x="69496" y="39851"/>
                  <a:pt x="69695" y="39826"/>
                </a:cubicBezTo>
                <a:cubicBezTo>
                  <a:pt x="69944" y="39826"/>
                  <a:pt x="70193" y="39801"/>
                  <a:pt x="70417" y="39801"/>
                </a:cubicBezTo>
                <a:close/>
                <a:moveTo>
                  <a:pt x="76043" y="42240"/>
                </a:moveTo>
                <a:cubicBezTo>
                  <a:pt x="76117" y="42290"/>
                  <a:pt x="76142" y="42315"/>
                  <a:pt x="76142" y="42315"/>
                </a:cubicBezTo>
                <a:cubicBezTo>
                  <a:pt x="76167" y="42315"/>
                  <a:pt x="76167" y="42340"/>
                  <a:pt x="76192" y="42340"/>
                </a:cubicBezTo>
                <a:cubicBezTo>
                  <a:pt x="76267" y="42415"/>
                  <a:pt x="76291" y="42514"/>
                  <a:pt x="76316" y="42564"/>
                </a:cubicBezTo>
                <a:cubicBezTo>
                  <a:pt x="76366" y="42614"/>
                  <a:pt x="76391" y="42663"/>
                  <a:pt x="76416" y="42713"/>
                </a:cubicBezTo>
                <a:cubicBezTo>
                  <a:pt x="76416" y="42738"/>
                  <a:pt x="76441" y="42738"/>
                  <a:pt x="76441" y="42788"/>
                </a:cubicBezTo>
                <a:cubicBezTo>
                  <a:pt x="76515" y="42887"/>
                  <a:pt x="76615" y="42987"/>
                  <a:pt x="76665" y="43087"/>
                </a:cubicBezTo>
                <a:cubicBezTo>
                  <a:pt x="76739" y="43186"/>
                  <a:pt x="76789" y="43286"/>
                  <a:pt x="76864" y="43335"/>
                </a:cubicBezTo>
                <a:cubicBezTo>
                  <a:pt x="76864" y="43335"/>
                  <a:pt x="76864" y="43360"/>
                  <a:pt x="76814" y="43360"/>
                </a:cubicBezTo>
                <a:lnTo>
                  <a:pt x="76814" y="43410"/>
                </a:lnTo>
                <a:cubicBezTo>
                  <a:pt x="76789" y="43360"/>
                  <a:pt x="76789" y="43335"/>
                  <a:pt x="76764" y="43311"/>
                </a:cubicBezTo>
                <a:cubicBezTo>
                  <a:pt x="76565" y="43037"/>
                  <a:pt x="76366" y="42788"/>
                  <a:pt x="76192" y="42489"/>
                </a:cubicBezTo>
                <a:cubicBezTo>
                  <a:pt x="76142" y="42415"/>
                  <a:pt x="76117" y="42340"/>
                  <a:pt x="76043" y="42240"/>
                </a:cubicBezTo>
                <a:close/>
                <a:moveTo>
                  <a:pt x="77262" y="43186"/>
                </a:moveTo>
                <a:lnTo>
                  <a:pt x="77287" y="43211"/>
                </a:lnTo>
                <a:lnTo>
                  <a:pt x="77212" y="43410"/>
                </a:lnTo>
                <a:lnTo>
                  <a:pt x="77163" y="43360"/>
                </a:lnTo>
                <a:cubicBezTo>
                  <a:pt x="77212" y="43286"/>
                  <a:pt x="77237" y="43261"/>
                  <a:pt x="77262" y="43186"/>
                </a:cubicBezTo>
                <a:close/>
                <a:moveTo>
                  <a:pt x="91799" y="43435"/>
                </a:moveTo>
                <a:cubicBezTo>
                  <a:pt x="91823" y="43435"/>
                  <a:pt x="91823" y="43460"/>
                  <a:pt x="91848" y="43460"/>
                </a:cubicBezTo>
                <a:cubicBezTo>
                  <a:pt x="91823" y="43460"/>
                  <a:pt x="91799" y="43510"/>
                  <a:pt x="91774" y="43510"/>
                </a:cubicBezTo>
                <a:cubicBezTo>
                  <a:pt x="91724" y="43460"/>
                  <a:pt x="91699" y="43460"/>
                  <a:pt x="91674" y="43460"/>
                </a:cubicBezTo>
                <a:cubicBezTo>
                  <a:pt x="91699" y="43460"/>
                  <a:pt x="91724" y="43435"/>
                  <a:pt x="91774" y="43435"/>
                </a:cubicBezTo>
                <a:close/>
                <a:moveTo>
                  <a:pt x="86678" y="42626"/>
                </a:moveTo>
                <a:cubicBezTo>
                  <a:pt x="86902" y="42626"/>
                  <a:pt x="87124" y="42630"/>
                  <a:pt x="87343" y="42639"/>
                </a:cubicBezTo>
                <a:cubicBezTo>
                  <a:pt x="87343" y="42663"/>
                  <a:pt x="87318" y="42663"/>
                  <a:pt x="87318" y="42688"/>
                </a:cubicBezTo>
                <a:cubicBezTo>
                  <a:pt x="87158" y="42684"/>
                  <a:pt x="86996" y="42683"/>
                  <a:pt x="86834" y="42683"/>
                </a:cubicBezTo>
                <a:cubicBezTo>
                  <a:pt x="84895" y="42683"/>
                  <a:pt x="82810" y="42955"/>
                  <a:pt x="80579" y="43520"/>
                </a:cubicBezTo>
                <a:lnTo>
                  <a:pt x="80579" y="43520"/>
                </a:lnTo>
                <a:cubicBezTo>
                  <a:pt x="80625" y="43497"/>
                  <a:pt x="80661" y="43453"/>
                  <a:pt x="80697" y="43435"/>
                </a:cubicBezTo>
                <a:cubicBezTo>
                  <a:pt x="82807" y="42902"/>
                  <a:pt x="84819" y="42626"/>
                  <a:pt x="86678" y="42626"/>
                </a:cubicBezTo>
                <a:close/>
                <a:moveTo>
                  <a:pt x="66011" y="40349"/>
                </a:moveTo>
                <a:cubicBezTo>
                  <a:pt x="67306" y="41693"/>
                  <a:pt x="68675" y="42713"/>
                  <a:pt x="70044" y="43510"/>
                </a:cubicBezTo>
                <a:cubicBezTo>
                  <a:pt x="70019" y="43510"/>
                  <a:pt x="70019" y="43535"/>
                  <a:pt x="69994" y="43535"/>
                </a:cubicBezTo>
                <a:cubicBezTo>
                  <a:pt x="68625" y="42738"/>
                  <a:pt x="67256" y="41718"/>
                  <a:pt x="65937" y="40398"/>
                </a:cubicBezTo>
                <a:cubicBezTo>
                  <a:pt x="65962" y="40398"/>
                  <a:pt x="65962" y="40398"/>
                  <a:pt x="66011" y="40349"/>
                </a:cubicBezTo>
                <a:close/>
                <a:moveTo>
                  <a:pt x="71451" y="42939"/>
                </a:moveTo>
                <a:cubicBezTo>
                  <a:pt x="71199" y="43088"/>
                  <a:pt x="70947" y="43246"/>
                  <a:pt x="70691" y="43410"/>
                </a:cubicBezTo>
                <a:cubicBezTo>
                  <a:pt x="70591" y="43460"/>
                  <a:pt x="70542" y="43510"/>
                  <a:pt x="70492" y="43535"/>
                </a:cubicBezTo>
                <a:lnTo>
                  <a:pt x="70417" y="43535"/>
                </a:lnTo>
                <a:lnTo>
                  <a:pt x="70591" y="43435"/>
                </a:lnTo>
                <a:cubicBezTo>
                  <a:pt x="70882" y="43269"/>
                  <a:pt x="71167" y="43103"/>
                  <a:pt x="71451" y="42939"/>
                </a:cubicBezTo>
                <a:close/>
                <a:moveTo>
                  <a:pt x="84506" y="37411"/>
                </a:moveTo>
                <a:lnTo>
                  <a:pt x="84506" y="37411"/>
                </a:lnTo>
                <a:cubicBezTo>
                  <a:pt x="83435" y="40174"/>
                  <a:pt x="81842" y="42215"/>
                  <a:pt x="79876" y="43460"/>
                </a:cubicBezTo>
                <a:cubicBezTo>
                  <a:pt x="79726" y="43510"/>
                  <a:pt x="79577" y="43559"/>
                  <a:pt x="79453" y="43584"/>
                </a:cubicBezTo>
                <a:cubicBezTo>
                  <a:pt x="79353" y="43559"/>
                  <a:pt x="79278" y="43535"/>
                  <a:pt x="79204" y="43510"/>
                </a:cubicBezTo>
                <a:cubicBezTo>
                  <a:pt x="79154" y="43510"/>
                  <a:pt x="79129" y="43460"/>
                  <a:pt x="79104" y="43460"/>
                </a:cubicBezTo>
                <a:cubicBezTo>
                  <a:pt x="78980" y="43410"/>
                  <a:pt x="78855" y="43335"/>
                  <a:pt x="78781" y="43286"/>
                </a:cubicBezTo>
                <a:cubicBezTo>
                  <a:pt x="78382" y="43062"/>
                  <a:pt x="78108" y="42838"/>
                  <a:pt x="77835" y="42663"/>
                </a:cubicBezTo>
                <a:cubicBezTo>
                  <a:pt x="78457" y="41469"/>
                  <a:pt x="79029" y="40299"/>
                  <a:pt x="79577" y="39154"/>
                </a:cubicBezTo>
                <a:cubicBezTo>
                  <a:pt x="81245" y="38432"/>
                  <a:pt x="82888" y="37859"/>
                  <a:pt x="84506" y="37411"/>
                </a:cubicBezTo>
                <a:close/>
                <a:moveTo>
                  <a:pt x="70293" y="43584"/>
                </a:moveTo>
                <a:cubicBezTo>
                  <a:pt x="70268" y="43584"/>
                  <a:pt x="70268" y="43634"/>
                  <a:pt x="70243" y="43634"/>
                </a:cubicBezTo>
                <a:cubicBezTo>
                  <a:pt x="70243" y="43634"/>
                  <a:pt x="70207" y="43634"/>
                  <a:pt x="70196" y="43603"/>
                </a:cubicBezTo>
                <a:lnTo>
                  <a:pt x="70196" y="43603"/>
                </a:lnTo>
                <a:cubicBezTo>
                  <a:pt x="70201" y="43593"/>
                  <a:pt x="70208" y="43584"/>
                  <a:pt x="70218" y="43584"/>
                </a:cubicBezTo>
                <a:close/>
                <a:moveTo>
                  <a:pt x="70193" y="43609"/>
                </a:moveTo>
                <a:cubicBezTo>
                  <a:pt x="70193" y="43638"/>
                  <a:pt x="70192" y="43649"/>
                  <a:pt x="70187" y="43649"/>
                </a:cubicBezTo>
                <a:cubicBezTo>
                  <a:pt x="70183" y="43649"/>
                  <a:pt x="70177" y="43643"/>
                  <a:pt x="70168" y="43634"/>
                </a:cubicBezTo>
                <a:lnTo>
                  <a:pt x="70168" y="43634"/>
                </a:lnTo>
                <a:cubicBezTo>
                  <a:pt x="70177" y="43642"/>
                  <a:pt x="70182" y="43645"/>
                  <a:pt x="70185" y="43645"/>
                </a:cubicBezTo>
                <a:cubicBezTo>
                  <a:pt x="70190" y="43645"/>
                  <a:pt x="70185" y="43634"/>
                  <a:pt x="70168" y="43634"/>
                </a:cubicBezTo>
                <a:cubicBezTo>
                  <a:pt x="70181" y="43634"/>
                  <a:pt x="70187" y="43622"/>
                  <a:pt x="70193" y="43609"/>
                </a:cubicBezTo>
                <a:close/>
                <a:moveTo>
                  <a:pt x="77038" y="43535"/>
                </a:moveTo>
                <a:lnTo>
                  <a:pt x="77038" y="43559"/>
                </a:lnTo>
                <a:lnTo>
                  <a:pt x="77038" y="43584"/>
                </a:lnTo>
                <a:lnTo>
                  <a:pt x="77038" y="43634"/>
                </a:lnTo>
                <a:lnTo>
                  <a:pt x="77038" y="43659"/>
                </a:lnTo>
                <a:cubicBezTo>
                  <a:pt x="77013" y="43634"/>
                  <a:pt x="77013" y="43584"/>
                  <a:pt x="77013" y="43584"/>
                </a:cubicBezTo>
                <a:cubicBezTo>
                  <a:pt x="77038" y="43559"/>
                  <a:pt x="77038" y="43559"/>
                  <a:pt x="77038" y="43535"/>
                </a:cubicBezTo>
                <a:close/>
                <a:moveTo>
                  <a:pt x="79062" y="43652"/>
                </a:moveTo>
                <a:cubicBezTo>
                  <a:pt x="79097" y="43661"/>
                  <a:pt x="79120" y="43667"/>
                  <a:pt x="79154" y="43684"/>
                </a:cubicBezTo>
                <a:lnTo>
                  <a:pt x="79129" y="43684"/>
                </a:lnTo>
                <a:cubicBezTo>
                  <a:pt x="79106" y="43672"/>
                  <a:pt x="79082" y="43661"/>
                  <a:pt x="79062" y="43652"/>
                </a:cubicBezTo>
                <a:close/>
                <a:moveTo>
                  <a:pt x="80174" y="43584"/>
                </a:moveTo>
                <a:lnTo>
                  <a:pt x="80000" y="43684"/>
                </a:lnTo>
                <a:cubicBezTo>
                  <a:pt x="79950" y="43709"/>
                  <a:pt x="79876" y="43709"/>
                  <a:pt x="79826" y="43734"/>
                </a:cubicBezTo>
                <a:cubicBezTo>
                  <a:pt x="79876" y="43709"/>
                  <a:pt x="79926" y="43684"/>
                  <a:pt x="79975" y="43659"/>
                </a:cubicBezTo>
                <a:cubicBezTo>
                  <a:pt x="80025" y="43609"/>
                  <a:pt x="80100" y="43609"/>
                  <a:pt x="80174" y="43584"/>
                </a:cubicBezTo>
                <a:close/>
                <a:moveTo>
                  <a:pt x="77810" y="43311"/>
                </a:moveTo>
                <a:cubicBezTo>
                  <a:pt x="77860" y="43335"/>
                  <a:pt x="77909" y="43335"/>
                  <a:pt x="77934" y="43385"/>
                </a:cubicBezTo>
                <a:cubicBezTo>
                  <a:pt x="78133" y="43535"/>
                  <a:pt x="78308" y="43659"/>
                  <a:pt x="78507" y="43784"/>
                </a:cubicBezTo>
                <a:lnTo>
                  <a:pt x="78034" y="43784"/>
                </a:lnTo>
                <a:cubicBezTo>
                  <a:pt x="78009" y="43759"/>
                  <a:pt x="78009" y="43684"/>
                  <a:pt x="77984" y="43659"/>
                </a:cubicBezTo>
                <a:cubicBezTo>
                  <a:pt x="77984" y="43634"/>
                  <a:pt x="77984" y="43634"/>
                  <a:pt x="77959" y="43584"/>
                </a:cubicBezTo>
                <a:cubicBezTo>
                  <a:pt x="77909" y="43535"/>
                  <a:pt x="77884" y="43435"/>
                  <a:pt x="77860" y="43385"/>
                </a:cubicBezTo>
                <a:cubicBezTo>
                  <a:pt x="77860" y="43335"/>
                  <a:pt x="77810" y="43335"/>
                  <a:pt x="77810" y="43311"/>
                </a:cubicBezTo>
                <a:close/>
                <a:moveTo>
                  <a:pt x="77586" y="43161"/>
                </a:moveTo>
                <a:cubicBezTo>
                  <a:pt x="77660" y="43311"/>
                  <a:pt x="77735" y="43460"/>
                  <a:pt x="77835" y="43634"/>
                </a:cubicBezTo>
                <a:cubicBezTo>
                  <a:pt x="77785" y="43684"/>
                  <a:pt x="77835" y="43759"/>
                  <a:pt x="77860" y="43808"/>
                </a:cubicBezTo>
                <a:lnTo>
                  <a:pt x="77785" y="43808"/>
                </a:lnTo>
                <a:cubicBezTo>
                  <a:pt x="77760" y="43709"/>
                  <a:pt x="77685" y="43634"/>
                  <a:pt x="77660" y="43535"/>
                </a:cubicBezTo>
                <a:cubicBezTo>
                  <a:pt x="77636" y="43460"/>
                  <a:pt x="77611" y="43435"/>
                  <a:pt x="77611" y="43360"/>
                </a:cubicBezTo>
                <a:lnTo>
                  <a:pt x="77611" y="43335"/>
                </a:lnTo>
                <a:cubicBezTo>
                  <a:pt x="77561" y="43311"/>
                  <a:pt x="77561" y="43286"/>
                  <a:pt x="77536" y="43211"/>
                </a:cubicBezTo>
                <a:cubicBezTo>
                  <a:pt x="77536" y="43211"/>
                  <a:pt x="77536" y="43186"/>
                  <a:pt x="77586" y="43186"/>
                </a:cubicBezTo>
                <a:lnTo>
                  <a:pt x="77586" y="43161"/>
                </a:lnTo>
                <a:close/>
                <a:moveTo>
                  <a:pt x="76914" y="43808"/>
                </a:moveTo>
                <a:cubicBezTo>
                  <a:pt x="76914" y="43833"/>
                  <a:pt x="76914" y="43833"/>
                  <a:pt x="76889" y="43833"/>
                </a:cubicBezTo>
                <a:lnTo>
                  <a:pt x="76864" y="43833"/>
                </a:lnTo>
                <a:cubicBezTo>
                  <a:pt x="76889" y="43833"/>
                  <a:pt x="76889" y="43808"/>
                  <a:pt x="76914" y="43808"/>
                </a:cubicBezTo>
                <a:close/>
                <a:moveTo>
                  <a:pt x="77188" y="43759"/>
                </a:moveTo>
                <a:cubicBezTo>
                  <a:pt x="77237" y="43784"/>
                  <a:pt x="77262" y="43808"/>
                  <a:pt x="77262" y="43833"/>
                </a:cubicBezTo>
                <a:lnTo>
                  <a:pt x="77188" y="43833"/>
                </a:lnTo>
                <a:lnTo>
                  <a:pt x="77163" y="43808"/>
                </a:lnTo>
                <a:cubicBezTo>
                  <a:pt x="77163" y="43808"/>
                  <a:pt x="77163" y="43784"/>
                  <a:pt x="77188" y="43784"/>
                </a:cubicBezTo>
                <a:lnTo>
                  <a:pt x="77188" y="43759"/>
                </a:lnTo>
                <a:close/>
                <a:moveTo>
                  <a:pt x="77387" y="43460"/>
                </a:moveTo>
                <a:lnTo>
                  <a:pt x="77586" y="43833"/>
                </a:lnTo>
                <a:lnTo>
                  <a:pt x="77511" y="43833"/>
                </a:lnTo>
                <a:cubicBezTo>
                  <a:pt x="77486" y="43784"/>
                  <a:pt x="77486" y="43784"/>
                  <a:pt x="77461" y="43759"/>
                </a:cubicBezTo>
                <a:cubicBezTo>
                  <a:pt x="77412" y="43684"/>
                  <a:pt x="77362" y="43634"/>
                  <a:pt x="77337" y="43584"/>
                </a:cubicBezTo>
                <a:cubicBezTo>
                  <a:pt x="77362" y="43559"/>
                  <a:pt x="77387" y="43510"/>
                  <a:pt x="77387" y="43460"/>
                </a:cubicBezTo>
                <a:close/>
                <a:moveTo>
                  <a:pt x="105439" y="26858"/>
                </a:moveTo>
                <a:cubicBezTo>
                  <a:pt x="108774" y="28102"/>
                  <a:pt x="111363" y="30193"/>
                  <a:pt x="113205" y="33006"/>
                </a:cubicBezTo>
                <a:lnTo>
                  <a:pt x="113205" y="33130"/>
                </a:lnTo>
                <a:lnTo>
                  <a:pt x="113205" y="33180"/>
                </a:lnTo>
                <a:cubicBezTo>
                  <a:pt x="113105" y="33877"/>
                  <a:pt x="112981" y="34599"/>
                  <a:pt x="112832" y="35345"/>
                </a:cubicBezTo>
                <a:cubicBezTo>
                  <a:pt x="112782" y="35445"/>
                  <a:pt x="112782" y="35495"/>
                  <a:pt x="112757" y="35594"/>
                </a:cubicBezTo>
                <a:cubicBezTo>
                  <a:pt x="112234" y="38308"/>
                  <a:pt x="111413" y="41095"/>
                  <a:pt x="110392" y="43958"/>
                </a:cubicBezTo>
                <a:cubicBezTo>
                  <a:pt x="108998" y="42564"/>
                  <a:pt x="107455" y="41319"/>
                  <a:pt x="105763" y="40224"/>
                </a:cubicBezTo>
                <a:lnTo>
                  <a:pt x="105738" y="40199"/>
                </a:lnTo>
                <a:cubicBezTo>
                  <a:pt x="105713" y="40149"/>
                  <a:pt x="105638" y="40100"/>
                  <a:pt x="105613" y="40050"/>
                </a:cubicBezTo>
                <a:lnTo>
                  <a:pt x="105514" y="39925"/>
                </a:lnTo>
                <a:lnTo>
                  <a:pt x="105489" y="39901"/>
                </a:lnTo>
                <a:lnTo>
                  <a:pt x="105464" y="39851"/>
                </a:lnTo>
                <a:lnTo>
                  <a:pt x="105265" y="39677"/>
                </a:lnTo>
                <a:cubicBezTo>
                  <a:pt x="105165" y="39577"/>
                  <a:pt x="105041" y="39477"/>
                  <a:pt x="104941" y="39403"/>
                </a:cubicBezTo>
                <a:cubicBezTo>
                  <a:pt x="104767" y="39228"/>
                  <a:pt x="104618" y="39054"/>
                  <a:pt x="104418" y="38930"/>
                </a:cubicBezTo>
                <a:cubicBezTo>
                  <a:pt x="104319" y="38830"/>
                  <a:pt x="104219" y="38780"/>
                  <a:pt x="104070" y="38681"/>
                </a:cubicBezTo>
                <a:cubicBezTo>
                  <a:pt x="103896" y="38532"/>
                  <a:pt x="103672" y="38357"/>
                  <a:pt x="103497" y="38233"/>
                </a:cubicBezTo>
                <a:cubicBezTo>
                  <a:pt x="103373" y="38183"/>
                  <a:pt x="103273" y="38083"/>
                  <a:pt x="103149" y="38034"/>
                </a:cubicBezTo>
                <a:cubicBezTo>
                  <a:pt x="102925" y="37909"/>
                  <a:pt x="102701" y="37735"/>
                  <a:pt x="102502" y="37611"/>
                </a:cubicBezTo>
                <a:lnTo>
                  <a:pt x="102128" y="37436"/>
                </a:lnTo>
                <a:cubicBezTo>
                  <a:pt x="102128" y="37436"/>
                  <a:pt x="102079" y="37436"/>
                  <a:pt x="102079" y="37411"/>
                </a:cubicBezTo>
                <a:cubicBezTo>
                  <a:pt x="102776" y="35420"/>
                  <a:pt x="103373" y="33454"/>
                  <a:pt x="103821" y="31512"/>
                </a:cubicBezTo>
                <a:cubicBezTo>
                  <a:pt x="104518" y="29994"/>
                  <a:pt x="105041" y="28426"/>
                  <a:pt x="105439" y="26858"/>
                </a:cubicBezTo>
                <a:close/>
                <a:moveTo>
                  <a:pt x="113504" y="33553"/>
                </a:moveTo>
                <a:cubicBezTo>
                  <a:pt x="114300" y="34873"/>
                  <a:pt x="114922" y="36341"/>
                  <a:pt x="115321" y="37959"/>
                </a:cubicBezTo>
                <a:cubicBezTo>
                  <a:pt x="114250" y="40125"/>
                  <a:pt x="112732" y="42166"/>
                  <a:pt x="110815" y="43958"/>
                </a:cubicBezTo>
                <a:cubicBezTo>
                  <a:pt x="112110" y="40349"/>
                  <a:pt x="113006" y="36864"/>
                  <a:pt x="113504" y="33553"/>
                </a:cubicBezTo>
                <a:close/>
                <a:moveTo>
                  <a:pt x="78233" y="43958"/>
                </a:moveTo>
                <a:cubicBezTo>
                  <a:pt x="78208" y="43983"/>
                  <a:pt x="78158" y="43983"/>
                  <a:pt x="78133" y="43983"/>
                </a:cubicBezTo>
                <a:cubicBezTo>
                  <a:pt x="78158" y="43958"/>
                  <a:pt x="78208" y="43958"/>
                  <a:pt x="78233" y="43958"/>
                </a:cubicBezTo>
                <a:close/>
                <a:moveTo>
                  <a:pt x="101730" y="38432"/>
                </a:moveTo>
                <a:cubicBezTo>
                  <a:pt x="102800" y="38955"/>
                  <a:pt x="103846" y="39527"/>
                  <a:pt x="104866" y="40149"/>
                </a:cubicBezTo>
                <a:cubicBezTo>
                  <a:pt x="104767" y="40224"/>
                  <a:pt x="104667" y="40299"/>
                  <a:pt x="104618" y="40398"/>
                </a:cubicBezTo>
                <a:cubicBezTo>
                  <a:pt x="104493" y="40473"/>
                  <a:pt x="104369" y="40597"/>
                  <a:pt x="104244" y="40697"/>
                </a:cubicBezTo>
                <a:cubicBezTo>
                  <a:pt x="104095" y="40846"/>
                  <a:pt x="103896" y="40971"/>
                  <a:pt x="103746" y="41095"/>
                </a:cubicBezTo>
                <a:cubicBezTo>
                  <a:pt x="103622" y="41195"/>
                  <a:pt x="103497" y="41319"/>
                  <a:pt x="103348" y="41419"/>
                </a:cubicBezTo>
                <a:lnTo>
                  <a:pt x="102875" y="41792"/>
                </a:lnTo>
                <a:cubicBezTo>
                  <a:pt x="102726" y="41917"/>
                  <a:pt x="102601" y="42016"/>
                  <a:pt x="102427" y="42141"/>
                </a:cubicBezTo>
                <a:cubicBezTo>
                  <a:pt x="102278" y="42215"/>
                  <a:pt x="102153" y="42340"/>
                  <a:pt x="102004" y="42439"/>
                </a:cubicBezTo>
                <a:cubicBezTo>
                  <a:pt x="101855" y="42564"/>
                  <a:pt x="101655" y="42663"/>
                  <a:pt x="101506" y="42788"/>
                </a:cubicBezTo>
                <a:cubicBezTo>
                  <a:pt x="101382" y="42887"/>
                  <a:pt x="101232" y="42937"/>
                  <a:pt x="101108" y="43037"/>
                </a:cubicBezTo>
                <a:cubicBezTo>
                  <a:pt x="100909" y="43161"/>
                  <a:pt x="100735" y="43286"/>
                  <a:pt x="100535" y="43385"/>
                </a:cubicBezTo>
                <a:cubicBezTo>
                  <a:pt x="100411" y="43435"/>
                  <a:pt x="100286" y="43510"/>
                  <a:pt x="100187" y="43584"/>
                </a:cubicBezTo>
                <a:cubicBezTo>
                  <a:pt x="99988" y="43709"/>
                  <a:pt x="99789" y="43833"/>
                  <a:pt x="99565" y="43933"/>
                </a:cubicBezTo>
                <a:cubicBezTo>
                  <a:pt x="99515" y="43958"/>
                  <a:pt x="99490" y="43983"/>
                  <a:pt x="99415" y="44032"/>
                </a:cubicBezTo>
                <a:cubicBezTo>
                  <a:pt x="100262" y="42166"/>
                  <a:pt x="101033" y="40299"/>
                  <a:pt x="101730" y="38432"/>
                </a:cubicBezTo>
                <a:close/>
                <a:moveTo>
                  <a:pt x="77436" y="44008"/>
                </a:moveTo>
                <a:cubicBezTo>
                  <a:pt x="77461" y="44032"/>
                  <a:pt x="77461" y="44057"/>
                  <a:pt x="77486" y="44057"/>
                </a:cubicBezTo>
                <a:lnTo>
                  <a:pt x="77412" y="44057"/>
                </a:lnTo>
                <a:lnTo>
                  <a:pt x="77412" y="44032"/>
                </a:lnTo>
                <a:lnTo>
                  <a:pt x="77387" y="44008"/>
                </a:lnTo>
                <a:close/>
                <a:moveTo>
                  <a:pt x="77909" y="43983"/>
                </a:moveTo>
                <a:cubicBezTo>
                  <a:pt x="77909" y="44032"/>
                  <a:pt x="77909" y="44032"/>
                  <a:pt x="77959" y="44057"/>
                </a:cubicBezTo>
                <a:lnTo>
                  <a:pt x="77884" y="44057"/>
                </a:lnTo>
                <a:cubicBezTo>
                  <a:pt x="77884" y="44032"/>
                  <a:pt x="77860" y="43983"/>
                  <a:pt x="77860" y="43983"/>
                </a:cubicBezTo>
                <a:close/>
                <a:moveTo>
                  <a:pt x="78781" y="44008"/>
                </a:moveTo>
                <a:cubicBezTo>
                  <a:pt x="78830" y="44008"/>
                  <a:pt x="78830" y="44032"/>
                  <a:pt x="78855" y="44032"/>
                </a:cubicBezTo>
                <a:cubicBezTo>
                  <a:pt x="78855" y="44032"/>
                  <a:pt x="78805" y="44032"/>
                  <a:pt x="78805" y="44057"/>
                </a:cubicBezTo>
                <a:lnTo>
                  <a:pt x="78631" y="44057"/>
                </a:lnTo>
                <a:cubicBezTo>
                  <a:pt x="78681" y="44032"/>
                  <a:pt x="78756" y="44032"/>
                  <a:pt x="78781" y="44008"/>
                </a:cubicBezTo>
                <a:close/>
                <a:moveTo>
                  <a:pt x="77113" y="44032"/>
                </a:moveTo>
                <a:lnTo>
                  <a:pt x="77138" y="44057"/>
                </a:lnTo>
                <a:cubicBezTo>
                  <a:pt x="77138" y="44057"/>
                  <a:pt x="77138" y="44082"/>
                  <a:pt x="77163" y="44082"/>
                </a:cubicBezTo>
                <a:lnTo>
                  <a:pt x="77038" y="44082"/>
                </a:lnTo>
                <a:cubicBezTo>
                  <a:pt x="77038" y="44057"/>
                  <a:pt x="77038" y="44057"/>
                  <a:pt x="77063" y="44032"/>
                </a:cubicBezTo>
                <a:close/>
                <a:moveTo>
                  <a:pt x="57947" y="32085"/>
                </a:moveTo>
                <a:cubicBezTo>
                  <a:pt x="59440" y="34300"/>
                  <a:pt x="60809" y="36515"/>
                  <a:pt x="61979" y="38681"/>
                </a:cubicBezTo>
                <a:cubicBezTo>
                  <a:pt x="59589" y="40398"/>
                  <a:pt x="57250" y="42215"/>
                  <a:pt x="55010" y="44132"/>
                </a:cubicBezTo>
                <a:lnTo>
                  <a:pt x="54985" y="44082"/>
                </a:lnTo>
                <a:cubicBezTo>
                  <a:pt x="54835" y="43933"/>
                  <a:pt x="54661" y="43759"/>
                  <a:pt x="54512" y="43584"/>
                </a:cubicBezTo>
                <a:cubicBezTo>
                  <a:pt x="54313" y="43335"/>
                  <a:pt x="54089" y="43087"/>
                  <a:pt x="53865" y="42887"/>
                </a:cubicBezTo>
                <a:cubicBezTo>
                  <a:pt x="53616" y="42589"/>
                  <a:pt x="53392" y="42340"/>
                  <a:pt x="53143" y="42066"/>
                </a:cubicBezTo>
                <a:cubicBezTo>
                  <a:pt x="53043" y="41966"/>
                  <a:pt x="52993" y="41892"/>
                  <a:pt x="52894" y="41792"/>
                </a:cubicBezTo>
                <a:cubicBezTo>
                  <a:pt x="51550" y="40224"/>
                  <a:pt x="50280" y="38556"/>
                  <a:pt x="49036" y="36839"/>
                </a:cubicBezTo>
                <a:cubicBezTo>
                  <a:pt x="52023" y="34723"/>
                  <a:pt x="55084" y="33130"/>
                  <a:pt x="57947" y="32085"/>
                </a:cubicBezTo>
                <a:close/>
                <a:moveTo>
                  <a:pt x="72657" y="42464"/>
                </a:moveTo>
                <a:lnTo>
                  <a:pt x="72657" y="42464"/>
                </a:lnTo>
                <a:cubicBezTo>
                  <a:pt x="72433" y="43037"/>
                  <a:pt x="72184" y="43559"/>
                  <a:pt x="71911" y="44132"/>
                </a:cubicBezTo>
                <a:cubicBezTo>
                  <a:pt x="71463" y="43983"/>
                  <a:pt x="71114" y="43808"/>
                  <a:pt x="70691" y="43634"/>
                </a:cubicBezTo>
                <a:cubicBezTo>
                  <a:pt x="70741" y="43584"/>
                  <a:pt x="70766" y="43584"/>
                  <a:pt x="70790" y="43559"/>
                </a:cubicBezTo>
                <a:cubicBezTo>
                  <a:pt x="71413" y="43186"/>
                  <a:pt x="72035" y="42813"/>
                  <a:pt x="72657" y="42464"/>
                </a:cubicBezTo>
                <a:close/>
                <a:moveTo>
                  <a:pt x="76789" y="44057"/>
                </a:moveTo>
                <a:cubicBezTo>
                  <a:pt x="76789" y="44082"/>
                  <a:pt x="76764" y="44082"/>
                  <a:pt x="76764" y="44132"/>
                </a:cubicBezTo>
                <a:lnTo>
                  <a:pt x="76739" y="44132"/>
                </a:lnTo>
                <a:cubicBezTo>
                  <a:pt x="76739" y="44082"/>
                  <a:pt x="76764" y="44082"/>
                  <a:pt x="76764" y="44057"/>
                </a:cubicBezTo>
                <a:close/>
                <a:moveTo>
                  <a:pt x="113329" y="33230"/>
                </a:moveTo>
                <a:cubicBezTo>
                  <a:pt x="113329" y="33255"/>
                  <a:pt x="113354" y="33304"/>
                  <a:pt x="113379" y="33304"/>
                </a:cubicBezTo>
                <a:cubicBezTo>
                  <a:pt x="113280" y="33976"/>
                  <a:pt x="113180" y="34624"/>
                  <a:pt x="113031" y="35321"/>
                </a:cubicBezTo>
                <a:cubicBezTo>
                  <a:pt x="113031" y="35370"/>
                  <a:pt x="113006" y="35420"/>
                  <a:pt x="113006" y="35470"/>
                </a:cubicBezTo>
                <a:cubicBezTo>
                  <a:pt x="112433" y="38283"/>
                  <a:pt x="111612" y="41170"/>
                  <a:pt x="110567" y="44132"/>
                </a:cubicBezTo>
                <a:lnTo>
                  <a:pt x="110517" y="44082"/>
                </a:lnTo>
                <a:cubicBezTo>
                  <a:pt x="111886" y="40324"/>
                  <a:pt x="112832" y="36690"/>
                  <a:pt x="113329" y="33230"/>
                </a:cubicBezTo>
                <a:close/>
                <a:moveTo>
                  <a:pt x="106211" y="40772"/>
                </a:moveTo>
                <a:cubicBezTo>
                  <a:pt x="107704" y="41792"/>
                  <a:pt x="109073" y="42912"/>
                  <a:pt x="110243" y="44132"/>
                </a:cubicBezTo>
                <a:cubicBezTo>
                  <a:pt x="110243" y="44157"/>
                  <a:pt x="110243" y="44157"/>
                  <a:pt x="110218" y="44182"/>
                </a:cubicBezTo>
                <a:cubicBezTo>
                  <a:pt x="109098" y="43012"/>
                  <a:pt x="107779" y="41917"/>
                  <a:pt x="106335" y="40921"/>
                </a:cubicBezTo>
                <a:cubicBezTo>
                  <a:pt x="106285" y="40846"/>
                  <a:pt x="106260" y="40821"/>
                  <a:pt x="106211" y="40772"/>
                </a:cubicBezTo>
                <a:close/>
                <a:moveTo>
                  <a:pt x="80199" y="44082"/>
                </a:moveTo>
                <a:cubicBezTo>
                  <a:pt x="80249" y="44082"/>
                  <a:pt x="80274" y="44082"/>
                  <a:pt x="80349" y="44132"/>
                </a:cubicBezTo>
                <a:cubicBezTo>
                  <a:pt x="80398" y="44132"/>
                  <a:pt x="80473" y="44157"/>
                  <a:pt x="80573" y="44182"/>
                </a:cubicBezTo>
                <a:cubicBezTo>
                  <a:pt x="80556" y="44190"/>
                  <a:pt x="80542" y="44193"/>
                  <a:pt x="80529" y="44193"/>
                </a:cubicBezTo>
                <a:cubicBezTo>
                  <a:pt x="80504" y="44193"/>
                  <a:pt x="80481" y="44182"/>
                  <a:pt x="80448" y="44182"/>
                </a:cubicBezTo>
                <a:lnTo>
                  <a:pt x="80374" y="44182"/>
                </a:lnTo>
                <a:lnTo>
                  <a:pt x="80100" y="44082"/>
                </a:lnTo>
                <a:close/>
                <a:moveTo>
                  <a:pt x="101506" y="38332"/>
                </a:moveTo>
                <a:cubicBezTo>
                  <a:pt x="101531" y="38332"/>
                  <a:pt x="101531" y="38357"/>
                  <a:pt x="101556" y="38357"/>
                </a:cubicBezTo>
                <a:cubicBezTo>
                  <a:pt x="100834" y="40299"/>
                  <a:pt x="100038" y="42215"/>
                  <a:pt x="99141" y="44182"/>
                </a:cubicBezTo>
                <a:cubicBezTo>
                  <a:pt x="99092" y="44182"/>
                  <a:pt x="99067" y="44207"/>
                  <a:pt x="99042" y="44207"/>
                </a:cubicBezTo>
                <a:cubicBezTo>
                  <a:pt x="99938" y="42265"/>
                  <a:pt x="100784" y="40249"/>
                  <a:pt x="101506" y="38332"/>
                </a:cubicBezTo>
                <a:close/>
                <a:moveTo>
                  <a:pt x="48886" y="36889"/>
                </a:moveTo>
                <a:cubicBezTo>
                  <a:pt x="50206" y="38731"/>
                  <a:pt x="51599" y="40473"/>
                  <a:pt x="52993" y="42116"/>
                </a:cubicBezTo>
                <a:cubicBezTo>
                  <a:pt x="52993" y="42166"/>
                  <a:pt x="53018" y="42166"/>
                  <a:pt x="53018" y="42190"/>
                </a:cubicBezTo>
                <a:cubicBezTo>
                  <a:pt x="53267" y="42489"/>
                  <a:pt x="53566" y="42788"/>
                  <a:pt x="53815" y="43087"/>
                </a:cubicBezTo>
                <a:cubicBezTo>
                  <a:pt x="53989" y="43311"/>
                  <a:pt x="54188" y="43535"/>
                  <a:pt x="54387" y="43734"/>
                </a:cubicBezTo>
                <a:cubicBezTo>
                  <a:pt x="54561" y="43908"/>
                  <a:pt x="54711" y="44057"/>
                  <a:pt x="54860" y="44232"/>
                </a:cubicBezTo>
                <a:cubicBezTo>
                  <a:pt x="54835" y="44232"/>
                  <a:pt x="54835" y="44281"/>
                  <a:pt x="54810" y="44281"/>
                </a:cubicBezTo>
                <a:cubicBezTo>
                  <a:pt x="54636" y="44082"/>
                  <a:pt x="54462" y="43908"/>
                  <a:pt x="54313" y="43709"/>
                </a:cubicBezTo>
                <a:cubicBezTo>
                  <a:pt x="54263" y="43684"/>
                  <a:pt x="54238" y="43659"/>
                  <a:pt x="54238" y="43609"/>
                </a:cubicBezTo>
                <a:cubicBezTo>
                  <a:pt x="52396" y="41568"/>
                  <a:pt x="50579" y="39303"/>
                  <a:pt x="48861" y="36938"/>
                </a:cubicBezTo>
                <a:cubicBezTo>
                  <a:pt x="48861" y="36938"/>
                  <a:pt x="48886" y="36938"/>
                  <a:pt x="48886" y="36889"/>
                </a:cubicBezTo>
                <a:close/>
                <a:moveTo>
                  <a:pt x="80747" y="44256"/>
                </a:moveTo>
                <a:cubicBezTo>
                  <a:pt x="80822" y="44256"/>
                  <a:pt x="80896" y="44281"/>
                  <a:pt x="80971" y="44281"/>
                </a:cubicBezTo>
                <a:cubicBezTo>
                  <a:pt x="80896" y="44281"/>
                  <a:pt x="80822" y="44281"/>
                  <a:pt x="80747" y="44256"/>
                </a:cubicBezTo>
                <a:close/>
                <a:moveTo>
                  <a:pt x="62079" y="38830"/>
                </a:moveTo>
                <a:cubicBezTo>
                  <a:pt x="62079" y="38855"/>
                  <a:pt x="62103" y="38855"/>
                  <a:pt x="62103" y="38880"/>
                </a:cubicBezTo>
                <a:cubicBezTo>
                  <a:pt x="59714" y="40597"/>
                  <a:pt x="57424" y="42415"/>
                  <a:pt x="55184" y="44306"/>
                </a:cubicBezTo>
                <a:cubicBezTo>
                  <a:pt x="55184" y="44281"/>
                  <a:pt x="55134" y="44281"/>
                  <a:pt x="55134" y="44256"/>
                </a:cubicBezTo>
                <a:cubicBezTo>
                  <a:pt x="57374" y="42340"/>
                  <a:pt x="59689" y="40548"/>
                  <a:pt x="62079" y="38830"/>
                </a:cubicBezTo>
                <a:close/>
                <a:moveTo>
                  <a:pt x="79627" y="44281"/>
                </a:moveTo>
                <a:cubicBezTo>
                  <a:pt x="79627" y="44281"/>
                  <a:pt x="79652" y="44281"/>
                  <a:pt x="79702" y="44306"/>
                </a:cubicBezTo>
                <a:lnTo>
                  <a:pt x="79627" y="44306"/>
                </a:lnTo>
                <a:lnTo>
                  <a:pt x="79602" y="44281"/>
                </a:lnTo>
                <a:close/>
                <a:moveTo>
                  <a:pt x="78034" y="44281"/>
                </a:moveTo>
                <a:cubicBezTo>
                  <a:pt x="78009" y="44281"/>
                  <a:pt x="78009" y="44281"/>
                  <a:pt x="78034" y="44306"/>
                </a:cubicBezTo>
                <a:cubicBezTo>
                  <a:pt x="78009" y="44306"/>
                  <a:pt x="78009" y="44306"/>
                  <a:pt x="78009" y="44331"/>
                </a:cubicBezTo>
                <a:cubicBezTo>
                  <a:pt x="78009" y="44306"/>
                  <a:pt x="78009" y="44306"/>
                  <a:pt x="77984" y="44281"/>
                </a:cubicBezTo>
                <a:close/>
                <a:moveTo>
                  <a:pt x="70492" y="43734"/>
                </a:moveTo>
                <a:cubicBezTo>
                  <a:pt x="70940" y="43933"/>
                  <a:pt x="71388" y="44157"/>
                  <a:pt x="71811" y="44306"/>
                </a:cubicBezTo>
                <a:cubicBezTo>
                  <a:pt x="71811" y="44331"/>
                  <a:pt x="71786" y="44331"/>
                  <a:pt x="71786" y="44356"/>
                </a:cubicBezTo>
                <a:cubicBezTo>
                  <a:pt x="71313" y="44207"/>
                  <a:pt x="70890" y="43983"/>
                  <a:pt x="70417" y="43784"/>
                </a:cubicBezTo>
                <a:cubicBezTo>
                  <a:pt x="70442" y="43784"/>
                  <a:pt x="70442" y="43734"/>
                  <a:pt x="70492" y="43734"/>
                </a:cubicBezTo>
                <a:close/>
                <a:moveTo>
                  <a:pt x="72632" y="43908"/>
                </a:moveTo>
                <a:lnTo>
                  <a:pt x="72632" y="44356"/>
                </a:lnTo>
                <a:cubicBezTo>
                  <a:pt x="72558" y="44331"/>
                  <a:pt x="72483" y="44331"/>
                  <a:pt x="72408" y="44306"/>
                </a:cubicBezTo>
                <a:cubicBezTo>
                  <a:pt x="72458" y="44182"/>
                  <a:pt x="72558" y="44032"/>
                  <a:pt x="72632" y="43908"/>
                </a:cubicBezTo>
                <a:close/>
                <a:moveTo>
                  <a:pt x="115370" y="38308"/>
                </a:moveTo>
                <a:lnTo>
                  <a:pt x="115370" y="38357"/>
                </a:lnTo>
                <a:cubicBezTo>
                  <a:pt x="114350" y="40373"/>
                  <a:pt x="112956" y="42290"/>
                  <a:pt x="111214" y="43933"/>
                </a:cubicBezTo>
                <a:lnTo>
                  <a:pt x="111164" y="43958"/>
                </a:lnTo>
                <a:lnTo>
                  <a:pt x="111089" y="44057"/>
                </a:lnTo>
                <a:cubicBezTo>
                  <a:pt x="110965" y="44157"/>
                  <a:pt x="110865" y="44281"/>
                  <a:pt x="110741" y="44356"/>
                </a:cubicBezTo>
                <a:cubicBezTo>
                  <a:pt x="110766" y="44331"/>
                  <a:pt x="110766" y="44331"/>
                  <a:pt x="110741" y="44306"/>
                </a:cubicBezTo>
                <a:lnTo>
                  <a:pt x="110815" y="44256"/>
                </a:lnTo>
                <a:cubicBezTo>
                  <a:pt x="110990" y="44057"/>
                  <a:pt x="111214" y="43883"/>
                  <a:pt x="111388" y="43684"/>
                </a:cubicBezTo>
                <a:lnTo>
                  <a:pt x="111861" y="43211"/>
                </a:lnTo>
                <a:lnTo>
                  <a:pt x="112135" y="42937"/>
                </a:lnTo>
                <a:cubicBezTo>
                  <a:pt x="112309" y="42738"/>
                  <a:pt x="112458" y="42589"/>
                  <a:pt x="112608" y="42415"/>
                </a:cubicBezTo>
                <a:cubicBezTo>
                  <a:pt x="112657" y="42315"/>
                  <a:pt x="112732" y="42265"/>
                  <a:pt x="112832" y="42166"/>
                </a:cubicBezTo>
                <a:cubicBezTo>
                  <a:pt x="112981" y="41966"/>
                  <a:pt x="113130" y="41792"/>
                  <a:pt x="113280" y="41568"/>
                </a:cubicBezTo>
                <a:cubicBezTo>
                  <a:pt x="113329" y="41494"/>
                  <a:pt x="113379" y="41444"/>
                  <a:pt x="113404" y="41419"/>
                </a:cubicBezTo>
                <a:cubicBezTo>
                  <a:pt x="113578" y="41195"/>
                  <a:pt x="113703" y="40996"/>
                  <a:pt x="113852" y="40797"/>
                </a:cubicBezTo>
                <a:cubicBezTo>
                  <a:pt x="113902" y="40697"/>
                  <a:pt x="113977" y="40622"/>
                  <a:pt x="114001" y="40548"/>
                </a:cubicBezTo>
                <a:cubicBezTo>
                  <a:pt x="114325" y="40075"/>
                  <a:pt x="114624" y="39602"/>
                  <a:pt x="114873" y="39129"/>
                </a:cubicBezTo>
                <a:cubicBezTo>
                  <a:pt x="114898" y="39104"/>
                  <a:pt x="114898" y="39079"/>
                  <a:pt x="114947" y="39054"/>
                </a:cubicBezTo>
                <a:cubicBezTo>
                  <a:pt x="115072" y="38830"/>
                  <a:pt x="115196" y="38631"/>
                  <a:pt x="115321" y="38432"/>
                </a:cubicBezTo>
                <a:lnTo>
                  <a:pt x="115321" y="38382"/>
                </a:lnTo>
                <a:cubicBezTo>
                  <a:pt x="115346" y="38357"/>
                  <a:pt x="115346" y="38332"/>
                  <a:pt x="115370" y="38308"/>
                </a:cubicBezTo>
                <a:close/>
                <a:moveTo>
                  <a:pt x="79278" y="44306"/>
                </a:moveTo>
                <a:cubicBezTo>
                  <a:pt x="79278" y="44306"/>
                  <a:pt x="79328" y="44306"/>
                  <a:pt x="79328" y="44331"/>
                </a:cubicBezTo>
                <a:cubicBezTo>
                  <a:pt x="79253" y="44331"/>
                  <a:pt x="79204" y="44381"/>
                  <a:pt x="79129" y="44381"/>
                </a:cubicBezTo>
                <a:cubicBezTo>
                  <a:pt x="79154" y="44381"/>
                  <a:pt x="79204" y="44331"/>
                  <a:pt x="79204" y="44331"/>
                </a:cubicBezTo>
                <a:cubicBezTo>
                  <a:pt x="79229" y="44306"/>
                  <a:pt x="79229" y="44306"/>
                  <a:pt x="79253" y="44306"/>
                </a:cubicBezTo>
                <a:close/>
                <a:moveTo>
                  <a:pt x="105090" y="40174"/>
                </a:moveTo>
                <a:cubicBezTo>
                  <a:pt x="105090" y="40174"/>
                  <a:pt x="105115" y="40174"/>
                  <a:pt x="105115" y="40199"/>
                </a:cubicBezTo>
                <a:cubicBezTo>
                  <a:pt x="105016" y="40274"/>
                  <a:pt x="104966" y="40349"/>
                  <a:pt x="104866" y="40423"/>
                </a:cubicBezTo>
                <a:cubicBezTo>
                  <a:pt x="104742" y="40548"/>
                  <a:pt x="104618" y="40672"/>
                  <a:pt x="104468" y="40797"/>
                </a:cubicBezTo>
                <a:lnTo>
                  <a:pt x="103995" y="41170"/>
                </a:lnTo>
                <a:cubicBezTo>
                  <a:pt x="103846" y="41294"/>
                  <a:pt x="103721" y="41419"/>
                  <a:pt x="103547" y="41543"/>
                </a:cubicBezTo>
                <a:cubicBezTo>
                  <a:pt x="103423" y="41643"/>
                  <a:pt x="103273" y="41742"/>
                  <a:pt x="103149" y="41842"/>
                </a:cubicBezTo>
                <a:cubicBezTo>
                  <a:pt x="102975" y="41966"/>
                  <a:pt x="102800" y="42116"/>
                  <a:pt x="102626" y="42265"/>
                </a:cubicBezTo>
                <a:cubicBezTo>
                  <a:pt x="102502" y="42340"/>
                  <a:pt x="102377" y="42415"/>
                  <a:pt x="102278" y="42514"/>
                </a:cubicBezTo>
                <a:cubicBezTo>
                  <a:pt x="102104" y="42639"/>
                  <a:pt x="101880" y="42788"/>
                  <a:pt x="101680" y="42912"/>
                </a:cubicBezTo>
                <a:lnTo>
                  <a:pt x="101407" y="43087"/>
                </a:lnTo>
                <a:cubicBezTo>
                  <a:pt x="101183" y="43261"/>
                  <a:pt x="100934" y="43385"/>
                  <a:pt x="100735" y="43535"/>
                </a:cubicBezTo>
                <a:cubicBezTo>
                  <a:pt x="100660" y="43559"/>
                  <a:pt x="100560" y="43634"/>
                  <a:pt x="100510" y="43659"/>
                </a:cubicBezTo>
                <a:cubicBezTo>
                  <a:pt x="100262" y="43808"/>
                  <a:pt x="99988" y="43958"/>
                  <a:pt x="99739" y="44082"/>
                </a:cubicBezTo>
                <a:cubicBezTo>
                  <a:pt x="99689" y="44132"/>
                  <a:pt x="99639" y="44132"/>
                  <a:pt x="99614" y="44157"/>
                </a:cubicBezTo>
                <a:cubicBezTo>
                  <a:pt x="99415" y="44306"/>
                  <a:pt x="99316" y="44381"/>
                  <a:pt x="99241" y="44381"/>
                </a:cubicBezTo>
                <a:cubicBezTo>
                  <a:pt x="99241" y="44331"/>
                  <a:pt x="99266" y="44331"/>
                  <a:pt x="99266" y="44306"/>
                </a:cubicBezTo>
                <a:cubicBezTo>
                  <a:pt x="99365" y="44281"/>
                  <a:pt x="99415" y="44207"/>
                  <a:pt x="99515" y="44182"/>
                </a:cubicBezTo>
                <a:cubicBezTo>
                  <a:pt x="99565" y="44157"/>
                  <a:pt x="99614" y="44132"/>
                  <a:pt x="99664" y="44082"/>
                </a:cubicBezTo>
                <a:cubicBezTo>
                  <a:pt x="99913" y="43958"/>
                  <a:pt x="100162" y="43808"/>
                  <a:pt x="100411" y="43659"/>
                </a:cubicBezTo>
                <a:cubicBezTo>
                  <a:pt x="100510" y="43584"/>
                  <a:pt x="100560" y="43559"/>
                  <a:pt x="100660" y="43510"/>
                </a:cubicBezTo>
                <a:cubicBezTo>
                  <a:pt x="100884" y="43360"/>
                  <a:pt x="101108" y="43211"/>
                  <a:pt x="101307" y="43087"/>
                </a:cubicBezTo>
                <a:cubicBezTo>
                  <a:pt x="101407" y="43037"/>
                  <a:pt x="101531" y="42962"/>
                  <a:pt x="101631" y="42912"/>
                </a:cubicBezTo>
                <a:cubicBezTo>
                  <a:pt x="101805" y="42788"/>
                  <a:pt x="102004" y="42663"/>
                  <a:pt x="102178" y="42489"/>
                </a:cubicBezTo>
                <a:lnTo>
                  <a:pt x="102552" y="42215"/>
                </a:lnTo>
                <a:cubicBezTo>
                  <a:pt x="102726" y="42091"/>
                  <a:pt x="102900" y="41966"/>
                  <a:pt x="103049" y="41842"/>
                </a:cubicBezTo>
                <a:cubicBezTo>
                  <a:pt x="103224" y="41718"/>
                  <a:pt x="103348" y="41643"/>
                  <a:pt x="103497" y="41494"/>
                </a:cubicBezTo>
                <a:cubicBezTo>
                  <a:pt x="103647" y="41369"/>
                  <a:pt x="103771" y="41245"/>
                  <a:pt x="103921" y="41145"/>
                </a:cubicBezTo>
                <a:lnTo>
                  <a:pt x="104394" y="40772"/>
                </a:lnTo>
                <a:cubicBezTo>
                  <a:pt x="104518" y="40647"/>
                  <a:pt x="104642" y="40523"/>
                  <a:pt x="104792" y="40398"/>
                </a:cubicBezTo>
                <a:cubicBezTo>
                  <a:pt x="104891" y="40324"/>
                  <a:pt x="104966" y="40224"/>
                  <a:pt x="105041" y="40174"/>
                </a:cubicBezTo>
                <a:close/>
                <a:moveTo>
                  <a:pt x="77735" y="44331"/>
                </a:moveTo>
                <a:lnTo>
                  <a:pt x="77760" y="44381"/>
                </a:lnTo>
                <a:cubicBezTo>
                  <a:pt x="77760" y="44381"/>
                  <a:pt x="77760" y="44406"/>
                  <a:pt x="77785" y="44406"/>
                </a:cubicBezTo>
                <a:lnTo>
                  <a:pt x="77735" y="44406"/>
                </a:lnTo>
                <a:cubicBezTo>
                  <a:pt x="77685" y="44406"/>
                  <a:pt x="77660" y="44406"/>
                  <a:pt x="77660" y="44381"/>
                </a:cubicBezTo>
                <a:cubicBezTo>
                  <a:pt x="77710" y="44381"/>
                  <a:pt x="77735" y="44331"/>
                  <a:pt x="77735" y="44331"/>
                </a:cubicBezTo>
                <a:close/>
                <a:moveTo>
                  <a:pt x="72905" y="43305"/>
                </a:moveTo>
                <a:lnTo>
                  <a:pt x="72905" y="43305"/>
                </a:lnTo>
                <a:cubicBezTo>
                  <a:pt x="72881" y="43696"/>
                  <a:pt x="72857" y="44063"/>
                  <a:pt x="72881" y="44431"/>
                </a:cubicBezTo>
                <a:cubicBezTo>
                  <a:pt x="72832" y="44431"/>
                  <a:pt x="72832" y="44431"/>
                  <a:pt x="72807" y="44406"/>
                </a:cubicBezTo>
                <a:cubicBezTo>
                  <a:pt x="72807" y="44082"/>
                  <a:pt x="72807" y="43759"/>
                  <a:pt x="72856" y="43435"/>
                </a:cubicBezTo>
                <a:cubicBezTo>
                  <a:pt x="72878" y="43392"/>
                  <a:pt x="72900" y="43349"/>
                  <a:pt x="72905" y="43305"/>
                </a:cubicBezTo>
                <a:close/>
                <a:moveTo>
                  <a:pt x="74848" y="41294"/>
                </a:moveTo>
                <a:cubicBezTo>
                  <a:pt x="75122" y="41543"/>
                  <a:pt x="75395" y="41718"/>
                  <a:pt x="75669" y="41942"/>
                </a:cubicBezTo>
                <a:cubicBezTo>
                  <a:pt x="75744" y="42066"/>
                  <a:pt x="75819" y="42190"/>
                  <a:pt x="75893" y="42315"/>
                </a:cubicBezTo>
                <a:cubicBezTo>
                  <a:pt x="75893" y="42340"/>
                  <a:pt x="75918" y="42340"/>
                  <a:pt x="75918" y="42365"/>
                </a:cubicBezTo>
                <a:cubicBezTo>
                  <a:pt x="75918" y="42415"/>
                  <a:pt x="75968" y="42415"/>
                  <a:pt x="75968" y="42439"/>
                </a:cubicBezTo>
                <a:cubicBezTo>
                  <a:pt x="76018" y="42564"/>
                  <a:pt x="76092" y="42663"/>
                  <a:pt x="76167" y="42788"/>
                </a:cubicBezTo>
                <a:lnTo>
                  <a:pt x="76366" y="43062"/>
                </a:lnTo>
                <a:cubicBezTo>
                  <a:pt x="76391" y="43111"/>
                  <a:pt x="76466" y="43186"/>
                  <a:pt x="76491" y="43236"/>
                </a:cubicBezTo>
                <a:cubicBezTo>
                  <a:pt x="76491" y="43286"/>
                  <a:pt x="76515" y="43286"/>
                  <a:pt x="76515" y="43311"/>
                </a:cubicBezTo>
                <a:lnTo>
                  <a:pt x="76715" y="43584"/>
                </a:lnTo>
                <a:lnTo>
                  <a:pt x="76739" y="43609"/>
                </a:lnTo>
                <a:cubicBezTo>
                  <a:pt x="76665" y="43709"/>
                  <a:pt x="76640" y="43808"/>
                  <a:pt x="76590" y="43908"/>
                </a:cubicBezTo>
                <a:cubicBezTo>
                  <a:pt x="75669" y="43983"/>
                  <a:pt x="74723" y="44182"/>
                  <a:pt x="73728" y="44431"/>
                </a:cubicBezTo>
                <a:cubicBezTo>
                  <a:pt x="74001" y="43435"/>
                  <a:pt x="74225" y="42489"/>
                  <a:pt x="74350" y="41568"/>
                </a:cubicBezTo>
                <a:cubicBezTo>
                  <a:pt x="74524" y="41444"/>
                  <a:pt x="74674" y="41394"/>
                  <a:pt x="74848" y="41294"/>
                </a:cubicBezTo>
                <a:close/>
                <a:moveTo>
                  <a:pt x="77287" y="44256"/>
                </a:moveTo>
                <a:cubicBezTo>
                  <a:pt x="77287" y="44256"/>
                  <a:pt x="77287" y="44281"/>
                  <a:pt x="77337" y="44281"/>
                </a:cubicBezTo>
                <a:cubicBezTo>
                  <a:pt x="77138" y="44331"/>
                  <a:pt x="76988" y="44406"/>
                  <a:pt x="76789" y="44456"/>
                </a:cubicBezTo>
                <a:cubicBezTo>
                  <a:pt x="76839" y="44431"/>
                  <a:pt x="76889" y="44331"/>
                  <a:pt x="76914" y="44281"/>
                </a:cubicBezTo>
                <a:cubicBezTo>
                  <a:pt x="77038" y="44281"/>
                  <a:pt x="77163" y="44281"/>
                  <a:pt x="77287" y="44256"/>
                </a:cubicBezTo>
                <a:close/>
                <a:moveTo>
                  <a:pt x="55010" y="44406"/>
                </a:moveTo>
                <a:cubicBezTo>
                  <a:pt x="55010" y="44431"/>
                  <a:pt x="55059" y="44431"/>
                  <a:pt x="55059" y="44456"/>
                </a:cubicBezTo>
                <a:cubicBezTo>
                  <a:pt x="55010" y="44456"/>
                  <a:pt x="55010" y="44480"/>
                  <a:pt x="54985" y="44480"/>
                </a:cubicBezTo>
                <a:cubicBezTo>
                  <a:pt x="54960" y="44456"/>
                  <a:pt x="54960" y="44431"/>
                  <a:pt x="54960" y="44431"/>
                </a:cubicBezTo>
                <a:cubicBezTo>
                  <a:pt x="54985" y="44431"/>
                  <a:pt x="54985" y="44406"/>
                  <a:pt x="55010" y="44406"/>
                </a:cubicBezTo>
                <a:close/>
                <a:moveTo>
                  <a:pt x="74175" y="41651"/>
                </a:moveTo>
                <a:cubicBezTo>
                  <a:pt x="74050" y="42545"/>
                  <a:pt x="73851" y="43513"/>
                  <a:pt x="73553" y="44456"/>
                </a:cubicBezTo>
                <a:cubicBezTo>
                  <a:pt x="73529" y="44456"/>
                  <a:pt x="73529" y="44456"/>
                  <a:pt x="73504" y="44480"/>
                </a:cubicBezTo>
                <a:cubicBezTo>
                  <a:pt x="73777" y="43535"/>
                  <a:pt x="74001" y="42589"/>
                  <a:pt x="74126" y="41693"/>
                </a:cubicBezTo>
                <a:cubicBezTo>
                  <a:pt x="74148" y="41671"/>
                  <a:pt x="74169" y="41668"/>
                  <a:pt x="74175" y="41651"/>
                </a:cubicBezTo>
                <a:close/>
                <a:moveTo>
                  <a:pt x="110639" y="44480"/>
                </a:moveTo>
                <a:cubicBezTo>
                  <a:pt x="110640" y="44487"/>
                  <a:pt x="110641" y="44495"/>
                  <a:pt x="110641" y="44505"/>
                </a:cubicBezTo>
                <a:cubicBezTo>
                  <a:pt x="110616" y="44505"/>
                  <a:pt x="110616" y="44530"/>
                  <a:pt x="110616" y="44530"/>
                </a:cubicBezTo>
                <a:lnTo>
                  <a:pt x="110616" y="44530"/>
                </a:lnTo>
                <a:cubicBezTo>
                  <a:pt x="110616" y="44510"/>
                  <a:pt x="110632" y="44506"/>
                  <a:pt x="110639" y="44480"/>
                </a:cubicBezTo>
                <a:close/>
                <a:moveTo>
                  <a:pt x="73927" y="41792"/>
                </a:moveTo>
                <a:lnTo>
                  <a:pt x="73927" y="41792"/>
                </a:lnTo>
                <a:cubicBezTo>
                  <a:pt x="73802" y="42688"/>
                  <a:pt x="73603" y="43584"/>
                  <a:pt x="73304" y="44530"/>
                </a:cubicBezTo>
                <a:lnTo>
                  <a:pt x="73280" y="44530"/>
                </a:lnTo>
                <a:cubicBezTo>
                  <a:pt x="73230" y="44530"/>
                  <a:pt x="73155" y="44505"/>
                  <a:pt x="73080" y="44505"/>
                </a:cubicBezTo>
                <a:cubicBezTo>
                  <a:pt x="73056" y="43908"/>
                  <a:pt x="73080" y="43335"/>
                  <a:pt x="73180" y="42788"/>
                </a:cubicBezTo>
                <a:cubicBezTo>
                  <a:pt x="73304" y="42539"/>
                  <a:pt x="73404" y="42290"/>
                  <a:pt x="73529" y="42016"/>
                </a:cubicBezTo>
                <a:cubicBezTo>
                  <a:pt x="73653" y="41917"/>
                  <a:pt x="73777" y="41842"/>
                  <a:pt x="73927" y="41792"/>
                </a:cubicBezTo>
                <a:close/>
                <a:moveTo>
                  <a:pt x="78407" y="44505"/>
                </a:moveTo>
                <a:cubicBezTo>
                  <a:pt x="78382" y="44505"/>
                  <a:pt x="78357" y="44505"/>
                  <a:pt x="78283" y="44530"/>
                </a:cubicBezTo>
                <a:cubicBezTo>
                  <a:pt x="78333" y="44505"/>
                  <a:pt x="78357" y="44505"/>
                  <a:pt x="78407" y="44505"/>
                </a:cubicBezTo>
                <a:close/>
                <a:moveTo>
                  <a:pt x="87468" y="42887"/>
                </a:moveTo>
                <a:cubicBezTo>
                  <a:pt x="87194" y="43435"/>
                  <a:pt x="86870" y="43983"/>
                  <a:pt x="86571" y="44555"/>
                </a:cubicBezTo>
                <a:lnTo>
                  <a:pt x="86497" y="44555"/>
                </a:lnTo>
                <a:cubicBezTo>
                  <a:pt x="86845" y="43983"/>
                  <a:pt x="87119" y="43435"/>
                  <a:pt x="87418" y="42887"/>
                </a:cubicBezTo>
                <a:close/>
                <a:moveTo>
                  <a:pt x="87692" y="42912"/>
                </a:moveTo>
                <a:cubicBezTo>
                  <a:pt x="88911" y="42962"/>
                  <a:pt x="90031" y="43186"/>
                  <a:pt x="91077" y="43510"/>
                </a:cubicBezTo>
                <a:cubicBezTo>
                  <a:pt x="89683" y="44032"/>
                  <a:pt x="88239" y="44406"/>
                  <a:pt x="86820" y="44555"/>
                </a:cubicBezTo>
                <a:cubicBezTo>
                  <a:pt x="87119" y="43983"/>
                  <a:pt x="87418" y="43435"/>
                  <a:pt x="87692" y="42912"/>
                </a:cubicBezTo>
                <a:close/>
                <a:moveTo>
                  <a:pt x="98992" y="44456"/>
                </a:moveTo>
                <a:cubicBezTo>
                  <a:pt x="98992" y="44480"/>
                  <a:pt x="98942" y="44480"/>
                  <a:pt x="98942" y="44530"/>
                </a:cubicBezTo>
                <a:lnTo>
                  <a:pt x="98942" y="44555"/>
                </a:lnTo>
                <a:cubicBezTo>
                  <a:pt x="98917" y="44555"/>
                  <a:pt x="98893" y="44580"/>
                  <a:pt x="98868" y="44580"/>
                </a:cubicBezTo>
                <a:cubicBezTo>
                  <a:pt x="98868" y="44580"/>
                  <a:pt x="98868" y="44555"/>
                  <a:pt x="98893" y="44555"/>
                </a:cubicBezTo>
                <a:cubicBezTo>
                  <a:pt x="98893" y="44530"/>
                  <a:pt x="98893" y="44530"/>
                  <a:pt x="98917" y="44480"/>
                </a:cubicBezTo>
                <a:cubicBezTo>
                  <a:pt x="98917" y="44485"/>
                  <a:pt x="98918" y="44487"/>
                  <a:pt x="98920" y="44487"/>
                </a:cubicBezTo>
                <a:cubicBezTo>
                  <a:pt x="98928" y="44487"/>
                  <a:pt x="98952" y="44456"/>
                  <a:pt x="98992" y="44456"/>
                </a:cubicBezTo>
                <a:close/>
                <a:moveTo>
                  <a:pt x="76665" y="44306"/>
                </a:moveTo>
                <a:cubicBezTo>
                  <a:pt x="76615" y="44406"/>
                  <a:pt x="76540" y="44505"/>
                  <a:pt x="76515" y="44580"/>
                </a:cubicBezTo>
                <a:cubicBezTo>
                  <a:pt x="76491" y="44580"/>
                  <a:pt x="76466" y="44605"/>
                  <a:pt x="76466" y="44605"/>
                </a:cubicBezTo>
                <a:cubicBezTo>
                  <a:pt x="76515" y="44530"/>
                  <a:pt x="76590" y="44431"/>
                  <a:pt x="76640" y="44306"/>
                </a:cubicBezTo>
                <a:close/>
                <a:moveTo>
                  <a:pt x="77461" y="44431"/>
                </a:moveTo>
                <a:cubicBezTo>
                  <a:pt x="77461" y="44456"/>
                  <a:pt x="77486" y="44456"/>
                  <a:pt x="77486" y="44480"/>
                </a:cubicBezTo>
                <a:cubicBezTo>
                  <a:pt x="77461" y="44480"/>
                  <a:pt x="77461" y="44480"/>
                  <a:pt x="77412" y="44530"/>
                </a:cubicBezTo>
                <a:cubicBezTo>
                  <a:pt x="77337" y="44555"/>
                  <a:pt x="77212" y="44580"/>
                  <a:pt x="77113" y="44580"/>
                </a:cubicBezTo>
                <a:cubicBezTo>
                  <a:pt x="77038" y="44580"/>
                  <a:pt x="76988" y="44605"/>
                  <a:pt x="76963" y="44605"/>
                </a:cubicBezTo>
                <a:cubicBezTo>
                  <a:pt x="77138" y="44555"/>
                  <a:pt x="77287" y="44505"/>
                  <a:pt x="77461" y="44431"/>
                </a:cubicBezTo>
                <a:close/>
                <a:moveTo>
                  <a:pt x="81618" y="44456"/>
                </a:moveTo>
                <a:cubicBezTo>
                  <a:pt x="81842" y="44480"/>
                  <a:pt x="82016" y="44555"/>
                  <a:pt x="82240" y="44580"/>
                </a:cubicBezTo>
                <a:lnTo>
                  <a:pt x="82265" y="44580"/>
                </a:lnTo>
                <a:cubicBezTo>
                  <a:pt x="82298" y="44591"/>
                  <a:pt x="82321" y="44606"/>
                  <a:pt x="82343" y="44620"/>
                </a:cubicBezTo>
                <a:lnTo>
                  <a:pt x="82343" y="44620"/>
                </a:lnTo>
                <a:cubicBezTo>
                  <a:pt x="82273" y="44605"/>
                  <a:pt x="82200" y="44605"/>
                  <a:pt x="82116" y="44605"/>
                </a:cubicBezTo>
                <a:cubicBezTo>
                  <a:pt x="81991" y="44555"/>
                  <a:pt x="81817" y="44530"/>
                  <a:pt x="81618" y="44456"/>
                </a:cubicBezTo>
                <a:close/>
                <a:moveTo>
                  <a:pt x="72309" y="44456"/>
                </a:moveTo>
                <a:cubicBezTo>
                  <a:pt x="72408" y="44505"/>
                  <a:pt x="72533" y="44530"/>
                  <a:pt x="72632" y="44555"/>
                </a:cubicBezTo>
                <a:lnTo>
                  <a:pt x="72632" y="44630"/>
                </a:lnTo>
                <a:cubicBezTo>
                  <a:pt x="72508" y="44580"/>
                  <a:pt x="72408" y="44555"/>
                  <a:pt x="72284" y="44530"/>
                </a:cubicBezTo>
                <a:cubicBezTo>
                  <a:pt x="72284" y="44505"/>
                  <a:pt x="72309" y="44505"/>
                  <a:pt x="72309" y="44456"/>
                </a:cubicBezTo>
                <a:close/>
                <a:moveTo>
                  <a:pt x="86633" y="42877"/>
                </a:moveTo>
                <a:cubicBezTo>
                  <a:pt x="86830" y="42877"/>
                  <a:pt x="87026" y="42881"/>
                  <a:pt x="87219" y="42887"/>
                </a:cubicBezTo>
                <a:cubicBezTo>
                  <a:pt x="86920" y="43435"/>
                  <a:pt x="86621" y="44032"/>
                  <a:pt x="86323" y="44580"/>
                </a:cubicBezTo>
                <a:cubicBezTo>
                  <a:pt x="86123" y="44580"/>
                  <a:pt x="85949" y="44605"/>
                  <a:pt x="85750" y="44605"/>
                </a:cubicBezTo>
                <a:cubicBezTo>
                  <a:pt x="85482" y="44622"/>
                  <a:pt x="85215" y="44630"/>
                  <a:pt x="84949" y="44630"/>
                </a:cubicBezTo>
                <a:cubicBezTo>
                  <a:pt x="84054" y="44630"/>
                  <a:pt x="83167" y="44540"/>
                  <a:pt x="82265" y="44406"/>
                </a:cubicBezTo>
                <a:cubicBezTo>
                  <a:pt x="81767" y="44256"/>
                  <a:pt x="81270" y="44082"/>
                  <a:pt x="80747" y="43983"/>
                </a:cubicBezTo>
                <a:lnTo>
                  <a:pt x="80747" y="43958"/>
                </a:lnTo>
                <a:lnTo>
                  <a:pt x="80647" y="43958"/>
                </a:lnTo>
                <a:cubicBezTo>
                  <a:pt x="80498" y="43933"/>
                  <a:pt x="80324" y="43908"/>
                  <a:pt x="80150" y="43833"/>
                </a:cubicBezTo>
                <a:lnTo>
                  <a:pt x="80125" y="43833"/>
                </a:lnTo>
                <a:cubicBezTo>
                  <a:pt x="82414" y="43221"/>
                  <a:pt x="84622" y="42877"/>
                  <a:pt x="86633" y="42877"/>
                </a:cubicBezTo>
                <a:close/>
                <a:moveTo>
                  <a:pt x="76491" y="44057"/>
                </a:moveTo>
                <a:cubicBezTo>
                  <a:pt x="76491" y="44132"/>
                  <a:pt x="76491" y="44132"/>
                  <a:pt x="76441" y="44157"/>
                </a:cubicBezTo>
                <a:cubicBezTo>
                  <a:pt x="75619" y="44256"/>
                  <a:pt x="74698" y="44431"/>
                  <a:pt x="73802" y="44655"/>
                </a:cubicBezTo>
                <a:cubicBezTo>
                  <a:pt x="73777" y="44655"/>
                  <a:pt x="73703" y="44655"/>
                  <a:pt x="73678" y="44605"/>
                </a:cubicBezTo>
                <a:lnTo>
                  <a:pt x="73678" y="44580"/>
                </a:lnTo>
                <a:cubicBezTo>
                  <a:pt x="74649" y="44331"/>
                  <a:pt x="75594" y="44182"/>
                  <a:pt x="76491" y="44057"/>
                </a:cubicBezTo>
                <a:close/>
                <a:moveTo>
                  <a:pt x="72853" y="44617"/>
                </a:moveTo>
                <a:cubicBezTo>
                  <a:pt x="72863" y="44617"/>
                  <a:pt x="72869" y="44630"/>
                  <a:pt x="72881" y="44655"/>
                </a:cubicBezTo>
                <a:cubicBezTo>
                  <a:pt x="72832" y="44655"/>
                  <a:pt x="72832" y="44655"/>
                  <a:pt x="72807" y="44680"/>
                </a:cubicBezTo>
                <a:lnTo>
                  <a:pt x="72807" y="44655"/>
                </a:lnTo>
                <a:cubicBezTo>
                  <a:pt x="72832" y="44630"/>
                  <a:pt x="72844" y="44617"/>
                  <a:pt x="72853" y="44617"/>
                </a:cubicBezTo>
                <a:close/>
                <a:moveTo>
                  <a:pt x="76341" y="44331"/>
                </a:moveTo>
                <a:cubicBezTo>
                  <a:pt x="76267" y="44456"/>
                  <a:pt x="76167" y="44580"/>
                  <a:pt x="76117" y="44704"/>
                </a:cubicBezTo>
                <a:cubicBezTo>
                  <a:pt x="75840" y="44751"/>
                  <a:pt x="75556" y="44770"/>
                  <a:pt x="75271" y="44770"/>
                </a:cubicBezTo>
                <a:cubicBezTo>
                  <a:pt x="74941" y="44770"/>
                  <a:pt x="74608" y="44744"/>
                  <a:pt x="74275" y="44704"/>
                </a:cubicBezTo>
                <a:cubicBezTo>
                  <a:pt x="74997" y="44555"/>
                  <a:pt x="75669" y="44431"/>
                  <a:pt x="76341" y="44331"/>
                </a:cubicBezTo>
                <a:close/>
                <a:moveTo>
                  <a:pt x="73230" y="44754"/>
                </a:moveTo>
                <a:lnTo>
                  <a:pt x="73230" y="44804"/>
                </a:lnTo>
                <a:cubicBezTo>
                  <a:pt x="73180" y="44779"/>
                  <a:pt x="73155" y="44779"/>
                  <a:pt x="73105" y="44779"/>
                </a:cubicBezTo>
                <a:cubicBezTo>
                  <a:pt x="73130" y="44779"/>
                  <a:pt x="73155" y="44754"/>
                  <a:pt x="73230" y="44754"/>
                </a:cubicBezTo>
                <a:close/>
                <a:moveTo>
                  <a:pt x="86447" y="44754"/>
                </a:moveTo>
                <a:cubicBezTo>
                  <a:pt x="86447" y="44767"/>
                  <a:pt x="86453" y="44773"/>
                  <a:pt x="86463" y="44773"/>
                </a:cubicBezTo>
                <a:cubicBezTo>
                  <a:pt x="86472" y="44773"/>
                  <a:pt x="86484" y="44767"/>
                  <a:pt x="86497" y="44754"/>
                </a:cubicBezTo>
                <a:lnTo>
                  <a:pt x="86497" y="44754"/>
                </a:lnTo>
                <a:cubicBezTo>
                  <a:pt x="86497" y="44779"/>
                  <a:pt x="86472" y="44779"/>
                  <a:pt x="86472" y="44804"/>
                </a:cubicBezTo>
                <a:lnTo>
                  <a:pt x="86422" y="44804"/>
                </a:lnTo>
                <a:cubicBezTo>
                  <a:pt x="86422" y="44779"/>
                  <a:pt x="86447" y="44779"/>
                  <a:pt x="86447" y="44754"/>
                </a:cubicBezTo>
                <a:close/>
                <a:moveTo>
                  <a:pt x="91351" y="43559"/>
                </a:moveTo>
                <a:cubicBezTo>
                  <a:pt x="91400" y="43559"/>
                  <a:pt x="91425" y="43584"/>
                  <a:pt x="91450" y="43584"/>
                </a:cubicBezTo>
                <a:cubicBezTo>
                  <a:pt x="89932" y="44256"/>
                  <a:pt x="88314" y="44655"/>
                  <a:pt x="86671" y="44804"/>
                </a:cubicBezTo>
                <a:cubicBezTo>
                  <a:pt x="86671" y="44779"/>
                  <a:pt x="86696" y="44779"/>
                  <a:pt x="86696" y="44754"/>
                </a:cubicBezTo>
                <a:cubicBezTo>
                  <a:pt x="88289" y="44580"/>
                  <a:pt x="89832" y="44182"/>
                  <a:pt x="91351" y="43559"/>
                </a:cubicBezTo>
                <a:close/>
                <a:moveTo>
                  <a:pt x="77660" y="44655"/>
                </a:moveTo>
                <a:lnTo>
                  <a:pt x="77685" y="44680"/>
                </a:lnTo>
                <a:lnTo>
                  <a:pt x="77735" y="44704"/>
                </a:lnTo>
                <a:cubicBezTo>
                  <a:pt x="77586" y="44729"/>
                  <a:pt x="77387" y="44804"/>
                  <a:pt x="77237" y="44829"/>
                </a:cubicBezTo>
                <a:lnTo>
                  <a:pt x="77063" y="44829"/>
                </a:lnTo>
                <a:cubicBezTo>
                  <a:pt x="77113" y="44829"/>
                  <a:pt x="77163" y="44804"/>
                  <a:pt x="77237" y="44779"/>
                </a:cubicBezTo>
                <a:cubicBezTo>
                  <a:pt x="77387" y="44754"/>
                  <a:pt x="77511" y="44680"/>
                  <a:pt x="77660" y="44655"/>
                </a:cubicBezTo>
                <a:close/>
                <a:moveTo>
                  <a:pt x="72184" y="44680"/>
                </a:moveTo>
                <a:cubicBezTo>
                  <a:pt x="72284" y="44704"/>
                  <a:pt x="72384" y="44754"/>
                  <a:pt x="72433" y="44779"/>
                </a:cubicBezTo>
                <a:cubicBezTo>
                  <a:pt x="72309" y="44804"/>
                  <a:pt x="72234" y="44829"/>
                  <a:pt x="72085" y="44879"/>
                </a:cubicBezTo>
                <a:lnTo>
                  <a:pt x="72184" y="44680"/>
                </a:lnTo>
                <a:close/>
                <a:moveTo>
                  <a:pt x="110342" y="44655"/>
                </a:moveTo>
                <a:cubicBezTo>
                  <a:pt x="110342" y="44680"/>
                  <a:pt x="110318" y="44754"/>
                  <a:pt x="110318" y="44779"/>
                </a:cubicBezTo>
                <a:lnTo>
                  <a:pt x="110218" y="44879"/>
                </a:lnTo>
                <a:cubicBezTo>
                  <a:pt x="110218" y="44829"/>
                  <a:pt x="110243" y="44804"/>
                  <a:pt x="110243" y="44754"/>
                </a:cubicBezTo>
                <a:lnTo>
                  <a:pt x="110268" y="44704"/>
                </a:lnTo>
                <a:lnTo>
                  <a:pt x="110318" y="44680"/>
                </a:lnTo>
                <a:lnTo>
                  <a:pt x="110342" y="44655"/>
                </a:lnTo>
                <a:close/>
                <a:moveTo>
                  <a:pt x="83033" y="44711"/>
                </a:moveTo>
                <a:cubicBezTo>
                  <a:pt x="83683" y="44799"/>
                  <a:pt x="84359" y="44848"/>
                  <a:pt x="85033" y="44848"/>
                </a:cubicBezTo>
                <a:cubicBezTo>
                  <a:pt x="85273" y="44848"/>
                  <a:pt x="85512" y="44842"/>
                  <a:pt x="85750" y="44829"/>
                </a:cubicBezTo>
                <a:cubicBezTo>
                  <a:pt x="85924" y="44829"/>
                  <a:pt x="86049" y="44804"/>
                  <a:pt x="86198" y="44804"/>
                </a:cubicBezTo>
                <a:cubicBezTo>
                  <a:pt x="86198" y="44829"/>
                  <a:pt x="86173" y="44829"/>
                  <a:pt x="86173" y="44879"/>
                </a:cubicBezTo>
                <a:lnTo>
                  <a:pt x="85750" y="44879"/>
                </a:lnTo>
                <a:cubicBezTo>
                  <a:pt x="85501" y="44879"/>
                  <a:pt x="85252" y="44904"/>
                  <a:pt x="85003" y="44904"/>
                </a:cubicBezTo>
                <a:cubicBezTo>
                  <a:pt x="84381" y="44904"/>
                  <a:pt x="83809" y="44829"/>
                  <a:pt x="83186" y="44779"/>
                </a:cubicBezTo>
                <a:cubicBezTo>
                  <a:pt x="83128" y="44760"/>
                  <a:pt x="83085" y="44725"/>
                  <a:pt x="83033" y="44711"/>
                </a:cubicBezTo>
                <a:close/>
                <a:moveTo>
                  <a:pt x="62103" y="39079"/>
                </a:moveTo>
                <a:cubicBezTo>
                  <a:pt x="62527" y="39677"/>
                  <a:pt x="62825" y="40299"/>
                  <a:pt x="63149" y="40871"/>
                </a:cubicBezTo>
                <a:cubicBezTo>
                  <a:pt x="63024" y="40921"/>
                  <a:pt x="62925" y="40971"/>
                  <a:pt x="62800" y="41046"/>
                </a:cubicBezTo>
                <a:cubicBezTo>
                  <a:pt x="62676" y="41095"/>
                  <a:pt x="62552" y="41145"/>
                  <a:pt x="62452" y="41195"/>
                </a:cubicBezTo>
                <a:cubicBezTo>
                  <a:pt x="62352" y="41220"/>
                  <a:pt x="62253" y="41294"/>
                  <a:pt x="62178" y="41319"/>
                </a:cubicBezTo>
                <a:cubicBezTo>
                  <a:pt x="62079" y="41344"/>
                  <a:pt x="62029" y="41369"/>
                  <a:pt x="61929" y="41444"/>
                </a:cubicBezTo>
                <a:lnTo>
                  <a:pt x="61855" y="41444"/>
                </a:lnTo>
                <a:cubicBezTo>
                  <a:pt x="61730" y="41494"/>
                  <a:pt x="61606" y="41543"/>
                  <a:pt x="61481" y="41593"/>
                </a:cubicBezTo>
                <a:cubicBezTo>
                  <a:pt x="61332" y="41668"/>
                  <a:pt x="61133" y="41767"/>
                  <a:pt x="60983" y="41842"/>
                </a:cubicBezTo>
                <a:lnTo>
                  <a:pt x="60959" y="41842"/>
                </a:lnTo>
                <a:cubicBezTo>
                  <a:pt x="60959" y="41842"/>
                  <a:pt x="60934" y="41842"/>
                  <a:pt x="60934" y="41892"/>
                </a:cubicBezTo>
                <a:cubicBezTo>
                  <a:pt x="60809" y="41942"/>
                  <a:pt x="60685" y="42016"/>
                  <a:pt x="60510" y="42066"/>
                </a:cubicBezTo>
                <a:cubicBezTo>
                  <a:pt x="60486" y="42066"/>
                  <a:pt x="60461" y="42091"/>
                  <a:pt x="60436" y="42116"/>
                </a:cubicBezTo>
                <a:cubicBezTo>
                  <a:pt x="60386" y="42166"/>
                  <a:pt x="60361" y="42166"/>
                  <a:pt x="60336" y="42190"/>
                </a:cubicBezTo>
                <a:cubicBezTo>
                  <a:pt x="60336" y="42190"/>
                  <a:pt x="60311" y="42190"/>
                  <a:pt x="60311" y="42215"/>
                </a:cubicBezTo>
                <a:cubicBezTo>
                  <a:pt x="60212" y="42240"/>
                  <a:pt x="60137" y="42315"/>
                  <a:pt x="60062" y="42340"/>
                </a:cubicBezTo>
                <a:lnTo>
                  <a:pt x="60013" y="42340"/>
                </a:lnTo>
                <a:cubicBezTo>
                  <a:pt x="60013" y="42340"/>
                  <a:pt x="59988" y="42340"/>
                  <a:pt x="59988" y="42365"/>
                </a:cubicBezTo>
                <a:cubicBezTo>
                  <a:pt x="59838" y="42439"/>
                  <a:pt x="59714" y="42539"/>
                  <a:pt x="59565" y="42589"/>
                </a:cubicBezTo>
                <a:cubicBezTo>
                  <a:pt x="59465" y="42614"/>
                  <a:pt x="59390" y="42688"/>
                  <a:pt x="59316" y="42713"/>
                </a:cubicBezTo>
                <a:cubicBezTo>
                  <a:pt x="59216" y="42788"/>
                  <a:pt x="59117" y="42813"/>
                  <a:pt x="59017" y="42863"/>
                </a:cubicBezTo>
                <a:cubicBezTo>
                  <a:pt x="58868" y="42962"/>
                  <a:pt x="58718" y="43037"/>
                  <a:pt x="58569" y="43111"/>
                </a:cubicBezTo>
                <a:lnTo>
                  <a:pt x="58096" y="43410"/>
                </a:lnTo>
                <a:lnTo>
                  <a:pt x="58071" y="43410"/>
                </a:lnTo>
                <a:cubicBezTo>
                  <a:pt x="57897" y="43510"/>
                  <a:pt x="57748" y="43584"/>
                  <a:pt x="57573" y="43709"/>
                </a:cubicBezTo>
                <a:cubicBezTo>
                  <a:pt x="57399" y="43808"/>
                  <a:pt x="57250" y="43908"/>
                  <a:pt x="57125" y="43983"/>
                </a:cubicBezTo>
                <a:cubicBezTo>
                  <a:pt x="56976" y="44082"/>
                  <a:pt x="56827" y="44182"/>
                  <a:pt x="56652" y="44306"/>
                </a:cubicBezTo>
                <a:cubicBezTo>
                  <a:pt x="56627" y="44306"/>
                  <a:pt x="56627" y="44331"/>
                  <a:pt x="56603" y="44331"/>
                </a:cubicBezTo>
                <a:cubicBezTo>
                  <a:pt x="56528" y="44356"/>
                  <a:pt x="56503" y="44406"/>
                  <a:pt x="56453" y="44431"/>
                </a:cubicBezTo>
                <a:cubicBezTo>
                  <a:pt x="56379" y="44480"/>
                  <a:pt x="56329" y="44530"/>
                  <a:pt x="56229" y="44580"/>
                </a:cubicBezTo>
                <a:cubicBezTo>
                  <a:pt x="56204" y="44580"/>
                  <a:pt x="56204" y="44605"/>
                  <a:pt x="56155" y="44605"/>
                </a:cubicBezTo>
                <a:cubicBezTo>
                  <a:pt x="56155" y="44605"/>
                  <a:pt x="56130" y="44605"/>
                  <a:pt x="56130" y="44655"/>
                </a:cubicBezTo>
                <a:cubicBezTo>
                  <a:pt x="55980" y="44754"/>
                  <a:pt x="55831" y="44854"/>
                  <a:pt x="55657" y="44953"/>
                </a:cubicBezTo>
                <a:cubicBezTo>
                  <a:pt x="55507" y="44804"/>
                  <a:pt x="55358" y="44605"/>
                  <a:pt x="55209" y="44456"/>
                </a:cubicBezTo>
                <a:cubicBezTo>
                  <a:pt x="57399" y="42589"/>
                  <a:pt x="59714" y="40797"/>
                  <a:pt x="62103" y="39079"/>
                </a:cubicBezTo>
                <a:close/>
                <a:moveTo>
                  <a:pt x="73802" y="44829"/>
                </a:moveTo>
                <a:cubicBezTo>
                  <a:pt x="74400" y="44929"/>
                  <a:pt x="75022" y="44953"/>
                  <a:pt x="75619" y="44953"/>
                </a:cubicBezTo>
                <a:cubicBezTo>
                  <a:pt x="75545" y="45003"/>
                  <a:pt x="75520" y="45003"/>
                  <a:pt x="75470" y="45028"/>
                </a:cubicBezTo>
                <a:lnTo>
                  <a:pt x="75346" y="45028"/>
                </a:lnTo>
                <a:cubicBezTo>
                  <a:pt x="74773" y="45028"/>
                  <a:pt x="74250" y="44953"/>
                  <a:pt x="73678" y="44879"/>
                </a:cubicBezTo>
                <a:cubicBezTo>
                  <a:pt x="73728" y="44879"/>
                  <a:pt x="73777" y="44829"/>
                  <a:pt x="73802" y="44829"/>
                </a:cubicBezTo>
                <a:close/>
                <a:moveTo>
                  <a:pt x="78158" y="44829"/>
                </a:moveTo>
                <a:lnTo>
                  <a:pt x="78233" y="44904"/>
                </a:lnTo>
                <a:lnTo>
                  <a:pt x="78233" y="44953"/>
                </a:lnTo>
                <a:lnTo>
                  <a:pt x="78233" y="45028"/>
                </a:lnTo>
                <a:lnTo>
                  <a:pt x="78183" y="44978"/>
                </a:lnTo>
                <a:lnTo>
                  <a:pt x="78158" y="44953"/>
                </a:lnTo>
                <a:lnTo>
                  <a:pt x="78158" y="44929"/>
                </a:lnTo>
                <a:lnTo>
                  <a:pt x="78158" y="44829"/>
                </a:lnTo>
                <a:close/>
                <a:moveTo>
                  <a:pt x="55184" y="44555"/>
                </a:moveTo>
                <a:cubicBezTo>
                  <a:pt x="55333" y="44704"/>
                  <a:pt x="55482" y="44904"/>
                  <a:pt x="55632" y="45053"/>
                </a:cubicBezTo>
                <a:lnTo>
                  <a:pt x="55607" y="45053"/>
                </a:lnTo>
                <a:lnTo>
                  <a:pt x="55582" y="45078"/>
                </a:lnTo>
                <a:lnTo>
                  <a:pt x="55308" y="44804"/>
                </a:lnTo>
                <a:lnTo>
                  <a:pt x="55109" y="44605"/>
                </a:lnTo>
                <a:lnTo>
                  <a:pt x="55184" y="44555"/>
                </a:lnTo>
                <a:close/>
                <a:moveTo>
                  <a:pt x="63224" y="41046"/>
                </a:moveTo>
                <a:lnTo>
                  <a:pt x="63224" y="41070"/>
                </a:lnTo>
                <a:cubicBezTo>
                  <a:pt x="63099" y="41145"/>
                  <a:pt x="62975" y="41195"/>
                  <a:pt x="62875" y="41270"/>
                </a:cubicBezTo>
                <a:cubicBezTo>
                  <a:pt x="62751" y="41319"/>
                  <a:pt x="62626" y="41344"/>
                  <a:pt x="62502" y="41419"/>
                </a:cubicBezTo>
                <a:cubicBezTo>
                  <a:pt x="62427" y="41444"/>
                  <a:pt x="62328" y="41518"/>
                  <a:pt x="62228" y="41543"/>
                </a:cubicBezTo>
                <a:cubicBezTo>
                  <a:pt x="62178" y="41568"/>
                  <a:pt x="62079" y="41593"/>
                  <a:pt x="62029" y="41643"/>
                </a:cubicBezTo>
                <a:cubicBezTo>
                  <a:pt x="61855" y="41693"/>
                  <a:pt x="61730" y="41767"/>
                  <a:pt x="61581" y="41817"/>
                </a:cubicBezTo>
                <a:cubicBezTo>
                  <a:pt x="61431" y="41892"/>
                  <a:pt x="61282" y="41966"/>
                  <a:pt x="61108" y="42041"/>
                </a:cubicBezTo>
                <a:cubicBezTo>
                  <a:pt x="60959" y="42141"/>
                  <a:pt x="60809" y="42190"/>
                  <a:pt x="60610" y="42290"/>
                </a:cubicBezTo>
                <a:cubicBezTo>
                  <a:pt x="60486" y="42340"/>
                  <a:pt x="60361" y="42415"/>
                  <a:pt x="60262" y="42464"/>
                </a:cubicBezTo>
                <a:cubicBezTo>
                  <a:pt x="60237" y="42464"/>
                  <a:pt x="60237" y="42514"/>
                  <a:pt x="60212" y="42514"/>
                </a:cubicBezTo>
                <a:cubicBezTo>
                  <a:pt x="60013" y="42589"/>
                  <a:pt x="59838" y="42688"/>
                  <a:pt x="59689" y="42788"/>
                </a:cubicBezTo>
                <a:cubicBezTo>
                  <a:pt x="59614" y="42813"/>
                  <a:pt x="59540" y="42887"/>
                  <a:pt x="59465" y="42912"/>
                </a:cubicBezTo>
                <a:cubicBezTo>
                  <a:pt x="59440" y="42912"/>
                  <a:pt x="59440" y="42937"/>
                  <a:pt x="59415" y="42937"/>
                </a:cubicBezTo>
                <a:cubicBezTo>
                  <a:pt x="59365" y="42937"/>
                  <a:pt x="59365" y="42962"/>
                  <a:pt x="59341" y="42962"/>
                </a:cubicBezTo>
                <a:cubicBezTo>
                  <a:pt x="59316" y="42962"/>
                  <a:pt x="59316" y="43012"/>
                  <a:pt x="59291" y="43012"/>
                </a:cubicBezTo>
                <a:cubicBezTo>
                  <a:pt x="59092" y="43136"/>
                  <a:pt x="58917" y="43211"/>
                  <a:pt x="58693" y="43335"/>
                </a:cubicBezTo>
                <a:cubicBezTo>
                  <a:pt x="58669" y="43335"/>
                  <a:pt x="58669" y="43360"/>
                  <a:pt x="58619" y="43360"/>
                </a:cubicBezTo>
                <a:cubicBezTo>
                  <a:pt x="58594" y="43360"/>
                  <a:pt x="58594" y="43410"/>
                  <a:pt x="58569" y="43410"/>
                </a:cubicBezTo>
                <a:lnTo>
                  <a:pt x="58544" y="43435"/>
                </a:lnTo>
                <a:cubicBezTo>
                  <a:pt x="58494" y="43435"/>
                  <a:pt x="58494" y="43460"/>
                  <a:pt x="58469" y="43460"/>
                </a:cubicBezTo>
                <a:cubicBezTo>
                  <a:pt x="58469" y="43460"/>
                  <a:pt x="58445" y="43460"/>
                  <a:pt x="58445" y="43485"/>
                </a:cubicBezTo>
                <a:cubicBezTo>
                  <a:pt x="58420" y="43535"/>
                  <a:pt x="58370" y="43535"/>
                  <a:pt x="58345" y="43559"/>
                </a:cubicBezTo>
                <a:cubicBezTo>
                  <a:pt x="58121" y="43684"/>
                  <a:pt x="57947" y="43808"/>
                  <a:pt x="57723" y="43933"/>
                </a:cubicBezTo>
                <a:cubicBezTo>
                  <a:pt x="57698" y="43958"/>
                  <a:pt x="57673" y="43958"/>
                  <a:pt x="57623" y="43983"/>
                </a:cubicBezTo>
                <a:cubicBezTo>
                  <a:pt x="57598" y="44032"/>
                  <a:pt x="57573" y="44032"/>
                  <a:pt x="57548" y="44057"/>
                </a:cubicBezTo>
                <a:cubicBezTo>
                  <a:pt x="57499" y="44057"/>
                  <a:pt x="57499" y="44082"/>
                  <a:pt x="57474" y="44082"/>
                </a:cubicBezTo>
                <a:cubicBezTo>
                  <a:pt x="57449" y="44107"/>
                  <a:pt x="57424" y="44107"/>
                  <a:pt x="57374" y="44157"/>
                </a:cubicBezTo>
                <a:cubicBezTo>
                  <a:pt x="57175" y="44281"/>
                  <a:pt x="56951" y="44431"/>
                  <a:pt x="56752" y="44555"/>
                </a:cubicBezTo>
                <a:cubicBezTo>
                  <a:pt x="56702" y="44580"/>
                  <a:pt x="56627" y="44655"/>
                  <a:pt x="56553" y="44704"/>
                </a:cubicBezTo>
                <a:cubicBezTo>
                  <a:pt x="56503" y="44729"/>
                  <a:pt x="56478" y="44779"/>
                  <a:pt x="56453" y="44779"/>
                </a:cubicBezTo>
                <a:cubicBezTo>
                  <a:pt x="56304" y="44904"/>
                  <a:pt x="56105" y="44978"/>
                  <a:pt x="55955" y="45103"/>
                </a:cubicBezTo>
                <a:lnTo>
                  <a:pt x="55931" y="45078"/>
                </a:lnTo>
                <a:lnTo>
                  <a:pt x="55881" y="45053"/>
                </a:lnTo>
                <a:cubicBezTo>
                  <a:pt x="56080" y="44929"/>
                  <a:pt x="56229" y="44804"/>
                  <a:pt x="56428" y="44680"/>
                </a:cubicBezTo>
                <a:lnTo>
                  <a:pt x="56702" y="44480"/>
                </a:lnTo>
                <a:cubicBezTo>
                  <a:pt x="56752" y="44456"/>
                  <a:pt x="56827" y="44406"/>
                  <a:pt x="56876" y="44356"/>
                </a:cubicBezTo>
                <a:cubicBezTo>
                  <a:pt x="57051" y="44281"/>
                  <a:pt x="57175" y="44182"/>
                  <a:pt x="57324" y="44082"/>
                </a:cubicBezTo>
                <a:cubicBezTo>
                  <a:pt x="57449" y="44032"/>
                  <a:pt x="57548" y="43933"/>
                  <a:pt x="57673" y="43858"/>
                </a:cubicBezTo>
                <a:cubicBezTo>
                  <a:pt x="57847" y="43734"/>
                  <a:pt x="58046" y="43609"/>
                  <a:pt x="58220" y="43535"/>
                </a:cubicBezTo>
                <a:cubicBezTo>
                  <a:pt x="58345" y="43435"/>
                  <a:pt x="58469" y="43360"/>
                  <a:pt x="58619" y="43286"/>
                </a:cubicBezTo>
                <a:cubicBezTo>
                  <a:pt x="58818" y="43186"/>
                  <a:pt x="58967" y="43087"/>
                  <a:pt x="59166" y="42987"/>
                </a:cubicBezTo>
                <a:cubicBezTo>
                  <a:pt x="59316" y="42912"/>
                  <a:pt x="59465" y="42813"/>
                  <a:pt x="59589" y="42738"/>
                </a:cubicBezTo>
                <a:cubicBezTo>
                  <a:pt x="59739" y="42663"/>
                  <a:pt x="59913" y="42589"/>
                  <a:pt x="60062" y="42489"/>
                </a:cubicBezTo>
                <a:cubicBezTo>
                  <a:pt x="60087" y="42464"/>
                  <a:pt x="60162" y="42464"/>
                  <a:pt x="60187" y="42439"/>
                </a:cubicBezTo>
                <a:lnTo>
                  <a:pt x="60560" y="42240"/>
                </a:lnTo>
                <a:lnTo>
                  <a:pt x="60934" y="42066"/>
                </a:lnTo>
                <a:cubicBezTo>
                  <a:pt x="60983" y="42041"/>
                  <a:pt x="61008" y="42041"/>
                  <a:pt x="61083" y="41991"/>
                </a:cubicBezTo>
                <a:cubicBezTo>
                  <a:pt x="61232" y="41942"/>
                  <a:pt x="61357" y="41842"/>
                  <a:pt x="61506" y="41792"/>
                </a:cubicBezTo>
                <a:cubicBezTo>
                  <a:pt x="61631" y="41718"/>
                  <a:pt x="61730" y="41693"/>
                  <a:pt x="61855" y="41618"/>
                </a:cubicBezTo>
                <a:cubicBezTo>
                  <a:pt x="62079" y="41543"/>
                  <a:pt x="62253" y="41444"/>
                  <a:pt x="62477" y="41344"/>
                </a:cubicBezTo>
                <a:cubicBezTo>
                  <a:pt x="62576" y="41319"/>
                  <a:pt x="62676" y="41294"/>
                  <a:pt x="62751" y="41220"/>
                </a:cubicBezTo>
                <a:lnTo>
                  <a:pt x="63224" y="41046"/>
                </a:lnTo>
                <a:close/>
                <a:moveTo>
                  <a:pt x="73130" y="45028"/>
                </a:moveTo>
                <a:cubicBezTo>
                  <a:pt x="73130" y="45053"/>
                  <a:pt x="73080" y="45078"/>
                  <a:pt x="73080" y="45128"/>
                </a:cubicBezTo>
                <a:lnTo>
                  <a:pt x="73080" y="45053"/>
                </a:lnTo>
                <a:lnTo>
                  <a:pt x="73130" y="45028"/>
                </a:lnTo>
                <a:close/>
                <a:moveTo>
                  <a:pt x="22228" y="36466"/>
                </a:moveTo>
                <a:cubicBezTo>
                  <a:pt x="23970" y="37113"/>
                  <a:pt x="26111" y="38208"/>
                  <a:pt x="28426" y="39602"/>
                </a:cubicBezTo>
                <a:cubicBezTo>
                  <a:pt x="28003" y="40050"/>
                  <a:pt x="27629" y="40473"/>
                  <a:pt x="27231" y="40946"/>
                </a:cubicBezTo>
                <a:cubicBezTo>
                  <a:pt x="27131" y="41070"/>
                  <a:pt x="27057" y="41170"/>
                  <a:pt x="26907" y="41294"/>
                </a:cubicBezTo>
                <a:cubicBezTo>
                  <a:pt x="26260" y="42041"/>
                  <a:pt x="25613" y="42813"/>
                  <a:pt x="24966" y="43584"/>
                </a:cubicBezTo>
                <a:cubicBezTo>
                  <a:pt x="24891" y="43659"/>
                  <a:pt x="24866" y="43709"/>
                  <a:pt x="24792" y="43784"/>
                </a:cubicBezTo>
                <a:lnTo>
                  <a:pt x="23672" y="45177"/>
                </a:lnTo>
                <a:cubicBezTo>
                  <a:pt x="21879" y="43286"/>
                  <a:pt x="20436" y="41568"/>
                  <a:pt x="19490" y="40100"/>
                </a:cubicBezTo>
                <a:cubicBezTo>
                  <a:pt x="19789" y="39677"/>
                  <a:pt x="20062" y="39278"/>
                  <a:pt x="20386" y="38830"/>
                </a:cubicBezTo>
                <a:lnTo>
                  <a:pt x="20411" y="38805"/>
                </a:lnTo>
                <a:cubicBezTo>
                  <a:pt x="20784" y="38283"/>
                  <a:pt x="21183" y="37760"/>
                  <a:pt x="21606" y="37237"/>
                </a:cubicBezTo>
                <a:cubicBezTo>
                  <a:pt x="21631" y="37212"/>
                  <a:pt x="21655" y="37187"/>
                  <a:pt x="21655" y="37138"/>
                </a:cubicBezTo>
                <a:cubicBezTo>
                  <a:pt x="21855" y="36889"/>
                  <a:pt x="22029" y="36690"/>
                  <a:pt x="22228" y="36466"/>
                </a:cubicBezTo>
                <a:close/>
                <a:moveTo>
                  <a:pt x="72657" y="44904"/>
                </a:moveTo>
                <a:lnTo>
                  <a:pt x="72657" y="44953"/>
                </a:lnTo>
                <a:cubicBezTo>
                  <a:pt x="72408" y="45028"/>
                  <a:pt x="72184" y="45128"/>
                  <a:pt x="71935" y="45177"/>
                </a:cubicBezTo>
                <a:cubicBezTo>
                  <a:pt x="71985" y="45153"/>
                  <a:pt x="71985" y="45128"/>
                  <a:pt x="72010" y="45128"/>
                </a:cubicBezTo>
                <a:cubicBezTo>
                  <a:pt x="72234" y="45053"/>
                  <a:pt x="72433" y="45003"/>
                  <a:pt x="72657" y="44904"/>
                </a:cubicBezTo>
                <a:close/>
                <a:moveTo>
                  <a:pt x="55756" y="45202"/>
                </a:moveTo>
                <a:lnTo>
                  <a:pt x="55781" y="45227"/>
                </a:lnTo>
                <a:cubicBezTo>
                  <a:pt x="55781" y="45227"/>
                  <a:pt x="55756" y="45227"/>
                  <a:pt x="55756" y="45277"/>
                </a:cubicBezTo>
                <a:lnTo>
                  <a:pt x="55731" y="45302"/>
                </a:lnTo>
                <a:cubicBezTo>
                  <a:pt x="55731" y="45277"/>
                  <a:pt x="55731" y="45277"/>
                  <a:pt x="55706" y="45227"/>
                </a:cubicBezTo>
                <a:cubicBezTo>
                  <a:pt x="55731" y="45202"/>
                  <a:pt x="55731" y="45202"/>
                  <a:pt x="55756" y="45202"/>
                </a:cubicBezTo>
                <a:close/>
                <a:moveTo>
                  <a:pt x="28575" y="39701"/>
                </a:moveTo>
                <a:cubicBezTo>
                  <a:pt x="28600" y="39701"/>
                  <a:pt x="28600" y="39726"/>
                  <a:pt x="28625" y="39726"/>
                </a:cubicBezTo>
                <a:cubicBezTo>
                  <a:pt x="26957" y="41568"/>
                  <a:pt x="25364" y="43435"/>
                  <a:pt x="23846" y="45327"/>
                </a:cubicBezTo>
                <a:lnTo>
                  <a:pt x="23821" y="45302"/>
                </a:lnTo>
                <a:cubicBezTo>
                  <a:pt x="24145" y="44879"/>
                  <a:pt x="24493" y="44456"/>
                  <a:pt x="24841" y="44032"/>
                </a:cubicBezTo>
                <a:cubicBezTo>
                  <a:pt x="24991" y="43833"/>
                  <a:pt x="25115" y="43684"/>
                  <a:pt x="25265" y="43510"/>
                </a:cubicBezTo>
                <a:cubicBezTo>
                  <a:pt x="25837" y="42813"/>
                  <a:pt x="26385" y="42166"/>
                  <a:pt x="26982" y="41518"/>
                </a:cubicBezTo>
                <a:cubicBezTo>
                  <a:pt x="27206" y="41270"/>
                  <a:pt x="27455" y="40971"/>
                  <a:pt x="27679" y="40722"/>
                </a:cubicBezTo>
                <a:cubicBezTo>
                  <a:pt x="27978" y="40398"/>
                  <a:pt x="28252" y="40050"/>
                  <a:pt x="28575" y="39701"/>
                </a:cubicBezTo>
                <a:close/>
                <a:moveTo>
                  <a:pt x="19341" y="40274"/>
                </a:moveTo>
                <a:cubicBezTo>
                  <a:pt x="20286" y="41693"/>
                  <a:pt x="21730" y="43410"/>
                  <a:pt x="23522" y="45302"/>
                </a:cubicBezTo>
                <a:cubicBezTo>
                  <a:pt x="23572" y="45327"/>
                  <a:pt x="23522" y="45327"/>
                  <a:pt x="23522" y="45377"/>
                </a:cubicBezTo>
                <a:cubicBezTo>
                  <a:pt x="21705" y="43460"/>
                  <a:pt x="20286" y="41767"/>
                  <a:pt x="19291" y="40324"/>
                </a:cubicBezTo>
                <a:cubicBezTo>
                  <a:pt x="19291" y="40299"/>
                  <a:pt x="19341" y="40299"/>
                  <a:pt x="19341" y="40274"/>
                </a:cubicBezTo>
                <a:close/>
                <a:moveTo>
                  <a:pt x="117436" y="31687"/>
                </a:moveTo>
                <a:lnTo>
                  <a:pt x="117436" y="31687"/>
                </a:lnTo>
                <a:cubicBezTo>
                  <a:pt x="118034" y="35868"/>
                  <a:pt x="117660" y="40548"/>
                  <a:pt x="116466" y="45451"/>
                </a:cubicBezTo>
                <a:cubicBezTo>
                  <a:pt x="116590" y="42838"/>
                  <a:pt x="116366" y="40349"/>
                  <a:pt x="115794" y="38059"/>
                </a:cubicBezTo>
                <a:cubicBezTo>
                  <a:pt x="115819" y="37984"/>
                  <a:pt x="115819" y="37959"/>
                  <a:pt x="115843" y="37909"/>
                </a:cubicBezTo>
                <a:cubicBezTo>
                  <a:pt x="115843" y="37859"/>
                  <a:pt x="115868" y="37835"/>
                  <a:pt x="115868" y="37810"/>
                </a:cubicBezTo>
                <a:cubicBezTo>
                  <a:pt x="115968" y="37586"/>
                  <a:pt x="116092" y="37337"/>
                  <a:pt x="116192" y="37113"/>
                </a:cubicBezTo>
                <a:cubicBezTo>
                  <a:pt x="116217" y="37063"/>
                  <a:pt x="116242" y="36963"/>
                  <a:pt x="116291" y="36914"/>
                </a:cubicBezTo>
                <a:cubicBezTo>
                  <a:pt x="116366" y="36690"/>
                  <a:pt x="116441" y="36466"/>
                  <a:pt x="116540" y="36242"/>
                </a:cubicBezTo>
                <a:lnTo>
                  <a:pt x="116615" y="35968"/>
                </a:lnTo>
                <a:cubicBezTo>
                  <a:pt x="116690" y="35744"/>
                  <a:pt x="116739" y="35569"/>
                  <a:pt x="116814" y="35345"/>
                </a:cubicBezTo>
                <a:cubicBezTo>
                  <a:pt x="116839" y="35246"/>
                  <a:pt x="116864" y="35121"/>
                  <a:pt x="116914" y="35047"/>
                </a:cubicBezTo>
                <a:cubicBezTo>
                  <a:pt x="116964" y="34848"/>
                  <a:pt x="116988" y="34624"/>
                  <a:pt x="117063" y="34449"/>
                </a:cubicBezTo>
                <a:cubicBezTo>
                  <a:pt x="117088" y="34325"/>
                  <a:pt x="117113" y="34200"/>
                  <a:pt x="117113" y="34076"/>
                </a:cubicBezTo>
                <a:lnTo>
                  <a:pt x="117212" y="33504"/>
                </a:lnTo>
                <a:cubicBezTo>
                  <a:pt x="117212" y="33454"/>
                  <a:pt x="117237" y="33379"/>
                  <a:pt x="117237" y="33329"/>
                </a:cubicBezTo>
                <a:cubicBezTo>
                  <a:pt x="117287" y="33255"/>
                  <a:pt x="117287" y="33230"/>
                  <a:pt x="117287" y="33205"/>
                </a:cubicBezTo>
                <a:cubicBezTo>
                  <a:pt x="117287" y="33130"/>
                  <a:pt x="117312" y="33080"/>
                  <a:pt x="117312" y="33006"/>
                </a:cubicBezTo>
                <a:cubicBezTo>
                  <a:pt x="117337" y="32856"/>
                  <a:pt x="117362" y="32682"/>
                  <a:pt x="117362" y="32508"/>
                </a:cubicBezTo>
                <a:lnTo>
                  <a:pt x="117362" y="32359"/>
                </a:lnTo>
                <a:lnTo>
                  <a:pt x="117362" y="32309"/>
                </a:lnTo>
                <a:cubicBezTo>
                  <a:pt x="117362" y="32184"/>
                  <a:pt x="117412" y="32010"/>
                  <a:pt x="117412" y="31886"/>
                </a:cubicBezTo>
                <a:cubicBezTo>
                  <a:pt x="117412" y="31836"/>
                  <a:pt x="117412" y="31761"/>
                  <a:pt x="117436" y="31687"/>
                </a:cubicBezTo>
                <a:close/>
                <a:moveTo>
                  <a:pt x="72906" y="45078"/>
                </a:moveTo>
                <a:cubicBezTo>
                  <a:pt x="72931" y="45227"/>
                  <a:pt x="72931" y="45377"/>
                  <a:pt x="72981" y="45526"/>
                </a:cubicBezTo>
                <a:cubicBezTo>
                  <a:pt x="72981" y="45551"/>
                  <a:pt x="72931" y="45625"/>
                  <a:pt x="72931" y="45650"/>
                </a:cubicBezTo>
                <a:cubicBezTo>
                  <a:pt x="72906" y="45451"/>
                  <a:pt x="72881" y="45302"/>
                  <a:pt x="72881" y="45128"/>
                </a:cubicBezTo>
                <a:cubicBezTo>
                  <a:pt x="72881" y="45078"/>
                  <a:pt x="72906" y="45078"/>
                  <a:pt x="72906" y="45078"/>
                </a:cubicBezTo>
                <a:close/>
                <a:moveTo>
                  <a:pt x="73379" y="45003"/>
                </a:moveTo>
                <a:lnTo>
                  <a:pt x="73180" y="45650"/>
                </a:lnTo>
                <a:cubicBezTo>
                  <a:pt x="73180" y="45625"/>
                  <a:pt x="73155" y="45551"/>
                  <a:pt x="73155" y="45526"/>
                </a:cubicBezTo>
                <a:cubicBezTo>
                  <a:pt x="73205" y="45327"/>
                  <a:pt x="73280" y="45177"/>
                  <a:pt x="73304" y="45003"/>
                </a:cubicBezTo>
                <a:close/>
                <a:moveTo>
                  <a:pt x="99938" y="37660"/>
                </a:moveTo>
                <a:cubicBezTo>
                  <a:pt x="100411" y="37835"/>
                  <a:pt x="100884" y="38059"/>
                  <a:pt x="101357" y="38283"/>
                </a:cubicBezTo>
                <a:cubicBezTo>
                  <a:pt x="100610" y="40249"/>
                  <a:pt x="99739" y="42315"/>
                  <a:pt x="98768" y="44331"/>
                </a:cubicBezTo>
                <a:cubicBezTo>
                  <a:pt x="98693" y="44381"/>
                  <a:pt x="98619" y="44431"/>
                  <a:pt x="98544" y="44456"/>
                </a:cubicBezTo>
                <a:cubicBezTo>
                  <a:pt x="98445" y="44505"/>
                  <a:pt x="98395" y="44530"/>
                  <a:pt x="98295" y="44580"/>
                </a:cubicBezTo>
                <a:cubicBezTo>
                  <a:pt x="98046" y="44704"/>
                  <a:pt x="97797" y="44829"/>
                  <a:pt x="97524" y="44929"/>
                </a:cubicBezTo>
                <a:cubicBezTo>
                  <a:pt x="97449" y="44953"/>
                  <a:pt x="97399" y="45003"/>
                  <a:pt x="97300" y="45028"/>
                </a:cubicBezTo>
                <a:cubicBezTo>
                  <a:pt x="97026" y="45153"/>
                  <a:pt x="96752" y="45252"/>
                  <a:pt x="96503" y="45327"/>
                </a:cubicBezTo>
                <a:cubicBezTo>
                  <a:pt x="96428" y="45377"/>
                  <a:pt x="96379" y="45377"/>
                  <a:pt x="96329" y="45401"/>
                </a:cubicBezTo>
                <a:cubicBezTo>
                  <a:pt x="96080" y="45501"/>
                  <a:pt x="95831" y="45551"/>
                  <a:pt x="95632" y="45650"/>
                </a:cubicBezTo>
                <a:cubicBezTo>
                  <a:pt x="94711" y="44754"/>
                  <a:pt x="93591" y="44008"/>
                  <a:pt x="92321" y="43460"/>
                </a:cubicBezTo>
                <a:cubicBezTo>
                  <a:pt x="95134" y="42190"/>
                  <a:pt x="97772" y="40199"/>
                  <a:pt x="99938" y="37660"/>
                </a:cubicBezTo>
                <a:close/>
                <a:moveTo>
                  <a:pt x="14638" y="40456"/>
                </a:moveTo>
                <a:cubicBezTo>
                  <a:pt x="14595" y="40521"/>
                  <a:pt x="14553" y="40584"/>
                  <a:pt x="14512" y="40647"/>
                </a:cubicBezTo>
                <a:cubicBezTo>
                  <a:pt x="14039" y="41319"/>
                  <a:pt x="13541" y="42066"/>
                  <a:pt x="13043" y="42838"/>
                </a:cubicBezTo>
                <a:cubicBezTo>
                  <a:pt x="12944" y="42962"/>
                  <a:pt x="12869" y="43136"/>
                  <a:pt x="12769" y="43261"/>
                </a:cubicBezTo>
                <a:cubicBezTo>
                  <a:pt x="12228" y="44059"/>
                  <a:pt x="11702" y="44882"/>
                  <a:pt x="11207" y="45673"/>
                </a:cubicBezTo>
                <a:lnTo>
                  <a:pt x="11207" y="45673"/>
                </a:lnTo>
                <a:cubicBezTo>
                  <a:pt x="11728" y="44828"/>
                  <a:pt x="12253" y="43947"/>
                  <a:pt x="12819" y="43087"/>
                </a:cubicBezTo>
                <a:cubicBezTo>
                  <a:pt x="12869" y="43037"/>
                  <a:pt x="12919" y="42962"/>
                  <a:pt x="12944" y="42912"/>
                </a:cubicBezTo>
                <a:cubicBezTo>
                  <a:pt x="13441" y="42166"/>
                  <a:pt x="13939" y="41444"/>
                  <a:pt x="14437" y="40722"/>
                </a:cubicBezTo>
                <a:cubicBezTo>
                  <a:pt x="14505" y="40635"/>
                  <a:pt x="14571" y="40546"/>
                  <a:pt x="14638" y="40456"/>
                </a:cubicBezTo>
                <a:close/>
                <a:moveTo>
                  <a:pt x="42838" y="27903"/>
                </a:moveTo>
                <a:cubicBezTo>
                  <a:pt x="44281" y="30517"/>
                  <a:pt x="45999" y="33304"/>
                  <a:pt x="47891" y="35968"/>
                </a:cubicBezTo>
                <a:cubicBezTo>
                  <a:pt x="44306" y="39054"/>
                  <a:pt x="40921" y="42290"/>
                  <a:pt x="37785" y="45675"/>
                </a:cubicBezTo>
                <a:cubicBezTo>
                  <a:pt x="35171" y="43634"/>
                  <a:pt x="32483" y="41693"/>
                  <a:pt x="29994" y="40100"/>
                </a:cubicBezTo>
                <a:cubicBezTo>
                  <a:pt x="33578" y="35669"/>
                  <a:pt x="37934" y="31462"/>
                  <a:pt x="42838" y="27903"/>
                </a:cubicBezTo>
                <a:close/>
                <a:moveTo>
                  <a:pt x="92072" y="43559"/>
                </a:moveTo>
                <a:cubicBezTo>
                  <a:pt x="93342" y="44057"/>
                  <a:pt x="94462" y="44804"/>
                  <a:pt x="95408" y="45700"/>
                </a:cubicBezTo>
                <a:lnTo>
                  <a:pt x="95308" y="45700"/>
                </a:lnTo>
                <a:cubicBezTo>
                  <a:pt x="94387" y="44804"/>
                  <a:pt x="93292" y="44082"/>
                  <a:pt x="91973" y="43584"/>
                </a:cubicBezTo>
                <a:cubicBezTo>
                  <a:pt x="92023" y="43584"/>
                  <a:pt x="92048" y="43559"/>
                  <a:pt x="92072" y="43559"/>
                </a:cubicBezTo>
                <a:close/>
                <a:moveTo>
                  <a:pt x="106730" y="41502"/>
                </a:moveTo>
                <a:cubicBezTo>
                  <a:pt x="108006" y="42414"/>
                  <a:pt x="109135" y="43398"/>
                  <a:pt x="110168" y="44431"/>
                </a:cubicBezTo>
                <a:cubicBezTo>
                  <a:pt x="110143" y="44456"/>
                  <a:pt x="110118" y="44530"/>
                  <a:pt x="110094" y="44605"/>
                </a:cubicBezTo>
                <a:cubicBezTo>
                  <a:pt x="109994" y="44704"/>
                  <a:pt x="109870" y="44804"/>
                  <a:pt x="109770" y="44904"/>
                </a:cubicBezTo>
                <a:cubicBezTo>
                  <a:pt x="109695" y="45003"/>
                  <a:pt x="109596" y="45053"/>
                  <a:pt x="109471" y="45153"/>
                </a:cubicBezTo>
                <a:cubicBezTo>
                  <a:pt x="109322" y="45277"/>
                  <a:pt x="109123" y="45401"/>
                  <a:pt x="108973" y="45526"/>
                </a:cubicBezTo>
                <a:cubicBezTo>
                  <a:pt x="108874" y="45576"/>
                  <a:pt x="108774" y="45650"/>
                  <a:pt x="108700" y="45725"/>
                </a:cubicBezTo>
                <a:cubicBezTo>
                  <a:pt x="108700" y="45675"/>
                  <a:pt x="108650" y="45650"/>
                  <a:pt x="108650" y="45576"/>
                </a:cubicBezTo>
                <a:cubicBezTo>
                  <a:pt x="108600" y="45377"/>
                  <a:pt x="108525" y="45153"/>
                  <a:pt x="108476" y="44953"/>
                </a:cubicBezTo>
                <a:lnTo>
                  <a:pt x="108376" y="44680"/>
                </a:lnTo>
                <a:cubicBezTo>
                  <a:pt x="108351" y="44605"/>
                  <a:pt x="108301" y="44530"/>
                  <a:pt x="108277" y="44456"/>
                </a:cubicBezTo>
                <a:cubicBezTo>
                  <a:pt x="108252" y="44356"/>
                  <a:pt x="108177" y="44256"/>
                  <a:pt x="108152" y="44157"/>
                </a:cubicBezTo>
                <a:cubicBezTo>
                  <a:pt x="108127" y="44082"/>
                  <a:pt x="108127" y="44057"/>
                  <a:pt x="108102" y="43983"/>
                </a:cubicBezTo>
                <a:cubicBezTo>
                  <a:pt x="108102" y="43958"/>
                  <a:pt x="108052" y="43933"/>
                  <a:pt x="108052" y="43933"/>
                </a:cubicBezTo>
                <a:cubicBezTo>
                  <a:pt x="108003" y="43808"/>
                  <a:pt x="107978" y="43684"/>
                  <a:pt x="107903" y="43584"/>
                </a:cubicBezTo>
                <a:cubicBezTo>
                  <a:pt x="107903" y="43559"/>
                  <a:pt x="107878" y="43535"/>
                  <a:pt x="107878" y="43510"/>
                </a:cubicBezTo>
                <a:lnTo>
                  <a:pt x="107779" y="43311"/>
                </a:lnTo>
                <a:cubicBezTo>
                  <a:pt x="107679" y="43136"/>
                  <a:pt x="107604" y="42912"/>
                  <a:pt x="107480" y="42713"/>
                </a:cubicBezTo>
                <a:cubicBezTo>
                  <a:pt x="107430" y="42663"/>
                  <a:pt x="107380" y="42589"/>
                  <a:pt x="107356" y="42514"/>
                </a:cubicBezTo>
                <a:cubicBezTo>
                  <a:pt x="107281" y="42415"/>
                  <a:pt x="107231" y="42290"/>
                  <a:pt x="107156" y="42190"/>
                </a:cubicBezTo>
                <a:cubicBezTo>
                  <a:pt x="107107" y="42066"/>
                  <a:pt x="107032" y="41966"/>
                  <a:pt x="106932" y="41842"/>
                </a:cubicBezTo>
                <a:cubicBezTo>
                  <a:pt x="106883" y="41718"/>
                  <a:pt x="106783" y="41643"/>
                  <a:pt x="106733" y="41518"/>
                </a:cubicBezTo>
                <a:cubicBezTo>
                  <a:pt x="106733" y="41518"/>
                  <a:pt x="106733" y="41511"/>
                  <a:pt x="106730" y="41502"/>
                </a:cubicBezTo>
                <a:close/>
                <a:moveTo>
                  <a:pt x="55507" y="45426"/>
                </a:moveTo>
                <a:lnTo>
                  <a:pt x="55557" y="45451"/>
                </a:lnTo>
                <a:lnTo>
                  <a:pt x="55582" y="45476"/>
                </a:lnTo>
                <a:cubicBezTo>
                  <a:pt x="55569" y="45473"/>
                  <a:pt x="55556" y="45471"/>
                  <a:pt x="55543" y="45471"/>
                </a:cubicBezTo>
                <a:cubicBezTo>
                  <a:pt x="55456" y="45471"/>
                  <a:pt x="55367" y="45539"/>
                  <a:pt x="55258" y="45625"/>
                </a:cubicBezTo>
                <a:cubicBezTo>
                  <a:pt x="55201" y="45663"/>
                  <a:pt x="55130" y="45716"/>
                  <a:pt x="55055" y="45772"/>
                </a:cubicBezTo>
                <a:lnTo>
                  <a:pt x="55055" y="45772"/>
                </a:lnTo>
                <a:cubicBezTo>
                  <a:pt x="55183" y="45673"/>
                  <a:pt x="55315" y="45575"/>
                  <a:pt x="55458" y="45476"/>
                </a:cubicBezTo>
                <a:cubicBezTo>
                  <a:pt x="55482" y="45476"/>
                  <a:pt x="55482" y="45451"/>
                  <a:pt x="55507" y="45426"/>
                </a:cubicBezTo>
                <a:close/>
                <a:moveTo>
                  <a:pt x="29870" y="40199"/>
                </a:moveTo>
                <a:cubicBezTo>
                  <a:pt x="32408" y="41842"/>
                  <a:pt x="35047" y="43759"/>
                  <a:pt x="37660" y="45800"/>
                </a:cubicBezTo>
                <a:lnTo>
                  <a:pt x="37636" y="45825"/>
                </a:lnTo>
                <a:cubicBezTo>
                  <a:pt x="35022" y="43784"/>
                  <a:pt x="32359" y="41892"/>
                  <a:pt x="29845" y="40249"/>
                </a:cubicBezTo>
                <a:cubicBezTo>
                  <a:pt x="29845" y="40224"/>
                  <a:pt x="29870" y="40224"/>
                  <a:pt x="29870" y="40199"/>
                </a:cubicBezTo>
                <a:close/>
                <a:moveTo>
                  <a:pt x="48015" y="36167"/>
                </a:moveTo>
                <a:cubicBezTo>
                  <a:pt x="48015" y="36192"/>
                  <a:pt x="48040" y="36192"/>
                  <a:pt x="48040" y="36217"/>
                </a:cubicBezTo>
                <a:cubicBezTo>
                  <a:pt x="44481" y="39228"/>
                  <a:pt x="41120" y="42464"/>
                  <a:pt x="38009" y="45825"/>
                </a:cubicBezTo>
                <a:cubicBezTo>
                  <a:pt x="37959" y="45825"/>
                  <a:pt x="37959" y="45800"/>
                  <a:pt x="37934" y="45800"/>
                </a:cubicBezTo>
                <a:cubicBezTo>
                  <a:pt x="41071" y="42439"/>
                  <a:pt x="44431" y="39204"/>
                  <a:pt x="48015" y="36167"/>
                </a:cubicBezTo>
                <a:close/>
                <a:moveTo>
                  <a:pt x="98619" y="44630"/>
                </a:moveTo>
                <a:cubicBezTo>
                  <a:pt x="98619" y="44630"/>
                  <a:pt x="98619" y="44655"/>
                  <a:pt x="98569" y="44655"/>
                </a:cubicBezTo>
                <a:cubicBezTo>
                  <a:pt x="98569" y="44655"/>
                  <a:pt x="98569" y="44680"/>
                  <a:pt x="98544" y="44680"/>
                </a:cubicBezTo>
                <a:cubicBezTo>
                  <a:pt x="97673" y="45153"/>
                  <a:pt x="96752" y="45526"/>
                  <a:pt x="95781" y="45825"/>
                </a:cubicBezTo>
                <a:lnTo>
                  <a:pt x="95707" y="45775"/>
                </a:lnTo>
                <a:cubicBezTo>
                  <a:pt x="96677" y="45451"/>
                  <a:pt x="97623" y="45078"/>
                  <a:pt x="98544" y="44655"/>
                </a:cubicBezTo>
                <a:cubicBezTo>
                  <a:pt x="98569" y="44655"/>
                  <a:pt x="98569" y="44630"/>
                  <a:pt x="98619" y="44630"/>
                </a:cubicBezTo>
                <a:close/>
                <a:moveTo>
                  <a:pt x="106061" y="40846"/>
                </a:moveTo>
                <a:lnTo>
                  <a:pt x="106061" y="40846"/>
                </a:lnTo>
                <a:cubicBezTo>
                  <a:pt x="106111" y="40896"/>
                  <a:pt x="106136" y="40896"/>
                  <a:pt x="106161" y="40921"/>
                </a:cubicBezTo>
                <a:cubicBezTo>
                  <a:pt x="106186" y="40946"/>
                  <a:pt x="106235" y="40946"/>
                  <a:pt x="106260" y="40971"/>
                </a:cubicBezTo>
                <a:cubicBezTo>
                  <a:pt x="106310" y="41070"/>
                  <a:pt x="106385" y="41145"/>
                  <a:pt x="106435" y="41220"/>
                </a:cubicBezTo>
                <a:cubicBezTo>
                  <a:pt x="106484" y="41294"/>
                  <a:pt x="106509" y="41319"/>
                  <a:pt x="106534" y="41394"/>
                </a:cubicBezTo>
                <a:cubicBezTo>
                  <a:pt x="106584" y="41419"/>
                  <a:pt x="106584" y="41444"/>
                  <a:pt x="106609" y="41469"/>
                </a:cubicBezTo>
                <a:cubicBezTo>
                  <a:pt x="106659" y="41543"/>
                  <a:pt x="106708" y="41643"/>
                  <a:pt x="106758" y="41693"/>
                </a:cubicBezTo>
                <a:cubicBezTo>
                  <a:pt x="106858" y="41842"/>
                  <a:pt x="106982" y="42016"/>
                  <a:pt x="107057" y="42190"/>
                </a:cubicBezTo>
                <a:cubicBezTo>
                  <a:pt x="107107" y="42215"/>
                  <a:pt x="107132" y="42290"/>
                  <a:pt x="107156" y="42315"/>
                </a:cubicBezTo>
                <a:cubicBezTo>
                  <a:pt x="107231" y="42415"/>
                  <a:pt x="107256" y="42514"/>
                  <a:pt x="107331" y="42564"/>
                </a:cubicBezTo>
                <a:cubicBezTo>
                  <a:pt x="107430" y="42763"/>
                  <a:pt x="107530" y="42962"/>
                  <a:pt x="107629" y="43186"/>
                </a:cubicBezTo>
                <a:cubicBezTo>
                  <a:pt x="107679" y="43286"/>
                  <a:pt x="107729" y="43410"/>
                  <a:pt x="107779" y="43510"/>
                </a:cubicBezTo>
                <a:cubicBezTo>
                  <a:pt x="107828" y="43559"/>
                  <a:pt x="107853" y="43634"/>
                  <a:pt x="107878" y="43709"/>
                </a:cubicBezTo>
                <a:cubicBezTo>
                  <a:pt x="107978" y="43908"/>
                  <a:pt x="108028" y="44082"/>
                  <a:pt x="108127" y="44306"/>
                </a:cubicBezTo>
                <a:cubicBezTo>
                  <a:pt x="108152" y="44406"/>
                  <a:pt x="108202" y="44505"/>
                  <a:pt x="108252" y="44580"/>
                </a:cubicBezTo>
                <a:cubicBezTo>
                  <a:pt x="108277" y="44655"/>
                  <a:pt x="108277" y="44680"/>
                  <a:pt x="108301" y="44754"/>
                </a:cubicBezTo>
                <a:cubicBezTo>
                  <a:pt x="108301" y="44779"/>
                  <a:pt x="108351" y="44804"/>
                  <a:pt x="108351" y="44804"/>
                </a:cubicBezTo>
                <a:cubicBezTo>
                  <a:pt x="108401" y="45028"/>
                  <a:pt x="108501" y="45252"/>
                  <a:pt x="108575" y="45501"/>
                </a:cubicBezTo>
                <a:cubicBezTo>
                  <a:pt x="108476" y="45650"/>
                  <a:pt x="108525" y="45750"/>
                  <a:pt x="108525" y="45849"/>
                </a:cubicBezTo>
                <a:cubicBezTo>
                  <a:pt x="108401" y="45576"/>
                  <a:pt x="108351" y="45302"/>
                  <a:pt x="108252" y="45028"/>
                </a:cubicBezTo>
                <a:cubicBezTo>
                  <a:pt x="108227" y="44953"/>
                  <a:pt x="108227" y="44904"/>
                  <a:pt x="108202" y="44879"/>
                </a:cubicBezTo>
                <a:cubicBezTo>
                  <a:pt x="108152" y="44804"/>
                  <a:pt x="108127" y="44754"/>
                  <a:pt x="108102" y="44655"/>
                </a:cubicBezTo>
                <a:cubicBezTo>
                  <a:pt x="108077" y="44555"/>
                  <a:pt x="108028" y="44456"/>
                  <a:pt x="108003" y="44331"/>
                </a:cubicBezTo>
                <a:lnTo>
                  <a:pt x="108003" y="44306"/>
                </a:lnTo>
                <a:cubicBezTo>
                  <a:pt x="107953" y="44182"/>
                  <a:pt x="107903" y="44057"/>
                  <a:pt x="107853" y="43933"/>
                </a:cubicBezTo>
                <a:cubicBezTo>
                  <a:pt x="107828" y="43833"/>
                  <a:pt x="107779" y="43784"/>
                  <a:pt x="107754" y="43684"/>
                </a:cubicBezTo>
                <a:cubicBezTo>
                  <a:pt x="107754" y="43659"/>
                  <a:pt x="107729" y="43634"/>
                  <a:pt x="107729" y="43584"/>
                </a:cubicBezTo>
                <a:cubicBezTo>
                  <a:pt x="107604" y="43311"/>
                  <a:pt x="107480" y="43062"/>
                  <a:pt x="107331" y="42788"/>
                </a:cubicBezTo>
                <a:lnTo>
                  <a:pt x="107331" y="42763"/>
                </a:lnTo>
                <a:cubicBezTo>
                  <a:pt x="107331" y="42713"/>
                  <a:pt x="107281" y="42713"/>
                  <a:pt x="107281" y="42688"/>
                </a:cubicBezTo>
                <a:cubicBezTo>
                  <a:pt x="107256" y="42663"/>
                  <a:pt x="107256" y="42639"/>
                  <a:pt x="107231" y="42589"/>
                </a:cubicBezTo>
                <a:cubicBezTo>
                  <a:pt x="107181" y="42514"/>
                  <a:pt x="107132" y="42439"/>
                  <a:pt x="107057" y="42390"/>
                </a:cubicBezTo>
                <a:cubicBezTo>
                  <a:pt x="106982" y="42190"/>
                  <a:pt x="106858" y="42016"/>
                  <a:pt x="106733" y="41817"/>
                </a:cubicBezTo>
                <a:cubicBezTo>
                  <a:pt x="106683" y="41767"/>
                  <a:pt x="106634" y="41668"/>
                  <a:pt x="106609" y="41593"/>
                </a:cubicBezTo>
                <a:cubicBezTo>
                  <a:pt x="106559" y="41543"/>
                  <a:pt x="106509" y="41469"/>
                  <a:pt x="106484" y="41419"/>
                </a:cubicBezTo>
                <a:lnTo>
                  <a:pt x="106435" y="41394"/>
                </a:lnTo>
                <a:cubicBezTo>
                  <a:pt x="106435" y="41344"/>
                  <a:pt x="106410" y="41344"/>
                  <a:pt x="106410" y="41319"/>
                </a:cubicBezTo>
                <a:cubicBezTo>
                  <a:pt x="106310" y="41195"/>
                  <a:pt x="106235" y="41095"/>
                  <a:pt x="106161" y="40971"/>
                </a:cubicBezTo>
                <a:cubicBezTo>
                  <a:pt x="106136" y="40946"/>
                  <a:pt x="106111" y="40921"/>
                  <a:pt x="106061" y="40846"/>
                </a:cubicBezTo>
                <a:close/>
                <a:moveTo>
                  <a:pt x="95532" y="45825"/>
                </a:moveTo>
                <a:cubicBezTo>
                  <a:pt x="95532" y="45825"/>
                  <a:pt x="95557" y="45825"/>
                  <a:pt x="95557" y="45849"/>
                </a:cubicBezTo>
                <a:lnTo>
                  <a:pt x="95582" y="45899"/>
                </a:lnTo>
                <a:cubicBezTo>
                  <a:pt x="95557" y="45899"/>
                  <a:pt x="95557" y="45899"/>
                  <a:pt x="95532" y="45924"/>
                </a:cubicBezTo>
                <a:cubicBezTo>
                  <a:pt x="95532" y="45899"/>
                  <a:pt x="95507" y="45899"/>
                  <a:pt x="95458" y="45849"/>
                </a:cubicBezTo>
                <a:cubicBezTo>
                  <a:pt x="95507" y="45849"/>
                  <a:pt x="95532" y="45849"/>
                  <a:pt x="95532" y="45825"/>
                </a:cubicBezTo>
                <a:close/>
                <a:moveTo>
                  <a:pt x="37785" y="45924"/>
                </a:moveTo>
                <a:cubicBezTo>
                  <a:pt x="37810" y="45924"/>
                  <a:pt x="37810" y="45949"/>
                  <a:pt x="37835" y="45949"/>
                </a:cubicBezTo>
                <a:lnTo>
                  <a:pt x="37810" y="45999"/>
                </a:lnTo>
                <a:cubicBezTo>
                  <a:pt x="37810" y="45999"/>
                  <a:pt x="37785" y="45999"/>
                  <a:pt x="37760" y="45949"/>
                </a:cubicBezTo>
                <a:lnTo>
                  <a:pt x="37785" y="45924"/>
                </a:lnTo>
                <a:close/>
                <a:moveTo>
                  <a:pt x="109944" y="45003"/>
                </a:moveTo>
                <a:cubicBezTo>
                  <a:pt x="109944" y="45028"/>
                  <a:pt x="109894" y="45053"/>
                  <a:pt x="109894" y="45128"/>
                </a:cubicBezTo>
                <a:cubicBezTo>
                  <a:pt x="109845" y="45153"/>
                  <a:pt x="109820" y="45202"/>
                  <a:pt x="109745" y="45252"/>
                </a:cubicBezTo>
                <a:cubicBezTo>
                  <a:pt x="109471" y="45501"/>
                  <a:pt x="109123" y="45750"/>
                  <a:pt x="108774" y="45999"/>
                </a:cubicBezTo>
                <a:lnTo>
                  <a:pt x="108749" y="45924"/>
                </a:lnTo>
                <a:cubicBezTo>
                  <a:pt x="108849" y="45874"/>
                  <a:pt x="108949" y="45775"/>
                  <a:pt x="109023" y="45700"/>
                </a:cubicBezTo>
                <a:cubicBezTo>
                  <a:pt x="109197" y="45576"/>
                  <a:pt x="109347" y="45451"/>
                  <a:pt x="109496" y="45377"/>
                </a:cubicBezTo>
                <a:lnTo>
                  <a:pt x="109596" y="45277"/>
                </a:lnTo>
                <a:cubicBezTo>
                  <a:pt x="109720" y="45177"/>
                  <a:pt x="109820" y="45078"/>
                  <a:pt x="109944" y="45003"/>
                </a:cubicBezTo>
                <a:close/>
                <a:moveTo>
                  <a:pt x="73603" y="45053"/>
                </a:moveTo>
                <a:cubicBezTo>
                  <a:pt x="74051" y="45128"/>
                  <a:pt x="74549" y="45177"/>
                  <a:pt x="75047" y="45202"/>
                </a:cubicBezTo>
                <a:cubicBezTo>
                  <a:pt x="74474" y="45451"/>
                  <a:pt x="73877" y="45725"/>
                  <a:pt x="73280" y="46024"/>
                </a:cubicBezTo>
                <a:lnTo>
                  <a:pt x="73280" y="45999"/>
                </a:lnTo>
                <a:cubicBezTo>
                  <a:pt x="73404" y="45675"/>
                  <a:pt x="73504" y="45377"/>
                  <a:pt x="73603" y="45053"/>
                </a:cubicBezTo>
                <a:close/>
                <a:moveTo>
                  <a:pt x="80573" y="44431"/>
                </a:moveTo>
                <a:cubicBezTo>
                  <a:pt x="81021" y="44580"/>
                  <a:pt x="81568" y="44704"/>
                  <a:pt x="82116" y="44804"/>
                </a:cubicBezTo>
                <a:cubicBezTo>
                  <a:pt x="82141" y="44804"/>
                  <a:pt x="82191" y="44829"/>
                  <a:pt x="82216" y="44829"/>
                </a:cubicBezTo>
                <a:cubicBezTo>
                  <a:pt x="83062" y="45153"/>
                  <a:pt x="83759" y="45551"/>
                  <a:pt x="84431" y="46073"/>
                </a:cubicBezTo>
                <a:cubicBezTo>
                  <a:pt x="84306" y="46049"/>
                  <a:pt x="84182" y="46024"/>
                  <a:pt x="84082" y="45999"/>
                </a:cubicBezTo>
                <a:cubicBezTo>
                  <a:pt x="83958" y="45949"/>
                  <a:pt x="83833" y="45924"/>
                  <a:pt x="83734" y="45899"/>
                </a:cubicBezTo>
                <a:cubicBezTo>
                  <a:pt x="82738" y="45576"/>
                  <a:pt x="81767" y="45202"/>
                  <a:pt x="80871" y="44754"/>
                </a:cubicBezTo>
                <a:cubicBezTo>
                  <a:pt x="80822" y="44704"/>
                  <a:pt x="80722" y="44680"/>
                  <a:pt x="80647" y="44605"/>
                </a:cubicBezTo>
                <a:cubicBezTo>
                  <a:pt x="80573" y="44555"/>
                  <a:pt x="80473" y="44480"/>
                  <a:pt x="80349" y="44431"/>
                </a:cubicBezTo>
                <a:close/>
                <a:moveTo>
                  <a:pt x="73031" y="45849"/>
                </a:moveTo>
                <a:cubicBezTo>
                  <a:pt x="73031" y="45899"/>
                  <a:pt x="73056" y="45949"/>
                  <a:pt x="73056" y="45999"/>
                </a:cubicBezTo>
                <a:cubicBezTo>
                  <a:pt x="73056" y="46024"/>
                  <a:pt x="73031" y="46073"/>
                  <a:pt x="73031" y="46123"/>
                </a:cubicBezTo>
                <a:cubicBezTo>
                  <a:pt x="73031" y="46073"/>
                  <a:pt x="73031" y="46024"/>
                  <a:pt x="73006" y="45999"/>
                </a:cubicBezTo>
                <a:cubicBezTo>
                  <a:pt x="73006" y="45949"/>
                  <a:pt x="73031" y="45899"/>
                  <a:pt x="73031" y="45849"/>
                </a:cubicBezTo>
                <a:close/>
                <a:moveTo>
                  <a:pt x="108625" y="46049"/>
                </a:moveTo>
                <a:lnTo>
                  <a:pt x="108625" y="46073"/>
                </a:lnTo>
                <a:lnTo>
                  <a:pt x="108625" y="46123"/>
                </a:lnTo>
                <a:cubicBezTo>
                  <a:pt x="108625" y="46123"/>
                  <a:pt x="108600" y="46123"/>
                  <a:pt x="108600" y="46148"/>
                </a:cubicBezTo>
                <a:lnTo>
                  <a:pt x="108600" y="46123"/>
                </a:lnTo>
                <a:lnTo>
                  <a:pt x="108575" y="46073"/>
                </a:lnTo>
                <a:lnTo>
                  <a:pt x="108625" y="46049"/>
                </a:lnTo>
                <a:close/>
                <a:moveTo>
                  <a:pt x="48164" y="36341"/>
                </a:moveTo>
                <a:lnTo>
                  <a:pt x="48463" y="36714"/>
                </a:lnTo>
                <a:cubicBezTo>
                  <a:pt x="44630" y="39452"/>
                  <a:pt x="41245" y="42738"/>
                  <a:pt x="38457" y="46198"/>
                </a:cubicBezTo>
                <a:cubicBezTo>
                  <a:pt x="38382" y="46098"/>
                  <a:pt x="38258" y="46049"/>
                  <a:pt x="38158" y="45949"/>
                </a:cubicBezTo>
                <a:cubicBezTo>
                  <a:pt x="41245" y="42589"/>
                  <a:pt x="44605" y="39403"/>
                  <a:pt x="48164" y="36341"/>
                </a:cubicBezTo>
                <a:close/>
                <a:moveTo>
                  <a:pt x="82888" y="44929"/>
                </a:moveTo>
                <a:cubicBezTo>
                  <a:pt x="82962" y="44929"/>
                  <a:pt x="83062" y="44953"/>
                  <a:pt x="83136" y="44953"/>
                </a:cubicBezTo>
                <a:cubicBezTo>
                  <a:pt x="83833" y="45302"/>
                  <a:pt x="84431" y="45700"/>
                  <a:pt x="84954" y="46198"/>
                </a:cubicBezTo>
                <a:cubicBezTo>
                  <a:pt x="84929" y="46198"/>
                  <a:pt x="84854" y="46173"/>
                  <a:pt x="84829" y="46173"/>
                </a:cubicBezTo>
                <a:cubicBezTo>
                  <a:pt x="84257" y="45675"/>
                  <a:pt x="83609" y="45277"/>
                  <a:pt x="82888" y="44929"/>
                </a:cubicBezTo>
                <a:close/>
                <a:moveTo>
                  <a:pt x="65787" y="40448"/>
                </a:moveTo>
                <a:cubicBezTo>
                  <a:pt x="67057" y="41792"/>
                  <a:pt x="68426" y="42838"/>
                  <a:pt x="69795" y="43634"/>
                </a:cubicBezTo>
                <a:cubicBezTo>
                  <a:pt x="69646" y="43709"/>
                  <a:pt x="69496" y="43808"/>
                  <a:pt x="69372" y="43908"/>
                </a:cubicBezTo>
                <a:cubicBezTo>
                  <a:pt x="69247" y="44008"/>
                  <a:pt x="69123" y="44057"/>
                  <a:pt x="68949" y="44157"/>
                </a:cubicBezTo>
                <a:cubicBezTo>
                  <a:pt x="68749" y="44281"/>
                  <a:pt x="68525" y="44431"/>
                  <a:pt x="68301" y="44555"/>
                </a:cubicBezTo>
                <a:lnTo>
                  <a:pt x="68276" y="44580"/>
                </a:lnTo>
                <a:cubicBezTo>
                  <a:pt x="68227" y="44630"/>
                  <a:pt x="68177" y="44655"/>
                  <a:pt x="68152" y="44680"/>
                </a:cubicBezTo>
                <a:cubicBezTo>
                  <a:pt x="68028" y="44779"/>
                  <a:pt x="67903" y="44829"/>
                  <a:pt x="67729" y="44929"/>
                </a:cubicBezTo>
                <a:cubicBezTo>
                  <a:pt x="67654" y="45003"/>
                  <a:pt x="67580" y="45028"/>
                  <a:pt x="67480" y="45078"/>
                </a:cubicBezTo>
                <a:cubicBezTo>
                  <a:pt x="67156" y="45302"/>
                  <a:pt x="66833" y="45551"/>
                  <a:pt x="66484" y="45775"/>
                </a:cubicBezTo>
                <a:cubicBezTo>
                  <a:pt x="66459" y="45775"/>
                  <a:pt x="66459" y="45800"/>
                  <a:pt x="66435" y="45800"/>
                </a:cubicBezTo>
                <a:lnTo>
                  <a:pt x="66410" y="45825"/>
                </a:lnTo>
                <a:cubicBezTo>
                  <a:pt x="66186" y="45999"/>
                  <a:pt x="65962" y="46123"/>
                  <a:pt x="65738" y="46273"/>
                </a:cubicBezTo>
                <a:cubicBezTo>
                  <a:pt x="65713" y="46123"/>
                  <a:pt x="65613" y="45924"/>
                  <a:pt x="65588" y="45775"/>
                </a:cubicBezTo>
                <a:cubicBezTo>
                  <a:pt x="65538" y="45551"/>
                  <a:pt x="65464" y="45327"/>
                  <a:pt x="65364" y="45128"/>
                </a:cubicBezTo>
                <a:cubicBezTo>
                  <a:pt x="65314" y="44929"/>
                  <a:pt x="65215" y="44704"/>
                  <a:pt x="65165" y="44505"/>
                </a:cubicBezTo>
                <a:cubicBezTo>
                  <a:pt x="65066" y="44207"/>
                  <a:pt x="64966" y="43958"/>
                  <a:pt x="64842" y="43659"/>
                </a:cubicBezTo>
                <a:cubicBezTo>
                  <a:pt x="64792" y="43535"/>
                  <a:pt x="64717" y="43385"/>
                  <a:pt x="64667" y="43261"/>
                </a:cubicBezTo>
                <a:lnTo>
                  <a:pt x="64194" y="42141"/>
                </a:lnTo>
                <a:cubicBezTo>
                  <a:pt x="64194" y="42091"/>
                  <a:pt x="64169" y="42066"/>
                  <a:pt x="64169" y="42041"/>
                </a:cubicBezTo>
                <a:cubicBezTo>
                  <a:pt x="63995" y="41718"/>
                  <a:pt x="63871" y="41419"/>
                  <a:pt x="63721" y="41070"/>
                </a:cubicBezTo>
                <a:cubicBezTo>
                  <a:pt x="63796" y="41046"/>
                  <a:pt x="63871" y="41021"/>
                  <a:pt x="63945" y="40971"/>
                </a:cubicBezTo>
                <a:cubicBezTo>
                  <a:pt x="64045" y="40946"/>
                  <a:pt x="64120" y="40921"/>
                  <a:pt x="64244" y="40896"/>
                </a:cubicBezTo>
                <a:cubicBezTo>
                  <a:pt x="64319" y="40846"/>
                  <a:pt x="64369" y="40846"/>
                  <a:pt x="64443" y="40821"/>
                </a:cubicBezTo>
                <a:cubicBezTo>
                  <a:pt x="64593" y="40772"/>
                  <a:pt x="64717" y="40722"/>
                  <a:pt x="64866" y="40697"/>
                </a:cubicBezTo>
                <a:cubicBezTo>
                  <a:pt x="64941" y="40672"/>
                  <a:pt x="64991" y="40672"/>
                  <a:pt x="65090" y="40647"/>
                </a:cubicBezTo>
                <a:cubicBezTo>
                  <a:pt x="65165" y="40597"/>
                  <a:pt x="65240" y="40573"/>
                  <a:pt x="65314" y="40573"/>
                </a:cubicBezTo>
                <a:lnTo>
                  <a:pt x="65339" y="40573"/>
                </a:lnTo>
                <a:cubicBezTo>
                  <a:pt x="65464" y="40548"/>
                  <a:pt x="65613" y="40523"/>
                  <a:pt x="65738" y="40448"/>
                </a:cubicBezTo>
                <a:close/>
                <a:moveTo>
                  <a:pt x="86074" y="45003"/>
                </a:moveTo>
                <a:cubicBezTo>
                  <a:pt x="85825" y="45451"/>
                  <a:pt x="85601" y="45849"/>
                  <a:pt x="85352" y="46298"/>
                </a:cubicBezTo>
                <a:cubicBezTo>
                  <a:pt x="85327" y="46298"/>
                  <a:pt x="85327" y="46298"/>
                  <a:pt x="85302" y="46273"/>
                </a:cubicBezTo>
                <a:cubicBezTo>
                  <a:pt x="84804" y="45775"/>
                  <a:pt x="84232" y="45377"/>
                  <a:pt x="83609" y="45003"/>
                </a:cubicBezTo>
                <a:lnTo>
                  <a:pt x="83609" y="45003"/>
                </a:lnTo>
                <a:cubicBezTo>
                  <a:pt x="84082" y="45028"/>
                  <a:pt x="84555" y="45053"/>
                  <a:pt x="85003" y="45053"/>
                </a:cubicBezTo>
                <a:cubicBezTo>
                  <a:pt x="85252" y="45053"/>
                  <a:pt x="85551" y="45053"/>
                  <a:pt x="85800" y="45028"/>
                </a:cubicBezTo>
                <a:cubicBezTo>
                  <a:pt x="85875" y="45028"/>
                  <a:pt x="85974" y="45003"/>
                  <a:pt x="86074" y="45003"/>
                </a:cubicBezTo>
                <a:close/>
                <a:moveTo>
                  <a:pt x="48513" y="36864"/>
                </a:moveTo>
                <a:cubicBezTo>
                  <a:pt x="48513" y="36889"/>
                  <a:pt x="48538" y="36889"/>
                  <a:pt x="48538" y="36938"/>
                </a:cubicBezTo>
                <a:cubicBezTo>
                  <a:pt x="44779" y="39627"/>
                  <a:pt x="41394" y="42912"/>
                  <a:pt x="38631" y="46322"/>
                </a:cubicBezTo>
                <a:cubicBezTo>
                  <a:pt x="38581" y="46322"/>
                  <a:pt x="38581" y="46298"/>
                  <a:pt x="38557" y="46298"/>
                </a:cubicBezTo>
                <a:cubicBezTo>
                  <a:pt x="41319" y="42838"/>
                  <a:pt x="44729" y="39577"/>
                  <a:pt x="48513" y="36864"/>
                </a:cubicBezTo>
                <a:close/>
                <a:moveTo>
                  <a:pt x="86347" y="45053"/>
                </a:moveTo>
                <a:cubicBezTo>
                  <a:pt x="86099" y="45451"/>
                  <a:pt x="85850" y="45899"/>
                  <a:pt x="85601" y="46372"/>
                </a:cubicBezTo>
                <a:lnTo>
                  <a:pt x="85551" y="46372"/>
                </a:lnTo>
                <a:lnTo>
                  <a:pt x="86273" y="45053"/>
                </a:lnTo>
                <a:close/>
                <a:moveTo>
                  <a:pt x="38009" y="46123"/>
                </a:moveTo>
                <a:cubicBezTo>
                  <a:pt x="38084" y="46198"/>
                  <a:pt x="38208" y="46298"/>
                  <a:pt x="38308" y="46372"/>
                </a:cubicBezTo>
                <a:lnTo>
                  <a:pt x="38283" y="46397"/>
                </a:lnTo>
                <a:cubicBezTo>
                  <a:pt x="38183" y="46298"/>
                  <a:pt x="38059" y="46198"/>
                  <a:pt x="37959" y="46148"/>
                </a:cubicBezTo>
                <a:lnTo>
                  <a:pt x="38009" y="46123"/>
                </a:lnTo>
                <a:close/>
                <a:moveTo>
                  <a:pt x="79901" y="44456"/>
                </a:moveTo>
                <a:cubicBezTo>
                  <a:pt x="80100" y="44580"/>
                  <a:pt x="80274" y="44680"/>
                  <a:pt x="80473" y="44779"/>
                </a:cubicBezTo>
                <a:lnTo>
                  <a:pt x="80647" y="44879"/>
                </a:lnTo>
                <a:cubicBezTo>
                  <a:pt x="81120" y="45128"/>
                  <a:pt x="81593" y="45327"/>
                  <a:pt x="82091" y="45526"/>
                </a:cubicBezTo>
                <a:cubicBezTo>
                  <a:pt x="82141" y="45551"/>
                  <a:pt x="82216" y="45551"/>
                  <a:pt x="82265" y="45576"/>
                </a:cubicBezTo>
                <a:cubicBezTo>
                  <a:pt x="82713" y="45725"/>
                  <a:pt x="83112" y="45899"/>
                  <a:pt x="83585" y="46024"/>
                </a:cubicBezTo>
                <a:cubicBezTo>
                  <a:pt x="83709" y="46049"/>
                  <a:pt x="83833" y="46073"/>
                  <a:pt x="83958" y="46148"/>
                </a:cubicBezTo>
                <a:lnTo>
                  <a:pt x="84705" y="46322"/>
                </a:lnTo>
                <a:lnTo>
                  <a:pt x="84730" y="46347"/>
                </a:lnTo>
                <a:lnTo>
                  <a:pt x="84754" y="46397"/>
                </a:lnTo>
                <a:lnTo>
                  <a:pt x="84804" y="46422"/>
                </a:lnTo>
                <a:cubicBezTo>
                  <a:pt x="83112" y="46049"/>
                  <a:pt x="81519" y="45426"/>
                  <a:pt x="80100" y="44605"/>
                </a:cubicBezTo>
                <a:cubicBezTo>
                  <a:pt x="80075" y="44580"/>
                  <a:pt x="80025" y="44580"/>
                  <a:pt x="80000" y="44555"/>
                </a:cubicBezTo>
                <a:cubicBezTo>
                  <a:pt x="79975" y="44530"/>
                  <a:pt x="79901" y="44505"/>
                  <a:pt x="79851" y="44456"/>
                </a:cubicBezTo>
                <a:close/>
                <a:moveTo>
                  <a:pt x="85078" y="46422"/>
                </a:moveTo>
                <a:cubicBezTo>
                  <a:pt x="85087" y="46422"/>
                  <a:pt x="85102" y="46425"/>
                  <a:pt x="85119" y="46429"/>
                </a:cubicBezTo>
                <a:lnTo>
                  <a:pt x="85119" y="46429"/>
                </a:lnTo>
                <a:cubicBezTo>
                  <a:pt x="85115" y="46432"/>
                  <a:pt x="85112" y="46433"/>
                  <a:pt x="85109" y="46433"/>
                </a:cubicBezTo>
                <a:cubicBezTo>
                  <a:pt x="85100" y="46433"/>
                  <a:pt x="85095" y="46422"/>
                  <a:pt x="85078" y="46422"/>
                </a:cubicBezTo>
                <a:close/>
                <a:moveTo>
                  <a:pt x="63522" y="41195"/>
                </a:moveTo>
                <a:cubicBezTo>
                  <a:pt x="63945" y="42016"/>
                  <a:pt x="64319" y="42813"/>
                  <a:pt x="64617" y="43584"/>
                </a:cubicBezTo>
                <a:cubicBezTo>
                  <a:pt x="64667" y="43659"/>
                  <a:pt x="64692" y="43759"/>
                  <a:pt x="64717" y="43808"/>
                </a:cubicBezTo>
                <a:cubicBezTo>
                  <a:pt x="64842" y="44132"/>
                  <a:pt x="64941" y="44406"/>
                  <a:pt x="65066" y="44704"/>
                </a:cubicBezTo>
                <a:cubicBezTo>
                  <a:pt x="65140" y="44904"/>
                  <a:pt x="65190" y="45078"/>
                  <a:pt x="65265" y="45227"/>
                </a:cubicBezTo>
                <a:cubicBezTo>
                  <a:pt x="65339" y="45451"/>
                  <a:pt x="65389" y="45675"/>
                  <a:pt x="65464" y="45924"/>
                </a:cubicBezTo>
                <a:cubicBezTo>
                  <a:pt x="65538" y="46073"/>
                  <a:pt x="65563" y="46273"/>
                  <a:pt x="65638" y="46422"/>
                </a:cubicBezTo>
                <a:lnTo>
                  <a:pt x="65563" y="46447"/>
                </a:lnTo>
                <a:cubicBezTo>
                  <a:pt x="65514" y="46273"/>
                  <a:pt x="65439" y="46049"/>
                  <a:pt x="65389" y="45849"/>
                </a:cubicBezTo>
                <a:cubicBezTo>
                  <a:pt x="65314" y="45675"/>
                  <a:pt x="65290" y="45526"/>
                  <a:pt x="65215" y="45327"/>
                </a:cubicBezTo>
                <a:cubicBezTo>
                  <a:pt x="65165" y="45103"/>
                  <a:pt x="65066" y="44904"/>
                  <a:pt x="64966" y="44655"/>
                </a:cubicBezTo>
                <a:lnTo>
                  <a:pt x="64692" y="43908"/>
                </a:lnTo>
                <a:cubicBezTo>
                  <a:pt x="64667" y="43784"/>
                  <a:pt x="64593" y="43684"/>
                  <a:pt x="64543" y="43559"/>
                </a:cubicBezTo>
                <a:cubicBezTo>
                  <a:pt x="64219" y="42813"/>
                  <a:pt x="63896" y="41991"/>
                  <a:pt x="63473" y="41195"/>
                </a:cubicBezTo>
                <a:close/>
                <a:moveTo>
                  <a:pt x="85165" y="46440"/>
                </a:moveTo>
                <a:cubicBezTo>
                  <a:pt x="85180" y="46444"/>
                  <a:pt x="85194" y="46447"/>
                  <a:pt x="85202" y="46447"/>
                </a:cubicBezTo>
                <a:lnTo>
                  <a:pt x="85227" y="46472"/>
                </a:lnTo>
                <a:cubicBezTo>
                  <a:pt x="85202" y="46472"/>
                  <a:pt x="85178" y="46472"/>
                  <a:pt x="85178" y="46447"/>
                </a:cubicBezTo>
                <a:lnTo>
                  <a:pt x="85165" y="46440"/>
                </a:lnTo>
                <a:close/>
                <a:moveTo>
                  <a:pt x="28774" y="39826"/>
                </a:moveTo>
                <a:lnTo>
                  <a:pt x="29347" y="40199"/>
                </a:lnTo>
                <a:cubicBezTo>
                  <a:pt x="27704" y="42290"/>
                  <a:pt x="26260" y="44406"/>
                  <a:pt x="24991" y="46522"/>
                </a:cubicBezTo>
                <a:cubicBezTo>
                  <a:pt x="24642" y="46173"/>
                  <a:pt x="24319" y="45825"/>
                  <a:pt x="23995" y="45501"/>
                </a:cubicBezTo>
                <a:cubicBezTo>
                  <a:pt x="25066" y="44182"/>
                  <a:pt x="26136" y="42887"/>
                  <a:pt x="27256" y="41568"/>
                </a:cubicBezTo>
                <a:lnTo>
                  <a:pt x="27355" y="41469"/>
                </a:lnTo>
                <a:cubicBezTo>
                  <a:pt x="27828" y="40921"/>
                  <a:pt x="28301" y="40398"/>
                  <a:pt x="28774" y="39826"/>
                </a:cubicBezTo>
                <a:close/>
                <a:moveTo>
                  <a:pt x="38457" y="46422"/>
                </a:moveTo>
                <a:cubicBezTo>
                  <a:pt x="38482" y="46422"/>
                  <a:pt x="38482" y="46447"/>
                  <a:pt x="38532" y="46447"/>
                </a:cubicBezTo>
                <a:cubicBezTo>
                  <a:pt x="38532" y="46472"/>
                  <a:pt x="38482" y="46472"/>
                  <a:pt x="38482" y="46522"/>
                </a:cubicBezTo>
                <a:cubicBezTo>
                  <a:pt x="38457" y="46522"/>
                  <a:pt x="38432" y="46522"/>
                  <a:pt x="38432" y="46472"/>
                </a:cubicBezTo>
                <a:cubicBezTo>
                  <a:pt x="38432" y="46447"/>
                  <a:pt x="38457" y="46447"/>
                  <a:pt x="38457" y="46422"/>
                </a:cubicBezTo>
                <a:close/>
                <a:moveTo>
                  <a:pt x="69994" y="43709"/>
                </a:moveTo>
                <a:cubicBezTo>
                  <a:pt x="69994" y="43709"/>
                  <a:pt x="70019" y="43709"/>
                  <a:pt x="70019" y="43759"/>
                </a:cubicBezTo>
                <a:cubicBezTo>
                  <a:pt x="70019" y="43759"/>
                  <a:pt x="70044" y="43759"/>
                  <a:pt x="70044" y="43784"/>
                </a:cubicBezTo>
                <a:cubicBezTo>
                  <a:pt x="69521" y="44132"/>
                  <a:pt x="68973" y="44456"/>
                  <a:pt x="68426" y="44804"/>
                </a:cubicBezTo>
                <a:cubicBezTo>
                  <a:pt x="68252" y="44929"/>
                  <a:pt x="68077" y="45028"/>
                  <a:pt x="67903" y="45153"/>
                </a:cubicBezTo>
                <a:cubicBezTo>
                  <a:pt x="67206" y="45625"/>
                  <a:pt x="66534" y="46073"/>
                  <a:pt x="65812" y="46546"/>
                </a:cubicBezTo>
                <a:lnTo>
                  <a:pt x="65812" y="46522"/>
                </a:lnTo>
                <a:lnTo>
                  <a:pt x="65812" y="46497"/>
                </a:lnTo>
                <a:cubicBezTo>
                  <a:pt x="66459" y="46024"/>
                  <a:pt x="67132" y="45576"/>
                  <a:pt x="67779" y="45128"/>
                </a:cubicBezTo>
                <a:cubicBezTo>
                  <a:pt x="67928" y="45003"/>
                  <a:pt x="68127" y="44904"/>
                  <a:pt x="68276" y="44804"/>
                </a:cubicBezTo>
                <a:cubicBezTo>
                  <a:pt x="68301" y="44804"/>
                  <a:pt x="68301" y="44779"/>
                  <a:pt x="68326" y="44779"/>
                </a:cubicBezTo>
                <a:cubicBezTo>
                  <a:pt x="68899" y="44431"/>
                  <a:pt x="69421" y="44057"/>
                  <a:pt x="69994" y="43709"/>
                </a:cubicBezTo>
                <a:close/>
                <a:moveTo>
                  <a:pt x="117835" y="37760"/>
                </a:moveTo>
                <a:lnTo>
                  <a:pt x="117835" y="38731"/>
                </a:lnTo>
                <a:cubicBezTo>
                  <a:pt x="117611" y="41294"/>
                  <a:pt x="117113" y="43933"/>
                  <a:pt x="116416" y="46646"/>
                </a:cubicBezTo>
                <a:cubicBezTo>
                  <a:pt x="116416" y="46546"/>
                  <a:pt x="116416" y="46447"/>
                  <a:pt x="116441" y="46322"/>
                </a:cubicBezTo>
                <a:cubicBezTo>
                  <a:pt x="117212" y="43360"/>
                  <a:pt x="117685" y="40523"/>
                  <a:pt x="117835" y="37760"/>
                </a:cubicBezTo>
                <a:close/>
                <a:moveTo>
                  <a:pt x="29496" y="40299"/>
                </a:moveTo>
                <a:cubicBezTo>
                  <a:pt x="29546" y="40299"/>
                  <a:pt x="29546" y="40324"/>
                  <a:pt x="29571" y="40324"/>
                </a:cubicBezTo>
                <a:cubicBezTo>
                  <a:pt x="27903" y="42415"/>
                  <a:pt x="26459" y="44530"/>
                  <a:pt x="25190" y="46671"/>
                </a:cubicBezTo>
                <a:cubicBezTo>
                  <a:pt x="25140" y="46671"/>
                  <a:pt x="25140" y="46646"/>
                  <a:pt x="25140" y="46646"/>
                </a:cubicBezTo>
                <a:cubicBezTo>
                  <a:pt x="26385" y="44505"/>
                  <a:pt x="27853" y="42390"/>
                  <a:pt x="29496" y="40299"/>
                </a:cubicBezTo>
                <a:close/>
                <a:moveTo>
                  <a:pt x="115669" y="38332"/>
                </a:moveTo>
                <a:cubicBezTo>
                  <a:pt x="116242" y="40797"/>
                  <a:pt x="116441" y="43510"/>
                  <a:pt x="116242" y="46372"/>
                </a:cubicBezTo>
                <a:cubicBezTo>
                  <a:pt x="116217" y="46447"/>
                  <a:pt x="116192" y="46571"/>
                  <a:pt x="116167" y="46671"/>
                </a:cubicBezTo>
                <a:cubicBezTo>
                  <a:pt x="116416" y="43709"/>
                  <a:pt x="116217" y="40946"/>
                  <a:pt x="115619" y="38432"/>
                </a:cubicBezTo>
                <a:cubicBezTo>
                  <a:pt x="115669" y="38407"/>
                  <a:pt x="115669" y="38357"/>
                  <a:pt x="115669" y="38332"/>
                </a:cubicBezTo>
                <a:close/>
                <a:moveTo>
                  <a:pt x="65663" y="46621"/>
                </a:moveTo>
                <a:lnTo>
                  <a:pt x="65663" y="46646"/>
                </a:lnTo>
                <a:lnTo>
                  <a:pt x="65663" y="46671"/>
                </a:lnTo>
                <a:lnTo>
                  <a:pt x="65613" y="46696"/>
                </a:lnTo>
                <a:lnTo>
                  <a:pt x="65613" y="46671"/>
                </a:lnTo>
                <a:lnTo>
                  <a:pt x="65613" y="46646"/>
                </a:lnTo>
                <a:lnTo>
                  <a:pt x="65663" y="46621"/>
                </a:lnTo>
                <a:close/>
                <a:moveTo>
                  <a:pt x="91774" y="43684"/>
                </a:moveTo>
                <a:cubicBezTo>
                  <a:pt x="93068" y="44182"/>
                  <a:pt x="94188" y="44879"/>
                  <a:pt x="95134" y="45775"/>
                </a:cubicBezTo>
                <a:cubicBezTo>
                  <a:pt x="94885" y="45825"/>
                  <a:pt x="94661" y="45924"/>
                  <a:pt x="94412" y="45974"/>
                </a:cubicBezTo>
                <a:cubicBezTo>
                  <a:pt x="94387" y="45974"/>
                  <a:pt x="94313" y="46024"/>
                  <a:pt x="94288" y="46024"/>
                </a:cubicBezTo>
                <a:cubicBezTo>
                  <a:pt x="93964" y="46098"/>
                  <a:pt x="93665" y="46173"/>
                  <a:pt x="93342" y="46223"/>
                </a:cubicBezTo>
                <a:cubicBezTo>
                  <a:pt x="93317" y="46223"/>
                  <a:pt x="93292" y="46223"/>
                  <a:pt x="93217" y="46273"/>
                </a:cubicBezTo>
                <a:lnTo>
                  <a:pt x="92296" y="46447"/>
                </a:lnTo>
                <a:cubicBezTo>
                  <a:pt x="92272" y="46447"/>
                  <a:pt x="92197" y="46447"/>
                  <a:pt x="92172" y="46472"/>
                </a:cubicBezTo>
                <a:cubicBezTo>
                  <a:pt x="91848" y="46546"/>
                  <a:pt x="91550" y="46571"/>
                  <a:pt x="91226" y="46596"/>
                </a:cubicBezTo>
                <a:lnTo>
                  <a:pt x="91151" y="46596"/>
                </a:lnTo>
                <a:cubicBezTo>
                  <a:pt x="90454" y="46671"/>
                  <a:pt x="89807" y="46696"/>
                  <a:pt x="89110" y="46696"/>
                </a:cubicBezTo>
                <a:lnTo>
                  <a:pt x="89085" y="46696"/>
                </a:lnTo>
                <a:cubicBezTo>
                  <a:pt x="88563" y="46696"/>
                  <a:pt x="88040" y="46671"/>
                  <a:pt x="87542" y="46646"/>
                </a:cubicBezTo>
                <a:cubicBezTo>
                  <a:pt x="87418" y="46646"/>
                  <a:pt x="87244" y="46596"/>
                  <a:pt x="87119" y="46596"/>
                </a:cubicBezTo>
                <a:cubicBezTo>
                  <a:pt x="86696" y="46571"/>
                  <a:pt x="86248" y="46522"/>
                  <a:pt x="85825" y="46422"/>
                </a:cubicBezTo>
                <a:cubicBezTo>
                  <a:pt x="86099" y="45949"/>
                  <a:pt x="86347" y="45526"/>
                  <a:pt x="86596" y="45053"/>
                </a:cubicBezTo>
                <a:cubicBezTo>
                  <a:pt x="88314" y="44829"/>
                  <a:pt x="90081" y="44406"/>
                  <a:pt x="91774" y="43684"/>
                </a:cubicBezTo>
                <a:close/>
                <a:moveTo>
                  <a:pt x="23871" y="45650"/>
                </a:moveTo>
                <a:lnTo>
                  <a:pt x="24891" y="46671"/>
                </a:lnTo>
                <a:cubicBezTo>
                  <a:pt x="24891" y="46671"/>
                  <a:pt x="24866" y="46696"/>
                  <a:pt x="24866" y="46746"/>
                </a:cubicBezTo>
                <a:lnTo>
                  <a:pt x="23846" y="45700"/>
                </a:lnTo>
                <a:cubicBezTo>
                  <a:pt x="23846" y="45675"/>
                  <a:pt x="23871" y="45675"/>
                  <a:pt x="23871" y="45650"/>
                </a:cubicBezTo>
                <a:close/>
                <a:moveTo>
                  <a:pt x="25016" y="46795"/>
                </a:moveTo>
                <a:lnTo>
                  <a:pt x="25041" y="46820"/>
                </a:lnTo>
                <a:cubicBezTo>
                  <a:pt x="25041" y="46870"/>
                  <a:pt x="25016" y="46870"/>
                  <a:pt x="25016" y="46895"/>
                </a:cubicBezTo>
                <a:cubicBezTo>
                  <a:pt x="25016" y="46895"/>
                  <a:pt x="25016" y="46870"/>
                  <a:pt x="24991" y="46870"/>
                </a:cubicBezTo>
                <a:cubicBezTo>
                  <a:pt x="24991" y="46820"/>
                  <a:pt x="25016" y="46820"/>
                  <a:pt x="25016" y="46795"/>
                </a:cubicBezTo>
                <a:close/>
                <a:moveTo>
                  <a:pt x="95283" y="45899"/>
                </a:moveTo>
                <a:lnTo>
                  <a:pt x="95308" y="45924"/>
                </a:lnTo>
                <a:lnTo>
                  <a:pt x="95333" y="45949"/>
                </a:lnTo>
                <a:cubicBezTo>
                  <a:pt x="93292" y="46571"/>
                  <a:pt x="91201" y="46895"/>
                  <a:pt x="89110" y="46895"/>
                </a:cubicBezTo>
                <a:cubicBezTo>
                  <a:pt x="88613" y="46895"/>
                  <a:pt x="88115" y="46845"/>
                  <a:pt x="87617" y="46820"/>
                </a:cubicBezTo>
                <a:cubicBezTo>
                  <a:pt x="87492" y="46820"/>
                  <a:pt x="87418" y="46795"/>
                  <a:pt x="87293" y="46795"/>
                </a:cubicBezTo>
                <a:cubicBezTo>
                  <a:pt x="86870" y="46770"/>
                  <a:pt x="86472" y="46696"/>
                  <a:pt x="86074" y="46646"/>
                </a:cubicBezTo>
                <a:cubicBezTo>
                  <a:pt x="85974" y="46646"/>
                  <a:pt x="85875" y="46621"/>
                  <a:pt x="85800" y="46621"/>
                </a:cubicBezTo>
                <a:lnTo>
                  <a:pt x="85675" y="46621"/>
                </a:lnTo>
                <a:cubicBezTo>
                  <a:pt x="85700" y="46571"/>
                  <a:pt x="85700" y="46571"/>
                  <a:pt x="85700" y="46546"/>
                </a:cubicBezTo>
                <a:cubicBezTo>
                  <a:pt x="86123" y="46646"/>
                  <a:pt x="86596" y="46696"/>
                  <a:pt x="87069" y="46746"/>
                </a:cubicBezTo>
                <a:cubicBezTo>
                  <a:pt x="87219" y="46746"/>
                  <a:pt x="87343" y="46770"/>
                  <a:pt x="87492" y="46770"/>
                </a:cubicBezTo>
                <a:cubicBezTo>
                  <a:pt x="88040" y="46795"/>
                  <a:pt x="88563" y="46820"/>
                  <a:pt x="89085" y="46820"/>
                </a:cubicBezTo>
                <a:lnTo>
                  <a:pt x="89110" y="46820"/>
                </a:lnTo>
                <a:cubicBezTo>
                  <a:pt x="91176" y="46820"/>
                  <a:pt x="93267" y="46522"/>
                  <a:pt x="95283" y="45899"/>
                </a:cubicBezTo>
                <a:close/>
                <a:moveTo>
                  <a:pt x="109820" y="45451"/>
                </a:moveTo>
                <a:lnTo>
                  <a:pt x="109820" y="45451"/>
                </a:lnTo>
                <a:cubicBezTo>
                  <a:pt x="109596" y="46049"/>
                  <a:pt x="109347" y="46671"/>
                  <a:pt x="109098" y="47268"/>
                </a:cubicBezTo>
                <a:cubicBezTo>
                  <a:pt x="108998" y="46895"/>
                  <a:pt x="108949" y="46546"/>
                  <a:pt x="108849" y="46173"/>
                </a:cubicBezTo>
                <a:cubicBezTo>
                  <a:pt x="108973" y="46073"/>
                  <a:pt x="109073" y="46024"/>
                  <a:pt x="109197" y="45924"/>
                </a:cubicBezTo>
                <a:cubicBezTo>
                  <a:pt x="109372" y="45800"/>
                  <a:pt x="109571" y="45650"/>
                  <a:pt x="109720" y="45526"/>
                </a:cubicBezTo>
                <a:cubicBezTo>
                  <a:pt x="109745" y="45476"/>
                  <a:pt x="109770" y="45476"/>
                  <a:pt x="109820" y="45451"/>
                </a:cubicBezTo>
                <a:close/>
                <a:moveTo>
                  <a:pt x="72657" y="45128"/>
                </a:moveTo>
                <a:cubicBezTo>
                  <a:pt x="72682" y="45401"/>
                  <a:pt x="72707" y="45675"/>
                  <a:pt x="72782" y="45949"/>
                </a:cubicBezTo>
                <a:cubicBezTo>
                  <a:pt x="72782" y="46073"/>
                  <a:pt x="72707" y="46173"/>
                  <a:pt x="72682" y="46273"/>
                </a:cubicBezTo>
                <a:cubicBezTo>
                  <a:pt x="72035" y="46571"/>
                  <a:pt x="71388" y="46945"/>
                  <a:pt x="70741" y="47293"/>
                </a:cubicBezTo>
                <a:cubicBezTo>
                  <a:pt x="71114" y="46671"/>
                  <a:pt x="71463" y="46024"/>
                  <a:pt x="71811" y="45401"/>
                </a:cubicBezTo>
                <a:lnTo>
                  <a:pt x="72657" y="45128"/>
                </a:lnTo>
                <a:close/>
                <a:moveTo>
                  <a:pt x="70218" y="43883"/>
                </a:moveTo>
                <a:cubicBezTo>
                  <a:pt x="70741" y="44132"/>
                  <a:pt x="71189" y="44331"/>
                  <a:pt x="71687" y="44530"/>
                </a:cubicBezTo>
                <a:cubicBezTo>
                  <a:pt x="71637" y="44680"/>
                  <a:pt x="71537" y="44829"/>
                  <a:pt x="71438" y="45028"/>
                </a:cubicBezTo>
                <a:lnTo>
                  <a:pt x="71438" y="45053"/>
                </a:lnTo>
                <a:cubicBezTo>
                  <a:pt x="71438" y="45078"/>
                  <a:pt x="71413" y="45078"/>
                  <a:pt x="71413" y="45103"/>
                </a:cubicBezTo>
                <a:cubicBezTo>
                  <a:pt x="69670" y="45700"/>
                  <a:pt x="67853" y="46522"/>
                  <a:pt x="66061" y="47542"/>
                </a:cubicBezTo>
                <a:cubicBezTo>
                  <a:pt x="66061" y="47517"/>
                  <a:pt x="66061" y="47492"/>
                  <a:pt x="66036" y="47442"/>
                </a:cubicBezTo>
                <a:cubicBezTo>
                  <a:pt x="65987" y="47343"/>
                  <a:pt x="65987" y="47268"/>
                  <a:pt x="65962" y="47169"/>
                </a:cubicBezTo>
                <a:cubicBezTo>
                  <a:pt x="65937" y="47044"/>
                  <a:pt x="65912" y="46945"/>
                  <a:pt x="65862" y="46820"/>
                </a:cubicBezTo>
                <a:cubicBezTo>
                  <a:pt x="65937" y="46795"/>
                  <a:pt x="65987" y="46721"/>
                  <a:pt x="66061" y="46696"/>
                </a:cubicBezTo>
                <a:cubicBezTo>
                  <a:pt x="66708" y="46223"/>
                  <a:pt x="67331" y="45800"/>
                  <a:pt x="67978" y="45401"/>
                </a:cubicBezTo>
                <a:lnTo>
                  <a:pt x="68550" y="45028"/>
                </a:lnTo>
                <a:cubicBezTo>
                  <a:pt x="68550" y="45028"/>
                  <a:pt x="68575" y="45028"/>
                  <a:pt x="68575" y="45003"/>
                </a:cubicBezTo>
                <a:cubicBezTo>
                  <a:pt x="69173" y="44555"/>
                  <a:pt x="69695" y="44207"/>
                  <a:pt x="70218" y="43883"/>
                </a:cubicBezTo>
                <a:close/>
                <a:moveTo>
                  <a:pt x="71360" y="45795"/>
                </a:moveTo>
                <a:lnTo>
                  <a:pt x="71360" y="45795"/>
                </a:lnTo>
                <a:cubicBezTo>
                  <a:pt x="71175" y="46103"/>
                  <a:pt x="71032" y="46409"/>
                  <a:pt x="70890" y="46646"/>
                </a:cubicBezTo>
                <a:cubicBezTo>
                  <a:pt x="70790" y="46795"/>
                  <a:pt x="70716" y="46920"/>
                  <a:pt x="70641" y="47069"/>
                </a:cubicBezTo>
                <a:cubicBezTo>
                  <a:pt x="70616" y="47069"/>
                  <a:pt x="70616" y="47094"/>
                  <a:pt x="70566" y="47144"/>
                </a:cubicBezTo>
                <a:cubicBezTo>
                  <a:pt x="70517" y="47268"/>
                  <a:pt x="70417" y="47393"/>
                  <a:pt x="70318" y="47542"/>
                </a:cubicBezTo>
                <a:lnTo>
                  <a:pt x="70293" y="47567"/>
                </a:lnTo>
                <a:cubicBezTo>
                  <a:pt x="70656" y="46961"/>
                  <a:pt x="71020" y="46355"/>
                  <a:pt x="71360" y="45795"/>
                </a:cubicBezTo>
                <a:close/>
                <a:moveTo>
                  <a:pt x="98445" y="45028"/>
                </a:moveTo>
                <a:cubicBezTo>
                  <a:pt x="98046" y="45849"/>
                  <a:pt x="97573" y="46746"/>
                  <a:pt x="97125" y="47642"/>
                </a:cubicBezTo>
                <a:cubicBezTo>
                  <a:pt x="96777" y="47044"/>
                  <a:pt x="96403" y="46497"/>
                  <a:pt x="95931" y="45999"/>
                </a:cubicBezTo>
                <a:cubicBezTo>
                  <a:pt x="96080" y="45924"/>
                  <a:pt x="96254" y="45899"/>
                  <a:pt x="96403" y="45825"/>
                </a:cubicBezTo>
                <a:cubicBezTo>
                  <a:pt x="96453" y="45800"/>
                  <a:pt x="96553" y="45775"/>
                  <a:pt x="96627" y="45775"/>
                </a:cubicBezTo>
                <a:cubicBezTo>
                  <a:pt x="96901" y="45675"/>
                  <a:pt x="97150" y="45551"/>
                  <a:pt x="97424" y="45451"/>
                </a:cubicBezTo>
                <a:cubicBezTo>
                  <a:pt x="97524" y="45426"/>
                  <a:pt x="97573" y="45401"/>
                  <a:pt x="97673" y="45377"/>
                </a:cubicBezTo>
                <a:cubicBezTo>
                  <a:pt x="97922" y="45277"/>
                  <a:pt x="98171" y="45153"/>
                  <a:pt x="98420" y="45028"/>
                </a:cubicBezTo>
                <a:close/>
                <a:moveTo>
                  <a:pt x="65713" y="46920"/>
                </a:moveTo>
                <a:cubicBezTo>
                  <a:pt x="65762" y="47019"/>
                  <a:pt x="65762" y="47069"/>
                  <a:pt x="65787" y="47169"/>
                </a:cubicBezTo>
                <a:cubicBezTo>
                  <a:pt x="65812" y="47194"/>
                  <a:pt x="65837" y="47318"/>
                  <a:pt x="65837" y="47418"/>
                </a:cubicBezTo>
                <a:cubicBezTo>
                  <a:pt x="65837" y="47467"/>
                  <a:pt x="65887" y="47542"/>
                  <a:pt x="65887" y="47642"/>
                </a:cubicBezTo>
                <a:cubicBezTo>
                  <a:pt x="65837" y="47642"/>
                  <a:pt x="65837" y="47667"/>
                  <a:pt x="65812" y="47667"/>
                </a:cubicBezTo>
                <a:cubicBezTo>
                  <a:pt x="65812" y="47592"/>
                  <a:pt x="65787" y="47542"/>
                  <a:pt x="65787" y="47467"/>
                </a:cubicBezTo>
                <a:lnTo>
                  <a:pt x="65688" y="47094"/>
                </a:lnTo>
                <a:cubicBezTo>
                  <a:pt x="65688" y="47044"/>
                  <a:pt x="65663" y="46970"/>
                  <a:pt x="65663" y="46945"/>
                </a:cubicBezTo>
                <a:cubicBezTo>
                  <a:pt x="65688" y="46945"/>
                  <a:pt x="65688" y="46920"/>
                  <a:pt x="65713" y="46920"/>
                </a:cubicBezTo>
                <a:close/>
                <a:moveTo>
                  <a:pt x="108650" y="46322"/>
                </a:moveTo>
                <a:cubicBezTo>
                  <a:pt x="108650" y="46397"/>
                  <a:pt x="108675" y="46422"/>
                  <a:pt x="108675" y="46472"/>
                </a:cubicBezTo>
                <a:cubicBezTo>
                  <a:pt x="108774" y="46795"/>
                  <a:pt x="108874" y="47169"/>
                  <a:pt x="108949" y="47542"/>
                </a:cubicBezTo>
                <a:lnTo>
                  <a:pt x="108949" y="47592"/>
                </a:lnTo>
                <a:cubicBezTo>
                  <a:pt x="108949" y="47642"/>
                  <a:pt x="108899" y="47642"/>
                  <a:pt x="108899" y="47667"/>
                </a:cubicBezTo>
                <a:cubicBezTo>
                  <a:pt x="108899" y="47691"/>
                  <a:pt x="108899" y="47691"/>
                  <a:pt x="108874" y="47716"/>
                </a:cubicBezTo>
                <a:lnTo>
                  <a:pt x="108874" y="47642"/>
                </a:lnTo>
                <a:cubicBezTo>
                  <a:pt x="108874" y="47592"/>
                  <a:pt x="108874" y="47567"/>
                  <a:pt x="108849" y="47517"/>
                </a:cubicBezTo>
                <a:cubicBezTo>
                  <a:pt x="108849" y="47442"/>
                  <a:pt x="108799" y="47393"/>
                  <a:pt x="108799" y="47343"/>
                </a:cubicBezTo>
                <a:lnTo>
                  <a:pt x="108625" y="46522"/>
                </a:lnTo>
                <a:cubicBezTo>
                  <a:pt x="108625" y="46472"/>
                  <a:pt x="108600" y="46422"/>
                  <a:pt x="108600" y="46397"/>
                </a:cubicBezTo>
                <a:lnTo>
                  <a:pt x="108625" y="46347"/>
                </a:lnTo>
                <a:lnTo>
                  <a:pt x="108650" y="46322"/>
                </a:lnTo>
                <a:close/>
                <a:moveTo>
                  <a:pt x="110200" y="45149"/>
                </a:moveTo>
                <a:cubicBezTo>
                  <a:pt x="109857" y="46029"/>
                  <a:pt x="109490" y="46885"/>
                  <a:pt x="109148" y="47741"/>
                </a:cubicBezTo>
                <a:lnTo>
                  <a:pt x="109148" y="47642"/>
                </a:lnTo>
                <a:cubicBezTo>
                  <a:pt x="109496" y="46820"/>
                  <a:pt x="109845" y="45974"/>
                  <a:pt x="110143" y="45177"/>
                </a:cubicBezTo>
                <a:cubicBezTo>
                  <a:pt x="110169" y="45165"/>
                  <a:pt x="110188" y="45159"/>
                  <a:pt x="110200" y="45149"/>
                </a:cubicBezTo>
                <a:close/>
                <a:moveTo>
                  <a:pt x="71288" y="45327"/>
                </a:moveTo>
                <a:cubicBezTo>
                  <a:pt x="71288" y="45377"/>
                  <a:pt x="71263" y="45401"/>
                  <a:pt x="71263" y="45426"/>
                </a:cubicBezTo>
                <a:cubicBezTo>
                  <a:pt x="69571" y="46024"/>
                  <a:pt x="67878" y="46795"/>
                  <a:pt x="66136" y="47766"/>
                </a:cubicBezTo>
                <a:cubicBezTo>
                  <a:pt x="66086" y="47766"/>
                  <a:pt x="66086" y="47741"/>
                  <a:pt x="66086" y="47691"/>
                </a:cubicBezTo>
                <a:cubicBezTo>
                  <a:pt x="67878" y="46746"/>
                  <a:pt x="69621" y="45924"/>
                  <a:pt x="71288" y="45327"/>
                </a:cubicBezTo>
                <a:close/>
                <a:moveTo>
                  <a:pt x="72184" y="46820"/>
                </a:moveTo>
                <a:lnTo>
                  <a:pt x="72184" y="46820"/>
                </a:lnTo>
                <a:cubicBezTo>
                  <a:pt x="71736" y="47069"/>
                  <a:pt x="71263" y="47318"/>
                  <a:pt x="70815" y="47567"/>
                </a:cubicBezTo>
                <a:cubicBezTo>
                  <a:pt x="70790" y="47567"/>
                  <a:pt x="70790" y="47617"/>
                  <a:pt x="70766" y="47617"/>
                </a:cubicBezTo>
                <a:cubicBezTo>
                  <a:pt x="70691" y="47642"/>
                  <a:pt x="70641" y="47667"/>
                  <a:pt x="70542" y="47741"/>
                </a:cubicBezTo>
                <a:cubicBezTo>
                  <a:pt x="70517" y="47741"/>
                  <a:pt x="70492" y="47766"/>
                  <a:pt x="70492" y="47766"/>
                </a:cubicBezTo>
                <a:lnTo>
                  <a:pt x="70517" y="47741"/>
                </a:lnTo>
                <a:cubicBezTo>
                  <a:pt x="70616" y="47642"/>
                  <a:pt x="70741" y="47567"/>
                  <a:pt x="70840" y="47517"/>
                </a:cubicBezTo>
                <a:cubicBezTo>
                  <a:pt x="71363" y="47268"/>
                  <a:pt x="71786" y="47019"/>
                  <a:pt x="72184" y="46820"/>
                </a:cubicBezTo>
                <a:close/>
                <a:moveTo>
                  <a:pt x="95756" y="46049"/>
                </a:moveTo>
                <a:cubicBezTo>
                  <a:pt x="96254" y="46571"/>
                  <a:pt x="96652" y="47169"/>
                  <a:pt x="97026" y="47816"/>
                </a:cubicBezTo>
                <a:cubicBezTo>
                  <a:pt x="97026" y="47866"/>
                  <a:pt x="97001" y="47866"/>
                  <a:pt x="97001" y="47891"/>
                </a:cubicBezTo>
                <a:cubicBezTo>
                  <a:pt x="96627" y="47243"/>
                  <a:pt x="96179" y="46621"/>
                  <a:pt x="95682" y="46049"/>
                </a:cubicBezTo>
                <a:close/>
                <a:moveTo>
                  <a:pt x="98818" y="44829"/>
                </a:moveTo>
                <a:cubicBezTo>
                  <a:pt x="98320" y="45874"/>
                  <a:pt x="97822" y="46870"/>
                  <a:pt x="97300" y="47891"/>
                </a:cubicBezTo>
                <a:lnTo>
                  <a:pt x="97250" y="47816"/>
                </a:lnTo>
                <a:cubicBezTo>
                  <a:pt x="97772" y="46820"/>
                  <a:pt x="98270" y="45849"/>
                  <a:pt x="98743" y="44879"/>
                </a:cubicBezTo>
                <a:cubicBezTo>
                  <a:pt x="98768" y="44879"/>
                  <a:pt x="98793" y="44829"/>
                  <a:pt x="98818" y="44829"/>
                </a:cubicBezTo>
                <a:close/>
                <a:moveTo>
                  <a:pt x="65912" y="47816"/>
                </a:moveTo>
                <a:lnTo>
                  <a:pt x="65912" y="47891"/>
                </a:lnTo>
                <a:cubicBezTo>
                  <a:pt x="65862" y="47891"/>
                  <a:pt x="65862" y="47915"/>
                  <a:pt x="65837" y="47915"/>
                </a:cubicBezTo>
                <a:lnTo>
                  <a:pt x="65837" y="47866"/>
                </a:lnTo>
                <a:cubicBezTo>
                  <a:pt x="65862" y="47816"/>
                  <a:pt x="65912" y="47816"/>
                  <a:pt x="65912" y="47816"/>
                </a:cubicBezTo>
                <a:close/>
                <a:moveTo>
                  <a:pt x="70069" y="47915"/>
                </a:moveTo>
                <a:cubicBezTo>
                  <a:pt x="70069" y="47928"/>
                  <a:pt x="70069" y="47934"/>
                  <a:pt x="70075" y="47934"/>
                </a:cubicBezTo>
                <a:cubicBezTo>
                  <a:pt x="70081" y="47934"/>
                  <a:pt x="70094" y="47928"/>
                  <a:pt x="70118" y="47915"/>
                </a:cubicBezTo>
                <a:lnTo>
                  <a:pt x="70118" y="47915"/>
                </a:lnTo>
                <a:cubicBezTo>
                  <a:pt x="70118" y="47940"/>
                  <a:pt x="70069" y="47940"/>
                  <a:pt x="70069" y="47940"/>
                </a:cubicBezTo>
                <a:lnTo>
                  <a:pt x="70044" y="47990"/>
                </a:lnTo>
                <a:cubicBezTo>
                  <a:pt x="70044" y="47990"/>
                  <a:pt x="70044" y="47940"/>
                  <a:pt x="70069" y="47940"/>
                </a:cubicBezTo>
                <a:lnTo>
                  <a:pt x="70069" y="47915"/>
                </a:lnTo>
                <a:close/>
                <a:moveTo>
                  <a:pt x="116167" y="47368"/>
                </a:moveTo>
                <a:cubicBezTo>
                  <a:pt x="116167" y="47492"/>
                  <a:pt x="116117" y="47642"/>
                  <a:pt x="116092" y="47766"/>
                </a:cubicBezTo>
                <a:cubicBezTo>
                  <a:pt x="116067" y="47891"/>
                  <a:pt x="116043" y="48015"/>
                  <a:pt x="115993" y="48115"/>
                </a:cubicBezTo>
                <a:cubicBezTo>
                  <a:pt x="115993" y="47990"/>
                  <a:pt x="116043" y="47891"/>
                  <a:pt x="116043" y="47766"/>
                </a:cubicBezTo>
                <a:cubicBezTo>
                  <a:pt x="116092" y="47642"/>
                  <a:pt x="116117" y="47517"/>
                  <a:pt x="116167" y="47368"/>
                </a:cubicBezTo>
                <a:close/>
                <a:moveTo>
                  <a:pt x="97125" y="48015"/>
                </a:moveTo>
                <a:cubicBezTo>
                  <a:pt x="97125" y="48040"/>
                  <a:pt x="97150" y="48040"/>
                  <a:pt x="97150" y="48065"/>
                </a:cubicBezTo>
                <a:cubicBezTo>
                  <a:pt x="97150" y="48115"/>
                  <a:pt x="97150" y="48115"/>
                  <a:pt x="97125" y="48139"/>
                </a:cubicBezTo>
                <a:cubicBezTo>
                  <a:pt x="97125" y="48115"/>
                  <a:pt x="97076" y="48065"/>
                  <a:pt x="97076" y="48065"/>
                </a:cubicBezTo>
                <a:cubicBezTo>
                  <a:pt x="97076" y="48040"/>
                  <a:pt x="97125" y="48040"/>
                  <a:pt x="97125" y="48015"/>
                </a:cubicBezTo>
                <a:close/>
                <a:moveTo>
                  <a:pt x="108973" y="47915"/>
                </a:moveTo>
                <a:cubicBezTo>
                  <a:pt x="108973" y="47940"/>
                  <a:pt x="108973" y="48015"/>
                  <a:pt x="108998" y="48040"/>
                </a:cubicBezTo>
                <a:cubicBezTo>
                  <a:pt x="108998" y="48065"/>
                  <a:pt x="108973" y="48065"/>
                  <a:pt x="108973" y="48115"/>
                </a:cubicBezTo>
                <a:cubicBezTo>
                  <a:pt x="108973" y="48139"/>
                  <a:pt x="108949" y="48139"/>
                  <a:pt x="108949" y="48164"/>
                </a:cubicBezTo>
                <a:lnTo>
                  <a:pt x="108949" y="48115"/>
                </a:lnTo>
                <a:lnTo>
                  <a:pt x="108949" y="48040"/>
                </a:lnTo>
                <a:lnTo>
                  <a:pt x="108949" y="47990"/>
                </a:lnTo>
                <a:cubicBezTo>
                  <a:pt x="108949" y="47940"/>
                  <a:pt x="108973" y="47940"/>
                  <a:pt x="108973" y="47915"/>
                </a:cubicBezTo>
                <a:close/>
                <a:moveTo>
                  <a:pt x="75570" y="45576"/>
                </a:moveTo>
                <a:lnTo>
                  <a:pt x="75570" y="45576"/>
                </a:lnTo>
                <a:cubicBezTo>
                  <a:pt x="75097" y="46447"/>
                  <a:pt x="74524" y="47318"/>
                  <a:pt x="73952" y="48189"/>
                </a:cubicBezTo>
                <a:cubicBezTo>
                  <a:pt x="73703" y="47642"/>
                  <a:pt x="73529" y="47069"/>
                  <a:pt x="73379" y="46522"/>
                </a:cubicBezTo>
                <a:cubicBezTo>
                  <a:pt x="73653" y="46397"/>
                  <a:pt x="73927" y="46273"/>
                  <a:pt x="74250" y="46098"/>
                </a:cubicBezTo>
                <a:cubicBezTo>
                  <a:pt x="74350" y="46073"/>
                  <a:pt x="74474" y="46024"/>
                  <a:pt x="74549" y="45974"/>
                </a:cubicBezTo>
                <a:cubicBezTo>
                  <a:pt x="74599" y="45949"/>
                  <a:pt x="74649" y="45949"/>
                  <a:pt x="74674" y="45924"/>
                </a:cubicBezTo>
                <a:cubicBezTo>
                  <a:pt x="74997" y="45800"/>
                  <a:pt x="75296" y="45675"/>
                  <a:pt x="75570" y="45576"/>
                </a:cubicBezTo>
                <a:close/>
                <a:moveTo>
                  <a:pt x="73205" y="46621"/>
                </a:moveTo>
                <a:cubicBezTo>
                  <a:pt x="73379" y="47194"/>
                  <a:pt x="73553" y="47791"/>
                  <a:pt x="73852" y="48388"/>
                </a:cubicBezTo>
                <a:cubicBezTo>
                  <a:pt x="73852" y="48413"/>
                  <a:pt x="73802" y="48413"/>
                  <a:pt x="73802" y="48438"/>
                </a:cubicBezTo>
                <a:cubicBezTo>
                  <a:pt x="73529" y="47866"/>
                  <a:pt x="73304" y="47243"/>
                  <a:pt x="73155" y="46646"/>
                </a:cubicBezTo>
                <a:cubicBezTo>
                  <a:pt x="73180" y="46646"/>
                  <a:pt x="73180" y="46621"/>
                  <a:pt x="73205" y="46621"/>
                </a:cubicBezTo>
                <a:close/>
                <a:moveTo>
                  <a:pt x="75941" y="45497"/>
                </a:moveTo>
                <a:cubicBezTo>
                  <a:pt x="75352" y="46477"/>
                  <a:pt x="74738" y="47458"/>
                  <a:pt x="74051" y="48438"/>
                </a:cubicBezTo>
                <a:lnTo>
                  <a:pt x="74051" y="48413"/>
                </a:lnTo>
                <a:cubicBezTo>
                  <a:pt x="74723" y="47442"/>
                  <a:pt x="75346" y="46447"/>
                  <a:pt x="75918" y="45501"/>
                </a:cubicBezTo>
                <a:cubicBezTo>
                  <a:pt x="75927" y="45501"/>
                  <a:pt x="75935" y="45499"/>
                  <a:pt x="75941" y="45497"/>
                </a:cubicBezTo>
                <a:close/>
                <a:moveTo>
                  <a:pt x="79502" y="44555"/>
                </a:moveTo>
                <a:cubicBezTo>
                  <a:pt x="79751" y="44704"/>
                  <a:pt x="79975" y="44829"/>
                  <a:pt x="80224" y="44953"/>
                </a:cubicBezTo>
                <a:cubicBezTo>
                  <a:pt x="81519" y="45675"/>
                  <a:pt x="82888" y="46198"/>
                  <a:pt x="84381" y="46571"/>
                </a:cubicBezTo>
                <a:cubicBezTo>
                  <a:pt x="84431" y="46571"/>
                  <a:pt x="84456" y="46621"/>
                  <a:pt x="84481" y="46621"/>
                </a:cubicBezTo>
                <a:cubicBezTo>
                  <a:pt x="84680" y="46646"/>
                  <a:pt x="84829" y="46696"/>
                  <a:pt x="85003" y="46746"/>
                </a:cubicBezTo>
                <a:lnTo>
                  <a:pt x="85053" y="46770"/>
                </a:lnTo>
                <a:cubicBezTo>
                  <a:pt x="84705" y="47368"/>
                  <a:pt x="84331" y="48015"/>
                  <a:pt x="83933" y="48662"/>
                </a:cubicBezTo>
                <a:lnTo>
                  <a:pt x="83560" y="48488"/>
                </a:lnTo>
                <a:lnTo>
                  <a:pt x="83186" y="48289"/>
                </a:lnTo>
                <a:cubicBezTo>
                  <a:pt x="83062" y="48239"/>
                  <a:pt x="82962" y="48164"/>
                  <a:pt x="82838" y="48115"/>
                </a:cubicBezTo>
                <a:cubicBezTo>
                  <a:pt x="82763" y="48065"/>
                  <a:pt x="82713" y="48040"/>
                  <a:pt x="82614" y="47990"/>
                </a:cubicBezTo>
                <a:cubicBezTo>
                  <a:pt x="82489" y="47915"/>
                  <a:pt x="82390" y="47866"/>
                  <a:pt x="82265" y="47791"/>
                </a:cubicBezTo>
                <a:cubicBezTo>
                  <a:pt x="82091" y="47691"/>
                  <a:pt x="81917" y="47567"/>
                  <a:pt x="81743" y="47492"/>
                </a:cubicBezTo>
                <a:cubicBezTo>
                  <a:pt x="81643" y="47418"/>
                  <a:pt x="81519" y="47368"/>
                  <a:pt x="81394" y="47293"/>
                </a:cubicBezTo>
                <a:cubicBezTo>
                  <a:pt x="81245" y="47194"/>
                  <a:pt x="81095" y="47069"/>
                  <a:pt x="80921" y="46994"/>
                </a:cubicBezTo>
                <a:cubicBezTo>
                  <a:pt x="80822" y="46895"/>
                  <a:pt x="80672" y="46820"/>
                  <a:pt x="80573" y="46746"/>
                </a:cubicBezTo>
                <a:cubicBezTo>
                  <a:pt x="80448" y="46646"/>
                  <a:pt x="80274" y="46522"/>
                  <a:pt x="80150" y="46422"/>
                </a:cubicBezTo>
                <a:lnTo>
                  <a:pt x="79776" y="46148"/>
                </a:lnTo>
                <a:cubicBezTo>
                  <a:pt x="79652" y="46049"/>
                  <a:pt x="79527" y="45949"/>
                  <a:pt x="79428" y="45825"/>
                </a:cubicBezTo>
                <a:cubicBezTo>
                  <a:pt x="79303" y="45700"/>
                  <a:pt x="79179" y="45625"/>
                  <a:pt x="79054" y="45501"/>
                </a:cubicBezTo>
                <a:cubicBezTo>
                  <a:pt x="79029" y="45451"/>
                  <a:pt x="79005" y="45426"/>
                  <a:pt x="78930" y="45401"/>
                </a:cubicBezTo>
                <a:cubicBezTo>
                  <a:pt x="78880" y="45327"/>
                  <a:pt x="78830" y="45277"/>
                  <a:pt x="78731" y="45202"/>
                </a:cubicBezTo>
                <a:cubicBezTo>
                  <a:pt x="78606" y="45078"/>
                  <a:pt x="78482" y="44953"/>
                  <a:pt x="78357" y="44879"/>
                </a:cubicBezTo>
                <a:cubicBezTo>
                  <a:pt x="78357" y="44829"/>
                  <a:pt x="78308" y="44804"/>
                  <a:pt x="78308" y="44779"/>
                </a:cubicBezTo>
                <a:cubicBezTo>
                  <a:pt x="78731" y="44680"/>
                  <a:pt x="79129" y="44580"/>
                  <a:pt x="79502" y="44555"/>
                </a:cubicBezTo>
                <a:close/>
                <a:moveTo>
                  <a:pt x="73949" y="48625"/>
                </a:moveTo>
                <a:cubicBezTo>
                  <a:pt x="73951" y="48628"/>
                  <a:pt x="73952" y="48632"/>
                  <a:pt x="73952" y="48637"/>
                </a:cubicBezTo>
                <a:cubicBezTo>
                  <a:pt x="73952" y="48662"/>
                  <a:pt x="73927" y="48662"/>
                  <a:pt x="73927" y="48687"/>
                </a:cubicBezTo>
                <a:lnTo>
                  <a:pt x="73927" y="48662"/>
                </a:lnTo>
                <a:cubicBezTo>
                  <a:pt x="73927" y="48642"/>
                  <a:pt x="73943" y="48638"/>
                  <a:pt x="73949" y="48625"/>
                </a:cubicBezTo>
                <a:close/>
                <a:moveTo>
                  <a:pt x="85227" y="46820"/>
                </a:moveTo>
                <a:cubicBezTo>
                  <a:pt x="85227" y="46870"/>
                  <a:pt x="85252" y="46870"/>
                  <a:pt x="85252" y="46895"/>
                </a:cubicBezTo>
                <a:lnTo>
                  <a:pt x="84132" y="48762"/>
                </a:lnTo>
                <a:cubicBezTo>
                  <a:pt x="84107" y="48762"/>
                  <a:pt x="84107" y="48762"/>
                  <a:pt x="84082" y="48737"/>
                </a:cubicBezTo>
                <a:cubicBezTo>
                  <a:pt x="84481" y="48115"/>
                  <a:pt x="84854" y="47492"/>
                  <a:pt x="85227" y="46820"/>
                </a:cubicBezTo>
                <a:close/>
                <a:moveTo>
                  <a:pt x="78482" y="45153"/>
                </a:moveTo>
                <a:lnTo>
                  <a:pt x="78482" y="45153"/>
                </a:lnTo>
                <a:cubicBezTo>
                  <a:pt x="78631" y="45302"/>
                  <a:pt x="78781" y="45451"/>
                  <a:pt x="78930" y="45576"/>
                </a:cubicBezTo>
                <a:cubicBezTo>
                  <a:pt x="78980" y="45625"/>
                  <a:pt x="79005" y="45650"/>
                  <a:pt x="79029" y="45650"/>
                </a:cubicBezTo>
                <a:cubicBezTo>
                  <a:pt x="79154" y="45775"/>
                  <a:pt x="79278" y="45874"/>
                  <a:pt x="79403" y="45999"/>
                </a:cubicBezTo>
                <a:cubicBezTo>
                  <a:pt x="79502" y="46049"/>
                  <a:pt x="79602" y="46148"/>
                  <a:pt x="79677" y="46198"/>
                </a:cubicBezTo>
                <a:cubicBezTo>
                  <a:pt x="79751" y="46273"/>
                  <a:pt x="79801" y="46298"/>
                  <a:pt x="79876" y="46322"/>
                </a:cubicBezTo>
                <a:cubicBezTo>
                  <a:pt x="79926" y="46372"/>
                  <a:pt x="79975" y="46422"/>
                  <a:pt x="80025" y="46447"/>
                </a:cubicBezTo>
                <a:cubicBezTo>
                  <a:pt x="80100" y="46522"/>
                  <a:pt x="80174" y="46571"/>
                  <a:pt x="80249" y="46621"/>
                </a:cubicBezTo>
                <a:cubicBezTo>
                  <a:pt x="80349" y="46671"/>
                  <a:pt x="80398" y="46746"/>
                  <a:pt x="80498" y="46795"/>
                </a:cubicBezTo>
                <a:lnTo>
                  <a:pt x="80772" y="46994"/>
                </a:lnTo>
                <a:cubicBezTo>
                  <a:pt x="80871" y="47044"/>
                  <a:pt x="80971" y="47119"/>
                  <a:pt x="81095" y="47194"/>
                </a:cubicBezTo>
                <a:cubicBezTo>
                  <a:pt x="81195" y="47268"/>
                  <a:pt x="81245" y="47318"/>
                  <a:pt x="81344" y="47393"/>
                </a:cubicBezTo>
                <a:lnTo>
                  <a:pt x="81618" y="47567"/>
                </a:lnTo>
                <a:cubicBezTo>
                  <a:pt x="81817" y="47691"/>
                  <a:pt x="81991" y="47816"/>
                  <a:pt x="82216" y="47915"/>
                </a:cubicBezTo>
                <a:cubicBezTo>
                  <a:pt x="82290" y="47940"/>
                  <a:pt x="82365" y="48015"/>
                  <a:pt x="82464" y="48040"/>
                </a:cubicBezTo>
                <a:cubicBezTo>
                  <a:pt x="82514" y="48065"/>
                  <a:pt x="82589" y="48115"/>
                  <a:pt x="82664" y="48164"/>
                </a:cubicBezTo>
                <a:lnTo>
                  <a:pt x="82863" y="48264"/>
                </a:lnTo>
                <a:cubicBezTo>
                  <a:pt x="82962" y="48314"/>
                  <a:pt x="83062" y="48363"/>
                  <a:pt x="83136" y="48413"/>
                </a:cubicBezTo>
                <a:lnTo>
                  <a:pt x="83336" y="48513"/>
                </a:lnTo>
                <a:cubicBezTo>
                  <a:pt x="83510" y="48612"/>
                  <a:pt x="83709" y="48687"/>
                  <a:pt x="83883" y="48762"/>
                </a:cubicBezTo>
                <a:lnTo>
                  <a:pt x="83858" y="48787"/>
                </a:lnTo>
                <a:cubicBezTo>
                  <a:pt x="83634" y="48787"/>
                  <a:pt x="83510" y="48762"/>
                  <a:pt x="83385" y="48687"/>
                </a:cubicBezTo>
                <a:cubicBezTo>
                  <a:pt x="83336" y="48662"/>
                  <a:pt x="83311" y="48662"/>
                  <a:pt x="83236" y="48637"/>
                </a:cubicBezTo>
                <a:cubicBezTo>
                  <a:pt x="82987" y="48513"/>
                  <a:pt x="82763" y="48388"/>
                  <a:pt x="82514" y="48264"/>
                </a:cubicBezTo>
                <a:cubicBezTo>
                  <a:pt x="82464" y="48239"/>
                  <a:pt x="82365" y="48189"/>
                  <a:pt x="82315" y="48139"/>
                </a:cubicBezTo>
                <a:cubicBezTo>
                  <a:pt x="82091" y="48015"/>
                  <a:pt x="81892" y="47891"/>
                  <a:pt x="81718" y="47791"/>
                </a:cubicBezTo>
                <a:lnTo>
                  <a:pt x="81444" y="47617"/>
                </a:lnTo>
                <a:cubicBezTo>
                  <a:pt x="81245" y="47492"/>
                  <a:pt x="81095" y="47393"/>
                  <a:pt x="80946" y="47268"/>
                </a:cubicBezTo>
                <a:cubicBezTo>
                  <a:pt x="80822" y="47169"/>
                  <a:pt x="80722" y="47119"/>
                  <a:pt x="80598" y="47019"/>
                </a:cubicBezTo>
                <a:cubicBezTo>
                  <a:pt x="80448" y="46920"/>
                  <a:pt x="80324" y="46795"/>
                  <a:pt x="80150" y="46696"/>
                </a:cubicBezTo>
                <a:cubicBezTo>
                  <a:pt x="80025" y="46621"/>
                  <a:pt x="79901" y="46522"/>
                  <a:pt x="79776" y="46397"/>
                </a:cubicBezTo>
                <a:cubicBezTo>
                  <a:pt x="79726" y="46372"/>
                  <a:pt x="79702" y="46298"/>
                  <a:pt x="79627" y="46273"/>
                </a:cubicBezTo>
                <a:cubicBezTo>
                  <a:pt x="79577" y="46198"/>
                  <a:pt x="79477" y="46148"/>
                  <a:pt x="79403" y="46073"/>
                </a:cubicBezTo>
                <a:cubicBezTo>
                  <a:pt x="79278" y="45949"/>
                  <a:pt x="79129" y="45825"/>
                  <a:pt x="79005" y="45750"/>
                </a:cubicBezTo>
                <a:cubicBezTo>
                  <a:pt x="78905" y="45650"/>
                  <a:pt x="78781" y="45551"/>
                  <a:pt x="78706" y="45451"/>
                </a:cubicBezTo>
                <a:lnTo>
                  <a:pt x="78507" y="45277"/>
                </a:lnTo>
                <a:lnTo>
                  <a:pt x="78507" y="45202"/>
                </a:lnTo>
                <a:lnTo>
                  <a:pt x="78482" y="45153"/>
                </a:lnTo>
                <a:close/>
                <a:moveTo>
                  <a:pt x="84008" y="48886"/>
                </a:moveTo>
                <a:cubicBezTo>
                  <a:pt x="84008" y="48911"/>
                  <a:pt x="84008" y="48911"/>
                  <a:pt x="84057" y="48911"/>
                </a:cubicBezTo>
                <a:cubicBezTo>
                  <a:pt x="84057" y="48911"/>
                  <a:pt x="84057" y="48936"/>
                  <a:pt x="84008" y="48936"/>
                </a:cubicBezTo>
                <a:cubicBezTo>
                  <a:pt x="83983" y="48936"/>
                  <a:pt x="83983" y="48911"/>
                  <a:pt x="83958" y="48911"/>
                </a:cubicBezTo>
                <a:cubicBezTo>
                  <a:pt x="83958" y="48911"/>
                  <a:pt x="83958" y="48886"/>
                  <a:pt x="83983" y="48886"/>
                </a:cubicBezTo>
                <a:close/>
                <a:moveTo>
                  <a:pt x="63273" y="41294"/>
                </a:moveTo>
                <a:cubicBezTo>
                  <a:pt x="63697" y="42066"/>
                  <a:pt x="64045" y="42813"/>
                  <a:pt x="64319" y="43535"/>
                </a:cubicBezTo>
                <a:cubicBezTo>
                  <a:pt x="64369" y="43659"/>
                  <a:pt x="64443" y="43808"/>
                  <a:pt x="64468" y="43933"/>
                </a:cubicBezTo>
                <a:cubicBezTo>
                  <a:pt x="64568" y="44207"/>
                  <a:pt x="64667" y="44456"/>
                  <a:pt x="64742" y="44704"/>
                </a:cubicBezTo>
                <a:cubicBezTo>
                  <a:pt x="64817" y="44929"/>
                  <a:pt x="64916" y="45128"/>
                  <a:pt x="64966" y="45327"/>
                </a:cubicBezTo>
                <a:cubicBezTo>
                  <a:pt x="65041" y="45551"/>
                  <a:pt x="65090" y="45750"/>
                  <a:pt x="65165" y="45949"/>
                </a:cubicBezTo>
                <a:cubicBezTo>
                  <a:pt x="65215" y="46173"/>
                  <a:pt x="65290" y="46372"/>
                  <a:pt x="65339" y="46571"/>
                </a:cubicBezTo>
                <a:cubicBezTo>
                  <a:pt x="65041" y="46795"/>
                  <a:pt x="64717" y="47019"/>
                  <a:pt x="64443" y="47268"/>
                </a:cubicBezTo>
                <a:lnTo>
                  <a:pt x="64070" y="47542"/>
                </a:lnTo>
                <a:cubicBezTo>
                  <a:pt x="63896" y="47667"/>
                  <a:pt x="63721" y="47791"/>
                  <a:pt x="63547" y="47915"/>
                </a:cubicBezTo>
                <a:cubicBezTo>
                  <a:pt x="63473" y="47940"/>
                  <a:pt x="63423" y="48015"/>
                  <a:pt x="63348" y="48040"/>
                </a:cubicBezTo>
                <a:cubicBezTo>
                  <a:pt x="63199" y="48164"/>
                  <a:pt x="63024" y="48289"/>
                  <a:pt x="62850" y="48438"/>
                </a:cubicBezTo>
                <a:cubicBezTo>
                  <a:pt x="62800" y="48513"/>
                  <a:pt x="62726" y="48538"/>
                  <a:pt x="62676" y="48612"/>
                </a:cubicBezTo>
                <a:cubicBezTo>
                  <a:pt x="62477" y="48737"/>
                  <a:pt x="62303" y="48886"/>
                  <a:pt x="62128" y="49011"/>
                </a:cubicBezTo>
                <a:cubicBezTo>
                  <a:pt x="61979" y="49135"/>
                  <a:pt x="61855" y="49235"/>
                  <a:pt x="61705" y="49359"/>
                </a:cubicBezTo>
                <a:cubicBezTo>
                  <a:pt x="61606" y="49409"/>
                  <a:pt x="61506" y="49508"/>
                  <a:pt x="61431" y="49558"/>
                </a:cubicBezTo>
                <a:cubicBezTo>
                  <a:pt x="61332" y="49633"/>
                  <a:pt x="61282" y="49683"/>
                  <a:pt x="61183" y="49757"/>
                </a:cubicBezTo>
                <a:cubicBezTo>
                  <a:pt x="61158" y="49732"/>
                  <a:pt x="61083" y="49683"/>
                  <a:pt x="61058" y="49658"/>
                </a:cubicBezTo>
                <a:cubicBezTo>
                  <a:pt x="60934" y="49608"/>
                  <a:pt x="60834" y="49508"/>
                  <a:pt x="60710" y="49434"/>
                </a:cubicBezTo>
                <a:cubicBezTo>
                  <a:pt x="60610" y="49384"/>
                  <a:pt x="60535" y="49309"/>
                  <a:pt x="60436" y="49235"/>
                </a:cubicBezTo>
                <a:cubicBezTo>
                  <a:pt x="60336" y="49160"/>
                  <a:pt x="60286" y="49110"/>
                  <a:pt x="60187" y="49036"/>
                </a:cubicBezTo>
                <a:lnTo>
                  <a:pt x="59814" y="48762"/>
                </a:lnTo>
                <a:cubicBezTo>
                  <a:pt x="59789" y="48737"/>
                  <a:pt x="59714" y="48687"/>
                  <a:pt x="59689" y="48662"/>
                </a:cubicBezTo>
                <a:cubicBezTo>
                  <a:pt x="58793" y="47940"/>
                  <a:pt x="57822" y="47069"/>
                  <a:pt x="56827" y="46073"/>
                </a:cubicBezTo>
                <a:lnTo>
                  <a:pt x="56677" y="45924"/>
                </a:lnTo>
                <a:lnTo>
                  <a:pt x="56254" y="45526"/>
                </a:lnTo>
                <a:lnTo>
                  <a:pt x="56005" y="45277"/>
                </a:lnTo>
                <a:cubicBezTo>
                  <a:pt x="56204" y="45153"/>
                  <a:pt x="56379" y="44978"/>
                  <a:pt x="56603" y="44854"/>
                </a:cubicBezTo>
                <a:cubicBezTo>
                  <a:pt x="56677" y="44804"/>
                  <a:pt x="56752" y="44779"/>
                  <a:pt x="56827" y="44704"/>
                </a:cubicBezTo>
                <a:cubicBezTo>
                  <a:pt x="57075" y="44555"/>
                  <a:pt x="57300" y="44406"/>
                  <a:pt x="57548" y="44232"/>
                </a:cubicBezTo>
                <a:cubicBezTo>
                  <a:pt x="57573" y="44232"/>
                  <a:pt x="57573" y="44207"/>
                  <a:pt x="57598" y="44207"/>
                </a:cubicBezTo>
                <a:cubicBezTo>
                  <a:pt x="57673" y="44182"/>
                  <a:pt x="57723" y="44157"/>
                  <a:pt x="57797" y="44082"/>
                </a:cubicBezTo>
                <a:cubicBezTo>
                  <a:pt x="57996" y="43933"/>
                  <a:pt x="58245" y="43808"/>
                  <a:pt x="58469" y="43684"/>
                </a:cubicBezTo>
                <a:cubicBezTo>
                  <a:pt x="58494" y="43659"/>
                  <a:pt x="58544" y="43659"/>
                  <a:pt x="58569" y="43609"/>
                </a:cubicBezTo>
                <a:cubicBezTo>
                  <a:pt x="58594" y="43584"/>
                  <a:pt x="58619" y="43584"/>
                  <a:pt x="58669" y="43559"/>
                </a:cubicBezTo>
                <a:cubicBezTo>
                  <a:pt x="58693" y="43535"/>
                  <a:pt x="58718" y="43535"/>
                  <a:pt x="58743" y="43485"/>
                </a:cubicBezTo>
                <a:lnTo>
                  <a:pt x="59415" y="43111"/>
                </a:lnTo>
                <a:cubicBezTo>
                  <a:pt x="59440" y="43087"/>
                  <a:pt x="59490" y="43087"/>
                  <a:pt x="59540" y="43062"/>
                </a:cubicBezTo>
                <a:cubicBezTo>
                  <a:pt x="59589" y="43037"/>
                  <a:pt x="59664" y="43012"/>
                  <a:pt x="59714" y="42937"/>
                </a:cubicBezTo>
                <a:cubicBezTo>
                  <a:pt x="59913" y="42813"/>
                  <a:pt x="60112" y="42713"/>
                  <a:pt x="60311" y="42614"/>
                </a:cubicBezTo>
                <a:cubicBezTo>
                  <a:pt x="60436" y="42564"/>
                  <a:pt x="60560" y="42489"/>
                  <a:pt x="60660" y="42439"/>
                </a:cubicBezTo>
                <a:lnTo>
                  <a:pt x="61207" y="42166"/>
                </a:lnTo>
                <a:cubicBezTo>
                  <a:pt x="61332" y="42091"/>
                  <a:pt x="61481" y="42041"/>
                  <a:pt x="61606" y="41966"/>
                </a:cubicBezTo>
                <a:cubicBezTo>
                  <a:pt x="61780" y="41867"/>
                  <a:pt x="61954" y="41817"/>
                  <a:pt x="62103" y="41767"/>
                </a:cubicBezTo>
                <a:cubicBezTo>
                  <a:pt x="62278" y="41693"/>
                  <a:pt x="62402" y="41643"/>
                  <a:pt x="62552" y="41568"/>
                </a:cubicBezTo>
                <a:lnTo>
                  <a:pt x="63024" y="41394"/>
                </a:lnTo>
                <a:cubicBezTo>
                  <a:pt x="63099" y="41344"/>
                  <a:pt x="63199" y="41319"/>
                  <a:pt x="63273" y="41294"/>
                </a:cubicBezTo>
                <a:close/>
                <a:moveTo>
                  <a:pt x="85352" y="47069"/>
                </a:moveTo>
                <a:cubicBezTo>
                  <a:pt x="85974" y="47816"/>
                  <a:pt x="86472" y="48712"/>
                  <a:pt x="86795" y="49757"/>
                </a:cubicBezTo>
                <a:cubicBezTo>
                  <a:pt x="86721" y="49683"/>
                  <a:pt x="86621" y="49683"/>
                  <a:pt x="86547" y="49658"/>
                </a:cubicBezTo>
                <a:cubicBezTo>
                  <a:pt x="86347" y="49608"/>
                  <a:pt x="86198" y="49558"/>
                  <a:pt x="85999" y="49508"/>
                </a:cubicBezTo>
                <a:lnTo>
                  <a:pt x="85725" y="49409"/>
                </a:lnTo>
                <a:cubicBezTo>
                  <a:pt x="85626" y="49384"/>
                  <a:pt x="85576" y="49359"/>
                  <a:pt x="85476" y="49309"/>
                </a:cubicBezTo>
                <a:cubicBezTo>
                  <a:pt x="85327" y="49260"/>
                  <a:pt x="85178" y="49185"/>
                  <a:pt x="85003" y="49160"/>
                </a:cubicBezTo>
                <a:cubicBezTo>
                  <a:pt x="84929" y="49135"/>
                  <a:pt x="84854" y="49110"/>
                  <a:pt x="84754" y="49060"/>
                </a:cubicBezTo>
                <a:cubicBezTo>
                  <a:pt x="84680" y="49036"/>
                  <a:pt x="84580" y="48961"/>
                  <a:pt x="84456" y="48936"/>
                </a:cubicBezTo>
                <a:lnTo>
                  <a:pt x="84257" y="48836"/>
                </a:lnTo>
                <a:cubicBezTo>
                  <a:pt x="84630" y="48264"/>
                  <a:pt x="84978" y="47667"/>
                  <a:pt x="85352" y="47069"/>
                </a:cubicBezTo>
                <a:close/>
                <a:moveTo>
                  <a:pt x="85501" y="46795"/>
                </a:moveTo>
                <a:cubicBezTo>
                  <a:pt x="86223" y="47642"/>
                  <a:pt x="86746" y="48637"/>
                  <a:pt x="87094" y="49782"/>
                </a:cubicBezTo>
                <a:cubicBezTo>
                  <a:pt x="87094" y="49795"/>
                  <a:pt x="87088" y="49801"/>
                  <a:pt x="87079" y="49801"/>
                </a:cubicBezTo>
                <a:cubicBezTo>
                  <a:pt x="87069" y="49801"/>
                  <a:pt x="87057" y="49795"/>
                  <a:pt x="87044" y="49782"/>
                </a:cubicBezTo>
                <a:cubicBezTo>
                  <a:pt x="86696" y="48662"/>
                  <a:pt x="86198" y="47667"/>
                  <a:pt x="85476" y="46870"/>
                </a:cubicBezTo>
                <a:cubicBezTo>
                  <a:pt x="85476" y="46820"/>
                  <a:pt x="85501" y="46820"/>
                  <a:pt x="85501" y="46795"/>
                </a:cubicBezTo>
                <a:close/>
                <a:moveTo>
                  <a:pt x="55931" y="45377"/>
                </a:moveTo>
                <a:lnTo>
                  <a:pt x="56204" y="45650"/>
                </a:lnTo>
                <a:cubicBezTo>
                  <a:pt x="56603" y="46049"/>
                  <a:pt x="57001" y="46447"/>
                  <a:pt x="57374" y="46795"/>
                </a:cubicBezTo>
                <a:cubicBezTo>
                  <a:pt x="57474" y="46895"/>
                  <a:pt x="57573" y="46970"/>
                  <a:pt x="57673" y="47044"/>
                </a:cubicBezTo>
                <a:cubicBezTo>
                  <a:pt x="57947" y="47318"/>
                  <a:pt x="58245" y="47567"/>
                  <a:pt x="58544" y="47816"/>
                </a:cubicBezTo>
                <a:cubicBezTo>
                  <a:pt x="58718" y="47990"/>
                  <a:pt x="58868" y="48115"/>
                  <a:pt x="59042" y="48264"/>
                </a:cubicBezTo>
                <a:cubicBezTo>
                  <a:pt x="59241" y="48438"/>
                  <a:pt x="59465" y="48637"/>
                  <a:pt x="59689" y="48787"/>
                </a:cubicBezTo>
                <a:cubicBezTo>
                  <a:pt x="59863" y="48936"/>
                  <a:pt x="60062" y="49060"/>
                  <a:pt x="60212" y="49185"/>
                </a:cubicBezTo>
                <a:cubicBezTo>
                  <a:pt x="60436" y="49359"/>
                  <a:pt x="60660" y="49508"/>
                  <a:pt x="60834" y="49658"/>
                </a:cubicBezTo>
                <a:cubicBezTo>
                  <a:pt x="60909" y="49732"/>
                  <a:pt x="60983" y="49782"/>
                  <a:pt x="61058" y="49807"/>
                </a:cubicBezTo>
                <a:cubicBezTo>
                  <a:pt x="61033" y="49807"/>
                  <a:pt x="61033" y="49857"/>
                  <a:pt x="60983" y="49857"/>
                </a:cubicBezTo>
                <a:cubicBezTo>
                  <a:pt x="60062" y="49235"/>
                  <a:pt x="59042" y="48388"/>
                  <a:pt x="57922" y="47393"/>
                </a:cubicBezTo>
                <a:lnTo>
                  <a:pt x="57847" y="47318"/>
                </a:lnTo>
                <a:cubicBezTo>
                  <a:pt x="57673" y="47144"/>
                  <a:pt x="57474" y="46994"/>
                  <a:pt x="57300" y="46795"/>
                </a:cubicBezTo>
                <a:lnTo>
                  <a:pt x="57175" y="46671"/>
                </a:lnTo>
                <a:cubicBezTo>
                  <a:pt x="56976" y="46522"/>
                  <a:pt x="56802" y="46322"/>
                  <a:pt x="56627" y="46148"/>
                </a:cubicBezTo>
                <a:lnTo>
                  <a:pt x="56478" y="45999"/>
                </a:lnTo>
                <a:cubicBezTo>
                  <a:pt x="56304" y="45800"/>
                  <a:pt x="56105" y="45576"/>
                  <a:pt x="55881" y="45401"/>
                </a:cubicBezTo>
                <a:lnTo>
                  <a:pt x="55856" y="45377"/>
                </a:lnTo>
                <a:lnTo>
                  <a:pt x="55856" y="45377"/>
                </a:lnTo>
                <a:cubicBezTo>
                  <a:pt x="55868" y="45389"/>
                  <a:pt x="55887" y="45395"/>
                  <a:pt x="55902" y="45395"/>
                </a:cubicBezTo>
                <a:cubicBezTo>
                  <a:pt x="55918" y="45395"/>
                  <a:pt x="55931" y="45389"/>
                  <a:pt x="55931" y="45377"/>
                </a:cubicBezTo>
                <a:close/>
                <a:moveTo>
                  <a:pt x="65439" y="46795"/>
                </a:moveTo>
                <a:lnTo>
                  <a:pt x="65439" y="46820"/>
                </a:lnTo>
                <a:lnTo>
                  <a:pt x="65439" y="46845"/>
                </a:lnTo>
                <a:cubicBezTo>
                  <a:pt x="65290" y="46970"/>
                  <a:pt x="65140" y="47069"/>
                  <a:pt x="64966" y="47194"/>
                </a:cubicBezTo>
                <a:cubicBezTo>
                  <a:pt x="64891" y="47268"/>
                  <a:pt x="64817" y="47318"/>
                  <a:pt x="64717" y="47393"/>
                </a:cubicBezTo>
                <a:cubicBezTo>
                  <a:pt x="64692" y="47393"/>
                  <a:pt x="64692" y="47418"/>
                  <a:pt x="64667" y="47418"/>
                </a:cubicBezTo>
                <a:cubicBezTo>
                  <a:pt x="64294" y="47691"/>
                  <a:pt x="63945" y="47940"/>
                  <a:pt x="63572" y="48214"/>
                </a:cubicBezTo>
                <a:cubicBezTo>
                  <a:pt x="63323" y="48413"/>
                  <a:pt x="63099" y="48587"/>
                  <a:pt x="62850" y="48787"/>
                </a:cubicBezTo>
                <a:lnTo>
                  <a:pt x="62825" y="48811"/>
                </a:lnTo>
                <a:lnTo>
                  <a:pt x="62751" y="48886"/>
                </a:lnTo>
                <a:cubicBezTo>
                  <a:pt x="62726" y="48911"/>
                  <a:pt x="62701" y="48936"/>
                  <a:pt x="62676" y="48936"/>
                </a:cubicBezTo>
                <a:cubicBezTo>
                  <a:pt x="62352" y="49185"/>
                  <a:pt x="62004" y="49434"/>
                  <a:pt x="61705" y="49683"/>
                </a:cubicBezTo>
                <a:cubicBezTo>
                  <a:pt x="61606" y="49757"/>
                  <a:pt x="61556" y="49807"/>
                  <a:pt x="61456" y="49882"/>
                </a:cubicBezTo>
                <a:cubicBezTo>
                  <a:pt x="61431" y="49857"/>
                  <a:pt x="61431" y="49857"/>
                  <a:pt x="61407" y="49857"/>
                </a:cubicBezTo>
                <a:cubicBezTo>
                  <a:pt x="61456" y="49782"/>
                  <a:pt x="61506" y="49757"/>
                  <a:pt x="61581" y="49683"/>
                </a:cubicBezTo>
                <a:cubicBezTo>
                  <a:pt x="62029" y="49309"/>
                  <a:pt x="62477" y="48986"/>
                  <a:pt x="62950" y="48637"/>
                </a:cubicBezTo>
                <a:cubicBezTo>
                  <a:pt x="63174" y="48488"/>
                  <a:pt x="63348" y="48314"/>
                  <a:pt x="63572" y="48164"/>
                </a:cubicBezTo>
                <a:cubicBezTo>
                  <a:pt x="64194" y="47691"/>
                  <a:pt x="64817" y="47243"/>
                  <a:pt x="65439" y="46795"/>
                </a:cubicBezTo>
                <a:close/>
                <a:moveTo>
                  <a:pt x="84207" y="48986"/>
                </a:moveTo>
                <a:cubicBezTo>
                  <a:pt x="84456" y="49110"/>
                  <a:pt x="84705" y="49185"/>
                  <a:pt x="84954" y="49284"/>
                </a:cubicBezTo>
                <a:cubicBezTo>
                  <a:pt x="84978" y="49284"/>
                  <a:pt x="85003" y="49309"/>
                  <a:pt x="85053" y="49309"/>
                </a:cubicBezTo>
                <a:cubicBezTo>
                  <a:pt x="85327" y="49434"/>
                  <a:pt x="85626" y="49533"/>
                  <a:pt x="85924" y="49633"/>
                </a:cubicBezTo>
                <a:cubicBezTo>
                  <a:pt x="85949" y="49633"/>
                  <a:pt x="85949" y="49633"/>
                  <a:pt x="85974" y="49658"/>
                </a:cubicBezTo>
                <a:cubicBezTo>
                  <a:pt x="86248" y="49757"/>
                  <a:pt x="86571" y="49857"/>
                  <a:pt x="86845" y="49932"/>
                </a:cubicBezTo>
                <a:lnTo>
                  <a:pt x="86845" y="49981"/>
                </a:lnTo>
                <a:lnTo>
                  <a:pt x="86845" y="50006"/>
                </a:lnTo>
                <a:cubicBezTo>
                  <a:pt x="86248" y="49857"/>
                  <a:pt x="85675" y="49658"/>
                  <a:pt x="85103" y="49434"/>
                </a:cubicBezTo>
                <a:cubicBezTo>
                  <a:pt x="84804" y="49309"/>
                  <a:pt x="84506" y="49185"/>
                  <a:pt x="84207" y="49060"/>
                </a:cubicBezTo>
                <a:cubicBezTo>
                  <a:pt x="84232" y="49060"/>
                  <a:pt x="84207" y="49060"/>
                  <a:pt x="84182" y="49011"/>
                </a:cubicBezTo>
                <a:cubicBezTo>
                  <a:pt x="84182" y="49011"/>
                  <a:pt x="84182" y="48986"/>
                  <a:pt x="84207" y="48986"/>
                </a:cubicBezTo>
                <a:close/>
                <a:moveTo>
                  <a:pt x="61232" y="49932"/>
                </a:moveTo>
                <a:lnTo>
                  <a:pt x="61307" y="50006"/>
                </a:lnTo>
                <a:cubicBezTo>
                  <a:pt x="61257" y="50006"/>
                  <a:pt x="61257" y="50031"/>
                  <a:pt x="61232" y="50031"/>
                </a:cubicBezTo>
                <a:lnTo>
                  <a:pt x="61207" y="50031"/>
                </a:lnTo>
                <a:cubicBezTo>
                  <a:pt x="61207" y="50031"/>
                  <a:pt x="61183" y="50031"/>
                  <a:pt x="61183" y="50006"/>
                </a:cubicBezTo>
                <a:lnTo>
                  <a:pt x="61232" y="49932"/>
                </a:lnTo>
                <a:close/>
                <a:moveTo>
                  <a:pt x="65563" y="47019"/>
                </a:moveTo>
                <a:cubicBezTo>
                  <a:pt x="65563" y="47069"/>
                  <a:pt x="65588" y="47144"/>
                  <a:pt x="65588" y="47194"/>
                </a:cubicBezTo>
                <a:cubicBezTo>
                  <a:pt x="65563" y="47318"/>
                  <a:pt x="65588" y="47418"/>
                  <a:pt x="65638" y="47517"/>
                </a:cubicBezTo>
                <a:cubicBezTo>
                  <a:pt x="65663" y="47567"/>
                  <a:pt x="65663" y="47667"/>
                  <a:pt x="65663" y="47741"/>
                </a:cubicBezTo>
                <a:cubicBezTo>
                  <a:pt x="64418" y="48438"/>
                  <a:pt x="63149" y="49235"/>
                  <a:pt x="61904" y="50131"/>
                </a:cubicBezTo>
                <a:cubicBezTo>
                  <a:pt x="61805" y="50106"/>
                  <a:pt x="61730" y="50031"/>
                  <a:pt x="61680" y="50006"/>
                </a:cubicBezTo>
                <a:lnTo>
                  <a:pt x="61655" y="50006"/>
                </a:lnTo>
                <a:cubicBezTo>
                  <a:pt x="61730" y="49932"/>
                  <a:pt x="61830" y="49832"/>
                  <a:pt x="61929" y="49782"/>
                </a:cubicBezTo>
                <a:cubicBezTo>
                  <a:pt x="62178" y="49558"/>
                  <a:pt x="62452" y="49384"/>
                  <a:pt x="62701" y="49160"/>
                </a:cubicBezTo>
                <a:cubicBezTo>
                  <a:pt x="62751" y="49135"/>
                  <a:pt x="62800" y="49110"/>
                  <a:pt x="62850" y="49036"/>
                </a:cubicBezTo>
                <a:cubicBezTo>
                  <a:pt x="63174" y="48787"/>
                  <a:pt x="63473" y="48563"/>
                  <a:pt x="63796" y="48314"/>
                </a:cubicBezTo>
                <a:cubicBezTo>
                  <a:pt x="64070" y="48090"/>
                  <a:pt x="64369" y="47891"/>
                  <a:pt x="64667" y="47667"/>
                </a:cubicBezTo>
                <a:cubicBezTo>
                  <a:pt x="64692" y="47642"/>
                  <a:pt x="64717" y="47592"/>
                  <a:pt x="64792" y="47567"/>
                </a:cubicBezTo>
                <a:cubicBezTo>
                  <a:pt x="65041" y="47393"/>
                  <a:pt x="65290" y="47194"/>
                  <a:pt x="65563" y="47019"/>
                </a:cubicBezTo>
                <a:close/>
                <a:moveTo>
                  <a:pt x="71164" y="45650"/>
                </a:moveTo>
                <a:lnTo>
                  <a:pt x="71164" y="45650"/>
                </a:lnTo>
                <a:cubicBezTo>
                  <a:pt x="70940" y="46024"/>
                  <a:pt x="70790" y="46322"/>
                  <a:pt x="70641" y="46571"/>
                </a:cubicBezTo>
                <a:cubicBezTo>
                  <a:pt x="70566" y="46671"/>
                  <a:pt x="70542" y="46770"/>
                  <a:pt x="70517" y="46820"/>
                </a:cubicBezTo>
                <a:cubicBezTo>
                  <a:pt x="70442" y="46945"/>
                  <a:pt x="70367" y="47069"/>
                  <a:pt x="70293" y="47194"/>
                </a:cubicBezTo>
                <a:cubicBezTo>
                  <a:pt x="70143" y="47393"/>
                  <a:pt x="70019" y="47567"/>
                  <a:pt x="69894" y="47791"/>
                </a:cubicBezTo>
                <a:cubicBezTo>
                  <a:pt x="69297" y="48139"/>
                  <a:pt x="68700" y="48488"/>
                  <a:pt x="68152" y="48861"/>
                </a:cubicBezTo>
                <a:cubicBezTo>
                  <a:pt x="68028" y="48936"/>
                  <a:pt x="67878" y="49011"/>
                  <a:pt x="67729" y="49110"/>
                </a:cubicBezTo>
                <a:cubicBezTo>
                  <a:pt x="67331" y="49359"/>
                  <a:pt x="66907" y="49658"/>
                  <a:pt x="66435" y="49981"/>
                </a:cubicBezTo>
                <a:lnTo>
                  <a:pt x="66161" y="50156"/>
                </a:lnTo>
                <a:cubicBezTo>
                  <a:pt x="66186" y="50106"/>
                  <a:pt x="66186" y="50031"/>
                  <a:pt x="66186" y="49932"/>
                </a:cubicBezTo>
                <a:cubicBezTo>
                  <a:pt x="66211" y="49882"/>
                  <a:pt x="66211" y="49782"/>
                  <a:pt x="66211" y="49732"/>
                </a:cubicBezTo>
                <a:cubicBezTo>
                  <a:pt x="66211" y="49658"/>
                  <a:pt x="66211" y="49558"/>
                  <a:pt x="66260" y="49484"/>
                </a:cubicBezTo>
                <a:cubicBezTo>
                  <a:pt x="66260" y="49384"/>
                  <a:pt x="66285" y="49309"/>
                  <a:pt x="66285" y="49235"/>
                </a:cubicBezTo>
                <a:lnTo>
                  <a:pt x="66285" y="48936"/>
                </a:lnTo>
                <a:lnTo>
                  <a:pt x="66285" y="48662"/>
                </a:lnTo>
                <a:cubicBezTo>
                  <a:pt x="66285" y="48563"/>
                  <a:pt x="66260" y="48488"/>
                  <a:pt x="66260" y="48388"/>
                </a:cubicBezTo>
                <a:cubicBezTo>
                  <a:pt x="66260" y="48289"/>
                  <a:pt x="66211" y="48164"/>
                  <a:pt x="66211" y="48065"/>
                </a:cubicBezTo>
                <a:cubicBezTo>
                  <a:pt x="66211" y="48040"/>
                  <a:pt x="66211" y="48015"/>
                  <a:pt x="66186" y="47940"/>
                </a:cubicBezTo>
                <a:cubicBezTo>
                  <a:pt x="67878" y="47019"/>
                  <a:pt x="69546" y="46248"/>
                  <a:pt x="71164" y="45650"/>
                </a:cubicBezTo>
                <a:close/>
                <a:moveTo>
                  <a:pt x="97250" y="48289"/>
                </a:moveTo>
                <a:cubicBezTo>
                  <a:pt x="97548" y="48911"/>
                  <a:pt x="97797" y="49558"/>
                  <a:pt x="97996" y="50255"/>
                </a:cubicBezTo>
                <a:lnTo>
                  <a:pt x="97947" y="50255"/>
                </a:lnTo>
                <a:cubicBezTo>
                  <a:pt x="97772" y="49558"/>
                  <a:pt x="97524" y="48936"/>
                  <a:pt x="97200" y="48363"/>
                </a:cubicBezTo>
                <a:cubicBezTo>
                  <a:pt x="97200" y="48314"/>
                  <a:pt x="97250" y="48289"/>
                  <a:pt x="97250" y="48289"/>
                </a:cubicBezTo>
                <a:close/>
                <a:moveTo>
                  <a:pt x="105265" y="40448"/>
                </a:moveTo>
                <a:cubicBezTo>
                  <a:pt x="105290" y="40448"/>
                  <a:pt x="105364" y="40473"/>
                  <a:pt x="105464" y="40548"/>
                </a:cubicBezTo>
                <a:cubicBezTo>
                  <a:pt x="105713" y="40821"/>
                  <a:pt x="105962" y="41095"/>
                  <a:pt x="106161" y="41419"/>
                </a:cubicBezTo>
                <a:cubicBezTo>
                  <a:pt x="106235" y="41518"/>
                  <a:pt x="106285" y="41568"/>
                  <a:pt x="106360" y="41668"/>
                </a:cubicBezTo>
                <a:cubicBezTo>
                  <a:pt x="106609" y="42041"/>
                  <a:pt x="106858" y="42439"/>
                  <a:pt x="107107" y="42838"/>
                </a:cubicBezTo>
                <a:cubicBezTo>
                  <a:pt x="107156" y="42937"/>
                  <a:pt x="107206" y="43037"/>
                  <a:pt x="107256" y="43136"/>
                </a:cubicBezTo>
                <a:cubicBezTo>
                  <a:pt x="107455" y="43460"/>
                  <a:pt x="107604" y="43808"/>
                  <a:pt x="107754" y="44182"/>
                </a:cubicBezTo>
                <a:cubicBezTo>
                  <a:pt x="107779" y="44256"/>
                  <a:pt x="107779" y="44281"/>
                  <a:pt x="107828" y="44331"/>
                </a:cubicBezTo>
                <a:lnTo>
                  <a:pt x="107903" y="44630"/>
                </a:lnTo>
                <a:cubicBezTo>
                  <a:pt x="108077" y="45028"/>
                  <a:pt x="108202" y="45401"/>
                  <a:pt x="108326" y="45825"/>
                </a:cubicBezTo>
                <a:cubicBezTo>
                  <a:pt x="108351" y="45899"/>
                  <a:pt x="108351" y="45949"/>
                  <a:pt x="108376" y="46024"/>
                </a:cubicBezTo>
                <a:cubicBezTo>
                  <a:pt x="108077" y="46248"/>
                  <a:pt x="107754" y="46422"/>
                  <a:pt x="107480" y="46621"/>
                </a:cubicBezTo>
                <a:cubicBezTo>
                  <a:pt x="107256" y="46770"/>
                  <a:pt x="107032" y="46895"/>
                  <a:pt x="106833" y="47044"/>
                </a:cubicBezTo>
                <a:cubicBezTo>
                  <a:pt x="106484" y="47243"/>
                  <a:pt x="106136" y="47418"/>
                  <a:pt x="105837" y="47617"/>
                </a:cubicBezTo>
                <a:cubicBezTo>
                  <a:pt x="105588" y="47741"/>
                  <a:pt x="105339" y="47891"/>
                  <a:pt x="105090" y="48015"/>
                </a:cubicBezTo>
                <a:cubicBezTo>
                  <a:pt x="104742" y="48164"/>
                  <a:pt x="104418" y="48314"/>
                  <a:pt x="104095" y="48438"/>
                </a:cubicBezTo>
                <a:cubicBezTo>
                  <a:pt x="103796" y="48563"/>
                  <a:pt x="103547" y="48687"/>
                  <a:pt x="103273" y="48811"/>
                </a:cubicBezTo>
                <a:cubicBezTo>
                  <a:pt x="102975" y="48936"/>
                  <a:pt x="102626" y="49060"/>
                  <a:pt x="102303" y="49160"/>
                </a:cubicBezTo>
                <a:cubicBezTo>
                  <a:pt x="102004" y="49260"/>
                  <a:pt x="101730" y="49384"/>
                  <a:pt x="101407" y="49484"/>
                </a:cubicBezTo>
                <a:cubicBezTo>
                  <a:pt x="101133" y="49558"/>
                  <a:pt x="100859" y="49633"/>
                  <a:pt x="100560" y="49732"/>
                </a:cubicBezTo>
                <a:cubicBezTo>
                  <a:pt x="100535" y="49732"/>
                  <a:pt x="100535" y="49732"/>
                  <a:pt x="100510" y="49757"/>
                </a:cubicBezTo>
                <a:lnTo>
                  <a:pt x="100486" y="49757"/>
                </a:lnTo>
                <a:cubicBezTo>
                  <a:pt x="100162" y="49857"/>
                  <a:pt x="99863" y="49932"/>
                  <a:pt x="99515" y="50006"/>
                </a:cubicBezTo>
                <a:cubicBezTo>
                  <a:pt x="99141" y="50106"/>
                  <a:pt x="98793" y="50156"/>
                  <a:pt x="98420" y="50230"/>
                </a:cubicBezTo>
                <a:cubicBezTo>
                  <a:pt x="98395" y="50230"/>
                  <a:pt x="98370" y="50230"/>
                  <a:pt x="98295" y="50255"/>
                </a:cubicBezTo>
                <a:cubicBezTo>
                  <a:pt x="98071" y="49484"/>
                  <a:pt x="97797" y="48762"/>
                  <a:pt x="97449" y="48115"/>
                </a:cubicBezTo>
                <a:cubicBezTo>
                  <a:pt x="98046" y="46994"/>
                  <a:pt x="98619" y="45874"/>
                  <a:pt x="99166" y="44754"/>
                </a:cubicBezTo>
                <a:cubicBezTo>
                  <a:pt x="99291" y="44680"/>
                  <a:pt x="99415" y="44630"/>
                  <a:pt x="99515" y="44555"/>
                </a:cubicBezTo>
                <a:cubicBezTo>
                  <a:pt x="99614" y="44505"/>
                  <a:pt x="99739" y="44456"/>
                  <a:pt x="99814" y="44406"/>
                </a:cubicBezTo>
                <a:lnTo>
                  <a:pt x="100486" y="44032"/>
                </a:lnTo>
                <a:cubicBezTo>
                  <a:pt x="100610" y="43958"/>
                  <a:pt x="100735" y="43908"/>
                  <a:pt x="100809" y="43833"/>
                </a:cubicBezTo>
                <a:cubicBezTo>
                  <a:pt x="101008" y="43709"/>
                  <a:pt x="101232" y="43584"/>
                  <a:pt x="101407" y="43460"/>
                </a:cubicBezTo>
                <a:cubicBezTo>
                  <a:pt x="101531" y="43385"/>
                  <a:pt x="101655" y="43311"/>
                  <a:pt x="101780" y="43211"/>
                </a:cubicBezTo>
                <a:cubicBezTo>
                  <a:pt x="101979" y="43087"/>
                  <a:pt x="102153" y="42962"/>
                  <a:pt x="102303" y="42838"/>
                </a:cubicBezTo>
                <a:cubicBezTo>
                  <a:pt x="102427" y="42763"/>
                  <a:pt x="102601" y="42663"/>
                  <a:pt x="102726" y="42564"/>
                </a:cubicBezTo>
                <a:cubicBezTo>
                  <a:pt x="102875" y="42439"/>
                  <a:pt x="103049" y="42315"/>
                  <a:pt x="103224" y="42190"/>
                </a:cubicBezTo>
                <a:cubicBezTo>
                  <a:pt x="103373" y="42066"/>
                  <a:pt x="103497" y="41966"/>
                  <a:pt x="103647" y="41842"/>
                </a:cubicBezTo>
                <a:cubicBezTo>
                  <a:pt x="103796" y="41718"/>
                  <a:pt x="103970" y="41593"/>
                  <a:pt x="104095" y="41469"/>
                </a:cubicBezTo>
                <a:lnTo>
                  <a:pt x="104543" y="41095"/>
                </a:lnTo>
                <a:cubicBezTo>
                  <a:pt x="104717" y="40971"/>
                  <a:pt x="104842" y="40846"/>
                  <a:pt x="104966" y="40722"/>
                </a:cubicBezTo>
                <a:cubicBezTo>
                  <a:pt x="105041" y="40647"/>
                  <a:pt x="105165" y="40548"/>
                  <a:pt x="105265" y="40448"/>
                </a:cubicBezTo>
                <a:close/>
                <a:moveTo>
                  <a:pt x="61506" y="50131"/>
                </a:moveTo>
                <a:cubicBezTo>
                  <a:pt x="61556" y="50156"/>
                  <a:pt x="61581" y="50156"/>
                  <a:pt x="61606" y="50180"/>
                </a:cubicBezTo>
                <a:cubicBezTo>
                  <a:pt x="61606" y="50180"/>
                  <a:pt x="61680" y="50230"/>
                  <a:pt x="61705" y="50280"/>
                </a:cubicBezTo>
                <a:cubicBezTo>
                  <a:pt x="61606" y="50255"/>
                  <a:pt x="61506" y="50230"/>
                  <a:pt x="61456" y="50156"/>
                </a:cubicBezTo>
                <a:cubicBezTo>
                  <a:pt x="61481" y="50156"/>
                  <a:pt x="61481" y="50131"/>
                  <a:pt x="61506" y="50131"/>
                </a:cubicBezTo>
                <a:close/>
                <a:moveTo>
                  <a:pt x="65688" y="47940"/>
                </a:moveTo>
                <a:lnTo>
                  <a:pt x="65688" y="48015"/>
                </a:lnTo>
                <a:cubicBezTo>
                  <a:pt x="64518" y="48687"/>
                  <a:pt x="63323" y="49434"/>
                  <a:pt x="62128" y="50280"/>
                </a:cubicBezTo>
                <a:cubicBezTo>
                  <a:pt x="62103" y="50280"/>
                  <a:pt x="62103" y="50255"/>
                  <a:pt x="62079" y="50255"/>
                </a:cubicBezTo>
                <a:cubicBezTo>
                  <a:pt x="63298" y="49409"/>
                  <a:pt x="64518" y="48637"/>
                  <a:pt x="65688" y="47940"/>
                </a:cubicBezTo>
                <a:close/>
                <a:moveTo>
                  <a:pt x="65987" y="48065"/>
                </a:moveTo>
                <a:cubicBezTo>
                  <a:pt x="65987" y="48164"/>
                  <a:pt x="66036" y="48264"/>
                  <a:pt x="66036" y="48363"/>
                </a:cubicBezTo>
                <a:cubicBezTo>
                  <a:pt x="66036" y="48488"/>
                  <a:pt x="66061" y="48563"/>
                  <a:pt x="66061" y="48687"/>
                </a:cubicBezTo>
                <a:lnTo>
                  <a:pt x="66061" y="48911"/>
                </a:lnTo>
                <a:lnTo>
                  <a:pt x="66061" y="49210"/>
                </a:lnTo>
                <a:lnTo>
                  <a:pt x="66061" y="49434"/>
                </a:lnTo>
                <a:cubicBezTo>
                  <a:pt x="66061" y="49533"/>
                  <a:pt x="66061" y="49633"/>
                  <a:pt x="66036" y="49708"/>
                </a:cubicBezTo>
                <a:cubicBezTo>
                  <a:pt x="66036" y="49782"/>
                  <a:pt x="65987" y="49832"/>
                  <a:pt x="65987" y="49932"/>
                </a:cubicBezTo>
                <a:cubicBezTo>
                  <a:pt x="65987" y="50006"/>
                  <a:pt x="65962" y="50081"/>
                  <a:pt x="65962" y="50156"/>
                </a:cubicBezTo>
                <a:cubicBezTo>
                  <a:pt x="65937" y="50255"/>
                  <a:pt x="65912" y="50305"/>
                  <a:pt x="65862" y="50380"/>
                </a:cubicBezTo>
                <a:cubicBezTo>
                  <a:pt x="65862" y="50380"/>
                  <a:pt x="65862" y="50405"/>
                  <a:pt x="65837" y="50405"/>
                </a:cubicBezTo>
                <a:cubicBezTo>
                  <a:pt x="65812" y="50429"/>
                  <a:pt x="65787" y="50429"/>
                  <a:pt x="65738" y="50454"/>
                </a:cubicBezTo>
                <a:cubicBezTo>
                  <a:pt x="65738" y="50429"/>
                  <a:pt x="65787" y="50405"/>
                  <a:pt x="65787" y="50380"/>
                </a:cubicBezTo>
                <a:cubicBezTo>
                  <a:pt x="65812" y="50255"/>
                  <a:pt x="65837" y="50180"/>
                  <a:pt x="65862" y="50106"/>
                </a:cubicBezTo>
                <a:cubicBezTo>
                  <a:pt x="65862" y="50031"/>
                  <a:pt x="65912" y="50006"/>
                  <a:pt x="65912" y="49932"/>
                </a:cubicBezTo>
                <a:cubicBezTo>
                  <a:pt x="65937" y="49857"/>
                  <a:pt x="65937" y="49782"/>
                  <a:pt x="65962" y="49683"/>
                </a:cubicBezTo>
                <a:lnTo>
                  <a:pt x="65962" y="49484"/>
                </a:lnTo>
                <a:cubicBezTo>
                  <a:pt x="65962" y="49384"/>
                  <a:pt x="65962" y="49284"/>
                  <a:pt x="66011" y="49185"/>
                </a:cubicBezTo>
                <a:lnTo>
                  <a:pt x="66011" y="48936"/>
                </a:lnTo>
                <a:lnTo>
                  <a:pt x="66011" y="48662"/>
                </a:lnTo>
                <a:cubicBezTo>
                  <a:pt x="66011" y="48563"/>
                  <a:pt x="65962" y="48488"/>
                  <a:pt x="65962" y="48388"/>
                </a:cubicBezTo>
                <a:cubicBezTo>
                  <a:pt x="65962" y="48289"/>
                  <a:pt x="65937" y="48189"/>
                  <a:pt x="65937" y="48090"/>
                </a:cubicBezTo>
                <a:cubicBezTo>
                  <a:pt x="65962" y="48090"/>
                  <a:pt x="65962" y="48065"/>
                  <a:pt x="65987" y="48065"/>
                </a:cubicBezTo>
                <a:close/>
                <a:moveTo>
                  <a:pt x="97100" y="48538"/>
                </a:moveTo>
                <a:cubicBezTo>
                  <a:pt x="97374" y="49110"/>
                  <a:pt x="97573" y="49658"/>
                  <a:pt x="97772" y="50280"/>
                </a:cubicBezTo>
                <a:cubicBezTo>
                  <a:pt x="97673" y="50305"/>
                  <a:pt x="97548" y="50355"/>
                  <a:pt x="97449" y="50355"/>
                </a:cubicBezTo>
                <a:cubicBezTo>
                  <a:pt x="97001" y="50405"/>
                  <a:pt x="96478" y="50479"/>
                  <a:pt x="96030" y="50504"/>
                </a:cubicBezTo>
                <a:cubicBezTo>
                  <a:pt x="96403" y="49857"/>
                  <a:pt x="96777" y="49185"/>
                  <a:pt x="97100" y="48538"/>
                </a:cubicBezTo>
                <a:close/>
                <a:moveTo>
                  <a:pt x="108401" y="46273"/>
                </a:moveTo>
                <a:lnTo>
                  <a:pt x="108401" y="46298"/>
                </a:lnTo>
                <a:lnTo>
                  <a:pt x="108401" y="46322"/>
                </a:lnTo>
                <a:cubicBezTo>
                  <a:pt x="108152" y="46522"/>
                  <a:pt x="107878" y="46671"/>
                  <a:pt x="107629" y="46820"/>
                </a:cubicBezTo>
                <a:cubicBezTo>
                  <a:pt x="107380" y="46994"/>
                  <a:pt x="107132" y="47169"/>
                  <a:pt x="106858" y="47318"/>
                </a:cubicBezTo>
                <a:cubicBezTo>
                  <a:pt x="106584" y="47492"/>
                  <a:pt x="106260" y="47642"/>
                  <a:pt x="105987" y="47791"/>
                </a:cubicBezTo>
                <a:cubicBezTo>
                  <a:pt x="105713" y="47940"/>
                  <a:pt x="105389" y="48115"/>
                  <a:pt x="105115" y="48264"/>
                </a:cubicBezTo>
                <a:cubicBezTo>
                  <a:pt x="104842" y="48388"/>
                  <a:pt x="104543" y="48513"/>
                  <a:pt x="104294" y="48637"/>
                </a:cubicBezTo>
                <a:cubicBezTo>
                  <a:pt x="103945" y="48787"/>
                  <a:pt x="103647" y="48936"/>
                  <a:pt x="103298" y="49060"/>
                </a:cubicBezTo>
                <a:lnTo>
                  <a:pt x="102552" y="49359"/>
                </a:lnTo>
                <a:cubicBezTo>
                  <a:pt x="102178" y="49484"/>
                  <a:pt x="101805" y="49633"/>
                  <a:pt x="101431" y="49757"/>
                </a:cubicBezTo>
                <a:cubicBezTo>
                  <a:pt x="101183" y="49807"/>
                  <a:pt x="100934" y="49882"/>
                  <a:pt x="100735" y="49932"/>
                </a:cubicBezTo>
                <a:cubicBezTo>
                  <a:pt x="100311" y="50056"/>
                  <a:pt x="99913" y="50180"/>
                  <a:pt x="99515" y="50280"/>
                </a:cubicBezTo>
                <a:cubicBezTo>
                  <a:pt x="99266" y="50355"/>
                  <a:pt x="99017" y="50380"/>
                  <a:pt x="98743" y="50429"/>
                </a:cubicBezTo>
                <a:cubicBezTo>
                  <a:pt x="98619" y="50479"/>
                  <a:pt x="98445" y="50504"/>
                  <a:pt x="98320" y="50529"/>
                </a:cubicBezTo>
                <a:lnTo>
                  <a:pt x="98270" y="50405"/>
                </a:lnTo>
                <a:cubicBezTo>
                  <a:pt x="98320" y="50405"/>
                  <a:pt x="98370" y="50380"/>
                  <a:pt x="98420" y="50380"/>
                </a:cubicBezTo>
                <a:cubicBezTo>
                  <a:pt x="98445" y="50380"/>
                  <a:pt x="98519" y="50355"/>
                  <a:pt x="98544" y="50355"/>
                </a:cubicBezTo>
                <a:cubicBezTo>
                  <a:pt x="98868" y="50280"/>
                  <a:pt x="99166" y="50255"/>
                  <a:pt x="99490" y="50156"/>
                </a:cubicBezTo>
                <a:cubicBezTo>
                  <a:pt x="99565" y="50131"/>
                  <a:pt x="99664" y="50106"/>
                  <a:pt x="99739" y="50106"/>
                </a:cubicBezTo>
                <a:cubicBezTo>
                  <a:pt x="99938" y="50031"/>
                  <a:pt x="100137" y="49981"/>
                  <a:pt x="100361" y="49907"/>
                </a:cubicBezTo>
                <a:lnTo>
                  <a:pt x="100386" y="49907"/>
                </a:lnTo>
                <a:cubicBezTo>
                  <a:pt x="100411" y="49907"/>
                  <a:pt x="100486" y="49882"/>
                  <a:pt x="100510" y="49882"/>
                </a:cubicBezTo>
                <a:cubicBezTo>
                  <a:pt x="100560" y="49857"/>
                  <a:pt x="100635" y="49857"/>
                  <a:pt x="100685" y="49807"/>
                </a:cubicBezTo>
                <a:cubicBezTo>
                  <a:pt x="100934" y="49757"/>
                  <a:pt x="101183" y="49683"/>
                  <a:pt x="101407" y="49633"/>
                </a:cubicBezTo>
                <a:cubicBezTo>
                  <a:pt x="101680" y="49533"/>
                  <a:pt x="101929" y="49434"/>
                  <a:pt x="102228" y="49359"/>
                </a:cubicBezTo>
                <a:cubicBezTo>
                  <a:pt x="102253" y="49359"/>
                  <a:pt x="102278" y="49309"/>
                  <a:pt x="102303" y="49309"/>
                </a:cubicBezTo>
                <a:cubicBezTo>
                  <a:pt x="102651" y="49185"/>
                  <a:pt x="102975" y="49110"/>
                  <a:pt x="103298" y="48986"/>
                </a:cubicBezTo>
                <a:cubicBezTo>
                  <a:pt x="103497" y="48911"/>
                  <a:pt x="103647" y="48811"/>
                  <a:pt x="103796" y="48762"/>
                </a:cubicBezTo>
                <a:cubicBezTo>
                  <a:pt x="103871" y="48737"/>
                  <a:pt x="103970" y="48687"/>
                  <a:pt x="104020" y="48662"/>
                </a:cubicBezTo>
                <a:cubicBezTo>
                  <a:pt x="104045" y="48637"/>
                  <a:pt x="104120" y="48637"/>
                  <a:pt x="104145" y="48612"/>
                </a:cubicBezTo>
                <a:cubicBezTo>
                  <a:pt x="104169" y="48612"/>
                  <a:pt x="104219" y="48563"/>
                  <a:pt x="104244" y="48563"/>
                </a:cubicBezTo>
                <a:cubicBezTo>
                  <a:pt x="104518" y="48438"/>
                  <a:pt x="104842" y="48314"/>
                  <a:pt x="105115" y="48189"/>
                </a:cubicBezTo>
                <a:cubicBezTo>
                  <a:pt x="105339" y="48115"/>
                  <a:pt x="105538" y="47940"/>
                  <a:pt x="105763" y="47866"/>
                </a:cubicBezTo>
                <a:cubicBezTo>
                  <a:pt x="105837" y="47816"/>
                  <a:pt x="105862" y="47791"/>
                  <a:pt x="105912" y="47766"/>
                </a:cubicBezTo>
                <a:cubicBezTo>
                  <a:pt x="105962" y="47766"/>
                  <a:pt x="105962" y="47741"/>
                  <a:pt x="105987" y="47741"/>
                </a:cubicBezTo>
                <a:cubicBezTo>
                  <a:pt x="106161" y="47642"/>
                  <a:pt x="106385" y="47517"/>
                  <a:pt x="106584" y="47418"/>
                </a:cubicBezTo>
                <a:cubicBezTo>
                  <a:pt x="106659" y="47368"/>
                  <a:pt x="106783" y="47318"/>
                  <a:pt x="106883" y="47268"/>
                </a:cubicBezTo>
                <a:cubicBezTo>
                  <a:pt x="107082" y="47144"/>
                  <a:pt x="107256" y="47019"/>
                  <a:pt x="107480" y="46895"/>
                </a:cubicBezTo>
                <a:cubicBezTo>
                  <a:pt x="107530" y="46870"/>
                  <a:pt x="107604" y="46795"/>
                  <a:pt x="107654" y="46770"/>
                </a:cubicBezTo>
                <a:cubicBezTo>
                  <a:pt x="107903" y="46621"/>
                  <a:pt x="108152" y="46447"/>
                  <a:pt x="108401" y="46273"/>
                </a:cubicBezTo>
                <a:close/>
                <a:moveTo>
                  <a:pt x="97026" y="48289"/>
                </a:moveTo>
                <a:cubicBezTo>
                  <a:pt x="97026" y="48314"/>
                  <a:pt x="97051" y="48363"/>
                  <a:pt x="97051" y="48363"/>
                </a:cubicBezTo>
                <a:cubicBezTo>
                  <a:pt x="96627" y="49060"/>
                  <a:pt x="96204" y="49807"/>
                  <a:pt x="95806" y="50554"/>
                </a:cubicBezTo>
                <a:lnTo>
                  <a:pt x="95756" y="50554"/>
                </a:lnTo>
                <a:cubicBezTo>
                  <a:pt x="96179" y="49807"/>
                  <a:pt x="96627" y="49036"/>
                  <a:pt x="97026" y="48289"/>
                </a:cubicBezTo>
                <a:close/>
                <a:moveTo>
                  <a:pt x="69646" y="48239"/>
                </a:moveTo>
                <a:cubicBezTo>
                  <a:pt x="69646" y="48264"/>
                  <a:pt x="69621" y="48264"/>
                  <a:pt x="69621" y="48289"/>
                </a:cubicBezTo>
                <a:cubicBezTo>
                  <a:pt x="69496" y="48363"/>
                  <a:pt x="69372" y="48438"/>
                  <a:pt x="69247" y="48513"/>
                </a:cubicBezTo>
                <a:cubicBezTo>
                  <a:pt x="69197" y="48513"/>
                  <a:pt x="69197" y="48538"/>
                  <a:pt x="69173" y="48538"/>
                </a:cubicBezTo>
                <a:cubicBezTo>
                  <a:pt x="68077" y="49160"/>
                  <a:pt x="67032" y="49882"/>
                  <a:pt x="65937" y="50629"/>
                </a:cubicBezTo>
                <a:lnTo>
                  <a:pt x="65962" y="50604"/>
                </a:lnTo>
                <a:lnTo>
                  <a:pt x="65962" y="50554"/>
                </a:lnTo>
                <a:cubicBezTo>
                  <a:pt x="66708" y="50031"/>
                  <a:pt x="67704" y="49384"/>
                  <a:pt x="68650" y="48811"/>
                </a:cubicBezTo>
                <a:cubicBezTo>
                  <a:pt x="68774" y="48762"/>
                  <a:pt x="68874" y="48687"/>
                  <a:pt x="68998" y="48637"/>
                </a:cubicBezTo>
                <a:lnTo>
                  <a:pt x="69073" y="48563"/>
                </a:lnTo>
                <a:cubicBezTo>
                  <a:pt x="69272" y="48488"/>
                  <a:pt x="69446" y="48363"/>
                  <a:pt x="69646" y="48239"/>
                </a:cubicBezTo>
                <a:close/>
                <a:moveTo>
                  <a:pt x="95408" y="46173"/>
                </a:moveTo>
                <a:cubicBezTo>
                  <a:pt x="96030" y="46696"/>
                  <a:pt x="96503" y="47368"/>
                  <a:pt x="96901" y="48065"/>
                </a:cubicBezTo>
                <a:cubicBezTo>
                  <a:pt x="96453" y="48911"/>
                  <a:pt x="96005" y="49757"/>
                  <a:pt x="95507" y="50554"/>
                </a:cubicBezTo>
                <a:lnTo>
                  <a:pt x="95458" y="50554"/>
                </a:lnTo>
                <a:cubicBezTo>
                  <a:pt x="94810" y="50629"/>
                  <a:pt x="94138" y="50653"/>
                  <a:pt x="93466" y="50653"/>
                </a:cubicBezTo>
                <a:cubicBezTo>
                  <a:pt x="92968" y="50653"/>
                  <a:pt x="92471" y="50629"/>
                  <a:pt x="91973" y="50604"/>
                </a:cubicBezTo>
                <a:lnTo>
                  <a:pt x="91649" y="50604"/>
                </a:lnTo>
                <a:cubicBezTo>
                  <a:pt x="91151" y="50554"/>
                  <a:pt x="90654" y="50504"/>
                  <a:pt x="90181" y="50429"/>
                </a:cubicBezTo>
                <a:lnTo>
                  <a:pt x="90081" y="50429"/>
                </a:lnTo>
                <a:cubicBezTo>
                  <a:pt x="89733" y="50405"/>
                  <a:pt x="89434" y="50355"/>
                  <a:pt x="89085" y="50280"/>
                </a:cubicBezTo>
                <a:cubicBezTo>
                  <a:pt x="88986" y="50255"/>
                  <a:pt x="88911" y="50255"/>
                  <a:pt x="88812" y="50230"/>
                </a:cubicBezTo>
                <a:cubicBezTo>
                  <a:pt x="88563" y="50156"/>
                  <a:pt x="88314" y="50131"/>
                  <a:pt x="88065" y="50056"/>
                </a:cubicBezTo>
                <a:lnTo>
                  <a:pt x="87990" y="50056"/>
                </a:lnTo>
                <a:lnTo>
                  <a:pt x="87617" y="49981"/>
                </a:lnTo>
                <a:cubicBezTo>
                  <a:pt x="87542" y="49932"/>
                  <a:pt x="87418" y="49907"/>
                  <a:pt x="87318" y="49882"/>
                </a:cubicBezTo>
                <a:cubicBezTo>
                  <a:pt x="86995" y="48687"/>
                  <a:pt x="86472" y="47667"/>
                  <a:pt x="85750" y="46820"/>
                </a:cubicBezTo>
                <a:lnTo>
                  <a:pt x="85825" y="46820"/>
                </a:lnTo>
                <a:cubicBezTo>
                  <a:pt x="85924" y="46870"/>
                  <a:pt x="85999" y="46870"/>
                  <a:pt x="86099" y="46895"/>
                </a:cubicBezTo>
                <a:cubicBezTo>
                  <a:pt x="86497" y="46945"/>
                  <a:pt x="86870" y="46994"/>
                  <a:pt x="87293" y="47044"/>
                </a:cubicBezTo>
                <a:cubicBezTo>
                  <a:pt x="87368" y="47044"/>
                  <a:pt x="87492" y="47069"/>
                  <a:pt x="87592" y="47069"/>
                </a:cubicBezTo>
                <a:cubicBezTo>
                  <a:pt x="88090" y="47094"/>
                  <a:pt x="88588" y="47144"/>
                  <a:pt x="89085" y="47144"/>
                </a:cubicBezTo>
                <a:cubicBezTo>
                  <a:pt x="89733" y="47144"/>
                  <a:pt x="90405" y="47094"/>
                  <a:pt x="91027" y="47044"/>
                </a:cubicBezTo>
                <a:cubicBezTo>
                  <a:pt x="91077" y="47044"/>
                  <a:pt x="91176" y="47044"/>
                  <a:pt x="91226" y="47019"/>
                </a:cubicBezTo>
                <a:lnTo>
                  <a:pt x="92072" y="46920"/>
                </a:lnTo>
                <a:cubicBezTo>
                  <a:pt x="92172" y="46920"/>
                  <a:pt x="92222" y="46895"/>
                  <a:pt x="92321" y="46895"/>
                </a:cubicBezTo>
                <a:cubicBezTo>
                  <a:pt x="92595" y="46845"/>
                  <a:pt x="92894" y="46795"/>
                  <a:pt x="93168" y="46721"/>
                </a:cubicBezTo>
                <a:cubicBezTo>
                  <a:pt x="93217" y="46721"/>
                  <a:pt x="93317" y="46696"/>
                  <a:pt x="93392" y="46696"/>
                </a:cubicBezTo>
                <a:lnTo>
                  <a:pt x="94213" y="46522"/>
                </a:lnTo>
                <a:cubicBezTo>
                  <a:pt x="94288" y="46472"/>
                  <a:pt x="94387" y="46472"/>
                  <a:pt x="94437" y="46447"/>
                </a:cubicBezTo>
                <a:cubicBezTo>
                  <a:pt x="94711" y="46397"/>
                  <a:pt x="95010" y="46298"/>
                  <a:pt x="95283" y="46198"/>
                </a:cubicBezTo>
                <a:cubicBezTo>
                  <a:pt x="95308" y="46198"/>
                  <a:pt x="95333" y="46173"/>
                  <a:pt x="95408" y="46173"/>
                </a:cubicBezTo>
                <a:close/>
                <a:moveTo>
                  <a:pt x="97797" y="50529"/>
                </a:moveTo>
                <a:lnTo>
                  <a:pt x="97797" y="50554"/>
                </a:lnTo>
                <a:lnTo>
                  <a:pt x="97797" y="50604"/>
                </a:lnTo>
                <a:cubicBezTo>
                  <a:pt x="97673" y="50629"/>
                  <a:pt x="97548" y="50653"/>
                  <a:pt x="97424" y="50653"/>
                </a:cubicBezTo>
                <a:cubicBezTo>
                  <a:pt x="97150" y="50678"/>
                  <a:pt x="96876" y="50728"/>
                  <a:pt x="96553" y="50753"/>
                </a:cubicBezTo>
                <a:cubicBezTo>
                  <a:pt x="96379" y="50753"/>
                  <a:pt x="96130" y="50778"/>
                  <a:pt x="95881" y="50778"/>
                </a:cubicBezTo>
                <a:lnTo>
                  <a:pt x="95906" y="50753"/>
                </a:lnTo>
                <a:cubicBezTo>
                  <a:pt x="96030" y="50753"/>
                  <a:pt x="96130" y="50728"/>
                  <a:pt x="96254" y="50728"/>
                </a:cubicBezTo>
                <a:lnTo>
                  <a:pt x="96379" y="50728"/>
                </a:lnTo>
                <a:cubicBezTo>
                  <a:pt x="96752" y="50678"/>
                  <a:pt x="97125" y="50653"/>
                  <a:pt x="97499" y="50604"/>
                </a:cubicBezTo>
                <a:lnTo>
                  <a:pt x="97524" y="50604"/>
                </a:lnTo>
                <a:cubicBezTo>
                  <a:pt x="97623" y="50554"/>
                  <a:pt x="97698" y="50554"/>
                  <a:pt x="97797" y="50529"/>
                </a:cubicBezTo>
                <a:close/>
                <a:moveTo>
                  <a:pt x="95682" y="50753"/>
                </a:moveTo>
                <a:cubicBezTo>
                  <a:pt x="95682" y="50753"/>
                  <a:pt x="95682" y="50778"/>
                  <a:pt x="95657" y="50778"/>
                </a:cubicBezTo>
                <a:lnTo>
                  <a:pt x="95657" y="50803"/>
                </a:lnTo>
                <a:lnTo>
                  <a:pt x="95582" y="50803"/>
                </a:lnTo>
                <a:cubicBezTo>
                  <a:pt x="95582" y="50803"/>
                  <a:pt x="95582" y="50778"/>
                  <a:pt x="95632" y="50778"/>
                </a:cubicBezTo>
                <a:cubicBezTo>
                  <a:pt x="95632" y="50778"/>
                  <a:pt x="95632" y="50753"/>
                  <a:pt x="95657" y="50753"/>
                </a:cubicBezTo>
                <a:close/>
                <a:moveTo>
                  <a:pt x="65613" y="50778"/>
                </a:moveTo>
                <a:cubicBezTo>
                  <a:pt x="65588" y="50803"/>
                  <a:pt x="65563" y="50853"/>
                  <a:pt x="65514" y="50853"/>
                </a:cubicBezTo>
                <a:cubicBezTo>
                  <a:pt x="65538" y="50803"/>
                  <a:pt x="65563" y="50778"/>
                  <a:pt x="65613" y="50778"/>
                </a:cubicBezTo>
                <a:close/>
                <a:moveTo>
                  <a:pt x="87368" y="50056"/>
                </a:moveTo>
                <a:cubicBezTo>
                  <a:pt x="87542" y="50106"/>
                  <a:pt x="87692" y="50156"/>
                  <a:pt x="87841" y="50180"/>
                </a:cubicBezTo>
                <a:cubicBezTo>
                  <a:pt x="87916" y="50180"/>
                  <a:pt x="87940" y="50230"/>
                  <a:pt x="87990" y="50230"/>
                </a:cubicBezTo>
                <a:cubicBezTo>
                  <a:pt x="88339" y="50305"/>
                  <a:pt x="88712" y="50380"/>
                  <a:pt x="89061" y="50429"/>
                </a:cubicBezTo>
                <a:cubicBezTo>
                  <a:pt x="89110" y="50429"/>
                  <a:pt x="89160" y="50454"/>
                  <a:pt x="89210" y="50454"/>
                </a:cubicBezTo>
                <a:cubicBezTo>
                  <a:pt x="89334" y="50504"/>
                  <a:pt x="89459" y="50504"/>
                  <a:pt x="89558" y="50529"/>
                </a:cubicBezTo>
                <a:lnTo>
                  <a:pt x="90106" y="50629"/>
                </a:lnTo>
                <a:cubicBezTo>
                  <a:pt x="90206" y="50629"/>
                  <a:pt x="90305" y="50653"/>
                  <a:pt x="90355" y="50653"/>
                </a:cubicBezTo>
                <a:lnTo>
                  <a:pt x="90454" y="50653"/>
                </a:lnTo>
                <a:cubicBezTo>
                  <a:pt x="90579" y="50678"/>
                  <a:pt x="90728" y="50678"/>
                  <a:pt x="90853" y="50703"/>
                </a:cubicBezTo>
                <a:cubicBezTo>
                  <a:pt x="90977" y="50703"/>
                  <a:pt x="91077" y="50753"/>
                  <a:pt x="91201" y="50753"/>
                </a:cubicBezTo>
                <a:cubicBezTo>
                  <a:pt x="91351" y="50753"/>
                  <a:pt x="91525" y="50778"/>
                  <a:pt x="91674" y="50778"/>
                </a:cubicBezTo>
                <a:lnTo>
                  <a:pt x="91799" y="50778"/>
                </a:lnTo>
                <a:cubicBezTo>
                  <a:pt x="91923" y="50778"/>
                  <a:pt x="92048" y="50803"/>
                  <a:pt x="92172" y="50803"/>
                </a:cubicBezTo>
                <a:lnTo>
                  <a:pt x="92321" y="50803"/>
                </a:lnTo>
                <a:cubicBezTo>
                  <a:pt x="92695" y="50828"/>
                  <a:pt x="93068" y="50828"/>
                  <a:pt x="93441" y="50828"/>
                </a:cubicBezTo>
                <a:cubicBezTo>
                  <a:pt x="94089" y="50828"/>
                  <a:pt x="94711" y="50803"/>
                  <a:pt x="95333" y="50778"/>
                </a:cubicBezTo>
                <a:lnTo>
                  <a:pt x="95333" y="50778"/>
                </a:lnTo>
                <a:cubicBezTo>
                  <a:pt x="95333" y="50778"/>
                  <a:pt x="95333" y="50803"/>
                  <a:pt x="95308" y="50803"/>
                </a:cubicBezTo>
                <a:cubicBezTo>
                  <a:pt x="95308" y="50803"/>
                  <a:pt x="95308" y="50828"/>
                  <a:pt x="95283" y="50828"/>
                </a:cubicBezTo>
                <a:cubicBezTo>
                  <a:pt x="94960" y="50877"/>
                  <a:pt x="94636" y="50877"/>
                  <a:pt x="94313" y="50877"/>
                </a:cubicBezTo>
                <a:lnTo>
                  <a:pt x="94263" y="50877"/>
                </a:lnTo>
                <a:cubicBezTo>
                  <a:pt x="93964" y="50877"/>
                  <a:pt x="93690" y="50902"/>
                  <a:pt x="93417" y="50902"/>
                </a:cubicBezTo>
                <a:lnTo>
                  <a:pt x="92321" y="50902"/>
                </a:lnTo>
                <a:cubicBezTo>
                  <a:pt x="92023" y="50902"/>
                  <a:pt x="91724" y="50877"/>
                  <a:pt x="91425" y="50828"/>
                </a:cubicBezTo>
                <a:lnTo>
                  <a:pt x="91226" y="50828"/>
                </a:lnTo>
                <a:cubicBezTo>
                  <a:pt x="90903" y="50803"/>
                  <a:pt x="90579" y="50778"/>
                  <a:pt x="90230" y="50703"/>
                </a:cubicBezTo>
                <a:lnTo>
                  <a:pt x="90181" y="50703"/>
                </a:lnTo>
                <a:cubicBezTo>
                  <a:pt x="89832" y="50653"/>
                  <a:pt x="89459" y="50629"/>
                  <a:pt x="89110" y="50554"/>
                </a:cubicBezTo>
                <a:cubicBezTo>
                  <a:pt x="88538" y="50454"/>
                  <a:pt x="87940" y="50305"/>
                  <a:pt x="87343" y="50156"/>
                </a:cubicBezTo>
                <a:lnTo>
                  <a:pt x="87343" y="50131"/>
                </a:lnTo>
                <a:cubicBezTo>
                  <a:pt x="87368" y="50131"/>
                  <a:pt x="87368" y="50106"/>
                  <a:pt x="87368" y="50056"/>
                </a:cubicBezTo>
                <a:close/>
                <a:moveTo>
                  <a:pt x="115445" y="38681"/>
                </a:moveTo>
                <a:cubicBezTo>
                  <a:pt x="116067" y="41444"/>
                  <a:pt x="116192" y="44530"/>
                  <a:pt x="115819" y="47766"/>
                </a:cubicBezTo>
                <a:cubicBezTo>
                  <a:pt x="115495" y="48811"/>
                  <a:pt x="115146" y="49907"/>
                  <a:pt x="114748" y="51002"/>
                </a:cubicBezTo>
                <a:cubicBezTo>
                  <a:pt x="114201" y="48811"/>
                  <a:pt x="112881" y="46621"/>
                  <a:pt x="110940" y="44505"/>
                </a:cubicBezTo>
                <a:lnTo>
                  <a:pt x="111015" y="44406"/>
                </a:lnTo>
                <a:cubicBezTo>
                  <a:pt x="111139" y="44281"/>
                  <a:pt x="111263" y="44182"/>
                  <a:pt x="111363" y="44057"/>
                </a:cubicBezTo>
                <a:lnTo>
                  <a:pt x="111836" y="43584"/>
                </a:lnTo>
                <a:lnTo>
                  <a:pt x="112110" y="43311"/>
                </a:lnTo>
                <a:cubicBezTo>
                  <a:pt x="112259" y="43161"/>
                  <a:pt x="112433" y="42962"/>
                  <a:pt x="112583" y="42813"/>
                </a:cubicBezTo>
                <a:cubicBezTo>
                  <a:pt x="112632" y="42713"/>
                  <a:pt x="112732" y="42663"/>
                  <a:pt x="112807" y="42564"/>
                </a:cubicBezTo>
                <a:lnTo>
                  <a:pt x="113255" y="41991"/>
                </a:lnTo>
                <a:cubicBezTo>
                  <a:pt x="113329" y="41942"/>
                  <a:pt x="113354" y="41867"/>
                  <a:pt x="113429" y="41792"/>
                </a:cubicBezTo>
                <a:cubicBezTo>
                  <a:pt x="113578" y="41568"/>
                  <a:pt x="113728" y="41369"/>
                  <a:pt x="113877" y="41170"/>
                </a:cubicBezTo>
                <a:cubicBezTo>
                  <a:pt x="113927" y="41145"/>
                  <a:pt x="113952" y="41095"/>
                  <a:pt x="113977" y="41046"/>
                </a:cubicBezTo>
                <a:cubicBezTo>
                  <a:pt x="114549" y="40249"/>
                  <a:pt x="115047" y="39477"/>
                  <a:pt x="115445" y="38681"/>
                </a:cubicBezTo>
                <a:close/>
                <a:moveTo>
                  <a:pt x="65812" y="48214"/>
                </a:moveTo>
                <a:cubicBezTo>
                  <a:pt x="65812" y="48314"/>
                  <a:pt x="65837" y="48388"/>
                  <a:pt x="65837" y="48463"/>
                </a:cubicBezTo>
                <a:cubicBezTo>
                  <a:pt x="65837" y="48563"/>
                  <a:pt x="65887" y="48637"/>
                  <a:pt x="65887" y="48712"/>
                </a:cubicBezTo>
                <a:lnTo>
                  <a:pt x="65887" y="49011"/>
                </a:lnTo>
                <a:lnTo>
                  <a:pt x="65887" y="49210"/>
                </a:lnTo>
                <a:cubicBezTo>
                  <a:pt x="65787" y="49284"/>
                  <a:pt x="65787" y="49359"/>
                  <a:pt x="65787" y="49434"/>
                </a:cubicBezTo>
                <a:lnTo>
                  <a:pt x="65787" y="49633"/>
                </a:lnTo>
                <a:cubicBezTo>
                  <a:pt x="65787" y="49732"/>
                  <a:pt x="65762" y="49782"/>
                  <a:pt x="65762" y="49832"/>
                </a:cubicBezTo>
                <a:cubicBezTo>
                  <a:pt x="65762" y="49907"/>
                  <a:pt x="65713" y="49932"/>
                  <a:pt x="65713" y="50006"/>
                </a:cubicBezTo>
                <a:cubicBezTo>
                  <a:pt x="65688" y="50106"/>
                  <a:pt x="65663" y="50156"/>
                  <a:pt x="65663" y="50205"/>
                </a:cubicBezTo>
                <a:cubicBezTo>
                  <a:pt x="65663" y="50255"/>
                  <a:pt x="65613" y="50280"/>
                  <a:pt x="65613" y="50305"/>
                </a:cubicBezTo>
                <a:cubicBezTo>
                  <a:pt x="65588" y="50405"/>
                  <a:pt x="65538" y="50504"/>
                  <a:pt x="65464" y="50579"/>
                </a:cubicBezTo>
                <a:cubicBezTo>
                  <a:pt x="65439" y="50653"/>
                  <a:pt x="65364" y="50678"/>
                  <a:pt x="65314" y="50753"/>
                </a:cubicBezTo>
                <a:lnTo>
                  <a:pt x="65290" y="50778"/>
                </a:lnTo>
                <a:lnTo>
                  <a:pt x="65215" y="50828"/>
                </a:lnTo>
                <a:cubicBezTo>
                  <a:pt x="64991" y="50952"/>
                  <a:pt x="64742" y="51052"/>
                  <a:pt x="64468" y="51052"/>
                </a:cubicBezTo>
                <a:cubicBezTo>
                  <a:pt x="64319" y="51052"/>
                  <a:pt x="64120" y="51027"/>
                  <a:pt x="63945" y="51002"/>
                </a:cubicBezTo>
                <a:lnTo>
                  <a:pt x="63896" y="51002"/>
                </a:lnTo>
                <a:cubicBezTo>
                  <a:pt x="63448" y="50902"/>
                  <a:pt x="62950" y="50678"/>
                  <a:pt x="62402" y="50405"/>
                </a:cubicBezTo>
                <a:cubicBezTo>
                  <a:pt x="63547" y="49583"/>
                  <a:pt x="64667" y="48886"/>
                  <a:pt x="65812" y="48214"/>
                </a:cubicBezTo>
                <a:close/>
                <a:moveTo>
                  <a:pt x="65389" y="50977"/>
                </a:moveTo>
                <a:lnTo>
                  <a:pt x="65414" y="51002"/>
                </a:lnTo>
                <a:lnTo>
                  <a:pt x="65389" y="51027"/>
                </a:lnTo>
                <a:cubicBezTo>
                  <a:pt x="65339" y="51027"/>
                  <a:pt x="65339" y="51052"/>
                  <a:pt x="65339" y="51052"/>
                </a:cubicBezTo>
                <a:lnTo>
                  <a:pt x="65314" y="51101"/>
                </a:lnTo>
                <a:cubicBezTo>
                  <a:pt x="65290" y="51126"/>
                  <a:pt x="65240" y="51126"/>
                  <a:pt x="65215" y="51126"/>
                </a:cubicBezTo>
                <a:cubicBezTo>
                  <a:pt x="65140" y="51151"/>
                  <a:pt x="65066" y="51176"/>
                  <a:pt x="65016" y="51176"/>
                </a:cubicBezTo>
                <a:lnTo>
                  <a:pt x="65290" y="51002"/>
                </a:lnTo>
                <a:cubicBezTo>
                  <a:pt x="65314" y="51002"/>
                  <a:pt x="65314" y="50977"/>
                  <a:pt x="65339" y="50977"/>
                </a:cubicBezTo>
                <a:close/>
                <a:moveTo>
                  <a:pt x="62178" y="50504"/>
                </a:moveTo>
                <a:cubicBezTo>
                  <a:pt x="62228" y="50529"/>
                  <a:pt x="62303" y="50554"/>
                  <a:pt x="62328" y="50604"/>
                </a:cubicBezTo>
                <a:cubicBezTo>
                  <a:pt x="62576" y="50728"/>
                  <a:pt x="62800" y="50803"/>
                  <a:pt x="63024" y="50902"/>
                </a:cubicBezTo>
                <a:cubicBezTo>
                  <a:pt x="63049" y="50902"/>
                  <a:pt x="63074" y="50927"/>
                  <a:pt x="63099" y="50927"/>
                </a:cubicBezTo>
                <a:cubicBezTo>
                  <a:pt x="63323" y="51027"/>
                  <a:pt x="63547" y="51101"/>
                  <a:pt x="63771" y="51126"/>
                </a:cubicBezTo>
                <a:lnTo>
                  <a:pt x="63821" y="51126"/>
                </a:lnTo>
                <a:cubicBezTo>
                  <a:pt x="64045" y="51151"/>
                  <a:pt x="64219" y="51176"/>
                  <a:pt x="64418" y="51176"/>
                </a:cubicBezTo>
                <a:cubicBezTo>
                  <a:pt x="64518" y="51176"/>
                  <a:pt x="64568" y="51176"/>
                  <a:pt x="64667" y="51151"/>
                </a:cubicBezTo>
                <a:lnTo>
                  <a:pt x="64667" y="51151"/>
                </a:lnTo>
                <a:cubicBezTo>
                  <a:pt x="64617" y="51176"/>
                  <a:pt x="64593" y="51176"/>
                  <a:pt x="64568" y="51201"/>
                </a:cubicBezTo>
                <a:cubicBezTo>
                  <a:pt x="64444" y="51230"/>
                  <a:pt x="64313" y="51244"/>
                  <a:pt x="64176" y="51244"/>
                </a:cubicBezTo>
                <a:cubicBezTo>
                  <a:pt x="63592" y="51244"/>
                  <a:pt x="62884" y="50992"/>
                  <a:pt x="62079" y="50529"/>
                </a:cubicBezTo>
                <a:cubicBezTo>
                  <a:pt x="62103" y="50529"/>
                  <a:pt x="62103" y="50504"/>
                  <a:pt x="62128" y="50504"/>
                </a:cubicBezTo>
                <a:close/>
                <a:moveTo>
                  <a:pt x="110766" y="44630"/>
                </a:moveTo>
                <a:cubicBezTo>
                  <a:pt x="112807" y="46795"/>
                  <a:pt x="114126" y="49110"/>
                  <a:pt x="114698" y="51301"/>
                </a:cubicBezTo>
                <a:cubicBezTo>
                  <a:pt x="114698" y="51350"/>
                  <a:pt x="114674" y="51375"/>
                  <a:pt x="114674" y="51400"/>
                </a:cubicBezTo>
                <a:cubicBezTo>
                  <a:pt x="114101" y="49160"/>
                  <a:pt x="112757" y="46870"/>
                  <a:pt x="110741" y="44655"/>
                </a:cubicBezTo>
                <a:cubicBezTo>
                  <a:pt x="110766" y="44655"/>
                  <a:pt x="110766" y="44630"/>
                  <a:pt x="110766" y="44630"/>
                </a:cubicBezTo>
                <a:close/>
                <a:moveTo>
                  <a:pt x="115744" y="48737"/>
                </a:moveTo>
                <a:cubicBezTo>
                  <a:pt x="115719" y="48861"/>
                  <a:pt x="115719" y="49011"/>
                  <a:pt x="115694" y="49135"/>
                </a:cubicBezTo>
                <a:cubicBezTo>
                  <a:pt x="115445" y="49882"/>
                  <a:pt x="115196" y="50629"/>
                  <a:pt x="114947" y="51400"/>
                </a:cubicBezTo>
                <a:cubicBezTo>
                  <a:pt x="114947" y="51375"/>
                  <a:pt x="114922" y="51350"/>
                  <a:pt x="114922" y="51301"/>
                </a:cubicBezTo>
                <a:cubicBezTo>
                  <a:pt x="115196" y="50429"/>
                  <a:pt x="115470" y="49608"/>
                  <a:pt x="115744" y="48737"/>
                </a:cubicBezTo>
                <a:close/>
                <a:moveTo>
                  <a:pt x="114748" y="51624"/>
                </a:moveTo>
                <a:cubicBezTo>
                  <a:pt x="114748" y="51649"/>
                  <a:pt x="114748" y="51674"/>
                  <a:pt x="114798" y="51749"/>
                </a:cubicBezTo>
                <a:cubicBezTo>
                  <a:pt x="114798" y="51774"/>
                  <a:pt x="114748" y="51848"/>
                  <a:pt x="114748" y="51873"/>
                </a:cubicBezTo>
                <a:cubicBezTo>
                  <a:pt x="114748" y="51798"/>
                  <a:pt x="114748" y="51774"/>
                  <a:pt x="114723" y="51749"/>
                </a:cubicBezTo>
                <a:cubicBezTo>
                  <a:pt x="114723" y="51724"/>
                  <a:pt x="114748" y="51649"/>
                  <a:pt x="114748" y="51624"/>
                </a:cubicBezTo>
                <a:close/>
                <a:moveTo>
                  <a:pt x="115470" y="50405"/>
                </a:moveTo>
                <a:cubicBezTo>
                  <a:pt x="115346" y="51002"/>
                  <a:pt x="115221" y="51624"/>
                  <a:pt x="115097" y="52222"/>
                </a:cubicBezTo>
                <a:lnTo>
                  <a:pt x="114997" y="51749"/>
                </a:lnTo>
                <a:cubicBezTo>
                  <a:pt x="115171" y="51301"/>
                  <a:pt x="115321" y="50877"/>
                  <a:pt x="115470" y="50405"/>
                </a:cubicBezTo>
                <a:close/>
                <a:moveTo>
                  <a:pt x="29720" y="40423"/>
                </a:moveTo>
                <a:cubicBezTo>
                  <a:pt x="32234" y="41991"/>
                  <a:pt x="34898" y="43908"/>
                  <a:pt x="37511" y="45999"/>
                </a:cubicBezTo>
                <a:cubicBezTo>
                  <a:pt x="35520" y="48139"/>
                  <a:pt x="33603" y="50355"/>
                  <a:pt x="31836" y="52595"/>
                </a:cubicBezTo>
                <a:cubicBezTo>
                  <a:pt x="29546" y="50728"/>
                  <a:pt x="27331" y="48762"/>
                  <a:pt x="25339" y="46820"/>
                </a:cubicBezTo>
                <a:cubicBezTo>
                  <a:pt x="26584" y="44680"/>
                  <a:pt x="28077" y="42539"/>
                  <a:pt x="29720" y="40423"/>
                </a:cubicBezTo>
                <a:close/>
                <a:moveTo>
                  <a:pt x="64717" y="51500"/>
                </a:moveTo>
                <a:lnTo>
                  <a:pt x="64443" y="51674"/>
                </a:lnTo>
                <a:cubicBezTo>
                  <a:pt x="64418" y="51724"/>
                  <a:pt x="64393" y="51749"/>
                  <a:pt x="64344" y="51749"/>
                </a:cubicBezTo>
                <a:cubicBezTo>
                  <a:pt x="64169" y="51873"/>
                  <a:pt x="63995" y="51998"/>
                  <a:pt x="63846" y="52122"/>
                </a:cubicBezTo>
                <a:cubicBezTo>
                  <a:pt x="63600" y="52294"/>
                  <a:pt x="63379" y="52490"/>
                  <a:pt x="63181" y="52639"/>
                </a:cubicBezTo>
                <a:lnTo>
                  <a:pt x="63181" y="52639"/>
                </a:lnTo>
                <a:cubicBezTo>
                  <a:pt x="63541" y="52296"/>
                  <a:pt x="63978" y="51972"/>
                  <a:pt x="64393" y="51649"/>
                </a:cubicBezTo>
                <a:cubicBezTo>
                  <a:pt x="64418" y="51624"/>
                  <a:pt x="64468" y="51599"/>
                  <a:pt x="64518" y="51550"/>
                </a:cubicBezTo>
                <a:cubicBezTo>
                  <a:pt x="64543" y="51525"/>
                  <a:pt x="64568" y="51500"/>
                  <a:pt x="64593" y="51500"/>
                </a:cubicBezTo>
                <a:close/>
                <a:moveTo>
                  <a:pt x="37636" y="46123"/>
                </a:moveTo>
                <a:cubicBezTo>
                  <a:pt x="37660" y="46123"/>
                  <a:pt x="37660" y="46148"/>
                  <a:pt x="37685" y="46148"/>
                </a:cubicBezTo>
                <a:cubicBezTo>
                  <a:pt x="35694" y="48289"/>
                  <a:pt x="33802" y="50504"/>
                  <a:pt x="32035" y="52744"/>
                </a:cubicBezTo>
                <a:cubicBezTo>
                  <a:pt x="31985" y="52744"/>
                  <a:pt x="31985" y="52719"/>
                  <a:pt x="31960" y="52719"/>
                </a:cubicBezTo>
                <a:cubicBezTo>
                  <a:pt x="33728" y="50479"/>
                  <a:pt x="35644" y="48264"/>
                  <a:pt x="37636" y="46123"/>
                </a:cubicBezTo>
                <a:close/>
                <a:moveTo>
                  <a:pt x="63099" y="52719"/>
                </a:moveTo>
                <a:lnTo>
                  <a:pt x="63074" y="52744"/>
                </a:lnTo>
                <a:cubicBezTo>
                  <a:pt x="63069" y="52747"/>
                  <a:pt x="63064" y="52750"/>
                  <a:pt x="63059" y="52753"/>
                </a:cubicBezTo>
                <a:lnTo>
                  <a:pt x="63059" y="52753"/>
                </a:lnTo>
                <a:lnTo>
                  <a:pt x="63099" y="52719"/>
                </a:lnTo>
                <a:close/>
                <a:moveTo>
                  <a:pt x="25215" y="46945"/>
                </a:moveTo>
                <a:cubicBezTo>
                  <a:pt x="27206" y="48911"/>
                  <a:pt x="29421" y="50853"/>
                  <a:pt x="31711" y="52719"/>
                </a:cubicBezTo>
                <a:cubicBezTo>
                  <a:pt x="31687" y="52744"/>
                  <a:pt x="31687" y="52769"/>
                  <a:pt x="31662" y="52769"/>
                </a:cubicBezTo>
                <a:cubicBezTo>
                  <a:pt x="29372" y="50927"/>
                  <a:pt x="27181" y="48986"/>
                  <a:pt x="25190" y="47019"/>
                </a:cubicBezTo>
                <a:cubicBezTo>
                  <a:pt x="25190" y="46994"/>
                  <a:pt x="25215" y="46994"/>
                  <a:pt x="25215" y="46945"/>
                </a:cubicBezTo>
                <a:close/>
                <a:moveTo>
                  <a:pt x="48662" y="37088"/>
                </a:moveTo>
                <a:cubicBezTo>
                  <a:pt x="50330" y="39303"/>
                  <a:pt x="52023" y="41469"/>
                  <a:pt x="53765" y="43435"/>
                </a:cubicBezTo>
                <a:cubicBezTo>
                  <a:pt x="53889" y="43559"/>
                  <a:pt x="53989" y="43709"/>
                  <a:pt x="54113" y="43833"/>
                </a:cubicBezTo>
                <a:cubicBezTo>
                  <a:pt x="54313" y="44032"/>
                  <a:pt x="54487" y="44207"/>
                  <a:pt x="54636" y="44431"/>
                </a:cubicBezTo>
                <a:cubicBezTo>
                  <a:pt x="51525" y="47119"/>
                  <a:pt x="48588" y="49932"/>
                  <a:pt x="45874" y="52869"/>
                </a:cubicBezTo>
                <a:cubicBezTo>
                  <a:pt x="43734" y="50728"/>
                  <a:pt x="41295" y="48538"/>
                  <a:pt x="38756" y="46497"/>
                </a:cubicBezTo>
                <a:cubicBezTo>
                  <a:pt x="41519" y="43062"/>
                  <a:pt x="44879" y="39826"/>
                  <a:pt x="48662" y="37088"/>
                </a:cubicBezTo>
                <a:close/>
                <a:moveTo>
                  <a:pt x="31836" y="52844"/>
                </a:moveTo>
                <a:cubicBezTo>
                  <a:pt x="31861" y="52844"/>
                  <a:pt x="31861" y="52869"/>
                  <a:pt x="31911" y="52869"/>
                </a:cubicBezTo>
                <a:cubicBezTo>
                  <a:pt x="31911" y="52894"/>
                  <a:pt x="31861" y="52894"/>
                  <a:pt x="31861" y="52919"/>
                </a:cubicBezTo>
                <a:cubicBezTo>
                  <a:pt x="31836" y="52919"/>
                  <a:pt x="31836" y="52894"/>
                  <a:pt x="31811" y="52894"/>
                </a:cubicBezTo>
                <a:cubicBezTo>
                  <a:pt x="31811" y="52869"/>
                  <a:pt x="31836" y="52869"/>
                  <a:pt x="31836" y="52844"/>
                </a:cubicBezTo>
                <a:close/>
                <a:moveTo>
                  <a:pt x="114848" y="52097"/>
                </a:moveTo>
                <a:cubicBezTo>
                  <a:pt x="114873" y="52296"/>
                  <a:pt x="114922" y="52545"/>
                  <a:pt x="114947" y="52769"/>
                </a:cubicBezTo>
                <a:cubicBezTo>
                  <a:pt x="114947" y="52819"/>
                  <a:pt x="114922" y="52894"/>
                  <a:pt x="114922" y="52919"/>
                </a:cubicBezTo>
                <a:cubicBezTo>
                  <a:pt x="114922" y="52719"/>
                  <a:pt x="114873" y="52470"/>
                  <a:pt x="114823" y="52222"/>
                </a:cubicBezTo>
                <a:cubicBezTo>
                  <a:pt x="114823" y="52172"/>
                  <a:pt x="114848" y="52122"/>
                  <a:pt x="114848" y="52097"/>
                </a:cubicBezTo>
                <a:close/>
                <a:moveTo>
                  <a:pt x="115968" y="48762"/>
                </a:moveTo>
                <a:cubicBezTo>
                  <a:pt x="115769" y="50131"/>
                  <a:pt x="115495" y="51525"/>
                  <a:pt x="115146" y="52968"/>
                </a:cubicBezTo>
                <a:cubicBezTo>
                  <a:pt x="115146" y="52894"/>
                  <a:pt x="115146" y="52844"/>
                  <a:pt x="115122" y="52769"/>
                </a:cubicBezTo>
                <a:cubicBezTo>
                  <a:pt x="115445" y="51550"/>
                  <a:pt x="115694" y="50380"/>
                  <a:pt x="115843" y="49185"/>
                </a:cubicBezTo>
                <a:cubicBezTo>
                  <a:pt x="115868" y="49036"/>
                  <a:pt x="115943" y="48911"/>
                  <a:pt x="115968" y="48762"/>
                </a:cubicBezTo>
                <a:close/>
                <a:moveTo>
                  <a:pt x="38656" y="46621"/>
                </a:moveTo>
                <a:cubicBezTo>
                  <a:pt x="41170" y="48662"/>
                  <a:pt x="43609" y="50803"/>
                  <a:pt x="45750" y="52968"/>
                </a:cubicBezTo>
                <a:cubicBezTo>
                  <a:pt x="45750" y="52993"/>
                  <a:pt x="45725" y="52993"/>
                  <a:pt x="45725" y="53018"/>
                </a:cubicBezTo>
                <a:cubicBezTo>
                  <a:pt x="43560" y="50877"/>
                  <a:pt x="41145" y="48687"/>
                  <a:pt x="38631" y="46671"/>
                </a:cubicBezTo>
                <a:cubicBezTo>
                  <a:pt x="38631" y="46646"/>
                  <a:pt x="38656" y="46646"/>
                  <a:pt x="38656" y="46621"/>
                </a:cubicBezTo>
                <a:close/>
                <a:moveTo>
                  <a:pt x="54810" y="44555"/>
                </a:moveTo>
                <a:cubicBezTo>
                  <a:pt x="54810" y="44580"/>
                  <a:pt x="54835" y="44580"/>
                  <a:pt x="54835" y="44605"/>
                </a:cubicBezTo>
                <a:cubicBezTo>
                  <a:pt x="51724" y="47268"/>
                  <a:pt x="48787" y="50106"/>
                  <a:pt x="46049" y="53018"/>
                </a:cubicBezTo>
                <a:lnTo>
                  <a:pt x="46024" y="52993"/>
                </a:lnTo>
                <a:cubicBezTo>
                  <a:pt x="48762" y="50056"/>
                  <a:pt x="51699" y="47243"/>
                  <a:pt x="54810" y="44555"/>
                </a:cubicBezTo>
                <a:close/>
                <a:moveTo>
                  <a:pt x="77860" y="44879"/>
                </a:moveTo>
                <a:cubicBezTo>
                  <a:pt x="77909" y="44929"/>
                  <a:pt x="77959" y="45003"/>
                  <a:pt x="78009" y="45028"/>
                </a:cubicBezTo>
                <a:lnTo>
                  <a:pt x="78108" y="45401"/>
                </a:lnTo>
                <a:cubicBezTo>
                  <a:pt x="78133" y="45501"/>
                  <a:pt x="78133" y="45576"/>
                  <a:pt x="78158" y="45675"/>
                </a:cubicBezTo>
                <a:cubicBezTo>
                  <a:pt x="78208" y="45775"/>
                  <a:pt x="78208" y="45849"/>
                  <a:pt x="78208" y="45949"/>
                </a:cubicBezTo>
                <a:lnTo>
                  <a:pt x="78208" y="46049"/>
                </a:lnTo>
                <a:cubicBezTo>
                  <a:pt x="78233" y="46173"/>
                  <a:pt x="78233" y="46298"/>
                  <a:pt x="78258" y="46397"/>
                </a:cubicBezTo>
                <a:cubicBezTo>
                  <a:pt x="78258" y="46497"/>
                  <a:pt x="78258" y="46571"/>
                  <a:pt x="78283" y="46646"/>
                </a:cubicBezTo>
                <a:cubicBezTo>
                  <a:pt x="78283" y="46795"/>
                  <a:pt x="78333" y="46945"/>
                  <a:pt x="78333" y="47144"/>
                </a:cubicBezTo>
                <a:lnTo>
                  <a:pt x="78333" y="47243"/>
                </a:lnTo>
                <a:cubicBezTo>
                  <a:pt x="78357" y="48115"/>
                  <a:pt x="78258" y="49036"/>
                  <a:pt x="78084" y="50006"/>
                </a:cubicBezTo>
                <a:lnTo>
                  <a:pt x="78084" y="50056"/>
                </a:lnTo>
                <a:cubicBezTo>
                  <a:pt x="77884" y="51027"/>
                  <a:pt x="77636" y="52022"/>
                  <a:pt x="77287" y="53018"/>
                </a:cubicBezTo>
                <a:cubicBezTo>
                  <a:pt x="75968" y="51599"/>
                  <a:pt x="74922" y="50131"/>
                  <a:pt x="74225" y="48662"/>
                </a:cubicBezTo>
                <a:cubicBezTo>
                  <a:pt x="74972" y="47542"/>
                  <a:pt x="75669" y="46447"/>
                  <a:pt x="76341" y="45327"/>
                </a:cubicBezTo>
                <a:cubicBezTo>
                  <a:pt x="76441" y="45277"/>
                  <a:pt x="76615" y="45227"/>
                  <a:pt x="76789" y="45177"/>
                </a:cubicBezTo>
                <a:cubicBezTo>
                  <a:pt x="77163" y="45053"/>
                  <a:pt x="77511" y="44953"/>
                  <a:pt x="77860" y="44879"/>
                </a:cubicBezTo>
                <a:close/>
                <a:moveTo>
                  <a:pt x="69795" y="48388"/>
                </a:moveTo>
                <a:cubicBezTo>
                  <a:pt x="69372" y="49060"/>
                  <a:pt x="68824" y="49907"/>
                  <a:pt x="68177" y="50853"/>
                </a:cubicBezTo>
                <a:cubicBezTo>
                  <a:pt x="68077" y="50977"/>
                  <a:pt x="68003" y="51126"/>
                  <a:pt x="67903" y="51251"/>
                </a:cubicBezTo>
                <a:cubicBezTo>
                  <a:pt x="67580" y="51649"/>
                  <a:pt x="67206" y="52172"/>
                  <a:pt x="66659" y="52919"/>
                </a:cubicBezTo>
                <a:cubicBezTo>
                  <a:pt x="66659" y="52919"/>
                  <a:pt x="66634" y="52968"/>
                  <a:pt x="66634" y="52993"/>
                </a:cubicBezTo>
                <a:cubicBezTo>
                  <a:pt x="66634" y="53018"/>
                  <a:pt x="66584" y="53018"/>
                  <a:pt x="66584" y="53043"/>
                </a:cubicBezTo>
                <a:lnTo>
                  <a:pt x="66484" y="53043"/>
                </a:lnTo>
                <a:cubicBezTo>
                  <a:pt x="66484" y="53018"/>
                  <a:pt x="66534" y="52993"/>
                  <a:pt x="66534" y="52993"/>
                </a:cubicBezTo>
                <a:cubicBezTo>
                  <a:pt x="66559" y="52919"/>
                  <a:pt x="66584" y="52894"/>
                  <a:pt x="66584" y="52894"/>
                </a:cubicBezTo>
                <a:lnTo>
                  <a:pt x="66659" y="52844"/>
                </a:lnTo>
                <a:cubicBezTo>
                  <a:pt x="67082" y="52271"/>
                  <a:pt x="67480" y="51724"/>
                  <a:pt x="67853" y="51176"/>
                </a:cubicBezTo>
                <a:cubicBezTo>
                  <a:pt x="67928" y="51126"/>
                  <a:pt x="67953" y="51027"/>
                  <a:pt x="68028" y="50977"/>
                </a:cubicBezTo>
                <a:cubicBezTo>
                  <a:pt x="68152" y="50803"/>
                  <a:pt x="68227" y="50653"/>
                  <a:pt x="68326" y="50529"/>
                </a:cubicBezTo>
                <a:cubicBezTo>
                  <a:pt x="68650" y="50106"/>
                  <a:pt x="68849" y="49782"/>
                  <a:pt x="69197" y="49260"/>
                </a:cubicBezTo>
                <a:lnTo>
                  <a:pt x="69770" y="48413"/>
                </a:lnTo>
                <a:lnTo>
                  <a:pt x="69795" y="48388"/>
                </a:lnTo>
                <a:close/>
                <a:moveTo>
                  <a:pt x="45874" y="53093"/>
                </a:moveTo>
                <a:lnTo>
                  <a:pt x="45899" y="53118"/>
                </a:lnTo>
                <a:cubicBezTo>
                  <a:pt x="45899" y="53143"/>
                  <a:pt x="45874" y="53143"/>
                  <a:pt x="45874" y="53167"/>
                </a:cubicBezTo>
                <a:cubicBezTo>
                  <a:pt x="45874" y="53167"/>
                  <a:pt x="45874" y="53143"/>
                  <a:pt x="45850" y="53143"/>
                </a:cubicBezTo>
                <a:cubicBezTo>
                  <a:pt x="45850" y="53118"/>
                  <a:pt x="45874" y="53118"/>
                  <a:pt x="45874" y="53093"/>
                </a:cubicBezTo>
                <a:close/>
                <a:moveTo>
                  <a:pt x="72384" y="47019"/>
                </a:moveTo>
                <a:lnTo>
                  <a:pt x="72384" y="47019"/>
                </a:lnTo>
                <a:cubicBezTo>
                  <a:pt x="71562" y="49036"/>
                  <a:pt x="70492" y="51126"/>
                  <a:pt x="69123" y="53167"/>
                </a:cubicBezTo>
                <a:cubicBezTo>
                  <a:pt x="68409" y="52979"/>
                  <a:pt x="67808" y="52891"/>
                  <a:pt x="67321" y="52891"/>
                </a:cubicBezTo>
                <a:cubicBezTo>
                  <a:pt x="67163" y="52891"/>
                  <a:pt x="67017" y="52900"/>
                  <a:pt x="66883" y="52919"/>
                </a:cubicBezTo>
                <a:cubicBezTo>
                  <a:pt x="67156" y="52595"/>
                  <a:pt x="67405" y="52246"/>
                  <a:pt x="67629" y="51923"/>
                </a:cubicBezTo>
                <a:cubicBezTo>
                  <a:pt x="67704" y="51798"/>
                  <a:pt x="67804" y="51674"/>
                  <a:pt x="67878" y="51550"/>
                </a:cubicBezTo>
                <a:cubicBezTo>
                  <a:pt x="68003" y="51400"/>
                  <a:pt x="68077" y="51251"/>
                  <a:pt x="68177" y="51126"/>
                </a:cubicBezTo>
                <a:cubicBezTo>
                  <a:pt x="68252" y="51052"/>
                  <a:pt x="68276" y="50977"/>
                  <a:pt x="68326" y="50902"/>
                </a:cubicBezTo>
                <a:cubicBezTo>
                  <a:pt x="68376" y="50877"/>
                  <a:pt x="68401" y="50803"/>
                  <a:pt x="68426" y="50778"/>
                </a:cubicBezTo>
                <a:cubicBezTo>
                  <a:pt x="68501" y="50678"/>
                  <a:pt x="68550" y="50604"/>
                  <a:pt x="68650" y="50504"/>
                </a:cubicBezTo>
                <a:lnTo>
                  <a:pt x="69023" y="49932"/>
                </a:lnTo>
                <a:cubicBezTo>
                  <a:pt x="69123" y="49807"/>
                  <a:pt x="69173" y="49683"/>
                  <a:pt x="69272" y="49533"/>
                </a:cubicBezTo>
                <a:cubicBezTo>
                  <a:pt x="69571" y="49060"/>
                  <a:pt x="69870" y="48637"/>
                  <a:pt x="70168" y="48164"/>
                </a:cubicBezTo>
                <a:cubicBezTo>
                  <a:pt x="70442" y="48015"/>
                  <a:pt x="70691" y="47891"/>
                  <a:pt x="70940" y="47716"/>
                </a:cubicBezTo>
                <a:cubicBezTo>
                  <a:pt x="71512" y="47442"/>
                  <a:pt x="71985" y="47194"/>
                  <a:pt x="72384" y="47019"/>
                </a:cubicBezTo>
                <a:close/>
                <a:moveTo>
                  <a:pt x="78208" y="45202"/>
                </a:moveTo>
                <a:lnTo>
                  <a:pt x="78233" y="45227"/>
                </a:lnTo>
                <a:lnTo>
                  <a:pt x="78258" y="45277"/>
                </a:lnTo>
                <a:cubicBezTo>
                  <a:pt x="78258" y="45302"/>
                  <a:pt x="78258" y="45327"/>
                  <a:pt x="78283" y="45352"/>
                </a:cubicBezTo>
                <a:cubicBezTo>
                  <a:pt x="78333" y="45451"/>
                  <a:pt x="78333" y="45526"/>
                  <a:pt x="78333" y="45601"/>
                </a:cubicBezTo>
                <a:cubicBezTo>
                  <a:pt x="78333" y="45650"/>
                  <a:pt x="78333" y="45675"/>
                  <a:pt x="78357" y="45700"/>
                </a:cubicBezTo>
                <a:cubicBezTo>
                  <a:pt x="78382" y="45825"/>
                  <a:pt x="78382" y="45924"/>
                  <a:pt x="78407" y="46049"/>
                </a:cubicBezTo>
                <a:cubicBezTo>
                  <a:pt x="78482" y="46273"/>
                  <a:pt x="78482" y="46372"/>
                  <a:pt x="78482" y="46447"/>
                </a:cubicBezTo>
                <a:lnTo>
                  <a:pt x="78482" y="46546"/>
                </a:lnTo>
                <a:cubicBezTo>
                  <a:pt x="78482" y="46671"/>
                  <a:pt x="78507" y="46770"/>
                  <a:pt x="78507" y="46895"/>
                </a:cubicBezTo>
                <a:lnTo>
                  <a:pt x="78507" y="47243"/>
                </a:lnTo>
                <a:lnTo>
                  <a:pt x="78507" y="47293"/>
                </a:lnTo>
                <a:lnTo>
                  <a:pt x="78507" y="47667"/>
                </a:lnTo>
                <a:lnTo>
                  <a:pt x="78507" y="48040"/>
                </a:lnTo>
                <a:lnTo>
                  <a:pt x="78507" y="48065"/>
                </a:lnTo>
                <a:cubicBezTo>
                  <a:pt x="78507" y="48189"/>
                  <a:pt x="78507" y="48314"/>
                  <a:pt x="78482" y="48438"/>
                </a:cubicBezTo>
                <a:cubicBezTo>
                  <a:pt x="78482" y="48563"/>
                  <a:pt x="78432" y="48687"/>
                  <a:pt x="78432" y="48836"/>
                </a:cubicBezTo>
                <a:cubicBezTo>
                  <a:pt x="78432" y="48961"/>
                  <a:pt x="78407" y="49135"/>
                  <a:pt x="78382" y="49260"/>
                </a:cubicBezTo>
                <a:cubicBezTo>
                  <a:pt x="78357" y="49384"/>
                  <a:pt x="78357" y="49508"/>
                  <a:pt x="78308" y="49633"/>
                </a:cubicBezTo>
                <a:cubicBezTo>
                  <a:pt x="78283" y="49782"/>
                  <a:pt x="78258" y="49907"/>
                  <a:pt x="78258" y="50056"/>
                </a:cubicBezTo>
                <a:cubicBezTo>
                  <a:pt x="78233" y="50180"/>
                  <a:pt x="78233" y="50305"/>
                  <a:pt x="78208" y="50429"/>
                </a:cubicBezTo>
                <a:cubicBezTo>
                  <a:pt x="78158" y="50579"/>
                  <a:pt x="78133" y="50753"/>
                  <a:pt x="78108" y="50877"/>
                </a:cubicBezTo>
                <a:lnTo>
                  <a:pt x="78009" y="51251"/>
                </a:lnTo>
                <a:cubicBezTo>
                  <a:pt x="77984" y="51400"/>
                  <a:pt x="77909" y="51550"/>
                  <a:pt x="77884" y="51674"/>
                </a:cubicBezTo>
                <a:lnTo>
                  <a:pt x="77785" y="52047"/>
                </a:lnTo>
                <a:lnTo>
                  <a:pt x="77785" y="52072"/>
                </a:lnTo>
                <a:cubicBezTo>
                  <a:pt x="77760" y="52246"/>
                  <a:pt x="77685" y="52371"/>
                  <a:pt x="77660" y="52520"/>
                </a:cubicBezTo>
                <a:cubicBezTo>
                  <a:pt x="77636" y="52645"/>
                  <a:pt x="77586" y="52794"/>
                  <a:pt x="77536" y="52919"/>
                </a:cubicBezTo>
                <a:lnTo>
                  <a:pt x="77536" y="52943"/>
                </a:lnTo>
                <a:cubicBezTo>
                  <a:pt x="77511" y="53043"/>
                  <a:pt x="77486" y="53118"/>
                  <a:pt x="77461" y="53192"/>
                </a:cubicBezTo>
                <a:lnTo>
                  <a:pt x="77412" y="53167"/>
                </a:lnTo>
                <a:lnTo>
                  <a:pt x="77387" y="53143"/>
                </a:lnTo>
                <a:cubicBezTo>
                  <a:pt x="77387" y="53118"/>
                  <a:pt x="77387" y="53118"/>
                  <a:pt x="77412" y="53068"/>
                </a:cubicBezTo>
                <a:cubicBezTo>
                  <a:pt x="77461" y="52993"/>
                  <a:pt x="77486" y="52894"/>
                  <a:pt x="77511" y="52819"/>
                </a:cubicBezTo>
                <a:cubicBezTo>
                  <a:pt x="77611" y="52620"/>
                  <a:pt x="77660" y="52371"/>
                  <a:pt x="77735" y="52147"/>
                </a:cubicBezTo>
                <a:lnTo>
                  <a:pt x="77735" y="52122"/>
                </a:lnTo>
                <a:cubicBezTo>
                  <a:pt x="77760" y="52022"/>
                  <a:pt x="77785" y="51898"/>
                  <a:pt x="77835" y="51798"/>
                </a:cubicBezTo>
                <a:cubicBezTo>
                  <a:pt x="77835" y="51774"/>
                  <a:pt x="77835" y="51774"/>
                  <a:pt x="77860" y="51749"/>
                </a:cubicBezTo>
                <a:cubicBezTo>
                  <a:pt x="77909" y="51525"/>
                  <a:pt x="77984" y="51276"/>
                  <a:pt x="78034" y="51052"/>
                </a:cubicBezTo>
                <a:lnTo>
                  <a:pt x="78034" y="51027"/>
                </a:lnTo>
                <a:cubicBezTo>
                  <a:pt x="78084" y="50927"/>
                  <a:pt x="78108" y="50803"/>
                  <a:pt x="78108" y="50728"/>
                </a:cubicBezTo>
                <a:lnTo>
                  <a:pt x="78108" y="50678"/>
                </a:lnTo>
                <a:cubicBezTo>
                  <a:pt x="78158" y="50429"/>
                  <a:pt x="78208" y="50180"/>
                  <a:pt x="78258" y="49932"/>
                </a:cubicBezTo>
                <a:cubicBezTo>
                  <a:pt x="78258" y="49857"/>
                  <a:pt x="78283" y="49757"/>
                  <a:pt x="78283" y="49683"/>
                </a:cubicBezTo>
                <a:cubicBezTo>
                  <a:pt x="78283" y="49633"/>
                  <a:pt x="78333" y="49533"/>
                  <a:pt x="78333" y="49484"/>
                </a:cubicBezTo>
                <a:lnTo>
                  <a:pt x="78333" y="49434"/>
                </a:lnTo>
                <a:cubicBezTo>
                  <a:pt x="78357" y="49235"/>
                  <a:pt x="78382" y="49011"/>
                  <a:pt x="78407" y="48762"/>
                </a:cubicBezTo>
                <a:lnTo>
                  <a:pt x="78407" y="48737"/>
                </a:lnTo>
                <a:lnTo>
                  <a:pt x="78407" y="48637"/>
                </a:lnTo>
                <a:cubicBezTo>
                  <a:pt x="78457" y="48438"/>
                  <a:pt x="78457" y="48264"/>
                  <a:pt x="78457" y="48065"/>
                </a:cubicBezTo>
                <a:lnTo>
                  <a:pt x="78457" y="47816"/>
                </a:lnTo>
                <a:lnTo>
                  <a:pt x="78457" y="47791"/>
                </a:lnTo>
                <a:lnTo>
                  <a:pt x="78457" y="47393"/>
                </a:lnTo>
                <a:lnTo>
                  <a:pt x="78457" y="47069"/>
                </a:lnTo>
                <a:lnTo>
                  <a:pt x="78457" y="47044"/>
                </a:lnTo>
                <a:lnTo>
                  <a:pt x="78457" y="46945"/>
                </a:lnTo>
                <a:cubicBezTo>
                  <a:pt x="78457" y="46845"/>
                  <a:pt x="78457" y="46795"/>
                  <a:pt x="78407" y="46696"/>
                </a:cubicBezTo>
                <a:cubicBezTo>
                  <a:pt x="78407" y="46571"/>
                  <a:pt x="78407" y="46422"/>
                  <a:pt x="78382" y="46298"/>
                </a:cubicBezTo>
                <a:cubicBezTo>
                  <a:pt x="78382" y="46198"/>
                  <a:pt x="78357" y="46098"/>
                  <a:pt x="78357" y="46024"/>
                </a:cubicBezTo>
                <a:cubicBezTo>
                  <a:pt x="78333" y="45849"/>
                  <a:pt x="78333" y="45700"/>
                  <a:pt x="78283" y="45576"/>
                </a:cubicBezTo>
                <a:cubicBezTo>
                  <a:pt x="78283" y="45551"/>
                  <a:pt x="78258" y="45476"/>
                  <a:pt x="78258" y="45451"/>
                </a:cubicBezTo>
                <a:cubicBezTo>
                  <a:pt x="78258" y="45426"/>
                  <a:pt x="78258" y="45401"/>
                  <a:pt x="78233" y="45352"/>
                </a:cubicBezTo>
                <a:lnTo>
                  <a:pt x="78233" y="45327"/>
                </a:lnTo>
                <a:cubicBezTo>
                  <a:pt x="78233" y="45302"/>
                  <a:pt x="78208" y="45227"/>
                  <a:pt x="78208" y="45202"/>
                </a:cubicBezTo>
                <a:close/>
                <a:moveTo>
                  <a:pt x="72757" y="46820"/>
                </a:moveTo>
                <a:cubicBezTo>
                  <a:pt x="71911" y="48936"/>
                  <a:pt x="70766" y="51101"/>
                  <a:pt x="69372" y="53267"/>
                </a:cubicBezTo>
                <a:cubicBezTo>
                  <a:pt x="69322" y="53267"/>
                  <a:pt x="69322" y="53267"/>
                  <a:pt x="69297" y="53242"/>
                </a:cubicBezTo>
                <a:cubicBezTo>
                  <a:pt x="70691" y="51126"/>
                  <a:pt x="71811" y="48936"/>
                  <a:pt x="72657" y="46870"/>
                </a:cubicBezTo>
                <a:cubicBezTo>
                  <a:pt x="72682" y="46870"/>
                  <a:pt x="72732" y="46820"/>
                  <a:pt x="72757" y="46820"/>
                </a:cubicBezTo>
                <a:close/>
                <a:moveTo>
                  <a:pt x="74026" y="48861"/>
                </a:moveTo>
                <a:cubicBezTo>
                  <a:pt x="74773" y="50355"/>
                  <a:pt x="75819" y="51798"/>
                  <a:pt x="77163" y="53242"/>
                </a:cubicBezTo>
                <a:cubicBezTo>
                  <a:pt x="77163" y="53267"/>
                  <a:pt x="77138" y="53267"/>
                  <a:pt x="77138" y="53292"/>
                </a:cubicBezTo>
                <a:cubicBezTo>
                  <a:pt x="75794" y="51873"/>
                  <a:pt x="74748" y="50380"/>
                  <a:pt x="74001" y="48911"/>
                </a:cubicBezTo>
                <a:cubicBezTo>
                  <a:pt x="74001" y="48886"/>
                  <a:pt x="74026" y="48886"/>
                  <a:pt x="74026" y="48861"/>
                </a:cubicBezTo>
                <a:close/>
                <a:moveTo>
                  <a:pt x="67331" y="53068"/>
                </a:moveTo>
                <a:cubicBezTo>
                  <a:pt x="67779" y="53068"/>
                  <a:pt x="68326" y="53167"/>
                  <a:pt x="68998" y="53367"/>
                </a:cubicBezTo>
                <a:cubicBezTo>
                  <a:pt x="68998" y="53391"/>
                  <a:pt x="68949" y="53391"/>
                  <a:pt x="68949" y="53416"/>
                </a:cubicBezTo>
                <a:cubicBezTo>
                  <a:pt x="68325" y="53249"/>
                  <a:pt x="67794" y="53165"/>
                  <a:pt x="67356" y="53165"/>
                </a:cubicBezTo>
                <a:cubicBezTo>
                  <a:pt x="67078" y="53165"/>
                  <a:pt x="66837" y="53199"/>
                  <a:pt x="66634" y="53267"/>
                </a:cubicBezTo>
                <a:cubicBezTo>
                  <a:pt x="66659" y="53242"/>
                  <a:pt x="66683" y="53217"/>
                  <a:pt x="66683" y="53167"/>
                </a:cubicBezTo>
                <a:cubicBezTo>
                  <a:pt x="66883" y="53118"/>
                  <a:pt x="67082" y="53068"/>
                  <a:pt x="67331" y="53068"/>
                </a:cubicBezTo>
                <a:close/>
                <a:moveTo>
                  <a:pt x="54960" y="44704"/>
                </a:moveTo>
                <a:cubicBezTo>
                  <a:pt x="55109" y="44879"/>
                  <a:pt x="55234" y="45028"/>
                  <a:pt x="55383" y="45177"/>
                </a:cubicBezTo>
                <a:cubicBezTo>
                  <a:pt x="55209" y="45302"/>
                  <a:pt x="55059" y="45426"/>
                  <a:pt x="54860" y="45551"/>
                </a:cubicBezTo>
                <a:lnTo>
                  <a:pt x="54835" y="45551"/>
                </a:lnTo>
                <a:cubicBezTo>
                  <a:pt x="54761" y="45576"/>
                  <a:pt x="54736" y="45601"/>
                  <a:pt x="54686" y="45650"/>
                </a:cubicBezTo>
                <a:cubicBezTo>
                  <a:pt x="54636" y="45675"/>
                  <a:pt x="54586" y="45700"/>
                  <a:pt x="54561" y="45750"/>
                </a:cubicBezTo>
                <a:lnTo>
                  <a:pt x="53715" y="46397"/>
                </a:lnTo>
                <a:lnTo>
                  <a:pt x="53641" y="46447"/>
                </a:lnTo>
                <a:cubicBezTo>
                  <a:pt x="53616" y="46472"/>
                  <a:pt x="53591" y="46522"/>
                  <a:pt x="53566" y="46522"/>
                </a:cubicBezTo>
                <a:cubicBezTo>
                  <a:pt x="53018" y="46945"/>
                  <a:pt x="52496" y="47393"/>
                  <a:pt x="51973" y="47866"/>
                </a:cubicBezTo>
                <a:lnTo>
                  <a:pt x="51873" y="47940"/>
                </a:lnTo>
                <a:cubicBezTo>
                  <a:pt x="51823" y="48015"/>
                  <a:pt x="51749" y="48040"/>
                  <a:pt x="51699" y="48115"/>
                </a:cubicBezTo>
                <a:cubicBezTo>
                  <a:pt x="51624" y="48139"/>
                  <a:pt x="51599" y="48189"/>
                  <a:pt x="51525" y="48239"/>
                </a:cubicBezTo>
                <a:lnTo>
                  <a:pt x="51450" y="48314"/>
                </a:lnTo>
                <a:cubicBezTo>
                  <a:pt x="51002" y="48737"/>
                  <a:pt x="50604" y="49110"/>
                  <a:pt x="50156" y="49508"/>
                </a:cubicBezTo>
                <a:lnTo>
                  <a:pt x="49982" y="49683"/>
                </a:lnTo>
                <a:lnTo>
                  <a:pt x="49658" y="50006"/>
                </a:lnTo>
                <a:lnTo>
                  <a:pt x="49384" y="50280"/>
                </a:lnTo>
                <a:cubicBezTo>
                  <a:pt x="49235" y="50429"/>
                  <a:pt x="49085" y="50629"/>
                  <a:pt x="48911" y="50778"/>
                </a:cubicBezTo>
                <a:cubicBezTo>
                  <a:pt x="48662" y="51027"/>
                  <a:pt x="48413" y="51276"/>
                  <a:pt x="48214" y="51550"/>
                </a:cubicBezTo>
                <a:cubicBezTo>
                  <a:pt x="48164" y="51599"/>
                  <a:pt x="48140" y="51624"/>
                  <a:pt x="48140" y="51649"/>
                </a:cubicBezTo>
                <a:lnTo>
                  <a:pt x="48090" y="51724"/>
                </a:lnTo>
                <a:cubicBezTo>
                  <a:pt x="47542" y="52296"/>
                  <a:pt x="47019" y="52894"/>
                  <a:pt x="46547" y="53491"/>
                </a:cubicBezTo>
                <a:lnTo>
                  <a:pt x="46148" y="53093"/>
                </a:lnTo>
                <a:cubicBezTo>
                  <a:pt x="48911" y="50230"/>
                  <a:pt x="51848" y="47393"/>
                  <a:pt x="54960" y="44704"/>
                </a:cubicBezTo>
                <a:close/>
                <a:moveTo>
                  <a:pt x="69197" y="53391"/>
                </a:moveTo>
                <a:cubicBezTo>
                  <a:pt x="69197" y="53391"/>
                  <a:pt x="69247" y="53416"/>
                  <a:pt x="69272" y="53416"/>
                </a:cubicBezTo>
                <a:cubicBezTo>
                  <a:pt x="69272" y="53466"/>
                  <a:pt x="69247" y="53466"/>
                  <a:pt x="69247" y="53491"/>
                </a:cubicBezTo>
                <a:cubicBezTo>
                  <a:pt x="69197" y="53491"/>
                  <a:pt x="69197" y="53491"/>
                  <a:pt x="69173" y="53466"/>
                </a:cubicBezTo>
                <a:cubicBezTo>
                  <a:pt x="69173" y="53416"/>
                  <a:pt x="69197" y="53416"/>
                  <a:pt x="69197" y="53391"/>
                </a:cubicBezTo>
                <a:close/>
                <a:moveTo>
                  <a:pt x="73006" y="46696"/>
                </a:moveTo>
                <a:cubicBezTo>
                  <a:pt x="73180" y="47318"/>
                  <a:pt x="73404" y="47990"/>
                  <a:pt x="73678" y="48612"/>
                </a:cubicBezTo>
                <a:cubicBezTo>
                  <a:pt x="72558" y="50255"/>
                  <a:pt x="71388" y="51873"/>
                  <a:pt x="70118" y="53491"/>
                </a:cubicBezTo>
                <a:cubicBezTo>
                  <a:pt x="69894" y="53416"/>
                  <a:pt x="69695" y="53367"/>
                  <a:pt x="69546" y="53292"/>
                </a:cubicBezTo>
                <a:cubicBezTo>
                  <a:pt x="70990" y="51101"/>
                  <a:pt x="72135" y="48861"/>
                  <a:pt x="73006" y="46696"/>
                </a:cubicBezTo>
                <a:close/>
                <a:moveTo>
                  <a:pt x="73777" y="48811"/>
                </a:moveTo>
                <a:cubicBezTo>
                  <a:pt x="73777" y="48811"/>
                  <a:pt x="73777" y="48861"/>
                  <a:pt x="73802" y="48861"/>
                </a:cubicBezTo>
                <a:cubicBezTo>
                  <a:pt x="72732" y="50429"/>
                  <a:pt x="71562" y="51998"/>
                  <a:pt x="70367" y="53541"/>
                </a:cubicBezTo>
                <a:lnTo>
                  <a:pt x="70318" y="53541"/>
                </a:lnTo>
                <a:cubicBezTo>
                  <a:pt x="71512" y="52022"/>
                  <a:pt x="72682" y="50429"/>
                  <a:pt x="73777" y="48811"/>
                </a:cubicBezTo>
                <a:close/>
                <a:moveTo>
                  <a:pt x="23522" y="45650"/>
                </a:moveTo>
                <a:lnTo>
                  <a:pt x="23572" y="45675"/>
                </a:lnTo>
                <a:cubicBezTo>
                  <a:pt x="21506" y="48264"/>
                  <a:pt x="19589" y="50902"/>
                  <a:pt x="17772" y="53591"/>
                </a:cubicBezTo>
                <a:lnTo>
                  <a:pt x="17723" y="53591"/>
                </a:lnTo>
                <a:cubicBezTo>
                  <a:pt x="19515" y="50927"/>
                  <a:pt x="21456" y="48264"/>
                  <a:pt x="23522" y="45650"/>
                </a:cubicBezTo>
                <a:close/>
                <a:moveTo>
                  <a:pt x="117710" y="41344"/>
                </a:moveTo>
                <a:lnTo>
                  <a:pt x="117710" y="41344"/>
                </a:lnTo>
                <a:cubicBezTo>
                  <a:pt x="117685" y="41593"/>
                  <a:pt x="117660" y="41842"/>
                  <a:pt x="117660" y="42066"/>
                </a:cubicBezTo>
                <a:cubicBezTo>
                  <a:pt x="117461" y="43584"/>
                  <a:pt x="117212" y="45327"/>
                  <a:pt x="116988" y="46671"/>
                </a:cubicBezTo>
                <a:cubicBezTo>
                  <a:pt x="116839" y="47642"/>
                  <a:pt x="116540" y="49060"/>
                  <a:pt x="116217" y="50156"/>
                </a:cubicBezTo>
                <a:cubicBezTo>
                  <a:pt x="116117" y="50479"/>
                  <a:pt x="116043" y="50778"/>
                  <a:pt x="115943" y="51126"/>
                </a:cubicBezTo>
                <a:cubicBezTo>
                  <a:pt x="115719" y="51923"/>
                  <a:pt x="115470" y="52869"/>
                  <a:pt x="115196" y="53715"/>
                </a:cubicBezTo>
                <a:lnTo>
                  <a:pt x="115196" y="53541"/>
                </a:lnTo>
                <a:cubicBezTo>
                  <a:pt x="115719" y="51599"/>
                  <a:pt x="116067" y="49658"/>
                  <a:pt x="116291" y="47816"/>
                </a:cubicBezTo>
                <a:cubicBezTo>
                  <a:pt x="116914" y="45625"/>
                  <a:pt x="117412" y="43460"/>
                  <a:pt x="117710" y="41344"/>
                </a:cubicBezTo>
                <a:close/>
                <a:moveTo>
                  <a:pt x="46049" y="53267"/>
                </a:moveTo>
                <a:lnTo>
                  <a:pt x="46472" y="53665"/>
                </a:lnTo>
                <a:cubicBezTo>
                  <a:pt x="46472" y="53715"/>
                  <a:pt x="46472" y="53715"/>
                  <a:pt x="46422" y="53740"/>
                </a:cubicBezTo>
                <a:lnTo>
                  <a:pt x="46024" y="53342"/>
                </a:lnTo>
                <a:cubicBezTo>
                  <a:pt x="46024" y="53292"/>
                  <a:pt x="46049" y="53292"/>
                  <a:pt x="46049" y="53267"/>
                </a:cubicBezTo>
                <a:close/>
                <a:moveTo>
                  <a:pt x="69421" y="53491"/>
                </a:moveTo>
                <a:cubicBezTo>
                  <a:pt x="69621" y="53541"/>
                  <a:pt x="69770" y="53615"/>
                  <a:pt x="69944" y="53665"/>
                </a:cubicBezTo>
                <a:cubicBezTo>
                  <a:pt x="69944" y="53690"/>
                  <a:pt x="69919" y="53690"/>
                  <a:pt x="69919" y="53740"/>
                </a:cubicBezTo>
                <a:cubicBezTo>
                  <a:pt x="69720" y="53665"/>
                  <a:pt x="69571" y="53615"/>
                  <a:pt x="69397" y="53541"/>
                </a:cubicBezTo>
                <a:cubicBezTo>
                  <a:pt x="69421" y="53516"/>
                  <a:pt x="69421" y="53491"/>
                  <a:pt x="69421" y="53491"/>
                </a:cubicBezTo>
                <a:close/>
                <a:moveTo>
                  <a:pt x="54494" y="46213"/>
                </a:moveTo>
                <a:cubicBezTo>
                  <a:pt x="54460" y="46240"/>
                  <a:pt x="54425" y="46268"/>
                  <a:pt x="54387" y="46298"/>
                </a:cubicBezTo>
                <a:cubicBezTo>
                  <a:pt x="54238" y="46422"/>
                  <a:pt x="54064" y="46546"/>
                  <a:pt x="53889" y="46696"/>
                </a:cubicBezTo>
                <a:cubicBezTo>
                  <a:pt x="53865" y="46746"/>
                  <a:pt x="53840" y="46746"/>
                  <a:pt x="53815" y="46770"/>
                </a:cubicBezTo>
                <a:cubicBezTo>
                  <a:pt x="53740" y="46820"/>
                  <a:pt x="53641" y="46895"/>
                  <a:pt x="53591" y="46945"/>
                </a:cubicBezTo>
                <a:cubicBezTo>
                  <a:pt x="53566" y="46970"/>
                  <a:pt x="53516" y="46970"/>
                  <a:pt x="53491" y="47019"/>
                </a:cubicBezTo>
                <a:lnTo>
                  <a:pt x="53466" y="47044"/>
                </a:lnTo>
                <a:cubicBezTo>
                  <a:pt x="53267" y="47194"/>
                  <a:pt x="53068" y="47343"/>
                  <a:pt x="52869" y="47542"/>
                </a:cubicBezTo>
                <a:lnTo>
                  <a:pt x="52844" y="47567"/>
                </a:lnTo>
                <a:lnTo>
                  <a:pt x="52769" y="47642"/>
                </a:lnTo>
                <a:cubicBezTo>
                  <a:pt x="52744" y="47642"/>
                  <a:pt x="52744" y="47667"/>
                  <a:pt x="52720" y="47667"/>
                </a:cubicBezTo>
                <a:cubicBezTo>
                  <a:pt x="52122" y="48164"/>
                  <a:pt x="51575" y="48687"/>
                  <a:pt x="51002" y="49210"/>
                </a:cubicBezTo>
                <a:cubicBezTo>
                  <a:pt x="51002" y="49210"/>
                  <a:pt x="50977" y="49210"/>
                  <a:pt x="50977" y="49260"/>
                </a:cubicBezTo>
                <a:lnTo>
                  <a:pt x="50878" y="49334"/>
                </a:lnTo>
                <a:lnTo>
                  <a:pt x="49658" y="50554"/>
                </a:lnTo>
                <a:lnTo>
                  <a:pt x="49608" y="50629"/>
                </a:lnTo>
                <a:lnTo>
                  <a:pt x="49509" y="50703"/>
                </a:lnTo>
                <a:lnTo>
                  <a:pt x="49359" y="50877"/>
                </a:lnTo>
                <a:cubicBezTo>
                  <a:pt x="49011" y="51251"/>
                  <a:pt x="48637" y="51624"/>
                  <a:pt x="48289" y="51998"/>
                </a:cubicBezTo>
                <a:lnTo>
                  <a:pt x="48140" y="52147"/>
                </a:lnTo>
                <a:lnTo>
                  <a:pt x="48040" y="52246"/>
                </a:lnTo>
                <a:cubicBezTo>
                  <a:pt x="48015" y="52271"/>
                  <a:pt x="47990" y="52321"/>
                  <a:pt x="47965" y="52371"/>
                </a:cubicBezTo>
                <a:cubicBezTo>
                  <a:pt x="47916" y="52396"/>
                  <a:pt x="47916" y="52421"/>
                  <a:pt x="47891" y="52421"/>
                </a:cubicBezTo>
                <a:cubicBezTo>
                  <a:pt x="47517" y="52869"/>
                  <a:pt x="47119" y="53317"/>
                  <a:pt x="46746" y="53765"/>
                </a:cubicBezTo>
                <a:lnTo>
                  <a:pt x="46721" y="53740"/>
                </a:lnTo>
                <a:cubicBezTo>
                  <a:pt x="46870" y="53541"/>
                  <a:pt x="46995" y="53367"/>
                  <a:pt x="47144" y="53217"/>
                </a:cubicBezTo>
                <a:cubicBezTo>
                  <a:pt x="47219" y="53118"/>
                  <a:pt x="47293" y="53018"/>
                  <a:pt x="47368" y="52943"/>
                </a:cubicBezTo>
                <a:cubicBezTo>
                  <a:pt x="47766" y="52446"/>
                  <a:pt x="48214" y="51998"/>
                  <a:pt x="48637" y="51500"/>
                </a:cubicBezTo>
                <a:cubicBezTo>
                  <a:pt x="48737" y="51400"/>
                  <a:pt x="48787" y="51301"/>
                  <a:pt x="48886" y="51251"/>
                </a:cubicBezTo>
                <a:cubicBezTo>
                  <a:pt x="49334" y="50778"/>
                  <a:pt x="49782" y="50305"/>
                  <a:pt x="50255" y="49832"/>
                </a:cubicBezTo>
                <a:lnTo>
                  <a:pt x="50479" y="49633"/>
                </a:lnTo>
                <a:cubicBezTo>
                  <a:pt x="50977" y="49160"/>
                  <a:pt x="51450" y="48687"/>
                  <a:pt x="51973" y="48264"/>
                </a:cubicBezTo>
                <a:cubicBezTo>
                  <a:pt x="52023" y="48239"/>
                  <a:pt x="52072" y="48164"/>
                  <a:pt x="52122" y="48139"/>
                </a:cubicBezTo>
                <a:lnTo>
                  <a:pt x="53242" y="47194"/>
                </a:lnTo>
                <a:lnTo>
                  <a:pt x="53715" y="46820"/>
                </a:lnTo>
                <a:lnTo>
                  <a:pt x="53815" y="46721"/>
                </a:lnTo>
                <a:cubicBezTo>
                  <a:pt x="54033" y="46546"/>
                  <a:pt x="54271" y="46371"/>
                  <a:pt x="54494" y="46213"/>
                </a:cubicBezTo>
                <a:close/>
                <a:moveTo>
                  <a:pt x="114997" y="53342"/>
                </a:moveTo>
                <a:lnTo>
                  <a:pt x="114997" y="53541"/>
                </a:lnTo>
                <a:cubicBezTo>
                  <a:pt x="114997" y="53615"/>
                  <a:pt x="114972" y="53715"/>
                  <a:pt x="114947" y="53765"/>
                </a:cubicBezTo>
                <a:lnTo>
                  <a:pt x="114947" y="53541"/>
                </a:lnTo>
                <a:cubicBezTo>
                  <a:pt x="114972" y="53491"/>
                  <a:pt x="114972" y="53391"/>
                  <a:pt x="114997" y="53342"/>
                </a:cubicBezTo>
                <a:close/>
                <a:moveTo>
                  <a:pt x="17673" y="53765"/>
                </a:moveTo>
                <a:cubicBezTo>
                  <a:pt x="17673" y="53790"/>
                  <a:pt x="17648" y="53790"/>
                  <a:pt x="17648" y="53839"/>
                </a:cubicBezTo>
                <a:lnTo>
                  <a:pt x="17598" y="53839"/>
                </a:lnTo>
                <a:cubicBezTo>
                  <a:pt x="17598" y="53790"/>
                  <a:pt x="17623" y="53790"/>
                  <a:pt x="17623" y="53765"/>
                </a:cubicBezTo>
                <a:close/>
                <a:moveTo>
                  <a:pt x="66293" y="53362"/>
                </a:moveTo>
                <a:cubicBezTo>
                  <a:pt x="66172" y="53507"/>
                  <a:pt x="66031" y="53673"/>
                  <a:pt x="65912" y="53839"/>
                </a:cubicBezTo>
                <a:cubicBezTo>
                  <a:pt x="65912" y="53790"/>
                  <a:pt x="65937" y="53765"/>
                  <a:pt x="65937" y="53740"/>
                </a:cubicBezTo>
                <a:lnTo>
                  <a:pt x="65937" y="53690"/>
                </a:lnTo>
                <a:cubicBezTo>
                  <a:pt x="65937" y="53665"/>
                  <a:pt x="65962" y="53640"/>
                  <a:pt x="65962" y="53615"/>
                </a:cubicBezTo>
                <a:cubicBezTo>
                  <a:pt x="66036" y="53516"/>
                  <a:pt x="66086" y="53416"/>
                  <a:pt x="66186" y="53367"/>
                </a:cubicBezTo>
                <a:lnTo>
                  <a:pt x="66211" y="53367"/>
                </a:lnTo>
                <a:cubicBezTo>
                  <a:pt x="66252" y="53367"/>
                  <a:pt x="66278" y="53367"/>
                  <a:pt x="66293" y="53362"/>
                </a:cubicBezTo>
                <a:close/>
                <a:moveTo>
                  <a:pt x="23721" y="45800"/>
                </a:moveTo>
                <a:cubicBezTo>
                  <a:pt x="24070" y="46173"/>
                  <a:pt x="24393" y="46546"/>
                  <a:pt x="24767" y="46895"/>
                </a:cubicBezTo>
                <a:cubicBezTo>
                  <a:pt x="23398" y="49235"/>
                  <a:pt x="22278" y="51599"/>
                  <a:pt x="21456" y="53864"/>
                </a:cubicBezTo>
                <a:cubicBezTo>
                  <a:pt x="20286" y="53715"/>
                  <a:pt x="19166" y="53615"/>
                  <a:pt x="18046" y="53591"/>
                </a:cubicBezTo>
                <a:cubicBezTo>
                  <a:pt x="19789" y="50977"/>
                  <a:pt x="21705" y="48388"/>
                  <a:pt x="23721" y="45800"/>
                </a:cubicBezTo>
                <a:close/>
                <a:moveTo>
                  <a:pt x="24891" y="47019"/>
                </a:moveTo>
                <a:lnTo>
                  <a:pt x="24916" y="47044"/>
                </a:lnTo>
                <a:cubicBezTo>
                  <a:pt x="23597" y="49359"/>
                  <a:pt x="22502" y="51649"/>
                  <a:pt x="21655" y="53889"/>
                </a:cubicBezTo>
                <a:lnTo>
                  <a:pt x="21606" y="53889"/>
                </a:lnTo>
                <a:cubicBezTo>
                  <a:pt x="22452" y="51649"/>
                  <a:pt x="23572" y="49359"/>
                  <a:pt x="24891" y="47019"/>
                </a:cubicBezTo>
                <a:close/>
                <a:moveTo>
                  <a:pt x="37835" y="46273"/>
                </a:moveTo>
                <a:cubicBezTo>
                  <a:pt x="37959" y="46372"/>
                  <a:pt x="38059" y="46447"/>
                  <a:pt x="38183" y="46546"/>
                </a:cubicBezTo>
                <a:cubicBezTo>
                  <a:pt x="36291" y="48936"/>
                  <a:pt x="34698" y="51425"/>
                  <a:pt x="33454" y="53889"/>
                </a:cubicBezTo>
                <a:cubicBezTo>
                  <a:pt x="33031" y="53541"/>
                  <a:pt x="32583" y="53217"/>
                  <a:pt x="32184" y="52869"/>
                </a:cubicBezTo>
                <a:cubicBezTo>
                  <a:pt x="33952" y="50629"/>
                  <a:pt x="35818" y="48413"/>
                  <a:pt x="37835" y="46273"/>
                </a:cubicBezTo>
                <a:close/>
                <a:moveTo>
                  <a:pt x="38308" y="46646"/>
                </a:moveTo>
                <a:cubicBezTo>
                  <a:pt x="38332" y="46646"/>
                  <a:pt x="38332" y="46671"/>
                  <a:pt x="38382" y="46671"/>
                </a:cubicBezTo>
                <a:cubicBezTo>
                  <a:pt x="36466" y="49060"/>
                  <a:pt x="34898" y="51550"/>
                  <a:pt x="33653" y="54014"/>
                </a:cubicBezTo>
                <a:cubicBezTo>
                  <a:pt x="33603" y="54014"/>
                  <a:pt x="33603" y="53989"/>
                  <a:pt x="33578" y="53989"/>
                </a:cubicBezTo>
                <a:cubicBezTo>
                  <a:pt x="34823" y="51525"/>
                  <a:pt x="36416" y="49036"/>
                  <a:pt x="38308" y="46646"/>
                </a:cubicBezTo>
                <a:close/>
                <a:moveTo>
                  <a:pt x="17897" y="53790"/>
                </a:moveTo>
                <a:cubicBezTo>
                  <a:pt x="19017" y="53839"/>
                  <a:pt x="20212" y="53889"/>
                  <a:pt x="21357" y="54039"/>
                </a:cubicBezTo>
                <a:lnTo>
                  <a:pt x="21357" y="54113"/>
                </a:lnTo>
                <a:cubicBezTo>
                  <a:pt x="20162" y="53964"/>
                  <a:pt x="19017" y="53864"/>
                  <a:pt x="17872" y="53864"/>
                </a:cubicBezTo>
                <a:cubicBezTo>
                  <a:pt x="17872" y="53839"/>
                  <a:pt x="17897" y="53839"/>
                  <a:pt x="17897" y="53790"/>
                </a:cubicBezTo>
                <a:close/>
                <a:moveTo>
                  <a:pt x="32035" y="52993"/>
                </a:moveTo>
                <a:cubicBezTo>
                  <a:pt x="32483" y="53342"/>
                  <a:pt x="32931" y="53715"/>
                  <a:pt x="33354" y="54039"/>
                </a:cubicBezTo>
                <a:cubicBezTo>
                  <a:pt x="33354" y="54088"/>
                  <a:pt x="33329" y="54088"/>
                  <a:pt x="33329" y="54113"/>
                </a:cubicBezTo>
                <a:cubicBezTo>
                  <a:pt x="32906" y="53765"/>
                  <a:pt x="32433" y="53391"/>
                  <a:pt x="31985" y="53043"/>
                </a:cubicBezTo>
                <a:cubicBezTo>
                  <a:pt x="31985" y="53018"/>
                  <a:pt x="32035" y="53018"/>
                  <a:pt x="32035" y="52993"/>
                </a:cubicBezTo>
                <a:close/>
                <a:moveTo>
                  <a:pt x="21606" y="54088"/>
                </a:moveTo>
                <a:cubicBezTo>
                  <a:pt x="21606" y="54113"/>
                  <a:pt x="21606" y="54113"/>
                  <a:pt x="21581" y="54138"/>
                </a:cubicBezTo>
                <a:lnTo>
                  <a:pt x="21506" y="54138"/>
                </a:lnTo>
                <a:cubicBezTo>
                  <a:pt x="21506" y="54113"/>
                  <a:pt x="21506" y="54113"/>
                  <a:pt x="21531" y="54088"/>
                </a:cubicBezTo>
                <a:close/>
                <a:moveTo>
                  <a:pt x="19042" y="40174"/>
                </a:moveTo>
                <a:lnTo>
                  <a:pt x="19042" y="40199"/>
                </a:lnTo>
                <a:lnTo>
                  <a:pt x="19092" y="40224"/>
                </a:lnTo>
                <a:cubicBezTo>
                  <a:pt x="18992" y="40448"/>
                  <a:pt x="18893" y="40573"/>
                  <a:pt x="18793" y="40722"/>
                </a:cubicBezTo>
                <a:lnTo>
                  <a:pt x="17673" y="42415"/>
                </a:lnTo>
                <a:cubicBezTo>
                  <a:pt x="17499" y="42713"/>
                  <a:pt x="17275" y="43037"/>
                  <a:pt x="17100" y="43311"/>
                </a:cubicBezTo>
                <a:cubicBezTo>
                  <a:pt x="16802" y="43759"/>
                  <a:pt x="16553" y="44182"/>
                  <a:pt x="16304" y="44580"/>
                </a:cubicBezTo>
                <a:cubicBezTo>
                  <a:pt x="16154" y="44829"/>
                  <a:pt x="16030" y="45053"/>
                  <a:pt x="15881" y="45277"/>
                </a:cubicBezTo>
                <a:cubicBezTo>
                  <a:pt x="15507" y="45899"/>
                  <a:pt x="15184" y="46472"/>
                  <a:pt x="14860" y="47094"/>
                </a:cubicBezTo>
                <a:cubicBezTo>
                  <a:pt x="14561" y="47592"/>
                  <a:pt x="14313" y="48090"/>
                  <a:pt x="14064" y="48612"/>
                </a:cubicBezTo>
                <a:cubicBezTo>
                  <a:pt x="14064" y="48612"/>
                  <a:pt x="14064" y="48637"/>
                  <a:pt x="14039" y="48637"/>
                </a:cubicBezTo>
                <a:cubicBezTo>
                  <a:pt x="13939" y="48811"/>
                  <a:pt x="13865" y="49011"/>
                  <a:pt x="13765" y="49235"/>
                </a:cubicBezTo>
                <a:cubicBezTo>
                  <a:pt x="13541" y="49683"/>
                  <a:pt x="13317" y="50131"/>
                  <a:pt x="13118" y="50604"/>
                </a:cubicBezTo>
                <a:cubicBezTo>
                  <a:pt x="13043" y="50753"/>
                  <a:pt x="12944" y="50902"/>
                  <a:pt x="12894" y="51052"/>
                </a:cubicBezTo>
                <a:cubicBezTo>
                  <a:pt x="12421" y="52122"/>
                  <a:pt x="11948" y="53217"/>
                  <a:pt x="11575" y="54238"/>
                </a:cubicBezTo>
                <a:lnTo>
                  <a:pt x="11525" y="54238"/>
                </a:lnTo>
                <a:cubicBezTo>
                  <a:pt x="13192" y="49658"/>
                  <a:pt x="15781" y="44879"/>
                  <a:pt x="19042" y="40174"/>
                </a:cubicBezTo>
                <a:close/>
                <a:moveTo>
                  <a:pt x="19216" y="40473"/>
                </a:moveTo>
                <a:cubicBezTo>
                  <a:pt x="20212" y="41917"/>
                  <a:pt x="21606" y="43634"/>
                  <a:pt x="23398" y="45501"/>
                </a:cubicBezTo>
                <a:cubicBezTo>
                  <a:pt x="21282" y="48139"/>
                  <a:pt x="19341" y="50853"/>
                  <a:pt x="17499" y="53591"/>
                </a:cubicBezTo>
                <a:cubicBezTo>
                  <a:pt x="15507" y="53591"/>
                  <a:pt x="13566" y="53765"/>
                  <a:pt x="11799" y="54238"/>
                </a:cubicBezTo>
                <a:cubicBezTo>
                  <a:pt x="12670" y="51898"/>
                  <a:pt x="13765" y="49508"/>
                  <a:pt x="15109" y="47094"/>
                </a:cubicBezTo>
                <a:cubicBezTo>
                  <a:pt x="15258" y="46820"/>
                  <a:pt x="15408" y="46546"/>
                  <a:pt x="15557" y="46298"/>
                </a:cubicBezTo>
                <a:cubicBezTo>
                  <a:pt x="15731" y="46024"/>
                  <a:pt x="15881" y="45775"/>
                  <a:pt x="16030" y="45501"/>
                </a:cubicBezTo>
                <a:cubicBezTo>
                  <a:pt x="16304" y="45028"/>
                  <a:pt x="16603" y="44555"/>
                  <a:pt x="16876" y="44057"/>
                </a:cubicBezTo>
                <a:cubicBezTo>
                  <a:pt x="16926" y="44008"/>
                  <a:pt x="16976" y="43908"/>
                  <a:pt x="17001" y="43833"/>
                </a:cubicBezTo>
                <a:cubicBezTo>
                  <a:pt x="17349" y="43286"/>
                  <a:pt x="17723" y="42713"/>
                  <a:pt x="18046" y="42166"/>
                </a:cubicBezTo>
                <a:cubicBezTo>
                  <a:pt x="18420" y="41568"/>
                  <a:pt x="18793" y="41046"/>
                  <a:pt x="19216" y="40473"/>
                </a:cubicBezTo>
                <a:close/>
                <a:moveTo>
                  <a:pt x="33528" y="54138"/>
                </a:moveTo>
                <a:cubicBezTo>
                  <a:pt x="33553" y="54138"/>
                  <a:pt x="33553" y="54163"/>
                  <a:pt x="33578" y="54163"/>
                </a:cubicBezTo>
                <a:cubicBezTo>
                  <a:pt x="33578" y="54213"/>
                  <a:pt x="33553" y="54213"/>
                  <a:pt x="33553" y="54238"/>
                </a:cubicBezTo>
                <a:cubicBezTo>
                  <a:pt x="33528" y="54238"/>
                  <a:pt x="33479" y="54238"/>
                  <a:pt x="33479" y="54213"/>
                </a:cubicBezTo>
                <a:cubicBezTo>
                  <a:pt x="33479" y="54163"/>
                  <a:pt x="33528" y="54163"/>
                  <a:pt x="33528" y="54138"/>
                </a:cubicBezTo>
                <a:close/>
                <a:moveTo>
                  <a:pt x="17399" y="53790"/>
                </a:moveTo>
                <a:cubicBezTo>
                  <a:pt x="17374" y="53790"/>
                  <a:pt x="17374" y="53790"/>
                  <a:pt x="17349" y="53839"/>
                </a:cubicBezTo>
                <a:cubicBezTo>
                  <a:pt x="15358" y="53839"/>
                  <a:pt x="13441" y="54039"/>
                  <a:pt x="11699" y="54512"/>
                </a:cubicBezTo>
                <a:cubicBezTo>
                  <a:pt x="11699" y="54487"/>
                  <a:pt x="11749" y="54487"/>
                  <a:pt x="11749" y="54462"/>
                </a:cubicBezTo>
                <a:cubicBezTo>
                  <a:pt x="13516" y="53989"/>
                  <a:pt x="15408" y="53790"/>
                  <a:pt x="17399" y="53790"/>
                </a:cubicBezTo>
                <a:close/>
                <a:moveTo>
                  <a:pt x="118084" y="37735"/>
                </a:moveTo>
                <a:lnTo>
                  <a:pt x="118084" y="38482"/>
                </a:lnTo>
                <a:cubicBezTo>
                  <a:pt x="118059" y="39452"/>
                  <a:pt x="118034" y="40647"/>
                  <a:pt x="117909" y="41842"/>
                </a:cubicBezTo>
                <a:cubicBezTo>
                  <a:pt x="117909" y="41942"/>
                  <a:pt x="117860" y="42016"/>
                  <a:pt x="117860" y="42091"/>
                </a:cubicBezTo>
                <a:cubicBezTo>
                  <a:pt x="117660" y="43709"/>
                  <a:pt x="117436" y="45401"/>
                  <a:pt x="117212" y="46671"/>
                </a:cubicBezTo>
                <a:cubicBezTo>
                  <a:pt x="117188" y="46820"/>
                  <a:pt x="117163" y="46945"/>
                  <a:pt x="117113" y="47119"/>
                </a:cubicBezTo>
                <a:cubicBezTo>
                  <a:pt x="116964" y="47940"/>
                  <a:pt x="116764" y="48861"/>
                  <a:pt x="116540" y="49857"/>
                </a:cubicBezTo>
                <a:cubicBezTo>
                  <a:pt x="116491" y="49981"/>
                  <a:pt x="116466" y="50106"/>
                  <a:pt x="116441" y="50180"/>
                </a:cubicBezTo>
                <a:cubicBezTo>
                  <a:pt x="116366" y="50405"/>
                  <a:pt x="116316" y="50629"/>
                  <a:pt x="116242" y="50877"/>
                </a:cubicBezTo>
                <a:lnTo>
                  <a:pt x="116142" y="51151"/>
                </a:lnTo>
                <a:cubicBezTo>
                  <a:pt x="116043" y="51624"/>
                  <a:pt x="115868" y="52172"/>
                  <a:pt x="115719" y="52719"/>
                </a:cubicBezTo>
                <a:cubicBezTo>
                  <a:pt x="115520" y="53292"/>
                  <a:pt x="115346" y="53914"/>
                  <a:pt x="115122" y="54586"/>
                </a:cubicBezTo>
                <a:cubicBezTo>
                  <a:pt x="115122" y="54611"/>
                  <a:pt x="115097" y="54611"/>
                  <a:pt x="115097" y="54636"/>
                </a:cubicBezTo>
                <a:cubicBezTo>
                  <a:pt x="115097" y="54586"/>
                  <a:pt x="115122" y="54536"/>
                  <a:pt x="115122" y="54487"/>
                </a:cubicBezTo>
                <a:lnTo>
                  <a:pt x="115122" y="54362"/>
                </a:lnTo>
                <a:cubicBezTo>
                  <a:pt x="115470" y="53391"/>
                  <a:pt x="115819" y="52147"/>
                  <a:pt x="116092" y="51151"/>
                </a:cubicBezTo>
                <a:cubicBezTo>
                  <a:pt x="116192" y="50803"/>
                  <a:pt x="116291" y="50504"/>
                  <a:pt x="116366" y="50180"/>
                </a:cubicBezTo>
                <a:cubicBezTo>
                  <a:pt x="116690" y="49110"/>
                  <a:pt x="116964" y="47667"/>
                  <a:pt x="117163" y="46671"/>
                </a:cubicBezTo>
                <a:cubicBezTo>
                  <a:pt x="117412" y="45327"/>
                  <a:pt x="117611" y="43584"/>
                  <a:pt x="117810" y="42066"/>
                </a:cubicBezTo>
                <a:cubicBezTo>
                  <a:pt x="117934" y="41120"/>
                  <a:pt x="117984" y="39801"/>
                  <a:pt x="118034" y="38731"/>
                </a:cubicBezTo>
                <a:cubicBezTo>
                  <a:pt x="118059" y="38556"/>
                  <a:pt x="118059" y="38357"/>
                  <a:pt x="118059" y="38208"/>
                </a:cubicBezTo>
                <a:lnTo>
                  <a:pt x="118059" y="38083"/>
                </a:lnTo>
                <a:cubicBezTo>
                  <a:pt x="118059" y="37959"/>
                  <a:pt x="118059" y="37859"/>
                  <a:pt x="118084" y="37735"/>
                </a:cubicBezTo>
                <a:close/>
                <a:moveTo>
                  <a:pt x="62952" y="52842"/>
                </a:moveTo>
                <a:lnTo>
                  <a:pt x="62952" y="52842"/>
                </a:lnTo>
                <a:cubicBezTo>
                  <a:pt x="62941" y="52853"/>
                  <a:pt x="62931" y="52862"/>
                  <a:pt x="62925" y="52869"/>
                </a:cubicBezTo>
                <a:lnTo>
                  <a:pt x="62352" y="53342"/>
                </a:lnTo>
                <a:cubicBezTo>
                  <a:pt x="61979" y="53615"/>
                  <a:pt x="61606" y="53914"/>
                  <a:pt x="61307" y="54213"/>
                </a:cubicBezTo>
                <a:cubicBezTo>
                  <a:pt x="61034" y="54445"/>
                  <a:pt x="60760" y="54670"/>
                  <a:pt x="60495" y="54896"/>
                </a:cubicBezTo>
                <a:lnTo>
                  <a:pt x="60495" y="54896"/>
                </a:lnTo>
                <a:cubicBezTo>
                  <a:pt x="60654" y="54753"/>
                  <a:pt x="60809" y="54615"/>
                  <a:pt x="60959" y="54487"/>
                </a:cubicBezTo>
                <a:cubicBezTo>
                  <a:pt x="61058" y="54387"/>
                  <a:pt x="61183" y="54288"/>
                  <a:pt x="61282" y="54213"/>
                </a:cubicBezTo>
                <a:cubicBezTo>
                  <a:pt x="61307" y="54213"/>
                  <a:pt x="61307" y="54163"/>
                  <a:pt x="61332" y="54163"/>
                </a:cubicBezTo>
                <a:cubicBezTo>
                  <a:pt x="61606" y="53914"/>
                  <a:pt x="61929" y="53665"/>
                  <a:pt x="62228" y="53416"/>
                </a:cubicBezTo>
                <a:cubicBezTo>
                  <a:pt x="62352" y="53342"/>
                  <a:pt x="62452" y="53242"/>
                  <a:pt x="62576" y="53143"/>
                </a:cubicBezTo>
                <a:cubicBezTo>
                  <a:pt x="62651" y="53093"/>
                  <a:pt x="62726" y="53018"/>
                  <a:pt x="62800" y="52968"/>
                </a:cubicBezTo>
                <a:lnTo>
                  <a:pt x="62952" y="52842"/>
                </a:lnTo>
                <a:close/>
                <a:moveTo>
                  <a:pt x="78606" y="45675"/>
                </a:moveTo>
                <a:lnTo>
                  <a:pt x="78656" y="45725"/>
                </a:lnTo>
                <a:lnTo>
                  <a:pt x="78656" y="45700"/>
                </a:lnTo>
                <a:cubicBezTo>
                  <a:pt x="78706" y="45725"/>
                  <a:pt x="78731" y="45725"/>
                  <a:pt x="78731" y="45775"/>
                </a:cubicBezTo>
                <a:cubicBezTo>
                  <a:pt x="78756" y="45800"/>
                  <a:pt x="78830" y="45849"/>
                  <a:pt x="78880" y="45899"/>
                </a:cubicBezTo>
                <a:cubicBezTo>
                  <a:pt x="78930" y="45924"/>
                  <a:pt x="78980" y="45999"/>
                  <a:pt x="79029" y="46024"/>
                </a:cubicBezTo>
                <a:lnTo>
                  <a:pt x="79079" y="46049"/>
                </a:lnTo>
                <a:cubicBezTo>
                  <a:pt x="79204" y="46173"/>
                  <a:pt x="79328" y="46273"/>
                  <a:pt x="79477" y="46397"/>
                </a:cubicBezTo>
                <a:cubicBezTo>
                  <a:pt x="79602" y="46472"/>
                  <a:pt x="79726" y="46571"/>
                  <a:pt x="79851" y="46696"/>
                </a:cubicBezTo>
                <a:cubicBezTo>
                  <a:pt x="79901" y="46770"/>
                  <a:pt x="80000" y="46820"/>
                  <a:pt x="80075" y="46845"/>
                </a:cubicBezTo>
                <a:cubicBezTo>
                  <a:pt x="80125" y="46895"/>
                  <a:pt x="80174" y="46945"/>
                  <a:pt x="80224" y="46970"/>
                </a:cubicBezTo>
                <a:cubicBezTo>
                  <a:pt x="80374" y="47094"/>
                  <a:pt x="80523" y="47194"/>
                  <a:pt x="80697" y="47293"/>
                </a:cubicBezTo>
                <a:cubicBezTo>
                  <a:pt x="80722" y="47293"/>
                  <a:pt x="80722" y="47318"/>
                  <a:pt x="80747" y="47318"/>
                </a:cubicBezTo>
                <a:cubicBezTo>
                  <a:pt x="80822" y="47343"/>
                  <a:pt x="80847" y="47393"/>
                  <a:pt x="80896" y="47418"/>
                </a:cubicBezTo>
                <a:lnTo>
                  <a:pt x="80946" y="47442"/>
                </a:lnTo>
                <a:cubicBezTo>
                  <a:pt x="80971" y="47467"/>
                  <a:pt x="80996" y="47467"/>
                  <a:pt x="81021" y="47517"/>
                </a:cubicBezTo>
                <a:lnTo>
                  <a:pt x="81319" y="47691"/>
                </a:lnTo>
                <a:cubicBezTo>
                  <a:pt x="81394" y="47766"/>
                  <a:pt x="81469" y="47791"/>
                  <a:pt x="81568" y="47841"/>
                </a:cubicBezTo>
                <a:cubicBezTo>
                  <a:pt x="81643" y="47915"/>
                  <a:pt x="81743" y="47965"/>
                  <a:pt x="81842" y="48015"/>
                </a:cubicBezTo>
                <a:cubicBezTo>
                  <a:pt x="82016" y="48139"/>
                  <a:pt x="82240" y="48214"/>
                  <a:pt x="82440" y="48339"/>
                </a:cubicBezTo>
                <a:cubicBezTo>
                  <a:pt x="82489" y="48388"/>
                  <a:pt x="82589" y="48438"/>
                  <a:pt x="82639" y="48463"/>
                </a:cubicBezTo>
                <a:cubicBezTo>
                  <a:pt x="82763" y="48538"/>
                  <a:pt x="82888" y="48587"/>
                  <a:pt x="82987" y="48662"/>
                </a:cubicBezTo>
                <a:cubicBezTo>
                  <a:pt x="83087" y="48712"/>
                  <a:pt x="83211" y="48787"/>
                  <a:pt x="83311" y="48811"/>
                </a:cubicBezTo>
                <a:lnTo>
                  <a:pt x="83485" y="48911"/>
                </a:lnTo>
                <a:lnTo>
                  <a:pt x="83684" y="49011"/>
                </a:lnTo>
                <a:cubicBezTo>
                  <a:pt x="82390" y="51052"/>
                  <a:pt x="80996" y="53118"/>
                  <a:pt x="79477" y="55134"/>
                </a:cubicBezTo>
                <a:cubicBezTo>
                  <a:pt x="78830" y="54586"/>
                  <a:pt x="78208" y="54014"/>
                  <a:pt x="77611" y="53416"/>
                </a:cubicBezTo>
                <a:cubicBezTo>
                  <a:pt x="78407" y="51151"/>
                  <a:pt x="78830" y="48986"/>
                  <a:pt x="78731" y="47019"/>
                </a:cubicBezTo>
                <a:lnTo>
                  <a:pt x="78731" y="46920"/>
                </a:lnTo>
                <a:cubicBezTo>
                  <a:pt x="78731" y="46770"/>
                  <a:pt x="78706" y="46621"/>
                  <a:pt x="78706" y="46447"/>
                </a:cubicBezTo>
                <a:lnTo>
                  <a:pt x="78706" y="46322"/>
                </a:lnTo>
                <a:lnTo>
                  <a:pt x="78606" y="45675"/>
                </a:lnTo>
                <a:close/>
                <a:moveTo>
                  <a:pt x="83833" y="49135"/>
                </a:moveTo>
                <a:cubicBezTo>
                  <a:pt x="83858" y="49135"/>
                  <a:pt x="83858" y="49160"/>
                  <a:pt x="83883" y="49160"/>
                </a:cubicBezTo>
                <a:cubicBezTo>
                  <a:pt x="82589" y="51176"/>
                  <a:pt x="81195" y="53242"/>
                  <a:pt x="79652" y="55283"/>
                </a:cubicBezTo>
                <a:cubicBezTo>
                  <a:pt x="79627" y="55283"/>
                  <a:pt x="79627" y="55258"/>
                  <a:pt x="79602" y="55258"/>
                </a:cubicBezTo>
                <a:cubicBezTo>
                  <a:pt x="81120" y="53242"/>
                  <a:pt x="82514" y="51176"/>
                  <a:pt x="83833" y="49135"/>
                </a:cubicBezTo>
                <a:close/>
                <a:moveTo>
                  <a:pt x="77536" y="53615"/>
                </a:moveTo>
                <a:cubicBezTo>
                  <a:pt x="78108" y="54213"/>
                  <a:pt x="78731" y="54736"/>
                  <a:pt x="79378" y="55258"/>
                </a:cubicBezTo>
                <a:cubicBezTo>
                  <a:pt x="79378" y="55283"/>
                  <a:pt x="79353" y="55283"/>
                  <a:pt x="79353" y="55333"/>
                </a:cubicBezTo>
                <a:cubicBezTo>
                  <a:pt x="78706" y="54785"/>
                  <a:pt x="78084" y="54238"/>
                  <a:pt x="77511" y="53665"/>
                </a:cubicBezTo>
                <a:cubicBezTo>
                  <a:pt x="77511" y="53640"/>
                  <a:pt x="77536" y="53640"/>
                  <a:pt x="77536" y="53615"/>
                </a:cubicBezTo>
                <a:close/>
                <a:moveTo>
                  <a:pt x="79477" y="55383"/>
                </a:moveTo>
                <a:cubicBezTo>
                  <a:pt x="79502" y="55383"/>
                  <a:pt x="79527" y="55408"/>
                  <a:pt x="79527" y="55408"/>
                </a:cubicBezTo>
                <a:cubicBezTo>
                  <a:pt x="79527" y="55457"/>
                  <a:pt x="79502" y="55457"/>
                  <a:pt x="79502" y="55482"/>
                </a:cubicBezTo>
                <a:cubicBezTo>
                  <a:pt x="79477" y="55482"/>
                  <a:pt x="79477" y="55457"/>
                  <a:pt x="79453" y="55457"/>
                </a:cubicBezTo>
                <a:cubicBezTo>
                  <a:pt x="79453" y="55408"/>
                  <a:pt x="79477" y="55408"/>
                  <a:pt x="79477" y="55383"/>
                </a:cubicBezTo>
                <a:close/>
                <a:moveTo>
                  <a:pt x="18644" y="39627"/>
                </a:moveTo>
                <a:cubicBezTo>
                  <a:pt x="18743" y="39801"/>
                  <a:pt x="18818" y="39925"/>
                  <a:pt x="18917" y="40075"/>
                </a:cubicBezTo>
                <a:cubicBezTo>
                  <a:pt x="18021" y="41344"/>
                  <a:pt x="17150" y="42663"/>
                  <a:pt x="16379" y="43958"/>
                </a:cubicBezTo>
                <a:cubicBezTo>
                  <a:pt x="14188" y="47517"/>
                  <a:pt x="12520" y="51002"/>
                  <a:pt x="11276" y="54362"/>
                </a:cubicBezTo>
                <a:cubicBezTo>
                  <a:pt x="10131" y="54711"/>
                  <a:pt x="9061" y="55109"/>
                  <a:pt x="8140" y="55607"/>
                </a:cubicBezTo>
                <a:cubicBezTo>
                  <a:pt x="10952" y="50280"/>
                  <a:pt x="14512" y="44879"/>
                  <a:pt x="18644" y="39627"/>
                </a:cubicBezTo>
                <a:close/>
                <a:moveTo>
                  <a:pt x="18519" y="39428"/>
                </a:moveTo>
                <a:cubicBezTo>
                  <a:pt x="18519" y="39452"/>
                  <a:pt x="18544" y="39452"/>
                  <a:pt x="18544" y="39477"/>
                </a:cubicBezTo>
                <a:cubicBezTo>
                  <a:pt x="14313" y="44804"/>
                  <a:pt x="10703" y="50305"/>
                  <a:pt x="7841" y="55781"/>
                </a:cubicBezTo>
                <a:cubicBezTo>
                  <a:pt x="7816" y="55831"/>
                  <a:pt x="7791" y="55831"/>
                  <a:pt x="7766" y="55856"/>
                </a:cubicBezTo>
                <a:cubicBezTo>
                  <a:pt x="10629" y="50355"/>
                  <a:pt x="14263" y="44804"/>
                  <a:pt x="18519" y="39428"/>
                </a:cubicBezTo>
                <a:close/>
                <a:moveTo>
                  <a:pt x="25090" y="47194"/>
                </a:moveTo>
                <a:cubicBezTo>
                  <a:pt x="27082" y="49135"/>
                  <a:pt x="29297" y="51101"/>
                  <a:pt x="31562" y="52919"/>
                </a:cubicBezTo>
                <a:cubicBezTo>
                  <a:pt x="30790" y="53889"/>
                  <a:pt x="30044" y="54860"/>
                  <a:pt x="29322" y="55856"/>
                </a:cubicBezTo>
                <a:cubicBezTo>
                  <a:pt x="26883" y="54960"/>
                  <a:pt x="24369" y="54288"/>
                  <a:pt x="21879" y="53914"/>
                </a:cubicBezTo>
                <a:cubicBezTo>
                  <a:pt x="22701" y="51724"/>
                  <a:pt x="23746" y="49484"/>
                  <a:pt x="25090" y="47194"/>
                </a:cubicBezTo>
                <a:close/>
                <a:moveTo>
                  <a:pt x="31687" y="53018"/>
                </a:moveTo>
                <a:cubicBezTo>
                  <a:pt x="31711" y="53018"/>
                  <a:pt x="31711" y="53043"/>
                  <a:pt x="31736" y="53043"/>
                </a:cubicBezTo>
                <a:cubicBezTo>
                  <a:pt x="30990" y="54014"/>
                  <a:pt x="30243" y="54935"/>
                  <a:pt x="29546" y="55905"/>
                </a:cubicBezTo>
                <a:cubicBezTo>
                  <a:pt x="29496" y="55905"/>
                  <a:pt x="29496" y="55881"/>
                  <a:pt x="29471" y="55881"/>
                </a:cubicBezTo>
                <a:cubicBezTo>
                  <a:pt x="30193" y="54960"/>
                  <a:pt x="30940" y="53989"/>
                  <a:pt x="31687" y="53018"/>
                </a:cubicBezTo>
                <a:close/>
                <a:moveTo>
                  <a:pt x="11176" y="54611"/>
                </a:moveTo>
                <a:cubicBezTo>
                  <a:pt x="11176" y="54611"/>
                  <a:pt x="11176" y="54636"/>
                  <a:pt x="11151" y="54661"/>
                </a:cubicBezTo>
                <a:cubicBezTo>
                  <a:pt x="9932" y="55009"/>
                  <a:pt x="8837" y="55482"/>
                  <a:pt x="7916" y="56030"/>
                </a:cubicBezTo>
                <a:cubicBezTo>
                  <a:pt x="7940" y="56005"/>
                  <a:pt x="7940" y="55980"/>
                  <a:pt x="7965" y="55955"/>
                </a:cubicBezTo>
                <a:cubicBezTo>
                  <a:pt x="8911" y="55408"/>
                  <a:pt x="10006" y="54960"/>
                  <a:pt x="11176" y="54611"/>
                </a:cubicBezTo>
                <a:close/>
                <a:moveTo>
                  <a:pt x="21780" y="54088"/>
                </a:moveTo>
                <a:cubicBezTo>
                  <a:pt x="24244" y="54462"/>
                  <a:pt x="26758" y="55084"/>
                  <a:pt x="29173" y="55980"/>
                </a:cubicBezTo>
                <a:cubicBezTo>
                  <a:pt x="29173" y="56005"/>
                  <a:pt x="29173" y="56030"/>
                  <a:pt x="29123" y="56030"/>
                </a:cubicBezTo>
                <a:cubicBezTo>
                  <a:pt x="26733" y="55134"/>
                  <a:pt x="24244" y="54512"/>
                  <a:pt x="21755" y="54138"/>
                </a:cubicBezTo>
                <a:cubicBezTo>
                  <a:pt x="21755" y="54113"/>
                  <a:pt x="21755" y="54113"/>
                  <a:pt x="21780" y="54088"/>
                </a:cubicBezTo>
                <a:close/>
                <a:moveTo>
                  <a:pt x="29347" y="56080"/>
                </a:moveTo>
                <a:cubicBezTo>
                  <a:pt x="29372" y="56080"/>
                  <a:pt x="29372" y="56105"/>
                  <a:pt x="29421" y="56105"/>
                </a:cubicBezTo>
                <a:cubicBezTo>
                  <a:pt x="29421" y="56129"/>
                  <a:pt x="29372" y="56129"/>
                  <a:pt x="29372" y="56154"/>
                </a:cubicBezTo>
                <a:cubicBezTo>
                  <a:pt x="29347" y="56129"/>
                  <a:pt x="29347" y="56129"/>
                  <a:pt x="29322" y="56129"/>
                </a:cubicBezTo>
                <a:cubicBezTo>
                  <a:pt x="29322" y="56105"/>
                  <a:pt x="29347" y="56105"/>
                  <a:pt x="29347" y="56080"/>
                </a:cubicBezTo>
                <a:close/>
                <a:moveTo>
                  <a:pt x="59807" y="55507"/>
                </a:moveTo>
                <a:cubicBezTo>
                  <a:pt x="59599" y="55690"/>
                  <a:pt x="59374" y="55874"/>
                  <a:pt x="59191" y="56080"/>
                </a:cubicBezTo>
                <a:cubicBezTo>
                  <a:pt x="59146" y="56110"/>
                  <a:pt x="59110" y="56131"/>
                  <a:pt x="59077" y="56160"/>
                </a:cubicBezTo>
                <a:lnTo>
                  <a:pt x="59077" y="56160"/>
                </a:lnTo>
                <a:cubicBezTo>
                  <a:pt x="59123" y="56117"/>
                  <a:pt x="59170" y="56073"/>
                  <a:pt x="59216" y="56030"/>
                </a:cubicBezTo>
                <a:cubicBezTo>
                  <a:pt x="59406" y="55864"/>
                  <a:pt x="59596" y="55675"/>
                  <a:pt x="59807" y="55507"/>
                </a:cubicBezTo>
                <a:close/>
                <a:moveTo>
                  <a:pt x="7667" y="56105"/>
                </a:moveTo>
                <a:cubicBezTo>
                  <a:pt x="7642" y="56129"/>
                  <a:pt x="7642" y="56154"/>
                  <a:pt x="7592" y="56229"/>
                </a:cubicBezTo>
                <a:cubicBezTo>
                  <a:pt x="7567" y="56229"/>
                  <a:pt x="7542" y="56254"/>
                  <a:pt x="7517" y="56279"/>
                </a:cubicBezTo>
                <a:cubicBezTo>
                  <a:pt x="7542" y="56254"/>
                  <a:pt x="7542" y="56229"/>
                  <a:pt x="7567" y="56154"/>
                </a:cubicBezTo>
                <a:cubicBezTo>
                  <a:pt x="7592" y="56129"/>
                  <a:pt x="7642" y="56129"/>
                  <a:pt x="7667" y="56105"/>
                </a:cubicBezTo>
                <a:close/>
                <a:moveTo>
                  <a:pt x="73877" y="49110"/>
                </a:moveTo>
                <a:cubicBezTo>
                  <a:pt x="74624" y="50604"/>
                  <a:pt x="75669" y="52097"/>
                  <a:pt x="77038" y="53516"/>
                </a:cubicBezTo>
                <a:cubicBezTo>
                  <a:pt x="76739" y="54412"/>
                  <a:pt x="76341" y="55383"/>
                  <a:pt x="75868" y="56329"/>
                </a:cubicBezTo>
                <a:cubicBezTo>
                  <a:pt x="73902" y="55159"/>
                  <a:pt x="72060" y="54263"/>
                  <a:pt x="70517" y="53665"/>
                </a:cubicBezTo>
                <a:cubicBezTo>
                  <a:pt x="71687" y="52172"/>
                  <a:pt x="72856" y="50653"/>
                  <a:pt x="73877" y="49110"/>
                </a:cubicBezTo>
                <a:close/>
                <a:moveTo>
                  <a:pt x="77237" y="53665"/>
                </a:moveTo>
                <a:cubicBezTo>
                  <a:pt x="77262" y="53715"/>
                  <a:pt x="77262" y="53715"/>
                  <a:pt x="77287" y="53715"/>
                </a:cubicBezTo>
                <a:cubicBezTo>
                  <a:pt x="77287" y="53740"/>
                  <a:pt x="77262" y="53765"/>
                  <a:pt x="77262" y="53790"/>
                </a:cubicBezTo>
                <a:cubicBezTo>
                  <a:pt x="77262" y="53839"/>
                  <a:pt x="77237" y="53864"/>
                  <a:pt x="77237" y="53889"/>
                </a:cubicBezTo>
                <a:cubicBezTo>
                  <a:pt x="77188" y="53989"/>
                  <a:pt x="77138" y="54088"/>
                  <a:pt x="77113" y="54163"/>
                </a:cubicBezTo>
                <a:cubicBezTo>
                  <a:pt x="77038" y="54337"/>
                  <a:pt x="76988" y="54487"/>
                  <a:pt x="76914" y="54611"/>
                </a:cubicBezTo>
                <a:cubicBezTo>
                  <a:pt x="76889" y="54661"/>
                  <a:pt x="76889" y="54736"/>
                  <a:pt x="76864" y="54760"/>
                </a:cubicBezTo>
                <a:cubicBezTo>
                  <a:pt x="76814" y="54785"/>
                  <a:pt x="76814" y="54860"/>
                  <a:pt x="76789" y="54885"/>
                </a:cubicBezTo>
                <a:cubicBezTo>
                  <a:pt x="76789" y="54910"/>
                  <a:pt x="76764" y="54910"/>
                  <a:pt x="76764" y="54960"/>
                </a:cubicBezTo>
                <a:cubicBezTo>
                  <a:pt x="76690" y="55109"/>
                  <a:pt x="76615" y="55258"/>
                  <a:pt x="76540" y="55457"/>
                </a:cubicBezTo>
                <a:cubicBezTo>
                  <a:pt x="76515" y="55532"/>
                  <a:pt x="76491" y="55607"/>
                  <a:pt x="76416" y="55706"/>
                </a:cubicBezTo>
                <a:cubicBezTo>
                  <a:pt x="76416" y="55731"/>
                  <a:pt x="76391" y="55756"/>
                  <a:pt x="76391" y="55756"/>
                </a:cubicBezTo>
                <a:cubicBezTo>
                  <a:pt x="76291" y="55955"/>
                  <a:pt x="76192" y="56129"/>
                  <a:pt x="76117" y="56279"/>
                </a:cubicBezTo>
                <a:cubicBezTo>
                  <a:pt x="76117" y="56329"/>
                  <a:pt x="76067" y="56353"/>
                  <a:pt x="76067" y="56378"/>
                </a:cubicBezTo>
                <a:lnTo>
                  <a:pt x="76043" y="56378"/>
                </a:lnTo>
                <a:cubicBezTo>
                  <a:pt x="76043" y="56378"/>
                  <a:pt x="76018" y="56378"/>
                  <a:pt x="76018" y="56353"/>
                </a:cubicBezTo>
                <a:cubicBezTo>
                  <a:pt x="76491" y="55482"/>
                  <a:pt x="76889" y="54586"/>
                  <a:pt x="77237" y="53665"/>
                </a:cubicBezTo>
                <a:close/>
                <a:moveTo>
                  <a:pt x="67311" y="53370"/>
                </a:moveTo>
                <a:cubicBezTo>
                  <a:pt x="67732" y="53370"/>
                  <a:pt x="68256" y="53453"/>
                  <a:pt x="68874" y="53615"/>
                </a:cubicBezTo>
                <a:cubicBezTo>
                  <a:pt x="68202" y="54536"/>
                  <a:pt x="67530" y="55482"/>
                  <a:pt x="66783" y="56453"/>
                </a:cubicBezTo>
                <a:cubicBezTo>
                  <a:pt x="66136" y="55208"/>
                  <a:pt x="65912" y="54288"/>
                  <a:pt x="66211" y="53790"/>
                </a:cubicBezTo>
                <a:cubicBezTo>
                  <a:pt x="66393" y="53509"/>
                  <a:pt x="66766" y="53370"/>
                  <a:pt x="67311" y="53370"/>
                </a:cubicBezTo>
                <a:close/>
                <a:moveTo>
                  <a:pt x="70417" y="53839"/>
                </a:moveTo>
                <a:cubicBezTo>
                  <a:pt x="71985" y="54412"/>
                  <a:pt x="73802" y="55333"/>
                  <a:pt x="75794" y="56503"/>
                </a:cubicBezTo>
                <a:cubicBezTo>
                  <a:pt x="75794" y="56528"/>
                  <a:pt x="75769" y="56528"/>
                  <a:pt x="75769" y="56577"/>
                </a:cubicBezTo>
                <a:cubicBezTo>
                  <a:pt x="73777" y="55408"/>
                  <a:pt x="71935" y="54487"/>
                  <a:pt x="70392" y="53889"/>
                </a:cubicBezTo>
                <a:cubicBezTo>
                  <a:pt x="70392" y="53864"/>
                  <a:pt x="70392" y="53839"/>
                  <a:pt x="70417" y="53839"/>
                </a:cubicBezTo>
                <a:close/>
                <a:moveTo>
                  <a:pt x="65912" y="54163"/>
                </a:moveTo>
                <a:cubicBezTo>
                  <a:pt x="65837" y="54760"/>
                  <a:pt x="66086" y="55582"/>
                  <a:pt x="66659" y="56602"/>
                </a:cubicBezTo>
                <a:lnTo>
                  <a:pt x="66584" y="56652"/>
                </a:lnTo>
                <a:cubicBezTo>
                  <a:pt x="66061" y="55657"/>
                  <a:pt x="65787" y="54860"/>
                  <a:pt x="65812" y="54263"/>
                </a:cubicBezTo>
                <a:lnTo>
                  <a:pt x="65912" y="54163"/>
                </a:lnTo>
                <a:close/>
                <a:moveTo>
                  <a:pt x="69048" y="53615"/>
                </a:moveTo>
                <a:cubicBezTo>
                  <a:pt x="69073" y="53615"/>
                  <a:pt x="69073" y="53615"/>
                  <a:pt x="69098" y="53640"/>
                </a:cubicBezTo>
                <a:cubicBezTo>
                  <a:pt x="68426" y="54661"/>
                  <a:pt x="67679" y="55657"/>
                  <a:pt x="66907" y="56652"/>
                </a:cubicBezTo>
                <a:cubicBezTo>
                  <a:pt x="66907" y="56627"/>
                  <a:pt x="66858" y="56627"/>
                  <a:pt x="66858" y="56602"/>
                </a:cubicBezTo>
                <a:cubicBezTo>
                  <a:pt x="67654" y="55607"/>
                  <a:pt x="68351" y="54611"/>
                  <a:pt x="69048" y="53615"/>
                </a:cubicBezTo>
                <a:close/>
                <a:moveTo>
                  <a:pt x="75918" y="56577"/>
                </a:moveTo>
                <a:cubicBezTo>
                  <a:pt x="75968" y="56602"/>
                  <a:pt x="75968" y="56602"/>
                  <a:pt x="75993" y="56602"/>
                </a:cubicBezTo>
                <a:cubicBezTo>
                  <a:pt x="75993" y="56627"/>
                  <a:pt x="75943" y="56627"/>
                  <a:pt x="75943" y="56652"/>
                </a:cubicBezTo>
                <a:lnTo>
                  <a:pt x="75918" y="56652"/>
                </a:lnTo>
                <a:cubicBezTo>
                  <a:pt x="75918" y="56652"/>
                  <a:pt x="75893" y="56652"/>
                  <a:pt x="75893" y="56627"/>
                </a:cubicBezTo>
                <a:cubicBezTo>
                  <a:pt x="75893" y="56602"/>
                  <a:pt x="75918" y="56602"/>
                  <a:pt x="75918" y="56577"/>
                </a:cubicBezTo>
                <a:close/>
                <a:moveTo>
                  <a:pt x="66758" y="56752"/>
                </a:moveTo>
                <a:cubicBezTo>
                  <a:pt x="66758" y="56777"/>
                  <a:pt x="66783" y="56777"/>
                  <a:pt x="66783" y="56826"/>
                </a:cubicBezTo>
                <a:lnTo>
                  <a:pt x="66708" y="56876"/>
                </a:lnTo>
                <a:cubicBezTo>
                  <a:pt x="66708" y="56876"/>
                  <a:pt x="66708" y="56851"/>
                  <a:pt x="66683" y="56826"/>
                </a:cubicBezTo>
                <a:lnTo>
                  <a:pt x="66758" y="56752"/>
                </a:lnTo>
                <a:close/>
                <a:moveTo>
                  <a:pt x="31861" y="53167"/>
                </a:moveTo>
                <a:cubicBezTo>
                  <a:pt x="32334" y="53541"/>
                  <a:pt x="32782" y="53889"/>
                  <a:pt x="33230" y="54263"/>
                </a:cubicBezTo>
                <a:cubicBezTo>
                  <a:pt x="32807" y="55208"/>
                  <a:pt x="32408" y="56105"/>
                  <a:pt x="32060" y="57001"/>
                </a:cubicBezTo>
                <a:cubicBezTo>
                  <a:pt x="31288" y="56627"/>
                  <a:pt x="30492" y="56279"/>
                  <a:pt x="29695" y="56005"/>
                </a:cubicBezTo>
                <a:cubicBezTo>
                  <a:pt x="30417" y="55084"/>
                  <a:pt x="31164" y="54113"/>
                  <a:pt x="31861" y="53167"/>
                </a:cubicBezTo>
                <a:close/>
                <a:moveTo>
                  <a:pt x="69272" y="53665"/>
                </a:moveTo>
                <a:cubicBezTo>
                  <a:pt x="69421" y="53740"/>
                  <a:pt x="69621" y="53765"/>
                  <a:pt x="69770" y="53839"/>
                </a:cubicBezTo>
                <a:cubicBezTo>
                  <a:pt x="68899" y="54885"/>
                  <a:pt x="68028" y="55955"/>
                  <a:pt x="67082" y="57001"/>
                </a:cubicBezTo>
                <a:cubicBezTo>
                  <a:pt x="67082" y="56976"/>
                  <a:pt x="67057" y="56876"/>
                  <a:pt x="67007" y="56826"/>
                </a:cubicBezTo>
                <a:cubicBezTo>
                  <a:pt x="67804" y="55781"/>
                  <a:pt x="68575" y="54736"/>
                  <a:pt x="69272" y="53665"/>
                </a:cubicBezTo>
                <a:close/>
                <a:moveTo>
                  <a:pt x="33404" y="54387"/>
                </a:moveTo>
                <a:cubicBezTo>
                  <a:pt x="33429" y="54387"/>
                  <a:pt x="33429" y="54412"/>
                  <a:pt x="33454" y="54412"/>
                </a:cubicBezTo>
                <a:cubicBezTo>
                  <a:pt x="33031" y="55333"/>
                  <a:pt x="32608" y="56229"/>
                  <a:pt x="32309" y="57125"/>
                </a:cubicBezTo>
                <a:cubicBezTo>
                  <a:pt x="32284" y="57125"/>
                  <a:pt x="32284" y="57100"/>
                  <a:pt x="32234" y="57100"/>
                </a:cubicBezTo>
                <a:cubicBezTo>
                  <a:pt x="32558" y="56204"/>
                  <a:pt x="32956" y="55283"/>
                  <a:pt x="33404" y="54387"/>
                </a:cubicBezTo>
                <a:close/>
                <a:moveTo>
                  <a:pt x="70019" y="53889"/>
                </a:moveTo>
                <a:cubicBezTo>
                  <a:pt x="69148" y="55034"/>
                  <a:pt x="68252" y="56154"/>
                  <a:pt x="67256" y="57225"/>
                </a:cubicBezTo>
                <a:cubicBezTo>
                  <a:pt x="67331" y="57075"/>
                  <a:pt x="67430" y="56951"/>
                  <a:pt x="67555" y="56801"/>
                </a:cubicBezTo>
                <a:cubicBezTo>
                  <a:pt x="67704" y="56652"/>
                  <a:pt x="67828" y="56503"/>
                  <a:pt x="68003" y="56329"/>
                </a:cubicBezTo>
                <a:cubicBezTo>
                  <a:pt x="68351" y="55905"/>
                  <a:pt x="68700" y="55482"/>
                  <a:pt x="69048" y="55084"/>
                </a:cubicBezTo>
                <a:cubicBezTo>
                  <a:pt x="69148" y="54984"/>
                  <a:pt x="69197" y="54885"/>
                  <a:pt x="69297" y="54760"/>
                </a:cubicBezTo>
                <a:cubicBezTo>
                  <a:pt x="69546" y="54487"/>
                  <a:pt x="69770" y="54188"/>
                  <a:pt x="69969" y="53889"/>
                </a:cubicBezTo>
                <a:close/>
                <a:moveTo>
                  <a:pt x="29596" y="56154"/>
                </a:moveTo>
                <a:cubicBezTo>
                  <a:pt x="30392" y="56478"/>
                  <a:pt x="31214" y="56826"/>
                  <a:pt x="32035" y="57200"/>
                </a:cubicBezTo>
                <a:cubicBezTo>
                  <a:pt x="31985" y="57225"/>
                  <a:pt x="31985" y="57225"/>
                  <a:pt x="31985" y="57250"/>
                </a:cubicBezTo>
                <a:cubicBezTo>
                  <a:pt x="31189" y="56876"/>
                  <a:pt x="30367" y="56528"/>
                  <a:pt x="29571" y="56229"/>
                </a:cubicBezTo>
                <a:cubicBezTo>
                  <a:pt x="29571" y="56204"/>
                  <a:pt x="29596" y="56204"/>
                  <a:pt x="29596" y="56154"/>
                </a:cubicBezTo>
                <a:close/>
                <a:moveTo>
                  <a:pt x="66883" y="57001"/>
                </a:moveTo>
                <a:cubicBezTo>
                  <a:pt x="66907" y="57075"/>
                  <a:pt x="66932" y="57125"/>
                  <a:pt x="67007" y="57200"/>
                </a:cubicBezTo>
                <a:cubicBezTo>
                  <a:pt x="66957" y="57200"/>
                  <a:pt x="66957" y="57225"/>
                  <a:pt x="66932" y="57250"/>
                </a:cubicBezTo>
                <a:cubicBezTo>
                  <a:pt x="66907" y="57200"/>
                  <a:pt x="66883" y="57125"/>
                  <a:pt x="66808" y="57075"/>
                </a:cubicBezTo>
                <a:lnTo>
                  <a:pt x="66883" y="57001"/>
                </a:lnTo>
                <a:close/>
                <a:moveTo>
                  <a:pt x="32184" y="57250"/>
                </a:moveTo>
                <a:cubicBezTo>
                  <a:pt x="32209" y="57250"/>
                  <a:pt x="32209" y="57274"/>
                  <a:pt x="32234" y="57274"/>
                </a:cubicBezTo>
                <a:cubicBezTo>
                  <a:pt x="32234" y="57324"/>
                  <a:pt x="32234" y="57324"/>
                  <a:pt x="32209" y="57349"/>
                </a:cubicBezTo>
                <a:cubicBezTo>
                  <a:pt x="32184" y="57349"/>
                  <a:pt x="32184" y="57349"/>
                  <a:pt x="32159" y="57324"/>
                </a:cubicBezTo>
                <a:cubicBezTo>
                  <a:pt x="32159" y="57274"/>
                  <a:pt x="32159" y="57274"/>
                  <a:pt x="32184" y="57250"/>
                </a:cubicBezTo>
                <a:close/>
                <a:moveTo>
                  <a:pt x="77436" y="53864"/>
                </a:moveTo>
                <a:cubicBezTo>
                  <a:pt x="78009" y="54412"/>
                  <a:pt x="78606" y="54960"/>
                  <a:pt x="79229" y="55482"/>
                </a:cubicBezTo>
                <a:cubicBezTo>
                  <a:pt x="78706" y="56129"/>
                  <a:pt x="78208" y="56777"/>
                  <a:pt x="77685" y="57449"/>
                </a:cubicBezTo>
                <a:cubicBezTo>
                  <a:pt x="77188" y="57125"/>
                  <a:pt x="76739" y="56851"/>
                  <a:pt x="76267" y="56577"/>
                </a:cubicBezTo>
                <a:cubicBezTo>
                  <a:pt x="76739" y="55657"/>
                  <a:pt x="77113" y="54760"/>
                  <a:pt x="77436" y="53864"/>
                </a:cubicBezTo>
                <a:close/>
                <a:moveTo>
                  <a:pt x="67082" y="57349"/>
                </a:moveTo>
                <a:cubicBezTo>
                  <a:pt x="67082" y="57374"/>
                  <a:pt x="67107" y="57374"/>
                  <a:pt x="67107" y="57399"/>
                </a:cubicBezTo>
                <a:lnTo>
                  <a:pt x="67057" y="57474"/>
                </a:lnTo>
                <a:lnTo>
                  <a:pt x="67057" y="57449"/>
                </a:lnTo>
                <a:cubicBezTo>
                  <a:pt x="67057" y="57449"/>
                  <a:pt x="67057" y="57399"/>
                  <a:pt x="67032" y="57399"/>
                </a:cubicBezTo>
                <a:lnTo>
                  <a:pt x="67082" y="57349"/>
                </a:lnTo>
                <a:close/>
                <a:moveTo>
                  <a:pt x="17548" y="36938"/>
                </a:moveTo>
                <a:cubicBezTo>
                  <a:pt x="17573" y="37561"/>
                  <a:pt x="17897" y="38332"/>
                  <a:pt x="18395" y="39228"/>
                </a:cubicBezTo>
                <a:cubicBezTo>
                  <a:pt x="14039" y="44754"/>
                  <a:pt x="10305" y="50405"/>
                  <a:pt x="7418" y="56005"/>
                </a:cubicBezTo>
                <a:cubicBezTo>
                  <a:pt x="6696" y="56478"/>
                  <a:pt x="6049" y="56976"/>
                  <a:pt x="5526" y="57523"/>
                </a:cubicBezTo>
                <a:cubicBezTo>
                  <a:pt x="7219" y="53167"/>
                  <a:pt x="9558" y="48662"/>
                  <a:pt x="12421" y="44207"/>
                </a:cubicBezTo>
                <a:cubicBezTo>
                  <a:pt x="12769" y="43684"/>
                  <a:pt x="13118" y="43186"/>
                  <a:pt x="13416" y="42663"/>
                </a:cubicBezTo>
                <a:cubicBezTo>
                  <a:pt x="14686" y="40722"/>
                  <a:pt x="16105" y="38830"/>
                  <a:pt x="17548" y="36938"/>
                </a:cubicBezTo>
                <a:close/>
                <a:moveTo>
                  <a:pt x="114748" y="54288"/>
                </a:moveTo>
                <a:cubicBezTo>
                  <a:pt x="114748" y="54462"/>
                  <a:pt x="114723" y="54586"/>
                  <a:pt x="114698" y="54736"/>
                </a:cubicBezTo>
                <a:cubicBezTo>
                  <a:pt x="114450" y="55532"/>
                  <a:pt x="114201" y="56353"/>
                  <a:pt x="113927" y="57200"/>
                </a:cubicBezTo>
                <a:cubicBezTo>
                  <a:pt x="113852" y="57324"/>
                  <a:pt x="113802" y="57449"/>
                  <a:pt x="113728" y="57523"/>
                </a:cubicBezTo>
                <a:cubicBezTo>
                  <a:pt x="114101" y="56453"/>
                  <a:pt x="114450" y="55383"/>
                  <a:pt x="114748" y="54288"/>
                </a:cubicBezTo>
                <a:close/>
                <a:moveTo>
                  <a:pt x="79328" y="55607"/>
                </a:moveTo>
                <a:cubicBezTo>
                  <a:pt x="79353" y="55607"/>
                  <a:pt x="79353" y="55632"/>
                  <a:pt x="79378" y="55632"/>
                </a:cubicBezTo>
                <a:cubicBezTo>
                  <a:pt x="78905" y="56279"/>
                  <a:pt x="78407" y="56901"/>
                  <a:pt x="77884" y="57573"/>
                </a:cubicBezTo>
                <a:cubicBezTo>
                  <a:pt x="77860" y="57573"/>
                  <a:pt x="77860" y="57523"/>
                  <a:pt x="77835" y="57523"/>
                </a:cubicBezTo>
                <a:cubicBezTo>
                  <a:pt x="78333" y="56876"/>
                  <a:pt x="78830" y="56254"/>
                  <a:pt x="79328" y="55607"/>
                </a:cubicBezTo>
                <a:close/>
                <a:moveTo>
                  <a:pt x="114823" y="55283"/>
                </a:moveTo>
                <a:lnTo>
                  <a:pt x="114823" y="55283"/>
                </a:lnTo>
                <a:cubicBezTo>
                  <a:pt x="114848" y="55358"/>
                  <a:pt x="114823" y="55457"/>
                  <a:pt x="114798" y="55507"/>
                </a:cubicBezTo>
                <a:cubicBezTo>
                  <a:pt x="114798" y="55557"/>
                  <a:pt x="114748" y="55607"/>
                  <a:pt x="114748" y="55657"/>
                </a:cubicBezTo>
                <a:cubicBezTo>
                  <a:pt x="114748" y="55706"/>
                  <a:pt x="114748" y="55731"/>
                  <a:pt x="114723" y="55756"/>
                </a:cubicBezTo>
                <a:cubicBezTo>
                  <a:pt x="114574" y="56154"/>
                  <a:pt x="114425" y="56602"/>
                  <a:pt x="114250" y="57075"/>
                </a:cubicBezTo>
                <a:cubicBezTo>
                  <a:pt x="114250" y="57075"/>
                  <a:pt x="114250" y="57100"/>
                  <a:pt x="114225" y="57100"/>
                </a:cubicBezTo>
                <a:cubicBezTo>
                  <a:pt x="114201" y="57200"/>
                  <a:pt x="114126" y="57250"/>
                  <a:pt x="114101" y="57349"/>
                </a:cubicBezTo>
                <a:cubicBezTo>
                  <a:pt x="114076" y="57399"/>
                  <a:pt x="114051" y="57474"/>
                  <a:pt x="113977" y="57573"/>
                </a:cubicBezTo>
                <a:cubicBezTo>
                  <a:pt x="114051" y="57374"/>
                  <a:pt x="114101" y="57225"/>
                  <a:pt x="114176" y="57026"/>
                </a:cubicBezTo>
                <a:cubicBezTo>
                  <a:pt x="114250" y="56826"/>
                  <a:pt x="114375" y="56577"/>
                  <a:pt x="114450" y="56353"/>
                </a:cubicBezTo>
                <a:lnTo>
                  <a:pt x="114624" y="55781"/>
                </a:lnTo>
                <a:lnTo>
                  <a:pt x="114624" y="55756"/>
                </a:lnTo>
                <a:lnTo>
                  <a:pt x="114823" y="55283"/>
                </a:lnTo>
                <a:close/>
                <a:moveTo>
                  <a:pt x="76167" y="56727"/>
                </a:moveTo>
                <a:cubicBezTo>
                  <a:pt x="76640" y="57001"/>
                  <a:pt x="77113" y="57274"/>
                  <a:pt x="77586" y="57598"/>
                </a:cubicBezTo>
                <a:cubicBezTo>
                  <a:pt x="77586" y="57623"/>
                  <a:pt x="77536" y="57623"/>
                  <a:pt x="77536" y="57648"/>
                </a:cubicBezTo>
                <a:cubicBezTo>
                  <a:pt x="77063" y="57349"/>
                  <a:pt x="76615" y="57075"/>
                  <a:pt x="76142" y="56826"/>
                </a:cubicBezTo>
                <a:cubicBezTo>
                  <a:pt x="76142" y="56752"/>
                  <a:pt x="76167" y="56727"/>
                  <a:pt x="76167" y="56727"/>
                </a:cubicBezTo>
                <a:close/>
                <a:moveTo>
                  <a:pt x="77735" y="57698"/>
                </a:moveTo>
                <a:cubicBezTo>
                  <a:pt x="77735" y="57698"/>
                  <a:pt x="77760" y="57698"/>
                  <a:pt x="77785" y="57722"/>
                </a:cubicBezTo>
                <a:cubicBezTo>
                  <a:pt x="77785" y="57747"/>
                  <a:pt x="77760" y="57747"/>
                  <a:pt x="77760" y="57772"/>
                </a:cubicBezTo>
                <a:cubicBezTo>
                  <a:pt x="77735" y="57772"/>
                  <a:pt x="77735" y="57747"/>
                  <a:pt x="77685" y="57747"/>
                </a:cubicBezTo>
                <a:cubicBezTo>
                  <a:pt x="77685" y="57722"/>
                  <a:pt x="77735" y="57722"/>
                  <a:pt x="77735" y="57698"/>
                </a:cubicBezTo>
                <a:close/>
                <a:moveTo>
                  <a:pt x="6347" y="55109"/>
                </a:moveTo>
                <a:lnTo>
                  <a:pt x="6347" y="55109"/>
                </a:lnTo>
                <a:cubicBezTo>
                  <a:pt x="5949" y="56030"/>
                  <a:pt x="5551" y="56976"/>
                  <a:pt x="5202" y="57897"/>
                </a:cubicBezTo>
                <a:cubicBezTo>
                  <a:pt x="5178" y="57971"/>
                  <a:pt x="5103" y="57996"/>
                  <a:pt x="5078" y="58071"/>
                </a:cubicBezTo>
                <a:cubicBezTo>
                  <a:pt x="5103" y="57996"/>
                  <a:pt x="5103" y="57971"/>
                  <a:pt x="5128" y="57897"/>
                </a:cubicBezTo>
                <a:cubicBezTo>
                  <a:pt x="5800" y="56229"/>
                  <a:pt x="6323" y="55134"/>
                  <a:pt x="6347" y="55109"/>
                </a:cubicBezTo>
                <a:close/>
                <a:moveTo>
                  <a:pt x="7268" y="56353"/>
                </a:moveTo>
                <a:cubicBezTo>
                  <a:pt x="7219" y="56403"/>
                  <a:pt x="7219" y="56453"/>
                  <a:pt x="7194" y="56478"/>
                </a:cubicBezTo>
                <a:cubicBezTo>
                  <a:pt x="6447" y="57001"/>
                  <a:pt x="5800" y="57573"/>
                  <a:pt x="5277" y="58220"/>
                </a:cubicBezTo>
                <a:cubicBezTo>
                  <a:pt x="5302" y="58146"/>
                  <a:pt x="5302" y="58096"/>
                  <a:pt x="5327" y="58021"/>
                </a:cubicBezTo>
                <a:cubicBezTo>
                  <a:pt x="5850" y="57399"/>
                  <a:pt x="6522" y="56851"/>
                  <a:pt x="7268" y="56353"/>
                </a:cubicBezTo>
                <a:close/>
                <a:moveTo>
                  <a:pt x="113603" y="58096"/>
                </a:moveTo>
                <a:lnTo>
                  <a:pt x="113603" y="58096"/>
                </a:lnTo>
                <a:cubicBezTo>
                  <a:pt x="113578" y="58146"/>
                  <a:pt x="113578" y="58220"/>
                  <a:pt x="113553" y="58245"/>
                </a:cubicBezTo>
                <a:cubicBezTo>
                  <a:pt x="113553" y="58270"/>
                  <a:pt x="113553" y="58270"/>
                  <a:pt x="113504" y="58320"/>
                </a:cubicBezTo>
                <a:cubicBezTo>
                  <a:pt x="113479" y="58370"/>
                  <a:pt x="113429" y="58444"/>
                  <a:pt x="113379" y="58494"/>
                </a:cubicBezTo>
                <a:cubicBezTo>
                  <a:pt x="113429" y="58444"/>
                  <a:pt x="113454" y="58345"/>
                  <a:pt x="113454" y="58270"/>
                </a:cubicBezTo>
                <a:cubicBezTo>
                  <a:pt x="113504" y="58220"/>
                  <a:pt x="113553" y="58146"/>
                  <a:pt x="113603" y="58096"/>
                </a:cubicBezTo>
                <a:close/>
                <a:moveTo>
                  <a:pt x="6273" y="54835"/>
                </a:moveTo>
                <a:lnTo>
                  <a:pt x="6273" y="54835"/>
                </a:lnTo>
                <a:cubicBezTo>
                  <a:pt x="6074" y="55258"/>
                  <a:pt x="5850" y="55706"/>
                  <a:pt x="5700" y="56154"/>
                </a:cubicBezTo>
                <a:cubicBezTo>
                  <a:pt x="5650" y="56329"/>
                  <a:pt x="5576" y="56453"/>
                  <a:pt x="5551" y="56602"/>
                </a:cubicBezTo>
                <a:cubicBezTo>
                  <a:pt x="5451" y="56851"/>
                  <a:pt x="5327" y="57125"/>
                  <a:pt x="5227" y="57374"/>
                </a:cubicBezTo>
                <a:cubicBezTo>
                  <a:pt x="5202" y="57474"/>
                  <a:pt x="5178" y="57523"/>
                  <a:pt x="5153" y="57623"/>
                </a:cubicBezTo>
                <a:cubicBezTo>
                  <a:pt x="5028" y="57971"/>
                  <a:pt x="4854" y="58320"/>
                  <a:pt x="4705" y="58693"/>
                </a:cubicBezTo>
                <a:cubicBezTo>
                  <a:pt x="4705" y="58716"/>
                  <a:pt x="4685" y="58718"/>
                  <a:pt x="4680" y="58736"/>
                </a:cubicBezTo>
                <a:lnTo>
                  <a:pt x="4680" y="58736"/>
                </a:lnTo>
                <a:cubicBezTo>
                  <a:pt x="4731" y="58266"/>
                  <a:pt x="4905" y="57870"/>
                  <a:pt x="5078" y="57474"/>
                </a:cubicBezTo>
                <a:cubicBezTo>
                  <a:pt x="5277" y="56976"/>
                  <a:pt x="5476" y="56478"/>
                  <a:pt x="5675" y="56030"/>
                </a:cubicBezTo>
                <a:cubicBezTo>
                  <a:pt x="5725" y="55881"/>
                  <a:pt x="5800" y="55731"/>
                  <a:pt x="5899" y="55582"/>
                </a:cubicBezTo>
                <a:cubicBezTo>
                  <a:pt x="5949" y="55408"/>
                  <a:pt x="6049" y="55233"/>
                  <a:pt x="6148" y="55034"/>
                </a:cubicBezTo>
                <a:cubicBezTo>
                  <a:pt x="6173" y="54960"/>
                  <a:pt x="6198" y="54885"/>
                  <a:pt x="6273" y="54835"/>
                </a:cubicBezTo>
                <a:close/>
                <a:moveTo>
                  <a:pt x="5028" y="58444"/>
                </a:moveTo>
                <a:cubicBezTo>
                  <a:pt x="4978" y="58494"/>
                  <a:pt x="4953" y="58594"/>
                  <a:pt x="4953" y="58643"/>
                </a:cubicBezTo>
                <a:cubicBezTo>
                  <a:pt x="4854" y="58718"/>
                  <a:pt x="4829" y="58768"/>
                  <a:pt x="4804" y="58843"/>
                </a:cubicBezTo>
                <a:cubicBezTo>
                  <a:pt x="4829" y="58768"/>
                  <a:pt x="4854" y="58693"/>
                  <a:pt x="4904" y="58619"/>
                </a:cubicBezTo>
                <a:cubicBezTo>
                  <a:pt x="4929" y="58569"/>
                  <a:pt x="4978" y="58494"/>
                  <a:pt x="5028" y="58444"/>
                </a:cubicBezTo>
                <a:close/>
                <a:moveTo>
                  <a:pt x="38507" y="46795"/>
                </a:moveTo>
                <a:cubicBezTo>
                  <a:pt x="41021" y="48861"/>
                  <a:pt x="43435" y="51002"/>
                  <a:pt x="45601" y="53143"/>
                </a:cubicBezTo>
                <a:cubicBezTo>
                  <a:pt x="43858" y="55034"/>
                  <a:pt x="42166" y="56976"/>
                  <a:pt x="40622" y="58942"/>
                </a:cubicBezTo>
                <a:cubicBezTo>
                  <a:pt x="38407" y="57523"/>
                  <a:pt x="36092" y="55881"/>
                  <a:pt x="33802" y="54113"/>
                </a:cubicBezTo>
                <a:cubicBezTo>
                  <a:pt x="35022" y="51674"/>
                  <a:pt x="36590" y="49185"/>
                  <a:pt x="38507" y="46795"/>
                </a:cubicBezTo>
                <a:close/>
                <a:moveTo>
                  <a:pt x="45675" y="53292"/>
                </a:moveTo>
                <a:lnTo>
                  <a:pt x="45725" y="53342"/>
                </a:lnTo>
                <a:cubicBezTo>
                  <a:pt x="44033" y="55208"/>
                  <a:pt x="42390" y="57125"/>
                  <a:pt x="40797" y="59091"/>
                </a:cubicBezTo>
                <a:cubicBezTo>
                  <a:pt x="40772" y="59091"/>
                  <a:pt x="40772" y="59067"/>
                  <a:pt x="40747" y="59067"/>
                </a:cubicBezTo>
                <a:cubicBezTo>
                  <a:pt x="42290" y="57100"/>
                  <a:pt x="43933" y="55159"/>
                  <a:pt x="45675" y="53292"/>
                </a:cubicBezTo>
                <a:close/>
                <a:moveTo>
                  <a:pt x="33728" y="54337"/>
                </a:moveTo>
                <a:cubicBezTo>
                  <a:pt x="36018" y="56105"/>
                  <a:pt x="38308" y="57722"/>
                  <a:pt x="40523" y="59116"/>
                </a:cubicBezTo>
                <a:cubicBezTo>
                  <a:pt x="40448" y="59116"/>
                  <a:pt x="40448" y="59116"/>
                  <a:pt x="40448" y="59141"/>
                </a:cubicBezTo>
                <a:cubicBezTo>
                  <a:pt x="38283" y="57747"/>
                  <a:pt x="35968" y="56129"/>
                  <a:pt x="33703" y="54387"/>
                </a:cubicBezTo>
                <a:cubicBezTo>
                  <a:pt x="33703" y="54362"/>
                  <a:pt x="33728" y="54362"/>
                  <a:pt x="33728" y="54337"/>
                </a:cubicBezTo>
                <a:close/>
                <a:moveTo>
                  <a:pt x="55731" y="45526"/>
                </a:moveTo>
                <a:cubicBezTo>
                  <a:pt x="55806" y="45576"/>
                  <a:pt x="55856" y="45675"/>
                  <a:pt x="55955" y="45725"/>
                </a:cubicBezTo>
                <a:lnTo>
                  <a:pt x="56379" y="46173"/>
                </a:lnTo>
                <a:lnTo>
                  <a:pt x="56677" y="46447"/>
                </a:lnTo>
                <a:lnTo>
                  <a:pt x="57075" y="46870"/>
                </a:lnTo>
                <a:cubicBezTo>
                  <a:pt x="57175" y="46945"/>
                  <a:pt x="57250" y="47019"/>
                  <a:pt x="57349" y="47119"/>
                </a:cubicBezTo>
                <a:cubicBezTo>
                  <a:pt x="57474" y="47243"/>
                  <a:pt x="57623" y="47368"/>
                  <a:pt x="57748" y="47492"/>
                </a:cubicBezTo>
                <a:cubicBezTo>
                  <a:pt x="57822" y="47542"/>
                  <a:pt x="57922" y="47617"/>
                  <a:pt x="57972" y="47667"/>
                </a:cubicBezTo>
                <a:cubicBezTo>
                  <a:pt x="58121" y="47791"/>
                  <a:pt x="58295" y="47940"/>
                  <a:pt x="58420" y="48065"/>
                </a:cubicBezTo>
                <a:cubicBezTo>
                  <a:pt x="58469" y="48115"/>
                  <a:pt x="58494" y="48164"/>
                  <a:pt x="58569" y="48189"/>
                </a:cubicBezTo>
                <a:cubicBezTo>
                  <a:pt x="58743" y="48363"/>
                  <a:pt x="58917" y="48513"/>
                  <a:pt x="59092" y="48637"/>
                </a:cubicBezTo>
                <a:cubicBezTo>
                  <a:pt x="59117" y="48637"/>
                  <a:pt x="59117" y="48662"/>
                  <a:pt x="59166" y="48662"/>
                </a:cubicBezTo>
                <a:cubicBezTo>
                  <a:pt x="59789" y="49160"/>
                  <a:pt x="60361" y="49633"/>
                  <a:pt x="60934" y="50006"/>
                </a:cubicBezTo>
                <a:cubicBezTo>
                  <a:pt x="60734" y="50156"/>
                  <a:pt x="60585" y="50305"/>
                  <a:pt x="60411" y="50429"/>
                </a:cubicBezTo>
                <a:cubicBezTo>
                  <a:pt x="60286" y="50529"/>
                  <a:pt x="60162" y="50653"/>
                  <a:pt x="60038" y="50753"/>
                </a:cubicBezTo>
                <a:cubicBezTo>
                  <a:pt x="59963" y="50803"/>
                  <a:pt x="59913" y="50853"/>
                  <a:pt x="59863" y="50902"/>
                </a:cubicBezTo>
                <a:cubicBezTo>
                  <a:pt x="59465" y="51251"/>
                  <a:pt x="59092" y="51599"/>
                  <a:pt x="58693" y="51923"/>
                </a:cubicBezTo>
                <a:cubicBezTo>
                  <a:pt x="58569" y="52022"/>
                  <a:pt x="58469" y="52122"/>
                  <a:pt x="58345" y="52246"/>
                </a:cubicBezTo>
                <a:cubicBezTo>
                  <a:pt x="58320" y="52271"/>
                  <a:pt x="58295" y="52271"/>
                  <a:pt x="58295" y="52296"/>
                </a:cubicBezTo>
                <a:lnTo>
                  <a:pt x="58245" y="52346"/>
                </a:lnTo>
                <a:cubicBezTo>
                  <a:pt x="57772" y="52769"/>
                  <a:pt x="57324" y="53167"/>
                  <a:pt x="56851" y="53615"/>
                </a:cubicBezTo>
                <a:cubicBezTo>
                  <a:pt x="56802" y="53665"/>
                  <a:pt x="56727" y="53740"/>
                  <a:pt x="56677" y="53765"/>
                </a:cubicBezTo>
                <a:cubicBezTo>
                  <a:pt x="56130" y="54263"/>
                  <a:pt x="55607" y="54760"/>
                  <a:pt x="55084" y="55283"/>
                </a:cubicBezTo>
                <a:lnTo>
                  <a:pt x="54935" y="55457"/>
                </a:lnTo>
                <a:lnTo>
                  <a:pt x="54835" y="55532"/>
                </a:lnTo>
                <a:lnTo>
                  <a:pt x="54810" y="55582"/>
                </a:lnTo>
                <a:lnTo>
                  <a:pt x="53516" y="56851"/>
                </a:lnTo>
                <a:cubicBezTo>
                  <a:pt x="53392" y="56976"/>
                  <a:pt x="53267" y="57100"/>
                  <a:pt x="53143" y="57250"/>
                </a:cubicBezTo>
                <a:cubicBezTo>
                  <a:pt x="52769" y="57648"/>
                  <a:pt x="52396" y="58071"/>
                  <a:pt x="52023" y="58444"/>
                </a:cubicBezTo>
                <a:cubicBezTo>
                  <a:pt x="51973" y="58494"/>
                  <a:pt x="51948" y="58569"/>
                  <a:pt x="51873" y="58619"/>
                </a:cubicBezTo>
                <a:cubicBezTo>
                  <a:pt x="51823" y="58693"/>
                  <a:pt x="51749" y="58743"/>
                  <a:pt x="51724" y="58818"/>
                </a:cubicBezTo>
                <a:cubicBezTo>
                  <a:pt x="51599" y="58942"/>
                  <a:pt x="51475" y="59067"/>
                  <a:pt x="51351" y="59216"/>
                </a:cubicBezTo>
                <a:cubicBezTo>
                  <a:pt x="50355" y="57722"/>
                  <a:pt x="48886" y="55905"/>
                  <a:pt x="46970" y="53889"/>
                </a:cubicBezTo>
                <a:cubicBezTo>
                  <a:pt x="47343" y="53416"/>
                  <a:pt x="47716" y="52968"/>
                  <a:pt x="48115" y="52520"/>
                </a:cubicBezTo>
                <a:lnTo>
                  <a:pt x="48140" y="52495"/>
                </a:lnTo>
                <a:cubicBezTo>
                  <a:pt x="48513" y="52097"/>
                  <a:pt x="48886" y="51649"/>
                  <a:pt x="49260" y="51251"/>
                </a:cubicBezTo>
                <a:lnTo>
                  <a:pt x="49285" y="51226"/>
                </a:lnTo>
                <a:cubicBezTo>
                  <a:pt x="49384" y="51126"/>
                  <a:pt x="49484" y="51002"/>
                  <a:pt x="49583" y="50902"/>
                </a:cubicBezTo>
                <a:cubicBezTo>
                  <a:pt x="49882" y="50604"/>
                  <a:pt x="50156" y="50280"/>
                  <a:pt x="50479" y="49981"/>
                </a:cubicBezTo>
                <a:cubicBezTo>
                  <a:pt x="50629" y="49807"/>
                  <a:pt x="50828" y="49633"/>
                  <a:pt x="51002" y="49484"/>
                </a:cubicBezTo>
                <a:cubicBezTo>
                  <a:pt x="51251" y="49235"/>
                  <a:pt x="51500" y="49011"/>
                  <a:pt x="51774" y="48762"/>
                </a:cubicBezTo>
                <a:lnTo>
                  <a:pt x="52819" y="47816"/>
                </a:lnTo>
                <a:cubicBezTo>
                  <a:pt x="52869" y="47766"/>
                  <a:pt x="52944" y="47741"/>
                  <a:pt x="52993" y="47667"/>
                </a:cubicBezTo>
                <a:cubicBezTo>
                  <a:pt x="53018" y="47642"/>
                  <a:pt x="53093" y="47617"/>
                  <a:pt x="53118" y="47567"/>
                </a:cubicBezTo>
                <a:cubicBezTo>
                  <a:pt x="53242" y="47492"/>
                  <a:pt x="53367" y="47393"/>
                  <a:pt x="53466" y="47293"/>
                </a:cubicBezTo>
                <a:lnTo>
                  <a:pt x="53516" y="47243"/>
                </a:lnTo>
                <a:cubicBezTo>
                  <a:pt x="53641" y="47144"/>
                  <a:pt x="53765" y="47019"/>
                  <a:pt x="53939" y="46920"/>
                </a:cubicBezTo>
                <a:lnTo>
                  <a:pt x="54313" y="46646"/>
                </a:lnTo>
                <a:cubicBezTo>
                  <a:pt x="54337" y="46621"/>
                  <a:pt x="54362" y="46571"/>
                  <a:pt x="54387" y="46571"/>
                </a:cubicBezTo>
                <a:cubicBezTo>
                  <a:pt x="54561" y="46447"/>
                  <a:pt x="54736" y="46322"/>
                  <a:pt x="54885" y="46173"/>
                </a:cubicBezTo>
                <a:lnTo>
                  <a:pt x="55258" y="45899"/>
                </a:lnTo>
                <a:cubicBezTo>
                  <a:pt x="55383" y="45775"/>
                  <a:pt x="55557" y="45650"/>
                  <a:pt x="55731" y="45526"/>
                </a:cubicBezTo>
                <a:close/>
                <a:moveTo>
                  <a:pt x="40647" y="59191"/>
                </a:moveTo>
                <a:cubicBezTo>
                  <a:pt x="40672" y="59191"/>
                  <a:pt x="40672" y="59216"/>
                  <a:pt x="40697" y="59216"/>
                </a:cubicBezTo>
                <a:cubicBezTo>
                  <a:pt x="40697" y="59241"/>
                  <a:pt x="40672" y="59241"/>
                  <a:pt x="40672" y="59266"/>
                </a:cubicBezTo>
                <a:cubicBezTo>
                  <a:pt x="40647" y="59266"/>
                  <a:pt x="40622" y="59241"/>
                  <a:pt x="40622" y="59241"/>
                </a:cubicBezTo>
                <a:cubicBezTo>
                  <a:pt x="40622" y="59216"/>
                  <a:pt x="40647" y="59216"/>
                  <a:pt x="40647" y="59191"/>
                </a:cubicBezTo>
                <a:close/>
                <a:moveTo>
                  <a:pt x="84082" y="49185"/>
                </a:moveTo>
                <a:cubicBezTo>
                  <a:pt x="84132" y="49235"/>
                  <a:pt x="84182" y="49235"/>
                  <a:pt x="84232" y="49260"/>
                </a:cubicBezTo>
                <a:cubicBezTo>
                  <a:pt x="84306" y="49284"/>
                  <a:pt x="84331" y="49284"/>
                  <a:pt x="84381" y="49309"/>
                </a:cubicBezTo>
                <a:cubicBezTo>
                  <a:pt x="84431" y="49309"/>
                  <a:pt x="84456" y="49334"/>
                  <a:pt x="84481" y="49334"/>
                </a:cubicBezTo>
                <a:cubicBezTo>
                  <a:pt x="84705" y="49434"/>
                  <a:pt x="84929" y="49533"/>
                  <a:pt x="85178" y="49633"/>
                </a:cubicBezTo>
                <a:cubicBezTo>
                  <a:pt x="85227" y="49658"/>
                  <a:pt x="85252" y="49658"/>
                  <a:pt x="85327" y="49683"/>
                </a:cubicBezTo>
                <a:cubicBezTo>
                  <a:pt x="85601" y="49782"/>
                  <a:pt x="85850" y="49882"/>
                  <a:pt x="86123" y="49956"/>
                </a:cubicBezTo>
                <a:cubicBezTo>
                  <a:pt x="86173" y="49956"/>
                  <a:pt x="86198" y="50006"/>
                  <a:pt x="86248" y="50006"/>
                </a:cubicBezTo>
                <a:lnTo>
                  <a:pt x="86298" y="50006"/>
                </a:lnTo>
                <a:cubicBezTo>
                  <a:pt x="86497" y="50056"/>
                  <a:pt x="86721" y="50156"/>
                  <a:pt x="86970" y="50205"/>
                </a:cubicBezTo>
                <a:cubicBezTo>
                  <a:pt x="87617" y="52844"/>
                  <a:pt x="87244" y="56005"/>
                  <a:pt x="86074" y="59340"/>
                </a:cubicBezTo>
                <a:cubicBezTo>
                  <a:pt x="83809" y="58245"/>
                  <a:pt x="81693" y="56901"/>
                  <a:pt x="79826" y="55383"/>
                </a:cubicBezTo>
                <a:cubicBezTo>
                  <a:pt x="81344" y="53342"/>
                  <a:pt x="82763" y="51276"/>
                  <a:pt x="84082" y="49185"/>
                </a:cubicBezTo>
                <a:close/>
                <a:moveTo>
                  <a:pt x="46771" y="54014"/>
                </a:moveTo>
                <a:cubicBezTo>
                  <a:pt x="48737" y="56030"/>
                  <a:pt x="50206" y="57847"/>
                  <a:pt x="51151" y="59315"/>
                </a:cubicBezTo>
                <a:lnTo>
                  <a:pt x="51102" y="59365"/>
                </a:lnTo>
                <a:cubicBezTo>
                  <a:pt x="50156" y="57872"/>
                  <a:pt x="48712" y="56080"/>
                  <a:pt x="46746" y="54088"/>
                </a:cubicBezTo>
                <a:cubicBezTo>
                  <a:pt x="46746" y="54039"/>
                  <a:pt x="46771" y="54039"/>
                  <a:pt x="46771" y="54014"/>
                </a:cubicBezTo>
                <a:close/>
                <a:moveTo>
                  <a:pt x="60983" y="50156"/>
                </a:moveTo>
                <a:cubicBezTo>
                  <a:pt x="60983" y="50156"/>
                  <a:pt x="61033" y="50156"/>
                  <a:pt x="61033" y="50180"/>
                </a:cubicBezTo>
                <a:lnTo>
                  <a:pt x="61058" y="50180"/>
                </a:lnTo>
                <a:cubicBezTo>
                  <a:pt x="60934" y="50305"/>
                  <a:pt x="60784" y="50479"/>
                  <a:pt x="60585" y="50604"/>
                </a:cubicBezTo>
                <a:cubicBezTo>
                  <a:pt x="60486" y="50653"/>
                  <a:pt x="60436" y="50728"/>
                  <a:pt x="60386" y="50753"/>
                </a:cubicBezTo>
                <a:cubicBezTo>
                  <a:pt x="60262" y="50877"/>
                  <a:pt x="60137" y="50977"/>
                  <a:pt x="59988" y="51101"/>
                </a:cubicBezTo>
                <a:cubicBezTo>
                  <a:pt x="59589" y="51425"/>
                  <a:pt x="59216" y="51749"/>
                  <a:pt x="58843" y="52097"/>
                </a:cubicBezTo>
                <a:lnTo>
                  <a:pt x="58768" y="52147"/>
                </a:lnTo>
                <a:lnTo>
                  <a:pt x="58743" y="52147"/>
                </a:lnTo>
                <a:cubicBezTo>
                  <a:pt x="58693" y="52197"/>
                  <a:pt x="58619" y="52246"/>
                  <a:pt x="58594" y="52296"/>
                </a:cubicBezTo>
                <a:cubicBezTo>
                  <a:pt x="58519" y="52371"/>
                  <a:pt x="58445" y="52421"/>
                  <a:pt x="58370" y="52495"/>
                </a:cubicBezTo>
                <a:cubicBezTo>
                  <a:pt x="57847" y="52943"/>
                  <a:pt x="57349" y="53416"/>
                  <a:pt x="56851" y="53889"/>
                </a:cubicBezTo>
                <a:lnTo>
                  <a:pt x="56777" y="53939"/>
                </a:lnTo>
                <a:cubicBezTo>
                  <a:pt x="56254" y="54437"/>
                  <a:pt x="55756" y="54935"/>
                  <a:pt x="55234" y="55432"/>
                </a:cubicBezTo>
                <a:lnTo>
                  <a:pt x="54835" y="55856"/>
                </a:lnTo>
                <a:lnTo>
                  <a:pt x="54786" y="55881"/>
                </a:lnTo>
                <a:lnTo>
                  <a:pt x="54761" y="55905"/>
                </a:lnTo>
                <a:lnTo>
                  <a:pt x="53740" y="56951"/>
                </a:lnTo>
                <a:cubicBezTo>
                  <a:pt x="53541" y="57125"/>
                  <a:pt x="53392" y="57274"/>
                  <a:pt x="53242" y="57474"/>
                </a:cubicBezTo>
                <a:lnTo>
                  <a:pt x="53217" y="57498"/>
                </a:lnTo>
                <a:cubicBezTo>
                  <a:pt x="52894" y="57797"/>
                  <a:pt x="52595" y="58146"/>
                  <a:pt x="52272" y="58494"/>
                </a:cubicBezTo>
                <a:cubicBezTo>
                  <a:pt x="52147" y="58643"/>
                  <a:pt x="52023" y="58768"/>
                  <a:pt x="51873" y="58917"/>
                </a:cubicBezTo>
                <a:cubicBezTo>
                  <a:pt x="51848" y="58967"/>
                  <a:pt x="51799" y="58992"/>
                  <a:pt x="51799" y="59017"/>
                </a:cubicBezTo>
                <a:lnTo>
                  <a:pt x="51774" y="59042"/>
                </a:lnTo>
                <a:lnTo>
                  <a:pt x="51749" y="59091"/>
                </a:lnTo>
                <a:cubicBezTo>
                  <a:pt x="51649" y="59216"/>
                  <a:pt x="51525" y="59291"/>
                  <a:pt x="51425" y="59415"/>
                </a:cubicBezTo>
                <a:cubicBezTo>
                  <a:pt x="51425" y="59415"/>
                  <a:pt x="51425" y="59390"/>
                  <a:pt x="51400" y="59390"/>
                </a:cubicBezTo>
                <a:lnTo>
                  <a:pt x="51400" y="59365"/>
                </a:lnTo>
                <a:cubicBezTo>
                  <a:pt x="52097" y="58619"/>
                  <a:pt x="52769" y="57872"/>
                  <a:pt x="53466" y="57150"/>
                </a:cubicBezTo>
                <a:lnTo>
                  <a:pt x="53491" y="57125"/>
                </a:lnTo>
                <a:lnTo>
                  <a:pt x="53516" y="57100"/>
                </a:lnTo>
                <a:cubicBezTo>
                  <a:pt x="54238" y="56353"/>
                  <a:pt x="54985" y="55607"/>
                  <a:pt x="55731" y="54885"/>
                </a:cubicBezTo>
                <a:lnTo>
                  <a:pt x="56005" y="54611"/>
                </a:lnTo>
                <a:cubicBezTo>
                  <a:pt x="56752" y="53889"/>
                  <a:pt x="57524" y="53167"/>
                  <a:pt x="58320" y="52446"/>
                </a:cubicBezTo>
                <a:lnTo>
                  <a:pt x="58494" y="52271"/>
                </a:lnTo>
                <a:cubicBezTo>
                  <a:pt x="58967" y="51873"/>
                  <a:pt x="59440" y="51475"/>
                  <a:pt x="59938" y="51052"/>
                </a:cubicBezTo>
                <a:cubicBezTo>
                  <a:pt x="60062" y="50927"/>
                  <a:pt x="60212" y="50853"/>
                  <a:pt x="60336" y="50728"/>
                </a:cubicBezTo>
                <a:lnTo>
                  <a:pt x="60983" y="50156"/>
                </a:lnTo>
                <a:close/>
                <a:moveTo>
                  <a:pt x="87169" y="50280"/>
                </a:moveTo>
                <a:cubicBezTo>
                  <a:pt x="87194" y="50280"/>
                  <a:pt x="87194" y="50280"/>
                  <a:pt x="87219" y="50305"/>
                </a:cubicBezTo>
                <a:cubicBezTo>
                  <a:pt x="87841" y="52919"/>
                  <a:pt x="87468" y="56105"/>
                  <a:pt x="86298" y="59465"/>
                </a:cubicBezTo>
                <a:cubicBezTo>
                  <a:pt x="86248" y="59465"/>
                  <a:pt x="86248" y="59440"/>
                  <a:pt x="86223" y="59440"/>
                </a:cubicBezTo>
                <a:cubicBezTo>
                  <a:pt x="87418" y="56080"/>
                  <a:pt x="87791" y="52919"/>
                  <a:pt x="87169" y="50280"/>
                </a:cubicBezTo>
                <a:close/>
                <a:moveTo>
                  <a:pt x="79702" y="55532"/>
                </a:moveTo>
                <a:cubicBezTo>
                  <a:pt x="81593" y="57075"/>
                  <a:pt x="83709" y="58395"/>
                  <a:pt x="85999" y="59515"/>
                </a:cubicBezTo>
                <a:cubicBezTo>
                  <a:pt x="85999" y="59564"/>
                  <a:pt x="85999" y="59564"/>
                  <a:pt x="85974" y="59589"/>
                </a:cubicBezTo>
                <a:cubicBezTo>
                  <a:pt x="83684" y="58469"/>
                  <a:pt x="81519" y="57125"/>
                  <a:pt x="79627" y="55607"/>
                </a:cubicBezTo>
                <a:lnTo>
                  <a:pt x="79702" y="55532"/>
                </a:lnTo>
                <a:close/>
                <a:moveTo>
                  <a:pt x="51326" y="59490"/>
                </a:moveTo>
                <a:lnTo>
                  <a:pt x="51326" y="59515"/>
                </a:lnTo>
                <a:cubicBezTo>
                  <a:pt x="51326" y="59515"/>
                  <a:pt x="51326" y="59564"/>
                  <a:pt x="51351" y="59564"/>
                </a:cubicBezTo>
                <a:lnTo>
                  <a:pt x="51276" y="59614"/>
                </a:lnTo>
                <a:cubicBezTo>
                  <a:pt x="51276" y="59589"/>
                  <a:pt x="51276" y="59589"/>
                  <a:pt x="51251" y="59564"/>
                </a:cubicBezTo>
                <a:lnTo>
                  <a:pt x="51326" y="59490"/>
                </a:lnTo>
                <a:close/>
                <a:moveTo>
                  <a:pt x="4232" y="59614"/>
                </a:moveTo>
                <a:lnTo>
                  <a:pt x="4232" y="59614"/>
                </a:lnTo>
                <a:cubicBezTo>
                  <a:pt x="4223" y="59637"/>
                  <a:pt x="4214" y="59660"/>
                  <a:pt x="4205" y="59684"/>
                </a:cubicBezTo>
                <a:lnTo>
                  <a:pt x="4205" y="59684"/>
                </a:lnTo>
                <a:cubicBezTo>
                  <a:pt x="4212" y="59656"/>
                  <a:pt x="4218" y="59628"/>
                  <a:pt x="4232" y="59614"/>
                </a:cubicBezTo>
                <a:close/>
                <a:moveTo>
                  <a:pt x="86173" y="59589"/>
                </a:moveTo>
                <a:cubicBezTo>
                  <a:pt x="86198" y="59614"/>
                  <a:pt x="86198" y="59614"/>
                  <a:pt x="86223" y="59614"/>
                </a:cubicBezTo>
                <a:cubicBezTo>
                  <a:pt x="86223" y="59639"/>
                  <a:pt x="86198" y="59639"/>
                  <a:pt x="86198" y="59689"/>
                </a:cubicBezTo>
                <a:cubicBezTo>
                  <a:pt x="86173" y="59689"/>
                  <a:pt x="86173" y="59639"/>
                  <a:pt x="86123" y="59639"/>
                </a:cubicBezTo>
                <a:cubicBezTo>
                  <a:pt x="86123" y="59614"/>
                  <a:pt x="86173" y="59614"/>
                  <a:pt x="86173" y="59589"/>
                </a:cubicBezTo>
                <a:close/>
                <a:moveTo>
                  <a:pt x="61282" y="50280"/>
                </a:moveTo>
                <a:cubicBezTo>
                  <a:pt x="61332" y="50355"/>
                  <a:pt x="61431" y="50380"/>
                  <a:pt x="61481" y="50405"/>
                </a:cubicBezTo>
                <a:cubicBezTo>
                  <a:pt x="57748" y="53118"/>
                  <a:pt x="54387" y="56353"/>
                  <a:pt x="51649" y="59739"/>
                </a:cubicBezTo>
                <a:cubicBezTo>
                  <a:pt x="51624" y="59689"/>
                  <a:pt x="51599" y="59614"/>
                  <a:pt x="51525" y="59564"/>
                </a:cubicBezTo>
                <a:cubicBezTo>
                  <a:pt x="51624" y="59465"/>
                  <a:pt x="51699" y="59365"/>
                  <a:pt x="51774" y="59266"/>
                </a:cubicBezTo>
                <a:cubicBezTo>
                  <a:pt x="52023" y="59017"/>
                  <a:pt x="52247" y="58743"/>
                  <a:pt x="52496" y="58494"/>
                </a:cubicBezTo>
                <a:cubicBezTo>
                  <a:pt x="52620" y="58370"/>
                  <a:pt x="52720" y="58245"/>
                  <a:pt x="52844" y="58146"/>
                </a:cubicBezTo>
                <a:cubicBezTo>
                  <a:pt x="52968" y="58021"/>
                  <a:pt x="53093" y="57872"/>
                  <a:pt x="53217" y="57747"/>
                </a:cubicBezTo>
                <a:cubicBezTo>
                  <a:pt x="53242" y="57722"/>
                  <a:pt x="53267" y="57698"/>
                  <a:pt x="53317" y="57623"/>
                </a:cubicBezTo>
                <a:cubicBezTo>
                  <a:pt x="53491" y="57399"/>
                  <a:pt x="53715" y="57200"/>
                  <a:pt x="53939" y="57001"/>
                </a:cubicBezTo>
                <a:lnTo>
                  <a:pt x="54761" y="56154"/>
                </a:lnTo>
                <a:lnTo>
                  <a:pt x="54885" y="56030"/>
                </a:lnTo>
                <a:cubicBezTo>
                  <a:pt x="55059" y="55881"/>
                  <a:pt x="55209" y="55706"/>
                  <a:pt x="55383" y="55532"/>
                </a:cubicBezTo>
                <a:cubicBezTo>
                  <a:pt x="55881" y="55034"/>
                  <a:pt x="56379" y="54586"/>
                  <a:pt x="56876" y="54113"/>
                </a:cubicBezTo>
                <a:cubicBezTo>
                  <a:pt x="56976" y="54039"/>
                  <a:pt x="57051" y="53964"/>
                  <a:pt x="57125" y="53889"/>
                </a:cubicBezTo>
                <a:lnTo>
                  <a:pt x="57175" y="53864"/>
                </a:lnTo>
                <a:lnTo>
                  <a:pt x="58469" y="52645"/>
                </a:lnTo>
                <a:cubicBezTo>
                  <a:pt x="58619" y="52520"/>
                  <a:pt x="58793" y="52371"/>
                  <a:pt x="58942" y="52246"/>
                </a:cubicBezTo>
                <a:cubicBezTo>
                  <a:pt x="59341" y="51898"/>
                  <a:pt x="59714" y="51550"/>
                  <a:pt x="60112" y="51226"/>
                </a:cubicBezTo>
                <a:cubicBezTo>
                  <a:pt x="60311" y="51052"/>
                  <a:pt x="60461" y="50927"/>
                  <a:pt x="60660" y="50778"/>
                </a:cubicBezTo>
                <a:cubicBezTo>
                  <a:pt x="60859" y="50629"/>
                  <a:pt x="61083" y="50479"/>
                  <a:pt x="61282" y="50280"/>
                </a:cubicBezTo>
                <a:close/>
                <a:moveTo>
                  <a:pt x="4185" y="59735"/>
                </a:moveTo>
                <a:cubicBezTo>
                  <a:pt x="4162" y="59797"/>
                  <a:pt x="4138" y="59858"/>
                  <a:pt x="4114" y="59920"/>
                </a:cubicBezTo>
                <a:lnTo>
                  <a:pt x="4114" y="59920"/>
                </a:lnTo>
                <a:cubicBezTo>
                  <a:pt x="4136" y="59859"/>
                  <a:pt x="4159" y="59799"/>
                  <a:pt x="4182" y="59739"/>
                </a:cubicBezTo>
                <a:cubicBezTo>
                  <a:pt x="4183" y="59737"/>
                  <a:pt x="4184" y="59736"/>
                  <a:pt x="4185" y="59735"/>
                </a:cubicBezTo>
                <a:close/>
                <a:moveTo>
                  <a:pt x="51450" y="59714"/>
                </a:moveTo>
                <a:cubicBezTo>
                  <a:pt x="51475" y="59764"/>
                  <a:pt x="51525" y="59838"/>
                  <a:pt x="51575" y="59888"/>
                </a:cubicBezTo>
                <a:lnTo>
                  <a:pt x="51500" y="59963"/>
                </a:lnTo>
                <a:cubicBezTo>
                  <a:pt x="51475" y="59888"/>
                  <a:pt x="51450" y="59838"/>
                  <a:pt x="51375" y="59764"/>
                </a:cubicBezTo>
                <a:cubicBezTo>
                  <a:pt x="51400" y="59739"/>
                  <a:pt x="51400" y="59714"/>
                  <a:pt x="51450" y="59714"/>
                </a:cubicBezTo>
                <a:close/>
                <a:moveTo>
                  <a:pt x="61680" y="50529"/>
                </a:moveTo>
                <a:cubicBezTo>
                  <a:pt x="61705" y="50529"/>
                  <a:pt x="61705" y="50554"/>
                  <a:pt x="61730" y="50554"/>
                </a:cubicBezTo>
                <a:cubicBezTo>
                  <a:pt x="57947" y="53292"/>
                  <a:pt x="54561" y="56528"/>
                  <a:pt x="51823" y="59988"/>
                </a:cubicBezTo>
                <a:cubicBezTo>
                  <a:pt x="51823" y="59963"/>
                  <a:pt x="51774" y="59963"/>
                  <a:pt x="51774" y="59938"/>
                </a:cubicBezTo>
                <a:cubicBezTo>
                  <a:pt x="54561" y="56503"/>
                  <a:pt x="57922" y="53267"/>
                  <a:pt x="61680" y="50529"/>
                </a:cubicBezTo>
                <a:close/>
                <a:moveTo>
                  <a:pt x="45899" y="53466"/>
                </a:moveTo>
                <a:lnTo>
                  <a:pt x="46347" y="53889"/>
                </a:lnTo>
                <a:cubicBezTo>
                  <a:pt x="44754" y="55881"/>
                  <a:pt x="43410" y="57971"/>
                  <a:pt x="42315" y="60012"/>
                </a:cubicBezTo>
                <a:cubicBezTo>
                  <a:pt x="41892" y="59739"/>
                  <a:pt x="41419" y="59490"/>
                  <a:pt x="40946" y="59191"/>
                </a:cubicBezTo>
                <a:cubicBezTo>
                  <a:pt x="42514" y="57250"/>
                  <a:pt x="44157" y="55333"/>
                  <a:pt x="45899" y="53466"/>
                </a:cubicBezTo>
                <a:close/>
                <a:moveTo>
                  <a:pt x="114698" y="52595"/>
                </a:moveTo>
                <a:cubicBezTo>
                  <a:pt x="114723" y="52894"/>
                  <a:pt x="114748" y="53217"/>
                  <a:pt x="114748" y="53541"/>
                </a:cubicBezTo>
                <a:cubicBezTo>
                  <a:pt x="114350" y="55084"/>
                  <a:pt x="113877" y="56602"/>
                  <a:pt x="113305" y="58195"/>
                </a:cubicBezTo>
                <a:cubicBezTo>
                  <a:pt x="112757" y="58892"/>
                  <a:pt x="112110" y="59564"/>
                  <a:pt x="111363" y="60112"/>
                </a:cubicBezTo>
                <a:cubicBezTo>
                  <a:pt x="112632" y="57598"/>
                  <a:pt x="113753" y="55084"/>
                  <a:pt x="114698" y="52595"/>
                </a:cubicBezTo>
                <a:close/>
                <a:moveTo>
                  <a:pt x="46397" y="53939"/>
                </a:moveTo>
                <a:lnTo>
                  <a:pt x="46422" y="53989"/>
                </a:lnTo>
                <a:cubicBezTo>
                  <a:pt x="46497" y="54088"/>
                  <a:pt x="46497" y="54113"/>
                  <a:pt x="46472" y="54113"/>
                </a:cubicBezTo>
                <a:cubicBezTo>
                  <a:pt x="46123" y="54536"/>
                  <a:pt x="45800" y="54984"/>
                  <a:pt x="45476" y="55408"/>
                </a:cubicBezTo>
                <a:cubicBezTo>
                  <a:pt x="45377" y="55557"/>
                  <a:pt x="45252" y="55706"/>
                  <a:pt x="45153" y="55856"/>
                </a:cubicBezTo>
                <a:cubicBezTo>
                  <a:pt x="44929" y="56154"/>
                  <a:pt x="44680" y="56503"/>
                  <a:pt x="44481" y="56851"/>
                </a:cubicBezTo>
                <a:cubicBezTo>
                  <a:pt x="44381" y="57001"/>
                  <a:pt x="44281" y="57125"/>
                  <a:pt x="44182" y="57274"/>
                </a:cubicBezTo>
                <a:cubicBezTo>
                  <a:pt x="44132" y="57349"/>
                  <a:pt x="44107" y="57424"/>
                  <a:pt x="44033" y="57498"/>
                </a:cubicBezTo>
                <a:cubicBezTo>
                  <a:pt x="43809" y="57872"/>
                  <a:pt x="43560" y="58245"/>
                  <a:pt x="43385" y="58594"/>
                </a:cubicBezTo>
                <a:cubicBezTo>
                  <a:pt x="43062" y="59116"/>
                  <a:pt x="42788" y="59639"/>
                  <a:pt x="42514" y="60137"/>
                </a:cubicBezTo>
                <a:cubicBezTo>
                  <a:pt x="42514" y="60137"/>
                  <a:pt x="42489" y="60137"/>
                  <a:pt x="42489" y="60112"/>
                </a:cubicBezTo>
                <a:lnTo>
                  <a:pt x="42440" y="60112"/>
                </a:lnTo>
                <a:cubicBezTo>
                  <a:pt x="42564" y="59863"/>
                  <a:pt x="42688" y="59639"/>
                  <a:pt x="42813" y="59390"/>
                </a:cubicBezTo>
                <a:cubicBezTo>
                  <a:pt x="42813" y="59365"/>
                  <a:pt x="42863" y="59340"/>
                  <a:pt x="42888" y="59291"/>
                </a:cubicBezTo>
                <a:lnTo>
                  <a:pt x="43360" y="58469"/>
                </a:lnTo>
                <a:cubicBezTo>
                  <a:pt x="43360" y="58469"/>
                  <a:pt x="43360" y="58419"/>
                  <a:pt x="43385" y="58419"/>
                </a:cubicBezTo>
                <a:cubicBezTo>
                  <a:pt x="43560" y="58121"/>
                  <a:pt x="43759" y="57847"/>
                  <a:pt x="43933" y="57523"/>
                </a:cubicBezTo>
                <a:cubicBezTo>
                  <a:pt x="44132" y="57225"/>
                  <a:pt x="44306" y="56926"/>
                  <a:pt x="44505" y="56627"/>
                </a:cubicBezTo>
                <a:cubicBezTo>
                  <a:pt x="44530" y="56602"/>
                  <a:pt x="44555" y="56553"/>
                  <a:pt x="44555" y="56503"/>
                </a:cubicBezTo>
                <a:cubicBezTo>
                  <a:pt x="44754" y="56229"/>
                  <a:pt x="44929" y="55980"/>
                  <a:pt x="45128" y="55681"/>
                </a:cubicBezTo>
                <a:cubicBezTo>
                  <a:pt x="45352" y="55408"/>
                  <a:pt x="45526" y="55109"/>
                  <a:pt x="45750" y="54810"/>
                </a:cubicBezTo>
                <a:cubicBezTo>
                  <a:pt x="45800" y="54760"/>
                  <a:pt x="45850" y="54686"/>
                  <a:pt x="45899" y="54611"/>
                </a:cubicBezTo>
                <a:cubicBezTo>
                  <a:pt x="46049" y="54387"/>
                  <a:pt x="46248" y="54163"/>
                  <a:pt x="46397" y="53939"/>
                </a:cubicBezTo>
                <a:close/>
                <a:moveTo>
                  <a:pt x="51649" y="60062"/>
                </a:moveTo>
                <a:cubicBezTo>
                  <a:pt x="51649" y="60087"/>
                  <a:pt x="51699" y="60112"/>
                  <a:pt x="51699" y="60112"/>
                </a:cubicBezTo>
                <a:lnTo>
                  <a:pt x="51624" y="60187"/>
                </a:lnTo>
                <a:cubicBezTo>
                  <a:pt x="51624" y="60137"/>
                  <a:pt x="51599" y="60137"/>
                  <a:pt x="51599" y="60112"/>
                </a:cubicBezTo>
                <a:lnTo>
                  <a:pt x="51649" y="60062"/>
                </a:lnTo>
                <a:close/>
                <a:moveTo>
                  <a:pt x="40822" y="59315"/>
                </a:moveTo>
                <a:cubicBezTo>
                  <a:pt x="41295" y="59589"/>
                  <a:pt x="41767" y="59888"/>
                  <a:pt x="42240" y="60137"/>
                </a:cubicBezTo>
                <a:cubicBezTo>
                  <a:pt x="42240" y="60187"/>
                  <a:pt x="42191" y="60187"/>
                  <a:pt x="42191" y="60212"/>
                </a:cubicBezTo>
                <a:cubicBezTo>
                  <a:pt x="41743" y="59963"/>
                  <a:pt x="41270" y="59689"/>
                  <a:pt x="40797" y="59365"/>
                </a:cubicBezTo>
                <a:cubicBezTo>
                  <a:pt x="40797" y="59340"/>
                  <a:pt x="40822" y="59340"/>
                  <a:pt x="40822" y="59315"/>
                </a:cubicBezTo>
                <a:close/>
                <a:moveTo>
                  <a:pt x="42440" y="60261"/>
                </a:moveTo>
                <a:cubicBezTo>
                  <a:pt x="42440" y="60261"/>
                  <a:pt x="42489" y="60261"/>
                  <a:pt x="42489" y="60311"/>
                </a:cubicBezTo>
                <a:cubicBezTo>
                  <a:pt x="42489" y="60336"/>
                  <a:pt x="42440" y="60336"/>
                  <a:pt x="42440" y="60361"/>
                </a:cubicBezTo>
                <a:cubicBezTo>
                  <a:pt x="42415" y="60361"/>
                  <a:pt x="42415" y="60361"/>
                  <a:pt x="42390" y="60336"/>
                </a:cubicBezTo>
                <a:cubicBezTo>
                  <a:pt x="42390" y="60311"/>
                  <a:pt x="42415" y="60311"/>
                  <a:pt x="42415" y="60261"/>
                </a:cubicBezTo>
                <a:close/>
                <a:moveTo>
                  <a:pt x="114599" y="52097"/>
                </a:moveTo>
                <a:cubicBezTo>
                  <a:pt x="114599" y="52122"/>
                  <a:pt x="114624" y="52172"/>
                  <a:pt x="114624" y="52222"/>
                </a:cubicBezTo>
                <a:cubicBezTo>
                  <a:pt x="113628" y="54885"/>
                  <a:pt x="112433" y="57598"/>
                  <a:pt x="111064" y="60336"/>
                </a:cubicBezTo>
                <a:cubicBezTo>
                  <a:pt x="111015" y="60361"/>
                  <a:pt x="110990" y="60386"/>
                  <a:pt x="110965" y="60386"/>
                </a:cubicBezTo>
                <a:cubicBezTo>
                  <a:pt x="112359" y="57598"/>
                  <a:pt x="113603" y="54835"/>
                  <a:pt x="114599" y="52097"/>
                </a:cubicBezTo>
                <a:close/>
                <a:moveTo>
                  <a:pt x="87443" y="50355"/>
                </a:moveTo>
                <a:lnTo>
                  <a:pt x="87443" y="50355"/>
                </a:lnTo>
                <a:cubicBezTo>
                  <a:pt x="87692" y="50405"/>
                  <a:pt x="87916" y="50479"/>
                  <a:pt x="88164" y="50529"/>
                </a:cubicBezTo>
                <a:cubicBezTo>
                  <a:pt x="88214" y="50529"/>
                  <a:pt x="88289" y="50554"/>
                  <a:pt x="88339" y="50554"/>
                </a:cubicBezTo>
                <a:cubicBezTo>
                  <a:pt x="88438" y="50579"/>
                  <a:pt x="88563" y="50579"/>
                  <a:pt x="88662" y="50629"/>
                </a:cubicBezTo>
                <a:cubicBezTo>
                  <a:pt x="88812" y="50653"/>
                  <a:pt x="88986" y="50678"/>
                  <a:pt x="89160" y="50728"/>
                </a:cubicBezTo>
                <a:cubicBezTo>
                  <a:pt x="89210" y="50728"/>
                  <a:pt x="89285" y="50753"/>
                  <a:pt x="89359" y="50753"/>
                </a:cubicBezTo>
                <a:lnTo>
                  <a:pt x="89409" y="50753"/>
                </a:lnTo>
                <a:cubicBezTo>
                  <a:pt x="89434" y="50753"/>
                  <a:pt x="89484" y="50753"/>
                  <a:pt x="89534" y="50778"/>
                </a:cubicBezTo>
                <a:lnTo>
                  <a:pt x="90181" y="50877"/>
                </a:lnTo>
                <a:cubicBezTo>
                  <a:pt x="90305" y="50902"/>
                  <a:pt x="90430" y="50902"/>
                  <a:pt x="90554" y="50902"/>
                </a:cubicBezTo>
                <a:cubicBezTo>
                  <a:pt x="90778" y="50927"/>
                  <a:pt x="91027" y="50952"/>
                  <a:pt x="91226" y="50952"/>
                </a:cubicBezTo>
                <a:lnTo>
                  <a:pt x="91351" y="50952"/>
                </a:lnTo>
                <a:cubicBezTo>
                  <a:pt x="91450" y="50952"/>
                  <a:pt x="91575" y="50952"/>
                  <a:pt x="91674" y="51002"/>
                </a:cubicBezTo>
                <a:lnTo>
                  <a:pt x="91799" y="51002"/>
                </a:lnTo>
                <a:cubicBezTo>
                  <a:pt x="91898" y="51002"/>
                  <a:pt x="91948" y="51002"/>
                  <a:pt x="92048" y="51027"/>
                </a:cubicBezTo>
                <a:cubicBezTo>
                  <a:pt x="92147" y="51027"/>
                  <a:pt x="92222" y="51027"/>
                  <a:pt x="92321" y="51052"/>
                </a:cubicBezTo>
                <a:lnTo>
                  <a:pt x="93417" y="51052"/>
                </a:lnTo>
                <a:cubicBezTo>
                  <a:pt x="93989" y="51052"/>
                  <a:pt x="94586" y="51027"/>
                  <a:pt x="95184" y="51002"/>
                </a:cubicBezTo>
                <a:lnTo>
                  <a:pt x="95184" y="51002"/>
                </a:lnTo>
                <a:cubicBezTo>
                  <a:pt x="93392" y="54238"/>
                  <a:pt x="91276" y="57449"/>
                  <a:pt x="88936" y="60585"/>
                </a:cubicBezTo>
                <a:cubicBezTo>
                  <a:pt x="88090" y="60261"/>
                  <a:pt x="87244" y="59888"/>
                  <a:pt x="86447" y="59515"/>
                </a:cubicBezTo>
                <a:cubicBezTo>
                  <a:pt x="87617" y="56154"/>
                  <a:pt x="88040" y="53018"/>
                  <a:pt x="87443" y="50355"/>
                </a:cubicBezTo>
                <a:close/>
                <a:moveTo>
                  <a:pt x="113105" y="58718"/>
                </a:moveTo>
                <a:lnTo>
                  <a:pt x="113105" y="58718"/>
                </a:lnTo>
                <a:cubicBezTo>
                  <a:pt x="113081" y="58768"/>
                  <a:pt x="113081" y="58843"/>
                  <a:pt x="113056" y="58892"/>
                </a:cubicBezTo>
                <a:cubicBezTo>
                  <a:pt x="112508" y="59515"/>
                  <a:pt x="111861" y="60087"/>
                  <a:pt x="111114" y="60585"/>
                </a:cubicBezTo>
                <a:cubicBezTo>
                  <a:pt x="111139" y="60560"/>
                  <a:pt x="111139" y="60510"/>
                  <a:pt x="111189" y="60460"/>
                </a:cubicBezTo>
                <a:cubicBezTo>
                  <a:pt x="111936" y="59938"/>
                  <a:pt x="112583" y="59365"/>
                  <a:pt x="113105" y="58718"/>
                </a:cubicBezTo>
                <a:close/>
                <a:moveTo>
                  <a:pt x="95532" y="51027"/>
                </a:moveTo>
                <a:cubicBezTo>
                  <a:pt x="93665" y="54263"/>
                  <a:pt x="91525" y="57498"/>
                  <a:pt x="89185" y="60684"/>
                </a:cubicBezTo>
                <a:cubicBezTo>
                  <a:pt x="89160" y="60684"/>
                  <a:pt x="89160" y="60635"/>
                  <a:pt x="89110" y="60635"/>
                </a:cubicBezTo>
                <a:cubicBezTo>
                  <a:pt x="91475" y="57474"/>
                  <a:pt x="93591" y="54238"/>
                  <a:pt x="95458" y="51027"/>
                </a:cubicBezTo>
                <a:close/>
                <a:moveTo>
                  <a:pt x="86372" y="59714"/>
                </a:moveTo>
                <a:cubicBezTo>
                  <a:pt x="87194" y="60087"/>
                  <a:pt x="87990" y="60436"/>
                  <a:pt x="88812" y="60734"/>
                </a:cubicBezTo>
                <a:cubicBezTo>
                  <a:pt x="88812" y="60759"/>
                  <a:pt x="88787" y="60759"/>
                  <a:pt x="88787" y="60809"/>
                </a:cubicBezTo>
                <a:cubicBezTo>
                  <a:pt x="87965" y="60485"/>
                  <a:pt x="87169" y="60137"/>
                  <a:pt x="86347" y="59764"/>
                </a:cubicBezTo>
                <a:cubicBezTo>
                  <a:pt x="86372" y="59739"/>
                  <a:pt x="86372" y="59714"/>
                  <a:pt x="86372" y="59714"/>
                </a:cubicBezTo>
                <a:close/>
                <a:moveTo>
                  <a:pt x="110865" y="60685"/>
                </a:moveTo>
                <a:lnTo>
                  <a:pt x="110865" y="60685"/>
                </a:lnTo>
                <a:cubicBezTo>
                  <a:pt x="110840" y="60709"/>
                  <a:pt x="110840" y="60734"/>
                  <a:pt x="110815" y="60809"/>
                </a:cubicBezTo>
                <a:cubicBezTo>
                  <a:pt x="110766" y="60834"/>
                  <a:pt x="110741" y="60834"/>
                  <a:pt x="110716" y="60859"/>
                </a:cubicBezTo>
                <a:cubicBezTo>
                  <a:pt x="110741" y="60834"/>
                  <a:pt x="110741" y="60809"/>
                  <a:pt x="110766" y="60734"/>
                </a:cubicBezTo>
                <a:cubicBezTo>
                  <a:pt x="110815" y="60709"/>
                  <a:pt x="110840" y="60709"/>
                  <a:pt x="110865" y="60685"/>
                </a:cubicBezTo>
                <a:close/>
                <a:moveTo>
                  <a:pt x="88986" y="60809"/>
                </a:moveTo>
                <a:cubicBezTo>
                  <a:pt x="89036" y="60809"/>
                  <a:pt x="89061" y="60834"/>
                  <a:pt x="89061" y="60834"/>
                </a:cubicBezTo>
                <a:cubicBezTo>
                  <a:pt x="89061" y="60859"/>
                  <a:pt x="89011" y="60859"/>
                  <a:pt x="89011" y="60884"/>
                </a:cubicBezTo>
                <a:cubicBezTo>
                  <a:pt x="88986" y="60884"/>
                  <a:pt x="88986" y="60884"/>
                  <a:pt x="88961" y="60859"/>
                </a:cubicBezTo>
                <a:cubicBezTo>
                  <a:pt x="88961" y="60834"/>
                  <a:pt x="88986" y="60834"/>
                  <a:pt x="88986" y="60809"/>
                </a:cubicBezTo>
                <a:close/>
                <a:moveTo>
                  <a:pt x="33578" y="54536"/>
                </a:moveTo>
                <a:cubicBezTo>
                  <a:pt x="35843" y="56279"/>
                  <a:pt x="38133" y="57897"/>
                  <a:pt x="40299" y="59315"/>
                </a:cubicBezTo>
                <a:cubicBezTo>
                  <a:pt x="39801" y="59963"/>
                  <a:pt x="39303" y="60585"/>
                  <a:pt x="38805" y="61232"/>
                </a:cubicBezTo>
                <a:cubicBezTo>
                  <a:pt x="36914" y="59689"/>
                  <a:pt x="34723" y="58345"/>
                  <a:pt x="32433" y="57225"/>
                </a:cubicBezTo>
                <a:cubicBezTo>
                  <a:pt x="32782" y="56329"/>
                  <a:pt x="33180" y="55408"/>
                  <a:pt x="33578" y="54536"/>
                </a:cubicBezTo>
                <a:close/>
                <a:moveTo>
                  <a:pt x="40498" y="59365"/>
                </a:moveTo>
                <a:cubicBezTo>
                  <a:pt x="40523" y="59365"/>
                  <a:pt x="40523" y="59390"/>
                  <a:pt x="40548" y="59390"/>
                </a:cubicBezTo>
                <a:cubicBezTo>
                  <a:pt x="40050" y="60062"/>
                  <a:pt x="39527" y="60709"/>
                  <a:pt x="39054" y="61357"/>
                </a:cubicBezTo>
                <a:cubicBezTo>
                  <a:pt x="39029" y="61357"/>
                  <a:pt x="39029" y="61332"/>
                  <a:pt x="39005" y="61332"/>
                </a:cubicBezTo>
                <a:cubicBezTo>
                  <a:pt x="39453" y="60684"/>
                  <a:pt x="39950" y="60012"/>
                  <a:pt x="40498" y="59365"/>
                </a:cubicBezTo>
                <a:close/>
                <a:moveTo>
                  <a:pt x="3612" y="61301"/>
                </a:moveTo>
                <a:cubicBezTo>
                  <a:pt x="3605" y="61323"/>
                  <a:pt x="3598" y="61344"/>
                  <a:pt x="3592" y="61365"/>
                </a:cubicBezTo>
                <a:lnTo>
                  <a:pt x="3592" y="61365"/>
                </a:lnTo>
                <a:cubicBezTo>
                  <a:pt x="3596" y="61344"/>
                  <a:pt x="3601" y="61323"/>
                  <a:pt x="3609" y="61307"/>
                </a:cubicBezTo>
                <a:cubicBezTo>
                  <a:pt x="3610" y="61305"/>
                  <a:pt x="3611" y="61303"/>
                  <a:pt x="3612" y="61301"/>
                </a:cubicBezTo>
                <a:close/>
                <a:moveTo>
                  <a:pt x="32408" y="57374"/>
                </a:moveTo>
                <a:cubicBezTo>
                  <a:pt x="34698" y="58469"/>
                  <a:pt x="36839" y="59838"/>
                  <a:pt x="38706" y="61357"/>
                </a:cubicBezTo>
                <a:lnTo>
                  <a:pt x="38681" y="61381"/>
                </a:lnTo>
                <a:cubicBezTo>
                  <a:pt x="36789" y="59863"/>
                  <a:pt x="34649" y="58519"/>
                  <a:pt x="32359" y="57449"/>
                </a:cubicBezTo>
                <a:cubicBezTo>
                  <a:pt x="32359" y="57399"/>
                  <a:pt x="32359" y="57399"/>
                  <a:pt x="32408" y="57374"/>
                </a:cubicBezTo>
                <a:close/>
                <a:moveTo>
                  <a:pt x="38880" y="61481"/>
                </a:moveTo>
                <a:cubicBezTo>
                  <a:pt x="38905" y="61481"/>
                  <a:pt x="38905" y="61506"/>
                  <a:pt x="38930" y="61506"/>
                </a:cubicBezTo>
                <a:lnTo>
                  <a:pt x="38905" y="61556"/>
                </a:lnTo>
                <a:cubicBezTo>
                  <a:pt x="38880" y="61556"/>
                  <a:pt x="38830" y="61506"/>
                  <a:pt x="38830" y="61506"/>
                </a:cubicBezTo>
                <a:lnTo>
                  <a:pt x="38880" y="61481"/>
                </a:lnTo>
                <a:close/>
                <a:moveTo>
                  <a:pt x="113305" y="58942"/>
                </a:moveTo>
                <a:cubicBezTo>
                  <a:pt x="112956" y="59813"/>
                  <a:pt x="112583" y="60709"/>
                  <a:pt x="112234" y="61481"/>
                </a:cubicBezTo>
                <a:cubicBezTo>
                  <a:pt x="112217" y="61533"/>
                  <a:pt x="112197" y="61581"/>
                  <a:pt x="112176" y="61630"/>
                </a:cubicBezTo>
                <a:lnTo>
                  <a:pt x="112176" y="61630"/>
                </a:lnTo>
                <a:cubicBezTo>
                  <a:pt x="112515" y="60759"/>
                  <a:pt x="112870" y="59888"/>
                  <a:pt x="113205" y="59017"/>
                </a:cubicBezTo>
                <a:lnTo>
                  <a:pt x="113305" y="58942"/>
                </a:lnTo>
                <a:close/>
                <a:moveTo>
                  <a:pt x="113804" y="58252"/>
                </a:moveTo>
                <a:cubicBezTo>
                  <a:pt x="113489" y="59031"/>
                  <a:pt x="113197" y="59832"/>
                  <a:pt x="112856" y="60610"/>
                </a:cubicBezTo>
                <a:cubicBezTo>
                  <a:pt x="112732" y="60884"/>
                  <a:pt x="112608" y="61207"/>
                  <a:pt x="112483" y="61481"/>
                </a:cubicBezTo>
                <a:cubicBezTo>
                  <a:pt x="112483" y="61506"/>
                  <a:pt x="112458" y="61556"/>
                  <a:pt x="112458" y="61581"/>
                </a:cubicBezTo>
                <a:cubicBezTo>
                  <a:pt x="112458" y="61605"/>
                  <a:pt x="112408" y="61605"/>
                  <a:pt x="112408" y="61630"/>
                </a:cubicBezTo>
                <a:cubicBezTo>
                  <a:pt x="112368" y="61773"/>
                  <a:pt x="112294" y="61899"/>
                  <a:pt x="112241" y="62022"/>
                </a:cubicBezTo>
                <a:lnTo>
                  <a:pt x="112241" y="62022"/>
                </a:lnTo>
                <a:cubicBezTo>
                  <a:pt x="112434" y="61526"/>
                  <a:pt x="112669" y="61029"/>
                  <a:pt x="112881" y="60510"/>
                </a:cubicBezTo>
                <a:cubicBezTo>
                  <a:pt x="112881" y="60485"/>
                  <a:pt x="112931" y="60460"/>
                  <a:pt x="112931" y="60386"/>
                </a:cubicBezTo>
                <a:cubicBezTo>
                  <a:pt x="113180" y="59764"/>
                  <a:pt x="113429" y="59116"/>
                  <a:pt x="113653" y="58494"/>
                </a:cubicBezTo>
                <a:cubicBezTo>
                  <a:pt x="113653" y="58469"/>
                  <a:pt x="113703" y="58444"/>
                  <a:pt x="113703" y="58395"/>
                </a:cubicBezTo>
                <a:cubicBezTo>
                  <a:pt x="113728" y="58370"/>
                  <a:pt x="113753" y="58345"/>
                  <a:pt x="113753" y="58320"/>
                </a:cubicBezTo>
                <a:cubicBezTo>
                  <a:pt x="113782" y="58290"/>
                  <a:pt x="113794" y="58270"/>
                  <a:pt x="113804" y="58252"/>
                </a:cubicBezTo>
                <a:close/>
                <a:moveTo>
                  <a:pt x="110616" y="44804"/>
                </a:moveTo>
                <a:cubicBezTo>
                  <a:pt x="112732" y="47069"/>
                  <a:pt x="114076" y="49484"/>
                  <a:pt x="114574" y="51749"/>
                </a:cubicBezTo>
                <a:cubicBezTo>
                  <a:pt x="113479" y="54636"/>
                  <a:pt x="112184" y="57623"/>
                  <a:pt x="110641" y="60610"/>
                </a:cubicBezTo>
                <a:cubicBezTo>
                  <a:pt x="109695" y="61207"/>
                  <a:pt x="108575" y="61705"/>
                  <a:pt x="107331" y="62078"/>
                </a:cubicBezTo>
                <a:cubicBezTo>
                  <a:pt x="108376" y="59017"/>
                  <a:pt x="109073" y="56129"/>
                  <a:pt x="109322" y="53391"/>
                </a:cubicBezTo>
                <a:lnTo>
                  <a:pt x="109322" y="53342"/>
                </a:lnTo>
                <a:lnTo>
                  <a:pt x="109322" y="53292"/>
                </a:lnTo>
                <a:lnTo>
                  <a:pt x="109322" y="53217"/>
                </a:lnTo>
                <a:cubicBezTo>
                  <a:pt x="109347" y="52794"/>
                  <a:pt x="109372" y="52396"/>
                  <a:pt x="109372" y="51998"/>
                </a:cubicBezTo>
                <a:lnTo>
                  <a:pt x="109372" y="51973"/>
                </a:lnTo>
                <a:lnTo>
                  <a:pt x="109372" y="51823"/>
                </a:lnTo>
                <a:lnTo>
                  <a:pt x="109372" y="51774"/>
                </a:lnTo>
                <a:lnTo>
                  <a:pt x="109372" y="51550"/>
                </a:lnTo>
                <a:lnTo>
                  <a:pt x="109372" y="50429"/>
                </a:lnTo>
                <a:lnTo>
                  <a:pt x="109372" y="50355"/>
                </a:lnTo>
                <a:cubicBezTo>
                  <a:pt x="109372" y="50230"/>
                  <a:pt x="109372" y="50106"/>
                  <a:pt x="109347" y="49981"/>
                </a:cubicBezTo>
                <a:cubicBezTo>
                  <a:pt x="109347" y="49658"/>
                  <a:pt x="109297" y="49359"/>
                  <a:pt x="109272" y="49060"/>
                </a:cubicBezTo>
                <a:lnTo>
                  <a:pt x="109272" y="48886"/>
                </a:lnTo>
                <a:cubicBezTo>
                  <a:pt x="109272" y="48787"/>
                  <a:pt x="109247" y="48687"/>
                  <a:pt x="109247" y="48563"/>
                </a:cubicBezTo>
                <a:lnTo>
                  <a:pt x="109247" y="48513"/>
                </a:lnTo>
                <a:cubicBezTo>
                  <a:pt x="109222" y="48388"/>
                  <a:pt x="109222" y="48239"/>
                  <a:pt x="109222" y="48115"/>
                </a:cubicBezTo>
                <a:cubicBezTo>
                  <a:pt x="109670" y="47019"/>
                  <a:pt x="110118" y="45924"/>
                  <a:pt x="110517" y="44879"/>
                </a:cubicBezTo>
                <a:cubicBezTo>
                  <a:pt x="110542" y="44829"/>
                  <a:pt x="110591" y="44804"/>
                  <a:pt x="110616" y="44804"/>
                </a:cubicBezTo>
                <a:close/>
                <a:moveTo>
                  <a:pt x="109073" y="48513"/>
                </a:moveTo>
                <a:cubicBezTo>
                  <a:pt x="109073" y="48563"/>
                  <a:pt x="109098" y="48637"/>
                  <a:pt x="109098" y="48737"/>
                </a:cubicBezTo>
                <a:cubicBezTo>
                  <a:pt x="109123" y="48886"/>
                  <a:pt x="109123" y="49036"/>
                  <a:pt x="109148" y="49185"/>
                </a:cubicBezTo>
                <a:lnTo>
                  <a:pt x="109148" y="49309"/>
                </a:lnTo>
                <a:cubicBezTo>
                  <a:pt x="109197" y="49633"/>
                  <a:pt x="109197" y="49932"/>
                  <a:pt x="109222" y="50230"/>
                </a:cubicBezTo>
                <a:lnTo>
                  <a:pt x="109222" y="50554"/>
                </a:lnTo>
                <a:lnTo>
                  <a:pt x="109222" y="51848"/>
                </a:lnTo>
                <a:lnTo>
                  <a:pt x="109222" y="51923"/>
                </a:lnTo>
                <a:cubicBezTo>
                  <a:pt x="109222" y="52122"/>
                  <a:pt x="109197" y="52346"/>
                  <a:pt x="109197" y="52520"/>
                </a:cubicBezTo>
                <a:cubicBezTo>
                  <a:pt x="109197" y="52620"/>
                  <a:pt x="109197" y="52744"/>
                  <a:pt x="109148" y="52844"/>
                </a:cubicBezTo>
                <a:cubicBezTo>
                  <a:pt x="109148" y="52919"/>
                  <a:pt x="109148" y="53043"/>
                  <a:pt x="109123" y="53143"/>
                </a:cubicBezTo>
                <a:cubicBezTo>
                  <a:pt x="109098" y="53342"/>
                  <a:pt x="109098" y="53541"/>
                  <a:pt x="109073" y="53740"/>
                </a:cubicBezTo>
                <a:cubicBezTo>
                  <a:pt x="109023" y="54138"/>
                  <a:pt x="108973" y="54536"/>
                  <a:pt x="108899" y="54960"/>
                </a:cubicBezTo>
                <a:cubicBezTo>
                  <a:pt x="108849" y="55408"/>
                  <a:pt x="108749" y="55881"/>
                  <a:pt x="108650" y="56329"/>
                </a:cubicBezTo>
                <a:cubicBezTo>
                  <a:pt x="108625" y="56528"/>
                  <a:pt x="108575" y="56777"/>
                  <a:pt x="108525" y="57026"/>
                </a:cubicBezTo>
                <a:cubicBezTo>
                  <a:pt x="108351" y="57847"/>
                  <a:pt x="108152" y="58643"/>
                  <a:pt x="107903" y="59490"/>
                </a:cubicBezTo>
                <a:cubicBezTo>
                  <a:pt x="107853" y="59714"/>
                  <a:pt x="107779" y="59963"/>
                  <a:pt x="107704" y="60187"/>
                </a:cubicBezTo>
                <a:cubicBezTo>
                  <a:pt x="107505" y="60759"/>
                  <a:pt x="107281" y="61456"/>
                  <a:pt x="107032" y="62128"/>
                </a:cubicBezTo>
                <a:cubicBezTo>
                  <a:pt x="107007" y="62128"/>
                  <a:pt x="107007" y="62128"/>
                  <a:pt x="106982" y="62178"/>
                </a:cubicBezTo>
                <a:cubicBezTo>
                  <a:pt x="107032" y="62004"/>
                  <a:pt x="107082" y="61854"/>
                  <a:pt x="107132" y="61680"/>
                </a:cubicBezTo>
                <a:cubicBezTo>
                  <a:pt x="107132" y="61630"/>
                  <a:pt x="107156" y="61605"/>
                  <a:pt x="107156" y="61605"/>
                </a:cubicBezTo>
                <a:lnTo>
                  <a:pt x="107256" y="61332"/>
                </a:lnTo>
                <a:cubicBezTo>
                  <a:pt x="107356" y="61008"/>
                  <a:pt x="107480" y="60684"/>
                  <a:pt x="107580" y="60361"/>
                </a:cubicBezTo>
                <a:cubicBezTo>
                  <a:pt x="107604" y="60236"/>
                  <a:pt x="107654" y="60087"/>
                  <a:pt x="107704" y="59963"/>
                </a:cubicBezTo>
                <a:cubicBezTo>
                  <a:pt x="107779" y="59714"/>
                  <a:pt x="107853" y="59440"/>
                  <a:pt x="107903" y="59191"/>
                </a:cubicBezTo>
                <a:cubicBezTo>
                  <a:pt x="107953" y="59116"/>
                  <a:pt x="107953" y="59017"/>
                  <a:pt x="107978" y="58967"/>
                </a:cubicBezTo>
                <a:cubicBezTo>
                  <a:pt x="108003" y="58867"/>
                  <a:pt x="108003" y="58818"/>
                  <a:pt x="108028" y="58718"/>
                </a:cubicBezTo>
                <a:cubicBezTo>
                  <a:pt x="108077" y="58594"/>
                  <a:pt x="108102" y="58444"/>
                  <a:pt x="108127" y="58320"/>
                </a:cubicBezTo>
                <a:cubicBezTo>
                  <a:pt x="108127" y="58270"/>
                  <a:pt x="108152" y="58220"/>
                  <a:pt x="108152" y="58195"/>
                </a:cubicBezTo>
                <a:lnTo>
                  <a:pt x="108152" y="58146"/>
                </a:lnTo>
                <a:cubicBezTo>
                  <a:pt x="108227" y="57946"/>
                  <a:pt x="108252" y="57747"/>
                  <a:pt x="108326" y="57523"/>
                </a:cubicBezTo>
                <a:lnTo>
                  <a:pt x="108326" y="57498"/>
                </a:lnTo>
                <a:cubicBezTo>
                  <a:pt x="108376" y="57250"/>
                  <a:pt x="108451" y="56976"/>
                  <a:pt x="108501" y="56727"/>
                </a:cubicBezTo>
                <a:cubicBezTo>
                  <a:pt x="108501" y="56702"/>
                  <a:pt x="108501" y="56652"/>
                  <a:pt x="108525" y="56627"/>
                </a:cubicBezTo>
                <a:cubicBezTo>
                  <a:pt x="108525" y="56602"/>
                  <a:pt x="108525" y="56528"/>
                  <a:pt x="108575" y="56503"/>
                </a:cubicBezTo>
                <a:lnTo>
                  <a:pt x="108575" y="56478"/>
                </a:lnTo>
                <a:lnTo>
                  <a:pt x="108650" y="56005"/>
                </a:lnTo>
                <a:cubicBezTo>
                  <a:pt x="108700" y="55881"/>
                  <a:pt x="108700" y="55756"/>
                  <a:pt x="108725" y="55632"/>
                </a:cubicBezTo>
                <a:cubicBezTo>
                  <a:pt x="108749" y="55482"/>
                  <a:pt x="108774" y="55283"/>
                  <a:pt x="108824" y="55134"/>
                </a:cubicBezTo>
                <a:cubicBezTo>
                  <a:pt x="108849" y="54910"/>
                  <a:pt x="108874" y="54736"/>
                  <a:pt x="108899" y="54536"/>
                </a:cubicBezTo>
                <a:cubicBezTo>
                  <a:pt x="108949" y="54412"/>
                  <a:pt x="108949" y="54288"/>
                  <a:pt x="108973" y="54163"/>
                </a:cubicBezTo>
                <a:cubicBezTo>
                  <a:pt x="108973" y="54113"/>
                  <a:pt x="108998" y="54039"/>
                  <a:pt x="108998" y="53964"/>
                </a:cubicBezTo>
                <a:cubicBezTo>
                  <a:pt x="108998" y="53839"/>
                  <a:pt x="109023" y="53715"/>
                  <a:pt x="109023" y="53591"/>
                </a:cubicBezTo>
                <a:cubicBezTo>
                  <a:pt x="109023" y="53516"/>
                  <a:pt x="109023" y="53491"/>
                  <a:pt x="109073" y="53416"/>
                </a:cubicBezTo>
                <a:cubicBezTo>
                  <a:pt x="109073" y="53292"/>
                  <a:pt x="109098" y="53167"/>
                  <a:pt x="109098" y="53043"/>
                </a:cubicBezTo>
                <a:cubicBezTo>
                  <a:pt x="109098" y="52968"/>
                  <a:pt x="109123" y="52894"/>
                  <a:pt x="109123" y="52794"/>
                </a:cubicBezTo>
                <a:cubicBezTo>
                  <a:pt x="109123" y="52670"/>
                  <a:pt x="109148" y="52520"/>
                  <a:pt x="109148" y="52396"/>
                </a:cubicBezTo>
                <a:lnTo>
                  <a:pt x="109148" y="52147"/>
                </a:lnTo>
                <a:lnTo>
                  <a:pt x="109148" y="51898"/>
                </a:lnTo>
                <a:lnTo>
                  <a:pt x="109148" y="51624"/>
                </a:lnTo>
                <a:lnTo>
                  <a:pt x="109148" y="51475"/>
                </a:lnTo>
                <a:lnTo>
                  <a:pt x="109148" y="50877"/>
                </a:lnTo>
                <a:lnTo>
                  <a:pt x="109148" y="50728"/>
                </a:lnTo>
                <a:lnTo>
                  <a:pt x="109148" y="50405"/>
                </a:lnTo>
                <a:lnTo>
                  <a:pt x="109148" y="50180"/>
                </a:lnTo>
                <a:lnTo>
                  <a:pt x="109148" y="50131"/>
                </a:lnTo>
                <a:cubicBezTo>
                  <a:pt x="109148" y="49882"/>
                  <a:pt x="109123" y="49658"/>
                  <a:pt x="109098" y="49409"/>
                </a:cubicBezTo>
                <a:cubicBezTo>
                  <a:pt x="109098" y="49309"/>
                  <a:pt x="109098" y="49185"/>
                  <a:pt x="109073" y="49110"/>
                </a:cubicBezTo>
                <a:lnTo>
                  <a:pt x="109073" y="49060"/>
                </a:lnTo>
                <a:cubicBezTo>
                  <a:pt x="109073" y="49011"/>
                  <a:pt x="109073" y="48936"/>
                  <a:pt x="109023" y="48911"/>
                </a:cubicBezTo>
                <a:lnTo>
                  <a:pt x="109023" y="48811"/>
                </a:lnTo>
                <a:cubicBezTo>
                  <a:pt x="109023" y="48762"/>
                  <a:pt x="109023" y="48687"/>
                  <a:pt x="108998" y="48637"/>
                </a:cubicBezTo>
                <a:lnTo>
                  <a:pt x="108998" y="48612"/>
                </a:lnTo>
                <a:cubicBezTo>
                  <a:pt x="108998" y="48612"/>
                  <a:pt x="108998" y="48563"/>
                  <a:pt x="109023" y="48563"/>
                </a:cubicBezTo>
                <a:cubicBezTo>
                  <a:pt x="109023" y="48538"/>
                  <a:pt x="109023" y="48538"/>
                  <a:pt x="109073" y="48513"/>
                </a:cubicBezTo>
                <a:close/>
                <a:moveTo>
                  <a:pt x="110467" y="60933"/>
                </a:moveTo>
                <a:cubicBezTo>
                  <a:pt x="110442" y="60958"/>
                  <a:pt x="110442" y="60983"/>
                  <a:pt x="110392" y="61008"/>
                </a:cubicBezTo>
                <a:cubicBezTo>
                  <a:pt x="109471" y="61556"/>
                  <a:pt x="108376" y="62004"/>
                  <a:pt x="107206" y="62352"/>
                </a:cubicBezTo>
                <a:cubicBezTo>
                  <a:pt x="107206" y="62352"/>
                  <a:pt x="107206" y="62327"/>
                  <a:pt x="107231" y="62302"/>
                </a:cubicBezTo>
                <a:cubicBezTo>
                  <a:pt x="108451" y="61954"/>
                  <a:pt x="109521" y="61481"/>
                  <a:pt x="110467" y="60933"/>
                </a:cubicBezTo>
                <a:close/>
                <a:moveTo>
                  <a:pt x="79552" y="55756"/>
                </a:moveTo>
                <a:cubicBezTo>
                  <a:pt x="81469" y="57274"/>
                  <a:pt x="83634" y="58643"/>
                  <a:pt x="85949" y="59764"/>
                </a:cubicBezTo>
                <a:cubicBezTo>
                  <a:pt x="85601" y="60635"/>
                  <a:pt x="85227" y="61506"/>
                  <a:pt x="84804" y="62427"/>
                </a:cubicBezTo>
                <a:cubicBezTo>
                  <a:pt x="82514" y="60684"/>
                  <a:pt x="80249" y="59067"/>
                  <a:pt x="78059" y="57648"/>
                </a:cubicBezTo>
                <a:cubicBezTo>
                  <a:pt x="78581" y="57026"/>
                  <a:pt x="79054" y="56378"/>
                  <a:pt x="79552" y="55756"/>
                </a:cubicBezTo>
                <a:close/>
                <a:moveTo>
                  <a:pt x="61855" y="50728"/>
                </a:moveTo>
                <a:cubicBezTo>
                  <a:pt x="62825" y="51176"/>
                  <a:pt x="63647" y="51475"/>
                  <a:pt x="64294" y="51500"/>
                </a:cubicBezTo>
                <a:cubicBezTo>
                  <a:pt x="64095" y="51649"/>
                  <a:pt x="63896" y="51774"/>
                  <a:pt x="63697" y="51923"/>
                </a:cubicBezTo>
                <a:cubicBezTo>
                  <a:pt x="63448" y="52122"/>
                  <a:pt x="63199" y="52296"/>
                  <a:pt x="62975" y="52495"/>
                </a:cubicBezTo>
                <a:lnTo>
                  <a:pt x="62925" y="52520"/>
                </a:lnTo>
                <a:cubicBezTo>
                  <a:pt x="62676" y="52719"/>
                  <a:pt x="62427" y="52919"/>
                  <a:pt x="62178" y="53118"/>
                </a:cubicBezTo>
                <a:cubicBezTo>
                  <a:pt x="61805" y="53416"/>
                  <a:pt x="61407" y="53740"/>
                  <a:pt x="61033" y="54039"/>
                </a:cubicBezTo>
                <a:cubicBezTo>
                  <a:pt x="60162" y="54760"/>
                  <a:pt x="59341" y="55482"/>
                  <a:pt x="58743" y="56080"/>
                </a:cubicBezTo>
                <a:lnTo>
                  <a:pt x="58594" y="56229"/>
                </a:lnTo>
                <a:cubicBezTo>
                  <a:pt x="57947" y="56851"/>
                  <a:pt x="57474" y="57324"/>
                  <a:pt x="57100" y="57698"/>
                </a:cubicBezTo>
                <a:lnTo>
                  <a:pt x="56851" y="57946"/>
                </a:lnTo>
                <a:lnTo>
                  <a:pt x="56802" y="57996"/>
                </a:lnTo>
                <a:cubicBezTo>
                  <a:pt x="56503" y="58270"/>
                  <a:pt x="55333" y="59465"/>
                  <a:pt x="53690" y="61357"/>
                </a:cubicBezTo>
                <a:lnTo>
                  <a:pt x="53591" y="61456"/>
                </a:lnTo>
                <a:cubicBezTo>
                  <a:pt x="53491" y="61581"/>
                  <a:pt x="53392" y="61680"/>
                  <a:pt x="53317" y="61805"/>
                </a:cubicBezTo>
                <a:cubicBezTo>
                  <a:pt x="53093" y="62078"/>
                  <a:pt x="52869" y="62327"/>
                  <a:pt x="52695" y="62551"/>
                </a:cubicBezTo>
                <a:cubicBezTo>
                  <a:pt x="52645" y="61929"/>
                  <a:pt x="52371" y="61133"/>
                  <a:pt x="51848" y="60212"/>
                </a:cubicBezTo>
                <a:cubicBezTo>
                  <a:pt x="54611" y="56752"/>
                  <a:pt x="58046" y="53466"/>
                  <a:pt x="61855" y="50728"/>
                </a:cubicBezTo>
                <a:close/>
                <a:moveTo>
                  <a:pt x="3388" y="62565"/>
                </a:moveTo>
                <a:lnTo>
                  <a:pt x="3388" y="62565"/>
                </a:lnTo>
                <a:cubicBezTo>
                  <a:pt x="3385" y="62573"/>
                  <a:pt x="3385" y="62576"/>
                  <a:pt x="3385" y="62576"/>
                </a:cubicBezTo>
                <a:lnTo>
                  <a:pt x="3385" y="62576"/>
                </a:lnTo>
                <a:cubicBezTo>
                  <a:pt x="3385" y="62573"/>
                  <a:pt x="3386" y="62569"/>
                  <a:pt x="3388" y="62565"/>
                </a:cubicBezTo>
                <a:close/>
                <a:moveTo>
                  <a:pt x="86074" y="59863"/>
                </a:moveTo>
                <a:cubicBezTo>
                  <a:pt x="86099" y="59863"/>
                  <a:pt x="86099" y="59888"/>
                  <a:pt x="86123" y="59888"/>
                </a:cubicBezTo>
                <a:cubicBezTo>
                  <a:pt x="85825" y="60759"/>
                  <a:pt x="85426" y="61680"/>
                  <a:pt x="84978" y="62576"/>
                </a:cubicBezTo>
                <a:cubicBezTo>
                  <a:pt x="84954" y="62576"/>
                  <a:pt x="84954" y="62551"/>
                  <a:pt x="84929" y="62551"/>
                </a:cubicBezTo>
                <a:cubicBezTo>
                  <a:pt x="85352" y="61630"/>
                  <a:pt x="85725" y="60734"/>
                  <a:pt x="86074" y="59863"/>
                </a:cubicBezTo>
                <a:close/>
                <a:moveTo>
                  <a:pt x="4655" y="59390"/>
                </a:moveTo>
                <a:cubicBezTo>
                  <a:pt x="4281" y="60485"/>
                  <a:pt x="3933" y="61556"/>
                  <a:pt x="3609" y="62601"/>
                </a:cubicBezTo>
                <a:cubicBezTo>
                  <a:pt x="3609" y="62452"/>
                  <a:pt x="3634" y="62327"/>
                  <a:pt x="3684" y="62178"/>
                </a:cubicBezTo>
                <a:cubicBezTo>
                  <a:pt x="3908" y="61357"/>
                  <a:pt x="4182" y="60560"/>
                  <a:pt x="4456" y="59739"/>
                </a:cubicBezTo>
                <a:cubicBezTo>
                  <a:pt x="4530" y="59639"/>
                  <a:pt x="4580" y="59515"/>
                  <a:pt x="4655" y="59390"/>
                </a:cubicBezTo>
                <a:close/>
                <a:moveTo>
                  <a:pt x="97922" y="50753"/>
                </a:moveTo>
                <a:cubicBezTo>
                  <a:pt x="98743" y="54138"/>
                  <a:pt x="98245" y="58245"/>
                  <a:pt x="96677" y="62601"/>
                </a:cubicBezTo>
                <a:cubicBezTo>
                  <a:pt x="94213" y="62253"/>
                  <a:pt x="91774" y="61630"/>
                  <a:pt x="89359" y="60734"/>
                </a:cubicBezTo>
                <a:cubicBezTo>
                  <a:pt x="91724" y="57498"/>
                  <a:pt x="93889" y="54238"/>
                  <a:pt x="95781" y="51002"/>
                </a:cubicBezTo>
                <a:cubicBezTo>
                  <a:pt x="96005" y="50977"/>
                  <a:pt x="96179" y="50927"/>
                  <a:pt x="96403" y="50927"/>
                </a:cubicBezTo>
                <a:cubicBezTo>
                  <a:pt x="96777" y="50902"/>
                  <a:pt x="97150" y="50877"/>
                  <a:pt x="97499" y="50803"/>
                </a:cubicBezTo>
                <a:lnTo>
                  <a:pt x="97524" y="50803"/>
                </a:lnTo>
                <a:cubicBezTo>
                  <a:pt x="97648" y="50778"/>
                  <a:pt x="97772" y="50753"/>
                  <a:pt x="97922" y="50753"/>
                </a:cubicBezTo>
                <a:close/>
                <a:moveTo>
                  <a:pt x="77959" y="57822"/>
                </a:moveTo>
                <a:cubicBezTo>
                  <a:pt x="80125" y="59216"/>
                  <a:pt x="82440" y="60834"/>
                  <a:pt x="84705" y="62576"/>
                </a:cubicBezTo>
                <a:cubicBezTo>
                  <a:pt x="84705" y="62601"/>
                  <a:pt x="84655" y="62601"/>
                  <a:pt x="84655" y="62626"/>
                </a:cubicBezTo>
                <a:cubicBezTo>
                  <a:pt x="82390" y="60859"/>
                  <a:pt x="80100" y="59241"/>
                  <a:pt x="77884" y="57847"/>
                </a:cubicBezTo>
                <a:cubicBezTo>
                  <a:pt x="77909" y="57847"/>
                  <a:pt x="77909" y="57822"/>
                  <a:pt x="77959" y="57822"/>
                </a:cubicBezTo>
                <a:close/>
                <a:moveTo>
                  <a:pt x="98121" y="50678"/>
                </a:moveTo>
                <a:cubicBezTo>
                  <a:pt x="98992" y="54113"/>
                  <a:pt x="98494" y="58245"/>
                  <a:pt x="96901" y="62626"/>
                </a:cubicBezTo>
                <a:lnTo>
                  <a:pt x="96827" y="62626"/>
                </a:lnTo>
                <a:cubicBezTo>
                  <a:pt x="98395" y="58245"/>
                  <a:pt x="98893" y="54113"/>
                  <a:pt x="98046" y="50678"/>
                </a:cubicBezTo>
                <a:close/>
                <a:moveTo>
                  <a:pt x="70293" y="54014"/>
                </a:moveTo>
                <a:cubicBezTo>
                  <a:pt x="71861" y="54611"/>
                  <a:pt x="73728" y="55532"/>
                  <a:pt x="75719" y="56702"/>
                </a:cubicBezTo>
                <a:cubicBezTo>
                  <a:pt x="74649" y="58718"/>
                  <a:pt x="73329" y="60734"/>
                  <a:pt x="71786" y="62726"/>
                </a:cubicBezTo>
                <a:cubicBezTo>
                  <a:pt x="69820" y="60734"/>
                  <a:pt x="68326" y="58942"/>
                  <a:pt x="67380" y="57399"/>
                </a:cubicBezTo>
                <a:cubicBezTo>
                  <a:pt x="67555" y="57200"/>
                  <a:pt x="67729" y="56976"/>
                  <a:pt x="67953" y="56752"/>
                </a:cubicBezTo>
                <a:lnTo>
                  <a:pt x="68052" y="56652"/>
                </a:lnTo>
                <a:cubicBezTo>
                  <a:pt x="68301" y="56378"/>
                  <a:pt x="68525" y="56105"/>
                  <a:pt x="68774" y="55831"/>
                </a:cubicBezTo>
                <a:cubicBezTo>
                  <a:pt x="68874" y="55731"/>
                  <a:pt x="68924" y="55632"/>
                  <a:pt x="69023" y="55532"/>
                </a:cubicBezTo>
                <a:cubicBezTo>
                  <a:pt x="69297" y="55233"/>
                  <a:pt x="69546" y="54885"/>
                  <a:pt x="69820" y="54586"/>
                </a:cubicBezTo>
                <a:lnTo>
                  <a:pt x="70293" y="54014"/>
                </a:lnTo>
                <a:close/>
                <a:moveTo>
                  <a:pt x="51774" y="60311"/>
                </a:moveTo>
                <a:cubicBezTo>
                  <a:pt x="52321" y="61307"/>
                  <a:pt x="52595" y="62103"/>
                  <a:pt x="52570" y="62701"/>
                </a:cubicBezTo>
                <a:lnTo>
                  <a:pt x="52471" y="62800"/>
                </a:lnTo>
                <a:cubicBezTo>
                  <a:pt x="52520" y="62203"/>
                  <a:pt x="52272" y="61357"/>
                  <a:pt x="51724" y="60361"/>
                </a:cubicBezTo>
                <a:lnTo>
                  <a:pt x="51774" y="60311"/>
                </a:lnTo>
                <a:close/>
                <a:moveTo>
                  <a:pt x="84829" y="62701"/>
                </a:moveTo>
                <a:cubicBezTo>
                  <a:pt x="84854" y="62701"/>
                  <a:pt x="84879" y="62726"/>
                  <a:pt x="84879" y="62726"/>
                </a:cubicBezTo>
                <a:cubicBezTo>
                  <a:pt x="84879" y="62750"/>
                  <a:pt x="84854" y="62750"/>
                  <a:pt x="84854" y="62800"/>
                </a:cubicBezTo>
                <a:cubicBezTo>
                  <a:pt x="84829" y="62800"/>
                  <a:pt x="84829" y="62750"/>
                  <a:pt x="84804" y="62750"/>
                </a:cubicBezTo>
                <a:cubicBezTo>
                  <a:pt x="84804" y="62726"/>
                  <a:pt x="84829" y="62726"/>
                  <a:pt x="84829" y="62701"/>
                </a:cubicBezTo>
                <a:close/>
                <a:moveTo>
                  <a:pt x="89235" y="60884"/>
                </a:moveTo>
                <a:cubicBezTo>
                  <a:pt x="91649" y="61805"/>
                  <a:pt x="94163" y="62427"/>
                  <a:pt x="96627" y="62800"/>
                </a:cubicBezTo>
                <a:cubicBezTo>
                  <a:pt x="96627" y="62825"/>
                  <a:pt x="96578" y="62825"/>
                  <a:pt x="96578" y="62850"/>
                </a:cubicBezTo>
                <a:cubicBezTo>
                  <a:pt x="94089" y="62477"/>
                  <a:pt x="91599" y="61854"/>
                  <a:pt x="89210" y="60958"/>
                </a:cubicBezTo>
                <a:cubicBezTo>
                  <a:pt x="89210" y="60933"/>
                  <a:pt x="89210" y="60933"/>
                  <a:pt x="89235" y="60884"/>
                </a:cubicBezTo>
                <a:close/>
                <a:moveTo>
                  <a:pt x="46621" y="54163"/>
                </a:moveTo>
                <a:cubicBezTo>
                  <a:pt x="48538" y="56204"/>
                  <a:pt x="50031" y="58021"/>
                  <a:pt x="51002" y="59515"/>
                </a:cubicBezTo>
                <a:cubicBezTo>
                  <a:pt x="50828" y="59714"/>
                  <a:pt x="50654" y="59938"/>
                  <a:pt x="50479" y="60112"/>
                </a:cubicBezTo>
                <a:lnTo>
                  <a:pt x="50280" y="60311"/>
                </a:lnTo>
                <a:cubicBezTo>
                  <a:pt x="50031" y="60585"/>
                  <a:pt x="49832" y="60859"/>
                  <a:pt x="49608" y="61108"/>
                </a:cubicBezTo>
                <a:cubicBezTo>
                  <a:pt x="49533" y="61207"/>
                  <a:pt x="49459" y="61257"/>
                  <a:pt x="49384" y="61357"/>
                </a:cubicBezTo>
                <a:cubicBezTo>
                  <a:pt x="48961" y="61854"/>
                  <a:pt x="48513" y="62352"/>
                  <a:pt x="48115" y="62875"/>
                </a:cubicBezTo>
                <a:cubicBezTo>
                  <a:pt x="46547" y="62302"/>
                  <a:pt x="44680" y="61357"/>
                  <a:pt x="42688" y="60212"/>
                </a:cubicBezTo>
                <a:cubicBezTo>
                  <a:pt x="43759" y="58195"/>
                  <a:pt x="45053" y="56154"/>
                  <a:pt x="46621" y="54163"/>
                </a:cubicBezTo>
                <a:close/>
                <a:moveTo>
                  <a:pt x="96827" y="62825"/>
                </a:moveTo>
                <a:cubicBezTo>
                  <a:pt x="96827" y="62850"/>
                  <a:pt x="96827" y="62850"/>
                  <a:pt x="96802" y="62875"/>
                </a:cubicBezTo>
                <a:lnTo>
                  <a:pt x="96752" y="62875"/>
                </a:lnTo>
                <a:cubicBezTo>
                  <a:pt x="96752" y="62850"/>
                  <a:pt x="96777" y="62850"/>
                  <a:pt x="96777" y="62825"/>
                </a:cubicBezTo>
                <a:close/>
                <a:moveTo>
                  <a:pt x="59062" y="56174"/>
                </a:moveTo>
                <a:cubicBezTo>
                  <a:pt x="59047" y="56189"/>
                  <a:pt x="59032" y="56207"/>
                  <a:pt x="59017" y="56229"/>
                </a:cubicBezTo>
                <a:lnTo>
                  <a:pt x="58917" y="56353"/>
                </a:lnTo>
                <a:cubicBezTo>
                  <a:pt x="58220" y="57026"/>
                  <a:pt x="57723" y="57498"/>
                  <a:pt x="57324" y="57872"/>
                </a:cubicBezTo>
                <a:lnTo>
                  <a:pt x="57100" y="58096"/>
                </a:lnTo>
                <a:lnTo>
                  <a:pt x="57075" y="58121"/>
                </a:lnTo>
                <a:lnTo>
                  <a:pt x="56727" y="58469"/>
                </a:lnTo>
                <a:lnTo>
                  <a:pt x="56478" y="58718"/>
                </a:lnTo>
                <a:cubicBezTo>
                  <a:pt x="56453" y="58743"/>
                  <a:pt x="56453" y="58743"/>
                  <a:pt x="56453" y="58768"/>
                </a:cubicBezTo>
                <a:cubicBezTo>
                  <a:pt x="56354" y="58867"/>
                  <a:pt x="56254" y="58967"/>
                  <a:pt x="56179" y="59091"/>
                </a:cubicBezTo>
                <a:cubicBezTo>
                  <a:pt x="55706" y="59589"/>
                  <a:pt x="55109" y="60236"/>
                  <a:pt x="54387" y="61058"/>
                </a:cubicBezTo>
                <a:cubicBezTo>
                  <a:pt x="53765" y="61755"/>
                  <a:pt x="53217" y="62427"/>
                  <a:pt x="52819" y="62925"/>
                </a:cubicBezTo>
                <a:lnTo>
                  <a:pt x="52819" y="62850"/>
                </a:lnTo>
                <a:lnTo>
                  <a:pt x="52819" y="62800"/>
                </a:lnTo>
                <a:lnTo>
                  <a:pt x="52844" y="62750"/>
                </a:lnTo>
                <a:lnTo>
                  <a:pt x="53217" y="62302"/>
                </a:lnTo>
                <a:cubicBezTo>
                  <a:pt x="54462" y="60809"/>
                  <a:pt x="55806" y="59340"/>
                  <a:pt x="57200" y="57946"/>
                </a:cubicBezTo>
                <a:cubicBezTo>
                  <a:pt x="57778" y="57392"/>
                  <a:pt x="58398" y="56794"/>
                  <a:pt x="59062" y="56174"/>
                </a:cubicBezTo>
                <a:close/>
                <a:moveTo>
                  <a:pt x="108476" y="46447"/>
                </a:moveTo>
                <a:cubicBezTo>
                  <a:pt x="108476" y="46646"/>
                  <a:pt x="108525" y="46795"/>
                  <a:pt x="108575" y="46994"/>
                </a:cubicBezTo>
                <a:cubicBezTo>
                  <a:pt x="108600" y="47144"/>
                  <a:pt x="108625" y="47318"/>
                  <a:pt x="108650" y="47492"/>
                </a:cubicBezTo>
                <a:cubicBezTo>
                  <a:pt x="108650" y="47517"/>
                  <a:pt x="108650" y="47542"/>
                  <a:pt x="108700" y="47567"/>
                </a:cubicBezTo>
                <a:lnTo>
                  <a:pt x="108700" y="47642"/>
                </a:lnTo>
                <a:cubicBezTo>
                  <a:pt x="108725" y="47766"/>
                  <a:pt x="108725" y="47891"/>
                  <a:pt x="108749" y="48015"/>
                </a:cubicBezTo>
                <a:cubicBezTo>
                  <a:pt x="106659" y="52919"/>
                  <a:pt x="103921" y="57946"/>
                  <a:pt x="100635" y="62925"/>
                </a:cubicBezTo>
                <a:cubicBezTo>
                  <a:pt x="99490" y="62925"/>
                  <a:pt x="98295" y="62825"/>
                  <a:pt x="97076" y="62676"/>
                </a:cubicBezTo>
                <a:cubicBezTo>
                  <a:pt x="98644" y="58245"/>
                  <a:pt x="99141" y="54088"/>
                  <a:pt x="98295" y="50629"/>
                </a:cubicBezTo>
                <a:cubicBezTo>
                  <a:pt x="98370" y="50629"/>
                  <a:pt x="98420" y="50604"/>
                  <a:pt x="98494" y="50604"/>
                </a:cubicBezTo>
                <a:lnTo>
                  <a:pt x="98519" y="50604"/>
                </a:lnTo>
                <a:lnTo>
                  <a:pt x="99440" y="50405"/>
                </a:lnTo>
                <a:cubicBezTo>
                  <a:pt x="99764" y="50355"/>
                  <a:pt x="100062" y="50255"/>
                  <a:pt x="100411" y="50156"/>
                </a:cubicBezTo>
                <a:lnTo>
                  <a:pt x="100486" y="50156"/>
                </a:lnTo>
                <a:cubicBezTo>
                  <a:pt x="100510" y="50156"/>
                  <a:pt x="100510" y="50156"/>
                  <a:pt x="100535" y="50131"/>
                </a:cubicBezTo>
                <a:cubicBezTo>
                  <a:pt x="100809" y="50031"/>
                  <a:pt x="101133" y="49981"/>
                  <a:pt x="101407" y="49882"/>
                </a:cubicBezTo>
                <a:cubicBezTo>
                  <a:pt x="101730" y="49782"/>
                  <a:pt x="102004" y="49658"/>
                  <a:pt x="102303" y="49558"/>
                </a:cubicBezTo>
                <a:cubicBezTo>
                  <a:pt x="102352" y="49558"/>
                  <a:pt x="102352" y="49558"/>
                  <a:pt x="102377" y="49533"/>
                </a:cubicBezTo>
                <a:cubicBezTo>
                  <a:pt x="102676" y="49409"/>
                  <a:pt x="103024" y="49309"/>
                  <a:pt x="103348" y="49185"/>
                </a:cubicBezTo>
                <a:cubicBezTo>
                  <a:pt x="103622" y="49060"/>
                  <a:pt x="103896" y="48936"/>
                  <a:pt x="104145" y="48811"/>
                </a:cubicBezTo>
                <a:cubicBezTo>
                  <a:pt x="104145" y="48811"/>
                  <a:pt x="104169" y="48811"/>
                  <a:pt x="104169" y="48787"/>
                </a:cubicBezTo>
                <a:cubicBezTo>
                  <a:pt x="104219" y="48787"/>
                  <a:pt x="104244" y="48762"/>
                  <a:pt x="104269" y="48762"/>
                </a:cubicBezTo>
                <a:cubicBezTo>
                  <a:pt x="104543" y="48637"/>
                  <a:pt x="104866" y="48513"/>
                  <a:pt x="105140" y="48363"/>
                </a:cubicBezTo>
                <a:cubicBezTo>
                  <a:pt x="105389" y="48239"/>
                  <a:pt x="105638" y="48065"/>
                  <a:pt x="105887" y="47940"/>
                </a:cubicBezTo>
                <a:lnTo>
                  <a:pt x="105912" y="47940"/>
                </a:lnTo>
                <a:cubicBezTo>
                  <a:pt x="106111" y="47866"/>
                  <a:pt x="106260" y="47766"/>
                  <a:pt x="106459" y="47667"/>
                </a:cubicBezTo>
                <a:cubicBezTo>
                  <a:pt x="106609" y="47567"/>
                  <a:pt x="106758" y="47517"/>
                  <a:pt x="106908" y="47418"/>
                </a:cubicBezTo>
                <a:cubicBezTo>
                  <a:pt x="107007" y="47368"/>
                  <a:pt x="107082" y="47318"/>
                  <a:pt x="107156" y="47268"/>
                </a:cubicBezTo>
                <a:cubicBezTo>
                  <a:pt x="107331" y="47169"/>
                  <a:pt x="107480" y="47044"/>
                  <a:pt x="107654" y="46945"/>
                </a:cubicBezTo>
                <a:cubicBezTo>
                  <a:pt x="107953" y="46770"/>
                  <a:pt x="108227" y="46621"/>
                  <a:pt x="108476" y="46447"/>
                </a:cubicBezTo>
                <a:close/>
                <a:moveTo>
                  <a:pt x="108774" y="48413"/>
                </a:moveTo>
                <a:lnTo>
                  <a:pt x="108774" y="48488"/>
                </a:lnTo>
                <a:cubicBezTo>
                  <a:pt x="106733" y="53267"/>
                  <a:pt x="104095" y="58121"/>
                  <a:pt x="100909" y="62925"/>
                </a:cubicBezTo>
                <a:lnTo>
                  <a:pt x="100859" y="62925"/>
                </a:lnTo>
                <a:cubicBezTo>
                  <a:pt x="104020" y="58121"/>
                  <a:pt x="106708" y="53242"/>
                  <a:pt x="108774" y="48413"/>
                </a:cubicBezTo>
                <a:close/>
                <a:moveTo>
                  <a:pt x="67281" y="57598"/>
                </a:moveTo>
                <a:cubicBezTo>
                  <a:pt x="68202" y="59067"/>
                  <a:pt x="69695" y="60859"/>
                  <a:pt x="71637" y="62875"/>
                </a:cubicBezTo>
                <a:cubicBezTo>
                  <a:pt x="71637" y="62925"/>
                  <a:pt x="71587" y="62925"/>
                  <a:pt x="71587" y="62950"/>
                </a:cubicBezTo>
                <a:cubicBezTo>
                  <a:pt x="69670" y="60933"/>
                  <a:pt x="68177" y="59116"/>
                  <a:pt x="67206" y="57648"/>
                </a:cubicBezTo>
                <a:lnTo>
                  <a:pt x="67281" y="57598"/>
                </a:lnTo>
                <a:close/>
                <a:moveTo>
                  <a:pt x="75819" y="56826"/>
                </a:moveTo>
                <a:cubicBezTo>
                  <a:pt x="75819" y="56826"/>
                  <a:pt x="75868" y="56826"/>
                  <a:pt x="75868" y="56851"/>
                </a:cubicBezTo>
                <a:lnTo>
                  <a:pt x="75893" y="56851"/>
                </a:lnTo>
                <a:cubicBezTo>
                  <a:pt x="75843" y="57001"/>
                  <a:pt x="75744" y="57125"/>
                  <a:pt x="75669" y="57274"/>
                </a:cubicBezTo>
                <a:cubicBezTo>
                  <a:pt x="75619" y="57399"/>
                  <a:pt x="75545" y="57498"/>
                  <a:pt x="75495" y="57623"/>
                </a:cubicBezTo>
                <a:cubicBezTo>
                  <a:pt x="75395" y="57822"/>
                  <a:pt x="75271" y="57996"/>
                  <a:pt x="75171" y="58195"/>
                </a:cubicBezTo>
                <a:cubicBezTo>
                  <a:pt x="75122" y="58320"/>
                  <a:pt x="75047" y="58444"/>
                  <a:pt x="74972" y="58519"/>
                </a:cubicBezTo>
                <a:cubicBezTo>
                  <a:pt x="74773" y="58843"/>
                  <a:pt x="74549" y="59141"/>
                  <a:pt x="74375" y="59465"/>
                </a:cubicBezTo>
                <a:cubicBezTo>
                  <a:pt x="74176" y="59764"/>
                  <a:pt x="74001" y="60087"/>
                  <a:pt x="73777" y="60361"/>
                </a:cubicBezTo>
                <a:cubicBezTo>
                  <a:pt x="73603" y="60684"/>
                  <a:pt x="73354" y="60958"/>
                  <a:pt x="73155" y="61257"/>
                </a:cubicBezTo>
                <a:cubicBezTo>
                  <a:pt x="72931" y="61581"/>
                  <a:pt x="72757" y="61854"/>
                  <a:pt x="72533" y="62178"/>
                </a:cubicBezTo>
                <a:cubicBezTo>
                  <a:pt x="72508" y="62203"/>
                  <a:pt x="72508" y="62228"/>
                  <a:pt x="72483" y="62253"/>
                </a:cubicBezTo>
                <a:cubicBezTo>
                  <a:pt x="72284" y="62502"/>
                  <a:pt x="72110" y="62726"/>
                  <a:pt x="71911" y="62950"/>
                </a:cubicBezTo>
                <a:lnTo>
                  <a:pt x="71886" y="62925"/>
                </a:lnTo>
                <a:cubicBezTo>
                  <a:pt x="73429" y="60884"/>
                  <a:pt x="74773" y="58843"/>
                  <a:pt x="75819" y="56826"/>
                </a:cubicBezTo>
                <a:close/>
                <a:moveTo>
                  <a:pt x="108874" y="48936"/>
                </a:moveTo>
                <a:lnTo>
                  <a:pt x="108874" y="49036"/>
                </a:lnTo>
                <a:cubicBezTo>
                  <a:pt x="108899" y="49235"/>
                  <a:pt x="108899" y="49409"/>
                  <a:pt x="108899" y="49558"/>
                </a:cubicBezTo>
                <a:cubicBezTo>
                  <a:pt x="108949" y="49882"/>
                  <a:pt x="108949" y="50156"/>
                  <a:pt x="108973" y="50479"/>
                </a:cubicBezTo>
                <a:lnTo>
                  <a:pt x="108973" y="50554"/>
                </a:lnTo>
                <a:lnTo>
                  <a:pt x="108973" y="50853"/>
                </a:lnTo>
                <a:lnTo>
                  <a:pt x="108973" y="51923"/>
                </a:lnTo>
                <a:lnTo>
                  <a:pt x="108973" y="52222"/>
                </a:lnTo>
                <a:lnTo>
                  <a:pt x="108874" y="53416"/>
                </a:lnTo>
                <a:cubicBezTo>
                  <a:pt x="108874" y="53491"/>
                  <a:pt x="108874" y="53591"/>
                  <a:pt x="108849" y="53640"/>
                </a:cubicBezTo>
                <a:cubicBezTo>
                  <a:pt x="108824" y="54088"/>
                  <a:pt x="108749" y="54512"/>
                  <a:pt x="108700" y="54960"/>
                </a:cubicBezTo>
                <a:cubicBezTo>
                  <a:pt x="108700" y="55009"/>
                  <a:pt x="108700" y="55034"/>
                  <a:pt x="108650" y="55109"/>
                </a:cubicBezTo>
                <a:lnTo>
                  <a:pt x="108650" y="55134"/>
                </a:lnTo>
                <a:cubicBezTo>
                  <a:pt x="108600" y="55607"/>
                  <a:pt x="108501" y="56080"/>
                  <a:pt x="108401" y="56577"/>
                </a:cubicBezTo>
                <a:lnTo>
                  <a:pt x="108401" y="56602"/>
                </a:lnTo>
                <a:lnTo>
                  <a:pt x="108401" y="56627"/>
                </a:lnTo>
                <a:lnTo>
                  <a:pt x="108401" y="56702"/>
                </a:lnTo>
                <a:cubicBezTo>
                  <a:pt x="108301" y="57200"/>
                  <a:pt x="108202" y="57722"/>
                  <a:pt x="108052" y="58245"/>
                </a:cubicBezTo>
                <a:cubicBezTo>
                  <a:pt x="107654" y="59515"/>
                  <a:pt x="107256" y="60859"/>
                  <a:pt x="106758" y="62228"/>
                </a:cubicBezTo>
                <a:cubicBezTo>
                  <a:pt x="105016" y="62701"/>
                  <a:pt x="103124" y="62925"/>
                  <a:pt x="101158" y="62950"/>
                </a:cubicBezTo>
                <a:cubicBezTo>
                  <a:pt x="104219" y="58320"/>
                  <a:pt x="106833" y="53615"/>
                  <a:pt x="108874" y="48936"/>
                </a:cubicBezTo>
                <a:close/>
                <a:moveTo>
                  <a:pt x="51127" y="59714"/>
                </a:moveTo>
                <a:lnTo>
                  <a:pt x="51127" y="59714"/>
                </a:lnTo>
                <a:cubicBezTo>
                  <a:pt x="51027" y="59863"/>
                  <a:pt x="50952" y="59988"/>
                  <a:pt x="50828" y="60112"/>
                </a:cubicBezTo>
                <a:cubicBezTo>
                  <a:pt x="50828" y="60137"/>
                  <a:pt x="50778" y="60137"/>
                  <a:pt x="50778" y="60187"/>
                </a:cubicBezTo>
                <a:cubicBezTo>
                  <a:pt x="50654" y="60311"/>
                  <a:pt x="50529" y="60460"/>
                  <a:pt x="50405" y="60585"/>
                </a:cubicBezTo>
                <a:cubicBezTo>
                  <a:pt x="50031" y="60983"/>
                  <a:pt x="49708" y="61431"/>
                  <a:pt x="49359" y="61829"/>
                </a:cubicBezTo>
                <a:cubicBezTo>
                  <a:pt x="49260" y="61929"/>
                  <a:pt x="49210" y="62004"/>
                  <a:pt x="49110" y="62128"/>
                </a:cubicBezTo>
                <a:cubicBezTo>
                  <a:pt x="48861" y="62427"/>
                  <a:pt x="48637" y="62701"/>
                  <a:pt x="48413" y="62999"/>
                </a:cubicBezTo>
                <a:lnTo>
                  <a:pt x="48388" y="62999"/>
                </a:lnTo>
                <a:cubicBezTo>
                  <a:pt x="49235" y="61879"/>
                  <a:pt x="50156" y="60809"/>
                  <a:pt x="51127" y="59714"/>
                </a:cubicBezTo>
                <a:close/>
                <a:moveTo>
                  <a:pt x="40672" y="59515"/>
                </a:moveTo>
                <a:cubicBezTo>
                  <a:pt x="41170" y="59838"/>
                  <a:pt x="41643" y="60112"/>
                  <a:pt x="42116" y="60386"/>
                </a:cubicBezTo>
                <a:cubicBezTo>
                  <a:pt x="41668" y="61307"/>
                  <a:pt x="41270" y="62203"/>
                  <a:pt x="40921" y="63099"/>
                </a:cubicBezTo>
                <a:cubicBezTo>
                  <a:pt x="40349" y="62551"/>
                  <a:pt x="39776" y="62004"/>
                  <a:pt x="39154" y="61481"/>
                </a:cubicBezTo>
                <a:cubicBezTo>
                  <a:pt x="39652" y="60834"/>
                  <a:pt x="40150" y="60187"/>
                  <a:pt x="40672" y="59515"/>
                </a:cubicBezTo>
                <a:close/>
                <a:moveTo>
                  <a:pt x="42614" y="60386"/>
                </a:moveTo>
                <a:cubicBezTo>
                  <a:pt x="44605" y="61556"/>
                  <a:pt x="46422" y="62477"/>
                  <a:pt x="47990" y="63074"/>
                </a:cubicBezTo>
                <a:cubicBezTo>
                  <a:pt x="47990" y="63099"/>
                  <a:pt x="47990" y="63099"/>
                  <a:pt x="47965" y="63124"/>
                </a:cubicBezTo>
                <a:cubicBezTo>
                  <a:pt x="46397" y="62551"/>
                  <a:pt x="44555" y="61630"/>
                  <a:pt x="42564" y="60460"/>
                </a:cubicBezTo>
                <a:cubicBezTo>
                  <a:pt x="42564" y="60436"/>
                  <a:pt x="42614" y="60436"/>
                  <a:pt x="42614" y="60386"/>
                </a:cubicBezTo>
                <a:close/>
                <a:moveTo>
                  <a:pt x="97026" y="62850"/>
                </a:moveTo>
                <a:cubicBezTo>
                  <a:pt x="98196" y="62999"/>
                  <a:pt x="99365" y="63099"/>
                  <a:pt x="100510" y="63099"/>
                </a:cubicBezTo>
                <a:cubicBezTo>
                  <a:pt x="100510" y="63124"/>
                  <a:pt x="100486" y="63124"/>
                  <a:pt x="100486" y="63174"/>
                </a:cubicBezTo>
                <a:cubicBezTo>
                  <a:pt x="99316" y="63124"/>
                  <a:pt x="98171" y="63049"/>
                  <a:pt x="97026" y="62925"/>
                </a:cubicBezTo>
                <a:lnTo>
                  <a:pt x="97026" y="62850"/>
                </a:lnTo>
                <a:close/>
                <a:moveTo>
                  <a:pt x="100784" y="63099"/>
                </a:moveTo>
                <a:cubicBezTo>
                  <a:pt x="100759" y="63124"/>
                  <a:pt x="100759" y="63174"/>
                  <a:pt x="100735" y="63174"/>
                </a:cubicBezTo>
                <a:lnTo>
                  <a:pt x="100660" y="63174"/>
                </a:lnTo>
                <a:cubicBezTo>
                  <a:pt x="100660" y="63124"/>
                  <a:pt x="100685" y="63124"/>
                  <a:pt x="100735" y="63099"/>
                </a:cubicBezTo>
                <a:close/>
                <a:moveTo>
                  <a:pt x="106659" y="62427"/>
                </a:moveTo>
                <a:cubicBezTo>
                  <a:pt x="106659" y="62452"/>
                  <a:pt x="106634" y="62477"/>
                  <a:pt x="106634" y="62477"/>
                </a:cubicBezTo>
                <a:cubicBezTo>
                  <a:pt x="104916" y="62925"/>
                  <a:pt x="103000" y="63174"/>
                  <a:pt x="100983" y="63174"/>
                </a:cubicBezTo>
                <a:cubicBezTo>
                  <a:pt x="101008" y="63174"/>
                  <a:pt x="101033" y="63124"/>
                  <a:pt x="101033" y="63099"/>
                </a:cubicBezTo>
                <a:cubicBezTo>
                  <a:pt x="103024" y="63099"/>
                  <a:pt x="104916" y="62875"/>
                  <a:pt x="106659" y="62427"/>
                </a:cubicBezTo>
                <a:close/>
                <a:moveTo>
                  <a:pt x="51276" y="59963"/>
                </a:moveTo>
                <a:cubicBezTo>
                  <a:pt x="51276" y="59988"/>
                  <a:pt x="51326" y="60062"/>
                  <a:pt x="51375" y="60112"/>
                </a:cubicBezTo>
                <a:cubicBezTo>
                  <a:pt x="50579" y="61133"/>
                  <a:pt x="49782" y="62203"/>
                  <a:pt x="49110" y="63248"/>
                </a:cubicBezTo>
                <a:cubicBezTo>
                  <a:pt x="48961" y="63198"/>
                  <a:pt x="48762" y="63124"/>
                  <a:pt x="48588" y="63099"/>
                </a:cubicBezTo>
                <a:cubicBezTo>
                  <a:pt x="48762" y="62875"/>
                  <a:pt x="48961" y="62626"/>
                  <a:pt x="49135" y="62427"/>
                </a:cubicBezTo>
                <a:lnTo>
                  <a:pt x="49160" y="62377"/>
                </a:lnTo>
                <a:lnTo>
                  <a:pt x="49733" y="61730"/>
                </a:lnTo>
                <a:cubicBezTo>
                  <a:pt x="49982" y="61456"/>
                  <a:pt x="50230" y="61133"/>
                  <a:pt x="50479" y="60859"/>
                </a:cubicBezTo>
                <a:lnTo>
                  <a:pt x="51127" y="60112"/>
                </a:lnTo>
                <a:cubicBezTo>
                  <a:pt x="51201" y="60062"/>
                  <a:pt x="51226" y="59988"/>
                  <a:pt x="51276" y="59963"/>
                </a:cubicBezTo>
                <a:close/>
                <a:moveTo>
                  <a:pt x="39054" y="61630"/>
                </a:moveTo>
                <a:cubicBezTo>
                  <a:pt x="39677" y="62178"/>
                  <a:pt x="40299" y="62726"/>
                  <a:pt x="40871" y="63298"/>
                </a:cubicBezTo>
                <a:cubicBezTo>
                  <a:pt x="40871" y="63323"/>
                  <a:pt x="40822" y="63323"/>
                  <a:pt x="40822" y="63348"/>
                </a:cubicBezTo>
                <a:cubicBezTo>
                  <a:pt x="40274" y="62750"/>
                  <a:pt x="39652" y="62228"/>
                  <a:pt x="39029" y="61680"/>
                </a:cubicBezTo>
                <a:lnTo>
                  <a:pt x="39054" y="61630"/>
                </a:lnTo>
                <a:close/>
                <a:moveTo>
                  <a:pt x="42365" y="60560"/>
                </a:moveTo>
                <a:cubicBezTo>
                  <a:pt x="42365" y="60560"/>
                  <a:pt x="42390" y="60560"/>
                  <a:pt x="42390" y="60585"/>
                </a:cubicBezTo>
                <a:cubicBezTo>
                  <a:pt x="41917" y="61506"/>
                  <a:pt x="41519" y="62427"/>
                  <a:pt x="41170" y="63348"/>
                </a:cubicBezTo>
                <a:lnTo>
                  <a:pt x="41145" y="63323"/>
                </a:lnTo>
                <a:lnTo>
                  <a:pt x="41120" y="63298"/>
                </a:lnTo>
                <a:cubicBezTo>
                  <a:pt x="41120" y="63198"/>
                  <a:pt x="41145" y="63124"/>
                  <a:pt x="41170" y="63074"/>
                </a:cubicBezTo>
                <a:cubicBezTo>
                  <a:pt x="41245" y="62950"/>
                  <a:pt x="41295" y="62800"/>
                  <a:pt x="41319" y="62676"/>
                </a:cubicBezTo>
                <a:lnTo>
                  <a:pt x="41519" y="62203"/>
                </a:lnTo>
                <a:cubicBezTo>
                  <a:pt x="41543" y="62103"/>
                  <a:pt x="41618" y="61979"/>
                  <a:pt x="41668" y="61879"/>
                </a:cubicBezTo>
                <a:cubicBezTo>
                  <a:pt x="41767" y="61705"/>
                  <a:pt x="41867" y="61481"/>
                  <a:pt x="41942" y="61307"/>
                </a:cubicBezTo>
                <a:cubicBezTo>
                  <a:pt x="41991" y="61232"/>
                  <a:pt x="42016" y="61133"/>
                  <a:pt x="42066" y="61083"/>
                </a:cubicBezTo>
                <a:cubicBezTo>
                  <a:pt x="42166" y="60884"/>
                  <a:pt x="42240" y="60734"/>
                  <a:pt x="42315" y="60560"/>
                </a:cubicBezTo>
                <a:close/>
                <a:moveTo>
                  <a:pt x="51475" y="60311"/>
                </a:moveTo>
                <a:cubicBezTo>
                  <a:pt x="51475" y="60336"/>
                  <a:pt x="51500" y="60336"/>
                  <a:pt x="51500" y="60361"/>
                </a:cubicBezTo>
                <a:cubicBezTo>
                  <a:pt x="50728" y="61357"/>
                  <a:pt x="50006" y="62352"/>
                  <a:pt x="49334" y="63348"/>
                </a:cubicBezTo>
                <a:cubicBezTo>
                  <a:pt x="49285" y="63348"/>
                  <a:pt x="49285" y="63348"/>
                  <a:pt x="49260" y="63323"/>
                </a:cubicBezTo>
                <a:cubicBezTo>
                  <a:pt x="49957" y="62302"/>
                  <a:pt x="50703" y="61307"/>
                  <a:pt x="51475" y="60311"/>
                </a:cubicBezTo>
                <a:close/>
                <a:moveTo>
                  <a:pt x="48463" y="63223"/>
                </a:moveTo>
                <a:cubicBezTo>
                  <a:pt x="48637" y="63298"/>
                  <a:pt x="48837" y="63348"/>
                  <a:pt x="48986" y="63422"/>
                </a:cubicBezTo>
                <a:cubicBezTo>
                  <a:pt x="48986" y="63447"/>
                  <a:pt x="48961" y="63447"/>
                  <a:pt x="48961" y="63472"/>
                </a:cubicBezTo>
                <a:cubicBezTo>
                  <a:pt x="48762" y="63422"/>
                  <a:pt x="48613" y="63348"/>
                  <a:pt x="48413" y="63298"/>
                </a:cubicBezTo>
                <a:cubicBezTo>
                  <a:pt x="48413" y="63248"/>
                  <a:pt x="48463" y="63248"/>
                  <a:pt x="48463" y="63223"/>
                </a:cubicBezTo>
                <a:close/>
                <a:moveTo>
                  <a:pt x="76043" y="56951"/>
                </a:moveTo>
                <a:cubicBezTo>
                  <a:pt x="76491" y="57225"/>
                  <a:pt x="76963" y="57474"/>
                  <a:pt x="77412" y="57772"/>
                </a:cubicBezTo>
                <a:cubicBezTo>
                  <a:pt x="75868" y="59714"/>
                  <a:pt x="74225" y="61605"/>
                  <a:pt x="72483" y="63497"/>
                </a:cubicBezTo>
                <a:lnTo>
                  <a:pt x="72035" y="63074"/>
                </a:lnTo>
                <a:cubicBezTo>
                  <a:pt x="73628" y="61083"/>
                  <a:pt x="74972" y="58992"/>
                  <a:pt x="76043" y="56951"/>
                </a:cubicBezTo>
                <a:close/>
                <a:moveTo>
                  <a:pt x="49160" y="63472"/>
                </a:moveTo>
                <a:cubicBezTo>
                  <a:pt x="49210" y="63472"/>
                  <a:pt x="49210" y="63472"/>
                  <a:pt x="49235" y="63497"/>
                </a:cubicBezTo>
                <a:cubicBezTo>
                  <a:pt x="49235" y="63547"/>
                  <a:pt x="49210" y="63547"/>
                  <a:pt x="49210" y="63572"/>
                </a:cubicBezTo>
                <a:cubicBezTo>
                  <a:pt x="49160" y="63547"/>
                  <a:pt x="49135" y="63547"/>
                  <a:pt x="49135" y="63547"/>
                </a:cubicBezTo>
                <a:cubicBezTo>
                  <a:pt x="49135" y="63497"/>
                  <a:pt x="49160" y="63497"/>
                  <a:pt x="49160" y="63472"/>
                </a:cubicBezTo>
                <a:close/>
                <a:moveTo>
                  <a:pt x="51599" y="60510"/>
                </a:moveTo>
                <a:cubicBezTo>
                  <a:pt x="52247" y="61755"/>
                  <a:pt x="52471" y="62676"/>
                  <a:pt x="52147" y="63174"/>
                </a:cubicBezTo>
                <a:cubicBezTo>
                  <a:pt x="51978" y="63455"/>
                  <a:pt x="51604" y="63593"/>
                  <a:pt x="51063" y="63593"/>
                </a:cubicBezTo>
                <a:cubicBezTo>
                  <a:pt x="50646" y="63593"/>
                  <a:pt x="50130" y="63510"/>
                  <a:pt x="49533" y="63348"/>
                </a:cubicBezTo>
                <a:cubicBezTo>
                  <a:pt x="50156" y="62427"/>
                  <a:pt x="50853" y="61456"/>
                  <a:pt x="51599" y="60510"/>
                </a:cubicBezTo>
                <a:close/>
                <a:moveTo>
                  <a:pt x="3435" y="63174"/>
                </a:moveTo>
                <a:lnTo>
                  <a:pt x="3435" y="63373"/>
                </a:lnTo>
                <a:cubicBezTo>
                  <a:pt x="3410" y="63447"/>
                  <a:pt x="3410" y="63547"/>
                  <a:pt x="3360" y="63597"/>
                </a:cubicBezTo>
                <a:lnTo>
                  <a:pt x="3360" y="63373"/>
                </a:lnTo>
                <a:cubicBezTo>
                  <a:pt x="3385" y="63323"/>
                  <a:pt x="3385" y="63248"/>
                  <a:pt x="3435" y="63174"/>
                </a:cubicBezTo>
                <a:close/>
                <a:moveTo>
                  <a:pt x="52471" y="63099"/>
                </a:moveTo>
                <a:cubicBezTo>
                  <a:pt x="52471" y="63124"/>
                  <a:pt x="52446" y="63174"/>
                  <a:pt x="52396" y="63198"/>
                </a:cubicBezTo>
                <a:lnTo>
                  <a:pt x="52396" y="63223"/>
                </a:lnTo>
                <a:cubicBezTo>
                  <a:pt x="52396" y="63248"/>
                  <a:pt x="52371" y="63298"/>
                  <a:pt x="52371" y="63323"/>
                </a:cubicBezTo>
                <a:cubicBezTo>
                  <a:pt x="52321" y="63422"/>
                  <a:pt x="52247" y="63497"/>
                  <a:pt x="52147" y="63572"/>
                </a:cubicBezTo>
                <a:lnTo>
                  <a:pt x="52122" y="63572"/>
                </a:lnTo>
                <a:cubicBezTo>
                  <a:pt x="52122" y="63572"/>
                  <a:pt x="52097" y="63597"/>
                  <a:pt x="52072" y="63597"/>
                </a:cubicBezTo>
                <a:cubicBezTo>
                  <a:pt x="52197" y="63447"/>
                  <a:pt x="52321" y="63248"/>
                  <a:pt x="52471" y="63099"/>
                </a:cubicBezTo>
                <a:close/>
                <a:moveTo>
                  <a:pt x="71935" y="63198"/>
                </a:moveTo>
                <a:lnTo>
                  <a:pt x="72359" y="63597"/>
                </a:lnTo>
                <a:cubicBezTo>
                  <a:pt x="72359" y="63622"/>
                  <a:pt x="72309" y="63622"/>
                  <a:pt x="72309" y="63622"/>
                </a:cubicBezTo>
                <a:lnTo>
                  <a:pt x="71920" y="63232"/>
                </a:lnTo>
                <a:lnTo>
                  <a:pt x="71920" y="63232"/>
                </a:lnTo>
                <a:cubicBezTo>
                  <a:pt x="71927" y="63228"/>
                  <a:pt x="71935" y="63213"/>
                  <a:pt x="71935" y="63198"/>
                </a:cubicBezTo>
                <a:close/>
                <a:moveTo>
                  <a:pt x="77586" y="57872"/>
                </a:moveTo>
                <a:cubicBezTo>
                  <a:pt x="77611" y="57872"/>
                  <a:pt x="77611" y="57897"/>
                  <a:pt x="77636" y="57897"/>
                </a:cubicBezTo>
                <a:cubicBezTo>
                  <a:pt x="76092" y="59863"/>
                  <a:pt x="74425" y="61805"/>
                  <a:pt x="72682" y="63671"/>
                </a:cubicBezTo>
                <a:lnTo>
                  <a:pt x="72657" y="63622"/>
                </a:lnTo>
                <a:cubicBezTo>
                  <a:pt x="74375" y="61730"/>
                  <a:pt x="76018" y="59813"/>
                  <a:pt x="77586" y="57872"/>
                </a:cubicBezTo>
                <a:close/>
                <a:moveTo>
                  <a:pt x="86323" y="59913"/>
                </a:moveTo>
                <a:cubicBezTo>
                  <a:pt x="87094" y="60286"/>
                  <a:pt x="87866" y="60610"/>
                  <a:pt x="88687" y="60909"/>
                </a:cubicBezTo>
                <a:cubicBezTo>
                  <a:pt x="87965" y="61879"/>
                  <a:pt x="87244" y="62825"/>
                  <a:pt x="86497" y="63746"/>
                </a:cubicBezTo>
                <a:cubicBezTo>
                  <a:pt x="86049" y="63373"/>
                  <a:pt x="85601" y="63024"/>
                  <a:pt x="85128" y="62676"/>
                </a:cubicBezTo>
                <a:cubicBezTo>
                  <a:pt x="85576" y="61730"/>
                  <a:pt x="85974" y="60834"/>
                  <a:pt x="86323" y="59913"/>
                </a:cubicBezTo>
                <a:close/>
                <a:moveTo>
                  <a:pt x="72508" y="63796"/>
                </a:moveTo>
                <a:lnTo>
                  <a:pt x="72533" y="63821"/>
                </a:lnTo>
                <a:cubicBezTo>
                  <a:pt x="72533" y="63846"/>
                  <a:pt x="72508" y="63846"/>
                  <a:pt x="72508" y="63846"/>
                </a:cubicBezTo>
                <a:lnTo>
                  <a:pt x="72458" y="63821"/>
                </a:lnTo>
                <a:cubicBezTo>
                  <a:pt x="72458" y="63796"/>
                  <a:pt x="72508" y="63796"/>
                  <a:pt x="72508" y="63796"/>
                </a:cubicBezTo>
                <a:close/>
                <a:moveTo>
                  <a:pt x="49384" y="63547"/>
                </a:moveTo>
                <a:cubicBezTo>
                  <a:pt x="50038" y="63714"/>
                  <a:pt x="50581" y="63798"/>
                  <a:pt x="51023" y="63798"/>
                </a:cubicBezTo>
                <a:cubicBezTo>
                  <a:pt x="51305" y="63798"/>
                  <a:pt x="51546" y="63764"/>
                  <a:pt x="51749" y="63696"/>
                </a:cubicBezTo>
                <a:lnTo>
                  <a:pt x="51749" y="63696"/>
                </a:lnTo>
                <a:cubicBezTo>
                  <a:pt x="51724" y="63721"/>
                  <a:pt x="51699" y="63746"/>
                  <a:pt x="51699" y="63796"/>
                </a:cubicBezTo>
                <a:cubicBezTo>
                  <a:pt x="51500" y="63846"/>
                  <a:pt x="51276" y="63871"/>
                  <a:pt x="51002" y="63871"/>
                </a:cubicBezTo>
                <a:cubicBezTo>
                  <a:pt x="50579" y="63871"/>
                  <a:pt x="50006" y="63796"/>
                  <a:pt x="49359" y="63597"/>
                </a:cubicBezTo>
                <a:cubicBezTo>
                  <a:pt x="49359" y="63572"/>
                  <a:pt x="49384" y="63572"/>
                  <a:pt x="49384" y="63547"/>
                </a:cubicBezTo>
                <a:close/>
                <a:moveTo>
                  <a:pt x="88837" y="61008"/>
                </a:moveTo>
                <a:cubicBezTo>
                  <a:pt x="88861" y="61008"/>
                  <a:pt x="88861" y="61008"/>
                  <a:pt x="88911" y="61058"/>
                </a:cubicBezTo>
                <a:cubicBezTo>
                  <a:pt x="88189" y="62004"/>
                  <a:pt x="87443" y="62950"/>
                  <a:pt x="86696" y="63920"/>
                </a:cubicBezTo>
                <a:cubicBezTo>
                  <a:pt x="86671" y="63920"/>
                  <a:pt x="86671" y="63871"/>
                  <a:pt x="86621" y="63871"/>
                </a:cubicBezTo>
                <a:cubicBezTo>
                  <a:pt x="87368" y="62950"/>
                  <a:pt x="88115" y="61979"/>
                  <a:pt x="88837" y="61008"/>
                </a:cubicBezTo>
                <a:close/>
                <a:moveTo>
                  <a:pt x="85053" y="62850"/>
                </a:moveTo>
                <a:cubicBezTo>
                  <a:pt x="85476" y="63198"/>
                  <a:pt x="85949" y="63572"/>
                  <a:pt x="86372" y="63920"/>
                </a:cubicBezTo>
                <a:cubicBezTo>
                  <a:pt x="86372" y="63945"/>
                  <a:pt x="86347" y="63945"/>
                  <a:pt x="86347" y="63970"/>
                </a:cubicBezTo>
                <a:cubicBezTo>
                  <a:pt x="85924" y="63597"/>
                  <a:pt x="85451" y="63248"/>
                  <a:pt x="85003" y="62925"/>
                </a:cubicBezTo>
                <a:cubicBezTo>
                  <a:pt x="85003" y="62875"/>
                  <a:pt x="85053" y="62875"/>
                  <a:pt x="85053" y="62850"/>
                </a:cubicBezTo>
                <a:close/>
                <a:moveTo>
                  <a:pt x="86497" y="64045"/>
                </a:moveTo>
                <a:cubicBezTo>
                  <a:pt x="86547" y="64045"/>
                  <a:pt x="86571" y="64045"/>
                  <a:pt x="86571" y="64070"/>
                </a:cubicBezTo>
                <a:cubicBezTo>
                  <a:pt x="86571" y="64095"/>
                  <a:pt x="86522" y="64095"/>
                  <a:pt x="86522" y="64119"/>
                </a:cubicBezTo>
                <a:cubicBezTo>
                  <a:pt x="86497" y="64119"/>
                  <a:pt x="86497" y="64095"/>
                  <a:pt x="86472" y="64095"/>
                </a:cubicBezTo>
                <a:cubicBezTo>
                  <a:pt x="86472" y="64070"/>
                  <a:pt x="86497" y="64070"/>
                  <a:pt x="86497" y="64045"/>
                </a:cubicBezTo>
                <a:close/>
                <a:moveTo>
                  <a:pt x="7019" y="56851"/>
                </a:moveTo>
                <a:lnTo>
                  <a:pt x="7019" y="56851"/>
                </a:lnTo>
                <a:cubicBezTo>
                  <a:pt x="5725" y="59365"/>
                  <a:pt x="4605" y="61879"/>
                  <a:pt x="3684" y="64343"/>
                </a:cubicBezTo>
                <a:cubicBezTo>
                  <a:pt x="3659" y="64045"/>
                  <a:pt x="3609" y="63721"/>
                  <a:pt x="3609" y="63373"/>
                </a:cubicBezTo>
                <a:cubicBezTo>
                  <a:pt x="4033" y="61879"/>
                  <a:pt x="4481" y="60336"/>
                  <a:pt x="5078" y="58768"/>
                </a:cubicBezTo>
                <a:cubicBezTo>
                  <a:pt x="5601" y="58046"/>
                  <a:pt x="6223" y="57399"/>
                  <a:pt x="7019" y="56851"/>
                </a:cubicBezTo>
                <a:close/>
                <a:moveTo>
                  <a:pt x="3460" y="63970"/>
                </a:moveTo>
                <a:cubicBezTo>
                  <a:pt x="3485" y="64244"/>
                  <a:pt x="3535" y="64468"/>
                  <a:pt x="3560" y="64717"/>
                </a:cubicBezTo>
                <a:cubicBezTo>
                  <a:pt x="3560" y="64742"/>
                  <a:pt x="3535" y="64816"/>
                  <a:pt x="3535" y="64841"/>
                </a:cubicBezTo>
                <a:cubicBezTo>
                  <a:pt x="3485" y="64617"/>
                  <a:pt x="3460" y="64368"/>
                  <a:pt x="3435" y="64169"/>
                </a:cubicBezTo>
                <a:cubicBezTo>
                  <a:pt x="3435" y="64095"/>
                  <a:pt x="3460" y="64045"/>
                  <a:pt x="3460" y="63970"/>
                </a:cubicBezTo>
                <a:close/>
                <a:moveTo>
                  <a:pt x="7443" y="56528"/>
                </a:moveTo>
                <a:cubicBezTo>
                  <a:pt x="6024" y="59340"/>
                  <a:pt x="4779" y="62128"/>
                  <a:pt x="3784" y="64841"/>
                </a:cubicBezTo>
                <a:cubicBezTo>
                  <a:pt x="3784" y="64816"/>
                  <a:pt x="3734" y="64742"/>
                  <a:pt x="3734" y="64717"/>
                </a:cubicBezTo>
                <a:cubicBezTo>
                  <a:pt x="4729" y="62053"/>
                  <a:pt x="5949" y="59340"/>
                  <a:pt x="7318" y="56602"/>
                </a:cubicBezTo>
                <a:cubicBezTo>
                  <a:pt x="7343" y="56577"/>
                  <a:pt x="7393" y="56528"/>
                  <a:pt x="7443" y="56528"/>
                </a:cubicBezTo>
                <a:close/>
                <a:moveTo>
                  <a:pt x="3609" y="65090"/>
                </a:moveTo>
                <a:cubicBezTo>
                  <a:pt x="3609" y="65115"/>
                  <a:pt x="3609" y="65165"/>
                  <a:pt x="3659" y="65215"/>
                </a:cubicBezTo>
                <a:cubicBezTo>
                  <a:pt x="3659" y="65240"/>
                  <a:pt x="3609" y="65314"/>
                  <a:pt x="3609" y="65339"/>
                </a:cubicBezTo>
                <a:cubicBezTo>
                  <a:pt x="3609" y="65314"/>
                  <a:pt x="3609" y="65240"/>
                  <a:pt x="3584" y="65215"/>
                </a:cubicBezTo>
                <a:cubicBezTo>
                  <a:pt x="3584" y="65190"/>
                  <a:pt x="3609" y="65115"/>
                  <a:pt x="3609" y="65090"/>
                </a:cubicBezTo>
                <a:close/>
                <a:moveTo>
                  <a:pt x="65713" y="54039"/>
                </a:moveTo>
                <a:lnTo>
                  <a:pt x="65713" y="54113"/>
                </a:lnTo>
                <a:lnTo>
                  <a:pt x="65713" y="54163"/>
                </a:lnTo>
                <a:cubicBezTo>
                  <a:pt x="65713" y="54163"/>
                  <a:pt x="65713" y="54213"/>
                  <a:pt x="65688" y="54213"/>
                </a:cubicBezTo>
                <a:cubicBezTo>
                  <a:pt x="65538" y="54387"/>
                  <a:pt x="65414" y="54536"/>
                  <a:pt x="65290" y="54711"/>
                </a:cubicBezTo>
                <a:cubicBezTo>
                  <a:pt x="64045" y="56204"/>
                  <a:pt x="62701" y="57623"/>
                  <a:pt x="61307" y="59017"/>
                </a:cubicBezTo>
                <a:cubicBezTo>
                  <a:pt x="60635" y="59639"/>
                  <a:pt x="59938" y="60336"/>
                  <a:pt x="59191" y="61008"/>
                </a:cubicBezTo>
                <a:cubicBezTo>
                  <a:pt x="58992" y="61207"/>
                  <a:pt x="58768" y="61381"/>
                  <a:pt x="58569" y="61581"/>
                </a:cubicBezTo>
                <a:cubicBezTo>
                  <a:pt x="58196" y="61929"/>
                  <a:pt x="57847" y="62228"/>
                  <a:pt x="57499" y="62551"/>
                </a:cubicBezTo>
                <a:cubicBezTo>
                  <a:pt x="57399" y="62626"/>
                  <a:pt x="57324" y="62726"/>
                  <a:pt x="57225" y="62800"/>
                </a:cubicBezTo>
                <a:lnTo>
                  <a:pt x="57200" y="62825"/>
                </a:lnTo>
                <a:cubicBezTo>
                  <a:pt x="56901" y="63049"/>
                  <a:pt x="56627" y="63248"/>
                  <a:pt x="56379" y="63497"/>
                </a:cubicBezTo>
                <a:cubicBezTo>
                  <a:pt x="55482" y="64219"/>
                  <a:pt x="54611" y="64916"/>
                  <a:pt x="53889" y="65439"/>
                </a:cubicBezTo>
                <a:cubicBezTo>
                  <a:pt x="53815" y="65439"/>
                  <a:pt x="53765" y="65464"/>
                  <a:pt x="53740" y="65464"/>
                </a:cubicBezTo>
                <a:lnTo>
                  <a:pt x="53616" y="65464"/>
                </a:lnTo>
                <a:cubicBezTo>
                  <a:pt x="53641" y="65439"/>
                  <a:pt x="53690" y="65414"/>
                  <a:pt x="53740" y="65364"/>
                </a:cubicBezTo>
                <a:cubicBezTo>
                  <a:pt x="53740" y="65364"/>
                  <a:pt x="53765" y="65364"/>
                  <a:pt x="53765" y="65339"/>
                </a:cubicBezTo>
                <a:cubicBezTo>
                  <a:pt x="53840" y="65289"/>
                  <a:pt x="53939" y="65240"/>
                  <a:pt x="53989" y="65190"/>
                </a:cubicBezTo>
                <a:cubicBezTo>
                  <a:pt x="54188" y="65040"/>
                  <a:pt x="54362" y="64891"/>
                  <a:pt x="54561" y="64767"/>
                </a:cubicBezTo>
                <a:cubicBezTo>
                  <a:pt x="54810" y="64592"/>
                  <a:pt x="55010" y="64443"/>
                  <a:pt x="55234" y="64244"/>
                </a:cubicBezTo>
                <a:lnTo>
                  <a:pt x="55308" y="64219"/>
                </a:lnTo>
                <a:cubicBezTo>
                  <a:pt x="55358" y="64169"/>
                  <a:pt x="55433" y="64119"/>
                  <a:pt x="55482" y="64070"/>
                </a:cubicBezTo>
                <a:cubicBezTo>
                  <a:pt x="55557" y="64045"/>
                  <a:pt x="55582" y="63970"/>
                  <a:pt x="55632" y="63945"/>
                </a:cubicBezTo>
                <a:lnTo>
                  <a:pt x="56105" y="63572"/>
                </a:lnTo>
                <a:cubicBezTo>
                  <a:pt x="56453" y="63298"/>
                  <a:pt x="56827" y="62999"/>
                  <a:pt x="57125" y="62726"/>
                </a:cubicBezTo>
                <a:cubicBezTo>
                  <a:pt x="57225" y="62676"/>
                  <a:pt x="57324" y="62576"/>
                  <a:pt x="57374" y="62502"/>
                </a:cubicBezTo>
                <a:lnTo>
                  <a:pt x="57424" y="62502"/>
                </a:lnTo>
                <a:cubicBezTo>
                  <a:pt x="57797" y="62203"/>
                  <a:pt x="58196" y="61854"/>
                  <a:pt x="58544" y="61556"/>
                </a:cubicBezTo>
                <a:cubicBezTo>
                  <a:pt x="58793" y="61332"/>
                  <a:pt x="58992" y="61108"/>
                  <a:pt x="59241" y="60884"/>
                </a:cubicBezTo>
                <a:cubicBezTo>
                  <a:pt x="59316" y="60834"/>
                  <a:pt x="59415" y="60759"/>
                  <a:pt x="59465" y="60709"/>
                </a:cubicBezTo>
                <a:cubicBezTo>
                  <a:pt x="59490" y="60684"/>
                  <a:pt x="59565" y="60635"/>
                  <a:pt x="59589" y="60585"/>
                </a:cubicBezTo>
                <a:cubicBezTo>
                  <a:pt x="60311" y="59888"/>
                  <a:pt x="60809" y="59390"/>
                  <a:pt x="61207" y="59017"/>
                </a:cubicBezTo>
                <a:cubicBezTo>
                  <a:pt x="61257" y="58967"/>
                  <a:pt x="61357" y="58892"/>
                  <a:pt x="61431" y="58843"/>
                </a:cubicBezTo>
                <a:lnTo>
                  <a:pt x="61456" y="58818"/>
                </a:lnTo>
                <a:lnTo>
                  <a:pt x="61830" y="58444"/>
                </a:lnTo>
                <a:lnTo>
                  <a:pt x="61879" y="58370"/>
                </a:lnTo>
                <a:cubicBezTo>
                  <a:pt x="61979" y="58270"/>
                  <a:pt x="62079" y="58195"/>
                  <a:pt x="62128" y="58096"/>
                </a:cubicBezTo>
                <a:lnTo>
                  <a:pt x="62253" y="57971"/>
                </a:lnTo>
                <a:cubicBezTo>
                  <a:pt x="62751" y="57449"/>
                  <a:pt x="63448" y="56727"/>
                  <a:pt x="64244" y="55781"/>
                </a:cubicBezTo>
                <a:cubicBezTo>
                  <a:pt x="64319" y="55731"/>
                  <a:pt x="64369" y="55632"/>
                  <a:pt x="64443" y="55582"/>
                </a:cubicBezTo>
                <a:cubicBezTo>
                  <a:pt x="64493" y="55482"/>
                  <a:pt x="64593" y="55408"/>
                  <a:pt x="64667" y="55333"/>
                </a:cubicBezTo>
                <a:cubicBezTo>
                  <a:pt x="64717" y="55258"/>
                  <a:pt x="64742" y="55208"/>
                  <a:pt x="64817" y="55134"/>
                </a:cubicBezTo>
                <a:cubicBezTo>
                  <a:pt x="65041" y="54860"/>
                  <a:pt x="65240" y="54611"/>
                  <a:pt x="65439" y="54387"/>
                </a:cubicBezTo>
                <a:cubicBezTo>
                  <a:pt x="65464" y="54337"/>
                  <a:pt x="65538" y="54288"/>
                  <a:pt x="65563" y="54238"/>
                </a:cubicBezTo>
                <a:cubicBezTo>
                  <a:pt x="65613" y="54163"/>
                  <a:pt x="65663" y="54113"/>
                  <a:pt x="65713" y="54039"/>
                </a:cubicBezTo>
                <a:close/>
                <a:moveTo>
                  <a:pt x="29197" y="56254"/>
                </a:moveTo>
                <a:cubicBezTo>
                  <a:pt x="29222" y="56254"/>
                  <a:pt x="29222" y="56279"/>
                  <a:pt x="29247" y="56279"/>
                </a:cubicBezTo>
                <a:cubicBezTo>
                  <a:pt x="26907" y="59465"/>
                  <a:pt x="24767" y="62701"/>
                  <a:pt x="22900" y="65912"/>
                </a:cubicBezTo>
                <a:lnTo>
                  <a:pt x="22850" y="65912"/>
                </a:lnTo>
                <a:cubicBezTo>
                  <a:pt x="24717" y="62701"/>
                  <a:pt x="26858" y="59465"/>
                  <a:pt x="29197" y="56254"/>
                </a:cubicBezTo>
                <a:close/>
                <a:moveTo>
                  <a:pt x="53367" y="65737"/>
                </a:moveTo>
                <a:cubicBezTo>
                  <a:pt x="53342" y="65787"/>
                  <a:pt x="53267" y="65812"/>
                  <a:pt x="53242" y="65837"/>
                </a:cubicBezTo>
                <a:cubicBezTo>
                  <a:pt x="53217" y="65862"/>
                  <a:pt x="53192" y="65862"/>
                  <a:pt x="53143" y="65912"/>
                </a:cubicBezTo>
                <a:cubicBezTo>
                  <a:pt x="53118" y="65936"/>
                  <a:pt x="53043" y="65961"/>
                  <a:pt x="53018" y="65986"/>
                </a:cubicBezTo>
                <a:lnTo>
                  <a:pt x="52993" y="65961"/>
                </a:lnTo>
                <a:cubicBezTo>
                  <a:pt x="52993" y="65961"/>
                  <a:pt x="52993" y="65936"/>
                  <a:pt x="53018" y="65936"/>
                </a:cubicBezTo>
                <a:cubicBezTo>
                  <a:pt x="53043" y="65936"/>
                  <a:pt x="53043" y="65912"/>
                  <a:pt x="53093" y="65912"/>
                </a:cubicBezTo>
                <a:lnTo>
                  <a:pt x="53118" y="65862"/>
                </a:lnTo>
                <a:cubicBezTo>
                  <a:pt x="53143" y="65837"/>
                  <a:pt x="53168" y="65837"/>
                  <a:pt x="53217" y="65812"/>
                </a:cubicBezTo>
                <a:cubicBezTo>
                  <a:pt x="53242" y="65812"/>
                  <a:pt x="53317" y="65787"/>
                  <a:pt x="53367" y="65737"/>
                </a:cubicBezTo>
                <a:close/>
                <a:moveTo>
                  <a:pt x="52869" y="66086"/>
                </a:moveTo>
                <a:lnTo>
                  <a:pt x="52869" y="66086"/>
                </a:lnTo>
                <a:cubicBezTo>
                  <a:pt x="52849" y="66106"/>
                  <a:pt x="52828" y="66126"/>
                  <a:pt x="52795" y="66133"/>
                </a:cubicBezTo>
                <a:lnTo>
                  <a:pt x="52795" y="66133"/>
                </a:lnTo>
                <a:cubicBezTo>
                  <a:pt x="52814" y="66121"/>
                  <a:pt x="52841" y="66100"/>
                  <a:pt x="52869" y="66086"/>
                </a:cubicBezTo>
                <a:close/>
                <a:moveTo>
                  <a:pt x="21730" y="54337"/>
                </a:moveTo>
                <a:cubicBezTo>
                  <a:pt x="24194" y="54661"/>
                  <a:pt x="26634" y="55283"/>
                  <a:pt x="29048" y="56204"/>
                </a:cubicBezTo>
                <a:cubicBezTo>
                  <a:pt x="26683" y="59440"/>
                  <a:pt x="24518" y="62701"/>
                  <a:pt x="22626" y="65936"/>
                </a:cubicBezTo>
                <a:cubicBezTo>
                  <a:pt x="22452" y="65961"/>
                  <a:pt x="22253" y="65961"/>
                  <a:pt x="22079" y="65986"/>
                </a:cubicBezTo>
                <a:cubicBezTo>
                  <a:pt x="21655" y="66036"/>
                  <a:pt x="21257" y="66086"/>
                  <a:pt x="20884" y="66111"/>
                </a:cubicBezTo>
                <a:cubicBezTo>
                  <a:pt x="20759" y="66161"/>
                  <a:pt x="20635" y="66185"/>
                  <a:pt x="20486" y="66185"/>
                </a:cubicBezTo>
                <a:cubicBezTo>
                  <a:pt x="19664" y="62825"/>
                  <a:pt x="20137" y="58718"/>
                  <a:pt x="21730" y="54337"/>
                </a:cubicBezTo>
                <a:close/>
                <a:moveTo>
                  <a:pt x="22776" y="66111"/>
                </a:moveTo>
                <a:cubicBezTo>
                  <a:pt x="22776" y="66161"/>
                  <a:pt x="22751" y="66161"/>
                  <a:pt x="22751" y="66185"/>
                </a:cubicBezTo>
                <a:lnTo>
                  <a:pt x="22701" y="66185"/>
                </a:lnTo>
                <a:cubicBezTo>
                  <a:pt x="22701" y="66161"/>
                  <a:pt x="22726" y="66161"/>
                  <a:pt x="22726" y="66111"/>
                </a:cubicBezTo>
                <a:close/>
                <a:moveTo>
                  <a:pt x="21531" y="54288"/>
                </a:moveTo>
                <a:cubicBezTo>
                  <a:pt x="19988" y="58693"/>
                  <a:pt x="19490" y="62825"/>
                  <a:pt x="20311" y="66235"/>
                </a:cubicBezTo>
                <a:lnTo>
                  <a:pt x="20262" y="66235"/>
                </a:lnTo>
                <a:cubicBezTo>
                  <a:pt x="19415" y="62825"/>
                  <a:pt x="19888" y="58693"/>
                  <a:pt x="21481" y="54288"/>
                </a:cubicBezTo>
                <a:close/>
                <a:moveTo>
                  <a:pt x="65663" y="54462"/>
                </a:moveTo>
                <a:cubicBezTo>
                  <a:pt x="65688" y="55084"/>
                  <a:pt x="65962" y="55856"/>
                  <a:pt x="66484" y="56777"/>
                </a:cubicBezTo>
                <a:cubicBezTo>
                  <a:pt x="63721" y="60236"/>
                  <a:pt x="60311" y="63522"/>
                  <a:pt x="56478" y="66285"/>
                </a:cubicBezTo>
                <a:cubicBezTo>
                  <a:pt x="55557" y="65787"/>
                  <a:pt x="54736" y="65488"/>
                  <a:pt x="54089" y="65464"/>
                </a:cubicBezTo>
                <a:cubicBezTo>
                  <a:pt x="54263" y="65314"/>
                  <a:pt x="54462" y="65190"/>
                  <a:pt x="54686" y="65040"/>
                </a:cubicBezTo>
                <a:cubicBezTo>
                  <a:pt x="54935" y="64841"/>
                  <a:pt x="55184" y="64667"/>
                  <a:pt x="55383" y="64468"/>
                </a:cubicBezTo>
                <a:lnTo>
                  <a:pt x="55458" y="64418"/>
                </a:lnTo>
                <a:cubicBezTo>
                  <a:pt x="55706" y="64219"/>
                  <a:pt x="55955" y="64045"/>
                  <a:pt x="56204" y="63821"/>
                </a:cubicBezTo>
                <a:cubicBezTo>
                  <a:pt x="56603" y="63497"/>
                  <a:pt x="57001" y="63174"/>
                  <a:pt x="57374" y="62850"/>
                </a:cubicBezTo>
                <a:cubicBezTo>
                  <a:pt x="58196" y="62178"/>
                  <a:pt x="58967" y="61481"/>
                  <a:pt x="59589" y="60884"/>
                </a:cubicBezTo>
                <a:cubicBezTo>
                  <a:pt x="59664" y="60859"/>
                  <a:pt x="59689" y="60784"/>
                  <a:pt x="59714" y="60759"/>
                </a:cubicBezTo>
                <a:cubicBezTo>
                  <a:pt x="60361" y="60137"/>
                  <a:pt x="60859" y="59664"/>
                  <a:pt x="61232" y="59291"/>
                </a:cubicBezTo>
                <a:lnTo>
                  <a:pt x="61506" y="59017"/>
                </a:lnTo>
                <a:lnTo>
                  <a:pt x="61556" y="58992"/>
                </a:lnTo>
                <a:lnTo>
                  <a:pt x="61929" y="58619"/>
                </a:lnTo>
                <a:lnTo>
                  <a:pt x="62128" y="58395"/>
                </a:lnTo>
                <a:cubicBezTo>
                  <a:pt x="62178" y="58370"/>
                  <a:pt x="62178" y="58345"/>
                  <a:pt x="62203" y="58345"/>
                </a:cubicBezTo>
                <a:lnTo>
                  <a:pt x="62477" y="58071"/>
                </a:lnTo>
                <a:cubicBezTo>
                  <a:pt x="62950" y="57573"/>
                  <a:pt x="63597" y="56876"/>
                  <a:pt x="64344" y="56030"/>
                </a:cubicBezTo>
                <a:cubicBezTo>
                  <a:pt x="64493" y="55856"/>
                  <a:pt x="64692" y="55657"/>
                  <a:pt x="64842" y="55457"/>
                </a:cubicBezTo>
                <a:cubicBezTo>
                  <a:pt x="64891" y="55408"/>
                  <a:pt x="64916" y="55358"/>
                  <a:pt x="64941" y="55333"/>
                </a:cubicBezTo>
                <a:cubicBezTo>
                  <a:pt x="65190" y="55009"/>
                  <a:pt x="65439" y="54736"/>
                  <a:pt x="65663" y="54462"/>
                </a:cubicBezTo>
                <a:close/>
                <a:moveTo>
                  <a:pt x="53840" y="65613"/>
                </a:moveTo>
                <a:cubicBezTo>
                  <a:pt x="54462" y="65613"/>
                  <a:pt x="55308" y="65862"/>
                  <a:pt x="56304" y="66409"/>
                </a:cubicBezTo>
                <a:cubicBezTo>
                  <a:pt x="56254" y="66409"/>
                  <a:pt x="56254" y="66434"/>
                  <a:pt x="56229" y="66434"/>
                </a:cubicBezTo>
                <a:cubicBezTo>
                  <a:pt x="56179" y="66409"/>
                  <a:pt x="56130" y="66409"/>
                  <a:pt x="56105" y="66360"/>
                </a:cubicBezTo>
                <a:cubicBezTo>
                  <a:pt x="55955" y="66285"/>
                  <a:pt x="55756" y="66210"/>
                  <a:pt x="55607" y="66111"/>
                </a:cubicBezTo>
                <a:cubicBezTo>
                  <a:pt x="55582" y="66111"/>
                  <a:pt x="55557" y="66086"/>
                  <a:pt x="55557" y="66086"/>
                </a:cubicBezTo>
                <a:cubicBezTo>
                  <a:pt x="55358" y="65986"/>
                  <a:pt x="55184" y="65936"/>
                  <a:pt x="54985" y="65862"/>
                </a:cubicBezTo>
                <a:cubicBezTo>
                  <a:pt x="54960" y="65862"/>
                  <a:pt x="54935" y="65837"/>
                  <a:pt x="54885" y="65837"/>
                </a:cubicBezTo>
                <a:cubicBezTo>
                  <a:pt x="54711" y="65787"/>
                  <a:pt x="54561" y="65737"/>
                  <a:pt x="54387" y="65712"/>
                </a:cubicBezTo>
                <a:cubicBezTo>
                  <a:pt x="54238" y="65688"/>
                  <a:pt x="54113" y="65688"/>
                  <a:pt x="53989" y="65688"/>
                </a:cubicBezTo>
                <a:lnTo>
                  <a:pt x="53740" y="65688"/>
                </a:lnTo>
                <a:cubicBezTo>
                  <a:pt x="53740" y="65688"/>
                  <a:pt x="53765" y="65688"/>
                  <a:pt x="53765" y="65663"/>
                </a:cubicBezTo>
                <a:cubicBezTo>
                  <a:pt x="53815" y="65613"/>
                  <a:pt x="53815" y="65613"/>
                  <a:pt x="53840" y="65613"/>
                </a:cubicBezTo>
                <a:close/>
                <a:moveTo>
                  <a:pt x="66584" y="56976"/>
                </a:moveTo>
                <a:cubicBezTo>
                  <a:pt x="66584" y="57001"/>
                  <a:pt x="66634" y="57001"/>
                  <a:pt x="66634" y="57026"/>
                </a:cubicBezTo>
                <a:cubicBezTo>
                  <a:pt x="63846" y="60460"/>
                  <a:pt x="60486" y="63696"/>
                  <a:pt x="56727" y="66434"/>
                </a:cubicBezTo>
                <a:cubicBezTo>
                  <a:pt x="56702" y="66434"/>
                  <a:pt x="56702" y="66409"/>
                  <a:pt x="56677" y="66409"/>
                </a:cubicBezTo>
                <a:cubicBezTo>
                  <a:pt x="60436" y="63671"/>
                  <a:pt x="63821" y="60386"/>
                  <a:pt x="66584" y="56976"/>
                </a:cubicBezTo>
                <a:close/>
                <a:moveTo>
                  <a:pt x="22502" y="66161"/>
                </a:moveTo>
                <a:cubicBezTo>
                  <a:pt x="22502" y="66185"/>
                  <a:pt x="22477" y="66210"/>
                  <a:pt x="22477" y="66210"/>
                </a:cubicBezTo>
                <a:cubicBezTo>
                  <a:pt x="21954" y="66285"/>
                  <a:pt x="21407" y="66310"/>
                  <a:pt x="20884" y="66409"/>
                </a:cubicBezTo>
                <a:cubicBezTo>
                  <a:pt x="20759" y="66434"/>
                  <a:pt x="20660" y="66434"/>
                  <a:pt x="20535" y="66459"/>
                </a:cubicBezTo>
                <a:cubicBezTo>
                  <a:pt x="20535" y="66434"/>
                  <a:pt x="20535" y="66434"/>
                  <a:pt x="20510" y="66409"/>
                </a:cubicBezTo>
                <a:cubicBezTo>
                  <a:pt x="20635" y="66360"/>
                  <a:pt x="20759" y="66335"/>
                  <a:pt x="20884" y="66335"/>
                </a:cubicBezTo>
                <a:cubicBezTo>
                  <a:pt x="21232" y="66285"/>
                  <a:pt x="21606" y="66235"/>
                  <a:pt x="21954" y="66210"/>
                </a:cubicBezTo>
                <a:cubicBezTo>
                  <a:pt x="22128" y="66185"/>
                  <a:pt x="22327" y="66161"/>
                  <a:pt x="22502" y="66161"/>
                </a:cubicBezTo>
                <a:close/>
                <a:moveTo>
                  <a:pt x="3286" y="64717"/>
                </a:moveTo>
                <a:cubicBezTo>
                  <a:pt x="3311" y="64866"/>
                  <a:pt x="3336" y="65040"/>
                  <a:pt x="3360" y="65215"/>
                </a:cubicBezTo>
                <a:lnTo>
                  <a:pt x="2912" y="66534"/>
                </a:lnTo>
                <a:cubicBezTo>
                  <a:pt x="3037" y="65936"/>
                  <a:pt x="3161" y="65314"/>
                  <a:pt x="3286" y="64717"/>
                </a:cubicBezTo>
                <a:close/>
                <a:moveTo>
                  <a:pt x="29446" y="56353"/>
                </a:moveTo>
                <a:cubicBezTo>
                  <a:pt x="30293" y="56652"/>
                  <a:pt x="31114" y="57026"/>
                  <a:pt x="31935" y="57399"/>
                </a:cubicBezTo>
                <a:cubicBezTo>
                  <a:pt x="30741" y="60759"/>
                  <a:pt x="30342" y="63920"/>
                  <a:pt x="30940" y="66584"/>
                </a:cubicBezTo>
                <a:cubicBezTo>
                  <a:pt x="30691" y="66534"/>
                  <a:pt x="30467" y="66459"/>
                  <a:pt x="30218" y="66409"/>
                </a:cubicBezTo>
                <a:cubicBezTo>
                  <a:pt x="30168" y="66409"/>
                  <a:pt x="30094" y="66360"/>
                  <a:pt x="30044" y="66360"/>
                </a:cubicBezTo>
                <a:cubicBezTo>
                  <a:pt x="29745" y="66310"/>
                  <a:pt x="29471" y="66235"/>
                  <a:pt x="29197" y="66210"/>
                </a:cubicBezTo>
                <a:cubicBezTo>
                  <a:pt x="29098" y="66210"/>
                  <a:pt x="29048" y="66185"/>
                  <a:pt x="28949" y="66185"/>
                </a:cubicBezTo>
                <a:cubicBezTo>
                  <a:pt x="28700" y="66161"/>
                  <a:pt x="28426" y="66086"/>
                  <a:pt x="28177" y="66061"/>
                </a:cubicBezTo>
                <a:cubicBezTo>
                  <a:pt x="28052" y="66036"/>
                  <a:pt x="27928" y="66036"/>
                  <a:pt x="27828" y="66036"/>
                </a:cubicBezTo>
                <a:cubicBezTo>
                  <a:pt x="27580" y="65986"/>
                  <a:pt x="27355" y="65961"/>
                  <a:pt x="27107" y="65961"/>
                </a:cubicBezTo>
                <a:cubicBezTo>
                  <a:pt x="26932" y="65936"/>
                  <a:pt x="26733" y="65936"/>
                  <a:pt x="26584" y="65936"/>
                </a:cubicBezTo>
                <a:cubicBezTo>
                  <a:pt x="26385" y="65936"/>
                  <a:pt x="26211" y="65912"/>
                  <a:pt x="26011" y="65912"/>
                </a:cubicBezTo>
                <a:cubicBezTo>
                  <a:pt x="25638" y="65862"/>
                  <a:pt x="25314" y="65862"/>
                  <a:pt x="24941" y="65862"/>
                </a:cubicBezTo>
                <a:cubicBezTo>
                  <a:pt x="24369" y="65862"/>
                  <a:pt x="23821" y="65912"/>
                  <a:pt x="23224" y="65936"/>
                </a:cubicBezTo>
                <a:lnTo>
                  <a:pt x="23149" y="65936"/>
                </a:lnTo>
                <a:cubicBezTo>
                  <a:pt x="24991" y="62726"/>
                  <a:pt x="27107" y="59515"/>
                  <a:pt x="29446" y="56353"/>
                </a:cubicBezTo>
                <a:close/>
                <a:moveTo>
                  <a:pt x="66708" y="57200"/>
                </a:moveTo>
                <a:cubicBezTo>
                  <a:pt x="66758" y="57250"/>
                  <a:pt x="66783" y="57324"/>
                  <a:pt x="66808" y="57349"/>
                </a:cubicBezTo>
                <a:cubicBezTo>
                  <a:pt x="64642" y="59764"/>
                  <a:pt x="62278" y="62128"/>
                  <a:pt x="59739" y="64368"/>
                </a:cubicBezTo>
                <a:lnTo>
                  <a:pt x="59664" y="64468"/>
                </a:lnTo>
                <a:lnTo>
                  <a:pt x="59614" y="64493"/>
                </a:lnTo>
                <a:cubicBezTo>
                  <a:pt x="59589" y="64543"/>
                  <a:pt x="59565" y="64567"/>
                  <a:pt x="59540" y="64567"/>
                </a:cubicBezTo>
                <a:cubicBezTo>
                  <a:pt x="59067" y="64966"/>
                  <a:pt x="58619" y="65364"/>
                  <a:pt x="58171" y="65737"/>
                </a:cubicBezTo>
                <a:cubicBezTo>
                  <a:pt x="57996" y="65862"/>
                  <a:pt x="57872" y="65986"/>
                  <a:pt x="57723" y="66086"/>
                </a:cubicBezTo>
                <a:cubicBezTo>
                  <a:pt x="57548" y="66310"/>
                  <a:pt x="57324" y="66484"/>
                  <a:pt x="57100" y="66658"/>
                </a:cubicBezTo>
                <a:cubicBezTo>
                  <a:pt x="57051" y="66584"/>
                  <a:pt x="56951" y="66559"/>
                  <a:pt x="56876" y="66534"/>
                </a:cubicBezTo>
                <a:cubicBezTo>
                  <a:pt x="60610" y="63821"/>
                  <a:pt x="63970" y="60585"/>
                  <a:pt x="66708" y="57200"/>
                </a:cubicBezTo>
                <a:close/>
                <a:moveTo>
                  <a:pt x="32085" y="57498"/>
                </a:moveTo>
                <a:cubicBezTo>
                  <a:pt x="32110" y="57498"/>
                  <a:pt x="32110" y="57523"/>
                  <a:pt x="32159" y="57523"/>
                </a:cubicBezTo>
                <a:cubicBezTo>
                  <a:pt x="30965" y="60884"/>
                  <a:pt x="30591" y="64045"/>
                  <a:pt x="31214" y="66683"/>
                </a:cubicBezTo>
                <a:cubicBezTo>
                  <a:pt x="31189" y="66683"/>
                  <a:pt x="31189" y="66683"/>
                  <a:pt x="31164" y="66658"/>
                </a:cubicBezTo>
                <a:cubicBezTo>
                  <a:pt x="30542" y="63995"/>
                  <a:pt x="30915" y="60859"/>
                  <a:pt x="32085" y="57498"/>
                </a:cubicBezTo>
                <a:close/>
                <a:moveTo>
                  <a:pt x="56702" y="66683"/>
                </a:moveTo>
                <a:cubicBezTo>
                  <a:pt x="56802" y="66708"/>
                  <a:pt x="56876" y="66733"/>
                  <a:pt x="56951" y="66808"/>
                </a:cubicBezTo>
                <a:cubicBezTo>
                  <a:pt x="56926" y="66808"/>
                  <a:pt x="56926" y="66833"/>
                  <a:pt x="56876" y="66833"/>
                </a:cubicBezTo>
                <a:cubicBezTo>
                  <a:pt x="56827" y="66808"/>
                  <a:pt x="56752" y="66783"/>
                  <a:pt x="56702" y="66708"/>
                </a:cubicBezTo>
                <a:cubicBezTo>
                  <a:pt x="56677" y="66708"/>
                  <a:pt x="56677" y="66708"/>
                  <a:pt x="56702" y="66683"/>
                </a:cubicBezTo>
                <a:close/>
                <a:moveTo>
                  <a:pt x="66932" y="57523"/>
                </a:moveTo>
                <a:cubicBezTo>
                  <a:pt x="66932" y="57523"/>
                  <a:pt x="66932" y="57573"/>
                  <a:pt x="66957" y="57573"/>
                </a:cubicBezTo>
                <a:lnTo>
                  <a:pt x="66957" y="57598"/>
                </a:lnTo>
                <a:cubicBezTo>
                  <a:pt x="64817" y="59988"/>
                  <a:pt x="62477" y="62327"/>
                  <a:pt x="60038" y="64543"/>
                </a:cubicBezTo>
                <a:cubicBezTo>
                  <a:pt x="59963" y="64592"/>
                  <a:pt x="59913" y="64617"/>
                  <a:pt x="59838" y="64692"/>
                </a:cubicBezTo>
                <a:cubicBezTo>
                  <a:pt x="59365" y="65090"/>
                  <a:pt x="58917" y="65513"/>
                  <a:pt x="58395" y="65936"/>
                </a:cubicBezTo>
                <a:cubicBezTo>
                  <a:pt x="58245" y="66061"/>
                  <a:pt x="58096" y="66185"/>
                  <a:pt x="57972" y="66310"/>
                </a:cubicBezTo>
                <a:cubicBezTo>
                  <a:pt x="57748" y="66484"/>
                  <a:pt x="57524" y="66633"/>
                  <a:pt x="57324" y="66833"/>
                </a:cubicBezTo>
                <a:cubicBezTo>
                  <a:pt x="57324" y="66833"/>
                  <a:pt x="57300" y="66833"/>
                  <a:pt x="57300" y="66808"/>
                </a:cubicBezTo>
                <a:lnTo>
                  <a:pt x="57250" y="66808"/>
                </a:lnTo>
                <a:cubicBezTo>
                  <a:pt x="57449" y="66609"/>
                  <a:pt x="57623" y="66459"/>
                  <a:pt x="57822" y="66310"/>
                </a:cubicBezTo>
                <a:cubicBezTo>
                  <a:pt x="57996" y="66161"/>
                  <a:pt x="58171" y="66036"/>
                  <a:pt x="58345" y="65862"/>
                </a:cubicBezTo>
                <a:cubicBezTo>
                  <a:pt x="58743" y="65538"/>
                  <a:pt x="59191" y="65165"/>
                  <a:pt x="59589" y="64816"/>
                </a:cubicBezTo>
                <a:lnTo>
                  <a:pt x="59689" y="64717"/>
                </a:lnTo>
                <a:lnTo>
                  <a:pt x="59714" y="64692"/>
                </a:lnTo>
                <a:cubicBezTo>
                  <a:pt x="59814" y="64617"/>
                  <a:pt x="59913" y="64543"/>
                  <a:pt x="59963" y="64468"/>
                </a:cubicBezTo>
                <a:cubicBezTo>
                  <a:pt x="61058" y="63497"/>
                  <a:pt x="62079" y="62551"/>
                  <a:pt x="63099" y="61506"/>
                </a:cubicBezTo>
                <a:lnTo>
                  <a:pt x="63572" y="61058"/>
                </a:lnTo>
                <a:lnTo>
                  <a:pt x="64642" y="59988"/>
                </a:lnTo>
                <a:cubicBezTo>
                  <a:pt x="64817" y="59813"/>
                  <a:pt x="65016" y="59614"/>
                  <a:pt x="65165" y="59440"/>
                </a:cubicBezTo>
                <a:cubicBezTo>
                  <a:pt x="65464" y="59091"/>
                  <a:pt x="65787" y="58768"/>
                  <a:pt x="66086" y="58444"/>
                </a:cubicBezTo>
                <a:cubicBezTo>
                  <a:pt x="66285" y="58245"/>
                  <a:pt x="66435" y="58071"/>
                  <a:pt x="66634" y="57872"/>
                </a:cubicBezTo>
                <a:cubicBezTo>
                  <a:pt x="66708" y="57747"/>
                  <a:pt x="66833" y="57648"/>
                  <a:pt x="66932" y="57523"/>
                </a:cubicBezTo>
                <a:close/>
                <a:moveTo>
                  <a:pt x="24941" y="66036"/>
                </a:moveTo>
                <a:cubicBezTo>
                  <a:pt x="25314" y="66036"/>
                  <a:pt x="25638" y="66036"/>
                  <a:pt x="26011" y="66061"/>
                </a:cubicBezTo>
                <a:cubicBezTo>
                  <a:pt x="26235" y="66061"/>
                  <a:pt x="26459" y="66086"/>
                  <a:pt x="26708" y="66086"/>
                </a:cubicBezTo>
                <a:cubicBezTo>
                  <a:pt x="26833" y="66086"/>
                  <a:pt x="26982" y="66111"/>
                  <a:pt x="27107" y="66111"/>
                </a:cubicBezTo>
                <a:cubicBezTo>
                  <a:pt x="27430" y="66136"/>
                  <a:pt x="27704" y="66185"/>
                  <a:pt x="28003" y="66210"/>
                </a:cubicBezTo>
                <a:cubicBezTo>
                  <a:pt x="28077" y="66210"/>
                  <a:pt x="28127" y="66210"/>
                  <a:pt x="28202" y="66235"/>
                </a:cubicBezTo>
                <a:cubicBezTo>
                  <a:pt x="28550" y="66285"/>
                  <a:pt x="28874" y="66335"/>
                  <a:pt x="29197" y="66409"/>
                </a:cubicBezTo>
                <a:lnTo>
                  <a:pt x="29222" y="66409"/>
                </a:lnTo>
                <a:cubicBezTo>
                  <a:pt x="29820" y="66484"/>
                  <a:pt x="30417" y="66658"/>
                  <a:pt x="30990" y="66808"/>
                </a:cubicBezTo>
                <a:lnTo>
                  <a:pt x="30990" y="66857"/>
                </a:lnTo>
                <a:cubicBezTo>
                  <a:pt x="29073" y="66360"/>
                  <a:pt x="27007" y="66086"/>
                  <a:pt x="24891" y="66086"/>
                </a:cubicBezTo>
                <a:cubicBezTo>
                  <a:pt x="24244" y="66086"/>
                  <a:pt x="23622" y="66111"/>
                  <a:pt x="23000" y="66136"/>
                </a:cubicBezTo>
                <a:cubicBezTo>
                  <a:pt x="23000" y="66111"/>
                  <a:pt x="23024" y="66111"/>
                  <a:pt x="23024" y="66086"/>
                </a:cubicBezTo>
                <a:cubicBezTo>
                  <a:pt x="23647" y="66061"/>
                  <a:pt x="24269" y="66036"/>
                  <a:pt x="24891" y="66036"/>
                </a:cubicBezTo>
                <a:close/>
                <a:moveTo>
                  <a:pt x="57150" y="66907"/>
                </a:moveTo>
                <a:cubicBezTo>
                  <a:pt x="57150" y="66907"/>
                  <a:pt x="57200" y="66907"/>
                  <a:pt x="57200" y="66932"/>
                </a:cubicBezTo>
                <a:lnTo>
                  <a:pt x="57125" y="66982"/>
                </a:lnTo>
                <a:lnTo>
                  <a:pt x="57075" y="66932"/>
                </a:lnTo>
                <a:cubicBezTo>
                  <a:pt x="57100" y="66932"/>
                  <a:pt x="57100" y="66907"/>
                  <a:pt x="57125" y="66907"/>
                </a:cubicBezTo>
                <a:close/>
                <a:moveTo>
                  <a:pt x="40846" y="63696"/>
                </a:moveTo>
                <a:lnTo>
                  <a:pt x="40896" y="63721"/>
                </a:lnTo>
                <a:lnTo>
                  <a:pt x="40921" y="63746"/>
                </a:lnTo>
                <a:lnTo>
                  <a:pt x="40822" y="64045"/>
                </a:lnTo>
                <a:cubicBezTo>
                  <a:pt x="40797" y="64119"/>
                  <a:pt x="40772" y="64194"/>
                  <a:pt x="40772" y="64244"/>
                </a:cubicBezTo>
                <a:cubicBezTo>
                  <a:pt x="40697" y="64443"/>
                  <a:pt x="40647" y="64592"/>
                  <a:pt x="40598" y="64792"/>
                </a:cubicBezTo>
                <a:cubicBezTo>
                  <a:pt x="40573" y="64916"/>
                  <a:pt x="40523" y="65040"/>
                  <a:pt x="40473" y="65165"/>
                </a:cubicBezTo>
                <a:cubicBezTo>
                  <a:pt x="40448" y="65289"/>
                  <a:pt x="40423" y="65364"/>
                  <a:pt x="40398" y="65488"/>
                </a:cubicBezTo>
                <a:cubicBezTo>
                  <a:pt x="40324" y="65688"/>
                  <a:pt x="40299" y="65862"/>
                  <a:pt x="40274" y="66061"/>
                </a:cubicBezTo>
                <a:cubicBezTo>
                  <a:pt x="40224" y="66210"/>
                  <a:pt x="40174" y="66360"/>
                  <a:pt x="40150" y="66534"/>
                </a:cubicBezTo>
                <a:cubicBezTo>
                  <a:pt x="40150" y="66559"/>
                  <a:pt x="40100" y="66584"/>
                  <a:pt x="40100" y="66609"/>
                </a:cubicBezTo>
                <a:cubicBezTo>
                  <a:pt x="40082" y="66739"/>
                  <a:pt x="40062" y="66869"/>
                  <a:pt x="40042" y="66998"/>
                </a:cubicBezTo>
                <a:lnTo>
                  <a:pt x="40042" y="66998"/>
                </a:lnTo>
                <a:cubicBezTo>
                  <a:pt x="40047" y="66941"/>
                  <a:pt x="40050" y="66885"/>
                  <a:pt x="40050" y="66833"/>
                </a:cubicBezTo>
                <a:cubicBezTo>
                  <a:pt x="40075" y="66708"/>
                  <a:pt x="40075" y="66609"/>
                  <a:pt x="40100" y="66484"/>
                </a:cubicBezTo>
                <a:cubicBezTo>
                  <a:pt x="40150" y="66335"/>
                  <a:pt x="40174" y="66161"/>
                  <a:pt x="40199" y="65986"/>
                </a:cubicBezTo>
                <a:lnTo>
                  <a:pt x="40199" y="65961"/>
                </a:lnTo>
                <a:cubicBezTo>
                  <a:pt x="40224" y="65862"/>
                  <a:pt x="40224" y="65787"/>
                  <a:pt x="40274" y="65688"/>
                </a:cubicBezTo>
                <a:cubicBezTo>
                  <a:pt x="40299" y="65538"/>
                  <a:pt x="40349" y="65339"/>
                  <a:pt x="40398" y="65190"/>
                </a:cubicBezTo>
                <a:cubicBezTo>
                  <a:pt x="40423" y="65115"/>
                  <a:pt x="40423" y="65065"/>
                  <a:pt x="40448" y="64991"/>
                </a:cubicBezTo>
                <a:cubicBezTo>
                  <a:pt x="40448" y="64941"/>
                  <a:pt x="40473" y="64916"/>
                  <a:pt x="40473" y="64841"/>
                </a:cubicBezTo>
                <a:cubicBezTo>
                  <a:pt x="40548" y="64692"/>
                  <a:pt x="40573" y="64493"/>
                  <a:pt x="40647" y="64343"/>
                </a:cubicBezTo>
                <a:cubicBezTo>
                  <a:pt x="40672" y="64219"/>
                  <a:pt x="40697" y="64095"/>
                  <a:pt x="40772" y="63970"/>
                </a:cubicBezTo>
                <a:lnTo>
                  <a:pt x="40846" y="63696"/>
                </a:lnTo>
                <a:close/>
                <a:moveTo>
                  <a:pt x="48090" y="63348"/>
                </a:moveTo>
                <a:lnTo>
                  <a:pt x="47716" y="63821"/>
                </a:lnTo>
                <a:cubicBezTo>
                  <a:pt x="47468" y="64119"/>
                  <a:pt x="47219" y="64443"/>
                  <a:pt x="46995" y="64742"/>
                </a:cubicBezTo>
                <a:cubicBezTo>
                  <a:pt x="46920" y="64841"/>
                  <a:pt x="46845" y="64941"/>
                  <a:pt x="46771" y="65065"/>
                </a:cubicBezTo>
                <a:cubicBezTo>
                  <a:pt x="46646" y="65240"/>
                  <a:pt x="46497" y="65439"/>
                  <a:pt x="46372" y="65588"/>
                </a:cubicBezTo>
                <a:cubicBezTo>
                  <a:pt x="46273" y="65712"/>
                  <a:pt x="46173" y="65862"/>
                  <a:pt x="46049" y="65986"/>
                </a:cubicBezTo>
                <a:cubicBezTo>
                  <a:pt x="45999" y="66086"/>
                  <a:pt x="45899" y="66185"/>
                  <a:pt x="45850" y="66310"/>
                </a:cubicBezTo>
                <a:cubicBezTo>
                  <a:pt x="45800" y="66335"/>
                  <a:pt x="45775" y="66409"/>
                  <a:pt x="45750" y="66434"/>
                </a:cubicBezTo>
                <a:cubicBezTo>
                  <a:pt x="45650" y="66559"/>
                  <a:pt x="45601" y="66683"/>
                  <a:pt x="45501" y="66808"/>
                </a:cubicBezTo>
                <a:lnTo>
                  <a:pt x="44916" y="67608"/>
                </a:lnTo>
                <a:lnTo>
                  <a:pt x="44916" y="67608"/>
                </a:lnTo>
                <a:cubicBezTo>
                  <a:pt x="45876" y="66176"/>
                  <a:pt x="46918" y="64762"/>
                  <a:pt x="48040" y="63348"/>
                </a:cubicBezTo>
                <a:close/>
                <a:moveTo>
                  <a:pt x="32309" y="57598"/>
                </a:moveTo>
                <a:cubicBezTo>
                  <a:pt x="34574" y="58693"/>
                  <a:pt x="36690" y="60012"/>
                  <a:pt x="38557" y="61556"/>
                </a:cubicBezTo>
                <a:cubicBezTo>
                  <a:pt x="37038" y="63597"/>
                  <a:pt x="35594" y="65663"/>
                  <a:pt x="34300" y="67729"/>
                </a:cubicBezTo>
                <a:cubicBezTo>
                  <a:pt x="34225" y="67704"/>
                  <a:pt x="34201" y="67704"/>
                  <a:pt x="34151" y="67679"/>
                </a:cubicBezTo>
                <a:cubicBezTo>
                  <a:pt x="34076" y="67654"/>
                  <a:pt x="34051" y="67654"/>
                  <a:pt x="33977" y="67604"/>
                </a:cubicBezTo>
                <a:cubicBezTo>
                  <a:pt x="33703" y="67480"/>
                  <a:pt x="33454" y="67405"/>
                  <a:pt x="33180" y="67305"/>
                </a:cubicBezTo>
                <a:cubicBezTo>
                  <a:pt x="33155" y="67305"/>
                  <a:pt x="33080" y="67281"/>
                  <a:pt x="33056" y="67281"/>
                </a:cubicBezTo>
                <a:lnTo>
                  <a:pt x="32209" y="66982"/>
                </a:lnTo>
                <a:cubicBezTo>
                  <a:pt x="32184" y="66982"/>
                  <a:pt x="32110" y="66957"/>
                  <a:pt x="32085" y="66957"/>
                </a:cubicBezTo>
                <a:cubicBezTo>
                  <a:pt x="31861" y="66907"/>
                  <a:pt x="31612" y="66808"/>
                  <a:pt x="31413" y="66733"/>
                </a:cubicBezTo>
                <a:cubicBezTo>
                  <a:pt x="30741" y="64095"/>
                  <a:pt x="31114" y="60958"/>
                  <a:pt x="32309" y="57598"/>
                </a:cubicBezTo>
                <a:close/>
                <a:moveTo>
                  <a:pt x="38706" y="61680"/>
                </a:moveTo>
                <a:cubicBezTo>
                  <a:pt x="38756" y="61680"/>
                  <a:pt x="38756" y="61705"/>
                  <a:pt x="38781" y="61705"/>
                </a:cubicBezTo>
                <a:cubicBezTo>
                  <a:pt x="37237" y="63721"/>
                  <a:pt x="35843" y="65787"/>
                  <a:pt x="34549" y="67828"/>
                </a:cubicBezTo>
                <a:cubicBezTo>
                  <a:pt x="34524" y="67828"/>
                  <a:pt x="34524" y="67803"/>
                  <a:pt x="34474" y="67803"/>
                </a:cubicBezTo>
                <a:cubicBezTo>
                  <a:pt x="35794" y="65737"/>
                  <a:pt x="37187" y="63696"/>
                  <a:pt x="38706" y="61680"/>
                </a:cubicBezTo>
                <a:close/>
                <a:moveTo>
                  <a:pt x="42514" y="60635"/>
                </a:moveTo>
                <a:cubicBezTo>
                  <a:pt x="44481" y="61780"/>
                  <a:pt x="46298" y="62701"/>
                  <a:pt x="47866" y="63298"/>
                </a:cubicBezTo>
                <a:cubicBezTo>
                  <a:pt x="47368" y="63920"/>
                  <a:pt x="46895" y="64493"/>
                  <a:pt x="46472" y="65115"/>
                </a:cubicBezTo>
                <a:cubicBezTo>
                  <a:pt x="46472" y="65165"/>
                  <a:pt x="46422" y="65165"/>
                  <a:pt x="46422" y="65190"/>
                </a:cubicBezTo>
                <a:cubicBezTo>
                  <a:pt x="46024" y="65712"/>
                  <a:pt x="45650" y="66235"/>
                  <a:pt x="45277" y="66758"/>
                </a:cubicBezTo>
                <a:cubicBezTo>
                  <a:pt x="45227" y="66857"/>
                  <a:pt x="45128" y="66982"/>
                  <a:pt x="45053" y="67081"/>
                </a:cubicBezTo>
                <a:cubicBezTo>
                  <a:pt x="45028" y="67106"/>
                  <a:pt x="45003" y="67181"/>
                  <a:pt x="44978" y="67206"/>
                </a:cubicBezTo>
                <a:lnTo>
                  <a:pt x="44505" y="67853"/>
                </a:lnTo>
                <a:cubicBezTo>
                  <a:pt x="43759" y="66360"/>
                  <a:pt x="42688" y="64866"/>
                  <a:pt x="41319" y="63447"/>
                </a:cubicBezTo>
                <a:cubicBezTo>
                  <a:pt x="41494" y="62974"/>
                  <a:pt x="41668" y="62551"/>
                  <a:pt x="41892" y="62078"/>
                </a:cubicBezTo>
                <a:cubicBezTo>
                  <a:pt x="41892" y="62078"/>
                  <a:pt x="41892" y="62053"/>
                  <a:pt x="41917" y="62053"/>
                </a:cubicBezTo>
                <a:cubicBezTo>
                  <a:pt x="42066" y="61581"/>
                  <a:pt x="42290" y="61108"/>
                  <a:pt x="42514" y="60635"/>
                </a:cubicBezTo>
                <a:close/>
                <a:moveTo>
                  <a:pt x="31463" y="66957"/>
                </a:moveTo>
                <a:lnTo>
                  <a:pt x="31463" y="66957"/>
                </a:lnTo>
                <a:cubicBezTo>
                  <a:pt x="32060" y="67106"/>
                  <a:pt x="32657" y="67305"/>
                  <a:pt x="33205" y="67530"/>
                </a:cubicBezTo>
                <a:cubicBezTo>
                  <a:pt x="33504" y="67654"/>
                  <a:pt x="33802" y="67778"/>
                  <a:pt x="34101" y="67878"/>
                </a:cubicBezTo>
                <a:cubicBezTo>
                  <a:pt x="34126" y="67878"/>
                  <a:pt x="34126" y="67928"/>
                  <a:pt x="34176" y="67928"/>
                </a:cubicBezTo>
                <a:lnTo>
                  <a:pt x="34201" y="67928"/>
                </a:lnTo>
                <a:lnTo>
                  <a:pt x="34176" y="67953"/>
                </a:lnTo>
                <a:cubicBezTo>
                  <a:pt x="34051" y="67903"/>
                  <a:pt x="33927" y="67853"/>
                  <a:pt x="33802" y="67803"/>
                </a:cubicBezTo>
                <a:cubicBezTo>
                  <a:pt x="33678" y="67729"/>
                  <a:pt x="33553" y="67679"/>
                  <a:pt x="33404" y="67654"/>
                </a:cubicBezTo>
                <a:cubicBezTo>
                  <a:pt x="33155" y="67554"/>
                  <a:pt x="32931" y="67455"/>
                  <a:pt x="32682" y="67380"/>
                </a:cubicBezTo>
                <a:cubicBezTo>
                  <a:pt x="32583" y="67355"/>
                  <a:pt x="32483" y="67330"/>
                  <a:pt x="32433" y="67305"/>
                </a:cubicBezTo>
                <a:lnTo>
                  <a:pt x="31487" y="67007"/>
                </a:lnTo>
                <a:cubicBezTo>
                  <a:pt x="31487" y="66982"/>
                  <a:pt x="31487" y="66982"/>
                  <a:pt x="31463" y="66957"/>
                </a:cubicBezTo>
                <a:close/>
                <a:moveTo>
                  <a:pt x="17225" y="54014"/>
                </a:moveTo>
                <a:lnTo>
                  <a:pt x="17225" y="54014"/>
                </a:lnTo>
                <a:cubicBezTo>
                  <a:pt x="14163" y="58643"/>
                  <a:pt x="11550" y="63348"/>
                  <a:pt x="9509" y="68002"/>
                </a:cubicBezTo>
                <a:lnTo>
                  <a:pt x="9509" y="67878"/>
                </a:lnTo>
                <a:lnTo>
                  <a:pt x="9509" y="67729"/>
                </a:lnTo>
                <a:cubicBezTo>
                  <a:pt x="9509" y="67604"/>
                  <a:pt x="9509" y="67530"/>
                  <a:pt x="9459" y="67380"/>
                </a:cubicBezTo>
                <a:cubicBezTo>
                  <a:pt x="9434" y="67081"/>
                  <a:pt x="9434" y="66758"/>
                  <a:pt x="9409" y="66434"/>
                </a:cubicBezTo>
                <a:lnTo>
                  <a:pt x="9409" y="66310"/>
                </a:lnTo>
                <a:lnTo>
                  <a:pt x="9409" y="66111"/>
                </a:lnTo>
                <a:lnTo>
                  <a:pt x="9409" y="64991"/>
                </a:lnTo>
                <a:lnTo>
                  <a:pt x="9409" y="64742"/>
                </a:lnTo>
                <a:cubicBezTo>
                  <a:pt x="9434" y="64343"/>
                  <a:pt x="9459" y="63945"/>
                  <a:pt x="9509" y="63497"/>
                </a:cubicBezTo>
                <a:cubicBezTo>
                  <a:pt x="9509" y="63447"/>
                  <a:pt x="9509" y="63348"/>
                  <a:pt x="9533" y="63298"/>
                </a:cubicBezTo>
                <a:cubicBezTo>
                  <a:pt x="9558" y="62850"/>
                  <a:pt x="9633" y="62402"/>
                  <a:pt x="9683" y="61979"/>
                </a:cubicBezTo>
                <a:cubicBezTo>
                  <a:pt x="9683" y="61929"/>
                  <a:pt x="9708" y="61854"/>
                  <a:pt x="9708" y="61805"/>
                </a:cubicBezTo>
                <a:cubicBezTo>
                  <a:pt x="9782" y="61332"/>
                  <a:pt x="9882" y="60859"/>
                  <a:pt x="9957" y="60386"/>
                </a:cubicBezTo>
                <a:cubicBezTo>
                  <a:pt x="9957" y="60361"/>
                  <a:pt x="9957" y="60336"/>
                  <a:pt x="9982" y="60311"/>
                </a:cubicBezTo>
                <a:cubicBezTo>
                  <a:pt x="10081" y="59813"/>
                  <a:pt x="10206" y="59266"/>
                  <a:pt x="10330" y="58768"/>
                </a:cubicBezTo>
                <a:cubicBezTo>
                  <a:pt x="10703" y="57449"/>
                  <a:pt x="11151" y="56105"/>
                  <a:pt x="11624" y="54736"/>
                </a:cubicBezTo>
                <a:cubicBezTo>
                  <a:pt x="13367" y="54263"/>
                  <a:pt x="15258" y="54039"/>
                  <a:pt x="17225" y="54014"/>
                </a:cubicBezTo>
                <a:close/>
                <a:moveTo>
                  <a:pt x="34350" y="67953"/>
                </a:moveTo>
                <a:cubicBezTo>
                  <a:pt x="34400" y="67953"/>
                  <a:pt x="34400" y="67978"/>
                  <a:pt x="34425" y="67978"/>
                </a:cubicBezTo>
                <a:cubicBezTo>
                  <a:pt x="34425" y="68027"/>
                  <a:pt x="34400" y="68027"/>
                  <a:pt x="34400" y="68052"/>
                </a:cubicBezTo>
                <a:lnTo>
                  <a:pt x="34350" y="68052"/>
                </a:lnTo>
                <a:lnTo>
                  <a:pt x="34325" y="68027"/>
                </a:lnTo>
                <a:cubicBezTo>
                  <a:pt x="34325" y="67978"/>
                  <a:pt x="34350" y="67978"/>
                  <a:pt x="34350" y="67953"/>
                </a:cubicBezTo>
                <a:close/>
                <a:moveTo>
                  <a:pt x="41195" y="63622"/>
                </a:moveTo>
                <a:cubicBezTo>
                  <a:pt x="42539" y="65065"/>
                  <a:pt x="43609" y="66559"/>
                  <a:pt x="44356" y="68027"/>
                </a:cubicBezTo>
                <a:cubicBezTo>
                  <a:pt x="44356" y="68052"/>
                  <a:pt x="44306" y="68052"/>
                  <a:pt x="44306" y="68077"/>
                </a:cubicBezTo>
                <a:cubicBezTo>
                  <a:pt x="43609" y="66584"/>
                  <a:pt x="42539" y="65115"/>
                  <a:pt x="41195" y="63696"/>
                </a:cubicBezTo>
                <a:lnTo>
                  <a:pt x="41195" y="63622"/>
                </a:lnTo>
                <a:close/>
                <a:moveTo>
                  <a:pt x="3211" y="63995"/>
                </a:moveTo>
                <a:cubicBezTo>
                  <a:pt x="3211" y="64070"/>
                  <a:pt x="3211" y="64119"/>
                  <a:pt x="3236" y="64194"/>
                </a:cubicBezTo>
                <a:cubicBezTo>
                  <a:pt x="2937" y="65364"/>
                  <a:pt x="2713" y="66584"/>
                  <a:pt x="2539" y="67729"/>
                </a:cubicBezTo>
                <a:cubicBezTo>
                  <a:pt x="2489" y="67903"/>
                  <a:pt x="2439" y="68027"/>
                  <a:pt x="2390" y="68177"/>
                </a:cubicBezTo>
                <a:cubicBezTo>
                  <a:pt x="2589" y="66808"/>
                  <a:pt x="2863" y="65414"/>
                  <a:pt x="3211" y="63995"/>
                </a:cubicBezTo>
                <a:close/>
                <a:moveTo>
                  <a:pt x="3460" y="65563"/>
                </a:moveTo>
                <a:cubicBezTo>
                  <a:pt x="3460" y="65588"/>
                  <a:pt x="3485" y="65613"/>
                  <a:pt x="3485" y="65663"/>
                </a:cubicBezTo>
                <a:cubicBezTo>
                  <a:pt x="3186" y="66534"/>
                  <a:pt x="2912" y="67355"/>
                  <a:pt x="2664" y="68226"/>
                </a:cubicBezTo>
                <a:cubicBezTo>
                  <a:pt x="2664" y="68077"/>
                  <a:pt x="2688" y="67928"/>
                  <a:pt x="2713" y="67803"/>
                </a:cubicBezTo>
                <a:lnTo>
                  <a:pt x="3460" y="65563"/>
                </a:lnTo>
                <a:close/>
                <a:moveTo>
                  <a:pt x="69309" y="48584"/>
                </a:moveTo>
                <a:cubicBezTo>
                  <a:pt x="68913" y="49251"/>
                  <a:pt x="68419" y="49990"/>
                  <a:pt x="67828" y="50778"/>
                </a:cubicBezTo>
                <a:cubicBezTo>
                  <a:pt x="67654" y="51027"/>
                  <a:pt x="67405" y="51375"/>
                  <a:pt x="67107" y="51774"/>
                </a:cubicBezTo>
                <a:cubicBezTo>
                  <a:pt x="66833" y="52271"/>
                  <a:pt x="66484" y="52719"/>
                  <a:pt x="66186" y="53118"/>
                </a:cubicBezTo>
                <a:cubicBezTo>
                  <a:pt x="65688" y="53765"/>
                  <a:pt x="65190" y="54362"/>
                  <a:pt x="64717" y="54885"/>
                </a:cubicBezTo>
                <a:cubicBezTo>
                  <a:pt x="64617" y="55009"/>
                  <a:pt x="64543" y="55134"/>
                  <a:pt x="64418" y="55233"/>
                </a:cubicBezTo>
                <a:cubicBezTo>
                  <a:pt x="64294" y="55358"/>
                  <a:pt x="64194" y="55507"/>
                  <a:pt x="64070" y="55632"/>
                </a:cubicBezTo>
                <a:cubicBezTo>
                  <a:pt x="63746" y="56005"/>
                  <a:pt x="63448" y="56353"/>
                  <a:pt x="63099" y="56702"/>
                </a:cubicBezTo>
                <a:lnTo>
                  <a:pt x="63074" y="56727"/>
                </a:lnTo>
                <a:cubicBezTo>
                  <a:pt x="62452" y="57399"/>
                  <a:pt x="61755" y="58096"/>
                  <a:pt x="61108" y="58768"/>
                </a:cubicBezTo>
                <a:cubicBezTo>
                  <a:pt x="59963" y="59863"/>
                  <a:pt x="58469" y="61257"/>
                  <a:pt x="57275" y="62327"/>
                </a:cubicBezTo>
                <a:cubicBezTo>
                  <a:pt x="57150" y="62427"/>
                  <a:pt x="57075" y="62502"/>
                  <a:pt x="56951" y="62626"/>
                </a:cubicBezTo>
                <a:lnTo>
                  <a:pt x="56901" y="62676"/>
                </a:lnTo>
                <a:cubicBezTo>
                  <a:pt x="56627" y="62925"/>
                  <a:pt x="56329" y="63124"/>
                  <a:pt x="56030" y="63373"/>
                </a:cubicBezTo>
                <a:cubicBezTo>
                  <a:pt x="55159" y="64070"/>
                  <a:pt x="54337" y="64717"/>
                  <a:pt x="53641" y="65215"/>
                </a:cubicBezTo>
                <a:cubicBezTo>
                  <a:pt x="53491" y="65314"/>
                  <a:pt x="53367" y="65439"/>
                  <a:pt x="53217" y="65538"/>
                </a:cubicBezTo>
                <a:lnTo>
                  <a:pt x="52919" y="65712"/>
                </a:lnTo>
                <a:lnTo>
                  <a:pt x="52894" y="65712"/>
                </a:lnTo>
                <a:cubicBezTo>
                  <a:pt x="52122" y="66235"/>
                  <a:pt x="50803" y="67156"/>
                  <a:pt x="49608" y="67903"/>
                </a:cubicBezTo>
                <a:lnTo>
                  <a:pt x="49135" y="68177"/>
                </a:lnTo>
                <a:lnTo>
                  <a:pt x="49036" y="68226"/>
                </a:lnTo>
                <a:cubicBezTo>
                  <a:pt x="49011" y="68226"/>
                  <a:pt x="49011" y="68276"/>
                  <a:pt x="48986" y="68276"/>
                </a:cubicBezTo>
                <a:cubicBezTo>
                  <a:pt x="49384" y="67604"/>
                  <a:pt x="49882" y="66857"/>
                  <a:pt x="50479" y="66036"/>
                </a:cubicBezTo>
                <a:cubicBezTo>
                  <a:pt x="50654" y="65787"/>
                  <a:pt x="50902" y="65439"/>
                  <a:pt x="51226" y="65040"/>
                </a:cubicBezTo>
                <a:cubicBezTo>
                  <a:pt x="51500" y="64667"/>
                  <a:pt x="51799" y="64244"/>
                  <a:pt x="52097" y="63871"/>
                </a:cubicBezTo>
                <a:cubicBezTo>
                  <a:pt x="52620" y="63198"/>
                  <a:pt x="53143" y="62551"/>
                  <a:pt x="53641" y="61979"/>
                </a:cubicBezTo>
                <a:cubicBezTo>
                  <a:pt x="53715" y="61929"/>
                  <a:pt x="53765" y="61829"/>
                  <a:pt x="53840" y="61755"/>
                </a:cubicBezTo>
                <a:cubicBezTo>
                  <a:pt x="53865" y="61730"/>
                  <a:pt x="53865" y="61705"/>
                  <a:pt x="53889" y="61705"/>
                </a:cubicBezTo>
                <a:cubicBezTo>
                  <a:pt x="54014" y="61556"/>
                  <a:pt x="54138" y="61381"/>
                  <a:pt x="54263" y="61257"/>
                </a:cubicBezTo>
                <a:cubicBezTo>
                  <a:pt x="54537" y="60933"/>
                  <a:pt x="54860" y="60585"/>
                  <a:pt x="55159" y="60261"/>
                </a:cubicBezTo>
                <a:cubicBezTo>
                  <a:pt x="55209" y="60236"/>
                  <a:pt x="55234" y="60187"/>
                  <a:pt x="55283" y="60137"/>
                </a:cubicBezTo>
                <a:cubicBezTo>
                  <a:pt x="55906" y="59465"/>
                  <a:pt x="56578" y="58768"/>
                  <a:pt x="57250" y="58096"/>
                </a:cubicBezTo>
                <a:cubicBezTo>
                  <a:pt x="58370" y="57001"/>
                  <a:pt x="59863" y="55632"/>
                  <a:pt x="61058" y="54586"/>
                </a:cubicBezTo>
                <a:cubicBezTo>
                  <a:pt x="61183" y="54487"/>
                  <a:pt x="61257" y="54387"/>
                  <a:pt x="61382" y="54263"/>
                </a:cubicBezTo>
                <a:cubicBezTo>
                  <a:pt x="61456" y="54238"/>
                  <a:pt x="61481" y="54163"/>
                  <a:pt x="61556" y="54138"/>
                </a:cubicBezTo>
                <a:cubicBezTo>
                  <a:pt x="61830" y="53914"/>
                  <a:pt x="62103" y="53715"/>
                  <a:pt x="62352" y="53466"/>
                </a:cubicBezTo>
                <a:cubicBezTo>
                  <a:pt x="62427" y="53391"/>
                  <a:pt x="62477" y="53367"/>
                  <a:pt x="62552" y="53292"/>
                </a:cubicBezTo>
                <a:cubicBezTo>
                  <a:pt x="62651" y="53217"/>
                  <a:pt x="62751" y="53143"/>
                  <a:pt x="62850" y="53043"/>
                </a:cubicBezTo>
                <a:lnTo>
                  <a:pt x="63174" y="52794"/>
                </a:lnTo>
                <a:cubicBezTo>
                  <a:pt x="63224" y="52744"/>
                  <a:pt x="63323" y="52670"/>
                  <a:pt x="63373" y="52620"/>
                </a:cubicBezTo>
                <a:cubicBezTo>
                  <a:pt x="63547" y="52495"/>
                  <a:pt x="63721" y="52371"/>
                  <a:pt x="63896" y="52246"/>
                </a:cubicBezTo>
                <a:cubicBezTo>
                  <a:pt x="64095" y="52097"/>
                  <a:pt x="64319" y="51923"/>
                  <a:pt x="64518" y="51774"/>
                </a:cubicBezTo>
                <a:cubicBezTo>
                  <a:pt x="64568" y="51749"/>
                  <a:pt x="64617" y="51674"/>
                  <a:pt x="64692" y="51649"/>
                </a:cubicBezTo>
                <a:cubicBezTo>
                  <a:pt x="64817" y="51550"/>
                  <a:pt x="64941" y="51475"/>
                  <a:pt x="65066" y="51400"/>
                </a:cubicBezTo>
                <a:cubicBezTo>
                  <a:pt x="65215" y="51301"/>
                  <a:pt x="65339" y="51226"/>
                  <a:pt x="65514" y="51101"/>
                </a:cubicBezTo>
                <a:cubicBezTo>
                  <a:pt x="66285" y="50554"/>
                  <a:pt x="67555" y="49683"/>
                  <a:pt x="68725" y="48936"/>
                </a:cubicBezTo>
                <a:cubicBezTo>
                  <a:pt x="68824" y="48886"/>
                  <a:pt x="68899" y="48861"/>
                  <a:pt x="68973" y="48787"/>
                </a:cubicBezTo>
                <a:lnTo>
                  <a:pt x="69247" y="48637"/>
                </a:lnTo>
                <a:cubicBezTo>
                  <a:pt x="69268" y="48617"/>
                  <a:pt x="69288" y="48613"/>
                  <a:pt x="69309" y="48584"/>
                </a:cubicBezTo>
                <a:close/>
                <a:moveTo>
                  <a:pt x="44431" y="68276"/>
                </a:moveTo>
                <a:lnTo>
                  <a:pt x="44431" y="68301"/>
                </a:lnTo>
                <a:cubicBezTo>
                  <a:pt x="44431" y="68315"/>
                  <a:pt x="44423" y="68321"/>
                  <a:pt x="44416" y="68328"/>
                </a:cubicBezTo>
                <a:lnTo>
                  <a:pt x="44416" y="68328"/>
                </a:lnTo>
                <a:cubicBezTo>
                  <a:pt x="44414" y="68327"/>
                  <a:pt x="44410" y="68326"/>
                  <a:pt x="44406" y="68326"/>
                </a:cubicBezTo>
                <a:cubicBezTo>
                  <a:pt x="44406" y="68301"/>
                  <a:pt x="44431" y="68301"/>
                  <a:pt x="44431" y="68276"/>
                </a:cubicBezTo>
                <a:close/>
                <a:moveTo>
                  <a:pt x="22352" y="66434"/>
                </a:moveTo>
                <a:lnTo>
                  <a:pt x="22352" y="66434"/>
                </a:lnTo>
                <a:cubicBezTo>
                  <a:pt x="21979" y="67081"/>
                  <a:pt x="21606" y="67729"/>
                  <a:pt x="21257" y="68401"/>
                </a:cubicBezTo>
                <a:cubicBezTo>
                  <a:pt x="21008" y="67828"/>
                  <a:pt x="20784" y="67281"/>
                  <a:pt x="20610" y="66658"/>
                </a:cubicBezTo>
                <a:cubicBezTo>
                  <a:pt x="20734" y="66658"/>
                  <a:pt x="20834" y="66609"/>
                  <a:pt x="20909" y="66584"/>
                </a:cubicBezTo>
                <a:cubicBezTo>
                  <a:pt x="21382" y="66534"/>
                  <a:pt x="21879" y="66459"/>
                  <a:pt x="22352" y="66434"/>
                </a:cubicBezTo>
                <a:close/>
                <a:moveTo>
                  <a:pt x="11397" y="54771"/>
                </a:moveTo>
                <a:lnTo>
                  <a:pt x="11397" y="54771"/>
                </a:lnTo>
                <a:cubicBezTo>
                  <a:pt x="11174" y="55390"/>
                  <a:pt x="11001" y="56008"/>
                  <a:pt x="10803" y="56602"/>
                </a:cubicBezTo>
                <a:cubicBezTo>
                  <a:pt x="10778" y="56652"/>
                  <a:pt x="10778" y="56702"/>
                  <a:pt x="10728" y="56752"/>
                </a:cubicBezTo>
                <a:cubicBezTo>
                  <a:pt x="10728" y="56826"/>
                  <a:pt x="10703" y="56851"/>
                  <a:pt x="10703" y="56901"/>
                </a:cubicBezTo>
                <a:cubicBezTo>
                  <a:pt x="10629" y="57200"/>
                  <a:pt x="10554" y="57474"/>
                  <a:pt x="10454" y="57772"/>
                </a:cubicBezTo>
                <a:lnTo>
                  <a:pt x="10380" y="58146"/>
                </a:lnTo>
                <a:cubicBezTo>
                  <a:pt x="10330" y="58270"/>
                  <a:pt x="10305" y="58444"/>
                  <a:pt x="10280" y="58569"/>
                </a:cubicBezTo>
                <a:cubicBezTo>
                  <a:pt x="10206" y="58843"/>
                  <a:pt x="10156" y="59141"/>
                  <a:pt x="10056" y="59440"/>
                </a:cubicBezTo>
                <a:cubicBezTo>
                  <a:pt x="10056" y="59490"/>
                  <a:pt x="10031" y="59564"/>
                  <a:pt x="10031" y="59589"/>
                </a:cubicBezTo>
                <a:cubicBezTo>
                  <a:pt x="10006" y="59764"/>
                  <a:pt x="9932" y="59963"/>
                  <a:pt x="9907" y="60137"/>
                </a:cubicBezTo>
                <a:cubicBezTo>
                  <a:pt x="9882" y="60236"/>
                  <a:pt x="9882" y="60336"/>
                  <a:pt x="9832" y="60436"/>
                </a:cubicBezTo>
                <a:cubicBezTo>
                  <a:pt x="9807" y="60610"/>
                  <a:pt x="9757" y="60834"/>
                  <a:pt x="9708" y="61008"/>
                </a:cubicBezTo>
                <a:cubicBezTo>
                  <a:pt x="9708" y="61083"/>
                  <a:pt x="9683" y="61108"/>
                  <a:pt x="9683" y="61182"/>
                </a:cubicBezTo>
                <a:cubicBezTo>
                  <a:pt x="9658" y="61357"/>
                  <a:pt x="9633" y="61506"/>
                  <a:pt x="9583" y="61705"/>
                </a:cubicBezTo>
                <a:cubicBezTo>
                  <a:pt x="9558" y="61854"/>
                  <a:pt x="9558" y="61979"/>
                  <a:pt x="9533" y="62128"/>
                </a:cubicBezTo>
                <a:cubicBezTo>
                  <a:pt x="9533" y="62253"/>
                  <a:pt x="9509" y="62352"/>
                  <a:pt x="9459" y="62477"/>
                </a:cubicBezTo>
                <a:cubicBezTo>
                  <a:pt x="9459" y="62576"/>
                  <a:pt x="9434" y="62676"/>
                  <a:pt x="9434" y="62750"/>
                </a:cubicBezTo>
                <a:cubicBezTo>
                  <a:pt x="9434" y="62825"/>
                  <a:pt x="9409" y="62875"/>
                  <a:pt x="9409" y="62974"/>
                </a:cubicBezTo>
                <a:cubicBezTo>
                  <a:pt x="9409" y="63074"/>
                  <a:pt x="9384" y="63174"/>
                  <a:pt x="9384" y="63248"/>
                </a:cubicBezTo>
                <a:cubicBezTo>
                  <a:pt x="9334" y="63422"/>
                  <a:pt x="9334" y="63572"/>
                  <a:pt x="9334" y="63746"/>
                </a:cubicBezTo>
                <a:cubicBezTo>
                  <a:pt x="9334" y="63821"/>
                  <a:pt x="9334" y="63871"/>
                  <a:pt x="9309" y="63945"/>
                </a:cubicBezTo>
                <a:cubicBezTo>
                  <a:pt x="9309" y="63995"/>
                  <a:pt x="9309" y="64070"/>
                  <a:pt x="9285" y="64119"/>
                </a:cubicBezTo>
                <a:cubicBezTo>
                  <a:pt x="9285" y="64294"/>
                  <a:pt x="9260" y="64418"/>
                  <a:pt x="9260" y="64543"/>
                </a:cubicBezTo>
                <a:lnTo>
                  <a:pt x="9260" y="64742"/>
                </a:lnTo>
                <a:cubicBezTo>
                  <a:pt x="9260" y="64866"/>
                  <a:pt x="9210" y="64991"/>
                  <a:pt x="9210" y="65115"/>
                </a:cubicBezTo>
                <a:lnTo>
                  <a:pt x="9210" y="65339"/>
                </a:lnTo>
                <a:lnTo>
                  <a:pt x="9210" y="65439"/>
                </a:lnTo>
                <a:lnTo>
                  <a:pt x="9210" y="66036"/>
                </a:lnTo>
                <a:lnTo>
                  <a:pt x="9210" y="66210"/>
                </a:lnTo>
                <a:lnTo>
                  <a:pt x="9210" y="66235"/>
                </a:lnTo>
                <a:lnTo>
                  <a:pt x="9210" y="66285"/>
                </a:lnTo>
                <a:lnTo>
                  <a:pt x="9210" y="66733"/>
                </a:lnTo>
                <a:cubicBezTo>
                  <a:pt x="9210" y="66982"/>
                  <a:pt x="9260" y="67231"/>
                  <a:pt x="9285" y="67480"/>
                </a:cubicBezTo>
                <a:cubicBezTo>
                  <a:pt x="9285" y="67654"/>
                  <a:pt x="9309" y="67803"/>
                  <a:pt x="9309" y="67953"/>
                </a:cubicBezTo>
                <a:cubicBezTo>
                  <a:pt x="9309" y="68027"/>
                  <a:pt x="9309" y="68052"/>
                  <a:pt x="9334" y="68102"/>
                </a:cubicBezTo>
                <a:lnTo>
                  <a:pt x="9334" y="68301"/>
                </a:lnTo>
                <a:lnTo>
                  <a:pt x="9334" y="68326"/>
                </a:lnTo>
                <a:cubicBezTo>
                  <a:pt x="9334" y="68326"/>
                  <a:pt x="9334" y="68351"/>
                  <a:pt x="9309" y="68351"/>
                </a:cubicBezTo>
                <a:cubicBezTo>
                  <a:pt x="9309" y="68401"/>
                  <a:pt x="9285" y="68401"/>
                  <a:pt x="9285" y="68426"/>
                </a:cubicBezTo>
                <a:lnTo>
                  <a:pt x="9285" y="68326"/>
                </a:lnTo>
                <a:cubicBezTo>
                  <a:pt x="9260" y="68152"/>
                  <a:pt x="9260" y="67953"/>
                  <a:pt x="9210" y="67729"/>
                </a:cubicBezTo>
                <a:cubicBezTo>
                  <a:pt x="9185" y="67455"/>
                  <a:pt x="9185" y="67181"/>
                  <a:pt x="9160" y="66907"/>
                </a:cubicBezTo>
                <a:cubicBezTo>
                  <a:pt x="9160" y="66708"/>
                  <a:pt x="9135" y="66559"/>
                  <a:pt x="9135" y="66360"/>
                </a:cubicBezTo>
                <a:lnTo>
                  <a:pt x="9135" y="65364"/>
                </a:lnTo>
                <a:lnTo>
                  <a:pt x="9135" y="64966"/>
                </a:lnTo>
                <a:cubicBezTo>
                  <a:pt x="9135" y="64567"/>
                  <a:pt x="9160" y="64169"/>
                  <a:pt x="9185" y="63721"/>
                </a:cubicBezTo>
                <a:lnTo>
                  <a:pt x="9185" y="63547"/>
                </a:lnTo>
                <a:cubicBezTo>
                  <a:pt x="9260" y="62925"/>
                  <a:pt x="9309" y="62253"/>
                  <a:pt x="9434" y="61630"/>
                </a:cubicBezTo>
                <a:cubicBezTo>
                  <a:pt x="9459" y="61481"/>
                  <a:pt x="9509" y="61357"/>
                  <a:pt x="9509" y="61207"/>
                </a:cubicBezTo>
                <a:lnTo>
                  <a:pt x="9782" y="59714"/>
                </a:lnTo>
                <a:cubicBezTo>
                  <a:pt x="9832" y="59365"/>
                  <a:pt x="9932" y="58992"/>
                  <a:pt x="10031" y="58643"/>
                </a:cubicBezTo>
                <a:cubicBezTo>
                  <a:pt x="10081" y="58345"/>
                  <a:pt x="10181" y="58021"/>
                  <a:pt x="10280" y="57747"/>
                </a:cubicBezTo>
                <a:cubicBezTo>
                  <a:pt x="10430" y="57175"/>
                  <a:pt x="10579" y="56627"/>
                  <a:pt x="10778" y="56055"/>
                </a:cubicBezTo>
                <a:cubicBezTo>
                  <a:pt x="10803" y="55930"/>
                  <a:pt x="10878" y="55806"/>
                  <a:pt x="10902" y="55706"/>
                </a:cubicBezTo>
                <a:cubicBezTo>
                  <a:pt x="11077" y="55457"/>
                  <a:pt x="11201" y="55134"/>
                  <a:pt x="11326" y="54785"/>
                </a:cubicBezTo>
                <a:cubicBezTo>
                  <a:pt x="11346" y="54785"/>
                  <a:pt x="11385" y="54785"/>
                  <a:pt x="11397" y="54771"/>
                </a:cubicBezTo>
                <a:close/>
                <a:moveTo>
                  <a:pt x="34673" y="68077"/>
                </a:moveTo>
                <a:cubicBezTo>
                  <a:pt x="34723" y="68152"/>
                  <a:pt x="34848" y="68202"/>
                  <a:pt x="34972" y="68276"/>
                </a:cubicBezTo>
                <a:cubicBezTo>
                  <a:pt x="35022" y="68301"/>
                  <a:pt x="35072" y="68301"/>
                  <a:pt x="35097" y="68326"/>
                </a:cubicBezTo>
                <a:cubicBezTo>
                  <a:pt x="35192" y="68374"/>
                  <a:pt x="35284" y="68422"/>
                  <a:pt x="35375" y="68469"/>
                </a:cubicBezTo>
                <a:lnTo>
                  <a:pt x="35375" y="68469"/>
                </a:lnTo>
                <a:cubicBezTo>
                  <a:pt x="35209" y="68418"/>
                  <a:pt x="35066" y="68324"/>
                  <a:pt x="34922" y="68276"/>
                </a:cubicBezTo>
                <a:cubicBezTo>
                  <a:pt x="34823" y="68226"/>
                  <a:pt x="34723" y="68177"/>
                  <a:pt x="34649" y="68152"/>
                </a:cubicBezTo>
                <a:cubicBezTo>
                  <a:pt x="34649" y="68102"/>
                  <a:pt x="34673" y="68102"/>
                  <a:pt x="34673" y="68077"/>
                </a:cubicBezTo>
                <a:close/>
                <a:moveTo>
                  <a:pt x="52396" y="66409"/>
                </a:moveTo>
                <a:lnTo>
                  <a:pt x="52371" y="66434"/>
                </a:lnTo>
                <a:cubicBezTo>
                  <a:pt x="52371" y="66434"/>
                  <a:pt x="52371" y="66459"/>
                  <a:pt x="52346" y="66459"/>
                </a:cubicBezTo>
                <a:cubicBezTo>
                  <a:pt x="51624" y="66932"/>
                  <a:pt x="50654" y="67579"/>
                  <a:pt x="49733" y="68177"/>
                </a:cubicBezTo>
                <a:cubicBezTo>
                  <a:pt x="49583" y="68276"/>
                  <a:pt x="49459" y="68351"/>
                  <a:pt x="49260" y="68450"/>
                </a:cubicBezTo>
                <a:cubicBezTo>
                  <a:pt x="49225" y="68470"/>
                  <a:pt x="49189" y="68491"/>
                  <a:pt x="49152" y="68513"/>
                </a:cubicBezTo>
                <a:lnTo>
                  <a:pt x="49152" y="68513"/>
                </a:lnTo>
                <a:cubicBezTo>
                  <a:pt x="49157" y="68506"/>
                  <a:pt x="49160" y="68494"/>
                  <a:pt x="49160" y="68475"/>
                </a:cubicBezTo>
                <a:cubicBezTo>
                  <a:pt x="49758" y="68152"/>
                  <a:pt x="50355" y="67729"/>
                  <a:pt x="50927" y="67355"/>
                </a:cubicBezTo>
                <a:cubicBezTo>
                  <a:pt x="51151" y="67206"/>
                  <a:pt x="51375" y="67081"/>
                  <a:pt x="51624" y="66932"/>
                </a:cubicBezTo>
                <a:cubicBezTo>
                  <a:pt x="51649" y="66907"/>
                  <a:pt x="51674" y="66907"/>
                  <a:pt x="51724" y="66857"/>
                </a:cubicBezTo>
                <a:cubicBezTo>
                  <a:pt x="51923" y="66708"/>
                  <a:pt x="52172" y="66559"/>
                  <a:pt x="52396" y="66409"/>
                </a:cubicBezTo>
                <a:close/>
                <a:moveTo>
                  <a:pt x="17524" y="54014"/>
                </a:moveTo>
                <a:cubicBezTo>
                  <a:pt x="14362" y="58818"/>
                  <a:pt x="11674" y="63696"/>
                  <a:pt x="9583" y="68525"/>
                </a:cubicBezTo>
                <a:lnTo>
                  <a:pt x="9583" y="68450"/>
                </a:lnTo>
                <a:cubicBezTo>
                  <a:pt x="11649" y="63696"/>
                  <a:pt x="14288" y="58843"/>
                  <a:pt x="17474" y="54014"/>
                </a:cubicBezTo>
                <a:close/>
                <a:moveTo>
                  <a:pt x="51898" y="63945"/>
                </a:moveTo>
                <a:cubicBezTo>
                  <a:pt x="51873" y="63970"/>
                  <a:pt x="51873" y="63995"/>
                  <a:pt x="51848" y="64045"/>
                </a:cubicBezTo>
                <a:cubicBezTo>
                  <a:pt x="51799" y="64095"/>
                  <a:pt x="51774" y="64119"/>
                  <a:pt x="51774" y="64119"/>
                </a:cubicBezTo>
                <a:cubicBezTo>
                  <a:pt x="51774" y="64169"/>
                  <a:pt x="51749" y="64169"/>
                  <a:pt x="51749" y="64194"/>
                </a:cubicBezTo>
                <a:cubicBezTo>
                  <a:pt x="51301" y="64742"/>
                  <a:pt x="50902" y="65314"/>
                  <a:pt x="50529" y="65837"/>
                </a:cubicBezTo>
                <a:cubicBezTo>
                  <a:pt x="50479" y="65912"/>
                  <a:pt x="50430" y="65961"/>
                  <a:pt x="50380" y="66061"/>
                </a:cubicBezTo>
                <a:cubicBezTo>
                  <a:pt x="50255" y="66210"/>
                  <a:pt x="50156" y="66360"/>
                  <a:pt x="50056" y="66484"/>
                </a:cubicBezTo>
                <a:cubicBezTo>
                  <a:pt x="49758" y="66932"/>
                  <a:pt x="49533" y="67281"/>
                  <a:pt x="49160" y="67803"/>
                </a:cubicBezTo>
                <a:cubicBezTo>
                  <a:pt x="48986" y="68077"/>
                  <a:pt x="48787" y="68326"/>
                  <a:pt x="48613" y="68600"/>
                </a:cubicBezTo>
                <a:lnTo>
                  <a:pt x="48563" y="68600"/>
                </a:lnTo>
                <a:cubicBezTo>
                  <a:pt x="48575" y="68575"/>
                  <a:pt x="48581" y="68569"/>
                  <a:pt x="48578" y="68569"/>
                </a:cubicBezTo>
                <a:cubicBezTo>
                  <a:pt x="48575" y="68569"/>
                  <a:pt x="48563" y="68575"/>
                  <a:pt x="48538" y="68575"/>
                </a:cubicBezTo>
                <a:cubicBezTo>
                  <a:pt x="48986" y="67853"/>
                  <a:pt x="49583" y="66957"/>
                  <a:pt x="50280" y="65961"/>
                </a:cubicBezTo>
                <a:cubicBezTo>
                  <a:pt x="50753" y="65314"/>
                  <a:pt x="51226" y="64667"/>
                  <a:pt x="51724" y="64045"/>
                </a:cubicBezTo>
                <a:lnTo>
                  <a:pt x="51749" y="63995"/>
                </a:lnTo>
                <a:lnTo>
                  <a:pt x="51799" y="63945"/>
                </a:lnTo>
                <a:close/>
                <a:moveTo>
                  <a:pt x="20411" y="66683"/>
                </a:moveTo>
                <a:cubicBezTo>
                  <a:pt x="20610" y="67355"/>
                  <a:pt x="20859" y="67978"/>
                  <a:pt x="21158" y="68575"/>
                </a:cubicBezTo>
                <a:cubicBezTo>
                  <a:pt x="21158" y="68600"/>
                  <a:pt x="21133" y="68625"/>
                  <a:pt x="21133" y="68625"/>
                </a:cubicBezTo>
                <a:cubicBezTo>
                  <a:pt x="20835" y="68005"/>
                  <a:pt x="20587" y="67361"/>
                  <a:pt x="20389" y="66693"/>
                </a:cubicBezTo>
                <a:lnTo>
                  <a:pt x="20389" y="66693"/>
                </a:lnTo>
                <a:cubicBezTo>
                  <a:pt x="20392" y="66690"/>
                  <a:pt x="20398" y="66683"/>
                  <a:pt x="20411" y="66683"/>
                </a:cubicBezTo>
                <a:close/>
                <a:moveTo>
                  <a:pt x="22651" y="66409"/>
                </a:moveTo>
                <a:cubicBezTo>
                  <a:pt x="22228" y="67156"/>
                  <a:pt x="21780" y="67928"/>
                  <a:pt x="21382" y="68674"/>
                </a:cubicBezTo>
                <a:cubicBezTo>
                  <a:pt x="21382" y="68650"/>
                  <a:pt x="21357" y="68600"/>
                  <a:pt x="21357" y="68600"/>
                </a:cubicBezTo>
                <a:cubicBezTo>
                  <a:pt x="21755" y="67853"/>
                  <a:pt x="22153" y="67106"/>
                  <a:pt x="22601" y="66409"/>
                </a:cubicBezTo>
                <a:close/>
                <a:moveTo>
                  <a:pt x="53964" y="65837"/>
                </a:moveTo>
                <a:cubicBezTo>
                  <a:pt x="54113" y="65837"/>
                  <a:pt x="54288" y="65862"/>
                  <a:pt x="54487" y="65912"/>
                </a:cubicBezTo>
                <a:cubicBezTo>
                  <a:pt x="54512" y="65912"/>
                  <a:pt x="54537" y="65912"/>
                  <a:pt x="54586" y="65936"/>
                </a:cubicBezTo>
                <a:cubicBezTo>
                  <a:pt x="54761" y="65961"/>
                  <a:pt x="54960" y="66036"/>
                  <a:pt x="55134" y="66111"/>
                </a:cubicBezTo>
                <a:cubicBezTo>
                  <a:pt x="55159" y="66111"/>
                  <a:pt x="55209" y="66161"/>
                  <a:pt x="55234" y="66161"/>
                </a:cubicBezTo>
                <a:cubicBezTo>
                  <a:pt x="55458" y="66235"/>
                  <a:pt x="55706" y="66360"/>
                  <a:pt x="55955" y="66484"/>
                </a:cubicBezTo>
                <a:cubicBezTo>
                  <a:pt x="55980" y="66534"/>
                  <a:pt x="56005" y="66534"/>
                  <a:pt x="56055" y="66559"/>
                </a:cubicBezTo>
                <a:cubicBezTo>
                  <a:pt x="54885" y="67355"/>
                  <a:pt x="53765" y="68077"/>
                  <a:pt x="52620" y="68724"/>
                </a:cubicBezTo>
                <a:cubicBezTo>
                  <a:pt x="52620" y="68674"/>
                  <a:pt x="52595" y="68600"/>
                  <a:pt x="52595" y="68525"/>
                </a:cubicBezTo>
                <a:cubicBezTo>
                  <a:pt x="52595" y="68426"/>
                  <a:pt x="52570" y="68326"/>
                  <a:pt x="52570" y="68226"/>
                </a:cubicBezTo>
                <a:lnTo>
                  <a:pt x="52570" y="67978"/>
                </a:lnTo>
                <a:lnTo>
                  <a:pt x="52570" y="67729"/>
                </a:lnTo>
                <a:cubicBezTo>
                  <a:pt x="52595" y="67679"/>
                  <a:pt x="52595" y="67604"/>
                  <a:pt x="52595" y="67554"/>
                </a:cubicBezTo>
                <a:cubicBezTo>
                  <a:pt x="52595" y="67455"/>
                  <a:pt x="52595" y="67405"/>
                  <a:pt x="52620" y="67305"/>
                </a:cubicBezTo>
                <a:cubicBezTo>
                  <a:pt x="52620" y="67231"/>
                  <a:pt x="52645" y="67181"/>
                  <a:pt x="52645" y="67106"/>
                </a:cubicBezTo>
                <a:cubicBezTo>
                  <a:pt x="52645" y="67057"/>
                  <a:pt x="52670" y="66982"/>
                  <a:pt x="52670" y="66932"/>
                </a:cubicBezTo>
                <a:cubicBezTo>
                  <a:pt x="52720" y="66857"/>
                  <a:pt x="52720" y="66808"/>
                  <a:pt x="52744" y="66733"/>
                </a:cubicBezTo>
                <a:cubicBezTo>
                  <a:pt x="52769" y="66683"/>
                  <a:pt x="52769" y="66658"/>
                  <a:pt x="52794" y="66584"/>
                </a:cubicBezTo>
                <a:cubicBezTo>
                  <a:pt x="52844" y="66484"/>
                  <a:pt x="52894" y="66409"/>
                  <a:pt x="52968" y="66310"/>
                </a:cubicBezTo>
                <a:cubicBezTo>
                  <a:pt x="52993" y="66235"/>
                  <a:pt x="53043" y="66185"/>
                  <a:pt x="53118" y="66161"/>
                </a:cubicBezTo>
                <a:lnTo>
                  <a:pt x="53143" y="66111"/>
                </a:lnTo>
                <a:cubicBezTo>
                  <a:pt x="53168" y="66086"/>
                  <a:pt x="53217" y="66086"/>
                  <a:pt x="53217" y="66061"/>
                </a:cubicBezTo>
                <a:cubicBezTo>
                  <a:pt x="53292" y="65986"/>
                  <a:pt x="53392" y="65961"/>
                  <a:pt x="53516" y="65912"/>
                </a:cubicBezTo>
                <a:cubicBezTo>
                  <a:pt x="53641" y="65862"/>
                  <a:pt x="53790" y="65837"/>
                  <a:pt x="53964" y="65837"/>
                </a:cubicBezTo>
                <a:close/>
                <a:moveTo>
                  <a:pt x="49128" y="68527"/>
                </a:moveTo>
                <a:cubicBezTo>
                  <a:pt x="48990" y="68611"/>
                  <a:pt x="48844" y="68705"/>
                  <a:pt x="48712" y="68799"/>
                </a:cubicBezTo>
                <a:cubicBezTo>
                  <a:pt x="48712" y="68774"/>
                  <a:pt x="48737" y="68774"/>
                  <a:pt x="48737" y="68724"/>
                </a:cubicBezTo>
                <a:cubicBezTo>
                  <a:pt x="48860" y="68675"/>
                  <a:pt x="48982" y="68578"/>
                  <a:pt x="49128" y="68527"/>
                </a:cubicBezTo>
                <a:close/>
                <a:moveTo>
                  <a:pt x="52620" y="66484"/>
                </a:moveTo>
                <a:cubicBezTo>
                  <a:pt x="52595" y="66559"/>
                  <a:pt x="52595" y="66584"/>
                  <a:pt x="52570" y="66658"/>
                </a:cubicBezTo>
                <a:cubicBezTo>
                  <a:pt x="52570" y="66733"/>
                  <a:pt x="52520" y="66783"/>
                  <a:pt x="52496" y="66857"/>
                </a:cubicBezTo>
                <a:cubicBezTo>
                  <a:pt x="52471" y="66932"/>
                  <a:pt x="52471" y="67032"/>
                  <a:pt x="52471" y="67081"/>
                </a:cubicBezTo>
                <a:cubicBezTo>
                  <a:pt x="52471" y="67131"/>
                  <a:pt x="52446" y="67206"/>
                  <a:pt x="52446" y="67256"/>
                </a:cubicBezTo>
                <a:cubicBezTo>
                  <a:pt x="52446" y="67355"/>
                  <a:pt x="52446" y="67430"/>
                  <a:pt x="52396" y="67530"/>
                </a:cubicBezTo>
                <a:lnTo>
                  <a:pt x="52396" y="67729"/>
                </a:lnTo>
                <a:lnTo>
                  <a:pt x="52396" y="68002"/>
                </a:lnTo>
                <a:lnTo>
                  <a:pt x="52396" y="68276"/>
                </a:lnTo>
                <a:cubicBezTo>
                  <a:pt x="52396" y="68351"/>
                  <a:pt x="52446" y="68475"/>
                  <a:pt x="52446" y="68575"/>
                </a:cubicBezTo>
                <a:cubicBezTo>
                  <a:pt x="52446" y="68674"/>
                  <a:pt x="52471" y="68774"/>
                  <a:pt x="52471" y="68849"/>
                </a:cubicBezTo>
                <a:cubicBezTo>
                  <a:pt x="52446" y="68849"/>
                  <a:pt x="52446" y="68899"/>
                  <a:pt x="52396" y="68899"/>
                </a:cubicBezTo>
                <a:cubicBezTo>
                  <a:pt x="52371" y="68699"/>
                  <a:pt x="52371" y="68550"/>
                  <a:pt x="52346" y="68401"/>
                </a:cubicBezTo>
                <a:lnTo>
                  <a:pt x="52346" y="68301"/>
                </a:lnTo>
                <a:cubicBezTo>
                  <a:pt x="52346" y="68152"/>
                  <a:pt x="52321" y="67953"/>
                  <a:pt x="52321" y="67803"/>
                </a:cubicBezTo>
                <a:lnTo>
                  <a:pt x="52321" y="67729"/>
                </a:lnTo>
                <a:cubicBezTo>
                  <a:pt x="52321" y="67579"/>
                  <a:pt x="52321" y="67430"/>
                  <a:pt x="52346" y="67281"/>
                </a:cubicBezTo>
                <a:lnTo>
                  <a:pt x="52346" y="67231"/>
                </a:lnTo>
                <a:cubicBezTo>
                  <a:pt x="52371" y="66957"/>
                  <a:pt x="52446" y="66733"/>
                  <a:pt x="52520" y="66559"/>
                </a:cubicBezTo>
                <a:cubicBezTo>
                  <a:pt x="52570" y="66534"/>
                  <a:pt x="52595" y="66534"/>
                  <a:pt x="52620" y="66484"/>
                </a:cubicBezTo>
                <a:close/>
                <a:moveTo>
                  <a:pt x="21257" y="68799"/>
                </a:moveTo>
                <a:cubicBezTo>
                  <a:pt x="21257" y="68824"/>
                  <a:pt x="21282" y="68849"/>
                  <a:pt x="21282" y="68849"/>
                </a:cubicBezTo>
                <a:cubicBezTo>
                  <a:pt x="21282" y="68899"/>
                  <a:pt x="21257" y="68899"/>
                  <a:pt x="21257" y="68923"/>
                </a:cubicBezTo>
                <a:cubicBezTo>
                  <a:pt x="21257" y="68899"/>
                  <a:pt x="21232" y="68899"/>
                  <a:pt x="21232" y="68849"/>
                </a:cubicBezTo>
                <a:cubicBezTo>
                  <a:pt x="21232" y="68849"/>
                  <a:pt x="21232" y="68824"/>
                  <a:pt x="21257" y="68799"/>
                </a:cubicBezTo>
                <a:close/>
                <a:moveTo>
                  <a:pt x="48339" y="68948"/>
                </a:moveTo>
                <a:cubicBezTo>
                  <a:pt x="48339" y="68948"/>
                  <a:pt x="48339" y="68973"/>
                  <a:pt x="48289" y="68973"/>
                </a:cubicBezTo>
                <a:lnTo>
                  <a:pt x="48339" y="68948"/>
                </a:lnTo>
                <a:close/>
                <a:moveTo>
                  <a:pt x="9434" y="68774"/>
                </a:moveTo>
                <a:lnTo>
                  <a:pt x="9434" y="68824"/>
                </a:lnTo>
                <a:lnTo>
                  <a:pt x="9434" y="68899"/>
                </a:lnTo>
                <a:lnTo>
                  <a:pt x="9434" y="68948"/>
                </a:lnTo>
                <a:cubicBezTo>
                  <a:pt x="9434" y="68973"/>
                  <a:pt x="9409" y="68973"/>
                  <a:pt x="9409" y="68998"/>
                </a:cubicBezTo>
                <a:cubicBezTo>
                  <a:pt x="9409" y="68973"/>
                  <a:pt x="9409" y="68923"/>
                  <a:pt x="9384" y="68874"/>
                </a:cubicBezTo>
                <a:cubicBezTo>
                  <a:pt x="9384" y="68849"/>
                  <a:pt x="9409" y="68849"/>
                  <a:pt x="9409" y="68824"/>
                </a:cubicBezTo>
                <a:cubicBezTo>
                  <a:pt x="9409" y="68799"/>
                  <a:pt x="9434" y="68799"/>
                  <a:pt x="9434" y="68774"/>
                </a:cubicBezTo>
                <a:close/>
                <a:moveTo>
                  <a:pt x="48289" y="68973"/>
                </a:moveTo>
                <a:cubicBezTo>
                  <a:pt x="48289" y="69023"/>
                  <a:pt x="48289" y="69023"/>
                  <a:pt x="48264" y="69023"/>
                </a:cubicBezTo>
                <a:cubicBezTo>
                  <a:pt x="48264" y="68973"/>
                  <a:pt x="48289" y="68973"/>
                  <a:pt x="48289" y="68973"/>
                </a:cubicBezTo>
                <a:close/>
                <a:moveTo>
                  <a:pt x="56229" y="66683"/>
                </a:moveTo>
                <a:cubicBezTo>
                  <a:pt x="56254" y="66683"/>
                  <a:pt x="56254" y="66708"/>
                  <a:pt x="56304" y="66708"/>
                </a:cubicBezTo>
                <a:cubicBezTo>
                  <a:pt x="55084" y="67554"/>
                  <a:pt x="53889" y="68326"/>
                  <a:pt x="52695" y="69023"/>
                </a:cubicBezTo>
                <a:lnTo>
                  <a:pt x="52695" y="68948"/>
                </a:lnTo>
                <a:cubicBezTo>
                  <a:pt x="53865" y="68276"/>
                  <a:pt x="55059" y="67530"/>
                  <a:pt x="56229" y="66683"/>
                </a:cubicBezTo>
                <a:close/>
                <a:moveTo>
                  <a:pt x="52520" y="69048"/>
                </a:moveTo>
                <a:lnTo>
                  <a:pt x="52520" y="69098"/>
                </a:lnTo>
                <a:cubicBezTo>
                  <a:pt x="52496" y="69098"/>
                  <a:pt x="52471" y="69147"/>
                  <a:pt x="52471" y="69147"/>
                </a:cubicBezTo>
                <a:lnTo>
                  <a:pt x="52471" y="69073"/>
                </a:lnTo>
                <a:cubicBezTo>
                  <a:pt x="52496" y="69073"/>
                  <a:pt x="52496" y="69048"/>
                  <a:pt x="52520" y="69048"/>
                </a:cubicBezTo>
                <a:close/>
                <a:moveTo>
                  <a:pt x="2365" y="68799"/>
                </a:moveTo>
                <a:cubicBezTo>
                  <a:pt x="2365" y="68923"/>
                  <a:pt x="2340" y="69048"/>
                  <a:pt x="2340" y="69147"/>
                </a:cubicBezTo>
                <a:cubicBezTo>
                  <a:pt x="2315" y="69297"/>
                  <a:pt x="2290" y="69421"/>
                  <a:pt x="2215" y="69571"/>
                </a:cubicBezTo>
                <a:cubicBezTo>
                  <a:pt x="2215" y="69421"/>
                  <a:pt x="2240" y="69297"/>
                  <a:pt x="2290" y="69147"/>
                </a:cubicBezTo>
                <a:cubicBezTo>
                  <a:pt x="2315" y="69048"/>
                  <a:pt x="2340" y="68923"/>
                  <a:pt x="2365" y="68799"/>
                </a:cubicBezTo>
                <a:close/>
                <a:moveTo>
                  <a:pt x="89061" y="61108"/>
                </a:moveTo>
                <a:cubicBezTo>
                  <a:pt x="91475" y="62004"/>
                  <a:pt x="93964" y="62676"/>
                  <a:pt x="96478" y="63024"/>
                </a:cubicBezTo>
                <a:cubicBezTo>
                  <a:pt x="95682" y="65215"/>
                  <a:pt x="94636" y="67480"/>
                  <a:pt x="93292" y="69770"/>
                </a:cubicBezTo>
                <a:cubicBezTo>
                  <a:pt x="91301" y="67828"/>
                  <a:pt x="89085" y="65862"/>
                  <a:pt x="86820" y="64045"/>
                </a:cubicBezTo>
                <a:cubicBezTo>
                  <a:pt x="87592" y="63074"/>
                  <a:pt x="88339" y="62103"/>
                  <a:pt x="89061" y="61108"/>
                </a:cubicBezTo>
                <a:close/>
                <a:moveTo>
                  <a:pt x="31562" y="67181"/>
                </a:moveTo>
                <a:cubicBezTo>
                  <a:pt x="31587" y="67206"/>
                  <a:pt x="31587" y="67231"/>
                  <a:pt x="31612" y="67231"/>
                </a:cubicBezTo>
                <a:cubicBezTo>
                  <a:pt x="31861" y="67305"/>
                  <a:pt x="32110" y="67405"/>
                  <a:pt x="32359" y="67455"/>
                </a:cubicBezTo>
                <a:cubicBezTo>
                  <a:pt x="32483" y="67480"/>
                  <a:pt x="32608" y="67554"/>
                  <a:pt x="32707" y="67579"/>
                </a:cubicBezTo>
                <a:cubicBezTo>
                  <a:pt x="32931" y="67654"/>
                  <a:pt x="33105" y="67729"/>
                  <a:pt x="33329" y="67803"/>
                </a:cubicBezTo>
                <a:cubicBezTo>
                  <a:pt x="33454" y="67853"/>
                  <a:pt x="33578" y="67928"/>
                  <a:pt x="33728" y="67953"/>
                </a:cubicBezTo>
                <a:cubicBezTo>
                  <a:pt x="33852" y="67978"/>
                  <a:pt x="33952" y="68052"/>
                  <a:pt x="34076" y="68077"/>
                </a:cubicBezTo>
                <a:cubicBezTo>
                  <a:pt x="33703" y="68674"/>
                  <a:pt x="33354" y="69272"/>
                  <a:pt x="32981" y="69844"/>
                </a:cubicBezTo>
                <a:cubicBezTo>
                  <a:pt x="32359" y="69098"/>
                  <a:pt x="31861" y="68202"/>
                  <a:pt x="31562" y="67181"/>
                </a:cubicBezTo>
                <a:close/>
                <a:moveTo>
                  <a:pt x="96777" y="63074"/>
                </a:moveTo>
                <a:cubicBezTo>
                  <a:pt x="95931" y="65314"/>
                  <a:pt x="94810" y="67604"/>
                  <a:pt x="93466" y="69919"/>
                </a:cubicBezTo>
                <a:lnTo>
                  <a:pt x="93441" y="69894"/>
                </a:lnTo>
                <a:cubicBezTo>
                  <a:pt x="94786" y="67579"/>
                  <a:pt x="95881" y="65289"/>
                  <a:pt x="96702" y="63074"/>
                </a:cubicBezTo>
                <a:close/>
                <a:moveTo>
                  <a:pt x="49260" y="63746"/>
                </a:moveTo>
                <a:cubicBezTo>
                  <a:pt x="49957" y="63945"/>
                  <a:pt x="50529" y="64045"/>
                  <a:pt x="51002" y="64045"/>
                </a:cubicBezTo>
                <a:cubicBezTo>
                  <a:pt x="51201" y="64045"/>
                  <a:pt x="51351" y="64045"/>
                  <a:pt x="51500" y="63995"/>
                </a:cubicBezTo>
                <a:lnTo>
                  <a:pt x="51500" y="63995"/>
                </a:lnTo>
                <a:cubicBezTo>
                  <a:pt x="51251" y="64343"/>
                  <a:pt x="51002" y="64667"/>
                  <a:pt x="50753" y="64991"/>
                </a:cubicBezTo>
                <a:cubicBezTo>
                  <a:pt x="50629" y="65190"/>
                  <a:pt x="50504" y="65339"/>
                  <a:pt x="50380" y="65513"/>
                </a:cubicBezTo>
                <a:cubicBezTo>
                  <a:pt x="50330" y="65613"/>
                  <a:pt x="50255" y="65712"/>
                  <a:pt x="50206" y="65787"/>
                </a:cubicBezTo>
                <a:cubicBezTo>
                  <a:pt x="50131" y="65862"/>
                  <a:pt x="50031" y="65986"/>
                  <a:pt x="49982" y="66086"/>
                </a:cubicBezTo>
                <a:lnTo>
                  <a:pt x="49957" y="66111"/>
                </a:lnTo>
                <a:cubicBezTo>
                  <a:pt x="49857" y="66235"/>
                  <a:pt x="49782" y="66335"/>
                  <a:pt x="49708" y="66459"/>
                </a:cubicBezTo>
                <a:lnTo>
                  <a:pt x="49334" y="67032"/>
                </a:lnTo>
                <a:cubicBezTo>
                  <a:pt x="49235" y="67156"/>
                  <a:pt x="49160" y="67281"/>
                  <a:pt x="49085" y="67430"/>
                </a:cubicBezTo>
                <a:cubicBezTo>
                  <a:pt x="48762" y="67903"/>
                  <a:pt x="48463" y="68326"/>
                  <a:pt x="48164" y="68799"/>
                </a:cubicBezTo>
                <a:cubicBezTo>
                  <a:pt x="47891" y="68948"/>
                  <a:pt x="47642" y="69098"/>
                  <a:pt x="47393" y="69222"/>
                </a:cubicBezTo>
                <a:cubicBezTo>
                  <a:pt x="46845" y="69521"/>
                  <a:pt x="46397" y="69770"/>
                  <a:pt x="45999" y="69944"/>
                </a:cubicBezTo>
                <a:cubicBezTo>
                  <a:pt x="46795" y="67928"/>
                  <a:pt x="47916" y="65837"/>
                  <a:pt x="49260" y="63746"/>
                </a:cubicBezTo>
                <a:close/>
                <a:moveTo>
                  <a:pt x="56478" y="66808"/>
                </a:moveTo>
                <a:cubicBezTo>
                  <a:pt x="56528" y="66833"/>
                  <a:pt x="56603" y="66857"/>
                  <a:pt x="56702" y="66932"/>
                </a:cubicBezTo>
                <a:cubicBezTo>
                  <a:pt x="56727" y="66932"/>
                  <a:pt x="56727" y="66957"/>
                  <a:pt x="56752" y="66957"/>
                </a:cubicBezTo>
                <a:cubicBezTo>
                  <a:pt x="56652" y="67032"/>
                  <a:pt x="56578" y="67106"/>
                  <a:pt x="56478" y="67181"/>
                </a:cubicBezTo>
                <a:cubicBezTo>
                  <a:pt x="56254" y="67355"/>
                  <a:pt x="56030" y="67530"/>
                  <a:pt x="55831" y="67704"/>
                </a:cubicBezTo>
                <a:cubicBezTo>
                  <a:pt x="55731" y="67803"/>
                  <a:pt x="55607" y="67853"/>
                  <a:pt x="55507" y="67953"/>
                </a:cubicBezTo>
                <a:cubicBezTo>
                  <a:pt x="55234" y="68177"/>
                  <a:pt x="54910" y="68426"/>
                  <a:pt x="54636" y="68650"/>
                </a:cubicBezTo>
                <a:cubicBezTo>
                  <a:pt x="54412" y="68824"/>
                  <a:pt x="54163" y="68973"/>
                  <a:pt x="53964" y="69172"/>
                </a:cubicBezTo>
                <a:cubicBezTo>
                  <a:pt x="53889" y="69222"/>
                  <a:pt x="53790" y="69272"/>
                  <a:pt x="53740" y="69322"/>
                </a:cubicBezTo>
                <a:cubicBezTo>
                  <a:pt x="53466" y="69546"/>
                  <a:pt x="53168" y="69720"/>
                  <a:pt x="52894" y="69944"/>
                </a:cubicBezTo>
                <a:cubicBezTo>
                  <a:pt x="52894" y="69894"/>
                  <a:pt x="52869" y="69819"/>
                  <a:pt x="52869" y="69770"/>
                </a:cubicBezTo>
                <a:cubicBezTo>
                  <a:pt x="52819" y="69645"/>
                  <a:pt x="52769" y="69521"/>
                  <a:pt x="52744" y="69421"/>
                </a:cubicBezTo>
                <a:cubicBezTo>
                  <a:pt x="52744" y="69347"/>
                  <a:pt x="52720" y="69272"/>
                  <a:pt x="52720" y="69197"/>
                </a:cubicBezTo>
                <a:cubicBezTo>
                  <a:pt x="53964" y="68475"/>
                  <a:pt x="55234" y="67704"/>
                  <a:pt x="56478" y="66808"/>
                </a:cubicBezTo>
                <a:close/>
                <a:moveTo>
                  <a:pt x="86721" y="64169"/>
                </a:moveTo>
                <a:cubicBezTo>
                  <a:pt x="88986" y="65986"/>
                  <a:pt x="91201" y="67953"/>
                  <a:pt x="93192" y="69919"/>
                </a:cubicBezTo>
                <a:cubicBezTo>
                  <a:pt x="93192" y="69944"/>
                  <a:pt x="93168" y="69944"/>
                  <a:pt x="93168" y="69969"/>
                </a:cubicBezTo>
                <a:cubicBezTo>
                  <a:pt x="91176" y="68002"/>
                  <a:pt x="88961" y="66086"/>
                  <a:pt x="86671" y="64219"/>
                </a:cubicBezTo>
                <a:cubicBezTo>
                  <a:pt x="86696" y="64219"/>
                  <a:pt x="86696" y="64194"/>
                  <a:pt x="86721" y="64169"/>
                </a:cubicBezTo>
                <a:close/>
                <a:moveTo>
                  <a:pt x="52570" y="69297"/>
                </a:moveTo>
                <a:cubicBezTo>
                  <a:pt x="52570" y="69347"/>
                  <a:pt x="52595" y="69421"/>
                  <a:pt x="52595" y="69471"/>
                </a:cubicBezTo>
                <a:lnTo>
                  <a:pt x="52695" y="69844"/>
                </a:lnTo>
                <a:cubicBezTo>
                  <a:pt x="52695" y="69919"/>
                  <a:pt x="52720" y="69969"/>
                  <a:pt x="52720" y="70043"/>
                </a:cubicBezTo>
                <a:cubicBezTo>
                  <a:pt x="52695" y="70043"/>
                  <a:pt x="52695" y="70068"/>
                  <a:pt x="52645" y="70068"/>
                </a:cubicBezTo>
                <a:cubicBezTo>
                  <a:pt x="52620" y="69944"/>
                  <a:pt x="52595" y="69819"/>
                  <a:pt x="52570" y="69720"/>
                </a:cubicBezTo>
                <a:cubicBezTo>
                  <a:pt x="52570" y="69670"/>
                  <a:pt x="52520" y="69595"/>
                  <a:pt x="52520" y="69546"/>
                </a:cubicBezTo>
                <a:cubicBezTo>
                  <a:pt x="52496" y="69471"/>
                  <a:pt x="52496" y="69396"/>
                  <a:pt x="52496" y="69322"/>
                </a:cubicBezTo>
                <a:cubicBezTo>
                  <a:pt x="52520" y="69322"/>
                  <a:pt x="52520" y="69297"/>
                  <a:pt x="52570" y="69297"/>
                </a:cubicBezTo>
                <a:close/>
                <a:moveTo>
                  <a:pt x="34225" y="68177"/>
                </a:moveTo>
                <a:cubicBezTo>
                  <a:pt x="34275" y="68177"/>
                  <a:pt x="34275" y="68177"/>
                  <a:pt x="34300" y="68202"/>
                </a:cubicBezTo>
                <a:cubicBezTo>
                  <a:pt x="33902" y="68849"/>
                  <a:pt x="33528" y="69471"/>
                  <a:pt x="33155" y="70093"/>
                </a:cubicBezTo>
                <a:cubicBezTo>
                  <a:pt x="33155" y="70068"/>
                  <a:pt x="33105" y="70068"/>
                  <a:pt x="33105" y="70043"/>
                </a:cubicBezTo>
                <a:lnTo>
                  <a:pt x="34225" y="68177"/>
                </a:lnTo>
                <a:close/>
                <a:moveTo>
                  <a:pt x="31338" y="67156"/>
                </a:moveTo>
                <a:cubicBezTo>
                  <a:pt x="31687" y="68276"/>
                  <a:pt x="32184" y="69272"/>
                  <a:pt x="32906" y="70068"/>
                </a:cubicBezTo>
                <a:cubicBezTo>
                  <a:pt x="32906" y="70093"/>
                  <a:pt x="32856" y="70093"/>
                  <a:pt x="32856" y="70143"/>
                </a:cubicBezTo>
                <a:cubicBezTo>
                  <a:pt x="32159" y="69297"/>
                  <a:pt x="31612" y="68301"/>
                  <a:pt x="31288" y="67156"/>
                </a:cubicBezTo>
                <a:close/>
                <a:moveTo>
                  <a:pt x="49011" y="63696"/>
                </a:moveTo>
                <a:cubicBezTo>
                  <a:pt x="49036" y="63696"/>
                  <a:pt x="49036" y="63696"/>
                  <a:pt x="49061" y="63721"/>
                </a:cubicBezTo>
                <a:cubicBezTo>
                  <a:pt x="47667" y="65837"/>
                  <a:pt x="46547" y="68027"/>
                  <a:pt x="45700" y="70093"/>
                </a:cubicBezTo>
                <a:cubicBezTo>
                  <a:pt x="45675" y="70093"/>
                  <a:pt x="45650" y="70143"/>
                  <a:pt x="45626" y="70143"/>
                </a:cubicBezTo>
                <a:cubicBezTo>
                  <a:pt x="46497" y="68027"/>
                  <a:pt x="47617" y="65837"/>
                  <a:pt x="49011" y="63696"/>
                </a:cubicBezTo>
                <a:close/>
                <a:moveTo>
                  <a:pt x="47891" y="69172"/>
                </a:moveTo>
                <a:lnTo>
                  <a:pt x="47866" y="69197"/>
                </a:lnTo>
                <a:cubicBezTo>
                  <a:pt x="47741" y="69322"/>
                  <a:pt x="47617" y="69396"/>
                  <a:pt x="47492" y="69446"/>
                </a:cubicBezTo>
                <a:cubicBezTo>
                  <a:pt x="46995" y="69695"/>
                  <a:pt x="46547" y="69944"/>
                  <a:pt x="46148" y="70143"/>
                </a:cubicBezTo>
                <a:cubicBezTo>
                  <a:pt x="46621" y="69869"/>
                  <a:pt x="47119" y="69645"/>
                  <a:pt x="47592" y="69347"/>
                </a:cubicBezTo>
                <a:cubicBezTo>
                  <a:pt x="47592" y="69347"/>
                  <a:pt x="47617" y="69347"/>
                  <a:pt x="47617" y="69322"/>
                </a:cubicBezTo>
                <a:lnTo>
                  <a:pt x="47791" y="69222"/>
                </a:lnTo>
                <a:cubicBezTo>
                  <a:pt x="47816" y="69197"/>
                  <a:pt x="47866" y="69197"/>
                  <a:pt x="47891" y="69172"/>
                </a:cubicBezTo>
                <a:close/>
                <a:moveTo>
                  <a:pt x="56926" y="67057"/>
                </a:moveTo>
                <a:cubicBezTo>
                  <a:pt x="56951" y="67081"/>
                  <a:pt x="56951" y="67081"/>
                  <a:pt x="56976" y="67081"/>
                </a:cubicBezTo>
                <a:cubicBezTo>
                  <a:pt x="56926" y="67156"/>
                  <a:pt x="56851" y="67181"/>
                  <a:pt x="56802" y="67231"/>
                </a:cubicBezTo>
                <a:cubicBezTo>
                  <a:pt x="56354" y="67579"/>
                  <a:pt x="55881" y="67953"/>
                  <a:pt x="55458" y="68301"/>
                </a:cubicBezTo>
                <a:cubicBezTo>
                  <a:pt x="55234" y="68450"/>
                  <a:pt x="55010" y="68650"/>
                  <a:pt x="54810" y="68799"/>
                </a:cubicBezTo>
                <a:cubicBezTo>
                  <a:pt x="54188" y="69272"/>
                  <a:pt x="53566" y="69720"/>
                  <a:pt x="52944" y="70168"/>
                </a:cubicBezTo>
                <a:lnTo>
                  <a:pt x="52944" y="70143"/>
                </a:lnTo>
                <a:lnTo>
                  <a:pt x="52944" y="70093"/>
                </a:lnTo>
                <a:cubicBezTo>
                  <a:pt x="53118" y="69969"/>
                  <a:pt x="53292" y="69819"/>
                  <a:pt x="53491" y="69670"/>
                </a:cubicBezTo>
                <a:lnTo>
                  <a:pt x="53566" y="69595"/>
                </a:lnTo>
                <a:lnTo>
                  <a:pt x="54586" y="68849"/>
                </a:lnTo>
                <a:cubicBezTo>
                  <a:pt x="54636" y="68824"/>
                  <a:pt x="54711" y="68774"/>
                  <a:pt x="54761" y="68724"/>
                </a:cubicBezTo>
                <a:lnTo>
                  <a:pt x="54810" y="68724"/>
                </a:lnTo>
                <a:cubicBezTo>
                  <a:pt x="55059" y="68550"/>
                  <a:pt x="55283" y="68351"/>
                  <a:pt x="55557" y="68152"/>
                </a:cubicBezTo>
                <a:cubicBezTo>
                  <a:pt x="55582" y="68152"/>
                  <a:pt x="55582" y="68102"/>
                  <a:pt x="55607" y="68102"/>
                </a:cubicBezTo>
                <a:cubicBezTo>
                  <a:pt x="55706" y="68052"/>
                  <a:pt x="55781" y="67953"/>
                  <a:pt x="55881" y="67903"/>
                </a:cubicBezTo>
                <a:cubicBezTo>
                  <a:pt x="56005" y="67803"/>
                  <a:pt x="56179" y="67679"/>
                  <a:pt x="56304" y="67579"/>
                </a:cubicBezTo>
                <a:cubicBezTo>
                  <a:pt x="56453" y="67455"/>
                  <a:pt x="56603" y="67330"/>
                  <a:pt x="56727" y="67231"/>
                </a:cubicBezTo>
                <a:cubicBezTo>
                  <a:pt x="56752" y="67181"/>
                  <a:pt x="56851" y="67106"/>
                  <a:pt x="56926" y="67057"/>
                </a:cubicBezTo>
                <a:close/>
                <a:moveTo>
                  <a:pt x="77760" y="58021"/>
                </a:moveTo>
                <a:cubicBezTo>
                  <a:pt x="79975" y="59440"/>
                  <a:pt x="82265" y="61083"/>
                  <a:pt x="84580" y="62850"/>
                </a:cubicBezTo>
                <a:cubicBezTo>
                  <a:pt x="83361" y="65240"/>
                  <a:pt x="81767" y="67729"/>
                  <a:pt x="79876" y="70168"/>
                </a:cubicBezTo>
                <a:cubicBezTo>
                  <a:pt x="77362" y="68102"/>
                  <a:pt x="74922" y="65961"/>
                  <a:pt x="72782" y="63821"/>
                </a:cubicBezTo>
                <a:cubicBezTo>
                  <a:pt x="74524" y="61929"/>
                  <a:pt x="76192" y="59988"/>
                  <a:pt x="77760" y="58021"/>
                </a:cubicBezTo>
                <a:close/>
                <a:moveTo>
                  <a:pt x="93342" y="70068"/>
                </a:moveTo>
                <a:lnTo>
                  <a:pt x="93392" y="70093"/>
                </a:lnTo>
                <a:cubicBezTo>
                  <a:pt x="93392" y="70143"/>
                  <a:pt x="93342" y="70143"/>
                  <a:pt x="93342" y="70168"/>
                </a:cubicBezTo>
                <a:lnTo>
                  <a:pt x="93317" y="70143"/>
                </a:lnTo>
                <a:cubicBezTo>
                  <a:pt x="93317" y="70093"/>
                  <a:pt x="93342" y="70093"/>
                  <a:pt x="93342" y="70068"/>
                </a:cubicBezTo>
                <a:close/>
                <a:moveTo>
                  <a:pt x="48264" y="63447"/>
                </a:moveTo>
                <a:lnTo>
                  <a:pt x="48837" y="63622"/>
                </a:lnTo>
                <a:cubicBezTo>
                  <a:pt x="47393" y="65837"/>
                  <a:pt x="46248" y="68077"/>
                  <a:pt x="45377" y="70218"/>
                </a:cubicBezTo>
                <a:cubicBezTo>
                  <a:pt x="45227" y="69595"/>
                  <a:pt x="45003" y="68948"/>
                  <a:pt x="44680" y="68326"/>
                </a:cubicBezTo>
                <a:cubicBezTo>
                  <a:pt x="45178" y="67579"/>
                  <a:pt x="45675" y="66857"/>
                  <a:pt x="46223" y="66161"/>
                </a:cubicBezTo>
                <a:cubicBezTo>
                  <a:pt x="46372" y="65936"/>
                  <a:pt x="46547" y="65688"/>
                  <a:pt x="46746" y="65464"/>
                </a:cubicBezTo>
                <a:lnTo>
                  <a:pt x="47866" y="63970"/>
                </a:lnTo>
                <a:cubicBezTo>
                  <a:pt x="47965" y="63846"/>
                  <a:pt x="48040" y="63746"/>
                  <a:pt x="48115" y="63622"/>
                </a:cubicBezTo>
                <a:cubicBezTo>
                  <a:pt x="48140" y="63572"/>
                  <a:pt x="48214" y="63547"/>
                  <a:pt x="48239" y="63472"/>
                </a:cubicBezTo>
                <a:cubicBezTo>
                  <a:pt x="48239" y="63472"/>
                  <a:pt x="48239" y="63447"/>
                  <a:pt x="48264" y="63447"/>
                </a:cubicBezTo>
                <a:close/>
                <a:moveTo>
                  <a:pt x="52744" y="70218"/>
                </a:moveTo>
                <a:lnTo>
                  <a:pt x="52744" y="70268"/>
                </a:lnTo>
                <a:lnTo>
                  <a:pt x="52744" y="70292"/>
                </a:lnTo>
                <a:lnTo>
                  <a:pt x="52720" y="70292"/>
                </a:lnTo>
                <a:lnTo>
                  <a:pt x="52720" y="70268"/>
                </a:lnTo>
                <a:lnTo>
                  <a:pt x="52744" y="70218"/>
                </a:lnTo>
                <a:close/>
                <a:moveTo>
                  <a:pt x="84730" y="62925"/>
                </a:moveTo>
                <a:cubicBezTo>
                  <a:pt x="84754" y="62925"/>
                  <a:pt x="84754" y="62950"/>
                  <a:pt x="84804" y="62950"/>
                </a:cubicBezTo>
                <a:cubicBezTo>
                  <a:pt x="83560" y="65414"/>
                  <a:pt x="81967" y="67903"/>
                  <a:pt x="80075" y="70292"/>
                </a:cubicBezTo>
                <a:cubicBezTo>
                  <a:pt x="80025" y="70292"/>
                  <a:pt x="80025" y="70268"/>
                  <a:pt x="80000" y="70268"/>
                </a:cubicBezTo>
                <a:cubicBezTo>
                  <a:pt x="81892" y="67853"/>
                  <a:pt x="83485" y="65364"/>
                  <a:pt x="84730" y="62925"/>
                </a:cubicBezTo>
                <a:close/>
                <a:moveTo>
                  <a:pt x="44555" y="68475"/>
                </a:moveTo>
                <a:cubicBezTo>
                  <a:pt x="44854" y="69098"/>
                  <a:pt x="45053" y="69695"/>
                  <a:pt x="45227" y="70292"/>
                </a:cubicBezTo>
                <a:cubicBezTo>
                  <a:pt x="45178" y="70292"/>
                  <a:pt x="45178" y="70317"/>
                  <a:pt x="45153" y="70317"/>
                </a:cubicBezTo>
                <a:cubicBezTo>
                  <a:pt x="45003" y="69770"/>
                  <a:pt x="44804" y="69172"/>
                  <a:pt x="44530" y="68550"/>
                </a:cubicBezTo>
                <a:cubicBezTo>
                  <a:pt x="44530" y="68525"/>
                  <a:pt x="44555" y="68525"/>
                  <a:pt x="44555" y="68475"/>
                </a:cubicBezTo>
                <a:close/>
                <a:moveTo>
                  <a:pt x="72657" y="63945"/>
                </a:moveTo>
                <a:cubicBezTo>
                  <a:pt x="74798" y="66086"/>
                  <a:pt x="77237" y="68276"/>
                  <a:pt x="79751" y="70292"/>
                </a:cubicBezTo>
                <a:cubicBezTo>
                  <a:pt x="79751" y="70317"/>
                  <a:pt x="79726" y="70317"/>
                  <a:pt x="79726" y="70342"/>
                </a:cubicBezTo>
                <a:cubicBezTo>
                  <a:pt x="77188" y="68301"/>
                  <a:pt x="74773" y="66161"/>
                  <a:pt x="72632" y="63995"/>
                </a:cubicBezTo>
                <a:cubicBezTo>
                  <a:pt x="72632" y="63970"/>
                  <a:pt x="72657" y="63945"/>
                  <a:pt x="72657" y="63945"/>
                </a:cubicBezTo>
                <a:close/>
                <a:moveTo>
                  <a:pt x="17748" y="54014"/>
                </a:moveTo>
                <a:cubicBezTo>
                  <a:pt x="18893" y="54014"/>
                  <a:pt x="20062" y="54113"/>
                  <a:pt x="21282" y="54263"/>
                </a:cubicBezTo>
                <a:cubicBezTo>
                  <a:pt x="19739" y="58668"/>
                  <a:pt x="19241" y="62850"/>
                  <a:pt x="20062" y="66310"/>
                </a:cubicBezTo>
                <a:cubicBezTo>
                  <a:pt x="20013" y="66310"/>
                  <a:pt x="19988" y="66335"/>
                  <a:pt x="19913" y="66335"/>
                </a:cubicBezTo>
                <a:cubicBezTo>
                  <a:pt x="19589" y="66385"/>
                  <a:pt x="19241" y="66459"/>
                  <a:pt x="18917" y="66509"/>
                </a:cubicBezTo>
                <a:cubicBezTo>
                  <a:pt x="18594" y="66609"/>
                  <a:pt x="18245" y="66708"/>
                  <a:pt x="17922" y="66808"/>
                </a:cubicBezTo>
                <a:cubicBezTo>
                  <a:pt x="17623" y="66907"/>
                  <a:pt x="17299" y="66957"/>
                  <a:pt x="17001" y="67057"/>
                </a:cubicBezTo>
                <a:cubicBezTo>
                  <a:pt x="16652" y="67156"/>
                  <a:pt x="16354" y="67256"/>
                  <a:pt x="16005" y="67380"/>
                </a:cubicBezTo>
                <a:cubicBezTo>
                  <a:pt x="15682" y="67480"/>
                  <a:pt x="15383" y="67604"/>
                  <a:pt x="15084" y="67729"/>
                </a:cubicBezTo>
                <a:cubicBezTo>
                  <a:pt x="14785" y="67853"/>
                  <a:pt x="14462" y="68002"/>
                  <a:pt x="14163" y="68152"/>
                </a:cubicBezTo>
                <a:cubicBezTo>
                  <a:pt x="13840" y="68276"/>
                  <a:pt x="13541" y="68401"/>
                  <a:pt x="13267" y="68550"/>
                </a:cubicBezTo>
                <a:cubicBezTo>
                  <a:pt x="12968" y="68699"/>
                  <a:pt x="12670" y="68849"/>
                  <a:pt x="12396" y="69023"/>
                </a:cubicBezTo>
                <a:cubicBezTo>
                  <a:pt x="12072" y="69172"/>
                  <a:pt x="11799" y="69322"/>
                  <a:pt x="11475" y="69521"/>
                </a:cubicBezTo>
                <a:cubicBezTo>
                  <a:pt x="11201" y="69670"/>
                  <a:pt x="10952" y="69844"/>
                  <a:pt x="10678" y="70019"/>
                </a:cubicBezTo>
                <a:lnTo>
                  <a:pt x="9932" y="70467"/>
                </a:lnTo>
                <a:cubicBezTo>
                  <a:pt x="9907" y="70317"/>
                  <a:pt x="9857" y="70168"/>
                  <a:pt x="9832" y="69969"/>
                </a:cubicBezTo>
                <a:cubicBezTo>
                  <a:pt x="9782" y="69795"/>
                  <a:pt x="9757" y="69571"/>
                  <a:pt x="9683" y="69347"/>
                </a:cubicBezTo>
                <a:lnTo>
                  <a:pt x="9683" y="69247"/>
                </a:lnTo>
                <a:cubicBezTo>
                  <a:pt x="9658" y="69123"/>
                  <a:pt x="9658" y="68998"/>
                  <a:pt x="9633" y="68923"/>
                </a:cubicBezTo>
                <a:cubicBezTo>
                  <a:pt x="11699" y="63995"/>
                  <a:pt x="14437" y="58992"/>
                  <a:pt x="17748" y="54014"/>
                </a:cubicBezTo>
                <a:close/>
                <a:moveTo>
                  <a:pt x="79876" y="70417"/>
                </a:moveTo>
                <a:cubicBezTo>
                  <a:pt x="79901" y="70417"/>
                  <a:pt x="79950" y="70442"/>
                  <a:pt x="79950" y="70442"/>
                </a:cubicBezTo>
                <a:cubicBezTo>
                  <a:pt x="79950" y="70467"/>
                  <a:pt x="79901" y="70467"/>
                  <a:pt x="79901" y="70492"/>
                </a:cubicBezTo>
                <a:cubicBezTo>
                  <a:pt x="79876" y="70492"/>
                  <a:pt x="79876" y="70467"/>
                  <a:pt x="79851" y="70467"/>
                </a:cubicBezTo>
                <a:cubicBezTo>
                  <a:pt x="79851" y="70442"/>
                  <a:pt x="79876" y="70442"/>
                  <a:pt x="79876" y="70417"/>
                </a:cubicBezTo>
                <a:close/>
                <a:moveTo>
                  <a:pt x="33155" y="70442"/>
                </a:moveTo>
                <a:cubicBezTo>
                  <a:pt x="33180" y="70442"/>
                  <a:pt x="33205" y="70442"/>
                  <a:pt x="33205" y="70467"/>
                </a:cubicBezTo>
                <a:lnTo>
                  <a:pt x="33280" y="70467"/>
                </a:lnTo>
                <a:lnTo>
                  <a:pt x="33304" y="70516"/>
                </a:lnTo>
                <a:cubicBezTo>
                  <a:pt x="33280" y="70516"/>
                  <a:pt x="33205" y="70467"/>
                  <a:pt x="33180" y="70467"/>
                </a:cubicBezTo>
                <a:lnTo>
                  <a:pt x="33155" y="70442"/>
                </a:lnTo>
                <a:close/>
                <a:moveTo>
                  <a:pt x="9533" y="69197"/>
                </a:moveTo>
                <a:cubicBezTo>
                  <a:pt x="9533" y="69272"/>
                  <a:pt x="9558" y="69322"/>
                  <a:pt x="9558" y="69396"/>
                </a:cubicBezTo>
                <a:cubicBezTo>
                  <a:pt x="9558" y="69446"/>
                  <a:pt x="9583" y="69546"/>
                  <a:pt x="9583" y="69595"/>
                </a:cubicBezTo>
                <a:cubicBezTo>
                  <a:pt x="9658" y="69894"/>
                  <a:pt x="9708" y="70168"/>
                  <a:pt x="9782" y="70417"/>
                </a:cubicBezTo>
                <a:cubicBezTo>
                  <a:pt x="9782" y="70442"/>
                  <a:pt x="9807" y="70516"/>
                  <a:pt x="9807" y="70541"/>
                </a:cubicBezTo>
                <a:lnTo>
                  <a:pt x="9782" y="70566"/>
                </a:lnTo>
                <a:lnTo>
                  <a:pt x="9733" y="70591"/>
                </a:lnTo>
                <a:cubicBezTo>
                  <a:pt x="9733" y="70541"/>
                  <a:pt x="9708" y="70467"/>
                  <a:pt x="9708" y="70417"/>
                </a:cubicBezTo>
                <a:lnTo>
                  <a:pt x="9708" y="70392"/>
                </a:lnTo>
                <a:cubicBezTo>
                  <a:pt x="9633" y="70193"/>
                  <a:pt x="9558" y="69969"/>
                  <a:pt x="9533" y="69770"/>
                </a:cubicBezTo>
                <a:cubicBezTo>
                  <a:pt x="9509" y="69645"/>
                  <a:pt x="9459" y="69521"/>
                  <a:pt x="9459" y="69396"/>
                </a:cubicBezTo>
                <a:lnTo>
                  <a:pt x="9459" y="69322"/>
                </a:lnTo>
                <a:cubicBezTo>
                  <a:pt x="9459" y="69297"/>
                  <a:pt x="9484" y="69297"/>
                  <a:pt x="9484" y="69272"/>
                </a:cubicBezTo>
                <a:cubicBezTo>
                  <a:pt x="9484" y="69222"/>
                  <a:pt x="9484" y="69222"/>
                  <a:pt x="9533" y="69197"/>
                </a:cubicBezTo>
                <a:close/>
                <a:moveTo>
                  <a:pt x="84954" y="63074"/>
                </a:moveTo>
                <a:cubicBezTo>
                  <a:pt x="85377" y="63422"/>
                  <a:pt x="85825" y="63746"/>
                  <a:pt x="86223" y="64095"/>
                </a:cubicBezTo>
                <a:cubicBezTo>
                  <a:pt x="84431" y="66335"/>
                  <a:pt x="82564" y="68550"/>
                  <a:pt x="80573" y="70691"/>
                </a:cubicBezTo>
                <a:cubicBezTo>
                  <a:pt x="80448" y="70591"/>
                  <a:pt x="80349" y="70516"/>
                  <a:pt x="80224" y="70417"/>
                </a:cubicBezTo>
                <a:cubicBezTo>
                  <a:pt x="82116" y="68027"/>
                  <a:pt x="83709" y="65538"/>
                  <a:pt x="84954" y="63074"/>
                </a:cubicBezTo>
                <a:close/>
                <a:moveTo>
                  <a:pt x="20137" y="66484"/>
                </a:moveTo>
                <a:lnTo>
                  <a:pt x="20137" y="66534"/>
                </a:lnTo>
                <a:lnTo>
                  <a:pt x="20112" y="66559"/>
                </a:lnTo>
                <a:cubicBezTo>
                  <a:pt x="19714" y="66609"/>
                  <a:pt x="19291" y="66708"/>
                  <a:pt x="18893" y="66808"/>
                </a:cubicBezTo>
                <a:cubicBezTo>
                  <a:pt x="18594" y="66857"/>
                  <a:pt x="18295" y="66957"/>
                  <a:pt x="18021" y="67057"/>
                </a:cubicBezTo>
                <a:cubicBezTo>
                  <a:pt x="17673" y="67156"/>
                  <a:pt x="17299" y="67231"/>
                  <a:pt x="16976" y="67330"/>
                </a:cubicBezTo>
                <a:cubicBezTo>
                  <a:pt x="16652" y="67430"/>
                  <a:pt x="16354" y="67554"/>
                  <a:pt x="16030" y="67679"/>
                </a:cubicBezTo>
                <a:cubicBezTo>
                  <a:pt x="15731" y="67803"/>
                  <a:pt x="15408" y="67903"/>
                  <a:pt x="15109" y="68027"/>
                </a:cubicBezTo>
                <a:cubicBezTo>
                  <a:pt x="14785" y="68152"/>
                  <a:pt x="14512" y="68301"/>
                  <a:pt x="14188" y="68426"/>
                </a:cubicBezTo>
                <a:cubicBezTo>
                  <a:pt x="13889" y="68550"/>
                  <a:pt x="13566" y="68699"/>
                  <a:pt x="13267" y="68849"/>
                </a:cubicBezTo>
                <a:cubicBezTo>
                  <a:pt x="12993" y="68973"/>
                  <a:pt x="12744" y="69147"/>
                  <a:pt x="12446" y="69297"/>
                </a:cubicBezTo>
                <a:cubicBezTo>
                  <a:pt x="12147" y="69471"/>
                  <a:pt x="11799" y="69645"/>
                  <a:pt x="11500" y="69819"/>
                </a:cubicBezTo>
                <a:cubicBezTo>
                  <a:pt x="11251" y="69969"/>
                  <a:pt x="11027" y="70143"/>
                  <a:pt x="10803" y="70292"/>
                </a:cubicBezTo>
                <a:cubicBezTo>
                  <a:pt x="10529" y="70467"/>
                  <a:pt x="10255" y="70641"/>
                  <a:pt x="10006" y="70815"/>
                </a:cubicBezTo>
                <a:lnTo>
                  <a:pt x="10006" y="70765"/>
                </a:lnTo>
                <a:cubicBezTo>
                  <a:pt x="10206" y="70591"/>
                  <a:pt x="10454" y="70442"/>
                  <a:pt x="10678" y="70292"/>
                </a:cubicBezTo>
                <a:lnTo>
                  <a:pt x="11525" y="69720"/>
                </a:lnTo>
                <a:lnTo>
                  <a:pt x="12371" y="69272"/>
                </a:lnTo>
                <a:cubicBezTo>
                  <a:pt x="12670" y="69098"/>
                  <a:pt x="12993" y="68923"/>
                  <a:pt x="13292" y="68774"/>
                </a:cubicBezTo>
                <a:cubicBezTo>
                  <a:pt x="13541" y="68650"/>
                  <a:pt x="13815" y="68525"/>
                  <a:pt x="14113" y="68401"/>
                </a:cubicBezTo>
                <a:lnTo>
                  <a:pt x="15134" y="67928"/>
                </a:lnTo>
                <a:cubicBezTo>
                  <a:pt x="15383" y="67828"/>
                  <a:pt x="15657" y="67729"/>
                  <a:pt x="15906" y="67654"/>
                </a:cubicBezTo>
                <a:cubicBezTo>
                  <a:pt x="16279" y="67530"/>
                  <a:pt x="16652" y="67355"/>
                  <a:pt x="17026" y="67231"/>
                </a:cubicBezTo>
                <a:cubicBezTo>
                  <a:pt x="17275" y="67156"/>
                  <a:pt x="17524" y="67106"/>
                  <a:pt x="17797" y="67032"/>
                </a:cubicBezTo>
                <a:cubicBezTo>
                  <a:pt x="18171" y="66907"/>
                  <a:pt x="18594" y="66808"/>
                  <a:pt x="18967" y="66708"/>
                </a:cubicBezTo>
                <a:cubicBezTo>
                  <a:pt x="19241" y="66658"/>
                  <a:pt x="19515" y="66609"/>
                  <a:pt x="19789" y="66559"/>
                </a:cubicBezTo>
                <a:cubicBezTo>
                  <a:pt x="19913" y="66534"/>
                  <a:pt x="20013" y="66534"/>
                  <a:pt x="20137" y="66484"/>
                </a:cubicBezTo>
                <a:close/>
                <a:moveTo>
                  <a:pt x="24941" y="66285"/>
                </a:moveTo>
                <a:cubicBezTo>
                  <a:pt x="26808" y="66285"/>
                  <a:pt x="28625" y="66484"/>
                  <a:pt x="30367" y="66907"/>
                </a:cubicBezTo>
                <a:cubicBezTo>
                  <a:pt x="30417" y="66907"/>
                  <a:pt x="30442" y="66932"/>
                  <a:pt x="30467" y="66932"/>
                </a:cubicBezTo>
                <a:cubicBezTo>
                  <a:pt x="30691" y="66982"/>
                  <a:pt x="30865" y="67032"/>
                  <a:pt x="31089" y="67081"/>
                </a:cubicBezTo>
                <a:cubicBezTo>
                  <a:pt x="31413" y="68276"/>
                  <a:pt x="31935" y="69297"/>
                  <a:pt x="32657" y="70143"/>
                </a:cubicBezTo>
                <a:lnTo>
                  <a:pt x="32608" y="70143"/>
                </a:lnTo>
                <a:cubicBezTo>
                  <a:pt x="32533" y="70093"/>
                  <a:pt x="32408" y="70093"/>
                  <a:pt x="32309" y="70068"/>
                </a:cubicBezTo>
                <a:cubicBezTo>
                  <a:pt x="31935" y="70019"/>
                  <a:pt x="31562" y="69969"/>
                  <a:pt x="31164" y="69944"/>
                </a:cubicBezTo>
                <a:cubicBezTo>
                  <a:pt x="31039" y="69944"/>
                  <a:pt x="30915" y="69919"/>
                  <a:pt x="30815" y="69919"/>
                </a:cubicBezTo>
                <a:cubicBezTo>
                  <a:pt x="30318" y="69894"/>
                  <a:pt x="29845" y="69844"/>
                  <a:pt x="29347" y="69844"/>
                </a:cubicBezTo>
                <a:cubicBezTo>
                  <a:pt x="28973" y="69844"/>
                  <a:pt x="28625" y="69844"/>
                  <a:pt x="28252" y="69894"/>
                </a:cubicBezTo>
                <a:cubicBezTo>
                  <a:pt x="28102" y="69894"/>
                  <a:pt x="27928" y="69919"/>
                  <a:pt x="27754" y="69919"/>
                </a:cubicBezTo>
                <a:cubicBezTo>
                  <a:pt x="27580" y="69919"/>
                  <a:pt x="27380" y="69944"/>
                  <a:pt x="27181" y="69944"/>
                </a:cubicBezTo>
                <a:lnTo>
                  <a:pt x="26509" y="70043"/>
                </a:lnTo>
                <a:cubicBezTo>
                  <a:pt x="26360" y="70068"/>
                  <a:pt x="26211" y="70068"/>
                  <a:pt x="26086" y="70093"/>
                </a:cubicBezTo>
                <a:cubicBezTo>
                  <a:pt x="25837" y="70143"/>
                  <a:pt x="25613" y="70193"/>
                  <a:pt x="25364" y="70218"/>
                </a:cubicBezTo>
                <a:cubicBezTo>
                  <a:pt x="25240" y="70268"/>
                  <a:pt x="25115" y="70268"/>
                  <a:pt x="24991" y="70292"/>
                </a:cubicBezTo>
                <a:lnTo>
                  <a:pt x="24244" y="70467"/>
                </a:lnTo>
                <a:cubicBezTo>
                  <a:pt x="24145" y="70492"/>
                  <a:pt x="24020" y="70541"/>
                  <a:pt x="23945" y="70541"/>
                </a:cubicBezTo>
                <a:cubicBezTo>
                  <a:pt x="23697" y="70591"/>
                  <a:pt x="23448" y="70691"/>
                  <a:pt x="23199" y="70740"/>
                </a:cubicBezTo>
                <a:cubicBezTo>
                  <a:pt x="23124" y="70790"/>
                  <a:pt x="23074" y="70790"/>
                  <a:pt x="23000" y="70815"/>
                </a:cubicBezTo>
                <a:cubicBezTo>
                  <a:pt x="22352" y="70218"/>
                  <a:pt x="21879" y="69571"/>
                  <a:pt x="21506" y="68849"/>
                </a:cubicBezTo>
                <a:cubicBezTo>
                  <a:pt x="21954" y="68027"/>
                  <a:pt x="22402" y="67181"/>
                  <a:pt x="22900" y="66360"/>
                </a:cubicBezTo>
                <a:lnTo>
                  <a:pt x="22950" y="66360"/>
                </a:lnTo>
                <a:cubicBezTo>
                  <a:pt x="23597" y="66310"/>
                  <a:pt x="24269" y="66285"/>
                  <a:pt x="24941" y="66285"/>
                </a:cubicBezTo>
                <a:close/>
                <a:moveTo>
                  <a:pt x="9807" y="70790"/>
                </a:moveTo>
                <a:lnTo>
                  <a:pt x="9807" y="70815"/>
                </a:lnTo>
                <a:lnTo>
                  <a:pt x="9807" y="70840"/>
                </a:lnTo>
                <a:lnTo>
                  <a:pt x="9757" y="70840"/>
                </a:lnTo>
                <a:lnTo>
                  <a:pt x="9757" y="70815"/>
                </a:lnTo>
                <a:lnTo>
                  <a:pt x="9782" y="70815"/>
                </a:lnTo>
                <a:cubicBezTo>
                  <a:pt x="9807" y="70815"/>
                  <a:pt x="9807" y="70790"/>
                  <a:pt x="9807" y="70790"/>
                </a:cubicBezTo>
                <a:close/>
                <a:moveTo>
                  <a:pt x="80100" y="70566"/>
                </a:moveTo>
                <a:cubicBezTo>
                  <a:pt x="80199" y="70666"/>
                  <a:pt x="80324" y="70765"/>
                  <a:pt x="80398" y="70815"/>
                </a:cubicBezTo>
                <a:lnTo>
                  <a:pt x="80374" y="70840"/>
                </a:lnTo>
                <a:cubicBezTo>
                  <a:pt x="80274" y="70765"/>
                  <a:pt x="80150" y="70666"/>
                  <a:pt x="80075" y="70591"/>
                </a:cubicBezTo>
                <a:lnTo>
                  <a:pt x="80100" y="70566"/>
                </a:lnTo>
                <a:close/>
                <a:moveTo>
                  <a:pt x="86347" y="64219"/>
                </a:moveTo>
                <a:cubicBezTo>
                  <a:pt x="86372" y="64219"/>
                  <a:pt x="86372" y="64244"/>
                  <a:pt x="86422" y="64244"/>
                </a:cubicBezTo>
                <a:cubicBezTo>
                  <a:pt x="84630" y="66484"/>
                  <a:pt x="82738" y="68699"/>
                  <a:pt x="80747" y="70840"/>
                </a:cubicBezTo>
                <a:cubicBezTo>
                  <a:pt x="80722" y="70840"/>
                  <a:pt x="80722" y="70815"/>
                  <a:pt x="80697" y="70815"/>
                </a:cubicBezTo>
                <a:cubicBezTo>
                  <a:pt x="82688" y="68674"/>
                  <a:pt x="84580" y="66459"/>
                  <a:pt x="86347" y="64219"/>
                </a:cubicBezTo>
                <a:close/>
                <a:moveTo>
                  <a:pt x="21382" y="69073"/>
                </a:moveTo>
                <a:cubicBezTo>
                  <a:pt x="21753" y="69716"/>
                  <a:pt x="22197" y="70334"/>
                  <a:pt x="22692" y="70904"/>
                </a:cubicBezTo>
                <a:lnTo>
                  <a:pt x="22692" y="70904"/>
                </a:lnTo>
                <a:cubicBezTo>
                  <a:pt x="22690" y="70904"/>
                  <a:pt x="22689" y="70904"/>
                  <a:pt x="22687" y="70904"/>
                </a:cubicBezTo>
                <a:cubicBezTo>
                  <a:pt x="22670" y="70904"/>
                  <a:pt x="22643" y="70915"/>
                  <a:pt x="22626" y="70915"/>
                </a:cubicBezTo>
                <a:cubicBezTo>
                  <a:pt x="22128" y="70392"/>
                  <a:pt x="21730" y="69795"/>
                  <a:pt x="21357" y="69147"/>
                </a:cubicBezTo>
                <a:cubicBezTo>
                  <a:pt x="21357" y="69098"/>
                  <a:pt x="21382" y="69098"/>
                  <a:pt x="21382" y="69073"/>
                </a:cubicBezTo>
                <a:close/>
                <a:moveTo>
                  <a:pt x="80573" y="70940"/>
                </a:moveTo>
                <a:cubicBezTo>
                  <a:pt x="80598" y="70940"/>
                  <a:pt x="80598" y="70964"/>
                  <a:pt x="80622" y="70964"/>
                </a:cubicBezTo>
                <a:lnTo>
                  <a:pt x="80598" y="71014"/>
                </a:lnTo>
                <a:cubicBezTo>
                  <a:pt x="80573" y="71014"/>
                  <a:pt x="80573" y="70964"/>
                  <a:pt x="80523" y="70964"/>
                </a:cubicBezTo>
                <a:lnTo>
                  <a:pt x="80573" y="70940"/>
                </a:lnTo>
                <a:close/>
                <a:moveTo>
                  <a:pt x="29297" y="70068"/>
                </a:moveTo>
                <a:cubicBezTo>
                  <a:pt x="29795" y="70068"/>
                  <a:pt x="30293" y="70093"/>
                  <a:pt x="30790" y="70143"/>
                </a:cubicBezTo>
                <a:cubicBezTo>
                  <a:pt x="30915" y="70143"/>
                  <a:pt x="31039" y="70168"/>
                  <a:pt x="31164" y="70168"/>
                </a:cubicBezTo>
                <a:cubicBezTo>
                  <a:pt x="31562" y="70193"/>
                  <a:pt x="31935" y="70268"/>
                  <a:pt x="32334" y="70317"/>
                </a:cubicBezTo>
                <a:cubicBezTo>
                  <a:pt x="32433" y="70342"/>
                  <a:pt x="32533" y="70342"/>
                  <a:pt x="32608" y="70392"/>
                </a:cubicBezTo>
                <a:cubicBezTo>
                  <a:pt x="32637" y="70347"/>
                  <a:pt x="32658" y="70338"/>
                  <a:pt x="32676" y="70338"/>
                </a:cubicBezTo>
                <a:cubicBezTo>
                  <a:pt x="32687" y="70338"/>
                  <a:pt x="32697" y="70342"/>
                  <a:pt x="32707" y="70342"/>
                </a:cubicBezTo>
                <a:cubicBezTo>
                  <a:pt x="32682" y="70392"/>
                  <a:pt x="32682" y="70392"/>
                  <a:pt x="32682" y="70417"/>
                </a:cubicBezTo>
                <a:cubicBezTo>
                  <a:pt x="32234" y="70317"/>
                  <a:pt x="31786" y="70268"/>
                  <a:pt x="31313" y="70218"/>
                </a:cubicBezTo>
                <a:cubicBezTo>
                  <a:pt x="31164" y="70218"/>
                  <a:pt x="31039" y="70193"/>
                  <a:pt x="30865" y="70193"/>
                </a:cubicBezTo>
                <a:cubicBezTo>
                  <a:pt x="30342" y="70168"/>
                  <a:pt x="29820" y="70143"/>
                  <a:pt x="29247" y="70143"/>
                </a:cubicBezTo>
                <a:lnTo>
                  <a:pt x="29197" y="70143"/>
                </a:lnTo>
                <a:cubicBezTo>
                  <a:pt x="28849" y="70143"/>
                  <a:pt x="28500" y="70143"/>
                  <a:pt x="28202" y="70168"/>
                </a:cubicBezTo>
                <a:cubicBezTo>
                  <a:pt x="27953" y="70168"/>
                  <a:pt x="27679" y="70193"/>
                  <a:pt x="27430" y="70218"/>
                </a:cubicBezTo>
                <a:cubicBezTo>
                  <a:pt x="27331" y="70218"/>
                  <a:pt x="27231" y="70218"/>
                  <a:pt x="27131" y="70268"/>
                </a:cubicBezTo>
                <a:cubicBezTo>
                  <a:pt x="26833" y="70292"/>
                  <a:pt x="26484" y="70317"/>
                  <a:pt x="26186" y="70392"/>
                </a:cubicBezTo>
                <a:lnTo>
                  <a:pt x="26061" y="70392"/>
                </a:lnTo>
                <a:cubicBezTo>
                  <a:pt x="25713" y="70442"/>
                  <a:pt x="25339" y="70516"/>
                  <a:pt x="24991" y="70566"/>
                </a:cubicBezTo>
                <a:cubicBezTo>
                  <a:pt x="24369" y="70691"/>
                  <a:pt x="23746" y="70840"/>
                  <a:pt x="23124" y="71039"/>
                </a:cubicBezTo>
                <a:lnTo>
                  <a:pt x="23099" y="71014"/>
                </a:lnTo>
                <a:lnTo>
                  <a:pt x="23074" y="70964"/>
                </a:lnTo>
                <a:cubicBezTo>
                  <a:pt x="23348" y="70890"/>
                  <a:pt x="23622" y="70815"/>
                  <a:pt x="23896" y="70716"/>
                </a:cubicBezTo>
                <a:cubicBezTo>
                  <a:pt x="23970" y="70716"/>
                  <a:pt x="23995" y="70691"/>
                  <a:pt x="24070" y="70691"/>
                </a:cubicBezTo>
                <a:cubicBezTo>
                  <a:pt x="24369" y="70641"/>
                  <a:pt x="24692" y="70541"/>
                  <a:pt x="24966" y="70467"/>
                </a:cubicBezTo>
                <a:cubicBezTo>
                  <a:pt x="25016" y="70467"/>
                  <a:pt x="25090" y="70442"/>
                  <a:pt x="25140" y="70442"/>
                </a:cubicBezTo>
                <a:cubicBezTo>
                  <a:pt x="25439" y="70392"/>
                  <a:pt x="25738" y="70317"/>
                  <a:pt x="26011" y="70292"/>
                </a:cubicBezTo>
                <a:cubicBezTo>
                  <a:pt x="26111" y="70268"/>
                  <a:pt x="26235" y="70268"/>
                  <a:pt x="26335" y="70268"/>
                </a:cubicBezTo>
                <a:cubicBezTo>
                  <a:pt x="26584" y="70218"/>
                  <a:pt x="26833" y="70193"/>
                  <a:pt x="27107" y="70168"/>
                </a:cubicBezTo>
                <a:cubicBezTo>
                  <a:pt x="27306" y="70143"/>
                  <a:pt x="27455" y="70143"/>
                  <a:pt x="27629" y="70143"/>
                </a:cubicBezTo>
                <a:cubicBezTo>
                  <a:pt x="27828" y="70143"/>
                  <a:pt x="28003" y="70093"/>
                  <a:pt x="28202" y="70093"/>
                </a:cubicBezTo>
                <a:cubicBezTo>
                  <a:pt x="28575" y="70068"/>
                  <a:pt x="28924" y="70068"/>
                  <a:pt x="29297" y="70068"/>
                </a:cubicBezTo>
                <a:close/>
                <a:moveTo>
                  <a:pt x="22891" y="71070"/>
                </a:moveTo>
                <a:cubicBezTo>
                  <a:pt x="22888" y="71070"/>
                  <a:pt x="22888" y="71077"/>
                  <a:pt x="22900" y="71089"/>
                </a:cubicBezTo>
                <a:cubicBezTo>
                  <a:pt x="22896" y="71082"/>
                  <a:pt x="22893" y="71076"/>
                  <a:pt x="22891" y="71070"/>
                </a:cubicBezTo>
                <a:close/>
                <a:moveTo>
                  <a:pt x="45377" y="70840"/>
                </a:moveTo>
                <a:cubicBezTo>
                  <a:pt x="45377" y="70890"/>
                  <a:pt x="45377" y="70940"/>
                  <a:pt x="45402" y="70964"/>
                </a:cubicBezTo>
                <a:cubicBezTo>
                  <a:pt x="45402" y="71014"/>
                  <a:pt x="45377" y="71064"/>
                  <a:pt x="45377" y="71089"/>
                </a:cubicBezTo>
                <a:cubicBezTo>
                  <a:pt x="45377" y="71064"/>
                  <a:pt x="45377" y="71014"/>
                  <a:pt x="45352" y="70964"/>
                </a:cubicBezTo>
                <a:cubicBezTo>
                  <a:pt x="45352" y="70915"/>
                  <a:pt x="45352" y="70890"/>
                  <a:pt x="45377" y="70840"/>
                </a:cubicBezTo>
                <a:close/>
                <a:moveTo>
                  <a:pt x="22850" y="71039"/>
                </a:moveTo>
                <a:cubicBezTo>
                  <a:pt x="22871" y="71039"/>
                  <a:pt x="22875" y="71039"/>
                  <a:pt x="22891" y="71070"/>
                </a:cubicBezTo>
                <a:lnTo>
                  <a:pt x="22891" y="71070"/>
                </a:lnTo>
                <a:cubicBezTo>
                  <a:pt x="22891" y="71070"/>
                  <a:pt x="22891" y="71070"/>
                  <a:pt x="22891" y="71070"/>
                </a:cubicBezTo>
                <a:cubicBezTo>
                  <a:pt x="22894" y="71070"/>
                  <a:pt x="22900" y="71076"/>
                  <a:pt x="22900" y="71089"/>
                </a:cubicBezTo>
                <a:cubicBezTo>
                  <a:pt x="22875" y="71089"/>
                  <a:pt x="22850" y="71089"/>
                  <a:pt x="22850" y="71139"/>
                </a:cubicBezTo>
                <a:lnTo>
                  <a:pt x="22825" y="71089"/>
                </a:lnTo>
                <a:cubicBezTo>
                  <a:pt x="22825" y="71089"/>
                  <a:pt x="22776" y="71089"/>
                  <a:pt x="22776" y="71064"/>
                </a:cubicBezTo>
                <a:cubicBezTo>
                  <a:pt x="22825" y="71064"/>
                  <a:pt x="22825" y="71064"/>
                  <a:pt x="22825" y="71039"/>
                </a:cubicBezTo>
                <a:close/>
                <a:moveTo>
                  <a:pt x="96926" y="63099"/>
                </a:moveTo>
                <a:cubicBezTo>
                  <a:pt x="98071" y="63248"/>
                  <a:pt x="99191" y="63348"/>
                  <a:pt x="100311" y="63373"/>
                </a:cubicBezTo>
                <a:cubicBezTo>
                  <a:pt x="98569" y="65986"/>
                  <a:pt x="96677" y="68575"/>
                  <a:pt x="94661" y="71139"/>
                </a:cubicBezTo>
                <a:cubicBezTo>
                  <a:pt x="94313" y="70765"/>
                  <a:pt x="93964" y="70417"/>
                  <a:pt x="93591" y="70068"/>
                </a:cubicBezTo>
                <a:cubicBezTo>
                  <a:pt x="94960" y="67729"/>
                  <a:pt x="96080" y="65364"/>
                  <a:pt x="96926" y="63099"/>
                </a:cubicBezTo>
                <a:close/>
                <a:moveTo>
                  <a:pt x="38905" y="61829"/>
                </a:moveTo>
                <a:cubicBezTo>
                  <a:pt x="39552" y="62377"/>
                  <a:pt x="40174" y="62950"/>
                  <a:pt x="40772" y="63547"/>
                </a:cubicBezTo>
                <a:cubicBezTo>
                  <a:pt x="40324" y="64792"/>
                  <a:pt x="40025" y="65986"/>
                  <a:pt x="39826" y="67181"/>
                </a:cubicBezTo>
                <a:cubicBezTo>
                  <a:pt x="39801" y="67281"/>
                  <a:pt x="39801" y="67380"/>
                  <a:pt x="39776" y="67480"/>
                </a:cubicBezTo>
                <a:lnTo>
                  <a:pt x="39776" y="67579"/>
                </a:lnTo>
                <a:cubicBezTo>
                  <a:pt x="39751" y="67704"/>
                  <a:pt x="39751" y="67828"/>
                  <a:pt x="39751" y="67953"/>
                </a:cubicBezTo>
                <a:cubicBezTo>
                  <a:pt x="39751" y="68077"/>
                  <a:pt x="39701" y="68226"/>
                  <a:pt x="39701" y="68351"/>
                </a:cubicBezTo>
                <a:cubicBezTo>
                  <a:pt x="39677" y="68575"/>
                  <a:pt x="39677" y="68799"/>
                  <a:pt x="39677" y="69023"/>
                </a:cubicBezTo>
                <a:lnTo>
                  <a:pt x="39677" y="69098"/>
                </a:lnTo>
                <a:lnTo>
                  <a:pt x="39677" y="69197"/>
                </a:lnTo>
                <a:lnTo>
                  <a:pt x="39677" y="69695"/>
                </a:lnTo>
                <a:cubicBezTo>
                  <a:pt x="39677" y="69844"/>
                  <a:pt x="39677" y="70043"/>
                  <a:pt x="39701" y="70193"/>
                </a:cubicBezTo>
                <a:cubicBezTo>
                  <a:pt x="39701" y="70292"/>
                  <a:pt x="39701" y="70392"/>
                  <a:pt x="39751" y="70442"/>
                </a:cubicBezTo>
                <a:lnTo>
                  <a:pt x="39751" y="70566"/>
                </a:lnTo>
                <a:lnTo>
                  <a:pt x="39751" y="70591"/>
                </a:lnTo>
                <a:cubicBezTo>
                  <a:pt x="39776" y="70765"/>
                  <a:pt x="39776" y="70890"/>
                  <a:pt x="39801" y="71039"/>
                </a:cubicBezTo>
                <a:cubicBezTo>
                  <a:pt x="39801" y="71089"/>
                  <a:pt x="39826" y="71164"/>
                  <a:pt x="39826" y="71213"/>
                </a:cubicBezTo>
                <a:lnTo>
                  <a:pt x="39776" y="71164"/>
                </a:lnTo>
                <a:lnTo>
                  <a:pt x="39776" y="71188"/>
                </a:lnTo>
                <a:lnTo>
                  <a:pt x="39701" y="71139"/>
                </a:lnTo>
                <a:cubicBezTo>
                  <a:pt x="39627" y="71039"/>
                  <a:pt x="39502" y="70940"/>
                  <a:pt x="39403" y="70840"/>
                </a:cubicBezTo>
                <a:cubicBezTo>
                  <a:pt x="39278" y="70716"/>
                  <a:pt x="39129" y="70591"/>
                  <a:pt x="39005" y="70516"/>
                </a:cubicBezTo>
                <a:cubicBezTo>
                  <a:pt x="38880" y="70417"/>
                  <a:pt x="38756" y="70292"/>
                  <a:pt x="38581" y="70193"/>
                </a:cubicBezTo>
                <a:lnTo>
                  <a:pt x="38208" y="69919"/>
                </a:lnTo>
                <a:cubicBezTo>
                  <a:pt x="38059" y="69795"/>
                  <a:pt x="37909" y="69695"/>
                  <a:pt x="37760" y="69571"/>
                </a:cubicBezTo>
                <a:cubicBezTo>
                  <a:pt x="37660" y="69521"/>
                  <a:pt x="37536" y="69421"/>
                  <a:pt x="37436" y="69347"/>
                </a:cubicBezTo>
                <a:cubicBezTo>
                  <a:pt x="37262" y="69222"/>
                  <a:pt x="37063" y="69098"/>
                  <a:pt x="36889" y="69023"/>
                </a:cubicBezTo>
                <a:cubicBezTo>
                  <a:pt x="36789" y="68948"/>
                  <a:pt x="36690" y="68899"/>
                  <a:pt x="36590" y="68849"/>
                </a:cubicBezTo>
                <a:cubicBezTo>
                  <a:pt x="36391" y="68724"/>
                  <a:pt x="36192" y="68600"/>
                  <a:pt x="35968" y="68475"/>
                </a:cubicBezTo>
                <a:cubicBezTo>
                  <a:pt x="35918" y="68450"/>
                  <a:pt x="35818" y="68401"/>
                  <a:pt x="35769" y="68351"/>
                </a:cubicBezTo>
                <a:cubicBezTo>
                  <a:pt x="35545" y="68226"/>
                  <a:pt x="35296" y="68102"/>
                  <a:pt x="35072" y="68027"/>
                </a:cubicBezTo>
                <a:lnTo>
                  <a:pt x="34898" y="67928"/>
                </a:lnTo>
                <a:cubicBezTo>
                  <a:pt x="34823" y="67903"/>
                  <a:pt x="34773" y="67853"/>
                  <a:pt x="34673" y="67828"/>
                </a:cubicBezTo>
                <a:cubicBezTo>
                  <a:pt x="36018" y="65862"/>
                  <a:pt x="37412" y="63846"/>
                  <a:pt x="38905" y="61829"/>
                </a:cubicBezTo>
                <a:close/>
                <a:moveTo>
                  <a:pt x="52272" y="66733"/>
                </a:moveTo>
                <a:lnTo>
                  <a:pt x="52272" y="66808"/>
                </a:lnTo>
                <a:lnTo>
                  <a:pt x="52197" y="67181"/>
                </a:lnTo>
                <a:lnTo>
                  <a:pt x="52197" y="67281"/>
                </a:lnTo>
                <a:cubicBezTo>
                  <a:pt x="52197" y="67405"/>
                  <a:pt x="52147" y="67530"/>
                  <a:pt x="52147" y="67679"/>
                </a:cubicBezTo>
                <a:lnTo>
                  <a:pt x="52147" y="67803"/>
                </a:lnTo>
                <a:lnTo>
                  <a:pt x="52147" y="68226"/>
                </a:lnTo>
                <a:cubicBezTo>
                  <a:pt x="52147" y="68301"/>
                  <a:pt x="52147" y="68351"/>
                  <a:pt x="52197" y="68426"/>
                </a:cubicBezTo>
                <a:cubicBezTo>
                  <a:pt x="52197" y="68575"/>
                  <a:pt x="52222" y="68699"/>
                  <a:pt x="52247" y="68849"/>
                </a:cubicBezTo>
                <a:lnTo>
                  <a:pt x="52247" y="68948"/>
                </a:lnTo>
                <a:cubicBezTo>
                  <a:pt x="50579" y="69894"/>
                  <a:pt x="48886" y="70666"/>
                  <a:pt x="47268" y="71263"/>
                </a:cubicBezTo>
                <a:cubicBezTo>
                  <a:pt x="47468" y="70940"/>
                  <a:pt x="47617" y="70666"/>
                  <a:pt x="47741" y="70442"/>
                </a:cubicBezTo>
                <a:cubicBezTo>
                  <a:pt x="47841" y="70317"/>
                  <a:pt x="47891" y="70168"/>
                  <a:pt x="47990" y="70019"/>
                </a:cubicBezTo>
                <a:cubicBezTo>
                  <a:pt x="48015" y="69944"/>
                  <a:pt x="48090" y="69894"/>
                  <a:pt x="48115" y="69819"/>
                </a:cubicBezTo>
                <a:cubicBezTo>
                  <a:pt x="48214" y="69645"/>
                  <a:pt x="48339" y="69421"/>
                  <a:pt x="48488" y="69147"/>
                </a:cubicBezTo>
                <a:cubicBezTo>
                  <a:pt x="49110" y="68799"/>
                  <a:pt x="49708" y="68401"/>
                  <a:pt x="50330" y="68027"/>
                </a:cubicBezTo>
                <a:cubicBezTo>
                  <a:pt x="50479" y="67928"/>
                  <a:pt x="50654" y="67803"/>
                  <a:pt x="50878" y="67679"/>
                </a:cubicBezTo>
                <a:cubicBezTo>
                  <a:pt x="51127" y="67530"/>
                  <a:pt x="51450" y="67330"/>
                  <a:pt x="51724" y="67106"/>
                </a:cubicBezTo>
                <a:lnTo>
                  <a:pt x="52272" y="66733"/>
                </a:lnTo>
                <a:close/>
                <a:moveTo>
                  <a:pt x="48090" y="69347"/>
                </a:moveTo>
                <a:lnTo>
                  <a:pt x="48090" y="69347"/>
                </a:lnTo>
                <a:cubicBezTo>
                  <a:pt x="47990" y="69471"/>
                  <a:pt x="47916" y="69645"/>
                  <a:pt x="47841" y="69770"/>
                </a:cubicBezTo>
                <a:cubicBezTo>
                  <a:pt x="47841" y="69787"/>
                  <a:pt x="47841" y="69805"/>
                  <a:pt x="47823" y="69805"/>
                </a:cubicBezTo>
                <a:cubicBezTo>
                  <a:pt x="47816" y="69805"/>
                  <a:pt x="47806" y="69802"/>
                  <a:pt x="47791" y="69795"/>
                </a:cubicBezTo>
                <a:lnTo>
                  <a:pt x="47791" y="69795"/>
                </a:lnTo>
                <a:cubicBezTo>
                  <a:pt x="47841" y="69819"/>
                  <a:pt x="47766" y="69919"/>
                  <a:pt x="47667" y="70068"/>
                </a:cubicBezTo>
                <a:cubicBezTo>
                  <a:pt x="47418" y="70467"/>
                  <a:pt x="47219" y="70890"/>
                  <a:pt x="46970" y="71288"/>
                </a:cubicBezTo>
                <a:cubicBezTo>
                  <a:pt x="47144" y="70915"/>
                  <a:pt x="47343" y="70591"/>
                  <a:pt x="47468" y="70342"/>
                </a:cubicBezTo>
                <a:cubicBezTo>
                  <a:pt x="47542" y="70193"/>
                  <a:pt x="47617" y="70043"/>
                  <a:pt x="47716" y="69894"/>
                </a:cubicBezTo>
                <a:cubicBezTo>
                  <a:pt x="47766" y="69844"/>
                  <a:pt x="47766" y="69819"/>
                  <a:pt x="47791" y="69795"/>
                </a:cubicBezTo>
                <a:lnTo>
                  <a:pt x="47791" y="69795"/>
                </a:lnTo>
                <a:cubicBezTo>
                  <a:pt x="47791" y="69795"/>
                  <a:pt x="47791" y="69795"/>
                  <a:pt x="47791" y="69795"/>
                </a:cubicBezTo>
                <a:cubicBezTo>
                  <a:pt x="47866" y="69670"/>
                  <a:pt x="47965" y="69546"/>
                  <a:pt x="48040" y="69396"/>
                </a:cubicBezTo>
                <a:lnTo>
                  <a:pt x="48090" y="69347"/>
                </a:lnTo>
                <a:close/>
                <a:moveTo>
                  <a:pt x="100635" y="63348"/>
                </a:moveTo>
                <a:cubicBezTo>
                  <a:pt x="98868" y="66036"/>
                  <a:pt x="96926" y="68674"/>
                  <a:pt x="94835" y="71288"/>
                </a:cubicBezTo>
                <a:lnTo>
                  <a:pt x="94810" y="71263"/>
                </a:lnTo>
                <a:cubicBezTo>
                  <a:pt x="96876" y="68674"/>
                  <a:pt x="98793" y="66036"/>
                  <a:pt x="100560" y="63348"/>
                </a:cubicBezTo>
                <a:close/>
                <a:moveTo>
                  <a:pt x="93516" y="70218"/>
                </a:moveTo>
                <a:lnTo>
                  <a:pt x="94537" y="71263"/>
                </a:lnTo>
                <a:cubicBezTo>
                  <a:pt x="94537" y="71288"/>
                  <a:pt x="94512" y="71288"/>
                  <a:pt x="94512" y="71313"/>
                </a:cubicBezTo>
                <a:lnTo>
                  <a:pt x="93466" y="70292"/>
                </a:lnTo>
                <a:cubicBezTo>
                  <a:pt x="93466" y="70268"/>
                  <a:pt x="93516" y="70218"/>
                  <a:pt x="93516" y="70218"/>
                </a:cubicBezTo>
                <a:close/>
                <a:moveTo>
                  <a:pt x="44406" y="68774"/>
                </a:moveTo>
                <a:cubicBezTo>
                  <a:pt x="44655" y="69297"/>
                  <a:pt x="44854" y="69844"/>
                  <a:pt x="45003" y="70417"/>
                </a:cubicBezTo>
                <a:cubicBezTo>
                  <a:pt x="44729" y="70541"/>
                  <a:pt x="44431" y="70666"/>
                  <a:pt x="44132" y="70815"/>
                </a:cubicBezTo>
                <a:cubicBezTo>
                  <a:pt x="44008" y="70890"/>
                  <a:pt x="43908" y="70915"/>
                  <a:pt x="43784" y="70964"/>
                </a:cubicBezTo>
                <a:cubicBezTo>
                  <a:pt x="43759" y="71014"/>
                  <a:pt x="43684" y="71014"/>
                  <a:pt x="43659" y="71039"/>
                </a:cubicBezTo>
                <a:cubicBezTo>
                  <a:pt x="43360" y="71164"/>
                  <a:pt x="43037" y="71288"/>
                  <a:pt x="42763" y="71388"/>
                </a:cubicBezTo>
                <a:lnTo>
                  <a:pt x="42763" y="71338"/>
                </a:lnTo>
                <a:cubicBezTo>
                  <a:pt x="42888" y="71164"/>
                  <a:pt x="43012" y="70940"/>
                  <a:pt x="43136" y="70765"/>
                </a:cubicBezTo>
                <a:cubicBezTo>
                  <a:pt x="43161" y="70716"/>
                  <a:pt x="43186" y="70691"/>
                  <a:pt x="43186" y="70641"/>
                </a:cubicBezTo>
                <a:cubicBezTo>
                  <a:pt x="43560" y="70019"/>
                  <a:pt x="43958" y="69396"/>
                  <a:pt x="44406" y="68774"/>
                </a:cubicBezTo>
                <a:close/>
                <a:moveTo>
                  <a:pt x="44297" y="68488"/>
                </a:moveTo>
                <a:cubicBezTo>
                  <a:pt x="44300" y="68488"/>
                  <a:pt x="44306" y="68500"/>
                  <a:pt x="44306" y="68525"/>
                </a:cubicBezTo>
                <a:lnTo>
                  <a:pt x="44306" y="68550"/>
                </a:lnTo>
                <a:cubicBezTo>
                  <a:pt x="43673" y="69499"/>
                  <a:pt x="43064" y="70472"/>
                  <a:pt x="42479" y="71400"/>
                </a:cubicBezTo>
                <a:lnTo>
                  <a:pt x="42479" y="71400"/>
                </a:lnTo>
                <a:cubicBezTo>
                  <a:pt x="43057" y="70395"/>
                  <a:pt x="43658" y="69437"/>
                  <a:pt x="44306" y="68525"/>
                </a:cubicBezTo>
                <a:cubicBezTo>
                  <a:pt x="44294" y="68500"/>
                  <a:pt x="44294" y="68488"/>
                  <a:pt x="44297" y="68488"/>
                </a:cubicBezTo>
                <a:close/>
                <a:moveTo>
                  <a:pt x="67132" y="57822"/>
                </a:moveTo>
                <a:cubicBezTo>
                  <a:pt x="68127" y="59315"/>
                  <a:pt x="69571" y="61108"/>
                  <a:pt x="71512" y="63124"/>
                </a:cubicBezTo>
                <a:cubicBezTo>
                  <a:pt x="71015" y="63721"/>
                  <a:pt x="70517" y="64319"/>
                  <a:pt x="69994" y="64891"/>
                </a:cubicBezTo>
                <a:cubicBezTo>
                  <a:pt x="69944" y="64941"/>
                  <a:pt x="69919" y="64966"/>
                  <a:pt x="69894" y="65040"/>
                </a:cubicBezTo>
                <a:lnTo>
                  <a:pt x="69795" y="65115"/>
                </a:lnTo>
                <a:cubicBezTo>
                  <a:pt x="69297" y="65663"/>
                  <a:pt x="68799" y="66185"/>
                  <a:pt x="68276" y="66708"/>
                </a:cubicBezTo>
                <a:cubicBezTo>
                  <a:pt x="68003" y="66982"/>
                  <a:pt x="67704" y="67281"/>
                  <a:pt x="67405" y="67554"/>
                </a:cubicBezTo>
                <a:lnTo>
                  <a:pt x="67306" y="67654"/>
                </a:lnTo>
                <a:cubicBezTo>
                  <a:pt x="67281" y="67679"/>
                  <a:pt x="67256" y="67704"/>
                  <a:pt x="67206" y="67704"/>
                </a:cubicBezTo>
                <a:cubicBezTo>
                  <a:pt x="67156" y="67754"/>
                  <a:pt x="67057" y="67828"/>
                  <a:pt x="67007" y="67878"/>
                </a:cubicBezTo>
                <a:cubicBezTo>
                  <a:pt x="66833" y="68002"/>
                  <a:pt x="66708" y="68152"/>
                  <a:pt x="66559" y="68301"/>
                </a:cubicBezTo>
                <a:cubicBezTo>
                  <a:pt x="66459" y="68351"/>
                  <a:pt x="66410" y="68450"/>
                  <a:pt x="66310" y="68500"/>
                </a:cubicBezTo>
                <a:lnTo>
                  <a:pt x="65762" y="68973"/>
                </a:lnTo>
                <a:cubicBezTo>
                  <a:pt x="65638" y="69073"/>
                  <a:pt x="65514" y="69197"/>
                  <a:pt x="65414" y="69297"/>
                </a:cubicBezTo>
                <a:cubicBezTo>
                  <a:pt x="65314" y="69396"/>
                  <a:pt x="65190" y="69471"/>
                  <a:pt x="65090" y="69546"/>
                </a:cubicBezTo>
                <a:cubicBezTo>
                  <a:pt x="65041" y="69595"/>
                  <a:pt x="64966" y="69645"/>
                  <a:pt x="64916" y="69695"/>
                </a:cubicBezTo>
                <a:cubicBezTo>
                  <a:pt x="64767" y="69819"/>
                  <a:pt x="64642" y="69944"/>
                  <a:pt x="64468" y="70043"/>
                </a:cubicBezTo>
                <a:cubicBezTo>
                  <a:pt x="64393" y="70143"/>
                  <a:pt x="64294" y="70193"/>
                  <a:pt x="64169" y="70243"/>
                </a:cubicBezTo>
                <a:cubicBezTo>
                  <a:pt x="64145" y="70292"/>
                  <a:pt x="64070" y="70317"/>
                  <a:pt x="64045" y="70342"/>
                </a:cubicBezTo>
                <a:cubicBezTo>
                  <a:pt x="63896" y="70467"/>
                  <a:pt x="63771" y="70566"/>
                  <a:pt x="63597" y="70691"/>
                </a:cubicBezTo>
                <a:cubicBezTo>
                  <a:pt x="63572" y="70716"/>
                  <a:pt x="63547" y="70716"/>
                  <a:pt x="63522" y="70740"/>
                </a:cubicBezTo>
                <a:cubicBezTo>
                  <a:pt x="63473" y="70740"/>
                  <a:pt x="63473" y="70790"/>
                  <a:pt x="63448" y="70790"/>
                </a:cubicBezTo>
                <a:lnTo>
                  <a:pt x="63074" y="71064"/>
                </a:lnTo>
                <a:cubicBezTo>
                  <a:pt x="62950" y="71188"/>
                  <a:pt x="62825" y="71313"/>
                  <a:pt x="62676" y="71437"/>
                </a:cubicBezTo>
                <a:lnTo>
                  <a:pt x="62477" y="71263"/>
                </a:lnTo>
                <a:lnTo>
                  <a:pt x="61979" y="70765"/>
                </a:lnTo>
                <a:lnTo>
                  <a:pt x="61805" y="70566"/>
                </a:lnTo>
                <a:lnTo>
                  <a:pt x="61307" y="70068"/>
                </a:lnTo>
                <a:cubicBezTo>
                  <a:pt x="61232" y="70019"/>
                  <a:pt x="61183" y="69969"/>
                  <a:pt x="61133" y="69919"/>
                </a:cubicBezTo>
                <a:cubicBezTo>
                  <a:pt x="60959" y="69770"/>
                  <a:pt x="60809" y="69595"/>
                  <a:pt x="60610" y="69446"/>
                </a:cubicBezTo>
                <a:lnTo>
                  <a:pt x="60486" y="69322"/>
                </a:lnTo>
                <a:cubicBezTo>
                  <a:pt x="60311" y="69172"/>
                  <a:pt x="60112" y="69023"/>
                  <a:pt x="59963" y="68849"/>
                </a:cubicBezTo>
                <a:cubicBezTo>
                  <a:pt x="59938" y="68824"/>
                  <a:pt x="59913" y="68799"/>
                  <a:pt x="59863" y="68799"/>
                </a:cubicBezTo>
                <a:cubicBezTo>
                  <a:pt x="59689" y="68650"/>
                  <a:pt x="59490" y="68450"/>
                  <a:pt x="59316" y="68301"/>
                </a:cubicBezTo>
                <a:lnTo>
                  <a:pt x="59266" y="68276"/>
                </a:lnTo>
                <a:cubicBezTo>
                  <a:pt x="58644" y="67729"/>
                  <a:pt x="58071" y="67305"/>
                  <a:pt x="57499" y="66932"/>
                </a:cubicBezTo>
                <a:cubicBezTo>
                  <a:pt x="57698" y="66783"/>
                  <a:pt x="57872" y="66609"/>
                  <a:pt x="58096" y="66434"/>
                </a:cubicBezTo>
                <a:cubicBezTo>
                  <a:pt x="58196" y="66335"/>
                  <a:pt x="58320" y="66285"/>
                  <a:pt x="58395" y="66185"/>
                </a:cubicBezTo>
                <a:cubicBezTo>
                  <a:pt x="58469" y="66111"/>
                  <a:pt x="58519" y="66061"/>
                  <a:pt x="58594" y="66036"/>
                </a:cubicBezTo>
                <a:cubicBezTo>
                  <a:pt x="59017" y="65663"/>
                  <a:pt x="59440" y="65314"/>
                  <a:pt x="59863" y="64941"/>
                </a:cubicBezTo>
                <a:cubicBezTo>
                  <a:pt x="59963" y="64841"/>
                  <a:pt x="60062" y="64742"/>
                  <a:pt x="60187" y="64692"/>
                </a:cubicBezTo>
                <a:lnTo>
                  <a:pt x="60212" y="64667"/>
                </a:lnTo>
                <a:cubicBezTo>
                  <a:pt x="61307" y="63671"/>
                  <a:pt x="62402" y="62676"/>
                  <a:pt x="63448" y="61630"/>
                </a:cubicBezTo>
                <a:lnTo>
                  <a:pt x="63473" y="61605"/>
                </a:lnTo>
                <a:lnTo>
                  <a:pt x="64966" y="60112"/>
                </a:lnTo>
                <a:cubicBezTo>
                  <a:pt x="65066" y="60012"/>
                  <a:pt x="65140" y="59938"/>
                  <a:pt x="65215" y="59863"/>
                </a:cubicBezTo>
                <a:cubicBezTo>
                  <a:pt x="65663" y="59440"/>
                  <a:pt x="66061" y="58967"/>
                  <a:pt x="66509" y="58519"/>
                </a:cubicBezTo>
                <a:cubicBezTo>
                  <a:pt x="66559" y="58444"/>
                  <a:pt x="66659" y="58370"/>
                  <a:pt x="66708" y="58270"/>
                </a:cubicBezTo>
                <a:cubicBezTo>
                  <a:pt x="66833" y="58121"/>
                  <a:pt x="67007" y="57971"/>
                  <a:pt x="67132" y="57822"/>
                </a:cubicBezTo>
                <a:close/>
                <a:moveTo>
                  <a:pt x="9285" y="69670"/>
                </a:moveTo>
                <a:cubicBezTo>
                  <a:pt x="9384" y="70043"/>
                  <a:pt x="9459" y="70417"/>
                  <a:pt x="9533" y="70765"/>
                </a:cubicBezTo>
                <a:cubicBezTo>
                  <a:pt x="9409" y="70840"/>
                  <a:pt x="9260" y="70964"/>
                  <a:pt x="9135" y="71064"/>
                </a:cubicBezTo>
                <a:cubicBezTo>
                  <a:pt x="8961" y="71188"/>
                  <a:pt x="8812" y="71313"/>
                  <a:pt x="8662" y="71413"/>
                </a:cubicBezTo>
                <a:cubicBezTo>
                  <a:pt x="8637" y="71437"/>
                  <a:pt x="8588" y="71437"/>
                  <a:pt x="8563" y="71462"/>
                </a:cubicBezTo>
                <a:cubicBezTo>
                  <a:pt x="8787" y="70865"/>
                  <a:pt x="9036" y="70243"/>
                  <a:pt x="9285" y="69670"/>
                </a:cubicBezTo>
                <a:close/>
                <a:moveTo>
                  <a:pt x="57349" y="67057"/>
                </a:moveTo>
                <a:cubicBezTo>
                  <a:pt x="58320" y="67679"/>
                  <a:pt x="59341" y="68525"/>
                  <a:pt x="60461" y="69546"/>
                </a:cubicBezTo>
                <a:lnTo>
                  <a:pt x="60486" y="69571"/>
                </a:lnTo>
                <a:cubicBezTo>
                  <a:pt x="60685" y="69770"/>
                  <a:pt x="60909" y="69944"/>
                  <a:pt x="61083" y="70143"/>
                </a:cubicBezTo>
                <a:lnTo>
                  <a:pt x="61183" y="70218"/>
                </a:lnTo>
                <a:cubicBezTo>
                  <a:pt x="61357" y="70417"/>
                  <a:pt x="61556" y="70566"/>
                  <a:pt x="61730" y="70765"/>
                </a:cubicBezTo>
                <a:lnTo>
                  <a:pt x="61904" y="70915"/>
                </a:lnTo>
                <a:cubicBezTo>
                  <a:pt x="62079" y="71089"/>
                  <a:pt x="62228" y="71288"/>
                  <a:pt x="62427" y="71437"/>
                </a:cubicBezTo>
                <a:lnTo>
                  <a:pt x="62527" y="71537"/>
                </a:lnTo>
                <a:cubicBezTo>
                  <a:pt x="62477" y="71562"/>
                  <a:pt x="62477" y="71562"/>
                  <a:pt x="62452" y="71562"/>
                </a:cubicBezTo>
                <a:lnTo>
                  <a:pt x="61979" y="71089"/>
                </a:lnTo>
                <a:lnTo>
                  <a:pt x="61855" y="70964"/>
                </a:lnTo>
                <a:lnTo>
                  <a:pt x="61606" y="70716"/>
                </a:lnTo>
                <a:cubicBezTo>
                  <a:pt x="60013" y="69172"/>
                  <a:pt x="58594" y="67953"/>
                  <a:pt x="57300" y="67081"/>
                </a:cubicBezTo>
                <a:cubicBezTo>
                  <a:pt x="57324" y="67081"/>
                  <a:pt x="57324" y="67057"/>
                  <a:pt x="57349" y="67057"/>
                </a:cubicBezTo>
                <a:close/>
                <a:moveTo>
                  <a:pt x="52247" y="69172"/>
                </a:moveTo>
                <a:lnTo>
                  <a:pt x="52247" y="69222"/>
                </a:lnTo>
                <a:cubicBezTo>
                  <a:pt x="50507" y="70191"/>
                  <a:pt x="48768" y="70986"/>
                  <a:pt x="47054" y="71583"/>
                </a:cubicBezTo>
                <a:lnTo>
                  <a:pt x="47054" y="71583"/>
                </a:lnTo>
                <a:cubicBezTo>
                  <a:pt x="47119" y="71560"/>
                  <a:pt x="47119" y="71537"/>
                  <a:pt x="47119" y="71537"/>
                </a:cubicBezTo>
                <a:cubicBezTo>
                  <a:pt x="48787" y="70940"/>
                  <a:pt x="50504" y="70168"/>
                  <a:pt x="52247" y="69172"/>
                </a:cubicBezTo>
                <a:close/>
                <a:moveTo>
                  <a:pt x="39985" y="67375"/>
                </a:moveTo>
                <a:cubicBezTo>
                  <a:pt x="39970" y="67487"/>
                  <a:pt x="39958" y="67596"/>
                  <a:pt x="39950" y="67704"/>
                </a:cubicBezTo>
                <a:lnTo>
                  <a:pt x="39950" y="67803"/>
                </a:lnTo>
                <a:cubicBezTo>
                  <a:pt x="39950" y="67928"/>
                  <a:pt x="39926" y="68027"/>
                  <a:pt x="39926" y="68152"/>
                </a:cubicBezTo>
                <a:cubicBezTo>
                  <a:pt x="39901" y="68351"/>
                  <a:pt x="39901" y="68575"/>
                  <a:pt x="39851" y="68774"/>
                </a:cubicBezTo>
                <a:lnTo>
                  <a:pt x="39851" y="68824"/>
                </a:lnTo>
                <a:cubicBezTo>
                  <a:pt x="39851" y="68899"/>
                  <a:pt x="39851" y="68973"/>
                  <a:pt x="39826" y="69048"/>
                </a:cubicBezTo>
                <a:cubicBezTo>
                  <a:pt x="39901" y="69073"/>
                  <a:pt x="39901" y="69098"/>
                  <a:pt x="39901" y="69098"/>
                </a:cubicBezTo>
                <a:lnTo>
                  <a:pt x="39901" y="69446"/>
                </a:lnTo>
                <a:lnTo>
                  <a:pt x="39901" y="69595"/>
                </a:lnTo>
                <a:lnTo>
                  <a:pt x="39901" y="69844"/>
                </a:lnTo>
                <a:cubicBezTo>
                  <a:pt x="39901" y="70043"/>
                  <a:pt x="39926" y="70193"/>
                  <a:pt x="39926" y="70342"/>
                </a:cubicBezTo>
                <a:lnTo>
                  <a:pt x="39926" y="70442"/>
                </a:lnTo>
                <a:lnTo>
                  <a:pt x="39926" y="70566"/>
                </a:lnTo>
                <a:cubicBezTo>
                  <a:pt x="39926" y="70666"/>
                  <a:pt x="39950" y="70765"/>
                  <a:pt x="39950" y="70890"/>
                </a:cubicBezTo>
                <a:lnTo>
                  <a:pt x="39950" y="70964"/>
                </a:lnTo>
                <a:cubicBezTo>
                  <a:pt x="39950" y="71064"/>
                  <a:pt x="40000" y="71188"/>
                  <a:pt x="40000" y="71288"/>
                </a:cubicBezTo>
                <a:cubicBezTo>
                  <a:pt x="40000" y="71338"/>
                  <a:pt x="40025" y="71413"/>
                  <a:pt x="40025" y="71437"/>
                </a:cubicBezTo>
                <a:cubicBezTo>
                  <a:pt x="40025" y="71512"/>
                  <a:pt x="40050" y="71537"/>
                  <a:pt x="40050" y="71587"/>
                </a:cubicBezTo>
                <a:lnTo>
                  <a:pt x="40050" y="71637"/>
                </a:lnTo>
                <a:lnTo>
                  <a:pt x="40025" y="71587"/>
                </a:lnTo>
                <a:lnTo>
                  <a:pt x="40000" y="71562"/>
                </a:lnTo>
                <a:cubicBezTo>
                  <a:pt x="40000" y="71537"/>
                  <a:pt x="40000" y="71512"/>
                  <a:pt x="39950" y="71462"/>
                </a:cubicBezTo>
                <a:lnTo>
                  <a:pt x="39950" y="71413"/>
                </a:lnTo>
                <a:cubicBezTo>
                  <a:pt x="39926" y="71313"/>
                  <a:pt x="39926" y="71213"/>
                  <a:pt x="39901" y="71089"/>
                </a:cubicBezTo>
                <a:lnTo>
                  <a:pt x="39901" y="71064"/>
                </a:lnTo>
                <a:cubicBezTo>
                  <a:pt x="39901" y="70964"/>
                  <a:pt x="39876" y="70840"/>
                  <a:pt x="39876" y="70765"/>
                </a:cubicBezTo>
                <a:cubicBezTo>
                  <a:pt x="39876" y="70641"/>
                  <a:pt x="39826" y="70516"/>
                  <a:pt x="39826" y="70392"/>
                </a:cubicBezTo>
                <a:cubicBezTo>
                  <a:pt x="39826" y="70268"/>
                  <a:pt x="39801" y="70168"/>
                  <a:pt x="39801" y="70043"/>
                </a:cubicBezTo>
                <a:lnTo>
                  <a:pt x="39801" y="69894"/>
                </a:lnTo>
                <a:lnTo>
                  <a:pt x="39801" y="69670"/>
                </a:lnTo>
                <a:lnTo>
                  <a:pt x="39801" y="69297"/>
                </a:lnTo>
                <a:lnTo>
                  <a:pt x="39801" y="69073"/>
                </a:lnTo>
                <a:lnTo>
                  <a:pt x="39801" y="68899"/>
                </a:lnTo>
                <a:cubicBezTo>
                  <a:pt x="39801" y="68774"/>
                  <a:pt x="39801" y="68650"/>
                  <a:pt x="39826" y="68475"/>
                </a:cubicBezTo>
                <a:cubicBezTo>
                  <a:pt x="39826" y="68351"/>
                  <a:pt x="39876" y="68226"/>
                  <a:pt x="39876" y="68102"/>
                </a:cubicBezTo>
                <a:cubicBezTo>
                  <a:pt x="39876" y="67953"/>
                  <a:pt x="39901" y="67828"/>
                  <a:pt x="39926" y="67679"/>
                </a:cubicBezTo>
                <a:cubicBezTo>
                  <a:pt x="39926" y="67604"/>
                  <a:pt x="39926" y="67579"/>
                  <a:pt x="39950" y="67530"/>
                </a:cubicBezTo>
                <a:cubicBezTo>
                  <a:pt x="39950" y="67482"/>
                  <a:pt x="39971" y="67424"/>
                  <a:pt x="39985" y="67375"/>
                </a:cubicBezTo>
                <a:close/>
                <a:moveTo>
                  <a:pt x="71512" y="63323"/>
                </a:moveTo>
                <a:lnTo>
                  <a:pt x="71537" y="63348"/>
                </a:lnTo>
                <a:cubicBezTo>
                  <a:pt x="71388" y="63572"/>
                  <a:pt x="71239" y="63746"/>
                  <a:pt x="71039" y="63970"/>
                </a:cubicBezTo>
                <a:cubicBezTo>
                  <a:pt x="71015" y="63995"/>
                  <a:pt x="70990" y="64070"/>
                  <a:pt x="70915" y="64095"/>
                </a:cubicBezTo>
                <a:cubicBezTo>
                  <a:pt x="70691" y="64343"/>
                  <a:pt x="70442" y="64617"/>
                  <a:pt x="70243" y="64866"/>
                </a:cubicBezTo>
                <a:cubicBezTo>
                  <a:pt x="69994" y="65165"/>
                  <a:pt x="69770" y="65414"/>
                  <a:pt x="69521" y="65688"/>
                </a:cubicBezTo>
                <a:lnTo>
                  <a:pt x="69397" y="65812"/>
                </a:lnTo>
                <a:cubicBezTo>
                  <a:pt x="69148" y="66061"/>
                  <a:pt x="68899" y="66310"/>
                  <a:pt x="68650" y="66584"/>
                </a:cubicBezTo>
                <a:cubicBezTo>
                  <a:pt x="68401" y="66833"/>
                  <a:pt x="68152" y="67106"/>
                  <a:pt x="67903" y="67355"/>
                </a:cubicBezTo>
                <a:lnTo>
                  <a:pt x="67804" y="67455"/>
                </a:lnTo>
                <a:cubicBezTo>
                  <a:pt x="67530" y="67729"/>
                  <a:pt x="67256" y="67978"/>
                  <a:pt x="66957" y="68226"/>
                </a:cubicBezTo>
                <a:cubicBezTo>
                  <a:pt x="66708" y="68475"/>
                  <a:pt x="66435" y="68724"/>
                  <a:pt x="66186" y="68948"/>
                </a:cubicBezTo>
                <a:cubicBezTo>
                  <a:pt x="65887" y="69222"/>
                  <a:pt x="65538" y="69521"/>
                  <a:pt x="65190" y="69795"/>
                </a:cubicBezTo>
                <a:cubicBezTo>
                  <a:pt x="65041" y="69919"/>
                  <a:pt x="64891" y="70068"/>
                  <a:pt x="64717" y="70193"/>
                </a:cubicBezTo>
                <a:cubicBezTo>
                  <a:pt x="64642" y="70292"/>
                  <a:pt x="64543" y="70342"/>
                  <a:pt x="64443" y="70442"/>
                </a:cubicBezTo>
                <a:lnTo>
                  <a:pt x="63323" y="71288"/>
                </a:lnTo>
                <a:cubicBezTo>
                  <a:pt x="63149" y="71437"/>
                  <a:pt x="62925" y="71587"/>
                  <a:pt x="62726" y="71711"/>
                </a:cubicBezTo>
                <a:lnTo>
                  <a:pt x="62701" y="71686"/>
                </a:lnTo>
                <a:lnTo>
                  <a:pt x="62676" y="71661"/>
                </a:lnTo>
                <a:cubicBezTo>
                  <a:pt x="62950" y="71437"/>
                  <a:pt x="63099" y="71338"/>
                  <a:pt x="63224" y="71213"/>
                </a:cubicBezTo>
                <a:cubicBezTo>
                  <a:pt x="63298" y="71188"/>
                  <a:pt x="63323" y="71114"/>
                  <a:pt x="63373" y="71089"/>
                </a:cubicBezTo>
                <a:cubicBezTo>
                  <a:pt x="63448" y="71064"/>
                  <a:pt x="63497" y="70989"/>
                  <a:pt x="63572" y="70964"/>
                </a:cubicBezTo>
                <a:lnTo>
                  <a:pt x="63597" y="70964"/>
                </a:lnTo>
                <a:cubicBezTo>
                  <a:pt x="63796" y="70840"/>
                  <a:pt x="63970" y="70691"/>
                  <a:pt x="64145" y="70541"/>
                </a:cubicBezTo>
                <a:cubicBezTo>
                  <a:pt x="64169" y="70492"/>
                  <a:pt x="64219" y="70467"/>
                  <a:pt x="64269" y="70442"/>
                </a:cubicBezTo>
                <a:cubicBezTo>
                  <a:pt x="64344" y="70367"/>
                  <a:pt x="64418" y="70317"/>
                  <a:pt x="64518" y="70243"/>
                </a:cubicBezTo>
                <a:cubicBezTo>
                  <a:pt x="64518" y="70243"/>
                  <a:pt x="64543" y="70243"/>
                  <a:pt x="64543" y="70218"/>
                </a:cubicBezTo>
                <a:cubicBezTo>
                  <a:pt x="64692" y="70093"/>
                  <a:pt x="64817" y="69969"/>
                  <a:pt x="64966" y="69869"/>
                </a:cubicBezTo>
                <a:cubicBezTo>
                  <a:pt x="65140" y="69745"/>
                  <a:pt x="65314" y="69595"/>
                  <a:pt x="65464" y="69471"/>
                </a:cubicBezTo>
                <a:cubicBezTo>
                  <a:pt x="65563" y="69421"/>
                  <a:pt x="65663" y="69322"/>
                  <a:pt x="65762" y="69222"/>
                </a:cubicBezTo>
                <a:cubicBezTo>
                  <a:pt x="65837" y="69172"/>
                  <a:pt x="65937" y="69073"/>
                  <a:pt x="66036" y="68998"/>
                </a:cubicBezTo>
                <a:cubicBezTo>
                  <a:pt x="66161" y="68923"/>
                  <a:pt x="66285" y="68799"/>
                  <a:pt x="66385" y="68699"/>
                </a:cubicBezTo>
                <a:lnTo>
                  <a:pt x="66435" y="68625"/>
                </a:lnTo>
                <a:lnTo>
                  <a:pt x="66484" y="68575"/>
                </a:lnTo>
                <a:cubicBezTo>
                  <a:pt x="66534" y="68550"/>
                  <a:pt x="66584" y="68525"/>
                  <a:pt x="66609" y="68450"/>
                </a:cubicBezTo>
                <a:cubicBezTo>
                  <a:pt x="66833" y="68276"/>
                  <a:pt x="67032" y="68077"/>
                  <a:pt x="67231" y="67878"/>
                </a:cubicBezTo>
                <a:lnTo>
                  <a:pt x="67331" y="67803"/>
                </a:lnTo>
                <a:cubicBezTo>
                  <a:pt x="67604" y="67554"/>
                  <a:pt x="67853" y="67256"/>
                  <a:pt x="68152" y="67007"/>
                </a:cubicBezTo>
                <a:lnTo>
                  <a:pt x="68301" y="66857"/>
                </a:lnTo>
                <a:lnTo>
                  <a:pt x="68351" y="66808"/>
                </a:lnTo>
                <a:cubicBezTo>
                  <a:pt x="68824" y="66335"/>
                  <a:pt x="69297" y="65837"/>
                  <a:pt x="69770" y="65339"/>
                </a:cubicBezTo>
                <a:cubicBezTo>
                  <a:pt x="69770" y="65314"/>
                  <a:pt x="69795" y="65314"/>
                  <a:pt x="69795" y="65289"/>
                </a:cubicBezTo>
                <a:cubicBezTo>
                  <a:pt x="69919" y="65165"/>
                  <a:pt x="70044" y="64991"/>
                  <a:pt x="70168" y="64866"/>
                </a:cubicBezTo>
                <a:cubicBezTo>
                  <a:pt x="70193" y="64841"/>
                  <a:pt x="70193" y="64816"/>
                  <a:pt x="70218" y="64816"/>
                </a:cubicBezTo>
                <a:cubicBezTo>
                  <a:pt x="70566" y="64443"/>
                  <a:pt x="70890" y="64045"/>
                  <a:pt x="71214" y="63671"/>
                </a:cubicBezTo>
                <a:cubicBezTo>
                  <a:pt x="71288" y="63572"/>
                  <a:pt x="71338" y="63497"/>
                  <a:pt x="71413" y="63447"/>
                </a:cubicBezTo>
                <a:cubicBezTo>
                  <a:pt x="71438" y="63422"/>
                  <a:pt x="71463" y="63348"/>
                  <a:pt x="71512" y="63323"/>
                </a:cubicBezTo>
                <a:close/>
                <a:moveTo>
                  <a:pt x="52520" y="70342"/>
                </a:moveTo>
                <a:lnTo>
                  <a:pt x="52520" y="70367"/>
                </a:lnTo>
                <a:lnTo>
                  <a:pt x="52520" y="70417"/>
                </a:lnTo>
                <a:cubicBezTo>
                  <a:pt x="51878" y="70862"/>
                  <a:pt x="51235" y="71307"/>
                  <a:pt x="50568" y="71728"/>
                </a:cubicBezTo>
                <a:lnTo>
                  <a:pt x="50568" y="71728"/>
                </a:lnTo>
                <a:cubicBezTo>
                  <a:pt x="50646" y="71671"/>
                  <a:pt x="50711" y="71611"/>
                  <a:pt x="50803" y="71537"/>
                </a:cubicBezTo>
                <a:cubicBezTo>
                  <a:pt x="51375" y="71164"/>
                  <a:pt x="51973" y="70765"/>
                  <a:pt x="52520" y="70342"/>
                </a:cubicBezTo>
                <a:close/>
                <a:moveTo>
                  <a:pt x="35430" y="68498"/>
                </a:moveTo>
                <a:lnTo>
                  <a:pt x="35430" y="68498"/>
                </a:lnTo>
                <a:cubicBezTo>
                  <a:pt x="35557" y="68565"/>
                  <a:pt x="35684" y="68632"/>
                  <a:pt x="35818" y="68699"/>
                </a:cubicBezTo>
                <a:cubicBezTo>
                  <a:pt x="35893" y="68724"/>
                  <a:pt x="35943" y="68749"/>
                  <a:pt x="36042" y="68824"/>
                </a:cubicBezTo>
                <a:cubicBezTo>
                  <a:pt x="36267" y="68948"/>
                  <a:pt x="36441" y="69073"/>
                  <a:pt x="36665" y="69197"/>
                </a:cubicBezTo>
                <a:cubicBezTo>
                  <a:pt x="36764" y="69247"/>
                  <a:pt x="36839" y="69322"/>
                  <a:pt x="36939" y="69347"/>
                </a:cubicBezTo>
                <a:cubicBezTo>
                  <a:pt x="37138" y="69471"/>
                  <a:pt x="37287" y="69571"/>
                  <a:pt x="37461" y="69695"/>
                </a:cubicBezTo>
                <a:cubicBezTo>
                  <a:pt x="37586" y="69745"/>
                  <a:pt x="37685" y="69844"/>
                  <a:pt x="37810" y="69919"/>
                </a:cubicBezTo>
                <a:cubicBezTo>
                  <a:pt x="37959" y="69994"/>
                  <a:pt x="38084" y="70118"/>
                  <a:pt x="38258" y="70218"/>
                </a:cubicBezTo>
                <a:lnTo>
                  <a:pt x="38631" y="70492"/>
                </a:lnTo>
                <a:cubicBezTo>
                  <a:pt x="38756" y="70591"/>
                  <a:pt x="38880" y="70691"/>
                  <a:pt x="38980" y="70815"/>
                </a:cubicBezTo>
                <a:cubicBezTo>
                  <a:pt x="39104" y="70940"/>
                  <a:pt x="39278" y="71039"/>
                  <a:pt x="39403" y="71164"/>
                </a:cubicBezTo>
                <a:cubicBezTo>
                  <a:pt x="39502" y="71238"/>
                  <a:pt x="39602" y="71338"/>
                  <a:pt x="39701" y="71437"/>
                </a:cubicBezTo>
                <a:lnTo>
                  <a:pt x="39901" y="71612"/>
                </a:lnTo>
                <a:lnTo>
                  <a:pt x="39926" y="71736"/>
                </a:lnTo>
                <a:lnTo>
                  <a:pt x="39477" y="71313"/>
                </a:lnTo>
                <a:cubicBezTo>
                  <a:pt x="39403" y="71213"/>
                  <a:pt x="39303" y="71164"/>
                  <a:pt x="39204" y="71064"/>
                </a:cubicBezTo>
                <a:cubicBezTo>
                  <a:pt x="39054" y="70940"/>
                  <a:pt x="38905" y="70790"/>
                  <a:pt x="38731" y="70666"/>
                </a:cubicBezTo>
                <a:cubicBezTo>
                  <a:pt x="38656" y="70566"/>
                  <a:pt x="38557" y="70492"/>
                  <a:pt x="38432" y="70442"/>
                </a:cubicBezTo>
                <a:cubicBezTo>
                  <a:pt x="38283" y="70317"/>
                  <a:pt x="38108" y="70193"/>
                  <a:pt x="37934" y="70068"/>
                </a:cubicBezTo>
                <a:cubicBezTo>
                  <a:pt x="37835" y="69969"/>
                  <a:pt x="37710" y="69919"/>
                  <a:pt x="37586" y="69844"/>
                </a:cubicBezTo>
                <a:cubicBezTo>
                  <a:pt x="37436" y="69720"/>
                  <a:pt x="37237" y="69620"/>
                  <a:pt x="37088" y="69496"/>
                </a:cubicBezTo>
                <a:cubicBezTo>
                  <a:pt x="36963" y="69446"/>
                  <a:pt x="36839" y="69347"/>
                  <a:pt x="36764" y="69297"/>
                </a:cubicBezTo>
                <a:cubicBezTo>
                  <a:pt x="36590" y="69197"/>
                  <a:pt x="36416" y="69073"/>
                  <a:pt x="36267" y="68973"/>
                </a:cubicBezTo>
                <a:cubicBezTo>
                  <a:pt x="36142" y="68923"/>
                  <a:pt x="35993" y="68824"/>
                  <a:pt x="35893" y="68774"/>
                </a:cubicBezTo>
                <a:cubicBezTo>
                  <a:pt x="35732" y="68682"/>
                  <a:pt x="35571" y="68590"/>
                  <a:pt x="35430" y="68498"/>
                </a:cubicBezTo>
                <a:close/>
                <a:moveTo>
                  <a:pt x="62601" y="71686"/>
                </a:moveTo>
                <a:cubicBezTo>
                  <a:pt x="62651" y="71686"/>
                  <a:pt x="62651" y="71686"/>
                  <a:pt x="62676" y="71711"/>
                </a:cubicBezTo>
                <a:cubicBezTo>
                  <a:pt x="62651" y="71761"/>
                  <a:pt x="62651" y="71761"/>
                  <a:pt x="62601" y="71761"/>
                </a:cubicBezTo>
                <a:lnTo>
                  <a:pt x="62576" y="71711"/>
                </a:lnTo>
                <a:lnTo>
                  <a:pt x="62601" y="71686"/>
                </a:lnTo>
                <a:close/>
                <a:moveTo>
                  <a:pt x="9260" y="69197"/>
                </a:moveTo>
                <a:lnTo>
                  <a:pt x="9260" y="69297"/>
                </a:lnTo>
                <a:cubicBezTo>
                  <a:pt x="8911" y="70093"/>
                  <a:pt x="8563" y="70940"/>
                  <a:pt x="8264" y="71761"/>
                </a:cubicBezTo>
                <a:cubicBezTo>
                  <a:pt x="8229" y="71778"/>
                  <a:pt x="8207" y="71784"/>
                  <a:pt x="8196" y="71794"/>
                </a:cubicBezTo>
                <a:lnTo>
                  <a:pt x="8196" y="71794"/>
                </a:lnTo>
                <a:cubicBezTo>
                  <a:pt x="8542" y="70928"/>
                  <a:pt x="8889" y="70063"/>
                  <a:pt x="9260" y="69197"/>
                </a:cubicBezTo>
                <a:close/>
                <a:moveTo>
                  <a:pt x="47642" y="69645"/>
                </a:moveTo>
                <a:cubicBezTo>
                  <a:pt x="47268" y="70268"/>
                  <a:pt x="46895" y="70915"/>
                  <a:pt x="46547" y="71537"/>
                </a:cubicBezTo>
                <a:lnTo>
                  <a:pt x="45725" y="71811"/>
                </a:lnTo>
                <a:cubicBezTo>
                  <a:pt x="45675" y="71537"/>
                  <a:pt x="45650" y="71263"/>
                  <a:pt x="45601" y="71014"/>
                </a:cubicBezTo>
                <a:cubicBezTo>
                  <a:pt x="45626" y="70890"/>
                  <a:pt x="45650" y="70765"/>
                  <a:pt x="45675" y="70666"/>
                </a:cubicBezTo>
                <a:cubicBezTo>
                  <a:pt x="46347" y="70342"/>
                  <a:pt x="46995" y="70019"/>
                  <a:pt x="47642" y="69645"/>
                </a:cubicBezTo>
                <a:close/>
                <a:moveTo>
                  <a:pt x="45426" y="71313"/>
                </a:moveTo>
                <a:cubicBezTo>
                  <a:pt x="45476" y="71512"/>
                  <a:pt x="45501" y="71661"/>
                  <a:pt x="45501" y="71836"/>
                </a:cubicBezTo>
                <a:lnTo>
                  <a:pt x="45476" y="71885"/>
                </a:lnTo>
                <a:cubicBezTo>
                  <a:pt x="45426" y="71711"/>
                  <a:pt x="45426" y="71587"/>
                  <a:pt x="45402" y="71437"/>
                </a:cubicBezTo>
                <a:cubicBezTo>
                  <a:pt x="45402" y="71413"/>
                  <a:pt x="45426" y="71338"/>
                  <a:pt x="45426" y="71313"/>
                </a:cubicBezTo>
                <a:close/>
                <a:moveTo>
                  <a:pt x="32832" y="70591"/>
                </a:moveTo>
                <a:lnTo>
                  <a:pt x="32085" y="71910"/>
                </a:lnTo>
                <a:lnTo>
                  <a:pt x="32035" y="71910"/>
                </a:lnTo>
                <a:lnTo>
                  <a:pt x="32782" y="70591"/>
                </a:lnTo>
                <a:close/>
                <a:moveTo>
                  <a:pt x="45103" y="70940"/>
                </a:moveTo>
                <a:lnTo>
                  <a:pt x="45103" y="70964"/>
                </a:lnTo>
                <a:cubicBezTo>
                  <a:pt x="44978" y="71288"/>
                  <a:pt x="44879" y="71587"/>
                  <a:pt x="44779" y="71910"/>
                </a:cubicBezTo>
                <a:cubicBezTo>
                  <a:pt x="44306" y="71811"/>
                  <a:pt x="43858" y="71761"/>
                  <a:pt x="43360" y="71761"/>
                </a:cubicBezTo>
                <a:cubicBezTo>
                  <a:pt x="43933" y="71512"/>
                  <a:pt x="44530" y="71213"/>
                  <a:pt x="45103" y="70940"/>
                </a:cubicBezTo>
                <a:close/>
                <a:moveTo>
                  <a:pt x="21257" y="69322"/>
                </a:moveTo>
                <a:cubicBezTo>
                  <a:pt x="21606" y="69919"/>
                  <a:pt x="21979" y="70467"/>
                  <a:pt x="22452" y="70964"/>
                </a:cubicBezTo>
                <a:cubicBezTo>
                  <a:pt x="22327" y="71014"/>
                  <a:pt x="22153" y="71064"/>
                  <a:pt x="22029" y="71089"/>
                </a:cubicBezTo>
                <a:cubicBezTo>
                  <a:pt x="21929" y="71139"/>
                  <a:pt x="21855" y="71164"/>
                  <a:pt x="21730" y="71188"/>
                </a:cubicBezTo>
                <a:lnTo>
                  <a:pt x="20983" y="71462"/>
                </a:lnTo>
                <a:cubicBezTo>
                  <a:pt x="20884" y="71512"/>
                  <a:pt x="20759" y="71562"/>
                  <a:pt x="20660" y="71587"/>
                </a:cubicBezTo>
                <a:cubicBezTo>
                  <a:pt x="20411" y="71686"/>
                  <a:pt x="20212" y="71811"/>
                  <a:pt x="19938" y="71910"/>
                </a:cubicBezTo>
                <a:cubicBezTo>
                  <a:pt x="19913" y="71910"/>
                  <a:pt x="19888" y="71935"/>
                  <a:pt x="19888" y="71935"/>
                </a:cubicBezTo>
                <a:cubicBezTo>
                  <a:pt x="20361" y="71089"/>
                  <a:pt x="20784" y="70193"/>
                  <a:pt x="21257" y="69322"/>
                </a:cubicBezTo>
                <a:close/>
                <a:moveTo>
                  <a:pt x="45277" y="71836"/>
                </a:moveTo>
                <a:lnTo>
                  <a:pt x="45277" y="71910"/>
                </a:lnTo>
                <a:cubicBezTo>
                  <a:pt x="45277" y="71935"/>
                  <a:pt x="45252" y="71935"/>
                  <a:pt x="45252" y="71935"/>
                </a:cubicBezTo>
                <a:cubicBezTo>
                  <a:pt x="45252" y="71910"/>
                  <a:pt x="45277" y="71885"/>
                  <a:pt x="45277" y="71836"/>
                </a:cubicBezTo>
                <a:close/>
                <a:moveTo>
                  <a:pt x="9558" y="70964"/>
                </a:moveTo>
                <a:lnTo>
                  <a:pt x="9583" y="71014"/>
                </a:lnTo>
                <a:cubicBezTo>
                  <a:pt x="9509" y="71064"/>
                  <a:pt x="9384" y="71164"/>
                  <a:pt x="9285" y="71263"/>
                </a:cubicBezTo>
                <a:cubicBezTo>
                  <a:pt x="9135" y="71388"/>
                  <a:pt x="8961" y="71462"/>
                  <a:pt x="8837" y="71587"/>
                </a:cubicBezTo>
                <a:cubicBezTo>
                  <a:pt x="8712" y="71686"/>
                  <a:pt x="8588" y="71786"/>
                  <a:pt x="8463" y="71910"/>
                </a:cubicBezTo>
                <a:cubicBezTo>
                  <a:pt x="8438" y="71935"/>
                  <a:pt x="8413" y="71960"/>
                  <a:pt x="8388" y="71960"/>
                </a:cubicBezTo>
                <a:cubicBezTo>
                  <a:pt x="8388" y="71935"/>
                  <a:pt x="8413" y="71910"/>
                  <a:pt x="8413" y="71836"/>
                </a:cubicBezTo>
                <a:cubicBezTo>
                  <a:pt x="8438" y="71811"/>
                  <a:pt x="8488" y="71786"/>
                  <a:pt x="8538" y="71711"/>
                </a:cubicBezTo>
                <a:cubicBezTo>
                  <a:pt x="8911" y="71462"/>
                  <a:pt x="9210" y="71213"/>
                  <a:pt x="9558" y="70964"/>
                </a:cubicBezTo>
                <a:close/>
                <a:moveTo>
                  <a:pt x="33031" y="70666"/>
                </a:moveTo>
                <a:cubicBezTo>
                  <a:pt x="33056" y="70666"/>
                  <a:pt x="33056" y="70666"/>
                  <a:pt x="33080" y="70691"/>
                </a:cubicBezTo>
                <a:cubicBezTo>
                  <a:pt x="33578" y="71188"/>
                  <a:pt x="34151" y="71587"/>
                  <a:pt x="34723" y="71960"/>
                </a:cubicBezTo>
                <a:cubicBezTo>
                  <a:pt x="34213" y="71924"/>
                  <a:pt x="33690" y="71901"/>
                  <a:pt x="33162" y="71901"/>
                </a:cubicBezTo>
                <a:cubicBezTo>
                  <a:pt x="32969" y="71901"/>
                  <a:pt x="32776" y="71904"/>
                  <a:pt x="32583" y="71910"/>
                </a:cubicBezTo>
                <a:cubicBezTo>
                  <a:pt x="32483" y="71910"/>
                  <a:pt x="32408" y="71935"/>
                  <a:pt x="32309" y="71935"/>
                </a:cubicBezTo>
                <a:cubicBezTo>
                  <a:pt x="32558" y="71512"/>
                  <a:pt x="32782" y="71064"/>
                  <a:pt x="33031" y="70666"/>
                </a:cubicBezTo>
                <a:close/>
                <a:moveTo>
                  <a:pt x="45178" y="71313"/>
                </a:moveTo>
                <a:cubicBezTo>
                  <a:pt x="45178" y="71338"/>
                  <a:pt x="45227" y="71413"/>
                  <a:pt x="45227" y="71437"/>
                </a:cubicBezTo>
                <a:cubicBezTo>
                  <a:pt x="45153" y="71637"/>
                  <a:pt x="45103" y="71786"/>
                  <a:pt x="45053" y="71960"/>
                </a:cubicBezTo>
                <a:lnTo>
                  <a:pt x="45003" y="71960"/>
                </a:lnTo>
                <a:cubicBezTo>
                  <a:pt x="45053" y="71711"/>
                  <a:pt x="45128" y="71537"/>
                  <a:pt x="45178" y="71313"/>
                </a:cubicBezTo>
                <a:close/>
                <a:moveTo>
                  <a:pt x="33454" y="70765"/>
                </a:moveTo>
                <a:cubicBezTo>
                  <a:pt x="33479" y="70765"/>
                  <a:pt x="33553" y="70790"/>
                  <a:pt x="33578" y="70790"/>
                </a:cubicBezTo>
                <a:cubicBezTo>
                  <a:pt x="34151" y="71288"/>
                  <a:pt x="34773" y="71686"/>
                  <a:pt x="35445" y="72010"/>
                </a:cubicBezTo>
                <a:cubicBezTo>
                  <a:pt x="35346" y="72010"/>
                  <a:pt x="35296" y="71960"/>
                  <a:pt x="35196" y="71960"/>
                </a:cubicBezTo>
                <a:cubicBezTo>
                  <a:pt x="34549" y="71637"/>
                  <a:pt x="33952" y="71213"/>
                  <a:pt x="33454" y="70765"/>
                </a:cubicBezTo>
                <a:close/>
                <a:moveTo>
                  <a:pt x="41120" y="63871"/>
                </a:moveTo>
                <a:cubicBezTo>
                  <a:pt x="42440" y="65314"/>
                  <a:pt x="43485" y="66783"/>
                  <a:pt x="44182" y="68226"/>
                </a:cubicBezTo>
                <a:cubicBezTo>
                  <a:pt x="43435" y="69347"/>
                  <a:pt x="42738" y="70442"/>
                  <a:pt x="42066" y="71562"/>
                </a:cubicBezTo>
                <a:lnTo>
                  <a:pt x="42041" y="71562"/>
                </a:lnTo>
                <a:cubicBezTo>
                  <a:pt x="42016" y="71562"/>
                  <a:pt x="41991" y="71587"/>
                  <a:pt x="41991" y="71587"/>
                </a:cubicBezTo>
                <a:cubicBezTo>
                  <a:pt x="41867" y="71686"/>
                  <a:pt x="41743" y="71711"/>
                  <a:pt x="41618" y="71761"/>
                </a:cubicBezTo>
                <a:cubicBezTo>
                  <a:pt x="41245" y="71885"/>
                  <a:pt x="40896" y="71960"/>
                  <a:pt x="40523" y="72060"/>
                </a:cubicBezTo>
                <a:cubicBezTo>
                  <a:pt x="40448" y="72010"/>
                  <a:pt x="40423" y="71935"/>
                  <a:pt x="40374" y="71910"/>
                </a:cubicBezTo>
                <a:lnTo>
                  <a:pt x="40274" y="71437"/>
                </a:lnTo>
                <a:cubicBezTo>
                  <a:pt x="40274" y="71388"/>
                  <a:pt x="40249" y="71313"/>
                  <a:pt x="40249" y="71213"/>
                </a:cubicBezTo>
                <a:cubicBezTo>
                  <a:pt x="40199" y="71064"/>
                  <a:pt x="40199" y="70915"/>
                  <a:pt x="40174" y="70765"/>
                </a:cubicBezTo>
                <a:lnTo>
                  <a:pt x="40174" y="70716"/>
                </a:lnTo>
                <a:lnTo>
                  <a:pt x="40174" y="70691"/>
                </a:lnTo>
                <a:cubicBezTo>
                  <a:pt x="40174" y="70641"/>
                  <a:pt x="40150" y="70566"/>
                  <a:pt x="40150" y="70467"/>
                </a:cubicBezTo>
                <a:cubicBezTo>
                  <a:pt x="40150" y="70342"/>
                  <a:pt x="40150" y="70268"/>
                  <a:pt x="40125" y="70143"/>
                </a:cubicBezTo>
                <a:cubicBezTo>
                  <a:pt x="40125" y="70019"/>
                  <a:pt x="40075" y="69919"/>
                  <a:pt x="40075" y="69795"/>
                </a:cubicBezTo>
                <a:lnTo>
                  <a:pt x="40075" y="69720"/>
                </a:lnTo>
                <a:lnTo>
                  <a:pt x="40075" y="69645"/>
                </a:lnTo>
                <a:lnTo>
                  <a:pt x="40075" y="69571"/>
                </a:lnTo>
                <a:cubicBezTo>
                  <a:pt x="40075" y="69197"/>
                  <a:pt x="40075" y="68799"/>
                  <a:pt x="40125" y="68401"/>
                </a:cubicBezTo>
                <a:cubicBezTo>
                  <a:pt x="40125" y="68301"/>
                  <a:pt x="40125" y="68226"/>
                  <a:pt x="40150" y="68152"/>
                </a:cubicBezTo>
                <a:cubicBezTo>
                  <a:pt x="40249" y="67231"/>
                  <a:pt x="40398" y="66310"/>
                  <a:pt x="40647" y="65364"/>
                </a:cubicBezTo>
                <a:cubicBezTo>
                  <a:pt x="40772" y="64866"/>
                  <a:pt x="40921" y="64368"/>
                  <a:pt x="41120" y="63871"/>
                </a:cubicBezTo>
                <a:close/>
                <a:moveTo>
                  <a:pt x="46422" y="71786"/>
                </a:moveTo>
                <a:cubicBezTo>
                  <a:pt x="46422" y="71811"/>
                  <a:pt x="46397" y="71836"/>
                  <a:pt x="46397" y="71836"/>
                </a:cubicBezTo>
                <a:cubicBezTo>
                  <a:pt x="46173" y="71910"/>
                  <a:pt x="45924" y="71960"/>
                  <a:pt x="45725" y="72060"/>
                </a:cubicBezTo>
                <a:lnTo>
                  <a:pt x="45725" y="72010"/>
                </a:lnTo>
                <a:cubicBezTo>
                  <a:pt x="45974" y="71935"/>
                  <a:pt x="46173" y="71836"/>
                  <a:pt x="46422" y="71786"/>
                </a:cubicBezTo>
                <a:close/>
                <a:moveTo>
                  <a:pt x="40125" y="71935"/>
                </a:moveTo>
                <a:lnTo>
                  <a:pt x="40150" y="71960"/>
                </a:lnTo>
                <a:lnTo>
                  <a:pt x="40174" y="72010"/>
                </a:lnTo>
                <a:lnTo>
                  <a:pt x="40199" y="72085"/>
                </a:lnTo>
                <a:lnTo>
                  <a:pt x="40150" y="72035"/>
                </a:lnTo>
                <a:cubicBezTo>
                  <a:pt x="40150" y="72010"/>
                  <a:pt x="40150" y="71960"/>
                  <a:pt x="40125" y="71935"/>
                </a:cubicBezTo>
                <a:close/>
                <a:moveTo>
                  <a:pt x="21058" y="69073"/>
                </a:moveTo>
                <a:cubicBezTo>
                  <a:pt x="21133" y="69098"/>
                  <a:pt x="21133" y="69098"/>
                  <a:pt x="21133" y="69147"/>
                </a:cubicBezTo>
                <a:cubicBezTo>
                  <a:pt x="20610" y="70143"/>
                  <a:pt x="20112" y="71089"/>
                  <a:pt x="19639" y="72085"/>
                </a:cubicBezTo>
                <a:cubicBezTo>
                  <a:pt x="19614" y="72085"/>
                  <a:pt x="19589" y="72134"/>
                  <a:pt x="19540" y="72134"/>
                </a:cubicBezTo>
                <a:cubicBezTo>
                  <a:pt x="20038" y="71089"/>
                  <a:pt x="20535" y="70093"/>
                  <a:pt x="21058" y="69073"/>
                </a:cubicBezTo>
                <a:close/>
                <a:moveTo>
                  <a:pt x="42912" y="71935"/>
                </a:moveTo>
                <a:cubicBezTo>
                  <a:pt x="43510" y="71935"/>
                  <a:pt x="44132" y="71960"/>
                  <a:pt x="44729" y="72085"/>
                </a:cubicBezTo>
                <a:cubicBezTo>
                  <a:pt x="44655" y="72085"/>
                  <a:pt x="44630" y="72134"/>
                  <a:pt x="44555" y="72134"/>
                </a:cubicBezTo>
                <a:cubicBezTo>
                  <a:pt x="44131" y="72042"/>
                  <a:pt x="43679" y="71991"/>
                  <a:pt x="43230" y="71991"/>
                </a:cubicBezTo>
                <a:cubicBezTo>
                  <a:pt x="43073" y="71991"/>
                  <a:pt x="42917" y="71997"/>
                  <a:pt x="42763" y="72010"/>
                </a:cubicBezTo>
                <a:cubicBezTo>
                  <a:pt x="42813" y="71960"/>
                  <a:pt x="42863" y="71960"/>
                  <a:pt x="42912" y="71935"/>
                </a:cubicBezTo>
                <a:close/>
                <a:moveTo>
                  <a:pt x="11077" y="54885"/>
                </a:moveTo>
                <a:lnTo>
                  <a:pt x="11077" y="54885"/>
                </a:lnTo>
                <a:cubicBezTo>
                  <a:pt x="9807" y="58519"/>
                  <a:pt x="9085" y="62004"/>
                  <a:pt x="9011" y="65190"/>
                </a:cubicBezTo>
                <a:lnTo>
                  <a:pt x="9011" y="65464"/>
                </a:lnTo>
                <a:lnTo>
                  <a:pt x="9011" y="66584"/>
                </a:lnTo>
                <a:cubicBezTo>
                  <a:pt x="9011" y="66733"/>
                  <a:pt x="9011" y="66907"/>
                  <a:pt x="9036" y="67032"/>
                </a:cubicBezTo>
                <a:cubicBezTo>
                  <a:pt x="9036" y="67106"/>
                  <a:pt x="9036" y="67206"/>
                  <a:pt x="9061" y="67305"/>
                </a:cubicBezTo>
                <a:cubicBezTo>
                  <a:pt x="9061" y="67530"/>
                  <a:pt x="9085" y="67729"/>
                  <a:pt x="9085" y="67928"/>
                </a:cubicBezTo>
                <a:cubicBezTo>
                  <a:pt x="9110" y="68102"/>
                  <a:pt x="9110" y="68301"/>
                  <a:pt x="9160" y="68450"/>
                </a:cubicBezTo>
                <a:cubicBezTo>
                  <a:pt x="9160" y="68575"/>
                  <a:pt x="9185" y="68699"/>
                  <a:pt x="9185" y="68824"/>
                </a:cubicBezTo>
                <a:cubicBezTo>
                  <a:pt x="8712" y="69894"/>
                  <a:pt x="8289" y="70964"/>
                  <a:pt x="7866" y="72060"/>
                </a:cubicBezTo>
                <a:lnTo>
                  <a:pt x="7791" y="72159"/>
                </a:lnTo>
                <a:cubicBezTo>
                  <a:pt x="5675" y="69894"/>
                  <a:pt x="4331" y="67480"/>
                  <a:pt x="3833" y="65215"/>
                </a:cubicBezTo>
                <a:cubicBezTo>
                  <a:pt x="4904" y="62302"/>
                  <a:pt x="6198" y="59340"/>
                  <a:pt x="7766" y="56353"/>
                </a:cubicBezTo>
                <a:cubicBezTo>
                  <a:pt x="8712" y="55756"/>
                  <a:pt x="9832" y="55258"/>
                  <a:pt x="11077" y="54885"/>
                </a:cubicBezTo>
                <a:close/>
                <a:moveTo>
                  <a:pt x="31985" y="72134"/>
                </a:moveTo>
                <a:cubicBezTo>
                  <a:pt x="31985" y="72159"/>
                  <a:pt x="31960" y="72159"/>
                  <a:pt x="31960" y="72184"/>
                </a:cubicBezTo>
                <a:lnTo>
                  <a:pt x="31911" y="72184"/>
                </a:lnTo>
                <a:cubicBezTo>
                  <a:pt x="31911" y="72159"/>
                  <a:pt x="31935" y="72159"/>
                  <a:pt x="31935" y="72134"/>
                </a:cubicBezTo>
                <a:close/>
                <a:moveTo>
                  <a:pt x="45153" y="72159"/>
                </a:moveTo>
                <a:cubicBezTo>
                  <a:pt x="45178" y="72159"/>
                  <a:pt x="45227" y="72159"/>
                  <a:pt x="45252" y="72184"/>
                </a:cubicBezTo>
                <a:cubicBezTo>
                  <a:pt x="45227" y="72184"/>
                  <a:pt x="45178" y="72209"/>
                  <a:pt x="45153" y="72209"/>
                </a:cubicBezTo>
                <a:lnTo>
                  <a:pt x="45153" y="72159"/>
                </a:lnTo>
                <a:close/>
                <a:moveTo>
                  <a:pt x="71811" y="63348"/>
                </a:moveTo>
                <a:lnTo>
                  <a:pt x="72234" y="63746"/>
                </a:lnTo>
                <a:cubicBezTo>
                  <a:pt x="69446" y="66733"/>
                  <a:pt x="66534" y="69546"/>
                  <a:pt x="63423" y="72209"/>
                </a:cubicBezTo>
                <a:cubicBezTo>
                  <a:pt x="63273" y="72060"/>
                  <a:pt x="63149" y="71910"/>
                  <a:pt x="62975" y="71761"/>
                </a:cubicBezTo>
                <a:lnTo>
                  <a:pt x="63348" y="71462"/>
                </a:lnTo>
                <a:cubicBezTo>
                  <a:pt x="63522" y="71338"/>
                  <a:pt x="63697" y="71213"/>
                  <a:pt x="63846" y="71089"/>
                </a:cubicBezTo>
                <a:cubicBezTo>
                  <a:pt x="64045" y="70940"/>
                  <a:pt x="64219" y="70815"/>
                  <a:pt x="64418" y="70666"/>
                </a:cubicBezTo>
                <a:cubicBezTo>
                  <a:pt x="64443" y="70641"/>
                  <a:pt x="64518" y="70591"/>
                  <a:pt x="64543" y="70566"/>
                </a:cubicBezTo>
                <a:cubicBezTo>
                  <a:pt x="64568" y="70541"/>
                  <a:pt x="64642" y="70516"/>
                  <a:pt x="64667" y="70467"/>
                </a:cubicBezTo>
                <a:lnTo>
                  <a:pt x="64767" y="70367"/>
                </a:lnTo>
                <a:cubicBezTo>
                  <a:pt x="65314" y="69944"/>
                  <a:pt x="65837" y="69471"/>
                  <a:pt x="66385" y="68998"/>
                </a:cubicBezTo>
                <a:lnTo>
                  <a:pt x="66410" y="68973"/>
                </a:lnTo>
                <a:lnTo>
                  <a:pt x="66459" y="68923"/>
                </a:lnTo>
                <a:cubicBezTo>
                  <a:pt x="66957" y="68475"/>
                  <a:pt x="67430" y="68052"/>
                  <a:pt x="67903" y="67579"/>
                </a:cubicBezTo>
                <a:cubicBezTo>
                  <a:pt x="68003" y="67530"/>
                  <a:pt x="68052" y="67430"/>
                  <a:pt x="68152" y="67355"/>
                </a:cubicBezTo>
                <a:lnTo>
                  <a:pt x="68202" y="67305"/>
                </a:lnTo>
                <a:lnTo>
                  <a:pt x="68301" y="67206"/>
                </a:lnTo>
                <a:cubicBezTo>
                  <a:pt x="68700" y="66808"/>
                  <a:pt x="69123" y="66409"/>
                  <a:pt x="69521" y="65961"/>
                </a:cubicBezTo>
                <a:cubicBezTo>
                  <a:pt x="69646" y="65837"/>
                  <a:pt x="69745" y="65712"/>
                  <a:pt x="69870" y="65588"/>
                </a:cubicBezTo>
                <a:cubicBezTo>
                  <a:pt x="69894" y="65563"/>
                  <a:pt x="69894" y="65538"/>
                  <a:pt x="69919" y="65538"/>
                </a:cubicBezTo>
                <a:cubicBezTo>
                  <a:pt x="70193" y="65215"/>
                  <a:pt x="70492" y="64916"/>
                  <a:pt x="70766" y="64567"/>
                </a:cubicBezTo>
                <a:cubicBezTo>
                  <a:pt x="70865" y="64468"/>
                  <a:pt x="70940" y="64368"/>
                  <a:pt x="71015" y="64294"/>
                </a:cubicBezTo>
                <a:cubicBezTo>
                  <a:pt x="71139" y="64119"/>
                  <a:pt x="71263" y="63995"/>
                  <a:pt x="71388" y="63846"/>
                </a:cubicBezTo>
                <a:lnTo>
                  <a:pt x="71413" y="63821"/>
                </a:lnTo>
                <a:cubicBezTo>
                  <a:pt x="71537" y="63671"/>
                  <a:pt x="71687" y="63497"/>
                  <a:pt x="71811" y="63348"/>
                </a:cubicBezTo>
                <a:close/>
                <a:moveTo>
                  <a:pt x="33221" y="72051"/>
                </a:moveTo>
                <a:cubicBezTo>
                  <a:pt x="33878" y="72051"/>
                  <a:pt x="34525" y="72083"/>
                  <a:pt x="35171" y="72159"/>
                </a:cubicBezTo>
                <a:cubicBezTo>
                  <a:pt x="35221" y="72184"/>
                  <a:pt x="35321" y="72209"/>
                  <a:pt x="35370" y="72259"/>
                </a:cubicBezTo>
                <a:cubicBezTo>
                  <a:pt x="34706" y="72166"/>
                  <a:pt x="34028" y="72115"/>
                  <a:pt x="33336" y="72115"/>
                </a:cubicBezTo>
                <a:cubicBezTo>
                  <a:pt x="33095" y="72115"/>
                  <a:pt x="32852" y="72121"/>
                  <a:pt x="32608" y="72134"/>
                </a:cubicBezTo>
                <a:cubicBezTo>
                  <a:pt x="32458" y="72134"/>
                  <a:pt x="32334" y="72159"/>
                  <a:pt x="32184" y="72159"/>
                </a:cubicBezTo>
                <a:cubicBezTo>
                  <a:pt x="32184" y="72134"/>
                  <a:pt x="32209" y="72134"/>
                  <a:pt x="32209" y="72085"/>
                </a:cubicBezTo>
                <a:cubicBezTo>
                  <a:pt x="32334" y="72085"/>
                  <a:pt x="32483" y="72060"/>
                  <a:pt x="32608" y="72060"/>
                </a:cubicBezTo>
                <a:cubicBezTo>
                  <a:pt x="32813" y="72054"/>
                  <a:pt x="33017" y="72051"/>
                  <a:pt x="33221" y="72051"/>
                </a:cubicBezTo>
                <a:close/>
                <a:moveTo>
                  <a:pt x="46248" y="72085"/>
                </a:moveTo>
                <a:lnTo>
                  <a:pt x="46248" y="72085"/>
                </a:lnTo>
                <a:cubicBezTo>
                  <a:pt x="46223" y="72159"/>
                  <a:pt x="46173" y="72209"/>
                  <a:pt x="46148" y="72259"/>
                </a:cubicBezTo>
                <a:cubicBezTo>
                  <a:pt x="46099" y="72209"/>
                  <a:pt x="46024" y="72184"/>
                  <a:pt x="45924" y="72184"/>
                </a:cubicBezTo>
                <a:cubicBezTo>
                  <a:pt x="46024" y="72159"/>
                  <a:pt x="46148" y="72134"/>
                  <a:pt x="46248" y="72085"/>
                </a:cubicBezTo>
                <a:close/>
                <a:moveTo>
                  <a:pt x="8164" y="72060"/>
                </a:moveTo>
                <a:cubicBezTo>
                  <a:pt x="8164" y="72134"/>
                  <a:pt x="8164" y="72159"/>
                  <a:pt x="8140" y="72184"/>
                </a:cubicBezTo>
                <a:lnTo>
                  <a:pt x="8090" y="72209"/>
                </a:lnTo>
                <a:lnTo>
                  <a:pt x="8040" y="72284"/>
                </a:lnTo>
                <a:cubicBezTo>
                  <a:pt x="8040" y="72259"/>
                  <a:pt x="8065" y="72184"/>
                  <a:pt x="8065" y="72159"/>
                </a:cubicBezTo>
                <a:lnTo>
                  <a:pt x="8164" y="72060"/>
                </a:lnTo>
                <a:close/>
                <a:moveTo>
                  <a:pt x="3709" y="65513"/>
                </a:moveTo>
                <a:cubicBezTo>
                  <a:pt x="4281" y="67754"/>
                  <a:pt x="5601" y="70068"/>
                  <a:pt x="7617" y="72284"/>
                </a:cubicBezTo>
                <a:cubicBezTo>
                  <a:pt x="7592" y="72284"/>
                  <a:pt x="7592" y="72309"/>
                  <a:pt x="7567" y="72309"/>
                </a:cubicBezTo>
                <a:cubicBezTo>
                  <a:pt x="5576" y="70168"/>
                  <a:pt x="4232" y="67853"/>
                  <a:pt x="3684" y="65613"/>
                </a:cubicBezTo>
                <a:cubicBezTo>
                  <a:pt x="3684" y="65588"/>
                  <a:pt x="3709" y="65563"/>
                  <a:pt x="3709" y="65513"/>
                </a:cubicBezTo>
                <a:close/>
                <a:moveTo>
                  <a:pt x="22601" y="71089"/>
                </a:moveTo>
                <a:lnTo>
                  <a:pt x="22626" y="71139"/>
                </a:lnTo>
                <a:lnTo>
                  <a:pt x="22651" y="71164"/>
                </a:lnTo>
                <a:cubicBezTo>
                  <a:pt x="22029" y="71388"/>
                  <a:pt x="21407" y="71587"/>
                  <a:pt x="20784" y="71836"/>
                </a:cubicBezTo>
                <a:cubicBezTo>
                  <a:pt x="20486" y="71960"/>
                  <a:pt x="20137" y="72134"/>
                  <a:pt x="19813" y="72284"/>
                </a:cubicBezTo>
                <a:cubicBezTo>
                  <a:pt x="19789" y="72284"/>
                  <a:pt x="19789" y="72309"/>
                  <a:pt x="19764" y="72309"/>
                </a:cubicBezTo>
                <a:cubicBezTo>
                  <a:pt x="19764" y="72309"/>
                  <a:pt x="19764" y="72284"/>
                  <a:pt x="19789" y="72284"/>
                </a:cubicBezTo>
                <a:cubicBezTo>
                  <a:pt x="19789" y="72284"/>
                  <a:pt x="19789" y="72259"/>
                  <a:pt x="19813" y="72259"/>
                </a:cubicBezTo>
                <a:cubicBezTo>
                  <a:pt x="19838" y="72209"/>
                  <a:pt x="19888" y="72184"/>
                  <a:pt x="19913" y="72159"/>
                </a:cubicBezTo>
                <a:cubicBezTo>
                  <a:pt x="20212" y="72035"/>
                  <a:pt x="20436" y="71910"/>
                  <a:pt x="20734" y="71786"/>
                </a:cubicBezTo>
                <a:cubicBezTo>
                  <a:pt x="20784" y="71761"/>
                  <a:pt x="20859" y="71761"/>
                  <a:pt x="20909" y="71711"/>
                </a:cubicBezTo>
                <a:cubicBezTo>
                  <a:pt x="21183" y="71587"/>
                  <a:pt x="21506" y="71462"/>
                  <a:pt x="21780" y="71388"/>
                </a:cubicBezTo>
                <a:cubicBezTo>
                  <a:pt x="21805" y="71338"/>
                  <a:pt x="21879" y="71338"/>
                  <a:pt x="21904" y="71313"/>
                </a:cubicBezTo>
                <a:cubicBezTo>
                  <a:pt x="22128" y="71213"/>
                  <a:pt x="22352" y="71164"/>
                  <a:pt x="22601" y="71089"/>
                </a:cubicBezTo>
                <a:close/>
                <a:moveTo>
                  <a:pt x="41295" y="72134"/>
                </a:moveTo>
                <a:cubicBezTo>
                  <a:pt x="41270" y="72134"/>
                  <a:pt x="41170" y="72159"/>
                  <a:pt x="41071" y="72184"/>
                </a:cubicBezTo>
                <a:cubicBezTo>
                  <a:pt x="40946" y="72209"/>
                  <a:pt x="40822" y="72259"/>
                  <a:pt x="40697" y="72309"/>
                </a:cubicBezTo>
                <a:cubicBezTo>
                  <a:pt x="40697" y="72309"/>
                  <a:pt x="40697" y="72284"/>
                  <a:pt x="40672" y="72284"/>
                </a:cubicBezTo>
                <a:lnTo>
                  <a:pt x="40647" y="72259"/>
                </a:lnTo>
                <a:cubicBezTo>
                  <a:pt x="40797" y="72209"/>
                  <a:pt x="40996" y="72159"/>
                  <a:pt x="41145" y="72134"/>
                </a:cubicBezTo>
                <a:close/>
                <a:moveTo>
                  <a:pt x="45551" y="72284"/>
                </a:moveTo>
                <a:lnTo>
                  <a:pt x="45551" y="72309"/>
                </a:lnTo>
                <a:cubicBezTo>
                  <a:pt x="45526" y="72309"/>
                  <a:pt x="45526" y="72309"/>
                  <a:pt x="45501" y="72284"/>
                </a:cubicBezTo>
                <a:lnTo>
                  <a:pt x="45501" y="72284"/>
                </a:lnTo>
                <a:cubicBezTo>
                  <a:pt x="45509" y="72292"/>
                  <a:pt x="45515" y="72295"/>
                  <a:pt x="45520" y="72295"/>
                </a:cubicBezTo>
                <a:cubicBezTo>
                  <a:pt x="45529" y="72295"/>
                  <a:pt x="45534" y="72284"/>
                  <a:pt x="45551" y="72284"/>
                </a:cubicBezTo>
                <a:close/>
                <a:moveTo>
                  <a:pt x="62825" y="71836"/>
                </a:moveTo>
                <a:cubicBezTo>
                  <a:pt x="62975" y="72010"/>
                  <a:pt x="63149" y="72159"/>
                  <a:pt x="63298" y="72333"/>
                </a:cubicBezTo>
                <a:cubicBezTo>
                  <a:pt x="63273" y="72333"/>
                  <a:pt x="63224" y="72383"/>
                  <a:pt x="63224" y="72383"/>
                </a:cubicBezTo>
                <a:cubicBezTo>
                  <a:pt x="63074" y="72209"/>
                  <a:pt x="62925" y="72035"/>
                  <a:pt x="62751" y="71885"/>
                </a:cubicBezTo>
                <a:lnTo>
                  <a:pt x="62800" y="71885"/>
                </a:lnTo>
                <a:lnTo>
                  <a:pt x="62825" y="71836"/>
                </a:lnTo>
                <a:close/>
                <a:moveTo>
                  <a:pt x="72309" y="63945"/>
                </a:moveTo>
                <a:lnTo>
                  <a:pt x="72359" y="63970"/>
                </a:lnTo>
                <a:cubicBezTo>
                  <a:pt x="69621" y="66907"/>
                  <a:pt x="66683" y="69720"/>
                  <a:pt x="63572" y="72408"/>
                </a:cubicBezTo>
                <a:lnTo>
                  <a:pt x="63547" y="72383"/>
                </a:lnTo>
                <a:lnTo>
                  <a:pt x="63522" y="72333"/>
                </a:lnTo>
                <a:cubicBezTo>
                  <a:pt x="66659" y="69695"/>
                  <a:pt x="69571" y="66857"/>
                  <a:pt x="72309" y="63945"/>
                </a:cubicBezTo>
                <a:close/>
                <a:moveTo>
                  <a:pt x="34474" y="68276"/>
                </a:moveTo>
                <a:cubicBezTo>
                  <a:pt x="34574" y="68301"/>
                  <a:pt x="34649" y="68326"/>
                  <a:pt x="34723" y="68401"/>
                </a:cubicBezTo>
                <a:cubicBezTo>
                  <a:pt x="34898" y="68475"/>
                  <a:pt x="35072" y="68550"/>
                  <a:pt x="35221" y="68650"/>
                </a:cubicBezTo>
                <a:cubicBezTo>
                  <a:pt x="35395" y="68699"/>
                  <a:pt x="35520" y="68799"/>
                  <a:pt x="35644" y="68849"/>
                </a:cubicBezTo>
                <a:cubicBezTo>
                  <a:pt x="35794" y="68948"/>
                  <a:pt x="35943" y="69023"/>
                  <a:pt x="36092" y="69098"/>
                </a:cubicBezTo>
                <a:cubicBezTo>
                  <a:pt x="36267" y="69197"/>
                  <a:pt x="36391" y="69272"/>
                  <a:pt x="36540" y="69347"/>
                </a:cubicBezTo>
                <a:cubicBezTo>
                  <a:pt x="36690" y="69446"/>
                  <a:pt x="36814" y="69546"/>
                  <a:pt x="36963" y="69645"/>
                </a:cubicBezTo>
                <a:cubicBezTo>
                  <a:pt x="37088" y="69720"/>
                  <a:pt x="37262" y="69819"/>
                  <a:pt x="37387" y="69919"/>
                </a:cubicBezTo>
                <a:cubicBezTo>
                  <a:pt x="37511" y="70019"/>
                  <a:pt x="37660" y="70093"/>
                  <a:pt x="37785" y="70193"/>
                </a:cubicBezTo>
                <a:cubicBezTo>
                  <a:pt x="37909" y="70292"/>
                  <a:pt x="38034" y="70392"/>
                  <a:pt x="38183" y="70516"/>
                </a:cubicBezTo>
                <a:cubicBezTo>
                  <a:pt x="38308" y="70591"/>
                  <a:pt x="38432" y="70691"/>
                  <a:pt x="38557" y="70815"/>
                </a:cubicBezTo>
                <a:cubicBezTo>
                  <a:pt x="38681" y="70915"/>
                  <a:pt x="38805" y="71039"/>
                  <a:pt x="38930" y="71139"/>
                </a:cubicBezTo>
                <a:cubicBezTo>
                  <a:pt x="39054" y="71213"/>
                  <a:pt x="39179" y="71338"/>
                  <a:pt x="39303" y="71437"/>
                </a:cubicBezTo>
                <a:cubicBezTo>
                  <a:pt x="39428" y="71562"/>
                  <a:pt x="39552" y="71686"/>
                  <a:pt x="39677" y="71786"/>
                </a:cubicBezTo>
                <a:lnTo>
                  <a:pt x="40000" y="72085"/>
                </a:lnTo>
                <a:cubicBezTo>
                  <a:pt x="40000" y="72134"/>
                  <a:pt x="40000" y="72134"/>
                  <a:pt x="40025" y="72134"/>
                </a:cubicBezTo>
                <a:lnTo>
                  <a:pt x="40025" y="72159"/>
                </a:lnTo>
                <a:cubicBezTo>
                  <a:pt x="39577" y="72309"/>
                  <a:pt x="39204" y="72383"/>
                  <a:pt x="38830" y="72433"/>
                </a:cubicBezTo>
                <a:cubicBezTo>
                  <a:pt x="38631" y="72309"/>
                  <a:pt x="38382" y="72159"/>
                  <a:pt x="38158" y="72035"/>
                </a:cubicBezTo>
                <a:lnTo>
                  <a:pt x="38133" y="72010"/>
                </a:lnTo>
                <a:cubicBezTo>
                  <a:pt x="36839" y="71288"/>
                  <a:pt x="35445" y="70765"/>
                  <a:pt x="33977" y="70392"/>
                </a:cubicBezTo>
                <a:cubicBezTo>
                  <a:pt x="33927" y="70392"/>
                  <a:pt x="33902" y="70342"/>
                  <a:pt x="33827" y="70342"/>
                </a:cubicBezTo>
                <a:cubicBezTo>
                  <a:pt x="33678" y="70317"/>
                  <a:pt x="33479" y="70268"/>
                  <a:pt x="33329" y="70218"/>
                </a:cubicBezTo>
                <a:cubicBezTo>
                  <a:pt x="33329" y="70218"/>
                  <a:pt x="33304" y="70218"/>
                  <a:pt x="33304" y="70193"/>
                </a:cubicBezTo>
                <a:cubicBezTo>
                  <a:pt x="33678" y="69546"/>
                  <a:pt x="34076" y="68899"/>
                  <a:pt x="34474" y="68276"/>
                </a:cubicBezTo>
                <a:close/>
                <a:moveTo>
                  <a:pt x="35843" y="72259"/>
                </a:moveTo>
                <a:lnTo>
                  <a:pt x="35843" y="72259"/>
                </a:lnTo>
                <a:cubicBezTo>
                  <a:pt x="35943" y="72284"/>
                  <a:pt x="36067" y="72284"/>
                  <a:pt x="36167" y="72309"/>
                </a:cubicBezTo>
                <a:cubicBezTo>
                  <a:pt x="36328" y="72362"/>
                  <a:pt x="36476" y="72403"/>
                  <a:pt x="36638" y="72449"/>
                </a:cubicBezTo>
                <a:lnTo>
                  <a:pt x="36638" y="72449"/>
                </a:lnTo>
                <a:cubicBezTo>
                  <a:pt x="36493" y="72417"/>
                  <a:pt x="36335" y="72400"/>
                  <a:pt x="36167" y="72383"/>
                </a:cubicBezTo>
                <a:cubicBezTo>
                  <a:pt x="36142" y="72383"/>
                  <a:pt x="36092" y="72383"/>
                  <a:pt x="36092" y="72333"/>
                </a:cubicBezTo>
                <a:cubicBezTo>
                  <a:pt x="36018" y="72309"/>
                  <a:pt x="35943" y="72284"/>
                  <a:pt x="35843" y="72259"/>
                </a:cubicBezTo>
                <a:close/>
                <a:moveTo>
                  <a:pt x="33977" y="70890"/>
                </a:moveTo>
                <a:lnTo>
                  <a:pt x="33977" y="70890"/>
                </a:lnTo>
                <a:cubicBezTo>
                  <a:pt x="34101" y="70915"/>
                  <a:pt x="34225" y="70940"/>
                  <a:pt x="34325" y="70964"/>
                </a:cubicBezTo>
                <a:lnTo>
                  <a:pt x="34698" y="71064"/>
                </a:lnTo>
                <a:cubicBezTo>
                  <a:pt x="35196" y="71213"/>
                  <a:pt x="35694" y="71388"/>
                  <a:pt x="36167" y="71562"/>
                </a:cubicBezTo>
                <a:lnTo>
                  <a:pt x="36192" y="71562"/>
                </a:lnTo>
                <a:cubicBezTo>
                  <a:pt x="36665" y="71761"/>
                  <a:pt x="37113" y="71960"/>
                  <a:pt x="37586" y="72209"/>
                </a:cubicBezTo>
                <a:cubicBezTo>
                  <a:pt x="37660" y="72259"/>
                  <a:pt x="37710" y="72284"/>
                  <a:pt x="37810" y="72309"/>
                </a:cubicBezTo>
                <a:cubicBezTo>
                  <a:pt x="37909" y="72383"/>
                  <a:pt x="37984" y="72433"/>
                  <a:pt x="38084" y="72458"/>
                </a:cubicBezTo>
                <a:lnTo>
                  <a:pt x="37909" y="72458"/>
                </a:lnTo>
                <a:cubicBezTo>
                  <a:pt x="37337" y="72383"/>
                  <a:pt x="36789" y="72209"/>
                  <a:pt x="36192" y="72134"/>
                </a:cubicBezTo>
                <a:cubicBezTo>
                  <a:pt x="35346" y="71811"/>
                  <a:pt x="34599" y="71413"/>
                  <a:pt x="33977" y="70890"/>
                </a:cubicBezTo>
                <a:close/>
                <a:moveTo>
                  <a:pt x="39926" y="72458"/>
                </a:moveTo>
                <a:lnTo>
                  <a:pt x="39926" y="72458"/>
                </a:lnTo>
                <a:cubicBezTo>
                  <a:pt x="39926" y="72458"/>
                  <a:pt x="39926" y="72458"/>
                  <a:pt x="39926" y="72458"/>
                </a:cubicBezTo>
                <a:lnTo>
                  <a:pt x="39901" y="72458"/>
                </a:lnTo>
                <a:cubicBezTo>
                  <a:pt x="39908" y="72458"/>
                  <a:pt x="39917" y="72458"/>
                  <a:pt x="39926" y="72458"/>
                </a:cubicBezTo>
                <a:close/>
                <a:moveTo>
                  <a:pt x="45750" y="72309"/>
                </a:moveTo>
                <a:cubicBezTo>
                  <a:pt x="45874" y="72333"/>
                  <a:pt x="45949" y="72383"/>
                  <a:pt x="46099" y="72408"/>
                </a:cubicBezTo>
                <a:cubicBezTo>
                  <a:pt x="46099" y="72433"/>
                  <a:pt x="46049" y="72433"/>
                  <a:pt x="46049" y="72458"/>
                </a:cubicBezTo>
                <a:cubicBezTo>
                  <a:pt x="45974" y="72433"/>
                  <a:pt x="45850" y="72408"/>
                  <a:pt x="45750" y="72383"/>
                </a:cubicBezTo>
                <a:lnTo>
                  <a:pt x="45750" y="72309"/>
                </a:lnTo>
                <a:close/>
                <a:moveTo>
                  <a:pt x="7791" y="72433"/>
                </a:moveTo>
                <a:cubicBezTo>
                  <a:pt x="7791" y="72458"/>
                  <a:pt x="7766" y="72458"/>
                  <a:pt x="7766" y="72508"/>
                </a:cubicBezTo>
                <a:lnTo>
                  <a:pt x="7716" y="72458"/>
                </a:lnTo>
                <a:cubicBezTo>
                  <a:pt x="7766" y="72458"/>
                  <a:pt x="7766" y="72433"/>
                  <a:pt x="7791" y="72433"/>
                </a:cubicBezTo>
                <a:close/>
                <a:moveTo>
                  <a:pt x="19515" y="72383"/>
                </a:moveTo>
                <a:cubicBezTo>
                  <a:pt x="19515" y="72383"/>
                  <a:pt x="19515" y="72408"/>
                  <a:pt x="19490" y="72408"/>
                </a:cubicBezTo>
                <a:cubicBezTo>
                  <a:pt x="19490" y="72433"/>
                  <a:pt x="19465" y="72433"/>
                  <a:pt x="19465" y="72458"/>
                </a:cubicBezTo>
                <a:cubicBezTo>
                  <a:pt x="19440" y="72458"/>
                  <a:pt x="19415" y="72458"/>
                  <a:pt x="19390" y="72508"/>
                </a:cubicBezTo>
                <a:cubicBezTo>
                  <a:pt x="19390" y="72458"/>
                  <a:pt x="19415" y="72458"/>
                  <a:pt x="19415" y="72433"/>
                </a:cubicBezTo>
                <a:lnTo>
                  <a:pt x="19415" y="72408"/>
                </a:lnTo>
                <a:cubicBezTo>
                  <a:pt x="19440" y="72408"/>
                  <a:pt x="19490" y="72383"/>
                  <a:pt x="19515" y="72383"/>
                </a:cubicBezTo>
                <a:close/>
                <a:moveTo>
                  <a:pt x="33592" y="70544"/>
                </a:moveTo>
                <a:cubicBezTo>
                  <a:pt x="35230" y="70918"/>
                  <a:pt x="36818" y="71539"/>
                  <a:pt x="38283" y="72333"/>
                </a:cubicBezTo>
                <a:cubicBezTo>
                  <a:pt x="38308" y="72383"/>
                  <a:pt x="38382" y="72383"/>
                  <a:pt x="38407" y="72408"/>
                </a:cubicBezTo>
                <a:cubicBezTo>
                  <a:pt x="38432" y="72433"/>
                  <a:pt x="38507" y="72458"/>
                  <a:pt x="38532" y="72508"/>
                </a:cubicBezTo>
                <a:lnTo>
                  <a:pt x="38457" y="72508"/>
                </a:lnTo>
                <a:cubicBezTo>
                  <a:pt x="38283" y="72408"/>
                  <a:pt x="38084" y="72284"/>
                  <a:pt x="37909" y="72184"/>
                </a:cubicBezTo>
                <a:cubicBezTo>
                  <a:pt x="37835" y="72159"/>
                  <a:pt x="37785" y="72134"/>
                  <a:pt x="37685" y="72060"/>
                </a:cubicBezTo>
                <a:cubicBezTo>
                  <a:pt x="37212" y="71811"/>
                  <a:pt x="36764" y="71587"/>
                  <a:pt x="36267" y="71413"/>
                </a:cubicBezTo>
                <a:cubicBezTo>
                  <a:pt x="36192" y="71388"/>
                  <a:pt x="36142" y="71338"/>
                  <a:pt x="36067" y="71338"/>
                </a:cubicBezTo>
                <a:cubicBezTo>
                  <a:pt x="35669" y="71188"/>
                  <a:pt x="35221" y="71039"/>
                  <a:pt x="34798" y="70915"/>
                </a:cubicBezTo>
                <a:cubicBezTo>
                  <a:pt x="34673" y="70890"/>
                  <a:pt x="34549" y="70815"/>
                  <a:pt x="34425" y="70790"/>
                </a:cubicBezTo>
                <a:lnTo>
                  <a:pt x="33678" y="70591"/>
                </a:lnTo>
                <a:lnTo>
                  <a:pt x="33653" y="70566"/>
                </a:lnTo>
                <a:cubicBezTo>
                  <a:pt x="33614" y="70566"/>
                  <a:pt x="33606" y="70551"/>
                  <a:pt x="33592" y="70544"/>
                </a:cubicBezTo>
                <a:close/>
                <a:moveTo>
                  <a:pt x="41419" y="72284"/>
                </a:moveTo>
                <a:cubicBezTo>
                  <a:pt x="41245" y="72408"/>
                  <a:pt x="41071" y="72433"/>
                  <a:pt x="40921" y="72508"/>
                </a:cubicBezTo>
                <a:cubicBezTo>
                  <a:pt x="40921" y="72458"/>
                  <a:pt x="40896" y="72458"/>
                  <a:pt x="40896" y="72433"/>
                </a:cubicBezTo>
                <a:cubicBezTo>
                  <a:pt x="40921" y="72433"/>
                  <a:pt x="40921" y="72433"/>
                  <a:pt x="40946" y="72408"/>
                </a:cubicBezTo>
                <a:cubicBezTo>
                  <a:pt x="41046" y="72383"/>
                  <a:pt x="41170" y="72333"/>
                  <a:pt x="41270" y="72309"/>
                </a:cubicBezTo>
                <a:cubicBezTo>
                  <a:pt x="41319" y="72309"/>
                  <a:pt x="41369" y="72284"/>
                  <a:pt x="41419" y="72284"/>
                </a:cubicBezTo>
                <a:close/>
                <a:moveTo>
                  <a:pt x="63423" y="72458"/>
                </a:moveTo>
                <a:cubicBezTo>
                  <a:pt x="63423" y="72508"/>
                  <a:pt x="63423" y="72508"/>
                  <a:pt x="63448" y="72533"/>
                </a:cubicBezTo>
                <a:cubicBezTo>
                  <a:pt x="63423" y="72533"/>
                  <a:pt x="63423" y="72557"/>
                  <a:pt x="63398" y="72557"/>
                </a:cubicBezTo>
                <a:cubicBezTo>
                  <a:pt x="63398" y="72533"/>
                  <a:pt x="63348" y="72533"/>
                  <a:pt x="63348" y="72508"/>
                </a:cubicBezTo>
                <a:cubicBezTo>
                  <a:pt x="63398" y="72508"/>
                  <a:pt x="63398" y="72458"/>
                  <a:pt x="63423" y="72458"/>
                </a:cubicBezTo>
                <a:close/>
                <a:moveTo>
                  <a:pt x="43334" y="72176"/>
                </a:moveTo>
                <a:cubicBezTo>
                  <a:pt x="43592" y="72176"/>
                  <a:pt x="43849" y="72188"/>
                  <a:pt x="44107" y="72209"/>
                </a:cubicBezTo>
                <a:cubicBezTo>
                  <a:pt x="43385" y="72383"/>
                  <a:pt x="42688" y="72508"/>
                  <a:pt x="42016" y="72582"/>
                </a:cubicBezTo>
                <a:cubicBezTo>
                  <a:pt x="42016" y="72557"/>
                  <a:pt x="42041" y="72533"/>
                  <a:pt x="42041" y="72533"/>
                </a:cubicBezTo>
                <a:cubicBezTo>
                  <a:pt x="42041" y="72533"/>
                  <a:pt x="42041" y="72508"/>
                  <a:pt x="42066" y="72508"/>
                </a:cubicBezTo>
                <a:cubicBezTo>
                  <a:pt x="42066" y="72508"/>
                  <a:pt x="42066" y="72458"/>
                  <a:pt x="42116" y="72458"/>
                </a:cubicBezTo>
                <a:cubicBezTo>
                  <a:pt x="42141" y="72408"/>
                  <a:pt x="42191" y="72309"/>
                  <a:pt x="42240" y="72259"/>
                </a:cubicBezTo>
                <a:cubicBezTo>
                  <a:pt x="42605" y="72200"/>
                  <a:pt x="42969" y="72176"/>
                  <a:pt x="43334" y="72176"/>
                </a:cubicBezTo>
                <a:close/>
                <a:moveTo>
                  <a:pt x="40672" y="72533"/>
                </a:moveTo>
                <a:cubicBezTo>
                  <a:pt x="40672" y="72533"/>
                  <a:pt x="40697" y="72557"/>
                  <a:pt x="40697" y="72582"/>
                </a:cubicBezTo>
                <a:cubicBezTo>
                  <a:pt x="40672" y="72582"/>
                  <a:pt x="40672" y="72582"/>
                  <a:pt x="40647" y="72632"/>
                </a:cubicBezTo>
                <a:cubicBezTo>
                  <a:pt x="40647" y="72582"/>
                  <a:pt x="40622" y="72582"/>
                  <a:pt x="40622" y="72557"/>
                </a:cubicBezTo>
                <a:cubicBezTo>
                  <a:pt x="40647" y="72557"/>
                  <a:pt x="40647" y="72557"/>
                  <a:pt x="40672" y="72533"/>
                </a:cubicBezTo>
                <a:close/>
                <a:moveTo>
                  <a:pt x="41942" y="72309"/>
                </a:moveTo>
                <a:cubicBezTo>
                  <a:pt x="41892" y="72408"/>
                  <a:pt x="41817" y="72533"/>
                  <a:pt x="41767" y="72632"/>
                </a:cubicBezTo>
                <a:lnTo>
                  <a:pt x="41743" y="72632"/>
                </a:lnTo>
                <a:cubicBezTo>
                  <a:pt x="41767" y="72533"/>
                  <a:pt x="41817" y="72433"/>
                  <a:pt x="41892" y="72333"/>
                </a:cubicBezTo>
                <a:cubicBezTo>
                  <a:pt x="41917" y="72333"/>
                  <a:pt x="41942" y="72309"/>
                  <a:pt x="41942" y="72309"/>
                </a:cubicBezTo>
                <a:close/>
                <a:moveTo>
                  <a:pt x="39204" y="72582"/>
                </a:moveTo>
                <a:cubicBezTo>
                  <a:pt x="39204" y="72582"/>
                  <a:pt x="39179" y="72582"/>
                  <a:pt x="39154" y="72632"/>
                </a:cubicBezTo>
                <a:cubicBezTo>
                  <a:pt x="39129" y="72632"/>
                  <a:pt x="39129" y="72657"/>
                  <a:pt x="39079" y="72657"/>
                </a:cubicBezTo>
                <a:lnTo>
                  <a:pt x="39054" y="72657"/>
                </a:lnTo>
                <a:cubicBezTo>
                  <a:pt x="39054" y="72657"/>
                  <a:pt x="39029" y="72657"/>
                  <a:pt x="39029" y="72632"/>
                </a:cubicBezTo>
                <a:cubicBezTo>
                  <a:pt x="39079" y="72632"/>
                  <a:pt x="39154" y="72582"/>
                  <a:pt x="39204" y="72582"/>
                </a:cubicBezTo>
                <a:close/>
                <a:moveTo>
                  <a:pt x="38756" y="72657"/>
                </a:moveTo>
                <a:lnTo>
                  <a:pt x="38781" y="72682"/>
                </a:lnTo>
                <a:lnTo>
                  <a:pt x="38756" y="72682"/>
                </a:lnTo>
                <a:cubicBezTo>
                  <a:pt x="38756" y="72657"/>
                  <a:pt x="38706" y="72657"/>
                  <a:pt x="38681" y="72657"/>
                </a:cubicBezTo>
                <a:close/>
                <a:moveTo>
                  <a:pt x="40398" y="72632"/>
                </a:moveTo>
                <a:cubicBezTo>
                  <a:pt x="40398" y="72657"/>
                  <a:pt x="40398" y="72657"/>
                  <a:pt x="40423" y="72682"/>
                </a:cubicBezTo>
                <a:lnTo>
                  <a:pt x="40374" y="72682"/>
                </a:lnTo>
                <a:lnTo>
                  <a:pt x="40374" y="72657"/>
                </a:lnTo>
                <a:cubicBezTo>
                  <a:pt x="40398" y="72657"/>
                  <a:pt x="40398" y="72657"/>
                  <a:pt x="40398" y="72632"/>
                </a:cubicBezTo>
                <a:close/>
                <a:moveTo>
                  <a:pt x="41543" y="72458"/>
                </a:moveTo>
                <a:cubicBezTo>
                  <a:pt x="41543" y="72533"/>
                  <a:pt x="41494" y="72582"/>
                  <a:pt x="41444" y="72657"/>
                </a:cubicBezTo>
                <a:cubicBezTo>
                  <a:pt x="41319" y="72657"/>
                  <a:pt x="41195" y="72657"/>
                  <a:pt x="41046" y="72682"/>
                </a:cubicBezTo>
                <a:lnTo>
                  <a:pt x="41021" y="72657"/>
                </a:lnTo>
                <a:cubicBezTo>
                  <a:pt x="41195" y="72582"/>
                  <a:pt x="41369" y="72533"/>
                  <a:pt x="41543" y="72458"/>
                </a:cubicBezTo>
                <a:close/>
                <a:moveTo>
                  <a:pt x="37810" y="72757"/>
                </a:moveTo>
                <a:cubicBezTo>
                  <a:pt x="37835" y="72757"/>
                  <a:pt x="37860" y="72757"/>
                  <a:pt x="37909" y="72782"/>
                </a:cubicBezTo>
                <a:cubicBezTo>
                  <a:pt x="37959" y="72782"/>
                  <a:pt x="38009" y="72806"/>
                  <a:pt x="38059" y="72806"/>
                </a:cubicBezTo>
                <a:cubicBezTo>
                  <a:pt x="38133" y="72831"/>
                  <a:pt x="38183" y="72831"/>
                  <a:pt x="38208" y="72856"/>
                </a:cubicBezTo>
                <a:cubicBezTo>
                  <a:pt x="38256" y="72856"/>
                  <a:pt x="38281" y="72902"/>
                  <a:pt x="38304" y="72906"/>
                </a:cubicBezTo>
                <a:lnTo>
                  <a:pt x="38304" y="72906"/>
                </a:lnTo>
                <a:cubicBezTo>
                  <a:pt x="38257" y="72904"/>
                  <a:pt x="38195" y="72897"/>
                  <a:pt x="38133" y="72856"/>
                </a:cubicBezTo>
                <a:cubicBezTo>
                  <a:pt x="38059" y="72856"/>
                  <a:pt x="38034" y="72856"/>
                  <a:pt x="37959" y="72831"/>
                </a:cubicBezTo>
                <a:cubicBezTo>
                  <a:pt x="37934" y="72806"/>
                  <a:pt x="37884" y="72782"/>
                  <a:pt x="37810" y="72782"/>
                </a:cubicBezTo>
                <a:lnTo>
                  <a:pt x="37810" y="72757"/>
                </a:lnTo>
                <a:close/>
                <a:moveTo>
                  <a:pt x="41319" y="72831"/>
                </a:moveTo>
                <a:cubicBezTo>
                  <a:pt x="41319" y="72881"/>
                  <a:pt x="41319" y="72906"/>
                  <a:pt x="41295" y="72906"/>
                </a:cubicBezTo>
                <a:lnTo>
                  <a:pt x="41270" y="72906"/>
                </a:lnTo>
                <a:lnTo>
                  <a:pt x="41245" y="72881"/>
                </a:lnTo>
                <a:cubicBezTo>
                  <a:pt x="41245" y="72881"/>
                  <a:pt x="41245" y="72831"/>
                  <a:pt x="41195" y="72831"/>
                </a:cubicBezTo>
                <a:close/>
                <a:moveTo>
                  <a:pt x="41643" y="72831"/>
                </a:moveTo>
                <a:cubicBezTo>
                  <a:pt x="41643" y="72881"/>
                  <a:pt x="41618" y="72881"/>
                  <a:pt x="41618" y="72906"/>
                </a:cubicBezTo>
                <a:lnTo>
                  <a:pt x="41568" y="72906"/>
                </a:lnTo>
                <a:cubicBezTo>
                  <a:pt x="41568" y="72881"/>
                  <a:pt x="41618" y="72881"/>
                  <a:pt x="41618" y="72831"/>
                </a:cubicBezTo>
                <a:close/>
                <a:moveTo>
                  <a:pt x="44555" y="72309"/>
                </a:moveTo>
                <a:cubicBezTo>
                  <a:pt x="44605" y="72309"/>
                  <a:pt x="44630" y="72309"/>
                  <a:pt x="44680" y="72333"/>
                </a:cubicBezTo>
                <a:lnTo>
                  <a:pt x="44680" y="72383"/>
                </a:lnTo>
                <a:cubicBezTo>
                  <a:pt x="43734" y="72632"/>
                  <a:pt x="42788" y="72806"/>
                  <a:pt x="41867" y="72906"/>
                </a:cubicBezTo>
                <a:cubicBezTo>
                  <a:pt x="41867" y="72831"/>
                  <a:pt x="41892" y="72806"/>
                  <a:pt x="41892" y="72806"/>
                </a:cubicBezTo>
                <a:cubicBezTo>
                  <a:pt x="42763" y="72707"/>
                  <a:pt x="43634" y="72533"/>
                  <a:pt x="44555" y="72309"/>
                </a:cubicBezTo>
                <a:close/>
                <a:moveTo>
                  <a:pt x="40971" y="72881"/>
                </a:moveTo>
                <a:lnTo>
                  <a:pt x="41046" y="72931"/>
                </a:lnTo>
                <a:lnTo>
                  <a:pt x="40971" y="72931"/>
                </a:lnTo>
                <a:cubicBezTo>
                  <a:pt x="40946" y="72931"/>
                  <a:pt x="40921" y="72906"/>
                  <a:pt x="40921" y="72881"/>
                </a:cubicBezTo>
                <a:close/>
                <a:moveTo>
                  <a:pt x="39751" y="72906"/>
                </a:moveTo>
                <a:cubicBezTo>
                  <a:pt x="39677" y="72931"/>
                  <a:pt x="39652" y="72931"/>
                  <a:pt x="39577" y="72956"/>
                </a:cubicBezTo>
                <a:cubicBezTo>
                  <a:pt x="39552" y="72956"/>
                  <a:pt x="39552" y="72931"/>
                  <a:pt x="39527" y="72931"/>
                </a:cubicBezTo>
                <a:lnTo>
                  <a:pt x="39552" y="72931"/>
                </a:lnTo>
                <a:cubicBezTo>
                  <a:pt x="39627" y="72906"/>
                  <a:pt x="39677" y="72906"/>
                  <a:pt x="39751" y="72906"/>
                </a:cubicBezTo>
                <a:close/>
                <a:moveTo>
                  <a:pt x="40249" y="72931"/>
                </a:moveTo>
                <a:lnTo>
                  <a:pt x="40249" y="72956"/>
                </a:lnTo>
                <a:lnTo>
                  <a:pt x="40125" y="72956"/>
                </a:lnTo>
                <a:cubicBezTo>
                  <a:pt x="40174" y="72956"/>
                  <a:pt x="40199" y="72956"/>
                  <a:pt x="40249" y="72931"/>
                </a:cubicBezTo>
                <a:close/>
                <a:moveTo>
                  <a:pt x="40498" y="72906"/>
                </a:moveTo>
                <a:cubicBezTo>
                  <a:pt x="40498" y="72931"/>
                  <a:pt x="40523" y="72931"/>
                  <a:pt x="40523" y="72956"/>
                </a:cubicBezTo>
                <a:lnTo>
                  <a:pt x="40448" y="72956"/>
                </a:lnTo>
                <a:cubicBezTo>
                  <a:pt x="40448" y="72931"/>
                  <a:pt x="40448" y="72931"/>
                  <a:pt x="40423" y="72906"/>
                </a:cubicBezTo>
                <a:close/>
                <a:moveTo>
                  <a:pt x="45750" y="72557"/>
                </a:moveTo>
                <a:cubicBezTo>
                  <a:pt x="45850" y="72582"/>
                  <a:pt x="45899" y="72632"/>
                  <a:pt x="45974" y="72632"/>
                </a:cubicBezTo>
                <a:cubicBezTo>
                  <a:pt x="45899" y="72757"/>
                  <a:pt x="45800" y="72906"/>
                  <a:pt x="45750" y="73030"/>
                </a:cubicBezTo>
                <a:lnTo>
                  <a:pt x="45750" y="72557"/>
                </a:lnTo>
                <a:close/>
                <a:moveTo>
                  <a:pt x="52321" y="69396"/>
                </a:moveTo>
                <a:cubicBezTo>
                  <a:pt x="52321" y="69421"/>
                  <a:pt x="52346" y="69471"/>
                  <a:pt x="52346" y="69521"/>
                </a:cubicBezTo>
                <a:cubicBezTo>
                  <a:pt x="52371" y="69595"/>
                  <a:pt x="52371" y="69695"/>
                  <a:pt x="52396" y="69795"/>
                </a:cubicBezTo>
                <a:lnTo>
                  <a:pt x="52496" y="70168"/>
                </a:lnTo>
                <a:cubicBezTo>
                  <a:pt x="52396" y="70218"/>
                  <a:pt x="52346" y="70268"/>
                  <a:pt x="52247" y="70317"/>
                </a:cubicBezTo>
                <a:cubicBezTo>
                  <a:pt x="51624" y="70765"/>
                  <a:pt x="51002" y="71188"/>
                  <a:pt x="50355" y="71637"/>
                </a:cubicBezTo>
                <a:lnTo>
                  <a:pt x="49782" y="72010"/>
                </a:lnTo>
                <a:cubicBezTo>
                  <a:pt x="49235" y="72383"/>
                  <a:pt x="48662" y="72707"/>
                  <a:pt x="48140" y="73055"/>
                </a:cubicBezTo>
                <a:cubicBezTo>
                  <a:pt x="47642" y="72806"/>
                  <a:pt x="47169" y="72582"/>
                  <a:pt x="46671" y="72408"/>
                </a:cubicBezTo>
                <a:cubicBezTo>
                  <a:pt x="46771" y="72259"/>
                  <a:pt x="46845" y="72060"/>
                  <a:pt x="46920" y="71885"/>
                </a:cubicBezTo>
                <a:cubicBezTo>
                  <a:pt x="46920" y="71836"/>
                  <a:pt x="46970" y="71836"/>
                  <a:pt x="46970" y="71811"/>
                </a:cubicBezTo>
                <a:cubicBezTo>
                  <a:pt x="48712" y="71188"/>
                  <a:pt x="50504" y="70392"/>
                  <a:pt x="52321" y="69396"/>
                </a:cubicBezTo>
                <a:close/>
                <a:moveTo>
                  <a:pt x="41519" y="73080"/>
                </a:moveTo>
                <a:cubicBezTo>
                  <a:pt x="41494" y="73130"/>
                  <a:pt x="41494" y="73155"/>
                  <a:pt x="41444" y="73155"/>
                </a:cubicBezTo>
                <a:cubicBezTo>
                  <a:pt x="41444" y="73130"/>
                  <a:pt x="41444" y="73130"/>
                  <a:pt x="41494" y="73080"/>
                </a:cubicBezTo>
                <a:close/>
                <a:moveTo>
                  <a:pt x="50495" y="71776"/>
                </a:moveTo>
                <a:lnTo>
                  <a:pt x="50006" y="72109"/>
                </a:lnTo>
                <a:cubicBezTo>
                  <a:pt x="49484" y="72458"/>
                  <a:pt x="48911" y="72806"/>
                  <a:pt x="48388" y="73155"/>
                </a:cubicBezTo>
                <a:cubicBezTo>
                  <a:pt x="48388" y="73167"/>
                  <a:pt x="48382" y="73174"/>
                  <a:pt x="48373" y="73174"/>
                </a:cubicBezTo>
                <a:cubicBezTo>
                  <a:pt x="48364" y="73174"/>
                  <a:pt x="48351" y="73167"/>
                  <a:pt x="48339" y="73155"/>
                </a:cubicBezTo>
                <a:lnTo>
                  <a:pt x="48339" y="73155"/>
                </a:lnTo>
                <a:cubicBezTo>
                  <a:pt x="48339" y="73155"/>
                  <a:pt x="48339" y="73155"/>
                  <a:pt x="48339" y="73155"/>
                </a:cubicBezTo>
                <a:lnTo>
                  <a:pt x="48339" y="73155"/>
                </a:lnTo>
                <a:cubicBezTo>
                  <a:pt x="48351" y="73167"/>
                  <a:pt x="48351" y="73174"/>
                  <a:pt x="48348" y="73174"/>
                </a:cubicBezTo>
                <a:cubicBezTo>
                  <a:pt x="48345" y="73174"/>
                  <a:pt x="48339" y="73167"/>
                  <a:pt x="48339" y="73155"/>
                </a:cubicBezTo>
                <a:lnTo>
                  <a:pt x="48339" y="73155"/>
                </a:lnTo>
                <a:cubicBezTo>
                  <a:pt x="48339" y="73155"/>
                  <a:pt x="48339" y="73155"/>
                  <a:pt x="48339" y="73155"/>
                </a:cubicBezTo>
                <a:cubicBezTo>
                  <a:pt x="48488" y="73055"/>
                  <a:pt x="48637" y="72956"/>
                  <a:pt x="48837" y="72831"/>
                </a:cubicBezTo>
                <a:cubicBezTo>
                  <a:pt x="49036" y="72707"/>
                  <a:pt x="49235" y="72557"/>
                  <a:pt x="49459" y="72433"/>
                </a:cubicBezTo>
                <a:cubicBezTo>
                  <a:pt x="49608" y="72333"/>
                  <a:pt x="49782" y="72209"/>
                  <a:pt x="49957" y="72134"/>
                </a:cubicBezTo>
                <a:cubicBezTo>
                  <a:pt x="50131" y="72010"/>
                  <a:pt x="50305" y="71910"/>
                  <a:pt x="50479" y="71786"/>
                </a:cubicBezTo>
                <a:cubicBezTo>
                  <a:pt x="50485" y="71783"/>
                  <a:pt x="50490" y="71779"/>
                  <a:pt x="50495" y="71776"/>
                </a:cubicBezTo>
                <a:close/>
                <a:moveTo>
                  <a:pt x="41170" y="73130"/>
                </a:moveTo>
                <a:lnTo>
                  <a:pt x="41195" y="73155"/>
                </a:lnTo>
                <a:cubicBezTo>
                  <a:pt x="41195" y="73180"/>
                  <a:pt x="41170" y="73180"/>
                  <a:pt x="41170" y="73205"/>
                </a:cubicBezTo>
                <a:cubicBezTo>
                  <a:pt x="41145" y="73180"/>
                  <a:pt x="41145" y="73155"/>
                  <a:pt x="41120" y="73130"/>
                </a:cubicBezTo>
                <a:close/>
                <a:moveTo>
                  <a:pt x="46596" y="72582"/>
                </a:moveTo>
                <a:cubicBezTo>
                  <a:pt x="47044" y="72757"/>
                  <a:pt x="47492" y="72956"/>
                  <a:pt x="47916" y="73180"/>
                </a:cubicBezTo>
                <a:cubicBezTo>
                  <a:pt x="47891" y="73180"/>
                  <a:pt x="47891" y="73205"/>
                  <a:pt x="47866" y="73205"/>
                </a:cubicBezTo>
                <a:cubicBezTo>
                  <a:pt x="47468" y="73006"/>
                  <a:pt x="46995" y="72806"/>
                  <a:pt x="46547" y="72657"/>
                </a:cubicBezTo>
                <a:cubicBezTo>
                  <a:pt x="46547" y="72632"/>
                  <a:pt x="46596" y="72632"/>
                  <a:pt x="46596" y="72582"/>
                </a:cubicBezTo>
                <a:close/>
                <a:moveTo>
                  <a:pt x="29247" y="70292"/>
                </a:moveTo>
                <a:cubicBezTo>
                  <a:pt x="29770" y="70292"/>
                  <a:pt x="30318" y="70317"/>
                  <a:pt x="30840" y="70342"/>
                </a:cubicBezTo>
                <a:cubicBezTo>
                  <a:pt x="30965" y="70342"/>
                  <a:pt x="31114" y="70392"/>
                  <a:pt x="31239" y="70392"/>
                </a:cubicBezTo>
                <a:cubicBezTo>
                  <a:pt x="31687" y="70417"/>
                  <a:pt x="32110" y="70467"/>
                  <a:pt x="32558" y="70566"/>
                </a:cubicBezTo>
                <a:cubicBezTo>
                  <a:pt x="32259" y="71039"/>
                  <a:pt x="32035" y="71462"/>
                  <a:pt x="31786" y="71935"/>
                </a:cubicBezTo>
                <a:cubicBezTo>
                  <a:pt x="30069" y="72134"/>
                  <a:pt x="28326" y="72557"/>
                  <a:pt x="26609" y="73254"/>
                </a:cubicBezTo>
                <a:cubicBezTo>
                  <a:pt x="25314" y="72757"/>
                  <a:pt x="24169" y="72060"/>
                  <a:pt x="23248" y="71164"/>
                </a:cubicBezTo>
                <a:cubicBezTo>
                  <a:pt x="23497" y="71089"/>
                  <a:pt x="23721" y="71039"/>
                  <a:pt x="23970" y="70964"/>
                </a:cubicBezTo>
                <a:cubicBezTo>
                  <a:pt x="24020" y="70940"/>
                  <a:pt x="24120" y="70940"/>
                  <a:pt x="24169" y="70915"/>
                </a:cubicBezTo>
                <a:lnTo>
                  <a:pt x="25016" y="70716"/>
                </a:lnTo>
                <a:cubicBezTo>
                  <a:pt x="25115" y="70691"/>
                  <a:pt x="25215" y="70691"/>
                  <a:pt x="25265" y="70666"/>
                </a:cubicBezTo>
                <a:cubicBezTo>
                  <a:pt x="25538" y="70591"/>
                  <a:pt x="25787" y="70566"/>
                  <a:pt x="26086" y="70516"/>
                </a:cubicBezTo>
                <a:cubicBezTo>
                  <a:pt x="26211" y="70467"/>
                  <a:pt x="26285" y="70467"/>
                  <a:pt x="26410" y="70467"/>
                </a:cubicBezTo>
                <a:cubicBezTo>
                  <a:pt x="26659" y="70442"/>
                  <a:pt x="26907" y="70417"/>
                  <a:pt x="27131" y="70392"/>
                </a:cubicBezTo>
                <a:cubicBezTo>
                  <a:pt x="27281" y="70342"/>
                  <a:pt x="27480" y="70342"/>
                  <a:pt x="27629" y="70342"/>
                </a:cubicBezTo>
                <a:cubicBezTo>
                  <a:pt x="27828" y="70342"/>
                  <a:pt x="28003" y="70317"/>
                  <a:pt x="28202" y="70317"/>
                </a:cubicBezTo>
                <a:cubicBezTo>
                  <a:pt x="28525" y="70292"/>
                  <a:pt x="28874" y="70292"/>
                  <a:pt x="29222" y="70292"/>
                </a:cubicBezTo>
                <a:close/>
                <a:moveTo>
                  <a:pt x="38557" y="73180"/>
                </a:moveTo>
                <a:lnTo>
                  <a:pt x="38557" y="73180"/>
                </a:lnTo>
                <a:cubicBezTo>
                  <a:pt x="38532" y="73205"/>
                  <a:pt x="38457" y="73254"/>
                  <a:pt x="38432" y="73279"/>
                </a:cubicBezTo>
                <a:cubicBezTo>
                  <a:pt x="38398" y="73296"/>
                  <a:pt x="38340" y="73302"/>
                  <a:pt x="38283" y="73311"/>
                </a:cubicBezTo>
                <a:lnTo>
                  <a:pt x="38283" y="73311"/>
                </a:lnTo>
                <a:cubicBezTo>
                  <a:pt x="38312" y="73299"/>
                  <a:pt x="38344" y="73280"/>
                  <a:pt x="38382" y="73254"/>
                </a:cubicBezTo>
                <a:cubicBezTo>
                  <a:pt x="38432" y="73205"/>
                  <a:pt x="38507" y="73205"/>
                  <a:pt x="38557" y="73180"/>
                </a:cubicBezTo>
                <a:close/>
                <a:moveTo>
                  <a:pt x="48214" y="73304"/>
                </a:moveTo>
                <a:cubicBezTo>
                  <a:pt x="48187" y="73304"/>
                  <a:pt x="48174" y="73312"/>
                  <a:pt x="48165" y="73319"/>
                </a:cubicBezTo>
                <a:lnTo>
                  <a:pt x="48165" y="73319"/>
                </a:lnTo>
                <a:cubicBezTo>
                  <a:pt x="48166" y="73304"/>
                  <a:pt x="48173" y="73304"/>
                  <a:pt x="48214" y="73304"/>
                </a:cubicBezTo>
                <a:close/>
                <a:moveTo>
                  <a:pt x="39253" y="73254"/>
                </a:moveTo>
                <a:cubicBezTo>
                  <a:pt x="39278" y="73254"/>
                  <a:pt x="39278" y="73254"/>
                  <a:pt x="39278" y="73279"/>
                </a:cubicBezTo>
                <a:cubicBezTo>
                  <a:pt x="39303" y="73304"/>
                  <a:pt x="39328" y="73304"/>
                  <a:pt x="39378" y="73329"/>
                </a:cubicBezTo>
                <a:cubicBezTo>
                  <a:pt x="39303" y="73304"/>
                  <a:pt x="39278" y="73304"/>
                  <a:pt x="39204" y="73279"/>
                </a:cubicBezTo>
                <a:cubicBezTo>
                  <a:pt x="39253" y="73279"/>
                  <a:pt x="39253" y="73279"/>
                  <a:pt x="39253" y="73254"/>
                </a:cubicBezTo>
                <a:close/>
                <a:moveTo>
                  <a:pt x="48140" y="73304"/>
                </a:moveTo>
                <a:cubicBezTo>
                  <a:pt x="48140" y="73304"/>
                  <a:pt x="48158" y="73304"/>
                  <a:pt x="48163" y="73320"/>
                </a:cubicBezTo>
                <a:lnTo>
                  <a:pt x="48163" y="73320"/>
                </a:lnTo>
                <a:cubicBezTo>
                  <a:pt x="48156" y="73325"/>
                  <a:pt x="48150" y="73329"/>
                  <a:pt x="48140" y="73329"/>
                </a:cubicBezTo>
                <a:lnTo>
                  <a:pt x="48090" y="73329"/>
                </a:lnTo>
                <a:cubicBezTo>
                  <a:pt x="48115" y="73329"/>
                  <a:pt x="48115" y="73304"/>
                  <a:pt x="48140" y="73304"/>
                </a:cubicBezTo>
                <a:close/>
                <a:moveTo>
                  <a:pt x="23074" y="71213"/>
                </a:moveTo>
                <a:cubicBezTo>
                  <a:pt x="23995" y="72134"/>
                  <a:pt x="25090" y="72831"/>
                  <a:pt x="26385" y="73329"/>
                </a:cubicBezTo>
                <a:cubicBezTo>
                  <a:pt x="26360" y="73329"/>
                  <a:pt x="26335" y="73379"/>
                  <a:pt x="26285" y="73379"/>
                </a:cubicBezTo>
                <a:cubicBezTo>
                  <a:pt x="25033" y="72888"/>
                  <a:pt x="23926" y="72154"/>
                  <a:pt x="23012" y="71251"/>
                </a:cubicBezTo>
                <a:lnTo>
                  <a:pt x="23012" y="71251"/>
                </a:lnTo>
                <a:cubicBezTo>
                  <a:pt x="23013" y="71251"/>
                  <a:pt x="23014" y="71251"/>
                  <a:pt x="23015" y="71251"/>
                </a:cubicBezTo>
                <a:cubicBezTo>
                  <a:pt x="23031" y="71251"/>
                  <a:pt x="23049" y="71238"/>
                  <a:pt x="23074" y="71213"/>
                </a:cubicBezTo>
                <a:close/>
                <a:moveTo>
                  <a:pt x="31711" y="72134"/>
                </a:moveTo>
                <a:cubicBezTo>
                  <a:pt x="31711" y="72159"/>
                  <a:pt x="31687" y="72159"/>
                  <a:pt x="31687" y="72184"/>
                </a:cubicBezTo>
                <a:cubicBezTo>
                  <a:pt x="30094" y="72333"/>
                  <a:pt x="28550" y="72757"/>
                  <a:pt x="27007" y="73379"/>
                </a:cubicBezTo>
                <a:cubicBezTo>
                  <a:pt x="26982" y="73379"/>
                  <a:pt x="26957" y="73329"/>
                  <a:pt x="26907" y="73329"/>
                </a:cubicBezTo>
                <a:cubicBezTo>
                  <a:pt x="28476" y="72707"/>
                  <a:pt x="30069" y="72309"/>
                  <a:pt x="31711" y="72134"/>
                </a:cubicBezTo>
                <a:close/>
                <a:moveTo>
                  <a:pt x="41319" y="73304"/>
                </a:moveTo>
                <a:cubicBezTo>
                  <a:pt x="41369" y="73329"/>
                  <a:pt x="41369" y="73329"/>
                  <a:pt x="41369" y="73379"/>
                </a:cubicBezTo>
                <a:cubicBezTo>
                  <a:pt x="41369" y="73404"/>
                  <a:pt x="41319" y="73404"/>
                  <a:pt x="41319" y="73429"/>
                </a:cubicBezTo>
                <a:lnTo>
                  <a:pt x="41319" y="73404"/>
                </a:lnTo>
                <a:lnTo>
                  <a:pt x="41295" y="73379"/>
                </a:lnTo>
                <a:cubicBezTo>
                  <a:pt x="41295" y="73329"/>
                  <a:pt x="41319" y="73329"/>
                  <a:pt x="41319" y="73304"/>
                </a:cubicBezTo>
                <a:close/>
                <a:moveTo>
                  <a:pt x="40896" y="73130"/>
                </a:moveTo>
                <a:cubicBezTo>
                  <a:pt x="40921" y="73205"/>
                  <a:pt x="40996" y="73304"/>
                  <a:pt x="41046" y="73379"/>
                </a:cubicBezTo>
                <a:cubicBezTo>
                  <a:pt x="41021" y="73404"/>
                  <a:pt x="40996" y="73454"/>
                  <a:pt x="40996" y="73503"/>
                </a:cubicBezTo>
                <a:cubicBezTo>
                  <a:pt x="40921" y="73379"/>
                  <a:pt x="40871" y="73254"/>
                  <a:pt x="40822" y="73130"/>
                </a:cubicBezTo>
                <a:close/>
                <a:moveTo>
                  <a:pt x="26609" y="73454"/>
                </a:moveTo>
                <a:cubicBezTo>
                  <a:pt x="26683" y="73454"/>
                  <a:pt x="26708" y="73454"/>
                  <a:pt x="26708" y="73503"/>
                </a:cubicBezTo>
                <a:cubicBezTo>
                  <a:pt x="26683" y="73503"/>
                  <a:pt x="26634" y="73528"/>
                  <a:pt x="26609" y="73528"/>
                </a:cubicBezTo>
                <a:lnTo>
                  <a:pt x="26584" y="73528"/>
                </a:lnTo>
                <a:cubicBezTo>
                  <a:pt x="26559" y="73528"/>
                  <a:pt x="26559" y="73503"/>
                  <a:pt x="26509" y="73503"/>
                </a:cubicBezTo>
                <a:cubicBezTo>
                  <a:pt x="26559" y="73503"/>
                  <a:pt x="26584" y="73454"/>
                  <a:pt x="26609" y="73454"/>
                </a:cubicBezTo>
                <a:close/>
                <a:moveTo>
                  <a:pt x="40324" y="73155"/>
                </a:moveTo>
                <a:cubicBezTo>
                  <a:pt x="40349" y="73205"/>
                  <a:pt x="40349" y="73254"/>
                  <a:pt x="40398" y="73304"/>
                </a:cubicBezTo>
                <a:lnTo>
                  <a:pt x="40398" y="73329"/>
                </a:lnTo>
                <a:cubicBezTo>
                  <a:pt x="40423" y="73404"/>
                  <a:pt x="40448" y="73503"/>
                  <a:pt x="40498" y="73553"/>
                </a:cubicBezTo>
                <a:lnTo>
                  <a:pt x="40498" y="73578"/>
                </a:lnTo>
                <a:lnTo>
                  <a:pt x="40299" y="73478"/>
                </a:lnTo>
                <a:cubicBezTo>
                  <a:pt x="40150" y="73354"/>
                  <a:pt x="40000" y="73279"/>
                  <a:pt x="39826" y="73155"/>
                </a:cubicBezTo>
                <a:close/>
                <a:moveTo>
                  <a:pt x="45501" y="72508"/>
                </a:moveTo>
                <a:cubicBezTo>
                  <a:pt x="45526" y="72508"/>
                  <a:pt x="45526" y="72508"/>
                  <a:pt x="45551" y="72533"/>
                </a:cubicBezTo>
                <a:cubicBezTo>
                  <a:pt x="45551" y="72831"/>
                  <a:pt x="45551" y="73180"/>
                  <a:pt x="45526" y="73503"/>
                </a:cubicBezTo>
                <a:cubicBezTo>
                  <a:pt x="45506" y="73544"/>
                  <a:pt x="45486" y="73568"/>
                  <a:pt x="45479" y="73615"/>
                </a:cubicBezTo>
                <a:lnTo>
                  <a:pt x="45479" y="73615"/>
                </a:lnTo>
                <a:cubicBezTo>
                  <a:pt x="45503" y="73253"/>
                  <a:pt x="45525" y="72869"/>
                  <a:pt x="45501" y="72508"/>
                </a:cubicBezTo>
                <a:close/>
                <a:moveTo>
                  <a:pt x="41170" y="73553"/>
                </a:moveTo>
                <a:lnTo>
                  <a:pt x="41195" y="73578"/>
                </a:lnTo>
                <a:lnTo>
                  <a:pt x="41120" y="73777"/>
                </a:lnTo>
                <a:lnTo>
                  <a:pt x="41071" y="73752"/>
                </a:lnTo>
                <a:lnTo>
                  <a:pt x="41170" y="73553"/>
                </a:lnTo>
                <a:close/>
                <a:moveTo>
                  <a:pt x="40622" y="73205"/>
                </a:moveTo>
                <a:cubicBezTo>
                  <a:pt x="40647" y="73254"/>
                  <a:pt x="40672" y="73329"/>
                  <a:pt x="40747" y="73429"/>
                </a:cubicBezTo>
                <a:lnTo>
                  <a:pt x="40822" y="73628"/>
                </a:lnTo>
                <a:cubicBezTo>
                  <a:pt x="40871" y="73653"/>
                  <a:pt x="40871" y="73702"/>
                  <a:pt x="40896" y="73752"/>
                </a:cubicBezTo>
                <a:cubicBezTo>
                  <a:pt x="40896" y="73752"/>
                  <a:pt x="40896" y="73777"/>
                  <a:pt x="40871" y="73777"/>
                </a:cubicBezTo>
                <a:lnTo>
                  <a:pt x="40871" y="73802"/>
                </a:lnTo>
                <a:cubicBezTo>
                  <a:pt x="40772" y="73653"/>
                  <a:pt x="40697" y="73503"/>
                  <a:pt x="40622" y="73329"/>
                </a:cubicBezTo>
                <a:cubicBezTo>
                  <a:pt x="40573" y="73279"/>
                  <a:pt x="40573" y="73254"/>
                  <a:pt x="40548" y="73205"/>
                </a:cubicBezTo>
                <a:close/>
                <a:moveTo>
                  <a:pt x="31562" y="72408"/>
                </a:moveTo>
                <a:cubicBezTo>
                  <a:pt x="31239" y="72956"/>
                  <a:pt x="30965" y="73503"/>
                  <a:pt x="30691" y="74051"/>
                </a:cubicBezTo>
                <a:cubicBezTo>
                  <a:pt x="29471" y="74001"/>
                  <a:pt x="28351" y="73777"/>
                  <a:pt x="27306" y="73454"/>
                </a:cubicBezTo>
                <a:cubicBezTo>
                  <a:pt x="28700" y="72931"/>
                  <a:pt x="30118" y="72557"/>
                  <a:pt x="31562" y="72408"/>
                </a:cubicBezTo>
                <a:close/>
                <a:moveTo>
                  <a:pt x="31861" y="72383"/>
                </a:moveTo>
                <a:cubicBezTo>
                  <a:pt x="31562" y="72931"/>
                  <a:pt x="31239" y="73503"/>
                  <a:pt x="30965" y="74051"/>
                </a:cubicBezTo>
                <a:lnTo>
                  <a:pt x="30915" y="74051"/>
                </a:lnTo>
                <a:cubicBezTo>
                  <a:pt x="31189" y="73503"/>
                  <a:pt x="31487" y="72931"/>
                  <a:pt x="31811" y="72383"/>
                </a:cubicBezTo>
                <a:close/>
                <a:moveTo>
                  <a:pt x="33230" y="72321"/>
                </a:moveTo>
                <a:cubicBezTo>
                  <a:pt x="34209" y="72321"/>
                  <a:pt x="35167" y="72414"/>
                  <a:pt x="36092" y="72557"/>
                </a:cubicBezTo>
                <a:cubicBezTo>
                  <a:pt x="36565" y="72707"/>
                  <a:pt x="37088" y="72881"/>
                  <a:pt x="37636" y="72956"/>
                </a:cubicBezTo>
                <a:lnTo>
                  <a:pt x="37710" y="72956"/>
                </a:lnTo>
                <a:cubicBezTo>
                  <a:pt x="37884" y="73006"/>
                  <a:pt x="38034" y="73030"/>
                  <a:pt x="38183" y="73080"/>
                </a:cubicBezTo>
                <a:cubicBezTo>
                  <a:pt x="38208" y="73080"/>
                  <a:pt x="38208" y="73080"/>
                  <a:pt x="38258" y="73130"/>
                </a:cubicBezTo>
                <a:cubicBezTo>
                  <a:pt x="35945" y="73742"/>
                  <a:pt x="33757" y="74086"/>
                  <a:pt x="31748" y="74086"/>
                </a:cubicBezTo>
                <a:cubicBezTo>
                  <a:pt x="31552" y="74086"/>
                  <a:pt x="31357" y="74082"/>
                  <a:pt x="31164" y="74076"/>
                </a:cubicBezTo>
                <a:cubicBezTo>
                  <a:pt x="31463" y="73503"/>
                  <a:pt x="31736" y="72931"/>
                  <a:pt x="32060" y="72383"/>
                </a:cubicBezTo>
                <a:cubicBezTo>
                  <a:pt x="32234" y="72383"/>
                  <a:pt x="32433" y="72333"/>
                  <a:pt x="32608" y="72333"/>
                </a:cubicBezTo>
                <a:cubicBezTo>
                  <a:pt x="32816" y="72325"/>
                  <a:pt x="33023" y="72321"/>
                  <a:pt x="33230" y="72321"/>
                </a:cubicBezTo>
                <a:close/>
                <a:moveTo>
                  <a:pt x="27007" y="73553"/>
                </a:moveTo>
                <a:cubicBezTo>
                  <a:pt x="28102" y="73926"/>
                  <a:pt x="29322" y="74151"/>
                  <a:pt x="30591" y="74200"/>
                </a:cubicBezTo>
                <a:cubicBezTo>
                  <a:pt x="30591" y="74225"/>
                  <a:pt x="30566" y="74225"/>
                  <a:pt x="30566" y="74275"/>
                </a:cubicBezTo>
                <a:cubicBezTo>
                  <a:pt x="29247" y="74175"/>
                  <a:pt x="28003" y="73951"/>
                  <a:pt x="26932" y="73578"/>
                </a:cubicBezTo>
                <a:cubicBezTo>
                  <a:pt x="26957" y="73578"/>
                  <a:pt x="26982" y="73578"/>
                  <a:pt x="27007" y="73553"/>
                </a:cubicBezTo>
                <a:close/>
                <a:moveTo>
                  <a:pt x="30840" y="74250"/>
                </a:moveTo>
                <a:cubicBezTo>
                  <a:pt x="30840" y="74275"/>
                  <a:pt x="30815" y="74275"/>
                  <a:pt x="30815" y="74300"/>
                </a:cubicBezTo>
                <a:lnTo>
                  <a:pt x="30741" y="74300"/>
                </a:lnTo>
                <a:cubicBezTo>
                  <a:pt x="30790" y="74275"/>
                  <a:pt x="30790" y="74275"/>
                  <a:pt x="30790" y="74250"/>
                </a:cubicBezTo>
                <a:close/>
                <a:moveTo>
                  <a:pt x="41369" y="73777"/>
                </a:moveTo>
                <a:cubicBezTo>
                  <a:pt x="41394" y="73827"/>
                  <a:pt x="41444" y="73902"/>
                  <a:pt x="41519" y="73951"/>
                </a:cubicBezTo>
                <a:cubicBezTo>
                  <a:pt x="41618" y="74076"/>
                  <a:pt x="41668" y="74200"/>
                  <a:pt x="41767" y="74300"/>
                </a:cubicBezTo>
                <a:cubicBezTo>
                  <a:pt x="41568" y="74200"/>
                  <a:pt x="41419" y="74126"/>
                  <a:pt x="41270" y="74026"/>
                </a:cubicBezTo>
                <a:cubicBezTo>
                  <a:pt x="41270" y="74001"/>
                  <a:pt x="41245" y="74001"/>
                  <a:pt x="41245" y="73951"/>
                </a:cubicBezTo>
                <a:cubicBezTo>
                  <a:pt x="41270" y="73902"/>
                  <a:pt x="41295" y="73827"/>
                  <a:pt x="41369" y="73777"/>
                </a:cubicBezTo>
                <a:close/>
                <a:moveTo>
                  <a:pt x="37835" y="73404"/>
                </a:moveTo>
                <a:lnTo>
                  <a:pt x="37835" y="73404"/>
                </a:lnTo>
                <a:cubicBezTo>
                  <a:pt x="37785" y="73429"/>
                  <a:pt x="37760" y="73454"/>
                  <a:pt x="37685" y="73503"/>
                </a:cubicBezTo>
                <a:cubicBezTo>
                  <a:pt x="35570" y="74026"/>
                  <a:pt x="33528" y="74325"/>
                  <a:pt x="31662" y="74325"/>
                </a:cubicBezTo>
                <a:cubicBezTo>
                  <a:pt x="31438" y="74325"/>
                  <a:pt x="31239" y="74300"/>
                  <a:pt x="31039" y="74300"/>
                </a:cubicBezTo>
                <a:cubicBezTo>
                  <a:pt x="31039" y="74275"/>
                  <a:pt x="31064" y="74275"/>
                  <a:pt x="31064" y="74250"/>
                </a:cubicBezTo>
                <a:cubicBezTo>
                  <a:pt x="31225" y="74254"/>
                  <a:pt x="31386" y="74256"/>
                  <a:pt x="31548" y="74256"/>
                </a:cubicBezTo>
                <a:cubicBezTo>
                  <a:pt x="33503" y="74256"/>
                  <a:pt x="35605" y="73978"/>
                  <a:pt x="37835" y="73404"/>
                </a:cubicBezTo>
                <a:close/>
                <a:moveTo>
                  <a:pt x="46497" y="72806"/>
                </a:moveTo>
                <a:cubicBezTo>
                  <a:pt x="46895" y="72956"/>
                  <a:pt x="47293" y="73130"/>
                  <a:pt x="47716" y="73329"/>
                </a:cubicBezTo>
                <a:cubicBezTo>
                  <a:pt x="47667" y="73379"/>
                  <a:pt x="47642" y="73379"/>
                  <a:pt x="47617" y="73404"/>
                </a:cubicBezTo>
                <a:cubicBezTo>
                  <a:pt x="46995" y="73777"/>
                  <a:pt x="46372" y="74151"/>
                  <a:pt x="45725" y="74499"/>
                </a:cubicBezTo>
                <a:cubicBezTo>
                  <a:pt x="45974" y="73902"/>
                  <a:pt x="46223" y="73404"/>
                  <a:pt x="46497" y="72806"/>
                </a:cubicBezTo>
                <a:close/>
                <a:moveTo>
                  <a:pt x="41494" y="73503"/>
                </a:moveTo>
                <a:cubicBezTo>
                  <a:pt x="41519" y="73528"/>
                  <a:pt x="41543" y="73553"/>
                  <a:pt x="41543" y="73578"/>
                </a:cubicBezTo>
                <a:cubicBezTo>
                  <a:pt x="41743" y="73877"/>
                  <a:pt x="41917" y="74126"/>
                  <a:pt x="42116" y="74399"/>
                </a:cubicBezTo>
                <a:cubicBezTo>
                  <a:pt x="42166" y="74499"/>
                  <a:pt x="42191" y="74549"/>
                  <a:pt x="42265" y="74648"/>
                </a:cubicBezTo>
                <a:cubicBezTo>
                  <a:pt x="42240" y="74623"/>
                  <a:pt x="42191" y="74574"/>
                  <a:pt x="42141" y="74549"/>
                </a:cubicBezTo>
                <a:cubicBezTo>
                  <a:pt x="41942" y="74250"/>
                  <a:pt x="41743" y="73951"/>
                  <a:pt x="41519" y="73653"/>
                </a:cubicBezTo>
                <a:cubicBezTo>
                  <a:pt x="41494" y="73628"/>
                  <a:pt x="41494" y="73578"/>
                  <a:pt x="41444" y="73553"/>
                </a:cubicBezTo>
                <a:cubicBezTo>
                  <a:pt x="41444" y="73528"/>
                  <a:pt x="41494" y="73528"/>
                  <a:pt x="41494" y="73503"/>
                </a:cubicBezTo>
                <a:close/>
                <a:moveTo>
                  <a:pt x="47916" y="73454"/>
                </a:moveTo>
                <a:cubicBezTo>
                  <a:pt x="47866" y="73503"/>
                  <a:pt x="47816" y="73528"/>
                  <a:pt x="47766" y="73553"/>
                </a:cubicBezTo>
                <a:cubicBezTo>
                  <a:pt x="47069" y="73951"/>
                  <a:pt x="46372" y="74399"/>
                  <a:pt x="45675" y="74773"/>
                </a:cubicBezTo>
                <a:cubicBezTo>
                  <a:pt x="45655" y="74793"/>
                  <a:pt x="45634" y="74797"/>
                  <a:pt x="45600" y="74811"/>
                </a:cubicBezTo>
                <a:lnTo>
                  <a:pt x="45600" y="74811"/>
                </a:lnTo>
                <a:cubicBezTo>
                  <a:pt x="45601" y="74808"/>
                  <a:pt x="45601" y="74803"/>
                  <a:pt x="45601" y="74798"/>
                </a:cubicBezTo>
                <a:lnTo>
                  <a:pt x="45601" y="74773"/>
                </a:lnTo>
                <a:cubicBezTo>
                  <a:pt x="45899" y="74574"/>
                  <a:pt x="46223" y="74399"/>
                  <a:pt x="46522" y="74250"/>
                </a:cubicBezTo>
                <a:cubicBezTo>
                  <a:pt x="46895" y="74026"/>
                  <a:pt x="47293" y="73802"/>
                  <a:pt x="47667" y="73553"/>
                </a:cubicBezTo>
                <a:lnTo>
                  <a:pt x="47866" y="73454"/>
                </a:lnTo>
                <a:close/>
                <a:moveTo>
                  <a:pt x="41519" y="74375"/>
                </a:moveTo>
                <a:lnTo>
                  <a:pt x="41519" y="74375"/>
                </a:lnTo>
                <a:cubicBezTo>
                  <a:pt x="41668" y="74449"/>
                  <a:pt x="41817" y="74549"/>
                  <a:pt x="41991" y="74673"/>
                </a:cubicBezTo>
                <a:cubicBezTo>
                  <a:pt x="42016" y="74748"/>
                  <a:pt x="42041" y="74773"/>
                  <a:pt x="42066" y="74823"/>
                </a:cubicBezTo>
                <a:cubicBezTo>
                  <a:pt x="41917" y="74748"/>
                  <a:pt x="41792" y="74623"/>
                  <a:pt x="41643" y="74524"/>
                </a:cubicBezTo>
                <a:cubicBezTo>
                  <a:pt x="41568" y="74449"/>
                  <a:pt x="41543" y="74424"/>
                  <a:pt x="41519" y="74375"/>
                </a:cubicBezTo>
                <a:close/>
                <a:moveTo>
                  <a:pt x="45544" y="74860"/>
                </a:moveTo>
                <a:cubicBezTo>
                  <a:pt x="45539" y="74867"/>
                  <a:pt x="45534" y="74872"/>
                  <a:pt x="45526" y="74872"/>
                </a:cubicBezTo>
                <a:cubicBezTo>
                  <a:pt x="45532" y="74868"/>
                  <a:pt x="45538" y="74864"/>
                  <a:pt x="45544" y="74860"/>
                </a:cubicBezTo>
                <a:close/>
                <a:moveTo>
                  <a:pt x="41519" y="74773"/>
                </a:moveTo>
                <a:lnTo>
                  <a:pt x="41693" y="74947"/>
                </a:lnTo>
                <a:cubicBezTo>
                  <a:pt x="41743" y="74997"/>
                  <a:pt x="41792" y="75047"/>
                  <a:pt x="41867" y="75071"/>
                </a:cubicBezTo>
                <a:lnTo>
                  <a:pt x="41817" y="75121"/>
                </a:lnTo>
                <a:cubicBezTo>
                  <a:pt x="41767" y="75047"/>
                  <a:pt x="41743" y="74997"/>
                  <a:pt x="41668" y="74947"/>
                </a:cubicBezTo>
                <a:cubicBezTo>
                  <a:pt x="41618" y="74897"/>
                  <a:pt x="41543" y="74823"/>
                  <a:pt x="41519" y="74773"/>
                </a:cubicBezTo>
                <a:close/>
                <a:moveTo>
                  <a:pt x="42415" y="74997"/>
                </a:moveTo>
                <a:lnTo>
                  <a:pt x="42415" y="74997"/>
                </a:lnTo>
                <a:cubicBezTo>
                  <a:pt x="42440" y="75022"/>
                  <a:pt x="42489" y="75022"/>
                  <a:pt x="42514" y="75047"/>
                </a:cubicBezTo>
                <a:cubicBezTo>
                  <a:pt x="42539" y="75071"/>
                  <a:pt x="42564" y="75146"/>
                  <a:pt x="42564" y="75171"/>
                </a:cubicBezTo>
                <a:cubicBezTo>
                  <a:pt x="42539" y="75146"/>
                  <a:pt x="42514" y="75146"/>
                  <a:pt x="42489" y="75121"/>
                </a:cubicBezTo>
                <a:cubicBezTo>
                  <a:pt x="42440" y="75071"/>
                  <a:pt x="42415" y="75022"/>
                  <a:pt x="42415" y="74997"/>
                </a:cubicBezTo>
                <a:close/>
                <a:moveTo>
                  <a:pt x="45128" y="72433"/>
                </a:moveTo>
                <a:cubicBezTo>
                  <a:pt x="45178" y="72433"/>
                  <a:pt x="45252" y="72458"/>
                  <a:pt x="45302" y="72458"/>
                </a:cubicBezTo>
                <a:cubicBezTo>
                  <a:pt x="45327" y="73055"/>
                  <a:pt x="45302" y="73653"/>
                  <a:pt x="45202" y="74200"/>
                </a:cubicBezTo>
                <a:cubicBezTo>
                  <a:pt x="45078" y="74449"/>
                  <a:pt x="45003" y="74698"/>
                  <a:pt x="44879" y="74997"/>
                </a:cubicBezTo>
                <a:cubicBezTo>
                  <a:pt x="44729" y="75022"/>
                  <a:pt x="44605" y="75071"/>
                  <a:pt x="44481" y="75171"/>
                </a:cubicBezTo>
                <a:cubicBezTo>
                  <a:pt x="44605" y="74275"/>
                  <a:pt x="44804" y="73379"/>
                  <a:pt x="45103" y="72433"/>
                </a:cubicBezTo>
                <a:close/>
                <a:moveTo>
                  <a:pt x="44729" y="75246"/>
                </a:moveTo>
                <a:cubicBezTo>
                  <a:pt x="44729" y="75246"/>
                  <a:pt x="44729" y="75270"/>
                  <a:pt x="44681" y="75271"/>
                </a:cubicBezTo>
                <a:lnTo>
                  <a:pt x="44681" y="75271"/>
                </a:lnTo>
                <a:cubicBezTo>
                  <a:pt x="44698" y="75262"/>
                  <a:pt x="44714" y="75253"/>
                  <a:pt x="44729" y="75246"/>
                </a:cubicBezTo>
                <a:close/>
                <a:moveTo>
                  <a:pt x="44868" y="72496"/>
                </a:moveTo>
                <a:cubicBezTo>
                  <a:pt x="44599" y="73453"/>
                  <a:pt x="44379" y="74386"/>
                  <a:pt x="44257" y="75271"/>
                </a:cubicBezTo>
                <a:cubicBezTo>
                  <a:pt x="44232" y="75271"/>
                  <a:pt x="44232" y="75295"/>
                  <a:pt x="44182" y="75295"/>
                </a:cubicBezTo>
                <a:cubicBezTo>
                  <a:pt x="44306" y="74399"/>
                  <a:pt x="44530" y="73454"/>
                  <a:pt x="44804" y="72508"/>
                </a:cubicBezTo>
                <a:cubicBezTo>
                  <a:pt x="44835" y="72508"/>
                  <a:pt x="44857" y="72508"/>
                  <a:pt x="44868" y="72496"/>
                </a:cubicBezTo>
                <a:close/>
                <a:moveTo>
                  <a:pt x="42198" y="75129"/>
                </a:moveTo>
                <a:cubicBezTo>
                  <a:pt x="42249" y="75166"/>
                  <a:pt x="42313" y="75194"/>
                  <a:pt x="42365" y="75246"/>
                </a:cubicBezTo>
                <a:cubicBezTo>
                  <a:pt x="42390" y="75271"/>
                  <a:pt x="42390" y="75295"/>
                  <a:pt x="42415" y="75320"/>
                </a:cubicBezTo>
                <a:cubicBezTo>
                  <a:pt x="42315" y="75271"/>
                  <a:pt x="42265" y="75246"/>
                  <a:pt x="42240" y="75171"/>
                </a:cubicBezTo>
                <a:lnTo>
                  <a:pt x="42198" y="75129"/>
                </a:lnTo>
                <a:close/>
                <a:moveTo>
                  <a:pt x="3161" y="63298"/>
                </a:moveTo>
                <a:lnTo>
                  <a:pt x="3161" y="63422"/>
                </a:lnTo>
                <a:cubicBezTo>
                  <a:pt x="2664" y="65364"/>
                  <a:pt x="2290" y="67305"/>
                  <a:pt x="2066" y="69147"/>
                </a:cubicBezTo>
                <a:cubicBezTo>
                  <a:pt x="1469" y="71263"/>
                  <a:pt x="996" y="73379"/>
                  <a:pt x="697" y="75395"/>
                </a:cubicBezTo>
                <a:cubicBezTo>
                  <a:pt x="797" y="74175"/>
                  <a:pt x="946" y="72906"/>
                  <a:pt x="1170" y="71562"/>
                </a:cubicBezTo>
                <a:cubicBezTo>
                  <a:pt x="1618" y="68824"/>
                  <a:pt x="2290" y="66061"/>
                  <a:pt x="3161" y="63298"/>
                </a:cubicBezTo>
                <a:close/>
                <a:moveTo>
                  <a:pt x="9683" y="71188"/>
                </a:moveTo>
                <a:cubicBezTo>
                  <a:pt x="9708" y="71263"/>
                  <a:pt x="9708" y="71313"/>
                  <a:pt x="9757" y="71388"/>
                </a:cubicBezTo>
                <a:cubicBezTo>
                  <a:pt x="9807" y="71587"/>
                  <a:pt x="9882" y="71786"/>
                  <a:pt x="9932" y="71960"/>
                </a:cubicBezTo>
                <a:cubicBezTo>
                  <a:pt x="9957" y="72060"/>
                  <a:pt x="10006" y="72159"/>
                  <a:pt x="10031" y="72209"/>
                </a:cubicBezTo>
                <a:cubicBezTo>
                  <a:pt x="10056" y="72309"/>
                  <a:pt x="10081" y="72408"/>
                  <a:pt x="10131" y="72458"/>
                </a:cubicBezTo>
                <a:cubicBezTo>
                  <a:pt x="10181" y="72657"/>
                  <a:pt x="10280" y="72831"/>
                  <a:pt x="10330" y="73030"/>
                </a:cubicBezTo>
                <a:cubicBezTo>
                  <a:pt x="10380" y="73130"/>
                  <a:pt x="10430" y="73254"/>
                  <a:pt x="10454" y="73329"/>
                </a:cubicBezTo>
                <a:cubicBezTo>
                  <a:pt x="10454" y="73379"/>
                  <a:pt x="10504" y="73404"/>
                  <a:pt x="10504" y="73429"/>
                </a:cubicBezTo>
                <a:cubicBezTo>
                  <a:pt x="10529" y="73528"/>
                  <a:pt x="10579" y="73578"/>
                  <a:pt x="10629" y="73678"/>
                </a:cubicBezTo>
                <a:lnTo>
                  <a:pt x="10902" y="74250"/>
                </a:lnTo>
                <a:lnTo>
                  <a:pt x="11002" y="74424"/>
                </a:lnTo>
                <a:cubicBezTo>
                  <a:pt x="11052" y="74549"/>
                  <a:pt x="11126" y="74648"/>
                  <a:pt x="11176" y="74773"/>
                </a:cubicBezTo>
                <a:cubicBezTo>
                  <a:pt x="11251" y="74897"/>
                  <a:pt x="11326" y="75022"/>
                  <a:pt x="11400" y="75121"/>
                </a:cubicBezTo>
                <a:cubicBezTo>
                  <a:pt x="11450" y="75196"/>
                  <a:pt x="11525" y="75320"/>
                  <a:pt x="11624" y="75420"/>
                </a:cubicBezTo>
                <a:lnTo>
                  <a:pt x="11649" y="75445"/>
                </a:lnTo>
                <a:cubicBezTo>
                  <a:pt x="10380" y="74549"/>
                  <a:pt x="9210" y="73553"/>
                  <a:pt x="8164" y="72508"/>
                </a:cubicBezTo>
                <a:cubicBezTo>
                  <a:pt x="8214" y="72508"/>
                  <a:pt x="8264" y="72408"/>
                  <a:pt x="8289" y="72309"/>
                </a:cubicBezTo>
                <a:cubicBezTo>
                  <a:pt x="8388" y="72209"/>
                  <a:pt x="8463" y="72159"/>
                  <a:pt x="8563" y="72060"/>
                </a:cubicBezTo>
                <a:cubicBezTo>
                  <a:pt x="8687" y="71960"/>
                  <a:pt x="8812" y="71885"/>
                  <a:pt x="8936" y="71736"/>
                </a:cubicBezTo>
                <a:cubicBezTo>
                  <a:pt x="9085" y="71612"/>
                  <a:pt x="9210" y="71537"/>
                  <a:pt x="9384" y="71413"/>
                </a:cubicBezTo>
                <a:cubicBezTo>
                  <a:pt x="9459" y="71338"/>
                  <a:pt x="9558" y="71263"/>
                  <a:pt x="9683" y="71188"/>
                </a:cubicBezTo>
                <a:close/>
                <a:moveTo>
                  <a:pt x="44680" y="75271"/>
                </a:moveTo>
                <a:lnTo>
                  <a:pt x="44680" y="75295"/>
                </a:lnTo>
                <a:lnTo>
                  <a:pt x="44406" y="75495"/>
                </a:lnTo>
                <a:lnTo>
                  <a:pt x="44406" y="75445"/>
                </a:lnTo>
                <a:lnTo>
                  <a:pt x="44406" y="75420"/>
                </a:lnTo>
                <a:cubicBezTo>
                  <a:pt x="44489" y="75378"/>
                  <a:pt x="44591" y="75319"/>
                  <a:pt x="44680" y="75271"/>
                </a:cubicBezTo>
                <a:close/>
                <a:moveTo>
                  <a:pt x="41917" y="75271"/>
                </a:moveTo>
                <a:cubicBezTo>
                  <a:pt x="42016" y="75271"/>
                  <a:pt x="42041" y="75295"/>
                  <a:pt x="42066" y="75370"/>
                </a:cubicBezTo>
                <a:cubicBezTo>
                  <a:pt x="42116" y="75395"/>
                  <a:pt x="42116" y="75395"/>
                  <a:pt x="42116" y="75420"/>
                </a:cubicBezTo>
                <a:cubicBezTo>
                  <a:pt x="42166" y="75470"/>
                  <a:pt x="42191" y="75544"/>
                  <a:pt x="42265" y="75619"/>
                </a:cubicBezTo>
                <a:cubicBezTo>
                  <a:pt x="42191" y="75569"/>
                  <a:pt x="42166" y="75520"/>
                  <a:pt x="42116" y="75445"/>
                </a:cubicBezTo>
                <a:lnTo>
                  <a:pt x="42041" y="75395"/>
                </a:lnTo>
                <a:lnTo>
                  <a:pt x="41917" y="75271"/>
                </a:lnTo>
                <a:close/>
                <a:moveTo>
                  <a:pt x="44232" y="75520"/>
                </a:moveTo>
                <a:lnTo>
                  <a:pt x="44232" y="75544"/>
                </a:lnTo>
                <a:lnTo>
                  <a:pt x="44232" y="75569"/>
                </a:lnTo>
                <a:cubicBezTo>
                  <a:pt x="44182" y="75569"/>
                  <a:pt x="44157" y="75619"/>
                  <a:pt x="44157" y="75619"/>
                </a:cubicBezTo>
                <a:lnTo>
                  <a:pt x="44157" y="75569"/>
                </a:lnTo>
                <a:lnTo>
                  <a:pt x="44157" y="75544"/>
                </a:lnTo>
                <a:cubicBezTo>
                  <a:pt x="44182" y="75544"/>
                  <a:pt x="44182" y="75520"/>
                  <a:pt x="44232" y="75520"/>
                </a:cubicBezTo>
                <a:close/>
                <a:moveTo>
                  <a:pt x="44630" y="72533"/>
                </a:moveTo>
                <a:cubicBezTo>
                  <a:pt x="44331" y="73528"/>
                  <a:pt x="44132" y="74449"/>
                  <a:pt x="44008" y="75395"/>
                </a:cubicBezTo>
                <a:cubicBezTo>
                  <a:pt x="43858" y="75495"/>
                  <a:pt x="43684" y="75569"/>
                  <a:pt x="43535" y="75644"/>
                </a:cubicBezTo>
                <a:cubicBezTo>
                  <a:pt x="43261" y="75395"/>
                  <a:pt x="42987" y="75171"/>
                  <a:pt x="42664" y="74922"/>
                </a:cubicBezTo>
                <a:cubicBezTo>
                  <a:pt x="42614" y="74823"/>
                  <a:pt x="42564" y="74773"/>
                  <a:pt x="42514" y="74673"/>
                </a:cubicBezTo>
                <a:cubicBezTo>
                  <a:pt x="42440" y="74549"/>
                  <a:pt x="42365" y="74449"/>
                  <a:pt x="42290" y="74325"/>
                </a:cubicBezTo>
                <a:lnTo>
                  <a:pt x="41743" y="73503"/>
                </a:lnTo>
                <a:cubicBezTo>
                  <a:pt x="41668" y="73429"/>
                  <a:pt x="41643" y="73379"/>
                  <a:pt x="41593" y="73304"/>
                </a:cubicBezTo>
                <a:cubicBezTo>
                  <a:pt x="41668" y="73205"/>
                  <a:pt x="41693" y="73130"/>
                  <a:pt x="41767" y="73055"/>
                </a:cubicBezTo>
                <a:cubicBezTo>
                  <a:pt x="42688" y="72956"/>
                  <a:pt x="43659" y="72782"/>
                  <a:pt x="44630" y="72533"/>
                </a:cubicBezTo>
                <a:close/>
                <a:moveTo>
                  <a:pt x="42688" y="75520"/>
                </a:moveTo>
                <a:lnTo>
                  <a:pt x="42788" y="75619"/>
                </a:lnTo>
                <a:cubicBezTo>
                  <a:pt x="42805" y="75636"/>
                  <a:pt x="42822" y="75664"/>
                  <a:pt x="42831" y="75696"/>
                </a:cubicBezTo>
                <a:lnTo>
                  <a:pt x="42831" y="75696"/>
                </a:lnTo>
                <a:cubicBezTo>
                  <a:pt x="42818" y="75687"/>
                  <a:pt x="42800" y="75681"/>
                  <a:pt x="42788" y="75669"/>
                </a:cubicBezTo>
                <a:cubicBezTo>
                  <a:pt x="42763" y="75619"/>
                  <a:pt x="42738" y="75569"/>
                  <a:pt x="42688" y="75520"/>
                </a:cubicBezTo>
                <a:close/>
                <a:moveTo>
                  <a:pt x="57075" y="67206"/>
                </a:moveTo>
                <a:cubicBezTo>
                  <a:pt x="57100" y="67231"/>
                  <a:pt x="57125" y="67256"/>
                  <a:pt x="57200" y="67305"/>
                </a:cubicBezTo>
                <a:cubicBezTo>
                  <a:pt x="57324" y="67355"/>
                  <a:pt x="57424" y="67455"/>
                  <a:pt x="57548" y="67530"/>
                </a:cubicBezTo>
                <a:cubicBezTo>
                  <a:pt x="57623" y="67579"/>
                  <a:pt x="57723" y="67654"/>
                  <a:pt x="57822" y="67729"/>
                </a:cubicBezTo>
                <a:cubicBezTo>
                  <a:pt x="57922" y="67803"/>
                  <a:pt x="57972" y="67853"/>
                  <a:pt x="58071" y="67928"/>
                </a:cubicBezTo>
                <a:cubicBezTo>
                  <a:pt x="58196" y="68002"/>
                  <a:pt x="58320" y="68102"/>
                  <a:pt x="58469" y="68226"/>
                </a:cubicBezTo>
                <a:cubicBezTo>
                  <a:pt x="58494" y="68251"/>
                  <a:pt x="58544" y="68301"/>
                  <a:pt x="58594" y="68326"/>
                </a:cubicBezTo>
                <a:cubicBezTo>
                  <a:pt x="59440" y="68998"/>
                  <a:pt x="60361" y="69819"/>
                  <a:pt x="61307" y="70765"/>
                </a:cubicBezTo>
                <a:cubicBezTo>
                  <a:pt x="61431" y="70890"/>
                  <a:pt x="61556" y="70964"/>
                  <a:pt x="61680" y="71089"/>
                </a:cubicBezTo>
                <a:lnTo>
                  <a:pt x="61879" y="71313"/>
                </a:lnTo>
                <a:lnTo>
                  <a:pt x="62303" y="71711"/>
                </a:lnTo>
                <a:cubicBezTo>
                  <a:pt x="62128" y="71811"/>
                  <a:pt x="61979" y="71935"/>
                  <a:pt x="61830" y="72035"/>
                </a:cubicBezTo>
                <a:cubicBezTo>
                  <a:pt x="61705" y="72134"/>
                  <a:pt x="61581" y="72184"/>
                  <a:pt x="61456" y="72284"/>
                </a:cubicBezTo>
                <a:cubicBezTo>
                  <a:pt x="61257" y="72408"/>
                  <a:pt x="61083" y="72533"/>
                  <a:pt x="60859" y="72657"/>
                </a:cubicBezTo>
                <a:lnTo>
                  <a:pt x="60585" y="72831"/>
                </a:lnTo>
                <a:cubicBezTo>
                  <a:pt x="60560" y="72856"/>
                  <a:pt x="60535" y="72906"/>
                  <a:pt x="60461" y="72906"/>
                </a:cubicBezTo>
                <a:cubicBezTo>
                  <a:pt x="60286" y="73030"/>
                  <a:pt x="60087" y="73105"/>
                  <a:pt x="59913" y="73230"/>
                </a:cubicBezTo>
                <a:cubicBezTo>
                  <a:pt x="59814" y="73304"/>
                  <a:pt x="59714" y="73354"/>
                  <a:pt x="59614" y="73404"/>
                </a:cubicBezTo>
                <a:cubicBezTo>
                  <a:pt x="59589" y="73429"/>
                  <a:pt x="59540" y="73454"/>
                  <a:pt x="59490" y="73478"/>
                </a:cubicBezTo>
                <a:cubicBezTo>
                  <a:pt x="59341" y="73578"/>
                  <a:pt x="59166" y="73678"/>
                  <a:pt x="58992" y="73777"/>
                </a:cubicBezTo>
                <a:cubicBezTo>
                  <a:pt x="58942" y="73802"/>
                  <a:pt x="58843" y="73877"/>
                  <a:pt x="58793" y="73902"/>
                </a:cubicBezTo>
                <a:cubicBezTo>
                  <a:pt x="58718" y="73926"/>
                  <a:pt x="58619" y="74001"/>
                  <a:pt x="58569" y="74026"/>
                </a:cubicBezTo>
                <a:cubicBezTo>
                  <a:pt x="58420" y="74126"/>
                  <a:pt x="58245" y="74175"/>
                  <a:pt x="58096" y="74275"/>
                </a:cubicBezTo>
                <a:cubicBezTo>
                  <a:pt x="57947" y="74375"/>
                  <a:pt x="57797" y="74424"/>
                  <a:pt x="57623" y="74524"/>
                </a:cubicBezTo>
                <a:cubicBezTo>
                  <a:pt x="57474" y="74574"/>
                  <a:pt x="57349" y="74673"/>
                  <a:pt x="57200" y="74748"/>
                </a:cubicBezTo>
                <a:cubicBezTo>
                  <a:pt x="57175" y="74773"/>
                  <a:pt x="57125" y="74773"/>
                  <a:pt x="57100" y="74798"/>
                </a:cubicBezTo>
                <a:cubicBezTo>
                  <a:pt x="56976" y="74847"/>
                  <a:pt x="56827" y="74922"/>
                  <a:pt x="56702" y="74997"/>
                </a:cubicBezTo>
                <a:cubicBezTo>
                  <a:pt x="56578" y="75047"/>
                  <a:pt x="56428" y="75121"/>
                  <a:pt x="56304" y="75171"/>
                </a:cubicBezTo>
                <a:cubicBezTo>
                  <a:pt x="56105" y="75271"/>
                  <a:pt x="55955" y="75320"/>
                  <a:pt x="55756" y="75420"/>
                </a:cubicBezTo>
                <a:cubicBezTo>
                  <a:pt x="55632" y="75470"/>
                  <a:pt x="55507" y="75520"/>
                  <a:pt x="55383" y="75569"/>
                </a:cubicBezTo>
                <a:cubicBezTo>
                  <a:pt x="55258" y="75644"/>
                  <a:pt x="55134" y="75669"/>
                  <a:pt x="55059" y="75744"/>
                </a:cubicBezTo>
                <a:cubicBezTo>
                  <a:pt x="54686" y="74872"/>
                  <a:pt x="54313" y="74051"/>
                  <a:pt x="53989" y="73304"/>
                </a:cubicBezTo>
                <a:cubicBezTo>
                  <a:pt x="53964" y="73205"/>
                  <a:pt x="53889" y="73130"/>
                  <a:pt x="53865" y="73030"/>
                </a:cubicBezTo>
                <a:cubicBezTo>
                  <a:pt x="53740" y="72757"/>
                  <a:pt x="53641" y="72458"/>
                  <a:pt x="53566" y="72184"/>
                </a:cubicBezTo>
                <a:cubicBezTo>
                  <a:pt x="53491" y="72010"/>
                  <a:pt x="53392" y="71811"/>
                  <a:pt x="53342" y="71637"/>
                </a:cubicBezTo>
                <a:lnTo>
                  <a:pt x="53143" y="70964"/>
                </a:lnTo>
                <a:cubicBezTo>
                  <a:pt x="53093" y="70790"/>
                  <a:pt x="53018" y="70566"/>
                  <a:pt x="52968" y="70392"/>
                </a:cubicBezTo>
                <a:cubicBezTo>
                  <a:pt x="53441" y="70043"/>
                  <a:pt x="53889" y="69695"/>
                  <a:pt x="54337" y="69347"/>
                </a:cubicBezTo>
                <a:lnTo>
                  <a:pt x="54711" y="69073"/>
                </a:lnTo>
                <a:cubicBezTo>
                  <a:pt x="54761" y="69023"/>
                  <a:pt x="54835" y="68973"/>
                  <a:pt x="54935" y="68923"/>
                </a:cubicBezTo>
                <a:lnTo>
                  <a:pt x="55383" y="68550"/>
                </a:lnTo>
                <a:cubicBezTo>
                  <a:pt x="55607" y="68401"/>
                  <a:pt x="55831" y="68202"/>
                  <a:pt x="56005" y="68052"/>
                </a:cubicBezTo>
                <a:cubicBezTo>
                  <a:pt x="56179" y="67928"/>
                  <a:pt x="56354" y="67803"/>
                  <a:pt x="56503" y="67654"/>
                </a:cubicBezTo>
                <a:cubicBezTo>
                  <a:pt x="56603" y="67554"/>
                  <a:pt x="56702" y="67480"/>
                  <a:pt x="56827" y="67380"/>
                </a:cubicBezTo>
                <a:cubicBezTo>
                  <a:pt x="56926" y="67330"/>
                  <a:pt x="56976" y="67256"/>
                  <a:pt x="57075" y="67206"/>
                </a:cubicBezTo>
                <a:close/>
                <a:moveTo>
                  <a:pt x="42912" y="75320"/>
                </a:moveTo>
                <a:lnTo>
                  <a:pt x="43385" y="75694"/>
                </a:lnTo>
                <a:cubicBezTo>
                  <a:pt x="43360" y="75768"/>
                  <a:pt x="43311" y="75768"/>
                  <a:pt x="43311" y="75768"/>
                </a:cubicBezTo>
                <a:cubicBezTo>
                  <a:pt x="43186" y="75669"/>
                  <a:pt x="43112" y="75569"/>
                  <a:pt x="42987" y="75495"/>
                </a:cubicBezTo>
                <a:cubicBezTo>
                  <a:pt x="42937" y="75420"/>
                  <a:pt x="42912" y="75395"/>
                  <a:pt x="42912" y="75320"/>
                </a:cubicBezTo>
                <a:close/>
                <a:moveTo>
                  <a:pt x="52844" y="70516"/>
                </a:moveTo>
                <a:cubicBezTo>
                  <a:pt x="52869" y="70641"/>
                  <a:pt x="52944" y="70790"/>
                  <a:pt x="52968" y="70915"/>
                </a:cubicBezTo>
                <a:cubicBezTo>
                  <a:pt x="53018" y="71164"/>
                  <a:pt x="53093" y="71388"/>
                  <a:pt x="53192" y="71661"/>
                </a:cubicBezTo>
                <a:cubicBezTo>
                  <a:pt x="53217" y="71786"/>
                  <a:pt x="53267" y="71935"/>
                  <a:pt x="53342" y="72060"/>
                </a:cubicBezTo>
                <a:cubicBezTo>
                  <a:pt x="53740" y="73205"/>
                  <a:pt x="54263" y="74449"/>
                  <a:pt x="54885" y="75793"/>
                </a:cubicBezTo>
                <a:lnTo>
                  <a:pt x="54835" y="75793"/>
                </a:lnTo>
                <a:cubicBezTo>
                  <a:pt x="54437" y="74922"/>
                  <a:pt x="54064" y="74126"/>
                  <a:pt x="53740" y="73329"/>
                </a:cubicBezTo>
                <a:cubicBezTo>
                  <a:pt x="53715" y="73279"/>
                  <a:pt x="53690" y="73180"/>
                  <a:pt x="53641" y="73130"/>
                </a:cubicBezTo>
                <a:cubicBezTo>
                  <a:pt x="53516" y="72806"/>
                  <a:pt x="53441" y="72533"/>
                  <a:pt x="53317" y="72259"/>
                </a:cubicBezTo>
                <a:cubicBezTo>
                  <a:pt x="53242" y="72060"/>
                  <a:pt x="53143" y="71885"/>
                  <a:pt x="53118" y="71686"/>
                </a:cubicBezTo>
                <a:cubicBezTo>
                  <a:pt x="53068" y="71462"/>
                  <a:pt x="52993" y="71263"/>
                  <a:pt x="52944" y="71064"/>
                </a:cubicBezTo>
                <a:cubicBezTo>
                  <a:pt x="52869" y="70890"/>
                  <a:pt x="52819" y="70691"/>
                  <a:pt x="52769" y="70541"/>
                </a:cubicBezTo>
                <a:lnTo>
                  <a:pt x="52844" y="70516"/>
                </a:lnTo>
                <a:close/>
                <a:moveTo>
                  <a:pt x="43983" y="75669"/>
                </a:moveTo>
                <a:lnTo>
                  <a:pt x="43983" y="75694"/>
                </a:lnTo>
                <a:lnTo>
                  <a:pt x="43983" y="75744"/>
                </a:lnTo>
                <a:cubicBezTo>
                  <a:pt x="43883" y="75768"/>
                  <a:pt x="43809" y="75793"/>
                  <a:pt x="43759" y="75818"/>
                </a:cubicBezTo>
                <a:lnTo>
                  <a:pt x="43734" y="75793"/>
                </a:lnTo>
                <a:cubicBezTo>
                  <a:pt x="43809" y="75768"/>
                  <a:pt x="43883" y="75694"/>
                  <a:pt x="43983" y="75669"/>
                </a:cubicBezTo>
                <a:close/>
                <a:moveTo>
                  <a:pt x="62477" y="71836"/>
                </a:moveTo>
                <a:lnTo>
                  <a:pt x="62527" y="71885"/>
                </a:lnTo>
                <a:lnTo>
                  <a:pt x="62552" y="71910"/>
                </a:lnTo>
                <a:cubicBezTo>
                  <a:pt x="62427" y="72010"/>
                  <a:pt x="62328" y="72060"/>
                  <a:pt x="62203" y="72159"/>
                </a:cubicBezTo>
                <a:cubicBezTo>
                  <a:pt x="62054" y="72284"/>
                  <a:pt x="61855" y="72358"/>
                  <a:pt x="61705" y="72508"/>
                </a:cubicBezTo>
                <a:cubicBezTo>
                  <a:pt x="61581" y="72582"/>
                  <a:pt x="61431" y="72682"/>
                  <a:pt x="61307" y="72782"/>
                </a:cubicBezTo>
                <a:lnTo>
                  <a:pt x="60734" y="73155"/>
                </a:lnTo>
                <a:cubicBezTo>
                  <a:pt x="60660" y="73205"/>
                  <a:pt x="60535" y="73279"/>
                  <a:pt x="60436" y="73329"/>
                </a:cubicBezTo>
                <a:cubicBezTo>
                  <a:pt x="60311" y="73404"/>
                  <a:pt x="60187" y="73478"/>
                  <a:pt x="60062" y="73553"/>
                </a:cubicBezTo>
                <a:lnTo>
                  <a:pt x="59789" y="73727"/>
                </a:lnTo>
                <a:cubicBezTo>
                  <a:pt x="59689" y="73777"/>
                  <a:pt x="59614" y="73827"/>
                  <a:pt x="59540" y="73852"/>
                </a:cubicBezTo>
                <a:cubicBezTo>
                  <a:pt x="59291" y="74026"/>
                  <a:pt x="59042" y="74151"/>
                  <a:pt x="58818" y="74275"/>
                </a:cubicBezTo>
                <a:lnTo>
                  <a:pt x="58619" y="74375"/>
                </a:lnTo>
                <a:cubicBezTo>
                  <a:pt x="58594" y="74375"/>
                  <a:pt x="58594" y="74399"/>
                  <a:pt x="58569" y="74399"/>
                </a:cubicBezTo>
                <a:cubicBezTo>
                  <a:pt x="58494" y="74424"/>
                  <a:pt x="58469" y="74449"/>
                  <a:pt x="58420" y="74499"/>
                </a:cubicBezTo>
                <a:lnTo>
                  <a:pt x="58046" y="74673"/>
                </a:lnTo>
                <a:lnTo>
                  <a:pt x="57847" y="74773"/>
                </a:lnTo>
                <a:cubicBezTo>
                  <a:pt x="57797" y="74798"/>
                  <a:pt x="57748" y="74823"/>
                  <a:pt x="57698" y="74823"/>
                </a:cubicBezTo>
                <a:cubicBezTo>
                  <a:pt x="57449" y="74947"/>
                  <a:pt x="57175" y="75071"/>
                  <a:pt x="56926" y="75196"/>
                </a:cubicBezTo>
                <a:cubicBezTo>
                  <a:pt x="56926" y="75196"/>
                  <a:pt x="56876" y="75196"/>
                  <a:pt x="56876" y="75221"/>
                </a:cubicBezTo>
                <a:cubicBezTo>
                  <a:pt x="56354" y="75470"/>
                  <a:pt x="55831" y="75694"/>
                  <a:pt x="55333" y="75918"/>
                </a:cubicBezTo>
                <a:cubicBezTo>
                  <a:pt x="55209" y="75893"/>
                  <a:pt x="55184" y="75893"/>
                  <a:pt x="55184" y="75893"/>
                </a:cubicBezTo>
                <a:cubicBezTo>
                  <a:pt x="55184" y="75893"/>
                  <a:pt x="55184" y="75868"/>
                  <a:pt x="55134" y="75868"/>
                </a:cubicBezTo>
                <a:lnTo>
                  <a:pt x="55134" y="75818"/>
                </a:lnTo>
                <a:cubicBezTo>
                  <a:pt x="55308" y="75768"/>
                  <a:pt x="55458" y="75694"/>
                  <a:pt x="55632" y="75644"/>
                </a:cubicBezTo>
                <a:cubicBezTo>
                  <a:pt x="55731" y="75619"/>
                  <a:pt x="55806" y="75569"/>
                  <a:pt x="55881" y="75544"/>
                </a:cubicBezTo>
                <a:cubicBezTo>
                  <a:pt x="55931" y="75544"/>
                  <a:pt x="55955" y="75520"/>
                  <a:pt x="55980" y="75495"/>
                </a:cubicBezTo>
                <a:cubicBezTo>
                  <a:pt x="56055" y="75445"/>
                  <a:pt x="56130" y="75420"/>
                  <a:pt x="56204" y="75395"/>
                </a:cubicBezTo>
                <a:cubicBezTo>
                  <a:pt x="56229" y="75395"/>
                  <a:pt x="56254" y="75370"/>
                  <a:pt x="56304" y="75370"/>
                </a:cubicBezTo>
                <a:lnTo>
                  <a:pt x="56478" y="75271"/>
                </a:lnTo>
                <a:lnTo>
                  <a:pt x="56503" y="75271"/>
                </a:lnTo>
                <a:cubicBezTo>
                  <a:pt x="56603" y="75246"/>
                  <a:pt x="56702" y="75171"/>
                  <a:pt x="56827" y="75146"/>
                </a:cubicBezTo>
                <a:cubicBezTo>
                  <a:pt x="56876" y="75121"/>
                  <a:pt x="56926" y="75121"/>
                  <a:pt x="56976" y="75071"/>
                </a:cubicBezTo>
                <a:cubicBezTo>
                  <a:pt x="57075" y="75047"/>
                  <a:pt x="57125" y="74997"/>
                  <a:pt x="57225" y="74947"/>
                </a:cubicBezTo>
                <a:cubicBezTo>
                  <a:pt x="57250" y="74922"/>
                  <a:pt x="57324" y="74922"/>
                  <a:pt x="57349" y="74897"/>
                </a:cubicBezTo>
                <a:cubicBezTo>
                  <a:pt x="57374" y="74897"/>
                  <a:pt x="57374" y="74872"/>
                  <a:pt x="57424" y="74872"/>
                </a:cubicBezTo>
                <a:lnTo>
                  <a:pt x="57449" y="74872"/>
                </a:lnTo>
                <a:lnTo>
                  <a:pt x="57822" y="74673"/>
                </a:lnTo>
                <a:cubicBezTo>
                  <a:pt x="57972" y="74574"/>
                  <a:pt x="58121" y="74524"/>
                  <a:pt x="58320" y="74424"/>
                </a:cubicBezTo>
                <a:lnTo>
                  <a:pt x="58345" y="74424"/>
                </a:lnTo>
                <a:cubicBezTo>
                  <a:pt x="58494" y="74325"/>
                  <a:pt x="58669" y="74275"/>
                  <a:pt x="58818" y="74175"/>
                </a:cubicBezTo>
                <a:cubicBezTo>
                  <a:pt x="58942" y="74126"/>
                  <a:pt x="59067" y="74051"/>
                  <a:pt x="59191" y="73951"/>
                </a:cubicBezTo>
                <a:cubicBezTo>
                  <a:pt x="59191" y="73951"/>
                  <a:pt x="59216" y="73951"/>
                  <a:pt x="59216" y="73926"/>
                </a:cubicBezTo>
                <a:lnTo>
                  <a:pt x="59241" y="73926"/>
                </a:lnTo>
                <a:cubicBezTo>
                  <a:pt x="59440" y="73827"/>
                  <a:pt x="59614" y="73752"/>
                  <a:pt x="59789" y="73628"/>
                </a:cubicBezTo>
                <a:cubicBezTo>
                  <a:pt x="59838" y="73578"/>
                  <a:pt x="59913" y="73553"/>
                  <a:pt x="59963" y="73503"/>
                </a:cubicBezTo>
                <a:cubicBezTo>
                  <a:pt x="60038" y="73454"/>
                  <a:pt x="60062" y="73429"/>
                  <a:pt x="60112" y="73404"/>
                </a:cubicBezTo>
                <a:cubicBezTo>
                  <a:pt x="60336" y="73279"/>
                  <a:pt x="60535" y="73155"/>
                  <a:pt x="60734" y="73030"/>
                </a:cubicBezTo>
                <a:cubicBezTo>
                  <a:pt x="60784" y="73006"/>
                  <a:pt x="60809" y="73006"/>
                  <a:pt x="60834" y="72956"/>
                </a:cubicBezTo>
                <a:cubicBezTo>
                  <a:pt x="60859" y="72931"/>
                  <a:pt x="60934" y="72906"/>
                  <a:pt x="60959" y="72881"/>
                </a:cubicBezTo>
                <a:cubicBezTo>
                  <a:pt x="60959" y="72881"/>
                  <a:pt x="60983" y="72881"/>
                  <a:pt x="60983" y="72831"/>
                </a:cubicBezTo>
                <a:cubicBezTo>
                  <a:pt x="61207" y="72682"/>
                  <a:pt x="61456" y="72533"/>
                  <a:pt x="61680" y="72383"/>
                </a:cubicBezTo>
                <a:cubicBezTo>
                  <a:pt x="61705" y="72383"/>
                  <a:pt x="61705" y="72333"/>
                  <a:pt x="61730" y="72333"/>
                </a:cubicBezTo>
                <a:cubicBezTo>
                  <a:pt x="61780" y="72309"/>
                  <a:pt x="61830" y="72284"/>
                  <a:pt x="61855" y="72259"/>
                </a:cubicBezTo>
                <a:cubicBezTo>
                  <a:pt x="62079" y="72134"/>
                  <a:pt x="62278" y="71960"/>
                  <a:pt x="62477" y="71836"/>
                </a:cubicBezTo>
                <a:close/>
                <a:moveTo>
                  <a:pt x="43535" y="75893"/>
                </a:moveTo>
                <a:lnTo>
                  <a:pt x="43560" y="75918"/>
                </a:lnTo>
                <a:lnTo>
                  <a:pt x="43609" y="75943"/>
                </a:lnTo>
                <a:cubicBezTo>
                  <a:pt x="43560" y="75943"/>
                  <a:pt x="43560" y="75992"/>
                  <a:pt x="43535" y="75992"/>
                </a:cubicBezTo>
                <a:lnTo>
                  <a:pt x="43485" y="75918"/>
                </a:lnTo>
                <a:cubicBezTo>
                  <a:pt x="43510" y="75918"/>
                  <a:pt x="43510" y="75893"/>
                  <a:pt x="43535" y="75893"/>
                </a:cubicBezTo>
                <a:close/>
                <a:moveTo>
                  <a:pt x="54960" y="75943"/>
                </a:moveTo>
                <a:lnTo>
                  <a:pt x="54960" y="75992"/>
                </a:lnTo>
                <a:cubicBezTo>
                  <a:pt x="54972" y="75968"/>
                  <a:pt x="54978" y="75955"/>
                  <a:pt x="54982" y="75955"/>
                </a:cubicBezTo>
                <a:cubicBezTo>
                  <a:pt x="54985" y="75955"/>
                  <a:pt x="54985" y="75968"/>
                  <a:pt x="54985" y="75992"/>
                </a:cubicBezTo>
                <a:cubicBezTo>
                  <a:pt x="54960" y="75992"/>
                  <a:pt x="54960" y="76017"/>
                  <a:pt x="54935" y="76017"/>
                </a:cubicBezTo>
                <a:cubicBezTo>
                  <a:pt x="54935" y="76017"/>
                  <a:pt x="54935" y="75992"/>
                  <a:pt x="54885" y="75992"/>
                </a:cubicBezTo>
                <a:lnTo>
                  <a:pt x="54885" y="75943"/>
                </a:lnTo>
                <a:close/>
                <a:moveTo>
                  <a:pt x="9832" y="71064"/>
                </a:moveTo>
                <a:cubicBezTo>
                  <a:pt x="9932" y="71288"/>
                  <a:pt x="10006" y="71512"/>
                  <a:pt x="10056" y="71711"/>
                </a:cubicBezTo>
                <a:cubicBezTo>
                  <a:pt x="10081" y="71786"/>
                  <a:pt x="10131" y="71836"/>
                  <a:pt x="10131" y="71935"/>
                </a:cubicBezTo>
                <a:cubicBezTo>
                  <a:pt x="10156" y="71985"/>
                  <a:pt x="10156" y="72060"/>
                  <a:pt x="10181" y="72085"/>
                </a:cubicBezTo>
                <a:cubicBezTo>
                  <a:pt x="10206" y="72159"/>
                  <a:pt x="10206" y="72209"/>
                  <a:pt x="10255" y="72284"/>
                </a:cubicBezTo>
                <a:lnTo>
                  <a:pt x="10330" y="72557"/>
                </a:lnTo>
                <a:cubicBezTo>
                  <a:pt x="10405" y="72682"/>
                  <a:pt x="10454" y="72806"/>
                  <a:pt x="10504" y="72956"/>
                </a:cubicBezTo>
                <a:cubicBezTo>
                  <a:pt x="10504" y="72981"/>
                  <a:pt x="10504" y="72981"/>
                  <a:pt x="10529" y="73030"/>
                </a:cubicBezTo>
                <a:cubicBezTo>
                  <a:pt x="10554" y="73080"/>
                  <a:pt x="10579" y="73180"/>
                  <a:pt x="10629" y="73230"/>
                </a:cubicBezTo>
                <a:cubicBezTo>
                  <a:pt x="10629" y="73279"/>
                  <a:pt x="10654" y="73304"/>
                  <a:pt x="10654" y="73304"/>
                </a:cubicBezTo>
                <a:cubicBezTo>
                  <a:pt x="10654" y="73329"/>
                  <a:pt x="10678" y="73329"/>
                  <a:pt x="10678" y="73354"/>
                </a:cubicBezTo>
                <a:cubicBezTo>
                  <a:pt x="10728" y="73478"/>
                  <a:pt x="10803" y="73653"/>
                  <a:pt x="10853" y="73777"/>
                </a:cubicBezTo>
                <a:lnTo>
                  <a:pt x="11052" y="74151"/>
                </a:lnTo>
                <a:cubicBezTo>
                  <a:pt x="11052" y="74175"/>
                  <a:pt x="11077" y="74175"/>
                  <a:pt x="11077" y="74200"/>
                </a:cubicBezTo>
                <a:cubicBezTo>
                  <a:pt x="11102" y="74225"/>
                  <a:pt x="11102" y="74275"/>
                  <a:pt x="11151" y="74300"/>
                </a:cubicBezTo>
                <a:cubicBezTo>
                  <a:pt x="11176" y="74350"/>
                  <a:pt x="11226" y="74449"/>
                  <a:pt x="11276" y="74524"/>
                </a:cubicBezTo>
                <a:cubicBezTo>
                  <a:pt x="11326" y="74648"/>
                  <a:pt x="11400" y="74773"/>
                  <a:pt x="11475" y="74847"/>
                </a:cubicBezTo>
                <a:cubicBezTo>
                  <a:pt x="11525" y="74922"/>
                  <a:pt x="11575" y="75022"/>
                  <a:pt x="11649" y="75071"/>
                </a:cubicBezTo>
                <a:cubicBezTo>
                  <a:pt x="11674" y="75146"/>
                  <a:pt x="11724" y="75196"/>
                  <a:pt x="11774" y="75295"/>
                </a:cubicBezTo>
                <a:cubicBezTo>
                  <a:pt x="11799" y="75345"/>
                  <a:pt x="11823" y="75395"/>
                  <a:pt x="11848" y="75445"/>
                </a:cubicBezTo>
                <a:cubicBezTo>
                  <a:pt x="11898" y="75470"/>
                  <a:pt x="11923" y="75544"/>
                  <a:pt x="11948" y="75569"/>
                </a:cubicBezTo>
                <a:cubicBezTo>
                  <a:pt x="12047" y="75694"/>
                  <a:pt x="12147" y="75793"/>
                  <a:pt x="12222" y="75918"/>
                </a:cubicBezTo>
                <a:lnTo>
                  <a:pt x="12271" y="75943"/>
                </a:lnTo>
                <a:cubicBezTo>
                  <a:pt x="12296" y="75968"/>
                  <a:pt x="12296" y="76017"/>
                  <a:pt x="12321" y="76042"/>
                </a:cubicBezTo>
                <a:cubicBezTo>
                  <a:pt x="12296" y="76017"/>
                  <a:pt x="12271" y="76017"/>
                  <a:pt x="12222" y="75968"/>
                </a:cubicBezTo>
                <a:cubicBezTo>
                  <a:pt x="12197" y="75943"/>
                  <a:pt x="12172" y="75943"/>
                  <a:pt x="12147" y="75918"/>
                </a:cubicBezTo>
                <a:cubicBezTo>
                  <a:pt x="12122" y="75843"/>
                  <a:pt x="12047" y="75793"/>
                  <a:pt x="12023" y="75768"/>
                </a:cubicBezTo>
                <a:cubicBezTo>
                  <a:pt x="11948" y="75669"/>
                  <a:pt x="11898" y="75594"/>
                  <a:pt x="11823" y="75520"/>
                </a:cubicBezTo>
                <a:cubicBezTo>
                  <a:pt x="11774" y="75420"/>
                  <a:pt x="11699" y="75320"/>
                  <a:pt x="11599" y="75196"/>
                </a:cubicBezTo>
                <a:cubicBezTo>
                  <a:pt x="11525" y="75071"/>
                  <a:pt x="11450" y="74947"/>
                  <a:pt x="11400" y="74823"/>
                </a:cubicBezTo>
                <a:cubicBezTo>
                  <a:pt x="11326" y="74723"/>
                  <a:pt x="11276" y="74648"/>
                  <a:pt x="11201" y="74524"/>
                </a:cubicBezTo>
                <a:cubicBezTo>
                  <a:pt x="11176" y="74449"/>
                  <a:pt x="11126" y="74350"/>
                  <a:pt x="11077" y="74300"/>
                </a:cubicBezTo>
                <a:cubicBezTo>
                  <a:pt x="10977" y="74151"/>
                  <a:pt x="10927" y="73976"/>
                  <a:pt x="10828" y="73827"/>
                </a:cubicBezTo>
                <a:cubicBezTo>
                  <a:pt x="10728" y="73678"/>
                  <a:pt x="10654" y="73478"/>
                  <a:pt x="10579" y="73329"/>
                </a:cubicBezTo>
                <a:cubicBezTo>
                  <a:pt x="10554" y="73304"/>
                  <a:pt x="10554" y="73230"/>
                  <a:pt x="10529" y="73205"/>
                </a:cubicBezTo>
                <a:cubicBezTo>
                  <a:pt x="10454" y="73055"/>
                  <a:pt x="10405" y="72931"/>
                  <a:pt x="10330" y="72782"/>
                </a:cubicBezTo>
                <a:cubicBezTo>
                  <a:pt x="10280" y="72607"/>
                  <a:pt x="10206" y="72433"/>
                  <a:pt x="10156" y="72284"/>
                </a:cubicBezTo>
                <a:cubicBezTo>
                  <a:pt x="10131" y="72209"/>
                  <a:pt x="10081" y="72159"/>
                  <a:pt x="10081" y="72060"/>
                </a:cubicBezTo>
                <a:cubicBezTo>
                  <a:pt x="10031" y="71910"/>
                  <a:pt x="10006" y="71736"/>
                  <a:pt x="9932" y="71612"/>
                </a:cubicBezTo>
                <a:cubicBezTo>
                  <a:pt x="9932" y="71437"/>
                  <a:pt x="9882" y="71288"/>
                  <a:pt x="9832" y="71064"/>
                </a:cubicBezTo>
                <a:close/>
                <a:moveTo>
                  <a:pt x="43261" y="76017"/>
                </a:moveTo>
                <a:lnTo>
                  <a:pt x="43261" y="76017"/>
                </a:lnTo>
                <a:cubicBezTo>
                  <a:pt x="43286" y="76017"/>
                  <a:pt x="43311" y="76017"/>
                  <a:pt x="43311" y="76042"/>
                </a:cubicBezTo>
                <a:cubicBezTo>
                  <a:pt x="43286" y="76017"/>
                  <a:pt x="43286" y="76017"/>
                  <a:pt x="43261" y="76017"/>
                </a:cubicBezTo>
                <a:close/>
                <a:moveTo>
                  <a:pt x="8090" y="72757"/>
                </a:moveTo>
                <a:cubicBezTo>
                  <a:pt x="9285" y="73951"/>
                  <a:pt x="10579" y="75047"/>
                  <a:pt x="12023" y="76017"/>
                </a:cubicBezTo>
                <a:cubicBezTo>
                  <a:pt x="12047" y="76067"/>
                  <a:pt x="12122" y="76142"/>
                  <a:pt x="12147" y="76167"/>
                </a:cubicBezTo>
                <a:cubicBezTo>
                  <a:pt x="10654" y="75146"/>
                  <a:pt x="9285" y="74026"/>
                  <a:pt x="8065" y="72806"/>
                </a:cubicBezTo>
                <a:cubicBezTo>
                  <a:pt x="8065" y="72782"/>
                  <a:pt x="8090" y="72782"/>
                  <a:pt x="8090" y="72757"/>
                </a:cubicBezTo>
                <a:close/>
                <a:moveTo>
                  <a:pt x="43062" y="76142"/>
                </a:moveTo>
                <a:lnTo>
                  <a:pt x="43062" y="76167"/>
                </a:lnTo>
                <a:lnTo>
                  <a:pt x="43037" y="76167"/>
                </a:lnTo>
                <a:cubicBezTo>
                  <a:pt x="43037" y="76167"/>
                  <a:pt x="43062" y="76167"/>
                  <a:pt x="43062" y="76142"/>
                </a:cubicBezTo>
                <a:close/>
                <a:moveTo>
                  <a:pt x="43097" y="76156"/>
                </a:moveTo>
                <a:cubicBezTo>
                  <a:pt x="43112" y="76156"/>
                  <a:pt x="43112" y="76167"/>
                  <a:pt x="43112" y="76167"/>
                </a:cubicBezTo>
                <a:lnTo>
                  <a:pt x="43062" y="76167"/>
                </a:lnTo>
                <a:cubicBezTo>
                  <a:pt x="43078" y="76158"/>
                  <a:pt x="43089" y="76156"/>
                  <a:pt x="43097" y="76156"/>
                </a:cubicBezTo>
                <a:close/>
                <a:moveTo>
                  <a:pt x="44182" y="75818"/>
                </a:moveTo>
                <a:cubicBezTo>
                  <a:pt x="44182" y="75943"/>
                  <a:pt x="44157" y="76067"/>
                  <a:pt x="44157" y="76192"/>
                </a:cubicBezTo>
                <a:lnTo>
                  <a:pt x="44107" y="76142"/>
                </a:lnTo>
                <a:cubicBezTo>
                  <a:pt x="44107" y="76042"/>
                  <a:pt x="44132" y="75943"/>
                  <a:pt x="44132" y="75868"/>
                </a:cubicBezTo>
                <a:cubicBezTo>
                  <a:pt x="44157" y="75868"/>
                  <a:pt x="44157" y="75818"/>
                  <a:pt x="44182" y="75818"/>
                </a:cubicBezTo>
                <a:close/>
                <a:moveTo>
                  <a:pt x="44555" y="75619"/>
                </a:moveTo>
                <a:cubicBezTo>
                  <a:pt x="44481" y="75818"/>
                  <a:pt x="44381" y="76042"/>
                  <a:pt x="44306" y="76266"/>
                </a:cubicBezTo>
                <a:cubicBezTo>
                  <a:pt x="44356" y="76067"/>
                  <a:pt x="44356" y="75893"/>
                  <a:pt x="44381" y="75694"/>
                </a:cubicBezTo>
                <a:lnTo>
                  <a:pt x="44555" y="75619"/>
                </a:lnTo>
                <a:close/>
                <a:moveTo>
                  <a:pt x="45078" y="75541"/>
                </a:moveTo>
                <a:lnTo>
                  <a:pt x="44904" y="76017"/>
                </a:lnTo>
                <a:lnTo>
                  <a:pt x="44904" y="76042"/>
                </a:lnTo>
                <a:cubicBezTo>
                  <a:pt x="44879" y="76117"/>
                  <a:pt x="44854" y="76192"/>
                  <a:pt x="44804" y="76266"/>
                </a:cubicBezTo>
                <a:cubicBezTo>
                  <a:pt x="44804" y="76241"/>
                  <a:pt x="44829" y="76192"/>
                  <a:pt x="44829" y="76167"/>
                </a:cubicBezTo>
                <a:cubicBezTo>
                  <a:pt x="44879" y="76042"/>
                  <a:pt x="44929" y="75893"/>
                  <a:pt x="44978" y="75768"/>
                </a:cubicBezTo>
                <a:cubicBezTo>
                  <a:pt x="45007" y="75698"/>
                  <a:pt x="45043" y="75619"/>
                  <a:pt x="45078" y="75541"/>
                </a:cubicBezTo>
                <a:close/>
                <a:moveTo>
                  <a:pt x="42813" y="76241"/>
                </a:moveTo>
                <a:cubicBezTo>
                  <a:pt x="42813" y="76241"/>
                  <a:pt x="42813" y="76266"/>
                  <a:pt x="42862" y="76291"/>
                </a:cubicBezTo>
                <a:lnTo>
                  <a:pt x="42862" y="76291"/>
                </a:lnTo>
                <a:cubicBezTo>
                  <a:pt x="42838" y="76279"/>
                  <a:pt x="42838" y="76272"/>
                  <a:pt x="42844" y="76272"/>
                </a:cubicBezTo>
                <a:cubicBezTo>
                  <a:pt x="42850" y="76272"/>
                  <a:pt x="42863" y="76279"/>
                  <a:pt x="42863" y="76291"/>
                </a:cubicBezTo>
                <a:cubicBezTo>
                  <a:pt x="42813" y="76291"/>
                  <a:pt x="42813" y="76291"/>
                  <a:pt x="42813" y="76266"/>
                </a:cubicBezTo>
                <a:lnTo>
                  <a:pt x="42788" y="76241"/>
                </a:lnTo>
                <a:close/>
                <a:moveTo>
                  <a:pt x="43734" y="76042"/>
                </a:moveTo>
                <a:lnTo>
                  <a:pt x="43883" y="76192"/>
                </a:lnTo>
                <a:lnTo>
                  <a:pt x="43883" y="76291"/>
                </a:lnTo>
                <a:cubicBezTo>
                  <a:pt x="43809" y="76192"/>
                  <a:pt x="43759" y="76142"/>
                  <a:pt x="43659" y="76067"/>
                </a:cubicBezTo>
                <a:cubicBezTo>
                  <a:pt x="43684" y="76067"/>
                  <a:pt x="43684" y="76042"/>
                  <a:pt x="43734" y="76042"/>
                </a:cubicBezTo>
                <a:close/>
                <a:moveTo>
                  <a:pt x="44873" y="75437"/>
                </a:moveTo>
                <a:lnTo>
                  <a:pt x="44873" y="75437"/>
                </a:lnTo>
                <a:cubicBezTo>
                  <a:pt x="44750" y="75778"/>
                  <a:pt x="44627" y="76072"/>
                  <a:pt x="44481" y="76366"/>
                </a:cubicBezTo>
                <a:cubicBezTo>
                  <a:pt x="44605" y="76042"/>
                  <a:pt x="44729" y="75768"/>
                  <a:pt x="44854" y="75445"/>
                </a:cubicBezTo>
                <a:cubicBezTo>
                  <a:pt x="44854" y="75445"/>
                  <a:pt x="44865" y="75445"/>
                  <a:pt x="44873" y="75437"/>
                </a:cubicBezTo>
                <a:close/>
                <a:moveTo>
                  <a:pt x="44057" y="76391"/>
                </a:moveTo>
                <a:cubicBezTo>
                  <a:pt x="44107" y="76391"/>
                  <a:pt x="44107" y="76416"/>
                  <a:pt x="44132" y="76416"/>
                </a:cubicBezTo>
                <a:lnTo>
                  <a:pt x="44057" y="76416"/>
                </a:lnTo>
                <a:lnTo>
                  <a:pt x="44057" y="76391"/>
                </a:lnTo>
                <a:close/>
                <a:moveTo>
                  <a:pt x="52595" y="70641"/>
                </a:moveTo>
                <a:cubicBezTo>
                  <a:pt x="52645" y="70815"/>
                  <a:pt x="52720" y="71014"/>
                  <a:pt x="52744" y="71164"/>
                </a:cubicBezTo>
                <a:cubicBezTo>
                  <a:pt x="52819" y="71388"/>
                  <a:pt x="52869" y="71562"/>
                  <a:pt x="52944" y="71786"/>
                </a:cubicBezTo>
                <a:cubicBezTo>
                  <a:pt x="52993" y="72010"/>
                  <a:pt x="53093" y="72209"/>
                  <a:pt x="53143" y="72408"/>
                </a:cubicBezTo>
                <a:cubicBezTo>
                  <a:pt x="53242" y="72682"/>
                  <a:pt x="53342" y="72931"/>
                  <a:pt x="53466" y="73205"/>
                </a:cubicBezTo>
                <a:cubicBezTo>
                  <a:pt x="53516" y="73329"/>
                  <a:pt x="53591" y="73503"/>
                  <a:pt x="53641" y="73628"/>
                </a:cubicBezTo>
                <a:cubicBezTo>
                  <a:pt x="53815" y="74001"/>
                  <a:pt x="53964" y="74375"/>
                  <a:pt x="54138" y="74748"/>
                </a:cubicBezTo>
                <a:cubicBezTo>
                  <a:pt x="54138" y="74773"/>
                  <a:pt x="54188" y="74773"/>
                  <a:pt x="54188" y="74798"/>
                </a:cubicBezTo>
                <a:cubicBezTo>
                  <a:pt x="54337" y="75121"/>
                  <a:pt x="54487" y="75445"/>
                  <a:pt x="54636" y="75793"/>
                </a:cubicBezTo>
                <a:cubicBezTo>
                  <a:pt x="54611" y="75818"/>
                  <a:pt x="54537" y="75818"/>
                  <a:pt x="54512" y="75868"/>
                </a:cubicBezTo>
                <a:cubicBezTo>
                  <a:pt x="54337" y="75918"/>
                  <a:pt x="54188" y="75992"/>
                  <a:pt x="53989" y="76042"/>
                </a:cubicBezTo>
                <a:lnTo>
                  <a:pt x="53964" y="76042"/>
                </a:lnTo>
                <a:cubicBezTo>
                  <a:pt x="53840" y="76067"/>
                  <a:pt x="53740" y="76092"/>
                  <a:pt x="53616" y="76142"/>
                </a:cubicBezTo>
                <a:lnTo>
                  <a:pt x="53591" y="76142"/>
                </a:lnTo>
                <a:cubicBezTo>
                  <a:pt x="53392" y="76192"/>
                  <a:pt x="53242" y="76266"/>
                  <a:pt x="53068" y="76291"/>
                </a:cubicBezTo>
                <a:cubicBezTo>
                  <a:pt x="52968" y="76316"/>
                  <a:pt x="52844" y="76366"/>
                  <a:pt x="52744" y="76391"/>
                </a:cubicBezTo>
                <a:cubicBezTo>
                  <a:pt x="52720" y="76391"/>
                  <a:pt x="52695" y="76416"/>
                  <a:pt x="52645" y="76416"/>
                </a:cubicBezTo>
                <a:cubicBezTo>
                  <a:pt x="51326" y="75146"/>
                  <a:pt x="49957" y="74076"/>
                  <a:pt x="48588" y="73304"/>
                </a:cubicBezTo>
                <a:cubicBezTo>
                  <a:pt x="48737" y="73205"/>
                  <a:pt x="48886" y="73130"/>
                  <a:pt x="49036" y="73006"/>
                </a:cubicBezTo>
                <a:cubicBezTo>
                  <a:pt x="49285" y="72831"/>
                  <a:pt x="49509" y="72682"/>
                  <a:pt x="49758" y="72533"/>
                </a:cubicBezTo>
                <a:cubicBezTo>
                  <a:pt x="49957" y="72408"/>
                  <a:pt x="50106" y="72309"/>
                  <a:pt x="50280" y="72184"/>
                </a:cubicBezTo>
                <a:cubicBezTo>
                  <a:pt x="50380" y="72134"/>
                  <a:pt x="50504" y="72060"/>
                  <a:pt x="50604" y="72010"/>
                </a:cubicBezTo>
                <a:cubicBezTo>
                  <a:pt x="50703" y="71935"/>
                  <a:pt x="50828" y="71885"/>
                  <a:pt x="50902" y="71786"/>
                </a:cubicBezTo>
                <a:cubicBezTo>
                  <a:pt x="51151" y="71637"/>
                  <a:pt x="51400" y="71437"/>
                  <a:pt x="51624" y="71288"/>
                </a:cubicBezTo>
                <a:cubicBezTo>
                  <a:pt x="51948" y="71064"/>
                  <a:pt x="52272" y="70840"/>
                  <a:pt x="52595" y="70641"/>
                </a:cubicBezTo>
                <a:close/>
                <a:moveTo>
                  <a:pt x="106559" y="62726"/>
                </a:moveTo>
                <a:lnTo>
                  <a:pt x="106559" y="62726"/>
                </a:lnTo>
                <a:cubicBezTo>
                  <a:pt x="106360" y="63298"/>
                  <a:pt x="106136" y="63871"/>
                  <a:pt x="105887" y="64443"/>
                </a:cubicBezTo>
                <a:cubicBezTo>
                  <a:pt x="105887" y="64468"/>
                  <a:pt x="105862" y="64493"/>
                  <a:pt x="105862" y="64543"/>
                </a:cubicBezTo>
                <a:cubicBezTo>
                  <a:pt x="105638" y="65065"/>
                  <a:pt x="105389" y="65613"/>
                  <a:pt x="105140" y="66161"/>
                </a:cubicBezTo>
                <a:lnTo>
                  <a:pt x="105041" y="66335"/>
                </a:lnTo>
                <a:cubicBezTo>
                  <a:pt x="104792" y="66857"/>
                  <a:pt x="104543" y="67355"/>
                  <a:pt x="104294" y="67903"/>
                </a:cubicBezTo>
                <a:lnTo>
                  <a:pt x="104194" y="68077"/>
                </a:lnTo>
                <a:cubicBezTo>
                  <a:pt x="104194" y="68077"/>
                  <a:pt x="104194" y="68102"/>
                  <a:pt x="104169" y="68102"/>
                </a:cubicBezTo>
                <a:cubicBezTo>
                  <a:pt x="104020" y="68401"/>
                  <a:pt x="103871" y="68699"/>
                  <a:pt x="103697" y="69023"/>
                </a:cubicBezTo>
                <a:cubicBezTo>
                  <a:pt x="103522" y="69396"/>
                  <a:pt x="103323" y="69720"/>
                  <a:pt x="103124" y="70093"/>
                </a:cubicBezTo>
                <a:cubicBezTo>
                  <a:pt x="103024" y="70292"/>
                  <a:pt x="102900" y="70467"/>
                  <a:pt x="102800" y="70666"/>
                </a:cubicBezTo>
                <a:cubicBezTo>
                  <a:pt x="102776" y="70765"/>
                  <a:pt x="102701" y="70815"/>
                  <a:pt x="102676" y="70915"/>
                </a:cubicBezTo>
                <a:cubicBezTo>
                  <a:pt x="102502" y="71213"/>
                  <a:pt x="102303" y="71562"/>
                  <a:pt x="102128" y="71885"/>
                </a:cubicBezTo>
                <a:cubicBezTo>
                  <a:pt x="101929" y="72209"/>
                  <a:pt x="101705" y="72557"/>
                  <a:pt x="101531" y="72881"/>
                </a:cubicBezTo>
                <a:cubicBezTo>
                  <a:pt x="101382" y="73130"/>
                  <a:pt x="101257" y="73329"/>
                  <a:pt x="101108" y="73553"/>
                </a:cubicBezTo>
                <a:cubicBezTo>
                  <a:pt x="100834" y="73951"/>
                  <a:pt x="100585" y="74375"/>
                  <a:pt x="100311" y="74773"/>
                </a:cubicBezTo>
                <a:cubicBezTo>
                  <a:pt x="100286" y="74823"/>
                  <a:pt x="100262" y="74897"/>
                  <a:pt x="100187" y="74922"/>
                </a:cubicBezTo>
                <a:cubicBezTo>
                  <a:pt x="99888" y="75445"/>
                  <a:pt x="99540" y="75943"/>
                  <a:pt x="99166" y="76440"/>
                </a:cubicBezTo>
                <a:cubicBezTo>
                  <a:pt x="98171" y="75022"/>
                  <a:pt x="96777" y="73304"/>
                  <a:pt x="94960" y="71437"/>
                </a:cubicBezTo>
                <a:cubicBezTo>
                  <a:pt x="97076" y="68799"/>
                  <a:pt x="99042" y="66086"/>
                  <a:pt x="100834" y="63373"/>
                </a:cubicBezTo>
                <a:lnTo>
                  <a:pt x="100959" y="63373"/>
                </a:lnTo>
                <a:cubicBezTo>
                  <a:pt x="102950" y="63373"/>
                  <a:pt x="104866" y="63174"/>
                  <a:pt x="106559" y="62726"/>
                </a:cubicBezTo>
                <a:close/>
                <a:moveTo>
                  <a:pt x="42968" y="76453"/>
                </a:moveTo>
                <a:cubicBezTo>
                  <a:pt x="42975" y="76453"/>
                  <a:pt x="42987" y="76465"/>
                  <a:pt x="42987" y="76490"/>
                </a:cubicBezTo>
                <a:cubicBezTo>
                  <a:pt x="42962" y="76465"/>
                  <a:pt x="42962" y="76453"/>
                  <a:pt x="42968" y="76453"/>
                </a:cubicBezTo>
                <a:close/>
                <a:moveTo>
                  <a:pt x="86547" y="64343"/>
                </a:moveTo>
                <a:cubicBezTo>
                  <a:pt x="88837" y="66210"/>
                  <a:pt x="91052" y="68177"/>
                  <a:pt x="93043" y="70093"/>
                </a:cubicBezTo>
                <a:cubicBezTo>
                  <a:pt x="91799" y="72284"/>
                  <a:pt x="90305" y="74424"/>
                  <a:pt x="88662" y="76515"/>
                </a:cubicBezTo>
                <a:cubicBezTo>
                  <a:pt x="86123" y="74922"/>
                  <a:pt x="83485" y="73030"/>
                  <a:pt x="80871" y="70940"/>
                </a:cubicBezTo>
                <a:cubicBezTo>
                  <a:pt x="82863" y="68799"/>
                  <a:pt x="84754" y="66584"/>
                  <a:pt x="86547" y="64343"/>
                </a:cubicBezTo>
                <a:close/>
                <a:moveTo>
                  <a:pt x="20137" y="66708"/>
                </a:moveTo>
                <a:cubicBezTo>
                  <a:pt x="20361" y="67480"/>
                  <a:pt x="20635" y="68202"/>
                  <a:pt x="20983" y="68849"/>
                </a:cubicBezTo>
                <a:cubicBezTo>
                  <a:pt x="20386" y="69969"/>
                  <a:pt x="19838" y="71089"/>
                  <a:pt x="19266" y="72234"/>
                </a:cubicBezTo>
                <a:cubicBezTo>
                  <a:pt x="19166" y="72309"/>
                  <a:pt x="19042" y="72333"/>
                  <a:pt x="18967" y="72408"/>
                </a:cubicBezTo>
                <a:lnTo>
                  <a:pt x="18594" y="72582"/>
                </a:lnTo>
                <a:cubicBezTo>
                  <a:pt x="18370" y="72707"/>
                  <a:pt x="18171" y="72806"/>
                  <a:pt x="17972" y="72931"/>
                </a:cubicBezTo>
                <a:cubicBezTo>
                  <a:pt x="17847" y="72981"/>
                  <a:pt x="17723" y="73080"/>
                  <a:pt x="17548" y="73155"/>
                </a:cubicBezTo>
                <a:cubicBezTo>
                  <a:pt x="17374" y="73279"/>
                  <a:pt x="17175" y="73354"/>
                  <a:pt x="17001" y="73478"/>
                </a:cubicBezTo>
                <a:cubicBezTo>
                  <a:pt x="16876" y="73578"/>
                  <a:pt x="16727" y="73678"/>
                  <a:pt x="16603" y="73727"/>
                </a:cubicBezTo>
                <a:cubicBezTo>
                  <a:pt x="16403" y="73852"/>
                  <a:pt x="16254" y="73976"/>
                  <a:pt x="16055" y="74076"/>
                </a:cubicBezTo>
                <a:cubicBezTo>
                  <a:pt x="15906" y="74175"/>
                  <a:pt x="15781" y="74275"/>
                  <a:pt x="15632" y="74399"/>
                </a:cubicBezTo>
                <a:cubicBezTo>
                  <a:pt x="15482" y="74524"/>
                  <a:pt x="15308" y="74648"/>
                  <a:pt x="15134" y="74773"/>
                </a:cubicBezTo>
                <a:cubicBezTo>
                  <a:pt x="14985" y="74897"/>
                  <a:pt x="14810" y="74972"/>
                  <a:pt x="14686" y="75096"/>
                </a:cubicBezTo>
                <a:lnTo>
                  <a:pt x="14238" y="75470"/>
                </a:lnTo>
                <a:cubicBezTo>
                  <a:pt x="14064" y="75594"/>
                  <a:pt x="13914" y="75719"/>
                  <a:pt x="13790" y="75843"/>
                </a:cubicBezTo>
                <a:cubicBezTo>
                  <a:pt x="13640" y="75968"/>
                  <a:pt x="13516" y="76092"/>
                  <a:pt x="13367" y="76266"/>
                </a:cubicBezTo>
                <a:cubicBezTo>
                  <a:pt x="13267" y="76341"/>
                  <a:pt x="13168" y="76440"/>
                  <a:pt x="13043" y="76540"/>
                </a:cubicBezTo>
                <a:cubicBezTo>
                  <a:pt x="13068" y="76515"/>
                  <a:pt x="13018" y="76440"/>
                  <a:pt x="12919" y="76416"/>
                </a:cubicBezTo>
                <a:cubicBezTo>
                  <a:pt x="12670" y="76142"/>
                  <a:pt x="12421" y="75818"/>
                  <a:pt x="12197" y="75520"/>
                </a:cubicBezTo>
                <a:cubicBezTo>
                  <a:pt x="12147" y="75420"/>
                  <a:pt x="12072" y="75345"/>
                  <a:pt x="12023" y="75271"/>
                </a:cubicBezTo>
                <a:cubicBezTo>
                  <a:pt x="11749" y="74897"/>
                  <a:pt x="11525" y="74474"/>
                  <a:pt x="11276" y="74051"/>
                </a:cubicBezTo>
                <a:cubicBezTo>
                  <a:pt x="11201" y="73951"/>
                  <a:pt x="11151" y="73827"/>
                  <a:pt x="11126" y="73702"/>
                </a:cubicBezTo>
                <a:cubicBezTo>
                  <a:pt x="10927" y="73354"/>
                  <a:pt x="10778" y="72981"/>
                  <a:pt x="10629" y="72607"/>
                </a:cubicBezTo>
                <a:cubicBezTo>
                  <a:pt x="10629" y="72582"/>
                  <a:pt x="10579" y="72557"/>
                  <a:pt x="10579" y="72533"/>
                </a:cubicBezTo>
                <a:cubicBezTo>
                  <a:pt x="10554" y="72433"/>
                  <a:pt x="10504" y="72309"/>
                  <a:pt x="10454" y="72209"/>
                </a:cubicBezTo>
                <a:cubicBezTo>
                  <a:pt x="10305" y="71786"/>
                  <a:pt x="10156" y="71338"/>
                  <a:pt x="10031" y="70865"/>
                </a:cubicBezTo>
                <a:cubicBezTo>
                  <a:pt x="10280" y="70691"/>
                  <a:pt x="10529" y="70541"/>
                  <a:pt x="10778" y="70367"/>
                </a:cubicBezTo>
                <a:cubicBezTo>
                  <a:pt x="11052" y="70193"/>
                  <a:pt x="11326" y="69994"/>
                  <a:pt x="11624" y="69844"/>
                </a:cubicBezTo>
                <a:cubicBezTo>
                  <a:pt x="11898" y="69695"/>
                  <a:pt x="12172" y="69546"/>
                  <a:pt x="12446" y="69421"/>
                </a:cubicBezTo>
                <a:cubicBezTo>
                  <a:pt x="12769" y="69247"/>
                  <a:pt x="13043" y="69073"/>
                  <a:pt x="13367" y="68923"/>
                </a:cubicBezTo>
                <a:lnTo>
                  <a:pt x="14188" y="68550"/>
                </a:lnTo>
                <a:cubicBezTo>
                  <a:pt x="14512" y="68376"/>
                  <a:pt x="14860" y="68226"/>
                  <a:pt x="15159" y="68102"/>
                </a:cubicBezTo>
                <a:cubicBezTo>
                  <a:pt x="15433" y="67978"/>
                  <a:pt x="15756" y="67878"/>
                  <a:pt x="16030" y="67803"/>
                </a:cubicBezTo>
                <a:cubicBezTo>
                  <a:pt x="16379" y="67679"/>
                  <a:pt x="16677" y="67554"/>
                  <a:pt x="17026" y="67455"/>
                </a:cubicBezTo>
                <a:cubicBezTo>
                  <a:pt x="17349" y="67355"/>
                  <a:pt x="17673" y="67256"/>
                  <a:pt x="17996" y="67181"/>
                </a:cubicBezTo>
                <a:cubicBezTo>
                  <a:pt x="18295" y="67081"/>
                  <a:pt x="18619" y="66982"/>
                  <a:pt x="18917" y="66932"/>
                </a:cubicBezTo>
                <a:cubicBezTo>
                  <a:pt x="19341" y="66833"/>
                  <a:pt x="19714" y="66758"/>
                  <a:pt x="20112" y="66708"/>
                </a:cubicBezTo>
                <a:close/>
                <a:moveTo>
                  <a:pt x="43383" y="76281"/>
                </a:moveTo>
                <a:cubicBezTo>
                  <a:pt x="43410" y="76293"/>
                  <a:pt x="43448" y="76297"/>
                  <a:pt x="43485" y="76316"/>
                </a:cubicBezTo>
                <a:lnTo>
                  <a:pt x="43510" y="76316"/>
                </a:lnTo>
                <a:cubicBezTo>
                  <a:pt x="43609" y="76391"/>
                  <a:pt x="43734" y="76440"/>
                  <a:pt x="43809" y="76515"/>
                </a:cubicBezTo>
                <a:cubicBezTo>
                  <a:pt x="43858" y="76515"/>
                  <a:pt x="43858" y="76540"/>
                  <a:pt x="43883" y="76540"/>
                </a:cubicBezTo>
                <a:lnTo>
                  <a:pt x="43858" y="76565"/>
                </a:lnTo>
                <a:cubicBezTo>
                  <a:pt x="43684" y="76515"/>
                  <a:pt x="43535" y="76416"/>
                  <a:pt x="43385" y="76316"/>
                </a:cubicBezTo>
                <a:lnTo>
                  <a:pt x="43385" y="76291"/>
                </a:lnTo>
                <a:cubicBezTo>
                  <a:pt x="43385" y="76291"/>
                  <a:pt x="43385" y="76286"/>
                  <a:pt x="43383" y="76281"/>
                </a:cubicBezTo>
                <a:close/>
                <a:moveTo>
                  <a:pt x="48388" y="73429"/>
                </a:moveTo>
                <a:cubicBezTo>
                  <a:pt x="49758" y="74200"/>
                  <a:pt x="51127" y="75246"/>
                  <a:pt x="52446" y="76565"/>
                </a:cubicBezTo>
                <a:cubicBezTo>
                  <a:pt x="52396" y="76565"/>
                  <a:pt x="52371" y="76565"/>
                  <a:pt x="52371" y="76615"/>
                </a:cubicBezTo>
                <a:cubicBezTo>
                  <a:pt x="51077" y="75271"/>
                  <a:pt x="49708" y="74200"/>
                  <a:pt x="48339" y="73454"/>
                </a:cubicBezTo>
                <a:cubicBezTo>
                  <a:pt x="48364" y="73454"/>
                  <a:pt x="48364" y="73429"/>
                  <a:pt x="48388" y="73429"/>
                </a:cubicBezTo>
                <a:close/>
                <a:moveTo>
                  <a:pt x="93192" y="70268"/>
                </a:moveTo>
                <a:lnTo>
                  <a:pt x="93217" y="70292"/>
                </a:lnTo>
                <a:cubicBezTo>
                  <a:pt x="91973" y="72433"/>
                  <a:pt x="90529" y="74574"/>
                  <a:pt x="88861" y="76640"/>
                </a:cubicBezTo>
                <a:cubicBezTo>
                  <a:pt x="88837" y="76640"/>
                  <a:pt x="88837" y="76615"/>
                  <a:pt x="88812" y="76615"/>
                </a:cubicBezTo>
                <a:cubicBezTo>
                  <a:pt x="90454" y="74524"/>
                  <a:pt x="91923" y="72408"/>
                  <a:pt x="93192" y="70268"/>
                </a:cubicBezTo>
                <a:close/>
                <a:moveTo>
                  <a:pt x="54711" y="75968"/>
                </a:moveTo>
                <a:lnTo>
                  <a:pt x="54711" y="76017"/>
                </a:lnTo>
                <a:lnTo>
                  <a:pt x="54711" y="76042"/>
                </a:lnTo>
                <a:lnTo>
                  <a:pt x="54661" y="76042"/>
                </a:lnTo>
                <a:cubicBezTo>
                  <a:pt x="54362" y="76167"/>
                  <a:pt x="54089" y="76266"/>
                  <a:pt x="53765" y="76341"/>
                </a:cubicBezTo>
                <a:lnTo>
                  <a:pt x="53715" y="76341"/>
                </a:lnTo>
                <a:cubicBezTo>
                  <a:pt x="53392" y="76440"/>
                  <a:pt x="53118" y="76540"/>
                  <a:pt x="52844" y="76640"/>
                </a:cubicBezTo>
                <a:lnTo>
                  <a:pt x="52794" y="76640"/>
                </a:lnTo>
                <a:cubicBezTo>
                  <a:pt x="52805" y="76661"/>
                  <a:pt x="52811" y="76668"/>
                  <a:pt x="52811" y="76668"/>
                </a:cubicBezTo>
                <a:cubicBezTo>
                  <a:pt x="52810" y="76668"/>
                  <a:pt x="52798" y="76654"/>
                  <a:pt x="52769" y="76640"/>
                </a:cubicBezTo>
                <a:cubicBezTo>
                  <a:pt x="52819" y="76640"/>
                  <a:pt x="52844" y="76615"/>
                  <a:pt x="52869" y="76615"/>
                </a:cubicBezTo>
                <a:cubicBezTo>
                  <a:pt x="52894" y="76615"/>
                  <a:pt x="52944" y="76615"/>
                  <a:pt x="52944" y="76565"/>
                </a:cubicBezTo>
                <a:lnTo>
                  <a:pt x="52993" y="76565"/>
                </a:lnTo>
                <a:cubicBezTo>
                  <a:pt x="53018" y="76565"/>
                  <a:pt x="53068" y="76540"/>
                  <a:pt x="53093" y="76540"/>
                </a:cubicBezTo>
                <a:cubicBezTo>
                  <a:pt x="53317" y="76465"/>
                  <a:pt x="53566" y="76391"/>
                  <a:pt x="53765" y="76316"/>
                </a:cubicBezTo>
                <a:cubicBezTo>
                  <a:pt x="53815" y="76316"/>
                  <a:pt x="53815" y="76316"/>
                  <a:pt x="53840" y="76291"/>
                </a:cubicBezTo>
                <a:cubicBezTo>
                  <a:pt x="53865" y="76291"/>
                  <a:pt x="53889" y="76266"/>
                  <a:pt x="53939" y="76266"/>
                </a:cubicBezTo>
                <a:cubicBezTo>
                  <a:pt x="53964" y="76266"/>
                  <a:pt x="53964" y="76266"/>
                  <a:pt x="53989" y="76241"/>
                </a:cubicBezTo>
                <a:lnTo>
                  <a:pt x="54014" y="76241"/>
                </a:lnTo>
                <a:cubicBezTo>
                  <a:pt x="54238" y="76167"/>
                  <a:pt x="54462" y="76067"/>
                  <a:pt x="54711" y="75968"/>
                </a:cubicBezTo>
                <a:close/>
                <a:moveTo>
                  <a:pt x="94835" y="71587"/>
                </a:moveTo>
                <a:cubicBezTo>
                  <a:pt x="96677" y="73503"/>
                  <a:pt x="98071" y="75196"/>
                  <a:pt x="99067" y="76640"/>
                </a:cubicBezTo>
                <a:cubicBezTo>
                  <a:pt x="99067" y="76665"/>
                  <a:pt x="99042" y="76665"/>
                  <a:pt x="99042" y="76689"/>
                </a:cubicBezTo>
                <a:cubicBezTo>
                  <a:pt x="98071" y="75271"/>
                  <a:pt x="96652" y="73553"/>
                  <a:pt x="94835" y="71661"/>
                </a:cubicBezTo>
                <a:lnTo>
                  <a:pt x="94835" y="71587"/>
                </a:lnTo>
                <a:close/>
                <a:moveTo>
                  <a:pt x="106883" y="62676"/>
                </a:moveTo>
                <a:cubicBezTo>
                  <a:pt x="105165" y="67231"/>
                  <a:pt x="102626" y="72035"/>
                  <a:pt x="99341" y="76689"/>
                </a:cubicBezTo>
                <a:lnTo>
                  <a:pt x="99316" y="76665"/>
                </a:lnTo>
                <a:cubicBezTo>
                  <a:pt x="99415" y="76490"/>
                  <a:pt x="99515" y="76316"/>
                  <a:pt x="99639" y="76167"/>
                </a:cubicBezTo>
                <a:cubicBezTo>
                  <a:pt x="100013" y="75644"/>
                  <a:pt x="100361" y="75121"/>
                  <a:pt x="100685" y="74574"/>
                </a:cubicBezTo>
                <a:cubicBezTo>
                  <a:pt x="100909" y="74275"/>
                  <a:pt x="101108" y="73951"/>
                  <a:pt x="101307" y="73628"/>
                </a:cubicBezTo>
                <a:cubicBezTo>
                  <a:pt x="101556" y="73205"/>
                  <a:pt x="101805" y="72782"/>
                  <a:pt x="102054" y="72383"/>
                </a:cubicBezTo>
                <a:lnTo>
                  <a:pt x="102527" y="71637"/>
                </a:lnTo>
                <a:cubicBezTo>
                  <a:pt x="103199" y="70467"/>
                  <a:pt x="103796" y="69322"/>
                  <a:pt x="104394" y="68177"/>
                </a:cubicBezTo>
                <a:cubicBezTo>
                  <a:pt x="104443" y="68027"/>
                  <a:pt x="104543" y="67853"/>
                  <a:pt x="104618" y="67729"/>
                </a:cubicBezTo>
                <a:cubicBezTo>
                  <a:pt x="104866" y="67231"/>
                  <a:pt x="105066" y="66733"/>
                  <a:pt x="105314" y="66285"/>
                </a:cubicBezTo>
                <a:cubicBezTo>
                  <a:pt x="105389" y="66161"/>
                  <a:pt x="105414" y="66061"/>
                  <a:pt x="105489" y="65936"/>
                </a:cubicBezTo>
                <a:cubicBezTo>
                  <a:pt x="105987" y="64841"/>
                  <a:pt x="106435" y="63746"/>
                  <a:pt x="106858" y="62676"/>
                </a:cubicBezTo>
                <a:close/>
                <a:moveTo>
                  <a:pt x="12570" y="76416"/>
                </a:moveTo>
                <a:cubicBezTo>
                  <a:pt x="12620" y="76440"/>
                  <a:pt x="12645" y="76440"/>
                  <a:pt x="12670" y="76465"/>
                </a:cubicBezTo>
                <a:cubicBezTo>
                  <a:pt x="12695" y="76515"/>
                  <a:pt x="12744" y="76515"/>
                  <a:pt x="12769" y="76540"/>
                </a:cubicBezTo>
                <a:cubicBezTo>
                  <a:pt x="12869" y="76615"/>
                  <a:pt x="12894" y="76665"/>
                  <a:pt x="12944" y="76714"/>
                </a:cubicBezTo>
                <a:cubicBezTo>
                  <a:pt x="12919" y="76689"/>
                  <a:pt x="12894" y="76689"/>
                  <a:pt x="12869" y="76665"/>
                </a:cubicBezTo>
                <a:cubicBezTo>
                  <a:pt x="12819" y="76640"/>
                  <a:pt x="12794" y="76640"/>
                  <a:pt x="12769" y="76615"/>
                </a:cubicBezTo>
                <a:lnTo>
                  <a:pt x="12744" y="76565"/>
                </a:lnTo>
                <a:lnTo>
                  <a:pt x="12570" y="76416"/>
                </a:lnTo>
                <a:close/>
                <a:moveTo>
                  <a:pt x="19166" y="72557"/>
                </a:moveTo>
                <a:cubicBezTo>
                  <a:pt x="19166" y="72582"/>
                  <a:pt x="19141" y="72582"/>
                  <a:pt x="19141" y="72632"/>
                </a:cubicBezTo>
                <a:cubicBezTo>
                  <a:pt x="19042" y="72657"/>
                  <a:pt x="18967" y="72707"/>
                  <a:pt x="18893" y="72757"/>
                </a:cubicBezTo>
                <a:cubicBezTo>
                  <a:pt x="18868" y="72782"/>
                  <a:pt x="18793" y="72782"/>
                  <a:pt x="18768" y="72806"/>
                </a:cubicBezTo>
                <a:cubicBezTo>
                  <a:pt x="18494" y="72956"/>
                  <a:pt x="18245" y="73080"/>
                  <a:pt x="17996" y="73254"/>
                </a:cubicBezTo>
                <a:cubicBezTo>
                  <a:pt x="17922" y="73279"/>
                  <a:pt x="17872" y="73304"/>
                  <a:pt x="17772" y="73379"/>
                </a:cubicBezTo>
                <a:cubicBezTo>
                  <a:pt x="17524" y="73528"/>
                  <a:pt x="17299" y="73653"/>
                  <a:pt x="17100" y="73802"/>
                </a:cubicBezTo>
                <a:lnTo>
                  <a:pt x="16802" y="74001"/>
                </a:lnTo>
                <a:cubicBezTo>
                  <a:pt x="16578" y="74126"/>
                  <a:pt x="16403" y="74275"/>
                  <a:pt x="16179" y="74424"/>
                </a:cubicBezTo>
                <a:cubicBezTo>
                  <a:pt x="16055" y="74524"/>
                  <a:pt x="15955" y="74574"/>
                  <a:pt x="15856" y="74673"/>
                </a:cubicBezTo>
                <a:cubicBezTo>
                  <a:pt x="15657" y="74798"/>
                  <a:pt x="15507" y="74947"/>
                  <a:pt x="15308" y="75071"/>
                </a:cubicBezTo>
                <a:cubicBezTo>
                  <a:pt x="15184" y="75171"/>
                  <a:pt x="15059" y="75271"/>
                  <a:pt x="14910" y="75395"/>
                </a:cubicBezTo>
                <a:lnTo>
                  <a:pt x="14437" y="75768"/>
                </a:lnTo>
                <a:cubicBezTo>
                  <a:pt x="14288" y="75893"/>
                  <a:pt x="14163" y="76017"/>
                  <a:pt x="14014" y="76142"/>
                </a:cubicBezTo>
                <a:cubicBezTo>
                  <a:pt x="13889" y="76266"/>
                  <a:pt x="13715" y="76391"/>
                  <a:pt x="13616" y="76515"/>
                </a:cubicBezTo>
                <a:cubicBezTo>
                  <a:pt x="13541" y="76565"/>
                  <a:pt x="13441" y="76640"/>
                  <a:pt x="13392" y="76714"/>
                </a:cubicBezTo>
                <a:lnTo>
                  <a:pt x="13367" y="76714"/>
                </a:lnTo>
                <a:cubicBezTo>
                  <a:pt x="13367" y="76714"/>
                  <a:pt x="13317" y="76714"/>
                  <a:pt x="13317" y="76689"/>
                </a:cubicBezTo>
                <a:cubicBezTo>
                  <a:pt x="13392" y="76640"/>
                  <a:pt x="13491" y="76565"/>
                  <a:pt x="13541" y="76465"/>
                </a:cubicBezTo>
                <a:cubicBezTo>
                  <a:pt x="13690" y="76366"/>
                  <a:pt x="13815" y="76216"/>
                  <a:pt x="13989" y="76067"/>
                </a:cubicBezTo>
                <a:cubicBezTo>
                  <a:pt x="14138" y="75943"/>
                  <a:pt x="14288" y="75818"/>
                  <a:pt x="14412" y="75694"/>
                </a:cubicBezTo>
                <a:cubicBezTo>
                  <a:pt x="14561" y="75569"/>
                  <a:pt x="14736" y="75445"/>
                  <a:pt x="14860" y="75320"/>
                </a:cubicBezTo>
                <a:cubicBezTo>
                  <a:pt x="15010" y="75196"/>
                  <a:pt x="15134" y="75121"/>
                  <a:pt x="15283" y="74997"/>
                </a:cubicBezTo>
                <a:cubicBezTo>
                  <a:pt x="15433" y="74847"/>
                  <a:pt x="15607" y="74723"/>
                  <a:pt x="15781" y="74623"/>
                </a:cubicBezTo>
                <a:cubicBezTo>
                  <a:pt x="15906" y="74524"/>
                  <a:pt x="16055" y="74424"/>
                  <a:pt x="16179" y="74325"/>
                </a:cubicBezTo>
                <a:cubicBezTo>
                  <a:pt x="16379" y="74200"/>
                  <a:pt x="16553" y="74076"/>
                  <a:pt x="16727" y="73951"/>
                </a:cubicBezTo>
                <a:cubicBezTo>
                  <a:pt x="16851" y="73877"/>
                  <a:pt x="16976" y="73802"/>
                  <a:pt x="17100" y="73752"/>
                </a:cubicBezTo>
                <a:cubicBezTo>
                  <a:pt x="17275" y="73628"/>
                  <a:pt x="17499" y="73503"/>
                  <a:pt x="17673" y="73379"/>
                </a:cubicBezTo>
                <a:cubicBezTo>
                  <a:pt x="17772" y="73304"/>
                  <a:pt x="17897" y="73254"/>
                  <a:pt x="17996" y="73180"/>
                </a:cubicBezTo>
                <a:cubicBezTo>
                  <a:pt x="18220" y="73055"/>
                  <a:pt x="18420" y="72931"/>
                  <a:pt x="18668" y="72806"/>
                </a:cubicBezTo>
                <a:cubicBezTo>
                  <a:pt x="18768" y="72757"/>
                  <a:pt x="18868" y="72707"/>
                  <a:pt x="18967" y="72682"/>
                </a:cubicBezTo>
                <a:cubicBezTo>
                  <a:pt x="19042" y="72582"/>
                  <a:pt x="19117" y="72557"/>
                  <a:pt x="19166" y="72557"/>
                </a:cubicBezTo>
                <a:close/>
                <a:moveTo>
                  <a:pt x="80747" y="71089"/>
                </a:moveTo>
                <a:cubicBezTo>
                  <a:pt x="83361" y="73155"/>
                  <a:pt x="85999" y="75047"/>
                  <a:pt x="88538" y="76665"/>
                </a:cubicBezTo>
                <a:cubicBezTo>
                  <a:pt x="88538" y="76689"/>
                  <a:pt x="88488" y="76689"/>
                  <a:pt x="88488" y="76714"/>
                </a:cubicBezTo>
                <a:cubicBezTo>
                  <a:pt x="85974" y="75121"/>
                  <a:pt x="83336" y="73205"/>
                  <a:pt x="80722" y="71139"/>
                </a:cubicBezTo>
                <a:lnTo>
                  <a:pt x="80747" y="71089"/>
                </a:lnTo>
                <a:close/>
                <a:moveTo>
                  <a:pt x="88687" y="76764"/>
                </a:moveTo>
                <a:cubicBezTo>
                  <a:pt x="88712" y="76764"/>
                  <a:pt x="88712" y="76789"/>
                  <a:pt x="88737" y="76789"/>
                </a:cubicBezTo>
                <a:cubicBezTo>
                  <a:pt x="88737" y="76814"/>
                  <a:pt x="88712" y="76814"/>
                  <a:pt x="88712" y="76864"/>
                </a:cubicBezTo>
                <a:cubicBezTo>
                  <a:pt x="88687" y="76864"/>
                  <a:pt x="88687" y="76814"/>
                  <a:pt x="88662" y="76814"/>
                </a:cubicBezTo>
                <a:cubicBezTo>
                  <a:pt x="88662" y="76789"/>
                  <a:pt x="88687" y="76789"/>
                  <a:pt x="88687" y="76764"/>
                </a:cubicBezTo>
                <a:close/>
                <a:moveTo>
                  <a:pt x="99191" y="76814"/>
                </a:moveTo>
                <a:cubicBezTo>
                  <a:pt x="99191" y="76814"/>
                  <a:pt x="99191" y="76864"/>
                  <a:pt x="99241" y="76864"/>
                </a:cubicBezTo>
                <a:cubicBezTo>
                  <a:pt x="99241" y="76864"/>
                  <a:pt x="99191" y="76889"/>
                  <a:pt x="99191" y="76913"/>
                </a:cubicBezTo>
                <a:lnTo>
                  <a:pt x="99166" y="76889"/>
                </a:lnTo>
                <a:cubicBezTo>
                  <a:pt x="99166" y="76839"/>
                  <a:pt x="99191" y="76839"/>
                  <a:pt x="99191" y="76814"/>
                </a:cubicBezTo>
                <a:close/>
                <a:moveTo>
                  <a:pt x="44033" y="76889"/>
                </a:moveTo>
                <a:cubicBezTo>
                  <a:pt x="44033" y="76889"/>
                  <a:pt x="44057" y="76889"/>
                  <a:pt x="44057" y="76913"/>
                </a:cubicBezTo>
                <a:cubicBezTo>
                  <a:pt x="44057" y="76938"/>
                  <a:pt x="44033" y="76988"/>
                  <a:pt x="44033" y="77013"/>
                </a:cubicBezTo>
                <a:lnTo>
                  <a:pt x="44033" y="76889"/>
                </a:lnTo>
                <a:close/>
                <a:moveTo>
                  <a:pt x="93392" y="70417"/>
                </a:moveTo>
                <a:cubicBezTo>
                  <a:pt x="93715" y="70765"/>
                  <a:pt x="94064" y="71089"/>
                  <a:pt x="94387" y="71437"/>
                </a:cubicBezTo>
                <a:cubicBezTo>
                  <a:pt x="93317" y="72757"/>
                  <a:pt x="92222" y="74076"/>
                  <a:pt x="91102" y="75370"/>
                </a:cubicBezTo>
                <a:cubicBezTo>
                  <a:pt x="91077" y="75395"/>
                  <a:pt x="91077" y="75420"/>
                  <a:pt x="91052" y="75420"/>
                </a:cubicBezTo>
                <a:cubicBezTo>
                  <a:pt x="90579" y="76017"/>
                  <a:pt x="90081" y="76565"/>
                  <a:pt x="89583" y="77113"/>
                </a:cubicBezTo>
                <a:lnTo>
                  <a:pt x="89036" y="76739"/>
                </a:lnTo>
                <a:cubicBezTo>
                  <a:pt x="90678" y="74648"/>
                  <a:pt x="92147" y="72533"/>
                  <a:pt x="93392" y="70417"/>
                </a:cubicBezTo>
                <a:close/>
                <a:moveTo>
                  <a:pt x="48214" y="73578"/>
                </a:moveTo>
                <a:cubicBezTo>
                  <a:pt x="49583" y="74325"/>
                  <a:pt x="50902" y="75345"/>
                  <a:pt x="52197" y="76640"/>
                </a:cubicBezTo>
                <a:cubicBezTo>
                  <a:pt x="52097" y="76665"/>
                  <a:pt x="51998" y="76665"/>
                  <a:pt x="51898" y="76689"/>
                </a:cubicBezTo>
                <a:cubicBezTo>
                  <a:pt x="51774" y="76714"/>
                  <a:pt x="51624" y="76764"/>
                  <a:pt x="51500" y="76789"/>
                </a:cubicBezTo>
                <a:cubicBezTo>
                  <a:pt x="51475" y="76789"/>
                  <a:pt x="51400" y="76814"/>
                  <a:pt x="51375" y="76814"/>
                </a:cubicBezTo>
                <a:cubicBezTo>
                  <a:pt x="51251" y="76864"/>
                  <a:pt x="51127" y="76864"/>
                  <a:pt x="51002" y="76889"/>
                </a:cubicBezTo>
                <a:cubicBezTo>
                  <a:pt x="50952" y="76889"/>
                  <a:pt x="50878" y="76913"/>
                  <a:pt x="50828" y="76913"/>
                </a:cubicBezTo>
                <a:cubicBezTo>
                  <a:pt x="50728" y="76938"/>
                  <a:pt x="50629" y="76938"/>
                  <a:pt x="50504" y="76988"/>
                </a:cubicBezTo>
                <a:cubicBezTo>
                  <a:pt x="50380" y="77013"/>
                  <a:pt x="50230" y="77013"/>
                  <a:pt x="50106" y="77038"/>
                </a:cubicBezTo>
                <a:lnTo>
                  <a:pt x="50006" y="77038"/>
                </a:lnTo>
                <a:cubicBezTo>
                  <a:pt x="49882" y="77063"/>
                  <a:pt x="49758" y="77063"/>
                  <a:pt x="49658" y="77088"/>
                </a:cubicBezTo>
                <a:cubicBezTo>
                  <a:pt x="49509" y="77137"/>
                  <a:pt x="49334" y="77137"/>
                  <a:pt x="49160" y="77137"/>
                </a:cubicBezTo>
                <a:lnTo>
                  <a:pt x="49061" y="77137"/>
                </a:lnTo>
                <a:cubicBezTo>
                  <a:pt x="49011" y="77137"/>
                  <a:pt x="48911" y="77137"/>
                  <a:pt x="48861" y="77162"/>
                </a:cubicBezTo>
                <a:cubicBezTo>
                  <a:pt x="48588" y="77162"/>
                  <a:pt x="48339" y="77187"/>
                  <a:pt x="48040" y="77187"/>
                </a:cubicBezTo>
                <a:cubicBezTo>
                  <a:pt x="47642" y="77187"/>
                  <a:pt x="47244" y="77162"/>
                  <a:pt x="46870" y="77137"/>
                </a:cubicBezTo>
                <a:cubicBezTo>
                  <a:pt x="46771" y="77137"/>
                  <a:pt x="46671" y="77113"/>
                  <a:pt x="46571" y="77113"/>
                </a:cubicBezTo>
                <a:cubicBezTo>
                  <a:pt x="46497" y="77113"/>
                  <a:pt x="46422" y="77063"/>
                  <a:pt x="46323" y="77063"/>
                </a:cubicBezTo>
                <a:cubicBezTo>
                  <a:pt x="46074" y="77038"/>
                  <a:pt x="45874" y="77013"/>
                  <a:pt x="45626" y="76938"/>
                </a:cubicBezTo>
                <a:cubicBezTo>
                  <a:pt x="45576" y="76938"/>
                  <a:pt x="45526" y="76913"/>
                  <a:pt x="45501" y="76913"/>
                </a:cubicBezTo>
                <a:cubicBezTo>
                  <a:pt x="45327" y="76889"/>
                  <a:pt x="45202" y="76814"/>
                  <a:pt x="45053" y="76789"/>
                </a:cubicBezTo>
                <a:cubicBezTo>
                  <a:pt x="45028" y="76789"/>
                  <a:pt x="45003" y="76764"/>
                  <a:pt x="44929" y="76764"/>
                </a:cubicBezTo>
                <a:cubicBezTo>
                  <a:pt x="44954" y="76640"/>
                  <a:pt x="45028" y="76490"/>
                  <a:pt x="45053" y="76366"/>
                </a:cubicBezTo>
                <a:cubicBezTo>
                  <a:pt x="45178" y="75893"/>
                  <a:pt x="45352" y="75495"/>
                  <a:pt x="45476" y="75146"/>
                </a:cubicBezTo>
                <a:cubicBezTo>
                  <a:pt x="45601" y="75071"/>
                  <a:pt x="45675" y="75022"/>
                  <a:pt x="45800" y="74947"/>
                </a:cubicBezTo>
                <a:lnTo>
                  <a:pt x="45999" y="74872"/>
                </a:lnTo>
                <a:cubicBezTo>
                  <a:pt x="46049" y="74823"/>
                  <a:pt x="46099" y="74798"/>
                  <a:pt x="46148" y="74773"/>
                </a:cubicBezTo>
                <a:cubicBezTo>
                  <a:pt x="46522" y="74549"/>
                  <a:pt x="46870" y="74375"/>
                  <a:pt x="47244" y="74151"/>
                </a:cubicBezTo>
                <a:cubicBezTo>
                  <a:pt x="47492" y="74001"/>
                  <a:pt x="47741" y="73827"/>
                  <a:pt x="47990" y="73702"/>
                </a:cubicBezTo>
                <a:cubicBezTo>
                  <a:pt x="48040" y="73678"/>
                  <a:pt x="48115" y="73603"/>
                  <a:pt x="48214" y="73578"/>
                </a:cubicBezTo>
                <a:close/>
                <a:moveTo>
                  <a:pt x="94537" y="71587"/>
                </a:moveTo>
                <a:lnTo>
                  <a:pt x="94562" y="71637"/>
                </a:lnTo>
                <a:cubicBezTo>
                  <a:pt x="94213" y="72035"/>
                  <a:pt x="93914" y="72458"/>
                  <a:pt x="93566" y="72881"/>
                </a:cubicBezTo>
                <a:lnTo>
                  <a:pt x="93093" y="73429"/>
                </a:lnTo>
                <a:cubicBezTo>
                  <a:pt x="92545" y="74076"/>
                  <a:pt x="91973" y="74773"/>
                  <a:pt x="91425" y="75420"/>
                </a:cubicBezTo>
                <a:cubicBezTo>
                  <a:pt x="91176" y="75694"/>
                  <a:pt x="90952" y="75943"/>
                  <a:pt x="90703" y="76241"/>
                </a:cubicBezTo>
                <a:cubicBezTo>
                  <a:pt x="90405" y="76565"/>
                  <a:pt x="90106" y="76913"/>
                  <a:pt x="89807" y="77237"/>
                </a:cubicBezTo>
                <a:cubicBezTo>
                  <a:pt x="89782" y="77237"/>
                  <a:pt x="89782" y="77187"/>
                  <a:pt x="89733" y="77187"/>
                </a:cubicBezTo>
                <a:cubicBezTo>
                  <a:pt x="91425" y="75370"/>
                  <a:pt x="93018" y="73503"/>
                  <a:pt x="94537" y="71587"/>
                </a:cubicBezTo>
                <a:close/>
                <a:moveTo>
                  <a:pt x="43560" y="76689"/>
                </a:moveTo>
                <a:cubicBezTo>
                  <a:pt x="43609" y="76689"/>
                  <a:pt x="43609" y="76739"/>
                  <a:pt x="43634" y="76739"/>
                </a:cubicBezTo>
                <a:cubicBezTo>
                  <a:pt x="43684" y="76764"/>
                  <a:pt x="43784" y="76789"/>
                  <a:pt x="43833" y="76814"/>
                </a:cubicBezTo>
                <a:cubicBezTo>
                  <a:pt x="43858" y="76938"/>
                  <a:pt x="43858" y="77113"/>
                  <a:pt x="43809" y="77262"/>
                </a:cubicBezTo>
                <a:cubicBezTo>
                  <a:pt x="43784" y="77237"/>
                  <a:pt x="43784" y="77187"/>
                  <a:pt x="43759" y="77187"/>
                </a:cubicBezTo>
                <a:cubicBezTo>
                  <a:pt x="43734" y="77162"/>
                  <a:pt x="43684" y="77113"/>
                  <a:pt x="43659" y="77063"/>
                </a:cubicBezTo>
                <a:cubicBezTo>
                  <a:pt x="43634" y="76938"/>
                  <a:pt x="43560" y="76814"/>
                  <a:pt x="43535" y="76739"/>
                </a:cubicBezTo>
                <a:lnTo>
                  <a:pt x="43560" y="76739"/>
                </a:lnTo>
                <a:lnTo>
                  <a:pt x="43560" y="76689"/>
                </a:lnTo>
                <a:close/>
                <a:moveTo>
                  <a:pt x="88911" y="76889"/>
                </a:moveTo>
                <a:cubicBezTo>
                  <a:pt x="89085" y="77013"/>
                  <a:pt x="89285" y="77137"/>
                  <a:pt x="89459" y="77237"/>
                </a:cubicBezTo>
                <a:cubicBezTo>
                  <a:pt x="89459" y="77262"/>
                  <a:pt x="89434" y="77262"/>
                  <a:pt x="89434" y="77287"/>
                </a:cubicBezTo>
                <a:cubicBezTo>
                  <a:pt x="89235" y="77162"/>
                  <a:pt x="89061" y="77063"/>
                  <a:pt x="88861" y="76938"/>
                </a:cubicBezTo>
                <a:cubicBezTo>
                  <a:pt x="88861" y="76913"/>
                  <a:pt x="88911" y="76913"/>
                  <a:pt x="88911" y="76889"/>
                </a:cubicBezTo>
                <a:close/>
                <a:moveTo>
                  <a:pt x="110243" y="61357"/>
                </a:moveTo>
                <a:lnTo>
                  <a:pt x="110243" y="61357"/>
                </a:lnTo>
                <a:cubicBezTo>
                  <a:pt x="107455" y="66683"/>
                  <a:pt x="103896" y="72060"/>
                  <a:pt x="99739" y="77312"/>
                </a:cubicBezTo>
                <a:cubicBezTo>
                  <a:pt x="99639" y="77162"/>
                  <a:pt x="99540" y="77038"/>
                  <a:pt x="99440" y="76889"/>
                </a:cubicBezTo>
                <a:cubicBezTo>
                  <a:pt x="100361" y="75619"/>
                  <a:pt x="101232" y="74300"/>
                  <a:pt x="102004" y="73006"/>
                </a:cubicBezTo>
                <a:cubicBezTo>
                  <a:pt x="104169" y="69446"/>
                  <a:pt x="105862" y="65961"/>
                  <a:pt x="107107" y="62601"/>
                </a:cubicBezTo>
                <a:cubicBezTo>
                  <a:pt x="108252" y="62253"/>
                  <a:pt x="109322" y="61854"/>
                  <a:pt x="110243" y="61357"/>
                </a:cubicBezTo>
                <a:close/>
                <a:moveTo>
                  <a:pt x="52272" y="76764"/>
                </a:moveTo>
                <a:lnTo>
                  <a:pt x="52296" y="76789"/>
                </a:lnTo>
                <a:lnTo>
                  <a:pt x="52272" y="76789"/>
                </a:lnTo>
                <a:cubicBezTo>
                  <a:pt x="52023" y="76839"/>
                  <a:pt x="51749" y="76913"/>
                  <a:pt x="51500" y="76988"/>
                </a:cubicBezTo>
                <a:cubicBezTo>
                  <a:pt x="51425" y="76988"/>
                  <a:pt x="51400" y="77013"/>
                  <a:pt x="51351" y="77013"/>
                </a:cubicBezTo>
                <a:cubicBezTo>
                  <a:pt x="51102" y="77063"/>
                  <a:pt x="50853" y="77113"/>
                  <a:pt x="50554" y="77162"/>
                </a:cubicBezTo>
                <a:cubicBezTo>
                  <a:pt x="50529" y="77162"/>
                  <a:pt x="50479" y="77187"/>
                  <a:pt x="50430" y="77187"/>
                </a:cubicBezTo>
                <a:cubicBezTo>
                  <a:pt x="50056" y="77262"/>
                  <a:pt x="49683" y="77287"/>
                  <a:pt x="49309" y="77312"/>
                </a:cubicBezTo>
                <a:cubicBezTo>
                  <a:pt x="49235" y="77312"/>
                  <a:pt x="49135" y="77361"/>
                  <a:pt x="49036" y="77361"/>
                </a:cubicBezTo>
                <a:cubicBezTo>
                  <a:pt x="48662" y="77386"/>
                  <a:pt x="48289" y="77411"/>
                  <a:pt x="47940" y="77411"/>
                </a:cubicBezTo>
                <a:lnTo>
                  <a:pt x="47916" y="77411"/>
                </a:lnTo>
                <a:cubicBezTo>
                  <a:pt x="47542" y="77411"/>
                  <a:pt x="47169" y="77386"/>
                  <a:pt x="46795" y="77361"/>
                </a:cubicBezTo>
                <a:lnTo>
                  <a:pt x="46696" y="77361"/>
                </a:lnTo>
                <a:cubicBezTo>
                  <a:pt x="46621" y="77361"/>
                  <a:pt x="46522" y="77312"/>
                  <a:pt x="46422" y="77312"/>
                </a:cubicBezTo>
                <a:cubicBezTo>
                  <a:pt x="46372" y="77312"/>
                  <a:pt x="46298" y="77287"/>
                  <a:pt x="46248" y="77287"/>
                </a:cubicBezTo>
                <a:cubicBezTo>
                  <a:pt x="45924" y="77262"/>
                  <a:pt x="45626" y="77187"/>
                  <a:pt x="45327" y="77137"/>
                </a:cubicBezTo>
                <a:cubicBezTo>
                  <a:pt x="45202" y="77088"/>
                  <a:pt x="45053" y="77038"/>
                  <a:pt x="44929" y="77013"/>
                </a:cubicBezTo>
                <a:lnTo>
                  <a:pt x="44904" y="77013"/>
                </a:lnTo>
                <a:lnTo>
                  <a:pt x="44879" y="76988"/>
                </a:lnTo>
                <a:lnTo>
                  <a:pt x="44829" y="76938"/>
                </a:lnTo>
                <a:lnTo>
                  <a:pt x="45003" y="76938"/>
                </a:lnTo>
                <a:cubicBezTo>
                  <a:pt x="45053" y="76988"/>
                  <a:pt x="45128" y="76988"/>
                  <a:pt x="45227" y="77013"/>
                </a:cubicBezTo>
                <a:cubicBezTo>
                  <a:pt x="45252" y="77013"/>
                  <a:pt x="45302" y="77038"/>
                  <a:pt x="45352" y="77038"/>
                </a:cubicBezTo>
                <a:lnTo>
                  <a:pt x="45402" y="77038"/>
                </a:lnTo>
                <a:cubicBezTo>
                  <a:pt x="45501" y="77063"/>
                  <a:pt x="45601" y="77063"/>
                  <a:pt x="45650" y="77113"/>
                </a:cubicBezTo>
                <a:cubicBezTo>
                  <a:pt x="45725" y="77113"/>
                  <a:pt x="45775" y="77137"/>
                  <a:pt x="45850" y="77137"/>
                </a:cubicBezTo>
                <a:cubicBezTo>
                  <a:pt x="45974" y="77162"/>
                  <a:pt x="46049" y="77187"/>
                  <a:pt x="46173" y="77187"/>
                </a:cubicBezTo>
                <a:cubicBezTo>
                  <a:pt x="46273" y="77187"/>
                  <a:pt x="46372" y="77237"/>
                  <a:pt x="46472" y="77237"/>
                </a:cubicBezTo>
                <a:cubicBezTo>
                  <a:pt x="46522" y="77237"/>
                  <a:pt x="46596" y="77262"/>
                  <a:pt x="46646" y="77262"/>
                </a:cubicBezTo>
                <a:lnTo>
                  <a:pt x="46845" y="77262"/>
                </a:lnTo>
                <a:cubicBezTo>
                  <a:pt x="46920" y="77262"/>
                  <a:pt x="46995" y="77287"/>
                  <a:pt x="47094" y="77287"/>
                </a:cubicBezTo>
                <a:cubicBezTo>
                  <a:pt x="47393" y="77312"/>
                  <a:pt x="47716" y="77312"/>
                  <a:pt x="48015" y="77312"/>
                </a:cubicBezTo>
                <a:cubicBezTo>
                  <a:pt x="48289" y="77312"/>
                  <a:pt x="48538" y="77312"/>
                  <a:pt x="48837" y="77287"/>
                </a:cubicBezTo>
                <a:lnTo>
                  <a:pt x="48961" y="77287"/>
                </a:lnTo>
                <a:cubicBezTo>
                  <a:pt x="49011" y="77287"/>
                  <a:pt x="49085" y="77287"/>
                  <a:pt x="49135" y="77262"/>
                </a:cubicBezTo>
                <a:lnTo>
                  <a:pt x="49235" y="77262"/>
                </a:lnTo>
                <a:cubicBezTo>
                  <a:pt x="49359" y="77262"/>
                  <a:pt x="49509" y="77237"/>
                  <a:pt x="49633" y="77237"/>
                </a:cubicBezTo>
                <a:cubicBezTo>
                  <a:pt x="49832" y="77187"/>
                  <a:pt x="49982" y="77162"/>
                  <a:pt x="50156" y="77162"/>
                </a:cubicBezTo>
                <a:lnTo>
                  <a:pt x="50230" y="77162"/>
                </a:lnTo>
                <a:cubicBezTo>
                  <a:pt x="50280" y="77162"/>
                  <a:pt x="50380" y="77137"/>
                  <a:pt x="50430" y="77137"/>
                </a:cubicBezTo>
                <a:cubicBezTo>
                  <a:pt x="50479" y="77137"/>
                  <a:pt x="50529" y="77137"/>
                  <a:pt x="50554" y="77113"/>
                </a:cubicBezTo>
                <a:cubicBezTo>
                  <a:pt x="50629" y="77113"/>
                  <a:pt x="50678" y="77063"/>
                  <a:pt x="50753" y="77063"/>
                </a:cubicBezTo>
                <a:lnTo>
                  <a:pt x="50778" y="77063"/>
                </a:lnTo>
                <a:cubicBezTo>
                  <a:pt x="50878" y="77038"/>
                  <a:pt x="50977" y="77038"/>
                  <a:pt x="51052" y="77013"/>
                </a:cubicBezTo>
                <a:lnTo>
                  <a:pt x="51127" y="77013"/>
                </a:lnTo>
                <a:cubicBezTo>
                  <a:pt x="51176" y="77013"/>
                  <a:pt x="51226" y="76988"/>
                  <a:pt x="51276" y="76988"/>
                </a:cubicBezTo>
                <a:cubicBezTo>
                  <a:pt x="51500" y="76938"/>
                  <a:pt x="51724" y="76889"/>
                  <a:pt x="51923" y="76814"/>
                </a:cubicBezTo>
                <a:lnTo>
                  <a:pt x="52023" y="76814"/>
                </a:lnTo>
                <a:cubicBezTo>
                  <a:pt x="52097" y="76814"/>
                  <a:pt x="52122" y="76789"/>
                  <a:pt x="52172" y="76789"/>
                </a:cubicBezTo>
                <a:cubicBezTo>
                  <a:pt x="52222" y="76789"/>
                  <a:pt x="52247" y="76789"/>
                  <a:pt x="52272" y="76764"/>
                </a:cubicBezTo>
                <a:close/>
                <a:moveTo>
                  <a:pt x="89608" y="77337"/>
                </a:moveTo>
                <a:cubicBezTo>
                  <a:pt x="89658" y="77337"/>
                  <a:pt x="89683" y="77337"/>
                  <a:pt x="89683" y="77386"/>
                </a:cubicBezTo>
                <a:cubicBezTo>
                  <a:pt x="89633" y="77411"/>
                  <a:pt x="89633" y="77411"/>
                  <a:pt x="89633" y="77436"/>
                </a:cubicBezTo>
                <a:cubicBezTo>
                  <a:pt x="89608" y="77436"/>
                  <a:pt x="89608" y="77411"/>
                  <a:pt x="89583" y="77411"/>
                </a:cubicBezTo>
                <a:cubicBezTo>
                  <a:pt x="89583" y="77386"/>
                  <a:pt x="89608" y="77386"/>
                  <a:pt x="89608" y="77337"/>
                </a:cubicBezTo>
                <a:close/>
                <a:moveTo>
                  <a:pt x="44057" y="77386"/>
                </a:moveTo>
                <a:lnTo>
                  <a:pt x="44057" y="77486"/>
                </a:lnTo>
                <a:cubicBezTo>
                  <a:pt x="44033" y="77511"/>
                  <a:pt x="44033" y="77536"/>
                  <a:pt x="44008" y="77536"/>
                </a:cubicBezTo>
                <a:cubicBezTo>
                  <a:pt x="44033" y="77486"/>
                  <a:pt x="44057" y="77436"/>
                  <a:pt x="44057" y="77386"/>
                </a:cubicBezTo>
                <a:close/>
                <a:moveTo>
                  <a:pt x="99316" y="77038"/>
                </a:moveTo>
                <a:cubicBezTo>
                  <a:pt x="99415" y="77187"/>
                  <a:pt x="99515" y="77312"/>
                  <a:pt x="99614" y="77486"/>
                </a:cubicBezTo>
                <a:lnTo>
                  <a:pt x="99540" y="77536"/>
                </a:lnTo>
                <a:cubicBezTo>
                  <a:pt x="99490" y="77386"/>
                  <a:pt x="99390" y="77237"/>
                  <a:pt x="99291" y="77113"/>
                </a:cubicBezTo>
                <a:cubicBezTo>
                  <a:pt x="99291" y="77063"/>
                  <a:pt x="99316" y="77063"/>
                  <a:pt x="99316" y="77038"/>
                </a:cubicBezTo>
                <a:close/>
                <a:moveTo>
                  <a:pt x="110616" y="61108"/>
                </a:moveTo>
                <a:lnTo>
                  <a:pt x="110616" y="61108"/>
                </a:lnTo>
                <a:cubicBezTo>
                  <a:pt x="107754" y="66609"/>
                  <a:pt x="104120" y="72159"/>
                  <a:pt x="99863" y="77536"/>
                </a:cubicBezTo>
                <a:cubicBezTo>
                  <a:pt x="99863" y="77511"/>
                  <a:pt x="99814" y="77511"/>
                  <a:pt x="99814" y="77486"/>
                </a:cubicBezTo>
                <a:cubicBezTo>
                  <a:pt x="104095" y="72134"/>
                  <a:pt x="107704" y="66609"/>
                  <a:pt x="110517" y="61182"/>
                </a:cubicBezTo>
                <a:cubicBezTo>
                  <a:pt x="110567" y="61133"/>
                  <a:pt x="110591" y="61133"/>
                  <a:pt x="110616" y="61108"/>
                </a:cubicBezTo>
                <a:close/>
                <a:moveTo>
                  <a:pt x="40896" y="74549"/>
                </a:moveTo>
                <a:cubicBezTo>
                  <a:pt x="40946" y="74574"/>
                  <a:pt x="40996" y="74648"/>
                  <a:pt x="41046" y="74673"/>
                </a:cubicBezTo>
                <a:cubicBezTo>
                  <a:pt x="41270" y="74897"/>
                  <a:pt x="41519" y="75071"/>
                  <a:pt x="41743" y="75295"/>
                </a:cubicBezTo>
                <a:lnTo>
                  <a:pt x="41767" y="75320"/>
                </a:lnTo>
                <a:cubicBezTo>
                  <a:pt x="41892" y="75445"/>
                  <a:pt x="42016" y="75619"/>
                  <a:pt x="42091" y="75744"/>
                </a:cubicBezTo>
                <a:cubicBezTo>
                  <a:pt x="42240" y="75893"/>
                  <a:pt x="42365" y="76042"/>
                  <a:pt x="42440" y="76192"/>
                </a:cubicBezTo>
                <a:cubicBezTo>
                  <a:pt x="41419" y="76689"/>
                  <a:pt x="40398" y="77162"/>
                  <a:pt x="39403" y="77561"/>
                </a:cubicBezTo>
                <a:cubicBezTo>
                  <a:pt x="39876" y="76565"/>
                  <a:pt x="40349" y="75569"/>
                  <a:pt x="40896" y="74549"/>
                </a:cubicBezTo>
                <a:close/>
                <a:moveTo>
                  <a:pt x="99739" y="77610"/>
                </a:moveTo>
                <a:cubicBezTo>
                  <a:pt x="99739" y="77635"/>
                  <a:pt x="99739" y="77660"/>
                  <a:pt x="99764" y="77660"/>
                </a:cubicBezTo>
                <a:lnTo>
                  <a:pt x="99689" y="77710"/>
                </a:lnTo>
                <a:cubicBezTo>
                  <a:pt x="99689" y="77685"/>
                  <a:pt x="99664" y="77685"/>
                  <a:pt x="99664" y="77660"/>
                </a:cubicBezTo>
                <a:lnTo>
                  <a:pt x="99739" y="77610"/>
                </a:lnTo>
                <a:close/>
                <a:moveTo>
                  <a:pt x="40747" y="74424"/>
                </a:moveTo>
                <a:lnTo>
                  <a:pt x="40772" y="74449"/>
                </a:lnTo>
                <a:cubicBezTo>
                  <a:pt x="40174" y="75544"/>
                  <a:pt x="39652" y="76640"/>
                  <a:pt x="39154" y="77685"/>
                </a:cubicBezTo>
                <a:cubicBezTo>
                  <a:pt x="39129" y="77685"/>
                  <a:pt x="39129" y="77685"/>
                  <a:pt x="39079" y="77735"/>
                </a:cubicBezTo>
                <a:cubicBezTo>
                  <a:pt x="39577" y="76615"/>
                  <a:pt x="40150" y="75520"/>
                  <a:pt x="40747" y="74424"/>
                </a:cubicBezTo>
                <a:close/>
                <a:moveTo>
                  <a:pt x="42614" y="76366"/>
                </a:moveTo>
                <a:lnTo>
                  <a:pt x="42614" y="76391"/>
                </a:lnTo>
                <a:lnTo>
                  <a:pt x="42639" y="76416"/>
                </a:lnTo>
                <a:cubicBezTo>
                  <a:pt x="41494" y="76938"/>
                  <a:pt x="40374" y="77436"/>
                  <a:pt x="39278" y="77884"/>
                </a:cubicBezTo>
                <a:cubicBezTo>
                  <a:pt x="39278" y="77859"/>
                  <a:pt x="39278" y="77859"/>
                  <a:pt x="39303" y="77859"/>
                </a:cubicBezTo>
                <a:cubicBezTo>
                  <a:pt x="40398" y="77386"/>
                  <a:pt x="41494" y="76889"/>
                  <a:pt x="42614" y="76366"/>
                </a:cubicBezTo>
                <a:close/>
                <a:moveTo>
                  <a:pt x="62477" y="72085"/>
                </a:moveTo>
                <a:cubicBezTo>
                  <a:pt x="62651" y="72259"/>
                  <a:pt x="62800" y="72433"/>
                  <a:pt x="62950" y="72582"/>
                </a:cubicBezTo>
                <a:cubicBezTo>
                  <a:pt x="60734" y="74449"/>
                  <a:pt x="58445" y="76266"/>
                  <a:pt x="56055" y="77984"/>
                </a:cubicBezTo>
                <a:cubicBezTo>
                  <a:pt x="55856" y="77287"/>
                  <a:pt x="55557" y="76665"/>
                  <a:pt x="55234" y="76067"/>
                </a:cubicBezTo>
                <a:lnTo>
                  <a:pt x="55706" y="75893"/>
                </a:lnTo>
                <a:cubicBezTo>
                  <a:pt x="55756" y="75868"/>
                  <a:pt x="55831" y="75818"/>
                  <a:pt x="55906" y="75793"/>
                </a:cubicBezTo>
                <a:cubicBezTo>
                  <a:pt x="56055" y="75744"/>
                  <a:pt x="56204" y="75669"/>
                  <a:pt x="56354" y="75619"/>
                </a:cubicBezTo>
                <a:cubicBezTo>
                  <a:pt x="56403" y="75569"/>
                  <a:pt x="56478" y="75544"/>
                  <a:pt x="56503" y="75544"/>
                </a:cubicBezTo>
                <a:cubicBezTo>
                  <a:pt x="56528" y="75520"/>
                  <a:pt x="56578" y="75520"/>
                  <a:pt x="56603" y="75495"/>
                </a:cubicBezTo>
                <a:cubicBezTo>
                  <a:pt x="56677" y="75445"/>
                  <a:pt x="56752" y="75420"/>
                  <a:pt x="56827" y="75395"/>
                </a:cubicBezTo>
                <a:lnTo>
                  <a:pt x="56851" y="75395"/>
                </a:lnTo>
                <a:cubicBezTo>
                  <a:pt x="56876" y="75370"/>
                  <a:pt x="56951" y="75370"/>
                  <a:pt x="56976" y="75320"/>
                </a:cubicBezTo>
                <a:cubicBezTo>
                  <a:pt x="57100" y="75271"/>
                  <a:pt x="57250" y="75196"/>
                  <a:pt x="57374" y="75121"/>
                </a:cubicBezTo>
                <a:cubicBezTo>
                  <a:pt x="57374" y="75121"/>
                  <a:pt x="57424" y="75121"/>
                  <a:pt x="57424" y="75071"/>
                </a:cubicBezTo>
                <a:cubicBezTo>
                  <a:pt x="57449" y="75071"/>
                  <a:pt x="57474" y="75047"/>
                  <a:pt x="57474" y="75047"/>
                </a:cubicBezTo>
                <a:cubicBezTo>
                  <a:pt x="57573" y="75022"/>
                  <a:pt x="57648" y="74947"/>
                  <a:pt x="57748" y="74922"/>
                </a:cubicBezTo>
                <a:cubicBezTo>
                  <a:pt x="57947" y="74823"/>
                  <a:pt x="58146" y="74698"/>
                  <a:pt x="58345" y="74623"/>
                </a:cubicBezTo>
                <a:cubicBezTo>
                  <a:pt x="58345" y="74623"/>
                  <a:pt x="58370" y="74623"/>
                  <a:pt x="58370" y="74574"/>
                </a:cubicBezTo>
                <a:cubicBezTo>
                  <a:pt x="58469" y="74524"/>
                  <a:pt x="58594" y="74499"/>
                  <a:pt x="58693" y="74424"/>
                </a:cubicBezTo>
                <a:cubicBezTo>
                  <a:pt x="58718" y="74424"/>
                  <a:pt x="58743" y="74399"/>
                  <a:pt x="58743" y="74399"/>
                </a:cubicBezTo>
                <a:cubicBezTo>
                  <a:pt x="58942" y="74300"/>
                  <a:pt x="59092" y="74200"/>
                  <a:pt x="59291" y="74126"/>
                </a:cubicBezTo>
                <a:lnTo>
                  <a:pt x="59316" y="74126"/>
                </a:lnTo>
                <a:cubicBezTo>
                  <a:pt x="59440" y="74051"/>
                  <a:pt x="59540" y="74001"/>
                  <a:pt x="59664" y="73926"/>
                </a:cubicBezTo>
                <a:cubicBezTo>
                  <a:pt x="59838" y="73802"/>
                  <a:pt x="60038" y="73702"/>
                  <a:pt x="60237" y="73578"/>
                </a:cubicBezTo>
                <a:cubicBezTo>
                  <a:pt x="60286" y="73553"/>
                  <a:pt x="60336" y="73528"/>
                  <a:pt x="60361" y="73503"/>
                </a:cubicBezTo>
                <a:cubicBezTo>
                  <a:pt x="60461" y="73429"/>
                  <a:pt x="60560" y="73404"/>
                  <a:pt x="60610" y="73329"/>
                </a:cubicBezTo>
                <a:cubicBezTo>
                  <a:pt x="60809" y="73205"/>
                  <a:pt x="60983" y="73080"/>
                  <a:pt x="61183" y="73006"/>
                </a:cubicBezTo>
                <a:cubicBezTo>
                  <a:pt x="61307" y="72906"/>
                  <a:pt x="61456" y="72806"/>
                  <a:pt x="61581" y="72707"/>
                </a:cubicBezTo>
                <a:lnTo>
                  <a:pt x="62153" y="72333"/>
                </a:lnTo>
                <a:cubicBezTo>
                  <a:pt x="62278" y="72259"/>
                  <a:pt x="62402" y="72184"/>
                  <a:pt x="62477" y="72085"/>
                </a:cubicBezTo>
                <a:close/>
                <a:moveTo>
                  <a:pt x="39029" y="77934"/>
                </a:moveTo>
                <a:lnTo>
                  <a:pt x="39029" y="77959"/>
                </a:lnTo>
                <a:lnTo>
                  <a:pt x="39029" y="78009"/>
                </a:lnTo>
                <a:cubicBezTo>
                  <a:pt x="39017" y="78021"/>
                  <a:pt x="38998" y="78027"/>
                  <a:pt x="38983" y="78027"/>
                </a:cubicBezTo>
                <a:cubicBezTo>
                  <a:pt x="38967" y="78027"/>
                  <a:pt x="38955" y="78021"/>
                  <a:pt x="38955" y="78009"/>
                </a:cubicBezTo>
                <a:cubicBezTo>
                  <a:pt x="38955" y="77959"/>
                  <a:pt x="38955" y="77959"/>
                  <a:pt x="39005" y="77959"/>
                </a:cubicBezTo>
                <a:cubicBezTo>
                  <a:pt x="39005" y="77959"/>
                  <a:pt x="39029" y="77959"/>
                  <a:pt x="39029" y="77934"/>
                </a:cubicBezTo>
                <a:close/>
                <a:moveTo>
                  <a:pt x="55084" y="76142"/>
                </a:moveTo>
                <a:cubicBezTo>
                  <a:pt x="55383" y="76764"/>
                  <a:pt x="55706" y="77386"/>
                  <a:pt x="56055" y="78009"/>
                </a:cubicBezTo>
                <a:lnTo>
                  <a:pt x="56005" y="78034"/>
                </a:lnTo>
                <a:cubicBezTo>
                  <a:pt x="55632" y="77411"/>
                  <a:pt x="55333" y="76789"/>
                  <a:pt x="55010" y="76167"/>
                </a:cubicBezTo>
                <a:cubicBezTo>
                  <a:pt x="55059" y="76167"/>
                  <a:pt x="55059" y="76167"/>
                  <a:pt x="55084" y="76142"/>
                </a:cubicBezTo>
                <a:close/>
                <a:moveTo>
                  <a:pt x="44505" y="77212"/>
                </a:moveTo>
                <a:lnTo>
                  <a:pt x="44530" y="77262"/>
                </a:lnTo>
                <a:lnTo>
                  <a:pt x="44555" y="77287"/>
                </a:lnTo>
                <a:cubicBezTo>
                  <a:pt x="44505" y="77486"/>
                  <a:pt x="44431" y="77760"/>
                  <a:pt x="44381" y="78058"/>
                </a:cubicBezTo>
                <a:lnTo>
                  <a:pt x="44356" y="78034"/>
                </a:lnTo>
                <a:cubicBezTo>
                  <a:pt x="44356" y="78034"/>
                  <a:pt x="44356" y="78009"/>
                  <a:pt x="44306" y="78009"/>
                </a:cubicBezTo>
                <a:cubicBezTo>
                  <a:pt x="44306" y="77934"/>
                  <a:pt x="44356" y="77884"/>
                  <a:pt x="44356" y="77834"/>
                </a:cubicBezTo>
                <a:lnTo>
                  <a:pt x="44431" y="77461"/>
                </a:lnTo>
                <a:cubicBezTo>
                  <a:pt x="44481" y="77386"/>
                  <a:pt x="44481" y="77312"/>
                  <a:pt x="44505" y="77212"/>
                </a:cubicBezTo>
                <a:close/>
                <a:moveTo>
                  <a:pt x="63199" y="72657"/>
                </a:moveTo>
                <a:cubicBezTo>
                  <a:pt x="63199" y="72682"/>
                  <a:pt x="63224" y="72682"/>
                  <a:pt x="63224" y="72707"/>
                </a:cubicBezTo>
                <a:cubicBezTo>
                  <a:pt x="60983" y="74623"/>
                  <a:pt x="58693" y="76416"/>
                  <a:pt x="56304" y="78133"/>
                </a:cubicBezTo>
                <a:cubicBezTo>
                  <a:pt x="56304" y="78083"/>
                  <a:pt x="56254" y="78083"/>
                  <a:pt x="56254" y="78058"/>
                </a:cubicBezTo>
                <a:cubicBezTo>
                  <a:pt x="58669" y="76366"/>
                  <a:pt x="60983" y="74524"/>
                  <a:pt x="63199" y="72657"/>
                </a:cubicBezTo>
                <a:close/>
                <a:moveTo>
                  <a:pt x="3584" y="65936"/>
                </a:moveTo>
                <a:cubicBezTo>
                  <a:pt x="4207" y="68102"/>
                  <a:pt x="5526" y="70317"/>
                  <a:pt x="7467" y="72433"/>
                </a:cubicBezTo>
                <a:cubicBezTo>
                  <a:pt x="5551" y="74175"/>
                  <a:pt x="4033" y="76142"/>
                  <a:pt x="2912" y="78258"/>
                </a:cubicBezTo>
                <a:cubicBezTo>
                  <a:pt x="2240" y="75495"/>
                  <a:pt x="2141" y="72433"/>
                  <a:pt x="2539" y="69172"/>
                </a:cubicBezTo>
                <a:cubicBezTo>
                  <a:pt x="2838" y="68102"/>
                  <a:pt x="3186" y="67032"/>
                  <a:pt x="3584" y="65936"/>
                </a:cubicBezTo>
                <a:close/>
                <a:moveTo>
                  <a:pt x="43809" y="78158"/>
                </a:moveTo>
                <a:cubicBezTo>
                  <a:pt x="43858" y="78183"/>
                  <a:pt x="43858" y="78233"/>
                  <a:pt x="43858" y="78258"/>
                </a:cubicBezTo>
                <a:cubicBezTo>
                  <a:pt x="43809" y="78233"/>
                  <a:pt x="43809" y="78183"/>
                  <a:pt x="43809" y="78158"/>
                </a:cubicBezTo>
                <a:close/>
                <a:moveTo>
                  <a:pt x="18967" y="72931"/>
                </a:moveTo>
                <a:cubicBezTo>
                  <a:pt x="18121" y="74798"/>
                  <a:pt x="17349" y="76665"/>
                  <a:pt x="16652" y="78506"/>
                </a:cubicBezTo>
                <a:cubicBezTo>
                  <a:pt x="15557" y="77984"/>
                  <a:pt x="14537" y="77411"/>
                  <a:pt x="13516" y="76789"/>
                </a:cubicBezTo>
                <a:cubicBezTo>
                  <a:pt x="13616" y="76739"/>
                  <a:pt x="13665" y="76640"/>
                  <a:pt x="13765" y="76565"/>
                </a:cubicBezTo>
                <a:cubicBezTo>
                  <a:pt x="13889" y="76440"/>
                  <a:pt x="14014" y="76316"/>
                  <a:pt x="14138" y="76241"/>
                </a:cubicBezTo>
                <a:lnTo>
                  <a:pt x="14611" y="75868"/>
                </a:lnTo>
                <a:cubicBezTo>
                  <a:pt x="14761" y="75744"/>
                  <a:pt x="14885" y="75619"/>
                  <a:pt x="15034" y="75520"/>
                </a:cubicBezTo>
                <a:cubicBezTo>
                  <a:pt x="15184" y="75395"/>
                  <a:pt x="15308" y="75295"/>
                  <a:pt x="15482" y="75171"/>
                </a:cubicBezTo>
                <a:lnTo>
                  <a:pt x="15930" y="74798"/>
                </a:lnTo>
                <a:cubicBezTo>
                  <a:pt x="16055" y="74698"/>
                  <a:pt x="16229" y="74623"/>
                  <a:pt x="16354" y="74524"/>
                </a:cubicBezTo>
                <a:cubicBezTo>
                  <a:pt x="16528" y="74399"/>
                  <a:pt x="16677" y="74275"/>
                  <a:pt x="16876" y="74151"/>
                </a:cubicBezTo>
                <a:cubicBezTo>
                  <a:pt x="17001" y="74051"/>
                  <a:pt x="17125" y="74001"/>
                  <a:pt x="17250" y="73926"/>
                </a:cubicBezTo>
                <a:cubicBezTo>
                  <a:pt x="17424" y="73802"/>
                  <a:pt x="17648" y="73678"/>
                  <a:pt x="17847" y="73553"/>
                </a:cubicBezTo>
                <a:cubicBezTo>
                  <a:pt x="17922" y="73503"/>
                  <a:pt x="18046" y="73429"/>
                  <a:pt x="18146" y="73379"/>
                </a:cubicBezTo>
                <a:lnTo>
                  <a:pt x="18793" y="73006"/>
                </a:lnTo>
                <a:cubicBezTo>
                  <a:pt x="18868" y="72956"/>
                  <a:pt x="18893" y="72931"/>
                  <a:pt x="18967" y="72931"/>
                </a:cubicBezTo>
                <a:close/>
                <a:moveTo>
                  <a:pt x="2215" y="70292"/>
                </a:moveTo>
                <a:cubicBezTo>
                  <a:pt x="1967" y="73205"/>
                  <a:pt x="2141" y="75992"/>
                  <a:pt x="2738" y="78531"/>
                </a:cubicBezTo>
                <a:cubicBezTo>
                  <a:pt x="2713" y="78556"/>
                  <a:pt x="2713" y="78581"/>
                  <a:pt x="2713" y="78631"/>
                </a:cubicBezTo>
                <a:cubicBezTo>
                  <a:pt x="2116" y="76167"/>
                  <a:pt x="1942" y="73454"/>
                  <a:pt x="2116" y="70591"/>
                </a:cubicBezTo>
                <a:cubicBezTo>
                  <a:pt x="2141" y="70492"/>
                  <a:pt x="2191" y="70392"/>
                  <a:pt x="2215" y="70292"/>
                </a:cubicBezTo>
                <a:close/>
                <a:moveTo>
                  <a:pt x="19365" y="72757"/>
                </a:moveTo>
                <a:cubicBezTo>
                  <a:pt x="18420" y="74698"/>
                  <a:pt x="17598" y="76665"/>
                  <a:pt x="16901" y="78631"/>
                </a:cubicBezTo>
                <a:cubicBezTo>
                  <a:pt x="16876" y="78631"/>
                  <a:pt x="16876" y="78581"/>
                  <a:pt x="16851" y="78581"/>
                </a:cubicBezTo>
                <a:cubicBezTo>
                  <a:pt x="17548" y="76665"/>
                  <a:pt x="18370" y="74723"/>
                  <a:pt x="19266" y="72782"/>
                </a:cubicBezTo>
                <a:cubicBezTo>
                  <a:pt x="19291" y="72782"/>
                  <a:pt x="19316" y="72757"/>
                  <a:pt x="19365" y="72757"/>
                </a:cubicBezTo>
                <a:close/>
                <a:moveTo>
                  <a:pt x="7592" y="72582"/>
                </a:moveTo>
                <a:lnTo>
                  <a:pt x="7642" y="72632"/>
                </a:lnTo>
                <a:cubicBezTo>
                  <a:pt x="5650" y="74424"/>
                  <a:pt x="4082" y="76440"/>
                  <a:pt x="2987" y="78656"/>
                </a:cubicBezTo>
                <a:cubicBezTo>
                  <a:pt x="2987" y="78631"/>
                  <a:pt x="2987" y="78581"/>
                  <a:pt x="2962" y="78581"/>
                </a:cubicBezTo>
                <a:cubicBezTo>
                  <a:pt x="4057" y="76416"/>
                  <a:pt x="5650" y="74399"/>
                  <a:pt x="7592" y="72582"/>
                </a:cubicBezTo>
                <a:close/>
                <a:moveTo>
                  <a:pt x="13416" y="76938"/>
                </a:moveTo>
                <a:lnTo>
                  <a:pt x="13416" y="76938"/>
                </a:lnTo>
                <a:cubicBezTo>
                  <a:pt x="14437" y="77561"/>
                  <a:pt x="15507" y="78158"/>
                  <a:pt x="16603" y="78681"/>
                </a:cubicBezTo>
                <a:cubicBezTo>
                  <a:pt x="16603" y="78730"/>
                  <a:pt x="16603" y="78730"/>
                  <a:pt x="16553" y="78755"/>
                </a:cubicBezTo>
                <a:cubicBezTo>
                  <a:pt x="15557" y="78282"/>
                  <a:pt x="14611" y="77760"/>
                  <a:pt x="13690" y="77187"/>
                </a:cubicBezTo>
                <a:cubicBezTo>
                  <a:pt x="13616" y="77088"/>
                  <a:pt x="13516" y="77038"/>
                  <a:pt x="13416" y="76938"/>
                </a:cubicBezTo>
                <a:close/>
                <a:moveTo>
                  <a:pt x="16777" y="78755"/>
                </a:moveTo>
                <a:cubicBezTo>
                  <a:pt x="16802" y="78755"/>
                  <a:pt x="16802" y="78780"/>
                  <a:pt x="16851" y="78780"/>
                </a:cubicBezTo>
                <a:cubicBezTo>
                  <a:pt x="16851" y="78805"/>
                  <a:pt x="16802" y="78805"/>
                  <a:pt x="16802" y="78855"/>
                </a:cubicBezTo>
                <a:cubicBezTo>
                  <a:pt x="16777" y="78855"/>
                  <a:pt x="16752" y="78855"/>
                  <a:pt x="16752" y="78805"/>
                </a:cubicBezTo>
                <a:cubicBezTo>
                  <a:pt x="16752" y="78780"/>
                  <a:pt x="16777" y="78780"/>
                  <a:pt x="16777" y="78755"/>
                </a:cubicBezTo>
                <a:close/>
                <a:moveTo>
                  <a:pt x="54835" y="76192"/>
                </a:moveTo>
                <a:cubicBezTo>
                  <a:pt x="55134" y="76814"/>
                  <a:pt x="55482" y="77486"/>
                  <a:pt x="55831" y="78133"/>
                </a:cubicBezTo>
                <a:cubicBezTo>
                  <a:pt x="55458" y="78407"/>
                  <a:pt x="55084" y="78656"/>
                  <a:pt x="54711" y="78905"/>
                </a:cubicBezTo>
                <a:cubicBezTo>
                  <a:pt x="54138" y="78233"/>
                  <a:pt x="53591" y="77511"/>
                  <a:pt x="52968" y="76864"/>
                </a:cubicBezTo>
                <a:cubicBezTo>
                  <a:pt x="53018" y="76814"/>
                  <a:pt x="53093" y="76814"/>
                  <a:pt x="53143" y="76789"/>
                </a:cubicBezTo>
                <a:cubicBezTo>
                  <a:pt x="53192" y="76789"/>
                  <a:pt x="53192" y="76789"/>
                  <a:pt x="53217" y="76764"/>
                </a:cubicBezTo>
                <a:cubicBezTo>
                  <a:pt x="53367" y="76714"/>
                  <a:pt x="53491" y="76665"/>
                  <a:pt x="53641" y="76615"/>
                </a:cubicBezTo>
                <a:lnTo>
                  <a:pt x="53690" y="76615"/>
                </a:lnTo>
                <a:cubicBezTo>
                  <a:pt x="53740" y="76565"/>
                  <a:pt x="53840" y="76565"/>
                  <a:pt x="53889" y="76540"/>
                </a:cubicBezTo>
                <a:cubicBezTo>
                  <a:pt x="53964" y="76515"/>
                  <a:pt x="54014" y="76515"/>
                  <a:pt x="54089" y="76490"/>
                </a:cubicBezTo>
                <a:lnTo>
                  <a:pt x="54537" y="76291"/>
                </a:lnTo>
                <a:cubicBezTo>
                  <a:pt x="54586" y="76291"/>
                  <a:pt x="54586" y="76291"/>
                  <a:pt x="54611" y="76266"/>
                </a:cubicBezTo>
                <a:cubicBezTo>
                  <a:pt x="54661" y="76241"/>
                  <a:pt x="54736" y="76241"/>
                  <a:pt x="54786" y="76192"/>
                </a:cubicBezTo>
                <a:close/>
                <a:moveTo>
                  <a:pt x="52769" y="76913"/>
                </a:moveTo>
                <a:cubicBezTo>
                  <a:pt x="53392" y="77561"/>
                  <a:pt x="53989" y="78282"/>
                  <a:pt x="54561" y="79054"/>
                </a:cubicBezTo>
                <a:cubicBezTo>
                  <a:pt x="54512" y="79054"/>
                  <a:pt x="54512" y="79104"/>
                  <a:pt x="54487" y="79104"/>
                </a:cubicBezTo>
                <a:cubicBezTo>
                  <a:pt x="53939" y="78357"/>
                  <a:pt x="53342" y="77610"/>
                  <a:pt x="52695" y="76938"/>
                </a:cubicBezTo>
                <a:cubicBezTo>
                  <a:pt x="52720" y="76913"/>
                  <a:pt x="52744" y="76913"/>
                  <a:pt x="52769" y="76913"/>
                </a:cubicBezTo>
                <a:close/>
                <a:moveTo>
                  <a:pt x="14487" y="77809"/>
                </a:moveTo>
                <a:lnTo>
                  <a:pt x="14487" y="77809"/>
                </a:lnTo>
                <a:cubicBezTo>
                  <a:pt x="15134" y="78233"/>
                  <a:pt x="15806" y="78581"/>
                  <a:pt x="16528" y="78930"/>
                </a:cubicBezTo>
                <a:cubicBezTo>
                  <a:pt x="16503" y="79004"/>
                  <a:pt x="16503" y="79054"/>
                  <a:pt x="16478" y="79129"/>
                </a:cubicBezTo>
                <a:cubicBezTo>
                  <a:pt x="16403" y="79104"/>
                  <a:pt x="16329" y="79054"/>
                  <a:pt x="16279" y="79004"/>
                </a:cubicBezTo>
                <a:cubicBezTo>
                  <a:pt x="16055" y="78880"/>
                  <a:pt x="15806" y="78755"/>
                  <a:pt x="15607" y="78631"/>
                </a:cubicBezTo>
                <a:cubicBezTo>
                  <a:pt x="15607" y="78631"/>
                  <a:pt x="15557" y="78631"/>
                  <a:pt x="15557" y="78606"/>
                </a:cubicBezTo>
                <a:cubicBezTo>
                  <a:pt x="15383" y="78482"/>
                  <a:pt x="15234" y="78357"/>
                  <a:pt x="15034" y="78233"/>
                </a:cubicBezTo>
                <a:cubicBezTo>
                  <a:pt x="14860" y="78108"/>
                  <a:pt x="14661" y="77984"/>
                  <a:pt x="14487" y="77809"/>
                </a:cubicBezTo>
                <a:close/>
                <a:moveTo>
                  <a:pt x="55931" y="78307"/>
                </a:moveTo>
                <a:cubicBezTo>
                  <a:pt x="55931" y="78357"/>
                  <a:pt x="55955" y="78357"/>
                  <a:pt x="55955" y="78382"/>
                </a:cubicBezTo>
                <a:cubicBezTo>
                  <a:pt x="55582" y="78631"/>
                  <a:pt x="55209" y="78880"/>
                  <a:pt x="54860" y="79129"/>
                </a:cubicBezTo>
                <a:cubicBezTo>
                  <a:pt x="54835" y="79129"/>
                  <a:pt x="54835" y="79104"/>
                  <a:pt x="54810" y="79104"/>
                </a:cubicBezTo>
                <a:cubicBezTo>
                  <a:pt x="55184" y="78855"/>
                  <a:pt x="55557" y="78581"/>
                  <a:pt x="55931" y="78307"/>
                </a:cubicBezTo>
                <a:close/>
                <a:moveTo>
                  <a:pt x="16691" y="79018"/>
                </a:moveTo>
                <a:cubicBezTo>
                  <a:pt x="16708" y="79018"/>
                  <a:pt x="16735" y="79029"/>
                  <a:pt x="16752" y="79029"/>
                </a:cubicBezTo>
                <a:cubicBezTo>
                  <a:pt x="16727" y="79104"/>
                  <a:pt x="16677" y="79154"/>
                  <a:pt x="16677" y="79253"/>
                </a:cubicBezTo>
                <a:cubicBezTo>
                  <a:pt x="16652" y="79253"/>
                  <a:pt x="16652" y="79203"/>
                  <a:pt x="16627" y="79203"/>
                </a:cubicBezTo>
                <a:cubicBezTo>
                  <a:pt x="16652" y="79154"/>
                  <a:pt x="16677" y="79104"/>
                  <a:pt x="16677" y="79029"/>
                </a:cubicBezTo>
                <a:cubicBezTo>
                  <a:pt x="16677" y="79021"/>
                  <a:pt x="16683" y="79018"/>
                  <a:pt x="16691" y="79018"/>
                </a:cubicBezTo>
                <a:close/>
                <a:moveTo>
                  <a:pt x="22776" y="71288"/>
                </a:moveTo>
                <a:cubicBezTo>
                  <a:pt x="23672" y="72184"/>
                  <a:pt x="24792" y="72931"/>
                  <a:pt x="26086" y="73454"/>
                </a:cubicBezTo>
                <a:cubicBezTo>
                  <a:pt x="23273" y="74723"/>
                  <a:pt x="20635" y="76714"/>
                  <a:pt x="18444" y="79278"/>
                </a:cubicBezTo>
                <a:cubicBezTo>
                  <a:pt x="17996" y="79079"/>
                  <a:pt x="17524" y="78880"/>
                  <a:pt x="17051" y="78656"/>
                </a:cubicBezTo>
                <a:cubicBezTo>
                  <a:pt x="17772" y="76665"/>
                  <a:pt x="18644" y="74648"/>
                  <a:pt x="19614" y="72582"/>
                </a:cubicBezTo>
                <a:cubicBezTo>
                  <a:pt x="19664" y="72557"/>
                  <a:pt x="19764" y="72508"/>
                  <a:pt x="19813" y="72458"/>
                </a:cubicBezTo>
                <a:cubicBezTo>
                  <a:pt x="19913" y="72433"/>
                  <a:pt x="19988" y="72408"/>
                  <a:pt x="20062" y="72333"/>
                </a:cubicBezTo>
                <a:cubicBezTo>
                  <a:pt x="20336" y="72209"/>
                  <a:pt x="20560" y="72134"/>
                  <a:pt x="20859" y="72010"/>
                </a:cubicBezTo>
                <a:cubicBezTo>
                  <a:pt x="20909" y="71960"/>
                  <a:pt x="21008" y="71935"/>
                  <a:pt x="21058" y="71910"/>
                </a:cubicBezTo>
                <a:cubicBezTo>
                  <a:pt x="21357" y="71786"/>
                  <a:pt x="21606" y="71686"/>
                  <a:pt x="21879" y="71587"/>
                </a:cubicBezTo>
                <a:cubicBezTo>
                  <a:pt x="21929" y="71562"/>
                  <a:pt x="22004" y="71562"/>
                  <a:pt x="22054" y="71537"/>
                </a:cubicBezTo>
                <a:cubicBezTo>
                  <a:pt x="22303" y="71437"/>
                  <a:pt x="22527" y="71388"/>
                  <a:pt x="22776" y="71288"/>
                </a:cubicBezTo>
                <a:close/>
                <a:moveTo>
                  <a:pt x="54636" y="79203"/>
                </a:moveTo>
                <a:cubicBezTo>
                  <a:pt x="54686" y="79203"/>
                  <a:pt x="54686" y="79203"/>
                  <a:pt x="54686" y="79253"/>
                </a:cubicBezTo>
                <a:cubicBezTo>
                  <a:pt x="54636" y="79253"/>
                  <a:pt x="54636" y="79278"/>
                  <a:pt x="54611" y="79278"/>
                </a:cubicBezTo>
                <a:lnTo>
                  <a:pt x="54586" y="79253"/>
                </a:lnTo>
                <a:cubicBezTo>
                  <a:pt x="54611" y="79253"/>
                  <a:pt x="54611" y="79203"/>
                  <a:pt x="54636" y="79203"/>
                </a:cubicBezTo>
                <a:close/>
                <a:moveTo>
                  <a:pt x="44057" y="78805"/>
                </a:moveTo>
                <a:cubicBezTo>
                  <a:pt x="44057" y="78880"/>
                  <a:pt x="44107" y="78930"/>
                  <a:pt x="44132" y="79004"/>
                </a:cubicBezTo>
                <a:cubicBezTo>
                  <a:pt x="44157" y="79104"/>
                  <a:pt x="44157" y="79178"/>
                  <a:pt x="44182" y="79278"/>
                </a:cubicBezTo>
                <a:lnTo>
                  <a:pt x="44182" y="79328"/>
                </a:lnTo>
                <a:lnTo>
                  <a:pt x="44132" y="79328"/>
                </a:lnTo>
                <a:cubicBezTo>
                  <a:pt x="44107" y="79178"/>
                  <a:pt x="44107" y="79054"/>
                  <a:pt x="44057" y="78905"/>
                </a:cubicBezTo>
                <a:lnTo>
                  <a:pt x="44057" y="78805"/>
                </a:lnTo>
                <a:close/>
                <a:moveTo>
                  <a:pt x="13292" y="77162"/>
                </a:moveTo>
                <a:cubicBezTo>
                  <a:pt x="13317" y="77187"/>
                  <a:pt x="13367" y="77187"/>
                  <a:pt x="13416" y="77237"/>
                </a:cubicBezTo>
                <a:lnTo>
                  <a:pt x="13441" y="77262"/>
                </a:lnTo>
                <a:cubicBezTo>
                  <a:pt x="13466" y="77287"/>
                  <a:pt x="13516" y="77287"/>
                  <a:pt x="13516" y="77312"/>
                </a:cubicBezTo>
                <a:cubicBezTo>
                  <a:pt x="13690" y="77511"/>
                  <a:pt x="13889" y="77660"/>
                  <a:pt x="14064" y="77809"/>
                </a:cubicBezTo>
                <a:cubicBezTo>
                  <a:pt x="14138" y="77859"/>
                  <a:pt x="14188" y="77909"/>
                  <a:pt x="14238" y="77934"/>
                </a:cubicBezTo>
                <a:lnTo>
                  <a:pt x="14263" y="77984"/>
                </a:lnTo>
                <a:lnTo>
                  <a:pt x="14313" y="78034"/>
                </a:lnTo>
                <a:cubicBezTo>
                  <a:pt x="14537" y="78183"/>
                  <a:pt x="14761" y="78382"/>
                  <a:pt x="14960" y="78531"/>
                </a:cubicBezTo>
                <a:cubicBezTo>
                  <a:pt x="15059" y="78606"/>
                  <a:pt x="15134" y="78631"/>
                  <a:pt x="15209" y="78681"/>
                </a:cubicBezTo>
                <a:cubicBezTo>
                  <a:pt x="15258" y="78730"/>
                  <a:pt x="15283" y="78730"/>
                  <a:pt x="15308" y="78755"/>
                </a:cubicBezTo>
                <a:lnTo>
                  <a:pt x="15333" y="78780"/>
                </a:lnTo>
                <a:lnTo>
                  <a:pt x="15383" y="78780"/>
                </a:lnTo>
                <a:cubicBezTo>
                  <a:pt x="15408" y="78780"/>
                  <a:pt x="15408" y="78805"/>
                  <a:pt x="15433" y="78805"/>
                </a:cubicBezTo>
                <a:cubicBezTo>
                  <a:pt x="15582" y="78905"/>
                  <a:pt x="15781" y="79029"/>
                  <a:pt x="15930" y="79129"/>
                </a:cubicBezTo>
                <a:cubicBezTo>
                  <a:pt x="16030" y="79154"/>
                  <a:pt x="16080" y="79228"/>
                  <a:pt x="16179" y="79253"/>
                </a:cubicBezTo>
                <a:cubicBezTo>
                  <a:pt x="16254" y="79278"/>
                  <a:pt x="16279" y="79303"/>
                  <a:pt x="16329" y="79303"/>
                </a:cubicBezTo>
                <a:lnTo>
                  <a:pt x="16329" y="79353"/>
                </a:lnTo>
                <a:lnTo>
                  <a:pt x="16329" y="79378"/>
                </a:lnTo>
                <a:cubicBezTo>
                  <a:pt x="16005" y="79178"/>
                  <a:pt x="15657" y="79029"/>
                  <a:pt x="15333" y="78805"/>
                </a:cubicBezTo>
                <a:cubicBezTo>
                  <a:pt x="15308" y="78805"/>
                  <a:pt x="15308" y="78780"/>
                  <a:pt x="15283" y="78780"/>
                </a:cubicBezTo>
                <a:cubicBezTo>
                  <a:pt x="14561" y="78307"/>
                  <a:pt x="13889" y="77785"/>
                  <a:pt x="13292" y="77162"/>
                </a:cubicBezTo>
                <a:close/>
                <a:moveTo>
                  <a:pt x="3236" y="62327"/>
                </a:moveTo>
                <a:lnTo>
                  <a:pt x="3236" y="62377"/>
                </a:lnTo>
                <a:lnTo>
                  <a:pt x="3236" y="62477"/>
                </a:lnTo>
                <a:lnTo>
                  <a:pt x="3236" y="62551"/>
                </a:lnTo>
                <a:cubicBezTo>
                  <a:pt x="3186" y="62750"/>
                  <a:pt x="3087" y="62999"/>
                  <a:pt x="3012" y="63223"/>
                </a:cubicBezTo>
                <a:cubicBezTo>
                  <a:pt x="2141" y="65986"/>
                  <a:pt x="1494" y="68799"/>
                  <a:pt x="1021" y="71537"/>
                </a:cubicBezTo>
                <a:cubicBezTo>
                  <a:pt x="622" y="73902"/>
                  <a:pt x="473" y="76142"/>
                  <a:pt x="398" y="78108"/>
                </a:cubicBezTo>
                <a:cubicBezTo>
                  <a:pt x="349" y="78357"/>
                  <a:pt x="324" y="78556"/>
                  <a:pt x="324" y="78805"/>
                </a:cubicBezTo>
                <a:lnTo>
                  <a:pt x="324" y="78880"/>
                </a:lnTo>
                <a:cubicBezTo>
                  <a:pt x="324" y="79054"/>
                  <a:pt x="299" y="79253"/>
                  <a:pt x="299" y="79403"/>
                </a:cubicBezTo>
                <a:lnTo>
                  <a:pt x="299" y="79129"/>
                </a:lnTo>
                <a:cubicBezTo>
                  <a:pt x="299" y="78432"/>
                  <a:pt x="324" y="77735"/>
                  <a:pt x="349" y="76988"/>
                </a:cubicBezTo>
                <a:lnTo>
                  <a:pt x="349" y="76913"/>
                </a:lnTo>
                <a:cubicBezTo>
                  <a:pt x="423" y="76017"/>
                  <a:pt x="498" y="74947"/>
                  <a:pt x="598" y="73951"/>
                </a:cubicBezTo>
                <a:cubicBezTo>
                  <a:pt x="697" y="73180"/>
                  <a:pt x="797" y="72383"/>
                  <a:pt x="946" y="71537"/>
                </a:cubicBezTo>
                <a:lnTo>
                  <a:pt x="946" y="71512"/>
                </a:lnTo>
                <a:cubicBezTo>
                  <a:pt x="996" y="71213"/>
                  <a:pt x="1070" y="70890"/>
                  <a:pt x="1120" y="70541"/>
                </a:cubicBezTo>
                <a:cubicBezTo>
                  <a:pt x="1195" y="70143"/>
                  <a:pt x="1295" y="69770"/>
                  <a:pt x="1344" y="69347"/>
                </a:cubicBezTo>
                <a:cubicBezTo>
                  <a:pt x="1743" y="67330"/>
                  <a:pt x="2315" y="65289"/>
                  <a:pt x="2937" y="63223"/>
                </a:cubicBezTo>
                <a:lnTo>
                  <a:pt x="2937" y="63198"/>
                </a:lnTo>
                <a:cubicBezTo>
                  <a:pt x="3012" y="62925"/>
                  <a:pt x="3112" y="62626"/>
                  <a:pt x="3236" y="62327"/>
                </a:cubicBezTo>
                <a:close/>
                <a:moveTo>
                  <a:pt x="26335" y="73578"/>
                </a:moveTo>
                <a:cubicBezTo>
                  <a:pt x="26360" y="73578"/>
                  <a:pt x="26385" y="73603"/>
                  <a:pt x="26435" y="73603"/>
                </a:cubicBezTo>
                <a:cubicBezTo>
                  <a:pt x="23597" y="74847"/>
                  <a:pt x="20958" y="76814"/>
                  <a:pt x="18743" y="79403"/>
                </a:cubicBezTo>
                <a:cubicBezTo>
                  <a:pt x="18668" y="79403"/>
                  <a:pt x="18644" y="79403"/>
                  <a:pt x="18644" y="79378"/>
                </a:cubicBezTo>
                <a:cubicBezTo>
                  <a:pt x="20859" y="76789"/>
                  <a:pt x="23497" y="74823"/>
                  <a:pt x="26335" y="73578"/>
                </a:cubicBezTo>
                <a:close/>
                <a:moveTo>
                  <a:pt x="1967" y="70292"/>
                </a:moveTo>
                <a:cubicBezTo>
                  <a:pt x="1967" y="70392"/>
                  <a:pt x="1967" y="70467"/>
                  <a:pt x="1942" y="70591"/>
                </a:cubicBezTo>
                <a:cubicBezTo>
                  <a:pt x="1120" y="73653"/>
                  <a:pt x="672" y="76615"/>
                  <a:pt x="498" y="79427"/>
                </a:cubicBezTo>
                <a:lnTo>
                  <a:pt x="498" y="79427"/>
                </a:lnTo>
                <a:cubicBezTo>
                  <a:pt x="498" y="79004"/>
                  <a:pt x="498" y="78531"/>
                  <a:pt x="548" y="78058"/>
                </a:cubicBezTo>
                <a:cubicBezTo>
                  <a:pt x="797" y="75544"/>
                  <a:pt x="1245" y="72956"/>
                  <a:pt x="1967" y="70292"/>
                </a:cubicBezTo>
                <a:close/>
                <a:moveTo>
                  <a:pt x="16503" y="79403"/>
                </a:moveTo>
                <a:cubicBezTo>
                  <a:pt x="16553" y="79403"/>
                  <a:pt x="16603" y="79403"/>
                  <a:pt x="16603" y="79427"/>
                </a:cubicBezTo>
                <a:cubicBezTo>
                  <a:pt x="16603" y="79477"/>
                  <a:pt x="16553" y="79502"/>
                  <a:pt x="16553" y="79502"/>
                </a:cubicBezTo>
                <a:cubicBezTo>
                  <a:pt x="16528" y="79502"/>
                  <a:pt x="16528" y="79477"/>
                  <a:pt x="16503" y="79477"/>
                </a:cubicBezTo>
                <a:lnTo>
                  <a:pt x="16503" y="79427"/>
                </a:lnTo>
                <a:lnTo>
                  <a:pt x="16503" y="79403"/>
                </a:lnTo>
                <a:close/>
                <a:moveTo>
                  <a:pt x="17001" y="78880"/>
                </a:moveTo>
                <a:cubicBezTo>
                  <a:pt x="17424" y="79104"/>
                  <a:pt x="17872" y="79278"/>
                  <a:pt x="18345" y="79477"/>
                </a:cubicBezTo>
                <a:cubicBezTo>
                  <a:pt x="18345" y="79502"/>
                  <a:pt x="18295" y="79502"/>
                  <a:pt x="18295" y="79527"/>
                </a:cubicBezTo>
                <a:cubicBezTo>
                  <a:pt x="17847" y="79353"/>
                  <a:pt x="17399" y="79129"/>
                  <a:pt x="16976" y="78930"/>
                </a:cubicBezTo>
                <a:cubicBezTo>
                  <a:pt x="16976" y="78905"/>
                  <a:pt x="17001" y="78880"/>
                  <a:pt x="17001" y="78880"/>
                </a:cubicBezTo>
                <a:close/>
                <a:moveTo>
                  <a:pt x="38930" y="73379"/>
                </a:moveTo>
                <a:cubicBezTo>
                  <a:pt x="39005" y="73404"/>
                  <a:pt x="39079" y="73429"/>
                  <a:pt x="39154" y="73454"/>
                </a:cubicBezTo>
                <a:cubicBezTo>
                  <a:pt x="39179" y="73503"/>
                  <a:pt x="39253" y="73503"/>
                  <a:pt x="39278" y="73528"/>
                </a:cubicBezTo>
                <a:cubicBezTo>
                  <a:pt x="39403" y="73578"/>
                  <a:pt x="39502" y="73653"/>
                  <a:pt x="39577" y="73678"/>
                </a:cubicBezTo>
                <a:cubicBezTo>
                  <a:pt x="39701" y="73752"/>
                  <a:pt x="39826" y="73827"/>
                  <a:pt x="39950" y="73902"/>
                </a:cubicBezTo>
                <a:cubicBezTo>
                  <a:pt x="40050" y="73951"/>
                  <a:pt x="40125" y="74001"/>
                  <a:pt x="40174" y="74051"/>
                </a:cubicBezTo>
                <a:cubicBezTo>
                  <a:pt x="40199" y="74051"/>
                  <a:pt x="40224" y="74076"/>
                  <a:pt x="40224" y="74076"/>
                </a:cubicBezTo>
                <a:cubicBezTo>
                  <a:pt x="40349" y="74151"/>
                  <a:pt x="40448" y="74225"/>
                  <a:pt x="40548" y="74300"/>
                </a:cubicBezTo>
                <a:cubicBezTo>
                  <a:pt x="39926" y="75470"/>
                  <a:pt x="39328" y="76665"/>
                  <a:pt x="38805" y="77809"/>
                </a:cubicBezTo>
                <a:cubicBezTo>
                  <a:pt x="37138" y="78506"/>
                  <a:pt x="35470" y="79104"/>
                  <a:pt x="33852" y="79552"/>
                </a:cubicBezTo>
                <a:cubicBezTo>
                  <a:pt x="34947" y="76789"/>
                  <a:pt x="36540" y="74698"/>
                  <a:pt x="38532" y="73503"/>
                </a:cubicBezTo>
                <a:cubicBezTo>
                  <a:pt x="38656" y="73454"/>
                  <a:pt x="38805" y="73429"/>
                  <a:pt x="38930" y="73379"/>
                </a:cubicBezTo>
                <a:close/>
                <a:moveTo>
                  <a:pt x="18519" y="79527"/>
                </a:moveTo>
                <a:cubicBezTo>
                  <a:pt x="18544" y="79527"/>
                  <a:pt x="18544" y="79552"/>
                  <a:pt x="18569" y="79552"/>
                </a:cubicBezTo>
                <a:lnTo>
                  <a:pt x="18519" y="79627"/>
                </a:lnTo>
                <a:cubicBezTo>
                  <a:pt x="18494" y="79627"/>
                  <a:pt x="18494" y="79602"/>
                  <a:pt x="18469" y="79602"/>
                </a:cubicBezTo>
                <a:lnTo>
                  <a:pt x="18519" y="79527"/>
                </a:lnTo>
                <a:close/>
                <a:moveTo>
                  <a:pt x="37934" y="73653"/>
                </a:moveTo>
                <a:cubicBezTo>
                  <a:pt x="36142" y="74947"/>
                  <a:pt x="34649" y="76988"/>
                  <a:pt x="33653" y="79627"/>
                </a:cubicBezTo>
                <a:cubicBezTo>
                  <a:pt x="33603" y="79627"/>
                  <a:pt x="33578" y="79651"/>
                  <a:pt x="33553" y="79651"/>
                </a:cubicBezTo>
                <a:cubicBezTo>
                  <a:pt x="34549" y="77013"/>
                  <a:pt x="35968" y="74997"/>
                  <a:pt x="37760" y="73678"/>
                </a:cubicBezTo>
                <a:cubicBezTo>
                  <a:pt x="37810" y="73678"/>
                  <a:pt x="37884" y="73653"/>
                  <a:pt x="37934" y="73653"/>
                </a:cubicBezTo>
                <a:close/>
                <a:moveTo>
                  <a:pt x="16876" y="79104"/>
                </a:moveTo>
                <a:cubicBezTo>
                  <a:pt x="17275" y="79278"/>
                  <a:pt x="17723" y="79477"/>
                  <a:pt x="18121" y="79651"/>
                </a:cubicBezTo>
                <a:cubicBezTo>
                  <a:pt x="18096" y="79726"/>
                  <a:pt x="18021" y="79751"/>
                  <a:pt x="17996" y="79801"/>
                </a:cubicBezTo>
                <a:cubicBezTo>
                  <a:pt x="17872" y="79776"/>
                  <a:pt x="17748" y="79726"/>
                  <a:pt x="17598" y="79651"/>
                </a:cubicBezTo>
                <a:cubicBezTo>
                  <a:pt x="17349" y="79552"/>
                  <a:pt x="17051" y="79427"/>
                  <a:pt x="16802" y="79303"/>
                </a:cubicBezTo>
                <a:cubicBezTo>
                  <a:pt x="16851" y="79253"/>
                  <a:pt x="16876" y="79154"/>
                  <a:pt x="16876" y="79104"/>
                </a:cubicBezTo>
                <a:close/>
                <a:moveTo>
                  <a:pt x="38756" y="78108"/>
                </a:moveTo>
                <a:lnTo>
                  <a:pt x="38756" y="78133"/>
                </a:lnTo>
                <a:lnTo>
                  <a:pt x="38756" y="78158"/>
                </a:lnTo>
                <a:cubicBezTo>
                  <a:pt x="37063" y="78855"/>
                  <a:pt x="35420" y="79403"/>
                  <a:pt x="33827" y="79851"/>
                </a:cubicBezTo>
                <a:cubicBezTo>
                  <a:pt x="33728" y="79826"/>
                  <a:pt x="33728" y="79826"/>
                  <a:pt x="33777" y="79801"/>
                </a:cubicBezTo>
                <a:cubicBezTo>
                  <a:pt x="34076" y="79676"/>
                  <a:pt x="34400" y="79602"/>
                  <a:pt x="34698" y="79502"/>
                </a:cubicBezTo>
                <a:lnTo>
                  <a:pt x="35271" y="79303"/>
                </a:lnTo>
                <a:lnTo>
                  <a:pt x="35321" y="79303"/>
                </a:lnTo>
                <a:cubicBezTo>
                  <a:pt x="35968" y="79104"/>
                  <a:pt x="36665" y="78880"/>
                  <a:pt x="37337" y="78631"/>
                </a:cubicBezTo>
                <a:cubicBezTo>
                  <a:pt x="37387" y="78631"/>
                  <a:pt x="37387" y="78631"/>
                  <a:pt x="37412" y="78581"/>
                </a:cubicBezTo>
                <a:cubicBezTo>
                  <a:pt x="37461" y="78556"/>
                  <a:pt x="37511" y="78556"/>
                  <a:pt x="37561" y="78531"/>
                </a:cubicBezTo>
                <a:cubicBezTo>
                  <a:pt x="37959" y="78382"/>
                  <a:pt x="38332" y="78258"/>
                  <a:pt x="38756" y="78108"/>
                </a:cubicBezTo>
                <a:close/>
                <a:moveTo>
                  <a:pt x="72458" y="64095"/>
                </a:moveTo>
                <a:cubicBezTo>
                  <a:pt x="74624" y="66235"/>
                  <a:pt x="77038" y="68426"/>
                  <a:pt x="79602" y="70467"/>
                </a:cubicBezTo>
                <a:cubicBezTo>
                  <a:pt x="76814" y="73902"/>
                  <a:pt x="73454" y="77137"/>
                  <a:pt x="69670" y="79875"/>
                </a:cubicBezTo>
                <a:cubicBezTo>
                  <a:pt x="69546" y="79726"/>
                  <a:pt x="69421" y="79527"/>
                  <a:pt x="69297" y="79378"/>
                </a:cubicBezTo>
                <a:cubicBezTo>
                  <a:pt x="68874" y="78755"/>
                  <a:pt x="68401" y="78158"/>
                  <a:pt x="67928" y="77561"/>
                </a:cubicBezTo>
                <a:cubicBezTo>
                  <a:pt x="67779" y="77386"/>
                  <a:pt x="67654" y="77187"/>
                  <a:pt x="67505" y="77013"/>
                </a:cubicBezTo>
                <a:cubicBezTo>
                  <a:pt x="66883" y="76216"/>
                  <a:pt x="66260" y="75445"/>
                  <a:pt x="65638" y="74698"/>
                </a:cubicBezTo>
                <a:cubicBezTo>
                  <a:pt x="65638" y="74673"/>
                  <a:pt x="65588" y="74673"/>
                  <a:pt x="65588" y="74648"/>
                </a:cubicBezTo>
                <a:cubicBezTo>
                  <a:pt x="65314" y="74300"/>
                  <a:pt x="65016" y="73976"/>
                  <a:pt x="64717" y="73653"/>
                </a:cubicBezTo>
                <a:cubicBezTo>
                  <a:pt x="64568" y="73454"/>
                  <a:pt x="64369" y="73279"/>
                  <a:pt x="64219" y="73080"/>
                </a:cubicBezTo>
                <a:cubicBezTo>
                  <a:pt x="64045" y="72906"/>
                  <a:pt x="63871" y="72707"/>
                  <a:pt x="63697" y="72533"/>
                </a:cubicBezTo>
                <a:cubicBezTo>
                  <a:pt x="66808" y="69844"/>
                  <a:pt x="69770" y="67007"/>
                  <a:pt x="72458" y="64095"/>
                </a:cubicBezTo>
                <a:close/>
                <a:moveTo>
                  <a:pt x="18345" y="79751"/>
                </a:moveTo>
                <a:cubicBezTo>
                  <a:pt x="18370" y="79751"/>
                  <a:pt x="18370" y="79776"/>
                  <a:pt x="18395" y="79776"/>
                </a:cubicBezTo>
                <a:cubicBezTo>
                  <a:pt x="18370" y="79851"/>
                  <a:pt x="18295" y="79875"/>
                  <a:pt x="18270" y="79925"/>
                </a:cubicBezTo>
                <a:lnTo>
                  <a:pt x="18196" y="79925"/>
                </a:lnTo>
                <a:cubicBezTo>
                  <a:pt x="18245" y="79826"/>
                  <a:pt x="18295" y="79801"/>
                  <a:pt x="18345" y="79751"/>
                </a:cubicBezTo>
                <a:close/>
                <a:moveTo>
                  <a:pt x="112856" y="59440"/>
                </a:moveTo>
                <a:cubicBezTo>
                  <a:pt x="111114" y="63871"/>
                  <a:pt x="108700" y="68550"/>
                  <a:pt x="105713" y="73155"/>
                </a:cubicBezTo>
                <a:cubicBezTo>
                  <a:pt x="105489" y="73503"/>
                  <a:pt x="105240" y="73877"/>
                  <a:pt x="105016" y="74200"/>
                </a:cubicBezTo>
                <a:cubicBezTo>
                  <a:pt x="103721" y="76167"/>
                  <a:pt x="102303" y="78108"/>
                  <a:pt x="100809" y="80025"/>
                </a:cubicBezTo>
                <a:cubicBezTo>
                  <a:pt x="100784" y="79403"/>
                  <a:pt x="100486" y="78631"/>
                  <a:pt x="99988" y="77735"/>
                </a:cubicBezTo>
                <a:cubicBezTo>
                  <a:pt x="104344" y="72209"/>
                  <a:pt x="108077" y="66559"/>
                  <a:pt x="110965" y="60958"/>
                </a:cubicBezTo>
                <a:cubicBezTo>
                  <a:pt x="111687" y="60485"/>
                  <a:pt x="112334" y="59988"/>
                  <a:pt x="112856" y="59440"/>
                </a:cubicBezTo>
                <a:close/>
                <a:moveTo>
                  <a:pt x="16752" y="79527"/>
                </a:moveTo>
                <a:cubicBezTo>
                  <a:pt x="16851" y="79552"/>
                  <a:pt x="16926" y="79602"/>
                  <a:pt x="17026" y="79651"/>
                </a:cubicBezTo>
                <a:cubicBezTo>
                  <a:pt x="17125" y="79676"/>
                  <a:pt x="17175" y="79726"/>
                  <a:pt x="17275" y="79751"/>
                </a:cubicBezTo>
                <a:cubicBezTo>
                  <a:pt x="17474" y="79851"/>
                  <a:pt x="17673" y="79900"/>
                  <a:pt x="17872" y="80000"/>
                </a:cubicBezTo>
                <a:lnTo>
                  <a:pt x="17872" y="80025"/>
                </a:lnTo>
                <a:lnTo>
                  <a:pt x="17872" y="80050"/>
                </a:lnTo>
                <a:lnTo>
                  <a:pt x="16752" y="79602"/>
                </a:lnTo>
                <a:lnTo>
                  <a:pt x="16752" y="79552"/>
                </a:lnTo>
                <a:lnTo>
                  <a:pt x="16752" y="79527"/>
                </a:lnTo>
                <a:close/>
                <a:moveTo>
                  <a:pt x="79751" y="70591"/>
                </a:moveTo>
                <a:cubicBezTo>
                  <a:pt x="79776" y="70591"/>
                  <a:pt x="79776" y="70641"/>
                  <a:pt x="79826" y="70641"/>
                </a:cubicBezTo>
                <a:cubicBezTo>
                  <a:pt x="77038" y="74076"/>
                  <a:pt x="73653" y="77337"/>
                  <a:pt x="69870" y="80050"/>
                </a:cubicBezTo>
                <a:cubicBezTo>
                  <a:pt x="69870" y="80025"/>
                  <a:pt x="69820" y="80025"/>
                  <a:pt x="69820" y="80000"/>
                </a:cubicBezTo>
                <a:cubicBezTo>
                  <a:pt x="73603" y="77287"/>
                  <a:pt x="76988" y="74051"/>
                  <a:pt x="79751" y="70591"/>
                </a:cubicBezTo>
                <a:close/>
                <a:moveTo>
                  <a:pt x="63572" y="72707"/>
                </a:moveTo>
                <a:cubicBezTo>
                  <a:pt x="63721" y="72906"/>
                  <a:pt x="63896" y="73055"/>
                  <a:pt x="64070" y="73254"/>
                </a:cubicBezTo>
                <a:cubicBezTo>
                  <a:pt x="64219" y="73404"/>
                  <a:pt x="64393" y="73578"/>
                  <a:pt x="64543" y="73777"/>
                </a:cubicBezTo>
                <a:cubicBezTo>
                  <a:pt x="66260" y="75694"/>
                  <a:pt x="67953" y="77859"/>
                  <a:pt x="69571" y="80050"/>
                </a:cubicBezTo>
                <a:cubicBezTo>
                  <a:pt x="69571" y="80050"/>
                  <a:pt x="69546" y="80050"/>
                  <a:pt x="69546" y="80099"/>
                </a:cubicBezTo>
                <a:cubicBezTo>
                  <a:pt x="68177" y="78233"/>
                  <a:pt x="66808" y="76490"/>
                  <a:pt x="65439" y="74872"/>
                </a:cubicBezTo>
                <a:lnTo>
                  <a:pt x="65339" y="74773"/>
                </a:lnTo>
                <a:cubicBezTo>
                  <a:pt x="65090" y="74449"/>
                  <a:pt x="64817" y="74175"/>
                  <a:pt x="64568" y="73902"/>
                </a:cubicBezTo>
                <a:cubicBezTo>
                  <a:pt x="64369" y="73678"/>
                  <a:pt x="64194" y="73454"/>
                  <a:pt x="63970" y="73254"/>
                </a:cubicBezTo>
                <a:cubicBezTo>
                  <a:pt x="63821" y="73055"/>
                  <a:pt x="63672" y="72906"/>
                  <a:pt x="63522" y="72757"/>
                </a:cubicBezTo>
                <a:cubicBezTo>
                  <a:pt x="63547" y="72757"/>
                  <a:pt x="63547" y="72707"/>
                  <a:pt x="63572" y="72707"/>
                </a:cubicBezTo>
                <a:close/>
                <a:moveTo>
                  <a:pt x="18295" y="80174"/>
                </a:moveTo>
                <a:cubicBezTo>
                  <a:pt x="18367" y="80174"/>
                  <a:pt x="18393" y="80174"/>
                  <a:pt x="18417" y="80219"/>
                </a:cubicBezTo>
                <a:lnTo>
                  <a:pt x="18417" y="80219"/>
                </a:lnTo>
                <a:cubicBezTo>
                  <a:pt x="18376" y="80204"/>
                  <a:pt x="18336" y="80189"/>
                  <a:pt x="18295" y="80174"/>
                </a:cubicBezTo>
                <a:close/>
                <a:moveTo>
                  <a:pt x="99888" y="77859"/>
                </a:moveTo>
                <a:cubicBezTo>
                  <a:pt x="100411" y="78805"/>
                  <a:pt x="100685" y="79627"/>
                  <a:pt x="100660" y="80249"/>
                </a:cubicBezTo>
                <a:cubicBezTo>
                  <a:pt x="100616" y="80271"/>
                  <a:pt x="100572" y="80293"/>
                  <a:pt x="100562" y="80332"/>
                </a:cubicBezTo>
                <a:lnTo>
                  <a:pt x="100562" y="80332"/>
                </a:lnTo>
                <a:cubicBezTo>
                  <a:pt x="100630" y="79736"/>
                  <a:pt x="100356" y="78920"/>
                  <a:pt x="99814" y="77909"/>
                </a:cubicBezTo>
                <a:lnTo>
                  <a:pt x="99888" y="77859"/>
                </a:lnTo>
                <a:close/>
                <a:moveTo>
                  <a:pt x="44232" y="79527"/>
                </a:moveTo>
                <a:cubicBezTo>
                  <a:pt x="44257" y="79751"/>
                  <a:pt x="44281" y="79925"/>
                  <a:pt x="44356" y="80124"/>
                </a:cubicBezTo>
                <a:cubicBezTo>
                  <a:pt x="44381" y="80199"/>
                  <a:pt x="44381" y="80299"/>
                  <a:pt x="44406" y="80423"/>
                </a:cubicBezTo>
                <a:lnTo>
                  <a:pt x="44381" y="80423"/>
                </a:lnTo>
                <a:cubicBezTo>
                  <a:pt x="44356" y="80124"/>
                  <a:pt x="44257" y="79826"/>
                  <a:pt x="44182" y="79527"/>
                </a:cubicBezTo>
                <a:close/>
                <a:moveTo>
                  <a:pt x="18594" y="79826"/>
                </a:moveTo>
                <a:cubicBezTo>
                  <a:pt x="19117" y="80050"/>
                  <a:pt x="19639" y="80274"/>
                  <a:pt x="20212" y="80448"/>
                </a:cubicBezTo>
                <a:lnTo>
                  <a:pt x="19739" y="80373"/>
                </a:lnTo>
                <a:lnTo>
                  <a:pt x="19092" y="80174"/>
                </a:lnTo>
                <a:cubicBezTo>
                  <a:pt x="18868" y="80124"/>
                  <a:pt x="18668" y="80050"/>
                  <a:pt x="18494" y="80000"/>
                </a:cubicBezTo>
                <a:cubicBezTo>
                  <a:pt x="18494" y="79925"/>
                  <a:pt x="18519" y="79900"/>
                  <a:pt x="18594" y="79826"/>
                </a:cubicBezTo>
                <a:close/>
                <a:moveTo>
                  <a:pt x="108127" y="69595"/>
                </a:moveTo>
                <a:lnTo>
                  <a:pt x="108127" y="69595"/>
                </a:lnTo>
                <a:cubicBezTo>
                  <a:pt x="107878" y="70093"/>
                  <a:pt x="107580" y="70591"/>
                  <a:pt x="107256" y="71089"/>
                </a:cubicBezTo>
                <a:cubicBezTo>
                  <a:pt x="106708" y="72035"/>
                  <a:pt x="106111" y="72931"/>
                  <a:pt x="105514" y="73877"/>
                </a:cubicBezTo>
                <a:cubicBezTo>
                  <a:pt x="105489" y="73926"/>
                  <a:pt x="105464" y="74001"/>
                  <a:pt x="105389" y="74051"/>
                </a:cubicBezTo>
                <a:cubicBezTo>
                  <a:pt x="104966" y="74698"/>
                  <a:pt x="104493" y="75395"/>
                  <a:pt x="104045" y="76042"/>
                </a:cubicBezTo>
                <a:cubicBezTo>
                  <a:pt x="103995" y="76117"/>
                  <a:pt x="103945" y="76192"/>
                  <a:pt x="103896" y="76266"/>
                </a:cubicBezTo>
                <a:cubicBezTo>
                  <a:pt x="103846" y="76366"/>
                  <a:pt x="103771" y="76416"/>
                  <a:pt x="103746" y="76515"/>
                </a:cubicBezTo>
                <a:lnTo>
                  <a:pt x="103000" y="77536"/>
                </a:lnTo>
                <a:cubicBezTo>
                  <a:pt x="102800" y="77785"/>
                  <a:pt x="102651" y="78034"/>
                  <a:pt x="102477" y="78258"/>
                </a:cubicBezTo>
                <a:cubicBezTo>
                  <a:pt x="102402" y="78307"/>
                  <a:pt x="102377" y="78382"/>
                  <a:pt x="102303" y="78482"/>
                </a:cubicBezTo>
                <a:cubicBezTo>
                  <a:pt x="102104" y="78755"/>
                  <a:pt x="101904" y="79004"/>
                  <a:pt x="101680" y="79278"/>
                </a:cubicBezTo>
                <a:cubicBezTo>
                  <a:pt x="101382" y="79676"/>
                  <a:pt x="101108" y="80099"/>
                  <a:pt x="100784" y="80473"/>
                </a:cubicBezTo>
                <a:lnTo>
                  <a:pt x="100784" y="80423"/>
                </a:lnTo>
                <a:lnTo>
                  <a:pt x="100784" y="80373"/>
                </a:lnTo>
                <a:cubicBezTo>
                  <a:pt x="100909" y="80224"/>
                  <a:pt x="101058" y="80025"/>
                  <a:pt x="101183" y="79851"/>
                </a:cubicBezTo>
                <a:cubicBezTo>
                  <a:pt x="102104" y="78681"/>
                  <a:pt x="103099" y="77386"/>
                  <a:pt x="103796" y="76316"/>
                </a:cubicBezTo>
                <a:cubicBezTo>
                  <a:pt x="104294" y="75619"/>
                  <a:pt x="104792" y="74823"/>
                  <a:pt x="105339" y="74026"/>
                </a:cubicBezTo>
                <a:cubicBezTo>
                  <a:pt x="105364" y="74001"/>
                  <a:pt x="105389" y="73951"/>
                  <a:pt x="105389" y="73902"/>
                </a:cubicBezTo>
                <a:cubicBezTo>
                  <a:pt x="106360" y="72408"/>
                  <a:pt x="107331" y="70890"/>
                  <a:pt x="108127" y="69595"/>
                </a:cubicBezTo>
                <a:close/>
                <a:moveTo>
                  <a:pt x="94686" y="71811"/>
                </a:moveTo>
                <a:cubicBezTo>
                  <a:pt x="96503" y="73702"/>
                  <a:pt x="97922" y="75420"/>
                  <a:pt x="98893" y="76889"/>
                </a:cubicBezTo>
                <a:cubicBezTo>
                  <a:pt x="98196" y="77859"/>
                  <a:pt x="97499" y="78805"/>
                  <a:pt x="96752" y="79776"/>
                </a:cubicBezTo>
                <a:cubicBezTo>
                  <a:pt x="96702" y="79801"/>
                  <a:pt x="96702" y="79826"/>
                  <a:pt x="96677" y="79875"/>
                </a:cubicBezTo>
                <a:cubicBezTo>
                  <a:pt x="96503" y="80099"/>
                  <a:pt x="96304" y="80348"/>
                  <a:pt x="96155" y="80547"/>
                </a:cubicBezTo>
                <a:cubicBezTo>
                  <a:pt x="94412" y="79826"/>
                  <a:pt x="92272" y="78730"/>
                  <a:pt x="89957" y="77337"/>
                </a:cubicBezTo>
                <a:cubicBezTo>
                  <a:pt x="90355" y="76913"/>
                  <a:pt x="90778" y="76440"/>
                  <a:pt x="91151" y="76017"/>
                </a:cubicBezTo>
                <a:cubicBezTo>
                  <a:pt x="91226" y="75918"/>
                  <a:pt x="91326" y="75793"/>
                  <a:pt x="91425" y="75694"/>
                </a:cubicBezTo>
                <a:cubicBezTo>
                  <a:pt x="92072" y="74922"/>
                  <a:pt x="92720" y="74175"/>
                  <a:pt x="93392" y="73404"/>
                </a:cubicBezTo>
                <a:cubicBezTo>
                  <a:pt x="93441" y="73329"/>
                  <a:pt x="93466" y="73279"/>
                  <a:pt x="93541" y="73205"/>
                </a:cubicBezTo>
                <a:cubicBezTo>
                  <a:pt x="93914" y="72732"/>
                  <a:pt x="94313" y="72284"/>
                  <a:pt x="94686" y="71811"/>
                </a:cubicBezTo>
                <a:close/>
                <a:moveTo>
                  <a:pt x="99042" y="77038"/>
                </a:moveTo>
                <a:lnTo>
                  <a:pt x="99067" y="77063"/>
                </a:lnTo>
                <a:cubicBezTo>
                  <a:pt x="98245" y="78258"/>
                  <a:pt x="97374" y="79427"/>
                  <a:pt x="96428" y="80597"/>
                </a:cubicBezTo>
                <a:lnTo>
                  <a:pt x="96379" y="80597"/>
                </a:lnTo>
                <a:cubicBezTo>
                  <a:pt x="97300" y="79403"/>
                  <a:pt x="98196" y="78233"/>
                  <a:pt x="99042" y="77038"/>
                </a:cubicBezTo>
                <a:close/>
                <a:moveTo>
                  <a:pt x="79950" y="70765"/>
                </a:moveTo>
                <a:cubicBezTo>
                  <a:pt x="80025" y="70840"/>
                  <a:pt x="80150" y="70915"/>
                  <a:pt x="80249" y="71014"/>
                </a:cubicBezTo>
                <a:cubicBezTo>
                  <a:pt x="77138" y="74325"/>
                  <a:pt x="73777" y="77561"/>
                  <a:pt x="70243" y="80622"/>
                </a:cubicBezTo>
                <a:lnTo>
                  <a:pt x="69944" y="80249"/>
                </a:lnTo>
                <a:cubicBezTo>
                  <a:pt x="73777" y="77511"/>
                  <a:pt x="77163" y="74225"/>
                  <a:pt x="79950" y="70765"/>
                </a:cubicBezTo>
                <a:close/>
                <a:moveTo>
                  <a:pt x="44406" y="80622"/>
                </a:moveTo>
                <a:cubicBezTo>
                  <a:pt x="44406" y="80640"/>
                  <a:pt x="44406" y="80659"/>
                  <a:pt x="44407" y="80677"/>
                </a:cubicBezTo>
                <a:lnTo>
                  <a:pt x="44407" y="80677"/>
                </a:lnTo>
                <a:cubicBezTo>
                  <a:pt x="44399" y="80659"/>
                  <a:pt x="44390" y="80640"/>
                  <a:pt x="44381" y="80622"/>
                </a:cubicBezTo>
                <a:close/>
                <a:moveTo>
                  <a:pt x="89832" y="77486"/>
                </a:moveTo>
                <a:cubicBezTo>
                  <a:pt x="92147" y="78880"/>
                  <a:pt x="94263" y="79975"/>
                  <a:pt x="96030" y="80647"/>
                </a:cubicBezTo>
                <a:cubicBezTo>
                  <a:pt x="96030" y="80672"/>
                  <a:pt x="96005" y="80672"/>
                  <a:pt x="96005" y="80722"/>
                </a:cubicBezTo>
                <a:cubicBezTo>
                  <a:pt x="94213" y="80025"/>
                  <a:pt x="92097" y="78905"/>
                  <a:pt x="89807" y="77536"/>
                </a:cubicBezTo>
                <a:cubicBezTo>
                  <a:pt x="89807" y="77511"/>
                  <a:pt x="89832" y="77511"/>
                  <a:pt x="89832" y="77486"/>
                </a:cubicBezTo>
                <a:close/>
                <a:moveTo>
                  <a:pt x="18743" y="79627"/>
                </a:moveTo>
                <a:cubicBezTo>
                  <a:pt x="19764" y="80050"/>
                  <a:pt x="20834" y="80423"/>
                  <a:pt x="21879" y="80747"/>
                </a:cubicBezTo>
                <a:cubicBezTo>
                  <a:pt x="21780" y="80747"/>
                  <a:pt x="21655" y="80747"/>
                  <a:pt x="21531" y="80722"/>
                </a:cubicBezTo>
                <a:cubicBezTo>
                  <a:pt x="20585" y="80398"/>
                  <a:pt x="19614" y="80050"/>
                  <a:pt x="18668" y="79676"/>
                </a:cubicBezTo>
                <a:lnTo>
                  <a:pt x="18743" y="79627"/>
                </a:lnTo>
                <a:close/>
                <a:moveTo>
                  <a:pt x="37337" y="73777"/>
                </a:moveTo>
                <a:lnTo>
                  <a:pt x="37337" y="73777"/>
                </a:lnTo>
                <a:cubicBezTo>
                  <a:pt x="35669" y="75146"/>
                  <a:pt x="34300" y="77137"/>
                  <a:pt x="33329" y="79726"/>
                </a:cubicBezTo>
                <a:cubicBezTo>
                  <a:pt x="32608" y="79900"/>
                  <a:pt x="31911" y="80099"/>
                  <a:pt x="31214" y="80249"/>
                </a:cubicBezTo>
                <a:cubicBezTo>
                  <a:pt x="30666" y="80373"/>
                  <a:pt x="30094" y="80448"/>
                  <a:pt x="29546" y="80547"/>
                </a:cubicBezTo>
                <a:cubicBezTo>
                  <a:pt x="29347" y="80597"/>
                  <a:pt x="29197" y="80622"/>
                  <a:pt x="28998" y="80647"/>
                </a:cubicBezTo>
                <a:cubicBezTo>
                  <a:pt x="28924" y="80647"/>
                  <a:pt x="28824" y="80672"/>
                  <a:pt x="28749" y="80672"/>
                </a:cubicBezTo>
                <a:cubicBezTo>
                  <a:pt x="28550" y="80722"/>
                  <a:pt x="28351" y="80722"/>
                  <a:pt x="28152" y="80747"/>
                </a:cubicBezTo>
                <a:cubicBezTo>
                  <a:pt x="28924" y="78656"/>
                  <a:pt x="29845" y="76565"/>
                  <a:pt x="30940" y="74499"/>
                </a:cubicBezTo>
                <a:cubicBezTo>
                  <a:pt x="31189" y="74499"/>
                  <a:pt x="31413" y="74524"/>
                  <a:pt x="31662" y="74524"/>
                </a:cubicBezTo>
                <a:cubicBezTo>
                  <a:pt x="33429" y="74524"/>
                  <a:pt x="35346" y="74275"/>
                  <a:pt x="37337" y="73777"/>
                </a:cubicBezTo>
                <a:close/>
                <a:moveTo>
                  <a:pt x="99191" y="77262"/>
                </a:moveTo>
                <a:cubicBezTo>
                  <a:pt x="99291" y="77411"/>
                  <a:pt x="99365" y="77536"/>
                  <a:pt x="99440" y="77660"/>
                </a:cubicBezTo>
                <a:cubicBezTo>
                  <a:pt x="98619" y="78730"/>
                  <a:pt x="97772" y="79751"/>
                  <a:pt x="96901" y="80747"/>
                </a:cubicBezTo>
                <a:cubicBezTo>
                  <a:pt x="96802" y="80722"/>
                  <a:pt x="96752" y="80672"/>
                  <a:pt x="96652" y="80647"/>
                </a:cubicBezTo>
                <a:cubicBezTo>
                  <a:pt x="97524" y="79527"/>
                  <a:pt x="98395" y="78407"/>
                  <a:pt x="99191" y="77262"/>
                </a:cubicBezTo>
                <a:close/>
                <a:moveTo>
                  <a:pt x="30716" y="74499"/>
                </a:moveTo>
                <a:cubicBezTo>
                  <a:pt x="29621" y="76615"/>
                  <a:pt x="28700" y="78681"/>
                  <a:pt x="27878" y="80772"/>
                </a:cubicBezTo>
                <a:lnTo>
                  <a:pt x="27828" y="80772"/>
                </a:lnTo>
                <a:cubicBezTo>
                  <a:pt x="28625" y="78681"/>
                  <a:pt x="29596" y="76615"/>
                  <a:pt x="30666" y="74499"/>
                </a:cubicBezTo>
                <a:close/>
                <a:moveTo>
                  <a:pt x="69770" y="80323"/>
                </a:moveTo>
                <a:cubicBezTo>
                  <a:pt x="69870" y="80448"/>
                  <a:pt x="69944" y="80572"/>
                  <a:pt x="70044" y="80747"/>
                </a:cubicBezTo>
                <a:cubicBezTo>
                  <a:pt x="70044" y="80747"/>
                  <a:pt x="70044" y="80772"/>
                  <a:pt x="70019" y="80772"/>
                </a:cubicBezTo>
                <a:cubicBezTo>
                  <a:pt x="69919" y="80647"/>
                  <a:pt x="69820" y="80498"/>
                  <a:pt x="69745" y="80373"/>
                </a:cubicBezTo>
                <a:lnTo>
                  <a:pt x="69770" y="80323"/>
                </a:lnTo>
                <a:close/>
                <a:moveTo>
                  <a:pt x="80398" y="71139"/>
                </a:moveTo>
                <a:cubicBezTo>
                  <a:pt x="80448" y="71139"/>
                  <a:pt x="80448" y="71164"/>
                  <a:pt x="80473" y="71164"/>
                </a:cubicBezTo>
                <a:cubicBezTo>
                  <a:pt x="77337" y="74524"/>
                  <a:pt x="73977" y="77760"/>
                  <a:pt x="70392" y="80796"/>
                </a:cubicBezTo>
                <a:cubicBezTo>
                  <a:pt x="70392" y="80772"/>
                  <a:pt x="70367" y="80772"/>
                  <a:pt x="70367" y="80747"/>
                </a:cubicBezTo>
                <a:cubicBezTo>
                  <a:pt x="73902" y="77735"/>
                  <a:pt x="77262" y="74499"/>
                  <a:pt x="80398" y="71139"/>
                </a:cubicBezTo>
                <a:close/>
                <a:moveTo>
                  <a:pt x="99540" y="77859"/>
                </a:moveTo>
                <a:cubicBezTo>
                  <a:pt x="99540" y="77884"/>
                  <a:pt x="99565" y="77884"/>
                  <a:pt x="99565" y="77909"/>
                </a:cubicBezTo>
                <a:cubicBezTo>
                  <a:pt x="98768" y="78880"/>
                  <a:pt x="97947" y="79875"/>
                  <a:pt x="97150" y="80846"/>
                </a:cubicBezTo>
                <a:cubicBezTo>
                  <a:pt x="97100" y="80846"/>
                  <a:pt x="97100" y="80846"/>
                  <a:pt x="97076" y="80796"/>
                </a:cubicBezTo>
                <a:cubicBezTo>
                  <a:pt x="97922" y="79801"/>
                  <a:pt x="98743" y="78855"/>
                  <a:pt x="99540" y="77859"/>
                </a:cubicBezTo>
                <a:close/>
                <a:moveTo>
                  <a:pt x="26634" y="73752"/>
                </a:moveTo>
                <a:cubicBezTo>
                  <a:pt x="27804" y="74151"/>
                  <a:pt x="29073" y="74399"/>
                  <a:pt x="30467" y="74499"/>
                </a:cubicBezTo>
                <a:cubicBezTo>
                  <a:pt x="29372" y="76615"/>
                  <a:pt x="28451" y="78730"/>
                  <a:pt x="27629" y="80796"/>
                </a:cubicBezTo>
                <a:cubicBezTo>
                  <a:pt x="27455" y="80846"/>
                  <a:pt x="27231" y="80871"/>
                  <a:pt x="27057" y="80871"/>
                </a:cubicBezTo>
                <a:cubicBezTo>
                  <a:pt x="26883" y="80871"/>
                  <a:pt x="26758" y="80896"/>
                  <a:pt x="26609" y="80896"/>
                </a:cubicBezTo>
                <a:cubicBezTo>
                  <a:pt x="25986" y="80921"/>
                  <a:pt x="25364" y="80971"/>
                  <a:pt x="24742" y="80971"/>
                </a:cubicBezTo>
                <a:lnTo>
                  <a:pt x="24642" y="80971"/>
                </a:lnTo>
                <a:cubicBezTo>
                  <a:pt x="24145" y="80971"/>
                  <a:pt x="23622" y="80921"/>
                  <a:pt x="23124" y="80896"/>
                </a:cubicBezTo>
                <a:lnTo>
                  <a:pt x="23074" y="80896"/>
                </a:lnTo>
                <a:cubicBezTo>
                  <a:pt x="21655" y="80523"/>
                  <a:pt x="20262" y="80050"/>
                  <a:pt x="18893" y="79502"/>
                </a:cubicBezTo>
                <a:cubicBezTo>
                  <a:pt x="21133" y="76913"/>
                  <a:pt x="23821" y="74947"/>
                  <a:pt x="26634" y="73752"/>
                </a:cubicBezTo>
                <a:close/>
                <a:moveTo>
                  <a:pt x="70193" y="80871"/>
                </a:moveTo>
                <a:cubicBezTo>
                  <a:pt x="70193" y="80896"/>
                  <a:pt x="70193" y="80921"/>
                  <a:pt x="70218" y="80921"/>
                </a:cubicBezTo>
                <a:lnTo>
                  <a:pt x="70193" y="80971"/>
                </a:lnTo>
                <a:cubicBezTo>
                  <a:pt x="70193" y="80921"/>
                  <a:pt x="70168" y="80921"/>
                  <a:pt x="70168" y="80896"/>
                </a:cubicBezTo>
                <a:lnTo>
                  <a:pt x="70193" y="80871"/>
                </a:lnTo>
                <a:close/>
                <a:moveTo>
                  <a:pt x="18454" y="80232"/>
                </a:moveTo>
                <a:cubicBezTo>
                  <a:pt x="18763" y="80306"/>
                  <a:pt x="19028" y="80402"/>
                  <a:pt x="19341" y="80498"/>
                </a:cubicBezTo>
                <a:cubicBezTo>
                  <a:pt x="19415" y="80523"/>
                  <a:pt x="19540" y="80523"/>
                  <a:pt x="19639" y="80547"/>
                </a:cubicBezTo>
                <a:lnTo>
                  <a:pt x="19664" y="80547"/>
                </a:lnTo>
                <a:cubicBezTo>
                  <a:pt x="19988" y="80622"/>
                  <a:pt x="20262" y="80722"/>
                  <a:pt x="20610" y="80772"/>
                </a:cubicBezTo>
                <a:cubicBezTo>
                  <a:pt x="20759" y="80796"/>
                  <a:pt x="20909" y="80821"/>
                  <a:pt x="21108" y="80821"/>
                </a:cubicBezTo>
                <a:cubicBezTo>
                  <a:pt x="21158" y="80821"/>
                  <a:pt x="21207" y="80871"/>
                  <a:pt x="21257" y="80871"/>
                </a:cubicBezTo>
                <a:cubicBezTo>
                  <a:pt x="21307" y="80871"/>
                  <a:pt x="21382" y="80871"/>
                  <a:pt x="21456" y="80896"/>
                </a:cubicBezTo>
                <a:cubicBezTo>
                  <a:pt x="21481" y="80896"/>
                  <a:pt x="21506" y="80896"/>
                  <a:pt x="21531" y="80921"/>
                </a:cubicBezTo>
                <a:cubicBezTo>
                  <a:pt x="21581" y="80921"/>
                  <a:pt x="21631" y="80971"/>
                  <a:pt x="21655" y="80971"/>
                </a:cubicBezTo>
                <a:lnTo>
                  <a:pt x="21705" y="80971"/>
                </a:lnTo>
                <a:cubicBezTo>
                  <a:pt x="21722" y="80971"/>
                  <a:pt x="21749" y="80982"/>
                  <a:pt x="21780" y="80989"/>
                </a:cubicBezTo>
                <a:lnTo>
                  <a:pt x="21780" y="80989"/>
                </a:lnTo>
                <a:cubicBezTo>
                  <a:pt x="21631" y="80970"/>
                  <a:pt x="21516" y="80966"/>
                  <a:pt x="21382" y="80921"/>
                </a:cubicBezTo>
                <a:cubicBezTo>
                  <a:pt x="21257" y="80896"/>
                  <a:pt x="21158" y="80896"/>
                  <a:pt x="21083" y="80871"/>
                </a:cubicBezTo>
                <a:cubicBezTo>
                  <a:pt x="20171" y="80754"/>
                  <a:pt x="19281" y="80527"/>
                  <a:pt x="18454" y="80232"/>
                </a:cubicBezTo>
                <a:close/>
                <a:moveTo>
                  <a:pt x="27828" y="80971"/>
                </a:moveTo>
                <a:lnTo>
                  <a:pt x="27828" y="80996"/>
                </a:lnTo>
                <a:lnTo>
                  <a:pt x="27754" y="80996"/>
                </a:lnTo>
                <a:lnTo>
                  <a:pt x="27754" y="80971"/>
                </a:lnTo>
                <a:close/>
                <a:moveTo>
                  <a:pt x="33230" y="79975"/>
                </a:moveTo>
                <a:lnTo>
                  <a:pt x="33230" y="80000"/>
                </a:lnTo>
                <a:lnTo>
                  <a:pt x="33230" y="80025"/>
                </a:lnTo>
                <a:cubicBezTo>
                  <a:pt x="31811" y="80398"/>
                  <a:pt x="30392" y="80722"/>
                  <a:pt x="29073" y="80896"/>
                </a:cubicBezTo>
                <a:cubicBezTo>
                  <a:pt x="28973" y="80896"/>
                  <a:pt x="28899" y="80921"/>
                  <a:pt x="28824" y="80921"/>
                </a:cubicBezTo>
                <a:cubicBezTo>
                  <a:pt x="28550" y="80921"/>
                  <a:pt x="28252" y="80971"/>
                  <a:pt x="28003" y="80996"/>
                </a:cubicBezTo>
                <a:cubicBezTo>
                  <a:pt x="28301" y="80921"/>
                  <a:pt x="28525" y="80896"/>
                  <a:pt x="28774" y="80871"/>
                </a:cubicBezTo>
                <a:cubicBezTo>
                  <a:pt x="28849" y="80871"/>
                  <a:pt x="28924" y="80846"/>
                  <a:pt x="28998" y="80846"/>
                </a:cubicBezTo>
                <a:cubicBezTo>
                  <a:pt x="30367" y="80647"/>
                  <a:pt x="31811" y="80348"/>
                  <a:pt x="33230" y="79975"/>
                </a:cubicBezTo>
                <a:close/>
                <a:moveTo>
                  <a:pt x="96503" y="80846"/>
                </a:moveTo>
                <a:cubicBezTo>
                  <a:pt x="96578" y="80871"/>
                  <a:pt x="96652" y="80896"/>
                  <a:pt x="96752" y="80921"/>
                </a:cubicBezTo>
                <a:cubicBezTo>
                  <a:pt x="96752" y="80971"/>
                  <a:pt x="96702" y="80971"/>
                  <a:pt x="96702" y="80996"/>
                </a:cubicBezTo>
                <a:cubicBezTo>
                  <a:pt x="96627" y="80971"/>
                  <a:pt x="96553" y="80921"/>
                  <a:pt x="96453" y="80896"/>
                </a:cubicBezTo>
                <a:cubicBezTo>
                  <a:pt x="96503" y="80871"/>
                  <a:pt x="96503" y="80846"/>
                  <a:pt x="96503" y="80846"/>
                </a:cubicBezTo>
                <a:close/>
                <a:moveTo>
                  <a:pt x="96951" y="80971"/>
                </a:moveTo>
                <a:cubicBezTo>
                  <a:pt x="96951" y="80971"/>
                  <a:pt x="97001" y="80996"/>
                  <a:pt x="97026" y="80996"/>
                </a:cubicBezTo>
                <a:cubicBezTo>
                  <a:pt x="97026" y="81020"/>
                  <a:pt x="97001" y="81020"/>
                  <a:pt x="97001" y="81045"/>
                </a:cubicBezTo>
                <a:cubicBezTo>
                  <a:pt x="96951" y="81045"/>
                  <a:pt x="96951" y="81045"/>
                  <a:pt x="96926" y="81020"/>
                </a:cubicBezTo>
                <a:cubicBezTo>
                  <a:pt x="96926" y="80996"/>
                  <a:pt x="96951" y="80996"/>
                  <a:pt x="96951" y="80971"/>
                </a:cubicBezTo>
                <a:close/>
                <a:moveTo>
                  <a:pt x="44406" y="78656"/>
                </a:moveTo>
                <a:lnTo>
                  <a:pt x="44879" y="79602"/>
                </a:lnTo>
                <a:cubicBezTo>
                  <a:pt x="44978" y="79776"/>
                  <a:pt x="45053" y="79975"/>
                  <a:pt x="45128" y="80149"/>
                </a:cubicBezTo>
                <a:cubicBezTo>
                  <a:pt x="45252" y="80473"/>
                  <a:pt x="45377" y="80747"/>
                  <a:pt x="45476" y="81045"/>
                </a:cubicBezTo>
                <a:cubicBezTo>
                  <a:pt x="45479" y="81053"/>
                  <a:pt x="45481" y="81061"/>
                  <a:pt x="45483" y="81069"/>
                </a:cubicBezTo>
                <a:lnTo>
                  <a:pt x="45483" y="81069"/>
                </a:lnTo>
                <a:cubicBezTo>
                  <a:pt x="45385" y="80794"/>
                  <a:pt x="45279" y="80517"/>
                  <a:pt x="45153" y="80249"/>
                </a:cubicBezTo>
                <a:cubicBezTo>
                  <a:pt x="45128" y="80174"/>
                  <a:pt x="45103" y="80124"/>
                  <a:pt x="45053" y="80025"/>
                </a:cubicBezTo>
                <a:cubicBezTo>
                  <a:pt x="44879" y="79627"/>
                  <a:pt x="44680" y="79228"/>
                  <a:pt x="44481" y="78855"/>
                </a:cubicBezTo>
                <a:cubicBezTo>
                  <a:pt x="44431" y="78805"/>
                  <a:pt x="44431" y="78755"/>
                  <a:pt x="44406" y="78730"/>
                </a:cubicBezTo>
                <a:lnTo>
                  <a:pt x="44406" y="78681"/>
                </a:lnTo>
                <a:lnTo>
                  <a:pt x="44406" y="78656"/>
                </a:lnTo>
                <a:close/>
                <a:moveTo>
                  <a:pt x="22651" y="81045"/>
                </a:moveTo>
                <a:cubicBezTo>
                  <a:pt x="22751" y="81045"/>
                  <a:pt x="22850" y="81095"/>
                  <a:pt x="22950" y="81095"/>
                </a:cubicBezTo>
                <a:lnTo>
                  <a:pt x="23024" y="81095"/>
                </a:lnTo>
                <a:cubicBezTo>
                  <a:pt x="23074" y="81095"/>
                  <a:pt x="23124" y="81120"/>
                  <a:pt x="23149" y="81120"/>
                </a:cubicBezTo>
                <a:lnTo>
                  <a:pt x="23199" y="81120"/>
                </a:lnTo>
                <a:cubicBezTo>
                  <a:pt x="23248" y="81145"/>
                  <a:pt x="23273" y="81145"/>
                  <a:pt x="23323" y="81145"/>
                </a:cubicBezTo>
                <a:lnTo>
                  <a:pt x="22975" y="81145"/>
                </a:lnTo>
                <a:cubicBezTo>
                  <a:pt x="22900" y="81145"/>
                  <a:pt x="22875" y="81120"/>
                  <a:pt x="22825" y="81120"/>
                </a:cubicBezTo>
                <a:cubicBezTo>
                  <a:pt x="22751" y="81070"/>
                  <a:pt x="22701" y="81070"/>
                  <a:pt x="22626" y="81045"/>
                </a:cubicBezTo>
                <a:close/>
                <a:moveTo>
                  <a:pt x="100535" y="80672"/>
                </a:moveTo>
                <a:cubicBezTo>
                  <a:pt x="100535" y="80747"/>
                  <a:pt x="100510" y="80772"/>
                  <a:pt x="100486" y="80796"/>
                </a:cubicBezTo>
                <a:cubicBezTo>
                  <a:pt x="100386" y="80921"/>
                  <a:pt x="100286" y="81020"/>
                  <a:pt x="100237" y="81145"/>
                </a:cubicBezTo>
                <a:cubicBezTo>
                  <a:pt x="100187" y="81145"/>
                  <a:pt x="100187" y="81170"/>
                  <a:pt x="100162" y="81170"/>
                </a:cubicBezTo>
                <a:cubicBezTo>
                  <a:pt x="100286" y="81020"/>
                  <a:pt x="100411" y="80871"/>
                  <a:pt x="100535" y="80672"/>
                </a:cubicBezTo>
                <a:close/>
                <a:moveTo>
                  <a:pt x="99664" y="78108"/>
                </a:moveTo>
                <a:cubicBezTo>
                  <a:pt x="100311" y="79303"/>
                  <a:pt x="100535" y="80224"/>
                  <a:pt x="100262" y="80722"/>
                </a:cubicBezTo>
                <a:cubicBezTo>
                  <a:pt x="100187" y="80772"/>
                  <a:pt x="100162" y="80821"/>
                  <a:pt x="100112" y="80896"/>
                </a:cubicBezTo>
                <a:cubicBezTo>
                  <a:pt x="99901" y="81083"/>
                  <a:pt x="99546" y="81176"/>
                  <a:pt x="99073" y="81176"/>
                </a:cubicBezTo>
                <a:cubicBezTo>
                  <a:pt x="98600" y="81176"/>
                  <a:pt x="98009" y="81083"/>
                  <a:pt x="97324" y="80896"/>
                </a:cubicBezTo>
                <a:lnTo>
                  <a:pt x="99664" y="78108"/>
                </a:lnTo>
                <a:close/>
                <a:moveTo>
                  <a:pt x="27530" y="80996"/>
                </a:moveTo>
                <a:lnTo>
                  <a:pt x="27530" y="81020"/>
                </a:lnTo>
                <a:lnTo>
                  <a:pt x="27530" y="81045"/>
                </a:lnTo>
                <a:cubicBezTo>
                  <a:pt x="27380" y="81045"/>
                  <a:pt x="27256" y="81095"/>
                  <a:pt x="27107" y="81120"/>
                </a:cubicBezTo>
                <a:cubicBezTo>
                  <a:pt x="26957" y="81120"/>
                  <a:pt x="26783" y="81145"/>
                  <a:pt x="26659" y="81145"/>
                </a:cubicBezTo>
                <a:cubicBezTo>
                  <a:pt x="26011" y="81170"/>
                  <a:pt x="25389" y="81220"/>
                  <a:pt x="24767" y="81220"/>
                </a:cubicBezTo>
                <a:lnTo>
                  <a:pt x="24667" y="81220"/>
                </a:lnTo>
                <a:cubicBezTo>
                  <a:pt x="24518" y="81220"/>
                  <a:pt x="24344" y="81220"/>
                  <a:pt x="24169" y="81170"/>
                </a:cubicBezTo>
                <a:cubicBezTo>
                  <a:pt x="24145" y="81170"/>
                  <a:pt x="24095" y="81145"/>
                  <a:pt x="24045" y="81145"/>
                </a:cubicBezTo>
                <a:lnTo>
                  <a:pt x="24020" y="81145"/>
                </a:lnTo>
                <a:cubicBezTo>
                  <a:pt x="23995" y="81145"/>
                  <a:pt x="23970" y="81120"/>
                  <a:pt x="23921" y="81120"/>
                </a:cubicBezTo>
                <a:cubicBezTo>
                  <a:pt x="24169" y="81120"/>
                  <a:pt x="24418" y="81145"/>
                  <a:pt x="24717" y="81145"/>
                </a:cubicBezTo>
                <a:lnTo>
                  <a:pt x="24891" y="81145"/>
                </a:lnTo>
                <a:cubicBezTo>
                  <a:pt x="25489" y="81145"/>
                  <a:pt x="26086" y="81120"/>
                  <a:pt x="26659" y="81095"/>
                </a:cubicBezTo>
                <a:lnTo>
                  <a:pt x="26708" y="81095"/>
                </a:lnTo>
                <a:cubicBezTo>
                  <a:pt x="26783" y="81095"/>
                  <a:pt x="26858" y="81095"/>
                  <a:pt x="26957" y="81045"/>
                </a:cubicBezTo>
                <a:lnTo>
                  <a:pt x="27107" y="81045"/>
                </a:lnTo>
                <a:cubicBezTo>
                  <a:pt x="27231" y="81020"/>
                  <a:pt x="27380" y="81020"/>
                  <a:pt x="27530" y="80996"/>
                </a:cubicBezTo>
                <a:close/>
                <a:moveTo>
                  <a:pt x="42738" y="76565"/>
                </a:moveTo>
                <a:cubicBezTo>
                  <a:pt x="42912" y="76864"/>
                  <a:pt x="43062" y="77113"/>
                  <a:pt x="43236" y="77361"/>
                </a:cubicBezTo>
                <a:cubicBezTo>
                  <a:pt x="43311" y="77536"/>
                  <a:pt x="43410" y="77685"/>
                  <a:pt x="43485" y="77884"/>
                </a:cubicBezTo>
                <a:cubicBezTo>
                  <a:pt x="42191" y="79378"/>
                  <a:pt x="40299" y="80523"/>
                  <a:pt x="37909" y="81244"/>
                </a:cubicBezTo>
                <a:cubicBezTo>
                  <a:pt x="37909" y="81220"/>
                  <a:pt x="37934" y="81170"/>
                  <a:pt x="37934" y="81145"/>
                </a:cubicBezTo>
                <a:cubicBezTo>
                  <a:pt x="37959" y="81095"/>
                  <a:pt x="37959" y="81020"/>
                  <a:pt x="38009" y="80971"/>
                </a:cubicBezTo>
                <a:cubicBezTo>
                  <a:pt x="38158" y="80523"/>
                  <a:pt x="38332" y="80099"/>
                  <a:pt x="38532" y="79676"/>
                </a:cubicBezTo>
                <a:cubicBezTo>
                  <a:pt x="38557" y="79577"/>
                  <a:pt x="38581" y="79502"/>
                  <a:pt x="38656" y="79403"/>
                </a:cubicBezTo>
                <a:cubicBezTo>
                  <a:pt x="38656" y="79378"/>
                  <a:pt x="38681" y="79378"/>
                  <a:pt x="38681" y="79353"/>
                </a:cubicBezTo>
                <a:lnTo>
                  <a:pt x="38681" y="79303"/>
                </a:lnTo>
                <a:cubicBezTo>
                  <a:pt x="38805" y="78930"/>
                  <a:pt x="38955" y="78556"/>
                  <a:pt x="39154" y="78183"/>
                </a:cubicBezTo>
                <a:cubicBezTo>
                  <a:pt x="39403" y="78108"/>
                  <a:pt x="39652" y="77984"/>
                  <a:pt x="39901" y="77884"/>
                </a:cubicBezTo>
                <a:cubicBezTo>
                  <a:pt x="40199" y="77760"/>
                  <a:pt x="40523" y="77610"/>
                  <a:pt x="40822" y="77486"/>
                </a:cubicBezTo>
                <a:cubicBezTo>
                  <a:pt x="41120" y="77361"/>
                  <a:pt x="41419" y="77237"/>
                  <a:pt x="41693" y="77063"/>
                </a:cubicBezTo>
                <a:cubicBezTo>
                  <a:pt x="41991" y="76938"/>
                  <a:pt x="42290" y="76789"/>
                  <a:pt x="42564" y="76640"/>
                </a:cubicBezTo>
                <a:cubicBezTo>
                  <a:pt x="42639" y="76615"/>
                  <a:pt x="42664" y="76565"/>
                  <a:pt x="42738" y="76565"/>
                </a:cubicBezTo>
                <a:close/>
                <a:moveTo>
                  <a:pt x="38905" y="78282"/>
                </a:moveTo>
                <a:cubicBezTo>
                  <a:pt x="38457" y="79303"/>
                  <a:pt x="38059" y="80299"/>
                  <a:pt x="37685" y="81269"/>
                </a:cubicBezTo>
                <a:lnTo>
                  <a:pt x="37660" y="81269"/>
                </a:lnTo>
                <a:cubicBezTo>
                  <a:pt x="37959" y="80299"/>
                  <a:pt x="38382" y="79303"/>
                  <a:pt x="38830" y="78307"/>
                </a:cubicBezTo>
                <a:cubicBezTo>
                  <a:pt x="38880" y="78307"/>
                  <a:pt x="38880" y="78307"/>
                  <a:pt x="38905" y="78282"/>
                </a:cubicBezTo>
                <a:close/>
                <a:moveTo>
                  <a:pt x="97200" y="81045"/>
                </a:moveTo>
                <a:cubicBezTo>
                  <a:pt x="97929" y="81267"/>
                  <a:pt x="98556" y="81378"/>
                  <a:pt x="99058" y="81378"/>
                </a:cubicBezTo>
                <a:cubicBezTo>
                  <a:pt x="99344" y="81378"/>
                  <a:pt x="99590" y="81342"/>
                  <a:pt x="99789" y="81269"/>
                </a:cubicBezTo>
                <a:lnTo>
                  <a:pt x="99789" y="81269"/>
                </a:lnTo>
                <a:cubicBezTo>
                  <a:pt x="99764" y="81294"/>
                  <a:pt x="99739" y="81344"/>
                  <a:pt x="99739" y="81369"/>
                </a:cubicBezTo>
                <a:cubicBezTo>
                  <a:pt x="99554" y="81415"/>
                  <a:pt x="99343" y="81438"/>
                  <a:pt x="99106" y="81438"/>
                </a:cubicBezTo>
                <a:cubicBezTo>
                  <a:pt x="98578" y="81438"/>
                  <a:pt x="97924" y="81326"/>
                  <a:pt x="97150" y="81120"/>
                </a:cubicBezTo>
                <a:lnTo>
                  <a:pt x="97200" y="81045"/>
                </a:lnTo>
                <a:close/>
                <a:moveTo>
                  <a:pt x="43560" y="78034"/>
                </a:moveTo>
                <a:cubicBezTo>
                  <a:pt x="43560" y="78058"/>
                  <a:pt x="43609" y="78058"/>
                  <a:pt x="43609" y="78108"/>
                </a:cubicBezTo>
                <a:cubicBezTo>
                  <a:pt x="42265" y="79627"/>
                  <a:pt x="40299" y="80772"/>
                  <a:pt x="37810" y="81518"/>
                </a:cubicBezTo>
                <a:cubicBezTo>
                  <a:pt x="37785" y="81493"/>
                  <a:pt x="37785" y="81468"/>
                  <a:pt x="37810" y="81419"/>
                </a:cubicBezTo>
                <a:cubicBezTo>
                  <a:pt x="40274" y="80722"/>
                  <a:pt x="42215" y="79527"/>
                  <a:pt x="43560" y="78034"/>
                </a:cubicBezTo>
                <a:close/>
                <a:moveTo>
                  <a:pt x="99988" y="81518"/>
                </a:moveTo>
                <a:cubicBezTo>
                  <a:pt x="99938" y="81554"/>
                  <a:pt x="99893" y="81589"/>
                  <a:pt x="99851" y="81624"/>
                </a:cubicBezTo>
                <a:lnTo>
                  <a:pt x="99851" y="81624"/>
                </a:lnTo>
                <a:cubicBezTo>
                  <a:pt x="99880" y="81589"/>
                  <a:pt x="99909" y="81554"/>
                  <a:pt x="99938" y="81518"/>
                </a:cubicBezTo>
                <a:close/>
                <a:moveTo>
                  <a:pt x="27455" y="81269"/>
                </a:moveTo>
                <a:cubicBezTo>
                  <a:pt x="27380" y="81419"/>
                  <a:pt x="27331" y="81618"/>
                  <a:pt x="27256" y="81767"/>
                </a:cubicBezTo>
                <a:cubicBezTo>
                  <a:pt x="26559" y="81668"/>
                  <a:pt x="25837" y="81518"/>
                  <a:pt x="25115" y="81394"/>
                </a:cubicBezTo>
                <a:cubicBezTo>
                  <a:pt x="25638" y="81394"/>
                  <a:pt x="26136" y="81369"/>
                  <a:pt x="26683" y="81344"/>
                </a:cubicBezTo>
                <a:cubicBezTo>
                  <a:pt x="26808" y="81344"/>
                  <a:pt x="26957" y="81294"/>
                  <a:pt x="27082" y="81294"/>
                </a:cubicBezTo>
                <a:cubicBezTo>
                  <a:pt x="27206" y="81294"/>
                  <a:pt x="27331" y="81269"/>
                  <a:pt x="27455" y="81269"/>
                </a:cubicBezTo>
                <a:close/>
                <a:moveTo>
                  <a:pt x="27704" y="81244"/>
                </a:moveTo>
                <a:cubicBezTo>
                  <a:pt x="27629" y="81419"/>
                  <a:pt x="27580" y="81618"/>
                  <a:pt x="27480" y="81792"/>
                </a:cubicBezTo>
                <a:lnTo>
                  <a:pt x="27455" y="81792"/>
                </a:lnTo>
                <a:lnTo>
                  <a:pt x="27629" y="81244"/>
                </a:lnTo>
                <a:close/>
                <a:moveTo>
                  <a:pt x="23871" y="81344"/>
                </a:moveTo>
                <a:cubicBezTo>
                  <a:pt x="23970" y="81369"/>
                  <a:pt x="24095" y="81369"/>
                  <a:pt x="24194" y="81369"/>
                </a:cubicBezTo>
                <a:cubicBezTo>
                  <a:pt x="25190" y="81618"/>
                  <a:pt x="26211" y="81767"/>
                  <a:pt x="27206" y="81916"/>
                </a:cubicBezTo>
                <a:cubicBezTo>
                  <a:pt x="27206" y="81966"/>
                  <a:pt x="27181" y="81966"/>
                  <a:pt x="27181" y="81991"/>
                </a:cubicBezTo>
                <a:cubicBezTo>
                  <a:pt x="26086" y="81842"/>
                  <a:pt x="24966" y="81618"/>
                  <a:pt x="23871" y="81344"/>
                </a:cubicBezTo>
                <a:close/>
                <a:moveTo>
                  <a:pt x="27455" y="81966"/>
                </a:moveTo>
                <a:cubicBezTo>
                  <a:pt x="27455" y="81991"/>
                  <a:pt x="27455" y="81991"/>
                  <a:pt x="27405" y="82016"/>
                </a:cubicBezTo>
                <a:lnTo>
                  <a:pt x="27355" y="82016"/>
                </a:lnTo>
                <a:cubicBezTo>
                  <a:pt x="27355" y="82016"/>
                  <a:pt x="27380" y="81991"/>
                  <a:pt x="27380" y="81966"/>
                </a:cubicBezTo>
                <a:close/>
                <a:moveTo>
                  <a:pt x="33423" y="80140"/>
                </a:moveTo>
                <a:lnTo>
                  <a:pt x="33423" y="80140"/>
                </a:lnTo>
                <a:cubicBezTo>
                  <a:pt x="33202" y="80757"/>
                  <a:pt x="33029" y="81374"/>
                  <a:pt x="32856" y="82016"/>
                </a:cubicBezTo>
                <a:lnTo>
                  <a:pt x="32807" y="82016"/>
                </a:lnTo>
                <a:cubicBezTo>
                  <a:pt x="32981" y="81394"/>
                  <a:pt x="33155" y="80772"/>
                  <a:pt x="33354" y="80149"/>
                </a:cubicBezTo>
                <a:cubicBezTo>
                  <a:pt x="33391" y="80149"/>
                  <a:pt x="33414" y="80149"/>
                  <a:pt x="33423" y="80140"/>
                </a:cubicBezTo>
                <a:close/>
                <a:moveTo>
                  <a:pt x="38532" y="78382"/>
                </a:moveTo>
                <a:lnTo>
                  <a:pt x="38532" y="78382"/>
                </a:lnTo>
                <a:cubicBezTo>
                  <a:pt x="38084" y="79378"/>
                  <a:pt x="37685" y="80348"/>
                  <a:pt x="37337" y="81344"/>
                </a:cubicBezTo>
                <a:cubicBezTo>
                  <a:pt x="36018" y="81742"/>
                  <a:pt x="34574" y="81916"/>
                  <a:pt x="33080" y="82016"/>
                </a:cubicBezTo>
                <a:cubicBezTo>
                  <a:pt x="33230" y="81369"/>
                  <a:pt x="33429" y="80672"/>
                  <a:pt x="33678" y="80050"/>
                </a:cubicBezTo>
                <a:lnTo>
                  <a:pt x="34051" y="79950"/>
                </a:lnTo>
                <a:cubicBezTo>
                  <a:pt x="34225" y="79900"/>
                  <a:pt x="34425" y="79875"/>
                  <a:pt x="34574" y="79801"/>
                </a:cubicBezTo>
                <a:lnTo>
                  <a:pt x="35694" y="79427"/>
                </a:lnTo>
                <a:cubicBezTo>
                  <a:pt x="35918" y="79378"/>
                  <a:pt x="36142" y="79303"/>
                  <a:pt x="36316" y="79203"/>
                </a:cubicBezTo>
                <a:cubicBezTo>
                  <a:pt x="36665" y="79104"/>
                  <a:pt x="36988" y="78954"/>
                  <a:pt x="37387" y="78855"/>
                </a:cubicBezTo>
                <a:cubicBezTo>
                  <a:pt x="37636" y="78755"/>
                  <a:pt x="37835" y="78656"/>
                  <a:pt x="38084" y="78556"/>
                </a:cubicBezTo>
                <a:cubicBezTo>
                  <a:pt x="38258" y="78506"/>
                  <a:pt x="38382" y="78432"/>
                  <a:pt x="38532" y="78382"/>
                </a:cubicBezTo>
                <a:close/>
                <a:moveTo>
                  <a:pt x="33105" y="80199"/>
                </a:moveTo>
                <a:lnTo>
                  <a:pt x="33105" y="80199"/>
                </a:lnTo>
                <a:cubicBezTo>
                  <a:pt x="32931" y="80796"/>
                  <a:pt x="32732" y="81419"/>
                  <a:pt x="32583" y="82041"/>
                </a:cubicBezTo>
                <a:cubicBezTo>
                  <a:pt x="32188" y="82060"/>
                  <a:pt x="31786" y="82069"/>
                  <a:pt x="31378" y="82069"/>
                </a:cubicBezTo>
                <a:cubicBezTo>
                  <a:pt x="30187" y="82069"/>
                  <a:pt x="28946" y="81990"/>
                  <a:pt x="27704" y="81842"/>
                </a:cubicBezTo>
                <a:cubicBezTo>
                  <a:pt x="27754" y="81618"/>
                  <a:pt x="27853" y="81419"/>
                  <a:pt x="27903" y="81220"/>
                </a:cubicBezTo>
                <a:cubicBezTo>
                  <a:pt x="28227" y="81170"/>
                  <a:pt x="28525" y="81120"/>
                  <a:pt x="28824" y="81095"/>
                </a:cubicBezTo>
                <a:cubicBezTo>
                  <a:pt x="28874" y="81095"/>
                  <a:pt x="28973" y="81045"/>
                  <a:pt x="29023" y="81045"/>
                </a:cubicBezTo>
                <a:cubicBezTo>
                  <a:pt x="29123" y="81045"/>
                  <a:pt x="29197" y="81020"/>
                  <a:pt x="29272" y="81020"/>
                </a:cubicBezTo>
                <a:cubicBezTo>
                  <a:pt x="29347" y="81020"/>
                  <a:pt x="29446" y="80996"/>
                  <a:pt x="29496" y="80996"/>
                </a:cubicBezTo>
                <a:cubicBezTo>
                  <a:pt x="29944" y="80921"/>
                  <a:pt x="30367" y="80821"/>
                  <a:pt x="30815" y="80747"/>
                </a:cubicBezTo>
                <a:cubicBezTo>
                  <a:pt x="30940" y="80697"/>
                  <a:pt x="31014" y="80697"/>
                  <a:pt x="31139" y="80672"/>
                </a:cubicBezTo>
                <a:cubicBezTo>
                  <a:pt x="31562" y="80572"/>
                  <a:pt x="31985" y="80498"/>
                  <a:pt x="32384" y="80398"/>
                </a:cubicBezTo>
                <a:cubicBezTo>
                  <a:pt x="32558" y="80373"/>
                  <a:pt x="32707" y="80348"/>
                  <a:pt x="32832" y="80299"/>
                </a:cubicBezTo>
                <a:lnTo>
                  <a:pt x="33105" y="80199"/>
                </a:lnTo>
                <a:close/>
                <a:moveTo>
                  <a:pt x="32832" y="82240"/>
                </a:moveTo>
                <a:cubicBezTo>
                  <a:pt x="32832" y="82265"/>
                  <a:pt x="32832" y="82290"/>
                  <a:pt x="32807" y="82290"/>
                </a:cubicBezTo>
                <a:lnTo>
                  <a:pt x="32732" y="82290"/>
                </a:lnTo>
                <a:cubicBezTo>
                  <a:pt x="32782" y="82265"/>
                  <a:pt x="32782" y="82265"/>
                  <a:pt x="32782" y="82240"/>
                </a:cubicBezTo>
                <a:close/>
                <a:moveTo>
                  <a:pt x="37287" y="81593"/>
                </a:moveTo>
                <a:cubicBezTo>
                  <a:pt x="37287" y="81618"/>
                  <a:pt x="37262" y="81643"/>
                  <a:pt x="37262" y="81643"/>
                </a:cubicBezTo>
                <a:cubicBezTo>
                  <a:pt x="35943" y="81991"/>
                  <a:pt x="34524" y="82215"/>
                  <a:pt x="33031" y="82290"/>
                </a:cubicBezTo>
                <a:cubicBezTo>
                  <a:pt x="33031" y="82265"/>
                  <a:pt x="33031" y="82240"/>
                  <a:pt x="33056" y="82215"/>
                </a:cubicBezTo>
                <a:cubicBezTo>
                  <a:pt x="34524" y="82116"/>
                  <a:pt x="35943" y="81916"/>
                  <a:pt x="37287" y="81593"/>
                </a:cubicBezTo>
                <a:close/>
                <a:moveTo>
                  <a:pt x="27629" y="82016"/>
                </a:moveTo>
                <a:cubicBezTo>
                  <a:pt x="28990" y="82196"/>
                  <a:pt x="30334" y="82280"/>
                  <a:pt x="31637" y="82280"/>
                </a:cubicBezTo>
                <a:cubicBezTo>
                  <a:pt x="31955" y="82280"/>
                  <a:pt x="32270" y="82275"/>
                  <a:pt x="32583" y="82265"/>
                </a:cubicBezTo>
                <a:lnTo>
                  <a:pt x="32583" y="82315"/>
                </a:lnTo>
                <a:cubicBezTo>
                  <a:pt x="32234" y="82315"/>
                  <a:pt x="31911" y="82365"/>
                  <a:pt x="31562" y="82365"/>
                </a:cubicBezTo>
                <a:cubicBezTo>
                  <a:pt x="30243" y="82365"/>
                  <a:pt x="28949" y="82265"/>
                  <a:pt x="27604" y="82091"/>
                </a:cubicBezTo>
                <a:cubicBezTo>
                  <a:pt x="27604" y="82041"/>
                  <a:pt x="27629" y="82016"/>
                  <a:pt x="27629" y="82016"/>
                </a:cubicBezTo>
                <a:close/>
                <a:moveTo>
                  <a:pt x="52471" y="76963"/>
                </a:moveTo>
                <a:cubicBezTo>
                  <a:pt x="53118" y="77660"/>
                  <a:pt x="53715" y="78407"/>
                  <a:pt x="54313" y="79178"/>
                </a:cubicBezTo>
                <a:cubicBezTo>
                  <a:pt x="52371" y="80498"/>
                  <a:pt x="50454" y="81742"/>
                  <a:pt x="48513" y="82813"/>
                </a:cubicBezTo>
                <a:cubicBezTo>
                  <a:pt x="47741" y="80796"/>
                  <a:pt x="46646" y="78905"/>
                  <a:pt x="45227" y="77287"/>
                </a:cubicBezTo>
                <a:lnTo>
                  <a:pt x="45252" y="77287"/>
                </a:lnTo>
                <a:cubicBezTo>
                  <a:pt x="45302" y="77287"/>
                  <a:pt x="45352" y="77312"/>
                  <a:pt x="45402" y="77312"/>
                </a:cubicBezTo>
                <a:cubicBezTo>
                  <a:pt x="45426" y="77312"/>
                  <a:pt x="45501" y="77361"/>
                  <a:pt x="45526" y="77361"/>
                </a:cubicBezTo>
                <a:cubicBezTo>
                  <a:pt x="45626" y="77386"/>
                  <a:pt x="45750" y="77386"/>
                  <a:pt x="45850" y="77411"/>
                </a:cubicBezTo>
                <a:cubicBezTo>
                  <a:pt x="46024" y="77436"/>
                  <a:pt x="46173" y="77486"/>
                  <a:pt x="46372" y="77511"/>
                </a:cubicBezTo>
                <a:cubicBezTo>
                  <a:pt x="46472" y="77511"/>
                  <a:pt x="46522" y="77536"/>
                  <a:pt x="46621" y="77536"/>
                </a:cubicBezTo>
                <a:lnTo>
                  <a:pt x="46870" y="77536"/>
                </a:lnTo>
                <a:cubicBezTo>
                  <a:pt x="47194" y="77561"/>
                  <a:pt x="47542" y="77610"/>
                  <a:pt x="47891" y="77610"/>
                </a:cubicBezTo>
                <a:lnTo>
                  <a:pt x="47990" y="77610"/>
                </a:lnTo>
                <a:cubicBezTo>
                  <a:pt x="48239" y="77610"/>
                  <a:pt x="48488" y="77610"/>
                  <a:pt x="48762" y="77561"/>
                </a:cubicBezTo>
                <a:cubicBezTo>
                  <a:pt x="48861" y="77561"/>
                  <a:pt x="48936" y="77536"/>
                  <a:pt x="49061" y="77536"/>
                </a:cubicBezTo>
                <a:cubicBezTo>
                  <a:pt x="49160" y="77536"/>
                  <a:pt x="49235" y="77536"/>
                  <a:pt x="49334" y="77511"/>
                </a:cubicBezTo>
                <a:cubicBezTo>
                  <a:pt x="49409" y="77511"/>
                  <a:pt x="49509" y="77511"/>
                  <a:pt x="49608" y="77461"/>
                </a:cubicBezTo>
                <a:cubicBezTo>
                  <a:pt x="49782" y="77436"/>
                  <a:pt x="49982" y="77411"/>
                  <a:pt x="50156" y="77411"/>
                </a:cubicBezTo>
                <a:cubicBezTo>
                  <a:pt x="50255" y="77411"/>
                  <a:pt x="50355" y="77386"/>
                  <a:pt x="50479" y="77386"/>
                </a:cubicBezTo>
                <a:cubicBezTo>
                  <a:pt x="50504" y="77386"/>
                  <a:pt x="50579" y="77337"/>
                  <a:pt x="50604" y="77337"/>
                </a:cubicBezTo>
                <a:lnTo>
                  <a:pt x="51077" y="77262"/>
                </a:lnTo>
                <a:cubicBezTo>
                  <a:pt x="51151" y="77262"/>
                  <a:pt x="51226" y="77212"/>
                  <a:pt x="51326" y="77212"/>
                </a:cubicBezTo>
                <a:lnTo>
                  <a:pt x="51351" y="77212"/>
                </a:lnTo>
                <a:cubicBezTo>
                  <a:pt x="51400" y="77212"/>
                  <a:pt x="51475" y="77187"/>
                  <a:pt x="51525" y="77187"/>
                </a:cubicBezTo>
                <a:cubicBezTo>
                  <a:pt x="51699" y="77162"/>
                  <a:pt x="51873" y="77137"/>
                  <a:pt x="52023" y="77063"/>
                </a:cubicBezTo>
                <a:cubicBezTo>
                  <a:pt x="52097" y="77038"/>
                  <a:pt x="52147" y="77038"/>
                  <a:pt x="52222" y="77038"/>
                </a:cubicBezTo>
                <a:cubicBezTo>
                  <a:pt x="52321" y="77013"/>
                  <a:pt x="52371" y="77013"/>
                  <a:pt x="52471" y="76963"/>
                </a:cubicBezTo>
                <a:close/>
                <a:moveTo>
                  <a:pt x="44779" y="77162"/>
                </a:moveTo>
                <a:cubicBezTo>
                  <a:pt x="44804" y="77162"/>
                  <a:pt x="44804" y="77162"/>
                  <a:pt x="44854" y="77187"/>
                </a:cubicBezTo>
                <a:cubicBezTo>
                  <a:pt x="46372" y="78880"/>
                  <a:pt x="47542" y="80796"/>
                  <a:pt x="48364" y="82962"/>
                </a:cubicBezTo>
                <a:cubicBezTo>
                  <a:pt x="48339" y="82962"/>
                  <a:pt x="48339" y="82987"/>
                  <a:pt x="48289" y="82987"/>
                </a:cubicBezTo>
                <a:cubicBezTo>
                  <a:pt x="47492" y="80846"/>
                  <a:pt x="46298" y="78880"/>
                  <a:pt x="44779" y="77162"/>
                </a:cubicBezTo>
                <a:close/>
                <a:moveTo>
                  <a:pt x="54462" y="79353"/>
                </a:moveTo>
                <a:lnTo>
                  <a:pt x="54487" y="79378"/>
                </a:lnTo>
                <a:cubicBezTo>
                  <a:pt x="52520" y="80722"/>
                  <a:pt x="50604" y="81916"/>
                  <a:pt x="48637" y="83037"/>
                </a:cubicBezTo>
                <a:cubicBezTo>
                  <a:pt x="48637" y="83012"/>
                  <a:pt x="48637" y="83012"/>
                  <a:pt x="48613" y="82987"/>
                </a:cubicBezTo>
                <a:cubicBezTo>
                  <a:pt x="50529" y="81892"/>
                  <a:pt x="52496" y="80647"/>
                  <a:pt x="54462" y="79353"/>
                </a:cubicBezTo>
                <a:close/>
                <a:moveTo>
                  <a:pt x="48463" y="83111"/>
                </a:moveTo>
                <a:cubicBezTo>
                  <a:pt x="48463" y="83136"/>
                  <a:pt x="48463" y="83136"/>
                  <a:pt x="48488" y="83161"/>
                </a:cubicBezTo>
                <a:cubicBezTo>
                  <a:pt x="48463" y="83161"/>
                  <a:pt x="48413" y="83161"/>
                  <a:pt x="48413" y="83211"/>
                </a:cubicBezTo>
                <a:cubicBezTo>
                  <a:pt x="48413" y="83161"/>
                  <a:pt x="48413" y="83161"/>
                  <a:pt x="48388" y="83136"/>
                </a:cubicBezTo>
                <a:cubicBezTo>
                  <a:pt x="48413" y="83136"/>
                  <a:pt x="48413" y="83111"/>
                  <a:pt x="48463" y="83111"/>
                </a:cubicBezTo>
                <a:close/>
                <a:moveTo>
                  <a:pt x="44406" y="79054"/>
                </a:moveTo>
                <a:cubicBezTo>
                  <a:pt x="44406" y="79104"/>
                  <a:pt x="44431" y="79104"/>
                  <a:pt x="44431" y="79129"/>
                </a:cubicBezTo>
                <a:cubicBezTo>
                  <a:pt x="44655" y="79527"/>
                  <a:pt x="44854" y="79925"/>
                  <a:pt x="45003" y="80348"/>
                </a:cubicBezTo>
                <a:cubicBezTo>
                  <a:pt x="45028" y="80423"/>
                  <a:pt x="45053" y="80523"/>
                  <a:pt x="45128" y="80622"/>
                </a:cubicBezTo>
                <a:cubicBezTo>
                  <a:pt x="45302" y="81045"/>
                  <a:pt x="45476" y="81518"/>
                  <a:pt x="45601" y="81966"/>
                </a:cubicBezTo>
                <a:cubicBezTo>
                  <a:pt x="45601" y="81991"/>
                  <a:pt x="45601" y="81991"/>
                  <a:pt x="45626" y="82016"/>
                </a:cubicBezTo>
                <a:cubicBezTo>
                  <a:pt x="45750" y="82414"/>
                  <a:pt x="45825" y="82862"/>
                  <a:pt x="45924" y="83261"/>
                </a:cubicBezTo>
                <a:cubicBezTo>
                  <a:pt x="45302" y="82464"/>
                  <a:pt x="44879" y="81518"/>
                  <a:pt x="44605" y="80448"/>
                </a:cubicBezTo>
                <a:cubicBezTo>
                  <a:pt x="44605" y="80423"/>
                  <a:pt x="44555" y="80373"/>
                  <a:pt x="44555" y="80348"/>
                </a:cubicBezTo>
                <a:lnTo>
                  <a:pt x="44481" y="79875"/>
                </a:lnTo>
                <a:cubicBezTo>
                  <a:pt x="44431" y="79676"/>
                  <a:pt x="44406" y="79502"/>
                  <a:pt x="44381" y="79353"/>
                </a:cubicBezTo>
                <a:cubicBezTo>
                  <a:pt x="44381" y="79253"/>
                  <a:pt x="44381" y="79154"/>
                  <a:pt x="44406" y="79054"/>
                </a:cubicBezTo>
                <a:close/>
                <a:moveTo>
                  <a:pt x="7567" y="72956"/>
                </a:moveTo>
                <a:lnTo>
                  <a:pt x="7567" y="72956"/>
                </a:lnTo>
                <a:cubicBezTo>
                  <a:pt x="6298" y="76565"/>
                  <a:pt x="5402" y="80050"/>
                  <a:pt x="4904" y="83385"/>
                </a:cubicBezTo>
                <a:cubicBezTo>
                  <a:pt x="4107" y="82041"/>
                  <a:pt x="3485" y="80597"/>
                  <a:pt x="3087" y="78979"/>
                </a:cubicBezTo>
                <a:cubicBezTo>
                  <a:pt x="4057" y="76938"/>
                  <a:pt x="5426" y="75022"/>
                  <a:pt x="7169" y="73329"/>
                </a:cubicBezTo>
                <a:cubicBezTo>
                  <a:pt x="7318" y="73180"/>
                  <a:pt x="7443" y="73080"/>
                  <a:pt x="7567" y="72956"/>
                </a:cubicBezTo>
                <a:close/>
                <a:moveTo>
                  <a:pt x="16677" y="79751"/>
                </a:moveTo>
                <a:cubicBezTo>
                  <a:pt x="16777" y="79776"/>
                  <a:pt x="16876" y="79851"/>
                  <a:pt x="16976" y="79900"/>
                </a:cubicBezTo>
                <a:cubicBezTo>
                  <a:pt x="17100" y="79975"/>
                  <a:pt x="17250" y="80025"/>
                  <a:pt x="17374" y="80050"/>
                </a:cubicBezTo>
                <a:cubicBezTo>
                  <a:pt x="17499" y="80124"/>
                  <a:pt x="17623" y="80149"/>
                  <a:pt x="17748" y="80224"/>
                </a:cubicBezTo>
                <a:cubicBezTo>
                  <a:pt x="16901" y="81294"/>
                  <a:pt x="16130" y="82464"/>
                  <a:pt x="15482" y="83634"/>
                </a:cubicBezTo>
                <a:cubicBezTo>
                  <a:pt x="15806" y="82365"/>
                  <a:pt x="16229" y="81045"/>
                  <a:pt x="16677" y="79751"/>
                </a:cubicBezTo>
                <a:close/>
                <a:moveTo>
                  <a:pt x="46118" y="83555"/>
                </a:moveTo>
                <a:cubicBezTo>
                  <a:pt x="46128" y="83612"/>
                  <a:pt x="46138" y="83669"/>
                  <a:pt x="46147" y="83726"/>
                </a:cubicBezTo>
                <a:lnTo>
                  <a:pt x="46147" y="83726"/>
                </a:lnTo>
                <a:cubicBezTo>
                  <a:pt x="46145" y="83719"/>
                  <a:pt x="46139" y="83709"/>
                  <a:pt x="46123" y="83709"/>
                </a:cubicBezTo>
                <a:lnTo>
                  <a:pt x="46099" y="83659"/>
                </a:lnTo>
                <a:cubicBezTo>
                  <a:pt x="46107" y="83623"/>
                  <a:pt x="46114" y="83589"/>
                  <a:pt x="46118" y="83555"/>
                </a:cubicBezTo>
                <a:close/>
                <a:moveTo>
                  <a:pt x="7816" y="72831"/>
                </a:moveTo>
                <a:lnTo>
                  <a:pt x="7841" y="72881"/>
                </a:lnTo>
                <a:cubicBezTo>
                  <a:pt x="6472" y="76640"/>
                  <a:pt x="5551" y="80274"/>
                  <a:pt x="5053" y="83734"/>
                </a:cubicBezTo>
                <a:cubicBezTo>
                  <a:pt x="5053" y="83709"/>
                  <a:pt x="5053" y="83659"/>
                  <a:pt x="5028" y="83634"/>
                </a:cubicBezTo>
                <a:cubicBezTo>
                  <a:pt x="5103" y="82962"/>
                  <a:pt x="5227" y="82240"/>
                  <a:pt x="5352" y="81543"/>
                </a:cubicBezTo>
                <a:lnTo>
                  <a:pt x="5352" y="81518"/>
                </a:lnTo>
                <a:cubicBezTo>
                  <a:pt x="5924" y="78730"/>
                  <a:pt x="6721" y="75793"/>
                  <a:pt x="7816" y="72831"/>
                </a:cubicBezTo>
                <a:close/>
                <a:moveTo>
                  <a:pt x="44680" y="81294"/>
                </a:moveTo>
                <a:cubicBezTo>
                  <a:pt x="45003" y="82165"/>
                  <a:pt x="45476" y="82987"/>
                  <a:pt x="46024" y="83634"/>
                </a:cubicBezTo>
                <a:cubicBezTo>
                  <a:pt x="46024" y="83658"/>
                  <a:pt x="46024" y="83729"/>
                  <a:pt x="46047" y="83756"/>
                </a:cubicBezTo>
                <a:lnTo>
                  <a:pt x="46047" y="83756"/>
                </a:lnTo>
                <a:cubicBezTo>
                  <a:pt x="45475" y="83134"/>
                  <a:pt x="45028" y="82413"/>
                  <a:pt x="44729" y="81593"/>
                </a:cubicBezTo>
                <a:cubicBezTo>
                  <a:pt x="44729" y="81493"/>
                  <a:pt x="44680" y="81394"/>
                  <a:pt x="44680" y="81294"/>
                </a:cubicBezTo>
                <a:close/>
                <a:moveTo>
                  <a:pt x="2937" y="79203"/>
                </a:moveTo>
                <a:cubicBezTo>
                  <a:pt x="3385" y="80821"/>
                  <a:pt x="4033" y="82315"/>
                  <a:pt x="4829" y="83659"/>
                </a:cubicBezTo>
                <a:cubicBezTo>
                  <a:pt x="4829" y="83709"/>
                  <a:pt x="4829" y="83734"/>
                  <a:pt x="4804" y="83758"/>
                </a:cubicBezTo>
                <a:cubicBezTo>
                  <a:pt x="3983" y="82414"/>
                  <a:pt x="3336" y="80921"/>
                  <a:pt x="2863" y="79278"/>
                </a:cubicBezTo>
                <a:cubicBezTo>
                  <a:pt x="2912" y="79278"/>
                  <a:pt x="2937" y="79253"/>
                  <a:pt x="2937" y="79203"/>
                </a:cubicBezTo>
                <a:close/>
                <a:moveTo>
                  <a:pt x="44754" y="77386"/>
                </a:moveTo>
                <a:cubicBezTo>
                  <a:pt x="46248" y="79029"/>
                  <a:pt x="47393" y="80921"/>
                  <a:pt x="48164" y="83037"/>
                </a:cubicBezTo>
                <a:cubicBezTo>
                  <a:pt x="47617" y="83360"/>
                  <a:pt x="47094" y="83659"/>
                  <a:pt x="46522" y="83958"/>
                </a:cubicBezTo>
                <a:lnTo>
                  <a:pt x="46497" y="83908"/>
                </a:lnTo>
                <a:cubicBezTo>
                  <a:pt x="46472" y="83833"/>
                  <a:pt x="46472" y="83734"/>
                  <a:pt x="46422" y="83634"/>
                </a:cubicBezTo>
                <a:cubicBezTo>
                  <a:pt x="46372" y="83385"/>
                  <a:pt x="46347" y="83111"/>
                  <a:pt x="46273" y="82862"/>
                </a:cubicBezTo>
                <a:cubicBezTo>
                  <a:pt x="46223" y="82613"/>
                  <a:pt x="46148" y="82389"/>
                  <a:pt x="46099" y="82165"/>
                </a:cubicBezTo>
                <a:cubicBezTo>
                  <a:pt x="45999" y="81867"/>
                  <a:pt x="45899" y="81518"/>
                  <a:pt x="45800" y="81220"/>
                </a:cubicBezTo>
                <a:cubicBezTo>
                  <a:pt x="45750" y="81020"/>
                  <a:pt x="45650" y="80796"/>
                  <a:pt x="45601" y="80622"/>
                </a:cubicBezTo>
                <a:cubicBezTo>
                  <a:pt x="45476" y="80274"/>
                  <a:pt x="45352" y="79975"/>
                  <a:pt x="45178" y="79627"/>
                </a:cubicBezTo>
                <a:cubicBezTo>
                  <a:pt x="45103" y="79427"/>
                  <a:pt x="45003" y="79253"/>
                  <a:pt x="44904" y="79029"/>
                </a:cubicBezTo>
                <a:cubicBezTo>
                  <a:pt x="44779" y="78780"/>
                  <a:pt x="44680" y="78531"/>
                  <a:pt x="44530" y="78307"/>
                </a:cubicBezTo>
                <a:lnTo>
                  <a:pt x="44530" y="78258"/>
                </a:lnTo>
                <a:cubicBezTo>
                  <a:pt x="44530" y="78233"/>
                  <a:pt x="44555" y="78158"/>
                  <a:pt x="44555" y="78133"/>
                </a:cubicBezTo>
                <a:lnTo>
                  <a:pt x="44754" y="77386"/>
                </a:lnTo>
                <a:close/>
                <a:moveTo>
                  <a:pt x="46248" y="83958"/>
                </a:moveTo>
                <a:lnTo>
                  <a:pt x="46273" y="83982"/>
                </a:lnTo>
                <a:lnTo>
                  <a:pt x="46273" y="84032"/>
                </a:lnTo>
                <a:lnTo>
                  <a:pt x="46248" y="84007"/>
                </a:lnTo>
                <a:cubicBezTo>
                  <a:pt x="46273" y="84007"/>
                  <a:pt x="46273" y="83982"/>
                  <a:pt x="46248" y="83958"/>
                </a:cubicBezTo>
                <a:close/>
                <a:moveTo>
                  <a:pt x="4978" y="83908"/>
                </a:moveTo>
                <a:cubicBezTo>
                  <a:pt x="5028" y="83958"/>
                  <a:pt x="5028" y="83982"/>
                  <a:pt x="5053" y="84007"/>
                </a:cubicBezTo>
                <a:lnTo>
                  <a:pt x="5053" y="84107"/>
                </a:lnTo>
                <a:cubicBezTo>
                  <a:pt x="5028" y="84082"/>
                  <a:pt x="5028" y="84032"/>
                  <a:pt x="4978" y="84032"/>
                </a:cubicBezTo>
                <a:lnTo>
                  <a:pt x="4978" y="83908"/>
                </a:lnTo>
                <a:close/>
                <a:moveTo>
                  <a:pt x="48239" y="83261"/>
                </a:moveTo>
                <a:lnTo>
                  <a:pt x="48239" y="83286"/>
                </a:lnTo>
                <a:cubicBezTo>
                  <a:pt x="47741" y="83559"/>
                  <a:pt x="47194" y="83883"/>
                  <a:pt x="46721" y="84157"/>
                </a:cubicBezTo>
                <a:lnTo>
                  <a:pt x="46671" y="84132"/>
                </a:lnTo>
                <a:cubicBezTo>
                  <a:pt x="47194" y="83858"/>
                  <a:pt x="47716" y="83559"/>
                  <a:pt x="48239" y="83261"/>
                </a:cubicBezTo>
                <a:close/>
                <a:moveTo>
                  <a:pt x="16478" y="79627"/>
                </a:moveTo>
                <a:cubicBezTo>
                  <a:pt x="16503" y="79627"/>
                  <a:pt x="16503" y="79651"/>
                  <a:pt x="16528" y="79651"/>
                </a:cubicBezTo>
                <a:cubicBezTo>
                  <a:pt x="15980" y="81244"/>
                  <a:pt x="15507" y="82788"/>
                  <a:pt x="15109" y="84356"/>
                </a:cubicBezTo>
                <a:cubicBezTo>
                  <a:pt x="15059" y="84455"/>
                  <a:pt x="15010" y="84505"/>
                  <a:pt x="14985" y="84605"/>
                </a:cubicBezTo>
                <a:cubicBezTo>
                  <a:pt x="15383" y="82987"/>
                  <a:pt x="15881" y="81344"/>
                  <a:pt x="16478" y="79627"/>
                </a:cubicBezTo>
                <a:close/>
                <a:moveTo>
                  <a:pt x="17897" y="80274"/>
                </a:moveTo>
                <a:cubicBezTo>
                  <a:pt x="17922" y="80274"/>
                  <a:pt x="17922" y="80299"/>
                  <a:pt x="17972" y="80299"/>
                </a:cubicBezTo>
                <a:cubicBezTo>
                  <a:pt x="16876" y="81717"/>
                  <a:pt x="15930" y="83211"/>
                  <a:pt x="15159" y="84754"/>
                </a:cubicBezTo>
                <a:cubicBezTo>
                  <a:pt x="15184" y="84655"/>
                  <a:pt x="15234" y="84580"/>
                  <a:pt x="15234" y="84480"/>
                </a:cubicBezTo>
                <a:cubicBezTo>
                  <a:pt x="16005" y="82987"/>
                  <a:pt x="16876" y="81593"/>
                  <a:pt x="17897" y="80274"/>
                </a:cubicBezTo>
                <a:close/>
                <a:moveTo>
                  <a:pt x="63348" y="72831"/>
                </a:moveTo>
                <a:cubicBezTo>
                  <a:pt x="63522" y="73030"/>
                  <a:pt x="63697" y="73180"/>
                  <a:pt x="63846" y="73354"/>
                </a:cubicBezTo>
                <a:cubicBezTo>
                  <a:pt x="64070" y="73578"/>
                  <a:pt x="64269" y="73827"/>
                  <a:pt x="64468" y="74051"/>
                </a:cubicBezTo>
                <a:cubicBezTo>
                  <a:pt x="64717" y="74325"/>
                  <a:pt x="64966" y="74599"/>
                  <a:pt x="65190" y="74897"/>
                </a:cubicBezTo>
                <a:cubicBezTo>
                  <a:pt x="65290" y="75022"/>
                  <a:pt x="65389" y="75096"/>
                  <a:pt x="65464" y="75221"/>
                </a:cubicBezTo>
                <a:cubicBezTo>
                  <a:pt x="66783" y="76789"/>
                  <a:pt x="68052" y="78432"/>
                  <a:pt x="69297" y="80124"/>
                </a:cubicBezTo>
                <a:cubicBezTo>
                  <a:pt x="66310" y="82240"/>
                  <a:pt x="63273" y="83808"/>
                  <a:pt x="60411" y="84879"/>
                </a:cubicBezTo>
                <a:cubicBezTo>
                  <a:pt x="58942" y="82663"/>
                  <a:pt x="57573" y="80423"/>
                  <a:pt x="56379" y="78282"/>
                </a:cubicBezTo>
                <a:cubicBezTo>
                  <a:pt x="58793" y="76565"/>
                  <a:pt x="61108" y="74723"/>
                  <a:pt x="63348" y="72831"/>
                </a:cubicBezTo>
                <a:close/>
                <a:moveTo>
                  <a:pt x="44729" y="82066"/>
                </a:moveTo>
                <a:cubicBezTo>
                  <a:pt x="45053" y="82862"/>
                  <a:pt x="45526" y="83534"/>
                  <a:pt x="46049" y="84107"/>
                </a:cubicBezTo>
                <a:lnTo>
                  <a:pt x="46049" y="84182"/>
                </a:lnTo>
                <a:cubicBezTo>
                  <a:pt x="45551" y="84480"/>
                  <a:pt x="45028" y="84729"/>
                  <a:pt x="44530" y="85003"/>
                </a:cubicBezTo>
                <a:cubicBezTo>
                  <a:pt x="44530" y="84978"/>
                  <a:pt x="44530" y="84953"/>
                  <a:pt x="44555" y="84903"/>
                </a:cubicBezTo>
                <a:cubicBezTo>
                  <a:pt x="44680" y="84032"/>
                  <a:pt x="44729" y="83211"/>
                  <a:pt x="44729" y="82365"/>
                </a:cubicBezTo>
                <a:lnTo>
                  <a:pt x="44729" y="82265"/>
                </a:lnTo>
                <a:lnTo>
                  <a:pt x="44729" y="82066"/>
                </a:lnTo>
                <a:close/>
                <a:moveTo>
                  <a:pt x="56229" y="78407"/>
                </a:moveTo>
                <a:cubicBezTo>
                  <a:pt x="57374" y="80523"/>
                  <a:pt x="58743" y="82763"/>
                  <a:pt x="60237" y="84978"/>
                </a:cubicBezTo>
                <a:cubicBezTo>
                  <a:pt x="60212" y="84978"/>
                  <a:pt x="60212" y="84978"/>
                  <a:pt x="60187" y="85003"/>
                </a:cubicBezTo>
                <a:cubicBezTo>
                  <a:pt x="58718" y="82763"/>
                  <a:pt x="57349" y="80547"/>
                  <a:pt x="56204" y="78432"/>
                </a:cubicBezTo>
                <a:lnTo>
                  <a:pt x="56229" y="78407"/>
                </a:lnTo>
                <a:close/>
                <a:moveTo>
                  <a:pt x="97624" y="84234"/>
                </a:moveTo>
                <a:cubicBezTo>
                  <a:pt x="97399" y="84491"/>
                  <a:pt x="97172" y="84749"/>
                  <a:pt x="96940" y="85010"/>
                </a:cubicBezTo>
                <a:lnTo>
                  <a:pt x="96940" y="85010"/>
                </a:lnTo>
                <a:cubicBezTo>
                  <a:pt x="97182" y="84723"/>
                  <a:pt x="97413" y="84456"/>
                  <a:pt x="97624" y="84234"/>
                </a:cubicBezTo>
                <a:close/>
                <a:moveTo>
                  <a:pt x="69446" y="80274"/>
                </a:moveTo>
                <a:cubicBezTo>
                  <a:pt x="69446" y="80299"/>
                  <a:pt x="69446" y="80299"/>
                  <a:pt x="69496" y="80348"/>
                </a:cubicBezTo>
                <a:cubicBezTo>
                  <a:pt x="66534" y="82414"/>
                  <a:pt x="63473" y="84032"/>
                  <a:pt x="60585" y="85103"/>
                </a:cubicBezTo>
                <a:cubicBezTo>
                  <a:pt x="60585" y="85078"/>
                  <a:pt x="60560" y="85078"/>
                  <a:pt x="60560" y="85028"/>
                </a:cubicBezTo>
                <a:cubicBezTo>
                  <a:pt x="63423" y="83982"/>
                  <a:pt x="66459" y="82365"/>
                  <a:pt x="69446" y="80274"/>
                </a:cubicBezTo>
                <a:close/>
                <a:moveTo>
                  <a:pt x="44428" y="81464"/>
                </a:moveTo>
                <a:cubicBezTo>
                  <a:pt x="44438" y="81506"/>
                  <a:pt x="44450" y="81557"/>
                  <a:pt x="44481" y="81618"/>
                </a:cubicBezTo>
                <a:cubicBezTo>
                  <a:pt x="44530" y="82788"/>
                  <a:pt x="44505" y="83982"/>
                  <a:pt x="44281" y="85152"/>
                </a:cubicBezTo>
                <a:cubicBezTo>
                  <a:pt x="44281" y="85152"/>
                  <a:pt x="44257" y="85152"/>
                  <a:pt x="44257" y="85177"/>
                </a:cubicBezTo>
                <a:cubicBezTo>
                  <a:pt x="44257" y="85103"/>
                  <a:pt x="44281" y="85003"/>
                  <a:pt x="44306" y="84903"/>
                </a:cubicBezTo>
                <a:cubicBezTo>
                  <a:pt x="44481" y="83958"/>
                  <a:pt x="44505" y="83012"/>
                  <a:pt x="44481" y="82116"/>
                </a:cubicBezTo>
                <a:lnTo>
                  <a:pt x="44481" y="81867"/>
                </a:lnTo>
                <a:cubicBezTo>
                  <a:pt x="44481" y="81767"/>
                  <a:pt x="44431" y="81643"/>
                  <a:pt x="44431" y="81543"/>
                </a:cubicBezTo>
                <a:cubicBezTo>
                  <a:pt x="44431" y="81520"/>
                  <a:pt x="44431" y="81490"/>
                  <a:pt x="44428" y="81464"/>
                </a:cubicBezTo>
                <a:close/>
                <a:moveTo>
                  <a:pt x="60361" y="85127"/>
                </a:moveTo>
                <a:cubicBezTo>
                  <a:pt x="60361" y="85127"/>
                  <a:pt x="60411" y="85152"/>
                  <a:pt x="60411" y="85202"/>
                </a:cubicBezTo>
                <a:cubicBezTo>
                  <a:pt x="60361" y="85202"/>
                  <a:pt x="60361" y="85202"/>
                  <a:pt x="60336" y="85227"/>
                </a:cubicBezTo>
                <a:cubicBezTo>
                  <a:pt x="60336" y="85202"/>
                  <a:pt x="60311" y="85202"/>
                  <a:pt x="60311" y="85152"/>
                </a:cubicBezTo>
                <a:cubicBezTo>
                  <a:pt x="60336" y="85152"/>
                  <a:pt x="60336" y="85152"/>
                  <a:pt x="60361" y="85127"/>
                </a:cubicBezTo>
                <a:close/>
                <a:moveTo>
                  <a:pt x="46123" y="84381"/>
                </a:moveTo>
                <a:lnTo>
                  <a:pt x="46123" y="84455"/>
                </a:lnTo>
                <a:cubicBezTo>
                  <a:pt x="45607" y="84726"/>
                  <a:pt x="45042" y="84996"/>
                  <a:pt x="44525" y="85267"/>
                </a:cubicBezTo>
                <a:lnTo>
                  <a:pt x="44525" y="85267"/>
                </a:lnTo>
                <a:cubicBezTo>
                  <a:pt x="44530" y="85257"/>
                  <a:pt x="44530" y="85242"/>
                  <a:pt x="44530" y="85227"/>
                </a:cubicBezTo>
                <a:lnTo>
                  <a:pt x="46123" y="84381"/>
                </a:lnTo>
                <a:close/>
                <a:moveTo>
                  <a:pt x="1917" y="71537"/>
                </a:moveTo>
                <a:lnTo>
                  <a:pt x="1917" y="71537"/>
                </a:lnTo>
                <a:cubicBezTo>
                  <a:pt x="1792" y="74151"/>
                  <a:pt x="1991" y="76640"/>
                  <a:pt x="2589" y="78930"/>
                </a:cubicBezTo>
                <a:cubicBezTo>
                  <a:pt x="1867" y="80448"/>
                  <a:pt x="1369" y="82091"/>
                  <a:pt x="1120" y="83709"/>
                </a:cubicBezTo>
                <a:cubicBezTo>
                  <a:pt x="1095" y="83709"/>
                  <a:pt x="1095" y="83734"/>
                  <a:pt x="1095" y="83758"/>
                </a:cubicBezTo>
                <a:lnTo>
                  <a:pt x="996" y="84605"/>
                </a:lnTo>
                <a:lnTo>
                  <a:pt x="996" y="84704"/>
                </a:lnTo>
                <a:cubicBezTo>
                  <a:pt x="996" y="84804"/>
                  <a:pt x="971" y="84978"/>
                  <a:pt x="971" y="85103"/>
                </a:cubicBezTo>
                <a:cubicBezTo>
                  <a:pt x="971" y="85152"/>
                  <a:pt x="971" y="85252"/>
                  <a:pt x="946" y="85327"/>
                </a:cubicBezTo>
                <a:cubicBezTo>
                  <a:pt x="349" y="81120"/>
                  <a:pt x="722" y="76490"/>
                  <a:pt x="1917" y="71537"/>
                </a:cubicBezTo>
                <a:close/>
                <a:moveTo>
                  <a:pt x="44281" y="85351"/>
                </a:moveTo>
                <a:lnTo>
                  <a:pt x="44281" y="85401"/>
                </a:lnTo>
                <a:lnTo>
                  <a:pt x="44257" y="85401"/>
                </a:lnTo>
                <a:cubicBezTo>
                  <a:pt x="44257" y="85401"/>
                  <a:pt x="44257" y="85376"/>
                  <a:pt x="44281" y="85351"/>
                </a:cubicBezTo>
                <a:close/>
                <a:moveTo>
                  <a:pt x="48289" y="83460"/>
                </a:moveTo>
                <a:cubicBezTo>
                  <a:pt x="48538" y="84132"/>
                  <a:pt x="48762" y="84854"/>
                  <a:pt x="48911" y="85575"/>
                </a:cubicBezTo>
                <a:cubicBezTo>
                  <a:pt x="48140" y="85227"/>
                  <a:pt x="47418" y="84779"/>
                  <a:pt x="46845" y="84256"/>
                </a:cubicBezTo>
                <a:cubicBezTo>
                  <a:pt x="47343" y="84007"/>
                  <a:pt x="47841" y="83734"/>
                  <a:pt x="48289" y="83460"/>
                </a:cubicBezTo>
                <a:close/>
                <a:moveTo>
                  <a:pt x="56055" y="78531"/>
                </a:moveTo>
                <a:cubicBezTo>
                  <a:pt x="57200" y="80647"/>
                  <a:pt x="58544" y="82862"/>
                  <a:pt x="60038" y="85078"/>
                </a:cubicBezTo>
                <a:cubicBezTo>
                  <a:pt x="59490" y="85252"/>
                  <a:pt x="58967" y="85451"/>
                  <a:pt x="58445" y="85575"/>
                </a:cubicBezTo>
                <a:cubicBezTo>
                  <a:pt x="57499" y="83286"/>
                  <a:pt x="56329" y="81170"/>
                  <a:pt x="54960" y="79278"/>
                </a:cubicBezTo>
                <a:cubicBezTo>
                  <a:pt x="55333" y="79029"/>
                  <a:pt x="55682" y="78780"/>
                  <a:pt x="56055" y="78531"/>
                </a:cubicBezTo>
                <a:close/>
                <a:moveTo>
                  <a:pt x="54810" y="79378"/>
                </a:moveTo>
                <a:cubicBezTo>
                  <a:pt x="56179" y="81244"/>
                  <a:pt x="57324" y="83360"/>
                  <a:pt x="58245" y="85600"/>
                </a:cubicBezTo>
                <a:cubicBezTo>
                  <a:pt x="58220" y="85600"/>
                  <a:pt x="58220" y="85600"/>
                  <a:pt x="58196" y="85625"/>
                </a:cubicBezTo>
                <a:cubicBezTo>
                  <a:pt x="57250" y="83385"/>
                  <a:pt x="56105" y="81294"/>
                  <a:pt x="54736" y="79427"/>
                </a:cubicBezTo>
                <a:lnTo>
                  <a:pt x="54810" y="79378"/>
                </a:lnTo>
                <a:close/>
                <a:moveTo>
                  <a:pt x="48538" y="83310"/>
                </a:moveTo>
                <a:cubicBezTo>
                  <a:pt x="48837" y="84107"/>
                  <a:pt x="49036" y="84879"/>
                  <a:pt x="49235" y="85700"/>
                </a:cubicBezTo>
                <a:cubicBezTo>
                  <a:pt x="49210" y="85700"/>
                  <a:pt x="49160" y="85650"/>
                  <a:pt x="49160" y="85650"/>
                </a:cubicBezTo>
                <a:cubicBezTo>
                  <a:pt x="48986" y="84879"/>
                  <a:pt x="48737" y="84107"/>
                  <a:pt x="48488" y="83360"/>
                </a:cubicBezTo>
                <a:cubicBezTo>
                  <a:pt x="48513" y="83360"/>
                  <a:pt x="48513" y="83310"/>
                  <a:pt x="48538" y="83310"/>
                </a:cubicBezTo>
                <a:close/>
                <a:moveTo>
                  <a:pt x="60112" y="85202"/>
                </a:moveTo>
                <a:cubicBezTo>
                  <a:pt x="60112" y="85227"/>
                  <a:pt x="60162" y="85227"/>
                  <a:pt x="60162" y="85252"/>
                </a:cubicBezTo>
                <a:cubicBezTo>
                  <a:pt x="59589" y="85451"/>
                  <a:pt x="59067" y="85625"/>
                  <a:pt x="58494" y="85775"/>
                </a:cubicBezTo>
                <a:lnTo>
                  <a:pt x="58494" y="85725"/>
                </a:lnTo>
                <a:cubicBezTo>
                  <a:pt x="59017" y="85575"/>
                  <a:pt x="59589" y="85376"/>
                  <a:pt x="60112" y="85202"/>
                </a:cubicBezTo>
                <a:close/>
                <a:moveTo>
                  <a:pt x="14860" y="85252"/>
                </a:moveTo>
                <a:lnTo>
                  <a:pt x="14860" y="85252"/>
                </a:lnTo>
                <a:cubicBezTo>
                  <a:pt x="14810" y="85351"/>
                  <a:pt x="14810" y="85451"/>
                  <a:pt x="14785" y="85526"/>
                </a:cubicBezTo>
                <a:cubicBezTo>
                  <a:pt x="14761" y="85625"/>
                  <a:pt x="14736" y="85725"/>
                  <a:pt x="14661" y="85824"/>
                </a:cubicBezTo>
                <a:cubicBezTo>
                  <a:pt x="14686" y="85725"/>
                  <a:pt x="14686" y="85625"/>
                  <a:pt x="14736" y="85501"/>
                </a:cubicBezTo>
                <a:cubicBezTo>
                  <a:pt x="14761" y="85401"/>
                  <a:pt x="14810" y="85327"/>
                  <a:pt x="14860" y="85252"/>
                </a:cubicBezTo>
                <a:close/>
                <a:moveTo>
                  <a:pt x="46671" y="84356"/>
                </a:moveTo>
                <a:cubicBezTo>
                  <a:pt x="47343" y="84928"/>
                  <a:pt x="48115" y="85426"/>
                  <a:pt x="48986" y="85775"/>
                </a:cubicBezTo>
                <a:cubicBezTo>
                  <a:pt x="48986" y="85809"/>
                  <a:pt x="48986" y="85832"/>
                  <a:pt x="48994" y="85842"/>
                </a:cubicBezTo>
                <a:lnTo>
                  <a:pt x="48994" y="85842"/>
                </a:lnTo>
                <a:cubicBezTo>
                  <a:pt x="48107" y="85471"/>
                  <a:pt x="47294" y="84977"/>
                  <a:pt x="46627" y="84361"/>
                </a:cubicBezTo>
                <a:lnTo>
                  <a:pt x="46627" y="84361"/>
                </a:lnTo>
                <a:cubicBezTo>
                  <a:pt x="46637" y="84370"/>
                  <a:pt x="46648" y="84374"/>
                  <a:pt x="46655" y="84374"/>
                </a:cubicBezTo>
                <a:cubicBezTo>
                  <a:pt x="46665" y="84374"/>
                  <a:pt x="46671" y="84368"/>
                  <a:pt x="46671" y="84356"/>
                </a:cubicBezTo>
                <a:close/>
                <a:moveTo>
                  <a:pt x="58320" y="85750"/>
                </a:moveTo>
                <a:cubicBezTo>
                  <a:pt x="58320" y="85775"/>
                  <a:pt x="58320" y="85775"/>
                  <a:pt x="58345" y="85799"/>
                </a:cubicBezTo>
                <a:cubicBezTo>
                  <a:pt x="58320" y="85849"/>
                  <a:pt x="58320" y="85849"/>
                  <a:pt x="58295" y="85849"/>
                </a:cubicBezTo>
                <a:cubicBezTo>
                  <a:pt x="58295" y="85799"/>
                  <a:pt x="58295" y="85799"/>
                  <a:pt x="58245" y="85775"/>
                </a:cubicBezTo>
                <a:cubicBezTo>
                  <a:pt x="58295" y="85775"/>
                  <a:pt x="58295" y="85775"/>
                  <a:pt x="58320" y="85750"/>
                </a:cubicBezTo>
                <a:close/>
                <a:moveTo>
                  <a:pt x="43809" y="78880"/>
                </a:moveTo>
                <a:lnTo>
                  <a:pt x="43908" y="79353"/>
                </a:lnTo>
                <a:lnTo>
                  <a:pt x="43908" y="79427"/>
                </a:lnTo>
                <a:lnTo>
                  <a:pt x="43908" y="79527"/>
                </a:lnTo>
                <a:lnTo>
                  <a:pt x="43933" y="79527"/>
                </a:lnTo>
                <a:cubicBezTo>
                  <a:pt x="44008" y="79851"/>
                  <a:pt x="44033" y="80149"/>
                  <a:pt x="44132" y="80473"/>
                </a:cubicBezTo>
                <a:cubicBezTo>
                  <a:pt x="44182" y="80846"/>
                  <a:pt x="44232" y="81220"/>
                  <a:pt x="44257" y="81593"/>
                </a:cubicBezTo>
                <a:cubicBezTo>
                  <a:pt x="44257" y="81717"/>
                  <a:pt x="44281" y="81792"/>
                  <a:pt x="44281" y="81916"/>
                </a:cubicBezTo>
                <a:lnTo>
                  <a:pt x="44281" y="82016"/>
                </a:lnTo>
                <a:lnTo>
                  <a:pt x="44281" y="83037"/>
                </a:lnTo>
                <a:cubicBezTo>
                  <a:pt x="44257" y="83783"/>
                  <a:pt x="44182" y="84530"/>
                  <a:pt x="44033" y="85277"/>
                </a:cubicBezTo>
                <a:cubicBezTo>
                  <a:pt x="43560" y="85526"/>
                  <a:pt x="43062" y="85750"/>
                  <a:pt x="42614" y="85974"/>
                </a:cubicBezTo>
                <a:cubicBezTo>
                  <a:pt x="42639" y="83758"/>
                  <a:pt x="43037" y="81369"/>
                  <a:pt x="43809" y="78880"/>
                </a:cubicBezTo>
                <a:close/>
                <a:moveTo>
                  <a:pt x="49235" y="85899"/>
                </a:moveTo>
                <a:cubicBezTo>
                  <a:pt x="49235" y="85899"/>
                  <a:pt x="49260" y="85899"/>
                  <a:pt x="49285" y="85949"/>
                </a:cubicBezTo>
                <a:cubicBezTo>
                  <a:pt x="49285" y="85974"/>
                  <a:pt x="49285" y="85999"/>
                  <a:pt x="49334" y="85999"/>
                </a:cubicBezTo>
                <a:lnTo>
                  <a:pt x="49260" y="85999"/>
                </a:lnTo>
                <a:cubicBezTo>
                  <a:pt x="49260" y="85974"/>
                  <a:pt x="49260" y="85949"/>
                  <a:pt x="49235" y="85899"/>
                </a:cubicBezTo>
                <a:close/>
                <a:moveTo>
                  <a:pt x="43734" y="78482"/>
                </a:moveTo>
                <a:cubicBezTo>
                  <a:pt x="43734" y="78506"/>
                  <a:pt x="43759" y="78531"/>
                  <a:pt x="43759" y="78556"/>
                </a:cubicBezTo>
                <a:cubicBezTo>
                  <a:pt x="42912" y="81170"/>
                  <a:pt x="42440" y="83709"/>
                  <a:pt x="42440" y="86024"/>
                </a:cubicBezTo>
                <a:cubicBezTo>
                  <a:pt x="42415" y="86048"/>
                  <a:pt x="42390" y="86048"/>
                  <a:pt x="42390" y="86048"/>
                </a:cubicBezTo>
                <a:cubicBezTo>
                  <a:pt x="42390" y="83684"/>
                  <a:pt x="42863" y="81145"/>
                  <a:pt x="43734" y="78482"/>
                </a:cubicBezTo>
                <a:close/>
                <a:moveTo>
                  <a:pt x="44008" y="85476"/>
                </a:moveTo>
                <a:lnTo>
                  <a:pt x="44008" y="85526"/>
                </a:lnTo>
                <a:cubicBezTo>
                  <a:pt x="43535" y="85750"/>
                  <a:pt x="43062" y="85999"/>
                  <a:pt x="42639" y="86223"/>
                </a:cubicBezTo>
                <a:lnTo>
                  <a:pt x="42639" y="86148"/>
                </a:lnTo>
                <a:cubicBezTo>
                  <a:pt x="43062" y="85949"/>
                  <a:pt x="43535" y="85725"/>
                  <a:pt x="44008" y="85476"/>
                </a:cubicBezTo>
                <a:close/>
                <a:moveTo>
                  <a:pt x="54586" y="79527"/>
                </a:moveTo>
                <a:cubicBezTo>
                  <a:pt x="55931" y="81394"/>
                  <a:pt x="57075" y="83460"/>
                  <a:pt x="57996" y="85650"/>
                </a:cubicBezTo>
                <a:cubicBezTo>
                  <a:pt x="56284" y="86108"/>
                  <a:pt x="54653" y="86346"/>
                  <a:pt x="53148" y="86346"/>
                </a:cubicBezTo>
                <a:cubicBezTo>
                  <a:pt x="51789" y="86346"/>
                  <a:pt x="50531" y="86151"/>
                  <a:pt x="49409" y="85750"/>
                </a:cubicBezTo>
                <a:cubicBezTo>
                  <a:pt x="49235" y="84879"/>
                  <a:pt x="48986" y="84032"/>
                  <a:pt x="48662" y="83211"/>
                </a:cubicBezTo>
                <a:cubicBezTo>
                  <a:pt x="50654" y="82116"/>
                  <a:pt x="52620" y="80871"/>
                  <a:pt x="54586" y="79527"/>
                </a:cubicBezTo>
                <a:close/>
                <a:moveTo>
                  <a:pt x="42440" y="86248"/>
                </a:moveTo>
                <a:lnTo>
                  <a:pt x="42440" y="86322"/>
                </a:lnTo>
                <a:cubicBezTo>
                  <a:pt x="42415" y="86322"/>
                  <a:pt x="42415" y="86347"/>
                  <a:pt x="42390" y="86347"/>
                </a:cubicBezTo>
                <a:lnTo>
                  <a:pt x="42390" y="86272"/>
                </a:lnTo>
                <a:cubicBezTo>
                  <a:pt x="42390" y="86272"/>
                  <a:pt x="42415" y="86248"/>
                  <a:pt x="42440" y="86248"/>
                </a:cubicBezTo>
                <a:close/>
                <a:moveTo>
                  <a:pt x="58071" y="85849"/>
                </a:moveTo>
                <a:cubicBezTo>
                  <a:pt x="58071" y="85874"/>
                  <a:pt x="58071" y="85874"/>
                  <a:pt x="58096" y="85899"/>
                </a:cubicBezTo>
                <a:cubicBezTo>
                  <a:pt x="56354" y="86372"/>
                  <a:pt x="54686" y="86621"/>
                  <a:pt x="53143" y="86621"/>
                </a:cubicBezTo>
                <a:cubicBezTo>
                  <a:pt x="51823" y="86621"/>
                  <a:pt x="50579" y="86422"/>
                  <a:pt x="49484" y="86048"/>
                </a:cubicBezTo>
                <a:cubicBezTo>
                  <a:pt x="49484" y="86030"/>
                  <a:pt x="49484" y="86012"/>
                  <a:pt x="49474" y="86003"/>
                </a:cubicBezTo>
                <a:lnTo>
                  <a:pt x="49474" y="86003"/>
                </a:lnTo>
                <a:cubicBezTo>
                  <a:pt x="50592" y="86363"/>
                  <a:pt x="51841" y="86542"/>
                  <a:pt x="53185" y="86542"/>
                </a:cubicBezTo>
                <a:cubicBezTo>
                  <a:pt x="54709" y="86542"/>
                  <a:pt x="56355" y="86311"/>
                  <a:pt x="58071" y="85849"/>
                </a:cubicBezTo>
                <a:close/>
                <a:moveTo>
                  <a:pt x="2664" y="79203"/>
                </a:moveTo>
                <a:cubicBezTo>
                  <a:pt x="2664" y="79253"/>
                  <a:pt x="2664" y="79278"/>
                  <a:pt x="2688" y="79278"/>
                </a:cubicBezTo>
                <a:cubicBezTo>
                  <a:pt x="2041" y="80722"/>
                  <a:pt x="1593" y="82190"/>
                  <a:pt x="1344" y="83734"/>
                </a:cubicBezTo>
                <a:lnTo>
                  <a:pt x="1344" y="83783"/>
                </a:lnTo>
                <a:cubicBezTo>
                  <a:pt x="1319" y="84082"/>
                  <a:pt x="1295" y="84356"/>
                  <a:pt x="1245" y="84605"/>
                </a:cubicBezTo>
                <a:lnTo>
                  <a:pt x="1245" y="84704"/>
                </a:lnTo>
                <a:cubicBezTo>
                  <a:pt x="1245" y="84854"/>
                  <a:pt x="1220" y="84978"/>
                  <a:pt x="1220" y="85127"/>
                </a:cubicBezTo>
                <a:cubicBezTo>
                  <a:pt x="1220" y="85227"/>
                  <a:pt x="1195" y="85327"/>
                  <a:pt x="1195" y="85401"/>
                </a:cubicBezTo>
                <a:lnTo>
                  <a:pt x="1195" y="85451"/>
                </a:lnTo>
                <a:cubicBezTo>
                  <a:pt x="1170" y="85874"/>
                  <a:pt x="1170" y="86322"/>
                  <a:pt x="1195" y="86745"/>
                </a:cubicBezTo>
                <a:cubicBezTo>
                  <a:pt x="1170" y="86646"/>
                  <a:pt x="1170" y="86571"/>
                  <a:pt x="1120" y="86472"/>
                </a:cubicBezTo>
                <a:cubicBezTo>
                  <a:pt x="1120" y="86123"/>
                  <a:pt x="1095" y="85775"/>
                  <a:pt x="1120" y="85451"/>
                </a:cubicBezTo>
                <a:cubicBezTo>
                  <a:pt x="1120" y="85327"/>
                  <a:pt x="1120" y="85227"/>
                  <a:pt x="1170" y="85103"/>
                </a:cubicBezTo>
                <a:cubicBezTo>
                  <a:pt x="1170" y="84953"/>
                  <a:pt x="1195" y="84779"/>
                  <a:pt x="1195" y="84605"/>
                </a:cubicBezTo>
                <a:cubicBezTo>
                  <a:pt x="1220" y="84331"/>
                  <a:pt x="1245" y="84032"/>
                  <a:pt x="1295" y="83783"/>
                </a:cubicBezTo>
                <a:lnTo>
                  <a:pt x="1295" y="83684"/>
                </a:lnTo>
                <a:cubicBezTo>
                  <a:pt x="1519" y="82165"/>
                  <a:pt x="1991" y="80647"/>
                  <a:pt x="2664" y="79203"/>
                </a:cubicBezTo>
                <a:close/>
                <a:moveTo>
                  <a:pt x="448" y="82091"/>
                </a:moveTo>
                <a:cubicBezTo>
                  <a:pt x="573" y="84406"/>
                  <a:pt x="846" y="85999"/>
                  <a:pt x="946" y="86521"/>
                </a:cubicBezTo>
                <a:lnTo>
                  <a:pt x="946" y="86745"/>
                </a:lnTo>
                <a:lnTo>
                  <a:pt x="946" y="86770"/>
                </a:lnTo>
                <a:cubicBezTo>
                  <a:pt x="896" y="86646"/>
                  <a:pt x="871" y="86496"/>
                  <a:pt x="846" y="86347"/>
                </a:cubicBezTo>
                <a:cubicBezTo>
                  <a:pt x="846" y="86248"/>
                  <a:pt x="822" y="86148"/>
                  <a:pt x="822" y="86073"/>
                </a:cubicBezTo>
                <a:cubicBezTo>
                  <a:pt x="797" y="85974"/>
                  <a:pt x="797" y="85849"/>
                  <a:pt x="747" y="85750"/>
                </a:cubicBezTo>
                <a:cubicBezTo>
                  <a:pt x="672" y="85127"/>
                  <a:pt x="573" y="84480"/>
                  <a:pt x="548" y="83833"/>
                </a:cubicBezTo>
                <a:lnTo>
                  <a:pt x="548" y="83634"/>
                </a:lnTo>
                <a:cubicBezTo>
                  <a:pt x="498" y="83111"/>
                  <a:pt x="473" y="82613"/>
                  <a:pt x="448" y="82091"/>
                </a:cubicBezTo>
                <a:close/>
                <a:moveTo>
                  <a:pt x="69571" y="80473"/>
                </a:moveTo>
                <a:cubicBezTo>
                  <a:pt x="69670" y="80597"/>
                  <a:pt x="69770" y="80747"/>
                  <a:pt x="69894" y="80871"/>
                </a:cubicBezTo>
                <a:cubicBezTo>
                  <a:pt x="67331" y="83012"/>
                  <a:pt x="64692" y="85103"/>
                  <a:pt x="61979" y="87069"/>
                </a:cubicBezTo>
                <a:cubicBezTo>
                  <a:pt x="61506" y="86496"/>
                  <a:pt x="61108" y="85874"/>
                  <a:pt x="60685" y="85252"/>
                </a:cubicBezTo>
                <a:cubicBezTo>
                  <a:pt x="63572" y="84157"/>
                  <a:pt x="66634" y="82539"/>
                  <a:pt x="69571" y="80473"/>
                </a:cubicBezTo>
                <a:close/>
                <a:moveTo>
                  <a:pt x="60486" y="85351"/>
                </a:moveTo>
                <a:lnTo>
                  <a:pt x="61805" y="87218"/>
                </a:lnTo>
                <a:lnTo>
                  <a:pt x="61780" y="87243"/>
                </a:lnTo>
                <a:lnTo>
                  <a:pt x="60461" y="85376"/>
                </a:lnTo>
                <a:cubicBezTo>
                  <a:pt x="60461" y="85351"/>
                  <a:pt x="60486" y="85351"/>
                  <a:pt x="60486" y="85351"/>
                </a:cubicBezTo>
                <a:close/>
                <a:moveTo>
                  <a:pt x="70019" y="81045"/>
                </a:moveTo>
                <a:cubicBezTo>
                  <a:pt x="70019" y="81070"/>
                  <a:pt x="70019" y="81070"/>
                  <a:pt x="70044" y="81120"/>
                </a:cubicBezTo>
                <a:cubicBezTo>
                  <a:pt x="67505" y="83261"/>
                  <a:pt x="64842" y="85351"/>
                  <a:pt x="62153" y="87293"/>
                </a:cubicBezTo>
                <a:cubicBezTo>
                  <a:pt x="62153" y="87268"/>
                  <a:pt x="62103" y="87268"/>
                  <a:pt x="62103" y="87243"/>
                </a:cubicBezTo>
                <a:cubicBezTo>
                  <a:pt x="64842" y="85277"/>
                  <a:pt x="67505" y="83236"/>
                  <a:pt x="70019" y="81045"/>
                </a:cubicBezTo>
                <a:close/>
                <a:moveTo>
                  <a:pt x="43485" y="78407"/>
                </a:moveTo>
                <a:lnTo>
                  <a:pt x="43485" y="78407"/>
                </a:lnTo>
                <a:cubicBezTo>
                  <a:pt x="42639" y="81145"/>
                  <a:pt x="42166" y="83758"/>
                  <a:pt x="42191" y="86148"/>
                </a:cubicBezTo>
                <a:cubicBezTo>
                  <a:pt x="40050" y="87144"/>
                  <a:pt x="37934" y="88015"/>
                  <a:pt x="35843" y="88737"/>
                </a:cubicBezTo>
                <a:cubicBezTo>
                  <a:pt x="35918" y="88438"/>
                  <a:pt x="35943" y="88089"/>
                  <a:pt x="36018" y="87766"/>
                </a:cubicBezTo>
                <a:cubicBezTo>
                  <a:pt x="36042" y="87617"/>
                  <a:pt x="36067" y="87467"/>
                  <a:pt x="36092" y="87268"/>
                </a:cubicBezTo>
                <a:lnTo>
                  <a:pt x="36092" y="87243"/>
                </a:lnTo>
                <a:cubicBezTo>
                  <a:pt x="36167" y="86895"/>
                  <a:pt x="36267" y="86521"/>
                  <a:pt x="36341" y="86148"/>
                </a:cubicBezTo>
                <a:cubicBezTo>
                  <a:pt x="36391" y="86024"/>
                  <a:pt x="36416" y="85874"/>
                  <a:pt x="36441" y="85750"/>
                </a:cubicBezTo>
                <a:cubicBezTo>
                  <a:pt x="36515" y="85526"/>
                  <a:pt x="36565" y="85302"/>
                  <a:pt x="36640" y="85053"/>
                </a:cubicBezTo>
                <a:cubicBezTo>
                  <a:pt x="36690" y="84879"/>
                  <a:pt x="36715" y="84679"/>
                  <a:pt x="36789" y="84505"/>
                </a:cubicBezTo>
                <a:cubicBezTo>
                  <a:pt x="36814" y="84381"/>
                  <a:pt x="36839" y="84281"/>
                  <a:pt x="36889" y="84157"/>
                </a:cubicBezTo>
                <a:cubicBezTo>
                  <a:pt x="37013" y="83734"/>
                  <a:pt x="37138" y="83286"/>
                  <a:pt x="37287" y="82862"/>
                </a:cubicBezTo>
                <a:lnTo>
                  <a:pt x="37287" y="82813"/>
                </a:lnTo>
                <a:cubicBezTo>
                  <a:pt x="37312" y="82763"/>
                  <a:pt x="37312" y="82688"/>
                  <a:pt x="37337" y="82613"/>
                </a:cubicBezTo>
                <a:lnTo>
                  <a:pt x="37337" y="82564"/>
                </a:lnTo>
                <a:cubicBezTo>
                  <a:pt x="37436" y="82290"/>
                  <a:pt x="37561" y="82016"/>
                  <a:pt x="37660" y="81692"/>
                </a:cubicBezTo>
                <a:cubicBezTo>
                  <a:pt x="40125" y="80996"/>
                  <a:pt x="42116" y="79875"/>
                  <a:pt x="43485" y="78407"/>
                </a:cubicBezTo>
                <a:close/>
                <a:moveTo>
                  <a:pt x="60262" y="85451"/>
                </a:moveTo>
                <a:cubicBezTo>
                  <a:pt x="60710" y="86098"/>
                  <a:pt x="61158" y="86720"/>
                  <a:pt x="61606" y="87368"/>
                </a:cubicBezTo>
                <a:cubicBezTo>
                  <a:pt x="60934" y="87841"/>
                  <a:pt x="60237" y="88313"/>
                  <a:pt x="59589" y="88762"/>
                </a:cubicBezTo>
                <a:cubicBezTo>
                  <a:pt x="59291" y="87816"/>
                  <a:pt x="58967" y="86870"/>
                  <a:pt x="58594" y="85974"/>
                </a:cubicBezTo>
                <a:cubicBezTo>
                  <a:pt x="59166" y="85824"/>
                  <a:pt x="59714" y="85625"/>
                  <a:pt x="60262" y="85451"/>
                </a:cubicBezTo>
                <a:close/>
                <a:moveTo>
                  <a:pt x="37461" y="81792"/>
                </a:moveTo>
                <a:cubicBezTo>
                  <a:pt x="36963" y="83236"/>
                  <a:pt x="36565" y="84605"/>
                  <a:pt x="36217" y="85974"/>
                </a:cubicBezTo>
                <a:lnTo>
                  <a:pt x="36217" y="85999"/>
                </a:lnTo>
                <a:cubicBezTo>
                  <a:pt x="36092" y="86496"/>
                  <a:pt x="36018" y="86969"/>
                  <a:pt x="35918" y="87467"/>
                </a:cubicBezTo>
                <a:cubicBezTo>
                  <a:pt x="35918" y="87517"/>
                  <a:pt x="35893" y="87592"/>
                  <a:pt x="35893" y="87641"/>
                </a:cubicBezTo>
                <a:cubicBezTo>
                  <a:pt x="35818" y="88015"/>
                  <a:pt x="35769" y="88438"/>
                  <a:pt x="35694" y="88811"/>
                </a:cubicBezTo>
                <a:cubicBezTo>
                  <a:pt x="35644" y="88836"/>
                  <a:pt x="35644" y="88836"/>
                  <a:pt x="35594" y="88836"/>
                </a:cubicBezTo>
                <a:cubicBezTo>
                  <a:pt x="35769" y="87741"/>
                  <a:pt x="35968" y="86621"/>
                  <a:pt x="36291" y="85476"/>
                </a:cubicBezTo>
                <a:cubicBezTo>
                  <a:pt x="36316" y="85376"/>
                  <a:pt x="36341" y="85277"/>
                  <a:pt x="36391" y="85152"/>
                </a:cubicBezTo>
                <a:cubicBezTo>
                  <a:pt x="36690" y="84032"/>
                  <a:pt x="37038" y="82912"/>
                  <a:pt x="37436" y="81792"/>
                </a:cubicBezTo>
                <a:close/>
                <a:moveTo>
                  <a:pt x="58395" y="85999"/>
                </a:moveTo>
                <a:cubicBezTo>
                  <a:pt x="58768" y="86944"/>
                  <a:pt x="59117" y="87865"/>
                  <a:pt x="59390" y="88836"/>
                </a:cubicBezTo>
                <a:cubicBezTo>
                  <a:pt x="59365" y="88836"/>
                  <a:pt x="59365" y="88861"/>
                  <a:pt x="59341" y="88861"/>
                </a:cubicBezTo>
                <a:cubicBezTo>
                  <a:pt x="59067" y="87915"/>
                  <a:pt x="58718" y="86969"/>
                  <a:pt x="58345" y="86024"/>
                </a:cubicBezTo>
                <a:cubicBezTo>
                  <a:pt x="58370" y="86024"/>
                  <a:pt x="58370" y="86024"/>
                  <a:pt x="58395" y="85999"/>
                </a:cubicBezTo>
                <a:close/>
                <a:moveTo>
                  <a:pt x="42191" y="86372"/>
                </a:moveTo>
                <a:lnTo>
                  <a:pt x="42191" y="86422"/>
                </a:lnTo>
                <a:cubicBezTo>
                  <a:pt x="40050" y="87417"/>
                  <a:pt x="37909" y="88289"/>
                  <a:pt x="35818" y="89010"/>
                </a:cubicBezTo>
                <a:lnTo>
                  <a:pt x="35818" y="88961"/>
                </a:lnTo>
                <a:cubicBezTo>
                  <a:pt x="37909" y="88239"/>
                  <a:pt x="40050" y="87368"/>
                  <a:pt x="42191" y="86372"/>
                </a:cubicBezTo>
                <a:close/>
                <a:moveTo>
                  <a:pt x="61705" y="87492"/>
                </a:moveTo>
                <a:cubicBezTo>
                  <a:pt x="61705" y="87517"/>
                  <a:pt x="61730" y="87517"/>
                  <a:pt x="61730" y="87567"/>
                </a:cubicBezTo>
                <a:cubicBezTo>
                  <a:pt x="61058" y="88065"/>
                  <a:pt x="60336" y="88513"/>
                  <a:pt x="59664" y="89010"/>
                </a:cubicBezTo>
                <a:cubicBezTo>
                  <a:pt x="59664" y="88986"/>
                  <a:pt x="59664" y="88986"/>
                  <a:pt x="59614" y="88961"/>
                </a:cubicBezTo>
                <a:cubicBezTo>
                  <a:pt x="60336" y="88463"/>
                  <a:pt x="61033" y="87990"/>
                  <a:pt x="61705" y="87492"/>
                </a:cubicBezTo>
                <a:close/>
                <a:moveTo>
                  <a:pt x="80598" y="71263"/>
                </a:moveTo>
                <a:cubicBezTo>
                  <a:pt x="83211" y="73304"/>
                  <a:pt x="85875" y="75246"/>
                  <a:pt x="88364" y="76814"/>
                </a:cubicBezTo>
                <a:cubicBezTo>
                  <a:pt x="84804" y="81269"/>
                  <a:pt x="80448" y="85476"/>
                  <a:pt x="75520" y="89010"/>
                </a:cubicBezTo>
                <a:cubicBezTo>
                  <a:pt x="74101" y="86447"/>
                  <a:pt x="72384" y="83659"/>
                  <a:pt x="70492" y="80971"/>
                </a:cubicBezTo>
                <a:cubicBezTo>
                  <a:pt x="74051" y="77884"/>
                  <a:pt x="77436" y="74648"/>
                  <a:pt x="80598" y="71263"/>
                </a:cubicBezTo>
                <a:close/>
                <a:moveTo>
                  <a:pt x="88948" y="88600"/>
                </a:moveTo>
                <a:lnTo>
                  <a:pt x="88948" y="88600"/>
                </a:lnTo>
                <a:cubicBezTo>
                  <a:pt x="88796" y="88744"/>
                  <a:pt x="88644" y="88888"/>
                  <a:pt x="88488" y="89035"/>
                </a:cubicBezTo>
                <a:lnTo>
                  <a:pt x="88470" y="89071"/>
                </a:lnTo>
                <a:lnTo>
                  <a:pt x="88470" y="89071"/>
                </a:lnTo>
                <a:lnTo>
                  <a:pt x="88563" y="88986"/>
                </a:lnTo>
                <a:lnTo>
                  <a:pt x="88948" y="88600"/>
                </a:lnTo>
                <a:close/>
                <a:moveTo>
                  <a:pt x="35594" y="89010"/>
                </a:moveTo>
                <a:lnTo>
                  <a:pt x="35594" y="89085"/>
                </a:lnTo>
                <a:lnTo>
                  <a:pt x="35545" y="89085"/>
                </a:lnTo>
                <a:lnTo>
                  <a:pt x="35545" y="89060"/>
                </a:lnTo>
                <a:cubicBezTo>
                  <a:pt x="35570" y="89060"/>
                  <a:pt x="35594" y="89010"/>
                  <a:pt x="35594" y="89010"/>
                </a:cubicBezTo>
                <a:close/>
                <a:moveTo>
                  <a:pt x="43983" y="85775"/>
                </a:moveTo>
                <a:lnTo>
                  <a:pt x="43983" y="85775"/>
                </a:lnTo>
                <a:cubicBezTo>
                  <a:pt x="43734" y="86895"/>
                  <a:pt x="43410" y="87990"/>
                  <a:pt x="42937" y="89085"/>
                </a:cubicBezTo>
                <a:cubicBezTo>
                  <a:pt x="42738" y="88239"/>
                  <a:pt x="42639" y="87343"/>
                  <a:pt x="42639" y="86447"/>
                </a:cubicBezTo>
                <a:cubicBezTo>
                  <a:pt x="43062" y="86223"/>
                  <a:pt x="43535" y="85999"/>
                  <a:pt x="43983" y="85775"/>
                </a:cubicBezTo>
                <a:close/>
                <a:moveTo>
                  <a:pt x="59490" y="89060"/>
                </a:moveTo>
                <a:cubicBezTo>
                  <a:pt x="59490" y="89085"/>
                  <a:pt x="59490" y="89085"/>
                  <a:pt x="59540" y="89110"/>
                </a:cubicBezTo>
                <a:cubicBezTo>
                  <a:pt x="59490" y="89110"/>
                  <a:pt x="59490" y="89135"/>
                  <a:pt x="59465" y="89135"/>
                </a:cubicBezTo>
                <a:cubicBezTo>
                  <a:pt x="59440" y="89110"/>
                  <a:pt x="59440" y="89085"/>
                  <a:pt x="59440" y="89085"/>
                </a:cubicBezTo>
                <a:cubicBezTo>
                  <a:pt x="59465" y="89085"/>
                  <a:pt x="59465" y="89060"/>
                  <a:pt x="59490" y="89060"/>
                </a:cubicBezTo>
                <a:close/>
                <a:moveTo>
                  <a:pt x="70318" y="81120"/>
                </a:moveTo>
                <a:cubicBezTo>
                  <a:pt x="72234" y="83833"/>
                  <a:pt x="73927" y="86571"/>
                  <a:pt x="75370" y="89160"/>
                </a:cubicBezTo>
                <a:lnTo>
                  <a:pt x="75346" y="89210"/>
                </a:lnTo>
                <a:cubicBezTo>
                  <a:pt x="73902" y="86596"/>
                  <a:pt x="72184" y="83833"/>
                  <a:pt x="70293" y="81145"/>
                </a:cubicBezTo>
                <a:lnTo>
                  <a:pt x="70318" y="81120"/>
                </a:lnTo>
                <a:close/>
                <a:moveTo>
                  <a:pt x="88538" y="76938"/>
                </a:moveTo>
                <a:cubicBezTo>
                  <a:pt x="88563" y="76938"/>
                  <a:pt x="88563" y="76988"/>
                  <a:pt x="88588" y="76988"/>
                </a:cubicBezTo>
                <a:cubicBezTo>
                  <a:pt x="84978" y="81468"/>
                  <a:pt x="80598" y="85700"/>
                  <a:pt x="75644" y="89234"/>
                </a:cubicBezTo>
                <a:cubicBezTo>
                  <a:pt x="75619" y="89234"/>
                  <a:pt x="75619" y="89234"/>
                  <a:pt x="75619" y="89210"/>
                </a:cubicBezTo>
                <a:cubicBezTo>
                  <a:pt x="80573" y="85650"/>
                  <a:pt x="84954" y="81419"/>
                  <a:pt x="88538" y="76938"/>
                </a:cubicBezTo>
                <a:close/>
                <a:moveTo>
                  <a:pt x="42440" y="86496"/>
                </a:moveTo>
                <a:cubicBezTo>
                  <a:pt x="42489" y="87492"/>
                  <a:pt x="42614" y="88413"/>
                  <a:pt x="42788" y="89334"/>
                </a:cubicBezTo>
                <a:cubicBezTo>
                  <a:pt x="42788" y="89359"/>
                  <a:pt x="42763" y="89384"/>
                  <a:pt x="42763" y="89434"/>
                </a:cubicBezTo>
                <a:cubicBezTo>
                  <a:pt x="42514" y="88513"/>
                  <a:pt x="42390" y="87567"/>
                  <a:pt x="42390" y="86521"/>
                </a:cubicBezTo>
                <a:cubicBezTo>
                  <a:pt x="42415" y="86521"/>
                  <a:pt x="42415" y="86496"/>
                  <a:pt x="42440" y="86496"/>
                </a:cubicBezTo>
                <a:close/>
                <a:moveTo>
                  <a:pt x="44173" y="85695"/>
                </a:moveTo>
                <a:lnTo>
                  <a:pt x="44173" y="85695"/>
                </a:lnTo>
                <a:cubicBezTo>
                  <a:pt x="43924" y="86974"/>
                  <a:pt x="43528" y="88228"/>
                  <a:pt x="42987" y="89458"/>
                </a:cubicBezTo>
                <a:lnTo>
                  <a:pt x="42987" y="89434"/>
                </a:lnTo>
                <a:cubicBezTo>
                  <a:pt x="43528" y="88228"/>
                  <a:pt x="43924" y="86974"/>
                  <a:pt x="44173" y="85695"/>
                </a:cubicBezTo>
                <a:close/>
                <a:moveTo>
                  <a:pt x="37187" y="81867"/>
                </a:moveTo>
                <a:lnTo>
                  <a:pt x="37187" y="81867"/>
                </a:lnTo>
                <a:cubicBezTo>
                  <a:pt x="36316" y="84306"/>
                  <a:pt x="35719" y="86671"/>
                  <a:pt x="35395" y="88911"/>
                </a:cubicBezTo>
                <a:cubicBezTo>
                  <a:pt x="34400" y="89259"/>
                  <a:pt x="33404" y="89558"/>
                  <a:pt x="32433" y="89832"/>
                </a:cubicBezTo>
                <a:cubicBezTo>
                  <a:pt x="32284" y="87268"/>
                  <a:pt x="32458" y="84779"/>
                  <a:pt x="32981" y="82489"/>
                </a:cubicBezTo>
                <a:cubicBezTo>
                  <a:pt x="34474" y="82389"/>
                  <a:pt x="35893" y="82215"/>
                  <a:pt x="37187" y="81867"/>
                </a:cubicBezTo>
                <a:close/>
                <a:moveTo>
                  <a:pt x="93631" y="88605"/>
                </a:moveTo>
                <a:lnTo>
                  <a:pt x="93631" y="88605"/>
                </a:lnTo>
                <a:cubicBezTo>
                  <a:pt x="93444" y="88800"/>
                  <a:pt x="93259" y="88988"/>
                  <a:pt x="93093" y="89185"/>
                </a:cubicBezTo>
                <a:cubicBezTo>
                  <a:pt x="92862" y="89418"/>
                  <a:pt x="92629" y="89652"/>
                  <a:pt x="92395" y="89884"/>
                </a:cubicBezTo>
                <a:lnTo>
                  <a:pt x="92395" y="89884"/>
                </a:lnTo>
                <a:cubicBezTo>
                  <a:pt x="92440" y="89839"/>
                  <a:pt x="92482" y="89796"/>
                  <a:pt x="92520" y="89757"/>
                </a:cubicBezTo>
                <a:cubicBezTo>
                  <a:pt x="92794" y="89458"/>
                  <a:pt x="93143" y="89135"/>
                  <a:pt x="93441" y="88786"/>
                </a:cubicBezTo>
                <a:lnTo>
                  <a:pt x="93631" y="88605"/>
                </a:lnTo>
                <a:close/>
                <a:moveTo>
                  <a:pt x="32807" y="82489"/>
                </a:moveTo>
                <a:cubicBezTo>
                  <a:pt x="32284" y="84804"/>
                  <a:pt x="32110" y="87293"/>
                  <a:pt x="32284" y="89882"/>
                </a:cubicBezTo>
                <a:cubicBezTo>
                  <a:pt x="32234" y="89882"/>
                  <a:pt x="32234" y="89882"/>
                  <a:pt x="32209" y="89931"/>
                </a:cubicBezTo>
                <a:cubicBezTo>
                  <a:pt x="32035" y="87343"/>
                  <a:pt x="32209" y="84804"/>
                  <a:pt x="32732" y="82489"/>
                </a:cubicBezTo>
                <a:close/>
                <a:moveTo>
                  <a:pt x="35346" y="89110"/>
                </a:moveTo>
                <a:lnTo>
                  <a:pt x="35346" y="89160"/>
                </a:lnTo>
                <a:cubicBezTo>
                  <a:pt x="34400" y="89508"/>
                  <a:pt x="33429" y="89782"/>
                  <a:pt x="32458" y="90081"/>
                </a:cubicBezTo>
                <a:lnTo>
                  <a:pt x="32458" y="90031"/>
                </a:lnTo>
                <a:cubicBezTo>
                  <a:pt x="33404" y="89757"/>
                  <a:pt x="34350" y="89458"/>
                  <a:pt x="35346" y="89110"/>
                </a:cubicBezTo>
                <a:close/>
                <a:moveTo>
                  <a:pt x="88737" y="77063"/>
                </a:moveTo>
                <a:cubicBezTo>
                  <a:pt x="88936" y="77187"/>
                  <a:pt x="89110" y="77312"/>
                  <a:pt x="89309" y="77411"/>
                </a:cubicBezTo>
                <a:cubicBezTo>
                  <a:pt x="89285" y="77436"/>
                  <a:pt x="89235" y="77511"/>
                  <a:pt x="89185" y="77536"/>
                </a:cubicBezTo>
                <a:cubicBezTo>
                  <a:pt x="89061" y="77685"/>
                  <a:pt x="88936" y="77809"/>
                  <a:pt x="88787" y="77959"/>
                </a:cubicBezTo>
                <a:cubicBezTo>
                  <a:pt x="88189" y="78631"/>
                  <a:pt x="87567" y="79278"/>
                  <a:pt x="86970" y="79900"/>
                </a:cubicBezTo>
                <a:cubicBezTo>
                  <a:pt x="86721" y="80149"/>
                  <a:pt x="86497" y="80398"/>
                  <a:pt x="86248" y="80647"/>
                </a:cubicBezTo>
                <a:cubicBezTo>
                  <a:pt x="85800" y="81145"/>
                  <a:pt x="85302" y="81618"/>
                  <a:pt x="84829" y="82116"/>
                </a:cubicBezTo>
                <a:cubicBezTo>
                  <a:pt x="84481" y="82439"/>
                  <a:pt x="84107" y="82788"/>
                  <a:pt x="83759" y="83136"/>
                </a:cubicBezTo>
                <a:cubicBezTo>
                  <a:pt x="83336" y="83534"/>
                  <a:pt x="82937" y="83933"/>
                  <a:pt x="82489" y="84381"/>
                </a:cubicBezTo>
                <a:cubicBezTo>
                  <a:pt x="82191" y="84655"/>
                  <a:pt x="81867" y="84978"/>
                  <a:pt x="81568" y="85252"/>
                </a:cubicBezTo>
                <a:cubicBezTo>
                  <a:pt x="80971" y="85775"/>
                  <a:pt x="80398" y="86297"/>
                  <a:pt x="79826" y="86845"/>
                </a:cubicBezTo>
                <a:cubicBezTo>
                  <a:pt x="79502" y="87119"/>
                  <a:pt x="79204" y="87368"/>
                  <a:pt x="78905" y="87641"/>
                </a:cubicBezTo>
                <a:lnTo>
                  <a:pt x="77511" y="88861"/>
                </a:lnTo>
                <a:cubicBezTo>
                  <a:pt x="77212" y="89135"/>
                  <a:pt x="76864" y="89434"/>
                  <a:pt x="76515" y="89707"/>
                </a:cubicBezTo>
                <a:lnTo>
                  <a:pt x="76043" y="90081"/>
                </a:lnTo>
                <a:cubicBezTo>
                  <a:pt x="75968" y="89857"/>
                  <a:pt x="75819" y="89633"/>
                  <a:pt x="75744" y="89434"/>
                </a:cubicBezTo>
                <a:cubicBezTo>
                  <a:pt x="80722" y="85849"/>
                  <a:pt x="85128" y="81593"/>
                  <a:pt x="88737" y="77063"/>
                </a:cubicBezTo>
                <a:close/>
                <a:moveTo>
                  <a:pt x="32284" y="90081"/>
                </a:moveTo>
                <a:lnTo>
                  <a:pt x="32284" y="90106"/>
                </a:lnTo>
                <a:cubicBezTo>
                  <a:pt x="32234" y="90106"/>
                  <a:pt x="32234" y="90106"/>
                  <a:pt x="32209" y="90131"/>
                </a:cubicBezTo>
                <a:lnTo>
                  <a:pt x="32209" y="90081"/>
                </a:lnTo>
                <a:close/>
                <a:moveTo>
                  <a:pt x="8040" y="73055"/>
                </a:moveTo>
                <a:cubicBezTo>
                  <a:pt x="9384" y="74424"/>
                  <a:pt x="10927" y="75669"/>
                  <a:pt x="12645" y="76789"/>
                </a:cubicBezTo>
                <a:lnTo>
                  <a:pt x="12670" y="76814"/>
                </a:lnTo>
                <a:cubicBezTo>
                  <a:pt x="12695" y="76864"/>
                  <a:pt x="12744" y="76913"/>
                  <a:pt x="12769" y="76938"/>
                </a:cubicBezTo>
                <a:lnTo>
                  <a:pt x="12894" y="77063"/>
                </a:lnTo>
                <a:cubicBezTo>
                  <a:pt x="12944" y="77162"/>
                  <a:pt x="13043" y="77237"/>
                  <a:pt x="13118" y="77312"/>
                </a:cubicBezTo>
                <a:cubicBezTo>
                  <a:pt x="13242" y="77411"/>
                  <a:pt x="13317" y="77536"/>
                  <a:pt x="13441" y="77635"/>
                </a:cubicBezTo>
                <a:cubicBezTo>
                  <a:pt x="13616" y="77785"/>
                  <a:pt x="13790" y="77934"/>
                  <a:pt x="13989" y="78108"/>
                </a:cubicBezTo>
                <a:cubicBezTo>
                  <a:pt x="14113" y="78183"/>
                  <a:pt x="14238" y="78282"/>
                  <a:pt x="14313" y="78382"/>
                </a:cubicBezTo>
                <a:cubicBezTo>
                  <a:pt x="14512" y="78531"/>
                  <a:pt x="14686" y="78656"/>
                  <a:pt x="14910" y="78805"/>
                </a:cubicBezTo>
                <a:cubicBezTo>
                  <a:pt x="15034" y="78905"/>
                  <a:pt x="15159" y="78954"/>
                  <a:pt x="15283" y="79029"/>
                </a:cubicBezTo>
                <a:cubicBezTo>
                  <a:pt x="15507" y="79154"/>
                  <a:pt x="15682" y="79303"/>
                  <a:pt x="15906" y="79427"/>
                </a:cubicBezTo>
                <a:lnTo>
                  <a:pt x="16279" y="79627"/>
                </a:lnTo>
                <a:lnTo>
                  <a:pt x="16304" y="79627"/>
                </a:lnTo>
                <a:cubicBezTo>
                  <a:pt x="15632" y="81618"/>
                  <a:pt x="15034" y="83559"/>
                  <a:pt x="14561" y="85501"/>
                </a:cubicBezTo>
                <a:cubicBezTo>
                  <a:pt x="13889" y="87019"/>
                  <a:pt x="13367" y="88587"/>
                  <a:pt x="12944" y="90155"/>
                </a:cubicBezTo>
                <a:cubicBezTo>
                  <a:pt x="9658" y="88861"/>
                  <a:pt x="7044" y="86770"/>
                  <a:pt x="5227" y="83958"/>
                </a:cubicBezTo>
                <a:lnTo>
                  <a:pt x="5227" y="83858"/>
                </a:lnTo>
                <a:lnTo>
                  <a:pt x="5227" y="83833"/>
                </a:lnTo>
                <a:cubicBezTo>
                  <a:pt x="5327" y="83111"/>
                  <a:pt x="5451" y="82389"/>
                  <a:pt x="5601" y="81668"/>
                </a:cubicBezTo>
                <a:cubicBezTo>
                  <a:pt x="5650" y="81593"/>
                  <a:pt x="5650" y="81493"/>
                  <a:pt x="5675" y="81419"/>
                </a:cubicBezTo>
                <a:cubicBezTo>
                  <a:pt x="6198" y="78730"/>
                  <a:pt x="7019" y="75918"/>
                  <a:pt x="8040" y="73055"/>
                </a:cubicBezTo>
                <a:close/>
                <a:moveTo>
                  <a:pt x="14362" y="86397"/>
                </a:moveTo>
                <a:cubicBezTo>
                  <a:pt x="14313" y="86521"/>
                  <a:pt x="14288" y="86646"/>
                  <a:pt x="14288" y="86745"/>
                </a:cubicBezTo>
                <a:cubicBezTo>
                  <a:pt x="13865" y="87865"/>
                  <a:pt x="13491" y="89010"/>
                  <a:pt x="13192" y="90205"/>
                </a:cubicBezTo>
                <a:cubicBezTo>
                  <a:pt x="13168" y="90205"/>
                  <a:pt x="13143" y="90180"/>
                  <a:pt x="13143" y="90180"/>
                </a:cubicBezTo>
                <a:cubicBezTo>
                  <a:pt x="13441" y="88886"/>
                  <a:pt x="13865" y="87617"/>
                  <a:pt x="14362" y="86397"/>
                </a:cubicBezTo>
                <a:close/>
                <a:moveTo>
                  <a:pt x="75570" y="89533"/>
                </a:moveTo>
                <a:cubicBezTo>
                  <a:pt x="75694" y="89757"/>
                  <a:pt x="75794" y="89981"/>
                  <a:pt x="75918" y="90205"/>
                </a:cubicBezTo>
                <a:lnTo>
                  <a:pt x="75893" y="90230"/>
                </a:lnTo>
                <a:lnTo>
                  <a:pt x="75520" y="89583"/>
                </a:lnTo>
                <a:lnTo>
                  <a:pt x="75570" y="89533"/>
                </a:lnTo>
                <a:close/>
                <a:moveTo>
                  <a:pt x="89459" y="77511"/>
                </a:moveTo>
                <a:cubicBezTo>
                  <a:pt x="89484" y="77511"/>
                  <a:pt x="89484" y="77536"/>
                  <a:pt x="89509" y="77536"/>
                </a:cubicBezTo>
                <a:cubicBezTo>
                  <a:pt x="89110" y="77984"/>
                  <a:pt x="88737" y="78407"/>
                  <a:pt x="88339" y="78805"/>
                </a:cubicBezTo>
                <a:cubicBezTo>
                  <a:pt x="87990" y="79178"/>
                  <a:pt x="87642" y="79552"/>
                  <a:pt x="87318" y="79900"/>
                </a:cubicBezTo>
                <a:cubicBezTo>
                  <a:pt x="86945" y="80299"/>
                  <a:pt x="86522" y="80722"/>
                  <a:pt x="86148" y="81120"/>
                </a:cubicBezTo>
                <a:cubicBezTo>
                  <a:pt x="85949" y="81344"/>
                  <a:pt x="85750" y="81543"/>
                  <a:pt x="85526" y="81742"/>
                </a:cubicBezTo>
                <a:cubicBezTo>
                  <a:pt x="84879" y="82414"/>
                  <a:pt x="84207" y="83086"/>
                  <a:pt x="83510" y="83734"/>
                </a:cubicBezTo>
                <a:lnTo>
                  <a:pt x="82863" y="84381"/>
                </a:lnTo>
                <a:cubicBezTo>
                  <a:pt x="82340" y="84879"/>
                  <a:pt x="81792" y="85376"/>
                  <a:pt x="81245" y="85874"/>
                </a:cubicBezTo>
                <a:cubicBezTo>
                  <a:pt x="80847" y="86248"/>
                  <a:pt x="80473" y="86596"/>
                  <a:pt x="80050" y="86969"/>
                </a:cubicBezTo>
                <a:cubicBezTo>
                  <a:pt x="79677" y="87318"/>
                  <a:pt x="79303" y="87617"/>
                  <a:pt x="78930" y="87965"/>
                </a:cubicBezTo>
                <a:cubicBezTo>
                  <a:pt x="78532" y="88338"/>
                  <a:pt x="78108" y="88712"/>
                  <a:pt x="77660" y="89060"/>
                </a:cubicBezTo>
                <a:lnTo>
                  <a:pt x="76441" y="90081"/>
                </a:lnTo>
                <a:cubicBezTo>
                  <a:pt x="76366" y="90131"/>
                  <a:pt x="76291" y="90205"/>
                  <a:pt x="76192" y="90255"/>
                </a:cubicBezTo>
                <a:cubicBezTo>
                  <a:pt x="76192" y="90230"/>
                  <a:pt x="76167" y="90230"/>
                  <a:pt x="76167" y="90205"/>
                </a:cubicBezTo>
                <a:cubicBezTo>
                  <a:pt x="76341" y="90106"/>
                  <a:pt x="76491" y="89981"/>
                  <a:pt x="76640" y="89857"/>
                </a:cubicBezTo>
                <a:cubicBezTo>
                  <a:pt x="76914" y="89608"/>
                  <a:pt x="77212" y="89384"/>
                  <a:pt x="77511" y="89135"/>
                </a:cubicBezTo>
                <a:cubicBezTo>
                  <a:pt x="78034" y="88712"/>
                  <a:pt x="78581" y="88239"/>
                  <a:pt x="79079" y="87766"/>
                </a:cubicBezTo>
                <a:lnTo>
                  <a:pt x="79901" y="87019"/>
                </a:lnTo>
                <a:cubicBezTo>
                  <a:pt x="80523" y="86472"/>
                  <a:pt x="81145" y="85899"/>
                  <a:pt x="81743" y="85351"/>
                </a:cubicBezTo>
                <a:cubicBezTo>
                  <a:pt x="81991" y="85103"/>
                  <a:pt x="82265" y="84854"/>
                  <a:pt x="82514" y="84605"/>
                </a:cubicBezTo>
                <a:cubicBezTo>
                  <a:pt x="83062" y="84107"/>
                  <a:pt x="83560" y="83609"/>
                  <a:pt x="84082" y="83111"/>
                </a:cubicBezTo>
                <a:lnTo>
                  <a:pt x="84655" y="82514"/>
                </a:lnTo>
                <a:cubicBezTo>
                  <a:pt x="85277" y="81892"/>
                  <a:pt x="85899" y="81269"/>
                  <a:pt x="86497" y="80647"/>
                </a:cubicBezTo>
                <a:lnTo>
                  <a:pt x="86995" y="80149"/>
                </a:lnTo>
                <a:cubicBezTo>
                  <a:pt x="87692" y="79427"/>
                  <a:pt x="88364" y="78730"/>
                  <a:pt x="89011" y="78009"/>
                </a:cubicBezTo>
                <a:cubicBezTo>
                  <a:pt x="89061" y="77984"/>
                  <a:pt x="89085" y="77934"/>
                  <a:pt x="89085" y="77909"/>
                </a:cubicBezTo>
                <a:cubicBezTo>
                  <a:pt x="89210" y="77785"/>
                  <a:pt x="89334" y="77635"/>
                  <a:pt x="89459" y="77511"/>
                </a:cubicBezTo>
                <a:close/>
                <a:moveTo>
                  <a:pt x="5202" y="84256"/>
                </a:moveTo>
                <a:cubicBezTo>
                  <a:pt x="7044" y="86994"/>
                  <a:pt x="9633" y="89060"/>
                  <a:pt x="12919" y="90305"/>
                </a:cubicBezTo>
                <a:lnTo>
                  <a:pt x="12919" y="90355"/>
                </a:lnTo>
                <a:cubicBezTo>
                  <a:pt x="9658" y="89110"/>
                  <a:pt x="7044" y="87094"/>
                  <a:pt x="5202" y="84356"/>
                </a:cubicBezTo>
                <a:cubicBezTo>
                  <a:pt x="5178" y="84331"/>
                  <a:pt x="5202" y="84281"/>
                  <a:pt x="5202" y="84256"/>
                </a:cubicBezTo>
                <a:close/>
                <a:moveTo>
                  <a:pt x="14064" y="87890"/>
                </a:moveTo>
                <a:lnTo>
                  <a:pt x="14064" y="87890"/>
                </a:lnTo>
                <a:cubicBezTo>
                  <a:pt x="13914" y="88737"/>
                  <a:pt x="13790" y="89558"/>
                  <a:pt x="13690" y="90355"/>
                </a:cubicBezTo>
                <a:cubicBezTo>
                  <a:pt x="13616" y="90330"/>
                  <a:pt x="13491" y="90305"/>
                  <a:pt x="13392" y="90255"/>
                </a:cubicBezTo>
                <a:cubicBezTo>
                  <a:pt x="13566" y="89483"/>
                  <a:pt x="13790" y="88662"/>
                  <a:pt x="14064" y="87890"/>
                </a:cubicBezTo>
                <a:close/>
                <a:moveTo>
                  <a:pt x="13118" y="90355"/>
                </a:moveTo>
                <a:cubicBezTo>
                  <a:pt x="13143" y="90379"/>
                  <a:pt x="13168" y="90379"/>
                  <a:pt x="13168" y="90379"/>
                </a:cubicBezTo>
                <a:lnTo>
                  <a:pt x="13168" y="90454"/>
                </a:lnTo>
                <a:lnTo>
                  <a:pt x="13118" y="90454"/>
                </a:lnTo>
                <a:cubicBezTo>
                  <a:pt x="13068" y="90379"/>
                  <a:pt x="13068" y="90379"/>
                  <a:pt x="13118" y="90355"/>
                </a:cubicBezTo>
                <a:close/>
                <a:moveTo>
                  <a:pt x="14611" y="86496"/>
                </a:moveTo>
                <a:lnTo>
                  <a:pt x="14611" y="86496"/>
                </a:lnTo>
                <a:cubicBezTo>
                  <a:pt x="14313" y="87841"/>
                  <a:pt x="14113" y="89135"/>
                  <a:pt x="13939" y="90454"/>
                </a:cubicBezTo>
                <a:cubicBezTo>
                  <a:pt x="13914" y="90454"/>
                  <a:pt x="13889" y="90404"/>
                  <a:pt x="13865" y="90404"/>
                </a:cubicBezTo>
                <a:cubicBezTo>
                  <a:pt x="14014" y="89234"/>
                  <a:pt x="14188" y="88040"/>
                  <a:pt x="14437" y="86845"/>
                </a:cubicBezTo>
                <a:cubicBezTo>
                  <a:pt x="14487" y="86720"/>
                  <a:pt x="14537" y="86621"/>
                  <a:pt x="14611" y="86496"/>
                </a:cubicBezTo>
                <a:close/>
                <a:moveTo>
                  <a:pt x="75993" y="90379"/>
                </a:moveTo>
                <a:cubicBezTo>
                  <a:pt x="75993" y="90404"/>
                  <a:pt x="76018" y="90404"/>
                  <a:pt x="76018" y="90454"/>
                </a:cubicBezTo>
                <a:lnTo>
                  <a:pt x="75993" y="90479"/>
                </a:lnTo>
                <a:cubicBezTo>
                  <a:pt x="75993" y="90454"/>
                  <a:pt x="75993" y="90404"/>
                  <a:pt x="75968" y="90404"/>
                </a:cubicBezTo>
                <a:lnTo>
                  <a:pt x="75993" y="90379"/>
                </a:lnTo>
                <a:close/>
                <a:moveTo>
                  <a:pt x="13317" y="90454"/>
                </a:moveTo>
                <a:cubicBezTo>
                  <a:pt x="13441" y="90479"/>
                  <a:pt x="13541" y="90504"/>
                  <a:pt x="13665" y="90579"/>
                </a:cubicBezTo>
                <a:lnTo>
                  <a:pt x="13665" y="90628"/>
                </a:lnTo>
                <a:cubicBezTo>
                  <a:pt x="13541" y="90603"/>
                  <a:pt x="13441" y="90579"/>
                  <a:pt x="13317" y="90529"/>
                </a:cubicBezTo>
                <a:lnTo>
                  <a:pt x="13317" y="90454"/>
                </a:lnTo>
                <a:close/>
                <a:moveTo>
                  <a:pt x="88470" y="89071"/>
                </a:moveTo>
                <a:lnTo>
                  <a:pt x="88239" y="89284"/>
                </a:lnTo>
                <a:lnTo>
                  <a:pt x="87044" y="90404"/>
                </a:lnTo>
                <a:cubicBezTo>
                  <a:pt x="86970" y="90479"/>
                  <a:pt x="86895" y="90563"/>
                  <a:pt x="86820" y="90634"/>
                </a:cubicBezTo>
                <a:lnTo>
                  <a:pt x="86820" y="90634"/>
                </a:lnTo>
                <a:cubicBezTo>
                  <a:pt x="86870" y="90588"/>
                  <a:pt x="86920" y="90544"/>
                  <a:pt x="86970" y="90504"/>
                </a:cubicBezTo>
                <a:cubicBezTo>
                  <a:pt x="87368" y="90131"/>
                  <a:pt x="87791" y="89757"/>
                  <a:pt x="88189" y="89359"/>
                </a:cubicBezTo>
                <a:lnTo>
                  <a:pt x="88289" y="89259"/>
                </a:lnTo>
                <a:lnTo>
                  <a:pt x="88463" y="89085"/>
                </a:lnTo>
                <a:lnTo>
                  <a:pt x="88470" y="89071"/>
                </a:lnTo>
                <a:close/>
                <a:moveTo>
                  <a:pt x="86820" y="90634"/>
                </a:moveTo>
                <a:lnTo>
                  <a:pt x="86820" y="90634"/>
                </a:lnTo>
                <a:cubicBezTo>
                  <a:pt x="86813" y="90640"/>
                  <a:pt x="86806" y="90647"/>
                  <a:pt x="86799" y="90654"/>
                </a:cubicBezTo>
                <a:lnTo>
                  <a:pt x="86799" y="90654"/>
                </a:lnTo>
                <a:cubicBezTo>
                  <a:pt x="86806" y="90647"/>
                  <a:pt x="86813" y="90641"/>
                  <a:pt x="86820" y="90634"/>
                </a:cubicBezTo>
                <a:close/>
                <a:moveTo>
                  <a:pt x="13865" y="90603"/>
                </a:moveTo>
                <a:cubicBezTo>
                  <a:pt x="13889" y="90603"/>
                  <a:pt x="13889" y="90603"/>
                  <a:pt x="13914" y="90628"/>
                </a:cubicBezTo>
                <a:lnTo>
                  <a:pt x="13914" y="90678"/>
                </a:lnTo>
                <a:cubicBezTo>
                  <a:pt x="13889" y="90678"/>
                  <a:pt x="13889" y="90678"/>
                  <a:pt x="13865" y="90628"/>
                </a:cubicBezTo>
                <a:cubicBezTo>
                  <a:pt x="13815" y="90628"/>
                  <a:pt x="13865" y="90628"/>
                  <a:pt x="13865" y="90603"/>
                </a:cubicBezTo>
                <a:close/>
                <a:moveTo>
                  <a:pt x="27505" y="82265"/>
                </a:moveTo>
                <a:cubicBezTo>
                  <a:pt x="28849" y="82464"/>
                  <a:pt x="30193" y="82539"/>
                  <a:pt x="31537" y="82539"/>
                </a:cubicBezTo>
                <a:cubicBezTo>
                  <a:pt x="31861" y="82539"/>
                  <a:pt x="32184" y="82514"/>
                  <a:pt x="32533" y="82514"/>
                </a:cubicBezTo>
                <a:cubicBezTo>
                  <a:pt x="32035" y="84854"/>
                  <a:pt x="31861" y="87368"/>
                  <a:pt x="31985" y="89956"/>
                </a:cubicBezTo>
                <a:cubicBezTo>
                  <a:pt x="29621" y="90603"/>
                  <a:pt x="27355" y="91027"/>
                  <a:pt x="25190" y="91300"/>
                </a:cubicBezTo>
                <a:cubicBezTo>
                  <a:pt x="25613" y="88388"/>
                  <a:pt x="26385" y="85376"/>
                  <a:pt x="27505" y="82265"/>
                </a:cubicBezTo>
                <a:close/>
                <a:moveTo>
                  <a:pt x="1743" y="90504"/>
                </a:moveTo>
                <a:lnTo>
                  <a:pt x="1743" y="90504"/>
                </a:lnTo>
                <a:cubicBezTo>
                  <a:pt x="1792" y="90579"/>
                  <a:pt x="1792" y="90603"/>
                  <a:pt x="1817" y="90678"/>
                </a:cubicBezTo>
                <a:lnTo>
                  <a:pt x="1817" y="90703"/>
                </a:lnTo>
                <a:cubicBezTo>
                  <a:pt x="1842" y="90803"/>
                  <a:pt x="1917" y="90877"/>
                  <a:pt x="1942" y="90977"/>
                </a:cubicBezTo>
                <a:cubicBezTo>
                  <a:pt x="1964" y="91090"/>
                  <a:pt x="1997" y="91204"/>
                  <a:pt x="2036" y="91318"/>
                </a:cubicBezTo>
                <a:lnTo>
                  <a:pt x="2036" y="91318"/>
                </a:lnTo>
                <a:cubicBezTo>
                  <a:pt x="1991" y="91249"/>
                  <a:pt x="1991" y="91224"/>
                  <a:pt x="1967" y="91176"/>
                </a:cubicBezTo>
                <a:cubicBezTo>
                  <a:pt x="1917" y="90952"/>
                  <a:pt x="1817" y="90728"/>
                  <a:pt x="1743" y="90504"/>
                </a:cubicBezTo>
                <a:close/>
                <a:moveTo>
                  <a:pt x="27355" y="82240"/>
                </a:moveTo>
                <a:cubicBezTo>
                  <a:pt x="26235" y="85351"/>
                  <a:pt x="25439" y="88388"/>
                  <a:pt x="24991" y="91325"/>
                </a:cubicBezTo>
                <a:cubicBezTo>
                  <a:pt x="24991" y="91313"/>
                  <a:pt x="24985" y="91307"/>
                  <a:pt x="24975" y="91307"/>
                </a:cubicBezTo>
                <a:cubicBezTo>
                  <a:pt x="24966" y="91307"/>
                  <a:pt x="24954" y="91313"/>
                  <a:pt x="24941" y="91325"/>
                </a:cubicBezTo>
                <a:cubicBezTo>
                  <a:pt x="25364" y="88388"/>
                  <a:pt x="26186" y="85351"/>
                  <a:pt x="27306" y="82240"/>
                </a:cubicBezTo>
                <a:close/>
                <a:moveTo>
                  <a:pt x="18146" y="80373"/>
                </a:moveTo>
                <a:cubicBezTo>
                  <a:pt x="18270" y="80398"/>
                  <a:pt x="18395" y="80473"/>
                  <a:pt x="18544" y="80498"/>
                </a:cubicBezTo>
                <a:cubicBezTo>
                  <a:pt x="18793" y="80597"/>
                  <a:pt x="19042" y="80647"/>
                  <a:pt x="19291" y="80747"/>
                </a:cubicBezTo>
                <a:cubicBezTo>
                  <a:pt x="19465" y="80772"/>
                  <a:pt x="19639" y="80846"/>
                  <a:pt x="19838" y="80871"/>
                </a:cubicBezTo>
                <a:lnTo>
                  <a:pt x="20585" y="81045"/>
                </a:lnTo>
                <a:cubicBezTo>
                  <a:pt x="20734" y="81095"/>
                  <a:pt x="20909" y="81120"/>
                  <a:pt x="21083" y="81145"/>
                </a:cubicBezTo>
                <a:cubicBezTo>
                  <a:pt x="21158" y="81170"/>
                  <a:pt x="21257" y="81170"/>
                  <a:pt x="21357" y="81170"/>
                </a:cubicBezTo>
                <a:lnTo>
                  <a:pt x="21904" y="81269"/>
                </a:lnTo>
                <a:cubicBezTo>
                  <a:pt x="22153" y="81294"/>
                  <a:pt x="22402" y="81344"/>
                  <a:pt x="22651" y="81344"/>
                </a:cubicBezTo>
                <a:cubicBezTo>
                  <a:pt x="22751" y="81344"/>
                  <a:pt x="22850" y="81369"/>
                  <a:pt x="22975" y="81369"/>
                </a:cubicBezTo>
                <a:cubicBezTo>
                  <a:pt x="24344" y="81742"/>
                  <a:pt x="25738" y="82016"/>
                  <a:pt x="27131" y="82240"/>
                </a:cubicBezTo>
                <a:cubicBezTo>
                  <a:pt x="26011" y="85376"/>
                  <a:pt x="25215" y="88463"/>
                  <a:pt x="24767" y="91375"/>
                </a:cubicBezTo>
                <a:cubicBezTo>
                  <a:pt x="23653" y="91474"/>
                  <a:pt x="22564" y="91525"/>
                  <a:pt x="21506" y="91525"/>
                </a:cubicBezTo>
                <a:cubicBezTo>
                  <a:pt x="18829" y="91525"/>
                  <a:pt x="16343" y="91200"/>
                  <a:pt x="14113" y="90504"/>
                </a:cubicBezTo>
                <a:cubicBezTo>
                  <a:pt x="14288" y="88911"/>
                  <a:pt x="14561" y="87268"/>
                  <a:pt x="14985" y="85625"/>
                </a:cubicBezTo>
                <a:cubicBezTo>
                  <a:pt x="15806" y="83783"/>
                  <a:pt x="16876" y="82016"/>
                  <a:pt x="18146" y="80373"/>
                </a:cubicBezTo>
                <a:close/>
                <a:moveTo>
                  <a:pt x="32035" y="90131"/>
                </a:moveTo>
                <a:lnTo>
                  <a:pt x="32035" y="90205"/>
                </a:lnTo>
                <a:cubicBezTo>
                  <a:pt x="29670" y="90852"/>
                  <a:pt x="27355" y="91300"/>
                  <a:pt x="25140" y="91549"/>
                </a:cubicBezTo>
                <a:cubicBezTo>
                  <a:pt x="25140" y="91500"/>
                  <a:pt x="25140" y="91475"/>
                  <a:pt x="25190" y="91475"/>
                </a:cubicBezTo>
                <a:cubicBezTo>
                  <a:pt x="27380" y="91226"/>
                  <a:pt x="29670" y="90803"/>
                  <a:pt x="32035" y="90131"/>
                </a:cubicBezTo>
                <a:close/>
                <a:moveTo>
                  <a:pt x="24966" y="91500"/>
                </a:moveTo>
                <a:lnTo>
                  <a:pt x="24966" y="91574"/>
                </a:lnTo>
                <a:lnTo>
                  <a:pt x="24891" y="91574"/>
                </a:lnTo>
                <a:lnTo>
                  <a:pt x="24891" y="91500"/>
                </a:lnTo>
                <a:close/>
                <a:moveTo>
                  <a:pt x="2041" y="91332"/>
                </a:moveTo>
                <a:cubicBezTo>
                  <a:pt x="2071" y="91418"/>
                  <a:pt x="2104" y="91504"/>
                  <a:pt x="2138" y="91591"/>
                </a:cubicBezTo>
                <a:lnTo>
                  <a:pt x="2138" y="91591"/>
                </a:lnTo>
                <a:cubicBezTo>
                  <a:pt x="2119" y="91560"/>
                  <a:pt x="2101" y="91530"/>
                  <a:pt x="2091" y="91500"/>
                </a:cubicBezTo>
                <a:cubicBezTo>
                  <a:pt x="2091" y="91475"/>
                  <a:pt x="2091" y="91475"/>
                  <a:pt x="2066" y="91450"/>
                </a:cubicBezTo>
                <a:cubicBezTo>
                  <a:pt x="2043" y="91404"/>
                  <a:pt x="2041" y="91359"/>
                  <a:pt x="2041" y="91332"/>
                </a:cubicBezTo>
                <a:close/>
                <a:moveTo>
                  <a:pt x="14064" y="90703"/>
                </a:moveTo>
                <a:cubicBezTo>
                  <a:pt x="16298" y="91389"/>
                  <a:pt x="18732" y="91715"/>
                  <a:pt x="21355" y="91715"/>
                </a:cubicBezTo>
                <a:cubicBezTo>
                  <a:pt x="22444" y="91715"/>
                  <a:pt x="23564" y="91659"/>
                  <a:pt x="24717" y="91549"/>
                </a:cubicBezTo>
                <a:lnTo>
                  <a:pt x="24717" y="91599"/>
                </a:lnTo>
                <a:cubicBezTo>
                  <a:pt x="23572" y="91724"/>
                  <a:pt x="22402" y="91798"/>
                  <a:pt x="21332" y="91798"/>
                </a:cubicBezTo>
                <a:cubicBezTo>
                  <a:pt x="18668" y="91798"/>
                  <a:pt x="16254" y="91450"/>
                  <a:pt x="14064" y="90753"/>
                </a:cubicBezTo>
                <a:lnTo>
                  <a:pt x="14064" y="90703"/>
                </a:lnTo>
                <a:close/>
                <a:moveTo>
                  <a:pt x="46397" y="84505"/>
                </a:moveTo>
                <a:cubicBezTo>
                  <a:pt x="46422" y="84655"/>
                  <a:pt x="46422" y="84779"/>
                  <a:pt x="46447" y="84928"/>
                </a:cubicBezTo>
                <a:cubicBezTo>
                  <a:pt x="46497" y="85252"/>
                  <a:pt x="46522" y="85600"/>
                  <a:pt x="46547" y="85899"/>
                </a:cubicBezTo>
                <a:cubicBezTo>
                  <a:pt x="46547" y="85999"/>
                  <a:pt x="46547" y="86123"/>
                  <a:pt x="46571" y="86223"/>
                </a:cubicBezTo>
                <a:lnTo>
                  <a:pt x="46571" y="86372"/>
                </a:lnTo>
                <a:cubicBezTo>
                  <a:pt x="46571" y="86720"/>
                  <a:pt x="46621" y="87094"/>
                  <a:pt x="46571" y="87417"/>
                </a:cubicBezTo>
                <a:lnTo>
                  <a:pt x="46571" y="87865"/>
                </a:lnTo>
                <a:lnTo>
                  <a:pt x="46571" y="88139"/>
                </a:lnTo>
                <a:cubicBezTo>
                  <a:pt x="46571" y="88463"/>
                  <a:pt x="46547" y="88786"/>
                  <a:pt x="46522" y="89110"/>
                </a:cubicBezTo>
                <a:lnTo>
                  <a:pt x="46422" y="89857"/>
                </a:lnTo>
                <a:cubicBezTo>
                  <a:pt x="46397" y="90205"/>
                  <a:pt x="46323" y="90529"/>
                  <a:pt x="46273" y="90877"/>
                </a:cubicBezTo>
                <a:cubicBezTo>
                  <a:pt x="46248" y="91126"/>
                  <a:pt x="46173" y="91350"/>
                  <a:pt x="46123" y="91599"/>
                </a:cubicBezTo>
                <a:cubicBezTo>
                  <a:pt x="46072" y="91840"/>
                  <a:pt x="46008" y="92070"/>
                  <a:pt x="45949" y="92304"/>
                </a:cubicBezTo>
                <a:lnTo>
                  <a:pt x="45949" y="92304"/>
                </a:lnTo>
                <a:cubicBezTo>
                  <a:pt x="46584" y="89689"/>
                  <a:pt x="46716" y="87036"/>
                  <a:pt x="46372" y="84530"/>
                </a:cubicBezTo>
                <a:cubicBezTo>
                  <a:pt x="46372" y="84530"/>
                  <a:pt x="46397" y="84530"/>
                  <a:pt x="46397" y="84505"/>
                </a:cubicBezTo>
                <a:close/>
                <a:moveTo>
                  <a:pt x="45914" y="92446"/>
                </a:moveTo>
                <a:cubicBezTo>
                  <a:pt x="45900" y="92503"/>
                  <a:pt x="45887" y="92561"/>
                  <a:pt x="45874" y="92620"/>
                </a:cubicBezTo>
                <a:cubicBezTo>
                  <a:pt x="45866" y="92645"/>
                  <a:pt x="45858" y="92670"/>
                  <a:pt x="45850" y="92695"/>
                </a:cubicBezTo>
                <a:lnTo>
                  <a:pt x="45850" y="92695"/>
                </a:lnTo>
                <a:cubicBezTo>
                  <a:pt x="45872" y="92612"/>
                  <a:pt x="45893" y="92529"/>
                  <a:pt x="45914" y="92446"/>
                </a:cubicBezTo>
                <a:close/>
                <a:moveTo>
                  <a:pt x="45626" y="93490"/>
                </a:moveTo>
                <a:cubicBezTo>
                  <a:pt x="45626" y="93490"/>
                  <a:pt x="45626" y="93490"/>
                  <a:pt x="45626" y="93491"/>
                </a:cubicBezTo>
                <a:cubicBezTo>
                  <a:pt x="45624" y="93495"/>
                  <a:pt x="45623" y="93499"/>
                  <a:pt x="45622" y="93503"/>
                </a:cubicBezTo>
                <a:lnTo>
                  <a:pt x="45622" y="93503"/>
                </a:lnTo>
                <a:cubicBezTo>
                  <a:pt x="45623" y="93498"/>
                  <a:pt x="45624" y="93494"/>
                  <a:pt x="45626" y="93490"/>
                </a:cubicBezTo>
                <a:close/>
                <a:moveTo>
                  <a:pt x="70143" y="81244"/>
                </a:moveTo>
                <a:cubicBezTo>
                  <a:pt x="72035" y="83908"/>
                  <a:pt x="73753" y="86696"/>
                  <a:pt x="75146" y="89259"/>
                </a:cubicBezTo>
                <a:cubicBezTo>
                  <a:pt x="72558" y="91101"/>
                  <a:pt x="69944" y="92620"/>
                  <a:pt x="67405" y="93864"/>
                </a:cubicBezTo>
                <a:cubicBezTo>
                  <a:pt x="65638" y="91923"/>
                  <a:pt x="63846" y="89707"/>
                  <a:pt x="62228" y="87442"/>
                </a:cubicBezTo>
                <a:cubicBezTo>
                  <a:pt x="64966" y="85476"/>
                  <a:pt x="67629" y="83410"/>
                  <a:pt x="70143" y="81244"/>
                </a:cubicBezTo>
                <a:close/>
                <a:moveTo>
                  <a:pt x="46148" y="84655"/>
                </a:moveTo>
                <a:lnTo>
                  <a:pt x="46148" y="84655"/>
                </a:lnTo>
                <a:cubicBezTo>
                  <a:pt x="46547" y="87666"/>
                  <a:pt x="46223" y="90852"/>
                  <a:pt x="45227" y="93939"/>
                </a:cubicBezTo>
                <a:cubicBezTo>
                  <a:pt x="44232" y="92819"/>
                  <a:pt x="43510" y="91450"/>
                  <a:pt x="43062" y="89832"/>
                </a:cubicBezTo>
                <a:cubicBezTo>
                  <a:pt x="43734" y="88438"/>
                  <a:pt x="44182" y="86994"/>
                  <a:pt x="44481" y="85526"/>
                </a:cubicBezTo>
                <a:cubicBezTo>
                  <a:pt x="45028" y="85252"/>
                  <a:pt x="45601" y="84953"/>
                  <a:pt x="46148" y="84655"/>
                </a:cubicBezTo>
                <a:close/>
                <a:moveTo>
                  <a:pt x="62079" y="87567"/>
                </a:moveTo>
                <a:cubicBezTo>
                  <a:pt x="63721" y="89832"/>
                  <a:pt x="65464" y="91997"/>
                  <a:pt x="67256" y="93964"/>
                </a:cubicBezTo>
                <a:cubicBezTo>
                  <a:pt x="67206" y="93964"/>
                  <a:pt x="67206" y="93989"/>
                  <a:pt x="67181" y="93989"/>
                </a:cubicBezTo>
                <a:lnTo>
                  <a:pt x="67156" y="93964"/>
                </a:lnTo>
                <a:cubicBezTo>
                  <a:pt x="65389" y="91997"/>
                  <a:pt x="63647" y="89832"/>
                  <a:pt x="62054" y="87592"/>
                </a:cubicBezTo>
                <a:lnTo>
                  <a:pt x="62079" y="87567"/>
                </a:lnTo>
                <a:close/>
                <a:moveTo>
                  <a:pt x="75246" y="89458"/>
                </a:moveTo>
                <a:cubicBezTo>
                  <a:pt x="75246" y="89483"/>
                  <a:pt x="75271" y="89483"/>
                  <a:pt x="75271" y="89508"/>
                </a:cubicBezTo>
                <a:cubicBezTo>
                  <a:pt x="72732" y="91325"/>
                  <a:pt x="70118" y="92844"/>
                  <a:pt x="67555" y="94088"/>
                </a:cubicBezTo>
                <a:cubicBezTo>
                  <a:pt x="67555" y="94088"/>
                  <a:pt x="67530" y="94063"/>
                  <a:pt x="67530" y="94038"/>
                </a:cubicBezTo>
                <a:cubicBezTo>
                  <a:pt x="70069" y="92819"/>
                  <a:pt x="72657" y="91300"/>
                  <a:pt x="75246" y="89458"/>
                </a:cubicBezTo>
                <a:close/>
                <a:moveTo>
                  <a:pt x="45568" y="93678"/>
                </a:moveTo>
                <a:cubicBezTo>
                  <a:pt x="45521" y="93837"/>
                  <a:pt x="45480" y="93988"/>
                  <a:pt x="45426" y="94113"/>
                </a:cubicBezTo>
                <a:cubicBezTo>
                  <a:pt x="45475" y="93968"/>
                  <a:pt x="45522" y="93823"/>
                  <a:pt x="45568" y="93678"/>
                </a:cubicBezTo>
                <a:close/>
                <a:moveTo>
                  <a:pt x="42987" y="90056"/>
                </a:moveTo>
                <a:cubicBezTo>
                  <a:pt x="43435" y="91624"/>
                  <a:pt x="44157" y="92993"/>
                  <a:pt x="45153" y="94113"/>
                </a:cubicBezTo>
                <a:cubicBezTo>
                  <a:pt x="45153" y="94163"/>
                  <a:pt x="45128" y="94188"/>
                  <a:pt x="45128" y="94188"/>
                </a:cubicBezTo>
                <a:cubicBezTo>
                  <a:pt x="44132" y="93068"/>
                  <a:pt x="43385" y="91724"/>
                  <a:pt x="42912" y="90131"/>
                </a:cubicBezTo>
                <a:cubicBezTo>
                  <a:pt x="42937" y="90106"/>
                  <a:pt x="42937" y="90081"/>
                  <a:pt x="42987" y="90056"/>
                </a:cubicBezTo>
                <a:close/>
                <a:moveTo>
                  <a:pt x="67331" y="94113"/>
                </a:moveTo>
                <a:cubicBezTo>
                  <a:pt x="67331" y="94138"/>
                  <a:pt x="67380" y="94138"/>
                  <a:pt x="67380" y="94188"/>
                </a:cubicBezTo>
                <a:cubicBezTo>
                  <a:pt x="67331" y="94188"/>
                  <a:pt x="67331" y="94213"/>
                  <a:pt x="67306" y="94213"/>
                </a:cubicBezTo>
                <a:cubicBezTo>
                  <a:pt x="67306" y="94188"/>
                  <a:pt x="67306" y="94138"/>
                  <a:pt x="67281" y="94138"/>
                </a:cubicBezTo>
                <a:cubicBezTo>
                  <a:pt x="67306" y="94138"/>
                  <a:pt x="67306" y="94113"/>
                  <a:pt x="67331" y="94113"/>
                </a:cubicBezTo>
                <a:close/>
                <a:moveTo>
                  <a:pt x="45352" y="94312"/>
                </a:moveTo>
                <a:cubicBezTo>
                  <a:pt x="45377" y="94362"/>
                  <a:pt x="45352" y="94362"/>
                  <a:pt x="45352" y="94412"/>
                </a:cubicBezTo>
                <a:lnTo>
                  <a:pt x="45302" y="94362"/>
                </a:lnTo>
                <a:cubicBezTo>
                  <a:pt x="45302" y="94337"/>
                  <a:pt x="45302" y="94337"/>
                  <a:pt x="45352" y="94312"/>
                </a:cubicBezTo>
                <a:close/>
                <a:moveTo>
                  <a:pt x="91319" y="90945"/>
                </a:moveTo>
                <a:cubicBezTo>
                  <a:pt x="90031" y="92197"/>
                  <a:pt x="88707" y="93432"/>
                  <a:pt x="87337" y="94644"/>
                </a:cubicBezTo>
                <a:lnTo>
                  <a:pt x="87337" y="94644"/>
                </a:lnTo>
                <a:cubicBezTo>
                  <a:pt x="88780" y="93361"/>
                  <a:pt x="90261" y="91967"/>
                  <a:pt x="91319" y="90945"/>
                </a:cubicBezTo>
                <a:close/>
                <a:moveTo>
                  <a:pt x="58171" y="86098"/>
                </a:moveTo>
                <a:cubicBezTo>
                  <a:pt x="58544" y="87069"/>
                  <a:pt x="58917" y="88015"/>
                  <a:pt x="59191" y="89010"/>
                </a:cubicBezTo>
                <a:cubicBezTo>
                  <a:pt x="56055" y="91126"/>
                  <a:pt x="52869" y="93018"/>
                  <a:pt x="49733" y="94661"/>
                </a:cubicBezTo>
                <a:cubicBezTo>
                  <a:pt x="50131" y="91823"/>
                  <a:pt x="50081" y="88961"/>
                  <a:pt x="49509" y="86272"/>
                </a:cubicBezTo>
                <a:lnTo>
                  <a:pt x="49509" y="86272"/>
                </a:lnTo>
                <a:cubicBezTo>
                  <a:pt x="50629" y="86621"/>
                  <a:pt x="51848" y="86820"/>
                  <a:pt x="53143" y="86820"/>
                </a:cubicBezTo>
                <a:cubicBezTo>
                  <a:pt x="54711" y="86820"/>
                  <a:pt x="56379" y="86571"/>
                  <a:pt x="58171" y="86098"/>
                </a:cubicBezTo>
                <a:close/>
                <a:moveTo>
                  <a:pt x="49286" y="86180"/>
                </a:moveTo>
                <a:cubicBezTo>
                  <a:pt x="49295" y="86198"/>
                  <a:pt x="49337" y="86200"/>
                  <a:pt x="49359" y="86223"/>
                </a:cubicBezTo>
                <a:cubicBezTo>
                  <a:pt x="49907" y="88961"/>
                  <a:pt x="50006" y="91848"/>
                  <a:pt x="49583" y="94735"/>
                </a:cubicBezTo>
                <a:cubicBezTo>
                  <a:pt x="49533" y="94735"/>
                  <a:pt x="49533" y="94760"/>
                  <a:pt x="49509" y="94760"/>
                </a:cubicBezTo>
                <a:cubicBezTo>
                  <a:pt x="49956" y="91850"/>
                  <a:pt x="49882" y="88916"/>
                  <a:pt x="49286" y="86180"/>
                </a:cubicBezTo>
                <a:close/>
                <a:moveTo>
                  <a:pt x="59291" y="89160"/>
                </a:moveTo>
                <a:cubicBezTo>
                  <a:pt x="59291" y="89210"/>
                  <a:pt x="59291" y="89210"/>
                  <a:pt x="59316" y="89234"/>
                </a:cubicBezTo>
                <a:cubicBezTo>
                  <a:pt x="56130" y="91375"/>
                  <a:pt x="52944" y="93267"/>
                  <a:pt x="49733" y="94959"/>
                </a:cubicBezTo>
                <a:lnTo>
                  <a:pt x="49733" y="94860"/>
                </a:lnTo>
                <a:cubicBezTo>
                  <a:pt x="52894" y="93217"/>
                  <a:pt x="56080" y="91325"/>
                  <a:pt x="59291" y="89160"/>
                </a:cubicBezTo>
                <a:close/>
                <a:moveTo>
                  <a:pt x="49509" y="94959"/>
                </a:moveTo>
                <a:lnTo>
                  <a:pt x="49509" y="95059"/>
                </a:lnTo>
                <a:cubicBezTo>
                  <a:pt x="49484" y="95059"/>
                  <a:pt x="49484" y="95084"/>
                  <a:pt x="49459" y="95084"/>
                </a:cubicBezTo>
                <a:lnTo>
                  <a:pt x="49459" y="94984"/>
                </a:lnTo>
                <a:cubicBezTo>
                  <a:pt x="49484" y="94984"/>
                  <a:pt x="49484" y="94959"/>
                  <a:pt x="49509" y="94959"/>
                </a:cubicBezTo>
                <a:close/>
                <a:moveTo>
                  <a:pt x="2763" y="79552"/>
                </a:moveTo>
                <a:cubicBezTo>
                  <a:pt x="3261" y="81195"/>
                  <a:pt x="3933" y="82688"/>
                  <a:pt x="4754" y="84032"/>
                </a:cubicBezTo>
                <a:cubicBezTo>
                  <a:pt x="4680" y="84679"/>
                  <a:pt x="4605" y="85302"/>
                  <a:pt x="4555" y="85974"/>
                </a:cubicBezTo>
                <a:cubicBezTo>
                  <a:pt x="4555" y="86098"/>
                  <a:pt x="4505" y="86173"/>
                  <a:pt x="4505" y="86297"/>
                </a:cubicBezTo>
                <a:cubicBezTo>
                  <a:pt x="4456" y="86969"/>
                  <a:pt x="4431" y="87617"/>
                  <a:pt x="4381" y="88264"/>
                </a:cubicBezTo>
                <a:lnTo>
                  <a:pt x="4381" y="88712"/>
                </a:lnTo>
                <a:lnTo>
                  <a:pt x="4381" y="90255"/>
                </a:lnTo>
                <a:lnTo>
                  <a:pt x="4381" y="90703"/>
                </a:lnTo>
                <a:cubicBezTo>
                  <a:pt x="4431" y="91276"/>
                  <a:pt x="4456" y="91873"/>
                  <a:pt x="4505" y="92470"/>
                </a:cubicBezTo>
                <a:cubicBezTo>
                  <a:pt x="4505" y="92620"/>
                  <a:pt x="4555" y="92769"/>
                  <a:pt x="4580" y="92968"/>
                </a:cubicBezTo>
                <a:cubicBezTo>
                  <a:pt x="4655" y="93565"/>
                  <a:pt x="4729" y="94138"/>
                  <a:pt x="4829" y="94735"/>
                </a:cubicBezTo>
                <a:cubicBezTo>
                  <a:pt x="4829" y="94760"/>
                  <a:pt x="4854" y="94835"/>
                  <a:pt x="4854" y="94860"/>
                </a:cubicBezTo>
                <a:cubicBezTo>
                  <a:pt x="4879" y="95009"/>
                  <a:pt x="4929" y="95134"/>
                  <a:pt x="4953" y="95308"/>
                </a:cubicBezTo>
                <a:cubicBezTo>
                  <a:pt x="3360" y="93317"/>
                  <a:pt x="2215" y="90952"/>
                  <a:pt x="1494" y="88214"/>
                </a:cubicBezTo>
                <a:cubicBezTo>
                  <a:pt x="1444" y="87766"/>
                  <a:pt x="1419" y="87368"/>
                  <a:pt x="1369" y="86944"/>
                </a:cubicBezTo>
                <a:lnTo>
                  <a:pt x="1369" y="86745"/>
                </a:lnTo>
                <a:cubicBezTo>
                  <a:pt x="1344" y="86322"/>
                  <a:pt x="1344" y="85874"/>
                  <a:pt x="1369" y="85426"/>
                </a:cubicBezTo>
                <a:cubicBezTo>
                  <a:pt x="1369" y="85351"/>
                  <a:pt x="1369" y="85227"/>
                  <a:pt x="1394" y="85127"/>
                </a:cubicBezTo>
                <a:cubicBezTo>
                  <a:pt x="1394" y="84978"/>
                  <a:pt x="1444" y="84804"/>
                  <a:pt x="1444" y="84630"/>
                </a:cubicBezTo>
                <a:cubicBezTo>
                  <a:pt x="1593" y="82887"/>
                  <a:pt x="2066" y="81195"/>
                  <a:pt x="2763" y="79552"/>
                </a:cubicBezTo>
                <a:close/>
                <a:moveTo>
                  <a:pt x="75395" y="89707"/>
                </a:moveTo>
                <a:cubicBezTo>
                  <a:pt x="75520" y="89907"/>
                  <a:pt x="75644" y="90155"/>
                  <a:pt x="75744" y="90379"/>
                </a:cubicBezTo>
                <a:cubicBezTo>
                  <a:pt x="75420" y="90628"/>
                  <a:pt x="75122" y="90902"/>
                  <a:pt x="74773" y="91151"/>
                </a:cubicBezTo>
                <a:cubicBezTo>
                  <a:pt x="74524" y="91375"/>
                  <a:pt x="74275" y="91574"/>
                  <a:pt x="74026" y="91773"/>
                </a:cubicBezTo>
                <a:cubicBezTo>
                  <a:pt x="73304" y="92346"/>
                  <a:pt x="72608" y="92893"/>
                  <a:pt x="71886" y="93441"/>
                </a:cubicBezTo>
                <a:cubicBezTo>
                  <a:pt x="71687" y="93590"/>
                  <a:pt x="71512" y="93715"/>
                  <a:pt x="71313" y="93864"/>
                </a:cubicBezTo>
                <a:cubicBezTo>
                  <a:pt x="70641" y="94387"/>
                  <a:pt x="69919" y="94934"/>
                  <a:pt x="69197" y="95432"/>
                </a:cubicBezTo>
                <a:cubicBezTo>
                  <a:pt x="69123" y="95457"/>
                  <a:pt x="69023" y="95532"/>
                  <a:pt x="68949" y="95582"/>
                </a:cubicBezTo>
                <a:cubicBezTo>
                  <a:pt x="68824" y="95457"/>
                  <a:pt x="68700" y="95308"/>
                  <a:pt x="68575" y="95183"/>
                </a:cubicBezTo>
                <a:cubicBezTo>
                  <a:pt x="68301" y="94860"/>
                  <a:pt x="68003" y="94561"/>
                  <a:pt x="67704" y="94238"/>
                </a:cubicBezTo>
                <a:cubicBezTo>
                  <a:pt x="70268" y="92993"/>
                  <a:pt x="72856" y="91475"/>
                  <a:pt x="75395" y="89707"/>
                </a:cubicBezTo>
                <a:close/>
                <a:moveTo>
                  <a:pt x="4929" y="84331"/>
                </a:moveTo>
                <a:cubicBezTo>
                  <a:pt x="4953" y="84356"/>
                  <a:pt x="4953" y="84381"/>
                  <a:pt x="4978" y="84381"/>
                </a:cubicBezTo>
                <a:cubicBezTo>
                  <a:pt x="4929" y="84903"/>
                  <a:pt x="4854" y="85426"/>
                  <a:pt x="4804" y="85949"/>
                </a:cubicBezTo>
                <a:cubicBezTo>
                  <a:pt x="4804" y="86048"/>
                  <a:pt x="4779" y="86223"/>
                  <a:pt x="4779" y="86347"/>
                </a:cubicBezTo>
                <a:cubicBezTo>
                  <a:pt x="4705" y="86969"/>
                  <a:pt x="4680" y="87592"/>
                  <a:pt x="4655" y="88214"/>
                </a:cubicBezTo>
                <a:lnTo>
                  <a:pt x="4655" y="88388"/>
                </a:lnTo>
                <a:cubicBezTo>
                  <a:pt x="4605" y="89010"/>
                  <a:pt x="4655" y="89633"/>
                  <a:pt x="4655" y="90255"/>
                </a:cubicBezTo>
                <a:cubicBezTo>
                  <a:pt x="4655" y="90454"/>
                  <a:pt x="4655" y="90628"/>
                  <a:pt x="4680" y="90852"/>
                </a:cubicBezTo>
                <a:cubicBezTo>
                  <a:pt x="4705" y="91375"/>
                  <a:pt x="4729" y="91923"/>
                  <a:pt x="4779" y="92420"/>
                </a:cubicBezTo>
                <a:cubicBezTo>
                  <a:pt x="4779" y="92495"/>
                  <a:pt x="4779" y="92595"/>
                  <a:pt x="4804" y="92719"/>
                </a:cubicBezTo>
                <a:cubicBezTo>
                  <a:pt x="4854" y="93317"/>
                  <a:pt x="4953" y="93914"/>
                  <a:pt x="5053" y="94462"/>
                </a:cubicBezTo>
                <a:cubicBezTo>
                  <a:pt x="5078" y="94611"/>
                  <a:pt x="5103" y="94785"/>
                  <a:pt x="5128" y="94959"/>
                </a:cubicBezTo>
                <a:cubicBezTo>
                  <a:pt x="5202" y="95208"/>
                  <a:pt x="5227" y="95457"/>
                  <a:pt x="5302" y="95706"/>
                </a:cubicBezTo>
                <a:cubicBezTo>
                  <a:pt x="5277" y="95681"/>
                  <a:pt x="5277" y="95656"/>
                  <a:pt x="5227" y="95607"/>
                </a:cubicBezTo>
                <a:cubicBezTo>
                  <a:pt x="5178" y="95358"/>
                  <a:pt x="5103" y="95084"/>
                  <a:pt x="5053" y="94835"/>
                </a:cubicBezTo>
                <a:cubicBezTo>
                  <a:pt x="5028" y="94735"/>
                  <a:pt x="5028" y="94611"/>
                  <a:pt x="4978" y="94536"/>
                </a:cubicBezTo>
                <a:cubicBezTo>
                  <a:pt x="4904" y="94038"/>
                  <a:pt x="4829" y="93491"/>
                  <a:pt x="4754" y="92968"/>
                </a:cubicBezTo>
                <a:cubicBezTo>
                  <a:pt x="4729" y="92819"/>
                  <a:pt x="4729" y="92694"/>
                  <a:pt x="4705" y="92545"/>
                </a:cubicBezTo>
                <a:cubicBezTo>
                  <a:pt x="4630" y="91972"/>
                  <a:pt x="4605" y="91375"/>
                  <a:pt x="4580" y="90803"/>
                </a:cubicBezTo>
                <a:cubicBezTo>
                  <a:pt x="4580" y="90603"/>
                  <a:pt x="4580" y="90429"/>
                  <a:pt x="4555" y="90205"/>
                </a:cubicBezTo>
                <a:lnTo>
                  <a:pt x="4555" y="88712"/>
                </a:lnTo>
                <a:lnTo>
                  <a:pt x="4555" y="88264"/>
                </a:lnTo>
                <a:cubicBezTo>
                  <a:pt x="4580" y="87641"/>
                  <a:pt x="4605" y="87019"/>
                  <a:pt x="4680" y="86372"/>
                </a:cubicBezTo>
                <a:cubicBezTo>
                  <a:pt x="4680" y="86223"/>
                  <a:pt x="4705" y="86024"/>
                  <a:pt x="4705" y="85874"/>
                </a:cubicBezTo>
                <a:cubicBezTo>
                  <a:pt x="4804" y="85376"/>
                  <a:pt x="4854" y="84854"/>
                  <a:pt x="4929" y="84331"/>
                </a:cubicBezTo>
                <a:close/>
                <a:moveTo>
                  <a:pt x="67530" y="94312"/>
                </a:moveTo>
                <a:lnTo>
                  <a:pt x="68650" y="95507"/>
                </a:lnTo>
                <a:lnTo>
                  <a:pt x="68799" y="95681"/>
                </a:lnTo>
                <a:lnTo>
                  <a:pt x="68774" y="95681"/>
                </a:lnTo>
                <a:cubicBezTo>
                  <a:pt x="68774" y="95706"/>
                  <a:pt x="68774" y="95706"/>
                  <a:pt x="68749" y="95706"/>
                </a:cubicBezTo>
                <a:cubicBezTo>
                  <a:pt x="68525" y="95482"/>
                  <a:pt x="68326" y="95283"/>
                  <a:pt x="68127" y="95059"/>
                </a:cubicBezTo>
                <a:cubicBezTo>
                  <a:pt x="67903" y="94835"/>
                  <a:pt x="67679" y="94611"/>
                  <a:pt x="67505" y="94362"/>
                </a:cubicBezTo>
                <a:lnTo>
                  <a:pt x="67455" y="94337"/>
                </a:lnTo>
                <a:cubicBezTo>
                  <a:pt x="67505" y="94337"/>
                  <a:pt x="67505" y="94312"/>
                  <a:pt x="67530" y="94312"/>
                </a:cubicBezTo>
                <a:close/>
                <a:moveTo>
                  <a:pt x="46621" y="84630"/>
                </a:moveTo>
                <a:cubicBezTo>
                  <a:pt x="47293" y="85252"/>
                  <a:pt x="48140" y="85725"/>
                  <a:pt x="49085" y="86098"/>
                </a:cubicBezTo>
                <a:cubicBezTo>
                  <a:pt x="49708" y="88886"/>
                  <a:pt x="49758" y="91873"/>
                  <a:pt x="49285" y="94860"/>
                </a:cubicBezTo>
                <a:cubicBezTo>
                  <a:pt x="48712" y="95183"/>
                  <a:pt x="48090" y="95482"/>
                  <a:pt x="47492" y="95781"/>
                </a:cubicBezTo>
                <a:cubicBezTo>
                  <a:pt x="46771" y="95358"/>
                  <a:pt x="46148" y="94860"/>
                  <a:pt x="45601" y="94287"/>
                </a:cubicBezTo>
                <a:cubicBezTo>
                  <a:pt x="46099" y="92844"/>
                  <a:pt x="46422" y="91375"/>
                  <a:pt x="46621" y="89882"/>
                </a:cubicBezTo>
                <a:cubicBezTo>
                  <a:pt x="46845" y="88114"/>
                  <a:pt x="46845" y="86372"/>
                  <a:pt x="46621" y="84729"/>
                </a:cubicBezTo>
                <a:lnTo>
                  <a:pt x="46621" y="84630"/>
                </a:lnTo>
                <a:close/>
                <a:moveTo>
                  <a:pt x="75819" y="90504"/>
                </a:moveTo>
                <a:cubicBezTo>
                  <a:pt x="75819" y="90554"/>
                  <a:pt x="75868" y="90554"/>
                  <a:pt x="75868" y="90579"/>
                </a:cubicBezTo>
                <a:cubicBezTo>
                  <a:pt x="75520" y="90852"/>
                  <a:pt x="75171" y="91126"/>
                  <a:pt x="74873" y="91425"/>
                </a:cubicBezTo>
                <a:cubicBezTo>
                  <a:pt x="74624" y="91599"/>
                  <a:pt x="74400" y="91798"/>
                  <a:pt x="74151" y="91997"/>
                </a:cubicBezTo>
                <a:cubicBezTo>
                  <a:pt x="73429" y="92570"/>
                  <a:pt x="72682" y="93167"/>
                  <a:pt x="71985" y="93715"/>
                </a:cubicBezTo>
                <a:cubicBezTo>
                  <a:pt x="71786" y="93839"/>
                  <a:pt x="71637" y="93989"/>
                  <a:pt x="71438" y="94113"/>
                </a:cubicBezTo>
                <a:cubicBezTo>
                  <a:pt x="70691" y="94686"/>
                  <a:pt x="69944" y="95233"/>
                  <a:pt x="69173" y="95781"/>
                </a:cubicBezTo>
                <a:lnTo>
                  <a:pt x="69148" y="95731"/>
                </a:lnTo>
                <a:cubicBezTo>
                  <a:pt x="69123" y="95681"/>
                  <a:pt x="69148" y="95656"/>
                  <a:pt x="69197" y="95607"/>
                </a:cubicBezTo>
                <a:cubicBezTo>
                  <a:pt x="69919" y="95084"/>
                  <a:pt x="70666" y="94561"/>
                  <a:pt x="71388" y="94038"/>
                </a:cubicBezTo>
                <a:cubicBezTo>
                  <a:pt x="71562" y="93864"/>
                  <a:pt x="71761" y="93740"/>
                  <a:pt x="71985" y="93590"/>
                </a:cubicBezTo>
                <a:lnTo>
                  <a:pt x="74126" y="91923"/>
                </a:lnTo>
                <a:cubicBezTo>
                  <a:pt x="74375" y="91724"/>
                  <a:pt x="74574" y="91549"/>
                  <a:pt x="74848" y="91325"/>
                </a:cubicBezTo>
                <a:cubicBezTo>
                  <a:pt x="75171" y="91051"/>
                  <a:pt x="75495" y="90803"/>
                  <a:pt x="75819" y="90504"/>
                </a:cubicBezTo>
                <a:close/>
                <a:moveTo>
                  <a:pt x="2041" y="90404"/>
                </a:moveTo>
                <a:lnTo>
                  <a:pt x="2041" y="90404"/>
                </a:lnTo>
                <a:cubicBezTo>
                  <a:pt x="2788" y="92396"/>
                  <a:pt x="3809" y="94138"/>
                  <a:pt x="5053" y="95681"/>
                </a:cubicBezTo>
                <a:cubicBezTo>
                  <a:pt x="5053" y="95706"/>
                  <a:pt x="5078" y="95756"/>
                  <a:pt x="5078" y="95806"/>
                </a:cubicBezTo>
                <a:cubicBezTo>
                  <a:pt x="4057" y="94561"/>
                  <a:pt x="3186" y="93192"/>
                  <a:pt x="2489" y="91649"/>
                </a:cubicBezTo>
                <a:cubicBezTo>
                  <a:pt x="2315" y="91251"/>
                  <a:pt x="2141" y="90852"/>
                  <a:pt x="2041" y="90404"/>
                </a:cubicBezTo>
                <a:close/>
                <a:moveTo>
                  <a:pt x="45526" y="94486"/>
                </a:moveTo>
                <a:cubicBezTo>
                  <a:pt x="46049" y="95034"/>
                  <a:pt x="46646" y="95482"/>
                  <a:pt x="47293" y="95855"/>
                </a:cubicBezTo>
                <a:cubicBezTo>
                  <a:pt x="47268" y="95855"/>
                  <a:pt x="47268" y="95905"/>
                  <a:pt x="47244" y="95905"/>
                </a:cubicBezTo>
                <a:cubicBezTo>
                  <a:pt x="46596" y="95532"/>
                  <a:pt x="46024" y="95084"/>
                  <a:pt x="45501" y="94561"/>
                </a:cubicBezTo>
                <a:cubicBezTo>
                  <a:pt x="45501" y="94511"/>
                  <a:pt x="45501" y="94511"/>
                  <a:pt x="45526" y="94486"/>
                </a:cubicBezTo>
                <a:close/>
                <a:moveTo>
                  <a:pt x="68874" y="95806"/>
                </a:moveTo>
                <a:cubicBezTo>
                  <a:pt x="68924" y="95831"/>
                  <a:pt x="68924" y="95831"/>
                  <a:pt x="68949" y="95855"/>
                </a:cubicBezTo>
                <a:lnTo>
                  <a:pt x="68899" y="95905"/>
                </a:lnTo>
                <a:lnTo>
                  <a:pt x="68874" y="95855"/>
                </a:lnTo>
                <a:lnTo>
                  <a:pt x="68824" y="95831"/>
                </a:lnTo>
                <a:lnTo>
                  <a:pt x="68874" y="95806"/>
                </a:lnTo>
                <a:close/>
                <a:moveTo>
                  <a:pt x="49235" y="95084"/>
                </a:moveTo>
                <a:lnTo>
                  <a:pt x="49235" y="95183"/>
                </a:lnTo>
                <a:cubicBezTo>
                  <a:pt x="48737" y="95457"/>
                  <a:pt x="48264" y="95706"/>
                  <a:pt x="47766" y="95930"/>
                </a:cubicBezTo>
                <a:cubicBezTo>
                  <a:pt x="47741" y="95905"/>
                  <a:pt x="47716" y="95905"/>
                  <a:pt x="47667" y="95855"/>
                </a:cubicBezTo>
                <a:cubicBezTo>
                  <a:pt x="48189" y="95607"/>
                  <a:pt x="48712" y="95333"/>
                  <a:pt x="49235" y="95084"/>
                </a:cubicBezTo>
                <a:close/>
                <a:moveTo>
                  <a:pt x="47492" y="95980"/>
                </a:moveTo>
                <a:cubicBezTo>
                  <a:pt x="47517" y="96005"/>
                  <a:pt x="47542" y="96005"/>
                  <a:pt x="47592" y="96055"/>
                </a:cubicBezTo>
                <a:cubicBezTo>
                  <a:pt x="47542" y="96055"/>
                  <a:pt x="47542" y="96079"/>
                  <a:pt x="47517" y="96079"/>
                </a:cubicBezTo>
                <a:cubicBezTo>
                  <a:pt x="47492" y="96055"/>
                  <a:pt x="47468" y="96055"/>
                  <a:pt x="47418" y="96030"/>
                </a:cubicBezTo>
                <a:cubicBezTo>
                  <a:pt x="47468" y="96030"/>
                  <a:pt x="47468" y="95980"/>
                  <a:pt x="47492" y="95980"/>
                </a:cubicBezTo>
                <a:close/>
                <a:moveTo>
                  <a:pt x="5302" y="96005"/>
                </a:moveTo>
                <a:lnTo>
                  <a:pt x="5302" y="96005"/>
                </a:lnTo>
                <a:cubicBezTo>
                  <a:pt x="5327" y="96055"/>
                  <a:pt x="5352" y="96079"/>
                  <a:pt x="5352" y="96104"/>
                </a:cubicBezTo>
                <a:cubicBezTo>
                  <a:pt x="5352" y="96154"/>
                  <a:pt x="5402" y="96204"/>
                  <a:pt x="5402" y="96229"/>
                </a:cubicBezTo>
                <a:lnTo>
                  <a:pt x="5302" y="96129"/>
                </a:lnTo>
                <a:cubicBezTo>
                  <a:pt x="5327" y="96104"/>
                  <a:pt x="5327" y="96055"/>
                  <a:pt x="5302" y="96005"/>
                </a:cubicBezTo>
                <a:close/>
                <a:moveTo>
                  <a:pt x="61855" y="87666"/>
                </a:moveTo>
                <a:cubicBezTo>
                  <a:pt x="61979" y="87865"/>
                  <a:pt x="62128" y="88040"/>
                  <a:pt x="62303" y="88239"/>
                </a:cubicBezTo>
                <a:cubicBezTo>
                  <a:pt x="62726" y="88836"/>
                  <a:pt x="63174" y="89434"/>
                  <a:pt x="63597" y="89981"/>
                </a:cubicBezTo>
                <a:cubicBezTo>
                  <a:pt x="63746" y="90205"/>
                  <a:pt x="63921" y="90379"/>
                  <a:pt x="64070" y="90603"/>
                </a:cubicBezTo>
                <a:cubicBezTo>
                  <a:pt x="64692" y="91375"/>
                  <a:pt x="65314" y="92172"/>
                  <a:pt x="65937" y="92893"/>
                </a:cubicBezTo>
                <a:cubicBezTo>
                  <a:pt x="66211" y="93242"/>
                  <a:pt x="66484" y="93565"/>
                  <a:pt x="66783" y="93864"/>
                </a:cubicBezTo>
                <a:cubicBezTo>
                  <a:pt x="66833" y="93939"/>
                  <a:pt x="66907" y="93989"/>
                  <a:pt x="66932" y="94063"/>
                </a:cubicBezTo>
                <a:cubicBezTo>
                  <a:pt x="64866" y="95034"/>
                  <a:pt x="62875" y="95806"/>
                  <a:pt x="60959" y="96328"/>
                </a:cubicBezTo>
                <a:cubicBezTo>
                  <a:pt x="60834" y="93964"/>
                  <a:pt x="60411" y="91549"/>
                  <a:pt x="59714" y="89160"/>
                </a:cubicBezTo>
                <a:cubicBezTo>
                  <a:pt x="60436" y="88662"/>
                  <a:pt x="61158" y="88214"/>
                  <a:pt x="61855" y="87666"/>
                </a:cubicBezTo>
                <a:close/>
                <a:moveTo>
                  <a:pt x="2763" y="92844"/>
                </a:moveTo>
                <a:cubicBezTo>
                  <a:pt x="3186" y="93615"/>
                  <a:pt x="3634" y="94362"/>
                  <a:pt x="4182" y="95084"/>
                </a:cubicBezTo>
                <a:cubicBezTo>
                  <a:pt x="4207" y="95109"/>
                  <a:pt x="4232" y="95158"/>
                  <a:pt x="4257" y="95208"/>
                </a:cubicBezTo>
                <a:cubicBezTo>
                  <a:pt x="4555" y="95582"/>
                  <a:pt x="4829" y="95930"/>
                  <a:pt x="5128" y="96279"/>
                </a:cubicBezTo>
                <a:cubicBezTo>
                  <a:pt x="5153" y="96279"/>
                  <a:pt x="5153" y="96303"/>
                  <a:pt x="5178" y="96303"/>
                </a:cubicBezTo>
                <a:lnTo>
                  <a:pt x="5202" y="96403"/>
                </a:lnTo>
                <a:lnTo>
                  <a:pt x="4456" y="95557"/>
                </a:lnTo>
                <a:lnTo>
                  <a:pt x="4381" y="95482"/>
                </a:lnTo>
                <a:cubicBezTo>
                  <a:pt x="4082" y="95084"/>
                  <a:pt x="3809" y="94686"/>
                  <a:pt x="3510" y="94287"/>
                </a:cubicBezTo>
                <a:cubicBezTo>
                  <a:pt x="3510" y="94238"/>
                  <a:pt x="3485" y="94238"/>
                  <a:pt x="3485" y="94213"/>
                </a:cubicBezTo>
                <a:cubicBezTo>
                  <a:pt x="3261" y="93864"/>
                  <a:pt x="3087" y="93541"/>
                  <a:pt x="2888" y="93192"/>
                </a:cubicBezTo>
                <a:cubicBezTo>
                  <a:pt x="2863" y="93068"/>
                  <a:pt x="2813" y="92968"/>
                  <a:pt x="2763" y="92844"/>
                </a:cubicBezTo>
                <a:close/>
                <a:moveTo>
                  <a:pt x="59565" y="89284"/>
                </a:moveTo>
                <a:cubicBezTo>
                  <a:pt x="60237" y="91624"/>
                  <a:pt x="60685" y="94063"/>
                  <a:pt x="60834" y="96428"/>
                </a:cubicBezTo>
                <a:cubicBezTo>
                  <a:pt x="60809" y="96428"/>
                  <a:pt x="60809" y="96428"/>
                  <a:pt x="60784" y="96453"/>
                </a:cubicBezTo>
                <a:cubicBezTo>
                  <a:pt x="60585" y="94063"/>
                  <a:pt x="60187" y="91649"/>
                  <a:pt x="59490" y="89334"/>
                </a:cubicBezTo>
                <a:cubicBezTo>
                  <a:pt x="59540" y="89334"/>
                  <a:pt x="59540" y="89284"/>
                  <a:pt x="59565" y="89284"/>
                </a:cubicBezTo>
                <a:close/>
                <a:moveTo>
                  <a:pt x="49210" y="95432"/>
                </a:moveTo>
                <a:cubicBezTo>
                  <a:pt x="49135" y="95781"/>
                  <a:pt x="49085" y="96154"/>
                  <a:pt x="48986" y="96478"/>
                </a:cubicBezTo>
                <a:cubicBezTo>
                  <a:pt x="48637" y="96353"/>
                  <a:pt x="48289" y="96204"/>
                  <a:pt x="47990" y="96055"/>
                </a:cubicBezTo>
                <a:cubicBezTo>
                  <a:pt x="48388" y="95855"/>
                  <a:pt x="48787" y="95656"/>
                  <a:pt x="49210" y="95432"/>
                </a:cubicBezTo>
                <a:close/>
                <a:moveTo>
                  <a:pt x="67132" y="94213"/>
                </a:moveTo>
                <a:lnTo>
                  <a:pt x="67132" y="94213"/>
                </a:lnTo>
                <a:cubicBezTo>
                  <a:pt x="67107" y="94238"/>
                  <a:pt x="67156" y="94287"/>
                  <a:pt x="67156" y="94287"/>
                </a:cubicBezTo>
                <a:cubicBezTo>
                  <a:pt x="65066" y="95283"/>
                  <a:pt x="63024" y="96030"/>
                  <a:pt x="61033" y="96577"/>
                </a:cubicBezTo>
                <a:lnTo>
                  <a:pt x="61033" y="96528"/>
                </a:lnTo>
                <a:cubicBezTo>
                  <a:pt x="62975" y="95955"/>
                  <a:pt x="65041" y="95183"/>
                  <a:pt x="67132" y="94213"/>
                </a:cubicBezTo>
                <a:close/>
                <a:moveTo>
                  <a:pt x="49484" y="95308"/>
                </a:moveTo>
                <a:cubicBezTo>
                  <a:pt x="49409" y="95731"/>
                  <a:pt x="49334" y="96179"/>
                  <a:pt x="49235" y="96602"/>
                </a:cubicBezTo>
                <a:cubicBezTo>
                  <a:pt x="49210" y="96602"/>
                  <a:pt x="49160" y="96577"/>
                  <a:pt x="49160" y="96577"/>
                </a:cubicBezTo>
                <a:cubicBezTo>
                  <a:pt x="49260" y="96179"/>
                  <a:pt x="49359" y="95731"/>
                  <a:pt x="49409" y="95333"/>
                </a:cubicBezTo>
                <a:cubicBezTo>
                  <a:pt x="49459" y="95333"/>
                  <a:pt x="49459" y="95308"/>
                  <a:pt x="49484" y="95308"/>
                </a:cubicBezTo>
                <a:close/>
                <a:moveTo>
                  <a:pt x="60834" y="96577"/>
                </a:moveTo>
                <a:lnTo>
                  <a:pt x="60834" y="96627"/>
                </a:lnTo>
                <a:cubicBezTo>
                  <a:pt x="60809" y="96627"/>
                  <a:pt x="60809" y="96627"/>
                  <a:pt x="60784" y="96677"/>
                </a:cubicBezTo>
                <a:cubicBezTo>
                  <a:pt x="60809" y="96627"/>
                  <a:pt x="60784" y="96627"/>
                  <a:pt x="60784" y="96602"/>
                </a:cubicBezTo>
                <a:cubicBezTo>
                  <a:pt x="60809" y="96602"/>
                  <a:pt x="60809" y="96602"/>
                  <a:pt x="60834" y="96577"/>
                </a:cubicBezTo>
                <a:close/>
                <a:moveTo>
                  <a:pt x="47791" y="96129"/>
                </a:moveTo>
                <a:cubicBezTo>
                  <a:pt x="48140" y="96353"/>
                  <a:pt x="48538" y="96528"/>
                  <a:pt x="48961" y="96677"/>
                </a:cubicBezTo>
                <a:lnTo>
                  <a:pt x="48961" y="96727"/>
                </a:lnTo>
                <a:cubicBezTo>
                  <a:pt x="48513" y="96577"/>
                  <a:pt x="48115" y="96378"/>
                  <a:pt x="47741" y="96179"/>
                </a:cubicBezTo>
                <a:cubicBezTo>
                  <a:pt x="47766" y="96179"/>
                  <a:pt x="47766" y="96129"/>
                  <a:pt x="47791" y="96129"/>
                </a:cubicBezTo>
                <a:close/>
                <a:moveTo>
                  <a:pt x="5451" y="96602"/>
                </a:moveTo>
                <a:lnTo>
                  <a:pt x="5526" y="96702"/>
                </a:lnTo>
                <a:lnTo>
                  <a:pt x="5526" y="96727"/>
                </a:lnTo>
                <a:lnTo>
                  <a:pt x="5551" y="96826"/>
                </a:lnTo>
                <a:lnTo>
                  <a:pt x="5551" y="96826"/>
                </a:lnTo>
                <a:lnTo>
                  <a:pt x="5451" y="96727"/>
                </a:lnTo>
                <a:lnTo>
                  <a:pt x="5451" y="96602"/>
                </a:lnTo>
                <a:close/>
                <a:moveTo>
                  <a:pt x="49110" y="96776"/>
                </a:moveTo>
                <a:cubicBezTo>
                  <a:pt x="49135" y="96776"/>
                  <a:pt x="49135" y="96776"/>
                  <a:pt x="49160" y="96801"/>
                </a:cubicBezTo>
                <a:lnTo>
                  <a:pt x="49160" y="96851"/>
                </a:lnTo>
                <a:lnTo>
                  <a:pt x="49135" y="96851"/>
                </a:lnTo>
                <a:cubicBezTo>
                  <a:pt x="49135" y="96826"/>
                  <a:pt x="49110" y="96826"/>
                  <a:pt x="49110" y="96826"/>
                </a:cubicBezTo>
                <a:lnTo>
                  <a:pt x="49110" y="96776"/>
                </a:lnTo>
                <a:close/>
                <a:moveTo>
                  <a:pt x="89658" y="77685"/>
                </a:moveTo>
                <a:cubicBezTo>
                  <a:pt x="91948" y="79079"/>
                  <a:pt x="94064" y="80174"/>
                  <a:pt x="95881" y="80896"/>
                </a:cubicBezTo>
                <a:cubicBezTo>
                  <a:pt x="95781" y="81020"/>
                  <a:pt x="95682" y="81145"/>
                  <a:pt x="95557" y="81269"/>
                </a:cubicBezTo>
                <a:cubicBezTo>
                  <a:pt x="95383" y="81493"/>
                  <a:pt x="95209" y="81692"/>
                  <a:pt x="95034" y="81916"/>
                </a:cubicBezTo>
                <a:cubicBezTo>
                  <a:pt x="94711" y="82290"/>
                  <a:pt x="94437" y="82663"/>
                  <a:pt x="94138" y="83012"/>
                </a:cubicBezTo>
                <a:cubicBezTo>
                  <a:pt x="94014" y="83136"/>
                  <a:pt x="93889" y="83286"/>
                  <a:pt x="93790" y="83410"/>
                </a:cubicBezTo>
                <a:cubicBezTo>
                  <a:pt x="93068" y="84231"/>
                  <a:pt x="92346" y="85028"/>
                  <a:pt x="91599" y="85849"/>
                </a:cubicBezTo>
                <a:cubicBezTo>
                  <a:pt x="91550" y="85899"/>
                  <a:pt x="91475" y="85974"/>
                  <a:pt x="91425" y="86048"/>
                </a:cubicBezTo>
                <a:cubicBezTo>
                  <a:pt x="91052" y="86422"/>
                  <a:pt x="90703" y="86845"/>
                  <a:pt x="90330" y="87218"/>
                </a:cubicBezTo>
                <a:cubicBezTo>
                  <a:pt x="90106" y="87417"/>
                  <a:pt x="89932" y="87641"/>
                  <a:pt x="89708" y="87841"/>
                </a:cubicBezTo>
                <a:lnTo>
                  <a:pt x="88948" y="88600"/>
                </a:lnTo>
                <a:lnTo>
                  <a:pt x="88948" y="88600"/>
                </a:lnTo>
                <a:cubicBezTo>
                  <a:pt x="89233" y="88330"/>
                  <a:pt x="89515" y="88058"/>
                  <a:pt x="89807" y="87766"/>
                </a:cubicBezTo>
                <a:lnTo>
                  <a:pt x="89982" y="87592"/>
                </a:lnTo>
                <a:cubicBezTo>
                  <a:pt x="90405" y="87168"/>
                  <a:pt x="90778" y="86770"/>
                  <a:pt x="91176" y="86372"/>
                </a:cubicBezTo>
                <a:lnTo>
                  <a:pt x="91326" y="86223"/>
                </a:lnTo>
                <a:cubicBezTo>
                  <a:pt x="91351" y="86173"/>
                  <a:pt x="91400" y="86123"/>
                  <a:pt x="91450" y="86098"/>
                </a:cubicBezTo>
                <a:lnTo>
                  <a:pt x="91525" y="86024"/>
                </a:lnTo>
                <a:cubicBezTo>
                  <a:pt x="93093" y="84356"/>
                  <a:pt x="94586" y="82638"/>
                  <a:pt x="96030" y="80871"/>
                </a:cubicBezTo>
                <a:lnTo>
                  <a:pt x="96080" y="80871"/>
                </a:lnTo>
                <a:cubicBezTo>
                  <a:pt x="95084" y="82066"/>
                  <a:pt x="94064" y="83286"/>
                  <a:pt x="93018" y="84505"/>
                </a:cubicBezTo>
                <a:cubicBezTo>
                  <a:pt x="92944" y="84605"/>
                  <a:pt x="92894" y="84655"/>
                  <a:pt x="92794" y="84754"/>
                </a:cubicBezTo>
                <a:cubicBezTo>
                  <a:pt x="91674" y="85999"/>
                  <a:pt x="90479" y="87218"/>
                  <a:pt x="89285" y="88413"/>
                </a:cubicBezTo>
                <a:lnTo>
                  <a:pt x="89235" y="88463"/>
                </a:lnTo>
                <a:cubicBezTo>
                  <a:pt x="88737" y="88911"/>
                  <a:pt x="88239" y="89409"/>
                  <a:pt x="87741" y="89882"/>
                </a:cubicBezTo>
                <a:lnTo>
                  <a:pt x="87617" y="90006"/>
                </a:lnTo>
                <a:lnTo>
                  <a:pt x="87567" y="90081"/>
                </a:lnTo>
                <a:cubicBezTo>
                  <a:pt x="87119" y="90479"/>
                  <a:pt x="86671" y="90902"/>
                  <a:pt x="86198" y="91325"/>
                </a:cubicBezTo>
                <a:lnTo>
                  <a:pt x="86123" y="91375"/>
                </a:lnTo>
                <a:cubicBezTo>
                  <a:pt x="86049" y="91475"/>
                  <a:pt x="85949" y="91524"/>
                  <a:pt x="85850" y="91624"/>
                </a:cubicBezTo>
                <a:cubicBezTo>
                  <a:pt x="85426" y="91997"/>
                  <a:pt x="85003" y="92371"/>
                  <a:pt x="84580" y="92719"/>
                </a:cubicBezTo>
                <a:cubicBezTo>
                  <a:pt x="84431" y="92844"/>
                  <a:pt x="84257" y="92968"/>
                  <a:pt x="84132" y="93093"/>
                </a:cubicBezTo>
                <a:cubicBezTo>
                  <a:pt x="83734" y="93441"/>
                  <a:pt x="83311" y="93765"/>
                  <a:pt x="82888" y="94113"/>
                </a:cubicBezTo>
                <a:cubicBezTo>
                  <a:pt x="82738" y="94238"/>
                  <a:pt x="82564" y="94387"/>
                  <a:pt x="82390" y="94511"/>
                </a:cubicBezTo>
                <a:cubicBezTo>
                  <a:pt x="82327" y="94564"/>
                  <a:pt x="82264" y="94616"/>
                  <a:pt x="82200" y="94667"/>
                </a:cubicBezTo>
                <a:lnTo>
                  <a:pt x="82200" y="94667"/>
                </a:lnTo>
                <a:lnTo>
                  <a:pt x="82216" y="94636"/>
                </a:lnTo>
                <a:cubicBezTo>
                  <a:pt x="82589" y="94362"/>
                  <a:pt x="82962" y="94063"/>
                  <a:pt x="83311" y="93740"/>
                </a:cubicBezTo>
                <a:cubicBezTo>
                  <a:pt x="83336" y="93715"/>
                  <a:pt x="83385" y="93690"/>
                  <a:pt x="83435" y="93615"/>
                </a:cubicBezTo>
                <a:cubicBezTo>
                  <a:pt x="83560" y="93516"/>
                  <a:pt x="83684" y="93416"/>
                  <a:pt x="83809" y="93317"/>
                </a:cubicBezTo>
                <a:lnTo>
                  <a:pt x="83833" y="93267"/>
                </a:lnTo>
                <a:cubicBezTo>
                  <a:pt x="83958" y="93192"/>
                  <a:pt x="84082" y="93068"/>
                  <a:pt x="84207" y="92968"/>
                </a:cubicBezTo>
                <a:cubicBezTo>
                  <a:pt x="84431" y="92769"/>
                  <a:pt x="84630" y="92595"/>
                  <a:pt x="84829" y="92445"/>
                </a:cubicBezTo>
                <a:cubicBezTo>
                  <a:pt x="84879" y="92371"/>
                  <a:pt x="84954" y="92346"/>
                  <a:pt x="84978" y="92271"/>
                </a:cubicBezTo>
                <a:cubicBezTo>
                  <a:pt x="85053" y="92221"/>
                  <a:pt x="85103" y="92196"/>
                  <a:pt x="85178" y="92122"/>
                </a:cubicBezTo>
                <a:cubicBezTo>
                  <a:pt x="85227" y="92072"/>
                  <a:pt x="85302" y="92022"/>
                  <a:pt x="85352" y="91972"/>
                </a:cubicBezTo>
                <a:lnTo>
                  <a:pt x="85451" y="91873"/>
                </a:lnTo>
                <a:cubicBezTo>
                  <a:pt x="85850" y="91524"/>
                  <a:pt x="86223" y="91201"/>
                  <a:pt x="86596" y="90852"/>
                </a:cubicBezTo>
                <a:cubicBezTo>
                  <a:pt x="86664" y="90785"/>
                  <a:pt x="86731" y="90718"/>
                  <a:pt x="86799" y="90654"/>
                </a:cubicBezTo>
                <a:lnTo>
                  <a:pt x="86799" y="90654"/>
                </a:lnTo>
                <a:cubicBezTo>
                  <a:pt x="86756" y="90693"/>
                  <a:pt x="86714" y="90727"/>
                  <a:pt x="86671" y="90753"/>
                </a:cubicBezTo>
                <a:cubicBezTo>
                  <a:pt x="86248" y="91101"/>
                  <a:pt x="85875" y="91475"/>
                  <a:pt x="85476" y="91823"/>
                </a:cubicBezTo>
                <a:cubicBezTo>
                  <a:pt x="85327" y="91948"/>
                  <a:pt x="85178" y="92097"/>
                  <a:pt x="85003" y="92221"/>
                </a:cubicBezTo>
                <a:cubicBezTo>
                  <a:pt x="84630" y="92545"/>
                  <a:pt x="84257" y="92869"/>
                  <a:pt x="83883" y="93192"/>
                </a:cubicBezTo>
                <a:lnTo>
                  <a:pt x="83336" y="93665"/>
                </a:lnTo>
                <a:cubicBezTo>
                  <a:pt x="82987" y="93939"/>
                  <a:pt x="82614" y="94238"/>
                  <a:pt x="82240" y="94536"/>
                </a:cubicBezTo>
                <a:cubicBezTo>
                  <a:pt x="82016" y="94710"/>
                  <a:pt x="81817" y="94860"/>
                  <a:pt x="81568" y="95059"/>
                </a:cubicBezTo>
                <a:cubicBezTo>
                  <a:pt x="81220" y="95308"/>
                  <a:pt x="80871" y="95582"/>
                  <a:pt x="80523" y="95831"/>
                </a:cubicBezTo>
                <a:lnTo>
                  <a:pt x="79776" y="96403"/>
                </a:lnTo>
                <a:cubicBezTo>
                  <a:pt x="79751" y="96428"/>
                  <a:pt x="79702" y="96453"/>
                  <a:pt x="79652" y="96478"/>
                </a:cubicBezTo>
                <a:cubicBezTo>
                  <a:pt x="79453" y="96652"/>
                  <a:pt x="79204" y="96826"/>
                  <a:pt x="78980" y="96976"/>
                </a:cubicBezTo>
                <a:cubicBezTo>
                  <a:pt x="78905" y="96776"/>
                  <a:pt x="78855" y="96577"/>
                  <a:pt x="78781" y="96403"/>
                </a:cubicBezTo>
                <a:cubicBezTo>
                  <a:pt x="78731" y="96179"/>
                  <a:pt x="78656" y="95980"/>
                  <a:pt x="78606" y="95781"/>
                </a:cubicBezTo>
                <a:cubicBezTo>
                  <a:pt x="78532" y="95557"/>
                  <a:pt x="78432" y="95333"/>
                  <a:pt x="78382" y="95109"/>
                </a:cubicBezTo>
                <a:cubicBezTo>
                  <a:pt x="78283" y="94860"/>
                  <a:pt x="78183" y="94586"/>
                  <a:pt x="78059" y="94312"/>
                </a:cubicBezTo>
                <a:cubicBezTo>
                  <a:pt x="78009" y="94138"/>
                  <a:pt x="77959" y="93989"/>
                  <a:pt x="77884" y="93864"/>
                </a:cubicBezTo>
                <a:cubicBezTo>
                  <a:pt x="77735" y="93491"/>
                  <a:pt x="77561" y="93167"/>
                  <a:pt x="77412" y="92794"/>
                </a:cubicBezTo>
                <a:cubicBezTo>
                  <a:pt x="77412" y="92744"/>
                  <a:pt x="77387" y="92719"/>
                  <a:pt x="77362" y="92694"/>
                </a:cubicBezTo>
                <a:cubicBezTo>
                  <a:pt x="77038" y="91972"/>
                  <a:pt x="76665" y="91226"/>
                  <a:pt x="76291" y="90479"/>
                </a:cubicBezTo>
                <a:cubicBezTo>
                  <a:pt x="76416" y="90379"/>
                  <a:pt x="76540" y="90280"/>
                  <a:pt x="76640" y="90205"/>
                </a:cubicBezTo>
                <a:cubicBezTo>
                  <a:pt x="76988" y="89931"/>
                  <a:pt x="77287" y="89633"/>
                  <a:pt x="77636" y="89359"/>
                </a:cubicBezTo>
                <a:cubicBezTo>
                  <a:pt x="78133" y="88936"/>
                  <a:pt x="78631" y="88513"/>
                  <a:pt x="79104" y="88089"/>
                </a:cubicBezTo>
                <a:cubicBezTo>
                  <a:pt x="79453" y="87766"/>
                  <a:pt x="79776" y="87492"/>
                  <a:pt x="80125" y="87193"/>
                </a:cubicBezTo>
                <a:cubicBezTo>
                  <a:pt x="80697" y="86671"/>
                  <a:pt x="81220" y="86198"/>
                  <a:pt x="81743" y="85700"/>
                </a:cubicBezTo>
                <a:cubicBezTo>
                  <a:pt x="82116" y="85351"/>
                  <a:pt x="82489" y="85003"/>
                  <a:pt x="82838" y="84655"/>
                </a:cubicBezTo>
                <a:cubicBezTo>
                  <a:pt x="83136" y="84381"/>
                  <a:pt x="83460" y="84082"/>
                  <a:pt x="83734" y="83783"/>
                </a:cubicBezTo>
                <a:cubicBezTo>
                  <a:pt x="84306" y="83261"/>
                  <a:pt x="84829" y="82738"/>
                  <a:pt x="85352" y="82165"/>
                </a:cubicBezTo>
                <a:lnTo>
                  <a:pt x="86323" y="81195"/>
                </a:lnTo>
                <a:cubicBezTo>
                  <a:pt x="86671" y="80871"/>
                  <a:pt x="86970" y="80523"/>
                  <a:pt x="87318" y="80174"/>
                </a:cubicBezTo>
                <a:lnTo>
                  <a:pt x="88911" y="78506"/>
                </a:lnTo>
                <a:cubicBezTo>
                  <a:pt x="89160" y="78258"/>
                  <a:pt x="89359" y="77959"/>
                  <a:pt x="89608" y="77710"/>
                </a:cubicBezTo>
                <a:lnTo>
                  <a:pt x="89658" y="77685"/>
                </a:lnTo>
                <a:close/>
                <a:moveTo>
                  <a:pt x="76117" y="90603"/>
                </a:moveTo>
                <a:cubicBezTo>
                  <a:pt x="76764" y="91873"/>
                  <a:pt x="77312" y="93093"/>
                  <a:pt x="77785" y="94238"/>
                </a:cubicBezTo>
                <a:lnTo>
                  <a:pt x="77884" y="94437"/>
                </a:lnTo>
                <a:cubicBezTo>
                  <a:pt x="78009" y="94735"/>
                  <a:pt x="78108" y="95059"/>
                  <a:pt x="78233" y="95333"/>
                </a:cubicBezTo>
                <a:cubicBezTo>
                  <a:pt x="78283" y="95507"/>
                  <a:pt x="78357" y="95681"/>
                  <a:pt x="78407" y="95855"/>
                </a:cubicBezTo>
                <a:cubicBezTo>
                  <a:pt x="78507" y="96079"/>
                  <a:pt x="78532" y="96303"/>
                  <a:pt x="78631" y="96552"/>
                </a:cubicBezTo>
                <a:cubicBezTo>
                  <a:pt x="78681" y="96702"/>
                  <a:pt x="78731" y="96876"/>
                  <a:pt x="78781" y="97050"/>
                </a:cubicBezTo>
                <a:cubicBezTo>
                  <a:pt x="78756" y="97050"/>
                  <a:pt x="78756" y="97075"/>
                  <a:pt x="78731" y="97075"/>
                </a:cubicBezTo>
                <a:cubicBezTo>
                  <a:pt x="78706" y="96926"/>
                  <a:pt x="78631" y="96727"/>
                  <a:pt x="78581" y="96577"/>
                </a:cubicBezTo>
                <a:cubicBezTo>
                  <a:pt x="78507" y="96353"/>
                  <a:pt x="78457" y="96179"/>
                  <a:pt x="78382" y="95955"/>
                </a:cubicBezTo>
                <a:cubicBezTo>
                  <a:pt x="78308" y="95756"/>
                  <a:pt x="78258" y="95582"/>
                  <a:pt x="78183" y="95432"/>
                </a:cubicBezTo>
                <a:cubicBezTo>
                  <a:pt x="78108" y="95158"/>
                  <a:pt x="77984" y="94860"/>
                  <a:pt x="77884" y="94561"/>
                </a:cubicBezTo>
                <a:cubicBezTo>
                  <a:pt x="77860" y="94511"/>
                  <a:pt x="77860" y="94462"/>
                  <a:pt x="77810" y="94412"/>
                </a:cubicBezTo>
                <a:cubicBezTo>
                  <a:pt x="77362" y="93217"/>
                  <a:pt x="76764" y="91948"/>
                  <a:pt x="76067" y="90628"/>
                </a:cubicBezTo>
                <a:lnTo>
                  <a:pt x="76117" y="90603"/>
                </a:lnTo>
                <a:close/>
                <a:moveTo>
                  <a:pt x="80528" y="95978"/>
                </a:moveTo>
                <a:cubicBezTo>
                  <a:pt x="80053" y="96453"/>
                  <a:pt x="79518" y="96826"/>
                  <a:pt x="79005" y="97200"/>
                </a:cubicBezTo>
                <a:lnTo>
                  <a:pt x="79005" y="97175"/>
                </a:lnTo>
                <a:lnTo>
                  <a:pt x="79005" y="97125"/>
                </a:lnTo>
                <a:cubicBezTo>
                  <a:pt x="79328" y="96926"/>
                  <a:pt x="79627" y="96702"/>
                  <a:pt x="79901" y="96453"/>
                </a:cubicBezTo>
                <a:cubicBezTo>
                  <a:pt x="80125" y="96303"/>
                  <a:pt x="80324" y="96129"/>
                  <a:pt x="80523" y="95980"/>
                </a:cubicBezTo>
                <a:cubicBezTo>
                  <a:pt x="80525" y="95979"/>
                  <a:pt x="80526" y="95978"/>
                  <a:pt x="80528" y="95978"/>
                </a:cubicBezTo>
                <a:close/>
                <a:moveTo>
                  <a:pt x="45426" y="94760"/>
                </a:moveTo>
                <a:cubicBezTo>
                  <a:pt x="45899" y="95233"/>
                  <a:pt x="46422" y="95656"/>
                  <a:pt x="47019" y="96005"/>
                </a:cubicBezTo>
                <a:cubicBezTo>
                  <a:pt x="46123" y="96453"/>
                  <a:pt x="45252" y="96851"/>
                  <a:pt x="44356" y="97224"/>
                </a:cubicBezTo>
                <a:cubicBezTo>
                  <a:pt x="44779" y="96428"/>
                  <a:pt x="45128" y="95607"/>
                  <a:pt x="45426" y="94760"/>
                </a:cubicBezTo>
                <a:close/>
                <a:moveTo>
                  <a:pt x="78855" y="97249"/>
                </a:moveTo>
                <a:lnTo>
                  <a:pt x="78855" y="97299"/>
                </a:lnTo>
                <a:lnTo>
                  <a:pt x="78830" y="97299"/>
                </a:lnTo>
                <a:cubicBezTo>
                  <a:pt x="78830" y="97324"/>
                  <a:pt x="78830" y="97324"/>
                  <a:pt x="78781" y="97349"/>
                </a:cubicBezTo>
                <a:lnTo>
                  <a:pt x="78781" y="97324"/>
                </a:lnTo>
                <a:lnTo>
                  <a:pt x="78781" y="97299"/>
                </a:lnTo>
                <a:lnTo>
                  <a:pt x="78830" y="97299"/>
                </a:lnTo>
                <a:lnTo>
                  <a:pt x="78855" y="97249"/>
                </a:lnTo>
                <a:close/>
                <a:moveTo>
                  <a:pt x="45252" y="94561"/>
                </a:moveTo>
                <a:lnTo>
                  <a:pt x="45277" y="94586"/>
                </a:lnTo>
                <a:cubicBezTo>
                  <a:pt x="45252" y="94611"/>
                  <a:pt x="45252" y="94686"/>
                  <a:pt x="45227" y="94710"/>
                </a:cubicBezTo>
                <a:lnTo>
                  <a:pt x="45227" y="94735"/>
                </a:lnTo>
                <a:cubicBezTo>
                  <a:pt x="45153" y="94860"/>
                  <a:pt x="45128" y="95034"/>
                  <a:pt x="45053" y="95158"/>
                </a:cubicBezTo>
                <a:lnTo>
                  <a:pt x="44680" y="96079"/>
                </a:lnTo>
                <a:cubicBezTo>
                  <a:pt x="44605" y="96279"/>
                  <a:pt x="44505" y="96478"/>
                  <a:pt x="44406" y="96677"/>
                </a:cubicBezTo>
                <a:cubicBezTo>
                  <a:pt x="44381" y="96727"/>
                  <a:pt x="44356" y="96776"/>
                  <a:pt x="44356" y="96826"/>
                </a:cubicBezTo>
                <a:cubicBezTo>
                  <a:pt x="44281" y="96976"/>
                  <a:pt x="44182" y="97100"/>
                  <a:pt x="44132" y="97249"/>
                </a:cubicBezTo>
                <a:cubicBezTo>
                  <a:pt x="44107" y="97299"/>
                  <a:pt x="44107" y="97324"/>
                  <a:pt x="44057" y="97374"/>
                </a:cubicBezTo>
                <a:cubicBezTo>
                  <a:pt x="44057" y="97374"/>
                  <a:pt x="44057" y="97374"/>
                  <a:pt x="44055" y="97374"/>
                </a:cubicBezTo>
                <a:lnTo>
                  <a:pt x="44055" y="97374"/>
                </a:lnTo>
                <a:cubicBezTo>
                  <a:pt x="44495" y="96421"/>
                  <a:pt x="44910" y="95515"/>
                  <a:pt x="45252" y="94561"/>
                </a:cubicBezTo>
                <a:close/>
                <a:moveTo>
                  <a:pt x="59341" y="89434"/>
                </a:moveTo>
                <a:cubicBezTo>
                  <a:pt x="59988" y="91724"/>
                  <a:pt x="60436" y="94113"/>
                  <a:pt x="60585" y="96453"/>
                </a:cubicBezTo>
                <a:cubicBezTo>
                  <a:pt x="58312" y="97064"/>
                  <a:pt x="56153" y="97378"/>
                  <a:pt x="54164" y="97378"/>
                </a:cubicBezTo>
                <a:cubicBezTo>
                  <a:pt x="52428" y="97378"/>
                  <a:pt x="50822" y="97139"/>
                  <a:pt x="49384" y="96652"/>
                </a:cubicBezTo>
                <a:cubicBezTo>
                  <a:pt x="49509" y="96179"/>
                  <a:pt x="49608" y="95681"/>
                  <a:pt x="49658" y="95183"/>
                </a:cubicBezTo>
                <a:cubicBezTo>
                  <a:pt x="52869" y="93491"/>
                  <a:pt x="56105" y="91574"/>
                  <a:pt x="59341" y="89434"/>
                </a:cubicBezTo>
                <a:close/>
                <a:moveTo>
                  <a:pt x="42215" y="86646"/>
                </a:moveTo>
                <a:cubicBezTo>
                  <a:pt x="42265" y="87741"/>
                  <a:pt x="42415" y="88762"/>
                  <a:pt x="42639" y="89732"/>
                </a:cubicBezTo>
                <a:cubicBezTo>
                  <a:pt x="41419" y="92246"/>
                  <a:pt x="39602" y="94611"/>
                  <a:pt x="37212" y="96602"/>
                </a:cubicBezTo>
                <a:cubicBezTo>
                  <a:pt x="37187" y="96627"/>
                  <a:pt x="37163" y="96677"/>
                  <a:pt x="37088" y="96702"/>
                </a:cubicBezTo>
                <a:cubicBezTo>
                  <a:pt x="36739" y="96976"/>
                  <a:pt x="36416" y="97249"/>
                  <a:pt x="36042" y="97523"/>
                </a:cubicBezTo>
                <a:cubicBezTo>
                  <a:pt x="35968" y="97299"/>
                  <a:pt x="35918" y="97075"/>
                  <a:pt x="35893" y="96901"/>
                </a:cubicBezTo>
                <a:cubicBezTo>
                  <a:pt x="35843" y="96727"/>
                  <a:pt x="35818" y="96577"/>
                  <a:pt x="35794" y="96378"/>
                </a:cubicBezTo>
                <a:cubicBezTo>
                  <a:pt x="35719" y="96104"/>
                  <a:pt x="35694" y="95806"/>
                  <a:pt x="35669" y="95482"/>
                </a:cubicBezTo>
                <a:cubicBezTo>
                  <a:pt x="35669" y="95383"/>
                  <a:pt x="35644" y="95333"/>
                  <a:pt x="35644" y="95233"/>
                </a:cubicBezTo>
                <a:cubicBezTo>
                  <a:pt x="35644" y="95183"/>
                  <a:pt x="35594" y="95109"/>
                  <a:pt x="35594" y="95059"/>
                </a:cubicBezTo>
                <a:cubicBezTo>
                  <a:pt x="35570" y="94611"/>
                  <a:pt x="35545" y="94138"/>
                  <a:pt x="35520" y="93715"/>
                </a:cubicBezTo>
                <a:lnTo>
                  <a:pt x="35520" y="93491"/>
                </a:lnTo>
                <a:lnTo>
                  <a:pt x="35520" y="93317"/>
                </a:lnTo>
                <a:lnTo>
                  <a:pt x="35520" y="92321"/>
                </a:lnTo>
                <a:cubicBezTo>
                  <a:pt x="35520" y="92122"/>
                  <a:pt x="35545" y="91948"/>
                  <a:pt x="35545" y="91748"/>
                </a:cubicBezTo>
                <a:cubicBezTo>
                  <a:pt x="35545" y="91450"/>
                  <a:pt x="35570" y="91151"/>
                  <a:pt x="35594" y="90852"/>
                </a:cubicBezTo>
                <a:lnTo>
                  <a:pt x="35594" y="90827"/>
                </a:lnTo>
                <a:cubicBezTo>
                  <a:pt x="35594" y="90628"/>
                  <a:pt x="35619" y="90479"/>
                  <a:pt x="35669" y="90280"/>
                </a:cubicBezTo>
                <a:cubicBezTo>
                  <a:pt x="35694" y="89981"/>
                  <a:pt x="35719" y="89658"/>
                  <a:pt x="35794" y="89359"/>
                </a:cubicBezTo>
                <a:cubicBezTo>
                  <a:pt x="35794" y="89334"/>
                  <a:pt x="35794" y="89284"/>
                  <a:pt x="35818" y="89259"/>
                </a:cubicBezTo>
                <a:cubicBezTo>
                  <a:pt x="37934" y="88537"/>
                  <a:pt x="40075" y="87666"/>
                  <a:pt x="42215" y="86646"/>
                </a:cubicBezTo>
                <a:close/>
                <a:moveTo>
                  <a:pt x="60610" y="96627"/>
                </a:moveTo>
                <a:lnTo>
                  <a:pt x="60610" y="96702"/>
                </a:lnTo>
                <a:cubicBezTo>
                  <a:pt x="58345" y="97324"/>
                  <a:pt x="56179" y="97623"/>
                  <a:pt x="54188" y="97623"/>
                </a:cubicBezTo>
                <a:cubicBezTo>
                  <a:pt x="52396" y="97623"/>
                  <a:pt x="50778" y="97374"/>
                  <a:pt x="49359" y="96901"/>
                </a:cubicBezTo>
                <a:cubicBezTo>
                  <a:pt x="49334" y="96901"/>
                  <a:pt x="49359" y="96851"/>
                  <a:pt x="49359" y="96826"/>
                </a:cubicBezTo>
                <a:cubicBezTo>
                  <a:pt x="50807" y="97317"/>
                  <a:pt x="52430" y="97561"/>
                  <a:pt x="54188" y="97561"/>
                </a:cubicBezTo>
                <a:cubicBezTo>
                  <a:pt x="56177" y="97561"/>
                  <a:pt x="58337" y="97248"/>
                  <a:pt x="60610" y="96627"/>
                </a:cubicBezTo>
                <a:close/>
                <a:moveTo>
                  <a:pt x="47219" y="96104"/>
                </a:moveTo>
                <a:cubicBezTo>
                  <a:pt x="47244" y="96154"/>
                  <a:pt x="47268" y="96154"/>
                  <a:pt x="47293" y="96179"/>
                </a:cubicBezTo>
                <a:cubicBezTo>
                  <a:pt x="46248" y="96677"/>
                  <a:pt x="45227" y="97175"/>
                  <a:pt x="44157" y="97648"/>
                </a:cubicBezTo>
                <a:cubicBezTo>
                  <a:pt x="44182" y="97573"/>
                  <a:pt x="44232" y="97548"/>
                  <a:pt x="44232" y="97473"/>
                </a:cubicBezTo>
                <a:cubicBezTo>
                  <a:pt x="45227" y="97050"/>
                  <a:pt x="46223" y="96577"/>
                  <a:pt x="47219" y="96104"/>
                </a:cubicBezTo>
                <a:close/>
                <a:moveTo>
                  <a:pt x="35570" y="89334"/>
                </a:moveTo>
                <a:cubicBezTo>
                  <a:pt x="35520" y="89707"/>
                  <a:pt x="35470" y="90106"/>
                  <a:pt x="35445" y="90479"/>
                </a:cubicBezTo>
                <a:cubicBezTo>
                  <a:pt x="35445" y="90579"/>
                  <a:pt x="35420" y="90678"/>
                  <a:pt x="35420" y="90753"/>
                </a:cubicBezTo>
                <a:lnTo>
                  <a:pt x="35420" y="90852"/>
                </a:lnTo>
                <a:cubicBezTo>
                  <a:pt x="35395" y="91126"/>
                  <a:pt x="35395" y="91375"/>
                  <a:pt x="35346" y="91649"/>
                </a:cubicBezTo>
                <a:lnTo>
                  <a:pt x="35346" y="91923"/>
                </a:lnTo>
                <a:cubicBezTo>
                  <a:pt x="35346" y="92072"/>
                  <a:pt x="35321" y="92196"/>
                  <a:pt x="35321" y="92346"/>
                </a:cubicBezTo>
                <a:lnTo>
                  <a:pt x="35321" y="92371"/>
                </a:lnTo>
                <a:lnTo>
                  <a:pt x="35321" y="93366"/>
                </a:lnTo>
                <a:lnTo>
                  <a:pt x="35321" y="93839"/>
                </a:lnTo>
                <a:cubicBezTo>
                  <a:pt x="35321" y="94213"/>
                  <a:pt x="35346" y="94586"/>
                  <a:pt x="35395" y="94934"/>
                </a:cubicBezTo>
                <a:lnTo>
                  <a:pt x="35395" y="94984"/>
                </a:lnTo>
                <a:cubicBezTo>
                  <a:pt x="35395" y="95084"/>
                  <a:pt x="35395" y="95134"/>
                  <a:pt x="35420" y="95233"/>
                </a:cubicBezTo>
                <a:cubicBezTo>
                  <a:pt x="35445" y="95681"/>
                  <a:pt x="35520" y="96129"/>
                  <a:pt x="35594" y="96577"/>
                </a:cubicBezTo>
                <a:cubicBezTo>
                  <a:pt x="35644" y="96727"/>
                  <a:pt x="35669" y="96851"/>
                  <a:pt x="35694" y="97000"/>
                </a:cubicBezTo>
                <a:cubicBezTo>
                  <a:pt x="35769" y="97224"/>
                  <a:pt x="35794" y="97473"/>
                  <a:pt x="35843" y="97697"/>
                </a:cubicBezTo>
                <a:lnTo>
                  <a:pt x="35818" y="97722"/>
                </a:lnTo>
                <a:cubicBezTo>
                  <a:pt x="35818" y="97722"/>
                  <a:pt x="35794" y="97722"/>
                  <a:pt x="35794" y="97772"/>
                </a:cubicBezTo>
                <a:cubicBezTo>
                  <a:pt x="35769" y="97448"/>
                  <a:pt x="35694" y="97224"/>
                  <a:pt x="35669" y="97025"/>
                </a:cubicBezTo>
                <a:cubicBezTo>
                  <a:pt x="35644" y="96851"/>
                  <a:pt x="35594" y="96702"/>
                  <a:pt x="35570" y="96528"/>
                </a:cubicBezTo>
                <a:cubicBezTo>
                  <a:pt x="35545" y="96403"/>
                  <a:pt x="35545" y="96303"/>
                  <a:pt x="35520" y="96179"/>
                </a:cubicBezTo>
                <a:cubicBezTo>
                  <a:pt x="35470" y="96055"/>
                  <a:pt x="35470" y="95905"/>
                  <a:pt x="35445" y="95731"/>
                </a:cubicBezTo>
                <a:cubicBezTo>
                  <a:pt x="35420" y="95557"/>
                  <a:pt x="35395" y="95333"/>
                  <a:pt x="35346" y="95158"/>
                </a:cubicBezTo>
                <a:cubicBezTo>
                  <a:pt x="35346" y="95034"/>
                  <a:pt x="35321" y="94910"/>
                  <a:pt x="35321" y="94735"/>
                </a:cubicBezTo>
                <a:lnTo>
                  <a:pt x="35321" y="94561"/>
                </a:lnTo>
                <a:cubicBezTo>
                  <a:pt x="35296" y="94287"/>
                  <a:pt x="35296" y="93989"/>
                  <a:pt x="35271" y="93715"/>
                </a:cubicBezTo>
                <a:lnTo>
                  <a:pt x="35271" y="93366"/>
                </a:lnTo>
                <a:lnTo>
                  <a:pt x="35271" y="92221"/>
                </a:lnTo>
                <a:lnTo>
                  <a:pt x="35271" y="92022"/>
                </a:lnTo>
                <a:cubicBezTo>
                  <a:pt x="35296" y="91574"/>
                  <a:pt x="35296" y="91126"/>
                  <a:pt x="35346" y="90678"/>
                </a:cubicBezTo>
                <a:cubicBezTo>
                  <a:pt x="35395" y="90230"/>
                  <a:pt x="35445" y="89757"/>
                  <a:pt x="35520" y="89334"/>
                </a:cubicBezTo>
                <a:close/>
                <a:moveTo>
                  <a:pt x="42688" y="90057"/>
                </a:moveTo>
                <a:cubicBezTo>
                  <a:pt x="41493" y="92496"/>
                  <a:pt x="39676" y="94810"/>
                  <a:pt x="37337" y="96776"/>
                </a:cubicBezTo>
                <a:lnTo>
                  <a:pt x="37262" y="96851"/>
                </a:lnTo>
                <a:cubicBezTo>
                  <a:pt x="36889" y="97175"/>
                  <a:pt x="36466" y="97473"/>
                  <a:pt x="36067" y="97772"/>
                </a:cubicBezTo>
                <a:lnTo>
                  <a:pt x="36067" y="97697"/>
                </a:lnTo>
                <a:cubicBezTo>
                  <a:pt x="36441" y="97424"/>
                  <a:pt x="36814" y="97150"/>
                  <a:pt x="37187" y="96826"/>
                </a:cubicBezTo>
                <a:cubicBezTo>
                  <a:pt x="37212" y="96801"/>
                  <a:pt x="37287" y="96776"/>
                  <a:pt x="37312" y="96727"/>
                </a:cubicBezTo>
                <a:cubicBezTo>
                  <a:pt x="39651" y="94761"/>
                  <a:pt x="41493" y="92496"/>
                  <a:pt x="42688" y="90057"/>
                </a:cubicBezTo>
                <a:close/>
                <a:moveTo>
                  <a:pt x="43933" y="97648"/>
                </a:moveTo>
                <a:cubicBezTo>
                  <a:pt x="43908" y="97672"/>
                  <a:pt x="43908" y="97722"/>
                  <a:pt x="43883" y="97772"/>
                </a:cubicBezTo>
                <a:cubicBezTo>
                  <a:pt x="43858" y="97772"/>
                  <a:pt x="43858" y="97772"/>
                  <a:pt x="43809" y="97797"/>
                </a:cubicBezTo>
                <a:cubicBezTo>
                  <a:pt x="43858" y="97772"/>
                  <a:pt x="43858" y="97697"/>
                  <a:pt x="43883" y="97672"/>
                </a:cubicBezTo>
                <a:cubicBezTo>
                  <a:pt x="43883" y="97648"/>
                  <a:pt x="43908" y="97648"/>
                  <a:pt x="43933" y="97648"/>
                </a:cubicBezTo>
                <a:close/>
                <a:moveTo>
                  <a:pt x="96329" y="81070"/>
                </a:moveTo>
                <a:cubicBezTo>
                  <a:pt x="96428" y="81120"/>
                  <a:pt x="96478" y="81145"/>
                  <a:pt x="96578" y="81170"/>
                </a:cubicBezTo>
                <a:cubicBezTo>
                  <a:pt x="91475" y="87119"/>
                  <a:pt x="85601" y="92744"/>
                  <a:pt x="79154" y="97797"/>
                </a:cubicBezTo>
                <a:cubicBezTo>
                  <a:pt x="79129" y="97598"/>
                  <a:pt x="79104" y="97523"/>
                  <a:pt x="79079" y="97399"/>
                </a:cubicBezTo>
                <a:cubicBezTo>
                  <a:pt x="79652" y="96976"/>
                  <a:pt x="80224" y="96552"/>
                  <a:pt x="80772" y="96104"/>
                </a:cubicBezTo>
                <a:cubicBezTo>
                  <a:pt x="80847" y="96079"/>
                  <a:pt x="80896" y="96005"/>
                  <a:pt x="80971" y="95980"/>
                </a:cubicBezTo>
                <a:cubicBezTo>
                  <a:pt x="80996" y="95955"/>
                  <a:pt x="81021" y="95930"/>
                  <a:pt x="81071" y="95930"/>
                </a:cubicBezTo>
                <a:cubicBezTo>
                  <a:pt x="81568" y="95557"/>
                  <a:pt x="82066" y="95183"/>
                  <a:pt x="82514" y="94785"/>
                </a:cubicBezTo>
                <a:cubicBezTo>
                  <a:pt x="82564" y="94785"/>
                  <a:pt x="82564" y="94735"/>
                  <a:pt x="82589" y="94735"/>
                </a:cubicBezTo>
                <a:cubicBezTo>
                  <a:pt x="82738" y="94611"/>
                  <a:pt x="82863" y="94486"/>
                  <a:pt x="83012" y="94412"/>
                </a:cubicBezTo>
                <a:lnTo>
                  <a:pt x="83062" y="94362"/>
                </a:lnTo>
                <a:cubicBezTo>
                  <a:pt x="83460" y="94014"/>
                  <a:pt x="83858" y="93715"/>
                  <a:pt x="84257" y="93366"/>
                </a:cubicBezTo>
                <a:cubicBezTo>
                  <a:pt x="84381" y="93267"/>
                  <a:pt x="84481" y="93192"/>
                  <a:pt x="84605" y="93068"/>
                </a:cubicBezTo>
                <a:cubicBezTo>
                  <a:pt x="84630" y="93018"/>
                  <a:pt x="84705" y="92993"/>
                  <a:pt x="84730" y="92943"/>
                </a:cubicBezTo>
                <a:cubicBezTo>
                  <a:pt x="84730" y="92943"/>
                  <a:pt x="84754" y="92943"/>
                  <a:pt x="84754" y="92893"/>
                </a:cubicBezTo>
                <a:lnTo>
                  <a:pt x="85974" y="91873"/>
                </a:lnTo>
                <a:cubicBezTo>
                  <a:pt x="86074" y="91773"/>
                  <a:pt x="86173" y="91699"/>
                  <a:pt x="86298" y="91599"/>
                </a:cubicBezTo>
                <a:cubicBezTo>
                  <a:pt x="86323" y="91574"/>
                  <a:pt x="86347" y="91549"/>
                  <a:pt x="86422" y="91500"/>
                </a:cubicBezTo>
                <a:lnTo>
                  <a:pt x="86447" y="91475"/>
                </a:lnTo>
                <a:cubicBezTo>
                  <a:pt x="86870" y="91101"/>
                  <a:pt x="87293" y="90703"/>
                  <a:pt x="87716" y="90330"/>
                </a:cubicBezTo>
                <a:lnTo>
                  <a:pt x="87741" y="90280"/>
                </a:lnTo>
                <a:lnTo>
                  <a:pt x="87816" y="90230"/>
                </a:lnTo>
                <a:cubicBezTo>
                  <a:pt x="87866" y="90155"/>
                  <a:pt x="87940" y="90106"/>
                  <a:pt x="88040" y="90031"/>
                </a:cubicBezTo>
                <a:cubicBezTo>
                  <a:pt x="88488" y="89608"/>
                  <a:pt x="88961" y="89160"/>
                  <a:pt x="89409" y="88712"/>
                </a:cubicBezTo>
                <a:lnTo>
                  <a:pt x="89558" y="88537"/>
                </a:lnTo>
                <a:lnTo>
                  <a:pt x="89957" y="88139"/>
                </a:lnTo>
                <a:cubicBezTo>
                  <a:pt x="90081" y="88015"/>
                  <a:pt x="90181" y="87890"/>
                  <a:pt x="90305" y="87791"/>
                </a:cubicBezTo>
                <a:lnTo>
                  <a:pt x="90430" y="87666"/>
                </a:lnTo>
                <a:cubicBezTo>
                  <a:pt x="90529" y="87542"/>
                  <a:pt x="90654" y="87467"/>
                  <a:pt x="90728" y="87343"/>
                </a:cubicBezTo>
                <a:lnTo>
                  <a:pt x="91326" y="86745"/>
                </a:lnTo>
                <a:cubicBezTo>
                  <a:pt x="91450" y="86621"/>
                  <a:pt x="91575" y="86472"/>
                  <a:pt x="91699" y="86347"/>
                </a:cubicBezTo>
                <a:cubicBezTo>
                  <a:pt x="92048" y="85999"/>
                  <a:pt x="92346" y="85625"/>
                  <a:pt x="92695" y="85252"/>
                </a:cubicBezTo>
                <a:lnTo>
                  <a:pt x="92794" y="85152"/>
                </a:lnTo>
                <a:lnTo>
                  <a:pt x="93068" y="84879"/>
                </a:lnTo>
                <a:lnTo>
                  <a:pt x="93118" y="84804"/>
                </a:lnTo>
                <a:cubicBezTo>
                  <a:pt x="94263" y="83609"/>
                  <a:pt x="95308" y="82365"/>
                  <a:pt x="96329" y="81070"/>
                </a:cubicBezTo>
                <a:close/>
                <a:moveTo>
                  <a:pt x="78905" y="97523"/>
                </a:moveTo>
                <a:cubicBezTo>
                  <a:pt x="78955" y="97598"/>
                  <a:pt x="78955" y="97697"/>
                  <a:pt x="78980" y="97797"/>
                </a:cubicBezTo>
                <a:lnTo>
                  <a:pt x="78980" y="97847"/>
                </a:lnTo>
                <a:cubicBezTo>
                  <a:pt x="78930" y="97847"/>
                  <a:pt x="78930" y="97872"/>
                  <a:pt x="78905" y="97872"/>
                </a:cubicBezTo>
                <a:cubicBezTo>
                  <a:pt x="78905" y="97847"/>
                  <a:pt x="78880" y="97797"/>
                  <a:pt x="78880" y="97772"/>
                </a:cubicBezTo>
                <a:cubicBezTo>
                  <a:pt x="78855" y="97697"/>
                  <a:pt x="78855" y="97598"/>
                  <a:pt x="78830" y="97548"/>
                </a:cubicBezTo>
                <a:lnTo>
                  <a:pt x="78905" y="97523"/>
                </a:lnTo>
                <a:close/>
                <a:moveTo>
                  <a:pt x="35893" y="97822"/>
                </a:moveTo>
                <a:lnTo>
                  <a:pt x="35893" y="97847"/>
                </a:lnTo>
                <a:lnTo>
                  <a:pt x="35893" y="97897"/>
                </a:lnTo>
                <a:lnTo>
                  <a:pt x="35843" y="97897"/>
                </a:lnTo>
                <a:cubicBezTo>
                  <a:pt x="35843" y="97897"/>
                  <a:pt x="35818" y="97897"/>
                  <a:pt x="35818" y="97921"/>
                </a:cubicBezTo>
                <a:lnTo>
                  <a:pt x="35818" y="97897"/>
                </a:lnTo>
                <a:lnTo>
                  <a:pt x="35843" y="97847"/>
                </a:lnTo>
                <a:lnTo>
                  <a:pt x="35893" y="97822"/>
                </a:lnTo>
                <a:close/>
                <a:moveTo>
                  <a:pt x="96777" y="81170"/>
                </a:moveTo>
                <a:cubicBezTo>
                  <a:pt x="96802" y="81170"/>
                  <a:pt x="96802" y="81170"/>
                  <a:pt x="96827" y="81220"/>
                </a:cubicBezTo>
                <a:cubicBezTo>
                  <a:pt x="91674" y="87218"/>
                  <a:pt x="85725" y="92918"/>
                  <a:pt x="79204" y="98021"/>
                </a:cubicBezTo>
                <a:cubicBezTo>
                  <a:pt x="79204" y="97971"/>
                  <a:pt x="79204" y="97946"/>
                  <a:pt x="79154" y="97946"/>
                </a:cubicBezTo>
                <a:cubicBezTo>
                  <a:pt x="85700" y="92844"/>
                  <a:pt x="91599" y="87144"/>
                  <a:pt x="96777" y="81170"/>
                </a:cubicBezTo>
                <a:close/>
                <a:moveTo>
                  <a:pt x="79029" y="98046"/>
                </a:moveTo>
                <a:lnTo>
                  <a:pt x="79029" y="98096"/>
                </a:lnTo>
                <a:cubicBezTo>
                  <a:pt x="79005" y="98096"/>
                  <a:pt x="79005" y="98145"/>
                  <a:pt x="78980" y="98145"/>
                </a:cubicBezTo>
                <a:lnTo>
                  <a:pt x="78980" y="98071"/>
                </a:lnTo>
                <a:cubicBezTo>
                  <a:pt x="78980" y="98071"/>
                  <a:pt x="79005" y="98046"/>
                  <a:pt x="79029" y="98046"/>
                </a:cubicBezTo>
                <a:close/>
                <a:moveTo>
                  <a:pt x="35321" y="89384"/>
                </a:moveTo>
                <a:cubicBezTo>
                  <a:pt x="35271" y="89832"/>
                  <a:pt x="35221" y="90255"/>
                  <a:pt x="35171" y="90703"/>
                </a:cubicBezTo>
                <a:lnTo>
                  <a:pt x="35171" y="90778"/>
                </a:lnTo>
                <a:cubicBezTo>
                  <a:pt x="35146" y="91226"/>
                  <a:pt x="35097" y="91649"/>
                  <a:pt x="35097" y="92097"/>
                </a:cubicBezTo>
                <a:lnTo>
                  <a:pt x="35097" y="92147"/>
                </a:lnTo>
                <a:lnTo>
                  <a:pt x="35097" y="92346"/>
                </a:lnTo>
                <a:lnTo>
                  <a:pt x="35097" y="93441"/>
                </a:lnTo>
                <a:lnTo>
                  <a:pt x="35097" y="93640"/>
                </a:lnTo>
                <a:lnTo>
                  <a:pt x="35097" y="93839"/>
                </a:lnTo>
                <a:cubicBezTo>
                  <a:pt x="35097" y="94138"/>
                  <a:pt x="35146" y="94462"/>
                  <a:pt x="35171" y="94735"/>
                </a:cubicBezTo>
                <a:cubicBezTo>
                  <a:pt x="35171" y="94860"/>
                  <a:pt x="35171" y="94984"/>
                  <a:pt x="35196" y="95109"/>
                </a:cubicBezTo>
                <a:lnTo>
                  <a:pt x="35196" y="95258"/>
                </a:lnTo>
                <a:cubicBezTo>
                  <a:pt x="35221" y="95557"/>
                  <a:pt x="35246" y="95806"/>
                  <a:pt x="35296" y="96055"/>
                </a:cubicBezTo>
                <a:cubicBezTo>
                  <a:pt x="35321" y="96204"/>
                  <a:pt x="35321" y="96353"/>
                  <a:pt x="35346" y="96503"/>
                </a:cubicBezTo>
                <a:cubicBezTo>
                  <a:pt x="35346" y="96552"/>
                  <a:pt x="35346" y="96577"/>
                  <a:pt x="35370" y="96627"/>
                </a:cubicBezTo>
                <a:cubicBezTo>
                  <a:pt x="35420" y="96876"/>
                  <a:pt x="35470" y="97100"/>
                  <a:pt x="35545" y="97349"/>
                </a:cubicBezTo>
                <a:cubicBezTo>
                  <a:pt x="35570" y="97498"/>
                  <a:pt x="35594" y="97623"/>
                  <a:pt x="35644" y="97797"/>
                </a:cubicBezTo>
                <a:cubicBezTo>
                  <a:pt x="35346" y="97996"/>
                  <a:pt x="35047" y="98195"/>
                  <a:pt x="34723" y="98369"/>
                </a:cubicBezTo>
                <a:cubicBezTo>
                  <a:pt x="34549" y="98494"/>
                  <a:pt x="34350" y="98618"/>
                  <a:pt x="34126" y="98743"/>
                </a:cubicBezTo>
                <a:cubicBezTo>
                  <a:pt x="33230" y="95955"/>
                  <a:pt x="32657" y="93093"/>
                  <a:pt x="32458" y="90255"/>
                </a:cubicBezTo>
                <a:cubicBezTo>
                  <a:pt x="33404" y="90006"/>
                  <a:pt x="34350" y="89707"/>
                  <a:pt x="35321" y="89384"/>
                </a:cubicBezTo>
                <a:close/>
                <a:moveTo>
                  <a:pt x="32284" y="90305"/>
                </a:moveTo>
                <a:cubicBezTo>
                  <a:pt x="32458" y="93167"/>
                  <a:pt x="33056" y="96055"/>
                  <a:pt x="33977" y="98817"/>
                </a:cubicBezTo>
                <a:cubicBezTo>
                  <a:pt x="33952" y="98817"/>
                  <a:pt x="33952" y="98842"/>
                  <a:pt x="33927" y="98842"/>
                </a:cubicBezTo>
                <a:cubicBezTo>
                  <a:pt x="32981" y="96079"/>
                  <a:pt x="32408" y="93167"/>
                  <a:pt x="32209" y="90330"/>
                </a:cubicBezTo>
                <a:cubicBezTo>
                  <a:pt x="32234" y="90330"/>
                  <a:pt x="32284" y="90305"/>
                  <a:pt x="32284" y="90305"/>
                </a:cubicBezTo>
                <a:close/>
                <a:moveTo>
                  <a:pt x="35694" y="97971"/>
                </a:moveTo>
                <a:lnTo>
                  <a:pt x="35719" y="98046"/>
                </a:lnTo>
                <a:cubicBezTo>
                  <a:pt x="35520" y="98195"/>
                  <a:pt x="35296" y="98320"/>
                  <a:pt x="35072" y="98444"/>
                </a:cubicBezTo>
                <a:cubicBezTo>
                  <a:pt x="34798" y="98643"/>
                  <a:pt x="34549" y="98817"/>
                  <a:pt x="34275" y="98967"/>
                </a:cubicBezTo>
                <a:cubicBezTo>
                  <a:pt x="34275" y="98942"/>
                  <a:pt x="34275" y="98942"/>
                  <a:pt x="34225" y="98917"/>
                </a:cubicBezTo>
                <a:cubicBezTo>
                  <a:pt x="34400" y="98793"/>
                  <a:pt x="34574" y="98668"/>
                  <a:pt x="34773" y="98569"/>
                </a:cubicBezTo>
                <a:cubicBezTo>
                  <a:pt x="35072" y="98394"/>
                  <a:pt x="35395" y="98195"/>
                  <a:pt x="35694" y="97971"/>
                </a:cubicBezTo>
                <a:close/>
                <a:moveTo>
                  <a:pt x="34051" y="99017"/>
                </a:moveTo>
                <a:cubicBezTo>
                  <a:pt x="34051" y="99041"/>
                  <a:pt x="34051" y="99041"/>
                  <a:pt x="34076" y="99066"/>
                </a:cubicBezTo>
                <a:cubicBezTo>
                  <a:pt x="34051" y="99066"/>
                  <a:pt x="34051" y="99091"/>
                  <a:pt x="34026" y="99091"/>
                </a:cubicBezTo>
                <a:cubicBezTo>
                  <a:pt x="34026" y="99066"/>
                  <a:pt x="34026" y="99066"/>
                  <a:pt x="33977" y="99041"/>
                </a:cubicBezTo>
                <a:cubicBezTo>
                  <a:pt x="34026" y="99041"/>
                  <a:pt x="34026" y="99017"/>
                  <a:pt x="34051" y="99017"/>
                </a:cubicBezTo>
                <a:close/>
                <a:moveTo>
                  <a:pt x="5700" y="96403"/>
                </a:moveTo>
                <a:cubicBezTo>
                  <a:pt x="6670" y="97445"/>
                  <a:pt x="7781" y="98393"/>
                  <a:pt x="8988" y="99201"/>
                </a:cubicBezTo>
                <a:lnTo>
                  <a:pt x="8988" y="99201"/>
                </a:lnTo>
                <a:cubicBezTo>
                  <a:pt x="8877" y="99173"/>
                  <a:pt x="8795" y="99128"/>
                  <a:pt x="8712" y="99066"/>
                </a:cubicBezTo>
                <a:cubicBezTo>
                  <a:pt x="8563" y="98967"/>
                  <a:pt x="8413" y="98842"/>
                  <a:pt x="8289" y="98768"/>
                </a:cubicBezTo>
                <a:cubicBezTo>
                  <a:pt x="8214" y="98693"/>
                  <a:pt x="8140" y="98668"/>
                  <a:pt x="8065" y="98593"/>
                </a:cubicBezTo>
                <a:cubicBezTo>
                  <a:pt x="7891" y="98444"/>
                  <a:pt x="7692" y="98320"/>
                  <a:pt x="7517" y="98170"/>
                </a:cubicBezTo>
                <a:cubicBezTo>
                  <a:pt x="7293" y="97971"/>
                  <a:pt x="7044" y="97822"/>
                  <a:pt x="6820" y="97598"/>
                </a:cubicBezTo>
                <a:cubicBezTo>
                  <a:pt x="6447" y="97249"/>
                  <a:pt x="6049" y="96901"/>
                  <a:pt x="5700" y="96528"/>
                </a:cubicBezTo>
                <a:lnTo>
                  <a:pt x="5700" y="96453"/>
                </a:lnTo>
                <a:lnTo>
                  <a:pt x="5700" y="96403"/>
                </a:lnTo>
                <a:close/>
                <a:moveTo>
                  <a:pt x="9069" y="99255"/>
                </a:moveTo>
                <a:cubicBezTo>
                  <a:pt x="9075" y="99258"/>
                  <a:pt x="9080" y="99262"/>
                  <a:pt x="9085" y="99266"/>
                </a:cubicBezTo>
                <a:cubicBezTo>
                  <a:pt x="9085" y="99266"/>
                  <a:pt x="9077" y="99266"/>
                  <a:pt x="9069" y="99255"/>
                </a:cubicBezTo>
                <a:close/>
                <a:moveTo>
                  <a:pt x="5800" y="96951"/>
                </a:moveTo>
                <a:lnTo>
                  <a:pt x="5800" y="96951"/>
                </a:lnTo>
                <a:cubicBezTo>
                  <a:pt x="5924" y="97050"/>
                  <a:pt x="6024" y="97175"/>
                  <a:pt x="6148" y="97249"/>
                </a:cubicBezTo>
                <a:lnTo>
                  <a:pt x="6223" y="97349"/>
                </a:lnTo>
                <a:cubicBezTo>
                  <a:pt x="6347" y="97473"/>
                  <a:pt x="6522" y="97598"/>
                  <a:pt x="6671" y="97722"/>
                </a:cubicBezTo>
                <a:cubicBezTo>
                  <a:pt x="6696" y="97772"/>
                  <a:pt x="6721" y="97772"/>
                  <a:pt x="6771" y="97797"/>
                </a:cubicBezTo>
                <a:cubicBezTo>
                  <a:pt x="6845" y="97847"/>
                  <a:pt x="6920" y="97946"/>
                  <a:pt x="7019" y="97996"/>
                </a:cubicBezTo>
                <a:cubicBezTo>
                  <a:pt x="7044" y="98046"/>
                  <a:pt x="7094" y="98071"/>
                  <a:pt x="7144" y="98096"/>
                </a:cubicBezTo>
                <a:cubicBezTo>
                  <a:pt x="7592" y="98569"/>
                  <a:pt x="8164" y="98967"/>
                  <a:pt x="8712" y="99390"/>
                </a:cubicBezTo>
                <a:cubicBezTo>
                  <a:pt x="8563" y="99290"/>
                  <a:pt x="8413" y="99166"/>
                  <a:pt x="8264" y="99066"/>
                </a:cubicBezTo>
                <a:cubicBezTo>
                  <a:pt x="8140" y="98967"/>
                  <a:pt x="8015" y="98917"/>
                  <a:pt x="7916" y="98817"/>
                </a:cubicBezTo>
                <a:cubicBezTo>
                  <a:pt x="7766" y="98718"/>
                  <a:pt x="7642" y="98593"/>
                  <a:pt x="7467" y="98494"/>
                </a:cubicBezTo>
                <a:cubicBezTo>
                  <a:pt x="7343" y="98419"/>
                  <a:pt x="7219" y="98320"/>
                  <a:pt x="7094" y="98195"/>
                </a:cubicBezTo>
                <a:cubicBezTo>
                  <a:pt x="6970" y="98096"/>
                  <a:pt x="6845" y="97996"/>
                  <a:pt x="6721" y="97872"/>
                </a:cubicBezTo>
                <a:cubicBezTo>
                  <a:pt x="6596" y="97772"/>
                  <a:pt x="6472" y="97672"/>
                  <a:pt x="6323" y="97548"/>
                </a:cubicBezTo>
                <a:cubicBezTo>
                  <a:pt x="6198" y="97448"/>
                  <a:pt x="6098" y="97324"/>
                  <a:pt x="5974" y="97224"/>
                </a:cubicBezTo>
                <a:lnTo>
                  <a:pt x="5825" y="97075"/>
                </a:lnTo>
                <a:cubicBezTo>
                  <a:pt x="5825" y="97050"/>
                  <a:pt x="5800" y="96976"/>
                  <a:pt x="5800" y="96951"/>
                </a:cubicBezTo>
                <a:close/>
                <a:moveTo>
                  <a:pt x="68700" y="95955"/>
                </a:moveTo>
                <a:lnTo>
                  <a:pt x="68749" y="95980"/>
                </a:lnTo>
                <a:cubicBezTo>
                  <a:pt x="68675" y="96030"/>
                  <a:pt x="68625" y="96079"/>
                  <a:pt x="68550" y="96104"/>
                </a:cubicBezTo>
                <a:cubicBezTo>
                  <a:pt x="67281" y="97000"/>
                  <a:pt x="66036" y="97847"/>
                  <a:pt x="64767" y="98693"/>
                </a:cubicBezTo>
                <a:cubicBezTo>
                  <a:pt x="64386" y="98934"/>
                  <a:pt x="64010" y="99174"/>
                  <a:pt x="63637" y="99410"/>
                </a:cubicBezTo>
                <a:lnTo>
                  <a:pt x="63637" y="99410"/>
                </a:lnTo>
                <a:cubicBezTo>
                  <a:pt x="63778" y="99319"/>
                  <a:pt x="63911" y="99225"/>
                  <a:pt x="64045" y="99141"/>
                </a:cubicBezTo>
                <a:cubicBezTo>
                  <a:pt x="64717" y="98693"/>
                  <a:pt x="65439" y="98220"/>
                  <a:pt x="66136" y="97772"/>
                </a:cubicBezTo>
                <a:cubicBezTo>
                  <a:pt x="66459" y="97548"/>
                  <a:pt x="66808" y="97299"/>
                  <a:pt x="67156" y="97050"/>
                </a:cubicBezTo>
                <a:cubicBezTo>
                  <a:pt x="67679" y="96677"/>
                  <a:pt x="68202" y="96328"/>
                  <a:pt x="68700" y="95955"/>
                </a:cubicBezTo>
                <a:close/>
                <a:moveTo>
                  <a:pt x="42813" y="90429"/>
                </a:moveTo>
                <a:cubicBezTo>
                  <a:pt x="43311" y="91972"/>
                  <a:pt x="44057" y="93317"/>
                  <a:pt x="45053" y="94437"/>
                </a:cubicBezTo>
                <a:cubicBezTo>
                  <a:pt x="44680" y="95482"/>
                  <a:pt x="44232" y="96552"/>
                  <a:pt x="43684" y="97573"/>
                </a:cubicBezTo>
                <a:cubicBezTo>
                  <a:pt x="41394" y="98569"/>
                  <a:pt x="39104" y="99415"/>
                  <a:pt x="36914" y="100087"/>
                </a:cubicBezTo>
                <a:cubicBezTo>
                  <a:pt x="36839" y="99938"/>
                  <a:pt x="36764" y="99813"/>
                  <a:pt x="36715" y="99689"/>
                </a:cubicBezTo>
                <a:cubicBezTo>
                  <a:pt x="36690" y="99589"/>
                  <a:pt x="36615" y="99465"/>
                  <a:pt x="36590" y="99390"/>
                </a:cubicBezTo>
                <a:lnTo>
                  <a:pt x="36590" y="99340"/>
                </a:lnTo>
                <a:cubicBezTo>
                  <a:pt x="36441" y="98917"/>
                  <a:pt x="36291" y="98444"/>
                  <a:pt x="36167" y="97971"/>
                </a:cubicBezTo>
                <a:cubicBezTo>
                  <a:pt x="36192" y="97946"/>
                  <a:pt x="36217" y="97921"/>
                  <a:pt x="36267" y="97921"/>
                </a:cubicBezTo>
                <a:cubicBezTo>
                  <a:pt x="36665" y="97598"/>
                  <a:pt x="37063" y="97324"/>
                  <a:pt x="37436" y="96976"/>
                </a:cubicBezTo>
                <a:cubicBezTo>
                  <a:pt x="37461" y="96951"/>
                  <a:pt x="37511" y="96951"/>
                  <a:pt x="37511" y="96926"/>
                </a:cubicBezTo>
                <a:cubicBezTo>
                  <a:pt x="39776" y="95034"/>
                  <a:pt x="41568" y="92819"/>
                  <a:pt x="42813" y="90429"/>
                </a:cubicBezTo>
                <a:close/>
                <a:moveTo>
                  <a:pt x="35968" y="98046"/>
                </a:moveTo>
                <a:lnTo>
                  <a:pt x="36167" y="98693"/>
                </a:lnTo>
                <a:cubicBezTo>
                  <a:pt x="36167" y="98718"/>
                  <a:pt x="36167" y="98718"/>
                  <a:pt x="36192" y="98743"/>
                </a:cubicBezTo>
                <a:cubicBezTo>
                  <a:pt x="36217" y="98842"/>
                  <a:pt x="36242" y="98917"/>
                  <a:pt x="36291" y="98992"/>
                </a:cubicBezTo>
                <a:lnTo>
                  <a:pt x="36391" y="99290"/>
                </a:lnTo>
                <a:lnTo>
                  <a:pt x="36466" y="99564"/>
                </a:lnTo>
                <a:cubicBezTo>
                  <a:pt x="36466" y="99589"/>
                  <a:pt x="36515" y="99614"/>
                  <a:pt x="36515" y="99664"/>
                </a:cubicBezTo>
                <a:cubicBezTo>
                  <a:pt x="36565" y="99813"/>
                  <a:pt x="36640" y="99938"/>
                  <a:pt x="36690" y="100087"/>
                </a:cubicBezTo>
                <a:lnTo>
                  <a:pt x="36690" y="100112"/>
                </a:lnTo>
                <a:lnTo>
                  <a:pt x="36640" y="100112"/>
                </a:lnTo>
                <a:cubicBezTo>
                  <a:pt x="36590" y="100087"/>
                  <a:pt x="36590" y="100037"/>
                  <a:pt x="36565" y="99987"/>
                </a:cubicBezTo>
                <a:cubicBezTo>
                  <a:pt x="36466" y="99788"/>
                  <a:pt x="36391" y="99539"/>
                  <a:pt x="36291" y="99290"/>
                </a:cubicBezTo>
                <a:cubicBezTo>
                  <a:pt x="36267" y="99191"/>
                  <a:pt x="36217" y="99066"/>
                  <a:pt x="36167" y="98967"/>
                </a:cubicBezTo>
                <a:lnTo>
                  <a:pt x="36167" y="98942"/>
                </a:lnTo>
                <a:cubicBezTo>
                  <a:pt x="36067" y="98668"/>
                  <a:pt x="35968" y="98369"/>
                  <a:pt x="35918" y="98096"/>
                </a:cubicBezTo>
                <a:lnTo>
                  <a:pt x="35943" y="98071"/>
                </a:lnTo>
                <a:lnTo>
                  <a:pt x="35968" y="98046"/>
                </a:lnTo>
                <a:close/>
                <a:moveTo>
                  <a:pt x="5551" y="97075"/>
                </a:moveTo>
                <a:lnTo>
                  <a:pt x="5601" y="97175"/>
                </a:lnTo>
                <a:cubicBezTo>
                  <a:pt x="5675" y="97374"/>
                  <a:pt x="5725" y="97573"/>
                  <a:pt x="5800" y="97797"/>
                </a:cubicBezTo>
                <a:cubicBezTo>
                  <a:pt x="5899" y="98096"/>
                  <a:pt x="5974" y="98369"/>
                  <a:pt x="6074" y="98668"/>
                </a:cubicBezTo>
                <a:cubicBezTo>
                  <a:pt x="6173" y="98942"/>
                  <a:pt x="6298" y="99216"/>
                  <a:pt x="6397" y="99465"/>
                </a:cubicBezTo>
                <a:cubicBezTo>
                  <a:pt x="6497" y="99704"/>
                  <a:pt x="6565" y="99928"/>
                  <a:pt x="6652" y="100148"/>
                </a:cubicBezTo>
                <a:lnTo>
                  <a:pt x="6652" y="100148"/>
                </a:lnTo>
                <a:cubicBezTo>
                  <a:pt x="6626" y="100095"/>
                  <a:pt x="6591" y="100021"/>
                  <a:pt x="6571" y="99962"/>
                </a:cubicBezTo>
                <a:cubicBezTo>
                  <a:pt x="6347" y="99514"/>
                  <a:pt x="6173" y="98992"/>
                  <a:pt x="5974" y="98469"/>
                </a:cubicBezTo>
                <a:cubicBezTo>
                  <a:pt x="5974" y="98444"/>
                  <a:pt x="5974" y="98444"/>
                  <a:pt x="5949" y="98419"/>
                </a:cubicBezTo>
                <a:cubicBezTo>
                  <a:pt x="5800" y="97971"/>
                  <a:pt x="5675" y="97548"/>
                  <a:pt x="5551" y="97075"/>
                </a:cubicBezTo>
                <a:close/>
                <a:moveTo>
                  <a:pt x="75868" y="90753"/>
                </a:moveTo>
                <a:cubicBezTo>
                  <a:pt x="76491" y="91972"/>
                  <a:pt x="77038" y="93167"/>
                  <a:pt x="77486" y="94287"/>
                </a:cubicBezTo>
                <a:cubicBezTo>
                  <a:pt x="77511" y="94362"/>
                  <a:pt x="77586" y="94462"/>
                  <a:pt x="77611" y="94561"/>
                </a:cubicBezTo>
                <a:cubicBezTo>
                  <a:pt x="77735" y="94835"/>
                  <a:pt x="77835" y="95109"/>
                  <a:pt x="77909" y="95432"/>
                </a:cubicBezTo>
                <a:cubicBezTo>
                  <a:pt x="77984" y="95607"/>
                  <a:pt x="78084" y="95806"/>
                  <a:pt x="78133" y="95980"/>
                </a:cubicBezTo>
                <a:lnTo>
                  <a:pt x="78333" y="96652"/>
                </a:lnTo>
                <a:cubicBezTo>
                  <a:pt x="78382" y="96826"/>
                  <a:pt x="78457" y="97050"/>
                  <a:pt x="78507" y="97224"/>
                </a:cubicBezTo>
                <a:cubicBezTo>
                  <a:pt x="77860" y="97697"/>
                  <a:pt x="77163" y="98170"/>
                  <a:pt x="76491" y="98593"/>
                </a:cubicBezTo>
                <a:lnTo>
                  <a:pt x="76217" y="98793"/>
                </a:lnTo>
                <a:cubicBezTo>
                  <a:pt x="76142" y="98842"/>
                  <a:pt x="76043" y="98892"/>
                  <a:pt x="75993" y="98942"/>
                </a:cubicBezTo>
                <a:cubicBezTo>
                  <a:pt x="75420" y="99315"/>
                  <a:pt x="74873" y="99664"/>
                  <a:pt x="74300" y="100012"/>
                </a:cubicBezTo>
                <a:cubicBezTo>
                  <a:pt x="74275" y="100037"/>
                  <a:pt x="74176" y="100087"/>
                  <a:pt x="74101" y="100162"/>
                </a:cubicBezTo>
                <a:cubicBezTo>
                  <a:pt x="73902" y="100037"/>
                  <a:pt x="73728" y="99913"/>
                  <a:pt x="73529" y="99763"/>
                </a:cubicBezTo>
                <a:cubicBezTo>
                  <a:pt x="73479" y="99689"/>
                  <a:pt x="73404" y="99664"/>
                  <a:pt x="73304" y="99589"/>
                </a:cubicBezTo>
                <a:cubicBezTo>
                  <a:pt x="73180" y="99514"/>
                  <a:pt x="73105" y="99415"/>
                  <a:pt x="72981" y="99315"/>
                </a:cubicBezTo>
                <a:lnTo>
                  <a:pt x="72508" y="98942"/>
                </a:lnTo>
                <a:cubicBezTo>
                  <a:pt x="72458" y="98917"/>
                  <a:pt x="72433" y="98892"/>
                  <a:pt x="72384" y="98842"/>
                </a:cubicBezTo>
                <a:cubicBezTo>
                  <a:pt x="72184" y="98693"/>
                  <a:pt x="72035" y="98544"/>
                  <a:pt x="71861" y="98394"/>
                </a:cubicBezTo>
                <a:lnTo>
                  <a:pt x="71786" y="98320"/>
                </a:lnTo>
                <a:cubicBezTo>
                  <a:pt x="71637" y="98170"/>
                  <a:pt x="71438" y="98021"/>
                  <a:pt x="71263" y="97847"/>
                </a:cubicBezTo>
                <a:cubicBezTo>
                  <a:pt x="71239" y="97822"/>
                  <a:pt x="71189" y="97797"/>
                  <a:pt x="71139" y="97772"/>
                </a:cubicBezTo>
                <a:cubicBezTo>
                  <a:pt x="70990" y="97648"/>
                  <a:pt x="70815" y="97473"/>
                  <a:pt x="70666" y="97324"/>
                </a:cubicBezTo>
                <a:lnTo>
                  <a:pt x="70492" y="97150"/>
                </a:lnTo>
                <a:lnTo>
                  <a:pt x="70118" y="96776"/>
                </a:lnTo>
                <a:cubicBezTo>
                  <a:pt x="70019" y="96677"/>
                  <a:pt x="69894" y="96577"/>
                  <a:pt x="69795" y="96453"/>
                </a:cubicBezTo>
                <a:cubicBezTo>
                  <a:pt x="69695" y="96353"/>
                  <a:pt x="69621" y="96229"/>
                  <a:pt x="69496" y="96154"/>
                </a:cubicBezTo>
                <a:lnTo>
                  <a:pt x="69197" y="95855"/>
                </a:lnTo>
                <a:cubicBezTo>
                  <a:pt x="69994" y="95308"/>
                  <a:pt x="70741" y="94735"/>
                  <a:pt x="71512" y="94188"/>
                </a:cubicBezTo>
                <a:cubicBezTo>
                  <a:pt x="71662" y="94063"/>
                  <a:pt x="71811" y="93939"/>
                  <a:pt x="71985" y="93839"/>
                </a:cubicBezTo>
                <a:cubicBezTo>
                  <a:pt x="72732" y="93292"/>
                  <a:pt x="73504" y="92694"/>
                  <a:pt x="74225" y="92097"/>
                </a:cubicBezTo>
                <a:cubicBezTo>
                  <a:pt x="74425" y="91948"/>
                  <a:pt x="74624" y="91748"/>
                  <a:pt x="74848" y="91599"/>
                </a:cubicBezTo>
                <a:lnTo>
                  <a:pt x="75868" y="90753"/>
                </a:lnTo>
                <a:close/>
                <a:moveTo>
                  <a:pt x="69123" y="95980"/>
                </a:moveTo>
                <a:cubicBezTo>
                  <a:pt x="69197" y="96079"/>
                  <a:pt x="69272" y="96179"/>
                  <a:pt x="69372" y="96229"/>
                </a:cubicBezTo>
                <a:lnTo>
                  <a:pt x="69695" y="96577"/>
                </a:lnTo>
                <a:lnTo>
                  <a:pt x="69894" y="96776"/>
                </a:lnTo>
                <a:cubicBezTo>
                  <a:pt x="71363" y="98195"/>
                  <a:pt x="72732" y="99390"/>
                  <a:pt x="73927" y="100211"/>
                </a:cubicBezTo>
                <a:cubicBezTo>
                  <a:pt x="73902" y="100286"/>
                  <a:pt x="73902" y="100286"/>
                  <a:pt x="73877" y="100286"/>
                </a:cubicBezTo>
                <a:cubicBezTo>
                  <a:pt x="72433" y="99290"/>
                  <a:pt x="70815" y="97847"/>
                  <a:pt x="69048" y="96030"/>
                </a:cubicBezTo>
                <a:lnTo>
                  <a:pt x="69123" y="95980"/>
                </a:lnTo>
                <a:close/>
                <a:moveTo>
                  <a:pt x="78606" y="97424"/>
                </a:moveTo>
                <a:lnTo>
                  <a:pt x="78606" y="97448"/>
                </a:lnTo>
                <a:lnTo>
                  <a:pt x="78606" y="97473"/>
                </a:lnTo>
                <a:cubicBezTo>
                  <a:pt x="78482" y="97573"/>
                  <a:pt x="78357" y="97672"/>
                  <a:pt x="78233" y="97722"/>
                </a:cubicBezTo>
                <a:cubicBezTo>
                  <a:pt x="77735" y="98071"/>
                  <a:pt x="77188" y="98444"/>
                  <a:pt x="76715" y="98793"/>
                </a:cubicBezTo>
                <a:cubicBezTo>
                  <a:pt x="76441" y="98942"/>
                  <a:pt x="76242" y="99091"/>
                  <a:pt x="75993" y="99266"/>
                </a:cubicBezTo>
                <a:lnTo>
                  <a:pt x="74947" y="99913"/>
                </a:lnTo>
                <a:cubicBezTo>
                  <a:pt x="74848" y="99962"/>
                  <a:pt x="74698" y="100062"/>
                  <a:pt x="74574" y="100137"/>
                </a:cubicBezTo>
                <a:cubicBezTo>
                  <a:pt x="74524" y="100186"/>
                  <a:pt x="74425" y="100261"/>
                  <a:pt x="74300" y="100286"/>
                </a:cubicBezTo>
                <a:cubicBezTo>
                  <a:pt x="74350" y="100211"/>
                  <a:pt x="74400" y="100186"/>
                  <a:pt x="74425" y="100162"/>
                </a:cubicBezTo>
                <a:cubicBezTo>
                  <a:pt x="74499" y="100137"/>
                  <a:pt x="74574" y="100062"/>
                  <a:pt x="74649" y="100037"/>
                </a:cubicBezTo>
                <a:cubicBezTo>
                  <a:pt x="74773" y="99938"/>
                  <a:pt x="74922" y="99888"/>
                  <a:pt x="75047" y="99788"/>
                </a:cubicBezTo>
                <a:cubicBezTo>
                  <a:pt x="75097" y="99788"/>
                  <a:pt x="75097" y="99763"/>
                  <a:pt x="75122" y="99763"/>
                </a:cubicBezTo>
                <a:cubicBezTo>
                  <a:pt x="75470" y="99539"/>
                  <a:pt x="75794" y="99315"/>
                  <a:pt x="76117" y="99091"/>
                </a:cubicBezTo>
                <a:cubicBezTo>
                  <a:pt x="76291" y="98967"/>
                  <a:pt x="76441" y="98892"/>
                  <a:pt x="76640" y="98768"/>
                </a:cubicBezTo>
                <a:cubicBezTo>
                  <a:pt x="76739" y="98693"/>
                  <a:pt x="76814" y="98643"/>
                  <a:pt x="76889" y="98593"/>
                </a:cubicBezTo>
                <a:cubicBezTo>
                  <a:pt x="77312" y="98320"/>
                  <a:pt x="77735" y="98021"/>
                  <a:pt x="78158" y="97722"/>
                </a:cubicBezTo>
                <a:cubicBezTo>
                  <a:pt x="78308" y="97623"/>
                  <a:pt x="78482" y="97548"/>
                  <a:pt x="78606" y="97424"/>
                </a:cubicBezTo>
                <a:close/>
                <a:moveTo>
                  <a:pt x="43560" y="97797"/>
                </a:moveTo>
                <a:cubicBezTo>
                  <a:pt x="43535" y="97822"/>
                  <a:pt x="43535" y="97897"/>
                  <a:pt x="43510" y="97921"/>
                </a:cubicBezTo>
                <a:cubicBezTo>
                  <a:pt x="41319" y="98842"/>
                  <a:pt x="39154" y="99664"/>
                  <a:pt x="37038" y="100311"/>
                </a:cubicBezTo>
                <a:cubicBezTo>
                  <a:pt x="37038" y="100286"/>
                  <a:pt x="37013" y="100261"/>
                  <a:pt x="37013" y="100211"/>
                </a:cubicBezTo>
                <a:cubicBezTo>
                  <a:pt x="39129" y="99564"/>
                  <a:pt x="41319" y="98718"/>
                  <a:pt x="43560" y="97797"/>
                </a:cubicBezTo>
                <a:close/>
                <a:moveTo>
                  <a:pt x="36789" y="100311"/>
                </a:moveTo>
                <a:lnTo>
                  <a:pt x="36789" y="100336"/>
                </a:lnTo>
                <a:cubicBezTo>
                  <a:pt x="36789" y="100336"/>
                  <a:pt x="36789" y="100386"/>
                  <a:pt x="36814" y="100386"/>
                </a:cubicBezTo>
                <a:cubicBezTo>
                  <a:pt x="36789" y="100386"/>
                  <a:pt x="36764" y="100386"/>
                  <a:pt x="36764" y="100410"/>
                </a:cubicBezTo>
                <a:cubicBezTo>
                  <a:pt x="36764" y="100386"/>
                  <a:pt x="36715" y="100336"/>
                  <a:pt x="36715" y="100311"/>
                </a:cubicBezTo>
                <a:close/>
                <a:moveTo>
                  <a:pt x="74126" y="100386"/>
                </a:moveTo>
                <a:cubicBezTo>
                  <a:pt x="74126" y="100386"/>
                  <a:pt x="74151" y="100386"/>
                  <a:pt x="74151" y="100410"/>
                </a:cubicBezTo>
                <a:cubicBezTo>
                  <a:pt x="74126" y="100410"/>
                  <a:pt x="74126" y="100435"/>
                  <a:pt x="74101" y="100435"/>
                </a:cubicBezTo>
                <a:cubicBezTo>
                  <a:pt x="74101" y="100435"/>
                  <a:pt x="74051" y="100435"/>
                  <a:pt x="74026" y="100411"/>
                </a:cubicBezTo>
                <a:lnTo>
                  <a:pt x="74026" y="100411"/>
                </a:lnTo>
                <a:cubicBezTo>
                  <a:pt x="74026" y="100411"/>
                  <a:pt x="74026" y="100411"/>
                  <a:pt x="74026" y="100411"/>
                </a:cubicBezTo>
                <a:lnTo>
                  <a:pt x="74026" y="100411"/>
                </a:lnTo>
                <a:cubicBezTo>
                  <a:pt x="74039" y="100423"/>
                  <a:pt x="74039" y="100429"/>
                  <a:pt x="74036" y="100429"/>
                </a:cubicBezTo>
                <a:cubicBezTo>
                  <a:pt x="74033" y="100429"/>
                  <a:pt x="74026" y="100423"/>
                  <a:pt x="74026" y="100410"/>
                </a:cubicBezTo>
                <a:lnTo>
                  <a:pt x="74026" y="100410"/>
                </a:lnTo>
                <a:cubicBezTo>
                  <a:pt x="74026" y="100410"/>
                  <a:pt x="74026" y="100410"/>
                  <a:pt x="74026" y="100410"/>
                </a:cubicBezTo>
                <a:cubicBezTo>
                  <a:pt x="74051" y="100410"/>
                  <a:pt x="74051" y="100386"/>
                  <a:pt x="74101" y="100386"/>
                </a:cubicBezTo>
                <a:close/>
                <a:moveTo>
                  <a:pt x="35719" y="98220"/>
                </a:moveTo>
                <a:cubicBezTo>
                  <a:pt x="35769" y="98345"/>
                  <a:pt x="35794" y="98444"/>
                  <a:pt x="35818" y="98544"/>
                </a:cubicBezTo>
                <a:cubicBezTo>
                  <a:pt x="35843" y="98668"/>
                  <a:pt x="35893" y="98768"/>
                  <a:pt x="35918" y="98892"/>
                </a:cubicBezTo>
                <a:cubicBezTo>
                  <a:pt x="35918" y="98917"/>
                  <a:pt x="35943" y="98942"/>
                  <a:pt x="35943" y="98942"/>
                </a:cubicBezTo>
                <a:cubicBezTo>
                  <a:pt x="35943" y="98942"/>
                  <a:pt x="35943" y="98967"/>
                  <a:pt x="35968" y="98967"/>
                </a:cubicBezTo>
                <a:cubicBezTo>
                  <a:pt x="36018" y="99091"/>
                  <a:pt x="36067" y="99191"/>
                  <a:pt x="36092" y="99315"/>
                </a:cubicBezTo>
                <a:cubicBezTo>
                  <a:pt x="36092" y="99340"/>
                  <a:pt x="36142" y="99415"/>
                  <a:pt x="36142" y="99440"/>
                </a:cubicBezTo>
                <a:cubicBezTo>
                  <a:pt x="36167" y="99564"/>
                  <a:pt x="36217" y="99664"/>
                  <a:pt x="36267" y="99788"/>
                </a:cubicBezTo>
                <a:cubicBezTo>
                  <a:pt x="36316" y="99913"/>
                  <a:pt x="36341" y="100037"/>
                  <a:pt x="36416" y="100162"/>
                </a:cubicBezTo>
                <a:lnTo>
                  <a:pt x="34823" y="100635"/>
                </a:lnTo>
                <a:cubicBezTo>
                  <a:pt x="34673" y="100162"/>
                  <a:pt x="34474" y="99664"/>
                  <a:pt x="34300" y="99166"/>
                </a:cubicBezTo>
                <a:cubicBezTo>
                  <a:pt x="34549" y="99017"/>
                  <a:pt x="34773" y="98842"/>
                  <a:pt x="34972" y="98693"/>
                </a:cubicBezTo>
                <a:lnTo>
                  <a:pt x="35719" y="98220"/>
                </a:lnTo>
                <a:close/>
                <a:moveTo>
                  <a:pt x="34126" y="99241"/>
                </a:moveTo>
                <a:cubicBezTo>
                  <a:pt x="34325" y="99763"/>
                  <a:pt x="34499" y="100211"/>
                  <a:pt x="34698" y="100709"/>
                </a:cubicBezTo>
                <a:cubicBezTo>
                  <a:pt x="34673" y="100709"/>
                  <a:pt x="34673" y="100709"/>
                  <a:pt x="34649" y="100759"/>
                </a:cubicBezTo>
                <a:cubicBezTo>
                  <a:pt x="34449" y="100261"/>
                  <a:pt x="34275" y="99788"/>
                  <a:pt x="34076" y="99290"/>
                </a:cubicBezTo>
                <a:cubicBezTo>
                  <a:pt x="34101" y="99290"/>
                  <a:pt x="34101" y="99241"/>
                  <a:pt x="34126" y="99241"/>
                </a:cubicBezTo>
                <a:close/>
                <a:moveTo>
                  <a:pt x="67306" y="94437"/>
                </a:moveTo>
                <a:lnTo>
                  <a:pt x="67380" y="94486"/>
                </a:lnTo>
                <a:cubicBezTo>
                  <a:pt x="67555" y="94710"/>
                  <a:pt x="67779" y="94934"/>
                  <a:pt x="67953" y="95134"/>
                </a:cubicBezTo>
                <a:cubicBezTo>
                  <a:pt x="68177" y="95358"/>
                  <a:pt x="68401" y="95607"/>
                  <a:pt x="68625" y="95831"/>
                </a:cubicBezTo>
                <a:cubicBezTo>
                  <a:pt x="68077" y="96204"/>
                  <a:pt x="67555" y="96577"/>
                  <a:pt x="67032" y="96926"/>
                </a:cubicBezTo>
                <a:cubicBezTo>
                  <a:pt x="66683" y="97125"/>
                  <a:pt x="66335" y="97374"/>
                  <a:pt x="66036" y="97598"/>
                </a:cubicBezTo>
                <a:cubicBezTo>
                  <a:pt x="65364" y="98046"/>
                  <a:pt x="64717" y="98444"/>
                  <a:pt x="64070" y="98892"/>
                </a:cubicBezTo>
                <a:cubicBezTo>
                  <a:pt x="63821" y="99041"/>
                  <a:pt x="63572" y="99216"/>
                  <a:pt x="63323" y="99390"/>
                </a:cubicBezTo>
                <a:cubicBezTo>
                  <a:pt x="62576" y="99838"/>
                  <a:pt x="61830" y="100311"/>
                  <a:pt x="61058" y="100759"/>
                </a:cubicBezTo>
                <a:cubicBezTo>
                  <a:pt x="61108" y="99465"/>
                  <a:pt x="61108" y="98145"/>
                  <a:pt x="61058" y="96801"/>
                </a:cubicBezTo>
                <a:cubicBezTo>
                  <a:pt x="63074" y="96229"/>
                  <a:pt x="65165" y="95432"/>
                  <a:pt x="67306" y="94437"/>
                </a:cubicBezTo>
                <a:close/>
                <a:moveTo>
                  <a:pt x="97026" y="81269"/>
                </a:moveTo>
                <a:cubicBezTo>
                  <a:pt x="97822" y="81518"/>
                  <a:pt x="98544" y="81643"/>
                  <a:pt x="99092" y="81643"/>
                </a:cubicBezTo>
                <a:cubicBezTo>
                  <a:pt x="99266" y="81643"/>
                  <a:pt x="99415" y="81643"/>
                  <a:pt x="99540" y="81618"/>
                </a:cubicBezTo>
                <a:lnTo>
                  <a:pt x="99540" y="81618"/>
                </a:lnTo>
                <a:cubicBezTo>
                  <a:pt x="98942" y="82365"/>
                  <a:pt x="98320" y="83061"/>
                  <a:pt x="97698" y="83833"/>
                </a:cubicBezTo>
                <a:cubicBezTo>
                  <a:pt x="97200" y="84406"/>
                  <a:pt x="96677" y="85003"/>
                  <a:pt x="96155" y="85600"/>
                </a:cubicBezTo>
                <a:cubicBezTo>
                  <a:pt x="95283" y="86571"/>
                  <a:pt x="94412" y="87517"/>
                  <a:pt x="93466" y="88488"/>
                </a:cubicBezTo>
                <a:lnTo>
                  <a:pt x="93441" y="88513"/>
                </a:lnTo>
                <a:cubicBezTo>
                  <a:pt x="89708" y="92371"/>
                  <a:pt x="85601" y="96055"/>
                  <a:pt x="81220" y="99390"/>
                </a:cubicBezTo>
                <a:lnTo>
                  <a:pt x="80100" y="100211"/>
                </a:lnTo>
                <a:cubicBezTo>
                  <a:pt x="79851" y="100410"/>
                  <a:pt x="79552" y="100585"/>
                  <a:pt x="79303" y="100784"/>
                </a:cubicBezTo>
                <a:cubicBezTo>
                  <a:pt x="79303" y="100759"/>
                  <a:pt x="79353" y="100684"/>
                  <a:pt x="79353" y="100659"/>
                </a:cubicBezTo>
                <a:cubicBezTo>
                  <a:pt x="79378" y="100560"/>
                  <a:pt x="79378" y="100460"/>
                  <a:pt x="79403" y="100386"/>
                </a:cubicBezTo>
                <a:cubicBezTo>
                  <a:pt x="79403" y="100311"/>
                  <a:pt x="79403" y="100261"/>
                  <a:pt x="79428" y="100186"/>
                </a:cubicBezTo>
                <a:cubicBezTo>
                  <a:pt x="79428" y="100087"/>
                  <a:pt x="79477" y="100012"/>
                  <a:pt x="79477" y="99888"/>
                </a:cubicBezTo>
                <a:cubicBezTo>
                  <a:pt x="79403" y="99813"/>
                  <a:pt x="79403" y="99714"/>
                  <a:pt x="79403" y="99664"/>
                </a:cubicBezTo>
                <a:lnTo>
                  <a:pt x="79403" y="99315"/>
                </a:lnTo>
                <a:cubicBezTo>
                  <a:pt x="79403" y="99216"/>
                  <a:pt x="79378" y="99141"/>
                  <a:pt x="79378" y="99066"/>
                </a:cubicBezTo>
                <a:cubicBezTo>
                  <a:pt x="79378" y="98942"/>
                  <a:pt x="79353" y="98842"/>
                  <a:pt x="79353" y="98718"/>
                </a:cubicBezTo>
                <a:cubicBezTo>
                  <a:pt x="79353" y="98618"/>
                  <a:pt x="79303" y="98544"/>
                  <a:pt x="79278" y="98444"/>
                </a:cubicBezTo>
                <a:cubicBezTo>
                  <a:pt x="79278" y="98345"/>
                  <a:pt x="79253" y="98295"/>
                  <a:pt x="79253" y="98195"/>
                </a:cubicBezTo>
                <a:cubicBezTo>
                  <a:pt x="85825" y="93068"/>
                  <a:pt x="91823" y="87293"/>
                  <a:pt x="97026" y="81269"/>
                </a:cubicBezTo>
                <a:close/>
                <a:moveTo>
                  <a:pt x="78731" y="97697"/>
                </a:moveTo>
                <a:cubicBezTo>
                  <a:pt x="78731" y="97747"/>
                  <a:pt x="78756" y="97822"/>
                  <a:pt x="78756" y="97872"/>
                </a:cubicBezTo>
                <a:cubicBezTo>
                  <a:pt x="78756" y="97946"/>
                  <a:pt x="78781" y="97971"/>
                  <a:pt x="78781" y="98046"/>
                </a:cubicBezTo>
                <a:cubicBezTo>
                  <a:pt x="77561" y="98967"/>
                  <a:pt x="76316" y="99913"/>
                  <a:pt x="75072" y="100809"/>
                </a:cubicBezTo>
                <a:cubicBezTo>
                  <a:pt x="74898" y="100659"/>
                  <a:pt x="74723" y="100560"/>
                  <a:pt x="74524" y="100435"/>
                </a:cubicBezTo>
                <a:cubicBezTo>
                  <a:pt x="74574" y="100336"/>
                  <a:pt x="74674" y="100286"/>
                  <a:pt x="74798" y="100211"/>
                </a:cubicBezTo>
                <a:cubicBezTo>
                  <a:pt x="74922" y="100162"/>
                  <a:pt x="75047" y="100062"/>
                  <a:pt x="75171" y="100012"/>
                </a:cubicBezTo>
                <a:cubicBezTo>
                  <a:pt x="75196" y="100012"/>
                  <a:pt x="75196" y="99962"/>
                  <a:pt x="75246" y="99962"/>
                </a:cubicBezTo>
                <a:cubicBezTo>
                  <a:pt x="75420" y="99838"/>
                  <a:pt x="75570" y="99714"/>
                  <a:pt x="75769" y="99639"/>
                </a:cubicBezTo>
                <a:lnTo>
                  <a:pt x="76043" y="99440"/>
                </a:lnTo>
                <a:cubicBezTo>
                  <a:pt x="76291" y="99290"/>
                  <a:pt x="76565" y="99091"/>
                  <a:pt x="76814" y="98942"/>
                </a:cubicBezTo>
                <a:cubicBezTo>
                  <a:pt x="76889" y="98917"/>
                  <a:pt x="76939" y="98842"/>
                  <a:pt x="77038" y="98793"/>
                </a:cubicBezTo>
                <a:cubicBezTo>
                  <a:pt x="77262" y="98668"/>
                  <a:pt x="77436" y="98494"/>
                  <a:pt x="77660" y="98369"/>
                </a:cubicBezTo>
                <a:cubicBezTo>
                  <a:pt x="77785" y="98295"/>
                  <a:pt x="77909" y="98195"/>
                  <a:pt x="78034" y="98121"/>
                </a:cubicBezTo>
                <a:cubicBezTo>
                  <a:pt x="78059" y="98121"/>
                  <a:pt x="78059" y="98096"/>
                  <a:pt x="78108" y="98096"/>
                </a:cubicBezTo>
                <a:lnTo>
                  <a:pt x="78133" y="98096"/>
                </a:lnTo>
                <a:cubicBezTo>
                  <a:pt x="78308" y="97971"/>
                  <a:pt x="78507" y="97847"/>
                  <a:pt x="78731" y="97697"/>
                </a:cubicBezTo>
                <a:close/>
                <a:moveTo>
                  <a:pt x="60859" y="96826"/>
                </a:moveTo>
                <a:lnTo>
                  <a:pt x="60859" y="96826"/>
                </a:lnTo>
                <a:cubicBezTo>
                  <a:pt x="60959" y="98195"/>
                  <a:pt x="60934" y="99539"/>
                  <a:pt x="60834" y="100883"/>
                </a:cubicBezTo>
                <a:cubicBezTo>
                  <a:pt x="60809" y="100883"/>
                  <a:pt x="60809" y="100908"/>
                  <a:pt x="60784" y="100908"/>
                </a:cubicBezTo>
                <a:cubicBezTo>
                  <a:pt x="60859" y="99589"/>
                  <a:pt x="60884" y="98220"/>
                  <a:pt x="60809" y="96851"/>
                </a:cubicBezTo>
                <a:cubicBezTo>
                  <a:pt x="60834" y="96851"/>
                  <a:pt x="60834" y="96851"/>
                  <a:pt x="60859" y="96826"/>
                </a:cubicBezTo>
                <a:close/>
                <a:moveTo>
                  <a:pt x="78830" y="98195"/>
                </a:moveTo>
                <a:lnTo>
                  <a:pt x="78830" y="98245"/>
                </a:lnTo>
                <a:cubicBezTo>
                  <a:pt x="77660" y="99166"/>
                  <a:pt x="76491" y="100062"/>
                  <a:pt x="75296" y="100908"/>
                </a:cubicBezTo>
                <a:cubicBezTo>
                  <a:pt x="75271" y="100908"/>
                  <a:pt x="75271" y="100883"/>
                  <a:pt x="75246" y="100883"/>
                </a:cubicBezTo>
                <a:cubicBezTo>
                  <a:pt x="76441" y="100012"/>
                  <a:pt x="77636" y="99141"/>
                  <a:pt x="78830" y="98195"/>
                </a:cubicBezTo>
                <a:close/>
                <a:moveTo>
                  <a:pt x="36540" y="100386"/>
                </a:moveTo>
                <a:cubicBezTo>
                  <a:pt x="36540" y="100410"/>
                  <a:pt x="36565" y="100410"/>
                  <a:pt x="36565" y="100435"/>
                </a:cubicBezTo>
                <a:lnTo>
                  <a:pt x="36565" y="100460"/>
                </a:lnTo>
                <a:lnTo>
                  <a:pt x="34972" y="100933"/>
                </a:lnTo>
                <a:cubicBezTo>
                  <a:pt x="34972" y="100908"/>
                  <a:pt x="34947" y="100883"/>
                  <a:pt x="34947" y="100834"/>
                </a:cubicBezTo>
                <a:lnTo>
                  <a:pt x="36540" y="100386"/>
                </a:lnTo>
                <a:close/>
                <a:moveTo>
                  <a:pt x="74325" y="100535"/>
                </a:moveTo>
                <a:cubicBezTo>
                  <a:pt x="74524" y="100659"/>
                  <a:pt x="74748" y="100784"/>
                  <a:pt x="74922" y="100908"/>
                </a:cubicBezTo>
                <a:cubicBezTo>
                  <a:pt x="74898" y="100908"/>
                  <a:pt x="74898" y="100933"/>
                  <a:pt x="74873" y="100933"/>
                </a:cubicBezTo>
                <a:cubicBezTo>
                  <a:pt x="74649" y="100809"/>
                  <a:pt x="74474" y="100684"/>
                  <a:pt x="74275" y="100560"/>
                </a:cubicBezTo>
                <a:cubicBezTo>
                  <a:pt x="74300" y="100560"/>
                  <a:pt x="74300" y="100535"/>
                  <a:pt x="74325" y="100535"/>
                </a:cubicBezTo>
                <a:close/>
                <a:moveTo>
                  <a:pt x="5153" y="84729"/>
                </a:moveTo>
                <a:cubicBezTo>
                  <a:pt x="7019" y="87393"/>
                  <a:pt x="9583" y="89384"/>
                  <a:pt x="12869" y="90603"/>
                </a:cubicBezTo>
                <a:cubicBezTo>
                  <a:pt x="12072" y="94088"/>
                  <a:pt x="12023" y="97672"/>
                  <a:pt x="12695" y="100958"/>
                </a:cubicBezTo>
                <a:cubicBezTo>
                  <a:pt x="9832" y="99813"/>
                  <a:pt x="7443" y="98170"/>
                  <a:pt x="5576" y="96055"/>
                </a:cubicBezTo>
                <a:cubicBezTo>
                  <a:pt x="5476" y="95681"/>
                  <a:pt x="5402" y="95308"/>
                  <a:pt x="5327" y="94934"/>
                </a:cubicBezTo>
                <a:cubicBezTo>
                  <a:pt x="5302" y="94760"/>
                  <a:pt x="5277" y="94586"/>
                  <a:pt x="5227" y="94437"/>
                </a:cubicBezTo>
                <a:cubicBezTo>
                  <a:pt x="5153" y="93864"/>
                  <a:pt x="5053" y="93317"/>
                  <a:pt x="4978" y="92719"/>
                </a:cubicBezTo>
                <a:cubicBezTo>
                  <a:pt x="4978" y="92595"/>
                  <a:pt x="4953" y="92445"/>
                  <a:pt x="4953" y="92321"/>
                </a:cubicBezTo>
                <a:lnTo>
                  <a:pt x="4854" y="90902"/>
                </a:lnTo>
                <a:cubicBezTo>
                  <a:pt x="4854" y="90703"/>
                  <a:pt x="4829" y="90479"/>
                  <a:pt x="4829" y="90255"/>
                </a:cubicBezTo>
                <a:cubicBezTo>
                  <a:pt x="4829" y="89658"/>
                  <a:pt x="4804" y="89110"/>
                  <a:pt x="4829" y="88513"/>
                </a:cubicBezTo>
                <a:cubicBezTo>
                  <a:pt x="4829" y="88363"/>
                  <a:pt x="4854" y="88164"/>
                  <a:pt x="4854" y="88015"/>
                </a:cubicBezTo>
                <a:lnTo>
                  <a:pt x="4953" y="86521"/>
                </a:lnTo>
                <a:cubicBezTo>
                  <a:pt x="4978" y="86297"/>
                  <a:pt x="4978" y="86098"/>
                  <a:pt x="5028" y="85899"/>
                </a:cubicBezTo>
                <a:cubicBezTo>
                  <a:pt x="5053" y="85501"/>
                  <a:pt x="5103" y="85127"/>
                  <a:pt x="5153" y="84729"/>
                </a:cubicBezTo>
                <a:close/>
                <a:moveTo>
                  <a:pt x="34798" y="100859"/>
                </a:moveTo>
                <a:lnTo>
                  <a:pt x="34798" y="100859"/>
                </a:lnTo>
                <a:cubicBezTo>
                  <a:pt x="34773" y="100933"/>
                  <a:pt x="34798" y="100958"/>
                  <a:pt x="34798" y="101008"/>
                </a:cubicBezTo>
                <a:lnTo>
                  <a:pt x="34773" y="101008"/>
                </a:lnTo>
                <a:cubicBezTo>
                  <a:pt x="34773" y="100958"/>
                  <a:pt x="34723" y="100933"/>
                  <a:pt x="34723" y="100908"/>
                </a:cubicBezTo>
                <a:cubicBezTo>
                  <a:pt x="34773" y="100908"/>
                  <a:pt x="34773" y="100908"/>
                  <a:pt x="34798" y="100859"/>
                </a:cubicBezTo>
                <a:close/>
                <a:moveTo>
                  <a:pt x="63566" y="99455"/>
                </a:moveTo>
                <a:lnTo>
                  <a:pt x="63566" y="99455"/>
                </a:lnTo>
                <a:cubicBezTo>
                  <a:pt x="62717" y="99992"/>
                  <a:pt x="61880" y="100514"/>
                  <a:pt x="61033" y="101014"/>
                </a:cubicBezTo>
                <a:lnTo>
                  <a:pt x="61033" y="101014"/>
                </a:lnTo>
                <a:cubicBezTo>
                  <a:pt x="61033" y="101012"/>
                  <a:pt x="61033" y="101010"/>
                  <a:pt x="61033" y="101008"/>
                </a:cubicBezTo>
                <a:cubicBezTo>
                  <a:pt x="61830" y="100535"/>
                  <a:pt x="62601" y="100037"/>
                  <a:pt x="63423" y="99539"/>
                </a:cubicBezTo>
                <a:cubicBezTo>
                  <a:pt x="63472" y="99512"/>
                  <a:pt x="63519" y="99484"/>
                  <a:pt x="63566" y="99455"/>
                </a:cubicBezTo>
                <a:close/>
                <a:moveTo>
                  <a:pt x="13043" y="90603"/>
                </a:moveTo>
                <a:cubicBezTo>
                  <a:pt x="13068" y="90603"/>
                  <a:pt x="13068" y="90603"/>
                  <a:pt x="13118" y="90628"/>
                </a:cubicBezTo>
                <a:cubicBezTo>
                  <a:pt x="12321" y="94113"/>
                  <a:pt x="12296" y="97697"/>
                  <a:pt x="12993" y="101033"/>
                </a:cubicBezTo>
                <a:cubicBezTo>
                  <a:pt x="12944" y="101033"/>
                  <a:pt x="12919" y="101008"/>
                  <a:pt x="12919" y="101008"/>
                </a:cubicBezTo>
                <a:cubicBezTo>
                  <a:pt x="12197" y="97672"/>
                  <a:pt x="12271" y="94088"/>
                  <a:pt x="13043" y="90603"/>
                </a:cubicBezTo>
                <a:close/>
                <a:moveTo>
                  <a:pt x="79104" y="98320"/>
                </a:moveTo>
                <a:cubicBezTo>
                  <a:pt x="79104" y="98345"/>
                  <a:pt x="79104" y="98394"/>
                  <a:pt x="79129" y="98444"/>
                </a:cubicBezTo>
                <a:cubicBezTo>
                  <a:pt x="79154" y="98544"/>
                  <a:pt x="79154" y="98643"/>
                  <a:pt x="79204" y="98718"/>
                </a:cubicBezTo>
                <a:cubicBezTo>
                  <a:pt x="79229" y="98842"/>
                  <a:pt x="79229" y="98942"/>
                  <a:pt x="79229" y="99066"/>
                </a:cubicBezTo>
                <a:cubicBezTo>
                  <a:pt x="79229" y="99166"/>
                  <a:pt x="79253" y="99266"/>
                  <a:pt x="79253" y="99340"/>
                </a:cubicBezTo>
                <a:lnTo>
                  <a:pt x="79253" y="99614"/>
                </a:lnTo>
                <a:lnTo>
                  <a:pt x="79253" y="99863"/>
                </a:lnTo>
                <a:cubicBezTo>
                  <a:pt x="79253" y="99962"/>
                  <a:pt x="79253" y="100037"/>
                  <a:pt x="79229" y="100137"/>
                </a:cubicBezTo>
                <a:cubicBezTo>
                  <a:pt x="79229" y="100211"/>
                  <a:pt x="79229" y="100286"/>
                  <a:pt x="79204" y="100386"/>
                </a:cubicBezTo>
                <a:cubicBezTo>
                  <a:pt x="79204" y="100435"/>
                  <a:pt x="79154" y="100485"/>
                  <a:pt x="79154" y="100585"/>
                </a:cubicBezTo>
                <a:cubicBezTo>
                  <a:pt x="79154" y="100659"/>
                  <a:pt x="79129" y="100759"/>
                  <a:pt x="79129" y="100809"/>
                </a:cubicBezTo>
                <a:cubicBezTo>
                  <a:pt x="79104" y="100809"/>
                  <a:pt x="79079" y="100834"/>
                  <a:pt x="79079" y="100908"/>
                </a:cubicBezTo>
                <a:cubicBezTo>
                  <a:pt x="79079" y="100933"/>
                  <a:pt x="79079" y="100933"/>
                  <a:pt x="79029" y="100958"/>
                </a:cubicBezTo>
                <a:cubicBezTo>
                  <a:pt x="79005" y="101008"/>
                  <a:pt x="78980" y="101008"/>
                  <a:pt x="78930" y="101033"/>
                </a:cubicBezTo>
                <a:cubicBezTo>
                  <a:pt x="78930" y="101008"/>
                  <a:pt x="78930" y="101008"/>
                  <a:pt x="78980" y="100958"/>
                </a:cubicBezTo>
                <a:cubicBezTo>
                  <a:pt x="79005" y="100883"/>
                  <a:pt x="79029" y="100809"/>
                  <a:pt x="79079" y="100709"/>
                </a:cubicBezTo>
                <a:cubicBezTo>
                  <a:pt x="79079" y="100659"/>
                  <a:pt x="79104" y="100585"/>
                  <a:pt x="79104" y="100535"/>
                </a:cubicBezTo>
                <a:cubicBezTo>
                  <a:pt x="79104" y="100460"/>
                  <a:pt x="79129" y="100386"/>
                  <a:pt x="79129" y="100311"/>
                </a:cubicBezTo>
                <a:cubicBezTo>
                  <a:pt x="79129" y="100261"/>
                  <a:pt x="79129" y="100162"/>
                  <a:pt x="79154" y="100062"/>
                </a:cubicBezTo>
                <a:lnTo>
                  <a:pt x="79154" y="99838"/>
                </a:lnTo>
                <a:lnTo>
                  <a:pt x="79154" y="99564"/>
                </a:lnTo>
                <a:lnTo>
                  <a:pt x="79154" y="99315"/>
                </a:lnTo>
                <a:cubicBezTo>
                  <a:pt x="79154" y="99216"/>
                  <a:pt x="79129" y="99141"/>
                  <a:pt x="79129" y="99017"/>
                </a:cubicBezTo>
                <a:cubicBezTo>
                  <a:pt x="79129" y="98917"/>
                  <a:pt x="79104" y="98817"/>
                  <a:pt x="79104" y="98718"/>
                </a:cubicBezTo>
                <a:cubicBezTo>
                  <a:pt x="79104" y="98643"/>
                  <a:pt x="79079" y="98519"/>
                  <a:pt x="79029" y="98419"/>
                </a:cubicBezTo>
                <a:lnTo>
                  <a:pt x="79029" y="98345"/>
                </a:lnTo>
                <a:cubicBezTo>
                  <a:pt x="79079" y="98345"/>
                  <a:pt x="79079" y="98320"/>
                  <a:pt x="79104" y="98320"/>
                </a:cubicBezTo>
                <a:close/>
                <a:moveTo>
                  <a:pt x="3236" y="94287"/>
                </a:moveTo>
                <a:cubicBezTo>
                  <a:pt x="3311" y="94287"/>
                  <a:pt x="3311" y="94312"/>
                  <a:pt x="3336" y="94312"/>
                </a:cubicBezTo>
                <a:cubicBezTo>
                  <a:pt x="3336" y="94337"/>
                  <a:pt x="3360" y="94337"/>
                  <a:pt x="3360" y="94362"/>
                </a:cubicBezTo>
                <a:cubicBezTo>
                  <a:pt x="3659" y="94810"/>
                  <a:pt x="3933" y="95208"/>
                  <a:pt x="4281" y="95607"/>
                </a:cubicBezTo>
                <a:lnTo>
                  <a:pt x="4331" y="95681"/>
                </a:lnTo>
                <a:cubicBezTo>
                  <a:pt x="4655" y="96079"/>
                  <a:pt x="4978" y="96453"/>
                  <a:pt x="5327" y="96826"/>
                </a:cubicBezTo>
                <a:cubicBezTo>
                  <a:pt x="5451" y="97324"/>
                  <a:pt x="5601" y="97797"/>
                  <a:pt x="5775" y="98245"/>
                </a:cubicBezTo>
                <a:cubicBezTo>
                  <a:pt x="5800" y="98345"/>
                  <a:pt x="5825" y="98469"/>
                  <a:pt x="5850" y="98593"/>
                </a:cubicBezTo>
                <a:cubicBezTo>
                  <a:pt x="6024" y="99041"/>
                  <a:pt x="6173" y="99465"/>
                  <a:pt x="6347" y="99888"/>
                </a:cubicBezTo>
                <a:cubicBezTo>
                  <a:pt x="6422" y="100037"/>
                  <a:pt x="6472" y="100162"/>
                  <a:pt x="6522" y="100311"/>
                </a:cubicBezTo>
                <a:cubicBezTo>
                  <a:pt x="6646" y="100560"/>
                  <a:pt x="6771" y="100809"/>
                  <a:pt x="6895" y="101083"/>
                </a:cubicBezTo>
                <a:cubicBezTo>
                  <a:pt x="6771" y="100908"/>
                  <a:pt x="6646" y="100709"/>
                  <a:pt x="6472" y="100510"/>
                </a:cubicBezTo>
                <a:cubicBezTo>
                  <a:pt x="5924" y="99639"/>
                  <a:pt x="4281" y="96926"/>
                  <a:pt x="3410" y="94661"/>
                </a:cubicBezTo>
                <a:cubicBezTo>
                  <a:pt x="3336" y="94536"/>
                  <a:pt x="3311" y="94412"/>
                  <a:pt x="3236" y="94287"/>
                </a:cubicBezTo>
                <a:close/>
                <a:moveTo>
                  <a:pt x="85823" y="95956"/>
                </a:moveTo>
                <a:cubicBezTo>
                  <a:pt x="85716" y="96047"/>
                  <a:pt x="85609" y="96138"/>
                  <a:pt x="85501" y="96229"/>
                </a:cubicBezTo>
                <a:cubicBezTo>
                  <a:pt x="85476" y="96279"/>
                  <a:pt x="85426" y="96303"/>
                  <a:pt x="85377" y="96353"/>
                </a:cubicBezTo>
                <a:cubicBezTo>
                  <a:pt x="84854" y="96801"/>
                  <a:pt x="84331" y="97224"/>
                  <a:pt x="83833" y="97648"/>
                </a:cubicBezTo>
                <a:cubicBezTo>
                  <a:pt x="83585" y="97822"/>
                  <a:pt x="83361" y="98046"/>
                  <a:pt x="83112" y="98220"/>
                </a:cubicBezTo>
                <a:cubicBezTo>
                  <a:pt x="82589" y="98668"/>
                  <a:pt x="82016" y="99091"/>
                  <a:pt x="81469" y="99514"/>
                </a:cubicBezTo>
                <a:cubicBezTo>
                  <a:pt x="81071" y="99813"/>
                  <a:pt x="80697" y="100087"/>
                  <a:pt x="80274" y="100386"/>
                </a:cubicBezTo>
                <a:lnTo>
                  <a:pt x="79627" y="100834"/>
                </a:lnTo>
                <a:cubicBezTo>
                  <a:pt x="79602" y="100883"/>
                  <a:pt x="79552" y="100883"/>
                  <a:pt x="79527" y="100908"/>
                </a:cubicBezTo>
                <a:cubicBezTo>
                  <a:pt x="79420" y="100994"/>
                  <a:pt x="79332" y="101043"/>
                  <a:pt x="79230" y="101118"/>
                </a:cubicBezTo>
                <a:lnTo>
                  <a:pt x="79230" y="101118"/>
                </a:lnTo>
                <a:cubicBezTo>
                  <a:pt x="79232" y="101103"/>
                  <a:pt x="79237" y="101083"/>
                  <a:pt x="79253" y="101083"/>
                </a:cubicBezTo>
                <a:cubicBezTo>
                  <a:pt x="79552" y="100883"/>
                  <a:pt x="79851" y="100659"/>
                  <a:pt x="80125" y="100435"/>
                </a:cubicBezTo>
                <a:cubicBezTo>
                  <a:pt x="80573" y="100137"/>
                  <a:pt x="80996" y="99813"/>
                  <a:pt x="81394" y="99514"/>
                </a:cubicBezTo>
                <a:cubicBezTo>
                  <a:pt x="81718" y="99290"/>
                  <a:pt x="81991" y="99066"/>
                  <a:pt x="82265" y="98842"/>
                </a:cubicBezTo>
                <a:cubicBezTo>
                  <a:pt x="83385" y="97996"/>
                  <a:pt x="84853" y="96753"/>
                  <a:pt x="85823" y="95956"/>
                </a:cubicBezTo>
                <a:close/>
                <a:moveTo>
                  <a:pt x="79209" y="101134"/>
                </a:moveTo>
                <a:cubicBezTo>
                  <a:pt x="79199" y="101141"/>
                  <a:pt x="79189" y="101149"/>
                  <a:pt x="79179" y="101157"/>
                </a:cubicBezTo>
                <a:cubicBezTo>
                  <a:pt x="79179" y="101157"/>
                  <a:pt x="79179" y="101140"/>
                  <a:pt x="79209" y="101134"/>
                </a:cubicBezTo>
                <a:close/>
                <a:moveTo>
                  <a:pt x="60834" y="101107"/>
                </a:moveTo>
                <a:lnTo>
                  <a:pt x="60834" y="101207"/>
                </a:lnTo>
                <a:cubicBezTo>
                  <a:pt x="60809" y="101207"/>
                  <a:pt x="60809" y="101257"/>
                  <a:pt x="60784" y="101257"/>
                </a:cubicBezTo>
                <a:lnTo>
                  <a:pt x="60784" y="101157"/>
                </a:lnTo>
                <a:cubicBezTo>
                  <a:pt x="60809" y="101157"/>
                  <a:pt x="60809" y="101107"/>
                  <a:pt x="60834" y="101107"/>
                </a:cubicBezTo>
                <a:close/>
                <a:moveTo>
                  <a:pt x="78835" y="101389"/>
                </a:moveTo>
                <a:cubicBezTo>
                  <a:pt x="78826" y="101395"/>
                  <a:pt x="78816" y="101403"/>
                  <a:pt x="78795" y="101405"/>
                </a:cubicBezTo>
                <a:lnTo>
                  <a:pt x="78795" y="101405"/>
                </a:lnTo>
                <a:cubicBezTo>
                  <a:pt x="78807" y="101400"/>
                  <a:pt x="78820" y="101394"/>
                  <a:pt x="78835" y="101389"/>
                </a:cubicBezTo>
                <a:close/>
                <a:moveTo>
                  <a:pt x="13267" y="90678"/>
                </a:moveTo>
                <a:cubicBezTo>
                  <a:pt x="13392" y="90703"/>
                  <a:pt x="13516" y="90728"/>
                  <a:pt x="13640" y="90778"/>
                </a:cubicBezTo>
                <a:cubicBezTo>
                  <a:pt x="13192" y="94586"/>
                  <a:pt x="13367" y="98170"/>
                  <a:pt x="14138" y="101406"/>
                </a:cubicBezTo>
                <a:cubicBezTo>
                  <a:pt x="13815" y="101307"/>
                  <a:pt x="13516" y="101182"/>
                  <a:pt x="13192" y="101083"/>
                </a:cubicBezTo>
                <a:cubicBezTo>
                  <a:pt x="12446" y="97772"/>
                  <a:pt x="12496" y="94188"/>
                  <a:pt x="13267" y="90678"/>
                </a:cubicBezTo>
                <a:close/>
                <a:moveTo>
                  <a:pt x="13790" y="90852"/>
                </a:moveTo>
                <a:cubicBezTo>
                  <a:pt x="13815" y="90852"/>
                  <a:pt x="13815" y="90852"/>
                  <a:pt x="13865" y="90877"/>
                </a:cubicBezTo>
                <a:cubicBezTo>
                  <a:pt x="13443" y="94672"/>
                  <a:pt x="13565" y="98219"/>
                  <a:pt x="14378" y="101470"/>
                </a:cubicBezTo>
                <a:lnTo>
                  <a:pt x="14378" y="101470"/>
                </a:lnTo>
                <a:cubicBezTo>
                  <a:pt x="14367" y="101456"/>
                  <a:pt x="14345" y="101456"/>
                  <a:pt x="14313" y="101456"/>
                </a:cubicBezTo>
                <a:cubicBezTo>
                  <a:pt x="13541" y="98220"/>
                  <a:pt x="13392" y="94661"/>
                  <a:pt x="13790" y="90852"/>
                </a:cubicBezTo>
                <a:close/>
                <a:moveTo>
                  <a:pt x="78768" y="101419"/>
                </a:moveTo>
                <a:lnTo>
                  <a:pt x="78681" y="101506"/>
                </a:lnTo>
                <a:lnTo>
                  <a:pt x="78681" y="101456"/>
                </a:lnTo>
                <a:cubicBezTo>
                  <a:pt x="78718" y="101443"/>
                  <a:pt x="78743" y="101431"/>
                  <a:pt x="78768" y="101419"/>
                </a:cubicBezTo>
                <a:close/>
                <a:moveTo>
                  <a:pt x="33827" y="99091"/>
                </a:moveTo>
                <a:cubicBezTo>
                  <a:pt x="33827" y="99141"/>
                  <a:pt x="33827" y="99141"/>
                  <a:pt x="33852" y="99166"/>
                </a:cubicBezTo>
                <a:cubicBezTo>
                  <a:pt x="33678" y="99241"/>
                  <a:pt x="33504" y="99340"/>
                  <a:pt x="33329" y="99440"/>
                </a:cubicBezTo>
                <a:cubicBezTo>
                  <a:pt x="33031" y="99589"/>
                  <a:pt x="32707" y="99788"/>
                  <a:pt x="32408" y="99938"/>
                </a:cubicBezTo>
                <a:lnTo>
                  <a:pt x="31562" y="100311"/>
                </a:lnTo>
                <a:cubicBezTo>
                  <a:pt x="31214" y="100460"/>
                  <a:pt x="30915" y="100610"/>
                  <a:pt x="30566" y="100734"/>
                </a:cubicBezTo>
                <a:cubicBezTo>
                  <a:pt x="30318" y="100834"/>
                  <a:pt x="30044" y="100933"/>
                  <a:pt x="29745" y="101033"/>
                </a:cubicBezTo>
                <a:cubicBezTo>
                  <a:pt x="29372" y="101157"/>
                  <a:pt x="29048" y="101307"/>
                  <a:pt x="28675" y="101406"/>
                </a:cubicBezTo>
                <a:cubicBezTo>
                  <a:pt x="28509" y="101456"/>
                  <a:pt x="28342" y="101495"/>
                  <a:pt x="28161" y="101537"/>
                </a:cubicBezTo>
                <a:lnTo>
                  <a:pt x="28161" y="101537"/>
                </a:lnTo>
                <a:cubicBezTo>
                  <a:pt x="28330" y="101489"/>
                  <a:pt x="28497" y="101444"/>
                  <a:pt x="28650" y="101406"/>
                </a:cubicBezTo>
                <a:cubicBezTo>
                  <a:pt x="28949" y="101307"/>
                  <a:pt x="29222" y="101207"/>
                  <a:pt x="29496" y="101083"/>
                </a:cubicBezTo>
                <a:cubicBezTo>
                  <a:pt x="29845" y="100958"/>
                  <a:pt x="30218" y="100834"/>
                  <a:pt x="30566" y="100709"/>
                </a:cubicBezTo>
                <a:cubicBezTo>
                  <a:pt x="30815" y="100635"/>
                  <a:pt x="31064" y="100510"/>
                  <a:pt x="31313" y="100386"/>
                </a:cubicBezTo>
                <a:cubicBezTo>
                  <a:pt x="31687" y="100211"/>
                  <a:pt x="32060" y="100062"/>
                  <a:pt x="32408" y="99863"/>
                </a:cubicBezTo>
                <a:cubicBezTo>
                  <a:pt x="32608" y="99763"/>
                  <a:pt x="32832" y="99614"/>
                  <a:pt x="33056" y="99539"/>
                </a:cubicBezTo>
                <a:cubicBezTo>
                  <a:pt x="33304" y="99415"/>
                  <a:pt x="33578" y="99241"/>
                  <a:pt x="33827" y="99091"/>
                </a:cubicBezTo>
                <a:close/>
                <a:moveTo>
                  <a:pt x="78905" y="98494"/>
                </a:moveTo>
                <a:cubicBezTo>
                  <a:pt x="78955" y="98593"/>
                  <a:pt x="78955" y="98693"/>
                  <a:pt x="78955" y="98793"/>
                </a:cubicBezTo>
                <a:cubicBezTo>
                  <a:pt x="78955" y="98867"/>
                  <a:pt x="78980" y="98967"/>
                  <a:pt x="78980" y="99066"/>
                </a:cubicBezTo>
                <a:cubicBezTo>
                  <a:pt x="78980" y="99166"/>
                  <a:pt x="79005" y="99241"/>
                  <a:pt x="79005" y="99340"/>
                </a:cubicBezTo>
                <a:lnTo>
                  <a:pt x="79005" y="99589"/>
                </a:lnTo>
                <a:lnTo>
                  <a:pt x="79005" y="99838"/>
                </a:lnTo>
                <a:lnTo>
                  <a:pt x="79005" y="100062"/>
                </a:lnTo>
                <a:cubicBezTo>
                  <a:pt x="79005" y="100112"/>
                  <a:pt x="79005" y="100211"/>
                  <a:pt x="78980" y="100286"/>
                </a:cubicBezTo>
                <a:cubicBezTo>
                  <a:pt x="78980" y="100336"/>
                  <a:pt x="78955" y="100410"/>
                  <a:pt x="78955" y="100485"/>
                </a:cubicBezTo>
                <a:cubicBezTo>
                  <a:pt x="78905" y="100535"/>
                  <a:pt x="78880" y="100585"/>
                  <a:pt x="78880" y="100659"/>
                </a:cubicBezTo>
                <a:cubicBezTo>
                  <a:pt x="78855" y="100709"/>
                  <a:pt x="78830" y="100809"/>
                  <a:pt x="78830" y="100883"/>
                </a:cubicBezTo>
                <a:cubicBezTo>
                  <a:pt x="78830" y="100908"/>
                  <a:pt x="78781" y="100933"/>
                  <a:pt x="78781" y="101008"/>
                </a:cubicBezTo>
                <a:cubicBezTo>
                  <a:pt x="78756" y="101083"/>
                  <a:pt x="78681" y="101182"/>
                  <a:pt x="78631" y="101282"/>
                </a:cubicBezTo>
                <a:cubicBezTo>
                  <a:pt x="78606" y="101331"/>
                  <a:pt x="78532" y="101381"/>
                  <a:pt x="78482" y="101431"/>
                </a:cubicBezTo>
                <a:cubicBezTo>
                  <a:pt x="78407" y="101456"/>
                  <a:pt x="78357" y="101531"/>
                  <a:pt x="78308" y="101555"/>
                </a:cubicBezTo>
                <a:cubicBezTo>
                  <a:pt x="78127" y="101650"/>
                  <a:pt x="77906" y="101697"/>
                  <a:pt x="77651" y="101697"/>
                </a:cubicBezTo>
                <a:cubicBezTo>
                  <a:pt x="77097" y="101697"/>
                  <a:pt x="76379" y="101476"/>
                  <a:pt x="75545" y="101033"/>
                </a:cubicBezTo>
                <a:cubicBezTo>
                  <a:pt x="76715" y="100211"/>
                  <a:pt x="77835" y="99365"/>
                  <a:pt x="78905" y="98494"/>
                </a:cubicBezTo>
                <a:close/>
                <a:moveTo>
                  <a:pt x="27535" y="101708"/>
                </a:moveTo>
                <a:cubicBezTo>
                  <a:pt x="27457" y="101731"/>
                  <a:pt x="27379" y="101753"/>
                  <a:pt x="27301" y="101774"/>
                </a:cubicBezTo>
                <a:lnTo>
                  <a:pt x="27301" y="101774"/>
                </a:lnTo>
                <a:cubicBezTo>
                  <a:pt x="27378" y="101750"/>
                  <a:pt x="27456" y="101727"/>
                  <a:pt x="27535" y="101708"/>
                </a:cubicBezTo>
                <a:close/>
                <a:moveTo>
                  <a:pt x="78507" y="101630"/>
                </a:moveTo>
                <a:lnTo>
                  <a:pt x="78507" y="101655"/>
                </a:lnTo>
                <a:cubicBezTo>
                  <a:pt x="78507" y="101655"/>
                  <a:pt x="78457" y="101705"/>
                  <a:pt x="78382" y="101755"/>
                </a:cubicBezTo>
                <a:cubicBezTo>
                  <a:pt x="78357" y="101755"/>
                  <a:pt x="78357" y="101779"/>
                  <a:pt x="78333" y="101779"/>
                </a:cubicBezTo>
                <a:cubicBezTo>
                  <a:pt x="78283" y="101779"/>
                  <a:pt x="78258" y="101804"/>
                  <a:pt x="78233" y="101804"/>
                </a:cubicBezTo>
                <a:cubicBezTo>
                  <a:pt x="78217" y="101821"/>
                  <a:pt x="78190" y="101826"/>
                  <a:pt x="78159" y="101842"/>
                </a:cubicBezTo>
                <a:lnTo>
                  <a:pt x="78159" y="101842"/>
                </a:lnTo>
                <a:lnTo>
                  <a:pt x="78382" y="101680"/>
                </a:lnTo>
                <a:cubicBezTo>
                  <a:pt x="78407" y="101655"/>
                  <a:pt x="78482" y="101655"/>
                  <a:pt x="78507" y="101630"/>
                </a:cubicBezTo>
                <a:close/>
                <a:moveTo>
                  <a:pt x="75296" y="101107"/>
                </a:moveTo>
                <a:cubicBezTo>
                  <a:pt x="75370" y="101157"/>
                  <a:pt x="75395" y="101182"/>
                  <a:pt x="75470" y="101207"/>
                </a:cubicBezTo>
                <a:cubicBezTo>
                  <a:pt x="75520" y="101257"/>
                  <a:pt x="75545" y="101282"/>
                  <a:pt x="75619" y="101282"/>
                </a:cubicBezTo>
                <a:cubicBezTo>
                  <a:pt x="75719" y="101307"/>
                  <a:pt x="75794" y="101381"/>
                  <a:pt x="75868" y="101406"/>
                </a:cubicBezTo>
                <a:cubicBezTo>
                  <a:pt x="75918" y="101431"/>
                  <a:pt x="76018" y="101456"/>
                  <a:pt x="76092" y="101481"/>
                </a:cubicBezTo>
                <a:cubicBezTo>
                  <a:pt x="76142" y="101531"/>
                  <a:pt x="76167" y="101531"/>
                  <a:pt x="76242" y="101555"/>
                </a:cubicBezTo>
                <a:lnTo>
                  <a:pt x="76515" y="101655"/>
                </a:lnTo>
                <a:lnTo>
                  <a:pt x="76540" y="101655"/>
                </a:lnTo>
                <a:cubicBezTo>
                  <a:pt x="76914" y="101779"/>
                  <a:pt x="77262" y="101829"/>
                  <a:pt x="77586" y="101829"/>
                </a:cubicBezTo>
                <a:cubicBezTo>
                  <a:pt x="77636" y="101829"/>
                  <a:pt x="77710" y="101829"/>
                  <a:pt x="77760" y="101804"/>
                </a:cubicBezTo>
                <a:lnTo>
                  <a:pt x="77760" y="101804"/>
                </a:lnTo>
                <a:cubicBezTo>
                  <a:pt x="77735" y="101829"/>
                  <a:pt x="77710" y="101829"/>
                  <a:pt x="77660" y="101854"/>
                </a:cubicBezTo>
                <a:cubicBezTo>
                  <a:pt x="77574" y="101869"/>
                  <a:pt x="77483" y="101876"/>
                  <a:pt x="77388" y="101876"/>
                </a:cubicBezTo>
                <a:cubicBezTo>
                  <a:pt x="76823" y="101876"/>
                  <a:pt x="76102" y="101626"/>
                  <a:pt x="75271" y="101157"/>
                </a:cubicBezTo>
                <a:lnTo>
                  <a:pt x="75296" y="101107"/>
                </a:lnTo>
                <a:close/>
                <a:moveTo>
                  <a:pt x="24966" y="91748"/>
                </a:moveTo>
                <a:cubicBezTo>
                  <a:pt x="24468" y="95457"/>
                  <a:pt x="24543" y="98917"/>
                  <a:pt x="25339" y="102053"/>
                </a:cubicBezTo>
                <a:lnTo>
                  <a:pt x="25265" y="102053"/>
                </a:lnTo>
                <a:cubicBezTo>
                  <a:pt x="24493" y="98917"/>
                  <a:pt x="24393" y="95457"/>
                  <a:pt x="24891" y="91748"/>
                </a:cubicBezTo>
                <a:close/>
                <a:moveTo>
                  <a:pt x="32060" y="90379"/>
                </a:moveTo>
                <a:cubicBezTo>
                  <a:pt x="32259" y="93242"/>
                  <a:pt x="32856" y="96179"/>
                  <a:pt x="33802" y="98967"/>
                </a:cubicBezTo>
                <a:cubicBezTo>
                  <a:pt x="33553" y="99141"/>
                  <a:pt x="33304" y="99266"/>
                  <a:pt x="33056" y="99390"/>
                </a:cubicBezTo>
                <a:cubicBezTo>
                  <a:pt x="32807" y="99514"/>
                  <a:pt x="32558" y="99664"/>
                  <a:pt x="32309" y="99788"/>
                </a:cubicBezTo>
                <a:cubicBezTo>
                  <a:pt x="31960" y="99938"/>
                  <a:pt x="31612" y="100087"/>
                  <a:pt x="31313" y="100261"/>
                </a:cubicBezTo>
                <a:cubicBezTo>
                  <a:pt x="31014" y="100386"/>
                  <a:pt x="30790" y="100510"/>
                  <a:pt x="30492" y="100585"/>
                </a:cubicBezTo>
                <a:cubicBezTo>
                  <a:pt x="30168" y="100709"/>
                  <a:pt x="29845" y="100834"/>
                  <a:pt x="29496" y="100958"/>
                </a:cubicBezTo>
                <a:cubicBezTo>
                  <a:pt x="29222" y="101058"/>
                  <a:pt x="28924" y="101182"/>
                  <a:pt x="28625" y="101282"/>
                </a:cubicBezTo>
                <a:cubicBezTo>
                  <a:pt x="28326" y="101381"/>
                  <a:pt x="27978" y="101456"/>
                  <a:pt x="27679" y="101555"/>
                </a:cubicBezTo>
                <a:cubicBezTo>
                  <a:pt x="27355" y="101655"/>
                  <a:pt x="27057" y="101755"/>
                  <a:pt x="26733" y="101804"/>
                </a:cubicBezTo>
                <a:lnTo>
                  <a:pt x="25812" y="102004"/>
                </a:lnTo>
                <a:cubicBezTo>
                  <a:pt x="25713" y="102028"/>
                  <a:pt x="25638" y="102028"/>
                  <a:pt x="25538" y="102053"/>
                </a:cubicBezTo>
                <a:cubicBezTo>
                  <a:pt x="24742" y="98892"/>
                  <a:pt x="24617" y="95432"/>
                  <a:pt x="25140" y="91724"/>
                </a:cubicBezTo>
                <a:cubicBezTo>
                  <a:pt x="27355" y="91475"/>
                  <a:pt x="29695" y="91002"/>
                  <a:pt x="32060" y="90379"/>
                </a:cubicBezTo>
                <a:close/>
                <a:moveTo>
                  <a:pt x="25538" y="102103"/>
                </a:moveTo>
                <a:cubicBezTo>
                  <a:pt x="25588" y="102128"/>
                  <a:pt x="25638" y="102134"/>
                  <a:pt x="25688" y="102134"/>
                </a:cubicBezTo>
                <a:cubicBezTo>
                  <a:pt x="25702" y="102134"/>
                  <a:pt x="25716" y="102134"/>
                  <a:pt x="25730" y="102133"/>
                </a:cubicBezTo>
                <a:lnTo>
                  <a:pt x="25730" y="102133"/>
                </a:lnTo>
                <a:cubicBezTo>
                  <a:pt x="25662" y="102150"/>
                  <a:pt x="25595" y="102166"/>
                  <a:pt x="25538" y="102178"/>
                </a:cubicBezTo>
                <a:lnTo>
                  <a:pt x="25538" y="102153"/>
                </a:lnTo>
                <a:lnTo>
                  <a:pt x="25538" y="102103"/>
                </a:lnTo>
                <a:close/>
                <a:moveTo>
                  <a:pt x="33927" y="99365"/>
                </a:moveTo>
                <a:cubicBezTo>
                  <a:pt x="34076" y="99838"/>
                  <a:pt x="34275" y="100311"/>
                  <a:pt x="34449" y="100784"/>
                </a:cubicBezTo>
                <a:cubicBezTo>
                  <a:pt x="31459" y="101575"/>
                  <a:pt x="28517" y="102145"/>
                  <a:pt x="25771" y="102396"/>
                </a:cubicBezTo>
                <a:lnTo>
                  <a:pt x="25771" y="102396"/>
                </a:lnTo>
                <a:cubicBezTo>
                  <a:pt x="25797" y="102391"/>
                  <a:pt x="25824" y="102378"/>
                  <a:pt x="25837" y="102352"/>
                </a:cubicBezTo>
                <a:lnTo>
                  <a:pt x="26758" y="102178"/>
                </a:lnTo>
                <a:lnTo>
                  <a:pt x="27804" y="101904"/>
                </a:lnTo>
                <a:cubicBezTo>
                  <a:pt x="28102" y="101804"/>
                  <a:pt x="28376" y="101730"/>
                  <a:pt x="28700" y="101655"/>
                </a:cubicBezTo>
                <a:cubicBezTo>
                  <a:pt x="29048" y="101555"/>
                  <a:pt x="29347" y="101431"/>
                  <a:pt x="29695" y="101307"/>
                </a:cubicBezTo>
                <a:cubicBezTo>
                  <a:pt x="29994" y="101182"/>
                  <a:pt x="30318" y="101083"/>
                  <a:pt x="30591" y="100958"/>
                </a:cubicBezTo>
                <a:cubicBezTo>
                  <a:pt x="30915" y="100834"/>
                  <a:pt x="31189" y="100684"/>
                  <a:pt x="31487" y="100560"/>
                </a:cubicBezTo>
                <a:cubicBezTo>
                  <a:pt x="31811" y="100435"/>
                  <a:pt x="32110" y="100286"/>
                  <a:pt x="32433" y="100162"/>
                </a:cubicBezTo>
                <a:cubicBezTo>
                  <a:pt x="32707" y="99987"/>
                  <a:pt x="32981" y="99838"/>
                  <a:pt x="33280" y="99714"/>
                </a:cubicBezTo>
                <a:cubicBezTo>
                  <a:pt x="33479" y="99589"/>
                  <a:pt x="33703" y="99490"/>
                  <a:pt x="33927" y="99365"/>
                </a:cubicBezTo>
                <a:close/>
                <a:moveTo>
                  <a:pt x="14039" y="90927"/>
                </a:moveTo>
                <a:lnTo>
                  <a:pt x="14039" y="90927"/>
                </a:lnTo>
                <a:cubicBezTo>
                  <a:pt x="16229" y="91574"/>
                  <a:pt x="18644" y="91948"/>
                  <a:pt x="21282" y="91948"/>
                </a:cubicBezTo>
                <a:cubicBezTo>
                  <a:pt x="22377" y="91948"/>
                  <a:pt x="23522" y="91873"/>
                  <a:pt x="24692" y="91748"/>
                </a:cubicBezTo>
                <a:lnTo>
                  <a:pt x="24692" y="91748"/>
                </a:lnTo>
                <a:cubicBezTo>
                  <a:pt x="24194" y="95457"/>
                  <a:pt x="24269" y="98942"/>
                  <a:pt x="25041" y="102053"/>
                </a:cubicBezTo>
                <a:cubicBezTo>
                  <a:pt x="24916" y="102078"/>
                  <a:pt x="24841" y="102128"/>
                  <a:pt x="24717" y="102128"/>
                </a:cubicBezTo>
                <a:cubicBezTo>
                  <a:pt x="24418" y="102153"/>
                  <a:pt x="24145" y="102178"/>
                  <a:pt x="23846" y="102203"/>
                </a:cubicBezTo>
                <a:cubicBezTo>
                  <a:pt x="23472" y="102252"/>
                  <a:pt x="23099" y="102302"/>
                  <a:pt x="22726" y="102327"/>
                </a:cubicBezTo>
                <a:cubicBezTo>
                  <a:pt x="22552" y="102327"/>
                  <a:pt x="22402" y="102327"/>
                  <a:pt x="22253" y="102377"/>
                </a:cubicBezTo>
                <a:cubicBezTo>
                  <a:pt x="21780" y="102427"/>
                  <a:pt x="21282" y="102427"/>
                  <a:pt x="20759" y="102427"/>
                </a:cubicBezTo>
                <a:cubicBezTo>
                  <a:pt x="20137" y="102427"/>
                  <a:pt x="19540" y="102402"/>
                  <a:pt x="18917" y="102377"/>
                </a:cubicBezTo>
                <a:cubicBezTo>
                  <a:pt x="17399" y="102203"/>
                  <a:pt x="15980" y="101929"/>
                  <a:pt x="14611" y="101531"/>
                </a:cubicBezTo>
                <a:cubicBezTo>
                  <a:pt x="13790" y="98295"/>
                  <a:pt x="13640" y="94710"/>
                  <a:pt x="14039" y="90927"/>
                </a:cubicBezTo>
                <a:close/>
                <a:moveTo>
                  <a:pt x="6744" y="100357"/>
                </a:moveTo>
                <a:lnTo>
                  <a:pt x="6744" y="100357"/>
                </a:lnTo>
                <a:cubicBezTo>
                  <a:pt x="6861" y="100590"/>
                  <a:pt x="6977" y="100823"/>
                  <a:pt x="7094" y="101033"/>
                </a:cubicBezTo>
                <a:cubicBezTo>
                  <a:pt x="7268" y="101307"/>
                  <a:pt x="7393" y="101580"/>
                  <a:pt x="7542" y="101879"/>
                </a:cubicBezTo>
                <a:cubicBezTo>
                  <a:pt x="7660" y="102068"/>
                  <a:pt x="7778" y="102278"/>
                  <a:pt x="7896" y="102469"/>
                </a:cubicBezTo>
                <a:lnTo>
                  <a:pt x="7896" y="102469"/>
                </a:lnTo>
                <a:cubicBezTo>
                  <a:pt x="7838" y="102403"/>
                  <a:pt x="7772" y="102330"/>
                  <a:pt x="7716" y="102252"/>
                </a:cubicBezTo>
                <a:lnTo>
                  <a:pt x="7443" y="101779"/>
                </a:lnTo>
                <a:cubicBezTo>
                  <a:pt x="7393" y="101680"/>
                  <a:pt x="7318" y="101555"/>
                  <a:pt x="7293" y="101431"/>
                </a:cubicBezTo>
                <a:cubicBezTo>
                  <a:pt x="7099" y="101086"/>
                  <a:pt x="6905" y="100723"/>
                  <a:pt x="6744" y="100357"/>
                </a:cubicBezTo>
                <a:close/>
                <a:moveTo>
                  <a:pt x="25115" y="102252"/>
                </a:moveTo>
                <a:lnTo>
                  <a:pt x="25115" y="102302"/>
                </a:lnTo>
                <a:cubicBezTo>
                  <a:pt x="24991" y="102327"/>
                  <a:pt x="24866" y="102352"/>
                  <a:pt x="24742" y="102352"/>
                </a:cubicBezTo>
                <a:cubicBezTo>
                  <a:pt x="24468" y="102402"/>
                  <a:pt x="24145" y="102427"/>
                  <a:pt x="23871" y="102452"/>
                </a:cubicBezTo>
                <a:cubicBezTo>
                  <a:pt x="23771" y="102452"/>
                  <a:pt x="23647" y="102501"/>
                  <a:pt x="23572" y="102501"/>
                </a:cubicBezTo>
                <a:cubicBezTo>
                  <a:pt x="23382" y="102501"/>
                  <a:pt x="23207" y="102501"/>
                  <a:pt x="23024" y="102512"/>
                </a:cubicBezTo>
                <a:lnTo>
                  <a:pt x="23024" y="102512"/>
                </a:lnTo>
                <a:cubicBezTo>
                  <a:pt x="23359" y="102480"/>
                  <a:pt x="23680" y="102423"/>
                  <a:pt x="24020" y="102402"/>
                </a:cubicBezTo>
                <a:cubicBezTo>
                  <a:pt x="24269" y="102377"/>
                  <a:pt x="24493" y="102327"/>
                  <a:pt x="24742" y="102302"/>
                </a:cubicBezTo>
                <a:cubicBezTo>
                  <a:pt x="24891" y="102302"/>
                  <a:pt x="24991" y="102277"/>
                  <a:pt x="25115" y="102252"/>
                </a:cubicBezTo>
                <a:close/>
                <a:moveTo>
                  <a:pt x="25464" y="102576"/>
                </a:moveTo>
                <a:cubicBezTo>
                  <a:pt x="25489" y="102626"/>
                  <a:pt x="25489" y="102651"/>
                  <a:pt x="25489" y="102676"/>
                </a:cubicBezTo>
                <a:lnTo>
                  <a:pt x="25439" y="102676"/>
                </a:lnTo>
                <a:cubicBezTo>
                  <a:pt x="25439" y="102651"/>
                  <a:pt x="25389" y="102626"/>
                  <a:pt x="25389" y="102576"/>
                </a:cubicBezTo>
                <a:close/>
                <a:moveTo>
                  <a:pt x="34524" y="100958"/>
                </a:moveTo>
                <a:cubicBezTo>
                  <a:pt x="34524" y="101008"/>
                  <a:pt x="34549" y="101033"/>
                  <a:pt x="34549" y="101058"/>
                </a:cubicBezTo>
                <a:cubicBezTo>
                  <a:pt x="31463" y="101904"/>
                  <a:pt x="28500" y="102427"/>
                  <a:pt x="25663" y="102676"/>
                </a:cubicBezTo>
                <a:cubicBezTo>
                  <a:pt x="25663" y="102651"/>
                  <a:pt x="25638" y="102626"/>
                  <a:pt x="25638" y="102576"/>
                </a:cubicBezTo>
                <a:cubicBezTo>
                  <a:pt x="28476" y="102327"/>
                  <a:pt x="31438" y="101779"/>
                  <a:pt x="34524" y="100958"/>
                </a:cubicBezTo>
                <a:close/>
                <a:moveTo>
                  <a:pt x="16503" y="102228"/>
                </a:moveTo>
                <a:cubicBezTo>
                  <a:pt x="16827" y="102302"/>
                  <a:pt x="17175" y="102327"/>
                  <a:pt x="17524" y="102402"/>
                </a:cubicBezTo>
                <a:cubicBezTo>
                  <a:pt x="17573" y="102402"/>
                  <a:pt x="17648" y="102427"/>
                  <a:pt x="17673" y="102427"/>
                </a:cubicBezTo>
                <a:cubicBezTo>
                  <a:pt x="18071" y="102476"/>
                  <a:pt x="18519" y="102526"/>
                  <a:pt x="18967" y="102551"/>
                </a:cubicBezTo>
                <a:cubicBezTo>
                  <a:pt x="19540" y="102626"/>
                  <a:pt x="20162" y="102676"/>
                  <a:pt x="20784" y="102700"/>
                </a:cubicBezTo>
                <a:lnTo>
                  <a:pt x="20759" y="102700"/>
                </a:lnTo>
                <a:cubicBezTo>
                  <a:pt x="20386" y="102700"/>
                  <a:pt x="20038" y="102700"/>
                  <a:pt x="19664" y="102676"/>
                </a:cubicBezTo>
                <a:cubicBezTo>
                  <a:pt x="19490" y="102676"/>
                  <a:pt x="19291" y="102651"/>
                  <a:pt x="19117" y="102651"/>
                </a:cubicBezTo>
                <a:cubicBezTo>
                  <a:pt x="19017" y="102651"/>
                  <a:pt x="18917" y="102651"/>
                  <a:pt x="18818" y="102601"/>
                </a:cubicBezTo>
                <a:cubicBezTo>
                  <a:pt x="18021" y="102526"/>
                  <a:pt x="17250" y="102402"/>
                  <a:pt x="16503" y="102228"/>
                </a:cubicBezTo>
                <a:close/>
                <a:moveTo>
                  <a:pt x="25215" y="102626"/>
                </a:moveTo>
                <a:cubicBezTo>
                  <a:pt x="25215" y="102651"/>
                  <a:pt x="25240" y="102676"/>
                  <a:pt x="25240" y="102700"/>
                </a:cubicBezTo>
                <a:cubicBezTo>
                  <a:pt x="24393" y="102775"/>
                  <a:pt x="23597" y="102800"/>
                  <a:pt x="22776" y="102800"/>
                </a:cubicBezTo>
                <a:lnTo>
                  <a:pt x="23622" y="102700"/>
                </a:lnTo>
                <a:lnTo>
                  <a:pt x="25215" y="102626"/>
                </a:lnTo>
                <a:close/>
                <a:moveTo>
                  <a:pt x="2593" y="92982"/>
                </a:moveTo>
                <a:cubicBezTo>
                  <a:pt x="2596" y="92988"/>
                  <a:pt x="2602" y="92993"/>
                  <a:pt x="2614" y="92993"/>
                </a:cubicBezTo>
                <a:cubicBezTo>
                  <a:pt x="2639" y="93068"/>
                  <a:pt x="2688" y="93093"/>
                  <a:pt x="2688" y="93167"/>
                </a:cubicBezTo>
                <a:cubicBezTo>
                  <a:pt x="2713" y="93217"/>
                  <a:pt x="2738" y="93267"/>
                  <a:pt x="2763" y="93366"/>
                </a:cubicBezTo>
                <a:cubicBezTo>
                  <a:pt x="2937" y="93839"/>
                  <a:pt x="3112" y="94312"/>
                  <a:pt x="3261" y="94710"/>
                </a:cubicBezTo>
                <a:cubicBezTo>
                  <a:pt x="4132" y="96976"/>
                  <a:pt x="5800" y="99714"/>
                  <a:pt x="6347" y="100585"/>
                </a:cubicBezTo>
                <a:cubicBezTo>
                  <a:pt x="6771" y="101207"/>
                  <a:pt x="7194" y="101804"/>
                  <a:pt x="7567" y="102327"/>
                </a:cubicBezTo>
                <a:cubicBezTo>
                  <a:pt x="7642" y="102427"/>
                  <a:pt x="7692" y="102526"/>
                  <a:pt x="7716" y="102651"/>
                </a:cubicBezTo>
                <a:lnTo>
                  <a:pt x="7766" y="102651"/>
                </a:lnTo>
                <a:cubicBezTo>
                  <a:pt x="7791" y="102700"/>
                  <a:pt x="7816" y="102775"/>
                  <a:pt x="7891" y="102825"/>
                </a:cubicBezTo>
                <a:cubicBezTo>
                  <a:pt x="7891" y="102875"/>
                  <a:pt x="7916" y="102875"/>
                  <a:pt x="7916" y="102900"/>
                </a:cubicBezTo>
                <a:cubicBezTo>
                  <a:pt x="7841" y="102800"/>
                  <a:pt x="7791" y="102700"/>
                  <a:pt x="7716" y="102651"/>
                </a:cubicBezTo>
                <a:cubicBezTo>
                  <a:pt x="7692" y="102626"/>
                  <a:pt x="7667" y="102576"/>
                  <a:pt x="7667" y="102551"/>
                </a:cubicBezTo>
                <a:cubicBezTo>
                  <a:pt x="7467" y="102302"/>
                  <a:pt x="7268" y="102028"/>
                  <a:pt x="7069" y="101730"/>
                </a:cubicBezTo>
                <a:cubicBezTo>
                  <a:pt x="6820" y="101381"/>
                  <a:pt x="6571" y="101033"/>
                  <a:pt x="6323" y="100659"/>
                </a:cubicBezTo>
                <a:cubicBezTo>
                  <a:pt x="6323" y="100659"/>
                  <a:pt x="6323" y="100610"/>
                  <a:pt x="6298" y="100610"/>
                </a:cubicBezTo>
                <a:lnTo>
                  <a:pt x="6298" y="100585"/>
                </a:lnTo>
                <a:lnTo>
                  <a:pt x="5825" y="99838"/>
                </a:lnTo>
                <a:cubicBezTo>
                  <a:pt x="5352" y="99066"/>
                  <a:pt x="4705" y="97921"/>
                  <a:pt x="4107" y="96727"/>
                </a:cubicBezTo>
                <a:cubicBezTo>
                  <a:pt x="3983" y="96478"/>
                  <a:pt x="3858" y="96229"/>
                  <a:pt x="3784" y="95980"/>
                </a:cubicBezTo>
                <a:cubicBezTo>
                  <a:pt x="3709" y="95831"/>
                  <a:pt x="3609" y="95681"/>
                  <a:pt x="3560" y="95557"/>
                </a:cubicBezTo>
                <a:cubicBezTo>
                  <a:pt x="3435" y="95283"/>
                  <a:pt x="3336" y="95034"/>
                  <a:pt x="3211" y="94760"/>
                </a:cubicBezTo>
                <a:lnTo>
                  <a:pt x="3211" y="94735"/>
                </a:lnTo>
                <a:cubicBezTo>
                  <a:pt x="2989" y="94217"/>
                  <a:pt x="2766" y="93600"/>
                  <a:pt x="2593" y="92982"/>
                </a:cubicBezTo>
                <a:close/>
                <a:moveTo>
                  <a:pt x="43311" y="98170"/>
                </a:moveTo>
                <a:cubicBezTo>
                  <a:pt x="42514" y="99589"/>
                  <a:pt x="41543" y="101008"/>
                  <a:pt x="40423" y="102277"/>
                </a:cubicBezTo>
                <a:lnTo>
                  <a:pt x="40423" y="102302"/>
                </a:lnTo>
                <a:cubicBezTo>
                  <a:pt x="40050" y="102700"/>
                  <a:pt x="39677" y="103124"/>
                  <a:pt x="39303" y="103497"/>
                </a:cubicBezTo>
                <a:lnTo>
                  <a:pt x="39179" y="103621"/>
                </a:lnTo>
                <a:lnTo>
                  <a:pt x="39054" y="103497"/>
                </a:lnTo>
                <a:cubicBezTo>
                  <a:pt x="38781" y="103173"/>
                  <a:pt x="38482" y="102825"/>
                  <a:pt x="38258" y="102501"/>
                </a:cubicBezTo>
                <a:cubicBezTo>
                  <a:pt x="38208" y="102452"/>
                  <a:pt x="38183" y="102402"/>
                  <a:pt x="38158" y="102377"/>
                </a:cubicBezTo>
                <a:cubicBezTo>
                  <a:pt x="38133" y="102327"/>
                  <a:pt x="38133" y="102302"/>
                  <a:pt x="38084" y="102277"/>
                </a:cubicBezTo>
                <a:cubicBezTo>
                  <a:pt x="37810" y="101904"/>
                  <a:pt x="37586" y="101506"/>
                  <a:pt x="37337" y="101083"/>
                </a:cubicBezTo>
                <a:cubicBezTo>
                  <a:pt x="37287" y="101008"/>
                  <a:pt x="37237" y="100908"/>
                  <a:pt x="37187" y="100784"/>
                </a:cubicBezTo>
                <a:cubicBezTo>
                  <a:pt x="37138" y="100684"/>
                  <a:pt x="37088" y="100585"/>
                  <a:pt x="37063" y="100460"/>
                </a:cubicBezTo>
                <a:cubicBezTo>
                  <a:pt x="39104" y="99813"/>
                  <a:pt x="41195" y="99041"/>
                  <a:pt x="43311" y="98170"/>
                </a:cubicBezTo>
                <a:close/>
                <a:moveTo>
                  <a:pt x="36839" y="100560"/>
                </a:moveTo>
                <a:lnTo>
                  <a:pt x="36839" y="100560"/>
                </a:lnTo>
                <a:cubicBezTo>
                  <a:pt x="36939" y="100709"/>
                  <a:pt x="37038" y="100883"/>
                  <a:pt x="37088" y="101008"/>
                </a:cubicBezTo>
                <a:cubicBezTo>
                  <a:pt x="37138" y="101058"/>
                  <a:pt x="37163" y="101083"/>
                  <a:pt x="37163" y="101157"/>
                </a:cubicBezTo>
                <a:cubicBezTo>
                  <a:pt x="37163" y="101182"/>
                  <a:pt x="37187" y="101207"/>
                  <a:pt x="37187" y="101207"/>
                </a:cubicBezTo>
                <a:cubicBezTo>
                  <a:pt x="37212" y="101282"/>
                  <a:pt x="37237" y="101331"/>
                  <a:pt x="37287" y="101381"/>
                </a:cubicBezTo>
                <a:cubicBezTo>
                  <a:pt x="37387" y="101531"/>
                  <a:pt x="37436" y="101655"/>
                  <a:pt x="37536" y="101779"/>
                </a:cubicBezTo>
                <a:cubicBezTo>
                  <a:pt x="37536" y="101804"/>
                  <a:pt x="37561" y="101804"/>
                  <a:pt x="37561" y="101829"/>
                </a:cubicBezTo>
                <a:cubicBezTo>
                  <a:pt x="37586" y="101879"/>
                  <a:pt x="37586" y="101904"/>
                  <a:pt x="37636" y="101929"/>
                </a:cubicBezTo>
                <a:cubicBezTo>
                  <a:pt x="37660" y="101954"/>
                  <a:pt x="37685" y="102028"/>
                  <a:pt x="37710" y="102053"/>
                </a:cubicBezTo>
                <a:cubicBezTo>
                  <a:pt x="37785" y="102178"/>
                  <a:pt x="37884" y="102277"/>
                  <a:pt x="37934" y="102402"/>
                </a:cubicBezTo>
                <a:cubicBezTo>
                  <a:pt x="37959" y="102427"/>
                  <a:pt x="38009" y="102501"/>
                  <a:pt x="38034" y="102526"/>
                </a:cubicBezTo>
                <a:cubicBezTo>
                  <a:pt x="38059" y="102576"/>
                  <a:pt x="38133" y="102651"/>
                  <a:pt x="38158" y="102700"/>
                </a:cubicBezTo>
                <a:lnTo>
                  <a:pt x="38258" y="102800"/>
                </a:lnTo>
                <a:cubicBezTo>
                  <a:pt x="38283" y="102875"/>
                  <a:pt x="38308" y="102900"/>
                  <a:pt x="38382" y="102949"/>
                </a:cubicBezTo>
                <a:cubicBezTo>
                  <a:pt x="38382" y="102949"/>
                  <a:pt x="38382" y="102999"/>
                  <a:pt x="38407" y="102999"/>
                </a:cubicBezTo>
                <a:cubicBezTo>
                  <a:pt x="38457" y="103049"/>
                  <a:pt x="38507" y="103124"/>
                  <a:pt x="38557" y="103173"/>
                </a:cubicBezTo>
                <a:cubicBezTo>
                  <a:pt x="38631" y="103248"/>
                  <a:pt x="38681" y="103323"/>
                  <a:pt x="38756" y="103397"/>
                </a:cubicBezTo>
                <a:lnTo>
                  <a:pt x="38805" y="103447"/>
                </a:lnTo>
                <a:cubicBezTo>
                  <a:pt x="38880" y="103522"/>
                  <a:pt x="38930" y="103621"/>
                  <a:pt x="39005" y="103696"/>
                </a:cubicBezTo>
                <a:lnTo>
                  <a:pt x="38955" y="103746"/>
                </a:lnTo>
                <a:lnTo>
                  <a:pt x="38930" y="103771"/>
                </a:lnTo>
                <a:cubicBezTo>
                  <a:pt x="38781" y="103621"/>
                  <a:pt x="38656" y="103447"/>
                  <a:pt x="38532" y="103298"/>
                </a:cubicBezTo>
                <a:cubicBezTo>
                  <a:pt x="38432" y="103173"/>
                  <a:pt x="38308" y="103049"/>
                  <a:pt x="38208" y="102900"/>
                </a:cubicBezTo>
                <a:cubicBezTo>
                  <a:pt x="38084" y="102750"/>
                  <a:pt x="38009" y="102626"/>
                  <a:pt x="37909" y="102452"/>
                </a:cubicBezTo>
                <a:cubicBezTo>
                  <a:pt x="37810" y="102327"/>
                  <a:pt x="37710" y="102203"/>
                  <a:pt x="37636" y="102053"/>
                </a:cubicBezTo>
                <a:cubicBezTo>
                  <a:pt x="37511" y="101879"/>
                  <a:pt x="37412" y="101680"/>
                  <a:pt x="37287" y="101506"/>
                </a:cubicBezTo>
                <a:cubicBezTo>
                  <a:pt x="37262" y="101431"/>
                  <a:pt x="37187" y="101331"/>
                  <a:pt x="37163" y="101282"/>
                </a:cubicBezTo>
                <a:lnTo>
                  <a:pt x="37063" y="101083"/>
                </a:lnTo>
                <a:cubicBezTo>
                  <a:pt x="37013" y="100958"/>
                  <a:pt x="36914" y="100784"/>
                  <a:pt x="36839" y="100560"/>
                </a:cubicBezTo>
                <a:close/>
                <a:moveTo>
                  <a:pt x="43784" y="98046"/>
                </a:moveTo>
                <a:cubicBezTo>
                  <a:pt x="43759" y="98071"/>
                  <a:pt x="43759" y="98096"/>
                  <a:pt x="43734" y="98145"/>
                </a:cubicBezTo>
                <a:cubicBezTo>
                  <a:pt x="43609" y="98345"/>
                  <a:pt x="43460" y="98569"/>
                  <a:pt x="43311" y="98793"/>
                </a:cubicBezTo>
                <a:cubicBezTo>
                  <a:pt x="43311" y="98793"/>
                  <a:pt x="43311" y="98817"/>
                  <a:pt x="43286" y="98817"/>
                </a:cubicBezTo>
                <a:cubicBezTo>
                  <a:pt x="43161" y="99041"/>
                  <a:pt x="43037" y="99266"/>
                  <a:pt x="42912" y="99440"/>
                </a:cubicBezTo>
                <a:lnTo>
                  <a:pt x="42738" y="99714"/>
                </a:lnTo>
                <a:cubicBezTo>
                  <a:pt x="42440" y="100162"/>
                  <a:pt x="42141" y="100585"/>
                  <a:pt x="41817" y="101033"/>
                </a:cubicBezTo>
                <a:cubicBezTo>
                  <a:pt x="41767" y="101083"/>
                  <a:pt x="41693" y="101182"/>
                  <a:pt x="41643" y="101257"/>
                </a:cubicBezTo>
                <a:cubicBezTo>
                  <a:pt x="41295" y="101680"/>
                  <a:pt x="40946" y="102078"/>
                  <a:pt x="40573" y="102526"/>
                </a:cubicBezTo>
                <a:cubicBezTo>
                  <a:pt x="40523" y="102576"/>
                  <a:pt x="40448" y="102651"/>
                  <a:pt x="40423" y="102700"/>
                </a:cubicBezTo>
                <a:cubicBezTo>
                  <a:pt x="40075" y="103074"/>
                  <a:pt x="39751" y="103447"/>
                  <a:pt x="39378" y="103821"/>
                </a:cubicBezTo>
                <a:lnTo>
                  <a:pt x="39328" y="103796"/>
                </a:lnTo>
                <a:cubicBezTo>
                  <a:pt x="39303" y="103771"/>
                  <a:pt x="39303" y="103771"/>
                  <a:pt x="39328" y="103746"/>
                </a:cubicBezTo>
                <a:cubicBezTo>
                  <a:pt x="39701" y="103373"/>
                  <a:pt x="40075" y="102949"/>
                  <a:pt x="40448" y="102576"/>
                </a:cubicBezTo>
                <a:lnTo>
                  <a:pt x="40548" y="102501"/>
                </a:lnTo>
                <a:cubicBezTo>
                  <a:pt x="41792" y="101083"/>
                  <a:pt x="42813" y="99639"/>
                  <a:pt x="43684" y="98071"/>
                </a:cubicBezTo>
                <a:cubicBezTo>
                  <a:pt x="43734" y="98071"/>
                  <a:pt x="43734" y="98071"/>
                  <a:pt x="43759" y="98046"/>
                </a:cubicBezTo>
                <a:close/>
                <a:moveTo>
                  <a:pt x="39179" y="103821"/>
                </a:moveTo>
                <a:cubicBezTo>
                  <a:pt x="39179" y="103895"/>
                  <a:pt x="39179" y="103895"/>
                  <a:pt x="39204" y="103920"/>
                </a:cubicBezTo>
                <a:lnTo>
                  <a:pt x="39204" y="103920"/>
                </a:lnTo>
                <a:lnTo>
                  <a:pt x="39204" y="103920"/>
                </a:lnTo>
                <a:cubicBezTo>
                  <a:pt x="39204" y="103933"/>
                  <a:pt x="39197" y="103939"/>
                  <a:pt x="39194" y="103939"/>
                </a:cubicBezTo>
                <a:cubicBezTo>
                  <a:pt x="39191" y="103939"/>
                  <a:pt x="39191" y="103933"/>
                  <a:pt x="39204" y="103920"/>
                </a:cubicBezTo>
                <a:lnTo>
                  <a:pt x="39204" y="103920"/>
                </a:lnTo>
                <a:lnTo>
                  <a:pt x="39179" y="103945"/>
                </a:lnTo>
                <a:lnTo>
                  <a:pt x="39154" y="103920"/>
                </a:lnTo>
                <a:cubicBezTo>
                  <a:pt x="39154" y="103920"/>
                  <a:pt x="39154" y="103895"/>
                  <a:pt x="39129" y="103895"/>
                </a:cubicBezTo>
                <a:lnTo>
                  <a:pt x="39154" y="103870"/>
                </a:lnTo>
                <a:lnTo>
                  <a:pt x="39179" y="103821"/>
                </a:lnTo>
                <a:close/>
                <a:moveTo>
                  <a:pt x="39303" y="104069"/>
                </a:moveTo>
                <a:cubicBezTo>
                  <a:pt x="39378" y="104069"/>
                  <a:pt x="39403" y="104119"/>
                  <a:pt x="39403" y="104144"/>
                </a:cubicBezTo>
                <a:cubicBezTo>
                  <a:pt x="39627" y="104368"/>
                  <a:pt x="39826" y="104542"/>
                  <a:pt x="40075" y="104766"/>
                </a:cubicBezTo>
                <a:cubicBezTo>
                  <a:pt x="40150" y="104816"/>
                  <a:pt x="40199" y="104866"/>
                  <a:pt x="40274" y="104916"/>
                </a:cubicBezTo>
                <a:cubicBezTo>
                  <a:pt x="40498" y="105115"/>
                  <a:pt x="40697" y="105264"/>
                  <a:pt x="40946" y="105414"/>
                </a:cubicBezTo>
                <a:cubicBezTo>
                  <a:pt x="40958" y="105426"/>
                  <a:pt x="40971" y="105436"/>
                  <a:pt x="40984" y="105446"/>
                </a:cubicBezTo>
                <a:lnTo>
                  <a:pt x="40984" y="105446"/>
                </a:lnTo>
                <a:cubicBezTo>
                  <a:pt x="40334" y="105064"/>
                  <a:pt x="39787" y="104599"/>
                  <a:pt x="39303" y="104069"/>
                </a:cubicBezTo>
                <a:close/>
                <a:moveTo>
                  <a:pt x="77884" y="102128"/>
                </a:moveTo>
                <a:cubicBezTo>
                  <a:pt x="77163" y="102626"/>
                  <a:pt x="76416" y="103074"/>
                  <a:pt x="75719" y="103572"/>
                </a:cubicBezTo>
                <a:cubicBezTo>
                  <a:pt x="75669" y="103572"/>
                  <a:pt x="75669" y="103621"/>
                  <a:pt x="75644" y="103621"/>
                </a:cubicBezTo>
                <a:cubicBezTo>
                  <a:pt x="75296" y="103821"/>
                  <a:pt x="74997" y="104045"/>
                  <a:pt x="74649" y="104269"/>
                </a:cubicBezTo>
                <a:cubicBezTo>
                  <a:pt x="74499" y="104368"/>
                  <a:pt x="74300" y="104493"/>
                  <a:pt x="74151" y="104567"/>
                </a:cubicBezTo>
                <a:cubicBezTo>
                  <a:pt x="74101" y="104617"/>
                  <a:pt x="74026" y="104642"/>
                  <a:pt x="73952" y="104692"/>
                </a:cubicBezTo>
                <a:cubicBezTo>
                  <a:pt x="73777" y="104816"/>
                  <a:pt x="73603" y="104916"/>
                  <a:pt x="73429" y="105015"/>
                </a:cubicBezTo>
                <a:cubicBezTo>
                  <a:pt x="73080" y="105237"/>
                  <a:pt x="72710" y="105450"/>
                  <a:pt x="72347" y="105664"/>
                </a:cubicBezTo>
                <a:lnTo>
                  <a:pt x="72347" y="105664"/>
                </a:lnTo>
                <a:cubicBezTo>
                  <a:pt x="73812" y="104769"/>
                  <a:pt x="75333" y="103810"/>
                  <a:pt x="76491" y="103024"/>
                </a:cubicBezTo>
                <a:cubicBezTo>
                  <a:pt x="76889" y="102750"/>
                  <a:pt x="77287" y="102452"/>
                  <a:pt x="77760" y="102128"/>
                </a:cubicBezTo>
                <a:close/>
                <a:moveTo>
                  <a:pt x="41444" y="105737"/>
                </a:moveTo>
                <a:cubicBezTo>
                  <a:pt x="41446" y="105737"/>
                  <a:pt x="41462" y="105738"/>
                  <a:pt x="41467" y="105752"/>
                </a:cubicBezTo>
                <a:lnTo>
                  <a:pt x="41467" y="105752"/>
                </a:lnTo>
                <a:cubicBezTo>
                  <a:pt x="41459" y="105747"/>
                  <a:pt x="41452" y="105742"/>
                  <a:pt x="41444" y="105737"/>
                </a:cubicBezTo>
                <a:close/>
                <a:moveTo>
                  <a:pt x="68899" y="96154"/>
                </a:moveTo>
                <a:lnTo>
                  <a:pt x="68949" y="96204"/>
                </a:lnTo>
                <a:cubicBezTo>
                  <a:pt x="69795" y="97075"/>
                  <a:pt x="70641" y="97847"/>
                  <a:pt x="71413" y="98569"/>
                </a:cubicBezTo>
                <a:cubicBezTo>
                  <a:pt x="72234" y="99290"/>
                  <a:pt x="72981" y="99888"/>
                  <a:pt x="73678" y="100410"/>
                </a:cubicBezTo>
                <a:cubicBezTo>
                  <a:pt x="73603" y="100460"/>
                  <a:pt x="73529" y="100510"/>
                  <a:pt x="73429" y="100560"/>
                </a:cubicBezTo>
                <a:cubicBezTo>
                  <a:pt x="73080" y="100759"/>
                  <a:pt x="72782" y="100958"/>
                  <a:pt x="72433" y="101157"/>
                </a:cubicBezTo>
                <a:cubicBezTo>
                  <a:pt x="72259" y="101257"/>
                  <a:pt x="72085" y="101331"/>
                  <a:pt x="71911" y="101456"/>
                </a:cubicBezTo>
                <a:cubicBezTo>
                  <a:pt x="67804" y="103771"/>
                  <a:pt x="63721" y="105513"/>
                  <a:pt x="59863" y="106608"/>
                </a:cubicBezTo>
                <a:cubicBezTo>
                  <a:pt x="60461" y="104916"/>
                  <a:pt x="60834" y="103149"/>
                  <a:pt x="60983" y="101307"/>
                </a:cubicBezTo>
                <a:cubicBezTo>
                  <a:pt x="61058" y="101282"/>
                  <a:pt x="61108" y="101257"/>
                  <a:pt x="61183" y="101182"/>
                </a:cubicBezTo>
                <a:cubicBezTo>
                  <a:pt x="63398" y="99888"/>
                  <a:pt x="65588" y="98444"/>
                  <a:pt x="67804" y="96901"/>
                </a:cubicBezTo>
                <a:cubicBezTo>
                  <a:pt x="68177" y="96627"/>
                  <a:pt x="68525" y="96378"/>
                  <a:pt x="68899" y="96154"/>
                </a:cubicBezTo>
                <a:close/>
                <a:moveTo>
                  <a:pt x="60809" y="101431"/>
                </a:moveTo>
                <a:cubicBezTo>
                  <a:pt x="60610" y="103273"/>
                  <a:pt x="60262" y="105015"/>
                  <a:pt x="59689" y="106658"/>
                </a:cubicBezTo>
                <a:cubicBezTo>
                  <a:pt x="59652" y="106658"/>
                  <a:pt x="59629" y="106658"/>
                  <a:pt x="59620" y="106668"/>
                </a:cubicBezTo>
                <a:lnTo>
                  <a:pt x="59620" y="106668"/>
                </a:lnTo>
                <a:cubicBezTo>
                  <a:pt x="60189" y="105029"/>
                  <a:pt x="60561" y="103267"/>
                  <a:pt x="60734" y="101456"/>
                </a:cubicBezTo>
                <a:cubicBezTo>
                  <a:pt x="60784" y="101456"/>
                  <a:pt x="60784" y="101431"/>
                  <a:pt x="60809" y="101431"/>
                </a:cubicBezTo>
                <a:close/>
                <a:moveTo>
                  <a:pt x="47468" y="96328"/>
                </a:moveTo>
                <a:cubicBezTo>
                  <a:pt x="47891" y="96577"/>
                  <a:pt x="48364" y="96801"/>
                  <a:pt x="48837" y="96976"/>
                </a:cubicBezTo>
                <a:cubicBezTo>
                  <a:pt x="47990" y="100510"/>
                  <a:pt x="46397" y="103920"/>
                  <a:pt x="44033" y="106882"/>
                </a:cubicBezTo>
                <a:cubicBezTo>
                  <a:pt x="43933" y="106783"/>
                  <a:pt x="43809" y="106733"/>
                  <a:pt x="43659" y="106658"/>
                </a:cubicBezTo>
                <a:cubicBezTo>
                  <a:pt x="43410" y="106559"/>
                  <a:pt x="43136" y="106434"/>
                  <a:pt x="42888" y="106359"/>
                </a:cubicBezTo>
                <a:cubicBezTo>
                  <a:pt x="42688" y="106260"/>
                  <a:pt x="42514" y="106135"/>
                  <a:pt x="42290" y="106036"/>
                </a:cubicBezTo>
                <a:cubicBezTo>
                  <a:pt x="42041" y="105911"/>
                  <a:pt x="41817" y="105787"/>
                  <a:pt x="41618" y="105662"/>
                </a:cubicBezTo>
                <a:lnTo>
                  <a:pt x="41568" y="105662"/>
                </a:lnTo>
                <a:cubicBezTo>
                  <a:pt x="41394" y="105538"/>
                  <a:pt x="41245" y="105414"/>
                  <a:pt x="41046" y="105289"/>
                </a:cubicBezTo>
                <a:lnTo>
                  <a:pt x="40398" y="104816"/>
                </a:lnTo>
                <a:cubicBezTo>
                  <a:pt x="40249" y="104692"/>
                  <a:pt x="40075" y="104542"/>
                  <a:pt x="39926" y="104393"/>
                </a:cubicBezTo>
                <a:cubicBezTo>
                  <a:pt x="39776" y="104244"/>
                  <a:pt x="39577" y="104119"/>
                  <a:pt x="39428" y="103945"/>
                </a:cubicBezTo>
                <a:cubicBezTo>
                  <a:pt x="39801" y="103572"/>
                  <a:pt x="40174" y="103198"/>
                  <a:pt x="40523" y="102800"/>
                </a:cubicBezTo>
                <a:lnTo>
                  <a:pt x="40647" y="102676"/>
                </a:lnTo>
                <a:cubicBezTo>
                  <a:pt x="41046" y="102203"/>
                  <a:pt x="41419" y="101755"/>
                  <a:pt x="41792" y="101282"/>
                </a:cubicBezTo>
                <a:cubicBezTo>
                  <a:pt x="42614" y="100211"/>
                  <a:pt x="43360" y="99091"/>
                  <a:pt x="43983" y="97921"/>
                </a:cubicBezTo>
                <a:cubicBezTo>
                  <a:pt x="45128" y="97424"/>
                  <a:pt x="46273" y="96901"/>
                  <a:pt x="47468" y="96328"/>
                </a:cubicBezTo>
                <a:close/>
                <a:moveTo>
                  <a:pt x="73877" y="100535"/>
                </a:moveTo>
                <a:lnTo>
                  <a:pt x="73902" y="100560"/>
                </a:lnTo>
                <a:cubicBezTo>
                  <a:pt x="73902" y="100560"/>
                  <a:pt x="73927" y="100560"/>
                  <a:pt x="73927" y="100585"/>
                </a:cubicBezTo>
                <a:cubicBezTo>
                  <a:pt x="73877" y="100635"/>
                  <a:pt x="73802" y="100684"/>
                  <a:pt x="73753" y="100709"/>
                </a:cubicBezTo>
                <a:cubicBezTo>
                  <a:pt x="73529" y="100834"/>
                  <a:pt x="73304" y="100958"/>
                  <a:pt x="73130" y="101083"/>
                </a:cubicBezTo>
                <a:lnTo>
                  <a:pt x="72856" y="101282"/>
                </a:lnTo>
                <a:cubicBezTo>
                  <a:pt x="72657" y="101406"/>
                  <a:pt x="72433" y="101506"/>
                  <a:pt x="72259" y="101630"/>
                </a:cubicBezTo>
                <a:cubicBezTo>
                  <a:pt x="71637" y="101954"/>
                  <a:pt x="71015" y="102302"/>
                  <a:pt x="70417" y="102626"/>
                </a:cubicBezTo>
                <a:lnTo>
                  <a:pt x="69870" y="102900"/>
                </a:lnTo>
                <a:cubicBezTo>
                  <a:pt x="69421" y="103124"/>
                  <a:pt x="68998" y="103323"/>
                  <a:pt x="68575" y="103547"/>
                </a:cubicBezTo>
                <a:cubicBezTo>
                  <a:pt x="68028" y="103821"/>
                  <a:pt x="67505" y="104069"/>
                  <a:pt x="66932" y="104318"/>
                </a:cubicBezTo>
                <a:cubicBezTo>
                  <a:pt x="66883" y="104368"/>
                  <a:pt x="66783" y="104393"/>
                  <a:pt x="66708" y="104418"/>
                </a:cubicBezTo>
                <a:cubicBezTo>
                  <a:pt x="64418" y="105438"/>
                  <a:pt x="62103" y="106285"/>
                  <a:pt x="59913" y="106907"/>
                </a:cubicBezTo>
                <a:lnTo>
                  <a:pt x="59913" y="106882"/>
                </a:lnTo>
                <a:lnTo>
                  <a:pt x="59913" y="106857"/>
                </a:lnTo>
                <a:cubicBezTo>
                  <a:pt x="59938" y="106783"/>
                  <a:pt x="60038" y="106758"/>
                  <a:pt x="60112" y="106733"/>
                </a:cubicBezTo>
                <a:cubicBezTo>
                  <a:pt x="60311" y="106658"/>
                  <a:pt x="60461" y="106633"/>
                  <a:pt x="60635" y="106559"/>
                </a:cubicBezTo>
                <a:cubicBezTo>
                  <a:pt x="61083" y="106434"/>
                  <a:pt x="61506" y="106285"/>
                  <a:pt x="61954" y="106135"/>
                </a:cubicBezTo>
                <a:cubicBezTo>
                  <a:pt x="61979" y="106135"/>
                  <a:pt x="62004" y="106111"/>
                  <a:pt x="62079" y="106111"/>
                </a:cubicBezTo>
                <a:cubicBezTo>
                  <a:pt x="62203" y="106061"/>
                  <a:pt x="62303" y="106036"/>
                  <a:pt x="62427" y="106011"/>
                </a:cubicBezTo>
                <a:cubicBezTo>
                  <a:pt x="62925" y="105812"/>
                  <a:pt x="63448" y="105638"/>
                  <a:pt x="63945" y="105438"/>
                </a:cubicBezTo>
                <a:cubicBezTo>
                  <a:pt x="63995" y="105414"/>
                  <a:pt x="64095" y="105389"/>
                  <a:pt x="64169" y="105364"/>
                </a:cubicBezTo>
                <a:cubicBezTo>
                  <a:pt x="64692" y="105140"/>
                  <a:pt x="65240" y="104916"/>
                  <a:pt x="65787" y="104692"/>
                </a:cubicBezTo>
                <a:cubicBezTo>
                  <a:pt x="65837" y="104667"/>
                  <a:pt x="65862" y="104667"/>
                  <a:pt x="65937" y="104642"/>
                </a:cubicBezTo>
                <a:cubicBezTo>
                  <a:pt x="66484" y="104393"/>
                  <a:pt x="67032" y="104144"/>
                  <a:pt x="67580" y="103895"/>
                </a:cubicBezTo>
                <a:cubicBezTo>
                  <a:pt x="67654" y="103870"/>
                  <a:pt x="67679" y="103870"/>
                  <a:pt x="67729" y="103821"/>
                </a:cubicBezTo>
                <a:cubicBezTo>
                  <a:pt x="68276" y="103572"/>
                  <a:pt x="68824" y="103298"/>
                  <a:pt x="69347" y="103024"/>
                </a:cubicBezTo>
                <a:lnTo>
                  <a:pt x="69546" y="102924"/>
                </a:lnTo>
                <a:cubicBezTo>
                  <a:pt x="70069" y="102676"/>
                  <a:pt x="70566" y="102402"/>
                  <a:pt x="71089" y="102078"/>
                </a:cubicBezTo>
                <a:lnTo>
                  <a:pt x="71139" y="102078"/>
                </a:lnTo>
                <a:cubicBezTo>
                  <a:pt x="71214" y="102053"/>
                  <a:pt x="71288" y="102004"/>
                  <a:pt x="71388" y="101954"/>
                </a:cubicBezTo>
                <a:cubicBezTo>
                  <a:pt x="71637" y="101804"/>
                  <a:pt x="71911" y="101680"/>
                  <a:pt x="72160" y="101531"/>
                </a:cubicBezTo>
                <a:cubicBezTo>
                  <a:pt x="72309" y="101431"/>
                  <a:pt x="72458" y="101331"/>
                  <a:pt x="72657" y="101257"/>
                </a:cubicBezTo>
                <a:cubicBezTo>
                  <a:pt x="72757" y="101182"/>
                  <a:pt x="72856" y="101157"/>
                  <a:pt x="72906" y="101083"/>
                </a:cubicBezTo>
                <a:cubicBezTo>
                  <a:pt x="73006" y="101033"/>
                  <a:pt x="73130" y="100958"/>
                  <a:pt x="73230" y="100908"/>
                </a:cubicBezTo>
                <a:lnTo>
                  <a:pt x="73255" y="100883"/>
                </a:lnTo>
                <a:cubicBezTo>
                  <a:pt x="73404" y="100784"/>
                  <a:pt x="73529" y="100684"/>
                  <a:pt x="73678" y="100635"/>
                </a:cubicBezTo>
                <a:lnTo>
                  <a:pt x="73877" y="100535"/>
                </a:lnTo>
                <a:close/>
                <a:moveTo>
                  <a:pt x="49135" y="96976"/>
                </a:moveTo>
                <a:cubicBezTo>
                  <a:pt x="48289" y="100510"/>
                  <a:pt x="46721" y="103920"/>
                  <a:pt x="44381" y="106882"/>
                </a:cubicBezTo>
                <a:cubicBezTo>
                  <a:pt x="44366" y="106911"/>
                  <a:pt x="44343" y="106923"/>
                  <a:pt x="44327" y="106923"/>
                </a:cubicBezTo>
                <a:cubicBezTo>
                  <a:pt x="44315" y="106923"/>
                  <a:pt x="44306" y="106917"/>
                  <a:pt x="44306" y="106907"/>
                </a:cubicBezTo>
                <a:cubicBezTo>
                  <a:pt x="46621" y="103920"/>
                  <a:pt x="48214" y="100485"/>
                  <a:pt x="49085" y="96976"/>
                </a:cubicBezTo>
                <a:close/>
                <a:moveTo>
                  <a:pt x="41519" y="105762"/>
                </a:moveTo>
                <a:cubicBezTo>
                  <a:pt x="41668" y="105862"/>
                  <a:pt x="41792" y="105936"/>
                  <a:pt x="41942" y="106036"/>
                </a:cubicBezTo>
                <a:lnTo>
                  <a:pt x="42141" y="106135"/>
                </a:lnTo>
                <a:cubicBezTo>
                  <a:pt x="42440" y="106310"/>
                  <a:pt x="42763" y="106484"/>
                  <a:pt x="43087" y="106633"/>
                </a:cubicBezTo>
                <a:cubicBezTo>
                  <a:pt x="43211" y="106683"/>
                  <a:pt x="43385" y="106758"/>
                  <a:pt x="43535" y="106807"/>
                </a:cubicBezTo>
                <a:lnTo>
                  <a:pt x="44008" y="107007"/>
                </a:lnTo>
                <a:lnTo>
                  <a:pt x="44008" y="107031"/>
                </a:lnTo>
                <a:cubicBezTo>
                  <a:pt x="43096" y="106684"/>
                  <a:pt x="42260" y="106261"/>
                  <a:pt x="41483" y="105762"/>
                </a:cubicBezTo>
                <a:close/>
                <a:moveTo>
                  <a:pt x="9011" y="104169"/>
                </a:moveTo>
                <a:lnTo>
                  <a:pt x="9011" y="104169"/>
                </a:lnTo>
                <a:cubicBezTo>
                  <a:pt x="9782" y="105065"/>
                  <a:pt x="10305" y="105613"/>
                  <a:pt x="10380" y="105662"/>
                </a:cubicBezTo>
                <a:lnTo>
                  <a:pt x="10405" y="105687"/>
                </a:lnTo>
                <a:lnTo>
                  <a:pt x="10678" y="105986"/>
                </a:lnTo>
                <a:cubicBezTo>
                  <a:pt x="10753" y="106036"/>
                  <a:pt x="10828" y="106135"/>
                  <a:pt x="10927" y="106185"/>
                </a:cubicBezTo>
                <a:cubicBezTo>
                  <a:pt x="11258" y="106516"/>
                  <a:pt x="11589" y="106827"/>
                  <a:pt x="11936" y="107153"/>
                </a:cubicBezTo>
                <a:lnTo>
                  <a:pt x="11936" y="107153"/>
                </a:lnTo>
                <a:cubicBezTo>
                  <a:pt x="11892" y="107121"/>
                  <a:pt x="11845" y="107091"/>
                  <a:pt x="11799" y="107056"/>
                </a:cubicBezTo>
                <a:cubicBezTo>
                  <a:pt x="11799" y="107056"/>
                  <a:pt x="11774" y="107031"/>
                  <a:pt x="11749" y="107031"/>
                </a:cubicBezTo>
                <a:lnTo>
                  <a:pt x="11599" y="106907"/>
                </a:lnTo>
                <a:cubicBezTo>
                  <a:pt x="11400" y="106708"/>
                  <a:pt x="11176" y="106534"/>
                  <a:pt x="10977" y="106310"/>
                </a:cubicBezTo>
                <a:cubicBezTo>
                  <a:pt x="10927" y="106260"/>
                  <a:pt x="10853" y="106235"/>
                  <a:pt x="10803" y="106160"/>
                </a:cubicBezTo>
                <a:cubicBezTo>
                  <a:pt x="10678" y="106036"/>
                  <a:pt x="10554" y="105911"/>
                  <a:pt x="10405" y="105787"/>
                </a:cubicBezTo>
                <a:cubicBezTo>
                  <a:pt x="10330" y="105737"/>
                  <a:pt x="10280" y="105662"/>
                  <a:pt x="10255" y="105613"/>
                </a:cubicBezTo>
                <a:cubicBezTo>
                  <a:pt x="10106" y="105488"/>
                  <a:pt x="10031" y="105364"/>
                  <a:pt x="9907" y="105239"/>
                </a:cubicBezTo>
                <a:cubicBezTo>
                  <a:pt x="9708" y="105040"/>
                  <a:pt x="9533" y="104816"/>
                  <a:pt x="9384" y="104642"/>
                </a:cubicBezTo>
                <a:lnTo>
                  <a:pt x="9285" y="104542"/>
                </a:lnTo>
                <a:lnTo>
                  <a:pt x="9011" y="104169"/>
                </a:lnTo>
                <a:close/>
                <a:moveTo>
                  <a:pt x="60685" y="96951"/>
                </a:moveTo>
                <a:lnTo>
                  <a:pt x="60685" y="96951"/>
                </a:lnTo>
                <a:cubicBezTo>
                  <a:pt x="60784" y="98345"/>
                  <a:pt x="60734" y="99714"/>
                  <a:pt x="60635" y="101083"/>
                </a:cubicBezTo>
                <a:cubicBezTo>
                  <a:pt x="56055" y="103696"/>
                  <a:pt x="51525" y="105911"/>
                  <a:pt x="47094" y="107654"/>
                </a:cubicBezTo>
                <a:cubicBezTo>
                  <a:pt x="46970" y="107629"/>
                  <a:pt x="46845" y="107604"/>
                  <a:pt x="46721" y="107604"/>
                </a:cubicBezTo>
                <a:cubicBezTo>
                  <a:pt x="46397" y="107529"/>
                  <a:pt x="46099" y="107480"/>
                  <a:pt x="45800" y="107405"/>
                </a:cubicBezTo>
                <a:lnTo>
                  <a:pt x="45153" y="107231"/>
                </a:lnTo>
                <a:cubicBezTo>
                  <a:pt x="44978" y="107156"/>
                  <a:pt x="44754" y="107106"/>
                  <a:pt x="44555" y="107031"/>
                </a:cubicBezTo>
                <a:cubicBezTo>
                  <a:pt x="46895" y="104045"/>
                  <a:pt x="48488" y="100610"/>
                  <a:pt x="49334" y="97125"/>
                </a:cubicBezTo>
                <a:cubicBezTo>
                  <a:pt x="50778" y="97623"/>
                  <a:pt x="52396" y="97872"/>
                  <a:pt x="54213" y="97872"/>
                </a:cubicBezTo>
                <a:cubicBezTo>
                  <a:pt x="56204" y="97872"/>
                  <a:pt x="58370" y="97573"/>
                  <a:pt x="60685" y="96951"/>
                </a:cubicBezTo>
                <a:close/>
                <a:moveTo>
                  <a:pt x="60560" y="101282"/>
                </a:moveTo>
                <a:lnTo>
                  <a:pt x="60560" y="101331"/>
                </a:lnTo>
                <a:cubicBezTo>
                  <a:pt x="56204" y="103895"/>
                  <a:pt x="51848" y="106036"/>
                  <a:pt x="47542" y="107728"/>
                </a:cubicBezTo>
                <a:lnTo>
                  <a:pt x="47418" y="107728"/>
                </a:lnTo>
                <a:cubicBezTo>
                  <a:pt x="51749" y="106036"/>
                  <a:pt x="56130" y="103895"/>
                  <a:pt x="60560" y="101282"/>
                </a:cubicBezTo>
                <a:close/>
                <a:moveTo>
                  <a:pt x="44381" y="107156"/>
                </a:moveTo>
                <a:cubicBezTo>
                  <a:pt x="44481" y="107181"/>
                  <a:pt x="44530" y="107231"/>
                  <a:pt x="44630" y="107256"/>
                </a:cubicBezTo>
                <a:cubicBezTo>
                  <a:pt x="44779" y="107305"/>
                  <a:pt x="44929" y="107355"/>
                  <a:pt x="45103" y="107405"/>
                </a:cubicBezTo>
                <a:lnTo>
                  <a:pt x="45750" y="107604"/>
                </a:lnTo>
                <a:lnTo>
                  <a:pt x="46223" y="107679"/>
                </a:lnTo>
                <a:cubicBezTo>
                  <a:pt x="46422" y="107728"/>
                  <a:pt x="46596" y="107753"/>
                  <a:pt x="46721" y="107778"/>
                </a:cubicBezTo>
                <a:cubicBezTo>
                  <a:pt x="46671" y="107778"/>
                  <a:pt x="46671" y="107778"/>
                  <a:pt x="46646" y="107803"/>
                </a:cubicBezTo>
                <a:cubicBezTo>
                  <a:pt x="45850" y="107654"/>
                  <a:pt x="45103" y="107480"/>
                  <a:pt x="44356" y="107181"/>
                </a:cubicBezTo>
                <a:lnTo>
                  <a:pt x="44381" y="107156"/>
                </a:lnTo>
                <a:close/>
                <a:moveTo>
                  <a:pt x="47163" y="107859"/>
                </a:moveTo>
                <a:cubicBezTo>
                  <a:pt x="47175" y="107859"/>
                  <a:pt x="47194" y="107865"/>
                  <a:pt x="47219" y="107878"/>
                </a:cubicBezTo>
                <a:cubicBezTo>
                  <a:pt x="47219" y="107878"/>
                  <a:pt x="47169" y="107878"/>
                  <a:pt x="47169" y="107903"/>
                </a:cubicBezTo>
                <a:cubicBezTo>
                  <a:pt x="47169" y="107903"/>
                  <a:pt x="47144" y="107903"/>
                  <a:pt x="47144" y="107928"/>
                </a:cubicBezTo>
                <a:cubicBezTo>
                  <a:pt x="47119" y="107928"/>
                  <a:pt x="47094" y="107903"/>
                  <a:pt x="47019" y="107903"/>
                </a:cubicBezTo>
                <a:lnTo>
                  <a:pt x="47094" y="107903"/>
                </a:lnTo>
                <a:cubicBezTo>
                  <a:pt x="47119" y="107903"/>
                  <a:pt x="47119" y="107903"/>
                  <a:pt x="47144" y="107878"/>
                </a:cubicBezTo>
                <a:cubicBezTo>
                  <a:pt x="47144" y="107865"/>
                  <a:pt x="47150" y="107859"/>
                  <a:pt x="47163" y="107859"/>
                </a:cubicBezTo>
                <a:close/>
                <a:moveTo>
                  <a:pt x="60535" y="101630"/>
                </a:moveTo>
                <a:lnTo>
                  <a:pt x="60535" y="101630"/>
                </a:lnTo>
                <a:cubicBezTo>
                  <a:pt x="60336" y="103422"/>
                  <a:pt x="59963" y="105165"/>
                  <a:pt x="59415" y="106758"/>
                </a:cubicBezTo>
                <a:cubicBezTo>
                  <a:pt x="57847" y="107131"/>
                  <a:pt x="56329" y="107480"/>
                  <a:pt x="54860" y="107679"/>
                </a:cubicBezTo>
                <a:lnTo>
                  <a:pt x="54810" y="107679"/>
                </a:lnTo>
                <a:cubicBezTo>
                  <a:pt x="54736" y="107679"/>
                  <a:pt x="54686" y="107728"/>
                  <a:pt x="54586" y="107728"/>
                </a:cubicBezTo>
                <a:cubicBezTo>
                  <a:pt x="54238" y="107753"/>
                  <a:pt x="53939" y="107803"/>
                  <a:pt x="53591" y="107853"/>
                </a:cubicBezTo>
                <a:cubicBezTo>
                  <a:pt x="53342" y="107878"/>
                  <a:pt x="53118" y="107878"/>
                  <a:pt x="52894" y="107903"/>
                </a:cubicBezTo>
                <a:cubicBezTo>
                  <a:pt x="52819" y="107903"/>
                  <a:pt x="52720" y="107903"/>
                  <a:pt x="52620" y="107928"/>
                </a:cubicBezTo>
                <a:cubicBezTo>
                  <a:pt x="52496" y="107928"/>
                  <a:pt x="52371" y="107977"/>
                  <a:pt x="52247" y="107977"/>
                </a:cubicBezTo>
                <a:cubicBezTo>
                  <a:pt x="51973" y="107977"/>
                  <a:pt x="51649" y="108002"/>
                  <a:pt x="51375" y="108002"/>
                </a:cubicBezTo>
                <a:lnTo>
                  <a:pt x="50853" y="108002"/>
                </a:lnTo>
                <a:cubicBezTo>
                  <a:pt x="50280" y="108002"/>
                  <a:pt x="49733" y="107977"/>
                  <a:pt x="49160" y="107928"/>
                </a:cubicBezTo>
                <a:lnTo>
                  <a:pt x="49135" y="107928"/>
                </a:lnTo>
                <a:cubicBezTo>
                  <a:pt x="49011" y="107928"/>
                  <a:pt x="48886" y="107903"/>
                  <a:pt x="48762" y="107903"/>
                </a:cubicBezTo>
                <a:cubicBezTo>
                  <a:pt x="48662" y="107903"/>
                  <a:pt x="48588" y="107878"/>
                  <a:pt x="48488" y="107878"/>
                </a:cubicBezTo>
                <a:cubicBezTo>
                  <a:pt x="48289" y="107853"/>
                  <a:pt x="48140" y="107853"/>
                  <a:pt x="47965" y="107803"/>
                </a:cubicBezTo>
                <a:cubicBezTo>
                  <a:pt x="52072" y="106160"/>
                  <a:pt x="56254" y="104119"/>
                  <a:pt x="60535" y="101630"/>
                </a:cubicBezTo>
                <a:close/>
                <a:moveTo>
                  <a:pt x="59316" y="106957"/>
                </a:moveTo>
                <a:lnTo>
                  <a:pt x="59316" y="107007"/>
                </a:lnTo>
                <a:lnTo>
                  <a:pt x="59316" y="107031"/>
                </a:lnTo>
                <a:cubicBezTo>
                  <a:pt x="58594" y="107206"/>
                  <a:pt x="57847" y="107405"/>
                  <a:pt x="57125" y="107554"/>
                </a:cubicBezTo>
                <a:cubicBezTo>
                  <a:pt x="57001" y="107579"/>
                  <a:pt x="56876" y="107579"/>
                  <a:pt x="56752" y="107629"/>
                </a:cubicBezTo>
                <a:cubicBezTo>
                  <a:pt x="56155" y="107753"/>
                  <a:pt x="55582" y="107828"/>
                  <a:pt x="54985" y="107928"/>
                </a:cubicBezTo>
                <a:cubicBezTo>
                  <a:pt x="54960" y="107928"/>
                  <a:pt x="54910" y="107928"/>
                  <a:pt x="54860" y="107952"/>
                </a:cubicBezTo>
                <a:cubicBezTo>
                  <a:pt x="54761" y="107952"/>
                  <a:pt x="54661" y="108002"/>
                  <a:pt x="54611" y="108002"/>
                </a:cubicBezTo>
                <a:cubicBezTo>
                  <a:pt x="54263" y="108027"/>
                  <a:pt x="53914" y="108077"/>
                  <a:pt x="53616" y="108127"/>
                </a:cubicBezTo>
                <a:cubicBezTo>
                  <a:pt x="53367" y="108152"/>
                  <a:pt x="53143" y="108152"/>
                  <a:pt x="52894" y="108176"/>
                </a:cubicBezTo>
                <a:cubicBezTo>
                  <a:pt x="52844" y="108176"/>
                  <a:pt x="52744" y="108176"/>
                  <a:pt x="52670" y="108201"/>
                </a:cubicBezTo>
                <a:cubicBezTo>
                  <a:pt x="52520" y="108201"/>
                  <a:pt x="52371" y="108251"/>
                  <a:pt x="52247" y="108251"/>
                </a:cubicBezTo>
                <a:cubicBezTo>
                  <a:pt x="51774" y="108276"/>
                  <a:pt x="51301" y="108276"/>
                  <a:pt x="50853" y="108276"/>
                </a:cubicBezTo>
                <a:lnTo>
                  <a:pt x="50430" y="108276"/>
                </a:lnTo>
                <a:cubicBezTo>
                  <a:pt x="49982" y="108276"/>
                  <a:pt x="49509" y="108251"/>
                  <a:pt x="49061" y="108226"/>
                </a:cubicBezTo>
                <a:cubicBezTo>
                  <a:pt x="48986" y="108226"/>
                  <a:pt x="48911" y="108226"/>
                  <a:pt x="48812" y="108176"/>
                </a:cubicBezTo>
                <a:cubicBezTo>
                  <a:pt x="48538" y="108152"/>
                  <a:pt x="48289" y="108127"/>
                  <a:pt x="48015" y="108077"/>
                </a:cubicBezTo>
                <a:cubicBezTo>
                  <a:pt x="47816" y="108052"/>
                  <a:pt x="47642" y="108052"/>
                  <a:pt x="47492" y="108027"/>
                </a:cubicBezTo>
                <a:cubicBezTo>
                  <a:pt x="47517" y="107977"/>
                  <a:pt x="47517" y="107977"/>
                  <a:pt x="47542" y="107928"/>
                </a:cubicBezTo>
                <a:cubicBezTo>
                  <a:pt x="47592" y="107928"/>
                  <a:pt x="47592" y="107928"/>
                  <a:pt x="47617" y="107903"/>
                </a:cubicBezTo>
                <a:lnTo>
                  <a:pt x="47716" y="107903"/>
                </a:lnTo>
                <a:cubicBezTo>
                  <a:pt x="48090" y="107952"/>
                  <a:pt x="48463" y="108002"/>
                  <a:pt x="48837" y="108027"/>
                </a:cubicBezTo>
                <a:cubicBezTo>
                  <a:pt x="48911" y="108027"/>
                  <a:pt x="48986" y="108052"/>
                  <a:pt x="49036" y="108052"/>
                </a:cubicBezTo>
                <a:lnTo>
                  <a:pt x="49235" y="108052"/>
                </a:lnTo>
                <a:cubicBezTo>
                  <a:pt x="49758" y="108102"/>
                  <a:pt x="50280" y="108127"/>
                  <a:pt x="50803" y="108127"/>
                </a:cubicBezTo>
                <a:cubicBezTo>
                  <a:pt x="51276" y="108127"/>
                  <a:pt x="51749" y="108077"/>
                  <a:pt x="52222" y="108077"/>
                </a:cubicBezTo>
                <a:lnTo>
                  <a:pt x="52247" y="108077"/>
                </a:lnTo>
                <a:cubicBezTo>
                  <a:pt x="52346" y="108077"/>
                  <a:pt x="52471" y="108077"/>
                  <a:pt x="52545" y="108052"/>
                </a:cubicBezTo>
                <a:cubicBezTo>
                  <a:pt x="52645" y="108052"/>
                  <a:pt x="52744" y="108052"/>
                  <a:pt x="52844" y="108027"/>
                </a:cubicBezTo>
                <a:lnTo>
                  <a:pt x="52968" y="108027"/>
                </a:lnTo>
                <a:cubicBezTo>
                  <a:pt x="53168" y="108002"/>
                  <a:pt x="53367" y="108002"/>
                  <a:pt x="53591" y="107952"/>
                </a:cubicBezTo>
                <a:lnTo>
                  <a:pt x="53616" y="107952"/>
                </a:lnTo>
                <a:cubicBezTo>
                  <a:pt x="53765" y="107928"/>
                  <a:pt x="53964" y="107928"/>
                  <a:pt x="54113" y="107903"/>
                </a:cubicBezTo>
                <a:cubicBezTo>
                  <a:pt x="54238" y="107878"/>
                  <a:pt x="54387" y="107878"/>
                  <a:pt x="54512" y="107828"/>
                </a:cubicBezTo>
                <a:lnTo>
                  <a:pt x="54636" y="107828"/>
                </a:lnTo>
                <a:cubicBezTo>
                  <a:pt x="54711" y="107828"/>
                  <a:pt x="54810" y="107803"/>
                  <a:pt x="54860" y="107803"/>
                </a:cubicBezTo>
                <a:lnTo>
                  <a:pt x="55607" y="107704"/>
                </a:lnTo>
                <a:lnTo>
                  <a:pt x="55657" y="107704"/>
                </a:lnTo>
                <a:cubicBezTo>
                  <a:pt x="55731" y="107704"/>
                  <a:pt x="55781" y="107679"/>
                  <a:pt x="55856" y="107679"/>
                </a:cubicBezTo>
                <a:cubicBezTo>
                  <a:pt x="56329" y="107579"/>
                  <a:pt x="56777" y="107529"/>
                  <a:pt x="57250" y="107430"/>
                </a:cubicBezTo>
                <a:cubicBezTo>
                  <a:pt x="57349" y="107405"/>
                  <a:pt x="57474" y="107380"/>
                  <a:pt x="57573" y="107380"/>
                </a:cubicBezTo>
                <a:cubicBezTo>
                  <a:pt x="57648" y="107330"/>
                  <a:pt x="57772" y="107305"/>
                  <a:pt x="57872" y="107305"/>
                </a:cubicBezTo>
                <a:cubicBezTo>
                  <a:pt x="57947" y="107305"/>
                  <a:pt x="57972" y="107280"/>
                  <a:pt x="58021" y="107280"/>
                </a:cubicBezTo>
                <a:cubicBezTo>
                  <a:pt x="58345" y="107206"/>
                  <a:pt x="58619" y="107156"/>
                  <a:pt x="58942" y="107056"/>
                </a:cubicBezTo>
                <a:lnTo>
                  <a:pt x="59316" y="106957"/>
                </a:lnTo>
                <a:close/>
                <a:moveTo>
                  <a:pt x="44232" y="107380"/>
                </a:moveTo>
                <a:cubicBezTo>
                  <a:pt x="44257" y="107380"/>
                  <a:pt x="44281" y="107405"/>
                  <a:pt x="44306" y="107405"/>
                </a:cubicBezTo>
                <a:cubicBezTo>
                  <a:pt x="44381" y="107430"/>
                  <a:pt x="44431" y="107430"/>
                  <a:pt x="44505" y="107480"/>
                </a:cubicBezTo>
                <a:cubicBezTo>
                  <a:pt x="44879" y="107604"/>
                  <a:pt x="45252" y="107679"/>
                  <a:pt x="45626" y="107778"/>
                </a:cubicBezTo>
                <a:cubicBezTo>
                  <a:pt x="45725" y="107803"/>
                  <a:pt x="45850" y="107853"/>
                  <a:pt x="45924" y="107853"/>
                </a:cubicBezTo>
                <a:cubicBezTo>
                  <a:pt x="46024" y="107878"/>
                  <a:pt x="46148" y="107903"/>
                  <a:pt x="46248" y="107928"/>
                </a:cubicBezTo>
                <a:cubicBezTo>
                  <a:pt x="45003" y="108400"/>
                  <a:pt x="43759" y="108799"/>
                  <a:pt x="42539" y="109172"/>
                </a:cubicBezTo>
                <a:cubicBezTo>
                  <a:pt x="43161" y="108625"/>
                  <a:pt x="43734" y="108027"/>
                  <a:pt x="44232" y="107380"/>
                </a:cubicBezTo>
                <a:close/>
                <a:moveTo>
                  <a:pt x="43983" y="107280"/>
                </a:moveTo>
                <a:cubicBezTo>
                  <a:pt x="44008" y="107280"/>
                  <a:pt x="44008" y="107305"/>
                  <a:pt x="44033" y="107305"/>
                </a:cubicBezTo>
                <a:cubicBezTo>
                  <a:pt x="43435" y="108027"/>
                  <a:pt x="42813" y="108724"/>
                  <a:pt x="42191" y="109346"/>
                </a:cubicBezTo>
                <a:cubicBezTo>
                  <a:pt x="42166" y="109346"/>
                  <a:pt x="42091" y="109371"/>
                  <a:pt x="42066" y="109371"/>
                </a:cubicBezTo>
                <a:cubicBezTo>
                  <a:pt x="42738" y="108724"/>
                  <a:pt x="43385" y="108027"/>
                  <a:pt x="43983" y="107280"/>
                </a:cubicBezTo>
                <a:close/>
                <a:moveTo>
                  <a:pt x="46621" y="108027"/>
                </a:moveTo>
                <a:cubicBezTo>
                  <a:pt x="46646" y="108027"/>
                  <a:pt x="46671" y="108027"/>
                  <a:pt x="46721" y="108052"/>
                </a:cubicBezTo>
                <a:cubicBezTo>
                  <a:pt x="45178" y="108649"/>
                  <a:pt x="43659" y="109147"/>
                  <a:pt x="42166" y="109620"/>
                </a:cubicBezTo>
                <a:cubicBezTo>
                  <a:pt x="42240" y="109595"/>
                  <a:pt x="42240" y="109545"/>
                  <a:pt x="42265" y="109521"/>
                </a:cubicBezTo>
                <a:cubicBezTo>
                  <a:pt x="43684" y="109097"/>
                  <a:pt x="45153" y="108600"/>
                  <a:pt x="46621" y="108027"/>
                </a:cubicBezTo>
                <a:close/>
                <a:moveTo>
                  <a:pt x="5924" y="97424"/>
                </a:moveTo>
                <a:lnTo>
                  <a:pt x="5949" y="97448"/>
                </a:lnTo>
                <a:cubicBezTo>
                  <a:pt x="6074" y="97548"/>
                  <a:pt x="6173" y="97672"/>
                  <a:pt x="6298" y="97772"/>
                </a:cubicBezTo>
                <a:cubicBezTo>
                  <a:pt x="6422" y="97897"/>
                  <a:pt x="6547" y="97971"/>
                  <a:pt x="6671" y="98096"/>
                </a:cubicBezTo>
                <a:cubicBezTo>
                  <a:pt x="6795" y="98220"/>
                  <a:pt x="6945" y="98320"/>
                  <a:pt x="7069" y="98419"/>
                </a:cubicBezTo>
                <a:cubicBezTo>
                  <a:pt x="7194" y="98519"/>
                  <a:pt x="7318" y="98593"/>
                  <a:pt x="7418" y="98693"/>
                </a:cubicBezTo>
                <a:cubicBezTo>
                  <a:pt x="7567" y="98817"/>
                  <a:pt x="7716" y="98917"/>
                  <a:pt x="7866" y="99041"/>
                </a:cubicBezTo>
                <a:cubicBezTo>
                  <a:pt x="7965" y="99091"/>
                  <a:pt x="8090" y="99191"/>
                  <a:pt x="8189" y="99266"/>
                </a:cubicBezTo>
                <a:cubicBezTo>
                  <a:pt x="8364" y="99390"/>
                  <a:pt x="8563" y="99514"/>
                  <a:pt x="8737" y="99589"/>
                </a:cubicBezTo>
                <a:cubicBezTo>
                  <a:pt x="8837" y="99664"/>
                  <a:pt x="8936" y="99714"/>
                  <a:pt x="9036" y="99763"/>
                </a:cubicBezTo>
                <a:cubicBezTo>
                  <a:pt x="9210" y="99888"/>
                  <a:pt x="9434" y="100012"/>
                  <a:pt x="9658" y="100087"/>
                </a:cubicBezTo>
                <a:cubicBezTo>
                  <a:pt x="9708" y="100137"/>
                  <a:pt x="9807" y="100186"/>
                  <a:pt x="9907" y="100211"/>
                </a:cubicBezTo>
                <a:cubicBezTo>
                  <a:pt x="10106" y="100336"/>
                  <a:pt x="10330" y="100435"/>
                  <a:pt x="10579" y="100560"/>
                </a:cubicBezTo>
                <a:cubicBezTo>
                  <a:pt x="10654" y="100585"/>
                  <a:pt x="10703" y="100635"/>
                  <a:pt x="10803" y="100659"/>
                </a:cubicBezTo>
                <a:cubicBezTo>
                  <a:pt x="11052" y="100784"/>
                  <a:pt x="11301" y="100883"/>
                  <a:pt x="11525" y="101008"/>
                </a:cubicBezTo>
                <a:cubicBezTo>
                  <a:pt x="11575" y="101033"/>
                  <a:pt x="11649" y="101058"/>
                  <a:pt x="11699" y="101058"/>
                </a:cubicBezTo>
                <a:cubicBezTo>
                  <a:pt x="11948" y="101157"/>
                  <a:pt x="12197" y="101282"/>
                  <a:pt x="12471" y="101381"/>
                </a:cubicBezTo>
                <a:cubicBezTo>
                  <a:pt x="12545" y="101406"/>
                  <a:pt x="12595" y="101406"/>
                  <a:pt x="12645" y="101431"/>
                </a:cubicBezTo>
                <a:cubicBezTo>
                  <a:pt x="12695" y="101456"/>
                  <a:pt x="12769" y="101456"/>
                  <a:pt x="12819" y="101506"/>
                </a:cubicBezTo>
                <a:cubicBezTo>
                  <a:pt x="13541" y="104567"/>
                  <a:pt x="14910" y="107405"/>
                  <a:pt x="16926" y="109745"/>
                </a:cubicBezTo>
                <a:cubicBezTo>
                  <a:pt x="16777" y="109670"/>
                  <a:pt x="16578" y="109620"/>
                  <a:pt x="16428" y="109545"/>
                </a:cubicBezTo>
                <a:cubicBezTo>
                  <a:pt x="16105" y="109396"/>
                  <a:pt x="15756" y="109247"/>
                  <a:pt x="15408" y="109048"/>
                </a:cubicBezTo>
                <a:cubicBezTo>
                  <a:pt x="15234" y="108973"/>
                  <a:pt x="15059" y="108898"/>
                  <a:pt x="14885" y="108799"/>
                </a:cubicBezTo>
                <a:lnTo>
                  <a:pt x="13939" y="108251"/>
                </a:lnTo>
                <a:cubicBezTo>
                  <a:pt x="13790" y="108152"/>
                  <a:pt x="13616" y="108052"/>
                  <a:pt x="13441" y="107928"/>
                </a:cubicBezTo>
                <a:cubicBezTo>
                  <a:pt x="13168" y="107778"/>
                  <a:pt x="12894" y="107554"/>
                  <a:pt x="12620" y="107355"/>
                </a:cubicBezTo>
                <a:lnTo>
                  <a:pt x="12147" y="106982"/>
                </a:lnTo>
                <a:cubicBezTo>
                  <a:pt x="11898" y="106758"/>
                  <a:pt x="11649" y="106534"/>
                  <a:pt x="11375" y="106310"/>
                </a:cubicBezTo>
                <a:cubicBezTo>
                  <a:pt x="11201" y="106185"/>
                  <a:pt x="11052" y="106036"/>
                  <a:pt x="10927" y="105911"/>
                </a:cubicBezTo>
                <a:lnTo>
                  <a:pt x="10878" y="105862"/>
                </a:lnTo>
                <a:cubicBezTo>
                  <a:pt x="10654" y="105638"/>
                  <a:pt x="10430" y="105414"/>
                  <a:pt x="10206" y="105165"/>
                </a:cubicBezTo>
                <a:cubicBezTo>
                  <a:pt x="10056" y="105015"/>
                  <a:pt x="9907" y="104816"/>
                  <a:pt x="9757" y="104667"/>
                </a:cubicBezTo>
                <a:cubicBezTo>
                  <a:pt x="9558" y="104418"/>
                  <a:pt x="9334" y="104169"/>
                  <a:pt x="9160" y="103945"/>
                </a:cubicBezTo>
                <a:cubicBezTo>
                  <a:pt x="9011" y="103771"/>
                  <a:pt x="8837" y="103547"/>
                  <a:pt x="8712" y="103373"/>
                </a:cubicBezTo>
                <a:cubicBezTo>
                  <a:pt x="8563" y="103124"/>
                  <a:pt x="8388" y="102875"/>
                  <a:pt x="8214" y="102626"/>
                </a:cubicBezTo>
                <a:cubicBezTo>
                  <a:pt x="8065" y="102402"/>
                  <a:pt x="7940" y="102178"/>
                  <a:pt x="7816" y="101929"/>
                </a:cubicBezTo>
                <a:cubicBezTo>
                  <a:pt x="7667" y="101680"/>
                  <a:pt x="7542" y="101431"/>
                  <a:pt x="7418" y="101157"/>
                </a:cubicBezTo>
                <a:cubicBezTo>
                  <a:pt x="7293" y="100908"/>
                  <a:pt x="7169" y="100659"/>
                  <a:pt x="7044" y="100386"/>
                </a:cubicBezTo>
                <a:cubicBezTo>
                  <a:pt x="6920" y="100137"/>
                  <a:pt x="6820" y="99838"/>
                  <a:pt x="6696" y="99564"/>
                </a:cubicBezTo>
                <a:cubicBezTo>
                  <a:pt x="6571" y="99290"/>
                  <a:pt x="6472" y="99017"/>
                  <a:pt x="6347" y="98718"/>
                </a:cubicBezTo>
                <a:lnTo>
                  <a:pt x="6074" y="97897"/>
                </a:lnTo>
                <a:cubicBezTo>
                  <a:pt x="6024" y="97722"/>
                  <a:pt x="5974" y="97573"/>
                  <a:pt x="5924" y="97424"/>
                </a:cubicBezTo>
                <a:close/>
                <a:moveTo>
                  <a:pt x="41892" y="109645"/>
                </a:moveTo>
                <a:lnTo>
                  <a:pt x="41792" y="109745"/>
                </a:lnTo>
                <a:cubicBezTo>
                  <a:pt x="41743" y="109745"/>
                  <a:pt x="41693" y="109770"/>
                  <a:pt x="41643" y="109770"/>
                </a:cubicBezTo>
                <a:lnTo>
                  <a:pt x="41743" y="109670"/>
                </a:lnTo>
                <a:cubicBezTo>
                  <a:pt x="41792" y="109670"/>
                  <a:pt x="41817" y="109645"/>
                  <a:pt x="41892" y="109645"/>
                </a:cubicBezTo>
                <a:close/>
                <a:moveTo>
                  <a:pt x="36665" y="100635"/>
                </a:moveTo>
                <a:lnTo>
                  <a:pt x="36939" y="101182"/>
                </a:lnTo>
                <a:cubicBezTo>
                  <a:pt x="36963" y="101207"/>
                  <a:pt x="36963" y="101257"/>
                  <a:pt x="37013" y="101282"/>
                </a:cubicBezTo>
                <a:cubicBezTo>
                  <a:pt x="37038" y="101331"/>
                  <a:pt x="37063" y="101406"/>
                  <a:pt x="37138" y="101506"/>
                </a:cubicBezTo>
                <a:cubicBezTo>
                  <a:pt x="37212" y="101655"/>
                  <a:pt x="37312" y="101829"/>
                  <a:pt x="37436" y="102004"/>
                </a:cubicBezTo>
                <a:cubicBezTo>
                  <a:pt x="37436" y="102028"/>
                  <a:pt x="37461" y="102028"/>
                  <a:pt x="37461" y="102053"/>
                </a:cubicBezTo>
                <a:cubicBezTo>
                  <a:pt x="37511" y="102128"/>
                  <a:pt x="37536" y="102178"/>
                  <a:pt x="37561" y="102203"/>
                </a:cubicBezTo>
                <a:cubicBezTo>
                  <a:pt x="37586" y="102277"/>
                  <a:pt x="37636" y="102327"/>
                  <a:pt x="37685" y="102402"/>
                </a:cubicBezTo>
                <a:cubicBezTo>
                  <a:pt x="37909" y="102700"/>
                  <a:pt x="38084" y="102999"/>
                  <a:pt x="38332" y="103273"/>
                </a:cubicBezTo>
                <a:cubicBezTo>
                  <a:pt x="38382" y="103323"/>
                  <a:pt x="38432" y="103373"/>
                  <a:pt x="38457" y="103397"/>
                </a:cubicBezTo>
                <a:cubicBezTo>
                  <a:pt x="38581" y="103547"/>
                  <a:pt x="38756" y="103696"/>
                  <a:pt x="38880" y="103870"/>
                </a:cubicBezTo>
                <a:lnTo>
                  <a:pt x="38955" y="103945"/>
                </a:lnTo>
                <a:cubicBezTo>
                  <a:pt x="39005" y="103995"/>
                  <a:pt x="39029" y="104020"/>
                  <a:pt x="39029" y="104045"/>
                </a:cubicBezTo>
                <a:lnTo>
                  <a:pt x="39278" y="104293"/>
                </a:lnTo>
                <a:cubicBezTo>
                  <a:pt x="39428" y="104443"/>
                  <a:pt x="39627" y="104617"/>
                  <a:pt x="39801" y="104766"/>
                </a:cubicBezTo>
                <a:cubicBezTo>
                  <a:pt x="39901" y="104866"/>
                  <a:pt x="40000" y="104941"/>
                  <a:pt x="40125" y="105015"/>
                </a:cubicBezTo>
                <a:cubicBezTo>
                  <a:pt x="40299" y="105165"/>
                  <a:pt x="40498" y="105314"/>
                  <a:pt x="40697" y="105438"/>
                </a:cubicBezTo>
                <a:cubicBezTo>
                  <a:pt x="40822" y="105538"/>
                  <a:pt x="40996" y="105638"/>
                  <a:pt x="41145" y="105762"/>
                </a:cubicBezTo>
                <a:cubicBezTo>
                  <a:pt x="41369" y="105911"/>
                  <a:pt x="41568" y="106036"/>
                  <a:pt x="41817" y="106185"/>
                </a:cubicBezTo>
                <a:cubicBezTo>
                  <a:pt x="41991" y="106285"/>
                  <a:pt x="42166" y="106384"/>
                  <a:pt x="42315" y="106484"/>
                </a:cubicBezTo>
                <a:cubicBezTo>
                  <a:pt x="42489" y="106534"/>
                  <a:pt x="42614" y="106633"/>
                  <a:pt x="42763" y="106683"/>
                </a:cubicBezTo>
                <a:cubicBezTo>
                  <a:pt x="42937" y="106783"/>
                  <a:pt x="43136" y="106882"/>
                  <a:pt x="43311" y="106932"/>
                </a:cubicBezTo>
                <a:cubicBezTo>
                  <a:pt x="43435" y="107007"/>
                  <a:pt x="43560" y="107031"/>
                  <a:pt x="43734" y="107106"/>
                </a:cubicBezTo>
                <a:cubicBezTo>
                  <a:pt x="43759" y="107131"/>
                  <a:pt x="43809" y="107131"/>
                  <a:pt x="43858" y="107156"/>
                </a:cubicBezTo>
                <a:cubicBezTo>
                  <a:pt x="43136" y="108027"/>
                  <a:pt x="42415" y="108774"/>
                  <a:pt x="41668" y="109496"/>
                </a:cubicBezTo>
                <a:cubicBezTo>
                  <a:pt x="41295" y="109620"/>
                  <a:pt x="40921" y="109720"/>
                  <a:pt x="40548" y="109794"/>
                </a:cubicBezTo>
                <a:cubicBezTo>
                  <a:pt x="38283" y="107405"/>
                  <a:pt x="36416" y="104393"/>
                  <a:pt x="35047" y="101083"/>
                </a:cubicBezTo>
                <a:cubicBezTo>
                  <a:pt x="35570" y="100933"/>
                  <a:pt x="36092" y="100784"/>
                  <a:pt x="36665" y="100635"/>
                </a:cubicBezTo>
                <a:close/>
                <a:moveTo>
                  <a:pt x="34848" y="101157"/>
                </a:moveTo>
                <a:cubicBezTo>
                  <a:pt x="36217" y="104443"/>
                  <a:pt x="38059" y="107480"/>
                  <a:pt x="40349" y="109869"/>
                </a:cubicBezTo>
                <a:cubicBezTo>
                  <a:pt x="40324" y="109869"/>
                  <a:pt x="40324" y="109869"/>
                  <a:pt x="40299" y="109894"/>
                </a:cubicBezTo>
                <a:cubicBezTo>
                  <a:pt x="38034" y="107480"/>
                  <a:pt x="36167" y="104443"/>
                  <a:pt x="34798" y="101182"/>
                </a:cubicBezTo>
                <a:cubicBezTo>
                  <a:pt x="34823" y="101182"/>
                  <a:pt x="34823" y="101182"/>
                  <a:pt x="34848" y="101157"/>
                </a:cubicBezTo>
                <a:close/>
                <a:moveTo>
                  <a:pt x="13043" y="101630"/>
                </a:moveTo>
                <a:lnTo>
                  <a:pt x="13043" y="101630"/>
                </a:lnTo>
                <a:cubicBezTo>
                  <a:pt x="13068" y="101655"/>
                  <a:pt x="13118" y="101655"/>
                  <a:pt x="13118" y="101655"/>
                </a:cubicBezTo>
                <a:cubicBezTo>
                  <a:pt x="13889" y="104791"/>
                  <a:pt x="15308" y="107679"/>
                  <a:pt x="17474" y="110018"/>
                </a:cubicBezTo>
                <a:cubicBezTo>
                  <a:pt x="17424" y="109994"/>
                  <a:pt x="17374" y="109994"/>
                  <a:pt x="17349" y="109969"/>
                </a:cubicBezTo>
                <a:cubicBezTo>
                  <a:pt x="15234" y="107629"/>
                  <a:pt x="13815" y="104766"/>
                  <a:pt x="13043" y="101630"/>
                </a:cubicBezTo>
                <a:close/>
                <a:moveTo>
                  <a:pt x="41319" y="109794"/>
                </a:moveTo>
                <a:lnTo>
                  <a:pt x="41245" y="109894"/>
                </a:lnTo>
                <a:cubicBezTo>
                  <a:pt x="41071" y="109919"/>
                  <a:pt x="40921" y="109969"/>
                  <a:pt x="40747" y="110018"/>
                </a:cubicBezTo>
                <a:lnTo>
                  <a:pt x="40697" y="109994"/>
                </a:lnTo>
                <a:cubicBezTo>
                  <a:pt x="40921" y="109919"/>
                  <a:pt x="41120" y="109869"/>
                  <a:pt x="41319" y="109794"/>
                </a:cubicBezTo>
                <a:close/>
                <a:moveTo>
                  <a:pt x="13317" y="108102"/>
                </a:moveTo>
                <a:lnTo>
                  <a:pt x="13317" y="108102"/>
                </a:lnTo>
                <a:cubicBezTo>
                  <a:pt x="13416" y="108152"/>
                  <a:pt x="13516" y="108226"/>
                  <a:pt x="13616" y="108251"/>
                </a:cubicBezTo>
                <a:cubicBezTo>
                  <a:pt x="13989" y="108500"/>
                  <a:pt x="14362" y="108724"/>
                  <a:pt x="14736" y="108923"/>
                </a:cubicBezTo>
                <a:cubicBezTo>
                  <a:pt x="14810" y="108998"/>
                  <a:pt x="14935" y="109023"/>
                  <a:pt x="15034" y="109097"/>
                </a:cubicBezTo>
                <a:cubicBezTo>
                  <a:pt x="15433" y="109297"/>
                  <a:pt x="15856" y="109521"/>
                  <a:pt x="16279" y="109720"/>
                </a:cubicBezTo>
                <a:cubicBezTo>
                  <a:pt x="16379" y="109770"/>
                  <a:pt x="16503" y="109794"/>
                  <a:pt x="16627" y="109844"/>
                </a:cubicBezTo>
                <a:cubicBezTo>
                  <a:pt x="16802" y="109919"/>
                  <a:pt x="17026" y="109994"/>
                  <a:pt x="17250" y="110093"/>
                </a:cubicBezTo>
                <a:cubicBezTo>
                  <a:pt x="17275" y="110168"/>
                  <a:pt x="17299" y="110218"/>
                  <a:pt x="17349" y="110242"/>
                </a:cubicBezTo>
                <a:lnTo>
                  <a:pt x="16403" y="109869"/>
                </a:lnTo>
                <a:cubicBezTo>
                  <a:pt x="16304" y="109844"/>
                  <a:pt x="16229" y="109794"/>
                  <a:pt x="16130" y="109745"/>
                </a:cubicBezTo>
                <a:cubicBezTo>
                  <a:pt x="15731" y="109545"/>
                  <a:pt x="15308" y="109346"/>
                  <a:pt x="14910" y="109122"/>
                </a:cubicBezTo>
                <a:cubicBezTo>
                  <a:pt x="14785" y="109048"/>
                  <a:pt x="14661" y="108998"/>
                  <a:pt x="14561" y="108923"/>
                </a:cubicBezTo>
                <a:cubicBezTo>
                  <a:pt x="14263" y="108774"/>
                  <a:pt x="14014" y="108600"/>
                  <a:pt x="13690" y="108400"/>
                </a:cubicBezTo>
                <a:cubicBezTo>
                  <a:pt x="13566" y="108301"/>
                  <a:pt x="13441" y="108176"/>
                  <a:pt x="13317" y="108102"/>
                </a:cubicBezTo>
                <a:close/>
                <a:moveTo>
                  <a:pt x="40697" y="110218"/>
                </a:moveTo>
                <a:cubicBezTo>
                  <a:pt x="40747" y="110242"/>
                  <a:pt x="40747" y="110267"/>
                  <a:pt x="40772" y="110292"/>
                </a:cubicBezTo>
                <a:lnTo>
                  <a:pt x="40747" y="110342"/>
                </a:lnTo>
                <a:lnTo>
                  <a:pt x="40647" y="110242"/>
                </a:lnTo>
                <a:cubicBezTo>
                  <a:pt x="40672" y="110242"/>
                  <a:pt x="40672" y="110242"/>
                  <a:pt x="40697" y="110218"/>
                </a:cubicBezTo>
                <a:close/>
                <a:moveTo>
                  <a:pt x="41494" y="110018"/>
                </a:moveTo>
                <a:cubicBezTo>
                  <a:pt x="41369" y="110143"/>
                  <a:pt x="41245" y="110242"/>
                  <a:pt x="41120" y="110367"/>
                </a:cubicBezTo>
                <a:lnTo>
                  <a:pt x="41046" y="110292"/>
                </a:lnTo>
                <a:cubicBezTo>
                  <a:pt x="41145" y="110218"/>
                  <a:pt x="41245" y="110143"/>
                  <a:pt x="41319" y="110043"/>
                </a:cubicBezTo>
                <a:cubicBezTo>
                  <a:pt x="41394" y="110043"/>
                  <a:pt x="41419" y="110018"/>
                  <a:pt x="41494" y="110018"/>
                </a:cubicBezTo>
                <a:close/>
                <a:moveTo>
                  <a:pt x="17822" y="110392"/>
                </a:moveTo>
                <a:cubicBezTo>
                  <a:pt x="17847" y="110417"/>
                  <a:pt x="17872" y="110417"/>
                  <a:pt x="17872" y="110466"/>
                </a:cubicBezTo>
                <a:cubicBezTo>
                  <a:pt x="17847" y="110466"/>
                  <a:pt x="17797" y="110466"/>
                  <a:pt x="17797" y="110417"/>
                </a:cubicBezTo>
                <a:lnTo>
                  <a:pt x="17822" y="110392"/>
                </a:lnTo>
                <a:close/>
                <a:moveTo>
                  <a:pt x="40896" y="110417"/>
                </a:moveTo>
                <a:cubicBezTo>
                  <a:pt x="40921" y="110417"/>
                  <a:pt x="40921" y="110466"/>
                  <a:pt x="40946" y="110466"/>
                </a:cubicBezTo>
                <a:lnTo>
                  <a:pt x="40921" y="110491"/>
                </a:lnTo>
                <a:cubicBezTo>
                  <a:pt x="40896" y="110491"/>
                  <a:pt x="40896" y="110466"/>
                  <a:pt x="40871" y="110466"/>
                </a:cubicBezTo>
                <a:lnTo>
                  <a:pt x="40896" y="110417"/>
                </a:lnTo>
                <a:close/>
                <a:moveTo>
                  <a:pt x="13292" y="101730"/>
                </a:moveTo>
                <a:cubicBezTo>
                  <a:pt x="13317" y="101730"/>
                  <a:pt x="13392" y="101779"/>
                  <a:pt x="13416" y="101779"/>
                </a:cubicBezTo>
                <a:cubicBezTo>
                  <a:pt x="13491" y="101804"/>
                  <a:pt x="13541" y="101804"/>
                  <a:pt x="13616" y="101829"/>
                </a:cubicBezTo>
                <a:cubicBezTo>
                  <a:pt x="13815" y="101904"/>
                  <a:pt x="14014" y="101954"/>
                  <a:pt x="14238" y="102028"/>
                </a:cubicBezTo>
                <a:cubicBezTo>
                  <a:pt x="15134" y="105414"/>
                  <a:pt x="16727" y="108276"/>
                  <a:pt x="18893" y="110516"/>
                </a:cubicBezTo>
                <a:cubicBezTo>
                  <a:pt x="18793" y="110491"/>
                  <a:pt x="18743" y="110466"/>
                  <a:pt x="18644" y="110466"/>
                </a:cubicBezTo>
                <a:cubicBezTo>
                  <a:pt x="18420" y="110392"/>
                  <a:pt x="18245" y="110342"/>
                  <a:pt x="18021" y="110267"/>
                </a:cubicBezTo>
                <a:cubicBezTo>
                  <a:pt x="17996" y="110242"/>
                  <a:pt x="17922" y="110218"/>
                  <a:pt x="17847" y="110168"/>
                </a:cubicBezTo>
                <a:cubicBezTo>
                  <a:pt x="15607" y="107853"/>
                  <a:pt x="14113" y="104916"/>
                  <a:pt x="13292" y="101730"/>
                </a:cubicBezTo>
                <a:close/>
                <a:moveTo>
                  <a:pt x="14487" y="102053"/>
                </a:moveTo>
                <a:cubicBezTo>
                  <a:pt x="14512" y="102053"/>
                  <a:pt x="14537" y="102053"/>
                  <a:pt x="14537" y="102078"/>
                </a:cubicBezTo>
                <a:cubicBezTo>
                  <a:pt x="15482" y="105513"/>
                  <a:pt x="17125" y="108400"/>
                  <a:pt x="19415" y="110666"/>
                </a:cubicBezTo>
                <a:cubicBezTo>
                  <a:pt x="19390" y="110666"/>
                  <a:pt x="19316" y="110641"/>
                  <a:pt x="19291" y="110641"/>
                </a:cubicBezTo>
                <a:cubicBezTo>
                  <a:pt x="17026" y="108376"/>
                  <a:pt x="15408" y="105488"/>
                  <a:pt x="14487" y="102053"/>
                </a:cubicBezTo>
                <a:close/>
                <a:moveTo>
                  <a:pt x="74101" y="100659"/>
                </a:moveTo>
                <a:cubicBezTo>
                  <a:pt x="74275" y="100784"/>
                  <a:pt x="74499" y="100908"/>
                  <a:pt x="74674" y="101033"/>
                </a:cubicBezTo>
                <a:cubicBezTo>
                  <a:pt x="69048" y="105015"/>
                  <a:pt x="63398" y="108251"/>
                  <a:pt x="57872" y="110715"/>
                </a:cubicBezTo>
                <a:cubicBezTo>
                  <a:pt x="58594" y="109670"/>
                  <a:pt x="59216" y="108475"/>
                  <a:pt x="59739" y="107106"/>
                </a:cubicBezTo>
                <a:cubicBezTo>
                  <a:pt x="59838" y="107056"/>
                  <a:pt x="59963" y="107031"/>
                  <a:pt x="60062" y="107007"/>
                </a:cubicBezTo>
                <a:cubicBezTo>
                  <a:pt x="60635" y="106857"/>
                  <a:pt x="61207" y="106658"/>
                  <a:pt x="61805" y="106484"/>
                </a:cubicBezTo>
                <a:cubicBezTo>
                  <a:pt x="62178" y="106359"/>
                  <a:pt x="62576" y="106185"/>
                  <a:pt x="62950" y="106061"/>
                </a:cubicBezTo>
                <a:cubicBezTo>
                  <a:pt x="63298" y="105936"/>
                  <a:pt x="63597" y="105862"/>
                  <a:pt x="63945" y="105737"/>
                </a:cubicBezTo>
                <a:cubicBezTo>
                  <a:pt x="64070" y="105687"/>
                  <a:pt x="64169" y="105662"/>
                  <a:pt x="64294" y="105613"/>
                </a:cubicBezTo>
                <a:cubicBezTo>
                  <a:pt x="64792" y="105414"/>
                  <a:pt x="65290" y="105190"/>
                  <a:pt x="65787" y="104990"/>
                </a:cubicBezTo>
                <a:cubicBezTo>
                  <a:pt x="65812" y="104990"/>
                  <a:pt x="65837" y="104941"/>
                  <a:pt x="65912" y="104916"/>
                </a:cubicBezTo>
                <a:cubicBezTo>
                  <a:pt x="66061" y="104866"/>
                  <a:pt x="66211" y="104791"/>
                  <a:pt x="66385" y="104692"/>
                </a:cubicBezTo>
                <a:lnTo>
                  <a:pt x="67580" y="104144"/>
                </a:lnTo>
                <a:cubicBezTo>
                  <a:pt x="67679" y="104119"/>
                  <a:pt x="67779" y="104045"/>
                  <a:pt x="67903" y="104020"/>
                </a:cubicBezTo>
                <a:lnTo>
                  <a:pt x="68077" y="103920"/>
                </a:lnTo>
                <a:cubicBezTo>
                  <a:pt x="68650" y="103671"/>
                  <a:pt x="69173" y="103397"/>
                  <a:pt x="69745" y="103124"/>
                </a:cubicBezTo>
                <a:cubicBezTo>
                  <a:pt x="70168" y="102900"/>
                  <a:pt x="70566" y="102676"/>
                  <a:pt x="71015" y="102427"/>
                </a:cubicBezTo>
                <a:cubicBezTo>
                  <a:pt x="71438" y="102178"/>
                  <a:pt x="71886" y="101954"/>
                  <a:pt x="72284" y="101705"/>
                </a:cubicBezTo>
                <a:cubicBezTo>
                  <a:pt x="72483" y="101630"/>
                  <a:pt x="72657" y="101506"/>
                  <a:pt x="72856" y="101406"/>
                </a:cubicBezTo>
                <a:cubicBezTo>
                  <a:pt x="73105" y="101257"/>
                  <a:pt x="73379" y="101083"/>
                  <a:pt x="73628" y="100933"/>
                </a:cubicBezTo>
                <a:cubicBezTo>
                  <a:pt x="73678" y="100908"/>
                  <a:pt x="73753" y="100883"/>
                  <a:pt x="73802" y="100809"/>
                </a:cubicBezTo>
                <a:cubicBezTo>
                  <a:pt x="73902" y="100759"/>
                  <a:pt x="74001" y="100684"/>
                  <a:pt x="74101" y="100659"/>
                </a:cubicBezTo>
                <a:close/>
                <a:moveTo>
                  <a:pt x="18171" y="110491"/>
                </a:moveTo>
                <a:cubicBezTo>
                  <a:pt x="18245" y="110516"/>
                  <a:pt x="18270" y="110516"/>
                  <a:pt x="18345" y="110516"/>
                </a:cubicBezTo>
                <a:cubicBezTo>
                  <a:pt x="18619" y="110616"/>
                  <a:pt x="18917" y="110715"/>
                  <a:pt x="19216" y="110790"/>
                </a:cubicBezTo>
                <a:lnTo>
                  <a:pt x="19291" y="110890"/>
                </a:lnTo>
                <a:cubicBezTo>
                  <a:pt x="18967" y="110790"/>
                  <a:pt x="18619" y="110666"/>
                  <a:pt x="18270" y="110591"/>
                </a:cubicBezTo>
                <a:lnTo>
                  <a:pt x="18171" y="110491"/>
                </a:lnTo>
                <a:close/>
                <a:moveTo>
                  <a:pt x="59484" y="107172"/>
                </a:moveTo>
                <a:cubicBezTo>
                  <a:pt x="58962" y="108609"/>
                  <a:pt x="58292" y="109848"/>
                  <a:pt x="57499" y="110890"/>
                </a:cubicBezTo>
                <a:cubicBezTo>
                  <a:pt x="57474" y="110914"/>
                  <a:pt x="57449" y="110914"/>
                  <a:pt x="57374" y="110964"/>
                </a:cubicBezTo>
                <a:cubicBezTo>
                  <a:pt x="58196" y="109869"/>
                  <a:pt x="58868" y="108625"/>
                  <a:pt x="59440" y="107181"/>
                </a:cubicBezTo>
                <a:cubicBezTo>
                  <a:pt x="59458" y="107181"/>
                  <a:pt x="59475" y="107181"/>
                  <a:pt x="59484" y="107172"/>
                </a:cubicBezTo>
                <a:close/>
                <a:moveTo>
                  <a:pt x="19614" y="110914"/>
                </a:moveTo>
                <a:cubicBezTo>
                  <a:pt x="19639" y="110914"/>
                  <a:pt x="19664" y="110914"/>
                  <a:pt x="19714" y="110964"/>
                </a:cubicBezTo>
                <a:lnTo>
                  <a:pt x="19764" y="110964"/>
                </a:lnTo>
                <a:cubicBezTo>
                  <a:pt x="19764" y="110989"/>
                  <a:pt x="19789" y="111014"/>
                  <a:pt x="19838" y="111039"/>
                </a:cubicBezTo>
                <a:cubicBezTo>
                  <a:pt x="19789" y="111039"/>
                  <a:pt x="19739" y="111014"/>
                  <a:pt x="19714" y="111014"/>
                </a:cubicBezTo>
                <a:lnTo>
                  <a:pt x="19614" y="110914"/>
                </a:lnTo>
                <a:close/>
                <a:moveTo>
                  <a:pt x="74848" y="101157"/>
                </a:moveTo>
                <a:cubicBezTo>
                  <a:pt x="74873" y="101157"/>
                  <a:pt x="74873" y="101182"/>
                  <a:pt x="74898" y="101182"/>
                </a:cubicBezTo>
                <a:cubicBezTo>
                  <a:pt x="69148" y="105264"/>
                  <a:pt x="63273" y="108649"/>
                  <a:pt x="57524" y="111163"/>
                </a:cubicBezTo>
                <a:cubicBezTo>
                  <a:pt x="57573" y="111114"/>
                  <a:pt x="57598" y="111089"/>
                  <a:pt x="57623" y="111014"/>
                </a:cubicBezTo>
                <a:cubicBezTo>
                  <a:pt x="63273" y="108525"/>
                  <a:pt x="69073" y="105239"/>
                  <a:pt x="74848" y="101157"/>
                </a:cubicBezTo>
                <a:close/>
                <a:moveTo>
                  <a:pt x="57300" y="111163"/>
                </a:moveTo>
                <a:lnTo>
                  <a:pt x="57300" y="111163"/>
                </a:lnTo>
                <a:cubicBezTo>
                  <a:pt x="57250" y="111238"/>
                  <a:pt x="57200" y="111263"/>
                  <a:pt x="57175" y="111338"/>
                </a:cubicBezTo>
                <a:cubicBezTo>
                  <a:pt x="57125" y="111363"/>
                  <a:pt x="57075" y="111363"/>
                  <a:pt x="57051" y="111387"/>
                </a:cubicBezTo>
                <a:cubicBezTo>
                  <a:pt x="57075" y="111338"/>
                  <a:pt x="57125" y="111288"/>
                  <a:pt x="57175" y="111238"/>
                </a:cubicBezTo>
                <a:cubicBezTo>
                  <a:pt x="57200" y="111213"/>
                  <a:pt x="57250" y="111213"/>
                  <a:pt x="57300" y="111163"/>
                </a:cubicBezTo>
                <a:close/>
                <a:moveTo>
                  <a:pt x="34599" y="101257"/>
                </a:moveTo>
                <a:cubicBezTo>
                  <a:pt x="35968" y="104542"/>
                  <a:pt x="37810" y="107529"/>
                  <a:pt x="40075" y="109969"/>
                </a:cubicBezTo>
                <a:cubicBezTo>
                  <a:pt x="38905" y="110267"/>
                  <a:pt x="37760" y="110541"/>
                  <a:pt x="36590" y="110790"/>
                </a:cubicBezTo>
                <a:cubicBezTo>
                  <a:pt x="36466" y="110840"/>
                  <a:pt x="36391" y="110840"/>
                  <a:pt x="36267" y="110865"/>
                </a:cubicBezTo>
                <a:cubicBezTo>
                  <a:pt x="35594" y="110989"/>
                  <a:pt x="34947" y="111114"/>
                  <a:pt x="34325" y="111213"/>
                </a:cubicBezTo>
                <a:lnTo>
                  <a:pt x="33578" y="111288"/>
                </a:lnTo>
                <a:cubicBezTo>
                  <a:pt x="33080" y="111363"/>
                  <a:pt x="32558" y="111462"/>
                  <a:pt x="32060" y="111487"/>
                </a:cubicBezTo>
                <a:cubicBezTo>
                  <a:pt x="31960" y="111487"/>
                  <a:pt x="31911" y="111487"/>
                  <a:pt x="31811" y="111512"/>
                </a:cubicBezTo>
                <a:cubicBezTo>
                  <a:pt x="28874" y="109471"/>
                  <a:pt x="26833" y="106534"/>
                  <a:pt x="25738" y="102875"/>
                </a:cubicBezTo>
                <a:cubicBezTo>
                  <a:pt x="28575" y="102626"/>
                  <a:pt x="31537" y="102078"/>
                  <a:pt x="34599" y="101257"/>
                </a:cubicBezTo>
                <a:close/>
                <a:moveTo>
                  <a:pt x="25538" y="102875"/>
                </a:moveTo>
                <a:cubicBezTo>
                  <a:pt x="26634" y="106534"/>
                  <a:pt x="28650" y="109471"/>
                  <a:pt x="31512" y="111537"/>
                </a:cubicBezTo>
                <a:lnTo>
                  <a:pt x="31438" y="111537"/>
                </a:lnTo>
                <a:cubicBezTo>
                  <a:pt x="28600" y="109471"/>
                  <a:pt x="26584" y="106534"/>
                  <a:pt x="25489" y="102875"/>
                </a:cubicBezTo>
                <a:close/>
                <a:moveTo>
                  <a:pt x="40199" y="110118"/>
                </a:moveTo>
                <a:cubicBezTo>
                  <a:pt x="40249" y="110118"/>
                  <a:pt x="40274" y="110118"/>
                  <a:pt x="40274" y="110143"/>
                </a:cubicBezTo>
                <a:cubicBezTo>
                  <a:pt x="37461" y="110890"/>
                  <a:pt x="34773" y="111462"/>
                  <a:pt x="32159" y="111736"/>
                </a:cubicBezTo>
                <a:lnTo>
                  <a:pt x="32110" y="111736"/>
                </a:lnTo>
                <a:cubicBezTo>
                  <a:pt x="32085" y="111711"/>
                  <a:pt x="32060" y="111711"/>
                  <a:pt x="32060" y="111661"/>
                </a:cubicBezTo>
                <a:lnTo>
                  <a:pt x="32110" y="111661"/>
                </a:lnTo>
                <a:cubicBezTo>
                  <a:pt x="32682" y="111611"/>
                  <a:pt x="33280" y="111512"/>
                  <a:pt x="33827" y="111462"/>
                </a:cubicBezTo>
                <a:lnTo>
                  <a:pt x="34400" y="111363"/>
                </a:lnTo>
                <a:cubicBezTo>
                  <a:pt x="35146" y="111238"/>
                  <a:pt x="35918" y="111114"/>
                  <a:pt x="36665" y="110964"/>
                </a:cubicBezTo>
                <a:lnTo>
                  <a:pt x="36690" y="110964"/>
                </a:lnTo>
                <a:cubicBezTo>
                  <a:pt x="37835" y="110715"/>
                  <a:pt x="39029" y="110417"/>
                  <a:pt x="40199" y="110118"/>
                </a:cubicBezTo>
                <a:close/>
                <a:moveTo>
                  <a:pt x="31736" y="111711"/>
                </a:moveTo>
                <a:cubicBezTo>
                  <a:pt x="31786" y="111736"/>
                  <a:pt x="31811" y="111736"/>
                  <a:pt x="31836" y="111761"/>
                </a:cubicBezTo>
                <a:lnTo>
                  <a:pt x="31736" y="111761"/>
                </a:lnTo>
                <a:cubicBezTo>
                  <a:pt x="31711" y="111736"/>
                  <a:pt x="31687" y="111736"/>
                  <a:pt x="31637" y="111711"/>
                </a:cubicBezTo>
                <a:close/>
                <a:moveTo>
                  <a:pt x="14761" y="102153"/>
                </a:moveTo>
                <a:lnTo>
                  <a:pt x="14761" y="102153"/>
                </a:lnTo>
                <a:cubicBezTo>
                  <a:pt x="14985" y="102203"/>
                  <a:pt x="15234" y="102277"/>
                  <a:pt x="15433" y="102302"/>
                </a:cubicBezTo>
                <a:cubicBezTo>
                  <a:pt x="15532" y="102327"/>
                  <a:pt x="15607" y="102327"/>
                  <a:pt x="15682" y="102352"/>
                </a:cubicBezTo>
                <a:cubicBezTo>
                  <a:pt x="15930" y="102427"/>
                  <a:pt x="16229" y="102452"/>
                  <a:pt x="16478" y="102526"/>
                </a:cubicBezTo>
                <a:cubicBezTo>
                  <a:pt x="16553" y="102551"/>
                  <a:pt x="16677" y="102551"/>
                  <a:pt x="16777" y="102576"/>
                </a:cubicBezTo>
                <a:cubicBezTo>
                  <a:pt x="17026" y="102626"/>
                  <a:pt x="17250" y="102676"/>
                  <a:pt x="17499" y="102700"/>
                </a:cubicBezTo>
                <a:cubicBezTo>
                  <a:pt x="17648" y="102725"/>
                  <a:pt x="17772" y="102725"/>
                  <a:pt x="17922" y="102775"/>
                </a:cubicBezTo>
                <a:cubicBezTo>
                  <a:pt x="18146" y="102800"/>
                  <a:pt x="18370" y="102825"/>
                  <a:pt x="18544" y="102825"/>
                </a:cubicBezTo>
                <a:cubicBezTo>
                  <a:pt x="18644" y="102825"/>
                  <a:pt x="18743" y="102825"/>
                  <a:pt x="18843" y="102850"/>
                </a:cubicBezTo>
                <a:cubicBezTo>
                  <a:pt x="19988" y="102974"/>
                  <a:pt x="21158" y="103049"/>
                  <a:pt x="22377" y="103049"/>
                </a:cubicBezTo>
                <a:cubicBezTo>
                  <a:pt x="23323" y="103049"/>
                  <a:pt x="24269" y="103024"/>
                  <a:pt x="25265" y="102924"/>
                </a:cubicBezTo>
                <a:cubicBezTo>
                  <a:pt x="26335" y="106559"/>
                  <a:pt x="28326" y="109521"/>
                  <a:pt x="31114" y="111611"/>
                </a:cubicBezTo>
                <a:cubicBezTo>
                  <a:pt x="31039" y="111611"/>
                  <a:pt x="30940" y="111636"/>
                  <a:pt x="30840" y="111636"/>
                </a:cubicBezTo>
                <a:lnTo>
                  <a:pt x="29820" y="111736"/>
                </a:lnTo>
                <a:cubicBezTo>
                  <a:pt x="29073" y="111761"/>
                  <a:pt x="28326" y="111786"/>
                  <a:pt x="27604" y="111786"/>
                </a:cubicBezTo>
                <a:cubicBezTo>
                  <a:pt x="26883" y="111786"/>
                  <a:pt x="26211" y="111761"/>
                  <a:pt x="25514" y="111736"/>
                </a:cubicBezTo>
                <a:cubicBezTo>
                  <a:pt x="25240" y="111686"/>
                  <a:pt x="24966" y="111661"/>
                  <a:pt x="24692" y="111661"/>
                </a:cubicBezTo>
                <a:cubicBezTo>
                  <a:pt x="24269" y="111636"/>
                  <a:pt x="23896" y="111611"/>
                  <a:pt x="23522" y="111587"/>
                </a:cubicBezTo>
                <a:cubicBezTo>
                  <a:pt x="23199" y="111537"/>
                  <a:pt x="22850" y="111487"/>
                  <a:pt x="22502" y="111412"/>
                </a:cubicBezTo>
                <a:cubicBezTo>
                  <a:pt x="22228" y="111387"/>
                  <a:pt x="21904" y="111338"/>
                  <a:pt x="21631" y="111288"/>
                </a:cubicBezTo>
                <a:cubicBezTo>
                  <a:pt x="21257" y="111238"/>
                  <a:pt x="20884" y="111139"/>
                  <a:pt x="20535" y="111039"/>
                </a:cubicBezTo>
                <a:cubicBezTo>
                  <a:pt x="20262" y="110890"/>
                  <a:pt x="20038" y="110865"/>
                  <a:pt x="19838" y="110790"/>
                </a:cubicBezTo>
                <a:cubicBezTo>
                  <a:pt x="17424" y="108550"/>
                  <a:pt x="15731" y="105638"/>
                  <a:pt x="14761" y="102153"/>
                </a:cubicBezTo>
                <a:close/>
                <a:moveTo>
                  <a:pt x="20162" y="111039"/>
                </a:moveTo>
                <a:lnTo>
                  <a:pt x="20162" y="111039"/>
                </a:lnTo>
                <a:cubicBezTo>
                  <a:pt x="20610" y="111163"/>
                  <a:pt x="21083" y="111263"/>
                  <a:pt x="21531" y="111363"/>
                </a:cubicBezTo>
                <a:lnTo>
                  <a:pt x="22203" y="111462"/>
                </a:lnTo>
                <a:cubicBezTo>
                  <a:pt x="22626" y="111512"/>
                  <a:pt x="23024" y="111611"/>
                  <a:pt x="23472" y="111636"/>
                </a:cubicBezTo>
                <a:cubicBezTo>
                  <a:pt x="23771" y="111661"/>
                  <a:pt x="24120" y="111711"/>
                  <a:pt x="24468" y="111736"/>
                </a:cubicBezTo>
                <a:lnTo>
                  <a:pt x="25489" y="111835"/>
                </a:lnTo>
                <a:cubicBezTo>
                  <a:pt x="26161" y="111860"/>
                  <a:pt x="26883" y="111885"/>
                  <a:pt x="27604" y="111885"/>
                </a:cubicBezTo>
                <a:cubicBezTo>
                  <a:pt x="28351" y="111885"/>
                  <a:pt x="29098" y="111860"/>
                  <a:pt x="29845" y="111835"/>
                </a:cubicBezTo>
                <a:cubicBezTo>
                  <a:pt x="30218" y="111786"/>
                  <a:pt x="30616" y="111761"/>
                  <a:pt x="30990" y="111736"/>
                </a:cubicBezTo>
                <a:cubicBezTo>
                  <a:pt x="31114" y="111736"/>
                  <a:pt x="31239" y="111711"/>
                  <a:pt x="31413" y="111711"/>
                </a:cubicBezTo>
                <a:cubicBezTo>
                  <a:pt x="31438" y="111736"/>
                  <a:pt x="31463" y="111736"/>
                  <a:pt x="31487" y="111761"/>
                </a:cubicBezTo>
                <a:lnTo>
                  <a:pt x="31338" y="111761"/>
                </a:lnTo>
                <a:cubicBezTo>
                  <a:pt x="30840" y="111786"/>
                  <a:pt x="30367" y="111860"/>
                  <a:pt x="29919" y="111885"/>
                </a:cubicBezTo>
                <a:cubicBezTo>
                  <a:pt x="29123" y="111910"/>
                  <a:pt x="28376" y="111960"/>
                  <a:pt x="27629" y="111960"/>
                </a:cubicBezTo>
                <a:cubicBezTo>
                  <a:pt x="26883" y="111960"/>
                  <a:pt x="26186" y="111910"/>
                  <a:pt x="25489" y="111885"/>
                </a:cubicBezTo>
                <a:lnTo>
                  <a:pt x="24468" y="111786"/>
                </a:lnTo>
                <a:lnTo>
                  <a:pt x="23423" y="111686"/>
                </a:lnTo>
                <a:cubicBezTo>
                  <a:pt x="23000" y="111636"/>
                  <a:pt x="22601" y="111587"/>
                  <a:pt x="22153" y="111512"/>
                </a:cubicBezTo>
                <a:cubicBezTo>
                  <a:pt x="21929" y="111487"/>
                  <a:pt x="21680" y="111437"/>
                  <a:pt x="21481" y="111387"/>
                </a:cubicBezTo>
                <a:cubicBezTo>
                  <a:pt x="21033" y="111288"/>
                  <a:pt x="20635" y="111188"/>
                  <a:pt x="20237" y="111114"/>
                </a:cubicBezTo>
                <a:lnTo>
                  <a:pt x="20162" y="111039"/>
                </a:lnTo>
                <a:close/>
                <a:moveTo>
                  <a:pt x="14942" y="109369"/>
                </a:moveTo>
                <a:cubicBezTo>
                  <a:pt x="14951" y="109371"/>
                  <a:pt x="14963" y="109371"/>
                  <a:pt x="14985" y="109371"/>
                </a:cubicBezTo>
                <a:cubicBezTo>
                  <a:pt x="15308" y="109545"/>
                  <a:pt x="15682" y="109745"/>
                  <a:pt x="16055" y="109919"/>
                </a:cubicBezTo>
                <a:cubicBezTo>
                  <a:pt x="16229" y="109994"/>
                  <a:pt x="16403" y="110043"/>
                  <a:pt x="16603" y="110143"/>
                </a:cubicBezTo>
                <a:cubicBezTo>
                  <a:pt x="16926" y="110292"/>
                  <a:pt x="17299" y="110466"/>
                  <a:pt x="17648" y="110591"/>
                </a:cubicBezTo>
                <a:cubicBezTo>
                  <a:pt x="18220" y="111139"/>
                  <a:pt x="18793" y="111661"/>
                  <a:pt x="19415" y="112134"/>
                </a:cubicBezTo>
                <a:cubicBezTo>
                  <a:pt x="18619" y="111736"/>
                  <a:pt x="17748" y="111238"/>
                  <a:pt x="16876" y="110666"/>
                </a:cubicBezTo>
                <a:cubicBezTo>
                  <a:pt x="16143" y="110226"/>
                  <a:pt x="15530" y="109786"/>
                  <a:pt x="14942" y="109369"/>
                </a:cubicBezTo>
                <a:close/>
                <a:moveTo>
                  <a:pt x="18046" y="110715"/>
                </a:moveTo>
                <a:cubicBezTo>
                  <a:pt x="18096" y="110715"/>
                  <a:pt x="18146" y="110740"/>
                  <a:pt x="18171" y="110740"/>
                </a:cubicBezTo>
                <a:cubicBezTo>
                  <a:pt x="19017" y="111537"/>
                  <a:pt x="19913" y="112234"/>
                  <a:pt x="20859" y="112831"/>
                </a:cubicBezTo>
                <a:lnTo>
                  <a:pt x="20486" y="112632"/>
                </a:lnTo>
                <a:cubicBezTo>
                  <a:pt x="19614" y="112109"/>
                  <a:pt x="18793" y="111462"/>
                  <a:pt x="18046" y="110715"/>
                </a:cubicBezTo>
                <a:close/>
                <a:moveTo>
                  <a:pt x="75097" y="101307"/>
                </a:moveTo>
                <a:cubicBezTo>
                  <a:pt x="75993" y="101804"/>
                  <a:pt x="76764" y="102078"/>
                  <a:pt x="77412" y="102128"/>
                </a:cubicBezTo>
                <a:cubicBezTo>
                  <a:pt x="70143" y="107156"/>
                  <a:pt x="62751" y="110840"/>
                  <a:pt x="55931" y="112881"/>
                </a:cubicBezTo>
                <a:cubicBezTo>
                  <a:pt x="56428" y="112483"/>
                  <a:pt x="56851" y="112010"/>
                  <a:pt x="57300" y="111487"/>
                </a:cubicBezTo>
                <a:cubicBezTo>
                  <a:pt x="63174" y="108923"/>
                  <a:pt x="69173" y="105513"/>
                  <a:pt x="75097" y="101307"/>
                </a:cubicBezTo>
                <a:close/>
                <a:moveTo>
                  <a:pt x="13192" y="108301"/>
                </a:moveTo>
                <a:lnTo>
                  <a:pt x="13192" y="108301"/>
                </a:lnTo>
                <a:cubicBezTo>
                  <a:pt x="13267" y="108376"/>
                  <a:pt x="13367" y="108401"/>
                  <a:pt x="13416" y="108425"/>
                </a:cubicBezTo>
                <a:cubicBezTo>
                  <a:pt x="13441" y="108475"/>
                  <a:pt x="13491" y="108475"/>
                  <a:pt x="13516" y="108500"/>
                </a:cubicBezTo>
                <a:cubicBezTo>
                  <a:pt x="13541" y="108525"/>
                  <a:pt x="13616" y="108550"/>
                  <a:pt x="13640" y="108550"/>
                </a:cubicBezTo>
                <a:cubicBezTo>
                  <a:pt x="14512" y="109247"/>
                  <a:pt x="15507" y="109994"/>
                  <a:pt x="16802" y="110790"/>
                </a:cubicBezTo>
                <a:cubicBezTo>
                  <a:pt x="18096" y="111611"/>
                  <a:pt x="19341" y="112259"/>
                  <a:pt x="20411" y="112781"/>
                </a:cubicBezTo>
                <a:cubicBezTo>
                  <a:pt x="20510" y="112856"/>
                  <a:pt x="20585" y="112881"/>
                  <a:pt x="20660" y="112931"/>
                </a:cubicBezTo>
                <a:cubicBezTo>
                  <a:pt x="20710" y="112980"/>
                  <a:pt x="20759" y="113005"/>
                  <a:pt x="20784" y="113005"/>
                </a:cubicBezTo>
                <a:cubicBezTo>
                  <a:pt x="20797" y="113012"/>
                  <a:pt x="20811" y="113019"/>
                  <a:pt x="20823" y="113025"/>
                </a:cubicBezTo>
                <a:lnTo>
                  <a:pt x="20823" y="113025"/>
                </a:lnTo>
                <a:cubicBezTo>
                  <a:pt x="19925" y="112699"/>
                  <a:pt x="18934" y="112190"/>
                  <a:pt x="17897" y="111587"/>
                </a:cubicBezTo>
                <a:cubicBezTo>
                  <a:pt x="17872" y="111537"/>
                  <a:pt x="17847" y="111537"/>
                  <a:pt x="17797" y="111512"/>
                </a:cubicBezTo>
                <a:cubicBezTo>
                  <a:pt x="17499" y="111338"/>
                  <a:pt x="17150" y="111139"/>
                  <a:pt x="16851" y="110914"/>
                </a:cubicBezTo>
                <a:cubicBezTo>
                  <a:pt x="16777" y="110890"/>
                  <a:pt x="16677" y="110840"/>
                  <a:pt x="16627" y="110765"/>
                </a:cubicBezTo>
                <a:cubicBezTo>
                  <a:pt x="16379" y="110616"/>
                  <a:pt x="16130" y="110466"/>
                  <a:pt x="15906" y="110292"/>
                </a:cubicBezTo>
                <a:lnTo>
                  <a:pt x="14686" y="109471"/>
                </a:lnTo>
                <a:cubicBezTo>
                  <a:pt x="14263" y="109147"/>
                  <a:pt x="13815" y="108799"/>
                  <a:pt x="13392" y="108475"/>
                </a:cubicBezTo>
                <a:cubicBezTo>
                  <a:pt x="13317" y="108401"/>
                  <a:pt x="13267" y="108376"/>
                  <a:pt x="13192" y="108301"/>
                </a:cubicBezTo>
                <a:close/>
                <a:moveTo>
                  <a:pt x="56926" y="111636"/>
                </a:moveTo>
                <a:lnTo>
                  <a:pt x="56926" y="111636"/>
                </a:lnTo>
                <a:cubicBezTo>
                  <a:pt x="56453" y="112159"/>
                  <a:pt x="55955" y="112607"/>
                  <a:pt x="55458" y="113005"/>
                </a:cubicBezTo>
                <a:cubicBezTo>
                  <a:pt x="55383" y="113030"/>
                  <a:pt x="55333" y="113030"/>
                  <a:pt x="55258" y="113080"/>
                </a:cubicBezTo>
                <a:cubicBezTo>
                  <a:pt x="55806" y="112657"/>
                  <a:pt x="56304" y="112234"/>
                  <a:pt x="56752" y="111711"/>
                </a:cubicBezTo>
                <a:cubicBezTo>
                  <a:pt x="56827" y="111661"/>
                  <a:pt x="56851" y="111661"/>
                  <a:pt x="56926" y="111636"/>
                </a:cubicBezTo>
                <a:close/>
                <a:moveTo>
                  <a:pt x="61730" y="110989"/>
                </a:moveTo>
                <a:cubicBezTo>
                  <a:pt x="60734" y="111412"/>
                  <a:pt x="59639" y="111835"/>
                  <a:pt x="58121" y="112408"/>
                </a:cubicBezTo>
                <a:cubicBezTo>
                  <a:pt x="57225" y="112732"/>
                  <a:pt x="56329" y="113005"/>
                  <a:pt x="55408" y="113254"/>
                </a:cubicBezTo>
                <a:cubicBezTo>
                  <a:pt x="55458" y="113229"/>
                  <a:pt x="55507" y="113204"/>
                  <a:pt x="55557" y="113155"/>
                </a:cubicBezTo>
                <a:cubicBezTo>
                  <a:pt x="57573" y="112582"/>
                  <a:pt x="59614" y="111860"/>
                  <a:pt x="61730" y="110989"/>
                </a:cubicBezTo>
                <a:close/>
                <a:moveTo>
                  <a:pt x="40423" y="110292"/>
                </a:moveTo>
                <a:cubicBezTo>
                  <a:pt x="40498" y="110367"/>
                  <a:pt x="40523" y="110392"/>
                  <a:pt x="40573" y="110417"/>
                </a:cubicBezTo>
                <a:cubicBezTo>
                  <a:pt x="39029" y="111711"/>
                  <a:pt x="37337" y="112732"/>
                  <a:pt x="35594" y="113478"/>
                </a:cubicBezTo>
                <a:cubicBezTo>
                  <a:pt x="34449" y="113030"/>
                  <a:pt x="33354" y="112508"/>
                  <a:pt x="32359" y="111885"/>
                </a:cubicBezTo>
                <a:cubicBezTo>
                  <a:pt x="34947" y="111611"/>
                  <a:pt x="37660" y="111039"/>
                  <a:pt x="40423" y="110292"/>
                </a:cubicBezTo>
                <a:close/>
                <a:moveTo>
                  <a:pt x="54985" y="113354"/>
                </a:moveTo>
                <a:cubicBezTo>
                  <a:pt x="54960" y="113379"/>
                  <a:pt x="54935" y="113404"/>
                  <a:pt x="54885" y="113404"/>
                </a:cubicBezTo>
                <a:cubicBezTo>
                  <a:pt x="54835" y="113453"/>
                  <a:pt x="54736" y="113453"/>
                  <a:pt x="54686" y="113478"/>
                </a:cubicBezTo>
                <a:cubicBezTo>
                  <a:pt x="54736" y="113453"/>
                  <a:pt x="54761" y="113404"/>
                  <a:pt x="54835" y="113379"/>
                </a:cubicBezTo>
                <a:cubicBezTo>
                  <a:pt x="54885" y="113379"/>
                  <a:pt x="54935" y="113354"/>
                  <a:pt x="54985" y="113354"/>
                </a:cubicBezTo>
                <a:close/>
                <a:moveTo>
                  <a:pt x="40697" y="110591"/>
                </a:moveTo>
                <a:cubicBezTo>
                  <a:pt x="40747" y="110591"/>
                  <a:pt x="40747" y="110616"/>
                  <a:pt x="40772" y="110616"/>
                </a:cubicBezTo>
                <a:cubicBezTo>
                  <a:pt x="39278" y="111860"/>
                  <a:pt x="37660" y="112856"/>
                  <a:pt x="35968" y="113603"/>
                </a:cubicBezTo>
                <a:cubicBezTo>
                  <a:pt x="35943" y="113603"/>
                  <a:pt x="35918" y="113578"/>
                  <a:pt x="35868" y="113578"/>
                </a:cubicBezTo>
                <a:cubicBezTo>
                  <a:pt x="37561" y="112831"/>
                  <a:pt x="39204" y="111835"/>
                  <a:pt x="40697" y="110591"/>
                </a:cubicBezTo>
                <a:close/>
                <a:moveTo>
                  <a:pt x="32085" y="111910"/>
                </a:moveTo>
                <a:cubicBezTo>
                  <a:pt x="33080" y="112582"/>
                  <a:pt x="34201" y="113130"/>
                  <a:pt x="35395" y="113603"/>
                </a:cubicBezTo>
                <a:cubicBezTo>
                  <a:pt x="35346" y="113603"/>
                  <a:pt x="35321" y="113628"/>
                  <a:pt x="35296" y="113628"/>
                </a:cubicBezTo>
                <a:cubicBezTo>
                  <a:pt x="34101" y="113155"/>
                  <a:pt x="32981" y="112607"/>
                  <a:pt x="31985" y="111960"/>
                </a:cubicBezTo>
                <a:cubicBezTo>
                  <a:pt x="32035" y="111910"/>
                  <a:pt x="32060" y="111910"/>
                  <a:pt x="32085" y="111910"/>
                </a:cubicBezTo>
                <a:close/>
                <a:moveTo>
                  <a:pt x="35644" y="113702"/>
                </a:moveTo>
                <a:cubicBezTo>
                  <a:pt x="35669" y="113702"/>
                  <a:pt x="35694" y="113727"/>
                  <a:pt x="35694" y="113727"/>
                </a:cubicBezTo>
                <a:cubicBezTo>
                  <a:pt x="35669" y="113727"/>
                  <a:pt x="35644" y="113752"/>
                  <a:pt x="35594" y="113752"/>
                </a:cubicBezTo>
                <a:cubicBezTo>
                  <a:pt x="35570" y="113752"/>
                  <a:pt x="35545" y="113727"/>
                  <a:pt x="35520" y="113727"/>
                </a:cubicBezTo>
                <a:cubicBezTo>
                  <a:pt x="35545" y="113727"/>
                  <a:pt x="35570" y="113702"/>
                  <a:pt x="35594" y="113702"/>
                </a:cubicBezTo>
                <a:close/>
                <a:moveTo>
                  <a:pt x="18594" y="110865"/>
                </a:moveTo>
                <a:cubicBezTo>
                  <a:pt x="18893" y="110964"/>
                  <a:pt x="19216" y="111089"/>
                  <a:pt x="19515" y="111139"/>
                </a:cubicBezTo>
                <a:cubicBezTo>
                  <a:pt x="19540" y="111139"/>
                  <a:pt x="19589" y="111139"/>
                  <a:pt x="19614" y="111163"/>
                </a:cubicBezTo>
                <a:cubicBezTo>
                  <a:pt x="20734" y="112234"/>
                  <a:pt x="22004" y="113130"/>
                  <a:pt x="23398" y="113877"/>
                </a:cubicBezTo>
                <a:cubicBezTo>
                  <a:pt x="21631" y="113204"/>
                  <a:pt x="20013" y="112209"/>
                  <a:pt x="18594" y="110865"/>
                </a:cubicBezTo>
                <a:close/>
                <a:moveTo>
                  <a:pt x="61701" y="111266"/>
                </a:moveTo>
                <a:lnTo>
                  <a:pt x="61701" y="111266"/>
                </a:lnTo>
                <a:cubicBezTo>
                  <a:pt x="61626" y="111299"/>
                  <a:pt x="61548" y="111344"/>
                  <a:pt x="61456" y="111363"/>
                </a:cubicBezTo>
                <a:cubicBezTo>
                  <a:pt x="61332" y="111412"/>
                  <a:pt x="61207" y="111487"/>
                  <a:pt x="61083" y="111512"/>
                </a:cubicBezTo>
                <a:cubicBezTo>
                  <a:pt x="59963" y="111985"/>
                  <a:pt x="58669" y="112458"/>
                  <a:pt x="56752" y="113155"/>
                </a:cubicBezTo>
                <a:cubicBezTo>
                  <a:pt x="56702" y="113204"/>
                  <a:pt x="56627" y="113204"/>
                  <a:pt x="56603" y="113229"/>
                </a:cubicBezTo>
                <a:cubicBezTo>
                  <a:pt x="55995" y="113448"/>
                  <a:pt x="55173" y="113715"/>
                  <a:pt x="54300" y="113982"/>
                </a:cubicBezTo>
                <a:lnTo>
                  <a:pt x="54300" y="113982"/>
                </a:lnTo>
                <a:cubicBezTo>
                  <a:pt x="54308" y="113979"/>
                  <a:pt x="54313" y="113976"/>
                  <a:pt x="54313" y="113976"/>
                </a:cubicBezTo>
                <a:cubicBezTo>
                  <a:pt x="54337" y="113976"/>
                  <a:pt x="54362" y="113926"/>
                  <a:pt x="54387" y="113926"/>
                </a:cubicBezTo>
                <a:cubicBezTo>
                  <a:pt x="54437" y="113926"/>
                  <a:pt x="54437" y="113901"/>
                  <a:pt x="54462" y="113901"/>
                </a:cubicBezTo>
                <a:cubicBezTo>
                  <a:pt x="55582" y="113553"/>
                  <a:pt x="56329" y="113279"/>
                  <a:pt x="56752" y="113130"/>
                </a:cubicBezTo>
                <a:cubicBezTo>
                  <a:pt x="57300" y="112906"/>
                  <a:pt x="57797" y="112756"/>
                  <a:pt x="58220" y="112557"/>
                </a:cubicBezTo>
                <a:lnTo>
                  <a:pt x="59988" y="111910"/>
                </a:lnTo>
                <a:cubicBezTo>
                  <a:pt x="60187" y="111860"/>
                  <a:pt x="60336" y="111786"/>
                  <a:pt x="60535" y="111736"/>
                </a:cubicBezTo>
                <a:cubicBezTo>
                  <a:pt x="60909" y="111573"/>
                  <a:pt x="61304" y="111409"/>
                  <a:pt x="61701" y="111266"/>
                </a:cubicBezTo>
                <a:close/>
                <a:moveTo>
                  <a:pt x="59241" y="107156"/>
                </a:moveTo>
                <a:lnTo>
                  <a:pt x="59241" y="107156"/>
                </a:lnTo>
                <a:cubicBezTo>
                  <a:pt x="58619" y="108724"/>
                  <a:pt x="57922" y="110018"/>
                  <a:pt x="57051" y="111089"/>
                </a:cubicBezTo>
                <a:cubicBezTo>
                  <a:pt x="53889" y="112458"/>
                  <a:pt x="50828" y="113528"/>
                  <a:pt x="47791" y="114349"/>
                </a:cubicBezTo>
                <a:cubicBezTo>
                  <a:pt x="45601" y="113827"/>
                  <a:pt x="43311" y="112508"/>
                  <a:pt x="41195" y="110466"/>
                </a:cubicBezTo>
                <a:cubicBezTo>
                  <a:pt x="41419" y="110267"/>
                  <a:pt x="41643" y="110093"/>
                  <a:pt x="41867" y="109869"/>
                </a:cubicBezTo>
                <a:cubicBezTo>
                  <a:pt x="43609" y="109346"/>
                  <a:pt x="45352" y="108749"/>
                  <a:pt x="47119" y="108052"/>
                </a:cubicBezTo>
                <a:lnTo>
                  <a:pt x="47219" y="108052"/>
                </a:lnTo>
                <a:cubicBezTo>
                  <a:pt x="47268" y="108052"/>
                  <a:pt x="47343" y="108102"/>
                  <a:pt x="47368" y="108102"/>
                </a:cubicBezTo>
                <a:cubicBezTo>
                  <a:pt x="47791" y="108152"/>
                  <a:pt x="48239" y="108226"/>
                  <a:pt x="48662" y="108251"/>
                </a:cubicBezTo>
                <a:cubicBezTo>
                  <a:pt x="48762" y="108251"/>
                  <a:pt x="48861" y="108276"/>
                  <a:pt x="48961" y="108276"/>
                </a:cubicBezTo>
                <a:lnTo>
                  <a:pt x="49110" y="108276"/>
                </a:lnTo>
                <a:cubicBezTo>
                  <a:pt x="49658" y="108301"/>
                  <a:pt x="50230" y="108351"/>
                  <a:pt x="50828" y="108351"/>
                </a:cubicBezTo>
                <a:lnTo>
                  <a:pt x="51002" y="108351"/>
                </a:lnTo>
                <a:cubicBezTo>
                  <a:pt x="51400" y="108351"/>
                  <a:pt x="51823" y="108351"/>
                  <a:pt x="52222" y="108301"/>
                </a:cubicBezTo>
                <a:lnTo>
                  <a:pt x="52272" y="108301"/>
                </a:lnTo>
                <a:cubicBezTo>
                  <a:pt x="52496" y="108301"/>
                  <a:pt x="52720" y="108276"/>
                  <a:pt x="52944" y="108251"/>
                </a:cubicBezTo>
                <a:lnTo>
                  <a:pt x="53068" y="108251"/>
                </a:lnTo>
                <a:cubicBezTo>
                  <a:pt x="53242" y="108251"/>
                  <a:pt x="53416" y="108226"/>
                  <a:pt x="53616" y="108176"/>
                </a:cubicBezTo>
                <a:cubicBezTo>
                  <a:pt x="53765" y="108176"/>
                  <a:pt x="53889" y="108152"/>
                  <a:pt x="54064" y="108127"/>
                </a:cubicBezTo>
                <a:cubicBezTo>
                  <a:pt x="54238" y="108102"/>
                  <a:pt x="54462" y="108102"/>
                  <a:pt x="54686" y="108052"/>
                </a:cubicBezTo>
                <a:lnTo>
                  <a:pt x="54711" y="108052"/>
                </a:lnTo>
                <a:cubicBezTo>
                  <a:pt x="54761" y="108052"/>
                  <a:pt x="54835" y="108027"/>
                  <a:pt x="54885" y="108027"/>
                </a:cubicBezTo>
                <a:lnTo>
                  <a:pt x="54960" y="108027"/>
                </a:lnTo>
                <a:lnTo>
                  <a:pt x="55433" y="107928"/>
                </a:lnTo>
                <a:cubicBezTo>
                  <a:pt x="55731" y="107878"/>
                  <a:pt x="56055" y="107803"/>
                  <a:pt x="56354" y="107778"/>
                </a:cubicBezTo>
                <a:cubicBezTo>
                  <a:pt x="56603" y="107753"/>
                  <a:pt x="56851" y="107679"/>
                  <a:pt x="57100" y="107654"/>
                </a:cubicBezTo>
                <a:cubicBezTo>
                  <a:pt x="57822" y="107529"/>
                  <a:pt x="58544" y="107355"/>
                  <a:pt x="59241" y="107156"/>
                </a:cubicBezTo>
                <a:close/>
                <a:moveTo>
                  <a:pt x="56329" y="111910"/>
                </a:moveTo>
                <a:cubicBezTo>
                  <a:pt x="55831" y="112383"/>
                  <a:pt x="55308" y="112856"/>
                  <a:pt x="54736" y="113229"/>
                </a:cubicBezTo>
                <a:cubicBezTo>
                  <a:pt x="52968" y="113727"/>
                  <a:pt x="51201" y="114101"/>
                  <a:pt x="49509" y="114374"/>
                </a:cubicBezTo>
                <a:cubicBezTo>
                  <a:pt x="51749" y="113702"/>
                  <a:pt x="54014" y="112881"/>
                  <a:pt x="56329" y="111910"/>
                </a:cubicBezTo>
                <a:close/>
                <a:moveTo>
                  <a:pt x="19988" y="111288"/>
                </a:moveTo>
                <a:cubicBezTo>
                  <a:pt x="20013" y="111288"/>
                  <a:pt x="20087" y="111338"/>
                  <a:pt x="20112" y="111338"/>
                </a:cubicBezTo>
                <a:cubicBezTo>
                  <a:pt x="21531" y="112607"/>
                  <a:pt x="23199" y="113628"/>
                  <a:pt x="25066" y="114449"/>
                </a:cubicBezTo>
                <a:cubicBezTo>
                  <a:pt x="24941" y="114399"/>
                  <a:pt x="24817" y="114374"/>
                  <a:pt x="24717" y="114349"/>
                </a:cubicBezTo>
                <a:cubicBezTo>
                  <a:pt x="22950" y="113528"/>
                  <a:pt x="21357" y="112508"/>
                  <a:pt x="19988" y="111288"/>
                </a:cubicBezTo>
                <a:close/>
                <a:moveTo>
                  <a:pt x="41071" y="110616"/>
                </a:moveTo>
                <a:cubicBezTo>
                  <a:pt x="43136" y="112582"/>
                  <a:pt x="45277" y="113877"/>
                  <a:pt x="47468" y="114474"/>
                </a:cubicBezTo>
                <a:cubicBezTo>
                  <a:pt x="47418" y="114474"/>
                  <a:pt x="47393" y="114499"/>
                  <a:pt x="47343" y="114499"/>
                </a:cubicBezTo>
                <a:cubicBezTo>
                  <a:pt x="45178" y="113901"/>
                  <a:pt x="43062" y="112607"/>
                  <a:pt x="41046" y="110641"/>
                </a:cubicBezTo>
                <a:lnTo>
                  <a:pt x="41071" y="110616"/>
                </a:lnTo>
                <a:close/>
                <a:moveTo>
                  <a:pt x="56802" y="111412"/>
                </a:moveTo>
                <a:cubicBezTo>
                  <a:pt x="56752" y="111487"/>
                  <a:pt x="56702" y="111512"/>
                  <a:pt x="56677" y="111587"/>
                </a:cubicBezTo>
                <a:cubicBezTo>
                  <a:pt x="53840" y="112732"/>
                  <a:pt x="51102" y="113727"/>
                  <a:pt x="48388" y="114499"/>
                </a:cubicBezTo>
                <a:cubicBezTo>
                  <a:pt x="48339" y="114499"/>
                  <a:pt x="48264" y="114474"/>
                  <a:pt x="48214" y="114474"/>
                </a:cubicBezTo>
                <a:cubicBezTo>
                  <a:pt x="51002" y="113702"/>
                  <a:pt x="53865" y="112657"/>
                  <a:pt x="56802" y="111412"/>
                </a:cubicBezTo>
                <a:close/>
                <a:moveTo>
                  <a:pt x="22300" y="113641"/>
                </a:moveTo>
                <a:cubicBezTo>
                  <a:pt x="22877" y="113870"/>
                  <a:pt x="23339" y="114032"/>
                  <a:pt x="23622" y="114150"/>
                </a:cubicBezTo>
                <a:cubicBezTo>
                  <a:pt x="24020" y="114325"/>
                  <a:pt x="24393" y="114449"/>
                  <a:pt x="24817" y="114573"/>
                </a:cubicBezTo>
                <a:cubicBezTo>
                  <a:pt x="24717" y="114573"/>
                  <a:pt x="24593" y="114524"/>
                  <a:pt x="24418" y="114499"/>
                </a:cubicBezTo>
                <a:lnTo>
                  <a:pt x="24393" y="114499"/>
                </a:lnTo>
                <a:cubicBezTo>
                  <a:pt x="24269" y="114474"/>
                  <a:pt x="24194" y="114449"/>
                  <a:pt x="24070" y="114374"/>
                </a:cubicBezTo>
                <a:cubicBezTo>
                  <a:pt x="24020" y="114374"/>
                  <a:pt x="24020" y="114349"/>
                  <a:pt x="23995" y="114349"/>
                </a:cubicBezTo>
                <a:cubicBezTo>
                  <a:pt x="23522" y="114200"/>
                  <a:pt x="23099" y="114026"/>
                  <a:pt x="22651" y="113827"/>
                </a:cubicBezTo>
                <a:cubicBezTo>
                  <a:pt x="22534" y="113768"/>
                  <a:pt x="22417" y="113695"/>
                  <a:pt x="22300" y="113641"/>
                </a:cubicBezTo>
                <a:close/>
                <a:moveTo>
                  <a:pt x="47791" y="114573"/>
                </a:moveTo>
                <a:cubicBezTo>
                  <a:pt x="47841" y="114573"/>
                  <a:pt x="47866" y="114598"/>
                  <a:pt x="47916" y="114598"/>
                </a:cubicBezTo>
                <a:lnTo>
                  <a:pt x="47667" y="114598"/>
                </a:lnTo>
                <a:cubicBezTo>
                  <a:pt x="47716" y="114598"/>
                  <a:pt x="47766" y="114573"/>
                  <a:pt x="47791" y="114573"/>
                </a:cubicBezTo>
                <a:close/>
                <a:moveTo>
                  <a:pt x="54188" y="113553"/>
                </a:moveTo>
                <a:cubicBezTo>
                  <a:pt x="54089" y="113603"/>
                  <a:pt x="54014" y="113628"/>
                  <a:pt x="53939" y="113702"/>
                </a:cubicBezTo>
                <a:cubicBezTo>
                  <a:pt x="52396" y="114101"/>
                  <a:pt x="50902" y="114399"/>
                  <a:pt x="49484" y="114623"/>
                </a:cubicBezTo>
                <a:cubicBezTo>
                  <a:pt x="49384" y="114623"/>
                  <a:pt x="49285" y="114623"/>
                  <a:pt x="49235" y="114598"/>
                </a:cubicBezTo>
                <a:cubicBezTo>
                  <a:pt x="50853" y="114349"/>
                  <a:pt x="52496" y="114001"/>
                  <a:pt x="54188" y="113553"/>
                </a:cubicBezTo>
                <a:close/>
                <a:moveTo>
                  <a:pt x="53068" y="114101"/>
                </a:moveTo>
                <a:lnTo>
                  <a:pt x="53068" y="114101"/>
                </a:lnTo>
                <a:cubicBezTo>
                  <a:pt x="52645" y="114250"/>
                  <a:pt x="52247" y="114374"/>
                  <a:pt x="51848" y="114474"/>
                </a:cubicBezTo>
                <a:cubicBezTo>
                  <a:pt x="51400" y="114524"/>
                  <a:pt x="50977" y="114598"/>
                  <a:pt x="50529" y="114623"/>
                </a:cubicBezTo>
                <a:cubicBezTo>
                  <a:pt x="51375" y="114474"/>
                  <a:pt x="52222" y="114275"/>
                  <a:pt x="53068" y="114101"/>
                </a:cubicBezTo>
                <a:close/>
                <a:moveTo>
                  <a:pt x="48488" y="114698"/>
                </a:moveTo>
                <a:cubicBezTo>
                  <a:pt x="48538" y="114698"/>
                  <a:pt x="48613" y="114723"/>
                  <a:pt x="48662" y="114723"/>
                </a:cubicBezTo>
                <a:cubicBezTo>
                  <a:pt x="48637" y="114723"/>
                  <a:pt x="48538" y="114748"/>
                  <a:pt x="48488" y="114748"/>
                </a:cubicBezTo>
                <a:cubicBezTo>
                  <a:pt x="48413" y="114748"/>
                  <a:pt x="48388" y="114723"/>
                  <a:pt x="48339" y="114723"/>
                </a:cubicBezTo>
                <a:cubicBezTo>
                  <a:pt x="48388" y="114723"/>
                  <a:pt x="48463" y="114698"/>
                  <a:pt x="48488" y="114698"/>
                </a:cubicBezTo>
                <a:close/>
                <a:moveTo>
                  <a:pt x="53342" y="114225"/>
                </a:moveTo>
                <a:lnTo>
                  <a:pt x="53143" y="114325"/>
                </a:lnTo>
                <a:cubicBezTo>
                  <a:pt x="53118" y="114325"/>
                  <a:pt x="53093" y="114349"/>
                  <a:pt x="53068" y="114349"/>
                </a:cubicBezTo>
                <a:cubicBezTo>
                  <a:pt x="52869" y="114399"/>
                  <a:pt x="52720" y="114474"/>
                  <a:pt x="52520" y="114524"/>
                </a:cubicBezTo>
                <a:lnTo>
                  <a:pt x="52471" y="114524"/>
                </a:lnTo>
                <a:cubicBezTo>
                  <a:pt x="52272" y="114598"/>
                  <a:pt x="52072" y="114623"/>
                  <a:pt x="51873" y="114698"/>
                </a:cubicBezTo>
                <a:cubicBezTo>
                  <a:pt x="51823" y="114698"/>
                  <a:pt x="51774" y="114698"/>
                  <a:pt x="51724" y="114723"/>
                </a:cubicBezTo>
                <a:lnTo>
                  <a:pt x="51624" y="114723"/>
                </a:lnTo>
                <a:cubicBezTo>
                  <a:pt x="51500" y="114748"/>
                  <a:pt x="51400" y="114748"/>
                  <a:pt x="51276" y="114773"/>
                </a:cubicBezTo>
                <a:cubicBezTo>
                  <a:pt x="52023" y="114598"/>
                  <a:pt x="52720" y="114399"/>
                  <a:pt x="53342" y="114225"/>
                </a:cubicBezTo>
                <a:close/>
                <a:moveTo>
                  <a:pt x="40896" y="110740"/>
                </a:moveTo>
                <a:cubicBezTo>
                  <a:pt x="42863" y="112632"/>
                  <a:pt x="44904" y="113951"/>
                  <a:pt x="46995" y="114573"/>
                </a:cubicBezTo>
                <a:cubicBezTo>
                  <a:pt x="46795" y="114623"/>
                  <a:pt x="46621" y="114648"/>
                  <a:pt x="46422" y="114723"/>
                </a:cubicBezTo>
                <a:cubicBezTo>
                  <a:pt x="45529" y="114794"/>
                  <a:pt x="44652" y="114830"/>
                  <a:pt x="43794" y="114830"/>
                </a:cubicBezTo>
                <a:cubicBezTo>
                  <a:pt x="41045" y="114830"/>
                  <a:pt x="38494" y="114461"/>
                  <a:pt x="36217" y="113702"/>
                </a:cubicBezTo>
                <a:cubicBezTo>
                  <a:pt x="37884" y="112956"/>
                  <a:pt x="39428" y="111960"/>
                  <a:pt x="40896" y="110740"/>
                </a:cubicBezTo>
                <a:close/>
                <a:moveTo>
                  <a:pt x="49484" y="114797"/>
                </a:moveTo>
                <a:cubicBezTo>
                  <a:pt x="49633" y="114822"/>
                  <a:pt x="49789" y="114835"/>
                  <a:pt x="49944" y="114835"/>
                </a:cubicBezTo>
                <a:cubicBezTo>
                  <a:pt x="50100" y="114835"/>
                  <a:pt x="50255" y="114822"/>
                  <a:pt x="50405" y="114797"/>
                </a:cubicBezTo>
                <a:lnTo>
                  <a:pt x="50405" y="114797"/>
                </a:lnTo>
                <a:cubicBezTo>
                  <a:pt x="50330" y="114847"/>
                  <a:pt x="50230" y="114847"/>
                  <a:pt x="50131" y="114872"/>
                </a:cubicBezTo>
                <a:lnTo>
                  <a:pt x="50031" y="114872"/>
                </a:lnTo>
                <a:cubicBezTo>
                  <a:pt x="49758" y="114872"/>
                  <a:pt x="49484" y="114847"/>
                  <a:pt x="49235" y="114847"/>
                </a:cubicBezTo>
                <a:cubicBezTo>
                  <a:pt x="49334" y="114847"/>
                  <a:pt x="49384" y="114797"/>
                  <a:pt x="49484" y="114797"/>
                </a:cubicBezTo>
                <a:close/>
                <a:moveTo>
                  <a:pt x="20486" y="111387"/>
                </a:moveTo>
                <a:lnTo>
                  <a:pt x="20486" y="111387"/>
                </a:lnTo>
                <a:cubicBezTo>
                  <a:pt x="20784" y="111462"/>
                  <a:pt x="21083" y="111537"/>
                  <a:pt x="21382" y="111611"/>
                </a:cubicBezTo>
                <a:cubicBezTo>
                  <a:pt x="21631" y="111661"/>
                  <a:pt x="21904" y="111711"/>
                  <a:pt x="22153" y="111736"/>
                </a:cubicBezTo>
                <a:cubicBezTo>
                  <a:pt x="22576" y="111786"/>
                  <a:pt x="22975" y="111885"/>
                  <a:pt x="23373" y="111910"/>
                </a:cubicBezTo>
                <a:cubicBezTo>
                  <a:pt x="23771" y="111985"/>
                  <a:pt x="24219" y="112010"/>
                  <a:pt x="24642" y="112035"/>
                </a:cubicBezTo>
                <a:cubicBezTo>
                  <a:pt x="24941" y="112084"/>
                  <a:pt x="25190" y="112109"/>
                  <a:pt x="25464" y="112109"/>
                </a:cubicBezTo>
                <a:cubicBezTo>
                  <a:pt x="26186" y="112134"/>
                  <a:pt x="26883" y="112159"/>
                  <a:pt x="27629" y="112159"/>
                </a:cubicBezTo>
                <a:cubicBezTo>
                  <a:pt x="28376" y="112159"/>
                  <a:pt x="29123" y="112134"/>
                  <a:pt x="29919" y="112109"/>
                </a:cubicBezTo>
                <a:cubicBezTo>
                  <a:pt x="30367" y="112059"/>
                  <a:pt x="30840" y="112035"/>
                  <a:pt x="31338" y="111985"/>
                </a:cubicBezTo>
                <a:cubicBezTo>
                  <a:pt x="31463" y="111985"/>
                  <a:pt x="31587" y="111960"/>
                  <a:pt x="31736" y="111960"/>
                </a:cubicBezTo>
                <a:cubicBezTo>
                  <a:pt x="32782" y="112632"/>
                  <a:pt x="33852" y="113229"/>
                  <a:pt x="35072" y="113727"/>
                </a:cubicBezTo>
                <a:cubicBezTo>
                  <a:pt x="33329" y="114399"/>
                  <a:pt x="31487" y="114797"/>
                  <a:pt x="29670" y="114897"/>
                </a:cubicBezTo>
                <a:cubicBezTo>
                  <a:pt x="29396" y="114914"/>
                  <a:pt x="29125" y="114922"/>
                  <a:pt x="28856" y="114922"/>
                </a:cubicBezTo>
                <a:cubicBezTo>
                  <a:pt x="27952" y="114922"/>
                  <a:pt x="27074" y="114832"/>
                  <a:pt x="26211" y="114698"/>
                </a:cubicBezTo>
                <a:cubicBezTo>
                  <a:pt x="24020" y="113877"/>
                  <a:pt x="22128" y="112781"/>
                  <a:pt x="20486" y="111387"/>
                </a:cubicBezTo>
                <a:close/>
                <a:moveTo>
                  <a:pt x="46995" y="114872"/>
                </a:moveTo>
                <a:cubicBezTo>
                  <a:pt x="46895" y="114897"/>
                  <a:pt x="46795" y="114947"/>
                  <a:pt x="46721" y="114947"/>
                </a:cubicBezTo>
                <a:cubicBezTo>
                  <a:pt x="46497" y="114972"/>
                  <a:pt x="46298" y="114972"/>
                  <a:pt x="46099" y="114997"/>
                </a:cubicBezTo>
                <a:lnTo>
                  <a:pt x="46472" y="114897"/>
                </a:lnTo>
                <a:cubicBezTo>
                  <a:pt x="46646" y="114897"/>
                  <a:pt x="46795" y="114872"/>
                  <a:pt x="46995" y="114872"/>
                </a:cubicBezTo>
                <a:close/>
                <a:moveTo>
                  <a:pt x="35968" y="113827"/>
                </a:moveTo>
                <a:cubicBezTo>
                  <a:pt x="38360" y="114638"/>
                  <a:pt x="41027" y="115028"/>
                  <a:pt x="43938" y="115028"/>
                </a:cubicBezTo>
                <a:cubicBezTo>
                  <a:pt x="44419" y="115028"/>
                  <a:pt x="44907" y="115018"/>
                  <a:pt x="45402" y="114997"/>
                </a:cubicBezTo>
                <a:lnTo>
                  <a:pt x="45402" y="114997"/>
                </a:lnTo>
                <a:cubicBezTo>
                  <a:pt x="45302" y="115021"/>
                  <a:pt x="45227" y="115021"/>
                  <a:pt x="45128" y="115071"/>
                </a:cubicBezTo>
                <a:cubicBezTo>
                  <a:pt x="44680" y="115096"/>
                  <a:pt x="44281" y="115096"/>
                  <a:pt x="43883" y="115096"/>
                </a:cubicBezTo>
                <a:cubicBezTo>
                  <a:pt x="40946" y="115096"/>
                  <a:pt x="38283" y="114648"/>
                  <a:pt x="35918" y="113852"/>
                </a:cubicBezTo>
                <a:cubicBezTo>
                  <a:pt x="35918" y="113827"/>
                  <a:pt x="35943" y="113827"/>
                  <a:pt x="35968" y="113827"/>
                </a:cubicBezTo>
                <a:close/>
                <a:moveTo>
                  <a:pt x="35296" y="113852"/>
                </a:moveTo>
                <a:cubicBezTo>
                  <a:pt x="35321" y="113852"/>
                  <a:pt x="35346" y="113877"/>
                  <a:pt x="35395" y="113877"/>
                </a:cubicBezTo>
                <a:cubicBezTo>
                  <a:pt x="33528" y="114623"/>
                  <a:pt x="31587" y="115071"/>
                  <a:pt x="29670" y="115146"/>
                </a:cubicBezTo>
                <a:cubicBezTo>
                  <a:pt x="29421" y="115146"/>
                  <a:pt x="29123" y="115196"/>
                  <a:pt x="28924" y="115196"/>
                </a:cubicBezTo>
                <a:cubicBezTo>
                  <a:pt x="28426" y="115196"/>
                  <a:pt x="27953" y="115146"/>
                  <a:pt x="27480" y="115121"/>
                </a:cubicBezTo>
                <a:cubicBezTo>
                  <a:pt x="27355" y="115071"/>
                  <a:pt x="27256" y="115021"/>
                  <a:pt x="27181" y="114997"/>
                </a:cubicBezTo>
                <a:lnTo>
                  <a:pt x="27181" y="114997"/>
                </a:lnTo>
                <a:cubicBezTo>
                  <a:pt x="27790" y="115073"/>
                  <a:pt x="28398" y="115105"/>
                  <a:pt x="29029" y="115105"/>
                </a:cubicBezTo>
                <a:cubicBezTo>
                  <a:pt x="29224" y="115105"/>
                  <a:pt x="29421" y="115102"/>
                  <a:pt x="29621" y="115096"/>
                </a:cubicBezTo>
                <a:cubicBezTo>
                  <a:pt x="31562" y="114997"/>
                  <a:pt x="33454" y="114573"/>
                  <a:pt x="35296" y="113852"/>
                </a:cubicBezTo>
                <a:close/>
                <a:moveTo>
                  <a:pt x="35644" y="113951"/>
                </a:moveTo>
                <a:cubicBezTo>
                  <a:pt x="38059" y="114822"/>
                  <a:pt x="40822" y="115246"/>
                  <a:pt x="43858" y="115246"/>
                </a:cubicBezTo>
                <a:lnTo>
                  <a:pt x="44057" y="115246"/>
                </a:lnTo>
                <a:cubicBezTo>
                  <a:pt x="41096" y="115870"/>
                  <a:pt x="38258" y="116185"/>
                  <a:pt x="35584" y="116185"/>
                </a:cubicBezTo>
                <a:cubicBezTo>
                  <a:pt x="34099" y="116185"/>
                  <a:pt x="32665" y="116088"/>
                  <a:pt x="31288" y="115893"/>
                </a:cubicBezTo>
                <a:cubicBezTo>
                  <a:pt x="31114" y="115868"/>
                  <a:pt x="30940" y="115843"/>
                  <a:pt x="30790" y="115843"/>
                </a:cubicBezTo>
                <a:cubicBezTo>
                  <a:pt x="29919" y="115718"/>
                  <a:pt x="29098" y="115519"/>
                  <a:pt x="28301" y="115320"/>
                </a:cubicBezTo>
                <a:cubicBezTo>
                  <a:pt x="28476" y="115320"/>
                  <a:pt x="28700" y="115345"/>
                  <a:pt x="28874" y="115345"/>
                </a:cubicBezTo>
                <a:cubicBezTo>
                  <a:pt x="29123" y="115345"/>
                  <a:pt x="29372" y="115345"/>
                  <a:pt x="29670" y="115320"/>
                </a:cubicBezTo>
                <a:cubicBezTo>
                  <a:pt x="31687" y="115221"/>
                  <a:pt x="33703" y="114748"/>
                  <a:pt x="35644" y="113951"/>
                </a:cubicBezTo>
                <a:close/>
                <a:moveTo>
                  <a:pt x="48513" y="114947"/>
                </a:moveTo>
                <a:cubicBezTo>
                  <a:pt x="48787" y="114997"/>
                  <a:pt x="49135" y="114997"/>
                  <a:pt x="49459" y="115021"/>
                </a:cubicBezTo>
                <a:cubicBezTo>
                  <a:pt x="49110" y="115121"/>
                  <a:pt x="48737" y="115196"/>
                  <a:pt x="48364" y="115270"/>
                </a:cubicBezTo>
                <a:cubicBezTo>
                  <a:pt x="46497" y="115694"/>
                  <a:pt x="43410" y="116191"/>
                  <a:pt x="40448" y="116316"/>
                </a:cubicBezTo>
                <a:cubicBezTo>
                  <a:pt x="42489" y="116067"/>
                  <a:pt x="44605" y="115644"/>
                  <a:pt x="46771" y="115121"/>
                </a:cubicBezTo>
                <a:cubicBezTo>
                  <a:pt x="47343" y="115071"/>
                  <a:pt x="47916" y="114997"/>
                  <a:pt x="48513" y="114947"/>
                </a:cubicBezTo>
                <a:close/>
                <a:moveTo>
                  <a:pt x="27596" y="115399"/>
                </a:moveTo>
                <a:cubicBezTo>
                  <a:pt x="28936" y="115729"/>
                  <a:pt x="30005" y="115919"/>
                  <a:pt x="30392" y="115967"/>
                </a:cubicBezTo>
                <a:cubicBezTo>
                  <a:pt x="30542" y="115992"/>
                  <a:pt x="30666" y="115992"/>
                  <a:pt x="30741" y="116017"/>
                </a:cubicBezTo>
                <a:cubicBezTo>
                  <a:pt x="30890" y="116042"/>
                  <a:pt x="31014" y="116042"/>
                  <a:pt x="31189" y="116092"/>
                </a:cubicBezTo>
                <a:cubicBezTo>
                  <a:pt x="31985" y="116216"/>
                  <a:pt x="32757" y="116291"/>
                  <a:pt x="33578" y="116391"/>
                </a:cubicBezTo>
                <a:cubicBezTo>
                  <a:pt x="33329" y="116366"/>
                  <a:pt x="33056" y="116341"/>
                  <a:pt x="32782" y="116341"/>
                </a:cubicBezTo>
                <a:cubicBezTo>
                  <a:pt x="32608" y="116341"/>
                  <a:pt x="32483" y="116316"/>
                  <a:pt x="32334" y="116316"/>
                </a:cubicBezTo>
                <a:cubicBezTo>
                  <a:pt x="32159" y="116266"/>
                  <a:pt x="31960" y="116266"/>
                  <a:pt x="31786" y="116241"/>
                </a:cubicBezTo>
                <a:cubicBezTo>
                  <a:pt x="31413" y="116191"/>
                  <a:pt x="31064" y="116142"/>
                  <a:pt x="30691" y="116092"/>
                </a:cubicBezTo>
                <a:cubicBezTo>
                  <a:pt x="30591" y="116092"/>
                  <a:pt x="30492" y="116042"/>
                  <a:pt x="30442" y="116042"/>
                </a:cubicBezTo>
                <a:cubicBezTo>
                  <a:pt x="29695" y="115942"/>
                  <a:pt x="28949" y="115768"/>
                  <a:pt x="28227" y="115594"/>
                </a:cubicBezTo>
                <a:cubicBezTo>
                  <a:pt x="28202" y="115594"/>
                  <a:pt x="28127" y="115544"/>
                  <a:pt x="28102" y="115544"/>
                </a:cubicBezTo>
                <a:cubicBezTo>
                  <a:pt x="27918" y="115503"/>
                  <a:pt x="27768" y="115446"/>
                  <a:pt x="27596" y="115399"/>
                </a:cubicBezTo>
                <a:close/>
                <a:moveTo>
                  <a:pt x="45601" y="115221"/>
                </a:moveTo>
                <a:cubicBezTo>
                  <a:pt x="42813" y="115868"/>
                  <a:pt x="40150" y="116241"/>
                  <a:pt x="37586" y="116391"/>
                </a:cubicBezTo>
                <a:cubicBezTo>
                  <a:pt x="37088" y="116391"/>
                  <a:pt x="36665" y="116391"/>
                  <a:pt x="36217" y="116366"/>
                </a:cubicBezTo>
                <a:cubicBezTo>
                  <a:pt x="39029" y="116316"/>
                  <a:pt x="42016" y="115942"/>
                  <a:pt x="45128" y="115221"/>
                </a:cubicBezTo>
                <a:close/>
                <a:moveTo>
                  <a:pt x="50479" y="115021"/>
                </a:moveTo>
                <a:cubicBezTo>
                  <a:pt x="50031" y="115146"/>
                  <a:pt x="49583" y="115270"/>
                  <a:pt x="49085" y="115370"/>
                </a:cubicBezTo>
                <a:cubicBezTo>
                  <a:pt x="48264" y="115519"/>
                  <a:pt x="47293" y="115743"/>
                  <a:pt x="46372" y="115893"/>
                </a:cubicBezTo>
                <a:cubicBezTo>
                  <a:pt x="45924" y="115967"/>
                  <a:pt x="45426" y="116067"/>
                  <a:pt x="44929" y="116117"/>
                </a:cubicBezTo>
                <a:lnTo>
                  <a:pt x="44879" y="116117"/>
                </a:lnTo>
                <a:cubicBezTo>
                  <a:pt x="44406" y="116191"/>
                  <a:pt x="43908" y="116216"/>
                  <a:pt x="43385" y="116266"/>
                </a:cubicBezTo>
                <a:cubicBezTo>
                  <a:pt x="42191" y="116391"/>
                  <a:pt x="40871" y="116490"/>
                  <a:pt x="39577" y="116565"/>
                </a:cubicBezTo>
                <a:cubicBezTo>
                  <a:pt x="39204" y="116590"/>
                  <a:pt x="38830" y="116590"/>
                  <a:pt x="38457" y="116615"/>
                </a:cubicBezTo>
                <a:lnTo>
                  <a:pt x="37685" y="116615"/>
                </a:lnTo>
                <a:cubicBezTo>
                  <a:pt x="37187" y="116615"/>
                  <a:pt x="36764" y="116615"/>
                  <a:pt x="36316" y="116590"/>
                </a:cubicBezTo>
                <a:lnTo>
                  <a:pt x="37038" y="116590"/>
                </a:lnTo>
                <a:cubicBezTo>
                  <a:pt x="37187" y="116590"/>
                  <a:pt x="37387" y="116540"/>
                  <a:pt x="37536" y="116540"/>
                </a:cubicBezTo>
                <a:lnTo>
                  <a:pt x="37660" y="116540"/>
                </a:lnTo>
                <a:cubicBezTo>
                  <a:pt x="38208" y="116540"/>
                  <a:pt x="38880" y="116540"/>
                  <a:pt x="39552" y="116515"/>
                </a:cubicBezTo>
                <a:lnTo>
                  <a:pt x="39577" y="116515"/>
                </a:lnTo>
                <a:cubicBezTo>
                  <a:pt x="40822" y="116490"/>
                  <a:pt x="42166" y="116366"/>
                  <a:pt x="43410" y="116241"/>
                </a:cubicBezTo>
                <a:cubicBezTo>
                  <a:pt x="45352" y="116017"/>
                  <a:pt x="47119" y="115718"/>
                  <a:pt x="48364" y="115420"/>
                </a:cubicBezTo>
                <a:cubicBezTo>
                  <a:pt x="48986" y="115295"/>
                  <a:pt x="49583" y="115146"/>
                  <a:pt x="50106" y="115021"/>
                </a:cubicBezTo>
                <a:close/>
                <a:moveTo>
                  <a:pt x="80647" y="0"/>
                </a:moveTo>
                <a:cubicBezTo>
                  <a:pt x="79950" y="0"/>
                  <a:pt x="79278" y="25"/>
                  <a:pt x="78706" y="50"/>
                </a:cubicBezTo>
                <a:lnTo>
                  <a:pt x="78606" y="50"/>
                </a:lnTo>
                <a:cubicBezTo>
                  <a:pt x="77212" y="125"/>
                  <a:pt x="75520" y="249"/>
                  <a:pt x="73603" y="498"/>
                </a:cubicBezTo>
                <a:cubicBezTo>
                  <a:pt x="73529" y="498"/>
                  <a:pt x="73479" y="523"/>
                  <a:pt x="73404" y="523"/>
                </a:cubicBezTo>
                <a:cubicBezTo>
                  <a:pt x="72209" y="672"/>
                  <a:pt x="70691" y="971"/>
                  <a:pt x="69894" y="1145"/>
                </a:cubicBezTo>
                <a:cubicBezTo>
                  <a:pt x="69471" y="1245"/>
                  <a:pt x="69073" y="1295"/>
                  <a:pt x="68700" y="1394"/>
                </a:cubicBezTo>
                <a:lnTo>
                  <a:pt x="68675" y="1394"/>
                </a:lnTo>
                <a:cubicBezTo>
                  <a:pt x="68326" y="1494"/>
                  <a:pt x="67978" y="1544"/>
                  <a:pt x="67679" y="1643"/>
                </a:cubicBezTo>
                <a:cubicBezTo>
                  <a:pt x="65215" y="2240"/>
                  <a:pt x="63248" y="2863"/>
                  <a:pt x="62228" y="3236"/>
                </a:cubicBezTo>
                <a:cubicBezTo>
                  <a:pt x="61357" y="3535"/>
                  <a:pt x="60834" y="3734"/>
                  <a:pt x="60809" y="3734"/>
                </a:cubicBezTo>
                <a:cubicBezTo>
                  <a:pt x="60461" y="3858"/>
                  <a:pt x="60087" y="4008"/>
                  <a:pt x="59689" y="4157"/>
                </a:cubicBezTo>
                <a:lnTo>
                  <a:pt x="59639" y="4157"/>
                </a:lnTo>
                <a:cubicBezTo>
                  <a:pt x="58868" y="4456"/>
                  <a:pt x="57947" y="4829"/>
                  <a:pt x="57150" y="5153"/>
                </a:cubicBezTo>
                <a:cubicBezTo>
                  <a:pt x="54960" y="6074"/>
                  <a:pt x="53466" y="6820"/>
                  <a:pt x="49633" y="8812"/>
                </a:cubicBezTo>
                <a:cubicBezTo>
                  <a:pt x="49185" y="9011"/>
                  <a:pt x="48637" y="9334"/>
                  <a:pt x="47990" y="9708"/>
                </a:cubicBezTo>
                <a:cubicBezTo>
                  <a:pt x="47891" y="9782"/>
                  <a:pt x="47791" y="9807"/>
                  <a:pt x="47692" y="9857"/>
                </a:cubicBezTo>
                <a:cubicBezTo>
                  <a:pt x="45800" y="10977"/>
                  <a:pt x="43336" y="12471"/>
                  <a:pt x="41668" y="13665"/>
                </a:cubicBezTo>
                <a:cubicBezTo>
                  <a:pt x="41593" y="13715"/>
                  <a:pt x="41519" y="13740"/>
                  <a:pt x="41444" y="13815"/>
                </a:cubicBezTo>
                <a:cubicBezTo>
                  <a:pt x="40971" y="14113"/>
                  <a:pt x="40548" y="14437"/>
                  <a:pt x="40174" y="14711"/>
                </a:cubicBezTo>
                <a:lnTo>
                  <a:pt x="39701" y="15034"/>
                </a:lnTo>
                <a:lnTo>
                  <a:pt x="39677" y="15034"/>
                </a:lnTo>
                <a:cubicBezTo>
                  <a:pt x="38407" y="15906"/>
                  <a:pt x="37362" y="16677"/>
                  <a:pt x="36167" y="17648"/>
                </a:cubicBezTo>
                <a:cubicBezTo>
                  <a:pt x="36092" y="17698"/>
                  <a:pt x="36042" y="17723"/>
                  <a:pt x="35943" y="17797"/>
                </a:cubicBezTo>
                <a:cubicBezTo>
                  <a:pt x="34798" y="18669"/>
                  <a:pt x="33255" y="19938"/>
                  <a:pt x="32359" y="20685"/>
                </a:cubicBezTo>
                <a:lnTo>
                  <a:pt x="32334" y="20685"/>
                </a:lnTo>
                <a:cubicBezTo>
                  <a:pt x="31861" y="21083"/>
                  <a:pt x="31189" y="21680"/>
                  <a:pt x="30442" y="22327"/>
                </a:cubicBezTo>
                <a:cubicBezTo>
                  <a:pt x="29397" y="23248"/>
                  <a:pt x="28376" y="24194"/>
                  <a:pt x="27530" y="25016"/>
                </a:cubicBezTo>
                <a:cubicBezTo>
                  <a:pt x="26883" y="25638"/>
                  <a:pt x="26285" y="26186"/>
                  <a:pt x="25887" y="26634"/>
                </a:cubicBezTo>
                <a:lnTo>
                  <a:pt x="25663" y="26858"/>
                </a:lnTo>
                <a:cubicBezTo>
                  <a:pt x="25389" y="27156"/>
                  <a:pt x="25041" y="27480"/>
                  <a:pt x="24717" y="27853"/>
                </a:cubicBezTo>
                <a:cubicBezTo>
                  <a:pt x="23970" y="28625"/>
                  <a:pt x="23174" y="29397"/>
                  <a:pt x="22552" y="30118"/>
                </a:cubicBezTo>
                <a:cubicBezTo>
                  <a:pt x="22054" y="30666"/>
                  <a:pt x="21631" y="31164"/>
                  <a:pt x="21257" y="31587"/>
                </a:cubicBezTo>
                <a:cubicBezTo>
                  <a:pt x="20983" y="31886"/>
                  <a:pt x="20734" y="32159"/>
                  <a:pt x="20510" y="32408"/>
                </a:cubicBezTo>
                <a:cubicBezTo>
                  <a:pt x="20386" y="32558"/>
                  <a:pt x="20286" y="32707"/>
                  <a:pt x="20162" y="32782"/>
                </a:cubicBezTo>
                <a:cubicBezTo>
                  <a:pt x="19988" y="33006"/>
                  <a:pt x="19789" y="33205"/>
                  <a:pt x="19614" y="33404"/>
                </a:cubicBezTo>
                <a:cubicBezTo>
                  <a:pt x="19390" y="33653"/>
                  <a:pt x="19166" y="33952"/>
                  <a:pt x="18917" y="34225"/>
                </a:cubicBezTo>
                <a:cubicBezTo>
                  <a:pt x="18196" y="35072"/>
                  <a:pt x="17748" y="35644"/>
                  <a:pt x="16827" y="36839"/>
                </a:cubicBezTo>
                <a:lnTo>
                  <a:pt x="16802" y="36864"/>
                </a:lnTo>
                <a:cubicBezTo>
                  <a:pt x="16802" y="36864"/>
                  <a:pt x="16627" y="37113"/>
                  <a:pt x="16304" y="37511"/>
                </a:cubicBezTo>
                <a:cubicBezTo>
                  <a:pt x="15632" y="38432"/>
                  <a:pt x="14810" y="39477"/>
                  <a:pt x="14213" y="40349"/>
                </a:cubicBezTo>
                <a:cubicBezTo>
                  <a:pt x="14213" y="40373"/>
                  <a:pt x="14188" y="40373"/>
                  <a:pt x="14188" y="40423"/>
                </a:cubicBezTo>
                <a:cubicBezTo>
                  <a:pt x="13441" y="41469"/>
                  <a:pt x="12595" y="42688"/>
                  <a:pt x="11774" y="44032"/>
                </a:cubicBezTo>
                <a:cubicBezTo>
                  <a:pt x="10927" y="45352"/>
                  <a:pt x="10181" y="46546"/>
                  <a:pt x="9583" y="47592"/>
                </a:cubicBezTo>
                <a:cubicBezTo>
                  <a:pt x="9110" y="48339"/>
                  <a:pt x="8712" y="49135"/>
                  <a:pt x="8239" y="49956"/>
                </a:cubicBezTo>
                <a:cubicBezTo>
                  <a:pt x="7791" y="50828"/>
                  <a:pt x="7492" y="51400"/>
                  <a:pt x="7443" y="51525"/>
                </a:cubicBezTo>
                <a:cubicBezTo>
                  <a:pt x="7293" y="51798"/>
                  <a:pt x="7119" y="52122"/>
                  <a:pt x="6970" y="52446"/>
                </a:cubicBezTo>
                <a:lnTo>
                  <a:pt x="6845" y="52670"/>
                </a:lnTo>
                <a:cubicBezTo>
                  <a:pt x="6472" y="53416"/>
                  <a:pt x="6049" y="54288"/>
                  <a:pt x="5700" y="55109"/>
                </a:cubicBezTo>
                <a:cubicBezTo>
                  <a:pt x="5675" y="55159"/>
                  <a:pt x="5626" y="55258"/>
                  <a:pt x="5601" y="55358"/>
                </a:cubicBezTo>
                <a:cubicBezTo>
                  <a:pt x="5078" y="56528"/>
                  <a:pt x="3734" y="59589"/>
                  <a:pt x="2639" y="63024"/>
                </a:cubicBezTo>
                <a:lnTo>
                  <a:pt x="2639" y="63074"/>
                </a:lnTo>
                <a:cubicBezTo>
                  <a:pt x="2191" y="64443"/>
                  <a:pt x="1718" y="66235"/>
                  <a:pt x="1344" y="67853"/>
                </a:cubicBezTo>
                <a:cubicBezTo>
                  <a:pt x="1245" y="68251"/>
                  <a:pt x="1145" y="68724"/>
                  <a:pt x="1070" y="69222"/>
                </a:cubicBezTo>
                <a:cubicBezTo>
                  <a:pt x="996" y="69620"/>
                  <a:pt x="896" y="69994"/>
                  <a:pt x="846" y="70367"/>
                </a:cubicBezTo>
                <a:lnTo>
                  <a:pt x="846" y="70417"/>
                </a:lnTo>
                <a:cubicBezTo>
                  <a:pt x="772" y="70716"/>
                  <a:pt x="722" y="71064"/>
                  <a:pt x="647" y="71363"/>
                </a:cubicBezTo>
                <a:lnTo>
                  <a:pt x="647" y="71437"/>
                </a:lnTo>
                <a:cubicBezTo>
                  <a:pt x="523" y="72159"/>
                  <a:pt x="398" y="72981"/>
                  <a:pt x="324" y="73827"/>
                </a:cubicBezTo>
                <a:cubicBezTo>
                  <a:pt x="199" y="74897"/>
                  <a:pt x="100" y="75918"/>
                  <a:pt x="75" y="76889"/>
                </a:cubicBezTo>
                <a:lnTo>
                  <a:pt x="75" y="76963"/>
                </a:lnTo>
                <a:cubicBezTo>
                  <a:pt x="25" y="77585"/>
                  <a:pt x="0" y="78332"/>
                  <a:pt x="0" y="79054"/>
                </a:cubicBezTo>
                <a:lnTo>
                  <a:pt x="0" y="79776"/>
                </a:lnTo>
                <a:lnTo>
                  <a:pt x="0" y="80323"/>
                </a:lnTo>
                <a:cubicBezTo>
                  <a:pt x="0" y="80946"/>
                  <a:pt x="25" y="81668"/>
                  <a:pt x="100" y="82365"/>
                </a:cubicBezTo>
                <a:cubicBezTo>
                  <a:pt x="249" y="84505"/>
                  <a:pt x="498" y="85999"/>
                  <a:pt x="598" y="86496"/>
                </a:cubicBezTo>
                <a:lnTo>
                  <a:pt x="622" y="86745"/>
                </a:lnTo>
                <a:cubicBezTo>
                  <a:pt x="622" y="86770"/>
                  <a:pt x="622" y="86845"/>
                  <a:pt x="647" y="86870"/>
                </a:cubicBezTo>
                <a:cubicBezTo>
                  <a:pt x="772" y="87741"/>
                  <a:pt x="1070" y="88961"/>
                  <a:pt x="1319" y="89882"/>
                </a:cubicBezTo>
                <a:cubicBezTo>
                  <a:pt x="1319" y="89907"/>
                  <a:pt x="1344" y="89981"/>
                  <a:pt x="1344" y="90006"/>
                </a:cubicBezTo>
                <a:cubicBezTo>
                  <a:pt x="1369" y="90081"/>
                  <a:pt x="1369" y="90131"/>
                  <a:pt x="1394" y="90205"/>
                </a:cubicBezTo>
                <a:cubicBezTo>
                  <a:pt x="1444" y="90255"/>
                  <a:pt x="1444" y="90355"/>
                  <a:pt x="1469" y="90404"/>
                </a:cubicBezTo>
                <a:cubicBezTo>
                  <a:pt x="1618" y="90952"/>
                  <a:pt x="1817" y="91500"/>
                  <a:pt x="1991" y="92072"/>
                </a:cubicBezTo>
                <a:cubicBezTo>
                  <a:pt x="2016" y="92122"/>
                  <a:pt x="2066" y="92221"/>
                  <a:pt x="2066" y="92271"/>
                </a:cubicBezTo>
                <a:cubicBezTo>
                  <a:pt x="2066" y="92321"/>
                  <a:pt x="2066" y="92321"/>
                  <a:pt x="2091" y="92346"/>
                </a:cubicBezTo>
                <a:cubicBezTo>
                  <a:pt x="2191" y="92620"/>
                  <a:pt x="2265" y="92943"/>
                  <a:pt x="2365" y="93217"/>
                </a:cubicBezTo>
                <a:cubicBezTo>
                  <a:pt x="2439" y="93441"/>
                  <a:pt x="2514" y="93615"/>
                  <a:pt x="2589" y="93839"/>
                </a:cubicBezTo>
                <a:cubicBezTo>
                  <a:pt x="2688" y="94138"/>
                  <a:pt x="2813" y="94437"/>
                  <a:pt x="2888" y="94710"/>
                </a:cubicBezTo>
                <a:lnTo>
                  <a:pt x="2888" y="94735"/>
                </a:lnTo>
                <a:cubicBezTo>
                  <a:pt x="2962" y="94885"/>
                  <a:pt x="3087" y="95183"/>
                  <a:pt x="3236" y="95557"/>
                </a:cubicBezTo>
                <a:cubicBezTo>
                  <a:pt x="3311" y="95681"/>
                  <a:pt x="3360" y="95831"/>
                  <a:pt x="3460" y="96005"/>
                </a:cubicBezTo>
                <a:cubicBezTo>
                  <a:pt x="3560" y="96229"/>
                  <a:pt x="3684" y="96478"/>
                  <a:pt x="3809" y="96752"/>
                </a:cubicBezTo>
                <a:cubicBezTo>
                  <a:pt x="4232" y="97623"/>
                  <a:pt x="4804" y="98693"/>
                  <a:pt x="5501" y="99863"/>
                </a:cubicBezTo>
                <a:cubicBezTo>
                  <a:pt x="5725" y="100211"/>
                  <a:pt x="5874" y="100485"/>
                  <a:pt x="5999" y="100684"/>
                </a:cubicBezTo>
                <a:cubicBezTo>
                  <a:pt x="6248" y="101083"/>
                  <a:pt x="6547" y="101456"/>
                  <a:pt x="6795" y="101804"/>
                </a:cubicBezTo>
                <a:cubicBezTo>
                  <a:pt x="6970" y="102078"/>
                  <a:pt x="7194" y="102327"/>
                  <a:pt x="7368" y="102626"/>
                </a:cubicBezTo>
                <a:cubicBezTo>
                  <a:pt x="7418" y="102676"/>
                  <a:pt x="7467" y="102750"/>
                  <a:pt x="7492" y="102775"/>
                </a:cubicBezTo>
                <a:cubicBezTo>
                  <a:pt x="7841" y="103198"/>
                  <a:pt x="8189" y="103621"/>
                  <a:pt x="8463" y="103995"/>
                </a:cubicBezTo>
                <a:cubicBezTo>
                  <a:pt x="8612" y="104169"/>
                  <a:pt x="8812" y="104393"/>
                  <a:pt x="8961" y="104567"/>
                </a:cubicBezTo>
                <a:cubicBezTo>
                  <a:pt x="9085" y="104742"/>
                  <a:pt x="9235" y="104891"/>
                  <a:pt x="9334" y="105015"/>
                </a:cubicBezTo>
                <a:cubicBezTo>
                  <a:pt x="9683" y="105389"/>
                  <a:pt x="9932" y="105662"/>
                  <a:pt x="10056" y="105762"/>
                </a:cubicBezTo>
                <a:cubicBezTo>
                  <a:pt x="10106" y="105812"/>
                  <a:pt x="10181" y="105911"/>
                  <a:pt x="10280" y="105961"/>
                </a:cubicBezTo>
                <a:lnTo>
                  <a:pt x="10405" y="106086"/>
                </a:lnTo>
                <a:cubicBezTo>
                  <a:pt x="10554" y="106260"/>
                  <a:pt x="10728" y="106409"/>
                  <a:pt x="10902" y="106559"/>
                </a:cubicBezTo>
                <a:cubicBezTo>
                  <a:pt x="11226" y="106907"/>
                  <a:pt x="11599" y="107256"/>
                  <a:pt x="11973" y="107579"/>
                </a:cubicBezTo>
                <a:cubicBezTo>
                  <a:pt x="12296" y="107878"/>
                  <a:pt x="12645" y="108152"/>
                  <a:pt x="12944" y="108425"/>
                </a:cubicBezTo>
                <a:cubicBezTo>
                  <a:pt x="13018" y="108450"/>
                  <a:pt x="13043" y="108525"/>
                  <a:pt x="13093" y="108550"/>
                </a:cubicBezTo>
                <a:cubicBezTo>
                  <a:pt x="13815" y="109147"/>
                  <a:pt x="14661" y="109770"/>
                  <a:pt x="15657" y="110417"/>
                </a:cubicBezTo>
                <a:cubicBezTo>
                  <a:pt x="15756" y="110491"/>
                  <a:pt x="15806" y="110541"/>
                  <a:pt x="15906" y="110616"/>
                </a:cubicBezTo>
                <a:cubicBezTo>
                  <a:pt x="16055" y="110690"/>
                  <a:pt x="16204" y="110790"/>
                  <a:pt x="16379" y="110914"/>
                </a:cubicBezTo>
                <a:cubicBezTo>
                  <a:pt x="16428" y="110939"/>
                  <a:pt x="16453" y="110989"/>
                  <a:pt x="16503" y="111014"/>
                </a:cubicBezTo>
                <a:cubicBezTo>
                  <a:pt x="16528" y="111039"/>
                  <a:pt x="16553" y="111039"/>
                  <a:pt x="16578" y="111064"/>
                </a:cubicBezTo>
                <a:cubicBezTo>
                  <a:pt x="16901" y="111288"/>
                  <a:pt x="17250" y="111487"/>
                  <a:pt x="17548" y="111661"/>
                </a:cubicBezTo>
                <a:cubicBezTo>
                  <a:pt x="17573" y="111686"/>
                  <a:pt x="17623" y="111686"/>
                  <a:pt x="17648" y="111736"/>
                </a:cubicBezTo>
                <a:cubicBezTo>
                  <a:pt x="19789" y="112980"/>
                  <a:pt x="21481" y="113652"/>
                  <a:pt x="21855" y="113777"/>
                </a:cubicBezTo>
                <a:cubicBezTo>
                  <a:pt x="22029" y="113852"/>
                  <a:pt x="22178" y="113926"/>
                  <a:pt x="22402" y="114001"/>
                </a:cubicBezTo>
                <a:lnTo>
                  <a:pt x="22427" y="114026"/>
                </a:lnTo>
                <a:cubicBezTo>
                  <a:pt x="22651" y="114125"/>
                  <a:pt x="22875" y="114175"/>
                  <a:pt x="23049" y="114275"/>
                </a:cubicBezTo>
                <a:cubicBezTo>
                  <a:pt x="23174" y="114349"/>
                  <a:pt x="23298" y="114374"/>
                  <a:pt x="23423" y="114399"/>
                </a:cubicBezTo>
                <a:lnTo>
                  <a:pt x="24169" y="114673"/>
                </a:lnTo>
                <a:cubicBezTo>
                  <a:pt x="25787" y="115246"/>
                  <a:pt x="27455" y="115644"/>
                  <a:pt x="28650" y="115893"/>
                </a:cubicBezTo>
                <a:cubicBezTo>
                  <a:pt x="28849" y="115918"/>
                  <a:pt x="29023" y="115967"/>
                  <a:pt x="29197" y="116017"/>
                </a:cubicBezTo>
                <a:cubicBezTo>
                  <a:pt x="29695" y="116117"/>
                  <a:pt x="30069" y="116166"/>
                  <a:pt x="30243" y="116216"/>
                </a:cubicBezTo>
                <a:lnTo>
                  <a:pt x="30342" y="116216"/>
                </a:lnTo>
                <a:cubicBezTo>
                  <a:pt x="30517" y="116241"/>
                  <a:pt x="30691" y="116266"/>
                  <a:pt x="30865" y="116266"/>
                </a:cubicBezTo>
                <a:lnTo>
                  <a:pt x="30990" y="116266"/>
                </a:lnTo>
                <a:cubicBezTo>
                  <a:pt x="31711" y="116366"/>
                  <a:pt x="32483" y="116490"/>
                  <a:pt x="33130" y="116540"/>
                </a:cubicBezTo>
                <a:lnTo>
                  <a:pt x="33205" y="116540"/>
                </a:lnTo>
                <a:cubicBezTo>
                  <a:pt x="33255" y="116540"/>
                  <a:pt x="33354" y="116540"/>
                  <a:pt x="33429" y="116590"/>
                </a:cubicBezTo>
                <a:cubicBezTo>
                  <a:pt x="34176" y="116639"/>
                  <a:pt x="34997" y="116714"/>
                  <a:pt x="35918" y="116739"/>
                </a:cubicBezTo>
                <a:cubicBezTo>
                  <a:pt x="36441" y="116764"/>
                  <a:pt x="36963" y="116764"/>
                  <a:pt x="37461" y="116764"/>
                </a:cubicBezTo>
                <a:lnTo>
                  <a:pt x="38357" y="116764"/>
                </a:lnTo>
                <a:cubicBezTo>
                  <a:pt x="38706" y="116764"/>
                  <a:pt x="39079" y="116764"/>
                  <a:pt x="39477" y="116739"/>
                </a:cubicBezTo>
                <a:cubicBezTo>
                  <a:pt x="41270" y="116664"/>
                  <a:pt x="43136" y="116490"/>
                  <a:pt x="44779" y="116266"/>
                </a:cubicBezTo>
                <a:cubicBezTo>
                  <a:pt x="45252" y="116216"/>
                  <a:pt x="45750" y="116142"/>
                  <a:pt x="46273" y="116042"/>
                </a:cubicBezTo>
                <a:cubicBezTo>
                  <a:pt x="47019" y="115918"/>
                  <a:pt x="47741" y="115793"/>
                  <a:pt x="48289" y="115669"/>
                </a:cubicBezTo>
                <a:cubicBezTo>
                  <a:pt x="48538" y="115619"/>
                  <a:pt x="48762" y="115594"/>
                  <a:pt x="48986" y="115519"/>
                </a:cubicBezTo>
                <a:cubicBezTo>
                  <a:pt x="49036" y="115519"/>
                  <a:pt x="49135" y="115494"/>
                  <a:pt x="49185" y="115494"/>
                </a:cubicBezTo>
                <a:lnTo>
                  <a:pt x="49484" y="115420"/>
                </a:lnTo>
                <a:cubicBezTo>
                  <a:pt x="50305" y="115246"/>
                  <a:pt x="51351" y="114997"/>
                  <a:pt x="52371" y="114723"/>
                </a:cubicBezTo>
                <a:lnTo>
                  <a:pt x="52421" y="114723"/>
                </a:lnTo>
                <a:cubicBezTo>
                  <a:pt x="54462" y="114150"/>
                  <a:pt x="55831" y="113727"/>
                  <a:pt x="56528" y="113428"/>
                </a:cubicBezTo>
                <a:cubicBezTo>
                  <a:pt x="56876" y="113304"/>
                  <a:pt x="57200" y="113229"/>
                  <a:pt x="57374" y="113130"/>
                </a:cubicBezTo>
                <a:cubicBezTo>
                  <a:pt x="57698" y="113005"/>
                  <a:pt x="57996" y="112881"/>
                  <a:pt x="58345" y="112756"/>
                </a:cubicBezTo>
                <a:lnTo>
                  <a:pt x="58519" y="112682"/>
                </a:lnTo>
                <a:cubicBezTo>
                  <a:pt x="59316" y="112408"/>
                  <a:pt x="60212" y="112059"/>
                  <a:pt x="60983" y="111736"/>
                </a:cubicBezTo>
                <a:cubicBezTo>
                  <a:pt x="63224" y="110815"/>
                  <a:pt x="64717" y="110068"/>
                  <a:pt x="68550" y="108077"/>
                </a:cubicBezTo>
                <a:cubicBezTo>
                  <a:pt x="68824" y="107928"/>
                  <a:pt x="69197" y="107753"/>
                  <a:pt x="69571" y="107529"/>
                </a:cubicBezTo>
                <a:cubicBezTo>
                  <a:pt x="70069" y="107256"/>
                  <a:pt x="70641" y="106932"/>
                  <a:pt x="71214" y="106559"/>
                </a:cubicBezTo>
                <a:cubicBezTo>
                  <a:pt x="73006" y="105513"/>
                  <a:pt x="75022" y="104219"/>
                  <a:pt x="76491" y="103223"/>
                </a:cubicBezTo>
                <a:cubicBezTo>
                  <a:pt x="76565" y="103173"/>
                  <a:pt x="76690" y="103074"/>
                  <a:pt x="76789" y="103024"/>
                </a:cubicBezTo>
                <a:cubicBezTo>
                  <a:pt x="77188" y="102725"/>
                  <a:pt x="77561" y="102476"/>
                  <a:pt x="77934" y="102228"/>
                </a:cubicBezTo>
                <a:lnTo>
                  <a:pt x="78482" y="101854"/>
                </a:lnTo>
                <a:cubicBezTo>
                  <a:pt x="79677" y="101033"/>
                  <a:pt x="80896" y="100087"/>
                  <a:pt x="82041" y="99191"/>
                </a:cubicBezTo>
                <a:cubicBezTo>
                  <a:pt x="82091" y="99166"/>
                  <a:pt x="82141" y="99116"/>
                  <a:pt x="82216" y="99091"/>
                </a:cubicBezTo>
                <a:cubicBezTo>
                  <a:pt x="83336" y="98245"/>
                  <a:pt x="84754" y="97050"/>
                  <a:pt x="85725" y="96229"/>
                </a:cubicBezTo>
                <a:cubicBezTo>
                  <a:pt x="85750" y="96229"/>
                  <a:pt x="85750" y="96204"/>
                  <a:pt x="85775" y="96204"/>
                </a:cubicBezTo>
                <a:lnTo>
                  <a:pt x="85825" y="96179"/>
                </a:lnTo>
                <a:cubicBezTo>
                  <a:pt x="86347" y="95731"/>
                  <a:pt x="87020" y="95134"/>
                  <a:pt x="87741" y="94486"/>
                </a:cubicBezTo>
                <a:lnTo>
                  <a:pt x="87766" y="94462"/>
                </a:lnTo>
                <a:cubicBezTo>
                  <a:pt x="87866" y="94362"/>
                  <a:pt x="87965" y="94262"/>
                  <a:pt x="88090" y="94188"/>
                </a:cubicBezTo>
                <a:cubicBezTo>
                  <a:pt x="88712" y="93615"/>
                  <a:pt x="89309" y="93068"/>
                  <a:pt x="89882" y="92520"/>
                </a:cubicBezTo>
                <a:cubicBezTo>
                  <a:pt x="90006" y="92396"/>
                  <a:pt x="90131" y="92321"/>
                  <a:pt x="90255" y="92196"/>
                </a:cubicBezTo>
                <a:cubicBezTo>
                  <a:pt x="91201" y="91276"/>
                  <a:pt x="92048" y="90479"/>
                  <a:pt x="92545" y="89981"/>
                </a:cubicBezTo>
                <a:cubicBezTo>
                  <a:pt x="92744" y="89732"/>
                  <a:pt x="92993" y="89483"/>
                  <a:pt x="93242" y="89234"/>
                </a:cubicBezTo>
                <a:lnTo>
                  <a:pt x="93466" y="89010"/>
                </a:lnTo>
                <a:cubicBezTo>
                  <a:pt x="94213" y="88239"/>
                  <a:pt x="94985" y="87467"/>
                  <a:pt x="95607" y="86770"/>
                </a:cubicBezTo>
                <a:cubicBezTo>
                  <a:pt x="96080" y="86248"/>
                  <a:pt x="96478" y="85775"/>
                  <a:pt x="96851" y="85376"/>
                </a:cubicBezTo>
                <a:cubicBezTo>
                  <a:pt x="97175" y="85028"/>
                  <a:pt x="97424" y="84754"/>
                  <a:pt x="97673" y="84480"/>
                </a:cubicBezTo>
                <a:cubicBezTo>
                  <a:pt x="97797" y="84306"/>
                  <a:pt x="97922" y="84182"/>
                  <a:pt x="98021" y="84057"/>
                </a:cubicBezTo>
                <a:cubicBezTo>
                  <a:pt x="98196" y="83858"/>
                  <a:pt x="98395" y="83659"/>
                  <a:pt x="98544" y="83485"/>
                </a:cubicBezTo>
                <a:cubicBezTo>
                  <a:pt x="98818" y="83161"/>
                  <a:pt x="99092" y="82813"/>
                  <a:pt x="99390" y="82489"/>
                </a:cubicBezTo>
                <a:cubicBezTo>
                  <a:pt x="100013" y="81742"/>
                  <a:pt x="100436" y="81170"/>
                  <a:pt x="101207" y="80174"/>
                </a:cubicBezTo>
                <a:cubicBezTo>
                  <a:pt x="101257" y="80149"/>
                  <a:pt x="101282" y="80075"/>
                  <a:pt x="101307" y="80050"/>
                </a:cubicBezTo>
                <a:lnTo>
                  <a:pt x="101332" y="80025"/>
                </a:lnTo>
                <a:cubicBezTo>
                  <a:pt x="102203" y="78905"/>
                  <a:pt x="103199" y="77585"/>
                  <a:pt x="103896" y="76590"/>
                </a:cubicBezTo>
                <a:cubicBezTo>
                  <a:pt x="103945" y="76515"/>
                  <a:pt x="104045" y="76391"/>
                  <a:pt x="104120" y="76291"/>
                </a:cubicBezTo>
                <a:cubicBezTo>
                  <a:pt x="105663" y="74076"/>
                  <a:pt x="107107" y="71836"/>
                  <a:pt x="108401" y="69595"/>
                </a:cubicBezTo>
                <a:cubicBezTo>
                  <a:pt x="108401" y="69571"/>
                  <a:pt x="108426" y="69546"/>
                  <a:pt x="108476" y="69546"/>
                </a:cubicBezTo>
                <a:cubicBezTo>
                  <a:pt x="108525" y="69421"/>
                  <a:pt x="108675" y="69197"/>
                  <a:pt x="108849" y="68923"/>
                </a:cubicBezTo>
                <a:cubicBezTo>
                  <a:pt x="108899" y="68799"/>
                  <a:pt x="108998" y="68625"/>
                  <a:pt x="109098" y="68475"/>
                </a:cubicBezTo>
                <a:cubicBezTo>
                  <a:pt x="109347" y="68077"/>
                  <a:pt x="109621" y="67554"/>
                  <a:pt x="109919" y="66982"/>
                </a:cubicBezTo>
                <a:cubicBezTo>
                  <a:pt x="110118" y="66609"/>
                  <a:pt x="110342" y="66235"/>
                  <a:pt x="110542" y="65837"/>
                </a:cubicBezTo>
                <a:cubicBezTo>
                  <a:pt x="110766" y="65439"/>
                  <a:pt x="110990" y="65016"/>
                  <a:pt x="111164" y="64592"/>
                </a:cubicBezTo>
                <a:cubicBezTo>
                  <a:pt x="111288" y="64368"/>
                  <a:pt x="111388" y="64119"/>
                  <a:pt x="111512" y="63871"/>
                </a:cubicBezTo>
                <a:cubicBezTo>
                  <a:pt x="111836" y="63223"/>
                  <a:pt x="112135" y="62526"/>
                  <a:pt x="112458" y="61879"/>
                </a:cubicBezTo>
                <a:lnTo>
                  <a:pt x="112458" y="61854"/>
                </a:lnTo>
                <a:cubicBezTo>
                  <a:pt x="112458" y="61829"/>
                  <a:pt x="112483" y="61829"/>
                  <a:pt x="112483" y="61780"/>
                </a:cubicBezTo>
                <a:cubicBezTo>
                  <a:pt x="112632" y="61481"/>
                  <a:pt x="112757" y="61157"/>
                  <a:pt x="112881" y="60859"/>
                </a:cubicBezTo>
                <a:cubicBezTo>
                  <a:pt x="113504" y="59415"/>
                  <a:pt x="114076" y="58046"/>
                  <a:pt x="114524" y="56752"/>
                </a:cubicBezTo>
                <a:cubicBezTo>
                  <a:pt x="114574" y="56627"/>
                  <a:pt x="114599" y="56528"/>
                  <a:pt x="114649" y="56428"/>
                </a:cubicBezTo>
                <a:lnTo>
                  <a:pt x="115221" y="54860"/>
                </a:lnTo>
                <a:cubicBezTo>
                  <a:pt x="115246" y="54785"/>
                  <a:pt x="115271" y="54686"/>
                  <a:pt x="115271" y="54636"/>
                </a:cubicBezTo>
                <a:cubicBezTo>
                  <a:pt x="115470" y="54138"/>
                  <a:pt x="115619" y="53541"/>
                  <a:pt x="115819" y="52993"/>
                </a:cubicBezTo>
                <a:cubicBezTo>
                  <a:pt x="116117" y="51948"/>
                  <a:pt x="116391" y="50952"/>
                  <a:pt x="116615" y="50056"/>
                </a:cubicBezTo>
                <a:cubicBezTo>
                  <a:pt x="116839" y="49185"/>
                  <a:pt x="117063" y="48189"/>
                  <a:pt x="117212" y="47393"/>
                </a:cubicBezTo>
                <a:lnTo>
                  <a:pt x="117312" y="46920"/>
                </a:lnTo>
                <a:lnTo>
                  <a:pt x="117312" y="46895"/>
                </a:lnTo>
                <a:cubicBezTo>
                  <a:pt x="117586" y="45401"/>
                  <a:pt x="117735" y="44207"/>
                  <a:pt x="117835" y="43360"/>
                </a:cubicBezTo>
                <a:cubicBezTo>
                  <a:pt x="117860" y="43037"/>
                  <a:pt x="117934" y="42663"/>
                  <a:pt x="117959" y="42315"/>
                </a:cubicBezTo>
                <a:cubicBezTo>
                  <a:pt x="117959" y="42215"/>
                  <a:pt x="117984" y="42116"/>
                  <a:pt x="117984" y="42066"/>
                </a:cubicBezTo>
                <a:cubicBezTo>
                  <a:pt x="118084" y="41120"/>
                  <a:pt x="118183" y="39950"/>
                  <a:pt x="118183" y="38980"/>
                </a:cubicBezTo>
                <a:lnTo>
                  <a:pt x="118183" y="38731"/>
                </a:lnTo>
                <a:cubicBezTo>
                  <a:pt x="118308" y="37113"/>
                  <a:pt x="118283" y="36167"/>
                  <a:pt x="118283" y="36117"/>
                </a:cubicBezTo>
                <a:cubicBezTo>
                  <a:pt x="118233" y="35818"/>
                  <a:pt x="118233" y="35445"/>
                  <a:pt x="118208" y="35072"/>
                </a:cubicBezTo>
                <a:cubicBezTo>
                  <a:pt x="118183" y="34474"/>
                  <a:pt x="118158" y="33927"/>
                  <a:pt x="118109" y="33429"/>
                </a:cubicBezTo>
                <a:cubicBezTo>
                  <a:pt x="118084" y="33105"/>
                  <a:pt x="117984" y="31836"/>
                  <a:pt x="117660" y="29994"/>
                </a:cubicBezTo>
                <a:cubicBezTo>
                  <a:pt x="117586" y="29571"/>
                  <a:pt x="117486" y="29098"/>
                  <a:pt x="117362" y="28600"/>
                </a:cubicBezTo>
                <a:cubicBezTo>
                  <a:pt x="117287" y="28127"/>
                  <a:pt x="117163" y="27654"/>
                  <a:pt x="117038" y="27156"/>
                </a:cubicBezTo>
                <a:lnTo>
                  <a:pt x="116964" y="26957"/>
                </a:lnTo>
                <a:cubicBezTo>
                  <a:pt x="116715" y="26111"/>
                  <a:pt x="116441" y="25115"/>
                  <a:pt x="116043" y="23921"/>
                </a:cubicBezTo>
                <a:cubicBezTo>
                  <a:pt x="115918" y="23597"/>
                  <a:pt x="115819" y="23273"/>
                  <a:pt x="115694" y="23000"/>
                </a:cubicBezTo>
                <a:cubicBezTo>
                  <a:pt x="115445" y="22352"/>
                  <a:pt x="114798" y="20660"/>
                  <a:pt x="114126" y="19440"/>
                </a:cubicBezTo>
                <a:cubicBezTo>
                  <a:pt x="112732" y="16677"/>
                  <a:pt x="111214" y="14661"/>
                  <a:pt x="111189" y="14661"/>
                </a:cubicBezTo>
                <a:cubicBezTo>
                  <a:pt x="110318" y="13441"/>
                  <a:pt x="109073" y="12048"/>
                  <a:pt x="108227" y="11127"/>
                </a:cubicBezTo>
                <a:cubicBezTo>
                  <a:pt x="108127" y="11052"/>
                  <a:pt x="108077" y="10952"/>
                  <a:pt x="107978" y="10853"/>
                </a:cubicBezTo>
                <a:cubicBezTo>
                  <a:pt x="107953" y="10828"/>
                  <a:pt x="107878" y="10803"/>
                  <a:pt x="107853" y="10728"/>
                </a:cubicBezTo>
                <a:cubicBezTo>
                  <a:pt x="107480" y="10330"/>
                  <a:pt x="107007" y="9932"/>
                  <a:pt x="106609" y="9558"/>
                </a:cubicBezTo>
                <a:cubicBezTo>
                  <a:pt x="106410" y="9409"/>
                  <a:pt x="106260" y="9235"/>
                  <a:pt x="106111" y="9110"/>
                </a:cubicBezTo>
                <a:cubicBezTo>
                  <a:pt x="105763" y="8812"/>
                  <a:pt x="105414" y="8563"/>
                  <a:pt x="105115" y="8289"/>
                </a:cubicBezTo>
                <a:cubicBezTo>
                  <a:pt x="105016" y="8214"/>
                  <a:pt x="104916" y="8115"/>
                  <a:pt x="104842" y="8065"/>
                </a:cubicBezTo>
                <a:cubicBezTo>
                  <a:pt x="104269" y="7617"/>
                  <a:pt x="103746" y="7219"/>
                  <a:pt x="103249" y="6870"/>
                </a:cubicBezTo>
                <a:cubicBezTo>
                  <a:pt x="103000" y="6696"/>
                  <a:pt x="102751" y="6522"/>
                  <a:pt x="102502" y="6347"/>
                </a:cubicBezTo>
                <a:cubicBezTo>
                  <a:pt x="102477" y="6347"/>
                  <a:pt x="102477" y="6323"/>
                  <a:pt x="102427" y="6323"/>
                </a:cubicBezTo>
                <a:cubicBezTo>
                  <a:pt x="101481" y="5700"/>
                  <a:pt x="100635" y="5178"/>
                  <a:pt x="99938" y="4779"/>
                </a:cubicBezTo>
                <a:cubicBezTo>
                  <a:pt x="99764" y="4705"/>
                  <a:pt x="99614" y="4605"/>
                  <a:pt x="99415" y="4506"/>
                </a:cubicBezTo>
                <a:cubicBezTo>
                  <a:pt x="99291" y="4456"/>
                  <a:pt x="99191" y="4381"/>
                  <a:pt x="99067" y="4331"/>
                </a:cubicBezTo>
                <a:cubicBezTo>
                  <a:pt x="98818" y="4207"/>
                  <a:pt x="98569" y="4082"/>
                  <a:pt x="98295" y="3958"/>
                </a:cubicBezTo>
                <a:cubicBezTo>
                  <a:pt x="98171" y="3883"/>
                  <a:pt x="98046" y="3833"/>
                  <a:pt x="97897" y="3759"/>
                </a:cubicBezTo>
                <a:cubicBezTo>
                  <a:pt x="97648" y="3634"/>
                  <a:pt x="97399" y="3535"/>
                  <a:pt x="97150" y="3410"/>
                </a:cubicBezTo>
                <a:cubicBezTo>
                  <a:pt x="97001" y="3361"/>
                  <a:pt x="96876" y="3286"/>
                  <a:pt x="96702" y="3236"/>
                </a:cubicBezTo>
                <a:cubicBezTo>
                  <a:pt x="96528" y="3137"/>
                  <a:pt x="96329" y="3087"/>
                  <a:pt x="96155" y="2987"/>
                </a:cubicBezTo>
                <a:cubicBezTo>
                  <a:pt x="95756" y="2838"/>
                  <a:pt x="95383" y="2664"/>
                  <a:pt x="95034" y="2539"/>
                </a:cubicBezTo>
                <a:cubicBezTo>
                  <a:pt x="95010" y="2539"/>
                  <a:pt x="95010" y="2514"/>
                  <a:pt x="94960" y="2514"/>
                </a:cubicBezTo>
                <a:cubicBezTo>
                  <a:pt x="94835" y="2464"/>
                  <a:pt x="94711" y="2415"/>
                  <a:pt x="94586" y="2365"/>
                </a:cubicBezTo>
                <a:cubicBezTo>
                  <a:pt x="94188" y="2216"/>
                  <a:pt x="93790" y="2091"/>
                  <a:pt x="93417" y="1967"/>
                </a:cubicBezTo>
                <a:cubicBezTo>
                  <a:pt x="92944" y="1792"/>
                  <a:pt x="92471" y="1668"/>
                  <a:pt x="92048" y="1519"/>
                </a:cubicBezTo>
                <a:cubicBezTo>
                  <a:pt x="92023" y="1519"/>
                  <a:pt x="91973" y="1494"/>
                  <a:pt x="91948" y="1494"/>
                </a:cubicBezTo>
                <a:cubicBezTo>
                  <a:pt x="91052" y="1220"/>
                  <a:pt x="89932" y="996"/>
                  <a:pt x="88861" y="772"/>
                </a:cubicBezTo>
                <a:cubicBezTo>
                  <a:pt x="88737" y="747"/>
                  <a:pt x="88662" y="747"/>
                  <a:pt x="88538" y="722"/>
                </a:cubicBezTo>
                <a:lnTo>
                  <a:pt x="88463" y="722"/>
                </a:lnTo>
                <a:cubicBezTo>
                  <a:pt x="88413" y="722"/>
                  <a:pt x="88364" y="672"/>
                  <a:pt x="88314" y="672"/>
                </a:cubicBezTo>
                <a:cubicBezTo>
                  <a:pt x="88189" y="647"/>
                  <a:pt x="88090" y="647"/>
                  <a:pt x="87965" y="623"/>
                </a:cubicBezTo>
                <a:cubicBezTo>
                  <a:pt x="87368" y="523"/>
                  <a:pt x="86696" y="423"/>
                  <a:pt x="85999" y="349"/>
                </a:cubicBezTo>
                <a:cubicBezTo>
                  <a:pt x="85850" y="299"/>
                  <a:pt x="85700" y="299"/>
                  <a:pt x="85576" y="274"/>
                </a:cubicBezTo>
                <a:lnTo>
                  <a:pt x="85551" y="274"/>
                </a:lnTo>
                <a:lnTo>
                  <a:pt x="84954" y="224"/>
                </a:lnTo>
                <a:cubicBezTo>
                  <a:pt x="83734" y="50"/>
                  <a:pt x="82141" y="0"/>
                  <a:pt x="8064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">
  <p:cSld name="CUSTOM_9">
    <p:spTree>
      <p:nvGrpSpPr>
        <p:cNvPr id="655" name="Shape 6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56" name="Google Shape;656;p30"/>
          <p:cNvGrpSpPr/>
          <p:nvPr/>
        </p:nvGrpSpPr>
        <p:grpSpPr>
          <a:xfrm>
            <a:off x="8743213" y="1469804"/>
            <a:ext cx="37200" cy="2280719"/>
            <a:chOff x="8720263" y="1665954"/>
            <a:chExt cx="37200" cy="2280719"/>
          </a:xfrm>
        </p:grpSpPr>
        <p:sp>
          <p:nvSpPr>
            <p:cNvPr id="657" name="Google Shape;657;p30"/>
            <p:cNvSpPr/>
            <p:nvPr/>
          </p:nvSpPr>
          <p:spPr>
            <a:xfrm flipH="1">
              <a:off x="8720263" y="1665954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  <p:sp>
          <p:nvSpPr>
            <p:cNvPr id="658" name="Google Shape;658;p30"/>
            <p:cNvSpPr/>
            <p:nvPr/>
          </p:nvSpPr>
          <p:spPr>
            <a:xfrm flipH="1">
              <a:off x="8720263" y="2278650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  <p:sp>
          <p:nvSpPr>
            <p:cNvPr id="659" name="Google Shape;659;p30"/>
            <p:cNvSpPr/>
            <p:nvPr/>
          </p:nvSpPr>
          <p:spPr>
            <a:xfrm flipH="1">
              <a:off x="8720263" y="2570381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  <p:sp>
          <p:nvSpPr>
            <p:cNvPr id="660" name="Google Shape;660;p30"/>
            <p:cNvSpPr/>
            <p:nvPr/>
          </p:nvSpPr>
          <p:spPr>
            <a:xfrm flipH="1">
              <a:off x="8720263" y="2862111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  <p:sp>
          <p:nvSpPr>
            <p:cNvPr id="661" name="Google Shape;661;p30"/>
            <p:cNvSpPr/>
            <p:nvPr/>
          </p:nvSpPr>
          <p:spPr>
            <a:xfrm flipH="1">
              <a:off x="8720263" y="3653137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  <p:sp>
          <p:nvSpPr>
            <p:cNvPr id="662" name="Google Shape;662;p30"/>
            <p:cNvSpPr/>
            <p:nvPr/>
          </p:nvSpPr>
          <p:spPr>
            <a:xfrm flipH="1">
              <a:off x="8720263" y="3909472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</p:grpSp>
      <p:grpSp>
        <p:nvGrpSpPr>
          <p:cNvPr id="663" name="Google Shape;663;p30"/>
          <p:cNvGrpSpPr/>
          <p:nvPr/>
        </p:nvGrpSpPr>
        <p:grpSpPr>
          <a:xfrm>
            <a:off x="-1342116" y="3378474"/>
            <a:ext cx="10122547" cy="3559456"/>
            <a:chOff x="-1342116" y="3378474"/>
            <a:chExt cx="10122547" cy="3559456"/>
          </a:xfrm>
        </p:grpSpPr>
        <p:grpSp>
          <p:nvGrpSpPr>
            <p:cNvPr id="664" name="Google Shape;664;p30"/>
            <p:cNvGrpSpPr/>
            <p:nvPr/>
          </p:nvGrpSpPr>
          <p:grpSpPr>
            <a:xfrm flipH="1">
              <a:off x="7591672" y="4680158"/>
              <a:ext cx="1188759" cy="239538"/>
              <a:chOff x="2501428" y="4161487"/>
              <a:chExt cx="2196118" cy="442524"/>
            </a:xfrm>
          </p:grpSpPr>
          <p:grpSp>
            <p:nvGrpSpPr>
              <p:cNvPr id="665" name="Google Shape;665;p30"/>
              <p:cNvGrpSpPr/>
              <p:nvPr/>
            </p:nvGrpSpPr>
            <p:grpSpPr>
              <a:xfrm>
                <a:off x="4082894" y="4161487"/>
                <a:ext cx="614651" cy="442524"/>
                <a:chOff x="6608540" y="3355576"/>
                <a:chExt cx="1352071" cy="973435"/>
              </a:xfrm>
            </p:grpSpPr>
            <p:sp>
              <p:nvSpPr>
                <p:cNvPr id="666" name="Google Shape;666;p30"/>
                <p:cNvSpPr/>
                <p:nvPr/>
              </p:nvSpPr>
              <p:spPr>
                <a:xfrm>
                  <a:off x="6608540" y="3843849"/>
                  <a:ext cx="1352071" cy="485162"/>
                </a:xfrm>
                <a:custGeom>
                  <a:rect b="b" l="l" r="r" t="t"/>
                  <a:pathLst>
                    <a:path extrusionOk="0" fill="none" h="40229" w="112112">
                      <a:moveTo>
                        <a:pt x="1" y="1"/>
                      </a:moveTo>
                      <a:lnTo>
                        <a:pt x="75669" y="1"/>
                      </a:lnTo>
                      <a:lnTo>
                        <a:pt x="112111" y="1"/>
                      </a:lnTo>
                      <a:cubicBezTo>
                        <a:pt x="112111" y="1"/>
                        <a:pt x="72589" y="1003"/>
                        <a:pt x="71847" y="40228"/>
                      </a:cubicBezTo>
                    </a:path>
                  </a:pathLst>
                </a:custGeom>
                <a:noFill/>
                <a:ln cap="flat" cmpd="sng" w="9525">
                  <a:solidFill>
                    <a:schemeClr val="dk2"/>
                  </a:solidFill>
                  <a:prstDash val="solid"/>
                  <a:miter lim="37110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7" name="Google Shape;667;p30"/>
                <p:cNvSpPr/>
                <p:nvPr/>
              </p:nvSpPr>
              <p:spPr>
                <a:xfrm>
                  <a:off x="7460229" y="3355576"/>
                  <a:ext cx="498138" cy="489178"/>
                </a:xfrm>
                <a:custGeom>
                  <a:rect b="b" l="l" r="r" t="t"/>
                  <a:pathLst>
                    <a:path extrusionOk="0" fill="none" h="40562" w="41305">
                      <a:moveTo>
                        <a:pt x="1077" y="0"/>
                      </a:moveTo>
                      <a:cubicBezTo>
                        <a:pt x="1077" y="0"/>
                        <a:pt x="1" y="37482"/>
                        <a:pt x="41305" y="40562"/>
                      </a:cubicBezTo>
                    </a:path>
                  </a:pathLst>
                </a:custGeom>
                <a:noFill/>
                <a:ln cap="flat" cmpd="sng" w="9525">
                  <a:solidFill>
                    <a:schemeClr val="dk2"/>
                  </a:solidFill>
                  <a:prstDash val="solid"/>
                  <a:miter lim="37110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cxnSp>
            <p:nvCxnSpPr>
              <p:cNvPr id="668" name="Google Shape;668;p30"/>
              <p:cNvCxnSpPr/>
              <p:nvPr/>
            </p:nvCxnSpPr>
            <p:spPr>
              <a:xfrm>
                <a:off x="2501428" y="4382750"/>
                <a:ext cx="16497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dk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sp>
          <p:nvSpPr>
            <p:cNvPr id="669" name="Google Shape;669;p30"/>
            <p:cNvSpPr/>
            <p:nvPr/>
          </p:nvSpPr>
          <p:spPr>
            <a:xfrm rot="858350">
              <a:off x="-1027320" y="3698638"/>
              <a:ext cx="2957729" cy="2919128"/>
            </a:xfrm>
            <a:custGeom>
              <a:rect b="b" l="l" r="r" t="t"/>
              <a:pathLst>
                <a:path extrusionOk="0" h="116764" w="118308">
                  <a:moveTo>
                    <a:pt x="85119" y="611"/>
                  </a:moveTo>
                  <a:cubicBezTo>
                    <a:pt x="85338" y="611"/>
                    <a:pt x="85543" y="623"/>
                    <a:pt x="85725" y="623"/>
                  </a:cubicBezTo>
                  <a:lnTo>
                    <a:pt x="85850" y="623"/>
                  </a:lnTo>
                  <a:lnTo>
                    <a:pt x="86596" y="722"/>
                  </a:lnTo>
                  <a:cubicBezTo>
                    <a:pt x="87119" y="772"/>
                    <a:pt x="87642" y="871"/>
                    <a:pt x="88214" y="971"/>
                  </a:cubicBezTo>
                  <a:cubicBezTo>
                    <a:pt x="88314" y="996"/>
                    <a:pt x="88389" y="996"/>
                    <a:pt x="88488" y="1021"/>
                  </a:cubicBezTo>
                  <a:cubicBezTo>
                    <a:pt x="88861" y="1095"/>
                    <a:pt x="89260" y="1195"/>
                    <a:pt x="89633" y="1270"/>
                  </a:cubicBezTo>
                  <a:cubicBezTo>
                    <a:pt x="89807" y="1320"/>
                    <a:pt x="89982" y="1369"/>
                    <a:pt x="90131" y="1394"/>
                  </a:cubicBezTo>
                  <a:cubicBezTo>
                    <a:pt x="90230" y="1444"/>
                    <a:pt x="90305" y="1469"/>
                    <a:pt x="90380" y="1469"/>
                  </a:cubicBezTo>
                  <a:cubicBezTo>
                    <a:pt x="90547" y="1493"/>
                    <a:pt x="90691" y="1562"/>
                    <a:pt x="90812" y="1590"/>
                  </a:cubicBezTo>
                  <a:lnTo>
                    <a:pt x="90812" y="1590"/>
                  </a:lnTo>
                  <a:cubicBezTo>
                    <a:pt x="90120" y="1441"/>
                    <a:pt x="89428" y="1269"/>
                    <a:pt x="88712" y="1145"/>
                  </a:cubicBezTo>
                  <a:cubicBezTo>
                    <a:pt x="88637" y="1145"/>
                    <a:pt x="88563" y="1120"/>
                    <a:pt x="88488" y="1120"/>
                  </a:cubicBezTo>
                  <a:lnTo>
                    <a:pt x="87940" y="1021"/>
                  </a:lnTo>
                  <a:cubicBezTo>
                    <a:pt x="87219" y="896"/>
                    <a:pt x="86273" y="772"/>
                    <a:pt x="85451" y="697"/>
                  </a:cubicBezTo>
                  <a:lnTo>
                    <a:pt x="84904" y="623"/>
                  </a:lnTo>
                  <a:lnTo>
                    <a:pt x="84779" y="623"/>
                  </a:lnTo>
                  <a:cubicBezTo>
                    <a:pt x="84895" y="614"/>
                    <a:pt x="85009" y="611"/>
                    <a:pt x="85119" y="611"/>
                  </a:cubicBezTo>
                  <a:close/>
                  <a:moveTo>
                    <a:pt x="81195" y="573"/>
                  </a:moveTo>
                  <a:cubicBezTo>
                    <a:pt x="81693" y="573"/>
                    <a:pt x="82216" y="598"/>
                    <a:pt x="82713" y="598"/>
                  </a:cubicBezTo>
                  <a:cubicBezTo>
                    <a:pt x="79726" y="598"/>
                    <a:pt x="76590" y="971"/>
                    <a:pt x="73304" y="1718"/>
                  </a:cubicBezTo>
                  <a:cubicBezTo>
                    <a:pt x="73155" y="1718"/>
                    <a:pt x="72981" y="1718"/>
                    <a:pt x="72807" y="1743"/>
                  </a:cubicBezTo>
                  <a:cubicBezTo>
                    <a:pt x="75744" y="1071"/>
                    <a:pt x="78532" y="697"/>
                    <a:pt x="81195" y="573"/>
                  </a:cubicBezTo>
                  <a:close/>
                  <a:moveTo>
                    <a:pt x="80996" y="349"/>
                  </a:moveTo>
                  <a:cubicBezTo>
                    <a:pt x="81245" y="349"/>
                    <a:pt x="81469" y="349"/>
                    <a:pt x="81718" y="374"/>
                  </a:cubicBezTo>
                  <a:cubicBezTo>
                    <a:pt x="81568" y="374"/>
                    <a:pt x="81369" y="374"/>
                    <a:pt x="81220" y="399"/>
                  </a:cubicBezTo>
                  <a:lnTo>
                    <a:pt x="80747" y="399"/>
                  </a:lnTo>
                  <a:cubicBezTo>
                    <a:pt x="80025" y="399"/>
                    <a:pt x="79378" y="423"/>
                    <a:pt x="78781" y="473"/>
                  </a:cubicBezTo>
                  <a:cubicBezTo>
                    <a:pt x="77113" y="548"/>
                    <a:pt x="74997" y="747"/>
                    <a:pt x="73504" y="921"/>
                  </a:cubicBezTo>
                  <a:cubicBezTo>
                    <a:pt x="72309" y="1095"/>
                    <a:pt x="70790" y="1369"/>
                    <a:pt x="70019" y="1519"/>
                  </a:cubicBezTo>
                  <a:cubicBezTo>
                    <a:pt x="69397" y="1643"/>
                    <a:pt x="68799" y="1768"/>
                    <a:pt x="68202" y="1917"/>
                  </a:cubicBezTo>
                  <a:lnTo>
                    <a:pt x="67903" y="1917"/>
                  </a:lnTo>
                  <a:cubicBezTo>
                    <a:pt x="68177" y="1817"/>
                    <a:pt x="68451" y="1743"/>
                    <a:pt x="68749" y="1693"/>
                  </a:cubicBezTo>
                  <a:lnTo>
                    <a:pt x="68799" y="1693"/>
                  </a:lnTo>
                  <a:cubicBezTo>
                    <a:pt x="70542" y="1270"/>
                    <a:pt x="72184" y="996"/>
                    <a:pt x="73678" y="797"/>
                  </a:cubicBezTo>
                  <a:cubicBezTo>
                    <a:pt x="75146" y="623"/>
                    <a:pt x="77113" y="473"/>
                    <a:pt x="78706" y="374"/>
                  </a:cubicBezTo>
                  <a:cubicBezTo>
                    <a:pt x="79204" y="349"/>
                    <a:pt x="79702" y="349"/>
                    <a:pt x="80125" y="349"/>
                  </a:cubicBezTo>
                  <a:close/>
                  <a:moveTo>
                    <a:pt x="77586" y="697"/>
                  </a:moveTo>
                  <a:cubicBezTo>
                    <a:pt x="75669" y="946"/>
                    <a:pt x="73728" y="1320"/>
                    <a:pt x="71662" y="1817"/>
                  </a:cubicBezTo>
                  <a:cubicBezTo>
                    <a:pt x="71064" y="1867"/>
                    <a:pt x="70492" y="1942"/>
                    <a:pt x="69870" y="1992"/>
                  </a:cubicBezTo>
                  <a:cubicBezTo>
                    <a:pt x="69546" y="1942"/>
                    <a:pt x="69247" y="1892"/>
                    <a:pt x="68924" y="1892"/>
                  </a:cubicBezTo>
                  <a:cubicBezTo>
                    <a:pt x="69272" y="1817"/>
                    <a:pt x="69646" y="1743"/>
                    <a:pt x="70019" y="1693"/>
                  </a:cubicBezTo>
                  <a:cubicBezTo>
                    <a:pt x="70815" y="1519"/>
                    <a:pt x="72309" y="1220"/>
                    <a:pt x="73504" y="1095"/>
                  </a:cubicBezTo>
                  <a:cubicBezTo>
                    <a:pt x="74649" y="946"/>
                    <a:pt x="76167" y="822"/>
                    <a:pt x="77586" y="697"/>
                  </a:cubicBezTo>
                  <a:close/>
                  <a:moveTo>
                    <a:pt x="72284" y="1942"/>
                  </a:moveTo>
                  <a:cubicBezTo>
                    <a:pt x="72184" y="1967"/>
                    <a:pt x="72035" y="1992"/>
                    <a:pt x="71911" y="2016"/>
                  </a:cubicBezTo>
                  <a:cubicBezTo>
                    <a:pt x="71736" y="2016"/>
                    <a:pt x="71537" y="2066"/>
                    <a:pt x="71363" y="2066"/>
                  </a:cubicBezTo>
                  <a:cubicBezTo>
                    <a:pt x="71463" y="2016"/>
                    <a:pt x="71562" y="1992"/>
                    <a:pt x="71687" y="1967"/>
                  </a:cubicBezTo>
                  <a:cubicBezTo>
                    <a:pt x="71886" y="1942"/>
                    <a:pt x="72110" y="1942"/>
                    <a:pt x="72284" y="1942"/>
                  </a:cubicBezTo>
                  <a:close/>
                  <a:moveTo>
                    <a:pt x="68508" y="2070"/>
                  </a:moveTo>
                  <a:cubicBezTo>
                    <a:pt x="68737" y="2070"/>
                    <a:pt x="68967" y="2099"/>
                    <a:pt x="69173" y="2116"/>
                  </a:cubicBezTo>
                  <a:cubicBezTo>
                    <a:pt x="69073" y="2116"/>
                    <a:pt x="68973" y="2141"/>
                    <a:pt x="68874" y="2141"/>
                  </a:cubicBezTo>
                  <a:cubicBezTo>
                    <a:pt x="68712" y="2128"/>
                    <a:pt x="68557" y="2122"/>
                    <a:pt x="68401" y="2122"/>
                  </a:cubicBezTo>
                  <a:cubicBezTo>
                    <a:pt x="68245" y="2122"/>
                    <a:pt x="68090" y="2128"/>
                    <a:pt x="67928" y="2141"/>
                  </a:cubicBezTo>
                  <a:cubicBezTo>
                    <a:pt x="68028" y="2116"/>
                    <a:pt x="68127" y="2116"/>
                    <a:pt x="68202" y="2091"/>
                  </a:cubicBezTo>
                  <a:cubicBezTo>
                    <a:pt x="68302" y="2076"/>
                    <a:pt x="68405" y="2070"/>
                    <a:pt x="68508" y="2070"/>
                  </a:cubicBezTo>
                  <a:close/>
                  <a:moveTo>
                    <a:pt x="69870" y="2166"/>
                  </a:moveTo>
                  <a:cubicBezTo>
                    <a:pt x="69919" y="2216"/>
                    <a:pt x="70019" y="2216"/>
                    <a:pt x="70069" y="2216"/>
                  </a:cubicBezTo>
                  <a:cubicBezTo>
                    <a:pt x="70019" y="2216"/>
                    <a:pt x="69919" y="2240"/>
                    <a:pt x="69870" y="2240"/>
                  </a:cubicBezTo>
                  <a:cubicBezTo>
                    <a:pt x="69795" y="2240"/>
                    <a:pt x="69695" y="2216"/>
                    <a:pt x="69646" y="2216"/>
                  </a:cubicBezTo>
                  <a:cubicBezTo>
                    <a:pt x="69695" y="2216"/>
                    <a:pt x="69795" y="2166"/>
                    <a:pt x="69870" y="2166"/>
                  </a:cubicBezTo>
                  <a:close/>
                  <a:moveTo>
                    <a:pt x="70691" y="2340"/>
                  </a:moveTo>
                  <a:cubicBezTo>
                    <a:pt x="70666" y="2340"/>
                    <a:pt x="70591" y="2365"/>
                    <a:pt x="70566" y="2365"/>
                  </a:cubicBezTo>
                  <a:cubicBezTo>
                    <a:pt x="70558" y="2365"/>
                    <a:pt x="70547" y="2362"/>
                    <a:pt x="70535" y="2359"/>
                  </a:cubicBezTo>
                  <a:lnTo>
                    <a:pt x="70535" y="2359"/>
                  </a:lnTo>
                  <a:cubicBezTo>
                    <a:pt x="70537" y="2359"/>
                    <a:pt x="70539" y="2359"/>
                    <a:pt x="70542" y="2359"/>
                  </a:cubicBezTo>
                  <a:cubicBezTo>
                    <a:pt x="70573" y="2359"/>
                    <a:pt x="70604" y="2352"/>
                    <a:pt x="70641" y="2340"/>
                  </a:cubicBezTo>
                  <a:close/>
                  <a:moveTo>
                    <a:pt x="67057" y="2141"/>
                  </a:moveTo>
                  <a:cubicBezTo>
                    <a:pt x="66310" y="2340"/>
                    <a:pt x="65663" y="2514"/>
                    <a:pt x="65041" y="2713"/>
                  </a:cubicBezTo>
                  <a:cubicBezTo>
                    <a:pt x="65140" y="2664"/>
                    <a:pt x="65190" y="2639"/>
                    <a:pt x="65290" y="2614"/>
                  </a:cubicBezTo>
                  <a:cubicBezTo>
                    <a:pt x="65314" y="2614"/>
                    <a:pt x="65339" y="2589"/>
                    <a:pt x="65389" y="2589"/>
                  </a:cubicBezTo>
                  <a:cubicBezTo>
                    <a:pt x="65762" y="2464"/>
                    <a:pt x="66136" y="2340"/>
                    <a:pt x="66509" y="2240"/>
                  </a:cubicBezTo>
                  <a:cubicBezTo>
                    <a:pt x="66559" y="2240"/>
                    <a:pt x="66634" y="2216"/>
                    <a:pt x="66683" y="2216"/>
                  </a:cubicBezTo>
                  <a:lnTo>
                    <a:pt x="66708" y="2216"/>
                  </a:lnTo>
                  <a:cubicBezTo>
                    <a:pt x="66833" y="2166"/>
                    <a:pt x="66932" y="2166"/>
                    <a:pt x="67057" y="2141"/>
                  </a:cubicBezTo>
                  <a:close/>
                  <a:moveTo>
                    <a:pt x="67729" y="2340"/>
                  </a:moveTo>
                  <a:cubicBezTo>
                    <a:pt x="67007" y="2464"/>
                    <a:pt x="66211" y="2639"/>
                    <a:pt x="65439" y="2838"/>
                  </a:cubicBezTo>
                  <a:cubicBezTo>
                    <a:pt x="65812" y="2713"/>
                    <a:pt x="66161" y="2589"/>
                    <a:pt x="66559" y="2514"/>
                  </a:cubicBezTo>
                  <a:cubicBezTo>
                    <a:pt x="66932" y="2440"/>
                    <a:pt x="67331" y="2365"/>
                    <a:pt x="67729" y="2340"/>
                  </a:cubicBezTo>
                  <a:close/>
                  <a:moveTo>
                    <a:pt x="82881" y="760"/>
                  </a:moveTo>
                  <a:cubicBezTo>
                    <a:pt x="84830" y="760"/>
                    <a:pt x="86687" y="922"/>
                    <a:pt x="88438" y="1245"/>
                  </a:cubicBezTo>
                  <a:cubicBezTo>
                    <a:pt x="88538" y="1270"/>
                    <a:pt x="88613" y="1270"/>
                    <a:pt x="88712" y="1320"/>
                  </a:cubicBezTo>
                  <a:cubicBezTo>
                    <a:pt x="89135" y="1394"/>
                    <a:pt x="89608" y="1494"/>
                    <a:pt x="90006" y="1618"/>
                  </a:cubicBezTo>
                  <a:cubicBezTo>
                    <a:pt x="89795" y="1606"/>
                    <a:pt x="89577" y="1600"/>
                    <a:pt x="89356" y="1600"/>
                  </a:cubicBezTo>
                  <a:cubicBezTo>
                    <a:pt x="89135" y="1600"/>
                    <a:pt x="88911" y="1606"/>
                    <a:pt x="88687" y="1618"/>
                  </a:cubicBezTo>
                  <a:cubicBezTo>
                    <a:pt x="86646" y="1718"/>
                    <a:pt x="84630" y="2191"/>
                    <a:pt x="82713" y="2987"/>
                  </a:cubicBezTo>
                  <a:cubicBezTo>
                    <a:pt x="80302" y="2136"/>
                    <a:pt x="77643" y="1689"/>
                    <a:pt x="74737" y="1689"/>
                  </a:cubicBezTo>
                  <a:cubicBezTo>
                    <a:pt x="74584" y="1689"/>
                    <a:pt x="74430" y="1690"/>
                    <a:pt x="74275" y="1693"/>
                  </a:cubicBezTo>
                  <a:cubicBezTo>
                    <a:pt x="77298" y="1071"/>
                    <a:pt x="80178" y="760"/>
                    <a:pt x="82881" y="760"/>
                  </a:cubicBezTo>
                  <a:close/>
                  <a:moveTo>
                    <a:pt x="89362" y="1797"/>
                  </a:moveTo>
                  <a:cubicBezTo>
                    <a:pt x="89882" y="1797"/>
                    <a:pt x="90392" y="1832"/>
                    <a:pt x="90903" y="1867"/>
                  </a:cubicBezTo>
                  <a:cubicBezTo>
                    <a:pt x="91027" y="1867"/>
                    <a:pt x="91102" y="1892"/>
                    <a:pt x="91201" y="1942"/>
                  </a:cubicBezTo>
                  <a:cubicBezTo>
                    <a:pt x="90670" y="1875"/>
                    <a:pt x="90128" y="1842"/>
                    <a:pt x="89575" y="1842"/>
                  </a:cubicBezTo>
                  <a:cubicBezTo>
                    <a:pt x="89298" y="1842"/>
                    <a:pt x="89019" y="1851"/>
                    <a:pt x="88737" y="1867"/>
                  </a:cubicBezTo>
                  <a:cubicBezTo>
                    <a:pt x="86820" y="1967"/>
                    <a:pt x="84929" y="2390"/>
                    <a:pt x="83087" y="3112"/>
                  </a:cubicBezTo>
                  <a:cubicBezTo>
                    <a:pt x="83062" y="3112"/>
                    <a:pt x="83012" y="3087"/>
                    <a:pt x="82987" y="3087"/>
                  </a:cubicBezTo>
                  <a:cubicBezTo>
                    <a:pt x="84854" y="2340"/>
                    <a:pt x="86795" y="1892"/>
                    <a:pt x="88712" y="1817"/>
                  </a:cubicBezTo>
                  <a:cubicBezTo>
                    <a:pt x="88931" y="1803"/>
                    <a:pt x="89147" y="1797"/>
                    <a:pt x="89362" y="1797"/>
                  </a:cubicBezTo>
                  <a:close/>
                  <a:moveTo>
                    <a:pt x="74489" y="1870"/>
                  </a:moveTo>
                  <a:cubicBezTo>
                    <a:pt x="77392" y="1870"/>
                    <a:pt x="80073" y="2278"/>
                    <a:pt x="82464" y="3112"/>
                  </a:cubicBezTo>
                  <a:cubicBezTo>
                    <a:pt x="82464" y="3112"/>
                    <a:pt x="82440" y="3137"/>
                    <a:pt x="82390" y="3137"/>
                  </a:cubicBezTo>
                  <a:cubicBezTo>
                    <a:pt x="80063" y="2319"/>
                    <a:pt x="77437" y="1925"/>
                    <a:pt x="74599" y="1925"/>
                  </a:cubicBezTo>
                  <a:cubicBezTo>
                    <a:pt x="74067" y="1925"/>
                    <a:pt x="73527" y="1939"/>
                    <a:pt x="72981" y="1967"/>
                  </a:cubicBezTo>
                  <a:cubicBezTo>
                    <a:pt x="73080" y="1917"/>
                    <a:pt x="73180" y="1892"/>
                    <a:pt x="73304" y="1892"/>
                  </a:cubicBezTo>
                  <a:cubicBezTo>
                    <a:pt x="73703" y="1877"/>
                    <a:pt x="74098" y="1870"/>
                    <a:pt x="74489" y="1870"/>
                  </a:cubicBezTo>
                  <a:close/>
                  <a:moveTo>
                    <a:pt x="82763" y="3211"/>
                  </a:moveTo>
                  <a:cubicBezTo>
                    <a:pt x="82813" y="3211"/>
                    <a:pt x="82838" y="3236"/>
                    <a:pt x="82863" y="3236"/>
                  </a:cubicBezTo>
                  <a:cubicBezTo>
                    <a:pt x="82838" y="3236"/>
                    <a:pt x="82813" y="3261"/>
                    <a:pt x="82763" y="3261"/>
                  </a:cubicBezTo>
                  <a:lnTo>
                    <a:pt x="82738" y="3261"/>
                  </a:lnTo>
                  <a:cubicBezTo>
                    <a:pt x="82713" y="3236"/>
                    <a:pt x="82688" y="3236"/>
                    <a:pt x="82688" y="3236"/>
                  </a:cubicBezTo>
                  <a:cubicBezTo>
                    <a:pt x="82713" y="3236"/>
                    <a:pt x="82738" y="3211"/>
                    <a:pt x="82763" y="3211"/>
                  </a:cubicBezTo>
                  <a:close/>
                  <a:moveTo>
                    <a:pt x="68874" y="2340"/>
                  </a:moveTo>
                  <a:cubicBezTo>
                    <a:pt x="68949" y="2340"/>
                    <a:pt x="69048" y="2340"/>
                    <a:pt x="69173" y="2365"/>
                  </a:cubicBezTo>
                  <a:cubicBezTo>
                    <a:pt x="67555" y="2614"/>
                    <a:pt x="65912" y="2962"/>
                    <a:pt x="64219" y="3385"/>
                  </a:cubicBezTo>
                  <a:cubicBezTo>
                    <a:pt x="64294" y="3336"/>
                    <a:pt x="64393" y="3311"/>
                    <a:pt x="64468" y="3261"/>
                  </a:cubicBezTo>
                  <a:cubicBezTo>
                    <a:pt x="65962" y="2888"/>
                    <a:pt x="67430" y="2589"/>
                    <a:pt x="68874" y="2340"/>
                  </a:cubicBezTo>
                  <a:close/>
                  <a:moveTo>
                    <a:pt x="93466" y="2315"/>
                  </a:moveTo>
                  <a:cubicBezTo>
                    <a:pt x="93541" y="2340"/>
                    <a:pt x="93591" y="2340"/>
                    <a:pt x="93665" y="2365"/>
                  </a:cubicBezTo>
                  <a:cubicBezTo>
                    <a:pt x="93790" y="2390"/>
                    <a:pt x="93914" y="2464"/>
                    <a:pt x="94064" y="2489"/>
                  </a:cubicBezTo>
                  <a:lnTo>
                    <a:pt x="94636" y="2664"/>
                  </a:lnTo>
                  <a:cubicBezTo>
                    <a:pt x="95034" y="2788"/>
                    <a:pt x="95408" y="2962"/>
                    <a:pt x="95781" y="3137"/>
                  </a:cubicBezTo>
                  <a:cubicBezTo>
                    <a:pt x="95831" y="3186"/>
                    <a:pt x="95906" y="3211"/>
                    <a:pt x="95931" y="3211"/>
                  </a:cubicBezTo>
                  <a:lnTo>
                    <a:pt x="96304" y="3385"/>
                  </a:lnTo>
                  <a:cubicBezTo>
                    <a:pt x="95308" y="2987"/>
                    <a:pt x="94412" y="2639"/>
                    <a:pt x="93566" y="2390"/>
                  </a:cubicBezTo>
                  <a:lnTo>
                    <a:pt x="93392" y="2315"/>
                  </a:lnTo>
                  <a:close/>
                  <a:moveTo>
                    <a:pt x="63746" y="3460"/>
                  </a:moveTo>
                  <a:cubicBezTo>
                    <a:pt x="63697" y="3485"/>
                    <a:pt x="63647" y="3510"/>
                    <a:pt x="63572" y="3585"/>
                  </a:cubicBezTo>
                  <a:cubicBezTo>
                    <a:pt x="63522" y="3585"/>
                    <a:pt x="63448" y="3585"/>
                    <a:pt x="63373" y="3609"/>
                  </a:cubicBezTo>
                  <a:cubicBezTo>
                    <a:pt x="63448" y="3585"/>
                    <a:pt x="63473" y="3560"/>
                    <a:pt x="63547" y="3510"/>
                  </a:cubicBezTo>
                  <a:cubicBezTo>
                    <a:pt x="63597" y="3485"/>
                    <a:pt x="63696" y="3485"/>
                    <a:pt x="63746" y="3460"/>
                  </a:cubicBezTo>
                  <a:close/>
                  <a:moveTo>
                    <a:pt x="64194" y="2888"/>
                  </a:moveTo>
                  <a:lnTo>
                    <a:pt x="64194" y="2888"/>
                  </a:lnTo>
                  <a:cubicBezTo>
                    <a:pt x="64169" y="2937"/>
                    <a:pt x="64095" y="2937"/>
                    <a:pt x="64070" y="2962"/>
                  </a:cubicBezTo>
                  <a:lnTo>
                    <a:pt x="64045" y="2962"/>
                  </a:lnTo>
                  <a:cubicBezTo>
                    <a:pt x="63995" y="2987"/>
                    <a:pt x="63970" y="2987"/>
                    <a:pt x="63921" y="3012"/>
                  </a:cubicBezTo>
                  <a:cubicBezTo>
                    <a:pt x="62651" y="3410"/>
                    <a:pt x="61805" y="3709"/>
                    <a:pt x="61606" y="3784"/>
                  </a:cubicBezTo>
                  <a:cubicBezTo>
                    <a:pt x="61207" y="3958"/>
                    <a:pt x="60809" y="4107"/>
                    <a:pt x="60436" y="4232"/>
                  </a:cubicBezTo>
                  <a:cubicBezTo>
                    <a:pt x="60183" y="4316"/>
                    <a:pt x="59918" y="4412"/>
                    <a:pt x="59643" y="4504"/>
                  </a:cubicBezTo>
                  <a:lnTo>
                    <a:pt x="59643" y="4504"/>
                  </a:lnTo>
                  <a:cubicBezTo>
                    <a:pt x="60223" y="4283"/>
                    <a:pt x="60869" y="4040"/>
                    <a:pt x="61606" y="3759"/>
                  </a:cubicBezTo>
                  <a:cubicBezTo>
                    <a:pt x="61680" y="3734"/>
                    <a:pt x="61855" y="3684"/>
                    <a:pt x="62103" y="3585"/>
                  </a:cubicBezTo>
                  <a:cubicBezTo>
                    <a:pt x="62651" y="3385"/>
                    <a:pt x="63348" y="3161"/>
                    <a:pt x="64194" y="2888"/>
                  </a:cubicBezTo>
                  <a:close/>
                  <a:moveTo>
                    <a:pt x="83087" y="3311"/>
                  </a:moveTo>
                  <a:cubicBezTo>
                    <a:pt x="84257" y="3759"/>
                    <a:pt x="85377" y="4331"/>
                    <a:pt x="86372" y="4978"/>
                  </a:cubicBezTo>
                  <a:cubicBezTo>
                    <a:pt x="86347" y="5003"/>
                    <a:pt x="86323" y="5003"/>
                    <a:pt x="86298" y="5003"/>
                  </a:cubicBezTo>
                  <a:cubicBezTo>
                    <a:pt x="85302" y="4356"/>
                    <a:pt x="84182" y="3809"/>
                    <a:pt x="82987" y="3336"/>
                  </a:cubicBezTo>
                  <a:cubicBezTo>
                    <a:pt x="83012" y="3336"/>
                    <a:pt x="83062" y="3311"/>
                    <a:pt x="83087" y="3311"/>
                  </a:cubicBezTo>
                  <a:close/>
                  <a:moveTo>
                    <a:pt x="68899" y="2589"/>
                  </a:moveTo>
                  <a:lnTo>
                    <a:pt x="68899" y="2589"/>
                  </a:lnTo>
                  <a:cubicBezTo>
                    <a:pt x="66659" y="3261"/>
                    <a:pt x="64369" y="4082"/>
                    <a:pt x="62054" y="5078"/>
                  </a:cubicBezTo>
                  <a:cubicBezTo>
                    <a:pt x="62552" y="4555"/>
                    <a:pt x="63074" y="4107"/>
                    <a:pt x="63647" y="3734"/>
                  </a:cubicBezTo>
                  <a:cubicBezTo>
                    <a:pt x="65439" y="3236"/>
                    <a:pt x="67181" y="2863"/>
                    <a:pt x="68899" y="2589"/>
                  </a:cubicBezTo>
                  <a:close/>
                  <a:moveTo>
                    <a:pt x="86621" y="5202"/>
                  </a:moveTo>
                  <a:cubicBezTo>
                    <a:pt x="86671" y="5227"/>
                    <a:pt x="86696" y="5227"/>
                    <a:pt x="86721" y="5252"/>
                  </a:cubicBezTo>
                  <a:lnTo>
                    <a:pt x="86621" y="5252"/>
                  </a:lnTo>
                  <a:cubicBezTo>
                    <a:pt x="86596" y="5227"/>
                    <a:pt x="86571" y="5202"/>
                    <a:pt x="86547" y="5202"/>
                  </a:cubicBezTo>
                  <a:close/>
                  <a:moveTo>
                    <a:pt x="63099" y="3858"/>
                  </a:moveTo>
                  <a:lnTo>
                    <a:pt x="63099" y="3858"/>
                  </a:lnTo>
                  <a:cubicBezTo>
                    <a:pt x="62576" y="4257"/>
                    <a:pt x="62079" y="4730"/>
                    <a:pt x="61606" y="5227"/>
                  </a:cubicBezTo>
                  <a:cubicBezTo>
                    <a:pt x="61556" y="5252"/>
                    <a:pt x="61506" y="5252"/>
                    <a:pt x="61456" y="5302"/>
                  </a:cubicBezTo>
                  <a:cubicBezTo>
                    <a:pt x="61929" y="4754"/>
                    <a:pt x="62402" y="4331"/>
                    <a:pt x="62925" y="3933"/>
                  </a:cubicBezTo>
                  <a:cubicBezTo>
                    <a:pt x="62975" y="3883"/>
                    <a:pt x="63049" y="3883"/>
                    <a:pt x="63099" y="3858"/>
                  </a:cubicBezTo>
                  <a:close/>
                  <a:moveTo>
                    <a:pt x="69994" y="2464"/>
                  </a:moveTo>
                  <a:cubicBezTo>
                    <a:pt x="70044" y="2464"/>
                    <a:pt x="70118" y="2489"/>
                    <a:pt x="70168" y="2489"/>
                  </a:cubicBezTo>
                  <a:cubicBezTo>
                    <a:pt x="67380" y="3261"/>
                    <a:pt x="64518" y="4306"/>
                    <a:pt x="61581" y="5551"/>
                  </a:cubicBezTo>
                  <a:cubicBezTo>
                    <a:pt x="61606" y="5476"/>
                    <a:pt x="61680" y="5451"/>
                    <a:pt x="61705" y="5377"/>
                  </a:cubicBezTo>
                  <a:cubicBezTo>
                    <a:pt x="64543" y="4207"/>
                    <a:pt x="67281" y="3236"/>
                    <a:pt x="69994" y="2464"/>
                  </a:cubicBezTo>
                  <a:close/>
                  <a:moveTo>
                    <a:pt x="89101" y="2013"/>
                  </a:moveTo>
                  <a:cubicBezTo>
                    <a:pt x="90165" y="2013"/>
                    <a:pt x="91191" y="2109"/>
                    <a:pt x="92197" y="2265"/>
                  </a:cubicBezTo>
                  <a:cubicBezTo>
                    <a:pt x="94387" y="3062"/>
                    <a:pt x="96279" y="4182"/>
                    <a:pt x="97897" y="5551"/>
                  </a:cubicBezTo>
                  <a:cubicBezTo>
                    <a:pt x="97573" y="5476"/>
                    <a:pt x="97300" y="5377"/>
                    <a:pt x="97001" y="5327"/>
                  </a:cubicBezTo>
                  <a:cubicBezTo>
                    <a:pt x="96702" y="5252"/>
                    <a:pt x="96428" y="5227"/>
                    <a:pt x="96179" y="5202"/>
                  </a:cubicBezTo>
                  <a:cubicBezTo>
                    <a:pt x="95806" y="5128"/>
                    <a:pt x="95408" y="5078"/>
                    <a:pt x="95034" y="5003"/>
                  </a:cubicBezTo>
                  <a:cubicBezTo>
                    <a:pt x="94586" y="4954"/>
                    <a:pt x="94163" y="4929"/>
                    <a:pt x="93715" y="4879"/>
                  </a:cubicBezTo>
                  <a:cubicBezTo>
                    <a:pt x="93466" y="4854"/>
                    <a:pt x="93217" y="4829"/>
                    <a:pt x="92944" y="4829"/>
                  </a:cubicBezTo>
                  <a:cubicBezTo>
                    <a:pt x="92222" y="4804"/>
                    <a:pt x="91525" y="4754"/>
                    <a:pt x="90778" y="4754"/>
                  </a:cubicBezTo>
                  <a:cubicBezTo>
                    <a:pt x="90031" y="4754"/>
                    <a:pt x="89285" y="4804"/>
                    <a:pt x="88488" y="4829"/>
                  </a:cubicBezTo>
                  <a:cubicBezTo>
                    <a:pt x="88040" y="4854"/>
                    <a:pt x="87542" y="4879"/>
                    <a:pt x="87069" y="4954"/>
                  </a:cubicBezTo>
                  <a:cubicBezTo>
                    <a:pt x="86945" y="4954"/>
                    <a:pt x="86820" y="4978"/>
                    <a:pt x="86671" y="4978"/>
                  </a:cubicBezTo>
                  <a:cubicBezTo>
                    <a:pt x="85626" y="4306"/>
                    <a:pt x="84555" y="3709"/>
                    <a:pt x="83336" y="3211"/>
                  </a:cubicBezTo>
                  <a:cubicBezTo>
                    <a:pt x="85078" y="2514"/>
                    <a:pt x="86920" y="2116"/>
                    <a:pt x="88737" y="2016"/>
                  </a:cubicBezTo>
                  <a:cubicBezTo>
                    <a:pt x="88859" y="2014"/>
                    <a:pt x="88980" y="2013"/>
                    <a:pt x="89101" y="2013"/>
                  </a:cubicBezTo>
                  <a:close/>
                  <a:moveTo>
                    <a:pt x="93317" y="2514"/>
                  </a:moveTo>
                  <a:cubicBezTo>
                    <a:pt x="93441" y="2564"/>
                    <a:pt x="93541" y="2589"/>
                    <a:pt x="93665" y="2614"/>
                  </a:cubicBezTo>
                  <a:cubicBezTo>
                    <a:pt x="95433" y="3435"/>
                    <a:pt x="97026" y="4456"/>
                    <a:pt x="98395" y="5675"/>
                  </a:cubicBezTo>
                  <a:cubicBezTo>
                    <a:pt x="98345" y="5675"/>
                    <a:pt x="98295" y="5626"/>
                    <a:pt x="98270" y="5626"/>
                  </a:cubicBezTo>
                  <a:cubicBezTo>
                    <a:pt x="96827" y="4356"/>
                    <a:pt x="95184" y="3311"/>
                    <a:pt x="93317" y="2514"/>
                  </a:cubicBezTo>
                  <a:close/>
                  <a:moveTo>
                    <a:pt x="61332" y="5551"/>
                  </a:moveTo>
                  <a:lnTo>
                    <a:pt x="61332" y="5551"/>
                  </a:lnTo>
                  <a:cubicBezTo>
                    <a:pt x="61307" y="5601"/>
                    <a:pt x="61232" y="5626"/>
                    <a:pt x="61207" y="5700"/>
                  </a:cubicBezTo>
                  <a:cubicBezTo>
                    <a:pt x="61183" y="5725"/>
                    <a:pt x="61108" y="5750"/>
                    <a:pt x="61083" y="5750"/>
                  </a:cubicBezTo>
                  <a:cubicBezTo>
                    <a:pt x="61108" y="5700"/>
                    <a:pt x="61183" y="5675"/>
                    <a:pt x="61207" y="5601"/>
                  </a:cubicBezTo>
                  <a:cubicBezTo>
                    <a:pt x="61232" y="5576"/>
                    <a:pt x="61307" y="5576"/>
                    <a:pt x="61332" y="5551"/>
                  </a:cubicBezTo>
                  <a:close/>
                  <a:moveTo>
                    <a:pt x="90728" y="4978"/>
                  </a:moveTo>
                  <a:cubicBezTo>
                    <a:pt x="91475" y="4978"/>
                    <a:pt x="92197" y="5003"/>
                    <a:pt x="92869" y="5053"/>
                  </a:cubicBezTo>
                  <a:cubicBezTo>
                    <a:pt x="93242" y="5078"/>
                    <a:pt x="93591" y="5103"/>
                    <a:pt x="93939" y="5128"/>
                  </a:cubicBezTo>
                  <a:cubicBezTo>
                    <a:pt x="94288" y="5178"/>
                    <a:pt x="94611" y="5202"/>
                    <a:pt x="94935" y="5227"/>
                  </a:cubicBezTo>
                  <a:cubicBezTo>
                    <a:pt x="95433" y="5302"/>
                    <a:pt x="95931" y="5377"/>
                    <a:pt x="96428" y="5476"/>
                  </a:cubicBezTo>
                  <a:cubicBezTo>
                    <a:pt x="96578" y="5501"/>
                    <a:pt x="96727" y="5501"/>
                    <a:pt x="96901" y="5551"/>
                  </a:cubicBezTo>
                  <a:cubicBezTo>
                    <a:pt x="97324" y="5626"/>
                    <a:pt x="97723" y="5725"/>
                    <a:pt x="98146" y="5825"/>
                  </a:cubicBezTo>
                  <a:lnTo>
                    <a:pt x="98180" y="5870"/>
                  </a:lnTo>
                  <a:lnTo>
                    <a:pt x="98180" y="5870"/>
                  </a:lnTo>
                  <a:cubicBezTo>
                    <a:pt x="97761" y="5748"/>
                    <a:pt x="97319" y="5674"/>
                    <a:pt x="96876" y="5576"/>
                  </a:cubicBezTo>
                  <a:cubicBezTo>
                    <a:pt x="96652" y="5551"/>
                    <a:pt x="96403" y="5501"/>
                    <a:pt x="96179" y="5476"/>
                  </a:cubicBezTo>
                  <a:cubicBezTo>
                    <a:pt x="95781" y="5427"/>
                    <a:pt x="95383" y="5327"/>
                    <a:pt x="94935" y="5277"/>
                  </a:cubicBezTo>
                  <a:lnTo>
                    <a:pt x="93914" y="5202"/>
                  </a:lnTo>
                  <a:cubicBezTo>
                    <a:pt x="93566" y="5153"/>
                    <a:pt x="93267" y="5128"/>
                    <a:pt x="92894" y="5103"/>
                  </a:cubicBezTo>
                  <a:cubicBezTo>
                    <a:pt x="92197" y="5078"/>
                    <a:pt x="91475" y="5028"/>
                    <a:pt x="90778" y="5028"/>
                  </a:cubicBezTo>
                  <a:cubicBezTo>
                    <a:pt x="90031" y="5028"/>
                    <a:pt x="89285" y="5078"/>
                    <a:pt x="88538" y="5103"/>
                  </a:cubicBezTo>
                  <a:cubicBezTo>
                    <a:pt x="88164" y="5128"/>
                    <a:pt x="87791" y="5153"/>
                    <a:pt x="87368" y="5202"/>
                  </a:cubicBezTo>
                  <a:cubicBezTo>
                    <a:pt x="87244" y="5202"/>
                    <a:pt x="87094" y="5227"/>
                    <a:pt x="86970" y="5227"/>
                  </a:cubicBezTo>
                  <a:cubicBezTo>
                    <a:pt x="86945" y="5202"/>
                    <a:pt x="86920" y="5202"/>
                    <a:pt x="86870" y="5178"/>
                  </a:cubicBezTo>
                  <a:lnTo>
                    <a:pt x="86945" y="5178"/>
                  </a:lnTo>
                  <a:cubicBezTo>
                    <a:pt x="87468" y="5103"/>
                    <a:pt x="87965" y="5078"/>
                    <a:pt x="88463" y="5053"/>
                  </a:cubicBezTo>
                  <a:cubicBezTo>
                    <a:pt x="89235" y="5003"/>
                    <a:pt x="89982" y="4978"/>
                    <a:pt x="90728" y="4978"/>
                  </a:cubicBezTo>
                  <a:close/>
                  <a:moveTo>
                    <a:pt x="62975" y="3684"/>
                  </a:moveTo>
                  <a:lnTo>
                    <a:pt x="62975" y="3684"/>
                  </a:lnTo>
                  <a:cubicBezTo>
                    <a:pt x="62925" y="3709"/>
                    <a:pt x="62900" y="3734"/>
                    <a:pt x="62825" y="3809"/>
                  </a:cubicBezTo>
                  <a:cubicBezTo>
                    <a:pt x="60809" y="4381"/>
                    <a:pt x="58743" y="5103"/>
                    <a:pt x="56627" y="5974"/>
                  </a:cubicBezTo>
                  <a:cubicBezTo>
                    <a:pt x="57723" y="5501"/>
                    <a:pt x="58868" y="5053"/>
                    <a:pt x="60560" y="4431"/>
                  </a:cubicBezTo>
                  <a:cubicBezTo>
                    <a:pt x="61357" y="4132"/>
                    <a:pt x="62178" y="3883"/>
                    <a:pt x="62975" y="3684"/>
                  </a:cubicBezTo>
                  <a:close/>
                  <a:moveTo>
                    <a:pt x="98544" y="5924"/>
                  </a:moveTo>
                  <a:cubicBezTo>
                    <a:pt x="98569" y="5924"/>
                    <a:pt x="98644" y="5949"/>
                    <a:pt x="98669" y="5949"/>
                  </a:cubicBezTo>
                  <a:lnTo>
                    <a:pt x="98768" y="6049"/>
                  </a:lnTo>
                  <a:cubicBezTo>
                    <a:pt x="98718" y="6049"/>
                    <a:pt x="98693" y="6049"/>
                    <a:pt x="98669" y="5999"/>
                  </a:cubicBezTo>
                  <a:lnTo>
                    <a:pt x="98619" y="5999"/>
                  </a:lnTo>
                  <a:cubicBezTo>
                    <a:pt x="98619" y="5949"/>
                    <a:pt x="98569" y="5924"/>
                    <a:pt x="98544" y="5924"/>
                  </a:cubicBezTo>
                  <a:close/>
                  <a:moveTo>
                    <a:pt x="94960" y="3062"/>
                  </a:moveTo>
                  <a:lnTo>
                    <a:pt x="94960" y="3062"/>
                  </a:lnTo>
                  <a:cubicBezTo>
                    <a:pt x="96752" y="3734"/>
                    <a:pt x="98370" y="4754"/>
                    <a:pt x="99789" y="6074"/>
                  </a:cubicBezTo>
                  <a:cubicBezTo>
                    <a:pt x="99490" y="5974"/>
                    <a:pt x="99166" y="5850"/>
                    <a:pt x="98868" y="5800"/>
                  </a:cubicBezTo>
                  <a:cubicBezTo>
                    <a:pt x="98818" y="5800"/>
                    <a:pt x="98793" y="5800"/>
                    <a:pt x="98768" y="5750"/>
                  </a:cubicBezTo>
                  <a:cubicBezTo>
                    <a:pt x="97648" y="4705"/>
                    <a:pt x="96379" y="3809"/>
                    <a:pt x="94960" y="3062"/>
                  </a:cubicBezTo>
                  <a:close/>
                  <a:moveTo>
                    <a:pt x="74446" y="2122"/>
                  </a:moveTo>
                  <a:cubicBezTo>
                    <a:pt x="77248" y="2122"/>
                    <a:pt x="79829" y="2490"/>
                    <a:pt x="82141" y="3261"/>
                  </a:cubicBezTo>
                  <a:cubicBezTo>
                    <a:pt x="80498" y="4008"/>
                    <a:pt x="78930" y="5003"/>
                    <a:pt x="77486" y="6198"/>
                  </a:cubicBezTo>
                  <a:cubicBezTo>
                    <a:pt x="75520" y="4306"/>
                    <a:pt x="73479" y="3012"/>
                    <a:pt x="71388" y="2365"/>
                  </a:cubicBezTo>
                  <a:cubicBezTo>
                    <a:pt x="71562" y="2315"/>
                    <a:pt x="71761" y="2265"/>
                    <a:pt x="71935" y="2216"/>
                  </a:cubicBezTo>
                  <a:cubicBezTo>
                    <a:pt x="72790" y="2154"/>
                    <a:pt x="73628" y="2122"/>
                    <a:pt x="74446" y="2122"/>
                  </a:cubicBezTo>
                  <a:close/>
                  <a:moveTo>
                    <a:pt x="97449" y="4082"/>
                  </a:moveTo>
                  <a:cubicBezTo>
                    <a:pt x="97648" y="4182"/>
                    <a:pt x="97822" y="4257"/>
                    <a:pt x="97996" y="4331"/>
                  </a:cubicBezTo>
                  <a:cubicBezTo>
                    <a:pt x="98818" y="4879"/>
                    <a:pt x="99614" y="5501"/>
                    <a:pt x="100311" y="6223"/>
                  </a:cubicBezTo>
                  <a:cubicBezTo>
                    <a:pt x="100286" y="6223"/>
                    <a:pt x="100237" y="6198"/>
                    <a:pt x="100187" y="6198"/>
                  </a:cubicBezTo>
                  <a:cubicBezTo>
                    <a:pt x="99365" y="5377"/>
                    <a:pt x="98445" y="4655"/>
                    <a:pt x="97449" y="4082"/>
                  </a:cubicBezTo>
                  <a:close/>
                  <a:moveTo>
                    <a:pt x="71064" y="2464"/>
                  </a:moveTo>
                  <a:cubicBezTo>
                    <a:pt x="73180" y="3062"/>
                    <a:pt x="75321" y="4356"/>
                    <a:pt x="77362" y="6323"/>
                  </a:cubicBezTo>
                  <a:cubicBezTo>
                    <a:pt x="77312" y="6323"/>
                    <a:pt x="77312" y="6347"/>
                    <a:pt x="77287" y="6347"/>
                  </a:cubicBezTo>
                  <a:cubicBezTo>
                    <a:pt x="75246" y="4381"/>
                    <a:pt x="73105" y="3087"/>
                    <a:pt x="70940" y="2489"/>
                  </a:cubicBezTo>
                  <a:cubicBezTo>
                    <a:pt x="70990" y="2489"/>
                    <a:pt x="71015" y="2464"/>
                    <a:pt x="71064" y="2464"/>
                  </a:cubicBezTo>
                  <a:close/>
                  <a:moveTo>
                    <a:pt x="82440" y="3361"/>
                  </a:moveTo>
                  <a:cubicBezTo>
                    <a:pt x="82464" y="3361"/>
                    <a:pt x="82489" y="3385"/>
                    <a:pt x="82514" y="3385"/>
                  </a:cubicBezTo>
                  <a:cubicBezTo>
                    <a:pt x="80822" y="4107"/>
                    <a:pt x="79204" y="5128"/>
                    <a:pt x="77660" y="6372"/>
                  </a:cubicBezTo>
                  <a:lnTo>
                    <a:pt x="77636" y="6347"/>
                  </a:lnTo>
                  <a:cubicBezTo>
                    <a:pt x="79129" y="5103"/>
                    <a:pt x="80747" y="4107"/>
                    <a:pt x="82440" y="3361"/>
                  </a:cubicBezTo>
                  <a:close/>
                  <a:moveTo>
                    <a:pt x="99067" y="6049"/>
                  </a:moveTo>
                  <a:lnTo>
                    <a:pt x="99067" y="6049"/>
                  </a:lnTo>
                  <a:cubicBezTo>
                    <a:pt x="99415" y="6123"/>
                    <a:pt x="99764" y="6248"/>
                    <a:pt x="100112" y="6347"/>
                  </a:cubicBezTo>
                  <a:lnTo>
                    <a:pt x="100187" y="6447"/>
                  </a:lnTo>
                  <a:cubicBezTo>
                    <a:pt x="100162" y="6447"/>
                    <a:pt x="100112" y="6447"/>
                    <a:pt x="100038" y="6422"/>
                  </a:cubicBezTo>
                  <a:cubicBezTo>
                    <a:pt x="99764" y="6323"/>
                    <a:pt x="99490" y="6223"/>
                    <a:pt x="99166" y="6123"/>
                  </a:cubicBezTo>
                  <a:lnTo>
                    <a:pt x="99067" y="6049"/>
                  </a:lnTo>
                  <a:close/>
                  <a:moveTo>
                    <a:pt x="77486" y="6447"/>
                  </a:moveTo>
                  <a:lnTo>
                    <a:pt x="77511" y="6472"/>
                  </a:lnTo>
                  <a:cubicBezTo>
                    <a:pt x="77486" y="6472"/>
                    <a:pt x="77486" y="6497"/>
                    <a:pt x="77461" y="6497"/>
                  </a:cubicBezTo>
                  <a:lnTo>
                    <a:pt x="77412" y="6472"/>
                  </a:lnTo>
                  <a:cubicBezTo>
                    <a:pt x="77461" y="6472"/>
                    <a:pt x="77461" y="6447"/>
                    <a:pt x="77486" y="6447"/>
                  </a:cubicBezTo>
                  <a:close/>
                  <a:moveTo>
                    <a:pt x="82763" y="3460"/>
                  </a:moveTo>
                  <a:cubicBezTo>
                    <a:pt x="83933" y="3883"/>
                    <a:pt x="85003" y="4431"/>
                    <a:pt x="85999" y="5053"/>
                  </a:cubicBezTo>
                  <a:cubicBezTo>
                    <a:pt x="83410" y="5352"/>
                    <a:pt x="80722" y="5875"/>
                    <a:pt x="77984" y="6621"/>
                  </a:cubicBezTo>
                  <a:lnTo>
                    <a:pt x="77810" y="6472"/>
                  </a:lnTo>
                  <a:cubicBezTo>
                    <a:pt x="79353" y="5227"/>
                    <a:pt x="81021" y="4207"/>
                    <a:pt x="82763" y="3460"/>
                  </a:cubicBezTo>
                  <a:close/>
                  <a:moveTo>
                    <a:pt x="77660" y="6621"/>
                  </a:moveTo>
                  <a:lnTo>
                    <a:pt x="77760" y="6721"/>
                  </a:lnTo>
                  <a:cubicBezTo>
                    <a:pt x="77735" y="6721"/>
                    <a:pt x="77710" y="6721"/>
                    <a:pt x="77710" y="6746"/>
                  </a:cubicBezTo>
                  <a:lnTo>
                    <a:pt x="77611" y="6671"/>
                  </a:lnTo>
                  <a:cubicBezTo>
                    <a:pt x="77636" y="6671"/>
                    <a:pt x="77636" y="6621"/>
                    <a:pt x="77660" y="6621"/>
                  </a:cubicBezTo>
                  <a:close/>
                  <a:moveTo>
                    <a:pt x="86248" y="5227"/>
                  </a:moveTo>
                  <a:cubicBezTo>
                    <a:pt x="86298" y="5252"/>
                    <a:pt x="86323" y="5252"/>
                    <a:pt x="86347" y="5302"/>
                  </a:cubicBezTo>
                  <a:lnTo>
                    <a:pt x="86298" y="5302"/>
                  </a:lnTo>
                  <a:cubicBezTo>
                    <a:pt x="85725" y="5352"/>
                    <a:pt x="85128" y="5451"/>
                    <a:pt x="84580" y="5501"/>
                  </a:cubicBezTo>
                  <a:cubicBezTo>
                    <a:pt x="84381" y="5551"/>
                    <a:pt x="84207" y="5576"/>
                    <a:pt x="83983" y="5601"/>
                  </a:cubicBezTo>
                  <a:cubicBezTo>
                    <a:pt x="83236" y="5725"/>
                    <a:pt x="82464" y="5850"/>
                    <a:pt x="81718" y="5999"/>
                  </a:cubicBezTo>
                  <a:lnTo>
                    <a:pt x="81693" y="5999"/>
                  </a:lnTo>
                  <a:cubicBezTo>
                    <a:pt x="80523" y="6248"/>
                    <a:pt x="79353" y="6547"/>
                    <a:pt x="78158" y="6845"/>
                  </a:cubicBezTo>
                  <a:cubicBezTo>
                    <a:pt x="78133" y="6845"/>
                    <a:pt x="78108" y="6820"/>
                    <a:pt x="78108" y="6820"/>
                  </a:cubicBezTo>
                  <a:cubicBezTo>
                    <a:pt x="80896" y="6074"/>
                    <a:pt x="83609" y="5501"/>
                    <a:pt x="86223" y="5227"/>
                  </a:cubicBezTo>
                  <a:close/>
                  <a:moveTo>
                    <a:pt x="77262" y="6596"/>
                  </a:moveTo>
                  <a:cubicBezTo>
                    <a:pt x="77287" y="6621"/>
                    <a:pt x="77337" y="6621"/>
                    <a:pt x="77337" y="6671"/>
                  </a:cubicBezTo>
                  <a:cubicBezTo>
                    <a:pt x="77237" y="6746"/>
                    <a:pt x="77138" y="6820"/>
                    <a:pt x="77038" y="6920"/>
                  </a:cubicBezTo>
                  <a:cubicBezTo>
                    <a:pt x="76988" y="6920"/>
                    <a:pt x="76963" y="6945"/>
                    <a:pt x="76889" y="6945"/>
                  </a:cubicBezTo>
                  <a:cubicBezTo>
                    <a:pt x="77013" y="6820"/>
                    <a:pt x="77138" y="6721"/>
                    <a:pt x="77262" y="6596"/>
                  </a:cubicBezTo>
                  <a:close/>
                  <a:moveTo>
                    <a:pt x="77636" y="6945"/>
                  </a:moveTo>
                  <a:lnTo>
                    <a:pt x="77660" y="6970"/>
                  </a:lnTo>
                  <a:cubicBezTo>
                    <a:pt x="77461" y="7044"/>
                    <a:pt x="77262" y="7094"/>
                    <a:pt x="77038" y="7169"/>
                  </a:cubicBezTo>
                  <a:lnTo>
                    <a:pt x="77138" y="7069"/>
                  </a:lnTo>
                  <a:cubicBezTo>
                    <a:pt x="77287" y="7044"/>
                    <a:pt x="77461" y="6970"/>
                    <a:pt x="77636" y="6945"/>
                  </a:cubicBezTo>
                  <a:close/>
                  <a:moveTo>
                    <a:pt x="76715" y="7194"/>
                  </a:moveTo>
                  <a:lnTo>
                    <a:pt x="76615" y="7268"/>
                  </a:lnTo>
                  <a:cubicBezTo>
                    <a:pt x="76590" y="7293"/>
                    <a:pt x="76540" y="7293"/>
                    <a:pt x="76491" y="7318"/>
                  </a:cubicBezTo>
                  <a:lnTo>
                    <a:pt x="76590" y="7219"/>
                  </a:lnTo>
                  <a:cubicBezTo>
                    <a:pt x="76640" y="7219"/>
                    <a:pt x="76665" y="7194"/>
                    <a:pt x="76715" y="7194"/>
                  </a:cubicBezTo>
                  <a:close/>
                  <a:moveTo>
                    <a:pt x="99067" y="4879"/>
                  </a:moveTo>
                  <a:lnTo>
                    <a:pt x="99067" y="4879"/>
                  </a:lnTo>
                  <a:cubicBezTo>
                    <a:pt x="99316" y="5003"/>
                    <a:pt x="99540" y="5128"/>
                    <a:pt x="99814" y="5252"/>
                  </a:cubicBezTo>
                  <a:cubicBezTo>
                    <a:pt x="100784" y="5775"/>
                    <a:pt x="102054" y="6572"/>
                    <a:pt x="103497" y="7592"/>
                  </a:cubicBezTo>
                  <a:cubicBezTo>
                    <a:pt x="103099" y="7418"/>
                    <a:pt x="102726" y="7194"/>
                    <a:pt x="102352" y="7044"/>
                  </a:cubicBezTo>
                  <a:cubicBezTo>
                    <a:pt x="102228" y="6970"/>
                    <a:pt x="102054" y="6920"/>
                    <a:pt x="101904" y="6845"/>
                  </a:cubicBezTo>
                  <a:cubicBezTo>
                    <a:pt x="101531" y="6696"/>
                    <a:pt x="101133" y="6497"/>
                    <a:pt x="100759" y="6372"/>
                  </a:cubicBezTo>
                  <a:cubicBezTo>
                    <a:pt x="100237" y="5825"/>
                    <a:pt x="99664" y="5327"/>
                    <a:pt x="99067" y="4879"/>
                  </a:cubicBezTo>
                  <a:close/>
                  <a:moveTo>
                    <a:pt x="97648" y="3933"/>
                  </a:moveTo>
                  <a:cubicBezTo>
                    <a:pt x="97698" y="3933"/>
                    <a:pt x="97797" y="3958"/>
                    <a:pt x="97897" y="4008"/>
                  </a:cubicBezTo>
                  <a:cubicBezTo>
                    <a:pt x="98021" y="4082"/>
                    <a:pt x="98146" y="4132"/>
                    <a:pt x="98295" y="4207"/>
                  </a:cubicBezTo>
                  <a:lnTo>
                    <a:pt x="99042" y="4580"/>
                  </a:lnTo>
                  <a:cubicBezTo>
                    <a:pt x="99166" y="4630"/>
                    <a:pt x="99266" y="4705"/>
                    <a:pt x="99390" y="4754"/>
                  </a:cubicBezTo>
                  <a:cubicBezTo>
                    <a:pt x="100411" y="5327"/>
                    <a:pt x="101431" y="5924"/>
                    <a:pt x="102402" y="6572"/>
                  </a:cubicBezTo>
                  <a:cubicBezTo>
                    <a:pt x="102402" y="6572"/>
                    <a:pt x="102427" y="6572"/>
                    <a:pt x="102427" y="6596"/>
                  </a:cubicBezTo>
                  <a:cubicBezTo>
                    <a:pt x="102726" y="6796"/>
                    <a:pt x="103000" y="6970"/>
                    <a:pt x="103249" y="7144"/>
                  </a:cubicBezTo>
                  <a:lnTo>
                    <a:pt x="105115" y="8563"/>
                  </a:lnTo>
                  <a:cubicBezTo>
                    <a:pt x="105120" y="8568"/>
                    <a:pt x="105125" y="8573"/>
                    <a:pt x="105131" y="8578"/>
                  </a:cubicBezTo>
                  <a:lnTo>
                    <a:pt x="105131" y="8578"/>
                  </a:lnTo>
                  <a:cubicBezTo>
                    <a:pt x="105094" y="8558"/>
                    <a:pt x="105059" y="8532"/>
                    <a:pt x="105016" y="8488"/>
                  </a:cubicBezTo>
                  <a:lnTo>
                    <a:pt x="104966" y="8488"/>
                  </a:lnTo>
                  <a:cubicBezTo>
                    <a:pt x="104866" y="8438"/>
                    <a:pt x="104792" y="8413"/>
                    <a:pt x="104717" y="8339"/>
                  </a:cubicBezTo>
                  <a:cubicBezTo>
                    <a:pt x="102800" y="6820"/>
                    <a:pt x="101058" y="5750"/>
                    <a:pt x="99863" y="5103"/>
                  </a:cubicBezTo>
                  <a:cubicBezTo>
                    <a:pt x="99241" y="4754"/>
                    <a:pt x="98644" y="4456"/>
                    <a:pt x="98046" y="4207"/>
                  </a:cubicBezTo>
                  <a:cubicBezTo>
                    <a:pt x="97996" y="4132"/>
                    <a:pt x="97897" y="4107"/>
                    <a:pt x="97822" y="4058"/>
                  </a:cubicBezTo>
                  <a:cubicBezTo>
                    <a:pt x="97772" y="4008"/>
                    <a:pt x="97698" y="3958"/>
                    <a:pt x="97648" y="3933"/>
                  </a:cubicBezTo>
                  <a:close/>
                  <a:moveTo>
                    <a:pt x="101033" y="6696"/>
                  </a:moveTo>
                  <a:lnTo>
                    <a:pt x="101033" y="6696"/>
                  </a:lnTo>
                  <a:cubicBezTo>
                    <a:pt x="101431" y="6845"/>
                    <a:pt x="101855" y="6995"/>
                    <a:pt x="102228" y="7144"/>
                  </a:cubicBezTo>
                  <a:cubicBezTo>
                    <a:pt x="103049" y="7542"/>
                    <a:pt x="103846" y="7990"/>
                    <a:pt x="104618" y="8463"/>
                  </a:cubicBezTo>
                  <a:cubicBezTo>
                    <a:pt x="104742" y="8563"/>
                    <a:pt x="104891" y="8687"/>
                    <a:pt x="105016" y="8787"/>
                  </a:cubicBezTo>
                  <a:lnTo>
                    <a:pt x="104742" y="8588"/>
                  </a:lnTo>
                  <a:cubicBezTo>
                    <a:pt x="104369" y="8339"/>
                    <a:pt x="104020" y="8115"/>
                    <a:pt x="103622" y="7891"/>
                  </a:cubicBezTo>
                  <a:cubicBezTo>
                    <a:pt x="103522" y="7841"/>
                    <a:pt x="103398" y="7766"/>
                    <a:pt x="103273" y="7741"/>
                  </a:cubicBezTo>
                  <a:cubicBezTo>
                    <a:pt x="102875" y="7517"/>
                    <a:pt x="102452" y="7343"/>
                    <a:pt x="102054" y="7144"/>
                  </a:cubicBezTo>
                  <a:cubicBezTo>
                    <a:pt x="101929" y="7094"/>
                    <a:pt x="101805" y="7069"/>
                    <a:pt x="101730" y="6995"/>
                  </a:cubicBezTo>
                  <a:cubicBezTo>
                    <a:pt x="101531" y="6920"/>
                    <a:pt x="101307" y="6845"/>
                    <a:pt x="101133" y="6746"/>
                  </a:cubicBezTo>
                  <a:cubicBezTo>
                    <a:pt x="101133" y="6760"/>
                    <a:pt x="101126" y="6766"/>
                    <a:pt x="101117" y="6766"/>
                  </a:cubicBezTo>
                  <a:cubicBezTo>
                    <a:pt x="101093" y="6766"/>
                    <a:pt x="101051" y="6731"/>
                    <a:pt x="101033" y="6696"/>
                  </a:cubicBezTo>
                  <a:close/>
                  <a:moveTo>
                    <a:pt x="76217" y="7318"/>
                  </a:moveTo>
                  <a:lnTo>
                    <a:pt x="76217" y="7318"/>
                  </a:lnTo>
                  <a:cubicBezTo>
                    <a:pt x="76167" y="7368"/>
                    <a:pt x="76142" y="7418"/>
                    <a:pt x="76117" y="7418"/>
                  </a:cubicBezTo>
                  <a:cubicBezTo>
                    <a:pt x="74674" y="7841"/>
                    <a:pt x="73230" y="8339"/>
                    <a:pt x="71761" y="8911"/>
                  </a:cubicBezTo>
                  <a:cubicBezTo>
                    <a:pt x="71736" y="8911"/>
                    <a:pt x="71687" y="8911"/>
                    <a:pt x="71662" y="8861"/>
                  </a:cubicBezTo>
                  <a:cubicBezTo>
                    <a:pt x="73180" y="8289"/>
                    <a:pt x="74723" y="7766"/>
                    <a:pt x="76217" y="7318"/>
                  </a:cubicBezTo>
                  <a:close/>
                  <a:moveTo>
                    <a:pt x="71239" y="9011"/>
                  </a:moveTo>
                  <a:cubicBezTo>
                    <a:pt x="71263" y="9011"/>
                    <a:pt x="71288" y="9061"/>
                    <a:pt x="71363" y="9061"/>
                  </a:cubicBezTo>
                  <a:lnTo>
                    <a:pt x="71288" y="9061"/>
                  </a:lnTo>
                  <a:cubicBezTo>
                    <a:pt x="71263" y="9061"/>
                    <a:pt x="71263" y="9061"/>
                    <a:pt x="71214" y="9085"/>
                  </a:cubicBezTo>
                  <a:lnTo>
                    <a:pt x="71164" y="9085"/>
                  </a:lnTo>
                  <a:cubicBezTo>
                    <a:pt x="71164" y="9085"/>
                    <a:pt x="71189" y="9085"/>
                    <a:pt x="71189" y="9061"/>
                  </a:cubicBezTo>
                  <a:cubicBezTo>
                    <a:pt x="71189" y="9061"/>
                    <a:pt x="71239" y="9061"/>
                    <a:pt x="71239" y="9011"/>
                  </a:cubicBezTo>
                  <a:close/>
                  <a:moveTo>
                    <a:pt x="75769" y="7766"/>
                  </a:moveTo>
                  <a:lnTo>
                    <a:pt x="75769" y="7766"/>
                  </a:lnTo>
                  <a:cubicBezTo>
                    <a:pt x="75196" y="8314"/>
                    <a:pt x="74674" y="8936"/>
                    <a:pt x="74151" y="9583"/>
                  </a:cubicBezTo>
                  <a:cubicBezTo>
                    <a:pt x="74126" y="9583"/>
                    <a:pt x="74101" y="9558"/>
                    <a:pt x="74051" y="9558"/>
                  </a:cubicBezTo>
                  <a:cubicBezTo>
                    <a:pt x="74026" y="9534"/>
                    <a:pt x="73952" y="9534"/>
                    <a:pt x="73902" y="9534"/>
                  </a:cubicBezTo>
                  <a:cubicBezTo>
                    <a:pt x="73529" y="9409"/>
                    <a:pt x="73155" y="9310"/>
                    <a:pt x="72782" y="9185"/>
                  </a:cubicBezTo>
                  <a:cubicBezTo>
                    <a:pt x="72757" y="9185"/>
                    <a:pt x="72707" y="9185"/>
                    <a:pt x="72682" y="9135"/>
                  </a:cubicBezTo>
                  <a:cubicBezTo>
                    <a:pt x="72583" y="9110"/>
                    <a:pt x="72458" y="9085"/>
                    <a:pt x="72384" y="9085"/>
                  </a:cubicBezTo>
                  <a:cubicBezTo>
                    <a:pt x="72284" y="9061"/>
                    <a:pt x="72184" y="9011"/>
                    <a:pt x="72060" y="9011"/>
                  </a:cubicBezTo>
                  <a:cubicBezTo>
                    <a:pt x="73304" y="8563"/>
                    <a:pt x="74549" y="8140"/>
                    <a:pt x="75769" y="7766"/>
                  </a:cubicBezTo>
                  <a:close/>
                  <a:moveTo>
                    <a:pt x="76291" y="7592"/>
                  </a:moveTo>
                  <a:cubicBezTo>
                    <a:pt x="75644" y="8214"/>
                    <a:pt x="74997" y="8936"/>
                    <a:pt x="74400" y="9683"/>
                  </a:cubicBezTo>
                  <a:cubicBezTo>
                    <a:pt x="74375" y="9683"/>
                    <a:pt x="74375" y="9658"/>
                    <a:pt x="74350" y="9658"/>
                  </a:cubicBezTo>
                  <a:cubicBezTo>
                    <a:pt x="74922" y="8936"/>
                    <a:pt x="75545" y="8239"/>
                    <a:pt x="76167" y="7617"/>
                  </a:cubicBezTo>
                  <a:cubicBezTo>
                    <a:pt x="76217" y="7617"/>
                    <a:pt x="76267" y="7592"/>
                    <a:pt x="76291" y="7592"/>
                  </a:cubicBezTo>
                  <a:close/>
                  <a:moveTo>
                    <a:pt x="70566" y="2589"/>
                  </a:moveTo>
                  <a:cubicBezTo>
                    <a:pt x="72782" y="3112"/>
                    <a:pt x="75022" y="4431"/>
                    <a:pt x="77163" y="6472"/>
                  </a:cubicBezTo>
                  <a:cubicBezTo>
                    <a:pt x="76963" y="6671"/>
                    <a:pt x="76739" y="6845"/>
                    <a:pt x="76515" y="7069"/>
                  </a:cubicBezTo>
                  <a:cubicBezTo>
                    <a:pt x="74773" y="7592"/>
                    <a:pt x="73031" y="8189"/>
                    <a:pt x="71263" y="8861"/>
                  </a:cubicBezTo>
                  <a:lnTo>
                    <a:pt x="71164" y="8861"/>
                  </a:lnTo>
                  <a:cubicBezTo>
                    <a:pt x="71114" y="8861"/>
                    <a:pt x="71039" y="8837"/>
                    <a:pt x="70940" y="8837"/>
                  </a:cubicBezTo>
                  <a:cubicBezTo>
                    <a:pt x="70542" y="8762"/>
                    <a:pt x="70118" y="8712"/>
                    <a:pt x="69670" y="8687"/>
                  </a:cubicBezTo>
                  <a:cubicBezTo>
                    <a:pt x="69571" y="8687"/>
                    <a:pt x="69471" y="8637"/>
                    <a:pt x="69397" y="8637"/>
                  </a:cubicBezTo>
                  <a:lnTo>
                    <a:pt x="69247" y="8637"/>
                  </a:lnTo>
                  <a:cubicBezTo>
                    <a:pt x="68675" y="8613"/>
                    <a:pt x="68102" y="8588"/>
                    <a:pt x="67530" y="8588"/>
                  </a:cubicBezTo>
                  <a:cubicBezTo>
                    <a:pt x="67057" y="8588"/>
                    <a:pt x="66584" y="8613"/>
                    <a:pt x="66136" y="8613"/>
                  </a:cubicBezTo>
                  <a:cubicBezTo>
                    <a:pt x="65862" y="8613"/>
                    <a:pt x="65613" y="8637"/>
                    <a:pt x="65389" y="8687"/>
                  </a:cubicBezTo>
                  <a:cubicBezTo>
                    <a:pt x="65165" y="8712"/>
                    <a:pt x="64966" y="8712"/>
                    <a:pt x="64767" y="8737"/>
                  </a:cubicBezTo>
                  <a:cubicBezTo>
                    <a:pt x="64418" y="8787"/>
                    <a:pt x="64045" y="8812"/>
                    <a:pt x="63697" y="8861"/>
                  </a:cubicBezTo>
                  <a:cubicBezTo>
                    <a:pt x="63647" y="8861"/>
                    <a:pt x="63547" y="8911"/>
                    <a:pt x="63473" y="8911"/>
                  </a:cubicBezTo>
                  <a:cubicBezTo>
                    <a:pt x="63348" y="8911"/>
                    <a:pt x="63273" y="8936"/>
                    <a:pt x="63149" y="8961"/>
                  </a:cubicBezTo>
                  <a:cubicBezTo>
                    <a:pt x="62427" y="9061"/>
                    <a:pt x="61680" y="9210"/>
                    <a:pt x="60934" y="9359"/>
                  </a:cubicBezTo>
                  <a:cubicBezTo>
                    <a:pt x="60336" y="9484"/>
                    <a:pt x="59739" y="9608"/>
                    <a:pt x="59166" y="9782"/>
                  </a:cubicBezTo>
                  <a:cubicBezTo>
                    <a:pt x="59739" y="8214"/>
                    <a:pt x="60461" y="6945"/>
                    <a:pt x="61332" y="5850"/>
                  </a:cubicBezTo>
                  <a:cubicBezTo>
                    <a:pt x="64468" y="4481"/>
                    <a:pt x="67580" y="3385"/>
                    <a:pt x="70566" y="2589"/>
                  </a:cubicBezTo>
                  <a:close/>
                  <a:moveTo>
                    <a:pt x="71736" y="9110"/>
                  </a:moveTo>
                  <a:cubicBezTo>
                    <a:pt x="72533" y="9285"/>
                    <a:pt x="73280" y="9459"/>
                    <a:pt x="74026" y="9733"/>
                  </a:cubicBezTo>
                  <a:lnTo>
                    <a:pt x="74001" y="9782"/>
                  </a:lnTo>
                  <a:cubicBezTo>
                    <a:pt x="73902" y="9733"/>
                    <a:pt x="73827" y="9708"/>
                    <a:pt x="73753" y="9708"/>
                  </a:cubicBezTo>
                  <a:cubicBezTo>
                    <a:pt x="73578" y="9658"/>
                    <a:pt x="73429" y="9608"/>
                    <a:pt x="73255" y="9558"/>
                  </a:cubicBezTo>
                  <a:cubicBezTo>
                    <a:pt x="73080" y="9484"/>
                    <a:pt x="72906" y="9459"/>
                    <a:pt x="72757" y="9434"/>
                  </a:cubicBezTo>
                  <a:cubicBezTo>
                    <a:pt x="72707" y="9434"/>
                    <a:pt x="72682" y="9409"/>
                    <a:pt x="72657" y="9409"/>
                  </a:cubicBezTo>
                  <a:lnTo>
                    <a:pt x="72632" y="9409"/>
                  </a:lnTo>
                  <a:cubicBezTo>
                    <a:pt x="72458" y="9359"/>
                    <a:pt x="72284" y="9310"/>
                    <a:pt x="72135" y="9285"/>
                  </a:cubicBezTo>
                  <a:cubicBezTo>
                    <a:pt x="71935" y="9235"/>
                    <a:pt x="71786" y="9185"/>
                    <a:pt x="71662" y="9160"/>
                  </a:cubicBezTo>
                  <a:cubicBezTo>
                    <a:pt x="71687" y="9160"/>
                    <a:pt x="71687" y="9160"/>
                    <a:pt x="71736" y="9110"/>
                  </a:cubicBezTo>
                  <a:close/>
                  <a:moveTo>
                    <a:pt x="60983" y="5999"/>
                  </a:moveTo>
                  <a:cubicBezTo>
                    <a:pt x="60187" y="7069"/>
                    <a:pt x="59490" y="8339"/>
                    <a:pt x="58942" y="9782"/>
                  </a:cubicBezTo>
                  <a:cubicBezTo>
                    <a:pt x="58922" y="9782"/>
                    <a:pt x="58884" y="9782"/>
                    <a:pt x="58872" y="9796"/>
                  </a:cubicBezTo>
                  <a:lnTo>
                    <a:pt x="58872" y="9796"/>
                  </a:lnTo>
                  <a:cubicBezTo>
                    <a:pt x="59419" y="8357"/>
                    <a:pt x="60089" y="7116"/>
                    <a:pt x="60859" y="6074"/>
                  </a:cubicBezTo>
                  <a:cubicBezTo>
                    <a:pt x="60909" y="6049"/>
                    <a:pt x="60934" y="6049"/>
                    <a:pt x="60983" y="5999"/>
                  </a:cubicBezTo>
                  <a:close/>
                  <a:moveTo>
                    <a:pt x="106582" y="9856"/>
                  </a:moveTo>
                  <a:lnTo>
                    <a:pt x="106582" y="9856"/>
                  </a:lnTo>
                  <a:cubicBezTo>
                    <a:pt x="106582" y="9857"/>
                    <a:pt x="106583" y="9857"/>
                    <a:pt x="106584" y="9857"/>
                  </a:cubicBezTo>
                  <a:cubicBezTo>
                    <a:pt x="106595" y="9857"/>
                    <a:pt x="106601" y="9867"/>
                    <a:pt x="106607" y="9878"/>
                  </a:cubicBezTo>
                  <a:lnTo>
                    <a:pt x="106607" y="9878"/>
                  </a:lnTo>
                  <a:cubicBezTo>
                    <a:pt x="106598" y="9871"/>
                    <a:pt x="106590" y="9864"/>
                    <a:pt x="106582" y="9856"/>
                  </a:cubicBezTo>
                  <a:close/>
                  <a:moveTo>
                    <a:pt x="67430" y="8712"/>
                  </a:moveTo>
                  <a:cubicBezTo>
                    <a:pt x="68028" y="8712"/>
                    <a:pt x="68625" y="8737"/>
                    <a:pt x="69173" y="8762"/>
                  </a:cubicBezTo>
                  <a:cubicBezTo>
                    <a:pt x="69272" y="8762"/>
                    <a:pt x="69397" y="8812"/>
                    <a:pt x="69496" y="8812"/>
                  </a:cubicBezTo>
                  <a:cubicBezTo>
                    <a:pt x="69670" y="8837"/>
                    <a:pt x="69820" y="8837"/>
                    <a:pt x="70019" y="8861"/>
                  </a:cubicBezTo>
                  <a:lnTo>
                    <a:pt x="70766" y="8961"/>
                  </a:lnTo>
                  <a:cubicBezTo>
                    <a:pt x="70840" y="8986"/>
                    <a:pt x="70840" y="8986"/>
                    <a:pt x="70815" y="8986"/>
                  </a:cubicBezTo>
                  <a:cubicBezTo>
                    <a:pt x="70790" y="8986"/>
                    <a:pt x="70790" y="8986"/>
                    <a:pt x="70766" y="9036"/>
                  </a:cubicBezTo>
                  <a:lnTo>
                    <a:pt x="70641" y="9036"/>
                  </a:lnTo>
                  <a:cubicBezTo>
                    <a:pt x="70293" y="8961"/>
                    <a:pt x="69919" y="8936"/>
                    <a:pt x="69571" y="8911"/>
                  </a:cubicBezTo>
                  <a:cubicBezTo>
                    <a:pt x="69496" y="8911"/>
                    <a:pt x="69397" y="8861"/>
                    <a:pt x="69297" y="8861"/>
                  </a:cubicBezTo>
                  <a:lnTo>
                    <a:pt x="69073" y="8861"/>
                  </a:lnTo>
                  <a:cubicBezTo>
                    <a:pt x="68550" y="8837"/>
                    <a:pt x="68028" y="8812"/>
                    <a:pt x="67505" y="8812"/>
                  </a:cubicBezTo>
                  <a:cubicBezTo>
                    <a:pt x="67032" y="8812"/>
                    <a:pt x="66559" y="8837"/>
                    <a:pt x="66086" y="8837"/>
                  </a:cubicBezTo>
                  <a:lnTo>
                    <a:pt x="65937" y="8837"/>
                  </a:lnTo>
                  <a:cubicBezTo>
                    <a:pt x="65812" y="8837"/>
                    <a:pt x="65713" y="8861"/>
                    <a:pt x="65588" y="8861"/>
                  </a:cubicBezTo>
                  <a:cubicBezTo>
                    <a:pt x="65538" y="8861"/>
                    <a:pt x="65439" y="8861"/>
                    <a:pt x="65389" y="8911"/>
                  </a:cubicBezTo>
                  <a:cubicBezTo>
                    <a:pt x="65165" y="8936"/>
                    <a:pt x="64966" y="8936"/>
                    <a:pt x="64767" y="8961"/>
                  </a:cubicBezTo>
                  <a:cubicBezTo>
                    <a:pt x="64642" y="8961"/>
                    <a:pt x="64518" y="8986"/>
                    <a:pt x="64344" y="8986"/>
                  </a:cubicBezTo>
                  <a:lnTo>
                    <a:pt x="63697" y="9085"/>
                  </a:lnTo>
                  <a:cubicBezTo>
                    <a:pt x="63647" y="9085"/>
                    <a:pt x="63547" y="9110"/>
                    <a:pt x="63473" y="9110"/>
                  </a:cubicBezTo>
                  <a:lnTo>
                    <a:pt x="62726" y="9210"/>
                  </a:lnTo>
                  <a:lnTo>
                    <a:pt x="61805" y="9409"/>
                  </a:lnTo>
                  <a:cubicBezTo>
                    <a:pt x="61556" y="9434"/>
                    <a:pt x="61307" y="9484"/>
                    <a:pt x="61058" y="9534"/>
                  </a:cubicBezTo>
                  <a:cubicBezTo>
                    <a:pt x="60710" y="9583"/>
                    <a:pt x="60336" y="9683"/>
                    <a:pt x="59963" y="9782"/>
                  </a:cubicBezTo>
                  <a:cubicBezTo>
                    <a:pt x="59739" y="9832"/>
                    <a:pt x="59565" y="9857"/>
                    <a:pt x="59341" y="9932"/>
                  </a:cubicBezTo>
                  <a:lnTo>
                    <a:pt x="58967" y="10031"/>
                  </a:lnTo>
                  <a:lnTo>
                    <a:pt x="58967" y="9982"/>
                  </a:lnTo>
                  <a:lnTo>
                    <a:pt x="58967" y="9957"/>
                  </a:lnTo>
                  <a:cubicBezTo>
                    <a:pt x="60486" y="9558"/>
                    <a:pt x="61954" y="9235"/>
                    <a:pt x="63398" y="9011"/>
                  </a:cubicBezTo>
                  <a:cubicBezTo>
                    <a:pt x="63448" y="9011"/>
                    <a:pt x="63547" y="8986"/>
                    <a:pt x="63597" y="8986"/>
                  </a:cubicBezTo>
                  <a:cubicBezTo>
                    <a:pt x="63945" y="8936"/>
                    <a:pt x="64319" y="8911"/>
                    <a:pt x="64667" y="8861"/>
                  </a:cubicBezTo>
                  <a:cubicBezTo>
                    <a:pt x="64891" y="8837"/>
                    <a:pt x="65066" y="8837"/>
                    <a:pt x="65290" y="8812"/>
                  </a:cubicBezTo>
                  <a:cubicBezTo>
                    <a:pt x="65538" y="8762"/>
                    <a:pt x="65787" y="8762"/>
                    <a:pt x="66036" y="8737"/>
                  </a:cubicBezTo>
                  <a:cubicBezTo>
                    <a:pt x="66509" y="8712"/>
                    <a:pt x="66957" y="8712"/>
                    <a:pt x="67430" y="8712"/>
                  </a:cubicBezTo>
                  <a:close/>
                  <a:moveTo>
                    <a:pt x="74474" y="9932"/>
                  </a:moveTo>
                  <a:cubicBezTo>
                    <a:pt x="75370" y="10255"/>
                    <a:pt x="76217" y="10679"/>
                    <a:pt x="76988" y="11176"/>
                  </a:cubicBezTo>
                  <a:cubicBezTo>
                    <a:pt x="77735" y="11649"/>
                    <a:pt x="78457" y="12222"/>
                    <a:pt x="79079" y="12844"/>
                  </a:cubicBezTo>
                  <a:cubicBezTo>
                    <a:pt x="79005" y="12844"/>
                    <a:pt x="78980" y="12819"/>
                    <a:pt x="78955" y="12794"/>
                  </a:cubicBezTo>
                  <a:cubicBezTo>
                    <a:pt x="78731" y="12570"/>
                    <a:pt x="78507" y="12396"/>
                    <a:pt x="78283" y="12197"/>
                  </a:cubicBezTo>
                  <a:cubicBezTo>
                    <a:pt x="78233" y="12147"/>
                    <a:pt x="78158" y="12097"/>
                    <a:pt x="78108" y="12048"/>
                  </a:cubicBezTo>
                  <a:lnTo>
                    <a:pt x="78034" y="11973"/>
                  </a:lnTo>
                  <a:cubicBezTo>
                    <a:pt x="77860" y="11824"/>
                    <a:pt x="77636" y="11674"/>
                    <a:pt x="77461" y="11550"/>
                  </a:cubicBezTo>
                  <a:cubicBezTo>
                    <a:pt x="77387" y="11475"/>
                    <a:pt x="77287" y="11450"/>
                    <a:pt x="77237" y="11400"/>
                  </a:cubicBezTo>
                  <a:cubicBezTo>
                    <a:pt x="77138" y="11326"/>
                    <a:pt x="77088" y="11301"/>
                    <a:pt x="76988" y="11226"/>
                  </a:cubicBezTo>
                  <a:cubicBezTo>
                    <a:pt x="76963" y="11226"/>
                    <a:pt x="76963" y="11201"/>
                    <a:pt x="76914" y="11201"/>
                  </a:cubicBezTo>
                  <a:cubicBezTo>
                    <a:pt x="76889" y="11176"/>
                    <a:pt x="76864" y="11176"/>
                    <a:pt x="76864" y="11127"/>
                  </a:cubicBezTo>
                  <a:cubicBezTo>
                    <a:pt x="76739" y="11077"/>
                    <a:pt x="76640" y="10977"/>
                    <a:pt x="76515" y="10927"/>
                  </a:cubicBezTo>
                  <a:cubicBezTo>
                    <a:pt x="76466" y="10878"/>
                    <a:pt x="76391" y="10828"/>
                    <a:pt x="76341" y="10803"/>
                  </a:cubicBezTo>
                  <a:cubicBezTo>
                    <a:pt x="76117" y="10679"/>
                    <a:pt x="75893" y="10579"/>
                    <a:pt x="75669" y="10479"/>
                  </a:cubicBezTo>
                  <a:cubicBezTo>
                    <a:pt x="75570" y="10430"/>
                    <a:pt x="75470" y="10355"/>
                    <a:pt x="75370" y="10330"/>
                  </a:cubicBezTo>
                  <a:cubicBezTo>
                    <a:pt x="75196" y="10255"/>
                    <a:pt x="75097" y="10206"/>
                    <a:pt x="74922" y="10131"/>
                  </a:cubicBezTo>
                  <a:lnTo>
                    <a:pt x="74474" y="9957"/>
                  </a:lnTo>
                  <a:lnTo>
                    <a:pt x="74474" y="9932"/>
                  </a:lnTo>
                  <a:close/>
                  <a:moveTo>
                    <a:pt x="106687" y="9948"/>
                  </a:moveTo>
                  <a:cubicBezTo>
                    <a:pt x="106865" y="10088"/>
                    <a:pt x="107027" y="10249"/>
                    <a:pt x="107231" y="10430"/>
                  </a:cubicBezTo>
                  <a:lnTo>
                    <a:pt x="107256" y="10454"/>
                  </a:lnTo>
                  <a:cubicBezTo>
                    <a:pt x="107405" y="10604"/>
                    <a:pt x="107580" y="10728"/>
                    <a:pt x="107729" y="10903"/>
                  </a:cubicBezTo>
                  <a:lnTo>
                    <a:pt x="108028" y="11201"/>
                  </a:lnTo>
                  <a:cubicBezTo>
                    <a:pt x="108127" y="11301"/>
                    <a:pt x="108227" y="11425"/>
                    <a:pt x="108301" y="11525"/>
                  </a:cubicBezTo>
                  <a:cubicBezTo>
                    <a:pt x="108575" y="11799"/>
                    <a:pt x="108849" y="12097"/>
                    <a:pt x="109098" y="12421"/>
                  </a:cubicBezTo>
                  <a:cubicBezTo>
                    <a:pt x="109123" y="12446"/>
                    <a:pt x="109123" y="12471"/>
                    <a:pt x="109148" y="12520"/>
                  </a:cubicBezTo>
                  <a:cubicBezTo>
                    <a:pt x="109222" y="12595"/>
                    <a:pt x="109297" y="12695"/>
                    <a:pt x="109372" y="12794"/>
                  </a:cubicBezTo>
                  <a:cubicBezTo>
                    <a:pt x="109496" y="12944"/>
                    <a:pt x="109596" y="13068"/>
                    <a:pt x="109720" y="13217"/>
                  </a:cubicBezTo>
                  <a:lnTo>
                    <a:pt x="109048" y="12471"/>
                  </a:lnTo>
                  <a:cubicBezTo>
                    <a:pt x="108998" y="12396"/>
                    <a:pt x="108899" y="12296"/>
                    <a:pt x="108849" y="12197"/>
                  </a:cubicBezTo>
                  <a:cubicBezTo>
                    <a:pt x="108725" y="12048"/>
                    <a:pt x="108600" y="11923"/>
                    <a:pt x="108476" y="11774"/>
                  </a:cubicBezTo>
                  <a:cubicBezTo>
                    <a:pt x="108401" y="11699"/>
                    <a:pt x="108351" y="11649"/>
                    <a:pt x="108277" y="11550"/>
                  </a:cubicBezTo>
                  <a:cubicBezTo>
                    <a:pt x="108177" y="11450"/>
                    <a:pt x="108127" y="11351"/>
                    <a:pt x="108028" y="11276"/>
                  </a:cubicBezTo>
                  <a:lnTo>
                    <a:pt x="107978" y="11201"/>
                  </a:lnTo>
                  <a:cubicBezTo>
                    <a:pt x="107903" y="11127"/>
                    <a:pt x="107878" y="11077"/>
                    <a:pt x="107804" y="11052"/>
                  </a:cubicBezTo>
                  <a:cubicBezTo>
                    <a:pt x="107461" y="10670"/>
                    <a:pt x="107054" y="10271"/>
                    <a:pt x="106687" y="9948"/>
                  </a:cubicBezTo>
                  <a:close/>
                  <a:moveTo>
                    <a:pt x="86845" y="5402"/>
                  </a:moveTo>
                  <a:lnTo>
                    <a:pt x="86945" y="5427"/>
                  </a:lnTo>
                  <a:cubicBezTo>
                    <a:pt x="89782" y="7492"/>
                    <a:pt x="91799" y="10430"/>
                    <a:pt x="92894" y="14089"/>
                  </a:cubicBezTo>
                  <a:lnTo>
                    <a:pt x="92819" y="14089"/>
                  </a:lnTo>
                  <a:cubicBezTo>
                    <a:pt x="91724" y="10430"/>
                    <a:pt x="89708" y="7492"/>
                    <a:pt x="86845" y="5402"/>
                  </a:cubicBezTo>
                  <a:close/>
                  <a:moveTo>
                    <a:pt x="110392" y="14313"/>
                  </a:moveTo>
                  <a:cubicBezTo>
                    <a:pt x="110395" y="14318"/>
                    <a:pt x="110397" y="14323"/>
                    <a:pt x="110400" y="14328"/>
                  </a:cubicBezTo>
                  <a:lnTo>
                    <a:pt x="110400" y="14328"/>
                  </a:lnTo>
                  <a:cubicBezTo>
                    <a:pt x="110395" y="14323"/>
                    <a:pt x="110392" y="14319"/>
                    <a:pt x="110392" y="14313"/>
                  </a:cubicBezTo>
                  <a:close/>
                  <a:moveTo>
                    <a:pt x="95582" y="14163"/>
                  </a:moveTo>
                  <a:lnTo>
                    <a:pt x="94761" y="14238"/>
                  </a:lnTo>
                  <a:cubicBezTo>
                    <a:pt x="94213" y="14288"/>
                    <a:pt x="93690" y="14313"/>
                    <a:pt x="93143" y="14337"/>
                  </a:cubicBezTo>
                  <a:cubicBezTo>
                    <a:pt x="93143" y="14313"/>
                    <a:pt x="93093" y="14288"/>
                    <a:pt x="93093" y="14238"/>
                  </a:cubicBezTo>
                  <a:cubicBezTo>
                    <a:pt x="93922" y="14189"/>
                    <a:pt x="94775" y="14164"/>
                    <a:pt x="95582" y="14163"/>
                  </a:cubicBezTo>
                  <a:close/>
                  <a:moveTo>
                    <a:pt x="92944" y="14288"/>
                  </a:moveTo>
                  <a:cubicBezTo>
                    <a:pt x="92944" y="14313"/>
                    <a:pt x="92968" y="14337"/>
                    <a:pt x="92968" y="14387"/>
                  </a:cubicBezTo>
                  <a:lnTo>
                    <a:pt x="92919" y="14387"/>
                  </a:lnTo>
                  <a:cubicBezTo>
                    <a:pt x="92894" y="14313"/>
                    <a:pt x="92894" y="14288"/>
                    <a:pt x="92894" y="14288"/>
                  </a:cubicBezTo>
                  <a:close/>
                  <a:moveTo>
                    <a:pt x="95557" y="14362"/>
                  </a:moveTo>
                  <a:cubicBezTo>
                    <a:pt x="95134" y="14412"/>
                    <a:pt x="94686" y="14462"/>
                    <a:pt x="94263" y="14537"/>
                  </a:cubicBezTo>
                  <a:cubicBezTo>
                    <a:pt x="94064" y="14562"/>
                    <a:pt x="93840" y="14562"/>
                    <a:pt x="93665" y="14586"/>
                  </a:cubicBezTo>
                  <a:cubicBezTo>
                    <a:pt x="93466" y="14661"/>
                    <a:pt x="93392" y="14686"/>
                    <a:pt x="93267" y="14686"/>
                  </a:cubicBezTo>
                  <a:lnTo>
                    <a:pt x="93267" y="14636"/>
                  </a:lnTo>
                  <a:cubicBezTo>
                    <a:pt x="93367" y="14586"/>
                    <a:pt x="93516" y="14562"/>
                    <a:pt x="93641" y="14562"/>
                  </a:cubicBezTo>
                  <a:cubicBezTo>
                    <a:pt x="93964" y="14487"/>
                    <a:pt x="94313" y="14462"/>
                    <a:pt x="94661" y="14437"/>
                  </a:cubicBezTo>
                  <a:cubicBezTo>
                    <a:pt x="94711" y="14437"/>
                    <a:pt x="94786" y="14412"/>
                    <a:pt x="94835" y="14412"/>
                  </a:cubicBezTo>
                  <a:cubicBezTo>
                    <a:pt x="95010" y="14412"/>
                    <a:pt x="95134" y="14412"/>
                    <a:pt x="95283" y="14362"/>
                  </a:cubicBezTo>
                  <a:close/>
                  <a:moveTo>
                    <a:pt x="97623" y="14263"/>
                  </a:moveTo>
                  <a:cubicBezTo>
                    <a:pt x="97996" y="14263"/>
                    <a:pt x="98345" y="14263"/>
                    <a:pt x="98743" y="14288"/>
                  </a:cubicBezTo>
                  <a:cubicBezTo>
                    <a:pt x="98942" y="14288"/>
                    <a:pt x="99166" y="14313"/>
                    <a:pt x="99390" y="14313"/>
                  </a:cubicBezTo>
                  <a:lnTo>
                    <a:pt x="99614" y="14313"/>
                  </a:lnTo>
                  <a:cubicBezTo>
                    <a:pt x="100411" y="14412"/>
                    <a:pt x="101232" y="14537"/>
                    <a:pt x="102004" y="14686"/>
                  </a:cubicBezTo>
                  <a:cubicBezTo>
                    <a:pt x="101158" y="14537"/>
                    <a:pt x="100311" y="14437"/>
                    <a:pt x="99490" y="14387"/>
                  </a:cubicBezTo>
                  <a:cubicBezTo>
                    <a:pt x="98868" y="14313"/>
                    <a:pt x="98245" y="14288"/>
                    <a:pt x="97623" y="14263"/>
                  </a:cubicBezTo>
                  <a:close/>
                  <a:moveTo>
                    <a:pt x="90778" y="5252"/>
                  </a:moveTo>
                  <a:cubicBezTo>
                    <a:pt x="91475" y="5252"/>
                    <a:pt x="92172" y="5302"/>
                    <a:pt x="92844" y="5327"/>
                  </a:cubicBezTo>
                  <a:cubicBezTo>
                    <a:pt x="93143" y="5352"/>
                    <a:pt x="93417" y="5377"/>
                    <a:pt x="93690" y="5377"/>
                  </a:cubicBezTo>
                  <a:cubicBezTo>
                    <a:pt x="94064" y="5427"/>
                    <a:pt x="94462" y="5451"/>
                    <a:pt x="94835" y="5476"/>
                  </a:cubicBezTo>
                  <a:cubicBezTo>
                    <a:pt x="95184" y="5501"/>
                    <a:pt x="95532" y="5576"/>
                    <a:pt x="95881" y="5626"/>
                  </a:cubicBezTo>
                  <a:cubicBezTo>
                    <a:pt x="96155" y="5675"/>
                    <a:pt x="96453" y="5725"/>
                    <a:pt x="96752" y="5750"/>
                  </a:cubicBezTo>
                  <a:cubicBezTo>
                    <a:pt x="97125" y="5825"/>
                    <a:pt x="97499" y="5924"/>
                    <a:pt x="97872" y="5999"/>
                  </a:cubicBezTo>
                  <a:cubicBezTo>
                    <a:pt x="98121" y="6074"/>
                    <a:pt x="98320" y="6099"/>
                    <a:pt x="98544" y="6173"/>
                  </a:cubicBezTo>
                  <a:cubicBezTo>
                    <a:pt x="100934" y="8413"/>
                    <a:pt x="102651" y="11326"/>
                    <a:pt x="103622" y="14810"/>
                  </a:cubicBezTo>
                  <a:cubicBezTo>
                    <a:pt x="103398" y="14761"/>
                    <a:pt x="103149" y="14686"/>
                    <a:pt x="102900" y="14661"/>
                  </a:cubicBezTo>
                  <a:cubicBezTo>
                    <a:pt x="102850" y="14661"/>
                    <a:pt x="102751" y="14636"/>
                    <a:pt x="102676" y="14636"/>
                  </a:cubicBezTo>
                  <a:cubicBezTo>
                    <a:pt x="102402" y="14562"/>
                    <a:pt x="102153" y="14512"/>
                    <a:pt x="101880" y="14462"/>
                  </a:cubicBezTo>
                  <a:cubicBezTo>
                    <a:pt x="101780" y="14437"/>
                    <a:pt x="101680" y="14437"/>
                    <a:pt x="101606" y="14437"/>
                  </a:cubicBezTo>
                  <a:cubicBezTo>
                    <a:pt x="101357" y="14412"/>
                    <a:pt x="101108" y="14337"/>
                    <a:pt x="100859" y="14313"/>
                  </a:cubicBezTo>
                  <a:cubicBezTo>
                    <a:pt x="100735" y="14288"/>
                    <a:pt x="100610" y="14288"/>
                    <a:pt x="100486" y="14288"/>
                  </a:cubicBezTo>
                  <a:cubicBezTo>
                    <a:pt x="100262" y="14263"/>
                    <a:pt x="100038" y="14213"/>
                    <a:pt x="99789" y="14213"/>
                  </a:cubicBezTo>
                  <a:lnTo>
                    <a:pt x="99565" y="14213"/>
                  </a:lnTo>
                  <a:cubicBezTo>
                    <a:pt x="98377" y="14097"/>
                    <a:pt x="97138" y="14032"/>
                    <a:pt x="95864" y="14032"/>
                  </a:cubicBezTo>
                  <a:cubicBezTo>
                    <a:pt x="94949" y="14032"/>
                    <a:pt x="94015" y="14066"/>
                    <a:pt x="93068" y="14138"/>
                  </a:cubicBezTo>
                  <a:cubicBezTo>
                    <a:pt x="92023" y="10479"/>
                    <a:pt x="90031" y="7542"/>
                    <a:pt x="87219" y="5451"/>
                  </a:cubicBezTo>
                  <a:cubicBezTo>
                    <a:pt x="87318" y="5451"/>
                    <a:pt x="87418" y="5427"/>
                    <a:pt x="87542" y="5427"/>
                  </a:cubicBezTo>
                  <a:lnTo>
                    <a:pt x="88563" y="5327"/>
                  </a:lnTo>
                  <a:cubicBezTo>
                    <a:pt x="89309" y="5302"/>
                    <a:pt x="90056" y="5252"/>
                    <a:pt x="90778" y="5252"/>
                  </a:cubicBezTo>
                  <a:close/>
                  <a:moveTo>
                    <a:pt x="48115" y="10056"/>
                  </a:moveTo>
                  <a:cubicBezTo>
                    <a:pt x="46173" y="11176"/>
                    <a:pt x="43609" y="12769"/>
                    <a:pt x="41867" y="13964"/>
                  </a:cubicBezTo>
                  <a:cubicBezTo>
                    <a:pt x="41444" y="14263"/>
                    <a:pt x="41046" y="14537"/>
                    <a:pt x="40573" y="14885"/>
                  </a:cubicBezTo>
                  <a:lnTo>
                    <a:pt x="40448" y="14885"/>
                  </a:lnTo>
                  <a:cubicBezTo>
                    <a:pt x="41892" y="13889"/>
                    <a:pt x="43311" y="12944"/>
                    <a:pt x="44729" y="12048"/>
                  </a:cubicBezTo>
                  <a:cubicBezTo>
                    <a:pt x="45153" y="11774"/>
                    <a:pt x="45601" y="11525"/>
                    <a:pt x="45999" y="11276"/>
                  </a:cubicBezTo>
                  <a:cubicBezTo>
                    <a:pt x="46721" y="10828"/>
                    <a:pt x="47393" y="10430"/>
                    <a:pt x="48115" y="10056"/>
                  </a:cubicBezTo>
                  <a:close/>
                  <a:moveTo>
                    <a:pt x="98942" y="6248"/>
                  </a:moveTo>
                  <a:cubicBezTo>
                    <a:pt x="99017" y="6298"/>
                    <a:pt x="99042" y="6323"/>
                    <a:pt x="99067" y="6323"/>
                  </a:cubicBezTo>
                  <a:cubicBezTo>
                    <a:pt x="101357" y="8588"/>
                    <a:pt x="102975" y="11450"/>
                    <a:pt x="103896" y="14885"/>
                  </a:cubicBezTo>
                  <a:cubicBezTo>
                    <a:pt x="103871" y="14885"/>
                    <a:pt x="103846" y="14885"/>
                    <a:pt x="103846" y="14835"/>
                  </a:cubicBezTo>
                  <a:cubicBezTo>
                    <a:pt x="102900" y="11400"/>
                    <a:pt x="101257" y="8538"/>
                    <a:pt x="98942" y="6248"/>
                  </a:cubicBezTo>
                  <a:close/>
                  <a:moveTo>
                    <a:pt x="99440" y="6472"/>
                  </a:moveTo>
                  <a:lnTo>
                    <a:pt x="99440" y="6472"/>
                  </a:lnTo>
                  <a:cubicBezTo>
                    <a:pt x="99540" y="6497"/>
                    <a:pt x="99614" y="6522"/>
                    <a:pt x="99689" y="6522"/>
                  </a:cubicBezTo>
                  <a:cubicBezTo>
                    <a:pt x="99888" y="6596"/>
                    <a:pt x="100112" y="6646"/>
                    <a:pt x="100311" y="6721"/>
                  </a:cubicBezTo>
                  <a:cubicBezTo>
                    <a:pt x="100386" y="6721"/>
                    <a:pt x="100436" y="6746"/>
                    <a:pt x="100535" y="6796"/>
                  </a:cubicBezTo>
                  <a:cubicBezTo>
                    <a:pt x="102776" y="9110"/>
                    <a:pt x="104269" y="12048"/>
                    <a:pt x="105090" y="15209"/>
                  </a:cubicBezTo>
                  <a:cubicBezTo>
                    <a:pt x="105016" y="15184"/>
                    <a:pt x="104991" y="15184"/>
                    <a:pt x="104916" y="15184"/>
                  </a:cubicBezTo>
                  <a:cubicBezTo>
                    <a:pt x="104866" y="15184"/>
                    <a:pt x="104842" y="15159"/>
                    <a:pt x="104767" y="15159"/>
                  </a:cubicBezTo>
                  <a:lnTo>
                    <a:pt x="104120" y="14960"/>
                  </a:lnTo>
                  <a:cubicBezTo>
                    <a:pt x="103224" y="11575"/>
                    <a:pt x="101631" y="8712"/>
                    <a:pt x="99440" y="6472"/>
                  </a:cubicBezTo>
                  <a:close/>
                  <a:moveTo>
                    <a:pt x="100909" y="6920"/>
                  </a:moveTo>
                  <a:cubicBezTo>
                    <a:pt x="100934" y="6945"/>
                    <a:pt x="101008" y="6945"/>
                    <a:pt x="101033" y="6970"/>
                  </a:cubicBezTo>
                  <a:cubicBezTo>
                    <a:pt x="103149" y="9310"/>
                    <a:pt x="104543" y="12172"/>
                    <a:pt x="105339" y="15308"/>
                  </a:cubicBezTo>
                  <a:cubicBezTo>
                    <a:pt x="105290" y="15308"/>
                    <a:pt x="105290" y="15308"/>
                    <a:pt x="105265" y="15283"/>
                  </a:cubicBezTo>
                  <a:cubicBezTo>
                    <a:pt x="104493" y="12147"/>
                    <a:pt x="103049" y="9235"/>
                    <a:pt x="100909" y="6920"/>
                  </a:cubicBezTo>
                  <a:close/>
                  <a:moveTo>
                    <a:pt x="67530" y="8961"/>
                  </a:moveTo>
                  <a:cubicBezTo>
                    <a:pt x="68077" y="8961"/>
                    <a:pt x="68650" y="8986"/>
                    <a:pt x="69173" y="9011"/>
                  </a:cubicBezTo>
                  <a:lnTo>
                    <a:pt x="69272" y="9011"/>
                  </a:lnTo>
                  <a:cubicBezTo>
                    <a:pt x="69397" y="9011"/>
                    <a:pt x="69521" y="9061"/>
                    <a:pt x="69621" y="9061"/>
                  </a:cubicBezTo>
                  <a:cubicBezTo>
                    <a:pt x="69745" y="9061"/>
                    <a:pt x="69820" y="9085"/>
                    <a:pt x="69944" y="9085"/>
                  </a:cubicBezTo>
                  <a:cubicBezTo>
                    <a:pt x="70118" y="9110"/>
                    <a:pt x="70268" y="9110"/>
                    <a:pt x="70417" y="9160"/>
                  </a:cubicBezTo>
                  <a:cubicBezTo>
                    <a:pt x="66310" y="10803"/>
                    <a:pt x="62103" y="12844"/>
                    <a:pt x="57847" y="15333"/>
                  </a:cubicBezTo>
                  <a:cubicBezTo>
                    <a:pt x="58046" y="13541"/>
                    <a:pt x="58420" y="11799"/>
                    <a:pt x="58967" y="10206"/>
                  </a:cubicBezTo>
                  <a:cubicBezTo>
                    <a:pt x="60560" y="9807"/>
                    <a:pt x="62079" y="9484"/>
                    <a:pt x="63547" y="9285"/>
                  </a:cubicBezTo>
                  <a:cubicBezTo>
                    <a:pt x="63572" y="9285"/>
                    <a:pt x="63647" y="9285"/>
                    <a:pt x="63672" y="9235"/>
                  </a:cubicBezTo>
                  <a:lnTo>
                    <a:pt x="63746" y="9235"/>
                  </a:lnTo>
                  <a:cubicBezTo>
                    <a:pt x="64095" y="9185"/>
                    <a:pt x="64443" y="9160"/>
                    <a:pt x="64792" y="9110"/>
                  </a:cubicBezTo>
                  <a:cubicBezTo>
                    <a:pt x="64991" y="9085"/>
                    <a:pt x="65190" y="9085"/>
                    <a:pt x="65414" y="9061"/>
                  </a:cubicBezTo>
                  <a:cubicBezTo>
                    <a:pt x="65663" y="9011"/>
                    <a:pt x="65862" y="9011"/>
                    <a:pt x="66136" y="8986"/>
                  </a:cubicBezTo>
                  <a:cubicBezTo>
                    <a:pt x="66584" y="8961"/>
                    <a:pt x="67057" y="8961"/>
                    <a:pt x="67530" y="8961"/>
                  </a:cubicBezTo>
                  <a:close/>
                  <a:moveTo>
                    <a:pt x="40274" y="15084"/>
                  </a:moveTo>
                  <a:lnTo>
                    <a:pt x="40000" y="15283"/>
                  </a:lnTo>
                  <a:cubicBezTo>
                    <a:pt x="39950" y="15308"/>
                    <a:pt x="39901" y="15333"/>
                    <a:pt x="39876" y="15383"/>
                  </a:cubicBezTo>
                  <a:lnTo>
                    <a:pt x="39876" y="15333"/>
                  </a:lnTo>
                  <a:cubicBezTo>
                    <a:pt x="39876" y="15283"/>
                    <a:pt x="39926" y="15258"/>
                    <a:pt x="40000" y="15209"/>
                  </a:cubicBezTo>
                  <a:cubicBezTo>
                    <a:pt x="40025" y="15209"/>
                    <a:pt x="40025" y="15184"/>
                    <a:pt x="40050" y="15184"/>
                  </a:cubicBezTo>
                  <a:cubicBezTo>
                    <a:pt x="40075" y="15184"/>
                    <a:pt x="40100" y="15159"/>
                    <a:pt x="40150" y="15159"/>
                  </a:cubicBezTo>
                  <a:cubicBezTo>
                    <a:pt x="40174" y="15134"/>
                    <a:pt x="40199" y="15134"/>
                    <a:pt x="40274" y="15084"/>
                  </a:cubicBezTo>
                  <a:close/>
                  <a:moveTo>
                    <a:pt x="110591" y="14163"/>
                  </a:moveTo>
                  <a:lnTo>
                    <a:pt x="110591" y="14163"/>
                  </a:lnTo>
                  <a:cubicBezTo>
                    <a:pt x="110741" y="14412"/>
                    <a:pt x="110890" y="14636"/>
                    <a:pt x="111064" y="14810"/>
                  </a:cubicBezTo>
                  <a:cubicBezTo>
                    <a:pt x="111201" y="15021"/>
                    <a:pt x="111347" y="15245"/>
                    <a:pt x="111496" y="15472"/>
                  </a:cubicBezTo>
                  <a:lnTo>
                    <a:pt x="111496" y="15472"/>
                  </a:lnTo>
                  <a:cubicBezTo>
                    <a:pt x="111250" y="15117"/>
                    <a:pt x="111073" y="14883"/>
                    <a:pt x="111015" y="14810"/>
                  </a:cubicBezTo>
                  <a:cubicBezTo>
                    <a:pt x="110965" y="14761"/>
                    <a:pt x="110940" y="14686"/>
                    <a:pt x="110865" y="14636"/>
                  </a:cubicBezTo>
                  <a:cubicBezTo>
                    <a:pt x="110840" y="14562"/>
                    <a:pt x="110766" y="14512"/>
                    <a:pt x="110741" y="14412"/>
                  </a:cubicBezTo>
                  <a:cubicBezTo>
                    <a:pt x="110741" y="14412"/>
                    <a:pt x="110741" y="14387"/>
                    <a:pt x="110716" y="14387"/>
                  </a:cubicBezTo>
                  <a:cubicBezTo>
                    <a:pt x="110691" y="14337"/>
                    <a:pt x="110691" y="14313"/>
                    <a:pt x="110641" y="14288"/>
                  </a:cubicBezTo>
                  <a:cubicBezTo>
                    <a:pt x="110616" y="14263"/>
                    <a:pt x="110591" y="14188"/>
                    <a:pt x="110591" y="14163"/>
                  </a:cubicBezTo>
                  <a:close/>
                  <a:moveTo>
                    <a:pt x="58738" y="10296"/>
                  </a:moveTo>
                  <a:lnTo>
                    <a:pt x="58738" y="10296"/>
                  </a:lnTo>
                  <a:cubicBezTo>
                    <a:pt x="58193" y="11934"/>
                    <a:pt x="57822" y="13671"/>
                    <a:pt x="57623" y="15507"/>
                  </a:cubicBezTo>
                  <a:cubicBezTo>
                    <a:pt x="57598" y="15507"/>
                    <a:pt x="57598" y="15532"/>
                    <a:pt x="57573" y="15532"/>
                  </a:cubicBezTo>
                  <a:cubicBezTo>
                    <a:pt x="57748" y="13690"/>
                    <a:pt x="58096" y="11948"/>
                    <a:pt x="58693" y="10305"/>
                  </a:cubicBezTo>
                  <a:cubicBezTo>
                    <a:pt x="58711" y="10305"/>
                    <a:pt x="58730" y="10305"/>
                    <a:pt x="58738" y="10296"/>
                  </a:cubicBezTo>
                  <a:close/>
                  <a:moveTo>
                    <a:pt x="39677" y="15458"/>
                  </a:moveTo>
                  <a:lnTo>
                    <a:pt x="39677" y="15507"/>
                  </a:lnTo>
                  <a:cubicBezTo>
                    <a:pt x="39627" y="15532"/>
                    <a:pt x="39577" y="15557"/>
                    <a:pt x="39527" y="15582"/>
                  </a:cubicBezTo>
                  <a:cubicBezTo>
                    <a:pt x="39552" y="15557"/>
                    <a:pt x="39552" y="15557"/>
                    <a:pt x="39577" y="15557"/>
                  </a:cubicBezTo>
                  <a:lnTo>
                    <a:pt x="39677" y="15458"/>
                  </a:lnTo>
                  <a:close/>
                  <a:moveTo>
                    <a:pt x="62452" y="4082"/>
                  </a:moveTo>
                  <a:lnTo>
                    <a:pt x="62452" y="4082"/>
                  </a:lnTo>
                  <a:cubicBezTo>
                    <a:pt x="61954" y="4481"/>
                    <a:pt x="61506" y="4954"/>
                    <a:pt x="61083" y="5476"/>
                  </a:cubicBezTo>
                  <a:cubicBezTo>
                    <a:pt x="55209" y="8015"/>
                    <a:pt x="49210" y="11450"/>
                    <a:pt x="43286" y="15657"/>
                  </a:cubicBezTo>
                  <a:cubicBezTo>
                    <a:pt x="42390" y="15159"/>
                    <a:pt x="41618" y="14885"/>
                    <a:pt x="40946" y="14835"/>
                  </a:cubicBezTo>
                  <a:cubicBezTo>
                    <a:pt x="48239" y="9782"/>
                    <a:pt x="55632" y="6123"/>
                    <a:pt x="62452" y="4082"/>
                  </a:cubicBezTo>
                  <a:close/>
                  <a:moveTo>
                    <a:pt x="70915" y="9235"/>
                  </a:moveTo>
                  <a:cubicBezTo>
                    <a:pt x="66659" y="10927"/>
                    <a:pt x="62228" y="13068"/>
                    <a:pt x="57822" y="15682"/>
                  </a:cubicBezTo>
                  <a:lnTo>
                    <a:pt x="57822" y="15632"/>
                  </a:lnTo>
                  <a:cubicBezTo>
                    <a:pt x="62178" y="13068"/>
                    <a:pt x="66534" y="10927"/>
                    <a:pt x="70815" y="9235"/>
                  </a:cubicBezTo>
                  <a:close/>
                  <a:moveTo>
                    <a:pt x="86571" y="5451"/>
                  </a:moveTo>
                  <a:cubicBezTo>
                    <a:pt x="89484" y="7468"/>
                    <a:pt x="91550" y="10430"/>
                    <a:pt x="92645" y="14089"/>
                  </a:cubicBezTo>
                  <a:cubicBezTo>
                    <a:pt x="89832" y="14337"/>
                    <a:pt x="86845" y="14885"/>
                    <a:pt x="83759" y="15706"/>
                  </a:cubicBezTo>
                  <a:cubicBezTo>
                    <a:pt x="82390" y="12421"/>
                    <a:pt x="80573" y="9434"/>
                    <a:pt x="78283" y="6995"/>
                  </a:cubicBezTo>
                  <a:cubicBezTo>
                    <a:pt x="79477" y="6696"/>
                    <a:pt x="80622" y="6422"/>
                    <a:pt x="81767" y="6173"/>
                  </a:cubicBezTo>
                  <a:cubicBezTo>
                    <a:pt x="81892" y="6123"/>
                    <a:pt x="81991" y="6123"/>
                    <a:pt x="82116" y="6099"/>
                  </a:cubicBezTo>
                  <a:cubicBezTo>
                    <a:pt x="82763" y="5974"/>
                    <a:pt x="83410" y="5850"/>
                    <a:pt x="84033" y="5750"/>
                  </a:cubicBezTo>
                  <a:cubicBezTo>
                    <a:pt x="84306" y="5725"/>
                    <a:pt x="84555" y="5700"/>
                    <a:pt x="84829" y="5675"/>
                  </a:cubicBezTo>
                  <a:cubicBezTo>
                    <a:pt x="85327" y="5601"/>
                    <a:pt x="85825" y="5501"/>
                    <a:pt x="86323" y="5476"/>
                  </a:cubicBezTo>
                  <a:cubicBezTo>
                    <a:pt x="86422" y="5451"/>
                    <a:pt x="86472" y="5451"/>
                    <a:pt x="86571" y="5451"/>
                  </a:cubicBezTo>
                  <a:close/>
                  <a:moveTo>
                    <a:pt x="60834" y="5750"/>
                  </a:moveTo>
                  <a:lnTo>
                    <a:pt x="60834" y="5750"/>
                  </a:lnTo>
                  <a:cubicBezTo>
                    <a:pt x="60809" y="5825"/>
                    <a:pt x="60784" y="5875"/>
                    <a:pt x="60734" y="5924"/>
                  </a:cubicBezTo>
                  <a:cubicBezTo>
                    <a:pt x="55109" y="8389"/>
                    <a:pt x="49285" y="11699"/>
                    <a:pt x="43535" y="15781"/>
                  </a:cubicBezTo>
                  <a:cubicBezTo>
                    <a:pt x="43510" y="15781"/>
                    <a:pt x="43510" y="15756"/>
                    <a:pt x="43460" y="15756"/>
                  </a:cubicBezTo>
                  <a:cubicBezTo>
                    <a:pt x="49235" y="11674"/>
                    <a:pt x="55109" y="8289"/>
                    <a:pt x="60834" y="5750"/>
                  </a:cubicBezTo>
                  <a:close/>
                  <a:moveTo>
                    <a:pt x="40921" y="15034"/>
                  </a:moveTo>
                  <a:cubicBezTo>
                    <a:pt x="41046" y="15034"/>
                    <a:pt x="41170" y="15059"/>
                    <a:pt x="41319" y="15059"/>
                  </a:cubicBezTo>
                  <a:cubicBezTo>
                    <a:pt x="41867" y="15184"/>
                    <a:pt x="42440" y="15408"/>
                    <a:pt x="43112" y="15781"/>
                  </a:cubicBezTo>
                  <a:lnTo>
                    <a:pt x="43062" y="15806"/>
                  </a:lnTo>
                  <a:cubicBezTo>
                    <a:pt x="43012" y="15781"/>
                    <a:pt x="42987" y="15756"/>
                    <a:pt x="42912" y="15706"/>
                  </a:cubicBezTo>
                  <a:cubicBezTo>
                    <a:pt x="42863" y="15682"/>
                    <a:pt x="42813" y="15657"/>
                    <a:pt x="42763" y="15657"/>
                  </a:cubicBezTo>
                  <a:cubicBezTo>
                    <a:pt x="42664" y="15632"/>
                    <a:pt x="42564" y="15557"/>
                    <a:pt x="42489" y="15532"/>
                  </a:cubicBezTo>
                  <a:cubicBezTo>
                    <a:pt x="42415" y="15507"/>
                    <a:pt x="42365" y="15458"/>
                    <a:pt x="42265" y="15433"/>
                  </a:cubicBezTo>
                  <a:cubicBezTo>
                    <a:pt x="42191" y="15408"/>
                    <a:pt x="42141" y="15383"/>
                    <a:pt x="42066" y="15383"/>
                  </a:cubicBezTo>
                  <a:cubicBezTo>
                    <a:pt x="41991" y="15333"/>
                    <a:pt x="41917" y="15308"/>
                    <a:pt x="41867" y="15283"/>
                  </a:cubicBezTo>
                  <a:cubicBezTo>
                    <a:pt x="41792" y="15258"/>
                    <a:pt x="41767" y="15258"/>
                    <a:pt x="41693" y="15209"/>
                  </a:cubicBezTo>
                  <a:cubicBezTo>
                    <a:pt x="41643" y="15184"/>
                    <a:pt x="41543" y="15159"/>
                    <a:pt x="41494" y="15159"/>
                  </a:cubicBezTo>
                  <a:cubicBezTo>
                    <a:pt x="41419" y="15159"/>
                    <a:pt x="41369" y="15134"/>
                    <a:pt x="41295" y="15134"/>
                  </a:cubicBezTo>
                  <a:cubicBezTo>
                    <a:pt x="41245" y="15134"/>
                    <a:pt x="41170" y="15084"/>
                    <a:pt x="41120" y="15084"/>
                  </a:cubicBezTo>
                  <a:cubicBezTo>
                    <a:pt x="40996" y="15084"/>
                    <a:pt x="40896" y="15059"/>
                    <a:pt x="40772" y="15059"/>
                  </a:cubicBezTo>
                  <a:cubicBezTo>
                    <a:pt x="40697" y="15059"/>
                    <a:pt x="40647" y="15059"/>
                    <a:pt x="40573" y="15084"/>
                  </a:cubicBezTo>
                  <a:cubicBezTo>
                    <a:pt x="40622" y="15059"/>
                    <a:pt x="40647" y="15059"/>
                    <a:pt x="40672" y="15034"/>
                  </a:cubicBezTo>
                  <a:close/>
                  <a:moveTo>
                    <a:pt x="78084" y="7069"/>
                  </a:moveTo>
                  <a:cubicBezTo>
                    <a:pt x="80374" y="9459"/>
                    <a:pt x="82216" y="12471"/>
                    <a:pt x="83585" y="15781"/>
                  </a:cubicBezTo>
                  <a:cubicBezTo>
                    <a:pt x="83560" y="15781"/>
                    <a:pt x="83560" y="15781"/>
                    <a:pt x="83510" y="15806"/>
                  </a:cubicBezTo>
                  <a:cubicBezTo>
                    <a:pt x="82141" y="12520"/>
                    <a:pt x="80324" y="9534"/>
                    <a:pt x="78009" y="7094"/>
                  </a:cubicBezTo>
                  <a:cubicBezTo>
                    <a:pt x="78034" y="7094"/>
                    <a:pt x="78034" y="7094"/>
                    <a:pt x="78084" y="7069"/>
                  </a:cubicBezTo>
                  <a:close/>
                  <a:moveTo>
                    <a:pt x="57623" y="15756"/>
                  </a:moveTo>
                  <a:lnTo>
                    <a:pt x="57623" y="15806"/>
                  </a:lnTo>
                  <a:cubicBezTo>
                    <a:pt x="57598" y="15806"/>
                    <a:pt x="57598" y="15831"/>
                    <a:pt x="57573" y="15831"/>
                  </a:cubicBezTo>
                  <a:lnTo>
                    <a:pt x="57573" y="15781"/>
                  </a:lnTo>
                  <a:cubicBezTo>
                    <a:pt x="57598" y="15781"/>
                    <a:pt x="57598" y="15756"/>
                    <a:pt x="57623" y="15756"/>
                  </a:cubicBezTo>
                  <a:close/>
                  <a:moveTo>
                    <a:pt x="92695" y="14288"/>
                  </a:moveTo>
                  <a:cubicBezTo>
                    <a:pt x="92695" y="14313"/>
                    <a:pt x="92720" y="14337"/>
                    <a:pt x="92720" y="14387"/>
                  </a:cubicBezTo>
                  <a:cubicBezTo>
                    <a:pt x="89907" y="14636"/>
                    <a:pt x="86945" y="15159"/>
                    <a:pt x="83858" y="16005"/>
                  </a:cubicBezTo>
                  <a:cubicBezTo>
                    <a:pt x="83858" y="15955"/>
                    <a:pt x="83833" y="15931"/>
                    <a:pt x="83833" y="15906"/>
                  </a:cubicBezTo>
                  <a:cubicBezTo>
                    <a:pt x="86895" y="15059"/>
                    <a:pt x="89907" y="14537"/>
                    <a:pt x="92695" y="14288"/>
                  </a:cubicBezTo>
                  <a:close/>
                  <a:moveTo>
                    <a:pt x="110635" y="14700"/>
                  </a:moveTo>
                  <a:cubicBezTo>
                    <a:pt x="110653" y="14721"/>
                    <a:pt x="110672" y="14742"/>
                    <a:pt x="110691" y="14761"/>
                  </a:cubicBezTo>
                  <a:cubicBezTo>
                    <a:pt x="110766" y="14885"/>
                    <a:pt x="110840" y="15010"/>
                    <a:pt x="110940" y="15159"/>
                  </a:cubicBezTo>
                  <a:cubicBezTo>
                    <a:pt x="111073" y="15425"/>
                    <a:pt x="111206" y="15712"/>
                    <a:pt x="111340" y="16018"/>
                  </a:cubicBezTo>
                  <a:lnTo>
                    <a:pt x="111340" y="16018"/>
                  </a:lnTo>
                  <a:cubicBezTo>
                    <a:pt x="111306" y="15954"/>
                    <a:pt x="111272" y="15892"/>
                    <a:pt x="111239" y="15831"/>
                  </a:cubicBezTo>
                  <a:cubicBezTo>
                    <a:pt x="111089" y="15557"/>
                    <a:pt x="110965" y="15283"/>
                    <a:pt x="110815" y="15010"/>
                  </a:cubicBezTo>
                  <a:cubicBezTo>
                    <a:pt x="110755" y="14902"/>
                    <a:pt x="110695" y="14799"/>
                    <a:pt x="110635" y="14700"/>
                  </a:cubicBezTo>
                  <a:close/>
                  <a:moveTo>
                    <a:pt x="83634" y="15955"/>
                  </a:moveTo>
                  <a:cubicBezTo>
                    <a:pt x="83634" y="16005"/>
                    <a:pt x="83684" y="16030"/>
                    <a:pt x="83684" y="16055"/>
                  </a:cubicBezTo>
                  <a:cubicBezTo>
                    <a:pt x="83634" y="16055"/>
                    <a:pt x="83634" y="16055"/>
                    <a:pt x="83609" y="16080"/>
                  </a:cubicBezTo>
                  <a:cubicBezTo>
                    <a:pt x="83609" y="16030"/>
                    <a:pt x="83609" y="16005"/>
                    <a:pt x="83585" y="15955"/>
                  </a:cubicBezTo>
                  <a:close/>
                  <a:moveTo>
                    <a:pt x="60486" y="6223"/>
                  </a:moveTo>
                  <a:lnTo>
                    <a:pt x="60486" y="6223"/>
                  </a:lnTo>
                  <a:cubicBezTo>
                    <a:pt x="59789" y="7244"/>
                    <a:pt x="59166" y="8488"/>
                    <a:pt x="58619" y="9857"/>
                  </a:cubicBezTo>
                  <a:cubicBezTo>
                    <a:pt x="57847" y="10081"/>
                    <a:pt x="57051" y="10330"/>
                    <a:pt x="56229" y="10604"/>
                  </a:cubicBezTo>
                  <a:cubicBezTo>
                    <a:pt x="55433" y="10903"/>
                    <a:pt x="54611" y="11176"/>
                    <a:pt x="53815" y="11525"/>
                  </a:cubicBezTo>
                  <a:cubicBezTo>
                    <a:pt x="52520" y="12023"/>
                    <a:pt x="51201" y="12645"/>
                    <a:pt x="49882" y="13267"/>
                  </a:cubicBezTo>
                  <a:cubicBezTo>
                    <a:pt x="49708" y="13342"/>
                    <a:pt x="49484" y="13441"/>
                    <a:pt x="49285" y="13541"/>
                  </a:cubicBezTo>
                  <a:cubicBezTo>
                    <a:pt x="49260" y="13541"/>
                    <a:pt x="49260" y="13566"/>
                    <a:pt x="49235" y="13566"/>
                  </a:cubicBezTo>
                  <a:cubicBezTo>
                    <a:pt x="48861" y="13765"/>
                    <a:pt x="48463" y="13939"/>
                    <a:pt x="48090" y="14163"/>
                  </a:cubicBezTo>
                  <a:cubicBezTo>
                    <a:pt x="48040" y="14163"/>
                    <a:pt x="48040" y="14188"/>
                    <a:pt x="48015" y="14188"/>
                  </a:cubicBezTo>
                  <a:cubicBezTo>
                    <a:pt x="47916" y="14263"/>
                    <a:pt x="47841" y="14313"/>
                    <a:pt x="47741" y="14337"/>
                  </a:cubicBezTo>
                  <a:cubicBezTo>
                    <a:pt x="47169" y="14636"/>
                    <a:pt x="46646" y="14935"/>
                    <a:pt x="46099" y="15258"/>
                  </a:cubicBezTo>
                  <a:cubicBezTo>
                    <a:pt x="45899" y="15333"/>
                    <a:pt x="45750" y="15433"/>
                    <a:pt x="45551" y="15532"/>
                  </a:cubicBezTo>
                  <a:cubicBezTo>
                    <a:pt x="45227" y="15706"/>
                    <a:pt x="44904" y="15931"/>
                    <a:pt x="44555" y="16105"/>
                  </a:cubicBezTo>
                  <a:cubicBezTo>
                    <a:pt x="44481" y="16179"/>
                    <a:pt x="44381" y="16204"/>
                    <a:pt x="44281" y="16279"/>
                  </a:cubicBezTo>
                  <a:cubicBezTo>
                    <a:pt x="44107" y="16155"/>
                    <a:pt x="43883" y="16030"/>
                    <a:pt x="43684" y="15906"/>
                  </a:cubicBezTo>
                  <a:cubicBezTo>
                    <a:pt x="49334" y="11923"/>
                    <a:pt x="54985" y="8687"/>
                    <a:pt x="60486" y="6223"/>
                  </a:cubicBezTo>
                  <a:close/>
                  <a:moveTo>
                    <a:pt x="92844" y="14761"/>
                  </a:moveTo>
                  <a:lnTo>
                    <a:pt x="92844" y="14786"/>
                  </a:lnTo>
                  <a:lnTo>
                    <a:pt x="92844" y="14810"/>
                  </a:lnTo>
                  <a:cubicBezTo>
                    <a:pt x="92670" y="14810"/>
                    <a:pt x="92545" y="14835"/>
                    <a:pt x="92396" y="14885"/>
                  </a:cubicBezTo>
                  <a:cubicBezTo>
                    <a:pt x="92147" y="14935"/>
                    <a:pt x="91898" y="14960"/>
                    <a:pt x="91649" y="15034"/>
                  </a:cubicBezTo>
                  <a:cubicBezTo>
                    <a:pt x="91276" y="15134"/>
                    <a:pt x="90903" y="15209"/>
                    <a:pt x="90529" y="15333"/>
                  </a:cubicBezTo>
                  <a:cubicBezTo>
                    <a:pt x="90230" y="15408"/>
                    <a:pt x="89957" y="15507"/>
                    <a:pt x="89683" y="15557"/>
                  </a:cubicBezTo>
                  <a:cubicBezTo>
                    <a:pt x="89334" y="15657"/>
                    <a:pt x="89036" y="15806"/>
                    <a:pt x="88687" y="15906"/>
                  </a:cubicBezTo>
                  <a:cubicBezTo>
                    <a:pt x="88364" y="16005"/>
                    <a:pt x="88090" y="16130"/>
                    <a:pt x="87791" y="16204"/>
                  </a:cubicBezTo>
                  <a:cubicBezTo>
                    <a:pt x="87722" y="16231"/>
                    <a:pt x="87656" y="16257"/>
                    <a:pt x="87591" y="16284"/>
                  </a:cubicBezTo>
                  <a:lnTo>
                    <a:pt x="87591" y="16284"/>
                  </a:lnTo>
                  <a:cubicBezTo>
                    <a:pt x="87673" y="16248"/>
                    <a:pt x="87756" y="16213"/>
                    <a:pt x="87841" y="16179"/>
                  </a:cubicBezTo>
                  <a:lnTo>
                    <a:pt x="88588" y="15906"/>
                  </a:lnTo>
                  <a:cubicBezTo>
                    <a:pt x="88961" y="15781"/>
                    <a:pt x="89334" y="15632"/>
                    <a:pt x="89733" y="15507"/>
                  </a:cubicBezTo>
                  <a:lnTo>
                    <a:pt x="90479" y="15308"/>
                  </a:lnTo>
                  <a:cubicBezTo>
                    <a:pt x="90878" y="15184"/>
                    <a:pt x="91301" y="15084"/>
                    <a:pt x="91699" y="14960"/>
                  </a:cubicBezTo>
                  <a:cubicBezTo>
                    <a:pt x="91948" y="14910"/>
                    <a:pt x="92222" y="14885"/>
                    <a:pt x="92471" y="14810"/>
                  </a:cubicBezTo>
                  <a:cubicBezTo>
                    <a:pt x="92595" y="14786"/>
                    <a:pt x="92720" y="14761"/>
                    <a:pt x="92844" y="14761"/>
                  </a:cubicBezTo>
                  <a:close/>
                  <a:moveTo>
                    <a:pt x="77835" y="7144"/>
                  </a:moveTo>
                  <a:cubicBezTo>
                    <a:pt x="80100" y="9558"/>
                    <a:pt x="81967" y="12570"/>
                    <a:pt x="83336" y="15881"/>
                  </a:cubicBezTo>
                  <a:cubicBezTo>
                    <a:pt x="82813" y="16030"/>
                    <a:pt x="82265" y="16179"/>
                    <a:pt x="81718" y="16329"/>
                  </a:cubicBezTo>
                  <a:cubicBezTo>
                    <a:pt x="81718" y="16304"/>
                    <a:pt x="81693" y="16304"/>
                    <a:pt x="81693" y="16279"/>
                  </a:cubicBezTo>
                  <a:cubicBezTo>
                    <a:pt x="81593" y="16080"/>
                    <a:pt x="81519" y="15931"/>
                    <a:pt x="81444" y="15781"/>
                  </a:cubicBezTo>
                  <a:cubicBezTo>
                    <a:pt x="81394" y="15731"/>
                    <a:pt x="81394" y="15682"/>
                    <a:pt x="81369" y="15657"/>
                  </a:cubicBezTo>
                  <a:cubicBezTo>
                    <a:pt x="81344" y="15582"/>
                    <a:pt x="81270" y="15482"/>
                    <a:pt x="81245" y="15433"/>
                  </a:cubicBezTo>
                  <a:lnTo>
                    <a:pt x="80971" y="14960"/>
                  </a:lnTo>
                  <a:cubicBezTo>
                    <a:pt x="80946" y="14935"/>
                    <a:pt x="80896" y="14860"/>
                    <a:pt x="80871" y="14835"/>
                  </a:cubicBezTo>
                  <a:cubicBezTo>
                    <a:pt x="80847" y="14810"/>
                    <a:pt x="80847" y="14786"/>
                    <a:pt x="80822" y="14761"/>
                  </a:cubicBezTo>
                  <a:cubicBezTo>
                    <a:pt x="80747" y="14686"/>
                    <a:pt x="80722" y="14586"/>
                    <a:pt x="80647" y="14537"/>
                  </a:cubicBezTo>
                  <a:cubicBezTo>
                    <a:pt x="80598" y="14437"/>
                    <a:pt x="80498" y="14337"/>
                    <a:pt x="80448" y="14238"/>
                  </a:cubicBezTo>
                  <a:cubicBezTo>
                    <a:pt x="80448" y="14238"/>
                    <a:pt x="80448" y="14213"/>
                    <a:pt x="80398" y="14213"/>
                  </a:cubicBezTo>
                  <a:cubicBezTo>
                    <a:pt x="80274" y="14039"/>
                    <a:pt x="80150" y="13865"/>
                    <a:pt x="80000" y="13690"/>
                  </a:cubicBezTo>
                  <a:cubicBezTo>
                    <a:pt x="79950" y="13616"/>
                    <a:pt x="79901" y="13566"/>
                    <a:pt x="79851" y="13491"/>
                  </a:cubicBezTo>
                  <a:cubicBezTo>
                    <a:pt x="79726" y="13342"/>
                    <a:pt x="79602" y="13217"/>
                    <a:pt x="79477" y="13068"/>
                  </a:cubicBezTo>
                  <a:lnTo>
                    <a:pt x="79378" y="12944"/>
                  </a:lnTo>
                  <a:lnTo>
                    <a:pt x="79328" y="12869"/>
                  </a:lnTo>
                  <a:lnTo>
                    <a:pt x="79229" y="12794"/>
                  </a:lnTo>
                  <a:lnTo>
                    <a:pt x="79204" y="12720"/>
                  </a:lnTo>
                  <a:lnTo>
                    <a:pt x="79079" y="12595"/>
                  </a:lnTo>
                  <a:cubicBezTo>
                    <a:pt x="78905" y="12446"/>
                    <a:pt x="78756" y="12296"/>
                    <a:pt x="78581" y="12122"/>
                  </a:cubicBezTo>
                  <a:cubicBezTo>
                    <a:pt x="78482" y="12048"/>
                    <a:pt x="78357" y="11948"/>
                    <a:pt x="78258" y="11848"/>
                  </a:cubicBezTo>
                  <a:cubicBezTo>
                    <a:pt x="78059" y="11699"/>
                    <a:pt x="77884" y="11575"/>
                    <a:pt x="77685" y="11425"/>
                  </a:cubicBezTo>
                  <a:cubicBezTo>
                    <a:pt x="77536" y="11301"/>
                    <a:pt x="77387" y="11201"/>
                    <a:pt x="77188" y="11077"/>
                  </a:cubicBezTo>
                  <a:cubicBezTo>
                    <a:pt x="76988" y="10952"/>
                    <a:pt x="76789" y="10803"/>
                    <a:pt x="76565" y="10679"/>
                  </a:cubicBezTo>
                  <a:cubicBezTo>
                    <a:pt x="76416" y="10579"/>
                    <a:pt x="76242" y="10479"/>
                    <a:pt x="76067" y="10405"/>
                  </a:cubicBezTo>
                  <a:cubicBezTo>
                    <a:pt x="75943" y="10330"/>
                    <a:pt x="75794" y="10230"/>
                    <a:pt x="75669" y="10181"/>
                  </a:cubicBezTo>
                  <a:cubicBezTo>
                    <a:pt x="75495" y="10081"/>
                    <a:pt x="75296" y="9982"/>
                    <a:pt x="75072" y="9882"/>
                  </a:cubicBezTo>
                  <a:cubicBezTo>
                    <a:pt x="74947" y="9832"/>
                    <a:pt x="74823" y="9807"/>
                    <a:pt x="74698" y="9733"/>
                  </a:cubicBezTo>
                  <a:cubicBezTo>
                    <a:pt x="74649" y="9708"/>
                    <a:pt x="74624" y="9708"/>
                    <a:pt x="74549" y="9683"/>
                  </a:cubicBezTo>
                  <a:cubicBezTo>
                    <a:pt x="75246" y="8936"/>
                    <a:pt x="75968" y="8165"/>
                    <a:pt x="76715" y="7468"/>
                  </a:cubicBezTo>
                  <a:cubicBezTo>
                    <a:pt x="77063" y="7343"/>
                    <a:pt x="77436" y="7244"/>
                    <a:pt x="77835" y="7144"/>
                  </a:cubicBezTo>
                  <a:close/>
                  <a:moveTo>
                    <a:pt x="58619" y="10031"/>
                  </a:moveTo>
                  <a:lnTo>
                    <a:pt x="58619" y="10056"/>
                  </a:lnTo>
                  <a:lnTo>
                    <a:pt x="58619" y="10081"/>
                  </a:lnTo>
                  <a:cubicBezTo>
                    <a:pt x="58469" y="10181"/>
                    <a:pt x="58370" y="10181"/>
                    <a:pt x="58320" y="10206"/>
                  </a:cubicBezTo>
                  <a:cubicBezTo>
                    <a:pt x="58121" y="10280"/>
                    <a:pt x="57922" y="10305"/>
                    <a:pt x="57723" y="10355"/>
                  </a:cubicBezTo>
                  <a:lnTo>
                    <a:pt x="56603" y="10728"/>
                  </a:lnTo>
                  <a:cubicBezTo>
                    <a:pt x="56379" y="10803"/>
                    <a:pt x="56204" y="10853"/>
                    <a:pt x="55980" y="10927"/>
                  </a:cubicBezTo>
                  <a:cubicBezTo>
                    <a:pt x="55607" y="11052"/>
                    <a:pt x="55209" y="11201"/>
                    <a:pt x="54810" y="11351"/>
                  </a:cubicBezTo>
                  <a:cubicBezTo>
                    <a:pt x="54611" y="11425"/>
                    <a:pt x="54387" y="11525"/>
                    <a:pt x="54213" y="11575"/>
                  </a:cubicBezTo>
                  <a:cubicBezTo>
                    <a:pt x="53815" y="11724"/>
                    <a:pt x="53392" y="11898"/>
                    <a:pt x="53018" y="12072"/>
                  </a:cubicBezTo>
                  <a:cubicBezTo>
                    <a:pt x="52844" y="12172"/>
                    <a:pt x="52620" y="12222"/>
                    <a:pt x="52446" y="12321"/>
                  </a:cubicBezTo>
                  <a:cubicBezTo>
                    <a:pt x="52023" y="12471"/>
                    <a:pt x="51649" y="12670"/>
                    <a:pt x="51251" y="12844"/>
                  </a:cubicBezTo>
                  <a:cubicBezTo>
                    <a:pt x="51027" y="12944"/>
                    <a:pt x="50853" y="13043"/>
                    <a:pt x="50629" y="13143"/>
                  </a:cubicBezTo>
                  <a:cubicBezTo>
                    <a:pt x="50255" y="13317"/>
                    <a:pt x="49857" y="13516"/>
                    <a:pt x="49484" y="13690"/>
                  </a:cubicBezTo>
                  <a:cubicBezTo>
                    <a:pt x="49260" y="13790"/>
                    <a:pt x="49036" y="13914"/>
                    <a:pt x="48837" y="14014"/>
                  </a:cubicBezTo>
                  <a:cubicBezTo>
                    <a:pt x="48463" y="14188"/>
                    <a:pt x="48040" y="14412"/>
                    <a:pt x="47667" y="14636"/>
                  </a:cubicBezTo>
                  <a:cubicBezTo>
                    <a:pt x="47468" y="14761"/>
                    <a:pt x="47244" y="14835"/>
                    <a:pt x="47019" y="14960"/>
                  </a:cubicBezTo>
                  <a:cubicBezTo>
                    <a:pt x="46771" y="15084"/>
                    <a:pt x="46522" y="15258"/>
                    <a:pt x="46273" y="15408"/>
                  </a:cubicBezTo>
                  <a:cubicBezTo>
                    <a:pt x="46099" y="15507"/>
                    <a:pt x="45924" y="15582"/>
                    <a:pt x="45750" y="15706"/>
                  </a:cubicBezTo>
                  <a:cubicBezTo>
                    <a:pt x="45551" y="15831"/>
                    <a:pt x="45377" y="15931"/>
                    <a:pt x="45178" y="16030"/>
                  </a:cubicBezTo>
                  <a:cubicBezTo>
                    <a:pt x="45028" y="16130"/>
                    <a:pt x="44904" y="16204"/>
                    <a:pt x="44754" y="16279"/>
                  </a:cubicBezTo>
                  <a:cubicBezTo>
                    <a:pt x="44680" y="16304"/>
                    <a:pt x="44630" y="16329"/>
                    <a:pt x="44555" y="16403"/>
                  </a:cubicBezTo>
                  <a:lnTo>
                    <a:pt x="44530" y="16379"/>
                  </a:lnTo>
                  <a:cubicBezTo>
                    <a:pt x="44530" y="16379"/>
                    <a:pt x="44505" y="16379"/>
                    <a:pt x="44505" y="16329"/>
                  </a:cubicBezTo>
                  <a:cubicBezTo>
                    <a:pt x="44555" y="16304"/>
                    <a:pt x="44605" y="16279"/>
                    <a:pt x="44655" y="16254"/>
                  </a:cubicBezTo>
                  <a:cubicBezTo>
                    <a:pt x="44779" y="16155"/>
                    <a:pt x="44929" y="16080"/>
                    <a:pt x="45053" y="16005"/>
                  </a:cubicBezTo>
                  <a:cubicBezTo>
                    <a:pt x="45277" y="15881"/>
                    <a:pt x="45476" y="15756"/>
                    <a:pt x="45675" y="15632"/>
                  </a:cubicBezTo>
                  <a:cubicBezTo>
                    <a:pt x="45850" y="15532"/>
                    <a:pt x="45999" y="15433"/>
                    <a:pt x="46173" y="15333"/>
                  </a:cubicBezTo>
                  <a:lnTo>
                    <a:pt x="46223" y="15333"/>
                  </a:lnTo>
                  <a:cubicBezTo>
                    <a:pt x="50454" y="12944"/>
                    <a:pt x="54636" y="11151"/>
                    <a:pt x="58619" y="10031"/>
                  </a:cubicBezTo>
                  <a:close/>
                  <a:moveTo>
                    <a:pt x="43510" y="16030"/>
                  </a:moveTo>
                  <a:cubicBezTo>
                    <a:pt x="43734" y="16130"/>
                    <a:pt x="43908" y="16254"/>
                    <a:pt x="44107" y="16403"/>
                  </a:cubicBezTo>
                  <a:cubicBezTo>
                    <a:pt x="44057" y="16403"/>
                    <a:pt x="44057" y="16428"/>
                    <a:pt x="44033" y="16428"/>
                  </a:cubicBezTo>
                  <a:cubicBezTo>
                    <a:pt x="43933" y="16379"/>
                    <a:pt x="43883" y="16329"/>
                    <a:pt x="43809" y="16279"/>
                  </a:cubicBezTo>
                  <a:lnTo>
                    <a:pt x="43784" y="16279"/>
                  </a:lnTo>
                  <a:cubicBezTo>
                    <a:pt x="43659" y="16204"/>
                    <a:pt x="43560" y="16155"/>
                    <a:pt x="43435" y="16055"/>
                  </a:cubicBezTo>
                  <a:cubicBezTo>
                    <a:pt x="43485" y="16055"/>
                    <a:pt x="43485" y="16030"/>
                    <a:pt x="43510" y="16030"/>
                  </a:cubicBezTo>
                  <a:close/>
                  <a:moveTo>
                    <a:pt x="44281" y="16503"/>
                  </a:moveTo>
                  <a:cubicBezTo>
                    <a:pt x="44306" y="16503"/>
                    <a:pt x="44306" y="16503"/>
                    <a:pt x="44356" y="16528"/>
                  </a:cubicBezTo>
                  <a:cubicBezTo>
                    <a:pt x="44306" y="16528"/>
                    <a:pt x="44306" y="16553"/>
                    <a:pt x="44281" y="16553"/>
                  </a:cubicBezTo>
                  <a:lnTo>
                    <a:pt x="44257" y="16553"/>
                  </a:lnTo>
                  <a:cubicBezTo>
                    <a:pt x="44257" y="16553"/>
                    <a:pt x="44232" y="16553"/>
                    <a:pt x="44232" y="16528"/>
                  </a:cubicBezTo>
                  <a:cubicBezTo>
                    <a:pt x="44257" y="16528"/>
                    <a:pt x="44257" y="16503"/>
                    <a:pt x="44281" y="16503"/>
                  </a:cubicBezTo>
                  <a:close/>
                  <a:moveTo>
                    <a:pt x="83385" y="16030"/>
                  </a:moveTo>
                  <a:cubicBezTo>
                    <a:pt x="83385" y="16055"/>
                    <a:pt x="83435" y="16080"/>
                    <a:pt x="83435" y="16105"/>
                  </a:cubicBezTo>
                  <a:lnTo>
                    <a:pt x="81842" y="16578"/>
                  </a:lnTo>
                  <a:cubicBezTo>
                    <a:pt x="81842" y="16553"/>
                    <a:pt x="81817" y="16553"/>
                    <a:pt x="81817" y="16553"/>
                  </a:cubicBezTo>
                  <a:cubicBezTo>
                    <a:pt x="81842" y="16528"/>
                    <a:pt x="81817" y="16503"/>
                    <a:pt x="81817" y="16503"/>
                  </a:cubicBezTo>
                  <a:lnTo>
                    <a:pt x="83385" y="16030"/>
                  </a:lnTo>
                  <a:close/>
                  <a:moveTo>
                    <a:pt x="92659" y="14538"/>
                  </a:moveTo>
                  <a:lnTo>
                    <a:pt x="92659" y="14538"/>
                  </a:lnTo>
                  <a:cubicBezTo>
                    <a:pt x="92628" y="14542"/>
                    <a:pt x="92567" y="14562"/>
                    <a:pt x="92545" y="14562"/>
                  </a:cubicBezTo>
                  <a:lnTo>
                    <a:pt x="91599" y="14761"/>
                  </a:lnTo>
                  <a:cubicBezTo>
                    <a:pt x="91276" y="14835"/>
                    <a:pt x="90903" y="14935"/>
                    <a:pt x="90554" y="15034"/>
                  </a:cubicBezTo>
                  <a:cubicBezTo>
                    <a:pt x="90280" y="15134"/>
                    <a:pt x="89957" y="15184"/>
                    <a:pt x="89683" y="15283"/>
                  </a:cubicBezTo>
                  <a:lnTo>
                    <a:pt x="88662" y="15657"/>
                  </a:lnTo>
                  <a:cubicBezTo>
                    <a:pt x="88364" y="15756"/>
                    <a:pt x="88090" y="15831"/>
                    <a:pt x="87816" y="15955"/>
                  </a:cubicBezTo>
                  <a:cubicBezTo>
                    <a:pt x="87468" y="16080"/>
                    <a:pt x="87169" y="16254"/>
                    <a:pt x="86845" y="16403"/>
                  </a:cubicBezTo>
                  <a:cubicBezTo>
                    <a:pt x="86571" y="16528"/>
                    <a:pt x="86248" y="16652"/>
                    <a:pt x="85974" y="16777"/>
                  </a:cubicBezTo>
                  <a:cubicBezTo>
                    <a:pt x="85675" y="16926"/>
                    <a:pt x="85377" y="17075"/>
                    <a:pt x="85078" y="17250"/>
                  </a:cubicBezTo>
                  <a:cubicBezTo>
                    <a:pt x="84879" y="17324"/>
                    <a:pt x="84680" y="17449"/>
                    <a:pt x="84481" y="17548"/>
                  </a:cubicBezTo>
                  <a:lnTo>
                    <a:pt x="83933" y="16155"/>
                  </a:lnTo>
                  <a:cubicBezTo>
                    <a:pt x="86966" y="15309"/>
                    <a:pt x="89899" y="14787"/>
                    <a:pt x="92659" y="14538"/>
                  </a:cubicBezTo>
                  <a:close/>
                  <a:moveTo>
                    <a:pt x="83734" y="16179"/>
                  </a:moveTo>
                  <a:cubicBezTo>
                    <a:pt x="83958" y="16677"/>
                    <a:pt x="84132" y="17175"/>
                    <a:pt x="84306" y="17648"/>
                  </a:cubicBezTo>
                  <a:cubicBezTo>
                    <a:pt x="84257" y="17648"/>
                    <a:pt x="84257" y="17673"/>
                    <a:pt x="84232" y="17673"/>
                  </a:cubicBezTo>
                  <a:cubicBezTo>
                    <a:pt x="84057" y="17175"/>
                    <a:pt x="83858" y="16677"/>
                    <a:pt x="83684" y="16204"/>
                  </a:cubicBezTo>
                  <a:cubicBezTo>
                    <a:pt x="83709" y="16204"/>
                    <a:pt x="83709" y="16204"/>
                    <a:pt x="83734" y="16179"/>
                  </a:cubicBezTo>
                  <a:close/>
                  <a:moveTo>
                    <a:pt x="111549" y="16427"/>
                  </a:moveTo>
                  <a:cubicBezTo>
                    <a:pt x="111605" y="16527"/>
                    <a:pt x="111662" y="16627"/>
                    <a:pt x="111711" y="16727"/>
                  </a:cubicBezTo>
                  <a:cubicBezTo>
                    <a:pt x="111836" y="17026"/>
                    <a:pt x="111960" y="17324"/>
                    <a:pt x="112060" y="17648"/>
                  </a:cubicBezTo>
                  <a:cubicBezTo>
                    <a:pt x="112075" y="17699"/>
                    <a:pt x="112092" y="17750"/>
                    <a:pt x="112111" y="17802"/>
                  </a:cubicBezTo>
                  <a:lnTo>
                    <a:pt x="112111" y="17802"/>
                  </a:lnTo>
                  <a:cubicBezTo>
                    <a:pt x="112061" y="17678"/>
                    <a:pt x="112008" y="17554"/>
                    <a:pt x="111960" y="17424"/>
                  </a:cubicBezTo>
                  <a:cubicBezTo>
                    <a:pt x="111836" y="17150"/>
                    <a:pt x="111736" y="16827"/>
                    <a:pt x="111612" y="16553"/>
                  </a:cubicBezTo>
                  <a:cubicBezTo>
                    <a:pt x="111591" y="16511"/>
                    <a:pt x="111570" y="16469"/>
                    <a:pt x="111549" y="16427"/>
                  </a:cubicBezTo>
                  <a:close/>
                  <a:moveTo>
                    <a:pt x="109646" y="17573"/>
                  </a:moveTo>
                  <a:cubicBezTo>
                    <a:pt x="109769" y="17644"/>
                    <a:pt x="109892" y="17727"/>
                    <a:pt x="110006" y="17813"/>
                  </a:cubicBezTo>
                  <a:lnTo>
                    <a:pt x="110006" y="17813"/>
                  </a:lnTo>
                  <a:cubicBezTo>
                    <a:pt x="109889" y="17731"/>
                    <a:pt x="109769" y="17650"/>
                    <a:pt x="109646" y="17573"/>
                  </a:cubicBezTo>
                  <a:close/>
                  <a:moveTo>
                    <a:pt x="87278" y="16426"/>
                  </a:moveTo>
                  <a:cubicBezTo>
                    <a:pt x="87156" y="16486"/>
                    <a:pt x="87038" y="16552"/>
                    <a:pt x="86920" y="16627"/>
                  </a:cubicBezTo>
                  <a:cubicBezTo>
                    <a:pt x="86596" y="16777"/>
                    <a:pt x="86298" y="16901"/>
                    <a:pt x="85974" y="17051"/>
                  </a:cubicBezTo>
                  <a:cubicBezTo>
                    <a:pt x="85700" y="17175"/>
                    <a:pt x="85451" y="17324"/>
                    <a:pt x="85178" y="17499"/>
                  </a:cubicBezTo>
                  <a:cubicBezTo>
                    <a:pt x="84954" y="17623"/>
                    <a:pt x="84730" y="17698"/>
                    <a:pt x="84555" y="17822"/>
                  </a:cubicBezTo>
                  <a:lnTo>
                    <a:pt x="84555" y="17797"/>
                  </a:lnTo>
                  <a:lnTo>
                    <a:pt x="84555" y="17772"/>
                  </a:lnTo>
                  <a:cubicBezTo>
                    <a:pt x="84730" y="17673"/>
                    <a:pt x="84879" y="17573"/>
                    <a:pt x="85078" y="17499"/>
                  </a:cubicBezTo>
                  <a:cubicBezTo>
                    <a:pt x="85377" y="17324"/>
                    <a:pt x="85700" y="17150"/>
                    <a:pt x="85999" y="17001"/>
                  </a:cubicBezTo>
                  <a:cubicBezTo>
                    <a:pt x="86248" y="16876"/>
                    <a:pt x="86547" y="16752"/>
                    <a:pt x="86795" y="16652"/>
                  </a:cubicBezTo>
                  <a:cubicBezTo>
                    <a:pt x="86951" y="16581"/>
                    <a:pt x="87112" y="16503"/>
                    <a:pt x="87278" y="16426"/>
                  </a:cubicBezTo>
                  <a:close/>
                  <a:moveTo>
                    <a:pt x="84356" y="17872"/>
                  </a:moveTo>
                  <a:lnTo>
                    <a:pt x="84356" y="17897"/>
                  </a:lnTo>
                  <a:lnTo>
                    <a:pt x="84356" y="17922"/>
                  </a:lnTo>
                  <a:cubicBezTo>
                    <a:pt x="84331" y="17922"/>
                    <a:pt x="84331" y="17947"/>
                    <a:pt x="84306" y="17947"/>
                  </a:cubicBezTo>
                  <a:lnTo>
                    <a:pt x="84306" y="17922"/>
                  </a:lnTo>
                  <a:lnTo>
                    <a:pt x="84306" y="17897"/>
                  </a:lnTo>
                  <a:cubicBezTo>
                    <a:pt x="84331" y="17872"/>
                    <a:pt x="84331" y="17872"/>
                    <a:pt x="84356" y="17872"/>
                  </a:cubicBezTo>
                  <a:close/>
                  <a:moveTo>
                    <a:pt x="40772" y="15209"/>
                  </a:moveTo>
                  <a:cubicBezTo>
                    <a:pt x="40946" y="15209"/>
                    <a:pt x="41170" y="15258"/>
                    <a:pt x="41394" y="15308"/>
                  </a:cubicBezTo>
                  <a:lnTo>
                    <a:pt x="41419" y="15308"/>
                  </a:lnTo>
                  <a:cubicBezTo>
                    <a:pt x="41643" y="15383"/>
                    <a:pt x="41892" y="15433"/>
                    <a:pt x="42141" y="15557"/>
                  </a:cubicBezTo>
                  <a:cubicBezTo>
                    <a:pt x="42390" y="15657"/>
                    <a:pt x="42639" y="15781"/>
                    <a:pt x="42888" y="15931"/>
                  </a:cubicBezTo>
                  <a:cubicBezTo>
                    <a:pt x="41743" y="16727"/>
                    <a:pt x="40622" y="17573"/>
                    <a:pt x="39527" y="18445"/>
                  </a:cubicBezTo>
                  <a:cubicBezTo>
                    <a:pt x="39502" y="18370"/>
                    <a:pt x="39502" y="18270"/>
                    <a:pt x="39502" y="18171"/>
                  </a:cubicBezTo>
                  <a:cubicBezTo>
                    <a:pt x="39502" y="18071"/>
                    <a:pt x="39453" y="17972"/>
                    <a:pt x="39453" y="17897"/>
                  </a:cubicBezTo>
                  <a:cubicBezTo>
                    <a:pt x="39453" y="17797"/>
                    <a:pt x="39428" y="17698"/>
                    <a:pt x="39428" y="17598"/>
                  </a:cubicBezTo>
                  <a:lnTo>
                    <a:pt x="39428" y="17399"/>
                  </a:lnTo>
                  <a:lnTo>
                    <a:pt x="39428" y="17100"/>
                  </a:lnTo>
                  <a:lnTo>
                    <a:pt x="39428" y="16926"/>
                  </a:lnTo>
                  <a:cubicBezTo>
                    <a:pt x="39428" y="16827"/>
                    <a:pt x="39428" y="16777"/>
                    <a:pt x="39453" y="16677"/>
                  </a:cubicBezTo>
                  <a:cubicBezTo>
                    <a:pt x="39453" y="16603"/>
                    <a:pt x="39502" y="16553"/>
                    <a:pt x="39502" y="16478"/>
                  </a:cubicBezTo>
                  <a:cubicBezTo>
                    <a:pt x="39453" y="16428"/>
                    <a:pt x="39502" y="16329"/>
                    <a:pt x="39502" y="16279"/>
                  </a:cubicBezTo>
                  <a:cubicBezTo>
                    <a:pt x="39527" y="16204"/>
                    <a:pt x="39527" y="16155"/>
                    <a:pt x="39552" y="16080"/>
                  </a:cubicBezTo>
                  <a:cubicBezTo>
                    <a:pt x="39577" y="16030"/>
                    <a:pt x="39577" y="16005"/>
                    <a:pt x="39602" y="15931"/>
                  </a:cubicBezTo>
                  <a:cubicBezTo>
                    <a:pt x="39652" y="15831"/>
                    <a:pt x="39701" y="15756"/>
                    <a:pt x="39776" y="15657"/>
                  </a:cubicBezTo>
                  <a:lnTo>
                    <a:pt x="39901" y="15532"/>
                  </a:lnTo>
                  <a:cubicBezTo>
                    <a:pt x="40000" y="15458"/>
                    <a:pt x="40075" y="15408"/>
                    <a:pt x="40150" y="15333"/>
                  </a:cubicBezTo>
                  <a:cubicBezTo>
                    <a:pt x="40324" y="15258"/>
                    <a:pt x="40523" y="15209"/>
                    <a:pt x="40772" y="15209"/>
                  </a:cubicBezTo>
                  <a:close/>
                  <a:moveTo>
                    <a:pt x="39428" y="15906"/>
                  </a:moveTo>
                  <a:cubicBezTo>
                    <a:pt x="39403" y="15931"/>
                    <a:pt x="39403" y="16005"/>
                    <a:pt x="39403" y="16030"/>
                  </a:cubicBezTo>
                  <a:cubicBezTo>
                    <a:pt x="39378" y="16080"/>
                    <a:pt x="39328" y="16155"/>
                    <a:pt x="39328" y="16204"/>
                  </a:cubicBezTo>
                  <a:cubicBezTo>
                    <a:pt x="39303" y="16279"/>
                    <a:pt x="39303" y="16379"/>
                    <a:pt x="39303" y="16428"/>
                  </a:cubicBezTo>
                  <a:cubicBezTo>
                    <a:pt x="39303" y="16503"/>
                    <a:pt x="39278" y="16553"/>
                    <a:pt x="39278" y="16627"/>
                  </a:cubicBezTo>
                  <a:cubicBezTo>
                    <a:pt x="39278" y="16702"/>
                    <a:pt x="39278" y="16802"/>
                    <a:pt x="39253" y="16876"/>
                  </a:cubicBezTo>
                  <a:lnTo>
                    <a:pt x="39253" y="17075"/>
                  </a:lnTo>
                  <a:lnTo>
                    <a:pt x="39253" y="17374"/>
                  </a:lnTo>
                  <a:lnTo>
                    <a:pt x="39253" y="17623"/>
                  </a:lnTo>
                  <a:cubicBezTo>
                    <a:pt x="39253" y="17698"/>
                    <a:pt x="39278" y="17822"/>
                    <a:pt x="39278" y="17922"/>
                  </a:cubicBezTo>
                  <a:cubicBezTo>
                    <a:pt x="39278" y="18021"/>
                    <a:pt x="39303" y="18121"/>
                    <a:pt x="39303" y="18196"/>
                  </a:cubicBezTo>
                  <a:cubicBezTo>
                    <a:pt x="39303" y="18295"/>
                    <a:pt x="39328" y="18420"/>
                    <a:pt x="39378" y="18544"/>
                  </a:cubicBezTo>
                  <a:lnTo>
                    <a:pt x="39378" y="18569"/>
                  </a:lnTo>
                  <a:cubicBezTo>
                    <a:pt x="39328" y="18569"/>
                    <a:pt x="39328" y="18594"/>
                    <a:pt x="39303" y="18594"/>
                  </a:cubicBezTo>
                  <a:lnTo>
                    <a:pt x="39303" y="18519"/>
                  </a:lnTo>
                  <a:cubicBezTo>
                    <a:pt x="39278" y="18420"/>
                    <a:pt x="39278" y="18295"/>
                    <a:pt x="39253" y="18196"/>
                  </a:cubicBezTo>
                  <a:cubicBezTo>
                    <a:pt x="39253" y="18121"/>
                    <a:pt x="39204" y="18021"/>
                    <a:pt x="39204" y="17922"/>
                  </a:cubicBezTo>
                  <a:cubicBezTo>
                    <a:pt x="39204" y="17822"/>
                    <a:pt x="39179" y="17698"/>
                    <a:pt x="39179" y="17598"/>
                  </a:cubicBezTo>
                  <a:lnTo>
                    <a:pt x="39179" y="17399"/>
                  </a:lnTo>
                  <a:lnTo>
                    <a:pt x="39179" y="17075"/>
                  </a:lnTo>
                  <a:lnTo>
                    <a:pt x="39179" y="16851"/>
                  </a:lnTo>
                  <a:cubicBezTo>
                    <a:pt x="39179" y="16777"/>
                    <a:pt x="39179" y="16677"/>
                    <a:pt x="39204" y="16578"/>
                  </a:cubicBezTo>
                  <a:cubicBezTo>
                    <a:pt x="39204" y="16528"/>
                    <a:pt x="39253" y="16453"/>
                    <a:pt x="39253" y="16403"/>
                  </a:cubicBezTo>
                  <a:cubicBezTo>
                    <a:pt x="39253" y="16329"/>
                    <a:pt x="39278" y="16229"/>
                    <a:pt x="39278" y="16179"/>
                  </a:cubicBezTo>
                  <a:cubicBezTo>
                    <a:pt x="39278" y="16130"/>
                    <a:pt x="39303" y="16055"/>
                    <a:pt x="39328" y="16005"/>
                  </a:cubicBezTo>
                  <a:lnTo>
                    <a:pt x="39428" y="15906"/>
                  </a:lnTo>
                  <a:close/>
                  <a:moveTo>
                    <a:pt x="43062" y="16030"/>
                  </a:moveTo>
                  <a:cubicBezTo>
                    <a:pt x="43112" y="16030"/>
                    <a:pt x="43112" y="16055"/>
                    <a:pt x="43136" y="16055"/>
                  </a:cubicBezTo>
                  <a:cubicBezTo>
                    <a:pt x="41917" y="16926"/>
                    <a:pt x="40747" y="17797"/>
                    <a:pt x="39577" y="18693"/>
                  </a:cubicBezTo>
                  <a:lnTo>
                    <a:pt x="39577" y="18644"/>
                  </a:lnTo>
                  <a:cubicBezTo>
                    <a:pt x="40697" y="17772"/>
                    <a:pt x="41892" y="16901"/>
                    <a:pt x="43062" y="16030"/>
                  </a:cubicBezTo>
                  <a:close/>
                  <a:moveTo>
                    <a:pt x="83585" y="16279"/>
                  </a:moveTo>
                  <a:cubicBezTo>
                    <a:pt x="83709" y="16777"/>
                    <a:pt x="83883" y="17275"/>
                    <a:pt x="84082" y="17797"/>
                  </a:cubicBezTo>
                  <a:cubicBezTo>
                    <a:pt x="83833" y="17947"/>
                    <a:pt x="83609" y="18121"/>
                    <a:pt x="83361" y="18270"/>
                  </a:cubicBezTo>
                  <a:cubicBezTo>
                    <a:pt x="83112" y="18420"/>
                    <a:pt x="82863" y="18569"/>
                    <a:pt x="82639" y="18743"/>
                  </a:cubicBezTo>
                  <a:cubicBezTo>
                    <a:pt x="82614" y="18644"/>
                    <a:pt x="82589" y="18569"/>
                    <a:pt x="82589" y="18494"/>
                  </a:cubicBezTo>
                  <a:cubicBezTo>
                    <a:pt x="82514" y="18295"/>
                    <a:pt x="82464" y="18121"/>
                    <a:pt x="82440" y="17947"/>
                  </a:cubicBezTo>
                  <a:lnTo>
                    <a:pt x="82440" y="17922"/>
                  </a:lnTo>
                  <a:cubicBezTo>
                    <a:pt x="82440" y="17897"/>
                    <a:pt x="82390" y="17822"/>
                    <a:pt x="82390" y="17797"/>
                  </a:cubicBezTo>
                  <a:cubicBezTo>
                    <a:pt x="82365" y="17698"/>
                    <a:pt x="82340" y="17648"/>
                    <a:pt x="82290" y="17548"/>
                  </a:cubicBezTo>
                  <a:lnTo>
                    <a:pt x="82116" y="17075"/>
                  </a:lnTo>
                  <a:cubicBezTo>
                    <a:pt x="82091" y="16951"/>
                    <a:pt x="82016" y="16876"/>
                    <a:pt x="81991" y="16752"/>
                  </a:cubicBezTo>
                  <a:lnTo>
                    <a:pt x="83585" y="16279"/>
                  </a:lnTo>
                  <a:close/>
                  <a:moveTo>
                    <a:pt x="79229" y="13342"/>
                  </a:moveTo>
                  <a:cubicBezTo>
                    <a:pt x="79253" y="13417"/>
                    <a:pt x="79303" y="13441"/>
                    <a:pt x="79353" y="13516"/>
                  </a:cubicBezTo>
                  <a:cubicBezTo>
                    <a:pt x="79602" y="13790"/>
                    <a:pt x="79851" y="14089"/>
                    <a:pt x="80100" y="14412"/>
                  </a:cubicBezTo>
                  <a:cubicBezTo>
                    <a:pt x="80150" y="14462"/>
                    <a:pt x="80174" y="14537"/>
                    <a:pt x="80249" y="14636"/>
                  </a:cubicBezTo>
                  <a:cubicBezTo>
                    <a:pt x="80523" y="15010"/>
                    <a:pt x="80772" y="15408"/>
                    <a:pt x="80996" y="15806"/>
                  </a:cubicBezTo>
                  <a:cubicBezTo>
                    <a:pt x="81046" y="15906"/>
                    <a:pt x="81095" y="16005"/>
                    <a:pt x="81145" y="16130"/>
                  </a:cubicBezTo>
                  <a:cubicBezTo>
                    <a:pt x="81220" y="16254"/>
                    <a:pt x="81245" y="16329"/>
                    <a:pt x="81295" y="16453"/>
                  </a:cubicBezTo>
                  <a:cubicBezTo>
                    <a:pt x="79229" y="17125"/>
                    <a:pt x="77138" y="17897"/>
                    <a:pt x="75022" y="18768"/>
                  </a:cubicBezTo>
                  <a:cubicBezTo>
                    <a:pt x="75221" y="18420"/>
                    <a:pt x="75420" y="18071"/>
                    <a:pt x="75644" y="17748"/>
                  </a:cubicBezTo>
                  <a:cubicBezTo>
                    <a:pt x="75719" y="17648"/>
                    <a:pt x="75744" y="17573"/>
                    <a:pt x="75794" y="17499"/>
                  </a:cubicBezTo>
                  <a:cubicBezTo>
                    <a:pt x="76092" y="17051"/>
                    <a:pt x="76391" y="16627"/>
                    <a:pt x="76715" y="16204"/>
                  </a:cubicBezTo>
                  <a:cubicBezTo>
                    <a:pt x="76764" y="16130"/>
                    <a:pt x="76814" y="16055"/>
                    <a:pt x="76889" y="15955"/>
                  </a:cubicBezTo>
                  <a:cubicBezTo>
                    <a:pt x="77212" y="15532"/>
                    <a:pt x="77536" y="15134"/>
                    <a:pt x="77909" y="14711"/>
                  </a:cubicBezTo>
                  <a:lnTo>
                    <a:pt x="78034" y="14586"/>
                  </a:lnTo>
                  <a:cubicBezTo>
                    <a:pt x="78382" y="14213"/>
                    <a:pt x="78756" y="13815"/>
                    <a:pt x="79104" y="13466"/>
                  </a:cubicBezTo>
                  <a:lnTo>
                    <a:pt x="79229" y="13342"/>
                  </a:lnTo>
                  <a:close/>
                  <a:moveTo>
                    <a:pt x="39403" y="18818"/>
                  </a:moveTo>
                  <a:lnTo>
                    <a:pt x="39403" y="18893"/>
                  </a:lnTo>
                  <a:cubicBezTo>
                    <a:pt x="39403" y="18893"/>
                    <a:pt x="39378" y="18893"/>
                    <a:pt x="39328" y="18917"/>
                  </a:cubicBezTo>
                  <a:lnTo>
                    <a:pt x="39328" y="18843"/>
                  </a:lnTo>
                  <a:cubicBezTo>
                    <a:pt x="39378" y="18843"/>
                    <a:pt x="39378" y="18818"/>
                    <a:pt x="39403" y="18818"/>
                  </a:cubicBezTo>
                  <a:close/>
                  <a:moveTo>
                    <a:pt x="84132" y="17972"/>
                  </a:moveTo>
                  <a:lnTo>
                    <a:pt x="84132" y="18021"/>
                  </a:lnTo>
                  <a:lnTo>
                    <a:pt x="84132" y="18046"/>
                  </a:lnTo>
                  <a:cubicBezTo>
                    <a:pt x="83933" y="18171"/>
                    <a:pt x="83684" y="18320"/>
                    <a:pt x="83460" y="18494"/>
                  </a:cubicBezTo>
                  <a:cubicBezTo>
                    <a:pt x="83211" y="18644"/>
                    <a:pt x="82962" y="18793"/>
                    <a:pt x="82713" y="18992"/>
                  </a:cubicBezTo>
                  <a:lnTo>
                    <a:pt x="82688" y="18917"/>
                  </a:lnTo>
                  <a:cubicBezTo>
                    <a:pt x="82888" y="18768"/>
                    <a:pt x="83136" y="18594"/>
                    <a:pt x="83361" y="18469"/>
                  </a:cubicBezTo>
                  <a:cubicBezTo>
                    <a:pt x="83609" y="18320"/>
                    <a:pt x="83858" y="18146"/>
                    <a:pt x="84132" y="17972"/>
                  </a:cubicBezTo>
                  <a:close/>
                  <a:moveTo>
                    <a:pt x="81369" y="16627"/>
                  </a:moveTo>
                  <a:cubicBezTo>
                    <a:pt x="81369" y="16652"/>
                    <a:pt x="81394" y="16677"/>
                    <a:pt x="81394" y="16702"/>
                  </a:cubicBezTo>
                  <a:cubicBezTo>
                    <a:pt x="79253" y="17399"/>
                    <a:pt x="77013" y="18196"/>
                    <a:pt x="74773" y="19166"/>
                  </a:cubicBezTo>
                  <a:cubicBezTo>
                    <a:pt x="74798" y="19117"/>
                    <a:pt x="74848" y="19067"/>
                    <a:pt x="74848" y="19042"/>
                  </a:cubicBezTo>
                  <a:cubicBezTo>
                    <a:pt x="77038" y="18121"/>
                    <a:pt x="79229" y="17300"/>
                    <a:pt x="81369" y="16627"/>
                  </a:cubicBezTo>
                  <a:close/>
                  <a:moveTo>
                    <a:pt x="43286" y="16155"/>
                  </a:moveTo>
                  <a:lnTo>
                    <a:pt x="43858" y="16528"/>
                  </a:lnTo>
                  <a:cubicBezTo>
                    <a:pt x="43784" y="16578"/>
                    <a:pt x="43734" y="16652"/>
                    <a:pt x="43634" y="16677"/>
                  </a:cubicBezTo>
                  <a:cubicBezTo>
                    <a:pt x="43136" y="17001"/>
                    <a:pt x="42664" y="17300"/>
                    <a:pt x="42166" y="17623"/>
                  </a:cubicBezTo>
                  <a:cubicBezTo>
                    <a:pt x="41991" y="17748"/>
                    <a:pt x="41792" y="17872"/>
                    <a:pt x="41568" y="17996"/>
                  </a:cubicBezTo>
                  <a:lnTo>
                    <a:pt x="40747" y="18544"/>
                  </a:lnTo>
                  <a:cubicBezTo>
                    <a:pt x="40523" y="18693"/>
                    <a:pt x="40324" y="18818"/>
                    <a:pt x="40125" y="18942"/>
                  </a:cubicBezTo>
                  <a:cubicBezTo>
                    <a:pt x="39950" y="19042"/>
                    <a:pt x="39801" y="19166"/>
                    <a:pt x="39652" y="19266"/>
                  </a:cubicBezTo>
                  <a:cubicBezTo>
                    <a:pt x="39652" y="19191"/>
                    <a:pt x="39627" y="19141"/>
                    <a:pt x="39627" y="19067"/>
                  </a:cubicBezTo>
                  <a:cubicBezTo>
                    <a:pt x="39627" y="19017"/>
                    <a:pt x="39577" y="18942"/>
                    <a:pt x="39577" y="18917"/>
                  </a:cubicBezTo>
                  <a:cubicBezTo>
                    <a:pt x="40797" y="17996"/>
                    <a:pt x="42016" y="17051"/>
                    <a:pt x="43286" y="16155"/>
                  </a:cubicBezTo>
                  <a:close/>
                  <a:moveTo>
                    <a:pt x="39428" y="19117"/>
                  </a:moveTo>
                  <a:cubicBezTo>
                    <a:pt x="39428" y="19166"/>
                    <a:pt x="39453" y="19191"/>
                    <a:pt x="39453" y="19266"/>
                  </a:cubicBezTo>
                  <a:cubicBezTo>
                    <a:pt x="39453" y="19316"/>
                    <a:pt x="39502" y="19390"/>
                    <a:pt x="39502" y="19440"/>
                  </a:cubicBezTo>
                  <a:lnTo>
                    <a:pt x="39453" y="19440"/>
                  </a:lnTo>
                  <a:cubicBezTo>
                    <a:pt x="39428" y="19365"/>
                    <a:pt x="39428" y="19266"/>
                    <a:pt x="39403" y="19191"/>
                  </a:cubicBezTo>
                  <a:cubicBezTo>
                    <a:pt x="39403" y="19166"/>
                    <a:pt x="39403" y="19166"/>
                    <a:pt x="39378" y="19141"/>
                  </a:cubicBezTo>
                  <a:cubicBezTo>
                    <a:pt x="39403" y="19141"/>
                    <a:pt x="39403" y="19117"/>
                    <a:pt x="39428" y="19117"/>
                  </a:cubicBezTo>
                  <a:close/>
                  <a:moveTo>
                    <a:pt x="101456" y="7094"/>
                  </a:moveTo>
                  <a:lnTo>
                    <a:pt x="101456" y="7094"/>
                  </a:lnTo>
                  <a:cubicBezTo>
                    <a:pt x="101631" y="7144"/>
                    <a:pt x="101805" y="7219"/>
                    <a:pt x="101954" y="7268"/>
                  </a:cubicBezTo>
                  <a:cubicBezTo>
                    <a:pt x="102303" y="7443"/>
                    <a:pt x="102651" y="7617"/>
                    <a:pt x="103000" y="7766"/>
                  </a:cubicBezTo>
                  <a:cubicBezTo>
                    <a:pt x="103149" y="7866"/>
                    <a:pt x="103323" y="7941"/>
                    <a:pt x="103497" y="8015"/>
                  </a:cubicBezTo>
                  <a:cubicBezTo>
                    <a:pt x="103846" y="8214"/>
                    <a:pt x="104145" y="8389"/>
                    <a:pt x="104468" y="8588"/>
                  </a:cubicBezTo>
                  <a:cubicBezTo>
                    <a:pt x="104618" y="8687"/>
                    <a:pt x="104767" y="8762"/>
                    <a:pt x="104916" y="8886"/>
                  </a:cubicBezTo>
                  <a:cubicBezTo>
                    <a:pt x="105240" y="9085"/>
                    <a:pt x="105514" y="9310"/>
                    <a:pt x="105787" y="9509"/>
                  </a:cubicBezTo>
                  <a:cubicBezTo>
                    <a:pt x="105912" y="9708"/>
                    <a:pt x="106111" y="9832"/>
                    <a:pt x="106235" y="9957"/>
                  </a:cubicBezTo>
                  <a:cubicBezTo>
                    <a:pt x="106509" y="10181"/>
                    <a:pt x="106758" y="10405"/>
                    <a:pt x="107007" y="10654"/>
                  </a:cubicBezTo>
                  <a:cubicBezTo>
                    <a:pt x="107156" y="10778"/>
                    <a:pt x="107331" y="10927"/>
                    <a:pt x="107480" y="11052"/>
                  </a:cubicBezTo>
                  <a:cubicBezTo>
                    <a:pt x="107729" y="11276"/>
                    <a:pt x="107953" y="11525"/>
                    <a:pt x="108152" y="11749"/>
                  </a:cubicBezTo>
                  <a:cubicBezTo>
                    <a:pt x="108277" y="11873"/>
                    <a:pt x="108376" y="11998"/>
                    <a:pt x="108501" y="12147"/>
                  </a:cubicBezTo>
                  <a:cubicBezTo>
                    <a:pt x="108525" y="12172"/>
                    <a:pt x="108575" y="12222"/>
                    <a:pt x="108625" y="12272"/>
                  </a:cubicBezTo>
                  <a:cubicBezTo>
                    <a:pt x="108849" y="12496"/>
                    <a:pt x="109023" y="12769"/>
                    <a:pt x="109222" y="12993"/>
                  </a:cubicBezTo>
                  <a:cubicBezTo>
                    <a:pt x="109372" y="13193"/>
                    <a:pt x="109496" y="13392"/>
                    <a:pt x="109646" y="13566"/>
                  </a:cubicBezTo>
                  <a:cubicBezTo>
                    <a:pt x="109845" y="13815"/>
                    <a:pt x="109994" y="14064"/>
                    <a:pt x="110143" y="14337"/>
                  </a:cubicBezTo>
                  <a:cubicBezTo>
                    <a:pt x="110268" y="14562"/>
                    <a:pt x="110442" y="14786"/>
                    <a:pt x="110567" y="14985"/>
                  </a:cubicBezTo>
                  <a:cubicBezTo>
                    <a:pt x="110716" y="15234"/>
                    <a:pt x="110840" y="15532"/>
                    <a:pt x="110990" y="15781"/>
                  </a:cubicBezTo>
                  <a:lnTo>
                    <a:pt x="111363" y="16528"/>
                  </a:lnTo>
                  <a:cubicBezTo>
                    <a:pt x="111487" y="16802"/>
                    <a:pt x="111612" y="17051"/>
                    <a:pt x="111711" y="17324"/>
                  </a:cubicBezTo>
                  <a:cubicBezTo>
                    <a:pt x="111836" y="17598"/>
                    <a:pt x="111936" y="17847"/>
                    <a:pt x="112010" y="18146"/>
                  </a:cubicBezTo>
                  <a:lnTo>
                    <a:pt x="112309" y="18967"/>
                  </a:lnTo>
                  <a:cubicBezTo>
                    <a:pt x="112359" y="19141"/>
                    <a:pt x="112384" y="19291"/>
                    <a:pt x="112458" y="19440"/>
                  </a:cubicBezTo>
                  <a:lnTo>
                    <a:pt x="112408" y="19415"/>
                  </a:lnTo>
                  <a:cubicBezTo>
                    <a:pt x="112309" y="19291"/>
                    <a:pt x="112160" y="19191"/>
                    <a:pt x="112035" y="19067"/>
                  </a:cubicBezTo>
                  <a:cubicBezTo>
                    <a:pt x="111936" y="18992"/>
                    <a:pt x="111836" y="18843"/>
                    <a:pt x="111711" y="18768"/>
                  </a:cubicBezTo>
                  <a:cubicBezTo>
                    <a:pt x="111537" y="18644"/>
                    <a:pt x="111413" y="18544"/>
                    <a:pt x="111263" y="18420"/>
                  </a:cubicBezTo>
                  <a:cubicBezTo>
                    <a:pt x="111139" y="18320"/>
                    <a:pt x="111064" y="18245"/>
                    <a:pt x="110915" y="18171"/>
                  </a:cubicBezTo>
                  <a:cubicBezTo>
                    <a:pt x="110766" y="18046"/>
                    <a:pt x="110591" y="17922"/>
                    <a:pt x="110417" y="17822"/>
                  </a:cubicBezTo>
                  <a:lnTo>
                    <a:pt x="110143" y="17648"/>
                  </a:lnTo>
                  <a:lnTo>
                    <a:pt x="109596" y="17275"/>
                  </a:lnTo>
                  <a:cubicBezTo>
                    <a:pt x="109496" y="17200"/>
                    <a:pt x="109422" y="17175"/>
                    <a:pt x="109347" y="17125"/>
                  </a:cubicBezTo>
                  <a:cubicBezTo>
                    <a:pt x="109123" y="17001"/>
                    <a:pt x="108899" y="16876"/>
                    <a:pt x="108725" y="16752"/>
                  </a:cubicBezTo>
                  <a:cubicBezTo>
                    <a:pt x="108650" y="16702"/>
                    <a:pt x="108600" y="16677"/>
                    <a:pt x="108501" y="16627"/>
                  </a:cubicBezTo>
                  <a:cubicBezTo>
                    <a:pt x="108277" y="16503"/>
                    <a:pt x="108028" y="16379"/>
                    <a:pt x="107804" y="16279"/>
                  </a:cubicBezTo>
                  <a:lnTo>
                    <a:pt x="107629" y="16179"/>
                  </a:lnTo>
                  <a:cubicBezTo>
                    <a:pt x="107380" y="16055"/>
                    <a:pt x="107132" y="15955"/>
                    <a:pt x="106883" y="15831"/>
                  </a:cubicBezTo>
                  <a:cubicBezTo>
                    <a:pt x="106808" y="15806"/>
                    <a:pt x="106783" y="15806"/>
                    <a:pt x="106733" y="15781"/>
                  </a:cubicBezTo>
                  <a:cubicBezTo>
                    <a:pt x="106484" y="15657"/>
                    <a:pt x="106186" y="15557"/>
                    <a:pt x="105912" y="15458"/>
                  </a:cubicBezTo>
                  <a:cubicBezTo>
                    <a:pt x="105862" y="15433"/>
                    <a:pt x="105812" y="15433"/>
                    <a:pt x="105763" y="15408"/>
                  </a:cubicBezTo>
                  <a:cubicBezTo>
                    <a:pt x="105688" y="15383"/>
                    <a:pt x="105638" y="15333"/>
                    <a:pt x="105563" y="15333"/>
                  </a:cubicBezTo>
                  <a:cubicBezTo>
                    <a:pt x="104866" y="12272"/>
                    <a:pt x="103497" y="9434"/>
                    <a:pt x="101456" y="7094"/>
                  </a:cubicBezTo>
                  <a:close/>
                  <a:moveTo>
                    <a:pt x="44057" y="16652"/>
                  </a:moveTo>
                  <a:cubicBezTo>
                    <a:pt x="44033" y="16702"/>
                    <a:pt x="43983" y="16727"/>
                    <a:pt x="43908" y="16802"/>
                  </a:cubicBezTo>
                  <a:cubicBezTo>
                    <a:pt x="43734" y="16926"/>
                    <a:pt x="43510" y="17051"/>
                    <a:pt x="43311" y="17175"/>
                  </a:cubicBezTo>
                  <a:lnTo>
                    <a:pt x="42290" y="17822"/>
                  </a:lnTo>
                  <a:cubicBezTo>
                    <a:pt x="42116" y="17947"/>
                    <a:pt x="41917" y="18046"/>
                    <a:pt x="41767" y="18171"/>
                  </a:cubicBezTo>
                  <a:lnTo>
                    <a:pt x="41494" y="18345"/>
                  </a:lnTo>
                  <a:cubicBezTo>
                    <a:pt x="41120" y="18594"/>
                    <a:pt x="40697" y="18893"/>
                    <a:pt x="40324" y="19166"/>
                  </a:cubicBezTo>
                  <a:cubicBezTo>
                    <a:pt x="40150" y="19291"/>
                    <a:pt x="39950" y="19415"/>
                    <a:pt x="39801" y="19540"/>
                  </a:cubicBezTo>
                  <a:lnTo>
                    <a:pt x="39801" y="19515"/>
                  </a:lnTo>
                  <a:lnTo>
                    <a:pt x="39801" y="19465"/>
                  </a:lnTo>
                  <a:cubicBezTo>
                    <a:pt x="39901" y="19415"/>
                    <a:pt x="40025" y="19316"/>
                    <a:pt x="40125" y="19266"/>
                  </a:cubicBezTo>
                  <a:cubicBezTo>
                    <a:pt x="40672" y="18893"/>
                    <a:pt x="41195" y="18519"/>
                    <a:pt x="41767" y="18146"/>
                  </a:cubicBezTo>
                  <a:lnTo>
                    <a:pt x="42315" y="17772"/>
                  </a:lnTo>
                  <a:cubicBezTo>
                    <a:pt x="42863" y="17424"/>
                    <a:pt x="43360" y="17075"/>
                    <a:pt x="43883" y="16777"/>
                  </a:cubicBezTo>
                  <a:cubicBezTo>
                    <a:pt x="43908" y="16727"/>
                    <a:pt x="43983" y="16677"/>
                    <a:pt x="44057" y="16652"/>
                  </a:cubicBezTo>
                  <a:close/>
                  <a:moveTo>
                    <a:pt x="39552" y="19614"/>
                  </a:moveTo>
                  <a:lnTo>
                    <a:pt x="39577" y="19639"/>
                  </a:lnTo>
                  <a:lnTo>
                    <a:pt x="39577" y="19664"/>
                  </a:lnTo>
                  <a:lnTo>
                    <a:pt x="39552" y="19689"/>
                  </a:lnTo>
                  <a:lnTo>
                    <a:pt x="39552" y="19664"/>
                  </a:lnTo>
                  <a:lnTo>
                    <a:pt x="39552" y="19639"/>
                  </a:lnTo>
                  <a:cubicBezTo>
                    <a:pt x="39527" y="19639"/>
                    <a:pt x="39527" y="19639"/>
                    <a:pt x="39552" y="19614"/>
                  </a:cubicBezTo>
                  <a:close/>
                  <a:moveTo>
                    <a:pt x="112202" y="18038"/>
                  </a:moveTo>
                  <a:cubicBezTo>
                    <a:pt x="112254" y="18167"/>
                    <a:pt x="112309" y="18296"/>
                    <a:pt x="112359" y="18420"/>
                  </a:cubicBezTo>
                  <a:cubicBezTo>
                    <a:pt x="112458" y="18693"/>
                    <a:pt x="112508" y="18992"/>
                    <a:pt x="112608" y="19266"/>
                  </a:cubicBezTo>
                  <a:lnTo>
                    <a:pt x="112807" y="19814"/>
                  </a:lnTo>
                  <a:lnTo>
                    <a:pt x="112732" y="19739"/>
                  </a:lnTo>
                  <a:cubicBezTo>
                    <a:pt x="112682" y="19515"/>
                    <a:pt x="112608" y="19316"/>
                    <a:pt x="112558" y="19141"/>
                  </a:cubicBezTo>
                  <a:cubicBezTo>
                    <a:pt x="112458" y="18818"/>
                    <a:pt x="112359" y="18544"/>
                    <a:pt x="112259" y="18220"/>
                  </a:cubicBezTo>
                  <a:cubicBezTo>
                    <a:pt x="112242" y="18159"/>
                    <a:pt x="112223" y="18098"/>
                    <a:pt x="112202" y="18038"/>
                  </a:cubicBezTo>
                  <a:close/>
                  <a:moveTo>
                    <a:pt x="74051" y="10031"/>
                  </a:moveTo>
                  <a:lnTo>
                    <a:pt x="74051" y="10031"/>
                  </a:lnTo>
                  <a:cubicBezTo>
                    <a:pt x="71761" y="13018"/>
                    <a:pt x="70168" y="16428"/>
                    <a:pt x="69322" y="19938"/>
                  </a:cubicBezTo>
                  <a:lnTo>
                    <a:pt x="69272" y="19938"/>
                  </a:lnTo>
                  <a:cubicBezTo>
                    <a:pt x="70094" y="16428"/>
                    <a:pt x="71687" y="13018"/>
                    <a:pt x="74026" y="10056"/>
                  </a:cubicBezTo>
                  <a:lnTo>
                    <a:pt x="74051" y="10031"/>
                  </a:lnTo>
                  <a:close/>
                  <a:moveTo>
                    <a:pt x="110214" y="17963"/>
                  </a:moveTo>
                  <a:lnTo>
                    <a:pt x="110442" y="18096"/>
                  </a:lnTo>
                  <a:cubicBezTo>
                    <a:pt x="110591" y="18220"/>
                    <a:pt x="110741" y="18345"/>
                    <a:pt x="110890" y="18445"/>
                  </a:cubicBezTo>
                  <a:cubicBezTo>
                    <a:pt x="110990" y="18544"/>
                    <a:pt x="111114" y="18594"/>
                    <a:pt x="111214" y="18693"/>
                  </a:cubicBezTo>
                  <a:cubicBezTo>
                    <a:pt x="111363" y="18818"/>
                    <a:pt x="111487" y="18917"/>
                    <a:pt x="111637" y="19042"/>
                  </a:cubicBezTo>
                  <a:cubicBezTo>
                    <a:pt x="111761" y="19141"/>
                    <a:pt x="111861" y="19216"/>
                    <a:pt x="111985" y="19316"/>
                  </a:cubicBezTo>
                  <a:cubicBezTo>
                    <a:pt x="112110" y="19440"/>
                    <a:pt x="112234" y="19565"/>
                    <a:pt x="112384" y="19689"/>
                  </a:cubicBezTo>
                  <a:cubicBezTo>
                    <a:pt x="112458" y="19714"/>
                    <a:pt x="112483" y="19789"/>
                    <a:pt x="112508" y="19814"/>
                  </a:cubicBezTo>
                  <a:cubicBezTo>
                    <a:pt x="112508" y="19838"/>
                    <a:pt x="112558" y="19913"/>
                    <a:pt x="112558" y="19938"/>
                  </a:cubicBezTo>
                  <a:lnTo>
                    <a:pt x="112334" y="19714"/>
                  </a:lnTo>
                  <a:lnTo>
                    <a:pt x="112110" y="19515"/>
                  </a:lnTo>
                  <a:cubicBezTo>
                    <a:pt x="111985" y="19390"/>
                    <a:pt x="111836" y="19266"/>
                    <a:pt x="111687" y="19141"/>
                  </a:cubicBezTo>
                  <a:cubicBezTo>
                    <a:pt x="111637" y="19141"/>
                    <a:pt x="111637" y="19092"/>
                    <a:pt x="111612" y="19092"/>
                  </a:cubicBezTo>
                  <a:cubicBezTo>
                    <a:pt x="111512" y="19017"/>
                    <a:pt x="111438" y="18942"/>
                    <a:pt x="111338" y="18843"/>
                  </a:cubicBezTo>
                  <a:cubicBezTo>
                    <a:pt x="111313" y="18818"/>
                    <a:pt x="111239" y="18793"/>
                    <a:pt x="111214" y="18768"/>
                  </a:cubicBezTo>
                  <a:cubicBezTo>
                    <a:pt x="110914" y="18518"/>
                    <a:pt x="110580" y="18235"/>
                    <a:pt x="110214" y="17963"/>
                  </a:cubicBezTo>
                  <a:close/>
                  <a:moveTo>
                    <a:pt x="71288" y="9310"/>
                  </a:moveTo>
                  <a:cubicBezTo>
                    <a:pt x="71438" y="9334"/>
                    <a:pt x="71562" y="9359"/>
                    <a:pt x="71736" y="9409"/>
                  </a:cubicBezTo>
                  <a:cubicBezTo>
                    <a:pt x="72010" y="9459"/>
                    <a:pt x="72284" y="9484"/>
                    <a:pt x="72558" y="9583"/>
                  </a:cubicBezTo>
                  <a:cubicBezTo>
                    <a:pt x="72807" y="9658"/>
                    <a:pt x="73056" y="9733"/>
                    <a:pt x="73304" y="9807"/>
                  </a:cubicBezTo>
                  <a:cubicBezTo>
                    <a:pt x="73504" y="9857"/>
                    <a:pt x="73653" y="9907"/>
                    <a:pt x="73827" y="9957"/>
                  </a:cubicBezTo>
                  <a:cubicBezTo>
                    <a:pt x="71512" y="12944"/>
                    <a:pt x="69919" y="16379"/>
                    <a:pt x="69073" y="19863"/>
                  </a:cubicBezTo>
                  <a:cubicBezTo>
                    <a:pt x="67613" y="19361"/>
                    <a:pt x="65978" y="19116"/>
                    <a:pt x="64209" y="19116"/>
                  </a:cubicBezTo>
                  <a:cubicBezTo>
                    <a:pt x="62207" y="19116"/>
                    <a:pt x="60033" y="19430"/>
                    <a:pt x="57748" y="20038"/>
                  </a:cubicBezTo>
                  <a:cubicBezTo>
                    <a:pt x="57648" y="18644"/>
                    <a:pt x="57698" y="17275"/>
                    <a:pt x="57772" y="15906"/>
                  </a:cubicBezTo>
                  <a:cubicBezTo>
                    <a:pt x="62328" y="13217"/>
                    <a:pt x="66833" y="11027"/>
                    <a:pt x="71288" y="9310"/>
                  </a:cubicBezTo>
                  <a:close/>
                  <a:moveTo>
                    <a:pt x="57598" y="16030"/>
                  </a:moveTo>
                  <a:cubicBezTo>
                    <a:pt x="57499" y="17349"/>
                    <a:pt x="57474" y="18693"/>
                    <a:pt x="57573" y="20062"/>
                  </a:cubicBezTo>
                  <a:cubicBezTo>
                    <a:pt x="57548" y="20062"/>
                    <a:pt x="57548" y="20062"/>
                    <a:pt x="57499" y="20087"/>
                  </a:cubicBezTo>
                  <a:cubicBezTo>
                    <a:pt x="57424" y="18718"/>
                    <a:pt x="57449" y="17399"/>
                    <a:pt x="57548" y="16055"/>
                  </a:cubicBezTo>
                  <a:cubicBezTo>
                    <a:pt x="57573" y="16055"/>
                    <a:pt x="57573" y="16030"/>
                    <a:pt x="57598" y="16030"/>
                  </a:cubicBezTo>
                  <a:close/>
                  <a:moveTo>
                    <a:pt x="69247" y="20112"/>
                  </a:moveTo>
                  <a:cubicBezTo>
                    <a:pt x="69272" y="20112"/>
                    <a:pt x="69272" y="20137"/>
                    <a:pt x="69272" y="20137"/>
                  </a:cubicBezTo>
                  <a:lnTo>
                    <a:pt x="69272" y="20187"/>
                  </a:lnTo>
                  <a:cubicBezTo>
                    <a:pt x="69247" y="20187"/>
                    <a:pt x="69247" y="20187"/>
                    <a:pt x="69197" y="20162"/>
                  </a:cubicBezTo>
                  <a:lnTo>
                    <a:pt x="69197" y="20112"/>
                  </a:lnTo>
                  <a:close/>
                  <a:moveTo>
                    <a:pt x="64192" y="19303"/>
                  </a:moveTo>
                  <a:cubicBezTo>
                    <a:pt x="65952" y="19303"/>
                    <a:pt x="67575" y="19547"/>
                    <a:pt x="69023" y="20038"/>
                  </a:cubicBezTo>
                  <a:cubicBezTo>
                    <a:pt x="69048" y="20062"/>
                    <a:pt x="69048" y="20112"/>
                    <a:pt x="69023" y="20112"/>
                  </a:cubicBezTo>
                  <a:cubicBezTo>
                    <a:pt x="67575" y="19610"/>
                    <a:pt x="65952" y="19365"/>
                    <a:pt x="64192" y="19365"/>
                  </a:cubicBezTo>
                  <a:cubicBezTo>
                    <a:pt x="62200" y="19365"/>
                    <a:pt x="60033" y="19679"/>
                    <a:pt x="57748" y="20286"/>
                  </a:cubicBezTo>
                  <a:lnTo>
                    <a:pt x="57748" y="20237"/>
                  </a:lnTo>
                  <a:cubicBezTo>
                    <a:pt x="60034" y="19616"/>
                    <a:pt x="62200" y="19303"/>
                    <a:pt x="64192" y="19303"/>
                  </a:cubicBezTo>
                  <a:close/>
                  <a:moveTo>
                    <a:pt x="57598" y="20262"/>
                  </a:moveTo>
                  <a:lnTo>
                    <a:pt x="57598" y="20311"/>
                  </a:lnTo>
                  <a:cubicBezTo>
                    <a:pt x="57573" y="20311"/>
                    <a:pt x="57573" y="20311"/>
                    <a:pt x="57548" y="20336"/>
                  </a:cubicBezTo>
                  <a:lnTo>
                    <a:pt x="57548" y="20286"/>
                  </a:lnTo>
                  <a:cubicBezTo>
                    <a:pt x="57573" y="20286"/>
                    <a:pt x="57573" y="20286"/>
                    <a:pt x="57598" y="20262"/>
                  </a:cubicBezTo>
                  <a:close/>
                  <a:moveTo>
                    <a:pt x="112881" y="20162"/>
                  </a:moveTo>
                  <a:lnTo>
                    <a:pt x="112981" y="20262"/>
                  </a:lnTo>
                  <a:cubicBezTo>
                    <a:pt x="112931" y="20262"/>
                    <a:pt x="112931" y="20311"/>
                    <a:pt x="112956" y="20361"/>
                  </a:cubicBezTo>
                  <a:lnTo>
                    <a:pt x="112881" y="20286"/>
                  </a:lnTo>
                  <a:lnTo>
                    <a:pt x="112881" y="20237"/>
                  </a:lnTo>
                  <a:lnTo>
                    <a:pt x="112881" y="20162"/>
                  </a:lnTo>
                  <a:close/>
                  <a:moveTo>
                    <a:pt x="109397" y="17772"/>
                  </a:moveTo>
                  <a:lnTo>
                    <a:pt x="109397" y="17772"/>
                  </a:lnTo>
                  <a:cubicBezTo>
                    <a:pt x="109521" y="17797"/>
                    <a:pt x="109596" y="17822"/>
                    <a:pt x="109646" y="17897"/>
                  </a:cubicBezTo>
                  <a:cubicBezTo>
                    <a:pt x="109770" y="17972"/>
                    <a:pt x="109894" y="18046"/>
                    <a:pt x="110019" y="18146"/>
                  </a:cubicBezTo>
                  <a:cubicBezTo>
                    <a:pt x="110118" y="18196"/>
                    <a:pt x="110218" y="18270"/>
                    <a:pt x="110318" y="18370"/>
                  </a:cubicBezTo>
                  <a:cubicBezTo>
                    <a:pt x="110492" y="18519"/>
                    <a:pt x="110691" y="18644"/>
                    <a:pt x="110865" y="18793"/>
                  </a:cubicBezTo>
                  <a:cubicBezTo>
                    <a:pt x="111089" y="18992"/>
                    <a:pt x="111338" y="19141"/>
                    <a:pt x="111512" y="19316"/>
                  </a:cubicBezTo>
                  <a:cubicBezTo>
                    <a:pt x="111936" y="19664"/>
                    <a:pt x="112309" y="20038"/>
                    <a:pt x="112632" y="20436"/>
                  </a:cubicBezTo>
                  <a:lnTo>
                    <a:pt x="112632" y="20461"/>
                  </a:lnTo>
                  <a:cubicBezTo>
                    <a:pt x="112632" y="20481"/>
                    <a:pt x="112632" y="20497"/>
                    <a:pt x="112636" y="20510"/>
                  </a:cubicBezTo>
                  <a:lnTo>
                    <a:pt x="112636" y="20510"/>
                  </a:lnTo>
                  <a:cubicBezTo>
                    <a:pt x="111677" y="19485"/>
                    <a:pt x="110597" y="18556"/>
                    <a:pt x="109397" y="17772"/>
                  </a:cubicBezTo>
                  <a:close/>
                  <a:moveTo>
                    <a:pt x="74350" y="10056"/>
                  </a:moveTo>
                  <a:cubicBezTo>
                    <a:pt x="74425" y="10181"/>
                    <a:pt x="74624" y="10230"/>
                    <a:pt x="74773" y="10305"/>
                  </a:cubicBezTo>
                  <a:cubicBezTo>
                    <a:pt x="74997" y="10405"/>
                    <a:pt x="75246" y="10479"/>
                    <a:pt x="75470" y="10579"/>
                  </a:cubicBezTo>
                  <a:cubicBezTo>
                    <a:pt x="75669" y="10679"/>
                    <a:pt x="75893" y="10803"/>
                    <a:pt x="76117" y="10927"/>
                  </a:cubicBezTo>
                  <a:cubicBezTo>
                    <a:pt x="76341" y="11052"/>
                    <a:pt x="76515" y="11151"/>
                    <a:pt x="76715" y="11276"/>
                  </a:cubicBezTo>
                  <a:cubicBezTo>
                    <a:pt x="76739" y="11276"/>
                    <a:pt x="76739" y="11301"/>
                    <a:pt x="76764" y="11301"/>
                  </a:cubicBezTo>
                  <a:lnTo>
                    <a:pt x="77337" y="11674"/>
                  </a:lnTo>
                  <a:cubicBezTo>
                    <a:pt x="77511" y="11824"/>
                    <a:pt x="77735" y="11948"/>
                    <a:pt x="77909" y="12097"/>
                  </a:cubicBezTo>
                  <a:cubicBezTo>
                    <a:pt x="78108" y="12272"/>
                    <a:pt x="78258" y="12421"/>
                    <a:pt x="78407" y="12570"/>
                  </a:cubicBezTo>
                  <a:cubicBezTo>
                    <a:pt x="78581" y="12720"/>
                    <a:pt x="78731" y="12844"/>
                    <a:pt x="78880" y="13018"/>
                  </a:cubicBezTo>
                  <a:lnTo>
                    <a:pt x="78407" y="13466"/>
                  </a:lnTo>
                  <a:lnTo>
                    <a:pt x="78208" y="13690"/>
                  </a:lnTo>
                  <a:cubicBezTo>
                    <a:pt x="77984" y="13914"/>
                    <a:pt x="77760" y="14163"/>
                    <a:pt x="77586" y="14387"/>
                  </a:cubicBezTo>
                  <a:cubicBezTo>
                    <a:pt x="77536" y="14412"/>
                    <a:pt x="77511" y="14437"/>
                    <a:pt x="77486" y="14512"/>
                  </a:cubicBezTo>
                  <a:cubicBezTo>
                    <a:pt x="77237" y="14786"/>
                    <a:pt x="77013" y="15034"/>
                    <a:pt x="76789" y="15308"/>
                  </a:cubicBezTo>
                  <a:cubicBezTo>
                    <a:pt x="76715" y="15433"/>
                    <a:pt x="76615" y="15532"/>
                    <a:pt x="76540" y="15657"/>
                  </a:cubicBezTo>
                  <a:cubicBezTo>
                    <a:pt x="76416" y="15806"/>
                    <a:pt x="76291" y="16005"/>
                    <a:pt x="76167" y="16155"/>
                  </a:cubicBezTo>
                  <a:cubicBezTo>
                    <a:pt x="76092" y="16279"/>
                    <a:pt x="75993" y="16428"/>
                    <a:pt x="75893" y="16553"/>
                  </a:cubicBezTo>
                  <a:cubicBezTo>
                    <a:pt x="75794" y="16702"/>
                    <a:pt x="75669" y="16876"/>
                    <a:pt x="75594" y="17001"/>
                  </a:cubicBezTo>
                  <a:cubicBezTo>
                    <a:pt x="75495" y="17150"/>
                    <a:pt x="75395" y="17275"/>
                    <a:pt x="75296" y="17424"/>
                  </a:cubicBezTo>
                  <a:cubicBezTo>
                    <a:pt x="75221" y="17573"/>
                    <a:pt x="75122" y="17698"/>
                    <a:pt x="75022" y="17872"/>
                  </a:cubicBezTo>
                  <a:cubicBezTo>
                    <a:pt x="74922" y="18021"/>
                    <a:pt x="74848" y="18146"/>
                    <a:pt x="74773" y="18295"/>
                  </a:cubicBezTo>
                  <a:cubicBezTo>
                    <a:pt x="74674" y="18445"/>
                    <a:pt x="74599" y="18619"/>
                    <a:pt x="74524" y="18768"/>
                  </a:cubicBezTo>
                  <a:cubicBezTo>
                    <a:pt x="74499" y="18868"/>
                    <a:pt x="74425" y="18917"/>
                    <a:pt x="74400" y="19017"/>
                  </a:cubicBezTo>
                  <a:cubicBezTo>
                    <a:pt x="73255" y="19515"/>
                    <a:pt x="72110" y="20038"/>
                    <a:pt x="70940" y="20610"/>
                  </a:cubicBezTo>
                  <a:cubicBezTo>
                    <a:pt x="70517" y="20361"/>
                    <a:pt x="70044" y="20137"/>
                    <a:pt x="69571" y="19938"/>
                  </a:cubicBezTo>
                  <a:cubicBezTo>
                    <a:pt x="70417" y="16428"/>
                    <a:pt x="72010" y="13018"/>
                    <a:pt x="74350" y="10056"/>
                  </a:cubicBezTo>
                  <a:close/>
                  <a:moveTo>
                    <a:pt x="58494" y="10405"/>
                  </a:moveTo>
                  <a:lnTo>
                    <a:pt x="58494" y="10405"/>
                  </a:lnTo>
                  <a:cubicBezTo>
                    <a:pt x="57922" y="12023"/>
                    <a:pt x="57548" y="13790"/>
                    <a:pt x="57374" y="15657"/>
                  </a:cubicBezTo>
                  <a:cubicBezTo>
                    <a:pt x="57225" y="15756"/>
                    <a:pt x="57051" y="15831"/>
                    <a:pt x="56876" y="15955"/>
                  </a:cubicBezTo>
                  <a:lnTo>
                    <a:pt x="54736" y="17275"/>
                  </a:lnTo>
                  <a:cubicBezTo>
                    <a:pt x="53865" y="17822"/>
                    <a:pt x="52968" y="18395"/>
                    <a:pt x="52097" y="18992"/>
                  </a:cubicBezTo>
                  <a:lnTo>
                    <a:pt x="51251" y="19540"/>
                  </a:lnTo>
                  <a:cubicBezTo>
                    <a:pt x="50654" y="19938"/>
                    <a:pt x="50081" y="20336"/>
                    <a:pt x="49484" y="20784"/>
                  </a:cubicBezTo>
                  <a:cubicBezTo>
                    <a:pt x="49484" y="20759"/>
                    <a:pt x="49459" y="20759"/>
                    <a:pt x="49459" y="20759"/>
                  </a:cubicBezTo>
                  <a:cubicBezTo>
                    <a:pt x="48588" y="19888"/>
                    <a:pt x="47766" y="19067"/>
                    <a:pt x="46995" y="18395"/>
                  </a:cubicBezTo>
                  <a:cubicBezTo>
                    <a:pt x="46173" y="17673"/>
                    <a:pt x="45426" y="17051"/>
                    <a:pt x="44729" y="16553"/>
                  </a:cubicBezTo>
                  <a:cubicBezTo>
                    <a:pt x="44779" y="16528"/>
                    <a:pt x="44879" y="16453"/>
                    <a:pt x="44929" y="16428"/>
                  </a:cubicBezTo>
                  <a:cubicBezTo>
                    <a:pt x="45277" y="16254"/>
                    <a:pt x="45601" y="16030"/>
                    <a:pt x="45924" y="15831"/>
                  </a:cubicBezTo>
                  <a:lnTo>
                    <a:pt x="46123" y="15756"/>
                  </a:lnTo>
                  <a:cubicBezTo>
                    <a:pt x="46248" y="15682"/>
                    <a:pt x="46323" y="15632"/>
                    <a:pt x="46447" y="15557"/>
                  </a:cubicBezTo>
                  <a:cubicBezTo>
                    <a:pt x="46895" y="15308"/>
                    <a:pt x="47293" y="15084"/>
                    <a:pt x="47741" y="14835"/>
                  </a:cubicBezTo>
                  <a:lnTo>
                    <a:pt x="47766" y="14835"/>
                  </a:lnTo>
                  <a:cubicBezTo>
                    <a:pt x="51425" y="12894"/>
                    <a:pt x="55034" y="11400"/>
                    <a:pt x="58494" y="10405"/>
                  </a:cubicBezTo>
                  <a:close/>
                  <a:moveTo>
                    <a:pt x="69446" y="20187"/>
                  </a:moveTo>
                  <a:cubicBezTo>
                    <a:pt x="69894" y="20361"/>
                    <a:pt x="70293" y="20535"/>
                    <a:pt x="70666" y="20759"/>
                  </a:cubicBezTo>
                  <a:cubicBezTo>
                    <a:pt x="70641" y="20759"/>
                    <a:pt x="70641" y="20784"/>
                    <a:pt x="70591" y="20784"/>
                  </a:cubicBezTo>
                  <a:cubicBezTo>
                    <a:pt x="70218" y="20610"/>
                    <a:pt x="69870" y="20411"/>
                    <a:pt x="69446" y="20262"/>
                  </a:cubicBezTo>
                  <a:lnTo>
                    <a:pt x="69446" y="20187"/>
                  </a:lnTo>
                  <a:close/>
                  <a:moveTo>
                    <a:pt x="74225" y="19291"/>
                  </a:moveTo>
                  <a:cubicBezTo>
                    <a:pt x="74176" y="19316"/>
                    <a:pt x="74176" y="19390"/>
                    <a:pt x="74151" y="19415"/>
                  </a:cubicBezTo>
                  <a:lnTo>
                    <a:pt x="71164" y="20809"/>
                  </a:lnTo>
                  <a:cubicBezTo>
                    <a:pt x="71139" y="20784"/>
                    <a:pt x="71114" y="20784"/>
                    <a:pt x="71064" y="20759"/>
                  </a:cubicBezTo>
                  <a:cubicBezTo>
                    <a:pt x="72135" y="20262"/>
                    <a:pt x="73155" y="19764"/>
                    <a:pt x="74225" y="19291"/>
                  </a:cubicBezTo>
                  <a:close/>
                  <a:moveTo>
                    <a:pt x="44505" y="16652"/>
                  </a:moveTo>
                  <a:cubicBezTo>
                    <a:pt x="45924" y="17673"/>
                    <a:pt x="47542" y="19067"/>
                    <a:pt x="49334" y="20909"/>
                  </a:cubicBezTo>
                  <a:lnTo>
                    <a:pt x="49260" y="20934"/>
                  </a:lnTo>
                  <a:cubicBezTo>
                    <a:pt x="49110" y="20784"/>
                    <a:pt x="48986" y="20635"/>
                    <a:pt x="48837" y="20510"/>
                  </a:cubicBezTo>
                  <a:lnTo>
                    <a:pt x="48712" y="20386"/>
                  </a:lnTo>
                  <a:lnTo>
                    <a:pt x="48339" y="20013"/>
                  </a:lnTo>
                  <a:lnTo>
                    <a:pt x="47990" y="19664"/>
                  </a:lnTo>
                  <a:lnTo>
                    <a:pt x="47891" y="19565"/>
                  </a:lnTo>
                  <a:cubicBezTo>
                    <a:pt x="46646" y="18395"/>
                    <a:pt x="45501" y="17424"/>
                    <a:pt x="44431" y="16677"/>
                  </a:cubicBezTo>
                  <a:cubicBezTo>
                    <a:pt x="44481" y="16677"/>
                    <a:pt x="44505" y="16677"/>
                    <a:pt x="44505" y="16652"/>
                  </a:cubicBezTo>
                  <a:close/>
                  <a:moveTo>
                    <a:pt x="112981" y="20710"/>
                  </a:moveTo>
                  <a:lnTo>
                    <a:pt x="113081" y="20809"/>
                  </a:lnTo>
                  <a:cubicBezTo>
                    <a:pt x="113056" y="20859"/>
                    <a:pt x="113056" y="20884"/>
                    <a:pt x="113081" y="20934"/>
                  </a:cubicBezTo>
                  <a:cubicBezTo>
                    <a:pt x="113056" y="20909"/>
                    <a:pt x="113006" y="20884"/>
                    <a:pt x="113006" y="20859"/>
                  </a:cubicBezTo>
                  <a:cubicBezTo>
                    <a:pt x="113006" y="20809"/>
                    <a:pt x="112981" y="20759"/>
                    <a:pt x="112981" y="20710"/>
                  </a:cubicBezTo>
                  <a:close/>
                  <a:moveTo>
                    <a:pt x="57354" y="15918"/>
                  </a:moveTo>
                  <a:lnTo>
                    <a:pt x="57354" y="15918"/>
                  </a:lnTo>
                  <a:cubicBezTo>
                    <a:pt x="57349" y="15927"/>
                    <a:pt x="57349" y="15941"/>
                    <a:pt x="57349" y="15955"/>
                  </a:cubicBezTo>
                  <a:cubicBezTo>
                    <a:pt x="56553" y="16428"/>
                    <a:pt x="55756" y="16926"/>
                    <a:pt x="54960" y="17424"/>
                  </a:cubicBezTo>
                  <a:cubicBezTo>
                    <a:pt x="54736" y="17548"/>
                    <a:pt x="54512" y="17698"/>
                    <a:pt x="54313" y="17872"/>
                  </a:cubicBezTo>
                  <a:cubicBezTo>
                    <a:pt x="53616" y="18295"/>
                    <a:pt x="52944" y="18743"/>
                    <a:pt x="52247" y="19191"/>
                  </a:cubicBezTo>
                  <a:cubicBezTo>
                    <a:pt x="51898" y="19415"/>
                    <a:pt x="51599" y="19664"/>
                    <a:pt x="51251" y="19888"/>
                  </a:cubicBezTo>
                  <a:cubicBezTo>
                    <a:pt x="50728" y="20262"/>
                    <a:pt x="50206" y="20610"/>
                    <a:pt x="49658" y="20983"/>
                  </a:cubicBezTo>
                  <a:lnTo>
                    <a:pt x="49633" y="20934"/>
                  </a:lnTo>
                  <a:cubicBezTo>
                    <a:pt x="50156" y="20560"/>
                    <a:pt x="50703" y="20187"/>
                    <a:pt x="51226" y="19863"/>
                  </a:cubicBezTo>
                  <a:cubicBezTo>
                    <a:pt x="51575" y="19639"/>
                    <a:pt x="51873" y="19390"/>
                    <a:pt x="52222" y="19166"/>
                  </a:cubicBezTo>
                  <a:lnTo>
                    <a:pt x="53068" y="18619"/>
                  </a:lnTo>
                  <a:cubicBezTo>
                    <a:pt x="54480" y="17653"/>
                    <a:pt x="55941" y="16761"/>
                    <a:pt x="57354" y="15918"/>
                  </a:cubicBezTo>
                  <a:close/>
                  <a:moveTo>
                    <a:pt x="70840" y="20884"/>
                  </a:moveTo>
                  <a:cubicBezTo>
                    <a:pt x="70890" y="20909"/>
                    <a:pt x="70915" y="20909"/>
                    <a:pt x="70940" y="20934"/>
                  </a:cubicBezTo>
                  <a:cubicBezTo>
                    <a:pt x="70915" y="20934"/>
                    <a:pt x="70915" y="20983"/>
                    <a:pt x="70890" y="20983"/>
                  </a:cubicBezTo>
                  <a:cubicBezTo>
                    <a:pt x="70840" y="20934"/>
                    <a:pt x="70815" y="20909"/>
                    <a:pt x="70790" y="20909"/>
                  </a:cubicBezTo>
                  <a:cubicBezTo>
                    <a:pt x="70815" y="20909"/>
                    <a:pt x="70815" y="20884"/>
                    <a:pt x="70840" y="20884"/>
                  </a:cubicBezTo>
                  <a:close/>
                  <a:moveTo>
                    <a:pt x="49484" y="21033"/>
                  </a:moveTo>
                  <a:lnTo>
                    <a:pt x="49509" y="21058"/>
                  </a:lnTo>
                  <a:lnTo>
                    <a:pt x="49533" y="21083"/>
                  </a:lnTo>
                  <a:lnTo>
                    <a:pt x="49509" y="21133"/>
                  </a:lnTo>
                  <a:lnTo>
                    <a:pt x="49484" y="21158"/>
                  </a:lnTo>
                  <a:lnTo>
                    <a:pt x="49409" y="21058"/>
                  </a:lnTo>
                  <a:lnTo>
                    <a:pt x="49484" y="21033"/>
                  </a:lnTo>
                  <a:close/>
                  <a:moveTo>
                    <a:pt x="69421" y="20436"/>
                  </a:moveTo>
                  <a:cubicBezTo>
                    <a:pt x="69745" y="20560"/>
                    <a:pt x="70069" y="20734"/>
                    <a:pt x="70417" y="20884"/>
                  </a:cubicBezTo>
                  <a:cubicBezTo>
                    <a:pt x="70019" y="21058"/>
                    <a:pt x="69596" y="21282"/>
                    <a:pt x="69197" y="21506"/>
                  </a:cubicBezTo>
                  <a:cubicBezTo>
                    <a:pt x="69272" y="21158"/>
                    <a:pt x="69322" y="20784"/>
                    <a:pt x="69421" y="20436"/>
                  </a:cubicBezTo>
                  <a:close/>
                  <a:moveTo>
                    <a:pt x="69173" y="20336"/>
                  </a:moveTo>
                  <a:cubicBezTo>
                    <a:pt x="69173" y="20361"/>
                    <a:pt x="69197" y="20361"/>
                    <a:pt x="69247" y="20386"/>
                  </a:cubicBezTo>
                  <a:cubicBezTo>
                    <a:pt x="69148" y="20784"/>
                    <a:pt x="69048" y="21232"/>
                    <a:pt x="68973" y="21631"/>
                  </a:cubicBezTo>
                  <a:cubicBezTo>
                    <a:pt x="68949" y="21631"/>
                    <a:pt x="68949" y="21655"/>
                    <a:pt x="68924" y="21655"/>
                  </a:cubicBezTo>
                  <a:cubicBezTo>
                    <a:pt x="68973" y="21207"/>
                    <a:pt x="69073" y="20784"/>
                    <a:pt x="69173" y="20336"/>
                  </a:cubicBezTo>
                  <a:close/>
                  <a:moveTo>
                    <a:pt x="70616" y="21008"/>
                  </a:moveTo>
                  <a:cubicBezTo>
                    <a:pt x="70641" y="21033"/>
                    <a:pt x="70666" y="21033"/>
                    <a:pt x="70691" y="21058"/>
                  </a:cubicBezTo>
                  <a:cubicBezTo>
                    <a:pt x="70168" y="21307"/>
                    <a:pt x="69670" y="21606"/>
                    <a:pt x="69148" y="21855"/>
                  </a:cubicBezTo>
                  <a:lnTo>
                    <a:pt x="69148" y="21755"/>
                  </a:lnTo>
                  <a:cubicBezTo>
                    <a:pt x="69646" y="21506"/>
                    <a:pt x="70118" y="21257"/>
                    <a:pt x="70616" y="21008"/>
                  </a:cubicBezTo>
                  <a:close/>
                  <a:moveTo>
                    <a:pt x="68924" y="21855"/>
                  </a:moveTo>
                  <a:lnTo>
                    <a:pt x="68924" y="21929"/>
                  </a:lnTo>
                  <a:cubicBezTo>
                    <a:pt x="68899" y="21929"/>
                    <a:pt x="68899" y="21954"/>
                    <a:pt x="68874" y="21954"/>
                  </a:cubicBezTo>
                  <a:lnTo>
                    <a:pt x="68874" y="21879"/>
                  </a:lnTo>
                  <a:cubicBezTo>
                    <a:pt x="68899" y="21879"/>
                    <a:pt x="68899" y="21855"/>
                    <a:pt x="68924" y="21855"/>
                  </a:cubicBezTo>
                  <a:close/>
                  <a:moveTo>
                    <a:pt x="74026" y="19714"/>
                  </a:moveTo>
                  <a:lnTo>
                    <a:pt x="74026" y="19764"/>
                  </a:lnTo>
                  <a:cubicBezTo>
                    <a:pt x="73977" y="19913"/>
                    <a:pt x="73902" y="20038"/>
                    <a:pt x="73802" y="20187"/>
                  </a:cubicBezTo>
                  <a:cubicBezTo>
                    <a:pt x="73728" y="20336"/>
                    <a:pt x="73653" y="20535"/>
                    <a:pt x="73553" y="20685"/>
                  </a:cubicBezTo>
                  <a:cubicBezTo>
                    <a:pt x="73504" y="20809"/>
                    <a:pt x="73429" y="20958"/>
                    <a:pt x="73379" y="21083"/>
                  </a:cubicBezTo>
                  <a:cubicBezTo>
                    <a:pt x="73304" y="21257"/>
                    <a:pt x="73230" y="21431"/>
                    <a:pt x="73155" y="21631"/>
                  </a:cubicBezTo>
                  <a:cubicBezTo>
                    <a:pt x="73105" y="21755"/>
                    <a:pt x="73056" y="21904"/>
                    <a:pt x="73006" y="22029"/>
                  </a:cubicBezTo>
                  <a:cubicBezTo>
                    <a:pt x="72981" y="22103"/>
                    <a:pt x="72981" y="22128"/>
                    <a:pt x="72931" y="22178"/>
                  </a:cubicBezTo>
                  <a:cubicBezTo>
                    <a:pt x="72483" y="21705"/>
                    <a:pt x="71935" y="21307"/>
                    <a:pt x="71363" y="20934"/>
                  </a:cubicBezTo>
                  <a:cubicBezTo>
                    <a:pt x="72259" y="20510"/>
                    <a:pt x="73130" y="20087"/>
                    <a:pt x="74026" y="19714"/>
                  </a:cubicBezTo>
                  <a:close/>
                  <a:moveTo>
                    <a:pt x="71139" y="21033"/>
                  </a:moveTo>
                  <a:cubicBezTo>
                    <a:pt x="71761" y="21407"/>
                    <a:pt x="72359" y="21879"/>
                    <a:pt x="72856" y="22377"/>
                  </a:cubicBezTo>
                  <a:cubicBezTo>
                    <a:pt x="72881" y="22402"/>
                    <a:pt x="72856" y="22427"/>
                    <a:pt x="72856" y="22427"/>
                  </a:cubicBezTo>
                  <a:cubicBezTo>
                    <a:pt x="72309" y="21904"/>
                    <a:pt x="71736" y="21431"/>
                    <a:pt x="71064" y="21058"/>
                  </a:cubicBezTo>
                  <a:cubicBezTo>
                    <a:pt x="71114" y="21058"/>
                    <a:pt x="71114" y="21033"/>
                    <a:pt x="71139" y="21033"/>
                  </a:cubicBezTo>
                  <a:close/>
                  <a:moveTo>
                    <a:pt x="57374" y="16179"/>
                  </a:moveTo>
                  <a:lnTo>
                    <a:pt x="57374" y="16179"/>
                  </a:lnTo>
                  <a:cubicBezTo>
                    <a:pt x="57250" y="17499"/>
                    <a:pt x="57250" y="18793"/>
                    <a:pt x="57324" y="20137"/>
                  </a:cubicBezTo>
                  <a:cubicBezTo>
                    <a:pt x="55308" y="20685"/>
                    <a:pt x="53217" y="21506"/>
                    <a:pt x="51102" y="22502"/>
                  </a:cubicBezTo>
                  <a:cubicBezTo>
                    <a:pt x="51102" y="22477"/>
                    <a:pt x="51077" y="22477"/>
                    <a:pt x="51077" y="22427"/>
                  </a:cubicBezTo>
                  <a:cubicBezTo>
                    <a:pt x="50853" y="22178"/>
                    <a:pt x="50629" y="21954"/>
                    <a:pt x="50405" y="21705"/>
                  </a:cubicBezTo>
                  <a:cubicBezTo>
                    <a:pt x="50230" y="21506"/>
                    <a:pt x="50006" y="21282"/>
                    <a:pt x="49832" y="21058"/>
                  </a:cubicBezTo>
                  <a:cubicBezTo>
                    <a:pt x="50355" y="20685"/>
                    <a:pt x="50878" y="20311"/>
                    <a:pt x="51400" y="19988"/>
                  </a:cubicBezTo>
                  <a:cubicBezTo>
                    <a:pt x="51749" y="19764"/>
                    <a:pt x="52097" y="19515"/>
                    <a:pt x="52446" y="19291"/>
                  </a:cubicBezTo>
                  <a:lnTo>
                    <a:pt x="54313" y="18071"/>
                  </a:lnTo>
                  <a:cubicBezTo>
                    <a:pt x="54586" y="17897"/>
                    <a:pt x="54860" y="17698"/>
                    <a:pt x="55134" y="17548"/>
                  </a:cubicBezTo>
                  <a:cubicBezTo>
                    <a:pt x="55881" y="17075"/>
                    <a:pt x="56627" y="16603"/>
                    <a:pt x="57374" y="16179"/>
                  </a:cubicBezTo>
                  <a:close/>
                  <a:moveTo>
                    <a:pt x="111508" y="15961"/>
                  </a:moveTo>
                  <a:lnTo>
                    <a:pt x="111508" y="15961"/>
                  </a:lnTo>
                  <a:cubicBezTo>
                    <a:pt x="112181" y="16960"/>
                    <a:pt x="113240" y="18615"/>
                    <a:pt x="114201" y="20635"/>
                  </a:cubicBezTo>
                  <a:cubicBezTo>
                    <a:pt x="114534" y="21324"/>
                    <a:pt x="114788" y="21974"/>
                    <a:pt x="115034" y="22566"/>
                  </a:cubicBezTo>
                  <a:lnTo>
                    <a:pt x="115034" y="22566"/>
                  </a:lnTo>
                  <a:cubicBezTo>
                    <a:pt x="115026" y="22557"/>
                    <a:pt x="115014" y="22552"/>
                    <a:pt x="114997" y="22552"/>
                  </a:cubicBezTo>
                  <a:cubicBezTo>
                    <a:pt x="114723" y="22153"/>
                    <a:pt x="114450" y="21755"/>
                    <a:pt x="114126" y="21332"/>
                  </a:cubicBezTo>
                  <a:lnTo>
                    <a:pt x="114051" y="21257"/>
                  </a:lnTo>
                  <a:cubicBezTo>
                    <a:pt x="113728" y="20884"/>
                    <a:pt x="113429" y="20510"/>
                    <a:pt x="113081" y="20137"/>
                  </a:cubicBezTo>
                  <a:cubicBezTo>
                    <a:pt x="113006" y="19838"/>
                    <a:pt x="112881" y="19565"/>
                    <a:pt x="112832" y="19291"/>
                  </a:cubicBezTo>
                  <a:lnTo>
                    <a:pt x="112558" y="18370"/>
                  </a:lnTo>
                  <a:cubicBezTo>
                    <a:pt x="112458" y="18071"/>
                    <a:pt x="112334" y="17822"/>
                    <a:pt x="112234" y="17573"/>
                  </a:cubicBezTo>
                  <a:cubicBezTo>
                    <a:pt x="112110" y="17275"/>
                    <a:pt x="112010" y="16951"/>
                    <a:pt x="111861" y="16677"/>
                  </a:cubicBezTo>
                  <a:cubicBezTo>
                    <a:pt x="111761" y="16428"/>
                    <a:pt x="111637" y="16204"/>
                    <a:pt x="111512" y="15980"/>
                  </a:cubicBezTo>
                  <a:cubicBezTo>
                    <a:pt x="111512" y="15974"/>
                    <a:pt x="111511" y="15967"/>
                    <a:pt x="111508" y="15961"/>
                  </a:cubicBezTo>
                  <a:close/>
                  <a:moveTo>
                    <a:pt x="49633" y="21232"/>
                  </a:moveTo>
                  <a:cubicBezTo>
                    <a:pt x="49832" y="21407"/>
                    <a:pt x="50006" y="21631"/>
                    <a:pt x="50206" y="21805"/>
                  </a:cubicBezTo>
                  <a:cubicBezTo>
                    <a:pt x="50405" y="22054"/>
                    <a:pt x="50654" y="22278"/>
                    <a:pt x="50878" y="22527"/>
                  </a:cubicBezTo>
                  <a:lnTo>
                    <a:pt x="50902" y="22552"/>
                  </a:lnTo>
                  <a:cubicBezTo>
                    <a:pt x="50878" y="22552"/>
                    <a:pt x="50878" y="22601"/>
                    <a:pt x="50853" y="22601"/>
                  </a:cubicBezTo>
                  <a:lnTo>
                    <a:pt x="50778" y="22527"/>
                  </a:lnTo>
                  <a:cubicBezTo>
                    <a:pt x="50703" y="22402"/>
                    <a:pt x="50579" y="22303"/>
                    <a:pt x="50479" y="22178"/>
                  </a:cubicBezTo>
                  <a:cubicBezTo>
                    <a:pt x="50156" y="21855"/>
                    <a:pt x="49882" y="21531"/>
                    <a:pt x="49583" y="21232"/>
                  </a:cubicBezTo>
                  <a:lnTo>
                    <a:pt x="49583" y="21232"/>
                  </a:lnTo>
                  <a:cubicBezTo>
                    <a:pt x="49592" y="21241"/>
                    <a:pt x="49597" y="21243"/>
                    <a:pt x="49602" y="21243"/>
                  </a:cubicBezTo>
                  <a:cubicBezTo>
                    <a:pt x="49611" y="21243"/>
                    <a:pt x="49616" y="21232"/>
                    <a:pt x="49633" y="21232"/>
                  </a:cubicBezTo>
                  <a:close/>
                  <a:moveTo>
                    <a:pt x="57349" y="20311"/>
                  </a:moveTo>
                  <a:lnTo>
                    <a:pt x="57349" y="20386"/>
                  </a:lnTo>
                  <a:cubicBezTo>
                    <a:pt x="55383" y="20934"/>
                    <a:pt x="53342" y="21705"/>
                    <a:pt x="51251" y="22676"/>
                  </a:cubicBezTo>
                  <a:cubicBezTo>
                    <a:pt x="51251" y="22676"/>
                    <a:pt x="51226" y="22676"/>
                    <a:pt x="51226" y="22651"/>
                  </a:cubicBezTo>
                  <a:cubicBezTo>
                    <a:pt x="53317" y="21655"/>
                    <a:pt x="55358" y="20884"/>
                    <a:pt x="57349" y="20311"/>
                  </a:cubicBezTo>
                  <a:close/>
                  <a:moveTo>
                    <a:pt x="51077" y="22751"/>
                  </a:moveTo>
                  <a:cubicBezTo>
                    <a:pt x="51077" y="22776"/>
                    <a:pt x="51077" y="22776"/>
                    <a:pt x="51102" y="22800"/>
                  </a:cubicBezTo>
                  <a:cubicBezTo>
                    <a:pt x="51077" y="22800"/>
                    <a:pt x="51077" y="22825"/>
                    <a:pt x="51027" y="22825"/>
                  </a:cubicBezTo>
                  <a:cubicBezTo>
                    <a:pt x="51027" y="22800"/>
                    <a:pt x="51002" y="22800"/>
                    <a:pt x="51002" y="22776"/>
                  </a:cubicBezTo>
                  <a:cubicBezTo>
                    <a:pt x="51027" y="22776"/>
                    <a:pt x="51027" y="22751"/>
                    <a:pt x="51077" y="22751"/>
                  </a:cubicBezTo>
                  <a:close/>
                  <a:moveTo>
                    <a:pt x="113329" y="18395"/>
                  </a:moveTo>
                  <a:lnTo>
                    <a:pt x="113329" y="18395"/>
                  </a:lnTo>
                  <a:cubicBezTo>
                    <a:pt x="113603" y="18893"/>
                    <a:pt x="113852" y="19316"/>
                    <a:pt x="113977" y="19540"/>
                  </a:cubicBezTo>
                  <a:cubicBezTo>
                    <a:pt x="114126" y="19814"/>
                    <a:pt x="114300" y="20137"/>
                    <a:pt x="114425" y="20436"/>
                  </a:cubicBezTo>
                  <a:cubicBezTo>
                    <a:pt x="115047" y="21780"/>
                    <a:pt x="115495" y="22975"/>
                    <a:pt x="115868" y="23995"/>
                  </a:cubicBezTo>
                  <a:cubicBezTo>
                    <a:pt x="115868" y="24020"/>
                    <a:pt x="115918" y="24045"/>
                    <a:pt x="115918" y="24095"/>
                  </a:cubicBezTo>
                  <a:cubicBezTo>
                    <a:pt x="115868" y="24045"/>
                    <a:pt x="115843" y="23995"/>
                    <a:pt x="115843" y="23970"/>
                  </a:cubicBezTo>
                  <a:cubicBezTo>
                    <a:pt x="115843" y="23970"/>
                    <a:pt x="115843" y="23921"/>
                    <a:pt x="115819" y="23921"/>
                  </a:cubicBezTo>
                  <a:lnTo>
                    <a:pt x="115819" y="23896"/>
                  </a:lnTo>
                  <a:cubicBezTo>
                    <a:pt x="115769" y="23846"/>
                    <a:pt x="115744" y="23771"/>
                    <a:pt x="115719" y="23672"/>
                  </a:cubicBezTo>
                  <a:cubicBezTo>
                    <a:pt x="115370" y="22726"/>
                    <a:pt x="114947" y="21655"/>
                    <a:pt x="114375" y="20436"/>
                  </a:cubicBezTo>
                  <a:cubicBezTo>
                    <a:pt x="114026" y="19739"/>
                    <a:pt x="113653" y="19017"/>
                    <a:pt x="113329" y="18395"/>
                  </a:cubicBezTo>
                  <a:close/>
                  <a:moveTo>
                    <a:pt x="113180" y="20535"/>
                  </a:moveTo>
                  <a:lnTo>
                    <a:pt x="113180" y="20535"/>
                  </a:lnTo>
                  <a:cubicBezTo>
                    <a:pt x="113429" y="20809"/>
                    <a:pt x="113678" y="21058"/>
                    <a:pt x="113877" y="21382"/>
                  </a:cubicBezTo>
                  <a:cubicBezTo>
                    <a:pt x="113927" y="21407"/>
                    <a:pt x="113952" y="21431"/>
                    <a:pt x="113952" y="21481"/>
                  </a:cubicBezTo>
                  <a:cubicBezTo>
                    <a:pt x="114250" y="21879"/>
                    <a:pt x="114524" y="22278"/>
                    <a:pt x="114823" y="22676"/>
                  </a:cubicBezTo>
                  <a:cubicBezTo>
                    <a:pt x="114823" y="22726"/>
                    <a:pt x="114848" y="22726"/>
                    <a:pt x="114848" y="22751"/>
                  </a:cubicBezTo>
                  <a:cubicBezTo>
                    <a:pt x="115097" y="23124"/>
                    <a:pt x="115296" y="23497"/>
                    <a:pt x="115495" y="23871"/>
                  </a:cubicBezTo>
                  <a:cubicBezTo>
                    <a:pt x="115545" y="23995"/>
                    <a:pt x="115595" y="24120"/>
                    <a:pt x="115619" y="24244"/>
                  </a:cubicBezTo>
                  <a:cubicBezTo>
                    <a:pt x="115221" y="23398"/>
                    <a:pt x="114723" y="22626"/>
                    <a:pt x="114176" y="21855"/>
                  </a:cubicBezTo>
                  <a:cubicBezTo>
                    <a:pt x="114126" y="21805"/>
                    <a:pt x="114101" y="21755"/>
                    <a:pt x="114076" y="21705"/>
                  </a:cubicBezTo>
                  <a:cubicBezTo>
                    <a:pt x="113802" y="21332"/>
                    <a:pt x="113504" y="21008"/>
                    <a:pt x="113205" y="20660"/>
                  </a:cubicBezTo>
                  <a:cubicBezTo>
                    <a:pt x="113230" y="20660"/>
                    <a:pt x="113230" y="20660"/>
                    <a:pt x="113205" y="20635"/>
                  </a:cubicBezTo>
                  <a:lnTo>
                    <a:pt x="113180" y="20535"/>
                  </a:lnTo>
                  <a:close/>
                  <a:moveTo>
                    <a:pt x="93143" y="14935"/>
                  </a:moveTo>
                  <a:cubicBezTo>
                    <a:pt x="93889" y="18021"/>
                    <a:pt x="94014" y="21506"/>
                    <a:pt x="93516" y="25215"/>
                  </a:cubicBezTo>
                  <a:lnTo>
                    <a:pt x="93441" y="25215"/>
                  </a:lnTo>
                  <a:cubicBezTo>
                    <a:pt x="93939" y="21506"/>
                    <a:pt x="93840" y="18046"/>
                    <a:pt x="93068" y="14935"/>
                  </a:cubicBezTo>
                  <a:close/>
                  <a:moveTo>
                    <a:pt x="93466" y="25389"/>
                  </a:moveTo>
                  <a:lnTo>
                    <a:pt x="93466" y="25464"/>
                  </a:lnTo>
                  <a:lnTo>
                    <a:pt x="93417" y="25464"/>
                  </a:lnTo>
                  <a:lnTo>
                    <a:pt x="93417" y="25389"/>
                  </a:lnTo>
                  <a:close/>
                  <a:moveTo>
                    <a:pt x="97623" y="14512"/>
                  </a:moveTo>
                  <a:cubicBezTo>
                    <a:pt x="98245" y="14512"/>
                    <a:pt x="98868" y="14537"/>
                    <a:pt x="99490" y="14562"/>
                  </a:cubicBezTo>
                  <a:cubicBezTo>
                    <a:pt x="100983" y="14711"/>
                    <a:pt x="102427" y="15010"/>
                    <a:pt x="103771" y="15383"/>
                  </a:cubicBezTo>
                  <a:cubicBezTo>
                    <a:pt x="104593" y="18619"/>
                    <a:pt x="104742" y="22178"/>
                    <a:pt x="104344" y="25986"/>
                  </a:cubicBezTo>
                  <a:cubicBezTo>
                    <a:pt x="102139" y="25309"/>
                    <a:pt x="99740" y="24983"/>
                    <a:pt x="97155" y="24983"/>
                  </a:cubicBezTo>
                  <a:cubicBezTo>
                    <a:pt x="96035" y="24983"/>
                    <a:pt x="94880" y="25045"/>
                    <a:pt x="93690" y="25165"/>
                  </a:cubicBezTo>
                  <a:cubicBezTo>
                    <a:pt x="94188" y="21481"/>
                    <a:pt x="94089" y="17996"/>
                    <a:pt x="93317" y="14885"/>
                  </a:cubicBezTo>
                  <a:cubicBezTo>
                    <a:pt x="93441" y="14835"/>
                    <a:pt x="93541" y="14810"/>
                    <a:pt x="93665" y="14810"/>
                  </a:cubicBezTo>
                  <a:cubicBezTo>
                    <a:pt x="93939" y="14786"/>
                    <a:pt x="94263" y="14761"/>
                    <a:pt x="94537" y="14711"/>
                  </a:cubicBezTo>
                  <a:cubicBezTo>
                    <a:pt x="94910" y="14686"/>
                    <a:pt x="95283" y="14636"/>
                    <a:pt x="95657" y="14586"/>
                  </a:cubicBezTo>
                  <a:cubicBezTo>
                    <a:pt x="95955" y="14562"/>
                    <a:pt x="96279" y="14562"/>
                    <a:pt x="96627" y="14562"/>
                  </a:cubicBezTo>
                  <a:cubicBezTo>
                    <a:pt x="96926" y="14537"/>
                    <a:pt x="97275" y="14512"/>
                    <a:pt x="97623" y="14512"/>
                  </a:cubicBezTo>
                  <a:close/>
                  <a:moveTo>
                    <a:pt x="103995" y="15433"/>
                  </a:moveTo>
                  <a:cubicBezTo>
                    <a:pt x="104020" y="15433"/>
                    <a:pt x="104045" y="15433"/>
                    <a:pt x="104045" y="15458"/>
                  </a:cubicBezTo>
                  <a:cubicBezTo>
                    <a:pt x="104842" y="18693"/>
                    <a:pt x="104991" y="22278"/>
                    <a:pt x="104593" y="26086"/>
                  </a:cubicBezTo>
                  <a:cubicBezTo>
                    <a:pt x="104543" y="26086"/>
                    <a:pt x="104543" y="26086"/>
                    <a:pt x="104518" y="26036"/>
                  </a:cubicBezTo>
                  <a:cubicBezTo>
                    <a:pt x="104916" y="22253"/>
                    <a:pt x="104792" y="18669"/>
                    <a:pt x="103995" y="15433"/>
                  </a:cubicBezTo>
                  <a:close/>
                  <a:moveTo>
                    <a:pt x="116247" y="25401"/>
                  </a:moveTo>
                  <a:cubicBezTo>
                    <a:pt x="116259" y="25416"/>
                    <a:pt x="116291" y="25424"/>
                    <a:pt x="116291" y="25464"/>
                  </a:cubicBezTo>
                  <a:lnTo>
                    <a:pt x="116291" y="25489"/>
                  </a:lnTo>
                  <a:cubicBezTo>
                    <a:pt x="116366" y="25711"/>
                    <a:pt x="116440" y="25934"/>
                    <a:pt x="116490" y="26156"/>
                  </a:cubicBezTo>
                  <a:lnTo>
                    <a:pt x="116490" y="26156"/>
                  </a:lnTo>
                  <a:cubicBezTo>
                    <a:pt x="116481" y="26132"/>
                    <a:pt x="116473" y="26109"/>
                    <a:pt x="116466" y="26086"/>
                  </a:cubicBezTo>
                  <a:cubicBezTo>
                    <a:pt x="116392" y="25866"/>
                    <a:pt x="116343" y="25645"/>
                    <a:pt x="116247" y="25401"/>
                  </a:cubicBezTo>
                  <a:close/>
                  <a:moveTo>
                    <a:pt x="44281" y="16802"/>
                  </a:moveTo>
                  <a:cubicBezTo>
                    <a:pt x="44481" y="16926"/>
                    <a:pt x="44630" y="17051"/>
                    <a:pt x="44804" y="17175"/>
                  </a:cubicBezTo>
                  <a:lnTo>
                    <a:pt x="45277" y="17548"/>
                  </a:lnTo>
                  <a:cubicBezTo>
                    <a:pt x="45302" y="17573"/>
                    <a:pt x="45327" y="17573"/>
                    <a:pt x="45327" y="17623"/>
                  </a:cubicBezTo>
                  <a:cubicBezTo>
                    <a:pt x="45700" y="17922"/>
                    <a:pt x="46123" y="18245"/>
                    <a:pt x="46497" y="18569"/>
                  </a:cubicBezTo>
                  <a:cubicBezTo>
                    <a:pt x="46497" y="18569"/>
                    <a:pt x="46522" y="18569"/>
                    <a:pt x="46522" y="18594"/>
                  </a:cubicBezTo>
                  <a:cubicBezTo>
                    <a:pt x="46671" y="18768"/>
                    <a:pt x="46870" y="18917"/>
                    <a:pt x="47044" y="19067"/>
                  </a:cubicBezTo>
                  <a:cubicBezTo>
                    <a:pt x="47069" y="19092"/>
                    <a:pt x="47144" y="19141"/>
                    <a:pt x="47169" y="19191"/>
                  </a:cubicBezTo>
                  <a:cubicBezTo>
                    <a:pt x="47293" y="19316"/>
                    <a:pt x="47443" y="19440"/>
                    <a:pt x="47567" y="19565"/>
                  </a:cubicBezTo>
                  <a:cubicBezTo>
                    <a:pt x="47667" y="19664"/>
                    <a:pt x="47766" y="19739"/>
                    <a:pt x="47816" y="19814"/>
                  </a:cubicBezTo>
                  <a:lnTo>
                    <a:pt x="48115" y="20112"/>
                  </a:lnTo>
                  <a:cubicBezTo>
                    <a:pt x="48239" y="20237"/>
                    <a:pt x="48388" y="20361"/>
                    <a:pt x="48513" y="20510"/>
                  </a:cubicBezTo>
                  <a:lnTo>
                    <a:pt x="48712" y="20685"/>
                  </a:lnTo>
                  <a:lnTo>
                    <a:pt x="49061" y="21058"/>
                  </a:lnTo>
                  <a:cubicBezTo>
                    <a:pt x="48289" y="21631"/>
                    <a:pt x="47542" y="22178"/>
                    <a:pt x="46771" y="22751"/>
                  </a:cubicBezTo>
                  <a:cubicBezTo>
                    <a:pt x="46621" y="22875"/>
                    <a:pt x="46447" y="22975"/>
                    <a:pt x="46298" y="23099"/>
                  </a:cubicBezTo>
                  <a:cubicBezTo>
                    <a:pt x="45551" y="23672"/>
                    <a:pt x="44779" y="24244"/>
                    <a:pt x="44033" y="24841"/>
                  </a:cubicBezTo>
                  <a:cubicBezTo>
                    <a:pt x="43809" y="24991"/>
                    <a:pt x="43634" y="25165"/>
                    <a:pt x="43410" y="25314"/>
                  </a:cubicBezTo>
                  <a:lnTo>
                    <a:pt x="42390" y="26161"/>
                  </a:lnTo>
                  <a:cubicBezTo>
                    <a:pt x="41718" y="24916"/>
                    <a:pt x="41170" y="23696"/>
                    <a:pt x="40722" y="22601"/>
                  </a:cubicBezTo>
                  <a:cubicBezTo>
                    <a:pt x="40697" y="22527"/>
                    <a:pt x="40672" y="22452"/>
                    <a:pt x="40647" y="22377"/>
                  </a:cubicBezTo>
                  <a:cubicBezTo>
                    <a:pt x="40523" y="22054"/>
                    <a:pt x="40423" y="21755"/>
                    <a:pt x="40299" y="21431"/>
                  </a:cubicBezTo>
                  <a:cubicBezTo>
                    <a:pt x="40224" y="21282"/>
                    <a:pt x="40174" y="21083"/>
                    <a:pt x="40100" y="20934"/>
                  </a:cubicBezTo>
                  <a:cubicBezTo>
                    <a:pt x="40025" y="20685"/>
                    <a:pt x="39950" y="20461"/>
                    <a:pt x="39901" y="20237"/>
                  </a:cubicBezTo>
                  <a:cubicBezTo>
                    <a:pt x="39826" y="20038"/>
                    <a:pt x="39776" y="19838"/>
                    <a:pt x="39726" y="19689"/>
                  </a:cubicBezTo>
                  <a:cubicBezTo>
                    <a:pt x="40398" y="19216"/>
                    <a:pt x="41071" y="18768"/>
                    <a:pt x="41718" y="18320"/>
                  </a:cubicBezTo>
                  <a:cubicBezTo>
                    <a:pt x="41917" y="18196"/>
                    <a:pt x="42141" y="18071"/>
                    <a:pt x="42315" y="17947"/>
                  </a:cubicBezTo>
                  <a:cubicBezTo>
                    <a:pt x="42838" y="17598"/>
                    <a:pt x="43336" y="17300"/>
                    <a:pt x="43883" y="16951"/>
                  </a:cubicBezTo>
                  <a:cubicBezTo>
                    <a:pt x="44057" y="16926"/>
                    <a:pt x="44157" y="16876"/>
                    <a:pt x="44281" y="16802"/>
                  </a:cubicBezTo>
                  <a:close/>
                  <a:moveTo>
                    <a:pt x="97037" y="25188"/>
                  </a:moveTo>
                  <a:cubicBezTo>
                    <a:pt x="99657" y="25188"/>
                    <a:pt x="102099" y="25526"/>
                    <a:pt x="104294" y="26210"/>
                  </a:cubicBezTo>
                  <a:lnTo>
                    <a:pt x="104294" y="26260"/>
                  </a:lnTo>
                  <a:cubicBezTo>
                    <a:pt x="102077" y="25574"/>
                    <a:pt x="99636" y="25249"/>
                    <a:pt x="97015" y="25249"/>
                  </a:cubicBezTo>
                  <a:cubicBezTo>
                    <a:pt x="95929" y="25249"/>
                    <a:pt x="94811" y="25305"/>
                    <a:pt x="93665" y="25414"/>
                  </a:cubicBezTo>
                  <a:lnTo>
                    <a:pt x="93665" y="25364"/>
                  </a:lnTo>
                  <a:cubicBezTo>
                    <a:pt x="94817" y="25247"/>
                    <a:pt x="95943" y="25188"/>
                    <a:pt x="97037" y="25188"/>
                  </a:cubicBezTo>
                  <a:close/>
                  <a:moveTo>
                    <a:pt x="104244" y="15532"/>
                  </a:moveTo>
                  <a:lnTo>
                    <a:pt x="104244" y="15532"/>
                  </a:lnTo>
                  <a:cubicBezTo>
                    <a:pt x="104543" y="15607"/>
                    <a:pt x="104866" y="15756"/>
                    <a:pt x="105165" y="15831"/>
                  </a:cubicBezTo>
                  <a:cubicBezTo>
                    <a:pt x="105912" y="19166"/>
                    <a:pt x="105887" y="22751"/>
                    <a:pt x="105115" y="26260"/>
                  </a:cubicBezTo>
                  <a:cubicBezTo>
                    <a:pt x="104991" y="26235"/>
                    <a:pt x="104866" y="26161"/>
                    <a:pt x="104742" y="26136"/>
                  </a:cubicBezTo>
                  <a:cubicBezTo>
                    <a:pt x="105165" y="22352"/>
                    <a:pt x="105016" y="18768"/>
                    <a:pt x="104244" y="15532"/>
                  </a:cubicBezTo>
                  <a:close/>
                  <a:moveTo>
                    <a:pt x="39652" y="19863"/>
                  </a:moveTo>
                  <a:lnTo>
                    <a:pt x="39751" y="20137"/>
                  </a:lnTo>
                  <a:cubicBezTo>
                    <a:pt x="39801" y="20411"/>
                    <a:pt x="39901" y="20685"/>
                    <a:pt x="40000" y="21008"/>
                  </a:cubicBezTo>
                  <a:cubicBezTo>
                    <a:pt x="40025" y="21058"/>
                    <a:pt x="40050" y="21158"/>
                    <a:pt x="40075" y="21232"/>
                  </a:cubicBezTo>
                  <a:cubicBezTo>
                    <a:pt x="40622" y="22751"/>
                    <a:pt x="41369" y="24493"/>
                    <a:pt x="42290" y="26285"/>
                  </a:cubicBezTo>
                  <a:lnTo>
                    <a:pt x="42265" y="26335"/>
                  </a:lnTo>
                  <a:cubicBezTo>
                    <a:pt x="41618" y="25041"/>
                    <a:pt x="41046" y="23846"/>
                    <a:pt x="40573" y="22726"/>
                  </a:cubicBezTo>
                  <a:cubicBezTo>
                    <a:pt x="40548" y="22626"/>
                    <a:pt x="40523" y="22552"/>
                    <a:pt x="40498" y="22477"/>
                  </a:cubicBezTo>
                  <a:cubicBezTo>
                    <a:pt x="40349" y="22153"/>
                    <a:pt x="40274" y="21879"/>
                    <a:pt x="40150" y="21606"/>
                  </a:cubicBezTo>
                  <a:lnTo>
                    <a:pt x="39950" y="21033"/>
                  </a:lnTo>
                  <a:cubicBezTo>
                    <a:pt x="39901" y="20809"/>
                    <a:pt x="39826" y="20610"/>
                    <a:pt x="39751" y="20386"/>
                  </a:cubicBezTo>
                  <a:cubicBezTo>
                    <a:pt x="39677" y="20237"/>
                    <a:pt x="39652" y="20038"/>
                    <a:pt x="39577" y="19888"/>
                  </a:cubicBezTo>
                  <a:cubicBezTo>
                    <a:pt x="39627" y="19888"/>
                    <a:pt x="39627" y="19863"/>
                    <a:pt x="39652" y="19863"/>
                  </a:cubicBezTo>
                  <a:close/>
                  <a:moveTo>
                    <a:pt x="104493" y="26235"/>
                  </a:moveTo>
                  <a:cubicBezTo>
                    <a:pt x="104518" y="26235"/>
                    <a:pt x="104518" y="26235"/>
                    <a:pt x="104543" y="26260"/>
                  </a:cubicBezTo>
                  <a:lnTo>
                    <a:pt x="104543" y="26335"/>
                  </a:lnTo>
                  <a:cubicBezTo>
                    <a:pt x="104518" y="26335"/>
                    <a:pt x="104518" y="26335"/>
                    <a:pt x="104493" y="26285"/>
                  </a:cubicBezTo>
                  <a:lnTo>
                    <a:pt x="104493" y="26235"/>
                  </a:lnTo>
                  <a:close/>
                  <a:moveTo>
                    <a:pt x="105414" y="15931"/>
                  </a:moveTo>
                  <a:cubicBezTo>
                    <a:pt x="105464" y="15931"/>
                    <a:pt x="105489" y="15955"/>
                    <a:pt x="105489" y="15955"/>
                  </a:cubicBezTo>
                  <a:cubicBezTo>
                    <a:pt x="106161" y="19266"/>
                    <a:pt x="106136" y="22850"/>
                    <a:pt x="105364" y="26360"/>
                  </a:cubicBezTo>
                  <a:cubicBezTo>
                    <a:pt x="105339" y="26360"/>
                    <a:pt x="105339" y="26360"/>
                    <a:pt x="105290" y="26335"/>
                  </a:cubicBezTo>
                  <a:cubicBezTo>
                    <a:pt x="106086" y="22850"/>
                    <a:pt x="106111" y="19266"/>
                    <a:pt x="105414" y="15931"/>
                  </a:cubicBezTo>
                  <a:close/>
                  <a:moveTo>
                    <a:pt x="116518" y="26231"/>
                  </a:moveTo>
                  <a:lnTo>
                    <a:pt x="116518" y="26231"/>
                  </a:lnTo>
                  <a:cubicBezTo>
                    <a:pt x="116524" y="26234"/>
                    <a:pt x="116531" y="26235"/>
                    <a:pt x="116540" y="26235"/>
                  </a:cubicBezTo>
                  <a:cubicBezTo>
                    <a:pt x="116559" y="26272"/>
                    <a:pt x="116564" y="26323"/>
                    <a:pt x="116575" y="26367"/>
                  </a:cubicBezTo>
                  <a:lnTo>
                    <a:pt x="116575" y="26367"/>
                  </a:lnTo>
                  <a:cubicBezTo>
                    <a:pt x="116570" y="26356"/>
                    <a:pt x="116565" y="26346"/>
                    <a:pt x="116565" y="26335"/>
                  </a:cubicBezTo>
                  <a:cubicBezTo>
                    <a:pt x="116546" y="26297"/>
                    <a:pt x="116531" y="26263"/>
                    <a:pt x="116518" y="26231"/>
                  </a:cubicBezTo>
                  <a:close/>
                  <a:moveTo>
                    <a:pt x="49260" y="21183"/>
                  </a:moveTo>
                  <a:cubicBezTo>
                    <a:pt x="49260" y="21183"/>
                    <a:pt x="49260" y="21232"/>
                    <a:pt x="49285" y="21257"/>
                  </a:cubicBezTo>
                  <a:cubicBezTo>
                    <a:pt x="48513" y="21805"/>
                    <a:pt x="47741" y="22402"/>
                    <a:pt x="46970" y="22975"/>
                  </a:cubicBezTo>
                  <a:cubicBezTo>
                    <a:pt x="46795" y="23099"/>
                    <a:pt x="46646" y="23224"/>
                    <a:pt x="46472" y="23348"/>
                  </a:cubicBezTo>
                  <a:cubicBezTo>
                    <a:pt x="45725" y="23896"/>
                    <a:pt x="44978" y="24493"/>
                    <a:pt x="44257" y="25041"/>
                  </a:cubicBezTo>
                  <a:cubicBezTo>
                    <a:pt x="44033" y="25240"/>
                    <a:pt x="43809" y="25389"/>
                    <a:pt x="43609" y="25588"/>
                  </a:cubicBezTo>
                  <a:lnTo>
                    <a:pt x="42564" y="26410"/>
                  </a:lnTo>
                  <a:cubicBezTo>
                    <a:pt x="42564" y="26385"/>
                    <a:pt x="42539" y="26385"/>
                    <a:pt x="42539" y="26360"/>
                  </a:cubicBezTo>
                  <a:cubicBezTo>
                    <a:pt x="42888" y="26086"/>
                    <a:pt x="43236" y="25762"/>
                    <a:pt x="43609" y="25489"/>
                  </a:cubicBezTo>
                  <a:cubicBezTo>
                    <a:pt x="43809" y="25290"/>
                    <a:pt x="44033" y="25140"/>
                    <a:pt x="44257" y="24966"/>
                  </a:cubicBezTo>
                  <a:cubicBezTo>
                    <a:pt x="45003" y="24369"/>
                    <a:pt x="45750" y="23771"/>
                    <a:pt x="46497" y="23224"/>
                  </a:cubicBezTo>
                  <a:cubicBezTo>
                    <a:pt x="46646" y="23099"/>
                    <a:pt x="46795" y="23000"/>
                    <a:pt x="46970" y="22875"/>
                  </a:cubicBezTo>
                  <a:cubicBezTo>
                    <a:pt x="47741" y="22303"/>
                    <a:pt x="48488" y="21730"/>
                    <a:pt x="49260" y="21183"/>
                  </a:cubicBezTo>
                  <a:close/>
                  <a:moveTo>
                    <a:pt x="81519" y="16827"/>
                  </a:moveTo>
                  <a:cubicBezTo>
                    <a:pt x="81568" y="16926"/>
                    <a:pt x="81618" y="17026"/>
                    <a:pt x="81643" y="17125"/>
                  </a:cubicBezTo>
                  <a:cubicBezTo>
                    <a:pt x="81718" y="17250"/>
                    <a:pt x="81743" y="17374"/>
                    <a:pt x="81817" y="17499"/>
                  </a:cubicBezTo>
                  <a:cubicBezTo>
                    <a:pt x="81942" y="17972"/>
                    <a:pt x="82091" y="18420"/>
                    <a:pt x="82216" y="18868"/>
                  </a:cubicBezTo>
                  <a:cubicBezTo>
                    <a:pt x="82216" y="18893"/>
                    <a:pt x="82240" y="18942"/>
                    <a:pt x="82240" y="18992"/>
                  </a:cubicBezTo>
                  <a:cubicBezTo>
                    <a:pt x="82191" y="19017"/>
                    <a:pt x="82141" y="19042"/>
                    <a:pt x="82091" y="19117"/>
                  </a:cubicBezTo>
                  <a:cubicBezTo>
                    <a:pt x="81817" y="19316"/>
                    <a:pt x="81519" y="19515"/>
                    <a:pt x="81270" y="19739"/>
                  </a:cubicBezTo>
                  <a:cubicBezTo>
                    <a:pt x="81220" y="19789"/>
                    <a:pt x="81120" y="19863"/>
                    <a:pt x="81071" y="19913"/>
                  </a:cubicBezTo>
                  <a:cubicBezTo>
                    <a:pt x="81021" y="19938"/>
                    <a:pt x="80996" y="19988"/>
                    <a:pt x="80946" y="20013"/>
                  </a:cubicBezTo>
                  <a:cubicBezTo>
                    <a:pt x="80896" y="20038"/>
                    <a:pt x="80871" y="20038"/>
                    <a:pt x="80871" y="20062"/>
                  </a:cubicBezTo>
                  <a:cubicBezTo>
                    <a:pt x="80622" y="20262"/>
                    <a:pt x="80398" y="20486"/>
                    <a:pt x="80199" y="20660"/>
                  </a:cubicBezTo>
                  <a:cubicBezTo>
                    <a:pt x="80125" y="20734"/>
                    <a:pt x="80025" y="20784"/>
                    <a:pt x="79975" y="20859"/>
                  </a:cubicBezTo>
                  <a:cubicBezTo>
                    <a:pt x="79652" y="21158"/>
                    <a:pt x="79353" y="21431"/>
                    <a:pt x="79029" y="21755"/>
                  </a:cubicBezTo>
                  <a:lnTo>
                    <a:pt x="78855" y="21929"/>
                  </a:lnTo>
                  <a:cubicBezTo>
                    <a:pt x="78606" y="22178"/>
                    <a:pt x="78382" y="22427"/>
                    <a:pt x="78158" y="22676"/>
                  </a:cubicBezTo>
                  <a:cubicBezTo>
                    <a:pt x="78084" y="22776"/>
                    <a:pt x="77984" y="22900"/>
                    <a:pt x="77909" y="23000"/>
                  </a:cubicBezTo>
                  <a:cubicBezTo>
                    <a:pt x="77710" y="23248"/>
                    <a:pt x="77511" y="23522"/>
                    <a:pt x="77287" y="23771"/>
                  </a:cubicBezTo>
                  <a:cubicBezTo>
                    <a:pt x="77237" y="23871"/>
                    <a:pt x="77138" y="23995"/>
                    <a:pt x="77088" y="24095"/>
                  </a:cubicBezTo>
                  <a:cubicBezTo>
                    <a:pt x="76889" y="24369"/>
                    <a:pt x="76665" y="24642"/>
                    <a:pt x="76515" y="24916"/>
                  </a:cubicBezTo>
                  <a:cubicBezTo>
                    <a:pt x="76391" y="25115"/>
                    <a:pt x="76291" y="25265"/>
                    <a:pt x="76167" y="25464"/>
                  </a:cubicBezTo>
                  <a:cubicBezTo>
                    <a:pt x="76092" y="25588"/>
                    <a:pt x="76018" y="25738"/>
                    <a:pt x="75918" y="25862"/>
                  </a:cubicBezTo>
                  <a:lnTo>
                    <a:pt x="75545" y="26509"/>
                  </a:lnTo>
                  <a:cubicBezTo>
                    <a:pt x="75047" y="24916"/>
                    <a:pt x="74300" y="23597"/>
                    <a:pt x="73280" y="22477"/>
                  </a:cubicBezTo>
                  <a:cubicBezTo>
                    <a:pt x="73329" y="22352"/>
                    <a:pt x="73379" y="22178"/>
                    <a:pt x="73429" y="22054"/>
                  </a:cubicBezTo>
                  <a:cubicBezTo>
                    <a:pt x="73603" y="21655"/>
                    <a:pt x="73777" y="21232"/>
                    <a:pt x="73952" y="20809"/>
                  </a:cubicBezTo>
                  <a:lnTo>
                    <a:pt x="74151" y="20436"/>
                  </a:lnTo>
                  <a:cubicBezTo>
                    <a:pt x="74300" y="20112"/>
                    <a:pt x="74499" y="19764"/>
                    <a:pt x="74674" y="19390"/>
                  </a:cubicBezTo>
                  <a:cubicBezTo>
                    <a:pt x="76988" y="18395"/>
                    <a:pt x="79278" y="17548"/>
                    <a:pt x="81519" y="16827"/>
                  </a:cubicBezTo>
                  <a:close/>
                  <a:moveTo>
                    <a:pt x="104717" y="26335"/>
                  </a:moveTo>
                  <a:cubicBezTo>
                    <a:pt x="104842" y="26360"/>
                    <a:pt x="104916" y="26385"/>
                    <a:pt x="105041" y="26459"/>
                  </a:cubicBezTo>
                  <a:lnTo>
                    <a:pt x="105041" y="26509"/>
                  </a:lnTo>
                  <a:cubicBezTo>
                    <a:pt x="104916" y="26484"/>
                    <a:pt x="104842" y="26459"/>
                    <a:pt x="104717" y="26385"/>
                  </a:cubicBezTo>
                  <a:lnTo>
                    <a:pt x="104717" y="26335"/>
                  </a:lnTo>
                  <a:close/>
                  <a:moveTo>
                    <a:pt x="113329" y="21133"/>
                  </a:moveTo>
                  <a:lnTo>
                    <a:pt x="113329" y="21133"/>
                  </a:lnTo>
                  <a:cubicBezTo>
                    <a:pt x="114350" y="22377"/>
                    <a:pt x="115221" y="23746"/>
                    <a:pt x="115918" y="25265"/>
                  </a:cubicBezTo>
                  <a:cubicBezTo>
                    <a:pt x="116067" y="25663"/>
                    <a:pt x="116217" y="26111"/>
                    <a:pt x="116366" y="26509"/>
                  </a:cubicBezTo>
                  <a:cubicBezTo>
                    <a:pt x="115619" y="24543"/>
                    <a:pt x="114599" y="22776"/>
                    <a:pt x="113354" y="21257"/>
                  </a:cubicBezTo>
                  <a:cubicBezTo>
                    <a:pt x="113354" y="21232"/>
                    <a:pt x="113329" y="21158"/>
                    <a:pt x="113329" y="21133"/>
                  </a:cubicBezTo>
                  <a:close/>
                  <a:moveTo>
                    <a:pt x="42390" y="26484"/>
                  </a:moveTo>
                  <a:cubicBezTo>
                    <a:pt x="42390" y="26509"/>
                    <a:pt x="42415" y="26509"/>
                    <a:pt x="42415" y="26534"/>
                  </a:cubicBezTo>
                  <a:lnTo>
                    <a:pt x="42390" y="26559"/>
                  </a:lnTo>
                  <a:cubicBezTo>
                    <a:pt x="42390" y="26534"/>
                    <a:pt x="42365" y="26534"/>
                    <a:pt x="42365" y="26509"/>
                  </a:cubicBezTo>
                  <a:lnTo>
                    <a:pt x="42390" y="26484"/>
                  </a:lnTo>
                  <a:close/>
                  <a:moveTo>
                    <a:pt x="92869" y="15010"/>
                  </a:moveTo>
                  <a:cubicBezTo>
                    <a:pt x="93641" y="18071"/>
                    <a:pt x="93765" y="21531"/>
                    <a:pt x="93267" y="25240"/>
                  </a:cubicBezTo>
                  <a:cubicBezTo>
                    <a:pt x="91052" y="25489"/>
                    <a:pt x="88737" y="25912"/>
                    <a:pt x="86347" y="26584"/>
                  </a:cubicBezTo>
                  <a:cubicBezTo>
                    <a:pt x="86123" y="23721"/>
                    <a:pt x="85551" y="20784"/>
                    <a:pt x="84605" y="18021"/>
                  </a:cubicBezTo>
                  <a:cubicBezTo>
                    <a:pt x="84829" y="17897"/>
                    <a:pt x="85028" y="17797"/>
                    <a:pt x="85227" y="17673"/>
                  </a:cubicBezTo>
                  <a:lnTo>
                    <a:pt x="86074" y="17200"/>
                  </a:lnTo>
                  <a:cubicBezTo>
                    <a:pt x="86372" y="17051"/>
                    <a:pt x="86646" y="16926"/>
                    <a:pt x="86970" y="16802"/>
                  </a:cubicBezTo>
                  <a:cubicBezTo>
                    <a:pt x="87268" y="16677"/>
                    <a:pt x="87567" y="16528"/>
                    <a:pt x="87866" y="16403"/>
                  </a:cubicBezTo>
                  <a:cubicBezTo>
                    <a:pt x="88140" y="16279"/>
                    <a:pt x="88463" y="16179"/>
                    <a:pt x="88762" y="16080"/>
                  </a:cubicBezTo>
                  <a:cubicBezTo>
                    <a:pt x="89110" y="15955"/>
                    <a:pt x="89434" y="15831"/>
                    <a:pt x="89758" y="15756"/>
                  </a:cubicBezTo>
                  <a:cubicBezTo>
                    <a:pt x="90056" y="15657"/>
                    <a:pt x="90355" y="15582"/>
                    <a:pt x="90629" y="15507"/>
                  </a:cubicBezTo>
                  <a:cubicBezTo>
                    <a:pt x="90977" y="15408"/>
                    <a:pt x="91326" y="15283"/>
                    <a:pt x="91699" y="15209"/>
                  </a:cubicBezTo>
                  <a:cubicBezTo>
                    <a:pt x="91973" y="15159"/>
                    <a:pt x="92247" y="15084"/>
                    <a:pt x="92545" y="15059"/>
                  </a:cubicBezTo>
                  <a:cubicBezTo>
                    <a:pt x="92670" y="15034"/>
                    <a:pt x="92744" y="15034"/>
                    <a:pt x="92869" y="15010"/>
                  </a:cubicBezTo>
                  <a:close/>
                  <a:moveTo>
                    <a:pt x="105290" y="26509"/>
                  </a:moveTo>
                  <a:lnTo>
                    <a:pt x="105290" y="26584"/>
                  </a:lnTo>
                  <a:lnTo>
                    <a:pt x="105240" y="26584"/>
                  </a:lnTo>
                  <a:lnTo>
                    <a:pt x="105240" y="26509"/>
                  </a:lnTo>
                  <a:close/>
                  <a:moveTo>
                    <a:pt x="84456" y="18121"/>
                  </a:moveTo>
                  <a:cubicBezTo>
                    <a:pt x="85377" y="20884"/>
                    <a:pt x="85974" y="23771"/>
                    <a:pt x="86173" y="26634"/>
                  </a:cubicBezTo>
                  <a:cubicBezTo>
                    <a:pt x="86157" y="26625"/>
                    <a:pt x="86143" y="26623"/>
                    <a:pt x="86132" y="26623"/>
                  </a:cubicBezTo>
                  <a:cubicBezTo>
                    <a:pt x="86110" y="26623"/>
                    <a:pt x="86099" y="26634"/>
                    <a:pt x="86099" y="26634"/>
                  </a:cubicBezTo>
                  <a:cubicBezTo>
                    <a:pt x="85899" y="23796"/>
                    <a:pt x="85327" y="20909"/>
                    <a:pt x="84381" y="18146"/>
                  </a:cubicBezTo>
                  <a:cubicBezTo>
                    <a:pt x="84431" y="18146"/>
                    <a:pt x="84431" y="18121"/>
                    <a:pt x="84456" y="18121"/>
                  </a:cubicBezTo>
                  <a:close/>
                  <a:moveTo>
                    <a:pt x="93253" y="25416"/>
                  </a:moveTo>
                  <a:lnTo>
                    <a:pt x="93253" y="25416"/>
                  </a:lnTo>
                  <a:cubicBezTo>
                    <a:pt x="93217" y="25424"/>
                    <a:pt x="93217" y="25466"/>
                    <a:pt x="93217" y="25489"/>
                  </a:cubicBezTo>
                  <a:cubicBezTo>
                    <a:pt x="91027" y="25738"/>
                    <a:pt x="88737" y="26161"/>
                    <a:pt x="86372" y="26833"/>
                  </a:cubicBezTo>
                  <a:lnTo>
                    <a:pt x="86372" y="26758"/>
                  </a:lnTo>
                  <a:cubicBezTo>
                    <a:pt x="88732" y="26112"/>
                    <a:pt x="91042" y="25665"/>
                    <a:pt x="93253" y="25416"/>
                  </a:cubicBezTo>
                  <a:close/>
                  <a:moveTo>
                    <a:pt x="73255" y="22726"/>
                  </a:moveTo>
                  <a:cubicBezTo>
                    <a:pt x="74275" y="23846"/>
                    <a:pt x="75022" y="25215"/>
                    <a:pt x="75495" y="26783"/>
                  </a:cubicBezTo>
                  <a:cubicBezTo>
                    <a:pt x="75420" y="26833"/>
                    <a:pt x="75420" y="26858"/>
                    <a:pt x="75420" y="26883"/>
                  </a:cubicBezTo>
                  <a:cubicBezTo>
                    <a:pt x="74972" y="25290"/>
                    <a:pt x="74225" y="23896"/>
                    <a:pt x="73230" y="22776"/>
                  </a:cubicBezTo>
                  <a:cubicBezTo>
                    <a:pt x="73230" y="22751"/>
                    <a:pt x="73230" y="22751"/>
                    <a:pt x="73255" y="22726"/>
                  </a:cubicBezTo>
                  <a:close/>
                  <a:moveTo>
                    <a:pt x="86173" y="26783"/>
                  </a:moveTo>
                  <a:lnTo>
                    <a:pt x="86173" y="26858"/>
                  </a:lnTo>
                  <a:cubicBezTo>
                    <a:pt x="86173" y="26858"/>
                    <a:pt x="86123" y="26883"/>
                    <a:pt x="86099" y="26883"/>
                  </a:cubicBezTo>
                  <a:lnTo>
                    <a:pt x="86099" y="26833"/>
                  </a:lnTo>
                  <a:cubicBezTo>
                    <a:pt x="86123" y="26833"/>
                    <a:pt x="86123" y="26833"/>
                    <a:pt x="86173" y="26783"/>
                  </a:cubicBezTo>
                  <a:close/>
                  <a:moveTo>
                    <a:pt x="49409" y="21382"/>
                  </a:moveTo>
                  <a:cubicBezTo>
                    <a:pt x="49708" y="21680"/>
                    <a:pt x="49982" y="21979"/>
                    <a:pt x="50280" y="22278"/>
                  </a:cubicBezTo>
                  <a:cubicBezTo>
                    <a:pt x="50405" y="22427"/>
                    <a:pt x="50579" y="22552"/>
                    <a:pt x="50703" y="22726"/>
                  </a:cubicBezTo>
                  <a:cubicBezTo>
                    <a:pt x="48164" y="23921"/>
                    <a:pt x="45601" y="25464"/>
                    <a:pt x="43012" y="27256"/>
                  </a:cubicBezTo>
                  <a:cubicBezTo>
                    <a:pt x="42888" y="27032"/>
                    <a:pt x="42763" y="26783"/>
                    <a:pt x="42664" y="26584"/>
                  </a:cubicBezTo>
                  <a:cubicBezTo>
                    <a:pt x="43012" y="26285"/>
                    <a:pt x="43311" y="26011"/>
                    <a:pt x="43659" y="25762"/>
                  </a:cubicBezTo>
                  <a:cubicBezTo>
                    <a:pt x="43883" y="25588"/>
                    <a:pt x="44132" y="25389"/>
                    <a:pt x="44356" y="25215"/>
                  </a:cubicBezTo>
                  <a:cubicBezTo>
                    <a:pt x="45053" y="24617"/>
                    <a:pt x="45800" y="24045"/>
                    <a:pt x="46547" y="23497"/>
                  </a:cubicBezTo>
                  <a:cubicBezTo>
                    <a:pt x="46721" y="23373"/>
                    <a:pt x="46870" y="23248"/>
                    <a:pt x="47019" y="23149"/>
                  </a:cubicBezTo>
                  <a:cubicBezTo>
                    <a:pt x="47766" y="22601"/>
                    <a:pt x="48538" y="22029"/>
                    <a:pt x="49285" y="21481"/>
                  </a:cubicBezTo>
                  <a:cubicBezTo>
                    <a:pt x="49334" y="21431"/>
                    <a:pt x="49384" y="21407"/>
                    <a:pt x="49409" y="21382"/>
                  </a:cubicBezTo>
                  <a:close/>
                  <a:moveTo>
                    <a:pt x="42514" y="26733"/>
                  </a:moveTo>
                  <a:cubicBezTo>
                    <a:pt x="42614" y="26907"/>
                    <a:pt x="42738" y="27156"/>
                    <a:pt x="42863" y="27380"/>
                  </a:cubicBezTo>
                  <a:lnTo>
                    <a:pt x="42813" y="27405"/>
                  </a:lnTo>
                  <a:cubicBezTo>
                    <a:pt x="42688" y="27181"/>
                    <a:pt x="42614" y="26982"/>
                    <a:pt x="42489" y="26758"/>
                  </a:cubicBezTo>
                  <a:lnTo>
                    <a:pt x="42514" y="26733"/>
                  </a:lnTo>
                  <a:close/>
                  <a:moveTo>
                    <a:pt x="50828" y="22825"/>
                  </a:moveTo>
                  <a:cubicBezTo>
                    <a:pt x="50828" y="22875"/>
                    <a:pt x="50853" y="22875"/>
                    <a:pt x="50853" y="22900"/>
                  </a:cubicBezTo>
                  <a:cubicBezTo>
                    <a:pt x="48289" y="24145"/>
                    <a:pt x="45725" y="25663"/>
                    <a:pt x="43136" y="27480"/>
                  </a:cubicBezTo>
                  <a:cubicBezTo>
                    <a:pt x="43136" y="27455"/>
                    <a:pt x="43112" y="27455"/>
                    <a:pt x="43112" y="27405"/>
                  </a:cubicBezTo>
                  <a:cubicBezTo>
                    <a:pt x="45675" y="25613"/>
                    <a:pt x="48264" y="24070"/>
                    <a:pt x="50828" y="22825"/>
                  </a:cubicBezTo>
                  <a:close/>
                  <a:moveTo>
                    <a:pt x="64177" y="19540"/>
                  </a:moveTo>
                  <a:cubicBezTo>
                    <a:pt x="65925" y="19540"/>
                    <a:pt x="67537" y="19784"/>
                    <a:pt x="68973" y="20286"/>
                  </a:cubicBezTo>
                  <a:cubicBezTo>
                    <a:pt x="68874" y="20784"/>
                    <a:pt x="68774" y="21257"/>
                    <a:pt x="68700" y="21755"/>
                  </a:cubicBezTo>
                  <a:cubicBezTo>
                    <a:pt x="65514" y="23423"/>
                    <a:pt x="62278" y="25364"/>
                    <a:pt x="59017" y="27505"/>
                  </a:cubicBezTo>
                  <a:cubicBezTo>
                    <a:pt x="58370" y="25215"/>
                    <a:pt x="57947" y="22800"/>
                    <a:pt x="57772" y="20461"/>
                  </a:cubicBezTo>
                  <a:cubicBezTo>
                    <a:pt x="60045" y="19853"/>
                    <a:pt x="62199" y="19540"/>
                    <a:pt x="64177" y="19540"/>
                  </a:cubicBezTo>
                  <a:close/>
                  <a:moveTo>
                    <a:pt x="84257" y="18171"/>
                  </a:moveTo>
                  <a:cubicBezTo>
                    <a:pt x="85128" y="20983"/>
                    <a:pt x="85725" y="23846"/>
                    <a:pt x="85924" y="26659"/>
                  </a:cubicBezTo>
                  <a:cubicBezTo>
                    <a:pt x="84978" y="26907"/>
                    <a:pt x="84008" y="27231"/>
                    <a:pt x="83087" y="27530"/>
                  </a:cubicBezTo>
                  <a:cubicBezTo>
                    <a:pt x="83136" y="27107"/>
                    <a:pt x="83186" y="26659"/>
                    <a:pt x="83236" y="26235"/>
                  </a:cubicBezTo>
                  <a:lnTo>
                    <a:pt x="83236" y="26161"/>
                  </a:lnTo>
                  <a:cubicBezTo>
                    <a:pt x="83261" y="25738"/>
                    <a:pt x="83311" y="25290"/>
                    <a:pt x="83311" y="24866"/>
                  </a:cubicBezTo>
                  <a:lnTo>
                    <a:pt x="83311" y="24767"/>
                  </a:lnTo>
                  <a:lnTo>
                    <a:pt x="83311" y="24593"/>
                  </a:lnTo>
                  <a:lnTo>
                    <a:pt x="83311" y="23497"/>
                  </a:lnTo>
                  <a:lnTo>
                    <a:pt x="83311" y="23248"/>
                  </a:lnTo>
                  <a:lnTo>
                    <a:pt x="83311" y="23099"/>
                  </a:lnTo>
                  <a:cubicBezTo>
                    <a:pt x="83311" y="22776"/>
                    <a:pt x="83261" y="22502"/>
                    <a:pt x="83236" y="22178"/>
                  </a:cubicBezTo>
                  <a:cubicBezTo>
                    <a:pt x="83236" y="22054"/>
                    <a:pt x="83236" y="21929"/>
                    <a:pt x="83211" y="21805"/>
                  </a:cubicBezTo>
                  <a:lnTo>
                    <a:pt x="83211" y="21655"/>
                  </a:lnTo>
                  <a:cubicBezTo>
                    <a:pt x="83161" y="21407"/>
                    <a:pt x="83136" y="21133"/>
                    <a:pt x="83112" y="20884"/>
                  </a:cubicBezTo>
                  <a:cubicBezTo>
                    <a:pt x="83087" y="20710"/>
                    <a:pt x="83087" y="20560"/>
                    <a:pt x="83062" y="20386"/>
                  </a:cubicBezTo>
                  <a:cubicBezTo>
                    <a:pt x="83062" y="20361"/>
                    <a:pt x="83062" y="20311"/>
                    <a:pt x="83012" y="20286"/>
                  </a:cubicBezTo>
                  <a:cubicBezTo>
                    <a:pt x="82987" y="20038"/>
                    <a:pt x="82912" y="19814"/>
                    <a:pt x="82863" y="19614"/>
                  </a:cubicBezTo>
                  <a:lnTo>
                    <a:pt x="82763" y="19141"/>
                  </a:lnTo>
                  <a:cubicBezTo>
                    <a:pt x="83012" y="18942"/>
                    <a:pt x="83286" y="18793"/>
                    <a:pt x="83585" y="18594"/>
                  </a:cubicBezTo>
                  <a:cubicBezTo>
                    <a:pt x="83784" y="18445"/>
                    <a:pt x="84008" y="18295"/>
                    <a:pt x="84257" y="18171"/>
                  </a:cubicBezTo>
                  <a:close/>
                  <a:moveTo>
                    <a:pt x="82614" y="19291"/>
                  </a:moveTo>
                  <a:cubicBezTo>
                    <a:pt x="82614" y="19490"/>
                    <a:pt x="82639" y="19664"/>
                    <a:pt x="82713" y="19838"/>
                  </a:cubicBezTo>
                  <a:cubicBezTo>
                    <a:pt x="82738" y="20038"/>
                    <a:pt x="82813" y="20237"/>
                    <a:pt x="82838" y="20411"/>
                  </a:cubicBezTo>
                  <a:cubicBezTo>
                    <a:pt x="82863" y="20535"/>
                    <a:pt x="82863" y="20660"/>
                    <a:pt x="82888" y="20784"/>
                  </a:cubicBezTo>
                  <a:cubicBezTo>
                    <a:pt x="82937" y="20884"/>
                    <a:pt x="82937" y="21008"/>
                    <a:pt x="82937" y="21083"/>
                  </a:cubicBezTo>
                  <a:cubicBezTo>
                    <a:pt x="82962" y="21307"/>
                    <a:pt x="82987" y="21531"/>
                    <a:pt x="83012" y="21780"/>
                  </a:cubicBezTo>
                  <a:cubicBezTo>
                    <a:pt x="83012" y="21904"/>
                    <a:pt x="83062" y="22054"/>
                    <a:pt x="83062" y="22178"/>
                  </a:cubicBezTo>
                  <a:lnTo>
                    <a:pt x="83062" y="22303"/>
                  </a:lnTo>
                  <a:cubicBezTo>
                    <a:pt x="83087" y="22626"/>
                    <a:pt x="83112" y="22900"/>
                    <a:pt x="83112" y="23224"/>
                  </a:cubicBezTo>
                  <a:lnTo>
                    <a:pt x="83112" y="23547"/>
                  </a:lnTo>
                  <a:lnTo>
                    <a:pt x="83112" y="24717"/>
                  </a:lnTo>
                  <a:lnTo>
                    <a:pt x="83112" y="24891"/>
                  </a:lnTo>
                  <a:cubicBezTo>
                    <a:pt x="83087" y="25787"/>
                    <a:pt x="82987" y="26708"/>
                    <a:pt x="82863" y="27629"/>
                  </a:cubicBezTo>
                  <a:lnTo>
                    <a:pt x="82788" y="27629"/>
                  </a:lnTo>
                  <a:cubicBezTo>
                    <a:pt x="82863" y="27256"/>
                    <a:pt x="82888" y="26883"/>
                    <a:pt x="82912" y="26509"/>
                  </a:cubicBezTo>
                  <a:cubicBezTo>
                    <a:pt x="82912" y="26459"/>
                    <a:pt x="82912" y="26410"/>
                    <a:pt x="82962" y="26360"/>
                  </a:cubicBezTo>
                  <a:cubicBezTo>
                    <a:pt x="82962" y="26285"/>
                    <a:pt x="82962" y="26235"/>
                    <a:pt x="82987" y="26161"/>
                  </a:cubicBezTo>
                  <a:lnTo>
                    <a:pt x="82987" y="26111"/>
                  </a:lnTo>
                  <a:cubicBezTo>
                    <a:pt x="83012" y="25762"/>
                    <a:pt x="83012" y="25414"/>
                    <a:pt x="83062" y="25090"/>
                  </a:cubicBezTo>
                  <a:lnTo>
                    <a:pt x="83062" y="24991"/>
                  </a:lnTo>
                  <a:lnTo>
                    <a:pt x="83062" y="24866"/>
                  </a:lnTo>
                  <a:lnTo>
                    <a:pt x="83062" y="24617"/>
                  </a:lnTo>
                  <a:lnTo>
                    <a:pt x="83062" y="23672"/>
                  </a:lnTo>
                  <a:lnTo>
                    <a:pt x="83062" y="23373"/>
                  </a:lnTo>
                  <a:lnTo>
                    <a:pt x="83062" y="23174"/>
                  </a:lnTo>
                  <a:cubicBezTo>
                    <a:pt x="83062" y="22900"/>
                    <a:pt x="83012" y="22601"/>
                    <a:pt x="82987" y="22303"/>
                  </a:cubicBezTo>
                  <a:cubicBezTo>
                    <a:pt x="82987" y="22178"/>
                    <a:pt x="82987" y="22054"/>
                    <a:pt x="82962" y="21904"/>
                  </a:cubicBezTo>
                  <a:lnTo>
                    <a:pt x="82962" y="21780"/>
                  </a:lnTo>
                  <a:cubicBezTo>
                    <a:pt x="82912" y="21506"/>
                    <a:pt x="82888" y="21232"/>
                    <a:pt x="82838" y="20934"/>
                  </a:cubicBezTo>
                  <a:cubicBezTo>
                    <a:pt x="82788" y="20809"/>
                    <a:pt x="82788" y="20685"/>
                    <a:pt x="82763" y="20560"/>
                  </a:cubicBezTo>
                  <a:lnTo>
                    <a:pt x="82763" y="20486"/>
                  </a:lnTo>
                  <a:lnTo>
                    <a:pt x="82763" y="20436"/>
                  </a:lnTo>
                  <a:cubicBezTo>
                    <a:pt x="82738" y="20311"/>
                    <a:pt x="82713" y="20187"/>
                    <a:pt x="82713" y="20112"/>
                  </a:cubicBezTo>
                  <a:cubicBezTo>
                    <a:pt x="82713" y="20062"/>
                    <a:pt x="82713" y="20038"/>
                    <a:pt x="82688" y="20013"/>
                  </a:cubicBezTo>
                  <a:cubicBezTo>
                    <a:pt x="82639" y="19789"/>
                    <a:pt x="82589" y="19565"/>
                    <a:pt x="82564" y="19365"/>
                  </a:cubicBezTo>
                  <a:lnTo>
                    <a:pt x="82589" y="19316"/>
                  </a:lnTo>
                  <a:cubicBezTo>
                    <a:pt x="82589" y="19316"/>
                    <a:pt x="82614" y="19316"/>
                    <a:pt x="82614" y="19291"/>
                  </a:cubicBezTo>
                  <a:close/>
                  <a:moveTo>
                    <a:pt x="57598" y="20510"/>
                  </a:moveTo>
                  <a:cubicBezTo>
                    <a:pt x="57797" y="22900"/>
                    <a:pt x="58196" y="25290"/>
                    <a:pt x="58868" y="27629"/>
                  </a:cubicBezTo>
                  <a:cubicBezTo>
                    <a:pt x="58843" y="27629"/>
                    <a:pt x="58843" y="27654"/>
                    <a:pt x="58818" y="27654"/>
                  </a:cubicBezTo>
                  <a:cubicBezTo>
                    <a:pt x="58121" y="25314"/>
                    <a:pt x="57698" y="22900"/>
                    <a:pt x="57548" y="20535"/>
                  </a:cubicBezTo>
                  <a:cubicBezTo>
                    <a:pt x="57573" y="20535"/>
                    <a:pt x="57573" y="20535"/>
                    <a:pt x="57598" y="20510"/>
                  </a:cubicBezTo>
                  <a:close/>
                  <a:moveTo>
                    <a:pt x="68650" y="22004"/>
                  </a:moveTo>
                  <a:cubicBezTo>
                    <a:pt x="68675" y="22029"/>
                    <a:pt x="68650" y="22054"/>
                    <a:pt x="68650" y="22103"/>
                  </a:cubicBezTo>
                  <a:cubicBezTo>
                    <a:pt x="65464" y="23746"/>
                    <a:pt x="62303" y="25638"/>
                    <a:pt x="59092" y="27779"/>
                  </a:cubicBezTo>
                  <a:cubicBezTo>
                    <a:pt x="59092" y="27754"/>
                    <a:pt x="59092" y="27754"/>
                    <a:pt x="59067" y="27729"/>
                  </a:cubicBezTo>
                  <a:cubicBezTo>
                    <a:pt x="62228" y="25563"/>
                    <a:pt x="65439" y="23672"/>
                    <a:pt x="68650" y="22004"/>
                  </a:cubicBezTo>
                  <a:close/>
                  <a:moveTo>
                    <a:pt x="85924" y="26858"/>
                  </a:moveTo>
                  <a:lnTo>
                    <a:pt x="85924" y="26907"/>
                  </a:lnTo>
                  <a:cubicBezTo>
                    <a:pt x="84978" y="27206"/>
                    <a:pt x="84008" y="27505"/>
                    <a:pt x="83012" y="27828"/>
                  </a:cubicBezTo>
                  <a:lnTo>
                    <a:pt x="83012" y="27754"/>
                  </a:lnTo>
                  <a:cubicBezTo>
                    <a:pt x="83983" y="27405"/>
                    <a:pt x="84954" y="27131"/>
                    <a:pt x="85924" y="26858"/>
                  </a:cubicBezTo>
                  <a:close/>
                  <a:moveTo>
                    <a:pt x="58917" y="27828"/>
                  </a:moveTo>
                  <a:cubicBezTo>
                    <a:pt x="58942" y="27828"/>
                    <a:pt x="58942" y="27853"/>
                    <a:pt x="58942" y="27878"/>
                  </a:cubicBezTo>
                  <a:cubicBezTo>
                    <a:pt x="58917" y="27878"/>
                    <a:pt x="58917" y="27903"/>
                    <a:pt x="58868" y="27903"/>
                  </a:cubicBezTo>
                  <a:cubicBezTo>
                    <a:pt x="58868" y="27878"/>
                    <a:pt x="58868" y="27878"/>
                    <a:pt x="58843" y="27853"/>
                  </a:cubicBezTo>
                  <a:cubicBezTo>
                    <a:pt x="58868" y="27853"/>
                    <a:pt x="58868" y="27828"/>
                    <a:pt x="58917" y="27828"/>
                  </a:cubicBezTo>
                  <a:close/>
                  <a:moveTo>
                    <a:pt x="82838" y="27878"/>
                  </a:moveTo>
                  <a:lnTo>
                    <a:pt x="82838" y="27903"/>
                  </a:lnTo>
                  <a:cubicBezTo>
                    <a:pt x="82788" y="27903"/>
                    <a:pt x="82763" y="27953"/>
                    <a:pt x="82763" y="27953"/>
                  </a:cubicBezTo>
                  <a:lnTo>
                    <a:pt x="82763" y="27878"/>
                  </a:lnTo>
                  <a:close/>
                  <a:moveTo>
                    <a:pt x="117011" y="28311"/>
                  </a:moveTo>
                  <a:cubicBezTo>
                    <a:pt x="117028" y="28360"/>
                    <a:pt x="117049" y="28409"/>
                    <a:pt x="117063" y="28451"/>
                  </a:cubicBezTo>
                  <a:cubicBezTo>
                    <a:pt x="117088" y="28500"/>
                    <a:pt x="117088" y="28575"/>
                    <a:pt x="117113" y="28625"/>
                  </a:cubicBezTo>
                  <a:lnTo>
                    <a:pt x="117063" y="28625"/>
                  </a:lnTo>
                  <a:lnTo>
                    <a:pt x="117063" y="28575"/>
                  </a:lnTo>
                  <a:lnTo>
                    <a:pt x="117063" y="28500"/>
                  </a:lnTo>
                  <a:cubicBezTo>
                    <a:pt x="117033" y="28441"/>
                    <a:pt x="117021" y="28373"/>
                    <a:pt x="117011" y="28311"/>
                  </a:cubicBezTo>
                  <a:close/>
                  <a:moveTo>
                    <a:pt x="104717" y="26584"/>
                  </a:moveTo>
                  <a:cubicBezTo>
                    <a:pt x="104792" y="26609"/>
                    <a:pt x="104916" y="26634"/>
                    <a:pt x="105016" y="26659"/>
                  </a:cubicBezTo>
                  <a:cubicBezTo>
                    <a:pt x="104842" y="27455"/>
                    <a:pt x="104618" y="28252"/>
                    <a:pt x="104344" y="29023"/>
                  </a:cubicBezTo>
                  <a:cubicBezTo>
                    <a:pt x="104468" y="28227"/>
                    <a:pt x="104593" y="27380"/>
                    <a:pt x="104717" y="26584"/>
                  </a:cubicBezTo>
                  <a:close/>
                  <a:moveTo>
                    <a:pt x="117113" y="28849"/>
                  </a:moveTo>
                  <a:cubicBezTo>
                    <a:pt x="117113" y="28940"/>
                    <a:pt x="117154" y="29051"/>
                    <a:pt x="117162" y="29127"/>
                  </a:cubicBezTo>
                  <a:lnTo>
                    <a:pt x="117162" y="29127"/>
                  </a:lnTo>
                  <a:cubicBezTo>
                    <a:pt x="117159" y="29109"/>
                    <a:pt x="117149" y="29091"/>
                    <a:pt x="117113" y="29073"/>
                  </a:cubicBezTo>
                  <a:cubicBezTo>
                    <a:pt x="117088" y="28998"/>
                    <a:pt x="117088" y="28899"/>
                    <a:pt x="117088" y="28849"/>
                  </a:cubicBezTo>
                  <a:close/>
                  <a:moveTo>
                    <a:pt x="57424" y="20635"/>
                  </a:moveTo>
                  <a:cubicBezTo>
                    <a:pt x="57548" y="22975"/>
                    <a:pt x="57972" y="25389"/>
                    <a:pt x="58669" y="27754"/>
                  </a:cubicBezTo>
                  <a:cubicBezTo>
                    <a:pt x="57947" y="28252"/>
                    <a:pt x="57225" y="28724"/>
                    <a:pt x="56503" y="29247"/>
                  </a:cubicBezTo>
                  <a:cubicBezTo>
                    <a:pt x="56379" y="29073"/>
                    <a:pt x="56254" y="28899"/>
                    <a:pt x="56130" y="28749"/>
                  </a:cubicBezTo>
                  <a:cubicBezTo>
                    <a:pt x="55706" y="28127"/>
                    <a:pt x="55234" y="27530"/>
                    <a:pt x="54761" y="26957"/>
                  </a:cubicBezTo>
                  <a:cubicBezTo>
                    <a:pt x="54636" y="26758"/>
                    <a:pt x="54487" y="26584"/>
                    <a:pt x="54362" y="26410"/>
                  </a:cubicBezTo>
                  <a:cubicBezTo>
                    <a:pt x="53740" y="25638"/>
                    <a:pt x="53118" y="24866"/>
                    <a:pt x="52496" y="24120"/>
                  </a:cubicBezTo>
                  <a:cubicBezTo>
                    <a:pt x="52471" y="24095"/>
                    <a:pt x="52471" y="24045"/>
                    <a:pt x="52446" y="24045"/>
                  </a:cubicBezTo>
                  <a:cubicBezTo>
                    <a:pt x="52147" y="23721"/>
                    <a:pt x="51873" y="23398"/>
                    <a:pt x="51599" y="23099"/>
                  </a:cubicBezTo>
                  <a:cubicBezTo>
                    <a:pt x="51525" y="23024"/>
                    <a:pt x="51500" y="22975"/>
                    <a:pt x="51450" y="22900"/>
                  </a:cubicBezTo>
                  <a:cubicBezTo>
                    <a:pt x="53491" y="21929"/>
                    <a:pt x="55482" y="21183"/>
                    <a:pt x="57424" y="20635"/>
                  </a:cubicBezTo>
                  <a:close/>
                  <a:moveTo>
                    <a:pt x="51251" y="22925"/>
                  </a:moveTo>
                  <a:cubicBezTo>
                    <a:pt x="51251" y="22975"/>
                    <a:pt x="51276" y="22975"/>
                    <a:pt x="51276" y="23000"/>
                  </a:cubicBezTo>
                  <a:cubicBezTo>
                    <a:pt x="52993" y="24966"/>
                    <a:pt x="54736" y="27131"/>
                    <a:pt x="56354" y="29372"/>
                  </a:cubicBezTo>
                  <a:lnTo>
                    <a:pt x="56329" y="29397"/>
                  </a:lnTo>
                  <a:cubicBezTo>
                    <a:pt x="55084" y="27729"/>
                    <a:pt x="53815" y="26086"/>
                    <a:pt x="52496" y="24493"/>
                  </a:cubicBezTo>
                  <a:cubicBezTo>
                    <a:pt x="52396" y="24369"/>
                    <a:pt x="52272" y="24244"/>
                    <a:pt x="52197" y="24120"/>
                  </a:cubicBezTo>
                  <a:lnTo>
                    <a:pt x="51624" y="23472"/>
                  </a:lnTo>
                  <a:cubicBezTo>
                    <a:pt x="51475" y="23298"/>
                    <a:pt x="51351" y="23124"/>
                    <a:pt x="51201" y="22975"/>
                  </a:cubicBezTo>
                  <a:cubicBezTo>
                    <a:pt x="51226" y="22975"/>
                    <a:pt x="51226" y="22925"/>
                    <a:pt x="51251" y="22925"/>
                  </a:cubicBezTo>
                  <a:close/>
                  <a:moveTo>
                    <a:pt x="58718" y="27953"/>
                  </a:moveTo>
                  <a:cubicBezTo>
                    <a:pt x="58718" y="27978"/>
                    <a:pt x="58718" y="27978"/>
                    <a:pt x="58743" y="28003"/>
                  </a:cubicBezTo>
                  <a:cubicBezTo>
                    <a:pt x="58046" y="28476"/>
                    <a:pt x="57349" y="28973"/>
                    <a:pt x="56677" y="29471"/>
                  </a:cubicBezTo>
                  <a:cubicBezTo>
                    <a:pt x="56677" y="29446"/>
                    <a:pt x="56627" y="29446"/>
                    <a:pt x="56627" y="29397"/>
                  </a:cubicBezTo>
                  <a:cubicBezTo>
                    <a:pt x="57324" y="28899"/>
                    <a:pt x="58046" y="28451"/>
                    <a:pt x="58718" y="27953"/>
                  </a:cubicBezTo>
                  <a:close/>
                  <a:moveTo>
                    <a:pt x="82340" y="19440"/>
                  </a:moveTo>
                  <a:lnTo>
                    <a:pt x="82440" y="19913"/>
                  </a:lnTo>
                  <a:cubicBezTo>
                    <a:pt x="82514" y="20162"/>
                    <a:pt x="82564" y="20386"/>
                    <a:pt x="82614" y="20635"/>
                  </a:cubicBezTo>
                  <a:cubicBezTo>
                    <a:pt x="82639" y="20859"/>
                    <a:pt x="82688" y="21033"/>
                    <a:pt x="82713" y="21257"/>
                  </a:cubicBezTo>
                  <a:lnTo>
                    <a:pt x="82813" y="22004"/>
                  </a:lnTo>
                  <a:cubicBezTo>
                    <a:pt x="82838" y="22178"/>
                    <a:pt x="82838" y="22377"/>
                    <a:pt x="82838" y="22552"/>
                  </a:cubicBezTo>
                  <a:cubicBezTo>
                    <a:pt x="82863" y="22850"/>
                    <a:pt x="82863" y="23124"/>
                    <a:pt x="82863" y="23398"/>
                  </a:cubicBezTo>
                  <a:lnTo>
                    <a:pt x="82863" y="23672"/>
                  </a:lnTo>
                  <a:lnTo>
                    <a:pt x="82863" y="23871"/>
                  </a:lnTo>
                  <a:lnTo>
                    <a:pt x="82863" y="23921"/>
                  </a:lnTo>
                  <a:lnTo>
                    <a:pt x="82863" y="24891"/>
                  </a:lnTo>
                  <a:cubicBezTo>
                    <a:pt x="82863" y="24991"/>
                    <a:pt x="82863" y="25115"/>
                    <a:pt x="82838" y="25240"/>
                  </a:cubicBezTo>
                  <a:lnTo>
                    <a:pt x="82838" y="25314"/>
                  </a:lnTo>
                  <a:cubicBezTo>
                    <a:pt x="82813" y="25713"/>
                    <a:pt x="82813" y="26086"/>
                    <a:pt x="82738" y="26435"/>
                  </a:cubicBezTo>
                  <a:cubicBezTo>
                    <a:pt x="82738" y="26534"/>
                    <a:pt x="82713" y="26634"/>
                    <a:pt x="82713" y="26683"/>
                  </a:cubicBezTo>
                  <a:cubicBezTo>
                    <a:pt x="82688" y="27032"/>
                    <a:pt x="82614" y="27380"/>
                    <a:pt x="82589" y="27729"/>
                  </a:cubicBezTo>
                  <a:cubicBezTo>
                    <a:pt x="80473" y="28426"/>
                    <a:pt x="78357" y="29297"/>
                    <a:pt x="76167" y="30293"/>
                  </a:cubicBezTo>
                  <a:cubicBezTo>
                    <a:pt x="76142" y="29222"/>
                    <a:pt x="75993" y="28177"/>
                    <a:pt x="75769" y="27231"/>
                  </a:cubicBezTo>
                  <a:cubicBezTo>
                    <a:pt x="75868" y="27007"/>
                    <a:pt x="75993" y="26758"/>
                    <a:pt x="76117" y="26534"/>
                  </a:cubicBezTo>
                  <a:cubicBezTo>
                    <a:pt x="76142" y="26484"/>
                    <a:pt x="76167" y="26410"/>
                    <a:pt x="76242" y="26360"/>
                  </a:cubicBezTo>
                  <a:cubicBezTo>
                    <a:pt x="76416" y="25986"/>
                    <a:pt x="76640" y="25638"/>
                    <a:pt x="76864" y="25290"/>
                  </a:cubicBezTo>
                  <a:cubicBezTo>
                    <a:pt x="76963" y="25165"/>
                    <a:pt x="77013" y="25041"/>
                    <a:pt x="77113" y="24916"/>
                  </a:cubicBezTo>
                  <a:cubicBezTo>
                    <a:pt x="77287" y="24642"/>
                    <a:pt x="77511" y="24319"/>
                    <a:pt x="77685" y="24045"/>
                  </a:cubicBezTo>
                  <a:cubicBezTo>
                    <a:pt x="77785" y="23896"/>
                    <a:pt x="77909" y="23771"/>
                    <a:pt x="78009" y="23622"/>
                  </a:cubicBezTo>
                  <a:cubicBezTo>
                    <a:pt x="78233" y="23373"/>
                    <a:pt x="78407" y="23074"/>
                    <a:pt x="78631" y="22825"/>
                  </a:cubicBezTo>
                  <a:cubicBezTo>
                    <a:pt x="78756" y="22676"/>
                    <a:pt x="78880" y="22552"/>
                    <a:pt x="79005" y="22402"/>
                  </a:cubicBezTo>
                  <a:cubicBezTo>
                    <a:pt x="79229" y="22153"/>
                    <a:pt x="79477" y="21904"/>
                    <a:pt x="79677" y="21680"/>
                  </a:cubicBezTo>
                  <a:lnTo>
                    <a:pt x="80100" y="21282"/>
                  </a:lnTo>
                  <a:lnTo>
                    <a:pt x="80921" y="20535"/>
                  </a:lnTo>
                  <a:cubicBezTo>
                    <a:pt x="81046" y="20436"/>
                    <a:pt x="81195" y="20311"/>
                    <a:pt x="81295" y="20212"/>
                  </a:cubicBezTo>
                  <a:cubicBezTo>
                    <a:pt x="81643" y="19938"/>
                    <a:pt x="81991" y="19689"/>
                    <a:pt x="82340" y="19440"/>
                  </a:cubicBezTo>
                  <a:close/>
                  <a:moveTo>
                    <a:pt x="75644" y="27505"/>
                  </a:moveTo>
                  <a:cubicBezTo>
                    <a:pt x="75868" y="28451"/>
                    <a:pt x="75993" y="29372"/>
                    <a:pt x="76018" y="30392"/>
                  </a:cubicBezTo>
                  <a:cubicBezTo>
                    <a:pt x="75993" y="30392"/>
                    <a:pt x="75968" y="30392"/>
                    <a:pt x="75968" y="30442"/>
                  </a:cubicBezTo>
                  <a:cubicBezTo>
                    <a:pt x="75918" y="29446"/>
                    <a:pt x="75794" y="28500"/>
                    <a:pt x="75619" y="27604"/>
                  </a:cubicBezTo>
                  <a:cubicBezTo>
                    <a:pt x="75619" y="27579"/>
                    <a:pt x="75644" y="27530"/>
                    <a:pt x="75644" y="27505"/>
                  </a:cubicBezTo>
                  <a:close/>
                  <a:moveTo>
                    <a:pt x="104468" y="26509"/>
                  </a:moveTo>
                  <a:cubicBezTo>
                    <a:pt x="104493" y="26509"/>
                    <a:pt x="104493" y="26509"/>
                    <a:pt x="104518" y="26534"/>
                  </a:cubicBezTo>
                  <a:cubicBezTo>
                    <a:pt x="104369" y="27729"/>
                    <a:pt x="104169" y="28899"/>
                    <a:pt x="103921" y="30118"/>
                  </a:cubicBezTo>
                  <a:cubicBezTo>
                    <a:pt x="103896" y="30243"/>
                    <a:pt x="103846" y="30342"/>
                    <a:pt x="103796" y="30467"/>
                  </a:cubicBezTo>
                  <a:cubicBezTo>
                    <a:pt x="104095" y="29098"/>
                    <a:pt x="104294" y="27779"/>
                    <a:pt x="104468" y="26509"/>
                  </a:cubicBezTo>
                  <a:close/>
                  <a:moveTo>
                    <a:pt x="105165" y="26733"/>
                  </a:moveTo>
                  <a:cubicBezTo>
                    <a:pt x="105215" y="26758"/>
                    <a:pt x="105240" y="26758"/>
                    <a:pt x="105240" y="26758"/>
                  </a:cubicBezTo>
                  <a:cubicBezTo>
                    <a:pt x="104916" y="28028"/>
                    <a:pt x="104518" y="29322"/>
                    <a:pt x="104020" y="30517"/>
                  </a:cubicBezTo>
                  <a:cubicBezTo>
                    <a:pt x="104045" y="30392"/>
                    <a:pt x="104095" y="30268"/>
                    <a:pt x="104095" y="30193"/>
                  </a:cubicBezTo>
                  <a:cubicBezTo>
                    <a:pt x="104518" y="29073"/>
                    <a:pt x="104891" y="27878"/>
                    <a:pt x="105165" y="26733"/>
                  </a:cubicBezTo>
                  <a:close/>
                  <a:moveTo>
                    <a:pt x="82564" y="27953"/>
                  </a:moveTo>
                  <a:lnTo>
                    <a:pt x="82564" y="28003"/>
                  </a:lnTo>
                  <a:cubicBezTo>
                    <a:pt x="80473" y="28724"/>
                    <a:pt x="78308" y="29596"/>
                    <a:pt x="76167" y="30591"/>
                  </a:cubicBezTo>
                  <a:lnTo>
                    <a:pt x="76167" y="30517"/>
                  </a:lnTo>
                  <a:cubicBezTo>
                    <a:pt x="78308" y="29521"/>
                    <a:pt x="80473" y="28650"/>
                    <a:pt x="82564" y="27953"/>
                  </a:cubicBezTo>
                  <a:close/>
                  <a:moveTo>
                    <a:pt x="76018" y="30616"/>
                  </a:moveTo>
                  <a:lnTo>
                    <a:pt x="76018" y="30691"/>
                  </a:lnTo>
                  <a:cubicBezTo>
                    <a:pt x="75993" y="30691"/>
                    <a:pt x="75968" y="30691"/>
                    <a:pt x="75968" y="30716"/>
                  </a:cubicBezTo>
                  <a:lnTo>
                    <a:pt x="75968" y="30641"/>
                  </a:lnTo>
                  <a:cubicBezTo>
                    <a:pt x="75993" y="30641"/>
                    <a:pt x="75993" y="30616"/>
                    <a:pt x="76018" y="30616"/>
                  </a:cubicBezTo>
                  <a:close/>
                  <a:moveTo>
                    <a:pt x="68874" y="22153"/>
                  </a:moveTo>
                  <a:cubicBezTo>
                    <a:pt x="68426" y="25090"/>
                    <a:pt x="68501" y="28003"/>
                    <a:pt x="69073" y="30741"/>
                  </a:cubicBezTo>
                  <a:lnTo>
                    <a:pt x="69023" y="30741"/>
                  </a:lnTo>
                  <a:cubicBezTo>
                    <a:pt x="68451" y="28003"/>
                    <a:pt x="68351" y="25115"/>
                    <a:pt x="68799" y="22178"/>
                  </a:cubicBezTo>
                  <a:cubicBezTo>
                    <a:pt x="68824" y="22178"/>
                    <a:pt x="68824" y="22153"/>
                    <a:pt x="68874" y="22153"/>
                  </a:cubicBezTo>
                  <a:close/>
                  <a:moveTo>
                    <a:pt x="68650" y="22303"/>
                  </a:moveTo>
                  <a:lnTo>
                    <a:pt x="68650" y="22303"/>
                  </a:lnTo>
                  <a:cubicBezTo>
                    <a:pt x="68227" y="25140"/>
                    <a:pt x="68301" y="28003"/>
                    <a:pt x="68849" y="30691"/>
                  </a:cubicBezTo>
                  <a:cubicBezTo>
                    <a:pt x="67741" y="30325"/>
                    <a:pt x="66511" y="30148"/>
                    <a:pt x="65193" y="30148"/>
                  </a:cubicBezTo>
                  <a:cubicBezTo>
                    <a:pt x="63640" y="30148"/>
                    <a:pt x="61962" y="30394"/>
                    <a:pt x="60212" y="30865"/>
                  </a:cubicBezTo>
                  <a:cubicBezTo>
                    <a:pt x="59838" y="29894"/>
                    <a:pt x="59465" y="28948"/>
                    <a:pt x="59191" y="27953"/>
                  </a:cubicBezTo>
                  <a:cubicBezTo>
                    <a:pt x="62328" y="25837"/>
                    <a:pt x="65514" y="23921"/>
                    <a:pt x="68650" y="22303"/>
                  </a:cubicBezTo>
                  <a:close/>
                  <a:moveTo>
                    <a:pt x="59042" y="28077"/>
                  </a:moveTo>
                  <a:cubicBezTo>
                    <a:pt x="59316" y="29023"/>
                    <a:pt x="59639" y="29969"/>
                    <a:pt x="60038" y="30940"/>
                  </a:cubicBezTo>
                  <a:lnTo>
                    <a:pt x="59963" y="30940"/>
                  </a:lnTo>
                  <a:cubicBezTo>
                    <a:pt x="59589" y="29994"/>
                    <a:pt x="59241" y="29073"/>
                    <a:pt x="58967" y="28102"/>
                  </a:cubicBezTo>
                  <a:cubicBezTo>
                    <a:pt x="58992" y="28102"/>
                    <a:pt x="58992" y="28077"/>
                    <a:pt x="59042" y="28077"/>
                  </a:cubicBezTo>
                  <a:close/>
                  <a:moveTo>
                    <a:pt x="69148" y="30965"/>
                  </a:moveTo>
                  <a:cubicBezTo>
                    <a:pt x="69148" y="30990"/>
                    <a:pt x="69148" y="31014"/>
                    <a:pt x="69173" y="31014"/>
                  </a:cubicBezTo>
                  <a:cubicBezTo>
                    <a:pt x="69164" y="31031"/>
                    <a:pt x="69156" y="31037"/>
                    <a:pt x="69149" y="31037"/>
                  </a:cubicBezTo>
                  <a:cubicBezTo>
                    <a:pt x="69134" y="31037"/>
                    <a:pt x="69123" y="31014"/>
                    <a:pt x="69123" y="31014"/>
                  </a:cubicBezTo>
                  <a:cubicBezTo>
                    <a:pt x="69123" y="30990"/>
                    <a:pt x="69123" y="30965"/>
                    <a:pt x="69073" y="30965"/>
                  </a:cubicBezTo>
                  <a:close/>
                  <a:moveTo>
                    <a:pt x="65230" y="30358"/>
                  </a:moveTo>
                  <a:cubicBezTo>
                    <a:pt x="66548" y="30358"/>
                    <a:pt x="67770" y="30533"/>
                    <a:pt x="68874" y="30890"/>
                  </a:cubicBezTo>
                  <a:cubicBezTo>
                    <a:pt x="68874" y="30911"/>
                    <a:pt x="68874" y="30949"/>
                    <a:pt x="68889" y="30961"/>
                  </a:cubicBezTo>
                  <a:lnTo>
                    <a:pt x="68889" y="30961"/>
                  </a:lnTo>
                  <a:cubicBezTo>
                    <a:pt x="67796" y="30583"/>
                    <a:pt x="66575" y="30401"/>
                    <a:pt x="65257" y="30401"/>
                  </a:cubicBezTo>
                  <a:cubicBezTo>
                    <a:pt x="63725" y="30401"/>
                    <a:pt x="62061" y="30646"/>
                    <a:pt x="60311" y="31114"/>
                  </a:cubicBezTo>
                  <a:cubicBezTo>
                    <a:pt x="60311" y="31089"/>
                    <a:pt x="60262" y="31089"/>
                    <a:pt x="60262" y="31064"/>
                  </a:cubicBezTo>
                  <a:cubicBezTo>
                    <a:pt x="62029" y="30596"/>
                    <a:pt x="63695" y="30358"/>
                    <a:pt x="65230" y="30358"/>
                  </a:cubicBezTo>
                  <a:close/>
                  <a:moveTo>
                    <a:pt x="60087" y="31089"/>
                  </a:moveTo>
                  <a:cubicBezTo>
                    <a:pt x="60087" y="31114"/>
                    <a:pt x="60087" y="31114"/>
                    <a:pt x="60112" y="31139"/>
                  </a:cubicBezTo>
                  <a:cubicBezTo>
                    <a:pt x="60087" y="31139"/>
                    <a:pt x="60087" y="31139"/>
                    <a:pt x="60062" y="31189"/>
                  </a:cubicBezTo>
                  <a:cubicBezTo>
                    <a:pt x="60062" y="31139"/>
                    <a:pt x="60038" y="31139"/>
                    <a:pt x="60038" y="31114"/>
                  </a:cubicBezTo>
                  <a:cubicBezTo>
                    <a:pt x="60062" y="31089"/>
                    <a:pt x="60062" y="31089"/>
                    <a:pt x="60087" y="31089"/>
                  </a:cubicBezTo>
                  <a:close/>
                  <a:moveTo>
                    <a:pt x="75470" y="27903"/>
                  </a:moveTo>
                  <a:cubicBezTo>
                    <a:pt x="75644" y="28724"/>
                    <a:pt x="75744" y="29596"/>
                    <a:pt x="75769" y="30517"/>
                  </a:cubicBezTo>
                  <a:cubicBezTo>
                    <a:pt x="75346" y="30741"/>
                    <a:pt x="74898" y="30965"/>
                    <a:pt x="74425" y="31189"/>
                  </a:cubicBezTo>
                  <a:cubicBezTo>
                    <a:pt x="74474" y="31089"/>
                    <a:pt x="74474" y="30965"/>
                    <a:pt x="74499" y="30865"/>
                  </a:cubicBezTo>
                  <a:cubicBezTo>
                    <a:pt x="74499" y="30815"/>
                    <a:pt x="74524" y="30766"/>
                    <a:pt x="74524" y="30716"/>
                  </a:cubicBezTo>
                  <a:cubicBezTo>
                    <a:pt x="74748" y="29770"/>
                    <a:pt x="75047" y="28824"/>
                    <a:pt x="75470" y="27903"/>
                  </a:cubicBezTo>
                  <a:close/>
                  <a:moveTo>
                    <a:pt x="75744" y="30716"/>
                  </a:moveTo>
                  <a:lnTo>
                    <a:pt x="75744" y="30766"/>
                  </a:lnTo>
                  <a:cubicBezTo>
                    <a:pt x="75296" y="30990"/>
                    <a:pt x="74848" y="31238"/>
                    <a:pt x="74375" y="31462"/>
                  </a:cubicBezTo>
                  <a:lnTo>
                    <a:pt x="74375" y="31363"/>
                  </a:lnTo>
                  <a:cubicBezTo>
                    <a:pt x="74848" y="31139"/>
                    <a:pt x="75271" y="30890"/>
                    <a:pt x="75744" y="30716"/>
                  </a:cubicBezTo>
                  <a:close/>
                  <a:moveTo>
                    <a:pt x="58793" y="28202"/>
                  </a:moveTo>
                  <a:cubicBezTo>
                    <a:pt x="59092" y="29148"/>
                    <a:pt x="59440" y="30069"/>
                    <a:pt x="59789" y="30990"/>
                  </a:cubicBezTo>
                  <a:cubicBezTo>
                    <a:pt x="59216" y="31139"/>
                    <a:pt x="58669" y="31338"/>
                    <a:pt x="58096" y="31512"/>
                  </a:cubicBezTo>
                  <a:cubicBezTo>
                    <a:pt x="57673" y="30865"/>
                    <a:pt x="57225" y="30243"/>
                    <a:pt x="56752" y="29596"/>
                  </a:cubicBezTo>
                  <a:cubicBezTo>
                    <a:pt x="57449" y="29123"/>
                    <a:pt x="58121" y="28650"/>
                    <a:pt x="58793" y="28202"/>
                  </a:cubicBezTo>
                  <a:close/>
                  <a:moveTo>
                    <a:pt x="56603" y="29720"/>
                  </a:moveTo>
                  <a:lnTo>
                    <a:pt x="57922" y="31587"/>
                  </a:lnTo>
                  <a:lnTo>
                    <a:pt x="57872" y="31612"/>
                  </a:lnTo>
                  <a:lnTo>
                    <a:pt x="56578" y="29745"/>
                  </a:lnTo>
                  <a:lnTo>
                    <a:pt x="56603" y="29720"/>
                  </a:lnTo>
                  <a:close/>
                  <a:moveTo>
                    <a:pt x="103721" y="31139"/>
                  </a:moveTo>
                  <a:lnTo>
                    <a:pt x="103721" y="31139"/>
                  </a:lnTo>
                  <a:cubicBezTo>
                    <a:pt x="103672" y="31239"/>
                    <a:pt x="103672" y="31338"/>
                    <a:pt x="103647" y="31462"/>
                  </a:cubicBezTo>
                  <a:cubicBezTo>
                    <a:pt x="103622" y="31562"/>
                    <a:pt x="103547" y="31637"/>
                    <a:pt x="103522" y="31711"/>
                  </a:cubicBezTo>
                  <a:cubicBezTo>
                    <a:pt x="103547" y="31612"/>
                    <a:pt x="103547" y="31512"/>
                    <a:pt x="103597" y="31438"/>
                  </a:cubicBezTo>
                  <a:cubicBezTo>
                    <a:pt x="103622" y="31338"/>
                    <a:pt x="103672" y="31239"/>
                    <a:pt x="103721" y="31139"/>
                  </a:cubicBezTo>
                  <a:close/>
                  <a:moveTo>
                    <a:pt x="117461" y="30143"/>
                  </a:moveTo>
                  <a:cubicBezTo>
                    <a:pt x="117461" y="30268"/>
                    <a:pt x="117486" y="30367"/>
                    <a:pt x="117536" y="30492"/>
                  </a:cubicBezTo>
                  <a:cubicBezTo>
                    <a:pt x="117561" y="30616"/>
                    <a:pt x="117561" y="30766"/>
                    <a:pt x="117586" y="30890"/>
                  </a:cubicBezTo>
                  <a:cubicBezTo>
                    <a:pt x="117617" y="31170"/>
                    <a:pt x="117648" y="31440"/>
                    <a:pt x="117679" y="31719"/>
                  </a:cubicBezTo>
                  <a:lnTo>
                    <a:pt x="117679" y="31719"/>
                  </a:lnTo>
                  <a:cubicBezTo>
                    <a:pt x="117646" y="31477"/>
                    <a:pt x="117603" y="31212"/>
                    <a:pt x="117561" y="30915"/>
                  </a:cubicBezTo>
                  <a:cubicBezTo>
                    <a:pt x="117511" y="30766"/>
                    <a:pt x="117486" y="30616"/>
                    <a:pt x="117461" y="30442"/>
                  </a:cubicBezTo>
                  <a:lnTo>
                    <a:pt x="117461" y="30218"/>
                  </a:lnTo>
                  <a:lnTo>
                    <a:pt x="117461" y="30143"/>
                  </a:lnTo>
                  <a:close/>
                  <a:moveTo>
                    <a:pt x="59863" y="31139"/>
                  </a:moveTo>
                  <a:lnTo>
                    <a:pt x="59863" y="31214"/>
                  </a:lnTo>
                  <a:cubicBezTo>
                    <a:pt x="59341" y="31363"/>
                    <a:pt x="58793" y="31537"/>
                    <a:pt x="58245" y="31736"/>
                  </a:cubicBezTo>
                  <a:cubicBezTo>
                    <a:pt x="58245" y="31711"/>
                    <a:pt x="58220" y="31711"/>
                    <a:pt x="58220" y="31687"/>
                  </a:cubicBezTo>
                  <a:cubicBezTo>
                    <a:pt x="58793" y="31487"/>
                    <a:pt x="59316" y="31313"/>
                    <a:pt x="59863" y="31139"/>
                  </a:cubicBezTo>
                  <a:close/>
                  <a:moveTo>
                    <a:pt x="58046" y="31736"/>
                  </a:moveTo>
                  <a:cubicBezTo>
                    <a:pt x="58046" y="31761"/>
                    <a:pt x="58071" y="31761"/>
                    <a:pt x="58071" y="31811"/>
                  </a:cubicBezTo>
                  <a:cubicBezTo>
                    <a:pt x="58046" y="31811"/>
                    <a:pt x="58046" y="31811"/>
                    <a:pt x="57996" y="31836"/>
                  </a:cubicBezTo>
                  <a:cubicBezTo>
                    <a:pt x="57996" y="31811"/>
                    <a:pt x="57972" y="31811"/>
                    <a:pt x="57972" y="31761"/>
                  </a:cubicBezTo>
                  <a:cubicBezTo>
                    <a:pt x="57996" y="31761"/>
                    <a:pt x="57996" y="31761"/>
                    <a:pt x="58046" y="31736"/>
                  </a:cubicBezTo>
                  <a:close/>
                  <a:moveTo>
                    <a:pt x="70890" y="21158"/>
                  </a:moveTo>
                  <a:cubicBezTo>
                    <a:pt x="71612" y="21556"/>
                    <a:pt x="72234" y="22054"/>
                    <a:pt x="72782" y="22626"/>
                  </a:cubicBezTo>
                  <a:cubicBezTo>
                    <a:pt x="72757" y="22751"/>
                    <a:pt x="72732" y="22850"/>
                    <a:pt x="72657" y="22975"/>
                  </a:cubicBezTo>
                  <a:lnTo>
                    <a:pt x="72483" y="23522"/>
                  </a:lnTo>
                  <a:cubicBezTo>
                    <a:pt x="72433" y="23647"/>
                    <a:pt x="72384" y="23796"/>
                    <a:pt x="72359" y="23921"/>
                  </a:cubicBezTo>
                  <a:cubicBezTo>
                    <a:pt x="72284" y="24120"/>
                    <a:pt x="72259" y="24294"/>
                    <a:pt x="72184" y="24493"/>
                  </a:cubicBezTo>
                  <a:cubicBezTo>
                    <a:pt x="72160" y="24617"/>
                    <a:pt x="72135" y="24767"/>
                    <a:pt x="72110" y="24891"/>
                  </a:cubicBezTo>
                  <a:cubicBezTo>
                    <a:pt x="72060" y="25066"/>
                    <a:pt x="72010" y="25265"/>
                    <a:pt x="71985" y="25439"/>
                  </a:cubicBezTo>
                  <a:cubicBezTo>
                    <a:pt x="71935" y="25613"/>
                    <a:pt x="71911" y="25738"/>
                    <a:pt x="71886" y="25887"/>
                  </a:cubicBezTo>
                  <a:cubicBezTo>
                    <a:pt x="71861" y="26061"/>
                    <a:pt x="71811" y="26235"/>
                    <a:pt x="71786" y="26410"/>
                  </a:cubicBezTo>
                  <a:cubicBezTo>
                    <a:pt x="71761" y="26559"/>
                    <a:pt x="71736" y="26733"/>
                    <a:pt x="71736" y="26858"/>
                  </a:cubicBezTo>
                  <a:cubicBezTo>
                    <a:pt x="71736" y="26883"/>
                    <a:pt x="71736" y="26957"/>
                    <a:pt x="71687" y="26982"/>
                  </a:cubicBezTo>
                  <a:lnTo>
                    <a:pt x="71687" y="27107"/>
                  </a:lnTo>
                  <a:cubicBezTo>
                    <a:pt x="71637" y="27654"/>
                    <a:pt x="71562" y="28227"/>
                    <a:pt x="71537" y="28749"/>
                  </a:cubicBezTo>
                  <a:lnTo>
                    <a:pt x="71537" y="28948"/>
                  </a:lnTo>
                  <a:cubicBezTo>
                    <a:pt x="71512" y="29496"/>
                    <a:pt x="71512" y="30069"/>
                    <a:pt x="71537" y="30591"/>
                  </a:cubicBezTo>
                  <a:lnTo>
                    <a:pt x="71537" y="30691"/>
                  </a:lnTo>
                  <a:cubicBezTo>
                    <a:pt x="71562" y="31214"/>
                    <a:pt x="71637" y="31711"/>
                    <a:pt x="71687" y="32209"/>
                  </a:cubicBezTo>
                  <a:cubicBezTo>
                    <a:pt x="71015" y="31587"/>
                    <a:pt x="70168" y="31114"/>
                    <a:pt x="69247" y="30741"/>
                  </a:cubicBezTo>
                  <a:cubicBezTo>
                    <a:pt x="68625" y="27953"/>
                    <a:pt x="68550" y="24966"/>
                    <a:pt x="69023" y="21954"/>
                  </a:cubicBezTo>
                  <a:cubicBezTo>
                    <a:pt x="69695" y="21755"/>
                    <a:pt x="70293" y="21481"/>
                    <a:pt x="70890" y="21158"/>
                  </a:cubicBezTo>
                  <a:close/>
                  <a:moveTo>
                    <a:pt x="73130" y="23000"/>
                  </a:moveTo>
                  <a:cubicBezTo>
                    <a:pt x="74126" y="24120"/>
                    <a:pt x="74873" y="25514"/>
                    <a:pt x="75271" y="27131"/>
                  </a:cubicBezTo>
                  <a:cubicBezTo>
                    <a:pt x="74624" y="28525"/>
                    <a:pt x="74126" y="29969"/>
                    <a:pt x="73877" y="31413"/>
                  </a:cubicBezTo>
                  <a:cubicBezTo>
                    <a:pt x="73304" y="31711"/>
                    <a:pt x="72757" y="32010"/>
                    <a:pt x="72184" y="32284"/>
                  </a:cubicBezTo>
                  <a:cubicBezTo>
                    <a:pt x="72160" y="32110"/>
                    <a:pt x="72135" y="31886"/>
                    <a:pt x="72135" y="31711"/>
                  </a:cubicBezTo>
                  <a:cubicBezTo>
                    <a:pt x="72110" y="31487"/>
                    <a:pt x="72110" y="31288"/>
                    <a:pt x="72060" y="31089"/>
                  </a:cubicBezTo>
                  <a:cubicBezTo>
                    <a:pt x="72035" y="30716"/>
                    <a:pt x="72010" y="30293"/>
                    <a:pt x="72010" y="29894"/>
                  </a:cubicBezTo>
                  <a:lnTo>
                    <a:pt x="72010" y="29397"/>
                  </a:lnTo>
                  <a:cubicBezTo>
                    <a:pt x="72010" y="28998"/>
                    <a:pt x="72035" y="28600"/>
                    <a:pt x="72060" y="28177"/>
                  </a:cubicBezTo>
                  <a:cubicBezTo>
                    <a:pt x="72060" y="28003"/>
                    <a:pt x="72110" y="27804"/>
                    <a:pt x="72110" y="27629"/>
                  </a:cubicBezTo>
                  <a:cubicBezTo>
                    <a:pt x="72135" y="27380"/>
                    <a:pt x="72160" y="27107"/>
                    <a:pt x="72184" y="26858"/>
                  </a:cubicBezTo>
                  <a:cubicBezTo>
                    <a:pt x="72234" y="26509"/>
                    <a:pt x="72284" y="26186"/>
                    <a:pt x="72359" y="25862"/>
                  </a:cubicBezTo>
                  <a:cubicBezTo>
                    <a:pt x="72384" y="25613"/>
                    <a:pt x="72433" y="25364"/>
                    <a:pt x="72508" y="25140"/>
                  </a:cubicBezTo>
                  <a:cubicBezTo>
                    <a:pt x="72558" y="24891"/>
                    <a:pt x="72632" y="24617"/>
                    <a:pt x="72682" y="24369"/>
                  </a:cubicBezTo>
                  <a:cubicBezTo>
                    <a:pt x="72782" y="24095"/>
                    <a:pt x="72856" y="23846"/>
                    <a:pt x="72931" y="23597"/>
                  </a:cubicBezTo>
                  <a:cubicBezTo>
                    <a:pt x="73006" y="23398"/>
                    <a:pt x="73056" y="23174"/>
                    <a:pt x="73130" y="23000"/>
                  </a:cubicBezTo>
                  <a:close/>
                  <a:moveTo>
                    <a:pt x="105663" y="16080"/>
                  </a:moveTo>
                  <a:lnTo>
                    <a:pt x="105663" y="16080"/>
                  </a:lnTo>
                  <a:cubicBezTo>
                    <a:pt x="108525" y="17150"/>
                    <a:pt x="110940" y="18768"/>
                    <a:pt x="112807" y="20909"/>
                  </a:cubicBezTo>
                  <a:cubicBezTo>
                    <a:pt x="112881" y="21282"/>
                    <a:pt x="112981" y="21655"/>
                    <a:pt x="113056" y="22054"/>
                  </a:cubicBezTo>
                  <a:cubicBezTo>
                    <a:pt x="113081" y="22228"/>
                    <a:pt x="113105" y="22402"/>
                    <a:pt x="113130" y="22552"/>
                  </a:cubicBezTo>
                  <a:cubicBezTo>
                    <a:pt x="113230" y="23124"/>
                    <a:pt x="113329" y="23672"/>
                    <a:pt x="113379" y="24269"/>
                  </a:cubicBezTo>
                  <a:cubicBezTo>
                    <a:pt x="113379" y="24418"/>
                    <a:pt x="113429" y="24543"/>
                    <a:pt x="113429" y="24717"/>
                  </a:cubicBezTo>
                  <a:lnTo>
                    <a:pt x="113504" y="26111"/>
                  </a:lnTo>
                  <a:cubicBezTo>
                    <a:pt x="113504" y="26335"/>
                    <a:pt x="113553" y="26534"/>
                    <a:pt x="113553" y="26783"/>
                  </a:cubicBezTo>
                  <a:cubicBezTo>
                    <a:pt x="113553" y="27355"/>
                    <a:pt x="113578" y="27953"/>
                    <a:pt x="113553" y="28500"/>
                  </a:cubicBezTo>
                  <a:cubicBezTo>
                    <a:pt x="113553" y="28700"/>
                    <a:pt x="113504" y="28849"/>
                    <a:pt x="113504" y="29023"/>
                  </a:cubicBezTo>
                  <a:lnTo>
                    <a:pt x="113429" y="30517"/>
                  </a:lnTo>
                  <a:cubicBezTo>
                    <a:pt x="113379" y="30741"/>
                    <a:pt x="113379" y="30965"/>
                    <a:pt x="113354" y="31139"/>
                  </a:cubicBezTo>
                  <a:cubicBezTo>
                    <a:pt x="113329" y="31562"/>
                    <a:pt x="113255" y="31935"/>
                    <a:pt x="113230" y="32334"/>
                  </a:cubicBezTo>
                  <a:cubicBezTo>
                    <a:pt x="111363" y="29645"/>
                    <a:pt x="108774" y="27654"/>
                    <a:pt x="105514" y="26459"/>
                  </a:cubicBezTo>
                  <a:cubicBezTo>
                    <a:pt x="106285" y="22975"/>
                    <a:pt x="106360" y="19390"/>
                    <a:pt x="105663" y="16080"/>
                  </a:cubicBezTo>
                  <a:close/>
                  <a:moveTo>
                    <a:pt x="69389" y="31096"/>
                  </a:moveTo>
                  <a:lnTo>
                    <a:pt x="69389" y="31096"/>
                  </a:lnTo>
                  <a:cubicBezTo>
                    <a:pt x="70278" y="31469"/>
                    <a:pt x="71069" y="31964"/>
                    <a:pt x="71761" y="32558"/>
                  </a:cubicBezTo>
                  <a:cubicBezTo>
                    <a:pt x="71736" y="32558"/>
                    <a:pt x="71687" y="32583"/>
                    <a:pt x="71687" y="32583"/>
                  </a:cubicBezTo>
                  <a:cubicBezTo>
                    <a:pt x="71039" y="31985"/>
                    <a:pt x="70268" y="31487"/>
                    <a:pt x="69397" y="31139"/>
                  </a:cubicBezTo>
                  <a:cubicBezTo>
                    <a:pt x="69397" y="31122"/>
                    <a:pt x="69397" y="31106"/>
                    <a:pt x="69389" y="31096"/>
                  </a:cubicBezTo>
                  <a:close/>
                  <a:moveTo>
                    <a:pt x="73852" y="31687"/>
                  </a:moveTo>
                  <a:lnTo>
                    <a:pt x="73852" y="31736"/>
                  </a:lnTo>
                  <a:cubicBezTo>
                    <a:pt x="73304" y="31985"/>
                    <a:pt x="72782" y="32259"/>
                    <a:pt x="72234" y="32583"/>
                  </a:cubicBezTo>
                  <a:lnTo>
                    <a:pt x="72234" y="32508"/>
                  </a:lnTo>
                  <a:cubicBezTo>
                    <a:pt x="72757" y="32234"/>
                    <a:pt x="73304" y="31960"/>
                    <a:pt x="73852" y="31687"/>
                  </a:cubicBezTo>
                  <a:close/>
                  <a:moveTo>
                    <a:pt x="113081" y="21232"/>
                  </a:moveTo>
                  <a:cubicBezTo>
                    <a:pt x="113105" y="21257"/>
                    <a:pt x="113105" y="21282"/>
                    <a:pt x="113130" y="21307"/>
                  </a:cubicBezTo>
                  <a:cubicBezTo>
                    <a:pt x="113205" y="21556"/>
                    <a:pt x="113255" y="21805"/>
                    <a:pt x="113280" y="22103"/>
                  </a:cubicBezTo>
                  <a:cubicBezTo>
                    <a:pt x="113329" y="22228"/>
                    <a:pt x="113329" y="22352"/>
                    <a:pt x="113354" y="22477"/>
                  </a:cubicBezTo>
                  <a:cubicBezTo>
                    <a:pt x="113454" y="22925"/>
                    <a:pt x="113504" y="23423"/>
                    <a:pt x="113578" y="23921"/>
                  </a:cubicBezTo>
                  <a:cubicBezTo>
                    <a:pt x="113603" y="24095"/>
                    <a:pt x="113603" y="24244"/>
                    <a:pt x="113628" y="24418"/>
                  </a:cubicBezTo>
                  <a:cubicBezTo>
                    <a:pt x="113703" y="24991"/>
                    <a:pt x="113728" y="25538"/>
                    <a:pt x="113753" y="26136"/>
                  </a:cubicBezTo>
                  <a:cubicBezTo>
                    <a:pt x="113753" y="26360"/>
                    <a:pt x="113753" y="26584"/>
                    <a:pt x="113777" y="26783"/>
                  </a:cubicBezTo>
                  <a:lnTo>
                    <a:pt x="113777" y="28152"/>
                  </a:lnTo>
                  <a:lnTo>
                    <a:pt x="113777" y="28724"/>
                  </a:lnTo>
                  <a:cubicBezTo>
                    <a:pt x="113753" y="29322"/>
                    <a:pt x="113728" y="29894"/>
                    <a:pt x="113703" y="30517"/>
                  </a:cubicBezTo>
                  <a:cubicBezTo>
                    <a:pt x="113653" y="30741"/>
                    <a:pt x="113653" y="30940"/>
                    <a:pt x="113628" y="31139"/>
                  </a:cubicBezTo>
                  <a:cubicBezTo>
                    <a:pt x="113578" y="31612"/>
                    <a:pt x="113504" y="32110"/>
                    <a:pt x="113454" y="32632"/>
                  </a:cubicBezTo>
                  <a:cubicBezTo>
                    <a:pt x="113429" y="32607"/>
                    <a:pt x="113429" y="32583"/>
                    <a:pt x="113379" y="32583"/>
                  </a:cubicBezTo>
                  <a:lnTo>
                    <a:pt x="113578" y="30990"/>
                  </a:lnTo>
                  <a:cubicBezTo>
                    <a:pt x="113578" y="30865"/>
                    <a:pt x="113603" y="30741"/>
                    <a:pt x="113603" y="30616"/>
                  </a:cubicBezTo>
                  <a:cubicBezTo>
                    <a:pt x="113678" y="29994"/>
                    <a:pt x="113703" y="29347"/>
                    <a:pt x="113728" y="28724"/>
                  </a:cubicBezTo>
                  <a:lnTo>
                    <a:pt x="113728" y="28525"/>
                  </a:lnTo>
                  <a:cubicBezTo>
                    <a:pt x="113753" y="27903"/>
                    <a:pt x="113728" y="27281"/>
                    <a:pt x="113728" y="26659"/>
                  </a:cubicBezTo>
                  <a:cubicBezTo>
                    <a:pt x="113728" y="26484"/>
                    <a:pt x="113728" y="26285"/>
                    <a:pt x="113703" y="26111"/>
                  </a:cubicBezTo>
                  <a:lnTo>
                    <a:pt x="113603" y="24518"/>
                  </a:lnTo>
                  <a:cubicBezTo>
                    <a:pt x="113603" y="24418"/>
                    <a:pt x="113603" y="24344"/>
                    <a:pt x="113578" y="24244"/>
                  </a:cubicBezTo>
                  <a:cubicBezTo>
                    <a:pt x="113504" y="23647"/>
                    <a:pt x="113429" y="23049"/>
                    <a:pt x="113329" y="22477"/>
                  </a:cubicBezTo>
                  <a:lnTo>
                    <a:pt x="113230" y="22004"/>
                  </a:lnTo>
                  <a:cubicBezTo>
                    <a:pt x="113180" y="21755"/>
                    <a:pt x="113130" y="21481"/>
                    <a:pt x="113081" y="21232"/>
                  </a:cubicBezTo>
                  <a:close/>
                  <a:moveTo>
                    <a:pt x="105464" y="26609"/>
                  </a:moveTo>
                  <a:cubicBezTo>
                    <a:pt x="108725" y="27853"/>
                    <a:pt x="111338" y="29869"/>
                    <a:pt x="113180" y="32607"/>
                  </a:cubicBezTo>
                  <a:lnTo>
                    <a:pt x="113180" y="32707"/>
                  </a:lnTo>
                  <a:cubicBezTo>
                    <a:pt x="111363" y="29944"/>
                    <a:pt x="108749" y="27878"/>
                    <a:pt x="105464" y="26659"/>
                  </a:cubicBezTo>
                  <a:lnTo>
                    <a:pt x="105464" y="26609"/>
                  </a:lnTo>
                  <a:close/>
                  <a:moveTo>
                    <a:pt x="113329" y="32831"/>
                  </a:moveTo>
                  <a:cubicBezTo>
                    <a:pt x="113354" y="32856"/>
                    <a:pt x="113354" y="32881"/>
                    <a:pt x="113379" y="32881"/>
                  </a:cubicBezTo>
                  <a:lnTo>
                    <a:pt x="113379" y="33006"/>
                  </a:lnTo>
                  <a:cubicBezTo>
                    <a:pt x="113354" y="32981"/>
                    <a:pt x="113354" y="32956"/>
                    <a:pt x="113329" y="32931"/>
                  </a:cubicBezTo>
                  <a:lnTo>
                    <a:pt x="113329" y="32831"/>
                  </a:lnTo>
                  <a:close/>
                  <a:moveTo>
                    <a:pt x="69446" y="31363"/>
                  </a:moveTo>
                  <a:lnTo>
                    <a:pt x="69446" y="31363"/>
                  </a:lnTo>
                  <a:cubicBezTo>
                    <a:pt x="70218" y="31711"/>
                    <a:pt x="70940" y="32135"/>
                    <a:pt x="71537" y="32682"/>
                  </a:cubicBezTo>
                  <a:cubicBezTo>
                    <a:pt x="71039" y="32931"/>
                    <a:pt x="70542" y="33205"/>
                    <a:pt x="70069" y="33479"/>
                  </a:cubicBezTo>
                  <a:cubicBezTo>
                    <a:pt x="69820" y="32807"/>
                    <a:pt x="69596" y="32085"/>
                    <a:pt x="69446" y="31363"/>
                  </a:cubicBezTo>
                  <a:close/>
                  <a:moveTo>
                    <a:pt x="69148" y="31238"/>
                  </a:moveTo>
                  <a:cubicBezTo>
                    <a:pt x="69173" y="31238"/>
                    <a:pt x="69197" y="31263"/>
                    <a:pt x="69197" y="31263"/>
                  </a:cubicBezTo>
                  <a:cubicBezTo>
                    <a:pt x="69397" y="32060"/>
                    <a:pt x="69646" y="32831"/>
                    <a:pt x="69894" y="33578"/>
                  </a:cubicBezTo>
                  <a:cubicBezTo>
                    <a:pt x="69870" y="33578"/>
                    <a:pt x="69870" y="33603"/>
                    <a:pt x="69820" y="33603"/>
                  </a:cubicBezTo>
                  <a:cubicBezTo>
                    <a:pt x="69546" y="32831"/>
                    <a:pt x="69322" y="32060"/>
                    <a:pt x="69148" y="31238"/>
                  </a:cubicBezTo>
                  <a:close/>
                  <a:moveTo>
                    <a:pt x="71662" y="32831"/>
                  </a:moveTo>
                  <a:cubicBezTo>
                    <a:pt x="71687" y="32831"/>
                    <a:pt x="71687" y="32856"/>
                    <a:pt x="71736" y="32881"/>
                  </a:cubicBezTo>
                  <a:cubicBezTo>
                    <a:pt x="71189" y="33180"/>
                    <a:pt x="70691" y="33454"/>
                    <a:pt x="70168" y="33752"/>
                  </a:cubicBezTo>
                  <a:cubicBezTo>
                    <a:pt x="70143" y="33703"/>
                    <a:pt x="70143" y="33678"/>
                    <a:pt x="70143" y="33678"/>
                  </a:cubicBezTo>
                  <a:cubicBezTo>
                    <a:pt x="70641" y="33379"/>
                    <a:pt x="71164" y="33105"/>
                    <a:pt x="71662" y="32831"/>
                  </a:cubicBezTo>
                  <a:close/>
                  <a:moveTo>
                    <a:pt x="69944" y="33752"/>
                  </a:moveTo>
                  <a:cubicBezTo>
                    <a:pt x="69944" y="33802"/>
                    <a:pt x="69944" y="33802"/>
                    <a:pt x="69994" y="33827"/>
                  </a:cubicBezTo>
                  <a:cubicBezTo>
                    <a:pt x="69944" y="33827"/>
                    <a:pt x="69944" y="33852"/>
                    <a:pt x="69919" y="33852"/>
                  </a:cubicBezTo>
                  <a:cubicBezTo>
                    <a:pt x="69919" y="33827"/>
                    <a:pt x="69894" y="33827"/>
                    <a:pt x="69894" y="33802"/>
                  </a:cubicBezTo>
                  <a:cubicBezTo>
                    <a:pt x="69919" y="33752"/>
                    <a:pt x="69944" y="33752"/>
                    <a:pt x="69944" y="33752"/>
                  </a:cubicBezTo>
                  <a:close/>
                  <a:moveTo>
                    <a:pt x="117188" y="30168"/>
                  </a:moveTo>
                  <a:cubicBezTo>
                    <a:pt x="117188" y="30243"/>
                    <a:pt x="117212" y="30293"/>
                    <a:pt x="117212" y="30342"/>
                  </a:cubicBezTo>
                  <a:cubicBezTo>
                    <a:pt x="117212" y="30367"/>
                    <a:pt x="117237" y="30392"/>
                    <a:pt x="117237" y="30467"/>
                  </a:cubicBezTo>
                  <a:lnTo>
                    <a:pt x="117237" y="31338"/>
                  </a:lnTo>
                  <a:lnTo>
                    <a:pt x="117237" y="31711"/>
                  </a:lnTo>
                  <a:lnTo>
                    <a:pt x="117237" y="31761"/>
                  </a:lnTo>
                  <a:cubicBezTo>
                    <a:pt x="117237" y="31886"/>
                    <a:pt x="117212" y="32010"/>
                    <a:pt x="117212" y="32159"/>
                  </a:cubicBezTo>
                  <a:cubicBezTo>
                    <a:pt x="117212" y="32309"/>
                    <a:pt x="117188" y="32408"/>
                    <a:pt x="117188" y="32583"/>
                  </a:cubicBezTo>
                  <a:cubicBezTo>
                    <a:pt x="117163" y="32757"/>
                    <a:pt x="117163" y="32906"/>
                    <a:pt x="117113" y="33105"/>
                  </a:cubicBezTo>
                  <a:lnTo>
                    <a:pt x="117113" y="33230"/>
                  </a:lnTo>
                  <a:cubicBezTo>
                    <a:pt x="117113" y="33304"/>
                    <a:pt x="117088" y="33354"/>
                    <a:pt x="117088" y="33404"/>
                  </a:cubicBezTo>
                  <a:cubicBezTo>
                    <a:pt x="117050" y="33632"/>
                    <a:pt x="117007" y="33860"/>
                    <a:pt x="116958" y="34087"/>
                  </a:cubicBezTo>
                  <a:lnTo>
                    <a:pt x="116958" y="34087"/>
                  </a:lnTo>
                  <a:lnTo>
                    <a:pt x="117038" y="33628"/>
                  </a:lnTo>
                  <a:cubicBezTo>
                    <a:pt x="117063" y="33504"/>
                    <a:pt x="117063" y="33379"/>
                    <a:pt x="117088" y="33255"/>
                  </a:cubicBezTo>
                  <a:lnTo>
                    <a:pt x="117088" y="33230"/>
                  </a:lnTo>
                  <a:lnTo>
                    <a:pt x="117088" y="33205"/>
                  </a:lnTo>
                  <a:cubicBezTo>
                    <a:pt x="117113" y="33056"/>
                    <a:pt x="117113" y="32856"/>
                    <a:pt x="117163" y="32707"/>
                  </a:cubicBezTo>
                  <a:cubicBezTo>
                    <a:pt x="117163" y="32583"/>
                    <a:pt x="117188" y="32458"/>
                    <a:pt x="117188" y="32334"/>
                  </a:cubicBezTo>
                  <a:lnTo>
                    <a:pt x="117188" y="32259"/>
                  </a:lnTo>
                  <a:lnTo>
                    <a:pt x="117188" y="32110"/>
                  </a:lnTo>
                  <a:cubicBezTo>
                    <a:pt x="117188" y="31985"/>
                    <a:pt x="117212" y="31861"/>
                    <a:pt x="117212" y="31761"/>
                  </a:cubicBezTo>
                  <a:lnTo>
                    <a:pt x="117212" y="31587"/>
                  </a:lnTo>
                  <a:cubicBezTo>
                    <a:pt x="117188" y="31512"/>
                    <a:pt x="117188" y="31512"/>
                    <a:pt x="117188" y="31487"/>
                  </a:cubicBezTo>
                  <a:lnTo>
                    <a:pt x="117188" y="31064"/>
                  </a:lnTo>
                  <a:lnTo>
                    <a:pt x="117188" y="30840"/>
                  </a:lnTo>
                  <a:lnTo>
                    <a:pt x="117188" y="30716"/>
                  </a:lnTo>
                  <a:lnTo>
                    <a:pt x="117188" y="30243"/>
                  </a:lnTo>
                  <a:lnTo>
                    <a:pt x="117188" y="30168"/>
                  </a:lnTo>
                  <a:close/>
                  <a:moveTo>
                    <a:pt x="86198" y="27032"/>
                  </a:moveTo>
                  <a:lnTo>
                    <a:pt x="86198" y="27032"/>
                  </a:lnTo>
                  <a:cubicBezTo>
                    <a:pt x="86347" y="29621"/>
                    <a:pt x="86173" y="32135"/>
                    <a:pt x="85675" y="34474"/>
                  </a:cubicBezTo>
                  <a:lnTo>
                    <a:pt x="85601" y="34474"/>
                  </a:lnTo>
                  <a:cubicBezTo>
                    <a:pt x="86123" y="32135"/>
                    <a:pt x="86298" y="29645"/>
                    <a:pt x="86123" y="27082"/>
                  </a:cubicBezTo>
                  <a:cubicBezTo>
                    <a:pt x="86173" y="27082"/>
                    <a:pt x="86173" y="27082"/>
                    <a:pt x="86198" y="27032"/>
                  </a:cubicBezTo>
                  <a:close/>
                  <a:moveTo>
                    <a:pt x="85601" y="34624"/>
                  </a:moveTo>
                  <a:lnTo>
                    <a:pt x="85601" y="34698"/>
                  </a:lnTo>
                  <a:lnTo>
                    <a:pt x="85551" y="34698"/>
                  </a:lnTo>
                  <a:lnTo>
                    <a:pt x="85551" y="34624"/>
                  </a:lnTo>
                  <a:close/>
                  <a:moveTo>
                    <a:pt x="93192" y="25663"/>
                  </a:moveTo>
                  <a:lnTo>
                    <a:pt x="93192" y="25663"/>
                  </a:lnTo>
                  <a:cubicBezTo>
                    <a:pt x="92769" y="28575"/>
                    <a:pt x="91973" y="31612"/>
                    <a:pt x="90853" y="34698"/>
                  </a:cubicBezTo>
                  <a:cubicBezTo>
                    <a:pt x="89535" y="34524"/>
                    <a:pt x="88232" y="34425"/>
                    <a:pt x="86956" y="34425"/>
                  </a:cubicBezTo>
                  <a:cubicBezTo>
                    <a:pt x="86593" y="34425"/>
                    <a:pt x="86233" y="34433"/>
                    <a:pt x="85875" y="34449"/>
                  </a:cubicBezTo>
                  <a:cubicBezTo>
                    <a:pt x="86347" y="32110"/>
                    <a:pt x="86547" y="29596"/>
                    <a:pt x="86372" y="27007"/>
                  </a:cubicBezTo>
                  <a:cubicBezTo>
                    <a:pt x="88737" y="26360"/>
                    <a:pt x="91027" y="25912"/>
                    <a:pt x="93192" y="25663"/>
                  </a:cubicBezTo>
                  <a:close/>
                  <a:moveTo>
                    <a:pt x="93441" y="25638"/>
                  </a:moveTo>
                  <a:cubicBezTo>
                    <a:pt x="93018" y="28575"/>
                    <a:pt x="92197" y="31612"/>
                    <a:pt x="91077" y="34748"/>
                  </a:cubicBezTo>
                  <a:lnTo>
                    <a:pt x="91027" y="34748"/>
                  </a:lnTo>
                  <a:cubicBezTo>
                    <a:pt x="92147" y="31637"/>
                    <a:pt x="92944" y="28600"/>
                    <a:pt x="93392" y="25663"/>
                  </a:cubicBezTo>
                  <a:cubicBezTo>
                    <a:pt x="93392" y="25638"/>
                    <a:pt x="93417" y="25638"/>
                    <a:pt x="93441" y="25638"/>
                  </a:cubicBezTo>
                  <a:close/>
                  <a:moveTo>
                    <a:pt x="73802" y="31960"/>
                  </a:moveTo>
                  <a:lnTo>
                    <a:pt x="73802" y="32060"/>
                  </a:lnTo>
                  <a:lnTo>
                    <a:pt x="73802" y="32085"/>
                  </a:lnTo>
                  <a:cubicBezTo>
                    <a:pt x="73753" y="32458"/>
                    <a:pt x="73703" y="32856"/>
                    <a:pt x="73678" y="33230"/>
                  </a:cubicBezTo>
                  <a:cubicBezTo>
                    <a:pt x="73653" y="33479"/>
                    <a:pt x="73653" y="33703"/>
                    <a:pt x="73653" y="33952"/>
                  </a:cubicBezTo>
                  <a:lnTo>
                    <a:pt x="73653" y="33976"/>
                  </a:lnTo>
                  <a:lnTo>
                    <a:pt x="73653" y="34026"/>
                  </a:lnTo>
                  <a:cubicBezTo>
                    <a:pt x="73653" y="34325"/>
                    <a:pt x="73628" y="34599"/>
                    <a:pt x="73653" y="34848"/>
                  </a:cubicBezTo>
                  <a:cubicBezTo>
                    <a:pt x="73304" y="34076"/>
                    <a:pt x="72832" y="33404"/>
                    <a:pt x="72284" y="32831"/>
                  </a:cubicBezTo>
                  <a:lnTo>
                    <a:pt x="72284" y="32757"/>
                  </a:lnTo>
                  <a:cubicBezTo>
                    <a:pt x="72782" y="32483"/>
                    <a:pt x="73280" y="32209"/>
                    <a:pt x="73802" y="31960"/>
                  </a:cubicBezTo>
                  <a:close/>
                  <a:moveTo>
                    <a:pt x="86708" y="34609"/>
                  </a:moveTo>
                  <a:cubicBezTo>
                    <a:pt x="88023" y="34609"/>
                    <a:pt x="89368" y="34692"/>
                    <a:pt x="90728" y="34873"/>
                  </a:cubicBezTo>
                  <a:cubicBezTo>
                    <a:pt x="90778" y="34922"/>
                    <a:pt x="90778" y="34922"/>
                    <a:pt x="90728" y="34947"/>
                  </a:cubicBezTo>
                  <a:cubicBezTo>
                    <a:pt x="89434" y="34748"/>
                    <a:pt x="88090" y="34649"/>
                    <a:pt x="86820" y="34649"/>
                  </a:cubicBezTo>
                  <a:cubicBezTo>
                    <a:pt x="86472" y="34649"/>
                    <a:pt x="86099" y="34698"/>
                    <a:pt x="85750" y="34698"/>
                  </a:cubicBezTo>
                  <a:lnTo>
                    <a:pt x="85750" y="34624"/>
                  </a:lnTo>
                  <a:cubicBezTo>
                    <a:pt x="86067" y="34614"/>
                    <a:pt x="86387" y="34609"/>
                    <a:pt x="86708" y="34609"/>
                  </a:cubicBezTo>
                  <a:close/>
                  <a:moveTo>
                    <a:pt x="91027" y="34922"/>
                  </a:moveTo>
                  <a:cubicBezTo>
                    <a:pt x="91027" y="34947"/>
                    <a:pt x="91027" y="34947"/>
                    <a:pt x="90977" y="34972"/>
                  </a:cubicBezTo>
                  <a:lnTo>
                    <a:pt x="90927" y="34972"/>
                  </a:lnTo>
                  <a:cubicBezTo>
                    <a:pt x="90927" y="34947"/>
                    <a:pt x="90927" y="34947"/>
                    <a:pt x="90952" y="34922"/>
                  </a:cubicBezTo>
                  <a:close/>
                  <a:moveTo>
                    <a:pt x="85949" y="27107"/>
                  </a:moveTo>
                  <a:lnTo>
                    <a:pt x="85949" y="27107"/>
                  </a:lnTo>
                  <a:cubicBezTo>
                    <a:pt x="86099" y="29645"/>
                    <a:pt x="85899" y="32135"/>
                    <a:pt x="85377" y="34474"/>
                  </a:cubicBezTo>
                  <a:cubicBezTo>
                    <a:pt x="83933" y="34574"/>
                    <a:pt x="82514" y="34748"/>
                    <a:pt x="81195" y="35097"/>
                  </a:cubicBezTo>
                  <a:cubicBezTo>
                    <a:pt x="82066" y="32632"/>
                    <a:pt x="82639" y="30268"/>
                    <a:pt x="82987" y="28028"/>
                  </a:cubicBezTo>
                  <a:cubicBezTo>
                    <a:pt x="83983" y="27704"/>
                    <a:pt x="84978" y="27380"/>
                    <a:pt x="85949" y="27107"/>
                  </a:cubicBezTo>
                  <a:close/>
                  <a:moveTo>
                    <a:pt x="82738" y="28102"/>
                  </a:moveTo>
                  <a:cubicBezTo>
                    <a:pt x="82738" y="28127"/>
                    <a:pt x="82763" y="28127"/>
                    <a:pt x="82763" y="28127"/>
                  </a:cubicBezTo>
                  <a:cubicBezTo>
                    <a:pt x="82464" y="30367"/>
                    <a:pt x="81817" y="32732"/>
                    <a:pt x="80971" y="35171"/>
                  </a:cubicBezTo>
                  <a:lnTo>
                    <a:pt x="80921" y="35171"/>
                  </a:lnTo>
                  <a:cubicBezTo>
                    <a:pt x="81270" y="34225"/>
                    <a:pt x="81543" y="33304"/>
                    <a:pt x="81817" y="32383"/>
                  </a:cubicBezTo>
                  <a:cubicBezTo>
                    <a:pt x="81867" y="32184"/>
                    <a:pt x="81917" y="31960"/>
                    <a:pt x="81991" y="31711"/>
                  </a:cubicBezTo>
                  <a:cubicBezTo>
                    <a:pt x="82066" y="31462"/>
                    <a:pt x="82116" y="31238"/>
                    <a:pt x="82191" y="30990"/>
                  </a:cubicBezTo>
                  <a:cubicBezTo>
                    <a:pt x="82191" y="30965"/>
                    <a:pt x="82191" y="30940"/>
                    <a:pt x="82216" y="30890"/>
                  </a:cubicBezTo>
                  <a:cubicBezTo>
                    <a:pt x="82216" y="30840"/>
                    <a:pt x="82240" y="30815"/>
                    <a:pt x="82240" y="30741"/>
                  </a:cubicBezTo>
                  <a:cubicBezTo>
                    <a:pt x="82240" y="30716"/>
                    <a:pt x="82265" y="30641"/>
                    <a:pt x="82265" y="30616"/>
                  </a:cubicBezTo>
                  <a:cubicBezTo>
                    <a:pt x="82365" y="30218"/>
                    <a:pt x="82464" y="29845"/>
                    <a:pt x="82514" y="29446"/>
                  </a:cubicBezTo>
                  <a:cubicBezTo>
                    <a:pt x="82514" y="29397"/>
                    <a:pt x="82564" y="29347"/>
                    <a:pt x="82564" y="29322"/>
                  </a:cubicBezTo>
                  <a:lnTo>
                    <a:pt x="82564" y="29247"/>
                  </a:lnTo>
                  <a:cubicBezTo>
                    <a:pt x="82614" y="28874"/>
                    <a:pt x="82688" y="28476"/>
                    <a:pt x="82738" y="28102"/>
                  </a:cubicBezTo>
                  <a:close/>
                  <a:moveTo>
                    <a:pt x="85361" y="34699"/>
                  </a:moveTo>
                  <a:cubicBezTo>
                    <a:pt x="85352" y="34700"/>
                    <a:pt x="85352" y="34705"/>
                    <a:pt x="85352" y="34723"/>
                  </a:cubicBezTo>
                  <a:cubicBezTo>
                    <a:pt x="83858" y="34823"/>
                    <a:pt x="82464" y="35047"/>
                    <a:pt x="81120" y="35370"/>
                  </a:cubicBezTo>
                  <a:cubicBezTo>
                    <a:pt x="81120" y="35345"/>
                    <a:pt x="81145" y="35345"/>
                    <a:pt x="81145" y="35321"/>
                  </a:cubicBezTo>
                  <a:cubicBezTo>
                    <a:pt x="82485" y="34973"/>
                    <a:pt x="83874" y="34750"/>
                    <a:pt x="85361" y="34699"/>
                  </a:cubicBezTo>
                  <a:close/>
                  <a:moveTo>
                    <a:pt x="117785" y="32906"/>
                  </a:moveTo>
                  <a:lnTo>
                    <a:pt x="117785" y="32906"/>
                  </a:lnTo>
                  <a:cubicBezTo>
                    <a:pt x="117835" y="33255"/>
                    <a:pt x="117860" y="33678"/>
                    <a:pt x="117909" y="34001"/>
                  </a:cubicBezTo>
                  <a:cubicBezTo>
                    <a:pt x="117909" y="34225"/>
                    <a:pt x="117934" y="34449"/>
                    <a:pt x="117934" y="34649"/>
                  </a:cubicBezTo>
                  <a:lnTo>
                    <a:pt x="117934" y="34698"/>
                  </a:lnTo>
                  <a:lnTo>
                    <a:pt x="117934" y="34873"/>
                  </a:lnTo>
                  <a:lnTo>
                    <a:pt x="117934" y="35395"/>
                  </a:lnTo>
                  <a:cubicBezTo>
                    <a:pt x="117909" y="34997"/>
                    <a:pt x="117909" y="34599"/>
                    <a:pt x="117860" y="34225"/>
                  </a:cubicBezTo>
                  <a:cubicBezTo>
                    <a:pt x="117860" y="33976"/>
                    <a:pt x="117835" y="33728"/>
                    <a:pt x="117835" y="33479"/>
                  </a:cubicBezTo>
                  <a:cubicBezTo>
                    <a:pt x="117835" y="33354"/>
                    <a:pt x="117810" y="33155"/>
                    <a:pt x="117785" y="32906"/>
                  </a:cubicBezTo>
                  <a:close/>
                  <a:moveTo>
                    <a:pt x="39253" y="15756"/>
                  </a:moveTo>
                  <a:cubicBezTo>
                    <a:pt x="39253" y="15781"/>
                    <a:pt x="39253" y="15781"/>
                    <a:pt x="39204" y="15806"/>
                  </a:cubicBezTo>
                  <a:lnTo>
                    <a:pt x="39204" y="15831"/>
                  </a:lnTo>
                  <a:cubicBezTo>
                    <a:pt x="38905" y="16055"/>
                    <a:pt x="38631" y="16304"/>
                    <a:pt x="38308" y="16528"/>
                  </a:cubicBezTo>
                  <a:cubicBezTo>
                    <a:pt x="37860" y="16827"/>
                    <a:pt x="37436" y="17175"/>
                    <a:pt x="37038" y="17499"/>
                  </a:cubicBezTo>
                  <a:cubicBezTo>
                    <a:pt x="36764" y="17698"/>
                    <a:pt x="36466" y="17922"/>
                    <a:pt x="36217" y="18121"/>
                  </a:cubicBezTo>
                  <a:cubicBezTo>
                    <a:pt x="35072" y="18992"/>
                    <a:pt x="33578" y="20262"/>
                    <a:pt x="32682" y="21008"/>
                  </a:cubicBezTo>
                  <a:cubicBezTo>
                    <a:pt x="30094" y="23124"/>
                    <a:pt x="26858" y="26210"/>
                    <a:pt x="25937" y="27206"/>
                  </a:cubicBezTo>
                  <a:cubicBezTo>
                    <a:pt x="25638" y="27505"/>
                    <a:pt x="25314" y="27828"/>
                    <a:pt x="24966" y="28152"/>
                  </a:cubicBezTo>
                  <a:lnTo>
                    <a:pt x="24941" y="28202"/>
                  </a:lnTo>
                  <a:cubicBezTo>
                    <a:pt x="24767" y="28351"/>
                    <a:pt x="24617" y="28500"/>
                    <a:pt x="24468" y="28675"/>
                  </a:cubicBezTo>
                  <a:cubicBezTo>
                    <a:pt x="23871" y="29272"/>
                    <a:pt x="23323" y="29869"/>
                    <a:pt x="22850" y="30392"/>
                  </a:cubicBezTo>
                  <a:cubicBezTo>
                    <a:pt x="22601" y="30691"/>
                    <a:pt x="22377" y="30915"/>
                    <a:pt x="22203" y="31139"/>
                  </a:cubicBezTo>
                  <a:cubicBezTo>
                    <a:pt x="22029" y="31313"/>
                    <a:pt x="21904" y="31462"/>
                    <a:pt x="21780" y="31587"/>
                  </a:cubicBezTo>
                  <a:cubicBezTo>
                    <a:pt x="21382" y="32060"/>
                    <a:pt x="21008" y="32458"/>
                    <a:pt x="20710" y="32831"/>
                  </a:cubicBezTo>
                  <a:cubicBezTo>
                    <a:pt x="19639" y="34051"/>
                    <a:pt x="19092" y="34698"/>
                    <a:pt x="18519" y="35420"/>
                  </a:cubicBezTo>
                  <a:lnTo>
                    <a:pt x="18494" y="35420"/>
                  </a:lnTo>
                  <a:cubicBezTo>
                    <a:pt x="18619" y="35246"/>
                    <a:pt x="18743" y="35072"/>
                    <a:pt x="18893" y="34873"/>
                  </a:cubicBezTo>
                  <a:cubicBezTo>
                    <a:pt x="19415" y="34225"/>
                    <a:pt x="19988" y="33553"/>
                    <a:pt x="20535" y="32881"/>
                  </a:cubicBezTo>
                  <a:cubicBezTo>
                    <a:pt x="21033" y="32334"/>
                    <a:pt x="21606" y="31711"/>
                    <a:pt x="22128" y="31114"/>
                  </a:cubicBezTo>
                  <a:cubicBezTo>
                    <a:pt x="22875" y="30317"/>
                    <a:pt x="23622" y="29471"/>
                    <a:pt x="24369" y="28700"/>
                  </a:cubicBezTo>
                  <a:cubicBezTo>
                    <a:pt x="24692" y="28351"/>
                    <a:pt x="24966" y="28028"/>
                    <a:pt x="25265" y="27729"/>
                  </a:cubicBezTo>
                  <a:cubicBezTo>
                    <a:pt x="27629" y="25290"/>
                    <a:pt x="30168" y="22925"/>
                    <a:pt x="32807" y="20734"/>
                  </a:cubicBezTo>
                  <a:cubicBezTo>
                    <a:pt x="33703" y="19938"/>
                    <a:pt x="34649" y="19191"/>
                    <a:pt x="35570" y="18494"/>
                  </a:cubicBezTo>
                  <a:cubicBezTo>
                    <a:pt x="36042" y="18121"/>
                    <a:pt x="36515" y="17748"/>
                    <a:pt x="37013" y="17399"/>
                  </a:cubicBezTo>
                  <a:cubicBezTo>
                    <a:pt x="37436" y="17075"/>
                    <a:pt x="37884" y="16752"/>
                    <a:pt x="38308" y="16428"/>
                  </a:cubicBezTo>
                  <a:cubicBezTo>
                    <a:pt x="38557" y="16254"/>
                    <a:pt x="38781" y="16080"/>
                    <a:pt x="39029" y="15906"/>
                  </a:cubicBezTo>
                  <a:cubicBezTo>
                    <a:pt x="39079" y="15831"/>
                    <a:pt x="39154" y="15806"/>
                    <a:pt x="39253" y="15756"/>
                  </a:cubicBezTo>
                  <a:close/>
                  <a:moveTo>
                    <a:pt x="91201" y="34947"/>
                  </a:moveTo>
                  <a:cubicBezTo>
                    <a:pt x="92296" y="35097"/>
                    <a:pt x="93417" y="35321"/>
                    <a:pt x="94512" y="35569"/>
                  </a:cubicBezTo>
                  <a:lnTo>
                    <a:pt x="94163" y="35569"/>
                  </a:lnTo>
                  <a:cubicBezTo>
                    <a:pt x="93168" y="35321"/>
                    <a:pt x="92172" y="35121"/>
                    <a:pt x="91176" y="34997"/>
                  </a:cubicBezTo>
                  <a:cubicBezTo>
                    <a:pt x="91176" y="34972"/>
                    <a:pt x="91176" y="34972"/>
                    <a:pt x="91201" y="34947"/>
                  </a:cubicBezTo>
                  <a:close/>
                  <a:moveTo>
                    <a:pt x="72350" y="33225"/>
                  </a:moveTo>
                  <a:cubicBezTo>
                    <a:pt x="72903" y="33836"/>
                    <a:pt x="73337" y="34519"/>
                    <a:pt x="73653" y="35345"/>
                  </a:cubicBezTo>
                  <a:lnTo>
                    <a:pt x="73653" y="35495"/>
                  </a:lnTo>
                  <a:lnTo>
                    <a:pt x="73653" y="35594"/>
                  </a:lnTo>
                  <a:cubicBezTo>
                    <a:pt x="73329" y="34723"/>
                    <a:pt x="72881" y="33976"/>
                    <a:pt x="72359" y="33304"/>
                  </a:cubicBezTo>
                  <a:cubicBezTo>
                    <a:pt x="72359" y="33276"/>
                    <a:pt x="72359" y="33248"/>
                    <a:pt x="72350" y="33225"/>
                  </a:cubicBezTo>
                  <a:close/>
                  <a:moveTo>
                    <a:pt x="51002" y="23024"/>
                  </a:moveTo>
                  <a:cubicBezTo>
                    <a:pt x="51151" y="23248"/>
                    <a:pt x="51326" y="23423"/>
                    <a:pt x="51475" y="23622"/>
                  </a:cubicBezTo>
                  <a:cubicBezTo>
                    <a:pt x="51649" y="23846"/>
                    <a:pt x="51848" y="24020"/>
                    <a:pt x="52023" y="24244"/>
                  </a:cubicBezTo>
                  <a:cubicBezTo>
                    <a:pt x="52197" y="24418"/>
                    <a:pt x="52371" y="24642"/>
                    <a:pt x="52520" y="24841"/>
                  </a:cubicBezTo>
                  <a:cubicBezTo>
                    <a:pt x="52819" y="25165"/>
                    <a:pt x="53093" y="25489"/>
                    <a:pt x="53367" y="25837"/>
                  </a:cubicBezTo>
                  <a:lnTo>
                    <a:pt x="53392" y="25862"/>
                  </a:lnTo>
                  <a:cubicBezTo>
                    <a:pt x="54337" y="27032"/>
                    <a:pt x="55258" y="28227"/>
                    <a:pt x="56179" y="29471"/>
                  </a:cubicBezTo>
                  <a:cubicBezTo>
                    <a:pt x="53416" y="31438"/>
                    <a:pt x="50778" y="33479"/>
                    <a:pt x="48264" y="35669"/>
                  </a:cubicBezTo>
                  <a:cubicBezTo>
                    <a:pt x="46372" y="32981"/>
                    <a:pt x="44655" y="30218"/>
                    <a:pt x="43261" y="27629"/>
                  </a:cubicBezTo>
                  <a:cubicBezTo>
                    <a:pt x="45850" y="25787"/>
                    <a:pt x="48438" y="24269"/>
                    <a:pt x="51002" y="23024"/>
                  </a:cubicBezTo>
                  <a:close/>
                  <a:moveTo>
                    <a:pt x="91102" y="35196"/>
                  </a:moveTo>
                  <a:cubicBezTo>
                    <a:pt x="91823" y="35296"/>
                    <a:pt x="92545" y="35420"/>
                    <a:pt x="93267" y="35569"/>
                  </a:cubicBezTo>
                  <a:lnTo>
                    <a:pt x="93217" y="35569"/>
                  </a:lnTo>
                  <a:cubicBezTo>
                    <a:pt x="92844" y="35569"/>
                    <a:pt x="92446" y="35569"/>
                    <a:pt x="92048" y="35594"/>
                  </a:cubicBezTo>
                  <a:lnTo>
                    <a:pt x="91699" y="35594"/>
                  </a:lnTo>
                  <a:cubicBezTo>
                    <a:pt x="91550" y="35594"/>
                    <a:pt x="91425" y="35619"/>
                    <a:pt x="91251" y="35619"/>
                  </a:cubicBezTo>
                  <a:cubicBezTo>
                    <a:pt x="91151" y="35619"/>
                    <a:pt x="91002" y="35669"/>
                    <a:pt x="90927" y="35669"/>
                  </a:cubicBezTo>
                  <a:cubicBezTo>
                    <a:pt x="90977" y="35545"/>
                    <a:pt x="91052" y="35345"/>
                    <a:pt x="91102" y="35196"/>
                  </a:cubicBezTo>
                  <a:close/>
                  <a:moveTo>
                    <a:pt x="39054" y="16155"/>
                  </a:moveTo>
                  <a:cubicBezTo>
                    <a:pt x="39054" y="16204"/>
                    <a:pt x="39029" y="16279"/>
                    <a:pt x="39029" y="16304"/>
                  </a:cubicBezTo>
                  <a:cubicBezTo>
                    <a:pt x="39029" y="16379"/>
                    <a:pt x="39005" y="16453"/>
                    <a:pt x="39005" y="16528"/>
                  </a:cubicBezTo>
                  <a:cubicBezTo>
                    <a:pt x="39005" y="16627"/>
                    <a:pt x="39005" y="16677"/>
                    <a:pt x="38955" y="16777"/>
                  </a:cubicBezTo>
                  <a:cubicBezTo>
                    <a:pt x="38955" y="16876"/>
                    <a:pt x="38955" y="16926"/>
                    <a:pt x="38930" y="17026"/>
                  </a:cubicBezTo>
                  <a:cubicBezTo>
                    <a:pt x="38955" y="17150"/>
                    <a:pt x="38955" y="17250"/>
                    <a:pt x="38955" y="17324"/>
                  </a:cubicBezTo>
                  <a:lnTo>
                    <a:pt x="38955" y="17623"/>
                  </a:lnTo>
                  <a:cubicBezTo>
                    <a:pt x="38955" y="17698"/>
                    <a:pt x="39005" y="17822"/>
                    <a:pt x="39005" y="17922"/>
                  </a:cubicBezTo>
                  <a:cubicBezTo>
                    <a:pt x="39005" y="18021"/>
                    <a:pt x="39029" y="18121"/>
                    <a:pt x="39029" y="18245"/>
                  </a:cubicBezTo>
                  <a:cubicBezTo>
                    <a:pt x="39029" y="18320"/>
                    <a:pt x="39054" y="18445"/>
                    <a:pt x="39079" y="18544"/>
                  </a:cubicBezTo>
                  <a:cubicBezTo>
                    <a:pt x="39079" y="18619"/>
                    <a:pt x="39104" y="18693"/>
                    <a:pt x="39104" y="18768"/>
                  </a:cubicBezTo>
                  <a:cubicBezTo>
                    <a:pt x="32558" y="23896"/>
                    <a:pt x="26534" y="29645"/>
                    <a:pt x="21357" y="35694"/>
                  </a:cubicBezTo>
                  <a:cubicBezTo>
                    <a:pt x="20527" y="35443"/>
                    <a:pt x="19832" y="35312"/>
                    <a:pt x="19272" y="35312"/>
                  </a:cubicBezTo>
                  <a:cubicBezTo>
                    <a:pt x="19109" y="35312"/>
                    <a:pt x="18958" y="35323"/>
                    <a:pt x="18818" y="35345"/>
                  </a:cubicBezTo>
                  <a:cubicBezTo>
                    <a:pt x="19440" y="34599"/>
                    <a:pt x="20038" y="33852"/>
                    <a:pt x="20685" y="33105"/>
                  </a:cubicBezTo>
                  <a:cubicBezTo>
                    <a:pt x="21158" y="32558"/>
                    <a:pt x="21655" y="32010"/>
                    <a:pt x="22128" y="31462"/>
                  </a:cubicBezTo>
                  <a:cubicBezTo>
                    <a:pt x="26584" y="26484"/>
                    <a:pt x="31612" y="21780"/>
                    <a:pt x="37138" y="17573"/>
                  </a:cubicBezTo>
                  <a:cubicBezTo>
                    <a:pt x="37511" y="17300"/>
                    <a:pt x="37909" y="17001"/>
                    <a:pt x="38283" y="16702"/>
                  </a:cubicBezTo>
                  <a:cubicBezTo>
                    <a:pt x="38532" y="16528"/>
                    <a:pt x="38781" y="16329"/>
                    <a:pt x="39054" y="16155"/>
                  </a:cubicBezTo>
                  <a:close/>
                  <a:moveTo>
                    <a:pt x="90952" y="35171"/>
                  </a:moveTo>
                  <a:cubicBezTo>
                    <a:pt x="90853" y="35345"/>
                    <a:pt x="90803" y="35545"/>
                    <a:pt x="90728" y="35719"/>
                  </a:cubicBezTo>
                  <a:lnTo>
                    <a:pt x="90678" y="35719"/>
                  </a:lnTo>
                  <a:cubicBezTo>
                    <a:pt x="90728" y="35545"/>
                    <a:pt x="90803" y="35345"/>
                    <a:pt x="90903" y="35171"/>
                  </a:cubicBezTo>
                  <a:close/>
                  <a:moveTo>
                    <a:pt x="39179" y="18942"/>
                  </a:moveTo>
                  <a:cubicBezTo>
                    <a:pt x="39179" y="18992"/>
                    <a:pt x="39179" y="19017"/>
                    <a:pt x="39204" y="19017"/>
                  </a:cubicBezTo>
                  <a:cubicBezTo>
                    <a:pt x="32682" y="24120"/>
                    <a:pt x="26758" y="29770"/>
                    <a:pt x="21606" y="35794"/>
                  </a:cubicBezTo>
                  <a:cubicBezTo>
                    <a:pt x="21581" y="35794"/>
                    <a:pt x="21581" y="35794"/>
                    <a:pt x="21531" y="35744"/>
                  </a:cubicBezTo>
                  <a:cubicBezTo>
                    <a:pt x="26708" y="29745"/>
                    <a:pt x="32657" y="24045"/>
                    <a:pt x="39179" y="18942"/>
                  </a:cubicBezTo>
                  <a:close/>
                  <a:moveTo>
                    <a:pt x="43037" y="27754"/>
                  </a:moveTo>
                  <a:cubicBezTo>
                    <a:pt x="44481" y="30367"/>
                    <a:pt x="46223" y="33105"/>
                    <a:pt x="48090" y="35818"/>
                  </a:cubicBezTo>
                  <a:lnTo>
                    <a:pt x="48040" y="35843"/>
                  </a:lnTo>
                  <a:cubicBezTo>
                    <a:pt x="46148" y="33130"/>
                    <a:pt x="44431" y="30392"/>
                    <a:pt x="43012" y="27779"/>
                  </a:cubicBezTo>
                  <a:lnTo>
                    <a:pt x="43037" y="27754"/>
                  </a:lnTo>
                  <a:close/>
                  <a:moveTo>
                    <a:pt x="95333" y="35794"/>
                  </a:moveTo>
                  <a:cubicBezTo>
                    <a:pt x="95408" y="35794"/>
                    <a:pt x="95433" y="35818"/>
                    <a:pt x="95507" y="35818"/>
                  </a:cubicBezTo>
                  <a:lnTo>
                    <a:pt x="95532" y="35818"/>
                  </a:lnTo>
                  <a:cubicBezTo>
                    <a:pt x="95582" y="35843"/>
                    <a:pt x="95657" y="35843"/>
                    <a:pt x="95707" y="35868"/>
                  </a:cubicBezTo>
                  <a:lnTo>
                    <a:pt x="95682" y="35868"/>
                  </a:lnTo>
                  <a:cubicBezTo>
                    <a:pt x="95582" y="35868"/>
                    <a:pt x="95532" y="35843"/>
                    <a:pt x="95433" y="35843"/>
                  </a:cubicBezTo>
                  <a:lnTo>
                    <a:pt x="95383" y="35843"/>
                  </a:lnTo>
                  <a:cubicBezTo>
                    <a:pt x="95333" y="35843"/>
                    <a:pt x="95283" y="35818"/>
                    <a:pt x="95258" y="35818"/>
                  </a:cubicBezTo>
                  <a:lnTo>
                    <a:pt x="95209" y="35818"/>
                  </a:lnTo>
                  <a:cubicBezTo>
                    <a:pt x="95159" y="35818"/>
                    <a:pt x="95134" y="35818"/>
                    <a:pt x="95084" y="35794"/>
                  </a:cubicBezTo>
                  <a:close/>
                  <a:moveTo>
                    <a:pt x="56254" y="29645"/>
                  </a:moveTo>
                  <a:cubicBezTo>
                    <a:pt x="56254" y="29670"/>
                    <a:pt x="56304" y="29670"/>
                    <a:pt x="56304" y="29720"/>
                  </a:cubicBezTo>
                  <a:cubicBezTo>
                    <a:pt x="53566" y="31687"/>
                    <a:pt x="50902" y="33728"/>
                    <a:pt x="48388" y="35893"/>
                  </a:cubicBezTo>
                  <a:cubicBezTo>
                    <a:pt x="48364" y="35868"/>
                    <a:pt x="48364" y="35843"/>
                    <a:pt x="48364" y="35843"/>
                  </a:cubicBezTo>
                  <a:cubicBezTo>
                    <a:pt x="50902" y="33703"/>
                    <a:pt x="53566" y="31612"/>
                    <a:pt x="56254" y="29645"/>
                  </a:cubicBezTo>
                  <a:close/>
                  <a:moveTo>
                    <a:pt x="19266" y="35495"/>
                  </a:moveTo>
                  <a:cubicBezTo>
                    <a:pt x="19789" y="35495"/>
                    <a:pt x="20461" y="35619"/>
                    <a:pt x="21183" y="35843"/>
                  </a:cubicBezTo>
                  <a:lnTo>
                    <a:pt x="21133" y="35918"/>
                  </a:lnTo>
                  <a:cubicBezTo>
                    <a:pt x="20404" y="35696"/>
                    <a:pt x="19786" y="35585"/>
                    <a:pt x="19286" y="35585"/>
                  </a:cubicBezTo>
                  <a:cubicBezTo>
                    <a:pt x="19000" y="35585"/>
                    <a:pt x="18752" y="35622"/>
                    <a:pt x="18544" y="35694"/>
                  </a:cubicBezTo>
                  <a:lnTo>
                    <a:pt x="18644" y="35594"/>
                  </a:lnTo>
                  <a:cubicBezTo>
                    <a:pt x="18818" y="35545"/>
                    <a:pt x="19042" y="35495"/>
                    <a:pt x="19266" y="35495"/>
                  </a:cubicBezTo>
                  <a:close/>
                  <a:moveTo>
                    <a:pt x="93641" y="35744"/>
                  </a:moveTo>
                  <a:cubicBezTo>
                    <a:pt x="93815" y="35744"/>
                    <a:pt x="94014" y="35794"/>
                    <a:pt x="94213" y="35794"/>
                  </a:cubicBezTo>
                  <a:cubicBezTo>
                    <a:pt x="94263" y="35794"/>
                    <a:pt x="94313" y="35818"/>
                    <a:pt x="94337" y="35818"/>
                  </a:cubicBezTo>
                  <a:lnTo>
                    <a:pt x="94387" y="35818"/>
                  </a:lnTo>
                  <a:cubicBezTo>
                    <a:pt x="94412" y="35818"/>
                    <a:pt x="94437" y="35843"/>
                    <a:pt x="94462" y="35843"/>
                  </a:cubicBezTo>
                  <a:cubicBezTo>
                    <a:pt x="94188" y="35843"/>
                    <a:pt x="93914" y="35818"/>
                    <a:pt x="93591" y="35818"/>
                  </a:cubicBezTo>
                  <a:cubicBezTo>
                    <a:pt x="92968" y="35818"/>
                    <a:pt x="92346" y="35843"/>
                    <a:pt x="91699" y="35868"/>
                  </a:cubicBezTo>
                  <a:cubicBezTo>
                    <a:pt x="91550" y="35868"/>
                    <a:pt x="91425" y="35893"/>
                    <a:pt x="91276" y="35893"/>
                  </a:cubicBezTo>
                  <a:cubicBezTo>
                    <a:pt x="91102" y="35893"/>
                    <a:pt x="90952" y="35943"/>
                    <a:pt x="90803" y="35943"/>
                  </a:cubicBezTo>
                  <a:lnTo>
                    <a:pt x="90803" y="35893"/>
                  </a:lnTo>
                  <a:lnTo>
                    <a:pt x="90803" y="35868"/>
                  </a:lnTo>
                  <a:cubicBezTo>
                    <a:pt x="90927" y="35868"/>
                    <a:pt x="91077" y="35843"/>
                    <a:pt x="91201" y="35818"/>
                  </a:cubicBezTo>
                  <a:cubicBezTo>
                    <a:pt x="91351" y="35818"/>
                    <a:pt x="91525" y="35794"/>
                    <a:pt x="91674" y="35794"/>
                  </a:cubicBezTo>
                  <a:cubicBezTo>
                    <a:pt x="92346" y="35794"/>
                    <a:pt x="92968" y="35744"/>
                    <a:pt x="93591" y="35744"/>
                  </a:cubicBezTo>
                  <a:close/>
                  <a:moveTo>
                    <a:pt x="39253" y="19266"/>
                  </a:moveTo>
                  <a:cubicBezTo>
                    <a:pt x="39278" y="19341"/>
                    <a:pt x="39278" y="19465"/>
                    <a:pt x="39303" y="19565"/>
                  </a:cubicBezTo>
                  <a:cubicBezTo>
                    <a:pt x="38706" y="19988"/>
                    <a:pt x="38158" y="20411"/>
                    <a:pt x="37561" y="20809"/>
                  </a:cubicBezTo>
                  <a:cubicBezTo>
                    <a:pt x="37461" y="20884"/>
                    <a:pt x="37387" y="20983"/>
                    <a:pt x="37287" y="21033"/>
                  </a:cubicBezTo>
                  <a:cubicBezTo>
                    <a:pt x="36789" y="21407"/>
                    <a:pt x="36291" y="21805"/>
                    <a:pt x="35794" y="22178"/>
                  </a:cubicBezTo>
                  <a:lnTo>
                    <a:pt x="35221" y="22651"/>
                  </a:lnTo>
                  <a:cubicBezTo>
                    <a:pt x="34823" y="22975"/>
                    <a:pt x="34449" y="23273"/>
                    <a:pt x="34051" y="23622"/>
                  </a:cubicBezTo>
                  <a:cubicBezTo>
                    <a:pt x="34051" y="23622"/>
                    <a:pt x="34001" y="23622"/>
                    <a:pt x="34001" y="23647"/>
                  </a:cubicBezTo>
                  <a:cubicBezTo>
                    <a:pt x="33852" y="23771"/>
                    <a:pt x="33728" y="23896"/>
                    <a:pt x="33578" y="24020"/>
                  </a:cubicBezTo>
                  <a:lnTo>
                    <a:pt x="33479" y="24120"/>
                  </a:lnTo>
                  <a:cubicBezTo>
                    <a:pt x="33105" y="24468"/>
                    <a:pt x="32707" y="24767"/>
                    <a:pt x="32334" y="25115"/>
                  </a:cubicBezTo>
                  <a:lnTo>
                    <a:pt x="32309" y="25140"/>
                  </a:lnTo>
                  <a:cubicBezTo>
                    <a:pt x="32309" y="25140"/>
                    <a:pt x="32259" y="25140"/>
                    <a:pt x="32259" y="25165"/>
                  </a:cubicBezTo>
                  <a:cubicBezTo>
                    <a:pt x="32135" y="25265"/>
                    <a:pt x="32010" y="25389"/>
                    <a:pt x="31911" y="25489"/>
                  </a:cubicBezTo>
                  <a:cubicBezTo>
                    <a:pt x="31861" y="25514"/>
                    <a:pt x="31836" y="25514"/>
                    <a:pt x="31836" y="25538"/>
                  </a:cubicBezTo>
                  <a:lnTo>
                    <a:pt x="30616" y="26659"/>
                  </a:lnTo>
                  <a:cubicBezTo>
                    <a:pt x="30566" y="26733"/>
                    <a:pt x="30467" y="26783"/>
                    <a:pt x="30417" y="26883"/>
                  </a:cubicBezTo>
                  <a:lnTo>
                    <a:pt x="30318" y="26982"/>
                  </a:lnTo>
                  <a:lnTo>
                    <a:pt x="30243" y="27032"/>
                  </a:lnTo>
                  <a:cubicBezTo>
                    <a:pt x="29820" y="27480"/>
                    <a:pt x="29347" y="27878"/>
                    <a:pt x="28924" y="28301"/>
                  </a:cubicBezTo>
                  <a:lnTo>
                    <a:pt x="28874" y="28351"/>
                  </a:lnTo>
                  <a:lnTo>
                    <a:pt x="28749" y="28476"/>
                  </a:lnTo>
                  <a:lnTo>
                    <a:pt x="28725" y="28500"/>
                  </a:lnTo>
                  <a:cubicBezTo>
                    <a:pt x="28227" y="28998"/>
                    <a:pt x="27729" y="29496"/>
                    <a:pt x="27256" y="29994"/>
                  </a:cubicBezTo>
                  <a:lnTo>
                    <a:pt x="27231" y="30019"/>
                  </a:lnTo>
                  <a:cubicBezTo>
                    <a:pt x="27131" y="30118"/>
                    <a:pt x="27082" y="30218"/>
                    <a:pt x="26982" y="30293"/>
                  </a:cubicBezTo>
                  <a:cubicBezTo>
                    <a:pt x="26957" y="30342"/>
                    <a:pt x="26957" y="30367"/>
                    <a:pt x="26932" y="30367"/>
                  </a:cubicBezTo>
                  <a:cubicBezTo>
                    <a:pt x="26883" y="30392"/>
                    <a:pt x="26883" y="30417"/>
                    <a:pt x="26858" y="30417"/>
                  </a:cubicBezTo>
                  <a:cubicBezTo>
                    <a:pt x="26360" y="30965"/>
                    <a:pt x="25862" y="31487"/>
                    <a:pt x="25389" y="32010"/>
                  </a:cubicBezTo>
                  <a:cubicBezTo>
                    <a:pt x="25314" y="32135"/>
                    <a:pt x="25190" y="32259"/>
                    <a:pt x="25090" y="32359"/>
                  </a:cubicBezTo>
                  <a:cubicBezTo>
                    <a:pt x="25016" y="32408"/>
                    <a:pt x="24966" y="32508"/>
                    <a:pt x="24891" y="32583"/>
                  </a:cubicBezTo>
                  <a:cubicBezTo>
                    <a:pt x="24518" y="32981"/>
                    <a:pt x="24194" y="33379"/>
                    <a:pt x="23846" y="33777"/>
                  </a:cubicBezTo>
                  <a:cubicBezTo>
                    <a:pt x="23746" y="33902"/>
                    <a:pt x="23622" y="34026"/>
                    <a:pt x="23522" y="34151"/>
                  </a:cubicBezTo>
                  <a:lnTo>
                    <a:pt x="23149" y="34624"/>
                  </a:lnTo>
                  <a:cubicBezTo>
                    <a:pt x="22776" y="35072"/>
                    <a:pt x="22402" y="35495"/>
                    <a:pt x="22029" y="35968"/>
                  </a:cubicBezTo>
                  <a:cubicBezTo>
                    <a:pt x="21954" y="35943"/>
                    <a:pt x="21879" y="35893"/>
                    <a:pt x="21780" y="35868"/>
                  </a:cubicBezTo>
                  <a:cubicBezTo>
                    <a:pt x="26883" y="29919"/>
                    <a:pt x="32782" y="24294"/>
                    <a:pt x="39253" y="19266"/>
                  </a:cubicBezTo>
                  <a:close/>
                  <a:moveTo>
                    <a:pt x="39378" y="19764"/>
                  </a:moveTo>
                  <a:lnTo>
                    <a:pt x="39378" y="19789"/>
                  </a:lnTo>
                  <a:lnTo>
                    <a:pt x="39378" y="19814"/>
                  </a:lnTo>
                  <a:cubicBezTo>
                    <a:pt x="39154" y="19963"/>
                    <a:pt x="38905" y="20162"/>
                    <a:pt x="38681" y="20311"/>
                  </a:cubicBezTo>
                  <a:cubicBezTo>
                    <a:pt x="38407" y="20535"/>
                    <a:pt x="38084" y="20710"/>
                    <a:pt x="37810" y="20934"/>
                  </a:cubicBezTo>
                  <a:cubicBezTo>
                    <a:pt x="37785" y="20958"/>
                    <a:pt x="37710" y="21008"/>
                    <a:pt x="37685" y="21033"/>
                  </a:cubicBezTo>
                  <a:cubicBezTo>
                    <a:pt x="37337" y="21282"/>
                    <a:pt x="37013" y="21556"/>
                    <a:pt x="36665" y="21830"/>
                  </a:cubicBezTo>
                  <a:cubicBezTo>
                    <a:pt x="36491" y="21954"/>
                    <a:pt x="36316" y="22079"/>
                    <a:pt x="36167" y="22203"/>
                  </a:cubicBezTo>
                  <a:lnTo>
                    <a:pt x="36142" y="22253"/>
                  </a:lnTo>
                  <a:cubicBezTo>
                    <a:pt x="35769" y="22552"/>
                    <a:pt x="35346" y="22875"/>
                    <a:pt x="34972" y="23174"/>
                  </a:cubicBezTo>
                  <a:cubicBezTo>
                    <a:pt x="34898" y="23273"/>
                    <a:pt x="34773" y="23323"/>
                    <a:pt x="34673" y="23423"/>
                  </a:cubicBezTo>
                  <a:cubicBezTo>
                    <a:pt x="34649" y="23448"/>
                    <a:pt x="34599" y="23448"/>
                    <a:pt x="34574" y="23497"/>
                  </a:cubicBezTo>
                  <a:cubicBezTo>
                    <a:pt x="34549" y="23522"/>
                    <a:pt x="34524" y="23547"/>
                    <a:pt x="34474" y="23547"/>
                  </a:cubicBezTo>
                  <a:cubicBezTo>
                    <a:pt x="34051" y="23921"/>
                    <a:pt x="33578" y="24294"/>
                    <a:pt x="33130" y="24667"/>
                  </a:cubicBezTo>
                  <a:cubicBezTo>
                    <a:pt x="33056" y="24742"/>
                    <a:pt x="32981" y="24792"/>
                    <a:pt x="32881" y="24891"/>
                  </a:cubicBezTo>
                  <a:cubicBezTo>
                    <a:pt x="32832" y="24941"/>
                    <a:pt x="32757" y="24991"/>
                    <a:pt x="32707" y="25041"/>
                  </a:cubicBezTo>
                  <a:cubicBezTo>
                    <a:pt x="32583" y="25140"/>
                    <a:pt x="32458" y="25265"/>
                    <a:pt x="32359" y="25364"/>
                  </a:cubicBezTo>
                  <a:cubicBezTo>
                    <a:pt x="32060" y="25638"/>
                    <a:pt x="31761" y="25912"/>
                    <a:pt x="31463" y="26161"/>
                  </a:cubicBezTo>
                  <a:lnTo>
                    <a:pt x="31388" y="26235"/>
                  </a:lnTo>
                  <a:lnTo>
                    <a:pt x="31363" y="26260"/>
                  </a:lnTo>
                  <a:cubicBezTo>
                    <a:pt x="31014" y="26559"/>
                    <a:pt x="30716" y="26883"/>
                    <a:pt x="30367" y="27181"/>
                  </a:cubicBezTo>
                  <a:cubicBezTo>
                    <a:pt x="29919" y="27629"/>
                    <a:pt x="29421" y="28102"/>
                    <a:pt x="28949" y="28525"/>
                  </a:cubicBezTo>
                  <a:cubicBezTo>
                    <a:pt x="28749" y="28724"/>
                    <a:pt x="28600" y="28899"/>
                    <a:pt x="28426" y="29048"/>
                  </a:cubicBezTo>
                  <a:cubicBezTo>
                    <a:pt x="26211" y="31263"/>
                    <a:pt x="24120" y="33578"/>
                    <a:pt x="22228" y="35968"/>
                  </a:cubicBezTo>
                  <a:lnTo>
                    <a:pt x="22153" y="35968"/>
                  </a:lnTo>
                  <a:lnTo>
                    <a:pt x="22228" y="35893"/>
                  </a:lnTo>
                  <a:cubicBezTo>
                    <a:pt x="22701" y="35321"/>
                    <a:pt x="23174" y="34723"/>
                    <a:pt x="23672" y="34126"/>
                  </a:cubicBezTo>
                  <a:cubicBezTo>
                    <a:pt x="23871" y="33902"/>
                    <a:pt x="24095" y="33653"/>
                    <a:pt x="24269" y="33454"/>
                  </a:cubicBezTo>
                  <a:cubicBezTo>
                    <a:pt x="24642" y="33006"/>
                    <a:pt x="25041" y="32583"/>
                    <a:pt x="25414" y="32135"/>
                  </a:cubicBezTo>
                  <a:cubicBezTo>
                    <a:pt x="26036" y="31462"/>
                    <a:pt x="26659" y="30790"/>
                    <a:pt x="27281" y="30118"/>
                  </a:cubicBezTo>
                  <a:lnTo>
                    <a:pt x="27405" y="29994"/>
                  </a:lnTo>
                  <a:cubicBezTo>
                    <a:pt x="27853" y="29521"/>
                    <a:pt x="28326" y="29048"/>
                    <a:pt x="28774" y="28625"/>
                  </a:cubicBezTo>
                  <a:lnTo>
                    <a:pt x="29073" y="28351"/>
                  </a:lnTo>
                  <a:cubicBezTo>
                    <a:pt x="29471" y="27928"/>
                    <a:pt x="29919" y="27530"/>
                    <a:pt x="30342" y="27131"/>
                  </a:cubicBezTo>
                  <a:lnTo>
                    <a:pt x="30716" y="26758"/>
                  </a:lnTo>
                  <a:cubicBezTo>
                    <a:pt x="31114" y="26385"/>
                    <a:pt x="31512" y="26011"/>
                    <a:pt x="31935" y="25663"/>
                  </a:cubicBezTo>
                  <a:cubicBezTo>
                    <a:pt x="32085" y="25514"/>
                    <a:pt x="32234" y="25389"/>
                    <a:pt x="32408" y="25240"/>
                  </a:cubicBezTo>
                  <a:cubicBezTo>
                    <a:pt x="32807" y="24891"/>
                    <a:pt x="33205" y="24543"/>
                    <a:pt x="33578" y="24194"/>
                  </a:cubicBezTo>
                  <a:cubicBezTo>
                    <a:pt x="33728" y="24045"/>
                    <a:pt x="33927" y="23921"/>
                    <a:pt x="34076" y="23771"/>
                  </a:cubicBezTo>
                  <a:cubicBezTo>
                    <a:pt x="34474" y="23423"/>
                    <a:pt x="34922" y="23074"/>
                    <a:pt x="35346" y="22751"/>
                  </a:cubicBezTo>
                  <a:lnTo>
                    <a:pt x="35818" y="22377"/>
                  </a:lnTo>
                  <a:cubicBezTo>
                    <a:pt x="36341" y="21929"/>
                    <a:pt x="36914" y="21506"/>
                    <a:pt x="37461" y="21083"/>
                  </a:cubicBezTo>
                  <a:cubicBezTo>
                    <a:pt x="37511" y="21058"/>
                    <a:pt x="37536" y="21033"/>
                    <a:pt x="37586" y="21008"/>
                  </a:cubicBezTo>
                  <a:cubicBezTo>
                    <a:pt x="38258" y="20560"/>
                    <a:pt x="38805" y="20162"/>
                    <a:pt x="39378" y="19764"/>
                  </a:cubicBezTo>
                  <a:close/>
                  <a:moveTo>
                    <a:pt x="90654" y="35918"/>
                  </a:moveTo>
                  <a:cubicBezTo>
                    <a:pt x="90654" y="35943"/>
                    <a:pt x="90604" y="35943"/>
                    <a:pt x="90604" y="35968"/>
                  </a:cubicBezTo>
                  <a:lnTo>
                    <a:pt x="90554" y="35968"/>
                  </a:lnTo>
                  <a:lnTo>
                    <a:pt x="90554" y="35943"/>
                  </a:lnTo>
                  <a:cubicBezTo>
                    <a:pt x="90604" y="35943"/>
                    <a:pt x="90604" y="35943"/>
                    <a:pt x="90654" y="35918"/>
                  </a:cubicBezTo>
                  <a:close/>
                  <a:moveTo>
                    <a:pt x="21382" y="35918"/>
                  </a:moveTo>
                  <a:cubicBezTo>
                    <a:pt x="21407" y="35918"/>
                    <a:pt x="21407" y="35918"/>
                    <a:pt x="21456" y="35943"/>
                  </a:cubicBezTo>
                  <a:cubicBezTo>
                    <a:pt x="21456" y="35968"/>
                    <a:pt x="21407" y="35968"/>
                    <a:pt x="21407" y="35993"/>
                  </a:cubicBezTo>
                  <a:cubicBezTo>
                    <a:pt x="21407" y="35968"/>
                    <a:pt x="21382" y="35968"/>
                    <a:pt x="21357" y="35968"/>
                  </a:cubicBezTo>
                  <a:cubicBezTo>
                    <a:pt x="21357" y="35943"/>
                    <a:pt x="21382" y="35943"/>
                    <a:pt x="21382" y="35918"/>
                  </a:cubicBezTo>
                  <a:close/>
                  <a:moveTo>
                    <a:pt x="48214" y="35968"/>
                  </a:moveTo>
                  <a:cubicBezTo>
                    <a:pt x="48214" y="35993"/>
                    <a:pt x="48239" y="35993"/>
                    <a:pt x="48239" y="36042"/>
                  </a:cubicBezTo>
                  <a:lnTo>
                    <a:pt x="48214" y="36067"/>
                  </a:lnTo>
                  <a:cubicBezTo>
                    <a:pt x="48164" y="36042"/>
                    <a:pt x="48164" y="36042"/>
                    <a:pt x="48164" y="35993"/>
                  </a:cubicBezTo>
                  <a:lnTo>
                    <a:pt x="48214" y="35968"/>
                  </a:lnTo>
                  <a:close/>
                  <a:moveTo>
                    <a:pt x="21655" y="35968"/>
                  </a:moveTo>
                  <a:cubicBezTo>
                    <a:pt x="21755" y="35993"/>
                    <a:pt x="21805" y="36042"/>
                    <a:pt x="21904" y="36067"/>
                  </a:cubicBezTo>
                  <a:cubicBezTo>
                    <a:pt x="21904" y="36092"/>
                    <a:pt x="21879" y="36092"/>
                    <a:pt x="21879" y="36117"/>
                  </a:cubicBezTo>
                  <a:cubicBezTo>
                    <a:pt x="21780" y="36092"/>
                    <a:pt x="21730" y="36067"/>
                    <a:pt x="21631" y="36042"/>
                  </a:cubicBezTo>
                  <a:cubicBezTo>
                    <a:pt x="21631" y="35993"/>
                    <a:pt x="21655" y="35993"/>
                    <a:pt x="21655" y="35968"/>
                  </a:cubicBezTo>
                  <a:close/>
                  <a:moveTo>
                    <a:pt x="18230" y="35762"/>
                  </a:moveTo>
                  <a:lnTo>
                    <a:pt x="18230" y="35762"/>
                  </a:lnTo>
                  <a:cubicBezTo>
                    <a:pt x="18123" y="35893"/>
                    <a:pt x="18014" y="36041"/>
                    <a:pt x="17872" y="36190"/>
                  </a:cubicBezTo>
                  <a:lnTo>
                    <a:pt x="17872" y="36190"/>
                  </a:lnTo>
                  <a:cubicBezTo>
                    <a:pt x="17873" y="36167"/>
                    <a:pt x="17897" y="36166"/>
                    <a:pt x="17897" y="36117"/>
                  </a:cubicBezTo>
                  <a:cubicBezTo>
                    <a:pt x="17897" y="36092"/>
                    <a:pt x="17922" y="36092"/>
                    <a:pt x="17972" y="36067"/>
                  </a:cubicBezTo>
                  <a:cubicBezTo>
                    <a:pt x="18021" y="35968"/>
                    <a:pt x="18121" y="35868"/>
                    <a:pt x="18171" y="35769"/>
                  </a:cubicBezTo>
                  <a:lnTo>
                    <a:pt x="18196" y="35769"/>
                  </a:lnTo>
                  <a:cubicBezTo>
                    <a:pt x="18196" y="35769"/>
                    <a:pt x="18215" y="35769"/>
                    <a:pt x="18230" y="35762"/>
                  </a:cubicBezTo>
                  <a:close/>
                  <a:moveTo>
                    <a:pt x="56379" y="29869"/>
                  </a:moveTo>
                  <a:cubicBezTo>
                    <a:pt x="56851" y="30467"/>
                    <a:pt x="57250" y="31064"/>
                    <a:pt x="57698" y="31687"/>
                  </a:cubicBezTo>
                  <a:cubicBezTo>
                    <a:pt x="54810" y="32732"/>
                    <a:pt x="51774" y="34350"/>
                    <a:pt x="48787" y="36466"/>
                  </a:cubicBezTo>
                  <a:cubicBezTo>
                    <a:pt x="48712" y="36341"/>
                    <a:pt x="48613" y="36192"/>
                    <a:pt x="48488" y="36067"/>
                  </a:cubicBezTo>
                  <a:cubicBezTo>
                    <a:pt x="51027" y="33927"/>
                    <a:pt x="53690" y="31836"/>
                    <a:pt x="56379" y="29869"/>
                  </a:cubicBezTo>
                  <a:close/>
                  <a:moveTo>
                    <a:pt x="116812" y="34716"/>
                  </a:moveTo>
                  <a:lnTo>
                    <a:pt x="116812" y="34716"/>
                  </a:lnTo>
                  <a:cubicBezTo>
                    <a:pt x="116659" y="35317"/>
                    <a:pt x="116473" y="35912"/>
                    <a:pt x="116258" y="36496"/>
                  </a:cubicBezTo>
                  <a:lnTo>
                    <a:pt x="116258" y="36496"/>
                  </a:lnTo>
                  <a:cubicBezTo>
                    <a:pt x="116461" y="35898"/>
                    <a:pt x="116650" y="35312"/>
                    <a:pt x="116812" y="34716"/>
                  </a:cubicBezTo>
                  <a:close/>
                  <a:moveTo>
                    <a:pt x="48364" y="36167"/>
                  </a:moveTo>
                  <a:cubicBezTo>
                    <a:pt x="48463" y="36291"/>
                    <a:pt x="48538" y="36416"/>
                    <a:pt x="48637" y="36565"/>
                  </a:cubicBezTo>
                  <a:lnTo>
                    <a:pt x="48613" y="36590"/>
                  </a:lnTo>
                  <a:cubicBezTo>
                    <a:pt x="48513" y="36466"/>
                    <a:pt x="48413" y="36341"/>
                    <a:pt x="48339" y="36192"/>
                  </a:cubicBezTo>
                  <a:lnTo>
                    <a:pt x="48364" y="36167"/>
                  </a:lnTo>
                  <a:close/>
                  <a:moveTo>
                    <a:pt x="97037" y="25437"/>
                  </a:moveTo>
                  <a:cubicBezTo>
                    <a:pt x="99657" y="25437"/>
                    <a:pt x="102099" y="25775"/>
                    <a:pt x="104294" y="26459"/>
                  </a:cubicBezTo>
                  <a:cubicBezTo>
                    <a:pt x="104095" y="28028"/>
                    <a:pt x="103796" y="29645"/>
                    <a:pt x="103398" y="31338"/>
                  </a:cubicBezTo>
                  <a:cubicBezTo>
                    <a:pt x="102552" y="33180"/>
                    <a:pt x="101506" y="34947"/>
                    <a:pt x="100237" y="36590"/>
                  </a:cubicBezTo>
                  <a:cubicBezTo>
                    <a:pt x="100112" y="36565"/>
                    <a:pt x="99988" y="36490"/>
                    <a:pt x="99863" y="36466"/>
                  </a:cubicBezTo>
                  <a:cubicBezTo>
                    <a:pt x="99614" y="36366"/>
                    <a:pt x="99365" y="36316"/>
                    <a:pt x="99067" y="36217"/>
                  </a:cubicBezTo>
                  <a:cubicBezTo>
                    <a:pt x="98917" y="36192"/>
                    <a:pt x="98743" y="36117"/>
                    <a:pt x="98569" y="36092"/>
                  </a:cubicBezTo>
                  <a:lnTo>
                    <a:pt x="97822" y="35918"/>
                  </a:lnTo>
                  <a:cubicBezTo>
                    <a:pt x="97673" y="35868"/>
                    <a:pt x="97499" y="35843"/>
                    <a:pt x="97324" y="35818"/>
                  </a:cubicBezTo>
                  <a:cubicBezTo>
                    <a:pt x="97250" y="35818"/>
                    <a:pt x="97150" y="35794"/>
                    <a:pt x="97076" y="35794"/>
                  </a:cubicBezTo>
                  <a:lnTo>
                    <a:pt x="96528" y="35694"/>
                  </a:lnTo>
                  <a:cubicBezTo>
                    <a:pt x="96279" y="35669"/>
                    <a:pt x="96030" y="35619"/>
                    <a:pt x="95756" y="35619"/>
                  </a:cubicBezTo>
                  <a:cubicBezTo>
                    <a:pt x="95632" y="35619"/>
                    <a:pt x="95507" y="35594"/>
                    <a:pt x="95408" y="35594"/>
                  </a:cubicBezTo>
                  <a:cubicBezTo>
                    <a:pt x="94039" y="35221"/>
                    <a:pt x="92670" y="34947"/>
                    <a:pt x="91301" y="34748"/>
                  </a:cubicBezTo>
                  <a:cubicBezTo>
                    <a:pt x="92421" y="31612"/>
                    <a:pt x="93217" y="28525"/>
                    <a:pt x="93665" y="25613"/>
                  </a:cubicBezTo>
                  <a:cubicBezTo>
                    <a:pt x="94817" y="25496"/>
                    <a:pt x="95943" y="25437"/>
                    <a:pt x="97037" y="25437"/>
                  </a:cubicBezTo>
                  <a:close/>
                  <a:moveTo>
                    <a:pt x="57797" y="31836"/>
                  </a:moveTo>
                  <a:cubicBezTo>
                    <a:pt x="57797" y="31861"/>
                    <a:pt x="57822" y="31861"/>
                    <a:pt x="57822" y="31886"/>
                  </a:cubicBezTo>
                  <a:cubicBezTo>
                    <a:pt x="54960" y="32956"/>
                    <a:pt x="51898" y="34574"/>
                    <a:pt x="48911" y="36665"/>
                  </a:cubicBezTo>
                  <a:cubicBezTo>
                    <a:pt x="48911" y="36665"/>
                    <a:pt x="48911" y="36615"/>
                    <a:pt x="48886" y="36615"/>
                  </a:cubicBezTo>
                  <a:cubicBezTo>
                    <a:pt x="51873" y="34499"/>
                    <a:pt x="54885" y="32931"/>
                    <a:pt x="57797" y="31836"/>
                  </a:cubicBezTo>
                  <a:close/>
                  <a:moveTo>
                    <a:pt x="103224" y="32209"/>
                  </a:moveTo>
                  <a:cubicBezTo>
                    <a:pt x="103174" y="32309"/>
                    <a:pt x="103149" y="32383"/>
                    <a:pt x="103149" y="32483"/>
                  </a:cubicBezTo>
                  <a:cubicBezTo>
                    <a:pt x="102377" y="33952"/>
                    <a:pt x="101506" y="35345"/>
                    <a:pt x="100486" y="36690"/>
                  </a:cubicBezTo>
                  <a:cubicBezTo>
                    <a:pt x="100436" y="36690"/>
                    <a:pt x="100436" y="36665"/>
                    <a:pt x="100411" y="36665"/>
                  </a:cubicBezTo>
                  <a:cubicBezTo>
                    <a:pt x="101506" y="35246"/>
                    <a:pt x="102427" y="33752"/>
                    <a:pt x="103224" y="32209"/>
                  </a:cubicBezTo>
                  <a:close/>
                  <a:moveTo>
                    <a:pt x="87061" y="34883"/>
                  </a:moveTo>
                  <a:cubicBezTo>
                    <a:pt x="88227" y="34883"/>
                    <a:pt x="89439" y="34976"/>
                    <a:pt x="90678" y="35121"/>
                  </a:cubicBezTo>
                  <a:cubicBezTo>
                    <a:pt x="90604" y="35345"/>
                    <a:pt x="90529" y="35545"/>
                    <a:pt x="90454" y="35744"/>
                  </a:cubicBezTo>
                  <a:cubicBezTo>
                    <a:pt x="90156" y="35794"/>
                    <a:pt x="89857" y="35843"/>
                    <a:pt x="89558" y="35868"/>
                  </a:cubicBezTo>
                  <a:cubicBezTo>
                    <a:pt x="89459" y="35868"/>
                    <a:pt x="89409" y="35918"/>
                    <a:pt x="89309" y="35918"/>
                  </a:cubicBezTo>
                  <a:lnTo>
                    <a:pt x="89210" y="35918"/>
                  </a:lnTo>
                  <a:cubicBezTo>
                    <a:pt x="89085" y="35943"/>
                    <a:pt x="88986" y="35943"/>
                    <a:pt x="88861" y="35968"/>
                  </a:cubicBezTo>
                  <a:lnTo>
                    <a:pt x="88314" y="36067"/>
                  </a:lnTo>
                  <a:cubicBezTo>
                    <a:pt x="88239" y="36067"/>
                    <a:pt x="88189" y="36092"/>
                    <a:pt x="88115" y="36092"/>
                  </a:cubicBezTo>
                  <a:lnTo>
                    <a:pt x="87667" y="36192"/>
                  </a:lnTo>
                  <a:cubicBezTo>
                    <a:pt x="87492" y="36217"/>
                    <a:pt x="87368" y="36242"/>
                    <a:pt x="87219" y="36291"/>
                  </a:cubicBezTo>
                  <a:cubicBezTo>
                    <a:pt x="86945" y="36341"/>
                    <a:pt x="86671" y="36416"/>
                    <a:pt x="86347" y="36466"/>
                  </a:cubicBezTo>
                  <a:cubicBezTo>
                    <a:pt x="86223" y="36490"/>
                    <a:pt x="86099" y="36515"/>
                    <a:pt x="85999" y="36565"/>
                  </a:cubicBezTo>
                  <a:lnTo>
                    <a:pt x="85551" y="36665"/>
                  </a:lnTo>
                  <a:lnTo>
                    <a:pt x="85252" y="36739"/>
                  </a:lnTo>
                  <a:cubicBezTo>
                    <a:pt x="85451" y="36167"/>
                    <a:pt x="85626" y="35545"/>
                    <a:pt x="85800" y="34922"/>
                  </a:cubicBezTo>
                  <a:cubicBezTo>
                    <a:pt x="86213" y="34896"/>
                    <a:pt x="86634" y="34883"/>
                    <a:pt x="87061" y="34883"/>
                  </a:cubicBezTo>
                  <a:close/>
                  <a:moveTo>
                    <a:pt x="85576" y="34922"/>
                  </a:moveTo>
                  <a:cubicBezTo>
                    <a:pt x="85426" y="35545"/>
                    <a:pt x="85227" y="36192"/>
                    <a:pt x="85003" y="36789"/>
                  </a:cubicBezTo>
                  <a:cubicBezTo>
                    <a:pt x="84986" y="36789"/>
                    <a:pt x="84968" y="36789"/>
                    <a:pt x="84959" y="36798"/>
                  </a:cubicBezTo>
                  <a:lnTo>
                    <a:pt x="84959" y="36798"/>
                  </a:lnTo>
                  <a:cubicBezTo>
                    <a:pt x="85181" y="36181"/>
                    <a:pt x="85353" y="35564"/>
                    <a:pt x="85501" y="34922"/>
                  </a:cubicBezTo>
                  <a:close/>
                  <a:moveTo>
                    <a:pt x="96542" y="35920"/>
                  </a:moveTo>
                  <a:lnTo>
                    <a:pt x="96542" y="35920"/>
                  </a:lnTo>
                  <a:cubicBezTo>
                    <a:pt x="96689" y="35943"/>
                    <a:pt x="96881" y="35944"/>
                    <a:pt x="97026" y="35968"/>
                  </a:cubicBezTo>
                  <a:cubicBezTo>
                    <a:pt x="97125" y="35968"/>
                    <a:pt x="97200" y="35993"/>
                    <a:pt x="97300" y="35993"/>
                  </a:cubicBezTo>
                  <a:cubicBezTo>
                    <a:pt x="98270" y="36217"/>
                    <a:pt x="99191" y="36441"/>
                    <a:pt x="100062" y="36789"/>
                  </a:cubicBezTo>
                  <a:cubicBezTo>
                    <a:pt x="100054" y="36797"/>
                    <a:pt x="100049" y="36800"/>
                    <a:pt x="100046" y="36800"/>
                  </a:cubicBezTo>
                  <a:cubicBezTo>
                    <a:pt x="100040" y="36800"/>
                    <a:pt x="100046" y="36789"/>
                    <a:pt x="100062" y="36789"/>
                  </a:cubicBezTo>
                  <a:cubicBezTo>
                    <a:pt x="99689" y="36690"/>
                    <a:pt x="99390" y="36565"/>
                    <a:pt x="99017" y="36466"/>
                  </a:cubicBezTo>
                  <a:cubicBezTo>
                    <a:pt x="98942" y="36441"/>
                    <a:pt x="98868" y="36441"/>
                    <a:pt x="98793" y="36416"/>
                  </a:cubicBezTo>
                  <a:cubicBezTo>
                    <a:pt x="98445" y="36316"/>
                    <a:pt x="98121" y="36242"/>
                    <a:pt x="97772" y="36167"/>
                  </a:cubicBezTo>
                  <a:cubicBezTo>
                    <a:pt x="97648" y="36117"/>
                    <a:pt x="97548" y="36117"/>
                    <a:pt x="97424" y="36092"/>
                  </a:cubicBezTo>
                  <a:cubicBezTo>
                    <a:pt x="97374" y="36092"/>
                    <a:pt x="97324" y="36067"/>
                    <a:pt x="97275" y="36067"/>
                  </a:cubicBezTo>
                  <a:cubicBezTo>
                    <a:pt x="97200" y="36067"/>
                    <a:pt x="97175" y="36042"/>
                    <a:pt x="97125" y="36042"/>
                  </a:cubicBezTo>
                  <a:cubicBezTo>
                    <a:pt x="97051" y="36042"/>
                    <a:pt x="97026" y="36042"/>
                    <a:pt x="96951" y="35993"/>
                  </a:cubicBezTo>
                  <a:cubicBezTo>
                    <a:pt x="96901" y="35993"/>
                    <a:pt x="96827" y="35968"/>
                    <a:pt x="96777" y="35968"/>
                  </a:cubicBezTo>
                  <a:cubicBezTo>
                    <a:pt x="96752" y="35968"/>
                    <a:pt x="96677" y="35943"/>
                    <a:pt x="96652" y="35943"/>
                  </a:cubicBezTo>
                  <a:lnTo>
                    <a:pt x="96627" y="35943"/>
                  </a:lnTo>
                  <a:cubicBezTo>
                    <a:pt x="96587" y="35943"/>
                    <a:pt x="96563" y="35926"/>
                    <a:pt x="96542" y="35920"/>
                  </a:cubicBezTo>
                  <a:close/>
                  <a:moveTo>
                    <a:pt x="90380" y="35943"/>
                  </a:moveTo>
                  <a:lnTo>
                    <a:pt x="90380" y="35968"/>
                  </a:lnTo>
                  <a:lnTo>
                    <a:pt x="90380" y="35993"/>
                  </a:lnTo>
                  <a:cubicBezTo>
                    <a:pt x="90106" y="36042"/>
                    <a:pt x="89857" y="36067"/>
                    <a:pt x="89608" y="36092"/>
                  </a:cubicBezTo>
                  <a:cubicBezTo>
                    <a:pt x="89534" y="36092"/>
                    <a:pt x="89434" y="36117"/>
                    <a:pt x="89359" y="36117"/>
                  </a:cubicBezTo>
                  <a:cubicBezTo>
                    <a:pt x="88662" y="36217"/>
                    <a:pt x="87940" y="36341"/>
                    <a:pt x="87219" y="36490"/>
                  </a:cubicBezTo>
                  <a:cubicBezTo>
                    <a:pt x="86870" y="36565"/>
                    <a:pt x="86547" y="36665"/>
                    <a:pt x="86198" y="36739"/>
                  </a:cubicBezTo>
                  <a:cubicBezTo>
                    <a:pt x="85850" y="36839"/>
                    <a:pt x="85501" y="36938"/>
                    <a:pt x="85178" y="36988"/>
                  </a:cubicBezTo>
                  <a:lnTo>
                    <a:pt x="85178" y="36963"/>
                  </a:lnTo>
                  <a:lnTo>
                    <a:pt x="85178" y="36938"/>
                  </a:lnTo>
                  <a:cubicBezTo>
                    <a:pt x="86596" y="36565"/>
                    <a:pt x="87965" y="36242"/>
                    <a:pt x="89334" y="36067"/>
                  </a:cubicBezTo>
                  <a:cubicBezTo>
                    <a:pt x="89434" y="36067"/>
                    <a:pt x="89534" y="36042"/>
                    <a:pt x="89608" y="36042"/>
                  </a:cubicBezTo>
                  <a:cubicBezTo>
                    <a:pt x="89857" y="35993"/>
                    <a:pt x="90131" y="35968"/>
                    <a:pt x="90380" y="35943"/>
                  </a:cubicBezTo>
                  <a:close/>
                  <a:moveTo>
                    <a:pt x="98121" y="36466"/>
                  </a:moveTo>
                  <a:lnTo>
                    <a:pt x="98121" y="36466"/>
                  </a:lnTo>
                  <a:cubicBezTo>
                    <a:pt x="98295" y="36490"/>
                    <a:pt x="98494" y="36515"/>
                    <a:pt x="98669" y="36590"/>
                  </a:cubicBezTo>
                  <a:cubicBezTo>
                    <a:pt x="98917" y="36665"/>
                    <a:pt x="99141" y="36739"/>
                    <a:pt x="99390" y="36814"/>
                  </a:cubicBezTo>
                  <a:cubicBezTo>
                    <a:pt x="99565" y="36864"/>
                    <a:pt x="99764" y="36914"/>
                    <a:pt x="99913" y="36963"/>
                  </a:cubicBezTo>
                  <a:cubicBezTo>
                    <a:pt x="99888" y="37038"/>
                    <a:pt x="99814" y="37063"/>
                    <a:pt x="99789" y="37113"/>
                  </a:cubicBezTo>
                  <a:lnTo>
                    <a:pt x="98121" y="36466"/>
                  </a:lnTo>
                  <a:close/>
                  <a:moveTo>
                    <a:pt x="102925" y="33304"/>
                  </a:moveTo>
                  <a:lnTo>
                    <a:pt x="102925" y="33304"/>
                  </a:lnTo>
                  <a:cubicBezTo>
                    <a:pt x="102552" y="34599"/>
                    <a:pt x="102153" y="35918"/>
                    <a:pt x="101730" y="37187"/>
                  </a:cubicBezTo>
                  <a:cubicBezTo>
                    <a:pt x="101631" y="37163"/>
                    <a:pt x="101531" y="37088"/>
                    <a:pt x="101431" y="37038"/>
                  </a:cubicBezTo>
                  <a:cubicBezTo>
                    <a:pt x="101307" y="36963"/>
                    <a:pt x="101183" y="36938"/>
                    <a:pt x="101033" y="36864"/>
                  </a:cubicBezTo>
                  <a:cubicBezTo>
                    <a:pt x="100909" y="36814"/>
                    <a:pt x="100784" y="36789"/>
                    <a:pt x="100660" y="36714"/>
                  </a:cubicBezTo>
                  <a:cubicBezTo>
                    <a:pt x="101506" y="35619"/>
                    <a:pt x="102278" y="34474"/>
                    <a:pt x="102925" y="33304"/>
                  </a:cubicBezTo>
                  <a:close/>
                  <a:moveTo>
                    <a:pt x="100162" y="37038"/>
                  </a:moveTo>
                  <a:cubicBezTo>
                    <a:pt x="100137" y="37088"/>
                    <a:pt x="100062" y="37138"/>
                    <a:pt x="100038" y="37212"/>
                  </a:cubicBezTo>
                  <a:cubicBezTo>
                    <a:pt x="100013" y="37212"/>
                    <a:pt x="100013" y="37187"/>
                    <a:pt x="99988" y="37187"/>
                  </a:cubicBezTo>
                  <a:cubicBezTo>
                    <a:pt x="100013" y="37113"/>
                    <a:pt x="100062" y="37088"/>
                    <a:pt x="100112" y="37038"/>
                  </a:cubicBezTo>
                  <a:close/>
                  <a:moveTo>
                    <a:pt x="96478" y="36167"/>
                  </a:moveTo>
                  <a:lnTo>
                    <a:pt x="96478" y="36167"/>
                  </a:lnTo>
                  <a:cubicBezTo>
                    <a:pt x="96578" y="36192"/>
                    <a:pt x="96677" y="36217"/>
                    <a:pt x="96777" y="36217"/>
                  </a:cubicBezTo>
                  <a:cubicBezTo>
                    <a:pt x="97748" y="36515"/>
                    <a:pt x="98693" y="36864"/>
                    <a:pt x="99664" y="37237"/>
                  </a:cubicBezTo>
                  <a:lnTo>
                    <a:pt x="99639" y="37287"/>
                  </a:lnTo>
                  <a:cubicBezTo>
                    <a:pt x="98619" y="36839"/>
                    <a:pt x="97548" y="36466"/>
                    <a:pt x="96478" y="36167"/>
                  </a:cubicBezTo>
                  <a:close/>
                  <a:moveTo>
                    <a:pt x="103423" y="32334"/>
                  </a:moveTo>
                  <a:cubicBezTo>
                    <a:pt x="103024" y="33976"/>
                    <a:pt x="102502" y="35619"/>
                    <a:pt x="101929" y="37312"/>
                  </a:cubicBezTo>
                  <a:cubicBezTo>
                    <a:pt x="101904" y="37312"/>
                    <a:pt x="101904" y="37287"/>
                    <a:pt x="101880" y="37287"/>
                  </a:cubicBezTo>
                  <a:cubicBezTo>
                    <a:pt x="102427" y="35694"/>
                    <a:pt x="102900" y="34126"/>
                    <a:pt x="103298" y="32583"/>
                  </a:cubicBezTo>
                  <a:cubicBezTo>
                    <a:pt x="103348" y="32483"/>
                    <a:pt x="103398" y="32433"/>
                    <a:pt x="103423" y="32334"/>
                  </a:cubicBezTo>
                  <a:close/>
                  <a:moveTo>
                    <a:pt x="113479" y="21631"/>
                  </a:moveTo>
                  <a:lnTo>
                    <a:pt x="113479" y="21631"/>
                  </a:lnTo>
                  <a:cubicBezTo>
                    <a:pt x="115072" y="23622"/>
                    <a:pt x="116217" y="26011"/>
                    <a:pt x="116939" y="28724"/>
                  </a:cubicBezTo>
                  <a:cubicBezTo>
                    <a:pt x="116939" y="29148"/>
                    <a:pt x="116964" y="29596"/>
                    <a:pt x="116988" y="30019"/>
                  </a:cubicBezTo>
                  <a:lnTo>
                    <a:pt x="116988" y="30218"/>
                  </a:lnTo>
                  <a:cubicBezTo>
                    <a:pt x="117038" y="30591"/>
                    <a:pt x="116988" y="30965"/>
                    <a:pt x="116988" y="31338"/>
                  </a:cubicBezTo>
                  <a:lnTo>
                    <a:pt x="116988" y="31662"/>
                  </a:lnTo>
                  <a:lnTo>
                    <a:pt x="116988" y="31786"/>
                  </a:lnTo>
                  <a:cubicBezTo>
                    <a:pt x="116988" y="31886"/>
                    <a:pt x="116988" y="32010"/>
                    <a:pt x="116964" y="32110"/>
                  </a:cubicBezTo>
                  <a:cubicBezTo>
                    <a:pt x="116964" y="32234"/>
                    <a:pt x="116939" y="32383"/>
                    <a:pt x="116939" y="32508"/>
                  </a:cubicBezTo>
                  <a:cubicBezTo>
                    <a:pt x="116889" y="32707"/>
                    <a:pt x="116889" y="32906"/>
                    <a:pt x="116864" y="33105"/>
                  </a:cubicBezTo>
                  <a:cubicBezTo>
                    <a:pt x="116864" y="33130"/>
                    <a:pt x="116864" y="33180"/>
                    <a:pt x="116839" y="33205"/>
                  </a:cubicBezTo>
                  <a:cubicBezTo>
                    <a:pt x="116839" y="33230"/>
                    <a:pt x="116839" y="33255"/>
                    <a:pt x="116814" y="33329"/>
                  </a:cubicBezTo>
                  <a:cubicBezTo>
                    <a:pt x="116764" y="33603"/>
                    <a:pt x="116715" y="33877"/>
                    <a:pt x="116640" y="34176"/>
                  </a:cubicBezTo>
                  <a:cubicBezTo>
                    <a:pt x="116615" y="34225"/>
                    <a:pt x="116615" y="34325"/>
                    <a:pt x="116615" y="34375"/>
                  </a:cubicBezTo>
                  <a:cubicBezTo>
                    <a:pt x="116366" y="35370"/>
                    <a:pt x="116067" y="36416"/>
                    <a:pt x="115619" y="37362"/>
                  </a:cubicBezTo>
                  <a:cubicBezTo>
                    <a:pt x="115122" y="35719"/>
                    <a:pt x="114474" y="34225"/>
                    <a:pt x="113628" y="32881"/>
                  </a:cubicBezTo>
                  <a:cubicBezTo>
                    <a:pt x="113728" y="32234"/>
                    <a:pt x="113777" y="31612"/>
                    <a:pt x="113852" y="30990"/>
                  </a:cubicBezTo>
                  <a:cubicBezTo>
                    <a:pt x="113852" y="30865"/>
                    <a:pt x="113877" y="30741"/>
                    <a:pt x="113877" y="30616"/>
                  </a:cubicBezTo>
                  <a:cubicBezTo>
                    <a:pt x="113952" y="29969"/>
                    <a:pt x="113977" y="29347"/>
                    <a:pt x="114001" y="28700"/>
                  </a:cubicBezTo>
                  <a:lnTo>
                    <a:pt x="114001" y="28202"/>
                  </a:lnTo>
                  <a:lnTo>
                    <a:pt x="114001" y="26708"/>
                  </a:lnTo>
                  <a:lnTo>
                    <a:pt x="114001" y="26210"/>
                  </a:lnTo>
                  <a:cubicBezTo>
                    <a:pt x="113977" y="25613"/>
                    <a:pt x="113952" y="25041"/>
                    <a:pt x="113877" y="24468"/>
                  </a:cubicBezTo>
                  <a:cubicBezTo>
                    <a:pt x="113852" y="24269"/>
                    <a:pt x="113852" y="24120"/>
                    <a:pt x="113827" y="23921"/>
                  </a:cubicBezTo>
                  <a:cubicBezTo>
                    <a:pt x="113753" y="23348"/>
                    <a:pt x="113653" y="22751"/>
                    <a:pt x="113578" y="22178"/>
                  </a:cubicBezTo>
                  <a:cubicBezTo>
                    <a:pt x="113578" y="22128"/>
                    <a:pt x="113529" y="22054"/>
                    <a:pt x="113529" y="22004"/>
                  </a:cubicBezTo>
                  <a:cubicBezTo>
                    <a:pt x="113504" y="21879"/>
                    <a:pt x="113479" y="21755"/>
                    <a:pt x="113479" y="21631"/>
                  </a:cubicBezTo>
                  <a:close/>
                  <a:moveTo>
                    <a:pt x="65156" y="30581"/>
                  </a:moveTo>
                  <a:cubicBezTo>
                    <a:pt x="66537" y="30581"/>
                    <a:pt x="67809" y="30781"/>
                    <a:pt x="68949" y="31189"/>
                  </a:cubicBezTo>
                  <a:cubicBezTo>
                    <a:pt x="69148" y="32060"/>
                    <a:pt x="69397" y="32881"/>
                    <a:pt x="69695" y="33703"/>
                  </a:cubicBezTo>
                  <a:cubicBezTo>
                    <a:pt x="67704" y="34823"/>
                    <a:pt x="65762" y="36067"/>
                    <a:pt x="63796" y="37411"/>
                  </a:cubicBezTo>
                  <a:cubicBezTo>
                    <a:pt x="62452" y="35545"/>
                    <a:pt x="61307" y="33479"/>
                    <a:pt x="60361" y="31263"/>
                  </a:cubicBezTo>
                  <a:cubicBezTo>
                    <a:pt x="62063" y="30812"/>
                    <a:pt x="63672" y="30581"/>
                    <a:pt x="65156" y="30581"/>
                  </a:cubicBezTo>
                  <a:close/>
                  <a:moveTo>
                    <a:pt x="100510" y="36864"/>
                  </a:moveTo>
                  <a:cubicBezTo>
                    <a:pt x="100909" y="37063"/>
                    <a:pt x="101282" y="37212"/>
                    <a:pt x="101631" y="37411"/>
                  </a:cubicBezTo>
                  <a:cubicBezTo>
                    <a:pt x="101531" y="37362"/>
                    <a:pt x="101431" y="37337"/>
                    <a:pt x="101357" y="37287"/>
                  </a:cubicBezTo>
                  <a:cubicBezTo>
                    <a:pt x="101307" y="37237"/>
                    <a:pt x="101257" y="37237"/>
                    <a:pt x="101232" y="37212"/>
                  </a:cubicBezTo>
                  <a:cubicBezTo>
                    <a:pt x="101008" y="37113"/>
                    <a:pt x="100759" y="37038"/>
                    <a:pt x="100510" y="36938"/>
                  </a:cubicBezTo>
                  <a:lnTo>
                    <a:pt x="100510" y="36914"/>
                  </a:lnTo>
                  <a:lnTo>
                    <a:pt x="100510" y="36864"/>
                  </a:lnTo>
                  <a:close/>
                  <a:moveTo>
                    <a:pt x="99888" y="37343"/>
                  </a:moveTo>
                  <a:cubicBezTo>
                    <a:pt x="99894" y="37343"/>
                    <a:pt x="99901" y="37349"/>
                    <a:pt x="99913" y="37362"/>
                  </a:cubicBezTo>
                  <a:cubicBezTo>
                    <a:pt x="99913" y="37411"/>
                    <a:pt x="99888" y="37411"/>
                    <a:pt x="99888" y="37436"/>
                  </a:cubicBezTo>
                  <a:cubicBezTo>
                    <a:pt x="99863" y="37436"/>
                    <a:pt x="99863" y="37411"/>
                    <a:pt x="99814" y="37411"/>
                  </a:cubicBezTo>
                  <a:lnTo>
                    <a:pt x="99863" y="37362"/>
                  </a:lnTo>
                  <a:cubicBezTo>
                    <a:pt x="99876" y="37349"/>
                    <a:pt x="99882" y="37343"/>
                    <a:pt x="99888" y="37343"/>
                  </a:cubicBezTo>
                  <a:close/>
                  <a:moveTo>
                    <a:pt x="60187" y="31313"/>
                  </a:moveTo>
                  <a:cubicBezTo>
                    <a:pt x="61108" y="33553"/>
                    <a:pt x="62253" y="35619"/>
                    <a:pt x="63647" y="37486"/>
                  </a:cubicBezTo>
                  <a:lnTo>
                    <a:pt x="63572" y="37561"/>
                  </a:lnTo>
                  <a:cubicBezTo>
                    <a:pt x="62203" y="35694"/>
                    <a:pt x="61058" y="33578"/>
                    <a:pt x="60112" y="31338"/>
                  </a:cubicBezTo>
                  <a:cubicBezTo>
                    <a:pt x="60162" y="31338"/>
                    <a:pt x="60162" y="31338"/>
                    <a:pt x="60187" y="31313"/>
                  </a:cubicBezTo>
                  <a:close/>
                  <a:moveTo>
                    <a:pt x="101805" y="37461"/>
                  </a:moveTo>
                  <a:cubicBezTo>
                    <a:pt x="101855" y="37461"/>
                    <a:pt x="101855" y="37486"/>
                    <a:pt x="101880" y="37486"/>
                  </a:cubicBezTo>
                  <a:lnTo>
                    <a:pt x="101880" y="37536"/>
                  </a:lnTo>
                  <a:lnTo>
                    <a:pt x="101880" y="37561"/>
                  </a:lnTo>
                  <a:cubicBezTo>
                    <a:pt x="101805" y="37536"/>
                    <a:pt x="101805" y="37536"/>
                    <a:pt x="101780" y="37536"/>
                  </a:cubicBezTo>
                  <a:cubicBezTo>
                    <a:pt x="101780" y="37486"/>
                    <a:pt x="101805" y="37461"/>
                    <a:pt x="101805" y="37461"/>
                  </a:cubicBezTo>
                  <a:close/>
                  <a:moveTo>
                    <a:pt x="69745" y="33852"/>
                  </a:moveTo>
                  <a:cubicBezTo>
                    <a:pt x="69745" y="33877"/>
                    <a:pt x="69770" y="33877"/>
                    <a:pt x="69770" y="33927"/>
                  </a:cubicBezTo>
                  <a:cubicBezTo>
                    <a:pt x="67828" y="35072"/>
                    <a:pt x="65862" y="36291"/>
                    <a:pt x="63921" y="37611"/>
                  </a:cubicBezTo>
                  <a:cubicBezTo>
                    <a:pt x="63921" y="37586"/>
                    <a:pt x="63896" y="37586"/>
                    <a:pt x="63896" y="37561"/>
                  </a:cubicBezTo>
                  <a:cubicBezTo>
                    <a:pt x="65837" y="36217"/>
                    <a:pt x="67804" y="34997"/>
                    <a:pt x="69745" y="33852"/>
                  </a:cubicBezTo>
                  <a:close/>
                  <a:moveTo>
                    <a:pt x="113553" y="33180"/>
                  </a:moveTo>
                  <a:cubicBezTo>
                    <a:pt x="114350" y="34499"/>
                    <a:pt x="114997" y="35993"/>
                    <a:pt x="115470" y="37660"/>
                  </a:cubicBezTo>
                  <a:cubicBezTo>
                    <a:pt x="115470" y="37685"/>
                    <a:pt x="115445" y="37710"/>
                    <a:pt x="115445" y="37735"/>
                  </a:cubicBezTo>
                  <a:cubicBezTo>
                    <a:pt x="114997" y="36092"/>
                    <a:pt x="114350" y="34599"/>
                    <a:pt x="113553" y="33255"/>
                  </a:cubicBezTo>
                  <a:lnTo>
                    <a:pt x="113553" y="33180"/>
                  </a:lnTo>
                  <a:close/>
                  <a:moveTo>
                    <a:pt x="63746" y="37685"/>
                  </a:moveTo>
                  <a:cubicBezTo>
                    <a:pt x="63746" y="37710"/>
                    <a:pt x="63796" y="37710"/>
                    <a:pt x="63796" y="37735"/>
                  </a:cubicBezTo>
                  <a:cubicBezTo>
                    <a:pt x="63746" y="37735"/>
                    <a:pt x="63746" y="37760"/>
                    <a:pt x="63721" y="37760"/>
                  </a:cubicBezTo>
                  <a:cubicBezTo>
                    <a:pt x="63697" y="37735"/>
                    <a:pt x="63697" y="37710"/>
                    <a:pt x="63697" y="37710"/>
                  </a:cubicBezTo>
                  <a:cubicBezTo>
                    <a:pt x="63721" y="37710"/>
                    <a:pt x="63721" y="37685"/>
                    <a:pt x="63746" y="37685"/>
                  </a:cubicBezTo>
                  <a:close/>
                  <a:moveTo>
                    <a:pt x="116152" y="36779"/>
                  </a:moveTo>
                  <a:cubicBezTo>
                    <a:pt x="116024" y="37110"/>
                    <a:pt x="115888" y="37437"/>
                    <a:pt x="115744" y="37760"/>
                  </a:cubicBezTo>
                  <a:cubicBezTo>
                    <a:pt x="115744" y="37735"/>
                    <a:pt x="115744" y="37710"/>
                    <a:pt x="115719" y="37710"/>
                  </a:cubicBezTo>
                  <a:cubicBezTo>
                    <a:pt x="115719" y="37710"/>
                    <a:pt x="115719" y="37685"/>
                    <a:pt x="115744" y="37685"/>
                  </a:cubicBezTo>
                  <a:cubicBezTo>
                    <a:pt x="115794" y="37660"/>
                    <a:pt x="115794" y="37586"/>
                    <a:pt x="115819" y="37561"/>
                  </a:cubicBezTo>
                  <a:cubicBezTo>
                    <a:pt x="115918" y="37312"/>
                    <a:pt x="116043" y="37063"/>
                    <a:pt x="116117" y="36814"/>
                  </a:cubicBezTo>
                  <a:cubicBezTo>
                    <a:pt x="116133" y="36806"/>
                    <a:pt x="116143" y="36794"/>
                    <a:pt x="116152" y="36779"/>
                  </a:cubicBezTo>
                  <a:close/>
                  <a:moveTo>
                    <a:pt x="100311" y="37113"/>
                  </a:moveTo>
                  <a:cubicBezTo>
                    <a:pt x="100510" y="37187"/>
                    <a:pt x="100660" y="37237"/>
                    <a:pt x="100809" y="37312"/>
                  </a:cubicBezTo>
                  <a:cubicBezTo>
                    <a:pt x="101058" y="37411"/>
                    <a:pt x="101307" y="37486"/>
                    <a:pt x="101531" y="37611"/>
                  </a:cubicBezTo>
                  <a:cubicBezTo>
                    <a:pt x="101506" y="37685"/>
                    <a:pt x="101481" y="37760"/>
                    <a:pt x="101431" y="37835"/>
                  </a:cubicBezTo>
                  <a:cubicBezTo>
                    <a:pt x="101033" y="37635"/>
                    <a:pt x="100610" y="37461"/>
                    <a:pt x="100187" y="37262"/>
                  </a:cubicBezTo>
                  <a:cubicBezTo>
                    <a:pt x="100237" y="37212"/>
                    <a:pt x="100286" y="37187"/>
                    <a:pt x="100311" y="37113"/>
                  </a:cubicBezTo>
                  <a:close/>
                  <a:moveTo>
                    <a:pt x="72408" y="33678"/>
                  </a:moveTo>
                  <a:lnTo>
                    <a:pt x="72408" y="33678"/>
                  </a:lnTo>
                  <a:cubicBezTo>
                    <a:pt x="73031" y="34474"/>
                    <a:pt x="73504" y="35420"/>
                    <a:pt x="73777" y="36466"/>
                  </a:cubicBezTo>
                  <a:lnTo>
                    <a:pt x="73777" y="36490"/>
                  </a:lnTo>
                  <a:cubicBezTo>
                    <a:pt x="73777" y="36515"/>
                    <a:pt x="73777" y="36565"/>
                    <a:pt x="73802" y="36590"/>
                  </a:cubicBezTo>
                  <a:lnTo>
                    <a:pt x="73802" y="36690"/>
                  </a:lnTo>
                  <a:cubicBezTo>
                    <a:pt x="73852" y="36864"/>
                    <a:pt x="73877" y="37038"/>
                    <a:pt x="73902" y="37212"/>
                  </a:cubicBezTo>
                  <a:cubicBezTo>
                    <a:pt x="73902" y="37287"/>
                    <a:pt x="73927" y="37337"/>
                    <a:pt x="73927" y="37411"/>
                  </a:cubicBezTo>
                  <a:lnTo>
                    <a:pt x="73927" y="37486"/>
                  </a:lnTo>
                  <a:cubicBezTo>
                    <a:pt x="73927" y="37561"/>
                    <a:pt x="73977" y="37586"/>
                    <a:pt x="73977" y="37660"/>
                  </a:cubicBezTo>
                  <a:cubicBezTo>
                    <a:pt x="73977" y="37710"/>
                    <a:pt x="73977" y="37810"/>
                    <a:pt x="73927" y="37859"/>
                  </a:cubicBezTo>
                  <a:cubicBezTo>
                    <a:pt x="73753" y="37536"/>
                    <a:pt x="73603" y="37187"/>
                    <a:pt x="73429" y="36814"/>
                  </a:cubicBezTo>
                  <a:cubicBezTo>
                    <a:pt x="73404" y="36714"/>
                    <a:pt x="73354" y="36615"/>
                    <a:pt x="73304" y="36490"/>
                  </a:cubicBezTo>
                  <a:cubicBezTo>
                    <a:pt x="73155" y="36117"/>
                    <a:pt x="73031" y="35794"/>
                    <a:pt x="72906" y="35420"/>
                  </a:cubicBezTo>
                  <a:cubicBezTo>
                    <a:pt x="72856" y="35246"/>
                    <a:pt x="72807" y="35097"/>
                    <a:pt x="72757" y="34947"/>
                  </a:cubicBezTo>
                  <a:cubicBezTo>
                    <a:pt x="72657" y="34624"/>
                    <a:pt x="72558" y="34325"/>
                    <a:pt x="72508" y="34001"/>
                  </a:cubicBezTo>
                  <a:cubicBezTo>
                    <a:pt x="72483" y="33877"/>
                    <a:pt x="72433" y="33802"/>
                    <a:pt x="72408" y="33678"/>
                  </a:cubicBezTo>
                  <a:close/>
                  <a:moveTo>
                    <a:pt x="101730" y="37710"/>
                  </a:moveTo>
                  <a:cubicBezTo>
                    <a:pt x="101755" y="37710"/>
                    <a:pt x="101755" y="37735"/>
                    <a:pt x="101780" y="37735"/>
                  </a:cubicBezTo>
                  <a:cubicBezTo>
                    <a:pt x="101755" y="37810"/>
                    <a:pt x="101730" y="37909"/>
                    <a:pt x="101730" y="37959"/>
                  </a:cubicBezTo>
                  <a:cubicBezTo>
                    <a:pt x="101680" y="37959"/>
                    <a:pt x="101680" y="37934"/>
                    <a:pt x="101655" y="37934"/>
                  </a:cubicBezTo>
                  <a:cubicBezTo>
                    <a:pt x="101655" y="37859"/>
                    <a:pt x="101680" y="37760"/>
                    <a:pt x="101730" y="37710"/>
                  </a:cubicBezTo>
                  <a:close/>
                  <a:moveTo>
                    <a:pt x="75769" y="31039"/>
                  </a:moveTo>
                  <a:lnTo>
                    <a:pt x="75769" y="31039"/>
                  </a:lnTo>
                  <a:cubicBezTo>
                    <a:pt x="75744" y="33205"/>
                    <a:pt x="75346" y="35569"/>
                    <a:pt x="74549" y="38059"/>
                  </a:cubicBezTo>
                  <a:cubicBezTo>
                    <a:pt x="74524" y="37909"/>
                    <a:pt x="74499" y="37710"/>
                    <a:pt x="74425" y="37561"/>
                  </a:cubicBezTo>
                  <a:lnTo>
                    <a:pt x="74425" y="37536"/>
                  </a:lnTo>
                  <a:lnTo>
                    <a:pt x="74425" y="37436"/>
                  </a:lnTo>
                  <a:cubicBezTo>
                    <a:pt x="74375" y="37113"/>
                    <a:pt x="74350" y="36839"/>
                    <a:pt x="74250" y="36565"/>
                  </a:cubicBezTo>
                  <a:lnTo>
                    <a:pt x="74250" y="36441"/>
                  </a:lnTo>
                  <a:lnTo>
                    <a:pt x="74151" y="35594"/>
                  </a:lnTo>
                  <a:cubicBezTo>
                    <a:pt x="74151" y="35470"/>
                    <a:pt x="74126" y="35345"/>
                    <a:pt x="74126" y="35221"/>
                  </a:cubicBezTo>
                  <a:lnTo>
                    <a:pt x="74126" y="35072"/>
                  </a:lnTo>
                  <a:lnTo>
                    <a:pt x="74126" y="34997"/>
                  </a:lnTo>
                  <a:lnTo>
                    <a:pt x="74126" y="34873"/>
                  </a:lnTo>
                  <a:lnTo>
                    <a:pt x="74126" y="33827"/>
                  </a:lnTo>
                  <a:lnTo>
                    <a:pt x="74126" y="33703"/>
                  </a:lnTo>
                  <a:lnTo>
                    <a:pt x="74126" y="33479"/>
                  </a:lnTo>
                  <a:cubicBezTo>
                    <a:pt x="74151" y="33105"/>
                    <a:pt x="74176" y="32732"/>
                    <a:pt x="74250" y="32359"/>
                  </a:cubicBezTo>
                  <a:cubicBezTo>
                    <a:pt x="74250" y="32259"/>
                    <a:pt x="74275" y="32159"/>
                    <a:pt x="74275" y="32110"/>
                  </a:cubicBezTo>
                  <a:cubicBezTo>
                    <a:pt x="74300" y="31985"/>
                    <a:pt x="74325" y="31861"/>
                    <a:pt x="74325" y="31736"/>
                  </a:cubicBezTo>
                  <a:cubicBezTo>
                    <a:pt x="74798" y="31487"/>
                    <a:pt x="75296" y="31263"/>
                    <a:pt x="75769" y="31039"/>
                  </a:cubicBezTo>
                  <a:close/>
                  <a:moveTo>
                    <a:pt x="100062" y="37436"/>
                  </a:moveTo>
                  <a:cubicBezTo>
                    <a:pt x="100535" y="37611"/>
                    <a:pt x="100983" y="37810"/>
                    <a:pt x="101407" y="38034"/>
                  </a:cubicBezTo>
                  <a:cubicBezTo>
                    <a:pt x="101407" y="38059"/>
                    <a:pt x="101407" y="38059"/>
                    <a:pt x="101382" y="38083"/>
                  </a:cubicBezTo>
                  <a:cubicBezTo>
                    <a:pt x="100934" y="37859"/>
                    <a:pt x="100486" y="37685"/>
                    <a:pt x="100038" y="37486"/>
                  </a:cubicBezTo>
                  <a:cubicBezTo>
                    <a:pt x="100038" y="37461"/>
                    <a:pt x="100062" y="37461"/>
                    <a:pt x="100062" y="37436"/>
                  </a:cubicBezTo>
                  <a:close/>
                  <a:moveTo>
                    <a:pt x="101556" y="38083"/>
                  </a:moveTo>
                  <a:cubicBezTo>
                    <a:pt x="101606" y="38083"/>
                    <a:pt x="101606" y="38108"/>
                    <a:pt x="101631" y="38108"/>
                  </a:cubicBezTo>
                  <a:cubicBezTo>
                    <a:pt x="101631" y="38133"/>
                    <a:pt x="101631" y="38133"/>
                    <a:pt x="101606" y="38183"/>
                  </a:cubicBezTo>
                  <a:cubicBezTo>
                    <a:pt x="101567" y="38183"/>
                    <a:pt x="101558" y="38153"/>
                    <a:pt x="101545" y="38140"/>
                  </a:cubicBezTo>
                  <a:lnTo>
                    <a:pt x="101545" y="38140"/>
                  </a:lnTo>
                  <a:cubicBezTo>
                    <a:pt x="101556" y="38136"/>
                    <a:pt x="101556" y="38102"/>
                    <a:pt x="101556" y="38083"/>
                  </a:cubicBezTo>
                  <a:close/>
                  <a:moveTo>
                    <a:pt x="59938" y="31363"/>
                  </a:moveTo>
                  <a:cubicBezTo>
                    <a:pt x="60859" y="33628"/>
                    <a:pt x="62054" y="35744"/>
                    <a:pt x="63423" y="37660"/>
                  </a:cubicBezTo>
                  <a:cubicBezTo>
                    <a:pt x="63049" y="37909"/>
                    <a:pt x="62701" y="38158"/>
                    <a:pt x="62328" y="38407"/>
                  </a:cubicBezTo>
                  <a:cubicBezTo>
                    <a:pt x="61183" y="36291"/>
                    <a:pt x="59838" y="34076"/>
                    <a:pt x="58345" y="31861"/>
                  </a:cubicBezTo>
                  <a:cubicBezTo>
                    <a:pt x="58868" y="31687"/>
                    <a:pt x="59390" y="31487"/>
                    <a:pt x="59938" y="31363"/>
                  </a:cubicBezTo>
                  <a:close/>
                  <a:moveTo>
                    <a:pt x="76018" y="30865"/>
                  </a:moveTo>
                  <a:cubicBezTo>
                    <a:pt x="76018" y="33230"/>
                    <a:pt x="75545" y="35794"/>
                    <a:pt x="74674" y="38457"/>
                  </a:cubicBezTo>
                  <a:cubicBezTo>
                    <a:pt x="74674" y="38432"/>
                    <a:pt x="74649" y="38407"/>
                    <a:pt x="74649" y="38357"/>
                  </a:cubicBezTo>
                  <a:cubicBezTo>
                    <a:pt x="75495" y="35744"/>
                    <a:pt x="75943" y="33230"/>
                    <a:pt x="75943" y="30890"/>
                  </a:cubicBezTo>
                  <a:cubicBezTo>
                    <a:pt x="75968" y="30890"/>
                    <a:pt x="75993" y="30890"/>
                    <a:pt x="76018" y="30865"/>
                  </a:cubicBezTo>
                  <a:close/>
                  <a:moveTo>
                    <a:pt x="85302" y="34922"/>
                  </a:moveTo>
                  <a:lnTo>
                    <a:pt x="85302" y="34922"/>
                  </a:lnTo>
                  <a:cubicBezTo>
                    <a:pt x="85128" y="35569"/>
                    <a:pt x="84954" y="36242"/>
                    <a:pt x="84705" y="36864"/>
                  </a:cubicBezTo>
                  <a:cubicBezTo>
                    <a:pt x="84555" y="36914"/>
                    <a:pt x="84381" y="36963"/>
                    <a:pt x="84257" y="36988"/>
                  </a:cubicBezTo>
                  <a:cubicBezTo>
                    <a:pt x="84107" y="37038"/>
                    <a:pt x="83958" y="37088"/>
                    <a:pt x="83809" y="37113"/>
                  </a:cubicBezTo>
                  <a:cubicBezTo>
                    <a:pt x="83385" y="37237"/>
                    <a:pt x="82987" y="37362"/>
                    <a:pt x="82564" y="37536"/>
                  </a:cubicBezTo>
                  <a:cubicBezTo>
                    <a:pt x="82365" y="37586"/>
                    <a:pt x="82216" y="37611"/>
                    <a:pt x="82066" y="37685"/>
                  </a:cubicBezTo>
                  <a:cubicBezTo>
                    <a:pt x="81718" y="37810"/>
                    <a:pt x="81394" y="37934"/>
                    <a:pt x="81071" y="38059"/>
                  </a:cubicBezTo>
                  <a:cubicBezTo>
                    <a:pt x="80996" y="38083"/>
                    <a:pt x="80946" y="38108"/>
                    <a:pt x="80871" y="38108"/>
                  </a:cubicBezTo>
                  <a:cubicBezTo>
                    <a:pt x="80697" y="38183"/>
                    <a:pt x="80498" y="38233"/>
                    <a:pt x="80324" y="38332"/>
                  </a:cubicBezTo>
                  <a:cubicBezTo>
                    <a:pt x="80150" y="38382"/>
                    <a:pt x="80000" y="38457"/>
                    <a:pt x="79876" y="38532"/>
                  </a:cubicBezTo>
                  <a:cubicBezTo>
                    <a:pt x="80324" y="37536"/>
                    <a:pt x="80722" y="36565"/>
                    <a:pt x="81071" y="35569"/>
                  </a:cubicBezTo>
                  <a:cubicBezTo>
                    <a:pt x="82365" y="35221"/>
                    <a:pt x="83809" y="34997"/>
                    <a:pt x="85302" y="34922"/>
                  </a:cubicBezTo>
                  <a:close/>
                  <a:moveTo>
                    <a:pt x="17524" y="36490"/>
                  </a:moveTo>
                  <a:lnTo>
                    <a:pt x="17524" y="36540"/>
                  </a:lnTo>
                  <a:lnTo>
                    <a:pt x="17524" y="36565"/>
                  </a:lnTo>
                  <a:lnTo>
                    <a:pt x="17524" y="36590"/>
                  </a:lnTo>
                  <a:cubicBezTo>
                    <a:pt x="17399" y="36739"/>
                    <a:pt x="17250" y="36938"/>
                    <a:pt x="17125" y="37113"/>
                  </a:cubicBezTo>
                  <a:cubicBezTo>
                    <a:pt x="16805" y="37529"/>
                    <a:pt x="16417" y="38027"/>
                    <a:pt x="16019" y="38550"/>
                  </a:cubicBezTo>
                  <a:lnTo>
                    <a:pt x="16019" y="38550"/>
                  </a:lnTo>
                  <a:lnTo>
                    <a:pt x="16154" y="38357"/>
                  </a:lnTo>
                  <a:cubicBezTo>
                    <a:pt x="16379" y="38083"/>
                    <a:pt x="16553" y="37810"/>
                    <a:pt x="16777" y="37536"/>
                  </a:cubicBezTo>
                  <a:cubicBezTo>
                    <a:pt x="16802" y="37461"/>
                    <a:pt x="16851" y="37436"/>
                    <a:pt x="16876" y="37362"/>
                  </a:cubicBezTo>
                  <a:cubicBezTo>
                    <a:pt x="17100" y="37088"/>
                    <a:pt x="17299" y="36814"/>
                    <a:pt x="17524" y="36490"/>
                  </a:cubicBezTo>
                  <a:close/>
                  <a:moveTo>
                    <a:pt x="58196" y="31960"/>
                  </a:moveTo>
                  <a:cubicBezTo>
                    <a:pt x="59639" y="34176"/>
                    <a:pt x="61033" y="36416"/>
                    <a:pt x="62178" y="38532"/>
                  </a:cubicBezTo>
                  <a:lnTo>
                    <a:pt x="62128" y="38556"/>
                  </a:lnTo>
                  <a:cubicBezTo>
                    <a:pt x="60983" y="36441"/>
                    <a:pt x="59614" y="34200"/>
                    <a:pt x="58121" y="31985"/>
                  </a:cubicBezTo>
                  <a:cubicBezTo>
                    <a:pt x="58171" y="31985"/>
                    <a:pt x="58171" y="31985"/>
                    <a:pt x="58196" y="31960"/>
                  </a:cubicBezTo>
                  <a:close/>
                  <a:moveTo>
                    <a:pt x="82514" y="28227"/>
                  </a:moveTo>
                  <a:lnTo>
                    <a:pt x="82514" y="28227"/>
                  </a:lnTo>
                  <a:cubicBezTo>
                    <a:pt x="82166" y="30467"/>
                    <a:pt x="81519" y="32831"/>
                    <a:pt x="80647" y="35246"/>
                  </a:cubicBezTo>
                  <a:cubicBezTo>
                    <a:pt x="78208" y="35968"/>
                    <a:pt x="76192" y="37088"/>
                    <a:pt x="74848" y="38556"/>
                  </a:cubicBezTo>
                  <a:cubicBezTo>
                    <a:pt x="75744" y="35818"/>
                    <a:pt x="76217" y="33205"/>
                    <a:pt x="76167" y="30815"/>
                  </a:cubicBezTo>
                  <a:cubicBezTo>
                    <a:pt x="78308" y="29820"/>
                    <a:pt x="80448" y="28948"/>
                    <a:pt x="82514" y="28227"/>
                  </a:cubicBezTo>
                  <a:close/>
                  <a:moveTo>
                    <a:pt x="63497" y="37810"/>
                  </a:moveTo>
                  <a:lnTo>
                    <a:pt x="63572" y="37859"/>
                  </a:lnTo>
                  <a:cubicBezTo>
                    <a:pt x="63199" y="38108"/>
                    <a:pt x="62825" y="38357"/>
                    <a:pt x="62452" y="38656"/>
                  </a:cubicBezTo>
                  <a:cubicBezTo>
                    <a:pt x="62452" y="38606"/>
                    <a:pt x="62427" y="38606"/>
                    <a:pt x="62427" y="38581"/>
                  </a:cubicBezTo>
                  <a:cubicBezTo>
                    <a:pt x="62800" y="38332"/>
                    <a:pt x="63174" y="38059"/>
                    <a:pt x="63497" y="37810"/>
                  </a:cubicBezTo>
                  <a:close/>
                  <a:moveTo>
                    <a:pt x="80747" y="35694"/>
                  </a:moveTo>
                  <a:cubicBezTo>
                    <a:pt x="80398" y="36615"/>
                    <a:pt x="80000" y="37611"/>
                    <a:pt x="79552" y="38656"/>
                  </a:cubicBezTo>
                  <a:cubicBezTo>
                    <a:pt x="79527" y="38656"/>
                    <a:pt x="79527" y="38656"/>
                    <a:pt x="79502" y="38681"/>
                  </a:cubicBezTo>
                  <a:cubicBezTo>
                    <a:pt x="79926" y="37635"/>
                    <a:pt x="80349" y="36665"/>
                    <a:pt x="80722" y="35694"/>
                  </a:cubicBezTo>
                  <a:close/>
                  <a:moveTo>
                    <a:pt x="84680" y="37063"/>
                  </a:moveTo>
                  <a:lnTo>
                    <a:pt x="84630" y="37113"/>
                  </a:lnTo>
                  <a:cubicBezTo>
                    <a:pt x="84356" y="37212"/>
                    <a:pt x="84082" y="37337"/>
                    <a:pt x="83809" y="37411"/>
                  </a:cubicBezTo>
                  <a:cubicBezTo>
                    <a:pt x="83585" y="37461"/>
                    <a:pt x="83336" y="37561"/>
                    <a:pt x="83112" y="37611"/>
                  </a:cubicBezTo>
                  <a:cubicBezTo>
                    <a:pt x="82464" y="37835"/>
                    <a:pt x="81817" y="38059"/>
                    <a:pt x="81120" y="38308"/>
                  </a:cubicBezTo>
                  <a:lnTo>
                    <a:pt x="80847" y="38382"/>
                  </a:lnTo>
                  <a:cubicBezTo>
                    <a:pt x="80473" y="38532"/>
                    <a:pt x="80100" y="38681"/>
                    <a:pt x="79726" y="38805"/>
                  </a:cubicBezTo>
                  <a:lnTo>
                    <a:pt x="79726" y="38780"/>
                  </a:lnTo>
                  <a:cubicBezTo>
                    <a:pt x="79726" y="38780"/>
                    <a:pt x="79726" y="38731"/>
                    <a:pt x="79751" y="38731"/>
                  </a:cubicBezTo>
                  <a:cubicBezTo>
                    <a:pt x="81444" y="38059"/>
                    <a:pt x="83087" y="37486"/>
                    <a:pt x="84680" y="37063"/>
                  </a:cubicBezTo>
                  <a:close/>
                  <a:moveTo>
                    <a:pt x="19306" y="35769"/>
                  </a:moveTo>
                  <a:cubicBezTo>
                    <a:pt x="19770" y="35769"/>
                    <a:pt x="20349" y="35868"/>
                    <a:pt x="21033" y="36067"/>
                  </a:cubicBezTo>
                  <a:lnTo>
                    <a:pt x="18718" y="38855"/>
                  </a:lnTo>
                  <a:cubicBezTo>
                    <a:pt x="18046" y="37635"/>
                    <a:pt x="17847" y="36739"/>
                    <a:pt x="18121" y="36242"/>
                  </a:cubicBezTo>
                  <a:cubicBezTo>
                    <a:pt x="18171" y="36192"/>
                    <a:pt x="18220" y="36117"/>
                    <a:pt x="18270" y="36067"/>
                  </a:cubicBezTo>
                  <a:cubicBezTo>
                    <a:pt x="18494" y="35868"/>
                    <a:pt x="18843" y="35769"/>
                    <a:pt x="19306" y="35769"/>
                  </a:cubicBezTo>
                  <a:close/>
                  <a:moveTo>
                    <a:pt x="80598" y="35445"/>
                  </a:moveTo>
                  <a:cubicBezTo>
                    <a:pt x="80598" y="35470"/>
                    <a:pt x="80573" y="35495"/>
                    <a:pt x="80573" y="35495"/>
                  </a:cubicBezTo>
                  <a:cubicBezTo>
                    <a:pt x="78108" y="36217"/>
                    <a:pt x="76142" y="37411"/>
                    <a:pt x="74848" y="38905"/>
                  </a:cubicBezTo>
                  <a:cubicBezTo>
                    <a:pt x="74848" y="38855"/>
                    <a:pt x="74798" y="38855"/>
                    <a:pt x="74798" y="38830"/>
                  </a:cubicBezTo>
                  <a:cubicBezTo>
                    <a:pt x="76142" y="37312"/>
                    <a:pt x="78108" y="36167"/>
                    <a:pt x="80598" y="35445"/>
                  </a:cubicBezTo>
                  <a:close/>
                  <a:moveTo>
                    <a:pt x="79403" y="38930"/>
                  </a:moveTo>
                  <a:cubicBezTo>
                    <a:pt x="79403" y="38955"/>
                    <a:pt x="79403" y="38955"/>
                    <a:pt x="79378" y="38955"/>
                  </a:cubicBezTo>
                  <a:cubicBezTo>
                    <a:pt x="79378" y="38955"/>
                    <a:pt x="79353" y="38955"/>
                    <a:pt x="79353" y="38980"/>
                  </a:cubicBezTo>
                  <a:lnTo>
                    <a:pt x="79353" y="38955"/>
                  </a:lnTo>
                  <a:lnTo>
                    <a:pt x="79353" y="38930"/>
                  </a:lnTo>
                  <a:close/>
                  <a:moveTo>
                    <a:pt x="17847" y="36615"/>
                  </a:moveTo>
                  <a:lnTo>
                    <a:pt x="17847" y="36615"/>
                  </a:lnTo>
                  <a:cubicBezTo>
                    <a:pt x="17772" y="37212"/>
                    <a:pt x="18046" y="38034"/>
                    <a:pt x="18594" y="39054"/>
                  </a:cubicBezTo>
                  <a:lnTo>
                    <a:pt x="18519" y="39104"/>
                  </a:lnTo>
                  <a:cubicBezTo>
                    <a:pt x="17996" y="38158"/>
                    <a:pt x="17723" y="37337"/>
                    <a:pt x="17748" y="36714"/>
                  </a:cubicBezTo>
                  <a:lnTo>
                    <a:pt x="17847" y="36615"/>
                  </a:lnTo>
                  <a:close/>
                  <a:moveTo>
                    <a:pt x="21232" y="36117"/>
                  </a:moveTo>
                  <a:cubicBezTo>
                    <a:pt x="21257" y="36117"/>
                    <a:pt x="21257" y="36117"/>
                    <a:pt x="21282" y="36167"/>
                  </a:cubicBezTo>
                  <a:cubicBezTo>
                    <a:pt x="20461" y="37138"/>
                    <a:pt x="19639" y="38108"/>
                    <a:pt x="18818" y="39104"/>
                  </a:cubicBezTo>
                  <a:cubicBezTo>
                    <a:pt x="18818" y="39079"/>
                    <a:pt x="18793" y="39079"/>
                    <a:pt x="18793" y="39054"/>
                  </a:cubicBezTo>
                  <a:cubicBezTo>
                    <a:pt x="19614" y="38059"/>
                    <a:pt x="20411" y="37088"/>
                    <a:pt x="21232" y="36117"/>
                  </a:cubicBezTo>
                  <a:close/>
                  <a:moveTo>
                    <a:pt x="101904" y="37835"/>
                  </a:moveTo>
                  <a:cubicBezTo>
                    <a:pt x="102004" y="37859"/>
                    <a:pt x="102054" y="37934"/>
                    <a:pt x="102153" y="37959"/>
                  </a:cubicBezTo>
                  <a:lnTo>
                    <a:pt x="102800" y="38332"/>
                  </a:lnTo>
                  <a:lnTo>
                    <a:pt x="102850" y="38332"/>
                  </a:lnTo>
                  <a:cubicBezTo>
                    <a:pt x="103024" y="38457"/>
                    <a:pt x="103224" y="38581"/>
                    <a:pt x="103373" y="38706"/>
                  </a:cubicBezTo>
                  <a:cubicBezTo>
                    <a:pt x="103547" y="38830"/>
                    <a:pt x="103746" y="38955"/>
                    <a:pt x="103921" y="39104"/>
                  </a:cubicBezTo>
                  <a:cubicBezTo>
                    <a:pt x="103273" y="38731"/>
                    <a:pt x="102552" y="38357"/>
                    <a:pt x="101855" y="38034"/>
                  </a:cubicBezTo>
                  <a:cubicBezTo>
                    <a:pt x="101880" y="37959"/>
                    <a:pt x="101904" y="37909"/>
                    <a:pt x="101904" y="37835"/>
                  </a:cubicBezTo>
                  <a:close/>
                  <a:moveTo>
                    <a:pt x="18693" y="39204"/>
                  </a:moveTo>
                  <a:cubicBezTo>
                    <a:pt x="18693" y="39228"/>
                    <a:pt x="18743" y="39228"/>
                    <a:pt x="18743" y="39278"/>
                  </a:cubicBezTo>
                  <a:lnTo>
                    <a:pt x="18668" y="39328"/>
                  </a:lnTo>
                  <a:cubicBezTo>
                    <a:pt x="18644" y="39303"/>
                    <a:pt x="18644" y="39303"/>
                    <a:pt x="18644" y="39278"/>
                  </a:cubicBezTo>
                  <a:lnTo>
                    <a:pt x="18693" y="39204"/>
                  </a:lnTo>
                  <a:close/>
                  <a:moveTo>
                    <a:pt x="39428" y="20062"/>
                  </a:moveTo>
                  <a:cubicBezTo>
                    <a:pt x="39453" y="20237"/>
                    <a:pt x="39527" y="20411"/>
                    <a:pt x="39577" y="20560"/>
                  </a:cubicBezTo>
                  <a:cubicBezTo>
                    <a:pt x="39652" y="20734"/>
                    <a:pt x="39701" y="20934"/>
                    <a:pt x="39801" y="21183"/>
                  </a:cubicBezTo>
                  <a:cubicBezTo>
                    <a:pt x="39876" y="21382"/>
                    <a:pt x="39950" y="21606"/>
                    <a:pt x="40025" y="21780"/>
                  </a:cubicBezTo>
                  <a:cubicBezTo>
                    <a:pt x="40125" y="22054"/>
                    <a:pt x="40224" y="22352"/>
                    <a:pt x="40324" y="22626"/>
                  </a:cubicBezTo>
                  <a:cubicBezTo>
                    <a:pt x="40398" y="22751"/>
                    <a:pt x="40448" y="22875"/>
                    <a:pt x="40498" y="23024"/>
                  </a:cubicBezTo>
                  <a:cubicBezTo>
                    <a:pt x="40647" y="23398"/>
                    <a:pt x="40797" y="23771"/>
                    <a:pt x="40971" y="24169"/>
                  </a:cubicBezTo>
                  <a:cubicBezTo>
                    <a:pt x="40971" y="24169"/>
                    <a:pt x="40971" y="24219"/>
                    <a:pt x="41021" y="24219"/>
                  </a:cubicBezTo>
                  <a:cubicBezTo>
                    <a:pt x="41344" y="24916"/>
                    <a:pt x="41693" y="25713"/>
                    <a:pt x="42091" y="26484"/>
                  </a:cubicBezTo>
                  <a:cubicBezTo>
                    <a:pt x="41967" y="26584"/>
                    <a:pt x="41892" y="26659"/>
                    <a:pt x="41767" y="26758"/>
                  </a:cubicBezTo>
                  <a:cubicBezTo>
                    <a:pt x="41419" y="27032"/>
                    <a:pt x="41071" y="27331"/>
                    <a:pt x="40722" y="27629"/>
                  </a:cubicBezTo>
                  <a:cubicBezTo>
                    <a:pt x="40224" y="28028"/>
                    <a:pt x="39776" y="28476"/>
                    <a:pt x="39278" y="28874"/>
                  </a:cubicBezTo>
                  <a:cubicBezTo>
                    <a:pt x="38930" y="29197"/>
                    <a:pt x="38581" y="29471"/>
                    <a:pt x="38233" y="29770"/>
                  </a:cubicBezTo>
                  <a:cubicBezTo>
                    <a:pt x="37685" y="30268"/>
                    <a:pt x="37163" y="30766"/>
                    <a:pt x="36615" y="31263"/>
                  </a:cubicBezTo>
                  <a:cubicBezTo>
                    <a:pt x="36267" y="31612"/>
                    <a:pt x="35868" y="31960"/>
                    <a:pt x="35520" y="32334"/>
                  </a:cubicBezTo>
                  <a:cubicBezTo>
                    <a:pt x="35196" y="32607"/>
                    <a:pt x="34922" y="32881"/>
                    <a:pt x="34599" y="33205"/>
                  </a:cubicBezTo>
                  <a:cubicBezTo>
                    <a:pt x="34051" y="33728"/>
                    <a:pt x="33479" y="34300"/>
                    <a:pt x="32956" y="34848"/>
                  </a:cubicBezTo>
                  <a:lnTo>
                    <a:pt x="32010" y="35794"/>
                  </a:lnTo>
                  <a:cubicBezTo>
                    <a:pt x="31687" y="36117"/>
                    <a:pt x="31363" y="36466"/>
                    <a:pt x="31014" y="36814"/>
                  </a:cubicBezTo>
                  <a:lnTo>
                    <a:pt x="29446" y="38482"/>
                  </a:lnTo>
                  <a:cubicBezTo>
                    <a:pt x="29197" y="38780"/>
                    <a:pt x="28949" y="39029"/>
                    <a:pt x="28700" y="39303"/>
                  </a:cubicBezTo>
                  <a:lnTo>
                    <a:pt x="28650" y="39328"/>
                  </a:lnTo>
                  <a:cubicBezTo>
                    <a:pt x="26360" y="37934"/>
                    <a:pt x="24244" y="36839"/>
                    <a:pt x="22427" y="36117"/>
                  </a:cubicBezTo>
                  <a:cubicBezTo>
                    <a:pt x="22552" y="35993"/>
                    <a:pt x="22651" y="35843"/>
                    <a:pt x="22776" y="35719"/>
                  </a:cubicBezTo>
                  <a:cubicBezTo>
                    <a:pt x="22800" y="35669"/>
                    <a:pt x="22875" y="35594"/>
                    <a:pt x="22900" y="35569"/>
                  </a:cubicBezTo>
                  <a:cubicBezTo>
                    <a:pt x="23273" y="35097"/>
                    <a:pt x="23672" y="34624"/>
                    <a:pt x="24095" y="34176"/>
                  </a:cubicBezTo>
                  <a:cubicBezTo>
                    <a:pt x="24145" y="34101"/>
                    <a:pt x="24219" y="34001"/>
                    <a:pt x="24269" y="33952"/>
                  </a:cubicBezTo>
                  <a:cubicBezTo>
                    <a:pt x="24617" y="33578"/>
                    <a:pt x="24916" y="33205"/>
                    <a:pt x="25265" y="32831"/>
                  </a:cubicBezTo>
                  <a:cubicBezTo>
                    <a:pt x="25514" y="32558"/>
                    <a:pt x="25787" y="32259"/>
                    <a:pt x="26036" y="31960"/>
                  </a:cubicBezTo>
                  <a:cubicBezTo>
                    <a:pt x="26285" y="31687"/>
                    <a:pt x="26584" y="31363"/>
                    <a:pt x="26858" y="31089"/>
                  </a:cubicBezTo>
                  <a:cubicBezTo>
                    <a:pt x="26957" y="30990"/>
                    <a:pt x="27032" y="30890"/>
                    <a:pt x="27131" y="30766"/>
                  </a:cubicBezTo>
                  <a:cubicBezTo>
                    <a:pt x="27654" y="30218"/>
                    <a:pt x="28202" y="29645"/>
                    <a:pt x="28749" y="29123"/>
                  </a:cubicBezTo>
                  <a:lnTo>
                    <a:pt x="29496" y="28376"/>
                  </a:lnTo>
                  <a:cubicBezTo>
                    <a:pt x="30118" y="27779"/>
                    <a:pt x="30716" y="27206"/>
                    <a:pt x="31363" y="26609"/>
                  </a:cubicBezTo>
                  <a:cubicBezTo>
                    <a:pt x="31487" y="26484"/>
                    <a:pt x="31637" y="26360"/>
                    <a:pt x="31786" y="26235"/>
                  </a:cubicBezTo>
                  <a:cubicBezTo>
                    <a:pt x="32135" y="25887"/>
                    <a:pt x="32483" y="25588"/>
                    <a:pt x="32856" y="25265"/>
                  </a:cubicBezTo>
                  <a:cubicBezTo>
                    <a:pt x="33056" y="25115"/>
                    <a:pt x="33230" y="24916"/>
                    <a:pt x="33429" y="24767"/>
                  </a:cubicBezTo>
                  <a:cubicBezTo>
                    <a:pt x="33777" y="24468"/>
                    <a:pt x="34101" y="24169"/>
                    <a:pt x="34449" y="23896"/>
                  </a:cubicBezTo>
                  <a:cubicBezTo>
                    <a:pt x="34673" y="23721"/>
                    <a:pt x="34898" y="23522"/>
                    <a:pt x="35146" y="23348"/>
                  </a:cubicBezTo>
                  <a:cubicBezTo>
                    <a:pt x="35445" y="23099"/>
                    <a:pt x="35794" y="22800"/>
                    <a:pt x="36092" y="22552"/>
                  </a:cubicBezTo>
                  <a:cubicBezTo>
                    <a:pt x="36341" y="22377"/>
                    <a:pt x="36565" y="22178"/>
                    <a:pt x="36814" y="22004"/>
                  </a:cubicBezTo>
                  <a:cubicBezTo>
                    <a:pt x="36889" y="21929"/>
                    <a:pt x="36939" y="21904"/>
                    <a:pt x="37038" y="21855"/>
                  </a:cubicBezTo>
                  <a:cubicBezTo>
                    <a:pt x="37287" y="21655"/>
                    <a:pt x="37561" y="21431"/>
                    <a:pt x="37810" y="21257"/>
                  </a:cubicBezTo>
                  <a:cubicBezTo>
                    <a:pt x="38059" y="21058"/>
                    <a:pt x="38283" y="20909"/>
                    <a:pt x="38532" y="20734"/>
                  </a:cubicBezTo>
                  <a:cubicBezTo>
                    <a:pt x="38830" y="20510"/>
                    <a:pt x="39129" y="20286"/>
                    <a:pt x="39428" y="20062"/>
                  </a:cubicBezTo>
                  <a:close/>
                  <a:moveTo>
                    <a:pt x="42215" y="26559"/>
                  </a:moveTo>
                  <a:cubicBezTo>
                    <a:pt x="42215" y="26609"/>
                    <a:pt x="42265" y="26609"/>
                    <a:pt x="42265" y="26634"/>
                  </a:cubicBezTo>
                  <a:cubicBezTo>
                    <a:pt x="42041" y="26858"/>
                    <a:pt x="41867" y="27007"/>
                    <a:pt x="41668" y="27131"/>
                  </a:cubicBezTo>
                  <a:cubicBezTo>
                    <a:pt x="41419" y="27355"/>
                    <a:pt x="41170" y="27530"/>
                    <a:pt x="40921" y="27754"/>
                  </a:cubicBezTo>
                  <a:cubicBezTo>
                    <a:pt x="40349" y="28227"/>
                    <a:pt x="39826" y="28700"/>
                    <a:pt x="39278" y="29197"/>
                  </a:cubicBezTo>
                  <a:cubicBezTo>
                    <a:pt x="38980" y="29446"/>
                    <a:pt x="38756" y="29645"/>
                    <a:pt x="38457" y="29894"/>
                  </a:cubicBezTo>
                  <a:cubicBezTo>
                    <a:pt x="37835" y="30467"/>
                    <a:pt x="37212" y="31014"/>
                    <a:pt x="36590" y="31612"/>
                  </a:cubicBezTo>
                  <a:cubicBezTo>
                    <a:pt x="36341" y="31861"/>
                    <a:pt x="36092" y="32085"/>
                    <a:pt x="35843" y="32334"/>
                  </a:cubicBezTo>
                  <a:cubicBezTo>
                    <a:pt x="35321" y="32831"/>
                    <a:pt x="34798" y="33329"/>
                    <a:pt x="34300" y="33827"/>
                  </a:cubicBezTo>
                  <a:lnTo>
                    <a:pt x="33728" y="34375"/>
                  </a:lnTo>
                  <a:cubicBezTo>
                    <a:pt x="33105" y="34997"/>
                    <a:pt x="32483" y="35619"/>
                    <a:pt x="31861" y="36266"/>
                  </a:cubicBezTo>
                  <a:lnTo>
                    <a:pt x="31363" y="36764"/>
                  </a:lnTo>
                  <a:cubicBezTo>
                    <a:pt x="30691" y="37486"/>
                    <a:pt x="29994" y="38208"/>
                    <a:pt x="29347" y="38930"/>
                  </a:cubicBezTo>
                  <a:lnTo>
                    <a:pt x="29247" y="39004"/>
                  </a:lnTo>
                  <a:cubicBezTo>
                    <a:pt x="29123" y="39154"/>
                    <a:pt x="28998" y="39278"/>
                    <a:pt x="28899" y="39378"/>
                  </a:cubicBezTo>
                  <a:cubicBezTo>
                    <a:pt x="28874" y="39378"/>
                    <a:pt x="28874" y="39353"/>
                    <a:pt x="28849" y="39353"/>
                  </a:cubicBezTo>
                  <a:lnTo>
                    <a:pt x="29969" y="38133"/>
                  </a:lnTo>
                  <a:cubicBezTo>
                    <a:pt x="30342" y="37735"/>
                    <a:pt x="30716" y="37362"/>
                    <a:pt x="31089" y="36963"/>
                  </a:cubicBezTo>
                  <a:cubicBezTo>
                    <a:pt x="31463" y="36565"/>
                    <a:pt x="31861" y="36142"/>
                    <a:pt x="32234" y="35769"/>
                  </a:cubicBezTo>
                  <a:lnTo>
                    <a:pt x="32881" y="35121"/>
                  </a:lnTo>
                  <a:cubicBezTo>
                    <a:pt x="33553" y="34474"/>
                    <a:pt x="34201" y="33827"/>
                    <a:pt x="34873" y="33155"/>
                  </a:cubicBezTo>
                  <a:cubicBezTo>
                    <a:pt x="35097" y="32956"/>
                    <a:pt x="35346" y="32732"/>
                    <a:pt x="35594" y="32483"/>
                  </a:cubicBezTo>
                  <a:lnTo>
                    <a:pt x="36988" y="31164"/>
                  </a:lnTo>
                  <a:cubicBezTo>
                    <a:pt x="37461" y="30741"/>
                    <a:pt x="37934" y="30342"/>
                    <a:pt x="38407" y="29894"/>
                  </a:cubicBezTo>
                  <a:cubicBezTo>
                    <a:pt x="38731" y="29596"/>
                    <a:pt x="39104" y="29272"/>
                    <a:pt x="39453" y="28924"/>
                  </a:cubicBezTo>
                  <a:cubicBezTo>
                    <a:pt x="39926" y="28525"/>
                    <a:pt x="40349" y="28152"/>
                    <a:pt x="40822" y="27754"/>
                  </a:cubicBezTo>
                  <a:cubicBezTo>
                    <a:pt x="41195" y="27430"/>
                    <a:pt x="41543" y="27131"/>
                    <a:pt x="41917" y="26808"/>
                  </a:cubicBezTo>
                  <a:cubicBezTo>
                    <a:pt x="42016" y="26733"/>
                    <a:pt x="42091" y="26659"/>
                    <a:pt x="42215" y="26559"/>
                  </a:cubicBezTo>
                  <a:close/>
                  <a:moveTo>
                    <a:pt x="22377" y="36242"/>
                  </a:moveTo>
                  <a:cubicBezTo>
                    <a:pt x="24145" y="36938"/>
                    <a:pt x="26260" y="38034"/>
                    <a:pt x="28575" y="39428"/>
                  </a:cubicBezTo>
                  <a:cubicBezTo>
                    <a:pt x="28575" y="39452"/>
                    <a:pt x="28550" y="39452"/>
                    <a:pt x="28550" y="39477"/>
                  </a:cubicBezTo>
                  <a:cubicBezTo>
                    <a:pt x="26235" y="38083"/>
                    <a:pt x="24120" y="36988"/>
                    <a:pt x="22352" y="36316"/>
                  </a:cubicBezTo>
                  <a:cubicBezTo>
                    <a:pt x="22352" y="36291"/>
                    <a:pt x="22377" y="36291"/>
                    <a:pt x="22377" y="36242"/>
                  </a:cubicBezTo>
                  <a:close/>
                  <a:moveTo>
                    <a:pt x="74350" y="39428"/>
                  </a:moveTo>
                  <a:cubicBezTo>
                    <a:pt x="74350" y="39453"/>
                    <a:pt x="74300" y="39527"/>
                    <a:pt x="74300" y="39552"/>
                  </a:cubicBezTo>
                  <a:lnTo>
                    <a:pt x="74300" y="39477"/>
                  </a:lnTo>
                  <a:cubicBezTo>
                    <a:pt x="74300" y="39453"/>
                    <a:pt x="74350" y="39452"/>
                    <a:pt x="74350" y="39428"/>
                  </a:cubicBezTo>
                  <a:close/>
                  <a:moveTo>
                    <a:pt x="71886" y="33006"/>
                  </a:moveTo>
                  <a:lnTo>
                    <a:pt x="71911" y="33031"/>
                  </a:lnTo>
                  <a:cubicBezTo>
                    <a:pt x="71935" y="33354"/>
                    <a:pt x="72010" y="33703"/>
                    <a:pt x="72060" y="34051"/>
                  </a:cubicBezTo>
                  <a:cubicBezTo>
                    <a:pt x="72110" y="34126"/>
                    <a:pt x="72110" y="34225"/>
                    <a:pt x="72135" y="34325"/>
                  </a:cubicBezTo>
                  <a:cubicBezTo>
                    <a:pt x="72259" y="34823"/>
                    <a:pt x="72384" y="35296"/>
                    <a:pt x="72558" y="35744"/>
                  </a:cubicBezTo>
                  <a:cubicBezTo>
                    <a:pt x="72608" y="35843"/>
                    <a:pt x="72632" y="35943"/>
                    <a:pt x="72657" y="35993"/>
                  </a:cubicBezTo>
                  <a:cubicBezTo>
                    <a:pt x="72807" y="36466"/>
                    <a:pt x="73006" y="36938"/>
                    <a:pt x="73230" y="37362"/>
                  </a:cubicBezTo>
                  <a:cubicBezTo>
                    <a:pt x="73255" y="37436"/>
                    <a:pt x="73280" y="37486"/>
                    <a:pt x="73304" y="37586"/>
                  </a:cubicBezTo>
                  <a:cubicBezTo>
                    <a:pt x="73479" y="37934"/>
                    <a:pt x="73653" y="38308"/>
                    <a:pt x="73877" y="38656"/>
                  </a:cubicBezTo>
                  <a:lnTo>
                    <a:pt x="73877" y="38706"/>
                  </a:lnTo>
                  <a:cubicBezTo>
                    <a:pt x="73852" y="38805"/>
                    <a:pt x="73852" y="38855"/>
                    <a:pt x="73852" y="38955"/>
                  </a:cubicBezTo>
                  <a:cubicBezTo>
                    <a:pt x="73802" y="39179"/>
                    <a:pt x="73753" y="39353"/>
                    <a:pt x="73678" y="39577"/>
                  </a:cubicBezTo>
                  <a:cubicBezTo>
                    <a:pt x="72184" y="37934"/>
                    <a:pt x="71039" y="36042"/>
                    <a:pt x="70268" y="33927"/>
                  </a:cubicBezTo>
                  <a:cubicBezTo>
                    <a:pt x="70790" y="33603"/>
                    <a:pt x="71363" y="33304"/>
                    <a:pt x="71886" y="33006"/>
                  </a:cubicBezTo>
                  <a:close/>
                  <a:moveTo>
                    <a:pt x="28725" y="39552"/>
                  </a:moveTo>
                  <a:cubicBezTo>
                    <a:pt x="28749" y="39552"/>
                    <a:pt x="28749" y="39577"/>
                    <a:pt x="28774" y="39577"/>
                  </a:cubicBezTo>
                  <a:cubicBezTo>
                    <a:pt x="28774" y="39602"/>
                    <a:pt x="28749" y="39602"/>
                    <a:pt x="28749" y="39627"/>
                  </a:cubicBezTo>
                  <a:cubicBezTo>
                    <a:pt x="28725" y="39577"/>
                    <a:pt x="28725" y="39577"/>
                    <a:pt x="28700" y="39577"/>
                  </a:cubicBezTo>
                  <a:lnTo>
                    <a:pt x="28725" y="39552"/>
                  </a:lnTo>
                  <a:close/>
                  <a:moveTo>
                    <a:pt x="21481" y="36192"/>
                  </a:moveTo>
                  <a:cubicBezTo>
                    <a:pt x="21581" y="36217"/>
                    <a:pt x="21631" y="36242"/>
                    <a:pt x="21730" y="36291"/>
                  </a:cubicBezTo>
                  <a:cubicBezTo>
                    <a:pt x="20859" y="37411"/>
                    <a:pt x="19988" y="38532"/>
                    <a:pt x="19166" y="39677"/>
                  </a:cubicBezTo>
                  <a:cubicBezTo>
                    <a:pt x="19092" y="39502"/>
                    <a:pt x="19017" y="39378"/>
                    <a:pt x="18917" y="39253"/>
                  </a:cubicBezTo>
                  <a:cubicBezTo>
                    <a:pt x="19764" y="38233"/>
                    <a:pt x="20610" y="37212"/>
                    <a:pt x="21481" y="36192"/>
                  </a:cubicBezTo>
                  <a:close/>
                  <a:moveTo>
                    <a:pt x="74026" y="38855"/>
                  </a:moveTo>
                  <a:lnTo>
                    <a:pt x="74051" y="38880"/>
                  </a:lnTo>
                  <a:lnTo>
                    <a:pt x="74051" y="38930"/>
                  </a:lnTo>
                  <a:lnTo>
                    <a:pt x="74051" y="38980"/>
                  </a:lnTo>
                  <a:lnTo>
                    <a:pt x="73877" y="39726"/>
                  </a:lnTo>
                  <a:lnTo>
                    <a:pt x="73852" y="39701"/>
                  </a:lnTo>
                  <a:lnTo>
                    <a:pt x="73802" y="39677"/>
                  </a:lnTo>
                  <a:cubicBezTo>
                    <a:pt x="73877" y="39477"/>
                    <a:pt x="73927" y="39228"/>
                    <a:pt x="74001" y="38955"/>
                  </a:cubicBezTo>
                  <a:cubicBezTo>
                    <a:pt x="74001" y="38930"/>
                    <a:pt x="74001" y="38905"/>
                    <a:pt x="74026" y="38855"/>
                  </a:cubicBezTo>
                  <a:close/>
                  <a:moveTo>
                    <a:pt x="102004" y="37561"/>
                  </a:moveTo>
                  <a:cubicBezTo>
                    <a:pt x="102352" y="37735"/>
                    <a:pt x="102676" y="37909"/>
                    <a:pt x="103000" y="38108"/>
                  </a:cubicBezTo>
                  <a:cubicBezTo>
                    <a:pt x="103024" y="38108"/>
                    <a:pt x="103024" y="38158"/>
                    <a:pt x="103049" y="38158"/>
                  </a:cubicBezTo>
                  <a:cubicBezTo>
                    <a:pt x="103796" y="38606"/>
                    <a:pt x="104493" y="39179"/>
                    <a:pt x="105066" y="39776"/>
                  </a:cubicBezTo>
                  <a:cubicBezTo>
                    <a:pt x="105072" y="39783"/>
                    <a:pt x="105074" y="39786"/>
                    <a:pt x="105071" y="39786"/>
                  </a:cubicBezTo>
                  <a:cubicBezTo>
                    <a:pt x="105064" y="39786"/>
                    <a:pt x="105027" y="39763"/>
                    <a:pt x="104991" y="39726"/>
                  </a:cubicBezTo>
                  <a:lnTo>
                    <a:pt x="104966" y="39701"/>
                  </a:lnTo>
                  <a:cubicBezTo>
                    <a:pt x="104916" y="39677"/>
                    <a:pt x="104891" y="39677"/>
                    <a:pt x="104866" y="39652"/>
                  </a:cubicBezTo>
                  <a:cubicBezTo>
                    <a:pt x="104667" y="39452"/>
                    <a:pt x="104493" y="39278"/>
                    <a:pt x="104269" y="39104"/>
                  </a:cubicBezTo>
                  <a:cubicBezTo>
                    <a:pt x="104219" y="39079"/>
                    <a:pt x="104145" y="39029"/>
                    <a:pt x="104120" y="38980"/>
                  </a:cubicBezTo>
                  <a:cubicBezTo>
                    <a:pt x="103871" y="38805"/>
                    <a:pt x="103647" y="38606"/>
                    <a:pt x="103373" y="38432"/>
                  </a:cubicBezTo>
                  <a:cubicBezTo>
                    <a:pt x="103348" y="38407"/>
                    <a:pt x="103273" y="38357"/>
                    <a:pt x="103224" y="38332"/>
                  </a:cubicBezTo>
                  <a:cubicBezTo>
                    <a:pt x="103149" y="38308"/>
                    <a:pt x="103099" y="38233"/>
                    <a:pt x="103024" y="38208"/>
                  </a:cubicBezTo>
                  <a:lnTo>
                    <a:pt x="103000" y="38183"/>
                  </a:lnTo>
                  <a:lnTo>
                    <a:pt x="102975" y="38158"/>
                  </a:lnTo>
                  <a:lnTo>
                    <a:pt x="102925" y="38108"/>
                  </a:lnTo>
                  <a:cubicBezTo>
                    <a:pt x="102751" y="38034"/>
                    <a:pt x="102576" y="37909"/>
                    <a:pt x="102402" y="37810"/>
                  </a:cubicBezTo>
                  <a:cubicBezTo>
                    <a:pt x="102377" y="37785"/>
                    <a:pt x="102303" y="37785"/>
                    <a:pt x="102253" y="37735"/>
                  </a:cubicBezTo>
                  <a:cubicBezTo>
                    <a:pt x="102153" y="37710"/>
                    <a:pt x="102079" y="37660"/>
                    <a:pt x="102004" y="37611"/>
                  </a:cubicBezTo>
                  <a:lnTo>
                    <a:pt x="102004" y="37586"/>
                  </a:lnTo>
                  <a:lnTo>
                    <a:pt x="102004" y="37561"/>
                  </a:lnTo>
                  <a:close/>
                  <a:moveTo>
                    <a:pt x="70069" y="34001"/>
                  </a:moveTo>
                  <a:cubicBezTo>
                    <a:pt x="70890" y="36117"/>
                    <a:pt x="72060" y="38083"/>
                    <a:pt x="73603" y="39801"/>
                  </a:cubicBezTo>
                  <a:lnTo>
                    <a:pt x="73529" y="39801"/>
                  </a:lnTo>
                  <a:cubicBezTo>
                    <a:pt x="72010" y="38108"/>
                    <a:pt x="70815" y="36192"/>
                    <a:pt x="70019" y="34026"/>
                  </a:cubicBezTo>
                  <a:cubicBezTo>
                    <a:pt x="70044" y="34026"/>
                    <a:pt x="70044" y="34001"/>
                    <a:pt x="70069" y="34001"/>
                  </a:cubicBezTo>
                  <a:close/>
                  <a:moveTo>
                    <a:pt x="42265" y="26907"/>
                  </a:moveTo>
                  <a:cubicBezTo>
                    <a:pt x="42415" y="27107"/>
                    <a:pt x="42539" y="27281"/>
                    <a:pt x="42639" y="27505"/>
                  </a:cubicBezTo>
                  <a:cubicBezTo>
                    <a:pt x="37660" y="31089"/>
                    <a:pt x="33230" y="35345"/>
                    <a:pt x="29621" y="39851"/>
                  </a:cubicBezTo>
                  <a:cubicBezTo>
                    <a:pt x="29446" y="39726"/>
                    <a:pt x="29247" y="39602"/>
                    <a:pt x="29073" y="39527"/>
                  </a:cubicBezTo>
                  <a:cubicBezTo>
                    <a:pt x="29098" y="39477"/>
                    <a:pt x="29123" y="39428"/>
                    <a:pt x="29148" y="39403"/>
                  </a:cubicBezTo>
                  <a:cubicBezTo>
                    <a:pt x="29272" y="39228"/>
                    <a:pt x="29421" y="39104"/>
                    <a:pt x="29571" y="38955"/>
                  </a:cubicBezTo>
                  <a:cubicBezTo>
                    <a:pt x="30168" y="38308"/>
                    <a:pt x="30790" y="37660"/>
                    <a:pt x="31363" y="37038"/>
                  </a:cubicBezTo>
                  <a:cubicBezTo>
                    <a:pt x="31612" y="36789"/>
                    <a:pt x="31836" y="36540"/>
                    <a:pt x="32085" y="36316"/>
                  </a:cubicBezTo>
                  <a:cubicBezTo>
                    <a:pt x="32558" y="35818"/>
                    <a:pt x="33056" y="35345"/>
                    <a:pt x="33528" y="34848"/>
                  </a:cubicBezTo>
                  <a:lnTo>
                    <a:pt x="34549" y="33827"/>
                  </a:lnTo>
                  <a:cubicBezTo>
                    <a:pt x="34972" y="33429"/>
                    <a:pt x="35420" y="32981"/>
                    <a:pt x="35843" y="32583"/>
                  </a:cubicBezTo>
                  <a:cubicBezTo>
                    <a:pt x="36167" y="32309"/>
                    <a:pt x="36441" y="32010"/>
                    <a:pt x="36764" y="31736"/>
                  </a:cubicBezTo>
                  <a:cubicBezTo>
                    <a:pt x="37337" y="31214"/>
                    <a:pt x="37934" y="30641"/>
                    <a:pt x="38532" y="30118"/>
                  </a:cubicBezTo>
                  <a:cubicBezTo>
                    <a:pt x="38805" y="29869"/>
                    <a:pt x="39129" y="29596"/>
                    <a:pt x="39403" y="29347"/>
                  </a:cubicBezTo>
                  <a:cubicBezTo>
                    <a:pt x="39901" y="28899"/>
                    <a:pt x="40374" y="28500"/>
                    <a:pt x="40871" y="28077"/>
                  </a:cubicBezTo>
                  <a:cubicBezTo>
                    <a:pt x="41145" y="27828"/>
                    <a:pt x="41419" y="27579"/>
                    <a:pt x="41693" y="27355"/>
                  </a:cubicBezTo>
                  <a:cubicBezTo>
                    <a:pt x="41892" y="27206"/>
                    <a:pt x="42066" y="27032"/>
                    <a:pt x="42265" y="26907"/>
                  </a:cubicBezTo>
                  <a:close/>
                  <a:moveTo>
                    <a:pt x="22004" y="36316"/>
                  </a:moveTo>
                  <a:cubicBezTo>
                    <a:pt x="21083" y="37536"/>
                    <a:pt x="20212" y="38706"/>
                    <a:pt x="19341" y="39901"/>
                  </a:cubicBezTo>
                  <a:cubicBezTo>
                    <a:pt x="19291" y="39851"/>
                    <a:pt x="19291" y="39851"/>
                    <a:pt x="19291" y="39826"/>
                  </a:cubicBezTo>
                  <a:cubicBezTo>
                    <a:pt x="20137" y="38656"/>
                    <a:pt x="21008" y="37486"/>
                    <a:pt x="21954" y="36316"/>
                  </a:cubicBezTo>
                  <a:close/>
                  <a:moveTo>
                    <a:pt x="18818" y="39428"/>
                  </a:moveTo>
                  <a:cubicBezTo>
                    <a:pt x="18893" y="39577"/>
                    <a:pt x="18992" y="39701"/>
                    <a:pt x="19092" y="39851"/>
                  </a:cubicBezTo>
                  <a:cubicBezTo>
                    <a:pt x="19092" y="39901"/>
                    <a:pt x="19042" y="39901"/>
                    <a:pt x="19042" y="39925"/>
                  </a:cubicBezTo>
                  <a:cubicBezTo>
                    <a:pt x="18967" y="39776"/>
                    <a:pt x="18868" y="39627"/>
                    <a:pt x="18768" y="39477"/>
                  </a:cubicBezTo>
                  <a:lnTo>
                    <a:pt x="18818" y="39428"/>
                  </a:lnTo>
                  <a:close/>
                  <a:moveTo>
                    <a:pt x="69870" y="34151"/>
                  </a:moveTo>
                  <a:cubicBezTo>
                    <a:pt x="70641" y="36167"/>
                    <a:pt x="71736" y="38034"/>
                    <a:pt x="73155" y="39677"/>
                  </a:cubicBezTo>
                  <a:lnTo>
                    <a:pt x="73130" y="39677"/>
                  </a:lnTo>
                  <a:cubicBezTo>
                    <a:pt x="73056" y="39677"/>
                    <a:pt x="73031" y="39652"/>
                    <a:pt x="72981" y="39652"/>
                  </a:cubicBezTo>
                  <a:cubicBezTo>
                    <a:pt x="72906" y="39652"/>
                    <a:pt x="72881" y="39602"/>
                    <a:pt x="72807" y="39602"/>
                  </a:cubicBezTo>
                  <a:cubicBezTo>
                    <a:pt x="72707" y="39577"/>
                    <a:pt x="72608" y="39577"/>
                    <a:pt x="72508" y="39552"/>
                  </a:cubicBezTo>
                  <a:lnTo>
                    <a:pt x="71935" y="39452"/>
                  </a:lnTo>
                  <a:cubicBezTo>
                    <a:pt x="71836" y="39452"/>
                    <a:pt x="71786" y="39428"/>
                    <a:pt x="71687" y="39428"/>
                  </a:cubicBezTo>
                  <a:lnTo>
                    <a:pt x="71438" y="39428"/>
                  </a:lnTo>
                  <a:cubicBezTo>
                    <a:pt x="71089" y="39403"/>
                    <a:pt x="70716" y="39353"/>
                    <a:pt x="70392" y="39353"/>
                  </a:cubicBezTo>
                  <a:lnTo>
                    <a:pt x="70342" y="39353"/>
                  </a:lnTo>
                  <a:cubicBezTo>
                    <a:pt x="70069" y="39353"/>
                    <a:pt x="69820" y="39353"/>
                    <a:pt x="69546" y="39403"/>
                  </a:cubicBezTo>
                  <a:cubicBezTo>
                    <a:pt x="69421" y="39403"/>
                    <a:pt x="69297" y="39428"/>
                    <a:pt x="69173" y="39428"/>
                  </a:cubicBezTo>
                  <a:cubicBezTo>
                    <a:pt x="69023" y="39428"/>
                    <a:pt x="68849" y="39452"/>
                    <a:pt x="68700" y="39452"/>
                  </a:cubicBezTo>
                  <a:cubicBezTo>
                    <a:pt x="68650" y="39452"/>
                    <a:pt x="68600" y="39452"/>
                    <a:pt x="68550" y="39477"/>
                  </a:cubicBezTo>
                  <a:cubicBezTo>
                    <a:pt x="68451" y="39477"/>
                    <a:pt x="68351" y="39527"/>
                    <a:pt x="68276" y="39527"/>
                  </a:cubicBezTo>
                  <a:cubicBezTo>
                    <a:pt x="68152" y="39552"/>
                    <a:pt x="68003" y="39552"/>
                    <a:pt x="67853" y="39577"/>
                  </a:cubicBezTo>
                  <a:cubicBezTo>
                    <a:pt x="67779" y="39577"/>
                    <a:pt x="67679" y="39602"/>
                    <a:pt x="67580" y="39627"/>
                  </a:cubicBezTo>
                  <a:lnTo>
                    <a:pt x="67530" y="39627"/>
                  </a:lnTo>
                  <a:cubicBezTo>
                    <a:pt x="67455" y="39627"/>
                    <a:pt x="67430" y="39677"/>
                    <a:pt x="67380" y="39677"/>
                  </a:cubicBezTo>
                  <a:cubicBezTo>
                    <a:pt x="67256" y="39701"/>
                    <a:pt x="67107" y="39701"/>
                    <a:pt x="67007" y="39726"/>
                  </a:cubicBezTo>
                  <a:lnTo>
                    <a:pt x="66957" y="39726"/>
                  </a:lnTo>
                  <a:cubicBezTo>
                    <a:pt x="66808" y="39751"/>
                    <a:pt x="66609" y="39826"/>
                    <a:pt x="66459" y="39851"/>
                  </a:cubicBezTo>
                  <a:cubicBezTo>
                    <a:pt x="66335" y="39876"/>
                    <a:pt x="66211" y="39925"/>
                    <a:pt x="66111" y="39950"/>
                  </a:cubicBezTo>
                  <a:cubicBezTo>
                    <a:pt x="66061" y="39975"/>
                    <a:pt x="65962" y="39975"/>
                    <a:pt x="65912" y="40000"/>
                  </a:cubicBezTo>
                  <a:cubicBezTo>
                    <a:pt x="65240" y="39328"/>
                    <a:pt x="64667" y="38581"/>
                    <a:pt x="64070" y="37810"/>
                  </a:cubicBezTo>
                  <a:cubicBezTo>
                    <a:pt x="65987" y="36490"/>
                    <a:pt x="67928" y="35246"/>
                    <a:pt x="69870" y="34151"/>
                  </a:cubicBezTo>
                  <a:close/>
                  <a:moveTo>
                    <a:pt x="42754" y="27719"/>
                  </a:moveTo>
                  <a:cubicBezTo>
                    <a:pt x="42763" y="27719"/>
                    <a:pt x="42763" y="27736"/>
                    <a:pt x="42763" y="27754"/>
                  </a:cubicBezTo>
                  <a:cubicBezTo>
                    <a:pt x="37810" y="31313"/>
                    <a:pt x="33429" y="35545"/>
                    <a:pt x="29845" y="40025"/>
                  </a:cubicBezTo>
                  <a:cubicBezTo>
                    <a:pt x="29820" y="40025"/>
                    <a:pt x="29820" y="39975"/>
                    <a:pt x="29795" y="39975"/>
                  </a:cubicBezTo>
                  <a:cubicBezTo>
                    <a:pt x="33404" y="35495"/>
                    <a:pt x="37785" y="31263"/>
                    <a:pt x="42738" y="27729"/>
                  </a:cubicBezTo>
                  <a:cubicBezTo>
                    <a:pt x="42745" y="27722"/>
                    <a:pt x="42751" y="27719"/>
                    <a:pt x="42754" y="27719"/>
                  </a:cubicBezTo>
                  <a:close/>
                  <a:moveTo>
                    <a:pt x="101805" y="38208"/>
                  </a:moveTo>
                  <a:cubicBezTo>
                    <a:pt x="102800" y="38681"/>
                    <a:pt x="103771" y="39204"/>
                    <a:pt x="104717" y="39801"/>
                  </a:cubicBezTo>
                  <a:cubicBezTo>
                    <a:pt x="104767" y="39851"/>
                    <a:pt x="104866" y="39925"/>
                    <a:pt x="104916" y="40025"/>
                  </a:cubicBezTo>
                  <a:cubicBezTo>
                    <a:pt x="103896" y="39353"/>
                    <a:pt x="102875" y="38780"/>
                    <a:pt x="101780" y="38283"/>
                  </a:cubicBezTo>
                  <a:cubicBezTo>
                    <a:pt x="101780" y="38233"/>
                    <a:pt x="101780" y="38233"/>
                    <a:pt x="101805" y="38208"/>
                  </a:cubicBezTo>
                  <a:close/>
                  <a:moveTo>
                    <a:pt x="28949" y="39652"/>
                  </a:moveTo>
                  <a:cubicBezTo>
                    <a:pt x="29123" y="39776"/>
                    <a:pt x="29322" y="39851"/>
                    <a:pt x="29496" y="39975"/>
                  </a:cubicBezTo>
                  <a:cubicBezTo>
                    <a:pt x="29496" y="40025"/>
                    <a:pt x="29496" y="40050"/>
                    <a:pt x="29471" y="40050"/>
                  </a:cubicBezTo>
                  <a:cubicBezTo>
                    <a:pt x="29297" y="39925"/>
                    <a:pt x="29098" y="39801"/>
                    <a:pt x="28924" y="39701"/>
                  </a:cubicBezTo>
                  <a:cubicBezTo>
                    <a:pt x="28924" y="39677"/>
                    <a:pt x="28949" y="39677"/>
                    <a:pt x="28949" y="39652"/>
                  </a:cubicBezTo>
                  <a:close/>
                  <a:moveTo>
                    <a:pt x="63896" y="37859"/>
                  </a:moveTo>
                  <a:cubicBezTo>
                    <a:pt x="64443" y="38606"/>
                    <a:pt x="65041" y="39353"/>
                    <a:pt x="65688" y="40025"/>
                  </a:cubicBezTo>
                  <a:cubicBezTo>
                    <a:pt x="65663" y="40025"/>
                    <a:pt x="65638" y="40025"/>
                    <a:pt x="65588" y="40050"/>
                  </a:cubicBezTo>
                  <a:cubicBezTo>
                    <a:pt x="64966" y="39403"/>
                    <a:pt x="64393" y="38681"/>
                    <a:pt x="63821" y="37909"/>
                  </a:cubicBezTo>
                  <a:cubicBezTo>
                    <a:pt x="63846" y="37909"/>
                    <a:pt x="63846" y="37859"/>
                    <a:pt x="63896" y="37859"/>
                  </a:cubicBezTo>
                  <a:close/>
                  <a:moveTo>
                    <a:pt x="74350" y="39925"/>
                  </a:moveTo>
                  <a:lnTo>
                    <a:pt x="74350" y="40050"/>
                  </a:lnTo>
                  <a:cubicBezTo>
                    <a:pt x="74350" y="40050"/>
                    <a:pt x="74300" y="40050"/>
                    <a:pt x="74300" y="40025"/>
                  </a:cubicBezTo>
                  <a:cubicBezTo>
                    <a:pt x="74300" y="39975"/>
                    <a:pt x="74350" y="39950"/>
                    <a:pt x="74350" y="39925"/>
                  </a:cubicBezTo>
                  <a:close/>
                  <a:moveTo>
                    <a:pt x="19166" y="40050"/>
                  </a:moveTo>
                  <a:cubicBezTo>
                    <a:pt x="19216" y="40075"/>
                    <a:pt x="19216" y="40075"/>
                    <a:pt x="19216" y="40100"/>
                  </a:cubicBezTo>
                  <a:cubicBezTo>
                    <a:pt x="19216" y="40125"/>
                    <a:pt x="19166" y="40125"/>
                    <a:pt x="19166" y="40174"/>
                  </a:cubicBezTo>
                  <a:cubicBezTo>
                    <a:pt x="19166" y="40174"/>
                    <a:pt x="19166" y="40125"/>
                    <a:pt x="19141" y="40125"/>
                  </a:cubicBezTo>
                  <a:lnTo>
                    <a:pt x="19141" y="40100"/>
                  </a:lnTo>
                  <a:cubicBezTo>
                    <a:pt x="19141" y="40075"/>
                    <a:pt x="19166" y="40050"/>
                    <a:pt x="19166" y="40050"/>
                  </a:cubicBezTo>
                  <a:close/>
                  <a:moveTo>
                    <a:pt x="29670" y="40075"/>
                  </a:moveTo>
                  <a:cubicBezTo>
                    <a:pt x="29695" y="40075"/>
                    <a:pt x="29695" y="40100"/>
                    <a:pt x="29720" y="40100"/>
                  </a:cubicBezTo>
                  <a:cubicBezTo>
                    <a:pt x="29720" y="40149"/>
                    <a:pt x="29695" y="40149"/>
                    <a:pt x="29695" y="40174"/>
                  </a:cubicBezTo>
                  <a:cubicBezTo>
                    <a:pt x="29670" y="40174"/>
                    <a:pt x="29670" y="40174"/>
                    <a:pt x="29621" y="40149"/>
                  </a:cubicBezTo>
                  <a:cubicBezTo>
                    <a:pt x="29621" y="40100"/>
                    <a:pt x="29670" y="40100"/>
                    <a:pt x="29670" y="40075"/>
                  </a:cubicBezTo>
                  <a:close/>
                  <a:moveTo>
                    <a:pt x="70392" y="39577"/>
                  </a:moveTo>
                  <a:cubicBezTo>
                    <a:pt x="70815" y="39577"/>
                    <a:pt x="71189" y="39602"/>
                    <a:pt x="71587" y="39627"/>
                  </a:cubicBezTo>
                  <a:cubicBezTo>
                    <a:pt x="71687" y="39627"/>
                    <a:pt x="71786" y="39677"/>
                    <a:pt x="71886" y="39677"/>
                  </a:cubicBezTo>
                  <a:cubicBezTo>
                    <a:pt x="71960" y="39677"/>
                    <a:pt x="72035" y="39701"/>
                    <a:pt x="72135" y="39701"/>
                  </a:cubicBezTo>
                  <a:cubicBezTo>
                    <a:pt x="72408" y="39726"/>
                    <a:pt x="72707" y="39801"/>
                    <a:pt x="73006" y="39851"/>
                  </a:cubicBezTo>
                  <a:cubicBezTo>
                    <a:pt x="73155" y="39876"/>
                    <a:pt x="73280" y="39950"/>
                    <a:pt x="73429" y="39975"/>
                  </a:cubicBezTo>
                  <a:lnTo>
                    <a:pt x="73454" y="40000"/>
                  </a:lnTo>
                  <a:lnTo>
                    <a:pt x="73504" y="40050"/>
                  </a:lnTo>
                  <a:cubicBezTo>
                    <a:pt x="73479" y="40025"/>
                    <a:pt x="73404" y="39975"/>
                    <a:pt x="73379" y="39975"/>
                  </a:cubicBezTo>
                  <a:cubicBezTo>
                    <a:pt x="73304" y="39950"/>
                    <a:pt x="73255" y="39950"/>
                    <a:pt x="73180" y="39925"/>
                  </a:cubicBezTo>
                  <a:cubicBezTo>
                    <a:pt x="73155" y="39925"/>
                    <a:pt x="73080" y="39901"/>
                    <a:pt x="73056" y="39901"/>
                  </a:cubicBezTo>
                  <a:lnTo>
                    <a:pt x="73006" y="39901"/>
                  </a:lnTo>
                  <a:cubicBezTo>
                    <a:pt x="72906" y="39851"/>
                    <a:pt x="72807" y="39851"/>
                    <a:pt x="72707" y="39826"/>
                  </a:cubicBezTo>
                  <a:cubicBezTo>
                    <a:pt x="72657" y="39826"/>
                    <a:pt x="72608" y="39801"/>
                    <a:pt x="72533" y="39801"/>
                  </a:cubicBezTo>
                  <a:cubicBezTo>
                    <a:pt x="72408" y="39776"/>
                    <a:pt x="72309" y="39726"/>
                    <a:pt x="72184" y="39726"/>
                  </a:cubicBezTo>
                  <a:cubicBezTo>
                    <a:pt x="72085" y="39726"/>
                    <a:pt x="72010" y="39701"/>
                    <a:pt x="71911" y="39701"/>
                  </a:cubicBezTo>
                  <a:cubicBezTo>
                    <a:pt x="71836" y="39701"/>
                    <a:pt x="71786" y="39677"/>
                    <a:pt x="71711" y="39677"/>
                  </a:cubicBezTo>
                  <a:lnTo>
                    <a:pt x="71537" y="39677"/>
                  </a:lnTo>
                  <a:cubicBezTo>
                    <a:pt x="71438" y="39677"/>
                    <a:pt x="71388" y="39652"/>
                    <a:pt x="71288" y="39652"/>
                  </a:cubicBezTo>
                  <a:lnTo>
                    <a:pt x="71064" y="39652"/>
                  </a:lnTo>
                  <a:cubicBezTo>
                    <a:pt x="70840" y="39652"/>
                    <a:pt x="70641" y="39602"/>
                    <a:pt x="70417" y="39602"/>
                  </a:cubicBezTo>
                  <a:lnTo>
                    <a:pt x="70318" y="39602"/>
                  </a:lnTo>
                  <a:cubicBezTo>
                    <a:pt x="70069" y="39602"/>
                    <a:pt x="69795" y="39602"/>
                    <a:pt x="69546" y="39652"/>
                  </a:cubicBezTo>
                  <a:cubicBezTo>
                    <a:pt x="69446" y="39652"/>
                    <a:pt x="69347" y="39652"/>
                    <a:pt x="69272" y="39677"/>
                  </a:cubicBezTo>
                  <a:lnTo>
                    <a:pt x="68973" y="39677"/>
                  </a:lnTo>
                  <a:cubicBezTo>
                    <a:pt x="68899" y="39677"/>
                    <a:pt x="68799" y="39677"/>
                    <a:pt x="68700" y="39701"/>
                  </a:cubicBezTo>
                  <a:cubicBezTo>
                    <a:pt x="68550" y="39726"/>
                    <a:pt x="68401" y="39726"/>
                    <a:pt x="68202" y="39776"/>
                  </a:cubicBezTo>
                  <a:cubicBezTo>
                    <a:pt x="68077" y="39801"/>
                    <a:pt x="67978" y="39801"/>
                    <a:pt x="67853" y="39801"/>
                  </a:cubicBezTo>
                  <a:cubicBezTo>
                    <a:pt x="67779" y="39801"/>
                    <a:pt x="67679" y="39826"/>
                    <a:pt x="67580" y="39851"/>
                  </a:cubicBezTo>
                  <a:cubicBezTo>
                    <a:pt x="67480" y="39901"/>
                    <a:pt x="67405" y="39901"/>
                    <a:pt x="67331" y="39925"/>
                  </a:cubicBezTo>
                  <a:cubicBezTo>
                    <a:pt x="67281" y="39925"/>
                    <a:pt x="67181" y="39950"/>
                    <a:pt x="67107" y="39950"/>
                  </a:cubicBezTo>
                  <a:cubicBezTo>
                    <a:pt x="67082" y="39950"/>
                    <a:pt x="67057" y="39950"/>
                    <a:pt x="67032" y="39975"/>
                  </a:cubicBezTo>
                  <a:lnTo>
                    <a:pt x="66982" y="39975"/>
                  </a:lnTo>
                  <a:cubicBezTo>
                    <a:pt x="66808" y="40025"/>
                    <a:pt x="66609" y="40075"/>
                    <a:pt x="66435" y="40100"/>
                  </a:cubicBezTo>
                  <a:cubicBezTo>
                    <a:pt x="66360" y="40100"/>
                    <a:pt x="66335" y="40149"/>
                    <a:pt x="66285" y="40149"/>
                  </a:cubicBezTo>
                  <a:cubicBezTo>
                    <a:pt x="66211" y="40149"/>
                    <a:pt x="66186" y="40174"/>
                    <a:pt x="66111" y="40174"/>
                  </a:cubicBezTo>
                  <a:cubicBezTo>
                    <a:pt x="66086" y="40174"/>
                    <a:pt x="66061" y="40174"/>
                    <a:pt x="66036" y="40199"/>
                  </a:cubicBezTo>
                  <a:lnTo>
                    <a:pt x="65987" y="40174"/>
                  </a:lnTo>
                  <a:cubicBezTo>
                    <a:pt x="66036" y="40174"/>
                    <a:pt x="66061" y="40149"/>
                    <a:pt x="66111" y="40149"/>
                  </a:cubicBezTo>
                  <a:cubicBezTo>
                    <a:pt x="66211" y="40100"/>
                    <a:pt x="66310" y="40100"/>
                    <a:pt x="66410" y="40075"/>
                  </a:cubicBezTo>
                  <a:cubicBezTo>
                    <a:pt x="66584" y="40025"/>
                    <a:pt x="66808" y="39975"/>
                    <a:pt x="66982" y="39950"/>
                  </a:cubicBezTo>
                  <a:cubicBezTo>
                    <a:pt x="67156" y="39925"/>
                    <a:pt x="67306" y="39901"/>
                    <a:pt x="67430" y="39851"/>
                  </a:cubicBezTo>
                  <a:cubicBezTo>
                    <a:pt x="67555" y="39826"/>
                    <a:pt x="67704" y="39801"/>
                    <a:pt x="67828" y="39801"/>
                  </a:cubicBezTo>
                  <a:cubicBezTo>
                    <a:pt x="68052" y="39776"/>
                    <a:pt x="68301" y="39726"/>
                    <a:pt x="68525" y="39701"/>
                  </a:cubicBezTo>
                  <a:cubicBezTo>
                    <a:pt x="68575" y="39701"/>
                    <a:pt x="68650" y="39677"/>
                    <a:pt x="68700" y="39677"/>
                  </a:cubicBezTo>
                  <a:cubicBezTo>
                    <a:pt x="69272" y="39602"/>
                    <a:pt x="69820" y="39577"/>
                    <a:pt x="70342" y="39577"/>
                  </a:cubicBezTo>
                  <a:close/>
                  <a:moveTo>
                    <a:pt x="74549" y="39726"/>
                  </a:moveTo>
                  <a:cubicBezTo>
                    <a:pt x="74599" y="39801"/>
                    <a:pt x="74649" y="39851"/>
                    <a:pt x="74674" y="39925"/>
                  </a:cubicBezTo>
                  <a:cubicBezTo>
                    <a:pt x="74723" y="40000"/>
                    <a:pt x="74748" y="40100"/>
                    <a:pt x="74773" y="40174"/>
                  </a:cubicBezTo>
                  <a:cubicBezTo>
                    <a:pt x="74773" y="40199"/>
                    <a:pt x="74773" y="40199"/>
                    <a:pt x="74798" y="40224"/>
                  </a:cubicBezTo>
                  <a:lnTo>
                    <a:pt x="74773" y="40199"/>
                  </a:lnTo>
                  <a:lnTo>
                    <a:pt x="74798" y="40249"/>
                  </a:lnTo>
                  <a:cubicBezTo>
                    <a:pt x="74773" y="40249"/>
                    <a:pt x="74773" y="40249"/>
                    <a:pt x="74748" y="40224"/>
                  </a:cubicBezTo>
                  <a:cubicBezTo>
                    <a:pt x="74674" y="40199"/>
                    <a:pt x="74599" y="40174"/>
                    <a:pt x="74524" y="40125"/>
                  </a:cubicBezTo>
                  <a:cubicBezTo>
                    <a:pt x="74524" y="40000"/>
                    <a:pt x="74549" y="39851"/>
                    <a:pt x="74549" y="39726"/>
                  </a:cubicBezTo>
                  <a:close/>
                  <a:moveTo>
                    <a:pt x="80498" y="35694"/>
                  </a:moveTo>
                  <a:cubicBezTo>
                    <a:pt x="80100" y="36739"/>
                    <a:pt x="79702" y="37735"/>
                    <a:pt x="79229" y="38780"/>
                  </a:cubicBezTo>
                  <a:cubicBezTo>
                    <a:pt x="79204" y="38805"/>
                    <a:pt x="79129" y="38805"/>
                    <a:pt x="79104" y="38830"/>
                  </a:cubicBezTo>
                  <a:cubicBezTo>
                    <a:pt x="78905" y="38930"/>
                    <a:pt x="78706" y="38980"/>
                    <a:pt x="78507" y="39079"/>
                  </a:cubicBezTo>
                  <a:cubicBezTo>
                    <a:pt x="78258" y="39179"/>
                    <a:pt x="78034" y="39303"/>
                    <a:pt x="77785" y="39403"/>
                  </a:cubicBezTo>
                  <a:lnTo>
                    <a:pt x="77760" y="39403"/>
                  </a:lnTo>
                  <a:cubicBezTo>
                    <a:pt x="77636" y="39452"/>
                    <a:pt x="77511" y="39527"/>
                    <a:pt x="77362" y="39577"/>
                  </a:cubicBezTo>
                  <a:cubicBezTo>
                    <a:pt x="77138" y="39677"/>
                    <a:pt x="76914" y="39776"/>
                    <a:pt x="76739" y="39851"/>
                  </a:cubicBezTo>
                  <a:cubicBezTo>
                    <a:pt x="76391" y="40025"/>
                    <a:pt x="76043" y="40199"/>
                    <a:pt x="75669" y="40349"/>
                  </a:cubicBezTo>
                  <a:cubicBezTo>
                    <a:pt x="75495" y="40075"/>
                    <a:pt x="75296" y="39801"/>
                    <a:pt x="75171" y="39527"/>
                  </a:cubicBezTo>
                  <a:cubicBezTo>
                    <a:pt x="75146" y="39452"/>
                    <a:pt x="75122" y="39428"/>
                    <a:pt x="75097" y="39353"/>
                  </a:cubicBezTo>
                  <a:cubicBezTo>
                    <a:pt x="75022" y="39278"/>
                    <a:pt x="74997" y="39154"/>
                    <a:pt x="74922" y="39054"/>
                  </a:cubicBezTo>
                  <a:cubicBezTo>
                    <a:pt x="76217" y="37561"/>
                    <a:pt x="78108" y="36416"/>
                    <a:pt x="80498" y="35694"/>
                  </a:cubicBezTo>
                  <a:close/>
                  <a:moveTo>
                    <a:pt x="105414" y="40224"/>
                  </a:moveTo>
                  <a:lnTo>
                    <a:pt x="105414" y="40224"/>
                  </a:lnTo>
                  <a:cubicBezTo>
                    <a:pt x="105464" y="40249"/>
                    <a:pt x="105489" y="40249"/>
                    <a:pt x="105514" y="40299"/>
                  </a:cubicBezTo>
                  <a:cubicBezTo>
                    <a:pt x="105538" y="40324"/>
                    <a:pt x="105588" y="40324"/>
                    <a:pt x="105613" y="40349"/>
                  </a:cubicBezTo>
                  <a:cubicBezTo>
                    <a:pt x="105638" y="40373"/>
                    <a:pt x="105663" y="40423"/>
                    <a:pt x="105663" y="40448"/>
                  </a:cubicBezTo>
                  <a:lnTo>
                    <a:pt x="105696" y="40481"/>
                  </a:lnTo>
                  <a:lnTo>
                    <a:pt x="105696" y="40481"/>
                  </a:lnTo>
                  <a:cubicBezTo>
                    <a:pt x="105686" y="40476"/>
                    <a:pt x="105675" y="40473"/>
                    <a:pt x="105663" y="40473"/>
                  </a:cubicBezTo>
                  <a:cubicBezTo>
                    <a:pt x="105638" y="40448"/>
                    <a:pt x="105613" y="40423"/>
                    <a:pt x="105538" y="40398"/>
                  </a:cubicBezTo>
                  <a:cubicBezTo>
                    <a:pt x="105538" y="40324"/>
                    <a:pt x="105489" y="40299"/>
                    <a:pt x="105414" y="40224"/>
                  </a:cubicBezTo>
                  <a:close/>
                  <a:moveTo>
                    <a:pt x="74250" y="40523"/>
                  </a:moveTo>
                  <a:cubicBezTo>
                    <a:pt x="74275" y="40523"/>
                    <a:pt x="74300" y="40548"/>
                    <a:pt x="74300" y="40548"/>
                  </a:cubicBezTo>
                  <a:cubicBezTo>
                    <a:pt x="74275" y="40548"/>
                    <a:pt x="74275" y="40548"/>
                    <a:pt x="74250" y="40523"/>
                  </a:cubicBezTo>
                  <a:close/>
                  <a:moveTo>
                    <a:pt x="79104" y="39079"/>
                  </a:moveTo>
                  <a:cubicBezTo>
                    <a:pt x="79104" y="39079"/>
                    <a:pt x="79104" y="39104"/>
                    <a:pt x="79054" y="39104"/>
                  </a:cubicBezTo>
                  <a:cubicBezTo>
                    <a:pt x="78283" y="39452"/>
                    <a:pt x="77486" y="39801"/>
                    <a:pt x="76665" y="40174"/>
                  </a:cubicBezTo>
                  <a:cubicBezTo>
                    <a:pt x="76391" y="40299"/>
                    <a:pt x="76092" y="40448"/>
                    <a:pt x="75769" y="40597"/>
                  </a:cubicBezTo>
                  <a:lnTo>
                    <a:pt x="75769" y="40573"/>
                  </a:lnTo>
                  <a:cubicBezTo>
                    <a:pt x="75769" y="40573"/>
                    <a:pt x="75769" y="40548"/>
                    <a:pt x="75744" y="40548"/>
                  </a:cubicBezTo>
                  <a:cubicBezTo>
                    <a:pt x="76889" y="40025"/>
                    <a:pt x="78009" y="39527"/>
                    <a:pt x="79104" y="39079"/>
                  </a:cubicBezTo>
                  <a:close/>
                  <a:moveTo>
                    <a:pt x="74524" y="40349"/>
                  </a:moveTo>
                  <a:cubicBezTo>
                    <a:pt x="74549" y="40349"/>
                    <a:pt x="74549" y="40398"/>
                    <a:pt x="74549" y="40398"/>
                  </a:cubicBezTo>
                  <a:cubicBezTo>
                    <a:pt x="74674" y="40448"/>
                    <a:pt x="74798" y="40523"/>
                    <a:pt x="74922" y="40597"/>
                  </a:cubicBezTo>
                  <a:lnTo>
                    <a:pt x="74922" y="40622"/>
                  </a:lnTo>
                  <a:cubicBezTo>
                    <a:pt x="74922" y="40622"/>
                    <a:pt x="74922" y="40672"/>
                    <a:pt x="74972" y="40672"/>
                  </a:cubicBezTo>
                  <a:cubicBezTo>
                    <a:pt x="74922" y="40672"/>
                    <a:pt x="74898" y="40622"/>
                    <a:pt x="74873" y="40622"/>
                  </a:cubicBezTo>
                  <a:cubicBezTo>
                    <a:pt x="74848" y="40622"/>
                    <a:pt x="74848" y="40597"/>
                    <a:pt x="74798" y="40597"/>
                  </a:cubicBezTo>
                  <a:cubicBezTo>
                    <a:pt x="74723" y="40548"/>
                    <a:pt x="74624" y="40498"/>
                    <a:pt x="74524" y="40448"/>
                  </a:cubicBezTo>
                  <a:cubicBezTo>
                    <a:pt x="74499" y="40448"/>
                    <a:pt x="74499" y="40423"/>
                    <a:pt x="74474" y="40423"/>
                  </a:cubicBezTo>
                  <a:lnTo>
                    <a:pt x="74524" y="40349"/>
                  </a:lnTo>
                  <a:close/>
                  <a:moveTo>
                    <a:pt x="63697" y="37984"/>
                  </a:moveTo>
                  <a:cubicBezTo>
                    <a:pt x="64219" y="38731"/>
                    <a:pt x="64817" y="39452"/>
                    <a:pt x="65414" y="40075"/>
                  </a:cubicBezTo>
                  <a:cubicBezTo>
                    <a:pt x="65339" y="40100"/>
                    <a:pt x="65290" y="40100"/>
                    <a:pt x="65215" y="40125"/>
                  </a:cubicBezTo>
                  <a:cubicBezTo>
                    <a:pt x="65090" y="40174"/>
                    <a:pt x="64966" y="40224"/>
                    <a:pt x="64842" y="40249"/>
                  </a:cubicBezTo>
                  <a:cubicBezTo>
                    <a:pt x="64792" y="40299"/>
                    <a:pt x="64717" y="40299"/>
                    <a:pt x="64667" y="40324"/>
                  </a:cubicBezTo>
                  <a:lnTo>
                    <a:pt x="64617" y="40324"/>
                  </a:lnTo>
                  <a:cubicBezTo>
                    <a:pt x="64543" y="40349"/>
                    <a:pt x="64418" y="40373"/>
                    <a:pt x="64319" y="40423"/>
                  </a:cubicBezTo>
                  <a:cubicBezTo>
                    <a:pt x="64219" y="40448"/>
                    <a:pt x="64095" y="40473"/>
                    <a:pt x="63995" y="40548"/>
                  </a:cubicBezTo>
                  <a:cubicBezTo>
                    <a:pt x="63921" y="40573"/>
                    <a:pt x="63846" y="40597"/>
                    <a:pt x="63746" y="40647"/>
                  </a:cubicBezTo>
                  <a:cubicBezTo>
                    <a:pt x="63697" y="40672"/>
                    <a:pt x="63622" y="40672"/>
                    <a:pt x="63572" y="40697"/>
                  </a:cubicBezTo>
                  <a:cubicBezTo>
                    <a:pt x="63248" y="40075"/>
                    <a:pt x="62925" y="39428"/>
                    <a:pt x="62576" y="38780"/>
                  </a:cubicBezTo>
                  <a:cubicBezTo>
                    <a:pt x="62950" y="38482"/>
                    <a:pt x="63323" y="38233"/>
                    <a:pt x="63697" y="37984"/>
                  </a:cubicBezTo>
                  <a:close/>
                  <a:moveTo>
                    <a:pt x="73603" y="40697"/>
                  </a:moveTo>
                  <a:cubicBezTo>
                    <a:pt x="73603" y="40718"/>
                    <a:pt x="73603" y="40721"/>
                    <a:pt x="73573" y="40737"/>
                  </a:cubicBezTo>
                  <a:lnTo>
                    <a:pt x="73573" y="40737"/>
                  </a:lnTo>
                  <a:cubicBezTo>
                    <a:pt x="73582" y="40722"/>
                    <a:pt x="73592" y="40708"/>
                    <a:pt x="73603" y="40697"/>
                  </a:cubicBezTo>
                  <a:close/>
                  <a:moveTo>
                    <a:pt x="62402" y="38930"/>
                  </a:moveTo>
                  <a:cubicBezTo>
                    <a:pt x="62726" y="39552"/>
                    <a:pt x="63074" y="40174"/>
                    <a:pt x="63348" y="40797"/>
                  </a:cubicBezTo>
                  <a:cubicBezTo>
                    <a:pt x="63323" y="40797"/>
                    <a:pt x="63323" y="40797"/>
                    <a:pt x="63298" y="40821"/>
                  </a:cubicBezTo>
                  <a:cubicBezTo>
                    <a:pt x="62975" y="40199"/>
                    <a:pt x="62676" y="39577"/>
                    <a:pt x="62328" y="38955"/>
                  </a:cubicBezTo>
                  <a:cubicBezTo>
                    <a:pt x="62352" y="38955"/>
                    <a:pt x="62352" y="38930"/>
                    <a:pt x="62402" y="38930"/>
                  </a:cubicBezTo>
                  <a:close/>
                  <a:moveTo>
                    <a:pt x="75296" y="40797"/>
                  </a:moveTo>
                  <a:cubicBezTo>
                    <a:pt x="75296" y="40797"/>
                    <a:pt x="75346" y="40797"/>
                    <a:pt x="75346" y="40821"/>
                  </a:cubicBezTo>
                  <a:lnTo>
                    <a:pt x="75346" y="40846"/>
                  </a:lnTo>
                  <a:lnTo>
                    <a:pt x="75296" y="40846"/>
                  </a:lnTo>
                  <a:lnTo>
                    <a:pt x="75296" y="40821"/>
                  </a:lnTo>
                  <a:lnTo>
                    <a:pt x="75271" y="40797"/>
                  </a:lnTo>
                  <a:close/>
                  <a:moveTo>
                    <a:pt x="74474" y="40672"/>
                  </a:moveTo>
                  <a:cubicBezTo>
                    <a:pt x="74549" y="40722"/>
                    <a:pt x="74624" y="40797"/>
                    <a:pt x="74723" y="40846"/>
                  </a:cubicBezTo>
                  <a:cubicBezTo>
                    <a:pt x="74674" y="40846"/>
                    <a:pt x="74674" y="40871"/>
                    <a:pt x="74649" y="40871"/>
                  </a:cubicBezTo>
                  <a:cubicBezTo>
                    <a:pt x="74599" y="40821"/>
                    <a:pt x="74524" y="40797"/>
                    <a:pt x="74474" y="40722"/>
                  </a:cubicBezTo>
                  <a:lnTo>
                    <a:pt x="74474" y="40672"/>
                  </a:lnTo>
                  <a:close/>
                  <a:moveTo>
                    <a:pt x="65581" y="40284"/>
                  </a:moveTo>
                  <a:lnTo>
                    <a:pt x="65581" y="40284"/>
                  </a:lnTo>
                  <a:cubicBezTo>
                    <a:pt x="65583" y="40288"/>
                    <a:pt x="65585" y="40293"/>
                    <a:pt x="65588" y="40299"/>
                  </a:cubicBezTo>
                  <a:cubicBezTo>
                    <a:pt x="65538" y="40299"/>
                    <a:pt x="65514" y="40324"/>
                    <a:pt x="65439" y="40324"/>
                  </a:cubicBezTo>
                  <a:cubicBezTo>
                    <a:pt x="65389" y="40349"/>
                    <a:pt x="65314" y="40349"/>
                    <a:pt x="65240" y="40398"/>
                  </a:cubicBezTo>
                  <a:cubicBezTo>
                    <a:pt x="65215" y="40398"/>
                    <a:pt x="65190" y="40423"/>
                    <a:pt x="65165" y="40423"/>
                  </a:cubicBezTo>
                  <a:cubicBezTo>
                    <a:pt x="64966" y="40473"/>
                    <a:pt x="64792" y="40548"/>
                    <a:pt x="64617" y="40597"/>
                  </a:cubicBezTo>
                  <a:cubicBezTo>
                    <a:pt x="64543" y="40622"/>
                    <a:pt x="64443" y="40672"/>
                    <a:pt x="64369" y="40697"/>
                  </a:cubicBezTo>
                  <a:cubicBezTo>
                    <a:pt x="64194" y="40747"/>
                    <a:pt x="63970" y="40846"/>
                    <a:pt x="63746" y="40921"/>
                  </a:cubicBezTo>
                  <a:cubicBezTo>
                    <a:pt x="63721" y="40921"/>
                    <a:pt x="63697" y="40946"/>
                    <a:pt x="63672" y="40946"/>
                  </a:cubicBezTo>
                  <a:lnTo>
                    <a:pt x="63672" y="40921"/>
                  </a:lnTo>
                  <a:lnTo>
                    <a:pt x="63672" y="40871"/>
                  </a:lnTo>
                  <a:cubicBezTo>
                    <a:pt x="63921" y="40797"/>
                    <a:pt x="64120" y="40697"/>
                    <a:pt x="64369" y="40622"/>
                  </a:cubicBezTo>
                  <a:cubicBezTo>
                    <a:pt x="64443" y="40597"/>
                    <a:pt x="64493" y="40597"/>
                    <a:pt x="64568" y="40573"/>
                  </a:cubicBezTo>
                  <a:cubicBezTo>
                    <a:pt x="64692" y="40523"/>
                    <a:pt x="64842" y="40473"/>
                    <a:pt x="64966" y="40448"/>
                  </a:cubicBezTo>
                  <a:cubicBezTo>
                    <a:pt x="65066" y="40423"/>
                    <a:pt x="65165" y="40398"/>
                    <a:pt x="65290" y="40349"/>
                  </a:cubicBezTo>
                  <a:cubicBezTo>
                    <a:pt x="65389" y="40324"/>
                    <a:pt x="65439" y="40324"/>
                    <a:pt x="65538" y="40299"/>
                  </a:cubicBezTo>
                  <a:cubicBezTo>
                    <a:pt x="65555" y="40299"/>
                    <a:pt x="65572" y="40299"/>
                    <a:pt x="65581" y="40284"/>
                  </a:cubicBezTo>
                  <a:close/>
                  <a:moveTo>
                    <a:pt x="63448" y="40946"/>
                  </a:moveTo>
                  <a:cubicBezTo>
                    <a:pt x="63448" y="40946"/>
                    <a:pt x="63448" y="40971"/>
                    <a:pt x="63473" y="40971"/>
                  </a:cubicBezTo>
                  <a:lnTo>
                    <a:pt x="63473" y="41021"/>
                  </a:lnTo>
                  <a:lnTo>
                    <a:pt x="63423" y="41021"/>
                  </a:lnTo>
                  <a:lnTo>
                    <a:pt x="63423" y="40971"/>
                  </a:lnTo>
                  <a:cubicBezTo>
                    <a:pt x="63406" y="40987"/>
                    <a:pt x="63395" y="40993"/>
                    <a:pt x="63388" y="40993"/>
                  </a:cubicBezTo>
                  <a:cubicBezTo>
                    <a:pt x="63373" y="40993"/>
                    <a:pt x="63373" y="40971"/>
                    <a:pt x="63373" y="40971"/>
                  </a:cubicBezTo>
                  <a:cubicBezTo>
                    <a:pt x="63423" y="40971"/>
                    <a:pt x="63423" y="40946"/>
                    <a:pt x="63448" y="40946"/>
                  </a:cubicBezTo>
                  <a:close/>
                  <a:moveTo>
                    <a:pt x="74823" y="40971"/>
                  </a:moveTo>
                  <a:lnTo>
                    <a:pt x="74898" y="41046"/>
                  </a:lnTo>
                  <a:cubicBezTo>
                    <a:pt x="74873" y="41046"/>
                    <a:pt x="74873" y="41070"/>
                    <a:pt x="74848" y="41070"/>
                  </a:cubicBezTo>
                  <a:lnTo>
                    <a:pt x="74798" y="41046"/>
                  </a:lnTo>
                  <a:lnTo>
                    <a:pt x="74773" y="41021"/>
                  </a:lnTo>
                  <a:cubicBezTo>
                    <a:pt x="74798" y="41021"/>
                    <a:pt x="74798" y="40971"/>
                    <a:pt x="74823" y="40971"/>
                  </a:cubicBezTo>
                  <a:close/>
                  <a:moveTo>
                    <a:pt x="74250" y="40722"/>
                  </a:moveTo>
                  <a:cubicBezTo>
                    <a:pt x="74250" y="40772"/>
                    <a:pt x="74275" y="40797"/>
                    <a:pt x="74300" y="40797"/>
                  </a:cubicBezTo>
                  <a:cubicBezTo>
                    <a:pt x="74300" y="40896"/>
                    <a:pt x="74275" y="40971"/>
                    <a:pt x="74275" y="41070"/>
                  </a:cubicBezTo>
                  <a:cubicBezTo>
                    <a:pt x="74250" y="41070"/>
                    <a:pt x="74250" y="41095"/>
                    <a:pt x="74225" y="41095"/>
                  </a:cubicBezTo>
                  <a:cubicBezTo>
                    <a:pt x="74225" y="40971"/>
                    <a:pt x="74250" y="40846"/>
                    <a:pt x="74250" y="40722"/>
                  </a:cubicBezTo>
                  <a:close/>
                  <a:moveTo>
                    <a:pt x="74649" y="41095"/>
                  </a:moveTo>
                  <a:lnTo>
                    <a:pt x="74674" y="41145"/>
                  </a:lnTo>
                  <a:cubicBezTo>
                    <a:pt x="74599" y="41170"/>
                    <a:pt x="74524" y="41220"/>
                    <a:pt x="74425" y="41270"/>
                  </a:cubicBezTo>
                  <a:lnTo>
                    <a:pt x="74425" y="41220"/>
                  </a:lnTo>
                  <a:lnTo>
                    <a:pt x="74425" y="41195"/>
                  </a:lnTo>
                  <a:cubicBezTo>
                    <a:pt x="74499" y="41195"/>
                    <a:pt x="74549" y="41170"/>
                    <a:pt x="74649" y="41095"/>
                  </a:cubicBezTo>
                  <a:close/>
                  <a:moveTo>
                    <a:pt x="74051" y="40672"/>
                  </a:moveTo>
                  <a:cubicBezTo>
                    <a:pt x="74026" y="40846"/>
                    <a:pt x="74026" y="41046"/>
                    <a:pt x="74001" y="41220"/>
                  </a:cubicBezTo>
                  <a:lnTo>
                    <a:pt x="73802" y="41319"/>
                  </a:lnTo>
                  <a:cubicBezTo>
                    <a:pt x="73902" y="41095"/>
                    <a:pt x="74001" y="40896"/>
                    <a:pt x="74051" y="40672"/>
                  </a:cubicBezTo>
                  <a:close/>
                  <a:moveTo>
                    <a:pt x="74250" y="41319"/>
                  </a:moveTo>
                  <a:lnTo>
                    <a:pt x="74250" y="41344"/>
                  </a:lnTo>
                  <a:lnTo>
                    <a:pt x="74250" y="41369"/>
                  </a:lnTo>
                  <a:cubicBezTo>
                    <a:pt x="74225" y="41369"/>
                    <a:pt x="74225" y="41419"/>
                    <a:pt x="74176" y="41419"/>
                  </a:cubicBezTo>
                  <a:lnTo>
                    <a:pt x="74176" y="41369"/>
                  </a:lnTo>
                  <a:lnTo>
                    <a:pt x="74176" y="41344"/>
                  </a:lnTo>
                  <a:cubicBezTo>
                    <a:pt x="74176" y="41344"/>
                    <a:pt x="74225" y="41344"/>
                    <a:pt x="74250" y="41319"/>
                  </a:cubicBezTo>
                  <a:close/>
                  <a:moveTo>
                    <a:pt x="75520" y="41220"/>
                  </a:moveTo>
                  <a:lnTo>
                    <a:pt x="75545" y="41270"/>
                  </a:lnTo>
                  <a:lnTo>
                    <a:pt x="75594" y="41294"/>
                  </a:lnTo>
                  <a:cubicBezTo>
                    <a:pt x="75619" y="41319"/>
                    <a:pt x="75619" y="41344"/>
                    <a:pt x="75669" y="41419"/>
                  </a:cubicBezTo>
                  <a:cubicBezTo>
                    <a:pt x="75644" y="41419"/>
                    <a:pt x="75644" y="41394"/>
                    <a:pt x="75619" y="41394"/>
                  </a:cubicBezTo>
                  <a:lnTo>
                    <a:pt x="75570" y="41344"/>
                  </a:lnTo>
                  <a:cubicBezTo>
                    <a:pt x="75545" y="41319"/>
                    <a:pt x="75520" y="41270"/>
                    <a:pt x="75520" y="41220"/>
                  </a:cubicBezTo>
                  <a:close/>
                  <a:moveTo>
                    <a:pt x="73902" y="40573"/>
                  </a:moveTo>
                  <a:lnTo>
                    <a:pt x="73902" y="40573"/>
                  </a:lnTo>
                  <a:cubicBezTo>
                    <a:pt x="73777" y="40871"/>
                    <a:pt x="73653" y="41170"/>
                    <a:pt x="73529" y="41469"/>
                  </a:cubicBezTo>
                  <a:lnTo>
                    <a:pt x="73504" y="41494"/>
                  </a:lnTo>
                  <a:cubicBezTo>
                    <a:pt x="73628" y="41170"/>
                    <a:pt x="73753" y="40871"/>
                    <a:pt x="73902" y="40573"/>
                  </a:cubicBezTo>
                  <a:close/>
                  <a:moveTo>
                    <a:pt x="75047" y="41170"/>
                  </a:moveTo>
                  <a:cubicBezTo>
                    <a:pt x="75146" y="41270"/>
                    <a:pt x="75271" y="41344"/>
                    <a:pt x="75370" y="41419"/>
                  </a:cubicBezTo>
                  <a:cubicBezTo>
                    <a:pt x="75395" y="41444"/>
                    <a:pt x="75395" y="41518"/>
                    <a:pt x="75420" y="41543"/>
                  </a:cubicBezTo>
                  <a:cubicBezTo>
                    <a:pt x="75271" y="41419"/>
                    <a:pt x="75122" y="41319"/>
                    <a:pt x="74997" y="41195"/>
                  </a:cubicBezTo>
                  <a:cubicBezTo>
                    <a:pt x="75022" y="41195"/>
                    <a:pt x="75047" y="41195"/>
                    <a:pt x="75047" y="41170"/>
                  </a:cubicBezTo>
                  <a:close/>
                  <a:moveTo>
                    <a:pt x="73499" y="40921"/>
                  </a:moveTo>
                  <a:cubicBezTo>
                    <a:pt x="73475" y="41011"/>
                    <a:pt x="73448" y="41107"/>
                    <a:pt x="73404" y="41195"/>
                  </a:cubicBezTo>
                  <a:cubicBezTo>
                    <a:pt x="73354" y="41319"/>
                    <a:pt x="73280" y="41469"/>
                    <a:pt x="73230" y="41593"/>
                  </a:cubicBezTo>
                  <a:cubicBezTo>
                    <a:pt x="73230" y="41638"/>
                    <a:pt x="73230" y="41642"/>
                    <a:pt x="73192" y="41662"/>
                  </a:cubicBezTo>
                  <a:lnTo>
                    <a:pt x="73192" y="41662"/>
                  </a:lnTo>
                  <a:cubicBezTo>
                    <a:pt x="73284" y="41423"/>
                    <a:pt x="73335" y="41185"/>
                    <a:pt x="73454" y="40946"/>
                  </a:cubicBezTo>
                  <a:cubicBezTo>
                    <a:pt x="73454" y="40946"/>
                    <a:pt x="73454" y="40923"/>
                    <a:pt x="73499" y="40921"/>
                  </a:cubicBezTo>
                  <a:close/>
                  <a:moveTo>
                    <a:pt x="73977" y="41469"/>
                  </a:moveTo>
                  <a:lnTo>
                    <a:pt x="73977" y="41518"/>
                  </a:lnTo>
                  <a:lnTo>
                    <a:pt x="73977" y="41543"/>
                  </a:lnTo>
                  <a:cubicBezTo>
                    <a:pt x="73852" y="41593"/>
                    <a:pt x="73753" y="41668"/>
                    <a:pt x="73628" y="41693"/>
                  </a:cubicBezTo>
                  <a:cubicBezTo>
                    <a:pt x="73628" y="41693"/>
                    <a:pt x="73628" y="41668"/>
                    <a:pt x="73653" y="41668"/>
                  </a:cubicBezTo>
                  <a:lnTo>
                    <a:pt x="73653" y="41643"/>
                  </a:lnTo>
                  <a:cubicBezTo>
                    <a:pt x="73753" y="41568"/>
                    <a:pt x="73852" y="41543"/>
                    <a:pt x="73977" y="41469"/>
                  </a:cubicBezTo>
                  <a:close/>
                  <a:moveTo>
                    <a:pt x="75993" y="41643"/>
                  </a:moveTo>
                  <a:lnTo>
                    <a:pt x="75993" y="41643"/>
                  </a:lnTo>
                  <a:cubicBezTo>
                    <a:pt x="76043" y="41668"/>
                    <a:pt x="76092" y="41693"/>
                    <a:pt x="76142" y="41767"/>
                  </a:cubicBezTo>
                  <a:lnTo>
                    <a:pt x="76267" y="41892"/>
                  </a:lnTo>
                  <a:cubicBezTo>
                    <a:pt x="76192" y="41817"/>
                    <a:pt x="76142" y="41792"/>
                    <a:pt x="76043" y="41718"/>
                  </a:cubicBezTo>
                  <a:cubicBezTo>
                    <a:pt x="76018" y="41693"/>
                    <a:pt x="76018" y="41668"/>
                    <a:pt x="75993" y="41643"/>
                  </a:cubicBezTo>
                  <a:close/>
                  <a:moveTo>
                    <a:pt x="75819" y="41792"/>
                  </a:moveTo>
                  <a:cubicBezTo>
                    <a:pt x="75868" y="41792"/>
                    <a:pt x="75868" y="41817"/>
                    <a:pt x="75893" y="41817"/>
                  </a:cubicBezTo>
                  <a:cubicBezTo>
                    <a:pt x="75918" y="41842"/>
                    <a:pt x="75918" y="41867"/>
                    <a:pt x="75943" y="41917"/>
                  </a:cubicBezTo>
                  <a:lnTo>
                    <a:pt x="75893" y="41842"/>
                  </a:lnTo>
                  <a:lnTo>
                    <a:pt x="75868" y="41817"/>
                  </a:lnTo>
                  <a:cubicBezTo>
                    <a:pt x="75819" y="41817"/>
                    <a:pt x="75819" y="41792"/>
                    <a:pt x="75819" y="41792"/>
                  </a:cubicBezTo>
                  <a:close/>
                  <a:moveTo>
                    <a:pt x="76540" y="41817"/>
                  </a:moveTo>
                  <a:cubicBezTo>
                    <a:pt x="76590" y="41842"/>
                    <a:pt x="76640" y="41917"/>
                    <a:pt x="76665" y="41966"/>
                  </a:cubicBezTo>
                  <a:cubicBezTo>
                    <a:pt x="76665" y="41966"/>
                    <a:pt x="76665" y="42016"/>
                    <a:pt x="76715" y="42016"/>
                  </a:cubicBezTo>
                  <a:cubicBezTo>
                    <a:pt x="76739" y="42066"/>
                    <a:pt x="76789" y="42091"/>
                    <a:pt x="76839" y="42166"/>
                  </a:cubicBezTo>
                  <a:cubicBezTo>
                    <a:pt x="76764" y="42091"/>
                    <a:pt x="76715" y="42041"/>
                    <a:pt x="76640" y="42016"/>
                  </a:cubicBezTo>
                  <a:cubicBezTo>
                    <a:pt x="76615" y="41942"/>
                    <a:pt x="76590" y="41917"/>
                    <a:pt x="76515" y="41842"/>
                  </a:cubicBezTo>
                  <a:lnTo>
                    <a:pt x="76540" y="41817"/>
                  </a:lnTo>
                  <a:close/>
                  <a:moveTo>
                    <a:pt x="78955" y="39353"/>
                  </a:moveTo>
                  <a:lnTo>
                    <a:pt x="78955" y="39353"/>
                  </a:lnTo>
                  <a:cubicBezTo>
                    <a:pt x="78482" y="40349"/>
                    <a:pt x="77984" y="41344"/>
                    <a:pt x="77461" y="42340"/>
                  </a:cubicBezTo>
                  <a:cubicBezTo>
                    <a:pt x="77387" y="42315"/>
                    <a:pt x="77362" y="42265"/>
                    <a:pt x="77287" y="42215"/>
                  </a:cubicBezTo>
                  <a:cubicBezTo>
                    <a:pt x="77138" y="42066"/>
                    <a:pt x="76963" y="41917"/>
                    <a:pt x="76764" y="41718"/>
                  </a:cubicBezTo>
                  <a:lnTo>
                    <a:pt x="76665" y="41643"/>
                  </a:lnTo>
                  <a:lnTo>
                    <a:pt x="76665" y="41444"/>
                  </a:lnTo>
                  <a:lnTo>
                    <a:pt x="76590" y="41543"/>
                  </a:lnTo>
                  <a:cubicBezTo>
                    <a:pt x="76491" y="41419"/>
                    <a:pt x="76391" y="41319"/>
                    <a:pt x="76291" y="41195"/>
                  </a:cubicBezTo>
                  <a:lnTo>
                    <a:pt x="76242" y="41145"/>
                  </a:lnTo>
                  <a:cubicBezTo>
                    <a:pt x="76117" y="41021"/>
                    <a:pt x="76018" y="40871"/>
                    <a:pt x="75893" y="40772"/>
                  </a:cubicBezTo>
                  <a:cubicBezTo>
                    <a:pt x="76391" y="40523"/>
                    <a:pt x="76864" y="40299"/>
                    <a:pt x="77362" y="40075"/>
                  </a:cubicBezTo>
                  <a:lnTo>
                    <a:pt x="77536" y="39975"/>
                  </a:lnTo>
                  <a:cubicBezTo>
                    <a:pt x="78009" y="39776"/>
                    <a:pt x="78482" y="39577"/>
                    <a:pt x="78955" y="39353"/>
                  </a:cubicBezTo>
                  <a:close/>
                  <a:moveTo>
                    <a:pt x="90554" y="36217"/>
                  </a:moveTo>
                  <a:cubicBezTo>
                    <a:pt x="89733" y="38233"/>
                    <a:pt x="88787" y="40349"/>
                    <a:pt x="87716" y="42464"/>
                  </a:cubicBezTo>
                  <a:lnTo>
                    <a:pt x="87667" y="42464"/>
                  </a:lnTo>
                  <a:cubicBezTo>
                    <a:pt x="88737" y="40349"/>
                    <a:pt x="89683" y="38283"/>
                    <a:pt x="90479" y="36217"/>
                  </a:cubicBezTo>
                  <a:close/>
                  <a:moveTo>
                    <a:pt x="76288" y="42150"/>
                  </a:moveTo>
                  <a:lnTo>
                    <a:pt x="76288" y="42150"/>
                  </a:lnTo>
                  <a:cubicBezTo>
                    <a:pt x="76455" y="42224"/>
                    <a:pt x="76620" y="42319"/>
                    <a:pt x="76739" y="42415"/>
                  </a:cubicBezTo>
                  <a:cubicBezTo>
                    <a:pt x="76764" y="42439"/>
                    <a:pt x="76789" y="42464"/>
                    <a:pt x="76839" y="42539"/>
                  </a:cubicBezTo>
                  <a:lnTo>
                    <a:pt x="76366" y="42265"/>
                  </a:lnTo>
                  <a:cubicBezTo>
                    <a:pt x="76366" y="42215"/>
                    <a:pt x="76341" y="42215"/>
                    <a:pt x="76341" y="42190"/>
                  </a:cubicBezTo>
                  <a:cubicBezTo>
                    <a:pt x="76310" y="42175"/>
                    <a:pt x="76299" y="42160"/>
                    <a:pt x="76288" y="42150"/>
                  </a:cubicBezTo>
                  <a:close/>
                  <a:moveTo>
                    <a:pt x="79303" y="39228"/>
                  </a:moveTo>
                  <a:lnTo>
                    <a:pt x="79303" y="39228"/>
                  </a:lnTo>
                  <a:cubicBezTo>
                    <a:pt x="78781" y="40324"/>
                    <a:pt x="78233" y="41419"/>
                    <a:pt x="77660" y="42539"/>
                  </a:cubicBezTo>
                  <a:lnTo>
                    <a:pt x="77636" y="42514"/>
                  </a:lnTo>
                  <a:cubicBezTo>
                    <a:pt x="78233" y="41419"/>
                    <a:pt x="78756" y="40324"/>
                    <a:pt x="79253" y="39278"/>
                  </a:cubicBezTo>
                  <a:cubicBezTo>
                    <a:pt x="79278" y="39278"/>
                    <a:pt x="79278" y="39278"/>
                    <a:pt x="79303" y="39228"/>
                  </a:cubicBezTo>
                  <a:close/>
                  <a:moveTo>
                    <a:pt x="87617" y="42663"/>
                  </a:moveTo>
                  <a:cubicBezTo>
                    <a:pt x="87592" y="42663"/>
                    <a:pt x="87592" y="42688"/>
                    <a:pt x="87592" y="42713"/>
                  </a:cubicBezTo>
                  <a:lnTo>
                    <a:pt x="87542" y="42713"/>
                  </a:lnTo>
                  <a:cubicBezTo>
                    <a:pt x="87542" y="42688"/>
                    <a:pt x="87567" y="42688"/>
                    <a:pt x="87567" y="42663"/>
                  </a:cubicBezTo>
                  <a:close/>
                  <a:moveTo>
                    <a:pt x="72782" y="42166"/>
                  </a:moveTo>
                  <a:cubicBezTo>
                    <a:pt x="72782" y="42190"/>
                    <a:pt x="72782" y="42191"/>
                    <a:pt x="72757" y="42215"/>
                  </a:cubicBezTo>
                  <a:lnTo>
                    <a:pt x="72757" y="42265"/>
                  </a:lnTo>
                  <a:cubicBezTo>
                    <a:pt x="72404" y="42417"/>
                    <a:pt x="72057" y="42594"/>
                    <a:pt x="71710" y="42790"/>
                  </a:cubicBezTo>
                  <a:lnTo>
                    <a:pt x="71710" y="42790"/>
                  </a:lnTo>
                  <a:cubicBezTo>
                    <a:pt x="72019" y="42611"/>
                    <a:pt x="72326" y="42436"/>
                    <a:pt x="72632" y="42265"/>
                  </a:cubicBezTo>
                  <a:cubicBezTo>
                    <a:pt x="72657" y="42215"/>
                    <a:pt x="72707" y="42190"/>
                    <a:pt x="72757" y="42190"/>
                  </a:cubicBezTo>
                  <a:cubicBezTo>
                    <a:pt x="72757" y="42190"/>
                    <a:pt x="72782" y="42190"/>
                    <a:pt x="72782" y="42166"/>
                  </a:cubicBezTo>
                  <a:close/>
                  <a:moveTo>
                    <a:pt x="76615" y="42589"/>
                  </a:moveTo>
                  <a:lnTo>
                    <a:pt x="76615" y="42589"/>
                  </a:lnTo>
                  <a:cubicBezTo>
                    <a:pt x="76764" y="42713"/>
                    <a:pt x="76914" y="42813"/>
                    <a:pt x="77063" y="42912"/>
                  </a:cubicBezTo>
                  <a:cubicBezTo>
                    <a:pt x="77113" y="42937"/>
                    <a:pt x="77113" y="42962"/>
                    <a:pt x="77138" y="42962"/>
                  </a:cubicBezTo>
                  <a:cubicBezTo>
                    <a:pt x="77113" y="43037"/>
                    <a:pt x="77063" y="43087"/>
                    <a:pt x="77013" y="43161"/>
                  </a:cubicBezTo>
                  <a:cubicBezTo>
                    <a:pt x="76963" y="43087"/>
                    <a:pt x="76914" y="43037"/>
                    <a:pt x="76864" y="42962"/>
                  </a:cubicBezTo>
                  <a:cubicBezTo>
                    <a:pt x="76764" y="42838"/>
                    <a:pt x="76715" y="42713"/>
                    <a:pt x="76615" y="42589"/>
                  </a:cubicBezTo>
                  <a:close/>
                  <a:moveTo>
                    <a:pt x="90255" y="36242"/>
                  </a:moveTo>
                  <a:lnTo>
                    <a:pt x="90255" y="36242"/>
                  </a:lnTo>
                  <a:cubicBezTo>
                    <a:pt x="89459" y="38283"/>
                    <a:pt x="88538" y="40349"/>
                    <a:pt x="87443" y="42464"/>
                  </a:cubicBezTo>
                  <a:cubicBezTo>
                    <a:pt x="87265" y="42460"/>
                    <a:pt x="87086" y="42458"/>
                    <a:pt x="86906" y="42458"/>
                  </a:cubicBezTo>
                  <a:cubicBezTo>
                    <a:pt x="85085" y="42458"/>
                    <a:pt x="83109" y="42688"/>
                    <a:pt x="81071" y="43186"/>
                  </a:cubicBezTo>
                  <a:cubicBezTo>
                    <a:pt x="82738" y="41817"/>
                    <a:pt x="84107" y="39826"/>
                    <a:pt x="85078" y="37237"/>
                  </a:cubicBezTo>
                  <a:cubicBezTo>
                    <a:pt x="86571" y="36839"/>
                    <a:pt x="87990" y="36540"/>
                    <a:pt x="89384" y="36341"/>
                  </a:cubicBezTo>
                  <a:cubicBezTo>
                    <a:pt x="89484" y="36341"/>
                    <a:pt x="89583" y="36316"/>
                    <a:pt x="89683" y="36316"/>
                  </a:cubicBezTo>
                  <a:cubicBezTo>
                    <a:pt x="89857" y="36291"/>
                    <a:pt x="90081" y="36291"/>
                    <a:pt x="90255" y="36242"/>
                  </a:cubicBezTo>
                  <a:close/>
                  <a:moveTo>
                    <a:pt x="93641" y="35993"/>
                  </a:moveTo>
                  <a:cubicBezTo>
                    <a:pt x="94188" y="35993"/>
                    <a:pt x="94761" y="35993"/>
                    <a:pt x="95283" y="36067"/>
                  </a:cubicBezTo>
                  <a:lnTo>
                    <a:pt x="95308" y="36067"/>
                  </a:lnTo>
                  <a:cubicBezTo>
                    <a:pt x="96702" y="36441"/>
                    <a:pt x="98121" y="36914"/>
                    <a:pt x="99490" y="37461"/>
                  </a:cubicBezTo>
                  <a:cubicBezTo>
                    <a:pt x="97250" y="40050"/>
                    <a:pt x="94562" y="41991"/>
                    <a:pt x="91724" y="43211"/>
                  </a:cubicBezTo>
                  <a:cubicBezTo>
                    <a:pt x="90554" y="42813"/>
                    <a:pt x="89285" y="42564"/>
                    <a:pt x="87916" y="42464"/>
                  </a:cubicBezTo>
                  <a:cubicBezTo>
                    <a:pt x="88986" y="40349"/>
                    <a:pt x="89932" y="38233"/>
                    <a:pt x="90728" y="36142"/>
                  </a:cubicBezTo>
                  <a:cubicBezTo>
                    <a:pt x="90927" y="36117"/>
                    <a:pt x="91102" y="36092"/>
                    <a:pt x="91301" y="36092"/>
                  </a:cubicBezTo>
                  <a:cubicBezTo>
                    <a:pt x="91450" y="36092"/>
                    <a:pt x="91599" y="36067"/>
                    <a:pt x="91774" y="36067"/>
                  </a:cubicBezTo>
                  <a:cubicBezTo>
                    <a:pt x="92396" y="36042"/>
                    <a:pt x="92968" y="35993"/>
                    <a:pt x="93591" y="35993"/>
                  </a:cubicBezTo>
                  <a:close/>
                  <a:moveTo>
                    <a:pt x="84829" y="37287"/>
                  </a:moveTo>
                  <a:cubicBezTo>
                    <a:pt x="83833" y="39925"/>
                    <a:pt x="82390" y="41966"/>
                    <a:pt x="80598" y="43286"/>
                  </a:cubicBezTo>
                  <a:cubicBezTo>
                    <a:pt x="80523" y="43286"/>
                    <a:pt x="80473" y="43311"/>
                    <a:pt x="80398" y="43311"/>
                  </a:cubicBezTo>
                  <a:cubicBezTo>
                    <a:pt x="82240" y="42016"/>
                    <a:pt x="83709" y="39975"/>
                    <a:pt x="84730" y="37312"/>
                  </a:cubicBezTo>
                  <a:cubicBezTo>
                    <a:pt x="84754" y="37312"/>
                    <a:pt x="84779" y="37287"/>
                    <a:pt x="84829" y="37287"/>
                  </a:cubicBezTo>
                  <a:close/>
                  <a:moveTo>
                    <a:pt x="99664" y="37536"/>
                  </a:moveTo>
                  <a:cubicBezTo>
                    <a:pt x="99689" y="37561"/>
                    <a:pt x="99739" y="37561"/>
                    <a:pt x="99764" y="37561"/>
                  </a:cubicBezTo>
                  <a:cubicBezTo>
                    <a:pt x="97548" y="40149"/>
                    <a:pt x="94910" y="42091"/>
                    <a:pt x="92072" y="43335"/>
                  </a:cubicBezTo>
                  <a:cubicBezTo>
                    <a:pt x="92048" y="43335"/>
                    <a:pt x="92023" y="43311"/>
                    <a:pt x="91973" y="43311"/>
                  </a:cubicBezTo>
                  <a:cubicBezTo>
                    <a:pt x="94810" y="42066"/>
                    <a:pt x="97449" y="40100"/>
                    <a:pt x="99664" y="37536"/>
                  </a:cubicBezTo>
                  <a:close/>
                  <a:moveTo>
                    <a:pt x="87816" y="42663"/>
                  </a:moveTo>
                  <a:cubicBezTo>
                    <a:pt x="89110" y="42763"/>
                    <a:pt x="90330" y="42962"/>
                    <a:pt x="91450" y="43335"/>
                  </a:cubicBezTo>
                  <a:cubicBezTo>
                    <a:pt x="91425" y="43335"/>
                    <a:pt x="91400" y="43360"/>
                    <a:pt x="91351" y="43360"/>
                  </a:cubicBezTo>
                  <a:cubicBezTo>
                    <a:pt x="90280" y="43012"/>
                    <a:pt x="89061" y="42788"/>
                    <a:pt x="87791" y="42713"/>
                  </a:cubicBezTo>
                  <a:cubicBezTo>
                    <a:pt x="87791" y="42688"/>
                    <a:pt x="87816" y="42688"/>
                    <a:pt x="87816" y="42663"/>
                  </a:cubicBezTo>
                  <a:close/>
                  <a:moveTo>
                    <a:pt x="70417" y="39801"/>
                  </a:moveTo>
                  <a:cubicBezTo>
                    <a:pt x="70815" y="39801"/>
                    <a:pt x="71239" y="39826"/>
                    <a:pt x="71612" y="39851"/>
                  </a:cubicBezTo>
                  <a:cubicBezTo>
                    <a:pt x="71687" y="39851"/>
                    <a:pt x="71786" y="39901"/>
                    <a:pt x="71886" y="39901"/>
                  </a:cubicBezTo>
                  <a:cubicBezTo>
                    <a:pt x="71985" y="39901"/>
                    <a:pt x="72035" y="39925"/>
                    <a:pt x="72135" y="39925"/>
                  </a:cubicBezTo>
                  <a:cubicBezTo>
                    <a:pt x="72384" y="39950"/>
                    <a:pt x="72608" y="39975"/>
                    <a:pt x="72856" y="40050"/>
                  </a:cubicBezTo>
                  <a:cubicBezTo>
                    <a:pt x="72881" y="40050"/>
                    <a:pt x="72931" y="40050"/>
                    <a:pt x="72981" y="40075"/>
                  </a:cubicBezTo>
                  <a:cubicBezTo>
                    <a:pt x="73130" y="40100"/>
                    <a:pt x="73255" y="40174"/>
                    <a:pt x="73379" y="40199"/>
                  </a:cubicBezTo>
                  <a:cubicBezTo>
                    <a:pt x="73404" y="40199"/>
                    <a:pt x="73479" y="40224"/>
                    <a:pt x="73504" y="40224"/>
                  </a:cubicBezTo>
                  <a:cubicBezTo>
                    <a:pt x="73479" y="40398"/>
                    <a:pt x="73404" y="40523"/>
                    <a:pt x="73379" y="40672"/>
                  </a:cubicBezTo>
                  <a:cubicBezTo>
                    <a:pt x="73180" y="41070"/>
                    <a:pt x="73031" y="41469"/>
                    <a:pt x="72906" y="41817"/>
                  </a:cubicBezTo>
                  <a:cubicBezTo>
                    <a:pt x="72782" y="41867"/>
                    <a:pt x="72657" y="41942"/>
                    <a:pt x="72533" y="42041"/>
                  </a:cubicBezTo>
                  <a:cubicBezTo>
                    <a:pt x="72508" y="42066"/>
                    <a:pt x="72433" y="42066"/>
                    <a:pt x="72408" y="42091"/>
                  </a:cubicBezTo>
                  <a:lnTo>
                    <a:pt x="71935" y="42365"/>
                  </a:lnTo>
                  <a:cubicBezTo>
                    <a:pt x="71687" y="42539"/>
                    <a:pt x="71438" y="42663"/>
                    <a:pt x="71189" y="42813"/>
                  </a:cubicBezTo>
                  <a:cubicBezTo>
                    <a:pt x="70915" y="42962"/>
                    <a:pt x="70666" y="43111"/>
                    <a:pt x="70392" y="43311"/>
                  </a:cubicBezTo>
                  <a:lnTo>
                    <a:pt x="70193" y="43410"/>
                  </a:lnTo>
                  <a:cubicBezTo>
                    <a:pt x="68824" y="42663"/>
                    <a:pt x="67505" y="41643"/>
                    <a:pt x="66211" y="40349"/>
                  </a:cubicBezTo>
                  <a:lnTo>
                    <a:pt x="66584" y="40249"/>
                  </a:lnTo>
                  <a:lnTo>
                    <a:pt x="66659" y="40249"/>
                  </a:lnTo>
                  <a:cubicBezTo>
                    <a:pt x="66808" y="40224"/>
                    <a:pt x="66932" y="40199"/>
                    <a:pt x="67082" y="40174"/>
                  </a:cubicBezTo>
                  <a:cubicBezTo>
                    <a:pt x="67206" y="40125"/>
                    <a:pt x="67380" y="40100"/>
                    <a:pt x="67505" y="40100"/>
                  </a:cubicBezTo>
                  <a:cubicBezTo>
                    <a:pt x="67580" y="40075"/>
                    <a:pt x="67679" y="40075"/>
                    <a:pt x="67779" y="40050"/>
                  </a:cubicBezTo>
                  <a:cubicBezTo>
                    <a:pt x="67828" y="40050"/>
                    <a:pt x="67903" y="40000"/>
                    <a:pt x="67953" y="40000"/>
                  </a:cubicBezTo>
                  <a:cubicBezTo>
                    <a:pt x="68127" y="39975"/>
                    <a:pt x="68252" y="39975"/>
                    <a:pt x="68401" y="39950"/>
                  </a:cubicBezTo>
                  <a:lnTo>
                    <a:pt x="68501" y="39950"/>
                  </a:lnTo>
                  <a:cubicBezTo>
                    <a:pt x="68575" y="39950"/>
                    <a:pt x="68700" y="39925"/>
                    <a:pt x="68799" y="39925"/>
                  </a:cubicBezTo>
                  <a:cubicBezTo>
                    <a:pt x="68899" y="39925"/>
                    <a:pt x="68949" y="39925"/>
                    <a:pt x="69048" y="39901"/>
                  </a:cubicBezTo>
                  <a:cubicBezTo>
                    <a:pt x="69272" y="39851"/>
                    <a:pt x="69496" y="39851"/>
                    <a:pt x="69695" y="39826"/>
                  </a:cubicBezTo>
                  <a:cubicBezTo>
                    <a:pt x="69944" y="39826"/>
                    <a:pt x="70193" y="39801"/>
                    <a:pt x="70417" y="39801"/>
                  </a:cubicBezTo>
                  <a:close/>
                  <a:moveTo>
                    <a:pt x="76043" y="42240"/>
                  </a:moveTo>
                  <a:cubicBezTo>
                    <a:pt x="76117" y="42290"/>
                    <a:pt x="76142" y="42315"/>
                    <a:pt x="76142" y="42315"/>
                  </a:cubicBezTo>
                  <a:cubicBezTo>
                    <a:pt x="76167" y="42315"/>
                    <a:pt x="76167" y="42340"/>
                    <a:pt x="76192" y="42340"/>
                  </a:cubicBezTo>
                  <a:cubicBezTo>
                    <a:pt x="76267" y="42415"/>
                    <a:pt x="76291" y="42514"/>
                    <a:pt x="76316" y="42564"/>
                  </a:cubicBezTo>
                  <a:cubicBezTo>
                    <a:pt x="76366" y="42614"/>
                    <a:pt x="76391" y="42663"/>
                    <a:pt x="76416" y="42713"/>
                  </a:cubicBezTo>
                  <a:cubicBezTo>
                    <a:pt x="76416" y="42738"/>
                    <a:pt x="76441" y="42738"/>
                    <a:pt x="76441" y="42788"/>
                  </a:cubicBezTo>
                  <a:cubicBezTo>
                    <a:pt x="76515" y="42887"/>
                    <a:pt x="76615" y="42987"/>
                    <a:pt x="76665" y="43087"/>
                  </a:cubicBezTo>
                  <a:cubicBezTo>
                    <a:pt x="76739" y="43186"/>
                    <a:pt x="76789" y="43286"/>
                    <a:pt x="76864" y="43335"/>
                  </a:cubicBezTo>
                  <a:cubicBezTo>
                    <a:pt x="76864" y="43335"/>
                    <a:pt x="76864" y="43360"/>
                    <a:pt x="76814" y="43360"/>
                  </a:cubicBezTo>
                  <a:lnTo>
                    <a:pt x="76814" y="43410"/>
                  </a:lnTo>
                  <a:cubicBezTo>
                    <a:pt x="76789" y="43360"/>
                    <a:pt x="76789" y="43335"/>
                    <a:pt x="76764" y="43311"/>
                  </a:cubicBezTo>
                  <a:cubicBezTo>
                    <a:pt x="76565" y="43037"/>
                    <a:pt x="76366" y="42788"/>
                    <a:pt x="76192" y="42489"/>
                  </a:cubicBezTo>
                  <a:cubicBezTo>
                    <a:pt x="76142" y="42415"/>
                    <a:pt x="76117" y="42340"/>
                    <a:pt x="76043" y="42240"/>
                  </a:cubicBezTo>
                  <a:close/>
                  <a:moveTo>
                    <a:pt x="77262" y="43186"/>
                  </a:moveTo>
                  <a:lnTo>
                    <a:pt x="77287" y="43211"/>
                  </a:lnTo>
                  <a:lnTo>
                    <a:pt x="77212" y="43410"/>
                  </a:lnTo>
                  <a:lnTo>
                    <a:pt x="77163" y="43360"/>
                  </a:lnTo>
                  <a:cubicBezTo>
                    <a:pt x="77212" y="43286"/>
                    <a:pt x="77237" y="43261"/>
                    <a:pt x="77262" y="43186"/>
                  </a:cubicBezTo>
                  <a:close/>
                  <a:moveTo>
                    <a:pt x="91799" y="43435"/>
                  </a:moveTo>
                  <a:cubicBezTo>
                    <a:pt x="91823" y="43435"/>
                    <a:pt x="91823" y="43460"/>
                    <a:pt x="91848" y="43460"/>
                  </a:cubicBezTo>
                  <a:cubicBezTo>
                    <a:pt x="91823" y="43460"/>
                    <a:pt x="91799" y="43510"/>
                    <a:pt x="91774" y="43510"/>
                  </a:cubicBezTo>
                  <a:cubicBezTo>
                    <a:pt x="91724" y="43460"/>
                    <a:pt x="91699" y="43460"/>
                    <a:pt x="91674" y="43460"/>
                  </a:cubicBezTo>
                  <a:cubicBezTo>
                    <a:pt x="91699" y="43460"/>
                    <a:pt x="91724" y="43435"/>
                    <a:pt x="91774" y="43435"/>
                  </a:cubicBezTo>
                  <a:close/>
                  <a:moveTo>
                    <a:pt x="86678" y="42626"/>
                  </a:moveTo>
                  <a:cubicBezTo>
                    <a:pt x="86902" y="42626"/>
                    <a:pt x="87124" y="42630"/>
                    <a:pt x="87343" y="42639"/>
                  </a:cubicBezTo>
                  <a:cubicBezTo>
                    <a:pt x="87343" y="42663"/>
                    <a:pt x="87318" y="42663"/>
                    <a:pt x="87318" y="42688"/>
                  </a:cubicBezTo>
                  <a:cubicBezTo>
                    <a:pt x="87158" y="42684"/>
                    <a:pt x="86996" y="42683"/>
                    <a:pt x="86834" y="42683"/>
                  </a:cubicBezTo>
                  <a:cubicBezTo>
                    <a:pt x="84895" y="42683"/>
                    <a:pt x="82810" y="42955"/>
                    <a:pt x="80579" y="43520"/>
                  </a:cubicBezTo>
                  <a:lnTo>
                    <a:pt x="80579" y="43520"/>
                  </a:lnTo>
                  <a:cubicBezTo>
                    <a:pt x="80625" y="43497"/>
                    <a:pt x="80661" y="43453"/>
                    <a:pt x="80697" y="43435"/>
                  </a:cubicBezTo>
                  <a:cubicBezTo>
                    <a:pt x="82807" y="42902"/>
                    <a:pt x="84819" y="42626"/>
                    <a:pt x="86678" y="42626"/>
                  </a:cubicBezTo>
                  <a:close/>
                  <a:moveTo>
                    <a:pt x="66011" y="40349"/>
                  </a:moveTo>
                  <a:cubicBezTo>
                    <a:pt x="67306" y="41693"/>
                    <a:pt x="68675" y="42713"/>
                    <a:pt x="70044" y="43510"/>
                  </a:cubicBezTo>
                  <a:cubicBezTo>
                    <a:pt x="70019" y="43510"/>
                    <a:pt x="70019" y="43535"/>
                    <a:pt x="69994" y="43535"/>
                  </a:cubicBezTo>
                  <a:cubicBezTo>
                    <a:pt x="68625" y="42738"/>
                    <a:pt x="67256" y="41718"/>
                    <a:pt x="65937" y="40398"/>
                  </a:cubicBezTo>
                  <a:cubicBezTo>
                    <a:pt x="65962" y="40398"/>
                    <a:pt x="65962" y="40398"/>
                    <a:pt x="66011" y="40349"/>
                  </a:cubicBezTo>
                  <a:close/>
                  <a:moveTo>
                    <a:pt x="71451" y="42939"/>
                  </a:moveTo>
                  <a:cubicBezTo>
                    <a:pt x="71199" y="43088"/>
                    <a:pt x="70947" y="43246"/>
                    <a:pt x="70691" y="43410"/>
                  </a:cubicBezTo>
                  <a:cubicBezTo>
                    <a:pt x="70591" y="43460"/>
                    <a:pt x="70542" y="43510"/>
                    <a:pt x="70492" y="43535"/>
                  </a:cubicBezTo>
                  <a:lnTo>
                    <a:pt x="70417" y="43535"/>
                  </a:lnTo>
                  <a:lnTo>
                    <a:pt x="70591" y="43435"/>
                  </a:lnTo>
                  <a:cubicBezTo>
                    <a:pt x="70882" y="43269"/>
                    <a:pt x="71167" y="43103"/>
                    <a:pt x="71451" y="42939"/>
                  </a:cubicBezTo>
                  <a:close/>
                  <a:moveTo>
                    <a:pt x="84506" y="37411"/>
                  </a:moveTo>
                  <a:lnTo>
                    <a:pt x="84506" y="37411"/>
                  </a:lnTo>
                  <a:cubicBezTo>
                    <a:pt x="83435" y="40174"/>
                    <a:pt x="81842" y="42215"/>
                    <a:pt x="79876" y="43460"/>
                  </a:cubicBezTo>
                  <a:cubicBezTo>
                    <a:pt x="79726" y="43510"/>
                    <a:pt x="79577" y="43559"/>
                    <a:pt x="79453" y="43584"/>
                  </a:cubicBezTo>
                  <a:cubicBezTo>
                    <a:pt x="79353" y="43559"/>
                    <a:pt x="79278" y="43535"/>
                    <a:pt x="79204" y="43510"/>
                  </a:cubicBezTo>
                  <a:cubicBezTo>
                    <a:pt x="79154" y="43510"/>
                    <a:pt x="79129" y="43460"/>
                    <a:pt x="79104" y="43460"/>
                  </a:cubicBezTo>
                  <a:cubicBezTo>
                    <a:pt x="78980" y="43410"/>
                    <a:pt x="78855" y="43335"/>
                    <a:pt x="78781" y="43286"/>
                  </a:cubicBezTo>
                  <a:cubicBezTo>
                    <a:pt x="78382" y="43062"/>
                    <a:pt x="78108" y="42838"/>
                    <a:pt x="77835" y="42663"/>
                  </a:cubicBezTo>
                  <a:cubicBezTo>
                    <a:pt x="78457" y="41469"/>
                    <a:pt x="79029" y="40299"/>
                    <a:pt x="79577" y="39154"/>
                  </a:cubicBezTo>
                  <a:cubicBezTo>
                    <a:pt x="81245" y="38432"/>
                    <a:pt x="82888" y="37859"/>
                    <a:pt x="84506" y="37411"/>
                  </a:cubicBezTo>
                  <a:close/>
                  <a:moveTo>
                    <a:pt x="70293" y="43584"/>
                  </a:moveTo>
                  <a:cubicBezTo>
                    <a:pt x="70268" y="43584"/>
                    <a:pt x="70268" y="43634"/>
                    <a:pt x="70243" y="43634"/>
                  </a:cubicBezTo>
                  <a:cubicBezTo>
                    <a:pt x="70243" y="43634"/>
                    <a:pt x="70207" y="43634"/>
                    <a:pt x="70196" y="43603"/>
                  </a:cubicBezTo>
                  <a:lnTo>
                    <a:pt x="70196" y="43603"/>
                  </a:lnTo>
                  <a:cubicBezTo>
                    <a:pt x="70201" y="43593"/>
                    <a:pt x="70208" y="43584"/>
                    <a:pt x="70218" y="43584"/>
                  </a:cubicBezTo>
                  <a:close/>
                  <a:moveTo>
                    <a:pt x="70193" y="43609"/>
                  </a:moveTo>
                  <a:cubicBezTo>
                    <a:pt x="70193" y="43638"/>
                    <a:pt x="70192" y="43649"/>
                    <a:pt x="70187" y="43649"/>
                  </a:cubicBezTo>
                  <a:cubicBezTo>
                    <a:pt x="70183" y="43649"/>
                    <a:pt x="70177" y="43643"/>
                    <a:pt x="70168" y="43634"/>
                  </a:cubicBezTo>
                  <a:lnTo>
                    <a:pt x="70168" y="43634"/>
                  </a:lnTo>
                  <a:cubicBezTo>
                    <a:pt x="70177" y="43642"/>
                    <a:pt x="70182" y="43645"/>
                    <a:pt x="70185" y="43645"/>
                  </a:cubicBezTo>
                  <a:cubicBezTo>
                    <a:pt x="70190" y="43645"/>
                    <a:pt x="70185" y="43634"/>
                    <a:pt x="70168" y="43634"/>
                  </a:cubicBezTo>
                  <a:cubicBezTo>
                    <a:pt x="70181" y="43634"/>
                    <a:pt x="70187" y="43622"/>
                    <a:pt x="70193" y="43609"/>
                  </a:cubicBezTo>
                  <a:close/>
                  <a:moveTo>
                    <a:pt x="77038" y="43535"/>
                  </a:moveTo>
                  <a:lnTo>
                    <a:pt x="77038" y="43559"/>
                  </a:lnTo>
                  <a:lnTo>
                    <a:pt x="77038" y="43584"/>
                  </a:lnTo>
                  <a:lnTo>
                    <a:pt x="77038" y="43634"/>
                  </a:lnTo>
                  <a:lnTo>
                    <a:pt x="77038" y="43659"/>
                  </a:lnTo>
                  <a:cubicBezTo>
                    <a:pt x="77013" y="43634"/>
                    <a:pt x="77013" y="43584"/>
                    <a:pt x="77013" y="43584"/>
                  </a:cubicBezTo>
                  <a:cubicBezTo>
                    <a:pt x="77038" y="43559"/>
                    <a:pt x="77038" y="43559"/>
                    <a:pt x="77038" y="43535"/>
                  </a:cubicBezTo>
                  <a:close/>
                  <a:moveTo>
                    <a:pt x="79062" y="43652"/>
                  </a:moveTo>
                  <a:cubicBezTo>
                    <a:pt x="79097" y="43661"/>
                    <a:pt x="79120" y="43667"/>
                    <a:pt x="79154" y="43684"/>
                  </a:cubicBezTo>
                  <a:lnTo>
                    <a:pt x="79129" y="43684"/>
                  </a:lnTo>
                  <a:cubicBezTo>
                    <a:pt x="79106" y="43672"/>
                    <a:pt x="79082" y="43661"/>
                    <a:pt x="79062" y="43652"/>
                  </a:cubicBezTo>
                  <a:close/>
                  <a:moveTo>
                    <a:pt x="80174" y="43584"/>
                  </a:moveTo>
                  <a:lnTo>
                    <a:pt x="80000" y="43684"/>
                  </a:lnTo>
                  <a:cubicBezTo>
                    <a:pt x="79950" y="43709"/>
                    <a:pt x="79876" y="43709"/>
                    <a:pt x="79826" y="43734"/>
                  </a:cubicBezTo>
                  <a:cubicBezTo>
                    <a:pt x="79876" y="43709"/>
                    <a:pt x="79926" y="43684"/>
                    <a:pt x="79975" y="43659"/>
                  </a:cubicBezTo>
                  <a:cubicBezTo>
                    <a:pt x="80025" y="43609"/>
                    <a:pt x="80100" y="43609"/>
                    <a:pt x="80174" y="43584"/>
                  </a:cubicBezTo>
                  <a:close/>
                  <a:moveTo>
                    <a:pt x="77810" y="43311"/>
                  </a:moveTo>
                  <a:cubicBezTo>
                    <a:pt x="77860" y="43335"/>
                    <a:pt x="77909" y="43335"/>
                    <a:pt x="77934" y="43385"/>
                  </a:cubicBezTo>
                  <a:cubicBezTo>
                    <a:pt x="78133" y="43535"/>
                    <a:pt x="78308" y="43659"/>
                    <a:pt x="78507" y="43784"/>
                  </a:cubicBezTo>
                  <a:lnTo>
                    <a:pt x="78034" y="43784"/>
                  </a:lnTo>
                  <a:cubicBezTo>
                    <a:pt x="78009" y="43759"/>
                    <a:pt x="78009" y="43684"/>
                    <a:pt x="77984" y="43659"/>
                  </a:cubicBezTo>
                  <a:cubicBezTo>
                    <a:pt x="77984" y="43634"/>
                    <a:pt x="77984" y="43634"/>
                    <a:pt x="77959" y="43584"/>
                  </a:cubicBezTo>
                  <a:cubicBezTo>
                    <a:pt x="77909" y="43535"/>
                    <a:pt x="77884" y="43435"/>
                    <a:pt x="77860" y="43385"/>
                  </a:cubicBezTo>
                  <a:cubicBezTo>
                    <a:pt x="77860" y="43335"/>
                    <a:pt x="77810" y="43335"/>
                    <a:pt x="77810" y="43311"/>
                  </a:cubicBezTo>
                  <a:close/>
                  <a:moveTo>
                    <a:pt x="77586" y="43161"/>
                  </a:moveTo>
                  <a:cubicBezTo>
                    <a:pt x="77660" y="43311"/>
                    <a:pt x="77735" y="43460"/>
                    <a:pt x="77835" y="43634"/>
                  </a:cubicBezTo>
                  <a:cubicBezTo>
                    <a:pt x="77785" y="43684"/>
                    <a:pt x="77835" y="43759"/>
                    <a:pt x="77860" y="43808"/>
                  </a:cubicBezTo>
                  <a:lnTo>
                    <a:pt x="77785" y="43808"/>
                  </a:lnTo>
                  <a:cubicBezTo>
                    <a:pt x="77760" y="43709"/>
                    <a:pt x="77685" y="43634"/>
                    <a:pt x="77660" y="43535"/>
                  </a:cubicBezTo>
                  <a:cubicBezTo>
                    <a:pt x="77636" y="43460"/>
                    <a:pt x="77611" y="43435"/>
                    <a:pt x="77611" y="43360"/>
                  </a:cubicBezTo>
                  <a:lnTo>
                    <a:pt x="77611" y="43335"/>
                  </a:lnTo>
                  <a:cubicBezTo>
                    <a:pt x="77561" y="43311"/>
                    <a:pt x="77561" y="43286"/>
                    <a:pt x="77536" y="43211"/>
                  </a:cubicBezTo>
                  <a:cubicBezTo>
                    <a:pt x="77536" y="43211"/>
                    <a:pt x="77536" y="43186"/>
                    <a:pt x="77586" y="43186"/>
                  </a:cubicBezTo>
                  <a:lnTo>
                    <a:pt x="77586" y="43161"/>
                  </a:lnTo>
                  <a:close/>
                  <a:moveTo>
                    <a:pt x="76914" y="43808"/>
                  </a:moveTo>
                  <a:cubicBezTo>
                    <a:pt x="76914" y="43833"/>
                    <a:pt x="76914" y="43833"/>
                    <a:pt x="76889" y="43833"/>
                  </a:cubicBezTo>
                  <a:lnTo>
                    <a:pt x="76864" y="43833"/>
                  </a:lnTo>
                  <a:cubicBezTo>
                    <a:pt x="76889" y="43833"/>
                    <a:pt x="76889" y="43808"/>
                    <a:pt x="76914" y="43808"/>
                  </a:cubicBezTo>
                  <a:close/>
                  <a:moveTo>
                    <a:pt x="77188" y="43759"/>
                  </a:moveTo>
                  <a:cubicBezTo>
                    <a:pt x="77237" y="43784"/>
                    <a:pt x="77262" y="43808"/>
                    <a:pt x="77262" y="43833"/>
                  </a:cubicBezTo>
                  <a:lnTo>
                    <a:pt x="77188" y="43833"/>
                  </a:lnTo>
                  <a:lnTo>
                    <a:pt x="77163" y="43808"/>
                  </a:lnTo>
                  <a:cubicBezTo>
                    <a:pt x="77163" y="43808"/>
                    <a:pt x="77163" y="43784"/>
                    <a:pt x="77188" y="43784"/>
                  </a:cubicBezTo>
                  <a:lnTo>
                    <a:pt x="77188" y="43759"/>
                  </a:lnTo>
                  <a:close/>
                  <a:moveTo>
                    <a:pt x="77387" y="43460"/>
                  </a:moveTo>
                  <a:lnTo>
                    <a:pt x="77586" y="43833"/>
                  </a:lnTo>
                  <a:lnTo>
                    <a:pt x="77511" y="43833"/>
                  </a:lnTo>
                  <a:cubicBezTo>
                    <a:pt x="77486" y="43784"/>
                    <a:pt x="77486" y="43784"/>
                    <a:pt x="77461" y="43759"/>
                  </a:cubicBezTo>
                  <a:cubicBezTo>
                    <a:pt x="77412" y="43684"/>
                    <a:pt x="77362" y="43634"/>
                    <a:pt x="77337" y="43584"/>
                  </a:cubicBezTo>
                  <a:cubicBezTo>
                    <a:pt x="77362" y="43559"/>
                    <a:pt x="77387" y="43510"/>
                    <a:pt x="77387" y="43460"/>
                  </a:cubicBezTo>
                  <a:close/>
                  <a:moveTo>
                    <a:pt x="105439" y="26858"/>
                  </a:moveTo>
                  <a:cubicBezTo>
                    <a:pt x="108774" y="28102"/>
                    <a:pt x="111363" y="30193"/>
                    <a:pt x="113205" y="33006"/>
                  </a:cubicBezTo>
                  <a:lnTo>
                    <a:pt x="113205" y="33130"/>
                  </a:lnTo>
                  <a:lnTo>
                    <a:pt x="113205" y="33180"/>
                  </a:lnTo>
                  <a:cubicBezTo>
                    <a:pt x="113105" y="33877"/>
                    <a:pt x="112981" y="34599"/>
                    <a:pt x="112832" y="35345"/>
                  </a:cubicBezTo>
                  <a:cubicBezTo>
                    <a:pt x="112782" y="35445"/>
                    <a:pt x="112782" y="35495"/>
                    <a:pt x="112757" y="35594"/>
                  </a:cubicBezTo>
                  <a:cubicBezTo>
                    <a:pt x="112234" y="38308"/>
                    <a:pt x="111413" y="41095"/>
                    <a:pt x="110392" y="43958"/>
                  </a:cubicBezTo>
                  <a:cubicBezTo>
                    <a:pt x="108998" y="42564"/>
                    <a:pt x="107455" y="41319"/>
                    <a:pt x="105763" y="40224"/>
                  </a:cubicBezTo>
                  <a:lnTo>
                    <a:pt x="105738" y="40199"/>
                  </a:lnTo>
                  <a:cubicBezTo>
                    <a:pt x="105713" y="40149"/>
                    <a:pt x="105638" y="40100"/>
                    <a:pt x="105613" y="40050"/>
                  </a:cubicBezTo>
                  <a:lnTo>
                    <a:pt x="105514" y="39925"/>
                  </a:lnTo>
                  <a:lnTo>
                    <a:pt x="105489" y="39901"/>
                  </a:lnTo>
                  <a:lnTo>
                    <a:pt x="105464" y="39851"/>
                  </a:lnTo>
                  <a:lnTo>
                    <a:pt x="105265" y="39677"/>
                  </a:lnTo>
                  <a:cubicBezTo>
                    <a:pt x="105165" y="39577"/>
                    <a:pt x="105041" y="39477"/>
                    <a:pt x="104941" y="39403"/>
                  </a:cubicBezTo>
                  <a:cubicBezTo>
                    <a:pt x="104767" y="39228"/>
                    <a:pt x="104618" y="39054"/>
                    <a:pt x="104418" y="38930"/>
                  </a:cubicBezTo>
                  <a:cubicBezTo>
                    <a:pt x="104319" y="38830"/>
                    <a:pt x="104219" y="38780"/>
                    <a:pt x="104070" y="38681"/>
                  </a:cubicBezTo>
                  <a:cubicBezTo>
                    <a:pt x="103896" y="38532"/>
                    <a:pt x="103672" y="38357"/>
                    <a:pt x="103497" y="38233"/>
                  </a:cubicBezTo>
                  <a:cubicBezTo>
                    <a:pt x="103373" y="38183"/>
                    <a:pt x="103273" y="38083"/>
                    <a:pt x="103149" y="38034"/>
                  </a:cubicBezTo>
                  <a:cubicBezTo>
                    <a:pt x="102925" y="37909"/>
                    <a:pt x="102701" y="37735"/>
                    <a:pt x="102502" y="37611"/>
                  </a:cubicBezTo>
                  <a:lnTo>
                    <a:pt x="102128" y="37436"/>
                  </a:lnTo>
                  <a:cubicBezTo>
                    <a:pt x="102128" y="37436"/>
                    <a:pt x="102079" y="37436"/>
                    <a:pt x="102079" y="37411"/>
                  </a:cubicBezTo>
                  <a:cubicBezTo>
                    <a:pt x="102776" y="35420"/>
                    <a:pt x="103373" y="33454"/>
                    <a:pt x="103821" y="31512"/>
                  </a:cubicBezTo>
                  <a:cubicBezTo>
                    <a:pt x="104518" y="29994"/>
                    <a:pt x="105041" y="28426"/>
                    <a:pt x="105439" y="26858"/>
                  </a:cubicBezTo>
                  <a:close/>
                  <a:moveTo>
                    <a:pt x="113504" y="33553"/>
                  </a:moveTo>
                  <a:cubicBezTo>
                    <a:pt x="114300" y="34873"/>
                    <a:pt x="114922" y="36341"/>
                    <a:pt x="115321" y="37959"/>
                  </a:cubicBezTo>
                  <a:cubicBezTo>
                    <a:pt x="114250" y="40125"/>
                    <a:pt x="112732" y="42166"/>
                    <a:pt x="110815" y="43958"/>
                  </a:cubicBezTo>
                  <a:cubicBezTo>
                    <a:pt x="112110" y="40349"/>
                    <a:pt x="113006" y="36864"/>
                    <a:pt x="113504" y="33553"/>
                  </a:cubicBezTo>
                  <a:close/>
                  <a:moveTo>
                    <a:pt x="78233" y="43958"/>
                  </a:moveTo>
                  <a:cubicBezTo>
                    <a:pt x="78208" y="43983"/>
                    <a:pt x="78158" y="43983"/>
                    <a:pt x="78133" y="43983"/>
                  </a:cubicBezTo>
                  <a:cubicBezTo>
                    <a:pt x="78158" y="43958"/>
                    <a:pt x="78208" y="43958"/>
                    <a:pt x="78233" y="43958"/>
                  </a:cubicBezTo>
                  <a:close/>
                  <a:moveTo>
                    <a:pt x="101730" y="38432"/>
                  </a:moveTo>
                  <a:cubicBezTo>
                    <a:pt x="102800" y="38955"/>
                    <a:pt x="103846" y="39527"/>
                    <a:pt x="104866" y="40149"/>
                  </a:cubicBezTo>
                  <a:cubicBezTo>
                    <a:pt x="104767" y="40224"/>
                    <a:pt x="104667" y="40299"/>
                    <a:pt x="104618" y="40398"/>
                  </a:cubicBezTo>
                  <a:cubicBezTo>
                    <a:pt x="104493" y="40473"/>
                    <a:pt x="104369" y="40597"/>
                    <a:pt x="104244" y="40697"/>
                  </a:cubicBezTo>
                  <a:cubicBezTo>
                    <a:pt x="104095" y="40846"/>
                    <a:pt x="103896" y="40971"/>
                    <a:pt x="103746" y="41095"/>
                  </a:cubicBezTo>
                  <a:cubicBezTo>
                    <a:pt x="103622" y="41195"/>
                    <a:pt x="103497" y="41319"/>
                    <a:pt x="103348" y="41419"/>
                  </a:cubicBezTo>
                  <a:lnTo>
                    <a:pt x="102875" y="41792"/>
                  </a:lnTo>
                  <a:cubicBezTo>
                    <a:pt x="102726" y="41917"/>
                    <a:pt x="102601" y="42016"/>
                    <a:pt x="102427" y="42141"/>
                  </a:cubicBezTo>
                  <a:cubicBezTo>
                    <a:pt x="102278" y="42215"/>
                    <a:pt x="102153" y="42340"/>
                    <a:pt x="102004" y="42439"/>
                  </a:cubicBezTo>
                  <a:cubicBezTo>
                    <a:pt x="101855" y="42564"/>
                    <a:pt x="101655" y="42663"/>
                    <a:pt x="101506" y="42788"/>
                  </a:cubicBezTo>
                  <a:cubicBezTo>
                    <a:pt x="101382" y="42887"/>
                    <a:pt x="101232" y="42937"/>
                    <a:pt x="101108" y="43037"/>
                  </a:cubicBezTo>
                  <a:cubicBezTo>
                    <a:pt x="100909" y="43161"/>
                    <a:pt x="100735" y="43286"/>
                    <a:pt x="100535" y="43385"/>
                  </a:cubicBezTo>
                  <a:cubicBezTo>
                    <a:pt x="100411" y="43435"/>
                    <a:pt x="100286" y="43510"/>
                    <a:pt x="100187" y="43584"/>
                  </a:cubicBezTo>
                  <a:cubicBezTo>
                    <a:pt x="99988" y="43709"/>
                    <a:pt x="99789" y="43833"/>
                    <a:pt x="99565" y="43933"/>
                  </a:cubicBezTo>
                  <a:cubicBezTo>
                    <a:pt x="99515" y="43958"/>
                    <a:pt x="99490" y="43983"/>
                    <a:pt x="99415" y="44032"/>
                  </a:cubicBezTo>
                  <a:cubicBezTo>
                    <a:pt x="100262" y="42166"/>
                    <a:pt x="101033" y="40299"/>
                    <a:pt x="101730" y="38432"/>
                  </a:cubicBezTo>
                  <a:close/>
                  <a:moveTo>
                    <a:pt x="77436" y="44008"/>
                  </a:moveTo>
                  <a:cubicBezTo>
                    <a:pt x="77461" y="44032"/>
                    <a:pt x="77461" y="44057"/>
                    <a:pt x="77486" y="44057"/>
                  </a:cubicBezTo>
                  <a:lnTo>
                    <a:pt x="77412" y="44057"/>
                  </a:lnTo>
                  <a:lnTo>
                    <a:pt x="77412" y="44032"/>
                  </a:lnTo>
                  <a:lnTo>
                    <a:pt x="77387" y="44008"/>
                  </a:lnTo>
                  <a:close/>
                  <a:moveTo>
                    <a:pt x="77909" y="43983"/>
                  </a:moveTo>
                  <a:cubicBezTo>
                    <a:pt x="77909" y="44032"/>
                    <a:pt x="77909" y="44032"/>
                    <a:pt x="77959" y="44057"/>
                  </a:cubicBezTo>
                  <a:lnTo>
                    <a:pt x="77884" y="44057"/>
                  </a:lnTo>
                  <a:cubicBezTo>
                    <a:pt x="77884" y="44032"/>
                    <a:pt x="77860" y="43983"/>
                    <a:pt x="77860" y="43983"/>
                  </a:cubicBezTo>
                  <a:close/>
                  <a:moveTo>
                    <a:pt x="78781" y="44008"/>
                  </a:moveTo>
                  <a:cubicBezTo>
                    <a:pt x="78830" y="44008"/>
                    <a:pt x="78830" y="44032"/>
                    <a:pt x="78855" y="44032"/>
                  </a:cubicBezTo>
                  <a:cubicBezTo>
                    <a:pt x="78855" y="44032"/>
                    <a:pt x="78805" y="44032"/>
                    <a:pt x="78805" y="44057"/>
                  </a:cubicBezTo>
                  <a:lnTo>
                    <a:pt x="78631" y="44057"/>
                  </a:lnTo>
                  <a:cubicBezTo>
                    <a:pt x="78681" y="44032"/>
                    <a:pt x="78756" y="44032"/>
                    <a:pt x="78781" y="44008"/>
                  </a:cubicBezTo>
                  <a:close/>
                  <a:moveTo>
                    <a:pt x="77113" y="44032"/>
                  </a:moveTo>
                  <a:lnTo>
                    <a:pt x="77138" y="44057"/>
                  </a:lnTo>
                  <a:cubicBezTo>
                    <a:pt x="77138" y="44057"/>
                    <a:pt x="77138" y="44082"/>
                    <a:pt x="77163" y="44082"/>
                  </a:cubicBezTo>
                  <a:lnTo>
                    <a:pt x="77038" y="44082"/>
                  </a:lnTo>
                  <a:cubicBezTo>
                    <a:pt x="77038" y="44057"/>
                    <a:pt x="77038" y="44057"/>
                    <a:pt x="77063" y="44032"/>
                  </a:cubicBezTo>
                  <a:close/>
                  <a:moveTo>
                    <a:pt x="57947" y="32085"/>
                  </a:moveTo>
                  <a:cubicBezTo>
                    <a:pt x="59440" y="34300"/>
                    <a:pt x="60809" y="36515"/>
                    <a:pt x="61979" y="38681"/>
                  </a:cubicBezTo>
                  <a:cubicBezTo>
                    <a:pt x="59589" y="40398"/>
                    <a:pt x="57250" y="42215"/>
                    <a:pt x="55010" y="44132"/>
                  </a:cubicBezTo>
                  <a:lnTo>
                    <a:pt x="54985" y="44082"/>
                  </a:lnTo>
                  <a:cubicBezTo>
                    <a:pt x="54835" y="43933"/>
                    <a:pt x="54661" y="43759"/>
                    <a:pt x="54512" y="43584"/>
                  </a:cubicBezTo>
                  <a:cubicBezTo>
                    <a:pt x="54313" y="43335"/>
                    <a:pt x="54089" y="43087"/>
                    <a:pt x="53865" y="42887"/>
                  </a:cubicBezTo>
                  <a:cubicBezTo>
                    <a:pt x="53616" y="42589"/>
                    <a:pt x="53392" y="42340"/>
                    <a:pt x="53143" y="42066"/>
                  </a:cubicBezTo>
                  <a:cubicBezTo>
                    <a:pt x="53043" y="41966"/>
                    <a:pt x="52993" y="41892"/>
                    <a:pt x="52894" y="41792"/>
                  </a:cubicBezTo>
                  <a:cubicBezTo>
                    <a:pt x="51550" y="40224"/>
                    <a:pt x="50280" y="38556"/>
                    <a:pt x="49036" y="36839"/>
                  </a:cubicBezTo>
                  <a:cubicBezTo>
                    <a:pt x="52023" y="34723"/>
                    <a:pt x="55084" y="33130"/>
                    <a:pt x="57947" y="32085"/>
                  </a:cubicBezTo>
                  <a:close/>
                  <a:moveTo>
                    <a:pt x="72657" y="42464"/>
                  </a:moveTo>
                  <a:lnTo>
                    <a:pt x="72657" y="42464"/>
                  </a:lnTo>
                  <a:cubicBezTo>
                    <a:pt x="72433" y="43037"/>
                    <a:pt x="72184" y="43559"/>
                    <a:pt x="71911" y="44132"/>
                  </a:cubicBezTo>
                  <a:cubicBezTo>
                    <a:pt x="71463" y="43983"/>
                    <a:pt x="71114" y="43808"/>
                    <a:pt x="70691" y="43634"/>
                  </a:cubicBezTo>
                  <a:cubicBezTo>
                    <a:pt x="70741" y="43584"/>
                    <a:pt x="70766" y="43584"/>
                    <a:pt x="70790" y="43559"/>
                  </a:cubicBezTo>
                  <a:cubicBezTo>
                    <a:pt x="71413" y="43186"/>
                    <a:pt x="72035" y="42813"/>
                    <a:pt x="72657" y="42464"/>
                  </a:cubicBezTo>
                  <a:close/>
                  <a:moveTo>
                    <a:pt x="76789" y="44057"/>
                  </a:moveTo>
                  <a:cubicBezTo>
                    <a:pt x="76789" y="44082"/>
                    <a:pt x="76764" y="44082"/>
                    <a:pt x="76764" y="44132"/>
                  </a:cubicBezTo>
                  <a:lnTo>
                    <a:pt x="76739" y="44132"/>
                  </a:lnTo>
                  <a:cubicBezTo>
                    <a:pt x="76739" y="44082"/>
                    <a:pt x="76764" y="44082"/>
                    <a:pt x="76764" y="44057"/>
                  </a:cubicBezTo>
                  <a:close/>
                  <a:moveTo>
                    <a:pt x="113329" y="33230"/>
                  </a:moveTo>
                  <a:cubicBezTo>
                    <a:pt x="113329" y="33255"/>
                    <a:pt x="113354" y="33304"/>
                    <a:pt x="113379" y="33304"/>
                  </a:cubicBezTo>
                  <a:cubicBezTo>
                    <a:pt x="113280" y="33976"/>
                    <a:pt x="113180" y="34624"/>
                    <a:pt x="113031" y="35321"/>
                  </a:cubicBezTo>
                  <a:cubicBezTo>
                    <a:pt x="113031" y="35370"/>
                    <a:pt x="113006" y="35420"/>
                    <a:pt x="113006" y="35470"/>
                  </a:cubicBezTo>
                  <a:cubicBezTo>
                    <a:pt x="112433" y="38283"/>
                    <a:pt x="111612" y="41170"/>
                    <a:pt x="110567" y="44132"/>
                  </a:cubicBezTo>
                  <a:lnTo>
                    <a:pt x="110517" y="44082"/>
                  </a:lnTo>
                  <a:cubicBezTo>
                    <a:pt x="111886" y="40324"/>
                    <a:pt x="112832" y="36690"/>
                    <a:pt x="113329" y="33230"/>
                  </a:cubicBezTo>
                  <a:close/>
                  <a:moveTo>
                    <a:pt x="106211" y="40772"/>
                  </a:moveTo>
                  <a:cubicBezTo>
                    <a:pt x="107704" y="41792"/>
                    <a:pt x="109073" y="42912"/>
                    <a:pt x="110243" y="44132"/>
                  </a:cubicBezTo>
                  <a:cubicBezTo>
                    <a:pt x="110243" y="44157"/>
                    <a:pt x="110243" y="44157"/>
                    <a:pt x="110218" y="44182"/>
                  </a:cubicBezTo>
                  <a:cubicBezTo>
                    <a:pt x="109098" y="43012"/>
                    <a:pt x="107779" y="41917"/>
                    <a:pt x="106335" y="40921"/>
                  </a:cubicBezTo>
                  <a:cubicBezTo>
                    <a:pt x="106285" y="40846"/>
                    <a:pt x="106260" y="40821"/>
                    <a:pt x="106211" y="40772"/>
                  </a:cubicBezTo>
                  <a:close/>
                  <a:moveTo>
                    <a:pt x="80199" y="44082"/>
                  </a:moveTo>
                  <a:cubicBezTo>
                    <a:pt x="80249" y="44082"/>
                    <a:pt x="80274" y="44082"/>
                    <a:pt x="80349" y="44132"/>
                  </a:cubicBezTo>
                  <a:cubicBezTo>
                    <a:pt x="80398" y="44132"/>
                    <a:pt x="80473" y="44157"/>
                    <a:pt x="80573" y="44182"/>
                  </a:cubicBezTo>
                  <a:cubicBezTo>
                    <a:pt x="80556" y="44190"/>
                    <a:pt x="80542" y="44193"/>
                    <a:pt x="80529" y="44193"/>
                  </a:cubicBezTo>
                  <a:cubicBezTo>
                    <a:pt x="80504" y="44193"/>
                    <a:pt x="80481" y="44182"/>
                    <a:pt x="80448" y="44182"/>
                  </a:cubicBezTo>
                  <a:lnTo>
                    <a:pt x="80374" y="44182"/>
                  </a:lnTo>
                  <a:lnTo>
                    <a:pt x="80100" y="44082"/>
                  </a:lnTo>
                  <a:close/>
                  <a:moveTo>
                    <a:pt x="101506" y="38332"/>
                  </a:moveTo>
                  <a:cubicBezTo>
                    <a:pt x="101531" y="38332"/>
                    <a:pt x="101531" y="38357"/>
                    <a:pt x="101556" y="38357"/>
                  </a:cubicBezTo>
                  <a:cubicBezTo>
                    <a:pt x="100834" y="40299"/>
                    <a:pt x="100038" y="42215"/>
                    <a:pt x="99141" y="44182"/>
                  </a:cubicBezTo>
                  <a:cubicBezTo>
                    <a:pt x="99092" y="44182"/>
                    <a:pt x="99067" y="44207"/>
                    <a:pt x="99042" y="44207"/>
                  </a:cubicBezTo>
                  <a:cubicBezTo>
                    <a:pt x="99938" y="42265"/>
                    <a:pt x="100784" y="40249"/>
                    <a:pt x="101506" y="38332"/>
                  </a:cubicBezTo>
                  <a:close/>
                  <a:moveTo>
                    <a:pt x="48886" y="36889"/>
                  </a:moveTo>
                  <a:cubicBezTo>
                    <a:pt x="50206" y="38731"/>
                    <a:pt x="51599" y="40473"/>
                    <a:pt x="52993" y="42116"/>
                  </a:cubicBezTo>
                  <a:cubicBezTo>
                    <a:pt x="52993" y="42166"/>
                    <a:pt x="53018" y="42166"/>
                    <a:pt x="53018" y="42190"/>
                  </a:cubicBezTo>
                  <a:cubicBezTo>
                    <a:pt x="53267" y="42489"/>
                    <a:pt x="53566" y="42788"/>
                    <a:pt x="53815" y="43087"/>
                  </a:cubicBezTo>
                  <a:cubicBezTo>
                    <a:pt x="53989" y="43311"/>
                    <a:pt x="54188" y="43535"/>
                    <a:pt x="54387" y="43734"/>
                  </a:cubicBezTo>
                  <a:cubicBezTo>
                    <a:pt x="54561" y="43908"/>
                    <a:pt x="54711" y="44057"/>
                    <a:pt x="54860" y="44232"/>
                  </a:cubicBezTo>
                  <a:cubicBezTo>
                    <a:pt x="54835" y="44232"/>
                    <a:pt x="54835" y="44281"/>
                    <a:pt x="54810" y="44281"/>
                  </a:cubicBezTo>
                  <a:cubicBezTo>
                    <a:pt x="54636" y="44082"/>
                    <a:pt x="54462" y="43908"/>
                    <a:pt x="54313" y="43709"/>
                  </a:cubicBezTo>
                  <a:cubicBezTo>
                    <a:pt x="54263" y="43684"/>
                    <a:pt x="54238" y="43659"/>
                    <a:pt x="54238" y="43609"/>
                  </a:cubicBezTo>
                  <a:cubicBezTo>
                    <a:pt x="52396" y="41568"/>
                    <a:pt x="50579" y="39303"/>
                    <a:pt x="48861" y="36938"/>
                  </a:cubicBezTo>
                  <a:cubicBezTo>
                    <a:pt x="48861" y="36938"/>
                    <a:pt x="48886" y="36938"/>
                    <a:pt x="48886" y="36889"/>
                  </a:cubicBezTo>
                  <a:close/>
                  <a:moveTo>
                    <a:pt x="80747" y="44256"/>
                  </a:moveTo>
                  <a:cubicBezTo>
                    <a:pt x="80822" y="44256"/>
                    <a:pt x="80896" y="44281"/>
                    <a:pt x="80971" y="44281"/>
                  </a:cubicBezTo>
                  <a:cubicBezTo>
                    <a:pt x="80896" y="44281"/>
                    <a:pt x="80822" y="44281"/>
                    <a:pt x="80747" y="44256"/>
                  </a:cubicBezTo>
                  <a:close/>
                  <a:moveTo>
                    <a:pt x="62079" y="38830"/>
                  </a:moveTo>
                  <a:cubicBezTo>
                    <a:pt x="62079" y="38855"/>
                    <a:pt x="62103" y="38855"/>
                    <a:pt x="62103" y="38880"/>
                  </a:cubicBezTo>
                  <a:cubicBezTo>
                    <a:pt x="59714" y="40597"/>
                    <a:pt x="57424" y="42415"/>
                    <a:pt x="55184" y="44306"/>
                  </a:cubicBezTo>
                  <a:cubicBezTo>
                    <a:pt x="55184" y="44281"/>
                    <a:pt x="55134" y="44281"/>
                    <a:pt x="55134" y="44256"/>
                  </a:cubicBezTo>
                  <a:cubicBezTo>
                    <a:pt x="57374" y="42340"/>
                    <a:pt x="59689" y="40548"/>
                    <a:pt x="62079" y="38830"/>
                  </a:cubicBezTo>
                  <a:close/>
                  <a:moveTo>
                    <a:pt x="79627" y="44281"/>
                  </a:moveTo>
                  <a:cubicBezTo>
                    <a:pt x="79627" y="44281"/>
                    <a:pt x="79652" y="44281"/>
                    <a:pt x="79702" y="44306"/>
                  </a:cubicBezTo>
                  <a:lnTo>
                    <a:pt x="79627" y="44306"/>
                  </a:lnTo>
                  <a:lnTo>
                    <a:pt x="79602" y="44281"/>
                  </a:lnTo>
                  <a:close/>
                  <a:moveTo>
                    <a:pt x="78034" y="44281"/>
                  </a:moveTo>
                  <a:cubicBezTo>
                    <a:pt x="78009" y="44281"/>
                    <a:pt x="78009" y="44281"/>
                    <a:pt x="78034" y="44306"/>
                  </a:cubicBezTo>
                  <a:cubicBezTo>
                    <a:pt x="78009" y="44306"/>
                    <a:pt x="78009" y="44306"/>
                    <a:pt x="78009" y="44331"/>
                  </a:cubicBezTo>
                  <a:cubicBezTo>
                    <a:pt x="78009" y="44306"/>
                    <a:pt x="78009" y="44306"/>
                    <a:pt x="77984" y="44281"/>
                  </a:cubicBezTo>
                  <a:close/>
                  <a:moveTo>
                    <a:pt x="70492" y="43734"/>
                  </a:moveTo>
                  <a:cubicBezTo>
                    <a:pt x="70940" y="43933"/>
                    <a:pt x="71388" y="44157"/>
                    <a:pt x="71811" y="44306"/>
                  </a:cubicBezTo>
                  <a:cubicBezTo>
                    <a:pt x="71811" y="44331"/>
                    <a:pt x="71786" y="44331"/>
                    <a:pt x="71786" y="44356"/>
                  </a:cubicBezTo>
                  <a:cubicBezTo>
                    <a:pt x="71313" y="44207"/>
                    <a:pt x="70890" y="43983"/>
                    <a:pt x="70417" y="43784"/>
                  </a:cubicBezTo>
                  <a:cubicBezTo>
                    <a:pt x="70442" y="43784"/>
                    <a:pt x="70442" y="43734"/>
                    <a:pt x="70492" y="43734"/>
                  </a:cubicBezTo>
                  <a:close/>
                  <a:moveTo>
                    <a:pt x="72632" y="43908"/>
                  </a:moveTo>
                  <a:lnTo>
                    <a:pt x="72632" y="44356"/>
                  </a:lnTo>
                  <a:cubicBezTo>
                    <a:pt x="72558" y="44331"/>
                    <a:pt x="72483" y="44331"/>
                    <a:pt x="72408" y="44306"/>
                  </a:cubicBezTo>
                  <a:cubicBezTo>
                    <a:pt x="72458" y="44182"/>
                    <a:pt x="72558" y="44032"/>
                    <a:pt x="72632" y="43908"/>
                  </a:cubicBezTo>
                  <a:close/>
                  <a:moveTo>
                    <a:pt x="115370" y="38308"/>
                  </a:moveTo>
                  <a:lnTo>
                    <a:pt x="115370" y="38357"/>
                  </a:lnTo>
                  <a:cubicBezTo>
                    <a:pt x="114350" y="40373"/>
                    <a:pt x="112956" y="42290"/>
                    <a:pt x="111214" y="43933"/>
                  </a:cubicBezTo>
                  <a:lnTo>
                    <a:pt x="111164" y="43958"/>
                  </a:lnTo>
                  <a:lnTo>
                    <a:pt x="111089" y="44057"/>
                  </a:lnTo>
                  <a:cubicBezTo>
                    <a:pt x="110965" y="44157"/>
                    <a:pt x="110865" y="44281"/>
                    <a:pt x="110741" y="44356"/>
                  </a:cubicBezTo>
                  <a:cubicBezTo>
                    <a:pt x="110766" y="44331"/>
                    <a:pt x="110766" y="44331"/>
                    <a:pt x="110741" y="44306"/>
                  </a:cubicBezTo>
                  <a:lnTo>
                    <a:pt x="110815" y="44256"/>
                  </a:lnTo>
                  <a:cubicBezTo>
                    <a:pt x="110990" y="44057"/>
                    <a:pt x="111214" y="43883"/>
                    <a:pt x="111388" y="43684"/>
                  </a:cubicBezTo>
                  <a:lnTo>
                    <a:pt x="111861" y="43211"/>
                  </a:lnTo>
                  <a:lnTo>
                    <a:pt x="112135" y="42937"/>
                  </a:lnTo>
                  <a:cubicBezTo>
                    <a:pt x="112309" y="42738"/>
                    <a:pt x="112458" y="42589"/>
                    <a:pt x="112608" y="42415"/>
                  </a:cubicBezTo>
                  <a:cubicBezTo>
                    <a:pt x="112657" y="42315"/>
                    <a:pt x="112732" y="42265"/>
                    <a:pt x="112832" y="42166"/>
                  </a:cubicBezTo>
                  <a:cubicBezTo>
                    <a:pt x="112981" y="41966"/>
                    <a:pt x="113130" y="41792"/>
                    <a:pt x="113280" y="41568"/>
                  </a:cubicBezTo>
                  <a:cubicBezTo>
                    <a:pt x="113329" y="41494"/>
                    <a:pt x="113379" y="41444"/>
                    <a:pt x="113404" y="41419"/>
                  </a:cubicBezTo>
                  <a:cubicBezTo>
                    <a:pt x="113578" y="41195"/>
                    <a:pt x="113703" y="40996"/>
                    <a:pt x="113852" y="40797"/>
                  </a:cubicBezTo>
                  <a:cubicBezTo>
                    <a:pt x="113902" y="40697"/>
                    <a:pt x="113977" y="40622"/>
                    <a:pt x="114001" y="40548"/>
                  </a:cubicBezTo>
                  <a:cubicBezTo>
                    <a:pt x="114325" y="40075"/>
                    <a:pt x="114624" y="39602"/>
                    <a:pt x="114873" y="39129"/>
                  </a:cubicBezTo>
                  <a:cubicBezTo>
                    <a:pt x="114898" y="39104"/>
                    <a:pt x="114898" y="39079"/>
                    <a:pt x="114947" y="39054"/>
                  </a:cubicBezTo>
                  <a:cubicBezTo>
                    <a:pt x="115072" y="38830"/>
                    <a:pt x="115196" y="38631"/>
                    <a:pt x="115321" y="38432"/>
                  </a:cubicBezTo>
                  <a:lnTo>
                    <a:pt x="115321" y="38382"/>
                  </a:lnTo>
                  <a:cubicBezTo>
                    <a:pt x="115346" y="38357"/>
                    <a:pt x="115346" y="38332"/>
                    <a:pt x="115370" y="38308"/>
                  </a:cubicBezTo>
                  <a:close/>
                  <a:moveTo>
                    <a:pt x="79278" y="44306"/>
                  </a:moveTo>
                  <a:cubicBezTo>
                    <a:pt x="79278" y="44306"/>
                    <a:pt x="79328" y="44306"/>
                    <a:pt x="79328" y="44331"/>
                  </a:cubicBezTo>
                  <a:cubicBezTo>
                    <a:pt x="79253" y="44331"/>
                    <a:pt x="79204" y="44381"/>
                    <a:pt x="79129" y="44381"/>
                  </a:cubicBezTo>
                  <a:cubicBezTo>
                    <a:pt x="79154" y="44381"/>
                    <a:pt x="79204" y="44331"/>
                    <a:pt x="79204" y="44331"/>
                  </a:cubicBezTo>
                  <a:cubicBezTo>
                    <a:pt x="79229" y="44306"/>
                    <a:pt x="79229" y="44306"/>
                    <a:pt x="79253" y="44306"/>
                  </a:cubicBezTo>
                  <a:close/>
                  <a:moveTo>
                    <a:pt x="105090" y="40174"/>
                  </a:moveTo>
                  <a:cubicBezTo>
                    <a:pt x="105090" y="40174"/>
                    <a:pt x="105115" y="40174"/>
                    <a:pt x="105115" y="40199"/>
                  </a:cubicBezTo>
                  <a:cubicBezTo>
                    <a:pt x="105016" y="40274"/>
                    <a:pt x="104966" y="40349"/>
                    <a:pt x="104866" y="40423"/>
                  </a:cubicBezTo>
                  <a:cubicBezTo>
                    <a:pt x="104742" y="40548"/>
                    <a:pt x="104618" y="40672"/>
                    <a:pt x="104468" y="40797"/>
                  </a:cubicBezTo>
                  <a:lnTo>
                    <a:pt x="103995" y="41170"/>
                  </a:lnTo>
                  <a:cubicBezTo>
                    <a:pt x="103846" y="41294"/>
                    <a:pt x="103721" y="41419"/>
                    <a:pt x="103547" y="41543"/>
                  </a:cubicBezTo>
                  <a:cubicBezTo>
                    <a:pt x="103423" y="41643"/>
                    <a:pt x="103273" y="41742"/>
                    <a:pt x="103149" y="41842"/>
                  </a:cubicBezTo>
                  <a:cubicBezTo>
                    <a:pt x="102975" y="41966"/>
                    <a:pt x="102800" y="42116"/>
                    <a:pt x="102626" y="42265"/>
                  </a:cubicBezTo>
                  <a:cubicBezTo>
                    <a:pt x="102502" y="42340"/>
                    <a:pt x="102377" y="42415"/>
                    <a:pt x="102278" y="42514"/>
                  </a:cubicBezTo>
                  <a:cubicBezTo>
                    <a:pt x="102104" y="42639"/>
                    <a:pt x="101880" y="42788"/>
                    <a:pt x="101680" y="42912"/>
                  </a:cubicBezTo>
                  <a:lnTo>
                    <a:pt x="101407" y="43087"/>
                  </a:lnTo>
                  <a:cubicBezTo>
                    <a:pt x="101183" y="43261"/>
                    <a:pt x="100934" y="43385"/>
                    <a:pt x="100735" y="43535"/>
                  </a:cubicBezTo>
                  <a:cubicBezTo>
                    <a:pt x="100660" y="43559"/>
                    <a:pt x="100560" y="43634"/>
                    <a:pt x="100510" y="43659"/>
                  </a:cubicBezTo>
                  <a:cubicBezTo>
                    <a:pt x="100262" y="43808"/>
                    <a:pt x="99988" y="43958"/>
                    <a:pt x="99739" y="44082"/>
                  </a:cubicBezTo>
                  <a:cubicBezTo>
                    <a:pt x="99689" y="44132"/>
                    <a:pt x="99639" y="44132"/>
                    <a:pt x="99614" y="44157"/>
                  </a:cubicBezTo>
                  <a:cubicBezTo>
                    <a:pt x="99415" y="44306"/>
                    <a:pt x="99316" y="44381"/>
                    <a:pt x="99241" y="44381"/>
                  </a:cubicBezTo>
                  <a:cubicBezTo>
                    <a:pt x="99241" y="44331"/>
                    <a:pt x="99266" y="44331"/>
                    <a:pt x="99266" y="44306"/>
                  </a:cubicBezTo>
                  <a:cubicBezTo>
                    <a:pt x="99365" y="44281"/>
                    <a:pt x="99415" y="44207"/>
                    <a:pt x="99515" y="44182"/>
                  </a:cubicBezTo>
                  <a:cubicBezTo>
                    <a:pt x="99565" y="44157"/>
                    <a:pt x="99614" y="44132"/>
                    <a:pt x="99664" y="44082"/>
                  </a:cubicBezTo>
                  <a:cubicBezTo>
                    <a:pt x="99913" y="43958"/>
                    <a:pt x="100162" y="43808"/>
                    <a:pt x="100411" y="43659"/>
                  </a:cubicBezTo>
                  <a:cubicBezTo>
                    <a:pt x="100510" y="43584"/>
                    <a:pt x="100560" y="43559"/>
                    <a:pt x="100660" y="43510"/>
                  </a:cubicBezTo>
                  <a:cubicBezTo>
                    <a:pt x="100884" y="43360"/>
                    <a:pt x="101108" y="43211"/>
                    <a:pt x="101307" y="43087"/>
                  </a:cubicBezTo>
                  <a:cubicBezTo>
                    <a:pt x="101407" y="43037"/>
                    <a:pt x="101531" y="42962"/>
                    <a:pt x="101631" y="42912"/>
                  </a:cubicBezTo>
                  <a:cubicBezTo>
                    <a:pt x="101805" y="42788"/>
                    <a:pt x="102004" y="42663"/>
                    <a:pt x="102178" y="42489"/>
                  </a:cubicBezTo>
                  <a:lnTo>
                    <a:pt x="102552" y="42215"/>
                  </a:lnTo>
                  <a:cubicBezTo>
                    <a:pt x="102726" y="42091"/>
                    <a:pt x="102900" y="41966"/>
                    <a:pt x="103049" y="41842"/>
                  </a:cubicBezTo>
                  <a:cubicBezTo>
                    <a:pt x="103224" y="41718"/>
                    <a:pt x="103348" y="41643"/>
                    <a:pt x="103497" y="41494"/>
                  </a:cubicBezTo>
                  <a:cubicBezTo>
                    <a:pt x="103647" y="41369"/>
                    <a:pt x="103771" y="41245"/>
                    <a:pt x="103921" y="41145"/>
                  </a:cubicBezTo>
                  <a:lnTo>
                    <a:pt x="104394" y="40772"/>
                  </a:lnTo>
                  <a:cubicBezTo>
                    <a:pt x="104518" y="40647"/>
                    <a:pt x="104642" y="40523"/>
                    <a:pt x="104792" y="40398"/>
                  </a:cubicBezTo>
                  <a:cubicBezTo>
                    <a:pt x="104891" y="40324"/>
                    <a:pt x="104966" y="40224"/>
                    <a:pt x="105041" y="40174"/>
                  </a:cubicBezTo>
                  <a:close/>
                  <a:moveTo>
                    <a:pt x="77735" y="44331"/>
                  </a:moveTo>
                  <a:lnTo>
                    <a:pt x="77760" y="44381"/>
                  </a:lnTo>
                  <a:cubicBezTo>
                    <a:pt x="77760" y="44381"/>
                    <a:pt x="77760" y="44406"/>
                    <a:pt x="77785" y="44406"/>
                  </a:cubicBezTo>
                  <a:lnTo>
                    <a:pt x="77735" y="44406"/>
                  </a:lnTo>
                  <a:cubicBezTo>
                    <a:pt x="77685" y="44406"/>
                    <a:pt x="77660" y="44406"/>
                    <a:pt x="77660" y="44381"/>
                  </a:cubicBezTo>
                  <a:cubicBezTo>
                    <a:pt x="77710" y="44381"/>
                    <a:pt x="77735" y="44331"/>
                    <a:pt x="77735" y="44331"/>
                  </a:cubicBezTo>
                  <a:close/>
                  <a:moveTo>
                    <a:pt x="72905" y="43305"/>
                  </a:moveTo>
                  <a:lnTo>
                    <a:pt x="72905" y="43305"/>
                  </a:lnTo>
                  <a:cubicBezTo>
                    <a:pt x="72881" y="43696"/>
                    <a:pt x="72857" y="44063"/>
                    <a:pt x="72881" y="44431"/>
                  </a:cubicBezTo>
                  <a:cubicBezTo>
                    <a:pt x="72832" y="44431"/>
                    <a:pt x="72832" y="44431"/>
                    <a:pt x="72807" y="44406"/>
                  </a:cubicBezTo>
                  <a:cubicBezTo>
                    <a:pt x="72807" y="44082"/>
                    <a:pt x="72807" y="43759"/>
                    <a:pt x="72856" y="43435"/>
                  </a:cubicBezTo>
                  <a:cubicBezTo>
                    <a:pt x="72878" y="43392"/>
                    <a:pt x="72900" y="43349"/>
                    <a:pt x="72905" y="43305"/>
                  </a:cubicBezTo>
                  <a:close/>
                  <a:moveTo>
                    <a:pt x="74848" y="41294"/>
                  </a:moveTo>
                  <a:cubicBezTo>
                    <a:pt x="75122" y="41543"/>
                    <a:pt x="75395" y="41718"/>
                    <a:pt x="75669" y="41942"/>
                  </a:cubicBezTo>
                  <a:cubicBezTo>
                    <a:pt x="75744" y="42066"/>
                    <a:pt x="75819" y="42190"/>
                    <a:pt x="75893" y="42315"/>
                  </a:cubicBezTo>
                  <a:cubicBezTo>
                    <a:pt x="75893" y="42340"/>
                    <a:pt x="75918" y="42340"/>
                    <a:pt x="75918" y="42365"/>
                  </a:cubicBezTo>
                  <a:cubicBezTo>
                    <a:pt x="75918" y="42415"/>
                    <a:pt x="75968" y="42415"/>
                    <a:pt x="75968" y="42439"/>
                  </a:cubicBezTo>
                  <a:cubicBezTo>
                    <a:pt x="76018" y="42564"/>
                    <a:pt x="76092" y="42663"/>
                    <a:pt x="76167" y="42788"/>
                  </a:cubicBezTo>
                  <a:lnTo>
                    <a:pt x="76366" y="43062"/>
                  </a:lnTo>
                  <a:cubicBezTo>
                    <a:pt x="76391" y="43111"/>
                    <a:pt x="76466" y="43186"/>
                    <a:pt x="76491" y="43236"/>
                  </a:cubicBezTo>
                  <a:cubicBezTo>
                    <a:pt x="76491" y="43286"/>
                    <a:pt x="76515" y="43286"/>
                    <a:pt x="76515" y="43311"/>
                  </a:cubicBezTo>
                  <a:lnTo>
                    <a:pt x="76715" y="43584"/>
                  </a:lnTo>
                  <a:lnTo>
                    <a:pt x="76739" y="43609"/>
                  </a:lnTo>
                  <a:cubicBezTo>
                    <a:pt x="76665" y="43709"/>
                    <a:pt x="76640" y="43808"/>
                    <a:pt x="76590" y="43908"/>
                  </a:cubicBezTo>
                  <a:cubicBezTo>
                    <a:pt x="75669" y="43983"/>
                    <a:pt x="74723" y="44182"/>
                    <a:pt x="73728" y="44431"/>
                  </a:cubicBezTo>
                  <a:cubicBezTo>
                    <a:pt x="74001" y="43435"/>
                    <a:pt x="74225" y="42489"/>
                    <a:pt x="74350" y="41568"/>
                  </a:cubicBezTo>
                  <a:cubicBezTo>
                    <a:pt x="74524" y="41444"/>
                    <a:pt x="74674" y="41394"/>
                    <a:pt x="74848" y="41294"/>
                  </a:cubicBezTo>
                  <a:close/>
                  <a:moveTo>
                    <a:pt x="77287" y="44256"/>
                  </a:moveTo>
                  <a:cubicBezTo>
                    <a:pt x="77287" y="44256"/>
                    <a:pt x="77287" y="44281"/>
                    <a:pt x="77337" y="44281"/>
                  </a:cubicBezTo>
                  <a:cubicBezTo>
                    <a:pt x="77138" y="44331"/>
                    <a:pt x="76988" y="44406"/>
                    <a:pt x="76789" y="44456"/>
                  </a:cubicBezTo>
                  <a:cubicBezTo>
                    <a:pt x="76839" y="44431"/>
                    <a:pt x="76889" y="44331"/>
                    <a:pt x="76914" y="44281"/>
                  </a:cubicBezTo>
                  <a:cubicBezTo>
                    <a:pt x="77038" y="44281"/>
                    <a:pt x="77163" y="44281"/>
                    <a:pt x="77287" y="44256"/>
                  </a:cubicBezTo>
                  <a:close/>
                  <a:moveTo>
                    <a:pt x="55010" y="44406"/>
                  </a:moveTo>
                  <a:cubicBezTo>
                    <a:pt x="55010" y="44431"/>
                    <a:pt x="55059" y="44431"/>
                    <a:pt x="55059" y="44456"/>
                  </a:cubicBezTo>
                  <a:cubicBezTo>
                    <a:pt x="55010" y="44456"/>
                    <a:pt x="55010" y="44480"/>
                    <a:pt x="54985" y="44480"/>
                  </a:cubicBezTo>
                  <a:cubicBezTo>
                    <a:pt x="54960" y="44456"/>
                    <a:pt x="54960" y="44431"/>
                    <a:pt x="54960" y="44431"/>
                  </a:cubicBezTo>
                  <a:cubicBezTo>
                    <a:pt x="54985" y="44431"/>
                    <a:pt x="54985" y="44406"/>
                    <a:pt x="55010" y="44406"/>
                  </a:cubicBezTo>
                  <a:close/>
                  <a:moveTo>
                    <a:pt x="74175" y="41651"/>
                  </a:moveTo>
                  <a:cubicBezTo>
                    <a:pt x="74050" y="42545"/>
                    <a:pt x="73851" y="43513"/>
                    <a:pt x="73553" y="44456"/>
                  </a:cubicBezTo>
                  <a:cubicBezTo>
                    <a:pt x="73529" y="44456"/>
                    <a:pt x="73529" y="44456"/>
                    <a:pt x="73504" y="44480"/>
                  </a:cubicBezTo>
                  <a:cubicBezTo>
                    <a:pt x="73777" y="43535"/>
                    <a:pt x="74001" y="42589"/>
                    <a:pt x="74126" y="41693"/>
                  </a:cubicBezTo>
                  <a:cubicBezTo>
                    <a:pt x="74148" y="41671"/>
                    <a:pt x="74169" y="41668"/>
                    <a:pt x="74175" y="41651"/>
                  </a:cubicBezTo>
                  <a:close/>
                  <a:moveTo>
                    <a:pt x="110639" y="44480"/>
                  </a:moveTo>
                  <a:cubicBezTo>
                    <a:pt x="110640" y="44487"/>
                    <a:pt x="110641" y="44495"/>
                    <a:pt x="110641" y="44505"/>
                  </a:cubicBezTo>
                  <a:cubicBezTo>
                    <a:pt x="110616" y="44505"/>
                    <a:pt x="110616" y="44530"/>
                    <a:pt x="110616" y="44530"/>
                  </a:cubicBezTo>
                  <a:lnTo>
                    <a:pt x="110616" y="44530"/>
                  </a:lnTo>
                  <a:cubicBezTo>
                    <a:pt x="110616" y="44510"/>
                    <a:pt x="110632" y="44506"/>
                    <a:pt x="110639" y="44480"/>
                  </a:cubicBezTo>
                  <a:close/>
                  <a:moveTo>
                    <a:pt x="73927" y="41792"/>
                  </a:moveTo>
                  <a:lnTo>
                    <a:pt x="73927" y="41792"/>
                  </a:lnTo>
                  <a:cubicBezTo>
                    <a:pt x="73802" y="42688"/>
                    <a:pt x="73603" y="43584"/>
                    <a:pt x="73304" y="44530"/>
                  </a:cubicBezTo>
                  <a:lnTo>
                    <a:pt x="73280" y="44530"/>
                  </a:lnTo>
                  <a:cubicBezTo>
                    <a:pt x="73230" y="44530"/>
                    <a:pt x="73155" y="44505"/>
                    <a:pt x="73080" y="44505"/>
                  </a:cubicBezTo>
                  <a:cubicBezTo>
                    <a:pt x="73056" y="43908"/>
                    <a:pt x="73080" y="43335"/>
                    <a:pt x="73180" y="42788"/>
                  </a:cubicBezTo>
                  <a:cubicBezTo>
                    <a:pt x="73304" y="42539"/>
                    <a:pt x="73404" y="42290"/>
                    <a:pt x="73529" y="42016"/>
                  </a:cubicBezTo>
                  <a:cubicBezTo>
                    <a:pt x="73653" y="41917"/>
                    <a:pt x="73777" y="41842"/>
                    <a:pt x="73927" y="41792"/>
                  </a:cubicBezTo>
                  <a:close/>
                  <a:moveTo>
                    <a:pt x="78407" y="44505"/>
                  </a:moveTo>
                  <a:cubicBezTo>
                    <a:pt x="78382" y="44505"/>
                    <a:pt x="78357" y="44505"/>
                    <a:pt x="78283" y="44530"/>
                  </a:cubicBezTo>
                  <a:cubicBezTo>
                    <a:pt x="78333" y="44505"/>
                    <a:pt x="78357" y="44505"/>
                    <a:pt x="78407" y="44505"/>
                  </a:cubicBezTo>
                  <a:close/>
                  <a:moveTo>
                    <a:pt x="87468" y="42887"/>
                  </a:moveTo>
                  <a:cubicBezTo>
                    <a:pt x="87194" y="43435"/>
                    <a:pt x="86870" y="43983"/>
                    <a:pt x="86571" y="44555"/>
                  </a:cubicBezTo>
                  <a:lnTo>
                    <a:pt x="86497" y="44555"/>
                  </a:lnTo>
                  <a:cubicBezTo>
                    <a:pt x="86845" y="43983"/>
                    <a:pt x="87119" y="43435"/>
                    <a:pt x="87418" y="42887"/>
                  </a:cubicBezTo>
                  <a:close/>
                  <a:moveTo>
                    <a:pt x="87692" y="42912"/>
                  </a:moveTo>
                  <a:cubicBezTo>
                    <a:pt x="88911" y="42962"/>
                    <a:pt x="90031" y="43186"/>
                    <a:pt x="91077" y="43510"/>
                  </a:cubicBezTo>
                  <a:cubicBezTo>
                    <a:pt x="89683" y="44032"/>
                    <a:pt x="88239" y="44406"/>
                    <a:pt x="86820" y="44555"/>
                  </a:cubicBezTo>
                  <a:cubicBezTo>
                    <a:pt x="87119" y="43983"/>
                    <a:pt x="87418" y="43435"/>
                    <a:pt x="87692" y="42912"/>
                  </a:cubicBezTo>
                  <a:close/>
                  <a:moveTo>
                    <a:pt x="98992" y="44456"/>
                  </a:moveTo>
                  <a:cubicBezTo>
                    <a:pt x="98992" y="44480"/>
                    <a:pt x="98942" y="44480"/>
                    <a:pt x="98942" y="44530"/>
                  </a:cubicBezTo>
                  <a:lnTo>
                    <a:pt x="98942" y="44555"/>
                  </a:lnTo>
                  <a:cubicBezTo>
                    <a:pt x="98917" y="44555"/>
                    <a:pt x="98893" y="44580"/>
                    <a:pt x="98868" y="44580"/>
                  </a:cubicBezTo>
                  <a:cubicBezTo>
                    <a:pt x="98868" y="44580"/>
                    <a:pt x="98868" y="44555"/>
                    <a:pt x="98893" y="44555"/>
                  </a:cubicBezTo>
                  <a:cubicBezTo>
                    <a:pt x="98893" y="44530"/>
                    <a:pt x="98893" y="44530"/>
                    <a:pt x="98917" y="44480"/>
                  </a:cubicBezTo>
                  <a:cubicBezTo>
                    <a:pt x="98917" y="44485"/>
                    <a:pt x="98918" y="44487"/>
                    <a:pt x="98920" y="44487"/>
                  </a:cubicBezTo>
                  <a:cubicBezTo>
                    <a:pt x="98928" y="44487"/>
                    <a:pt x="98952" y="44456"/>
                    <a:pt x="98992" y="44456"/>
                  </a:cubicBezTo>
                  <a:close/>
                  <a:moveTo>
                    <a:pt x="76665" y="44306"/>
                  </a:moveTo>
                  <a:cubicBezTo>
                    <a:pt x="76615" y="44406"/>
                    <a:pt x="76540" y="44505"/>
                    <a:pt x="76515" y="44580"/>
                  </a:cubicBezTo>
                  <a:cubicBezTo>
                    <a:pt x="76491" y="44580"/>
                    <a:pt x="76466" y="44605"/>
                    <a:pt x="76466" y="44605"/>
                  </a:cubicBezTo>
                  <a:cubicBezTo>
                    <a:pt x="76515" y="44530"/>
                    <a:pt x="76590" y="44431"/>
                    <a:pt x="76640" y="44306"/>
                  </a:cubicBezTo>
                  <a:close/>
                  <a:moveTo>
                    <a:pt x="77461" y="44431"/>
                  </a:moveTo>
                  <a:cubicBezTo>
                    <a:pt x="77461" y="44456"/>
                    <a:pt x="77486" y="44456"/>
                    <a:pt x="77486" y="44480"/>
                  </a:cubicBezTo>
                  <a:cubicBezTo>
                    <a:pt x="77461" y="44480"/>
                    <a:pt x="77461" y="44480"/>
                    <a:pt x="77412" y="44530"/>
                  </a:cubicBezTo>
                  <a:cubicBezTo>
                    <a:pt x="77337" y="44555"/>
                    <a:pt x="77212" y="44580"/>
                    <a:pt x="77113" y="44580"/>
                  </a:cubicBezTo>
                  <a:cubicBezTo>
                    <a:pt x="77038" y="44580"/>
                    <a:pt x="76988" y="44605"/>
                    <a:pt x="76963" y="44605"/>
                  </a:cubicBezTo>
                  <a:cubicBezTo>
                    <a:pt x="77138" y="44555"/>
                    <a:pt x="77287" y="44505"/>
                    <a:pt x="77461" y="44431"/>
                  </a:cubicBezTo>
                  <a:close/>
                  <a:moveTo>
                    <a:pt x="81618" y="44456"/>
                  </a:moveTo>
                  <a:cubicBezTo>
                    <a:pt x="81842" y="44480"/>
                    <a:pt x="82016" y="44555"/>
                    <a:pt x="82240" y="44580"/>
                  </a:cubicBezTo>
                  <a:lnTo>
                    <a:pt x="82265" y="44580"/>
                  </a:lnTo>
                  <a:cubicBezTo>
                    <a:pt x="82298" y="44591"/>
                    <a:pt x="82321" y="44606"/>
                    <a:pt x="82343" y="44620"/>
                  </a:cubicBezTo>
                  <a:lnTo>
                    <a:pt x="82343" y="44620"/>
                  </a:lnTo>
                  <a:cubicBezTo>
                    <a:pt x="82273" y="44605"/>
                    <a:pt x="82200" y="44605"/>
                    <a:pt x="82116" y="44605"/>
                  </a:cubicBezTo>
                  <a:cubicBezTo>
                    <a:pt x="81991" y="44555"/>
                    <a:pt x="81817" y="44530"/>
                    <a:pt x="81618" y="44456"/>
                  </a:cubicBezTo>
                  <a:close/>
                  <a:moveTo>
                    <a:pt x="72309" y="44456"/>
                  </a:moveTo>
                  <a:cubicBezTo>
                    <a:pt x="72408" y="44505"/>
                    <a:pt x="72533" y="44530"/>
                    <a:pt x="72632" y="44555"/>
                  </a:cubicBezTo>
                  <a:lnTo>
                    <a:pt x="72632" y="44630"/>
                  </a:lnTo>
                  <a:cubicBezTo>
                    <a:pt x="72508" y="44580"/>
                    <a:pt x="72408" y="44555"/>
                    <a:pt x="72284" y="44530"/>
                  </a:cubicBezTo>
                  <a:cubicBezTo>
                    <a:pt x="72284" y="44505"/>
                    <a:pt x="72309" y="44505"/>
                    <a:pt x="72309" y="44456"/>
                  </a:cubicBezTo>
                  <a:close/>
                  <a:moveTo>
                    <a:pt x="86633" y="42877"/>
                  </a:moveTo>
                  <a:cubicBezTo>
                    <a:pt x="86830" y="42877"/>
                    <a:pt x="87026" y="42881"/>
                    <a:pt x="87219" y="42887"/>
                  </a:cubicBezTo>
                  <a:cubicBezTo>
                    <a:pt x="86920" y="43435"/>
                    <a:pt x="86621" y="44032"/>
                    <a:pt x="86323" y="44580"/>
                  </a:cubicBezTo>
                  <a:cubicBezTo>
                    <a:pt x="86123" y="44580"/>
                    <a:pt x="85949" y="44605"/>
                    <a:pt x="85750" y="44605"/>
                  </a:cubicBezTo>
                  <a:cubicBezTo>
                    <a:pt x="85482" y="44622"/>
                    <a:pt x="85215" y="44630"/>
                    <a:pt x="84949" y="44630"/>
                  </a:cubicBezTo>
                  <a:cubicBezTo>
                    <a:pt x="84054" y="44630"/>
                    <a:pt x="83167" y="44540"/>
                    <a:pt x="82265" y="44406"/>
                  </a:cubicBezTo>
                  <a:cubicBezTo>
                    <a:pt x="81767" y="44256"/>
                    <a:pt x="81270" y="44082"/>
                    <a:pt x="80747" y="43983"/>
                  </a:cubicBezTo>
                  <a:lnTo>
                    <a:pt x="80747" y="43958"/>
                  </a:lnTo>
                  <a:lnTo>
                    <a:pt x="80647" y="43958"/>
                  </a:lnTo>
                  <a:cubicBezTo>
                    <a:pt x="80498" y="43933"/>
                    <a:pt x="80324" y="43908"/>
                    <a:pt x="80150" y="43833"/>
                  </a:cubicBezTo>
                  <a:lnTo>
                    <a:pt x="80125" y="43833"/>
                  </a:lnTo>
                  <a:cubicBezTo>
                    <a:pt x="82414" y="43221"/>
                    <a:pt x="84622" y="42877"/>
                    <a:pt x="86633" y="42877"/>
                  </a:cubicBezTo>
                  <a:close/>
                  <a:moveTo>
                    <a:pt x="76491" y="44057"/>
                  </a:moveTo>
                  <a:cubicBezTo>
                    <a:pt x="76491" y="44132"/>
                    <a:pt x="76491" y="44132"/>
                    <a:pt x="76441" y="44157"/>
                  </a:cubicBezTo>
                  <a:cubicBezTo>
                    <a:pt x="75619" y="44256"/>
                    <a:pt x="74698" y="44431"/>
                    <a:pt x="73802" y="44655"/>
                  </a:cubicBezTo>
                  <a:cubicBezTo>
                    <a:pt x="73777" y="44655"/>
                    <a:pt x="73703" y="44655"/>
                    <a:pt x="73678" y="44605"/>
                  </a:cubicBezTo>
                  <a:lnTo>
                    <a:pt x="73678" y="44580"/>
                  </a:lnTo>
                  <a:cubicBezTo>
                    <a:pt x="74649" y="44331"/>
                    <a:pt x="75594" y="44182"/>
                    <a:pt x="76491" y="44057"/>
                  </a:cubicBezTo>
                  <a:close/>
                  <a:moveTo>
                    <a:pt x="72853" y="44617"/>
                  </a:moveTo>
                  <a:cubicBezTo>
                    <a:pt x="72863" y="44617"/>
                    <a:pt x="72869" y="44630"/>
                    <a:pt x="72881" y="44655"/>
                  </a:cubicBezTo>
                  <a:cubicBezTo>
                    <a:pt x="72832" y="44655"/>
                    <a:pt x="72832" y="44655"/>
                    <a:pt x="72807" y="44680"/>
                  </a:cubicBezTo>
                  <a:lnTo>
                    <a:pt x="72807" y="44655"/>
                  </a:lnTo>
                  <a:cubicBezTo>
                    <a:pt x="72832" y="44630"/>
                    <a:pt x="72844" y="44617"/>
                    <a:pt x="72853" y="44617"/>
                  </a:cubicBezTo>
                  <a:close/>
                  <a:moveTo>
                    <a:pt x="76341" y="44331"/>
                  </a:moveTo>
                  <a:cubicBezTo>
                    <a:pt x="76267" y="44456"/>
                    <a:pt x="76167" y="44580"/>
                    <a:pt x="76117" y="44704"/>
                  </a:cubicBezTo>
                  <a:cubicBezTo>
                    <a:pt x="75840" y="44751"/>
                    <a:pt x="75556" y="44770"/>
                    <a:pt x="75271" y="44770"/>
                  </a:cubicBezTo>
                  <a:cubicBezTo>
                    <a:pt x="74941" y="44770"/>
                    <a:pt x="74608" y="44744"/>
                    <a:pt x="74275" y="44704"/>
                  </a:cubicBezTo>
                  <a:cubicBezTo>
                    <a:pt x="74997" y="44555"/>
                    <a:pt x="75669" y="44431"/>
                    <a:pt x="76341" y="44331"/>
                  </a:cubicBezTo>
                  <a:close/>
                  <a:moveTo>
                    <a:pt x="73230" y="44754"/>
                  </a:moveTo>
                  <a:lnTo>
                    <a:pt x="73230" y="44804"/>
                  </a:lnTo>
                  <a:cubicBezTo>
                    <a:pt x="73180" y="44779"/>
                    <a:pt x="73155" y="44779"/>
                    <a:pt x="73105" y="44779"/>
                  </a:cubicBezTo>
                  <a:cubicBezTo>
                    <a:pt x="73130" y="44779"/>
                    <a:pt x="73155" y="44754"/>
                    <a:pt x="73230" y="44754"/>
                  </a:cubicBezTo>
                  <a:close/>
                  <a:moveTo>
                    <a:pt x="86447" y="44754"/>
                  </a:moveTo>
                  <a:cubicBezTo>
                    <a:pt x="86447" y="44767"/>
                    <a:pt x="86453" y="44773"/>
                    <a:pt x="86463" y="44773"/>
                  </a:cubicBezTo>
                  <a:cubicBezTo>
                    <a:pt x="86472" y="44773"/>
                    <a:pt x="86484" y="44767"/>
                    <a:pt x="86497" y="44754"/>
                  </a:cubicBezTo>
                  <a:lnTo>
                    <a:pt x="86497" y="44754"/>
                  </a:lnTo>
                  <a:cubicBezTo>
                    <a:pt x="86497" y="44779"/>
                    <a:pt x="86472" y="44779"/>
                    <a:pt x="86472" y="44804"/>
                  </a:cubicBezTo>
                  <a:lnTo>
                    <a:pt x="86422" y="44804"/>
                  </a:lnTo>
                  <a:cubicBezTo>
                    <a:pt x="86422" y="44779"/>
                    <a:pt x="86447" y="44779"/>
                    <a:pt x="86447" y="44754"/>
                  </a:cubicBezTo>
                  <a:close/>
                  <a:moveTo>
                    <a:pt x="91351" y="43559"/>
                  </a:moveTo>
                  <a:cubicBezTo>
                    <a:pt x="91400" y="43559"/>
                    <a:pt x="91425" y="43584"/>
                    <a:pt x="91450" y="43584"/>
                  </a:cubicBezTo>
                  <a:cubicBezTo>
                    <a:pt x="89932" y="44256"/>
                    <a:pt x="88314" y="44655"/>
                    <a:pt x="86671" y="44804"/>
                  </a:cubicBezTo>
                  <a:cubicBezTo>
                    <a:pt x="86671" y="44779"/>
                    <a:pt x="86696" y="44779"/>
                    <a:pt x="86696" y="44754"/>
                  </a:cubicBezTo>
                  <a:cubicBezTo>
                    <a:pt x="88289" y="44580"/>
                    <a:pt x="89832" y="44182"/>
                    <a:pt x="91351" y="43559"/>
                  </a:cubicBezTo>
                  <a:close/>
                  <a:moveTo>
                    <a:pt x="77660" y="44655"/>
                  </a:moveTo>
                  <a:lnTo>
                    <a:pt x="77685" y="44680"/>
                  </a:lnTo>
                  <a:lnTo>
                    <a:pt x="77735" y="44704"/>
                  </a:lnTo>
                  <a:cubicBezTo>
                    <a:pt x="77586" y="44729"/>
                    <a:pt x="77387" y="44804"/>
                    <a:pt x="77237" y="44829"/>
                  </a:cubicBezTo>
                  <a:lnTo>
                    <a:pt x="77063" y="44829"/>
                  </a:lnTo>
                  <a:cubicBezTo>
                    <a:pt x="77113" y="44829"/>
                    <a:pt x="77163" y="44804"/>
                    <a:pt x="77237" y="44779"/>
                  </a:cubicBezTo>
                  <a:cubicBezTo>
                    <a:pt x="77387" y="44754"/>
                    <a:pt x="77511" y="44680"/>
                    <a:pt x="77660" y="44655"/>
                  </a:cubicBezTo>
                  <a:close/>
                  <a:moveTo>
                    <a:pt x="72184" y="44680"/>
                  </a:moveTo>
                  <a:cubicBezTo>
                    <a:pt x="72284" y="44704"/>
                    <a:pt x="72384" y="44754"/>
                    <a:pt x="72433" y="44779"/>
                  </a:cubicBezTo>
                  <a:cubicBezTo>
                    <a:pt x="72309" y="44804"/>
                    <a:pt x="72234" y="44829"/>
                    <a:pt x="72085" y="44879"/>
                  </a:cubicBezTo>
                  <a:lnTo>
                    <a:pt x="72184" y="44680"/>
                  </a:lnTo>
                  <a:close/>
                  <a:moveTo>
                    <a:pt x="110342" y="44655"/>
                  </a:moveTo>
                  <a:cubicBezTo>
                    <a:pt x="110342" y="44680"/>
                    <a:pt x="110318" y="44754"/>
                    <a:pt x="110318" y="44779"/>
                  </a:cubicBezTo>
                  <a:lnTo>
                    <a:pt x="110218" y="44879"/>
                  </a:lnTo>
                  <a:cubicBezTo>
                    <a:pt x="110218" y="44829"/>
                    <a:pt x="110243" y="44804"/>
                    <a:pt x="110243" y="44754"/>
                  </a:cubicBezTo>
                  <a:lnTo>
                    <a:pt x="110268" y="44704"/>
                  </a:lnTo>
                  <a:lnTo>
                    <a:pt x="110318" y="44680"/>
                  </a:lnTo>
                  <a:lnTo>
                    <a:pt x="110342" y="44655"/>
                  </a:lnTo>
                  <a:close/>
                  <a:moveTo>
                    <a:pt x="83033" y="44711"/>
                  </a:moveTo>
                  <a:cubicBezTo>
                    <a:pt x="83683" y="44799"/>
                    <a:pt x="84359" y="44848"/>
                    <a:pt x="85033" y="44848"/>
                  </a:cubicBezTo>
                  <a:cubicBezTo>
                    <a:pt x="85273" y="44848"/>
                    <a:pt x="85512" y="44842"/>
                    <a:pt x="85750" y="44829"/>
                  </a:cubicBezTo>
                  <a:cubicBezTo>
                    <a:pt x="85924" y="44829"/>
                    <a:pt x="86049" y="44804"/>
                    <a:pt x="86198" y="44804"/>
                  </a:cubicBezTo>
                  <a:cubicBezTo>
                    <a:pt x="86198" y="44829"/>
                    <a:pt x="86173" y="44829"/>
                    <a:pt x="86173" y="44879"/>
                  </a:cubicBezTo>
                  <a:lnTo>
                    <a:pt x="85750" y="44879"/>
                  </a:lnTo>
                  <a:cubicBezTo>
                    <a:pt x="85501" y="44879"/>
                    <a:pt x="85252" y="44904"/>
                    <a:pt x="85003" y="44904"/>
                  </a:cubicBezTo>
                  <a:cubicBezTo>
                    <a:pt x="84381" y="44904"/>
                    <a:pt x="83809" y="44829"/>
                    <a:pt x="83186" y="44779"/>
                  </a:cubicBezTo>
                  <a:cubicBezTo>
                    <a:pt x="83128" y="44760"/>
                    <a:pt x="83085" y="44725"/>
                    <a:pt x="83033" y="44711"/>
                  </a:cubicBezTo>
                  <a:close/>
                  <a:moveTo>
                    <a:pt x="62103" y="39079"/>
                  </a:moveTo>
                  <a:cubicBezTo>
                    <a:pt x="62527" y="39677"/>
                    <a:pt x="62825" y="40299"/>
                    <a:pt x="63149" y="40871"/>
                  </a:cubicBezTo>
                  <a:cubicBezTo>
                    <a:pt x="63024" y="40921"/>
                    <a:pt x="62925" y="40971"/>
                    <a:pt x="62800" y="41046"/>
                  </a:cubicBezTo>
                  <a:cubicBezTo>
                    <a:pt x="62676" y="41095"/>
                    <a:pt x="62552" y="41145"/>
                    <a:pt x="62452" y="41195"/>
                  </a:cubicBezTo>
                  <a:cubicBezTo>
                    <a:pt x="62352" y="41220"/>
                    <a:pt x="62253" y="41294"/>
                    <a:pt x="62178" y="41319"/>
                  </a:cubicBezTo>
                  <a:cubicBezTo>
                    <a:pt x="62079" y="41344"/>
                    <a:pt x="62029" y="41369"/>
                    <a:pt x="61929" y="41444"/>
                  </a:cubicBezTo>
                  <a:lnTo>
                    <a:pt x="61855" y="41444"/>
                  </a:lnTo>
                  <a:cubicBezTo>
                    <a:pt x="61730" y="41494"/>
                    <a:pt x="61606" y="41543"/>
                    <a:pt x="61481" y="41593"/>
                  </a:cubicBezTo>
                  <a:cubicBezTo>
                    <a:pt x="61332" y="41668"/>
                    <a:pt x="61133" y="41767"/>
                    <a:pt x="60983" y="41842"/>
                  </a:cubicBezTo>
                  <a:lnTo>
                    <a:pt x="60959" y="41842"/>
                  </a:lnTo>
                  <a:cubicBezTo>
                    <a:pt x="60959" y="41842"/>
                    <a:pt x="60934" y="41842"/>
                    <a:pt x="60934" y="41892"/>
                  </a:cubicBezTo>
                  <a:cubicBezTo>
                    <a:pt x="60809" y="41942"/>
                    <a:pt x="60685" y="42016"/>
                    <a:pt x="60510" y="42066"/>
                  </a:cubicBezTo>
                  <a:cubicBezTo>
                    <a:pt x="60486" y="42066"/>
                    <a:pt x="60461" y="42091"/>
                    <a:pt x="60436" y="42116"/>
                  </a:cubicBezTo>
                  <a:cubicBezTo>
                    <a:pt x="60386" y="42166"/>
                    <a:pt x="60361" y="42166"/>
                    <a:pt x="60336" y="42190"/>
                  </a:cubicBezTo>
                  <a:cubicBezTo>
                    <a:pt x="60336" y="42190"/>
                    <a:pt x="60311" y="42190"/>
                    <a:pt x="60311" y="42215"/>
                  </a:cubicBezTo>
                  <a:cubicBezTo>
                    <a:pt x="60212" y="42240"/>
                    <a:pt x="60137" y="42315"/>
                    <a:pt x="60062" y="42340"/>
                  </a:cubicBezTo>
                  <a:lnTo>
                    <a:pt x="60013" y="42340"/>
                  </a:lnTo>
                  <a:cubicBezTo>
                    <a:pt x="60013" y="42340"/>
                    <a:pt x="59988" y="42340"/>
                    <a:pt x="59988" y="42365"/>
                  </a:cubicBezTo>
                  <a:cubicBezTo>
                    <a:pt x="59838" y="42439"/>
                    <a:pt x="59714" y="42539"/>
                    <a:pt x="59565" y="42589"/>
                  </a:cubicBezTo>
                  <a:cubicBezTo>
                    <a:pt x="59465" y="42614"/>
                    <a:pt x="59390" y="42688"/>
                    <a:pt x="59316" y="42713"/>
                  </a:cubicBezTo>
                  <a:cubicBezTo>
                    <a:pt x="59216" y="42788"/>
                    <a:pt x="59117" y="42813"/>
                    <a:pt x="59017" y="42863"/>
                  </a:cubicBezTo>
                  <a:cubicBezTo>
                    <a:pt x="58868" y="42962"/>
                    <a:pt x="58718" y="43037"/>
                    <a:pt x="58569" y="43111"/>
                  </a:cubicBezTo>
                  <a:lnTo>
                    <a:pt x="58096" y="43410"/>
                  </a:lnTo>
                  <a:lnTo>
                    <a:pt x="58071" y="43410"/>
                  </a:lnTo>
                  <a:cubicBezTo>
                    <a:pt x="57897" y="43510"/>
                    <a:pt x="57748" y="43584"/>
                    <a:pt x="57573" y="43709"/>
                  </a:cubicBezTo>
                  <a:cubicBezTo>
                    <a:pt x="57399" y="43808"/>
                    <a:pt x="57250" y="43908"/>
                    <a:pt x="57125" y="43983"/>
                  </a:cubicBezTo>
                  <a:cubicBezTo>
                    <a:pt x="56976" y="44082"/>
                    <a:pt x="56827" y="44182"/>
                    <a:pt x="56652" y="44306"/>
                  </a:cubicBezTo>
                  <a:cubicBezTo>
                    <a:pt x="56627" y="44306"/>
                    <a:pt x="56627" y="44331"/>
                    <a:pt x="56603" y="44331"/>
                  </a:cubicBezTo>
                  <a:cubicBezTo>
                    <a:pt x="56528" y="44356"/>
                    <a:pt x="56503" y="44406"/>
                    <a:pt x="56453" y="44431"/>
                  </a:cubicBezTo>
                  <a:cubicBezTo>
                    <a:pt x="56379" y="44480"/>
                    <a:pt x="56329" y="44530"/>
                    <a:pt x="56229" y="44580"/>
                  </a:cubicBezTo>
                  <a:cubicBezTo>
                    <a:pt x="56204" y="44580"/>
                    <a:pt x="56204" y="44605"/>
                    <a:pt x="56155" y="44605"/>
                  </a:cubicBezTo>
                  <a:cubicBezTo>
                    <a:pt x="56155" y="44605"/>
                    <a:pt x="56130" y="44605"/>
                    <a:pt x="56130" y="44655"/>
                  </a:cubicBezTo>
                  <a:cubicBezTo>
                    <a:pt x="55980" y="44754"/>
                    <a:pt x="55831" y="44854"/>
                    <a:pt x="55657" y="44953"/>
                  </a:cubicBezTo>
                  <a:cubicBezTo>
                    <a:pt x="55507" y="44804"/>
                    <a:pt x="55358" y="44605"/>
                    <a:pt x="55209" y="44456"/>
                  </a:cubicBezTo>
                  <a:cubicBezTo>
                    <a:pt x="57399" y="42589"/>
                    <a:pt x="59714" y="40797"/>
                    <a:pt x="62103" y="39079"/>
                  </a:cubicBezTo>
                  <a:close/>
                  <a:moveTo>
                    <a:pt x="73802" y="44829"/>
                  </a:moveTo>
                  <a:cubicBezTo>
                    <a:pt x="74400" y="44929"/>
                    <a:pt x="75022" y="44953"/>
                    <a:pt x="75619" y="44953"/>
                  </a:cubicBezTo>
                  <a:cubicBezTo>
                    <a:pt x="75545" y="45003"/>
                    <a:pt x="75520" y="45003"/>
                    <a:pt x="75470" y="45028"/>
                  </a:cubicBezTo>
                  <a:lnTo>
                    <a:pt x="75346" y="45028"/>
                  </a:lnTo>
                  <a:cubicBezTo>
                    <a:pt x="74773" y="45028"/>
                    <a:pt x="74250" y="44953"/>
                    <a:pt x="73678" y="44879"/>
                  </a:cubicBezTo>
                  <a:cubicBezTo>
                    <a:pt x="73728" y="44879"/>
                    <a:pt x="73777" y="44829"/>
                    <a:pt x="73802" y="44829"/>
                  </a:cubicBezTo>
                  <a:close/>
                  <a:moveTo>
                    <a:pt x="78158" y="44829"/>
                  </a:moveTo>
                  <a:lnTo>
                    <a:pt x="78233" y="44904"/>
                  </a:lnTo>
                  <a:lnTo>
                    <a:pt x="78233" y="44953"/>
                  </a:lnTo>
                  <a:lnTo>
                    <a:pt x="78233" y="45028"/>
                  </a:lnTo>
                  <a:lnTo>
                    <a:pt x="78183" y="44978"/>
                  </a:lnTo>
                  <a:lnTo>
                    <a:pt x="78158" y="44953"/>
                  </a:lnTo>
                  <a:lnTo>
                    <a:pt x="78158" y="44929"/>
                  </a:lnTo>
                  <a:lnTo>
                    <a:pt x="78158" y="44829"/>
                  </a:lnTo>
                  <a:close/>
                  <a:moveTo>
                    <a:pt x="55184" y="44555"/>
                  </a:moveTo>
                  <a:cubicBezTo>
                    <a:pt x="55333" y="44704"/>
                    <a:pt x="55482" y="44904"/>
                    <a:pt x="55632" y="45053"/>
                  </a:cubicBezTo>
                  <a:lnTo>
                    <a:pt x="55607" y="45053"/>
                  </a:lnTo>
                  <a:lnTo>
                    <a:pt x="55582" y="45078"/>
                  </a:lnTo>
                  <a:lnTo>
                    <a:pt x="55308" y="44804"/>
                  </a:lnTo>
                  <a:lnTo>
                    <a:pt x="55109" y="44605"/>
                  </a:lnTo>
                  <a:lnTo>
                    <a:pt x="55184" y="44555"/>
                  </a:lnTo>
                  <a:close/>
                  <a:moveTo>
                    <a:pt x="63224" y="41046"/>
                  </a:moveTo>
                  <a:lnTo>
                    <a:pt x="63224" y="41070"/>
                  </a:lnTo>
                  <a:cubicBezTo>
                    <a:pt x="63099" y="41145"/>
                    <a:pt x="62975" y="41195"/>
                    <a:pt x="62875" y="41270"/>
                  </a:cubicBezTo>
                  <a:cubicBezTo>
                    <a:pt x="62751" y="41319"/>
                    <a:pt x="62626" y="41344"/>
                    <a:pt x="62502" y="41419"/>
                  </a:cubicBezTo>
                  <a:cubicBezTo>
                    <a:pt x="62427" y="41444"/>
                    <a:pt x="62328" y="41518"/>
                    <a:pt x="62228" y="41543"/>
                  </a:cubicBezTo>
                  <a:cubicBezTo>
                    <a:pt x="62178" y="41568"/>
                    <a:pt x="62079" y="41593"/>
                    <a:pt x="62029" y="41643"/>
                  </a:cubicBezTo>
                  <a:cubicBezTo>
                    <a:pt x="61855" y="41693"/>
                    <a:pt x="61730" y="41767"/>
                    <a:pt x="61581" y="41817"/>
                  </a:cubicBezTo>
                  <a:cubicBezTo>
                    <a:pt x="61431" y="41892"/>
                    <a:pt x="61282" y="41966"/>
                    <a:pt x="61108" y="42041"/>
                  </a:cubicBezTo>
                  <a:cubicBezTo>
                    <a:pt x="60959" y="42141"/>
                    <a:pt x="60809" y="42190"/>
                    <a:pt x="60610" y="42290"/>
                  </a:cubicBezTo>
                  <a:cubicBezTo>
                    <a:pt x="60486" y="42340"/>
                    <a:pt x="60361" y="42415"/>
                    <a:pt x="60262" y="42464"/>
                  </a:cubicBezTo>
                  <a:cubicBezTo>
                    <a:pt x="60237" y="42464"/>
                    <a:pt x="60237" y="42514"/>
                    <a:pt x="60212" y="42514"/>
                  </a:cubicBezTo>
                  <a:cubicBezTo>
                    <a:pt x="60013" y="42589"/>
                    <a:pt x="59838" y="42688"/>
                    <a:pt x="59689" y="42788"/>
                  </a:cubicBezTo>
                  <a:cubicBezTo>
                    <a:pt x="59614" y="42813"/>
                    <a:pt x="59540" y="42887"/>
                    <a:pt x="59465" y="42912"/>
                  </a:cubicBezTo>
                  <a:cubicBezTo>
                    <a:pt x="59440" y="42912"/>
                    <a:pt x="59440" y="42937"/>
                    <a:pt x="59415" y="42937"/>
                  </a:cubicBezTo>
                  <a:cubicBezTo>
                    <a:pt x="59365" y="42937"/>
                    <a:pt x="59365" y="42962"/>
                    <a:pt x="59341" y="42962"/>
                  </a:cubicBezTo>
                  <a:cubicBezTo>
                    <a:pt x="59316" y="42962"/>
                    <a:pt x="59316" y="43012"/>
                    <a:pt x="59291" y="43012"/>
                  </a:cubicBezTo>
                  <a:cubicBezTo>
                    <a:pt x="59092" y="43136"/>
                    <a:pt x="58917" y="43211"/>
                    <a:pt x="58693" y="43335"/>
                  </a:cubicBezTo>
                  <a:cubicBezTo>
                    <a:pt x="58669" y="43335"/>
                    <a:pt x="58669" y="43360"/>
                    <a:pt x="58619" y="43360"/>
                  </a:cubicBezTo>
                  <a:cubicBezTo>
                    <a:pt x="58594" y="43360"/>
                    <a:pt x="58594" y="43410"/>
                    <a:pt x="58569" y="43410"/>
                  </a:cubicBezTo>
                  <a:lnTo>
                    <a:pt x="58544" y="43435"/>
                  </a:lnTo>
                  <a:cubicBezTo>
                    <a:pt x="58494" y="43435"/>
                    <a:pt x="58494" y="43460"/>
                    <a:pt x="58469" y="43460"/>
                  </a:cubicBezTo>
                  <a:cubicBezTo>
                    <a:pt x="58469" y="43460"/>
                    <a:pt x="58445" y="43460"/>
                    <a:pt x="58445" y="43485"/>
                  </a:cubicBezTo>
                  <a:cubicBezTo>
                    <a:pt x="58420" y="43535"/>
                    <a:pt x="58370" y="43535"/>
                    <a:pt x="58345" y="43559"/>
                  </a:cubicBezTo>
                  <a:cubicBezTo>
                    <a:pt x="58121" y="43684"/>
                    <a:pt x="57947" y="43808"/>
                    <a:pt x="57723" y="43933"/>
                  </a:cubicBezTo>
                  <a:cubicBezTo>
                    <a:pt x="57698" y="43958"/>
                    <a:pt x="57673" y="43958"/>
                    <a:pt x="57623" y="43983"/>
                  </a:cubicBezTo>
                  <a:cubicBezTo>
                    <a:pt x="57598" y="44032"/>
                    <a:pt x="57573" y="44032"/>
                    <a:pt x="57548" y="44057"/>
                  </a:cubicBezTo>
                  <a:cubicBezTo>
                    <a:pt x="57499" y="44057"/>
                    <a:pt x="57499" y="44082"/>
                    <a:pt x="57474" y="44082"/>
                  </a:cubicBezTo>
                  <a:cubicBezTo>
                    <a:pt x="57449" y="44107"/>
                    <a:pt x="57424" y="44107"/>
                    <a:pt x="57374" y="44157"/>
                  </a:cubicBezTo>
                  <a:cubicBezTo>
                    <a:pt x="57175" y="44281"/>
                    <a:pt x="56951" y="44431"/>
                    <a:pt x="56752" y="44555"/>
                  </a:cubicBezTo>
                  <a:cubicBezTo>
                    <a:pt x="56702" y="44580"/>
                    <a:pt x="56627" y="44655"/>
                    <a:pt x="56553" y="44704"/>
                  </a:cubicBezTo>
                  <a:cubicBezTo>
                    <a:pt x="56503" y="44729"/>
                    <a:pt x="56478" y="44779"/>
                    <a:pt x="56453" y="44779"/>
                  </a:cubicBezTo>
                  <a:cubicBezTo>
                    <a:pt x="56304" y="44904"/>
                    <a:pt x="56105" y="44978"/>
                    <a:pt x="55955" y="45103"/>
                  </a:cubicBezTo>
                  <a:lnTo>
                    <a:pt x="55931" y="45078"/>
                  </a:lnTo>
                  <a:lnTo>
                    <a:pt x="55881" y="45053"/>
                  </a:lnTo>
                  <a:cubicBezTo>
                    <a:pt x="56080" y="44929"/>
                    <a:pt x="56229" y="44804"/>
                    <a:pt x="56428" y="44680"/>
                  </a:cubicBezTo>
                  <a:lnTo>
                    <a:pt x="56702" y="44480"/>
                  </a:lnTo>
                  <a:cubicBezTo>
                    <a:pt x="56752" y="44456"/>
                    <a:pt x="56827" y="44406"/>
                    <a:pt x="56876" y="44356"/>
                  </a:cubicBezTo>
                  <a:cubicBezTo>
                    <a:pt x="57051" y="44281"/>
                    <a:pt x="57175" y="44182"/>
                    <a:pt x="57324" y="44082"/>
                  </a:cubicBezTo>
                  <a:cubicBezTo>
                    <a:pt x="57449" y="44032"/>
                    <a:pt x="57548" y="43933"/>
                    <a:pt x="57673" y="43858"/>
                  </a:cubicBezTo>
                  <a:cubicBezTo>
                    <a:pt x="57847" y="43734"/>
                    <a:pt x="58046" y="43609"/>
                    <a:pt x="58220" y="43535"/>
                  </a:cubicBezTo>
                  <a:cubicBezTo>
                    <a:pt x="58345" y="43435"/>
                    <a:pt x="58469" y="43360"/>
                    <a:pt x="58619" y="43286"/>
                  </a:cubicBezTo>
                  <a:cubicBezTo>
                    <a:pt x="58818" y="43186"/>
                    <a:pt x="58967" y="43087"/>
                    <a:pt x="59166" y="42987"/>
                  </a:cubicBezTo>
                  <a:cubicBezTo>
                    <a:pt x="59316" y="42912"/>
                    <a:pt x="59465" y="42813"/>
                    <a:pt x="59589" y="42738"/>
                  </a:cubicBezTo>
                  <a:cubicBezTo>
                    <a:pt x="59739" y="42663"/>
                    <a:pt x="59913" y="42589"/>
                    <a:pt x="60062" y="42489"/>
                  </a:cubicBezTo>
                  <a:cubicBezTo>
                    <a:pt x="60087" y="42464"/>
                    <a:pt x="60162" y="42464"/>
                    <a:pt x="60187" y="42439"/>
                  </a:cubicBezTo>
                  <a:lnTo>
                    <a:pt x="60560" y="42240"/>
                  </a:lnTo>
                  <a:lnTo>
                    <a:pt x="60934" y="42066"/>
                  </a:lnTo>
                  <a:cubicBezTo>
                    <a:pt x="60983" y="42041"/>
                    <a:pt x="61008" y="42041"/>
                    <a:pt x="61083" y="41991"/>
                  </a:cubicBezTo>
                  <a:cubicBezTo>
                    <a:pt x="61232" y="41942"/>
                    <a:pt x="61357" y="41842"/>
                    <a:pt x="61506" y="41792"/>
                  </a:cubicBezTo>
                  <a:cubicBezTo>
                    <a:pt x="61631" y="41718"/>
                    <a:pt x="61730" y="41693"/>
                    <a:pt x="61855" y="41618"/>
                  </a:cubicBezTo>
                  <a:cubicBezTo>
                    <a:pt x="62079" y="41543"/>
                    <a:pt x="62253" y="41444"/>
                    <a:pt x="62477" y="41344"/>
                  </a:cubicBezTo>
                  <a:cubicBezTo>
                    <a:pt x="62576" y="41319"/>
                    <a:pt x="62676" y="41294"/>
                    <a:pt x="62751" y="41220"/>
                  </a:cubicBezTo>
                  <a:lnTo>
                    <a:pt x="63224" y="41046"/>
                  </a:lnTo>
                  <a:close/>
                  <a:moveTo>
                    <a:pt x="73130" y="45028"/>
                  </a:moveTo>
                  <a:cubicBezTo>
                    <a:pt x="73130" y="45053"/>
                    <a:pt x="73080" y="45078"/>
                    <a:pt x="73080" y="45128"/>
                  </a:cubicBezTo>
                  <a:lnTo>
                    <a:pt x="73080" y="45053"/>
                  </a:lnTo>
                  <a:lnTo>
                    <a:pt x="73130" y="45028"/>
                  </a:lnTo>
                  <a:close/>
                  <a:moveTo>
                    <a:pt x="22228" y="36466"/>
                  </a:moveTo>
                  <a:cubicBezTo>
                    <a:pt x="23970" y="37113"/>
                    <a:pt x="26111" y="38208"/>
                    <a:pt x="28426" y="39602"/>
                  </a:cubicBezTo>
                  <a:cubicBezTo>
                    <a:pt x="28003" y="40050"/>
                    <a:pt x="27629" y="40473"/>
                    <a:pt x="27231" y="40946"/>
                  </a:cubicBezTo>
                  <a:cubicBezTo>
                    <a:pt x="27131" y="41070"/>
                    <a:pt x="27057" y="41170"/>
                    <a:pt x="26907" y="41294"/>
                  </a:cubicBezTo>
                  <a:cubicBezTo>
                    <a:pt x="26260" y="42041"/>
                    <a:pt x="25613" y="42813"/>
                    <a:pt x="24966" y="43584"/>
                  </a:cubicBezTo>
                  <a:cubicBezTo>
                    <a:pt x="24891" y="43659"/>
                    <a:pt x="24866" y="43709"/>
                    <a:pt x="24792" y="43784"/>
                  </a:cubicBezTo>
                  <a:lnTo>
                    <a:pt x="23672" y="45177"/>
                  </a:lnTo>
                  <a:cubicBezTo>
                    <a:pt x="21879" y="43286"/>
                    <a:pt x="20436" y="41568"/>
                    <a:pt x="19490" y="40100"/>
                  </a:cubicBezTo>
                  <a:cubicBezTo>
                    <a:pt x="19789" y="39677"/>
                    <a:pt x="20062" y="39278"/>
                    <a:pt x="20386" y="38830"/>
                  </a:cubicBezTo>
                  <a:lnTo>
                    <a:pt x="20411" y="38805"/>
                  </a:lnTo>
                  <a:cubicBezTo>
                    <a:pt x="20784" y="38283"/>
                    <a:pt x="21183" y="37760"/>
                    <a:pt x="21606" y="37237"/>
                  </a:cubicBezTo>
                  <a:cubicBezTo>
                    <a:pt x="21631" y="37212"/>
                    <a:pt x="21655" y="37187"/>
                    <a:pt x="21655" y="37138"/>
                  </a:cubicBezTo>
                  <a:cubicBezTo>
                    <a:pt x="21855" y="36889"/>
                    <a:pt x="22029" y="36690"/>
                    <a:pt x="22228" y="36466"/>
                  </a:cubicBezTo>
                  <a:close/>
                  <a:moveTo>
                    <a:pt x="72657" y="44904"/>
                  </a:moveTo>
                  <a:lnTo>
                    <a:pt x="72657" y="44953"/>
                  </a:lnTo>
                  <a:cubicBezTo>
                    <a:pt x="72408" y="45028"/>
                    <a:pt x="72184" y="45128"/>
                    <a:pt x="71935" y="45177"/>
                  </a:cubicBezTo>
                  <a:cubicBezTo>
                    <a:pt x="71985" y="45153"/>
                    <a:pt x="71985" y="45128"/>
                    <a:pt x="72010" y="45128"/>
                  </a:cubicBezTo>
                  <a:cubicBezTo>
                    <a:pt x="72234" y="45053"/>
                    <a:pt x="72433" y="45003"/>
                    <a:pt x="72657" y="44904"/>
                  </a:cubicBezTo>
                  <a:close/>
                  <a:moveTo>
                    <a:pt x="55756" y="45202"/>
                  </a:moveTo>
                  <a:lnTo>
                    <a:pt x="55781" y="45227"/>
                  </a:lnTo>
                  <a:cubicBezTo>
                    <a:pt x="55781" y="45227"/>
                    <a:pt x="55756" y="45227"/>
                    <a:pt x="55756" y="45277"/>
                  </a:cubicBezTo>
                  <a:lnTo>
                    <a:pt x="55731" y="45302"/>
                  </a:lnTo>
                  <a:cubicBezTo>
                    <a:pt x="55731" y="45277"/>
                    <a:pt x="55731" y="45277"/>
                    <a:pt x="55706" y="45227"/>
                  </a:cubicBezTo>
                  <a:cubicBezTo>
                    <a:pt x="55731" y="45202"/>
                    <a:pt x="55731" y="45202"/>
                    <a:pt x="55756" y="45202"/>
                  </a:cubicBezTo>
                  <a:close/>
                  <a:moveTo>
                    <a:pt x="28575" y="39701"/>
                  </a:moveTo>
                  <a:cubicBezTo>
                    <a:pt x="28600" y="39701"/>
                    <a:pt x="28600" y="39726"/>
                    <a:pt x="28625" y="39726"/>
                  </a:cubicBezTo>
                  <a:cubicBezTo>
                    <a:pt x="26957" y="41568"/>
                    <a:pt x="25364" y="43435"/>
                    <a:pt x="23846" y="45327"/>
                  </a:cubicBezTo>
                  <a:lnTo>
                    <a:pt x="23821" y="45302"/>
                  </a:lnTo>
                  <a:cubicBezTo>
                    <a:pt x="24145" y="44879"/>
                    <a:pt x="24493" y="44456"/>
                    <a:pt x="24841" y="44032"/>
                  </a:cubicBezTo>
                  <a:cubicBezTo>
                    <a:pt x="24991" y="43833"/>
                    <a:pt x="25115" y="43684"/>
                    <a:pt x="25265" y="43510"/>
                  </a:cubicBezTo>
                  <a:cubicBezTo>
                    <a:pt x="25837" y="42813"/>
                    <a:pt x="26385" y="42166"/>
                    <a:pt x="26982" y="41518"/>
                  </a:cubicBezTo>
                  <a:cubicBezTo>
                    <a:pt x="27206" y="41270"/>
                    <a:pt x="27455" y="40971"/>
                    <a:pt x="27679" y="40722"/>
                  </a:cubicBezTo>
                  <a:cubicBezTo>
                    <a:pt x="27978" y="40398"/>
                    <a:pt x="28252" y="40050"/>
                    <a:pt x="28575" y="39701"/>
                  </a:cubicBezTo>
                  <a:close/>
                  <a:moveTo>
                    <a:pt x="19341" y="40274"/>
                  </a:moveTo>
                  <a:cubicBezTo>
                    <a:pt x="20286" y="41693"/>
                    <a:pt x="21730" y="43410"/>
                    <a:pt x="23522" y="45302"/>
                  </a:cubicBezTo>
                  <a:cubicBezTo>
                    <a:pt x="23572" y="45327"/>
                    <a:pt x="23522" y="45327"/>
                    <a:pt x="23522" y="45377"/>
                  </a:cubicBezTo>
                  <a:cubicBezTo>
                    <a:pt x="21705" y="43460"/>
                    <a:pt x="20286" y="41767"/>
                    <a:pt x="19291" y="40324"/>
                  </a:cubicBezTo>
                  <a:cubicBezTo>
                    <a:pt x="19291" y="40299"/>
                    <a:pt x="19341" y="40299"/>
                    <a:pt x="19341" y="40274"/>
                  </a:cubicBezTo>
                  <a:close/>
                  <a:moveTo>
                    <a:pt x="117436" y="31687"/>
                  </a:moveTo>
                  <a:lnTo>
                    <a:pt x="117436" y="31687"/>
                  </a:lnTo>
                  <a:cubicBezTo>
                    <a:pt x="118034" y="35868"/>
                    <a:pt x="117660" y="40548"/>
                    <a:pt x="116466" y="45451"/>
                  </a:cubicBezTo>
                  <a:cubicBezTo>
                    <a:pt x="116590" y="42838"/>
                    <a:pt x="116366" y="40349"/>
                    <a:pt x="115794" y="38059"/>
                  </a:cubicBezTo>
                  <a:cubicBezTo>
                    <a:pt x="115819" y="37984"/>
                    <a:pt x="115819" y="37959"/>
                    <a:pt x="115843" y="37909"/>
                  </a:cubicBezTo>
                  <a:cubicBezTo>
                    <a:pt x="115843" y="37859"/>
                    <a:pt x="115868" y="37835"/>
                    <a:pt x="115868" y="37810"/>
                  </a:cubicBezTo>
                  <a:cubicBezTo>
                    <a:pt x="115968" y="37586"/>
                    <a:pt x="116092" y="37337"/>
                    <a:pt x="116192" y="37113"/>
                  </a:cubicBezTo>
                  <a:cubicBezTo>
                    <a:pt x="116217" y="37063"/>
                    <a:pt x="116242" y="36963"/>
                    <a:pt x="116291" y="36914"/>
                  </a:cubicBezTo>
                  <a:cubicBezTo>
                    <a:pt x="116366" y="36690"/>
                    <a:pt x="116441" y="36466"/>
                    <a:pt x="116540" y="36242"/>
                  </a:cubicBezTo>
                  <a:lnTo>
                    <a:pt x="116615" y="35968"/>
                  </a:lnTo>
                  <a:cubicBezTo>
                    <a:pt x="116690" y="35744"/>
                    <a:pt x="116739" y="35569"/>
                    <a:pt x="116814" y="35345"/>
                  </a:cubicBezTo>
                  <a:cubicBezTo>
                    <a:pt x="116839" y="35246"/>
                    <a:pt x="116864" y="35121"/>
                    <a:pt x="116914" y="35047"/>
                  </a:cubicBezTo>
                  <a:cubicBezTo>
                    <a:pt x="116964" y="34848"/>
                    <a:pt x="116988" y="34624"/>
                    <a:pt x="117063" y="34449"/>
                  </a:cubicBezTo>
                  <a:cubicBezTo>
                    <a:pt x="117088" y="34325"/>
                    <a:pt x="117113" y="34200"/>
                    <a:pt x="117113" y="34076"/>
                  </a:cubicBezTo>
                  <a:lnTo>
                    <a:pt x="117212" y="33504"/>
                  </a:lnTo>
                  <a:cubicBezTo>
                    <a:pt x="117212" y="33454"/>
                    <a:pt x="117237" y="33379"/>
                    <a:pt x="117237" y="33329"/>
                  </a:cubicBezTo>
                  <a:cubicBezTo>
                    <a:pt x="117287" y="33255"/>
                    <a:pt x="117287" y="33230"/>
                    <a:pt x="117287" y="33205"/>
                  </a:cubicBezTo>
                  <a:cubicBezTo>
                    <a:pt x="117287" y="33130"/>
                    <a:pt x="117312" y="33080"/>
                    <a:pt x="117312" y="33006"/>
                  </a:cubicBezTo>
                  <a:cubicBezTo>
                    <a:pt x="117337" y="32856"/>
                    <a:pt x="117362" y="32682"/>
                    <a:pt x="117362" y="32508"/>
                  </a:cubicBezTo>
                  <a:lnTo>
                    <a:pt x="117362" y="32359"/>
                  </a:lnTo>
                  <a:lnTo>
                    <a:pt x="117362" y="32309"/>
                  </a:lnTo>
                  <a:cubicBezTo>
                    <a:pt x="117362" y="32184"/>
                    <a:pt x="117412" y="32010"/>
                    <a:pt x="117412" y="31886"/>
                  </a:cubicBezTo>
                  <a:cubicBezTo>
                    <a:pt x="117412" y="31836"/>
                    <a:pt x="117412" y="31761"/>
                    <a:pt x="117436" y="31687"/>
                  </a:cubicBezTo>
                  <a:close/>
                  <a:moveTo>
                    <a:pt x="72906" y="45078"/>
                  </a:moveTo>
                  <a:cubicBezTo>
                    <a:pt x="72931" y="45227"/>
                    <a:pt x="72931" y="45377"/>
                    <a:pt x="72981" y="45526"/>
                  </a:cubicBezTo>
                  <a:cubicBezTo>
                    <a:pt x="72981" y="45551"/>
                    <a:pt x="72931" y="45625"/>
                    <a:pt x="72931" y="45650"/>
                  </a:cubicBezTo>
                  <a:cubicBezTo>
                    <a:pt x="72906" y="45451"/>
                    <a:pt x="72881" y="45302"/>
                    <a:pt x="72881" y="45128"/>
                  </a:cubicBezTo>
                  <a:cubicBezTo>
                    <a:pt x="72881" y="45078"/>
                    <a:pt x="72906" y="45078"/>
                    <a:pt x="72906" y="45078"/>
                  </a:cubicBezTo>
                  <a:close/>
                  <a:moveTo>
                    <a:pt x="73379" y="45003"/>
                  </a:moveTo>
                  <a:lnTo>
                    <a:pt x="73180" y="45650"/>
                  </a:lnTo>
                  <a:cubicBezTo>
                    <a:pt x="73180" y="45625"/>
                    <a:pt x="73155" y="45551"/>
                    <a:pt x="73155" y="45526"/>
                  </a:cubicBezTo>
                  <a:cubicBezTo>
                    <a:pt x="73205" y="45327"/>
                    <a:pt x="73280" y="45177"/>
                    <a:pt x="73304" y="45003"/>
                  </a:cubicBezTo>
                  <a:close/>
                  <a:moveTo>
                    <a:pt x="99938" y="37660"/>
                  </a:moveTo>
                  <a:cubicBezTo>
                    <a:pt x="100411" y="37835"/>
                    <a:pt x="100884" y="38059"/>
                    <a:pt x="101357" y="38283"/>
                  </a:cubicBezTo>
                  <a:cubicBezTo>
                    <a:pt x="100610" y="40249"/>
                    <a:pt x="99739" y="42315"/>
                    <a:pt x="98768" y="44331"/>
                  </a:cubicBezTo>
                  <a:cubicBezTo>
                    <a:pt x="98693" y="44381"/>
                    <a:pt x="98619" y="44431"/>
                    <a:pt x="98544" y="44456"/>
                  </a:cubicBezTo>
                  <a:cubicBezTo>
                    <a:pt x="98445" y="44505"/>
                    <a:pt x="98395" y="44530"/>
                    <a:pt x="98295" y="44580"/>
                  </a:cubicBezTo>
                  <a:cubicBezTo>
                    <a:pt x="98046" y="44704"/>
                    <a:pt x="97797" y="44829"/>
                    <a:pt x="97524" y="44929"/>
                  </a:cubicBezTo>
                  <a:cubicBezTo>
                    <a:pt x="97449" y="44953"/>
                    <a:pt x="97399" y="45003"/>
                    <a:pt x="97300" y="45028"/>
                  </a:cubicBezTo>
                  <a:cubicBezTo>
                    <a:pt x="97026" y="45153"/>
                    <a:pt x="96752" y="45252"/>
                    <a:pt x="96503" y="45327"/>
                  </a:cubicBezTo>
                  <a:cubicBezTo>
                    <a:pt x="96428" y="45377"/>
                    <a:pt x="96379" y="45377"/>
                    <a:pt x="96329" y="45401"/>
                  </a:cubicBezTo>
                  <a:cubicBezTo>
                    <a:pt x="96080" y="45501"/>
                    <a:pt x="95831" y="45551"/>
                    <a:pt x="95632" y="45650"/>
                  </a:cubicBezTo>
                  <a:cubicBezTo>
                    <a:pt x="94711" y="44754"/>
                    <a:pt x="93591" y="44008"/>
                    <a:pt x="92321" y="43460"/>
                  </a:cubicBezTo>
                  <a:cubicBezTo>
                    <a:pt x="95134" y="42190"/>
                    <a:pt x="97772" y="40199"/>
                    <a:pt x="99938" y="37660"/>
                  </a:cubicBezTo>
                  <a:close/>
                  <a:moveTo>
                    <a:pt x="14638" y="40456"/>
                  </a:moveTo>
                  <a:cubicBezTo>
                    <a:pt x="14595" y="40521"/>
                    <a:pt x="14553" y="40584"/>
                    <a:pt x="14512" y="40647"/>
                  </a:cubicBezTo>
                  <a:cubicBezTo>
                    <a:pt x="14039" y="41319"/>
                    <a:pt x="13541" y="42066"/>
                    <a:pt x="13043" y="42838"/>
                  </a:cubicBezTo>
                  <a:cubicBezTo>
                    <a:pt x="12944" y="42962"/>
                    <a:pt x="12869" y="43136"/>
                    <a:pt x="12769" y="43261"/>
                  </a:cubicBezTo>
                  <a:cubicBezTo>
                    <a:pt x="12228" y="44059"/>
                    <a:pt x="11702" y="44882"/>
                    <a:pt x="11207" y="45673"/>
                  </a:cubicBezTo>
                  <a:lnTo>
                    <a:pt x="11207" y="45673"/>
                  </a:lnTo>
                  <a:cubicBezTo>
                    <a:pt x="11728" y="44828"/>
                    <a:pt x="12253" y="43947"/>
                    <a:pt x="12819" y="43087"/>
                  </a:cubicBezTo>
                  <a:cubicBezTo>
                    <a:pt x="12869" y="43037"/>
                    <a:pt x="12919" y="42962"/>
                    <a:pt x="12944" y="42912"/>
                  </a:cubicBezTo>
                  <a:cubicBezTo>
                    <a:pt x="13441" y="42166"/>
                    <a:pt x="13939" y="41444"/>
                    <a:pt x="14437" y="40722"/>
                  </a:cubicBezTo>
                  <a:cubicBezTo>
                    <a:pt x="14505" y="40635"/>
                    <a:pt x="14571" y="40546"/>
                    <a:pt x="14638" y="40456"/>
                  </a:cubicBezTo>
                  <a:close/>
                  <a:moveTo>
                    <a:pt x="42838" y="27903"/>
                  </a:moveTo>
                  <a:cubicBezTo>
                    <a:pt x="44281" y="30517"/>
                    <a:pt x="45999" y="33304"/>
                    <a:pt x="47891" y="35968"/>
                  </a:cubicBezTo>
                  <a:cubicBezTo>
                    <a:pt x="44306" y="39054"/>
                    <a:pt x="40921" y="42290"/>
                    <a:pt x="37785" y="45675"/>
                  </a:cubicBezTo>
                  <a:cubicBezTo>
                    <a:pt x="35171" y="43634"/>
                    <a:pt x="32483" y="41693"/>
                    <a:pt x="29994" y="40100"/>
                  </a:cubicBezTo>
                  <a:cubicBezTo>
                    <a:pt x="33578" y="35669"/>
                    <a:pt x="37934" y="31462"/>
                    <a:pt x="42838" y="27903"/>
                  </a:cubicBezTo>
                  <a:close/>
                  <a:moveTo>
                    <a:pt x="92072" y="43559"/>
                  </a:moveTo>
                  <a:cubicBezTo>
                    <a:pt x="93342" y="44057"/>
                    <a:pt x="94462" y="44804"/>
                    <a:pt x="95408" y="45700"/>
                  </a:cubicBezTo>
                  <a:lnTo>
                    <a:pt x="95308" y="45700"/>
                  </a:lnTo>
                  <a:cubicBezTo>
                    <a:pt x="94387" y="44804"/>
                    <a:pt x="93292" y="44082"/>
                    <a:pt x="91973" y="43584"/>
                  </a:cubicBezTo>
                  <a:cubicBezTo>
                    <a:pt x="92023" y="43584"/>
                    <a:pt x="92048" y="43559"/>
                    <a:pt x="92072" y="43559"/>
                  </a:cubicBezTo>
                  <a:close/>
                  <a:moveTo>
                    <a:pt x="106730" y="41502"/>
                  </a:moveTo>
                  <a:cubicBezTo>
                    <a:pt x="108006" y="42414"/>
                    <a:pt x="109135" y="43398"/>
                    <a:pt x="110168" y="44431"/>
                  </a:cubicBezTo>
                  <a:cubicBezTo>
                    <a:pt x="110143" y="44456"/>
                    <a:pt x="110118" y="44530"/>
                    <a:pt x="110094" y="44605"/>
                  </a:cubicBezTo>
                  <a:cubicBezTo>
                    <a:pt x="109994" y="44704"/>
                    <a:pt x="109870" y="44804"/>
                    <a:pt x="109770" y="44904"/>
                  </a:cubicBezTo>
                  <a:cubicBezTo>
                    <a:pt x="109695" y="45003"/>
                    <a:pt x="109596" y="45053"/>
                    <a:pt x="109471" y="45153"/>
                  </a:cubicBezTo>
                  <a:cubicBezTo>
                    <a:pt x="109322" y="45277"/>
                    <a:pt x="109123" y="45401"/>
                    <a:pt x="108973" y="45526"/>
                  </a:cubicBezTo>
                  <a:cubicBezTo>
                    <a:pt x="108874" y="45576"/>
                    <a:pt x="108774" y="45650"/>
                    <a:pt x="108700" y="45725"/>
                  </a:cubicBezTo>
                  <a:cubicBezTo>
                    <a:pt x="108700" y="45675"/>
                    <a:pt x="108650" y="45650"/>
                    <a:pt x="108650" y="45576"/>
                  </a:cubicBezTo>
                  <a:cubicBezTo>
                    <a:pt x="108600" y="45377"/>
                    <a:pt x="108525" y="45153"/>
                    <a:pt x="108476" y="44953"/>
                  </a:cubicBezTo>
                  <a:lnTo>
                    <a:pt x="108376" y="44680"/>
                  </a:lnTo>
                  <a:cubicBezTo>
                    <a:pt x="108351" y="44605"/>
                    <a:pt x="108301" y="44530"/>
                    <a:pt x="108277" y="44456"/>
                  </a:cubicBezTo>
                  <a:cubicBezTo>
                    <a:pt x="108252" y="44356"/>
                    <a:pt x="108177" y="44256"/>
                    <a:pt x="108152" y="44157"/>
                  </a:cubicBezTo>
                  <a:cubicBezTo>
                    <a:pt x="108127" y="44082"/>
                    <a:pt x="108127" y="44057"/>
                    <a:pt x="108102" y="43983"/>
                  </a:cubicBezTo>
                  <a:cubicBezTo>
                    <a:pt x="108102" y="43958"/>
                    <a:pt x="108052" y="43933"/>
                    <a:pt x="108052" y="43933"/>
                  </a:cubicBezTo>
                  <a:cubicBezTo>
                    <a:pt x="108003" y="43808"/>
                    <a:pt x="107978" y="43684"/>
                    <a:pt x="107903" y="43584"/>
                  </a:cubicBezTo>
                  <a:cubicBezTo>
                    <a:pt x="107903" y="43559"/>
                    <a:pt x="107878" y="43535"/>
                    <a:pt x="107878" y="43510"/>
                  </a:cubicBezTo>
                  <a:lnTo>
                    <a:pt x="107779" y="43311"/>
                  </a:lnTo>
                  <a:cubicBezTo>
                    <a:pt x="107679" y="43136"/>
                    <a:pt x="107604" y="42912"/>
                    <a:pt x="107480" y="42713"/>
                  </a:cubicBezTo>
                  <a:cubicBezTo>
                    <a:pt x="107430" y="42663"/>
                    <a:pt x="107380" y="42589"/>
                    <a:pt x="107356" y="42514"/>
                  </a:cubicBezTo>
                  <a:cubicBezTo>
                    <a:pt x="107281" y="42415"/>
                    <a:pt x="107231" y="42290"/>
                    <a:pt x="107156" y="42190"/>
                  </a:cubicBezTo>
                  <a:cubicBezTo>
                    <a:pt x="107107" y="42066"/>
                    <a:pt x="107032" y="41966"/>
                    <a:pt x="106932" y="41842"/>
                  </a:cubicBezTo>
                  <a:cubicBezTo>
                    <a:pt x="106883" y="41718"/>
                    <a:pt x="106783" y="41643"/>
                    <a:pt x="106733" y="41518"/>
                  </a:cubicBezTo>
                  <a:cubicBezTo>
                    <a:pt x="106733" y="41518"/>
                    <a:pt x="106733" y="41511"/>
                    <a:pt x="106730" y="41502"/>
                  </a:cubicBezTo>
                  <a:close/>
                  <a:moveTo>
                    <a:pt x="55507" y="45426"/>
                  </a:moveTo>
                  <a:lnTo>
                    <a:pt x="55557" y="45451"/>
                  </a:lnTo>
                  <a:lnTo>
                    <a:pt x="55582" y="45476"/>
                  </a:lnTo>
                  <a:cubicBezTo>
                    <a:pt x="55569" y="45473"/>
                    <a:pt x="55556" y="45471"/>
                    <a:pt x="55543" y="45471"/>
                  </a:cubicBezTo>
                  <a:cubicBezTo>
                    <a:pt x="55456" y="45471"/>
                    <a:pt x="55367" y="45539"/>
                    <a:pt x="55258" y="45625"/>
                  </a:cubicBezTo>
                  <a:cubicBezTo>
                    <a:pt x="55201" y="45663"/>
                    <a:pt x="55130" y="45716"/>
                    <a:pt x="55055" y="45772"/>
                  </a:cubicBezTo>
                  <a:lnTo>
                    <a:pt x="55055" y="45772"/>
                  </a:lnTo>
                  <a:cubicBezTo>
                    <a:pt x="55183" y="45673"/>
                    <a:pt x="55315" y="45575"/>
                    <a:pt x="55458" y="45476"/>
                  </a:cubicBezTo>
                  <a:cubicBezTo>
                    <a:pt x="55482" y="45476"/>
                    <a:pt x="55482" y="45451"/>
                    <a:pt x="55507" y="45426"/>
                  </a:cubicBezTo>
                  <a:close/>
                  <a:moveTo>
                    <a:pt x="29870" y="40199"/>
                  </a:moveTo>
                  <a:cubicBezTo>
                    <a:pt x="32408" y="41842"/>
                    <a:pt x="35047" y="43759"/>
                    <a:pt x="37660" y="45800"/>
                  </a:cubicBezTo>
                  <a:lnTo>
                    <a:pt x="37636" y="45825"/>
                  </a:lnTo>
                  <a:cubicBezTo>
                    <a:pt x="35022" y="43784"/>
                    <a:pt x="32359" y="41892"/>
                    <a:pt x="29845" y="40249"/>
                  </a:cubicBezTo>
                  <a:cubicBezTo>
                    <a:pt x="29845" y="40224"/>
                    <a:pt x="29870" y="40224"/>
                    <a:pt x="29870" y="40199"/>
                  </a:cubicBezTo>
                  <a:close/>
                  <a:moveTo>
                    <a:pt x="48015" y="36167"/>
                  </a:moveTo>
                  <a:cubicBezTo>
                    <a:pt x="48015" y="36192"/>
                    <a:pt x="48040" y="36192"/>
                    <a:pt x="48040" y="36217"/>
                  </a:cubicBezTo>
                  <a:cubicBezTo>
                    <a:pt x="44481" y="39228"/>
                    <a:pt x="41120" y="42464"/>
                    <a:pt x="38009" y="45825"/>
                  </a:cubicBezTo>
                  <a:cubicBezTo>
                    <a:pt x="37959" y="45825"/>
                    <a:pt x="37959" y="45800"/>
                    <a:pt x="37934" y="45800"/>
                  </a:cubicBezTo>
                  <a:cubicBezTo>
                    <a:pt x="41071" y="42439"/>
                    <a:pt x="44431" y="39204"/>
                    <a:pt x="48015" y="36167"/>
                  </a:cubicBezTo>
                  <a:close/>
                  <a:moveTo>
                    <a:pt x="98619" y="44630"/>
                  </a:moveTo>
                  <a:cubicBezTo>
                    <a:pt x="98619" y="44630"/>
                    <a:pt x="98619" y="44655"/>
                    <a:pt x="98569" y="44655"/>
                  </a:cubicBezTo>
                  <a:cubicBezTo>
                    <a:pt x="98569" y="44655"/>
                    <a:pt x="98569" y="44680"/>
                    <a:pt x="98544" y="44680"/>
                  </a:cubicBezTo>
                  <a:cubicBezTo>
                    <a:pt x="97673" y="45153"/>
                    <a:pt x="96752" y="45526"/>
                    <a:pt x="95781" y="45825"/>
                  </a:cubicBezTo>
                  <a:lnTo>
                    <a:pt x="95707" y="45775"/>
                  </a:lnTo>
                  <a:cubicBezTo>
                    <a:pt x="96677" y="45451"/>
                    <a:pt x="97623" y="45078"/>
                    <a:pt x="98544" y="44655"/>
                  </a:cubicBezTo>
                  <a:cubicBezTo>
                    <a:pt x="98569" y="44655"/>
                    <a:pt x="98569" y="44630"/>
                    <a:pt x="98619" y="44630"/>
                  </a:cubicBezTo>
                  <a:close/>
                  <a:moveTo>
                    <a:pt x="106061" y="40846"/>
                  </a:moveTo>
                  <a:lnTo>
                    <a:pt x="106061" y="40846"/>
                  </a:lnTo>
                  <a:cubicBezTo>
                    <a:pt x="106111" y="40896"/>
                    <a:pt x="106136" y="40896"/>
                    <a:pt x="106161" y="40921"/>
                  </a:cubicBezTo>
                  <a:cubicBezTo>
                    <a:pt x="106186" y="40946"/>
                    <a:pt x="106235" y="40946"/>
                    <a:pt x="106260" y="40971"/>
                  </a:cubicBezTo>
                  <a:cubicBezTo>
                    <a:pt x="106310" y="41070"/>
                    <a:pt x="106385" y="41145"/>
                    <a:pt x="106435" y="41220"/>
                  </a:cubicBezTo>
                  <a:cubicBezTo>
                    <a:pt x="106484" y="41294"/>
                    <a:pt x="106509" y="41319"/>
                    <a:pt x="106534" y="41394"/>
                  </a:cubicBezTo>
                  <a:cubicBezTo>
                    <a:pt x="106584" y="41419"/>
                    <a:pt x="106584" y="41444"/>
                    <a:pt x="106609" y="41469"/>
                  </a:cubicBezTo>
                  <a:cubicBezTo>
                    <a:pt x="106659" y="41543"/>
                    <a:pt x="106708" y="41643"/>
                    <a:pt x="106758" y="41693"/>
                  </a:cubicBezTo>
                  <a:cubicBezTo>
                    <a:pt x="106858" y="41842"/>
                    <a:pt x="106982" y="42016"/>
                    <a:pt x="107057" y="42190"/>
                  </a:cubicBezTo>
                  <a:cubicBezTo>
                    <a:pt x="107107" y="42215"/>
                    <a:pt x="107132" y="42290"/>
                    <a:pt x="107156" y="42315"/>
                  </a:cubicBezTo>
                  <a:cubicBezTo>
                    <a:pt x="107231" y="42415"/>
                    <a:pt x="107256" y="42514"/>
                    <a:pt x="107331" y="42564"/>
                  </a:cubicBezTo>
                  <a:cubicBezTo>
                    <a:pt x="107430" y="42763"/>
                    <a:pt x="107530" y="42962"/>
                    <a:pt x="107629" y="43186"/>
                  </a:cubicBezTo>
                  <a:cubicBezTo>
                    <a:pt x="107679" y="43286"/>
                    <a:pt x="107729" y="43410"/>
                    <a:pt x="107779" y="43510"/>
                  </a:cubicBezTo>
                  <a:cubicBezTo>
                    <a:pt x="107828" y="43559"/>
                    <a:pt x="107853" y="43634"/>
                    <a:pt x="107878" y="43709"/>
                  </a:cubicBezTo>
                  <a:cubicBezTo>
                    <a:pt x="107978" y="43908"/>
                    <a:pt x="108028" y="44082"/>
                    <a:pt x="108127" y="44306"/>
                  </a:cubicBezTo>
                  <a:cubicBezTo>
                    <a:pt x="108152" y="44406"/>
                    <a:pt x="108202" y="44505"/>
                    <a:pt x="108252" y="44580"/>
                  </a:cubicBezTo>
                  <a:cubicBezTo>
                    <a:pt x="108277" y="44655"/>
                    <a:pt x="108277" y="44680"/>
                    <a:pt x="108301" y="44754"/>
                  </a:cubicBezTo>
                  <a:cubicBezTo>
                    <a:pt x="108301" y="44779"/>
                    <a:pt x="108351" y="44804"/>
                    <a:pt x="108351" y="44804"/>
                  </a:cubicBezTo>
                  <a:cubicBezTo>
                    <a:pt x="108401" y="45028"/>
                    <a:pt x="108501" y="45252"/>
                    <a:pt x="108575" y="45501"/>
                  </a:cubicBezTo>
                  <a:cubicBezTo>
                    <a:pt x="108476" y="45650"/>
                    <a:pt x="108525" y="45750"/>
                    <a:pt x="108525" y="45849"/>
                  </a:cubicBezTo>
                  <a:cubicBezTo>
                    <a:pt x="108401" y="45576"/>
                    <a:pt x="108351" y="45302"/>
                    <a:pt x="108252" y="45028"/>
                  </a:cubicBezTo>
                  <a:cubicBezTo>
                    <a:pt x="108227" y="44953"/>
                    <a:pt x="108227" y="44904"/>
                    <a:pt x="108202" y="44879"/>
                  </a:cubicBezTo>
                  <a:cubicBezTo>
                    <a:pt x="108152" y="44804"/>
                    <a:pt x="108127" y="44754"/>
                    <a:pt x="108102" y="44655"/>
                  </a:cubicBezTo>
                  <a:cubicBezTo>
                    <a:pt x="108077" y="44555"/>
                    <a:pt x="108028" y="44456"/>
                    <a:pt x="108003" y="44331"/>
                  </a:cubicBezTo>
                  <a:lnTo>
                    <a:pt x="108003" y="44306"/>
                  </a:lnTo>
                  <a:cubicBezTo>
                    <a:pt x="107953" y="44182"/>
                    <a:pt x="107903" y="44057"/>
                    <a:pt x="107853" y="43933"/>
                  </a:cubicBezTo>
                  <a:cubicBezTo>
                    <a:pt x="107828" y="43833"/>
                    <a:pt x="107779" y="43784"/>
                    <a:pt x="107754" y="43684"/>
                  </a:cubicBezTo>
                  <a:cubicBezTo>
                    <a:pt x="107754" y="43659"/>
                    <a:pt x="107729" y="43634"/>
                    <a:pt x="107729" y="43584"/>
                  </a:cubicBezTo>
                  <a:cubicBezTo>
                    <a:pt x="107604" y="43311"/>
                    <a:pt x="107480" y="43062"/>
                    <a:pt x="107331" y="42788"/>
                  </a:cubicBezTo>
                  <a:lnTo>
                    <a:pt x="107331" y="42763"/>
                  </a:lnTo>
                  <a:cubicBezTo>
                    <a:pt x="107331" y="42713"/>
                    <a:pt x="107281" y="42713"/>
                    <a:pt x="107281" y="42688"/>
                  </a:cubicBezTo>
                  <a:cubicBezTo>
                    <a:pt x="107256" y="42663"/>
                    <a:pt x="107256" y="42639"/>
                    <a:pt x="107231" y="42589"/>
                  </a:cubicBezTo>
                  <a:cubicBezTo>
                    <a:pt x="107181" y="42514"/>
                    <a:pt x="107132" y="42439"/>
                    <a:pt x="107057" y="42390"/>
                  </a:cubicBezTo>
                  <a:cubicBezTo>
                    <a:pt x="106982" y="42190"/>
                    <a:pt x="106858" y="42016"/>
                    <a:pt x="106733" y="41817"/>
                  </a:cubicBezTo>
                  <a:cubicBezTo>
                    <a:pt x="106683" y="41767"/>
                    <a:pt x="106634" y="41668"/>
                    <a:pt x="106609" y="41593"/>
                  </a:cubicBezTo>
                  <a:cubicBezTo>
                    <a:pt x="106559" y="41543"/>
                    <a:pt x="106509" y="41469"/>
                    <a:pt x="106484" y="41419"/>
                  </a:cubicBezTo>
                  <a:lnTo>
                    <a:pt x="106435" y="41394"/>
                  </a:lnTo>
                  <a:cubicBezTo>
                    <a:pt x="106435" y="41344"/>
                    <a:pt x="106410" y="41344"/>
                    <a:pt x="106410" y="41319"/>
                  </a:cubicBezTo>
                  <a:cubicBezTo>
                    <a:pt x="106310" y="41195"/>
                    <a:pt x="106235" y="41095"/>
                    <a:pt x="106161" y="40971"/>
                  </a:cubicBezTo>
                  <a:cubicBezTo>
                    <a:pt x="106136" y="40946"/>
                    <a:pt x="106111" y="40921"/>
                    <a:pt x="106061" y="40846"/>
                  </a:cubicBezTo>
                  <a:close/>
                  <a:moveTo>
                    <a:pt x="95532" y="45825"/>
                  </a:moveTo>
                  <a:cubicBezTo>
                    <a:pt x="95532" y="45825"/>
                    <a:pt x="95557" y="45825"/>
                    <a:pt x="95557" y="45849"/>
                  </a:cubicBezTo>
                  <a:lnTo>
                    <a:pt x="95582" y="45899"/>
                  </a:lnTo>
                  <a:cubicBezTo>
                    <a:pt x="95557" y="45899"/>
                    <a:pt x="95557" y="45899"/>
                    <a:pt x="95532" y="45924"/>
                  </a:cubicBezTo>
                  <a:cubicBezTo>
                    <a:pt x="95532" y="45899"/>
                    <a:pt x="95507" y="45899"/>
                    <a:pt x="95458" y="45849"/>
                  </a:cubicBezTo>
                  <a:cubicBezTo>
                    <a:pt x="95507" y="45849"/>
                    <a:pt x="95532" y="45849"/>
                    <a:pt x="95532" y="45825"/>
                  </a:cubicBezTo>
                  <a:close/>
                  <a:moveTo>
                    <a:pt x="37785" y="45924"/>
                  </a:moveTo>
                  <a:cubicBezTo>
                    <a:pt x="37810" y="45924"/>
                    <a:pt x="37810" y="45949"/>
                    <a:pt x="37835" y="45949"/>
                  </a:cubicBezTo>
                  <a:lnTo>
                    <a:pt x="37810" y="45999"/>
                  </a:lnTo>
                  <a:cubicBezTo>
                    <a:pt x="37810" y="45999"/>
                    <a:pt x="37785" y="45999"/>
                    <a:pt x="37760" y="45949"/>
                  </a:cubicBezTo>
                  <a:lnTo>
                    <a:pt x="37785" y="45924"/>
                  </a:lnTo>
                  <a:close/>
                  <a:moveTo>
                    <a:pt x="109944" y="45003"/>
                  </a:moveTo>
                  <a:cubicBezTo>
                    <a:pt x="109944" y="45028"/>
                    <a:pt x="109894" y="45053"/>
                    <a:pt x="109894" y="45128"/>
                  </a:cubicBezTo>
                  <a:cubicBezTo>
                    <a:pt x="109845" y="45153"/>
                    <a:pt x="109820" y="45202"/>
                    <a:pt x="109745" y="45252"/>
                  </a:cubicBezTo>
                  <a:cubicBezTo>
                    <a:pt x="109471" y="45501"/>
                    <a:pt x="109123" y="45750"/>
                    <a:pt x="108774" y="45999"/>
                  </a:cubicBezTo>
                  <a:lnTo>
                    <a:pt x="108749" y="45924"/>
                  </a:lnTo>
                  <a:cubicBezTo>
                    <a:pt x="108849" y="45874"/>
                    <a:pt x="108949" y="45775"/>
                    <a:pt x="109023" y="45700"/>
                  </a:cubicBezTo>
                  <a:cubicBezTo>
                    <a:pt x="109197" y="45576"/>
                    <a:pt x="109347" y="45451"/>
                    <a:pt x="109496" y="45377"/>
                  </a:cubicBezTo>
                  <a:lnTo>
                    <a:pt x="109596" y="45277"/>
                  </a:lnTo>
                  <a:cubicBezTo>
                    <a:pt x="109720" y="45177"/>
                    <a:pt x="109820" y="45078"/>
                    <a:pt x="109944" y="45003"/>
                  </a:cubicBezTo>
                  <a:close/>
                  <a:moveTo>
                    <a:pt x="73603" y="45053"/>
                  </a:moveTo>
                  <a:cubicBezTo>
                    <a:pt x="74051" y="45128"/>
                    <a:pt x="74549" y="45177"/>
                    <a:pt x="75047" y="45202"/>
                  </a:cubicBezTo>
                  <a:cubicBezTo>
                    <a:pt x="74474" y="45451"/>
                    <a:pt x="73877" y="45725"/>
                    <a:pt x="73280" y="46024"/>
                  </a:cubicBezTo>
                  <a:lnTo>
                    <a:pt x="73280" y="45999"/>
                  </a:lnTo>
                  <a:cubicBezTo>
                    <a:pt x="73404" y="45675"/>
                    <a:pt x="73504" y="45377"/>
                    <a:pt x="73603" y="45053"/>
                  </a:cubicBezTo>
                  <a:close/>
                  <a:moveTo>
                    <a:pt x="80573" y="44431"/>
                  </a:moveTo>
                  <a:cubicBezTo>
                    <a:pt x="81021" y="44580"/>
                    <a:pt x="81568" y="44704"/>
                    <a:pt x="82116" y="44804"/>
                  </a:cubicBezTo>
                  <a:cubicBezTo>
                    <a:pt x="82141" y="44804"/>
                    <a:pt x="82191" y="44829"/>
                    <a:pt x="82216" y="44829"/>
                  </a:cubicBezTo>
                  <a:cubicBezTo>
                    <a:pt x="83062" y="45153"/>
                    <a:pt x="83759" y="45551"/>
                    <a:pt x="84431" y="46073"/>
                  </a:cubicBezTo>
                  <a:cubicBezTo>
                    <a:pt x="84306" y="46049"/>
                    <a:pt x="84182" y="46024"/>
                    <a:pt x="84082" y="45999"/>
                  </a:cubicBezTo>
                  <a:cubicBezTo>
                    <a:pt x="83958" y="45949"/>
                    <a:pt x="83833" y="45924"/>
                    <a:pt x="83734" y="45899"/>
                  </a:cubicBezTo>
                  <a:cubicBezTo>
                    <a:pt x="82738" y="45576"/>
                    <a:pt x="81767" y="45202"/>
                    <a:pt x="80871" y="44754"/>
                  </a:cubicBezTo>
                  <a:cubicBezTo>
                    <a:pt x="80822" y="44704"/>
                    <a:pt x="80722" y="44680"/>
                    <a:pt x="80647" y="44605"/>
                  </a:cubicBezTo>
                  <a:cubicBezTo>
                    <a:pt x="80573" y="44555"/>
                    <a:pt x="80473" y="44480"/>
                    <a:pt x="80349" y="44431"/>
                  </a:cubicBezTo>
                  <a:close/>
                  <a:moveTo>
                    <a:pt x="73031" y="45849"/>
                  </a:moveTo>
                  <a:cubicBezTo>
                    <a:pt x="73031" y="45899"/>
                    <a:pt x="73056" y="45949"/>
                    <a:pt x="73056" y="45999"/>
                  </a:cubicBezTo>
                  <a:cubicBezTo>
                    <a:pt x="73056" y="46024"/>
                    <a:pt x="73031" y="46073"/>
                    <a:pt x="73031" y="46123"/>
                  </a:cubicBezTo>
                  <a:cubicBezTo>
                    <a:pt x="73031" y="46073"/>
                    <a:pt x="73031" y="46024"/>
                    <a:pt x="73006" y="45999"/>
                  </a:cubicBezTo>
                  <a:cubicBezTo>
                    <a:pt x="73006" y="45949"/>
                    <a:pt x="73031" y="45899"/>
                    <a:pt x="73031" y="45849"/>
                  </a:cubicBezTo>
                  <a:close/>
                  <a:moveTo>
                    <a:pt x="108625" y="46049"/>
                  </a:moveTo>
                  <a:lnTo>
                    <a:pt x="108625" y="46073"/>
                  </a:lnTo>
                  <a:lnTo>
                    <a:pt x="108625" y="46123"/>
                  </a:lnTo>
                  <a:cubicBezTo>
                    <a:pt x="108625" y="46123"/>
                    <a:pt x="108600" y="46123"/>
                    <a:pt x="108600" y="46148"/>
                  </a:cubicBezTo>
                  <a:lnTo>
                    <a:pt x="108600" y="46123"/>
                  </a:lnTo>
                  <a:lnTo>
                    <a:pt x="108575" y="46073"/>
                  </a:lnTo>
                  <a:lnTo>
                    <a:pt x="108625" y="46049"/>
                  </a:lnTo>
                  <a:close/>
                  <a:moveTo>
                    <a:pt x="48164" y="36341"/>
                  </a:moveTo>
                  <a:lnTo>
                    <a:pt x="48463" y="36714"/>
                  </a:lnTo>
                  <a:cubicBezTo>
                    <a:pt x="44630" y="39452"/>
                    <a:pt x="41245" y="42738"/>
                    <a:pt x="38457" y="46198"/>
                  </a:cubicBezTo>
                  <a:cubicBezTo>
                    <a:pt x="38382" y="46098"/>
                    <a:pt x="38258" y="46049"/>
                    <a:pt x="38158" y="45949"/>
                  </a:cubicBezTo>
                  <a:cubicBezTo>
                    <a:pt x="41245" y="42589"/>
                    <a:pt x="44605" y="39403"/>
                    <a:pt x="48164" y="36341"/>
                  </a:cubicBezTo>
                  <a:close/>
                  <a:moveTo>
                    <a:pt x="82888" y="44929"/>
                  </a:moveTo>
                  <a:cubicBezTo>
                    <a:pt x="82962" y="44929"/>
                    <a:pt x="83062" y="44953"/>
                    <a:pt x="83136" y="44953"/>
                  </a:cubicBezTo>
                  <a:cubicBezTo>
                    <a:pt x="83833" y="45302"/>
                    <a:pt x="84431" y="45700"/>
                    <a:pt x="84954" y="46198"/>
                  </a:cubicBezTo>
                  <a:cubicBezTo>
                    <a:pt x="84929" y="46198"/>
                    <a:pt x="84854" y="46173"/>
                    <a:pt x="84829" y="46173"/>
                  </a:cubicBezTo>
                  <a:cubicBezTo>
                    <a:pt x="84257" y="45675"/>
                    <a:pt x="83609" y="45277"/>
                    <a:pt x="82888" y="44929"/>
                  </a:cubicBezTo>
                  <a:close/>
                  <a:moveTo>
                    <a:pt x="65787" y="40448"/>
                  </a:moveTo>
                  <a:cubicBezTo>
                    <a:pt x="67057" y="41792"/>
                    <a:pt x="68426" y="42838"/>
                    <a:pt x="69795" y="43634"/>
                  </a:cubicBezTo>
                  <a:cubicBezTo>
                    <a:pt x="69646" y="43709"/>
                    <a:pt x="69496" y="43808"/>
                    <a:pt x="69372" y="43908"/>
                  </a:cubicBezTo>
                  <a:cubicBezTo>
                    <a:pt x="69247" y="44008"/>
                    <a:pt x="69123" y="44057"/>
                    <a:pt x="68949" y="44157"/>
                  </a:cubicBezTo>
                  <a:cubicBezTo>
                    <a:pt x="68749" y="44281"/>
                    <a:pt x="68525" y="44431"/>
                    <a:pt x="68301" y="44555"/>
                  </a:cubicBezTo>
                  <a:lnTo>
                    <a:pt x="68276" y="44580"/>
                  </a:lnTo>
                  <a:cubicBezTo>
                    <a:pt x="68227" y="44630"/>
                    <a:pt x="68177" y="44655"/>
                    <a:pt x="68152" y="44680"/>
                  </a:cubicBezTo>
                  <a:cubicBezTo>
                    <a:pt x="68028" y="44779"/>
                    <a:pt x="67903" y="44829"/>
                    <a:pt x="67729" y="44929"/>
                  </a:cubicBezTo>
                  <a:cubicBezTo>
                    <a:pt x="67654" y="45003"/>
                    <a:pt x="67580" y="45028"/>
                    <a:pt x="67480" y="45078"/>
                  </a:cubicBezTo>
                  <a:cubicBezTo>
                    <a:pt x="67156" y="45302"/>
                    <a:pt x="66833" y="45551"/>
                    <a:pt x="66484" y="45775"/>
                  </a:cubicBezTo>
                  <a:cubicBezTo>
                    <a:pt x="66459" y="45775"/>
                    <a:pt x="66459" y="45800"/>
                    <a:pt x="66435" y="45800"/>
                  </a:cubicBezTo>
                  <a:lnTo>
                    <a:pt x="66410" y="45825"/>
                  </a:lnTo>
                  <a:cubicBezTo>
                    <a:pt x="66186" y="45999"/>
                    <a:pt x="65962" y="46123"/>
                    <a:pt x="65738" y="46273"/>
                  </a:cubicBezTo>
                  <a:cubicBezTo>
                    <a:pt x="65713" y="46123"/>
                    <a:pt x="65613" y="45924"/>
                    <a:pt x="65588" y="45775"/>
                  </a:cubicBezTo>
                  <a:cubicBezTo>
                    <a:pt x="65538" y="45551"/>
                    <a:pt x="65464" y="45327"/>
                    <a:pt x="65364" y="45128"/>
                  </a:cubicBezTo>
                  <a:cubicBezTo>
                    <a:pt x="65314" y="44929"/>
                    <a:pt x="65215" y="44704"/>
                    <a:pt x="65165" y="44505"/>
                  </a:cubicBezTo>
                  <a:cubicBezTo>
                    <a:pt x="65066" y="44207"/>
                    <a:pt x="64966" y="43958"/>
                    <a:pt x="64842" y="43659"/>
                  </a:cubicBezTo>
                  <a:cubicBezTo>
                    <a:pt x="64792" y="43535"/>
                    <a:pt x="64717" y="43385"/>
                    <a:pt x="64667" y="43261"/>
                  </a:cubicBezTo>
                  <a:lnTo>
                    <a:pt x="64194" y="42141"/>
                  </a:lnTo>
                  <a:cubicBezTo>
                    <a:pt x="64194" y="42091"/>
                    <a:pt x="64169" y="42066"/>
                    <a:pt x="64169" y="42041"/>
                  </a:cubicBezTo>
                  <a:cubicBezTo>
                    <a:pt x="63995" y="41718"/>
                    <a:pt x="63871" y="41419"/>
                    <a:pt x="63721" y="41070"/>
                  </a:cubicBezTo>
                  <a:cubicBezTo>
                    <a:pt x="63796" y="41046"/>
                    <a:pt x="63871" y="41021"/>
                    <a:pt x="63945" y="40971"/>
                  </a:cubicBezTo>
                  <a:cubicBezTo>
                    <a:pt x="64045" y="40946"/>
                    <a:pt x="64120" y="40921"/>
                    <a:pt x="64244" y="40896"/>
                  </a:cubicBezTo>
                  <a:cubicBezTo>
                    <a:pt x="64319" y="40846"/>
                    <a:pt x="64369" y="40846"/>
                    <a:pt x="64443" y="40821"/>
                  </a:cubicBezTo>
                  <a:cubicBezTo>
                    <a:pt x="64593" y="40772"/>
                    <a:pt x="64717" y="40722"/>
                    <a:pt x="64866" y="40697"/>
                  </a:cubicBezTo>
                  <a:cubicBezTo>
                    <a:pt x="64941" y="40672"/>
                    <a:pt x="64991" y="40672"/>
                    <a:pt x="65090" y="40647"/>
                  </a:cubicBezTo>
                  <a:cubicBezTo>
                    <a:pt x="65165" y="40597"/>
                    <a:pt x="65240" y="40573"/>
                    <a:pt x="65314" y="40573"/>
                  </a:cubicBezTo>
                  <a:lnTo>
                    <a:pt x="65339" y="40573"/>
                  </a:lnTo>
                  <a:cubicBezTo>
                    <a:pt x="65464" y="40548"/>
                    <a:pt x="65613" y="40523"/>
                    <a:pt x="65738" y="40448"/>
                  </a:cubicBezTo>
                  <a:close/>
                  <a:moveTo>
                    <a:pt x="86074" y="45003"/>
                  </a:moveTo>
                  <a:cubicBezTo>
                    <a:pt x="85825" y="45451"/>
                    <a:pt x="85601" y="45849"/>
                    <a:pt x="85352" y="46298"/>
                  </a:cubicBezTo>
                  <a:cubicBezTo>
                    <a:pt x="85327" y="46298"/>
                    <a:pt x="85327" y="46298"/>
                    <a:pt x="85302" y="46273"/>
                  </a:cubicBezTo>
                  <a:cubicBezTo>
                    <a:pt x="84804" y="45775"/>
                    <a:pt x="84232" y="45377"/>
                    <a:pt x="83609" y="45003"/>
                  </a:cubicBezTo>
                  <a:lnTo>
                    <a:pt x="83609" y="45003"/>
                  </a:lnTo>
                  <a:cubicBezTo>
                    <a:pt x="84082" y="45028"/>
                    <a:pt x="84555" y="45053"/>
                    <a:pt x="85003" y="45053"/>
                  </a:cubicBezTo>
                  <a:cubicBezTo>
                    <a:pt x="85252" y="45053"/>
                    <a:pt x="85551" y="45053"/>
                    <a:pt x="85800" y="45028"/>
                  </a:cubicBezTo>
                  <a:cubicBezTo>
                    <a:pt x="85875" y="45028"/>
                    <a:pt x="85974" y="45003"/>
                    <a:pt x="86074" y="45003"/>
                  </a:cubicBezTo>
                  <a:close/>
                  <a:moveTo>
                    <a:pt x="48513" y="36864"/>
                  </a:moveTo>
                  <a:cubicBezTo>
                    <a:pt x="48513" y="36889"/>
                    <a:pt x="48538" y="36889"/>
                    <a:pt x="48538" y="36938"/>
                  </a:cubicBezTo>
                  <a:cubicBezTo>
                    <a:pt x="44779" y="39627"/>
                    <a:pt x="41394" y="42912"/>
                    <a:pt x="38631" y="46322"/>
                  </a:cubicBezTo>
                  <a:cubicBezTo>
                    <a:pt x="38581" y="46322"/>
                    <a:pt x="38581" y="46298"/>
                    <a:pt x="38557" y="46298"/>
                  </a:cubicBezTo>
                  <a:cubicBezTo>
                    <a:pt x="41319" y="42838"/>
                    <a:pt x="44729" y="39577"/>
                    <a:pt x="48513" y="36864"/>
                  </a:cubicBezTo>
                  <a:close/>
                  <a:moveTo>
                    <a:pt x="86347" y="45053"/>
                  </a:moveTo>
                  <a:cubicBezTo>
                    <a:pt x="86099" y="45451"/>
                    <a:pt x="85850" y="45899"/>
                    <a:pt x="85601" y="46372"/>
                  </a:cubicBezTo>
                  <a:lnTo>
                    <a:pt x="85551" y="46372"/>
                  </a:lnTo>
                  <a:lnTo>
                    <a:pt x="86273" y="45053"/>
                  </a:lnTo>
                  <a:close/>
                  <a:moveTo>
                    <a:pt x="38009" y="46123"/>
                  </a:moveTo>
                  <a:cubicBezTo>
                    <a:pt x="38084" y="46198"/>
                    <a:pt x="38208" y="46298"/>
                    <a:pt x="38308" y="46372"/>
                  </a:cubicBezTo>
                  <a:lnTo>
                    <a:pt x="38283" y="46397"/>
                  </a:lnTo>
                  <a:cubicBezTo>
                    <a:pt x="38183" y="46298"/>
                    <a:pt x="38059" y="46198"/>
                    <a:pt x="37959" y="46148"/>
                  </a:cubicBezTo>
                  <a:lnTo>
                    <a:pt x="38009" y="46123"/>
                  </a:lnTo>
                  <a:close/>
                  <a:moveTo>
                    <a:pt x="79901" y="44456"/>
                  </a:moveTo>
                  <a:cubicBezTo>
                    <a:pt x="80100" y="44580"/>
                    <a:pt x="80274" y="44680"/>
                    <a:pt x="80473" y="44779"/>
                  </a:cubicBezTo>
                  <a:lnTo>
                    <a:pt x="80647" y="44879"/>
                  </a:lnTo>
                  <a:cubicBezTo>
                    <a:pt x="81120" y="45128"/>
                    <a:pt x="81593" y="45327"/>
                    <a:pt x="82091" y="45526"/>
                  </a:cubicBezTo>
                  <a:cubicBezTo>
                    <a:pt x="82141" y="45551"/>
                    <a:pt x="82216" y="45551"/>
                    <a:pt x="82265" y="45576"/>
                  </a:cubicBezTo>
                  <a:cubicBezTo>
                    <a:pt x="82713" y="45725"/>
                    <a:pt x="83112" y="45899"/>
                    <a:pt x="83585" y="46024"/>
                  </a:cubicBezTo>
                  <a:cubicBezTo>
                    <a:pt x="83709" y="46049"/>
                    <a:pt x="83833" y="46073"/>
                    <a:pt x="83958" y="46148"/>
                  </a:cubicBezTo>
                  <a:lnTo>
                    <a:pt x="84705" y="46322"/>
                  </a:lnTo>
                  <a:lnTo>
                    <a:pt x="84730" y="46347"/>
                  </a:lnTo>
                  <a:lnTo>
                    <a:pt x="84754" y="46397"/>
                  </a:lnTo>
                  <a:lnTo>
                    <a:pt x="84804" y="46422"/>
                  </a:lnTo>
                  <a:cubicBezTo>
                    <a:pt x="83112" y="46049"/>
                    <a:pt x="81519" y="45426"/>
                    <a:pt x="80100" y="44605"/>
                  </a:cubicBezTo>
                  <a:cubicBezTo>
                    <a:pt x="80075" y="44580"/>
                    <a:pt x="80025" y="44580"/>
                    <a:pt x="80000" y="44555"/>
                  </a:cubicBezTo>
                  <a:cubicBezTo>
                    <a:pt x="79975" y="44530"/>
                    <a:pt x="79901" y="44505"/>
                    <a:pt x="79851" y="44456"/>
                  </a:cubicBezTo>
                  <a:close/>
                  <a:moveTo>
                    <a:pt x="85078" y="46422"/>
                  </a:moveTo>
                  <a:cubicBezTo>
                    <a:pt x="85087" y="46422"/>
                    <a:pt x="85102" y="46425"/>
                    <a:pt x="85119" y="46429"/>
                  </a:cubicBezTo>
                  <a:lnTo>
                    <a:pt x="85119" y="46429"/>
                  </a:lnTo>
                  <a:cubicBezTo>
                    <a:pt x="85115" y="46432"/>
                    <a:pt x="85112" y="46433"/>
                    <a:pt x="85109" y="46433"/>
                  </a:cubicBezTo>
                  <a:cubicBezTo>
                    <a:pt x="85100" y="46433"/>
                    <a:pt x="85095" y="46422"/>
                    <a:pt x="85078" y="46422"/>
                  </a:cubicBezTo>
                  <a:close/>
                  <a:moveTo>
                    <a:pt x="63522" y="41195"/>
                  </a:moveTo>
                  <a:cubicBezTo>
                    <a:pt x="63945" y="42016"/>
                    <a:pt x="64319" y="42813"/>
                    <a:pt x="64617" y="43584"/>
                  </a:cubicBezTo>
                  <a:cubicBezTo>
                    <a:pt x="64667" y="43659"/>
                    <a:pt x="64692" y="43759"/>
                    <a:pt x="64717" y="43808"/>
                  </a:cubicBezTo>
                  <a:cubicBezTo>
                    <a:pt x="64842" y="44132"/>
                    <a:pt x="64941" y="44406"/>
                    <a:pt x="65066" y="44704"/>
                  </a:cubicBezTo>
                  <a:cubicBezTo>
                    <a:pt x="65140" y="44904"/>
                    <a:pt x="65190" y="45078"/>
                    <a:pt x="65265" y="45227"/>
                  </a:cubicBezTo>
                  <a:cubicBezTo>
                    <a:pt x="65339" y="45451"/>
                    <a:pt x="65389" y="45675"/>
                    <a:pt x="65464" y="45924"/>
                  </a:cubicBezTo>
                  <a:cubicBezTo>
                    <a:pt x="65538" y="46073"/>
                    <a:pt x="65563" y="46273"/>
                    <a:pt x="65638" y="46422"/>
                  </a:cubicBezTo>
                  <a:lnTo>
                    <a:pt x="65563" y="46447"/>
                  </a:lnTo>
                  <a:cubicBezTo>
                    <a:pt x="65514" y="46273"/>
                    <a:pt x="65439" y="46049"/>
                    <a:pt x="65389" y="45849"/>
                  </a:cubicBezTo>
                  <a:cubicBezTo>
                    <a:pt x="65314" y="45675"/>
                    <a:pt x="65290" y="45526"/>
                    <a:pt x="65215" y="45327"/>
                  </a:cubicBezTo>
                  <a:cubicBezTo>
                    <a:pt x="65165" y="45103"/>
                    <a:pt x="65066" y="44904"/>
                    <a:pt x="64966" y="44655"/>
                  </a:cubicBezTo>
                  <a:lnTo>
                    <a:pt x="64692" y="43908"/>
                  </a:lnTo>
                  <a:cubicBezTo>
                    <a:pt x="64667" y="43784"/>
                    <a:pt x="64593" y="43684"/>
                    <a:pt x="64543" y="43559"/>
                  </a:cubicBezTo>
                  <a:cubicBezTo>
                    <a:pt x="64219" y="42813"/>
                    <a:pt x="63896" y="41991"/>
                    <a:pt x="63473" y="41195"/>
                  </a:cubicBezTo>
                  <a:close/>
                  <a:moveTo>
                    <a:pt x="85165" y="46440"/>
                  </a:moveTo>
                  <a:cubicBezTo>
                    <a:pt x="85180" y="46444"/>
                    <a:pt x="85194" y="46447"/>
                    <a:pt x="85202" y="46447"/>
                  </a:cubicBezTo>
                  <a:lnTo>
                    <a:pt x="85227" y="46472"/>
                  </a:lnTo>
                  <a:cubicBezTo>
                    <a:pt x="85202" y="46472"/>
                    <a:pt x="85178" y="46472"/>
                    <a:pt x="85178" y="46447"/>
                  </a:cubicBezTo>
                  <a:lnTo>
                    <a:pt x="85165" y="46440"/>
                  </a:lnTo>
                  <a:close/>
                  <a:moveTo>
                    <a:pt x="28774" y="39826"/>
                  </a:moveTo>
                  <a:lnTo>
                    <a:pt x="29347" y="40199"/>
                  </a:lnTo>
                  <a:cubicBezTo>
                    <a:pt x="27704" y="42290"/>
                    <a:pt x="26260" y="44406"/>
                    <a:pt x="24991" y="46522"/>
                  </a:cubicBezTo>
                  <a:cubicBezTo>
                    <a:pt x="24642" y="46173"/>
                    <a:pt x="24319" y="45825"/>
                    <a:pt x="23995" y="45501"/>
                  </a:cubicBezTo>
                  <a:cubicBezTo>
                    <a:pt x="25066" y="44182"/>
                    <a:pt x="26136" y="42887"/>
                    <a:pt x="27256" y="41568"/>
                  </a:cubicBezTo>
                  <a:lnTo>
                    <a:pt x="27355" y="41469"/>
                  </a:lnTo>
                  <a:cubicBezTo>
                    <a:pt x="27828" y="40921"/>
                    <a:pt x="28301" y="40398"/>
                    <a:pt x="28774" y="39826"/>
                  </a:cubicBezTo>
                  <a:close/>
                  <a:moveTo>
                    <a:pt x="38457" y="46422"/>
                  </a:moveTo>
                  <a:cubicBezTo>
                    <a:pt x="38482" y="46422"/>
                    <a:pt x="38482" y="46447"/>
                    <a:pt x="38532" y="46447"/>
                  </a:cubicBezTo>
                  <a:cubicBezTo>
                    <a:pt x="38532" y="46472"/>
                    <a:pt x="38482" y="46472"/>
                    <a:pt x="38482" y="46522"/>
                  </a:cubicBezTo>
                  <a:cubicBezTo>
                    <a:pt x="38457" y="46522"/>
                    <a:pt x="38432" y="46522"/>
                    <a:pt x="38432" y="46472"/>
                  </a:cubicBezTo>
                  <a:cubicBezTo>
                    <a:pt x="38432" y="46447"/>
                    <a:pt x="38457" y="46447"/>
                    <a:pt x="38457" y="46422"/>
                  </a:cubicBezTo>
                  <a:close/>
                  <a:moveTo>
                    <a:pt x="69994" y="43709"/>
                  </a:moveTo>
                  <a:cubicBezTo>
                    <a:pt x="69994" y="43709"/>
                    <a:pt x="70019" y="43709"/>
                    <a:pt x="70019" y="43759"/>
                  </a:cubicBezTo>
                  <a:cubicBezTo>
                    <a:pt x="70019" y="43759"/>
                    <a:pt x="70044" y="43759"/>
                    <a:pt x="70044" y="43784"/>
                  </a:cubicBezTo>
                  <a:cubicBezTo>
                    <a:pt x="69521" y="44132"/>
                    <a:pt x="68973" y="44456"/>
                    <a:pt x="68426" y="44804"/>
                  </a:cubicBezTo>
                  <a:cubicBezTo>
                    <a:pt x="68252" y="44929"/>
                    <a:pt x="68077" y="45028"/>
                    <a:pt x="67903" y="45153"/>
                  </a:cubicBezTo>
                  <a:cubicBezTo>
                    <a:pt x="67206" y="45625"/>
                    <a:pt x="66534" y="46073"/>
                    <a:pt x="65812" y="46546"/>
                  </a:cubicBezTo>
                  <a:lnTo>
                    <a:pt x="65812" y="46522"/>
                  </a:lnTo>
                  <a:lnTo>
                    <a:pt x="65812" y="46497"/>
                  </a:lnTo>
                  <a:cubicBezTo>
                    <a:pt x="66459" y="46024"/>
                    <a:pt x="67132" y="45576"/>
                    <a:pt x="67779" y="45128"/>
                  </a:cubicBezTo>
                  <a:cubicBezTo>
                    <a:pt x="67928" y="45003"/>
                    <a:pt x="68127" y="44904"/>
                    <a:pt x="68276" y="44804"/>
                  </a:cubicBezTo>
                  <a:cubicBezTo>
                    <a:pt x="68301" y="44804"/>
                    <a:pt x="68301" y="44779"/>
                    <a:pt x="68326" y="44779"/>
                  </a:cubicBezTo>
                  <a:cubicBezTo>
                    <a:pt x="68899" y="44431"/>
                    <a:pt x="69421" y="44057"/>
                    <a:pt x="69994" y="43709"/>
                  </a:cubicBezTo>
                  <a:close/>
                  <a:moveTo>
                    <a:pt x="117835" y="37760"/>
                  </a:moveTo>
                  <a:lnTo>
                    <a:pt x="117835" y="38731"/>
                  </a:lnTo>
                  <a:cubicBezTo>
                    <a:pt x="117611" y="41294"/>
                    <a:pt x="117113" y="43933"/>
                    <a:pt x="116416" y="46646"/>
                  </a:cubicBezTo>
                  <a:cubicBezTo>
                    <a:pt x="116416" y="46546"/>
                    <a:pt x="116416" y="46447"/>
                    <a:pt x="116441" y="46322"/>
                  </a:cubicBezTo>
                  <a:cubicBezTo>
                    <a:pt x="117212" y="43360"/>
                    <a:pt x="117685" y="40523"/>
                    <a:pt x="117835" y="37760"/>
                  </a:cubicBezTo>
                  <a:close/>
                  <a:moveTo>
                    <a:pt x="29496" y="40299"/>
                  </a:moveTo>
                  <a:cubicBezTo>
                    <a:pt x="29546" y="40299"/>
                    <a:pt x="29546" y="40324"/>
                    <a:pt x="29571" y="40324"/>
                  </a:cubicBezTo>
                  <a:cubicBezTo>
                    <a:pt x="27903" y="42415"/>
                    <a:pt x="26459" y="44530"/>
                    <a:pt x="25190" y="46671"/>
                  </a:cubicBezTo>
                  <a:cubicBezTo>
                    <a:pt x="25140" y="46671"/>
                    <a:pt x="25140" y="46646"/>
                    <a:pt x="25140" y="46646"/>
                  </a:cubicBezTo>
                  <a:cubicBezTo>
                    <a:pt x="26385" y="44505"/>
                    <a:pt x="27853" y="42390"/>
                    <a:pt x="29496" y="40299"/>
                  </a:cubicBezTo>
                  <a:close/>
                  <a:moveTo>
                    <a:pt x="115669" y="38332"/>
                  </a:moveTo>
                  <a:cubicBezTo>
                    <a:pt x="116242" y="40797"/>
                    <a:pt x="116441" y="43510"/>
                    <a:pt x="116242" y="46372"/>
                  </a:cubicBezTo>
                  <a:cubicBezTo>
                    <a:pt x="116217" y="46447"/>
                    <a:pt x="116192" y="46571"/>
                    <a:pt x="116167" y="46671"/>
                  </a:cubicBezTo>
                  <a:cubicBezTo>
                    <a:pt x="116416" y="43709"/>
                    <a:pt x="116217" y="40946"/>
                    <a:pt x="115619" y="38432"/>
                  </a:cubicBezTo>
                  <a:cubicBezTo>
                    <a:pt x="115669" y="38407"/>
                    <a:pt x="115669" y="38357"/>
                    <a:pt x="115669" y="38332"/>
                  </a:cubicBezTo>
                  <a:close/>
                  <a:moveTo>
                    <a:pt x="65663" y="46621"/>
                  </a:moveTo>
                  <a:lnTo>
                    <a:pt x="65663" y="46646"/>
                  </a:lnTo>
                  <a:lnTo>
                    <a:pt x="65663" y="46671"/>
                  </a:lnTo>
                  <a:lnTo>
                    <a:pt x="65613" y="46696"/>
                  </a:lnTo>
                  <a:lnTo>
                    <a:pt x="65613" y="46671"/>
                  </a:lnTo>
                  <a:lnTo>
                    <a:pt x="65613" y="46646"/>
                  </a:lnTo>
                  <a:lnTo>
                    <a:pt x="65663" y="46621"/>
                  </a:lnTo>
                  <a:close/>
                  <a:moveTo>
                    <a:pt x="91774" y="43684"/>
                  </a:moveTo>
                  <a:cubicBezTo>
                    <a:pt x="93068" y="44182"/>
                    <a:pt x="94188" y="44879"/>
                    <a:pt x="95134" y="45775"/>
                  </a:cubicBezTo>
                  <a:cubicBezTo>
                    <a:pt x="94885" y="45825"/>
                    <a:pt x="94661" y="45924"/>
                    <a:pt x="94412" y="45974"/>
                  </a:cubicBezTo>
                  <a:cubicBezTo>
                    <a:pt x="94387" y="45974"/>
                    <a:pt x="94313" y="46024"/>
                    <a:pt x="94288" y="46024"/>
                  </a:cubicBezTo>
                  <a:cubicBezTo>
                    <a:pt x="93964" y="46098"/>
                    <a:pt x="93665" y="46173"/>
                    <a:pt x="93342" y="46223"/>
                  </a:cubicBezTo>
                  <a:cubicBezTo>
                    <a:pt x="93317" y="46223"/>
                    <a:pt x="93292" y="46223"/>
                    <a:pt x="93217" y="46273"/>
                  </a:cubicBezTo>
                  <a:lnTo>
                    <a:pt x="92296" y="46447"/>
                  </a:lnTo>
                  <a:cubicBezTo>
                    <a:pt x="92272" y="46447"/>
                    <a:pt x="92197" y="46447"/>
                    <a:pt x="92172" y="46472"/>
                  </a:cubicBezTo>
                  <a:cubicBezTo>
                    <a:pt x="91848" y="46546"/>
                    <a:pt x="91550" y="46571"/>
                    <a:pt x="91226" y="46596"/>
                  </a:cubicBezTo>
                  <a:lnTo>
                    <a:pt x="91151" y="46596"/>
                  </a:lnTo>
                  <a:cubicBezTo>
                    <a:pt x="90454" y="46671"/>
                    <a:pt x="89807" y="46696"/>
                    <a:pt x="89110" y="46696"/>
                  </a:cubicBezTo>
                  <a:lnTo>
                    <a:pt x="89085" y="46696"/>
                  </a:lnTo>
                  <a:cubicBezTo>
                    <a:pt x="88563" y="46696"/>
                    <a:pt x="88040" y="46671"/>
                    <a:pt x="87542" y="46646"/>
                  </a:cubicBezTo>
                  <a:cubicBezTo>
                    <a:pt x="87418" y="46646"/>
                    <a:pt x="87244" y="46596"/>
                    <a:pt x="87119" y="46596"/>
                  </a:cubicBezTo>
                  <a:cubicBezTo>
                    <a:pt x="86696" y="46571"/>
                    <a:pt x="86248" y="46522"/>
                    <a:pt x="85825" y="46422"/>
                  </a:cubicBezTo>
                  <a:cubicBezTo>
                    <a:pt x="86099" y="45949"/>
                    <a:pt x="86347" y="45526"/>
                    <a:pt x="86596" y="45053"/>
                  </a:cubicBezTo>
                  <a:cubicBezTo>
                    <a:pt x="88314" y="44829"/>
                    <a:pt x="90081" y="44406"/>
                    <a:pt x="91774" y="43684"/>
                  </a:cubicBezTo>
                  <a:close/>
                  <a:moveTo>
                    <a:pt x="23871" y="45650"/>
                  </a:moveTo>
                  <a:lnTo>
                    <a:pt x="24891" y="46671"/>
                  </a:lnTo>
                  <a:cubicBezTo>
                    <a:pt x="24891" y="46671"/>
                    <a:pt x="24866" y="46696"/>
                    <a:pt x="24866" y="46746"/>
                  </a:cubicBezTo>
                  <a:lnTo>
                    <a:pt x="23846" y="45700"/>
                  </a:lnTo>
                  <a:cubicBezTo>
                    <a:pt x="23846" y="45675"/>
                    <a:pt x="23871" y="45675"/>
                    <a:pt x="23871" y="45650"/>
                  </a:cubicBezTo>
                  <a:close/>
                  <a:moveTo>
                    <a:pt x="25016" y="46795"/>
                  </a:moveTo>
                  <a:lnTo>
                    <a:pt x="25041" y="46820"/>
                  </a:lnTo>
                  <a:cubicBezTo>
                    <a:pt x="25041" y="46870"/>
                    <a:pt x="25016" y="46870"/>
                    <a:pt x="25016" y="46895"/>
                  </a:cubicBezTo>
                  <a:cubicBezTo>
                    <a:pt x="25016" y="46895"/>
                    <a:pt x="25016" y="46870"/>
                    <a:pt x="24991" y="46870"/>
                  </a:cubicBezTo>
                  <a:cubicBezTo>
                    <a:pt x="24991" y="46820"/>
                    <a:pt x="25016" y="46820"/>
                    <a:pt x="25016" y="46795"/>
                  </a:cubicBezTo>
                  <a:close/>
                  <a:moveTo>
                    <a:pt x="95283" y="45899"/>
                  </a:moveTo>
                  <a:lnTo>
                    <a:pt x="95308" y="45924"/>
                  </a:lnTo>
                  <a:lnTo>
                    <a:pt x="95333" y="45949"/>
                  </a:lnTo>
                  <a:cubicBezTo>
                    <a:pt x="93292" y="46571"/>
                    <a:pt x="91201" y="46895"/>
                    <a:pt x="89110" y="46895"/>
                  </a:cubicBezTo>
                  <a:cubicBezTo>
                    <a:pt x="88613" y="46895"/>
                    <a:pt x="88115" y="46845"/>
                    <a:pt x="87617" y="46820"/>
                  </a:cubicBezTo>
                  <a:cubicBezTo>
                    <a:pt x="87492" y="46820"/>
                    <a:pt x="87418" y="46795"/>
                    <a:pt x="87293" y="46795"/>
                  </a:cubicBezTo>
                  <a:cubicBezTo>
                    <a:pt x="86870" y="46770"/>
                    <a:pt x="86472" y="46696"/>
                    <a:pt x="86074" y="46646"/>
                  </a:cubicBezTo>
                  <a:cubicBezTo>
                    <a:pt x="85974" y="46646"/>
                    <a:pt x="85875" y="46621"/>
                    <a:pt x="85800" y="46621"/>
                  </a:cubicBezTo>
                  <a:lnTo>
                    <a:pt x="85675" y="46621"/>
                  </a:lnTo>
                  <a:cubicBezTo>
                    <a:pt x="85700" y="46571"/>
                    <a:pt x="85700" y="46571"/>
                    <a:pt x="85700" y="46546"/>
                  </a:cubicBezTo>
                  <a:cubicBezTo>
                    <a:pt x="86123" y="46646"/>
                    <a:pt x="86596" y="46696"/>
                    <a:pt x="87069" y="46746"/>
                  </a:cubicBezTo>
                  <a:cubicBezTo>
                    <a:pt x="87219" y="46746"/>
                    <a:pt x="87343" y="46770"/>
                    <a:pt x="87492" y="46770"/>
                  </a:cubicBezTo>
                  <a:cubicBezTo>
                    <a:pt x="88040" y="46795"/>
                    <a:pt x="88563" y="46820"/>
                    <a:pt x="89085" y="46820"/>
                  </a:cubicBezTo>
                  <a:lnTo>
                    <a:pt x="89110" y="46820"/>
                  </a:lnTo>
                  <a:cubicBezTo>
                    <a:pt x="91176" y="46820"/>
                    <a:pt x="93267" y="46522"/>
                    <a:pt x="95283" y="45899"/>
                  </a:cubicBezTo>
                  <a:close/>
                  <a:moveTo>
                    <a:pt x="109820" y="45451"/>
                  </a:moveTo>
                  <a:lnTo>
                    <a:pt x="109820" y="45451"/>
                  </a:lnTo>
                  <a:cubicBezTo>
                    <a:pt x="109596" y="46049"/>
                    <a:pt x="109347" y="46671"/>
                    <a:pt x="109098" y="47268"/>
                  </a:cubicBezTo>
                  <a:cubicBezTo>
                    <a:pt x="108998" y="46895"/>
                    <a:pt x="108949" y="46546"/>
                    <a:pt x="108849" y="46173"/>
                  </a:cubicBezTo>
                  <a:cubicBezTo>
                    <a:pt x="108973" y="46073"/>
                    <a:pt x="109073" y="46024"/>
                    <a:pt x="109197" y="45924"/>
                  </a:cubicBezTo>
                  <a:cubicBezTo>
                    <a:pt x="109372" y="45800"/>
                    <a:pt x="109571" y="45650"/>
                    <a:pt x="109720" y="45526"/>
                  </a:cubicBezTo>
                  <a:cubicBezTo>
                    <a:pt x="109745" y="45476"/>
                    <a:pt x="109770" y="45476"/>
                    <a:pt x="109820" y="45451"/>
                  </a:cubicBezTo>
                  <a:close/>
                  <a:moveTo>
                    <a:pt x="72657" y="45128"/>
                  </a:moveTo>
                  <a:cubicBezTo>
                    <a:pt x="72682" y="45401"/>
                    <a:pt x="72707" y="45675"/>
                    <a:pt x="72782" y="45949"/>
                  </a:cubicBezTo>
                  <a:cubicBezTo>
                    <a:pt x="72782" y="46073"/>
                    <a:pt x="72707" y="46173"/>
                    <a:pt x="72682" y="46273"/>
                  </a:cubicBezTo>
                  <a:cubicBezTo>
                    <a:pt x="72035" y="46571"/>
                    <a:pt x="71388" y="46945"/>
                    <a:pt x="70741" y="47293"/>
                  </a:cubicBezTo>
                  <a:cubicBezTo>
                    <a:pt x="71114" y="46671"/>
                    <a:pt x="71463" y="46024"/>
                    <a:pt x="71811" y="45401"/>
                  </a:cubicBezTo>
                  <a:lnTo>
                    <a:pt x="72657" y="45128"/>
                  </a:lnTo>
                  <a:close/>
                  <a:moveTo>
                    <a:pt x="70218" y="43883"/>
                  </a:moveTo>
                  <a:cubicBezTo>
                    <a:pt x="70741" y="44132"/>
                    <a:pt x="71189" y="44331"/>
                    <a:pt x="71687" y="44530"/>
                  </a:cubicBezTo>
                  <a:cubicBezTo>
                    <a:pt x="71637" y="44680"/>
                    <a:pt x="71537" y="44829"/>
                    <a:pt x="71438" y="45028"/>
                  </a:cubicBezTo>
                  <a:lnTo>
                    <a:pt x="71438" y="45053"/>
                  </a:lnTo>
                  <a:cubicBezTo>
                    <a:pt x="71438" y="45078"/>
                    <a:pt x="71413" y="45078"/>
                    <a:pt x="71413" y="45103"/>
                  </a:cubicBezTo>
                  <a:cubicBezTo>
                    <a:pt x="69670" y="45700"/>
                    <a:pt x="67853" y="46522"/>
                    <a:pt x="66061" y="47542"/>
                  </a:cubicBezTo>
                  <a:cubicBezTo>
                    <a:pt x="66061" y="47517"/>
                    <a:pt x="66061" y="47492"/>
                    <a:pt x="66036" y="47442"/>
                  </a:cubicBezTo>
                  <a:cubicBezTo>
                    <a:pt x="65987" y="47343"/>
                    <a:pt x="65987" y="47268"/>
                    <a:pt x="65962" y="47169"/>
                  </a:cubicBezTo>
                  <a:cubicBezTo>
                    <a:pt x="65937" y="47044"/>
                    <a:pt x="65912" y="46945"/>
                    <a:pt x="65862" y="46820"/>
                  </a:cubicBezTo>
                  <a:cubicBezTo>
                    <a:pt x="65937" y="46795"/>
                    <a:pt x="65987" y="46721"/>
                    <a:pt x="66061" y="46696"/>
                  </a:cubicBezTo>
                  <a:cubicBezTo>
                    <a:pt x="66708" y="46223"/>
                    <a:pt x="67331" y="45800"/>
                    <a:pt x="67978" y="45401"/>
                  </a:cubicBezTo>
                  <a:lnTo>
                    <a:pt x="68550" y="45028"/>
                  </a:lnTo>
                  <a:cubicBezTo>
                    <a:pt x="68550" y="45028"/>
                    <a:pt x="68575" y="45028"/>
                    <a:pt x="68575" y="45003"/>
                  </a:cubicBezTo>
                  <a:cubicBezTo>
                    <a:pt x="69173" y="44555"/>
                    <a:pt x="69695" y="44207"/>
                    <a:pt x="70218" y="43883"/>
                  </a:cubicBezTo>
                  <a:close/>
                  <a:moveTo>
                    <a:pt x="71360" y="45795"/>
                  </a:moveTo>
                  <a:lnTo>
                    <a:pt x="71360" y="45795"/>
                  </a:lnTo>
                  <a:cubicBezTo>
                    <a:pt x="71175" y="46103"/>
                    <a:pt x="71032" y="46409"/>
                    <a:pt x="70890" y="46646"/>
                  </a:cubicBezTo>
                  <a:cubicBezTo>
                    <a:pt x="70790" y="46795"/>
                    <a:pt x="70716" y="46920"/>
                    <a:pt x="70641" y="47069"/>
                  </a:cubicBezTo>
                  <a:cubicBezTo>
                    <a:pt x="70616" y="47069"/>
                    <a:pt x="70616" y="47094"/>
                    <a:pt x="70566" y="47144"/>
                  </a:cubicBezTo>
                  <a:cubicBezTo>
                    <a:pt x="70517" y="47268"/>
                    <a:pt x="70417" y="47393"/>
                    <a:pt x="70318" y="47542"/>
                  </a:cubicBezTo>
                  <a:lnTo>
                    <a:pt x="70293" y="47567"/>
                  </a:lnTo>
                  <a:cubicBezTo>
                    <a:pt x="70656" y="46961"/>
                    <a:pt x="71020" y="46355"/>
                    <a:pt x="71360" y="45795"/>
                  </a:cubicBezTo>
                  <a:close/>
                  <a:moveTo>
                    <a:pt x="98445" y="45028"/>
                  </a:moveTo>
                  <a:cubicBezTo>
                    <a:pt x="98046" y="45849"/>
                    <a:pt x="97573" y="46746"/>
                    <a:pt x="97125" y="47642"/>
                  </a:cubicBezTo>
                  <a:cubicBezTo>
                    <a:pt x="96777" y="47044"/>
                    <a:pt x="96403" y="46497"/>
                    <a:pt x="95931" y="45999"/>
                  </a:cubicBezTo>
                  <a:cubicBezTo>
                    <a:pt x="96080" y="45924"/>
                    <a:pt x="96254" y="45899"/>
                    <a:pt x="96403" y="45825"/>
                  </a:cubicBezTo>
                  <a:cubicBezTo>
                    <a:pt x="96453" y="45800"/>
                    <a:pt x="96553" y="45775"/>
                    <a:pt x="96627" y="45775"/>
                  </a:cubicBezTo>
                  <a:cubicBezTo>
                    <a:pt x="96901" y="45675"/>
                    <a:pt x="97150" y="45551"/>
                    <a:pt x="97424" y="45451"/>
                  </a:cubicBezTo>
                  <a:cubicBezTo>
                    <a:pt x="97524" y="45426"/>
                    <a:pt x="97573" y="45401"/>
                    <a:pt x="97673" y="45377"/>
                  </a:cubicBezTo>
                  <a:cubicBezTo>
                    <a:pt x="97922" y="45277"/>
                    <a:pt x="98171" y="45153"/>
                    <a:pt x="98420" y="45028"/>
                  </a:cubicBezTo>
                  <a:close/>
                  <a:moveTo>
                    <a:pt x="65713" y="46920"/>
                  </a:moveTo>
                  <a:cubicBezTo>
                    <a:pt x="65762" y="47019"/>
                    <a:pt x="65762" y="47069"/>
                    <a:pt x="65787" y="47169"/>
                  </a:cubicBezTo>
                  <a:cubicBezTo>
                    <a:pt x="65812" y="47194"/>
                    <a:pt x="65837" y="47318"/>
                    <a:pt x="65837" y="47418"/>
                  </a:cubicBezTo>
                  <a:cubicBezTo>
                    <a:pt x="65837" y="47467"/>
                    <a:pt x="65887" y="47542"/>
                    <a:pt x="65887" y="47642"/>
                  </a:cubicBezTo>
                  <a:cubicBezTo>
                    <a:pt x="65837" y="47642"/>
                    <a:pt x="65837" y="47667"/>
                    <a:pt x="65812" y="47667"/>
                  </a:cubicBezTo>
                  <a:cubicBezTo>
                    <a:pt x="65812" y="47592"/>
                    <a:pt x="65787" y="47542"/>
                    <a:pt x="65787" y="47467"/>
                  </a:cubicBezTo>
                  <a:lnTo>
                    <a:pt x="65688" y="47094"/>
                  </a:lnTo>
                  <a:cubicBezTo>
                    <a:pt x="65688" y="47044"/>
                    <a:pt x="65663" y="46970"/>
                    <a:pt x="65663" y="46945"/>
                  </a:cubicBezTo>
                  <a:cubicBezTo>
                    <a:pt x="65688" y="46945"/>
                    <a:pt x="65688" y="46920"/>
                    <a:pt x="65713" y="46920"/>
                  </a:cubicBezTo>
                  <a:close/>
                  <a:moveTo>
                    <a:pt x="108650" y="46322"/>
                  </a:moveTo>
                  <a:cubicBezTo>
                    <a:pt x="108650" y="46397"/>
                    <a:pt x="108675" y="46422"/>
                    <a:pt x="108675" y="46472"/>
                  </a:cubicBezTo>
                  <a:cubicBezTo>
                    <a:pt x="108774" y="46795"/>
                    <a:pt x="108874" y="47169"/>
                    <a:pt x="108949" y="47542"/>
                  </a:cubicBezTo>
                  <a:lnTo>
                    <a:pt x="108949" y="47592"/>
                  </a:lnTo>
                  <a:cubicBezTo>
                    <a:pt x="108949" y="47642"/>
                    <a:pt x="108899" y="47642"/>
                    <a:pt x="108899" y="47667"/>
                  </a:cubicBezTo>
                  <a:cubicBezTo>
                    <a:pt x="108899" y="47691"/>
                    <a:pt x="108899" y="47691"/>
                    <a:pt x="108874" y="47716"/>
                  </a:cubicBezTo>
                  <a:lnTo>
                    <a:pt x="108874" y="47642"/>
                  </a:lnTo>
                  <a:cubicBezTo>
                    <a:pt x="108874" y="47592"/>
                    <a:pt x="108874" y="47567"/>
                    <a:pt x="108849" y="47517"/>
                  </a:cubicBezTo>
                  <a:cubicBezTo>
                    <a:pt x="108849" y="47442"/>
                    <a:pt x="108799" y="47393"/>
                    <a:pt x="108799" y="47343"/>
                  </a:cubicBezTo>
                  <a:lnTo>
                    <a:pt x="108625" y="46522"/>
                  </a:lnTo>
                  <a:cubicBezTo>
                    <a:pt x="108625" y="46472"/>
                    <a:pt x="108600" y="46422"/>
                    <a:pt x="108600" y="46397"/>
                  </a:cubicBezTo>
                  <a:lnTo>
                    <a:pt x="108625" y="46347"/>
                  </a:lnTo>
                  <a:lnTo>
                    <a:pt x="108650" y="46322"/>
                  </a:lnTo>
                  <a:close/>
                  <a:moveTo>
                    <a:pt x="110200" y="45149"/>
                  </a:moveTo>
                  <a:cubicBezTo>
                    <a:pt x="109857" y="46029"/>
                    <a:pt x="109490" y="46885"/>
                    <a:pt x="109148" y="47741"/>
                  </a:cubicBezTo>
                  <a:lnTo>
                    <a:pt x="109148" y="47642"/>
                  </a:lnTo>
                  <a:cubicBezTo>
                    <a:pt x="109496" y="46820"/>
                    <a:pt x="109845" y="45974"/>
                    <a:pt x="110143" y="45177"/>
                  </a:cubicBezTo>
                  <a:cubicBezTo>
                    <a:pt x="110169" y="45165"/>
                    <a:pt x="110188" y="45159"/>
                    <a:pt x="110200" y="45149"/>
                  </a:cubicBezTo>
                  <a:close/>
                  <a:moveTo>
                    <a:pt x="71288" y="45327"/>
                  </a:moveTo>
                  <a:cubicBezTo>
                    <a:pt x="71288" y="45377"/>
                    <a:pt x="71263" y="45401"/>
                    <a:pt x="71263" y="45426"/>
                  </a:cubicBezTo>
                  <a:cubicBezTo>
                    <a:pt x="69571" y="46024"/>
                    <a:pt x="67878" y="46795"/>
                    <a:pt x="66136" y="47766"/>
                  </a:cubicBezTo>
                  <a:cubicBezTo>
                    <a:pt x="66086" y="47766"/>
                    <a:pt x="66086" y="47741"/>
                    <a:pt x="66086" y="47691"/>
                  </a:cubicBezTo>
                  <a:cubicBezTo>
                    <a:pt x="67878" y="46746"/>
                    <a:pt x="69621" y="45924"/>
                    <a:pt x="71288" y="45327"/>
                  </a:cubicBezTo>
                  <a:close/>
                  <a:moveTo>
                    <a:pt x="72184" y="46820"/>
                  </a:moveTo>
                  <a:lnTo>
                    <a:pt x="72184" y="46820"/>
                  </a:lnTo>
                  <a:cubicBezTo>
                    <a:pt x="71736" y="47069"/>
                    <a:pt x="71263" y="47318"/>
                    <a:pt x="70815" y="47567"/>
                  </a:cubicBezTo>
                  <a:cubicBezTo>
                    <a:pt x="70790" y="47567"/>
                    <a:pt x="70790" y="47617"/>
                    <a:pt x="70766" y="47617"/>
                  </a:cubicBezTo>
                  <a:cubicBezTo>
                    <a:pt x="70691" y="47642"/>
                    <a:pt x="70641" y="47667"/>
                    <a:pt x="70542" y="47741"/>
                  </a:cubicBezTo>
                  <a:cubicBezTo>
                    <a:pt x="70517" y="47741"/>
                    <a:pt x="70492" y="47766"/>
                    <a:pt x="70492" y="47766"/>
                  </a:cubicBezTo>
                  <a:lnTo>
                    <a:pt x="70517" y="47741"/>
                  </a:lnTo>
                  <a:cubicBezTo>
                    <a:pt x="70616" y="47642"/>
                    <a:pt x="70741" y="47567"/>
                    <a:pt x="70840" y="47517"/>
                  </a:cubicBezTo>
                  <a:cubicBezTo>
                    <a:pt x="71363" y="47268"/>
                    <a:pt x="71786" y="47019"/>
                    <a:pt x="72184" y="46820"/>
                  </a:cubicBezTo>
                  <a:close/>
                  <a:moveTo>
                    <a:pt x="95756" y="46049"/>
                  </a:moveTo>
                  <a:cubicBezTo>
                    <a:pt x="96254" y="46571"/>
                    <a:pt x="96652" y="47169"/>
                    <a:pt x="97026" y="47816"/>
                  </a:cubicBezTo>
                  <a:cubicBezTo>
                    <a:pt x="97026" y="47866"/>
                    <a:pt x="97001" y="47866"/>
                    <a:pt x="97001" y="47891"/>
                  </a:cubicBezTo>
                  <a:cubicBezTo>
                    <a:pt x="96627" y="47243"/>
                    <a:pt x="96179" y="46621"/>
                    <a:pt x="95682" y="46049"/>
                  </a:cubicBezTo>
                  <a:close/>
                  <a:moveTo>
                    <a:pt x="98818" y="44829"/>
                  </a:moveTo>
                  <a:cubicBezTo>
                    <a:pt x="98320" y="45874"/>
                    <a:pt x="97822" y="46870"/>
                    <a:pt x="97300" y="47891"/>
                  </a:cubicBezTo>
                  <a:lnTo>
                    <a:pt x="97250" y="47816"/>
                  </a:lnTo>
                  <a:cubicBezTo>
                    <a:pt x="97772" y="46820"/>
                    <a:pt x="98270" y="45849"/>
                    <a:pt x="98743" y="44879"/>
                  </a:cubicBezTo>
                  <a:cubicBezTo>
                    <a:pt x="98768" y="44879"/>
                    <a:pt x="98793" y="44829"/>
                    <a:pt x="98818" y="44829"/>
                  </a:cubicBezTo>
                  <a:close/>
                  <a:moveTo>
                    <a:pt x="65912" y="47816"/>
                  </a:moveTo>
                  <a:lnTo>
                    <a:pt x="65912" y="47891"/>
                  </a:lnTo>
                  <a:cubicBezTo>
                    <a:pt x="65862" y="47891"/>
                    <a:pt x="65862" y="47915"/>
                    <a:pt x="65837" y="47915"/>
                  </a:cubicBezTo>
                  <a:lnTo>
                    <a:pt x="65837" y="47866"/>
                  </a:lnTo>
                  <a:cubicBezTo>
                    <a:pt x="65862" y="47816"/>
                    <a:pt x="65912" y="47816"/>
                    <a:pt x="65912" y="47816"/>
                  </a:cubicBezTo>
                  <a:close/>
                  <a:moveTo>
                    <a:pt x="70069" y="47915"/>
                  </a:moveTo>
                  <a:cubicBezTo>
                    <a:pt x="70069" y="47928"/>
                    <a:pt x="70069" y="47934"/>
                    <a:pt x="70075" y="47934"/>
                  </a:cubicBezTo>
                  <a:cubicBezTo>
                    <a:pt x="70081" y="47934"/>
                    <a:pt x="70094" y="47928"/>
                    <a:pt x="70118" y="47915"/>
                  </a:cubicBezTo>
                  <a:lnTo>
                    <a:pt x="70118" y="47915"/>
                  </a:lnTo>
                  <a:cubicBezTo>
                    <a:pt x="70118" y="47940"/>
                    <a:pt x="70069" y="47940"/>
                    <a:pt x="70069" y="47940"/>
                  </a:cubicBezTo>
                  <a:lnTo>
                    <a:pt x="70044" y="47990"/>
                  </a:lnTo>
                  <a:cubicBezTo>
                    <a:pt x="70044" y="47990"/>
                    <a:pt x="70044" y="47940"/>
                    <a:pt x="70069" y="47940"/>
                  </a:cubicBezTo>
                  <a:lnTo>
                    <a:pt x="70069" y="47915"/>
                  </a:lnTo>
                  <a:close/>
                  <a:moveTo>
                    <a:pt x="116167" y="47368"/>
                  </a:moveTo>
                  <a:cubicBezTo>
                    <a:pt x="116167" y="47492"/>
                    <a:pt x="116117" y="47642"/>
                    <a:pt x="116092" y="47766"/>
                  </a:cubicBezTo>
                  <a:cubicBezTo>
                    <a:pt x="116067" y="47891"/>
                    <a:pt x="116043" y="48015"/>
                    <a:pt x="115993" y="48115"/>
                  </a:cubicBezTo>
                  <a:cubicBezTo>
                    <a:pt x="115993" y="47990"/>
                    <a:pt x="116043" y="47891"/>
                    <a:pt x="116043" y="47766"/>
                  </a:cubicBezTo>
                  <a:cubicBezTo>
                    <a:pt x="116092" y="47642"/>
                    <a:pt x="116117" y="47517"/>
                    <a:pt x="116167" y="47368"/>
                  </a:cubicBezTo>
                  <a:close/>
                  <a:moveTo>
                    <a:pt x="97125" y="48015"/>
                  </a:moveTo>
                  <a:cubicBezTo>
                    <a:pt x="97125" y="48040"/>
                    <a:pt x="97150" y="48040"/>
                    <a:pt x="97150" y="48065"/>
                  </a:cubicBezTo>
                  <a:cubicBezTo>
                    <a:pt x="97150" y="48115"/>
                    <a:pt x="97150" y="48115"/>
                    <a:pt x="97125" y="48139"/>
                  </a:cubicBezTo>
                  <a:cubicBezTo>
                    <a:pt x="97125" y="48115"/>
                    <a:pt x="97076" y="48065"/>
                    <a:pt x="97076" y="48065"/>
                  </a:cubicBezTo>
                  <a:cubicBezTo>
                    <a:pt x="97076" y="48040"/>
                    <a:pt x="97125" y="48040"/>
                    <a:pt x="97125" y="48015"/>
                  </a:cubicBezTo>
                  <a:close/>
                  <a:moveTo>
                    <a:pt x="108973" y="47915"/>
                  </a:moveTo>
                  <a:cubicBezTo>
                    <a:pt x="108973" y="47940"/>
                    <a:pt x="108973" y="48015"/>
                    <a:pt x="108998" y="48040"/>
                  </a:cubicBezTo>
                  <a:cubicBezTo>
                    <a:pt x="108998" y="48065"/>
                    <a:pt x="108973" y="48065"/>
                    <a:pt x="108973" y="48115"/>
                  </a:cubicBezTo>
                  <a:cubicBezTo>
                    <a:pt x="108973" y="48139"/>
                    <a:pt x="108949" y="48139"/>
                    <a:pt x="108949" y="48164"/>
                  </a:cubicBezTo>
                  <a:lnTo>
                    <a:pt x="108949" y="48115"/>
                  </a:lnTo>
                  <a:lnTo>
                    <a:pt x="108949" y="48040"/>
                  </a:lnTo>
                  <a:lnTo>
                    <a:pt x="108949" y="47990"/>
                  </a:lnTo>
                  <a:cubicBezTo>
                    <a:pt x="108949" y="47940"/>
                    <a:pt x="108973" y="47940"/>
                    <a:pt x="108973" y="47915"/>
                  </a:cubicBezTo>
                  <a:close/>
                  <a:moveTo>
                    <a:pt x="75570" y="45576"/>
                  </a:moveTo>
                  <a:lnTo>
                    <a:pt x="75570" y="45576"/>
                  </a:lnTo>
                  <a:cubicBezTo>
                    <a:pt x="75097" y="46447"/>
                    <a:pt x="74524" y="47318"/>
                    <a:pt x="73952" y="48189"/>
                  </a:cubicBezTo>
                  <a:cubicBezTo>
                    <a:pt x="73703" y="47642"/>
                    <a:pt x="73529" y="47069"/>
                    <a:pt x="73379" y="46522"/>
                  </a:cubicBezTo>
                  <a:cubicBezTo>
                    <a:pt x="73653" y="46397"/>
                    <a:pt x="73927" y="46273"/>
                    <a:pt x="74250" y="46098"/>
                  </a:cubicBezTo>
                  <a:cubicBezTo>
                    <a:pt x="74350" y="46073"/>
                    <a:pt x="74474" y="46024"/>
                    <a:pt x="74549" y="45974"/>
                  </a:cubicBezTo>
                  <a:cubicBezTo>
                    <a:pt x="74599" y="45949"/>
                    <a:pt x="74649" y="45949"/>
                    <a:pt x="74674" y="45924"/>
                  </a:cubicBezTo>
                  <a:cubicBezTo>
                    <a:pt x="74997" y="45800"/>
                    <a:pt x="75296" y="45675"/>
                    <a:pt x="75570" y="45576"/>
                  </a:cubicBezTo>
                  <a:close/>
                  <a:moveTo>
                    <a:pt x="73205" y="46621"/>
                  </a:moveTo>
                  <a:cubicBezTo>
                    <a:pt x="73379" y="47194"/>
                    <a:pt x="73553" y="47791"/>
                    <a:pt x="73852" y="48388"/>
                  </a:cubicBezTo>
                  <a:cubicBezTo>
                    <a:pt x="73852" y="48413"/>
                    <a:pt x="73802" y="48413"/>
                    <a:pt x="73802" y="48438"/>
                  </a:cubicBezTo>
                  <a:cubicBezTo>
                    <a:pt x="73529" y="47866"/>
                    <a:pt x="73304" y="47243"/>
                    <a:pt x="73155" y="46646"/>
                  </a:cubicBezTo>
                  <a:cubicBezTo>
                    <a:pt x="73180" y="46646"/>
                    <a:pt x="73180" y="46621"/>
                    <a:pt x="73205" y="46621"/>
                  </a:cubicBezTo>
                  <a:close/>
                  <a:moveTo>
                    <a:pt x="75941" y="45497"/>
                  </a:moveTo>
                  <a:cubicBezTo>
                    <a:pt x="75352" y="46477"/>
                    <a:pt x="74738" y="47458"/>
                    <a:pt x="74051" y="48438"/>
                  </a:cubicBezTo>
                  <a:lnTo>
                    <a:pt x="74051" y="48413"/>
                  </a:lnTo>
                  <a:cubicBezTo>
                    <a:pt x="74723" y="47442"/>
                    <a:pt x="75346" y="46447"/>
                    <a:pt x="75918" y="45501"/>
                  </a:cubicBezTo>
                  <a:cubicBezTo>
                    <a:pt x="75927" y="45501"/>
                    <a:pt x="75935" y="45499"/>
                    <a:pt x="75941" y="45497"/>
                  </a:cubicBezTo>
                  <a:close/>
                  <a:moveTo>
                    <a:pt x="79502" y="44555"/>
                  </a:moveTo>
                  <a:cubicBezTo>
                    <a:pt x="79751" y="44704"/>
                    <a:pt x="79975" y="44829"/>
                    <a:pt x="80224" y="44953"/>
                  </a:cubicBezTo>
                  <a:cubicBezTo>
                    <a:pt x="81519" y="45675"/>
                    <a:pt x="82888" y="46198"/>
                    <a:pt x="84381" y="46571"/>
                  </a:cubicBezTo>
                  <a:cubicBezTo>
                    <a:pt x="84431" y="46571"/>
                    <a:pt x="84456" y="46621"/>
                    <a:pt x="84481" y="46621"/>
                  </a:cubicBezTo>
                  <a:cubicBezTo>
                    <a:pt x="84680" y="46646"/>
                    <a:pt x="84829" y="46696"/>
                    <a:pt x="85003" y="46746"/>
                  </a:cubicBezTo>
                  <a:lnTo>
                    <a:pt x="85053" y="46770"/>
                  </a:lnTo>
                  <a:cubicBezTo>
                    <a:pt x="84705" y="47368"/>
                    <a:pt x="84331" y="48015"/>
                    <a:pt x="83933" y="48662"/>
                  </a:cubicBezTo>
                  <a:lnTo>
                    <a:pt x="83560" y="48488"/>
                  </a:lnTo>
                  <a:lnTo>
                    <a:pt x="83186" y="48289"/>
                  </a:lnTo>
                  <a:cubicBezTo>
                    <a:pt x="83062" y="48239"/>
                    <a:pt x="82962" y="48164"/>
                    <a:pt x="82838" y="48115"/>
                  </a:cubicBezTo>
                  <a:cubicBezTo>
                    <a:pt x="82763" y="48065"/>
                    <a:pt x="82713" y="48040"/>
                    <a:pt x="82614" y="47990"/>
                  </a:cubicBezTo>
                  <a:cubicBezTo>
                    <a:pt x="82489" y="47915"/>
                    <a:pt x="82390" y="47866"/>
                    <a:pt x="82265" y="47791"/>
                  </a:cubicBezTo>
                  <a:cubicBezTo>
                    <a:pt x="82091" y="47691"/>
                    <a:pt x="81917" y="47567"/>
                    <a:pt x="81743" y="47492"/>
                  </a:cubicBezTo>
                  <a:cubicBezTo>
                    <a:pt x="81643" y="47418"/>
                    <a:pt x="81519" y="47368"/>
                    <a:pt x="81394" y="47293"/>
                  </a:cubicBezTo>
                  <a:cubicBezTo>
                    <a:pt x="81245" y="47194"/>
                    <a:pt x="81095" y="47069"/>
                    <a:pt x="80921" y="46994"/>
                  </a:cubicBezTo>
                  <a:cubicBezTo>
                    <a:pt x="80822" y="46895"/>
                    <a:pt x="80672" y="46820"/>
                    <a:pt x="80573" y="46746"/>
                  </a:cubicBezTo>
                  <a:cubicBezTo>
                    <a:pt x="80448" y="46646"/>
                    <a:pt x="80274" y="46522"/>
                    <a:pt x="80150" y="46422"/>
                  </a:cubicBezTo>
                  <a:lnTo>
                    <a:pt x="79776" y="46148"/>
                  </a:lnTo>
                  <a:cubicBezTo>
                    <a:pt x="79652" y="46049"/>
                    <a:pt x="79527" y="45949"/>
                    <a:pt x="79428" y="45825"/>
                  </a:cubicBezTo>
                  <a:cubicBezTo>
                    <a:pt x="79303" y="45700"/>
                    <a:pt x="79179" y="45625"/>
                    <a:pt x="79054" y="45501"/>
                  </a:cubicBezTo>
                  <a:cubicBezTo>
                    <a:pt x="79029" y="45451"/>
                    <a:pt x="79005" y="45426"/>
                    <a:pt x="78930" y="45401"/>
                  </a:cubicBezTo>
                  <a:cubicBezTo>
                    <a:pt x="78880" y="45327"/>
                    <a:pt x="78830" y="45277"/>
                    <a:pt x="78731" y="45202"/>
                  </a:cubicBezTo>
                  <a:cubicBezTo>
                    <a:pt x="78606" y="45078"/>
                    <a:pt x="78482" y="44953"/>
                    <a:pt x="78357" y="44879"/>
                  </a:cubicBezTo>
                  <a:cubicBezTo>
                    <a:pt x="78357" y="44829"/>
                    <a:pt x="78308" y="44804"/>
                    <a:pt x="78308" y="44779"/>
                  </a:cubicBezTo>
                  <a:cubicBezTo>
                    <a:pt x="78731" y="44680"/>
                    <a:pt x="79129" y="44580"/>
                    <a:pt x="79502" y="44555"/>
                  </a:cubicBezTo>
                  <a:close/>
                  <a:moveTo>
                    <a:pt x="73949" y="48625"/>
                  </a:moveTo>
                  <a:cubicBezTo>
                    <a:pt x="73951" y="48628"/>
                    <a:pt x="73952" y="48632"/>
                    <a:pt x="73952" y="48637"/>
                  </a:cubicBezTo>
                  <a:cubicBezTo>
                    <a:pt x="73952" y="48662"/>
                    <a:pt x="73927" y="48662"/>
                    <a:pt x="73927" y="48687"/>
                  </a:cubicBezTo>
                  <a:lnTo>
                    <a:pt x="73927" y="48662"/>
                  </a:lnTo>
                  <a:cubicBezTo>
                    <a:pt x="73927" y="48642"/>
                    <a:pt x="73943" y="48638"/>
                    <a:pt x="73949" y="48625"/>
                  </a:cubicBezTo>
                  <a:close/>
                  <a:moveTo>
                    <a:pt x="85227" y="46820"/>
                  </a:moveTo>
                  <a:cubicBezTo>
                    <a:pt x="85227" y="46870"/>
                    <a:pt x="85252" y="46870"/>
                    <a:pt x="85252" y="46895"/>
                  </a:cubicBezTo>
                  <a:lnTo>
                    <a:pt x="84132" y="48762"/>
                  </a:lnTo>
                  <a:cubicBezTo>
                    <a:pt x="84107" y="48762"/>
                    <a:pt x="84107" y="48762"/>
                    <a:pt x="84082" y="48737"/>
                  </a:cubicBezTo>
                  <a:cubicBezTo>
                    <a:pt x="84481" y="48115"/>
                    <a:pt x="84854" y="47492"/>
                    <a:pt x="85227" y="46820"/>
                  </a:cubicBezTo>
                  <a:close/>
                  <a:moveTo>
                    <a:pt x="78482" y="45153"/>
                  </a:moveTo>
                  <a:lnTo>
                    <a:pt x="78482" y="45153"/>
                  </a:lnTo>
                  <a:cubicBezTo>
                    <a:pt x="78631" y="45302"/>
                    <a:pt x="78781" y="45451"/>
                    <a:pt x="78930" y="45576"/>
                  </a:cubicBezTo>
                  <a:cubicBezTo>
                    <a:pt x="78980" y="45625"/>
                    <a:pt x="79005" y="45650"/>
                    <a:pt x="79029" y="45650"/>
                  </a:cubicBezTo>
                  <a:cubicBezTo>
                    <a:pt x="79154" y="45775"/>
                    <a:pt x="79278" y="45874"/>
                    <a:pt x="79403" y="45999"/>
                  </a:cubicBezTo>
                  <a:cubicBezTo>
                    <a:pt x="79502" y="46049"/>
                    <a:pt x="79602" y="46148"/>
                    <a:pt x="79677" y="46198"/>
                  </a:cubicBezTo>
                  <a:cubicBezTo>
                    <a:pt x="79751" y="46273"/>
                    <a:pt x="79801" y="46298"/>
                    <a:pt x="79876" y="46322"/>
                  </a:cubicBezTo>
                  <a:cubicBezTo>
                    <a:pt x="79926" y="46372"/>
                    <a:pt x="79975" y="46422"/>
                    <a:pt x="80025" y="46447"/>
                  </a:cubicBezTo>
                  <a:cubicBezTo>
                    <a:pt x="80100" y="46522"/>
                    <a:pt x="80174" y="46571"/>
                    <a:pt x="80249" y="46621"/>
                  </a:cubicBezTo>
                  <a:cubicBezTo>
                    <a:pt x="80349" y="46671"/>
                    <a:pt x="80398" y="46746"/>
                    <a:pt x="80498" y="46795"/>
                  </a:cubicBezTo>
                  <a:lnTo>
                    <a:pt x="80772" y="46994"/>
                  </a:lnTo>
                  <a:cubicBezTo>
                    <a:pt x="80871" y="47044"/>
                    <a:pt x="80971" y="47119"/>
                    <a:pt x="81095" y="47194"/>
                  </a:cubicBezTo>
                  <a:cubicBezTo>
                    <a:pt x="81195" y="47268"/>
                    <a:pt x="81245" y="47318"/>
                    <a:pt x="81344" y="47393"/>
                  </a:cubicBezTo>
                  <a:lnTo>
                    <a:pt x="81618" y="47567"/>
                  </a:lnTo>
                  <a:cubicBezTo>
                    <a:pt x="81817" y="47691"/>
                    <a:pt x="81991" y="47816"/>
                    <a:pt x="82216" y="47915"/>
                  </a:cubicBezTo>
                  <a:cubicBezTo>
                    <a:pt x="82290" y="47940"/>
                    <a:pt x="82365" y="48015"/>
                    <a:pt x="82464" y="48040"/>
                  </a:cubicBezTo>
                  <a:cubicBezTo>
                    <a:pt x="82514" y="48065"/>
                    <a:pt x="82589" y="48115"/>
                    <a:pt x="82664" y="48164"/>
                  </a:cubicBezTo>
                  <a:lnTo>
                    <a:pt x="82863" y="48264"/>
                  </a:lnTo>
                  <a:cubicBezTo>
                    <a:pt x="82962" y="48314"/>
                    <a:pt x="83062" y="48363"/>
                    <a:pt x="83136" y="48413"/>
                  </a:cubicBezTo>
                  <a:lnTo>
                    <a:pt x="83336" y="48513"/>
                  </a:lnTo>
                  <a:cubicBezTo>
                    <a:pt x="83510" y="48612"/>
                    <a:pt x="83709" y="48687"/>
                    <a:pt x="83883" y="48762"/>
                  </a:cubicBezTo>
                  <a:lnTo>
                    <a:pt x="83858" y="48787"/>
                  </a:lnTo>
                  <a:cubicBezTo>
                    <a:pt x="83634" y="48787"/>
                    <a:pt x="83510" y="48762"/>
                    <a:pt x="83385" y="48687"/>
                  </a:cubicBezTo>
                  <a:cubicBezTo>
                    <a:pt x="83336" y="48662"/>
                    <a:pt x="83311" y="48662"/>
                    <a:pt x="83236" y="48637"/>
                  </a:cubicBezTo>
                  <a:cubicBezTo>
                    <a:pt x="82987" y="48513"/>
                    <a:pt x="82763" y="48388"/>
                    <a:pt x="82514" y="48264"/>
                  </a:cubicBezTo>
                  <a:cubicBezTo>
                    <a:pt x="82464" y="48239"/>
                    <a:pt x="82365" y="48189"/>
                    <a:pt x="82315" y="48139"/>
                  </a:cubicBezTo>
                  <a:cubicBezTo>
                    <a:pt x="82091" y="48015"/>
                    <a:pt x="81892" y="47891"/>
                    <a:pt x="81718" y="47791"/>
                  </a:cubicBezTo>
                  <a:lnTo>
                    <a:pt x="81444" y="47617"/>
                  </a:lnTo>
                  <a:cubicBezTo>
                    <a:pt x="81245" y="47492"/>
                    <a:pt x="81095" y="47393"/>
                    <a:pt x="80946" y="47268"/>
                  </a:cubicBezTo>
                  <a:cubicBezTo>
                    <a:pt x="80822" y="47169"/>
                    <a:pt x="80722" y="47119"/>
                    <a:pt x="80598" y="47019"/>
                  </a:cubicBezTo>
                  <a:cubicBezTo>
                    <a:pt x="80448" y="46920"/>
                    <a:pt x="80324" y="46795"/>
                    <a:pt x="80150" y="46696"/>
                  </a:cubicBezTo>
                  <a:cubicBezTo>
                    <a:pt x="80025" y="46621"/>
                    <a:pt x="79901" y="46522"/>
                    <a:pt x="79776" y="46397"/>
                  </a:cubicBezTo>
                  <a:cubicBezTo>
                    <a:pt x="79726" y="46372"/>
                    <a:pt x="79702" y="46298"/>
                    <a:pt x="79627" y="46273"/>
                  </a:cubicBezTo>
                  <a:cubicBezTo>
                    <a:pt x="79577" y="46198"/>
                    <a:pt x="79477" y="46148"/>
                    <a:pt x="79403" y="46073"/>
                  </a:cubicBezTo>
                  <a:cubicBezTo>
                    <a:pt x="79278" y="45949"/>
                    <a:pt x="79129" y="45825"/>
                    <a:pt x="79005" y="45750"/>
                  </a:cubicBezTo>
                  <a:cubicBezTo>
                    <a:pt x="78905" y="45650"/>
                    <a:pt x="78781" y="45551"/>
                    <a:pt x="78706" y="45451"/>
                  </a:cubicBezTo>
                  <a:lnTo>
                    <a:pt x="78507" y="45277"/>
                  </a:lnTo>
                  <a:lnTo>
                    <a:pt x="78507" y="45202"/>
                  </a:lnTo>
                  <a:lnTo>
                    <a:pt x="78482" y="45153"/>
                  </a:lnTo>
                  <a:close/>
                  <a:moveTo>
                    <a:pt x="84008" y="48886"/>
                  </a:moveTo>
                  <a:cubicBezTo>
                    <a:pt x="84008" y="48911"/>
                    <a:pt x="84008" y="48911"/>
                    <a:pt x="84057" y="48911"/>
                  </a:cubicBezTo>
                  <a:cubicBezTo>
                    <a:pt x="84057" y="48911"/>
                    <a:pt x="84057" y="48936"/>
                    <a:pt x="84008" y="48936"/>
                  </a:cubicBezTo>
                  <a:cubicBezTo>
                    <a:pt x="83983" y="48936"/>
                    <a:pt x="83983" y="48911"/>
                    <a:pt x="83958" y="48911"/>
                  </a:cubicBezTo>
                  <a:cubicBezTo>
                    <a:pt x="83958" y="48911"/>
                    <a:pt x="83958" y="48886"/>
                    <a:pt x="83983" y="48886"/>
                  </a:cubicBezTo>
                  <a:close/>
                  <a:moveTo>
                    <a:pt x="63273" y="41294"/>
                  </a:moveTo>
                  <a:cubicBezTo>
                    <a:pt x="63697" y="42066"/>
                    <a:pt x="64045" y="42813"/>
                    <a:pt x="64319" y="43535"/>
                  </a:cubicBezTo>
                  <a:cubicBezTo>
                    <a:pt x="64369" y="43659"/>
                    <a:pt x="64443" y="43808"/>
                    <a:pt x="64468" y="43933"/>
                  </a:cubicBezTo>
                  <a:cubicBezTo>
                    <a:pt x="64568" y="44207"/>
                    <a:pt x="64667" y="44456"/>
                    <a:pt x="64742" y="44704"/>
                  </a:cubicBezTo>
                  <a:cubicBezTo>
                    <a:pt x="64817" y="44929"/>
                    <a:pt x="64916" y="45128"/>
                    <a:pt x="64966" y="45327"/>
                  </a:cubicBezTo>
                  <a:cubicBezTo>
                    <a:pt x="65041" y="45551"/>
                    <a:pt x="65090" y="45750"/>
                    <a:pt x="65165" y="45949"/>
                  </a:cubicBezTo>
                  <a:cubicBezTo>
                    <a:pt x="65215" y="46173"/>
                    <a:pt x="65290" y="46372"/>
                    <a:pt x="65339" y="46571"/>
                  </a:cubicBezTo>
                  <a:cubicBezTo>
                    <a:pt x="65041" y="46795"/>
                    <a:pt x="64717" y="47019"/>
                    <a:pt x="64443" y="47268"/>
                  </a:cubicBezTo>
                  <a:lnTo>
                    <a:pt x="64070" y="47542"/>
                  </a:lnTo>
                  <a:cubicBezTo>
                    <a:pt x="63896" y="47667"/>
                    <a:pt x="63721" y="47791"/>
                    <a:pt x="63547" y="47915"/>
                  </a:cubicBezTo>
                  <a:cubicBezTo>
                    <a:pt x="63473" y="47940"/>
                    <a:pt x="63423" y="48015"/>
                    <a:pt x="63348" y="48040"/>
                  </a:cubicBezTo>
                  <a:cubicBezTo>
                    <a:pt x="63199" y="48164"/>
                    <a:pt x="63024" y="48289"/>
                    <a:pt x="62850" y="48438"/>
                  </a:cubicBezTo>
                  <a:cubicBezTo>
                    <a:pt x="62800" y="48513"/>
                    <a:pt x="62726" y="48538"/>
                    <a:pt x="62676" y="48612"/>
                  </a:cubicBezTo>
                  <a:cubicBezTo>
                    <a:pt x="62477" y="48737"/>
                    <a:pt x="62303" y="48886"/>
                    <a:pt x="62128" y="49011"/>
                  </a:cubicBezTo>
                  <a:cubicBezTo>
                    <a:pt x="61979" y="49135"/>
                    <a:pt x="61855" y="49235"/>
                    <a:pt x="61705" y="49359"/>
                  </a:cubicBezTo>
                  <a:cubicBezTo>
                    <a:pt x="61606" y="49409"/>
                    <a:pt x="61506" y="49508"/>
                    <a:pt x="61431" y="49558"/>
                  </a:cubicBezTo>
                  <a:cubicBezTo>
                    <a:pt x="61332" y="49633"/>
                    <a:pt x="61282" y="49683"/>
                    <a:pt x="61183" y="49757"/>
                  </a:cubicBezTo>
                  <a:cubicBezTo>
                    <a:pt x="61158" y="49732"/>
                    <a:pt x="61083" y="49683"/>
                    <a:pt x="61058" y="49658"/>
                  </a:cubicBezTo>
                  <a:cubicBezTo>
                    <a:pt x="60934" y="49608"/>
                    <a:pt x="60834" y="49508"/>
                    <a:pt x="60710" y="49434"/>
                  </a:cubicBezTo>
                  <a:cubicBezTo>
                    <a:pt x="60610" y="49384"/>
                    <a:pt x="60535" y="49309"/>
                    <a:pt x="60436" y="49235"/>
                  </a:cubicBezTo>
                  <a:cubicBezTo>
                    <a:pt x="60336" y="49160"/>
                    <a:pt x="60286" y="49110"/>
                    <a:pt x="60187" y="49036"/>
                  </a:cubicBezTo>
                  <a:lnTo>
                    <a:pt x="59814" y="48762"/>
                  </a:lnTo>
                  <a:cubicBezTo>
                    <a:pt x="59789" y="48737"/>
                    <a:pt x="59714" y="48687"/>
                    <a:pt x="59689" y="48662"/>
                  </a:cubicBezTo>
                  <a:cubicBezTo>
                    <a:pt x="58793" y="47940"/>
                    <a:pt x="57822" y="47069"/>
                    <a:pt x="56827" y="46073"/>
                  </a:cubicBezTo>
                  <a:lnTo>
                    <a:pt x="56677" y="45924"/>
                  </a:lnTo>
                  <a:lnTo>
                    <a:pt x="56254" y="45526"/>
                  </a:lnTo>
                  <a:lnTo>
                    <a:pt x="56005" y="45277"/>
                  </a:lnTo>
                  <a:cubicBezTo>
                    <a:pt x="56204" y="45153"/>
                    <a:pt x="56379" y="44978"/>
                    <a:pt x="56603" y="44854"/>
                  </a:cubicBezTo>
                  <a:cubicBezTo>
                    <a:pt x="56677" y="44804"/>
                    <a:pt x="56752" y="44779"/>
                    <a:pt x="56827" y="44704"/>
                  </a:cubicBezTo>
                  <a:cubicBezTo>
                    <a:pt x="57075" y="44555"/>
                    <a:pt x="57300" y="44406"/>
                    <a:pt x="57548" y="44232"/>
                  </a:cubicBezTo>
                  <a:cubicBezTo>
                    <a:pt x="57573" y="44232"/>
                    <a:pt x="57573" y="44207"/>
                    <a:pt x="57598" y="44207"/>
                  </a:cubicBezTo>
                  <a:cubicBezTo>
                    <a:pt x="57673" y="44182"/>
                    <a:pt x="57723" y="44157"/>
                    <a:pt x="57797" y="44082"/>
                  </a:cubicBezTo>
                  <a:cubicBezTo>
                    <a:pt x="57996" y="43933"/>
                    <a:pt x="58245" y="43808"/>
                    <a:pt x="58469" y="43684"/>
                  </a:cubicBezTo>
                  <a:cubicBezTo>
                    <a:pt x="58494" y="43659"/>
                    <a:pt x="58544" y="43659"/>
                    <a:pt x="58569" y="43609"/>
                  </a:cubicBezTo>
                  <a:cubicBezTo>
                    <a:pt x="58594" y="43584"/>
                    <a:pt x="58619" y="43584"/>
                    <a:pt x="58669" y="43559"/>
                  </a:cubicBezTo>
                  <a:cubicBezTo>
                    <a:pt x="58693" y="43535"/>
                    <a:pt x="58718" y="43535"/>
                    <a:pt x="58743" y="43485"/>
                  </a:cubicBezTo>
                  <a:lnTo>
                    <a:pt x="59415" y="43111"/>
                  </a:lnTo>
                  <a:cubicBezTo>
                    <a:pt x="59440" y="43087"/>
                    <a:pt x="59490" y="43087"/>
                    <a:pt x="59540" y="43062"/>
                  </a:cubicBezTo>
                  <a:cubicBezTo>
                    <a:pt x="59589" y="43037"/>
                    <a:pt x="59664" y="43012"/>
                    <a:pt x="59714" y="42937"/>
                  </a:cubicBezTo>
                  <a:cubicBezTo>
                    <a:pt x="59913" y="42813"/>
                    <a:pt x="60112" y="42713"/>
                    <a:pt x="60311" y="42614"/>
                  </a:cubicBezTo>
                  <a:cubicBezTo>
                    <a:pt x="60436" y="42564"/>
                    <a:pt x="60560" y="42489"/>
                    <a:pt x="60660" y="42439"/>
                  </a:cubicBezTo>
                  <a:lnTo>
                    <a:pt x="61207" y="42166"/>
                  </a:lnTo>
                  <a:cubicBezTo>
                    <a:pt x="61332" y="42091"/>
                    <a:pt x="61481" y="42041"/>
                    <a:pt x="61606" y="41966"/>
                  </a:cubicBezTo>
                  <a:cubicBezTo>
                    <a:pt x="61780" y="41867"/>
                    <a:pt x="61954" y="41817"/>
                    <a:pt x="62103" y="41767"/>
                  </a:cubicBezTo>
                  <a:cubicBezTo>
                    <a:pt x="62278" y="41693"/>
                    <a:pt x="62402" y="41643"/>
                    <a:pt x="62552" y="41568"/>
                  </a:cubicBezTo>
                  <a:lnTo>
                    <a:pt x="63024" y="41394"/>
                  </a:lnTo>
                  <a:cubicBezTo>
                    <a:pt x="63099" y="41344"/>
                    <a:pt x="63199" y="41319"/>
                    <a:pt x="63273" y="41294"/>
                  </a:cubicBezTo>
                  <a:close/>
                  <a:moveTo>
                    <a:pt x="85352" y="47069"/>
                  </a:moveTo>
                  <a:cubicBezTo>
                    <a:pt x="85974" y="47816"/>
                    <a:pt x="86472" y="48712"/>
                    <a:pt x="86795" y="49757"/>
                  </a:cubicBezTo>
                  <a:cubicBezTo>
                    <a:pt x="86721" y="49683"/>
                    <a:pt x="86621" y="49683"/>
                    <a:pt x="86547" y="49658"/>
                  </a:cubicBezTo>
                  <a:cubicBezTo>
                    <a:pt x="86347" y="49608"/>
                    <a:pt x="86198" y="49558"/>
                    <a:pt x="85999" y="49508"/>
                  </a:cubicBezTo>
                  <a:lnTo>
                    <a:pt x="85725" y="49409"/>
                  </a:lnTo>
                  <a:cubicBezTo>
                    <a:pt x="85626" y="49384"/>
                    <a:pt x="85576" y="49359"/>
                    <a:pt x="85476" y="49309"/>
                  </a:cubicBezTo>
                  <a:cubicBezTo>
                    <a:pt x="85327" y="49260"/>
                    <a:pt x="85178" y="49185"/>
                    <a:pt x="85003" y="49160"/>
                  </a:cubicBezTo>
                  <a:cubicBezTo>
                    <a:pt x="84929" y="49135"/>
                    <a:pt x="84854" y="49110"/>
                    <a:pt x="84754" y="49060"/>
                  </a:cubicBezTo>
                  <a:cubicBezTo>
                    <a:pt x="84680" y="49036"/>
                    <a:pt x="84580" y="48961"/>
                    <a:pt x="84456" y="48936"/>
                  </a:cubicBezTo>
                  <a:lnTo>
                    <a:pt x="84257" y="48836"/>
                  </a:lnTo>
                  <a:cubicBezTo>
                    <a:pt x="84630" y="48264"/>
                    <a:pt x="84978" y="47667"/>
                    <a:pt x="85352" y="47069"/>
                  </a:cubicBezTo>
                  <a:close/>
                  <a:moveTo>
                    <a:pt x="85501" y="46795"/>
                  </a:moveTo>
                  <a:cubicBezTo>
                    <a:pt x="86223" y="47642"/>
                    <a:pt x="86746" y="48637"/>
                    <a:pt x="87094" y="49782"/>
                  </a:cubicBezTo>
                  <a:cubicBezTo>
                    <a:pt x="87094" y="49795"/>
                    <a:pt x="87088" y="49801"/>
                    <a:pt x="87079" y="49801"/>
                  </a:cubicBezTo>
                  <a:cubicBezTo>
                    <a:pt x="87069" y="49801"/>
                    <a:pt x="87057" y="49795"/>
                    <a:pt x="87044" y="49782"/>
                  </a:cubicBezTo>
                  <a:cubicBezTo>
                    <a:pt x="86696" y="48662"/>
                    <a:pt x="86198" y="47667"/>
                    <a:pt x="85476" y="46870"/>
                  </a:cubicBezTo>
                  <a:cubicBezTo>
                    <a:pt x="85476" y="46820"/>
                    <a:pt x="85501" y="46820"/>
                    <a:pt x="85501" y="46795"/>
                  </a:cubicBezTo>
                  <a:close/>
                  <a:moveTo>
                    <a:pt x="55931" y="45377"/>
                  </a:moveTo>
                  <a:lnTo>
                    <a:pt x="56204" y="45650"/>
                  </a:lnTo>
                  <a:cubicBezTo>
                    <a:pt x="56603" y="46049"/>
                    <a:pt x="57001" y="46447"/>
                    <a:pt x="57374" y="46795"/>
                  </a:cubicBezTo>
                  <a:cubicBezTo>
                    <a:pt x="57474" y="46895"/>
                    <a:pt x="57573" y="46970"/>
                    <a:pt x="57673" y="47044"/>
                  </a:cubicBezTo>
                  <a:cubicBezTo>
                    <a:pt x="57947" y="47318"/>
                    <a:pt x="58245" y="47567"/>
                    <a:pt x="58544" y="47816"/>
                  </a:cubicBezTo>
                  <a:cubicBezTo>
                    <a:pt x="58718" y="47990"/>
                    <a:pt x="58868" y="48115"/>
                    <a:pt x="59042" y="48264"/>
                  </a:cubicBezTo>
                  <a:cubicBezTo>
                    <a:pt x="59241" y="48438"/>
                    <a:pt x="59465" y="48637"/>
                    <a:pt x="59689" y="48787"/>
                  </a:cubicBezTo>
                  <a:cubicBezTo>
                    <a:pt x="59863" y="48936"/>
                    <a:pt x="60062" y="49060"/>
                    <a:pt x="60212" y="49185"/>
                  </a:cubicBezTo>
                  <a:cubicBezTo>
                    <a:pt x="60436" y="49359"/>
                    <a:pt x="60660" y="49508"/>
                    <a:pt x="60834" y="49658"/>
                  </a:cubicBezTo>
                  <a:cubicBezTo>
                    <a:pt x="60909" y="49732"/>
                    <a:pt x="60983" y="49782"/>
                    <a:pt x="61058" y="49807"/>
                  </a:cubicBezTo>
                  <a:cubicBezTo>
                    <a:pt x="61033" y="49807"/>
                    <a:pt x="61033" y="49857"/>
                    <a:pt x="60983" y="49857"/>
                  </a:cubicBezTo>
                  <a:cubicBezTo>
                    <a:pt x="60062" y="49235"/>
                    <a:pt x="59042" y="48388"/>
                    <a:pt x="57922" y="47393"/>
                  </a:cubicBezTo>
                  <a:lnTo>
                    <a:pt x="57847" y="47318"/>
                  </a:lnTo>
                  <a:cubicBezTo>
                    <a:pt x="57673" y="47144"/>
                    <a:pt x="57474" y="46994"/>
                    <a:pt x="57300" y="46795"/>
                  </a:cubicBezTo>
                  <a:lnTo>
                    <a:pt x="57175" y="46671"/>
                  </a:lnTo>
                  <a:cubicBezTo>
                    <a:pt x="56976" y="46522"/>
                    <a:pt x="56802" y="46322"/>
                    <a:pt x="56627" y="46148"/>
                  </a:cubicBezTo>
                  <a:lnTo>
                    <a:pt x="56478" y="45999"/>
                  </a:lnTo>
                  <a:cubicBezTo>
                    <a:pt x="56304" y="45800"/>
                    <a:pt x="56105" y="45576"/>
                    <a:pt x="55881" y="45401"/>
                  </a:cubicBezTo>
                  <a:lnTo>
                    <a:pt x="55856" y="45377"/>
                  </a:lnTo>
                  <a:lnTo>
                    <a:pt x="55856" y="45377"/>
                  </a:lnTo>
                  <a:cubicBezTo>
                    <a:pt x="55868" y="45389"/>
                    <a:pt x="55887" y="45395"/>
                    <a:pt x="55902" y="45395"/>
                  </a:cubicBezTo>
                  <a:cubicBezTo>
                    <a:pt x="55918" y="45395"/>
                    <a:pt x="55931" y="45389"/>
                    <a:pt x="55931" y="45377"/>
                  </a:cubicBezTo>
                  <a:close/>
                  <a:moveTo>
                    <a:pt x="65439" y="46795"/>
                  </a:moveTo>
                  <a:lnTo>
                    <a:pt x="65439" y="46820"/>
                  </a:lnTo>
                  <a:lnTo>
                    <a:pt x="65439" y="46845"/>
                  </a:lnTo>
                  <a:cubicBezTo>
                    <a:pt x="65290" y="46970"/>
                    <a:pt x="65140" y="47069"/>
                    <a:pt x="64966" y="47194"/>
                  </a:cubicBezTo>
                  <a:cubicBezTo>
                    <a:pt x="64891" y="47268"/>
                    <a:pt x="64817" y="47318"/>
                    <a:pt x="64717" y="47393"/>
                  </a:cubicBezTo>
                  <a:cubicBezTo>
                    <a:pt x="64692" y="47393"/>
                    <a:pt x="64692" y="47418"/>
                    <a:pt x="64667" y="47418"/>
                  </a:cubicBezTo>
                  <a:cubicBezTo>
                    <a:pt x="64294" y="47691"/>
                    <a:pt x="63945" y="47940"/>
                    <a:pt x="63572" y="48214"/>
                  </a:cubicBezTo>
                  <a:cubicBezTo>
                    <a:pt x="63323" y="48413"/>
                    <a:pt x="63099" y="48587"/>
                    <a:pt x="62850" y="48787"/>
                  </a:cubicBezTo>
                  <a:lnTo>
                    <a:pt x="62825" y="48811"/>
                  </a:lnTo>
                  <a:lnTo>
                    <a:pt x="62751" y="48886"/>
                  </a:lnTo>
                  <a:cubicBezTo>
                    <a:pt x="62726" y="48911"/>
                    <a:pt x="62701" y="48936"/>
                    <a:pt x="62676" y="48936"/>
                  </a:cubicBezTo>
                  <a:cubicBezTo>
                    <a:pt x="62352" y="49185"/>
                    <a:pt x="62004" y="49434"/>
                    <a:pt x="61705" y="49683"/>
                  </a:cubicBezTo>
                  <a:cubicBezTo>
                    <a:pt x="61606" y="49757"/>
                    <a:pt x="61556" y="49807"/>
                    <a:pt x="61456" y="49882"/>
                  </a:cubicBezTo>
                  <a:cubicBezTo>
                    <a:pt x="61431" y="49857"/>
                    <a:pt x="61431" y="49857"/>
                    <a:pt x="61407" y="49857"/>
                  </a:cubicBezTo>
                  <a:cubicBezTo>
                    <a:pt x="61456" y="49782"/>
                    <a:pt x="61506" y="49757"/>
                    <a:pt x="61581" y="49683"/>
                  </a:cubicBezTo>
                  <a:cubicBezTo>
                    <a:pt x="62029" y="49309"/>
                    <a:pt x="62477" y="48986"/>
                    <a:pt x="62950" y="48637"/>
                  </a:cubicBezTo>
                  <a:cubicBezTo>
                    <a:pt x="63174" y="48488"/>
                    <a:pt x="63348" y="48314"/>
                    <a:pt x="63572" y="48164"/>
                  </a:cubicBezTo>
                  <a:cubicBezTo>
                    <a:pt x="64194" y="47691"/>
                    <a:pt x="64817" y="47243"/>
                    <a:pt x="65439" y="46795"/>
                  </a:cubicBezTo>
                  <a:close/>
                  <a:moveTo>
                    <a:pt x="84207" y="48986"/>
                  </a:moveTo>
                  <a:cubicBezTo>
                    <a:pt x="84456" y="49110"/>
                    <a:pt x="84705" y="49185"/>
                    <a:pt x="84954" y="49284"/>
                  </a:cubicBezTo>
                  <a:cubicBezTo>
                    <a:pt x="84978" y="49284"/>
                    <a:pt x="85003" y="49309"/>
                    <a:pt x="85053" y="49309"/>
                  </a:cubicBezTo>
                  <a:cubicBezTo>
                    <a:pt x="85327" y="49434"/>
                    <a:pt x="85626" y="49533"/>
                    <a:pt x="85924" y="49633"/>
                  </a:cubicBezTo>
                  <a:cubicBezTo>
                    <a:pt x="85949" y="49633"/>
                    <a:pt x="85949" y="49633"/>
                    <a:pt x="85974" y="49658"/>
                  </a:cubicBezTo>
                  <a:cubicBezTo>
                    <a:pt x="86248" y="49757"/>
                    <a:pt x="86571" y="49857"/>
                    <a:pt x="86845" y="49932"/>
                  </a:cubicBezTo>
                  <a:lnTo>
                    <a:pt x="86845" y="49981"/>
                  </a:lnTo>
                  <a:lnTo>
                    <a:pt x="86845" y="50006"/>
                  </a:lnTo>
                  <a:cubicBezTo>
                    <a:pt x="86248" y="49857"/>
                    <a:pt x="85675" y="49658"/>
                    <a:pt x="85103" y="49434"/>
                  </a:cubicBezTo>
                  <a:cubicBezTo>
                    <a:pt x="84804" y="49309"/>
                    <a:pt x="84506" y="49185"/>
                    <a:pt x="84207" y="49060"/>
                  </a:cubicBezTo>
                  <a:cubicBezTo>
                    <a:pt x="84232" y="49060"/>
                    <a:pt x="84207" y="49060"/>
                    <a:pt x="84182" y="49011"/>
                  </a:cubicBezTo>
                  <a:cubicBezTo>
                    <a:pt x="84182" y="49011"/>
                    <a:pt x="84182" y="48986"/>
                    <a:pt x="84207" y="48986"/>
                  </a:cubicBezTo>
                  <a:close/>
                  <a:moveTo>
                    <a:pt x="61232" y="49932"/>
                  </a:moveTo>
                  <a:lnTo>
                    <a:pt x="61307" y="50006"/>
                  </a:lnTo>
                  <a:cubicBezTo>
                    <a:pt x="61257" y="50006"/>
                    <a:pt x="61257" y="50031"/>
                    <a:pt x="61232" y="50031"/>
                  </a:cubicBezTo>
                  <a:lnTo>
                    <a:pt x="61207" y="50031"/>
                  </a:lnTo>
                  <a:cubicBezTo>
                    <a:pt x="61207" y="50031"/>
                    <a:pt x="61183" y="50031"/>
                    <a:pt x="61183" y="50006"/>
                  </a:cubicBezTo>
                  <a:lnTo>
                    <a:pt x="61232" y="49932"/>
                  </a:lnTo>
                  <a:close/>
                  <a:moveTo>
                    <a:pt x="65563" y="47019"/>
                  </a:moveTo>
                  <a:cubicBezTo>
                    <a:pt x="65563" y="47069"/>
                    <a:pt x="65588" y="47144"/>
                    <a:pt x="65588" y="47194"/>
                  </a:cubicBezTo>
                  <a:cubicBezTo>
                    <a:pt x="65563" y="47318"/>
                    <a:pt x="65588" y="47418"/>
                    <a:pt x="65638" y="47517"/>
                  </a:cubicBezTo>
                  <a:cubicBezTo>
                    <a:pt x="65663" y="47567"/>
                    <a:pt x="65663" y="47667"/>
                    <a:pt x="65663" y="47741"/>
                  </a:cubicBezTo>
                  <a:cubicBezTo>
                    <a:pt x="64418" y="48438"/>
                    <a:pt x="63149" y="49235"/>
                    <a:pt x="61904" y="50131"/>
                  </a:cubicBezTo>
                  <a:cubicBezTo>
                    <a:pt x="61805" y="50106"/>
                    <a:pt x="61730" y="50031"/>
                    <a:pt x="61680" y="50006"/>
                  </a:cubicBezTo>
                  <a:lnTo>
                    <a:pt x="61655" y="50006"/>
                  </a:lnTo>
                  <a:cubicBezTo>
                    <a:pt x="61730" y="49932"/>
                    <a:pt x="61830" y="49832"/>
                    <a:pt x="61929" y="49782"/>
                  </a:cubicBezTo>
                  <a:cubicBezTo>
                    <a:pt x="62178" y="49558"/>
                    <a:pt x="62452" y="49384"/>
                    <a:pt x="62701" y="49160"/>
                  </a:cubicBezTo>
                  <a:cubicBezTo>
                    <a:pt x="62751" y="49135"/>
                    <a:pt x="62800" y="49110"/>
                    <a:pt x="62850" y="49036"/>
                  </a:cubicBezTo>
                  <a:cubicBezTo>
                    <a:pt x="63174" y="48787"/>
                    <a:pt x="63473" y="48563"/>
                    <a:pt x="63796" y="48314"/>
                  </a:cubicBezTo>
                  <a:cubicBezTo>
                    <a:pt x="64070" y="48090"/>
                    <a:pt x="64369" y="47891"/>
                    <a:pt x="64667" y="47667"/>
                  </a:cubicBezTo>
                  <a:cubicBezTo>
                    <a:pt x="64692" y="47642"/>
                    <a:pt x="64717" y="47592"/>
                    <a:pt x="64792" y="47567"/>
                  </a:cubicBezTo>
                  <a:cubicBezTo>
                    <a:pt x="65041" y="47393"/>
                    <a:pt x="65290" y="47194"/>
                    <a:pt x="65563" y="47019"/>
                  </a:cubicBezTo>
                  <a:close/>
                  <a:moveTo>
                    <a:pt x="71164" y="45650"/>
                  </a:moveTo>
                  <a:lnTo>
                    <a:pt x="71164" y="45650"/>
                  </a:lnTo>
                  <a:cubicBezTo>
                    <a:pt x="70940" y="46024"/>
                    <a:pt x="70790" y="46322"/>
                    <a:pt x="70641" y="46571"/>
                  </a:cubicBezTo>
                  <a:cubicBezTo>
                    <a:pt x="70566" y="46671"/>
                    <a:pt x="70542" y="46770"/>
                    <a:pt x="70517" y="46820"/>
                  </a:cubicBezTo>
                  <a:cubicBezTo>
                    <a:pt x="70442" y="46945"/>
                    <a:pt x="70367" y="47069"/>
                    <a:pt x="70293" y="47194"/>
                  </a:cubicBezTo>
                  <a:cubicBezTo>
                    <a:pt x="70143" y="47393"/>
                    <a:pt x="70019" y="47567"/>
                    <a:pt x="69894" y="47791"/>
                  </a:cubicBezTo>
                  <a:cubicBezTo>
                    <a:pt x="69297" y="48139"/>
                    <a:pt x="68700" y="48488"/>
                    <a:pt x="68152" y="48861"/>
                  </a:cubicBezTo>
                  <a:cubicBezTo>
                    <a:pt x="68028" y="48936"/>
                    <a:pt x="67878" y="49011"/>
                    <a:pt x="67729" y="49110"/>
                  </a:cubicBezTo>
                  <a:cubicBezTo>
                    <a:pt x="67331" y="49359"/>
                    <a:pt x="66907" y="49658"/>
                    <a:pt x="66435" y="49981"/>
                  </a:cubicBezTo>
                  <a:lnTo>
                    <a:pt x="66161" y="50156"/>
                  </a:lnTo>
                  <a:cubicBezTo>
                    <a:pt x="66186" y="50106"/>
                    <a:pt x="66186" y="50031"/>
                    <a:pt x="66186" y="49932"/>
                  </a:cubicBezTo>
                  <a:cubicBezTo>
                    <a:pt x="66211" y="49882"/>
                    <a:pt x="66211" y="49782"/>
                    <a:pt x="66211" y="49732"/>
                  </a:cubicBezTo>
                  <a:cubicBezTo>
                    <a:pt x="66211" y="49658"/>
                    <a:pt x="66211" y="49558"/>
                    <a:pt x="66260" y="49484"/>
                  </a:cubicBezTo>
                  <a:cubicBezTo>
                    <a:pt x="66260" y="49384"/>
                    <a:pt x="66285" y="49309"/>
                    <a:pt x="66285" y="49235"/>
                  </a:cubicBezTo>
                  <a:lnTo>
                    <a:pt x="66285" y="48936"/>
                  </a:lnTo>
                  <a:lnTo>
                    <a:pt x="66285" y="48662"/>
                  </a:lnTo>
                  <a:cubicBezTo>
                    <a:pt x="66285" y="48563"/>
                    <a:pt x="66260" y="48488"/>
                    <a:pt x="66260" y="48388"/>
                  </a:cubicBezTo>
                  <a:cubicBezTo>
                    <a:pt x="66260" y="48289"/>
                    <a:pt x="66211" y="48164"/>
                    <a:pt x="66211" y="48065"/>
                  </a:cubicBezTo>
                  <a:cubicBezTo>
                    <a:pt x="66211" y="48040"/>
                    <a:pt x="66211" y="48015"/>
                    <a:pt x="66186" y="47940"/>
                  </a:cubicBezTo>
                  <a:cubicBezTo>
                    <a:pt x="67878" y="47019"/>
                    <a:pt x="69546" y="46248"/>
                    <a:pt x="71164" y="45650"/>
                  </a:cubicBezTo>
                  <a:close/>
                  <a:moveTo>
                    <a:pt x="97250" y="48289"/>
                  </a:moveTo>
                  <a:cubicBezTo>
                    <a:pt x="97548" y="48911"/>
                    <a:pt x="97797" y="49558"/>
                    <a:pt x="97996" y="50255"/>
                  </a:cubicBezTo>
                  <a:lnTo>
                    <a:pt x="97947" y="50255"/>
                  </a:lnTo>
                  <a:cubicBezTo>
                    <a:pt x="97772" y="49558"/>
                    <a:pt x="97524" y="48936"/>
                    <a:pt x="97200" y="48363"/>
                  </a:cubicBezTo>
                  <a:cubicBezTo>
                    <a:pt x="97200" y="48314"/>
                    <a:pt x="97250" y="48289"/>
                    <a:pt x="97250" y="48289"/>
                  </a:cubicBezTo>
                  <a:close/>
                  <a:moveTo>
                    <a:pt x="105265" y="40448"/>
                  </a:moveTo>
                  <a:cubicBezTo>
                    <a:pt x="105290" y="40448"/>
                    <a:pt x="105364" y="40473"/>
                    <a:pt x="105464" y="40548"/>
                  </a:cubicBezTo>
                  <a:cubicBezTo>
                    <a:pt x="105713" y="40821"/>
                    <a:pt x="105962" y="41095"/>
                    <a:pt x="106161" y="41419"/>
                  </a:cubicBezTo>
                  <a:cubicBezTo>
                    <a:pt x="106235" y="41518"/>
                    <a:pt x="106285" y="41568"/>
                    <a:pt x="106360" y="41668"/>
                  </a:cubicBezTo>
                  <a:cubicBezTo>
                    <a:pt x="106609" y="42041"/>
                    <a:pt x="106858" y="42439"/>
                    <a:pt x="107107" y="42838"/>
                  </a:cubicBezTo>
                  <a:cubicBezTo>
                    <a:pt x="107156" y="42937"/>
                    <a:pt x="107206" y="43037"/>
                    <a:pt x="107256" y="43136"/>
                  </a:cubicBezTo>
                  <a:cubicBezTo>
                    <a:pt x="107455" y="43460"/>
                    <a:pt x="107604" y="43808"/>
                    <a:pt x="107754" y="44182"/>
                  </a:cubicBezTo>
                  <a:cubicBezTo>
                    <a:pt x="107779" y="44256"/>
                    <a:pt x="107779" y="44281"/>
                    <a:pt x="107828" y="44331"/>
                  </a:cubicBezTo>
                  <a:lnTo>
                    <a:pt x="107903" y="44630"/>
                  </a:lnTo>
                  <a:cubicBezTo>
                    <a:pt x="108077" y="45028"/>
                    <a:pt x="108202" y="45401"/>
                    <a:pt x="108326" y="45825"/>
                  </a:cubicBezTo>
                  <a:cubicBezTo>
                    <a:pt x="108351" y="45899"/>
                    <a:pt x="108351" y="45949"/>
                    <a:pt x="108376" y="46024"/>
                  </a:cubicBezTo>
                  <a:cubicBezTo>
                    <a:pt x="108077" y="46248"/>
                    <a:pt x="107754" y="46422"/>
                    <a:pt x="107480" y="46621"/>
                  </a:cubicBezTo>
                  <a:cubicBezTo>
                    <a:pt x="107256" y="46770"/>
                    <a:pt x="107032" y="46895"/>
                    <a:pt x="106833" y="47044"/>
                  </a:cubicBezTo>
                  <a:cubicBezTo>
                    <a:pt x="106484" y="47243"/>
                    <a:pt x="106136" y="47418"/>
                    <a:pt x="105837" y="47617"/>
                  </a:cubicBezTo>
                  <a:cubicBezTo>
                    <a:pt x="105588" y="47741"/>
                    <a:pt x="105339" y="47891"/>
                    <a:pt x="105090" y="48015"/>
                  </a:cubicBezTo>
                  <a:cubicBezTo>
                    <a:pt x="104742" y="48164"/>
                    <a:pt x="104418" y="48314"/>
                    <a:pt x="104095" y="48438"/>
                  </a:cubicBezTo>
                  <a:cubicBezTo>
                    <a:pt x="103796" y="48563"/>
                    <a:pt x="103547" y="48687"/>
                    <a:pt x="103273" y="48811"/>
                  </a:cubicBezTo>
                  <a:cubicBezTo>
                    <a:pt x="102975" y="48936"/>
                    <a:pt x="102626" y="49060"/>
                    <a:pt x="102303" y="49160"/>
                  </a:cubicBezTo>
                  <a:cubicBezTo>
                    <a:pt x="102004" y="49260"/>
                    <a:pt x="101730" y="49384"/>
                    <a:pt x="101407" y="49484"/>
                  </a:cubicBezTo>
                  <a:cubicBezTo>
                    <a:pt x="101133" y="49558"/>
                    <a:pt x="100859" y="49633"/>
                    <a:pt x="100560" y="49732"/>
                  </a:cubicBezTo>
                  <a:cubicBezTo>
                    <a:pt x="100535" y="49732"/>
                    <a:pt x="100535" y="49732"/>
                    <a:pt x="100510" y="49757"/>
                  </a:cubicBezTo>
                  <a:lnTo>
                    <a:pt x="100486" y="49757"/>
                  </a:lnTo>
                  <a:cubicBezTo>
                    <a:pt x="100162" y="49857"/>
                    <a:pt x="99863" y="49932"/>
                    <a:pt x="99515" y="50006"/>
                  </a:cubicBezTo>
                  <a:cubicBezTo>
                    <a:pt x="99141" y="50106"/>
                    <a:pt x="98793" y="50156"/>
                    <a:pt x="98420" y="50230"/>
                  </a:cubicBezTo>
                  <a:cubicBezTo>
                    <a:pt x="98395" y="50230"/>
                    <a:pt x="98370" y="50230"/>
                    <a:pt x="98295" y="50255"/>
                  </a:cubicBezTo>
                  <a:cubicBezTo>
                    <a:pt x="98071" y="49484"/>
                    <a:pt x="97797" y="48762"/>
                    <a:pt x="97449" y="48115"/>
                  </a:cubicBezTo>
                  <a:cubicBezTo>
                    <a:pt x="98046" y="46994"/>
                    <a:pt x="98619" y="45874"/>
                    <a:pt x="99166" y="44754"/>
                  </a:cubicBezTo>
                  <a:cubicBezTo>
                    <a:pt x="99291" y="44680"/>
                    <a:pt x="99415" y="44630"/>
                    <a:pt x="99515" y="44555"/>
                  </a:cubicBezTo>
                  <a:cubicBezTo>
                    <a:pt x="99614" y="44505"/>
                    <a:pt x="99739" y="44456"/>
                    <a:pt x="99814" y="44406"/>
                  </a:cubicBezTo>
                  <a:lnTo>
                    <a:pt x="100486" y="44032"/>
                  </a:lnTo>
                  <a:cubicBezTo>
                    <a:pt x="100610" y="43958"/>
                    <a:pt x="100735" y="43908"/>
                    <a:pt x="100809" y="43833"/>
                  </a:cubicBezTo>
                  <a:cubicBezTo>
                    <a:pt x="101008" y="43709"/>
                    <a:pt x="101232" y="43584"/>
                    <a:pt x="101407" y="43460"/>
                  </a:cubicBezTo>
                  <a:cubicBezTo>
                    <a:pt x="101531" y="43385"/>
                    <a:pt x="101655" y="43311"/>
                    <a:pt x="101780" y="43211"/>
                  </a:cubicBezTo>
                  <a:cubicBezTo>
                    <a:pt x="101979" y="43087"/>
                    <a:pt x="102153" y="42962"/>
                    <a:pt x="102303" y="42838"/>
                  </a:cubicBezTo>
                  <a:cubicBezTo>
                    <a:pt x="102427" y="42763"/>
                    <a:pt x="102601" y="42663"/>
                    <a:pt x="102726" y="42564"/>
                  </a:cubicBezTo>
                  <a:cubicBezTo>
                    <a:pt x="102875" y="42439"/>
                    <a:pt x="103049" y="42315"/>
                    <a:pt x="103224" y="42190"/>
                  </a:cubicBezTo>
                  <a:cubicBezTo>
                    <a:pt x="103373" y="42066"/>
                    <a:pt x="103497" y="41966"/>
                    <a:pt x="103647" y="41842"/>
                  </a:cubicBezTo>
                  <a:cubicBezTo>
                    <a:pt x="103796" y="41718"/>
                    <a:pt x="103970" y="41593"/>
                    <a:pt x="104095" y="41469"/>
                  </a:cubicBezTo>
                  <a:lnTo>
                    <a:pt x="104543" y="41095"/>
                  </a:lnTo>
                  <a:cubicBezTo>
                    <a:pt x="104717" y="40971"/>
                    <a:pt x="104842" y="40846"/>
                    <a:pt x="104966" y="40722"/>
                  </a:cubicBezTo>
                  <a:cubicBezTo>
                    <a:pt x="105041" y="40647"/>
                    <a:pt x="105165" y="40548"/>
                    <a:pt x="105265" y="40448"/>
                  </a:cubicBezTo>
                  <a:close/>
                  <a:moveTo>
                    <a:pt x="61506" y="50131"/>
                  </a:moveTo>
                  <a:cubicBezTo>
                    <a:pt x="61556" y="50156"/>
                    <a:pt x="61581" y="50156"/>
                    <a:pt x="61606" y="50180"/>
                  </a:cubicBezTo>
                  <a:cubicBezTo>
                    <a:pt x="61606" y="50180"/>
                    <a:pt x="61680" y="50230"/>
                    <a:pt x="61705" y="50280"/>
                  </a:cubicBezTo>
                  <a:cubicBezTo>
                    <a:pt x="61606" y="50255"/>
                    <a:pt x="61506" y="50230"/>
                    <a:pt x="61456" y="50156"/>
                  </a:cubicBezTo>
                  <a:cubicBezTo>
                    <a:pt x="61481" y="50156"/>
                    <a:pt x="61481" y="50131"/>
                    <a:pt x="61506" y="50131"/>
                  </a:cubicBezTo>
                  <a:close/>
                  <a:moveTo>
                    <a:pt x="65688" y="47940"/>
                  </a:moveTo>
                  <a:lnTo>
                    <a:pt x="65688" y="48015"/>
                  </a:lnTo>
                  <a:cubicBezTo>
                    <a:pt x="64518" y="48687"/>
                    <a:pt x="63323" y="49434"/>
                    <a:pt x="62128" y="50280"/>
                  </a:cubicBezTo>
                  <a:cubicBezTo>
                    <a:pt x="62103" y="50280"/>
                    <a:pt x="62103" y="50255"/>
                    <a:pt x="62079" y="50255"/>
                  </a:cubicBezTo>
                  <a:cubicBezTo>
                    <a:pt x="63298" y="49409"/>
                    <a:pt x="64518" y="48637"/>
                    <a:pt x="65688" y="47940"/>
                  </a:cubicBezTo>
                  <a:close/>
                  <a:moveTo>
                    <a:pt x="65987" y="48065"/>
                  </a:moveTo>
                  <a:cubicBezTo>
                    <a:pt x="65987" y="48164"/>
                    <a:pt x="66036" y="48264"/>
                    <a:pt x="66036" y="48363"/>
                  </a:cubicBezTo>
                  <a:cubicBezTo>
                    <a:pt x="66036" y="48488"/>
                    <a:pt x="66061" y="48563"/>
                    <a:pt x="66061" y="48687"/>
                  </a:cubicBezTo>
                  <a:lnTo>
                    <a:pt x="66061" y="48911"/>
                  </a:lnTo>
                  <a:lnTo>
                    <a:pt x="66061" y="49210"/>
                  </a:lnTo>
                  <a:lnTo>
                    <a:pt x="66061" y="49434"/>
                  </a:lnTo>
                  <a:cubicBezTo>
                    <a:pt x="66061" y="49533"/>
                    <a:pt x="66061" y="49633"/>
                    <a:pt x="66036" y="49708"/>
                  </a:cubicBezTo>
                  <a:cubicBezTo>
                    <a:pt x="66036" y="49782"/>
                    <a:pt x="65987" y="49832"/>
                    <a:pt x="65987" y="49932"/>
                  </a:cubicBezTo>
                  <a:cubicBezTo>
                    <a:pt x="65987" y="50006"/>
                    <a:pt x="65962" y="50081"/>
                    <a:pt x="65962" y="50156"/>
                  </a:cubicBezTo>
                  <a:cubicBezTo>
                    <a:pt x="65937" y="50255"/>
                    <a:pt x="65912" y="50305"/>
                    <a:pt x="65862" y="50380"/>
                  </a:cubicBezTo>
                  <a:cubicBezTo>
                    <a:pt x="65862" y="50380"/>
                    <a:pt x="65862" y="50405"/>
                    <a:pt x="65837" y="50405"/>
                  </a:cubicBezTo>
                  <a:cubicBezTo>
                    <a:pt x="65812" y="50429"/>
                    <a:pt x="65787" y="50429"/>
                    <a:pt x="65738" y="50454"/>
                  </a:cubicBezTo>
                  <a:cubicBezTo>
                    <a:pt x="65738" y="50429"/>
                    <a:pt x="65787" y="50405"/>
                    <a:pt x="65787" y="50380"/>
                  </a:cubicBezTo>
                  <a:cubicBezTo>
                    <a:pt x="65812" y="50255"/>
                    <a:pt x="65837" y="50180"/>
                    <a:pt x="65862" y="50106"/>
                  </a:cubicBezTo>
                  <a:cubicBezTo>
                    <a:pt x="65862" y="50031"/>
                    <a:pt x="65912" y="50006"/>
                    <a:pt x="65912" y="49932"/>
                  </a:cubicBezTo>
                  <a:cubicBezTo>
                    <a:pt x="65937" y="49857"/>
                    <a:pt x="65937" y="49782"/>
                    <a:pt x="65962" y="49683"/>
                  </a:cubicBezTo>
                  <a:lnTo>
                    <a:pt x="65962" y="49484"/>
                  </a:lnTo>
                  <a:cubicBezTo>
                    <a:pt x="65962" y="49384"/>
                    <a:pt x="65962" y="49284"/>
                    <a:pt x="66011" y="49185"/>
                  </a:cubicBezTo>
                  <a:lnTo>
                    <a:pt x="66011" y="48936"/>
                  </a:lnTo>
                  <a:lnTo>
                    <a:pt x="66011" y="48662"/>
                  </a:lnTo>
                  <a:cubicBezTo>
                    <a:pt x="66011" y="48563"/>
                    <a:pt x="65962" y="48488"/>
                    <a:pt x="65962" y="48388"/>
                  </a:cubicBezTo>
                  <a:cubicBezTo>
                    <a:pt x="65962" y="48289"/>
                    <a:pt x="65937" y="48189"/>
                    <a:pt x="65937" y="48090"/>
                  </a:cubicBezTo>
                  <a:cubicBezTo>
                    <a:pt x="65962" y="48090"/>
                    <a:pt x="65962" y="48065"/>
                    <a:pt x="65987" y="48065"/>
                  </a:cubicBezTo>
                  <a:close/>
                  <a:moveTo>
                    <a:pt x="97100" y="48538"/>
                  </a:moveTo>
                  <a:cubicBezTo>
                    <a:pt x="97374" y="49110"/>
                    <a:pt x="97573" y="49658"/>
                    <a:pt x="97772" y="50280"/>
                  </a:cubicBezTo>
                  <a:cubicBezTo>
                    <a:pt x="97673" y="50305"/>
                    <a:pt x="97548" y="50355"/>
                    <a:pt x="97449" y="50355"/>
                  </a:cubicBezTo>
                  <a:cubicBezTo>
                    <a:pt x="97001" y="50405"/>
                    <a:pt x="96478" y="50479"/>
                    <a:pt x="96030" y="50504"/>
                  </a:cubicBezTo>
                  <a:cubicBezTo>
                    <a:pt x="96403" y="49857"/>
                    <a:pt x="96777" y="49185"/>
                    <a:pt x="97100" y="48538"/>
                  </a:cubicBezTo>
                  <a:close/>
                  <a:moveTo>
                    <a:pt x="108401" y="46273"/>
                  </a:moveTo>
                  <a:lnTo>
                    <a:pt x="108401" y="46298"/>
                  </a:lnTo>
                  <a:lnTo>
                    <a:pt x="108401" y="46322"/>
                  </a:lnTo>
                  <a:cubicBezTo>
                    <a:pt x="108152" y="46522"/>
                    <a:pt x="107878" y="46671"/>
                    <a:pt x="107629" y="46820"/>
                  </a:cubicBezTo>
                  <a:cubicBezTo>
                    <a:pt x="107380" y="46994"/>
                    <a:pt x="107132" y="47169"/>
                    <a:pt x="106858" y="47318"/>
                  </a:cubicBezTo>
                  <a:cubicBezTo>
                    <a:pt x="106584" y="47492"/>
                    <a:pt x="106260" y="47642"/>
                    <a:pt x="105987" y="47791"/>
                  </a:cubicBezTo>
                  <a:cubicBezTo>
                    <a:pt x="105713" y="47940"/>
                    <a:pt x="105389" y="48115"/>
                    <a:pt x="105115" y="48264"/>
                  </a:cubicBezTo>
                  <a:cubicBezTo>
                    <a:pt x="104842" y="48388"/>
                    <a:pt x="104543" y="48513"/>
                    <a:pt x="104294" y="48637"/>
                  </a:cubicBezTo>
                  <a:cubicBezTo>
                    <a:pt x="103945" y="48787"/>
                    <a:pt x="103647" y="48936"/>
                    <a:pt x="103298" y="49060"/>
                  </a:cubicBezTo>
                  <a:lnTo>
                    <a:pt x="102552" y="49359"/>
                  </a:lnTo>
                  <a:cubicBezTo>
                    <a:pt x="102178" y="49484"/>
                    <a:pt x="101805" y="49633"/>
                    <a:pt x="101431" y="49757"/>
                  </a:cubicBezTo>
                  <a:cubicBezTo>
                    <a:pt x="101183" y="49807"/>
                    <a:pt x="100934" y="49882"/>
                    <a:pt x="100735" y="49932"/>
                  </a:cubicBezTo>
                  <a:cubicBezTo>
                    <a:pt x="100311" y="50056"/>
                    <a:pt x="99913" y="50180"/>
                    <a:pt x="99515" y="50280"/>
                  </a:cubicBezTo>
                  <a:cubicBezTo>
                    <a:pt x="99266" y="50355"/>
                    <a:pt x="99017" y="50380"/>
                    <a:pt x="98743" y="50429"/>
                  </a:cubicBezTo>
                  <a:cubicBezTo>
                    <a:pt x="98619" y="50479"/>
                    <a:pt x="98445" y="50504"/>
                    <a:pt x="98320" y="50529"/>
                  </a:cubicBezTo>
                  <a:lnTo>
                    <a:pt x="98270" y="50405"/>
                  </a:lnTo>
                  <a:cubicBezTo>
                    <a:pt x="98320" y="50405"/>
                    <a:pt x="98370" y="50380"/>
                    <a:pt x="98420" y="50380"/>
                  </a:cubicBezTo>
                  <a:cubicBezTo>
                    <a:pt x="98445" y="50380"/>
                    <a:pt x="98519" y="50355"/>
                    <a:pt x="98544" y="50355"/>
                  </a:cubicBezTo>
                  <a:cubicBezTo>
                    <a:pt x="98868" y="50280"/>
                    <a:pt x="99166" y="50255"/>
                    <a:pt x="99490" y="50156"/>
                  </a:cubicBezTo>
                  <a:cubicBezTo>
                    <a:pt x="99565" y="50131"/>
                    <a:pt x="99664" y="50106"/>
                    <a:pt x="99739" y="50106"/>
                  </a:cubicBezTo>
                  <a:cubicBezTo>
                    <a:pt x="99938" y="50031"/>
                    <a:pt x="100137" y="49981"/>
                    <a:pt x="100361" y="49907"/>
                  </a:cubicBezTo>
                  <a:lnTo>
                    <a:pt x="100386" y="49907"/>
                  </a:lnTo>
                  <a:cubicBezTo>
                    <a:pt x="100411" y="49907"/>
                    <a:pt x="100486" y="49882"/>
                    <a:pt x="100510" y="49882"/>
                  </a:cubicBezTo>
                  <a:cubicBezTo>
                    <a:pt x="100560" y="49857"/>
                    <a:pt x="100635" y="49857"/>
                    <a:pt x="100685" y="49807"/>
                  </a:cubicBezTo>
                  <a:cubicBezTo>
                    <a:pt x="100934" y="49757"/>
                    <a:pt x="101183" y="49683"/>
                    <a:pt x="101407" y="49633"/>
                  </a:cubicBezTo>
                  <a:cubicBezTo>
                    <a:pt x="101680" y="49533"/>
                    <a:pt x="101929" y="49434"/>
                    <a:pt x="102228" y="49359"/>
                  </a:cubicBezTo>
                  <a:cubicBezTo>
                    <a:pt x="102253" y="49359"/>
                    <a:pt x="102278" y="49309"/>
                    <a:pt x="102303" y="49309"/>
                  </a:cubicBezTo>
                  <a:cubicBezTo>
                    <a:pt x="102651" y="49185"/>
                    <a:pt x="102975" y="49110"/>
                    <a:pt x="103298" y="48986"/>
                  </a:cubicBezTo>
                  <a:cubicBezTo>
                    <a:pt x="103497" y="48911"/>
                    <a:pt x="103647" y="48811"/>
                    <a:pt x="103796" y="48762"/>
                  </a:cubicBezTo>
                  <a:cubicBezTo>
                    <a:pt x="103871" y="48737"/>
                    <a:pt x="103970" y="48687"/>
                    <a:pt x="104020" y="48662"/>
                  </a:cubicBezTo>
                  <a:cubicBezTo>
                    <a:pt x="104045" y="48637"/>
                    <a:pt x="104120" y="48637"/>
                    <a:pt x="104145" y="48612"/>
                  </a:cubicBezTo>
                  <a:cubicBezTo>
                    <a:pt x="104169" y="48612"/>
                    <a:pt x="104219" y="48563"/>
                    <a:pt x="104244" y="48563"/>
                  </a:cubicBezTo>
                  <a:cubicBezTo>
                    <a:pt x="104518" y="48438"/>
                    <a:pt x="104842" y="48314"/>
                    <a:pt x="105115" y="48189"/>
                  </a:cubicBezTo>
                  <a:cubicBezTo>
                    <a:pt x="105339" y="48115"/>
                    <a:pt x="105538" y="47940"/>
                    <a:pt x="105763" y="47866"/>
                  </a:cubicBezTo>
                  <a:cubicBezTo>
                    <a:pt x="105837" y="47816"/>
                    <a:pt x="105862" y="47791"/>
                    <a:pt x="105912" y="47766"/>
                  </a:cubicBezTo>
                  <a:cubicBezTo>
                    <a:pt x="105962" y="47766"/>
                    <a:pt x="105962" y="47741"/>
                    <a:pt x="105987" y="47741"/>
                  </a:cubicBezTo>
                  <a:cubicBezTo>
                    <a:pt x="106161" y="47642"/>
                    <a:pt x="106385" y="47517"/>
                    <a:pt x="106584" y="47418"/>
                  </a:cubicBezTo>
                  <a:cubicBezTo>
                    <a:pt x="106659" y="47368"/>
                    <a:pt x="106783" y="47318"/>
                    <a:pt x="106883" y="47268"/>
                  </a:cubicBezTo>
                  <a:cubicBezTo>
                    <a:pt x="107082" y="47144"/>
                    <a:pt x="107256" y="47019"/>
                    <a:pt x="107480" y="46895"/>
                  </a:cubicBezTo>
                  <a:cubicBezTo>
                    <a:pt x="107530" y="46870"/>
                    <a:pt x="107604" y="46795"/>
                    <a:pt x="107654" y="46770"/>
                  </a:cubicBezTo>
                  <a:cubicBezTo>
                    <a:pt x="107903" y="46621"/>
                    <a:pt x="108152" y="46447"/>
                    <a:pt x="108401" y="46273"/>
                  </a:cubicBezTo>
                  <a:close/>
                  <a:moveTo>
                    <a:pt x="97026" y="48289"/>
                  </a:moveTo>
                  <a:cubicBezTo>
                    <a:pt x="97026" y="48314"/>
                    <a:pt x="97051" y="48363"/>
                    <a:pt x="97051" y="48363"/>
                  </a:cubicBezTo>
                  <a:cubicBezTo>
                    <a:pt x="96627" y="49060"/>
                    <a:pt x="96204" y="49807"/>
                    <a:pt x="95806" y="50554"/>
                  </a:cubicBezTo>
                  <a:lnTo>
                    <a:pt x="95756" y="50554"/>
                  </a:lnTo>
                  <a:cubicBezTo>
                    <a:pt x="96179" y="49807"/>
                    <a:pt x="96627" y="49036"/>
                    <a:pt x="97026" y="48289"/>
                  </a:cubicBezTo>
                  <a:close/>
                  <a:moveTo>
                    <a:pt x="69646" y="48239"/>
                  </a:moveTo>
                  <a:cubicBezTo>
                    <a:pt x="69646" y="48264"/>
                    <a:pt x="69621" y="48264"/>
                    <a:pt x="69621" y="48289"/>
                  </a:cubicBezTo>
                  <a:cubicBezTo>
                    <a:pt x="69496" y="48363"/>
                    <a:pt x="69372" y="48438"/>
                    <a:pt x="69247" y="48513"/>
                  </a:cubicBezTo>
                  <a:cubicBezTo>
                    <a:pt x="69197" y="48513"/>
                    <a:pt x="69197" y="48538"/>
                    <a:pt x="69173" y="48538"/>
                  </a:cubicBezTo>
                  <a:cubicBezTo>
                    <a:pt x="68077" y="49160"/>
                    <a:pt x="67032" y="49882"/>
                    <a:pt x="65937" y="50629"/>
                  </a:cubicBezTo>
                  <a:lnTo>
                    <a:pt x="65962" y="50604"/>
                  </a:lnTo>
                  <a:lnTo>
                    <a:pt x="65962" y="50554"/>
                  </a:lnTo>
                  <a:cubicBezTo>
                    <a:pt x="66708" y="50031"/>
                    <a:pt x="67704" y="49384"/>
                    <a:pt x="68650" y="48811"/>
                  </a:cubicBezTo>
                  <a:cubicBezTo>
                    <a:pt x="68774" y="48762"/>
                    <a:pt x="68874" y="48687"/>
                    <a:pt x="68998" y="48637"/>
                  </a:cubicBezTo>
                  <a:lnTo>
                    <a:pt x="69073" y="48563"/>
                  </a:lnTo>
                  <a:cubicBezTo>
                    <a:pt x="69272" y="48488"/>
                    <a:pt x="69446" y="48363"/>
                    <a:pt x="69646" y="48239"/>
                  </a:cubicBezTo>
                  <a:close/>
                  <a:moveTo>
                    <a:pt x="95408" y="46173"/>
                  </a:moveTo>
                  <a:cubicBezTo>
                    <a:pt x="96030" y="46696"/>
                    <a:pt x="96503" y="47368"/>
                    <a:pt x="96901" y="48065"/>
                  </a:cubicBezTo>
                  <a:cubicBezTo>
                    <a:pt x="96453" y="48911"/>
                    <a:pt x="96005" y="49757"/>
                    <a:pt x="95507" y="50554"/>
                  </a:cubicBezTo>
                  <a:lnTo>
                    <a:pt x="95458" y="50554"/>
                  </a:lnTo>
                  <a:cubicBezTo>
                    <a:pt x="94810" y="50629"/>
                    <a:pt x="94138" y="50653"/>
                    <a:pt x="93466" y="50653"/>
                  </a:cubicBezTo>
                  <a:cubicBezTo>
                    <a:pt x="92968" y="50653"/>
                    <a:pt x="92471" y="50629"/>
                    <a:pt x="91973" y="50604"/>
                  </a:cubicBezTo>
                  <a:lnTo>
                    <a:pt x="91649" y="50604"/>
                  </a:lnTo>
                  <a:cubicBezTo>
                    <a:pt x="91151" y="50554"/>
                    <a:pt x="90654" y="50504"/>
                    <a:pt x="90181" y="50429"/>
                  </a:cubicBezTo>
                  <a:lnTo>
                    <a:pt x="90081" y="50429"/>
                  </a:lnTo>
                  <a:cubicBezTo>
                    <a:pt x="89733" y="50405"/>
                    <a:pt x="89434" y="50355"/>
                    <a:pt x="89085" y="50280"/>
                  </a:cubicBezTo>
                  <a:cubicBezTo>
                    <a:pt x="88986" y="50255"/>
                    <a:pt x="88911" y="50255"/>
                    <a:pt x="88812" y="50230"/>
                  </a:cubicBezTo>
                  <a:cubicBezTo>
                    <a:pt x="88563" y="50156"/>
                    <a:pt x="88314" y="50131"/>
                    <a:pt x="88065" y="50056"/>
                  </a:cubicBezTo>
                  <a:lnTo>
                    <a:pt x="87990" y="50056"/>
                  </a:lnTo>
                  <a:lnTo>
                    <a:pt x="87617" y="49981"/>
                  </a:lnTo>
                  <a:cubicBezTo>
                    <a:pt x="87542" y="49932"/>
                    <a:pt x="87418" y="49907"/>
                    <a:pt x="87318" y="49882"/>
                  </a:cubicBezTo>
                  <a:cubicBezTo>
                    <a:pt x="86995" y="48687"/>
                    <a:pt x="86472" y="47667"/>
                    <a:pt x="85750" y="46820"/>
                  </a:cubicBezTo>
                  <a:lnTo>
                    <a:pt x="85825" y="46820"/>
                  </a:lnTo>
                  <a:cubicBezTo>
                    <a:pt x="85924" y="46870"/>
                    <a:pt x="85999" y="46870"/>
                    <a:pt x="86099" y="46895"/>
                  </a:cubicBezTo>
                  <a:cubicBezTo>
                    <a:pt x="86497" y="46945"/>
                    <a:pt x="86870" y="46994"/>
                    <a:pt x="87293" y="47044"/>
                  </a:cubicBezTo>
                  <a:cubicBezTo>
                    <a:pt x="87368" y="47044"/>
                    <a:pt x="87492" y="47069"/>
                    <a:pt x="87592" y="47069"/>
                  </a:cubicBezTo>
                  <a:cubicBezTo>
                    <a:pt x="88090" y="47094"/>
                    <a:pt x="88588" y="47144"/>
                    <a:pt x="89085" y="47144"/>
                  </a:cubicBezTo>
                  <a:cubicBezTo>
                    <a:pt x="89733" y="47144"/>
                    <a:pt x="90405" y="47094"/>
                    <a:pt x="91027" y="47044"/>
                  </a:cubicBezTo>
                  <a:cubicBezTo>
                    <a:pt x="91077" y="47044"/>
                    <a:pt x="91176" y="47044"/>
                    <a:pt x="91226" y="47019"/>
                  </a:cubicBezTo>
                  <a:lnTo>
                    <a:pt x="92072" y="46920"/>
                  </a:lnTo>
                  <a:cubicBezTo>
                    <a:pt x="92172" y="46920"/>
                    <a:pt x="92222" y="46895"/>
                    <a:pt x="92321" y="46895"/>
                  </a:cubicBezTo>
                  <a:cubicBezTo>
                    <a:pt x="92595" y="46845"/>
                    <a:pt x="92894" y="46795"/>
                    <a:pt x="93168" y="46721"/>
                  </a:cubicBezTo>
                  <a:cubicBezTo>
                    <a:pt x="93217" y="46721"/>
                    <a:pt x="93317" y="46696"/>
                    <a:pt x="93392" y="46696"/>
                  </a:cubicBezTo>
                  <a:lnTo>
                    <a:pt x="94213" y="46522"/>
                  </a:lnTo>
                  <a:cubicBezTo>
                    <a:pt x="94288" y="46472"/>
                    <a:pt x="94387" y="46472"/>
                    <a:pt x="94437" y="46447"/>
                  </a:cubicBezTo>
                  <a:cubicBezTo>
                    <a:pt x="94711" y="46397"/>
                    <a:pt x="95010" y="46298"/>
                    <a:pt x="95283" y="46198"/>
                  </a:cubicBezTo>
                  <a:cubicBezTo>
                    <a:pt x="95308" y="46198"/>
                    <a:pt x="95333" y="46173"/>
                    <a:pt x="95408" y="46173"/>
                  </a:cubicBezTo>
                  <a:close/>
                  <a:moveTo>
                    <a:pt x="97797" y="50529"/>
                  </a:moveTo>
                  <a:lnTo>
                    <a:pt x="97797" y="50554"/>
                  </a:lnTo>
                  <a:lnTo>
                    <a:pt x="97797" y="50604"/>
                  </a:lnTo>
                  <a:cubicBezTo>
                    <a:pt x="97673" y="50629"/>
                    <a:pt x="97548" y="50653"/>
                    <a:pt x="97424" y="50653"/>
                  </a:cubicBezTo>
                  <a:cubicBezTo>
                    <a:pt x="97150" y="50678"/>
                    <a:pt x="96876" y="50728"/>
                    <a:pt x="96553" y="50753"/>
                  </a:cubicBezTo>
                  <a:cubicBezTo>
                    <a:pt x="96379" y="50753"/>
                    <a:pt x="96130" y="50778"/>
                    <a:pt x="95881" y="50778"/>
                  </a:cubicBezTo>
                  <a:lnTo>
                    <a:pt x="95906" y="50753"/>
                  </a:lnTo>
                  <a:cubicBezTo>
                    <a:pt x="96030" y="50753"/>
                    <a:pt x="96130" y="50728"/>
                    <a:pt x="96254" y="50728"/>
                  </a:cubicBezTo>
                  <a:lnTo>
                    <a:pt x="96379" y="50728"/>
                  </a:lnTo>
                  <a:cubicBezTo>
                    <a:pt x="96752" y="50678"/>
                    <a:pt x="97125" y="50653"/>
                    <a:pt x="97499" y="50604"/>
                  </a:cubicBezTo>
                  <a:lnTo>
                    <a:pt x="97524" y="50604"/>
                  </a:lnTo>
                  <a:cubicBezTo>
                    <a:pt x="97623" y="50554"/>
                    <a:pt x="97698" y="50554"/>
                    <a:pt x="97797" y="50529"/>
                  </a:cubicBezTo>
                  <a:close/>
                  <a:moveTo>
                    <a:pt x="95682" y="50753"/>
                  </a:moveTo>
                  <a:cubicBezTo>
                    <a:pt x="95682" y="50753"/>
                    <a:pt x="95682" y="50778"/>
                    <a:pt x="95657" y="50778"/>
                  </a:cubicBezTo>
                  <a:lnTo>
                    <a:pt x="95657" y="50803"/>
                  </a:lnTo>
                  <a:lnTo>
                    <a:pt x="95582" y="50803"/>
                  </a:lnTo>
                  <a:cubicBezTo>
                    <a:pt x="95582" y="50803"/>
                    <a:pt x="95582" y="50778"/>
                    <a:pt x="95632" y="50778"/>
                  </a:cubicBezTo>
                  <a:cubicBezTo>
                    <a:pt x="95632" y="50778"/>
                    <a:pt x="95632" y="50753"/>
                    <a:pt x="95657" y="50753"/>
                  </a:cubicBezTo>
                  <a:close/>
                  <a:moveTo>
                    <a:pt x="65613" y="50778"/>
                  </a:moveTo>
                  <a:cubicBezTo>
                    <a:pt x="65588" y="50803"/>
                    <a:pt x="65563" y="50853"/>
                    <a:pt x="65514" y="50853"/>
                  </a:cubicBezTo>
                  <a:cubicBezTo>
                    <a:pt x="65538" y="50803"/>
                    <a:pt x="65563" y="50778"/>
                    <a:pt x="65613" y="50778"/>
                  </a:cubicBezTo>
                  <a:close/>
                  <a:moveTo>
                    <a:pt x="87368" y="50056"/>
                  </a:moveTo>
                  <a:cubicBezTo>
                    <a:pt x="87542" y="50106"/>
                    <a:pt x="87692" y="50156"/>
                    <a:pt x="87841" y="50180"/>
                  </a:cubicBezTo>
                  <a:cubicBezTo>
                    <a:pt x="87916" y="50180"/>
                    <a:pt x="87940" y="50230"/>
                    <a:pt x="87990" y="50230"/>
                  </a:cubicBezTo>
                  <a:cubicBezTo>
                    <a:pt x="88339" y="50305"/>
                    <a:pt x="88712" y="50380"/>
                    <a:pt x="89061" y="50429"/>
                  </a:cubicBezTo>
                  <a:cubicBezTo>
                    <a:pt x="89110" y="50429"/>
                    <a:pt x="89160" y="50454"/>
                    <a:pt x="89210" y="50454"/>
                  </a:cubicBezTo>
                  <a:cubicBezTo>
                    <a:pt x="89334" y="50504"/>
                    <a:pt x="89459" y="50504"/>
                    <a:pt x="89558" y="50529"/>
                  </a:cubicBezTo>
                  <a:lnTo>
                    <a:pt x="90106" y="50629"/>
                  </a:lnTo>
                  <a:cubicBezTo>
                    <a:pt x="90206" y="50629"/>
                    <a:pt x="90305" y="50653"/>
                    <a:pt x="90355" y="50653"/>
                  </a:cubicBezTo>
                  <a:lnTo>
                    <a:pt x="90454" y="50653"/>
                  </a:lnTo>
                  <a:cubicBezTo>
                    <a:pt x="90579" y="50678"/>
                    <a:pt x="90728" y="50678"/>
                    <a:pt x="90853" y="50703"/>
                  </a:cubicBezTo>
                  <a:cubicBezTo>
                    <a:pt x="90977" y="50703"/>
                    <a:pt x="91077" y="50753"/>
                    <a:pt x="91201" y="50753"/>
                  </a:cubicBezTo>
                  <a:cubicBezTo>
                    <a:pt x="91351" y="50753"/>
                    <a:pt x="91525" y="50778"/>
                    <a:pt x="91674" y="50778"/>
                  </a:cubicBezTo>
                  <a:lnTo>
                    <a:pt x="91799" y="50778"/>
                  </a:lnTo>
                  <a:cubicBezTo>
                    <a:pt x="91923" y="50778"/>
                    <a:pt x="92048" y="50803"/>
                    <a:pt x="92172" y="50803"/>
                  </a:cubicBezTo>
                  <a:lnTo>
                    <a:pt x="92321" y="50803"/>
                  </a:lnTo>
                  <a:cubicBezTo>
                    <a:pt x="92695" y="50828"/>
                    <a:pt x="93068" y="50828"/>
                    <a:pt x="93441" y="50828"/>
                  </a:cubicBezTo>
                  <a:cubicBezTo>
                    <a:pt x="94089" y="50828"/>
                    <a:pt x="94711" y="50803"/>
                    <a:pt x="95333" y="50778"/>
                  </a:cubicBezTo>
                  <a:lnTo>
                    <a:pt x="95333" y="50778"/>
                  </a:lnTo>
                  <a:cubicBezTo>
                    <a:pt x="95333" y="50778"/>
                    <a:pt x="95333" y="50803"/>
                    <a:pt x="95308" y="50803"/>
                  </a:cubicBezTo>
                  <a:cubicBezTo>
                    <a:pt x="95308" y="50803"/>
                    <a:pt x="95308" y="50828"/>
                    <a:pt x="95283" y="50828"/>
                  </a:cubicBezTo>
                  <a:cubicBezTo>
                    <a:pt x="94960" y="50877"/>
                    <a:pt x="94636" y="50877"/>
                    <a:pt x="94313" y="50877"/>
                  </a:cubicBezTo>
                  <a:lnTo>
                    <a:pt x="94263" y="50877"/>
                  </a:lnTo>
                  <a:cubicBezTo>
                    <a:pt x="93964" y="50877"/>
                    <a:pt x="93690" y="50902"/>
                    <a:pt x="93417" y="50902"/>
                  </a:cubicBezTo>
                  <a:lnTo>
                    <a:pt x="92321" y="50902"/>
                  </a:lnTo>
                  <a:cubicBezTo>
                    <a:pt x="92023" y="50902"/>
                    <a:pt x="91724" y="50877"/>
                    <a:pt x="91425" y="50828"/>
                  </a:cubicBezTo>
                  <a:lnTo>
                    <a:pt x="91226" y="50828"/>
                  </a:lnTo>
                  <a:cubicBezTo>
                    <a:pt x="90903" y="50803"/>
                    <a:pt x="90579" y="50778"/>
                    <a:pt x="90230" y="50703"/>
                  </a:cubicBezTo>
                  <a:lnTo>
                    <a:pt x="90181" y="50703"/>
                  </a:lnTo>
                  <a:cubicBezTo>
                    <a:pt x="89832" y="50653"/>
                    <a:pt x="89459" y="50629"/>
                    <a:pt x="89110" y="50554"/>
                  </a:cubicBezTo>
                  <a:cubicBezTo>
                    <a:pt x="88538" y="50454"/>
                    <a:pt x="87940" y="50305"/>
                    <a:pt x="87343" y="50156"/>
                  </a:cubicBezTo>
                  <a:lnTo>
                    <a:pt x="87343" y="50131"/>
                  </a:lnTo>
                  <a:cubicBezTo>
                    <a:pt x="87368" y="50131"/>
                    <a:pt x="87368" y="50106"/>
                    <a:pt x="87368" y="50056"/>
                  </a:cubicBezTo>
                  <a:close/>
                  <a:moveTo>
                    <a:pt x="115445" y="38681"/>
                  </a:moveTo>
                  <a:cubicBezTo>
                    <a:pt x="116067" y="41444"/>
                    <a:pt x="116192" y="44530"/>
                    <a:pt x="115819" y="47766"/>
                  </a:cubicBezTo>
                  <a:cubicBezTo>
                    <a:pt x="115495" y="48811"/>
                    <a:pt x="115146" y="49907"/>
                    <a:pt x="114748" y="51002"/>
                  </a:cubicBezTo>
                  <a:cubicBezTo>
                    <a:pt x="114201" y="48811"/>
                    <a:pt x="112881" y="46621"/>
                    <a:pt x="110940" y="44505"/>
                  </a:cubicBezTo>
                  <a:lnTo>
                    <a:pt x="111015" y="44406"/>
                  </a:lnTo>
                  <a:cubicBezTo>
                    <a:pt x="111139" y="44281"/>
                    <a:pt x="111263" y="44182"/>
                    <a:pt x="111363" y="44057"/>
                  </a:cubicBezTo>
                  <a:lnTo>
                    <a:pt x="111836" y="43584"/>
                  </a:lnTo>
                  <a:lnTo>
                    <a:pt x="112110" y="43311"/>
                  </a:lnTo>
                  <a:cubicBezTo>
                    <a:pt x="112259" y="43161"/>
                    <a:pt x="112433" y="42962"/>
                    <a:pt x="112583" y="42813"/>
                  </a:cubicBezTo>
                  <a:cubicBezTo>
                    <a:pt x="112632" y="42713"/>
                    <a:pt x="112732" y="42663"/>
                    <a:pt x="112807" y="42564"/>
                  </a:cubicBezTo>
                  <a:lnTo>
                    <a:pt x="113255" y="41991"/>
                  </a:lnTo>
                  <a:cubicBezTo>
                    <a:pt x="113329" y="41942"/>
                    <a:pt x="113354" y="41867"/>
                    <a:pt x="113429" y="41792"/>
                  </a:cubicBezTo>
                  <a:cubicBezTo>
                    <a:pt x="113578" y="41568"/>
                    <a:pt x="113728" y="41369"/>
                    <a:pt x="113877" y="41170"/>
                  </a:cubicBezTo>
                  <a:cubicBezTo>
                    <a:pt x="113927" y="41145"/>
                    <a:pt x="113952" y="41095"/>
                    <a:pt x="113977" y="41046"/>
                  </a:cubicBezTo>
                  <a:cubicBezTo>
                    <a:pt x="114549" y="40249"/>
                    <a:pt x="115047" y="39477"/>
                    <a:pt x="115445" y="38681"/>
                  </a:cubicBezTo>
                  <a:close/>
                  <a:moveTo>
                    <a:pt x="65812" y="48214"/>
                  </a:moveTo>
                  <a:cubicBezTo>
                    <a:pt x="65812" y="48314"/>
                    <a:pt x="65837" y="48388"/>
                    <a:pt x="65837" y="48463"/>
                  </a:cubicBezTo>
                  <a:cubicBezTo>
                    <a:pt x="65837" y="48563"/>
                    <a:pt x="65887" y="48637"/>
                    <a:pt x="65887" y="48712"/>
                  </a:cubicBezTo>
                  <a:lnTo>
                    <a:pt x="65887" y="49011"/>
                  </a:lnTo>
                  <a:lnTo>
                    <a:pt x="65887" y="49210"/>
                  </a:lnTo>
                  <a:cubicBezTo>
                    <a:pt x="65787" y="49284"/>
                    <a:pt x="65787" y="49359"/>
                    <a:pt x="65787" y="49434"/>
                  </a:cubicBezTo>
                  <a:lnTo>
                    <a:pt x="65787" y="49633"/>
                  </a:lnTo>
                  <a:cubicBezTo>
                    <a:pt x="65787" y="49732"/>
                    <a:pt x="65762" y="49782"/>
                    <a:pt x="65762" y="49832"/>
                  </a:cubicBezTo>
                  <a:cubicBezTo>
                    <a:pt x="65762" y="49907"/>
                    <a:pt x="65713" y="49932"/>
                    <a:pt x="65713" y="50006"/>
                  </a:cubicBezTo>
                  <a:cubicBezTo>
                    <a:pt x="65688" y="50106"/>
                    <a:pt x="65663" y="50156"/>
                    <a:pt x="65663" y="50205"/>
                  </a:cubicBezTo>
                  <a:cubicBezTo>
                    <a:pt x="65663" y="50255"/>
                    <a:pt x="65613" y="50280"/>
                    <a:pt x="65613" y="50305"/>
                  </a:cubicBezTo>
                  <a:cubicBezTo>
                    <a:pt x="65588" y="50405"/>
                    <a:pt x="65538" y="50504"/>
                    <a:pt x="65464" y="50579"/>
                  </a:cubicBezTo>
                  <a:cubicBezTo>
                    <a:pt x="65439" y="50653"/>
                    <a:pt x="65364" y="50678"/>
                    <a:pt x="65314" y="50753"/>
                  </a:cubicBezTo>
                  <a:lnTo>
                    <a:pt x="65290" y="50778"/>
                  </a:lnTo>
                  <a:lnTo>
                    <a:pt x="65215" y="50828"/>
                  </a:lnTo>
                  <a:cubicBezTo>
                    <a:pt x="64991" y="50952"/>
                    <a:pt x="64742" y="51052"/>
                    <a:pt x="64468" y="51052"/>
                  </a:cubicBezTo>
                  <a:cubicBezTo>
                    <a:pt x="64319" y="51052"/>
                    <a:pt x="64120" y="51027"/>
                    <a:pt x="63945" y="51002"/>
                  </a:cubicBezTo>
                  <a:lnTo>
                    <a:pt x="63896" y="51002"/>
                  </a:lnTo>
                  <a:cubicBezTo>
                    <a:pt x="63448" y="50902"/>
                    <a:pt x="62950" y="50678"/>
                    <a:pt x="62402" y="50405"/>
                  </a:cubicBezTo>
                  <a:cubicBezTo>
                    <a:pt x="63547" y="49583"/>
                    <a:pt x="64667" y="48886"/>
                    <a:pt x="65812" y="48214"/>
                  </a:cubicBezTo>
                  <a:close/>
                  <a:moveTo>
                    <a:pt x="65389" y="50977"/>
                  </a:moveTo>
                  <a:lnTo>
                    <a:pt x="65414" y="51002"/>
                  </a:lnTo>
                  <a:lnTo>
                    <a:pt x="65389" y="51027"/>
                  </a:lnTo>
                  <a:cubicBezTo>
                    <a:pt x="65339" y="51027"/>
                    <a:pt x="65339" y="51052"/>
                    <a:pt x="65339" y="51052"/>
                  </a:cubicBezTo>
                  <a:lnTo>
                    <a:pt x="65314" y="51101"/>
                  </a:lnTo>
                  <a:cubicBezTo>
                    <a:pt x="65290" y="51126"/>
                    <a:pt x="65240" y="51126"/>
                    <a:pt x="65215" y="51126"/>
                  </a:cubicBezTo>
                  <a:cubicBezTo>
                    <a:pt x="65140" y="51151"/>
                    <a:pt x="65066" y="51176"/>
                    <a:pt x="65016" y="51176"/>
                  </a:cubicBezTo>
                  <a:lnTo>
                    <a:pt x="65290" y="51002"/>
                  </a:lnTo>
                  <a:cubicBezTo>
                    <a:pt x="65314" y="51002"/>
                    <a:pt x="65314" y="50977"/>
                    <a:pt x="65339" y="50977"/>
                  </a:cubicBezTo>
                  <a:close/>
                  <a:moveTo>
                    <a:pt x="62178" y="50504"/>
                  </a:moveTo>
                  <a:cubicBezTo>
                    <a:pt x="62228" y="50529"/>
                    <a:pt x="62303" y="50554"/>
                    <a:pt x="62328" y="50604"/>
                  </a:cubicBezTo>
                  <a:cubicBezTo>
                    <a:pt x="62576" y="50728"/>
                    <a:pt x="62800" y="50803"/>
                    <a:pt x="63024" y="50902"/>
                  </a:cubicBezTo>
                  <a:cubicBezTo>
                    <a:pt x="63049" y="50902"/>
                    <a:pt x="63074" y="50927"/>
                    <a:pt x="63099" y="50927"/>
                  </a:cubicBezTo>
                  <a:cubicBezTo>
                    <a:pt x="63323" y="51027"/>
                    <a:pt x="63547" y="51101"/>
                    <a:pt x="63771" y="51126"/>
                  </a:cubicBezTo>
                  <a:lnTo>
                    <a:pt x="63821" y="51126"/>
                  </a:lnTo>
                  <a:cubicBezTo>
                    <a:pt x="64045" y="51151"/>
                    <a:pt x="64219" y="51176"/>
                    <a:pt x="64418" y="51176"/>
                  </a:cubicBezTo>
                  <a:cubicBezTo>
                    <a:pt x="64518" y="51176"/>
                    <a:pt x="64568" y="51176"/>
                    <a:pt x="64667" y="51151"/>
                  </a:cubicBezTo>
                  <a:lnTo>
                    <a:pt x="64667" y="51151"/>
                  </a:lnTo>
                  <a:cubicBezTo>
                    <a:pt x="64617" y="51176"/>
                    <a:pt x="64593" y="51176"/>
                    <a:pt x="64568" y="51201"/>
                  </a:cubicBezTo>
                  <a:cubicBezTo>
                    <a:pt x="64444" y="51230"/>
                    <a:pt x="64313" y="51244"/>
                    <a:pt x="64176" y="51244"/>
                  </a:cubicBezTo>
                  <a:cubicBezTo>
                    <a:pt x="63592" y="51244"/>
                    <a:pt x="62884" y="50992"/>
                    <a:pt x="62079" y="50529"/>
                  </a:cubicBezTo>
                  <a:cubicBezTo>
                    <a:pt x="62103" y="50529"/>
                    <a:pt x="62103" y="50504"/>
                    <a:pt x="62128" y="50504"/>
                  </a:cubicBezTo>
                  <a:close/>
                  <a:moveTo>
                    <a:pt x="110766" y="44630"/>
                  </a:moveTo>
                  <a:cubicBezTo>
                    <a:pt x="112807" y="46795"/>
                    <a:pt x="114126" y="49110"/>
                    <a:pt x="114698" y="51301"/>
                  </a:cubicBezTo>
                  <a:cubicBezTo>
                    <a:pt x="114698" y="51350"/>
                    <a:pt x="114674" y="51375"/>
                    <a:pt x="114674" y="51400"/>
                  </a:cubicBezTo>
                  <a:cubicBezTo>
                    <a:pt x="114101" y="49160"/>
                    <a:pt x="112757" y="46870"/>
                    <a:pt x="110741" y="44655"/>
                  </a:cubicBezTo>
                  <a:cubicBezTo>
                    <a:pt x="110766" y="44655"/>
                    <a:pt x="110766" y="44630"/>
                    <a:pt x="110766" y="44630"/>
                  </a:cubicBezTo>
                  <a:close/>
                  <a:moveTo>
                    <a:pt x="115744" y="48737"/>
                  </a:moveTo>
                  <a:cubicBezTo>
                    <a:pt x="115719" y="48861"/>
                    <a:pt x="115719" y="49011"/>
                    <a:pt x="115694" y="49135"/>
                  </a:cubicBezTo>
                  <a:cubicBezTo>
                    <a:pt x="115445" y="49882"/>
                    <a:pt x="115196" y="50629"/>
                    <a:pt x="114947" y="51400"/>
                  </a:cubicBezTo>
                  <a:cubicBezTo>
                    <a:pt x="114947" y="51375"/>
                    <a:pt x="114922" y="51350"/>
                    <a:pt x="114922" y="51301"/>
                  </a:cubicBezTo>
                  <a:cubicBezTo>
                    <a:pt x="115196" y="50429"/>
                    <a:pt x="115470" y="49608"/>
                    <a:pt x="115744" y="48737"/>
                  </a:cubicBezTo>
                  <a:close/>
                  <a:moveTo>
                    <a:pt x="114748" y="51624"/>
                  </a:moveTo>
                  <a:cubicBezTo>
                    <a:pt x="114748" y="51649"/>
                    <a:pt x="114748" y="51674"/>
                    <a:pt x="114798" y="51749"/>
                  </a:cubicBezTo>
                  <a:cubicBezTo>
                    <a:pt x="114798" y="51774"/>
                    <a:pt x="114748" y="51848"/>
                    <a:pt x="114748" y="51873"/>
                  </a:cubicBezTo>
                  <a:cubicBezTo>
                    <a:pt x="114748" y="51798"/>
                    <a:pt x="114748" y="51774"/>
                    <a:pt x="114723" y="51749"/>
                  </a:cubicBezTo>
                  <a:cubicBezTo>
                    <a:pt x="114723" y="51724"/>
                    <a:pt x="114748" y="51649"/>
                    <a:pt x="114748" y="51624"/>
                  </a:cubicBezTo>
                  <a:close/>
                  <a:moveTo>
                    <a:pt x="115470" y="50405"/>
                  </a:moveTo>
                  <a:cubicBezTo>
                    <a:pt x="115346" y="51002"/>
                    <a:pt x="115221" y="51624"/>
                    <a:pt x="115097" y="52222"/>
                  </a:cubicBezTo>
                  <a:lnTo>
                    <a:pt x="114997" y="51749"/>
                  </a:lnTo>
                  <a:cubicBezTo>
                    <a:pt x="115171" y="51301"/>
                    <a:pt x="115321" y="50877"/>
                    <a:pt x="115470" y="50405"/>
                  </a:cubicBezTo>
                  <a:close/>
                  <a:moveTo>
                    <a:pt x="29720" y="40423"/>
                  </a:moveTo>
                  <a:cubicBezTo>
                    <a:pt x="32234" y="41991"/>
                    <a:pt x="34898" y="43908"/>
                    <a:pt x="37511" y="45999"/>
                  </a:cubicBezTo>
                  <a:cubicBezTo>
                    <a:pt x="35520" y="48139"/>
                    <a:pt x="33603" y="50355"/>
                    <a:pt x="31836" y="52595"/>
                  </a:cubicBezTo>
                  <a:cubicBezTo>
                    <a:pt x="29546" y="50728"/>
                    <a:pt x="27331" y="48762"/>
                    <a:pt x="25339" y="46820"/>
                  </a:cubicBezTo>
                  <a:cubicBezTo>
                    <a:pt x="26584" y="44680"/>
                    <a:pt x="28077" y="42539"/>
                    <a:pt x="29720" y="40423"/>
                  </a:cubicBezTo>
                  <a:close/>
                  <a:moveTo>
                    <a:pt x="64717" y="51500"/>
                  </a:moveTo>
                  <a:lnTo>
                    <a:pt x="64443" y="51674"/>
                  </a:lnTo>
                  <a:cubicBezTo>
                    <a:pt x="64418" y="51724"/>
                    <a:pt x="64393" y="51749"/>
                    <a:pt x="64344" y="51749"/>
                  </a:cubicBezTo>
                  <a:cubicBezTo>
                    <a:pt x="64169" y="51873"/>
                    <a:pt x="63995" y="51998"/>
                    <a:pt x="63846" y="52122"/>
                  </a:cubicBezTo>
                  <a:cubicBezTo>
                    <a:pt x="63600" y="52294"/>
                    <a:pt x="63379" y="52490"/>
                    <a:pt x="63181" y="52639"/>
                  </a:cubicBezTo>
                  <a:lnTo>
                    <a:pt x="63181" y="52639"/>
                  </a:lnTo>
                  <a:cubicBezTo>
                    <a:pt x="63541" y="52296"/>
                    <a:pt x="63978" y="51972"/>
                    <a:pt x="64393" y="51649"/>
                  </a:cubicBezTo>
                  <a:cubicBezTo>
                    <a:pt x="64418" y="51624"/>
                    <a:pt x="64468" y="51599"/>
                    <a:pt x="64518" y="51550"/>
                  </a:cubicBezTo>
                  <a:cubicBezTo>
                    <a:pt x="64543" y="51525"/>
                    <a:pt x="64568" y="51500"/>
                    <a:pt x="64593" y="51500"/>
                  </a:cubicBezTo>
                  <a:close/>
                  <a:moveTo>
                    <a:pt x="37636" y="46123"/>
                  </a:moveTo>
                  <a:cubicBezTo>
                    <a:pt x="37660" y="46123"/>
                    <a:pt x="37660" y="46148"/>
                    <a:pt x="37685" y="46148"/>
                  </a:cubicBezTo>
                  <a:cubicBezTo>
                    <a:pt x="35694" y="48289"/>
                    <a:pt x="33802" y="50504"/>
                    <a:pt x="32035" y="52744"/>
                  </a:cubicBezTo>
                  <a:cubicBezTo>
                    <a:pt x="31985" y="52744"/>
                    <a:pt x="31985" y="52719"/>
                    <a:pt x="31960" y="52719"/>
                  </a:cubicBezTo>
                  <a:cubicBezTo>
                    <a:pt x="33728" y="50479"/>
                    <a:pt x="35644" y="48264"/>
                    <a:pt x="37636" y="46123"/>
                  </a:cubicBezTo>
                  <a:close/>
                  <a:moveTo>
                    <a:pt x="63099" y="52719"/>
                  </a:moveTo>
                  <a:lnTo>
                    <a:pt x="63074" y="52744"/>
                  </a:lnTo>
                  <a:cubicBezTo>
                    <a:pt x="63069" y="52747"/>
                    <a:pt x="63064" y="52750"/>
                    <a:pt x="63059" y="52753"/>
                  </a:cubicBezTo>
                  <a:lnTo>
                    <a:pt x="63059" y="52753"/>
                  </a:lnTo>
                  <a:lnTo>
                    <a:pt x="63099" y="52719"/>
                  </a:lnTo>
                  <a:close/>
                  <a:moveTo>
                    <a:pt x="25215" y="46945"/>
                  </a:moveTo>
                  <a:cubicBezTo>
                    <a:pt x="27206" y="48911"/>
                    <a:pt x="29421" y="50853"/>
                    <a:pt x="31711" y="52719"/>
                  </a:cubicBezTo>
                  <a:cubicBezTo>
                    <a:pt x="31687" y="52744"/>
                    <a:pt x="31687" y="52769"/>
                    <a:pt x="31662" y="52769"/>
                  </a:cubicBezTo>
                  <a:cubicBezTo>
                    <a:pt x="29372" y="50927"/>
                    <a:pt x="27181" y="48986"/>
                    <a:pt x="25190" y="47019"/>
                  </a:cubicBezTo>
                  <a:cubicBezTo>
                    <a:pt x="25190" y="46994"/>
                    <a:pt x="25215" y="46994"/>
                    <a:pt x="25215" y="46945"/>
                  </a:cubicBezTo>
                  <a:close/>
                  <a:moveTo>
                    <a:pt x="48662" y="37088"/>
                  </a:moveTo>
                  <a:cubicBezTo>
                    <a:pt x="50330" y="39303"/>
                    <a:pt x="52023" y="41469"/>
                    <a:pt x="53765" y="43435"/>
                  </a:cubicBezTo>
                  <a:cubicBezTo>
                    <a:pt x="53889" y="43559"/>
                    <a:pt x="53989" y="43709"/>
                    <a:pt x="54113" y="43833"/>
                  </a:cubicBezTo>
                  <a:cubicBezTo>
                    <a:pt x="54313" y="44032"/>
                    <a:pt x="54487" y="44207"/>
                    <a:pt x="54636" y="44431"/>
                  </a:cubicBezTo>
                  <a:cubicBezTo>
                    <a:pt x="51525" y="47119"/>
                    <a:pt x="48588" y="49932"/>
                    <a:pt x="45874" y="52869"/>
                  </a:cubicBezTo>
                  <a:cubicBezTo>
                    <a:pt x="43734" y="50728"/>
                    <a:pt x="41295" y="48538"/>
                    <a:pt x="38756" y="46497"/>
                  </a:cubicBezTo>
                  <a:cubicBezTo>
                    <a:pt x="41519" y="43062"/>
                    <a:pt x="44879" y="39826"/>
                    <a:pt x="48662" y="37088"/>
                  </a:cubicBezTo>
                  <a:close/>
                  <a:moveTo>
                    <a:pt x="31836" y="52844"/>
                  </a:moveTo>
                  <a:cubicBezTo>
                    <a:pt x="31861" y="52844"/>
                    <a:pt x="31861" y="52869"/>
                    <a:pt x="31911" y="52869"/>
                  </a:cubicBezTo>
                  <a:cubicBezTo>
                    <a:pt x="31911" y="52894"/>
                    <a:pt x="31861" y="52894"/>
                    <a:pt x="31861" y="52919"/>
                  </a:cubicBezTo>
                  <a:cubicBezTo>
                    <a:pt x="31836" y="52919"/>
                    <a:pt x="31836" y="52894"/>
                    <a:pt x="31811" y="52894"/>
                  </a:cubicBezTo>
                  <a:cubicBezTo>
                    <a:pt x="31811" y="52869"/>
                    <a:pt x="31836" y="52869"/>
                    <a:pt x="31836" y="52844"/>
                  </a:cubicBezTo>
                  <a:close/>
                  <a:moveTo>
                    <a:pt x="114848" y="52097"/>
                  </a:moveTo>
                  <a:cubicBezTo>
                    <a:pt x="114873" y="52296"/>
                    <a:pt x="114922" y="52545"/>
                    <a:pt x="114947" y="52769"/>
                  </a:cubicBezTo>
                  <a:cubicBezTo>
                    <a:pt x="114947" y="52819"/>
                    <a:pt x="114922" y="52894"/>
                    <a:pt x="114922" y="52919"/>
                  </a:cubicBezTo>
                  <a:cubicBezTo>
                    <a:pt x="114922" y="52719"/>
                    <a:pt x="114873" y="52470"/>
                    <a:pt x="114823" y="52222"/>
                  </a:cubicBezTo>
                  <a:cubicBezTo>
                    <a:pt x="114823" y="52172"/>
                    <a:pt x="114848" y="52122"/>
                    <a:pt x="114848" y="52097"/>
                  </a:cubicBezTo>
                  <a:close/>
                  <a:moveTo>
                    <a:pt x="115968" y="48762"/>
                  </a:moveTo>
                  <a:cubicBezTo>
                    <a:pt x="115769" y="50131"/>
                    <a:pt x="115495" y="51525"/>
                    <a:pt x="115146" y="52968"/>
                  </a:cubicBezTo>
                  <a:cubicBezTo>
                    <a:pt x="115146" y="52894"/>
                    <a:pt x="115146" y="52844"/>
                    <a:pt x="115122" y="52769"/>
                  </a:cubicBezTo>
                  <a:cubicBezTo>
                    <a:pt x="115445" y="51550"/>
                    <a:pt x="115694" y="50380"/>
                    <a:pt x="115843" y="49185"/>
                  </a:cubicBezTo>
                  <a:cubicBezTo>
                    <a:pt x="115868" y="49036"/>
                    <a:pt x="115943" y="48911"/>
                    <a:pt x="115968" y="48762"/>
                  </a:cubicBezTo>
                  <a:close/>
                  <a:moveTo>
                    <a:pt x="38656" y="46621"/>
                  </a:moveTo>
                  <a:cubicBezTo>
                    <a:pt x="41170" y="48662"/>
                    <a:pt x="43609" y="50803"/>
                    <a:pt x="45750" y="52968"/>
                  </a:cubicBezTo>
                  <a:cubicBezTo>
                    <a:pt x="45750" y="52993"/>
                    <a:pt x="45725" y="52993"/>
                    <a:pt x="45725" y="53018"/>
                  </a:cubicBezTo>
                  <a:cubicBezTo>
                    <a:pt x="43560" y="50877"/>
                    <a:pt x="41145" y="48687"/>
                    <a:pt x="38631" y="46671"/>
                  </a:cubicBezTo>
                  <a:cubicBezTo>
                    <a:pt x="38631" y="46646"/>
                    <a:pt x="38656" y="46646"/>
                    <a:pt x="38656" y="46621"/>
                  </a:cubicBezTo>
                  <a:close/>
                  <a:moveTo>
                    <a:pt x="54810" y="44555"/>
                  </a:moveTo>
                  <a:cubicBezTo>
                    <a:pt x="54810" y="44580"/>
                    <a:pt x="54835" y="44580"/>
                    <a:pt x="54835" y="44605"/>
                  </a:cubicBezTo>
                  <a:cubicBezTo>
                    <a:pt x="51724" y="47268"/>
                    <a:pt x="48787" y="50106"/>
                    <a:pt x="46049" y="53018"/>
                  </a:cubicBezTo>
                  <a:lnTo>
                    <a:pt x="46024" y="52993"/>
                  </a:lnTo>
                  <a:cubicBezTo>
                    <a:pt x="48762" y="50056"/>
                    <a:pt x="51699" y="47243"/>
                    <a:pt x="54810" y="44555"/>
                  </a:cubicBezTo>
                  <a:close/>
                  <a:moveTo>
                    <a:pt x="77860" y="44879"/>
                  </a:moveTo>
                  <a:cubicBezTo>
                    <a:pt x="77909" y="44929"/>
                    <a:pt x="77959" y="45003"/>
                    <a:pt x="78009" y="45028"/>
                  </a:cubicBezTo>
                  <a:lnTo>
                    <a:pt x="78108" y="45401"/>
                  </a:lnTo>
                  <a:cubicBezTo>
                    <a:pt x="78133" y="45501"/>
                    <a:pt x="78133" y="45576"/>
                    <a:pt x="78158" y="45675"/>
                  </a:cubicBezTo>
                  <a:cubicBezTo>
                    <a:pt x="78208" y="45775"/>
                    <a:pt x="78208" y="45849"/>
                    <a:pt x="78208" y="45949"/>
                  </a:cubicBezTo>
                  <a:lnTo>
                    <a:pt x="78208" y="46049"/>
                  </a:lnTo>
                  <a:cubicBezTo>
                    <a:pt x="78233" y="46173"/>
                    <a:pt x="78233" y="46298"/>
                    <a:pt x="78258" y="46397"/>
                  </a:cubicBezTo>
                  <a:cubicBezTo>
                    <a:pt x="78258" y="46497"/>
                    <a:pt x="78258" y="46571"/>
                    <a:pt x="78283" y="46646"/>
                  </a:cubicBezTo>
                  <a:cubicBezTo>
                    <a:pt x="78283" y="46795"/>
                    <a:pt x="78333" y="46945"/>
                    <a:pt x="78333" y="47144"/>
                  </a:cubicBezTo>
                  <a:lnTo>
                    <a:pt x="78333" y="47243"/>
                  </a:lnTo>
                  <a:cubicBezTo>
                    <a:pt x="78357" y="48115"/>
                    <a:pt x="78258" y="49036"/>
                    <a:pt x="78084" y="50006"/>
                  </a:cubicBezTo>
                  <a:lnTo>
                    <a:pt x="78084" y="50056"/>
                  </a:lnTo>
                  <a:cubicBezTo>
                    <a:pt x="77884" y="51027"/>
                    <a:pt x="77636" y="52022"/>
                    <a:pt x="77287" y="53018"/>
                  </a:cubicBezTo>
                  <a:cubicBezTo>
                    <a:pt x="75968" y="51599"/>
                    <a:pt x="74922" y="50131"/>
                    <a:pt x="74225" y="48662"/>
                  </a:cubicBezTo>
                  <a:cubicBezTo>
                    <a:pt x="74972" y="47542"/>
                    <a:pt x="75669" y="46447"/>
                    <a:pt x="76341" y="45327"/>
                  </a:cubicBezTo>
                  <a:cubicBezTo>
                    <a:pt x="76441" y="45277"/>
                    <a:pt x="76615" y="45227"/>
                    <a:pt x="76789" y="45177"/>
                  </a:cubicBezTo>
                  <a:cubicBezTo>
                    <a:pt x="77163" y="45053"/>
                    <a:pt x="77511" y="44953"/>
                    <a:pt x="77860" y="44879"/>
                  </a:cubicBezTo>
                  <a:close/>
                  <a:moveTo>
                    <a:pt x="69795" y="48388"/>
                  </a:moveTo>
                  <a:cubicBezTo>
                    <a:pt x="69372" y="49060"/>
                    <a:pt x="68824" y="49907"/>
                    <a:pt x="68177" y="50853"/>
                  </a:cubicBezTo>
                  <a:cubicBezTo>
                    <a:pt x="68077" y="50977"/>
                    <a:pt x="68003" y="51126"/>
                    <a:pt x="67903" y="51251"/>
                  </a:cubicBezTo>
                  <a:cubicBezTo>
                    <a:pt x="67580" y="51649"/>
                    <a:pt x="67206" y="52172"/>
                    <a:pt x="66659" y="52919"/>
                  </a:cubicBezTo>
                  <a:cubicBezTo>
                    <a:pt x="66659" y="52919"/>
                    <a:pt x="66634" y="52968"/>
                    <a:pt x="66634" y="52993"/>
                  </a:cubicBezTo>
                  <a:cubicBezTo>
                    <a:pt x="66634" y="53018"/>
                    <a:pt x="66584" y="53018"/>
                    <a:pt x="66584" y="53043"/>
                  </a:cubicBezTo>
                  <a:lnTo>
                    <a:pt x="66484" y="53043"/>
                  </a:lnTo>
                  <a:cubicBezTo>
                    <a:pt x="66484" y="53018"/>
                    <a:pt x="66534" y="52993"/>
                    <a:pt x="66534" y="52993"/>
                  </a:cubicBezTo>
                  <a:cubicBezTo>
                    <a:pt x="66559" y="52919"/>
                    <a:pt x="66584" y="52894"/>
                    <a:pt x="66584" y="52894"/>
                  </a:cubicBezTo>
                  <a:lnTo>
                    <a:pt x="66659" y="52844"/>
                  </a:lnTo>
                  <a:cubicBezTo>
                    <a:pt x="67082" y="52271"/>
                    <a:pt x="67480" y="51724"/>
                    <a:pt x="67853" y="51176"/>
                  </a:cubicBezTo>
                  <a:cubicBezTo>
                    <a:pt x="67928" y="51126"/>
                    <a:pt x="67953" y="51027"/>
                    <a:pt x="68028" y="50977"/>
                  </a:cubicBezTo>
                  <a:cubicBezTo>
                    <a:pt x="68152" y="50803"/>
                    <a:pt x="68227" y="50653"/>
                    <a:pt x="68326" y="50529"/>
                  </a:cubicBezTo>
                  <a:cubicBezTo>
                    <a:pt x="68650" y="50106"/>
                    <a:pt x="68849" y="49782"/>
                    <a:pt x="69197" y="49260"/>
                  </a:cubicBezTo>
                  <a:lnTo>
                    <a:pt x="69770" y="48413"/>
                  </a:lnTo>
                  <a:lnTo>
                    <a:pt x="69795" y="48388"/>
                  </a:lnTo>
                  <a:close/>
                  <a:moveTo>
                    <a:pt x="45874" y="53093"/>
                  </a:moveTo>
                  <a:lnTo>
                    <a:pt x="45899" y="53118"/>
                  </a:lnTo>
                  <a:cubicBezTo>
                    <a:pt x="45899" y="53143"/>
                    <a:pt x="45874" y="53143"/>
                    <a:pt x="45874" y="53167"/>
                  </a:cubicBezTo>
                  <a:cubicBezTo>
                    <a:pt x="45874" y="53167"/>
                    <a:pt x="45874" y="53143"/>
                    <a:pt x="45850" y="53143"/>
                  </a:cubicBezTo>
                  <a:cubicBezTo>
                    <a:pt x="45850" y="53118"/>
                    <a:pt x="45874" y="53118"/>
                    <a:pt x="45874" y="53093"/>
                  </a:cubicBezTo>
                  <a:close/>
                  <a:moveTo>
                    <a:pt x="72384" y="47019"/>
                  </a:moveTo>
                  <a:lnTo>
                    <a:pt x="72384" y="47019"/>
                  </a:lnTo>
                  <a:cubicBezTo>
                    <a:pt x="71562" y="49036"/>
                    <a:pt x="70492" y="51126"/>
                    <a:pt x="69123" y="53167"/>
                  </a:cubicBezTo>
                  <a:cubicBezTo>
                    <a:pt x="68409" y="52979"/>
                    <a:pt x="67808" y="52891"/>
                    <a:pt x="67321" y="52891"/>
                  </a:cubicBezTo>
                  <a:cubicBezTo>
                    <a:pt x="67163" y="52891"/>
                    <a:pt x="67017" y="52900"/>
                    <a:pt x="66883" y="52919"/>
                  </a:cubicBezTo>
                  <a:cubicBezTo>
                    <a:pt x="67156" y="52595"/>
                    <a:pt x="67405" y="52246"/>
                    <a:pt x="67629" y="51923"/>
                  </a:cubicBezTo>
                  <a:cubicBezTo>
                    <a:pt x="67704" y="51798"/>
                    <a:pt x="67804" y="51674"/>
                    <a:pt x="67878" y="51550"/>
                  </a:cubicBezTo>
                  <a:cubicBezTo>
                    <a:pt x="68003" y="51400"/>
                    <a:pt x="68077" y="51251"/>
                    <a:pt x="68177" y="51126"/>
                  </a:cubicBezTo>
                  <a:cubicBezTo>
                    <a:pt x="68252" y="51052"/>
                    <a:pt x="68276" y="50977"/>
                    <a:pt x="68326" y="50902"/>
                  </a:cubicBezTo>
                  <a:cubicBezTo>
                    <a:pt x="68376" y="50877"/>
                    <a:pt x="68401" y="50803"/>
                    <a:pt x="68426" y="50778"/>
                  </a:cubicBezTo>
                  <a:cubicBezTo>
                    <a:pt x="68501" y="50678"/>
                    <a:pt x="68550" y="50604"/>
                    <a:pt x="68650" y="50504"/>
                  </a:cubicBezTo>
                  <a:lnTo>
                    <a:pt x="69023" y="49932"/>
                  </a:lnTo>
                  <a:cubicBezTo>
                    <a:pt x="69123" y="49807"/>
                    <a:pt x="69173" y="49683"/>
                    <a:pt x="69272" y="49533"/>
                  </a:cubicBezTo>
                  <a:cubicBezTo>
                    <a:pt x="69571" y="49060"/>
                    <a:pt x="69870" y="48637"/>
                    <a:pt x="70168" y="48164"/>
                  </a:cubicBezTo>
                  <a:cubicBezTo>
                    <a:pt x="70442" y="48015"/>
                    <a:pt x="70691" y="47891"/>
                    <a:pt x="70940" y="47716"/>
                  </a:cubicBezTo>
                  <a:cubicBezTo>
                    <a:pt x="71512" y="47442"/>
                    <a:pt x="71985" y="47194"/>
                    <a:pt x="72384" y="47019"/>
                  </a:cubicBezTo>
                  <a:close/>
                  <a:moveTo>
                    <a:pt x="78208" y="45202"/>
                  </a:moveTo>
                  <a:lnTo>
                    <a:pt x="78233" y="45227"/>
                  </a:lnTo>
                  <a:lnTo>
                    <a:pt x="78258" y="45277"/>
                  </a:lnTo>
                  <a:cubicBezTo>
                    <a:pt x="78258" y="45302"/>
                    <a:pt x="78258" y="45327"/>
                    <a:pt x="78283" y="45352"/>
                  </a:cubicBezTo>
                  <a:cubicBezTo>
                    <a:pt x="78333" y="45451"/>
                    <a:pt x="78333" y="45526"/>
                    <a:pt x="78333" y="45601"/>
                  </a:cubicBezTo>
                  <a:cubicBezTo>
                    <a:pt x="78333" y="45650"/>
                    <a:pt x="78333" y="45675"/>
                    <a:pt x="78357" y="45700"/>
                  </a:cubicBezTo>
                  <a:cubicBezTo>
                    <a:pt x="78382" y="45825"/>
                    <a:pt x="78382" y="45924"/>
                    <a:pt x="78407" y="46049"/>
                  </a:cubicBezTo>
                  <a:cubicBezTo>
                    <a:pt x="78482" y="46273"/>
                    <a:pt x="78482" y="46372"/>
                    <a:pt x="78482" y="46447"/>
                  </a:cubicBezTo>
                  <a:lnTo>
                    <a:pt x="78482" y="46546"/>
                  </a:lnTo>
                  <a:cubicBezTo>
                    <a:pt x="78482" y="46671"/>
                    <a:pt x="78507" y="46770"/>
                    <a:pt x="78507" y="46895"/>
                  </a:cubicBezTo>
                  <a:lnTo>
                    <a:pt x="78507" y="47243"/>
                  </a:lnTo>
                  <a:lnTo>
                    <a:pt x="78507" y="47293"/>
                  </a:lnTo>
                  <a:lnTo>
                    <a:pt x="78507" y="47667"/>
                  </a:lnTo>
                  <a:lnTo>
                    <a:pt x="78507" y="48040"/>
                  </a:lnTo>
                  <a:lnTo>
                    <a:pt x="78507" y="48065"/>
                  </a:lnTo>
                  <a:cubicBezTo>
                    <a:pt x="78507" y="48189"/>
                    <a:pt x="78507" y="48314"/>
                    <a:pt x="78482" y="48438"/>
                  </a:cubicBezTo>
                  <a:cubicBezTo>
                    <a:pt x="78482" y="48563"/>
                    <a:pt x="78432" y="48687"/>
                    <a:pt x="78432" y="48836"/>
                  </a:cubicBezTo>
                  <a:cubicBezTo>
                    <a:pt x="78432" y="48961"/>
                    <a:pt x="78407" y="49135"/>
                    <a:pt x="78382" y="49260"/>
                  </a:cubicBezTo>
                  <a:cubicBezTo>
                    <a:pt x="78357" y="49384"/>
                    <a:pt x="78357" y="49508"/>
                    <a:pt x="78308" y="49633"/>
                  </a:cubicBezTo>
                  <a:cubicBezTo>
                    <a:pt x="78283" y="49782"/>
                    <a:pt x="78258" y="49907"/>
                    <a:pt x="78258" y="50056"/>
                  </a:cubicBezTo>
                  <a:cubicBezTo>
                    <a:pt x="78233" y="50180"/>
                    <a:pt x="78233" y="50305"/>
                    <a:pt x="78208" y="50429"/>
                  </a:cubicBezTo>
                  <a:cubicBezTo>
                    <a:pt x="78158" y="50579"/>
                    <a:pt x="78133" y="50753"/>
                    <a:pt x="78108" y="50877"/>
                  </a:cubicBezTo>
                  <a:lnTo>
                    <a:pt x="78009" y="51251"/>
                  </a:lnTo>
                  <a:cubicBezTo>
                    <a:pt x="77984" y="51400"/>
                    <a:pt x="77909" y="51550"/>
                    <a:pt x="77884" y="51674"/>
                  </a:cubicBezTo>
                  <a:lnTo>
                    <a:pt x="77785" y="52047"/>
                  </a:lnTo>
                  <a:lnTo>
                    <a:pt x="77785" y="52072"/>
                  </a:lnTo>
                  <a:cubicBezTo>
                    <a:pt x="77760" y="52246"/>
                    <a:pt x="77685" y="52371"/>
                    <a:pt x="77660" y="52520"/>
                  </a:cubicBezTo>
                  <a:cubicBezTo>
                    <a:pt x="77636" y="52645"/>
                    <a:pt x="77586" y="52794"/>
                    <a:pt x="77536" y="52919"/>
                  </a:cubicBezTo>
                  <a:lnTo>
                    <a:pt x="77536" y="52943"/>
                  </a:lnTo>
                  <a:cubicBezTo>
                    <a:pt x="77511" y="53043"/>
                    <a:pt x="77486" y="53118"/>
                    <a:pt x="77461" y="53192"/>
                  </a:cubicBezTo>
                  <a:lnTo>
                    <a:pt x="77412" y="53167"/>
                  </a:lnTo>
                  <a:lnTo>
                    <a:pt x="77387" y="53143"/>
                  </a:lnTo>
                  <a:cubicBezTo>
                    <a:pt x="77387" y="53118"/>
                    <a:pt x="77387" y="53118"/>
                    <a:pt x="77412" y="53068"/>
                  </a:cubicBezTo>
                  <a:cubicBezTo>
                    <a:pt x="77461" y="52993"/>
                    <a:pt x="77486" y="52894"/>
                    <a:pt x="77511" y="52819"/>
                  </a:cubicBezTo>
                  <a:cubicBezTo>
                    <a:pt x="77611" y="52620"/>
                    <a:pt x="77660" y="52371"/>
                    <a:pt x="77735" y="52147"/>
                  </a:cubicBezTo>
                  <a:lnTo>
                    <a:pt x="77735" y="52122"/>
                  </a:lnTo>
                  <a:cubicBezTo>
                    <a:pt x="77760" y="52022"/>
                    <a:pt x="77785" y="51898"/>
                    <a:pt x="77835" y="51798"/>
                  </a:cubicBezTo>
                  <a:cubicBezTo>
                    <a:pt x="77835" y="51774"/>
                    <a:pt x="77835" y="51774"/>
                    <a:pt x="77860" y="51749"/>
                  </a:cubicBezTo>
                  <a:cubicBezTo>
                    <a:pt x="77909" y="51525"/>
                    <a:pt x="77984" y="51276"/>
                    <a:pt x="78034" y="51052"/>
                  </a:cubicBezTo>
                  <a:lnTo>
                    <a:pt x="78034" y="51027"/>
                  </a:lnTo>
                  <a:cubicBezTo>
                    <a:pt x="78084" y="50927"/>
                    <a:pt x="78108" y="50803"/>
                    <a:pt x="78108" y="50728"/>
                  </a:cubicBezTo>
                  <a:lnTo>
                    <a:pt x="78108" y="50678"/>
                  </a:lnTo>
                  <a:cubicBezTo>
                    <a:pt x="78158" y="50429"/>
                    <a:pt x="78208" y="50180"/>
                    <a:pt x="78258" y="49932"/>
                  </a:cubicBezTo>
                  <a:cubicBezTo>
                    <a:pt x="78258" y="49857"/>
                    <a:pt x="78283" y="49757"/>
                    <a:pt x="78283" y="49683"/>
                  </a:cubicBezTo>
                  <a:cubicBezTo>
                    <a:pt x="78283" y="49633"/>
                    <a:pt x="78333" y="49533"/>
                    <a:pt x="78333" y="49484"/>
                  </a:cubicBezTo>
                  <a:lnTo>
                    <a:pt x="78333" y="49434"/>
                  </a:lnTo>
                  <a:cubicBezTo>
                    <a:pt x="78357" y="49235"/>
                    <a:pt x="78382" y="49011"/>
                    <a:pt x="78407" y="48762"/>
                  </a:cubicBezTo>
                  <a:lnTo>
                    <a:pt x="78407" y="48737"/>
                  </a:lnTo>
                  <a:lnTo>
                    <a:pt x="78407" y="48637"/>
                  </a:lnTo>
                  <a:cubicBezTo>
                    <a:pt x="78457" y="48438"/>
                    <a:pt x="78457" y="48264"/>
                    <a:pt x="78457" y="48065"/>
                  </a:cubicBezTo>
                  <a:lnTo>
                    <a:pt x="78457" y="47816"/>
                  </a:lnTo>
                  <a:lnTo>
                    <a:pt x="78457" y="47791"/>
                  </a:lnTo>
                  <a:lnTo>
                    <a:pt x="78457" y="47393"/>
                  </a:lnTo>
                  <a:lnTo>
                    <a:pt x="78457" y="47069"/>
                  </a:lnTo>
                  <a:lnTo>
                    <a:pt x="78457" y="47044"/>
                  </a:lnTo>
                  <a:lnTo>
                    <a:pt x="78457" y="46945"/>
                  </a:lnTo>
                  <a:cubicBezTo>
                    <a:pt x="78457" y="46845"/>
                    <a:pt x="78457" y="46795"/>
                    <a:pt x="78407" y="46696"/>
                  </a:cubicBezTo>
                  <a:cubicBezTo>
                    <a:pt x="78407" y="46571"/>
                    <a:pt x="78407" y="46422"/>
                    <a:pt x="78382" y="46298"/>
                  </a:cubicBezTo>
                  <a:cubicBezTo>
                    <a:pt x="78382" y="46198"/>
                    <a:pt x="78357" y="46098"/>
                    <a:pt x="78357" y="46024"/>
                  </a:cubicBezTo>
                  <a:cubicBezTo>
                    <a:pt x="78333" y="45849"/>
                    <a:pt x="78333" y="45700"/>
                    <a:pt x="78283" y="45576"/>
                  </a:cubicBezTo>
                  <a:cubicBezTo>
                    <a:pt x="78283" y="45551"/>
                    <a:pt x="78258" y="45476"/>
                    <a:pt x="78258" y="45451"/>
                  </a:cubicBezTo>
                  <a:cubicBezTo>
                    <a:pt x="78258" y="45426"/>
                    <a:pt x="78258" y="45401"/>
                    <a:pt x="78233" y="45352"/>
                  </a:cubicBezTo>
                  <a:lnTo>
                    <a:pt x="78233" y="45327"/>
                  </a:lnTo>
                  <a:cubicBezTo>
                    <a:pt x="78233" y="45302"/>
                    <a:pt x="78208" y="45227"/>
                    <a:pt x="78208" y="45202"/>
                  </a:cubicBezTo>
                  <a:close/>
                  <a:moveTo>
                    <a:pt x="72757" y="46820"/>
                  </a:moveTo>
                  <a:cubicBezTo>
                    <a:pt x="71911" y="48936"/>
                    <a:pt x="70766" y="51101"/>
                    <a:pt x="69372" y="53267"/>
                  </a:cubicBezTo>
                  <a:cubicBezTo>
                    <a:pt x="69322" y="53267"/>
                    <a:pt x="69322" y="53267"/>
                    <a:pt x="69297" y="53242"/>
                  </a:cubicBezTo>
                  <a:cubicBezTo>
                    <a:pt x="70691" y="51126"/>
                    <a:pt x="71811" y="48936"/>
                    <a:pt x="72657" y="46870"/>
                  </a:cubicBezTo>
                  <a:cubicBezTo>
                    <a:pt x="72682" y="46870"/>
                    <a:pt x="72732" y="46820"/>
                    <a:pt x="72757" y="46820"/>
                  </a:cubicBezTo>
                  <a:close/>
                  <a:moveTo>
                    <a:pt x="74026" y="48861"/>
                  </a:moveTo>
                  <a:cubicBezTo>
                    <a:pt x="74773" y="50355"/>
                    <a:pt x="75819" y="51798"/>
                    <a:pt x="77163" y="53242"/>
                  </a:cubicBezTo>
                  <a:cubicBezTo>
                    <a:pt x="77163" y="53267"/>
                    <a:pt x="77138" y="53267"/>
                    <a:pt x="77138" y="53292"/>
                  </a:cubicBezTo>
                  <a:cubicBezTo>
                    <a:pt x="75794" y="51873"/>
                    <a:pt x="74748" y="50380"/>
                    <a:pt x="74001" y="48911"/>
                  </a:cubicBezTo>
                  <a:cubicBezTo>
                    <a:pt x="74001" y="48886"/>
                    <a:pt x="74026" y="48886"/>
                    <a:pt x="74026" y="48861"/>
                  </a:cubicBezTo>
                  <a:close/>
                  <a:moveTo>
                    <a:pt x="67331" y="53068"/>
                  </a:moveTo>
                  <a:cubicBezTo>
                    <a:pt x="67779" y="53068"/>
                    <a:pt x="68326" y="53167"/>
                    <a:pt x="68998" y="53367"/>
                  </a:cubicBezTo>
                  <a:cubicBezTo>
                    <a:pt x="68998" y="53391"/>
                    <a:pt x="68949" y="53391"/>
                    <a:pt x="68949" y="53416"/>
                  </a:cubicBezTo>
                  <a:cubicBezTo>
                    <a:pt x="68325" y="53249"/>
                    <a:pt x="67794" y="53165"/>
                    <a:pt x="67356" y="53165"/>
                  </a:cubicBezTo>
                  <a:cubicBezTo>
                    <a:pt x="67078" y="53165"/>
                    <a:pt x="66837" y="53199"/>
                    <a:pt x="66634" y="53267"/>
                  </a:cubicBezTo>
                  <a:cubicBezTo>
                    <a:pt x="66659" y="53242"/>
                    <a:pt x="66683" y="53217"/>
                    <a:pt x="66683" y="53167"/>
                  </a:cubicBezTo>
                  <a:cubicBezTo>
                    <a:pt x="66883" y="53118"/>
                    <a:pt x="67082" y="53068"/>
                    <a:pt x="67331" y="53068"/>
                  </a:cubicBezTo>
                  <a:close/>
                  <a:moveTo>
                    <a:pt x="54960" y="44704"/>
                  </a:moveTo>
                  <a:cubicBezTo>
                    <a:pt x="55109" y="44879"/>
                    <a:pt x="55234" y="45028"/>
                    <a:pt x="55383" y="45177"/>
                  </a:cubicBezTo>
                  <a:cubicBezTo>
                    <a:pt x="55209" y="45302"/>
                    <a:pt x="55059" y="45426"/>
                    <a:pt x="54860" y="45551"/>
                  </a:cubicBezTo>
                  <a:lnTo>
                    <a:pt x="54835" y="45551"/>
                  </a:lnTo>
                  <a:cubicBezTo>
                    <a:pt x="54761" y="45576"/>
                    <a:pt x="54736" y="45601"/>
                    <a:pt x="54686" y="45650"/>
                  </a:cubicBezTo>
                  <a:cubicBezTo>
                    <a:pt x="54636" y="45675"/>
                    <a:pt x="54586" y="45700"/>
                    <a:pt x="54561" y="45750"/>
                  </a:cubicBezTo>
                  <a:lnTo>
                    <a:pt x="53715" y="46397"/>
                  </a:lnTo>
                  <a:lnTo>
                    <a:pt x="53641" y="46447"/>
                  </a:lnTo>
                  <a:cubicBezTo>
                    <a:pt x="53616" y="46472"/>
                    <a:pt x="53591" y="46522"/>
                    <a:pt x="53566" y="46522"/>
                  </a:cubicBezTo>
                  <a:cubicBezTo>
                    <a:pt x="53018" y="46945"/>
                    <a:pt x="52496" y="47393"/>
                    <a:pt x="51973" y="47866"/>
                  </a:cubicBezTo>
                  <a:lnTo>
                    <a:pt x="51873" y="47940"/>
                  </a:lnTo>
                  <a:cubicBezTo>
                    <a:pt x="51823" y="48015"/>
                    <a:pt x="51749" y="48040"/>
                    <a:pt x="51699" y="48115"/>
                  </a:cubicBezTo>
                  <a:cubicBezTo>
                    <a:pt x="51624" y="48139"/>
                    <a:pt x="51599" y="48189"/>
                    <a:pt x="51525" y="48239"/>
                  </a:cubicBezTo>
                  <a:lnTo>
                    <a:pt x="51450" y="48314"/>
                  </a:lnTo>
                  <a:cubicBezTo>
                    <a:pt x="51002" y="48737"/>
                    <a:pt x="50604" y="49110"/>
                    <a:pt x="50156" y="49508"/>
                  </a:cubicBezTo>
                  <a:lnTo>
                    <a:pt x="49982" y="49683"/>
                  </a:lnTo>
                  <a:lnTo>
                    <a:pt x="49658" y="50006"/>
                  </a:lnTo>
                  <a:lnTo>
                    <a:pt x="49384" y="50280"/>
                  </a:lnTo>
                  <a:cubicBezTo>
                    <a:pt x="49235" y="50429"/>
                    <a:pt x="49085" y="50629"/>
                    <a:pt x="48911" y="50778"/>
                  </a:cubicBezTo>
                  <a:cubicBezTo>
                    <a:pt x="48662" y="51027"/>
                    <a:pt x="48413" y="51276"/>
                    <a:pt x="48214" y="51550"/>
                  </a:cubicBezTo>
                  <a:cubicBezTo>
                    <a:pt x="48164" y="51599"/>
                    <a:pt x="48140" y="51624"/>
                    <a:pt x="48140" y="51649"/>
                  </a:cubicBezTo>
                  <a:lnTo>
                    <a:pt x="48090" y="51724"/>
                  </a:lnTo>
                  <a:cubicBezTo>
                    <a:pt x="47542" y="52296"/>
                    <a:pt x="47019" y="52894"/>
                    <a:pt x="46547" y="53491"/>
                  </a:cubicBezTo>
                  <a:lnTo>
                    <a:pt x="46148" y="53093"/>
                  </a:lnTo>
                  <a:cubicBezTo>
                    <a:pt x="48911" y="50230"/>
                    <a:pt x="51848" y="47393"/>
                    <a:pt x="54960" y="44704"/>
                  </a:cubicBezTo>
                  <a:close/>
                  <a:moveTo>
                    <a:pt x="69197" y="53391"/>
                  </a:moveTo>
                  <a:cubicBezTo>
                    <a:pt x="69197" y="53391"/>
                    <a:pt x="69247" y="53416"/>
                    <a:pt x="69272" y="53416"/>
                  </a:cubicBezTo>
                  <a:cubicBezTo>
                    <a:pt x="69272" y="53466"/>
                    <a:pt x="69247" y="53466"/>
                    <a:pt x="69247" y="53491"/>
                  </a:cubicBezTo>
                  <a:cubicBezTo>
                    <a:pt x="69197" y="53491"/>
                    <a:pt x="69197" y="53491"/>
                    <a:pt x="69173" y="53466"/>
                  </a:cubicBezTo>
                  <a:cubicBezTo>
                    <a:pt x="69173" y="53416"/>
                    <a:pt x="69197" y="53416"/>
                    <a:pt x="69197" y="53391"/>
                  </a:cubicBezTo>
                  <a:close/>
                  <a:moveTo>
                    <a:pt x="73006" y="46696"/>
                  </a:moveTo>
                  <a:cubicBezTo>
                    <a:pt x="73180" y="47318"/>
                    <a:pt x="73404" y="47990"/>
                    <a:pt x="73678" y="48612"/>
                  </a:cubicBezTo>
                  <a:cubicBezTo>
                    <a:pt x="72558" y="50255"/>
                    <a:pt x="71388" y="51873"/>
                    <a:pt x="70118" y="53491"/>
                  </a:cubicBezTo>
                  <a:cubicBezTo>
                    <a:pt x="69894" y="53416"/>
                    <a:pt x="69695" y="53367"/>
                    <a:pt x="69546" y="53292"/>
                  </a:cubicBezTo>
                  <a:cubicBezTo>
                    <a:pt x="70990" y="51101"/>
                    <a:pt x="72135" y="48861"/>
                    <a:pt x="73006" y="46696"/>
                  </a:cubicBezTo>
                  <a:close/>
                  <a:moveTo>
                    <a:pt x="73777" y="48811"/>
                  </a:moveTo>
                  <a:cubicBezTo>
                    <a:pt x="73777" y="48811"/>
                    <a:pt x="73777" y="48861"/>
                    <a:pt x="73802" y="48861"/>
                  </a:cubicBezTo>
                  <a:cubicBezTo>
                    <a:pt x="72732" y="50429"/>
                    <a:pt x="71562" y="51998"/>
                    <a:pt x="70367" y="53541"/>
                  </a:cubicBezTo>
                  <a:lnTo>
                    <a:pt x="70318" y="53541"/>
                  </a:lnTo>
                  <a:cubicBezTo>
                    <a:pt x="71512" y="52022"/>
                    <a:pt x="72682" y="50429"/>
                    <a:pt x="73777" y="48811"/>
                  </a:cubicBezTo>
                  <a:close/>
                  <a:moveTo>
                    <a:pt x="23522" y="45650"/>
                  </a:moveTo>
                  <a:lnTo>
                    <a:pt x="23572" y="45675"/>
                  </a:lnTo>
                  <a:cubicBezTo>
                    <a:pt x="21506" y="48264"/>
                    <a:pt x="19589" y="50902"/>
                    <a:pt x="17772" y="53591"/>
                  </a:cubicBezTo>
                  <a:lnTo>
                    <a:pt x="17723" y="53591"/>
                  </a:lnTo>
                  <a:cubicBezTo>
                    <a:pt x="19515" y="50927"/>
                    <a:pt x="21456" y="48264"/>
                    <a:pt x="23522" y="45650"/>
                  </a:cubicBezTo>
                  <a:close/>
                  <a:moveTo>
                    <a:pt x="117710" y="41344"/>
                  </a:moveTo>
                  <a:lnTo>
                    <a:pt x="117710" y="41344"/>
                  </a:lnTo>
                  <a:cubicBezTo>
                    <a:pt x="117685" y="41593"/>
                    <a:pt x="117660" y="41842"/>
                    <a:pt x="117660" y="42066"/>
                  </a:cubicBezTo>
                  <a:cubicBezTo>
                    <a:pt x="117461" y="43584"/>
                    <a:pt x="117212" y="45327"/>
                    <a:pt x="116988" y="46671"/>
                  </a:cubicBezTo>
                  <a:cubicBezTo>
                    <a:pt x="116839" y="47642"/>
                    <a:pt x="116540" y="49060"/>
                    <a:pt x="116217" y="50156"/>
                  </a:cubicBezTo>
                  <a:cubicBezTo>
                    <a:pt x="116117" y="50479"/>
                    <a:pt x="116043" y="50778"/>
                    <a:pt x="115943" y="51126"/>
                  </a:cubicBezTo>
                  <a:cubicBezTo>
                    <a:pt x="115719" y="51923"/>
                    <a:pt x="115470" y="52869"/>
                    <a:pt x="115196" y="53715"/>
                  </a:cubicBezTo>
                  <a:lnTo>
                    <a:pt x="115196" y="53541"/>
                  </a:lnTo>
                  <a:cubicBezTo>
                    <a:pt x="115719" y="51599"/>
                    <a:pt x="116067" y="49658"/>
                    <a:pt x="116291" y="47816"/>
                  </a:cubicBezTo>
                  <a:cubicBezTo>
                    <a:pt x="116914" y="45625"/>
                    <a:pt x="117412" y="43460"/>
                    <a:pt x="117710" y="41344"/>
                  </a:cubicBezTo>
                  <a:close/>
                  <a:moveTo>
                    <a:pt x="46049" y="53267"/>
                  </a:moveTo>
                  <a:lnTo>
                    <a:pt x="46472" y="53665"/>
                  </a:lnTo>
                  <a:cubicBezTo>
                    <a:pt x="46472" y="53715"/>
                    <a:pt x="46472" y="53715"/>
                    <a:pt x="46422" y="53740"/>
                  </a:cubicBezTo>
                  <a:lnTo>
                    <a:pt x="46024" y="53342"/>
                  </a:lnTo>
                  <a:cubicBezTo>
                    <a:pt x="46024" y="53292"/>
                    <a:pt x="46049" y="53292"/>
                    <a:pt x="46049" y="53267"/>
                  </a:cubicBezTo>
                  <a:close/>
                  <a:moveTo>
                    <a:pt x="69421" y="53491"/>
                  </a:moveTo>
                  <a:cubicBezTo>
                    <a:pt x="69621" y="53541"/>
                    <a:pt x="69770" y="53615"/>
                    <a:pt x="69944" y="53665"/>
                  </a:cubicBezTo>
                  <a:cubicBezTo>
                    <a:pt x="69944" y="53690"/>
                    <a:pt x="69919" y="53690"/>
                    <a:pt x="69919" y="53740"/>
                  </a:cubicBezTo>
                  <a:cubicBezTo>
                    <a:pt x="69720" y="53665"/>
                    <a:pt x="69571" y="53615"/>
                    <a:pt x="69397" y="53541"/>
                  </a:cubicBezTo>
                  <a:cubicBezTo>
                    <a:pt x="69421" y="53516"/>
                    <a:pt x="69421" y="53491"/>
                    <a:pt x="69421" y="53491"/>
                  </a:cubicBezTo>
                  <a:close/>
                  <a:moveTo>
                    <a:pt x="54494" y="46213"/>
                  </a:moveTo>
                  <a:cubicBezTo>
                    <a:pt x="54460" y="46240"/>
                    <a:pt x="54425" y="46268"/>
                    <a:pt x="54387" y="46298"/>
                  </a:cubicBezTo>
                  <a:cubicBezTo>
                    <a:pt x="54238" y="46422"/>
                    <a:pt x="54064" y="46546"/>
                    <a:pt x="53889" y="46696"/>
                  </a:cubicBezTo>
                  <a:cubicBezTo>
                    <a:pt x="53865" y="46746"/>
                    <a:pt x="53840" y="46746"/>
                    <a:pt x="53815" y="46770"/>
                  </a:cubicBezTo>
                  <a:cubicBezTo>
                    <a:pt x="53740" y="46820"/>
                    <a:pt x="53641" y="46895"/>
                    <a:pt x="53591" y="46945"/>
                  </a:cubicBezTo>
                  <a:cubicBezTo>
                    <a:pt x="53566" y="46970"/>
                    <a:pt x="53516" y="46970"/>
                    <a:pt x="53491" y="47019"/>
                  </a:cubicBezTo>
                  <a:lnTo>
                    <a:pt x="53466" y="47044"/>
                  </a:lnTo>
                  <a:cubicBezTo>
                    <a:pt x="53267" y="47194"/>
                    <a:pt x="53068" y="47343"/>
                    <a:pt x="52869" y="47542"/>
                  </a:cubicBezTo>
                  <a:lnTo>
                    <a:pt x="52844" y="47567"/>
                  </a:lnTo>
                  <a:lnTo>
                    <a:pt x="52769" y="47642"/>
                  </a:lnTo>
                  <a:cubicBezTo>
                    <a:pt x="52744" y="47642"/>
                    <a:pt x="52744" y="47667"/>
                    <a:pt x="52720" y="47667"/>
                  </a:cubicBezTo>
                  <a:cubicBezTo>
                    <a:pt x="52122" y="48164"/>
                    <a:pt x="51575" y="48687"/>
                    <a:pt x="51002" y="49210"/>
                  </a:cubicBezTo>
                  <a:cubicBezTo>
                    <a:pt x="51002" y="49210"/>
                    <a:pt x="50977" y="49210"/>
                    <a:pt x="50977" y="49260"/>
                  </a:cubicBezTo>
                  <a:lnTo>
                    <a:pt x="50878" y="49334"/>
                  </a:lnTo>
                  <a:lnTo>
                    <a:pt x="49658" y="50554"/>
                  </a:lnTo>
                  <a:lnTo>
                    <a:pt x="49608" y="50629"/>
                  </a:lnTo>
                  <a:lnTo>
                    <a:pt x="49509" y="50703"/>
                  </a:lnTo>
                  <a:lnTo>
                    <a:pt x="49359" y="50877"/>
                  </a:lnTo>
                  <a:cubicBezTo>
                    <a:pt x="49011" y="51251"/>
                    <a:pt x="48637" y="51624"/>
                    <a:pt x="48289" y="51998"/>
                  </a:cubicBezTo>
                  <a:lnTo>
                    <a:pt x="48140" y="52147"/>
                  </a:lnTo>
                  <a:lnTo>
                    <a:pt x="48040" y="52246"/>
                  </a:lnTo>
                  <a:cubicBezTo>
                    <a:pt x="48015" y="52271"/>
                    <a:pt x="47990" y="52321"/>
                    <a:pt x="47965" y="52371"/>
                  </a:cubicBezTo>
                  <a:cubicBezTo>
                    <a:pt x="47916" y="52396"/>
                    <a:pt x="47916" y="52421"/>
                    <a:pt x="47891" y="52421"/>
                  </a:cubicBezTo>
                  <a:cubicBezTo>
                    <a:pt x="47517" y="52869"/>
                    <a:pt x="47119" y="53317"/>
                    <a:pt x="46746" y="53765"/>
                  </a:cubicBezTo>
                  <a:lnTo>
                    <a:pt x="46721" y="53740"/>
                  </a:lnTo>
                  <a:cubicBezTo>
                    <a:pt x="46870" y="53541"/>
                    <a:pt x="46995" y="53367"/>
                    <a:pt x="47144" y="53217"/>
                  </a:cubicBezTo>
                  <a:cubicBezTo>
                    <a:pt x="47219" y="53118"/>
                    <a:pt x="47293" y="53018"/>
                    <a:pt x="47368" y="52943"/>
                  </a:cubicBezTo>
                  <a:cubicBezTo>
                    <a:pt x="47766" y="52446"/>
                    <a:pt x="48214" y="51998"/>
                    <a:pt x="48637" y="51500"/>
                  </a:cubicBezTo>
                  <a:cubicBezTo>
                    <a:pt x="48737" y="51400"/>
                    <a:pt x="48787" y="51301"/>
                    <a:pt x="48886" y="51251"/>
                  </a:cubicBezTo>
                  <a:cubicBezTo>
                    <a:pt x="49334" y="50778"/>
                    <a:pt x="49782" y="50305"/>
                    <a:pt x="50255" y="49832"/>
                  </a:cubicBezTo>
                  <a:lnTo>
                    <a:pt x="50479" y="49633"/>
                  </a:lnTo>
                  <a:cubicBezTo>
                    <a:pt x="50977" y="49160"/>
                    <a:pt x="51450" y="48687"/>
                    <a:pt x="51973" y="48264"/>
                  </a:cubicBezTo>
                  <a:cubicBezTo>
                    <a:pt x="52023" y="48239"/>
                    <a:pt x="52072" y="48164"/>
                    <a:pt x="52122" y="48139"/>
                  </a:cubicBezTo>
                  <a:lnTo>
                    <a:pt x="53242" y="47194"/>
                  </a:lnTo>
                  <a:lnTo>
                    <a:pt x="53715" y="46820"/>
                  </a:lnTo>
                  <a:lnTo>
                    <a:pt x="53815" y="46721"/>
                  </a:lnTo>
                  <a:cubicBezTo>
                    <a:pt x="54033" y="46546"/>
                    <a:pt x="54271" y="46371"/>
                    <a:pt x="54494" y="46213"/>
                  </a:cubicBezTo>
                  <a:close/>
                  <a:moveTo>
                    <a:pt x="114997" y="53342"/>
                  </a:moveTo>
                  <a:lnTo>
                    <a:pt x="114997" y="53541"/>
                  </a:lnTo>
                  <a:cubicBezTo>
                    <a:pt x="114997" y="53615"/>
                    <a:pt x="114972" y="53715"/>
                    <a:pt x="114947" y="53765"/>
                  </a:cubicBezTo>
                  <a:lnTo>
                    <a:pt x="114947" y="53541"/>
                  </a:lnTo>
                  <a:cubicBezTo>
                    <a:pt x="114972" y="53491"/>
                    <a:pt x="114972" y="53391"/>
                    <a:pt x="114997" y="53342"/>
                  </a:cubicBezTo>
                  <a:close/>
                  <a:moveTo>
                    <a:pt x="17673" y="53765"/>
                  </a:moveTo>
                  <a:cubicBezTo>
                    <a:pt x="17673" y="53790"/>
                    <a:pt x="17648" y="53790"/>
                    <a:pt x="17648" y="53839"/>
                  </a:cubicBezTo>
                  <a:lnTo>
                    <a:pt x="17598" y="53839"/>
                  </a:lnTo>
                  <a:cubicBezTo>
                    <a:pt x="17598" y="53790"/>
                    <a:pt x="17623" y="53790"/>
                    <a:pt x="17623" y="53765"/>
                  </a:cubicBezTo>
                  <a:close/>
                  <a:moveTo>
                    <a:pt x="66293" y="53362"/>
                  </a:moveTo>
                  <a:cubicBezTo>
                    <a:pt x="66172" y="53507"/>
                    <a:pt x="66031" y="53673"/>
                    <a:pt x="65912" y="53839"/>
                  </a:cubicBezTo>
                  <a:cubicBezTo>
                    <a:pt x="65912" y="53790"/>
                    <a:pt x="65937" y="53765"/>
                    <a:pt x="65937" y="53740"/>
                  </a:cubicBezTo>
                  <a:lnTo>
                    <a:pt x="65937" y="53690"/>
                  </a:lnTo>
                  <a:cubicBezTo>
                    <a:pt x="65937" y="53665"/>
                    <a:pt x="65962" y="53640"/>
                    <a:pt x="65962" y="53615"/>
                  </a:cubicBezTo>
                  <a:cubicBezTo>
                    <a:pt x="66036" y="53516"/>
                    <a:pt x="66086" y="53416"/>
                    <a:pt x="66186" y="53367"/>
                  </a:cubicBezTo>
                  <a:lnTo>
                    <a:pt x="66211" y="53367"/>
                  </a:lnTo>
                  <a:cubicBezTo>
                    <a:pt x="66252" y="53367"/>
                    <a:pt x="66278" y="53367"/>
                    <a:pt x="66293" y="53362"/>
                  </a:cubicBezTo>
                  <a:close/>
                  <a:moveTo>
                    <a:pt x="23721" y="45800"/>
                  </a:moveTo>
                  <a:cubicBezTo>
                    <a:pt x="24070" y="46173"/>
                    <a:pt x="24393" y="46546"/>
                    <a:pt x="24767" y="46895"/>
                  </a:cubicBezTo>
                  <a:cubicBezTo>
                    <a:pt x="23398" y="49235"/>
                    <a:pt x="22278" y="51599"/>
                    <a:pt x="21456" y="53864"/>
                  </a:cubicBezTo>
                  <a:cubicBezTo>
                    <a:pt x="20286" y="53715"/>
                    <a:pt x="19166" y="53615"/>
                    <a:pt x="18046" y="53591"/>
                  </a:cubicBezTo>
                  <a:cubicBezTo>
                    <a:pt x="19789" y="50977"/>
                    <a:pt x="21705" y="48388"/>
                    <a:pt x="23721" y="45800"/>
                  </a:cubicBezTo>
                  <a:close/>
                  <a:moveTo>
                    <a:pt x="24891" y="47019"/>
                  </a:moveTo>
                  <a:lnTo>
                    <a:pt x="24916" y="47044"/>
                  </a:lnTo>
                  <a:cubicBezTo>
                    <a:pt x="23597" y="49359"/>
                    <a:pt x="22502" y="51649"/>
                    <a:pt x="21655" y="53889"/>
                  </a:cubicBezTo>
                  <a:lnTo>
                    <a:pt x="21606" y="53889"/>
                  </a:lnTo>
                  <a:cubicBezTo>
                    <a:pt x="22452" y="51649"/>
                    <a:pt x="23572" y="49359"/>
                    <a:pt x="24891" y="47019"/>
                  </a:cubicBezTo>
                  <a:close/>
                  <a:moveTo>
                    <a:pt x="37835" y="46273"/>
                  </a:moveTo>
                  <a:cubicBezTo>
                    <a:pt x="37959" y="46372"/>
                    <a:pt x="38059" y="46447"/>
                    <a:pt x="38183" y="46546"/>
                  </a:cubicBezTo>
                  <a:cubicBezTo>
                    <a:pt x="36291" y="48936"/>
                    <a:pt x="34698" y="51425"/>
                    <a:pt x="33454" y="53889"/>
                  </a:cubicBezTo>
                  <a:cubicBezTo>
                    <a:pt x="33031" y="53541"/>
                    <a:pt x="32583" y="53217"/>
                    <a:pt x="32184" y="52869"/>
                  </a:cubicBezTo>
                  <a:cubicBezTo>
                    <a:pt x="33952" y="50629"/>
                    <a:pt x="35818" y="48413"/>
                    <a:pt x="37835" y="46273"/>
                  </a:cubicBezTo>
                  <a:close/>
                  <a:moveTo>
                    <a:pt x="38308" y="46646"/>
                  </a:moveTo>
                  <a:cubicBezTo>
                    <a:pt x="38332" y="46646"/>
                    <a:pt x="38332" y="46671"/>
                    <a:pt x="38382" y="46671"/>
                  </a:cubicBezTo>
                  <a:cubicBezTo>
                    <a:pt x="36466" y="49060"/>
                    <a:pt x="34898" y="51550"/>
                    <a:pt x="33653" y="54014"/>
                  </a:cubicBezTo>
                  <a:cubicBezTo>
                    <a:pt x="33603" y="54014"/>
                    <a:pt x="33603" y="53989"/>
                    <a:pt x="33578" y="53989"/>
                  </a:cubicBezTo>
                  <a:cubicBezTo>
                    <a:pt x="34823" y="51525"/>
                    <a:pt x="36416" y="49036"/>
                    <a:pt x="38308" y="46646"/>
                  </a:cubicBezTo>
                  <a:close/>
                  <a:moveTo>
                    <a:pt x="17897" y="53790"/>
                  </a:moveTo>
                  <a:cubicBezTo>
                    <a:pt x="19017" y="53839"/>
                    <a:pt x="20212" y="53889"/>
                    <a:pt x="21357" y="54039"/>
                  </a:cubicBezTo>
                  <a:lnTo>
                    <a:pt x="21357" y="54113"/>
                  </a:lnTo>
                  <a:cubicBezTo>
                    <a:pt x="20162" y="53964"/>
                    <a:pt x="19017" y="53864"/>
                    <a:pt x="17872" y="53864"/>
                  </a:cubicBezTo>
                  <a:cubicBezTo>
                    <a:pt x="17872" y="53839"/>
                    <a:pt x="17897" y="53839"/>
                    <a:pt x="17897" y="53790"/>
                  </a:cubicBezTo>
                  <a:close/>
                  <a:moveTo>
                    <a:pt x="32035" y="52993"/>
                  </a:moveTo>
                  <a:cubicBezTo>
                    <a:pt x="32483" y="53342"/>
                    <a:pt x="32931" y="53715"/>
                    <a:pt x="33354" y="54039"/>
                  </a:cubicBezTo>
                  <a:cubicBezTo>
                    <a:pt x="33354" y="54088"/>
                    <a:pt x="33329" y="54088"/>
                    <a:pt x="33329" y="54113"/>
                  </a:cubicBezTo>
                  <a:cubicBezTo>
                    <a:pt x="32906" y="53765"/>
                    <a:pt x="32433" y="53391"/>
                    <a:pt x="31985" y="53043"/>
                  </a:cubicBezTo>
                  <a:cubicBezTo>
                    <a:pt x="31985" y="53018"/>
                    <a:pt x="32035" y="53018"/>
                    <a:pt x="32035" y="52993"/>
                  </a:cubicBezTo>
                  <a:close/>
                  <a:moveTo>
                    <a:pt x="21606" y="54088"/>
                  </a:moveTo>
                  <a:cubicBezTo>
                    <a:pt x="21606" y="54113"/>
                    <a:pt x="21606" y="54113"/>
                    <a:pt x="21581" y="54138"/>
                  </a:cubicBezTo>
                  <a:lnTo>
                    <a:pt x="21506" y="54138"/>
                  </a:lnTo>
                  <a:cubicBezTo>
                    <a:pt x="21506" y="54113"/>
                    <a:pt x="21506" y="54113"/>
                    <a:pt x="21531" y="54088"/>
                  </a:cubicBezTo>
                  <a:close/>
                  <a:moveTo>
                    <a:pt x="19042" y="40174"/>
                  </a:moveTo>
                  <a:lnTo>
                    <a:pt x="19042" y="40199"/>
                  </a:lnTo>
                  <a:lnTo>
                    <a:pt x="19092" y="40224"/>
                  </a:lnTo>
                  <a:cubicBezTo>
                    <a:pt x="18992" y="40448"/>
                    <a:pt x="18893" y="40573"/>
                    <a:pt x="18793" y="40722"/>
                  </a:cubicBezTo>
                  <a:lnTo>
                    <a:pt x="17673" y="42415"/>
                  </a:lnTo>
                  <a:cubicBezTo>
                    <a:pt x="17499" y="42713"/>
                    <a:pt x="17275" y="43037"/>
                    <a:pt x="17100" y="43311"/>
                  </a:cubicBezTo>
                  <a:cubicBezTo>
                    <a:pt x="16802" y="43759"/>
                    <a:pt x="16553" y="44182"/>
                    <a:pt x="16304" y="44580"/>
                  </a:cubicBezTo>
                  <a:cubicBezTo>
                    <a:pt x="16154" y="44829"/>
                    <a:pt x="16030" y="45053"/>
                    <a:pt x="15881" y="45277"/>
                  </a:cubicBezTo>
                  <a:cubicBezTo>
                    <a:pt x="15507" y="45899"/>
                    <a:pt x="15184" y="46472"/>
                    <a:pt x="14860" y="47094"/>
                  </a:cubicBezTo>
                  <a:cubicBezTo>
                    <a:pt x="14561" y="47592"/>
                    <a:pt x="14313" y="48090"/>
                    <a:pt x="14064" y="48612"/>
                  </a:cubicBezTo>
                  <a:cubicBezTo>
                    <a:pt x="14064" y="48612"/>
                    <a:pt x="14064" y="48637"/>
                    <a:pt x="14039" y="48637"/>
                  </a:cubicBezTo>
                  <a:cubicBezTo>
                    <a:pt x="13939" y="48811"/>
                    <a:pt x="13865" y="49011"/>
                    <a:pt x="13765" y="49235"/>
                  </a:cubicBezTo>
                  <a:cubicBezTo>
                    <a:pt x="13541" y="49683"/>
                    <a:pt x="13317" y="50131"/>
                    <a:pt x="13118" y="50604"/>
                  </a:cubicBezTo>
                  <a:cubicBezTo>
                    <a:pt x="13043" y="50753"/>
                    <a:pt x="12944" y="50902"/>
                    <a:pt x="12894" y="51052"/>
                  </a:cubicBezTo>
                  <a:cubicBezTo>
                    <a:pt x="12421" y="52122"/>
                    <a:pt x="11948" y="53217"/>
                    <a:pt x="11575" y="54238"/>
                  </a:cubicBezTo>
                  <a:lnTo>
                    <a:pt x="11525" y="54238"/>
                  </a:lnTo>
                  <a:cubicBezTo>
                    <a:pt x="13192" y="49658"/>
                    <a:pt x="15781" y="44879"/>
                    <a:pt x="19042" y="40174"/>
                  </a:cubicBezTo>
                  <a:close/>
                  <a:moveTo>
                    <a:pt x="19216" y="40473"/>
                  </a:moveTo>
                  <a:cubicBezTo>
                    <a:pt x="20212" y="41917"/>
                    <a:pt x="21606" y="43634"/>
                    <a:pt x="23398" y="45501"/>
                  </a:cubicBezTo>
                  <a:cubicBezTo>
                    <a:pt x="21282" y="48139"/>
                    <a:pt x="19341" y="50853"/>
                    <a:pt x="17499" y="53591"/>
                  </a:cubicBezTo>
                  <a:cubicBezTo>
                    <a:pt x="15507" y="53591"/>
                    <a:pt x="13566" y="53765"/>
                    <a:pt x="11799" y="54238"/>
                  </a:cubicBezTo>
                  <a:cubicBezTo>
                    <a:pt x="12670" y="51898"/>
                    <a:pt x="13765" y="49508"/>
                    <a:pt x="15109" y="47094"/>
                  </a:cubicBezTo>
                  <a:cubicBezTo>
                    <a:pt x="15258" y="46820"/>
                    <a:pt x="15408" y="46546"/>
                    <a:pt x="15557" y="46298"/>
                  </a:cubicBezTo>
                  <a:cubicBezTo>
                    <a:pt x="15731" y="46024"/>
                    <a:pt x="15881" y="45775"/>
                    <a:pt x="16030" y="45501"/>
                  </a:cubicBezTo>
                  <a:cubicBezTo>
                    <a:pt x="16304" y="45028"/>
                    <a:pt x="16603" y="44555"/>
                    <a:pt x="16876" y="44057"/>
                  </a:cubicBezTo>
                  <a:cubicBezTo>
                    <a:pt x="16926" y="44008"/>
                    <a:pt x="16976" y="43908"/>
                    <a:pt x="17001" y="43833"/>
                  </a:cubicBezTo>
                  <a:cubicBezTo>
                    <a:pt x="17349" y="43286"/>
                    <a:pt x="17723" y="42713"/>
                    <a:pt x="18046" y="42166"/>
                  </a:cubicBezTo>
                  <a:cubicBezTo>
                    <a:pt x="18420" y="41568"/>
                    <a:pt x="18793" y="41046"/>
                    <a:pt x="19216" y="40473"/>
                  </a:cubicBezTo>
                  <a:close/>
                  <a:moveTo>
                    <a:pt x="33528" y="54138"/>
                  </a:moveTo>
                  <a:cubicBezTo>
                    <a:pt x="33553" y="54138"/>
                    <a:pt x="33553" y="54163"/>
                    <a:pt x="33578" y="54163"/>
                  </a:cubicBezTo>
                  <a:cubicBezTo>
                    <a:pt x="33578" y="54213"/>
                    <a:pt x="33553" y="54213"/>
                    <a:pt x="33553" y="54238"/>
                  </a:cubicBezTo>
                  <a:cubicBezTo>
                    <a:pt x="33528" y="54238"/>
                    <a:pt x="33479" y="54238"/>
                    <a:pt x="33479" y="54213"/>
                  </a:cubicBezTo>
                  <a:cubicBezTo>
                    <a:pt x="33479" y="54163"/>
                    <a:pt x="33528" y="54163"/>
                    <a:pt x="33528" y="54138"/>
                  </a:cubicBezTo>
                  <a:close/>
                  <a:moveTo>
                    <a:pt x="17399" y="53790"/>
                  </a:moveTo>
                  <a:cubicBezTo>
                    <a:pt x="17374" y="53790"/>
                    <a:pt x="17374" y="53790"/>
                    <a:pt x="17349" y="53839"/>
                  </a:cubicBezTo>
                  <a:cubicBezTo>
                    <a:pt x="15358" y="53839"/>
                    <a:pt x="13441" y="54039"/>
                    <a:pt x="11699" y="54512"/>
                  </a:cubicBezTo>
                  <a:cubicBezTo>
                    <a:pt x="11699" y="54487"/>
                    <a:pt x="11749" y="54487"/>
                    <a:pt x="11749" y="54462"/>
                  </a:cubicBezTo>
                  <a:cubicBezTo>
                    <a:pt x="13516" y="53989"/>
                    <a:pt x="15408" y="53790"/>
                    <a:pt x="17399" y="53790"/>
                  </a:cubicBezTo>
                  <a:close/>
                  <a:moveTo>
                    <a:pt x="118084" y="37735"/>
                  </a:moveTo>
                  <a:lnTo>
                    <a:pt x="118084" y="38482"/>
                  </a:lnTo>
                  <a:cubicBezTo>
                    <a:pt x="118059" y="39452"/>
                    <a:pt x="118034" y="40647"/>
                    <a:pt x="117909" y="41842"/>
                  </a:cubicBezTo>
                  <a:cubicBezTo>
                    <a:pt x="117909" y="41942"/>
                    <a:pt x="117860" y="42016"/>
                    <a:pt x="117860" y="42091"/>
                  </a:cubicBezTo>
                  <a:cubicBezTo>
                    <a:pt x="117660" y="43709"/>
                    <a:pt x="117436" y="45401"/>
                    <a:pt x="117212" y="46671"/>
                  </a:cubicBezTo>
                  <a:cubicBezTo>
                    <a:pt x="117188" y="46820"/>
                    <a:pt x="117163" y="46945"/>
                    <a:pt x="117113" y="47119"/>
                  </a:cubicBezTo>
                  <a:cubicBezTo>
                    <a:pt x="116964" y="47940"/>
                    <a:pt x="116764" y="48861"/>
                    <a:pt x="116540" y="49857"/>
                  </a:cubicBezTo>
                  <a:cubicBezTo>
                    <a:pt x="116491" y="49981"/>
                    <a:pt x="116466" y="50106"/>
                    <a:pt x="116441" y="50180"/>
                  </a:cubicBezTo>
                  <a:cubicBezTo>
                    <a:pt x="116366" y="50405"/>
                    <a:pt x="116316" y="50629"/>
                    <a:pt x="116242" y="50877"/>
                  </a:cubicBezTo>
                  <a:lnTo>
                    <a:pt x="116142" y="51151"/>
                  </a:lnTo>
                  <a:cubicBezTo>
                    <a:pt x="116043" y="51624"/>
                    <a:pt x="115868" y="52172"/>
                    <a:pt x="115719" y="52719"/>
                  </a:cubicBezTo>
                  <a:cubicBezTo>
                    <a:pt x="115520" y="53292"/>
                    <a:pt x="115346" y="53914"/>
                    <a:pt x="115122" y="54586"/>
                  </a:cubicBezTo>
                  <a:cubicBezTo>
                    <a:pt x="115122" y="54611"/>
                    <a:pt x="115097" y="54611"/>
                    <a:pt x="115097" y="54636"/>
                  </a:cubicBezTo>
                  <a:cubicBezTo>
                    <a:pt x="115097" y="54586"/>
                    <a:pt x="115122" y="54536"/>
                    <a:pt x="115122" y="54487"/>
                  </a:cubicBezTo>
                  <a:lnTo>
                    <a:pt x="115122" y="54362"/>
                  </a:lnTo>
                  <a:cubicBezTo>
                    <a:pt x="115470" y="53391"/>
                    <a:pt x="115819" y="52147"/>
                    <a:pt x="116092" y="51151"/>
                  </a:cubicBezTo>
                  <a:cubicBezTo>
                    <a:pt x="116192" y="50803"/>
                    <a:pt x="116291" y="50504"/>
                    <a:pt x="116366" y="50180"/>
                  </a:cubicBezTo>
                  <a:cubicBezTo>
                    <a:pt x="116690" y="49110"/>
                    <a:pt x="116964" y="47667"/>
                    <a:pt x="117163" y="46671"/>
                  </a:cubicBezTo>
                  <a:cubicBezTo>
                    <a:pt x="117412" y="45327"/>
                    <a:pt x="117611" y="43584"/>
                    <a:pt x="117810" y="42066"/>
                  </a:cubicBezTo>
                  <a:cubicBezTo>
                    <a:pt x="117934" y="41120"/>
                    <a:pt x="117984" y="39801"/>
                    <a:pt x="118034" y="38731"/>
                  </a:cubicBezTo>
                  <a:cubicBezTo>
                    <a:pt x="118059" y="38556"/>
                    <a:pt x="118059" y="38357"/>
                    <a:pt x="118059" y="38208"/>
                  </a:cubicBezTo>
                  <a:lnTo>
                    <a:pt x="118059" y="38083"/>
                  </a:lnTo>
                  <a:cubicBezTo>
                    <a:pt x="118059" y="37959"/>
                    <a:pt x="118059" y="37859"/>
                    <a:pt x="118084" y="37735"/>
                  </a:cubicBezTo>
                  <a:close/>
                  <a:moveTo>
                    <a:pt x="62952" y="52842"/>
                  </a:moveTo>
                  <a:lnTo>
                    <a:pt x="62952" y="52842"/>
                  </a:lnTo>
                  <a:cubicBezTo>
                    <a:pt x="62941" y="52853"/>
                    <a:pt x="62931" y="52862"/>
                    <a:pt x="62925" y="52869"/>
                  </a:cubicBezTo>
                  <a:lnTo>
                    <a:pt x="62352" y="53342"/>
                  </a:lnTo>
                  <a:cubicBezTo>
                    <a:pt x="61979" y="53615"/>
                    <a:pt x="61606" y="53914"/>
                    <a:pt x="61307" y="54213"/>
                  </a:cubicBezTo>
                  <a:cubicBezTo>
                    <a:pt x="61034" y="54445"/>
                    <a:pt x="60760" y="54670"/>
                    <a:pt x="60495" y="54896"/>
                  </a:cubicBezTo>
                  <a:lnTo>
                    <a:pt x="60495" y="54896"/>
                  </a:lnTo>
                  <a:cubicBezTo>
                    <a:pt x="60654" y="54753"/>
                    <a:pt x="60809" y="54615"/>
                    <a:pt x="60959" y="54487"/>
                  </a:cubicBezTo>
                  <a:cubicBezTo>
                    <a:pt x="61058" y="54387"/>
                    <a:pt x="61183" y="54288"/>
                    <a:pt x="61282" y="54213"/>
                  </a:cubicBezTo>
                  <a:cubicBezTo>
                    <a:pt x="61307" y="54213"/>
                    <a:pt x="61307" y="54163"/>
                    <a:pt x="61332" y="54163"/>
                  </a:cubicBezTo>
                  <a:cubicBezTo>
                    <a:pt x="61606" y="53914"/>
                    <a:pt x="61929" y="53665"/>
                    <a:pt x="62228" y="53416"/>
                  </a:cubicBezTo>
                  <a:cubicBezTo>
                    <a:pt x="62352" y="53342"/>
                    <a:pt x="62452" y="53242"/>
                    <a:pt x="62576" y="53143"/>
                  </a:cubicBezTo>
                  <a:cubicBezTo>
                    <a:pt x="62651" y="53093"/>
                    <a:pt x="62726" y="53018"/>
                    <a:pt x="62800" y="52968"/>
                  </a:cubicBezTo>
                  <a:lnTo>
                    <a:pt x="62952" y="52842"/>
                  </a:lnTo>
                  <a:close/>
                  <a:moveTo>
                    <a:pt x="78606" y="45675"/>
                  </a:moveTo>
                  <a:lnTo>
                    <a:pt x="78656" y="45725"/>
                  </a:lnTo>
                  <a:lnTo>
                    <a:pt x="78656" y="45700"/>
                  </a:lnTo>
                  <a:cubicBezTo>
                    <a:pt x="78706" y="45725"/>
                    <a:pt x="78731" y="45725"/>
                    <a:pt x="78731" y="45775"/>
                  </a:cubicBezTo>
                  <a:cubicBezTo>
                    <a:pt x="78756" y="45800"/>
                    <a:pt x="78830" y="45849"/>
                    <a:pt x="78880" y="45899"/>
                  </a:cubicBezTo>
                  <a:cubicBezTo>
                    <a:pt x="78930" y="45924"/>
                    <a:pt x="78980" y="45999"/>
                    <a:pt x="79029" y="46024"/>
                  </a:cubicBezTo>
                  <a:lnTo>
                    <a:pt x="79079" y="46049"/>
                  </a:lnTo>
                  <a:cubicBezTo>
                    <a:pt x="79204" y="46173"/>
                    <a:pt x="79328" y="46273"/>
                    <a:pt x="79477" y="46397"/>
                  </a:cubicBezTo>
                  <a:cubicBezTo>
                    <a:pt x="79602" y="46472"/>
                    <a:pt x="79726" y="46571"/>
                    <a:pt x="79851" y="46696"/>
                  </a:cubicBezTo>
                  <a:cubicBezTo>
                    <a:pt x="79901" y="46770"/>
                    <a:pt x="80000" y="46820"/>
                    <a:pt x="80075" y="46845"/>
                  </a:cubicBezTo>
                  <a:cubicBezTo>
                    <a:pt x="80125" y="46895"/>
                    <a:pt x="80174" y="46945"/>
                    <a:pt x="80224" y="46970"/>
                  </a:cubicBezTo>
                  <a:cubicBezTo>
                    <a:pt x="80374" y="47094"/>
                    <a:pt x="80523" y="47194"/>
                    <a:pt x="80697" y="47293"/>
                  </a:cubicBezTo>
                  <a:cubicBezTo>
                    <a:pt x="80722" y="47293"/>
                    <a:pt x="80722" y="47318"/>
                    <a:pt x="80747" y="47318"/>
                  </a:cubicBezTo>
                  <a:cubicBezTo>
                    <a:pt x="80822" y="47343"/>
                    <a:pt x="80847" y="47393"/>
                    <a:pt x="80896" y="47418"/>
                  </a:cubicBezTo>
                  <a:lnTo>
                    <a:pt x="80946" y="47442"/>
                  </a:lnTo>
                  <a:cubicBezTo>
                    <a:pt x="80971" y="47467"/>
                    <a:pt x="80996" y="47467"/>
                    <a:pt x="81021" y="47517"/>
                  </a:cubicBezTo>
                  <a:lnTo>
                    <a:pt x="81319" y="47691"/>
                  </a:lnTo>
                  <a:cubicBezTo>
                    <a:pt x="81394" y="47766"/>
                    <a:pt x="81469" y="47791"/>
                    <a:pt x="81568" y="47841"/>
                  </a:cubicBezTo>
                  <a:cubicBezTo>
                    <a:pt x="81643" y="47915"/>
                    <a:pt x="81743" y="47965"/>
                    <a:pt x="81842" y="48015"/>
                  </a:cubicBezTo>
                  <a:cubicBezTo>
                    <a:pt x="82016" y="48139"/>
                    <a:pt x="82240" y="48214"/>
                    <a:pt x="82440" y="48339"/>
                  </a:cubicBezTo>
                  <a:cubicBezTo>
                    <a:pt x="82489" y="48388"/>
                    <a:pt x="82589" y="48438"/>
                    <a:pt x="82639" y="48463"/>
                  </a:cubicBezTo>
                  <a:cubicBezTo>
                    <a:pt x="82763" y="48538"/>
                    <a:pt x="82888" y="48587"/>
                    <a:pt x="82987" y="48662"/>
                  </a:cubicBezTo>
                  <a:cubicBezTo>
                    <a:pt x="83087" y="48712"/>
                    <a:pt x="83211" y="48787"/>
                    <a:pt x="83311" y="48811"/>
                  </a:cubicBezTo>
                  <a:lnTo>
                    <a:pt x="83485" y="48911"/>
                  </a:lnTo>
                  <a:lnTo>
                    <a:pt x="83684" y="49011"/>
                  </a:lnTo>
                  <a:cubicBezTo>
                    <a:pt x="82390" y="51052"/>
                    <a:pt x="80996" y="53118"/>
                    <a:pt x="79477" y="55134"/>
                  </a:cubicBezTo>
                  <a:cubicBezTo>
                    <a:pt x="78830" y="54586"/>
                    <a:pt x="78208" y="54014"/>
                    <a:pt x="77611" y="53416"/>
                  </a:cubicBezTo>
                  <a:cubicBezTo>
                    <a:pt x="78407" y="51151"/>
                    <a:pt x="78830" y="48986"/>
                    <a:pt x="78731" y="47019"/>
                  </a:cubicBezTo>
                  <a:lnTo>
                    <a:pt x="78731" y="46920"/>
                  </a:lnTo>
                  <a:cubicBezTo>
                    <a:pt x="78731" y="46770"/>
                    <a:pt x="78706" y="46621"/>
                    <a:pt x="78706" y="46447"/>
                  </a:cubicBezTo>
                  <a:lnTo>
                    <a:pt x="78706" y="46322"/>
                  </a:lnTo>
                  <a:lnTo>
                    <a:pt x="78606" y="45675"/>
                  </a:lnTo>
                  <a:close/>
                  <a:moveTo>
                    <a:pt x="83833" y="49135"/>
                  </a:moveTo>
                  <a:cubicBezTo>
                    <a:pt x="83858" y="49135"/>
                    <a:pt x="83858" y="49160"/>
                    <a:pt x="83883" y="49160"/>
                  </a:cubicBezTo>
                  <a:cubicBezTo>
                    <a:pt x="82589" y="51176"/>
                    <a:pt x="81195" y="53242"/>
                    <a:pt x="79652" y="55283"/>
                  </a:cubicBezTo>
                  <a:cubicBezTo>
                    <a:pt x="79627" y="55283"/>
                    <a:pt x="79627" y="55258"/>
                    <a:pt x="79602" y="55258"/>
                  </a:cubicBezTo>
                  <a:cubicBezTo>
                    <a:pt x="81120" y="53242"/>
                    <a:pt x="82514" y="51176"/>
                    <a:pt x="83833" y="49135"/>
                  </a:cubicBezTo>
                  <a:close/>
                  <a:moveTo>
                    <a:pt x="77536" y="53615"/>
                  </a:moveTo>
                  <a:cubicBezTo>
                    <a:pt x="78108" y="54213"/>
                    <a:pt x="78731" y="54736"/>
                    <a:pt x="79378" y="55258"/>
                  </a:cubicBezTo>
                  <a:cubicBezTo>
                    <a:pt x="79378" y="55283"/>
                    <a:pt x="79353" y="55283"/>
                    <a:pt x="79353" y="55333"/>
                  </a:cubicBezTo>
                  <a:cubicBezTo>
                    <a:pt x="78706" y="54785"/>
                    <a:pt x="78084" y="54238"/>
                    <a:pt x="77511" y="53665"/>
                  </a:cubicBezTo>
                  <a:cubicBezTo>
                    <a:pt x="77511" y="53640"/>
                    <a:pt x="77536" y="53640"/>
                    <a:pt x="77536" y="53615"/>
                  </a:cubicBezTo>
                  <a:close/>
                  <a:moveTo>
                    <a:pt x="79477" y="55383"/>
                  </a:moveTo>
                  <a:cubicBezTo>
                    <a:pt x="79502" y="55383"/>
                    <a:pt x="79527" y="55408"/>
                    <a:pt x="79527" y="55408"/>
                  </a:cubicBezTo>
                  <a:cubicBezTo>
                    <a:pt x="79527" y="55457"/>
                    <a:pt x="79502" y="55457"/>
                    <a:pt x="79502" y="55482"/>
                  </a:cubicBezTo>
                  <a:cubicBezTo>
                    <a:pt x="79477" y="55482"/>
                    <a:pt x="79477" y="55457"/>
                    <a:pt x="79453" y="55457"/>
                  </a:cubicBezTo>
                  <a:cubicBezTo>
                    <a:pt x="79453" y="55408"/>
                    <a:pt x="79477" y="55408"/>
                    <a:pt x="79477" y="55383"/>
                  </a:cubicBezTo>
                  <a:close/>
                  <a:moveTo>
                    <a:pt x="18644" y="39627"/>
                  </a:moveTo>
                  <a:cubicBezTo>
                    <a:pt x="18743" y="39801"/>
                    <a:pt x="18818" y="39925"/>
                    <a:pt x="18917" y="40075"/>
                  </a:cubicBezTo>
                  <a:cubicBezTo>
                    <a:pt x="18021" y="41344"/>
                    <a:pt x="17150" y="42663"/>
                    <a:pt x="16379" y="43958"/>
                  </a:cubicBezTo>
                  <a:cubicBezTo>
                    <a:pt x="14188" y="47517"/>
                    <a:pt x="12520" y="51002"/>
                    <a:pt x="11276" y="54362"/>
                  </a:cubicBezTo>
                  <a:cubicBezTo>
                    <a:pt x="10131" y="54711"/>
                    <a:pt x="9061" y="55109"/>
                    <a:pt x="8140" y="55607"/>
                  </a:cubicBezTo>
                  <a:cubicBezTo>
                    <a:pt x="10952" y="50280"/>
                    <a:pt x="14512" y="44879"/>
                    <a:pt x="18644" y="39627"/>
                  </a:cubicBezTo>
                  <a:close/>
                  <a:moveTo>
                    <a:pt x="18519" y="39428"/>
                  </a:moveTo>
                  <a:cubicBezTo>
                    <a:pt x="18519" y="39452"/>
                    <a:pt x="18544" y="39452"/>
                    <a:pt x="18544" y="39477"/>
                  </a:cubicBezTo>
                  <a:cubicBezTo>
                    <a:pt x="14313" y="44804"/>
                    <a:pt x="10703" y="50305"/>
                    <a:pt x="7841" y="55781"/>
                  </a:cubicBezTo>
                  <a:cubicBezTo>
                    <a:pt x="7816" y="55831"/>
                    <a:pt x="7791" y="55831"/>
                    <a:pt x="7766" y="55856"/>
                  </a:cubicBezTo>
                  <a:cubicBezTo>
                    <a:pt x="10629" y="50355"/>
                    <a:pt x="14263" y="44804"/>
                    <a:pt x="18519" y="39428"/>
                  </a:cubicBezTo>
                  <a:close/>
                  <a:moveTo>
                    <a:pt x="25090" y="47194"/>
                  </a:moveTo>
                  <a:cubicBezTo>
                    <a:pt x="27082" y="49135"/>
                    <a:pt x="29297" y="51101"/>
                    <a:pt x="31562" y="52919"/>
                  </a:cubicBezTo>
                  <a:cubicBezTo>
                    <a:pt x="30790" y="53889"/>
                    <a:pt x="30044" y="54860"/>
                    <a:pt x="29322" y="55856"/>
                  </a:cubicBezTo>
                  <a:cubicBezTo>
                    <a:pt x="26883" y="54960"/>
                    <a:pt x="24369" y="54288"/>
                    <a:pt x="21879" y="53914"/>
                  </a:cubicBezTo>
                  <a:cubicBezTo>
                    <a:pt x="22701" y="51724"/>
                    <a:pt x="23746" y="49484"/>
                    <a:pt x="25090" y="47194"/>
                  </a:cubicBezTo>
                  <a:close/>
                  <a:moveTo>
                    <a:pt x="31687" y="53018"/>
                  </a:moveTo>
                  <a:cubicBezTo>
                    <a:pt x="31711" y="53018"/>
                    <a:pt x="31711" y="53043"/>
                    <a:pt x="31736" y="53043"/>
                  </a:cubicBezTo>
                  <a:cubicBezTo>
                    <a:pt x="30990" y="54014"/>
                    <a:pt x="30243" y="54935"/>
                    <a:pt x="29546" y="55905"/>
                  </a:cubicBezTo>
                  <a:cubicBezTo>
                    <a:pt x="29496" y="55905"/>
                    <a:pt x="29496" y="55881"/>
                    <a:pt x="29471" y="55881"/>
                  </a:cubicBezTo>
                  <a:cubicBezTo>
                    <a:pt x="30193" y="54960"/>
                    <a:pt x="30940" y="53989"/>
                    <a:pt x="31687" y="53018"/>
                  </a:cubicBezTo>
                  <a:close/>
                  <a:moveTo>
                    <a:pt x="11176" y="54611"/>
                  </a:moveTo>
                  <a:cubicBezTo>
                    <a:pt x="11176" y="54611"/>
                    <a:pt x="11176" y="54636"/>
                    <a:pt x="11151" y="54661"/>
                  </a:cubicBezTo>
                  <a:cubicBezTo>
                    <a:pt x="9932" y="55009"/>
                    <a:pt x="8837" y="55482"/>
                    <a:pt x="7916" y="56030"/>
                  </a:cubicBezTo>
                  <a:cubicBezTo>
                    <a:pt x="7940" y="56005"/>
                    <a:pt x="7940" y="55980"/>
                    <a:pt x="7965" y="55955"/>
                  </a:cubicBezTo>
                  <a:cubicBezTo>
                    <a:pt x="8911" y="55408"/>
                    <a:pt x="10006" y="54960"/>
                    <a:pt x="11176" y="54611"/>
                  </a:cubicBezTo>
                  <a:close/>
                  <a:moveTo>
                    <a:pt x="21780" y="54088"/>
                  </a:moveTo>
                  <a:cubicBezTo>
                    <a:pt x="24244" y="54462"/>
                    <a:pt x="26758" y="55084"/>
                    <a:pt x="29173" y="55980"/>
                  </a:cubicBezTo>
                  <a:cubicBezTo>
                    <a:pt x="29173" y="56005"/>
                    <a:pt x="29173" y="56030"/>
                    <a:pt x="29123" y="56030"/>
                  </a:cubicBezTo>
                  <a:cubicBezTo>
                    <a:pt x="26733" y="55134"/>
                    <a:pt x="24244" y="54512"/>
                    <a:pt x="21755" y="54138"/>
                  </a:cubicBezTo>
                  <a:cubicBezTo>
                    <a:pt x="21755" y="54113"/>
                    <a:pt x="21755" y="54113"/>
                    <a:pt x="21780" y="54088"/>
                  </a:cubicBezTo>
                  <a:close/>
                  <a:moveTo>
                    <a:pt x="29347" y="56080"/>
                  </a:moveTo>
                  <a:cubicBezTo>
                    <a:pt x="29372" y="56080"/>
                    <a:pt x="29372" y="56105"/>
                    <a:pt x="29421" y="56105"/>
                  </a:cubicBezTo>
                  <a:cubicBezTo>
                    <a:pt x="29421" y="56129"/>
                    <a:pt x="29372" y="56129"/>
                    <a:pt x="29372" y="56154"/>
                  </a:cubicBezTo>
                  <a:cubicBezTo>
                    <a:pt x="29347" y="56129"/>
                    <a:pt x="29347" y="56129"/>
                    <a:pt x="29322" y="56129"/>
                  </a:cubicBezTo>
                  <a:cubicBezTo>
                    <a:pt x="29322" y="56105"/>
                    <a:pt x="29347" y="56105"/>
                    <a:pt x="29347" y="56080"/>
                  </a:cubicBezTo>
                  <a:close/>
                  <a:moveTo>
                    <a:pt x="59807" y="55507"/>
                  </a:moveTo>
                  <a:cubicBezTo>
                    <a:pt x="59599" y="55690"/>
                    <a:pt x="59374" y="55874"/>
                    <a:pt x="59191" y="56080"/>
                  </a:cubicBezTo>
                  <a:cubicBezTo>
                    <a:pt x="59146" y="56110"/>
                    <a:pt x="59110" y="56131"/>
                    <a:pt x="59077" y="56160"/>
                  </a:cubicBezTo>
                  <a:lnTo>
                    <a:pt x="59077" y="56160"/>
                  </a:lnTo>
                  <a:cubicBezTo>
                    <a:pt x="59123" y="56117"/>
                    <a:pt x="59170" y="56073"/>
                    <a:pt x="59216" y="56030"/>
                  </a:cubicBezTo>
                  <a:cubicBezTo>
                    <a:pt x="59406" y="55864"/>
                    <a:pt x="59596" y="55675"/>
                    <a:pt x="59807" y="55507"/>
                  </a:cubicBezTo>
                  <a:close/>
                  <a:moveTo>
                    <a:pt x="7667" y="56105"/>
                  </a:moveTo>
                  <a:cubicBezTo>
                    <a:pt x="7642" y="56129"/>
                    <a:pt x="7642" y="56154"/>
                    <a:pt x="7592" y="56229"/>
                  </a:cubicBezTo>
                  <a:cubicBezTo>
                    <a:pt x="7567" y="56229"/>
                    <a:pt x="7542" y="56254"/>
                    <a:pt x="7517" y="56279"/>
                  </a:cubicBezTo>
                  <a:cubicBezTo>
                    <a:pt x="7542" y="56254"/>
                    <a:pt x="7542" y="56229"/>
                    <a:pt x="7567" y="56154"/>
                  </a:cubicBezTo>
                  <a:cubicBezTo>
                    <a:pt x="7592" y="56129"/>
                    <a:pt x="7642" y="56129"/>
                    <a:pt x="7667" y="56105"/>
                  </a:cubicBezTo>
                  <a:close/>
                  <a:moveTo>
                    <a:pt x="73877" y="49110"/>
                  </a:moveTo>
                  <a:cubicBezTo>
                    <a:pt x="74624" y="50604"/>
                    <a:pt x="75669" y="52097"/>
                    <a:pt x="77038" y="53516"/>
                  </a:cubicBezTo>
                  <a:cubicBezTo>
                    <a:pt x="76739" y="54412"/>
                    <a:pt x="76341" y="55383"/>
                    <a:pt x="75868" y="56329"/>
                  </a:cubicBezTo>
                  <a:cubicBezTo>
                    <a:pt x="73902" y="55159"/>
                    <a:pt x="72060" y="54263"/>
                    <a:pt x="70517" y="53665"/>
                  </a:cubicBezTo>
                  <a:cubicBezTo>
                    <a:pt x="71687" y="52172"/>
                    <a:pt x="72856" y="50653"/>
                    <a:pt x="73877" y="49110"/>
                  </a:cubicBezTo>
                  <a:close/>
                  <a:moveTo>
                    <a:pt x="77237" y="53665"/>
                  </a:moveTo>
                  <a:cubicBezTo>
                    <a:pt x="77262" y="53715"/>
                    <a:pt x="77262" y="53715"/>
                    <a:pt x="77287" y="53715"/>
                  </a:cubicBezTo>
                  <a:cubicBezTo>
                    <a:pt x="77287" y="53740"/>
                    <a:pt x="77262" y="53765"/>
                    <a:pt x="77262" y="53790"/>
                  </a:cubicBezTo>
                  <a:cubicBezTo>
                    <a:pt x="77262" y="53839"/>
                    <a:pt x="77237" y="53864"/>
                    <a:pt x="77237" y="53889"/>
                  </a:cubicBezTo>
                  <a:cubicBezTo>
                    <a:pt x="77188" y="53989"/>
                    <a:pt x="77138" y="54088"/>
                    <a:pt x="77113" y="54163"/>
                  </a:cubicBezTo>
                  <a:cubicBezTo>
                    <a:pt x="77038" y="54337"/>
                    <a:pt x="76988" y="54487"/>
                    <a:pt x="76914" y="54611"/>
                  </a:cubicBezTo>
                  <a:cubicBezTo>
                    <a:pt x="76889" y="54661"/>
                    <a:pt x="76889" y="54736"/>
                    <a:pt x="76864" y="54760"/>
                  </a:cubicBezTo>
                  <a:cubicBezTo>
                    <a:pt x="76814" y="54785"/>
                    <a:pt x="76814" y="54860"/>
                    <a:pt x="76789" y="54885"/>
                  </a:cubicBezTo>
                  <a:cubicBezTo>
                    <a:pt x="76789" y="54910"/>
                    <a:pt x="76764" y="54910"/>
                    <a:pt x="76764" y="54960"/>
                  </a:cubicBezTo>
                  <a:cubicBezTo>
                    <a:pt x="76690" y="55109"/>
                    <a:pt x="76615" y="55258"/>
                    <a:pt x="76540" y="55457"/>
                  </a:cubicBezTo>
                  <a:cubicBezTo>
                    <a:pt x="76515" y="55532"/>
                    <a:pt x="76491" y="55607"/>
                    <a:pt x="76416" y="55706"/>
                  </a:cubicBezTo>
                  <a:cubicBezTo>
                    <a:pt x="76416" y="55731"/>
                    <a:pt x="76391" y="55756"/>
                    <a:pt x="76391" y="55756"/>
                  </a:cubicBezTo>
                  <a:cubicBezTo>
                    <a:pt x="76291" y="55955"/>
                    <a:pt x="76192" y="56129"/>
                    <a:pt x="76117" y="56279"/>
                  </a:cubicBezTo>
                  <a:cubicBezTo>
                    <a:pt x="76117" y="56329"/>
                    <a:pt x="76067" y="56353"/>
                    <a:pt x="76067" y="56378"/>
                  </a:cubicBezTo>
                  <a:lnTo>
                    <a:pt x="76043" y="56378"/>
                  </a:lnTo>
                  <a:cubicBezTo>
                    <a:pt x="76043" y="56378"/>
                    <a:pt x="76018" y="56378"/>
                    <a:pt x="76018" y="56353"/>
                  </a:cubicBezTo>
                  <a:cubicBezTo>
                    <a:pt x="76491" y="55482"/>
                    <a:pt x="76889" y="54586"/>
                    <a:pt x="77237" y="53665"/>
                  </a:cubicBezTo>
                  <a:close/>
                  <a:moveTo>
                    <a:pt x="67311" y="53370"/>
                  </a:moveTo>
                  <a:cubicBezTo>
                    <a:pt x="67732" y="53370"/>
                    <a:pt x="68256" y="53453"/>
                    <a:pt x="68874" y="53615"/>
                  </a:cubicBezTo>
                  <a:cubicBezTo>
                    <a:pt x="68202" y="54536"/>
                    <a:pt x="67530" y="55482"/>
                    <a:pt x="66783" y="56453"/>
                  </a:cubicBezTo>
                  <a:cubicBezTo>
                    <a:pt x="66136" y="55208"/>
                    <a:pt x="65912" y="54288"/>
                    <a:pt x="66211" y="53790"/>
                  </a:cubicBezTo>
                  <a:cubicBezTo>
                    <a:pt x="66393" y="53509"/>
                    <a:pt x="66766" y="53370"/>
                    <a:pt x="67311" y="53370"/>
                  </a:cubicBezTo>
                  <a:close/>
                  <a:moveTo>
                    <a:pt x="70417" y="53839"/>
                  </a:moveTo>
                  <a:cubicBezTo>
                    <a:pt x="71985" y="54412"/>
                    <a:pt x="73802" y="55333"/>
                    <a:pt x="75794" y="56503"/>
                  </a:cubicBezTo>
                  <a:cubicBezTo>
                    <a:pt x="75794" y="56528"/>
                    <a:pt x="75769" y="56528"/>
                    <a:pt x="75769" y="56577"/>
                  </a:cubicBezTo>
                  <a:cubicBezTo>
                    <a:pt x="73777" y="55408"/>
                    <a:pt x="71935" y="54487"/>
                    <a:pt x="70392" y="53889"/>
                  </a:cubicBezTo>
                  <a:cubicBezTo>
                    <a:pt x="70392" y="53864"/>
                    <a:pt x="70392" y="53839"/>
                    <a:pt x="70417" y="53839"/>
                  </a:cubicBezTo>
                  <a:close/>
                  <a:moveTo>
                    <a:pt x="65912" y="54163"/>
                  </a:moveTo>
                  <a:cubicBezTo>
                    <a:pt x="65837" y="54760"/>
                    <a:pt x="66086" y="55582"/>
                    <a:pt x="66659" y="56602"/>
                  </a:cubicBezTo>
                  <a:lnTo>
                    <a:pt x="66584" y="56652"/>
                  </a:lnTo>
                  <a:cubicBezTo>
                    <a:pt x="66061" y="55657"/>
                    <a:pt x="65787" y="54860"/>
                    <a:pt x="65812" y="54263"/>
                  </a:cubicBezTo>
                  <a:lnTo>
                    <a:pt x="65912" y="54163"/>
                  </a:lnTo>
                  <a:close/>
                  <a:moveTo>
                    <a:pt x="69048" y="53615"/>
                  </a:moveTo>
                  <a:cubicBezTo>
                    <a:pt x="69073" y="53615"/>
                    <a:pt x="69073" y="53615"/>
                    <a:pt x="69098" y="53640"/>
                  </a:cubicBezTo>
                  <a:cubicBezTo>
                    <a:pt x="68426" y="54661"/>
                    <a:pt x="67679" y="55657"/>
                    <a:pt x="66907" y="56652"/>
                  </a:cubicBezTo>
                  <a:cubicBezTo>
                    <a:pt x="66907" y="56627"/>
                    <a:pt x="66858" y="56627"/>
                    <a:pt x="66858" y="56602"/>
                  </a:cubicBezTo>
                  <a:cubicBezTo>
                    <a:pt x="67654" y="55607"/>
                    <a:pt x="68351" y="54611"/>
                    <a:pt x="69048" y="53615"/>
                  </a:cubicBezTo>
                  <a:close/>
                  <a:moveTo>
                    <a:pt x="75918" y="56577"/>
                  </a:moveTo>
                  <a:cubicBezTo>
                    <a:pt x="75968" y="56602"/>
                    <a:pt x="75968" y="56602"/>
                    <a:pt x="75993" y="56602"/>
                  </a:cubicBezTo>
                  <a:cubicBezTo>
                    <a:pt x="75993" y="56627"/>
                    <a:pt x="75943" y="56627"/>
                    <a:pt x="75943" y="56652"/>
                  </a:cubicBezTo>
                  <a:lnTo>
                    <a:pt x="75918" y="56652"/>
                  </a:lnTo>
                  <a:cubicBezTo>
                    <a:pt x="75918" y="56652"/>
                    <a:pt x="75893" y="56652"/>
                    <a:pt x="75893" y="56627"/>
                  </a:cubicBezTo>
                  <a:cubicBezTo>
                    <a:pt x="75893" y="56602"/>
                    <a:pt x="75918" y="56602"/>
                    <a:pt x="75918" y="56577"/>
                  </a:cubicBezTo>
                  <a:close/>
                  <a:moveTo>
                    <a:pt x="66758" y="56752"/>
                  </a:moveTo>
                  <a:cubicBezTo>
                    <a:pt x="66758" y="56777"/>
                    <a:pt x="66783" y="56777"/>
                    <a:pt x="66783" y="56826"/>
                  </a:cubicBezTo>
                  <a:lnTo>
                    <a:pt x="66708" y="56876"/>
                  </a:lnTo>
                  <a:cubicBezTo>
                    <a:pt x="66708" y="56876"/>
                    <a:pt x="66708" y="56851"/>
                    <a:pt x="66683" y="56826"/>
                  </a:cubicBezTo>
                  <a:lnTo>
                    <a:pt x="66758" y="56752"/>
                  </a:lnTo>
                  <a:close/>
                  <a:moveTo>
                    <a:pt x="31861" y="53167"/>
                  </a:moveTo>
                  <a:cubicBezTo>
                    <a:pt x="32334" y="53541"/>
                    <a:pt x="32782" y="53889"/>
                    <a:pt x="33230" y="54263"/>
                  </a:cubicBezTo>
                  <a:cubicBezTo>
                    <a:pt x="32807" y="55208"/>
                    <a:pt x="32408" y="56105"/>
                    <a:pt x="32060" y="57001"/>
                  </a:cubicBezTo>
                  <a:cubicBezTo>
                    <a:pt x="31288" y="56627"/>
                    <a:pt x="30492" y="56279"/>
                    <a:pt x="29695" y="56005"/>
                  </a:cubicBezTo>
                  <a:cubicBezTo>
                    <a:pt x="30417" y="55084"/>
                    <a:pt x="31164" y="54113"/>
                    <a:pt x="31861" y="53167"/>
                  </a:cubicBezTo>
                  <a:close/>
                  <a:moveTo>
                    <a:pt x="69272" y="53665"/>
                  </a:moveTo>
                  <a:cubicBezTo>
                    <a:pt x="69421" y="53740"/>
                    <a:pt x="69621" y="53765"/>
                    <a:pt x="69770" y="53839"/>
                  </a:cubicBezTo>
                  <a:cubicBezTo>
                    <a:pt x="68899" y="54885"/>
                    <a:pt x="68028" y="55955"/>
                    <a:pt x="67082" y="57001"/>
                  </a:cubicBezTo>
                  <a:cubicBezTo>
                    <a:pt x="67082" y="56976"/>
                    <a:pt x="67057" y="56876"/>
                    <a:pt x="67007" y="56826"/>
                  </a:cubicBezTo>
                  <a:cubicBezTo>
                    <a:pt x="67804" y="55781"/>
                    <a:pt x="68575" y="54736"/>
                    <a:pt x="69272" y="53665"/>
                  </a:cubicBezTo>
                  <a:close/>
                  <a:moveTo>
                    <a:pt x="33404" y="54387"/>
                  </a:moveTo>
                  <a:cubicBezTo>
                    <a:pt x="33429" y="54387"/>
                    <a:pt x="33429" y="54412"/>
                    <a:pt x="33454" y="54412"/>
                  </a:cubicBezTo>
                  <a:cubicBezTo>
                    <a:pt x="33031" y="55333"/>
                    <a:pt x="32608" y="56229"/>
                    <a:pt x="32309" y="57125"/>
                  </a:cubicBezTo>
                  <a:cubicBezTo>
                    <a:pt x="32284" y="57125"/>
                    <a:pt x="32284" y="57100"/>
                    <a:pt x="32234" y="57100"/>
                  </a:cubicBezTo>
                  <a:cubicBezTo>
                    <a:pt x="32558" y="56204"/>
                    <a:pt x="32956" y="55283"/>
                    <a:pt x="33404" y="54387"/>
                  </a:cubicBezTo>
                  <a:close/>
                  <a:moveTo>
                    <a:pt x="70019" y="53889"/>
                  </a:moveTo>
                  <a:cubicBezTo>
                    <a:pt x="69148" y="55034"/>
                    <a:pt x="68252" y="56154"/>
                    <a:pt x="67256" y="57225"/>
                  </a:cubicBezTo>
                  <a:cubicBezTo>
                    <a:pt x="67331" y="57075"/>
                    <a:pt x="67430" y="56951"/>
                    <a:pt x="67555" y="56801"/>
                  </a:cubicBezTo>
                  <a:cubicBezTo>
                    <a:pt x="67704" y="56652"/>
                    <a:pt x="67828" y="56503"/>
                    <a:pt x="68003" y="56329"/>
                  </a:cubicBezTo>
                  <a:cubicBezTo>
                    <a:pt x="68351" y="55905"/>
                    <a:pt x="68700" y="55482"/>
                    <a:pt x="69048" y="55084"/>
                  </a:cubicBezTo>
                  <a:cubicBezTo>
                    <a:pt x="69148" y="54984"/>
                    <a:pt x="69197" y="54885"/>
                    <a:pt x="69297" y="54760"/>
                  </a:cubicBezTo>
                  <a:cubicBezTo>
                    <a:pt x="69546" y="54487"/>
                    <a:pt x="69770" y="54188"/>
                    <a:pt x="69969" y="53889"/>
                  </a:cubicBezTo>
                  <a:close/>
                  <a:moveTo>
                    <a:pt x="29596" y="56154"/>
                  </a:moveTo>
                  <a:cubicBezTo>
                    <a:pt x="30392" y="56478"/>
                    <a:pt x="31214" y="56826"/>
                    <a:pt x="32035" y="57200"/>
                  </a:cubicBezTo>
                  <a:cubicBezTo>
                    <a:pt x="31985" y="57225"/>
                    <a:pt x="31985" y="57225"/>
                    <a:pt x="31985" y="57250"/>
                  </a:cubicBezTo>
                  <a:cubicBezTo>
                    <a:pt x="31189" y="56876"/>
                    <a:pt x="30367" y="56528"/>
                    <a:pt x="29571" y="56229"/>
                  </a:cubicBezTo>
                  <a:cubicBezTo>
                    <a:pt x="29571" y="56204"/>
                    <a:pt x="29596" y="56204"/>
                    <a:pt x="29596" y="56154"/>
                  </a:cubicBezTo>
                  <a:close/>
                  <a:moveTo>
                    <a:pt x="66883" y="57001"/>
                  </a:moveTo>
                  <a:cubicBezTo>
                    <a:pt x="66907" y="57075"/>
                    <a:pt x="66932" y="57125"/>
                    <a:pt x="67007" y="57200"/>
                  </a:cubicBezTo>
                  <a:cubicBezTo>
                    <a:pt x="66957" y="57200"/>
                    <a:pt x="66957" y="57225"/>
                    <a:pt x="66932" y="57250"/>
                  </a:cubicBezTo>
                  <a:cubicBezTo>
                    <a:pt x="66907" y="57200"/>
                    <a:pt x="66883" y="57125"/>
                    <a:pt x="66808" y="57075"/>
                  </a:cubicBezTo>
                  <a:lnTo>
                    <a:pt x="66883" y="57001"/>
                  </a:lnTo>
                  <a:close/>
                  <a:moveTo>
                    <a:pt x="32184" y="57250"/>
                  </a:moveTo>
                  <a:cubicBezTo>
                    <a:pt x="32209" y="57250"/>
                    <a:pt x="32209" y="57274"/>
                    <a:pt x="32234" y="57274"/>
                  </a:cubicBezTo>
                  <a:cubicBezTo>
                    <a:pt x="32234" y="57324"/>
                    <a:pt x="32234" y="57324"/>
                    <a:pt x="32209" y="57349"/>
                  </a:cubicBezTo>
                  <a:cubicBezTo>
                    <a:pt x="32184" y="57349"/>
                    <a:pt x="32184" y="57349"/>
                    <a:pt x="32159" y="57324"/>
                  </a:cubicBezTo>
                  <a:cubicBezTo>
                    <a:pt x="32159" y="57274"/>
                    <a:pt x="32159" y="57274"/>
                    <a:pt x="32184" y="57250"/>
                  </a:cubicBezTo>
                  <a:close/>
                  <a:moveTo>
                    <a:pt x="77436" y="53864"/>
                  </a:moveTo>
                  <a:cubicBezTo>
                    <a:pt x="78009" y="54412"/>
                    <a:pt x="78606" y="54960"/>
                    <a:pt x="79229" y="55482"/>
                  </a:cubicBezTo>
                  <a:cubicBezTo>
                    <a:pt x="78706" y="56129"/>
                    <a:pt x="78208" y="56777"/>
                    <a:pt x="77685" y="57449"/>
                  </a:cubicBezTo>
                  <a:cubicBezTo>
                    <a:pt x="77188" y="57125"/>
                    <a:pt x="76739" y="56851"/>
                    <a:pt x="76267" y="56577"/>
                  </a:cubicBezTo>
                  <a:cubicBezTo>
                    <a:pt x="76739" y="55657"/>
                    <a:pt x="77113" y="54760"/>
                    <a:pt x="77436" y="53864"/>
                  </a:cubicBezTo>
                  <a:close/>
                  <a:moveTo>
                    <a:pt x="67082" y="57349"/>
                  </a:moveTo>
                  <a:cubicBezTo>
                    <a:pt x="67082" y="57374"/>
                    <a:pt x="67107" y="57374"/>
                    <a:pt x="67107" y="57399"/>
                  </a:cubicBezTo>
                  <a:lnTo>
                    <a:pt x="67057" y="57474"/>
                  </a:lnTo>
                  <a:lnTo>
                    <a:pt x="67057" y="57449"/>
                  </a:lnTo>
                  <a:cubicBezTo>
                    <a:pt x="67057" y="57449"/>
                    <a:pt x="67057" y="57399"/>
                    <a:pt x="67032" y="57399"/>
                  </a:cubicBezTo>
                  <a:lnTo>
                    <a:pt x="67082" y="57349"/>
                  </a:lnTo>
                  <a:close/>
                  <a:moveTo>
                    <a:pt x="17548" y="36938"/>
                  </a:moveTo>
                  <a:cubicBezTo>
                    <a:pt x="17573" y="37561"/>
                    <a:pt x="17897" y="38332"/>
                    <a:pt x="18395" y="39228"/>
                  </a:cubicBezTo>
                  <a:cubicBezTo>
                    <a:pt x="14039" y="44754"/>
                    <a:pt x="10305" y="50405"/>
                    <a:pt x="7418" y="56005"/>
                  </a:cubicBezTo>
                  <a:cubicBezTo>
                    <a:pt x="6696" y="56478"/>
                    <a:pt x="6049" y="56976"/>
                    <a:pt x="5526" y="57523"/>
                  </a:cubicBezTo>
                  <a:cubicBezTo>
                    <a:pt x="7219" y="53167"/>
                    <a:pt x="9558" y="48662"/>
                    <a:pt x="12421" y="44207"/>
                  </a:cubicBezTo>
                  <a:cubicBezTo>
                    <a:pt x="12769" y="43684"/>
                    <a:pt x="13118" y="43186"/>
                    <a:pt x="13416" y="42663"/>
                  </a:cubicBezTo>
                  <a:cubicBezTo>
                    <a:pt x="14686" y="40722"/>
                    <a:pt x="16105" y="38830"/>
                    <a:pt x="17548" y="36938"/>
                  </a:cubicBezTo>
                  <a:close/>
                  <a:moveTo>
                    <a:pt x="114748" y="54288"/>
                  </a:moveTo>
                  <a:cubicBezTo>
                    <a:pt x="114748" y="54462"/>
                    <a:pt x="114723" y="54586"/>
                    <a:pt x="114698" y="54736"/>
                  </a:cubicBezTo>
                  <a:cubicBezTo>
                    <a:pt x="114450" y="55532"/>
                    <a:pt x="114201" y="56353"/>
                    <a:pt x="113927" y="57200"/>
                  </a:cubicBezTo>
                  <a:cubicBezTo>
                    <a:pt x="113852" y="57324"/>
                    <a:pt x="113802" y="57449"/>
                    <a:pt x="113728" y="57523"/>
                  </a:cubicBezTo>
                  <a:cubicBezTo>
                    <a:pt x="114101" y="56453"/>
                    <a:pt x="114450" y="55383"/>
                    <a:pt x="114748" y="54288"/>
                  </a:cubicBezTo>
                  <a:close/>
                  <a:moveTo>
                    <a:pt x="79328" y="55607"/>
                  </a:moveTo>
                  <a:cubicBezTo>
                    <a:pt x="79353" y="55607"/>
                    <a:pt x="79353" y="55632"/>
                    <a:pt x="79378" y="55632"/>
                  </a:cubicBezTo>
                  <a:cubicBezTo>
                    <a:pt x="78905" y="56279"/>
                    <a:pt x="78407" y="56901"/>
                    <a:pt x="77884" y="57573"/>
                  </a:cubicBezTo>
                  <a:cubicBezTo>
                    <a:pt x="77860" y="57573"/>
                    <a:pt x="77860" y="57523"/>
                    <a:pt x="77835" y="57523"/>
                  </a:cubicBezTo>
                  <a:cubicBezTo>
                    <a:pt x="78333" y="56876"/>
                    <a:pt x="78830" y="56254"/>
                    <a:pt x="79328" y="55607"/>
                  </a:cubicBezTo>
                  <a:close/>
                  <a:moveTo>
                    <a:pt x="114823" y="55283"/>
                  </a:moveTo>
                  <a:lnTo>
                    <a:pt x="114823" y="55283"/>
                  </a:lnTo>
                  <a:cubicBezTo>
                    <a:pt x="114848" y="55358"/>
                    <a:pt x="114823" y="55457"/>
                    <a:pt x="114798" y="55507"/>
                  </a:cubicBezTo>
                  <a:cubicBezTo>
                    <a:pt x="114798" y="55557"/>
                    <a:pt x="114748" y="55607"/>
                    <a:pt x="114748" y="55657"/>
                  </a:cubicBezTo>
                  <a:cubicBezTo>
                    <a:pt x="114748" y="55706"/>
                    <a:pt x="114748" y="55731"/>
                    <a:pt x="114723" y="55756"/>
                  </a:cubicBezTo>
                  <a:cubicBezTo>
                    <a:pt x="114574" y="56154"/>
                    <a:pt x="114425" y="56602"/>
                    <a:pt x="114250" y="57075"/>
                  </a:cubicBezTo>
                  <a:cubicBezTo>
                    <a:pt x="114250" y="57075"/>
                    <a:pt x="114250" y="57100"/>
                    <a:pt x="114225" y="57100"/>
                  </a:cubicBezTo>
                  <a:cubicBezTo>
                    <a:pt x="114201" y="57200"/>
                    <a:pt x="114126" y="57250"/>
                    <a:pt x="114101" y="57349"/>
                  </a:cubicBezTo>
                  <a:cubicBezTo>
                    <a:pt x="114076" y="57399"/>
                    <a:pt x="114051" y="57474"/>
                    <a:pt x="113977" y="57573"/>
                  </a:cubicBezTo>
                  <a:cubicBezTo>
                    <a:pt x="114051" y="57374"/>
                    <a:pt x="114101" y="57225"/>
                    <a:pt x="114176" y="57026"/>
                  </a:cubicBezTo>
                  <a:cubicBezTo>
                    <a:pt x="114250" y="56826"/>
                    <a:pt x="114375" y="56577"/>
                    <a:pt x="114450" y="56353"/>
                  </a:cubicBezTo>
                  <a:lnTo>
                    <a:pt x="114624" y="55781"/>
                  </a:lnTo>
                  <a:lnTo>
                    <a:pt x="114624" y="55756"/>
                  </a:lnTo>
                  <a:lnTo>
                    <a:pt x="114823" y="55283"/>
                  </a:lnTo>
                  <a:close/>
                  <a:moveTo>
                    <a:pt x="76167" y="56727"/>
                  </a:moveTo>
                  <a:cubicBezTo>
                    <a:pt x="76640" y="57001"/>
                    <a:pt x="77113" y="57274"/>
                    <a:pt x="77586" y="57598"/>
                  </a:cubicBezTo>
                  <a:cubicBezTo>
                    <a:pt x="77586" y="57623"/>
                    <a:pt x="77536" y="57623"/>
                    <a:pt x="77536" y="57648"/>
                  </a:cubicBezTo>
                  <a:cubicBezTo>
                    <a:pt x="77063" y="57349"/>
                    <a:pt x="76615" y="57075"/>
                    <a:pt x="76142" y="56826"/>
                  </a:cubicBezTo>
                  <a:cubicBezTo>
                    <a:pt x="76142" y="56752"/>
                    <a:pt x="76167" y="56727"/>
                    <a:pt x="76167" y="56727"/>
                  </a:cubicBezTo>
                  <a:close/>
                  <a:moveTo>
                    <a:pt x="77735" y="57698"/>
                  </a:moveTo>
                  <a:cubicBezTo>
                    <a:pt x="77735" y="57698"/>
                    <a:pt x="77760" y="57698"/>
                    <a:pt x="77785" y="57722"/>
                  </a:cubicBezTo>
                  <a:cubicBezTo>
                    <a:pt x="77785" y="57747"/>
                    <a:pt x="77760" y="57747"/>
                    <a:pt x="77760" y="57772"/>
                  </a:cubicBezTo>
                  <a:cubicBezTo>
                    <a:pt x="77735" y="57772"/>
                    <a:pt x="77735" y="57747"/>
                    <a:pt x="77685" y="57747"/>
                  </a:cubicBezTo>
                  <a:cubicBezTo>
                    <a:pt x="77685" y="57722"/>
                    <a:pt x="77735" y="57722"/>
                    <a:pt x="77735" y="57698"/>
                  </a:cubicBezTo>
                  <a:close/>
                  <a:moveTo>
                    <a:pt x="6347" y="55109"/>
                  </a:moveTo>
                  <a:lnTo>
                    <a:pt x="6347" y="55109"/>
                  </a:lnTo>
                  <a:cubicBezTo>
                    <a:pt x="5949" y="56030"/>
                    <a:pt x="5551" y="56976"/>
                    <a:pt x="5202" y="57897"/>
                  </a:cubicBezTo>
                  <a:cubicBezTo>
                    <a:pt x="5178" y="57971"/>
                    <a:pt x="5103" y="57996"/>
                    <a:pt x="5078" y="58071"/>
                  </a:cubicBezTo>
                  <a:cubicBezTo>
                    <a:pt x="5103" y="57996"/>
                    <a:pt x="5103" y="57971"/>
                    <a:pt x="5128" y="57897"/>
                  </a:cubicBezTo>
                  <a:cubicBezTo>
                    <a:pt x="5800" y="56229"/>
                    <a:pt x="6323" y="55134"/>
                    <a:pt x="6347" y="55109"/>
                  </a:cubicBezTo>
                  <a:close/>
                  <a:moveTo>
                    <a:pt x="7268" y="56353"/>
                  </a:moveTo>
                  <a:cubicBezTo>
                    <a:pt x="7219" y="56403"/>
                    <a:pt x="7219" y="56453"/>
                    <a:pt x="7194" y="56478"/>
                  </a:cubicBezTo>
                  <a:cubicBezTo>
                    <a:pt x="6447" y="57001"/>
                    <a:pt x="5800" y="57573"/>
                    <a:pt x="5277" y="58220"/>
                  </a:cubicBezTo>
                  <a:cubicBezTo>
                    <a:pt x="5302" y="58146"/>
                    <a:pt x="5302" y="58096"/>
                    <a:pt x="5327" y="58021"/>
                  </a:cubicBezTo>
                  <a:cubicBezTo>
                    <a:pt x="5850" y="57399"/>
                    <a:pt x="6522" y="56851"/>
                    <a:pt x="7268" y="56353"/>
                  </a:cubicBezTo>
                  <a:close/>
                  <a:moveTo>
                    <a:pt x="113603" y="58096"/>
                  </a:moveTo>
                  <a:lnTo>
                    <a:pt x="113603" y="58096"/>
                  </a:lnTo>
                  <a:cubicBezTo>
                    <a:pt x="113578" y="58146"/>
                    <a:pt x="113578" y="58220"/>
                    <a:pt x="113553" y="58245"/>
                  </a:cubicBezTo>
                  <a:cubicBezTo>
                    <a:pt x="113553" y="58270"/>
                    <a:pt x="113553" y="58270"/>
                    <a:pt x="113504" y="58320"/>
                  </a:cubicBezTo>
                  <a:cubicBezTo>
                    <a:pt x="113479" y="58370"/>
                    <a:pt x="113429" y="58444"/>
                    <a:pt x="113379" y="58494"/>
                  </a:cubicBezTo>
                  <a:cubicBezTo>
                    <a:pt x="113429" y="58444"/>
                    <a:pt x="113454" y="58345"/>
                    <a:pt x="113454" y="58270"/>
                  </a:cubicBezTo>
                  <a:cubicBezTo>
                    <a:pt x="113504" y="58220"/>
                    <a:pt x="113553" y="58146"/>
                    <a:pt x="113603" y="58096"/>
                  </a:cubicBezTo>
                  <a:close/>
                  <a:moveTo>
                    <a:pt x="6273" y="54835"/>
                  </a:moveTo>
                  <a:lnTo>
                    <a:pt x="6273" y="54835"/>
                  </a:lnTo>
                  <a:cubicBezTo>
                    <a:pt x="6074" y="55258"/>
                    <a:pt x="5850" y="55706"/>
                    <a:pt x="5700" y="56154"/>
                  </a:cubicBezTo>
                  <a:cubicBezTo>
                    <a:pt x="5650" y="56329"/>
                    <a:pt x="5576" y="56453"/>
                    <a:pt x="5551" y="56602"/>
                  </a:cubicBezTo>
                  <a:cubicBezTo>
                    <a:pt x="5451" y="56851"/>
                    <a:pt x="5327" y="57125"/>
                    <a:pt x="5227" y="57374"/>
                  </a:cubicBezTo>
                  <a:cubicBezTo>
                    <a:pt x="5202" y="57474"/>
                    <a:pt x="5178" y="57523"/>
                    <a:pt x="5153" y="57623"/>
                  </a:cubicBezTo>
                  <a:cubicBezTo>
                    <a:pt x="5028" y="57971"/>
                    <a:pt x="4854" y="58320"/>
                    <a:pt x="4705" y="58693"/>
                  </a:cubicBezTo>
                  <a:cubicBezTo>
                    <a:pt x="4705" y="58716"/>
                    <a:pt x="4685" y="58718"/>
                    <a:pt x="4680" y="58736"/>
                  </a:cubicBezTo>
                  <a:lnTo>
                    <a:pt x="4680" y="58736"/>
                  </a:lnTo>
                  <a:cubicBezTo>
                    <a:pt x="4731" y="58266"/>
                    <a:pt x="4905" y="57870"/>
                    <a:pt x="5078" y="57474"/>
                  </a:cubicBezTo>
                  <a:cubicBezTo>
                    <a:pt x="5277" y="56976"/>
                    <a:pt x="5476" y="56478"/>
                    <a:pt x="5675" y="56030"/>
                  </a:cubicBezTo>
                  <a:cubicBezTo>
                    <a:pt x="5725" y="55881"/>
                    <a:pt x="5800" y="55731"/>
                    <a:pt x="5899" y="55582"/>
                  </a:cubicBezTo>
                  <a:cubicBezTo>
                    <a:pt x="5949" y="55408"/>
                    <a:pt x="6049" y="55233"/>
                    <a:pt x="6148" y="55034"/>
                  </a:cubicBezTo>
                  <a:cubicBezTo>
                    <a:pt x="6173" y="54960"/>
                    <a:pt x="6198" y="54885"/>
                    <a:pt x="6273" y="54835"/>
                  </a:cubicBezTo>
                  <a:close/>
                  <a:moveTo>
                    <a:pt x="5028" y="58444"/>
                  </a:moveTo>
                  <a:cubicBezTo>
                    <a:pt x="4978" y="58494"/>
                    <a:pt x="4953" y="58594"/>
                    <a:pt x="4953" y="58643"/>
                  </a:cubicBezTo>
                  <a:cubicBezTo>
                    <a:pt x="4854" y="58718"/>
                    <a:pt x="4829" y="58768"/>
                    <a:pt x="4804" y="58843"/>
                  </a:cubicBezTo>
                  <a:cubicBezTo>
                    <a:pt x="4829" y="58768"/>
                    <a:pt x="4854" y="58693"/>
                    <a:pt x="4904" y="58619"/>
                  </a:cubicBezTo>
                  <a:cubicBezTo>
                    <a:pt x="4929" y="58569"/>
                    <a:pt x="4978" y="58494"/>
                    <a:pt x="5028" y="58444"/>
                  </a:cubicBezTo>
                  <a:close/>
                  <a:moveTo>
                    <a:pt x="38507" y="46795"/>
                  </a:moveTo>
                  <a:cubicBezTo>
                    <a:pt x="41021" y="48861"/>
                    <a:pt x="43435" y="51002"/>
                    <a:pt x="45601" y="53143"/>
                  </a:cubicBezTo>
                  <a:cubicBezTo>
                    <a:pt x="43858" y="55034"/>
                    <a:pt x="42166" y="56976"/>
                    <a:pt x="40622" y="58942"/>
                  </a:cubicBezTo>
                  <a:cubicBezTo>
                    <a:pt x="38407" y="57523"/>
                    <a:pt x="36092" y="55881"/>
                    <a:pt x="33802" y="54113"/>
                  </a:cubicBezTo>
                  <a:cubicBezTo>
                    <a:pt x="35022" y="51674"/>
                    <a:pt x="36590" y="49185"/>
                    <a:pt x="38507" y="46795"/>
                  </a:cubicBezTo>
                  <a:close/>
                  <a:moveTo>
                    <a:pt x="45675" y="53292"/>
                  </a:moveTo>
                  <a:lnTo>
                    <a:pt x="45725" y="53342"/>
                  </a:lnTo>
                  <a:cubicBezTo>
                    <a:pt x="44033" y="55208"/>
                    <a:pt x="42390" y="57125"/>
                    <a:pt x="40797" y="59091"/>
                  </a:cubicBezTo>
                  <a:cubicBezTo>
                    <a:pt x="40772" y="59091"/>
                    <a:pt x="40772" y="59067"/>
                    <a:pt x="40747" y="59067"/>
                  </a:cubicBezTo>
                  <a:cubicBezTo>
                    <a:pt x="42290" y="57100"/>
                    <a:pt x="43933" y="55159"/>
                    <a:pt x="45675" y="53292"/>
                  </a:cubicBezTo>
                  <a:close/>
                  <a:moveTo>
                    <a:pt x="33728" y="54337"/>
                  </a:moveTo>
                  <a:cubicBezTo>
                    <a:pt x="36018" y="56105"/>
                    <a:pt x="38308" y="57722"/>
                    <a:pt x="40523" y="59116"/>
                  </a:cubicBezTo>
                  <a:cubicBezTo>
                    <a:pt x="40448" y="59116"/>
                    <a:pt x="40448" y="59116"/>
                    <a:pt x="40448" y="59141"/>
                  </a:cubicBezTo>
                  <a:cubicBezTo>
                    <a:pt x="38283" y="57747"/>
                    <a:pt x="35968" y="56129"/>
                    <a:pt x="33703" y="54387"/>
                  </a:cubicBezTo>
                  <a:cubicBezTo>
                    <a:pt x="33703" y="54362"/>
                    <a:pt x="33728" y="54362"/>
                    <a:pt x="33728" y="54337"/>
                  </a:cubicBezTo>
                  <a:close/>
                  <a:moveTo>
                    <a:pt x="55731" y="45526"/>
                  </a:moveTo>
                  <a:cubicBezTo>
                    <a:pt x="55806" y="45576"/>
                    <a:pt x="55856" y="45675"/>
                    <a:pt x="55955" y="45725"/>
                  </a:cubicBezTo>
                  <a:lnTo>
                    <a:pt x="56379" y="46173"/>
                  </a:lnTo>
                  <a:lnTo>
                    <a:pt x="56677" y="46447"/>
                  </a:lnTo>
                  <a:lnTo>
                    <a:pt x="57075" y="46870"/>
                  </a:lnTo>
                  <a:cubicBezTo>
                    <a:pt x="57175" y="46945"/>
                    <a:pt x="57250" y="47019"/>
                    <a:pt x="57349" y="47119"/>
                  </a:cubicBezTo>
                  <a:cubicBezTo>
                    <a:pt x="57474" y="47243"/>
                    <a:pt x="57623" y="47368"/>
                    <a:pt x="57748" y="47492"/>
                  </a:cubicBezTo>
                  <a:cubicBezTo>
                    <a:pt x="57822" y="47542"/>
                    <a:pt x="57922" y="47617"/>
                    <a:pt x="57972" y="47667"/>
                  </a:cubicBezTo>
                  <a:cubicBezTo>
                    <a:pt x="58121" y="47791"/>
                    <a:pt x="58295" y="47940"/>
                    <a:pt x="58420" y="48065"/>
                  </a:cubicBezTo>
                  <a:cubicBezTo>
                    <a:pt x="58469" y="48115"/>
                    <a:pt x="58494" y="48164"/>
                    <a:pt x="58569" y="48189"/>
                  </a:cubicBezTo>
                  <a:cubicBezTo>
                    <a:pt x="58743" y="48363"/>
                    <a:pt x="58917" y="48513"/>
                    <a:pt x="59092" y="48637"/>
                  </a:cubicBezTo>
                  <a:cubicBezTo>
                    <a:pt x="59117" y="48637"/>
                    <a:pt x="59117" y="48662"/>
                    <a:pt x="59166" y="48662"/>
                  </a:cubicBezTo>
                  <a:cubicBezTo>
                    <a:pt x="59789" y="49160"/>
                    <a:pt x="60361" y="49633"/>
                    <a:pt x="60934" y="50006"/>
                  </a:cubicBezTo>
                  <a:cubicBezTo>
                    <a:pt x="60734" y="50156"/>
                    <a:pt x="60585" y="50305"/>
                    <a:pt x="60411" y="50429"/>
                  </a:cubicBezTo>
                  <a:cubicBezTo>
                    <a:pt x="60286" y="50529"/>
                    <a:pt x="60162" y="50653"/>
                    <a:pt x="60038" y="50753"/>
                  </a:cubicBezTo>
                  <a:cubicBezTo>
                    <a:pt x="59963" y="50803"/>
                    <a:pt x="59913" y="50853"/>
                    <a:pt x="59863" y="50902"/>
                  </a:cubicBezTo>
                  <a:cubicBezTo>
                    <a:pt x="59465" y="51251"/>
                    <a:pt x="59092" y="51599"/>
                    <a:pt x="58693" y="51923"/>
                  </a:cubicBezTo>
                  <a:cubicBezTo>
                    <a:pt x="58569" y="52022"/>
                    <a:pt x="58469" y="52122"/>
                    <a:pt x="58345" y="52246"/>
                  </a:cubicBezTo>
                  <a:cubicBezTo>
                    <a:pt x="58320" y="52271"/>
                    <a:pt x="58295" y="52271"/>
                    <a:pt x="58295" y="52296"/>
                  </a:cubicBezTo>
                  <a:lnTo>
                    <a:pt x="58245" y="52346"/>
                  </a:lnTo>
                  <a:cubicBezTo>
                    <a:pt x="57772" y="52769"/>
                    <a:pt x="57324" y="53167"/>
                    <a:pt x="56851" y="53615"/>
                  </a:cubicBezTo>
                  <a:cubicBezTo>
                    <a:pt x="56802" y="53665"/>
                    <a:pt x="56727" y="53740"/>
                    <a:pt x="56677" y="53765"/>
                  </a:cubicBezTo>
                  <a:cubicBezTo>
                    <a:pt x="56130" y="54263"/>
                    <a:pt x="55607" y="54760"/>
                    <a:pt x="55084" y="55283"/>
                  </a:cubicBezTo>
                  <a:lnTo>
                    <a:pt x="54935" y="55457"/>
                  </a:lnTo>
                  <a:lnTo>
                    <a:pt x="54835" y="55532"/>
                  </a:lnTo>
                  <a:lnTo>
                    <a:pt x="54810" y="55582"/>
                  </a:lnTo>
                  <a:lnTo>
                    <a:pt x="53516" y="56851"/>
                  </a:lnTo>
                  <a:cubicBezTo>
                    <a:pt x="53392" y="56976"/>
                    <a:pt x="53267" y="57100"/>
                    <a:pt x="53143" y="57250"/>
                  </a:cubicBezTo>
                  <a:cubicBezTo>
                    <a:pt x="52769" y="57648"/>
                    <a:pt x="52396" y="58071"/>
                    <a:pt x="52023" y="58444"/>
                  </a:cubicBezTo>
                  <a:cubicBezTo>
                    <a:pt x="51973" y="58494"/>
                    <a:pt x="51948" y="58569"/>
                    <a:pt x="51873" y="58619"/>
                  </a:cubicBezTo>
                  <a:cubicBezTo>
                    <a:pt x="51823" y="58693"/>
                    <a:pt x="51749" y="58743"/>
                    <a:pt x="51724" y="58818"/>
                  </a:cubicBezTo>
                  <a:cubicBezTo>
                    <a:pt x="51599" y="58942"/>
                    <a:pt x="51475" y="59067"/>
                    <a:pt x="51351" y="59216"/>
                  </a:cubicBezTo>
                  <a:cubicBezTo>
                    <a:pt x="50355" y="57722"/>
                    <a:pt x="48886" y="55905"/>
                    <a:pt x="46970" y="53889"/>
                  </a:cubicBezTo>
                  <a:cubicBezTo>
                    <a:pt x="47343" y="53416"/>
                    <a:pt x="47716" y="52968"/>
                    <a:pt x="48115" y="52520"/>
                  </a:cubicBezTo>
                  <a:lnTo>
                    <a:pt x="48140" y="52495"/>
                  </a:lnTo>
                  <a:cubicBezTo>
                    <a:pt x="48513" y="52097"/>
                    <a:pt x="48886" y="51649"/>
                    <a:pt x="49260" y="51251"/>
                  </a:cubicBezTo>
                  <a:lnTo>
                    <a:pt x="49285" y="51226"/>
                  </a:lnTo>
                  <a:cubicBezTo>
                    <a:pt x="49384" y="51126"/>
                    <a:pt x="49484" y="51002"/>
                    <a:pt x="49583" y="50902"/>
                  </a:cubicBezTo>
                  <a:cubicBezTo>
                    <a:pt x="49882" y="50604"/>
                    <a:pt x="50156" y="50280"/>
                    <a:pt x="50479" y="49981"/>
                  </a:cubicBezTo>
                  <a:cubicBezTo>
                    <a:pt x="50629" y="49807"/>
                    <a:pt x="50828" y="49633"/>
                    <a:pt x="51002" y="49484"/>
                  </a:cubicBezTo>
                  <a:cubicBezTo>
                    <a:pt x="51251" y="49235"/>
                    <a:pt x="51500" y="49011"/>
                    <a:pt x="51774" y="48762"/>
                  </a:cubicBezTo>
                  <a:lnTo>
                    <a:pt x="52819" y="47816"/>
                  </a:lnTo>
                  <a:cubicBezTo>
                    <a:pt x="52869" y="47766"/>
                    <a:pt x="52944" y="47741"/>
                    <a:pt x="52993" y="47667"/>
                  </a:cubicBezTo>
                  <a:cubicBezTo>
                    <a:pt x="53018" y="47642"/>
                    <a:pt x="53093" y="47617"/>
                    <a:pt x="53118" y="47567"/>
                  </a:cubicBezTo>
                  <a:cubicBezTo>
                    <a:pt x="53242" y="47492"/>
                    <a:pt x="53367" y="47393"/>
                    <a:pt x="53466" y="47293"/>
                  </a:cubicBezTo>
                  <a:lnTo>
                    <a:pt x="53516" y="47243"/>
                  </a:lnTo>
                  <a:cubicBezTo>
                    <a:pt x="53641" y="47144"/>
                    <a:pt x="53765" y="47019"/>
                    <a:pt x="53939" y="46920"/>
                  </a:cubicBezTo>
                  <a:lnTo>
                    <a:pt x="54313" y="46646"/>
                  </a:lnTo>
                  <a:cubicBezTo>
                    <a:pt x="54337" y="46621"/>
                    <a:pt x="54362" y="46571"/>
                    <a:pt x="54387" y="46571"/>
                  </a:cubicBezTo>
                  <a:cubicBezTo>
                    <a:pt x="54561" y="46447"/>
                    <a:pt x="54736" y="46322"/>
                    <a:pt x="54885" y="46173"/>
                  </a:cubicBezTo>
                  <a:lnTo>
                    <a:pt x="55258" y="45899"/>
                  </a:lnTo>
                  <a:cubicBezTo>
                    <a:pt x="55383" y="45775"/>
                    <a:pt x="55557" y="45650"/>
                    <a:pt x="55731" y="45526"/>
                  </a:cubicBezTo>
                  <a:close/>
                  <a:moveTo>
                    <a:pt x="40647" y="59191"/>
                  </a:moveTo>
                  <a:cubicBezTo>
                    <a:pt x="40672" y="59191"/>
                    <a:pt x="40672" y="59216"/>
                    <a:pt x="40697" y="59216"/>
                  </a:cubicBezTo>
                  <a:cubicBezTo>
                    <a:pt x="40697" y="59241"/>
                    <a:pt x="40672" y="59241"/>
                    <a:pt x="40672" y="59266"/>
                  </a:cubicBezTo>
                  <a:cubicBezTo>
                    <a:pt x="40647" y="59266"/>
                    <a:pt x="40622" y="59241"/>
                    <a:pt x="40622" y="59241"/>
                  </a:cubicBezTo>
                  <a:cubicBezTo>
                    <a:pt x="40622" y="59216"/>
                    <a:pt x="40647" y="59216"/>
                    <a:pt x="40647" y="59191"/>
                  </a:cubicBezTo>
                  <a:close/>
                  <a:moveTo>
                    <a:pt x="84082" y="49185"/>
                  </a:moveTo>
                  <a:cubicBezTo>
                    <a:pt x="84132" y="49235"/>
                    <a:pt x="84182" y="49235"/>
                    <a:pt x="84232" y="49260"/>
                  </a:cubicBezTo>
                  <a:cubicBezTo>
                    <a:pt x="84306" y="49284"/>
                    <a:pt x="84331" y="49284"/>
                    <a:pt x="84381" y="49309"/>
                  </a:cubicBezTo>
                  <a:cubicBezTo>
                    <a:pt x="84431" y="49309"/>
                    <a:pt x="84456" y="49334"/>
                    <a:pt x="84481" y="49334"/>
                  </a:cubicBezTo>
                  <a:cubicBezTo>
                    <a:pt x="84705" y="49434"/>
                    <a:pt x="84929" y="49533"/>
                    <a:pt x="85178" y="49633"/>
                  </a:cubicBezTo>
                  <a:cubicBezTo>
                    <a:pt x="85227" y="49658"/>
                    <a:pt x="85252" y="49658"/>
                    <a:pt x="85327" y="49683"/>
                  </a:cubicBezTo>
                  <a:cubicBezTo>
                    <a:pt x="85601" y="49782"/>
                    <a:pt x="85850" y="49882"/>
                    <a:pt x="86123" y="49956"/>
                  </a:cubicBezTo>
                  <a:cubicBezTo>
                    <a:pt x="86173" y="49956"/>
                    <a:pt x="86198" y="50006"/>
                    <a:pt x="86248" y="50006"/>
                  </a:cubicBezTo>
                  <a:lnTo>
                    <a:pt x="86298" y="50006"/>
                  </a:lnTo>
                  <a:cubicBezTo>
                    <a:pt x="86497" y="50056"/>
                    <a:pt x="86721" y="50156"/>
                    <a:pt x="86970" y="50205"/>
                  </a:cubicBezTo>
                  <a:cubicBezTo>
                    <a:pt x="87617" y="52844"/>
                    <a:pt x="87244" y="56005"/>
                    <a:pt x="86074" y="59340"/>
                  </a:cubicBezTo>
                  <a:cubicBezTo>
                    <a:pt x="83809" y="58245"/>
                    <a:pt x="81693" y="56901"/>
                    <a:pt x="79826" y="55383"/>
                  </a:cubicBezTo>
                  <a:cubicBezTo>
                    <a:pt x="81344" y="53342"/>
                    <a:pt x="82763" y="51276"/>
                    <a:pt x="84082" y="49185"/>
                  </a:cubicBezTo>
                  <a:close/>
                  <a:moveTo>
                    <a:pt x="46771" y="54014"/>
                  </a:moveTo>
                  <a:cubicBezTo>
                    <a:pt x="48737" y="56030"/>
                    <a:pt x="50206" y="57847"/>
                    <a:pt x="51151" y="59315"/>
                  </a:cubicBezTo>
                  <a:lnTo>
                    <a:pt x="51102" y="59365"/>
                  </a:lnTo>
                  <a:cubicBezTo>
                    <a:pt x="50156" y="57872"/>
                    <a:pt x="48712" y="56080"/>
                    <a:pt x="46746" y="54088"/>
                  </a:cubicBezTo>
                  <a:cubicBezTo>
                    <a:pt x="46746" y="54039"/>
                    <a:pt x="46771" y="54039"/>
                    <a:pt x="46771" y="54014"/>
                  </a:cubicBezTo>
                  <a:close/>
                  <a:moveTo>
                    <a:pt x="60983" y="50156"/>
                  </a:moveTo>
                  <a:cubicBezTo>
                    <a:pt x="60983" y="50156"/>
                    <a:pt x="61033" y="50156"/>
                    <a:pt x="61033" y="50180"/>
                  </a:cubicBezTo>
                  <a:lnTo>
                    <a:pt x="61058" y="50180"/>
                  </a:lnTo>
                  <a:cubicBezTo>
                    <a:pt x="60934" y="50305"/>
                    <a:pt x="60784" y="50479"/>
                    <a:pt x="60585" y="50604"/>
                  </a:cubicBezTo>
                  <a:cubicBezTo>
                    <a:pt x="60486" y="50653"/>
                    <a:pt x="60436" y="50728"/>
                    <a:pt x="60386" y="50753"/>
                  </a:cubicBezTo>
                  <a:cubicBezTo>
                    <a:pt x="60262" y="50877"/>
                    <a:pt x="60137" y="50977"/>
                    <a:pt x="59988" y="51101"/>
                  </a:cubicBezTo>
                  <a:cubicBezTo>
                    <a:pt x="59589" y="51425"/>
                    <a:pt x="59216" y="51749"/>
                    <a:pt x="58843" y="52097"/>
                  </a:cubicBezTo>
                  <a:lnTo>
                    <a:pt x="58768" y="52147"/>
                  </a:lnTo>
                  <a:lnTo>
                    <a:pt x="58743" y="52147"/>
                  </a:lnTo>
                  <a:cubicBezTo>
                    <a:pt x="58693" y="52197"/>
                    <a:pt x="58619" y="52246"/>
                    <a:pt x="58594" y="52296"/>
                  </a:cubicBezTo>
                  <a:cubicBezTo>
                    <a:pt x="58519" y="52371"/>
                    <a:pt x="58445" y="52421"/>
                    <a:pt x="58370" y="52495"/>
                  </a:cubicBezTo>
                  <a:cubicBezTo>
                    <a:pt x="57847" y="52943"/>
                    <a:pt x="57349" y="53416"/>
                    <a:pt x="56851" y="53889"/>
                  </a:cubicBezTo>
                  <a:lnTo>
                    <a:pt x="56777" y="53939"/>
                  </a:lnTo>
                  <a:cubicBezTo>
                    <a:pt x="56254" y="54437"/>
                    <a:pt x="55756" y="54935"/>
                    <a:pt x="55234" y="55432"/>
                  </a:cubicBezTo>
                  <a:lnTo>
                    <a:pt x="54835" y="55856"/>
                  </a:lnTo>
                  <a:lnTo>
                    <a:pt x="54786" y="55881"/>
                  </a:lnTo>
                  <a:lnTo>
                    <a:pt x="54761" y="55905"/>
                  </a:lnTo>
                  <a:lnTo>
                    <a:pt x="53740" y="56951"/>
                  </a:lnTo>
                  <a:cubicBezTo>
                    <a:pt x="53541" y="57125"/>
                    <a:pt x="53392" y="57274"/>
                    <a:pt x="53242" y="57474"/>
                  </a:cubicBezTo>
                  <a:lnTo>
                    <a:pt x="53217" y="57498"/>
                  </a:lnTo>
                  <a:cubicBezTo>
                    <a:pt x="52894" y="57797"/>
                    <a:pt x="52595" y="58146"/>
                    <a:pt x="52272" y="58494"/>
                  </a:cubicBezTo>
                  <a:cubicBezTo>
                    <a:pt x="52147" y="58643"/>
                    <a:pt x="52023" y="58768"/>
                    <a:pt x="51873" y="58917"/>
                  </a:cubicBezTo>
                  <a:cubicBezTo>
                    <a:pt x="51848" y="58967"/>
                    <a:pt x="51799" y="58992"/>
                    <a:pt x="51799" y="59017"/>
                  </a:cubicBezTo>
                  <a:lnTo>
                    <a:pt x="51774" y="59042"/>
                  </a:lnTo>
                  <a:lnTo>
                    <a:pt x="51749" y="59091"/>
                  </a:lnTo>
                  <a:cubicBezTo>
                    <a:pt x="51649" y="59216"/>
                    <a:pt x="51525" y="59291"/>
                    <a:pt x="51425" y="59415"/>
                  </a:cubicBezTo>
                  <a:cubicBezTo>
                    <a:pt x="51425" y="59415"/>
                    <a:pt x="51425" y="59390"/>
                    <a:pt x="51400" y="59390"/>
                  </a:cubicBezTo>
                  <a:lnTo>
                    <a:pt x="51400" y="59365"/>
                  </a:lnTo>
                  <a:cubicBezTo>
                    <a:pt x="52097" y="58619"/>
                    <a:pt x="52769" y="57872"/>
                    <a:pt x="53466" y="57150"/>
                  </a:cubicBezTo>
                  <a:lnTo>
                    <a:pt x="53491" y="57125"/>
                  </a:lnTo>
                  <a:lnTo>
                    <a:pt x="53516" y="57100"/>
                  </a:lnTo>
                  <a:cubicBezTo>
                    <a:pt x="54238" y="56353"/>
                    <a:pt x="54985" y="55607"/>
                    <a:pt x="55731" y="54885"/>
                  </a:cubicBezTo>
                  <a:lnTo>
                    <a:pt x="56005" y="54611"/>
                  </a:lnTo>
                  <a:cubicBezTo>
                    <a:pt x="56752" y="53889"/>
                    <a:pt x="57524" y="53167"/>
                    <a:pt x="58320" y="52446"/>
                  </a:cubicBezTo>
                  <a:lnTo>
                    <a:pt x="58494" y="52271"/>
                  </a:lnTo>
                  <a:cubicBezTo>
                    <a:pt x="58967" y="51873"/>
                    <a:pt x="59440" y="51475"/>
                    <a:pt x="59938" y="51052"/>
                  </a:cubicBezTo>
                  <a:cubicBezTo>
                    <a:pt x="60062" y="50927"/>
                    <a:pt x="60212" y="50853"/>
                    <a:pt x="60336" y="50728"/>
                  </a:cubicBezTo>
                  <a:lnTo>
                    <a:pt x="60983" y="50156"/>
                  </a:lnTo>
                  <a:close/>
                  <a:moveTo>
                    <a:pt x="87169" y="50280"/>
                  </a:moveTo>
                  <a:cubicBezTo>
                    <a:pt x="87194" y="50280"/>
                    <a:pt x="87194" y="50280"/>
                    <a:pt x="87219" y="50305"/>
                  </a:cubicBezTo>
                  <a:cubicBezTo>
                    <a:pt x="87841" y="52919"/>
                    <a:pt x="87468" y="56105"/>
                    <a:pt x="86298" y="59465"/>
                  </a:cubicBezTo>
                  <a:cubicBezTo>
                    <a:pt x="86248" y="59465"/>
                    <a:pt x="86248" y="59440"/>
                    <a:pt x="86223" y="59440"/>
                  </a:cubicBezTo>
                  <a:cubicBezTo>
                    <a:pt x="87418" y="56080"/>
                    <a:pt x="87791" y="52919"/>
                    <a:pt x="87169" y="50280"/>
                  </a:cubicBezTo>
                  <a:close/>
                  <a:moveTo>
                    <a:pt x="79702" y="55532"/>
                  </a:moveTo>
                  <a:cubicBezTo>
                    <a:pt x="81593" y="57075"/>
                    <a:pt x="83709" y="58395"/>
                    <a:pt x="85999" y="59515"/>
                  </a:cubicBezTo>
                  <a:cubicBezTo>
                    <a:pt x="85999" y="59564"/>
                    <a:pt x="85999" y="59564"/>
                    <a:pt x="85974" y="59589"/>
                  </a:cubicBezTo>
                  <a:cubicBezTo>
                    <a:pt x="83684" y="58469"/>
                    <a:pt x="81519" y="57125"/>
                    <a:pt x="79627" y="55607"/>
                  </a:cubicBezTo>
                  <a:lnTo>
                    <a:pt x="79702" y="55532"/>
                  </a:lnTo>
                  <a:close/>
                  <a:moveTo>
                    <a:pt x="51326" y="59490"/>
                  </a:moveTo>
                  <a:lnTo>
                    <a:pt x="51326" y="59515"/>
                  </a:lnTo>
                  <a:cubicBezTo>
                    <a:pt x="51326" y="59515"/>
                    <a:pt x="51326" y="59564"/>
                    <a:pt x="51351" y="59564"/>
                  </a:cubicBezTo>
                  <a:lnTo>
                    <a:pt x="51276" y="59614"/>
                  </a:lnTo>
                  <a:cubicBezTo>
                    <a:pt x="51276" y="59589"/>
                    <a:pt x="51276" y="59589"/>
                    <a:pt x="51251" y="59564"/>
                  </a:cubicBezTo>
                  <a:lnTo>
                    <a:pt x="51326" y="59490"/>
                  </a:lnTo>
                  <a:close/>
                  <a:moveTo>
                    <a:pt x="4232" y="59614"/>
                  </a:moveTo>
                  <a:lnTo>
                    <a:pt x="4232" y="59614"/>
                  </a:lnTo>
                  <a:cubicBezTo>
                    <a:pt x="4223" y="59637"/>
                    <a:pt x="4214" y="59660"/>
                    <a:pt x="4205" y="59684"/>
                  </a:cubicBezTo>
                  <a:lnTo>
                    <a:pt x="4205" y="59684"/>
                  </a:lnTo>
                  <a:cubicBezTo>
                    <a:pt x="4212" y="59656"/>
                    <a:pt x="4218" y="59628"/>
                    <a:pt x="4232" y="59614"/>
                  </a:cubicBezTo>
                  <a:close/>
                  <a:moveTo>
                    <a:pt x="86173" y="59589"/>
                  </a:moveTo>
                  <a:cubicBezTo>
                    <a:pt x="86198" y="59614"/>
                    <a:pt x="86198" y="59614"/>
                    <a:pt x="86223" y="59614"/>
                  </a:cubicBezTo>
                  <a:cubicBezTo>
                    <a:pt x="86223" y="59639"/>
                    <a:pt x="86198" y="59639"/>
                    <a:pt x="86198" y="59689"/>
                  </a:cubicBezTo>
                  <a:cubicBezTo>
                    <a:pt x="86173" y="59689"/>
                    <a:pt x="86173" y="59639"/>
                    <a:pt x="86123" y="59639"/>
                  </a:cubicBezTo>
                  <a:cubicBezTo>
                    <a:pt x="86123" y="59614"/>
                    <a:pt x="86173" y="59614"/>
                    <a:pt x="86173" y="59589"/>
                  </a:cubicBezTo>
                  <a:close/>
                  <a:moveTo>
                    <a:pt x="61282" y="50280"/>
                  </a:moveTo>
                  <a:cubicBezTo>
                    <a:pt x="61332" y="50355"/>
                    <a:pt x="61431" y="50380"/>
                    <a:pt x="61481" y="50405"/>
                  </a:cubicBezTo>
                  <a:cubicBezTo>
                    <a:pt x="57748" y="53118"/>
                    <a:pt x="54387" y="56353"/>
                    <a:pt x="51649" y="59739"/>
                  </a:cubicBezTo>
                  <a:cubicBezTo>
                    <a:pt x="51624" y="59689"/>
                    <a:pt x="51599" y="59614"/>
                    <a:pt x="51525" y="59564"/>
                  </a:cubicBezTo>
                  <a:cubicBezTo>
                    <a:pt x="51624" y="59465"/>
                    <a:pt x="51699" y="59365"/>
                    <a:pt x="51774" y="59266"/>
                  </a:cubicBezTo>
                  <a:cubicBezTo>
                    <a:pt x="52023" y="59017"/>
                    <a:pt x="52247" y="58743"/>
                    <a:pt x="52496" y="58494"/>
                  </a:cubicBezTo>
                  <a:cubicBezTo>
                    <a:pt x="52620" y="58370"/>
                    <a:pt x="52720" y="58245"/>
                    <a:pt x="52844" y="58146"/>
                  </a:cubicBezTo>
                  <a:cubicBezTo>
                    <a:pt x="52968" y="58021"/>
                    <a:pt x="53093" y="57872"/>
                    <a:pt x="53217" y="57747"/>
                  </a:cubicBezTo>
                  <a:cubicBezTo>
                    <a:pt x="53242" y="57722"/>
                    <a:pt x="53267" y="57698"/>
                    <a:pt x="53317" y="57623"/>
                  </a:cubicBezTo>
                  <a:cubicBezTo>
                    <a:pt x="53491" y="57399"/>
                    <a:pt x="53715" y="57200"/>
                    <a:pt x="53939" y="57001"/>
                  </a:cubicBezTo>
                  <a:lnTo>
                    <a:pt x="54761" y="56154"/>
                  </a:lnTo>
                  <a:lnTo>
                    <a:pt x="54885" y="56030"/>
                  </a:lnTo>
                  <a:cubicBezTo>
                    <a:pt x="55059" y="55881"/>
                    <a:pt x="55209" y="55706"/>
                    <a:pt x="55383" y="55532"/>
                  </a:cubicBezTo>
                  <a:cubicBezTo>
                    <a:pt x="55881" y="55034"/>
                    <a:pt x="56379" y="54586"/>
                    <a:pt x="56876" y="54113"/>
                  </a:cubicBezTo>
                  <a:cubicBezTo>
                    <a:pt x="56976" y="54039"/>
                    <a:pt x="57051" y="53964"/>
                    <a:pt x="57125" y="53889"/>
                  </a:cubicBezTo>
                  <a:lnTo>
                    <a:pt x="57175" y="53864"/>
                  </a:lnTo>
                  <a:lnTo>
                    <a:pt x="58469" y="52645"/>
                  </a:lnTo>
                  <a:cubicBezTo>
                    <a:pt x="58619" y="52520"/>
                    <a:pt x="58793" y="52371"/>
                    <a:pt x="58942" y="52246"/>
                  </a:cubicBezTo>
                  <a:cubicBezTo>
                    <a:pt x="59341" y="51898"/>
                    <a:pt x="59714" y="51550"/>
                    <a:pt x="60112" y="51226"/>
                  </a:cubicBezTo>
                  <a:cubicBezTo>
                    <a:pt x="60311" y="51052"/>
                    <a:pt x="60461" y="50927"/>
                    <a:pt x="60660" y="50778"/>
                  </a:cubicBezTo>
                  <a:cubicBezTo>
                    <a:pt x="60859" y="50629"/>
                    <a:pt x="61083" y="50479"/>
                    <a:pt x="61282" y="50280"/>
                  </a:cubicBezTo>
                  <a:close/>
                  <a:moveTo>
                    <a:pt x="4185" y="59735"/>
                  </a:moveTo>
                  <a:cubicBezTo>
                    <a:pt x="4162" y="59797"/>
                    <a:pt x="4138" y="59858"/>
                    <a:pt x="4114" y="59920"/>
                  </a:cubicBezTo>
                  <a:lnTo>
                    <a:pt x="4114" y="59920"/>
                  </a:lnTo>
                  <a:cubicBezTo>
                    <a:pt x="4136" y="59859"/>
                    <a:pt x="4159" y="59799"/>
                    <a:pt x="4182" y="59739"/>
                  </a:cubicBezTo>
                  <a:cubicBezTo>
                    <a:pt x="4183" y="59737"/>
                    <a:pt x="4184" y="59736"/>
                    <a:pt x="4185" y="59735"/>
                  </a:cubicBezTo>
                  <a:close/>
                  <a:moveTo>
                    <a:pt x="51450" y="59714"/>
                  </a:moveTo>
                  <a:cubicBezTo>
                    <a:pt x="51475" y="59764"/>
                    <a:pt x="51525" y="59838"/>
                    <a:pt x="51575" y="59888"/>
                  </a:cubicBezTo>
                  <a:lnTo>
                    <a:pt x="51500" y="59963"/>
                  </a:lnTo>
                  <a:cubicBezTo>
                    <a:pt x="51475" y="59888"/>
                    <a:pt x="51450" y="59838"/>
                    <a:pt x="51375" y="59764"/>
                  </a:cubicBezTo>
                  <a:cubicBezTo>
                    <a:pt x="51400" y="59739"/>
                    <a:pt x="51400" y="59714"/>
                    <a:pt x="51450" y="59714"/>
                  </a:cubicBezTo>
                  <a:close/>
                  <a:moveTo>
                    <a:pt x="61680" y="50529"/>
                  </a:moveTo>
                  <a:cubicBezTo>
                    <a:pt x="61705" y="50529"/>
                    <a:pt x="61705" y="50554"/>
                    <a:pt x="61730" y="50554"/>
                  </a:cubicBezTo>
                  <a:cubicBezTo>
                    <a:pt x="57947" y="53292"/>
                    <a:pt x="54561" y="56528"/>
                    <a:pt x="51823" y="59988"/>
                  </a:cubicBezTo>
                  <a:cubicBezTo>
                    <a:pt x="51823" y="59963"/>
                    <a:pt x="51774" y="59963"/>
                    <a:pt x="51774" y="59938"/>
                  </a:cubicBezTo>
                  <a:cubicBezTo>
                    <a:pt x="54561" y="56503"/>
                    <a:pt x="57922" y="53267"/>
                    <a:pt x="61680" y="50529"/>
                  </a:cubicBezTo>
                  <a:close/>
                  <a:moveTo>
                    <a:pt x="45899" y="53466"/>
                  </a:moveTo>
                  <a:lnTo>
                    <a:pt x="46347" y="53889"/>
                  </a:lnTo>
                  <a:cubicBezTo>
                    <a:pt x="44754" y="55881"/>
                    <a:pt x="43410" y="57971"/>
                    <a:pt x="42315" y="60012"/>
                  </a:cubicBezTo>
                  <a:cubicBezTo>
                    <a:pt x="41892" y="59739"/>
                    <a:pt x="41419" y="59490"/>
                    <a:pt x="40946" y="59191"/>
                  </a:cubicBezTo>
                  <a:cubicBezTo>
                    <a:pt x="42514" y="57250"/>
                    <a:pt x="44157" y="55333"/>
                    <a:pt x="45899" y="53466"/>
                  </a:cubicBezTo>
                  <a:close/>
                  <a:moveTo>
                    <a:pt x="114698" y="52595"/>
                  </a:moveTo>
                  <a:cubicBezTo>
                    <a:pt x="114723" y="52894"/>
                    <a:pt x="114748" y="53217"/>
                    <a:pt x="114748" y="53541"/>
                  </a:cubicBezTo>
                  <a:cubicBezTo>
                    <a:pt x="114350" y="55084"/>
                    <a:pt x="113877" y="56602"/>
                    <a:pt x="113305" y="58195"/>
                  </a:cubicBezTo>
                  <a:cubicBezTo>
                    <a:pt x="112757" y="58892"/>
                    <a:pt x="112110" y="59564"/>
                    <a:pt x="111363" y="60112"/>
                  </a:cubicBezTo>
                  <a:cubicBezTo>
                    <a:pt x="112632" y="57598"/>
                    <a:pt x="113753" y="55084"/>
                    <a:pt x="114698" y="52595"/>
                  </a:cubicBezTo>
                  <a:close/>
                  <a:moveTo>
                    <a:pt x="46397" y="53939"/>
                  </a:moveTo>
                  <a:lnTo>
                    <a:pt x="46422" y="53989"/>
                  </a:lnTo>
                  <a:cubicBezTo>
                    <a:pt x="46497" y="54088"/>
                    <a:pt x="46497" y="54113"/>
                    <a:pt x="46472" y="54113"/>
                  </a:cubicBezTo>
                  <a:cubicBezTo>
                    <a:pt x="46123" y="54536"/>
                    <a:pt x="45800" y="54984"/>
                    <a:pt x="45476" y="55408"/>
                  </a:cubicBezTo>
                  <a:cubicBezTo>
                    <a:pt x="45377" y="55557"/>
                    <a:pt x="45252" y="55706"/>
                    <a:pt x="45153" y="55856"/>
                  </a:cubicBezTo>
                  <a:cubicBezTo>
                    <a:pt x="44929" y="56154"/>
                    <a:pt x="44680" y="56503"/>
                    <a:pt x="44481" y="56851"/>
                  </a:cubicBezTo>
                  <a:cubicBezTo>
                    <a:pt x="44381" y="57001"/>
                    <a:pt x="44281" y="57125"/>
                    <a:pt x="44182" y="57274"/>
                  </a:cubicBezTo>
                  <a:cubicBezTo>
                    <a:pt x="44132" y="57349"/>
                    <a:pt x="44107" y="57424"/>
                    <a:pt x="44033" y="57498"/>
                  </a:cubicBezTo>
                  <a:cubicBezTo>
                    <a:pt x="43809" y="57872"/>
                    <a:pt x="43560" y="58245"/>
                    <a:pt x="43385" y="58594"/>
                  </a:cubicBezTo>
                  <a:cubicBezTo>
                    <a:pt x="43062" y="59116"/>
                    <a:pt x="42788" y="59639"/>
                    <a:pt x="42514" y="60137"/>
                  </a:cubicBezTo>
                  <a:cubicBezTo>
                    <a:pt x="42514" y="60137"/>
                    <a:pt x="42489" y="60137"/>
                    <a:pt x="42489" y="60112"/>
                  </a:cubicBezTo>
                  <a:lnTo>
                    <a:pt x="42440" y="60112"/>
                  </a:lnTo>
                  <a:cubicBezTo>
                    <a:pt x="42564" y="59863"/>
                    <a:pt x="42688" y="59639"/>
                    <a:pt x="42813" y="59390"/>
                  </a:cubicBezTo>
                  <a:cubicBezTo>
                    <a:pt x="42813" y="59365"/>
                    <a:pt x="42863" y="59340"/>
                    <a:pt x="42888" y="59291"/>
                  </a:cubicBezTo>
                  <a:lnTo>
                    <a:pt x="43360" y="58469"/>
                  </a:lnTo>
                  <a:cubicBezTo>
                    <a:pt x="43360" y="58469"/>
                    <a:pt x="43360" y="58419"/>
                    <a:pt x="43385" y="58419"/>
                  </a:cubicBezTo>
                  <a:cubicBezTo>
                    <a:pt x="43560" y="58121"/>
                    <a:pt x="43759" y="57847"/>
                    <a:pt x="43933" y="57523"/>
                  </a:cubicBezTo>
                  <a:cubicBezTo>
                    <a:pt x="44132" y="57225"/>
                    <a:pt x="44306" y="56926"/>
                    <a:pt x="44505" y="56627"/>
                  </a:cubicBezTo>
                  <a:cubicBezTo>
                    <a:pt x="44530" y="56602"/>
                    <a:pt x="44555" y="56553"/>
                    <a:pt x="44555" y="56503"/>
                  </a:cubicBezTo>
                  <a:cubicBezTo>
                    <a:pt x="44754" y="56229"/>
                    <a:pt x="44929" y="55980"/>
                    <a:pt x="45128" y="55681"/>
                  </a:cubicBezTo>
                  <a:cubicBezTo>
                    <a:pt x="45352" y="55408"/>
                    <a:pt x="45526" y="55109"/>
                    <a:pt x="45750" y="54810"/>
                  </a:cubicBezTo>
                  <a:cubicBezTo>
                    <a:pt x="45800" y="54760"/>
                    <a:pt x="45850" y="54686"/>
                    <a:pt x="45899" y="54611"/>
                  </a:cubicBezTo>
                  <a:cubicBezTo>
                    <a:pt x="46049" y="54387"/>
                    <a:pt x="46248" y="54163"/>
                    <a:pt x="46397" y="53939"/>
                  </a:cubicBezTo>
                  <a:close/>
                  <a:moveTo>
                    <a:pt x="51649" y="60062"/>
                  </a:moveTo>
                  <a:cubicBezTo>
                    <a:pt x="51649" y="60087"/>
                    <a:pt x="51699" y="60112"/>
                    <a:pt x="51699" y="60112"/>
                  </a:cubicBezTo>
                  <a:lnTo>
                    <a:pt x="51624" y="60187"/>
                  </a:lnTo>
                  <a:cubicBezTo>
                    <a:pt x="51624" y="60137"/>
                    <a:pt x="51599" y="60137"/>
                    <a:pt x="51599" y="60112"/>
                  </a:cubicBezTo>
                  <a:lnTo>
                    <a:pt x="51649" y="60062"/>
                  </a:lnTo>
                  <a:close/>
                  <a:moveTo>
                    <a:pt x="40822" y="59315"/>
                  </a:moveTo>
                  <a:cubicBezTo>
                    <a:pt x="41295" y="59589"/>
                    <a:pt x="41767" y="59888"/>
                    <a:pt x="42240" y="60137"/>
                  </a:cubicBezTo>
                  <a:cubicBezTo>
                    <a:pt x="42240" y="60187"/>
                    <a:pt x="42191" y="60187"/>
                    <a:pt x="42191" y="60212"/>
                  </a:cubicBezTo>
                  <a:cubicBezTo>
                    <a:pt x="41743" y="59963"/>
                    <a:pt x="41270" y="59689"/>
                    <a:pt x="40797" y="59365"/>
                  </a:cubicBezTo>
                  <a:cubicBezTo>
                    <a:pt x="40797" y="59340"/>
                    <a:pt x="40822" y="59340"/>
                    <a:pt x="40822" y="59315"/>
                  </a:cubicBezTo>
                  <a:close/>
                  <a:moveTo>
                    <a:pt x="42440" y="60261"/>
                  </a:moveTo>
                  <a:cubicBezTo>
                    <a:pt x="42440" y="60261"/>
                    <a:pt x="42489" y="60261"/>
                    <a:pt x="42489" y="60311"/>
                  </a:cubicBezTo>
                  <a:cubicBezTo>
                    <a:pt x="42489" y="60336"/>
                    <a:pt x="42440" y="60336"/>
                    <a:pt x="42440" y="60361"/>
                  </a:cubicBezTo>
                  <a:cubicBezTo>
                    <a:pt x="42415" y="60361"/>
                    <a:pt x="42415" y="60361"/>
                    <a:pt x="42390" y="60336"/>
                  </a:cubicBezTo>
                  <a:cubicBezTo>
                    <a:pt x="42390" y="60311"/>
                    <a:pt x="42415" y="60311"/>
                    <a:pt x="42415" y="60261"/>
                  </a:cubicBezTo>
                  <a:close/>
                  <a:moveTo>
                    <a:pt x="114599" y="52097"/>
                  </a:moveTo>
                  <a:cubicBezTo>
                    <a:pt x="114599" y="52122"/>
                    <a:pt x="114624" y="52172"/>
                    <a:pt x="114624" y="52222"/>
                  </a:cubicBezTo>
                  <a:cubicBezTo>
                    <a:pt x="113628" y="54885"/>
                    <a:pt x="112433" y="57598"/>
                    <a:pt x="111064" y="60336"/>
                  </a:cubicBezTo>
                  <a:cubicBezTo>
                    <a:pt x="111015" y="60361"/>
                    <a:pt x="110990" y="60386"/>
                    <a:pt x="110965" y="60386"/>
                  </a:cubicBezTo>
                  <a:cubicBezTo>
                    <a:pt x="112359" y="57598"/>
                    <a:pt x="113603" y="54835"/>
                    <a:pt x="114599" y="52097"/>
                  </a:cubicBezTo>
                  <a:close/>
                  <a:moveTo>
                    <a:pt x="87443" y="50355"/>
                  </a:moveTo>
                  <a:lnTo>
                    <a:pt x="87443" y="50355"/>
                  </a:lnTo>
                  <a:cubicBezTo>
                    <a:pt x="87692" y="50405"/>
                    <a:pt x="87916" y="50479"/>
                    <a:pt x="88164" y="50529"/>
                  </a:cubicBezTo>
                  <a:cubicBezTo>
                    <a:pt x="88214" y="50529"/>
                    <a:pt x="88289" y="50554"/>
                    <a:pt x="88339" y="50554"/>
                  </a:cubicBezTo>
                  <a:cubicBezTo>
                    <a:pt x="88438" y="50579"/>
                    <a:pt x="88563" y="50579"/>
                    <a:pt x="88662" y="50629"/>
                  </a:cubicBezTo>
                  <a:cubicBezTo>
                    <a:pt x="88812" y="50653"/>
                    <a:pt x="88986" y="50678"/>
                    <a:pt x="89160" y="50728"/>
                  </a:cubicBezTo>
                  <a:cubicBezTo>
                    <a:pt x="89210" y="50728"/>
                    <a:pt x="89285" y="50753"/>
                    <a:pt x="89359" y="50753"/>
                  </a:cubicBezTo>
                  <a:lnTo>
                    <a:pt x="89409" y="50753"/>
                  </a:lnTo>
                  <a:cubicBezTo>
                    <a:pt x="89434" y="50753"/>
                    <a:pt x="89484" y="50753"/>
                    <a:pt x="89534" y="50778"/>
                  </a:cubicBezTo>
                  <a:lnTo>
                    <a:pt x="90181" y="50877"/>
                  </a:lnTo>
                  <a:cubicBezTo>
                    <a:pt x="90305" y="50902"/>
                    <a:pt x="90430" y="50902"/>
                    <a:pt x="90554" y="50902"/>
                  </a:cubicBezTo>
                  <a:cubicBezTo>
                    <a:pt x="90778" y="50927"/>
                    <a:pt x="91027" y="50952"/>
                    <a:pt x="91226" y="50952"/>
                  </a:cubicBezTo>
                  <a:lnTo>
                    <a:pt x="91351" y="50952"/>
                  </a:lnTo>
                  <a:cubicBezTo>
                    <a:pt x="91450" y="50952"/>
                    <a:pt x="91575" y="50952"/>
                    <a:pt x="91674" y="51002"/>
                  </a:cubicBezTo>
                  <a:lnTo>
                    <a:pt x="91799" y="51002"/>
                  </a:lnTo>
                  <a:cubicBezTo>
                    <a:pt x="91898" y="51002"/>
                    <a:pt x="91948" y="51002"/>
                    <a:pt x="92048" y="51027"/>
                  </a:cubicBezTo>
                  <a:cubicBezTo>
                    <a:pt x="92147" y="51027"/>
                    <a:pt x="92222" y="51027"/>
                    <a:pt x="92321" y="51052"/>
                  </a:cubicBezTo>
                  <a:lnTo>
                    <a:pt x="93417" y="51052"/>
                  </a:lnTo>
                  <a:cubicBezTo>
                    <a:pt x="93989" y="51052"/>
                    <a:pt x="94586" y="51027"/>
                    <a:pt x="95184" y="51002"/>
                  </a:cubicBezTo>
                  <a:lnTo>
                    <a:pt x="95184" y="51002"/>
                  </a:lnTo>
                  <a:cubicBezTo>
                    <a:pt x="93392" y="54238"/>
                    <a:pt x="91276" y="57449"/>
                    <a:pt x="88936" y="60585"/>
                  </a:cubicBezTo>
                  <a:cubicBezTo>
                    <a:pt x="88090" y="60261"/>
                    <a:pt x="87244" y="59888"/>
                    <a:pt x="86447" y="59515"/>
                  </a:cubicBezTo>
                  <a:cubicBezTo>
                    <a:pt x="87617" y="56154"/>
                    <a:pt x="88040" y="53018"/>
                    <a:pt x="87443" y="50355"/>
                  </a:cubicBezTo>
                  <a:close/>
                  <a:moveTo>
                    <a:pt x="113105" y="58718"/>
                  </a:moveTo>
                  <a:lnTo>
                    <a:pt x="113105" y="58718"/>
                  </a:lnTo>
                  <a:cubicBezTo>
                    <a:pt x="113081" y="58768"/>
                    <a:pt x="113081" y="58843"/>
                    <a:pt x="113056" y="58892"/>
                  </a:cubicBezTo>
                  <a:cubicBezTo>
                    <a:pt x="112508" y="59515"/>
                    <a:pt x="111861" y="60087"/>
                    <a:pt x="111114" y="60585"/>
                  </a:cubicBezTo>
                  <a:cubicBezTo>
                    <a:pt x="111139" y="60560"/>
                    <a:pt x="111139" y="60510"/>
                    <a:pt x="111189" y="60460"/>
                  </a:cubicBezTo>
                  <a:cubicBezTo>
                    <a:pt x="111936" y="59938"/>
                    <a:pt x="112583" y="59365"/>
                    <a:pt x="113105" y="58718"/>
                  </a:cubicBezTo>
                  <a:close/>
                  <a:moveTo>
                    <a:pt x="95532" y="51027"/>
                  </a:moveTo>
                  <a:cubicBezTo>
                    <a:pt x="93665" y="54263"/>
                    <a:pt x="91525" y="57498"/>
                    <a:pt x="89185" y="60684"/>
                  </a:cubicBezTo>
                  <a:cubicBezTo>
                    <a:pt x="89160" y="60684"/>
                    <a:pt x="89160" y="60635"/>
                    <a:pt x="89110" y="60635"/>
                  </a:cubicBezTo>
                  <a:cubicBezTo>
                    <a:pt x="91475" y="57474"/>
                    <a:pt x="93591" y="54238"/>
                    <a:pt x="95458" y="51027"/>
                  </a:cubicBezTo>
                  <a:close/>
                  <a:moveTo>
                    <a:pt x="86372" y="59714"/>
                  </a:moveTo>
                  <a:cubicBezTo>
                    <a:pt x="87194" y="60087"/>
                    <a:pt x="87990" y="60436"/>
                    <a:pt x="88812" y="60734"/>
                  </a:cubicBezTo>
                  <a:cubicBezTo>
                    <a:pt x="88812" y="60759"/>
                    <a:pt x="88787" y="60759"/>
                    <a:pt x="88787" y="60809"/>
                  </a:cubicBezTo>
                  <a:cubicBezTo>
                    <a:pt x="87965" y="60485"/>
                    <a:pt x="87169" y="60137"/>
                    <a:pt x="86347" y="59764"/>
                  </a:cubicBezTo>
                  <a:cubicBezTo>
                    <a:pt x="86372" y="59739"/>
                    <a:pt x="86372" y="59714"/>
                    <a:pt x="86372" y="59714"/>
                  </a:cubicBezTo>
                  <a:close/>
                  <a:moveTo>
                    <a:pt x="110865" y="60685"/>
                  </a:moveTo>
                  <a:lnTo>
                    <a:pt x="110865" y="60685"/>
                  </a:lnTo>
                  <a:cubicBezTo>
                    <a:pt x="110840" y="60709"/>
                    <a:pt x="110840" y="60734"/>
                    <a:pt x="110815" y="60809"/>
                  </a:cubicBezTo>
                  <a:cubicBezTo>
                    <a:pt x="110766" y="60834"/>
                    <a:pt x="110741" y="60834"/>
                    <a:pt x="110716" y="60859"/>
                  </a:cubicBezTo>
                  <a:cubicBezTo>
                    <a:pt x="110741" y="60834"/>
                    <a:pt x="110741" y="60809"/>
                    <a:pt x="110766" y="60734"/>
                  </a:cubicBezTo>
                  <a:cubicBezTo>
                    <a:pt x="110815" y="60709"/>
                    <a:pt x="110840" y="60709"/>
                    <a:pt x="110865" y="60685"/>
                  </a:cubicBezTo>
                  <a:close/>
                  <a:moveTo>
                    <a:pt x="88986" y="60809"/>
                  </a:moveTo>
                  <a:cubicBezTo>
                    <a:pt x="89036" y="60809"/>
                    <a:pt x="89061" y="60834"/>
                    <a:pt x="89061" y="60834"/>
                  </a:cubicBezTo>
                  <a:cubicBezTo>
                    <a:pt x="89061" y="60859"/>
                    <a:pt x="89011" y="60859"/>
                    <a:pt x="89011" y="60884"/>
                  </a:cubicBezTo>
                  <a:cubicBezTo>
                    <a:pt x="88986" y="60884"/>
                    <a:pt x="88986" y="60884"/>
                    <a:pt x="88961" y="60859"/>
                  </a:cubicBezTo>
                  <a:cubicBezTo>
                    <a:pt x="88961" y="60834"/>
                    <a:pt x="88986" y="60834"/>
                    <a:pt x="88986" y="60809"/>
                  </a:cubicBezTo>
                  <a:close/>
                  <a:moveTo>
                    <a:pt x="33578" y="54536"/>
                  </a:moveTo>
                  <a:cubicBezTo>
                    <a:pt x="35843" y="56279"/>
                    <a:pt x="38133" y="57897"/>
                    <a:pt x="40299" y="59315"/>
                  </a:cubicBezTo>
                  <a:cubicBezTo>
                    <a:pt x="39801" y="59963"/>
                    <a:pt x="39303" y="60585"/>
                    <a:pt x="38805" y="61232"/>
                  </a:cubicBezTo>
                  <a:cubicBezTo>
                    <a:pt x="36914" y="59689"/>
                    <a:pt x="34723" y="58345"/>
                    <a:pt x="32433" y="57225"/>
                  </a:cubicBezTo>
                  <a:cubicBezTo>
                    <a:pt x="32782" y="56329"/>
                    <a:pt x="33180" y="55408"/>
                    <a:pt x="33578" y="54536"/>
                  </a:cubicBezTo>
                  <a:close/>
                  <a:moveTo>
                    <a:pt x="40498" y="59365"/>
                  </a:moveTo>
                  <a:cubicBezTo>
                    <a:pt x="40523" y="59365"/>
                    <a:pt x="40523" y="59390"/>
                    <a:pt x="40548" y="59390"/>
                  </a:cubicBezTo>
                  <a:cubicBezTo>
                    <a:pt x="40050" y="60062"/>
                    <a:pt x="39527" y="60709"/>
                    <a:pt x="39054" y="61357"/>
                  </a:cubicBezTo>
                  <a:cubicBezTo>
                    <a:pt x="39029" y="61357"/>
                    <a:pt x="39029" y="61332"/>
                    <a:pt x="39005" y="61332"/>
                  </a:cubicBezTo>
                  <a:cubicBezTo>
                    <a:pt x="39453" y="60684"/>
                    <a:pt x="39950" y="60012"/>
                    <a:pt x="40498" y="59365"/>
                  </a:cubicBezTo>
                  <a:close/>
                  <a:moveTo>
                    <a:pt x="3612" y="61301"/>
                  </a:moveTo>
                  <a:cubicBezTo>
                    <a:pt x="3605" y="61323"/>
                    <a:pt x="3598" y="61344"/>
                    <a:pt x="3592" y="61365"/>
                  </a:cubicBezTo>
                  <a:lnTo>
                    <a:pt x="3592" y="61365"/>
                  </a:lnTo>
                  <a:cubicBezTo>
                    <a:pt x="3596" y="61344"/>
                    <a:pt x="3601" y="61323"/>
                    <a:pt x="3609" y="61307"/>
                  </a:cubicBezTo>
                  <a:cubicBezTo>
                    <a:pt x="3610" y="61305"/>
                    <a:pt x="3611" y="61303"/>
                    <a:pt x="3612" y="61301"/>
                  </a:cubicBezTo>
                  <a:close/>
                  <a:moveTo>
                    <a:pt x="32408" y="57374"/>
                  </a:moveTo>
                  <a:cubicBezTo>
                    <a:pt x="34698" y="58469"/>
                    <a:pt x="36839" y="59838"/>
                    <a:pt x="38706" y="61357"/>
                  </a:cubicBezTo>
                  <a:lnTo>
                    <a:pt x="38681" y="61381"/>
                  </a:lnTo>
                  <a:cubicBezTo>
                    <a:pt x="36789" y="59863"/>
                    <a:pt x="34649" y="58519"/>
                    <a:pt x="32359" y="57449"/>
                  </a:cubicBezTo>
                  <a:cubicBezTo>
                    <a:pt x="32359" y="57399"/>
                    <a:pt x="32359" y="57399"/>
                    <a:pt x="32408" y="57374"/>
                  </a:cubicBezTo>
                  <a:close/>
                  <a:moveTo>
                    <a:pt x="38880" y="61481"/>
                  </a:moveTo>
                  <a:cubicBezTo>
                    <a:pt x="38905" y="61481"/>
                    <a:pt x="38905" y="61506"/>
                    <a:pt x="38930" y="61506"/>
                  </a:cubicBezTo>
                  <a:lnTo>
                    <a:pt x="38905" y="61556"/>
                  </a:lnTo>
                  <a:cubicBezTo>
                    <a:pt x="38880" y="61556"/>
                    <a:pt x="38830" y="61506"/>
                    <a:pt x="38830" y="61506"/>
                  </a:cubicBezTo>
                  <a:lnTo>
                    <a:pt x="38880" y="61481"/>
                  </a:lnTo>
                  <a:close/>
                  <a:moveTo>
                    <a:pt x="113305" y="58942"/>
                  </a:moveTo>
                  <a:cubicBezTo>
                    <a:pt x="112956" y="59813"/>
                    <a:pt x="112583" y="60709"/>
                    <a:pt x="112234" y="61481"/>
                  </a:cubicBezTo>
                  <a:cubicBezTo>
                    <a:pt x="112217" y="61533"/>
                    <a:pt x="112197" y="61581"/>
                    <a:pt x="112176" y="61630"/>
                  </a:cubicBezTo>
                  <a:lnTo>
                    <a:pt x="112176" y="61630"/>
                  </a:lnTo>
                  <a:cubicBezTo>
                    <a:pt x="112515" y="60759"/>
                    <a:pt x="112870" y="59888"/>
                    <a:pt x="113205" y="59017"/>
                  </a:cubicBezTo>
                  <a:lnTo>
                    <a:pt x="113305" y="58942"/>
                  </a:lnTo>
                  <a:close/>
                  <a:moveTo>
                    <a:pt x="113804" y="58252"/>
                  </a:moveTo>
                  <a:cubicBezTo>
                    <a:pt x="113489" y="59031"/>
                    <a:pt x="113197" y="59832"/>
                    <a:pt x="112856" y="60610"/>
                  </a:cubicBezTo>
                  <a:cubicBezTo>
                    <a:pt x="112732" y="60884"/>
                    <a:pt x="112608" y="61207"/>
                    <a:pt x="112483" y="61481"/>
                  </a:cubicBezTo>
                  <a:cubicBezTo>
                    <a:pt x="112483" y="61506"/>
                    <a:pt x="112458" y="61556"/>
                    <a:pt x="112458" y="61581"/>
                  </a:cubicBezTo>
                  <a:cubicBezTo>
                    <a:pt x="112458" y="61605"/>
                    <a:pt x="112408" y="61605"/>
                    <a:pt x="112408" y="61630"/>
                  </a:cubicBezTo>
                  <a:cubicBezTo>
                    <a:pt x="112368" y="61773"/>
                    <a:pt x="112294" y="61899"/>
                    <a:pt x="112241" y="62022"/>
                  </a:cubicBezTo>
                  <a:lnTo>
                    <a:pt x="112241" y="62022"/>
                  </a:lnTo>
                  <a:cubicBezTo>
                    <a:pt x="112434" y="61526"/>
                    <a:pt x="112669" y="61029"/>
                    <a:pt x="112881" y="60510"/>
                  </a:cubicBezTo>
                  <a:cubicBezTo>
                    <a:pt x="112881" y="60485"/>
                    <a:pt x="112931" y="60460"/>
                    <a:pt x="112931" y="60386"/>
                  </a:cubicBezTo>
                  <a:cubicBezTo>
                    <a:pt x="113180" y="59764"/>
                    <a:pt x="113429" y="59116"/>
                    <a:pt x="113653" y="58494"/>
                  </a:cubicBezTo>
                  <a:cubicBezTo>
                    <a:pt x="113653" y="58469"/>
                    <a:pt x="113703" y="58444"/>
                    <a:pt x="113703" y="58395"/>
                  </a:cubicBezTo>
                  <a:cubicBezTo>
                    <a:pt x="113728" y="58370"/>
                    <a:pt x="113753" y="58345"/>
                    <a:pt x="113753" y="58320"/>
                  </a:cubicBezTo>
                  <a:cubicBezTo>
                    <a:pt x="113782" y="58290"/>
                    <a:pt x="113794" y="58270"/>
                    <a:pt x="113804" y="58252"/>
                  </a:cubicBezTo>
                  <a:close/>
                  <a:moveTo>
                    <a:pt x="110616" y="44804"/>
                  </a:moveTo>
                  <a:cubicBezTo>
                    <a:pt x="112732" y="47069"/>
                    <a:pt x="114076" y="49484"/>
                    <a:pt x="114574" y="51749"/>
                  </a:cubicBezTo>
                  <a:cubicBezTo>
                    <a:pt x="113479" y="54636"/>
                    <a:pt x="112184" y="57623"/>
                    <a:pt x="110641" y="60610"/>
                  </a:cubicBezTo>
                  <a:cubicBezTo>
                    <a:pt x="109695" y="61207"/>
                    <a:pt x="108575" y="61705"/>
                    <a:pt x="107331" y="62078"/>
                  </a:cubicBezTo>
                  <a:cubicBezTo>
                    <a:pt x="108376" y="59017"/>
                    <a:pt x="109073" y="56129"/>
                    <a:pt x="109322" y="53391"/>
                  </a:cubicBezTo>
                  <a:lnTo>
                    <a:pt x="109322" y="53342"/>
                  </a:lnTo>
                  <a:lnTo>
                    <a:pt x="109322" y="53292"/>
                  </a:lnTo>
                  <a:lnTo>
                    <a:pt x="109322" y="53217"/>
                  </a:lnTo>
                  <a:cubicBezTo>
                    <a:pt x="109347" y="52794"/>
                    <a:pt x="109372" y="52396"/>
                    <a:pt x="109372" y="51998"/>
                  </a:cubicBezTo>
                  <a:lnTo>
                    <a:pt x="109372" y="51973"/>
                  </a:lnTo>
                  <a:lnTo>
                    <a:pt x="109372" y="51823"/>
                  </a:lnTo>
                  <a:lnTo>
                    <a:pt x="109372" y="51774"/>
                  </a:lnTo>
                  <a:lnTo>
                    <a:pt x="109372" y="51550"/>
                  </a:lnTo>
                  <a:lnTo>
                    <a:pt x="109372" y="50429"/>
                  </a:lnTo>
                  <a:lnTo>
                    <a:pt x="109372" y="50355"/>
                  </a:lnTo>
                  <a:cubicBezTo>
                    <a:pt x="109372" y="50230"/>
                    <a:pt x="109372" y="50106"/>
                    <a:pt x="109347" y="49981"/>
                  </a:cubicBezTo>
                  <a:cubicBezTo>
                    <a:pt x="109347" y="49658"/>
                    <a:pt x="109297" y="49359"/>
                    <a:pt x="109272" y="49060"/>
                  </a:cubicBezTo>
                  <a:lnTo>
                    <a:pt x="109272" y="48886"/>
                  </a:lnTo>
                  <a:cubicBezTo>
                    <a:pt x="109272" y="48787"/>
                    <a:pt x="109247" y="48687"/>
                    <a:pt x="109247" y="48563"/>
                  </a:cubicBezTo>
                  <a:lnTo>
                    <a:pt x="109247" y="48513"/>
                  </a:lnTo>
                  <a:cubicBezTo>
                    <a:pt x="109222" y="48388"/>
                    <a:pt x="109222" y="48239"/>
                    <a:pt x="109222" y="48115"/>
                  </a:cubicBezTo>
                  <a:cubicBezTo>
                    <a:pt x="109670" y="47019"/>
                    <a:pt x="110118" y="45924"/>
                    <a:pt x="110517" y="44879"/>
                  </a:cubicBezTo>
                  <a:cubicBezTo>
                    <a:pt x="110542" y="44829"/>
                    <a:pt x="110591" y="44804"/>
                    <a:pt x="110616" y="44804"/>
                  </a:cubicBezTo>
                  <a:close/>
                  <a:moveTo>
                    <a:pt x="109073" y="48513"/>
                  </a:moveTo>
                  <a:cubicBezTo>
                    <a:pt x="109073" y="48563"/>
                    <a:pt x="109098" y="48637"/>
                    <a:pt x="109098" y="48737"/>
                  </a:cubicBezTo>
                  <a:cubicBezTo>
                    <a:pt x="109123" y="48886"/>
                    <a:pt x="109123" y="49036"/>
                    <a:pt x="109148" y="49185"/>
                  </a:cubicBezTo>
                  <a:lnTo>
                    <a:pt x="109148" y="49309"/>
                  </a:lnTo>
                  <a:cubicBezTo>
                    <a:pt x="109197" y="49633"/>
                    <a:pt x="109197" y="49932"/>
                    <a:pt x="109222" y="50230"/>
                  </a:cubicBezTo>
                  <a:lnTo>
                    <a:pt x="109222" y="50554"/>
                  </a:lnTo>
                  <a:lnTo>
                    <a:pt x="109222" y="51848"/>
                  </a:lnTo>
                  <a:lnTo>
                    <a:pt x="109222" y="51923"/>
                  </a:lnTo>
                  <a:cubicBezTo>
                    <a:pt x="109222" y="52122"/>
                    <a:pt x="109197" y="52346"/>
                    <a:pt x="109197" y="52520"/>
                  </a:cubicBezTo>
                  <a:cubicBezTo>
                    <a:pt x="109197" y="52620"/>
                    <a:pt x="109197" y="52744"/>
                    <a:pt x="109148" y="52844"/>
                  </a:cubicBezTo>
                  <a:cubicBezTo>
                    <a:pt x="109148" y="52919"/>
                    <a:pt x="109148" y="53043"/>
                    <a:pt x="109123" y="53143"/>
                  </a:cubicBezTo>
                  <a:cubicBezTo>
                    <a:pt x="109098" y="53342"/>
                    <a:pt x="109098" y="53541"/>
                    <a:pt x="109073" y="53740"/>
                  </a:cubicBezTo>
                  <a:cubicBezTo>
                    <a:pt x="109023" y="54138"/>
                    <a:pt x="108973" y="54536"/>
                    <a:pt x="108899" y="54960"/>
                  </a:cubicBezTo>
                  <a:cubicBezTo>
                    <a:pt x="108849" y="55408"/>
                    <a:pt x="108749" y="55881"/>
                    <a:pt x="108650" y="56329"/>
                  </a:cubicBezTo>
                  <a:cubicBezTo>
                    <a:pt x="108625" y="56528"/>
                    <a:pt x="108575" y="56777"/>
                    <a:pt x="108525" y="57026"/>
                  </a:cubicBezTo>
                  <a:cubicBezTo>
                    <a:pt x="108351" y="57847"/>
                    <a:pt x="108152" y="58643"/>
                    <a:pt x="107903" y="59490"/>
                  </a:cubicBezTo>
                  <a:cubicBezTo>
                    <a:pt x="107853" y="59714"/>
                    <a:pt x="107779" y="59963"/>
                    <a:pt x="107704" y="60187"/>
                  </a:cubicBezTo>
                  <a:cubicBezTo>
                    <a:pt x="107505" y="60759"/>
                    <a:pt x="107281" y="61456"/>
                    <a:pt x="107032" y="62128"/>
                  </a:cubicBezTo>
                  <a:cubicBezTo>
                    <a:pt x="107007" y="62128"/>
                    <a:pt x="107007" y="62128"/>
                    <a:pt x="106982" y="62178"/>
                  </a:cubicBezTo>
                  <a:cubicBezTo>
                    <a:pt x="107032" y="62004"/>
                    <a:pt x="107082" y="61854"/>
                    <a:pt x="107132" y="61680"/>
                  </a:cubicBezTo>
                  <a:cubicBezTo>
                    <a:pt x="107132" y="61630"/>
                    <a:pt x="107156" y="61605"/>
                    <a:pt x="107156" y="61605"/>
                  </a:cubicBezTo>
                  <a:lnTo>
                    <a:pt x="107256" y="61332"/>
                  </a:lnTo>
                  <a:cubicBezTo>
                    <a:pt x="107356" y="61008"/>
                    <a:pt x="107480" y="60684"/>
                    <a:pt x="107580" y="60361"/>
                  </a:cubicBezTo>
                  <a:cubicBezTo>
                    <a:pt x="107604" y="60236"/>
                    <a:pt x="107654" y="60087"/>
                    <a:pt x="107704" y="59963"/>
                  </a:cubicBezTo>
                  <a:cubicBezTo>
                    <a:pt x="107779" y="59714"/>
                    <a:pt x="107853" y="59440"/>
                    <a:pt x="107903" y="59191"/>
                  </a:cubicBezTo>
                  <a:cubicBezTo>
                    <a:pt x="107953" y="59116"/>
                    <a:pt x="107953" y="59017"/>
                    <a:pt x="107978" y="58967"/>
                  </a:cubicBezTo>
                  <a:cubicBezTo>
                    <a:pt x="108003" y="58867"/>
                    <a:pt x="108003" y="58818"/>
                    <a:pt x="108028" y="58718"/>
                  </a:cubicBezTo>
                  <a:cubicBezTo>
                    <a:pt x="108077" y="58594"/>
                    <a:pt x="108102" y="58444"/>
                    <a:pt x="108127" y="58320"/>
                  </a:cubicBezTo>
                  <a:cubicBezTo>
                    <a:pt x="108127" y="58270"/>
                    <a:pt x="108152" y="58220"/>
                    <a:pt x="108152" y="58195"/>
                  </a:cubicBezTo>
                  <a:lnTo>
                    <a:pt x="108152" y="58146"/>
                  </a:lnTo>
                  <a:cubicBezTo>
                    <a:pt x="108227" y="57946"/>
                    <a:pt x="108252" y="57747"/>
                    <a:pt x="108326" y="57523"/>
                  </a:cubicBezTo>
                  <a:lnTo>
                    <a:pt x="108326" y="57498"/>
                  </a:lnTo>
                  <a:cubicBezTo>
                    <a:pt x="108376" y="57250"/>
                    <a:pt x="108451" y="56976"/>
                    <a:pt x="108501" y="56727"/>
                  </a:cubicBezTo>
                  <a:cubicBezTo>
                    <a:pt x="108501" y="56702"/>
                    <a:pt x="108501" y="56652"/>
                    <a:pt x="108525" y="56627"/>
                  </a:cubicBezTo>
                  <a:cubicBezTo>
                    <a:pt x="108525" y="56602"/>
                    <a:pt x="108525" y="56528"/>
                    <a:pt x="108575" y="56503"/>
                  </a:cubicBezTo>
                  <a:lnTo>
                    <a:pt x="108575" y="56478"/>
                  </a:lnTo>
                  <a:lnTo>
                    <a:pt x="108650" y="56005"/>
                  </a:lnTo>
                  <a:cubicBezTo>
                    <a:pt x="108700" y="55881"/>
                    <a:pt x="108700" y="55756"/>
                    <a:pt x="108725" y="55632"/>
                  </a:cubicBezTo>
                  <a:cubicBezTo>
                    <a:pt x="108749" y="55482"/>
                    <a:pt x="108774" y="55283"/>
                    <a:pt x="108824" y="55134"/>
                  </a:cubicBezTo>
                  <a:cubicBezTo>
                    <a:pt x="108849" y="54910"/>
                    <a:pt x="108874" y="54736"/>
                    <a:pt x="108899" y="54536"/>
                  </a:cubicBezTo>
                  <a:cubicBezTo>
                    <a:pt x="108949" y="54412"/>
                    <a:pt x="108949" y="54288"/>
                    <a:pt x="108973" y="54163"/>
                  </a:cubicBezTo>
                  <a:cubicBezTo>
                    <a:pt x="108973" y="54113"/>
                    <a:pt x="108998" y="54039"/>
                    <a:pt x="108998" y="53964"/>
                  </a:cubicBezTo>
                  <a:cubicBezTo>
                    <a:pt x="108998" y="53839"/>
                    <a:pt x="109023" y="53715"/>
                    <a:pt x="109023" y="53591"/>
                  </a:cubicBezTo>
                  <a:cubicBezTo>
                    <a:pt x="109023" y="53516"/>
                    <a:pt x="109023" y="53491"/>
                    <a:pt x="109073" y="53416"/>
                  </a:cubicBezTo>
                  <a:cubicBezTo>
                    <a:pt x="109073" y="53292"/>
                    <a:pt x="109098" y="53167"/>
                    <a:pt x="109098" y="53043"/>
                  </a:cubicBezTo>
                  <a:cubicBezTo>
                    <a:pt x="109098" y="52968"/>
                    <a:pt x="109123" y="52894"/>
                    <a:pt x="109123" y="52794"/>
                  </a:cubicBezTo>
                  <a:cubicBezTo>
                    <a:pt x="109123" y="52670"/>
                    <a:pt x="109148" y="52520"/>
                    <a:pt x="109148" y="52396"/>
                  </a:cubicBezTo>
                  <a:lnTo>
                    <a:pt x="109148" y="52147"/>
                  </a:lnTo>
                  <a:lnTo>
                    <a:pt x="109148" y="51898"/>
                  </a:lnTo>
                  <a:lnTo>
                    <a:pt x="109148" y="51624"/>
                  </a:lnTo>
                  <a:lnTo>
                    <a:pt x="109148" y="51475"/>
                  </a:lnTo>
                  <a:lnTo>
                    <a:pt x="109148" y="50877"/>
                  </a:lnTo>
                  <a:lnTo>
                    <a:pt x="109148" y="50728"/>
                  </a:lnTo>
                  <a:lnTo>
                    <a:pt x="109148" y="50405"/>
                  </a:lnTo>
                  <a:lnTo>
                    <a:pt x="109148" y="50180"/>
                  </a:lnTo>
                  <a:lnTo>
                    <a:pt x="109148" y="50131"/>
                  </a:lnTo>
                  <a:cubicBezTo>
                    <a:pt x="109148" y="49882"/>
                    <a:pt x="109123" y="49658"/>
                    <a:pt x="109098" y="49409"/>
                  </a:cubicBezTo>
                  <a:cubicBezTo>
                    <a:pt x="109098" y="49309"/>
                    <a:pt x="109098" y="49185"/>
                    <a:pt x="109073" y="49110"/>
                  </a:cubicBezTo>
                  <a:lnTo>
                    <a:pt x="109073" y="49060"/>
                  </a:lnTo>
                  <a:cubicBezTo>
                    <a:pt x="109073" y="49011"/>
                    <a:pt x="109073" y="48936"/>
                    <a:pt x="109023" y="48911"/>
                  </a:cubicBezTo>
                  <a:lnTo>
                    <a:pt x="109023" y="48811"/>
                  </a:lnTo>
                  <a:cubicBezTo>
                    <a:pt x="109023" y="48762"/>
                    <a:pt x="109023" y="48687"/>
                    <a:pt x="108998" y="48637"/>
                  </a:cubicBezTo>
                  <a:lnTo>
                    <a:pt x="108998" y="48612"/>
                  </a:lnTo>
                  <a:cubicBezTo>
                    <a:pt x="108998" y="48612"/>
                    <a:pt x="108998" y="48563"/>
                    <a:pt x="109023" y="48563"/>
                  </a:cubicBezTo>
                  <a:cubicBezTo>
                    <a:pt x="109023" y="48538"/>
                    <a:pt x="109023" y="48538"/>
                    <a:pt x="109073" y="48513"/>
                  </a:cubicBezTo>
                  <a:close/>
                  <a:moveTo>
                    <a:pt x="110467" y="60933"/>
                  </a:moveTo>
                  <a:cubicBezTo>
                    <a:pt x="110442" y="60958"/>
                    <a:pt x="110442" y="60983"/>
                    <a:pt x="110392" y="61008"/>
                  </a:cubicBezTo>
                  <a:cubicBezTo>
                    <a:pt x="109471" y="61556"/>
                    <a:pt x="108376" y="62004"/>
                    <a:pt x="107206" y="62352"/>
                  </a:cubicBezTo>
                  <a:cubicBezTo>
                    <a:pt x="107206" y="62352"/>
                    <a:pt x="107206" y="62327"/>
                    <a:pt x="107231" y="62302"/>
                  </a:cubicBezTo>
                  <a:cubicBezTo>
                    <a:pt x="108451" y="61954"/>
                    <a:pt x="109521" y="61481"/>
                    <a:pt x="110467" y="60933"/>
                  </a:cubicBezTo>
                  <a:close/>
                  <a:moveTo>
                    <a:pt x="79552" y="55756"/>
                  </a:moveTo>
                  <a:cubicBezTo>
                    <a:pt x="81469" y="57274"/>
                    <a:pt x="83634" y="58643"/>
                    <a:pt x="85949" y="59764"/>
                  </a:cubicBezTo>
                  <a:cubicBezTo>
                    <a:pt x="85601" y="60635"/>
                    <a:pt x="85227" y="61506"/>
                    <a:pt x="84804" y="62427"/>
                  </a:cubicBezTo>
                  <a:cubicBezTo>
                    <a:pt x="82514" y="60684"/>
                    <a:pt x="80249" y="59067"/>
                    <a:pt x="78059" y="57648"/>
                  </a:cubicBezTo>
                  <a:cubicBezTo>
                    <a:pt x="78581" y="57026"/>
                    <a:pt x="79054" y="56378"/>
                    <a:pt x="79552" y="55756"/>
                  </a:cubicBezTo>
                  <a:close/>
                  <a:moveTo>
                    <a:pt x="61855" y="50728"/>
                  </a:moveTo>
                  <a:cubicBezTo>
                    <a:pt x="62825" y="51176"/>
                    <a:pt x="63647" y="51475"/>
                    <a:pt x="64294" y="51500"/>
                  </a:cubicBezTo>
                  <a:cubicBezTo>
                    <a:pt x="64095" y="51649"/>
                    <a:pt x="63896" y="51774"/>
                    <a:pt x="63697" y="51923"/>
                  </a:cubicBezTo>
                  <a:cubicBezTo>
                    <a:pt x="63448" y="52122"/>
                    <a:pt x="63199" y="52296"/>
                    <a:pt x="62975" y="52495"/>
                  </a:cubicBezTo>
                  <a:lnTo>
                    <a:pt x="62925" y="52520"/>
                  </a:lnTo>
                  <a:cubicBezTo>
                    <a:pt x="62676" y="52719"/>
                    <a:pt x="62427" y="52919"/>
                    <a:pt x="62178" y="53118"/>
                  </a:cubicBezTo>
                  <a:cubicBezTo>
                    <a:pt x="61805" y="53416"/>
                    <a:pt x="61407" y="53740"/>
                    <a:pt x="61033" y="54039"/>
                  </a:cubicBezTo>
                  <a:cubicBezTo>
                    <a:pt x="60162" y="54760"/>
                    <a:pt x="59341" y="55482"/>
                    <a:pt x="58743" y="56080"/>
                  </a:cubicBezTo>
                  <a:lnTo>
                    <a:pt x="58594" y="56229"/>
                  </a:lnTo>
                  <a:cubicBezTo>
                    <a:pt x="57947" y="56851"/>
                    <a:pt x="57474" y="57324"/>
                    <a:pt x="57100" y="57698"/>
                  </a:cubicBezTo>
                  <a:lnTo>
                    <a:pt x="56851" y="57946"/>
                  </a:lnTo>
                  <a:lnTo>
                    <a:pt x="56802" y="57996"/>
                  </a:lnTo>
                  <a:cubicBezTo>
                    <a:pt x="56503" y="58270"/>
                    <a:pt x="55333" y="59465"/>
                    <a:pt x="53690" y="61357"/>
                  </a:cubicBezTo>
                  <a:lnTo>
                    <a:pt x="53591" y="61456"/>
                  </a:lnTo>
                  <a:cubicBezTo>
                    <a:pt x="53491" y="61581"/>
                    <a:pt x="53392" y="61680"/>
                    <a:pt x="53317" y="61805"/>
                  </a:cubicBezTo>
                  <a:cubicBezTo>
                    <a:pt x="53093" y="62078"/>
                    <a:pt x="52869" y="62327"/>
                    <a:pt x="52695" y="62551"/>
                  </a:cubicBezTo>
                  <a:cubicBezTo>
                    <a:pt x="52645" y="61929"/>
                    <a:pt x="52371" y="61133"/>
                    <a:pt x="51848" y="60212"/>
                  </a:cubicBezTo>
                  <a:cubicBezTo>
                    <a:pt x="54611" y="56752"/>
                    <a:pt x="58046" y="53466"/>
                    <a:pt x="61855" y="50728"/>
                  </a:cubicBezTo>
                  <a:close/>
                  <a:moveTo>
                    <a:pt x="3388" y="62565"/>
                  </a:moveTo>
                  <a:lnTo>
                    <a:pt x="3388" y="62565"/>
                  </a:lnTo>
                  <a:cubicBezTo>
                    <a:pt x="3385" y="62573"/>
                    <a:pt x="3385" y="62576"/>
                    <a:pt x="3385" y="62576"/>
                  </a:cubicBezTo>
                  <a:lnTo>
                    <a:pt x="3385" y="62576"/>
                  </a:lnTo>
                  <a:cubicBezTo>
                    <a:pt x="3385" y="62573"/>
                    <a:pt x="3386" y="62569"/>
                    <a:pt x="3388" y="62565"/>
                  </a:cubicBezTo>
                  <a:close/>
                  <a:moveTo>
                    <a:pt x="86074" y="59863"/>
                  </a:moveTo>
                  <a:cubicBezTo>
                    <a:pt x="86099" y="59863"/>
                    <a:pt x="86099" y="59888"/>
                    <a:pt x="86123" y="59888"/>
                  </a:cubicBezTo>
                  <a:cubicBezTo>
                    <a:pt x="85825" y="60759"/>
                    <a:pt x="85426" y="61680"/>
                    <a:pt x="84978" y="62576"/>
                  </a:cubicBezTo>
                  <a:cubicBezTo>
                    <a:pt x="84954" y="62576"/>
                    <a:pt x="84954" y="62551"/>
                    <a:pt x="84929" y="62551"/>
                  </a:cubicBezTo>
                  <a:cubicBezTo>
                    <a:pt x="85352" y="61630"/>
                    <a:pt x="85725" y="60734"/>
                    <a:pt x="86074" y="59863"/>
                  </a:cubicBezTo>
                  <a:close/>
                  <a:moveTo>
                    <a:pt x="4655" y="59390"/>
                  </a:moveTo>
                  <a:cubicBezTo>
                    <a:pt x="4281" y="60485"/>
                    <a:pt x="3933" y="61556"/>
                    <a:pt x="3609" y="62601"/>
                  </a:cubicBezTo>
                  <a:cubicBezTo>
                    <a:pt x="3609" y="62452"/>
                    <a:pt x="3634" y="62327"/>
                    <a:pt x="3684" y="62178"/>
                  </a:cubicBezTo>
                  <a:cubicBezTo>
                    <a:pt x="3908" y="61357"/>
                    <a:pt x="4182" y="60560"/>
                    <a:pt x="4456" y="59739"/>
                  </a:cubicBezTo>
                  <a:cubicBezTo>
                    <a:pt x="4530" y="59639"/>
                    <a:pt x="4580" y="59515"/>
                    <a:pt x="4655" y="59390"/>
                  </a:cubicBezTo>
                  <a:close/>
                  <a:moveTo>
                    <a:pt x="97922" y="50753"/>
                  </a:moveTo>
                  <a:cubicBezTo>
                    <a:pt x="98743" y="54138"/>
                    <a:pt x="98245" y="58245"/>
                    <a:pt x="96677" y="62601"/>
                  </a:cubicBezTo>
                  <a:cubicBezTo>
                    <a:pt x="94213" y="62253"/>
                    <a:pt x="91774" y="61630"/>
                    <a:pt x="89359" y="60734"/>
                  </a:cubicBezTo>
                  <a:cubicBezTo>
                    <a:pt x="91724" y="57498"/>
                    <a:pt x="93889" y="54238"/>
                    <a:pt x="95781" y="51002"/>
                  </a:cubicBezTo>
                  <a:cubicBezTo>
                    <a:pt x="96005" y="50977"/>
                    <a:pt x="96179" y="50927"/>
                    <a:pt x="96403" y="50927"/>
                  </a:cubicBezTo>
                  <a:cubicBezTo>
                    <a:pt x="96777" y="50902"/>
                    <a:pt x="97150" y="50877"/>
                    <a:pt x="97499" y="50803"/>
                  </a:cubicBezTo>
                  <a:lnTo>
                    <a:pt x="97524" y="50803"/>
                  </a:lnTo>
                  <a:cubicBezTo>
                    <a:pt x="97648" y="50778"/>
                    <a:pt x="97772" y="50753"/>
                    <a:pt x="97922" y="50753"/>
                  </a:cubicBezTo>
                  <a:close/>
                  <a:moveTo>
                    <a:pt x="77959" y="57822"/>
                  </a:moveTo>
                  <a:cubicBezTo>
                    <a:pt x="80125" y="59216"/>
                    <a:pt x="82440" y="60834"/>
                    <a:pt x="84705" y="62576"/>
                  </a:cubicBezTo>
                  <a:cubicBezTo>
                    <a:pt x="84705" y="62601"/>
                    <a:pt x="84655" y="62601"/>
                    <a:pt x="84655" y="62626"/>
                  </a:cubicBezTo>
                  <a:cubicBezTo>
                    <a:pt x="82390" y="60859"/>
                    <a:pt x="80100" y="59241"/>
                    <a:pt x="77884" y="57847"/>
                  </a:cubicBezTo>
                  <a:cubicBezTo>
                    <a:pt x="77909" y="57847"/>
                    <a:pt x="77909" y="57822"/>
                    <a:pt x="77959" y="57822"/>
                  </a:cubicBezTo>
                  <a:close/>
                  <a:moveTo>
                    <a:pt x="98121" y="50678"/>
                  </a:moveTo>
                  <a:cubicBezTo>
                    <a:pt x="98992" y="54113"/>
                    <a:pt x="98494" y="58245"/>
                    <a:pt x="96901" y="62626"/>
                  </a:cubicBezTo>
                  <a:lnTo>
                    <a:pt x="96827" y="62626"/>
                  </a:lnTo>
                  <a:cubicBezTo>
                    <a:pt x="98395" y="58245"/>
                    <a:pt x="98893" y="54113"/>
                    <a:pt x="98046" y="50678"/>
                  </a:cubicBezTo>
                  <a:close/>
                  <a:moveTo>
                    <a:pt x="70293" y="54014"/>
                  </a:moveTo>
                  <a:cubicBezTo>
                    <a:pt x="71861" y="54611"/>
                    <a:pt x="73728" y="55532"/>
                    <a:pt x="75719" y="56702"/>
                  </a:cubicBezTo>
                  <a:cubicBezTo>
                    <a:pt x="74649" y="58718"/>
                    <a:pt x="73329" y="60734"/>
                    <a:pt x="71786" y="62726"/>
                  </a:cubicBezTo>
                  <a:cubicBezTo>
                    <a:pt x="69820" y="60734"/>
                    <a:pt x="68326" y="58942"/>
                    <a:pt x="67380" y="57399"/>
                  </a:cubicBezTo>
                  <a:cubicBezTo>
                    <a:pt x="67555" y="57200"/>
                    <a:pt x="67729" y="56976"/>
                    <a:pt x="67953" y="56752"/>
                  </a:cubicBezTo>
                  <a:lnTo>
                    <a:pt x="68052" y="56652"/>
                  </a:lnTo>
                  <a:cubicBezTo>
                    <a:pt x="68301" y="56378"/>
                    <a:pt x="68525" y="56105"/>
                    <a:pt x="68774" y="55831"/>
                  </a:cubicBezTo>
                  <a:cubicBezTo>
                    <a:pt x="68874" y="55731"/>
                    <a:pt x="68924" y="55632"/>
                    <a:pt x="69023" y="55532"/>
                  </a:cubicBezTo>
                  <a:cubicBezTo>
                    <a:pt x="69297" y="55233"/>
                    <a:pt x="69546" y="54885"/>
                    <a:pt x="69820" y="54586"/>
                  </a:cubicBezTo>
                  <a:lnTo>
                    <a:pt x="70293" y="54014"/>
                  </a:lnTo>
                  <a:close/>
                  <a:moveTo>
                    <a:pt x="51774" y="60311"/>
                  </a:moveTo>
                  <a:cubicBezTo>
                    <a:pt x="52321" y="61307"/>
                    <a:pt x="52595" y="62103"/>
                    <a:pt x="52570" y="62701"/>
                  </a:cubicBezTo>
                  <a:lnTo>
                    <a:pt x="52471" y="62800"/>
                  </a:lnTo>
                  <a:cubicBezTo>
                    <a:pt x="52520" y="62203"/>
                    <a:pt x="52272" y="61357"/>
                    <a:pt x="51724" y="60361"/>
                  </a:cubicBezTo>
                  <a:lnTo>
                    <a:pt x="51774" y="60311"/>
                  </a:lnTo>
                  <a:close/>
                  <a:moveTo>
                    <a:pt x="84829" y="62701"/>
                  </a:moveTo>
                  <a:cubicBezTo>
                    <a:pt x="84854" y="62701"/>
                    <a:pt x="84879" y="62726"/>
                    <a:pt x="84879" y="62726"/>
                  </a:cubicBezTo>
                  <a:cubicBezTo>
                    <a:pt x="84879" y="62750"/>
                    <a:pt x="84854" y="62750"/>
                    <a:pt x="84854" y="62800"/>
                  </a:cubicBezTo>
                  <a:cubicBezTo>
                    <a:pt x="84829" y="62800"/>
                    <a:pt x="84829" y="62750"/>
                    <a:pt x="84804" y="62750"/>
                  </a:cubicBezTo>
                  <a:cubicBezTo>
                    <a:pt x="84804" y="62726"/>
                    <a:pt x="84829" y="62726"/>
                    <a:pt x="84829" y="62701"/>
                  </a:cubicBezTo>
                  <a:close/>
                  <a:moveTo>
                    <a:pt x="89235" y="60884"/>
                  </a:moveTo>
                  <a:cubicBezTo>
                    <a:pt x="91649" y="61805"/>
                    <a:pt x="94163" y="62427"/>
                    <a:pt x="96627" y="62800"/>
                  </a:cubicBezTo>
                  <a:cubicBezTo>
                    <a:pt x="96627" y="62825"/>
                    <a:pt x="96578" y="62825"/>
                    <a:pt x="96578" y="62850"/>
                  </a:cubicBezTo>
                  <a:cubicBezTo>
                    <a:pt x="94089" y="62477"/>
                    <a:pt x="91599" y="61854"/>
                    <a:pt x="89210" y="60958"/>
                  </a:cubicBezTo>
                  <a:cubicBezTo>
                    <a:pt x="89210" y="60933"/>
                    <a:pt x="89210" y="60933"/>
                    <a:pt x="89235" y="60884"/>
                  </a:cubicBezTo>
                  <a:close/>
                  <a:moveTo>
                    <a:pt x="46621" y="54163"/>
                  </a:moveTo>
                  <a:cubicBezTo>
                    <a:pt x="48538" y="56204"/>
                    <a:pt x="50031" y="58021"/>
                    <a:pt x="51002" y="59515"/>
                  </a:cubicBezTo>
                  <a:cubicBezTo>
                    <a:pt x="50828" y="59714"/>
                    <a:pt x="50654" y="59938"/>
                    <a:pt x="50479" y="60112"/>
                  </a:cubicBezTo>
                  <a:lnTo>
                    <a:pt x="50280" y="60311"/>
                  </a:lnTo>
                  <a:cubicBezTo>
                    <a:pt x="50031" y="60585"/>
                    <a:pt x="49832" y="60859"/>
                    <a:pt x="49608" y="61108"/>
                  </a:cubicBezTo>
                  <a:cubicBezTo>
                    <a:pt x="49533" y="61207"/>
                    <a:pt x="49459" y="61257"/>
                    <a:pt x="49384" y="61357"/>
                  </a:cubicBezTo>
                  <a:cubicBezTo>
                    <a:pt x="48961" y="61854"/>
                    <a:pt x="48513" y="62352"/>
                    <a:pt x="48115" y="62875"/>
                  </a:cubicBezTo>
                  <a:cubicBezTo>
                    <a:pt x="46547" y="62302"/>
                    <a:pt x="44680" y="61357"/>
                    <a:pt x="42688" y="60212"/>
                  </a:cubicBezTo>
                  <a:cubicBezTo>
                    <a:pt x="43759" y="58195"/>
                    <a:pt x="45053" y="56154"/>
                    <a:pt x="46621" y="54163"/>
                  </a:cubicBezTo>
                  <a:close/>
                  <a:moveTo>
                    <a:pt x="96827" y="62825"/>
                  </a:moveTo>
                  <a:cubicBezTo>
                    <a:pt x="96827" y="62850"/>
                    <a:pt x="96827" y="62850"/>
                    <a:pt x="96802" y="62875"/>
                  </a:cubicBezTo>
                  <a:lnTo>
                    <a:pt x="96752" y="62875"/>
                  </a:lnTo>
                  <a:cubicBezTo>
                    <a:pt x="96752" y="62850"/>
                    <a:pt x="96777" y="62850"/>
                    <a:pt x="96777" y="62825"/>
                  </a:cubicBezTo>
                  <a:close/>
                  <a:moveTo>
                    <a:pt x="59062" y="56174"/>
                  </a:moveTo>
                  <a:cubicBezTo>
                    <a:pt x="59047" y="56189"/>
                    <a:pt x="59032" y="56207"/>
                    <a:pt x="59017" y="56229"/>
                  </a:cubicBezTo>
                  <a:lnTo>
                    <a:pt x="58917" y="56353"/>
                  </a:lnTo>
                  <a:cubicBezTo>
                    <a:pt x="58220" y="57026"/>
                    <a:pt x="57723" y="57498"/>
                    <a:pt x="57324" y="57872"/>
                  </a:cubicBezTo>
                  <a:lnTo>
                    <a:pt x="57100" y="58096"/>
                  </a:lnTo>
                  <a:lnTo>
                    <a:pt x="57075" y="58121"/>
                  </a:lnTo>
                  <a:lnTo>
                    <a:pt x="56727" y="58469"/>
                  </a:lnTo>
                  <a:lnTo>
                    <a:pt x="56478" y="58718"/>
                  </a:lnTo>
                  <a:cubicBezTo>
                    <a:pt x="56453" y="58743"/>
                    <a:pt x="56453" y="58743"/>
                    <a:pt x="56453" y="58768"/>
                  </a:cubicBezTo>
                  <a:cubicBezTo>
                    <a:pt x="56354" y="58867"/>
                    <a:pt x="56254" y="58967"/>
                    <a:pt x="56179" y="59091"/>
                  </a:cubicBezTo>
                  <a:cubicBezTo>
                    <a:pt x="55706" y="59589"/>
                    <a:pt x="55109" y="60236"/>
                    <a:pt x="54387" y="61058"/>
                  </a:cubicBezTo>
                  <a:cubicBezTo>
                    <a:pt x="53765" y="61755"/>
                    <a:pt x="53217" y="62427"/>
                    <a:pt x="52819" y="62925"/>
                  </a:cubicBezTo>
                  <a:lnTo>
                    <a:pt x="52819" y="62850"/>
                  </a:lnTo>
                  <a:lnTo>
                    <a:pt x="52819" y="62800"/>
                  </a:lnTo>
                  <a:lnTo>
                    <a:pt x="52844" y="62750"/>
                  </a:lnTo>
                  <a:lnTo>
                    <a:pt x="53217" y="62302"/>
                  </a:lnTo>
                  <a:cubicBezTo>
                    <a:pt x="54462" y="60809"/>
                    <a:pt x="55806" y="59340"/>
                    <a:pt x="57200" y="57946"/>
                  </a:cubicBezTo>
                  <a:cubicBezTo>
                    <a:pt x="57778" y="57392"/>
                    <a:pt x="58398" y="56794"/>
                    <a:pt x="59062" y="56174"/>
                  </a:cubicBezTo>
                  <a:close/>
                  <a:moveTo>
                    <a:pt x="108476" y="46447"/>
                  </a:moveTo>
                  <a:cubicBezTo>
                    <a:pt x="108476" y="46646"/>
                    <a:pt x="108525" y="46795"/>
                    <a:pt x="108575" y="46994"/>
                  </a:cubicBezTo>
                  <a:cubicBezTo>
                    <a:pt x="108600" y="47144"/>
                    <a:pt x="108625" y="47318"/>
                    <a:pt x="108650" y="47492"/>
                  </a:cubicBezTo>
                  <a:cubicBezTo>
                    <a:pt x="108650" y="47517"/>
                    <a:pt x="108650" y="47542"/>
                    <a:pt x="108700" y="47567"/>
                  </a:cubicBezTo>
                  <a:lnTo>
                    <a:pt x="108700" y="47642"/>
                  </a:lnTo>
                  <a:cubicBezTo>
                    <a:pt x="108725" y="47766"/>
                    <a:pt x="108725" y="47891"/>
                    <a:pt x="108749" y="48015"/>
                  </a:cubicBezTo>
                  <a:cubicBezTo>
                    <a:pt x="106659" y="52919"/>
                    <a:pt x="103921" y="57946"/>
                    <a:pt x="100635" y="62925"/>
                  </a:cubicBezTo>
                  <a:cubicBezTo>
                    <a:pt x="99490" y="62925"/>
                    <a:pt x="98295" y="62825"/>
                    <a:pt x="97076" y="62676"/>
                  </a:cubicBezTo>
                  <a:cubicBezTo>
                    <a:pt x="98644" y="58245"/>
                    <a:pt x="99141" y="54088"/>
                    <a:pt x="98295" y="50629"/>
                  </a:cubicBezTo>
                  <a:cubicBezTo>
                    <a:pt x="98370" y="50629"/>
                    <a:pt x="98420" y="50604"/>
                    <a:pt x="98494" y="50604"/>
                  </a:cubicBezTo>
                  <a:lnTo>
                    <a:pt x="98519" y="50604"/>
                  </a:lnTo>
                  <a:lnTo>
                    <a:pt x="99440" y="50405"/>
                  </a:lnTo>
                  <a:cubicBezTo>
                    <a:pt x="99764" y="50355"/>
                    <a:pt x="100062" y="50255"/>
                    <a:pt x="100411" y="50156"/>
                  </a:cubicBezTo>
                  <a:lnTo>
                    <a:pt x="100486" y="50156"/>
                  </a:lnTo>
                  <a:cubicBezTo>
                    <a:pt x="100510" y="50156"/>
                    <a:pt x="100510" y="50156"/>
                    <a:pt x="100535" y="50131"/>
                  </a:cubicBezTo>
                  <a:cubicBezTo>
                    <a:pt x="100809" y="50031"/>
                    <a:pt x="101133" y="49981"/>
                    <a:pt x="101407" y="49882"/>
                  </a:cubicBezTo>
                  <a:cubicBezTo>
                    <a:pt x="101730" y="49782"/>
                    <a:pt x="102004" y="49658"/>
                    <a:pt x="102303" y="49558"/>
                  </a:cubicBezTo>
                  <a:cubicBezTo>
                    <a:pt x="102352" y="49558"/>
                    <a:pt x="102352" y="49558"/>
                    <a:pt x="102377" y="49533"/>
                  </a:cubicBezTo>
                  <a:cubicBezTo>
                    <a:pt x="102676" y="49409"/>
                    <a:pt x="103024" y="49309"/>
                    <a:pt x="103348" y="49185"/>
                  </a:cubicBezTo>
                  <a:cubicBezTo>
                    <a:pt x="103622" y="49060"/>
                    <a:pt x="103896" y="48936"/>
                    <a:pt x="104145" y="48811"/>
                  </a:cubicBezTo>
                  <a:cubicBezTo>
                    <a:pt x="104145" y="48811"/>
                    <a:pt x="104169" y="48811"/>
                    <a:pt x="104169" y="48787"/>
                  </a:cubicBezTo>
                  <a:cubicBezTo>
                    <a:pt x="104219" y="48787"/>
                    <a:pt x="104244" y="48762"/>
                    <a:pt x="104269" y="48762"/>
                  </a:cubicBezTo>
                  <a:cubicBezTo>
                    <a:pt x="104543" y="48637"/>
                    <a:pt x="104866" y="48513"/>
                    <a:pt x="105140" y="48363"/>
                  </a:cubicBezTo>
                  <a:cubicBezTo>
                    <a:pt x="105389" y="48239"/>
                    <a:pt x="105638" y="48065"/>
                    <a:pt x="105887" y="47940"/>
                  </a:cubicBezTo>
                  <a:lnTo>
                    <a:pt x="105912" y="47940"/>
                  </a:lnTo>
                  <a:cubicBezTo>
                    <a:pt x="106111" y="47866"/>
                    <a:pt x="106260" y="47766"/>
                    <a:pt x="106459" y="47667"/>
                  </a:cubicBezTo>
                  <a:cubicBezTo>
                    <a:pt x="106609" y="47567"/>
                    <a:pt x="106758" y="47517"/>
                    <a:pt x="106908" y="47418"/>
                  </a:cubicBezTo>
                  <a:cubicBezTo>
                    <a:pt x="107007" y="47368"/>
                    <a:pt x="107082" y="47318"/>
                    <a:pt x="107156" y="47268"/>
                  </a:cubicBezTo>
                  <a:cubicBezTo>
                    <a:pt x="107331" y="47169"/>
                    <a:pt x="107480" y="47044"/>
                    <a:pt x="107654" y="46945"/>
                  </a:cubicBezTo>
                  <a:cubicBezTo>
                    <a:pt x="107953" y="46770"/>
                    <a:pt x="108227" y="46621"/>
                    <a:pt x="108476" y="46447"/>
                  </a:cubicBezTo>
                  <a:close/>
                  <a:moveTo>
                    <a:pt x="108774" y="48413"/>
                  </a:moveTo>
                  <a:lnTo>
                    <a:pt x="108774" y="48488"/>
                  </a:lnTo>
                  <a:cubicBezTo>
                    <a:pt x="106733" y="53267"/>
                    <a:pt x="104095" y="58121"/>
                    <a:pt x="100909" y="62925"/>
                  </a:cubicBezTo>
                  <a:lnTo>
                    <a:pt x="100859" y="62925"/>
                  </a:lnTo>
                  <a:cubicBezTo>
                    <a:pt x="104020" y="58121"/>
                    <a:pt x="106708" y="53242"/>
                    <a:pt x="108774" y="48413"/>
                  </a:cubicBezTo>
                  <a:close/>
                  <a:moveTo>
                    <a:pt x="67281" y="57598"/>
                  </a:moveTo>
                  <a:cubicBezTo>
                    <a:pt x="68202" y="59067"/>
                    <a:pt x="69695" y="60859"/>
                    <a:pt x="71637" y="62875"/>
                  </a:cubicBezTo>
                  <a:cubicBezTo>
                    <a:pt x="71637" y="62925"/>
                    <a:pt x="71587" y="62925"/>
                    <a:pt x="71587" y="62950"/>
                  </a:cubicBezTo>
                  <a:cubicBezTo>
                    <a:pt x="69670" y="60933"/>
                    <a:pt x="68177" y="59116"/>
                    <a:pt x="67206" y="57648"/>
                  </a:cubicBezTo>
                  <a:lnTo>
                    <a:pt x="67281" y="57598"/>
                  </a:lnTo>
                  <a:close/>
                  <a:moveTo>
                    <a:pt x="75819" y="56826"/>
                  </a:moveTo>
                  <a:cubicBezTo>
                    <a:pt x="75819" y="56826"/>
                    <a:pt x="75868" y="56826"/>
                    <a:pt x="75868" y="56851"/>
                  </a:cubicBezTo>
                  <a:lnTo>
                    <a:pt x="75893" y="56851"/>
                  </a:lnTo>
                  <a:cubicBezTo>
                    <a:pt x="75843" y="57001"/>
                    <a:pt x="75744" y="57125"/>
                    <a:pt x="75669" y="57274"/>
                  </a:cubicBezTo>
                  <a:cubicBezTo>
                    <a:pt x="75619" y="57399"/>
                    <a:pt x="75545" y="57498"/>
                    <a:pt x="75495" y="57623"/>
                  </a:cubicBezTo>
                  <a:cubicBezTo>
                    <a:pt x="75395" y="57822"/>
                    <a:pt x="75271" y="57996"/>
                    <a:pt x="75171" y="58195"/>
                  </a:cubicBezTo>
                  <a:cubicBezTo>
                    <a:pt x="75122" y="58320"/>
                    <a:pt x="75047" y="58444"/>
                    <a:pt x="74972" y="58519"/>
                  </a:cubicBezTo>
                  <a:cubicBezTo>
                    <a:pt x="74773" y="58843"/>
                    <a:pt x="74549" y="59141"/>
                    <a:pt x="74375" y="59465"/>
                  </a:cubicBezTo>
                  <a:cubicBezTo>
                    <a:pt x="74176" y="59764"/>
                    <a:pt x="74001" y="60087"/>
                    <a:pt x="73777" y="60361"/>
                  </a:cubicBezTo>
                  <a:cubicBezTo>
                    <a:pt x="73603" y="60684"/>
                    <a:pt x="73354" y="60958"/>
                    <a:pt x="73155" y="61257"/>
                  </a:cubicBezTo>
                  <a:cubicBezTo>
                    <a:pt x="72931" y="61581"/>
                    <a:pt x="72757" y="61854"/>
                    <a:pt x="72533" y="62178"/>
                  </a:cubicBezTo>
                  <a:cubicBezTo>
                    <a:pt x="72508" y="62203"/>
                    <a:pt x="72508" y="62228"/>
                    <a:pt x="72483" y="62253"/>
                  </a:cubicBezTo>
                  <a:cubicBezTo>
                    <a:pt x="72284" y="62502"/>
                    <a:pt x="72110" y="62726"/>
                    <a:pt x="71911" y="62950"/>
                  </a:cubicBezTo>
                  <a:lnTo>
                    <a:pt x="71886" y="62925"/>
                  </a:lnTo>
                  <a:cubicBezTo>
                    <a:pt x="73429" y="60884"/>
                    <a:pt x="74773" y="58843"/>
                    <a:pt x="75819" y="56826"/>
                  </a:cubicBezTo>
                  <a:close/>
                  <a:moveTo>
                    <a:pt x="108874" y="48936"/>
                  </a:moveTo>
                  <a:lnTo>
                    <a:pt x="108874" y="49036"/>
                  </a:lnTo>
                  <a:cubicBezTo>
                    <a:pt x="108899" y="49235"/>
                    <a:pt x="108899" y="49409"/>
                    <a:pt x="108899" y="49558"/>
                  </a:cubicBezTo>
                  <a:cubicBezTo>
                    <a:pt x="108949" y="49882"/>
                    <a:pt x="108949" y="50156"/>
                    <a:pt x="108973" y="50479"/>
                  </a:cubicBezTo>
                  <a:lnTo>
                    <a:pt x="108973" y="50554"/>
                  </a:lnTo>
                  <a:lnTo>
                    <a:pt x="108973" y="50853"/>
                  </a:lnTo>
                  <a:lnTo>
                    <a:pt x="108973" y="51923"/>
                  </a:lnTo>
                  <a:lnTo>
                    <a:pt x="108973" y="52222"/>
                  </a:lnTo>
                  <a:lnTo>
                    <a:pt x="108874" y="53416"/>
                  </a:lnTo>
                  <a:cubicBezTo>
                    <a:pt x="108874" y="53491"/>
                    <a:pt x="108874" y="53591"/>
                    <a:pt x="108849" y="53640"/>
                  </a:cubicBezTo>
                  <a:cubicBezTo>
                    <a:pt x="108824" y="54088"/>
                    <a:pt x="108749" y="54512"/>
                    <a:pt x="108700" y="54960"/>
                  </a:cubicBezTo>
                  <a:cubicBezTo>
                    <a:pt x="108700" y="55009"/>
                    <a:pt x="108700" y="55034"/>
                    <a:pt x="108650" y="55109"/>
                  </a:cubicBezTo>
                  <a:lnTo>
                    <a:pt x="108650" y="55134"/>
                  </a:lnTo>
                  <a:cubicBezTo>
                    <a:pt x="108600" y="55607"/>
                    <a:pt x="108501" y="56080"/>
                    <a:pt x="108401" y="56577"/>
                  </a:cubicBezTo>
                  <a:lnTo>
                    <a:pt x="108401" y="56602"/>
                  </a:lnTo>
                  <a:lnTo>
                    <a:pt x="108401" y="56627"/>
                  </a:lnTo>
                  <a:lnTo>
                    <a:pt x="108401" y="56702"/>
                  </a:lnTo>
                  <a:cubicBezTo>
                    <a:pt x="108301" y="57200"/>
                    <a:pt x="108202" y="57722"/>
                    <a:pt x="108052" y="58245"/>
                  </a:cubicBezTo>
                  <a:cubicBezTo>
                    <a:pt x="107654" y="59515"/>
                    <a:pt x="107256" y="60859"/>
                    <a:pt x="106758" y="62228"/>
                  </a:cubicBezTo>
                  <a:cubicBezTo>
                    <a:pt x="105016" y="62701"/>
                    <a:pt x="103124" y="62925"/>
                    <a:pt x="101158" y="62950"/>
                  </a:cubicBezTo>
                  <a:cubicBezTo>
                    <a:pt x="104219" y="58320"/>
                    <a:pt x="106833" y="53615"/>
                    <a:pt x="108874" y="48936"/>
                  </a:cubicBezTo>
                  <a:close/>
                  <a:moveTo>
                    <a:pt x="51127" y="59714"/>
                  </a:moveTo>
                  <a:lnTo>
                    <a:pt x="51127" y="59714"/>
                  </a:lnTo>
                  <a:cubicBezTo>
                    <a:pt x="51027" y="59863"/>
                    <a:pt x="50952" y="59988"/>
                    <a:pt x="50828" y="60112"/>
                  </a:cubicBezTo>
                  <a:cubicBezTo>
                    <a:pt x="50828" y="60137"/>
                    <a:pt x="50778" y="60137"/>
                    <a:pt x="50778" y="60187"/>
                  </a:cubicBezTo>
                  <a:cubicBezTo>
                    <a:pt x="50654" y="60311"/>
                    <a:pt x="50529" y="60460"/>
                    <a:pt x="50405" y="60585"/>
                  </a:cubicBezTo>
                  <a:cubicBezTo>
                    <a:pt x="50031" y="60983"/>
                    <a:pt x="49708" y="61431"/>
                    <a:pt x="49359" y="61829"/>
                  </a:cubicBezTo>
                  <a:cubicBezTo>
                    <a:pt x="49260" y="61929"/>
                    <a:pt x="49210" y="62004"/>
                    <a:pt x="49110" y="62128"/>
                  </a:cubicBezTo>
                  <a:cubicBezTo>
                    <a:pt x="48861" y="62427"/>
                    <a:pt x="48637" y="62701"/>
                    <a:pt x="48413" y="62999"/>
                  </a:cubicBezTo>
                  <a:lnTo>
                    <a:pt x="48388" y="62999"/>
                  </a:lnTo>
                  <a:cubicBezTo>
                    <a:pt x="49235" y="61879"/>
                    <a:pt x="50156" y="60809"/>
                    <a:pt x="51127" y="59714"/>
                  </a:cubicBezTo>
                  <a:close/>
                  <a:moveTo>
                    <a:pt x="40672" y="59515"/>
                  </a:moveTo>
                  <a:cubicBezTo>
                    <a:pt x="41170" y="59838"/>
                    <a:pt x="41643" y="60112"/>
                    <a:pt x="42116" y="60386"/>
                  </a:cubicBezTo>
                  <a:cubicBezTo>
                    <a:pt x="41668" y="61307"/>
                    <a:pt x="41270" y="62203"/>
                    <a:pt x="40921" y="63099"/>
                  </a:cubicBezTo>
                  <a:cubicBezTo>
                    <a:pt x="40349" y="62551"/>
                    <a:pt x="39776" y="62004"/>
                    <a:pt x="39154" y="61481"/>
                  </a:cubicBezTo>
                  <a:cubicBezTo>
                    <a:pt x="39652" y="60834"/>
                    <a:pt x="40150" y="60187"/>
                    <a:pt x="40672" y="59515"/>
                  </a:cubicBezTo>
                  <a:close/>
                  <a:moveTo>
                    <a:pt x="42614" y="60386"/>
                  </a:moveTo>
                  <a:cubicBezTo>
                    <a:pt x="44605" y="61556"/>
                    <a:pt x="46422" y="62477"/>
                    <a:pt x="47990" y="63074"/>
                  </a:cubicBezTo>
                  <a:cubicBezTo>
                    <a:pt x="47990" y="63099"/>
                    <a:pt x="47990" y="63099"/>
                    <a:pt x="47965" y="63124"/>
                  </a:cubicBezTo>
                  <a:cubicBezTo>
                    <a:pt x="46397" y="62551"/>
                    <a:pt x="44555" y="61630"/>
                    <a:pt x="42564" y="60460"/>
                  </a:cubicBezTo>
                  <a:cubicBezTo>
                    <a:pt x="42564" y="60436"/>
                    <a:pt x="42614" y="60436"/>
                    <a:pt x="42614" y="60386"/>
                  </a:cubicBezTo>
                  <a:close/>
                  <a:moveTo>
                    <a:pt x="97026" y="62850"/>
                  </a:moveTo>
                  <a:cubicBezTo>
                    <a:pt x="98196" y="62999"/>
                    <a:pt x="99365" y="63099"/>
                    <a:pt x="100510" y="63099"/>
                  </a:cubicBezTo>
                  <a:cubicBezTo>
                    <a:pt x="100510" y="63124"/>
                    <a:pt x="100486" y="63124"/>
                    <a:pt x="100486" y="63174"/>
                  </a:cubicBezTo>
                  <a:cubicBezTo>
                    <a:pt x="99316" y="63124"/>
                    <a:pt x="98171" y="63049"/>
                    <a:pt x="97026" y="62925"/>
                  </a:cubicBezTo>
                  <a:lnTo>
                    <a:pt x="97026" y="62850"/>
                  </a:lnTo>
                  <a:close/>
                  <a:moveTo>
                    <a:pt x="100784" y="63099"/>
                  </a:moveTo>
                  <a:cubicBezTo>
                    <a:pt x="100759" y="63124"/>
                    <a:pt x="100759" y="63174"/>
                    <a:pt x="100735" y="63174"/>
                  </a:cubicBezTo>
                  <a:lnTo>
                    <a:pt x="100660" y="63174"/>
                  </a:lnTo>
                  <a:cubicBezTo>
                    <a:pt x="100660" y="63124"/>
                    <a:pt x="100685" y="63124"/>
                    <a:pt x="100735" y="63099"/>
                  </a:cubicBezTo>
                  <a:close/>
                  <a:moveTo>
                    <a:pt x="106659" y="62427"/>
                  </a:moveTo>
                  <a:cubicBezTo>
                    <a:pt x="106659" y="62452"/>
                    <a:pt x="106634" y="62477"/>
                    <a:pt x="106634" y="62477"/>
                  </a:cubicBezTo>
                  <a:cubicBezTo>
                    <a:pt x="104916" y="62925"/>
                    <a:pt x="103000" y="63174"/>
                    <a:pt x="100983" y="63174"/>
                  </a:cubicBezTo>
                  <a:cubicBezTo>
                    <a:pt x="101008" y="63174"/>
                    <a:pt x="101033" y="63124"/>
                    <a:pt x="101033" y="63099"/>
                  </a:cubicBezTo>
                  <a:cubicBezTo>
                    <a:pt x="103024" y="63099"/>
                    <a:pt x="104916" y="62875"/>
                    <a:pt x="106659" y="62427"/>
                  </a:cubicBezTo>
                  <a:close/>
                  <a:moveTo>
                    <a:pt x="51276" y="59963"/>
                  </a:moveTo>
                  <a:cubicBezTo>
                    <a:pt x="51276" y="59988"/>
                    <a:pt x="51326" y="60062"/>
                    <a:pt x="51375" y="60112"/>
                  </a:cubicBezTo>
                  <a:cubicBezTo>
                    <a:pt x="50579" y="61133"/>
                    <a:pt x="49782" y="62203"/>
                    <a:pt x="49110" y="63248"/>
                  </a:cubicBezTo>
                  <a:cubicBezTo>
                    <a:pt x="48961" y="63198"/>
                    <a:pt x="48762" y="63124"/>
                    <a:pt x="48588" y="63099"/>
                  </a:cubicBezTo>
                  <a:cubicBezTo>
                    <a:pt x="48762" y="62875"/>
                    <a:pt x="48961" y="62626"/>
                    <a:pt x="49135" y="62427"/>
                  </a:cubicBezTo>
                  <a:lnTo>
                    <a:pt x="49160" y="62377"/>
                  </a:lnTo>
                  <a:lnTo>
                    <a:pt x="49733" y="61730"/>
                  </a:lnTo>
                  <a:cubicBezTo>
                    <a:pt x="49982" y="61456"/>
                    <a:pt x="50230" y="61133"/>
                    <a:pt x="50479" y="60859"/>
                  </a:cubicBezTo>
                  <a:lnTo>
                    <a:pt x="51127" y="60112"/>
                  </a:lnTo>
                  <a:cubicBezTo>
                    <a:pt x="51201" y="60062"/>
                    <a:pt x="51226" y="59988"/>
                    <a:pt x="51276" y="59963"/>
                  </a:cubicBezTo>
                  <a:close/>
                  <a:moveTo>
                    <a:pt x="39054" y="61630"/>
                  </a:moveTo>
                  <a:cubicBezTo>
                    <a:pt x="39677" y="62178"/>
                    <a:pt x="40299" y="62726"/>
                    <a:pt x="40871" y="63298"/>
                  </a:cubicBezTo>
                  <a:cubicBezTo>
                    <a:pt x="40871" y="63323"/>
                    <a:pt x="40822" y="63323"/>
                    <a:pt x="40822" y="63348"/>
                  </a:cubicBezTo>
                  <a:cubicBezTo>
                    <a:pt x="40274" y="62750"/>
                    <a:pt x="39652" y="62228"/>
                    <a:pt x="39029" y="61680"/>
                  </a:cubicBezTo>
                  <a:lnTo>
                    <a:pt x="39054" y="61630"/>
                  </a:lnTo>
                  <a:close/>
                  <a:moveTo>
                    <a:pt x="42365" y="60560"/>
                  </a:moveTo>
                  <a:cubicBezTo>
                    <a:pt x="42365" y="60560"/>
                    <a:pt x="42390" y="60560"/>
                    <a:pt x="42390" y="60585"/>
                  </a:cubicBezTo>
                  <a:cubicBezTo>
                    <a:pt x="41917" y="61506"/>
                    <a:pt x="41519" y="62427"/>
                    <a:pt x="41170" y="63348"/>
                  </a:cubicBezTo>
                  <a:lnTo>
                    <a:pt x="41145" y="63323"/>
                  </a:lnTo>
                  <a:lnTo>
                    <a:pt x="41120" y="63298"/>
                  </a:lnTo>
                  <a:cubicBezTo>
                    <a:pt x="41120" y="63198"/>
                    <a:pt x="41145" y="63124"/>
                    <a:pt x="41170" y="63074"/>
                  </a:cubicBezTo>
                  <a:cubicBezTo>
                    <a:pt x="41245" y="62950"/>
                    <a:pt x="41295" y="62800"/>
                    <a:pt x="41319" y="62676"/>
                  </a:cubicBezTo>
                  <a:lnTo>
                    <a:pt x="41519" y="62203"/>
                  </a:lnTo>
                  <a:cubicBezTo>
                    <a:pt x="41543" y="62103"/>
                    <a:pt x="41618" y="61979"/>
                    <a:pt x="41668" y="61879"/>
                  </a:cubicBezTo>
                  <a:cubicBezTo>
                    <a:pt x="41767" y="61705"/>
                    <a:pt x="41867" y="61481"/>
                    <a:pt x="41942" y="61307"/>
                  </a:cubicBezTo>
                  <a:cubicBezTo>
                    <a:pt x="41991" y="61232"/>
                    <a:pt x="42016" y="61133"/>
                    <a:pt x="42066" y="61083"/>
                  </a:cubicBezTo>
                  <a:cubicBezTo>
                    <a:pt x="42166" y="60884"/>
                    <a:pt x="42240" y="60734"/>
                    <a:pt x="42315" y="60560"/>
                  </a:cubicBezTo>
                  <a:close/>
                  <a:moveTo>
                    <a:pt x="51475" y="60311"/>
                  </a:moveTo>
                  <a:cubicBezTo>
                    <a:pt x="51475" y="60336"/>
                    <a:pt x="51500" y="60336"/>
                    <a:pt x="51500" y="60361"/>
                  </a:cubicBezTo>
                  <a:cubicBezTo>
                    <a:pt x="50728" y="61357"/>
                    <a:pt x="50006" y="62352"/>
                    <a:pt x="49334" y="63348"/>
                  </a:cubicBezTo>
                  <a:cubicBezTo>
                    <a:pt x="49285" y="63348"/>
                    <a:pt x="49285" y="63348"/>
                    <a:pt x="49260" y="63323"/>
                  </a:cubicBezTo>
                  <a:cubicBezTo>
                    <a:pt x="49957" y="62302"/>
                    <a:pt x="50703" y="61307"/>
                    <a:pt x="51475" y="60311"/>
                  </a:cubicBezTo>
                  <a:close/>
                  <a:moveTo>
                    <a:pt x="48463" y="63223"/>
                  </a:moveTo>
                  <a:cubicBezTo>
                    <a:pt x="48637" y="63298"/>
                    <a:pt x="48837" y="63348"/>
                    <a:pt x="48986" y="63422"/>
                  </a:cubicBezTo>
                  <a:cubicBezTo>
                    <a:pt x="48986" y="63447"/>
                    <a:pt x="48961" y="63447"/>
                    <a:pt x="48961" y="63472"/>
                  </a:cubicBezTo>
                  <a:cubicBezTo>
                    <a:pt x="48762" y="63422"/>
                    <a:pt x="48613" y="63348"/>
                    <a:pt x="48413" y="63298"/>
                  </a:cubicBezTo>
                  <a:cubicBezTo>
                    <a:pt x="48413" y="63248"/>
                    <a:pt x="48463" y="63248"/>
                    <a:pt x="48463" y="63223"/>
                  </a:cubicBezTo>
                  <a:close/>
                  <a:moveTo>
                    <a:pt x="76043" y="56951"/>
                  </a:moveTo>
                  <a:cubicBezTo>
                    <a:pt x="76491" y="57225"/>
                    <a:pt x="76963" y="57474"/>
                    <a:pt x="77412" y="57772"/>
                  </a:cubicBezTo>
                  <a:cubicBezTo>
                    <a:pt x="75868" y="59714"/>
                    <a:pt x="74225" y="61605"/>
                    <a:pt x="72483" y="63497"/>
                  </a:cubicBezTo>
                  <a:lnTo>
                    <a:pt x="72035" y="63074"/>
                  </a:lnTo>
                  <a:cubicBezTo>
                    <a:pt x="73628" y="61083"/>
                    <a:pt x="74972" y="58992"/>
                    <a:pt x="76043" y="56951"/>
                  </a:cubicBezTo>
                  <a:close/>
                  <a:moveTo>
                    <a:pt x="49160" y="63472"/>
                  </a:moveTo>
                  <a:cubicBezTo>
                    <a:pt x="49210" y="63472"/>
                    <a:pt x="49210" y="63472"/>
                    <a:pt x="49235" y="63497"/>
                  </a:cubicBezTo>
                  <a:cubicBezTo>
                    <a:pt x="49235" y="63547"/>
                    <a:pt x="49210" y="63547"/>
                    <a:pt x="49210" y="63572"/>
                  </a:cubicBezTo>
                  <a:cubicBezTo>
                    <a:pt x="49160" y="63547"/>
                    <a:pt x="49135" y="63547"/>
                    <a:pt x="49135" y="63547"/>
                  </a:cubicBezTo>
                  <a:cubicBezTo>
                    <a:pt x="49135" y="63497"/>
                    <a:pt x="49160" y="63497"/>
                    <a:pt x="49160" y="63472"/>
                  </a:cubicBezTo>
                  <a:close/>
                  <a:moveTo>
                    <a:pt x="51599" y="60510"/>
                  </a:moveTo>
                  <a:cubicBezTo>
                    <a:pt x="52247" y="61755"/>
                    <a:pt x="52471" y="62676"/>
                    <a:pt x="52147" y="63174"/>
                  </a:cubicBezTo>
                  <a:cubicBezTo>
                    <a:pt x="51978" y="63455"/>
                    <a:pt x="51604" y="63593"/>
                    <a:pt x="51063" y="63593"/>
                  </a:cubicBezTo>
                  <a:cubicBezTo>
                    <a:pt x="50646" y="63593"/>
                    <a:pt x="50130" y="63510"/>
                    <a:pt x="49533" y="63348"/>
                  </a:cubicBezTo>
                  <a:cubicBezTo>
                    <a:pt x="50156" y="62427"/>
                    <a:pt x="50853" y="61456"/>
                    <a:pt x="51599" y="60510"/>
                  </a:cubicBezTo>
                  <a:close/>
                  <a:moveTo>
                    <a:pt x="3435" y="63174"/>
                  </a:moveTo>
                  <a:lnTo>
                    <a:pt x="3435" y="63373"/>
                  </a:lnTo>
                  <a:cubicBezTo>
                    <a:pt x="3410" y="63447"/>
                    <a:pt x="3410" y="63547"/>
                    <a:pt x="3360" y="63597"/>
                  </a:cubicBezTo>
                  <a:lnTo>
                    <a:pt x="3360" y="63373"/>
                  </a:lnTo>
                  <a:cubicBezTo>
                    <a:pt x="3385" y="63323"/>
                    <a:pt x="3385" y="63248"/>
                    <a:pt x="3435" y="63174"/>
                  </a:cubicBezTo>
                  <a:close/>
                  <a:moveTo>
                    <a:pt x="52471" y="63099"/>
                  </a:moveTo>
                  <a:cubicBezTo>
                    <a:pt x="52471" y="63124"/>
                    <a:pt x="52446" y="63174"/>
                    <a:pt x="52396" y="63198"/>
                  </a:cubicBezTo>
                  <a:lnTo>
                    <a:pt x="52396" y="63223"/>
                  </a:lnTo>
                  <a:cubicBezTo>
                    <a:pt x="52396" y="63248"/>
                    <a:pt x="52371" y="63298"/>
                    <a:pt x="52371" y="63323"/>
                  </a:cubicBezTo>
                  <a:cubicBezTo>
                    <a:pt x="52321" y="63422"/>
                    <a:pt x="52247" y="63497"/>
                    <a:pt x="52147" y="63572"/>
                  </a:cubicBezTo>
                  <a:lnTo>
                    <a:pt x="52122" y="63572"/>
                  </a:lnTo>
                  <a:cubicBezTo>
                    <a:pt x="52122" y="63572"/>
                    <a:pt x="52097" y="63597"/>
                    <a:pt x="52072" y="63597"/>
                  </a:cubicBezTo>
                  <a:cubicBezTo>
                    <a:pt x="52197" y="63447"/>
                    <a:pt x="52321" y="63248"/>
                    <a:pt x="52471" y="63099"/>
                  </a:cubicBezTo>
                  <a:close/>
                  <a:moveTo>
                    <a:pt x="71935" y="63198"/>
                  </a:moveTo>
                  <a:lnTo>
                    <a:pt x="72359" y="63597"/>
                  </a:lnTo>
                  <a:cubicBezTo>
                    <a:pt x="72359" y="63622"/>
                    <a:pt x="72309" y="63622"/>
                    <a:pt x="72309" y="63622"/>
                  </a:cubicBezTo>
                  <a:lnTo>
                    <a:pt x="71920" y="63232"/>
                  </a:lnTo>
                  <a:lnTo>
                    <a:pt x="71920" y="63232"/>
                  </a:lnTo>
                  <a:cubicBezTo>
                    <a:pt x="71927" y="63228"/>
                    <a:pt x="71935" y="63213"/>
                    <a:pt x="71935" y="63198"/>
                  </a:cubicBezTo>
                  <a:close/>
                  <a:moveTo>
                    <a:pt x="77586" y="57872"/>
                  </a:moveTo>
                  <a:cubicBezTo>
                    <a:pt x="77611" y="57872"/>
                    <a:pt x="77611" y="57897"/>
                    <a:pt x="77636" y="57897"/>
                  </a:cubicBezTo>
                  <a:cubicBezTo>
                    <a:pt x="76092" y="59863"/>
                    <a:pt x="74425" y="61805"/>
                    <a:pt x="72682" y="63671"/>
                  </a:cubicBezTo>
                  <a:lnTo>
                    <a:pt x="72657" y="63622"/>
                  </a:lnTo>
                  <a:cubicBezTo>
                    <a:pt x="74375" y="61730"/>
                    <a:pt x="76018" y="59813"/>
                    <a:pt x="77586" y="57872"/>
                  </a:cubicBezTo>
                  <a:close/>
                  <a:moveTo>
                    <a:pt x="86323" y="59913"/>
                  </a:moveTo>
                  <a:cubicBezTo>
                    <a:pt x="87094" y="60286"/>
                    <a:pt x="87866" y="60610"/>
                    <a:pt x="88687" y="60909"/>
                  </a:cubicBezTo>
                  <a:cubicBezTo>
                    <a:pt x="87965" y="61879"/>
                    <a:pt x="87244" y="62825"/>
                    <a:pt x="86497" y="63746"/>
                  </a:cubicBezTo>
                  <a:cubicBezTo>
                    <a:pt x="86049" y="63373"/>
                    <a:pt x="85601" y="63024"/>
                    <a:pt x="85128" y="62676"/>
                  </a:cubicBezTo>
                  <a:cubicBezTo>
                    <a:pt x="85576" y="61730"/>
                    <a:pt x="85974" y="60834"/>
                    <a:pt x="86323" y="59913"/>
                  </a:cubicBezTo>
                  <a:close/>
                  <a:moveTo>
                    <a:pt x="72508" y="63796"/>
                  </a:moveTo>
                  <a:lnTo>
                    <a:pt x="72533" y="63821"/>
                  </a:lnTo>
                  <a:cubicBezTo>
                    <a:pt x="72533" y="63846"/>
                    <a:pt x="72508" y="63846"/>
                    <a:pt x="72508" y="63846"/>
                  </a:cubicBezTo>
                  <a:lnTo>
                    <a:pt x="72458" y="63821"/>
                  </a:lnTo>
                  <a:cubicBezTo>
                    <a:pt x="72458" y="63796"/>
                    <a:pt x="72508" y="63796"/>
                    <a:pt x="72508" y="63796"/>
                  </a:cubicBezTo>
                  <a:close/>
                  <a:moveTo>
                    <a:pt x="49384" y="63547"/>
                  </a:moveTo>
                  <a:cubicBezTo>
                    <a:pt x="50038" y="63714"/>
                    <a:pt x="50581" y="63798"/>
                    <a:pt x="51023" y="63798"/>
                  </a:cubicBezTo>
                  <a:cubicBezTo>
                    <a:pt x="51305" y="63798"/>
                    <a:pt x="51546" y="63764"/>
                    <a:pt x="51749" y="63696"/>
                  </a:cubicBezTo>
                  <a:lnTo>
                    <a:pt x="51749" y="63696"/>
                  </a:lnTo>
                  <a:cubicBezTo>
                    <a:pt x="51724" y="63721"/>
                    <a:pt x="51699" y="63746"/>
                    <a:pt x="51699" y="63796"/>
                  </a:cubicBezTo>
                  <a:cubicBezTo>
                    <a:pt x="51500" y="63846"/>
                    <a:pt x="51276" y="63871"/>
                    <a:pt x="51002" y="63871"/>
                  </a:cubicBezTo>
                  <a:cubicBezTo>
                    <a:pt x="50579" y="63871"/>
                    <a:pt x="50006" y="63796"/>
                    <a:pt x="49359" y="63597"/>
                  </a:cubicBezTo>
                  <a:cubicBezTo>
                    <a:pt x="49359" y="63572"/>
                    <a:pt x="49384" y="63572"/>
                    <a:pt x="49384" y="63547"/>
                  </a:cubicBezTo>
                  <a:close/>
                  <a:moveTo>
                    <a:pt x="88837" y="61008"/>
                  </a:moveTo>
                  <a:cubicBezTo>
                    <a:pt x="88861" y="61008"/>
                    <a:pt x="88861" y="61008"/>
                    <a:pt x="88911" y="61058"/>
                  </a:cubicBezTo>
                  <a:cubicBezTo>
                    <a:pt x="88189" y="62004"/>
                    <a:pt x="87443" y="62950"/>
                    <a:pt x="86696" y="63920"/>
                  </a:cubicBezTo>
                  <a:cubicBezTo>
                    <a:pt x="86671" y="63920"/>
                    <a:pt x="86671" y="63871"/>
                    <a:pt x="86621" y="63871"/>
                  </a:cubicBezTo>
                  <a:cubicBezTo>
                    <a:pt x="87368" y="62950"/>
                    <a:pt x="88115" y="61979"/>
                    <a:pt x="88837" y="61008"/>
                  </a:cubicBezTo>
                  <a:close/>
                  <a:moveTo>
                    <a:pt x="85053" y="62850"/>
                  </a:moveTo>
                  <a:cubicBezTo>
                    <a:pt x="85476" y="63198"/>
                    <a:pt x="85949" y="63572"/>
                    <a:pt x="86372" y="63920"/>
                  </a:cubicBezTo>
                  <a:cubicBezTo>
                    <a:pt x="86372" y="63945"/>
                    <a:pt x="86347" y="63945"/>
                    <a:pt x="86347" y="63970"/>
                  </a:cubicBezTo>
                  <a:cubicBezTo>
                    <a:pt x="85924" y="63597"/>
                    <a:pt x="85451" y="63248"/>
                    <a:pt x="85003" y="62925"/>
                  </a:cubicBezTo>
                  <a:cubicBezTo>
                    <a:pt x="85003" y="62875"/>
                    <a:pt x="85053" y="62875"/>
                    <a:pt x="85053" y="62850"/>
                  </a:cubicBezTo>
                  <a:close/>
                  <a:moveTo>
                    <a:pt x="86497" y="64045"/>
                  </a:moveTo>
                  <a:cubicBezTo>
                    <a:pt x="86547" y="64045"/>
                    <a:pt x="86571" y="64045"/>
                    <a:pt x="86571" y="64070"/>
                  </a:cubicBezTo>
                  <a:cubicBezTo>
                    <a:pt x="86571" y="64095"/>
                    <a:pt x="86522" y="64095"/>
                    <a:pt x="86522" y="64119"/>
                  </a:cubicBezTo>
                  <a:cubicBezTo>
                    <a:pt x="86497" y="64119"/>
                    <a:pt x="86497" y="64095"/>
                    <a:pt x="86472" y="64095"/>
                  </a:cubicBezTo>
                  <a:cubicBezTo>
                    <a:pt x="86472" y="64070"/>
                    <a:pt x="86497" y="64070"/>
                    <a:pt x="86497" y="64045"/>
                  </a:cubicBezTo>
                  <a:close/>
                  <a:moveTo>
                    <a:pt x="7019" y="56851"/>
                  </a:moveTo>
                  <a:lnTo>
                    <a:pt x="7019" y="56851"/>
                  </a:lnTo>
                  <a:cubicBezTo>
                    <a:pt x="5725" y="59365"/>
                    <a:pt x="4605" y="61879"/>
                    <a:pt x="3684" y="64343"/>
                  </a:cubicBezTo>
                  <a:cubicBezTo>
                    <a:pt x="3659" y="64045"/>
                    <a:pt x="3609" y="63721"/>
                    <a:pt x="3609" y="63373"/>
                  </a:cubicBezTo>
                  <a:cubicBezTo>
                    <a:pt x="4033" y="61879"/>
                    <a:pt x="4481" y="60336"/>
                    <a:pt x="5078" y="58768"/>
                  </a:cubicBezTo>
                  <a:cubicBezTo>
                    <a:pt x="5601" y="58046"/>
                    <a:pt x="6223" y="57399"/>
                    <a:pt x="7019" y="56851"/>
                  </a:cubicBezTo>
                  <a:close/>
                  <a:moveTo>
                    <a:pt x="3460" y="63970"/>
                  </a:moveTo>
                  <a:cubicBezTo>
                    <a:pt x="3485" y="64244"/>
                    <a:pt x="3535" y="64468"/>
                    <a:pt x="3560" y="64717"/>
                  </a:cubicBezTo>
                  <a:cubicBezTo>
                    <a:pt x="3560" y="64742"/>
                    <a:pt x="3535" y="64816"/>
                    <a:pt x="3535" y="64841"/>
                  </a:cubicBezTo>
                  <a:cubicBezTo>
                    <a:pt x="3485" y="64617"/>
                    <a:pt x="3460" y="64368"/>
                    <a:pt x="3435" y="64169"/>
                  </a:cubicBezTo>
                  <a:cubicBezTo>
                    <a:pt x="3435" y="64095"/>
                    <a:pt x="3460" y="64045"/>
                    <a:pt x="3460" y="63970"/>
                  </a:cubicBezTo>
                  <a:close/>
                  <a:moveTo>
                    <a:pt x="7443" y="56528"/>
                  </a:moveTo>
                  <a:cubicBezTo>
                    <a:pt x="6024" y="59340"/>
                    <a:pt x="4779" y="62128"/>
                    <a:pt x="3784" y="64841"/>
                  </a:cubicBezTo>
                  <a:cubicBezTo>
                    <a:pt x="3784" y="64816"/>
                    <a:pt x="3734" y="64742"/>
                    <a:pt x="3734" y="64717"/>
                  </a:cubicBezTo>
                  <a:cubicBezTo>
                    <a:pt x="4729" y="62053"/>
                    <a:pt x="5949" y="59340"/>
                    <a:pt x="7318" y="56602"/>
                  </a:cubicBezTo>
                  <a:cubicBezTo>
                    <a:pt x="7343" y="56577"/>
                    <a:pt x="7393" y="56528"/>
                    <a:pt x="7443" y="56528"/>
                  </a:cubicBezTo>
                  <a:close/>
                  <a:moveTo>
                    <a:pt x="3609" y="65090"/>
                  </a:moveTo>
                  <a:cubicBezTo>
                    <a:pt x="3609" y="65115"/>
                    <a:pt x="3609" y="65165"/>
                    <a:pt x="3659" y="65215"/>
                  </a:cubicBezTo>
                  <a:cubicBezTo>
                    <a:pt x="3659" y="65240"/>
                    <a:pt x="3609" y="65314"/>
                    <a:pt x="3609" y="65339"/>
                  </a:cubicBezTo>
                  <a:cubicBezTo>
                    <a:pt x="3609" y="65314"/>
                    <a:pt x="3609" y="65240"/>
                    <a:pt x="3584" y="65215"/>
                  </a:cubicBezTo>
                  <a:cubicBezTo>
                    <a:pt x="3584" y="65190"/>
                    <a:pt x="3609" y="65115"/>
                    <a:pt x="3609" y="65090"/>
                  </a:cubicBezTo>
                  <a:close/>
                  <a:moveTo>
                    <a:pt x="65713" y="54039"/>
                  </a:moveTo>
                  <a:lnTo>
                    <a:pt x="65713" y="54113"/>
                  </a:lnTo>
                  <a:lnTo>
                    <a:pt x="65713" y="54163"/>
                  </a:lnTo>
                  <a:cubicBezTo>
                    <a:pt x="65713" y="54163"/>
                    <a:pt x="65713" y="54213"/>
                    <a:pt x="65688" y="54213"/>
                  </a:cubicBezTo>
                  <a:cubicBezTo>
                    <a:pt x="65538" y="54387"/>
                    <a:pt x="65414" y="54536"/>
                    <a:pt x="65290" y="54711"/>
                  </a:cubicBezTo>
                  <a:cubicBezTo>
                    <a:pt x="64045" y="56204"/>
                    <a:pt x="62701" y="57623"/>
                    <a:pt x="61307" y="59017"/>
                  </a:cubicBezTo>
                  <a:cubicBezTo>
                    <a:pt x="60635" y="59639"/>
                    <a:pt x="59938" y="60336"/>
                    <a:pt x="59191" y="61008"/>
                  </a:cubicBezTo>
                  <a:cubicBezTo>
                    <a:pt x="58992" y="61207"/>
                    <a:pt x="58768" y="61381"/>
                    <a:pt x="58569" y="61581"/>
                  </a:cubicBezTo>
                  <a:cubicBezTo>
                    <a:pt x="58196" y="61929"/>
                    <a:pt x="57847" y="62228"/>
                    <a:pt x="57499" y="62551"/>
                  </a:cubicBezTo>
                  <a:cubicBezTo>
                    <a:pt x="57399" y="62626"/>
                    <a:pt x="57324" y="62726"/>
                    <a:pt x="57225" y="62800"/>
                  </a:cubicBezTo>
                  <a:lnTo>
                    <a:pt x="57200" y="62825"/>
                  </a:lnTo>
                  <a:cubicBezTo>
                    <a:pt x="56901" y="63049"/>
                    <a:pt x="56627" y="63248"/>
                    <a:pt x="56379" y="63497"/>
                  </a:cubicBezTo>
                  <a:cubicBezTo>
                    <a:pt x="55482" y="64219"/>
                    <a:pt x="54611" y="64916"/>
                    <a:pt x="53889" y="65439"/>
                  </a:cubicBezTo>
                  <a:cubicBezTo>
                    <a:pt x="53815" y="65439"/>
                    <a:pt x="53765" y="65464"/>
                    <a:pt x="53740" y="65464"/>
                  </a:cubicBezTo>
                  <a:lnTo>
                    <a:pt x="53616" y="65464"/>
                  </a:lnTo>
                  <a:cubicBezTo>
                    <a:pt x="53641" y="65439"/>
                    <a:pt x="53690" y="65414"/>
                    <a:pt x="53740" y="65364"/>
                  </a:cubicBezTo>
                  <a:cubicBezTo>
                    <a:pt x="53740" y="65364"/>
                    <a:pt x="53765" y="65364"/>
                    <a:pt x="53765" y="65339"/>
                  </a:cubicBezTo>
                  <a:cubicBezTo>
                    <a:pt x="53840" y="65289"/>
                    <a:pt x="53939" y="65240"/>
                    <a:pt x="53989" y="65190"/>
                  </a:cubicBezTo>
                  <a:cubicBezTo>
                    <a:pt x="54188" y="65040"/>
                    <a:pt x="54362" y="64891"/>
                    <a:pt x="54561" y="64767"/>
                  </a:cubicBezTo>
                  <a:cubicBezTo>
                    <a:pt x="54810" y="64592"/>
                    <a:pt x="55010" y="64443"/>
                    <a:pt x="55234" y="64244"/>
                  </a:cubicBezTo>
                  <a:lnTo>
                    <a:pt x="55308" y="64219"/>
                  </a:lnTo>
                  <a:cubicBezTo>
                    <a:pt x="55358" y="64169"/>
                    <a:pt x="55433" y="64119"/>
                    <a:pt x="55482" y="64070"/>
                  </a:cubicBezTo>
                  <a:cubicBezTo>
                    <a:pt x="55557" y="64045"/>
                    <a:pt x="55582" y="63970"/>
                    <a:pt x="55632" y="63945"/>
                  </a:cubicBezTo>
                  <a:lnTo>
                    <a:pt x="56105" y="63572"/>
                  </a:lnTo>
                  <a:cubicBezTo>
                    <a:pt x="56453" y="63298"/>
                    <a:pt x="56827" y="62999"/>
                    <a:pt x="57125" y="62726"/>
                  </a:cubicBezTo>
                  <a:cubicBezTo>
                    <a:pt x="57225" y="62676"/>
                    <a:pt x="57324" y="62576"/>
                    <a:pt x="57374" y="62502"/>
                  </a:cubicBezTo>
                  <a:lnTo>
                    <a:pt x="57424" y="62502"/>
                  </a:lnTo>
                  <a:cubicBezTo>
                    <a:pt x="57797" y="62203"/>
                    <a:pt x="58196" y="61854"/>
                    <a:pt x="58544" y="61556"/>
                  </a:cubicBezTo>
                  <a:cubicBezTo>
                    <a:pt x="58793" y="61332"/>
                    <a:pt x="58992" y="61108"/>
                    <a:pt x="59241" y="60884"/>
                  </a:cubicBezTo>
                  <a:cubicBezTo>
                    <a:pt x="59316" y="60834"/>
                    <a:pt x="59415" y="60759"/>
                    <a:pt x="59465" y="60709"/>
                  </a:cubicBezTo>
                  <a:cubicBezTo>
                    <a:pt x="59490" y="60684"/>
                    <a:pt x="59565" y="60635"/>
                    <a:pt x="59589" y="60585"/>
                  </a:cubicBezTo>
                  <a:cubicBezTo>
                    <a:pt x="60311" y="59888"/>
                    <a:pt x="60809" y="59390"/>
                    <a:pt x="61207" y="59017"/>
                  </a:cubicBezTo>
                  <a:cubicBezTo>
                    <a:pt x="61257" y="58967"/>
                    <a:pt x="61357" y="58892"/>
                    <a:pt x="61431" y="58843"/>
                  </a:cubicBezTo>
                  <a:lnTo>
                    <a:pt x="61456" y="58818"/>
                  </a:lnTo>
                  <a:lnTo>
                    <a:pt x="61830" y="58444"/>
                  </a:lnTo>
                  <a:lnTo>
                    <a:pt x="61879" y="58370"/>
                  </a:lnTo>
                  <a:cubicBezTo>
                    <a:pt x="61979" y="58270"/>
                    <a:pt x="62079" y="58195"/>
                    <a:pt x="62128" y="58096"/>
                  </a:cubicBezTo>
                  <a:lnTo>
                    <a:pt x="62253" y="57971"/>
                  </a:lnTo>
                  <a:cubicBezTo>
                    <a:pt x="62751" y="57449"/>
                    <a:pt x="63448" y="56727"/>
                    <a:pt x="64244" y="55781"/>
                  </a:cubicBezTo>
                  <a:cubicBezTo>
                    <a:pt x="64319" y="55731"/>
                    <a:pt x="64369" y="55632"/>
                    <a:pt x="64443" y="55582"/>
                  </a:cubicBezTo>
                  <a:cubicBezTo>
                    <a:pt x="64493" y="55482"/>
                    <a:pt x="64593" y="55408"/>
                    <a:pt x="64667" y="55333"/>
                  </a:cubicBezTo>
                  <a:cubicBezTo>
                    <a:pt x="64717" y="55258"/>
                    <a:pt x="64742" y="55208"/>
                    <a:pt x="64817" y="55134"/>
                  </a:cubicBezTo>
                  <a:cubicBezTo>
                    <a:pt x="65041" y="54860"/>
                    <a:pt x="65240" y="54611"/>
                    <a:pt x="65439" y="54387"/>
                  </a:cubicBezTo>
                  <a:cubicBezTo>
                    <a:pt x="65464" y="54337"/>
                    <a:pt x="65538" y="54288"/>
                    <a:pt x="65563" y="54238"/>
                  </a:cubicBezTo>
                  <a:cubicBezTo>
                    <a:pt x="65613" y="54163"/>
                    <a:pt x="65663" y="54113"/>
                    <a:pt x="65713" y="54039"/>
                  </a:cubicBezTo>
                  <a:close/>
                  <a:moveTo>
                    <a:pt x="29197" y="56254"/>
                  </a:moveTo>
                  <a:cubicBezTo>
                    <a:pt x="29222" y="56254"/>
                    <a:pt x="29222" y="56279"/>
                    <a:pt x="29247" y="56279"/>
                  </a:cubicBezTo>
                  <a:cubicBezTo>
                    <a:pt x="26907" y="59465"/>
                    <a:pt x="24767" y="62701"/>
                    <a:pt x="22900" y="65912"/>
                  </a:cubicBezTo>
                  <a:lnTo>
                    <a:pt x="22850" y="65912"/>
                  </a:lnTo>
                  <a:cubicBezTo>
                    <a:pt x="24717" y="62701"/>
                    <a:pt x="26858" y="59465"/>
                    <a:pt x="29197" y="56254"/>
                  </a:cubicBezTo>
                  <a:close/>
                  <a:moveTo>
                    <a:pt x="53367" y="65737"/>
                  </a:moveTo>
                  <a:cubicBezTo>
                    <a:pt x="53342" y="65787"/>
                    <a:pt x="53267" y="65812"/>
                    <a:pt x="53242" y="65837"/>
                  </a:cubicBezTo>
                  <a:cubicBezTo>
                    <a:pt x="53217" y="65862"/>
                    <a:pt x="53192" y="65862"/>
                    <a:pt x="53143" y="65912"/>
                  </a:cubicBezTo>
                  <a:cubicBezTo>
                    <a:pt x="53118" y="65936"/>
                    <a:pt x="53043" y="65961"/>
                    <a:pt x="53018" y="65986"/>
                  </a:cubicBezTo>
                  <a:lnTo>
                    <a:pt x="52993" y="65961"/>
                  </a:lnTo>
                  <a:cubicBezTo>
                    <a:pt x="52993" y="65961"/>
                    <a:pt x="52993" y="65936"/>
                    <a:pt x="53018" y="65936"/>
                  </a:cubicBezTo>
                  <a:cubicBezTo>
                    <a:pt x="53043" y="65936"/>
                    <a:pt x="53043" y="65912"/>
                    <a:pt x="53093" y="65912"/>
                  </a:cubicBezTo>
                  <a:lnTo>
                    <a:pt x="53118" y="65862"/>
                  </a:lnTo>
                  <a:cubicBezTo>
                    <a:pt x="53143" y="65837"/>
                    <a:pt x="53168" y="65837"/>
                    <a:pt x="53217" y="65812"/>
                  </a:cubicBezTo>
                  <a:cubicBezTo>
                    <a:pt x="53242" y="65812"/>
                    <a:pt x="53317" y="65787"/>
                    <a:pt x="53367" y="65737"/>
                  </a:cubicBezTo>
                  <a:close/>
                  <a:moveTo>
                    <a:pt x="52869" y="66086"/>
                  </a:moveTo>
                  <a:lnTo>
                    <a:pt x="52869" y="66086"/>
                  </a:lnTo>
                  <a:cubicBezTo>
                    <a:pt x="52849" y="66106"/>
                    <a:pt x="52828" y="66126"/>
                    <a:pt x="52795" y="66133"/>
                  </a:cubicBezTo>
                  <a:lnTo>
                    <a:pt x="52795" y="66133"/>
                  </a:lnTo>
                  <a:cubicBezTo>
                    <a:pt x="52814" y="66121"/>
                    <a:pt x="52841" y="66100"/>
                    <a:pt x="52869" y="66086"/>
                  </a:cubicBezTo>
                  <a:close/>
                  <a:moveTo>
                    <a:pt x="21730" y="54337"/>
                  </a:moveTo>
                  <a:cubicBezTo>
                    <a:pt x="24194" y="54661"/>
                    <a:pt x="26634" y="55283"/>
                    <a:pt x="29048" y="56204"/>
                  </a:cubicBezTo>
                  <a:cubicBezTo>
                    <a:pt x="26683" y="59440"/>
                    <a:pt x="24518" y="62701"/>
                    <a:pt x="22626" y="65936"/>
                  </a:cubicBezTo>
                  <a:cubicBezTo>
                    <a:pt x="22452" y="65961"/>
                    <a:pt x="22253" y="65961"/>
                    <a:pt x="22079" y="65986"/>
                  </a:cubicBezTo>
                  <a:cubicBezTo>
                    <a:pt x="21655" y="66036"/>
                    <a:pt x="21257" y="66086"/>
                    <a:pt x="20884" y="66111"/>
                  </a:cubicBezTo>
                  <a:cubicBezTo>
                    <a:pt x="20759" y="66161"/>
                    <a:pt x="20635" y="66185"/>
                    <a:pt x="20486" y="66185"/>
                  </a:cubicBezTo>
                  <a:cubicBezTo>
                    <a:pt x="19664" y="62825"/>
                    <a:pt x="20137" y="58718"/>
                    <a:pt x="21730" y="54337"/>
                  </a:cubicBezTo>
                  <a:close/>
                  <a:moveTo>
                    <a:pt x="22776" y="66111"/>
                  </a:moveTo>
                  <a:cubicBezTo>
                    <a:pt x="22776" y="66161"/>
                    <a:pt x="22751" y="66161"/>
                    <a:pt x="22751" y="66185"/>
                  </a:cubicBezTo>
                  <a:lnTo>
                    <a:pt x="22701" y="66185"/>
                  </a:lnTo>
                  <a:cubicBezTo>
                    <a:pt x="22701" y="66161"/>
                    <a:pt x="22726" y="66161"/>
                    <a:pt x="22726" y="66111"/>
                  </a:cubicBezTo>
                  <a:close/>
                  <a:moveTo>
                    <a:pt x="21531" y="54288"/>
                  </a:moveTo>
                  <a:cubicBezTo>
                    <a:pt x="19988" y="58693"/>
                    <a:pt x="19490" y="62825"/>
                    <a:pt x="20311" y="66235"/>
                  </a:cubicBezTo>
                  <a:lnTo>
                    <a:pt x="20262" y="66235"/>
                  </a:lnTo>
                  <a:cubicBezTo>
                    <a:pt x="19415" y="62825"/>
                    <a:pt x="19888" y="58693"/>
                    <a:pt x="21481" y="54288"/>
                  </a:cubicBezTo>
                  <a:close/>
                  <a:moveTo>
                    <a:pt x="65663" y="54462"/>
                  </a:moveTo>
                  <a:cubicBezTo>
                    <a:pt x="65688" y="55084"/>
                    <a:pt x="65962" y="55856"/>
                    <a:pt x="66484" y="56777"/>
                  </a:cubicBezTo>
                  <a:cubicBezTo>
                    <a:pt x="63721" y="60236"/>
                    <a:pt x="60311" y="63522"/>
                    <a:pt x="56478" y="66285"/>
                  </a:cubicBezTo>
                  <a:cubicBezTo>
                    <a:pt x="55557" y="65787"/>
                    <a:pt x="54736" y="65488"/>
                    <a:pt x="54089" y="65464"/>
                  </a:cubicBezTo>
                  <a:cubicBezTo>
                    <a:pt x="54263" y="65314"/>
                    <a:pt x="54462" y="65190"/>
                    <a:pt x="54686" y="65040"/>
                  </a:cubicBezTo>
                  <a:cubicBezTo>
                    <a:pt x="54935" y="64841"/>
                    <a:pt x="55184" y="64667"/>
                    <a:pt x="55383" y="64468"/>
                  </a:cubicBezTo>
                  <a:lnTo>
                    <a:pt x="55458" y="64418"/>
                  </a:lnTo>
                  <a:cubicBezTo>
                    <a:pt x="55706" y="64219"/>
                    <a:pt x="55955" y="64045"/>
                    <a:pt x="56204" y="63821"/>
                  </a:cubicBezTo>
                  <a:cubicBezTo>
                    <a:pt x="56603" y="63497"/>
                    <a:pt x="57001" y="63174"/>
                    <a:pt x="57374" y="62850"/>
                  </a:cubicBezTo>
                  <a:cubicBezTo>
                    <a:pt x="58196" y="62178"/>
                    <a:pt x="58967" y="61481"/>
                    <a:pt x="59589" y="60884"/>
                  </a:cubicBezTo>
                  <a:cubicBezTo>
                    <a:pt x="59664" y="60859"/>
                    <a:pt x="59689" y="60784"/>
                    <a:pt x="59714" y="60759"/>
                  </a:cubicBezTo>
                  <a:cubicBezTo>
                    <a:pt x="60361" y="60137"/>
                    <a:pt x="60859" y="59664"/>
                    <a:pt x="61232" y="59291"/>
                  </a:cubicBezTo>
                  <a:lnTo>
                    <a:pt x="61506" y="59017"/>
                  </a:lnTo>
                  <a:lnTo>
                    <a:pt x="61556" y="58992"/>
                  </a:lnTo>
                  <a:lnTo>
                    <a:pt x="61929" y="58619"/>
                  </a:lnTo>
                  <a:lnTo>
                    <a:pt x="62128" y="58395"/>
                  </a:lnTo>
                  <a:cubicBezTo>
                    <a:pt x="62178" y="58370"/>
                    <a:pt x="62178" y="58345"/>
                    <a:pt x="62203" y="58345"/>
                  </a:cubicBezTo>
                  <a:lnTo>
                    <a:pt x="62477" y="58071"/>
                  </a:lnTo>
                  <a:cubicBezTo>
                    <a:pt x="62950" y="57573"/>
                    <a:pt x="63597" y="56876"/>
                    <a:pt x="64344" y="56030"/>
                  </a:cubicBezTo>
                  <a:cubicBezTo>
                    <a:pt x="64493" y="55856"/>
                    <a:pt x="64692" y="55657"/>
                    <a:pt x="64842" y="55457"/>
                  </a:cubicBezTo>
                  <a:cubicBezTo>
                    <a:pt x="64891" y="55408"/>
                    <a:pt x="64916" y="55358"/>
                    <a:pt x="64941" y="55333"/>
                  </a:cubicBezTo>
                  <a:cubicBezTo>
                    <a:pt x="65190" y="55009"/>
                    <a:pt x="65439" y="54736"/>
                    <a:pt x="65663" y="54462"/>
                  </a:cubicBezTo>
                  <a:close/>
                  <a:moveTo>
                    <a:pt x="53840" y="65613"/>
                  </a:moveTo>
                  <a:cubicBezTo>
                    <a:pt x="54462" y="65613"/>
                    <a:pt x="55308" y="65862"/>
                    <a:pt x="56304" y="66409"/>
                  </a:cubicBezTo>
                  <a:cubicBezTo>
                    <a:pt x="56254" y="66409"/>
                    <a:pt x="56254" y="66434"/>
                    <a:pt x="56229" y="66434"/>
                  </a:cubicBezTo>
                  <a:cubicBezTo>
                    <a:pt x="56179" y="66409"/>
                    <a:pt x="56130" y="66409"/>
                    <a:pt x="56105" y="66360"/>
                  </a:cubicBezTo>
                  <a:cubicBezTo>
                    <a:pt x="55955" y="66285"/>
                    <a:pt x="55756" y="66210"/>
                    <a:pt x="55607" y="66111"/>
                  </a:cubicBezTo>
                  <a:cubicBezTo>
                    <a:pt x="55582" y="66111"/>
                    <a:pt x="55557" y="66086"/>
                    <a:pt x="55557" y="66086"/>
                  </a:cubicBezTo>
                  <a:cubicBezTo>
                    <a:pt x="55358" y="65986"/>
                    <a:pt x="55184" y="65936"/>
                    <a:pt x="54985" y="65862"/>
                  </a:cubicBezTo>
                  <a:cubicBezTo>
                    <a:pt x="54960" y="65862"/>
                    <a:pt x="54935" y="65837"/>
                    <a:pt x="54885" y="65837"/>
                  </a:cubicBezTo>
                  <a:cubicBezTo>
                    <a:pt x="54711" y="65787"/>
                    <a:pt x="54561" y="65737"/>
                    <a:pt x="54387" y="65712"/>
                  </a:cubicBezTo>
                  <a:cubicBezTo>
                    <a:pt x="54238" y="65688"/>
                    <a:pt x="54113" y="65688"/>
                    <a:pt x="53989" y="65688"/>
                  </a:cubicBezTo>
                  <a:lnTo>
                    <a:pt x="53740" y="65688"/>
                  </a:lnTo>
                  <a:cubicBezTo>
                    <a:pt x="53740" y="65688"/>
                    <a:pt x="53765" y="65688"/>
                    <a:pt x="53765" y="65663"/>
                  </a:cubicBezTo>
                  <a:cubicBezTo>
                    <a:pt x="53815" y="65613"/>
                    <a:pt x="53815" y="65613"/>
                    <a:pt x="53840" y="65613"/>
                  </a:cubicBezTo>
                  <a:close/>
                  <a:moveTo>
                    <a:pt x="66584" y="56976"/>
                  </a:moveTo>
                  <a:cubicBezTo>
                    <a:pt x="66584" y="57001"/>
                    <a:pt x="66634" y="57001"/>
                    <a:pt x="66634" y="57026"/>
                  </a:cubicBezTo>
                  <a:cubicBezTo>
                    <a:pt x="63846" y="60460"/>
                    <a:pt x="60486" y="63696"/>
                    <a:pt x="56727" y="66434"/>
                  </a:cubicBezTo>
                  <a:cubicBezTo>
                    <a:pt x="56702" y="66434"/>
                    <a:pt x="56702" y="66409"/>
                    <a:pt x="56677" y="66409"/>
                  </a:cubicBezTo>
                  <a:cubicBezTo>
                    <a:pt x="60436" y="63671"/>
                    <a:pt x="63821" y="60386"/>
                    <a:pt x="66584" y="56976"/>
                  </a:cubicBezTo>
                  <a:close/>
                  <a:moveTo>
                    <a:pt x="22502" y="66161"/>
                  </a:moveTo>
                  <a:cubicBezTo>
                    <a:pt x="22502" y="66185"/>
                    <a:pt x="22477" y="66210"/>
                    <a:pt x="22477" y="66210"/>
                  </a:cubicBezTo>
                  <a:cubicBezTo>
                    <a:pt x="21954" y="66285"/>
                    <a:pt x="21407" y="66310"/>
                    <a:pt x="20884" y="66409"/>
                  </a:cubicBezTo>
                  <a:cubicBezTo>
                    <a:pt x="20759" y="66434"/>
                    <a:pt x="20660" y="66434"/>
                    <a:pt x="20535" y="66459"/>
                  </a:cubicBezTo>
                  <a:cubicBezTo>
                    <a:pt x="20535" y="66434"/>
                    <a:pt x="20535" y="66434"/>
                    <a:pt x="20510" y="66409"/>
                  </a:cubicBezTo>
                  <a:cubicBezTo>
                    <a:pt x="20635" y="66360"/>
                    <a:pt x="20759" y="66335"/>
                    <a:pt x="20884" y="66335"/>
                  </a:cubicBezTo>
                  <a:cubicBezTo>
                    <a:pt x="21232" y="66285"/>
                    <a:pt x="21606" y="66235"/>
                    <a:pt x="21954" y="66210"/>
                  </a:cubicBezTo>
                  <a:cubicBezTo>
                    <a:pt x="22128" y="66185"/>
                    <a:pt x="22327" y="66161"/>
                    <a:pt x="22502" y="66161"/>
                  </a:cubicBezTo>
                  <a:close/>
                  <a:moveTo>
                    <a:pt x="3286" y="64717"/>
                  </a:moveTo>
                  <a:cubicBezTo>
                    <a:pt x="3311" y="64866"/>
                    <a:pt x="3336" y="65040"/>
                    <a:pt x="3360" y="65215"/>
                  </a:cubicBezTo>
                  <a:lnTo>
                    <a:pt x="2912" y="66534"/>
                  </a:lnTo>
                  <a:cubicBezTo>
                    <a:pt x="3037" y="65936"/>
                    <a:pt x="3161" y="65314"/>
                    <a:pt x="3286" y="64717"/>
                  </a:cubicBezTo>
                  <a:close/>
                  <a:moveTo>
                    <a:pt x="29446" y="56353"/>
                  </a:moveTo>
                  <a:cubicBezTo>
                    <a:pt x="30293" y="56652"/>
                    <a:pt x="31114" y="57026"/>
                    <a:pt x="31935" y="57399"/>
                  </a:cubicBezTo>
                  <a:cubicBezTo>
                    <a:pt x="30741" y="60759"/>
                    <a:pt x="30342" y="63920"/>
                    <a:pt x="30940" y="66584"/>
                  </a:cubicBezTo>
                  <a:cubicBezTo>
                    <a:pt x="30691" y="66534"/>
                    <a:pt x="30467" y="66459"/>
                    <a:pt x="30218" y="66409"/>
                  </a:cubicBezTo>
                  <a:cubicBezTo>
                    <a:pt x="30168" y="66409"/>
                    <a:pt x="30094" y="66360"/>
                    <a:pt x="30044" y="66360"/>
                  </a:cubicBezTo>
                  <a:cubicBezTo>
                    <a:pt x="29745" y="66310"/>
                    <a:pt x="29471" y="66235"/>
                    <a:pt x="29197" y="66210"/>
                  </a:cubicBezTo>
                  <a:cubicBezTo>
                    <a:pt x="29098" y="66210"/>
                    <a:pt x="29048" y="66185"/>
                    <a:pt x="28949" y="66185"/>
                  </a:cubicBezTo>
                  <a:cubicBezTo>
                    <a:pt x="28700" y="66161"/>
                    <a:pt x="28426" y="66086"/>
                    <a:pt x="28177" y="66061"/>
                  </a:cubicBezTo>
                  <a:cubicBezTo>
                    <a:pt x="28052" y="66036"/>
                    <a:pt x="27928" y="66036"/>
                    <a:pt x="27828" y="66036"/>
                  </a:cubicBezTo>
                  <a:cubicBezTo>
                    <a:pt x="27580" y="65986"/>
                    <a:pt x="27355" y="65961"/>
                    <a:pt x="27107" y="65961"/>
                  </a:cubicBezTo>
                  <a:cubicBezTo>
                    <a:pt x="26932" y="65936"/>
                    <a:pt x="26733" y="65936"/>
                    <a:pt x="26584" y="65936"/>
                  </a:cubicBezTo>
                  <a:cubicBezTo>
                    <a:pt x="26385" y="65936"/>
                    <a:pt x="26211" y="65912"/>
                    <a:pt x="26011" y="65912"/>
                  </a:cubicBezTo>
                  <a:cubicBezTo>
                    <a:pt x="25638" y="65862"/>
                    <a:pt x="25314" y="65862"/>
                    <a:pt x="24941" y="65862"/>
                  </a:cubicBezTo>
                  <a:cubicBezTo>
                    <a:pt x="24369" y="65862"/>
                    <a:pt x="23821" y="65912"/>
                    <a:pt x="23224" y="65936"/>
                  </a:cubicBezTo>
                  <a:lnTo>
                    <a:pt x="23149" y="65936"/>
                  </a:lnTo>
                  <a:cubicBezTo>
                    <a:pt x="24991" y="62726"/>
                    <a:pt x="27107" y="59515"/>
                    <a:pt x="29446" y="56353"/>
                  </a:cubicBezTo>
                  <a:close/>
                  <a:moveTo>
                    <a:pt x="66708" y="57200"/>
                  </a:moveTo>
                  <a:cubicBezTo>
                    <a:pt x="66758" y="57250"/>
                    <a:pt x="66783" y="57324"/>
                    <a:pt x="66808" y="57349"/>
                  </a:cubicBezTo>
                  <a:cubicBezTo>
                    <a:pt x="64642" y="59764"/>
                    <a:pt x="62278" y="62128"/>
                    <a:pt x="59739" y="64368"/>
                  </a:cubicBezTo>
                  <a:lnTo>
                    <a:pt x="59664" y="64468"/>
                  </a:lnTo>
                  <a:lnTo>
                    <a:pt x="59614" y="64493"/>
                  </a:lnTo>
                  <a:cubicBezTo>
                    <a:pt x="59589" y="64543"/>
                    <a:pt x="59565" y="64567"/>
                    <a:pt x="59540" y="64567"/>
                  </a:cubicBezTo>
                  <a:cubicBezTo>
                    <a:pt x="59067" y="64966"/>
                    <a:pt x="58619" y="65364"/>
                    <a:pt x="58171" y="65737"/>
                  </a:cubicBezTo>
                  <a:cubicBezTo>
                    <a:pt x="57996" y="65862"/>
                    <a:pt x="57872" y="65986"/>
                    <a:pt x="57723" y="66086"/>
                  </a:cubicBezTo>
                  <a:cubicBezTo>
                    <a:pt x="57548" y="66310"/>
                    <a:pt x="57324" y="66484"/>
                    <a:pt x="57100" y="66658"/>
                  </a:cubicBezTo>
                  <a:cubicBezTo>
                    <a:pt x="57051" y="66584"/>
                    <a:pt x="56951" y="66559"/>
                    <a:pt x="56876" y="66534"/>
                  </a:cubicBezTo>
                  <a:cubicBezTo>
                    <a:pt x="60610" y="63821"/>
                    <a:pt x="63970" y="60585"/>
                    <a:pt x="66708" y="57200"/>
                  </a:cubicBezTo>
                  <a:close/>
                  <a:moveTo>
                    <a:pt x="32085" y="57498"/>
                  </a:moveTo>
                  <a:cubicBezTo>
                    <a:pt x="32110" y="57498"/>
                    <a:pt x="32110" y="57523"/>
                    <a:pt x="32159" y="57523"/>
                  </a:cubicBezTo>
                  <a:cubicBezTo>
                    <a:pt x="30965" y="60884"/>
                    <a:pt x="30591" y="64045"/>
                    <a:pt x="31214" y="66683"/>
                  </a:cubicBezTo>
                  <a:cubicBezTo>
                    <a:pt x="31189" y="66683"/>
                    <a:pt x="31189" y="66683"/>
                    <a:pt x="31164" y="66658"/>
                  </a:cubicBezTo>
                  <a:cubicBezTo>
                    <a:pt x="30542" y="63995"/>
                    <a:pt x="30915" y="60859"/>
                    <a:pt x="32085" y="57498"/>
                  </a:cubicBezTo>
                  <a:close/>
                  <a:moveTo>
                    <a:pt x="56702" y="66683"/>
                  </a:moveTo>
                  <a:cubicBezTo>
                    <a:pt x="56802" y="66708"/>
                    <a:pt x="56876" y="66733"/>
                    <a:pt x="56951" y="66808"/>
                  </a:cubicBezTo>
                  <a:cubicBezTo>
                    <a:pt x="56926" y="66808"/>
                    <a:pt x="56926" y="66833"/>
                    <a:pt x="56876" y="66833"/>
                  </a:cubicBezTo>
                  <a:cubicBezTo>
                    <a:pt x="56827" y="66808"/>
                    <a:pt x="56752" y="66783"/>
                    <a:pt x="56702" y="66708"/>
                  </a:cubicBezTo>
                  <a:cubicBezTo>
                    <a:pt x="56677" y="66708"/>
                    <a:pt x="56677" y="66708"/>
                    <a:pt x="56702" y="66683"/>
                  </a:cubicBezTo>
                  <a:close/>
                  <a:moveTo>
                    <a:pt x="66932" y="57523"/>
                  </a:moveTo>
                  <a:cubicBezTo>
                    <a:pt x="66932" y="57523"/>
                    <a:pt x="66932" y="57573"/>
                    <a:pt x="66957" y="57573"/>
                  </a:cubicBezTo>
                  <a:lnTo>
                    <a:pt x="66957" y="57598"/>
                  </a:lnTo>
                  <a:cubicBezTo>
                    <a:pt x="64817" y="59988"/>
                    <a:pt x="62477" y="62327"/>
                    <a:pt x="60038" y="64543"/>
                  </a:cubicBezTo>
                  <a:cubicBezTo>
                    <a:pt x="59963" y="64592"/>
                    <a:pt x="59913" y="64617"/>
                    <a:pt x="59838" y="64692"/>
                  </a:cubicBezTo>
                  <a:cubicBezTo>
                    <a:pt x="59365" y="65090"/>
                    <a:pt x="58917" y="65513"/>
                    <a:pt x="58395" y="65936"/>
                  </a:cubicBezTo>
                  <a:cubicBezTo>
                    <a:pt x="58245" y="66061"/>
                    <a:pt x="58096" y="66185"/>
                    <a:pt x="57972" y="66310"/>
                  </a:cubicBezTo>
                  <a:cubicBezTo>
                    <a:pt x="57748" y="66484"/>
                    <a:pt x="57524" y="66633"/>
                    <a:pt x="57324" y="66833"/>
                  </a:cubicBezTo>
                  <a:cubicBezTo>
                    <a:pt x="57324" y="66833"/>
                    <a:pt x="57300" y="66833"/>
                    <a:pt x="57300" y="66808"/>
                  </a:cubicBezTo>
                  <a:lnTo>
                    <a:pt x="57250" y="66808"/>
                  </a:lnTo>
                  <a:cubicBezTo>
                    <a:pt x="57449" y="66609"/>
                    <a:pt x="57623" y="66459"/>
                    <a:pt x="57822" y="66310"/>
                  </a:cubicBezTo>
                  <a:cubicBezTo>
                    <a:pt x="57996" y="66161"/>
                    <a:pt x="58171" y="66036"/>
                    <a:pt x="58345" y="65862"/>
                  </a:cubicBezTo>
                  <a:cubicBezTo>
                    <a:pt x="58743" y="65538"/>
                    <a:pt x="59191" y="65165"/>
                    <a:pt x="59589" y="64816"/>
                  </a:cubicBezTo>
                  <a:lnTo>
                    <a:pt x="59689" y="64717"/>
                  </a:lnTo>
                  <a:lnTo>
                    <a:pt x="59714" y="64692"/>
                  </a:lnTo>
                  <a:cubicBezTo>
                    <a:pt x="59814" y="64617"/>
                    <a:pt x="59913" y="64543"/>
                    <a:pt x="59963" y="64468"/>
                  </a:cubicBezTo>
                  <a:cubicBezTo>
                    <a:pt x="61058" y="63497"/>
                    <a:pt x="62079" y="62551"/>
                    <a:pt x="63099" y="61506"/>
                  </a:cubicBezTo>
                  <a:lnTo>
                    <a:pt x="63572" y="61058"/>
                  </a:lnTo>
                  <a:lnTo>
                    <a:pt x="64642" y="59988"/>
                  </a:lnTo>
                  <a:cubicBezTo>
                    <a:pt x="64817" y="59813"/>
                    <a:pt x="65016" y="59614"/>
                    <a:pt x="65165" y="59440"/>
                  </a:cubicBezTo>
                  <a:cubicBezTo>
                    <a:pt x="65464" y="59091"/>
                    <a:pt x="65787" y="58768"/>
                    <a:pt x="66086" y="58444"/>
                  </a:cubicBezTo>
                  <a:cubicBezTo>
                    <a:pt x="66285" y="58245"/>
                    <a:pt x="66435" y="58071"/>
                    <a:pt x="66634" y="57872"/>
                  </a:cubicBezTo>
                  <a:cubicBezTo>
                    <a:pt x="66708" y="57747"/>
                    <a:pt x="66833" y="57648"/>
                    <a:pt x="66932" y="57523"/>
                  </a:cubicBezTo>
                  <a:close/>
                  <a:moveTo>
                    <a:pt x="24941" y="66036"/>
                  </a:moveTo>
                  <a:cubicBezTo>
                    <a:pt x="25314" y="66036"/>
                    <a:pt x="25638" y="66036"/>
                    <a:pt x="26011" y="66061"/>
                  </a:cubicBezTo>
                  <a:cubicBezTo>
                    <a:pt x="26235" y="66061"/>
                    <a:pt x="26459" y="66086"/>
                    <a:pt x="26708" y="66086"/>
                  </a:cubicBezTo>
                  <a:cubicBezTo>
                    <a:pt x="26833" y="66086"/>
                    <a:pt x="26982" y="66111"/>
                    <a:pt x="27107" y="66111"/>
                  </a:cubicBezTo>
                  <a:cubicBezTo>
                    <a:pt x="27430" y="66136"/>
                    <a:pt x="27704" y="66185"/>
                    <a:pt x="28003" y="66210"/>
                  </a:cubicBezTo>
                  <a:cubicBezTo>
                    <a:pt x="28077" y="66210"/>
                    <a:pt x="28127" y="66210"/>
                    <a:pt x="28202" y="66235"/>
                  </a:cubicBezTo>
                  <a:cubicBezTo>
                    <a:pt x="28550" y="66285"/>
                    <a:pt x="28874" y="66335"/>
                    <a:pt x="29197" y="66409"/>
                  </a:cubicBezTo>
                  <a:lnTo>
                    <a:pt x="29222" y="66409"/>
                  </a:lnTo>
                  <a:cubicBezTo>
                    <a:pt x="29820" y="66484"/>
                    <a:pt x="30417" y="66658"/>
                    <a:pt x="30990" y="66808"/>
                  </a:cubicBezTo>
                  <a:lnTo>
                    <a:pt x="30990" y="66857"/>
                  </a:lnTo>
                  <a:cubicBezTo>
                    <a:pt x="29073" y="66360"/>
                    <a:pt x="27007" y="66086"/>
                    <a:pt x="24891" y="66086"/>
                  </a:cubicBezTo>
                  <a:cubicBezTo>
                    <a:pt x="24244" y="66086"/>
                    <a:pt x="23622" y="66111"/>
                    <a:pt x="23000" y="66136"/>
                  </a:cubicBezTo>
                  <a:cubicBezTo>
                    <a:pt x="23000" y="66111"/>
                    <a:pt x="23024" y="66111"/>
                    <a:pt x="23024" y="66086"/>
                  </a:cubicBezTo>
                  <a:cubicBezTo>
                    <a:pt x="23647" y="66061"/>
                    <a:pt x="24269" y="66036"/>
                    <a:pt x="24891" y="66036"/>
                  </a:cubicBezTo>
                  <a:close/>
                  <a:moveTo>
                    <a:pt x="57150" y="66907"/>
                  </a:moveTo>
                  <a:cubicBezTo>
                    <a:pt x="57150" y="66907"/>
                    <a:pt x="57200" y="66907"/>
                    <a:pt x="57200" y="66932"/>
                  </a:cubicBezTo>
                  <a:lnTo>
                    <a:pt x="57125" y="66982"/>
                  </a:lnTo>
                  <a:lnTo>
                    <a:pt x="57075" y="66932"/>
                  </a:lnTo>
                  <a:cubicBezTo>
                    <a:pt x="57100" y="66932"/>
                    <a:pt x="57100" y="66907"/>
                    <a:pt x="57125" y="66907"/>
                  </a:cubicBezTo>
                  <a:close/>
                  <a:moveTo>
                    <a:pt x="40846" y="63696"/>
                  </a:moveTo>
                  <a:lnTo>
                    <a:pt x="40896" y="63721"/>
                  </a:lnTo>
                  <a:lnTo>
                    <a:pt x="40921" y="63746"/>
                  </a:lnTo>
                  <a:lnTo>
                    <a:pt x="40822" y="64045"/>
                  </a:lnTo>
                  <a:cubicBezTo>
                    <a:pt x="40797" y="64119"/>
                    <a:pt x="40772" y="64194"/>
                    <a:pt x="40772" y="64244"/>
                  </a:cubicBezTo>
                  <a:cubicBezTo>
                    <a:pt x="40697" y="64443"/>
                    <a:pt x="40647" y="64592"/>
                    <a:pt x="40598" y="64792"/>
                  </a:cubicBezTo>
                  <a:cubicBezTo>
                    <a:pt x="40573" y="64916"/>
                    <a:pt x="40523" y="65040"/>
                    <a:pt x="40473" y="65165"/>
                  </a:cubicBezTo>
                  <a:cubicBezTo>
                    <a:pt x="40448" y="65289"/>
                    <a:pt x="40423" y="65364"/>
                    <a:pt x="40398" y="65488"/>
                  </a:cubicBezTo>
                  <a:cubicBezTo>
                    <a:pt x="40324" y="65688"/>
                    <a:pt x="40299" y="65862"/>
                    <a:pt x="40274" y="66061"/>
                  </a:cubicBezTo>
                  <a:cubicBezTo>
                    <a:pt x="40224" y="66210"/>
                    <a:pt x="40174" y="66360"/>
                    <a:pt x="40150" y="66534"/>
                  </a:cubicBezTo>
                  <a:cubicBezTo>
                    <a:pt x="40150" y="66559"/>
                    <a:pt x="40100" y="66584"/>
                    <a:pt x="40100" y="66609"/>
                  </a:cubicBezTo>
                  <a:cubicBezTo>
                    <a:pt x="40082" y="66739"/>
                    <a:pt x="40062" y="66869"/>
                    <a:pt x="40042" y="66998"/>
                  </a:cubicBezTo>
                  <a:lnTo>
                    <a:pt x="40042" y="66998"/>
                  </a:lnTo>
                  <a:cubicBezTo>
                    <a:pt x="40047" y="66941"/>
                    <a:pt x="40050" y="66885"/>
                    <a:pt x="40050" y="66833"/>
                  </a:cubicBezTo>
                  <a:cubicBezTo>
                    <a:pt x="40075" y="66708"/>
                    <a:pt x="40075" y="66609"/>
                    <a:pt x="40100" y="66484"/>
                  </a:cubicBezTo>
                  <a:cubicBezTo>
                    <a:pt x="40150" y="66335"/>
                    <a:pt x="40174" y="66161"/>
                    <a:pt x="40199" y="65986"/>
                  </a:cubicBezTo>
                  <a:lnTo>
                    <a:pt x="40199" y="65961"/>
                  </a:lnTo>
                  <a:cubicBezTo>
                    <a:pt x="40224" y="65862"/>
                    <a:pt x="40224" y="65787"/>
                    <a:pt x="40274" y="65688"/>
                  </a:cubicBezTo>
                  <a:cubicBezTo>
                    <a:pt x="40299" y="65538"/>
                    <a:pt x="40349" y="65339"/>
                    <a:pt x="40398" y="65190"/>
                  </a:cubicBezTo>
                  <a:cubicBezTo>
                    <a:pt x="40423" y="65115"/>
                    <a:pt x="40423" y="65065"/>
                    <a:pt x="40448" y="64991"/>
                  </a:cubicBezTo>
                  <a:cubicBezTo>
                    <a:pt x="40448" y="64941"/>
                    <a:pt x="40473" y="64916"/>
                    <a:pt x="40473" y="64841"/>
                  </a:cubicBezTo>
                  <a:cubicBezTo>
                    <a:pt x="40548" y="64692"/>
                    <a:pt x="40573" y="64493"/>
                    <a:pt x="40647" y="64343"/>
                  </a:cubicBezTo>
                  <a:cubicBezTo>
                    <a:pt x="40672" y="64219"/>
                    <a:pt x="40697" y="64095"/>
                    <a:pt x="40772" y="63970"/>
                  </a:cubicBezTo>
                  <a:lnTo>
                    <a:pt x="40846" y="63696"/>
                  </a:lnTo>
                  <a:close/>
                  <a:moveTo>
                    <a:pt x="48090" y="63348"/>
                  </a:moveTo>
                  <a:lnTo>
                    <a:pt x="47716" y="63821"/>
                  </a:lnTo>
                  <a:cubicBezTo>
                    <a:pt x="47468" y="64119"/>
                    <a:pt x="47219" y="64443"/>
                    <a:pt x="46995" y="64742"/>
                  </a:cubicBezTo>
                  <a:cubicBezTo>
                    <a:pt x="46920" y="64841"/>
                    <a:pt x="46845" y="64941"/>
                    <a:pt x="46771" y="65065"/>
                  </a:cubicBezTo>
                  <a:cubicBezTo>
                    <a:pt x="46646" y="65240"/>
                    <a:pt x="46497" y="65439"/>
                    <a:pt x="46372" y="65588"/>
                  </a:cubicBezTo>
                  <a:cubicBezTo>
                    <a:pt x="46273" y="65712"/>
                    <a:pt x="46173" y="65862"/>
                    <a:pt x="46049" y="65986"/>
                  </a:cubicBezTo>
                  <a:cubicBezTo>
                    <a:pt x="45999" y="66086"/>
                    <a:pt x="45899" y="66185"/>
                    <a:pt x="45850" y="66310"/>
                  </a:cubicBezTo>
                  <a:cubicBezTo>
                    <a:pt x="45800" y="66335"/>
                    <a:pt x="45775" y="66409"/>
                    <a:pt x="45750" y="66434"/>
                  </a:cubicBezTo>
                  <a:cubicBezTo>
                    <a:pt x="45650" y="66559"/>
                    <a:pt x="45601" y="66683"/>
                    <a:pt x="45501" y="66808"/>
                  </a:cubicBezTo>
                  <a:lnTo>
                    <a:pt x="44916" y="67608"/>
                  </a:lnTo>
                  <a:lnTo>
                    <a:pt x="44916" y="67608"/>
                  </a:lnTo>
                  <a:cubicBezTo>
                    <a:pt x="45876" y="66176"/>
                    <a:pt x="46918" y="64762"/>
                    <a:pt x="48040" y="63348"/>
                  </a:cubicBezTo>
                  <a:close/>
                  <a:moveTo>
                    <a:pt x="32309" y="57598"/>
                  </a:moveTo>
                  <a:cubicBezTo>
                    <a:pt x="34574" y="58693"/>
                    <a:pt x="36690" y="60012"/>
                    <a:pt x="38557" y="61556"/>
                  </a:cubicBezTo>
                  <a:cubicBezTo>
                    <a:pt x="37038" y="63597"/>
                    <a:pt x="35594" y="65663"/>
                    <a:pt x="34300" y="67729"/>
                  </a:cubicBezTo>
                  <a:cubicBezTo>
                    <a:pt x="34225" y="67704"/>
                    <a:pt x="34201" y="67704"/>
                    <a:pt x="34151" y="67679"/>
                  </a:cubicBezTo>
                  <a:cubicBezTo>
                    <a:pt x="34076" y="67654"/>
                    <a:pt x="34051" y="67654"/>
                    <a:pt x="33977" y="67604"/>
                  </a:cubicBezTo>
                  <a:cubicBezTo>
                    <a:pt x="33703" y="67480"/>
                    <a:pt x="33454" y="67405"/>
                    <a:pt x="33180" y="67305"/>
                  </a:cubicBezTo>
                  <a:cubicBezTo>
                    <a:pt x="33155" y="67305"/>
                    <a:pt x="33080" y="67281"/>
                    <a:pt x="33056" y="67281"/>
                  </a:cubicBezTo>
                  <a:lnTo>
                    <a:pt x="32209" y="66982"/>
                  </a:lnTo>
                  <a:cubicBezTo>
                    <a:pt x="32184" y="66982"/>
                    <a:pt x="32110" y="66957"/>
                    <a:pt x="32085" y="66957"/>
                  </a:cubicBezTo>
                  <a:cubicBezTo>
                    <a:pt x="31861" y="66907"/>
                    <a:pt x="31612" y="66808"/>
                    <a:pt x="31413" y="66733"/>
                  </a:cubicBezTo>
                  <a:cubicBezTo>
                    <a:pt x="30741" y="64095"/>
                    <a:pt x="31114" y="60958"/>
                    <a:pt x="32309" y="57598"/>
                  </a:cubicBezTo>
                  <a:close/>
                  <a:moveTo>
                    <a:pt x="38706" y="61680"/>
                  </a:moveTo>
                  <a:cubicBezTo>
                    <a:pt x="38756" y="61680"/>
                    <a:pt x="38756" y="61705"/>
                    <a:pt x="38781" y="61705"/>
                  </a:cubicBezTo>
                  <a:cubicBezTo>
                    <a:pt x="37237" y="63721"/>
                    <a:pt x="35843" y="65787"/>
                    <a:pt x="34549" y="67828"/>
                  </a:cubicBezTo>
                  <a:cubicBezTo>
                    <a:pt x="34524" y="67828"/>
                    <a:pt x="34524" y="67803"/>
                    <a:pt x="34474" y="67803"/>
                  </a:cubicBezTo>
                  <a:cubicBezTo>
                    <a:pt x="35794" y="65737"/>
                    <a:pt x="37187" y="63696"/>
                    <a:pt x="38706" y="61680"/>
                  </a:cubicBezTo>
                  <a:close/>
                  <a:moveTo>
                    <a:pt x="42514" y="60635"/>
                  </a:moveTo>
                  <a:cubicBezTo>
                    <a:pt x="44481" y="61780"/>
                    <a:pt x="46298" y="62701"/>
                    <a:pt x="47866" y="63298"/>
                  </a:cubicBezTo>
                  <a:cubicBezTo>
                    <a:pt x="47368" y="63920"/>
                    <a:pt x="46895" y="64493"/>
                    <a:pt x="46472" y="65115"/>
                  </a:cubicBezTo>
                  <a:cubicBezTo>
                    <a:pt x="46472" y="65165"/>
                    <a:pt x="46422" y="65165"/>
                    <a:pt x="46422" y="65190"/>
                  </a:cubicBezTo>
                  <a:cubicBezTo>
                    <a:pt x="46024" y="65712"/>
                    <a:pt x="45650" y="66235"/>
                    <a:pt x="45277" y="66758"/>
                  </a:cubicBezTo>
                  <a:cubicBezTo>
                    <a:pt x="45227" y="66857"/>
                    <a:pt x="45128" y="66982"/>
                    <a:pt x="45053" y="67081"/>
                  </a:cubicBezTo>
                  <a:cubicBezTo>
                    <a:pt x="45028" y="67106"/>
                    <a:pt x="45003" y="67181"/>
                    <a:pt x="44978" y="67206"/>
                  </a:cubicBezTo>
                  <a:lnTo>
                    <a:pt x="44505" y="67853"/>
                  </a:lnTo>
                  <a:cubicBezTo>
                    <a:pt x="43759" y="66360"/>
                    <a:pt x="42688" y="64866"/>
                    <a:pt x="41319" y="63447"/>
                  </a:cubicBezTo>
                  <a:cubicBezTo>
                    <a:pt x="41494" y="62974"/>
                    <a:pt x="41668" y="62551"/>
                    <a:pt x="41892" y="62078"/>
                  </a:cubicBezTo>
                  <a:cubicBezTo>
                    <a:pt x="41892" y="62078"/>
                    <a:pt x="41892" y="62053"/>
                    <a:pt x="41917" y="62053"/>
                  </a:cubicBezTo>
                  <a:cubicBezTo>
                    <a:pt x="42066" y="61581"/>
                    <a:pt x="42290" y="61108"/>
                    <a:pt x="42514" y="60635"/>
                  </a:cubicBezTo>
                  <a:close/>
                  <a:moveTo>
                    <a:pt x="31463" y="66957"/>
                  </a:moveTo>
                  <a:lnTo>
                    <a:pt x="31463" y="66957"/>
                  </a:lnTo>
                  <a:cubicBezTo>
                    <a:pt x="32060" y="67106"/>
                    <a:pt x="32657" y="67305"/>
                    <a:pt x="33205" y="67530"/>
                  </a:cubicBezTo>
                  <a:cubicBezTo>
                    <a:pt x="33504" y="67654"/>
                    <a:pt x="33802" y="67778"/>
                    <a:pt x="34101" y="67878"/>
                  </a:cubicBezTo>
                  <a:cubicBezTo>
                    <a:pt x="34126" y="67878"/>
                    <a:pt x="34126" y="67928"/>
                    <a:pt x="34176" y="67928"/>
                  </a:cubicBezTo>
                  <a:lnTo>
                    <a:pt x="34201" y="67928"/>
                  </a:lnTo>
                  <a:lnTo>
                    <a:pt x="34176" y="67953"/>
                  </a:lnTo>
                  <a:cubicBezTo>
                    <a:pt x="34051" y="67903"/>
                    <a:pt x="33927" y="67853"/>
                    <a:pt x="33802" y="67803"/>
                  </a:cubicBezTo>
                  <a:cubicBezTo>
                    <a:pt x="33678" y="67729"/>
                    <a:pt x="33553" y="67679"/>
                    <a:pt x="33404" y="67654"/>
                  </a:cubicBezTo>
                  <a:cubicBezTo>
                    <a:pt x="33155" y="67554"/>
                    <a:pt x="32931" y="67455"/>
                    <a:pt x="32682" y="67380"/>
                  </a:cubicBezTo>
                  <a:cubicBezTo>
                    <a:pt x="32583" y="67355"/>
                    <a:pt x="32483" y="67330"/>
                    <a:pt x="32433" y="67305"/>
                  </a:cubicBezTo>
                  <a:lnTo>
                    <a:pt x="31487" y="67007"/>
                  </a:lnTo>
                  <a:cubicBezTo>
                    <a:pt x="31487" y="66982"/>
                    <a:pt x="31487" y="66982"/>
                    <a:pt x="31463" y="66957"/>
                  </a:cubicBezTo>
                  <a:close/>
                  <a:moveTo>
                    <a:pt x="17225" y="54014"/>
                  </a:moveTo>
                  <a:lnTo>
                    <a:pt x="17225" y="54014"/>
                  </a:lnTo>
                  <a:cubicBezTo>
                    <a:pt x="14163" y="58643"/>
                    <a:pt x="11550" y="63348"/>
                    <a:pt x="9509" y="68002"/>
                  </a:cubicBezTo>
                  <a:lnTo>
                    <a:pt x="9509" y="67878"/>
                  </a:lnTo>
                  <a:lnTo>
                    <a:pt x="9509" y="67729"/>
                  </a:lnTo>
                  <a:cubicBezTo>
                    <a:pt x="9509" y="67604"/>
                    <a:pt x="9509" y="67530"/>
                    <a:pt x="9459" y="67380"/>
                  </a:cubicBezTo>
                  <a:cubicBezTo>
                    <a:pt x="9434" y="67081"/>
                    <a:pt x="9434" y="66758"/>
                    <a:pt x="9409" y="66434"/>
                  </a:cubicBezTo>
                  <a:lnTo>
                    <a:pt x="9409" y="66310"/>
                  </a:lnTo>
                  <a:lnTo>
                    <a:pt x="9409" y="66111"/>
                  </a:lnTo>
                  <a:lnTo>
                    <a:pt x="9409" y="64991"/>
                  </a:lnTo>
                  <a:lnTo>
                    <a:pt x="9409" y="64742"/>
                  </a:lnTo>
                  <a:cubicBezTo>
                    <a:pt x="9434" y="64343"/>
                    <a:pt x="9459" y="63945"/>
                    <a:pt x="9509" y="63497"/>
                  </a:cubicBezTo>
                  <a:cubicBezTo>
                    <a:pt x="9509" y="63447"/>
                    <a:pt x="9509" y="63348"/>
                    <a:pt x="9533" y="63298"/>
                  </a:cubicBezTo>
                  <a:cubicBezTo>
                    <a:pt x="9558" y="62850"/>
                    <a:pt x="9633" y="62402"/>
                    <a:pt x="9683" y="61979"/>
                  </a:cubicBezTo>
                  <a:cubicBezTo>
                    <a:pt x="9683" y="61929"/>
                    <a:pt x="9708" y="61854"/>
                    <a:pt x="9708" y="61805"/>
                  </a:cubicBezTo>
                  <a:cubicBezTo>
                    <a:pt x="9782" y="61332"/>
                    <a:pt x="9882" y="60859"/>
                    <a:pt x="9957" y="60386"/>
                  </a:cubicBezTo>
                  <a:cubicBezTo>
                    <a:pt x="9957" y="60361"/>
                    <a:pt x="9957" y="60336"/>
                    <a:pt x="9982" y="60311"/>
                  </a:cubicBezTo>
                  <a:cubicBezTo>
                    <a:pt x="10081" y="59813"/>
                    <a:pt x="10206" y="59266"/>
                    <a:pt x="10330" y="58768"/>
                  </a:cubicBezTo>
                  <a:cubicBezTo>
                    <a:pt x="10703" y="57449"/>
                    <a:pt x="11151" y="56105"/>
                    <a:pt x="11624" y="54736"/>
                  </a:cubicBezTo>
                  <a:cubicBezTo>
                    <a:pt x="13367" y="54263"/>
                    <a:pt x="15258" y="54039"/>
                    <a:pt x="17225" y="54014"/>
                  </a:cubicBezTo>
                  <a:close/>
                  <a:moveTo>
                    <a:pt x="34350" y="67953"/>
                  </a:moveTo>
                  <a:cubicBezTo>
                    <a:pt x="34400" y="67953"/>
                    <a:pt x="34400" y="67978"/>
                    <a:pt x="34425" y="67978"/>
                  </a:cubicBezTo>
                  <a:cubicBezTo>
                    <a:pt x="34425" y="68027"/>
                    <a:pt x="34400" y="68027"/>
                    <a:pt x="34400" y="68052"/>
                  </a:cubicBezTo>
                  <a:lnTo>
                    <a:pt x="34350" y="68052"/>
                  </a:lnTo>
                  <a:lnTo>
                    <a:pt x="34325" y="68027"/>
                  </a:lnTo>
                  <a:cubicBezTo>
                    <a:pt x="34325" y="67978"/>
                    <a:pt x="34350" y="67978"/>
                    <a:pt x="34350" y="67953"/>
                  </a:cubicBezTo>
                  <a:close/>
                  <a:moveTo>
                    <a:pt x="41195" y="63622"/>
                  </a:moveTo>
                  <a:cubicBezTo>
                    <a:pt x="42539" y="65065"/>
                    <a:pt x="43609" y="66559"/>
                    <a:pt x="44356" y="68027"/>
                  </a:cubicBezTo>
                  <a:cubicBezTo>
                    <a:pt x="44356" y="68052"/>
                    <a:pt x="44306" y="68052"/>
                    <a:pt x="44306" y="68077"/>
                  </a:cubicBezTo>
                  <a:cubicBezTo>
                    <a:pt x="43609" y="66584"/>
                    <a:pt x="42539" y="65115"/>
                    <a:pt x="41195" y="63696"/>
                  </a:cubicBezTo>
                  <a:lnTo>
                    <a:pt x="41195" y="63622"/>
                  </a:lnTo>
                  <a:close/>
                  <a:moveTo>
                    <a:pt x="3211" y="63995"/>
                  </a:moveTo>
                  <a:cubicBezTo>
                    <a:pt x="3211" y="64070"/>
                    <a:pt x="3211" y="64119"/>
                    <a:pt x="3236" y="64194"/>
                  </a:cubicBezTo>
                  <a:cubicBezTo>
                    <a:pt x="2937" y="65364"/>
                    <a:pt x="2713" y="66584"/>
                    <a:pt x="2539" y="67729"/>
                  </a:cubicBezTo>
                  <a:cubicBezTo>
                    <a:pt x="2489" y="67903"/>
                    <a:pt x="2439" y="68027"/>
                    <a:pt x="2390" y="68177"/>
                  </a:cubicBezTo>
                  <a:cubicBezTo>
                    <a:pt x="2589" y="66808"/>
                    <a:pt x="2863" y="65414"/>
                    <a:pt x="3211" y="63995"/>
                  </a:cubicBezTo>
                  <a:close/>
                  <a:moveTo>
                    <a:pt x="3460" y="65563"/>
                  </a:moveTo>
                  <a:cubicBezTo>
                    <a:pt x="3460" y="65588"/>
                    <a:pt x="3485" y="65613"/>
                    <a:pt x="3485" y="65663"/>
                  </a:cubicBezTo>
                  <a:cubicBezTo>
                    <a:pt x="3186" y="66534"/>
                    <a:pt x="2912" y="67355"/>
                    <a:pt x="2664" y="68226"/>
                  </a:cubicBezTo>
                  <a:cubicBezTo>
                    <a:pt x="2664" y="68077"/>
                    <a:pt x="2688" y="67928"/>
                    <a:pt x="2713" y="67803"/>
                  </a:cubicBezTo>
                  <a:lnTo>
                    <a:pt x="3460" y="65563"/>
                  </a:lnTo>
                  <a:close/>
                  <a:moveTo>
                    <a:pt x="69309" y="48584"/>
                  </a:moveTo>
                  <a:cubicBezTo>
                    <a:pt x="68913" y="49251"/>
                    <a:pt x="68419" y="49990"/>
                    <a:pt x="67828" y="50778"/>
                  </a:cubicBezTo>
                  <a:cubicBezTo>
                    <a:pt x="67654" y="51027"/>
                    <a:pt x="67405" y="51375"/>
                    <a:pt x="67107" y="51774"/>
                  </a:cubicBezTo>
                  <a:cubicBezTo>
                    <a:pt x="66833" y="52271"/>
                    <a:pt x="66484" y="52719"/>
                    <a:pt x="66186" y="53118"/>
                  </a:cubicBezTo>
                  <a:cubicBezTo>
                    <a:pt x="65688" y="53765"/>
                    <a:pt x="65190" y="54362"/>
                    <a:pt x="64717" y="54885"/>
                  </a:cubicBezTo>
                  <a:cubicBezTo>
                    <a:pt x="64617" y="55009"/>
                    <a:pt x="64543" y="55134"/>
                    <a:pt x="64418" y="55233"/>
                  </a:cubicBezTo>
                  <a:cubicBezTo>
                    <a:pt x="64294" y="55358"/>
                    <a:pt x="64194" y="55507"/>
                    <a:pt x="64070" y="55632"/>
                  </a:cubicBezTo>
                  <a:cubicBezTo>
                    <a:pt x="63746" y="56005"/>
                    <a:pt x="63448" y="56353"/>
                    <a:pt x="63099" y="56702"/>
                  </a:cubicBezTo>
                  <a:lnTo>
                    <a:pt x="63074" y="56727"/>
                  </a:lnTo>
                  <a:cubicBezTo>
                    <a:pt x="62452" y="57399"/>
                    <a:pt x="61755" y="58096"/>
                    <a:pt x="61108" y="58768"/>
                  </a:cubicBezTo>
                  <a:cubicBezTo>
                    <a:pt x="59963" y="59863"/>
                    <a:pt x="58469" y="61257"/>
                    <a:pt x="57275" y="62327"/>
                  </a:cubicBezTo>
                  <a:cubicBezTo>
                    <a:pt x="57150" y="62427"/>
                    <a:pt x="57075" y="62502"/>
                    <a:pt x="56951" y="62626"/>
                  </a:cubicBezTo>
                  <a:lnTo>
                    <a:pt x="56901" y="62676"/>
                  </a:lnTo>
                  <a:cubicBezTo>
                    <a:pt x="56627" y="62925"/>
                    <a:pt x="56329" y="63124"/>
                    <a:pt x="56030" y="63373"/>
                  </a:cubicBezTo>
                  <a:cubicBezTo>
                    <a:pt x="55159" y="64070"/>
                    <a:pt x="54337" y="64717"/>
                    <a:pt x="53641" y="65215"/>
                  </a:cubicBezTo>
                  <a:cubicBezTo>
                    <a:pt x="53491" y="65314"/>
                    <a:pt x="53367" y="65439"/>
                    <a:pt x="53217" y="65538"/>
                  </a:cubicBezTo>
                  <a:lnTo>
                    <a:pt x="52919" y="65712"/>
                  </a:lnTo>
                  <a:lnTo>
                    <a:pt x="52894" y="65712"/>
                  </a:lnTo>
                  <a:cubicBezTo>
                    <a:pt x="52122" y="66235"/>
                    <a:pt x="50803" y="67156"/>
                    <a:pt x="49608" y="67903"/>
                  </a:cubicBezTo>
                  <a:lnTo>
                    <a:pt x="49135" y="68177"/>
                  </a:lnTo>
                  <a:lnTo>
                    <a:pt x="49036" y="68226"/>
                  </a:lnTo>
                  <a:cubicBezTo>
                    <a:pt x="49011" y="68226"/>
                    <a:pt x="49011" y="68276"/>
                    <a:pt x="48986" y="68276"/>
                  </a:cubicBezTo>
                  <a:cubicBezTo>
                    <a:pt x="49384" y="67604"/>
                    <a:pt x="49882" y="66857"/>
                    <a:pt x="50479" y="66036"/>
                  </a:cubicBezTo>
                  <a:cubicBezTo>
                    <a:pt x="50654" y="65787"/>
                    <a:pt x="50902" y="65439"/>
                    <a:pt x="51226" y="65040"/>
                  </a:cubicBezTo>
                  <a:cubicBezTo>
                    <a:pt x="51500" y="64667"/>
                    <a:pt x="51799" y="64244"/>
                    <a:pt x="52097" y="63871"/>
                  </a:cubicBezTo>
                  <a:cubicBezTo>
                    <a:pt x="52620" y="63198"/>
                    <a:pt x="53143" y="62551"/>
                    <a:pt x="53641" y="61979"/>
                  </a:cubicBezTo>
                  <a:cubicBezTo>
                    <a:pt x="53715" y="61929"/>
                    <a:pt x="53765" y="61829"/>
                    <a:pt x="53840" y="61755"/>
                  </a:cubicBezTo>
                  <a:cubicBezTo>
                    <a:pt x="53865" y="61730"/>
                    <a:pt x="53865" y="61705"/>
                    <a:pt x="53889" y="61705"/>
                  </a:cubicBezTo>
                  <a:cubicBezTo>
                    <a:pt x="54014" y="61556"/>
                    <a:pt x="54138" y="61381"/>
                    <a:pt x="54263" y="61257"/>
                  </a:cubicBezTo>
                  <a:cubicBezTo>
                    <a:pt x="54537" y="60933"/>
                    <a:pt x="54860" y="60585"/>
                    <a:pt x="55159" y="60261"/>
                  </a:cubicBezTo>
                  <a:cubicBezTo>
                    <a:pt x="55209" y="60236"/>
                    <a:pt x="55234" y="60187"/>
                    <a:pt x="55283" y="60137"/>
                  </a:cubicBezTo>
                  <a:cubicBezTo>
                    <a:pt x="55906" y="59465"/>
                    <a:pt x="56578" y="58768"/>
                    <a:pt x="57250" y="58096"/>
                  </a:cubicBezTo>
                  <a:cubicBezTo>
                    <a:pt x="58370" y="57001"/>
                    <a:pt x="59863" y="55632"/>
                    <a:pt x="61058" y="54586"/>
                  </a:cubicBezTo>
                  <a:cubicBezTo>
                    <a:pt x="61183" y="54487"/>
                    <a:pt x="61257" y="54387"/>
                    <a:pt x="61382" y="54263"/>
                  </a:cubicBezTo>
                  <a:cubicBezTo>
                    <a:pt x="61456" y="54238"/>
                    <a:pt x="61481" y="54163"/>
                    <a:pt x="61556" y="54138"/>
                  </a:cubicBezTo>
                  <a:cubicBezTo>
                    <a:pt x="61830" y="53914"/>
                    <a:pt x="62103" y="53715"/>
                    <a:pt x="62352" y="53466"/>
                  </a:cubicBezTo>
                  <a:cubicBezTo>
                    <a:pt x="62427" y="53391"/>
                    <a:pt x="62477" y="53367"/>
                    <a:pt x="62552" y="53292"/>
                  </a:cubicBezTo>
                  <a:cubicBezTo>
                    <a:pt x="62651" y="53217"/>
                    <a:pt x="62751" y="53143"/>
                    <a:pt x="62850" y="53043"/>
                  </a:cubicBezTo>
                  <a:lnTo>
                    <a:pt x="63174" y="52794"/>
                  </a:lnTo>
                  <a:cubicBezTo>
                    <a:pt x="63224" y="52744"/>
                    <a:pt x="63323" y="52670"/>
                    <a:pt x="63373" y="52620"/>
                  </a:cubicBezTo>
                  <a:cubicBezTo>
                    <a:pt x="63547" y="52495"/>
                    <a:pt x="63721" y="52371"/>
                    <a:pt x="63896" y="52246"/>
                  </a:cubicBezTo>
                  <a:cubicBezTo>
                    <a:pt x="64095" y="52097"/>
                    <a:pt x="64319" y="51923"/>
                    <a:pt x="64518" y="51774"/>
                  </a:cubicBezTo>
                  <a:cubicBezTo>
                    <a:pt x="64568" y="51749"/>
                    <a:pt x="64617" y="51674"/>
                    <a:pt x="64692" y="51649"/>
                  </a:cubicBezTo>
                  <a:cubicBezTo>
                    <a:pt x="64817" y="51550"/>
                    <a:pt x="64941" y="51475"/>
                    <a:pt x="65066" y="51400"/>
                  </a:cubicBezTo>
                  <a:cubicBezTo>
                    <a:pt x="65215" y="51301"/>
                    <a:pt x="65339" y="51226"/>
                    <a:pt x="65514" y="51101"/>
                  </a:cubicBezTo>
                  <a:cubicBezTo>
                    <a:pt x="66285" y="50554"/>
                    <a:pt x="67555" y="49683"/>
                    <a:pt x="68725" y="48936"/>
                  </a:cubicBezTo>
                  <a:cubicBezTo>
                    <a:pt x="68824" y="48886"/>
                    <a:pt x="68899" y="48861"/>
                    <a:pt x="68973" y="48787"/>
                  </a:cubicBezTo>
                  <a:lnTo>
                    <a:pt x="69247" y="48637"/>
                  </a:lnTo>
                  <a:cubicBezTo>
                    <a:pt x="69268" y="48617"/>
                    <a:pt x="69288" y="48613"/>
                    <a:pt x="69309" y="48584"/>
                  </a:cubicBezTo>
                  <a:close/>
                  <a:moveTo>
                    <a:pt x="44431" y="68276"/>
                  </a:moveTo>
                  <a:lnTo>
                    <a:pt x="44431" y="68301"/>
                  </a:lnTo>
                  <a:cubicBezTo>
                    <a:pt x="44431" y="68315"/>
                    <a:pt x="44423" y="68321"/>
                    <a:pt x="44416" y="68328"/>
                  </a:cubicBezTo>
                  <a:lnTo>
                    <a:pt x="44416" y="68328"/>
                  </a:lnTo>
                  <a:cubicBezTo>
                    <a:pt x="44414" y="68327"/>
                    <a:pt x="44410" y="68326"/>
                    <a:pt x="44406" y="68326"/>
                  </a:cubicBezTo>
                  <a:cubicBezTo>
                    <a:pt x="44406" y="68301"/>
                    <a:pt x="44431" y="68301"/>
                    <a:pt x="44431" y="68276"/>
                  </a:cubicBezTo>
                  <a:close/>
                  <a:moveTo>
                    <a:pt x="22352" y="66434"/>
                  </a:moveTo>
                  <a:lnTo>
                    <a:pt x="22352" y="66434"/>
                  </a:lnTo>
                  <a:cubicBezTo>
                    <a:pt x="21979" y="67081"/>
                    <a:pt x="21606" y="67729"/>
                    <a:pt x="21257" y="68401"/>
                  </a:cubicBezTo>
                  <a:cubicBezTo>
                    <a:pt x="21008" y="67828"/>
                    <a:pt x="20784" y="67281"/>
                    <a:pt x="20610" y="66658"/>
                  </a:cubicBezTo>
                  <a:cubicBezTo>
                    <a:pt x="20734" y="66658"/>
                    <a:pt x="20834" y="66609"/>
                    <a:pt x="20909" y="66584"/>
                  </a:cubicBezTo>
                  <a:cubicBezTo>
                    <a:pt x="21382" y="66534"/>
                    <a:pt x="21879" y="66459"/>
                    <a:pt x="22352" y="66434"/>
                  </a:cubicBezTo>
                  <a:close/>
                  <a:moveTo>
                    <a:pt x="11397" y="54771"/>
                  </a:moveTo>
                  <a:lnTo>
                    <a:pt x="11397" y="54771"/>
                  </a:lnTo>
                  <a:cubicBezTo>
                    <a:pt x="11174" y="55390"/>
                    <a:pt x="11001" y="56008"/>
                    <a:pt x="10803" y="56602"/>
                  </a:cubicBezTo>
                  <a:cubicBezTo>
                    <a:pt x="10778" y="56652"/>
                    <a:pt x="10778" y="56702"/>
                    <a:pt x="10728" y="56752"/>
                  </a:cubicBezTo>
                  <a:cubicBezTo>
                    <a:pt x="10728" y="56826"/>
                    <a:pt x="10703" y="56851"/>
                    <a:pt x="10703" y="56901"/>
                  </a:cubicBezTo>
                  <a:cubicBezTo>
                    <a:pt x="10629" y="57200"/>
                    <a:pt x="10554" y="57474"/>
                    <a:pt x="10454" y="57772"/>
                  </a:cubicBezTo>
                  <a:lnTo>
                    <a:pt x="10380" y="58146"/>
                  </a:lnTo>
                  <a:cubicBezTo>
                    <a:pt x="10330" y="58270"/>
                    <a:pt x="10305" y="58444"/>
                    <a:pt x="10280" y="58569"/>
                  </a:cubicBezTo>
                  <a:cubicBezTo>
                    <a:pt x="10206" y="58843"/>
                    <a:pt x="10156" y="59141"/>
                    <a:pt x="10056" y="59440"/>
                  </a:cubicBezTo>
                  <a:cubicBezTo>
                    <a:pt x="10056" y="59490"/>
                    <a:pt x="10031" y="59564"/>
                    <a:pt x="10031" y="59589"/>
                  </a:cubicBezTo>
                  <a:cubicBezTo>
                    <a:pt x="10006" y="59764"/>
                    <a:pt x="9932" y="59963"/>
                    <a:pt x="9907" y="60137"/>
                  </a:cubicBezTo>
                  <a:cubicBezTo>
                    <a:pt x="9882" y="60236"/>
                    <a:pt x="9882" y="60336"/>
                    <a:pt x="9832" y="60436"/>
                  </a:cubicBezTo>
                  <a:cubicBezTo>
                    <a:pt x="9807" y="60610"/>
                    <a:pt x="9757" y="60834"/>
                    <a:pt x="9708" y="61008"/>
                  </a:cubicBezTo>
                  <a:cubicBezTo>
                    <a:pt x="9708" y="61083"/>
                    <a:pt x="9683" y="61108"/>
                    <a:pt x="9683" y="61182"/>
                  </a:cubicBezTo>
                  <a:cubicBezTo>
                    <a:pt x="9658" y="61357"/>
                    <a:pt x="9633" y="61506"/>
                    <a:pt x="9583" y="61705"/>
                  </a:cubicBezTo>
                  <a:cubicBezTo>
                    <a:pt x="9558" y="61854"/>
                    <a:pt x="9558" y="61979"/>
                    <a:pt x="9533" y="62128"/>
                  </a:cubicBezTo>
                  <a:cubicBezTo>
                    <a:pt x="9533" y="62253"/>
                    <a:pt x="9509" y="62352"/>
                    <a:pt x="9459" y="62477"/>
                  </a:cubicBezTo>
                  <a:cubicBezTo>
                    <a:pt x="9459" y="62576"/>
                    <a:pt x="9434" y="62676"/>
                    <a:pt x="9434" y="62750"/>
                  </a:cubicBezTo>
                  <a:cubicBezTo>
                    <a:pt x="9434" y="62825"/>
                    <a:pt x="9409" y="62875"/>
                    <a:pt x="9409" y="62974"/>
                  </a:cubicBezTo>
                  <a:cubicBezTo>
                    <a:pt x="9409" y="63074"/>
                    <a:pt x="9384" y="63174"/>
                    <a:pt x="9384" y="63248"/>
                  </a:cubicBezTo>
                  <a:cubicBezTo>
                    <a:pt x="9334" y="63422"/>
                    <a:pt x="9334" y="63572"/>
                    <a:pt x="9334" y="63746"/>
                  </a:cubicBezTo>
                  <a:cubicBezTo>
                    <a:pt x="9334" y="63821"/>
                    <a:pt x="9334" y="63871"/>
                    <a:pt x="9309" y="63945"/>
                  </a:cubicBezTo>
                  <a:cubicBezTo>
                    <a:pt x="9309" y="63995"/>
                    <a:pt x="9309" y="64070"/>
                    <a:pt x="9285" y="64119"/>
                  </a:cubicBezTo>
                  <a:cubicBezTo>
                    <a:pt x="9285" y="64294"/>
                    <a:pt x="9260" y="64418"/>
                    <a:pt x="9260" y="64543"/>
                  </a:cubicBezTo>
                  <a:lnTo>
                    <a:pt x="9260" y="64742"/>
                  </a:lnTo>
                  <a:cubicBezTo>
                    <a:pt x="9260" y="64866"/>
                    <a:pt x="9210" y="64991"/>
                    <a:pt x="9210" y="65115"/>
                  </a:cubicBezTo>
                  <a:lnTo>
                    <a:pt x="9210" y="65339"/>
                  </a:lnTo>
                  <a:lnTo>
                    <a:pt x="9210" y="65439"/>
                  </a:lnTo>
                  <a:lnTo>
                    <a:pt x="9210" y="66036"/>
                  </a:lnTo>
                  <a:lnTo>
                    <a:pt x="9210" y="66210"/>
                  </a:lnTo>
                  <a:lnTo>
                    <a:pt x="9210" y="66235"/>
                  </a:lnTo>
                  <a:lnTo>
                    <a:pt x="9210" y="66285"/>
                  </a:lnTo>
                  <a:lnTo>
                    <a:pt x="9210" y="66733"/>
                  </a:lnTo>
                  <a:cubicBezTo>
                    <a:pt x="9210" y="66982"/>
                    <a:pt x="9260" y="67231"/>
                    <a:pt x="9285" y="67480"/>
                  </a:cubicBezTo>
                  <a:cubicBezTo>
                    <a:pt x="9285" y="67654"/>
                    <a:pt x="9309" y="67803"/>
                    <a:pt x="9309" y="67953"/>
                  </a:cubicBezTo>
                  <a:cubicBezTo>
                    <a:pt x="9309" y="68027"/>
                    <a:pt x="9309" y="68052"/>
                    <a:pt x="9334" y="68102"/>
                  </a:cubicBezTo>
                  <a:lnTo>
                    <a:pt x="9334" y="68301"/>
                  </a:lnTo>
                  <a:lnTo>
                    <a:pt x="9334" y="68326"/>
                  </a:lnTo>
                  <a:cubicBezTo>
                    <a:pt x="9334" y="68326"/>
                    <a:pt x="9334" y="68351"/>
                    <a:pt x="9309" y="68351"/>
                  </a:cubicBezTo>
                  <a:cubicBezTo>
                    <a:pt x="9309" y="68401"/>
                    <a:pt x="9285" y="68401"/>
                    <a:pt x="9285" y="68426"/>
                  </a:cubicBezTo>
                  <a:lnTo>
                    <a:pt x="9285" y="68326"/>
                  </a:lnTo>
                  <a:cubicBezTo>
                    <a:pt x="9260" y="68152"/>
                    <a:pt x="9260" y="67953"/>
                    <a:pt x="9210" y="67729"/>
                  </a:cubicBezTo>
                  <a:cubicBezTo>
                    <a:pt x="9185" y="67455"/>
                    <a:pt x="9185" y="67181"/>
                    <a:pt x="9160" y="66907"/>
                  </a:cubicBezTo>
                  <a:cubicBezTo>
                    <a:pt x="9160" y="66708"/>
                    <a:pt x="9135" y="66559"/>
                    <a:pt x="9135" y="66360"/>
                  </a:cubicBezTo>
                  <a:lnTo>
                    <a:pt x="9135" y="65364"/>
                  </a:lnTo>
                  <a:lnTo>
                    <a:pt x="9135" y="64966"/>
                  </a:lnTo>
                  <a:cubicBezTo>
                    <a:pt x="9135" y="64567"/>
                    <a:pt x="9160" y="64169"/>
                    <a:pt x="9185" y="63721"/>
                  </a:cubicBezTo>
                  <a:lnTo>
                    <a:pt x="9185" y="63547"/>
                  </a:lnTo>
                  <a:cubicBezTo>
                    <a:pt x="9260" y="62925"/>
                    <a:pt x="9309" y="62253"/>
                    <a:pt x="9434" y="61630"/>
                  </a:cubicBezTo>
                  <a:cubicBezTo>
                    <a:pt x="9459" y="61481"/>
                    <a:pt x="9509" y="61357"/>
                    <a:pt x="9509" y="61207"/>
                  </a:cubicBezTo>
                  <a:lnTo>
                    <a:pt x="9782" y="59714"/>
                  </a:lnTo>
                  <a:cubicBezTo>
                    <a:pt x="9832" y="59365"/>
                    <a:pt x="9932" y="58992"/>
                    <a:pt x="10031" y="58643"/>
                  </a:cubicBezTo>
                  <a:cubicBezTo>
                    <a:pt x="10081" y="58345"/>
                    <a:pt x="10181" y="58021"/>
                    <a:pt x="10280" y="57747"/>
                  </a:cubicBezTo>
                  <a:cubicBezTo>
                    <a:pt x="10430" y="57175"/>
                    <a:pt x="10579" y="56627"/>
                    <a:pt x="10778" y="56055"/>
                  </a:cubicBezTo>
                  <a:cubicBezTo>
                    <a:pt x="10803" y="55930"/>
                    <a:pt x="10878" y="55806"/>
                    <a:pt x="10902" y="55706"/>
                  </a:cubicBezTo>
                  <a:cubicBezTo>
                    <a:pt x="11077" y="55457"/>
                    <a:pt x="11201" y="55134"/>
                    <a:pt x="11326" y="54785"/>
                  </a:cubicBezTo>
                  <a:cubicBezTo>
                    <a:pt x="11346" y="54785"/>
                    <a:pt x="11385" y="54785"/>
                    <a:pt x="11397" y="54771"/>
                  </a:cubicBezTo>
                  <a:close/>
                  <a:moveTo>
                    <a:pt x="34673" y="68077"/>
                  </a:moveTo>
                  <a:cubicBezTo>
                    <a:pt x="34723" y="68152"/>
                    <a:pt x="34848" y="68202"/>
                    <a:pt x="34972" y="68276"/>
                  </a:cubicBezTo>
                  <a:cubicBezTo>
                    <a:pt x="35022" y="68301"/>
                    <a:pt x="35072" y="68301"/>
                    <a:pt x="35097" y="68326"/>
                  </a:cubicBezTo>
                  <a:cubicBezTo>
                    <a:pt x="35192" y="68374"/>
                    <a:pt x="35284" y="68422"/>
                    <a:pt x="35375" y="68469"/>
                  </a:cubicBezTo>
                  <a:lnTo>
                    <a:pt x="35375" y="68469"/>
                  </a:lnTo>
                  <a:cubicBezTo>
                    <a:pt x="35209" y="68418"/>
                    <a:pt x="35066" y="68324"/>
                    <a:pt x="34922" y="68276"/>
                  </a:cubicBezTo>
                  <a:cubicBezTo>
                    <a:pt x="34823" y="68226"/>
                    <a:pt x="34723" y="68177"/>
                    <a:pt x="34649" y="68152"/>
                  </a:cubicBezTo>
                  <a:cubicBezTo>
                    <a:pt x="34649" y="68102"/>
                    <a:pt x="34673" y="68102"/>
                    <a:pt x="34673" y="68077"/>
                  </a:cubicBezTo>
                  <a:close/>
                  <a:moveTo>
                    <a:pt x="52396" y="66409"/>
                  </a:moveTo>
                  <a:lnTo>
                    <a:pt x="52371" y="66434"/>
                  </a:lnTo>
                  <a:cubicBezTo>
                    <a:pt x="52371" y="66434"/>
                    <a:pt x="52371" y="66459"/>
                    <a:pt x="52346" y="66459"/>
                  </a:cubicBezTo>
                  <a:cubicBezTo>
                    <a:pt x="51624" y="66932"/>
                    <a:pt x="50654" y="67579"/>
                    <a:pt x="49733" y="68177"/>
                  </a:cubicBezTo>
                  <a:cubicBezTo>
                    <a:pt x="49583" y="68276"/>
                    <a:pt x="49459" y="68351"/>
                    <a:pt x="49260" y="68450"/>
                  </a:cubicBezTo>
                  <a:cubicBezTo>
                    <a:pt x="49225" y="68470"/>
                    <a:pt x="49189" y="68491"/>
                    <a:pt x="49152" y="68513"/>
                  </a:cubicBezTo>
                  <a:lnTo>
                    <a:pt x="49152" y="68513"/>
                  </a:lnTo>
                  <a:cubicBezTo>
                    <a:pt x="49157" y="68506"/>
                    <a:pt x="49160" y="68494"/>
                    <a:pt x="49160" y="68475"/>
                  </a:cubicBezTo>
                  <a:cubicBezTo>
                    <a:pt x="49758" y="68152"/>
                    <a:pt x="50355" y="67729"/>
                    <a:pt x="50927" y="67355"/>
                  </a:cubicBezTo>
                  <a:cubicBezTo>
                    <a:pt x="51151" y="67206"/>
                    <a:pt x="51375" y="67081"/>
                    <a:pt x="51624" y="66932"/>
                  </a:cubicBezTo>
                  <a:cubicBezTo>
                    <a:pt x="51649" y="66907"/>
                    <a:pt x="51674" y="66907"/>
                    <a:pt x="51724" y="66857"/>
                  </a:cubicBezTo>
                  <a:cubicBezTo>
                    <a:pt x="51923" y="66708"/>
                    <a:pt x="52172" y="66559"/>
                    <a:pt x="52396" y="66409"/>
                  </a:cubicBezTo>
                  <a:close/>
                  <a:moveTo>
                    <a:pt x="17524" y="54014"/>
                  </a:moveTo>
                  <a:cubicBezTo>
                    <a:pt x="14362" y="58818"/>
                    <a:pt x="11674" y="63696"/>
                    <a:pt x="9583" y="68525"/>
                  </a:cubicBezTo>
                  <a:lnTo>
                    <a:pt x="9583" y="68450"/>
                  </a:lnTo>
                  <a:cubicBezTo>
                    <a:pt x="11649" y="63696"/>
                    <a:pt x="14288" y="58843"/>
                    <a:pt x="17474" y="54014"/>
                  </a:cubicBezTo>
                  <a:close/>
                  <a:moveTo>
                    <a:pt x="51898" y="63945"/>
                  </a:moveTo>
                  <a:cubicBezTo>
                    <a:pt x="51873" y="63970"/>
                    <a:pt x="51873" y="63995"/>
                    <a:pt x="51848" y="64045"/>
                  </a:cubicBezTo>
                  <a:cubicBezTo>
                    <a:pt x="51799" y="64095"/>
                    <a:pt x="51774" y="64119"/>
                    <a:pt x="51774" y="64119"/>
                  </a:cubicBezTo>
                  <a:cubicBezTo>
                    <a:pt x="51774" y="64169"/>
                    <a:pt x="51749" y="64169"/>
                    <a:pt x="51749" y="64194"/>
                  </a:cubicBezTo>
                  <a:cubicBezTo>
                    <a:pt x="51301" y="64742"/>
                    <a:pt x="50902" y="65314"/>
                    <a:pt x="50529" y="65837"/>
                  </a:cubicBezTo>
                  <a:cubicBezTo>
                    <a:pt x="50479" y="65912"/>
                    <a:pt x="50430" y="65961"/>
                    <a:pt x="50380" y="66061"/>
                  </a:cubicBezTo>
                  <a:cubicBezTo>
                    <a:pt x="50255" y="66210"/>
                    <a:pt x="50156" y="66360"/>
                    <a:pt x="50056" y="66484"/>
                  </a:cubicBezTo>
                  <a:cubicBezTo>
                    <a:pt x="49758" y="66932"/>
                    <a:pt x="49533" y="67281"/>
                    <a:pt x="49160" y="67803"/>
                  </a:cubicBezTo>
                  <a:cubicBezTo>
                    <a:pt x="48986" y="68077"/>
                    <a:pt x="48787" y="68326"/>
                    <a:pt x="48613" y="68600"/>
                  </a:cubicBezTo>
                  <a:lnTo>
                    <a:pt x="48563" y="68600"/>
                  </a:lnTo>
                  <a:cubicBezTo>
                    <a:pt x="48575" y="68575"/>
                    <a:pt x="48581" y="68569"/>
                    <a:pt x="48578" y="68569"/>
                  </a:cubicBezTo>
                  <a:cubicBezTo>
                    <a:pt x="48575" y="68569"/>
                    <a:pt x="48563" y="68575"/>
                    <a:pt x="48538" y="68575"/>
                  </a:cubicBezTo>
                  <a:cubicBezTo>
                    <a:pt x="48986" y="67853"/>
                    <a:pt x="49583" y="66957"/>
                    <a:pt x="50280" y="65961"/>
                  </a:cubicBezTo>
                  <a:cubicBezTo>
                    <a:pt x="50753" y="65314"/>
                    <a:pt x="51226" y="64667"/>
                    <a:pt x="51724" y="64045"/>
                  </a:cubicBezTo>
                  <a:lnTo>
                    <a:pt x="51749" y="63995"/>
                  </a:lnTo>
                  <a:lnTo>
                    <a:pt x="51799" y="63945"/>
                  </a:lnTo>
                  <a:close/>
                  <a:moveTo>
                    <a:pt x="20411" y="66683"/>
                  </a:moveTo>
                  <a:cubicBezTo>
                    <a:pt x="20610" y="67355"/>
                    <a:pt x="20859" y="67978"/>
                    <a:pt x="21158" y="68575"/>
                  </a:cubicBezTo>
                  <a:cubicBezTo>
                    <a:pt x="21158" y="68600"/>
                    <a:pt x="21133" y="68625"/>
                    <a:pt x="21133" y="68625"/>
                  </a:cubicBezTo>
                  <a:cubicBezTo>
                    <a:pt x="20835" y="68005"/>
                    <a:pt x="20587" y="67361"/>
                    <a:pt x="20389" y="66693"/>
                  </a:cubicBezTo>
                  <a:lnTo>
                    <a:pt x="20389" y="66693"/>
                  </a:lnTo>
                  <a:cubicBezTo>
                    <a:pt x="20392" y="66690"/>
                    <a:pt x="20398" y="66683"/>
                    <a:pt x="20411" y="66683"/>
                  </a:cubicBezTo>
                  <a:close/>
                  <a:moveTo>
                    <a:pt x="22651" y="66409"/>
                  </a:moveTo>
                  <a:cubicBezTo>
                    <a:pt x="22228" y="67156"/>
                    <a:pt x="21780" y="67928"/>
                    <a:pt x="21382" y="68674"/>
                  </a:cubicBezTo>
                  <a:cubicBezTo>
                    <a:pt x="21382" y="68650"/>
                    <a:pt x="21357" y="68600"/>
                    <a:pt x="21357" y="68600"/>
                  </a:cubicBezTo>
                  <a:cubicBezTo>
                    <a:pt x="21755" y="67853"/>
                    <a:pt x="22153" y="67106"/>
                    <a:pt x="22601" y="66409"/>
                  </a:cubicBezTo>
                  <a:close/>
                  <a:moveTo>
                    <a:pt x="53964" y="65837"/>
                  </a:moveTo>
                  <a:cubicBezTo>
                    <a:pt x="54113" y="65837"/>
                    <a:pt x="54288" y="65862"/>
                    <a:pt x="54487" y="65912"/>
                  </a:cubicBezTo>
                  <a:cubicBezTo>
                    <a:pt x="54512" y="65912"/>
                    <a:pt x="54537" y="65912"/>
                    <a:pt x="54586" y="65936"/>
                  </a:cubicBezTo>
                  <a:cubicBezTo>
                    <a:pt x="54761" y="65961"/>
                    <a:pt x="54960" y="66036"/>
                    <a:pt x="55134" y="66111"/>
                  </a:cubicBezTo>
                  <a:cubicBezTo>
                    <a:pt x="55159" y="66111"/>
                    <a:pt x="55209" y="66161"/>
                    <a:pt x="55234" y="66161"/>
                  </a:cubicBezTo>
                  <a:cubicBezTo>
                    <a:pt x="55458" y="66235"/>
                    <a:pt x="55706" y="66360"/>
                    <a:pt x="55955" y="66484"/>
                  </a:cubicBezTo>
                  <a:cubicBezTo>
                    <a:pt x="55980" y="66534"/>
                    <a:pt x="56005" y="66534"/>
                    <a:pt x="56055" y="66559"/>
                  </a:cubicBezTo>
                  <a:cubicBezTo>
                    <a:pt x="54885" y="67355"/>
                    <a:pt x="53765" y="68077"/>
                    <a:pt x="52620" y="68724"/>
                  </a:cubicBezTo>
                  <a:cubicBezTo>
                    <a:pt x="52620" y="68674"/>
                    <a:pt x="52595" y="68600"/>
                    <a:pt x="52595" y="68525"/>
                  </a:cubicBezTo>
                  <a:cubicBezTo>
                    <a:pt x="52595" y="68426"/>
                    <a:pt x="52570" y="68326"/>
                    <a:pt x="52570" y="68226"/>
                  </a:cubicBezTo>
                  <a:lnTo>
                    <a:pt x="52570" y="67978"/>
                  </a:lnTo>
                  <a:lnTo>
                    <a:pt x="52570" y="67729"/>
                  </a:lnTo>
                  <a:cubicBezTo>
                    <a:pt x="52595" y="67679"/>
                    <a:pt x="52595" y="67604"/>
                    <a:pt x="52595" y="67554"/>
                  </a:cubicBezTo>
                  <a:cubicBezTo>
                    <a:pt x="52595" y="67455"/>
                    <a:pt x="52595" y="67405"/>
                    <a:pt x="52620" y="67305"/>
                  </a:cubicBezTo>
                  <a:cubicBezTo>
                    <a:pt x="52620" y="67231"/>
                    <a:pt x="52645" y="67181"/>
                    <a:pt x="52645" y="67106"/>
                  </a:cubicBezTo>
                  <a:cubicBezTo>
                    <a:pt x="52645" y="67057"/>
                    <a:pt x="52670" y="66982"/>
                    <a:pt x="52670" y="66932"/>
                  </a:cubicBezTo>
                  <a:cubicBezTo>
                    <a:pt x="52720" y="66857"/>
                    <a:pt x="52720" y="66808"/>
                    <a:pt x="52744" y="66733"/>
                  </a:cubicBezTo>
                  <a:cubicBezTo>
                    <a:pt x="52769" y="66683"/>
                    <a:pt x="52769" y="66658"/>
                    <a:pt x="52794" y="66584"/>
                  </a:cubicBezTo>
                  <a:cubicBezTo>
                    <a:pt x="52844" y="66484"/>
                    <a:pt x="52894" y="66409"/>
                    <a:pt x="52968" y="66310"/>
                  </a:cubicBezTo>
                  <a:cubicBezTo>
                    <a:pt x="52993" y="66235"/>
                    <a:pt x="53043" y="66185"/>
                    <a:pt x="53118" y="66161"/>
                  </a:cubicBezTo>
                  <a:lnTo>
                    <a:pt x="53143" y="66111"/>
                  </a:lnTo>
                  <a:cubicBezTo>
                    <a:pt x="53168" y="66086"/>
                    <a:pt x="53217" y="66086"/>
                    <a:pt x="53217" y="66061"/>
                  </a:cubicBezTo>
                  <a:cubicBezTo>
                    <a:pt x="53292" y="65986"/>
                    <a:pt x="53392" y="65961"/>
                    <a:pt x="53516" y="65912"/>
                  </a:cubicBezTo>
                  <a:cubicBezTo>
                    <a:pt x="53641" y="65862"/>
                    <a:pt x="53790" y="65837"/>
                    <a:pt x="53964" y="65837"/>
                  </a:cubicBezTo>
                  <a:close/>
                  <a:moveTo>
                    <a:pt x="49128" y="68527"/>
                  </a:moveTo>
                  <a:cubicBezTo>
                    <a:pt x="48990" y="68611"/>
                    <a:pt x="48844" y="68705"/>
                    <a:pt x="48712" y="68799"/>
                  </a:cubicBezTo>
                  <a:cubicBezTo>
                    <a:pt x="48712" y="68774"/>
                    <a:pt x="48737" y="68774"/>
                    <a:pt x="48737" y="68724"/>
                  </a:cubicBezTo>
                  <a:cubicBezTo>
                    <a:pt x="48860" y="68675"/>
                    <a:pt x="48982" y="68578"/>
                    <a:pt x="49128" y="68527"/>
                  </a:cubicBezTo>
                  <a:close/>
                  <a:moveTo>
                    <a:pt x="52620" y="66484"/>
                  </a:moveTo>
                  <a:cubicBezTo>
                    <a:pt x="52595" y="66559"/>
                    <a:pt x="52595" y="66584"/>
                    <a:pt x="52570" y="66658"/>
                  </a:cubicBezTo>
                  <a:cubicBezTo>
                    <a:pt x="52570" y="66733"/>
                    <a:pt x="52520" y="66783"/>
                    <a:pt x="52496" y="66857"/>
                  </a:cubicBezTo>
                  <a:cubicBezTo>
                    <a:pt x="52471" y="66932"/>
                    <a:pt x="52471" y="67032"/>
                    <a:pt x="52471" y="67081"/>
                  </a:cubicBezTo>
                  <a:cubicBezTo>
                    <a:pt x="52471" y="67131"/>
                    <a:pt x="52446" y="67206"/>
                    <a:pt x="52446" y="67256"/>
                  </a:cubicBezTo>
                  <a:cubicBezTo>
                    <a:pt x="52446" y="67355"/>
                    <a:pt x="52446" y="67430"/>
                    <a:pt x="52396" y="67530"/>
                  </a:cubicBezTo>
                  <a:lnTo>
                    <a:pt x="52396" y="67729"/>
                  </a:lnTo>
                  <a:lnTo>
                    <a:pt x="52396" y="68002"/>
                  </a:lnTo>
                  <a:lnTo>
                    <a:pt x="52396" y="68276"/>
                  </a:lnTo>
                  <a:cubicBezTo>
                    <a:pt x="52396" y="68351"/>
                    <a:pt x="52446" y="68475"/>
                    <a:pt x="52446" y="68575"/>
                  </a:cubicBezTo>
                  <a:cubicBezTo>
                    <a:pt x="52446" y="68674"/>
                    <a:pt x="52471" y="68774"/>
                    <a:pt x="52471" y="68849"/>
                  </a:cubicBezTo>
                  <a:cubicBezTo>
                    <a:pt x="52446" y="68849"/>
                    <a:pt x="52446" y="68899"/>
                    <a:pt x="52396" y="68899"/>
                  </a:cubicBezTo>
                  <a:cubicBezTo>
                    <a:pt x="52371" y="68699"/>
                    <a:pt x="52371" y="68550"/>
                    <a:pt x="52346" y="68401"/>
                  </a:cubicBezTo>
                  <a:lnTo>
                    <a:pt x="52346" y="68301"/>
                  </a:lnTo>
                  <a:cubicBezTo>
                    <a:pt x="52346" y="68152"/>
                    <a:pt x="52321" y="67953"/>
                    <a:pt x="52321" y="67803"/>
                  </a:cubicBezTo>
                  <a:lnTo>
                    <a:pt x="52321" y="67729"/>
                  </a:lnTo>
                  <a:cubicBezTo>
                    <a:pt x="52321" y="67579"/>
                    <a:pt x="52321" y="67430"/>
                    <a:pt x="52346" y="67281"/>
                  </a:cubicBezTo>
                  <a:lnTo>
                    <a:pt x="52346" y="67231"/>
                  </a:lnTo>
                  <a:cubicBezTo>
                    <a:pt x="52371" y="66957"/>
                    <a:pt x="52446" y="66733"/>
                    <a:pt x="52520" y="66559"/>
                  </a:cubicBezTo>
                  <a:cubicBezTo>
                    <a:pt x="52570" y="66534"/>
                    <a:pt x="52595" y="66534"/>
                    <a:pt x="52620" y="66484"/>
                  </a:cubicBezTo>
                  <a:close/>
                  <a:moveTo>
                    <a:pt x="21257" y="68799"/>
                  </a:moveTo>
                  <a:cubicBezTo>
                    <a:pt x="21257" y="68824"/>
                    <a:pt x="21282" y="68849"/>
                    <a:pt x="21282" y="68849"/>
                  </a:cubicBezTo>
                  <a:cubicBezTo>
                    <a:pt x="21282" y="68899"/>
                    <a:pt x="21257" y="68899"/>
                    <a:pt x="21257" y="68923"/>
                  </a:cubicBezTo>
                  <a:cubicBezTo>
                    <a:pt x="21257" y="68899"/>
                    <a:pt x="21232" y="68899"/>
                    <a:pt x="21232" y="68849"/>
                  </a:cubicBezTo>
                  <a:cubicBezTo>
                    <a:pt x="21232" y="68849"/>
                    <a:pt x="21232" y="68824"/>
                    <a:pt x="21257" y="68799"/>
                  </a:cubicBezTo>
                  <a:close/>
                  <a:moveTo>
                    <a:pt x="48339" y="68948"/>
                  </a:moveTo>
                  <a:cubicBezTo>
                    <a:pt x="48339" y="68948"/>
                    <a:pt x="48339" y="68973"/>
                    <a:pt x="48289" y="68973"/>
                  </a:cubicBezTo>
                  <a:lnTo>
                    <a:pt x="48339" y="68948"/>
                  </a:lnTo>
                  <a:close/>
                  <a:moveTo>
                    <a:pt x="9434" y="68774"/>
                  </a:moveTo>
                  <a:lnTo>
                    <a:pt x="9434" y="68824"/>
                  </a:lnTo>
                  <a:lnTo>
                    <a:pt x="9434" y="68899"/>
                  </a:lnTo>
                  <a:lnTo>
                    <a:pt x="9434" y="68948"/>
                  </a:lnTo>
                  <a:cubicBezTo>
                    <a:pt x="9434" y="68973"/>
                    <a:pt x="9409" y="68973"/>
                    <a:pt x="9409" y="68998"/>
                  </a:cubicBezTo>
                  <a:cubicBezTo>
                    <a:pt x="9409" y="68973"/>
                    <a:pt x="9409" y="68923"/>
                    <a:pt x="9384" y="68874"/>
                  </a:cubicBezTo>
                  <a:cubicBezTo>
                    <a:pt x="9384" y="68849"/>
                    <a:pt x="9409" y="68849"/>
                    <a:pt x="9409" y="68824"/>
                  </a:cubicBezTo>
                  <a:cubicBezTo>
                    <a:pt x="9409" y="68799"/>
                    <a:pt x="9434" y="68799"/>
                    <a:pt x="9434" y="68774"/>
                  </a:cubicBezTo>
                  <a:close/>
                  <a:moveTo>
                    <a:pt x="48289" y="68973"/>
                  </a:moveTo>
                  <a:cubicBezTo>
                    <a:pt x="48289" y="69023"/>
                    <a:pt x="48289" y="69023"/>
                    <a:pt x="48264" y="69023"/>
                  </a:cubicBezTo>
                  <a:cubicBezTo>
                    <a:pt x="48264" y="68973"/>
                    <a:pt x="48289" y="68973"/>
                    <a:pt x="48289" y="68973"/>
                  </a:cubicBezTo>
                  <a:close/>
                  <a:moveTo>
                    <a:pt x="56229" y="66683"/>
                  </a:moveTo>
                  <a:cubicBezTo>
                    <a:pt x="56254" y="66683"/>
                    <a:pt x="56254" y="66708"/>
                    <a:pt x="56304" y="66708"/>
                  </a:cubicBezTo>
                  <a:cubicBezTo>
                    <a:pt x="55084" y="67554"/>
                    <a:pt x="53889" y="68326"/>
                    <a:pt x="52695" y="69023"/>
                  </a:cubicBezTo>
                  <a:lnTo>
                    <a:pt x="52695" y="68948"/>
                  </a:lnTo>
                  <a:cubicBezTo>
                    <a:pt x="53865" y="68276"/>
                    <a:pt x="55059" y="67530"/>
                    <a:pt x="56229" y="66683"/>
                  </a:cubicBezTo>
                  <a:close/>
                  <a:moveTo>
                    <a:pt x="52520" y="69048"/>
                  </a:moveTo>
                  <a:lnTo>
                    <a:pt x="52520" y="69098"/>
                  </a:lnTo>
                  <a:cubicBezTo>
                    <a:pt x="52496" y="69098"/>
                    <a:pt x="52471" y="69147"/>
                    <a:pt x="52471" y="69147"/>
                  </a:cubicBezTo>
                  <a:lnTo>
                    <a:pt x="52471" y="69073"/>
                  </a:lnTo>
                  <a:cubicBezTo>
                    <a:pt x="52496" y="69073"/>
                    <a:pt x="52496" y="69048"/>
                    <a:pt x="52520" y="69048"/>
                  </a:cubicBezTo>
                  <a:close/>
                  <a:moveTo>
                    <a:pt x="2365" y="68799"/>
                  </a:moveTo>
                  <a:cubicBezTo>
                    <a:pt x="2365" y="68923"/>
                    <a:pt x="2340" y="69048"/>
                    <a:pt x="2340" y="69147"/>
                  </a:cubicBezTo>
                  <a:cubicBezTo>
                    <a:pt x="2315" y="69297"/>
                    <a:pt x="2290" y="69421"/>
                    <a:pt x="2215" y="69571"/>
                  </a:cubicBezTo>
                  <a:cubicBezTo>
                    <a:pt x="2215" y="69421"/>
                    <a:pt x="2240" y="69297"/>
                    <a:pt x="2290" y="69147"/>
                  </a:cubicBezTo>
                  <a:cubicBezTo>
                    <a:pt x="2315" y="69048"/>
                    <a:pt x="2340" y="68923"/>
                    <a:pt x="2365" y="68799"/>
                  </a:cubicBezTo>
                  <a:close/>
                  <a:moveTo>
                    <a:pt x="89061" y="61108"/>
                  </a:moveTo>
                  <a:cubicBezTo>
                    <a:pt x="91475" y="62004"/>
                    <a:pt x="93964" y="62676"/>
                    <a:pt x="96478" y="63024"/>
                  </a:cubicBezTo>
                  <a:cubicBezTo>
                    <a:pt x="95682" y="65215"/>
                    <a:pt x="94636" y="67480"/>
                    <a:pt x="93292" y="69770"/>
                  </a:cubicBezTo>
                  <a:cubicBezTo>
                    <a:pt x="91301" y="67828"/>
                    <a:pt x="89085" y="65862"/>
                    <a:pt x="86820" y="64045"/>
                  </a:cubicBezTo>
                  <a:cubicBezTo>
                    <a:pt x="87592" y="63074"/>
                    <a:pt x="88339" y="62103"/>
                    <a:pt x="89061" y="61108"/>
                  </a:cubicBezTo>
                  <a:close/>
                  <a:moveTo>
                    <a:pt x="31562" y="67181"/>
                  </a:moveTo>
                  <a:cubicBezTo>
                    <a:pt x="31587" y="67206"/>
                    <a:pt x="31587" y="67231"/>
                    <a:pt x="31612" y="67231"/>
                  </a:cubicBezTo>
                  <a:cubicBezTo>
                    <a:pt x="31861" y="67305"/>
                    <a:pt x="32110" y="67405"/>
                    <a:pt x="32359" y="67455"/>
                  </a:cubicBezTo>
                  <a:cubicBezTo>
                    <a:pt x="32483" y="67480"/>
                    <a:pt x="32608" y="67554"/>
                    <a:pt x="32707" y="67579"/>
                  </a:cubicBezTo>
                  <a:cubicBezTo>
                    <a:pt x="32931" y="67654"/>
                    <a:pt x="33105" y="67729"/>
                    <a:pt x="33329" y="67803"/>
                  </a:cubicBezTo>
                  <a:cubicBezTo>
                    <a:pt x="33454" y="67853"/>
                    <a:pt x="33578" y="67928"/>
                    <a:pt x="33728" y="67953"/>
                  </a:cubicBezTo>
                  <a:cubicBezTo>
                    <a:pt x="33852" y="67978"/>
                    <a:pt x="33952" y="68052"/>
                    <a:pt x="34076" y="68077"/>
                  </a:cubicBezTo>
                  <a:cubicBezTo>
                    <a:pt x="33703" y="68674"/>
                    <a:pt x="33354" y="69272"/>
                    <a:pt x="32981" y="69844"/>
                  </a:cubicBezTo>
                  <a:cubicBezTo>
                    <a:pt x="32359" y="69098"/>
                    <a:pt x="31861" y="68202"/>
                    <a:pt x="31562" y="67181"/>
                  </a:cubicBezTo>
                  <a:close/>
                  <a:moveTo>
                    <a:pt x="96777" y="63074"/>
                  </a:moveTo>
                  <a:cubicBezTo>
                    <a:pt x="95931" y="65314"/>
                    <a:pt x="94810" y="67604"/>
                    <a:pt x="93466" y="69919"/>
                  </a:cubicBezTo>
                  <a:lnTo>
                    <a:pt x="93441" y="69894"/>
                  </a:lnTo>
                  <a:cubicBezTo>
                    <a:pt x="94786" y="67579"/>
                    <a:pt x="95881" y="65289"/>
                    <a:pt x="96702" y="63074"/>
                  </a:cubicBezTo>
                  <a:close/>
                  <a:moveTo>
                    <a:pt x="49260" y="63746"/>
                  </a:moveTo>
                  <a:cubicBezTo>
                    <a:pt x="49957" y="63945"/>
                    <a:pt x="50529" y="64045"/>
                    <a:pt x="51002" y="64045"/>
                  </a:cubicBezTo>
                  <a:cubicBezTo>
                    <a:pt x="51201" y="64045"/>
                    <a:pt x="51351" y="64045"/>
                    <a:pt x="51500" y="63995"/>
                  </a:cubicBezTo>
                  <a:lnTo>
                    <a:pt x="51500" y="63995"/>
                  </a:lnTo>
                  <a:cubicBezTo>
                    <a:pt x="51251" y="64343"/>
                    <a:pt x="51002" y="64667"/>
                    <a:pt x="50753" y="64991"/>
                  </a:cubicBezTo>
                  <a:cubicBezTo>
                    <a:pt x="50629" y="65190"/>
                    <a:pt x="50504" y="65339"/>
                    <a:pt x="50380" y="65513"/>
                  </a:cubicBezTo>
                  <a:cubicBezTo>
                    <a:pt x="50330" y="65613"/>
                    <a:pt x="50255" y="65712"/>
                    <a:pt x="50206" y="65787"/>
                  </a:cubicBezTo>
                  <a:cubicBezTo>
                    <a:pt x="50131" y="65862"/>
                    <a:pt x="50031" y="65986"/>
                    <a:pt x="49982" y="66086"/>
                  </a:cubicBezTo>
                  <a:lnTo>
                    <a:pt x="49957" y="66111"/>
                  </a:lnTo>
                  <a:cubicBezTo>
                    <a:pt x="49857" y="66235"/>
                    <a:pt x="49782" y="66335"/>
                    <a:pt x="49708" y="66459"/>
                  </a:cubicBezTo>
                  <a:lnTo>
                    <a:pt x="49334" y="67032"/>
                  </a:lnTo>
                  <a:cubicBezTo>
                    <a:pt x="49235" y="67156"/>
                    <a:pt x="49160" y="67281"/>
                    <a:pt x="49085" y="67430"/>
                  </a:cubicBezTo>
                  <a:cubicBezTo>
                    <a:pt x="48762" y="67903"/>
                    <a:pt x="48463" y="68326"/>
                    <a:pt x="48164" y="68799"/>
                  </a:cubicBezTo>
                  <a:cubicBezTo>
                    <a:pt x="47891" y="68948"/>
                    <a:pt x="47642" y="69098"/>
                    <a:pt x="47393" y="69222"/>
                  </a:cubicBezTo>
                  <a:cubicBezTo>
                    <a:pt x="46845" y="69521"/>
                    <a:pt x="46397" y="69770"/>
                    <a:pt x="45999" y="69944"/>
                  </a:cubicBezTo>
                  <a:cubicBezTo>
                    <a:pt x="46795" y="67928"/>
                    <a:pt x="47916" y="65837"/>
                    <a:pt x="49260" y="63746"/>
                  </a:cubicBezTo>
                  <a:close/>
                  <a:moveTo>
                    <a:pt x="56478" y="66808"/>
                  </a:moveTo>
                  <a:cubicBezTo>
                    <a:pt x="56528" y="66833"/>
                    <a:pt x="56603" y="66857"/>
                    <a:pt x="56702" y="66932"/>
                  </a:cubicBezTo>
                  <a:cubicBezTo>
                    <a:pt x="56727" y="66932"/>
                    <a:pt x="56727" y="66957"/>
                    <a:pt x="56752" y="66957"/>
                  </a:cubicBezTo>
                  <a:cubicBezTo>
                    <a:pt x="56652" y="67032"/>
                    <a:pt x="56578" y="67106"/>
                    <a:pt x="56478" y="67181"/>
                  </a:cubicBezTo>
                  <a:cubicBezTo>
                    <a:pt x="56254" y="67355"/>
                    <a:pt x="56030" y="67530"/>
                    <a:pt x="55831" y="67704"/>
                  </a:cubicBezTo>
                  <a:cubicBezTo>
                    <a:pt x="55731" y="67803"/>
                    <a:pt x="55607" y="67853"/>
                    <a:pt x="55507" y="67953"/>
                  </a:cubicBezTo>
                  <a:cubicBezTo>
                    <a:pt x="55234" y="68177"/>
                    <a:pt x="54910" y="68426"/>
                    <a:pt x="54636" y="68650"/>
                  </a:cubicBezTo>
                  <a:cubicBezTo>
                    <a:pt x="54412" y="68824"/>
                    <a:pt x="54163" y="68973"/>
                    <a:pt x="53964" y="69172"/>
                  </a:cubicBezTo>
                  <a:cubicBezTo>
                    <a:pt x="53889" y="69222"/>
                    <a:pt x="53790" y="69272"/>
                    <a:pt x="53740" y="69322"/>
                  </a:cubicBezTo>
                  <a:cubicBezTo>
                    <a:pt x="53466" y="69546"/>
                    <a:pt x="53168" y="69720"/>
                    <a:pt x="52894" y="69944"/>
                  </a:cubicBezTo>
                  <a:cubicBezTo>
                    <a:pt x="52894" y="69894"/>
                    <a:pt x="52869" y="69819"/>
                    <a:pt x="52869" y="69770"/>
                  </a:cubicBezTo>
                  <a:cubicBezTo>
                    <a:pt x="52819" y="69645"/>
                    <a:pt x="52769" y="69521"/>
                    <a:pt x="52744" y="69421"/>
                  </a:cubicBezTo>
                  <a:cubicBezTo>
                    <a:pt x="52744" y="69347"/>
                    <a:pt x="52720" y="69272"/>
                    <a:pt x="52720" y="69197"/>
                  </a:cubicBezTo>
                  <a:cubicBezTo>
                    <a:pt x="53964" y="68475"/>
                    <a:pt x="55234" y="67704"/>
                    <a:pt x="56478" y="66808"/>
                  </a:cubicBezTo>
                  <a:close/>
                  <a:moveTo>
                    <a:pt x="86721" y="64169"/>
                  </a:moveTo>
                  <a:cubicBezTo>
                    <a:pt x="88986" y="65986"/>
                    <a:pt x="91201" y="67953"/>
                    <a:pt x="93192" y="69919"/>
                  </a:cubicBezTo>
                  <a:cubicBezTo>
                    <a:pt x="93192" y="69944"/>
                    <a:pt x="93168" y="69944"/>
                    <a:pt x="93168" y="69969"/>
                  </a:cubicBezTo>
                  <a:cubicBezTo>
                    <a:pt x="91176" y="68002"/>
                    <a:pt x="88961" y="66086"/>
                    <a:pt x="86671" y="64219"/>
                  </a:cubicBezTo>
                  <a:cubicBezTo>
                    <a:pt x="86696" y="64219"/>
                    <a:pt x="86696" y="64194"/>
                    <a:pt x="86721" y="64169"/>
                  </a:cubicBezTo>
                  <a:close/>
                  <a:moveTo>
                    <a:pt x="52570" y="69297"/>
                  </a:moveTo>
                  <a:cubicBezTo>
                    <a:pt x="52570" y="69347"/>
                    <a:pt x="52595" y="69421"/>
                    <a:pt x="52595" y="69471"/>
                  </a:cubicBezTo>
                  <a:lnTo>
                    <a:pt x="52695" y="69844"/>
                  </a:lnTo>
                  <a:cubicBezTo>
                    <a:pt x="52695" y="69919"/>
                    <a:pt x="52720" y="69969"/>
                    <a:pt x="52720" y="70043"/>
                  </a:cubicBezTo>
                  <a:cubicBezTo>
                    <a:pt x="52695" y="70043"/>
                    <a:pt x="52695" y="70068"/>
                    <a:pt x="52645" y="70068"/>
                  </a:cubicBezTo>
                  <a:cubicBezTo>
                    <a:pt x="52620" y="69944"/>
                    <a:pt x="52595" y="69819"/>
                    <a:pt x="52570" y="69720"/>
                  </a:cubicBezTo>
                  <a:cubicBezTo>
                    <a:pt x="52570" y="69670"/>
                    <a:pt x="52520" y="69595"/>
                    <a:pt x="52520" y="69546"/>
                  </a:cubicBezTo>
                  <a:cubicBezTo>
                    <a:pt x="52496" y="69471"/>
                    <a:pt x="52496" y="69396"/>
                    <a:pt x="52496" y="69322"/>
                  </a:cubicBezTo>
                  <a:cubicBezTo>
                    <a:pt x="52520" y="69322"/>
                    <a:pt x="52520" y="69297"/>
                    <a:pt x="52570" y="69297"/>
                  </a:cubicBezTo>
                  <a:close/>
                  <a:moveTo>
                    <a:pt x="34225" y="68177"/>
                  </a:moveTo>
                  <a:cubicBezTo>
                    <a:pt x="34275" y="68177"/>
                    <a:pt x="34275" y="68177"/>
                    <a:pt x="34300" y="68202"/>
                  </a:cubicBezTo>
                  <a:cubicBezTo>
                    <a:pt x="33902" y="68849"/>
                    <a:pt x="33528" y="69471"/>
                    <a:pt x="33155" y="70093"/>
                  </a:cubicBezTo>
                  <a:cubicBezTo>
                    <a:pt x="33155" y="70068"/>
                    <a:pt x="33105" y="70068"/>
                    <a:pt x="33105" y="70043"/>
                  </a:cubicBezTo>
                  <a:lnTo>
                    <a:pt x="34225" y="68177"/>
                  </a:lnTo>
                  <a:close/>
                  <a:moveTo>
                    <a:pt x="31338" y="67156"/>
                  </a:moveTo>
                  <a:cubicBezTo>
                    <a:pt x="31687" y="68276"/>
                    <a:pt x="32184" y="69272"/>
                    <a:pt x="32906" y="70068"/>
                  </a:cubicBezTo>
                  <a:cubicBezTo>
                    <a:pt x="32906" y="70093"/>
                    <a:pt x="32856" y="70093"/>
                    <a:pt x="32856" y="70143"/>
                  </a:cubicBezTo>
                  <a:cubicBezTo>
                    <a:pt x="32159" y="69297"/>
                    <a:pt x="31612" y="68301"/>
                    <a:pt x="31288" y="67156"/>
                  </a:cubicBezTo>
                  <a:close/>
                  <a:moveTo>
                    <a:pt x="49011" y="63696"/>
                  </a:moveTo>
                  <a:cubicBezTo>
                    <a:pt x="49036" y="63696"/>
                    <a:pt x="49036" y="63696"/>
                    <a:pt x="49061" y="63721"/>
                  </a:cubicBezTo>
                  <a:cubicBezTo>
                    <a:pt x="47667" y="65837"/>
                    <a:pt x="46547" y="68027"/>
                    <a:pt x="45700" y="70093"/>
                  </a:cubicBezTo>
                  <a:cubicBezTo>
                    <a:pt x="45675" y="70093"/>
                    <a:pt x="45650" y="70143"/>
                    <a:pt x="45626" y="70143"/>
                  </a:cubicBezTo>
                  <a:cubicBezTo>
                    <a:pt x="46497" y="68027"/>
                    <a:pt x="47617" y="65837"/>
                    <a:pt x="49011" y="63696"/>
                  </a:cubicBezTo>
                  <a:close/>
                  <a:moveTo>
                    <a:pt x="47891" y="69172"/>
                  </a:moveTo>
                  <a:lnTo>
                    <a:pt x="47866" y="69197"/>
                  </a:lnTo>
                  <a:cubicBezTo>
                    <a:pt x="47741" y="69322"/>
                    <a:pt x="47617" y="69396"/>
                    <a:pt x="47492" y="69446"/>
                  </a:cubicBezTo>
                  <a:cubicBezTo>
                    <a:pt x="46995" y="69695"/>
                    <a:pt x="46547" y="69944"/>
                    <a:pt x="46148" y="70143"/>
                  </a:cubicBezTo>
                  <a:cubicBezTo>
                    <a:pt x="46621" y="69869"/>
                    <a:pt x="47119" y="69645"/>
                    <a:pt x="47592" y="69347"/>
                  </a:cubicBezTo>
                  <a:cubicBezTo>
                    <a:pt x="47592" y="69347"/>
                    <a:pt x="47617" y="69347"/>
                    <a:pt x="47617" y="69322"/>
                  </a:cubicBezTo>
                  <a:lnTo>
                    <a:pt x="47791" y="69222"/>
                  </a:lnTo>
                  <a:cubicBezTo>
                    <a:pt x="47816" y="69197"/>
                    <a:pt x="47866" y="69197"/>
                    <a:pt x="47891" y="69172"/>
                  </a:cubicBezTo>
                  <a:close/>
                  <a:moveTo>
                    <a:pt x="56926" y="67057"/>
                  </a:moveTo>
                  <a:cubicBezTo>
                    <a:pt x="56951" y="67081"/>
                    <a:pt x="56951" y="67081"/>
                    <a:pt x="56976" y="67081"/>
                  </a:cubicBezTo>
                  <a:cubicBezTo>
                    <a:pt x="56926" y="67156"/>
                    <a:pt x="56851" y="67181"/>
                    <a:pt x="56802" y="67231"/>
                  </a:cubicBezTo>
                  <a:cubicBezTo>
                    <a:pt x="56354" y="67579"/>
                    <a:pt x="55881" y="67953"/>
                    <a:pt x="55458" y="68301"/>
                  </a:cubicBezTo>
                  <a:cubicBezTo>
                    <a:pt x="55234" y="68450"/>
                    <a:pt x="55010" y="68650"/>
                    <a:pt x="54810" y="68799"/>
                  </a:cubicBezTo>
                  <a:cubicBezTo>
                    <a:pt x="54188" y="69272"/>
                    <a:pt x="53566" y="69720"/>
                    <a:pt x="52944" y="70168"/>
                  </a:cubicBezTo>
                  <a:lnTo>
                    <a:pt x="52944" y="70143"/>
                  </a:lnTo>
                  <a:lnTo>
                    <a:pt x="52944" y="70093"/>
                  </a:lnTo>
                  <a:cubicBezTo>
                    <a:pt x="53118" y="69969"/>
                    <a:pt x="53292" y="69819"/>
                    <a:pt x="53491" y="69670"/>
                  </a:cubicBezTo>
                  <a:lnTo>
                    <a:pt x="53566" y="69595"/>
                  </a:lnTo>
                  <a:lnTo>
                    <a:pt x="54586" y="68849"/>
                  </a:lnTo>
                  <a:cubicBezTo>
                    <a:pt x="54636" y="68824"/>
                    <a:pt x="54711" y="68774"/>
                    <a:pt x="54761" y="68724"/>
                  </a:cubicBezTo>
                  <a:lnTo>
                    <a:pt x="54810" y="68724"/>
                  </a:lnTo>
                  <a:cubicBezTo>
                    <a:pt x="55059" y="68550"/>
                    <a:pt x="55283" y="68351"/>
                    <a:pt x="55557" y="68152"/>
                  </a:cubicBezTo>
                  <a:cubicBezTo>
                    <a:pt x="55582" y="68152"/>
                    <a:pt x="55582" y="68102"/>
                    <a:pt x="55607" y="68102"/>
                  </a:cubicBezTo>
                  <a:cubicBezTo>
                    <a:pt x="55706" y="68052"/>
                    <a:pt x="55781" y="67953"/>
                    <a:pt x="55881" y="67903"/>
                  </a:cubicBezTo>
                  <a:cubicBezTo>
                    <a:pt x="56005" y="67803"/>
                    <a:pt x="56179" y="67679"/>
                    <a:pt x="56304" y="67579"/>
                  </a:cubicBezTo>
                  <a:cubicBezTo>
                    <a:pt x="56453" y="67455"/>
                    <a:pt x="56603" y="67330"/>
                    <a:pt x="56727" y="67231"/>
                  </a:cubicBezTo>
                  <a:cubicBezTo>
                    <a:pt x="56752" y="67181"/>
                    <a:pt x="56851" y="67106"/>
                    <a:pt x="56926" y="67057"/>
                  </a:cubicBezTo>
                  <a:close/>
                  <a:moveTo>
                    <a:pt x="77760" y="58021"/>
                  </a:moveTo>
                  <a:cubicBezTo>
                    <a:pt x="79975" y="59440"/>
                    <a:pt x="82265" y="61083"/>
                    <a:pt x="84580" y="62850"/>
                  </a:cubicBezTo>
                  <a:cubicBezTo>
                    <a:pt x="83361" y="65240"/>
                    <a:pt x="81767" y="67729"/>
                    <a:pt x="79876" y="70168"/>
                  </a:cubicBezTo>
                  <a:cubicBezTo>
                    <a:pt x="77362" y="68102"/>
                    <a:pt x="74922" y="65961"/>
                    <a:pt x="72782" y="63821"/>
                  </a:cubicBezTo>
                  <a:cubicBezTo>
                    <a:pt x="74524" y="61929"/>
                    <a:pt x="76192" y="59988"/>
                    <a:pt x="77760" y="58021"/>
                  </a:cubicBezTo>
                  <a:close/>
                  <a:moveTo>
                    <a:pt x="93342" y="70068"/>
                  </a:moveTo>
                  <a:lnTo>
                    <a:pt x="93392" y="70093"/>
                  </a:lnTo>
                  <a:cubicBezTo>
                    <a:pt x="93392" y="70143"/>
                    <a:pt x="93342" y="70143"/>
                    <a:pt x="93342" y="70168"/>
                  </a:cubicBezTo>
                  <a:lnTo>
                    <a:pt x="93317" y="70143"/>
                  </a:lnTo>
                  <a:cubicBezTo>
                    <a:pt x="93317" y="70093"/>
                    <a:pt x="93342" y="70093"/>
                    <a:pt x="93342" y="70068"/>
                  </a:cubicBezTo>
                  <a:close/>
                  <a:moveTo>
                    <a:pt x="48264" y="63447"/>
                  </a:moveTo>
                  <a:lnTo>
                    <a:pt x="48837" y="63622"/>
                  </a:lnTo>
                  <a:cubicBezTo>
                    <a:pt x="47393" y="65837"/>
                    <a:pt x="46248" y="68077"/>
                    <a:pt x="45377" y="70218"/>
                  </a:cubicBezTo>
                  <a:cubicBezTo>
                    <a:pt x="45227" y="69595"/>
                    <a:pt x="45003" y="68948"/>
                    <a:pt x="44680" y="68326"/>
                  </a:cubicBezTo>
                  <a:cubicBezTo>
                    <a:pt x="45178" y="67579"/>
                    <a:pt x="45675" y="66857"/>
                    <a:pt x="46223" y="66161"/>
                  </a:cubicBezTo>
                  <a:cubicBezTo>
                    <a:pt x="46372" y="65936"/>
                    <a:pt x="46547" y="65688"/>
                    <a:pt x="46746" y="65464"/>
                  </a:cubicBezTo>
                  <a:lnTo>
                    <a:pt x="47866" y="63970"/>
                  </a:lnTo>
                  <a:cubicBezTo>
                    <a:pt x="47965" y="63846"/>
                    <a:pt x="48040" y="63746"/>
                    <a:pt x="48115" y="63622"/>
                  </a:cubicBezTo>
                  <a:cubicBezTo>
                    <a:pt x="48140" y="63572"/>
                    <a:pt x="48214" y="63547"/>
                    <a:pt x="48239" y="63472"/>
                  </a:cubicBezTo>
                  <a:cubicBezTo>
                    <a:pt x="48239" y="63472"/>
                    <a:pt x="48239" y="63447"/>
                    <a:pt x="48264" y="63447"/>
                  </a:cubicBezTo>
                  <a:close/>
                  <a:moveTo>
                    <a:pt x="52744" y="70218"/>
                  </a:moveTo>
                  <a:lnTo>
                    <a:pt x="52744" y="70268"/>
                  </a:lnTo>
                  <a:lnTo>
                    <a:pt x="52744" y="70292"/>
                  </a:lnTo>
                  <a:lnTo>
                    <a:pt x="52720" y="70292"/>
                  </a:lnTo>
                  <a:lnTo>
                    <a:pt x="52720" y="70268"/>
                  </a:lnTo>
                  <a:lnTo>
                    <a:pt x="52744" y="70218"/>
                  </a:lnTo>
                  <a:close/>
                  <a:moveTo>
                    <a:pt x="84730" y="62925"/>
                  </a:moveTo>
                  <a:cubicBezTo>
                    <a:pt x="84754" y="62925"/>
                    <a:pt x="84754" y="62950"/>
                    <a:pt x="84804" y="62950"/>
                  </a:cubicBezTo>
                  <a:cubicBezTo>
                    <a:pt x="83560" y="65414"/>
                    <a:pt x="81967" y="67903"/>
                    <a:pt x="80075" y="70292"/>
                  </a:cubicBezTo>
                  <a:cubicBezTo>
                    <a:pt x="80025" y="70292"/>
                    <a:pt x="80025" y="70268"/>
                    <a:pt x="80000" y="70268"/>
                  </a:cubicBezTo>
                  <a:cubicBezTo>
                    <a:pt x="81892" y="67853"/>
                    <a:pt x="83485" y="65364"/>
                    <a:pt x="84730" y="62925"/>
                  </a:cubicBezTo>
                  <a:close/>
                  <a:moveTo>
                    <a:pt x="44555" y="68475"/>
                  </a:moveTo>
                  <a:cubicBezTo>
                    <a:pt x="44854" y="69098"/>
                    <a:pt x="45053" y="69695"/>
                    <a:pt x="45227" y="70292"/>
                  </a:cubicBezTo>
                  <a:cubicBezTo>
                    <a:pt x="45178" y="70292"/>
                    <a:pt x="45178" y="70317"/>
                    <a:pt x="45153" y="70317"/>
                  </a:cubicBezTo>
                  <a:cubicBezTo>
                    <a:pt x="45003" y="69770"/>
                    <a:pt x="44804" y="69172"/>
                    <a:pt x="44530" y="68550"/>
                  </a:cubicBezTo>
                  <a:cubicBezTo>
                    <a:pt x="44530" y="68525"/>
                    <a:pt x="44555" y="68525"/>
                    <a:pt x="44555" y="68475"/>
                  </a:cubicBezTo>
                  <a:close/>
                  <a:moveTo>
                    <a:pt x="72657" y="63945"/>
                  </a:moveTo>
                  <a:cubicBezTo>
                    <a:pt x="74798" y="66086"/>
                    <a:pt x="77237" y="68276"/>
                    <a:pt x="79751" y="70292"/>
                  </a:cubicBezTo>
                  <a:cubicBezTo>
                    <a:pt x="79751" y="70317"/>
                    <a:pt x="79726" y="70317"/>
                    <a:pt x="79726" y="70342"/>
                  </a:cubicBezTo>
                  <a:cubicBezTo>
                    <a:pt x="77188" y="68301"/>
                    <a:pt x="74773" y="66161"/>
                    <a:pt x="72632" y="63995"/>
                  </a:cubicBezTo>
                  <a:cubicBezTo>
                    <a:pt x="72632" y="63970"/>
                    <a:pt x="72657" y="63945"/>
                    <a:pt x="72657" y="63945"/>
                  </a:cubicBezTo>
                  <a:close/>
                  <a:moveTo>
                    <a:pt x="17748" y="54014"/>
                  </a:moveTo>
                  <a:cubicBezTo>
                    <a:pt x="18893" y="54014"/>
                    <a:pt x="20062" y="54113"/>
                    <a:pt x="21282" y="54263"/>
                  </a:cubicBezTo>
                  <a:cubicBezTo>
                    <a:pt x="19739" y="58668"/>
                    <a:pt x="19241" y="62850"/>
                    <a:pt x="20062" y="66310"/>
                  </a:cubicBezTo>
                  <a:cubicBezTo>
                    <a:pt x="20013" y="66310"/>
                    <a:pt x="19988" y="66335"/>
                    <a:pt x="19913" y="66335"/>
                  </a:cubicBezTo>
                  <a:cubicBezTo>
                    <a:pt x="19589" y="66385"/>
                    <a:pt x="19241" y="66459"/>
                    <a:pt x="18917" y="66509"/>
                  </a:cubicBezTo>
                  <a:cubicBezTo>
                    <a:pt x="18594" y="66609"/>
                    <a:pt x="18245" y="66708"/>
                    <a:pt x="17922" y="66808"/>
                  </a:cubicBezTo>
                  <a:cubicBezTo>
                    <a:pt x="17623" y="66907"/>
                    <a:pt x="17299" y="66957"/>
                    <a:pt x="17001" y="67057"/>
                  </a:cubicBezTo>
                  <a:cubicBezTo>
                    <a:pt x="16652" y="67156"/>
                    <a:pt x="16354" y="67256"/>
                    <a:pt x="16005" y="67380"/>
                  </a:cubicBezTo>
                  <a:cubicBezTo>
                    <a:pt x="15682" y="67480"/>
                    <a:pt x="15383" y="67604"/>
                    <a:pt x="15084" y="67729"/>
                  </a:cubicBezTo>
                  <a:cubicBezTo>
                    <a:pt x="14785" y="67853"/>
                    <a:pt x="14462" y="68002"/>
                    <a:pt x="14163" y="68152"/>
                  </a:cubicBezTo>
                  <a:cubicBezTo>
                    <a:pt x="13840" y="68276"/>
                    <a:pt x="13541" y="68401"/>
                    <a:pt x="13267" y="68550"/>
                  </a:cubicBezTo>
                  <a:cubicBezTo>
                    <a:pt x="12968" y="68699"/>
                    <a:pt x="12670" y="68849"/>
                    <a:pt x="12396" y="69023"/>
                  </a:cubicBezTo>
                  <a:cubicBezTo>
                    <a:pt x="12072" y="69172"/>
                    <a:pt x="11799" y="69322"/>
                    <a:pt x="11475" y="69521"/>
                  </a:cubicBezTo>
                  <a:cubicBezTo>
                    <a:pt x="11201" y="69670"/>
                    <a:pt x="10952" y="69844"/>
                    <a:pt x="10678" y="70019"/>
                  </a:cubicBezTo>
                  <a:lnTo>
                    <a:pt x="9932" y="70467"/>
                  </a:lnTo>
                  <a:cubicBezTo>
                    <a:pt x="9907" y="70317"/>
                    <a:pt x="9857" y="70168"/>
                    <a:pt x="9832" y="69969"/>
                  </a:cubicBezTo>
                  <a:cubicBezTo>
                    <a:pt x="9782" y="69795"/>
                    <a:pt x="9757" y="69571"/>
                    <a:pt x="9683" y="69347"/>
                  </a:cubicBezTo>
                  <a:lnTo>
                    <a:pt x="9683" y="69247"/>
                  </a:lnTo>
                  <a:cubicBezTo>
                    <a:pt x="9658" y="69123"/>
                    <a:pt x="9658" y="68998"/>
                    <a:pt x="9633" y="68923"/>
                  </a:cubicBezTo>
                  <a:cubicBezTo>
                    <a:pt x="11699" y="63995"/>
                    <a:pt x="14437" y="58992"/>
                    <a:pt x="17748" y="54014"/>
                  </a:cubicBezTo>
                  <a:close/>
                  <a:moveTo>
                    <a:pt x="79876" y="70417"/>
                  </a:moveTo>
                  <a:cubicBezTo>
                    <a:pt x="79901" y="70417"/>
                    <a:pt x="79950" y="70442"/>
                    <a:pt x="79950" y="70442"/>
                  </a:cubicBezTo>
                  <a:cubicBezTo>
                    <a:pt x="79950" y="70467"/>
                    <a:pt x="79901" y="70467"/>
                    <a:pt x="79901" y="70492"/>
                  </a:cubicBezTo>
                  <a:cubicBezTo>
                    <a:pt x="79876" y="70492"/>
                    <a:pt x="79876" y="70467"/>
                    <a:pt x="79851" y="70467"/>
                  </a:cubicBezTo>
                  <a:cubicBezTo>
                    <a:pt x="79851" y="70442"/>
                    <a:pt x="79876" y="70442"/>
                    <a:pt x="79876" y="70417"/>
                  </a:cubicBezTo>
                  <a:close/>
                  <a:moveTo>
                    <a:pt x="33155" y="70442"/>
                  </a:moveTo>
                  <a:cubicBezTo>
                    <a:pt x="33180" y="70442"/>
                    <a:pt x="33205" y="70442"/>
                    <a:pt x="33205" y="70467"/>
                  </a:cubicBezTo>
                  <a:lnTo>
                    <a:pt x="33280" y="70467"/>
                  </a:lnTo>
                  <a:lnTo>
                    <a:pt x="33304" y="70516"/>
                  </a:lnTo>
                  <a:cubicBezTo>
                    <a:pt x="33280" y="70516"/>
                    <a:pt x="33205" y="70467"/>
                    <a:pt x="33180" y="70467"/>
                  </a:cubicBezTo>
                  <a:lnTo>
                    <a:pt x="33155" y="70442"/>
                  </a:lnTo>
                  <a:close/>
                  <a:moveTo>
                    <a:pt x="9533" y="69197"/>
                  </a:moveTo>
                  <a:cubicBezTo>
                    <a:pt x="9533" y="69272"/>
                    <a:pt x="9558" y="69322"/>
                    <a:pt x="9558" y="69396"/>
                  </a:cubicBezTo>
                  <a:cubicBezTo>
                    <a:pt x="9558" y="69446"/>
                    <a:pt x="9583" y="69546"/>
                    <a:pt x="9583" y="69595"/>
                  </a:cubicBezTo>
                  <a:cubicBezTo>
                    <a:pt x="9658" y="69894"/>
                    <a:pt x="9708" y="70168"/>
                    <a:pt x="9782" y="70417"/>
                  </a:cubicBezTo>
                  <a:cubicBezTo>
                    <a:pt x="9782" y="70442"/>
                    <a:pt x="9807" y="70516"/>
                    <a:pt x="9807" y="70541"/>
                  </a:cubicBezTo>
                  <a:lnTo>
                    <a:pt x="9782" y="70566"/>
                  </a:lnTo>
                  <a:lnTo>
                    <a:pt x="9733" y="70591"/>
                  </a:lnTo>
                  <a:cubicBezTo>
                    <a:pt x="9733" y="70541"/>
                    <a:pt x="9708" y="70467"/>
                    <a:pt x="9708" y="70417"/>
                  </a:cubicBezTo>
                  <a:lnTo>
                    <a:pt x="9708" y="70392"/>
                  </a:lnTo>
                  <a:cubicBezTo>
                    <a:pt x="9633" y="70193"/>
                    <a:pt x="9558" y="69969"/>
                    <a:pt x="9533" y="69770"/>
                  </a:cubicBezTo>
                  <a:cubicBezTo>
                    <a:pt x="9509" y="69645"/>
                    <a:pt x="9459" y="69521"/>
                    <a:pt x="9459" y="69396"/>
                  </a:cubicBezTo>
                  <a:lnTo>
                    <a:pt x="9459" y="69322"/>
                  </a:lnTo>
                  <a:cubicBezTo>
                    <a:pt x="9459" y="69297"/>
                    <a:pt x="9484" y="69297"/>
                    <a:pt x="9484" y="69272"/>
                  </a:cubicBezTo>
                  <a:cubicBezTo>
                    <a:pt x="9484" y="69222"/>
                    <a:pt x="9484" y="69222"/>
                    <a:pt x="9533" y="69197"/>
                  </a:cubicBezTo>
                  <a:close/>
                  <a:moveTo>
                    <a:pt x="84954" y="63074"/>
                  </a:moveTo>
                  <a:cubicBezTo>
                    <a:pt x="85377" y="63422"/>
                    <a:pt x="85825" y="63746"/>
                    <a:pt x="86223" y="64095"/>
                  </a:cubicBezTo>
                  <a:cubicBezTo>
                    <a:pt x="84431" y="66335"/>
                    <a:pt x="82564" y="68550"/>
                    <a:pt x="80573" y="70691"/>
                  </a:cubicBezTo>
                  <a:cubicBezTo>
                    <a:pt x="80448" y="70591"/>
                    <a:pt x="80349" y="70516"/>
                    <a:pt x="80224" y="70417"/>
                  </a:cubicBezTo>
                  <a:cubicBezTo>
                    <a:pt x="82116" y="68027"/>
                    <a:pt x="83709" y="65538"/>
                    <a:pt x="84954" y="63074"/>
                  </a:cubicBezTo>
                  <a:close/>
                  <a:moveTo>
                    <a:pt x="20137" y="66484"/>
                  </a:moveTo>
                  <a:lnTo>
                    <a:pt x="20137" y="66534"/>
                  </a:lnTo>
                  <a:lnTo>
                    <a:pt x="20112" y="66559"/>
                  </a:lnTo>
                  <a:cubicBezTo>
                    <a:pt x="19714" y="66609"/>
                    <a:pt x="19291" y="66708"/>
                    <a:pt x="18893" y="66808"/>
                  </a:cubicBezTo>
                  <a:cubicBezTo>
                    <a:pt x="18594" y="66857"/>
                    <a:pt x="18295" y="66957"/>
                    <a:pt x="18021" y="67057"/>
                  </a:cubicBezTo>
                  <a:cubicBezTo>
                    <a:pt x="17673" y="67156"/>
                    <a:pt x="17299" y="67231"/>
                    <a:pt x="16976" y="67330"/>
                  </a:cubicBezTo>
                  <a:cubicBezTo>
                    <a:pt x="16652" y="67430"/>
                    <a:pt x="16354" y="67554"/>
                    <a:pt x="16030" y="67679"/>
                  </a:cubicBezTo>
                  <a:cubicBezTo>
                    <a:pt x="15731" y="67803"/>
                    <a:pt x="15408" y="67903"/>
                    <a:pt x="15109" y="68027"/>
                  </a:cubicBezTo>
                  <a:cubicBezTo>
                    <a:pt x="14785" y="68152"/>
                    <a:pt x="14512" y="68301"/>
                    <a:pt x="14188" y="68426"/>
                  </a:cubicBezTo>
                  <a:cubicBezTo>
                    <a:pt x="13889" y="68550"/>
                    <a:pt x="13566" y="68699"/>
                    <a:pt x="13267" y="68849"/>
                  </a:cubicBezTo>
                  <a:cubicBezTo>
                    <a:pt x="12993" y="68973"/>
                    <a:pt x="12744" y="69147"/>
                    <a:pt x="12446" y="69297"/>
                  </a:cubicBezTo>
                  <a:cubicBezTo>
                    <a:pt x="12147" y="69471"/>
                    <a:pt x="11799" y="69645"/>
                    <a:pt x="11500" y="69819"/>
                  </a:cubicBezTo>
                  <a:cubicBezTo>
                    <a:pt x="11251" y="69969"/>
                    <a:pt x="11027" y="70143"/>
                    <a:pt x="10803" y="70292"/>
                  </a:cubicBezTo>
                  <a:cubicBezTo>
                    <a:pt x="10529" y="70467"/>
                    <a:pt x="10255" y="70641"/>
                    <a:pt x="10006" y="70815"/>
                  </a:cubicBezTo>
                  <a:lnTo>
                    <a:pt x="10006" y="70765"/>
                  </a:lnTo>
                  <a:cubicBezTo>
                    <a:pt x="10206" y="70591"/>
                    <a:pt x="10454" y="70442"/>
                    <a:pt x="10678" y="70292"/>
                  </a:cubicBezTo>
                  <a:lnTo>
                    <a:pt x="11525" y="69720"/>
                  </a:lnTo>
                  <a:lnTo>
                    <a:pt x="12371" y="69272"/>
                  </a:lnTo>
                  <a:cubicBezTo>
                    <a:pt x="12670" y="69098"/>
                    <a:pt x="12993" y="68923"/>
                    <a:pt x="13292" y="68774"/>
                  </a:cubicBezTo>
                  <a:cubicBezTo>
                    <a:pt x="13541" y="68650"/>
                    <a:pt x="13815" y="68525"/>
                    <a:pt x="14113" y="68401"/>
                  </a:cubicBezTo>
                  <a:lnTo>
                    <a:pt x="15134" y="67928"/>
                  </a:lnTo>
                  <a:cubicBezTo>
                    <a:pt x="15383" y="67828"/>
                    <a:pt x="15657" y="67729"/>
                    <a:pt x="15906" y="67654"/>
                  </a:cubicBezTo>
                  <a:cubicBezTo>
                    <a:pt x="16279" y="67530"/>
                    <a:pt x="16652" y="67355"/>
                    <a:pt x="17026" y="67231"/>
                  </a:cubicBezTo>
                  <a:cubicBezTo>
                    <a:pt x="17275" y="67156"/>
                    <a:pt x="17524" y="67106"/>
                    <a:pt x="17797" y="67032"/>
                  </a:cubicBezTo>
                  <a:cubicBezTo>
                    <a:pt x="18171" y="66907"/>
                    <a:pt x="18594" y="66808"/>
                    <a:pt x="18967" y="66708"/>
                  </a:cubicBezTo>
                  <a:cubicBezTo>
                    <a:pt x="19241" y="66658"/>
                    <a:pt x="19515" y="66609"/>
                    <a:pt x="19789" y="66559"/>
                  </a:cubicBezTo>
                  <a:cubicBezTo>
                    <a:pt x="19913" y="66534"/>
                    <a:pt x="20013" y="66534"/>
                    <a:pt x="20137" y="66484"/>
                  </a:cubicBezTo>
                  <a:close/>
                  <a:moveTo>
                    <a:pt x="24941" y="66285"/>
                  </a:moveTo>
                  <a:cubicBezTo>
                    <a:pt x="26808" y="66285"/>
                    <a:pt x="28625" y="66484"/>
                    <a:pt x="30367" y="66907"/>
                  </a:cubicBezTo>
                  <a:cubicBezTo>
                    <a:pt x="30417" y="66907"/>
                    <a:pt x="30442" y="66932"/>
                    <a:pt x="30467" y="66932"/>
                  </a:cubicBezTo>
                  <a:cubicBezTo>
                    <a:pt x="30691" y="66982"/>
                    <a:pt x="30865" y="67032"/>
                    <a:pt x="31089" y="67081"/>
                  </a:cubicBezTo>
                  <a:cubicBezTo>
                    <a:pt x="31413" y="68276"/>
                    <a:pt x="31935" y="69297"/>
                    <a:pt x="32657" y="70143"/>
                  </a:cubicBezTo>
                  <a:lnTo>
                    <a:pt x="32608" y="70143"/>
                  </a:lnTo>
                  <a:cubicBezTo>
                    <a:pt x="32533" y="70093"/>
                    <a:pt x="32408" y="70093"/>
                    <a:pt x="32309" y="70068"/>
                  </a:cubicBezTo>
                  <a:cubicBezTo>
                    <a:pt x="31935" y="70019"/>
                    <a:pt x="31562" y="69969"/>
                    <a:pt x="31164" y="69944"/>
                  </a:cubicBezTo>
                  <a:cubicBezTo>
                    <a:pt x="31039" y="69944"/>
                    <a:pt x="30915" y="69919"/>
                    <a:pt x="30815" y="69919"/>
                  </a:cubicBezTo>
                  <a:cubicBezTo>
                    <a:pt x="30318" y="69894"/>
                    <a:pt x="29845" y="69844"/>
                    <a:pt x="29347" y="69844"/>
                  </a:cubicBezTo>
                  <a:cubicBezTo>
                    <a:pt x="28973" y="69844"/>
                    <a:pt x="28625" y="69844"/>
                    <a:pt x="28252" y="69894"/>
                  </a:cubicBezTo>
                  <a:cubicBezTo>
                    <a:pt x="28102" y="69894"/>
                    <a:pt x="27928" y="69919"/>
                    <a:pt x="27754" y="69919"/>
                  </a:cubicBezTo>
                  <a:cubicBezTo>
                    <a:pt x="27580" y="69919"/>
                    <a:pt x="27380" y="69944"/>
                    <a:pt x="27181" y="69944"/>
                  </a:cubicBezTo>
                  <a:lnTo>
                    <a:pt x="26509" y="70043"/>
                  </a:lnTo>
                  <a:cubicBezTo>
                    <a:pt x="26360" y="70068"/>
                    <a:pt x="26211" y="70068"/>
                    <a:pt x="26086" y="70093"/>
                  </a:cubicBezTo>
                  <a:cubicBezTo>
                    <a:pt x="25837" y="70143"/>
                    <a:pt x="25613" y="70193"/>
                    <a:pt x="25364" y="70218"/>
                  </a:cubicBezTo>
                  <a:cubicBezTo>
                    <a:pt x="25240" y="70268"/>
                    <a:pt x="25115" y="70268"/>
                    <a:pt x="24991" y="70292"/>
                  </a:cubicBezTo>
                  <a:lnTo>
                    <a:pt x="24244" y="70467"/>
                  </a:lnTo>
                  <a:cubicBezTo>
                    <a:pt x="24145" y="70492"/>
                    <a:pt x="24020" y="70541"/>
                    <a:pt x="23945" y="70541"/>
                  </a:cubicBezTo>
                  <a:cubicBezTo>
                    <a:pt x="23697" y="70591"/>
                    <a:pt x="23448" y="70691"/>
                    <a:pt x="23199" y="70740"/>
                  </a:cubicBezTo>
                  <a:cubicBezTo>
                    <a:pt x="23124" y="70790"/>
                    <a:pt x="23074" y="70790"/>
                    <a:pt x="23000" y="70815"/>
                  </a:cubicBezTo>
                  <a:cubicBezTo>
                    <a:pt x="22352" y="70218"/>
                    <a:pt x="21879" y="69571"/>
                    <a:pt x="21506" y="68849"/>
                  </a:cubicBezTo>
                  <a:cubicBezTo>
                    <a:pt x="21954" y="68027"/>
                    <a:pt x="22402" y="67181"/>
                    <a:pt x="22900" y="66360"/>
                  </a:cubicBezTo>
                  <a:lnTo>
                    <a:pt x="22950" y="66360"/>
                  </a:lnTo>
                  <a:cubicBezTo>
                    <a:pt x="23597" y="66310"/>
                    <a:pt x="24269" y="66285"/>
                    <a:pt x="24941" y="66285"/>
                  </a:cubicBezTo>
                  <a:close/>
                  <a:moveTo>
                    <a:pt x="9807" y="70790"/>
                  </a:moveTo>
                  <a:lnTo>
                    <a:pt x="9807" y="70815"/>
                  </a:lnTo>
                  <a:lnTo>
                    <a:pt x="9807" y="70840"/>
                  </a:lnTo>
                  <a:lnTo>
                    <a:pt x="9757" y="70840"/>
                  </a:lnTo>
                  <a:lnTo>
                    <a:pt x="9757" y="70815"/>
                  </a:lnTo>
                  <a:lnTo>
                    <a:pt x="9782" y="70815"/>
                  </a:lnTo>
                  <a:cubicBezTo>
                    <a:pt x="9807" y="70815"/>
                    <a:pt x="9807" y="70790"/>
                    <a:pt x="9807" y="70790"/>
                  </a:cubicBezTo>
                  <a:close/>
                  <a:moveTo>
                    <a:pt x="80100" y="70566"/>
                  </a:moveTo>
                  <a:cubicBezTo>
                    <a:pt x="80199" y="70666"/>
                    <a:pt x="80324" y="70765"/>
                    <a:pt x="80398" y="70815"/>
                  </a:cubicBezTo>
                  <a:lnTo>
                    <a:pt x="80374" y="70840"/>
                  </a:lnTo>
                  <a:cubicBezTo>
                    <a:pt x="80274" y="70765"/>
                    <a:pt x="80150" y="70666"/>
                    <a:pt x="80075" y="70591"/>
                  </a:cubicBezTo>
                  <a:lnTo>
                    <a:pt x="80100" y="70566"/>
                  </a:lnTo>
                  <a:close/>
                  <a:moveTo>
                    <a:pt x="86347" y="64219"/>
                  </a:moveTo>
                  <a:cubicBezTo>
                    <a:pt x="86372" y="64219"/>
                    <a:pt x="86372" y="64244"/>
                    <a:pt x="86422" y="64244"/>
                  </a:cubicBezTo>
                  <a:cubicBezTo>
                    <a:pt x="84630" y="66484"/>
                    <a:pt x="82738" y="68699"/>
                    <a:pt x="80747" y="70840"/>
                  </a:cubicBezTo>
                  <a:cubicBezTo>
                    <a:pt x="80722" y="70840"/>
                    <a:pt x="80722" y="70815"/>
                    <a:pt x="80697" y="70815"/>
                  </a:cubicBezTo>
                  <a:cubicBezTo>
                    <a:pt x="82688" y="68674"/>
                    <a:pt x="84580" y="66459"/>
                    <a:pt x="86347" y="64219"/>
                  </a:cubicBezTo>
                  <a:close/>
                  <a:moveTo>
                    <a:pt x="21382" y="69073"/>
                  </a:moveTo>
                  <a:cubicBezTo>
                    <a:pt x="21753" y="69716"/>
                    <a:pt x="22197" y="70334"/>
                    <a:pt x="22692" y="70904"/>
                  </a:cubicBezTo>
                  <a:lnTo>
                    <a:pt x="22692" y="70904"/>
                  </a:lnTo>
                  <a:cubicBezTo>
                    <a:pt x="22690" y="70904"/>
                    <a:pt x="22689" y="70904"/>
                    <a:pt x="22687" y="70904"/>
                  </a:cubicBezTo>
                  <a:cubicBezTo>
                    <a:pt x="22670" y="70904"/>
                    <a:pt x="22643" y="70915"/>
                    <a:pt x="22626" y="70915"/>
                  </a:cubicBezTo>
                  <a:cubicBezTo>
                    <a:pt x="22128" y="70392"/>
                    <a:pt x="21730" y="69795"/>
                    <a:pt x="21357" y="69147"/>
                  </a:cubicBezTo>
                  <a:cubicBezTo>
                    <a:pt x="21357" y="69098"/>
                    <a:pt x="21382" y="69098"/>
                    <a:pt x="21382" y="69073"/>
                  </a:cubicBezTo>
                  <a:close/>
                  <a:moveTo>
                    <a:pt x="80573" y="70940"/>
                  </a:moveTo>
                  <a:cubicBezTo>
                    <a:pt x="80598" y="70940"/>
                    <a:pt x="80598" y="70964"/>
                    <a:pt x="80622" y="70964"/>
                  </a:cubicBezTo>
                  <a:lnTo>
                    <a:pt x="80598" y="71014"/>
                  </a:lnTo>
                  <a:cubicBezTo>
                    <a:pt x="80573" y="71014"/>
                    <a:pt x="80573" y="70964"/>
                    <a:pt x="80523" y="70964"/>
                  </a:cubicBezTo>
                  <a:lnTo>
                    <a:pt x="80573" y="70940"/>
                  </a:lnTo>
                  <a:close/>
                  <a:moveTo>
                    <a:pt x="29297" y="70068"/>
                  </a:moveTo>
                  <a:cubicBezTo>
                    <a:pt x="29795" y="70068"/>
                    <a:pt x="30293" y="70093"/>
                    <a:pt x="30790" y="70143"/>
                  </a:cubicBezTo>
                  <a:cubicBezTo>
                    <a:pt x="30915" y="70143"/>
                    <a:pt x="31039" y="70168"/>
                    <a:pt x="31164" y="70168"/>
                  </a:cubicBezTo>
                  <a:cubicBezTo>
                    <a:pt x="31562" y="70193"/>
                    <a:pt x="31935" y="70268"/>
                    <a:pt x="32334" y="70317"/>
                  </a:cubicBezTo>
                  <a:cubicBezTo>
                    <a:pt x="32433" y="70342"/>
                    <a:pt x="32533" y="70342"/>
                    <a:pt x="32608" y="70392"/>
                  </a:cubicBezTo>
                  <a:cubicBezTo>
                    <a:pt x="32637" y="70347"/>
                    <a:pt x="32658" y="70338"/>
                    <a:pt x="32676" y="70338"/>
                  </a:cubicBezTo>
                  <a:cubicBezTo>
                    <a:pt x="32687" y="70338"/>
                    <a:pt x="32697" y="70342"/>
                    <a:pt x="32707" y="70342"/>
                  </a:cubicBezTo>
                  <a:cubicBezTo>
                    <a:pt x="32682" y="70392"/>
                    <a:pt x="32682" y="70392"/>
                    <a:pt x="32682" y="70417"/>
                  </a:cubicBezTo>
                  <a:cubicBezTo>
                    <a:pt x="32234" y="70317"/>
                    <a:pt x="31786" y="70268"/>
                    <a:pt x="31313" y="70218"/>
                  </a:cubicBezTo>
                  <a:cubicBezTo>
                    <a:pt x="31164" y="70218"/>
                    <a:pt x="31039" y="70193"/>
                    <a:pt x="30865" y="70193"/>
                  </a:cubicBezTo>
                  <a:cubicBezTo>
                    <a:pt x="30342" y="70168"/>
                    <a:pt x="29820" y="70143"/>
                    <a:pt x="29247" y="70143"/>
                  </a:cubicBezTo>
                  <a:lnTo>
                    <a:pt x="29197" y="70143"/>
                  </a:lnTo>
                  <a:cubicBezTo>
                    <a:pt x="28849" y="70143"/>
                    <a:pt x="28500" y="70143"/>
                    <a:pt x="28202" y="70168"/>
                  </a:cubicBezTo>
                  <a:cubicBezTo>
                    <a:pt x="27953" y="70168"/>
                    <a:pt x="27679" y="70193"/>
                    <a:pt x="27430" y="70218"/>
                  </a:cubicBezTo>
                  <a:cubicBezTo>
                    <a:pt x="27331" y="70218"/>
                    <a:pt x="27231" y="70218"/>
                    <a:pt x="27131" y="70268"/>
                  </a:cubicBezTo>
                  <a:cubicBezTo>
                    <a:pt x="26833" y="70292"/>
                    <a:pt x="26484" y="70317"/>
                    <a:pt x="26186" y="70392"/>
                  </a:cubicBezTo>
                  <a:lnTo>
                    <a:pt x="26061" y="70392"/>
                  </a:lnTo>
                  <a:cubicBezTo>
                    <a:pt x="25713" y="70442"/>
                    <a:pt x="25339" y="70516"/>
                    <a:pt x="24991" y="70566"/>
                  </a:cubicBezTo>
                  <a:cubicBezTo>
                    <a:pt x="24369" y="70691"/>
                    <a:pt x="23746" y="70840"/>
                    <a:pt x="23124" y="71039"/>
                  </a:cubicBezTo>
                  <a:lnTo>
                    <a:pt x="23099" y="71014"/>
                  </a:lnTo>
                  <a:lnTo>
                    <a:pt x="23074" y="70964"/>
                  </a:lnTo>
                  <a:cubicBezTo>
                    <a:pt x="23348" y="70890"/>
                    <a:pt x="23622" y="70815"/>
                    <a:pt x="23896" y="70716"/>
                  </a:cubicBezTo>
                  <a:cubicBezTo>
                    <a:pt x="23970" y="70716"/>
                    <a:pt x="23995" y="70691"/>
                    <a:pt x="24070" y="70691"/>
                  </a:cubicBezTo>
                  <a:cubicBezTo>
                    <a:pt x="24369" y="70641"/>
                    <a:pt x="24692" y="70541"/>
                    <a:pt x="24966" y="70467"/>
                  </a:cubicBezTo>
                  <a:cubicBezTo>
                    <a:pt x="25016" y="70467"/>
                    <a:pt x="25090" y="70442"/>
                    <a:pt x="25140" y="70442"/>
                  </a:cubicBezTo>
                  <a:cubicBezTo>
                    <a:pt x="25439" y="70392"/>
                    <a:pt x="25738" y="70317"/>
                    <a:pt x="26011" y="70292"/>
                  </a:cubicBezTo>
                  <a:cubicBezTo>
                    <a:pt x="26111" y="70268"/>
                    <a:pt x="26235" y="70268"/>
                    <a:pt x="26335" y="70268"/>
                  </a:cubicBezTo>
                  <a:cubicBezTo>
                    <a:pt x="26584" y="70218"/>
                    <a:pt x="26833" y="70193"/>
                    <a:pt x="27107" y="70168"/>
                  </a:cubicBezTo>
                  <a:cubicBezTo>
                    <a:pt x="27306" y="70143"/>
                    <a:pt x="27455" y="70143"/>
                    <a:pt x="27629" y="70143"/>
                  </a:cubicBezTo>
                  <a:cubicBezTo>
                    <a:pt x="27828" y="70143"/>
                    <a:pt x="28003" y="70093"/>
                    <a:pt x="28202" y="70093"/>
                  </a:cubicBezTo>
                  <a:cubicBezTo>
                    <a:pt x="28575" y="70068"/>
                    <a:pt x="28924" y="70068"/>
                    <a:pt x="29297" y="70068"/>
                  </a:cubicBezTo>
                  <a:close/>
                  <a:moveTo>
                    <a:pt x="22891" y="71070"/>
                  </a:moveTo>
                  <a:cubicBezTo>
                    <a:pt x="22888" y="71070"/>
                    <a:pt x="22888" y="71077"/>
                    <a:pt x="22900" y="71089"/>
                  </a:cubicBezTo>
                  <a:cubicBezTo>
                    <a:pt x="22896" y="71082"/>
                    <a:pt x="22893" y="71076"/>
                    <a:pt x="22891" y="71070"/>
                  </a:cubicBezTo>
                  <a:close/>
                  <a:moveTo>
                    <a:pt x="45377" y="70840"/>
                  </a:moveTo>
                  <a:cubicBezTo>
                    <a:pt x="45377" y="70890"/>
                    <a:pt x="45377" y="70940"/>
                    <a:pt x="45402" y="70964"/>
                  </a:cubicBezTo>
                  <a:cubicBezTo>
                    <a:pt x="45402" y="71014"/>
                    <a:pt x="45377" y="71064"/>
                    <a:pt x="45377" y="71089"/>
                  </a:cubicBezTo>
                  <a:cubicBezTo>
                    <a:pt x="45377" y="71064"/>
                    <a:pt x="45377" y="71014"/>
                    <a:pt x="45352" y="70964"/>
                  </a:cubicBezTo>
                  <a:cubicBezTo>
                    <a:pt x="45352" y="70915"/>
                    <a:pt x="45352" y="70890"/>
                    <a:pt x="45377" y="70840"/>
                  </a:cubicBezTo>
                  <a:close/>
                  <a:moveTo>
                    <a:pt x="22850" y="71039"/>
                  </a:moveTo>
                  <a:cubicBezTo>
                    <a:pt x="22871" y="71039"/>
                    <a:pt x="22875" y="71039"/>
                    <a:pt x="22891" y="71070"/>
                  </a:cubicBezTo>
                  <a:lnTo>
                    <a:pt x="22891" y="71070"/>
                  </a:lnTo>
                  <a:cubicBezTo>
                    <a:pt x="22891" y="71070"/>
                    <a:pt x="22891" y="71070"/>
                    <a:pt x="22891" y="71070"/>
                  </a:cubicBezTo>
                  <a:cubicBezTo>
                    <a:pt x="22894" y="71070"/>
                    <a:pt x="22900" y="71076"/>
                    <a:pt x="22900" y="71089"/>
                  </a:cubicBezTo>
                  <a:cubicBezTo>
                    <a:pt x="22875" y="71089"/>
                    <a:pt x="22850" y="71089"/>
                    <a:pt x="22850" y="71139"/>
                  </a:cubicBezTo>
                  <a:lnTo>
                    <a:pt x="22825" y="71089"/>
                  </a:lnTo>
                  <a:cubicBezTo>
                    <a:pt x="22825" y="71089"/>
                    <a:pt x="22776" y="71089"/>
                    <a:pt x="22776" y="71064"/>
                  </a:cubicBezTo>
                  <a:cubicBezTo>
                    <a:pt x="22825" y="71064"/>
                    <a:pt x="22825" y="71064"/>
                    <a:pt x="22825" y="71039"/>
                  </a:cubicBezTo>
                  <a:close/>
                  <a:moveTo>
                    <a:pt x="96926" y="63099"/>
                  </a:moveTo>
                  <a:cubicBezTo>
                    <a:pt x="98071" y="63248"/>
                    <a:pt x="99191" y="63348"/>
                    <a:pt x="100311" y="63373"/>
                  </a:cubicBezTo>
                  <a:cubicBezTo>
                    <a:pt x="98569" y="65986"/>
                    <a:pt x="96677" y="68575"/>
                    <a:pt x="94661" y="71139"/>
                  </a:cubicBezTo>
                  <a:cubicBezTo>
                    <a:pt x="94313" y="70765"/>
                    <a:pt x="93964" y="70417"/>
                    <a:pt x="93591" y="70068"/>
                  </a:cubicBezTo>
                  <a:cubicBezTo>
                    <a:pt x="94960" y="67729"/>
                    <a:pt x="96080" y="65364"/>
                    <a:pt x="96926" y="63099"/>
                  </a:cubicBezTo>
                  <a:close/>
                  <a:moveTo>
                    <a:pt x="38905" y="61829"/>
                  </a:moveTo>
                  <a:cubicBezTo>
                    <a:pt x="39552" y="62377"/>
                    <a:pt x="40174" y="62950"/>
                    <a:pt x="40772" y="63547"/>
                  </a:cubicBezTo>
                  <a:cubicBezTo>
                    <a:pt x="40324" y="64792"/>
                    <a:pt x="40025" y="65986"/>
                    <a:pt x="39826" y="67181"/>
                  </a:cubicBezTo>
                  <a:cubicBezTo>
                    <a:pt x="39801" y="67281"/>
                    <a:pt x="39801" y="67380"/>
                    <a:pt x="39776" y="67480"/>
                  </a:cubicBezTo>
                  <a:lnTo>
                    <a:pt x="39776" y="67579"/>
                  </a:lnTo>
                  <a:cubicBezTo>
                    <a:pt x="39751" y="67704"/>
                    <a:pt x="39751" y="67828"/>
                    <a:pt x="39751" y="67953"/>
                  </a:cubicBezTo>
                  <a:cubicBezTo>
                    <a:pt x="39751" y="68077"/>
                    <a:pt x="39701" y="68226"/>
                    <a:pt x="39701" y="68351"/>
                  </a:cubicBezTo>
                  <a:cubicBezTo>
                    <a:pt x="39677" y="68575"/>
                    <a:pt x="39677" y="68799"/>
                    <a:pt x="39677" y="69023"/>
                  </a:cubicBezTo>
                  <a:lnTo>
                    <a:pt x="39677" y="69098"/>
                  </a:lnTo>
                  <a:lnTo>
                    <a:pt x="39677" y="69197"/>
                  </a:lnTo>
                  <a:lnTo>
                    <a:pt x="39677" y="69695"/>
                  </a:lnTo>
                  <a:cubicBezTo>
                    <a:pt x="39677" y="69844"/>
                    <a:pt x="39677" y="70043"/>
                    <a:pt x="39701" y="70193"/>
                  </a:cubicBezTo>
                  <a:cubicBezTo>
                    <a:pt x="39701" y="70292"/>
                    <a:pt x="39701" y="70392"/>
                    <a:pt x="39751" y="70442"/>
                  </a:cubicBezTo>
                  <a:lnTo>
                    <a:pt x="39751" y="70566"/>
                  </a:lnTo>
                  <a:lnTo>
                    <a:pt x="39751" y="70591"/>
                  </a:lnTo>
                  <a:cubicBezTo>
                    <a:pt x="39776" y="70765"/>
                    <a:pt x="39776" y="70890"/>
                    <a:pt x="39801" y="71039"/>
                  </a:cubicBezTo>
                  <a:cubicBezTo>
                    <a:pt x="39801" y="71089"/>
                    <a:pt x="39826" y="71164"/>
                    <a:pt x="39826" y="71213"/>
                  </a:cubicBezTo>
                  <a:lnTo>
                    <a:pt x="39776" y="71164"/>
                  </a:lnTo>
                  <a:lnTo>
                    <a:pt x="39776" y="71188"/>
                  </a:lnTo>
                  <a:lnTo>
                    <a:pt x="39701" y="71139"/>
                  </a:lnTo>
                  <a:cubicBezTo>
                    <a:pt x="39627" y="71039"/>
                    <a:pt x="39502" y="70940"/>
                    <a:pt x="39403" y="70840"/>
                  </a:cubicBezTo>
                  <a:cubicBezTo>
                    <a:pt x="39278" y="70716"/>
                    <a:pt x="39129" y="70591"/>
                    <a:pt x="39005" y="70516"/>
                  </a:cubicBezTo>
                  <a:cubicBezTo>
                    <a:pt x="38880" y="70417"/>
                    <a:pt x="38756" y="70292"/>
                    <a:pt x="38581" y="70193"/>
                  </a:cubicBezTo>
                  <a:lnTo>
                    <a:pt x="38208" y="69919"/>
                  </a:lnTo>
                  <a:cubicBezTo>
                    <a:pt x="38059" y="69795"/>
                    <a:pt x="37909" y="69695"/>
                    <a:pt x="37760" y="69571"/>
                  </a:cubicBezTo>
                  <a:cubicBezTo>
                    <a:pt x="37660" y="69521"/>
                    <a:pt x="37536" y="69421"/>
                    <a:pt x="37436" y="69347"/>
                  </a:cubicBezTo>
                  <a:cubicBezTo>
                    <a:pt x="37262" y="69222"/>
                    <a:pt x="37063" y="69098"/>
                    <a:pt x="36889" y="69023"/>
                  </a:cubicBezTo>
                  <a:cubicBezTo>
                    <a:pt x="36789" y="68948"/>
                    <a:pt x="36690" y="68899"/>
                    <a:pt x="36590" y="68849"/>
                  </a:cubicBezTo>
                  <a:cubicBezTo>
                    <a:pt x="36391" y="68724"/>
                    <a:pt x="36192" y="68600"/>
                    <a:pt x="35968" y="68475"/>
                  </a:cubicBezTo>
                  <a:cubicBezTo>
                    <a:pt x="35918" y="68450"/>
                    <a:pt x="35818" y="68401"/>
                    <a:pt x="35769" y="68351"/>
                  </a:cubicBezTo>
                  <a:cubicBezTo>
                    <a:pt x="35545" y="68226"/>
                    <a:pt x="35296" y="68102"/>
                    <a:pt x="35072" y="68027"/>
                  </a:cubicBezTo>
                  <a:lnTo>
                    <a:pt x="34898" y="67928"/>
                  </a:lnTo>
                  <a:cubicBezTo>
                    <a:pt x="34823" y="67903"/>
                    <a:pt x="34773" y="67853"/>
                    <a:pt x="34673" y="67828"/>
                  </a:cubicBezTo>
                  <a:cubicBezTo>
                    <a:pt x="36018" y="65862"/>
                    <a:pt x="37412" y="63846"/>
                    <a:pt x="38905" y="61829"/>
                  </a:cubicBezTo>
                  <a:close/>
                  <a:moveTo>
                    <a:pt x="52272" y="66733"/>
                  </a:moveTo>
                  <a:lnTo>
                    <a:pt x="52272" y="66808"/>
                  </a:lnTo>
                  <a:lnTo>
                    <a:pt x="52197" y="67181"/>
                  </a:lnTo>
                  <a:lnTo>
                    <a:pt x="52197" y="67281"/>
                  </a:lnTo>
                  <a:cubicBezTo>
                    <a:pt x="52197" y="67405"/>
                    <a:pt x="52147" y="67530"/>
                    <a:pt x="52147" y="67679"/>
                  </a:cubicBezTo>
                  <a:lnTo>
                    <a:pt x="52147" y="67803"/>
                  </a:lnTo>
                  <a:lnTo>
                    <a:pt x="52147" y="68226"/>
                  </a:lnTo>
                  <a:cubicBezTo>
                    <a:pt x="52147" y="68301"/>
                    <a:pt x="52147" y="68351"/>
                    <a:pt x="52197" y="68426"/>
                  </a:cubicBezTo>
                  <a:cubicBezTo>
                    <a:pt x="52197" y="68575"/>
                    <a:pt x="52222" y="68699"/>
                    <a:pt x="52247" y="68849"/>
                  </a:cubicBezTo>
                  <a:lnTo>
                    <a:pt x="52247" y="68948"/>
                  </a:lnTo>
                  <a:cubicBezTo>
                    <a:pt x="50579" y="69894"/>
                    <a:pt x="48886" y="70666"/>
                    <a:pt x="47268" y="71263"/>
                  </a:cubicBezTo>
                  <a:cubicBezTo>
                    <a:pt x="47468" y="70940"/>
                    <a:pt x="47617" y="70666"/>
                    <a:pt x="47741" y="70442"/>
                  </a:cubicBezTo>
                  <a:cubicBezTo>
                    <a:pt x="47841" y="70317"/>
                    <a:pt x="47891" y="70168"/>
                    <a:pt x="47990" y="70019"/>
                  </a:cubicBezTo>
                  <a:cubicBezTo>
                    <a:pt x="48015" y="69944"/>
                    <a:pt x="48090" y="69894"/>
                    <a:pt x="48115" y="69819"/>
                  </a:cubicBezTo>
                  <a:cubicBezTo>
                    <a:pt x="48214" y="69645"/>
                    <a:pt x="48339" y="69421"/>
                    <a:pt x="48488" y="69147"/>
                  </a:cubicBezTo>
                  <a:cubicBezTo>
                    <a:pt x="49110" y="68799"/>
                    <a:pt x="49708" y="68401"/>
                    <a:pt x="50330" y="68027"/>
                  </a:cubicBezTo>
                  <a:cubicBezTo>
                    <a:pt x="50479" y="67928"/>
                    <a:pt x="50654" y="67803"/>
                    <a:pt x="50878" y="67679"/>
                  </a:cubicBezTo>
                  <a:cubicBezTo>
                    <a:pt x="51127" y="67530"/>
                    <a:pt x="51450" y="67330"/>
                    <a:pt x="51724" y="67106"/>
                  </a:cubicBezTo>
                  <a:lnTo>
                    <a:pt x="52272" y="66733"/>
                  </a:lnTo>
                  <a:close/>
                  <a:moveTo>
                    <a:pt x="48090" y="69347"/>
                  </a:moveTo>
                  <a:lnTo>
                    <a:pt x="48090" y="69347"/>
                  </a:lnTo>
                  <a:cubicBezTo>
                    <a:pt x="47990" y="69471"/>
                    <a:pt x="47916" y="69645"/>
                    <a:pt x="47841" y="69770"/>
                  </a:cubicBezTo>
                  <a:cubicBezTo>
                    <a:pt x="47841" y="69787"/>
                    <a:pt x="47841" y="69805"/>
                    <a:pt x="47823" y="69805"/>
                  </a:cubicBezTo>
                  <a:cubicBezTo>
                    <a:pt x="47816" y="69805"/>
                    <a:pt x="47806" y="69802"/>
                    <a:pt x="47791" y="69795"/>
                  </a:cubicBezTo>
                  <a:lnTo>
                    <a:pt x="47791" y="69795"/>
                  </a:lnTo>
                  <a:cubicBezTo>
                    <a:pt x="47841" y="69819"/>
                    <a:pt x="47766" y="69919"/>
                    <a:pt x="47667" y="70068"/>
                  </a:cubicBezTo>
                  <a:cubicBezTo>
                    <a:pt x="47418" y="70467"/>
                    <a:pt x="47219" y="70890"/>
                    <a:pt x="46970" y="71288"/>
                  </a:cubicBezTo>
                  <a:cubicBezTo>
                    <a:pt x="47144" y="70915"/>
                    <a:pt x="47343" y="70591"/>
                    <a:pt x="47468" y="70342"/>
                  </a:cubicBezTo>
                  <a:cubicBezTo>
                    <a:pt x="47542" y="70193"/>
                    <a:pt x="47617" y="70043"/>
                    <a:pt x="47716" y="69894"/>
                  </a:cubicBezTo>
                  <a:cubicBezTo>
                    <a:pt x="47766" y="69844"/>
                    <a:pt x="47766" y="69819"/>
                    <a:pt x="47791" y="69795"/>
                  </a:cubicBezTo>
                  <a:lnTo>
                    <a:pt x="47791" y="69795"/>
                  </a:lnTo>
                  <a:cubicBezTo>
                    <a:pt x="47791" y="69795"/>
                    <a:pt x="47791" y="69795"/>
                    <a:pt x="47791" y="69795"/>
                  </a:cubicBezTo>
                  <a:cubicBezTo>
                    <a:pt x="47866" y="69670"/>
                    <a:pt x="47965" y="69546"/>
                    <a:pt x="48040" y="69396"/>
                  </a:cubicBezTo>
                  <a:lnTo>
                    <a:pt x="48090" y="69347"/>
                  </a:lnTo>
                  <a:close/>
                  <a:moveTo>
                    <a:pt x="100635" y="63348"/>
                  </a:moveTo>
                  <a:cubicBezTo>
                    <a:pt x="98868" y="66036"/>
                    <a:pt x="96926" y="68674"/>
                    <a:pt x="94835" y="71288"/>
                  </a:cubicBezTo>
                  <a:lnTo>
                    <a:pt x="94810" y="71263"/>
                  </a:lnTo>
                  <a:cubicBezTo>
                    <a:pt x="96876" y="68674"/>
                    <a:pt x="98793" y="66036"/>
                    <a:pt x="100560" y="63348"/>
                  </a:cubicBezTo>
                  <a:close/>
                  <a:moveTo>
                    <a:pt x="93516" y="70218"/>
                  </a:moveTo>
                  <a:lnTo>
                    <a:pt x="94537" y="71263"/>
                  </a:lnTo>
                  <a:cubicBezTo>
                    <a:pt x="94537" y="71288"/>
                    <a:pt x="94512" y="71288"/>
                    <a:pt x="94512" y="71313"/>
                  </a:cubicBezTo>
                  <a:lnTo>
                    <a:pt x="93466" y="70292"/>
                  </a:lnTo>
                  <a:cubicBezTo>
                    <a:pt x="93466" y="70268"/>
                    <a:pt x="93516" y="70218"/>
                    <a:pt x="93516" y="70218"/>
                  </a:cubicBezTo>
                  <a:close/>
                  <a:moveTo>
                    <a:pt x="44406" y="68774"/>
                  </a:moveTo>
                  <a:cubicBezTo>
                    <a:pt x="44655" y="69297"/>
                    <a:pt x="44854" y="69844"/>
                    <a:pt x="45003" y="70417"/>
                  </a:cubicBezTo>
                  <a:cubicBezTo>
                    <a:pt x="44729" y="70541"/>
                    <a:pt x="44431" y="70666"/>
                    <a:pt x="44132" y="70815"/>
                  </a:cubicBezTo>
                  <a:cubicBezTo>
                    <a:pt x="44008" y="70890"/>
                    <a:pt x="43908" y="70915"/>
                    <a:pt x="43784" y="70964"/>
                  </a:cubicBezTo>
                  <a:cubicBezTo>
                    <a:pt x="43759" y="71014"/>
                    <a:pt x="43684" y="71014"/>
                    <a:pt x="43659" y="71039"/>
                  </a:cubicBezTo>
                  <a:cubicBezTo>
                    <a:pt x="43360" y="71164"/>
                    <a:pt x="43037" y="71288"/>
                    <a:pt x="42763" y="71388"/>
                  </a:cubicBezTo>
                  <a:lnTo>
                    <a:pt x="42763" y="71338"/>
                  </a:lnTo>
                  <a:cubicBezTo>
                    <a:pt x="42888" y="71164"/>
                    <a:pt x="43012" y="70940"/>
                    <a:pt x="43136" y="70765"/>
                  </a:cubicBezTo>
                  <a:cubicBezTo>
                    <a:pt x="43161" y="70716"/>
                    <a:pt x="43186" y="70691"/>
                    <a:pt x="43186" y="70641"/>
                  </a:cubicBezTo>
                  <a:cubicBezTo>
                    <a:pt x="43560" y="70019"/>
                    <a:pt x="43958" y="69396"/>
                    <a:pt x="44406" y="68774"/>
                  </a:cubicBezTo>
                  <a:close/>
                  <a:moveTo>
                    <a:pt x="44297" y="68488"/>
                  </a:moveTo>
                  <a:cubicBezTo>
                    <a:pt x="44300" y="68488"/>
                    <a:pt x="44306" y="68500"/>
                    <a:pt x="44306" y="68525"/>
                  </a:cubicBezTo>
                  <a:lnTo>
                    <a:pt x="44306" y="68550"/>
                  </a:lnTo>
                  <a:cubicBezTo>
                    <a:pt x="43673" y="69499"/>
                    <a:pt x="43064" y="70472"/>
                    <a:pt x="42479" y="71400"/>
                  </a:cubicBezTo>
                  <a:lnTo>
                    <a:pt x="42479" y="71400"/>
                  </a:lnTo>
                  <a:cubicBezTo>
                    <a:pt x="43057" y="70395"/>
                    <a:pt x="43658" y="69437"/>
                    <a:pt x="44306" y="68525"/>
                  </a:cubicBezTo>
                  <a:cubicBezTo>
                    <a:pt x="44294" y="68500"/>
                    <a:pt x="44294" y="68488"/>
                    <a:pt x="44297" y="68488"/>
                  </a:cubicBezTo>
                  <a:close/>
                  <a:moveTo>
                    <a:pt x="67132" y="57822"/>
                  </a:moveTo>
                  <a:cubicBezTo>
                    <a:pt x="68127" y="59315"/>
                    <a:pt x="69571" y="61108"/>
                    <a:pt x="71512" y="63124"/>
                  </a:cubicBezTo>
                  <a:cubicBezTo>
                    <a:pt x="71015" y="63721"/>
                    <a:pt x="70517" y="64319"/>
                    <a:pt x="69994" y="64891"/>
                  </a:cubicBezTo>
                  <a:cubicBezTo>
                    <a:pt x="69944" y="64941"/>
                    <a:pt x="69919" y="64966"/>
                    <a:pt x="69894" y="65040"/>
                  </a:cubicBezTo>
                  <a:lnTo>
                    <a:pt x="69795" y="65115"/>
                  </a:lnTo>
                  <a:cubicBezTo>
                    <a:pt x="69297" y="65663"/>
                    <a:pt x="68799" y="66185"/>
                    <a:pt x="68276" y="66708"/>
                  </a:cubicBezTo>
                  <a:cubicBezTo>
                    <a:pt x="68003" y="66982"/>
                    <a:pt x="67704" y="67281"/>
                    <a:pt x="67405" y="67554"/>
                  </a:cubicBezTo>
                  <a:lnTo>
                    <a:pt x="67306" y="67654"/>
                  </a:lnTo>
                  <a:cubicBezTo>
                    <a:pt x="67281" y="67679"/>
                    <a:pt x="67256" y="67704"/>
                    <a:pt x="67206" y="67704"/>
                  </a:cubicBezTo>
                  <a:cubicBezTo>
                    <a:pt x="67156" y="67754"/>
                    <a:pt x="67057" y="67828"/>
                    <a:pt x="67007" y="67878"/>
                  </a:cubicBezTo>
                  <a:cubicBezTo>
                    <a:pt x="66833" y="68002"/>
                    <a:pt x="66708" y="68152"/>
                    <a:pt x="66559" y="68301"/>
                  </a:cubicBezTo>
                  <a:cubicBezTo>
                    <a:pt x="66459" y="68351"/>
                    <a:pt x="66410" y="68450"/>
                    <a:pt x="66310" y="68500"/>
                  </a:cubicBezTo>
                  <a:lnTo>
                    <a:pt x="65762" y="68973"/>
                  </a:lnTo>
                  <a:cubicBezTo>
                    <a:pt x="65638" y="69073"/>
                    <a:pt x="65514" y="69197"/>
                    <a:pt x="65414" y="69297"/>
                  </a:cubicBezTo>
                  <a:cubicBezTo>
                    <a:pt x="65314" y="69396"/>
                    <a:pt x="65190" y="69471"/>
                    <a:pt x="65090" y="69546"/>
                  </a:cubicBezTo>
                  <a:cubicBezTo>
                    <a:pt x="65041" y="69595"/>
                    <a:pt x="64966" y="69645"/>
                    <a:pt x="64916" y="69695"/>
                  </a:cubicBezTo>
                  <a:cubicBezTo>
                    <a:pt x="64767" y="69819"/>
                    <a:pt x="64642" y="69944"/>
                    <a:pt x="64468" y="70043"/>
                  </a:cubicBezTo>
                  <a:cubicBezTo>
                    <a:pt x="64393" y="70143"/>
                    <a:pt x="64294" y="70193"/>
                    <a:pt x="64169" y="70243"/>
                  </a:cubicBezTo>
                  <a:cubicBezTo>
                    <a:pt x="64145" y="70292"/>
                    <a:pt x="64070" y="70317"/>
                    <a:pt x="64045" y="70342"/>
                  </a:cubicBezTo>
                  <a:cubicBezTo>
                    <a:pt x="63896" y="70467"/>
                    <a:pt x="63771" y="70566"/>
                    <a:pt x="63597" y="70691"/>
                  </a:cubicBezTo>
                  <a:cubicBezTo>
                    <a:pt x="63572" y="70716"/>
                    <a:pt x="63547" y="70716"/>
                    <a:pt x="63522" y="70740"/>
                  </a:cubicBezTo>
                  <a:cubicBezTo>
                    <a:pt x="63473" y="70740"/>
                    <a:pt x="63473" y="70790"/>
                    <a:pt x="63448" y="70790"/>
                  </a:cubicBezTo>
                  <a:lnTo>
                    <a:pt x="63074" y="71064"/>
                  </a:lnTo>
                  <a:cubicBezTo>
                    <a:pt x="62950" y="71188"/>
                    <a:pt x="62825" y="71313"/>
                    <a:pt x="62676" y="71437"/>
                  </a:cubicBezTo>
                  <a:lnTo>
                    <a:pt x="62477" y="71263"/>
                  </a:lnTo>
                  <a:lnTo>
                    <a:pt x="61979" y="70765"/>
                  </a:lnTo>
                  <a:lnTo>
                    <a:pt x="61805" y="70566"/>
                  </a:lnTo>
                  <a:lnTo>
                    <a:pt x="61307" y="70068"/>
                  </a:lnTo>
                  <a:cubicBezTo>
                    <a:pt x="61232" y="70019"/>
                    <a:pt x="61183" y="69969"/>
                    <a:pt x="61133" y="69919"/>
                  </a:cubicBezTo>
                  <a:cubicBezTo>
                    <a:pt x="60959" y="69770"/>
                    <a:pt x="60809" y="69595"/>
                    <a:pt x="60610" y="69446"/>
                  </a:cubicBezTo>
                  <a:lnTo>
                    <a:pt x="60486" y="69322"/>
                  </a:lnTo>
                  <a:cubicBezTo>
                    <a:pt x="60311" y="69172"/>
                    <a:pt x="60112" y="69023"/>
                    <a:pt x="59963" y="68849"/>
                  </a:cubicBezTo>
                  <a:cubicBezTo>
                    <a:pt x="59938" y="68824"/>
                    <a:pt x="59913" y="68799"/>
                    <a:pt x="59863" y="68799"/>
                  </a:cubicBezTo>
                  <a:cubicBezTo>
                    <a:pt x="59689" y="68650"/>
                    <a:pt x="59490" y="68450"/>
                    <a:pt x="59316" y="68301"/>
                  </a:cubicBezTo>
                  <a:lnTo>
                    <a:pt x="59266" y="68276"/>
                  </a:lnTo>
                  <a:cubicBezTo>
                    <a:pt x="58644" y="67729"/>
                    <a:pt x="58071" y="67305"/>
                    <a:pt x="57499" y="66932"/>
                  </a:cubicBezTo>
                  <a:cubicBezTo>
                    <a:pt x="57698" y="66783"/>
                    <a:pt x="57872" y="66609"/>
                    <a:pt x="58096" y="66434"/>
                  </a:cubicBezTo>
                  <a:cubicBezTo>
                    <a:pt x="58196" y="66335"/>
                    <a:pt x="58320" y="66285"/>
                    <a:pt x="58395" y="66185"/>
                  </a:cubicBezTo>
                  <a:cubicBezTo>
                    <a:pt x="58469" y="66111"/>
                    <a:pt x="58519" y="66061"/>
                    <a:pt x="58594" y="66036"/>
                  </a:cubicBezTo>
                  <a:cubicBezTo>
                    <a:pt x="59017" y="65663"/>
                    <a:pt x="59440" y="65314"/>
                    <a:pt x="59863" y="64941"/>
                  </a:cubicBezTo>
                  <a:cubicBezTo>
                    <a:pt x="59963" y="64841"/>
                    <a:pt x="60062" y="64742"/>
                    <a:pt x="60187" y="64692"/>
                  </a:cubicBezTo>
                  <a:lnTo>
                    <a:pt x="60212" y="64667"/>
                  </a:lnTo>
                  <a:cubicBezTo>
                    <a:pt x="61307" y="63671"/>
                    <a:pt x="62402" y="62676"/>
                    <a:pt x="63448" y="61630"/>
                  </a:cubicBezTo>
                  <a:lnTo>
                    <a:pt x="63473" y="61605"/>
                  </a:lnTo>
                  <a:lnTo>
                    <a:pt x="64966" y="60112"/>
                  </a:lnTo>
                  <a:cubicBezTo>
                    <a:pt x="65066" y="60012"/>
                    <a:pt x="65140" y="59938"/>
                    <a:pt x="65215" y="59863"/>
                  </a:cubicBezTo>
                  <a:cubicBezTo>
                    <a:pt x="65663" y="59440"/>
                    <a:pt x="66061" y="58967"/>
                    <a:pt x="66509" y="58519"/>
                  </a:cubicBezTo>
                  <a:cubicBezTo>
                    <a:pt x="66559" y="58444"/>
                    <a:pt x="66659" y="58370"/>
                    <a:pt x="66708" y="58270"/>
                  </a:cubicBezTo>
                  <a:cubicBezTo>
                    <a:pt x="66833" y="58121"/>
                    <a:pt x="67007" y="57971"/>
                    <a:pt x="67132" y="57822"/>
                  </a:cubicBezTo>
                  <a:close/>
                  <a:moveTo>
                    <a:pt x="9285" y="69670"/>
                  </a:moveTo>
                  <a:cubicBezTo>
                    <a:pt x="9384" y="70043"/>
                    <a:pt x="9459" y="70417"/>
                    <a:pt x="9533" y="70765"/>
                  </a:cubicBezTo>
                  <a:cubicBezTo>
                    <a:pt x="9409" y="70840"/>
                    <a:pt x="9260" y="70964"/>
                    <a:pt x="9135" y="71064"/>
                  </a:cubicBezTo>
                  <a:cubicBezTo>
                    <a:pt x="8961" y="71188"/>
                    <a:pt x="8812" y="71313"/>
                    <a:pt x="8662" y="71413"/>
                  </a:cubicBezTo>
                  <a:cubicBezTo>
                    <a:pt x="8637" y="71437"/>
                    <a:pt x="8588" y="71437"/>
                    <a:pt x="8563" y="71462"/>
                  </a:cubicBezTo>
                  <a:cubicBezTo>
                    <a:pt x="8787" y="70865"/>
                    <a:pt x="9036" y="70243"/>
                    <a:pt x="9285" y="69670"/>
                  </a:cubicBezTo>
                  <a:close/>
                  <a:moveTo>
                    <a:pt x="57349" y="67057"/>
                  </a:moveTo>
                  <a:cubicBezTo>
                    <a:pt x="58320" y="67679"/>
                    <a:pt x="59341" y="68525"/>
                    <a:pt x="60461" y="69546"/>
                  </a:cubicBezTo>
                  <a:lnTo>
                    <a:pt x="60486" y="69571"/>
                  </a:lnTo>
                  <a:cubicBezTo>
                    <a:pt x="60685" y="69770"/>
                    <a:pt x="60909" y="69944"/>
                    <a:pt x="61083" y="70143"/>
                  </a:cubicBezTo>
                  <a:lnTo>
                    <a:pt x="61183" y="70218"/>
                  </a:lnTo>
                  <a:cubicBezTo>
                    <a:pt x="61357" y="70417"/>
                    <a:pt x="61556" y="70566"/>
                    <a:pt x="61730" y="70765"/>
                  </a:cubicBezTo>
                  <a:lnTo>
                    <a:pt x="61904" y="70915"/>
                  </a:lnTo>
                  <a:cubicBezTo>
                    <a:pt x="62079" y="71089"/>
                    <a:pt x="62228" y="71288"/>
                    <a:pt x="62427" y="71437"/>
                  </a:cubicBezTo>
                  <a:lnTo>
                    <a:pt x="62527" y="71537"/>
                  </a:lnTo>
                  <a:cubicBezTo>
                    <a:pt x="62477" y="71562"/>
                    <a:pt x="62477" y="71562"/>
                    <a:pt x="62452" y="71562"/>
                  </a:cubicBezTo>
                  <a:lnTo>
                    <a:pt x="61979" y="71089"/>
                  </a:lnTo>
                  <a:lnTo>
                    <a:pt x="61855" y="70964"/>
                  </a:lnTo>
                  <a:lnTo>
                    <a:pt x="61606" y="70716"/>
                  </a:lnTo>
                  <a:cubicBezTo>
                    <a:pt x="60013" y="69172"/>
                    <a:pt x="58594" y="67953"/>
                    <a:pt x="57300" y="67081"/>
                  </a:cubicBezTo>
                  <a:cubicBezTo>
                    <a:pt x="57324" y="67081"/>
                    <a:pt x="57324" y="67057"/>
                    <a:pt x="57349" y="67057"/>
                  </a:cubicBezTo>
                  <a:close/>
                  <a:moveTo>
                    <a:pt x="52247" y="69172"/>
                  </a:moveTo>
                  <a:lnTo>
                    <a:pt x="52247" y="69222"/>
                  </a:lnTo>
                  <a:cubicBezTo>
                    <a:pt x="50507" y="70191"/>
                    <a:pt x="48768" y="70986"/>
                    <a:pt x="47054" y="71583"/>
                  </a:cubicBezTo>
                  <a:lnTo>
                    <a:pt x="47054" y="71583"/>
                  </a:lnTo>
                  <a:cubicBezTo>
                    <a:pt x="47119" y="71560"/>
                    <a:pt x="47119" y="71537"/>
                    <a:pt x="47119" y="71537"/>
                  </a:cubicBezTo>
                  <a:cubicBezTo>
                    <a:pt x="48787" y="70940"/>
                    <a:pt x="50504" y="70168"/>
                    <a:pt x="52247" y="69172"/>
                  </a:cubicBezTo>
                  <a:close/>
                  <a:moveTo>
                    <a:pt x="39985" y="67375"/>
                  </a:moveTo>
                  <a:cubicBezTo>
                    <a:pt x="39970" y="67487"/>
                    <a:pt x="39958" y="67596"/>
                    <a:pt x="39950" y="67704"/>
                  </a:cubicBezTo>
                  <a:lnTo>
                    <a:pt x="39950" y="67803"/>
                  </a:lnTo>
                  <a:cubicBezTo>
                    <a:pt x="39950" y="67928"/>
                    <a:pt x="39926" y="68027"/>
                    <a:pt x="39926" y="68152"/>
                  </a:cubicBezTo>
                  <a:cubicBezTo>
                    <a:pt x="39901" y="68351"/>
                    <a:pt x="39901" y="68575"/>
                    <a:pt x="39851" y="68774"/>
                  </a:cubicBezTo>
                  <a:lnTo>
                    <a:pt x="39851" y="68824"/>
                  </a:lnTo>
                  <a:cubicBezTo>
                    <a:pt x="39851" y="68899"/>
                    <a:pt x="39851" y="68973"/>
                    <a:pt x="39826" y="69048"/>
                  </a:cubicBezTo>
                  <a:cubicBezTo>
                    <a:pt x="39901" y="69073"/>
                    <a:pt x="39901" y="69098"/>
                    <a:pt x="39901" y="69098"/>
                  </a:cubicBezTo>
                  <a:lnTo>
                    <a:pt x="39901" y="69446"/>
                  </a:lnTo>
                  <a:lnTo>
                    <a:pt x="39901" y="69595"/>
                  </a:lnTo>
                  <a:lnTo>
                    <a:pt x="39901" y="69844"/>
                  </a:lnTo>
                  <a:cubicBezTo>
                    <a:pt x="39901" y="70043"/>
                    <a:pt x="39926" y="70193"/>
                    <a:pt x="39926" y="70342"/>
                  </a:cubicBezTo>
                  <a:lnTo>
                    <a:pt x="39926" y="70442"/>
                  </a:lnTo>
                  <a:lnTo>
                    <a:pt x="39926" y="70566"/>
                  </a:lnTo>
                  <a:cubicBezTo>
                    <a:pt x="39926" y="70666"/>
                    <a:pt x="39950" y="70765"/>
                    <a:pt x="39950" y="70890"/>
                  </a:cubicBezTo>
                  <a:lnTo>
                    <a:pt x="39950" y="70964"/>
                  </a:lnTo>
                  <a:cubicBezTo>
                    <a:pt x="39950" y="71064"/>
                    <a:pt x="40000" y="71188"/>
                    <a:pt x="40000" y="71288"/>
                  </a:cubicBezTo>
                  <a:cubicBezTo>
                    <a:pt x="40000" y="71338"/>
                    <a:pt x="40025" y="71413"/>
                    <a:pt x="40025" y="71437"/>
                  </a:cubicBezTo>
                  <a:cubicBezTo>
                    <a:pt x="40025" y="71512"/>
                    <a:pt x="40050" y="71537"/>
                    <a:pt x="40050" y="71587"/>
                  </a:cubicBezTo>
                  <a:lnTo>
                    <a:pt x="40050" y="71637"/>
                  </a:lnTo>
                  <a:lnTo>
                    <a:pt x="40025" y="71587"/>
                  </a:lnTo>
                  <a:lnTo>
                    <a:pt x="40000" y="71562"/>
                  </a:lnTo>
                  <a:cubicBezTo>
                    <a:pt x="40000" y="71537"/>
                    <a:pt x="40000" y="71512"/>
                    <a:pt x="39950" y="71462"/>
                  </a:cubicBezTo>
                  <a:lnTo>
                    <a:pt x="39950" y="71413"/>
                  </a:lnTo>
                  <a:cubicBezTo>
                    <a:pt x="39926" y="71313"/>
                    <a:pt x="39926" y="71213"/>
                    <a:pt x="39901" y="71089"/>
                  </a:cubicBezTo>
                  <a:lnTo>
                    <a:pt x="39901" y="71064"/>
                  </a:lnTo>
                  <a:cubicBezTo>
                    <a:pt x="39901" y="70964"/>
                    <a:pt x="39876" y="70840"/>
                    <a:pt x="39876" y="70765"/>
                  </a:cubicBezTo>
                  <a:cubicBezTo>
                    <a:pt x="39876" y="70641"/>
                    <a:pt x="39826" y="70516"/>
                    <a:pt x="39826" y="70392"/>
                  </a:cubicBezTo>
                  <a:cubicBezTo>
                    <a:pt x="39826" y="70268"/>
                    <a:pt x="39801" y="70168"/>
                    <a:pt x="39801" y="70043"/>
                  </a:cubicBezTo>
                  <a:lnTo>
                    <a:pt x="39801" y="69894"/>
                  </a:lnTo>
                  <a:lnTo>
                    <a:pt x="39801" y="69670"/>
                  </a:lnTo>
                  <a:lnTo>
                    <a:pt x="39801" y="69297"/>
                  </a:lnTo>
                  <a:lnTo>
                    <a:pt x="39801" y="69073"/>
                  </a:lnTo>
                  <a:lnTo>
                    <a:pt x="39801" y="68899"/>
                  </a:lnTo>
                  <a:cubicBezTo>
                    <a:pt x="39801" y="68774"/>
                    <a:pt x="39801" y="68650"/>
                    <a:pt x="39826" y="68475"/>
                  </a:cubicBezTo>
                  <a:cubicBezTo>
                    <a:pt x="39826" y="68351"/>
                    <a:pt x="39876" y="68226"/>
                    <a:pt x="39876" y="68102"/>
                  </a:cubicBezTo>
                  <a:cubicBezTo>
                    <a:pt x="39876" y="67953"/>
                    <a:pt x="39901" y="67828"/>
                    <a:pt x="39926" y="67679"/>
                  </a:cubicBezTo>
                  <a:cubicBezTo>
                    <a:pt x="39926" y="67604"/>
                    <a:pt x="39926" y="67579"/>
                    <a:pt x="39950" y="67530"/>
                  </a:cubicBezTo>
                  <a:cubicBezTo>
                    <a:pt x="39950" y="67482"/>
                    <a:pt x="39971" y="67424"/>
                    <a:pt x="39985" y="67375"/>
                  </a:cubicBezTo>
                  <a:close/>
                  <a:moveTo>
                    <a:pt x="71512" y="63323"/>
                  </a:moveTo>
                  <a:lnTo>
                    <a:pt x="71537" y="63348"/>
                  </a:lnTo>
                  <a:cubicBezTo>
                    <a:pt x="71388" y="63572"/>
                    <a:pt x="71239" y="63746"/>
                    <a:pt x="71039" y="63970"/>
                  </a:cubicBezTo>
                  <a:cubicBezTo>
                    <a:pt x="71015" y="63995"/>
                    <a:pt x="70990" y="64070"/>
                    <a:pt x="70915" y="64095"/>
                  </a:cubicBezTo>
                  <a:cubicBezTo>
                    <a:pt x="70691" y="64343"/>
                    <a:pt x="70442" y="64617"/>
                    <a:pt x="70243" y="64866"/>
                  </a:cubicBezTo>
                  <a:cubicBezTo>
                    <a:pt x="69994" y="65165"/>
                    <a:pt x="69770" y="65414"/>
                    <a:pt x="69521" y="65688"/>
                  </a:cubicBezTo>
                  <a:lnTo>
                    <a:pt x="69397" y="65812"/>
                  </a:lnTo>
                  <a:cubicBezTo>
                    <a:pt x="69148" y="66061"/>
                    <a:pt x="68899" y="66310"/>
                    <a:pt x="68650" y="66584"/>
                  </a:cubicBezTo>
                  <a:cubicBezTo>
                    <a:pt x="68401" y="66833"/>
                    <a:pt x="68152" y="67106"/>
                    <a:pt x="67903" y="67355"/>
                  </a:cubicBezTo>
                  <a:lnTo>
                    <a:pt x="67804" y="67455"/>
                  </a:lnTo>
                  <a:cubicBezTo>
                    <a:pt x="67530" y="67729"/>
                    <a:pt x="67256" y="67978"/>
                    <a:pt x="66957" y="68226"/>
                  </a:cubicBezTo>
                  <a:cubicBezTo>
                    <a:pt x="66708" y="68475"/>
                    <a:pt x="66435" y="68724"/>
                    <a:pt x="66186" y="68948"/>
                  </a:cubicBezTo>
                  <a:cubicBezTo>
                    <a:pt x="65887" y="69222"/>
                    <a:pt x="65538" y="69521"/>
                    <a:pt x="65190" y="69795"/>
                  </a:cubicBezTo>
                  <a:cubicBezTo>
                    <a:pt x="65041" y="69919"/>
                    <a:pt x="64891" y="70068"/>
                    <a:pt x="64717" y="70193"/>
                  </a:cubicBezTo>
                  <a:cubicBezTo>
                    <a:pt x="64642" y="70292"/>
                    <a:pt x="64543" y="70342"/>
                    <a:pt x="64443" y="70442"/>
                  </a:cubicBezTo>
                  <a:lnTo>
                    <a:pt x="63323" y="71288"/>
                  </a:lnTo>
                  <a:cubicBezTo>
                    <a:pt x="63149" y="71437"/>
                    <a:pt x="62925" y="71587"/>
                    <a:pt x="62726" y="71711"/>
                  </a:cubicBezTo>
                  <a:lnTo>
                    <a:pt x="62701" y="71686"/>
                  </a:lnTo>
                  <a:lnTo>
                    <a:pt x="62676" y="71661"/>
                  </a:lnTo>
                  <a:cubicBezTo>
                    <a:pt x="62950" y="71437"/>
                    <a:pt x="63099" y="71338"/>
                    <a:pt x="63224" y="71213"/>
                  </a:cubicBezTo>
                  <a:cubicBezTo>
                    <a:pt x="63298" y="71188"/>
                    <a:pt x="63323" y="71114"/>
                    <a:pt x="63373" y="71089"/>
                  </a:cubicBezTo>
                  <a:cubicBezTo>
                    <a:pt x="63448" y="71064"/>
                    <a:pt x="63497" y="70989"/>
                    <a:pt x="63572" y="70964"/>
                  </a:cubicBezTo>
                  <a:lnTo>
                    <a:pt x="63597" y="70964"/>
                  </a:lnTo>
                  <a:cubicBezTo>
                    <a:pt x="63796" y="70840"/>
                    <a:pt x="63970" y="70691"/>
                    <a:pt x="64145" y="70541"/>
                  </a:cubicBezTo>
                  <a:cubicBezTo>
                    <a:pt x="64169" y="70492"/>
                    <a:pt x="64219" y="70467"/>
                    <a:pt x="64269" y="70442"/>
                  </a:cubicBezTo>
                  <a:cubicBezTo>
                    <a:pt x="64344" y="70367"/>
                    <a:pt x="64418" y="70317"/>
                    <a:pt x="64518" y="70243"/>
                  </a:cubicBezTo>
                  <a:cubicBezTo>
                    <a:pt x="64518" y="70243"/>
                    <a:pt x="64543" y="70243"/>
                    <a:pt x="64543" y="70218"/>
                  </a:cubicBezTo>
                  <a:cubicBezTo>
                    <a:pt x="64692" y="70093"/>
                    <a:pt x="64817" y="69969"/>
                    <a:pt x="64966" y="69869"/>
                  </a:cubicBezTo>
                  <a:cubicBezTo>
                    <a:pt x="65140" y="69745"/>
                    <a:pt x="65314" y="69595"/>
                    <a:pt x="65464" y="69471"/>
                  </a:cubicBezTo>
                  <a:cubicBezTo>
                    <a:pt x="65563" y="69421"/>
                    <a:pt x="65663" y="69322"/>
                    <a:pt x="65762" y="69222"/>
                  </a:cubicBezTo>
                  <a:cubicBezTo>
                    <a:pt x="65837" y="69172"/>
                    <a:pt x="65937" y="69073"/>
                    <a:pt x="66036" y="68998"/>
                  </a:cubicBezTo>
                  <a:cubicBezTo>
                    <a:pt x="66161" y="68923"/>
                    <a:pt x="66285" y="68799"/>
                    <a:pt x="66385" y="68699"/>
                  </a:cubicBezTo>
                  <a:lnTo>
                    <a:pt x="66435" y="68625"/>
                  </a:lnTo>
                  <a:lnTo>
                    <a:pt x="66484" y="68575"/>
                  </a:lnTo>
                  <a:cubicBezTo>
                    <a:pt x="66534" y="68550"/>
                    <a:pt x="66584" y="68525"/>
                    <a:pt x="66609" y="68450"/>
                  </a:cubicBezTo>
                  <a:cubicBezTo>
                    <a:pt x="66833" y="68276"/>
                    <a:pt x="67032" y="68077"/>
                    <a:pt x="67231" y="67878"/>
                  </a:cubicBezTo>
                  <a:lnTo>
                    <a:pt x="67331" y="67803"/>
                  </a:lnTo>
                  <a:cubicBezTo>
                    <a:pt x="67604" y="67554"/>
                    <a:pt x="67853" y="67256"/>
                    <a:pt x="68152" y="67007"/>
                  </a:cubicBezTo>
                  <a:lnTo>
                    <a:pt x="68301" y="66857"/>
                  </a:lnTo>
                  <a:lnTo>
                    <a:pt x="68351" y="66808"/>
                  </a:lnTo>
                  <a:cubicBezTo>
                    <a:pt x="68824" y="66335"/>
                    <a:pt x="69297" y="65837"/>
                    <a:pt x="69770" y="65339"/>
                  </a:cubicBezTo>
                  <a:cubicBezTo>
                    <a:pt x="69770" y="65314"/>
                    <a:pt x="69795" y="65314"/>
                    <a:pt x="69795" y="65289"/>
                  </a:cubicBezTo>
                  <a:cubicBezTo>
                    <a:pt x="69919" y="65165"/>
                    <a:pt x="70044" y="64991"/>
                    <a:pt x="70168" y="64866"/>
                  </a:cubicBezTo>
                  <a:cubicBezTo>
                    <a:pt x="70193" y="64841"/>
                    <a:pt x="70193" y="64816"/>
                    <a:pt x="70218" y="64816"/>
                  </a:cubicBezTo>
                  <a:cubicBezTo>
                    <a:pt x="70566" y="64443"/>
                    <a:pt x="70890" y="64045"/>
                    <a:pt x="71214" y="63671"/>
                  </a:cubicBezTo>
                  <a:cubicBezTo>
                    <a:pt x="71288" y="63572"/>
                    <a:pt x="71338" y="63497"/>
                    <a:pt x="71413" y="63447"/>
                  </a:cubicBezTo>
                  <a:cubicBezTo>
                    <a:pt x="71438" y="63422"/>
                    <a:pt x="71463" y="63348"/>
                    <a:pt x="71512" y="63323"/>
                  </a:cubicBezTo>
                  <a:close/>
                  <a:moveTo>
                    <a:pt x="52520" y="70342"/>
                  </a:moveTo>
                  <a:lnTo>
                    <a:pt x="52520" y="70367"/>
                  </a:lnTo>
                  <a:lnTo>
                    <a:pt x="52520" y="70417"/>
                  </a:lnTo>
                  <a:cubicBezTo>
                    <a:pt x="51878" y="70862"/>
                    <a:pt x="51235" y="71307"/>
                    <a:pt x="50568" y="71728"/>
                  </a:cubicBezTo>
                  <a:lnTo>
                    <a:pt x="50568" y="71728"/>
                  </a:lnTo>
                  <a:cubicBezTo>
                    <a:pt x="50646" y="71671"/>
                    <a:pt x="50711" y="71611"/>
                    <a:pt x="50803" y="71537"/>
                  </a:cubicBezTo>
                  <a:cubicBezTo>
                    <a:pt x="51375" y="71164"/>
                    <a:pt x="51973" y="70765"/>
                    <a:pt x="52520" y="70342"/>
                  </a:cubicBezTo>
                  <a:close/>
                  <a:moveTo>
                    <a:pt x="35430" y="68498"/>
                  </a:moveTo>
                  <a:lnTo>
                    <a:pt x="35430" y="68498"/>
                  </a:lnTo>
                  <a:cubicBezTo>
                    <a:pt x="35557" y="68565"/>
                    <a:pt x="35684" y="68632"/>
                    <a:pt x="35818" y="68699"/>
                  </a:cubicBezTo>
                  <a:cubicBezTo>
                    <a:pt x="35893" y="68724"/>
                    <a:pt x="35943" y="68749"/>
                    <a:pt x="36042" y="68824"/>
                  </a:cubicBezTo>
                  <a:cubicBezTo>
                    <a:pt x="36267" y="68948"/>
                    <a:pt x="36441" y="69073"/>
                    <a:pt x="36665" y="69197"/>
                  </a:cubicBezTo>
                  <a:cubicBezTo>
                    <a:pt x="36764" y="69247"/>
                    <a:pt x="36839" y="69322"/>
                    <a:pt x="36939" y="69347"/>
                  </a:cubicBezTo>
                  <a:cubicBezTo>
                    <a:pt x="37138" y="69471"/>
                    <a:pt x="37287" y="69571"/>
                    <a:pt x="37461" y="69695"/>
                  </a:cubicBezTo>
                  <a:cubicBezTo>
                    <a:pt x="37586" y="69745"/>
                    <a:pt x="37685" y="69844"/>
                    <a:pt x="37810" y="69919"/>
                  </a:cubicBezTo>
                  <a:cubicBezTo>
                    <a:pt x="37959" y="69994"/>
                    <a:pt x="38084" y="70118"/>
                    <a:pt x="38258" y="70218"/>
                  </a:cubicBezTo>
                  <a:lnTo>
                    <a:pt x="38631" y="70492"/>
                  </a:lnTo>
                  <a:cubicBezTo>
                    <a:pt x="38756" y="70591"/>
                    <a:pt x="38880" y="70691"/>
                    <a:pt x="38980" y="70815"/>
                  </a:cubicBezTo>
                  <a:cubicBezTo>
                    <a:pt x="39104" y="70940"/>
                    <a:pt x="39278" y="71039"/>
                    <a:pt x="39403" y="71164"/>
                  </a:cubicBezTo>
                  <a:cubicBezTo>
                    <a:pt x="39502" y="71238"/>
                    <a:pt x="39602" y="71338"/>
                    <a:pt x="39701" y="71437"/>
                  </a:cubicBezTo>
                  <a:lnTo>
                    <a:pt x="39901" y="71612"/>
                  </a:lnTo>
                  <a:lnTo>
                    <a:pt x="39926" y="71736"/>
                  </a:lnTo>
                  <a:lnTo>
                    <a:pt x="39477" y="71313"/>
                  </a:lnTo>
                  <a:cubicBezTo>
                    <a:pt x="39403" y="71213"/>
                    <a:pt x="39303" y="71164"/>
                    <a:pt x="39204" y="71064"/>
                  </a:cubicBezTo>
                  <a:cubicBezTo>
                    <a:pt x="39054" y="70940"/>
                    <a:pt x="38905" y="70790"/>
                    <a:pt x="38731" y="70666"/>
                  </a:cubicBezTo>
                  <a:cubicBezTo>
                    <a:pt x="38656" y="70566"/>
                    <a:pt x="38557" y="70492"/>
                    <a:pt x="38432" y="70442"/>
                  </a:cubicBezTo>
                  <a:cubicBezTo>
                    <a:pt x="38283" y="70317"/>
                    <a:pt x="38108" y="70193"/>
                    <a:pt x="37934" y="70068"/>
                  </a:cubicBezTo>
                  <a:cubicBezTo>
                    <a:pt x="37835" y="69969"/>
                    <a:pt x="37710" y="69919"/>
                    <a:pt x="37586" y="69844"/>
                  </a:cubicBezTo>
                  <a:cubicBezTo>
                    <a:pt x="37436" y="69720"/>
                    <a:pt x="37237" y="69620"/>
                    <a:pt x="37088" y="69496"/>
                  </a:cubicBezTo>
                  <a:cubicBezTo>
                    <a:pt x="36963" y="69446"/>
                    <a:pt x="36839" y="69347"/>
                    <a:pt x="36764" y="69297"/>
                  </a:cubicBezTo>
                  <a:cubicBezTo>
                    <a:pt x="36590" y="69197"/>
                    <a:pt x="36416" y="69073"/>
                    <a:pt x="36267" y="68973"/>
                  </a:cubicBezTo>
                  <a:cubicBezTo>
                    <a:pt x="36142" y="68923"/>
                    <a:pt x="35993" y="68824"/>
                    <a:pt x="35893" y="68774"/>
                  </a:cubicBezTo>
                  <a:cubicBezTo>
                    <a:pt x="35732" y="68682"/>
                    <a:pt x="35571" y="68590"/>
                    <a:pt x="35430" y="68498"/>
                  </a:cubicBezTo>
                  <a:close/>
                  <a:moveTo>
                    <a:pt x="62601" y="71686"/>
                  </a:moveTo>
                  <a:cubicBezTo>
                    <a:pt x="62651" y="71686"/>
                    <a:pt x="62651" y="71686"/>
                    <a:pt x="62676" y="71711"/>
                  </a:cubicBezTo>
                  <a:cubicBezTo>
                    <a:pt x="62651" y="71761"/>
                    <a:pt x="62651" y="71761"/>
                    <a:pt x="62601" y="71761"/>
                  </a:cubicBezTo>
                  <a:lnTo>
                    <a:pt x="62576" y="71711"/>
                  </a:lnTo>
                  <a:lnTo>
                    <a:pt x="62601" y="71686"/>
                  </a:lnTo>
                  <a:close/>
                  <a:moveTo>
                    <a:pt x="9260" y="69197"/>
                  </a:moveTo>
                  <a:lnTo>
                    <a:pt x="9260" y="69297"/>
                  </a:lnTo>
                  <a:cubicBezTo>
                    <a:pt x="8911" y="70093"/>
                    <a:pt x="8563" y="70940"/>
                    <a:pt x="8264" y="71761"/>
                  </a:cubicBezTo>
                  <a:cubicBezTo>
                    <a:pt x="8229" y="71778"/>
                    <a:pt x="8207" y="71784"/>
                    <a:pt x="8196" y="71794"/>
                  </a:cubicBezTo>
                  <a:lnTo>
                    <a:pt x="8196" y="71794"/>
                  </a:lnTo>
                  <a:cubicBezTo>
                    <a:pt x="8542" y="70928"/>
                    <a:pt x="8889" y="70063"/>
                    <a:pt x="9260" y="69197"/>
                  </a:cubicBezTo>
                  <a:close/>
                  <a:moveTo>
                    <a:pt x="47642" y="69645"/>
                  </a:moveTo>
                  <a:cubicBezTo>
                    <a:pt x="47268" y="70268"/>
                    <a:pt x="46895" y="70915"/>
                    <a:pt x="46547" y="71537"/>
                  </a:cubicBezTo>
                  <a:lnTo>
                    <a:pt x="45725" y="71811"/>
                  </a:lnTo>
                  <a:cubicBezTo>
                    <a:pt x="45675" y="71537"/>
                    <a:pt x="45650" y="71263"/>
                    <a:pt x="45601" y="71014"/>
                  </a:cubicBezTo>
                  <a:cubicBezTo>
                    <a:pt x="45626" y="70890"/>
                    <a:pt x="45650" y="70765"/>
                    <a:pt x="45675" y="70666"/>
                  </a:cubicBezTo>
                  <a:cubicBezTo>
                    <a:pt x="46347" y="70342"/>
                    <a:pt x="46995" y="70019"/>
                    <a:pt x="47642" y="69645"/>
                  </a:cubicBezTo>
                  <a:close/>
                  <a:moveTo>
                    <a:pt x="45426" y="71313"/>
                  </a:moveTo>
                  <a:cubicBezTo>
                    <a:pt x="45476" y="71512"/>
                    <a:pt x="45501" y="71661"/>
                    <a:pt x="45501" y="71836"/>
                  </a:cubicBezTo>
                  <a:lnTo>
                    <a:pt x="45476" y="71885"/>
                  </a:lnTo>
                  <a:cubicBezTo>
                    <a:pt x="45426" y="71711"/>
                    <a:pt x="45426" y="71587"/>
                    <a:pt x="45402" y="71437"/>
                  </a:cubicBezTo>
                  <a:cubicBezTo>
                    <a:pt x="45402" y="71413"/>
                    <a:pt x="45426" y="71338"/>
                    <a:pt x="45426" y="71313"/>
                  </a:cubicBezTo>
                  <a:close/>
                  <a:moveTo>
                    <a:pt x="32832" y="70591"/>
                  </a:moveTo>
                  <a:lnTo>
                    <a:pt x="32085" y="71910"/>
                  </a:lnTo>
                  <a:lnTo>
                    <a:pt x="32035" y="71910"/>
                  </a:lnTo>
                  <a:lnTo>
                    <a:pt x="32782" y="70591"/>
                  </a:lnTo>
                  <a:close/>
                  <a:moveTo>
                    <a:pt x="45103" y="70940"/>
                  </a:moveTo>
                  <a:lnTo>
                    <a:pt x="45103" y="70964"/>
                  </a:lnTo>
                  <a:cubicBezTo>
                    <a:pt x="44978" y="71288"/>
                    <a:pt x="44879" y="71587"/>
                    <a:pt x="44779" y="71910"/>
                  </a:cubicBezTo>
                  <a:cubicBezTo>
                    <a:pt x="44306" y="71811"/>
                    <a:pt x="43858" y="71761"/>
                    <a:pt x="43360" y="71761"/>
                  </a:cubicBezTo>
                  <a:cubicBezTo>
                    <a:pt x="43933" y="71512"/>
                    <a:pt x="44530" y="71213"/>
                    <a:pt x="45103" y="70940"/>
                  </a:cubicBezTo>
                  <a:close/>
                  <a:moveTo>
                    <a:pt x="21257" y="69322"/>
                  </a:moveTo>
                  <a:cubicBezTo>
                    <a:pt x="21606" y="69919"/>
                    <a:pt x="21979" y="70467"/>
                    <a:pt x="22452" y="70964"/>
                  </a:cubicBezTo>
                  <a:cubicBezTo>
                    <a:pt x="22327" y="71014"/>
                    <a:pt x="22153" y="71064"/>
                    <a:pt x="22029" y="71089"/>
                  </a:cubicBezTo>
                  <a:cubicBezTo>
                    <a:pt x="21929" y="71139"/>
                    <a:pt x="21855" y="71164"/>
                    <a:pt x="21730" y="71188"/>
                  </a:cubicBezTo>
                  <a:lnTo>
                    <a:pt x="20983" y="71462"/>
                  </a:lnTo>
                  <a:cubicBezTo>
                    <a:pt x="20884" y="71512"/>
                    <a:pt x="20759" y="71562"/>
                    <a:pt x="20660" y="71587"/>
                  </a:cubicBezTo>
                  <a:cubicBezTo>
                    <a:pt x="20411" y="71686"/>
                    <a:pt x="20212" y="71811"/>
                    <a:pt x="19938" y="71910"/>
                  </a:cubicBezTo>
                  <a:cubicBezTo>
                    <a:pt x="19913" y="71910"/>
                    <a:pt x="19888" y="71935"/>
                    <a:pt x="19888" y="71935"/>
                  </a:cubicBezTo>
                  <a:cubicBezTo>
                    <a:pt x="20361" y="71089"/>
                    <a:pt x="20784" y="70193"/>
                    <a:pt x="21257" y="69322"/>
                  </a:cubicBezTo>
                  <a:close/>
                  <a:moveTo>
                    <a:pt x="45277" y="71836"/>
                  </a:moveTo>
                  <a:lnTo>
                    <a:pt x="45277" y="71910"/>
                  </a:lnTo>
                  <a:cubicBezTo>
                    <a:pt x="45277" y="71935"/>
                    <a:pt x="45252" y="71935"/>
                    <a:pt x="45252" y="71935"/>
                  </a:cubicBezTo>
                  <a:cubicBezTo>
                    <a:pt x="45252" y="71910"/>
                    <a:pt x="45277" y="71885"/>
                    <a:pt x="45277" y="71836"/>
                  </a:cubicBezTo>
                  <a:close/>
                  <a:moveTo>
                    <a:pt x="9558" y="70964"/>
                  </a:moveTo>
                  <a:lnTo>
                    <a:pt x="9583" y="71014"/>
                  </a:lnTo>
                  <a:cubicBezTo>
                    <a:pt x="9509" y="71064"/>
                    <a:pt x="9384" y="71164"/>
                    <a:pt x="9285" y="71263"/>
                  </a:cubicBezTo>
                  <a:cubicBezTo>
                    <a:pt x="9135" y="71388"/>
                    <a:pt x="8961" y="71462"/>
                    <a:pt x="8837" y="71587"/>
                  </a:cubicBezTo>
                  <a:cubicBezTo>
                    <a:pt x="8712" y="71686"/>
                    <a:pt x="8588" y="71786"/>
                    <a:pt x="8463" y="71910"/>
                  </a:cubicBezTo>
                  <a:cubicBezTo>
                    <a:pt x="8438" y="71935"/>
                    <a:pt x="8413" y="71960"/>
                    <a:pt x="8388" y="71960"/>
                  </a:cubicBezTo>
                  <a:cubicBezTo>
                    <a:pt x="8388" y="71935"/>
                    <a:pt x="8413" y="71910"/>
                    <a:pt x="8413" y="71836"/>
                  </a:cubicBezTo>
                  <a:cubicBezTo>
                    <a:pt x="8438" y="71811"/>
                    <a:pt x="8488" y="71786"/>
                    <a:pt x="8538" y="71711"/>
                  </a:cubicBezTo>
                  <a:cubicBezTo>
                    <a:pt x="8911" y="71462"/>
                    <a:pt x="9210" y="71213"/>
                    <a:pt x="9558" y="70964"/>
                  </a:cubicBezTo>
                  <a:close/>
                  <a:moveTo>
                    <a:pt x="33031" y="70666"/>
                  </a:moveTo>
                  <a:cubicBezTo>
                    <a:pt x="33056" y="70666"/>
                    <a:pt x="33056" y="70666"/>
                    <a:pt x="33080" y="70691"/>
                  </a:cubicBezTo>
                  <a:cubicBezTo>
                    <a:pt x="33578" y="71188"/>
                    <a:pt x="34151" y="71587"/>
                    <a:pt x="34723" y="71960"/>
                  </a:cubicBezTo>
                  <a:cubicBezTo>
                    <a:pt x="34213" y="71924"/>
                    <a:pt x="33690" y="71901"/>
                    <a:pt x="33162" y="71901"/>
                  </a:cubicBezTo>
                  <a:cubicBezTo>
                    <a:pt x="32969" y="71901"/>
                    <a:pt x="32776" y="71904"/>
                    <a:pt x="32583" y="71910"/>
                  </a:cubicBezTo>
                  <a:cubicBezTo>
                    <a:pt x="32483" y="71910"/>
                    <a:pt x="32408" y="71935"/>
                    <a:pt x="32309" y="71935"/>
                  </a:cubicBezTo>
                  <a:cubicBezTo>
                    <a:pt x="32558" y="71512"/>
                    <a:pt x="32782" y="71064"/>
                    <a:pt x="33031" y="70666"/>
                  </a:cubicBezTo>
                  <a:close/>
                  <a:moveTo>
                    <a:pt x="45178" y="71313"/>
                  </a:moveTo>
                  <a:cubicBezTo>
                    <a:pt x="45178" y="71338"/>
                    <a:pt x="45227" y="71413"/>
                    <a:pt x="45227" y="71437"/>
                  </a:cubicBezTo>
                  <a:cubicBezTo>
                    <a:pt x="45153" y="71637"/>
                    <a:pt x="45103" y="71786"/>
                    <a:pt x="45053" y="71960"/>
                  </a:cubicBezTo>
                  <a:lnTo>
                    <a:pt x="45003" y="71960"/>
                  </a:lnTo>
                  <a:cubicBezTo>
                    <a:pt x="45053" y="71711"/>
                    <a:pt x="45128" y="71537"/>
                    <a:pt x="45178" y="71313"/>
                  </a:cubicBezTo>
                  <a:close/>
                  <a:moveTo>
                    <a:pt x="33454" y="70765"/>
                  </a:moveTo>
                  <a:cubicBezTo>
                    <a:pt x="33479" y="70765"/>
                    <a:pt x="33553" y="70790"/>
                    <a:pt x="33578" y="70790"/>
                  </a:cubicBezTo>
                  <a:cubicBezTo>
                    <a:pt x="34151" y="71288"/>
                    <a:pt x="34773" y="71686"/>
                    <a:pt x="35445" y="72010"/>
                  </a:cubicBezTo>
                  <a:cubicBezTo>
                    <a:pt x="35346" y="72010"/>
                    <a:pt x="35296" y="71960"/>
                    <a:pt x="35196" y="71960"/>
                  </a:cubicBezTo>
                  <a:cubicBezTo>
                    <a:pt x="34549" y="71637"/>
                    <a:pt x="33952" y="71213"/>
                    <a:pt x="33454" y="70765"/>
                  </a:cubicBezTo>
                  <a:close/>
                  <a:moveTo>
                    <a:pt x="41120" y="63871"/>
                  </a:moveTo>
                  <a:cubicBezTo>
                    <a:pt x="42440" y="65314"/>
                    <a:pt x="43485" y="66783"/>
                    <a:pt x="44182" y="68226"/>
                  </a:cubicBezTo>
                  <a:cubicBezTo>
                    <a:pt x="43435" y="69347"/>
                    <a:pt x="42738" y="70442"/>
                    <a:pt x="42066" y="71562"/>
                  </a:cubicBezTo>
                  <a:lnTo>
                    <a:pt x="42041" y="71562"/>
                  </a:lnTo>
                  <a:cubicBezTo>
                    <a:pt x="42016" y="71562"/>
                    <a:pt x="41991" y="71587"/>
                    <a:pt x="41991" y="71587"/>
                  </a:cubicBezTo>
                  <a:cubicBezTo>
                    <a:pt x="41867" y="71686"/>
                    <a:pt x="41743" y="71711"/>
                    <a:pt x="41618" y="71761"/>
                  </a:cubicBezTo>
                  <a:cubicBezTo>
                    <a:pt x="41245" y="71885"/>
                    <a:pt x="40896" y="71960"/>
                    <a:pt x="40523" y="72060"/>
                  </a:cubicBezTo>
                  <a:cubicBezTo>
                    <a:pt x="40448" y="72010"/>
                    <a:pt x="40423" y="71935"/>
                    <a:pt x="40374" y="71910"/>
                  </a:cubicBezTo>
                  <a:lnTo>
                    <a:pt x="40274" y="71437"/>
                  </a:lnTo>
                  <a:cubicBezTo>
                    <a:pt x="40274" y="71388"/>
                    <a:pt x="40249" y="71313"/>
                    <a:pt x="40249" y="71213"/>
                  </a:cubicBezTo>
                  <a:cubicBezTo>
                    <a:pt x="40199" y="71064"/>
                    <a:pt x="40199" y="70915"/>
                    <a:pt x="40174" y="70765"/>
                  </a:cubicBezTo>
                  <a:lnTo>
                    <a:pt x="40174" y="70716"/>
                  </a:lnTo>
                  <a:lnTo>
                    <a:pt x="40174" y="70691"/>
                  </a:lnTo>
                  <a:cubicBezTo>
                    <a:pt x="40174" y="70641"/>
                    <a:pt x="40150" y="70566"/>
                    <a:pt x="40150" y="70467"/>
                  </a:cubicBezTo>
                  <a:cubicBezTo>
                    <a:pt x="40150" y="70342"/>
                    <a:pt x="40150" y="70268"/>
                    <a:pt x="40125" y="70143"/>
                  </a:cubicBezTo>
                  <a:cubicBezTo>
                    <a:pt x="40125" y="70019"/>
                    <a:pt x="40075" y="69919"/>
                    <a:pt x="40075" y="69795"/>
                  </a:cubicBezTo>
                  <a:lnTo>
                    <a:pt x="40075" y="69720"/>
                  </a:lnTo>
                  <a:lnTo>
                    <a:pt x="40075" y="69645"/>
                  </a:lnTo>
                  <a:lnTo>
                    <a:pt x="40075" y="69571"/>
                  </a:lnTo>
                  <a:cubicBezTo>
                    <a:pt x="40075" y="69197"/>
                    <a:pt x="40075" y="68799"/>
                    <a:pt x="40125" y="68401"/>
                  </a:cubicBezTo>
                  <a:cubicBezTo>
                    <a:pt x="40125" y="68301"/>
                    <a:pt x="40125" y="68226"/>
                    <a:pt x="40150" y="68152"/>
                  </a:cubicBezTo>
                  <a:cubicBezTo>
                    <a:pt x="40249" y="67231"/>
                    <a:pt x="40398" y="66310"/>
                    <a:pt x="40647" y="65364"/>
                  </a:cubicBezTo>
                  <a:cubicBezTo>
                    <a:pt x="40772" y="64866"/>
                    <a:pt x="40921" y="64368"/>
                    <a:pt x="41120" y="63871"/>
                  </a:cubicBezTo>
                  <a:close/>
                  <a:moveTo>
                    <a:pt x="46422" y="71786"/>
                  </a:moveTo>
                  <a:cubicBezTo>
                    <a:pt x="46422" y="71811"/>
                    <a:pt x="46397" y="71836"/>
                    <a:pt x="46397" y="71836"/>
                  </a:cubicBezTo>
                  <a:cubicBezTo>
                    <a:pt x="46173" y="71910"/>
                    <a:pt x="45924" y="71960"/>
                    <a:pt x="45725" y="72060"/>
                  </a:cubicBezTo>
                  <a:lnTo>
                    <a:pt x="45725" y="72010"/>
                  </a:lnTo>
                  <a:cubicBezTo>
                    <a:pt x="45974" y="71935"/>
                    <a:pt x="46173" y="71836"/>
                    <a:pt x="46422" y="71786"/>
                  </a:cubicBezTo>
                  <a:close/>
                  <a:moveTo>
                    <a:pt x="40125" y="71935"/>
                  </a:moveTo>
                  <a:lnTo>
                    <a:pt x="40150" y="71960"/>
                  </a:lnTo>
                  <a:lnTo>
                    <a:pt x="40174" y="72010"/>
                  </a:lnTo>
                  <a:lnTo>
                    <a:pt x="40199" y="72085"/>
                  </a:lnTo>
                  <a:lnTo>
                    <a:pt x="40150" y="72035"/>
                  </a:lnTo>
                  <a:cubicBezTo>
                    <a:pt x="40150" y="72010"/>
                    <a:pt x="40150" y="71960"/>
                    <a:pt x="40125" y="71935"/>
                  </a:cubicBezTo>
                  <a:close/>
                  <a:moveTo>
                    <a:pt x="21058" y="69073"/>
                  </a:moveTo>
                  <a:cubicBezTo>
                    <a:pt x="21133" y="69098"/>
                    <a:pt x="21133" y="69098"/>
                    <a:pt x="21133" y="69147"/>
                  </a:cubicBezTo>
                  <a:cubicBezTo>
                    <a:pt x="20610" y="70143"/>
                    <a:pt x="20112" y="71089"/>
                    <a:pt x="19639" y="72085"/>
                  </a:cubicBezTo>
                  <a:cubicBezTo>
                    <a:pt x="19614" y="72085"/>
                    <a:pt x="19589" y="72134"/>
                    <a:pt x="19540" y="72134"/>
                  </a:cubicBezTo>
                  <a:cubicBezTo>
                    <a:pt x="20038" y="71089"/>
                    <a:pt x="20535" y="70093"/>
                    <a:pt x="21058" y="69073"/>
                  </a:cubicBezTo>
                  <a:close/>
                  <a:moveTo>
                    <a:pt x="42912" y="71935"/>
                  </a:moveTo>
                  <a:cubicBezTo>
                    <a:pt x="43510" y="71935"/>
                    <a:pt x="44132" y="71960"/>
                    <a:pt x="44729" y="72085"/>
                  </a:cubicBezTo>
                  <a:cubicBezTo>
                    <a:pt x="44655" y="72085"/>
                    <a:pt x="44630" y="72134"/>
                    <a:pt x="44555" y="72134"/>
                  </a:cubicBezTo>
                  <a:cubicBezTo>
                    <a:pt x="44131" y="72042"/>
                    <a:pt x="43679" y="71991"/>
                    <a:pt x="43230" y="71991"/>
                  </a:cubicBezTo>
                  <a:cubicBezTo>
                    <a:pt x="43073" y="71991"/>
                    <a:pt x="42917" y="71997"/>
                    <a:pt x="42763" y="72010"/>
                  </a:cubicBezTo>
                  <a:cubicBezTo>
                    <a:pt x="42813" y="71960"/>
                    <a:pt x="42863" y="71960"/>
                    <a:pt x="42912" y="71935"/>
                  </a:cubicBezTo>
                  <a:close/>
                  <a:moveTo>
                    <a:pt x="11077" y="54885"/>
                  </a:moveTo>
                  <a:lnTo>
                    <a:pt x="11077" y="54885"/>
                  </a:lnTo>
                  <a:cubicBezTo>
                    <a:pt x="9807" y="58519"/>
                    <a:pt x="9085" y="62004"/>
                    <a:pt x="9011" y="65190"/>
                  </a:cubicBezTo>
                  <a:lnTo>
                    <a:pt x="9011" y="65464"/>
                  </a:lnTo>
                  <a:lnTo>
                    <a:pt x="9011" y="66584"/>
                  </a:lnTo>
                  <a:cubicBezTo>
                    <a:pt x="9011" y="66733"/>
                    <a:pt x="9011" y="66907"/>
                    <a:pt x="9036" y="67032"/>
                  </a:cubicBezTo>
                  <a:cubicBezTo>
                    <a:pt x="9036" y="67106"/>
                    <a:pt x="9036" y="67206"/>
                    <a:pt x="9061" y="67305"/>
                  </a:cubicBezTo>
                  <a:cubicBezTo>
                    <a:pt x="9061" y="67530"/>
                    <a:pt x="9085" y="67729"/>
                    <a:pt x="9085" y="67928"/>
                  </a:cubicBezTo>
                  <a:cubicBezTo>
                    <a:pt x="9110" y="68102"/>
                    <a:pt x="9110" y="68301"/>
                    <a:pt x="9160" y="68450"/>
                  </a:cubicBezTo>
                  <a:cubicBezTo>
                    <a:pt x="9160" y="68575"/>
                    <a:pt x="9185" y="68699"/>
                    <a:pt x="9185" y="68824"/>
                  </a:cubicBezTo>
                  <a:cubicBezTo>
                    <a:pt x="8712" y="69894"/>
                    <a:pt x="8289" y="70964"/>
                    <a:pt x="7866" y="72060"/>
                  </a:cubicBezTo>
                  <a:lnTo>
                    <a:pt x="7791" y="72159"/>
                  </a:lnTo>
                  <a:cubicBezTo>
                    <a:pt x="5675" y="69894"/>
                    <a:pt x="4331" y="67480"/>
                    <a:pt x="3833" y="65215"/>
                  </a:cubicBezTo>
                  <a:cubicBezTo>
                    <a:pt x="4904" y="62302"/>
                    <a:pt x="6198" y="59340"/>
                    <a:pt x="7766" y="56353"/>
                  </a:cubicBezTo>
                  <a:cubicBezTo>
                    <a:pt x="8712" y="55756"/>
                    <a:pt x="9832" y="55258"/>
                    <a:pt x="11077" y="54885"/>
                  </a:cubicBezTo>
                  <a:close/>
                  <a:moveTo>
                    <a:pt x="31985" y="72134"/>
                  </a:moveTo>
                  <a:cubicBezTo>
                    <a:pt x="31985" y="72159"/>
                    <a:pt x="31960" y="72159"/>
                    <a:pt x="31960" y="72184"/>
                  </a:cubicBezTo>
                  <a:lnTo>
                    <a:pt x="31911" y="72184"/>
                  </a:lnTo>
                  <a:cubicBezTo>
                    <a:pt x="31911" y="72159"/>
                    <a:pt x="31935" y="72159"/>
                    <a:pt x="31935" y="72134"/>
                  </a:cubicBezTo>
                  <a:close/>
                  <a:moveTo>
                    <a:pt x="45153" y="72159"/>
                  </a:moveTo>
                  <a:cubicBezTo>
                    <a:pt x="45178" y="72159"/>
                    <a:pt x="45227" y="72159"/>
                    <a:pt x="45252" y="72184"/>
                  </a:cubicBezTo>
                  <a:cubicBezTo>
                    <a:pt x="45227" y="72184"/>
                    <a:pt x="45178" y="72209"/>
                    <a:pt x="45153" y="72209"/>
                  </a:cubicBezTo>
                  <a:lnTo>
                    <a:pt x="45153" y="72159"/>
                  </a:lnTo>
                  <a:close/>
                  <a:moveTo>
                    <a:pt x="71811" y="63348"/>
                  </a:moveTo>
                  <a:lnTo>
                    <a:pt x="72234" y="63746"/>
                  </a:lnTo>
                  <a:cubicBezTo>
                    <a:pt x="69446" y="66733"/>
                    <a:pt x="66534" y="69546"/>
                    <a:pt x="63423" y="72209"/>
                  </a:cubicBezTo>
                  <a:cubicBezTo>
                    <a:pt x="63273" y="72060"/>
                    <a:pt x="63149" y="71910"/>
                    <a:pt x="62975" y="71761"/>
                  </a:cubicBezTo>
                  <a:lnTo>
                    <a:pt x="63348" y="71462"/>
                  </a:lnTo>
                  <a:cubicBezTo>
                    <a:pt x="63522" y="71338"/>
                    <a:pt x="63697" y="71213"/>
                    <a:pt x="63846" y="71089"/>
                  </a:cubicBezTo>
                  <a:cubicBezTo>
                    <a:pt x="64045" y="70940"/>
                    <a:pt x="64219" y="70815"/>
                    <a:pt x="64418" y="70666"/>
                  </a:cubicBezTo>
                  <a:cubicBezTo>
                    <a:pt x="64443" y="70641"/>
                    <a:pt x="64518" y="70591"/>
                    <a:pt x="64543" y="70566"/>
                  </a:cubicBezTo>
                  <a:cubicBezTo>
                    <a:pt x="64568" y="70541"/>
                    <a:pt x="64642" y="70516"/>
                    <a:pt x="64667" y="70467"/>
                  </a:cubicBezTo>
                  <a:lnTo>
                    <a:pt x="64767" y="70367"/>
                  </a:lnTo>
                  <a:cubicBezTo>
                    <a:pt x="65314" y="69944"/>
                    <a:pt x="65837" y="69471"/>
                    <a:pt x="66385" y="68998"/>
                  </a:cubicBezTo>
                  <a:lnTo>
                    <a:pt x="66410" y="68973"/>
                  </a:lnTo>
                  <a:lnTo>
                    <a:pt x="66459" y="68923"/>
                  </a:lnTo>
                  <a:cubicBezTo>
                    <a:pt x="66957" y="68475"/>
                    <a:pt x="67430" y="68052"/>
                    <a:pt x="67903" y="67579"/>
                  </a:cubicBezTo>
                  <a:cubicBezTo>
                    <a:pt x="68003" y="67530"/>
                    <a:pt x="68052" y="67430"/>
                    <a:pt x="68152" y="67355"/>
                  </a:cubicBezTo>
                  <a:lnTo>
                    <a:pt x="68202" y="67305"/>
                  </a:lnTo>
                  <a:lnTo>
                    <a:pt x="68301" y="67206"/>
                  </a:lnTo>
                  <a:cubicBezTo>
                    <a:pt x="68700" y="66808"/>
                    <a:pt x="69123" y="66409"/>
                    <a:pt x="69521" y="65961"/>
                  </a:cubicBezTo>
                  <a:cubicBezTo>
                    <a:pt x="69646" y="65837"/>
                    <a:pt x="69745" y="65712"/>
                    <a:pt x="69870" y="65588"/>
                  </a:cubicBezTo>
                  <a:cubicBezTo>
                    <a:pt x="69894" y="65563"/>
                    <a:pt x="69894" y="65538"/>
                    <a:pt x="69919" y="65538"/>
                  </a:cubicBezTo>
                  <a:cubicBezTo>
                    <a:pt x="70193" y="65215"/>
                    <a:pt x="70492" y="64916"/>
                    <a:pt x="70766" y="64567"/>
                  </a:cubicBezTo>
                  <a:cubicBezTo>
                    <a:pt x="70865" y="64468"/>
                    <a:pt x="70940" y="64368"/>
                    <a:pt x="71015" y="64294"/>
                  </a:cubicBezTo>
                  <a:cubicBezTo>
                    <a:pt x="71139" y="64119"/>
                    <a:pt x="71263" y="63995"/>
                    <a:pt x="71388" y="63846"/>
                  </a:cubicBezTo>
                  <a:lnTo>
                    <a:pt x="71413" y="63821"/>
                  </a:lnTo>
                  <a:cubicBezTo>
                    <a:pt x="71537" y="63671"/>
                    <a:pt x="71687" y="63497"/>
                    <a:pt x="71811" y="63348"/>
                  </a:cubicBezTo>
                  <a:close/>
                  <a:moveTo>
                    <a:pt x="33221" y="72051"/>
                  </a:moveTo>
                  <a:cubicBezTo>
                    <a:pt x="33878" y="72051"/>
                    <a:pt x="34525" y="72083"/>
                    <a:pt x="35171" y="72159"/>
                  </a:cubicBezTo>
                  <a:cubicBezTo>
                    <a:pt x="35221" y="72184"/>
                    <a:pt x="35321" y="72209"/>
                    <a:pt x="35370" y="72259"/>
                  </a:cubicBezTo>
                  <a:cubicBezTo>
                    <a:pt x="34706" y="72166"/>
                    <a:pt x="34028" y="72115"/>
                    <a:pt x="33336" y="72115"/>
                  </a:cubicBezTo>
                  <a:cubicBezTo>
                    <a:pt x="33095" y="72115"/>
                    <a:pt x="32852" y="72121"/>
                    <a:pt x="32608" y="72134"/>
                  </a:cubicBezTo>
                  <a:cubicBezTo>
                    <a:pt x="32458" y="72134"/>
                    <a:pt x="32334" y="72159"/>
                    <a:pt x="32184" y="72159"/>
                  </a:cubicBezTo>
                  <a:cubicBezTo>
                    <a:pt x="32184" y="72134"/>
                    <a:pt x="32209" y="72134"/>
                    <a:pt x="32209" y="72085"/>
                  </a:cubicBezTo>
                  <a:cubicBezTo>
                    <a:pt x="32334" y="72085"/>
                    <a:pt x="32483" y="72060"/>
                    <a:pt x="32608" y="72060"/>
                  </a:cubicBezTo>
                  <a:cubicBezTo>
                    <a:pt x="32813" y="72054"/>
                    <a:pt x="33017" y="72051"/>
                    <a:pt x="33221" y="72051"/>
                  </a:cubicBezTo>
                  <a:close/>
                  <a:moveTo>
                    <a:pt x="46248" y="72085"/>
                  </a:moveTo>
                  <a:lnTo>
                    <a:pt x="46248" y="72085"/>
                  </a:lnTo>
                  <a:cubicBezTo>
                    <a:pt x="46223" y="72159"/>
                    <a:pt x="46173" y="72209"/>
                    <a:pt x="46148" y="72259"/>
                  </a:cubicBezTo>
                  <a:cubicBezTo>
                    <a:pt x="46099" y="72209"/>
                    <a:pt x="46024" y="72184"/>
                    <a:pt x="45924" y="72184"/>
                  </a:cubicBezTo>
                  <a:cubicBezTo>
                    <a:pt x="46024" y="72159"/>
                    <a:pt x="46148" y="72134"/>
                    <a:pt x="46248" y="72085"/>
                  </a:cubicBezTo>
                  <a:close/>
                  <a:moveTo>
                    <a:pt x="8164" y="72060"/>
                  </a:moveTo>
                  <a:cubicBezTo>
                    <a:pt x="8164" y="72134"/>
                    <a:pt x="8164" y="72159"/>
                    <a:pt x="8140" y="72184"/>
                  </a:cubicBezTo>
                  <a:lnTo>
                    <a:pt x="8090" y="72209"/>
                  </a:lnTo>
                  <a:lnTo>
                    <a:pt x="8040" y="72284"/>
                  </a:lnTo>
                  <a:cubicBezTo>
                    <a:pt x="8040" y="72259"/>
                    <a:pt x="8065" y="72184"/>
                    <a:pt x="8065" y="72159"/>
                  </a:cubicBezTo>
                  <a:lnTo>
                    <a:pt x="8164" y="72060"/>
                  </a:lnTo>
                  <a:close/>
                  <a:moveTo>
                    <a:pt x="3709" y="65513"/>
                  </a:moveTo>
                  <a:cubicBezTo>
                    <a:pt x="4281" y="67754"/>
                    <a:pt x="5601" y="70068"/>
                    <a:pt x="7617" y="72284"/>
                  </a:cubicBezTo>
                  <a:cubicBezTo>
                    <a:pt x="7592" y="72284"/>
                    <a:pt x="7592" y="72309"/>
                    <a:pt x="7567" y="72309"/>
                  </a:cubicBezTo>
                  <a:cubicBezTo>
                    <a:pt x="5576" y="70168"/>
                    <a:pt x="4232" y="67853"/>
                    <a:pt x="3684" y="65613"/>
                  </a:cubicBezTo>
                  <a:cubicBezTo>
                    <a:pt x="3684" y="65588"/>
                    <a:pt x="3709" y="65563"/>
                    <a:pt x="3709" y="65513"/>
                  </a:cubicBezTo>
                  <a:close/>
                  <a:moveTo>
                    <a:pt x="22601" y="71089"/>
                  </a:moveTo>
                  <a:lnTo>
                    <a:pt x="22626" y="71139"/>
                  </a:lnTo>
                  <a:lnTo>
                    <a:pt x="22651" y="71164"/>
                  </a:lnTo>
                  <a:cubicBezTo>
                    <a:pt x="22029" y="71388"/>
                    <a:pt x="21407" y="71587"/>
                    <a:pt x="20784" y="71836"/>
                  </a:cubicBezTo>
                  <a:cubicBezTo>
                    <a:pt x="20486" y="71960"/>
                    <a:pt x="20137" y="72134"/>
                    <a:pt x="19813" y="72284"/>
                  </a:cubicBezTo>
                  <a:cubicBezTo>
                    <a:pt x="19789" y="72284"/>
                    <a:pt x="19789" y="72309"/>
                    <a:pt x="19764" y="72309"/>
                  </a:cubicBezTo>
                  <a:cubicBezTo>
                    <a:pt x="19764" y="72309"/>
                    <a:pt x="19764" y="72284"/>
                    <a:pt x="19789" y="72284"/>
                  </a:cubicBezTo>
                  <a:cubicBezTo>
                    <a:pt x="19789" y="72284"/>
                    <a:pt x="19789" y="72259"/>
                    <a:pt x="19813" y="72259"/>
                  </a:cubicBezTo>
                  <a:cubicBezTo>
                    <a:pt x="19838" y="72209"/>
                    <a:pt x="19888" y="72184"/>
                    <a:pt x="19913" y="72159"/>
                  </a:cubicBezTo>
                  <a:cubicBezTo>
                    <a:pt x="20212" y="72035"/>
                    <a:pt x="20436" y="71910"/>
                    <a:pt x="20734" y="71786"/>
                  </a:cubicBezTo>
                  <a:cubicBezTo>
                    <a:pt x="20784" y="71761"/>
                    <a:pt x="20859" y="71761"/>
                    <a:pt x="20909" y="71711"/>
                  </a:cubicBezTo>
                  <a:cubicBezTo>
                    <a:pt x="21183" y="71587"/>
                    <a:pt x="21506" y="71462"/>
                    <a:pt x="21780" y="71388"/>
                  </a:cubicBezTo>
                  <a:cubicBezTo>
                    <a:pt x="21805" y="71338"/>
                    <a:pt x="21879" y="71338"/>
                    <a:pt x="21904" y="71313"/>
                  </a:cubicBezTo>
                  <a:cubicBezTo>
                    <a:pt x="22128" y="71213"/>
                    <a:pt x="22352" y="71164"/>
                    <a:pt x="22601" y="71089"/>
                  </a:cubicBezTo>
                  <a:close/>
                  <a:moveTo>
                    <a:pt x="41295" y="72134"/>
                  </a:moveTo>
                  <a:cubicBezTo>
                    <a:pt x="41270" y="72134"/>
                    <a:pt x="41170" y="72159"/>
                    <a:pt x="41071" y="72184"/>
                  </a:cubicBezTo>
                  <a:cubicBezTo>
                    <a:pt x="40946" y="72209"/>
                    <a:pt x="40822" y="72259"/>
                    <a:pt x="40697" y="72309"/>
                  </a:cubicBezTo>
                  <a:cubicBezTo>
                    <a:pt x="40697" y="72309"/>
                    <a:pt x="40697" y="72284"/>
                    <a:pt x="40672" y="72284"/>
                  </a:cubicBezTo>
                  <a:lnTo>
                    <a:pt x="40647" y="72259"/>
                  </a:lnTo>
                  <a:cubicBezTo>
                    <a:pt x="40797" y="72209"/>
                    <a:pt x="40996" y="72159"/>
                    <a:pt x="41145" y="72134"/>
                  </a:cubicBezTo>
                  <a:close/>
                  <a:moveTo>
                    <a:pt x="45551" y="72284"/>
                  </a:moveTo>
                  <a:lnTo>
                    <a:pt x="45551" y="72309"/>
                  </a:lnTo>
                  <a:cubicBezTo>
                    <a:pt x="45526" y="72309"/>
                    <a:pt x="45526" y="72309"/>
                    <a:pt x="45501" y="72284"/>
                  </a:cubicBezTo>
                  <a:lnTo>
                    <a:pt x="45501" y="72284"/>
                  </a:lnTo>
                  <a:cubicBezTo>
                    <a:pt x="45509" y="72292"/>
                    <a:pt x="45515" y="72295"/>
                    <a:pt x="45520" y="72295"/>
                  </a:cubicBezTo>
                  <a:cubicBezTo>
                    <a:pt x="45529" y="72295"/>
                    <a:pt x="45534" y="72284"/>
                    <a:pt x="45551" y="72284"/>
                  </a:cubicBezTo>
                  <a:close/>
                  <a:moveTo>
                    <a:pt x="62825" y="71836"/>
                  </a:moveTo>
                  <a:cubicBezTo>
                    <a:pt x="62975" y="72010"/>
                    <a:pt x="63149" y="72159"/>
                    <a:pt x="63298" y="72333"/>
                  </a:cubicBezTo>
                  <a:cubicBezTo>
                    <a:pt x="63273" y="72333"/>
                    <a:pt x="63224" y="72383"/>
                    <a:pt x="63224" y="72383"/>
                  </a:cubicBezTo>
                  <a:cubicBezTo>
                    <a:pt x="63074" y="72209"/>
                    <a:pt x="62925" y="72035"/>
                    <a:pt x="62751" y="71885"/>
                  </a:cubicBezTo>
                  <a:lnTo>
                    <a:pt x="62800" y="71885"/>
                  </a:lnTo>
                  <a:lnTo>
                    <a:pt x="62825" y="71836"/>
                  </a:lnTo>
                  <a:close/>
                  <a:moveTo>
                    <a:pt x="72309" y="63945"/>
                  </a:moveTo>
                  <a:lnTo>
                    <a:pt x="72359" y="63970"/>
                  </a:lnTo>
                  <a:cubicBezTo>
                    <a:pt x="69621" y="66907"/>
                    <a:pt x="66683" y="69720"/>
                    <a:pt x="63572" y="72408"/>
                  </a:cubicBezTo>
                  <a:lnTo>
                    <a:pt x="63547" y="72383"/>
                  </a:lnTo>
                  <a:lnTo>
                    <a:pt x="63522" y="72333"/>
                  </a:lnTo>
                  <a:cubicBezTo>
                    <a:pt x="66659" y="69695"/>
                    <a:pt x="69571" y="66857"/>
                    <a:pt x="72309" y="63945"/>
                  </a:cubicBezTo>
                  <a:close/>
                  <a:moveTo>
                    <a:pt x="34474" y="68276"/>
                  </a:moveTo>
                  <a:cubicBezTo>
                    <a:pt x="34574" y="68301"/>
                    <a:pt x="34649" y="68326"/>
                    <a:pt x="34723" y="68401"/>
                  </a:cubicBezTo>
                  <a:cubicBezTo>
                    <a:pt x="34898" y="68475"/>
                    <a:pt x="35072" y="68550"/>
                    <a:pt x="35221" y="68650"/>
                  </a:cubicBezTo>
                  <a:cubicBezTo>
                    <a:pt x="35395" y="68699"/>
                    <a:pt x="35520" y="68799"/>
                    <a:pt x="35644" y="68849"/>
                  </a:cubicBezTo>
                  <a:cubicBezTo>
                    <a:pt x="35794" y="68948"/>
                    <a:pt x="35943" y="69023"/>
                    <a:pt x="36092" y="69098"/>
                  </a:cubicBezTo>
                  <a:cubicBezTo>
                    <a:pt x="36267" y="69197"/>
                    <a:pt x="36391" y="69272"/>
                    <a:pt x="36540" y="69347"/>
                  </a:cubicBezTo>
                  <a:cubicBezTo>
                    <a:pt x="36690" y="69446"/>
                    <a:pt x="36814" y="69546"/>
                    <a:pt x="36963" y="69645"/>
                  </a:cubicBezTo>
                  <a:cubicBezTo>
                    <a:pt x="37088" y="69720"/>
                    <a:pt x="37262" y="69819"/>
                    <a:pt x="37387" y="69919"/>
                  </a:cubicBezTo>
                  <a:cubicBezTo>
                    <a:pt x="37511" y="70019"/>
                    <a:pt x="37660" y="70093"/>
                    <a:pt x="37785" y="70193"/>
                  </a:cubicBezTo>
                  <a:cubicBezTo>
                    <a:pt x="37909" y="70292"/>
                    <a:pt x="38034" y="70392"/>
                    <a:pt x="38183" y="70516"/>
                  </a:cubicBezTo>
                  <a:cubicBezTo>
                    <a:pt x="38308" y="70591"/>
                    <a:pt x="38432" y="70691"/>
                    <a:pt x="38557" y="70815"/>
                  </a:cubicBezTo>
                  <a:cubicBezTo>
                    <a:pt x="38681" y="70915"/>
                    <a:pt x="38805" y="71039"/>
                    <a:pt x="38930" y="71139"/>
                  </a:cubicBezTo>
                  <a:cubicBezTo>
                    <a:pt x="39054" y="71213"/>
                    <a:pt x="39179" y="71338"/>
                    <a:pt x="39303" y="71437"/>
                  </a:cubicBezTo>
                  <a:cubicBezTo>
                    <a:pt x="39428" y="71562"/>
                    <a:pt x="39552" y="71686"/>
                    <a:pt x="39677" y="71786"/>
                  </a:cubicBezTo>
                  <a:lnTo>
                    <a:pt x="40000" y="72085"/>
                  </a:lnTo>
                  <a:cubicBezTo>
                    <a:pt x="40000" y="72134"/>
                    <a:pt x="40000" y="72134"/>
                    <a:pt x="40025" y="72134"/>
                  </a:cubicBezTo>
                  <a:lnTo>
                    <a:pt x="40025" y="72159"/>
                  </a:lnTo>
                  <a:cubicBezTo>
                    <a:pt x="39577" y="72309"/>
                    <a:pt x="39204" y="72383"/>
                    <a:pt x="38830" y="72433"/>
                  </a:cubicBezTo>
                  <a:cubicBezTo>
                    <a:pt x="38631" y="72309"/>
                    <a:pt x="38382" y="72159"/>
                    <a:pt x="38158" y="72035"/>
                  </a:cubicBezTo>
                  <a:lnTo>
                    <a:pt x="38133" y="72010"/>
                  </a:lnTo>
                  <a:cubicBezTo>
                    <a:pt x="36839" y="71288"/>
                    <a:pt x="35445" y="70765"/>
                    <a:pt x="33977" y="70392"/>
                  </a:cubicBezTo>
                  <a:cubicBezTo>
                    <a:pt x="33927" y="70392"/>
                    <a:pt x="33902" y="70342"/>
                    <a:pt x="33827" y="70342"/>
                  </a:cubicBezTo>
                  <a:cubicBezTo>
                    <a:pt x="33678" y="70317"/>
                    <a:pt x="33479" y="70268"/>
                    <a:pt x="33329" y="70218"/>
                  </a:cubicBezTo>
                  <a:cubicBezTo>
                    <a:pt x="33329" y="70218"/>
                    <a:pt x="33304" y="70218"/>
                    <a:pt x="33304" y="70193"/>
                  </a:cubicBezTo>
                  <a:cubicBezTo>
                    <a:pt x="33678" y="69546"/>
                    <a:pt x="34076" y="68899"/>
                    <a:pt x="34474" y="68276"/>
                  </a:cubicBezTo>
                  <a:close/>
                  <a:moveTo>
                    <a:pt x="35843" y="72259"/>
                  </a:moveTo>
                  <a:lnTo>
                    <a:pt x="35843" y="72259"/>
                  </a:lnTo>
                  <a:cubicBezTo>
                    <a:pt x="35943" y="72284"/>
                    <a:pt x="36067" y="72284"/>
                    <a:pt x="36167" y="72309"/>
                  </a:cubicBezTo>
                  <a:cubicBezTo>
                    <a:pt x="36328" y="72362"/>
                    <a:pt x="36476" y="72403"/>
                    <a:pt x="36638" y="72449"/>
                  </a:cubicBezTo>
                  <a:lnTo>
                    <a:pt x="36638" y="72449"/>
                  </a:lnTo>
                  <a:cubicBezTo>
                    <a:pt x="36493" y="72417"/>
                    <a:pt x="36335" y="72400"/>
                    <a:pt x="36167" y="72383"/>
                  </a:cubicBezTo>
                  <a:cubicBezTo>
                    <a:pt x="36142" y="72383"/>
                    <a:pt x="36092" y="72383"/>
                    <a:pt x="36092" y="72333"/>
                  </a:cubicBezTo>
                  <a:cubicBezTo>
                    <a:pt x="36018" y="72309"/>
                    <a:pt x="35943" y="72284"/>
                    <a:pt x="35843" y="72259"/>
                  </a:cubicBezTo>
                  <a:close/>
                  <a:moveTo>
                    <a:pt x="33977" y="70890"/>
                  </a:moveTo>
                  <a:lnTo>
                    <a:pt x="33977" y="70890"/>
                  </a:lnTo>
                  <a:cubicBezTo>
                    <a:pt x="34101" y="70915"/>
                    <a:pt x="34225" y="70940"/>
                    <a:pt x="34325" y="70964"/>
                  </a:cubicBezTo>
                  <a:lnTo>
                    <a:pt x="34698" y="71064"/>
                  </a:lnTo>
                  <a:cubicBezTo>
                    <a:pt x="35196" y="71213"/>
                    <a:pt x="35694" y="71388"/>
                    <a:pt x="36167" y="71562"/>
                  </a:cubicBezTo>
                  <a:lnTo>
                    <a:pt x="36192" y="71562"/>
                  </a:lnTo>
                  <a:cubicBezTo>
                    <a:pt x="36665" y="71761"/>
                    <a:pt x="37113" y="71960"/>
                    <a:pt x="37586" y="72209"/>
                  </a:cubicBezTo>
                  <a:cubicBezTo>
                    <a:pt x="37660" y="72259"/>
                    <a:pt x="37710" y="72284"/>
                    <a:pt x="37810" y="72309"/>
                  </a:cubicBezTo>
                  <a:cubicBezTo>
                    <a:pt x="37909" y="72383"/>
                    <a:pt x="37984" y="72433"/>
                    <a:pt x="38084" y="72458"/>
                  </a:cubicBezTo>
                  <a:lnTo>
                    <a:pt x="37909" y="72458"/>
                  </a:lnTo>
                  <a:cubicBezTo>
                    <a:pt x="37337" y="72383"/>
                    <a:pt x="36789" y="72209"/>
                    <a:pt x="36192" y="72134"/>
                  </a:cubicBezTo>
                  <a:cubicBezTo>
                    <a:pt x="35346" y="71811"/>
                    <a:pt x="34599" y="71413"/>
                    <a:pt x="33977" y="70890"/>
                  </a:cubicBezTo>
                  <a:close/>
                  <a:moveTo>
                    <a:pt x="39926" y="72458"/>
                  </a:moveTo>
                  <a:lnTo>
                    <a:pt x="39926" y="72458"/>
                  </a:lnTo>
                  <a:cubicBezTo>
                    <a:pt x="39926" y="72458"/>
                    <a:pt x="39926" y="72458"/>
                    <a:pt x="39926" y="72458"/>
                  </a:cubicBezTo>
                  <a:lnTo>
                    <a:pt x="39901" y="72458"/>
                  </a:lnTo>
                  <a:cubicBezTo>
                    <a:pt x="39908" y="72458"/>
                    <a:pt x="39917" y="72458"/>
                    <a:pt x="39926" y="72458"/>
                  </a:cubicBezTo>
                  <a:close/>
                  <a:moveTo>
                    <a:pt x="45750" y="72309"/>
                  </a:moveTo>
                  <a:cubicBezTo>
                    <a:pt x="45874" y="72333"/>
                    <a:pt x="45949" y="72383"/>
                    <a:pt x="46099" y="72408"/>
                  </a:cubicBezTo>
                  <a:cubicBezTo>
                    <a:pt x="46099" y="72433"/>
                    <a:pt x="46049" y="72433"/>
                    <a:pt x="46049" y="72458"/>
                  </a:cubicBezTo>
                  <a:cubicBezTo>
                    <a:pt x="45974" y="72433"/>
                    <a:pt x="45850" y="72408"/>
                    <a:pt x="45750" y="72383"/>
                  </a:cubicBezTo>
                  <a:lnTo>
                    <a:pt x="45750" y="72309"/>
                  </a:lnTo>
                  <a:close/>
                  <a:moveTo>
                    <a:pt x="7791" y="72433"/>
                  </a:moveTo>
                  <a:cubicBezTo>
                    <a:pt x="7791" y="72458"/>
                    <a:pt x="7766" y="72458"/>
                    <a:pt x="7766" y="72508"/>
                  </a:cubicBezTo>
                  <a:lnTo>
                    <a:pt x="7716" y="72458"/>
                  </a:lnTo>
                  <a:cubicBezTo>
                    <a:pt x="7766" y="72458"/>
                    <a:pt x="7766" y="72433"/>
                    <a:pt x="7791" y="72433"/>
                  </a:cubicBezTo>
                  <a:close/>
                  <a:moveTo>
                    <a:pt x="19515" y="72383"/>
                  </a:moveTo>
                  <a:cubicBezTo>
                    <a:pt x="19515" y="72383"/>
                    <a:pt x="19515" y="72408"/>
                    <a:pt x="19490" y="72408"/>
                  </a:cubicBezTo>
                  <a:cubicBezTo>
                    <a:pt x="19490" y="72433"/>
                    <a:pt x="19465" y="72433"/>
                    <a:pt x="19465" y="72458"/>
                  </a:cubicBezTo>
                  <a:cubicBezTo>
                    <a:pt x="19440" y="72458"/>
                    <a:pt x="19415" y="72458"/>
                    <a:pt x="19390" y="72508"/>
                  </a:cubicBezTo>
                  <a:cubicBezTo>
                    <a:pt x="19390" y="72458"/>
                    <a:pt x="19415" y="72458"/>
                    <a:pt x="19415" y="72433"/>
                  </a:cubicBezTo>
                  <a:lnTo>
                    <a:pt x="19415" y="72408"/>
                  </a:lnTo>
                  <a:cubicBezTo>
                    <a:pt x="19440" y="72408"/>
                    <a:pt x="19490" y="72383"/>
                    <a:pt x="19515" y="72383"/>
                  </a:cubicBezTo>
                  <a:close/>
                  <a:moveTo>
                    <a:pt x="33592" y="70544"/>
                  </a:moveTo>
                  <a:cubicBezTo>
                    <a:pt x="35230" y="70918"/>
                    <a:pt x="36818" y="71539"/>
                    <a:pt x="38283" y="72333"/>
                  </a:cubicBezTo>
                  <a:cubicBezTo>
                    <a:pt x="38308" y="72383"/>
                    <a:pt x="38382" y="72383"/>
                    <a:pt x="38407" y="72408"/>
                  </a:cubicBezTo>
                  <a:cubicBezTo>
                    <a:pt x="38432" y="72433"/>
                    <a:pt x="38507" y="72458"/>
                    <a:pt x="38532" y="72508"/>
                  </a:cubicBezTo>
                  <a:lnTo>
                    <a:pt x="38457" y="72508"/>
                  </a:lnTo>
                  <a:cubicBezTo>
                    <a:pt x="38283" y="72408"/>
                    <a:pt x="38084" y="72284"/>
                    <a:pt x="37909" y="72184"/>
                  </a:cubicBezTo>
                  <a:cubicBezTo>
                    <a:pt x="37835" y="72159"/>
                    <a:pt x="37785" y="72134"/>
                    <a:pt x="37685" y="72060"/>
                  </a:cubicBezTo>
                  <a:cubicBezTo>
                    <a:pt x="37212" y="71811"/>
                    <a:pt x="36764" y="71587"/>
                    <a:pt x="36267" y="71413"/>
                  </a:cubicBezTo>
                  <a:cubicBezTo>
                    <a:pt x="36192" y="71388"/>
                    <a:pt x="36142" y="71338"/>
                    <a:pt x="36067" y="71338"/>
                  </a:cubicBezTo>
                  <a:cubicBezTo>
                    <a:pt x="35669" y="71188"/>
                    <a:pt x="35221" y="71039"/>
                    <a:pt x="34798" y="70915"/>
                  </a:cubicBezTo>
                  <a:cubicBezTo>
                    <a:pt x="34673" y="70890"/>
                    <a:pt x="34549" y="70815"/>
                    <a:pt x="34425" y="70790"/>
                  </a:cubicBezTo>
                  <a:lnTo>
                    <a:pt x="33678" y="70591"/>
                  </a:lnTo>
                  <a:lnTo>
                    <a:pt x="33653" y="70566"/>
                  </a:lnTo>
                  <a:cubicBezTo>
                    <a:pt x="33614" y="70566"/>
                    <a:pt x="33606" y="70551"/>
                    <a:pt x="33592" y="70544"/>
                  </a:cubicBezTo>
                  <a:close/>
                  <a:moveTo>
                    <a:pt x="41419" y="72284"/>
                  </a:moveTo>
                  <a:cubicBezTo>
                    <a:pt x="41245" y="72408"/>
                    <a:pt x="41071" y="72433"/>
                    <a:pt x="40921" y="72508"/>
                  </a:cubicBezTo>
                  <a:cubicBezTo>
                    <a:pt x="40921" y="72458"/>
                    <a:pt x="40896" y="72458"/>
                    <a:pt x="40896" y="72433"/>
                  </a:cubicBezTo>
                  <a:cubicBezTo>
                    <a:pt x="40921" y="72433"/>
                    <a:pt x="40921" y="72433"/>
                    <a:pt x="40946" y="72408"/>
                  </a:cubicBezTo>
                  <a:cubicBezTo>
                    <a:pt x="41046" y="72383"/>
                    <a:pt x="41170" y="72333"/>
                    <a:pt x="41270" y="72309"/>
                  </a:cubicBezTo>
                  <a:cubicBezTo>
                    <a:pt x="41319" y="72309"/>
                    <a:pt x="41369" y="72284"/>
                    <a:pt x="41419" y="72284"/>
                  </a:cubicBezTo>
                  <a:close/>
                  <a:moveTo>
                    <a:pt x="63423" y="72458"/>
                  </a:moveTo>
                  <a:cubicBezTo>
                    <a:pt x="63423" y="72508"/>
                    <a:pt x="63423" y="72508"/>
                    <a:pt x="63448" y="72533"/>
                  </a:cubicBezTo>
                  <a:cubicBezTo>
                    <a:pt x="63423" y="72533"/>
                    <a:pt x="63423" y="72557"/>
                    <a:pt x="63398" y="72557"/>
                  </a:cubicBezTo>
                  <a:cubicBezTo>
                    <a:pt x="63398" y="72533"/>
                    <a:pt x="63348" y="72533"/>
                    <a:pt x="63348" y="72508"/>
                  </a:cubicBezTo>
                  <a:cubicBezTo>
                    <a:pt x="63398" y="72508"/>
                    <a:pt x="63398" y="72458"/>
                    <a:pt x="63423" y="72458"/>
                  </a:cubicBezTo>
                  <a:close/>
                  <a:moveTo>
                    <a:pt x="43334" y="72176"/>
                  </a:moveTo>
                  <a:cubicBezTo>
                    <a:pt x="43592" y="72176"/>
                    <a:pt x="43849" y="72188"/>
                    <a:pt x="44107" y="72209"/>
                  </a:cubicBezTo>
                  <a:cubicBezTo>
                    <a:pt x="43385" y="72383"/>
                    <a:pt x="42688" y="72508"/>
                    <a:pt x="42016" y="72582"/>
                  </a:cubicBezTo>
                  <a:cubicBezTo>
                    <a:pt x="42016" y="72557"/>
                    <a:pt x="42041" y="72533"/>
                    <a:pt x="42041" y="72533"/>
                  </a:cubicBezTo>
                  <a:cubicBezTo>
                    <a:pt x="42041" y="72533"/>
                    <a:pt x="42041" y="72508"/>
                    <a:pt x="42066" y="72508"/>
                  </a:cubicBezTo>
                  <a:cubicBezTo>
                    <a:pt x="42066" y="72508"/>
                    <a:pt x="42066" y="72458"/>
                    <a:pt x="42116" y="72458"/>
                  </a:cubicBezTo>
                  <a:cubicBezTo>
                    <a:pt x="42141" y="72408"/>
                    <a:pt x="42191" y="72309"/>
                    <a:pt x="42240" y="72259"/>
                  </a:cubicBezTo>
                  <a:cubicBezTo>
                    <a:pt x="42605" y="72200"/>
                    <a:pt x="42969" y="72176"/>
                    <a:pt x="43334" y="72176"/>
                  </a:cubicBezTo>
                  <a:close/>
                  <a:moveTo>
                    <a:pt x="40672" y="72533"/>
                  </a:moveTo>
                  <a:cubicBezTo>
                    <a:pt x="40672" y="72533"/>
                    <a:pt x="40697" y="72557"/>
                    <a:pt x="40697" y="72582"/>
                  </a:cubicBezTo>
                  <a:cubicBezTo>
                    <a:pt x="40672" y="72582"/>
                    <a:pt x="40672" y="72582"/>
                    <a:pt x="40647" y="72632"/>
                  </a:cubicBezTo>
                  <a:cubicBezTo>
                    <a:pt x="40647" y="72582"/>
                    <a:pt x="40622" y="72582"/>
                    <a:pt x="40622" y="72557"/>
                  </a:cubicBezTo>
                  <a:cubicBezTo>
                    <a:pt x="40647" y="72557"/>
                    <a:pt x="40647" y="72557"/>
                    <a:pt x="40672" y="72533"/>
                  </a:cubicBezTo>
                  <a:close/>
                  <a:moveTo>
                    <a:pt x="41942" y="72309"/>
                  </a:moveTo>
                  <a:cubicBezTo>
                    <a:pt x="41892" y="72408"/>
                    <a:pt x="41817" y="72533"/>
                    <a:pt x="41767" y="72632"/>
                  </a:cubicBezTo>
                  <a:lnTo>
                    <a:pt x="41743" y="72632"/>
                  </a:lnTo>
                  <a:cubicBezTo>
                    <a:pt x="41767" y="72533"/>
                    <a:pt x="41817" y="72433"/>
                    <a:pt x="41892" y="72333"/>
                  </a:cubicBezTo>
                  <a:cubicBezTo>
                    <a:pt x="41917" y="72333"/>
                    <a:pt x="41942" y="72309"/>
                    <a:pt x="41942" y="72309"/>
                  </a:cubicBezTo>
                  <a:close/>
                  <a:moveTo>
                    <a:pt x="39204" y="72582"/>
                  </a:moveTo>
                  <a:cubicBezTo>
                    <a:pt x="39204" y="72582"/>
                    <a:pt x="39179" y="72582"/>
                    <a:pt x="39154" y="72632"/>
                  </a:cubicBezTo>
                  <a:cubicBezTo>
                    <a:pt x="39129" y="72632"/>
                    <a:pt x="39129" y="72657"/>
                    <a:pt x="39079" y="72657"/>
                  </a:cubicBezTo>
                  <a:lnTo>
                    <a:pt x="39054" y="72657"/>
                  </a:lnTo>
                  <a:cubicBezTo>
                    <a:pt x="39054" y="72657"/>
                    <a:pt x="39029" y="72657"/>
                    <a:pt x="39029" y="72632"/>
                  </a:cubicBezTo>
                  <a:cubicBezTo>
                    <a:pt x="39079" y="72632"/>
                    <a:pt x="39154" y="72582"/>
                    <a:pt x="39204" y="72582"/>
                  </a:cubicBezTo>
                  <a:close/>
                  <a:moveTo>
                    <a:pt x="38756" y="72657"/>
                  </a:moveTo>
                  <a:lnTo>
                    <a:pt x="38781" y="72682"/>
                  </a:lnTo>
                  <a:lnTo>
                    <a:pt x="38756" y="72682"/>
                  </a:lnTo>
                  <a:cubicBezTo>
                    <a:pt x="38756" y="72657"/>
                    <a:pt x="38706" y="72657"/>
                    <a:pt x="38681" y="72657"/>
                  </a:cubicBezTo>
                  <a:close/>
                  <a:moveTo>
                    <a:pt x="40398" y="72632"/>
                  </a:moveTo>
                  <a:cubicBezTo>
                    <a:pt x="40398" y="72657"/>
                    <a:pt x="40398" y="72657"/>
                    <a:pt x="40423" y="72682"/>
                  </a:cubicBezTo>
                  <a:lnTo>
                    <a:pt x="40374" y="72682"/>
                  </a:lnTo>
                  <a:lnTo>
                    <a:pt x="40374" y="72657"/>
                  </a:lnTo>
                  <a:cubicBezTo>
                    <a:pt x="40398" y="72657"/>
                    <a:pt x="40398" y="72657"/>
                    <a:pt x="40398" y="72632"/>
                  </a:cubicBezTo>
                  <a:close/>
                  <a:moveTo>
                    <a:pt x="41543" y="72458"/>
                  </a:moveTo>
                  <a:cubicBezTo>
                    <a:pt x="41543" y="72533"/>
                    <a:pt x="41494" y="72582"/>
                    <a:pt x="41444" y="72657"/>
                  </a:cubicBezTo>
                  <a:cubicBezTo>
                    <a:pt x="41319" y="72657"/>
                    <a:pt x="41195" y="72657"/>
                    <a:pt x="41046" y="72682"/>
                  </a:cubicBezTo>
                  <a:lnTo>
                    <a:pt x="41021" y="72657"/>
                  </a:lnTo>
                  <a:cubicBezTo>
                    <a:pt x="41195" y="72582"/>
                    <a:pt x="41369" y="72533"/>
                    <a:pt x="41543" y="72458"/>
                  </a:cubicBezTo>
                  <a:close/>
                  <a:moveTo>
                    <a:pt x="37810" y="72757"/>
                  </a:moveTo>
                  <a:cubicBezTo>
                    <a:pt x="37835" y="72757"/>
                    <a:pt x="37860" y="72757"/>
                    <a:pt x="37909" y="72782"/>
                  </a:cubicBezTo>
                  <a:cubicBezTo>
                    <a:pt x="37959" y="72782"/>
                    <a:pt x="38009" y="72806"/>
                    <a:pt x="38059" y="72806"/>
                  </a:cubicBezTo>
                  <a:cubicBezTo>
                    <a:pt x="38133" y="72831"/>
                    <a:pt x="38183" y="72831"/>
                    <a:pt x="38208" y="72856"/>
                  </a:cubicBezTo>
                  <a:cubicBezTo>
                    <a:pt x="38256" y="72856"/>
                    <a:pt x="38281" y="72902"/>
                    <a:pt x="38304" y="72906"/>
                  </a:cubicBezTo>
                  <a:lnTo>
                    <a:pt x="38304" y="72906"/>
                  </a:lnTo>
                  <a:cubicBezTo>
                    <a:pt x="38257" y="72904"/>
                    <a:pt x="38195" y="72897"/>
                    <a:pt x="38133" y="72856"/>
                  </a:cubicBezTo>
                  <a:cubicBezTo>
                    <a:pt x="38059" y="72856"/>
                    <a:pt x="38034" y="72856"/>
                    <a:pt x="37959" y="72831"/>
                  </a:cubicBezTo>
                  <a:cubicBezTo>
                    <a:pt x="37934" y="72806"/>
                    <a:pt x="37884" y="72782"/>
                    <a:pt x="37810" y="72782"/>
                  </a:cubicBezTo>
                  <a:lnTo>
                    <a:pt x="37810" y="72757"/>
                  </a:lnTo>
                  <a:close/>
                  <a:moveTo>
                    <a:pt x="41319" y="72831"/>
                  </a:moveTo>
                  <a:cubicBezTo>
                    <a:pt x="41319" y="72881"/>
                    <a:pt x="41319" y="72906"/>
                    <a:pt x="41295" y="72906"/>
                  </a:cubicBezTo>
                  <a:lnTo>
                    <a:pt x="41270" y="72906"/>
                  </a:lnTo>
                  <a:lnTo>
                    <a:pt x="41245" y="72881"/>
                  </a:lnTo>
                  <a:cubicBezTo>
                    <a:pt x="41245" y="72881"/>
                    <a:pt x="41245" y="72831"/>
                    <a:pt x="41195" y="72831"/>
                  </a:cubicBezTo>
                  <a:close/>
                  <a:moveTo>
                    <a:pt x="41643" y="72831"/>
                  </a:moveTo>
                  <a:cubicBezTo>
                    <a:pt x="41643" y="72881"/>
                    <a:pt x="41618" y="72881"/>
                    <a:pt x="41618" y="72906"/>
                  </a:cubicBezTo>
                  <a:lnTo>
                    <a:pt x="41568" y="72906"/>
                  </a:lnTo>
                  <a:cubicBezTo>
                    <a:pt x="41568" y="72881"/>
                    <a:pt x="41618" y="72881"/>
                    <a:pt x="41618" y="72831"/>
                  </a:cubicBezTo>
                  <a:close/>
                  <a:moveTo>
                    <a:pt x="44555" y="72309"/>
                  </a:moveTo>
                  <a:cubicBezTo>
                    <a:pt x="44605" y="72309"/>
                    <a:pt x="44630" y="72309"/>
                    <a:pt x="44680" y="72333"/>
                  </a:cubicBezTo>
                  <a:lnTo>
                    <a:pt x="44680" y="72383"/>
                  </a:lnTo>
                  <a:cubicBezTo>
                    <a:pt x="43734" y="72632"/>
                    <a:pt x="42788" y="72806"/>
                    <a:pt x="41867" y="72906"/>
                  </a:cubicBezTo>
                  <a:cubicBezTo>
                    <a:pt x="41867" y="72831"/>
                    <a:pt x="41892" y="72806"/>
                    <a:pt x="41892" y="72806"/>
                  </a:cubicBezTo>
                  <a:cubicBezTo>
                    <a:pt x="42763" y="72707"/>
                    <a:pt x="43634" y="72533"/>
                    <a:pt x="44555" y="72309"/>
                  </a:cubicBezTo>
                  <a:close/>
                  <a:moveTo>
                    <a:pt x="40971" y="72881"/>
                  </a:moveTo>
                  <a:lnTo>
                    <a:pt x="41046" y="72931"/>
                  </a:lnTo>
                  <a:lnTo>
                    <a:pt x="40971" y="72931"/>
                  </a:lnTo>
                  <a:cubicBezTo>
                    <a:pt x="40946" y="72931"/>
                    <a:pt x="40921" y="72906"/>
                    <a:pt x="40921" y="72881"/>
                  </a:cubicBezTo>
                  <a:close/>
                  <a:moveTo>
                    <a:pt x="39751" y="72906"/>
                  </a:moveTo>
                  <a:cubicBezTo>
                    <a:pt x="39677" y="72931"/>
                    <a:pt x="39652" y="72931"/>
                    <a:pt x="39577" y="72956"/>
                  </a:cubicBezTo>
                  <a:cubicBezTo>
                    <a:pt x="39552" y="72956"/>
                    <a:pt x="39552" y="72931"/>
                    <a:pt x="39527" y="72931"/>
                  </a:cubicBezTo>
                  <a:lnTo>
                    <a:pt x="39552" y="72931"/>
                  </a:lnTo>
                  <a:cubicBezTo>
                    <a:pt x="39627" y="72906"/>
                    <a:pt x="39677" y="72906"/>
                    <a:pt x="39751" y="72906"/>
                  </a:cubicBezTo>
                  <a:close/>
                  <a:moveTo>
                    <a:pt x="40249" y="72931"/>
                  </a:moveTo>
                  <a:lnTo>
                    <a:pt x="40249" y="72956"/>
                  </a:lnTo>
                  <a:lnTo>
                    <a:pt x="40125" y="72956"/>
                  </a:lnTo>
                  <a:cubicBezTo>
                    <a:pt x="40174" y="72956"/>
                    <a:pt x="40199" y="72956"/>
                    <a:pt x="40249" y="72931"/>
                  </a:cubicBezTo>
                  <a:close/>
                  <a:moveTo>
                    <a:pt x="40498" y="72906"/>
                  </a:moveTo>
                  <a:cubicBezTo>
                    <a:pt x="40498" y="72931"/>
                    <a:pt x="40523" y="72931"/>
                    <a:pt x="40523" y="72956"/>
                  </a:cubicBezTo>
                  <a:lnTo>
                    <a:pt x="40448" y="72956"/>
                  </a:lnTo>
                  <a:cubicBezTo>
                    <a:pt x="40448" y="72931"/>
                    <a:pt x="40448" y="72931"/>
                    <a:pt x="40423" y="72906"/>
                  </a:cubicBezTo>
                  <a:close/>
                  <a:moveTo>
                    <a:pt x="45750" y="72557"/>
                  </a:moveTo>
                  <a:cubicBezTo>
                    <a:pt x="45850" y="72582"/>
                    <a:pt x="45899" y="72632"/>
                    <a:pt x="45974" y="72632"/>
                  </a:cubicBezTo>
                  <a:cubicBezTo>
                    <a:pt x="45899" y="72757"/>
                    <a:pt x="45800" y="72906"/>
                    <a:pt x="45750" y="73030"/>
                  </a:cubicBezTo>
                  <a:lnTo>
                    <a:pt x="45750" y="72557"/>
                  </a:lnTo>
                  <a:close/>
                  <a:moveTo>
                    <a:pt x="52321" y="69396"/>
                  </a:moveTo>
                  <a:cubicBezTo>
                    <a:pt x="52321" y="69421"/>
                    <a:pt x="52346" y="69471"/>
                    <a:pt x="52346" y="69521"/>
                  </a:cubicBezTo>
                  <a:cubicBezTo>
                    <a:pt x="52371" y="69595"/>
                    <a:pt x="52371" y="69695"/>
                    <a:pt x="52396" y="69795"/>
                  </a:cubicBezTo>
                  <a:lnTo>
                    <a:pt x="52496" y="70168"/>
                  </a:lnTo>
                  <a:cubicBezTo>
                    <a:pt x="52396" y="70218"/>
                    <a:pt x="52346" y="70268"/>
                    <a:pt x="52247" y="70317"/>
                  </a:cubicBezTo>
                  <a:cubicBezTo>
                    <a:pt x="51624" y="70765"/>
                    <a:pt x="51002" y="71188"/>
                    <a:pt x="50355" y="71637"/>
                  </a:cubicBezTo>
                  <a:lnTo>
                    <a:pt x="49782" y="72010"/>
                  </a:lnTo>
                  <a:cubicBezTo>
                    <a:pt x="49235" y="72383"/>
                    <a:pt x="48662" y="72707"/>
                    <a:pt x="48140" y="73055"/>
                  </a:cubicBezTo>
                  <a:cubicBezTo>
                    <a:pt x="47642" y="72806"/>
                    <a:pt x="47169" y="72582"/>
                    <a:pt x="46671" y="72408"/>
                  </a:cubicBezTo>
                  <a:cubicBezTo>
                    <a:pt x="46771" y="72259"/>
                    <a:pt x="46845" y="72060"/>
                    <a:pt x="46920" y="71885"/>
                  </a:cubicBezTo>
                  <a:cubicBezTo>
                    <a:pt x="46920" y="71836"/>
                    <a:pt x="46970" y="71836"/>
                    <a:pt x="46970" y="71811"/>
                  </a:cubicBezTo>
                  <a:cubicBezTo>
                    <a:pt x="48712" y="71188"/>
                    <a:pt x="50504" y="70392"/>
                    <a:pt x="52321" y="69396"/>
                  </a:cubicBezTo>
                  <a:close/>
                  <a:moveTo>
                    <a:pt x="41519" y="73080"/>
                  </a:moveTo>
                  <a:cubicBezTo>
                    <a:pt x="41494" y="73130"/>
                    <a:pt x="41494" y="73155"/>
                    <a:pt x="41444" y="73155"/>
                  </a:cubicBezTo>
                  <a:cubicBezTo>
                    <a:pt x="41444" y="73130"/>
                    <a:pt x="41444" y="73130"/>
                    <a:pt x="41494" y="73080"/>
                  </a:cubicBezTo>
                  <a:close/>
                  <a:moveTo>
                    <a:pt x="50495" y="71776"/>
                  </a:moveTo>
                  <a:lnTo>
                    <a:pt x="50006" y="72109"/>
                  </a:lnTo>
                  <a:cubicBezTo>
                    <a:pt x="49484" y="72458"/>
                    <a:pt x="48911" y="72806"/>
                    <a:pt x="48388" y="73155"/>
                  </a:cubicBezTo>
                  <a:cubicBezTo>
                    <a:pt x="48388" y="73167"/>
                    <a:pt x="48382" y="73174"/>
                    <a:pt x="48373" y="73174"/>
                  </a:cubicBezTo>
                  <a:cubicBezTo>
                    <a:pt x="48364" y="73174"/>
                    <a:pt x="48351" y="73167"/>
                    <a:pt x="48339" y="73155"/>
                  </a:cubicBezTo>
                  <a:lnTo>
                    <a:pt x="48339" y="73155"/>
                  </a:lnTo>
                  <a:cubicBezTo>
                    <a:pt x="48339" y="73155"/>
                    <a:pt x="48339" y="73155"/>
                    <a:pt x="48339" y="73155"/>
                  </a:cubicBezTo>
                  <a:lnTo>
                    <a:pt x="48339" y="73155"/>
                  </a:lnTo>
                  <a:cubicBezTo>
                    <a:pt x="48351" y="73167"/>
                    <a:pt x="48351" y="73174"/>
                    <a:pt x="48348" y="73174"/>
                  </a:cubicBezTo>
                  <a:cubicBezTo>
                    <a:pt x="48345" y="73174"/>
                    <a:pt x="48339" y="73167"/>
                    <a:pt x="48339" y="73155"/>
                  </a:cubicBezTo>
                  <a:lnTo>
                    <a:pt x="48339" y="73155"/>
                  </a:lnTo>
                  <a:cubicBezTo>
                    <a:pt x="48339" y="73155"/>
                    <a:pt x="48339" y="73155"/>
                    <a:pt x="48339" y="73155"/>
                  </a:cubicBezTo>
                  <a:cubicBezTo>
                    <a:pt x="48488" y="73055"/>
                    <a:pt x="48637" y="72956"/>
                    <a:pt x="48837" y="72831"/>
                  </a:cubicBezTo>
                  <a:cubicBezTo>
                    <a:pt x="49036" y="72707"/>
                    <a:pt x="49235" y="72557"/>
                    <a:pt x="49459" y="72433"/>
                  </a:cubicBezTo>
                  <a:cubicBezTo>
                    <a:pt x="49608" y="72333"/>
                    <a:pt x="49782" y="72209"/>
                    <a:pt x="49957" y="72134"/>
                  </a:cubicBezTo>
                  <a:cubicBezTo>
                    <a:pt x="50131" y="72010"/>
                    <a:pt x="50305" y="71910"/>
                    <a:pt x="50479" y="71786"/>
                  </a:cubicBezTo>
                  <a:cubicBezTo>
                    <a:pt x="50485" y="71783"/>
                    <a:pt x="50490" y="71779"/>
                    <a:pt x="50495" y="71776"/>
                  </a:cubicBezTo>
                  <a:close/>
                  <a:moveTo>
                    <a:pt x="41170" y="73130"/>
                  </a:moveTo>
                  <a:lnTo>
                    <a:pt x="41195" y="73155"/>
                  </a:lnTo>
                  <a:cubicBezTo>
                    <a:pt x="41195" y="73180"/>
                    <a:pt x="41170" y="73180"/>
                    <a:pt x="41170" y="73205"/>
                  </a:cubicBezTo>
                  <a:cubicBezTo>
                    <a:pt x="41145" y="73180"/>
                    <a:pt x="41145" y="73155"/>
                    <a:pt x="41120" y="73130"/>
                  </a:cubicBezTo>
                  <a:close/>
                  <a:moveTo>
                    <a:pt x="46596" y="72582"/>
                  </a:moveTo>
                  <a:cubicBezTo>
                    <a:pt x="47044" y="72757"/>
                    <a:pt x="47492" y="72956"/>
                    <a:pt x="47916" y="73180"/>
                  </a:cubicBezTo>
                  <a:cubicBezTo>
                    <a:pt x="47891" y="73180"/>
                    <a:pt x="47891" y="73205"/>
                    <a:pt x="47866" y="73205"/>
                  </a:cubicBezTo>
                  <a:cubicBezTo>
                    <a:pt x="47468" y="73006"/>
                    <a:pt x="46995" y="72806"/>
                    <a:pt x="46547" y="72657"/>
                  </a:cubicBezTo>
                  <a:cubicBezTo>
                    <a:pt x="46547" y="72632"/>
                    <a:pt x="46596" y="72632"/>
                    <a:pt x="46596" y="72582"/>
                  </a:cubicBezTo>
                  <a:close/>
                  <a:moveTo>
                    <a:pt x="29247" y="70292"/>
                  </a:moveTo>
                  <a:cubicBezTo>
                    <a:pt x="29770" y="70292"/>
                    <a:pt x="30318" y="70317"/>
                    <a:pt x="30840" y="70342"/>
                  </a:cubicBezTo>
                  <a:cubicBezTo>
                    <a:pt x="30965" y="70342"/>
                    <a:pt x="31114" y="70392"/>
                    <a:pt x="31239" y="70392"/>
                  </a:cubicBezTo>
                  <a:cubicBezTo>
                    <a:pt x="31687" y="70417"/>
                    <a:pt x="32110" y="70467"/>
                    <a:pt x="32558" y="70566"/>
                  </a:cubicBezTo>
                  <a:cubicBezTo>
                    <a:pt x="32259" y="71039"/>
                    <a:pt x="32035" y="71462"/>
                    <a:pt x="31786" y="71935"/>
                  </a:cubicBezTo>
                  <a:cubicBezTo>
                    <a:pt x="30069" y="72134"/>
                    <a:pt x="28326" y="72557"/>
                    <a:pt x="26609" y="73254"/>
                  </a:cubicBezTo>
                  <a:cubicBezTo>
                    <a:pt x="25314" y="72757"/>
                    <a:pt x="24169" y="72060"/>
                    <a:pt x="23248" y="71164"/>
                  </a:cubicBezTo>
                  <a:cubicBezTo>
                    <a:pt x="23497" y="71089"/>
                    <a:pt x="23721" y="71039"/>
                    <a:pt x="23970" y="70964"/>
                  </a:cubicBezTo>
                  <a:cubicBezTo>
                    <a:pt x="24020" y="70940"/>
                    <a:pt x="24120" y="70940"/>
                    <a:pt x="24169" y="70915"/>
                  </a:cubicBezTo>
                  <a:lnTo>
                    <a:pt x="25016" y="70716"/>
                  </a:lnTo>
                  <a:cubicBezTo>
                    <a:pt x="25115" y="70691"/>
                    <a:pt x="25215" y="70691"/>
                    <a:pt x="25265" y="70666"/>
                  </a:cubicBezTo>
                  <a:cubicBezTo>
                    <a:pt x="25538" y="70591"/>
                    <a:pt x="25787" y="70566"/>
                    <a:pt x="26086" y="70516"/>
                  </a:cubicBezTo>
                  <a:cubicBezTo>
                    <a:pt x="26211" y="70467"/>
                    <a:pt x="26285" y="70467"/>
                    <a:pt x="26410" y="70467"/>
                  </a:cubicBezTo>
                  <a:cubicBezTo>
                    <a:pt x="26659" y="70442"/>
                    <a:pt x="26907" y="70417"/>
                    <a:pt x="27131" y="70392"/>
                  </a:cubicBezTo>
                  <a:cubicBezTo>
                    <a:pt x="27281" y="70342"/>
                    <a:pt x="27480" y="70342"/>
                    <a:pt x="27629" y="70342"/>
                  </a:cubicBezTo>
                  <a:cubicBezTo>
                    <a:pt x="27828" y="70342"/>
                    <a:pt x="28003" y="70317"/>
                    <a:pt x="28202" y="70317"/>
                  </a:cubicBezTo>
                  <a:cubicBezTo>
                    <a:pt x="28525" y="70292"/>
                    <a:pt x="28874" y="70292"/>
                    <a:pt x="29222" y="70292"/>
                  </a:cubicBezTo>
                  <a:close/>
                  <a:moveTo>
                    <a:pt x="38557" y="73180"/>
                  </a:moveTo>
                  <a:lnTo>
                    <a:pt x="38557" y="73180"/>
                  </a:lnTo>
                  <a:cubicBezTo>
                    <a:pt x="38532" y="73205"/>
                    <a:pt x="38457" y="73254"/>
                    <a:pt x="38432" y="73279"/>
                  </a:cubicBezTo>
                  <a:cubicBezTo>
                    <a:pt x="38398" y="73296"/>
                    <a:pt x="38340" y="73302"/>
                    <a:pt x="38283" y="73311"/>
                  </a:cubicBezTo>
                  <a:lnTo>
                    <a:pt x="38283" y="73311"/>
                  </a:lnTo>
                  <a:cubicBezTo>
                    <a:pt x="38312" y="73299"/>
                    <a:pt x="38344" y="73280"/>
                    <a:pt x="38382" y="73254"/>
                  </a:cubicBezTo>
                  <a:cubicBezTo>
                    <a:pt x="38432" y="73205"/>
                    <a:pt x="38507" y="73205"/>
                    <a:pt x="38557" y="73180"/>
                  </a:cubicBezTo>
                  <a:close/>
                  <a:moveTo>
                    <a:pt x="48214" y="73304"/>
                  </a:moveTo>
                  <a:cubicBezTo>
                    <a:pt x="48187" y="73304"/>
                    <a:pt x="48174" y="73312"/>
                    <a:pt x="48165" y="73319"/>
                  </a:cubicBezTo>
                  <a:lnTo>
                    <a:pt x="48165" y="73319"/>
                  </a:lnTo>
                  <a:cubicBezTo>
                    <a:pt x="48166" y="73304"/>
                    <a:pt x="48173" y="73304"/>
                    <a:pt x="48214" y="73304"/>
                  </a:cubicBezTo>
                  <a:close/>
                  <a:moveTo>
                    <a:pt x="39253" y="73254"/>
                  </a:moveTo>
                  <a:cubicBezTo>
                    <a:pt x="39278" y="73254"/>
                    <a:pt x="39278" y="73254"/>
                    <a:pt x="39278" y="73279"/>
                  </a:cubicBezTo>
                  <a:cubicBezTo>
                    <a:pt x="39303" y="73304"/>
                    <a:pt x="39328" y="73304"/>
                    <a:pt x="39378" y="73329"/>
                  </a:cubicBezTo>
                  <a:cubicBezTo>
                    <a:pt x="39303" y="73304"/>
                    <a:pt x="39278" y="73304"/>
                    <a:pt x="39204" y="73279"/>
                  </a:cubicBezTo>
                  <a:cubicBezTo>
                    <a:pt x="39253" y="73279"/>
                    <a:pt x="39253" y="73279"/>
                    <a:pt x="39253" y="73254"/>
                  </a:cubicBezTo>
                  <a:close/>
                  <a:moveTo>
                    <a:pt x="48140" y="73304"/>
                  </a:moveTo>
                  <a:cubicBezTo>
                    <a:pt x="48140" y="73304"/>
                    <a:pt x="48158" y="73304"/>
                    <a:pt x="48163" y="73320"/>
                  </a:cubicBezTo>
                  <a:lnTo>
                    <a:pt x="48163" y="73320"/>
                  </a:lnTo>
                  <a:cubicBezTo>
                    <a:pt x="48156" y="73325"/>
                    <a:pt x="48150" y="73329"/>
                    <a:pt x="48140" y="73329"/>
                  </a:cubicBezTo>
                  <a:lnTo>
                    <a:pt x="48090" y="73329"/>
                  </a:lnTo>
                  <a:cubicBezTo>
                    <a:pt x="48115" y="73329"/>
                    <a:pt x="48115" y="73304"/>
                    <a:pt x="48140" y="73304"/>
                  </a:cubicBezTo>
                  <a:close/>
                  <a:moveTo>
                    <a:pt x="23074" y="71213"/>
                  </a:moveTo>
                  <a:cubicBezTo>
                    <a:pt x="23995" y="72134"/>
                    <a:pt x="25090" y="72831"/>
                    <a:pt x="26385" y="73329"/>
                  </a:cubicBezTo>
                  <a:cubicBezTo>
                    <a:pt x="26360" y="73329"/>
                    <a:pt x="26335" y="73379"/>
                    <a:pt x="26285" y="73379"/>
                  </a:cubicBezTo>
                  <a:cubicBezTo>
                    <a:pt x="25033" y="72888"/>
                    <a:pt x="23926" y="72154"/>
                    <a:pt x="23012" y="71251"/>
                  </a:cubicBezTo>
                  <a:lnTo>
                    <a:pt x="23012" y="71251"/>
                  </a:lnTo>
                  <a:cubicBezTo>
                    <a:pt x="23013" y="71251"/>
                    <a:pt x="23014" y="71251"/>
                    <a:pt x="23015" y="71251"/>
                  </a:cubicBezTo>
                  <a:cubicBezTo>
                    <a:pt x="23031" y="71251"/>
                    <a:pt x="23049" y="71238"/>
                    <a:pt x="23074" y="71213"/>
                  </a:cubicBezTo>
                  <a:close/>
                  <a:moveTo>
                    <a:pt x="31711" y="72134"/>
                  </a:moveTo>
                  <a:cubicBezTo>
                    <a:pt x="31711" y="72159"/>
                    <a:pt x="31687" y="72159"/>
                    <a:pt x="31687" y="72184"/>
                  </a:cubicBezTo>
                  <a:cubicBezTo>
                    <a:pt x="30094" y="72333"/>
                    <a:pt x="28550" y="72757"/>
                    <a:pt x="27007" y="73379"/>
                  </a:cubicBezTo>
                  <a:cubicBezTo>
                    <a:pt x="26982" y="73379"/>
                    <a:pt x="26957" y="73329"/>
                    <a:pt x="26907" y="73329"/>
                  </a:cubicBezTo>
                  <a:cubicBezTo>
                    <a:pt x="28476" y="72707"/>
                    <a:pt x="30069" y="72309"/>
                    <a:pt x="31711" y="72134"/>
                  </a:cubicBezTo>
                  <a:close/>
                  <a:moveTo>
                    <a:pt x="41319" y="73304"/>
                  </a:moveTo>
                  <a:cubicBezTo>
                    <a:pt x="41369" y="73329"/>
                    <a:pt x="41369" y="73329"/>
                    <a:pt x="41369" y="73379"/>
                  </a:cubicBezTo>
                  <a:cubicBezTo>
                    <a:pt x="41369" y="73404"/>
                    <a:pt x="41319" y="73404"/>
                    <a:pt x="41319" y="73429"/>
                  </a:cubicBezTo>
                  <a:lnTo>
                    <a:pt x="41319" y="73404"/>
                  </a:lnTo>
                  <a:lnTo>
                    <a:pt x="41295" y="73379"/>
                  </a:lnTo>
                  <a:cubicBezTo>
                    <a:pt x="41295" y="73329"/>
                    <a:pt x="41319" y="73329"/>
                    <a:pt x="41319" y="73304"/>
                  </a:cubicBezTo>
                  <a:close/>
                  <a:moveTo>
                    <a:pt x="40896" y="73130"/>
                  </a:moveTo>
                  <a:cubicBezTo>
                    <a:pt x="40921" y="73205"/>
                    <a:pt x="40996" y="73304"/>
                    <a:pt x="41046" y="73379"/>
                  </a:cubicBezTo>
                  <a:cubicBezTo>
                    <a:pt x="41021" y="73404"/>
                    <a:pt x="40996" y="73454"/>
                    <a:pt x="40996" y="73503"/>
                  </a:cubicBezTo>
                  <a:cubicBezTo>
                    <a:pt x="40921" y="73379"/>
                    <a:pt x="40871" y="73254"/>
                    <a:pt x="40822" y="73130"/>
                  </a:cubicBezTo>
                  <a:close/>
                  <a:moveTo>
                    <a:pt x="26609" y="73454"/>
                  </a:moveTo>
                  <a:cubicBezTo>
                    <a:pt x="26683" y="73454"/>
                    <a:pt x="26708" y="73454"/>
                    <a:pt x="26708" y="73503"/>
                  </a:cubicBezTo>
                  <a:cubicBezTo>
                    <a:pt x="26683" y="73503"/>
                    <a:pt x="26634" y="73528"/>
                    <a:pt x="26609" y="73528"/>
                  </a:cubicBezTo>
                  <a:lnTo>
                    <a:pt x="26584" y="73528"/>
                  </a:lnTo>
                  <a:cubicBezTo>
                    <a:pt x="26559" y="73528"/>
                    <a:pt x="26559" y="73503"/>
                    <a:pt x="26509" y="73503"/>
                  </a:cubicBezTo>
                  <a:cubicBezTo>
                    <a:pt x="26559" y="73503"/>
                    <a:pt x="26584" y="73454"/>
                    <a:pt x="26609" y="73454"/>
                  </a:cubicBezTo>
                  <a:close/>
                  <a:moveTo>
                    <a:pt x="40324" y="73155"/>
                  </a:moveTo>
                  <a:cubicBezTo>
                    <a:pt x="40349" y="73205"/>
                    <a:pt x="40349" y="73254"/>
                    <a:pt x="40398" y="73304"/>
                  </a:cubicBezTo>
                  <a:lnTo>
                    <a:pt x="40398" y="73329"/>
                  </a:lnTo>
                  <a:cubicBezTo>
                    <a:pt x="40423" y="73404"/>
                    <a:pt x="40448" y="73503"/>
                    <a:pt x="40498" y="73553"/>
                  </a:cubicBezTo>
                  <a:lnTo>
                    <a:pt x="40498" y="73578"/>
                  </a:lnTo>
                  <a:lnTo>
                    <a:pt x="40299" y="73478"/>
                  </a:lnTo>
                  <a:cubicBezTo>
                    <a:pt x="40150" y="73354"/>
                    <a:pt x="40000" y="73279"/>
                    <a:pt x="39826" y="73155"/>
                  </a:cubicBezTo>
                  <a:close/>
                  <a:moveTo>
                    <a:pt x="45501" y="72508"/>
                  </a:moveTo>
                  <a:cubicBezTo>
                    <a:pt x="45526" y="72508"/>
                    <a:pt x="45526" y="72508"/>
                    <a:pt x="45551" y="72533"/>
                  </a:cubicBezTo>
                  <a:cubicBezTo>
                    <a:pt x="45551" y="72831"/>
                    <a:pt x="45551" y="73180"/>
                    <a:pt x="45526" y="73503"/>
                  </a:cubicBezTo>
                  <a:cubicBezTo>
                    <a:pt x="45506" y="73544"/>
                    <a:pt x="45486" y="73568"/>
                    <a:pt x="45479" y="73615"/>
                  </a:cubicBezTo>
                  <a:lnTo>
                    <a:pt x="45479" y="73615"/>
                  </a:lnTo>
                  <a:cubicBezTo>
                    <a:pt x="45503" y="73253"/>
                    <a:pt x="45525" y="72869"/>
                    <a:pt x="45501" y="72508"/>
                  </a:cubicBezTo>
                  <a:close/>
                  <a:moveTo>
                    <a:pt x="41170" y="73553"/>
                  </a:moveTo>
                  <a:lnTo>
                    <a:pt x="41195" y="73578"/>
                  </a:lnTo>
                  <a:lnTo>
                    <a:pt x="41120" y="73777"/>
                  </a:lnTo>
                  <a:lnTo>
                    <a:pt x="41071" y="73752"/>
                  </a:lnTo>
                  <a:lnTo>
                    <a:pt x="41170" y="73553"/>
                  </a:lnTo>
                  <a:close/>
                  <a:moveTo>
                    <a:pt x="40622" y="73205"/>
                  </a:moveTo>
                  <a:cubicBezTo>
                    <a:pt x="40647" y="73254"/>
                    <a:pt x="40672" y="73329"/>
                    <a:pt x="40747" y="73429"/>
                  </a:cubicBezTo>
                  <a:lnTo>
                    <a:pt x="40822" y="73628"/>
                  </a:lnTo>
                  <a:cubicBezTo>
                    <a:pt x="40871" y="73653"/>
                    <a:pt x="40871" y="73702"/>
                    <a:pt x="40896" y="73752"/>
                  </a:cubicBezTo>
                  <a:cubicBezTo>
                    <a:pt x="40896" y="73752"/>
                    <a:pt x="40896" y="73777"/>
                    <a:pt x="40871" y="73777"/>
                  </a:cubicBezTo>
                  <a:lnTo>
                    <a:pt x="40871" y="73802"/>
                  </a:lnTo>
                  <a:cubicBezTo>
                    <a:pt x="40772" y="73653"/>
                    <a:pt x="40697" y="73503"/>
                    <a:pt x="40622" y="73329"/>
                  </a:cubicBezTo>
                  <a:cubicBezTo>
                    <a:pt x="40573" y="73279"/>
                    <a:pt x="40573" y="73254"/>
                    <a:pt x="40548" y="73205"/>
                  </a:cubicBezTo>
                  <a:close/>
                  <a:moveTo>
                    <a:pt x="31562" y="72408"/>
                  </a:moveTo>
                  <a:cubicBezTo>
                    <a:pt x="31239" y="72956"/>
                    <a:pt x="30965" y="73503"/>
                    <a:pt x="30691" y="74051"/>
                  </a:cubicBezTo>
                  <a:cubicBezTo>
                    <a:pt x="29471" y="74001"/>
                    <a:pt x="28351" y="73777"/>
                    <a:pt x="27306" y="73454"/>
                  </a:cubicBezTo>
                  <a:cubicBezTo>
                    <a:pt x="28700" y="72931"/>
                    <a:pt x="30118" y="72557"/>
                    <a:pt x="31562" y="72408"/>
                  </a:cubicBezTo>
                  <a:close/>
                  <a:moveTo>
                    <a:pt x="31861" y="72383"/>
                  </a:moveTo>
                  <a:cubicBezTo>
                    <a:pt x="31562" y="72931"/>
                    <a:pt x="31239" y="73503"/>
                    <a:pt x="30965" y="74051"/>
                  </a:cubicBezTo>
                  <a:lnTo>
                    <a:pt x="30915" y="74051"/>
                  </a:lnTo>
                  <a:cubicBezTo>
                    <a:pt x="31189" y="73503"/>
                    <a:pt x="31487" y="72931"/>
                    <a:pt x="31811" y="72383"/>
                  </a:cubicBezTo>
                  <a:close/>
                  <a:moveTo>
                    <a:pt x="33230" y="72321"/>
                  </a:moveTo>
                  <a:cubicBezTo>
                    <a:pt x="34209" y="72321"/>
                    <a:pt x="35167" y="72414"/>
                    <a:pt x="36092" y="72557"/>
                  </a:cubicBezTo>
                  <a:cubicBezTo>
                    <a:pt x="36565" y="72707"/>
                    <a:pt x="37088" y="72881"/>
                    <a:pt x="37636" y="72956"/>
                  </a:cubicBezTo>
                  <a:lnTo>
                    <a:pt x="37710" y="72956"/>
                  </a:lnTo>
                  <a:cubicBezTo>
                    <a:pt x="37884" y="73006"/>
                    <a:pt x="38034" y="73030"/>
                    <a:pt x="38183" y="73080"/>
                  </a:cubicBezTo>
                  <a:cubicBezTo>
                    <a:pt x="38208" y="73080"/>
                    <a:pt x="38208" y="73080"/>
                    <a:pt x="38258" y="73130"/>
                  </a:cubicBezTo>
                  <a:cubicBezTo>
                    <a:pt x="35945" y="73742"/>
                    <a:pt x="33757" y="74086"/>
                    <a:pt x="31748" y="74086"/>
                  </a:cubicBezTo>
                  <a:cubicBezTo>
                    <a:pt x="31552" y="74086"/>
                    <a:pt x="31357" y="74082"/>
                    <a:pt x="31164" y="74076"/>
                  </a:cubicBezTo>
                  <a:cubicBezTo>
                    <a:pt x="31463" y="73503"/>
                    <a:pt x="31736" y="72931"/>
                    <a:pt x="32060" y="72383"/>
                  </a:cubicBezTo>
                  <a:cubicBezTo>
                    <a:pt x="32234" y="72383"/>
                    <a:pt x="32433" y="72333"/>
                    <a:pt x="32608" y="72333"/>
                  </a:cubicBezTo>
                  <a:cubicBezTo>
                    <a:pt x="32816" y="72325"/>
                    <a:pt x="33023" y="72321"/>
                    <a:pt x="33230" y="72321"/>
                  </a:cubicBezTo>
                  <a:close/>
                  <a:moveTo>
                    <a:pt x="27007" y="73553"/>
                  </a:moveTo>
                  <a:cubicBezTo>
                    <a:pt x="28102" y="73926"/>
                    <a:pt x="29322" y="74151"/>
                    <a:pt x="30591" y="74200"/>
                  </a:cubicBezTo>
                  <a:cubicBezTo>
                    <a:pt x="30591" y="74225"/>
                    <a:pt x="30566" y="74225"/>
                    <a:pt x="30566" y="74275"/>
                  </a:cubicBezTo>
                  <a:cubicBezTo>
                    <a:pt x="29247" y="74175"/>
                    <a:pt x="28003" y="73951"/>
                    <a:pt x="26932" y="73578"/>
                  </a:cubicBezTo>
                  <a:cubicBezTo>
                    <a:pt x="26957" y="73578"/>
                    <a:pt x="26982" y="73578"/>
                    <a:pt x="27007" y="73553"/>
                  </a:cubicBezTo>
                  <a:close/>
                  <a:moveTo>
                    <a:pt x="30840" y="74250"/>
                  </a:moveTo>
                  <a:cubicBezTo>
                    <a:pt x="30840" y="74275"/>
                    <a:pt x="30815" y="74275"/>
                    <a:pt x="30815" y="74300"/>
                  </a:cubicBezTo>
                  <a:lnTo>
                    <a:pt x="30741" y="74300"/>
                  </a:lnTo>
                  <a:cubicBezTo>
                    <a:pt x="30790" y="74275"/>
                    <a:pt x="30790" y="74275"/>
                    <a:pt x="30790" y="74250"/>
                  </a:cubicBezTo>
                  <a:close/>
                  <a:moveTo>
                    <a:pt x="41369" y="73777"/>
                  </a:moveTo>
                  <a:cubicBezTo>
                    <a:pt x="41394" y="73827"/>
                    <a:pt x="41444" y="73902"/>
                    <a:pt x="41519" y="73951"/>
                  </a:cubicBezTo>
                  <a:cubicBezTo>
                    <a:pt x="41618" y="74076"/>
                    <a:pt x="41668" y="74200"/>
                    <a:pt x="41767" y="74300"/>
                  </a:cubicBezTo>
                  <a:cubicBezTo>
                    <a:pt x="41568" y="74200"/>
                    <a:pt x="41419" y="74126"/>
                    <a:pt x="41270" y="74026"/>
                  </a:cubicBezTo>
                  <a:cubicBezTo>
                    <a:pt x="41270" y="74001"/>
                    <a:pt x="41245" y="74001"/>
                    <a:pt x="41245" y="73951"/>
                  </a:cubicBezTo>
                  <a:cubicBezTo>
                    <a:pt x="41270" y="73902"/>
                    <a:pt x="41295" y="73827"/>
                    <a:pt x="41369" y="73777"/>
                  </a:cubicBezTo>
                  <a:close/>
                  <a:moveTo>
                    <a:pt x="37835" y="73404"/>
                  </a:moveTo>
                  <a:lnTo>
                    <a:pt x="37835" y="73404"/>
                  </a:lnTo>
                  <a:cubicBezTo>
                    <a:pt x="37785" y="73429"/>
                    <a:pt x="37760" y="73454"/>
                    <a:pt x="37685" y="73503"/>
                  </a:cubicBezTo>
                  <a:cubicBezTo>
                    <a:pt x="35570" y="74026"/>
                    <a:pt x="33528" y="74325"/>
                    <a:pt x="31662" y="74325"/>
                  </a:cubicBezTo>
                  <a:cubicBezTo>
                    <a:pt x="31438" y="74325"/>
                    <a:pt x="31239" y="74300"/>
                    <a:pt x="31039" y="74300"/>
                  </a:cubicBezTo>
                  <a:cubicBezTo>
                    <a:pt x="31039" y="74275"/>
                    <a:pt x="31064" y="74275"/>
                    <a:pt x="31064" y="74250"/>
                  </a:cubicBezTo>
                  <a:cubicBezTo>
                    <a:pt x="31225" y="74254"/>
                    <a:pt x="31386" y="74256"/>
                    <a:pt x="31548" y="74256"/>
                  </a:cubicBezTo>
                  <a:cubicBezTo>
                    <a:pt x="33503" y="74256"/>
                    <a:pt x="35605" y="73978"/>
                    <a:pt x="37835" y="73404"/>
                  </a:cubicBezTo>
                  <a:close/>
                  <a:moveTo>
                    <a:pt x="46497" y="72806"/>
                  </a:moveTo>
                  <a:cubicBezTo>
                    <a:pt x="46895" y="72956"/>
                    <a:pt x="47293" y="73130"/>
                    <a:pt x="47716" y="73329"/>
                  </a:cubicBezTo>
                  <a:cubicBezTo>
                    <a:pt x="47667" y="73379"/>
                    <a:pt x="47642" y="73379"/>
                    <a:pt x="47617" y="73404"/>
                  </a:cubicBezTo>
                  <a:cubicBezTo>
                    <a:pt x="46995" y="73777"/>
                    <a:pt x="46372" y="74151"/>
                    <a:pt x="45725" y="74499"/>
                  </a:cubicBezTo>
                  <a:cubicBezTo>
                    <a:pt x="45974" y="73902"/>
                    <a:pt x="46223" y="73404"/>
                    <a:pt x="46497" y="72806"/>
                  </a:cubicBezTo>
                  <a:close/>
                  <a:moveTo>
                    <a:pt x="41494" y="73503"/>
                  </a:moveTo>
                  <a:cubicBezTo>
                    <a:pt x="41519" y="73528"/>
                    <a:pt x="41543" y="73553"/>
                    <a:pt x="41543" y="73578"/>
                  </a:cubicBezTo>
                  <a:cubicBezTo>
                    <a:pt x="41743" y="73877"/>
                    <a:pt x="41917" y="74126"/>
                    <a:pt x="42116" y="74399"/>
                  </a:cubicBezTo>
                  <a:cubicBezTo>
                    <a:pt x="42166" y="74499"/>
                    <a:pt x="42191" y="74549"/>
                    <a:pt x="42265" y="74648"/>
                  </a:cubicBezTo>
                  <a:cubicBezTo>
                    <a:pt x="42240" y="74623"/>
                    <a:pt x="42191" y="74574"/>
                    <a:pt x="42141" y="74549"/>
                  </a:cubicBezTo>
                  <a:cubicBezTo>
                    <a:pt x="41942" y="74250"/>
                    <a:pt x="41743" y="73951"/>
                    <a:pt x="41519" y="73653"/>
                  </a:cubicBezTo>
                  <a:cubicBezTo>
                    <a:pt x="41494" y="73628"/>
                    <a:pt x="41494" y="73578"/>
                    <a:pt x="41444" y="73553"/>
                  </a:cubicBezTo>
                  <a:cubicBezTo>
                    <a:pt x="41444" y="73528"/>
                    <a:pt x="41494" y="73528"/>
                    <a:pt x="41494" y="73503"/>
                  </a:cubicBezTo>
                  <a:close/>
                  <a:moveTo>
                    <a:pt x="47916" y="73454"/>
                  </a:moveTo>
                  <a:cubicBezTo>
                    <a:pt x="47866" y="73503"/>
                    <a:pt x="47816" y="73528"/>
                    <a:pt x="47766" y="73553"/>
                  </a:cubicBezTo>
                  <a:cubicBezTo>
                    <a:pt x="47069" y="73951"/>
                    <a:pt x="46372" y="74399"/>
                    <a:pt x="45675" y="74773"/>
                  </a:cubicBezTo>
                  <a:cubicBezTo>
                    <a:pt x="45655" y="74793"/>
                    <a:pt x="45634" y="74797"/>
                    <a:pt x="45600" y="74811"/>
                  </a:cubicBezTo>
                  <a:lnTo>
                    <a:pt x="45600" y="74811"/>
                  </a:lnTo>
                  <a:cubicBezTo>
                    <a:pt x="45601" y="74808"/>
                    <a:pt x="45601" y="74803"/>
                    <a:pt x="45601" y="74798"/>
                  </a:cubicBezTo>
                  <a:lnTo>
                    <a:pt x="45601" y="74773"/>
                  </a:lnTo>
                  <a:cubicBezTo>
                    <a:pt x="45899" y="74574"/>
                    <a:pt x="46223" y="74399"/>
                    <a:pt x="46522" y="74250"/>
                  </a:cubicBezTo>
                  <a:cubicBezTo>
                    <a:pt x="46895" y="74026"/>
                    <a:pt x="47293" y="73802"/>
                    <a:pt x="47667" y="73553"/>
                  </a:cubicBezTo>
                  <a:lnTo>
                    <a:pt x="47866" y="73454"/>
                  </a:lnTo>
                  <a:close/>
                  <a:moveTo>
                    <a:pt x="41519" y="74375"/>
                  </a:moveTo>
                  <a:lnTo>
                    <a:pt x="41519" y="74375"/>
                  </a:lnTo>
                  <a:cubicBezTo>
                    <a:pt x="41668" y="74449"/>
                    <a:pt x="41817" y="74549"/>
                    <a:pt x="41991" y="74673"/>
                  </a:cubicBezTo>
                  <a:cubicBezTo>
                    <a:pt x="42016" y="74748"/>
                    <a:pt x="42041" y="74773"/>
                    <a:pt x="42066" y="74823"/>
                  </a:cubicBezTo>
                  <a:cubicBezTo>
                    <a:pt x="41917" y="74748"/>
                    <a:pt x="41792" y="74623"/>
                    <a:pt x="41643" y="74524"/>
                  </a:cubicBezTo>
                  <a:cubicBezTo>
                    <a:pt x="41568" y="74449"/>
                    <a:pt x="41543" y="74424"/>
                    <a:pt x="41519" y="74375"/>
                  </a:cubicBezTo>
                  <a:close/>
                  <a:moveTo>
                    <a:pt x="45544" y="74860"/>
                  </a:moveTo>
                  <a:cubicBezTo>
                    <a:pt x="45539" y="74867"/>
                    <a:pt x="45534" y="74872"/>
                    <a:pt x="45526" y="74872"/>
                  </a:cubicBezTo>
                  <a:cubicBezTo>
                    <a:pt x="45532" y="74868"/>
                    <a:pt x="45538" y="74864"/>
                    <a:pt x="45544" y="74860"/>
                  </a:cubicBezTo>
                  <a:close/>
                  <a:moveTo>
                    <a:pt x="41519" y="74773"/>
                  </a:moveTo>
                  <a:lnTo>
                    <a:pt x="41693" y="74947"/>
                  </a:lnTo>
                  <a:cubicBezTo>
                    <a:pt x="41743" y="74997"/>
                    <a:pt x="41792" y="75047"/>
                    <a:pt x="41867" y="75071"/>
                  </a:cubicBezTo>
                  <a:lnTo>
                    <a:pt x="41817" y="75121"/>
                  </a:lnTo>
                  <a:cubicBezTo>
                    <a:pt x="41767" y="75047"/>
                    <a:pt x="41743" y="74997"/>
                    <a:pt x="41668" y="74947"/>
                  </a:cubicBezTo>
                  <a:cubicBezTo>
                    <a:pt x="41618" y="74897"/>
                    <a:pt x="41543" y="74823"/>
                    <a:pt x="41519" y="74773"/>
                  </a:cubicBezTo>
                  <a:close/>
                  <a:moveTo>
                    <a:pt x="42415" y="74997"/>
                  </a:moveTo>
                  <a:lnTo>
                    <a:pt x="42415" y="74997"/>
                  </a:lnTo>
                  <a:cubicBezTo>
                    <a:pt x="42440" y="75022"/>
                    <a:pt x="42489" y="75022"/>
                    <a:pt x="42514" y="75047"/>
                  </a:cubicBezTo>
                  <a:cubicBezTo>
                    <a:pt x="42539" y="75071"/>
                    <a:pt x="42564" y="75146"/>
                    <a:pt x="42564" y="75171"/>
                  </a:cubicBezTo>
                  <a:cubicBezTo>
                    <a:pt x="42539" y="75146"/>
                    <a:pt x="42514" y="75146"/>
                    <a:pt x="42489" y="75121"/>
                  </a:cubicBezTo>
                  <a:cubicBezTo>
                    <a:pt x="42440" y="75071"/>
                    <a:pt x="42415" y="75022"/>
                    <a:pt x="42415" y="74997"/>
                  </a:cubicBezTo>
                  <a:close/>
                  <a:moveTo>
                    <a:pt x="45128" y="72433"/>
                  </a:moveTo>
                  <a:cubicBezTo>
                    <a:pt x="45178" y="72433"/>
                    <a:pt x="45252" y="72458"/>
                    <a:pt x="45302" y="72458"/>
                  </a:cubicBezTo>
                  <a:cubicBezTo>
                    <a:pt x="45327" y="73055"/>
                    <a:pt x="45302" y="73653"/>
                    <a:pt x="45202" y="74200"/>
                  </a:cubicBezTo>
                  <a:cubicBezTo>
                    <a:pt x="45078" y="74449"/>
                    <a:pt x="45003" y="74698"/>
                    <a:pt x="44879" y="74997"/>
                  </a:cubicBezTo>
                  <a:cubicBezTo>
                    <a:pt x="44729" y="75022"/>
                    <a:pt x="44605" y="75071"/>
                    <a:pt x="44481" y="75171"/>
                  </a:cubicBezTo>
                  <a:cubicBezTo>
                    <a:pt x="44605" y="74275"/>
                    <a:pt x="44804" y="73379"/>
                    <a:pt x="45103" y="72433"/>
                  </a:cubicBezTo>
                  <a:close/>
                  <a:moveTo>
                    <a:pt x="44729" y="75246"/>
                  </a:moveTo>
                  <a:cubicBezTo>
                    <a:pt x="44729" y="75246"/>
                    <a:pt x="44729" y="75270"/>
                    <a:pt x="44681" y="75271"/>
                  </a:cubicBezTo>
                  <a:lnTo>
                    <a:pt x="44681" y="75271"/>
                  </a:lnTo>
                  <a:cubicBezTo>
                    <a:pt x="44698" y="75262"/>
                    <a:pt x="44714" y="75253"/>
                    <a:pt x="44729" y="75246"/>
                  </a:cubicBezTo>
                  <a:close/>
                  <a:moveTo>
                    <a:pt x="44868" y="72496"/>
                  </a:moveTo>
                  <a:cubicBezTo>
                    <a:pt x="44599" y="73453"/>
                    <a:pt x="44379" y="74386"/>
                    <a:pt x="44257" y="75271"/>
                  </a:cubicBezTo>
                  <a:cubicBezTo>
                    <a:pt x="44232" y="75271"/>
                    <a:pt x="44232" y="75295"/>
                    <a:pt x="44182" y="75295"/>
                  </a:cubicBezTo>
                  <a:cubicBezTo>
                    <a:pt x="44306" y="74399"/>
                    <a:pt x="44530" y="73454"/>
                    <a:pt x="44804" y="72508"/>
                  </a:cubicBezTo>
                  <a:cubicBezTo>
                    <a:pt x="44835" y="72508"/>
                    <a:pt x="44857" y="72508"/>
                    <a:pt x="44868" y="72496"/>
                  </a:cubicBezTo>
                  <a:close/>
                  <a:moveTo>
                    <a:pt x="42198" y="75129"/>
                  </a:moveTo>
                  <a:cubicBezTo>
                    <a:pt x="42249" y="75166"/>
                    <a:pt x="42313" y="75194"/>
                    <a:pt x="42365" y="75246"/>
                  </a:cubicBezTo>
                  <a:cubicBezTo>
                    <a:pt x="42390" y="75271"/>
                    <a:pt x="42390" y="75295"/>
                    <a:pt x="42415" y="75320"/>
                  </a:cubicBezTo>
                  <a:cubicBezTo>
                    <a:pt x="42315" y="75271"/>
                    <a:pt x="42265" y="75246"/>
                    <a:pt x="42240" y="75171"/>
                  </a:cubicBezTo>
                  <a:lnTo>
                    <a:pt x="42198" y="75129"/>
                  </a:lnTo>
                  <a:close/>
                  <a:moveTo>
                    <a:pt x="3161" y="63298"/>
                  </a:moveTo>
                  <a:lnTo>
                    <a:pt x="3161" y="63422"/>
                  </a:lnTo>
                  <a:cubicBezTo>
                    <a:pt x="2664" y="65364"/>
                    <a:pt x="2290" y="67305"/>
                    <a:pt x="2066" y="69147"/>
                  </a:cubicBezTo>
                  <a:cubicBezTo>
                    <a:pt x="1469" y="71263"/>
                    <a:pt x="996" y="73379"/>
                    <a:pt x="697" y="75395"/>
                  </a:cubicBezTo>
                  <a:cubicBezTo>
                    <a:pt x="797" y="74175"/>
                    <a:pt x="946" y="72906"/>
                    <a:pt x="1170" y="71562"/>
                  </a:cubicBezTo>
                  <a:cubicBezTo>
                    <a:pt x="1618" y="68824"/>
                    <a:pt x="2290" y="66061"/>
                    <a:pt x="3161" y="63298"/>
                  </a:cubicBezTo>
                  <a:close/>
                  <a:moveTo>
                    <a:pt x="9683" y="71188"/>
                  </a:moveTo>
                  <a:cubicBezTo>
                    <a:pt x="9708" y="71263"/>
                    <a:pt x="9708" y="71313"/>
                    <a:pt x="9757" y="71388"/>
                  </a:cubicBezTo>
                  <a:cubicBezTo>
                    <a:pt x="9807" y="71587"/>
                    <a:pt x="9882" y="71786"/>
                    <a:pt x="9932" y="71960"/>
                  </a:cubicBezTo>
                  <a:cubicBezTo>
                    <a:pt x="9957" y="72060"/>
                    <a:pt x="10006" y="72159"/>
                    <a:pt x="10031" y="72209"/>
                  </a:cubicBezTo>
                  <a:cubicBezTo>
                    <a:pt x="10056" y="72309"/>
                    <a:pt x="10081" y="72408"/>
                    <a:pt x="10131" y="72458"/>
                  </a:cubicBezTo>
                  <a:cubicBezTo>
                    <a:pt x="10181" y="72657"/>
                    <a:pt x="10280" y="72831"/>
                    <a:pt x="10330" y="73030"/>
                  </a:cubicBezTo>
                  <a:cubicBezTo>
                    <a:pt x="10380" y="73130"/>
                    <a:pt x="10430" y="73254"/>
                    <a:pt x="10454" y="73329"/>
                  </a:cubicBezTo>
                  <a:cubicBezTo>
                    <a:pt x="10454" y="73379"/>
                    <a:pt x="10504" y="73404"/>
                    <a:pt x="10504" y="73429"/>
                  </a:cubicBezTo>
                  <a:cubicBezTo>
                    <a:pt x="10529" y="73528"/>
                    <a:pt x="10579" y="73578"/>
                    <a:pt x="10629" y="73678"/>
                  </a:cubicBezTo>
                  <a:lnTo>
                    <a:pt x="10902" y="74250"/>
                  </a:lnTo>
                  <a:lnTo>
                    <a:pt x="11002" y="74424"/>
                  </a:lnTo>
                  <a:cubicBezTo>
                    <a:pt x="11052" y="74549"/>
                    <a:pt x="11126" y="74648"/>
                    <a:pt x="11176" y="74773"/>
                  </a:cubicBezTo>
                  <a:cubicBezTo>
                    <a:pt x="11251" y="74897"/>
                    <a:pt x="11326" y="75022"/>
                    <a:pt x="11400" y="75121"/>
                  </a:cubicBezTo>
                  <a:cubicBezTo>
                    <a:pt x="11450" y="75196"/>
                    <a:pt x="11525" y="75320"/>
                    <a:pt x="11624" y="75420"/>
                  </a:cubicBezTo>
                  <a:lnTo>
                    <a:pt x="11649" y="75445"/>
                  </a:lnTo>
                  <a:cubicBezTo>
                    <a:pt x="10380" y="74549"/>
                    <a:pt x="9210" y="73553"/>
                    <a:pt x="8164" y="72508"/>
                  </a:cubicBezTo>
                  <a:cubicBezTo>
                    <a:pt x="8214" y="72508"/>
                    <a:pt x="8264" y="72408"/>
                    <a:pt x="8289" y="72309"/>
                  </a:cubicBezTo>
                  <a:cubicBezTo>
                    <a:pt x="8388" y="72209"/>
                    <a:pt x="8463" y="72159"/>
                    <a:pt x="8563" y="72060"/>
                  </a:cubicBezTo>
                  <a:cubicBezTo>
                    <a:pt x="8687" y="71960"/>
                    <a:pt x="8812" y="71885"/>
                    <a:pt x="8936" y="71736"/>
                  </a:cubicBezTo>
                  <a:cubicBezTo>
                    <a:pt x="9085" y="71612"/>
                    <a:pt x="9210" y="71537"/>
                    <a:pt x="9384" y="71413"/>
                  </a:cubicBezTo>
                  <a:cubicBezTo>
                    <a:pt x="9459" y="71338"/>
                    <a:pt x="9558" y="71263"/>
                    <a:pt x="9683" y="71188"/>
                  </a:cubicBezTo>
                  <a:close/>
                  <a:moveTo>
                    <a:pt x="44680" y="75271"/>
                  </a:moveTo>
                  <a:lnTo>
                    <a:pt x="44680" y="75295"/>
                  </a:lnTo>
                  <a:lnTo>
                    <a:pt x="44406" y="75495"/>
                  </a:lnTo>
                  <a:lnTo>
                    <a:pt x="44406" y="75445"/>
                  </a:lnTo>
                  <a:lnTo>
                    <a:pt x="44406" y="75420"/>
                  </a:lnTo>
                  <a:cubicBezTo>
                    <a:pt x="44489" y="75378"/>
                    <a:pt x="44591" y="75319"/>
                    <a:pt x="44680" y="75271"/>
                  </a:cubicBezTo>
                  <a:close/>
                  <a:moveTo>
                    <a:pt x="41917" y="75271"/>
                  </a:moveTo>
                  <a:cubicBezTo>
                    <a:pt x="42016" y="75271"/>
                    <a:pt x="42041" y="75295"/>
                    <a:pt x="42066" y="75370"/>
                  </a:cubicBezTo>
                  <a:cubicBezTo>
                    <a:pt x="42116" y="75395"/>
                    <a:pt x="42116" y="75395"/>
                    <a:pt x="42116" y="75420"/>
                  </a:cubicBezTo>
                  <a:cubicBezTo>
                    <a:pt x="42166" y="75470"/>
                    <a:pt x="42191" y="75544"/>
                    <a:pt x="42265" y="75619"/>
                  </a:cubicBezTo>
                  <a:cubicBezTo>
                    <a:pt x="42191" y="75569"/>
                    <a:pt x="42166" y="75520"/>
                    <a:pt x="42116" y="75445"/>
                  </a:cubicBezTo>
                  <a:lnTo>
                    <a:pt x="42041" y="75395"/>
                  </a:lnTo>
                  <a:lnTo>
                    <a:pt x="41917" y="75271"/>
                  </a:lnTo>
                  <a:close/>
                  <a:moveTo>
                    <a:pt x="44232" y="75520"/>
                  </a:moveTo>
                  <a:lnTo>
                    <a:pt x="44232" y="75544"/>
                  </a:lnTo>
                  <a:lnTo>
                    <a:pt x="44232" y="75569"/>
                  </a:lnTo>
                  <a:cubicBezTo>
                    <a:pt x="44182" y="75569"/>
                    <a:pt x="44157" y="75619"/>
                    <a:pt x="44157" y="75619"/>
                  </a:cubicBezTo>
                  <a:lnTo>
                    <a:pt x="44157" y="75569"/>
                  </a:lnTo>
                  <a:lnTo>
                    <a:pt x="44157" y="75544"/>
                  </a:lnTo>
                  <a:cubicBezTo>
                    <a:pt x="44182" y="75544"/>
                    <a:pt x="44182" y="75520"/>
                    <a:pt x="44232" y="75520"/>
                  </a:cubicBezTo>
                  <a:close/>
                  <a:moveTo>
                    <a:pt x="44630" y="72533"/>
                  </a:moveTo>
                  <a:cubicBezTo>
                    <a:pt x="44331" y="73528"/>
                    <a:pt x="44132" y="74449"/>
                    <a:pt x="44008" y="75395"/>
                  </a:cubicBezTo>
                  <a:cubicBezTo>
                    <a:pt x="43858" y="75495"/>
                    <a:pt x="43684" y="75569"/>
                    <a:pt x="43535" y="75644"/>
                  </a:cubicBezTo>
                  <a:cubicBezTo>
                    <a:pt x="43261" y="75395"/>
                    <a:pt x="42987" y="75171"/>
                    <a:pt x="42664" y="74922"/>
                  </a:cubicBezTo>
                  <a:cubicBezTo>
                    <a:pt x="42614" y="74823"/>
                    <a:pt x="42564" y="74773"/>
                    <a:pt x="42514" y="74673"/>
                  </a:cubicBezTo>
                  <a:cubicBezTo>
                    <a:pt x="42440" y="74549"/>
                    <a:pt x="42365" y="74449"/>
                    <a:pt x="42290" y="74325"/>
                  </a:cubicBezTo>
                  <a:lnTo>
                    <a:pt x="41743" y="73503"/>
                  </a:lnTo>
                  <a:cubicBezTo>
                    <a:pt x="41668" y="73429"/>
                    <a:pt x="41643" y="73379"/>
                    <a:pt x="41593" y="73304"/>
                  </a:cubicBezTo>
                  <a:cubicBezTo>
                    <a:pt x="41668" y="73205"/>
                    <a:pt x="41693" y="73130"/>
                    <a:pt x="41767" y="73055"/>
                  </a:cubicBezTo>
                  <a:cubicBezTo>
                    <a:pt x="42688" y="72956"/>
                    <a:pt x="43659" y="72782"/>
                    <a:pt x="44630" y="72533"/>
                  </a:cubicBezTo>
                  <a:close/>
                  <a:moveTo>
                    <a:pt x="42688" y="75520"/>
                  </a:moveTo>
                  <a:lnTo>
                    <a:pt x="42788" y="75619"/>
                  </a:lnTo>
                  <a:cubicBezTo>
                    <a:pt x="42805" y="75636"/>
                    <a:pt x="42822" y="75664"/>
                    <a:pt x="42831" y="75696"/>
                  </a:cubicBezTo>
                  <a:lnTo>
                    <a:pt x="42831" y="75696"/>
                  </a:lnTo>
                  <a:cubicBezTo>
                    <a:pt x="42818" y="75687"/>
                    <a:pt x="42800" y="75681"/>
                    <a:pt x="42788" y="75669"/>
                  </a:cubicBezTo>
                  <a:cubicBezTo>
                    <a:pt x="42763" y="75619"/>
                    <a:pt x="42738" y="75569"/>
                    <a:pt x="42688" y="75520"/>
                  </a:cubicBezTo>
                  <a:close/>
                  <a:moveTo>
                    <a:pt x="57075" y="67206"/>
                  </a:moveTo>
                  <a:cubicBezTo>
                    <a:pt x="57100" y="67231"/>
                    <a:pt x="57125" y="67256"/>
                    <a:pt x="57200" y="67305"/>
                  </a:cubicBezTo>
                  <a:cubicBezTo>
                    <a:pt x="57324" y="67355"/>
                    <a:pt x="57424" y="67455"/>
                    <a:pt x="57548" y="67530"/>
                  </a:cubicBezTo>
                  <a:cubicBezTo>
                    <a:pt x="57623" y="67579"/>
                    <a:pt x="57723" y="67654"/>
                    <a:pt x="57822" y="67729"/>
                  </a:cubicBezTo>
                  <a:cubicBezTo>
                    <a:pt x="57922" y="67803"/>
                    <a:pt x="57972" y="67853"/>
                    <a:pt x="58071" y="67928"/>
                  </a:cubicBezTo>
                  <a:cubicBezTo>
                    <a:pt x="58196" y="68002"/>
                    <a:pt x="58320" y="68102"/>
                    <a:pt x="58469" y="68226"/>
                  </a:cubicBezTo>
                  <a:cubicBezTo>
                    <a:pt x="58494" y="68251"/>
                    <a:pt x="58544" y="68301"/>
                    <a:pt x="58594" y="68326"/>
                  </a:cubicBezTo>
                  <a:cubicBezTo>
                    <a:pt x="59440" y="68998"/>
                    <a:pt x="60361" y="69819"/>
                    <a:pt x="61307" y="70765"/>
                  </a:cubicBezTo>
                  <a:cubicBezTo>
                    <a:pt x="61431" y="70890"/>
                    <a:pt x="61556" y="70964"/>
                    <a:pt x="61680" y="71089"/>
                  </a:cubicBezTo>
                  <a:lnTo>
                    <a:pt x="61879" y="71313"/>
                  </a:lnTo>
                  <a:lnTo>
                    <a:pt x="62303" y="71711"/>
                  </a:lnTo>
                  <a:cubicBezTo>
                    <a:pt x="62128" y="71811"/>
                    <a:pt x="61979" y="71935"/>
                    <a:pt x="61830" y="72035"/>
                  </a:cubicBezTo>
                  <a:cubicBezTo>
                    <a:pt x="61705" y="72134"/>
                    <a:pt x="61581" y="72184"/>
                    <a:pt x="61456" y="72284"/>
                  </a:cubicBezTo>
                  <a:cubicBezTo>
                    <a:pt x="61257" y="72408"/>
                    <a:pt x="61083" y="72533"/>
                    <a:pt x="60859" y="72657"/>
                  </a:cubicBezTo>
                  <a:lnTo>
                    <a:pt x="60585" y="72831"/>
                  </a:lnTo>
                  <a:cubicBezTo>
                    <a:pt x="60560" y="72856"/>
                    <a:pt x="60535" y="72906"/>
                    <a:pt x="60461" y="72906"/>
                  </a:cubicBezTo>
                  <a:cubicBezTo>
                    <a:pt x="60286" y="73030"/>
                    <a:pt x="60087" y="73105"/>
                    <a:pt x="59913" y="73230"/>
                  </a:cubicBezTo>
                  <a:cubicBezTo>
                    <a:pt x="59814" y="73304"/>
                    <a:pt x="59714" y="73354"/>
                    <a:pt x="59614" y="73404"/>
                  </a:cubicBezTo>
                  <a:cubicBezTo>
                    <a:pt x="59589" y="73429"/>
                    <a:pt x="59540" y="73454"/>
                    <a:pt x="59490" y="73478"/>
                  </a:cubicBezTo>
                  <a:cubicBezTo>
                    <a:pt x="59341" y="73578"/>
                    <a:pt x="59166" y="73678"/>
                    <a:pt x="58992" y="73777"/>
                  </a:cubicBezTo>
                  <a:cubicBezTo>
                    <a:pt x="58942" y="73802"/>
                    <a:pt x="58843" y="73877"/>
                    <a:pt x="58793" y="73902"/>
                  </a:cubicBezTo>
                  <a:cubicBezTo>
                    <a:pt x="58718" y="73926"/>
                    <a:pt x="58619" y="74001"/>
                    <a:pt x="58569" y="74026"/>
                  </a:cubicBezTo>
                  <a:cubicBezTo>
                    <a:pt x="58420" y="74126"/>
                    <a:pt x="58245" y="74175"/>
                    <a:pt x="58096" y="74275"/>
                  </a:cubicBezTo>
                  <a:cubicBezTo>
                    <a:pt x="57947" y="74375"/>
                    <a:pt x="57797" y="74424"/>
                    <a:pt x="57623" y="74524"/>
                  </a:cubicBezTo>
                  <a:cubicBezTo>
                    <a:pt x="57474" y="74574"/>
                    <a:pt x="57349" y="74673"/>
                    <a:pt x="57200" y="74748"/>
                  </a:cubicBezTo>
                  <a:cubicBezTo>
                    <a:pt x="57175" y="74773"/>
                    <a:pt x="57125" y="74773"/>
                    <a:pt x="57100" y="74798"/>
                  </a:cubicBezTo>
                  <a:cubicBezTo>
                    <a:pt x="56976" y="74847"/>
                    <a:pt x="56827" y="74922"/>
                    <a:pt x="56702" y="74997"/>
                  </a:cubicBezTo>
                  <a:cubicBezTo>
                    <a:pt x="56578" y="75047"/>
                    <a:pt x="56428" y="75121"/>
                    <a:pt x="56304" y="75171"/>
                  </a:cubicBezTo>
                  <a:cubicBezTo>
                    <a:pt x="56105" y="75271"/>
                    <a:pt x="55955" y="75320"/>
                    <a:pt x="55756" y="75420"/>
                  </a:cubicBezTo>
                  <a:cubicBezTo>
                    <a:pt x="55632" y="75470"/>
                    <a:pt x="55507" y="75520"/>
                    <a:pt x="55383" y="75569"/>
                  </a:cubicBezTo>
                  <a:cubicBezTo>
                    <a:pt x="55258" y="75644"/>
                    <a:pt x="55134" y="75669"/>
                    <a:pt x="55059" y="75744"/>
                  </a:cubicBezTo>
                  <a:cubicBezTo>
                    <a:pt x="54686" y="74872"/>
                    <a:pt x="54313" y="74051"/>
                    <a:pt x="53989" y="73304"/>
                  </a:cubicBezTo>
                  <a:cubicBezTo>
                    <a:pt x="53964" y="73205"/>
                    <a:pt x="53889" y="73130"/>
                    <a:pt x="53865" y="73030"/>
                  </a:cubicBezTo>
                  <a:cubicBezTo>
                    <a:pt x="53740" y="72757"/>
                    <a:pt x="53641" y="72458"/>
                    <a:pt x="53566" y="72184"/>
                  </a:cubicBezTo>
                  <a:cubicBezTo>
                    <a:pt x="53491" y="72010"/>
                    <a:pt x="53392" y="71811"/>
                    <a:pt x="53342" y="71637"/>
                  </a:cubicBezTo>
                  <a:lnTo>
                    <a:pt x="53143" y="70964"/>
                  </a:lnTo>
                  <a:cubicBezTo>
                    <a:pt x="53093" y="70790"/>
                    <a:pt x="53018" y="70566"/>
                    <a:pt x="52968" y="70392"/>
                  </a:cubicBezTo>
                  <a:cubicBezTo>
                    <a:pt x="53441" y="70043"/>
                    <a:pt x="53889" y="69695"/>
                    <a:pt x="54337" y="69347"/>
                  </a:cubicBezTo>
                  <a:lnTo>
                    <a:pt x="54711" y="69073"/>
                  </a:lnTo>
                  <a:cubicBezTo>
                    <a:pt x="54761" y="69023"/>
                    <a:pt x="54835" y="68973"/>
                    <a:pt x="54935" y="68923"/>
                  </a:cubicBezTo>
                  <a:lnTo>
                    <a:pt x="55383" y="68550"/>
                  </a:lnTo>
                  <a:cubicBezTo>
                    <a:pt x="55607" y="68401"/>
                    <a:pt x="55831" y="68202"/>
                    <a:pt x="56005" y="68052"/>
                  </a:cubicBezTo>
                  <a:cubicBezTo>
                    <a:pt x="56179" y="67928"/>
                    <a:pt x="56354" y="67803"/>
                    <a:pt x="56503" y="67654"/>
                  </a:cubicBezTo>
                  <a:cubicBezTo>
                    <a:pt x="56603" y="67554"/>
                    <a:pt x="56702" y="67480"/>
                    <a:pt x="56827" y="67380"/>
                  </a:cubicBezTo>
                  <a:cubicBezTo>
                    <a:pt x="56926" y="67330"/>
                    <a:pt x="56976" y="67256"/>
                    <a:pt x="57075" y="67206"/>
                  </a:cubicBezTo>
                  <a:close/>
                  <a:moveTo>
                    <a:pt x="42912" y="75320"/>
                  </a:moveTo>
                  <a:lnTo>
                    <a:pt x="43385" y="75694"/>
                  </a:lnTo>
                  <a:cubicBezTo>
                    <a:pt x="43360" y="75768"/>
                    <a:pt x="43311" y="75768"/>
                    <a:pt x="43311" y="75768"/>
                  </a:cubicBezTo>
                  <a:cubicBezTo>
                    <a:pt x="43186" y="75669"/>
                    <a:pt x="43112" y="75569"/>
                    <a:pt x="42987" y="75495"/>
                  </a:cubicBezTo>
                  <a:cubicBezTo>
                    <a:pt x="42937" y="75420"/>
                    <a:pt x="42912" y="75395"/>
                    <a:pt x="42912" y="75320"/>
                  </a:cubicBezTo>
                  <a:close/>
                  <a:moveTo>
                    <a:pt x="52844" y="70516"/>
                  </a:moveTo>
                  <a:cubicBezTo>
                    <a:pt x="52869" y="70641"/>
                    <a:pt x="52944" y="70790"/>
                    <a:pt x="52968" y="70915"/>
                  </a:cubicBezTo>
                  <a:cubicBezTo>
                    <a:pt x="53018" y="71164"/>
                    <a:pt x="53093" y="71388"/>
                    <a:pt x="53192" y="71661"/>
                  </a:cubicBezTo>
                  <a:cubicBezTo>
                    <a:pt x="53217" y="71786"/>
                    <a:pt x="53267" y="71935"/>
                    <a:pt x="53342" y="72060"/>
                  </a:cubicBezTo>
                  <a:cubicBezTo>
                    <a:pt x="53740" y="73205"/>
                    <a:pt x="54263" y="74449"/>
                    <a:pt x="54885" y="75793"/>
                  </a:cubicBezTo>
                  <a:lnTo>
                    <a:pt x="54835" y="75793"/>
                  </a:lnTo>
                  <a:cubicBezTo>
                    <a:pt x="54437" y="74922"/>
                    <a:pt x="54064" y="74126"/>
                    <a:pt x="53740" y="73329"/>
                  </a:cubicBezTo>
                  <a:cubicBezTo>
                    <a:pt x="53715" y="73279"/>
                    <a:pt x="53690" y="73180"/>
                    <a:pt x="53641" y="73130"/>
                  </a:cubicBezTo>
                  <a:cubicBezTo>
                    <a:pt x="53516" y="72806"/>
                    <a:pt x="53441" y="72533"/>
                    <a:pt x="53317" y="72259"/>
                  </a:cubicBezTo>
                  <a:cubicBezTo>
                    <a:pt x="53242" y="72060"/>
                    <a:pt x="53143" y="71885"/>
                    <a:pt x="53118" y="71686"/>
                  </a:cubicBezTo>
                  <a:cubicBezTo>
                    <a:pt x="53068" y="71462"/>
                    <a:pt x="52993" y="71263"/>
                    <a:pt x="52944" y="71064"/>
                  </a:cubicBezTo>
                  <a:cubicBezTo>
                    <a:pt x="52869" y="70890"/>
                    <a:pt x="52819" y="70691"/>
                    <a:pt x="52769" y="70541"/>
                  </a:cubicBezTo>
                  <a:lnTo>
                    <a:pt x="52844" y="70516"/>
                  </a:lnTo>
                  <a:close/>
                  <a:moveTo>
                    <a:pt x="43983" y="75669"/>
                  </a:moveTo>
                  <a:lnTo>
                    <a:pt x="43983" y="75694"/>
                  </a:lnTo>
                  <a:lnTo>
                    <a:pt x="43983" y="75744"/>
                  </a:lnTo>
                  <a:cubicBezTo>
                    <a:pt x="43883" y="75768"/>
                    <a:pt x="43809" y="75793"/>
                    <a:pt x="43759" y="75818"/>
                  </a:cubicBezTo>
                  <a:lnTo>
                    <a:pt x="43734" y="75793"/>
                  </a:lnTo>
                  <a:cubicBezTo>
                    <a:pt x="43809" y="75768"/>
                    <a:pt x="43883" y="75694"/>
                    <a:pt x="43983" y="75669"/>
                  </a:cubicBezTo>
                  <a:close/>
                  <a:moveTo>
                    <a:pt x="62477" y="71836"/>
                  </a:moveTo>
                  <a:lnTo>
                    <a:pt x="62527" y="71885"/>
                  </a:lnTo>
                  <a:lnTo>
                    <a:pt x="62552" y="71910"/>
                  </a:lnTo>
                  <a:cubicBezTo>
                    <a:pt x="62427" y="72010"/>
                    <a:pt x="62328" y="72060"/>
                    <a:pt x="62203" y="72159"/>
                  </a:cubicBezTo>
                  <a:cubicBezTo>
                    <a:pt x="62054" y="72284"/>
                    <a:pt x="61855" y="72358"/>
                    <a:pt x="61705" y="72508"/>
                  </a:cubicBezTo>
                  <a:cubicBezTo>
                    <a:pt x="61581" y="72582"/>
                    <a:pt x="61431" y="72682"/>
                    <a:pt x="61307" y="72782"/>
                  </a:cubicBezTo>
                  <a:lnTo>
                    <a:pt x="60734" y="73155"/>
                  </a:lnTo>
                  <a:cubicBezTo>
                    <a:pt x="60660" y="73205"/>
                    <a:pt x="60535" y="73279"/>
                    <a:pt x="60436" y="73329"/>
                  </a:cubicBezTo>
                  <a:cubicBezTo>
                    <a:pt x="60311" y="73404"/>
                    <a:pt x="60187" y="73478"/>
                    <a:pt x="60062" y="73553"/>
                  </a:cubicBezTo>
                  <a:lnTo>
                    <a:pt x="59789" y="73727"/>
                  </a:lnTo>
                  <a:cubicBezTo>
                    <a:pt x="59689" y="73777"/>
                    <a:pt x="59614" y="73827"/>
                    <a:pt x="59540" y="73852"/>
                  </a:cubicBezTo>
                  <a:cubicBezTo>
                    <a:pt x="59291" y="74026"/>
                    <a:pt x="59042" y="74151"/>
                    <a:pt x="58818" y="74275"/>
                  </a:cubicBezTo>
                  <a:lnTo>
                    <a:pt x="58619" y="74375"/>
                  </a:lnTo>
                  <a:cubicBezTo>
                    <a:pt x="58594" y="74375"/>
                    <a:pt x="58594" y="74399"/>
                    <a:pt x="58569" y="74399"/>
                  </a:cubicBezTo>
                  <a:cubicBezTo>
                    <a:pt x="58494" y="74424"/>
                    <a:pt x="58469" y="74449"/>
                    <a:pt x="58420" y="74499"/>
                  </a:cubicBezTo>
                  <a:lnTo>
                    <a:pt x="58046" y="74673"/>
                  </a:lnTo>
                  <a:lnTo>
                    <a:pt x="57847" y="74773"/>
                  </a:lnTo>
                  <a:cubicBezTo>
                    <a:pt x="57797" y="74798"/>
                    <a:pt x="57748" y="74823"/>
                    <a:pt x="57698" y="74823"/>
                  </a:cubicBezTo>
                  <a:cubicBezTo>
                    <a:pt x="57449" y="74947"/>
                    <a:pt x="57175" y="75071"/>
                    <a:pt x="56926" y="75196"/>
                  </a:cubicBezTo>
                  <a:cubicBezTo>
                    <a:pt x="56926" y="75196"/>
                    <a:pt x="56876" y="75196"/>
                    <a:pt x="56876" y="75221"/>
                  </a:cubicBezTo>
                  <a:cubicBezTo>
                    <a:pt x="56354" y="75470"/>
                    <a:pt x="55831" y="75694"/>
                    <a:pt x="55333" y="75918"/>
                  </a:cubicBezTo>
                  <a:cubicBezTo>
                    <a:pt x="55209" y="75893"/>
                    <a:pt x="55184" y="75893"/>
                    <a:pt x="55184" y="75893"/>
                  </a:cubicBezTo>
                  <a:cubicBezTo>
                    <a:pt x="55184" y="75893"/>
                    <a:pt x="55184" y="75868"/>
                    <a:pt x="55134" y="75868"/>
                  </a:cubicBezTo>
                  <a:lnTo>
                    <a:pt x="55134" y="75818"/>
                  </a:lnTo>
                  <a:cubicBezTo>
                    <a:pt x="55308" y="75768"/>
                    <a:pt x="55458" y="75694"/>
                    <a:pt x="55632" y="75644"/>
                  </a:cubicBezTo>
                  <a:cubicBezTo>
                    <a:pt x="55731" y="75619"/>
                    <a:pt x="55806" y="75569"/>
                    <a:pt x="55881" y="75544"/>
                  </a:cubicBezTo>
                  <a:cubicBezTo>
                    <a:pt x="55931" y="75544"/>
                    <a:pt x="55955" y="75520"/>
                    <a:pt x="55980" y="75495"/>
                  </a:cubicBezTo>
                  <a:cubicBezTo>
                    <a:pt x="56055" y="75445"/>
                    <a:pt x="56130" y="75420"/>
                    <a:pt x="56204" y="75395"/>
                  </a:cubicBezTo>
                  <a:cubicBezTo>
                    <a:pt x="56229" y="75395"/>
                    <a:pt x="56254" y="75370"/>
                    <a:pt x="56304" y="75370"/>
                  </a:cubicBezTo>
                  <a:lnTo>
                    <a:pt x="56478" y="75271"/>
                  </a:lnTo>
                  <a:lnTo>
                    <a:pt x="56503" y="75271"/>
                  </a:lnTo>
                  <a:cubicBezTo>
                    <a:pt x="56603" y="75246"/>
                    <a:pt x="56702" y="75171"/>
                    <a:pt x="56827" y="75146"/>
                  </a:cubicBezTo>
                  <a:cubicBezTo>
                    <a:pt x="56876" y="75121"/>
                    <a:pt x="56926" y="75121"/>
                    <a:pt x="56976" y="75071"/>
                  </a:cubicBezTo>
                  <a:cubicBezTo>
                    <a:pt x="57075" y="75047"/>
                    <a:pt x="57125" y="74997"/>
                    <a:pt x="57225" y="74947"/>
                  </a:cubicBezTo>
                  <a:cubicBezTo>
                    <a:pt x="57250" y="74922"/>
                    <a:pt x="57324" y="74922"/>
                    <a:pt x="57349" y="74897"/>
                  </a:cubicBezTo>
                  <a:cubicBezTo>
                    <a:pt x="57374" y="74897"/>
                    <a:pt x="57374" y="74872"/>
                    <a:pt x="57424" y="74872"/>
                  </a:cubicBezTo>
                  <a:lnTo>
                    <a:pt x="57449" y="74872"/>
                  </a:lnTo>
                  <a:lnTo>
                    <a:pt x="57822" y="74673"/>
                  </a:lnTo>
                  <a:cubicBezTo>
                    <a:pt x="57972" y="74574"/>
                    <a:pt x="58121" y="74524"/>
                    <a:pt x="58320" y="74424"/>
                  </a:cubicBezTo>
                  <a:lnTo>
                    <a:pt x="58345" y="74424"/>
                  </a:lnTo>
                  <a:cubicBezTo>
                    <a:pt x="58494" y="74325"/>
                    <a:pt x="58669" y="74275"/>
                    <a:pt x="58818" y="74175"/>
                  </a:cubicBezTo>
                  <a:cubicBezTo>
                    <a:pt x="58942" y="74126"/>
                    <a:pt x="59067" y="74051"/>
                    <a:pt x="59191" y="73951"/>
                  </a:cubicBezTo>
                  <a:cubicBezTo>
                    <a:pt x="59191" y="73951"/>
                    <a:pt x="59216" y="73951"/>
                    <a:pt x="59216" y="73926"/>
                  </a:cubicBezTo>
                  <a:lnTo>
                    <a:pt x="59241" y="73926"/>
                  </a:lnTo>
                  <a:cubicBezTo>
                    <a:pt x="59440" y="73827"/>
                    <a:pt x="59614" y="73752"/>
                    <a:pt x="59789" y="73628"/>
                  </a:cubicBezTo>
                  <a:cubicBezTo>
                    <a:pt x="59838" y="73578"/>
                    <a:pt x="59913" y="73553"/>
                    <a:pt x="59963" y="73503"/>
                  </a:cubicBezTo>
                  <a:cubicBezTo>
                    <a:pt x="60038" y="73454"/>
                    <a:pt x="60062" y="73429"/>
                    <a:pt x="60112" y="73404"/>
                  </a:cubicBezTo>
                  <a:cubicBezTo>
                    <a:pt x="60336" y="73279"/>
                    <a:pt x="60535" y="73155"/>
                    <a:pt x="60734" y="73030"/>
                  </a:cubicBezTo>
                  <a:cubicBezTo>
                    <a:pt x="60784" y="73006"/>
                    <a:pt x="60809" y="73006"/>
                    <a:pt x="60834" y="72956"/>
                  </a:cubicBezTo>
                  <a:cubicBezTo>
                    <a:pt x="60859" y="72931"/>
                    <a:pt x="60934" y="72906"/>
                    <a:pt x="60959" y="72881"/>
                  </a:cubicBezTo>
                  <a:cubicBezTo>
                    <a:pt x="60959" y="72881"/>
                    <a:pt x="60983" y="72881"/>
                    <a:pt x="60983" y="72831"/>
                  </a:cubicBezTo>
                  <a:cubicBezTo>
                    <a:pt x="61207" y="72682"/>
                    <a:pt x="61456" y="72533"/>
                    <a:pt x="61680" y="72383"/>
                  </a:cubicBezTo>
                  <a:cubicBezTo>
                    <a:pt x="61705" y="72383"/>
                    <a:pt x="61705" y="72333"/>
                    <a:pt x="61730" y="72333"/>
                  </a:cubicBezTo>
                  <a:cubicBezTo>
                    <a:pt x="61780" y="72309"/>
                    <a:pt x="61830" y="72284"/>
                    <a:pt x="61855" y="72259"/>
                  </a:cubicBezTo>
                  <a:cubicBezTo>
                    <a:pt x="62079" y="72134"/>
                    <a:pt x="62278" y="71960"/>
                    <a:pt x="62477" y="71836"/>
                  </a:cubicBezTo>
                  <a:close/>
                  <a:moveTo>
                    <a:pt x="43535" y="75893"/>
                  </a:moveTo>
                  <a:lnTo>
                    <a:pt x="43560" y="75918"/>
                  </a:lnTo>
                  <a:lnTo>
                    <a:pt x="43609" y="75943"/>
                  </a:lnTo>
                  <a:cubicBezTo>
                    <a:pt x="43560" y="75943"/>
                    <a:pt x="43560" y="75992"/>
                    <a:pt x="43535" y="75992"/>
                  </a:cubicBezTo>
                  <a:lnTo>
                    <a:pt x="43485" y="75918"/>
                  </a:lnTo>
                  <a:cubicBezTo>
                    <a:pt x="43510" y="75918"/>
                    <a:pt x="43510" y="75893"/>
                    <a:pt x="43535" y="75893"/>
                  </a:cubicBezTo>
                  <a:close/>
                  <a:moveTo>
                    <a:pt x="54960" y="75943"/>
                  </a:moveTo>
                  <a:lnTo>
                    <a:pt x="54960" y="75992"/>
                  </a:lnTo>
                  <a:cubicBezTo>
                    <a:pt x="54972" y="75968"/>
                    <a:pt x="54978" y="75955"/>
                    <a:pt x="54982" y="75955"/>
                  </a:cubicBezTo>
                  <a:cubicBezTo>
                    <a:pt x="54985" y="75955"/>
                    <a:pt x="54985" y="75968"/>
                    <a:pt x="54985" y="75992"/>
                  </a:cubicBezTo>
                  <a:cubicBezTo>
                    <a:pt x="54960" y="75992"/>
                    <a:pt x="54960" y="76017"/>
                    <a:pt x="54935" y="76017"/>
                  </a:cubicBezTo>
                  <a:cubicBezTo>
                    <a:pt x="54935" y="76017"/>
                    <a:pt x="54935" y="75992"/>
                    <a:pt x="54885" y="75992"/>
                  </a:cubicBezTo>
                  <a:lnTo>
                    <a:pt x="54885" y="75943"/>
                  </a:lnTo>
                  <a:close/>
                  <a:moveTo>
                    <a:pt x="9832" y="71064"/>
                  </a:moveTo>
                  <a:cubicBezTo>
                    <a:pt x="9932" y="71288"/>
                    <a:pt x="10006" y="71512"/>
                    <a:pt x="10056" y="71711"/>
                  </a:cubicBezTo>
                  <a:cubicBezTo>
                    <a:pt x="10081" y="71786"/>
                    <a:pt x="10131" y="71836"/>
                    <a:pt x="10131" y="71935"/>
                  </a:cubicBezTo>
                  <a:cubicBezTo>
                    <a:pt x="10156" y="71985"/>
                    <a:pt x="10156" y="72060"/>
                    <a:pt x="10181" y="72085"/>
                  </a:cubicBezTo>
                  <a:cubicBezTo>
                    <a:pt x="10206" y="72159"/>
                    <a:pt x="10206" y="72209"/>
                    <a:pt x="10255" y="72284"/>
                  </a:cubicBezTo>
                  <a:lnTo>
                    <a:pt x="10330" y="72557"/>
                  </a:lnTo>
                  <a:cubicBezTo>
                    <a:pt x="10405" y="72682"/>
                    <a:pt x="10454" y="72806"/>
                    <a:pt x="10504" y="72956"/>
                  </a:cubicBezTo>
                  <a:cubicBezTo>
                    <a:pt x="10504" y="72981"/>
                    <a:pt x="10504" y="72981"/>
                    <a:pt x="10529" y="73030"/>
                  </a:cubicBezTo>
                  <a:cubicBezTo>
                    <a:pt x="10554" y="73080"/>
                    <a:pt x="10579" y="73180"/>
                    <a:pt x="10629" y="73230"/>
                  </a:cubicBezTo>
                  <a:cubicBezTo>
                    <a:pt x="10629" y="73279"/>
                    <a:pt x="10654" y="73304"/>
                    <a:pt x="10654" y="73304"/>
                  </a:cubicBezTo>
                  <a:cubicBezTo>
                    <a:pt x="10654" y="73329"/>
                    <a:pt x="10678" y="73329"/>
                    <a:pt x="10678" y="73354"/>
                  </a:cubicBezTo>
                  <a:cubicBezTo>
                    <a:pt x="10728" y="73478"/>
                    <a:pt x="10803" y="73653"/>
                    <a:pt x="10853" y="73777"/>
                  </a:cubicBezTo>
                  <a:lnTo>
                    <a:pt x="11052" y="74151"/>
                  </a:lnTo>
                  <a:cubicBezTo>
                    <a:pt x="11052" y="74175"/>
                    <a:pt x="11077" y="74175"/>
                    <a:pt x="11077" y="74200"/>
                  </a:cubicBezTo>
                  <a:cubicBezTo>
                    <a:pt x="11102" y="74225"/>
                    <a:pt x="11102" y="74275"/>
                    <a:pt x="11151" y="74300"/>
                  </a:cubicBezTo>
                  <a:cubicBezTo>
                    <a:pt x="11176" y="74350"/>
                    <a:pt x="11226" y="74449"/>
                    <a:pt x="11276" y="74524"/>
                  </a:cubicBezTo>
                  <a:cubicBezTo>
                    <a:pt x="11326" y="74648"/>
                    <a:pt x="11400" y="74773"/>
                    <a:pt x="11475" y="74847"/>
                  </a:cubicBezTo>
                  <a:cubicBezTo>
                    <a:pt x="11525" y="74922"/>
                    <a:pt x="11575" y="75022"/>
                    <a:pt x="11649" y="75071"/>
                  </a:cubicBezTo>
                  <a:cubicBezTo>
                    <a:pt x="11674" y="75146"/>
                    <a:pt x="11724" y="75196"/>
                    <a:pt x="11774" y="75295"/>
                  </a:cubicBezTo>
                  <a:cubicBezTo>
                    <a:pt x="11799" y="75345"/>
                    <a:pt x="11823" y="75395"/>
                    <a:pt x="11848" y="75445"/>
                  </a:cubicBezTo>
                  <a:cubicBezTo>
                    <a:pt x="11898" y="75470"/>
                    <a:pt x="11923" y="75544"/>
                    <a:pt x="11948" y="75569"/>
                  </a:cubicBezTo>
                  <a:cubicBezTo>
                    <a:pt x="12047" y="75694"/>
                    <a:pt x="12147" y="75793"/>
                    <a:pt x="12222" y="75918"/>
                  </a:cubicBezTo>
                  <a:lnTo>
                    <a:pt x="12271" y="75943"/>
                  </a:lnTo>
                  <a:cubicBezTo>
                    <a:pt x="12296" y="75968"/>
                    <a:pt x="12296" y="76017"/>
                    <a:pt x="12321" y="76042"/>
                  </a:cubicBezTo>
                  <a:cubicBezTo>
                    <a:pt x="12296" y="76017"/>
                    <a:pt x="12271" y="76017"/>
                    <a:pt x="12222" y="75968"/>
                  </a:cubicBezTo>
                  <a:cubicBezTo>
                    <a:pt x="12197" y="75943"/>
                    <a:pt x="12172" y="75943"/>
                    <a:pt x="12147" y="75918"/>
                  </a:cubicBezTo>
                  <a:cubicBezTo>
                    <a:pt x="12122" y="75843"/>
                    <a:pt x="12047" y="75793"/>
                    <a:pt x="12023" y="75768"/>
                  </a:cubicBezTo>
                  <a:cubicBezTo>
                    <a:pt x="11948" y="75669"/>
                    <a:pt x="11898" y="75594"/>
                    <a:pt x="11823" y="75520"/>
                  </a:cubicBezTo>
                  <a:cubicBezTo>
                    <a:pt x="11774" y="75420"/>
                    <a:pt x="11699" y="75320"/>
                    <a:pt x="11599" y="75196"/>
                  </a:cubicBezTo>
                  <a:cubicBezTo>
                    <a:pt x="11525" y="75071"/>
                    <a:pt x="11450" y="74947"/>
                    <a:pt x="11400" y="74823"/>
                  </a:cubicBezTo>
                  <a:cubicBezTo>
                    <a:pt x="11326" y="74723"/>
                    <a:pt x="11276" y="74648"/>
                    <a:pt x="11201" y="74524"/>
                  </a:cubicBezTo>
                  <a:cubicBezTo>
                    <a:pt x="11176" y="74449"/>
                    <a:pt x="11126" y="74350"/>
                    <a:pt x="11077" y="74300"/>
                  </a:cubicBezTo>
                  <a:cubicBezTo>
                    <a:pt x="10977" y="74151"/>
                    <a:pt x="10927" y="73976"/>
                    <a:pt x="10828" y="73827"/>
                  </a:cubicBezTo>
                  <a:cubicBezTo>
                    <a:pt x="10728" y="73678"/>
                    <a:pt x="10654" y="73478"/>
                    <a:pt x="10579" y="73329"/>
                  </a:cubicBezTo>
                  <a:cubicBezTo>
                    <a:pt x="10554" y="73304"/>
                    <a:pt x="10554" y="73230"/>
                    <a:pt x="10529" y="73205"/>
                  </a:cubicBezTo>
                  <a:cubicBezTo>
                    <a:pt x="10454" y="73055"/>
                    <a:pt x="10405" y="72931"/>
                    <a:pt x="10330" y="72782"/>
                  </a:cubicBezTo>
                  <a:cubicBezTo>
                    <a:pt x="10280" y="72607"/>
                    <a:pt x="10206" y="72433"/>
                    <a:pt x="10156" y="72284"/>
                  </a:cubicBezTo>
                  <a:cubicBezTo>
                    <a:pt x="10131" y="72209"/>
                    <a:pt x="10081" y="72159"/>
                    <a:pt x="10081" y="72060"/>
                  </a:cubicBezTo>
                  <a:cubicBezTo>
                    <a:pt x="10031" y="71910"/>
                    <a:pt x="10006" y="71736"/>
                    <a:pt x="9932" y="71612"/>
                  </a:cubicBezTo>
                  <a:cubicBezTo>
                    <a:pt x="9932" y="71437"/>
                    <a:pt x="9882" y="71288"/>
                    <a:pt x="9832" y="71064"/>
                  </a:cubicBezTo>
                  <a:close/>
                  <a:moveTo>
                    <a:pt x="43261" y="76017"/>
                  </a:moveTo>
                  <a:lnTo>
                    <a:pt x="43261" y="76017"/>
                  </a:lnTo>
                  <a:cubicBezTo>
                    <a:pt x="43286" y="76017"/>
                    <a:pt x="43311" y="76017"/>
                    <a:pt x="43311" y="76042"/>
                  </a:cubicBezTo>
                  <a:cubicBezTo>
                    <a:pt x="43286" y="76017"/>
                    <a:pt x="43286" y="76017"/>
                    <a:pt x="43261" y="76017"/>
                  </a:cubicBezTo>
                  <a:close/>
                  <a:moveTo>
                    <a:pt x="8090" y="72757"/>
                  </a:moveTo>
                  <a:cubicBezTo>
                    <a:pt x="9285" y="73951"/>
                    <a:pt x="10579" y="75047"/>
                    <a:pt x="12023" y="76017"/>
                  </a:cubicBezTo>
                  <a:cubicBezTo>
                    <a:pt x="12047" y="76067"/>
                    <a:pt x="12122" y="76142"/>
                    <a:pt x="12147" y="76167"/>
                  </a:cubicBezTo>
                  <a:cubicBezTo>
                    <a:pt x="10654" y="75146"/>
                    <a:pt x="9285" y="74026"/>
                    <a:pt x="8065" y="72806"/>
                  </a:cubicBezTo>
                  <a:cubicBezTo>
                    <a:pt x="8065" y="72782"/>
                    <a:pt x="8090" y="72782"/>
                    <a:pt x="8090" y="72757"/>
                  </a:cubicBezTo>
                  <a:close/>
                  <a:moveTo>
                    <a:pt x="43062" y="76142"/>
                  </a:moveTo>
                  <a:lnTo>
                    <a:pt x="43062" y="76167"/>
                  </a:lnTo>
                  <a:lnTo>
                    <a:pt x="43037" y="76167"/>
                  </a:lnTo>
                  <a:cubicBezTo>
                    <a:pt x="43037" y="76167"/>
                    <a:pt x="43062" y="76167"/>
                    <a:pt x="43062" y="76142"/>
                  </a:cubicBezTo>
                  <a:close/>
                  <a:moveTo>
                    <a:pt x="43097" y="76156"/>
                  </a:moveTo>
                  <a:cubicBezTo>
                    <a:pt x="43112" y="76156"/>
                    <a:pt x="43112" y="76167"/>
                    <a:pt x="43112" y="76167"/>
                  </a:cubicBezTo>
                  <a:lnTo>
                    <a:pt x="43062" y="76167"/>
                  </a:lnTo>
                  <a:cubicBezTo>
                    <a:pt x="43078" y="76158"/>
                    <a:pt x="43089" y="76156"/>
                    <a:pt x="43097" y="76156"/>
                  </a:cubicBezTo>
                  <a:close/>
                  <a:moveTo>
                    <a:pt x="44182" y="75818"/>
                  </a:moveTo>
                  <a:cubicBezTo>
                    <a:pt x="44182" y="75943"/>
                    <a:pt x="44157" y="76067"/>
                    <a:pt x="44157" y="76192"/>
                  </a:cubicBezTo>
                  <a:lnTo>
                    <a:pt x="44107" y="76142"/>
                  </a:lnTo>
                  <a:cubicBezTo>
                    <a:pt x="44107" y="76042"/>
                    <a:pt x="44132" y="75943"/>
                    <a:pt x="44132" y="75868"/>
                  </a:cubicBezTo>
                  <a:cubicBezTo>
                    <a:pt x="44157" y="75868"/>
                    <a:pt x="44157" y="75818"/>
                    <a:pt x="44182" y="75818"/>
                  </a:cubicBezTo>
                  <a:close/>
                  <a:moveTo>
                    <a:pt x="44555" y="75619"/>
                  </a:moveTo>
                  <a:cubicBezTo>
                    <a:pt x="44481" y="75818"/>
                    <a:pt x="44381" y="76042"/>
                    <a:pt x="44306" y="76266"/>
                  </a:cubicBezTo>
                  <a:cubicBezTo>
                    <a:pt x="44356" y="76067"/>
                    <a:pt x="44356" y="75893"/>
                    <a:pt x="44381" y="75694"/>
                  </a:cubicBezTo>
                  <a:lnTo>
                    <a:pt x="44555" y="75619"/>
                  </a:lnTo>
                  <a:close/>
                  <a:moveTo>
                    <a:pt x="45078" y="75541"/>
                  </a:moveTo>
                  <a:lnTo>
                    <a:pt x="44904" y="76017"/>
                  </a:lnTo>
                  <a:lnTo>
                    <a:pt x="44904" y="76042"/>
                  </a:lnTo>
                  <a:cubicBezTo>
                    <a:pt x="44879" y="76117"/>
                    <a:pt x="44854" y="76192"/>
                    <a:pt x="44804" y="76266"/>
                  </a:cubicBezTo>
                  <a:cubicBezTo>
                    <a:pt x="44804" y="76241"/>
                    <a:pt x="44829" y="76192"/>
                    <a:pt x="44829" y="76167"/>
                  </a:cubicBezTo>
                  <a:cubicBezTo>
                    <a:pt x="44879" y="76042"/>
                    <a:pt x="44929" y="75893"/>
                    <a:pt x="44978" y="75768"/>
                  </a:cubicBezTo>
                  <a:cubicBezTo>
                    <a:pt x="45007" y="75698"/>
                    <a:pt x="45043" y="75619"/>
                    <a:pt x="45078" y="75541"/>
                  </a:cubicBezTo>
                  <a:close/>
                  <a:moveTo>
                    <a:pt x="42813" y="76241"/>
                  </a:moveTo>
                  <a:cubicBezTo>
                    <a:pt x="42813" y="76241"/>
                    <a:pt x="42813" y="76266"/>
                    <a:pt x="42862" y="76291"/>
                  </a:cubicBezTo>
                  <a:lnTo>
                    <a:pt x="42862" y="76291"/>
                  </a:lnTo>
                  <a:cubicBezTo>
                    <a:pt x="42838" y="76279"/>
                    <a:pt x="42838" y="76272"/>
                    <a:pt x="42844" y="76272"/>
                  </a:cubicBezTo>
                  <a:cubicBezTo>
                    <a:pt x="42850" y="76272"/>
                    <a:pt x="42863" y="76279"/>
                    <a:pt x="42863" y="76291"/>
                  </a:cubicBezTo>
                  <a:cubicBezTo>
                    <a:pt x="42813" y="76291"/>
                    <a:pt x="42813" y="76291"/>
                    <a:pt x="42813" y="76266"/>
                  </a:cubicBezTo>
                  <a:lnTo>
                    <a:pt x="42788" y="76241"/>
                  </a:lnTo>
                  <a:close/>
                  <a:moveTo>
                    <a:pt x="43734" y="76042"/>
                  </a:moveTo>
                  <a:lnTo>
                    <a:pt x="43883" y="76192"/>
                  </a:lnTo>
                  <a:lnTo>
                    <a:pt x="43883" y="76291"/>
                  </a:lnTo>
                  <a:cubicBezTo>
                    <a:pt x="43809" y="76192"/>
                    <a:pt x="43759" y="76142"/>
                    <a:pt x="43659" y="76067"/>
                  </a:cubicBezTo>
                  <a:cubicBezTo>
                    <a:pt x="43684" y="76067"/>
                    <a:pt x="43684" y="76042"/>
                    <a:pt x="43734" y="76042"/>
                  </a:cubicBezTo>
                  <a:close/>
                  <a:moveTo>
                    <a:pt x="44873" y="75437"/>
                  </a:moveTo>
                  <a:lnTo>
                    <a:pt x="44873" y="75437"/>
                  </a:lnTo>
                  <a:cubicBezTo>
                    <a:pt x="44750" y="75778"/>
                    <a:pt x="44627" y="76072"/>
                    <a:pt x="44481" y="76366"/>
                  </a:cubicBezTo>
                  <a:cubicBezTo>
                    <a:pt x="44605" y="76042"/>
                    <a:pt x="44729" y="75768"/>
                    <a:pt x="44854" y="75445"/>
                  </a:cubicBezTo>
                  <a:cubicBezTo>
                    <a:pt x="44854" y="75445"/>
                    <a:pt x="44865" y="75445"/>
                    <a:pt x="44873" y="75437"/>
                  </a:cubicBezTo>
                  <a:close/>
                  <a:moveTo>
                    <a:pt x="44057" y="76391"/>
                  </a:moveTo>
                  <a:cubicBezTo>
                    <a:pt x="44107" y="76391"/>
                    <a:pt x="44107" y="76416"/>
                    <a:pt x="44132" y="76416"/>
                  </a:cubicBezTo>
                  <a:lnTo>
                    <a:pt x="44057" y="76416"/>
                  </a:lnTo>
                  <a:lnTo>
                    <a:pt x="44057" y="76391"/>
                  </a:lnTo>
                  <a:close/>
                  <a:moveTo>
                    <a:pt x="52595" y="70641"/>
                  </a:moveTo>
                  <a:cubicBezTo>
                    <a:pt x="52645" y="70815"/>
                    <a:pt x="52720" y="71014"/>
                    <a:pt x="52744" y="71164"/>
                  </a:cubicBezTo>
                  <a:cubicBezTo>
                    <a:pt x="52819" y="71388"/>
                    <a:pt x="52869" y="71562"/>
                    <a:pt x="52944" y="71786"/>
                  </a:cubicBezTo>
                  <a:cubicBezTo>
                    <a:pt x="52993" y="72010"/>
                    <a:pt x="53093" y="72209"/>
                    <a:pt x="53143" y="72408"/>
                  </a:cubicBezTo>
                  <a:cubicBezTo>
                    <a:pt x="53242" y="72682"/>
                    <a:pt x="53342" y="72931"/>
                    <a:pt x="53466" y="73205"/>
                  </a:cubicBezTo>
                  <a:cubicBezTo>
                    <a:pt x="53516" y="73329"/>
                    <a:pt x="53591" y="73503"/>
                    <a:pt x="53641" y="73628"/>
                  </a:cubicBezTo>
                  <a:cubicBezTo>
                    <a:pt x="53815" y="74001"/>
                    <a:pt x="53964" y="74375"/>
                    <a:pt x="54138" y="74748"/>
                  </a:cubicBezTo>
                  <a:cubicBezTo>
                    <a:pt x="54138" y="74773"/>
                    <a:pt x="54188" y="74773"/>
                    <a:pt x="54188" y="74798"/>
                  </a:cubicBezTo>
                  <a:cubicBezTo>
                    <a:pt x="54337" y="75121"/>
                    <a:pt x="54487" y="75445"/>
                    <a:pt x="54636" y="75793"/>
                  </a:cubicBezTo>
                  <a:cubicBezTo>
                    <a:pt x="54611" y="75818"/>
                    <a:pt x="54537" y="75818"/>
                    <a:pt x="54512" y="75868"/>
                  </a:cubicBezTo>
                  <a:cubicBezTo>
                    <a:pt x="54337" y="75918"/>
                    <a:pt x="54188" y="75992"/>
                    <a:pt x="53989" y="76042"/>
                  </a:cubicBezTo>
                  <a:lnTo>
                    <a:pt x="53964" y="76042"/>
                  </a:lnTo>
                  <a:cubicBezTo>
                    <a:pt x="53840" y="76067"/>
                    <a:pt x="53740" y="76092"/>
                    <a:pt x="53616" y="76142"/>
                  </a:cubicBezTo>
                  <a:lnTo>
                    <a:pt x="53591" y="76142"/>
                  </a:lnTo>
                  <a:cubicBezTo>
                    <a:pt x="53392" y="76192"/>
                    <a:pt x="53242" y="76266"/>
                    <a:pt x="53068" y="76291"/>
                  </a:cubicBezTo>
                  <a:cubicBezTo>
                    <a:pt x="52968" y="76316"/>
                    <a:pt x="52844" y="76366"/>
                    <a:pt x="52744" y="76391"/>
                  </a:cubicBezTo>
                  <a:cubicBezTo>
                    <a:pt x="52720" y="76391"/>
                    <a:pt x="52695" y="76416"/>
                    <a:pt x="52645" y="76416"/>
                  </a:cubicBezTo>
                  <a:cubicBezTo>
                    <a:pt x="51326" y="75146"/>
                    <a:pt x="49957" y="74076"/>
                    <a:pt x="48588" y="73304"/>
                  </a:cubicBezTo>
                  <a:cubicBezTo>
                    <a:pt x="48737" y="73205"/>
                    <a:pt x="48886" y="73130"/>
                    <a:pt x="49036" y="73006"/>
                  </a:cubicBezTo>
                  <a:cubicBezTo>
                    <a:pt x="49285" y="72831"/>
                    <a:pt x="49509" y="72682"/>
                    <a:pt x="49758" y="72533"/>
                  </a:cubicBezTo>
                  <a:cubicBezTo>
                    <a:pt x="49957" y="72408"/>
                    <a:pt x="50106" y="72309"/>
                    <a:pt x="50280" y="72184"/>
                  </a:cubicBezTo>
                  <a:cubicBezTo>
                    <a:pt x="50380" y="72134"/>
                    <a:pt x="50504" y="72060"/>
                    <a:pt x="50604" y="72010"/>
                  </a:cubicBezTo>
                  <a:cubicBezTo>
                    <a:pt x="50703" y="71935"/>
                    <a:pt x="50828" y="71885"/>
                    <a:pt x="50902" y="71786"/>
                  </a:cubicBezTo>
                  <a:cubicBezTo>
                    <a:pt x="51151" y="71637"/>
                    <a:pt x="51400" y="71437"/>
                    <a:pt x="51624" y="71288"/>
                  </a:cubicBezTo>
                  <a:cubicBezTo>
                    <a:pt x="51948" y="71064"/>
                    <a:pt x="52272" y="70840"/>
                    <a:pt x="52595" y="70641"/>
                  </a:cubicBezTo>
                  <a:close/>
                  <a:moveTo>
                    <a:pt x="106559" y="62726"/>
                  </a:moveTo>
                  <a:lnTo>
                    <a:pt x="106559" y="62726"/>
                  </a:lnTo>
                  <a:cubicBezTo>
                    <a:pt x="106360" y="63298"/>
                    <a:pt x="106136" y="63871"/>
                    <a:pt x="105887" y="64443"/>
                  </a:cubicBezTo>
                  <a:cubicBezTo>
                    <a:pt x="105887" y="64468"/>
                    <a:pt x="105862" y="64493"/>
                    <a:pt x="105862" y="64543"/>
                  </a:cubicBezTo>
                  <a:cubicBezTo>
                    <a:pt x="105638" y="65065"/>
                    <a:pt x="105389" y="65613"/>
                    <a:pt x="105140" y="66161"/>
                  </a:cubicBezTo>
                  <a:lnTo>
                    <a:pt x="105041" y="66335"/>
                  </a:lnTo>
                  <a:cubicBezTo>
                    <a:pt x="104792" y="66857"/>
                    <a:pt x="104543" y="67355"/>
                    <a:pt x="104294" y="67903"/>
                  </a:cubicBezTo>
                  <a:lnTo>
                    <a:pt x="104194" y="68077"/>
                  </a:lnTo>
                  <a:cubicBezTo>
                    <a:pt x="104194" y="68077"/>
                    <a:pt x="104194" y="68102"/>
                    <a:pt x="104169" y="68102"/>
                  </a:cubicBezTo>
                  <a:cubicBezTo>
                    <a:pt x="104020" y="68401"/>
                    <a:pt x="103871" y="68699"/>
                    <a:pt x="103697" y="69023"/>
                  </a:cubicBezTo>
                  <a:cubicBezTo>
                    <a:pt x="103522" y="69396"/>
                    <a:pt x="103323" y="69720"/>
                    <a:pt x="103124" y="70093"/>
                  </a:cubicBezTo>
                  <a:cubicBezTo>
                    <a:pt x="103024" y="70292"/>
                    <a:pt x="102900" y="70467"/>
                    <a:pt x="102800" y="70666"/>
                  </a:cubicBezTo>
                  <a:cubicBezTo>
                    <a:pt x="102776" y="70765"/>
                    <a:pt x="102701" y="70815"/>
                    <a:pt x="102676" y="70915"/>
                  </a:cubicBezTo>
                  <a:cubicBezTo>
                    <a:pt x="102502" y="71213"/>
                    <a:pt x="102303" y="71562"/>
                    <a:pt x="102128" y="71885"/>
                  </a:cubicBezTo>
                  <a:cubicBezTo>
                    <a:pt x="101929" y="72209"/>
                    <a:pt x="101705" y="72557"/>
                    <a:pt x="101531" y="72881"/>
                  </a:cubicBezTo>
                  <a:cubicBezTo>
                    <a:pt x="101382" y="73130"/>
                    <a:pt x="101257" y="73329"/>
                    <a:pt x="101108" y="73553"/>
                  </a:cubicBezTo>
                  <a:cubicBezTo>
                    <a:pt x="100834" y="73951"/>
                    <a:pt x="100585" y="74375"/>
                    <a:pt x="100311" y="74773"/>
                  </a:cubicBezTo>
                  <a:cubicBezTo>
                    <a:pt x="100286" y="74823"/>
                    <a:pt x="100262" y="74897"/>
                    <a:pt x="100187" y="74922"/>
                  </a:cubicBezTo>
                  <a:cubicBezTo>
                    <a:pt x="99888" y="75445"/>
                    <a:pt x="99540" y="75943"/>
                    <a:pt x="99166" y="76440"/>
                  </a:cubicBezTo>
                  <a:cubicBezTo>
                    <a:pt x="98171" y="75022"/>
                    <a:pt x="96777" y="73304"/>
                    <a:pt x="94960" y="71437"/>
                  </a:cubicBezTo>
                  <a:cubicBezTo>
                    <a:pt x="97076" y="68799"/>
                    <a:pt x="99042" y="66086"/>
                    <a:pt x="100834" y="63373"/>
                  </a:cubicBezTo>
                  <a:lnTo>
                    <a:pt x="100959" y="63373"/>
                  </a:lnTo>
                  <a:cubicBezTo>
                    <a:pt x="102950" y="63373"/>
                    <a:pt x="104866" y="63174"/>
                    <a:pt x="106559" y="62726"/>
                  </a:cubicBezTo>
                  <a:close/>
                  <a:moveTo>
                    <a:pt x="42968" y="76453"/>
                  </a:moveTo>
                  <a:cubicBezTo>
                    <a:pt x="42975" y="76453"/>
                    <a:pt x="42987" y="76465"/>
                    <a:pt x="42987" y="76490"/>
                  </a:cubicBezTo>
                  <a:cubicBezTo>
                    <a:pt x="42962" y="76465"/>
                    <a:pt x="42962" y="76453"/>
                    <a:pt x="42968" y="76453"/>
                  </a:cubicBezTo>
                  <a:close/>
                  <a:moveTo>
                    <a:pt x="86547" y="64343"/>
                  </a:moveTo>
                  <a:cubicBezTo>
                    <a:pt x="88837" y="66210"/>
                    <a:pt x="91052" y="68177"/>
                    <a:pt x="93043" y="70093"/>
                  </a:cubicBezTo>
                  <a:cubicBezTo>
                    <a:pt x="91799" y="72284"/>
                    <a:pt x="90305" y="74424"/>
                    <a:pt x="88662" y="76515"/>
                  </a:cubicBezTo>
                  <a:cubicBezTo>
                    <a:pt x="86123" y="74922"/>
                    <a:pt x="83485" y="73030"/>
                    <a:pt x="80871" y="70940"/>
                  </a:cubicBezTo>
                  <a:cubicBezTo>
                    <a:pt x="82863" y="68799"/>
                    <a:pt x="84754" y="66584"/>
                    <a:pt x="86547" y="64343"/>
                  </a:cubicBezTo>
                  <a:close/>
                  <a:moveTo>
                    <a:pt x="20137" y="66708"/>
                  </a:moveTo>
                  <a:cubicBezTo>
                    <a:pt x="20361" y="67480"/>
                    <a:pt x="20635" y="68202"/>
                    <a:pt x="20983" y="68849"/>
                  </a:cubicBezTo>
                  <a:cubicBezTo>
                    <a:pt x="20386" y="69969"/>
                    <a:pt x="19838" y="71089"/>
                    <a:pt x="19266" y="72234"/>
                  </a:cubicBezTo>
                  <a:cubicBezTo>
                    <a:pt x="19166" y="72309"/>
                    <a:pt x="19042" y="72333"/>
                    <a:pt x="18967" y="72408"/>
                  </a:cubicBezTo>
                  <a:lnTo>
                    <a:pt x="18594" y="72582"/>
                  </a:lnTo>
                  <a:cubicBezTo>
                    <a:pt x="18370" y="72707"/>
                    <a:pt x="18171" y="72806"/>
                    <a:pt x="17972" y="72931"/>
                  </a:cubicBezTo>
                  <a:cubicBezTo>
                    <a:pt x="17847" y="72981"/>
                    <a:pt x="17723" y="73080"/>
                    <a:pt x="17548" y="73155"/>
                  </a:cubicBezTo>
                  <a:cubicBezTo>
                    <a:pt x="17374" y="73279"/>
                    <a:pt x="17175" y="73354"/>
                    <a:pt x="17001" y="73478"/>
                  </a:cubicBezTo>
                  <a:cubicBezTo>
                    <a:pt x="16876" y="73578"/>
                    <a:pt x="16727" y="73678"/>
                    <a:pt x="16603" y="73727"/>
                  </a:cubicBezTo>
                  <a:cubicBezTo>
                    <a:pt x="16403" y="73852"/>
                    <a:pt x="16254" y="73976"/>
                    <a:pt x="16055" y="74076"/>
                  </a:cubicBezTo>
                  <a:cubicBezTo>
                    <a:pt x="15906" y="74175"/>
                    <a:pt x="15781" y="74275"/>
                    <a:pt x="15632" y="74399"/>
                  </a:cubicBezTo>
                  <a:cubicBezTo>
                    <a:pt x="15482" y="74524"/>
                    <a:pt x="15308" y="74648"/>
                    <a:pt x="15134" y="74773"/>
                  </a:cubicBezTo>
                  <a:cubicBezTo>
                    <a:pt x="14985" y="74897"/>
                    <a:pt x="14810" y="74972"/>
                    <a:pt x="14686" y="75096"/>
                  </a:cubicBezTo>
                  <a:lnTo>
                    <a:pt x="14238" y="75470"/>
                  </a:lnTo>
                  <a:cubicBezTo>
                    <a:pt x="14064" y="75594"/>
                    <a:pt x="13914" y="75719"/>
                    <a:pt x="13790" y="75843"/>
                  </a:cubicBezTo>
                  <a:cubicBezTo>
                    <a:pt x="13640" y="75968"/>
                    <a:pt x="13516" y="76092"/>
                    <a:pt x="13367" y="76266"/>
                  </a:cubicBezTo>
                  <a:cubicBezTo>
                    <a:pt x="13267" y="76341"/>
                    <a:pt x="13168" y="76440"/>
                    <a:pt x="13043" y="76540"/>
                  </a:cubicBezTo>
                  <a:cubicBezTo>
                    <a:pt x="13068" y="76515"/>
                    <a:pt x="13018" y="76440"/>
                    <a:pt x="12919" y="76416"/>
                  </a:cubicBezTo>
                  <a:cubicBezTo>
                    <a:pt x="12670" y="76142"/>
                    <a:pt x="12421" y="75818"/>
                    <a:pt x="12197" y="75520"/>
                  </a:cubicBezTo>
                  <a:cubicBezTo>
                    <a:pt x="12147" y="75420"/>
                    <a:pt x="12072" y="75345"/>
                    <a:pt x="12023" y="75271"/>
                  </a:cubicBezTo>
                  <a:cubicBezTo>
                    <a:pt x="11749" y="74897"/>
                    <a:pt x="11525" y="74474"/>
                    <a:pt x="11276" y="74051"/>
                  </a:cubicBezTo>
                  <a:cubicBezTo>
                    <a:pt x="11201" y="73951"/>
                    <a:pt x="11151" y="73827"/>
                    <a:pt x="11126" y="73702"/>
                  </a:cubicBezTo>
                  <a:cubicBezTo>
                    <a:pt x="10927" y="73354"/>
                    <a:pt x="10778" y="72981"/>
                    <a:pt x="10629" y="72607"/>
                  </a:cubicBezTo>
                  <a:cubicBezTo>
                    <a:pt x="10629" y="72582"/>
                    <a:pt x="10579" y="72557"/>
                    <a:pt x="10579" y="72533"/>
                  </a:cubicBezTo>
                  <a:cubicBezTo>
                    <a:pt x="10554" y="72433"/>
                    <a:pt x="10504" y="72309"/>
                    <a:pt x="10454" y="72209"/>
                  </a:cubicBezTo>
                  <a:cubicBezTo>
                    <a:pt x="10305" y="71786"/>
                    <a:pt x="10156" y="71338"/>
                    <a:pt x="10031" y="70865"/>
                  </a:cubicBezTo>
                  <a:cubicBezTo>
                    <a:pt x="10280" y="70691"/>
                    <a:pt x="10529" y="70541"/>
                    <a:pt x="10778" y="70367"/>
                  </a:cubicBezTo>
                  <a:cubicBezTo>
                    <a:pt x="11052" y="70193"/>
                    <a:pt x="11326" y="69994"/>
                    <a:pt x="11624" y="69844"/>
                  </a:cubicBezTo>
                  <a:cubicBezTo>
                    <a:pt x="11898" y="69695"/>
                    <a:pt x="12172" y="69546"/>
                    <a:pt x="12446" y="69421"/>
                  </a:cubicBezTo>
                  <a:cubicBezTo>
                    <a:pt x="12769" y="69247"/>
                    <a:pt x="13043" y="69073"/>
                    <a:pt x="13367" y="68923"/>
                  </a:cubicBezTo>
                  <a:lnTo>
                    <a:pt x="14188" y="68550"/>
                  </a:lnTo>
                  <a:cubicBezTo>
                    <a:pt x="14512" y="68376"/>
                    <a:pt x="14860" y="68226"/>
                    <a:pt x="15159" y="68102"/>
                  </a:cubicBezTo>
                  <a:cubicBezTo>
                    <a:pt x="15433" y="67978"/>
                    <a:pt x="15756" y="67878"/>
                    <a:pt x="16030" y="67803"/>
                  </a:cubicBezTo>
                  <a:cubicBezTo>
                    <a:pt x="16379" y="67679"/>
                    <a:pt x="16677" y="67554"/>
                    <a:pt x="17026" y="67455"/>
                  </a:cubicBezTo>
                  <a:cubicBezTo>
                    <a:pt x="17349" y="67355"/>
                    <a:pt x="17673" y="67256"/>
                    <a:pt x="17996" y="67181"/>
                  </a:cubicBezTo>
                  <a:cubicBezTo>
                    <a:pt x="18295" y="67081"/>
                    <a:pt x="18619" y="66982"/>
                    <a:pt x="18917" y="66932"/>
                  </a:cubicBezTo>
                  <a:cubicBezTo>
                    <a:pt x="19341" y="66833"/>
                    <a:pt x="19714" y="66758"/>
                    <a:pt x="20112" y="66708"/>
                  </a:cubicBezTo>
                  <a:close/>
                  <a:moveTo>
                    <a:pt x="43383" y="76281"/>
                  </a:moveTo>
                  <a:cubicBezTo>
                    <a:pt x="43410" y="76293"/>
                    <a:pt x="43448" y="76297"/>
                    <a:pt x="43485" y="76316"/>
                  </a:cubicBezTo>
                  <a:lnTo>
                    <a:pt x="43510" y="76316"/>
                  </a:lnTo>
                  <a:cubicBezTo>
                    <a:pt x="43609" y="76391"/>
                    <a:pt x="43734" y="76440"/>
                    <a:pt x="43809" y="76515"/>
                  </a:cubicBezTo>
                  <a:cubicBezTo>
                    <a:pt x="43858" y="76515"/>
                    <a:pt x="43858" y="76540"/>
                    <a:pt x="43883" y="76540"/>
                  </a:cubicBezTo>
                  <a:lnTo>
                    <a:pt x="43858" y="76565"/>
                  </a:lnTo>
                  <a:cubicBezTo>
                    <a:pt x="43684" y="76515"/>
                    <a:pt x="43535" y="76416"/>
                    <a:pt x="43385" y="76316"/>
                  </a:cubicBezTo>
                  <a:lnTo>
                    <a:pt x="43385" y="76291"/>
                  </a:lnTo>
                  <a:cubicBezTo>
                    <a:pt x="43385" y="76291"/>
                    <a:pt x="43385" y="76286"/>
                    <a:pt x="43383" y="76281"/>
                  </a:cubicBezTo>
                  <a:close/>
                  <a:moveTo>
                    <a:pt x="48388" y="73429"/>
                  </a:moveTo>
                  <a:cubicBezTo>
                    <a:pt x="49758" y="74200"/>
                    <a:pt x="51127" y="75246"/>
                    <a:pt x="52446" y="76565"/>
                  </a:cubicBezTo>
                  <a:cubicBezTo>
                    <a:pt x="52396" y="76565"/>
                    <a:pt x="52371" y="76565"/>
                    <a:pt x="52371" y="76615"/>
                  </a:cubicBezTo>
                  <a:cubicBezTo>
                    <a:pt x="51077" y="75271"/>
                    <a:pt x="49708" y="74200"/>
                    <a:pt x="48339" y="73454"/>
                  </a:cubicBezTo>
                  <a:cubicBezTo>
                    <a:pt x="48364" y="73454"/>
                    <a:pt x="48364" y="73429"/>
                    <a:pt x="48388" y="73429"/>
                  </a:cubicBezTo>
                  <a:close/>
                  <a:moveTo>
                    <a:pt x="93192" y="70268"/>
                  </a:moveTo>
                  <a:lnTo>
                    <a:pt x="93217" y="70292"/>
                  </a:lnTo>
                  <a:cubicBezTo>
                    <a:pt x="91973" y="72433"/>
                    <a:pt x="90529" y="74574"/>
                    <a:pt x="88861" y="76640"/>
                  </a:cubicBezTo>
                  <a:cubicBezTo>
                    <a:pt x="88837" y="76640"/>
                    <a:pt x="88837" y="76615"/>
                    <a:pt x="88812" y="76615"/>
                  </a:cubicBezTo>
                  <a:cubicBezTo>
                    <a:pt x="90454" y="74524"/>
                    <a:pt x="91923" y="72408"/>
                    <a:pt x="93192" y="70268"/>
                  </a:cubicBezTo>
                  <a:close/>
                  <a:moveTo>
                    <a:pt x="54711" y="75968"/>
                  </a:moveTo>
                  <a:lnTo>
                    <a:pt x="54711" y="76017"/>
                  </a:lnTo>
                  <a:lnTo>
                    <a:pt x="54711" y="76042"/>
                  </a:lnTo>
                  <a:lnTo>
                    <a:pt x="54661" y="76042"/>
                  </a:lnTo>
                  <a:cubicBezTo>
                    <a:pt x="54362" y="76167"/>
                    <a:pt x="54089" y="76266"/>
                    <a:pt x="53765" y="76341"/>
                  </a:cubicBezTo>
                  <a:lnTo>
                    <a:pt x="53715" y="76341"/>
                  </a:lnTo>
                  <a:cubicBezTo>
                    <a:pt x="53392" y="76440"/>
                    <a:pt x="53118" y="76540"/>
                    <a:pt x="52844" y="76640"/>
                  </a:cubicBezTo>
                  <a:lnTo>
                    <a:pt x="52794" y="76640"/>
                  </a:lnTo>
                  <a:cubicBezTo>
                    <a:pt x="52805" y="76661"/>
                    <a:pt x="52811" y="76668"/>
                    <a:pt x="52811" y="76668"/>
                  </a:cubicBezTo>
                  <a:cubicBezTo>
                    <a:pt x="52810" y="76668"/>
                    <a:pt x="52798" y="76654"/>
                    <a:pt x="52769" y="76640"/>
                  </a:cubicBezTo>
                  <a:cubicBezTo>
                    <a:pt x="52819" y="76640"/>
                    <a:pt x="52844" y="76615"/>
                    <a:pt x="52869" y="76615"/>
                  </a:cubicBezTo>
                  <a:cubicBezTo>
                    <a:pt x="52894" y="76615"/>
                    <a:pt x="52944" y="76615"/>
                    <a:pt x="52944" y="76565"/>
                  </a:cubicBezTo>
                  <a:lnTo>
                    <a:pt x="52993" y="76565"/>
                  </a:lnTo>
                  <a:cubicBezTo>
                    <a:pt x="53018" y="76565"/>
                    <a:pt x="53068" y="76540"/>
                    <a:pt x="53093" y="76540"/>
                  </a:cubicBezTo>
                  <a:cubicBezTo>
                    <a:pt x="53317" y="76465"/>
                    <a:pt x="53566" y="76391"/>
                    <a:pt x="53765" y="76316"/>
                  </a:cubicBezTo>
                  <a:cubicBezTo>
                    <a:pt x="53815" y="76316"/>
                    <a:pt x="53815" y="76316"/>
                    <a:pt x="53840" y="76291"/>
                  </a:cubicBezTo>
                  <a:cubicBezTo>
                    <a:pt x="53865" y="76291"/>
                    <a:pt x="53889" y="76266"/>
                    <a:pt x="53939" y="76266"/>
                  </a:cubicBezTo>
                  <a:cubicBezTo>
                    <a:pt x="53964" y="76266"/>
                    <a:pt x="53964" y="76266"/>
                    <a:pt x="53989" y="76241"/>
                  </a:cubicBezTo>
                  <a:lnTo>
                    <a:pt x="54014" y="76241"/>
                  </a:lnTo>
                  <a:cubicBezTo>
                    <a:pt x="54238" y="76167"/>
                    <a:pt x="54462" y="76067"/>
                    <a:pt x="54711" y="75968"/>
                  </a:cubicBezTo>
                  <a:close/>
                  <a:moveTo>
                    <a:pt x="94835" y="71587"/>
                  </a:moveTo>
                  <a:cubicBezTo>
                    <a:pt x="96677" y="73503"/>
                    <a:pt x="98071" y="75196"/>
                    <a:pt x="99067" y="76640"/>
                  </a:cubicBezTo>
                  <a:cubicBezTo>
                    <a:pt x="99067" y="76665"/>
                    <a:pt x="99042" y="76665"/>
                    <a:pt x="99042" y="76689"/>
                  </a:cubicBezTo>
                  <a:cubicBezTo>
                    <a:pt x="98071" y="75271"/>
                    <a:pt x="96652" y="73553"/>
                    <a:pt x="94835" y="71661"/>
                  </a:cubicBezTo>
                  <a:lnTo>
                    <a:pt x="94835" y="71587"/>
                  </a:lnTo>
                  <a:close/>
                  <a:moveTo>
                    <a:pt x="106883" y="62676"/>
                  </a:moveTo>
                  <a:cubicBezTo>
                    <a:pt x="105165" y="67231"/>
                    <a:pt x="102626" y="72035"/>
                    <a:pt x="99341" y="76689"/>
                  </a:cubicBezTo>
                  <a:lnTo>
                    <a:pt x="99316" y="76665"/>
                  </a:lnTo>
                  <a:cubicBezTo>
                    <a:pt x="99415" y="76490"/>
                    <a:pt x="99515" y="76316"/>
                    <a:pt x="99639" y="76167"/>
                  </a:cubicBezTo>
                  <a:cubicBezTo>
                    <a:pt x="100013" y="75644"/>
                    <a:pt x="100361" y="75121"/>
                    <a:pt x="100685" y="74574"/>
                  </a:cubicBezTo>
                  <a:cubicBezTo>
                    <a:pt x="100909" y="74275"/>
                    <a:pt x="101108" y="73951"/>
                    <a:pt x="101307" y="73628"/>
                  </a:cubicBezTo>
                  <a:cubicBezTo>
                    <a:pt x="101556" y="73205"/>
                    <a:pt x="101805" y="72782"/>
                    <a:pt x="102054" y="72383"/>
                  </a:cubicBezTo>
                  <a:lnTo>
                    <a:pt x="102527" y="71637"/>
                  </a:lnTo>
                  <a:cubicBezTo>
                    <a:pt x="103199" y="70467"/>
                    <a:pt x="103796" y="69322"/>
                    <a:pt x="104394" y="68177"/>
                  </a:cubicBezTo>
                  <a:cubicBezTo>
                    <a:pt x="104443" y="68027"/>
                    <a:pt x="104543" y="67853"/>
                    <a:pt x="104618" y="67729"/>
                  </a:cubicBezTo>
                  <a:cubicBezTo>
                    <a:pt x="104866" y="67231"/>
                    <a:pt x="105066" y="66733"/>
                    <a:pt x="105314" y="66285"/>
                  </a:cubicBezTo>
                  <a:cubicBezTo>
                    <a:pt x="105389" y="66161"/>
                    <a:pt x="105414" y="66061"/>
                    <a:pt x="105489" y="65936"/>
                  </a:cubicBezTo>
                  <a:cubicBezTo>
                    <a:pt x="105987" y="64841"/>
                    <a:pt x="106435" y="63746"/>
                    <a:pt x="106858" y="62676"/>
                  </a:cubicBezTo>
                  <a:close/>
                  <a:moveTo>
                    <a:pt x="12570" y="76416"/>
                  </a:moveTo>
                  <a:cubicBezTo>
                    <a:pt x="12620" y="76440"/>
                    <a:pt x="12645" y="76440"/>
                    <a:pt x="12670" y="76465"/>
                  </a:cubicBezTo>
                  <a:cubicBezTo>
                    <a:pt x="12695" y="76515"/>
                    <a:pt x="12744" y="76515"/>
                    <a:pt x="12769" y="76540"/>
                  </a:cubicBezTo>
                  <a:cubicBezTo>
                    <a:pt x="12869" y="76615"/>
                    <a:pt x="12894" y="76665"/>
                    <a:pt x="12944" y="76714"/>
                  </a:cubicBezTo>
                  <a:cubicBezTo>
                    <a:pt x="12919" y="76689"/>
                    <a:pt x="12894" y="76689"/>
                    <a:pt x="12869" y="76665"/>
                  </a:cubicBezTo>
                  <a:cubicBezTo>
                    <a:pt x="12819" y="76640"/>
                    <a:pt x="12794" y="76640"/>
                    <a:pt x="12769" y="76615"/>
                  </a:cubicBezTo>
                  <a:lnTo>
                    <a:pt x="12744" y="76565"/>
                  </a:lnTo>
                  <a:lnTo>
                    <a:pt x="12570" y="76416"/>
                  </a:lnTo>
                  <a:close/>
                  <a:moveTo>
                    <a:pt x="19166" y="72557"/>
                  </a:moveTo>
                  <a:cubicBezTo>
                    <a:pt x="19166" y="72582"/>
                    <a:pt x="19141" y="72582"/>
                    <a:pt x="19141" y="72632"/>
                  </a:cubicBezTo>
                  <a:cubicBezTo>
                    <a:pt x="19042" y="72657"/>
                    <a:pt x="18967" y="72707"/>
                    <a:pt x="18893" y="72757"/>
                  </a:cubicBezTo>
                  <a:cubicBezTo>
                    <a:pt x="18868" y="72782"/>
                    <a:pt x="18793" y="72782"/>
                    <a:pt x="18768" y="72806"/>
                  </a:cubicBezTo>
                  <a:cubicBezTo>
                    <a:pt x="18494" y="72956"/>
                    <a:pt x="18245" y="73080"/>
                    <a:pt x="17996" y="73254"/>
                  </a:cubicBezTo>
                  <a:cubicBezTo>
                    <a:pt x="17922" y="73279"/>
                    <a:pt x="17872" y="73304"/>
                    <a:pt x="17772" y="73379"/>
                  </a:cubicBezTo>
                  <a:cubicBezTo>
                    <a:pt x="17524" y="73528"/>
                    <a:pt x="17299" y="73653"/>
                    <a:pt x="17100" y="73802"/>
                  </a:cubicBezTo>
                  <a:lnTo>
                    <a:pt x="16802" y="74001"/>
                  </a:lnTo>
                  <a:cubicBezTo>
                    <a:pt x="16578" y="74126"/>
                    <a:pt x="16403" y="74275"/>
                    <a:pt x="16179" y="74424"/>
                  </a:cubicBezTo>
                  <a:cubicBezTo>
                    <a:pt x="16055" y="74524"/>
                    <a:pt x="15955" y="74574"/>
                    <a:pt x="15856" y="74673"/>
                  </a:cubicBezTo>
                  <a:cubicBezTo>
                    <a:pt x="15657" y="74798"/>
                    <a:pt x="15507" y="74947"/>
                    <a:pt x="15308" y="75071"/>
                  </a:cubicBezTo>
                  <a:cubicBezTo>
                    <a:pt x="15184" y="75171"/>
                    <a:pt x="15059" y="75271"/>
                    <a:pt x="14910" y="75395"/>
                  </a:cubicBezTo>
                  <a:lnTo>
                    <a:pt x="14437" y="75768"/>
                  </a:lnTo>
                  <a:cubicBezTo>
                    <a:pt x="14288" y="75893"/>
                    <a:pt x="14163" y="76017"/>
                    <a:pt x="14014" y="76142"/>
                  </a:cubicBezTo>
                  <a:cubicBezTo>
                    <a:pt x="13889" y="76266"/>
                    <a:pt x="13715" y="76391"/>
                    <a:pt x="13616" y="76515"/>
                  </a:cubicBezTo>
                  <a:cubicBezTo>
                    <a:pt x="13541" y="76565"/>
                    <a:pt x="13441" y="76640"/>
                    <a:pt x="13392" y="76714"/>
                  </a:cubicBezTo>
                  <a:lnTo>
                    <a:pt x="13367" y="76714"/>
                  </a:lnTo>
                  <a:cubicBezTo>
                    <a:pt x="13367" y="76714"/>
                    <a:pt x="13317" y="76714"/>
                    <a:pt x="13317" y="76689"/>
                  </a:cubicBezTo>
                  <a:cubicBezTo>
                    <a:pt x="13392" y="76640"/>
                    <a:pt x="13491" y="76565"/>
                    <a:pt x="13541" y="76465"/>
                  </a:cubicBezTo>
                  <a:cubicBezTo>
                    <a:pt x="13690" y="76366"/>
                    <a:pt x="13815" y="76216"/>
                    <a:pt x="13989" y="76067"/>
                  </a:cubicBezTo>
                  <a:cubicBezTo>
                    <a:pt x="14138" y="75943"/>
                    <a:pt x="14288" y="75818"/>
                    <a:pt x="14412" y="75694"/>
                  </a:cubicBezTo>
                  <a:cubicBezTo>
                    <a:pt x="14561" y="75569"/>
                    <a:pt x="14736" y="75445"/>
                    <a:pt x="14860" y="75320"/>
                  </a:cubicBezTo>
                  <a:cubicBezTo>
                    <a:pt x="15010" y="75196"/>
                    <a:pt x="15134" y="75121"/>
                    <a:pt x="15283" y="74997"/>
                  </a:cubicBezTo>
                  <a:cubicBezTo>
                    <a:pt x="15433" y="74847"/>
                    <a:pt x="15607" y="74723"/>
                    <a:pt x="15781" y="74623"/>
                  </a:cubicBezTo>
                  <a:cubicBezTo>
                    <a:pt x="15906" y="74524"/>
                    <a:pt x="16055" y="74424"/>
                    <a:pt x="16179" y="74325"/>
                  </a:cubicBezTo>
                  <a:cubicBezTo>
                    <a:pt x="16379" y="74200"/>
                    <a:pt x="16553" y="74076"/>
                    <a:pt x="16727" y="73951"/>
                  </a:cubicBezTo>
                  <a:cubicBezTo>
                    <a:pt x="16851" y="73877"/>
                    <a:pt x="16976" y="73802"/>
                    <a:pt x="17100" y="73752"/>
                  </a:cubicBezTo>
                  <a:cubicBezTo>
                    <a:pt x="17275" y="73628"/>
                    <a:pt x="17499" y="73503"/>
                    <a:pt x="17673" y="73379"/>
                  </a:cubicBezTo>
                  <a:cubicBezTo>
                    <a:pt x="17772" y="73304"/>
                    <a:pt x="17897" y="73254"/>
                    <a:pt x="17996" y="73180"/>
                  </a:cubicBezTo>
                  <a:cubicBezTo>
                    <a:pt x="18220" y="73055"/>
                    <a:pt x="18420" y="72931"/>
                    <a:pt x="18668" y="72806"/>
                  </a:cubicBezTo>
                  <a:cubicBezTo>
                    <a:pt x="18768" y="72757"/>
                    <a:pt x="18868" y="72707"/>
                    <a:pt x="18967" y="72682"/>
                  </a:cubicBezTo>
                  <a:cubicBezTo>
                    <a:pt x="19042" y="72582"/>
                    <a:pt x="19117" y="72557"/>
                    <a:pt x="19166" y="72557"/>
                  </a:cubicBezTo>
                  <a:close/>
                  <a:moveTo>
                    <a:pt x="80747" y="71089"/>
                  </a:moveTo>
                  <a:cubicBezTo>
                    <a:pt x="83361" y="73155"/>
                    <a:pt x="85999" y="75047"/>
                    <a:pt x="88538" y="76665"/>
                  </a:cubicBezTo>
                  <a:cubicBezTo>
                    <a:pt x="88538" y="76689"/>
                    <a:pt x="88488" y="76689"/>
                    <a:pt x="88488" y="76714"/>
                  </a:cubicBezTo>
                  <a:cubicBezTo>
                    <a:pt x="85974" y="75121"/>
                    <a:pt x="83336" y="73205"/>
                    <a:pt x="80722" y="71139"/>
                  </a:cubicBezTo>
                  <a:lnTo>
                    <a:pt x="80747" y="71089"/>
                  </a:lnTo>
                  <a:close/>
                  <a:moveTo>
                    <a:pt x="88687" y="76764"/>
                  </a:moveTo>
                  <a:cubicBezTo>
                    <a:pt x="88712" y="76764"/>
                    <a:pt x="88712" y="76789"/>
                    <a:pt x="88737" y="76789"/>
                  </a:cubicBezTo>
                  <a:cubicBezTo>
                    <a:pt x="88737" y="76814"/>
                    <a:pt x="88712" y="76814"/>
                    <a:pt x="88712" y="76864"/>
                  </a:cubicBezTo>
                  <a:cubicBezTo>
                    <a:pt x="88687" y="76864"/>
                    <a:pt x="88687" y="76814"/>
                    <a:pt x="88662" y="76814"/>
                  </a:cubicBezTo>
                  <a:cubicBezTo>
                    <a:pt x="88662" y="76789"/>
                    <a:pt x="88687" y="76789"/>
                    <a:pt x="88687" y="76764"/>
                  </a:cubicBezTo>
                  <a:close/>
                  <a:moveTo>
                    <a:pt x="99191" y="76814"/>
                  </a:moveTo>
                  <a:cubicBezTo>
                    <a:pt x="99191" y="76814"/>
                    <a:pt x="99191" y="76864"/>
                    <a:pt x="99241" y="76864"/>
                  </a:cubicBezTo>
                  <a:cubicBezTo>
                    <a:pt x="99241" y="76864"/>
                    <a:pt x="99191" y="76889"/>
                    <a:pt x="99191" y="76913"/>
                  </a:cubicBezTo>
                  <a:lnTo>
                    <a:pt x="99166" y="76889"/>
                  </a:lnTo>
                  <a:cubicBezTo>
                    <a:pt x="99166" y="76839"/>
                    <a:pt x="99191" y="76839"/>
                    <a:pt x="99191" y="76814"/>
                  </a:cubicBezTo>
                  <a:close/>
                  <a:moveTo>
                    <a:pt x="44033" y="76889"/>
                  </a:moveTo>
                  <a:cubicBezTo>
                    <a:pt x="44033" y="76889"/>
                    <a:pt x="44057" y="76889"/>
                    <a:pt x="44057" y="76913"/>
                  </a:cubicBezTo>
                  <a:cubicBezTo>
                    <a:pt x="44057" y="76938"/>
                    <a:pt x="44033" y="76988"/>
                    <a:pt x="44033" y="77013"/>
                  </a:cubicBezTo>
                  <a:lnTo>
                    <a:pt x="44033" y="76889"/>
                  </a:lnTo>
                  <a:close/>
                  <a:moveTo>
                    <a:pt x="93392" y="70417"/>
                  </a:moveTo>
                  <a:cubicBezTo>
                    <a:pt x="93715" y="70765"/>
                    <a:pt x="94064" y="71089"/>
                    <a:pt x="94387" y="71437"/>
                  </a:cubicBezTo>
                  <a:cubicBezTo>
                    <a:pt x="93317" y="72757"/>
                    <a:pt x="92222" y="74076"/>
                    <a:pt x="91102" y="75370"/>
                  </a:cubicBezTo>
                  <a:cubicBezTo>
                    <a:pt x="91077" y="75395"/>
                    <a:pt x="91077" y="75420"/>
                    <a:pt x="91052" y="75420"/>
                  </a:cubicBezTo>
                  <a:cubicBezTo>
                    <a:pt x="90579" y="76017"/>
                    <a:pt x="90081" y="76565"/>
                    <a:pt x="89583" y="77113"/>
                  </a:cubicBezTo>
                  <a:lnTo>
                    <a:pt x="89036" y="76739"/>
                  </a:lnTo>
                  <a:cubicBezTo>
                    <a:pt x="90678" y="74648"/>
                    <a:pt x="92147" y="72533"/>
                    <a:pt x="93392" y="70417"/>
                  </a:cubicBezTo>
                  <a:close/>
                  <a:moveTo>
                    <a:pt x="48214" y="73578"/>
                  </a:moveTo>
                  <a:cubicBezTo>
                    <a:pt x="49583" y="74325"/>
                    <a:pt x="50902" y="75345"/>
                    <a:pt x="52197" y="76640"/>
                  </a:cubicBezTo>
                  <a:cubicBezTo>
                    <a:pt x="52097" y="76665"/>
                    <a:pt x="51998" y="76665"/>
                    <a:pt x="51898" y="76689"/>
                  </a:cubicBezTo>
                  <a:cubicBezTo>
                    <a:pt x="51774" y="76714"/>
                    <a:pt x="51624" y="76764"/>
                    <a:pt x="51500" y="76789"/>
                  </a:cubicBezTo>
                  <a:cubicBezTo>
                    <a:pt x="51475" y="76789"/>
                    <a:pt x="51400" y="76814"/>
                    <a:pt x="51375" y="76814"/>
                  </a:cubicBezTo>
                  <a:cubicBezTo>
                    <a:pt x="51251" y="76864"/>
                    <a:pt x="51127" y="76864"/>
                    <a:pt x="51002" y="76889"/>
                  </a:cubicBezTo>
                  <a:cubicBezTo>
                    <a:pt x="50952" y="76889"/>
                    <a:pt x="50878" y="76913"/>
                    <a:pt x="50828" y="76913"/>
                  </a:cubicBezTo>
                  <a:cubicBezTo>
                    <a:pt x="50728" y="76938"/>
                    <a:pt x="50629" y="76938"/>
                    <a:pt x="50504" y="76988"/>
                  </a:cubicBezTo>
                  <a:cubicBezTo>
                    <a:pt x="50380" y="77013"/>
                    <a:pt x="50230" y="77013"/>
                    <a:pt x="50106" y="77038"/>
                  </a:cubicBezTo>
                  <a:lnTo>
                    <a:pt x="50006" y="77038"/>
                  </a:lnTo>
                  <a:cubicBezTo>
                    <a:pt x="49882" y="77063"/>
                    <a:pt x="49758" y="77063"/>
                    <a:pt x="49658" y="77088"/>
                  </a:cubicBezTo>
                  <a:cubicBezTo>
                    <a:pt x="49509" y="77137"/>
                    <a:pt x="49334" y="77137"/>
                    <a:pt x="49160" y="77137"/>
                  </a:cubicBezTo>
                  <a:lnTo>
                    <a:pt x="49061" y="77137"/>
                  </a:lnTo>
                  <a:cubicBezTo>
                    <a:pt x="49011" y="77137"/>
                    <a:pt x="48911" y="77137"/>
                    <a:pt x="48861" y="77162"/>
                  </a:cubicBezTo>
                  <a:cubicBezTo>
                    <a:pt x="48588" y="77162"/>
                    <a:pt x="48339" y="77187"/>
                    <a:pt x="48040" y="77187"/>
                  </a:cubicBezTo>
                  <a:cubicBezTo>
                    <a:pt x="47642" y="77187"/>
                    <a:pt x="47244" y="77162"/>
                    <a:pt x="46870" y="77137"/>
                  </a:cubicBezTo>
                  <a:cubicBezTo>
                    <a:pt x="46771" y="77137"/>
                    <a:pt x="46671" y="77113"/>
                    <a:pt x="46571" y="77113"/>
                  </a:cubicBezTo>
                  <a:cubicBezTo>
                    <a:pt x="46497" y="77113"/>
                    <a:pt x="46422" y="77063"/>
                    <a:pt x="46323" y="77063"/>
                  </a:cubicBezTo>
                  <a:cubicBezTo>
                    <a:pt x="46074" y="77038"/>
                    <a:pt x="45874" y="77013"/>
                    <a:pt x="45626" y="76938"/>
                  </a:cubicBezTo>
                  <a:cubicBezTo>
                    <a:pt x="45576" y="76938"/>
                    <a:pt x="45526" y="76913"/>
                    <a:pt x="45501" y="76913"/>
                  </a:cubicBezTo>
                  <a:cubicBezTo>
                    <a:pt x="45327" y="76889"/>
                    <a:pt x="45202" y="76814"/>
                    <a:pt x="45053" y="76789"/>
                  </a:cubicBezTo>
                  <a:cubicBezTo>
                    <a:pt x="45028" y="76789"/>
                    <a:pt x="45003" y="76764"/>
                    <a:pt x="44929" y="76764"/>
                  </a:cubicBezTo>
                  <a:cubicBezTo>
                    <a:pt x="44954" y="76640"/>
                    <a:pt x="45028" y="76490"/>
                    <a:pt x="45053" y="76366"/>
                  </a:cubicBezTo>
                  <a:cubicBezTo>
                    <a:pt x="45178" y="75893"/>
                    <a:pt x="45352" y="75495"/>
                    <a:pt x="45476" y="75146"/>
                  </a:cubicBezTo>
                  <a:cubicBezTo>
                    <a:pt x="45601" y="75071"/>
                    <a:pt x="45675" y="75022"/>
                    <a:pt x="45800" y="74947"/>
                  </a:cubicBezTo>
                  <a:lnTo>
                    <a:pt x="45999" y="74872"/>
                  </a:lnTo>
                  <a:cubicBezTo>
                    <a:pt x="46049" y="74823"/>
                    <a:pt x="46099" y="74798"/>
                    <a:pt x="46148" y="74773"/>
                  </a:cubicBezTo>
                  <a:cubicBezTo>
                    <a:pt x="46522" y="74549"/>
                    <a:pt x="46870" y="74375"/>
                    <a:pt x="47244" y="74151"/>
                  </a:cubicBezTo>
                  <a:cubicBezTo>
                    <a:pt x="47492" y="74001"/>
                    <a:pt x="47741" y="73827"/>
                    <a:pt x="47990" y="73702"/>
                  </a:cubicBezTo>
                  <a:cubicBezTo>
                    <a:pt x="48040" y="73678"/>
                    <a:pt x="48115" y="73603"/>
                    <a:pt x="48214" y="73578"/>
                  </a:cubicBezTo>
                  <a:close/>
                  <a:moveTo>
                    <a:pt x="94537" y="71587"/>
                  </a:moveTo>
                  <a:lnTo>
                    <a:pt x="94562" y="71637"/>
                  </a:lnTo>
                  <a:cubicBezTo>
                    <a:pt x="94213" y="72035"/>
                    <a:pt x="93914" y="72458"/>
                    <a:pt x="93566" y="72881"/>
                  </a:cubicBezTo>
                  <a:lnTo>
                    <a:pt x="93093" y="73429"/>
                  </a:lnTo>
                  <a:cubicBezTo>
                    <a:pt x="92545" y="74076"/>
                    <a:pt x="91973" y="74773"/>
                    <a:pt x="91425" y="75420"/>
                  </a:cubicBezTo>
                  <a:cubicBezTo>
                    <a:pt x="91176" y="75694"/>
                    <a:pt x="90952" y="75943"/>
                    <a:pt x="90703" y="76241"/>
                  </a:cubicBezTo>
                  <a:cubicBezTo>
                    <a:pt x="90405" y="76565"/>
                    <a:pt x="90106" y="76913"/>
                    <a:pt x="89807" y="77237"/>
                  </a:cubicBezTo>
                  <a:cubicBezTo>
                    <a:pt x="89782" y="77237"/>
                    <a:pt x="89782" y="77187"/>
                    <a:pt x="89733" y="77187"/>
                  </a:cubicBezTo>
                  <a:cubicBezTo>
                    <a:pt x="91425" y="75370"/>
                    <a:pt x="93018" y="73503"/>
                    <a:pt x="94537" y="71587"/>
                  </a:cubicBezTo>
                  <a:close/>
                  <a:moveTo>
                    <a:pt x="43560" y="76689"/>
                  </a:moveTo>
                  <a:cubicBezTo>
                    <a:pt x="43609" y="76689"/>
                    <a:pt x="43609" y="76739"/>
                    <a:pt x="43634" y="76739"/>
                  </a:cubicBezTo>
                  <a:cubicBezTo>
                    <a:pt x="43684" y="76764"/>
                    <a:pt x="43784" y="76789"/>
                    <a:pt x="43833" y="76814"/>
                  </a:cubicBezTo>
                  <a:cubicBezTo>
                    <a:pt x="43858" y="76938"/>
                    <a:pt x="43858" y="77113"/>
                    <a:pt x="43809" y="77262"/>
                  </a:cubicBezTo>
                  <a:cubicBezTo>
                    <a:pt x="43784" y="77237"/>
                    <a:pt x="43784" y="77187"/>
                    <a:pt x="43759" y="77187"/>
                  </a:cubicBezTo>
                  <a:cubicBezTo>
                    <a:pt x="43734" y="77162"/>
                    <a:pt x="43684" y="77113"/>
                    <a:pt x="43659" y="77063"/>
                  </a:cubicBezTo>
                  <a:cubicBezTo>
                    <a:pt x="43634" y="76938"/>
                    <a:pt x="43560" y="76814"/>
                    <a:pt x="43535" y="76739"/>
                  </a:cubicBezTo>
                  <a:lnTo>
                    <a:pt x="43560" y="76739"/>
                  </a:lnTo>
                  <a:lnTo>
                    <a:pt x="43560" y="76689"/>
                  </a:lnTo>
                  <a:close/>
                  <a:moveTo>
                    <a:pt x="88911" y="76889"/>
                  </a:moveTo>
                  <a:cubicBezTo>
                    <a:pt x="89085" y="77013"/>
                    <a:pt x="89285" y="77137"/>
                    <a:pt x="89459" y="77237"/>
                  </a:cubicBezTo>
                  <a:cubicBezTo>
                    <a:pt x="89459" y="77262"/>
                    <a:pt x="89434" y="77262"/>
                    <a:pt x="89434" y="77287"/>
                  </a:cubicBezTo>
                  <a:cubicBezTo>
                    <a:pt x="89235" y="77162"/>
                    <a:pt x="89061" y="77063"/>
                    <a:pt x="88861" y="76938"/>
                  </a:cubicBezTo>
                  <a:cubicBezTo>
                    <a:pt x="88861" y="76913"/>
                    <a:pt x="88911" y="76913"/>
                    <a:pt x="88911" y="76889"/>
                  </a:cubicBezTo>
                  <a:close/>
                  <a:moveTo>
                    <a:pt x="110243" y="61357"/>
                  </a:moveTo>
                  <a:lnTo>
                    <a:pt x="110243" y="61357"/>
                  </a:lnTo>
                  <a:cubicBezTo>
                    <a:pt x="107455" y="66683"/>
                    <a:pt x="103896" y="72060"/>
                    <a:pt x="99739" y="77312"/>
                  </a:cubicBezTo>
                  <a:cubicBezTo>
                    <a:pt x="99639" y="77162"/>
                    <a:pt x="99540" y="77038"/>
                    <a:pt x="99440" y="76889"/>
                  </a:cubicBezTo>
                  <a:cubicBezTo>
                    <a:pt x="100361" y="75619"/>
                    <a:pt x="101232" y="74300"/>
                    <a:pt x="102004" y="73006"/>
                  </a:cubicBezTo>
                  <a:cubicBezTo>
                    <a:pt x="104169" y="69446"/>
                    <a:pt x="105862" y="65961"/>
                    <a:pt x="107107" y="62601"/>
                  </a:cubicBezTo>
                  <a:cubicBezTo>
                    <a:pt x="108252" y="62253"/>
                    <a:pt x="109322" y="61854"/>
                    <a:pt x="110243" y="61357"/>
                  </a:cubicBezTo>
                  <a:close/>
                  <a:moveTo>
                    <a:pt x="52272" y="76764"/>
                  </a:moveTo>
                  <a:lnTo>
                    <a:pt x="52296" y="76789"/>
                  </a:lnTo>
                  <a:lnTo>
                    <a:pt x="52272" y="76789"/>
                  </a:lnTo>
                  <a:cubicBezTo>
                    <a:pt x="52023" y="76839"/>
                    <a:pt x="51749" y="76913"/>
                    <a:pt x="51500" y="76988"/>
                  </a:cubicBezTo>
                  <a:cubicBezTo>
                    <a:pt x="51425" y="76988"/>
                    <a:pt x="51400" y="77013"/>
                    <a:pt x="51351" y="77013"/>
                  </a:cubicBezTo>
                  <a:cubicBezTo>
                    <a:pt x="51102" y="77063"/>
                    <a:pt x="50853" y="77113"/>
                    <a:pt x="50554" y="77162"/>
                  </a:cubicBezTo>
                  <a:cubicBezTo>
                    <a:pt x="50529" y="77162"/>
                    <a:pt x="50479" y="77187"/>
                    <a:pt x="50430" y="77187"/>
                  </a:cubicBezTo>
                  <a:cubicBezTo>
                    <a:pt x="50056" y="77262"/>
                    <a:pt x="49683" y="77287"/>
                    <a:pt x="49309" y="77312"/>
                  </a:cubicBezTo>
                  <a:cubicBezTo>
                    <a:pt x="49235" y="77312"/>
                    <a:pt x="49135" y="77361"/>
                    <a:pt x="49036" y="77361"/>
                  </a:cubicBezTo>
                  <a:cubicBezTo>
                    <a:pt x="48662" y="77386"/>
                    <a:pt x="48289" y="77411"/>
                    <a:pt x="47940" y="77411"/>
                  </a:cubicBezTo>
                  <a:lnTo>
                    <a:pt x="47916" y="77411"/>
                  </a:lnTo>
                  <a:cubicBezTo>
                    <a:pt x="47542" y="77411"/>
                    <a:pt x="47169" y="77386"/>
                    <a:pt x="46795" y="77361"/>
                  </a:cubicBezTo>
                  <a:lnTo>
                    <a:pt x="46696" y="77361"/>
                  </a:lnTo>
                  <a:cubicBezTo>
                    <a:pt x="46621" y="77361"/>
                    <a:pt x="46522" y="77312"/>
                    <a:pt x="46422" y="77312"/>
                  </a:cubicBezTo>
                  <a:cubicBezTo>
                    <a:pt x="46372" y="77312"/>
                    <a:pt x="46298" y="77287"/>
                    <a:pt x="46248" y="77287"/>
                  </a:cubicBezTo>
                  <a:cubicBezTo>
                    <a:pt x="45924" y="77262"/>
                    <a:pt x="45626" y="77187"/>
                    <a:pt x="45327" y="77137"/>
                  </a:cubicBezTo>
                  <a:cubicBezTo>
                    <a:pt x="45202" y="77088"/>
                    <a:pt x="45053" y="77038"/>
                    <a:pt x="44929" y="77013"/>
                  </a:cubicBezTo>
                  <a:lnTo>
                    <a:pt x="44904" y="77013"/>
                  </a:lnTo>
                  <a:lnTo>
                    <a:pt x="44879" y="76988"/>
                  </a:lnTo>
                  <a:lnTo>
                    <a:pt x="44829" y="76938"/>
                  </a:lnTo>
                  <a:lnTo>
                    <a:pt x="45003" y="76938"/>
                  </a:lnTo>
                  <a:cubicBezTo>
                    <a:pt x="45053" y="76988"/>
                    <a:pt x="45128" y="76988"/>
                    <a:pt x="45227" y="77013"/>
                  </a:cubicBezTo>
                  <a:cubicBezTo>
                    <a:pt x="45252" y="77013"/>
                    <a:pt x="45302" y="77038"/>
                    <a:pt x="45352" y="77038"/>
                  </a:cubicBezTo>
                  <a:lnTo>
                    <a:pt x="45402" y="77038"/>
                  </a:lnTo>
                  <a:cubicBezTo>
                    <a:pt x="45501" y="77063"/>
                    <a:pt x="45601" y="77063"/>
                    <a:pt x="45650" y="77113"/>
                  </a:cubicBezTo>
                  <a:cubicBezTo>
                    <a:pt x="45725" y="77113"/>
                    <a:pt x="45775" y="77137"/>
                    <a:pt x="45850" y="77137"/>
                  </a:cubicBezTo>
                  <a:cubicBezTo>
                    <a:pt x="45974" y="77162"/>
                    <a:pt x="46049" y="77187"/>
                    <a:pt x="46173" y="77187"/>
                  </a:cubicBezTo>
                  <a:cubicBezTo>
                    <a:pt x="46273" y="77187"/>
                    <a:pt x="46372" y="77237"/>
                    <a:pt x="46472" y="77237"/>
                  </a:cubicBezTo>
                  <a:cubicBezTo>
                    <a:pt x="46522" y="77237"/>
                    <a:pt x="46596" y="77262"/>
                    <a:pt x="46646" y="77262"/>
                  </a:cubicBezTo>
                  <a:lnTo>
                    <a:pt x="46845" y="77262"/>
                  </a:lnTo>
                  <a:cubicBezTo>
                    <a:pt x="46920" y="77262"/>
                    <a:pt x="46995" y="77287"/>
                    <a:pt x="47094" y="77287"/>
                  </a:cubicBezTo>
                  <a:cubicBezTo>
                    <a:pt x="47393" y="77312"/>
                    <a:pt x="47716" y="77312"/>
                    <a:pt x="48015" y="77312"/>
                  </a:cubicBezTo>
                  <a:cubicBezTo>
                    <a:pt x="48289" y="77312"/>
                    <a:pt x="48538" y="77312"/>
                    <a:pt x="48837" y="77287"/>
                  </a:cubicBezTo>
                  <a:lnTo>
                    <a:pt x="48961" y="77287"/>
                  </a:lnTo>
                  <a:cubicBezTo>
                    <a:pt x="49011" y="77287"/>
                    <a:pt x="49085" y="77287"/>
                    <a:pt x="49135" y="77262"/>
                  </a:cubicBezTo>
                  <a:lnTo>
                    <a:pt x="49235" y="77262"/>
                  </a:lnTo>
                  <a:cubicBezTo>
                    <a:pt x="49359" y="77262"/>
                    <a:pt x="49509" y="77237"/>
                    <a:pt x="49633" y="77237"/>
                  </a:cubicBezTo>
                  <a:cubicBezTo>
                    <a:pt x="49832" y="77187"/>
                    <a:pt x="49982" y="77162"/>
                    <a:pt x="50156" y="77162"/>
                  </a:cubicBezTo>
                  <a:lnTo>
                    <a:pt x="50230" y="77162"/>
                  </a:lnTo>
                  <a:cubicBezTo>
                    <a:pt x="50280" y="77162"/>
                    <a:pt x="50380" y="77137"/>
                    <a:pt x="50430" y="77137"/>
                  </a:cubicBezTo>
                  <a:cubicBezTo>
                    <a:pt x="50479" y="77137"/>
                    <a:pt x="50529" y="77137"/>
                    <a:pt x="50554" y="77113"/>
                  </a:cubicBezTo>
                  <a:cubicBezTo>
                    <a:pt x="50629" y="77113"/>
                    <a:pt x="50678" y="77063"/>
                    <a:pt x="50753" y="77063"/>
                  </a:cubicBezTo>
                  <a:lnTo>
                    <a:pt x="50778" y="77063"/>
                  </a:lnTo>
                  <a:cubicBezTo>
                    <a:pt x="50878" y="77038"/>
                    <a:pt x="50977" y="77038"/>
                    <a:pt x="51052" y="77013"/>
                  </a:cubicBezTo>
                  <a:lnTo>
                    <a:pt x="51127" y="77013"/>
                  </a:lnTo>
                  <a:cubicBezTo>
                    <a:pt x="51176" y="77013"/>
                    <a:pt x="51226" y="76988"/>
                    <a:pt x="51276" y="76988"/>
                  </a:cubicBezTo>
                  <a:cubicBezTo>
                    <a:pt x="51500" y="76938"/>
                    <a:pt x="51724" y="76889"/>
                    <a:pt x="51923" y="76814"/>
                  </a:cubicBezTo>
                  <a:lnTo>
                    <a:pt x="52023" y="76814"/>
                  </a:lnTo>
                  <a:cubicBezTo>
                    <a:pt x="52097" y="76814"/>
                    <a:pt x="52122" y="76789"/>
                    <a:pt x="52172" y="76789"/>
                  </a:cubicBezTo>
                  <a:cubicBezTo>
                    <a:pt x="52222" y="76789"/>
                    <a:pt x="52247" y="76789"/>
                    <a:pt x="52272" y="76764"/>
                  </a:cubicBezTo>
                  <a:close/>
                  <a:moveTo>
                    <a:pt x="89608" y="77337"/>
                  </a:moveTo>
                  <a:cubicBezTo>
                    <a:pt x="89658" y="77337"/>
                    <a:pt x="89683" y="77337"/>
                    <a:pt x="89683" y="77386"/>
                  </a:cubicBezTo>
                  <a:cubicBezTo>
                    <a:pt x="89633" y="77411"/>
                    <a:pt x="89633" y="77411"/>
                    <a:pt x="89633" y="77436"/>
                  </a:cubicBezTo>
                  <a:cubicBezTo>
                    <a:pt x="89608" y="77436"/>
                    <a:pt x="89608" y="77411"/>
                    <a:pt x="89583" y="77411"/>
                  </a:cubicBezTo>
                  <a:cubicBezTo>
                    <a:pt x="89583" y="77386"/>
                    <a:pt x="89608" y="77386"/>
                    <a:pt x="89608" y="77337"/>
                  </a:cubicBezTo>
                  <a:close/>
                  <a:moveTo>
                    <a:pt x="44057" y="77386"/>
                  </a:moveTo>
                  <a:lnTo>
                    <a:pt x="44057" y="77486"/>
                  </a:lnTo>
                  <a:cubicBezTo>
                    <a:pt x="44033" y="77511"/>
                    <a:pt x="44033" y="77536"/>
                    <a:pt x="44008" y="77536"/>
                  </a:cubicBezTo>
                  <a:cubicBezTo>
                    <a:pt x="44033" y="77486"/>
                    <a:pt x="44057" y="77436"/>
                    <a:pt x="44057" y="77386"/>
                  </a:cubicBezTo>
                  <a:close/>
                  <a:moveTo>
                    <a:pt x="99316" y="77038"/>
                  </a:moveTo>
                  <a:cubicBezTo>
                    <a:pt x="99415" y="77187"/>
                    <a:pt x="99515" y="77312"/>
                    <a:pt x="99614" y="77486"/>
                  </a:cubicBezTo>
                  <a:lnTo>
                    <a:pt x="99540" y="77536"/>
                  </a:lnTo>
                  <a:cubicBezTo>
                    <a:pt x="99490" y="77386"/>
                    <a:pt x="99390" y="77237"/>
                    <a:pt x="99291" y="77113"/>
                  </a:cubicBezTo>
                  <a:cubicBezTo>
                    <a:pt x="99291" y="77063"/>
                    <a:pt x="99316" y="77063"/>
                    <a:pt x="99316" y="77038"/>
                  </a:cubicBezTo>
                  <a:close/>
                  <a:moveTo>
                    <a:pt x="110616" y="61108"/>
                  </a:moveTo>
                  <a:lnTo>
                    <a:pt x="110616" y="61108"/>
                  </a:lnTo>
                  <a:cubicBezTo>
                    <a:pt x="107754" y="66609"/>
                    <a:pt x="104120" y="72159"/>
                    <a:pt x="99863" y="77536"/>
                  </a:cubicBezTo>
                  <a:cubicBezTo>
                    <a:pt x="99863" y="77511"/>
                    <a:pt x="99814" y="77511"/>
                    <a:pt x="99814" y="77486"/>
                  </a:cubicBezTo>
                  <a:cubicBezTo>
                    <a:pt x="104095" y="72134"/>
                    <a:pt x="107704" y="66609"/>
                    <a:pt x="110517" y="61182"/>
                  </a:cubicBezTo>
                  <a:cubicBezTo>
                    <a:pt x="110567" y="61133"/>
                    <a:pt x="110591" y="61133"/>
                    <a:pt x="110616" y="61108"/>
                  </a:cubicBezTo>
                  <a:close/>
                  <a:moveTo>
                    <a:pt x="40896" y="74549"/>
                  </a:moveTo>
                  <a:cubicBezTo>
                    <a:pt x="40946" y="74574"/>
                    <a:pt x="40996" y="74648"/>
                    <a:pt x="41046" y="74673"/>
                  </a:cubicBezTo>
                  <a:cubicBezTo>
                    <a:pt x="41270" y="74897"/>
                    <a:pt x="41519" y="75071"/>
                    <a:pt x="41743" y="75295"/>
                  </a:cubicBezTo>
                  <a:lnTo>
                    <a:pt x="41767" y="75320"/>
                  </a:lnTo>
                  <a:cubicBezTo>
                    <a:pt x="41892" y="75445"/>
                    <a:pt x="42016" y="75619"/>
                    <a:pt x="42091" y="75744"/>
                  </a:cubicBezTo>
                  <a:cubicBezTo>
                    <a:pt x="42240" y="75893"/>
                    <a:pt x="42365" y="76042"/>
                    <a:pt x="42440" y="76192"/>
                  </a:cubicBezTo>
                  <a:cubicBezTo>
                    <a:pt x="41419" y="76689"/>
                    <a:pt x="40398" y="77162"/>
                    <a:pt x="39403" y="77561"/>
                  </a:cubicBezTo>
                  <a:cubicBezTo>
                    <a:pt x="39876" y="76565"/>
                    <a:pt x="40349" y="75569"/>
                    <a:pt x="40896" y="74549"/>
                  </a:cubicBezTo>
                  <a:close/>
                  <a:moveTo>
                    <a:pt x="99739" y="77610"/>
                  </a:moveTo>
                  <a:cubicBezTo>
                    <a:pt x="99739" y="77635"/>
                    <a:pt x="99739" y="77660"/>
                    <a:pt x="99764" y="77660"/>
                  </a:cubicBezTo>
                  <a:lnTo>
                    <a:pt x="99689" y="77710"/>
                  </a:lnTo>
                  <a:cubicBezTo>
                    <a:pt x="99689" y="77685"/>
                    <a:pt x="99664" y="77685"/>
                    <a:pt x="99664" y="77660"/>
                  </a:cubicBezTo>
                  <a:lnTo>
                    <a:pt x="99739" y="77610"/>
                  </a:lnTo>
                  <a:close/>
                  <a:moveTo>
                    <a:pt x="40747" y="74424"/>
                  </a:moveTo>
                  <a:lnTo>
                    <a:pt x="40772" y="74449"/>
                  </a:lnTo>
                  <a:cubicBezTo>
                    <a:pt x="40174" y="75544"/>
                    <a:pt x="39652" y="76640"/>
                    <a:pt x="39154" y="77685"/>
                  </a:cubicBezTo>
                  <a:cubicBezTo>
                    <a:pt x="39129" y="77685"/>
                    <a:pt x="39129" y="77685"/>
                    <a:pt x="39079" y="77735"/>
                  </a:cubicBezTo>
                  <a:cubicBezTo>
                    <a:pt x="39577" y="76615"/>
                    <a:pt x="40150" y="75520"/>
                    <a:pt x="40747" y="74424"/>
                  </a:cubicBezTo>
                  <a:close/>
                  <a:moveTo>
                    <a:pt x="42614" y="76366"/>
                  </a:moveTo>
                  <a:lnTo>
                    <a:pt x="42614" y="76391"/>
                  </a:lnTo>
                  <a:lnTo>
                    <a:pt x="42639" y="76416"/>
                  </a:lnTo>
                  <a:cubicBezTo>
                    <a:pt x="41494" y="76938"/>
                    <a:pt x="40374" y="77436"/>
                    <a:pt x="39278" y="77884"/>
                  </a:cubicBezTo>
                  <a:cubicBezTo>
                    <a:pt x="39278" y="77859"/>
                    <a:pt x="39278" y="77859"/>
                    <a:pt x="39303" y="77859"/>
                  </a:cubicBezTo>
                  <a:cubicBezTo>
                    <a:pt x="40398" y="77386"/>
                    <a:pt x="41494" y="76889"/>
                    <a:pt x="42614" y="76366"/>
                  </a:cubicBezTo>
                  <a:close/>
                  <a:moveTo>
                    <a:pt x="62477" y="72085"/>
                  </a:moveTo>
                  <a:cubicBezTo>
                    <a:pt x="62651" y="72259"/>
                    <a:pt x="62800" y="72433"/>
                    <a:pt x="62950" y="72582"/>
                  </a:cubicBezTo>
                  <a:cubicBezTo>
                    <a:pt x="60734" y="74449"/>
                    <a:pt x="58445" y="76266"/>
                    <a:pt x="56055" y="77984"/>
                  </a:cubicBezTo>
                  <a:cubicBezTo>
                    <a:pt x="55856" y="77287"/>
                    <a:pt x="55557" y="76665"/>
                    <a:pt x="55234" y="76067"/>
                  </a:cubicBezTo>
                  <a:lnTo>
                    <a:pt x="55706" y="75893"/>
                  </a:lnTo>
                  <a:cubicBezTo>
                    <a:pt x="55756" y="75868"/>
                    <a:pt x="55831" y="75818"/>
                    <a:pt x="55906" y="75793"/>
                  </a:cubicBezTo>
                  <a:cubicBezTo>
                    <a:pt x="56055" y="75744"/>
                    <a:pt x="56204" y="75669"/>
                    <a:pt x="56354" y="75619"/>
                  </a:cubicBezTo>
                  <a:cubicBezTo>
                    <a:pt x="56403" y="75569"/>
                    <a:pt x="56478" y="75544"/>
                    <a:pt x="56503" y="75544"/>
                  </a:cubicBezTo>
                  <a:cubicBezTo>
                    <a:pt x="56528" y="75520"/>
                    <a:pt x="56578" y="75520"/>
                    <a:pt x="56603" y="75495"/>
                  </a:cubicBezTo>
                  <a:cubicBezTo>
                    <a:pt x="56677" y="75445"/>
                    <a:pt x="56752" y="75420"/>
                    <a:pt x="56827" y="75395"/>
                  </a:cubicBezTo>
                  <a:lnTo>
                    <a:pt x="56851" y="75395"/>
                  </a:lnTo>
                  <a:cubicBezTo>
                    <a:pt x="56876" y="75370"/>
                    <a:pt x="56951" y="75370"/>
                    <a:pt x="56976" y="75320"/>
                  </a:cubicBezTo>
                  <a:cubicBezTo>
                    <a:pt x="57100" y="75271"/>
                    <a:pt x="57250" y="75196"/>
                    <a:pt x="57374" y="75121"/>
                  </a:cubicBezTo>
                  <a:cubicBezTo>
                    <a:pt x="57374" y="75121"/>
                    <a:pt x="57424" y="75121"/>
                    <a:pt x="57424" y="75071"/>
                  </a:cubicBezTo>
                  <a:cubicBezTo>
                    <a:pt x="57449" y="75071"/>
                    <a:pt x="57474" y="75047"/>
                    <a:pt x="57474" y="75047"/>
                  </a:cubicBezTo>
                  <a:cubicBezTo>
                    <a:pt x="57573" y="75022"/>
                    <a:pt x="57648" y="74947"/>
                    <a:pt x="57748" y="74922"/>
                  </a:cubicBezTo>
                  <a:cubicBezTo>
                    <a:pt x="57947" y="74823"/>
                    <a:pt x="58146" y="74698"/>
                    <a:pt x="58345" y="74623"/>
                  </a:cubicBezTo>
                  <a:cubicBezTo>
                    <a:pt x="58345" y="74623"/>
                    <a:pt x="58370" y="74623"/>
                    <a:pt x="58370" y="74574"/>
                  </a:cubicBezTo>
                  <a:cubicBezTo>
                    <a:pt x="58469" y="74524"/>
                    <a:pt x="58594" y="74499"/>
                    <a:pt x="58693" y="74424"/>
                  </a:cubicBezTo>
                  <a:cubicBezTo>
                    <a:pt x="58718" y="74424"/>
                    <a:pt x="58743" y="74399"/>
                    <a:pt x="58743" y="74399"/>
                  </a:cubicBezTo>
                  <a:cubicBezTo>
                    <a:pt x="58942" y="74300"/>
                    <a:pt x="59092" y="74200"/>
                    <a:pt x="59291" y="74126"/>
                  </a:cubicBezTo>
                  <a:lnTo>
                    <a:pt x="59316" y="74126"/>
                  </a:lnTo>
                  <a:cubicBezTo>
                    <a:pt x="59440" y="74051"/>
                    <a:pt x="59540" y="74001"/>
                    <a:pt x="59664" y="73926"/>
                  </a:cubicBezTo>
                  <a:cubicBezTo>
                    <a:pt x="59838" y="73802"/>
                    <a:pt x="60038" y="73702"/>
                    <a:pt x="60237" y="73578"/>
                  </a:cubicBezTo>
                  <a:cubicBezTo>
                    <a:pt x="60286" y="73553"/>
                    <a:pt x="60336" y="73528"/>
                    <a:pt x="60361" y="73503"/>
                  </a:cubicBezTo>
                  <a:cubicBezTo>
                    <a:pt x="60461" y="73429"/>
                    <a:pt x="60560" y="73404"/>
                    <a:pt x="60610" y="73329"/>
                  </a:cubicBezTo>
                  <a:cubicBezTo>
                    <a:pt x="60809" y="73205"/>
                    <a:pt x="60983" y="73080"/>
                    <a:pt x="61183" y="73006"/>
                  </a:cubicBezTo>
                  <a:cubicBezTo>
                    <a:pt x="61307" y="72906"/>
                    <a:pt x="61456" y="72806"/>
                    <a:pt x="61581" y="72707"/>
                  </a:cubicBezTo>
                  <a:lnTo>
                    <a:pt x="62153" y="72333"/>
                  </a:lnTo>
                  <a:cubicBezTo>
                    <a:pt x="62278" y="72259"/>
                    <a:pt x="62402" y="72184"/>
                    <a:pt x="62477" y="72085"/>
                  </a:cubicBezTo>
                  <a:close/>
                  <a:moveTo>
                    <a:pt x="39029" y="77934"/>
                  </a:moveTo>
                  <a:lnTo>
                    <a:pt x="39029" y="77959"/>
                  </a:lnTo>
                  <a:lnTo>
                    <a:pt x="39029" y="78009"/>
                  </a:lnTo>
                  <a:cubicBezTo>
                    <a:pt x="39017" y="78021"/>
                    <a:pt x="38998" y="78027"/>
                    <a:pt x="38983" y="78027"/>
                  </a:cubicBezTo>
                  <a:cubicBezTo>
                    <a:pt x="38967" y="78027"/>
                    <a:pt x="38955" y="78021"/>
                    <a:pt x="38955" y="78009"/>
                  </a:cubicBezTo>
                  <a:cubicBezTo>
                    <a:pt x="38955" y="77959"/>
                    <a:pt x="38955" y="77959"/>
                    <a:pt x="39005" y="77959"/>
                  </a:cubicBezTo>
                  <a:cubicBezTo>
                    <a:pt x="39005" y="77959"/>
                    <a:pt x="39029" y="77959"/>
                    <a:pt x="39029" y="77934"/>
                  </a:cubicBezTo>
                  <a:close/>
                  <a:moveTo>
                    <a:pt x="55084" y="76142"/>
                  </a:moveTo>
                  <a:cubicBezTo>
                    <a:pt x="55383" y="76764"/>
                    <a:pt x="55706" y="77386"/>
                    <a:pt x="56055" y="78009"/>
                  </a:cubicBezTo>
                  <a:lnTo>
                    <a:pt x="56005" y="78034"/>
                  </a:lnTo>
                  <a:cubicBezTo>
                    <a:pt x="55632" y="77411"/>
                    <a:pt x="55333" y="76789"/>
                    <a:pt x="55010" y="76167"/>
                  </a:cubicBezTo>
                  <a:cubicBezTo>
                    <a:pt x="55059" y="76167"/>
                    <a:pt x="55059" y="76167"/>
                    <a:pt x="55084" y="76142"/>
                  </a:cubicBezTo>
                  <a:close/>
                  <a:moveTo>
                    <a:pt x="44505" y="77212"/>
                  </a:moveTo>
                  <a:lnTo>
                    <a:pt x="44530" y="77262"/>
                  </a:lnTo>
                  <a:lnTo>
                    <a:pt x="44555" y="77287"/>
                  </a:lnTo>
                  <a:cubicBezTo>
                    <a:pt x="44505" y="77486"/>
                    <a:pt x="44431" y="77760"/>
                    <a:pt x="44381" y="78058"/>
                  </a:cubicBezTo>
                  <a:lnTo>
                    <a:pt x="44356" y="78034"/>
                  </a:lnTo>
                  <a:cubicBezTo>
                    <a:pt x="44356" y="78034"/>
                    <a:pt x="44356" y="78009"/>
                    <a:pt x="44306" y="78009"/>
                  </a:cubicBezTo>
                  <a:cubicBezTo>
                    <a:pt x="44306" y="77934"/>
                    <a:pt x="44356" y="77884"/>
                    <a:pt x="44356" y="77834"/>
                  </a:cubicBezTo>
                  <a:lnTo>
                    <a:pt x="44431" y="77461"/>
                  </a:lnTo>
                  <a:cubicBezTo>
                    <a:pt x="44481" y="77386"/>
                    <a:pt x="44481" y="77312"/>
                    <a:pt x="44505" y="77212"/>
                  </a:cubicBezTo>
                  <a:close/>
                  <a:moveTo>
                    <a:pt x="63199" y="72657"/>
                  </a:moveTo>
                  <a:cubicBezTo>
                    <a:pt x="63199" y="72682"/>
                    <a:pt x="63224" y="72682"/>
                    <a:pt x="63224" y="72707"/>
                  </a:cubicBezTo>
                  <a:cubicBezTo>
                    <a:pt x="60983" y="74623"/>
                    <a:pt x="58693" y="76416"/>
                    <a:pt x="56304" y="78133"/>
                  </a:cubicBezTo>
                  <a:cubicBezTo>
                    <a:pt x="56304" y="78083"/>
                    <a:pt x="56254" y="78083"/>
                    <a:pt x="56254" y="78058"/>
                  </a:cubicBezTo>
                  <a:cubicBezTo>
                    <a:pt x="58669" y="76366"/>
                    <a:pt x="60983" y="74524"/>
                    <a:pt x="63199" y="72657"/>
                  </a:cubicBezTo>
                  <a:close/>
                  <a:moveTo>
                    <a:pt x="3584" y="65936"/>
                  </a:moveTo>
                  <a:cubicBezTo>
                    <a:pt x="4207" y="68102"/>
                    <a:pt x="5526" y="70317"/>
                    <a:pt x="7467" y="72433"/>
                  </a:cubicBezTo>
                  <a:cubicBezTo>
                    <a:pt x="5551" y="74175"/>
                    <a:pt x="4033" y="76142"/>
                    <a:pt x="2912" y="78258"/>
                  </a:cubicBezTo>
                  <a:cubicBezTo>
                    <a:pt x="2240" y="75495"/>
                    <a:pt x="2141" y="72433"/>
                    <a:pt x="2539" y="69172"/>
                  </a:cubicBezTo>
                  <a:cubicBezTo>
                    <a:pt x="2838" y="68102"/>
                    <a:pt x="3186" y="67032"/>
                    <a:pt x="3584" y="65936"/>
                  </a:cubicBezTo>
                  <a:close/>
                  <a:moveTo>
                    <a:pt x="43809" y="78158"/>
                  </a:moveTo>
                  <a:cubicBezTo>
                    <a:pt x="43858" y="78183"/>
                    <a:pt x="43858" y="78233"/>
                    <a:pt x="43858" y="78258"/>
                  </a:cubicBezTo>
                  <a:cubicBezTo>
                    <a:pt x="43809" y="78233"/>
                    <a:pt x="43809" y="78183"/>
                    <a:pt x="43809" y="78158"/>
                  </a:cubicBezTo>
                  <a:close/>
                  <a:moveTo>
                    <a:pt x="18967" y="72931"/>
                  </a:moveTo>
                  <a:cubicBezTo>
                    <a:pt x="18121" y="74798"/>
                    <a:pt x="17349" y="76665"/>
                    <a:pt x="16652" y="78506"/>
                  </a:cubicBezTo>
                  <a:cubicBezTo>
                    <a:pt x="15557" y="77984"/>
                    <a:pt x="14537" y="77411"/>
                    <a:pt x="13516" y="76789"/>
                  </a:cubicBezTo>
                  <a:cubicBezTo>
                    <a:pt x="13616" y="76739"/>
                    <a:pt x="13665" y="76640"/>
                    <a:pt x="13765" y="76565"/>
                  </a:cubicBezTo>
                  <a:cubicBezTo>
                    <a:pt x="13889" y="76440"/>
                    <a:pt x="14014" y="76316"/>
                    <a:pt x="14138" y="76241"/>
                  </a:cubicBezTo>
                  <a:lnTo>
                    <a:pt x="14611" y="75868"/>
                  </a:lnTo>
                  <a:cubicBezTo>
                    <a:pt x="14761" y="75744"/>
                    <a:pt x="14885" y="75619"/>
                    <a:pt x="15034" y="75520"/>
                  </a:cubicBezTo>
                  <a:cubicBezTo>
                    <a:pt x="15184" y="75395"/>
                    <a:pt x="15308" y="75295"/>
                    <a:pt x="15482" y="75171"/>
                  </a:cubicBezTo>
                  <a:lnTo>
                    <a:pt x="15930" y="74798"/>
                  </a:lnTo>
                  <a:cubicBezTo>
                    <a:pt x="16055" y="74698"/>
                    <a:pt x="16229" y="74623"/>
                    <a:pt x="16354" y="74524"/>
                  </a:cubicBezTo>
                  <a:cubicBezTo>
                    <a:pt x="16528" y="74399"/>
                    <a:pt x="16677" y="74275"/>
                    <a:pt x="16876" y="74151"/>
                  </a:cubicBezTo>
                  <a:cubicBezTo>
                    <a:pt x="17001" y="74051"/>
                    <a:pt x="17125" y="74001"/>
                    <a:pt x="17250" y="73926"/>
                  </a:cubicBezTo>
                  <a:cubicBezTo>
                    <a:pt x="17424" y="73802"/>
                    <a:pt x="17648" y="73678"/>
                    <a:pt x="17847" y="73553"/>
                  </a:cubicBezTo>
                  <a:cubicBezTo>
                    <a:pt x="17922" y="73503"/>
                    <a:pt x="18046" y="73429"/>
                    <a:pt x="18146" y="73379"/>
                  </a:cubicBezTo>
                  <a:lnTo>
                    <a:pt x="18793" y="73006"/>
                  </a:lnTo>
                  <a:cubicBezTo>
                    <a:pt x="18868" y="72956"/>
                    <a:pt x="18893" y="72931"/>
                    <a:pt x="18967" y="72931"/>
                  </a:cubicBezTo>
                  <a:close/>
                  <a:moveTo>
                    <a:pt x="2215" y="70292"/>
                  </a:moveTo>
                  <a:cubicBezTo>
                    <a:pt x="1967" y="73205"/>
                    <a:pt x="2141" y="75992"/>
                    <a:pt x="2738" y="78531"/>
                  </a:cubicBezTo>
                  <a:cubicBezTo>
                    <a:pt x="2713" y="78556"/>
                    <a:pt x="2713" y="78581"/>
                    <a:pt x="2713" y="78631"/>
                  </a:cubicBezTo>
                  <a:cubicBezTo>
                    <a:pt x="2116" y="76167"/>
                    <a:pt x="1942" y="73454"/>
                    <a:pt x="2116" y="70591"/>
                  </a:cubicBezTo>
                  <a:cubicBezTo>
                    <a:pt x="2141" y="70492"/>
                    <a:pt x="2191" y="70392"/>
                    <a:pt x="2215" y="70292"/>
                  </a:cubicBezTo>
                  <a:close/>
                  <a:moveTo>
                    <a:pt x="19365" y="72757"/>
                  </a:moveTo>
                  <a:cubicBezTo>
                    <a:pt x="18420" y="74698"/>
                    <a:pt x="17598" y="76665"/>
                    <a:pt x="16901" y="78631"/>
                  </a:cubicBezTo>
                  <a:cubicBezTo>
                    <a:pt x="16876" y="78631"/>
                    <a:pt x="16876" y="78581"/>
                    <a:pt x="16851" y="78581"/>
                  </a:cubicBezTo>
                  <a:cubicBezTo>
                    <a:pt x="17548" y="76665"/>
                    <a:pt x="18370" y="74723"/>
                    <a:pt x="19266" y="72782"/>
                  </a:cubicBezTo>
                  <a:cubicBezTo>
                    <a:pt x="19291" y="72782"/>
                    <a:pt x="19316" y="72757"/>
                    <a:pt x="19365" y="72757"/>
                  </a:cubicBezTo>
                  <a:close/>
                  <a:moveTo>
                    <a:pt x="7592" y="72582"/>
                  </a:moveTo>
                  <a:lnTo>
                    <a:pt x="7642" y="72632"/>
                  </a:lnTo>
                  <a:cubicBezTo>
                    <a:pt x="5650" y="74424"/>
                    <a:pt x="4082" y="76440"/>
                    <a:pt x="2987" y="78656"/>
                  </a:cubicBezTo>
                  <a:cubicBezTo>
                    <a:pt x="2987" y="78631"/>
                    <a:pt x="2987" y="78581"/>
                    <a:pt x="2962" y="78581"/>
                  </a:cubicBezTo>
                  <a:cubicBezTo>
                    <a:pt x="4057" y="76416"/>
                    <a:pt x="5650" y="74399"/>
                    <a:pt x="7592" y="72582"/>
                  </a:cubicBezTo>
                  <a:close/>
                  <a:moveTo>
                    <a:pt x="13416" y="76938"/>
                  </a:moveTo>
                  <a:lnTo>
                    <a:pt x="13416" y="76938"/>
                  </a:lnTo>
                  <a:cubicBezTo>
                    <a:pt x="14437" y="77561"/>
                    <a:pt x="15507" y="78158"/>
                    <a:pt x="16603" y="78681"/>
                  </a:cubicBezTo>
                  <a:cubicBezTo>
                    <a:pt x="16603" y="78730"/>
                    <a:pt x="16603" y="78730"/>
                    <a:pt x="16553" y="78755"/>
                  </a:cubicBezTo>
                  <a:cubicBezTo>
                    <a:pt x="15557" y="78282"/>
                    <a:pt x="14611" y="77760"/>
                    <a:pt x="13690" y="77187"/>
                  </a:cubicBezTo>
                  <a:cubicBezTo>
                    <a:pt x="13616" y="77088"/>
                    <a:pt x="13516" y="77038"/>
                    <a:pt x="13416" y="76938"/>
                  </a:cubicBezTo>
                  <a:close/>
                  <a:moveTo>
                    <a:pt x="16777" y="78755"/>
                  </a:moveTo>
                  <a:cubicBezTo>
                    <a:pt x="16802" y="78755"/>
                    <a:pt x="16802" y="78780"/>
                    <a:pt x="16851" y="78780"/>
                  </a:cubicBezTo>
                  <a:cubicBezTo>
                    <a:pt x="16851" y="78805"/>
                    <a:pt x="16802" y="78805"/>
                    <a:pt x="16802" y="78855"/>
                  </a:cubicBezTo>
                  <a:cubicBezTo>
                    <a:pt x="16777" y="78855"/>
                    <a:pt x="16752" y="78855"/>
                    <a:pt x="16752" y="78805"/>
                  </a:cubicBezTo>
                  <a:cubicBezTo>
                    <a:pt x="16752" y="78780"/>
                    <a:pt x="16777" y="78780"/>
                    <a:pt x="16777" y="78755"/>
                  </a:cubicBezTo>
                  <a:close/>
                  <a:moveTo>
                    <a:pt x="54835" y="76192"/>
                  </a:moveTo>
                  <a:cubicBezTo>
                    <a:pt x="55134" y="76814"/>
                    <a:pt x="55482" y="77486"/>
                    <a:pt x="55831" y="78133"/>
                  </a:cubicBezTo>
                  <a:cubicBezTo>
                    <a:pt x="55458" y="78407"/>
                    <a:pt x="55084" y="78656"/>
                    <a:pt x="54711" y="78905"/>
                  </a:cubicBezTo>
                  <a:cubicBezTo>
                    <a:pt x="54138" y="78233"/>
                    <a:pt x="53591" y="77511"/>
                    <a:pt x="52968" y="76864"/>
                  </a:cubicBezTo>
                  <a:cubicBezTo>
                    <a:pt x="53018" y="76814"/>
                    <a:pt x="53093" y="76814"/>
                    <a:pt x="53143" y="76789"/>
                  </a:cubicBezTo>
                  <a:cubicBezTo>
                    <a:pt x="53192" y="76789"/>
                    <a:pt x="53192" y="76789"/>
                    <a:pt x="53217" y="76764"/>
                  </a:cubicBezTo>
                  <a:cubicBezTo>
                    <a:pt x="53367" y="76714"/>
                    <a:pt x="53491" y="76665"/>
                    <a:pt x="53641" y="76615"/>
                  </a:cubicBezTo>
                  <a:lnTo>
                    <a:pt x="53690" y="76615"/>
                  </a:lnTo>
                  <a:cubicBezTo>
                    <a:pt x="53740" y="76565"/>
                    <a:pt x="53840" y="76565"/>
                    <a:pt x="53889" y="76540"/>
                  </a:cubicBezTo>
                  <a:cubicBezTo>
                    <a:pt x="53964" y="76515"/>
                    <a:pt x="54014" y="76515"/>
                    <a:pt x="54089" y="76490"/>
                  </a:cubicBezTo>
                  <a:lnTo>
                    <a:pt x="54537" y="76291"/>
                  </a:lnTo>
                  <a:cubicBezTo>
                    <a:pt x="54586" y="76291"/>
                    <a:pt x="54586" y="76291"/>
                    <a:pt x="54611" y="76266"/>
                  </a:cubicBezTo>
                  <a:cubicBezTo>
                    <a:pt x="54661" y="76241"/>
                    <a:pt x="54736" y="76241"/>
                    <a:pt x="54786" y="76192"/>
                  </a:cubicBezTo>
                  <a:close/>
                  <a:moveTo>
                    <a:pt x="52769" y="76913"/>
                  </a:moveTo>
                  <a:cubicBezTo>
                    <a:pt x="53392" y="77561"/>
                    <a:pt x="53989" y="78282"/>
                    <a:pt x="54561" y="79054"/>
                  </a:cubicBezTo>
                  <a:cubicBezTo>
                    <a:pt x="54512" y="79054"/>
                    <a:pt x="54512" y="79104"/>
                    <a:pt x="54487" y="79104"/>
                  </a:cubicBezTo>
                  <a:cubicBezTo>
                    <a:pt x="53939" y="78357"/>
                    <a:pt x="53342" y="77610"/>
                    <a:pt x="52695" y="76938"/>
                  </a:cubicBezTo>
                  <a:cubicBezTo>
                    <a:pt x="52720" y="76913"/>
                    <a:pt x="52744" y="76913"/>
                    <a:pt x="52769" y="76913"/>
                  </a:cubicBezTo>
                  <a:close/>
                  <a:moveTo>
                    <a:pt x="14487" y="77809"/>
                  </a:moveTo>
                  <a:lnTo>
                    <a:pt x="14487" y="77809"/>
                  </a:lnTo>
                  <a:cubicBezTo>
                    <a:pt x="15134" y="78233"/>
                    <a:pt x="15806" y="78581"/>
                    <a:pt x="16528" y="78930"/>
                  </a:cubicBezTo>
                  <a:cubicBezTo>
                    <a:pt x="16503" y="79004"/>
                    <a:pt x="16503" y="79054"/>
                    <a:pt x="16478" y="79129"/>
                  </a:cubicBezTo>
                  <a:cubicBezTo>
                    <a:pt x="16403" y="79104"/>
                    <a:pt x="16329" y="79054"/>
                    <a:pt x="16279" y="79004"/>
                  </a:cubicBezTo>
                  <a:cubicBezTo>
                    <a:pt x="16055" y="78880"/>
                    <a:pt x="15806" y="78755"/>
                    <a:pt x="15607" y="78631"/>
                  </a:cubicBezTo>
                  <a:cubicBezTo>
                    <a:pt x="15607" y="78631"/>
                    <a:pt x="15557" y="78631"/>
                    <a:pt x="15557" y="78606"/>
                  </a:cubicBezTo>
                  <a:cubicBezTo>
                    <a:pt x="15383" y="78482"/>
                    <a:pt x="15234" y="78357"/>
                    <a:pt x="15034" y="78233"/>
                  </a:cubicBezTo>
                  <a:cubicBezTo>
                    <a:pt x="14860" y="78108"/>
                    <a:pt x="14661" y="77984"/>
                    <a:pt x="14487" y="77809"/>
                  </a:cubicBezTo>
                  <a:close/>
                  <a:moveTo>
                    <a:pt x="55931" y="78307"/>
                  </a:moveTo>
                  <a:cubicBezTo>
                    <a:pt x="55931" y="78357"/>
                    <a:pt x="55955" y="78357"/>
                    <a:pt x="55955" y="78382"/>
                  </a:cubicBezTo>
                  <a:cubicBezTo>
                    <a:pt x="55582" y="78631"/>
                    <a:pt x="55209" y="78880"/>
                    <a:pt x="54860" y="79129"/>
                  </a:cubicBezTo>
                  <a:cubicBezTo>
                    <a:pt x="54835" y="79129"/>
                    <a:pt x="54835" y="79104"/>
                    <a:pt x="54810" y="79104"/>
                  </a:cubicBezTo>
                  <a:cubicBezTo>
                    <a:pt x="55184" y="78855"/>
                    <a:pt x="55557" y="78581"/>
                    <a:pt x="55931" y="78307"/>
                  </a:cubicBezTo>
                  <a:close/>
                  <a:moveTo>
                    <a:pt x="16691" y="79018"/>
                  </a:moveTo>
                  <a:cubicBezTo>
                    <a:pt x="16708" y="79018"/>
                    <a:pt x="16735" y="79029"/>
                    <a:pt x="16752" y="79029"/>
                  </a:cubicBezTo>
                  <a:cubicBezTo>
                    <a:pt x="16727" y="79104"/>
                    <a:pt x="16677" y="79154"/>
                    <a:pt x="16677" y="79253"/>
                  </a:cubicBezTo>
                  <a:cubicBezTo>
                    <a:pt x="16652" y="79253"/>
                    <a:pt x="16652" y="79203"/>
                    <a:pt x="16627" y="79203"/>
                  </a:cubicBezTo>
                  <a:cubicBezTo>
                    <a:pt x="16652" y="79154"/>
                    <a:pt x="16677" y="79104"/>
                    <a:pt x="16677" y="79029"/>
                  </a:cubicBezTo>
                  <a:cubicBezTo>
                    <a:pt x="16677" y="79021"/>
                    <a:pt x="16683" y="79018"/>
                    <a:pt x="16691" y="79018"/>
                  </a:cubicBezTo>
                  <a:close/>
                  <a:moveTo>
                    <a:pt x="22776" y="71288"/>
                  </a:moveTo>
                  <a:cubicBezTo>
                    <a:pt x="23672" y="72184"/>
                    <a:pt x="24792" y="72931"/>
                    <a:pt x="26086" y="73454"/>
                  </a:cubicBezTo>
                  <a:cubicBezTo>
                    <a:pt x="23273" y="74723"/>
                    <a:pt x="20635" y="76714"/>
                    <a:pt x="18444" y="79278"/>
                  </a:cubicBezTo>
                  <a:cubicBezTo>
                    <a:pt x="17996" y="79079"/>
                    <a:pt x="17524" y="78880"/>
                    <a:pt x="17051" y="78656"/>
                  </a:cubicBezTo>
                  <a:cubicBezTo>
                    <a:pt x="17772" y="76665"/>
                    <a:pt x="18644" y="74648"/>
                    <a:pt x="19614" y="72582"/>
                  </a:cubicBezTo>
                  <a:cubicBezTo>
                    <a:pt x="19664" y="72557"/>
                    <a:pt x="19764" y="72508"/>
                    <a:pt x="19813" y="72458"/>
                  </a:cubicBezTo>
                  <a:cubicBezTo>
                    <a:pt x="19913" y="72433"/>
                    <a:pt x="19988" y="72408"/>
                    <a:pt x="20062" y="72333"/>
                  </a:cubicBezTo>
                  <a:cubicBezTo>
                    <a:pt x="20336" y="72209"/>
                    <a:pt x="20560" y="72134"/>
                    <a:pt x="20859" y="72010"/>
                  </a:cubicBezTo>
                  <a:cubicBezTo>
                    <a:pt x="20909" y="71960"/>
                    <a:pt x="21008" y="71935"/>
                    <a:pt x="21058" y="71910"/>
                  </a:cubicBezTo>
                  <a:cubicBezTo>
                    <a:pt x="21357" y="71786"/>
                    <a:pt x="21606" y="71686"/>
                    <a:pt x="21879" y="71587"/>
                  </a:cubicBezTo>
                  <a:cubicBezTo>
                    <a:pt x="21929" y="71562"/>
                    <a:pt x="22004" y="71562"/>
                    <a:pt x="22054" y="71537"/>
                  </a:cubicBezTo>
                  <a:cubicBezTo>
                    <a:pt x="22303" y="71437"/>
                    <a:pt x="22527" y="71388"/>
                    <a:pt x="22776" y="71288"/>
                  </a:cubicBezTo>
                  <a:close/>
                  <a:moveTo>
                    <a:pt x="54636" y="79203"/>
                  </a:moveTo>
                  <a:cubicBezTo>
                    <a:pt x="54686" y="79203"/>
                    <a:pt x="54686" y="79203"/>
                    <a:pt x="54686" y="79253"/>
                  </a:cubicBezTo>
                  <a:cubicBezTo>
                    <a:pt x="54636" y="79253"/>
                    <a:pt x="54636" y="79278"/>
                    <a:pt x="54611" y="79278"/>
                  </a:cubicBezTo>
                  <a:lnTo>
                    <a:pt x="54586" y="79253"/>
                  </a:lnTo>
                  <a:cubicBezTo>
                    <a:pt x="54611" y="79253"/>
                    <a:pt x="54611" y="79203"/>
                    <a:pt x="54636" y="79203"/>
                  </a:cubicBezTo>
                  <a:close/>
                  <a:moveTo>
                    <a:pt x="44057" y="78805"/>
                  </a:moveTo>
                  <a:cubicBezTo>
                    <a:pt x="44057" y="78880"/>
                    <a:pt x="44107" y="78930"/>
                    <a:pt x="44132" y="79004"/>
                  </a:cubicBezTo>
                  <a:cubicBezTo>
                    <a:pt x="44157" y="79104"/>
                    <a:pt x="44157" y="79178"/>
                    <a:pt x="44182" y="79278"/>
                  </a:cubicBezTo>
                  <a:lnTo>
                    <a:pt x="44182" y="79328"/>
                  </a:lnTo>
                  <a:lnTo>
                    <a:pt x="44132" y="79328"/>
                  </a:lnTo>
                  <a:cubicBezTo>
                    <a:pt x="44107" y="79178"/>
                    <a:pt x="44107" y="79054"/>
                    <a:pt x="44057" y="78905"/>
                  </a:cubicBezTo>
                  <a:lnTo>
                    <a:pt x="44057" y="78805"/>
                  </a:lnTo>
                  <a:close/>
                  <a:moveTo>
                    <a:pt x="13292" y="77162"/>
                  </a:moveTo>
                  <a:cubicBezTo>
                    <a:pt x="13317" y="77187"/>
                    <a:pt x="13367" y="77187"/>
                    <a:pt x="13416" y="77237"/>
                  </a:cubicBezTo>
                  <a:lnTo>
                    <a:pt x="13441" y="77262"/>
                  </a:lnTo>
                  <a:cubicBezTo>
                    <a:pt x="13466" y="77287"/>
                    <a:pt x="13516" y="77287"/>
                    <a:pt x="13516" y="77312"/>
                  </a:cubicBezTo>
                  <a:cubicBezTo>
                    <a:pt x="13690" y="77511"/>
                    <a:pt x="13889" y="77660"/>
                    <a:pt x="14064" y="77809"/>
                  </a:cubicBezTo>
                  <a:cubicBezTo>
                    <a:pt x="14138" y="77859"/>
                    <a:pt x="14188" y="77909"/>
                    <a:pt x="14238" y="77934"/>
                  </a:cubicBezTo>
                  <a:lnTo>
                    <a:pt x="14263" y="77984"/>
                  </a:lnTo>
                  <a:lnTo>
                    <a:pt x="14313" y="78034"/>
                  </a:lnTo>
                  <a:cubicBezTo>
                    <a:pt x="14537" y="78183"/>
                    <a:pt x="14761" y="78382"/>
                    <a:pt x="14960" y="78531"/>
                  </a:cubicBezTo>
                  <a:cubicBezTo>
                    <a:pt x="15059" y="78606"/>
                    <a:pt x="15134" y="78631"/>
                    <a:pt x="15209" y="78681"/>
                  </a:cubicBezTo>
                  <a:cubicBezTo>
                    <a:pt x="15258" y="78730"/>
                    <a:pt x="15283" y="78730"/>
                    <a:pt x="15308" y="78755"/>
                  </a:cubicBezTo>
                  <a:lnTo>
                    <a:pt x="15333" y="78780"/>
                  </a:lnTo>
                  <a:lnTo>
                    <a:pt x="15383" y="78780"/>
                  </a:lnTo>
                  <a:cubicBezTo>
                    <a:pt x="15408" y="78780"/>
                    <a:pt x="15408" y="78805"/>
                    <a:pt x="15433" y="78805"/>
                  </a:cubicBezTo>
                  <a:cubicBezTo>
                    <a:pt x="15582" y="78905"/>
                    <a:pt x="15781" y="79029"/>
                    <a:pt x="15930" y="79129"/>
                  </a:cubicBezTo>
                  <a:cubicBezTo>
                    <a:pt x="16030" y="79154"/>
                    <a:pt x="16080" y="79228"/>
                    <a:pt x="16179" y="79253"/>
                  </a:cubicBezTo>
                  <a:cubicBezTo>
                    <a:pt x="16254" y="79278"/>
                    <a:pt x="16279" y="79303"/>
                    <a:pt x="16329" y="79303"/>
                  </a:cubicBezTo>
                  <a:lnTo>
                    <a:pt x="16329" y="79353"/>
                  </a:lnTo>
                  <a:lnTo>
                    <a:pt x="16329" y="79378"/>
                  </a:lnTo>
                  <a:cubicBezTo>
                    <a:pt x="16005" y="79178"/>
                    <a:pt x="15657" y="79029"/>
                    <a:pt x="15333" y="78805"/>
                  </a:cubicBezTo>
                  <a:cubicBezTo>
                    <a:pt x="15308" y="78805"/>
                    <a:pt x="15308" y="78780"/>
                    <a:pt x="15283" y="78780"/>
                  </a:cubicBezTo>
                  <a:cubicBezTo>
                    <a:pt x="14561" y="78307"/>
                    <a:pt x="13889" y="77785"/>
                    <a:pt x="13292" y="77162"/>
                  </a:cubicBezTo>
                  <a:close/>
                  <a:moveTo>
                    <a:pt x="3236" y="62327"/>
                  </a:moveTo>
                  <a:lnTo>
                    <a:pt x="3236" y="62377"/>
                  </a:lnTo>
                  <a:lnTo>
                    <a:pt x="3236" y="62477"/>
                  </a:lnTo>
                  <a:lnTo>
                    <a:pt x="3236" y="62551"/>
                  </a:lnTo>
                  <a:cubicBezTo>
                    <a:pt x="3186" y="62750"/>
                    <a:pt x="3087" y="62999"/>
                    <a:pt x="3012" y="63223"/>
                  </a:cubicBezTo>
                  <a:cubicBezTo>
                    <a:pt x="2141" y="65986"/>
                    <a:pt x="1494" y="68799"/>
                    <a:pt x="1021" y="71537"/>
                  </a:cubicBezTo>
                  <a:cubicBezTo>
                    <a:pt x="622" y="73902"/>
                    <a:pt x="473" y="76142"/>
                    <a:pt x="398" y="78108"/>
                  </a:cubicBezTo>
                  <a:cubicBezTo>
                    <a:pt x="349" y="78357"/>
                    <a:pt x="324" y="78556"/>
                    <a:pt x="324" y="78805"/>
                  </a:cubicBezTo>
                  <a:lnTo>
                    <a:pt x="324" y="78880"/>
                  </a:lnTo>
                  <a:cubicBezTo>
                    <a:pt x="324" y="79054"/>
                    <a:pt x="299" y="79253"/>
                    <a:pt x="299" y="79403"/>
                  </a:cubicBezTo>
                  <a:lnTo>
                    <a:pt x="299" y="79129"/>
                  </a:lnTo>
                  <a:cubicBezTo>
                    <a:pt x="299" y="78432"/>
                    <a:pt x="324" y="77735"/>
                    <a:pt x="349" y="76988"/>
                  </a:cubicBezTo>
                  <a:lnTo>
                    <a:pt x="349" y="76913"/>
                  </a:lnTo>
                  <a:cubicBezTo>
                    <a:pt x="423" y="76017"/>
                    <a:pt x="498" y="74947"/>
                    <a:pt x="598" y="73951"/>
                  </a:cubicBezTo>
                  <a:cubicBezTo>
                    <a:pt x="697" y="73180"/>
                    <a:pt x="797" y="72383"/>
                    <a:pt x="946" y="71537"/>
                  </a:cubicBezTo>
                  <a:lnTo>
                    <a:pt x="946" y="71512"/>
                  </a:lnTo>
                  <a:cubicBezTo>
                    <a:pt x="996" y="71213"/>
                    <a:pt x="1070" y="70890"/>
                    <a:pt x="1120" y="70541"/>
                  </a:cubicBezTo>
                  <a:cubicBezTo>
                    <a:pt x="1195" y="70143"/>
                    <a:pt x="1295" y="69770"/>
                    <a:pt x="1344" y="69347"/>
                  </a:cubicBezTo>
                  <a:cubicBezTo>
                    <a:pt x="1743" y="67330"/>
                    <a:pt x="2315" y="65289"/>
                    <a:pt x="2937" y="63223"/>
                  </a:cubicBezTo>
                  <a:lnTo>
                    <a:pt x="2937" y="63198"/>
                  </a:lnTo>
                  <a:cubicBezTo>
                    <a:pt x="3012" y="62925"/>
                    <a:pt x="3112" y="62626"/>
                    <a:pt x="3236" y="62327"/>
                  </a:cubicBezTo>
                  <a:close/>
                  <a:moveTo>
                    <a:pt x="26335" y="73578"/>
                  </a:moveTo>
                  <a:cubicBezTo>
                    <a:pt x="26360" y="73578"/>
                    <a:pt x="26385" y="73603"/>
                    <a:pt x="26435" y="73603"/>
                  </a:cubicBezTo>
                  <a:cubicBezTo>
                    <a:pt x="23597" y="74847"/>
                    <a:pt x="20958" y="76814"/>
                    <a:pt x="18743" y="79403"/>
                  </a:cubicBezTo>
                  <a:cubicBezTo>
                    <a:pt x="18668" y="79403"/>
                    <a:pt x="18644" y="79403"/>
                    <a:pt x="18644" y="79378"/>
                  </a:cubicBezTo>
                  <a:cubicBezTo>
                    <a:pt x="20859" y="76789"/>
                    <a:pt x="23497" y="74823"/>
                    <a:pt x="26335" y="73578"/>
                  </a:cubicBezTo>
                  <a:close/>
                  <a:moveTo>
                    <a:pt x="1967" y="70292"/>
                  </a:moveTo>
                  <a:cubicBezTo>
                    <a:pt x="1967" y="70392"/>
                    <a:pt x="1967" y="70467"/>
                    <a:pt x="1942" y="70591"/>
                  </a:cubicBezTo>
                  <a:cubicBezTo>
                    <a:pt x="1120" y="73653"/>
                    <a:pt x="672" y="76615"/>
                    <a:pt x="498" y="79427"/>
                  </a:cubicBezTo>
                  <a:lnTo>
                    <a:pt x="498" y="79427"/>
                  </a:lnTo>
                  <a:cubicBezTo>
                    <a:pt x="498" y="79004"/>
                    <a:pt x="498" y="78531"/>
                    <a:pt x="548" y="78058"/>
                  </a:cubicBezTo>
                  <a:cubicBezTo>
                    <a:pt x="797" y="75544"/>
                    <a:pt x="1245" y="72956"/>
                    <a:pt x="1967" y="70292"/>
                  </a:cubicBezTo>
                  <a:close/>
                  <a:moveTo>
                    <a:pt x="16503" y="79403"/>
                  </a:moveTo>
                  <a:cubicBezTo>
                    <a:pt x="16553" y="79403"/>
                    <a:pt x="16603" y="79403"/>
                    <a:pt x="16603" y="79427"/>
                  </a:cubicBezTo>
                  <a:cubicBezTo>
                    <a:pt x="16603" y="79477"/>
                    <a:pt x="16553" y="79502"/>
                    <a:pt x="16553" y="79502"/>
                  </a:cubicBezTo>
                  <a:cubicBezTo>
                    <a:pt x="16528" y="79502"/>
                    <a:pt x="16528" y="79477"/>
                    <a:pt x="16503" y="79477"/>
                  </a:cubicBezTo>
                  <a:lnTo>
                    <a:pt x="16503" y="79427"/>
                  </a:lnTo>
                  <a:lnTo>
                    <a:pt x="16503" y="79403"/>
                  </a:lnTo>
                  <a:close/>
                  <a:moveTo>
                    <a:pt x="17001" y="78880"/>
                  </a:moveTo>
                  <a:cubicBezTo>
                    <a:pt x="17424" y="79104"/>
                    <a:pt x="17872" y="79278"/>
                    <a:pt x="18345" y="79477"/>
                  </a:cubicBezTo>
                  <a:cubicBezTo>
                    <a:pt x="18345" y="79502"/>
                    <a:pt x="18295" y="79502"/>
                    <a:pt x="18295" y="79527"/>
                  </a:cubicBezTo>
                  <a:cubicBezTo>
                    <a:pt x="17847" y="79353"/>
                    <a:pt x="17399" y="79129"/>
                    <a:pt x="16976" y="78930"/>
                  </a:cubicBezTo>
                  <a:cubicBezTo>
                    <a:pt x="16976" y="78905"/>
                    <a:pt x="17001" y="78880"/>
                    <a:pt x="17001" y="78880"/>
                  </a:cubicBezTo>
                  <a:close/>
                  <a:moveTo>
                    <a:pt x="38930" y="73379"/>
                  </a:moveTo>
                  <a:cubicBezTo>
                    <a:pt x="39005" y="73404"/>
                    <a:pt x="39079" y="73429"/>
                    <a:pt x="39154" y="73454"/>
                  </a:cubicBezTo>
                  <a:cubicBezTo>
                    <a:pt x="39179" y="73503"/>
                    <a:pt x="39253" y="73503"/>
                    <a:pt x="39278" y="73528"/>
                  </a:cubicBezTo>
                  <a:cubicBezTo>
                    <a:pt x="39403" y="73578"/>
                    <a:pt x="39502" y="73653"/>
                    <a:pt x="39577" y="73678"/>
                  </a:cubicBezTo>
                  <a:cubicBezTo>
                    <a:pt x="39701" y="73752"/>
                    <a:pt x="39826" y="73827"/>
                    <a:pt x="39950" y="73902"/>
                  </a:cubicBezTo>
                  <a:cubicBezTo>
                    <a:pt x="40050" y="73951"/>
                    <a:pt x="40125" y="74001"/>
                    <a:pt x="40174" y="74051"/>
                  </a:cubicBezTo>
                  <a:cubicBezTo>
                    <a:pt x="40199" y="74051"/>
                    <a:pt x="40224" y="74076"/>
                    <a:pt x="40224" y="74076"/>
                  </a:cubicBezTo>
                  <a:cubicBezTo>
                    <a:pt x="40349" y="74151"/>
                    <a:pt x="40448" y="74225"/>
                    <a:pt x="40548" y="74300"/>
                  </a:cubicBezTo>
                  <a:cubicBezTo>
                    <a:pt x="39926" y="75470"/>
                    <a:pt x="39328" y="76665"/>
                    <a:pt x="38805" y="77809"/>
                  </a:cubicBezTo>
                  <a:cubicBezTo>
                    <a:pt x="37138" y="78506"/>
                    <a:pt x="35470" y="79104"/>
                    <a:pt x="33852" y="79552"/>
                  </a:cubicBezTo>
                  <a:cubicBezTo>
                    <a:pt x="34947" y="76789"/>
                    <a:pt x="36540" y="74698"/>
                    <a:pt x="38532" y="73503"/>
                  </a:cubicBezTo>
                  <a:cubicBezTo>
                    <a:pt x="38656" y="73454"/>
                    <a:pt x="38805" y="73429"/>
                    <a:pt x="38930" y="73379"/>
                  </a:cubicBezTo>
                  <a:close/>
                  <a:moveTo>
                    <a:pt x="18519" y="79527"/>
                  </a:moveTo>
                  <a:cubicBezTo>
                    <a:pt x="18544" y="79527"/>
                    <a:pt x="18544" y="79552"/>
                    <a:pt x="18569" y="79552"/>
                  </a:cubicBezTo>
                  <a:lnTo>
                    <a:pt x="18519" y="79627"/>
                  </a:lnTo>
                  <a:cubicBezTo>
                    <a:pt x="18494" y="79627"/>
                    <a:pt x="18494" y="79602"/>
                    <a:pt x="18469" y="79602"/>
                  </a:cubicBezTo>
                  <a:lnTo>
                    <a:pt x="18519" y="79527"/>
                  </a:lnTo>
                  <a:close/>
                  <a:moveTo>
                    <a:pt x="37934" y="73653"/>
                  </a:moveTo>
                  <a:cubicBezTo>
                    <a:pt x="36142" y="74947"/>
                    <a:pt x="34649" y="76988"/>
                    <a:pt x="33653" y="79627"/>
                  </a:cubicBezTo>
                  <a:cubicBezTo>
                    <a:pt x="33603" y="79627"/>
                    <a:pt x="33578" y="79651"/>
                    <a:pt x="33553" y="79651"/>
                  </a:cubicBezTo>
                  <a:cubicBezTo>
                    <a:pt x="34549" y="77013"/>
                    <a:pt x="35968" y="74997"/>
                    <a:pt x="37760" y="73678"/>
                  </a:cubicBezTo>
                  <a:cubicBezTo>
                    <a:pt x="37810" y="73678"/>
                    <a:pt x="37884" y="73653"/>
                    <a:pt x="37934" y="73653"/>
                  </a:cubicBezTo>
                  <a:close/>
                  <a:moveTo>
                    <a:pt x="16876" y="79104"/>
                  </a:moveTo>
                  <a:cubicBezTo>
                    <a:pt x="17275" y="79278"/>
                    <a:pt x="17723" y="79477"/>
                    <a:pt x="18121" y="79651"/>
                  </a:cubicBezTo>
                  <a:cubicBezTo>
                    <a:pt x="18096" y="79726"/>
                    <a:pt x="18021" y="79751"/>
                    <a:pt x="17996" y="79801"/>
                  </a:cubicBezTo>
                  <a:cubicBezTo>
                    <a:pt x="17872" y="79776"/>
                    <a:pt x="17748" y="79726"/>
                    <a:pt x="17598" y="79651"/>
                  </a:cubicBezTo>
                  <a:cubicBezTo>
                    <a:pt x="17349" y="79552"/>
                    <a:pt x="17051" y="79427"/>
                    <a:pt x="16802" y="79303"/>
                  </a:cubicBezTo>
                  <a:cubicBezTo>
                    <a:pt x="16851" y="79253"/>
                    <a:pt x="16876" y="79154"/>
                    <a:pt x="16876" y="79104"/>
                  </a:cubicBezTo>
                  <a:close/>
                  <a:moveTo>
                    <a:pt x="38756" y="78108"/>
                  </a:moveTo>
                  <a:lnTo>
                    <a:pt x="38756" y="78133"/>
                  </a:lnTo>
                  <a:lnTo>
                    <a:pt x="38756" y="78158"/>
                  </a:lnTo>
                  <a:cubicBezTo>
                    <a:pt x="37063" y="78855"/>
                    <a:pt x="35420" y="79403"/>
                    <a:pt x="33827" y="79851"/>
                  </a:cubicBezTo>
                  <a:cubicBezTo>
                    <a:pt x="33728" y="79826"/>
                    <a:pt x="33728" y="79826"/>
                    <a:pt x="33777" y="79801"/>
                  </a:cubicBezTo>
                  <a:cubicBezTo>
                    <a:pt x="34076" y="79676"/>
                    <a:pt x="34400" y="79602"/>
                    <a:pt x="34698" y="79502"/>
                  </a:cubicBezTo>
                  <a:lnTo>
                    <a:pt x="35271" y="79303"/>
                  </a:lnTo>
                  <a:lnTo>
                    <a:pt x="35321" y="79303"/>
                  </a:lnTo>
                  <a:cubicBezTo>
                    <a:pt x="35968" y="79104"/>
                    <a:pt x="36665" y="78880"/>
                    <a:pt x="37337" y="78631"/>
                  </a:cubicBezTo>
                  <a:cubicBezTo>
                    <a:pt x="37387" y="78631"/>
                    <a:pt x="37387" y="78631"/>
                    <a:pt x="37412" y="78581"/>
                  </a:cubicBezTo>
                  <a:cubicBezTo>
                    <a:pt x="37461" y="78556"/>
                    <a:pt x="37511" y="78556"/>
                    <a:pt x="37561" y="78531"/>
                  </a:cubicBezTo>
                  <a:cubicBezTo>
                    <a:pt x="37959" y="78382"/>
                    <a:pt x="38332" y="78258"/>
                    <a:pt x="38756" y="78108"/>
                  </a:cubicBezTo>
                  <a:close/>
                  <a:moveTo>
                    <a:pt x="72458" y="64095"/>
                  </a:moveTo>
                  <a:cubicBezTo>
                    <a:pt x="74624" y="66235"/>
                    <a:pt x="77038" y="68426"/>
                    <a:pt x="79602" y="70467"/>
                  </a:cubicBezTo>
                  <a:cubicBezTo>
                    <a:pt x="76814" y="73902"/>
                    <a:pt x="73454" y="77137"/>
                    <a:pt x="69670" y="79875"/>
                  </a:cubicBezTo>
                  <a:cubicBezTo>
                    <a:pt x="69546" y="79726"/>
                    <a:pt x="69421" y="79527"/>
                    <a:pt x="69297" y="79378"/>
                  </a:cubicBezTo>
                  <a:cubicBezTo>
                    <a:pt x="68874" y="78755"/>
                    <a:pt x="68401" y="78158"/>
                    <a:pt x="67928" y="77561"/>
                  </a:cubicBezTo>
                  <a:cubicBezTo>
                    <a:pt x="67779" y="77386"/>
                    <a:pt x="67654" y="77187"/>
                    <a:pt x="67505" y="77013"/>
                  </a:cubicBezTo>
                  <a:cubicBezTo>
                    <a:pt x="66883" y="76216"/>
                    <a:pt x="66260" y="75445"/>
                    <a:pt x="65638" y="74698"/>
                  </a:cubicBezTo>
                  <a:cubicBezTo>
                    <a:pt x="65638" y="74673"/>
                    <a:pt x="65588" y="74673"/>
                    <a:pt x="65588" y="74648"/>
                  </a:cubicBezTo>
                  <a:cubicBezTo>
                    <a:pt x="65314" y="74300"/>
                    <a:pt x="65016" y="73976"/>
                    <a:pt x="64717" y="73653"/>
                  </a:cubicBezTo>
                  <a:cubicBezTo>
                    <a:pt x="64568" y="73454"/>
                    <a:pt x="64369" y="73279"/>
                    <a:pt x="64219" y="73080"/>
                  </a:cubicBezTo>
                  <a:cubicBezTo>
                    <a:pt x="64045" y="72906"/>
                    <a:pt x="63871" y="72707"/>
                    <a:pt x="63697" y="72533"/>
                  </a:cubicBezTo>
                  <a:cubicBezTo>
                    <a:pt x="66808" y="69844"/>
                    <a:pt x="69770" y="67007"/>
                    <a:pt x="72458" y="64095"/>
                  </a:cubicBezTo>
                  <a:close/>
                  <a:moveTo>
                    <a:pt x="18345" y="79751"/>
                  </a:moveTo>
                  <a:cubicBezTo>
                    <a:pt x="18370" y="79751"/>
                    <a:pt x="18370" y="79776"/>
                    <a:pt x="18395" y="79776"/>
                  </a:cubicBezTo>
                  <a:cubicBezTo>
                    <a:pt x="18370" y="79851"/>
                    <a:pt x="18295" y="79875"/>
                    <a:pt x="18270" y="79925"/>
                  </a:cubicBezTo>
                  <a:lnTo>
                    <a:pt x="18196" y="79925"/>
                  </a:lnTo>
                  <a:cubicBezTo>
                    <a:pt x="18245" y="79826"/>
                    <a:pt x="18295" y="79801"/>
                    <a:pt x="18345" y="79751"/>
                  </a:cubicBezTo>
                  <a:close/>
                  <a:moveTo>
                    <a:pt x="112856" y="59440"/>
                  </a:moveTo>
                  <a:cubicBezTo>
                    <a:pt x="111114" y="63871"/>
                    <a:pt x="108700" y="68550"/>
                    <a:pt x="105713" y="73155"/>
                  </a:cubicBezTo>
                  <a:cubicBezTo>
                    <a:pt x="105489" y="73503"/>
                    <a:pt x="105240" y="73877"/>
                    <a:pt x="105016" y="74200"/>
                  </a:cubicBezTo>
                  <a:cubicBezTo>
                    <a:pt x="103721" y="76167"/>
                    <a:pt x="102303" y="78108"/>
                    <a:pt x="100809" y="80025"/>
                  </a:cubicBezTo>
                  <a:cubicBezTo>
                    <a:pt x="100784" y="79403"/>
                    <a:pt x="100486" y="78631"/>
                    <a:pt x="99988" y="77735"/>
                  </a:cubicBezTo>
                  <a:cubicBezTo>
                    <a:pt x="104344" y="72209"/>
                    <a:pt x="108077" y="66559"/>
                    <a:pt x="110965" y="60958"/>
                  </a:cubicBezTo>
                  <a:cubicBezTo>
                    <a:pt x="111687" y="60485"/>
                    <a:pt x="112334" y="59988"/>
                    <a:pt x="112856" y="59440"/>
                  </a:cubicBezTo>
                  <a:close/>
                  <a:moveTo>
                    <a:pt x="16752" y="79527"/>
                  </a:moveTo>
                  <a:cubicBezTo>
                    <a:pt x="16851" y="79552"/>
                    <a:pt x="16926" y="79602"/>
                    <a:pt x="17026" y="79651"/>
                  </a:cubicBezTo>
                  <a:cubicBezTo>
                    <a:pt x="17125" y="79676"/>
                    <a:pt x="17175" y="79726"/>
                    <a:pt x="17275" y="79751"/>
                  </a:cubicBezTo>
                  <a:cubicBezTo>
                    <a:pt x="17474" y="79851"/>
                    <a:pt x="17673" y="79900"/>
                    <a:pt x="17872" y="80000"/>
                  </a:cubicBezTo>
                  <a:lnTo>
                    <a:pt x="17872" y="80025"/>
                  </a:lnTo>
                  <a:lnTo>
                    <a:pt x="17872" y="80050"/>
                  </a:lnTo>
                  <a:lnTo>
                    <a:pt x="16752" y="79602"/>
                  </a:lnTo>
                  <a:lnTo>
                    <a:pt x="16752" y="79552"/>
                  </a:lnTo>
                  <a:lnTo>
                    <a:pt x="16752" y="79527"/>
                  </a:lnTo>
                  <a:close/>
                  <a:moveTo>
                    <a:pt x="79751" y="70591"/>
                  </a:moveTo>
                  <a:cubicBezTo>
                    <a:pt x="79776" y="70591"/>
                    <a:pt x="79776" y="70641"/>
                    <a:pt x="79826" y="70641"/>
                  </a:cubicBezTo>
                  <a:cubicBezTo>
                    <a:pt x="77038" y="74076"/>
                    <a:pt x="73653" y="77337"/>
                    <a:pt x="69870" y="80050"/>
                  </a:cubicBezTo>
                  <a:cubicBezTo>
                    <a:pt x="69870" y="80025"/>
                    <a:pt x="69820" y="80025"/>
                    <a:pt x="69820" y="80000"/>
                  </a:cubicBezTo>
                  <a:cubicBezTo>
                    <a:pt x="73603" y="77287"/>
                    <a:pt x="76988" y="74051"/>
                    <a:pt x="79751" y="70591"/>
                  </a:cubicBezTo>
                  <a:close/>
                  <a:moveTo>
                    <a:pt x="63572" y="72707"/>
                  </a:moveTo>
                  <a:cubicBezTo>
                    <a:pt x="63721" y="72906"/>
                    <a:pt x="63896" y="73055"/>
                    <a:pt x="64070" y="73254"/>
                  </a:cubicBezTo>
                  <a:cubicBezTo>
                    <a:pt x="64219" y="73404"/>
                    <a:pt x="64393" y="73578"/>
                    <a:pt x="64543" y="73777"/>
                  </a:cubicBezTo>
                  <a:cubicBezTo>
                    <a:pt x="66260" y="75694"/>
                    <a:pt x="67953" y="77859"/>
                    <a:pt x="69571" y="80050"/>
                  </a:cubicBezTo>
                  <a:cubicBezTo>
                    <a:pt x="69571" y="80050"/>
                    <a:pt x="69546" y="80050"/>
                    <a:pt x="69546" y="80099"/>
                  </a:cubicBezTo>
                  <a:cubicBezTo>
                    <a:pt x="68177" y="78233"/>
                    <a:pt x="66808" y="76490"/>
                    <a:pt x="65439" y="74872"/>
                  </a:cubicBezTo>
                  <a:lnTo>
                    <a:pt x="65339" y="74773"/>
                  </a:lnTo>
                  <a:cubicBezTo>
                    <a:pt x="65090" y="74449"/>
                    <a:pt x="64817" y="74175"/>
                    <a:pt x="64568" y="73902"/>
                  </a:cubicBezTo>
                  <a:cubicBezTo>
                    <a:pt x="64369" y="73678"/>
                    <a:pt x="64194" y="73454"/>
                    <a:pt x="63970" y="73254"/>
                  </a:cubicBezTo>
                  <a:cubicBezTo>
                    <a:pt x="63821" y="73055"/>
                    <a:pt x="63672" y="72906"/>
                    <a:pt x="63522" y="72757"/>
                  </a:cubicBezTo>
                  <a:cubicBezTo>
                    <a:pt x="63547" y="72757"/>
                    <a:pt x="63547" y="72707"/>
                    <a:pt x="63572" y="72707"/>
                  </a:cubicBezTo>
                  <a:close/>
                  <a:moveTo>
                    <a:pt x="18295" y="80174"/>
                  </a:moveTo>
                  <a:cubicBezTo>
                    <a:pt x="18367" y="80174"/>
                    <a:pt x="18393" y="80174"/>
                    <a:pt x="18417" y="80219"/>
                  </a:cubicBezTo>
                  <a:lnTo>
                    <a:pt x="18417" y="80219"/>
                  </a:lnTo>
                  <a:cubicBezTo>
                    <a:pt x="18376" y="80204"/>
                    <a:pt x="18336" y="80189"/>
                    <a:pt x="18295" y="80174"/>
                  </a:cubicBezTo>
                  <a:close/>
                  <a:moveTo>
                    <a:pt x="99888" y="77859"/>
                  </a:moveTo>
                  <a:cubicBezTo>
                    <a:pt x="100411" y="78805"/>
                    <a:pt x="100685" y="79627"/>
                    <a:pt x="100660" y="80249"/>
                  </a:cubicBezTo>
                  <a:cubicBezTo>
                    <a:pt x="100616" y="80271"/>
                    <a:pt x="100572" y="80293"/>
                    <a:pt x="100562" y="80332"/>
                  </a:cubicBezTo>
                  <a:lnTo>
                    <a:pt x="100562" y="80332"/>
                  </a:lnTo>
                  <a:cubicBezTo>
                    <a:pt x="100630" y="79736"/>
                    <a:pt x="100356" y="78920"/>
                    <a:pt x="99814" y="77909"/>
                  </a:cubicBezTo>
                  <a:lnTo>
                    <a:pt x="99888" y="77859"/>
                  </a:lnTo>
                  <a:close/>
                  <a:moveTo>
                    <a:pt x="44232" y="79527"/>
                  </a:moveTo>
                  <a:cubicBezTo>
                    <a:pt x="44257" y="79751"/>
                    <a:pt x="44281" y="79925"/>
                    <a:pt x="44356" y="80124"/>
                  </a:cubicBezTo>
                  <a:cubicBezTo>
                    <a:pt x="44381" y="80199"/>
                    <a:pt x="44381" y="80299"/>
                    <a:pt x="44406" y="80423"/>
                  </a:cubicBezTo>
                  <a:lnTo>
                    <a:pt x="44381" y="80423"/>
                  </a:lnTo>
                  <a:cubicBezTo>
                    <a:pt x="44356" y="80124"/>
                    <a:pt x="44257" y="79826"/>
                    <a:pt x="44182" y="79527"/>
                  </a:cubicBezTo>
                  <a:close/>
                  <a:moveTo>
                    <a:pt x="18594" y="79826"/>
                  </a:moveTo>
                  <a:cubicBezTo>
                    <a:pt x="19117" y="80050"/>
                    <a:pt x="19639" y="80274"/>
                    <a:pt x="20212" y="80448"/>
                  </a:cubicBezTo>
                  <a:lnTo>
                    <a:pt x="19739" y="80373"/>
                  </a:lnTo>
                  <a:lnTo>
                    <a:pt x="19092" y="80174"/>
                  </a:lnTo>
                  <a:cubicBezTo>
                    <a:pt x="18868" y="80124"/>
                    <a:pt x="18668" y="80050"/>
                    <a:pt x="18494" y="80000"/>
                  </a:cubicBezTo>
                  <a:cubicBezTo>
                    <a:pt x="18494" y="79925"/>
                    <a:pt x="18519" y="79900"/>
                    <a:pt x="18594" y="79826"/>
                  </a:cubicBezTo>
                  <a:close/>
                  <a:moveTo>
                    <a:pt x="108127" y="69595"/>
                  </a:moveTo>
                  <a:lnTo>
                    <a:pt x="108127" y="69595"/>
                  </a:lnTo>
                  <a:cubicBezTo>
                    <a:pt x="107878" y="70093"/>
                    <a:pt x="107580" y="70591"/>
                    <a:pt x="107256" y="71089"/>
                  </a:cubicBezTo>
                  <a:cubicBezTo>
                    <a:pt x="106708" y="72035"/>
                    <a:pt x="106111" y="72931"/>
                    <a:pt x="105514" y="73877"/>
                  </a:cubicBezTo>
                  <a:cubicBezTo>
                    <a:pt x="105489" y="73926"/>
                    <a:pt x="105464" y="74001"/>
                    <a:pt x="105389" y="74051"/>
                  </a:cubicBezTo>
                  <a:cubicBezTo>
                    <a:pt x="104966" y="74698"/>
                    <a:pt x="104493" y="75395"/>
                    <a:pt x="104045" y="76042"/>
                  </a:cubicBezTo>
                  <a:cubicBezTo>
                    <a:pt x="103995" y="76117"/>
                    <a:pt x="103945" y="76192"/>
                    <a:pt x="103896" y="76266"/>
                  </a:cubicBezTo>
                  <a:cubicBezTo>
                    <a:pt x="103846" y="76366"/>
                    <a:pt x="103771" y="76416"/>
                    <a:pt x="103746" y="76515"/>
                  </a:cubicBezTo>
                  <a:lnTo>
                    <a:pt x="103000" y="77536"/>
                  </a:lnTo>
                  <a:cubicBezTo>
                    <a:pt x="102800" y="77785"/>
                    <a:pt x="102651" y="78034"/>
                    <a:pt x="102477" y="78258"/>
                  </a:cubicBezTo>
                  <a:cubicBezTo>
                    <a:pt x="102402" y="78307"/>
                    <a:pt x="102377" y="78382"/>
                    <a:pt x="102303" y="78482"/>
                  </a:cubicBezTo>
                  <a:cubicBezTo>
                    <a:pt x="102104" y="78755"/>
                    <a:pt x="101904" y="79004"/>
                    <a:pt x="101680" y="79278"/>
                  </a:cubicBezTo>
                  <a:cubicBezTo>
                    <a:pt x="101382" y="79676"/>
                    <a:pt x="101108" y="80099"/>
                    <a:pt x="100784" y="80473"/>
                  </a:cubicBezTo>
                  <a:lnTo>
                    <a:pt x="100784" y="80423"/>
                  </a:lnTo>
                  <a:lnTo>
                    <a:pt x="100784" y="80373"/>
                  </a:lnTo>
                  <a:cubicBezTo>
                    <a:pt x="100909" y="80224"/>
                    <a:pt x="101058" y="80025"/>
                    <a:pt x="101183" y="79851"/>
                  </a:cubicBezTo>
                  <a:cubicBezTo>
                    <a:pt x="102104" y="78681"/>
                    <a:pt x="103099" y="77386"/>
                    <a:pt x="103796" y="76316"/>
                  </a:cubicBezTo>
                  <a:cubicBezTo>
                    <a:pt x="104294" y="75619"/>
                    <a:pt x="104792" y="74823"/>
                    <a:pt x="105339" y="74026"/>
                  </a:cubicBezTo>
                  <a:cubicBezTo>
                    <a:pt x="105364" y="74001"/>
                    <a:pt x="105389" y="73951"/>
                    <a:pt x="105389" y="73902"/>
                  </a:cubicBezTo>
                  <a:cubicBezTo>
                    <a:pt x="106360" y="72408"/>
                    <a:pt x="107331" y="70890"/>
                    <a:pt x="108127" y="69595"/>
                  </a:cubicBezTo>
                  <a:close/>
                  <a:moveTo>
                    <a:pt x="94686" y="71811"/>
                  </a:moveTo>
                  <a:cubicBezTo>
                    <a:pt x="96503" y="73702"/>
                    <a:pt x="97922" y="75420"/>
                    <a:pt x="98893" y="76889"/>
                  </a:cubicBezTo>
                  <a:cubicBezTo>
                    <a:pt x="98196" y="77859"/>
                    <a:pt x="97499" y="78805"/>
                    <a:pt x="96752" y="79776"/>
                  </a:cubicBezTo>
                  <a:cubicBezTo>
                    <a:pt x="96702" y="79801"/>
                    <a:pt x="96702" y="79826"/>
                    <a:pt x="96677" y="79875"/>
                  </a:cubicBezTo>
                  <a:cubicBezTo>
                    <a:pt x="96503" y="80099"/>
                    <a:pt x="96304" y="80348"/>
                    <a:pt x="96155" y="80547"/>
                  </a:cubicBezTo>
                  <a:cubicBezTo>
                    <a:pt x="94412" y="79826"/>
                    <a:pt x="92272" y="78730"/>
                    <a:pt x="89957" y="77337"/>
                  </a:cubicBezTo>
                  <a:cubicBezTo>
                    <a:pt x="90355" y="76913"/>
                    <a:pt x="90778" y="76440"/>
                    <a:pt x="91151" y="76017"/>
                  </a:cubicBezTo>
                  <a:cubicBezTo>
                    <a:pt x="91226" y="75918"/>
                    <a:pt x="91326" y="75793"/>
                    <a:pt x="91425" y="75694"/>
                  </a:cubicBezTo>
                  <a:cubicBezTo>
                    <a:pt x="92072" y="74922"/>
                    <a:pt x="92720" y="74175"/>
                    <a:pt x="93392" y="73404"/>
                  </a:cubicBezTo>
                  <a:cubicBezTo>
                    <a:pt x="93441" y="73329"/>
                    <a:pt x="93466" y="73279"/>
                    <a:pt x="93541" y="73205"/>
                  </a:cubicBezTo>
                  <a:cubicBezTo>
                    <a:pt x="93914" y="72732"/>
                    <a:pt x="94313" y="72284"/>
                    <a:pt x="94686" y="71811"/>
                  </a:cubicBezTo>
                  <a:close/>
                  <a:moveTo>
                    <a:pt x="99042" y="77038"/>
                  </a:moveTo>
                  <a:lnTo>
                    <a:pt x="99067" y="77063"/>
                  </a:lnTo>
                  <a:cubicBezTo>
                    <a:pt x="98245" y="78258"/>
                    <a:pt x="97374" y="79427"/>
                    <a:pt x="96428" y="80597"/>
                  </a:cubicBezTo>
                  <a:lnTo>
                    <a:pt x="96379" y="80597"/>
                  </a:lnTo>
                  <a:cubicBezTo>
                    <a:pt x="97300" y="79403"/>
                    <a:pt x="98196" y="78233"/>
                    <a:pt x="99042" y="77038"/>
                  </a:cubicBezTo>
                  <a:close/>
                  <a:moveTo>
                    <a:pt x="79950" y="70765"/>
                  </a:moveTo>
                  <a:cubicBezTo>
                    <a:pt x="80025" y="70840"/>
                    <a:pt x="80150" y="70915"/>
                    <a:pt x="80249" y="71014"/>
                  </a:cubicBezTo>
                  <a:cubicBezTo>
                    <a:pt x="77138" y="74325"/>
                    <a:pt x="73777" y="77561"/>
                    <a:pt x="70243" y="80622"/>
                  </a:cubicBezTo>
                  <a:lnTo>
                    <a:pt x="69944" y="80249"/>
                  </a:lnTo>
                  <a:cubicBezTo>
                    <a:pt x="73777" y="77511"/>
                    <a:pt x="77163" y="74225"/>
                    <a:pt x="79950" y="70765"/>
                  </a:cubicBezTo>
                  <a:close/>
                  <a:moveTo>
                    <a:pt x="44406" y="80622"/>
                  </a:moveTo>
                  <a:cubicBezTo>
                    <a:pt x="44406" y="80640"/>
                    <a:pt x="44406" y="80659"/>
                    <a:pt x="44407" y="80677"/>
                  </a:cubicBezTo>
                  <a:lnTo>
                    <a:pt x="44407" y="80677"/>
                  </a:lnTo>
                  <a:cubicBezTo>
                    <a:pt x="44399" y="80659"/>
                    <a:pt x="44390" y="80640"/>
                    <a:pt x="44381" y="80622"/>
                  </a:cubicBezTo>
                  <a:close/>
                  <a:moveTo>
                    <a:pt x="89832" y="77486"/>
                  </a:moveTo>
                  <a:cubicBezTo>
                    <a:pt x="92147" y="78880"/>
                    <a:pt x="94263" y="79975"/>
                    <a:pt x="96030" y="80647"/>
                  </a:cubicBezTo>
                  <a:cubicBezTo>
                    <a:pt x="96030" y="80672"/>
                    <a:pt x="96005" y="80672"/>
                    <a:pt x="96005" y="80722"/>
                  </a:cubicBezTo>
                  <a:cubicBezTo>
                    <a:pt x="94213" y="80025"/>
                    <a:pt x="92097" y="78905"/>
                    <a:pt x="89807" y="77536"/>
                  </a:cubicBezTo>
                  <a:cubicBezTo>
                    <a:pt x="89807" y="77511"/>
                    <a:pt x="89832" y="77511"/>
                    <a:pt x="89832" y="77486"/>
                  </a:cubicBezTo>
                  <a:close/>
                  <a:moveTo>
                    <a:pt x="18743" y="79627"/>
                  </a:moveTo>
                  <a:cubicBezTo>
                    <a:pt x="19764" y="80050"/>
                    <a:pt x="20834" y="80423"/>
                    <a:pt x="21879" y="80747"/>
                  </a:cubicBezTo>
                  <a:cubicBezTo>
                    <a:pt x="21780" y="80747"/>
                    <a:pt x="21655" y="80747"/>
                    <a:pt x="21531" y="80722"/>
                  </a:cubicBezTo>
                  <a:cubicBezTo>
                    <a:pt x="20585" y="80398"/>
                    <a:pt x="19614" y="80050"/>
                    <a:pt x="18668" y="79676"/>
                  </a:cubicBezTo>
                  <a:lnTo>
                    <a:pt x="18743" y="79627"/>
                  </a:lnTo>
                  <a:close/>
                  <a:moveTo>
                    <a:pt x="37337" y="73777"/>
                  </a:moveTo>
                  <a:lnTo>
                    <a:pt x="37337" y="73777"/>
                  </a:lnTo>
                  <a:cubicBezTo>
                    <a:pt x="35669" y="75146"/>
                    <a:pt x="34300" y="77137"/>
                    <a:pt x="33329" y="79726"/>
                  </a:cubicBezTo>
                  <a:cubicBezTo>
                    <a:pt x="32608" y="79900"/>
                    <a:pt x="31911" y="80099"/>
                    <a:pt x="31214" y="80249"/>
                  </a:cubicBezTo>
                  <a:cubicBezTo>
                    <a:pt x="30666" y="80373"/>
                    <a:pt x="30094" y="80448"/>
                    <a:pt x="29546" y="80547"/>
                  </a:cubicBezTo>
                  <a:cubicBezTo>
                    <a:pt x="29347" y="80597"/>
                    <a:pt x="29197" y="80622"/>
                    <a:pt x="28998" y="80647"/>
                  </a:cubicBezTo>
                  <a:cubicBezTo>
                    <a:pt x="28924" y="80647"/>
                    <a:pt x="28824" y="80672"/>
                    <a:pt x="28749" y="80672"/>
                  </a:cubicBezTo>
                  <a:cubicBezTo>
                    <a:pt x="28550" y="80722"/>
                    <a:pt x="28351" y="80722"/>
                    <a:pt x="28152" y="80747"/>
                  </a:cubicBezTo>
                  <a:cubicBezTo>
                    <a:pt x="28924" y="78656"/>
                    <a:pt x="29845" y="76565"/>
                    <a:pt x="30940" y="74499"/>
                  </a:cubicBezTo>
                  <a:cubicBezTo>
                    <a:pt x="31189" y="74499"/>
                    <a:pt x="31413" y="74524"/>
                    <a:pt x="31662" y="74524"/>
                  </a:cubicBezTo>
                  <a:cubicBezTo>
                    <a:pt x="33429" y="74524"/>
                    <a:pt x="35346" y="74275"/>
                    <a:pt x="37337" y="73777"/>
                  </a:cubicBezTo>
                  <a:close/>
                  <a:moveTo>
                    <a:pt x="99191" y="77262"/>
                  </a:moveTo>
                  <a:cubicBezTo>
                    <a:pt x="99291" y="77411"/>
                    <a:pt x="99365" y="77536"/>
                    <a:pt x="99440" y="77660"/>
                  </a:cubicBezTo>
                  <a:cubicBezTo>
                    <a:pt x="98619" y="78730"/>
                    <a:pt x="97772" y="79751"/>
                    <a:pt x="96901" y="80747"/>
                  </a:cubicBezTo>
                  <a:cubicBezTo>
                    <a:pt x="96802" y="80722"/>
                    <a:pt x="96752" y="80672"/>
                    <a:pt x="96652" y="80647"/>
                  </a:cubicBezTo>
                  <a:cubicBezTo>
                    <a:pt x="97524" y="79527"/>
                    <a:pt x="98395" y="78407"/>
                    <a:pt x="99191" y="77262"/>
                  </a:cubicBezTo>
                  <a:close/>
                  <a:moveTo>
                    <a:pt x="30716" y="74499"/>
                  </a:moveTo>
                  <a:cubicBezTo>
                    <a:pt x="29621" y="76615"/>
                    <a:pt x="28700" y="78681"/>
                    <a:pt x="27878" y="80772"/>
                  </a:cubicBezTo>
                  <a:lnTo>
                    <a:pt x="27828" y="80772"/>
                  </a:lnTo>
                  <a:cubicBezTo>
                    <a:pt x="28625" y="78681"/>
                    <a:pt x="29596" y="76615"/>
                    <a:pt x="30666" y="74499"/>
                  </a:cubicBezTo>
                  <a:close/>
                  <a:moveTo>
                    <a:pt x="69770" y="80323"/>
                  </a:moveTo>
                  <a:cubicBezTo>
                    <a:pt x="69870" y="80448"/>
                    <a:pt x="69944" y="80572"/>
                    <a:pt x="70044" y="80747"/>
                  </a:cubicBezTo>
                  <a:cubicBezTo>
                    <a:pt x="70044" y="80747"/>
                    <a:pt x="70044" y="80772"/>
                    <a:pt x="70019" y="80772"/>
                  </a:cubicBezTo>
                  <a:cubicBezTo>
                    <a:pt x="69919" y="80647"/>
                    <a:pt x="69820" y="80498"/>
                    <a:pt x="69745" y="80373"/>
                  </a:cubicBezTo>
                  <a:lnTo>
                    <a:pt x="69770" y="80323"/>
                  </a:lnTo>
                  <a:close/>
                  <a:moveTo>
                    <a:pt x="80398" y="71139"/>
                  </a:moveTo>
                  <a:cubicBezTo>
                    <a:pt x="80448" y="71139"/>
                    <a:pt x="80448" y="71164"/>
                    <a:pt x="80473" y="71164"/>
                  </a:cubicBezTo>
                  <a:cubicBezTo>
                    <a:pt x="77337" y="74524"/>
                    <a:pt x="73977" y="77760"/>
                    <a:pt x="70392" y="80796"/>
                  </a:cubicBezTo>
                  <a:cubicBezTo>
                    <a:pt x="70392" y="80772"/>
                    <a:pt x="70367" y="80772"/>
                    <a:pt x="70367" y="80747"/>
                  </a:cubicBezTo>
                  <a:cubicBezTo>
                    <a:pt x="73902" y="77735"/>
                    <a:pt x="77262" y="74499"/>
                    <a:pt x="80398" y="71139"/>
                  </a:cubicBezTo>
                  <a:close/>
                  <a:moveTo>
                    <a:pt x="99540" y="77859"/>
                  </a:moveTo>
                  <a:cubicBezTo>
                    <a:pt x="99540" y="77884"/>
                    <a:pt x="99565" y="77884"/>
                    <a:pt x="99565" y="77909"/>
                  </a:cubicBezTo>
                  <a:cubicBezTo>
                    <a:pt x="98768" y="78880"/>
                    <a:pt x="97947" y="79875"/>
                    <a:pt x="97150" y="80846"/>
                  </a:cubicBezTo>
                  <a:cubicBezTo>
                    <a:pt x="97100" y="80846"/>
                    <a:pt x="97100" y="80846"/>
                    <a:pt x="97076" y="80796"/>
                  </a:cubicBezTo>
                  <a:cubicBezTo>
                    <a:pt x="97922" y="79801"/>
                    <a:pt x="98743" y="78855"/>
                    <a:pt x="99540" y="77859"/>
                  </a:cubicBezTo>
                  <a:close/>
                  <a:moveTo>
                    <a:pt x="26634" y="73752"/>
                  </a:moveTo>
                  <a:cubicBezTo>
                    <a:pt x="27804" y="74151"/>
                    <a:pt x="29073" y="74399"/>
                    <a:pt x="30467" y="74499"/>
                  </a:cubicBezTo>
                  <a:cubicBezTo>
                    <a:pt x="29372" y="76615"/>
                    <a:pt x="28451" y="78730"/>
                    <a:pt x="27629" y="80796"/>
                  </a:cubicBezTo>
                  <a:cubicBezTo>
                    <a:pt x="27455" y="80846"/>
                    <a:pt x="27231" y="80871"/>
                    <a:pt x="27057" y="80871"/>
                  </a:cubicBezTo>
                  <a:cubicBezTo>
                    <a:pt x="26883" y="80871"/>
                    <a:pt x="26758" y="80896"/>
                    <a:pt x="26609" y="80896"/>
                  </a:cubicBezTo>
                  <a:cubicBezTo>
                    <a:pt x="25986" y="80921"/>
                    <a:pt x="25364" y="80971"/>
                    <a:pt x="24742" y="80971"/>
                  </a:cubicBezTo>
                  <a:lnTo>
                    <a:pt x="24642" y="80971"/>
                  </a:lnTo>
                  <a:cubicBezTo>
                    <a:pt x="24145" y="80971"/>
                    <a:pt x="23622" y="80921"/>
                    <a:pt x="23124" y="80896"/>
                  </a:cubicBezTo>
                  <a:lnTo>
                    <a:pt x="23074" y="80896"/>
                  </a:lnTo>
                  <a:cubicBezTo>
                    <a:pt x="21655" y="80523"/>
                    <a:pt x="20262" y="80050"/>
                    <a:pt x="18893" y="79502"/>
                  </a:cubicBezTo>
                  <a:cubicBezTo>
                    <a:pt x="21133" y="76913"/>
                    <a:pt x="23821" y="74947"/>
                    <a:pt x="26634" y="73752"/>
                  </a:cubicBezTo>
                  <a:close/>
                  <a:moveTo>
                    <a:pt x="70193" y="80871"/>
                  </a:moveTo>
                  <a:cubicBezTo>
                    <a:pt x="70193" y="80896"/>
                    <a:pt x="70193" y="80921"/>
                    <a:pt x="70218" y="80921"/>
                  </a:cubicBezTo>
                  <a:lnTo>
                    <a:pt x="70193" y="80971"/>
                  </a:lnTo>
                  <a:cubicBezTo>
                    <a:pt x="70193" y="80921"/>
                    <a:pt x="70168" y="80921"/>
                    <a:pt x="70168" y="80896"/>
                  </a:cubicBezTo>
                  <a:lnTo>
                    <a:pt x="70193" y="80871"/>
                  </a:lnTo>
                  <a:close/>
                  <a:moveTo>
                    <a:pt x="18454" y="80232"/>
                  </a:moveTo>
                  <a:cubicBezTo>
                    <a:pt x="18763" y="80306"/>
                    <a:pt x="19028" y="80402"/>
                    <a:pt x="19341" y="80498"/>
                  </a:cubicBezTo>
                  <a:cubicBezTo>
                    <a:pt x="19415" y="80523"/>
                    <a:pt x="19540" y="80523"/>
                    <a:pt x="19639" y="80547"/>
                  </a:cubicBezTo>
                  <a:lnTo>
                    <a:pt x="19664" y="80547"/>
                  </a:lnTo>
                  <a:cubicBezTo>
                    <a:pt x="19988" y="80622"/>
                    <a:pt x="20262" y="80722"/>
                    <a:pt x="20610" y="80772"/>
                  </a:cubicBezTo>
                  <a:cubicBezTo>
                    <a:pt x="20759" y="80796"/>
                    <a:pt x="20909" y="80821"/>
                    <a:pt x="21108" y="80821"/>
                  </a:cubicBezTo>
                  <a:cubicBezTo>
                    <a:pt x="21158" y="80821"/>
                    <a:pt x="21207" y="80871"/>
                    <a:pt x="21257" y="80871"/>
                  </a:cubicBezTo>
                  <a:cubicBezTo>
                    <a:pt x="21307" y="80871"/>
                    <a:pt x="21382" y="80871"/>
                    <a:pt x="21456" y="80896"/>
                  </a:cubicBezTo>
                  <a:cubicBezTo>
                    <a:pt x="21481" y="80896"/>
                    <a:pt x="21506" y="80896"/>
                    <a:pt x="21531" y="80921"/>
                  </a:cubicBezTo>
                  <a:cubicBezTo>
                    <a:pt x="21581" y="80921"/>
                    <a:pt x="21631" y="80971"/>
                    <a:pt x="21655" y="80971"/>
                  </a:cubicBezTo>
                  <a:lnTo>
                    <a:pt x="21705" y="80971"/>
                  </a:lnTo>
                  <a:cubicBezTo>
                    <a:pt x="21722" y="80971"/>
                    <a:pt x="21749" y="80982"/>
                    <a:pt x="21780" y="80989"/>
                  </a:cubicBezTo>
                  <a:lnTo>
                    <a:pt x="21780" y="80989"/>
                  </a:lnTo>
                  <a:cubicBezTo>
                    <a:pt x="21631" y="80970"/>
                    <a:pt x="21516" y="80966"/>
                    <a:pt x="21382" y="80921"/>
                  </a:cubicBezTo>
                  <a:cubicBezTo>
                    <a:pt x="21257" y="80896"/>
                    <a:pt x="21158" y="80896"/>
                    <a:pt x="21083" y="80871"/>
                  </a:cubicBezTo>
                  <a:cubicBezTo>
                    <a:pt x="20171" y="80754"/>
                    <a:pt x="19281" y="80527"/>
                    <a:pt x="18454" y="80232"/>
                  </a:cubicBezTo>
                  <a:close/>
                  <a:moveTo>
                    <a:pt x="27828" y="80971"/>
                  </a:moveTo>
                  <a:lnTo>
                    <a:pt x="27828" y="80996"/>
                  </a:lnTo>
                  <a:lnTo>
                    <a:pt x="27754" y="80996"/>
                  </a:lnTo>
                  <a:lnTo>
                    <a:pt x="27754" y="80971"/>
                  </a:lnTo>
                  <a:close/>
                  <a:moveTo>
                    <a:pt x="33230" y="79975"/>
                  </a:moveTo>
                  <a:lnTo>
                    <a:pt x="33230" y="80000"/>
                  </a:lnTo>
                  <a:lnTo>
                    <a:pt x="33230" y="80025"/>
                  </a:lnTo>
                  <a:cubicBezTo>
                    <a:pt x="31811" y="80398"/>
                    <a:pt x="30392" y="80722"/>
                    <a:pt x="29073" y="80896"/>
                  </a:cubicBezTo>
                  <a:cubicBezTo>
                    <a:pt x="28973" y="80896"/>
                    <a:pt x="28899" y="80921"/>
                    <a:pt x="28824" y="80921"/>
                  </a:cubicBezTo>
                  <a:cubicBezTo>
                    <a:pt x="28550" y="80921"/>
                    <a:pt x="28252" y="80971"/>
                    <a:pt x="28003" y="80996"/>
                  </a:cubicBezTo>
                  <a:cubicBezTo>
                    <a:pt x="28301" y="80921"/>
                    <a:pt x="28525" y="80896"/>
                    <a:pt x="28774" y="80871"/>
                  </a:cubicBezTo>
                  <a:cubicBezTo>
                    <a:pt x="28849" y="80871"/>
                    <a:pt x="28924" y="80846"/>
                    <a:pt x="28998" y="80846"/>
                  </a:cubicBezTo>
                  <a:cubicBezTo>
                    <a:pt x="30367" y="80647"/>
                    <a:pt x="31811" y="80348"/>
                    <a:pt x="33230" y="79975"/>
                  </a:cubicBezTo>
                  <a:close/>
                  <a:moveTo>
                    <a:pt x="96503" y="80846"/>
                  </a:moveTo>
                  <a:cubicBezTo>
                    <a:pt x="96578" y="80871"/>
                    <a:pt x="96652" y="80896"/>
                    <a:pt x="96752" y="80921"/>
                  </a:cubicBezTo>
                  <a:cubicBezTo>
                    <a:pt x="96752" y="80971"/>
                    <a:pt x="96702" y="80971"/>
                    <a:pt x="96702" y="80996"/>
                  </a:cubicBezTo>
                  <a:cubicBezTo>
                    <a:pt x="96627" y="80971"/>
                    <a:pt x="96553" y="80921"/>
                    <a:pt x="96453" y="80896"/>
                  </a:cubicBezTo>
                  <a:cubicBezTo>
                    <a:pt x="96503" y="80871"/>
                    <a:pt x="96503" y="80846"/>
                    <a:pt x="96503" y="80846"/>
                  </a:cubicBezTo>
                  <a:close/>
                  <a:moveTo>
                    <a:pt x="96951" y="80971"/>
                  </a:moveTo>
                  <a:cubicBezTo>
                    <a:pt x="96951" y="80971"/>
                    <a:pt x="97001" y="80996"/>
                    <a:pt x="97026" y="80996"/>
                  </a:cubicBezTo>
                  <a:cubicBezTo>
                    <a:pt x="97026" y="81020"/>
                    <a:pt x="97001" y="81020"/>
                    <a:pt x="97001" y="81045"/>
                  </a:cubicBezTo>
                  <a:cubicBezTo>
                    <a:pt x="96951" y="81045"/>
                    <a:pt x="96951" y="81045"/>
                    <a:pt x="96926" y="81020"/>
                  </a:cubicBezTo>
                  <a:cubicBezTo>
                    <a:pt x="96926" y="80996"/>
                    <a:pt x="96951" y="80996"/>
                    <a:pt x="96951" y="80971"/>
                  </a:cubicBezTo>
                  <a:close/>
                  <a:moveTo>
                    <a:pt x="44406" y="78656"/>
                  </a:moveTo>
                  <a:lnTo>
                    <a:pt x="44879" y="79602"/>
                  </a:lnTo>
                  <a:cubicBezTo>
                    <a:pt x="44978" y="79776"/>
                    <a:pt x="45053" y="79975"/>
                    <a:pt x="45128" y="80149"/>
                  </a:cubicBezTo>
                  <a:cubicBezTo>
                    <a:pt x="45252" y="80473"/>
                    <a:pt x="45377" y="80747"/>
                    <a:pt x="45476" y="81045"/>
                  </a:cubicBezTo>
                  <a:cubicBezTo>
                    <a:pt x="45479" y="81053"/>
                    <a:pt x="45481" y="81061"/>
                    <a:pt x="45483" y="81069"/>
                  </a:cubicBezTo>
                  <a:lnTo>
                    <a:pt x="45483" y="81069"/>
                  </a:lnTo>
                  <a:cubicBezTo>
                    <a:pt x="45385" y="80794"/>
                    <a:pt x="45279" y="80517"/>
                    <a:pt x="45153" y="80249"/>
                  </a:cubicBezTo>
                  <a:cubicBezTo>
                    <a:pt x="45128" y="80174"/>
                    <a:pt x="45103" y="80124"/>
                    <a:pt x="45053" y="80025"/>
                  </a:cubicBezTo>
                  <a:cubicBezTo>
                    <a:pt x="44879" y="79627"/>
                    <a:pt x="44680" y="79228"/>
                    <a:pt x="44481" y="78855"/>
                  </a:cubicBezTo>
                  <a:cubicBezTo>
                    <a:pt x="44431" y="78805"/>
                    <a:pt x="44431" y="78755"/>
                    <a:pt x="44406" y="78730"/>
                  </a:cubicBezTo>
                  <a:lnTo>
                    <a:pt x="44406" y="78681"/>
                  </a:lnTo>
                  <a:lnTo>
                    <a:pt x="44406" y="78656"/>
                  </a:lnTo>
                  <a:close/>
                  <a:moveTo>
                    <a:pt x="22651" y="81045"/>
                  </a:moveTo>
                  <a:cubicBezTo>
                    <a:pt x="22751" y="81045"/>
                    <a:pt x="22850" y="81095"/>
                    <a:pt x="22950" y="81095"/>
                  </a:cubicBezTo>
                  <a:lnTo>
                    <a:pt x="23024" y="81095"/>
                  </a:lnTo>
                  <a:cubicBezTo>
                    <a:pt x="23074" y="81095"/>
                    <a:pt x="23124" y="81120"/>
                    <a:pt x="23149" y="81120"/>
                  </a:cubicBezTo>
                  <a:lnTo>
                    <a:pt x="23199" y="81120"/>
                  </a:lnTo>
                  <a:cubicBezTo>
                    <a:pt x="23248" y="81145"/>
                    <a:pt x="23273" y="81145"/>
                    <a:pt x="23323" y="81145"/>
                  </a:cubicBezTo>
                  <a:lnTo>
                    <a:pt x="22975" y="81145"/>
                  </a:lnTo>
                  <a:cubicBezTo>
                    <a:pt x="22900" y="81145"/>
                    <a:pt x="22875" y="81120"/>
                    <a:pt x="22825" y="81120"/>
                  </a:cubicBezTo>
                  <a:cubicBezTo>
                    <a:pt x="22751" y="81070"/>
                    <a:pt x="22701" y="81070"/>
                    <a:pt x="22626" y="81045"/>
                  </a:cubicBezTo>
                  <a:close/>
                  <a:moveTo>
                    <a:pt x="100535" y="80672"/>
                  </a:moveTo>
                  <a:cubicBezTo>
                    <a:pt x="100535" y="80747"/>
                    <a:pt x="100510" y="80772"/>
                    <a:pt x="100486" y="80796"/>
                  </a:cubicBezTo>
                  <a:cubicBezTo>
                    <a:pt x="100386" y="80921"/>
                    <a:pt x="100286" y="81020"/>
                    <a:pt x="100237" y="81145"/>
                  </a:cubicBezTo>
                  <a:cubicBezTo>
                    <a:pt x="100187" y="81145"/>
                    <a:pt x="100187" y="81170"/>
                    <a:pt x="100162" y="81170"/>
                  </a:cubicBezTo>
                  <a:cubicBezTo>
                    <a:pt x="100286" y="81020"/>
                    <a:pt x="100411" y="80871"/>
                    <a:pt x="100535" y="80672"/>
                  </a:cubicBezTo>
                  <a:close/>
                  <a:moveTo>
                    <a:pt x="99664" y="78108"/>
                  </a:moveTo>
                  <a:cubicBezTo>
                    <a:pt x="100311" y="79303"/>
                    <a:pt x="100535" y="80224"/>
                    <a:pt x="100262" y="80722"/>
                  </a:cubicBezTo>
                  <a:cubicBezTo>
                    <a:pt x="100187" y="80772"/>
                    <a:pt x="100162" y="80821"/>
                    <a:pt x="100112" y="80896"/>
                  </a:cubicBezTo>
                  <a:cubicBezTo>
                    <a:pt x="99901" y="81083"/>
                    <a:pt x="99546" y="81176"/>
                    <a:pt x="99073" y="81176"/>
                  </a:cubicBezTo>
                  <a:cubicBezTo>
                    <a:pt x="98600" y="81176"/>
                    <a:pt x="98009" y="81083"/>
                    <a:pt x="97324" y="80896"/>
                  </a:cubicBezTo>
                  <a:lnTo>
                    <a:pt x="99664" y="78108"/>
                  </a:lnTo>
                  <a:close/>
                  <a:moveTo>
                    <a:pt x="27530" y="80996"/>
                  </a:moveTo>
                  <a:lnTo>
                    <a:pt x="27530" y="81020"/>
                  </a:lnTo>
                  <a:lnTo>
                    <a:pt x="27530" y="81045"/>
                  </a:lnTo>
                  <a:cubicBezTo>
                    <a:pt x="27380" y="81045"/>
                    <a:pt x="27256" y="81095"/>
                    <a:pt x="27107" y="81120"/>
                  </a:cubicBezTo>
                  <a:cubicBezTo>
                    <a:pt x="26957" y="81120"/>
                    <a:pt x="26783" y="81145"/>
                    <a:pt x="26659" y="81145"/>
                  </a:cubicBezTo>
                  <a:cubicBezTo>
                    <a:pt x="26011" y="81170"/>
                    <a:pt x="25389" y="81220"/>
                    <a:pt x="24767" y="81220"/>
                  </a:cubicBezTo>
                  <a:lnTo>
                    <a:pt x="24667" y="81220"/>
                  </a:lnTo>
                  <a:cubicBezTo>
                    <a:pt x="24518" y="81220"/>
                    <a:pt x="24344" y="81220"/>
                    <a:pt x="24169" y="81170"/>
                  </a:cubicBezTo>
                  <a:cubicBezTo>
                    <a:pt x="24145" y="81170"/>
                    <a:pt x="24095" y="81145"/>
                    <a:pt x="24045" y="81145"/>
                  </a:cubicBezTo>
                  <a:lnTo>
                    <a:pt x="24020" y="81145"/>
                  </a:lnTo>
                  <a:cubicBezTo>
                    <a:pt x="23995" y="81145"/>
                    <a:pt x="23970" y="81120"/>
                    <a:pt x="23921" y="81120"/>
                  </a:cubicBezTo>
                  <a:cubicBezTo>
                    <a:pt x="24169" y="81120"/>
                    <a:pt x="24418" y="81145"/>
                    <a:pt x="24717" y="81145"/>
                  </a:cubicBezTo>
                  <a:lnTo>
                    <a:pt x="24891" y="81145"/>
                  </a:lnTo>
                  <a:cubicBezTo>
                    <a:pt x="25489" y="81145"/>
                    <a:pt x="26086" y="81120"/>
                    <a:pt x="26659" y="81095"/>
                  </a:cubicBezTo>
                  <a:lnTo>
                    <a:pt x="26708" y="81095"/>
                  </a:lnTo>
                  <a:cubicBezTo>
                    <a:pt x="26783" y="81095"/>
                    <a:pt x="26858" y="81095"/>
                    <a:pt x="26957" y="81045"/>
                  </a:cubicBezTo>
                  <a:lnTo>
                    <a:pt x="27107" y="81045"/>
                  </a:lnTo>
                  <a:cubicBezTo>
                    <a:pt x="27231" y="81020"/>
                    <a:pt x="27380" y="81020"/>
                    <a:pt x="27530" y="80996"/>
                  </a:cubicBezTo>
                  <a:close/>
                  <a:moveTo>
                    <a:pt x="42738" y="76565"/>
                  </a:moveTo>
                  <a:cubicBezTo>
                    <a:pt x="42912" y="76864"/>
                    <a:pt x="43062" y="77113"/>
                    <a:pt x="43236" y="77361"/>
                  </a:cubicBezTo>
                  <a:cubicBezTo>
                    <a:pt x="43311" y="77536"/>
                    <a:pt x="43410" y="77685"/>
                    <a:pt x="43485" y="77884"/>
                  </a:cubicBezTo>
                  <a:cubicBezTo>
                    <a:pt x="42191" y="79378"/>
                    <a:pt x="40299" y="80523"/>
                    <a:pt x="37909" y="81244"/>
                  </a:cubicBezTo>
                  <a:cubicBezTo>
                    <a:pt x="37909" y="81220"/>
                    <a:pt x="37934" y="81170"/>
                    <a:pt x="37934" y="81145"/>
                  </a:cubicBezTo>
                  <a:cubicBezTo>
                    <a:pt x="37959" y="81095"/>
                    <a:pt x="37959" y="81020"/>
                    <a:pt x="38009" y="80971"/>
                  </a:cubicBezTo>
                  <a:cubicBezTo>
                    <a:pt x="38158" y="80523"/>
                    <a:pt x="38332" y="80099"/>
                    <a:pt x="38532" y="79676"/>
                  </a:cubicBezTo>
                  <a:cubicBezTo>
                    <a:pt x="38557" y="79577"/>
                    <a:pt x="38581" y="79502"/>
                    <a:pt x="38656" y="79403"/>
                  </a:cubicBezTo>
                  <a:cubicBezTo>
                    <a:pt x="38656" y="79378"/>
                    <a:pt x="38681" y="79378"/>
                    <a:pt x="38681" y="79353"/>
                  </a:cubicBezTo>
                  <a:lnTo>
                    <a:pt x="38681" y="79303"/>
                  </a:lnTo>
                  <a:cubicBezTo>
                    <a:pt x="38805" y="78930"/>
                    <a:pt x="38955" y="78556"/>
                    <a:pt x="39154" y="78183"/>
                  </a:cubicBezTo>
                  <a:cubicBezTo>
                    <a:pt x="39403" y="78108"/>
                    <a:pt x="39652" y="77984"/>
                    <a:pt x="39901" y="77884"/>
                  </a:cubicBezTo>
                  <a:cubicBezTo>
                    <a:pt x="40199" y="77760"/>
                    <a:pt x="40523" y="77610"/>
                    <a:pt x="40822" y="77486"/>
                  </a:cubicBezTo>
                  <a:cubicBezTo>
                    <a:pt x="41120" y="77361"/>
                    <a:pt x="41419" y="77237"/>
                    <a:pt x="41693" y="77063"/>
                  </a:cubicBezTo>
                  <a:cubicBezTo>
                    <a:pt x="41991" y="76938"/>
                    <a:pt x="42290" y="76789"/>
                    <a:pt x="42564" y="76640"/>
                  </a:cubicBezTo>
                  <a:cubicBezTo>
                    <a:pt x="42639" y="76615"/>
                    <a:pt x="42664" y="76565"/>
                    <a:pt x="42738" y="76565"/>
                  </a:cubicBezTo>
                  <a:close/>
                  <a:moveTo>
                    <a:pt x="38905" y="78282"/>
                  </a:moveTo>
                  <a:cubicBezTo>
                    <a:pt x="38457" y="79303"/>
                    <a:pt x="38059" y="80299"/>
                    <a:pt x="37685" y="81269"/>
                  </a:cubicBezTo>
                  <a:lnTo>
                    <a:pt x="37660" y="81269"/>
                  </a:lnTo>
                  <a:cubicBezTo>
                    <a:pt x="37959" y="80299"/>
                    <a:pt x="38382" y="79303"/>
                    <a:pt x="38830" y="78307"/>
                  </a:cubicBezTo>
                  <a:cubicBezTo>
                    <a:pt x="38880" y="78307"/>
                    <a:pt x="38880" y="78307"/>
                    <a:pt x="38905" y="78282"/>
                  </a:cubicBezTo>
                  <a:close/>
                  <a:moveTo>
                    <a:pt x="97200" y="81045"/>
                  </a:moveTo>
                  <a:cubicBezTo>
                    <a:pt x="97929" y="81267"/>
                    <a:pt x="98556" y="81378"/>
                    <a:pt x="99058" y="81378"/>
                  </a:cubicBezTo>
                  <a:cubicBezTo>
                    <a:pt x="99344" y="81378"/>
                    <a:pt x="99590" y="81342"/>
                    <a:pt x="99789" y="81269"/>
                  </a:cubicBezTo>
                  <a:lnTo>
                    <a:pt x="99789" y="81269"/>
                  </a:lnTo>
                  <a:cubicBezTo>
                    <a:pt x="99764" y="81294"/>
                    <a:pt x="99739" y="81344"/>
                    <a:pt x="99739" y="81369"/>
                  </a:cubicBezTo>
                  <a:cubicBezTo>
                    <a:pt x="99554" y="81415"/>
                    <a:pt x="99343" y="81438"/>
                    <a:pt x="99106" y="81438"/>
                  </a:cubicBezTo>
                  <a:cubicBezTo>
                    <a:pt x="98578" y="81438"/>
                    <a:pt x="97924" y="81326"/>
                    <a:pt x="97150" y="81120"/>
                  </a:cubicBezTo>
                  <a:lnTo>
                    <a:pt x="97200" y="81045"/>
                  </a:lnTo>
                  <a:close/>
                  <a:moveTo>
                    <a:pt x="43560" y="78034"/>
                  </a:moveTo>
                  <a:cubicBezTo>
                    <a:pt x="43560" y="78058"/>
                    <a:pt x="43609" y="78058"/>
                    <a:pt x="43609" y="78108"/>
                  </a:cubicBezTo>
                  <a:cubicBezTo>
                    <a:pt x="42265" y="79627"/>
                    <a:pt x="40299" y="80772"/>
                    <a:pt x="37810" y="81518"/>
                  </a:cubicBezTo>
                  <a:cubicBezTo>
                    <a:pt x="37785" y="81493"/>
                    <a:pt x="37785" y="81468"/>
                    <a:pt x="37810" y="81419"/>
                  </a:cubicBezTo>
                  <a:cubicBezTo>
                    <a:pt x="40274" y="80722"/>
                    <a:pt x="42215" y="79527"/>
                    <a:pt x="43560" y="78034"/>
                  </a:cubicBezTo>
                  <a:close/>
                  <a:moveTo>
                    <a:pt x="99988" y="81518"/>
                  </a:moveTo>
                  <a:cubicBezTo>
                    <a:pt x="99938" y="81554"/>
                    <a:pt x="99893" y="81589"/>
                    <a:pt x="99851" y="81624"/>
                  </a:cubicBezTo>
                  <a:lnTo>
                    <a:pt x="99851" y="81624"/>
                  </a:lnTo>
                  <a:cubicBezTo>
                    <a:pt x="99880" y="81589"/>
                    <a:pt x="99909" y="81554"/>
                    <a:pt x="99938" y="81518"/>
                  </a:cubicBezTo>
                  <a:close/>
                  <a:moveTo>
                    <a:pt x="27455" y="81269"/>
                  </a:moveTo>
                  <a:cubicBezTo>
                    <a:pt x="27380" y="81419"/>
                    <a:pt x="27331" y="81618"/>
                    <a:pt x="27256" y="81767"/>
                  </a:cubicBezTo>
                  <a:cubicBezTo>
                    <a:pt x="26559" y="81668"/>
                    <a:pt x="25837" y="81518"/>
                    <a:pt x="25115" y="81394"/>
                  </a:cubicBezTo>
                  <a:cubicBezTo>
                    <a:pt x="25638" y="81394"/>
                    <a:pt x="26136" y="81369"/>
                    <a:pt x="26683" y="81344"/>
                  </a:cubicBezTo>
                  <a:cubicBezTo>
                    <a:pt x="26808" y="81344"/>
                    <a:pt x="26957" y="81294"/>
                    <a:pt x="27082" y="81294"/>
                  </a:cubicBezTo>
                  <a:cubicBezTo>
                    <a:pt x="27206" y="81294"/>
                    <a:pt x="27331" y="81269"/>
                    <a:pt x="27455" y="81269"/>
                  </a:cubicBezTo>
                  <a:close/>
                  <a:moveTo>
                    <a:pt x="27704" y="81244"/>
                  </a:moveTo>
                  <a:cubicBezTo>
                    <a:pt x="27629" y="81419"/>
                    <a:pt x="27580" y="81618"/>
                    <a:pt x="27480" y="81792"/>
                  </a:cubicBezTo>
                  <a:lnTo>
                    <a:pt x="27455" y="81792"/>
                  </a:lnTo>
                  <a:lnTo>
                    <a:pt x="27629" y="81244"/>
                  </a:lnTo>
                  <a:close/>
                  <a:moveTo>
                    <a:pt x="23871" y="81344"/>
                  </a:moveTo>
                  <a:cubicBezTo>
                    <a:pt x="23970" y="81369"/>
                    <a:pt x="24095" y="81369"/>
                    <a:pt x="24194" y="81369"/>
                  </a:cubicBezTo>
                  <a:cubicBezTo>
                    <a:pt x="25190" y="81618"/>
                    <a:pt x="26211" y="81767"/>
                    <a:pt x="27206" y="81916"/>
                  </a:cubicBezTo>
                  <a:cubicBezTo>
                    <a:pt x="27206" y="81966"/>
                    <a:pt x="27181" y="81966"/>
                    <a:pt x="27181" y="81991"/>
                  </a:cubicBezTo>
                  <a:cubicBezTo>
                    <a:pt x="26086" y="81842"/>
                    <a:pt x="24966" y="81618"/>
                    <a:pt x="23871" y="81344"/>
                  </a:cubicBezTo>
                  <a:close/>
                  <a:moveTo>
                    <a:pt x="27455" y="81966"/>
                  </a:moveTo>
                  <a:cubicBezTo>
                    <a:pt x="27455" y="81991"/>
                    <a:pt x="27455" y="81991"/>
                    <a:pt x="27405" y="82016"/>
                  </a:cubicBezTo>
                  <a:lnTo>
                    <a:pt x="27355" y="82016"/>
                  </a:lnTo>
                  <a:cubicBezTo>
                    <a:pt x="27355" y="82016"/>
                    <a:pt x="27380" y="81991"/>
                    <a:pt x="27380" y="81966"/>
                  </a:cubicBezTo>
                  <a:close/>
                  <a:moveTo>
                    <a:pt x="33423" y="80140"/>
                  </a:moveTo>
                  <a:lnTo>
                    <a:pt x="33423" y="80140"/>
                  </a:lnTo>
                  <a:cubicBezTo>
                    <a:pt x="33202" y="80757"/>
                    <a:pt x="33029" y="81374"/>
                    <a:pt x="32856" y="82016"/>
                  </a:cubicBezTo>
                  <a:lnTo>
                    <a:pt x="32807" y="82016"/>
                  </a:lnTo>
                  <a:cubicBezTo>
                    <a:pt x="32981" y="81394"/>
                    <a:pt x="33155" y="80772"/>
                    <a:pt x="33354" y="80149"/>
                  </a:cubicBezTo>
                  <a:cubicBezTo>
                    <a:pt x="33391" y="80149"/>
                    <a:pt x="33414" y="80149"/>
                    <a:pt x="33423" y="80140"/>
                  </a:cubicBezTo>
                  <a:close/>
                  <a:moveTo>
                    <a:pt x="38532" y="78382"/>
                  </a:moveTo>
                  <a:lnTo>
                    <a:pt x="38532" y="78382"/>
                  </a:lnTo>
                  <a:cubicBezTo>
                    <a:pt x="38084" y="79378"/>
                    <a:pt x="37685" y="80348"/>
                    <a:pt x="37337" y="81344"/>
                  </a:cubicBezTo>
                  <a:cubicBezTo>
                    <a:pt x="36018" y="81742"/>
                    <a:pt x="34574" y="81916"/>
                    <a:pt x="33080" y="82016"/>
                  </a:cubicBezTo>
                  <a:cubicBezTo>
                    <a:pt x="33230" y="81369"/>
                    <a:pt x="33429" y="80672"/>
                    <a:pt x="33678" y="80050"/>
                  </a:cubicBezTo>
                  <a:lnTo>
                    <a:pt x="34051" y="79950"/>
                  </a:lnTo>
                  <a:cubicBezTo>
                    <a:pt x="34225" y="79900"/>
                    <a:pt x="34425" y="79875"/>
                    <a:pt x="34574" y="79801"/>
                  </a:cubicBezTo>
                  <a:lnTo>
                    <a:pt x="35694" y="79427"/>
                  </a:lnTo>
                  <a:cubicBezTo>
                    <a:pt x="35918" y="79378"/>
                    <a:pt x="36142" y="79303"/>
                    <a:pt x="36316" y="79203"/>
                  </a:cubicBezTo>
                  <a:cubicBezTo>
                    <a:pt x="36665" y="79104"/>
                    <a:pt x="36988" y="78954"/>
                    <a:pt x="37387" y="78855"/>
                  </a:cubicBezTo>
                  <a:cubicBezTo>
                    <a:pt x="37636" y="78755"/>
                    <a:pt x="37835" y="78656"/>
                    <a:pt x="38084" y="78556"/>
                  </a:cubicBezTo>
                  <a:cubicBezTo>
                    <a:pt x="38258" y="78506"/>
                    <a:pt x="38382" y="78432"/>
                    <a:pt x="38532" y="78382"/>
                  </a:cubicBezTo>
                  <a:close/>
                  <a:moveTo>
                    <a:pt x="33105" y="80199"/>
                  </a:moveTo>
                  <a:lnTo>
                    <a:pt x="33105" y="80199"/>
                  </a:lnTo>
                  <a:cubicBezTo>
                    <a:pt x="32931" y="80796"/>
                    <a:pt x="32732" y="81419"/>
                    <a:pt x="32583" y="82041"/>
                  </a:cubicBezTo>
                  <a:cubicBezTo>
                    <a:pt x="32188" y="82060"/>
                    <a:pt x="31786" y="82069"/>
                    <a:pt x="31378" y="82069"/>
                  </a:cubicBezTo>
                  <a:cubicBezTo>
                    <a:pt x="30187" y="82069"/>
                    <a:pt x="28946" y="81990"/>
                    <a:pt x="27704" y="81842"/>
                  </a:cubicBezTo>
                  <a:cubicBezTo>
                    <a:pt x="27754" y="81618"/>
                    <a:pt x="27853" y="81419"/>
                    <a:pt x="27903" y="81220"/>
                  </a:cubicBezTo>
                  <a:cubicBezTo>
                    <a:pt x="28227" y="81170"/>
                    <a:pt x="28525" y="81120"/>
                    <a:pt x="28824" y="81095"/>
                  </a:cubicBezTo>
                  <a:cubicBezTo>
                    <a:pt x="28874" y="81095"/>
                    <a:pt x="28973" y="81045"/>
                    <a:pt x="29023" y="81045"/>
                  </a:cubicBezTo>
                  <a:cubicBezTo>
                    <a:pt x="29123" y="81045"/>
                    <a:pt x="29197" y="81020"/>
                    <a:pt x="29272" y="81020"/>
                  </a:cubicBezTo>
                  <a:cubicBezTo>
                    <a:pt x="29347" y="81020"/>
                    <a:pt x="29446" y="80996"/>
                    <a:pt x="29496" y="80996"/>
                  </a:cubicBezTo>
                  <a:cubicBezTo>
                    <a:pt x="29944" y="80921"/>
                    <a:pt x="30367" y="80821"/>
                    <a:pt x="30815" y="80747"/>
                  </a:cubicBezTo>
                  <a:cubicBezTo>
                    <a:pt x="30940" y="80697"/>
                    <a:pt x="31014" y="80697"/>
                    <a:pt x="31139" y="80672"/>
                  </a:cubicBezTo>
                  <a:cubicBezTo>
                    <a:pt x="31562" y="80572"/>
                    <a:pt x="31985" y="80498"/>
                    <a:pt x="32384" y="80398"/>
                  </a:cubicBezTo>
                  <a:cubicBezTo>
                    <a:pt x="32558" y="80373"/>
                    <a:pt x="32707" y="80348"/>
                    <a:pt x="32832" y="80299"/>
                  </a:cubicBezTo>
                  <a:lnTo>
                    <a:pt x="33105" y="80199"/>
                  </a:lnTo>
                  <a:close/>
                  <a:moveTo>
                    <a:pt x="32832" y="82240"/>
                  </a:moveTo>
                  <a:cubicBezTo>
                    <a:pt x="32832" y="82265"/>
                    <a:pt x="32832" y="82290"/>
                    <a:pt x="32807" y="82290"/>
                  </a:cubicBezTo>
                  <a:lnTo>
                    <a:pt x="32732" y="82290"/>
                  </a:lnTo>
                  <a:cubicBezTo>
                    <a:pt x="32782" y="82265"/>
                    <a:pt x="32782" y="82265"/>
                    <a:pt x="32782" y="82240"/>
                  </a:cubicBezTo>
                  <a:close/>
                  <a:moveTo>
                    <a:pt x="37287" y="81593"/>
                  </a:moveTo>
                  <a:cubicBezTo>
                    <a:pt x="37287" y="81618"/>
                    <a:pt x="37262" y="81643"/>
                    <a:pt x="37262" y="81643"/>
                  </a:cubicBezTo>
                  <a:cubicBezTo>
                    <a:pt x="35943" y="81991"/>
                    <a:pt x="34524" y="82215"/>
                    <a:pt x="33031" y="82290"/>
                  </a:cubicBezTo>
                  <a:cubicBezTo>
                    <a:pt x="33031" y="82265"/>
                    <a:pt x="33031" y="82240"/>
                    <a:pt x="33056" y="82215"/>
                  </a:cubicBezTo>
                  <a:cubicBezTo>
                    <a:pt x="34524" y="82116"/>
                    <a:pt x="35943" y="81916"/>
                    <a:pt x="37287" y="81593"/>
                  </a:cubicBezTo>
                  <a:close/>
                  <a:moveTo>
                    <a:pt x="27629" y="82016"/>
                  </a:moveTo>
                  <a:cubicBezTo>
                    <a:pt x="28990" y="82196"/>
                    <a:pt x="30334" y="82280"/>
                    <a:pt x="31637" y="82280"/>
                  </a:cubicBezTo>
                  <a:cubicBezTo>
                    <a:pt x="31955" y="82280"/>
                    <a:pt x="32270" y="82275"/>
                    <a:pt x="32583" y="82265"/>
                  </a:cubicBezTo>
                  <a:lnTo>
                    <a:pt x="32583" y="82315"/>
                  </a:lnTo>
                  <a:cubicBezTo>
                    <a:pt x="32234" y="82315"/>
                    <a:pt x="31911" y="82365"/>
                    <a:pt x="31562" y="82365"/>
                  </a:cubicBezTo>
                  <a:cubicBezTo>
                    <a:pt x="30243" y="82365"/>
                    <a:pt x="28949" y="82265"/>
                    <a:pt x="27604" y="82091"/>
                  </a:cubicBezTo>
                  <a:cubicBezTo>
                    <a:pt x="27604" y="82041"/>
                    <a:pt x="27629" y="82016"/>
                    <a:pt x="27629" y="82016"/>
                  </a:cubicBezTo>
                  <a:close/>
                  <a:moveTo>
                    <a:pt x="52471" y="76963"/>
                  </a:moveTo>
                  <a:cubicBezTo>
                    <a:pt x="53118" y="77660"/>
                    <a:pt x="53715" y="78407"/>
                    <a:pt x="54313" y="79178"/>
                  </a:cubicBezTo>
                  <a:cubicBezTo>
                    <a:pt x="52371" y="80498"/>
                    <a:pt x="50454" y="81742"/>
                    <a:pt x="48513" y="82813"/>
                  </a:cubicBezTo>
                  <a:cubicBezTo>
                    <a:pt x="47741" y="80796"/>
                    <a:pt x="46646" y="78905"/>
                    <a:pt x="45227" y="77287"/>
                  </a:cubicBezTo>
                  <a:lnTo>
                    <a:pt x="45252" y="77287"/>
                  </a:lnTo>
                  <a:cubicBezTo>
                    <a:pt x="45302" y="77287"/>
                    <a:pt x="45352" y="77312"/>
                    <a:pt x="45402" y="77312"/>
                  </a:cubicBezTo>
                  <a:cubicBezTo>
                    <a:pt x="45426" y="77312"/>
                    <a:pt x="45501" y="77361"/>
                    <a:pt x="45526" y="77361"/>
                  </a:cubicBezTo>
                  <a:cubicBezTo>
                    <a:pt x="45626" y="77386"/>
                    <a:pt x="45750" y="77386"/>
                    <a:pt x="45850" y="77411"/>
                  </a:cubicBezTo>
                  <a:cubicBezTo>
                    <a:pt x="46024" y="77436"/>
                    <a:pt x="46173" y="77486"/>
                    <a:pt x="46372" y="77511"/>
                  </a:cubicBezTo>
                  <a:cubicBezTo>
                    <a:pt x="46472" y="77511"/>
                    <a:pt x="46522" y="77536"/>
                    <a:pt x="46621" y="77536"/>
                  </a:cubicBezTo>
                  <a:lnTo>
                    <a:pt x="46870" y="77536"/>
                  </a:lnTo>
                  <a:cubicBezTo>
                    <a:pt x="47194" y="77561"/>
                    <a:pt x="47542" y="77610"/>
                    <a:pt x="47891" y="77610"/>
                  </a:cubicBezTo>
                  <a:lnTo>
                    <a:pt x="47990" y="77610"/>
                  </a:lnTo>
                  <a:cubicBezTo>
                    <a:pt x="48239" y="77610"/>
                    <a:pt x="48488" y="77610"/>
                    <a:pt x="48762" y="77561"/>
                  </a:cubicBezTo>
                  <a:cubicBezTo>
                    <a:pt x="48861" y="77561"/>
                    <a:pt x="48936" y="77536"/>
                    <a:pt x="49061" y="77536"/>
                  </a:cubicBezTo>
                  <a:cubicBezTo>
                    <a:pt x="49160" y="77536"/>
                    <a:pt x="49235" y="77536"/>
                    <a:pt x="49334" y="77511"/>
                  </a:cubicBezTo>
                  <a:cubicBezTo>
                    <a:pt x="49409" y="77511"/>
                    <a:pt x="49509" y="77511"/>
                    <a:pt x="49608" y="77461"/>
                  </a:cubicBezTo>
                  <a:cubicBezTo>
                    <a:pt x="49782" y="77436"/>
                    <a:pt x="49982" y="77411"/>
                    <a:pt x="50156" y="77411"/>
                  </a:cubicBezTo>
                  <a:cubicBezTo>
                    <a:pt x="50255" y="77411"/>
                    <a:pt x="50355" y="77386"/>
                    <a:pt x="50479" y="77386"/>
                  </a:cubicBezTo>
                  <a:cubicBezTo>
                    <a:pt x="50504" y="77386"/>
                    <a:pt x="50579" y="77337"/>
                    <a:pt x="50604" y="77337"/>
                  </a:cubicBezTo>
                  <a:lnTo>
                    <a:pt x="51077" y="77262"/>
                  </a:lnTo>
                  <a:cubicBezTo>
                    <a:pt x="51151" y="77262"/>
                    <a:pt x="51226" y="77212"/>
                    <a:pt x="51326" y="77212"/>
                  </a:cubicBezTo>
                  <a:lnTo>
                    <a:pt x="51351" y="77212"/>
                  </a:lnTo>
                  <a:cubicBezTo>
                    <a:pt x="51400" y="77212"/>
                    <a:pt x="51475" y="77187"/>
                    <a:pt x="51525" y="77187"/>
                  </a:cubicBezTo>
                  <a:cubicBezTo>
                    <a:pt x="51699" y="77162"/>
                    <a:pt x="51873" y="77137"/>
                    <a:pt x="52023" y="77063"/>
                  </a:cubicBezTo>
                  <a:cubicBezTo>
                    <a:pt x="52097" y="77038"/>
                    <a:pt x="52147" y="77038"/>
                    <a:pt x="52222" y="77038"/>
                  </a:cubicBezTo>
                  <a:cubicBezTo>
                    <a:pt x="52321" y="77013"/>
                    <a:pt x="52371" y="77013"/>
                    <a:pt x="52471" y="76963"/>
                  </a:cubicBezTo>
                  <a:close/>
                  <a:moveTo>
                    <a:pt x="44779" y="77162"/>
                  </a:moveTo>
                  <a:cubicBezTo>
                    <a:pt x="44804" y="77162"/>
                    <a:pt x="44804" y="77162"/>
                    <a:pt x="44854" y="77187"/>
                  </a:cubicBezTo>
                  <a:cubicBezTo>
                    <a:pt x="46372" y="78880"/>
                    <a:pt x="47542" y="80796"/>
                    <a:pt x="48364" y="82962"/>
                  </a:cubicBezTo>
                  <a:cubicBezTo>
                    <a:pt x="48339" y="82962"/>
                    <a:pt x="48339" y="82987"/>
                    <a:pt x="48289" y="82987"/>
                  </a:cubicBezTo>
                  <a:cubicBezTo>
                    <a:pt x="47492" y="80846"/>
                    <a:pt x="46298" y="78880"/>
                    <a:pt x="44779" y="77162"/>
                  </a:cubicBezTo>
                  <a:close/>
                  <a:moveTo>
                    <a:pt x="54462" y="79353"/>
                  </a:moveTo>
                  <a:lnTo>
                    <a:pt x="54487" y="79378"/>
                  </a:lnTo>
                  <a:cubicBezTo>
                    <a:pt x="52520" y="80722"/>
                    <a:pt x="50604" y="81916"/>
                    <a:pt x="48637" y="83037"/>
                  </a:cubicBezTo>
                  <a:cubicBezTo>
                    <a:pt x="48637" y="83012"/>
                    <a:pt x="48637" y="83012"/>
                    <a:pt x="48613" y="82987"/>
                  </a:cubicBezTo>
                  <a:cubicBezTo>
                    <a:pt x="50529" y="81892"/>
                    <a:pt x="52496" y="80647"/>
                    <a:pt x="54462" y="79353"/>
                  </a:cubicBezTo>
                  <a:close/>
                  <a:moveTo>
                    <a:pt x="48463" y="83111"/>
                  </a:moveTo>
                  <a:cubicBezTo>
                    <a:pt x="48463" y="83136"/>
                    <a:pt x="48463" y="83136"/>
                    <a:pt x="48488" y="83161"/>
                  </a:cubicBezTo>
                  <a:cubicBezTo>
                    <a:pt x="48463" y="83161"/>
                    <a:pt x="48413" y="83161"/>
                    <a:pt x="48413" y="83211"/>
                  </a:cubicBezTo>
                  <a:cubicBezTo>
                    <a:pt x="48413" y="83161"/>
                    <a:pt x="48413" y="83161"/>
                    <a:pt x="48388" y="83136"/>
                  </a:cubicBezTo>
                  <a:cubicBezTo>
                    <a:pt x="48413" y="83136"/>
                    <a:pt x="48413" y="83111"/>
                    <a:pt x="48463" y="83111"/>
                  </a:cubicBezTo>
                  <a:close/>
                  <a:moveTo>
                    <a:pt x="44406" y="79054"/>
                  </a:moveTo>
                  <a:cubicBezTo>
                    <a:pt x="44406" y="79104"/>
                    <a:pt x="44431" y="79104"/>
                    <a:pt x="44431" y="79129"/>
                  </a:cubicBezTo>
                  <a:cubicBezTo>
                    <a:pt x="44655" y="79527"/>
                    <a:pt x="44854" y="79925"/>
                    <a:pt x="45003" y="80348"/>
                  </a:cubicBezTo>
                  <a:cubicBezTo>
                    <a:pt x="45028" y="80423"/>
                    <a:pt x="45053" y="80523"/>
                    <a:pt x="45128" y="80622"/>
                  </a:cubicBezTo>
                  <a:cubicBezTo>
                    <a:pt x="45302" y="81045"/>
                    <a:pt x="45476" y="81518"/>
                    <a:pt x="45601" y="81966"/>
                  </a:cubicBezTo>
                  <a:cubicBezTo>
                    <a:pt x="45601" y="81991"/>
                    <a:pt x="45601" y="81991"/>
                    <a:pt x="45626" y="82016"/>
                  </a:cubicBezTo>
                  <a:cubicBezTo>
                    <a:pt x="45750" y="82414"/>
                    <a:pt x="45825" y="82862"/>
                    <a:pt x="45924" y="83261"/>
                  </a:cubicBezTo>
                  <a:cubicBezTo>
                    <a:pt x="45302" y="82464"/>
                    <a:pt x="44879" y="81518"/>
                    <a:pt x="44605" y="80448"/>
                  </a:cubicBezTo>
                  <a:cubicBezTo>
                    <a:pt x="44605" y="80423"/>
                    <a:pt x="44555" y="80373"/>
                    <a:pt x="44555" y="80348"/>
                  </a:cubicBezTo>
                  <a:lnTo>
                    <a:pt x="44481" y="79875"/>
                  </a:lnTo>
                  <a:cubicBezTo>
                    <a:pt x="44431" y="79676"/>
                    <a:pt x="44406" y="79502"/>
                    <a:pt x="44381" y="79353"/>
                  </a:cubicBezTo>
                  <a:cubicBezTo>
                    <a:pt x="44381" y="79253"/>
                    <a:pt x="44381" y="79154"/>
                    <a:pt x="44406" y="79054"/>
                  </a:cubicBezTo>
                  <a:close/>
                  <a:moveTo>
                    <a:pt x="7567" y="72956"/>
                  </a:moveTo>
                  <a:lnTo>
                    <a:pt x="7567" y="72956"/>
                  </a:lnTo>
                  <a:cubicBezTo>
                    <a:pt x="6298" y="76565"/>
                    <a:pt x="5402" y="80050"/>
                    <a:pt x="4904" y="83385"/>
                  </a:cubicBezTo>
                  <a:cubicBezTo>
                    <a:pt x="4107" y="82041"/>
                    <a:pt x="3485" y="80597"/>
                    <a:pt x="3087" y="78979"/>
                  </a:cubicBezTo>
                  <a:cubicBezTo>
                    <a:pt x="4057" y="76938"/>
                    <a:pt x="5426" y="75022"/>
                    <a:pt x="7169" y="73329"/>
                  </a:cubicBezTo>
                  <a:cubicBezTo>
                    <a:pt x="7318" y="73180"/>
                    <a:pt x="7443" y="73080"/>
                    <a:pt x="7567" y="72956"/>
                  </a:cubicBezTo>
                  <a:close/>
                  <a:moveTo>
                    <a:pt x="16677" y="79751"/>
                  </a:moveTo>
                  <a:cubicBezTo>
                    <a:pt x="16777" y="79776"/>
                    <a:pt x="16876" y="79851"/>
                    <a:pt x="16976" y="79900"/>
                  </a:cubicBezTo>
                  <a:cubicBezTo>
                    <a:pt x="17100" y="79975"/>
                    <a:pt x="17250" y="80025"/>
                    <a:pt x="17374" y="80050"/>
                  </a:cubicBezTo>
                  <a:cubicBezTo>
                    <a:pt x="17499" y="80124"/>
                    <a:pt x="17623" y="80149"/>
                    <a:pt x="17748" y="80224"/>
                  </a:cubicBezTo>
                  <a:cubicBezTo>
                    <a:pt x="16901" y="81294"/>
                    <a:pt x="16130" y="82464"/>
                    <a:pt x="15482" y="83634"/>
                  </a:cubicBezTo>
                  <a:cubicBezTo>
                    <a:pt x="15806" y="82365"/>
                    <a:pt x="16229" y="81045"/>
                    <a:pt x="16677" y="79751"/>
                  </a:cubicBezTo>
                  <a:close/>
                  <a:moveTo>
                    <a:pt x="46118" y="83555"/>
                  </a:moveTo>
                  <a:cubicBezTo>
                    <a:pt x="46128" y="83612"/>
                    <a:pt x="46138" y="83669"/>
                    <a:pt x="46147" y="83726"/>
                  </a:cubicBezTo>
                  <a:lnTo>
                    <a:pt x="46147" y="83726"/>
                  </a:lnTo>
                  <a:cubicBezTo>
                    <a:pt x="46145" y="83719"/>
                    <a:pt x="46139" y="83709"/>
                    <a:pt x="46123" y="83709"/>
                  </a:cubicBezTo>
                  <a:lnTo>
                    <a:pt x="46099" y="83659"/>
                  </a:lnTo>
                  <a:cubicBezTo>
                    <a:pt x="46107" y="83623"/>
                    <a:pt x="46114" y="83589"/>
                    <a:pt x="46118" y="83555"/>
                  </a:cubicBezTo>
                  <a:close/>
                  <a:moveTo>
                    <a:pt x="7816" y="72831"/>
                  </a:moveTo>
                  <a:lnTo>
                    <a:pt x="7841" y="72881"/>
                  </a:lnTo>
                  <a:cubicBezTo>
                    <a:pt x="6472" y="76640"/>
                    <a:pt x="5551" y="80274"/>
                    <a:pt x="5053" y="83734"/>
                  </a:cubicBezTo>
                  <a:cubicBezTo>
                    <a:pt x="5053" y="83709"/>
                    <a:pt x="5053" y="83659"/>
                    <a:pt x="5028" y="83634"/>
                  </a:cubicBezTo>
                  <a:cubicBezTo>
                    <a:pt x="5103" y="82962"/>
                    <a:pt x="5227" y="82240"/>
                    <a:pt x="5352" y="81543"/>
                  </a:cubicBezTo>
                  <a:lnTo>
                    <a:pt x="5352" y="81518"/>
                  </a:lnTo>
                  <a:cubicBezTo>
                    <a:pt x="5924" y="78730"/>
                    <a:pt x="6721" y="75793"/>
                    <a:pt x="7816" y="72831"/>
                  </a:cubicBezTo>
                  <a:close/>
                  <a:moveTo>
                    <a:pt x="44680" y="81294"/>
                  </a:moveTo>
                  <a:cubicBezTo>
                    <a:pt x="45003" y="82165"/>
                    <a:pt x="45476" y="82987"/>
                    <a:pt x="46024" y="83634"/>
                  </a:cubicBezTo>
                  <a:cubicBezTo>
                    <a:pt x="46024" y="83658"/>
                    <a:pt x="46024" y="83729"/>
                    <a:pt x="46047" y="83756"/>
                  </a:cubicBezTo>
                  <a:lnTo>
                    <a:pt x="46047" y="83756"/>
                  </a:lnTo>
                  <a:cubicBezTo>
                    <a:pt x="45475" y="83134"/>
                    <a:pt x="45028" y="82413"/>
                    <a:pt x="44729" y="81593"/>
                  </a:cubicBezTo>
                  <a:cubicBezTo>
                    <a:pt x="44729" y="81493"/>
                    <a:pt x="44680" y="81394"/>
                    <a:pt x="44680" y="81294"/>
                  </a:cubicBezTo>
                  <a:close/>
                  <a:moveTo>
                    <a:pt x="2937" y="79203"/>
                  </a:moveTo>
                  <a:cubicBezTo>
                    <a:pt x="3385" y="80821"/>
                    <a:pt x="4033" y="82315"/>
                    <a:pt x="4829" y="83659"/>
                  </a:cubicBezTo>
                  <a:cubicBezTo>
                    <a:pt x="4829" y="83709"/>
                    <a:pt x="4829" y="83734"/>
                    <a:pt x="4804" y="83758"/>
                  </a:cubicBezTo>
                  <a:cubicBezTo>
                    <a:pt x="3983" y="82414"/>
                    <a:pt x="3336" y="80921"/>
                    <a:pt x="2863" y="79278"/>
                  </a:cubicBezTo>
                  <a:cubicBezTo>
                    <a:pt x="2912" y="79278"/>
                    <a:pt x="2937" y="79253"/>
                    <a:pt x="2937" y="79203"/>
                  </a:cubicBezTo>
                  <a:close/>
                  <a:moveTo>
                    <a:pt x="44754" y="77386"/>
                  </a:moveTo>
                  <a:cubicBezTo>
                    <a:pt x="46248" y="79029"/>
                    <a:pt x="47393" y="80921"/>
                    <a:pt x="48164" y="83037"/>
                  </a:cubicBezTo>
                  <a:cubicBezTo>
                    <a:pt x="47617" y="83360"/>
                    <a:pt x="47094" y="83659"/>
                    <a:pt x="46522" y="83958"/>
                  </a:cubicBezTo>
                  <a:lnTo>
                    <a:pt x="46497" y="83908"/>
                  </a:lnTo>
                  <a:cubicBezTo>
                    <a:pt x="46472" y="83833"/>
                    <a:pt x="46472" y="83734"/>
                    <a:pt x="46422" y="83634"/>
                  </a:cubicBezTo>
                  <a:cubicBezTo>
                    <a:pt x="46372" y="83385"/>
                    <a:pt x="46347" y="83111"/>
                    <a:pt x="46273" y="82862"/>
                  </a:cubicBezTo>
                  <a:cubicBezTo>
                    <a:pt x="46223" y="82613"/>
                    <a:pt x="46148" y="82389"/>
                    <a:pt x="46099" y="82165"/>
                  </a:cubicBezTo>
                  <a:cubicBezTo>
                    <a:pt x="45999" y="81867"/>
                    <a:pt x="45899" y="81518"/>
                    <a:pt x="45800" y="81220"/>
                  </a:cubicBezTo>
                  <a:cubicBezTo>
                    <a:pt x="45750" y="81020"/>
                    <a:pt x="45650" y="80796"/>
                    <a:pt x="45601" y="80622"/>
                  </a:cubicBezTo>
                  <a:cubicBezTo>
                    <a:pt x="45476" y="80274"/>
                    <a:pt x="45352" y="79975"/>
                    <a:pt x="45178" y="79627"/>
                  </a:cubicBezTo>
                  <a:cubicBezTo>
                    <a:pt x="45103" y="79427"/>
                    <a:pt x="45003" y="79253"/>
                    <a:pt x="44904" y="79029"/>
                  </a:cubicBezTo>
                  <a:cubicBezTo>
                    <a:pt x="44779" y="78780"/>
                    <a:pt x="44680" y="78531"/>
                    <a:pt x="44530" y="78307"/>
                  </a:cubicBezTo>
                  <a:lnTo>
                    <a:pt x="44530" y="78258"/>
                  </a:lnTo>
                  <a:cubicBezTo>
                    <a:pt x="44530" y="78233"/>
                    <a:pt x="44555" y="78158"/>
                    <a:pt x="44555" y="78133"/>
                  </a:cubicBezTo>
                  <a:lnTo>
                    <a:pt x="44754" y="77386"/>
                  </a:lnTo>
                  <a:close/>
                  <a:moveTo>
                    <a:pt x="46248" y="83958"/>
                  </a:moveTo>
                  <a:lnTo>
                    <a:pt x="46273" y="83982"/>
                  </a:lnTo>
                  <a:lnTo>
                    <a:pt x="46273" y="84032"/>
                  </a:lnTo>
                  <a:lnTo>
                    <a:pt x="46248" y="84007"/>
                  </a:lnTo>
                  <a:cubicBezTo>
                    <a:pt x="46273" y="84007"/>
                    <a:pt x="46273" y="83982"/>
                    <a:pt x="46248" y="83958"/>
                  </a:cubicBezTo>
                  <a:close/>
                  <a:moveTo>
                    <a:pt x="4978" y="83908"/>
                  </a:moveTo>
                  <a:cubicBezTo>
                    <a:pt x="5028" y="83958"/>
                    <a:pt x="5028" y="83982"/>
                    <a:pt x="5053" y="84007"/>
                  </a:cubicBezTo>
                  <a:lnTo>
                    <a:pt x="5053" y="84107"/>
                  </a:lnTo>
                  <a:cubicBezTo>
                    <a:pt x="5028" y="84082"/>
                    <a:pt x="5028" y="84032"/>
                    <a:pt x="4978" y="84032"/>
                  </a:cubicBezTo>
                  <a:lnTo>
                    <a:pt x="4978" y="83908"/>
                  </a:lnTo>
                  <a:close/>
                  <a:moveTo>
                    <a:pt x="48239" y="83261"/>
                  </a:moveTo>
                  <a:lnTo>
                    <a:pt x="48239" y="83286"/>
                  </a:lnTo>
                  <a:cubicBezTo>
                    <a:pt x="47741" y="83559"/>
                    <a:pt x="47194" y="83883"/>
                    <a:pt x="46721" y="84157"/>
                  </a:cubicBezTo>
                  <a:lnTo>
                    <a:pt x="46671" y="84132"/>
                  </a:lnTo>
                  <a:cubicBezTo>
                    <a:pt x="47194" y="83858"/>
                    <a:pt x="47716" y="83559"/>
                    <a:pt x="48239" y="83261"/>
                  </a:cubicBezTo>
                  <a:close/>
                  <a:moveTo>
                    <a:pt x="16478" y="79627"/>
                  </a:moveTo>
                  <a:cubicBezTo>
                    <a:pt x="16503" y="79627"/>
                    <a:pt x="16503" y="79651"/>
                    <a:pt x="16528" y="79651"/>
                  </a:cubicBezTo>
                  <a:cubicBezTo>
                    <a:pt x="15980" y="81244"/>
                    <a:pt x="15507" y="82788"/>
                    <a:pt x="15109" y="84356"/>
                  </a:cubicBezTo>
                  <a:cubicBezTo>
                    <a:pt x="15059" y="84455"/>
                    <a:pt x="15010" y="84505"/>
                    <a:pt x="14985" y="84605"/>
                  </a:cubicBezTo>
                  <a:cubicBezTo>
                    <a:pt x="15383" y="82987"/>
                    <a:pt x="15881" y="81344"/>
                    <a:pt x="16478" y="79627"/>
                  </a:cubicBezTo>
                  <a:close/>
                  <a:moveTo>
                    <a:pt x="17897" y="80274"/>
                  </a:moveTo>
                  <a:cubicBezTo>
                    <a:pt x="17922" y="80274"/>
                    <a:pt x="17922" y="80299"/>
                    <a:pt x="17972" y="80299"/>
                  </a:cubicBezTo>
                  <a:cubicBezTo>
                    <a:pt x="16876" y="81717"/>
                    <a:pt x="15930" y="83211"/>
                    <a:pt x="15159" y="84754"/>
                  </a:cubicBezTo>
                  <a:cubicBezTo>
                    <a:pt x="15184" y="84655"/>
                    <a:pt x="15234" y="84580"/>
                    <a:pt x="15234" y="84480"/>
                  </a:cubicBezTo>
                  <a:cubicBezTo>
                    <a:pt x="16005" y="82987"/>
                    <a:pt x="16876" y="81593"/>
                    <a:pt x="17897" y="80274"/>
                  </a:cubicBezTo>
                  <a:close/>
                  <a:moveTo>
                    <a:pt x="63348" y="72831"/>
                  </a:moveTo>
                  <a:cubicBezTo>
                    <a:pt x="63522" y="73030"/>
                    <a:pt x="63697" y="73180"/>
                    <a:pt x="63846" y="73354"/>
                  </a:cubicBezTo>
                  <a:cubicBezTo>
                    <a:pt x="64070" y="73578"/>
                    <a:pt x="64269" y="73827"/>
                    <a:pt x="64468" y="74051"/>
                  </a:cubicBezTo>
                  <a:cubicBezTo>
                    <a:pt x="64717" y="74325"/>
                    <a:pt x="64966" y="74599"/>
                    <a:pt x="65190" y="74897"/>
                  </a:cubicBezTo>
                  <a:cubicBezTo>
                    <a:pt x="65290" y="75022"/>
                    <a:pt x="65389" y="75096"/>
                    <a:pt x="65464" y="75221"/>
                  </a:cubicBezTo>
                  <a:cubicBezTo>
                    <a:pt x="66783" y="76789"/>
                    <a:pt x="68052" y="78432"/>
                    <a:pt x="69297" y="80124"/>
                  </a:cubicBezTo>
                  <a:cubicBezTo>
                    <a:pt x="66310" y="82240"/>
                    <a:pt x="63273" y="83808"/>
                    <a:pt x="60411" y="84879"/>
                  </a:cubicBezTo>
                  <a:cubicBezTo>
                    <a:pt x="58942" y="82663"/>
                    <a:pt x="57573" y="80423"/>
                    <a:pt x="56379" y="78282"/>
                  </a:cubicBezTo>
                  <a:cubicBezTo>
                    <a:pt x="58793" y="76565"/>
                    <a:pt x="61108" y="74723"/>
                    <a:pt x="63348" y="72831"/>
                  </a:cubicBezTo>
                  <a:close/>
                  <a:moveTo>
                    <a:pt x="44729" y="82066"/>
                  </a:moveTo>
                  <a:cubicBezTo>
                    <a:pt x="45053" y="82862"/>
                    <a:pt x="45526" y="83534"/>
                    <a:pt x="46049" y="84107"/>
                  </a:cubicBezTo>
                  <a:lnTo>
                    <a:pt x="46049" y="84182"/>
                  </a:lnTo>
                  <a:cubicBezTo>
                    <a:pt x="45551" y="84480"/>
                    <a:pt x="45028" y="84729"/>
                    <a:pt x="44530" y="85003"/>
                  </a:cubicBezTo>
                  <a:cubicBezTo>
                    <a:pt x="44530" y="84978"/>
                    <a:pt x="44530" y="84953"/>
                    <a:pt x="44555" y="84903"/>
                  </a:cubicBezTo>
                  <a:cubicBezTo>
                    <a:pt x="44680" y="84032"/>
                    <a:pt x="44729" y="83211"/>
                    <a:pt x="44729" y="82365"/>
                  </a:cubicBezTo>
                  <a:lnTo>
                    <a:pt x="44729" y="82265"/>
                  </a:lnTo>
                  <a:lnTo>
                    <a:pt x="44729" y="82066"/>
                  </a:lnTo>
                  <a:close/>
                  <a:moveTo>
                    <a:pt x="56229" y="78407"/>
                  </a:moveTo>
                  <a:cubicBezTo>
                    <a:pt x="57374" y="80523"/>
                    <a:pt x="58743" y="82763"/>
                    <a:pt x="60237" y="84978"/>
                  </a:cubicBezTo>
                  <a:cubicBezTo>
                    <a:pt x="60212" y="84978"/>
                    <a:pt x="60212" y="84978"/>
                    <a:pt x="60187" y="85003"/>
                  </a:cubicBezTo>
                  <a:cubicBezTo>
                    <a:pt x="58718" y="82763"/>
                    <a:pt x="57349" y="80547"/>
                    <a:pt x="56204" y="78432"/>
                  </a:cubicBezTo>
                  <a:lnTo>
                    <a:pt x="56229" y="78407"/>
                  </a:lnTo>
                  <a:close/>
                  <a:moveTo>
                    <a:pt x="97624" y="84234"/>
                  </a:moveTo>
                  <a:cubicBezTo>
                    <a:pt x="97399" y="84491"/>
                    <a:pt x="97172" y="84749"/>
                    <a:pt x="96940" y="85010"/>
                  </a:cubicBezTo>
                  <a:lnTo>
                    <a:pt x="96940" y="85010"/>
                  </a:lnTo>
                  <a:cubicBezTo>
                    <a:pt x="97182" y="84723"/>
                    <a:pt x="97413" y="84456"/>
                    <a:pt x="97624" y="84234"/>
                  </a:cubicBezTo>
                  <a:close/>
                  <a:moveTo>
                    <a:pt x="69446" y="80274"/>
                  </a:moveTo>
                  <a:cubicBezTo>
                    <a:pt x="69446" y="80299"/>
                    <a:pt x="69446" y="80299"/>
                    <a:pt x="69496" y="80348"/>
                  </a:cubicBezTo>
                  <a:cubicBezTo>
                    <a:pt x="66534" y="82414"/>
                    <a:pt x="63473" y="84032"/>
                    <a:pt x="60585" y="85103"/>
                  </a:cubicBezTo>
                  <a:cubicBezTo>
                    <a:pt x="60585" y="85078"/>
                    <a:pt x="60560" y="85078"/>
                    <a:pt x="60560" y="85028"/>
                  </a:cubicBezTo>
                  <a:cubicBezTo>
                    <a:pt x="63423" y="83982"/>
                    <a:pt x="66459" y="82365"/>
                    <a:pt x="69446" y="80274"/>
                  </a:cubicBezTo>
                  <a:close/>
                  <a:moveTo>
                    <a:pt x="44428" y="81464"/>
                  </a:moveTo>
                  <a:cubicBezTo>
                    <a:pt x="44438" y="81506"/>
                    <a:pt x="44450" y="81557"/>
                    <a:pt x="44481" y="81618"/>
                  </a:cubicBezTo>
                  <a:cubicBezTo>
                    <a:pt x="44530" y="82788"/>
                    <a:pt x="44505" y="83982"/>
                    <a:pt x="44281" y="85152"/>
                  </a:cubicBezTo>
                  <a:cubicBezTo>
                    <a:pt x="44281" y="85152"/>
                    <a:pt x="44257" y="85152"/>
                    <a:pt x="44257" y="85177"/>
                  </a:cubicBezTo>
                  <a:cubicBezTo>
                    <a:pt x="44257" y="85103"/>
                    <a:pt x="44281" y="85003"/>
                    <a:pt x="44306" y="84903"/>
                  </a:cubicBezTo>
                  <a:cubicBezTo>
                    <a:pt x="44481" y="83958"/>
                    <a:pt x="44505" y="83012"/>
                    <a:pt x="44481" y="82116"/>
                  </a:cubicBezTo>
                  <a:lnTo>
                    <a:pt x="44481" y="81867"/>
                  </a:lnTo>
                  <a:cubicBezTo>
                    <a:pt x="44481" y="81767"/>
                    <a:pt x="44431" y="81643"/>
                    <a:pt x="44431" y="81543"/>
                  </a:cubicBezTo>
                  <a:cubicBezTo>
                    <a:pt x="44431" y="81520"/>
                    <a:pt x="44431" y="81490"/>
                    <a:pt x="44428" y="81464"/>
                  </a:cubicBezTo>
                  <a:close/>
                  <a:moveTo>
                    <a:pt x="60361" y="85127"/>
                  </a:moveTo>
                  <a:cubicBezTo>
                    <a:pt x="60361" y="85127"/>
                    <a:pt x="60411" y="85152"/>
                    <a:pt x="60411" y="85202"/>
                  </a:cubicBezTo>
                  <a:cubicBezTo>
                    <a:pt x="60361" y="85202"/>
                    <a:pt x="60361" y="85202"/>
                    <a:pt x="60336" y="85227"/>
                  </a:cubicBezTo>
                  <a:cubicBezTo>
                    <a:pt x="60336" y="85202"/>
                    <a:pt x="60311" y="85202"/>
                    <a:pt x="60311" y="85152"/>
                  </a:cubicBezTo>
                  <a:cubicBezTo>
                    <a:pt x="60336" y="85152"/>
                    <a:pt x="60336" y="85152"/>
                    <a:pt x="60361" y="85127"/>
                  </a:cubicBezTo>
                  <a:close/>
                  <a:moveTo>
                    <a:pt x="46123" y="84381"/>
                  </a:moveTo>
                  <a:lnTo>
                    <a:pt x="46123" y="84455"/>
                  </a:lnTo>
                  <a:cubicBezTo>
                    <a:pt x="45607" y="84726"/>
                    <a:pt x="45042" y="84996"/>
                    <a:pt x="44525" y="85267"/>
                  </a:cubicBezTo>
                  <a:lnTo>
                    <a:pt x="44525" y="85267"/>
                  </a:lnTo>
                  <a:cubicBezTo>
                    <a:pt x="44530" y="85257"/>
                    <a:pt x="44530" y="85242"/>
                    <a:pt x="44530" y="85227"/>
                  </a:cubicBezTo>
                  <a:lnTo>
                    <a:pt x="46123" y="84381"/>
                  </a:lnTo>
                  <a:close/>
                  <a:moveTo>
                    <a:pt x="1917" y="71537"/>
                  </a:moveTo>
                  <a:lnTo>
                    <a:pt x="1917" y="71537"/>
                  </a:lnTo>
                  <a:cubicBezTo>
                    <a:pt x="1792" y="74151"/>
                    <a:pt x="1991" y="76640"/>
                    <a:pt x="2589" y="78930"/>
                  </a:cubicBezTo>
                  <a:cubicBezTo>
                    <a:pt x="1867" y="80448"/>
                    <a:pt x="1369" y="82091"/>
                    <a:pt x="1120" y="83709"/>
                  </a:cubicBezTo>
                  <a:cubicBezTo>
                    <a:pt x="1095" y="83709"/>
                    <a:pt x="1095" y="83734"/>
                    <a:pt x="1095" y="83758"/>
                  </a:cubicBezTo>
                  <a:lnTo>
                    <a:pt x="996" y="84605"/>
                  </a:lnTo>
                  <a:lnTo>
                    <a:pt x="996" y="84704"/>
                  </a:lnTo>
                  <a:cubicBezTo>
                    <a:pt x="996" y="84804"/>
                    <a:pt x="971" y="84978"/>
                    <a:pt x="971" y="85103"/>
                  </a:cubicBezTo>
                  <a:cubicBezTo>
                    <a:pt x="971" y="85152"/>
                    <a:pt x="971" y="85252"/>
                    <a:pt x="946" y="85327"/>
                  </a:cubicBezTo>
                  <a:cubicBezTo>
                    <a:pt x="349" y="81120"/>
                    <a:pt x="722" y="76490"/>
                    <a:pt x="1917" y="71537"/>
                  </a:cubicBezTo>
                  <a:close/>
                  <a:moveTo>
                    <a:pt x="44281" y="85351"/>
                  </a:moveTo>
                  <a:lnTo>
                    <a:pt x="44281" y="85401"/>
                  </a:lnTo>
                  <a:lnTo>
                    <a:pt x="44257" y="85401"/>
                  </a:lnTo>
                  <a:cubicBezTo>
                    <a:pt x="44257" y="85401"/>
                    <a:pt x="44257" y="85376"/>
                    <a:pt x="44281" y="85351"/>
                  </a:cubicBezTo>
                  <a:close/>
                  <a:moveTo>
                    <a:pt x="48289" y="83460"/>
                  </a:moveTo>
                  <a:cubicBezTo>
                    <a:pt x="48538" y="84132"/>
                    <a:pt x="48762" y="84854"/>
                    <a:pt x="48911" y="85575"/>
                  </a:cubicBezTo>
                  <a:cubicBezTo>
                    <a:pt x="48140" y="85227"/>
                    <a:pt x="47418" y="84779"/>
                    <a:pt x="46845" y="84256"/>
                  </a:cubicBezTo>
                  <a:cubicBezTo>
                    <a:pt x="47343" y="84007"/>
                    <a:pt x="47841" y="83734"/>
                    <a:pt x="48289" y="83460"/>
                  </a:cubicBezTo>
                  <a:close/>
                  <a:moveTo>
                    <a:pt x="56055" y="78531"/>
                  </a:moveTo>
                  <a:cubicBezTo>
                    <a:pt x="57200" y="80647"/>
                    <a:pt x="58544" y="82862"/>
                    <a:pt x="60038" y="85078"/>
                  </a:cubicBezTo>
                  <a:cubicBezTo>
                    <a:pt x="59490" y="85252"/>
                    <a:pt x="58967" y="85451"/>
                    <a:pt x="58445" y="85575"/>
                  </a:cubicBezTo>
                  <a:cubicBezTo>
                    <a:pt x="57499" y="83286"/>
                    <a:pt x="56329" y="81170"/>
                    <a:pt x="54960" y="79278"/>
                  </a:cubicBezTo>
                  <a:cubicBezTo>
                    <a:pt x="55333" y="79029"/>
                    <a:pt x="55682" y="78780"/>
                    <a:pt x="56055" y="78531"/>
                  </a:cubicBezTo>
                  <a:close/>
                  <a:moveTo>
                    <a:pt x="54810" y="79378"/>
                  </a:moveTo>
                  <a:cubicBezTo>
                    <a:pt x="56179" y="81244"/>
                    <a:pt x="57324" y="83360"/>
                    <a:pt x="58245" y="85600"/>
                  </a:cubicBezTo>
                  <a:cubicBezTo>
                    <a:pt x="58220" y="85600"/>
                    <a:pt x="58220" y="85600"/>
                    <a:pt x="58196" y="85625"/>
                  </a:cubicBezTo>
                  <a:cubicBezTo>
                    <a:pt x="57250" y="83385"/>
                    <a:pt x="56105" y="81294"/>
                    <a:pt x="54736" y="79427"/>
                  </a:cubicBezTo>
                  <a:lnTo>
                    <a:pt x="54810" y="79378"/>
                  </a:lnTo>
                  <a:close/>
                  <a:moveTo>
                    <a:pt x="48538" y="83310"/>
                  </a:moveTo>
                  <a:cubicBezTo>
                    <a:pt x="48837" y="84107"/>
                    <a:pt x="49036" y="84879"/>
                    <a:pt x="49235" y="85700"/>
                  </a:cubicBezTo>
                  <a:cubicBezTo>
                    <a:pt x="49210" y="85700"/>
                    <a:pt x="49160" y="85650"/>
                    <a:pt x="49160" y="85650"/>
                  </a:cubicBezTo>
                  <a:cubicBezTo>
                    <a:pt x="48986" y="84879"/>
                    <a:pt x="48737" y="84107"/>
                    <a:pt x="48488" y="83360"/>
                  </a:cubicBezTo>
                  <a:cubicBezTo>
                    <a:pt x="48513" y="83360"/>
                    <a:pt x="48513" y="83310"/>
                    <a:pt x="48538" y="83310"/>
                  </a:cubicBezTo>
                  <a:close/>
                  <a:moveTo>
                    <a:pt x="60112" y="85202"/>
                  </a:moveTo>
                  <a:cubicBezTo>
                    <a:pt x="60112" y="85227"/>
                    <a:pt x="60162" y="85227"/>
                    <a:pt x="60162" y="85252"/>
                  </a:cubicBezTo>
                  <a:cubicBezTo>
                    <a:pt x="59589" y="85451"/>
                    <a:pt x="59067" y="85625"/>
                    <a:pt x="58494" y="85775"/>
                  </a:cubicBezTo>
                  <a:lnTo>
                    <a:pt x="58494" y="85725"/>
                  </a:lnTo>
                  <a:cubicBezTo>
                    <a:pt x="59017" y="85575"/>
                    <a:pt x="59589" y="85376"/>
                    <a:pt x="60112" y="85202"/>
                  </a:cubicBezTo>
                  <a:close/>
                  <a:moveTo>
                    <a:pt x="14860" y="85252"/>
                  </a:moveTo>
                  <a:lnTo>
                    <a:pt x="14860" y="85252"/>
                  </a:lnTo>
                  <a:cubicBezTo>
                    <a:pt x="14810" y="85351"/>
                    <a:pt x="14810" y="85451"/>
                    <a:pt x="14785" y="85526"/>
                  </a:cubicBezTo>
                  <a:cubicBezTo>
                    <a:pt x="14761" y="85625"/>
                    <a:pt x="14736" y="85725"/>
                    <a:pt x="14661" y="85824"/>
                  </a:cubicBezTo>
                  <a:cubicBezTo>
                    <a:pt x="14686" y="85725"/>
                    <a:pt x="14686" y="85625"/>
                    <a:pt x="14736" y="85501"/>
                  </a:cubicBezTo>
                  <a:cubicBezTo>
                    <a:pt x="14761" y="85401"/>
                    <a:pt x="14810" y="85327"/>
                    <a:pt x="14860" y="85252"/>
                  </a:cubicBezTo>
                  <a:close/>
                  <a:moveTo>
                    <a:pt x="46671" y="84356"/>
                  </a:moveTo>
                  <a:cubicBezTo>
                    <a:pt x="47343" y="84928"/>
                    <a:pt x="48115" y="85426"/>
                    <a:pt x="48986" y="85775"/>
                  </a:cubicBezTo>
                  <a:cubicBezTo>
                    <a:pt x="48986" y="85809"/>
                    <a:pt x="48986" y="85832"/>
                    <a:pt x="48994" y="85842"/>
                  </a:cubicBezTo>
                  <a:lnTo>
                    <a:pt x="48994" y="85842"/>
                  </a:lnTo>
                  <a:cubicBezTo>
                    <a:pt x="48107" y="85471"/>
                    <a:pt x="47294" y="84977"/>
                    <a:pt x="46627" y="84361"/>
                  </a:cubicBezTo>
                  <a:lnTo>
                    <a:pt x="46627" y="84361"/>
                  </a:lnTo>
                  <a:cubicBezTo>
                    <a:pt x="46637" y="84370"/>
                    <a:pt x="46648" y="84374"/>
                    <a:pt x="46655" y="84374"/>
                  </a:cubicBezTo>
                  <a:cubicBezTo>
                    <a:pt x="46665" y="84374"/>
                    <a:pt x="46671" y="84368"/>
                    <a:pt x="46671" y="84356"/>
                  </a:cubicBezTo>
                  <a:close/>
                  <a:moveTo>
                    <a:pt x="58320" y="85750"/>
                  </a:moveTo>
                  <a:cubicBezTo>
                    <a:pt x="58320" y="85775"/>
                    <a:pt x="58320" y="85775"/>
                    <a:pt x="58345" y="85799"/>
                  </a:cubicBezTo>
                  <a:cubicBezTo>
                    <a:pt x="58320" y="85849"/>
                    <a:pt x="58320" y="85849"/>
                    <a:pt x="58295" y="85849"/>
                  </a:cubicBezTo>
                  <a:cubicBezTo>
                    <a:pt x="58295" y="85799"/>
                    <a:pt x="58295" y="85799"/>
                    <a:pt x="58245" y="85775"/>
                  </a:cubicBezTo>
                  <a:cubicBezTo>
                    <a:pt x="58295" y="85775"/>
                    <a:pt x="58295" y="85775"/>
                    <a:pt x="58320" y="85750"/>
                  </a:cubicBezTo>
                  <a:close/>
                  <a:moveTo>
                    <a:pt x="43809" y="78880"/>
                  </a:moveTo>
                  <a:lnTo>
                    <a:pt x="43908" y="79353"/>
                  </a:lnTo>
                  <a:lnTo>
                    <a:pt x="43908" y="79427"/>
                  </a:lnTo>
                  <a:lnTo>
                    <a:pt x="43908" y="79527"/>
                  </a:lnTo>
                  <a:lnTo>
                    <a:pt x="43933" y="79527"/>
                  </a:lnTo>
                  <a:cubicBezTo>
                    <a:pt x="44008" y="79851"/>
                    <a:pt x="44033" y="80149"/>
                    <a:pt x="44132" y="80473"/>
                  </a:cubicBezTo>
                  <a:cubicBezTo>
                    <a:pt x="44182" y="80846"/>
                    <a:pt x="44232" y="81220"/>
                    <a:pt x="44257" y="81593"/>
                  </a:cubicBezTo>
                  <a:cubicBezTo>
                    <a:pt x="44257" y="81717"/>
                    <a:pt x="44281" y="81792"/>
                    <a:pt x="44281" y="81916"/>
                  </a:cubicBezTo>
                  <a:lnTo>
                    <a:pt x="44281" y="82016"/>
                  </a:lnTo>
                  <a:lnTo>
                    <a:pt x="44281" y="83037"/>
                  </a:lnTo>
                  <a:cubicBezTo>
                    <a:pt x="44257" y="83783"/>
                    <a:pt x="44182" y="84530"/>
                    <a:pt x="44033" y="85277"/>
                  </a:cubicBezTo>
                  <a:cubicBezTo>
                    <a:pt x="43560" y="85526"/>
                    <a:pt x="43062" y="85750"/>
                    <a:pt x="42614" y="85974"/>
                  </a:cubicBezTo>
                  <a:cubicBezTo>
                    <a:pt x="42639" y="83758"/>
                    <a:pt x="43037" y="81369"/>
                    <a:pt x="43809" y="78880"/>
                  </a:cubicBezTo>
                  <a:close/>
                  <a:moveTo>
                    <a:pt x="49235" y="85899"/>
                  </a:moveTo>
                  <a:cubicBezTo>
                    <a:pt x="49235" y="85899"/>
                    <a:pt x="49260" y="85899"/>
                    <a:pt x="49285" y="85949"/>
                  </a:cubicBezTo>
                  <a:cubicBezTo>
                    <a:pt x="49285" y="85974"/>
                    <a:pt x="49285" y="85999"/>
                    <a:pt x="49334" y="85999"/>
                  </a:cubicBezTo>
                  <a:lnTo>
                    <a:pt x="49260" y="85999"/>
                  </a:lnTo>
                  <a:cubicBezTo>
                    <a:pt x="49260" y="85974"/>
                    <a:pt x="49260" y="85949"/>
                    <a:pt x="49235" y="85899"/>
                  </a:cubicBezTo>
                  <a:close/>
                  <a:moveTo>
                    <a:pt x="43734" y="78482"/>
                  </a:moveTo>
                  <a:cubicBezTo>
                    <a:pt x="43734" y="78506"/>
                    <a:pt x="43759" y="78531"/>
                    <a:pt x="43759" y="78556"/>
                  </a:cubicBezTo>
                  <a:cubicBezTo>
                    <a:pt x="42912" y="81170"/>
                    <a:pt x="42440" y="83709"/>
                    <a:pt x="42440" y="86024"/>
                  </a:cubicBezTo>
                  <a:cubicBezTo>
                    <a:pt x="42415" y="86048"/>
                    <a:pt x="42390" y="86048"/>
                    <a:pt x="42390" y="86048"/>
                  </a:cubicBezTo>
                  <a:cubicBezTo>
                    <a:pt x="42390" y="83684"/>
                    <a:pt x="42863" y="81145"/>
                    <a:pt x="43734" y="78482"/>
                  </a:cubicBezTo>
                  <a:close/>
                  <a:moveTo>
                    <a:pt x="44008" y="85476"/>
                  </a:moveTo>
                  <a:lnTo>
                    <a:pt x="44008" y="85526"/>
                  </a:lnTo>
                  <a:cubicBezTo>
                    <a:pt x="43535" y="85750"/>
                    <a:pt x="43062" y="85999"/>
                    <a:pt x="42639" y="86223"/>
                  </a:cubicBezTo>
                  <a:lnTo>
                    <a:pt x="42639" y="86148"/>
                  </a:lnTo>
                  <a:cubicBezTo>
                    <a:pt x="43062" y="85949"/>
                    <a:pt x="43535" y="85725"/>
                    <a:pt x="44008" y="85476"/>
                  </a:cubicBezTo>
                  <a:close/>
                  <a:moveTo>
                    <a:pt x="54586" y="79527"/>
                  </a:moveTo>
                  <a:cubicBezTo>
                    <a:pt x="55931" y="81394"/>
                    <a:pt x="57075" y="83460"/>
                    <a:pt x="57996" y="85650"/>
                  </a:cubicBezTo>
                  <a:cubicBezTo>
                    <a:pt x="56284" y="86108"/>
                    <a:pt x="54653" y="86346"/>
                    <a:pt x="53148" y="86346"/>
                  </a:cubicBezTo>
                  <a:cubicBezTo>
                    <a:pt x="51789" y="86346"/>
                    <a:pt x="50531" y="86151"/>
                    <a:pt x="49409" y="85750"/>
                  </a:cubicBezTo>
                  <a:cubicBezTo>
                    <a:pt x="49235" y="84879"/>
                    <a:pt x="48986" y="84032"/>
                    <a:pt x="48662" y="83211"/>
                  </a:cubicBezTo>
                  <a:cubicBezTo>
                    <a:pt x="50654" y="82116"/>
                    <a:pt x="52620" y="80871"/>
                    <a:pt x="54586" y="79527"/>
                  </a:cubicBezTo>
                  <a:close/>
                  <a:moveTo>
                    <a:pt x="42440" y="86248"/>
                  </a:moveTo>
                  <a:lnTo>
                    <a:pt x="42440" y="86322"/>
                  </a:lnTo>
                  <a:cubicBezTo>
                    <a:pt x="42415" y="86322"/>
                    <a:pt x="42415" y="86347"/>
                    <a:pt x="42390" y="86347"/>
                  </a:cubicBezTo>
                  <a:lnTo>
                    <a:pt x="42390" y="86272"/>
                  </a:lnTo>
                  <a:cubicBezTo>
                    <a:pt x="42390" y="86272"/>
                    <a:pt x="42415" y="86248"/>
                    <a:pt x="42440" y="86248"/>
                  </a:cubicBezTo>
                  <a:close/>
                  <a:moveTo>
                    <a:pt x="58071" y="85849"/>
                  </a:moveTo>
                  <a:cubicBezTo>
                    <a:pt x="58071" y="85874"/>
                    <a:pt x="58071" y="85874"/>
                    <a:pt x="58096" y="85899"/>
                  </a:cubicBezTo>
                  <a:cubicBezTo>
                    <a:pt x="56354" y="86372"/>
                    <a:pt x="54686" y="86621"/>
                    <a:pt x="53143" y="86621"/>
                  </a:cubicBezTo>
                  <a:cubicBezTo>
                    <a:pt x="51823" y="86621"/>
                    <a:pt x="50579" y="86422"/>
                    <a:pt x="49484" y="86048"/>
                  </a:cubicBezTo>
                  <a:cubicBezTo>
                    <a:pt x="49484" y="86030"/>
                    <a:pt x="49484" y="86012"/>
                    <a:pt x="49474" y="86003"/>
                  </a:cubicBezTo>
                  <a:lnTo>
                    <a:pt x="49474" y="86003"/>
                  </a:lnTo>
                  <a:cubicBezTo>
                    <a:pt x="50592" y="86363"/>
                    <a:pt x="51841" y="86542"/>
                    <a:pt x="53185" y="86542"/>
                  </a:cubicBezTo>
                  <a:cubicBezTo>
                    <a:pt x="54709" y="86542"/>
                    <a:pt x="56355" y="86311"/>
                    <a:pt x="58071" y="85849"/>
                  </a:cubicBezTo>
                  <a:close/>
                  <a:moveTo>
                    <a:pt x="2664" y="79203"/>
                  </a:moveTo>
                  <a:cubicBezTo>
                    <a:pt x="2664" y="79253"/>
                    <a:pt x="2664" y="79278"/>
                    <a:pt x="2688" y="79278"/>
                  </a:cubicBezTo>
                  <a:cubicBezTo>
                    <a:pt x="2041" y="80722"/>
                    <a:pt x="1593" y="82190"/>
                    <a:pt x="1344" y="83734"/>
                  </a:cubicBezTo>
                  <a:lnTo>
                    <a:pt x="1344" y="83783"/>
                  </a:lnTo>
                  <a:cubicBezTo>
                    <a:pt x="1319" y="84082"/>
                    <a:pt x="1295" y="84356"/>
                    <a:pt x="1245" y="84605"/>
                  </a:cubicBezTo>
                  <a:lnTo>
                    <a:pt x="1245" y="84704"/>
                  </a:lnTo>
                  <a:cubicBezTo>
                    <a:pt x="1245" y="84854"/>
                    <a:pt x="1220" y="84978"/>
                    <a:pt x="1220" y="85127"/>
                  </a:cubicBezTo>
                  <a:cubicBezTo>
                    <a:pt x="1220" y="85227"/>
                    <a:pt x="1195" y="85327"/>
                    <a:pt x="1195" y="85401"/>
                  </a:cubicBezTo>
                  <a:lnTo>
                    <a:pt x="1195" y="85451"/>
                  </a:lnTo>
                  <a:cubicBezTo>
                    <a:pt x="1170" y="85874"/>
                    <a:pt x="1170" y="86322"/>
                    <a:pt x="1195" y="86745"/>
                  </a:cubicBezTo>
                  <a:cubicBezTo>
                    <a:pt x="1170" y="86646"/>
                    <a:pt x="1170" y="86571"/>
                    <a:pt x="1120" y="86472"/>
                  </a:cubicBezTo>
                  <a:cubicBezTo>
                    <a:pt x="1120" y="86123"/>
                    <a:pt x="1095" y="85775"/>
                    <a:pt x="1120" y="85451"/>
                  </a:cubicBezTo>
                  <a:cubicBezTo>
                    <a:pt x="1120" y="85327"/>
                    <a:pt x="1120" y="85227"/>
                    <a:pt x="1170" y="85103"/>
                  </a:cubicBezTo>
                  <a:cubicBezTo>
                    <a:pt x="1170" y="84953"/>
                    <a:pt x="1195" y="84779"/>
                    <a:pt x="1195" y="84605"/>
                  </a:cubicBezTo>
                  <a:cubicBezTo>
                    <a:pt x="1220" y="84331"/>
                    <a:pt x="1245" y="84032"/>
                    <a:pt x="1295" y="83783"/>
                  </a:cubicBezTo>
                  <a:lnTo>
                    <a:pt x="1295" y="83684"/>
                  </a:lnTo>
                  <a:cubicBezTo>
                    <a:pt x="1519" y="82165"/>
                    <a:pt x="1991" y="80647"/>
                    <a:pt x="2664" y="79203"/>
                  </a:cubicBezTo>
                  <a:close/>
                  <a:moveTo>
                    <a:pt x="448" y="82091"/>
                  </a:moveTo>
                  <a:cubicBezTo>
                    <a:pt x="573" y="84406"/>
                    <a:pt x="846" y="85999"/>
                    <a:pt x="946" y="86521"/>
                  </a:cubicBezTo>
                  <a:lnTo>
                    <a:pt x="946" y="86745"/>
                  </a:lnTo>
                  <a:lnTo>
                    <a:pt x="946" y="86770"/>
                  </a:lnTo>
                  <a:cubicBezTo>
                    <a:pt x="896" y="86646"/>
                    <a:pt x="871" y="86496"/>
                    <a:pt x="846" y="86347"/>
                  </a:cubicBezTo>
                  <a:cubicBezTo>
                    <a:pt x="846" y="86248"/>
                    <a:pt x="822" y="86148"/>
                    <a:pt x="822" y="86073"/>
                  </a:cubicBezTo>
                  <a:cubicBezTo>
                    <a:pt x="797" y="85974"/>
                    <a:pt x="797" y="85849"/>
                    <a:pt x="747" y="85750"/>
                  </a:cubicBezTo>
                  <a:cubicBezTo>
                    <a:pt x="672" y="85127"/>
                    <a:pt x="573" y="84480"/>
                    <a:pt x="548" y="83833"/>
                  </a:cubicBezTo>
                  <a:lnTo>
                    <a:pt x="548" y="83634"/>
                  </a:lnTo>
                  <a:cubicBezTo>
                    <a:pt x="498" y="83111"/>
                    <a:pt x="473" y="82613"/>
                    <a:pt x="448" y="82091"/>
                  </a:cubicBezTo>
                  <a:close/>
                  <a:moveTo>
                    <a:pt x="69571" y="80473"/>
                  </a:moveTo>
                  <a:cubicBezTo>
                    <a:pt x="69670" y="80597"/>
                    <a:pt x="69770" y="80747"/>
                    <a:pt x="69894" y="80871"/>
                  </a:cubicBezTo>
                  <a:cubicBezTo>
                    <a:pt x="67331" y="83012"/>
                    <a:pt x="64692" y="85103"/>
                    <a:pt x="61979" y="87069"/>
                  </a:cubicBezTo>
                  <a:cubicBezTo>
                    <a:pt x="61506" y="86496"/>
                    <a:pt x="61108" y="85874"/>
                    <a:pt x="60685" y="85252"/>
                  </a:cubicBezTo>
                  <a:cubicBezTo>
                    <a:pt x="63572" y="84157"/>
                    <a:pt x="66634" y="82539"/>
                    <a:pt x="69571" y="80473"/>
                  </a:cubicBezTo>
                  <a:close/>
                  <a:moveTo>
                    <a:pt x="60486" y="85351"/>
                  </a:moveTo>
                  <a:lnTo>
                    <a:pt x="61805" y="87218"/>
                  </a:lnTo>
                  <a:lnTo>
                    <a:pt x="61780" y="87243"/>
                  </a:lnTo>
                  <a:lnTo>
                    <a:pt x="60461" y="85376"/>
                  </a:lnTo>
                  <a:cubicBezTo>
                    <a:pt x="60461" y="85351"/>
                    <a:pt x="60486" y="85351"/>
                    <a:pt x="60486" y="85351"/>
                  </a:cubicBezTo>
                  <a:close/>
                  <a:moveTo>
                    <a:pt x="70019" y="81045"/>
                  </a:moveTo>
                  <a:cubicBezTo>
                    <a:pt x="70019" y="81070"/>
                    <a:pt x="70019" y="81070"/>
                    <a:pt x="70044" y="81120"/>
                  </a:cubicBezTo>
                  <a:cubicBezTo>
                    <a:pt x="67505" y="83261"/>
                    <a:pt x="64842" y="85351"/>
                    <a:pt x="62153" y="87293"/>
                  </a:cubicBezTo>
                  <a:cubicBezTo>
                    <a:pt x="62153" y="87268"/>
                    <a:pt x="62103" y="87268"/>
                    <a:pt x="62103" y="87243"/>
                  </a:cubicBezTo>
                  <a:cubicBezTo>
                    <a:pt x="64842" y="85277"/>
                    <a:pt x="67505" y="83236"/>
                    <a:pt x="70019" y="81045"/>
                  </a:cubicBezTo>
                  <a:close/>
                  <a:moveTo>
                    <a:pt x="43485" y="78407"/>
                  </a:moveTo>
                  <a:lnTo>
                    <a:pt x="43485" y="78407"/>
                  </a:lnTo>
                  <a:cubicBezTo>
                    <a:pt x="42639" y="81145"/>
                    <a:pt x="42166" y="83758"/>
                    <a:pt x="42191" y="86148"/>
                  </a:cubicBezTo>
                  <a:cubicBezTo>
                    <a:pt x="40050" y="87144"/>
                    <a:pt x="37934" y="88015"/>
                    <a:pt x="35843" y="88737"/>
                  </a:cubicBezTo>
                  <a:cubicBezTo>
                    <a:pt x="35918" y="88438"/>
                    <a:pt x="35943" y="88089"/>
                    <a:pt x="36018" y="87766"/>
                  </a:cubicBezTo>
                  <a:cubicBezTo>
                    <a:pt x="36042" y="87617"/>
                    <a:pt x="36067" y="87467"/>
                    <a:pt x="36092" y="87268"/>
                  </a:cubicBezTo>
                  <a:lnTo>
                    <a:pt x="36092" y="87243"/>
                  </a:lnTo>
                  <a:cubicBezTo>
                    <a:pt x="36167" y="86895"/>
                    <a:pt x="36267" y="86521"/>
                    <a:pt x="36341" y="86148"/>
                  </a:cubicBezTo>
                  <a:cubicBezTo>
                    <a:pt x="36391" y="86024"/>
                    <a:pt x="36416" y="85874"/>
                    <a:pt x="36441" y="85750"/>
                  </a:cubicBezTo>
                  <a:cubicBezTo>
                    <a:pt x="36515" y="85526"/>
                    <a:pt x="36565" y="85302"/>
                    <a:pt x="36640" y="85053"/>
                  </a:cubicBezTo>
                  <a:cubicBezTo>
                    <a:pt x="36690" y="84879"/>
                    <a:pt x="36715" y="84679"/>
                    <a:pt x="36789" y="84505"/>
                  </a:cubicBezTo>
                  <a:cubicBezTo>
                    <a:pt x="36814" y="84381"/>
                    <a:pt x="36839" y="84281"/>
                    <a:pt x="36889" y="84157"/>
                  </a:cubicBezTo>
                  <a:cubicBezTo>
                    <a:pt x="37013" y="83734"/>
                    <a:pt x="37138" y="83286"/>
                    <a:pt x="37287" y="82862"/>
                  </a:cubicBezTo>
                  <a:lnTo>
                    <a:pt x="37287" y="82813"/>
                  </a:lnTo>
                  <a:cubicBezTo>
                    <a:pt x="37312" y="82763"/>
                    <a:pt x="37312" y="82688"/>
                    <a:pt x="37337" y="82613"/>
                  </a:cubicBezTo>
                  <a:lnTo>
                    <a:pt x="37337" y="82564"/>
                  </a:lnTo>
                  <a:cubicBezTo>
                    <a:pt x="37436" y="82290"/>
                    <a:pt x="37561" y="82016"/>
                    <a:pt x="37660" y="81692"/>
                  </a:cubicBezTo>
                  <a:cubicBezTo>
                    <a:pt x="40125" y="80996"/>
                    <a:pt x="42116" y="79875"/>
                    <a:pt x="43485" y="78407"/>
                  </a:cubicBezTo>
                  <a:close/>
                  <a:moveTo>
                    <a:pt x="60262" y="85451"/>
                  </a:moveTo>
                  <a:cubicBezTo>
                    <a:pt x="60710" y="86098"/>
                    <a:pt x="61158" y="86720"/>
                    <a:pt x="61606" y="87368"/>
                  </a:cubicBezTo>
                  <a:cubicBezTo>
                    <a:pt x="60934" y="87841"/>
                    <a:pt x="60237" y="88313"/>
                    <a:pt x="59589" y="88762"/>
                  </a:cubicBezTo>
                  <a:cubicBezTo>
                    <a:pt x="59291" y="87816"/>
                    <a:pt x="58967" y="86870"/>
                    <a:pt x="58594" y="85974"/>
                  </a:cubicBezTo>
                  <a:cubicBezTo>
                    <a:pt x="59166" y="85824"/>
                    <a:pt x="59714" y="85625"/>
                    <a:pt x="60262" y="85451"/>
                  </a:cubicBezTo>
                  <a:close/>
                  <a:moveTo>
                    <a:pt x="37461" y="81792"/>
                  </a:moveTo>
                  <a:cubicBezTo>
                    <a:pt x="36963" y="83236"/>
                    <a:pt x="36565" y="84605"/>
                    <a:pt x="36217" y="85974"/>
                  </a:cubicBezTo>
                  <a:lnTo>
                    <a:pt x="36217" y="85999"/>
                  </a:lnTo>
                  <a:cubicBezTo>
                    <a:pt x="36092" y="86496"/>
                    <a:pt x="36018" y="86969"/>
                    <a:pt x="35918" y="87467"/>
                  </a:cubicBezTo>
                  <a:cubicBezTo>
                    <a:pt x="35918" y="87517"/>
                    <a:pt x="35893" y="87592"/>
                    <a:pt x="35893" y="87641"/>
                  </a:cubicBezTo>
                  <a:cubicBezTo>
                    <a:pt x="35818" y="88015"/>
                    <a:pt x="35769" y="88438"/>
                    <a:pt x="35694" y="88811"/>
                  </a:cubicBezTo>
                  <a:cubicBezTo>
                    <a:pt x="35644" y="88836"/>
                    <a:pt x="35644" y="88836"/>
                    <a:pt x="35594" y="88836"/>
                  </a:cubicBezTo>
                  <a:cubicBezTo>
                    <a:pt x="35769" y="87741"/>
                    <a:pt x="35968" y="86621"/>
                    <a:pt x="36291" y="85476"/>
                  </a:cubicBezTo>
                  <a:cubicBezTo>
                    <a:pt x="36316" y="85376"/>
                    <a:pt x="36341" y="85277"/>
                    <a:pt x="36391" y="85152"/>
                  </a:cubicBezTo>
                  <a:cubicBezTo>
                    <a:pt x="36690" y="84032"/>
                    <a:pt x="37038" y="82912"/>
                    <a:pt x="37436" y="81792"/>
                  </a:cubicBezTo>
                  <a:close/>
                  <a:moveTo>
                    <a:pt x="58395" y="85999"/>
                  </a:moveTo>
                  <a:cubicBezTo>
                    <a:pt x="58768" y="86944"/>
                    <a:pt x="59117" y="87865"/>
                    <a:pt x="59390" y="88836"/>
                  </a:cubicBezTo>
                  <a:cubicBezTo>
                    <a:pt x="59365" y="88836"/>
                    <a:pt x="59365" y="88861"/>
                    <a:pt x="59341" y="88861"/>
                  </a:cubicBezTo>
                  <a:cubicBezTo>
                    <a:pt x="59067" y="87915"/>
                    <a:pt x="58718" y="86969"/>
                    <a:pt x="58345" y="86024"/>
                  </a:cubicBezTo>
                  <a:cubicBezTo>
                    <a:pt x="58370" y="86024"/>
                    <a:pt x="58370" y="86024"/>
                    <a:pt x="58395" y="85999"/>
                  </a:cubicBezTo>
                  <a:close/>
                  <a:moveTo>
                    <a:pt x="42191" y="86372"/>
                  </a:moveTo>
                  <a:lnTo>
                    <a:pt x="42191" y="86422"/>
                  </a:lnTo>
                  <a:cubicBezTo>
                    <a:pt x="40050" y="87417"/>
                    <a:pt x="37909" y="88289"/>
                    <a:pt x="35818" y="89010"/>
                  </a:cubicBezTo>
                  <a:lnTo>
                    <a:pt x="35818" y="88961"/>
                  </a:lnTo>
                  <a:cubicBezTo>
                    <a:pt x="37909" y="88239"/>
                    <a:pt x="40050" y="87368"/>
                    <a:pt x="42191" y="86372"/>
                  </a:cubicBezTo>
                  <a:close/>
                  <a:moveTo>
                    <a:pt x="61705" y="87492"/>
                  </a:moveTo>
                  <a:cubicBezTo>
                    <a:pt x="61705" y="87517"/>
                    <a:pt x="61730" y="87517"/>
                    <a:pt x="61730" y="87567"/>
                  </a:cubicBezTo>
                  <a:cubicBezTo>
                    <a:pt x="61058" y="88065"/>
                    <a:pt x="60336" y="88513"/>
                    <a:pt x="59664" y="89010"/>
                  </a:cubicBezTo>
                  <a:cubicBezTo>
                    <a:pt x="59664" y="88986"/>
                    <a:pt x="59664" y="88986"/>
                    <a:pt x="59614" y="88961"/>
                  </a:cubicBezTo>
                  <a:cubicBezTo>
                    <a:pt x="60336" y="88463"/>
                    <a:pt x="61033" y="87990"/>
                    <a:pt x="61705" y="87492"/>
                  </a:cubicBezTo>
                  <a:close/>
                  <a:moveTo>
                    <a:pt x="80598" y="71263"/>
                  </a:moveTo>
                  <a:cubicBezTo>
                    <a:pt x="83211" y="73304"/>
                    <a:pt x="85875" y="75246"/>
                    <a:pt x="88364" y="76814"/>
                  </a:cubicBezTo>
                  <a:cubicBezTo>
                    <a:pt x="84804" y="81269"/>
                    <a:pt x="80448" y="85476"/>
                    <a:pt x="75520" y="89010"/>
                  </a:cubicBezTo>
                  <a:cubicBezTo>
                    <a:pt x="74101" y="86447"/>
                    <a:pt x="72384" y="83659"/>
                    <a:pt x="70492" y="80971"/>
                  </a:cubicBezTo>
                  <a:cubicBezTo>
                    <a:pt x="74051" y="77884"/>
                    <a:pt x="77436" y="74648"/>
                    <a:pt x="80598" y="71263"/>
                  </a:cubicBezTo>
                  <a:close/>
                  <a:moveTo>
                    <a:pt x="88948" y="88600"/>
                  </a:moveTo>
                  <a:lnTo>
                    <a:pt x="88948" y="88600"/>
                  </a:lnTo>
                  <a:cubicBezTo>
                    <a:pt x="88796" y="88744"/>
                    <a:pt x="88644" y="88888"/>
                    <a:pt x="88488" y="89035"/>
                  </a:cubicBezTo>
                  <a:lnTo>
                    <a:pt x="88470" y="89071"/>
                  </a:lnTo>
                  <a:lnTo>
                    <a:pt x="88470" y="89071"/>
                  </a:lnTo>
                  <a:lnTo>
                    <a:pt x="88563" y="88986"/>
                  </a:lnTo>
                  <a:lnTo>
                    <a:pt x="88948" y="88600"/>
                  </a:lnTo>
                  <a:close/>
                  <a:moveTo>
                    <a:pt x="35594" y="89010"/>
                  </a:moveTo>
                  <a:lnTo>
                    <a:pt x="35594" y="89085"/>
                  </a:lnTo>
                  <a:lnTo>
                    <a:pt x="35545" y="89085"/>
                  </a:lnTo>
                  <a:lnTo>
                    <a:pt x="35545" y="89060"/>
                  </a:lnTo>
                  <a:cubicBezTo>
                    <a:pt x="35570" y="89060"/>
                    <a:pt x="35594" y="89010"/>
                    <a:pt x="35594" y="89010"/>
                  </a:cubicBezTo>
                  <a:close/>
                  <a:moveTo>
                    <a:pt x="43983" y="85775"/>
                  </a:moveTo>
                  <a:lnTo>
                    <a:pt x="43983" y="85775"/>
                  </a:lnTo>
                  <a:cubicBezTo>
                    <a:pt x="43734" y="86895"/>
                    <a:pt x="43410" y="87990"/>
                    <a:pt x="42937" y="89085"/>
                  </a:cubicBezTo>
                  <a:cubicBezTo>
                    <a:pt x="42738" y="88239"/>
                    <a:pt x="42639" y="87343"/>
                    <a:pt x="42639" y="86447"/>
                  </a:cubicBezTo>
                  <a:cubicBezTo>
                    <a:pt x="43062" y="86223"/>
                    <a:pt x="43535" y="85999"/>
                    <a:pt x="43983" y="85775"/>
                  </a:cubicBezTo>
                  <a:close/>
                  <a:moveTo>
                    <a:pt x="59490" y="89060"/>
                  </a:moveTo>
                  <a:cubicBezTo>
                    <a:pt x="59490" y="89085"/>
                    <a:pt x="59490" y="89085"/>
                    <a:pt x="59540" y="89110"/>
                  </a:cubicBezTo>
                  <a:cubicBezTo>
                    <a:pt x="59490" y="89110"/>
                    <a:pt x="59490" y="89135"/>
                    <a:pt x="59465" y="89135"/>
                  </a:cubicBezTo>
                  <a:cubicBezTo>
                    <a:pt x="59440" y="89110"/>
                    <a:pt x="59440" y="89085"/>
                    <a:pt x="59440" y="89085"/>
                  </a:cubicBezTo>
                  <a:cubicBezTo>
                    <a:pt x="59465" y="89085"/>
                    <a:pt x="59465" y="89060"/>
                    <a:pt x="59490" y="89060"/>
                  </a:cubicBezTo>
                  <a:close/>
                  <a:moveTo>
                    <a:pt x="70318" y="81120"/>
                  </a:moveTo>
                  <a:cubicBezTo>
                    <a:pt x="72234" y="83833"/>
                    <a:pt x="73927" y="86571"/>
                    <a:pt x="75370" y="89160"/>
                  </a:cubicBezTo>
                  <a:lnTo>
                    <a:pt x="75346" y="89210"/>
                  </a:lnTo>
                  <a:cubicBezTo>
                    <a:pt x="73902" y="86596"/>
                    <a:pt x="72184" y="83833"/>
                    <a:pt x="70293" y="81145"/>
                  </a:cubicBezTo>
                  <a:lnTo>
                    <a:pt x="70318" y="81120"/>
                  </a:lnTo>
                  <a:close/>
                  <a:moveTo>
                    <a:pt x="88538" y="76938"/>
                  </a:moveTo>
                  <a:cubicBezTo>
                    <a:pt x="88563" y="76938"/>
                    <a:pt x="88563" y="76988"/>
                    <a:pt x="88588" y="76988"/>
                  </a:cubicBezTo>
                  <a:cubicBezTo>
                    <a:pt x="84978" y="81468"/>
                    <a:pt x="80598" y="85700"/>
                    <a:pt x="75644" y="89234"/>
                  </a:cubicBezTo>
                  <a:cubicBezTo>
                    <a:pt x="75619" y="89234"/>
                    <a:pt x="75619" y="89234"/>
                    <a:pt x="75619" y="89210"/>
                  </a:cubicBezTo>
                  <a:cubicBezTo>
                    <a:pt x="80573" y="85650"/>
                    <a:pt x="84954" y="81419"/>
                    <a:pt x="88538" y="76938"/>
                  </a:cubicBezTo>
                  <a:close/>
                  <a:moveTo>
                    <a:pt x="42440" y="86496"/>
                  </a:moveTo>
                  <a:cubicBezTo>
                    <a:pt x="42489" y="87492"/>
                    <a:pt x="42614" y="88413"/>
                    <a:pt x="42788" y="89334"/>
                  </a:cubicBezTo>
                  <a:cubicBezTo>
                    <a:pt x="42788" y="89359"/>
                    <a:pt x="42763" y="89384"/>
                    <a:pt x="42763" y="89434"/>
                  </a:cubicBezTo>
                  <a:cubicBezTo>
                    <a:pt x="42514" y="88513"/>
                    <a:pt x="42390" y="87567"/>
                    <a:pt x="42390" y="86521"/>
                  </a:cubicBezTo>
                  <a:cubicBezTo>
                    <a:pt x="42415" y="86521"/>
                    <a:pt x="42415" y="86496"/>
                    <a:pt x="42440" y="86496"/>
                  </a:cubicBezTo>
                  <a:close/>
                  <a:moveTo>
                    <a:pt x="44173" y="85695"/>
                  </a:moveTo>
                  <a:lnTo>
                    <a:pt x="44173" y="85695"/>
                  </a:lnTo>
                  <a:cubicBezTo>
                    <a:pt x="43924" y="86974"/>
                    <a:pt x="43528" y="88228"/>
                    <a:pt x="42987" y="89458"/>
                  </a:cubicBezTo>
                  <a:lnTo>
                    <a:pt x="42987" y="89434"/>
                  </a:lnTo>
                  <a:cubicBezTo>
                    <a:pt x="43528" y="88228"/>
                    <a:pt x="43924" y="86974"/>
                    <a:pt x="44173" y="85695"/>
                  </a:cubicBezTo>
                  <a:close/>
                  <a:moveTo>
                    <a:pt x="37187" y="81867"/>
                  </a:moveTo>
                  <a:lnTo>
                    <a:pt x="37187" y="81867"/>
                  </a:lnTo>
                  <a:cubicBezTo>
                    <a:pt x="36316" y="84306"/>
                    <a:pt x="35719" y="86671"/>
                    <a:pt x="35395" y="88911"/>
                  </a:cubicBezTo>
                  <a:cubicBezTo>
                    <a:pt x="34400" y="89259"/>
                    <a:pt x="33404" y="89558"/>
                    <a:pt x="32433" y="89832"/>
                  </a:cubicBezTo>
                  <a:cubicBezTo>
                    <a:pt x="32284" y="87268"/>
                    <a:pt x="32458" y="84779"/>
                    <a:pt x="32981" y="82489"/>
                  </a:cubicBezTo>
                  <a:cubicBezTo>
                    <a:pt x="34474" y="82389"/>
                    <a:pt x="35893" y="82215"/>
                    <a:pt x="37187" y="81867"/>
                  </a:cubicBezTo>
                  <a:close/>
                  <a:moveTo>
                    <a:pt x="93631" y="88605"/>
                  </a:moveTo>
                  <a:lnTo>
                    <a:pt x="93631" y="88605"/>
                  </a:lnTo>
                  <a:cubicBezTo>
                    <a:pt x="93444" y="88800"/>
                    <a:pt x="93259" y="88988"/>
                    <a:pt x="93093" y="89185"/>
                  </a:cubicBezTo>
                  <a:cubicBezTo>
                    <a:pt x="92862" y="89418"/>
                    <a:pt x="92629" y="89652"/>
                    <a:pt x="92395" y="89884"/>
                  </a:cubicBezTo>
                  <a:lnTo>
                    <a:pt x="92395" y="89884"/>
                  </a:lnTo>
                  <a:cubicBezTo>
                    <a:pt x="92440" y="89839"/>
                    <a:pt x="92482" y="89796"/>
                    <a:pt x="92520" y="89757"/>
                  </a:cubicBezTo>
                  <a:cubicBezTo>
                    <a:pt x="92794" y="89458"/>
                    <a:pt x="93143" y="89135"/>
                    <a:pt x="93441" y="88786"/>
                  </a:cubicBezTo>
                  <a:lnTo>
                    <a:pt x="93631" y="88605"/>
                  </a:lnTo>
                  <a:close/>
                  <a:moveTo>
                    <a:pt x="32807" y="82489"/>
                  </a:moveTo>
                  <a:cubicBezTo>
                    <a:pt x="32284" y="84804"/>
                    <a:pt x="32110" y="87293"/>
                    <a:pt x="32284" y="89882"/>
                  </a:cubicBezTo>
                  <a:cubicBezTo>
                    <a:pt x="32234" y="89882"/>
                    <a:pt x="32234" y="89882"/>
                    <a:pt x="32209" y="89931"/>
                  </a:cubicBezTo>
                  <a:cubicBezTo>
                    <a:pt x="32035" y="87343"/>
                    <a:pt x="32209" y="84804"/>
                    <a:pt x="32732" y="82489"/>
                  </a:cubicBezTo>
                  <a:close/>
                  <a:moveTo>
                    <a:pt x="35346" y="89110"/>
                  </a:moveTo>
                  <a:lnTo>
                    <a:pt x="35346" y="89160"/>
                  </a:lnTo>
                  <a:cubicBezTo>
                    <a:pt x="34400" y="89508"/>
                    <a:pt x="33429" y="89782"/>
                    <a:pt x="32458" y="90081"/>
                  </a:cubicBezTo>
                  <a:lnTo>
                    <a:pt x="32458" y="90031"/>
                  </a:lnTo>
                  <a:cubicBezTo>
                    <a:pt x="33404" y="89757"/>
                    <a:pt x="34350" y="89458"/>
                    <a:pt x="35346" y="89110"/>
                  </a:cubicBezTo>
                  <a:close/>
                  <a:moveTo>
                    <a:pt x="88737" y="77063"/>
                  </a:moveTo>
                  <a:cubicBezTo>
                    <a:pt x="88936" y="77187"/>
                    <a:pt x="89110" y="77312"/>
                    <a:pt x="89309" y="77411"/>
                  </a:cubicBezTo>
                  <a:cubicBezTo>
                    <a:pt x="89285" y="77436"/>
                    <a:pt x="89235" y="77511"/>
                    <a:pt x="89185" y="77536"/>
                  </a:cubicBezTo>
                  <a:cubicBezTo>
                    <a:pt x="89061" y="77685"/>
                    <a:pt x="88936" y="77809"/>
                    <a:pt x="88787" y="77959"/>
                  </a:cubicBezTo>
                  <a:cubicBezTo>
                    <a:pt x="88189" y="78631"/>
                    <a:pt x="87567" y="79278"/>
                    <a:pt x="86970" y="79900"/>
                  </a:cubicBezTo>
                  <a:cubicBezTo>
                    <a:pt x="86721" y="80149"/>
                    <a:pt x="86497" y="80398"/>
                    <a:pt x="86248" y="80647"/>
                  </a:cubicBezTo>
                  <a:cubicBezTo>
                    <a:pt x="85800" y="81145"/>
                    <a:pt x="85302" y="81618"/>
                    <a:pt x="84829" y="82116"/>
                  </a:cubicBezTo>
                  <a:cubicBezTo>
                    <a:pt x="84481" y="82439"/>
                    <a:pt x="84107" y="82788"/>
                    <a:pt x="83759" y="83136"/>
                  </a:cubicBezTo>
                  <a:cubicBezTo>
                    <a:pt x="83336" y="83534"/>
                    <a:pt x="82937" y="83933"/>
                    <a:pt x="82489" y="84381"/>
                  </a:cubicBezTo>
                  <a:cubicBezTo>
                    <a:pt x="82191" y="84655"/>
                    <a:pt x="81867" y="84978"/>
                    <a:pt x="81568" y="85252"/>
                  </a:cubicBezTo>
                  <a:cubicBezTo>
                    <a:pt x="80971" y="85775"/>
                    <a:pt x="80398" y="86297"/>
                    <a:pt x="79826" y="86845"/>
                  </a:cubicBezTo>
                  <a:cubicBezTo>
                    <a:pt x="79502" y="87119"/>
                    <a:pt x="79204" y="87368"/>
                    <a:pt x="78905" y="87641"/>
                  </a:cubicBezTo>
                  <a:lnTo>
                    <a:pt x="77511" y="88861"/>
                  </a:lnTo>
                  <a:cubicBezTo>
                    <a:pt x="77212" y="89135"/>
                    <a:pt x="76864" y="89434"/>
                    <a:pt x="76515" y="89707"/>
                  </a:cubicBezTo>
                  <a:lnTo>
                    <a:pt x="76043" y="90081"/>
                  </a:lnTo>
                  <a:cubicBezTo>
                    <a:pt x="75968" y="89857"/>
                    <a:pt x="75819" y="89633"/>
                    <a:pt x="75744" y="89434"/>
                  </a:cubicBezTo>
                  <a:cubicBezTo>
                    <a:pt x="80722" y="85849"/>
                    <a:pt x="85128" y="81593"/>
                    <a:pt x="88737" y="77063"/>
                  </a:cubicBezTo>
                  <a:close/>
                  <a:moveTo>
                    <a:pt x="32284" y="90081"/>
                  </a:moveTo>
                  <a:lnTo>
                    <a:pt x="32284" y="90106"/>
                  </a:lnTo>
                  <a:cubicBezTo>
                    <a:pt x="32234" y="90106"/>
                    <a:pt x="32234" y="90106"/>
                    <a:pt x="32209" y="90131"/>
                  </a:cubicBezTo>
                  <a:lnTo>
                    <a:pt x="32209" y="90081"/>
                  </a:lnTo>
                  <a:close/>
                  <a:moveTo>
                    <a:pt x="8040" y="73055"/>
                  </a:moveTo>
                  <a:cubicBezTo>
                    <a:pt x="9384" y="74424"/>
                    <a:pt x="10927" y="75669"/>
                    <a:pt x="12645" y="76789"/>
                  </a:cubicBezTo>
                  <a:lnTo>
                    <a:pt x="12670" y="76814"/>
                  </a:lnTo>
                  <a:cubicBezTo>
                    <a:pt x="12695" y="76864"/>
                    <a:pt x="12744" y="76913"/>
                    <a:pt x="12769" y="76938"/>
                  </a:cubicBezTo>
                  <a:lnTo>
                    <a:pt x="12894" y="77063"/>
                  </a:lnTo>
                  <a:cubicBezTo>
                    <a:pt x="12944" y="77162"/>
                    <a:pt x="13043" y="77237"/>
                    <a:pt x="13118" y="77312"/>
                  </a:cubicBezTo>
                  <a:cubicBezTo>
                    <a:pt x="13242" y="77411"/>
                    <a:pt x="13317" y="77536"/>
                    <a:pt x="13441" y="77635"/>
                  </a:cubicBezTo>
                  <a:cubicBezTo>
                    <a:pt x="13616" y="77785"/>
                    <a:pt x="13790" y="77934"/>
                    <a:pt x="13989" y="78108"/>
                  </a:cubicBezTo>
                  <a:cubicBezTo>
                    <a:pt x="14113" y="78183"/>
                    <a:pt x="14238" y="78282"/>
                    <a:pt x="14313" y="78382"/>
                  </a:cubicBezTo>
                  <a:cubicBezTo>
                    <a:pt x="14512" y="78531"/>
                    <a:pt x="14686" y="78656"/>
                    <a:pt x="14910" y="78805"/>
                  </a:cubicBezTo>
                  <a:cubicBezTo>
                    <a:pt x="15034" y="78905"/>
                    <a:pt x="15159" y="78954"/>
                    <a:pt x="15283" y="79029"/>
                  </a:cubicBezTo>
                  <a:cubicBezTo>
                    <a:pt x="15507" y="79154"/>
                    <a:pt x="15682" y="79303"/>
                    <a:pt x="15906" y="79427"/>
                  </a:cubicBezTo>
                  <a:lnTo>
                    <a:pt x="16279" y="79627"/>
                  </a:lnTo>
                  <a:lnTo>
                    <a:pt x="16304" y="79627"/>
                  </a:lnTo>
                  <a:cubicBezTo>
                    <a:pt x="15632" y="81618"/>
                    <a:pt x="15034" y="83559"/>
                    <a:pt x="14561" y="85501"/>
                  </a:cubicBezTo>
                  <a:cubicBezTo>
                    <a:pt x="13889" y="87019"/>
                    <a:pt x="13367" y="88587"/>
                    <a:pt x="12944" y="90155"/>
                  </a:cubicBezTo>
                  <a:cubicBezTo>
                    <a:pt x="9658" y="88861"/>
                    <a:pt x="7044" y="86770"/>
                    <a:pt x="5227" y="83958"/>
                  </a:cubicBezTo>
                  <a:lnTo>
                    <a:pt x="5227" y="83858"/>
                  </a:lnTo>
                  <a:lnTo>
                    <a:pt x="5227" y="83833"/>
                  </a:lnTo>
                  <a:cubicBezTo>
                    <a:pt x="5327" y="83111"/>
                    <a:pt x="5451" y="82389"/>
                    <a:pt x="5601" y="81668"/>
                  </a:cubicBezTo>
                  <a:cubicBezTo>
                    <a:pt x="5650" y="81593"/>
                    <a:pt x="5650" y="81493"/>
                    <a:pt x="5675" y="81419"/>
                  </a:cubicBezTo>
                  <a:cubicBezTo>
                    <a:pt x="6198" y="78730"/>
                    <a:pt x="7019" y="75918"/>
                    <a:pt x="8040" y="73055"/>
                  </a:cubicBezTo>
                  <a:close/>
                  <a:moveTo>
                    <a:pt x="14362" y="86397"/>
                  </a:moveTo>
                  <a:cubicBezTo>
                    <a:pt x="14313" y="86521"/>
                    <a:pt x="14288" y="86646"/>
                    <a:pt x="14288" y="86745"/>
                  </a:cubicBezTo>
                  <a:cubicBezTo>
                    <a:pt x="13865" y="87865"/>
                    <a:pt x="13491" y="89010"/>
                    <a:pt x="13192" y="90205"/>
                  </a:cubicBezTo>
                  <a:cubicBezTo>
                    <a:pt x="13168" y="90205"/>
                    <a:pt x="13143" y="90180"/>
                    <a:pt x="13143" y="90180"/>
                  </a:cubicBezTo>
                  <a:cubicBezTo>
                    <a:pt x="13441" y="88886"/>
                    <a:pt x="13865" y="87617"/>
                    <a:pt x="14362" y="86397"/>
                  </a:cubicBezTo>
                  <a:close/>
                  <a:moveTo>
                    <a:pt x="75570" y="89533"/>
                  </a:moveTo>
                  <a:cubicBezTo>
                    <a:pt x="75694" y="89757"/>
                    <a:pt x="75794" y="89981"/>
                    <a:pt x="75918" y="90205"/>
                  </a:cubicBezTo>
                  <a:lnTo>
                    <a:pt x="75893" y="90230"/>
                  </a:lnTo>
                  <a:lnTo>
                    <a:pt x="75520" y="89583"/>
                  </a:lnTo>
                  <a:lnTo>
                    <a:pt x="75570" y="89533"/>
                  </a:lnTo>
                  <a:close/>
                  <a:moveTo>
                    <a:pt x="89459" y="77511"/>
                  </a:moveTo>
                  <a:cubicBezTo>
                    <a:pt x="89484" y="77511"/>
                    <a:pt x="89484" y="77536"/>
                    <a:pt x="89509" y="77536"/>
                  </a:cubicBezTo>
                  <a:cubicBezTo>
                    <a:pt x="89110" y="77984"/>
                    <a:pt x="88737" y="78407"/>
                    <a:pt x="88339" y="78805"/>
                  </a:cubicBezTo>
                  <a:cubicBezTo>
                    <a:pt x="87990" y="79178"/>
                    <a:pt x="87642" y="79552"/>
                    <a:pt x="87318" y="79900"/>
                  </a:cubicBezTo>
                  <a:cubicBezTo>
                    <a:pt x="86945" y="80299"/>
                    <a:pt x="86522" y="80722"/>
                    <a:pt x="86148" y="81120"/>
                  </a:cubicBezTo>
                  <a:cubicBezTo>
                    <a:pt x="85949" y="81344"/>
                    <a:pt x="85750" y="81543"/>
                    <a:pt x="85526" y="81742"/>
                  </a:cubicBezTo>
                  <a:cubicBezTo>
                    <a:pt x="84879" y="82414"/>
                    <a:pt x="84207" y="83086"/>
                    <a:pt x="83510" y="83734"/>
                  </a:cubicBezTo>
                  <a:lnTo>
                    <a:pt x="82863" y="84381"/>
                  </a:lnTo>
                  <a:cubicBezTo>
                    <a:pt x="82340" y="84879"/>
                    <a:pt x="81792" y="85376"/>
                    <a:pt x="81245" y="85874"/>
                  </a:cubicBezTo>
                  <a:cubicBezTo>
                    <a:pt x="80847" y="86248"/>
                    <a:pt x="80473" y="86596"/>
                    <a:pt x="80050" y="86969"/>
                  </a:cubicBezTo>
                  <a:cubicBezTo>
                    <a:pt x="79677" y="87318"/>
                    <a:pt x="79303" y="87617"/>
                    <a:pt x="78930" y="87965"/>
                  </a:cubicBezTo>
                  <a:cubicBezTo>
                    <a:pt x="78532" y="88338"/>
                    <a:pt x="78108" y="88712"/>
                    <a:pt x="77660" y="89060"/>
                  </a:cubicBezTo>
                  <a:lnTo>
                    <a:pt x="76441" y="90081"/>
                  </a:lnTo>
                  <a:cubicBezTo>
                    <a:pt x="76366" y="90131"/>
                    <a:pt x="76291" y="90205"/>
                    <a:pt x="76192" y="90255"/>
                  </a:cubicBezTo>
                  <a:cubicBezTo>
                    <a:pt x="76192" y="90230"/>
                    <a:pt x="76167" y="90230"/>
                    <a:pt x="76167" y="90205"/>
                  </a:cubicBezTo>
                  <a:cubicBezTo>
                    <a:pt x="76341" y="90106"/>
                    <a:pt x="76491" y="89981"/>
                    <a:pt x="76640" y="89857"/>
                  </a:cubicBezTo>
                  <a:cubicBezTo>
                    <a:pt x="76914" y="89608"/>
                    <a:pt x="77212" y="89384"/>
                    <a:pt x="77511" y="89135"/>
                  </a:cubicBezTo>
                  <a:cubicBezTo>
                    <a:pt x="78034" y="88712"/>
                    <a:pt x="78581" y="88239"/>
                    <a:pt x="79079" y="87766"/>
                  </a:cubicBezTo>
                  <a:lnTo>
                    <a:pt x="79901" y="87019"/>
                  </a:lnTo>
                  <a:cubicBezTo>
                    <a:pt x="80523" y="86472"/>
                    <a:pt x="81145" y="85899"/>
                    <a:pt x="81743" y="85351"/>
                  </a:cubicBezTo>
                  <a:cubicBezTo>
                    <a:pt x="81991" y="85103"/>
                    <a:pt x="82265" y="84854"/>
                    <a:pt x="82514" y="84605"/>
                  </a:cubicBezTo>
                  <a:cubicBezTo>
                    <a:pt x="83062" y="84107"/>
                    <a:pt x="83560" y="83609"/>
                    <a:pt x="84082" y="83111"/>
                  </a:cubicBezTo>
                  <a:lnTo>
                    <a:pt x="84655" y="82514"/>
                  </a:lnTo>
                  <a:cubicBezTo>
                    <a:pt x="85277" y="81892"/>
                    <a:pt x="85899" y="81269"/>
                    <a:pt x="86497" y="80647"/>
                  </a:cubicBezTo>
                  <a:lnTo>
                    <a:pt x="86995" y="80149"/>
                  </a:lnTo>
                  <a:cubicBezTo>
                    <a:pt x="87692" y="79427"/>
                    <a:pt x="88364" y="78730"/>
                    <a:pt x="89011" y="78009"/>
                  </a:cubicBezTo>
                  <a:cubicBezTo>
                    <a:pt x="89061" y="77984"/>
                    <a:pt x="89085" y="77934"/>
                    <a:pt x="89085" y="77909"/>
                  </a:cubicBezTo>
                  <a:cubicBezTo>
                    <a:pt x="89210" y="77785"/>
                    <a:pt x="89334" y="77635"/>
                    <a:pt x="89459" y="77511"/>
                  </a:cubicBezTo>
                  <a:close/>
                  <a:moveTo>
                    <a:pt x="5202" y="84256"/>
                  </a:moveTo>
                  <a:cubicBezTo>
                    <a:pt x="7044" y="86994"/>
                    <a:pt x="9633" y="89060"/>
                    <a:pt x="12919" y="90305"/>
                  </a:cubicBezTo>
                  <a:lnTo>
                    <a:pt x="12919" y="90355"/>
                  </a:lnTo>
                  <a:cubicBezTo>
                    <a:pt x="9658" y="89110"/>
                    <a:pt x="7044" y="87094"/>
                    <a:pt x="5202" y="84356"/>
                  </a:cubicBezTo>
                  <a:cubicBezTo>
                    <a:pt x="5178" y="84331"/>
                    <a:pt x="5202" y="84281"/>
                    <a:pt x="5202" y="84256"/>
                  </a:cubicBezTo>
                  <a:close/>
                  <a:moveTo>
                    <a:pt x="14064" y="87890"/>
                  </a:moveTo>
                  <a:lnTo>
                    <a:pt x="14064" y="87890"/>
                  </a:lnTo>
                  <a:cubicBezTo>
                    <a:pt x="13914" y="88737"/>
                    <a:pt x="13790" y="89558"/>
                    <a:pt x="13690" y="90355"/>
                  </a:cubicBezTo>
                  <a:cubicBezTo>
                    <a:pt x="13616" y="90330"/>
                    <a:pt x="13491" y="90305"/>
                    <a:pt x="13392" y="90255"/>
                  </a:cubicBezTo>
                  <a:cubicBezTo>
                    <a:pt x="13566" y="89483"/>
                    <a:pt x="13790" y="88662"/>
                    <a:pt x="14064" y="87890"/>
                  </a:cubicBezTo>
                  <a:close/>
                  <a:moveTo>
                    <a:pt x="13118" y="90355"/>
                  </a:moveTo>
                  <a:cubicBezTo>
                    <a:pt x="13143" y="90379"/>
                    <a:pt x="13168" y="90379"/>
                    <a:pt x="13168" y="90379"/>
                  </a:cubicBezTo>
                  <a:lnTo>
                    <a:pt x="13168" y="90454"/>
                  </a:lnTo>
                  <a:lnTo>
                    <a:pt x="13118" y="90454"/>
                  </a:lnTo>
                  <a:cubicBezTo>
                    <a:pt x="13068" y="90379"/>
                    <a:pt x="13068" y="90379"/>
                    <a:pt x="13118" y="90355"/>
                  </a:cubicBezTo>
                  <a:close/>
                  <a:moveTo>
                    <a:pt x="14611" y="86496"/>
                  </a:moveTo>
                  <a:lnTo>
                    <a:pt x="14611" y="86496"/>
                  </a:lnTo>
                  <a:cubicBezTo>
                    <a:pt x="14313" y="87841"/>
                    <a:pt x="14113" y="89135"/>
                    <a:pt x="13939" y="90454"/>
                  </a:cubicBezTo>
                  <a:cubicBezTo>
                    <a:pt x="13914" y="90454"/>
                    <a:pt x="13889" y="90404"/>
                    <a:pt x="13865" y="90404"/>
                  </a:cubicBezTo>
                  <a:cubicBezTo>
                    <a:pt x="14014" y="89234"/>
                    <a:pt x="14188" y="88040"/>
                    <a:pt x="14437" y="86845"/>
                  </a:cubicBezTo>
                  <a:cubicBezTo>
                    <a:pt x="14487" y="86720"/>
                    <a:pt x="14537" y="86621"/>
                    <a:pt x="14611" y="86496"/>
                  </a:cubicBezTo>
                  <a:close/>
                  <a:moveTo>
                    <a:pt x="75993" y="90379"/>
                  </a:moveTo>
                  <a:cubicBezTo>
                    <a:pt x="75993" y="90404"/>
                    <a:pt x="76018" y="90404"/>
                    <a:pt x="76018" y="90454"/>
                  </a:cubicBezTo>
                  <a:lnTo>
                    <a:pt x="75993" y="90479"/>
                  </a:lnTo>
                  <a:cubicBezTo>
                    <a:pt x="75993" y="90454"/>
                    <a:pt x="75993" y="90404"/>
                    <a:pt x="75968" y="90404"/>
                  </a:cubicBezTo>
                  <a:lnTo>
                    <a:pt x="75993" y="90379"/>
                  </a:lnTo>
                  <a:close/>
                  <a:moveTo>
                    <a:pt x="13317" y="90454"/>
                  </a:moveTo>
                  <a:cubicBezTo>
                    <a:pt x="13441" y="90479"/>
                    <a:pt x="13541" y="90504"/>
                    <a:pt x="13665" y="90579"/>
                  </a:cubicBezTo>
                  <a:lnTo>
                    <a:pt x="13665" y="90628"/>
                  </a:lnTo>
                  <a:cubicBezTo>
                    <a:pt x="13541" y="90603"/>
                    <a:pt x="13441" y="90579"/>
                    <a:pt x="13317" y="90529"/>
                  </a:cubicBezTo>
                  <a:lnTo>
                    <a:pt x="13317" y="90454"/>
                  </a:lnTo>
                  <a:close/>
                  <a:moveTo>
                    <a:pt x="88470" y="89071"/>
                  </a:moveTo>
                  <a:lnTo>
                    <a:pt x="88239" y="89284"/>
                  </a:lnTo>
                  <a:lnTo>
                    <a:pt x="87044" y="90404"/>
                  </a:lnTo>
                  <a:cubicBezTo>
                    <a:pt x="86970" y="90479"/>
                    <a:pt x="86895" y="90563"/>
                    <a:pt x="86820" y="90634"/>
                  </a:cubicBezTo>
                  <a:lnTo>
                    <a:pt x="86820" y="90634"/>
                  </a:lnTo>
                  <a:cubicBezTo>
                    <a:pt x="86870" y="90588"/>
                    <a:pt x="86920" y="90544"/>
                    <a:pt x="86970" y="90504"/>
                  </a:cubicBezTo>
                  <a:cubicBezTo>
                    <a:pt x="87368" y="90131"/>
                    <a:pt x="87791" y="89757"/>
                    <a:pt x="88189" y="89359"/>
                  </a:cubicBezTo>
                  <a:lnTo>
                    <a:pt x="88289" y="89259"/>
                  </a:lnTo>
                  <a:lnTo>
                    <a:pt x="88463" y="89085"/>
                  </a:lnTo>
                  <a:lnTo>
                    <a:pt x="88470" y="89071"/>
                  </a:lnTo>
                  <a:close/>
                  <a:moveTo>
                    <a:pt x="86820" y="90634"/>
                  </a:moveTo>
                  <a:lnTo>
                    <a:pt x="86820" y="90634"/>
                  </a:lnTo>
                  <a:cubicBezTo>
                    <a:pt x="86813" y="90640"/>
                    <a:pt x="86806" y="90647"/>
                    <a:pt x="86799" y="90654"/>
                  </a:cubicBezTo>
                  <a:lnTo>
                    <a:pt x="86799" y="90654"/>
                  </a:lnTo>
                  <a:cubicBezTo>
                    <a:pt x="86806" y="90647"/>
                    <a:pt x="86813" y="90641"/>
                    <a:pt x="86820" y="90634"/>
                  </a:cubicBezTo>
                  <a:close/>
                  <a:moveTo>
                    <a:pt x="13865" y="90603"/>
                  </a:moveTo>
                  <a:cubicBezTo>
                    <a:pt x="13889" y="90603"/>
                    <a:pt x="13889" y="90603"/>
                    <a:pt x="13914" y="90628"/>
                  </a:cubicBezTo>
                  <a:lnTo>
                    <a:pt x="13914" y="90678"/>
                  </a:lnTo>
                  <a:cubicBezTo>
                    <a:pt x="13889" y="90678"/>
                    <a:pt x="13889" y="90678"/>
                    <a:pt x="13865" y="90628"/>
                  </a:cubicBezTo>
                  <a:cubicBezTo>
                    <a:pt x="13815" y="90628"/>
                    <a:pt x="13865" y="90628"/>
                    <a:pt x="13865" y="90603"/>
                  </a:cubicBezTo>
                  <a:close/>
                  <a:moveTo>
                    <a:pt x="27505" y="82265"/>
                  </a:moveTo>
                  <a:cubicBezTo>
                    <a:pt x="28849" y="82464"/>
                    <a:pt x="30193" y="82539"/>
                    <a:pt x="31537" y="82539"/>
                  </a:cubicBezTo>
                  <a:cubicBezTo>
                    <a:pt x="31861" y="82539"/>
                    <a:pt x="32184" y="82514"/>
                    <a:pt x="32533" y="82514"/>
                  </a:cubicBezTo>
                  <a:cubicBezTo>
                    <a:pt x="32035" y="84854"/>
                    <a:pt x="31861" y="87368"/>
                    <a:pt x="31985" y="89956"/>
                  </a:cubicBezTo>
                  <a:cubicBezTo>
                    <a:pt x="29621" y="90603"/>
                    <a:pt x="27355" y="91027"/>
                    <a:pt x="25190" y="91300"/>
                  </a:cubicBezTo>
                  <a:cubicBezTo>
                    <a:pt x="25613" y="88388"/>
                    <a:pt x="26385" y="85376"/>
                    <a:pt x="27505" y="82265"/>
                  </a:cubicBezTo>
                  <a:close/>
                  <a:moveTo>
                    <a:pt x="1743" y="90504"/>
                  </a:moveTo>
                  <a:lnTo>
                    <a:pt x="1743" y="90504"/>
                  </a:lnTo>
                  <a:cubicBezTo>
                    <a:pt x="1792" y="90579"/>
                    <a:pt x="1792" y="90603"/>
                    <a:pt x="1817" y="90678"/>
                  </a:cubicBezTo>
                  <a:lnTo>
                    <a:pt x="1817" y="90703"/>
                  </a:lnTo>
                  <a:cubicBezTo>
                    <a:pt x="1842" y="90803"/>
                    <a:pt x="1917" y="90877"/>
                    <a:pt x="1942" y="90977"/>
                  </a:cubicBezTo>
                  <a:cubicBezTo>
                    <a:pt x="1964" y="91090"/>
                    <a:pt x="1997" y="91204"/>
                    <a:pt x="2036" y="91318"/>
                  </a:cubicBezTo>
                  <a:lnTo>
                    <a:pt x="2036" y="91318"/>
                  </a:lnTo>
                  <a:cubicBezTo>
                    <a:pt x="1991" y="91249"/>
                    <a:pt x="1991" y="91224"/>
                    <a:pt x="1967" y="91176"/>
                  </a:cubicBezTo>
                  <a:cubicBezTo>
                    <a:pt x="1917" y="90952"/>
                    <a:pt x="1817" y="90728"/>
                    <a:pt x="1743" y="90504"/>
                  </a:cubicBezTo>
                  <a:close/>
                  <a:moveTo>
                    <a:pt x="27355" y="82240"/>
                  </a:moveTo>
                  <a:cubicBezTo>
                    <a:pt x="26235" y="85351"/>
                    <a:pt x="25439" y="88388"/>
                    <a:pt x="24991" y="91325"/>
                  </a:cubicBezTo>
                  <a:cubicBezTo>
                    <a:pt x="24991" y="91313"/>
                    <a:pt x="24985" y="91307"/>
                    <a:pt x="24975" y="91307"/>
                  </a:cubicBezTo>
                  <a:cubicBezTo>
                    <a:pt x="24966" y="91307"/>
                    <a:pt x="24954" y="91313"/>
                    <a:pt x="24941" y="91325"/>
                  </a:cubicBezTo>
                  <a:cubicBezTo>
                    <a:pt x="25364" y="88388"/>
                    <a:pt x="26186" y="85351"/>
                    <a:pt x="27306" y="82240"/>
                  </a:cubicBezTo>
                  <a:close/>
                  <a:moveTo>
                    <a:pt x="18146" y="80373"/>
                  </a:moveTo>
                  <a:cubicBezTo>
                    <a:pt x="18270" y="80398"/>
                    <a:pt x="18395" y="80473"/>
                    <a:pt x="18544" y="80498"/>
                  </a:cubicBezTo>
                  <a:cubicBezTo>
                    <a:pt x="18793" y="80597"/>
                    <a:pt x="19042" y="80647"/>
                    <a:pt x="19291" y="80747"/>
                  </a:cubicBezTo>
                  <a:cubicBezTo>
                    <a:pt x="19465" y="80772"/>
                    <a:pt x="19639" y="80846"/>
                    <a:pt x="19838" y="80871"/>
                  </a:cubicBezTo>
                  <a:lnTo>
                    <a:pt x="20585" y="81045"/>
                  </a:lnTo>
                  <a:cubicBezTo>
                    <a:pt x="20734" y="81095"/>
                    <a:pt x="20909" y="81120"/>
                    <a:pt x="21083" y="81145"/>
                  </a:cubicBezTo>
                  <a:cubicBezTo>
                    <a:pt x="21158" y="81170"/>
                    <a:pt x="21257" y="81170"/>
                    <a:pt x="21357" y="81170"/>
                  </a:cubicBezTo>
                  <a:lnTo>
                    <a:pt x="21904" y="81269"/>
                  </a:lnTo>
                  <a:cubicBezTo>
                    <a:pt x="22153" y="81294"/>
                    <a:pt x="22402" y="81344"/>
                    <a:pt x="22651" y="81344"/>
                  </a:cubicBezTo>
                  <a:cubicBezTo>
                    <a:pt x="22751" y="81344"/>
                    <a:pt x="22850" y="81369"/>
                    <a:pt x="22975" y="81369"/>
                  </a:cubicBezTo>
                  <a:cubicBezTo>
                    <a:pt x="24344" y="81742"/>
                    <a:pt x="25738" y="82016"/>
                    <a:pt x="27131" y="82240"/>
                  </a:cubicBezTo>
                  <a:cubicBezTo>
                    <a:pt x="26011" y="85376"/>
                    <a:pt x="25215" y="88463"/>
                    <a:pt x="24767" y="91375"/>
                  </a:cubicBezTo>
                  <a:cubicBezTo>
                    <a:pt x="23653" y="91474"/>
                    <a:pt x="22564" y="91525"/>
                    <a:pt x="21506" y="91525"/>
                  </a:cubicBezTo>
                  <a:cubicBezTo>
                    <a:pt x="18829" y="91525"/>
                    <a:pt x="16343" y="91200"/>
                    <a:pt x="14113" y="90504"/>
                  </a:cubicBezTo>
                  <a:cubicBezTo>
                    <a:pt x="14288" y="88911"/>
                    <a:pt x="14561" y="87268"/>
                    <a:pt x="14985" y="85625"/>
                  </a:cubicBezTo>
                  <a:cubicBezTo>
                    <a:pt x="15806" y="83783"/>
                    <a:pt x="16876" y="82016"/>
                    <a:pt x="18146" y="80373"/>
                  </a:cubicBezTo>
                  <a:close/>
                  <a:moveTo>
                    <a:pt x="32035" y="90131"/>
                  </a:moveTo>
                  <a:lnTo>
                    <a:pt x="32035" y="90205"/>
                  </a:lnTo>
                  <a:cubicBezTo>
                    <a:pt x="29670" y="90852"/>
                    <a:pt x="27355" y="91300"/>
                    <a:pt x="25140" y="91549"/>
                  </a:cubicBezTo>
                  <a:cubicBezTo>
                    <a:pt x="25140" y="91500"/>
                    <a:pt x="25140" y="91475"/>
                    <a:pt x="25190" y="91475"/>
                  </a:cubicBezTo>
                  <a:cubicBezTo>
                    <a:pt x="27380" y="91226"/>
                    <a:pt x="29670" y="90803"/>
                    <a:pt x="32035" y="90131"/>
                  </a:cubicBezTo>
                  <a:close/>
                  <a:moveTo>
                    <a:pt x="24966" y="91500"/>
                  </a:moveTo>
                  <a:lnTo>
                    <a:pt x="24966" y="91574"/>
                  </a:lnTo>
                  <a:lnTo>
                    <a:pt x="24891" y="91574"/>
                  </a:lnTo>
                  <a:lnTo>
                    <a:pt x="24891" y="91500"/>
                  </a:lnTo>
                  <a:close/>
                  <a:moveTo>
                    <a:pt x="2041" y="91332"/>
                  </a:moveTo>
                  <a:cubicBezTo>
                    <a:pt x="2071" y="91418"/>
                    <a:pt x="2104" y="91504"/>
                    <a:pt x="2138" y="91591"/>
                  </a:cubicBezTo>
                  <a:lnTo>
                    <a:pt x="2138" y="91591"/>
                  </a:lnTo>
                  <a:cubicBezTo>
                    <a:pt x="2119" y="91560"/>
                    <a:pt x="2101" y="91530"/>
                    <a:pt x="2091" y="91500"/>
                  </a:cubicBezTo>
                  <a:cubicBezTo>
                    <a:pt x="2091" y="91475"/>
                    <a:pt x="2091" y="91475"/>
                    <a:pt x="2066" y="91450"/>
                  </a:cubicBezTo>
                  <a:cubicBezTo>
                    <a:pt x="2043" y="91404"/>
                    <a:pt x="2041" y="91359"/>
                    <a:pt x="2041" y="91332"/>
                  </a:cubicBezTo>
                  <a:close/>
                  <a:moveTo>
                    <a:pt x="14064" y="90703"/>
                  </a:moveTo>
                  <a:cubicBezTo>
                    <a:pt x="16298" y="91389"/>
                    <a:pt x="18732" y="91715"/>
                    <a:pt x="21355" y="91715"/>
                  </a:cubicBezTo>
                  <a:cubicBezTo>
                    <a:pt x="22444" y="91715"/>
                    <a:pt x="23564" y="91659"/>
                    <a:pt x="24717" y="91549"/>
                  </a:cubicBezTo>
                  <a:lnTo>
                    <a:pt x="24717" y="91599"/>
                  </a:lnTo>
                  <a:cubicBezTo>
                    <a:pt x="23572" y="91724"/>
                    <a:pt x="22402" y="91798"/>
                    <a:pt x="21332" y="91798"/>
                  </a:cubicBezTo>
                  <a:cubicBezTo>
                    <a:pt x="18668" y="91798"/>
                    <a:pt x="16254" y="91450"/>
                    <a:pt x="14064" y="90753"/>
                  </a:cubicBezTo>
                  <a:lnTo>
                    <a:pt x="14064" y="90703"/>
                  </a:lnTo>
                  <a:close/>
                  <a:moveTo>
                    <a:pt x="46397" y="84505"/>
                  </a:moveTo>
                  <a:cubicBezTo>
                    <a:pt x="46422" y="84655"/>
                    <a:pt x="46422" y="84779"/>
                    <a:pt x="46447" y="84928"/>
                  </a:cubicBezTo>
                  <a:cubicBezTo>
                    <a:pt x="46497" y="85252"/>
                    <a:pt x="46522" y="85600"/>
                    <a:pt x="46547" y="85899"/>
                  </a:cubicBezTo>
                  <a:cubicBezTo>
                    <a:pt x="46547" y="85999"/>
                    <a:pt x="46547" y="86123"/>
                    <a:pt x="46571" y="86223"/>
                  </a:cubicBezTo>
                  <a:lnTo>
                    <a:pt x="46571" y="86372"/>
                  </a:lnTo>
                  <a:cubicBezTo>
                    <a:pt x="46571" y="86720"/>
                    <a:pt x="46621" y="87094"/>
                    <a:pt x="46571" y="87417"/>
                  </a:cubicBezTo>
                  <a:lnTo>
                    <a:pt x="46571" y="87865"/>
                  </a:lnTo>
                  <a:lnTo>
                    <a:pt x="46571" y="88139"/>
                  </a:lnTo>
                  <a:cubicBezTo>
                    <a:pt x="46571" y="88463"/>
                    <a:pt x="46547" y="88786"/>
                    <a:pt x="46522" y="89110"/>
                  </a:cubicBezTo>
                  <a:lnTo>
                    <a:pt x="46422" y="89857"/>
                  </a:lnTo>
                  <a:cubicBezTo>
                    <a:pt x="46397" y="90205"/>
                    <a:pt x="46323" y="90529"/>
                    <a:pt x="46273" y="90877"/>
                  </a:cubicBezTo>
                  <a:cubicBezTo>
                    <a:pt x="46248" y="91126"/>
                    <a:pt x="46173" y="91350"/>
                    <a:pt x="46123" y="91599"/>
                  </a:cubicBezTo>
                  <a:cubicBezTo>
                    <a:pt x="46072" y="91840"/>
                    <a:pt x="46008" y="92070"/>
                    <a:pt x="45949" y="92304"/>
                  </a:cubicBezTo>
                  <a:lnTo>
                    <a:pt x="45949" y="92304"/>
                  </a:lnTo>
                  <a:cubicBezTo>
                    <a:pt x="46584" y="89689"/>
                    <a:pt x="46716" y="87036"/>
                    <a:pt x="46372" y="84530"/>
                  </a:cubicBezTo>
                  <a:cubicBezTo>
                    <a:pt x="46372" y="84530"/>
                    <a:pt x="46397" y="84530"/>
                    <a:pt x="46397" y="84505"/>
                  </a:cubicBezTo>
                  <a:close/>
                  <a:moveTo>
                    <a:pt x="45914" y="92446"/>
                  </a:moveTo>
                  <a:cubicBezTo>
                    <a:pt x="45900" y="92503"/>
                    <a:pt x="45887" y="92561"/>
                    <a:pt x="45874" y="92620"/>
                  </a:cubicBezTo>
                  <a:cubicBezTo>
                    <a:pt x="45866" y="92645"/>
                    <a:pt x="45858" y="92670"/>
                    <a:pt x="45850" y="92695"/>
                  </a:cubicBezTo>
                  <a:lnTo>
                    <a:pt x="45850" y="92695"/>
                  </a:lnTo>
                  <a:cubicBezTo>
                    <a:pt x="45872" y="92612"/>
                    <a:pt x="45893" y="92529"/>
                    <a:pt x="45914" y="92446"/>
                  </a:cubicBezTo>
                  <a:close/>
                  <a:moveTo>
                    <a:pt x="45626" y="93490"/>
                  </a:moveTo>
                  <a:cubicBezTo>
                    <a:pt x="45626" y="93490"/>
                    <a:pt x="45626" y="93490"/>
                    <a:pt x="45626" y="93491"/>
                  </a:cubicBezTo>
                  <a:cubicBezTo>
                    <a:pt x="45624" y="93495"/>
                    <a:pt x="45623" y="93499"/>
                    <a:pt x="45622" y="93503"/>
                  </a:cubicBezTo>
                  <a:lnTo>
                    <a:pt x="45622" y="93503"/>
                  </a:lnTo>
                  <a:cubicBezTo>
                    <a:pt x="45623" y="93498"/>
                    <a:pt x="45624" y="93494"/>
                    <a:pt x="45626" y="93490"/>
                  </a:cubicBezTo>
                  <a:close/>
                  <a:moveTo>
                    <a:pt x="70143" y="81244"/>
                  </a:moveTo>
                  <a:cubicBezTo>
                    <a:pt x="72035" y="83908"/>
                    <a:pt x="73753" y="86696"/>
                    <a:pt x="75146" y="89259"/>
                  </a:cubicBezTo>
                  <a:cubicBezTo>
                    <a:pt x="72558" y="91101"/>
                    <a:pt x="69944" y="92620"/>
                    <a:pt x="67405" y="93864"/>
                  </a:cubicBezTo>
                  <a:cubicBezTo>
                    <a:pt x="65638" y="91923"/>
                    <a:pt x="63846" y="89707"/>
                    <a:pt x="62228" y="87442"/>
                  </a:cubicBezTo>
                  <a:cubicBezTo>
                    <a:pt x="64966" y="85476"/>
                    <a:pt x="67629" y="83410"/>
                    <a:pt x="70143" y="81244"/>
                  </a:cubicBezTo>
                  <a:close/>
                  <a:moveTo>
                    <a:pt x="46148" y="84655"/>
                  </a:moveTo>
                  <a:lnTo>
                    <a:pt x="46148" y="84655"/>
                  </a:lnTo>
                  <a:cubicBezTo>
                    <a:pt x="46547" y="87666"/>
                    <a:pt x="46223" y="90852"/>
                    <a:pt x="45227" y="93939"/>
                  </a:cubicBezTo>
                  <a:cubicBezTo>
                    <a:pt x="44232" y="92819"/>
                    <a:pt x="43510" y="91450"/>
                    <a:pt x="43062" y="89832"/>
                  </a:cubicBezTo>
                  <a:cubicBezTo>
                    <a:pt x="43734" y="88438"/>
                    <a:pt x="44182" y="86994"/>
                    <a:pt x="44481" y="85526"/>
                  </a:cubicBezTo>
                  <a:cubicBezTo>
                    <a:pt x="45028" y="85252"/>
                    <a:pt x="45601" y="84953"/>
                    <a:pt x="46148" y="84655"/>
                  </a:cubicBezTo>
                  <a:close/>
                  <a:moveTo>
                    <a:pt x="62079" y="87567"/>
                  </a:moveTo>
                  <a:cubicBezTo>
                    <a:pt x="63721" y="89832"/>
                    <a:pt x="65464" y="91997"/>
                    <a:pt x="67256" y="93964"/>
                  </a:cubicBezTo>
                  <a:cubicBezTo>
                    <a:pt x="67206" y="93964"/>
                    <a:pt x="67206" y="93989"/>
                    <a:pt x="67181" y="93989"/>
                  </a:cubicBezTo>
                  <a:lnTo>
                    <a:pt x="67156" y="93964"/>
                  </a:lnTo>
                  <a:cubicBezTo>
                    <a:pt x="65389" y="91997"/>
                    <a:pt x="63647" y="89832"/>
                    <a:pt x="62054" y="87592"/>
                  </a:cubicBezTo>
                  <a:lnTo>
                    <a:pt x="62079" y="87567"/>
                  </a:lnTo>
                  <a:close/>
                  <a:moveTo>
                    <a:pt x="75246" y="89458"/>
                  </a:moveTo>
                  <a:cubicBezTo>
                    <a:pt x="75246" y="89483"/>
                    <a:pt x="75271" y="89483"/>
                    <a:pt x="75271" y="89508"/>
                  </a:cubicBezTo>
                  <a:cubicBezTo>
                    <a:pt x="72732" y="91325"/>
                    <a:pt x="70118" y="92844"/>
                    <a:pt x="67555" y="94088"/>
                  </a:cubicBezTo>
                  <a:cubicBezTo>
                    <a:pt x="67555" y="94088"/>
                    <a:pt x="67530" y="94063"/>
                    <a:pt x="67530" y="94038"/>
                  </a:cubicBezTo>
                  <a:cubicBezTo>
                    <a:pt x="70069" y="92819"/>
                    <a:pt x="72657" y="91300"/>
                    <a:pt x="75246" y="89458"/>
                  </a:cubicBezTo>
                  <a:close/>
                  <a:moveTo>
                    <a:pt x="45568" y="93678"/>
                  </a:moveTo>
                  <a:cubicBezTo>
                    <a:pt x="45521" y="93837"/>
                    <a:pt x="45480" y="93988"/>
                    <a:pt x="45426" y="94113"/>
                  </a:cubicBezTo>
                  <a:cubicBezTo>
                    <a:pt x="45475" y="93968"/>
                    <a:pt x="45522" y="93823"/>
                    <a:pt x="45568" y="93678"/>
                  </a:cubicBezTo>
                  <a:close/>
                  <a:moveTo>
                    <a:pt x="42987" y="90056"/>
                  </a:moveTo>
                  <a:cubicBezTo>
                    <a:pt x="43435" y="91624"/>
                    <a:pt x="44157" y="92993"/>
                    <a:pt x="45153" y="94113"/>
                  </a:cubicBezTo>
                  <a:cubicBezTo>
                    <a:pt x="45153" y="94163"/>
                    <a:pt x="45128" y="94188"/>
                    <a:pt x="45128" y="94188"/>
                  </a:cubicBezTo>
                  <a:cubicBezTo>
                    <a:pt x="44132" y="93068"/>
                    <a:pt x="43385" y="91724"/>
                    <a:pt x="42912" y="90131"/>
                  </a:cubicBezTo>
                  <a:cubicBezTo>
                    <a:pt x="42937" y="90106"/>
                    <a:pt x="42937" y="90081"/>
                    <a:pt x="42987" y="90056"/>
                  </a:cubicBezTo>
                  <a:close/>
                  <a:moveTo>
                    <a:pt x="67331" y="94113"/>
                  </a:moveTo>
                  <a:cubicBezTo>
                    <a:pt x="67331" y="94138"/>
                    <a:pt x="67380" y="94138"/>
                    <a:pt x="67380" y="94188"/>
                  </a:cubicBezTo>
                  <a:cubicBezTo>
                    <a:pt x="67331" y="94188"/>
                    <a:pt x="67331" y="94213"/>
                    <a:pt x="67306" y="94213"/>
                  </a:cubicBezTo>
                  <a:cubicBezTo>
                    <a:pt x="67306" y="94188"/>
                    <a:pt x="67306" y="94138"/>
                    <a:pt x="67281" y="94138"/>
                  </a:cubicBezTo>
                  <a:cubicBezTo>
                    <a:pt x="67306" y="94138"/>
                    <a:pt x="67306" y="94113"/>
                    <a:pt x="67331" y="94113"/>
                  </a:cubicBezTo>
                  <a:close/>
                  <a:moveTo>
                    <a:pt x="45352" y="94312"/>
                  </a:moveTo>
                  <a:cubicBezTo>
                    <a:pt x="45377" y="94362"/>
                    <a:pt x="45352" y="94362"/>
                    <a:pt x="45352" y="94412"/>
                  </a:cubicBezTo>
                  <a:lnTo>
                    <a:pt x="45302" y="94362"/>
                  </a:lnTo>
                  <a:cubicBezTo>
                    <a:pt x="45302" y="94337"/>
                    <a:pt x="45302" y="94337"/>
                    <a:pt x="45352" y="94312"/>
                  </a:cubicBezTo>
                  <a:close/>
                  <a:moveTo>
                    <a:pt x="91319" y="90945"/>
                  </a:moveTo>
                  <a:cubicBezTo>
                    <a:pt x="90031" y="92197"/>
                    <a:pt x="88707" y="93432"/>
                    <a:pt x="87337" y="94644"/>
                  </a:cubicBezTo>
                  <a:lnTo>
                    <a:pt x="87337" y="94644"/>
                  </a:lnTo>
                  <a:cubicBezTo>
                    <a:pt x="88780" y="93361"/>
                    <a:pt x="90261" y="91967"/>
                    <a:pt x="91319" y="90945"/>
                  </a:cubicBezTo>
                  <a:close/>
                  <a:moveTo>
                    <a:pt x="58171" y="86098"/>
                  </a:moveTo>
                  <a:cubicBezTo>
                    <a:pt x="58544" y="87069"/>
                    <a:pt x="58917" y="88015"/>
                    <a:pt x="59191" y="89010"/>
                  </a:cubicBezTo>
                  <a:cubicBezTo>
                    <a:pt x="56055" y="91126"/>
                    <a:pt x="52869" y="93018"/>
                    <a:pt x="49733" y="94661"/>
                  </a:cubicBezTo>
                  <a:cubicBezTo>
                    <a:pt x="50131" y="91823"/>
                    <a:pt x="50081" y="88961"/>
                    <a:pt x="49509" y="86272"/>
                  </a:cubicBezTo>
                  <a:lnTo>
                    <a:pt x="49509" y="86272"/>
                  </a:lnTo>
                  <a:cubicBezTo>
                    <a:pt x="50629" y="86621"/>
                    <a:pt x="51848" y="86820"/>
                    <a:pt x="53143" y="86820"/>
                  </a:cubicBezTo>
                  <a:cubicBezTo>
                    <a:pt x="54711" y="86820"/>
                    <a:pt x="56379" y="86571"/>
                    <a:pt x="58171" y="86098"/>
                  </a:cubicBezTo>
                  <a:close/>
                  <a:moveTo>
                    <a:pt x="49286" y="86180"/>
                  </a:moveTo>
                  <a:cubicBezTo>
                    <a:pt x="49295" y="86198"/>
                    <a:pt x="49337" y="86200"/>
                    <a:pt x="49359" y="86223"/>
                  </a:cubicBezTo>
                  <a:cubicBezTo>
                    <a:pt x="49907" y="88961"/>
                    <a:pt x="50006" y="91848"/>
                    <a:pt x="49583" y="94735"/>
                  </a:cubicBezTo>
                  <a:cubicBezTo>
                    <a:pt x="49533" y="94735"/>
                    <a:pt x="49533" y="94760"/>
                    <a:pt x="49509" y="94760"/>
                  </a:cubicBezTo>
                  <a:cubicBezTo>
                    <a:pt x="49956" y="91850"/>
                    <a:pt x="49882" y="88916"/>
                    <a:pt x="49286" y="86180"/>
                  </a:cubicBezTo>
                  <a:close/>
                  <a:moveTo>
                    <a:pt x="59291" y="89160"/>
                  </a:moveTo>
                  <a:cubicBezTo>
                    <a:pt x="59291" y="89210"/>
                    <a:pt x="59291" y="89210"/>
                    <a:pt x="59316" y="89234"/>
                  </a:cubicBezTo>
                  <a:cubicBezTo>
                    <a:pt x="56130" y="91375"/>
                    <a:pt x="52944" y="93267"/>
                    <a:pt x="49733" y="94959"/>
                  </a:cubicBezTo>
                  <a:lnTo>
                    <a:pt x="49733" y="94860"/>
                  </a:lnTo>
                  <a:cubicBezTo>
                    <a:pt x="52894" y="93217"/>
                    <a:pt x="56080" y="91325"/>
                    <a:pt x="59291" y="89160"/>
                  </a:cubicBezTo>
                  <a:close/>
                  <a:moveTo>
                    <a:pt x="49509" y="94959"/>
                  </a:moveTo>
                  <a:lnTo>
                    <a:pt x="49509" y="95059"/>
                  </a:lnTo>
                  <a:cubicBezTo>
                    <a:pt x="49484" y="95059"/>
                    <a:pt x="49484" y="95084"/>
                    <a:pt x="49459" y="95084"/>
                  </a:cubicBezTo>
                  <a:lnTo>
                    <a:pt x="49459" y="94984"/>
                  </a:lnTo>
                  <a:cubicBezTo>
                    <a:pt x="49484" y="94984"/>
                    <a:pt x="49484" y="94959"/>
                    <a:pt x="49509" y="94959"/>
                  </a:cubicBezTo>
                  <a:close/>
                  <a:moveTo>
                    <a:pt x="2763" y="79552"/>
                  </a:moveTo>
                  <a:cubicBezTo>
                    <a:pt x="3261" y="81195"/>
                    <a:pt x="3933" y="82688"/>
                    <a:pt x="4754" y="84032"/>
                  </a:cubicBezTo>
                  <a:cubicBezTo>
                    <a:pt x="4680" y="84679"/>
                    <a:pt x="4605" y="85302"/>
                    <a:pt x="4555" y="85974"/>
                  </a:cubicBezTo>
                  <a:cubicBezTo>
                    <a:pt x="4555" y="86098"/>
                    <a:pt x="4505" y="86173"/>
                    <a:pt x="4505" y="86297"/>
                  </a:cubicBezTo>
                  <a:cubicBezTo>
                    <a:pt x="4456" y="86969"/>
                    <a:pt x="4431" y="87617"/>
                    <a:pt x="4381" y="88264"/>
                  </a:cubicBezTo>
                  <a:lnTo>
                    <a:pt x="4381" y="88712"/>
                  </a:lnTo>
                  <a:lnTo>
                    <a:pt x="4381" y="90255"/>
                  </a:lnTo>
                  <a:lnTo>
                    <a:pt x="4381" y="90703"/>
                  </a:lnTo>
                  <a:cubicBezTo>
                    <a:pt x="4431" y="91276"/>
                    <a:pt x="4456" y="91873"/>
                    <a:pt x="4505" y="92470"/>
                  </a:cubicBezTo>
                  <a:cubicBezTo>
                    <a:pt x="4505" y="92620"/>
                    <a:pt x="4555" y="92769"/>
                    <a:pt x="4580" y="92968"/>
                  </a:cubicBezTo>
                  <a:cubicBezTo>
                    <a:pt x="4655" y="93565"/>
                    <a:pt x="4729" y="94138"/>
                    <a:pt x="4829" y="94735"/>
                  </a:cubicBezTo>
                  <a:cubicBezTo>
                    <a:pt x="4829" y="94760"/>
                    <a:pt x="4854" y="94835"/>
                    <a:pt x="4854" y="94860"/>
                  </a:cubicBezTo>
                  <a:cubicBezTo>
                    <a:pt x="4879" y="95009"/>
                    <a:pt x="4929" y="95134"/>
                    <a:pt x="4953" y="95308"/>
                  </a:cubicBezTo>
                  <a:cubicBezTo>
                    <a:pt x="3360" y="93317"/>
                    <a:pt x="2215" y="90952"/>
                    <a:pt x="1494" y="88214"/>
                  </a:cubicBezTo>
                  <a:cubicBezTo>
                    <a:pt x="1444" y="87766"/>
                    <a:pt x="1419" y="87368"/>
                    <a:pt x="1369" y="86944"/>
                  </a:cubicBezTo>
                  <a:lnTo>
                    <a:pt x="1369" y="86745"/>
                  </a:lnTo>
                  <a:cubicBezTo>
                    <a:pt x="1344" y="86322"/>
                    <a:pt x="1344" y="85874"/>
                    <a:pt x="1369" y="85426"/>
                  </a:cubicBezTo>
                  <a:cubicBezTo>
                    <a:pt x="1369" y="85351"/>
                    <a:pt x="1369" y="85227"/>
                    <a:pt x="1394" y="85127"/>
                  </a:cubicBezTo>
                  <a:cubicBezTo>
                    <a:pt x="1394" y="84978"/>
                    <a:pt x="1444" y="84804"/>
                    <a:pt x="1444" y="84630"/>
                  </a:cubicBezTo>
                  <a:cubicBezTo>
                    <a:pt x="1593" y="82887"/>
                    <a:pt x="2066" y="81195"/>
                    <a:pt x="2763" y="79552"/>
                  </a:cubicBezTo>
                  <a:close/>
                  <a:moveTo>
                    <a:pt x="75395" y="89707"/>
                  </a:moveTo>
                  <a:cubicBezTo>
                    <a:pt x="75520" y="89907"/>
                    <a:pt x="75644" y="90155"/>
                    <a:pt x="75744" y="90379"/>
                  </a:cubicBezTo>
                  <a:cubicBezTo>
                    <a:pt x="75420" y="90628"/>
                    <a:pt x="75122" y="90902"/>
                    <a:pt x="74773" y="91151"/>
                  </a:cubicBezTo>
                  <a:cubicBezTo>
                    <a:pt x="74524" y="91375"/>
                    <a:pt x="74275" y="91574"/>
                    <a:pt x="74026" y="91773"/>
                  </a:cubicBezTo>
                  <a:cubicBezTo>
                    <a:pt x="73304" y="92346"/>
                    <a:pt x="72608" y="92893"/>
                    <a:pt x="71886" y="93441"/>
                  </a:cubicBezTo>
                  <a:cubicBezTo>
                    <a:pt x="71687" y="93590"/>
                    <a:pt x="71512" y="93715"/>
                    <a:pt x="71313" y="93864"/>
                  </a:cubicBezTo>
                  <a:cubicBezTo>
                    <a:pt x="70641" y="94387"/>
                    <a:pt x="69919" y="94934"/>
                    <a:pt x="69197" y="95432"/>
                  </a:cubicBezTo>
                  <a:cubicBezTo>
                    <a:pt x="69123" y="95457"/>
                    <a:pt x="69023" y="95532"/>
                    <a:pt x="68949" y="95582"/>
                  </a:cubicBezTo>
                  <a:cubicBezTo>
                    <a:pt x="68824" y="95457"/>
                    <a:pt x="68700" y="95308"/>
                    <a:pt x="68575" y="95183"/>
                  </a:cubicBezTo>
                  <a:cubicBezTo>
                    <a:pt x="68301" y="94860"/>
                    <a:pt x="68003" y="94561"/>
                    <a:pt x="67704" y="94238"/>
                  </a:cubicBezTo>
                  <a:cubicBezTo>
                    <a:pt x="70268" y="92993"/>
                    <a:pt x="72856" y="91475"/>
                    <a:pt x="75395" y="89707"/>
                  </a:cubicBezTo>
                  <a:close/>
                  <a:moveTo>
                    <a:pt x="4929" y="84331"/>
                  </a:moveTo>
                  <a:cubicBezTo>
                    <a:pt x="4953" y="84356"/>
                    <a:pt x="4953" y="84381"/>
                    <a:pt x="4978" y="84381"/>
                  </a:cubicBezTo>
                  <a:cubicBezTo>
                    <a:pt x="4929" y="84903"/>
                    <a:pt x="4854" y="85426"/>
                    <a:pt x="4804" y="85949"/>
                  </a:cubicBezTo>
                  <a:cubicBezTo>
                    <a:pt x="4804" y="86048"/>
                    <a:pt x="4779" y="86223"/>
                    <a:pt x="4779" y="86347"/>
                  </a:cubicBezTo>
                  <a:cubicBezTo>
                    <a:pt x="4705" y="86969"/>
                    <a:pt x="4680" y="87592"/>
                    <a:pt x="4655" y="88214"/>
                  </a:cubicBezTo>
                  <a:lnTo>
                    <a:pt x="4655" y="88388"/>
                  </a:lnTo>
                  <a:cubicBezTo>
                    <a:pt x="4605" y="89010"/>
                    <a:pt x="4655" y="89633"/>
                    <a:pt x="4655" y="90255"/>
                  </a:cubicBezTo>
                  <a:cubicBezTo>
                    <a:pt x="4655" y="90454"/>
                    <a:pt x="4655" y="90628"/>
                    <a:pt x="4680" y="90852"/>
                  </a:cubicBezTo>
                  <a:cubicBezTo>
                    <a:pt x="4705" y="91375"/>
                    <a:pt x="4729" y="91923"/>
                    <a:pt x="4779" y="92420"/>
                  </a:cubicBezTo>
                  <a:cubicBezTo>
                    <a:pt x="4779" y="92495"/>
                    <a:pt x="4779" y="92595"/>
                    <a:pt x="4804" y="92719"/>
                  </a:cubicBezTo>
                  <a:cubicBezTo>
                    <a:pt x="4854" y="93317"/>
                    <a:pt x="4953" y="93914"/>
                    <a:pt x="5053" y="94462"/>
                  </a:cubicBezTo>
                  <a:cubicBezTo>
                    <a:pt x="5078" y="94611"/>
                    <a:pt x="5103" y="94785"/>
                    <a:pt x="5128" y="94959"/>
                  </a:cubicBezTo>
                  <a:cubicBezTo>
                    <a:pt x="5202" y="95208"/>
                    <a:pt x="5227" y="95457"/>
                    <a:pt x="5302" y="95706"/>
                  </a:cubicBezTo>
                  <a:cubicBezTo>
                    <a:pt x="5277" y="95681"/>
                    <a:pt x="5277" y="95656"/>
                    <a:pt x="5227" y="95607"/>
                  </a:cubicBezTo>
                  <a:cubicBezTo>
                    <a:pt x="5178" y="95358"/>
                    <a:pt x="5103" y="95084"/>
                    <a:pt x="5053" y="94835"/>
                  </a:cubicBezTo>
                  <a:cubicBezTo>
                    <a:pt x="5028" y="94735"/>
                    <a:pt x="5028" y="94611"/>
                    <a:pt x="4978" y="94536"/>
                  </a:cubicBezTo>
                  <a:cubicBezTo>
                    <a:pt x="4904" y="94038"/>
                    <a:pt x="4829" y="93491"/>
                    <a:pt x="4754" y="92968"/>
                  </a:cubicBezTo>
                  <a:cubicBezTo>
                    <a:pt x="4729" y="92819"/>
                    <a:pt x="4729" y="92694"/>
                    <a:pt x="4705" y="92545"/>
                  </a:cubicBezTo>
                  <a:cubicBezTo>
                    <a:pt x="4630" y="91972"/>
                    <a:pt x="4605" y="91375"/>
                    <a:pt x="4580" y="90803"/>
                  </a:cubicBezTo>
                  <a:cubicBezTo>
                    <a:pt x="4580" y="90603"/>
                    <a:pt x="4580" y="90429"/>
                    <a:pt x="4555" y="90205"/>
                  </a:cubicBezTo>
                  <a:lnTo>
                    <a:pt x="4555" y="88712"/>
                  </a:lnTo>
                  <a:lnTo>
                    <a:pt x="4555" y="88264"/>
                  </a:lnTo>
                  <a:cubicBezTo>
                    <a:pt x="4580" y="87641"/>
                    <a:pt x="4605" y="87019"/>
                    <a:pt x="4680" y="86372"/>
                  </a:cubicBezTo>
                  <a:cubicBezTo>
                    <a:pt x="4680" y="86223"/>
                    <a:pt x="4705" y="86024"/>
                    <a:pt x="4705" y="85874"/>
                  </a:cubicBezTo>
                  <a:cubicBezTo>
                    <a:pt x="4804" y="85376"/>
                    <a:pt x="4854" y="84854"/>
                    <a:pt x="4929" y="84331"/>
                  </a:cubicBezTo>
                  <a:close/>
                  <a:moveTo>
                    <a:pt x="67530" y="94312"/>
                  </a:moveTo>
                  <a:lnTo>
                    <a:pt x="68650" y="95507"/>
                  </a:lnTo>
                  <a:lnTo>
                    <a:pt x="68799" y="95681"/>
                  </a:lnTo>
                  <a:lnTo>
                    <a:pt x="68774" y="95681"/>
                  </a:lnTo>
                  <a:cubicBezTo>
                    <a:pt x="68774" y="95706"/>
                    <a:pt x="68774" y="95706"/>
                    <a:pt x="68749" y="95706"/>
                  </a:cubicBezTo>
                  <a:cubicBezTo>
                    <a:pt x="68525" y="95482"/>
                    <a:pt x="68326" y="95283"/>
                    <a:pt x="68127" y="95059"/>
                  </a:cubicBezTo>
                  <a:cubicBezTo>
                    <a:pt x="67903" y="94835"/>
                    <a:pt x="67679" y="94611"/>
                    <a:pt x="67505" y="94362"/>
                  </a:cubicBezTo>
                  <a:lnTo>
                    <a:pt x="67455" y="94337"/>
                  </a:lnTo>
                  <a:cubicBezTo>
                    <a:pt x="67505" y="94337"/>
                    <a:pt x="67505" y="94312"/>
                    <a:pt x="67530" y="94312"/>
                  </a:cubicBezTo>
                  <a:close/>
                  <a:moveTo>
                    <a:pt x="46621" y="84630"/>
                  </a:moveTo>
                  <a:cubicBezTo>
                    <a:pt x="47293" y="85252"/>
                    <a:pt x="48140" y="85725"/>
                    <a:pt x="49085" y="86098"/>
                  </a:cubicBezTo>
                  <a:cubicBezTo>
                    <a:pt x="49708" y="88886"/>
                    <a:pt x="49758" y="91873"/>
                    <a:pt x="49285" y="94860"/>
                  </a:cubicBezTo>
                  <a:cubicBezTo>
                    <a:pt x="48712" y="95183"/>
                    <a:pt x="48090" y="95482"/>
                    <a:pt x="47492" y="95781"/>
                  </a:cubicBezTo>
                  <a:cubicBezTo>
                    <a:pt x="46771" y="95358"/>
                    <a:pt x="46148" y="94860"/>
                    <a:pt x="45601" y="94287"/>
                  </a:cubicBezTo>
                  <a:cubicBezTo>
                    <a:pt x="46099" y="92844"/>
                    <a:pt x="46422" y="91375"/>
                    <a:pt x="46621" y="89882"/>
                  </a:cubicBezTo>
                  <a:cubicBezTo>
                    <a:pt x="46845" y="88114"/>
                    <a:pt x="46845" y="86372"/>
                    <a:pt x="46621" y="84729"/>
                  </a:cubicBezTo>
                  <a:lnTo>
                    <a:pt x="46621" y="84630"/>
                  </a:lnTo>
                  <a:close/>
                  <a:moveTo>
                    <a:pt x="75819" y="90504"/>
                  </a:moveTo>
                  <a:cubicBezTo>
                    <a:pt x="75819" y="90554"/>
                    <a:pt x="75868" y="90554"/>
                    <a:pt x="75868" y="90579"/>
                  </a:cubicBezTo>
                  <a:cubicBezTo>
                    <a:pt x="75520" y="90852"/>
                    <a:pt x="75171" y="91126"/>
                    <a:pt x="74873" y="91425"/>
                  </a:cubicBezTo>
                  <a:cubicBezTo>
                    <a:pt x="74624" y="91599"/>
                    <a:pt x="74400" y="91798"/>
                    <a:pt x="74151" y="91997"/>
                  </a:cubicBezTo>
                  <a:cubicBezTo>
                    <a:pt x="73429" y="92570"/>
                    <a:pt x="72682" y="93167"/>
                    <a:pt x="71985" y="93715"/>
                  </a:cubicBezTo>
                  <a:cubicBezTo>
                    <a:pt x="71786" y="93839"/>
                    <a:pt x="71637" y="93989"/>
                    <a:pt x="71438" y="94113"/>
                  </a:cubicBezTo>
                  <a:cubicBezTo>
                    <a:pt x="70691" y="94686"/>
                    <a:pt x="69944" y="95233"/>
                    <a:pt x="69173" y="95781"/>
                  </a:cubicBezTo>
                  <a:lnTo>
                    <a:pt x="69148" y="95731"/>
                  </a:lnTo>
                  <a:cubicBezTo>
                    <a:pt x="69123" y="95681"/>
                    <a:pt x="69148" y="95656"/>
                    <a:pt x="69197" y="95607"/>
                  </a:cubicBezTo>
                  <a:cubicBezTo>
                    <a:pt x="69919" y="95084"/>
                    <a:pt x="70666" y="94561"/>
                    <a:pt x="71388" y="94038"/>
                  </a:cubicBezTo>
                  <a:cubicBezTo>
                    <a:pt x="71562" y="93864"/>
                    <a:pt x="71761" y="93740"/>
                    <a:pt x="71985" y="93590"/>
                  </a:cubicBezTo>
                  <a:lnTo>
                    <a:pt x="74126" y="91923"/>
                  </a:lnTo>
                  <a:cubicBezTo>
                    <a:pt x="74375" y="91724"/>
                    <a:pt x="74574" y="91549"/>
                    <a:pt x="74848" y="91325"/>
                  </a:cubicBezTo>
                  <a:cubicBezTo>
                    <a:pt x="75171" y="91051"/>
                    <a:pt x="75495" y="90803"/>
                    <a:pt x="75819" y="90504"/>
                  </a:cubicBezTo>
                  <a:close/>
                  <a:moveTo>
                    <a:pt x="2041" y="90404"/>
                  </a:moveTo>
                  <a:lnTo>
                    <a:pt x="2041" y="90404"/>
                  </a:lnTo>
                  <a:cubicBezTo>
                    <a:pt x="2788" y="92396"/>
                    <a:pt x="3809" y="94138"/>
                    <a:pt x="5053" y="95681"/>
                  </a:cubicBezTo>
                  <a:cubicBezTo>
                    <a:pt x="5053" y="95706"/>
                    <a:pt x="5078" y="95756"/>
                    <a:pt x="5078" y="95806"/>
                  </a:cubicBezTo>
                  <a:cubicBezTo>
                    <a:pt x="4057" y="94561"/>
                    <a:pt x="3186" y="93192"/>
                    <a:pt x="2489" y="91649"/>
                  </a:cubicBezTo>
                  <a:cubicBezTo>
                    <a:pt x="2315" y="91251"/>
                    <a:pt x="2141" y="90852"/>
                    <a:pt x="2041" y="90404"/>
                  </a:cubicBezTo>
                  <a:close/>
                  <a:moveTo>
                    <a:pt x="45526" y="94486"/>
                  </a:moveTo>
                  <a:cubicBezTo>
                    <a:pt x="46049" y="95034"/>
                    <a:pt x="46646" y="95482"/>
                    <a:pt x="47293" y="95855"/>
                  </a:cubicBezTo>
                  <a:cubicBezTo>
                    <a:pt x="47268" y="95855"/>
                    <a:pt x="47268" y="95905"/>
                    <a:pt x="47244" y="95905"/>
                  </a:cubicBezTo>
                  <a:cubicBezTo>
                    <a:pt x="46596" y="95532"/>
                    <a:pt x="46024" y="95084"/>
                    <a:pt x="45501" y="94561"/>
                  </a:cubicBezTo>
                  <a:cubicBezTo>
                    <a:pt x="45501" y="94511"/>
                    <a:pt x="45501" y="94511"/>
                    <a:pt x="45526" y="94486"/>
                  </a:cubicBezTo>
                  <a:close/>
                  <a:moveTo>
                    <a:pt x="68874" y="95806"/>
                  </a:moveTo>
                  <a:cubicBezTo>
                    <a:pt x="68924" y="95831"/>
                    <a:pt x="68924" y="95831"/>
                    <a:pt x="68949" y="95855"/>
                  </a:cubicBezTo>
                  <a:lnTo>
                    <a:pt x="68899" y="95905"/>
                  </a:lnTo>
                  <a:lnTo>
                    <a:pt x="68874" y="95855"/>
                  </a:lnTo>
                  <a:lnTo>
                    <a:pt x="68824" y="95831"/>
                  </a:lnTo>
                  <a:lnTo>
                    <a:pt x="68874" y="95806"/>
                  </a:lnTo>
                  <a:close/>
                  <a:moveTo>
                    <a:pt x="49235" y="95084"/>
                  </a:moveTo>
                  <a:lnTo>
                    <a:pt x="49235" y="95183"/>
                  </a:lnTo>
                  <a:cubicBezTo>
                    <a:pt x="48737" y="95457"/>
                    <a:pt x="48264" y="95706"/>
                    <a:pt x="47766" y="95930"/>
                  </a:cubicBezTo>
                  <a:cubicBezTo>
                    <a:pt x="47741" y="95905"/>
                    <a:pt x="47716" y="95905"/>
                    <a:pt x="47667" y="95855"/>
                  </a:cubicBezTo>
                  <a:cubicBezTo>
                    <a:pt x="48189" y="95607"/>
                    <a:pt x="48712" y="95333"/>
                    <a:pt x="49235" y="95084"/>
                  </a:cubicBezTo>
                  <a:close/>
                  <a:moveTo>
                    <a:pt x="47492" y="95980"/>
                  </a:moveTo>
                  <a:cubicBezTo>
                    <a:pt x="47517" y="96005"/>
                    <a:pt x="47542" y="96005"/>
                    <a:pt x="47592" y="96055"/>
                  </a:cubicBezTo>
                  <a:cubicBezTo>
                    <a:pt x="47542" y="96055"/>
                    <a:pt x="47542" y="96079"/>
                    <a:pt x="47517" y="96079"/>
                  </a:cubicBezTo>
                  <a:cubicBezTo>
                    <a:pt x="47492" y="96055"/>
                    <a:pt x="47468" y="96055"/>
                    <a:pt x="47418" y="96030"/>
                  </a:cubicBezTo>
                  <a:cubicBezTo>
                    <a:pt x="47468" y="96030"/>
                    <a:pt x="47468" y="95980"/>
                    <a:pt x="47492" y="95980"/>
                  </a:cubicBezTo>
                  <a:close/>
                  <a:moveTo>
                    <a:pt x="5302" y="96005"/>
                  </a:moveTo>
                  <a:lnTo>
                    <a:pt x="5302" y="96005"/>
                  </a:lnTo>
                  <a:cubicBezTo>
                    <a:pt x="5327" y="96055"/>
                    <a:pt x="5352" y="96079"/>
                    <a:pt x="5352" y="96104"/>
                  </a:cubicBezTo>
                  <a:cubicBezTo>
                    <a:pt x="5352" y="96154"/>
                    <a:pt x="5402" y="96204"/>
                    <a:pt x="5402" y="96229"/>
                  </a:cubicBezTo>
                  <a:lnTo>
                    <a:pt x="5302" y="96129"/>
                  </a:lnTo>
                  <a:cubicBezTo>
                    <a:pt x="5327" y="96104"/>
                    <a:pt x="5327" y="96055"/>
                    <a:pt x="5302" y="96005"/>
                  </a:cubicBezTo>
                  <a:close/>
                  <a:moveTo>
                    <a:pt x="61855" y="87666"/>
                  </a:moveTo>
                  <a:cubicBezTo>
                    <a:pt x="61979" y="87865"/>
                    <a:pt x="62128" y="88040"/>
                    <a:pt x="62303" y="88239"/>
                  </a:cubicBezTo>
                  <a:cubicBezTo>
                    <a:pt x="62726" y="88836"/>
                    <a:pt x="63174" y="89434"/>
                    <a:pt x="63597" y="89981"/>
                  </a:cubicBezTo>
                  <a:cubicBezTo>
                    <a:pt x="63746" y="90205"/>
                    <a:pt x="63921" y="90379"/>
                    <a:pt x="64070" y="90603"/>
                  </a:cubicBezTo>
                  <a:cubicBezTo>
                    <a:pt x="64692" y="91375"/>
                    <a:pt x="65314" y="92172"/>
                    <a:pt x="65937" y="92893"/>
                  </a:cubicBezTo>
                  <a:cubicBezTo>
                    <a:pt x="66211" y="93242"/>
                    <a:pt x="66484" y="93565"/>
                    <a:pt x="66783" y="93864"/>
                  </a:cubicBezTo>
                  <a:cubicBezTo>
                    <a:pt x="66833" y="93939"/>
                    <a:pt x="66907" y="93989"/>
                    <a:pt x="66932" y="94063"/>
                  </a:cubicBezTo>
                  <a:cubicBezTo>
                    <a:pt x="64866" y="95034"/>
                    <a:pt x="62875" y="95806"/>
                    <a:pt x="60959" y="96328"/>
                  </a:cubicBezTo>
                  <a:cubicBezTo>
                    <a:pt x="60834" y="93964"/>
                    <a:pt x="60411" y="91549"/>
                    <a:pt x="59714" y="89160"/>
                  </a:cubicBezTo>
                  <a:cubicBezTo>
                    <a:pt x="60436" y="88662"/>
                    <a:pt x="61158" y="88214"/>
                    <a:pt x="61855" y="87666"/>
                  </a:cubicBezTo>
                  <a:close/>
                  <a:moveTo>
                    <a:pt x="2763" y="92844"/>
                  </a:moveTo>
                  <a:cubicBezTo>
                    <a:pt x="3186" y="93615"/>
                    <a:pt x="3634" y="94362"/>
                    <a:pt x="4182" y="95084"/>
                  </a:cubicBezTo>
                  <a:cubicBezTo>
                    <a:pt x="4207" y="95109"/>
                    <a:pt x="4232" y="95158"/>
                    <a:pt x="4257" y="95208"/>
                  </a:cubicBezTo>
                  <a:cubicBezTo>
                    <a:pt x="4555" y="95582"/>
                    <a:pt x="4829" y="95930"/>
                    <a:pt x="5128" y="96279"/>
                  </a:cubicBezTo>
                  <a:cubicBezTo>
                    <a:pt x="5153" y="96279"/>
                    <a:pt x="5153" y="96303"/>
                    <a:pt x="5178" y="96303"/>
                  </a:cubicBezTo>
                  <a:lnTo>
                    <a:pt x="5202" y="96403"/>
                  </a:lnTo>
                  <a:lnTo>
                    <a:pt x="4456" y="95557"/>
                  </a:lnTo>
                  <a:lnTo>
                    <a:pt x="4381" y="95482"/>
                  </a:lnTo>
                  <a:cubicBezTo>
                    <a:pt x="4082" y="95084"/>
                    <a:pt x="3809" y="94686"/>
                    <a:pt x="3510" y="94287"/>
                  </a:cubicBezTo>
                  <a:cubicBezTo>
                    <a:pt x="3510" y="94238"/>
                    <a:pt x="3485" y="94238"/>
                    <a:pt x="3485" y="94213"/>
                  </a:cubicBezTo>
                  <a:cubicBezTo>
                    <a:pt x="3261" y="93864"/>
                    <a:pt x="3087" y="93541"/>
                    <a:pt x="2888" y="93192"/>
                  </a:cubicBezTo>
                  <a:cubicBezTo>
                    <a:pt x="2863" y="93068"/>
                    <a:pt x="2813" y="92968"/>
                    <a:pt x="2763" y="92844"/>
                  </a:cubicBezTo>
                  <a:close/>
                  <a:moveTo>
                    <a:pt x="59565" y="89284"/>
                  </a:moveTo>
                  <a:cubicBezTo>
                    <a:pt x="60237" y="91624"/>
                    <a:pt x="60685" y="94063"/>
                    <a:pt x="60834" y="96428"/>
                  </a:cubicBezTo>
                  <a:cubicBezTo>
                    <a:pt x="60809" y="96428"/>
                    <a:pt x="60809" y="96428"/>
                    <a:pt x="60784" y="96453"/>
                  </a:cubicBezTo>
                  <a:cubicBezTo>
                    <a:pt x="60585" y="94063"/>
                    <a:pt x="60187" y="91649"/>
                    <a:pt x="59490" y="89334"/>
                  </a:cubicBezTo>
                  <a:cubicBezTo>
                    <a:pt x="59540" y="89334"/>
                    <a:pt x="59540" y="89284"/>
                    <a:pt x="59565" y="89284"/>
                  </a:cubicBezTo>
                  <a:close/>
                  <a:moveTo>
                    <a:pt x="49210" y="95432"/>
                  </a:moveTo>
                  <a:cubicBezTo>
                    <a:pt x="49135" y="95781"/>
                    <a:pt x="49085" y="96154"/>
                    <a:pt x="48986" y="96478"/>
                  </a:cubicBezTo>
                  <a:cubicBezTo>
                    <a:pt x="48637" y="96353"/>
                    <a:pt x="48289" y="96204"/>
                    <a:pt x="47990" y="96055"/>
                  </a:cubicBezTo>
                  <a:cubicBezTo>
                    <a:pt x="48388" y="95855"/>
                    <a:pt x="48787" y="95656"/>
                    <a:pt x="49210" y="95432"/>
                  </a:cubicBezTo>
                  <a:close/>
                  <a:moveTo>
                    <a:pt x="67132" y="94213"/>
                  </a:moveTo>
                  <a:lnTo>
                    <a:pt x="67132" y="94213"/>
                  </a:lnTo>
                  <a:cubicBezTo>
                    <a:pt x="67107" y="94238"/>
                    <a:pt x="67156" y="94287"/>
                    <a:pt x="67156" y="94287"/>
                  </a:cubicBezTo>
                  <a:cubicBezTo>
                    <a:pt x="65066" y="95283"/>
                    <a:pt x="63024" y="96030"/>
                    <a:pt x="61033" y="96577"/>
                  </a:cubicBezTo>
                  <a:lnTo>
                    <a:pt x="61033" y="96528"/>
                  </a:lnTo>
                  <a:cubicBezTo>
                    <a:pt x="62975" y="95955"/>
                    <a:pt x="65041" y="95183"/>
                    <a:pt x="67132" y="94213"/>
                  </a:cubicBezTo>
                  <a:close/>
                  <a:moveTo>
                    <a:pt x="49484" y="95308"/>
                  </a:moveTo>
                  <a:cubicBezTo>
                    <a:pt x="49409" y="95731"/>
                    <a:pt x="49334" y="96179"/>
                    <a:pt x="49235" y="96602"/>
                  </a:cubicBezTo>
                  <a:cubicBezTo>
                    <a:pt x="49210" y="96602"/>
                    <a:pt x="49160" y="96577"/>
                    <a:pt x="49160" y="96577"/>
                  </a:cubicBezTo>
                  <a:cubicBezTo>
                    <a:pt x="49260" y="96179"/>
                    <a:pt x="49359" y="95731"/>
                    <a:pt x="49409" y="95333"/>
                  </a:cubicBezTo>
                  <a:cubicBezTo>
                    <a:pt x="49459" y="95333"/>
                    <a:pt x="49459" y="95308"/>
                    <a:pt x="49484" y="95308"/>
                  </a:cubicBezTo>
                  <a:close/>
                  <a:moveTo>
                    <a:pt x="60834" y="96577"/>
                  </a:moveTo>
                  <a:lnTo>
                    <a:pt x="60834" y="96627"/>
                  </a:lnTo>
                  <a:cubicBezTo>
                    <a:pt x="60809" y="96627"/>
                    <a:pt x="60809" y="96627"/>
                    <a:pt x="60784" y="96677"/>
                  </a:cubicBezTo>
                  <a:cubicBezTo>
                    <a:pt x="60809" y="96627"/>
                    <a:pt x="60784" y="96627"/>
                    <a:pt x="60784" y="96602"/>
                  </a:cubicBezTo>
                  <a:cubicBezTo>
                    <a:pt x="60809" y="96602"/>
                    <a:pt x="60809" y="96602"/>
                    <a:pt x="60834" y="96577"/>
                  </a:cubicBezTo>
                  <a:close/>
                  <a:moveTo>
                    <a:pt x="47791" y="96129"/>
                  </a:moveTo>
                  <a:cubicBezTo>
                    <a:pt x="48140" y="96353"/>
                    <a:pt x="48538" y="96528"/>
                    <a:pt x="48961" y="96677"/>
                  </a:cubicBezTo>
                  <a:lnTo>
                    <a:pt x="48961" y="96727"/>
                  </a:lnTo>
                  <a:cubicBezTo>
                    <a:pt x="48513" y="96577"/>
                    <a:pt x="48115" y="96378"/>
                    <a:pt x="47741" y="96179"/>
                  </a:cubicBezTo>
                  <a:cubicBezTo>
                    <a:pt x="47766" y="96179"/>
                    <a:pt x="47766" y="96129"/>
                    <a:pt x="47791" y="96129"/>
                  </a:cubicBezTo>
                  <a:close/>
                  <a:moveTo>
                    <a:pt x="5451" y="96602"/>
                  </a:moveTo>
                  <a:lnTo>
                    <a:pt x="5526" y="96702"/>
                  </a:lnTo>
                  <a:lnTo>
                    <a:pt x="5526" y="96727"/>
                  </a:lnTo>
                  <a:lnTo>
                    <a:pt x="5551" y="96826"/>
                  </a:lnTo>
                  <a:lnTo>
                    <a:pt x="5551" y="96826"/>
                  </a:lnTo>
                  <a:lnTo>
                    <a:pt x="5451" y="96727"/>
                  </a:lnTo>
                  <a:lnTo>
                    <a:pt x="5451" y="96602"/>
                  </a:lnTo>
                  <a:close/>
                  <a:moveTo>
                    <a:pt x="49110" y="96776"/>
                  </a:moveTo>
                  <a:cubicBezTo>
                    <a:pt x="49135" y="96776"/>
                    <a:pt x="49135" y="96776"/>
                    <a:pt x="49160" y="96801"/>
                  </a:cubicBezTo>
                  <a:lnTo>
                    <a:pt x="49160" y="96851"/>
                  </a:lnTo>
                  <a:lnTo>
                    <a:pt x="49135" y="96851"/>
                  </a:lnTo>
                  <a:cubicBezTo>
                    <a:pt x="49135" y="96826"/>
                    <a:pt x="49110" y="96826"/>
                    <a:pt x="49110" y="96826"/>
                  </a:cubicBezTo>
                  <a:lnTo>
                    <a:pt x="49110" y="96776"/>
                  </a:lnTo>
                  <a:close/>
                  <a:moveTo>
                    <a:pt x="89658" y="77685"/>
                  </a:moveTo>
                  <a:cubicBezTo>
                    <a:pt x="91948" y="79079"/>
                    <a:pt x="94064" y="80174"/>
                    <a:pt x="95881" y="80896"/>
                  </a:cubicBezTo>
                  <a:cubicBezTo>
                    <a:pt x="95781" y="81020"/>
                    <a:pt x="95682" y="81145"/>
                    <a:pt x="95557" y="81269"/>
                  </a:cubicBezTo>
                  <a:cubicBezTo>
                    <a:pt x="95383" y="81493"/>
                    <a:pt x="95209" y="81692"/>
                    <a:pt x="95034" y="81916"/>
                  </a:cubicBezTo>
                  <a:cubicBezTo>
                    <a:pt x="94711" y="82290"/>
                    <a:pt x="94437" y="82663"/>
                    <a:pt x="94138" y="83012"/>
                  </a:cubicBezTo>
                  <a:cubicBezTo>
                    <a:pt x="94014" y="83136"/>
                    <a:pt x="93889" y="83286"/>
                    <a:pt x="93790" y="83410"/>
                  </a:cubicBezTo>
                  <a:cubicBezTo>
                    <a:pt x="93068" y="84231"/>
                    <a:pt x="92346" y="85028"/>
                    <a:pt x="91599" y="85849"/>
                  </a:cubicBezTo>
                  <a:cubicBezTo>
                    <a:pt x="91550" y="85899"/>
                    <a:pt x="91475" y="85974"/>
                    <a:pt x="91425" y="86048"/>
                  </a:cubicBezTo>
                  <a:cubicBezTo>
                    <a:pt x="91052" y="86422"/>
                    <a:pt x="90703" y="86845"/>
                    <a:pt x="90330" y="87218"/>
                  </a:cubicBezTo>
                  <a:cubicBezTo>
                    <a:pt x="90106" y="87417"/>
                    <a:pt x="89932" y="87641"/>
                    <a:pt x="89708" y="87841"/>
                  </a:cubicBezTo>
                  <a:lnTo>
                    <a:pt x="88948" y="88600"/>
                  </a:lnTo>
                  <a:lnTo>
                    <a:pt x="88948" y="88600"/>
                  </a:lnTo>
                  <a:cubicBezTo>
                    <a:pt x="89233" y="88330"/>
                    <a:pt x="89515" y="88058"/>
                    <a:pt x="89807" y="87766"/>
                  </a:cubicBezTo>
                  <a:lnTo>
                    <a:pt x="89982" y="87592"/>
                  </a:lnTo>
                  <a:cubicBezTo>
                    <a:pt x="90405" y="87168"/>
                    <a:pt x="90778" y="86770"/>
                    <a:pt x="91176" y="86372"/>
                  </a:cubicBezTo>
                  <a:lnTo>
                    <a:pt x="91326" y="86223"/>
                  </a:lnTo>
                  <a:cubicBezTo>
                    <a:pt x="91351" y="86173"/>
                    <a:pt x="91400" y="86123"/>
                    <a:pt x="91450" y="86098"/>
                  </a:cubicBezTo>
                  <a:lnTo>
                    <a:pt x="91525" y="86024"/>
                  </a:lnTo>
                  <a:cubicBezTo>
                    <a:pt x="93093" y="84356"/>
                    <a:pt x="94586" y="82638"/>
                    <a:pt x="96030" y="80871"/>
                  </a:cubicBezTo>
                  <a:lnTo>
                    <a:pt x="96080" y="80871"/>
                  </a:lnTo>
                  <a:cubicBezTo>
                    <a:pt x="95084" y="82066"/>
                    <a:pt x="94064" y="83286"/>
                    <a:pt x="93018" y="84505"/>
                  </a:cubicBezTo>
                  <a:cubicBezTo>
                    <a:pt x="92944" y="84605"/>
                    <a:pt x="92894" y="84655"/>
                    <a:pt x="92794" y="84754"/>
                  </a:cubicBezTo>
                  <a:cubicBezTo>
                    <a:pt x="91674" y="85999"/>
                    <a:pt x="90479" y="87218"/>
                    <a:pt x="89285" y="88413"/>
                  </a:cubicBezTo>
                  <a:lnTo>
                    <a:pt x="89235" y="88463"/>
                  </a:lnTo>
                  <a:cubicBezTo>
                    <a:pt x="88737" y="88911"/>
                    <a:pt x="88239" y="89409"/>
                    <a:pt x="87741" y="89882"/>
                  </a:cubicBezTo>
                  <a:lnTo>
                    <a:pt x="87617" y="90006"/>
                  </a:lnTo>
                  <a:lnTo>
                    <a:pt x="87567" y="90081"/>
                  </a:lnTo>
                  <a:cubicBezTo>
                    <a:pt x="87119" y="90479"/>
                    <a:pt x="86671" y="90902"/>
                    <a:pt x="86198" y="91325"/>
                  </a:cubicBezTo>
                  <a:lnTo>
                    <a:pt x="86123" y="91375"/>
                  </a:lnTo>
                  <a:cubicBezTo>
                    <a:pt x="86049" y="91475"/>
                    <a:pt x="85949" y="91524"/>
                    <a:pt x="85850" y="91624"/>
                  </a:cubicBezTo>
                  <a:cubicBezTo>
                    <a:pt x="85426" y="91997"/>
                    <a:pt x="85003" y="92371"/>
                    <a:pt x="84580" y="92719"/>
                  </a:cubicBezTo>
                  <a:cubicBezTo>
                    <a:pt x="84431" y="92844"/>
                    <a:pt x="84257" y="92968"/>
                    <a:pt x="84132" y="93093"/>
                  </a:cubicBezTo>
                  <a:cubicBezTo>
                    <a:pt x="83734" y="93441"/>
                    <a:pt x="83311" y="93765"/>
                    <a:pt x="82888" y="94113"/>
                  </a:cubicBezTo>
                  <a:cubicBezTo>
                    <a:pt x="82738" y="94238"/>
                    <a:pt x="82564" y="94387"/>
                    <a:pt x="82390" y="94511"/>
                  </a:cubicBezTo>
                  <a:cubicBezTo>
                    <a:pt x="82327" y="94564"/>
                    <a:pt x="82264" y="94616"/>
                    <a:pt x="82200" y="94667"/>
                  </a:cubicBezTo>
                  <a:lnTo>
                    <a:pt x="82200" y="94667"/>
                  </a:lnTo>
                  <a:lnTo>
                    <a:pt x="82216" y="94636"/>
                  </a:lnTo>
                  <a:cubicBezTo>
                    <a:pt x="82589" y="94362"/>
                    <a:pt x="82962" y="94063"/>
                    <a:pt x="83311" y="93740"/>
                  </a:cubicBezTo>
                  <a:cubicBezTo>
                    <a:pt x="83336" y="93715"/>
                    <a:pt x="83385" y="93690"/>
                    <a:pt x="83435" y="93615"/>
                  </a:cubicBezTo>
                  <a:cubicBezTo>
                    <a:pt x="83560" y="93516"/>
                    <a:pt x="83684" y="93416"/>
                    <a:pt x="83809" y="93317"/>
                  </a:cubicBezTo>
                  <a:lnTo>
                    <a:pt x="83833" y="93267"/>
                  </a:lnTo>
                  <a:cubicBezTo>
                    <a:pt x="83958" y="93192"/>
                    <a:pt x="84082" y="93068"/>
                    <a:pt x="84207" y="92968"/>
                  </a:cubicBezTo>
                  <a:cubicBezTo>
                    <a:pt x="84431" y="92769"/>
                    <a:pt x="84630" y="92595"/>
                    <a:pt x="84829" y="92445"/>
                  </a:cubicBezTo>
                  <a:cubicBezTo>
                    <a:pt x="84879" y="92371"/>
                    <a:pt x="84954" y="92346"/>
                    <a:pt x="84978" y="92271"/>
                  </a:cubicBezTo>
                  <a:cubicBezTo>
                    <a:pt x="85053" y="92221"/>
                    <a:pt x="85103" y="92196"/>
                    <a:pt x="85178" y="92122"/>
                  </a:cubicBezTo>
                  <a:cubicBezTo>
                    <a:pt x="85227" y="92072"/>
                    <a:pt x="85302" y="92022"/>
                    <a:pt x="85352" y="91972"/>
                  </a:cubicBezTo>
                  <a:lnTo>
                    <a:pt x="85451" y="91873"/>
                  </a:lnTo>
                  <a:cubicBezTo>
                    <a:pt x="85850" y="91524"/>
                    <a:pt x="86223" y="91201"/>
                    <a:pt x="86596" y="90852"/>
                  </a:cubicBezTo>
                  <a:cubicBezTo>
                    <a:pt x="86664" y="90785"/>
                    <a:pt x="86731" y="90718"/>
                    <a:pt x="86799" y="90654"/>
                  </a:cubicBezTo>
                  <a:lnTo>
                    <a:pt x="86799" y="90654"/>
                  </a:lnTo>
                  <a:cubicBezTo>
                    <a:pt x="86756" y="90693"/>
                    <a:pt x="86714" y="90727"/>
                    <a:pt x="86671" y="90753"/>
                  </a:cubicBezTo>
                  <a:cubicBezTo>
                    <a:pt x="86248" y="91101"/>
                    <a:pt x="85875" y="91475"/>
                    <a:pt x="85476" y="91823"/>
                  </a:cubicBezTo>
                  <a:cubicBezTo>
                    <a:pt x="85327" y="91948"/>
                    <a:pt x="85178" y="92097"/>
                    <a:pt x="85003" y="92221"/>
                  </a:cubicBezTo>
                  <a:cubicBezTo>
                    <a:pt x="84630" y="92545"/>
                    <a:pt x="84257" y="92869"/>
                    <a:pt x="83883" y="93192"/>
                  </a:cubicBezTo>
                  <a:lnTo>
                    <a:pt x="83336" y="93665"/>
                  </a:lnTo>
                  <a:cubicBezTo>
                    <a:pt x="82987" y="93939"/>
                    <a:pt x="82614" y="94238"/>
                    <a:pt x="82240" y="94536"/>
                  </a:cubicBezTo>
                  <a:cubicBezTo>
                    <a:pt x="82016" y="94710"/>
                    <a:pt x="81817" y="94860"/>
                    <a:pt x="81568" y="95059"/>
                  </a:cubicBezTo>
                  <a:cubicBezTo>
                    <a:pt x="81220" y="95308"/>
                    <a:pt x="80871" y="95582"/>
                    <a:pt x="80523" y="95831"/>
                  </a:cubicBezTo>
                  <a:lnTo>
                    <a:pt x="79776" y="96403"/>
                  </a:lnTo>
                  <a:cubicBezTo>
                    <a:pt x="79751" y="96428"/>
                    <a:pt x="79702" y="96453"/>
                    <a:pt x="79652" y="96478"/>
                  </a:cubicBezTo>
                  <a:cubicBezTo>
                    <a:pt x="79453" y="96652"/>
                    <a:pt x="79204" y="96826"/>
                    <a:pt x="78980" y="96976"/>
                  </a:cubicBezTo>
                  <a:cubicBezTo>
                    <a:pt x="78905" y="96776"/>
                    <a:pt x="78855" y="96577"/>
                    <a:pt x="78781" y="96403"/>
                  </a:cubicBezTo>
                  <a:cubicBezTo>
                    <a:pt x="78731" y="96179"/>
                    <a:pt x="78656" y="95980"/>
                    <a:pt x="78606" y="95781"/>
                  </a:cubicBezTo>
                  <a:cubicBezTo>
                    <a:pt x="78532" y="95557"/>
                    <a:pt x="78432" y="95333"/>
                    <a:pt x="78382" y="95109"/>
                  </a:cubicBezTo>
                  <a:cubicBezTo>
                    <a:pt x="78283" y="94860"/>
                    <a:pt x="78183" y="94586"/>
                    <a:pt x="78059" y="94312"/>
                  </a:cubicBezTo>
                  <a:cubicBezTo>
                    <a:pt x="78009" y="94138"/>
                    <a:pt x="77959" y="93989"/>
                    <a:pt x="77884" y="93864"/>
                  </a:cubicBezTo>
                  <a:cubicBezTo>
                    <a:pt x="77735" y="93491"/>
                    <a:pt x="77561" y="93167"/>
                    <a:pt x="77412" y="92794"/>
                  </a:cubicBezTo>
                  <a:cubicBezTo>
                    <a:pt x="77412" y="92744"/>
                    <a:pt x="77387" y="92719"/>
                    <a:pt x="77362" y="92694"/>
                  </a:cubicBezTo>
                  <a:cubicBezTo>
                    <a:pt x="77038" y="91972"/>
                    <a:pt x="76665" y="91226"/>
                    <a:pt x="76291" y="90479"/>
                  </a:cubicBezTo>
                  <a:cubicBezTo>
                    <a:pt x="76416" y="90379"/>
                    <a:pt x="76540" y="90280"/>
                    <a:pt x="76640" y="90205"/>
                  </a:cubicBezTo>
                  <a:cubicBezTo>
                    <a:pt x="76988" y="89931"/>
                    <a:pt x="77287" y="89633"/>
                    <a:pt x="77636" y="89359"/>
                  </a:cubicBezTo>
                  <a:cubicBezTo>
                    <a:pt x="78133" y="88936"/>
                    <a:pt x="78631" y="88513"/>
                    <a:pt x="79104" y="88089"/>
                  </a:cubicBezTo>
                  <a:cubicBezTo>
                    <a:pt x="79453" y="87766"/>
                    <a:pt x="79776" y="87492"/>
                    <a:pt x="80125" y="87193"/>
                  </a:cubicBezTo>
                  <a:cubicBezTo>
                    <a:pt x="80697" y="86671"/>
                    <a:pt x="81220" y="86198"/>
                    <a:pt x="81743" y="85700"/>
                  </a:cubicBezTo>
                  <a:cubicBezTo>
                    <a:pt x="82116" y="85351"/>
                    <a:pt x="82489" y="85003"/>
                    <a:pt x="82838" y="84655"/>
                  </a:cubicBezTo>
                  <a:cubicBezTo>
                    <a:pt x="83136" y="84381"/>
                    <a:pt x="83460" y="84082"/>
                    <a:pt x="83734" y="83783"/>
                  </a:cubicBezTo>
                  <a:cubicBezTo>
                    <a:pt x="84306" y="83261"/>
                    <a:pt x="84829" y="82738"/>
                    <a:pt x="85352" y="82165"/>
                  </a:cubicBezTo>
                  <a:lnTo>
                    <a:pt x="86323" y="81195"/>
                  </a:lnTo>
                  <a:cubicBezTo>
                    <a:pt x="86671" y="80871"/>
                    <a:pt x="86970" y="80523"/>
                    <a:pt x="87318" y="80174"/>
                  </a:cubicBezTo>
                  <a:lnTo>
                    <a:pt x="88911" y="78506"/>
                  </a:lnTo>
                  <a:cubicBezTo>
                    <a:pt x="89160" y="78258"/>
                    <a:pt x="89359" y="77959"/>
                    <a:pt x="89608" y="77710"/>
                  </a:cubicBezTo>
                  <a:lnTo>
                    <a:pt x="89658" y="77685"/>
                  </a:lnTo>
                  <a:close/>
                  <a:moveTo>
                    <a:pt x="76117" y="90603"/>
                  </a:moveTo>
                  <a:cubicBezTo>
                    <a:pt x="76764" y="91873"/>
                    <a:pt x="77312" y="93093"/>
                    <a:pt x="77785" y="94238"/>
                  </a:cubicBezTo>
                  <a:lnTo>
                    <a:pt x="77884" y="94437"/>
                  </a:lnTo>
                  <a:cubicBezTo>
                    <a:pt x="78009" y="94735"/>
                    <a:pt x="78108" y="95059"/>
                    <a:pt x="78233" y="95333"/>
                  </a:cubicBezTo>
                  <a:cubicBezTo>
                    <a:pt x="78283" y="95507"/>
                    <a:pt x="78357" y="95681"/>
                    <a:pt x="78407" y="95855"/>
                  </a:cubicBezTo>
                  <a:cubicBezTo>
                    <a:pt x="78507" y="96079"/>
                    <a:pt x="78532" y="96303"/>
                    <a:pt x="78631" y="96552"/>
                  </a:cubicBezTo>
                  <a:cubicBezTo>
                    <a:pt x="78681" y="96702"/>
                    <a:pt x="78731" y="96876"/>
                    <a:pt x="78781" y="97050"/>
                  </a:cubicBezTo>
                  <a:cubicBezTo>
                    <a:pt x="78756" y="97050"/>
                    <a:pt x="78756" y="97075"/>
                    <a:pt x="78731" y="97075"/>
                  </a:cubicBezTo>
                  <a:cubicBezTo>
                    <a:pt x="78706" y="96926"/>
                    <a:pt x="78631" y="96727"/>
                    <a:pt x="78581" y="96577"/>
                  </a:cubicBezTo>
                  <a:cubicBezTo>
                    <a:pt x="78507" y="96353"/>
                    <a:pt x="78457" y="96179"/>
                    <a:pt x="78382" y="95955"/>
                  </a:cubicBezTo>
                  <a:cubicBezTo>
                    <a:pt x="78308" y="95756"/>
                    <a:pt x="78258" y="95582"/>
                    <a:pt x="78183" y="95432"/>
                  </a:cubicBezTo>
                  <a:cubicBezTo>
                    <a:pt x="78108" y="95158"/>
                    <a:pt x="77984" y="94860"/>
                    <a:pt x="77884" y="94561"/>
                  </a:cubicBezTo>
                  <a:cubicBezTo>
                    <a:pt x="77860" y="94511"/>
                    <a:pt x="77860" y="94462"/>
                    <a:pt x="77810" y="94412"/>
                  </a:cubicBezTo>
                  <a:cubicBezTo>
                    <a:pt x="77362" y="93217"/>
                    <a:pt x="76764" y="91948"/>
                    <a:pt x="76067" y="90628"/>
                  </a:cubicBezTo>
                  <a:lnTo>
                    <a:pt x="76117" y="90603"/>
                  </a:lnTo>
                  <a:close/>
                  <a:moveTo>
                    <a:pt x="80528" y="95978"/>
                  </a:moveTo>
                  <a:cubicBezTo>
                    <a:pt x="80053" y="96453"/>
                    <a:pt x="79518" y="96826"/>
                    <a:pt x="79005" y="97200"/>
                  </a:cubicBezTo>
                  <a:lnTo>
                    <a:pt x="79005" y="97175"/>
                  </a:lnTo>
                  <a:lnTo>
                    <a:pt x="79005" y="97125"/>
                  </a:lnTo>
                  <a:cubicBezTo>
                    <a:pt x="79328" y="96926"/>
                    <a:pt x="79627" y="96702"/>
                    <a:pt x="79901" y="96453"/>
                  </a:cubicBezTo>
                  <a:cubicBezTo>
                    <a:pt x="80125" y="96303"/>
                    <a:pt x="80324" y="96129"/>
                    <a:pt x="80523" y="95980"/>
                  </a:cubicBezTo>
                  <a:cubicBezTo>
                    <a:pt x="80525" y="95979"/>
                    <a:pt x="80526" y="95978"/>
                    <a:pt x="80528" y="95978"/>
                  </a:cubicBezTo>
                  <a:close/>
                  <a:moveTo>
                    <a:pt x="45426" y="94760"/>
                  </a:moveTo>
                  <a:cubicBezTo>
                    <a:pt x="45899" y="95233"/>
                    <a:pt x="46422" y="95656"/>
                    <a:pt x="47019" y="96005"/>
                  </a:cubicBezTo>
                  <a:cubicBezTo>
                    <a:pt x="46123" y="96453"/>
                    <a:pt x="45252" y="96851"/>
                    <a:pt x="44356" y="97224"/>
                  </a:cubicBezTo>
                  <a:cubicBezTo>
                    <a:pt x="44779" y="96428"/>
                    <a:pt x="45128" y="95607"/>
                    <a:pt x="45426" y="94760"/>
                  </a:cubicBezTo>
                  <a:close/>
                  <a:moveTo>
                    <a:pt x="78855" y="97249"/>
                  </a:moveTo>
                  <a:lnTo>
                    <a:pt x="78855" y="97299"/>
                  </a:lnTo>
                  <a:lnTo>
                    <a:pt x="78830" y="97299"/>
                  </a:lnTo>
                  <a:cubicBezTo>
                    <a:pt x="78830" y="97324"/>
                    <a:pt x="78830" y="97324"/>
                    <a:pt x="78781" y="97349"/>
                  </a:cubicBezTo>
                  <a:lnTo>
                    <a:pt x="78781" y="97324"/>
                  </a:lnTo>
                  <a:lnTo>
                    <a:pt x="78781" y="97299"/>
                  </a:lnTo>
                  <a:lnTo>
                    <a:pt x="78830" y="97299"/>
                  </a:lnTo>
                  <a:lnTo>
                    <a:pt x="78855" y="97249"/>
                  </a:lnTo>
                  <a:close/>
                  <a:moveTo>
                    <a:pt x="45252" y="94561"/>
                  </a:moveTo>
                  <a:lnTo>
                    <a:pt x="45277" y="94586"/>
                  </a:lnTo>
                  <a:cubicBezTo>
                    <a:pt x="45252" y="94611"/>
                    <a:pt x="45252" y="94686"/>
                    <a:pt x="45227" y="94710"/>
                  </a:cubicBezTo>
                  <a:lnTo>
                    <a:pt x="45227" y="94735"/>
                  </a:lnTo>
                  <a:cubicBezTo>
                    <a:pt x="45153" y="94860"/>
                    <a:pt x="45128" y="95034"/>
                    <a:pt x="45053" y="95158"/>
                  </a:cubicBezTo>
                  <a:lnTo>
                    <a:pt x="44680" y="96079"/>
                  </a:lnTo>
                  <a:cubicBezTo>
                    <a:pt x="44605" y="96279"/>
                    <a:pt x="44505" y="96478"/>
                    <a:pt x="44406" y="96677"/>
                  </a:cubicBezTo>
                  <a:cubicBezTo>
                    <a:pt x="44381" y="96727"/>
                    <a:pt x="44356" y="96776"/>
                    <a:pt x="44356" y="96826"/>
                  </a:cubicBezTo>
                  <a:cubicBezTo>
                    <a:pt x="44281" y="96976"/>
                    <a:pt x="44182" y="97100"/>
                    <a:pt x="44132" y="97249"/>
                  </a:cubicBezTo>
                  <a:cubicBezTo>
                    <a:pt x="44107" y="97299"/>
                    <a:pt x="44107" y="97324"/>
                    <a:pt x="44057" y="97374"/>
                  </a:cubicBezTo>
                  <a:cubicBezTo>
                    <a:pt x="44057" y="97374"/>
                    <a:pt x="44057" y="97374"/>
                    <a:pt x="44055" y="97374"/>
                  </a:cubicBezTo>
                  <a:lnTo>
                    <a:pt x="44055" y="97374"/>
                  </a:lnTo>
                  <a:cubicBezTo>
                    <a:pt x="44495" y="96421"/>
                    <a:pt x="44910" y="95515"/>
                    <a:pt x="45252" y="94561"/>
                  </a:cubicBezTo>
                  <a:close/>
                  <a:moveTo>
                    <a:pt x="59341" y="89434"/>
                  </a:moveTo>
                  <a:cubicBezTo>
                    <a:pt x="59988" y="91724"/>
                    <a:pt x="60436" y="94113"/>
                    <a:pt x="60585" y="96453"/>
                  </a:cubicBezTo>
                  <a:cubicBezTo>
                    <a:pt x="58312" y="97064"/>
                    <a:pt x="56153" y="97378"/>
                    <a:pt x="54164" y="97378"/>
                  </a:cubicBezTo>
                  <a:cubicBezTo>
                    <a:pt x="52428" y="97378"/>
                    <a:pt x="50822" y="97139"/>
                    <a:pt x="49384" y="96652"/>
                  </a:cubicBezTo>
                  <a:cubicBezTo>
                    <a:pt x="49509" y="96179"/>
                    <a:pt x="49608" y="95681"/>
                    <a:pt x="49658" y="95183"/>
                  </a:cubicBezTo>
                  <a:cubicBezTo>
                    <a:pt x="52869" y="93491"/>
                    <a:pt x="56105" y="91574"/>
                    <a:pt x="59341" y="89434"/>
                  </a:cubicBezTo>
                  <a:close/>
                  <a:moveTo>
                    <a:pt x="42215" y="86646"/>
                  </a:moveTo>
                  <a:cubicBezTo>
                    <a:pt x="42265" y="87741"/>
                    <a:pt x="42415" y="88762"/>
                    <a:pt x="42639" y="89732"/>
                  </a:cubicBezTo>
                  <a:cubicBezTo>
                    <a:pt x="41419" y="92246"/>
                    <a:pt x="39602" y="94611"/>
                    <a:pt x="37212" y="96602"/>
                  </a:cubicBezTo>
                  <a:cubicBezTo>
                    <a:pt x="37187" y="96627"/>
                    <a:pt x="37163" y="96677"/>
                    <a:pt x="37088" y="96702"/>
                  </a:cubicBezTo>
                  <a:cubicBezTo>
                    <a:pt x="36739" y="96976"/>
                    <a:pt x="36416" y="97249"/>
                    <a:pt x="36042" y="97523"/>
                  </a:cubicBezTo>
                  <a:cubicBezTo>
                    <a:pt x="35968" y="97299"/>
                    <a:pt x="35918" y="97075"/>
                    <a:pt x="35893" y="96901"/>
                  </a:cubicBezTo>
                  <a:cubicBezTo>
                    <a:pt x="35843" y="96727"/>
                    <a:pt x="35818" y="96577"/>
                    <a:pt x="35794" y="96378"/>
                  </a:cubicBezTo>
                  <a:cubicBezTo>
                    <a:pt x="35719" y="96104"/>
                    <a:pt x="35694" y="95806"/>
                    <a:pt x="35669" y="95482"/>
                  </a:cubicBezTo>
                  <a:cubicBezTo>
                    <a:pt x="35669" y="95383"/>
                    <a:pt x="35644" y="95333"/>
                    <a:pt x="35644" y="95233"/>
                  </a:cubicBezTo>
                  <a:cubicBezTo>
                    <a:pt x="35644" y="95183"/>
                    <a:pt x="35594" y="95109"/>
                    <a:pt x="35594" y="95059"/>
                  </a:cubicBezTo>
                  <a:cubicBezTo>
                    <a:pt x="35570" y="94611"/>
                    <a:pt x="35545" y="94138"/>
                    <a:pt x="35520" y="93715"/>
                  </a:cubicBezTo>
                  <a:lnTo>
                    <a:pt x="35520" y="93491"/>
                  </a:lnTo>
                  <a:lnTo>
                    <a:pt x="35520" y="93317"/>
                  </a:lnTo>
                  <a:lnTo>
                    <a:pt x="35520" y="92321"/>
                  </a:lnTo>
                  <a:cubicBezTo>
                    <a:pt x="35520" y="92122"/>
                    <a:pt x="35545" y="91948"/>
                    <a:pt x="35545" y="91748"/>
                  </a:cubicBezTo>
                  <a:cubicBezTo>
                    <a:pt x="35545" y="91450"/>
                    <a:pt x="35570" y="91151"/>
                    <a:pt x="35594" y="90852"/>
                  </a:cubicBezTo>
                  <a:lnTo>
                    <a:pt x="35594" y="90827"/>
                  </a:lnTo>
                  <a:cubicBezTo>
                    <a:pt x="35594" y="90628"/>
                    <a:pt x="35619" y="90479"/>
                    <a:pt x="35669" y="90280"/>
                  </a:cubicBezTo>
                  <a:cubicBezTo>
                    <a:pt x="35694" y="89981"/>
                    <a:pt x="35719" y="89658"/>
                    <a:pt x="35794" y="89359"/>
                  </a:cubicBezTo>
                  <a:cubicBezTo>
                    <a:pt x="35794" y="89334"/>
                    <a:pt x="35794" y="89284"/>
                    <a:pt x="35818" y="89259"/>
                  </a:cubicBezTo>
                  <a:cubicBezTo>
                    <a:pt x="37934" y="88537"/>
                    <a:pt x="40075" y="87666"/>
                    <a:pt x="42215" y="86646"/>
                  </a:cubicBezTo>
                  <a:close/>
                  <a:moveTo>
                    <a:pt x="60610" y="96627"/>
                  </a:moveTo>
                  <a:lnTo>
                    <a:pt x="60610" y="96702"/>
                  </a:lnTo>
                  <a:cubicBezTo>
                    <a:pt x="58345" y="97324"/>
                    <a:pt x="56179" y="97623"/>
                    <a:pt x="54188" y="97623"/>
                  </a:cubicBezTo>
                  <a:cubicBezTo>
                    <a:pt x="52396" y="97623"/>
                    <a:pt x="50778" y="97374"/>
                    <a:pt x="49359" y="96901"/>
                  </a:cubicBezTo>
                  <a:cubicBezTo>
                    <a:pt x="49334" y="96901"/>
                    <a:pt x="49359" y="96851"/>
                    <a:pt x="49359" y="96826"/>
                  </a:cubicBezTo>
                  <a:cubicBezTo>
                    <a:pt x="50807" y="97317"/>
                    <a:pt x="52430" y="97561"/>
                    <a:pt x="54188" y="97561"/>
                  </a:cubicBezTo>
                  <a:cubicBezTo>
                    <a:pt x="56177" y="97561"/>
                    <a:pt x="58337" y="97248"/>
                    <a:pt x="60610" y="96627"/>
                  </a:cubicBezTo>
                  <a:close/>
                  <a:moveTo>
                    <a:pt x="47219" y="96104"/>
                  </a:moveTo>
                  <a:cubicBezTo>
                    <a:pt x="47244" y="96154"/>
                    <a:pt x="47268" y="96154"/>
                    <a:pt x="47293" y="96179"/>
                  </a:cubicBezTo>
                  <a:cubicBezTo>
                    <a:pt x="46248" y="96677"/>
                    <a:pt x="45227" y="97175"/>
                    <a:pt x="44157" y="97648"/>
                  </a:cubicBezTo>
                  <a:cubicBezTo>
                    <a:pt x="44182" y="97573"/>
                    <a:pt x="44232" y="97548"/>
                    <a:pt x="44232" y="97473"/>
                  </a:cubicBezTo>
                  <a:cubicBezTo>
                    <a:pt x="45227" y="97050"/>
                    <a:pt x="46223" y="96577"/>
                    <a:pt x="47219" y="96104"/>
                  </a:cubicBezTo>
                  <a:close/>
                  <a:moveTo>
                    <a:pt x="35570" y="89334"/>
                  </a:moveTo>
                  <a:cubicBezTo>
                    <a:pt x="35520" y="89707"/>
                    <a:pt x="35470" y="90106"/>
                    <a:pt x="35445" y="90479"/>
                  </a:cubicBezTo>
                  <a:cubicBezTo>
                    <a:pt x="35445" y="90579"/>
                    <a:pt x="35420" y="90678"/>
                    <a:pt x="35420" y="90753"/>
                  </a:cubicBezTo>
                  <a:lnTo>
                    <a:pt x="35420" y="90852"/>
                  </a:lnTo>
                  <a:cubicBezTo>
                    <a:pt x="35395" y="91126"/>
                    <a:pt x="35395" y="91375"/>
                    <a:pt x="35346" y="91649"/>
                  </a:cubicBezTo>
                  <a:lnTo>
                    <a:pt x="35346" y="91923"/>
                  </a:lnTo>
                  <a:cubicBezTo>
                    <a:pt x="35346" y="92072"/>
                    <a:pt x="35321" y="92196"/>
                    <a:pt x="35321" y="92346"/>
                  </a:cubicBezTo>
                  <a:lnTo>
                    <a:pt x="35321" y="92371"/>
                  </a:lnTo>
                  <a:lnTo>
                    <a:pt x="35321" y="93366"/>
                  </a:lnTo>
                  <a:lnTo>
                    <a:pt x="35321" y="93839"/>
                  </a:lnTo>
                  <a:cubicBezTo>
                    <a:pt x="35321" y="94213"/>
                    <a:pt x="35346" y="94586"/>
                    <a:pt x="35395" y="94934"/>
                  </a:cubicBezTo>
                  <a:lnTo>
                    <a:pt x="35395" y="94984"/>
                  </a:lnTo>
                  <a:cubicBezTo>
                    <a:pt x="35395" y="95084"/>
                    <a:pt x="35395" y="95134"/>
                    <a:pt x="35420" y="95233"/>
                  </a:cubicBezTo>
                  <a:cubicBezTo>
                    <a:pt x="35445" y="95681"/>
                    <a:pt x="35520" y="96129"/>
                    <a:pt x="35594" y="96577"/>
                  </a:cubicBezTo>
                  <a:cubicBezTo>
                    <a:pt x="35644" y="96727"/>
                    <a:pt x="35669" y="96851"/>
                    <a:pt x="35694" y="97000"/>
                  </a:cubicBezTo>
                  <a:cubicBezTo>
                    <a:pt x="35769" y="97224"/>
                    <a:pt x="35794" y="97473"/>
                    <a:pt x="35843" y="97697"/>
                  </a:cubicBezTo>
                  <a:lnTo>
                    <a:pt x="35818" y="97722"/>
                  </a:lnTo>
                  <a:cubicBezTo>
                    <a:pt x="35818" y="97722"/>
                    <a:pt x="35794" y="97722"/>
                    <a:pt x="35794" y="97772"/>
                  </a:cubicBezTo>
                  <a:cubicBezTo>
                    <a:pt x="35769" y="97448"/>
                    <a:pt x="35694" y="97224"/>
                    <a:pt x="35669" y="97025"/>
                  </a:cubicBezTo>
                  <a:cubicBezTo>
                    <a:pt x="35644" y="96851"/>
                    <a:pt x="35594" y="96702"/>
                    <a:pt x="35570" y="96528"/>
                  </a:cubicBezTo>
                  <a:cubicBezTo>
                    <a:pt x="35545" y="96403"/>
                    <a:pt x="35545" y="96303"/>
                    <a:pt x="35520" y="96179"/>
                  </a:cubicBezTo>
                  <a:cubicBezTo>
                    <a:pt x="35470" y="96055"/>
                    <a:pt x="35470" y="95905"/>
                    <a:pt x="35445" y="95731"/>
                  </a:cubicBezTo>
                  <a:cubicBezTo>
                    <a:pt x="35420" y="95557"/>
                    <a:pt x="35395" y="95333"/>
                    <a:pt x="35346" y="95158"/>
                  </a:cubicBezTo>
                  <a:cubicBezTo>
                    <a:pt x="35346" y="95034"/>
                    <a:pt x="35321" y="94910"/>
                    <a:pt x="35321" y="94735"/>
                  </a:cubicBezTo>
                  <a:lnTo>
                    <a:pt x="35321" y="94561"/>
                  </a:lnTo>
                  <a:cubicBezTo>
                    <a:pt x="35296" y="94287"/>
                    <a:pt x="35296" y="93989"/>
                    <a:pt x="35271" y="93715"/>
                  </a:cubicBezTo>
                  <a:lnTo>
                    <a:pt x="35271" y="93366"/>
                  </a:lnTo>
                  <a:lnTo>
                    <a:pt x="35271" y="92221"/>
                  </a:lnTo>
                  <a:lnTo>
                    <a:pt x="35271" y="92022"/>
                  </a:lnTo>
                  <a:cubicBezTo>
                    <a:pt x="35296" y="91574"/>
                    <a:pt x="35296" y="91126"/>
                    <a:pt x="35346" y="90678"/>
                  </a:cubicBezTo>
                  <a:cubicBezTo>
                    <a:pt x="35395" y="90230"/>
                    <a:pt x="35445" y="89757"/>
                    <a:pt x="35520" y="89334"/>
                  </a:cubicBezTo>
                  <a:close/>
                  <a:moveTo>
                    <a:pt x="42688" y="90057"/>
                  </a:moveTo>
                  <a:cubicBezTo>
                    <a:pt x="41493" y="92496"/>
                    <a:pt x="39676" y="94810"/>
                    <a:pt x="37337" y="96776"/>
                  </a:cubicBezTo>
                  <a:lnTo>
                    <a:pt x="37262" y="96851"/>
                  </a:lnTo>
                  <a:cubicBezTo>
                    <a:pt x="36889" y="97175"/>
                    <a:pt x="36466" y="97473"/>
                    <a:pt x="36067" y="97772"/>
                  </a:cubicBezTo>
                  <a:lnTo>
                    <a:pt x="36067" y="97697"/>
                  </a:lnTo>
                  <a:cubicBezTo>
                    <a:pt x="36441" y="97424"/>
                    <a:pt x="36814" y="97150"/>
                    <a:pt x="37187" y="96826"/>
                  </a:cubicBezTo>
                  <a:cubicBezTo>
                    <a:pt x="37212" y="96801"/>
                    <a:pt x="37287" y="96776"/>
                    <a:pt x="37312" y="96727"/>
                  </a:cubicBezTo>
                  <a:cubicBezTo>
                    <a:pt x="39651" y="94761"/>
                    <a:pt x="41493" y="92496"/>
                    <a:pt x="42688" y="90057"/>
                  </a:cubicBezTo>
                  <a:close/>
                  <a:moveTo>
                    <a:pt x="43933" y="97648"/>
                  </a:moveTo>
                  <a:cubicBezTo>
                    <a:pt x="43908" y="97672"/>
                    <a:pt x="43908" y="97722"/>
                    <a:pt x="43883" y="97772"/>
                  </a:cubicBezTo>
                  <a:cubicBezTo>
                    <a:pt x="43858" y="97772"/>
                    <a:pt x="43858" y="97772"/>
                    <a:pt x="43809" y="97797"/>
                  </a:cubicBezTo>
                  <a:cubicBezTo>
                    <a:pt x="43858" y="97772"/>
                    <a:pt x="43858" y="97697"/>
                    <a:pt x="43883" y="97672"/>
                  </a:cubicBezTo>
                  <a:cubicBezTo>
                    <a:pt x="43883" y="97648"/>
                    <a:pt x="43908" y="97648"/>
                    <a:pt x="43933" y="97648"/>
                  </a:cubicBezTo>
                  <a:close/>
                  <a:moveTo>
                    <a:pt x="96329" y="81070"/>
                  </a:moveTo>
                  <a:cubicBezTo>
                    <a:pt x="96428" y="81120"/>
                    <a:pt x="96478" y="81145"/>
                    <a:pt x="96578" y="81170"/>
                  </a:cubicBezTo>
                  <a:cubicBezTo>
                    <a:pt x="91475" y="87119"/>
                    <a:pt x="85601" y="92744"/>
                    <a:pt x="79154" y="97797"/>
                  </a:cubicBezTo>
                  <a:cubicBezTo>
                    <a:pt x="79129" y="97598"/>
                    <a:pt x="79104" y="97523"/>
                    <a:pt x="79079" y="97399"/>
                  </a:cubicBezTo>
                  <a:cubicBezTo>
                    <a:pt x="79652" y="96976"/>
                    <a:pt x="80224" y="96552"/>
                    <a:pt x="80772" y="96104"/>
                  </a:cubicBezTo>
                  <a:cubicBezTo>
                    <a:pt x="80847" y="96079"/>
                    <a:pt x="80896" y="96005"/>
                    <a:pt x="80971" y="95980"/>
                  </a:cubicBezTo>
                  <a:cubicBezTo>
                    <a:pt x="80996" y="95955"/>
                    <a:pt x="81021" y="95930"/>
                    <a:pt x="81071" y="95930"/>
                  </a:cubicBezTo>
                  <a:cubicBezTo>
                    <a:pt x="81568" y="95557"/>
                    <a:pt x="82066" y="95183"/>
                    <a:pt x="82514" y="94785"/>
                  </a:cubicBezTo>
                  <a:cubicBezTo>
                    <a:pt x="82564" y="94785"/>
                    <a:pt x="82564" y="94735"/>
                    <a:pt x="82589" y="94735"/>
                  </a:cubicBezTo>
                  <a:cubicBezTo>
                    <a:pt x="82738" y="94611"/>
                    <a:pt x="82863" y="94486"/>
                    <a:pt x="83012" y="94412"/>
                  </a:cubicBezTo>
                  <a:lnTo>
                    <a:pt x="83062" y="94362"/>
                  </a:lnTo>
                  <a:cubicBezTo>
                    <a:pt x="83460" y="94014"/>
                    <a:pt x="83858" y="93715"/>
                    <a:pt x="84257" y="93366"/>
                  </a:cubicBezTo>
                  <a:cubicBezTo>
                    <a:pt x="84381" y="93267"/>
                    <a:pt x="84481" y="93192"/>
                    <a:pt x="84605" y="93068"/>
                  </a:cubicBezTo>
                  <a:cubicBezTo>
                    <a:pt x="84630" y="93018"/>
                    <a:pt x="84705" y="92993"/>
                    <a:pt x="84730" y="92943"/>
                  </a:cubicBezTo>
                  <a:cubicBezTo>
                    <a:pt x="84730" y="92943"/>
                    <a:pt x="84754" y="92943"/>
                    <a:pt x="84754" y="92893"/>
                  </a:cubicBezTo>
                  <a:lnTo>
                    <a:pt x="85974" y="91873"/>
                  </a:lnTo>
                  <a:cubicBezTo>
                    <a:pt x="86074" y="91773"/>
                    <a:pt x="86173" y="91699"/>
                    <a:pt x="86298" y="91599"/>
                  </a:cubicBezTo>
                  <a:cubicBezTo>
                    <a:pt x="86323" y="91574"/>
                    <a:pt x="86347" y="91549"/>
                    <a:pt x="86422" y="91500"/>
                  </a:cubicBezTo>
                  <a:lnTo>
                    <a:pt x="86447" y="91475"/>
                  </a:lnTo>
                  <a:cubicBezTo>
                    <a:pt x="86870" y="91101"/>
                    <a:pt x="87293" y="90703"/>
                    <a:pt x="87716" y="90330"/>
                  </a:cubicBezTo>
                  <a:lnTo>
                    <a:pt x="87741" y="90280"/>
                  </a:lnTo>
                  <a:lnTo>
                    <a:pt x="87816" y="90230"/>
                  </a:lnTo>
                  <a:cubicBezTo>
                    <a:pt x="87866" y="90155"/>
                    <a:pt x="87940" y="90106"/>
                    <a:pt x="88040" y="90031"/>
                  </a:cubicBezTo>
                  <a:cubicBezTo>
                    <a:pt x="88488" y="89608"/>
                    <a:pt x="88961" y="89160"/>
                    <a:pt x="89409" y="88712"/>
                  </a:cubicBezTo>
                  <a:lnTo>
                    <a:pt x="89558" y="88537"/>
                  </a:lnTo>
                  <a:lnTo>
                    <a:pt x="89957" y="88139"/>
                  </a:lnTo>
                  <a:cubicBezTo>
                    <a:pt x="90081" y="88015"/>
                    <a:pt x="90181" y="87890"/>
                    <a:pt x="90305" y="87791"/>
                  </a:cubicBezTo>
                  <a:lnTo>
                    <a:pt x="90430" y="87666"/>
                  </a:lnTo>
                  <a:cubicBezTo>
                    <a:pt x="90529" y="87542"/>
                    <a:pt x="90654" y="87467"/>
                    <a:pt x="90728" y="87343"/>
                  </a:cubicBezTo>
                  <a:lnTo>
                    <a:pt x="91326" y="86745"/>
                  </a:lnTo>
                  <a:cubicBezTo>
                    <a:pt x="91450" y="86621"/>
                    <a:pt x="91575" y="86472"/>
                    <a:pt x="91699" y="86347"/>
                  </a:cubicBezTo>
                  <a:cubicBezTo>
                    <a:pt x="92048" y="85999"/>
                    <a:pt x="92346" y="85625"/>
                    <a:pt x="92695" y="85252"/>
                  </a:cubicBezTo>
                  <a:lnTo>
                    <a:pt x="92794" y="85152"/>
                  </a:lnTo>
                  <a:lnTo>
                    <a:pt x="93068" y="84879"/>
                  </a:lnTo>
                  <a:lnTo>
                    <a:pt x="93118" y="84804"/>
                  </a:lnTo>
                  <a:cubicBezTo>
                    <a:pt x="94263" y="83609"/>
                    <a:pt x="95308" y="82365"/>
                    <a:pt x="96329" y="81070"/>
                  </a:cubicBezTo>
                  <a:close/>
                  <a:moveTo>
                    <a:pt x="78905" y="97523"/>
                  </a:moveTo>
                  <a:cubicBezTo>
                    <a:pt x="78955" y="97598"/>
                    <a:pt x="78955" y="97697"/>
                    <a:pt x="78980" y="97797"/>
                  </a:cubicBezTo>
                  <a:lnTo>
                    <a:pt x="78980" y="97847"/>
                  </a:lnTo>
                  <a:cubicBezTo>
                    <a:pt x="78930" y="97847"/>
                    <a:pt x="78930" y="97872"/>
                    <a:pt x="78905" y="97872"/>
                  </a:cubicBezTo>
                  <a:cubicBezTo>
                    <a:pt x="78905" y="97847"/>
                    <a:pt x="78880" y="97797"/>
                    <a:pt x="78880" y="97772"/>
                  </a:cubicBezTo>
                  <a:cubicBezTo>
                    <a:pt x="78855" y="97697"/>
                    <a:pt x="78855" y="97598"/>
                    <a:pt x="78830" y="97548"/>
                  </a:cubicBezTo>
                  <a:lnTo>
                    <a:pt x="78905" y="97523"/>
                  </a:lnTo>
                  <a:close/>
                  <a:moveTo>
                    <a:pt x="35893" y="97822"/>
                  </a:moveTo>
                  <a:lnTo>
                    <a:pt x="35893" y="97847"/>
                  </a:lnTo>
                  <a:lnTo>
                    <a:pt x="35893" y="97897"/>
                  </a:lnTo>
                  <a:lnTo>
                    <a:pt x="35843" y="97897"/>
                  </a:lnTo>
                  <a:cubicBezTo>
                    <a:pt x="35843" y="97897"/>
                    <a:pt x="35818" y="97897"/>
                    <a:pt x="35818" y="97921"/>
                  </a:cubicBezTo>
                  <a:lnTo>
                    <a:pt x="35818" y="97897"/>
                  </a:lnTo>
                  <a:lnTo>
                    <a:pt x="35843" y="97847"/>
                  </a:lnTo>
                  <a:lnTo>
                    <a:pt x="35893" y="97822"/>
                  </a:lnTo>
                  <a:close/>
                  <a:moveTo>
                    <a:pt x="96777" y="81170"/>
                  </a:moveTo>
                  <a:cubicBezTo>
                    <a:pt x="96802" y="81170"/>
                    <a:pt x="96802" y="81170"/>
                    <a:pt x="96827" y="81220"/>
                  </a:cubicBezTo>
                  <a:cubicBezTo>
                    <a:pt x="91674" y="87218"/>
                    <a:pt x="85725" y="92918"/>
                    <a:pt x="79204" y="98021"/>
                  </a:cubicBezTo>
                  <a:cubicBezTo>
                    <a:pt x="79204" y="97971"/>
                    <a:pt x="79204" y="97946"/>
                    <a:pt x="79154" y="97946"/>
                  </a:cubicBezTo>
                  <a:cubicBezTo>
                    <a:pt x="85700" y="92844"/>
                    <a:pt x="91599" y="87144"/>
                    <a:pt x="96777" y="81170"/>
                  </a:cubicBezTo>
                  <a:close/>
                  <a:moveTo>
                    <a:pt x="79029" y="98046"/>
                  </a:moveTo>
                  <a:lnTo>
                    <a:pt x="79029" y="98096"/>
                  </a:lnTo>
                  <a:cubicBezTo>
                    <a:pt x="79005" y="98096"/>
                    <a:pt x="79005" y="98145"/>
                    <a:pt x="78980" y="98145"/>
                  </a:cubicBezTo>
                  <a:lnTo>
                    <a:pt x="78980" y="98071"/>
                  </a:lnTo>
                  <a:cubicBezTo>
                    <a:pt x="78980" y="98071"/>
                    <a:pt x="79005" y="98046"/>
                    <a:pt x="79029" y="98046"/>
                  </a:cubicBezTo>
                  <a:close/>
                  <a:moveTo>
                    <a:pt x="35321" y="89384"/>
                  </a:moveTo>
                  <a:cubicBezTo>
                    <a:pt x="35271" y="89832"/>
                    <a:pt x="35221" y="90255"/>
                    <a:pt x="35171" y="90703"/>
                  </a:cubicBezTo>
                  <a:lnTo>
                    <a:pt x="35171" y="90778"/>
                  </a:lnTo>
                  <a:cubicBezTo>
                    <a:pt x="35146" y="91226"/>
                    <a:pt x="35097" y="91649"/>
                    <a:pt x="35097" y="92097"/>
                  </a:cubicBezTo>
                  <a:lnTo>
                    <a:pt x="35097" y="92147"/>
                  </a:lnTo>
                  <a:lnTo>
                    <a:pt x="35097" y="92346"/>
                  </a:lnTo>
                  <a:lnTo>
                    <a:pt x="35097" y="93441"/>
                  </a:lnTo>
                  <a:lnTo>
                    <a:pt x="35097" y="93640"/>
                  </a:lnTo>
                  <a:lnTo>
                    <a:pt x="35097" y="93839"/>
                  </a:lnTo>
                  <a:cubicBezTo>
                    <a:pt x="35097" y="94138"/>
                    <a:pt x="35146" y="94462"/>
                    <a:pt x="35171" y="94735"/>
                  </a:cubicBezTo>
                  <a:cubicBezTo>
                    <a:pt x="35171" y="94860"/>
                    <a:pt x="35171" y="94984"/>
                    <a:pt x="35196" y="95109"/>
                  </a:cubicBezTo>
                  <a:lnTo>
                    <a:pt x="35196" y="95258"/>
                  </a:lnTo>
                  <a:cubicBezTo>
                    <a:pt x="35221" y="95557"/>
                    <a:pt x="35246" y="95806"/>
                    <a:pt x="35296" y="96055"/>
                  </a:cubicBezTo>
                  <a:cubicBezTo>
                    <a:pt x="35321" y="96204"/>
                    <a:pt x="35321" y="96353"/>
                    <a:pt x="35346" y="96503"/>
                  </a:cubicBezTo>
                  <a:cubicBezTo>
                    <a:pt x="35346" y="96552"/>
                    <a:pt x="35346" y="96577"/>
                    <a:pt x="35370" y="96627"/>
                  </a:cubicBezTo>
                  <a:cubicBezTo>
                    <a:pt x="35420" y="96876"/>
                    <a:pt x="35470" y="97100"/>
                    <a:pt x="35545" y="97349"/>
                  </a:cubicBezTo>
                  <a:cubicBezTo>
                    <a:pt x="35570" y="97498"/>
                    <a:pt x="35594" y="97623"/>
                    <a:pt x="35644" y="97797"/>
                  </a:cubicBezTo>
                  <a:cubicBezTo>
                    <a:pt x="35346" y="97996"/>
                    <a:pt x="35047" y="98195"/>
                    <a:pt x="34723" y="98369"/>
                  </a:cubicBezTo>
                  <a:cubicBezTo>
                    <a:pt x="34549" y="98494"/>
                    <a:pt x="34350" y="98618"/>
                    <a:pt x="34126" y="98743"/>
                  </a:cubicBezTo>
                  <a:cubicBezTo>
                    <a:pt x="33230" y="95955"/>
                    <a:pt x="32657" y="93093"/>
                    <a:pt x="32458" y="90255"/>
                  </a:cubicBezTo>
                  <a:cubicBezTo>
                    <a:pt x="33404" y="90006"/>
                    <a:pt x="34350" y="89707"/>
                    <a:pt x="35321" y="89384"/>
                  </a:cubicBezTo>
                  <a:close/>
                  <a:moveTo>
                    <a:pt x="32284" y="90305"/>
                  </a:moveTo>
                  <a:cubicBezTo>
                    <a:pt x="32458" y="93167"/>
                    <a:pt x="33056" y="96055"/>
                    <a:pt x="33977" y="98817"/>
                  </a:cubicBezTo>
                  <a:cubicBezTo>
                    <a:pt x="33952" y="98817"/>
                    <a:pt x="33952" y="98842"/>
                    <a:pt x="33927" y="98842"/>
                  </a:cubicBezTo>
                  <a:cubicBezTo>
                    <a:pt x="32981" y="96079"/>
                    <a:pt x="32408" y="93167"/>
                    <a:pt x="32209" y="90330"/>
                  </a:cubicBezTo>
                  <a:cubicBezTo>
                    <a:pt x="32234" y="90330"/>
                    <a:pt x="32284" y="90305"/>
                    <a:pt x="32284" y="90305"/>
                  </a:cubicBezTo>
                  <a:close/>
                  <a:moveTo>
                    <a:pt x="35694" y="97971"/>
                  </a:moveTo>
                  <a:lnTo>
                    <a:pt x="35719" y="98046"/>
                  </a:lnTo>
                  <a:cubicBezTo>
                    <a:pt x="35520" y="98195"/>
                    <a:pt x="35296" y="98320"/>
                    <a:pt x="35072" y="98444"/>
                  </a:cubicBezTo>
                  <a:cubicBezTo>
                    <a:pt x="34798" y="98643"/>
                    <a:pt x="34549" y="98817"/>
                    <a:pt x="34275" y="98967"/>
                  </a:cubicBezTo>
                  <a:cubicBezTo>
                    <a:pt x="34275" y="98942"/>
                    <a:pt x="34275" y="98942"/>
                    <a:pt x="34225" y="98917"/>
                  </a:cubicBezTo>
                  <a:cubicBezTo>
                    <a:pt x="34400" y="98793"/>
                    <a:pt x="34574" y="98668"/>
                    <a:pt x="34773" y="98569"/>
                  </a:cubicBezTo>
                  <a:cubicBezTo>
                    <a:pt x="35072" y="98394"/>
                    <a:pt x="35395" y="98195"/>
                    <a:pt x="35694" y="97971"/>
                  </a:cubicBezTo>
                  <a:close/>
                  <a:moveTo>
                    <a:pt x="34051" y="99017"/>
                  </a:moveTo>
                  <a:cubicBezTo>
                    <a:pt x="34051" y="99041"/>
                    <a:pt x="34051" y="99041"/>
                    <a:pt x="34076" y="99066"/>
                  </a:cubicBezTo>
                  <a:cubicBezTo>
                    <a:pt x="34051" y="99066"/>
                    <a:pt x="34051" y="99091"/>
                    <a:pt x="34026" y="99091"/>
                  </a:cubicBezTo>
                  <a:cubicBezTo>
                    <a:pt x="34026" y="99066"/>
                    <a:pt x="34026" y="99066"/>
                    <a:pt x="33977" y="99041"/>
                  </a:cubicBezTo>
                  <a:cubicBezTo>
                    <a:pt x="34026" y="99041"/>
                    <a:pt x="34026" y="99017"/>
                    <a:pt x="34051" y="99017"/>
                  </a:cubicBezTo>
                  <a:close/>
                  <a:moveTo>
                    <a:pt x="5700" y="96403"/>
                  </a:moveTo>
                  <a:cubicBezTo>
                    <a:pt x="6670" y="97445"/>
                    <a:pt x="7781" y="98393"/>
                    <a:pt x="8988" y="99201"/>
                  </a:cubicBezTo>
                  <a:lnTo>
                    <a:pt x="8988" y="99201"/>
                  </a:lnTo>
                  <a:cubicBezTo>
                    <a:pt x="8877" y="99173"/>
                    <a:pt x="8795" y="99128"/>
                    <a:pt x="8712" y="99066"/>
                  </a:cubicBezTo>
                  <a:cubicBezTo>
                    <a:pt x="8563" y="98967"/>
                    <a:pt x="8413" y="98842"/>
                    <a:pt x="8289" y="98768"/>
                  </a:cubicBezTo>
                  <a:cubicBezTo>
                    <a:pt x="8214" y="98693"/>
                    <a:pt x="8140" y="98668"/>
                    <a:pt x="8065" y="98593"/>
                  </a:cubicBezTo>
                  <a:cubicBezTo>
                    <a:pt x="7891" y="98444"/>
                    <a:pt x="7692" y="98320"/>
                    <a:pt x="7517" y="98170"/>
                  </a:cubicBezTo>
                  <a:cubicBezTo>
                    <a:pt x="7293" y="97971"/>
                    <a:pt x="7044" y="97822"/>
                    <a:pt x="6820" y="97598"/>
                  </a:cubicBezTo>
                  <a:cubicBezTo>
                    <a:pt x="6447" y="97249"/>
                    <a:pt x="6049" y="96901"/>
                    <a:pt x="5700" y="96528"/>
                  </a:cubicBezTo>
                  <a:lnTo>
                    <a:pt x="5700" y="96453"/>
                  </a:lnTo>
                  <a:lnTo>
                    <a:pt x="5700" y="96403"/>
                  </a:lnTo>
                  <a:close/>
                  <a:moveTo>
                    <a:pt x="9069" y="99255"/>
                  </a:moveTo>
                  <a:cubicBezTo>
                    <a:pt x="9075" y="99258"/>
                    <a:pt x="9080" y="99262"/>
                    <a:pt x="9085" y="99266"/>
                  </a:cubicBezTo>
                  <a:cubicBezTo>
                    <a:pt x="9085" y="99266"/>
                    <a:pt x="9077" y="99266"/>
                    <a:pt x="9069" y="99255"/>
                  </a:cubicBezTo>
                  <a:close/>
                  <a:moveTo>
                    <a:pt x="5800" y="96951"/>
                  </a:moveTo>
                  <a:lnTo>
                    <a:pt x="5800" y="96951"/>
                  </a:lnTo>
                  <a:cubicBezTo>
                    <a:pt x="5924" y="97050"/>
                    <a:pt x="6024" y="97175"/>
                    <a:pt x="6148" y="97249"/>
                  </a:cubicBezTo>
                  <a:lnTo>
                    <a:pt x="6223" y="97349"/>
                  </a:lnTo>
                  <a:cubicBezTo>
                    <a:pt x="6347" y="97473"/>
                    <a:pt x="6522" y="97598"/>
                    <a:pt x="6671" y="97722"/>
                  </a:cubicBezTo>
                  <a:cubicBezTo>
                    <a:pt x="6696" y="97772"/>
                    <a:pt x="6721" y="97772"/>
                    <a:pt x="6771" y="97797"/>
                  </a:cubicBezTo>
                  <a:cubicBezTo>
                    <a:pt x="6845" y="97847"/>
                    <a:pt x="6920" y="97946"/>
                    <a:pt x="7019" y="97996"/>
                  </a:cubicBezTo>
                  <a:cubicBezTo>
                    <a:pt x="7044" y="98046"/>
                    <a:pt x="7094" y="98071"/>
                    <a:pt x="7144" y="98096"/>
                  </a:cubicBezTo>
                  <a:cubicBezTo>
                    <a:pt x="7592" y="98569"/>
                    <a:pt x="8164" y="98967"/>
                    <a:pt x="8712" y="99390"/>
                  </a:cubicBezTo>
                  <a:cubicBezTo>
                    <a:pt x="8563" y="99290"/>
                    <a:pt x="8413" y="99166"/>
                    <a:pt x="8264" y="99066"/>
                  </a:cubicBezTo>
                  <a:cubicBezTo>
                    <a:pt x="8140" y="98967"/>
                    <a:pt x="8015" y="98917"/>
                    <a:pt x="7916" y="98817"/>
                  </a:cubicBezTo>
                  <a:cubicBezTo>
                    <a:pt x="7766" y="98718"/>
                    <a:pt x="7642" y="98593"/>
                    <a:pt x="7467" y="98494"/>
                  </a:cubicBezTo>
                  <a:cubicBezTo>
                    <a:pt x="7343" y="98419"/>
                    <a:pt x="7219" y="98320"/>
                    <a:pt x="7094" y="98195"/>
                  </a:cubicBezTo>
                  <a:cubicBezTo>
                    <a:pt x="6970" y="98096"/>
                    <a:pt x="6845" y="97996"/>
                    <a:pt x="6721" y="97872"/>
                  </a:cubicBezTo>
                  <a:cubicBezTo>
                    <a:pt x="6596" y="97772"/>
                    <a:pt x="6472" y="97672"/>
                    <a:pt x="6323" y="97548"/>
                  </a:cubicBezTo>
                  <a:cubicBezTo>
                    <a:pt x="6198" y="97448"/>
                    <a:pt x="6098" y="97324"/>
                    <a:pt x="5974" y="97224"/>
                  </a:cubicBezTo>
                  <a:lnTo>
                    <a:pt x="5825" y="97075"/>
                  </a:lnTo>
                  <a:cubicBezTo>
                    <a:pt x="5825" y="97050"/>
                    <a:pt x="5800" y="96976"/>
                    <a:pt x="5800" y="96951"/>
                  </a:cubicBezTo>
                  <a:close/>
                  <a:moveTo>
                    <a:pt x="68700" y="95955"/>
                  </a:moveTo>
                  <a:lnTo>
                    <a:pt x="68749" y="95980"/>
                  </a:lnTo>
                  <a:cubicBezTo>
                    <a:pt x="68675" y="96030"/>
                    <a:pt x="68625" y="96079"/>
                    <a:pt x="68550" y="96104"/>
                  </a:cubicBezTo>
                  <a:cubicBezTo>
                    <a:pt x="67281" y="97000"/>
                    <a:pt x="66036" y="97847"/>
                    <a:pt x="64767" y="98693"/>
                  </a:cubicBezTo>
                  <a:cubicBezTo>
                    <a:pt x="64386" y="98934"/>
                    <a:pt x="64010" y="99174"/>
                    <a:pt x="63637" y="99410"/>
                  </a:cubicBezTo>
                  <a:lnTo>
                    <a:pt x="63637" y="99410"/>
                  </a:lnTo>
                  <a:cubicBezTo>
                    <a:pt x="63778" y="99319"/>
                    <a:pt x="63911" y="99225"/>
                    <a:pt x="64045" y="99141"/>
                  </a:cubicBezTo>
                  <a:cubicBezTo>
                    <a:pt x="64717" y="98693"/>
                    <a:pt x="65439" y="98220"/>
                    <a:pt x="66136" y="97772"/>
                  </a:cubicBezTo>
                  <a:cubicBezTo>
                    <a:pt x="66459" y="97548"/>
                    <a:pt x="66808" y="97299"/>
                    <a:pt x="67156" y="97050"/>
                  </a:cubicBezTo>
                  <a:cubicBezTo>
                    <a:pt x="67679" y="96677"/>
                    <a:pt x="68202" y="96328"/>
                    <a:pt x="68700" y="95955"/>
                  </a:cubicBezTo>
                  <a:close/>
                  <a:moveTo>
                    <a:pt x="42813" y="90429"/>
                  </a:moveTo>
                  <a:cubicBezTo>
                    <a:pt x="43311" y="91972"/>
                    <a:pt x="44057" y="93317"/>
                    <a:pt x="45053" y="94437"/>
                  </a:cubicBezTo>
                  <a:cubicBezTo>
                    <a:pt x="44680" y="95482"/>
                    <a:pt x="44232" y="96552"/>
                    <a:pt x="43684" y="97573"/>
                  </a:cubicBezTo>
                  <a:cubicBezTo>
                    <a:pt x="41394" y="98569"/>
                    <a:pt x="39104" y="99415"/>
                    <a:pt x="36914" y="100087"/>
                  </a:cubicBezTo>
                  <a:cubicBezTo>
                    <a:pt x="36839" y="99938"/>
                    <a:pt x="36764" y="99813"/>
                    <a:pt x="36715" y="99689"/>
                  </a:cubicBezTo>
                  <a:cubicBezTo>
                    <a:pt x="36690" y="99589"/>
                    <a:pt x="36615" y="99465"/>
                    <a:pt x="36590" y="99390"/>
                  </a:cubicBezTo>
                  <a:lnTo>
                    <a:pt x="36590" y="99340"/>
                  </a:lnTo>
                  <a:cubicBezTo>
                    <a:pt x="36441" y="98917"/>
                    <a:pt x="36291" y="98444"/>
                    <a:pt x="36167" y="97971"/>
                  </a:cubicBezTo>
                  <a:cubicBezTo>
                    <a:pt x="36192" y="97946"/>
                    <a:pt x="36217" y="97921"/>
                    <a:pt x="36267" y="97921"/>
                  </a:cubicBezTo>
                  <a:cubicBezTo>
                    <a:pt x="36665" y="97598"/>
                    <a:pt x="37063" y="97324"/>
                    <a:pt x="37436" y="96976"/>
                  </a:cubicBezTo>
                  <a:cubicBezTo>
                    <a:pt x="37461" y="96951"/>
                    <a:pt x="37511" y="96951"/>
                    <a:pt x="37511" y="96926"/>
                  </a:cubicBezTo>
                  <a:cubicBezTo>
                    <a:pt x="39776" y="95034"/>
                    <a:pt x="41568" y="92819"/>
                    <a:pt x="42813" y="90429"/>
                  </a:cubicBezTo>
                  <a:close/>
                  <a:moveTo>
                    <a:pt x="35968" y="98046"/>
                  </a:moveTo>
                  <a:lnTo>
                    <a:pt x="36167" y="98693"/>
                  </a:lnTo>
                  <a:cubicBezTo>
                    <a:pt x="36167" y="98718"/>
                    <a:pt x="36167" y="98718"/>
                    <a:pt x="36192" y="98743"/>
                  </a:cubicBezTo>
                  <a:cubicBezTo>
                    <a:pt x="36217" y="98842"/>
                    <a:pt x="36242" y="98917"/>
                    <a:pt x="36291" y="98992"/>
                  </a:cubicBezTo>
                  <a:lnTo>
                    <a:pt x="36391" y="99290"/>
                  </a:lnTo>
                  <a:lnTo>
                    <a:pt x="36466" y="99564"/>
                  </a:lnTo>
                  <a:cubicBezTo>
                    <a:pt x="36466" y="99589"/>
                    <a:pt x="36515" y="99614"/>
                    <a:pt x="36515" y="99664"/>
                  </a:cubicBezTo>
                  <a:cubicBezTo>
                    <a:pt x="36565" y="99813"/>
                    <a:pt x="36640" y="99938"/>
                    <a:pt x="36690" y="100087"/>
                  </a:cubicBezTo>
                  <a:lnTo>
                    <a:pt x="36690" y="100112"/>
                  </a:lnTo>
                  <a:lnTo>
                    <a:pt x="36640" y="100112"/>
                  </a:lnTo>
                  <a:cubicBezTo>
                    <a:pt x="36590" y="100087"/>
                    <a:pt x="36590" y="100037"/>
                    <a:pt x="36565" y="99987"/>
                  </a:cubicBezTo>
                  <a:cubicBezTo>
                    <a:pt x="36466" y="99788"/>
                    <a:pt x="36391" y="99539"/>
                    <a:pt x="36291" y="99290"/>
                  </a:cubicBezTo>
                  <a:cubicBezTo>
                    <a:pt x="36267" y="99191"/>
                    <a:pt x="36217" y="99066"/>
                    <a:pt x="36167" y="98967"/>
                  </a:cubicBezTo>
                  <a:lnTo>
                    <a:pt x="36167" y="98942"/>
                  </a:lnTo>
                  <a:cubicBezTo>
                    <a:pt x="36067" y="98668"/>
                    <a:pt x="35968" y="98369"/>
                    <a:pt x="35918" y="98096"/>
                  </a:cubicBezTo>
                  <a:lnTo>
                    <a:pt x="35943" y="98071"/>
                  </a:lnTo>
                  <a:lnTo>
                    <a:pt x="35968" y="98046"/>
                  </a:lnTo>
                  <a:close/>
                  <a:moveTo>
                    <a:pt x="5551" y="97075"/>
                  </a:moveTo>
                  <a:lnTo>
                    <a:pt x="5601" y="97175"/>
                  </a:lnTo>
                  <a:cubicBezTo>
                    <a:pt x="5675" y="97374"/>
                    <a:pt x="5725" y="97573"/>
                    <a:pt x="5800" y="97797"/>
                  </a:cubicBezTo>
                  <a:cubicBezTo>
                    <a:pt x="5899" y="98096"/>
                    <a:pt x="5974" y="98369"/>
                    <a:pt x="6074" y="98668"/>
                  </a:cubicBezTo>
                  <a:cubicBezTo>
                    <a:pt x="6173" y="98942"/>
                    <a:pt x="6298" y="99216"/>
                    <a:pt x="6397" y="99465"/>
                  </a:cubicBezTo>
                  <a:cubicBezTo>
                    <a:pt x="6497" y="99704"/>
                    <a:pt x="6565" y="99928"/>
                    <a:pt x="6652" y="100148"/>
                  </a:cubicBezTo>
                  <a:lnTo>
                    <a:pt x="6652" y="100148"/>
                  </a:lnTo>
                  <a:cubicBezTo>
                    <a:pt x="6626" y="100095"/>
                    <a:pt x="6591" y="100021"/>
                    <a:pt x="6571" y="99962"/>
                  </a:cubicBezTo>
                  <a:cubicBezTo>
                    <a:pt x="6347" y="99514"/>
                    <a:pt x="6173" y="98992"/>
                    <a:pt x="5974" y="98469"/>
                  </a:cubicBezTo>
                  <a:cubicBezTo>
                    <a:pt x="5974" y="98444"/>
                    <a:pt x="5974" y="98444"/>
                    <a:pt x="5949" y="98419"/>
                  </a:cubicBezTo>
                  <a:cubicBezTo>
                    <a:pt x="5800" y="97971"/>
                    <a:pt x="5675" y="97548"/>
                    <a:pt x="5551" y="97075"/>
                  </a:cubicBezTo>
                  <a:close/>
                  <a:moveTo>
                    <a:pt x="75868" y="90753"/>
                  </a:moveTo>
                  <a:cubicBezTo>
                    <a:pt x="76491" y="91972"/>
                    <a:pt x="77038" y="93167"/>
                    <a:pt x="77486" y="94287"/>
                  </a:cubicBezTo>
                  <a:cubicBezTo>
                    <a:pt x="77511" y="94362"/>
                    <a:pt x="77586" y="94462"/>
                    <a:pt x="77611" y="94561"/>
                  </a:cubicBezTo>
                  <a:cubicBezTo>
                    <a:pt x="77735" y="94835"/>
                    <a:pt x="77835" y="95109"/>
                    <a:pt x="77909" y="95432"/>
                  </a:cubicBezTo>
                  <a:cubicBezTo>
                    <a:pt x="77984" y="95607"/>
                    <a:pt x="78084" y="95806"/>
                    <a:pt x="78133" y="95980"/>
                  </a:cubicBezTo>
                  <a:lnTo>
                    <a:pt x="78333" y="96652"/>
                  </a:lnTo>
                  <a:cubicBezTo>
                    <a:pt x="78382" y="96826"/>
                    <a:pt x="78457" y="97050"/>
                    <a:pt x="78507" y="97224"/>
                  </a:cubicBezTo>
                  <a:cubicBezTo>
                    <a:pt x="77860" y="97697"/>
                    <a:pt x="77163" y="98170"/>
                    <a:pt x="76491" y="98593"/>
                  </a:cubicBezTo>
                  <a:lnTo>
                    <a:pt x="76217" y="98793"/>
                  </a:lnTo>
                  <a:cubicBezTo>
                    <a:pt x="76142" y="98842"/>
                    <a:pt x="76043" y="98892"/>
                    <a:pt x="75993" y="98942"/>
                  </a:cubicBezTo>
                  <a:cubicBezTo>
                    <a:pt x="75420" y="99315"/>
                    <a:pt x="74873" y="99664"/>
                    <a:pt x="74300" y="100012"/>
                  </a:cubicBezTo>
                  <a:cubicBezTo>
                    <a:pt x="74275" y="100037"/>
                    <a:pt x="74176" y="100087"/>
                    <a:pt x="74101" y="100162"/>
                  </a:cubicBezTo>
                  <a:cubicBezTo>
                    <a:pt x="73902" y="100037"/>
                    <a:pt x="73728" y="99913"/>
                    <a:pt x="73529" y="99763"/>
                  </a:cubicBezTo>
                  <a:cubicBezTo>
                    <a:pt x="73479" y="99689"/>
                    <a:pt x="73404" y="99664"/>
                    <a:pt x="73304" y="99589"/>
                  </a:cubicBezTo>
                  <a:cubicBezTo>
                    <a:pt x="73180" y="99514"/>
                    <a:pt x="73105" y="99415"/>
                    <a:pt x="72981" y="99315"/>
                  </a:cubicBezTo>
                  <a:lnTo>
                    <a:pt x="72508" y="98942"/>
                  </a:lnTo>
                  <a:cubicBezTo>
                    <a:pt x="72458" y="98917"/>
                    <a:pt x="72433" y="98892"/>
                    <a:pt x="72384" y="98842"/>
                  </a:cubicBezTo>
                  <a:cubicBezTo>
                    <a:pt x="72184" y="98693"/>
                    <a:pt x="72035" y="98544"/>
                    <a:pt x="71861" y="98394"/>
                  </a:cubicBezTo>
                  <a:lnTo>
                    <a:pt x="71786" y="98320"/>
                  </a:lnTo>
                  <a:cubicBezTo>
                    <a:pt x="71637" y="98170"/>
                    <a:pt x="71438" y="98021"/>
                    <a:pt x="71263" y="97847"/>
                  </a:cubicBezTo>
                  <a:cubicBezTo>
                    <a:pt x="71239" y="97822"/>
                    <a:pt x="71189" y="97797"/>
                    <a:pt x="71139" y="97772"/>
                  </a:cubicBezTo>
                  <a:cubicBezTo>
                    <a:pt x="70990" y="97648"/>
                    <a:pt x="70815" y="97473"/>
                    <a:pt x="70666" y="97324"/>
                  </a:cubicBezTo>
                  <a:lnTo>
                    <a:pt x="70492" y="97150"/>
                  </a:lnTo>
                  <a:lnTo>
                    <a:pt x="70118" y="96776"/>
                  </a:lnTo>
                  <a:cubicBezTo>
                    <a:pt x="70019" y="96677"/>
                    <a:pt x="69894" y="96577"/>
                    <a:pt x="69795" y="96453"/>
                  </a:cubicBezTo>
                  <a:cubicBezTo>
                    <a:pt x="69695" y="96353"/>
                    <a:pt x="69621" y="96229"/>
                    <a:pt x="69496" y="96154"/>
                  </a:cubicBezTo>
                  <a:lnTo>
                    <a:pt x="69197" y="95855"/>
                  </a:lnTo>
                  <a:cubicBezTo>
                    <a:pt x="69994" y="95308"/>
                    <a:pt x="70741" y="94735"/>
                    <a:pt x="71512" y="94188"/>
                  </a:cubicBezTo>
                  <a:cubicBezTo>
                    <a:pt x="71662" y="94063"/>
                    <a:pt x="71811" y="93939"/>
                    <a:pt x="71985" y="93839"/>
                  </a:cubicBezTo>
                  <a:cubicBezTo>
                    <a:pt x="72732" y="93292"/>
                    <a:pt x="73504" y="92694"/>
                    <a:pt x="74225" y="92097"/>
                  </a:cubicBezTo>
                  <a:cubicBezTo>
                    <a:pt x="74425" y="91948"/>
                    <a:pt x="74624" y="91748"/>
                    <a:pt x="74848" y="91599"/>
                  </a:cubicBezTo>
                  <a:lnTo>
                    <a:pt x="75868" y="90753"/>
                  </a:lnTo>
                  <a:close/>
                  <a:moveTo>
                    <a:pt x="69123" y="95980"/>
                  </a:moveTo>
                  <a:cubicBezTo>
                    <a:pt x="69197" y="96079"/>
                    <a:pt x="69272" y="96179"/>
                    <a:pt x="69372" y="96229"/>
                  </a:cubicBezTo>
                  <a:lnTo>
                    <a:pt x="69695" y="96577"/>
                  </a:lnTo>
                  <a:lnTo>
                    <a:pt x="69894" y="96776"/>
                  </a:lnTo>
                  <a:cubicBezTo>
                    <a:pt x="71363" y="98195"/>
                    <a:pt x="72732" y="99390"/>
                    <a:pt x="73927" y="100211"/>
                  </a:cubicBezTo>
                  <a:cubicBezTo>
                    <a:pt x="73902" y="100286"/>
                    <a:pt x="73902" y="100286"/>
                    <a:pt x="73877" y="100286"/>
                  </a:cubicBezTo>
                  <a:cubicBezTo>
                    <a:pt x="72433" y="99290"/>
                    <a:pt x="70815" y="97847"/>
                    <a:pt x="69048" y="96030"/>
                  </a:cubicBezTo>
                  <a:lnTo>
                    <a:pt x="69123" y="95980"/>
                  </a:lnTo>
                  <a:close/>
                  <a:moveTo>
                    <a:pt x="78606" y="97424"/>
                  </a:moveTo>
                  <a:lnTo>
                    <a:pt x="78606" y="97448"/>
                  </a:lnTo>
                  <a:lnTo>
                    <a:pt x="78606" y="97473"/>
                  </a:lnTo>
                  <a:cubicBezTo>
                    <a:pt x="78482" y="97573"/>
                    <a:pt x="78357" y="97672"/>
                    <a:pt x="78233" y="97722"/>
                  </a:cubicBezTo>
                  <a:cubicBezTo>
                    <a:pt x="77735" y="98071"/>
                    <a:pt x="77188" y="98444"/>
                    <a:pt x="76715" y="98793"/>
                  </a:cubicBezTo>
                  <a:cubicBezTo>
                    <a:pt x="76441" y="98942"/>
                    <a:pt x="76242" y="99091"/>
                    <a:pt x="75993" y="99266"/>
                  </a:cubicBezTo>
                  <a:lnTo>
                    <a:pt x="74947" y="99913"/>
                  </a:lnTo>
                  <a:cubicBezTo>
                    <a:pt x="74848" y="99962"/>
                    <a:pt x="74698" y="100062"/>
                    <a:pt x="74574" y="100137"/>
                  </a:cubicBezTo>
                  <a:cubicBezTo>
                    <a:pt x="74524" y="100186"/>
                    <a:pt x="74425" y="100261"/>
                    <a:pt x="74300" y="100286"/>
                  </a:cubicBezTo>
                  <a:cubicBezTo>
                    <a:pt x="74350" y="100211"/>
                    <a:pt x="74400" y="100186"/>
                    <a:pt x="74425" y="100162"/>
                  </a:cubicBezTo>
                  <a:cubicBezTo>
                    <a:pt x="74499" y="100137"/>
                    <a:pt x="74574" y="100062"/>
                    <a:pt x="74649" y="100037"/>
                  </a:cubicBezTo>
                  <a:cubicBezTo>
                    <a:pt x="74773" y="99938"/>
                    <a:pt x="74922" y="99888"/>
                    <a:pt x="75047" y="99788"/>
                  </a:cubicBezTo>
                  <a:cubicBezTo>
                    <a:pt x="75097" y="99788"/>
                    <a:pt x="75097" y="99763"/>
                    <a:pt x="75122" y="99763"/>
                  </a:cubicBezTo>
                  <a:cubicBezTo>
                    <a:pt x="75470" y="99539"/>
                    <a:pt x="75794" y="99315"/>
                    <a:pt x="76117" y="99091"/>
                  </a:cubicBezTo>
                  <a:cubicBezTo>
                    <a:pt x="76291" y="98967"/>
                    <a:pt x="76441" y="98892"/>
                    <a:pt x="76640" y="98768"/>
                  </a:cubicBezTo>
                  <a:cubicBezTo>
                    <a:pt x="76739" y="98693"/>
                    <a:pt x="76814" y="98643"/>
                    <a:pt x="76889" y="98593"/>
                  </a:cubicBezTo>
                  <a:cubicBezTo>
                    <a:pt x="77312" y="98320"/>
                    <a:pt x="77735" y="98021"/>
                    <a:pt x="78158" y="97722"/>
                  </a:cubicBezTo>
                  <a:cubicBezTo>
                    <a:pt x="78308" y="97623"/>
                    <a:pt x="78482" y="97548"/>
                    <a:pt x="78606" y="97424"/>
                  </a:cubicBezTo>
                  <a:close/>
                  <a:moveTo>
                    <a:pt x="43560" y="97797"/>
                  </a:moveTo>
                  <a:cubicBezTo>
                    <a:pt x="43535" y="97822"/>
                    <a:pt x="43535" y="97897"/>
                    <a:pt x="43510" y="97921"/>
                  </a:cubicBezTo>
                  <a:cubicBezTo>
                    <a:pt x="41319" y="98842"/>
                    <a:pt x="39154" y="99664"/>
                    <a:pt x="37038" y="100311"/>
                  </a:cubicBezTo>
                  <a:cubicBezTo>
                    <a:pt x="37038" y="100286"/>
                    <a:pt x="37013" y="100261"/>
                    <a:pt x="37013" y="100211"/>
                  </a:cubicBezTo>
                  <a:cubicBezTo>
                    <a:pt x="39129" y="99564"/>
                    <a:pt x="41319" y="98718"/>
                    <a:pt x="43560" y="97797"/>
                  </a:cubicBezTo>
                  <a:close/>
                  <a:moveTo>
                    <a:pt x="36789" y="100311"/>
                  </a:moveTo>
                  <a:lnTo>
                    <a:pt x="36789" y="100336"/>
                  </a:lnTo>
                  <a:cubicBezTo>
                    <a:pt x="36789" y="100336"/>
                    <a:pt x="36789" y="100386"/>
                    <a:pt x="36814" y="100386"/>
                  </a:cubicBezTo>
                  <a:cubicBezTo>
                    <a:pt x="36789" y="100386"/>
                    <a:pt x="36764" y="100386"/>
                    <a:pt x="36764" y="100410"/>
                  </a:cubicBezTo>
                  <a:cubicBezTo>
                    <a:pt x="36764" y="100386"/>
                    <a:pt x="36715" y="100336"/>
                    <a:pt x="36715" y="100311"/>
                  </a:cubicBezTo>
                  <a:close/>
                  <a:moveTo>
                    <a:pt x="74126" y="100386"/>
                  </a:moveTo>
                  <a:cubicBezTo>
                    <a:pt x="74126" y="100386"/>
                    <a:pt x="74151" y="100386"/>
                    <a:pt x="74151" y="100410"/>
                  </a:cubicBezTo>
                  <a:cubicBezTo>
                    <a:pt x="74126" y="100410"/>
                    <a:pt x="74126" y="100435"/>
                    <a:pt x="74101" y="100435"/>
                  </a:cubicBezTo>
                  <a:cubicBezTo>
                    <a:pt x="74101" y="100435"/>
                    <a:pt x="74051" y="100435"/>
                    <a:pt x="74026" y="100411"/>
                  </a:cubicBezTo>
                  <a:lnTo>
                    <a:pt x="74026" y="100411"/>
                  </a:lnTo>
                  <a:cubicBezTo>
                    <a:pt x="74026" y="100411"/>
                    <a:pt x="74026" y="100411"/>
                    <a:pt x="74026" y="100411"/>
                  </a:cubicBezTo>
                  <a:lnTo>
                    <a:pt x="74026" y="100411"/>
                  </a:lnTo>
                  <a:cubicBezTo>
                    <a:pt x="74039" y="100423"/>
                    <a:pt x="74039" y="100429"/>
                    <a:pt x="74036" y="100429"/>
                  </a:cubicBezTo>
                  <a:cubicBezTo>
                    <a:pt x="74033" y="100429"/>
                    <a:pt x="74026" y="100423"/>
                    <a:pt x="74026" y="100410"/>
                  </a:cubicBezTo>
                  <a:lnTo>
                    <a:pt x="74026" y="100410"/>
                  </a:lnTo>
                  <a:cubicBezTo>
                    <a:pt x="74026" y="100410"/>
                    <a:pt x="74026" y="100410"/>
                    <a:pt x="74026" y="100410"/>
                  </a:cubicBezTo>
                  <a:cubicBezTo>
                    <a:pt x="74051" y="100410"/>
                    <a:pt x="74051" y="100386"/>
                    <a:pt x="74101" y="100386"/>
                  </a:cubicBezTo>
                  <a:close/>
                  <a:moveTo>
                    <a:pt x="35719" y="98220"/>
                  </a:moveTo>
                  <a:cubicBezTo>
                    <a:pt x="35769" y="98345"/>
                    <a:pt x="35794" y="98444"/>
                    <a:pt x="35818" y="98544"/>
                  </a:cubicBezTo>
                  <a:cubicBezTo>
                    <a:pt x="35843" y="98668"/>
                    <a:pt x="35893" y="98768"/>
                    <a:pt x="35918" y="98892"/>
                  </a:cubicBezTo>
                  <a:cubicBezTo>
                    <a:pt x="35918" y="98917"/>
                    <a:pt x="35943" y="98942"/>
                    <a:pt x="35943" y="98942"/>
                  </a:cubicBezTo>
                  <a:cubicBezTo>
                    <a:pt x="35943" y="98942"/>
                    <a:pt x="35943" y="98967"/>
                    <a:pt x="35968" y="98967"/>
                  </a:cubicBezTo>
                  <a:cubicBezTo>
                    <a:pt x="36018" y="99091"/>
                    <a:pt x="36067" y="99191"/>
                    <a:pt x="36092" y="99315"/>
                  </a:cubicBezTo>
                  <a:cubicBezTo>
                    <a:pt x="36092" y="99340"/>
                    <a:pt x="36142" y="99415"/>
                    <a:pt x="36142" y="99440"/>
                  </a:cubicBezTo>
                  <a:cubicBezTo>
                    <a:pt x="36167" y="99564"/>
                    <a:pt x="36217" y="99664"/>
                    <a:pt x="36267" y="99788"/>
                  </a:cubicBezTo>
                  <a:cubicBezTo>
                    <a:pt x="36316" y="99913"/>
                    <a:pt x="36341" y="100037"/>
                    <a:pt x="36416" y="100162"/>
                  </a:cubicBezTo>
                  <a:lnTo>
                    <a:pt x="34823" y="100635"/>
                  </a:lnTo>
                  <a:cubicBezTo>
                    <a:pt x="34673" y="100162"/>
                    <a:pt x="34474" y="99664"/>
                    <a:pt x="34300" y="99166"/>
                  </a:cubicBezTo>
                  <a:cubicBezTo>
                    <a:pt x="34549" y="99017"/>
                    <a:pt x="34773" y="98842"/>
                    <a:pt x="34972" y="98693"/>
                  </a:cubicBezTo>
                  <a:lnTo>
                    <a:pt x="35719" y="98220"/>
                  </a:lnTo>
                  <a:close/>
                  <a:moveTo>
                    <a:pt x="34126" y="99241"/>
                  </a:moveTo>
                  <a:cubicBezTo>
                    <a:pt x="34325" y="99763"/>
                    <a:pt x="34499" y="100211"/>
                    <a:pt x="34698" y="100709"/>
                  </a:cubicBezTo>
                  <a:cubicBezTo>
                    <a:pt x="34673" y="100709"/>
                    <a:pt x="34673" y="100709"/>
                    <a:pt x="34649" y="100759"/>
                  </a:cubicBezTo>
                  <a:cubicBezTo>
                    <a:pt x="34449" y="100261"/>
                    <a:pt x="34275" y="99788"/>
                    <a:pt x="34076" y="99290"/>
                  </a:cubicBezTo>
                  <a:cubicBezTo>
                    <a:pt x="34101" y="99290"/>
                    <a:pt x="34101" y="99241"/>
                    <a:pt x="34126" y="99241"/>
                  </a:cubicBezTo>
                  <a:close/>
                  <a:moveTo>
                    <a:pt x="67306" y="94437"/>
                  </a:moveTo>
                  <a:lnTo>
                    <a:pt x="67380" y="94486"/>
                  </a:lnTo>
                  <a:cubicBezTo>
                    <a:pt x="67555" y="94710"/>
                    <a:pt x="67779" y="94934"/>
                    <a:pt x="67953" y="95134"/>
                  </a:cubicBezTo>
                  <a:cubicBezTo>
                    <a:pt x="68177" y="95358"/>
                    <a:pt x="68401" y="95607"/>
                    <a:pt x="68625" y="95831"/>
                  </a:cubicBezTo>
                  <a:cubicBezTo>
                    <a:pt x="68077" y="96204"/>
                    <a:pt x="67555" y="96577"/>
                    <a:pt x="67032" y="96926"/>
                  </a:cubicBezTo>
                  <a:cubicBezTo>
                    <a:pt x="66683" y="97125"/>
                    <a:pt x="66335" y="97374"/>
                    <a:pt x="66036" y="97598"/>
                  </a:cubicBezTo>
                  <a:cubicBezTo>
                    <a:pt x="65364" y="98046"/>
                    <a:pt x="64717" y="98444"/>
                    <a:pt x="64070" y="98892"/>
                  </a:cubicBezTo>
                  <a:cubicBezTo>
                    <a:pt x="63821" y="99041"/>
                    <a:pt x="63572" y="99216"/>
                    <a:pt x="63323" y="99390"/>
                  </a:cubicBezTo>
                  <a:cubicBezTo>
                    <a:pt x="62576" y="99838"/>
                    <a:pt x="61830" y="100311"/>
                    <a:pt x="61058" y="100759"/>
                  </a:cubicBezTo>
                  <a:cubicBezTo>
                    <a:pt x="61108" y="99465"/>
                    <a:pt x="61108" y="98145"/>
                    <a:pt x="61058" y="96801"/>
                  </a:cubicBezTo>
                  <a:cubicBezTo>
                    <a:pt x="63074" y="96229"/>
                    <a:pt x="65165" y="95432"/>
                    <a:pt x="67306" y="94437"/>
                  </a:cubicBezTo>
                  <a:close/>
                  <a:moveTo>
                    <a:pt x="97026" y="81269"/>
                  </a:moveTo>
                  <a:cubicBezTo>
                    <a:pt x="97822" y="81518"/>
                    <a:pt x="98544" y="81643"/>
                    <a:pt x="99092" y="81643"/>
                  </a:cubicBezTo>
                  <a:cubicBezTo>
                    <a:pt x="99266" y="81643"/>
                    <a:pt x="99415" y="81643"/>
                    <a:pt x="99540" y="81618"/>
                  </a:cubicBezTo>
                  <a:lnTo>
                    <a:pt x="99540" y="81618"/>
                  </a:lnTo>
                  <a:cubicBezTo>
                    <a:pt x="98942" y="82365"/>
                    <a:pt x="98320" y="83061"/>
                    <a:pt x="97698" y="83833"/>
                  </a:cubicBezTo>
                  <a:cubicBezTo>
                    <a:pt x="97200" y="84406"/>
                    <a:pt x="96677" y="85003"/>
                    <a:pt x="96155" y="85600"/>
                  </a:cubicBezTo>
                  <a:cubicBezTo>
                    <a:pt x="95283" y="86571"/>
                    <a:pt x="94412" y="87517"/>
                    <a:pt x="93466" y="88488"/>
                  </a:cubicBezTo>
                  <a:lnTo>
                    <a:pt x="93441" y="88513"/>
                  </a:lnTo>
                  <a:cubicBezTo>
                    <a:pt x="89708" y="92371"/>
                    <a:pt x="85601" y="96055"/>
                    <a:pt x="81220" y="99390"/>
                  </a:cubicBezTo>
                  <a:lnTo>
                    <a:pt x="80100" y="100211"/>
                  </a:lnTo>
                  <a:cubicBezTo>
                    <a:pt x="79851" y="100410"/>
                    <a:pt x="79552" y="100585"/>
                    <a:pt x="79303" y="100784"/>
                  </a:cubicBezTo>
                  <a:cubicBezTo>
                    <a:pt x="79303" y="100759"/>
                    <a:pt x="79353" y="100684"/>
                    <a:pt x="79353" y="100659"/>
                  </a:cubicBezTo>
                  <a:cubicBezTo>
                    <a:pt x="79378" y="100560"/>
                    <a:pt x="79378" y="100460"/>
                    <a:pt x="79403" y="100386"/>
                  </a:cubicBezTo>
                  <a:cubicBezTo>
                    <a:pt x="79403" y="100311"/>
                    <a:pt x="79403" y="100261"/>
                    <a:pt x="79428" y="100186"/>
                  </a:cubicBezTo>
                  <a:cubicBezTo>
                    <a:pt x="79428" y="100087"/>
                    <a:pt x="79477" y="100012"/>
                    <a:pt x="79477" y="99888"/>
                  </a:cubicBezTo>
                  <a:cubicBezTo>
                    <a:pt x="79403" y="99813"/>
                    <a:pt x="79403" y="99714"/>
                    <a:pt x="79403" y="99664"/>
                  </a:cubicBezTo>
                  <a:lnTo>
                    <a:pt x="79403" y="99315"/>
                  </a:lnTo>
                  <a:cubicBezTo>
                    <a:pt x="79403" y="99216"/>
                    <a:pt x="79378" y="99141"/>
                    <a:pt x="79378" y="99066"/>
                  </a:cubicBezTo>
                  <a:cubicBezTo>
                    <a:pt x="79378" y="98942"/>
                    <a:pt x="79353" y="98842"/>
                    <a:pt x="79353" y="98718"/>
                  </a:cubicBezTo>
                  <a:cubicBezTo>
                    <a:pt x="79353" y="98618"/>
                    <a:pt x="79303" y="98544"/>
                    <a:pt x="79278" y="98444"/>
                  </a:cubicBezTo>
                  <a:cubicBezTo>
                    <a:pt x="79278" y="98345"/>
                    <a:pt x="79253" y="98295"/>
                    <a:pt x="79253" y="98195"/>
                  </a:cubicBezTo>
                  <a:cubicBezTo>
                    <a:pt x="85825" y="93068"/>
                    <a:pt x="91823" y="87293"/>
                    <a:pt x="97026" y="81269"/>
                  </a:cubicBezTo>
                  <a:close/>
                  <a:moveTo>
                    <a:pt x="78731" y="97697"/>
                  </a:moveTo>
                  <a:cubicBezTo>
                    <a:pt x="78731" y="97747"/>
                    <a:pt x="78756" y="97822"/>
                    <a:pt x="78756" y="97872"/>
                  </a:cubicBezTo>
                  <a:cubicBezTo>
                    <a:pt x="78756" y="97946"/>
                    <a:pt x="78781" y="97971"/>
                    <a:pt x="78781" y="98046"/>
                  </a:cubicBezTo>
                  <a:cubicBezTo>
                    <a:pt x="77561" y="98967"/>
                    <a:pt x="76316" y="99913"/>
                    <a:pt x="75072" y="100809"/>
                  </a:cubicBezTo>
                  <a:cubicBezTo>
                    <a:pt x="74898" y="100659"/>
                    <a:pt x="74723" y="100560"/>
                    <a:pt x="74524" y="100435"/>
                  </a:cubicBezTo>
                  <a:cubicBezTo>
                    <a:pt x="74574" y="100336"/>
                    <a:pt x="74674" y="100286"/>
                    <a:pt x="74798" y="100211"/>
                  </a:cubicBezTo>
                  <a:cubicBezTo>
                    <a:pt x="74922" y="100162"/>
                    <a:pt x="75047" y="100062"/>
                    <a:pt x="75171" y="100012"/>
                  </a:cubicBezTo>
                  <a:cubicBezTo>
                    <a:pt x="75196" y="100012"/>
                    <a:pt x="75196" y="99962"/>
                    <a:pt x="75246" y="99962"/>
                  </a:cubicBezTo>
                  <a:cubicBezTo>
                    <a:pt x="75420" y="99838"/>
                    <a:pt x="75570" y="99714"/>
                    <a:pt x="75769" y="99639"/>
                  </a:cubicBezTo>
                  <a:lnTo>
                    <a:pt x="76043" y="99440"/>
                  </a:lnTo>
                  <a:cubicBezTo>
                    <a:pt x="76291" y="99290"/>
                    <a:pt x="76565" y="99091"/>
                    <a:pt x="76814" y="98942"/>
                  </a:cubicBezTo>
                  <a:cubicBezTo>
                    <a:pt x="76889" y="98917"/>
                    <a:pt x="76939" y="98842"/>
                    <a:pt x="77038" y="98793"/>
                  </a:cubicBezTo>
                  <a:cubicBezTo>
                    <a:pt x="77262" y="98668"/>
                    <a:pt x="77436" y="98494"/>
                    <a:pt x="77660" y="98369"/>
                  </a:cubicBezTo>
                  <a:cubicBezTo>
                    <a:pt x="77785" y="98295"/>
                    <a:pt x="77909" y="98195"/>
                    <a:pt x="78034" y="98121"/>
                  </a:cubicBezTo>
                  <a:cubicBezTo>
                    <a:pt x="78059" y="98121"/>
                    <a:pt x="78059" y="98096"/>
                    <a:pt x="78108" y="98096"/>
                  </a:cubicBezTo>
                  <a:lnTo>
                    <a:pt x="78133" y="98096"/>
                  </a:lnTo>
                  <a:cubicBezTo>
                    <a:pt x="78308" y="97971"/>
                    <a:pt x="78507" y="97847"/>
                    <a:pt x="78731" y="97697"/>
                  </a:cubicBezTo>
                  <a:close/>
                  <a:moveTo>
                    <a:pt x="60859" y="96826"/>
                  </a:moveTo>
                  <a:lnTo>
                    <a:pt x="60859" y="96826"/>
                  </a:lnTo>
                  <a:cubicBezTo>
                    <a:pt x="60959" y="98195"/>
                    <a:pt x="60934" y="99539"/>
                    <a:pt x="60834" y="100883"/>
                  </a:cubicBezTo>
                  <a:cubicBezTo>
                    <a:pt x="60809" y="100883"/>
                    <a:pt x="60809" y="100908"/>
                    <a:pt x="60784" y="100908"/>
                  </a:cubicBezTo>
                  <a:cubicBezTo>
                    <a:pt x="60859" y="99589"/>
                    <a:pt x="60884" y="98220"/>
                    <a:pt x="60809" y="96851"/>
                  </a:cubicBezTo>
                  <a:cubicBezTo>
                    <a:pt x="60834" y="96851"/>
                    <a:pt x="60834" y="96851"/>
                    <a:pt x="60859" y="96826"/>
                  </a:cubicBezTo>
                  <a:close/>
                  <a:moveTo>
                    <a:pt x="78830" y="98195"/>
                  </a:moveTo>
                  <a:lnTo>
                    <a:pt x="78830" y="98245"/>
                  </a:lnTo>
                  <a:cubicBezTo>
                    <a:pt x="77660" y="99166"/>
                    <a:pt x="76491" y="100062"/>
                    <a:pt x="75296" y="100908"/>
                  </a:cubicBezTo>
                  <a:cubicBezTo>
                    <a:pt x="75271" y="100908"/>
                    <a:pt x="75271" y="100883"/>
                    <a:pt x="75246" y="100883"/>
                  </a:cubicBezTo>
                  <a:cubicBezTo>
                    <a:pt x="76441" y="100012"/>
                    <a:pt x="77636" y="99141"/>
                    <a:pt x="78830" y="98195"/>
                  </a:cubicBezTo>
                  <a:close/>
                  <a:moveTo>
                    <a:pt x="36540" y="100386"/>
                  </a:moveTo>
                  <a:cubicBezTo>
                    <a:pt x="36540" y="100410"/>
                    <a:pt x="36565" y="100410"/>
                    <a:pt x="36565" y="100435"/>
                  </a:cubicBezTo>
                  <a:lnTo>
                    <a:pt x="36565" y="100460"/>
                  </a:lnTo>
                  <a:lnTo>
                    <a:pt x="34972" y="100933"/>
                  </a:lnTo>
                  <a:cubicBezTo>
                    <a:pt x="34972" y="100908"/>
                    <a:pt x="34947" y="100883"/>
                    <a:pt x="34947" y="100834"/>
                  </a:cubicBezTo>
                  <a:lnTo>
                    <a:pt x="36540" y="100386"/>
                  </a:lnTo>
                  <a:close/>
                  <a:moveTo>
                    <a:pt x="74325" y="100535"/>
                  </a:moveTo>
                  <a:cubicBezTo>
                    <a:pt x="74524" y="100659"/>
                    <a:pt x="74748" y="100784"/>
                    <a:pt x="74922" y="100908"/>
                  </a:cubicBezTo>
                  <a:cubicBezTo>
                    <a:pt x="74898" y="100908"/>
                    <a:pt x="74898" y="100933"/>
                    <a:pt x="74873" y="100933"/>
                  </a:cubicBezTo>
                  <a:cubicBezTo>
                    <a:pt x="74649" y="100809"/>
                    <a:pt x="74474" y="100684"/>
                    <a:pt x="74275" y="100560"/>
                  </a:cubicBezTo>
                  <a:cubicBezTo>
                    <a:pt x="74300" y="100560"/>
                    <a:pt x="74300" y="100535"/>
                    <a:pt x="74325" y="100535"/>
                  </a:cubicBezTo>
                  <a:close/>
                  <a:moveTo>
                    <a:pt x="5153" y="84729"/>
                  </a:moveTo>
                  <a:cubicBezTo>
                    <a:pt x="7019" y="87393"/>
                    <a:pt x="9583" y="89384"/>
                    <a:pt x="12869" y="90603"/>
                  </a:cubicBezTo>
                  <a:cubicBezTo>
                    <a:pt x="12072" y="94088"/>
                    <a:pt x="12023" y="97672"/>
                    <a:pt x="12695" y="100958"/>
                  </a:cubicBezTo>
                  <a:cubicBezTo>
                    <a:pt x="9832" y="99813"/>
                    <a:pt x="7443" y="98170"/>
                    <a:pt x="5576" y="96055"/>
                  </a:cubicBezTo>
                  <a:cubicBezTo>
                    <a:pt x="5476" y="95681"/>
                    <a:pt x="5402" y="95308"/>
                    <a:pt x="5327" y="94934"/>
                  </a:cubicBezTo>
                  <a:cubicBezTo>
                    <a:pt x="5302" y="94760"/>
                    <a:pt x="5277" y="94586"/>
                    <a:pt x="5227" y="94437"/>
                  </a:cubicBezTo>
                  <a:cubicBezTo>
                    <a:pt x="5153" y="93864"/>
                    <a:pt x="5053" y="93317"/>
                    <a:pt x="4978" y="92719"/>
                  </a:cubicBezTo>
                  <a:cubicBezTo>
                    <a:pt x="4978" y="92595"/>
                    <a:pt x="4953" y="92445"/>
                    <a:pt x="4953" y="92321"/>
                  </a:cubicBezTo>
                  <a:lnTo>
                    <a:pt x="4854" y="90902"/>
                  </a:lnTo>
                  <a:cubicBezTo>
                    <a:pt x="4854" y="90703"/>
                    <a:pt x="4829" y="90479"/>
                    <a:pt x="4829" y="90255"/>
                  </a:cubicBezTo>
                  <a:cubicBezTo>
                    <a:pt x="4829" y="89658"/>
                    <a:pt x="4804" y="89110"/>
                    <a:pt x="4829" y="88513"/>
                  </a:cubicBezTo>
                  <a:cubicBezTo>
                    <a:pt x="4829" y="88363"/>
                    <a:pt x="4854" y="88164"/>
                    <a:pt x="4854" y="88015"/>
                  </a:cubicBezTo>
                  <a:lnTo>
                    <a:pt x="4953" y="86521"/>
                  </a:lnTo>
                  <a:cubicBezTo>
                    <a:pt x="4978" y="86297"/>
                    <a:pt x="4978" y="86098"/>
                    <a:pt x="5028" y="85899"/>
                  </a:cubicBezTo>
                  <a:cubicBezTo>
                    <a:pt x="5053" y="85501"/>
                    <a:pt x="5103" y="85127"/>
                    <a:pt x="5153" y="84729"/>
                  </a:cubicBezTo>
                  <a:close/>
                  <a:moveTo>
                    <a:pt x="34798" y="100859"/>
                  </a:moveTo>
                  <a:lnTo>
                    <a:pt x="34798" y="100859"/>
                  </a:lnTo>
                  <a:cubicBezTo>
                    <a:pt x="34773" y="100933"/>
                    <a:pt x="34798" y="100958"/>
                    <a:pt x="34798" y="101008"/>
                  </a:cubicBezTo>
                  <a:lnTo>
                    <a:pt x="34773" y="101008"/>
                  </a:lnTo>
                  <a:cubicBezTo>
                    <a:pt x="34773" y="100958"/>
                    <a:pt x="34723" y="100933"/>
                    <a:pt x="34723" y="100908"/>
                  </a:cubicBezTo>
                  <a:cubicBezTo>
                    <a:pt x="34773" y="100908"/>
                    <a:pt x="34773" y="100908"/>
                    <a:pt x="34798" y="100859"/>
                  </a:cubicBezTo>
                  <a:close/>
                  <a:moveTo>
                    <a:pt x="63566" y="99455"/>
                  </a:moveTo>
                  <a:lnTo>
                    <a:pt x="63566" y="99455"/>
                  </a:lnTo>
                  <a:cubicBezTo>
                    <a:pt x="62717" y="99992"/>
                    <a:pt x="61880" y="100514"/>
                    <a:pt x="61033" y="101014"/>
                  </a:cubicBezTo>
                  <a:lnTo>
                    <a:pt x="61033" y="101014"/>
                  </a:lnTo>
                  <a:cubicBezTo>
                    <a:pt x="61033" y="101012"/>
                    <a:pt x="61033" y="101010"/>
                    <a:pt x="61033" y="101008"/>
                  </a:cubicBezTo>
                  <a:cubicBezTo>
                    <a:pt x="61830" y="100535"/>
                    <a:pt x="62601" y="100037"/>
                    <a:pt x="63423" y="99539"/>
                  </a:cubicBezTo>
                  <a:cubicBezTo>
                    <a:pt x="63472" y="99512"/>
                    <a:pt x="63519" y="99484"/>
                    <a:pt x="63566" y="99455"/>
                  </a:cubicBezTo>
                  <a:close/>
                  <a:moveTo>
                    <a:pt x="13043" y="90603"/>
                  </a:moveTo>
                  <a:cubicBezTo>
                    <a:pt x="13068" y="90603"/>
                    <a:pt x="13068" y="90603"/>
                    <a:pt x="13118" y="90628"/>
                  </a:cubicBezTo>
                  <a:cubicBezTo>
                    <a:pt x="12321" y="94113"/>
                    <a:pt x="12296" y="97697"/>
                    <a:pt x="12993" y="101033"/>
                  </a:cubicBezTo>
                  <a:cubicBezTo>
                    <a:pt x="12944" y="101033"/>
                    <a:pt x="12919" y="101008"/>
                    <a:pt x="12919" y="101008"/>
                  </a:cubicBezTo>
                  <a:cubicBezTo>
                    <a:pt x="12197" y="97672"/>
                    <a:pt x="12271" y="94088"/>
                    <a:pt x="13043" y="90603"/>
                  </a:cubicBezTo>
                  <a:close/>
                  <a:moveTo>
                    <a:pt x="79104" y="98320"/>
                  </a:moveTo>
                  <a:cubicBezTo>
                    <a:pt x="79104" y="98345"/>
                    <a:pt x="79104" y="98394"/>
                    <a:pt x="79129" y="98444"/>
                  </a:cubicBezTo>
                  <a:cubicBezTo>
                    <a:pt x="79154" y="98544"/>
                    <a:pt x="79154" y="98643"/>
                    <a:pt x="79204" y="98718"/>
                  </a:cubicBezTo>
                  <a:cubicBezTo>
                    <a:pt x="79229" y="98842"/>
                    <a:pt x="79229" y="98942"/>
                    <a:pt x="79229" y="99066"/>
                  </a:cubicBezTo>
                  <a:cubicBezTo>
                    <a:pt x="79229" y="99166"/>
                    <a:pt x="79253" y="99266"/>
                    <a:pt x="79253" y="99340"/>
                  </a:cubicBezTo>
                  <a:lnTo>
                    <a:pt x="79253" y="99614"/>
                  </a:lnTo>
                  <a:lnTo>
                    <a:pt x="79253" y="99863"/>
                  </a:lnTo>
                  <a:cubicBezTo>
                    <a:pt x="79253" y="99962"/>
                    <a:pt x="79253" y="100037"/>
                    <a:pt x="79229" y="100137"/>
                  </a:cubicBezTo>
                  <a:cubicBezTo>
                    <a:pt x="79229" y="100211"/>
                    <a:pt x="79229" y="100286"/>
                    <a:pt x="79204" y="100386"/>
                  </a:cubicBezTo>
                  <a:cubicBezTo>
                    <a:pt x="79204" y="100435"/>
                    <a:pt x="79154" y="100485"/>
                    <a:pt x="79154" y="100585"/>
                  </a:cubicBezTo>
                  <a:cubicBezTo>
                    <a:pt x="79154" y="100659"/>
                    <a:pt x="79129" y="100759"/>
                    <a:pt x="79129" y="100809"/>
                  </a:cubicBezTo>
                  <a:cubicBezTo>
                    <a:pt x="79104" y="100809"/>
                    <a:pt x="79079" y="100834"/>
                    <a:pt x="79079" y="100908"/>
                  </a:cubicBezTo>
                  <a:cubicBezTo>
                    <a:pt x="79079" y="100933"/>
                    <a:pt x="79079" y="100933"/>
                    <a:pt x="79029" y="100958"/>
                  </a:cubicBezTo>
                  <a:cubicBezTo>
                    <a:pt x="79005" y="101008"/>
                    <a:pt x="78980" y="101008"/>
                    <a:pt x="78930" y="101033"/>
                  </a:cubicBezTo>
                  <a:cubicBezTo>
                    <a:pt x="78930" y="101008"/>
                    <a:pt x="78930" y="101008"/>
                    <a:pt x="78980" y="100958"/>
                  </a:cubicBezTo>
                  <a:cubicBezTo>
                    <a:pt x="79005" y="100883"/>
                    <a:pt x="79029" y="100809"/>
                    <a:pt x="79079" y="100709"/>
                  </a:cubicBezTo>
                  <a:cubicBezTo>
                    <a:pt x="79079" y="100659"/>
                    <a:pt x="79104" y="100585"/>
                    <a:pt x="79104" y="100535"/>
                  </a:cubicBezTo>
                  <a:cubicBezTo>
                    <a:pt x="79104" y="100460"/>
                    <a:pt x="79129" y="100386"/>
                    <a:pt x="79129" y="100311"/>
                  </a:cubicBezTo>
                  <a:cubicBezTo>
                    <a:pt x="79129" y="100261"/>
                    <a:pt x="79129" y="100162"/>
                    <a:pt x="79154" y="100062"/>
                  </a:cubicBezTo>
                  <a:lnTo>
                    <a:pt x="79154" y="99838"/>
                  </a:lnTo>
                  <a:lnTo>
                    <a:pt x="79154" y="99564"/>
                  </a:lnTo>
                  <a:lnTo>
                    <a:pt x="79154" y="99315"/>
                  </a:lnTo>
                  <a:cubicBezTo>
                    <a:pt x="79154" y="99216"/>
                    <a:pt x="79129" y="99141"/>
                    <a:pt x="79129" y="99017"/>
                  </a:cubicBezTo>
                  <a:cubicBezTo>
                    <a:pt x="79129" y="98917"/>
                    <a:pt x="79104" y="98817"/>
                    <a:pt x="79104" y="98718"/>
                  </a:cubicBezTo>
                  <a:cubicBezTo>
                    <a:pt x="79104" y="98643"/>
                    <a:pt x="79079" y="98519"/>
                    <a:pt x="79029" y="98419"/>
                  </a:cubicBezTo>
                  <a:lnTo>
                    <a:pt x="79029" y="98345"/>
                  </a:lnTo>
                  <a:cubicBezTo>
                    <a:pt x="79079" y="98345"/>
                    <a:pt x="79079" y="98320"/>
                    <a:pt x="79104" y="98320"/>
                  </a:cubicBezTo>
                  <a:close/>
                  <a:moveTo>
                    <a:pt x="3236" y="94287"/>
                  </a:moveTo>
                  <a:cubicBezTo>
                    <a:pt x="3311" y="94287"/>
                    <a:pt x="3311" y="94312"/>
                    <a:pt x="3336" y="94312"/>
                  </a:cubicBezTo>
                  <a:cubicBezTo>
                    <a:pt x="3336" y="94337"/>
                    <a:pt x="3360" y="94337"/>
                    <a:pt x="3360" y="94362"/>
                  </a:cubicBezTo>
                  <a:cubicBezTo>
                    <a:pt x="3659" y="94810"/>
                    <a:pt x="3933" y="95208"/>
                    <a:pt x="4281" y="95607"/>
                  </a:cubicBezTo>
                  <a:lnTo>
                    <a:pt x="4331" y="95681"/>
                  </a:lnTo>
                  <a:cubicBezTo>
                    <a:pt x="4655" y="96079"/>
                    <a:pt x="4978" y="96453"/>
                    <a:pt x="5327" y="96826"/>
                  </a:cubicBezTo>
                  <a:cubicBezTo>
                    <a:pt x="5451" y="97324"/>
                    <a:pt x="5601" y="97797"/>
                    <a:pt x="5775" y="98245"/>
                  </a:cubicBezTo>
                  <a:cubicBezTo>
                    <a:pt x="5800" y="98345"/>
                    <a:pt x="5825" y="98469"/>
                    <a:pt x="5850" y="98593"/>
                  </a:cubicBezTo>
                  <a:cubicBezTo>
                    <a:pt x="6024" y="99041"/>
                    <a:pt x="6173" y="99465"/>
                    <a:pt x="6347" y="99888"/>
                  </a:cubicBezTo>
                  <a:cubicBezTo>
                    <a:pt x="6422" y="100037"/>
                    <a:pt x="6472" y="100162"/>
                    <a:pt x="6522" y="100311"/>
                  </a:cubicBezTo>
                  <a:cubicBezTo>
                    <a:pt x="6646" y="100560"/>
                    <a:pt x="6771" y="100809"/>
                    <a:pt x="6895" y="101083"/>
                  </a:cubicBezTo>
                  <a:cubicBezTo>
                    <a:pt x="6771" y="100908"/>
                    <a:pt x="6646" y="100709"/>
                    <a:pt x="6472" y="100510"/>
                  </a:cubicBezTo>
                  <a:cubicBezTo>
                    <a:pt x="5924" y="99639"/>
                    <a:pt x="4281" y="96926"/>
                    <a:pt x="3410" y="94661"/>
                  </a:cubicBezTo>
                  <a:cubicBezTo>
                    <a:pt x="3336" y="94536"/>
                    <a:pt x="3311" y="94412"/>
                    <a:pt x="3236" y="94287"/>
                  </a:cubicBezTo>
                  <a:close/>
                  <a:moveTo>
                    <a:pt x="85823" y="95956"/>
                  </a:moveTo>
                  <a:cubicBezTo>
                    <a:pt x="85716" y="96047"/>
                    <a:pt x="85609" y="96138"/>
                    <a:pt x="85501" y="96229"/>
                  </a:cubicBezTo>
                  <a:cubicBezTo>
                    <a:pt x="85476" y="96279"/>
                    <a:pt x="85426" y="96303"/>
                    <a:pt x="85377" y="96353"/>
                  </a:cubicBezTo>
                  <a:cubicBezTo>
                    <a:pt x="84854" y="96801"/>
                    <a:pt x="84331" y="97224"/>
                    <a:pt x="83833" y="97648"/>
                  </a:cubicBezTo>
                  <a:cubicBezTo>
                    <a:pt x="83585" y="97822"/>
                    <a:pt x="83361" y="98046"/>
                    <a:pt x="83112" y="98220"/>
                  </a:cubicBezTo>
                  <a:cubicBezTo>
                    <a:pt x="82589" y="98668"/>
                    <a:pt x="82016" y="99091"/>
                    <a:pt x="81469" y="99514"/>
                  </a:cubicBezTo>
                  <a:cubicBezTo>
                    <a:pt x="81071" y="99813"/>
                    <a:pt x="80697" y="100087"/>
                    <a:pt x="80274" y="100386"/>
                  </a:cubicBezTo>
                  <a:lnTo>
                    <a:pt x="79627" y="100834"/>
                  </a:lnTo>
                  <a:cubicBezTo>
                    <a:pt x="79602" y="100883"/>
                    <a:pt x="79552" y="100883"/>
                    <a:pt x="79527" y="100908"/>
                  </a:cubicBezTo>
                  <a:cubicBezTo>
                    <a:pt x="79420" y="100994"/>
                    <a:pt x="79332" y="101043"/>
                    <a:pt x="79230" y="101118"/>
                  </a:cubicBezTo>
                  <a:lnTo>
                    <a:pt x="79230" y="101118"/>
                  </a:lnTo>
                  <a:cubicBezTo>
                    <a:pt x="79232" y="101103"/>
                    <a:pt x="79237" y="101083"/>
                    <a:pt x="79253" y="101083"/>
                  </a:cubicBezTo>
                  <a:cubicBezTo>
                    <a:pt x="79552" y="100883"/>
                    <a:pt x="79851" y="100659"/>
                    <a:pt x="80125" y="100435"/>
                  </a:cubicBezTo>
                  <a:cubicBezTo>
                    <a:pt x="80573" y="100137"/>
                    <a:pt x="80996" y="99813"/>
                    <a:pt x="81394" y="99514"/>
                  </a:cubicBezTo>
                  <a:cubicBezTo>
                    <a:pt x="81718" y="99290"/>
                    <a:pt x="81991" y="99066"/>
                    <a:pt x="82265" y="98842"/>
                  </a:cubicBezTo>
                  <a:cubicBezTo>
                    <a:pt x="83385" y="97996"/>
                    <a:pt x="84853" y="96753"/>
                    <a:pt x="85823" y="95956"/>
                  </a:cubicBezTo>
                  <a:close/>
                  <a:moveTo>
                    <a:pt x="79209" y="101134"/>
                  </a:moveTo>
                  <a:cubicBezTo>
                    <a:pt x="79199" y="101141"/>
                    <a:pt x="79189" y="101149"/>
                    <a:pt x="79179" y="101157"/>
                  </a:cubicBezTo>
                  <a:cubicBezTo>
                    <a:pt x="79179" y="101157"/>
                    <a:pt x="79179" y="101140"/>
                    <a:pt x="79209" y="101134"/>
                  </a:cubicBezTo>
                  <a:close/>
                  <a:moveTo>
                    <a:pt x="60834" y="101107"/>
                  </a:moveTo>
                  <a:lnTo>
                    <a:pt x="60834" y="101207"/>
                  </a:lnTo>
                  <a:cubicBezTo>
                    <a:pt x="60809" y="101207"/>
                    <a:pt x="60809" y="101257"/>
                    <a:pt x="60784" y="101257"/>
                  </a:cubicBezTo>
                  <a:lnTo>
                    <a:pt x="60784" y="101157"/>
                  </a:lnTo>
                  <a:cubicBezTo>
                    <a:pt x="60809" y="101157"/>
                    <a:pt x="60809" y="101107"/>
                    <a:pt x="60834" y="101107"/>
                  </a:cubicBezTo>
                  <a:close/>
                  <a:moveTo>
                    <a:pt x="78835" y="101389"/>
                  </a:moveTo>
                  <a:cubicBezTo>
                    <a:pt x="78826" y="101395"/>
                    <a:pt x="78816" y="101403"/>
                    <a:pt x="78795" y="101405"/>
                  </a:cubicBezTo>
                  <a:lnTo>
                    <a:pt x="78795" y="101405"/>
                  </a:lnTo>
                  <a:cubicBezTo>
                    <a:pt x="78807" y="101400"/>
                    <a:pt x="78820" y="101394"/>
                    <a:pt x="78835" y="101389"/>
                  </a:cubicBezTo>
                  <a:close/>
                  <a:moveTo>
                    <a:pt x="13267" y="90678"/>
                  </a:moveTo>
                  <a:cubicBezTo>
                    <a:pt x="13392" y="90703"/>
                    <a:pt x="13516" y="90728"/>
                    <a:pt x="13640" y="90778"/>
                  </a:cubicBezTo>
                  <a:cubicBezTo>
                    <a:pt x="13192" y="94586"/>
                    <a:pt x="13367" y="98170"/>
                    <a:pt x="14138" y="101406"/>
                  </a:cubicBezTo>
                  <a:cubicBezTo>
                    <a:pt x="13815" y="101307"/>
                    <a:pt x="13516" y="101182"/>
                    <a:pt x="13192" y="101083"/>
                  </a:cubicBezTo>
                  <a:cubicBezTo>
                    <a:pt x="12446" y="97772"/>
                    <a:pt x="12496" y="94188"/>
                    <a:pt x="13267" y="90678"/>
                  </a:cubicBezTo>
                  <a:close/>
                  <a:moveTo>
                    <a:pt x="13790" y="90852"/>
                  </a:moveTo>
                  <a:cubicBezTo>
                    <a:pt x="13815" y="90852"/>
                    <a:pt x="13815" y="90852"/>
                    <a:pt x="13865" y="90877"/>
                  </a:cubicBezTo>
                  <a:cubicBezTo>
                    <a:pt x="13443" y="94672"/>
                    <a:pt x="13565" y="98219"/>
                    <a:pt x="14378" y="101470"/>
                  </a:cubicBezTo>
                  <a:lnTo>
                    <a:pt x="14378" y="101470"/>
                  </a:lnTo>
                  <a:cubicBezTo>
                    <a:pt x="14367" y="101456"/>
                    <a:pt x="14345" y="101456"/>
                    <a:pt x="14313" y="101456"/>
                  </a:cubicBezTo>
                  <a:cubicBezTo>
                    <a:pt x="13541" y="98220"/>
                    <a:pt x="13392" y="94661"/>
                    <a:pt x="13790" y="90852"/>
                  </a:cubicBezTo>
                  <a:close/>
                  <a:moveTo>
                    <a:pt x="78768" y="101419"/>
                  </a:moveTo>
                  <a:lnTo>
                    <a:pt x="78681" y="101506"/>
                  </a:lnTo>
                  <a:lnTo>
                    <a:pt x="78681" y="101456"/>
                  </a:lnTo>
                  <a:cubicBezTo>
                    <a:pt x="78718" y="101443"/>
                    <a:pt x="78743" y="101431"/>
                    <a:pt x="78768" y="101419"/>
                  </a:cubicBezTo>
                  <a:close/>
                  <a:moveTo>
                    <a:pt x="33827" y="99091"/>
                  </a:moveTo>
                  <a:cubicBezTo>
                    <a:pt x="33827" y="99141"/>
                    <a:pt x="33827" y="99141"/>
                    <a:pt x="33852" y="99166"/>
                  </a:cubicBezTo>
                  <a:cubicBezTo>
                    <a:pt x="33678" y="99241"/>
                    <a:pt x="33504" y="99340"/>
                    <a:pt x="33329" y="99440"/>
                  </a:cubicBezTo>
                  <a:cubicBezTo>
                    <a:pt x="33031" y="99589"/>
                    <a:pt x="32707" y="99788"/>
                    <a:pt x="32408" y="99938"/>
                  </a:cubicBezTo>
                  <a:lnTo>
                    <a:pt x="31562" y="100311"/>
                  </a:lnTo>
                  <a:cubicBezTo>
                    <a:pt x="31214" y="100460"/>
                    <a:pt x="30915" y="100610"/>
                    <a:pt x="30566" y="100734"/>
                  </a:cubicBezTo>
                  <a:cubicBezTo>
                    <a:pt x="30318" y="100834"/>
                    <a:pt x="30044" y="100933"/>
                    <a:pt x="29745" y="101033"/>
                  </a:cubicBezTo>
                  <a:cubicBezTo>
                    <a:pt x="29372" y="101157"/>
                    <a:pt x="29048" y="101307"/>
                    <a:pt x="28675" y="101406"/>
                  </a:cubicBezTo>
                  <a:cubicBezTo>
                    <a:pt x="28509" y="101456"/>
                    <a:pt x="28342" y="101495"/>
                    <a:pt x="28161" y="101537"/>
                  </a:cubicBezTo>
                  <a:lnTo>
                    <a:pt x="28161" y="101537"/>
                  </a:lnTo>
                  <a:cubicBezTo>
                    <a:pt x="28330" y="101489"/>
                    <a:pt x="28497" y="101444"/>
                    <a:pt x="28650" y="101406"/>
                  </a:cubicBezTo>
                  <a:cubicBezTo>
                    <a:pt x="28949" y="101307"/>
                    <a:pt x="29222" y="101207"/>
                    <a:pt x="29496" y="101083"/>
                  </a:cubicBezTo>
                  <a:cubicBezTo>
                    <a:pt x="29845" y="100958"/>
                    <a:pt x="30218" y="100834"/>
                    <a:pt x="30566" y="100709"/>
                  </a:cubicBezTo>
                  <a:cubicBezTo>
                    <a:pt x="30815" y="100635"/>
                    <a:pt x="31064" y="100510"/>
                    <a:pt x="31313" y="100386"/>
                  </a:cubicBezTo>
                  <a:cubicBezTo>
                    <a:pt x="31687" y="100211"/>
                    <a:pt x="32060" y="100062"/>
                    <a:pt x="32408" y="99863"/>
                  </a:cubicBezTo>
                  <a:cubicBezTo>
                    <a:pt x="32608" y="99763"/>
                    <a:pt x="32832" y="99614"/>
                    <a:pt x="33056" y="99539"/>
                  </a:cubicBezTo>
                  <a:cubicBezTo>
                    <a:pt x="33304" y="99415"/>
                    <a:pt x="33578" y="99241"/>
                    <a:pt x="33827" y="99091"/>
                  </a:cubicBezTo>
                  <a:close/>
                  <a:moveTo>
                    <a:pt x="78905" y="98494"/>
                  </a:moveTo>
                  <a:cubicBezTo>
                    <a:pt x="78955" y="98593"/>
                    <a:pt x="78955" y="98693"/>
                    <a:pt x="78955" y="98793"/>
                  </a:cubicBezTo>
                  <a:cubicBezTo>
                    <a:pt x="78955" y="98867"/>
                    <a:pt x="78980" y="98967"/>
                    <a:pt x="78980" y="99066"/>
                  </a:cubicBezTo>
                  <a:cubicBezTo>
                    <a:pt x="78980" y="99166"/>
                    <a:pt x="79005" y="99241"/>
                    <a:pt x="79005" y="99340"/>
                  </a:cubicBezTo>
                  <a:lnTo>
                    <a:pt x="79005" y="99589"/>
                  </a:lnTo>
                  <a:lnTo>
                    <a:pt x="79005" y="99838"/>
                  </a:lnTo>
                  <a:lnTo>
                    <a:pt x="79005" y="100062"/>
                  </a:lnTo>
                  <a:cubicBezTo>
                    <a:pt x="79005" y="100112"/>
                    <a:pt x="79005" y="100211"/>
                    <a:pt x="78980" y="100286"/>
                  </a:cubicBezTo>
                  <a:cubicBezTo>
                    <a:pt x="78980" y="100336"/>
                    <a:pt x="78955" y="100410"/>
                    <a:pt x="78955" y="100485"/>
                  </a:cubicBezTo>
                  <a:cubicBezTo>
                    <a:pt x="78905" y="100535"/>
                    <a:pt x="78880" y="100585"/>
                    <a:pt x="78880" y="100659"/>
                  </a:cubicBezTo>
                  <a:cubicBezTo>
                    <a:pt x="78855" y="100709"/>
                    <a:pt x="78830" y="100809"/>
                    <a:pt x="78830" y="100883"/>
                  </a:cubicBezTo>
                  <a:cubicBezTo>
                    <a:pt x="78830" y="100908"/>
                    <a:pt x="78781" y="100933"/>
                    <a:pt x="78781" y="101008"/>
                  </a:cubicBezTo>
                  <a:cubicBezTo>
                    <a:pt x="78756" y="101083"/>
                    <a:pt x="78681" y="101182"/>
                    <a:pt x="78631" y="101282"/>
                  </a:cubicBezTo>
                  <a:cubicBezTo>
                    <a:pt x="78606" y="101331"/>
                    <a:pt x="78532" y="101381"/>
                    <a:pt x="78482" y="101431"/>
                  </a:cubicBezTo>
                  <a:cubicBezTo>
                    <a:pt x="78407" y="101456"/>
                    <a:pt x="78357" y="101531"/>
                    <a:pt x="78308" y="101555"/>
                  </a:cubicBezTo>
                  <a:cubicBezTo>
                    <a:pt x="78127" y="101650"/>
                    <a:pt x="77906" y="101697"/>
                    <a:pt x="77651" y="101697"/>
                  </a:cubicBezTo>
                  <a:cubicBezTo>
                    <a:pt x="77097" y="101697"/>
                    <a:pt x="76379" y="101476"/>
                    <a:pt x="75545" y="101033"/>
                  </a:cubicBezTo>
                  <a:cubicBezTo>
                    <a:pt x="76715" y="100211"/>
                    <a:pt x="77835" y="99365"/>
                    <a:pt x="78905" y="98494"/>
                  </a:cubicBezTo>
                  <a:close/>
                  <a:moveTo>
                    <a:pt x="27535" y="101708"/>
                  </a:moveTo>
                  <a:cubicBezTo>
                    <a:pt x="27457" y="101731"/>
                    <a:pt x="27379" y="101753"/>
                    <a:pt x="27301" y="101774"/>
                  </a:cubicBezTo>
                  <a:lnTo>
                    <a:pt x="27301" y="101774"/>
                  </a:lnTo>
                  <a:cubicBezTo>
                    <a:pt x="27378" y="101750"/>
                    <a:pt x="27456" y="101727"/>
                    <a:pt x="27535" y="101708"/>
                  </a:cubicBezTo>
                  <a:close/>
                  <a:moveTo>
                    <a:pt x="78507" y="101630"/>
                  </a:moveTo>
                  <a:lnTo>
                    <a:pt x="78507" y="101655"/>
                  </a:lnTo>
                  <a:cubicBezTo>
                    <a:pt x="78507" y="101655"/>
                    <a:pt x="78457" y="101705"/>
                    <a:pt x="78382" y="101755"/>
                  </a:cubicBezTo>
                  <a:cubicBezTo>
                    <a:pt x="78357" y="101755"/>
                    <a:pt x="78357" y="101779"/>
                    <a:pt x="78333" y="101779"/>
                  </a:cubicBezTo>
                  <a:cubicBezTo>
                    <a:pt x="78283" y="101779"/>
                    <a:pt x="78258" y="101804"/>
                    <a:pt x="78233" y="101804"/>
                  </a:cubicBezTo>
                  <a:cubicBezTo>
                    <a:pt x="78217" y="101821"/>
                    <a:pt x="78190" y="101826"/>
                    <a:pt x="78159" y="101842"/>
                  </a:cubicBezTo>
                  <a:lnTo>
                    <a:pt x="78159" y="101842"/>
                  </a:lnTo>
                  <a:lnTo>
                    <a:pt x="78382" y="101680"/>
                  </a:lnTo>
                  <a:cubicBezTo>
                    <a:pt x="78407" y="101655"/>
                    <a:pt x="78482" y="101655"/>
                    <a:pt x="78507" y="101630"/>
                  </a:cubicBezTo>
                  <a:close/>
                  <a:moveTo>
                    <a:pt x="75296" y="101107"/>
                  </a:moveTo>
                  <a:cubicBezTo>
                    <a:pt x="75370" y="101157"/>
                    <a:pt x="75395" y="101182"/>
                    <a:pt x="75470" y="101207"/>
                  </a:cubicBezTo>
                  <a:cubicBezTo>
                    <a:pt x="75520" y="101257"/>
                    <a:pt x="75545" y="101282"/>
                    <a:pt x="75619" y="101282"/>
                  </a:cubicBezTo>
                  <a:cubicBezTo>
                    <a:pt x="75719" y="101307"/>
                    <a:pt x="75794" y="101381"/>
                    <a:pt x="75868" y="101406"/>
                  </a:cubicBezTo>
                  <a:cubicBezTo>
                    <a:pt x="75918" y="101431"/>
                    <a:pt x="76018" y="101456"/>
                    <a:pt x="76092" y="101481"/>
                  </a:cubicBezTo>
                  <a:cubicBezTo>
                    <a:pt x="76142" y="101531"/>
                    <a:pt x="76167" y="101531"/>
                    <a:pt x="76242" y="101555"/>
                  </a:cubicBezTo>
                  <a:lnTo>
                    <a:pt x="76515" y="101655"/>
                  </a:lnTo>
                  <a:lnTo>
                    <a:pt x="76540" y="101655"/>
                  </a:lnTo>
                  <a:cubicBezTo>
                    <a:pt x="76914" y="101779"/>
                    <a:pt x="77262" y="101829"/>
                    <a:pt x="77586" y="101829"/>
                  </a:cubicBezTo>
                  <a:cubicBezTo>
                    <a:pt x="77636" y="101829"/>
                    <a:pt x="77710" y="101829"/>
                    <a:pt x="77760" y="101804"/>
                  </a:cubicBezTo>
                  <a:lnTo>
                    <a:pt x="77760" y="101804"/>
                  </a:lnTo>
                  <a:cubicBezTo>
                    <a:pt x="77735" y="101829"/>
                    <a:pt x="77710" y="101829"/>
                    <a:pt x="77660" y="101854"/>
                  </a:cubicBezTo>
                  <a:cubicBezTo>
                    <a:pt x="77574" y="101869"/>
                    <a:pt x="77483" y="101876"/>
                    <a:pt x="77388" y="101876"/>
                  </a:cubicBezTo>
                  <a:cubicBezTo>
                    <a:pt x="76823" y="101876"/>
                    <a:pt x="76102" y="101626"/>
                    <a:pt x="75271" y="101157"/>
                  </a:cubicBezTo>
                  <a:lnTo>
                    <a:pt x="75296" y="101107"/>
                  </a:lnTo>
                  <a:close/>
                  <a:moveTo>
                    <a:pt x="24966" y="91748"/>
                  </a:moveTo>
                  <a:cubicBezTo>
                    <a:pt x="24468" y="95457"/>
                    <a:pt x="24543" y="98917"/>
                    <a:pt x="25339" y="102053"/>
                  </a:cubicBezTo>
                  <a:lnTo>
                    <a:pt x="25265" y="102053"/>
                  </a:lnTo>
                  <a:cubicBezTo>
                    <a:pt x="24493" y="98917"/>
                    <a:pt x="24393" y="95457"/>
                    <a:pt x="24891" y="91748"/>
                  </a:cubicBezTo>
                  <a:close/>
                  <a:moveTo>
                    <a:pt x="32060" y="90379"/>
                  </a:moveTo>
                  <a:cubicBezTo>
                    <a:pt x="32259" y="93242"/>
                    <a:pt x="32856" y="96179"/>
                    <a:pt x="33802" y="98967"/>
                  </a:cubicBezTo>
                  <a:cubicBezTo>
                    <a:pt x="33553" y="99141"/>
                    <a:pt x="33304" y="99266"/>
                    <a:pt x="33056" y="99390"/>
                  </a:cubicBezTo>
                  <a:cubicBezTo>
                    <a:pt x="32807" y="99514"/>
                    <a:pt x="32558" y="99664"/>
                    <a:pt x="32309" y="99788"/>
                  </a:cubicBezTo>
                  <a:cubicBezTo>
                    <a:pt x="31960" y="99938"/>
                    <a:pt x="31612" y="100087"/>
                    <a:pt x="31313" y="100261"/>
                  </a:cubicBezTo>
                  <a:cubicBezTo>
                    <a:pt x="31014" y="100386"/>
                    <a:pt x="30790" y="100510"/>
                    <a:pt x="30492" y="100585"/>
                  </a:cubicBezTo>
                  <a:cubicBezTo>
                    <a:pt x="30168" y="100709"/>
                    <a:pt x="29845" y="100834"/>
                    <a:pt x="29496" y="100958"/>
                  </a:cubicBezTo>
                  <a:cubicBezTo>
                    <a:pt x="29222" y="101058"/>
                    <a:pt x="28924" y="101182"/>
                    <a:pt x="28625" y="101282"/>
                  </a:cubicBezTo>
                  <a:cubicBezTo>
                    <a:pt x="28326" y="101381"/>
                    <a:pt x="27978" y="101456"/>
                    <a:pt x="27679" y="101555"/>
                  </a:cubicBezTo>
                  <a:cubicBezTo>
                    <a:pt x="27355" y="101655"/>
                    <a:pt x="27057" y="101755"/>
                    <a:pt x="26733" y="101804"/>
                  </a:cubicBezTo>
                  <a:lnTo>
                    <a:pt x="25812" y="102004"/>
                  </a:lnTo>
                  <a:cubicBezTo>
                    <a:pt x="25713" y="102028"/>
                    <a:pt x="25638" y="102028"/>
                    <a:pt x="25538" y="102053"/>
                  </a:cubicBezTo>
                  <a:cubicBezTo>
                    <a:pt x="24742" y="98892"/>
                    <a:pt x="24617" y="95432"/>
                    <a:pt x="25140" y="91724"/>
                  </a:cubicBezTo>
                  <a:cubicBezTo>
                    <a:pt x="27355" y="91475"/>
                    <a:pt x="29695" y="91002"/>
                    <a:pt x="32060" y="90379"/>
                  </a:cubicBezTo>
                  <a:close/>
                  <a:moveTo>
                    <a:pt x="25538" y="102103"/>
                  </a:moveTo>
                  <a:cubicBezTo>
                    <a:pt x="25588" y="102128"/>
                    <a:pt x="25638" y="102134"/>
                    <a:pt x="25688" y="102134"/>
                  </a:cubicBezTo>
                  <a:cubicBezTo>
                    <a:pt x="25702" y="102134"/>
                    <a:pt x="25716" y="102134"/>
                    <a:pt x="25730" y="102133"/>
                  </a:cubicBezTo>
                  <a:lnTo>
                    <a:pt x="25730" y="102133"/>
                  </a:lnTo>
                  <a:cubicBezTo>
                    <a:pt x="25662" y="102150"/>
                    <a:pt x="25595" y="102166"/>
                    <a:pt x="25538" y="102178"/>
                  </a:cubicBezTo>
                  <a:lnTo>
                    <a:pt x="25538" y="102153"/>
                  </a:lnTo>
                  <a:lnTo>
                    <a:pt x="25538" y="102103"/>
                  </a:lnTo>
                  <a:close/>
                  <a:moveTo>
                    <a:pt x="33927" y="99365"/>
                  </a:moveTo>
                  <a:cubicBezTo>
                    <a:pt x="34076" y="99838"/>
                    <a:pt x="34275" y="100311"/>
                    <a:pt x="34449" y="100784"/>
                  </a:cubicBezTo>
                  <a:cubicBezTo>
                    <a:pt x="31459" y="101575"/>
                    <a:pt x="28517" y="102145"/>
                    <a:pt x="25771" y="102396"/>
                  </a:cubicBezTo>
                  <a:lnTo>
                    <a:pt x="25771" y="102396"/>
                  </a:lnTo>
                  <a:cubicBezTo>
                    <a:pt x="25797" y="102391"/>
                    <a:pt x="25824" y="102378"/>
                    <a:pt x="25837" y="102352"/>
                  </a:cubicBezTo>
                  <a:lnTo>
                    <a:pt x="26758" y="102178"/>
                  </a:lnTo>
                  <a:lnTo>
                    <a:pt x="27804" y="101904"/>
                  </a:lnTo>
                  <a:cubicBezTo>
                    <a:pt x="28102" y="101804"/>
                    <a:pt x="28376" y="101730"/>
                    <a:pt x="28700" y="101655"/>
                  </a:cubicBezTo>
                  <a:cubicBezTo>
                    <a:pt x="29048" y="101555"/>
                    <a:pt x="29347" y="101431"/>
                    <a:pt x="29695" y="101307"/>
                  </a:cubicBezTo>
                  <a:cubicBezTo>
                    <a:pt x="29994" y="101182"/>
                    <a:pt x="30318" y="101083"/>
                    <a:pt x="30591" y="100958"/>
                  </a:cubicBezTo>
                  <a:cubicBezTo>
                    <a:pt x="30915" y="100834"/>
                    <a:pt x="31189" y="100684"/>
                    <a:pt x="31487" y="100560"/>
                  </a:cubicBezTo>
                  <a:cubicBezTo>
                    <a:pt x="31811" y="100435"/>
                    <a:pt x="32110" y="100286"/>
                    <a:pt x="32433" y="100162"/>
                  </a:cubicBezTo>
                  <a:cubicBezTo>
                    <a:pt x="32707" y="99987"/>
                    <a:pt x="32981" y="99838"/>
                    <a:pt x="33280" y="99714"/>
                  </a:cubicBezTo>
                  <a:cubicBezTo>
                    <a:pt x="33479" y="99589"/>
                    <a:pt x="33703" y="99490"/>
                    <a:pt x="33927" y="99365"/>
                  </a:cubicBezTo>
                  <a:close/>
                  <a:moveTo>
                    <a:pt x="14039" y="90927"/>
                  </a:moveTo>
                  <a:lnTo>
                    <a:pt x="14039" y="90927"/>
                  </a:lnTo>
                  <a:cubicBezTo>
                    <a:pt x="16229" y="91574"/>
                    <a:pt x="18644" y="91948"/>
                    <a:pt x="21282" y="91948"/>
                  </a:cubicBezTo>
                  <a:cubicBezTo>
                    <a:pt x="22377" y="91948"/>
                    <a:pt x="23522" y="91873"/>
                    <a:pt x="24692" y="91748"/>
                  </a:cubicBezTo>
                  <a:lnTo>
                    <a:pt x="24692" y="91748"/>
                  </a:lnTo>
                  <a:cubicBezTo>
                    <a:pt x="24194" y="95457"/>
                    <a:pt x="24269" y="98942"/>
                    <a:pt x="25041" y="102053"/>
                  </a:cubicBezTo>
                  <a:cubicBezTo>
                    <a:pt x="24916" y="102078"/>
                    <a:pt x="24841" y="102128"/>
                    <a:pt x="24717" y="102128"/>
                  </a:cubicBezTo>
                  <a:cubicBezTo>
                    <a:pt x="24418" y="102153"/>
                    <a:pt x="24145" y="102178"/>
                    <a:pt x="23846" y="102203"/>
                  </a:cubicBezTo>
                  <a:cubicBezTo>
                    <a:pt x="23472" y="102252"/>
                    <a:pt x="23099" y="102302"/>
                    <a:pt x="22726" y="102327"/>
                  </a:cubicBezTo>
                  <a:cubicBezTo>
                    <a:pt x="22552" y="102327"/>
                    <a:pt x="22402" y="102327"/>
                    <a:pt x="22253" y="102377"/>
                  </a:cubicBezTo>
                  <a:cubicBezTo>
                    <a:pt x="21780" y="102427"/>
                    <a:pt x="21282" y="102427"/>
                    <a:pt x="20759" y="102427"/>
                  </a:cubicBezTo>
                  <a:cubicBezTo>
                    <a:pt x="20137" y="102427"/>
                    <a:pt x="19540" y="102402"/>
                    <a:pt x="18917" y="102377"/>
                  </a:cubicBezTo>
                  <a:cubicBezTo>
                    <a:pt x="17399" y="102203"/>
                    <a:pt x="15980" y="101929"/>
                    <a:pt x="14611" y="101531"/>
                  </a:cubicBezTo>
                  <a:cubicBezTo>
                    <a:pt x="13790" y="98295"/>
                    <a:pt x="13640" y="94710"/>
                    <a:pt x="14039" y="90927"/>
                  </a:cubicBezTo>
                  <a:close/>
                  <a:moveTo>
                    <a:pt x="6744" y="100357"/>
                  </a:moveTo>
                  <a:lnTo>
                    <a:pt x="6744" y="100357"/>
                  </a:lnTo>
                  <a:cubicBezTo>
                    <a:pt x="6861" y="100590"/>
                    <a:pt x="6977" y="100823"/>
                    <a:pt x="7094" y="101033"/>
                  </a:cubicBezTo>
                  <a:cubicBezTo>
                    <a:pt x="7268" y="101307"/>
                    <a:pt x="7393" y="101580"/>
                    <a:pt x="7542" y="101879"/>
                  </a:cubicBezTo>
                  <a:cubicBezTo>
                    <a:pt x="7660" y="102068"/>
                    <a:pt x="7778" y="102278"/>
                    <a:pt x="7896" y="102469"/>
                  </a:cubicBezTo>
                  <a:lnTo>
                    <a:pt x="7896" y="102469"/>
                  </a:lnTo>
                  <a:cubicBezTo>
                    <a:pt x="7838" y="102403"/>
                    <a:pt x="7772" y="102330"/>
                    <a:pt x="7716" y="102252"/>
                  </a:cubicBezTo>
                  <a:lnTo>
                    <a:pt x="7443" y="101779"/>
                  </a:lnTo>
                  <a:cubicBezTo>
                    <a:pt x="7393" y="101680"/>
                    <a:pt x="7318" y="101555"/>
                    <a:pt x="7293" y="101431"/>
                  </a:cubicBezTo>
                  <a:cubicBezTo>
                    <a:pt x="7099" y="101086"/>
                    <a:pt x="6905" y="100723"/>
                    <a:pt x="6744" y="100357"/>
                  </a:cubicBezTo>
                  <a:close/>
                  <a:moveTo>
                    <a:pt x="25115" y="102252"/>
                  </a:moveTo>
                  <a:lnTo>
                    <a:pt x="25115" y="102302"/>
                  </a:lnTo>
                  <a:cubicBezTo>
                    <a:pt x="24991" y="102327"/>
                    <a:pt x="24866" y="102352"/>
                    <a:pt x="24742" y="102352"/>
                  </a:cubicBezTo>
                  <a:cubicBezTo>
                    <a:pt x="24468" y="102402"/>
                    <a:pt x="24145" y="102427"/>
                    <a:pt x="23871" y="102452"/>
                  </a:cubicBezTo>
                  <a:cubicBezTo>
                    <a:pt x="23771" y="102452"/>
                    <a:pt x="23647" y="102501"/>
                    <a:pt x="23572" y="102501"/>
                  </a:cubicBezTo>
                  <a:cubicBezTo>
                    <a:pt x="23382" y="102501"/>
                    <a:pt x="23207" y="102501"/>
                    <a:pt x="23024" y="102512"/>
                  </a:cubicBezTo>
                  <a:lnTo>
                    <a:pt x="23024" y="102512"/>
                  </a:lnTo>
                  <a:cubicBezTo>
                    <a:pt x="23359" y="102480"/>
                    <a:pt x="23680" y="102423"/>
                    <a:pt x="24020" y="102402"/>
                  </a:cubicBezTo>
                  <a:cubicBezTo>
                    <a:pt x="24269" y="102377"/>
                    <a:pt x="24493" y="102327"/>
                    <a:pt x="24742" y="102302"/>
                  </a:cubicBezTo>
                  <a:cubicBezTo>
                    <a:pt x="24891" y="102302"/>
                    <a:pt x="24991" y="102277"/>
                    <a:pt x="25115" y="102252"/>
                  </a:cubicBezTo>
                  <a:close/>
                  <a:moveTo>
                    <a:pt x="25464" y="102576"/>
                  </a:moveTo>
                  <a:cubicBezTo>
                    <a:pt x="25489" y="102626"/>
                    <a:pt x="25489" y="102651"/>
                    <a:pt x="25489" y="102676"/>
                  </a:cubicBezTo>
                  <a:lnTo>
                    <a:pt x="25439" y="102676"/>
                  </a:lnTo>
                  <a:cubicBezTo>
                    <a:pt x="25439" y="102651"/>
                    <a:pt x="25389" y="102626"/>
                    <a:pt x="25389" y="102576"/>
                  </a:cubicBezTo>
                  <a:close/>
                  <a:moveTo>
                    <a:pt x="34524" y="100958"/>
                  </a:moveTo>
                  <a:cubicBezTo>
                    <a:pt x="34524" y="101008"/>
                    <a:pt x="34549" y="101033"/>
                    <a:pt x="34549" y="101058"/>
                  </a:cubicBezTo>
                  <a:cubicBezTo>
                    <a:pt x="31463" y="101904"/>
                    <a:pt x="28500" y="102427"/>
                    <a:pt x="25663" y="102676"/>
                  </a:cubicBezTo>
                  <a:cubicBezTo>
                    <a:pt x="25663" y="102651"/>
                    <a:pt x="25638" y="102626"/>
                    <a:pt x="25638" y="102576"/>
                  </a:cubicBezTo>
                  <a:cubicBezTo>
                    <a:pt x="28476" y="102327"/>
                    <a:pt x="31438" y="101779"/>
                    <a:pt x="34524" y="100958"/>
                  </a:cubicBezTo>
                  <a:close/>
                  <a:moveTo>
                    <a:pt x="16503" y="102228"/>
                  </a:moveTo>
                  <a:cubicBezTo>
                    <a:pt x="16827" y="102302"/>
                    <a:pt x="17175" y="102327"/>
                    <a:pt x="17524" y="102402"/>
                  </a:cubicBezTo>
                  <a:cubicBezTo>
                    <a:pt x="17573" y="102402"/>
                    <a:pt x="17648" y="102427"/>
                    <a:pt x="17673" y="102427"/>
                  </a:cubicBezTo>
                  <a:cubicBezTo>
                    <a:pt x="18071" y="102476"/>
                    <a:pt x="18519" y="102526"/>
                    <a:pt x="18967" y="102551"/>
                  </a:cubicBezTo>
                  <a:cubicBezTo>
                    <a:pt x="19540" y="102626"/>
                    <a:pt x="20162" y="102676"/>
                    <a:pt x="20784" y="102700"/>
                  </a:cubicBezTo>
                  <a:lnTo>
                    <a:pt x="20759" y="102700"/>
                  </a:lnTo>
                  <a:cubicBezTo>
                    <a:pt x="20386" y="102700"/>
                    <a:pt x="20038" y="102700"/>
                    <a:pt x="19664" y="102676"/>
                  </a:cubicBezTo>
                  <a:cubicBezTo>
                    <a:pt x="19490" y="102676"/>
                    <a:pt x="19291" y="102651"/>
                    <a:pt x="19117" y="102651"/>
                  </a:cubicBezTo>
                  <a:cubicBezTo>
                    <a:pt x="19017" y="102651"/>
                    <a:pt x="18917" y="102651"/>
                    <a:pt x="18818" y="102601"/>
                  </a:cubicBezTo>
                  <a:cubicBezTo>
                    <a:pt x="18021" y="102526"/>
                    <a:pt x="17250" y="102402"/>
                    <a:pt x="16503" y="102228"/>
                  </a:cubicBezTo>
                  <a:close/>
                  <a:moveTo>
                    <a:pt x="25215" y="102626"/>
                  </a:moveTo>
                  <a:cubicBezTo>
                    <a:pt x="25215" y="102651"/>
                    <a:pt x="25240" y="102676"/>
                    <a:pt x="25240" y="102700"/>
                  </a:cubicBezTo>
                  <a:cubicBezTo>
                    <a:pt x="24393" y="102775"/>
                    <a:pt x="23597" y="102800"/>
                    <a:pt x="22776" y="102800"/>
                  </a:cubicBezTo>
                  <a:lnTo>
                    <a:pt x="23622" y="102700"/>
                  </a:lnTo>
                  <a:lnTo>
                    <a:pt x="25215" y="102626"/>
                  </a:lnTo>
                  <a:close/>
                  <a:moveTo>
                    <a:pt x="2593" y="92982"/>
                  </a:moveTo>
                  <a:cubicBezTo>
                    <a:pt x="2596" y="92988"/>
                    <a:pt x="2602" y="92993"/>
                    <a:pt x="2614" y="92993"/>
                  </a:cubicBezTo>
                  <a:cubicBezTo>
                    <a:pt x="2639" y="93068"/>
                    <a:pt x="2688" y="93093"/>
                    <a:pt x="2688" y="93167"/>
                  </a:cubicBezTo>
                  <a:cubicBezTo>
                    <a:pt x="2713" y="93217"/>
                    <a:pt x="2738" y="93267"/>
                    <a:pt x="2763" y="93366"/>
                  </a:cubicBezTo>
                  <a:cubicBezTo>
                    <a:pt x="2937" y="93839"/>
                    <a:pt x="3112" y="94312"/>
                    <a:pt x="3261" y="94710"/>
                  </a:cubicBezTo>
                  <a:cubicBezTo>
                    <a:pt x="4132" y="96976"/>
                    <a:pt x="5800" y="99714"/>
                    <a:pt x="6347" y="100585"/>
                  </a:cubicBezTo>
                  <a:cubicBezTo>
                    <a:pt x="6771" y="101207"/>
                    <a:pt x="7194" y="101804"/>
                    <a:pt x="7567" y="102327"/>
                  </a:cubicBezTo>
                  <a:cubicBezTo>
                    <a:pt x="7642" y="102427"/>
                    <a:pt x="7692" y="102526"/>
                    <a:pt x="7716" y="102651"/>
                  </a:cubicBezTo>
                  <a:lnTo>
                    <a:pt x="7766" y="102651"/>
                  </a:lnTo>
                  <a:cubicBezTo>
                    <a:pt x="7791" y="102700"/>
                    <a:pt x="7816" y="102775"/>
                    <a:pt x="7891" y="102825"/>
                  </a:cubicBezTo>
                  <a:cubicBezTo>
                    <a:pt x="7891" y="102875"/>
                    <a:pt x="7916" y="102875"/>
                    <a:pt x="7916" y="102900"/>
                  </a:cubicBezTo>
                  <a:cubicBezTo>
                    <a:pt x="7841" y="102800"/>
                    <a:pt x="7791" y="102700"/>
                    <a:pt x="7716" y="102651"/>
                  </a:cubicBezTo>
                  <a:cubicBezTo>
                    <a:pt x="7692" y="102626"/>
                    <a:pt x="7667" y="102576"/>
                    <a:pt x="7667" y="102551"/>
                  </a:cubicBezTo>
                  <a:cubicBezTo>
                    <a:pt x="7467" y="102302"/>
                    <a:pt x="7268" y="102028"/>
                    <a:pt x="7069" y="101730"/>
                  </a:cubicBezTo>
                  <a:cubicBezTo>
                    <a:pt x="6820" y="101381"/>
                    <a:pt x="6571" y="101033"/>
                    <a:pt x="6323" y="100659"/>
                  </a:cubicBezTo>
                  <a:cubicBezTo>
                    <a:pt x="6323" y="100659"/>
                    <a:pt x="6323" y="100610"/>
                    <a:pt x="6298" y="100610"/>
                  </a:cubicBezTo>
                  <a:lnTo>
                    <a:pt x="6298" y="100585"/>
                  </a:lnTo>
                  <a:lnTo>
                    <a:pt x="5825" y="99838"/>
                  </a:lnTo>
                  <a:cubicBezTo>
                    <a:pt x="5352" y="99066"/>
                    <a:pt x="4705" y="97921"/>
                    <a:pt x="4107" y="96727"/>
                  </a:cubicBezTo>
                  <a:cubicBezTo>
                    <a:pt x="3983" y="96478"/>
                    <a:pt x="3858" y="96229"/>
                    <a:pt x="3784" y="95980"/>
                  </a:cubicBezTo>
                  <a:cubicBezTo>
                    <a:pt x="3709" y="95831"/>
                    <a:pt x="3609" y="95681"/>
                    <a:pt x="3560" y="95557"/>
                  </a:cubicBezTo>
                  <a:cubicBezTo>
                    <a:pt x="3435" y="95283"/>
                    <a:pt x="3336" y="95034"/>
                    <a:pt x="3211" y="94760"/>
                  </a:cubicBezTo>
                  <a:lnTo>
                    <a:pt x="3211" y="94735"/>
                  </a:lnTo>
                  <a:cubicBezTo>
                    <a:pt x="2989" y="94217"/>
                    <a:pt x="2766" y="93600"/>
                    <a:pt x="2593" y="92982"/>
                  </a:cubicBezTo>
                  <a:close/>
                  <a:moveTo>
                    <a:pt x="43311" y="98170"/>
                  </a:moveTo>
                  <a:cubicBezTo>
                    <a:pt x="42514" y="99589"/>
                    <a:pt x="41543" y="101008"/>
                    <a:pt x="40423" y="102277"/>
                  </a:cubicBezTo>
                  <a:lnTo>
                    <a:pt x="40423" y="102302"/>
                  </a:lnTo>
                  <a:cubicBezTo>
                    <a:pt x="40050" y="102700"/>
                    <a:pt x="39677" y="103124"/>
                    <a:pt x="39303" y="103497"/>
                  </a:cubicBezTo>
                  <a:lnTo>
                    <a:pt x="39179" y="103621"/>
                  </a:lnTo>
                  <a:lnTo>
                    <a:pt x="39054" y="103497"/>
                  </a:lnTo>
                  <a:cubicBezTo>
                    <a:pt x="38781" y="103173"/>
                    <a:pt x="38482" y="102825"/>
                    <a:pt x="38258" y="102501"/>
                  </a:cubicBezTo>
                  <a:cubicBezTo>
                    <a:pt x="38208" y="102452"/>
                    <a:pt x="38183" y="102402"/>
                    <a:pt x="38158" y="102377"/>
                  </a:cubicBezTo>
                  <a:cubicBezTo>
                    <a:pt x="38133" y="102327"/>
                    <a:pt x="38133" y="102302"/>
                    <a:pt x="38084" y="102277"/>
                  </a:cubicBezTo>
                  <a:cubicBezTo>
                    <a:pt x="37810" y="101904"/>
                    <a:pt x="37586" y="101506"/>
                    <a:pt x="37337" y="101083"/>
                  </a:cubicBezTo>
                  <a:cubicBezTo>
                    <a:pt x="37287" y="101008"/>
                    <a:pt x="37237" y="100908"/>
                    <a:pt x="37187" y="100784"/>
                  </a:cubicBezTo>
                  <a:cubicBezTo>
                    <a:pt x="37138" y="100684"/>
                    <a:pt x="37088" y="100585"/>
                    <a:pt x="37063" y="100460"/>
                  </a:cubicBezTo>
                  <a:cubicBezTo>
                    <a:pt x="39104" y="99813"/>
                    <a:pt x="41195" y="99041"/>
                    <a:pt x="43311" y="98170"/>
                  </a:cubicBezTo>
                  <a:close/>
                  <a:moveTo>
                    <a:pt x="36839" y="100560"/>
                  </a:moveTo>
                  <a:lnTo>
                    <a:pt x="36839" y="100560"/>
                  </a:lnTo>
                  <a:cubicBezTo>
                    <a:pt x="36939" y="100709"/>
                    <a:pt x="37038" y="100883"/>
                    <a:pt x="37088" y="101008"/>
                  </a:cubicBezTo>
                  <a:cubicBezTo>
                    <a:pt x="37138" y="101058"/>
                    <a:pt x="37163" y="101083"/>
                    <a:pt x="37163" y="101157"/>
                  </a:cubicBezTo>
                  <a:cubicBezTo>
                    <a:pt x="37163" y="101182"/>
                    <a:pt x="37187" y="101207"/>
                    <a:pt x="37187" y="101207"/>
                  </a:cubicBezTo>
                  <a:cubicBezTo>
                    <a:pt x="37212" y="101282"/>
                    <a:pt x="37237" y="101331"/>
                    <a:pt x="37287" y="101381"/>
                  </a:cubicBezTo>
                  <a:cubicBezTo>
                    <a:pt x="37387" y="101531"/>
                    <a:pt x="37436" y="101655"/>
                    <a:pt x="37536" y="101779"/>
                  </a:cubicBezTo>
                  <a:cubicBezTo>
                    <a:pt x="37536" y="101804"/>
                    <a:pt x="37561" y="101804"/>
                    <a:pt x="37561" y="101829"/>
                  </a:cubicBezTo>
                  <a:cubicBezTo>
                    <a:pt x="37586" y="101879"/>
                    <a:pt x="37586" y="101904"/>
                    <a:pt x="37636" y="101929"/>
                  </a:cubicBezTo>
                  <a:cubicBezTo>
                    <a:pt x="37660" y="101954"/>
                    <a:pt x="37685" y="102028"/>
                    <a:pt x="37710" y="102053"/>
                  </a:cubicBezTo>
                  <a:cubicBezTo>
                    <a:pt x="37785" y="102178"/>
                    <a:pt x="37884" y="102277"/>
                    <a:pt x="37934" y="102402"/>
                  </a:cubicBezTo>
                  <a:cubicBezTo>
                    <a:pt x="37959" y="102427"/>
                    <a:pt x="38009" y="102501"/>
                    <a:pt x="38034" y="102526"/>
                  </a:cubicBezTo>
                  <a:cubicBezTo>
                    <a:pt x="38059" y="102576"/>
                    <a:pt x="38133" y="102651"/>
                    <a:pt x="38158" y="102700"/>
                  </a:cubicBezTo>
                  <a:lnTo>
                    <a:pt x="38258" y="102800"/>
                  </a:lnTo>
                  <a:cubicBezTo>
                    <a:pt x="38283" y="102875"/>
                    <a:pt x="38308" y="102900"/>
                    <a:pt x="38382" y="102949"/>
                  </a:cubicBezTo>
                  <a:cubicBezTo>
                    <a:pt x="38382" y="102949"/>
                    <a:pt x="38382" y="102999"/>
                    <a:pt x="38407" y="102999"/>
                  </a:cubicBezTo>
                  <a:cubicBezTo>
                    <a:pt x="38457" y="103049"/>
                    <a:pt x="38507" y="103124"/>
                    <a:pt x="38557" y="103173"/>
                  </a:cubicBezTo>
                  <a:cubicBezTo>
                    <a:pt x="38631" y="103248"/>
                    <a:pt x="38681" y="103323"/>
                    <a:pt x="38756" y="103397"/>
                  </a:cubicBezTo>
                  <a:lnTo>
                    <a:pt x="38805" y="103447"/>
                  </a:lnTo>
                  <a:cubicBezTo>
                    <a:pt x="38880" y="103522"/>
                    <a:pt x="38930" y="103621"/>
                    <a:pt x="39005" y="103696"/>
                  </a:cubicBezTo>
                  <a:lnTo>
                    <a:pt x="38955" y="103746"/>
                  </a:lnTo>
                  <a:lnTo>
                    <a:pt x="38930" y="103771"/>
                  </a:lnTo>
                  <a:cubicBezTo>
                    <a:pt x="38781" y="103621"/>
                    <a:pt x="38656" y="103447"/>
                    <a:pt x="38532" y="103298"/>
                  </a:cubicBezTo>
                  <a:cubicBezTo>
                    <a:pt x="38432" y="103173"/>
                    <a:pt x="38308" y="103049"/>
                    <a:pt x="38208" y="102900"/>
                  </a:cubicBezTo>
                  <a:cubicBezTo>
                    <a:pt x="38084" y="102750"/>
                    <a:pt x="38009" y="102626"/>
                    <a:pt x="37909" y="102452"/>
                  </a:cubicBezTo>
                  <a:cubicBezTo>
                    <a:pt x="37810" y="102327"/>
                    <a:pt x="37710" y="102203"/>
                    <a:pt x="37636" y="102053"/>
                  </a:cubicBezTo>
                  <a:cubicBezTo>
                    <a:pt x="37511" y="101879"/>
                    <a:pt x="37412" y="101680"/>
                    <a:pt x="37287" y="101506"/>
                  </a:cubicBezTo>
                  <a:cubicBezTo>
                    <a:pt x="37262" y="101431"/>
                    <a:pt x="37187" y="101331"/>
                    <a:pt x="37163" y="101282"/>
                  </a:cubicBezTo>
                  <a:lnTo>
                    <a:pt x="37063" y="101083"/>
                  </a:lnTo>
                  <a:cubicBezTo>
                    <a:pt x="37013" y="100958"/>
                    <a:pt x="36914" y="100784"/>
                    <a:pt x="36839" y="100560"/>
                  </a:cubicBezTo>
                  <a:close/>
                  <a:moveTo>
                    <a:pt x="43784" y="98046"/>
                  </a:moveTo>
                  <a:cubicBezTo>
                    <a:pt x="43759" y="98071"/>
                    <a:pt x="43759" y="98096"/>
                    <a:pt x="43734" y="98145"/>
                  </a:cubicBezTo>
                  <a:cubicBezTo>
                    <a:pt x="43609" y="98345"/>
                    <a:pt x="43460" y="98569"/>
                    <a:pt x="43311" y="98793"/>
                  </a:cubicBezTo>
                  <a:cubicBezTo>
                    <a:pt x="43311" y="98793"/>
                    <a:pt x="43311" y="98817"/>
                    <a:pt x="43286" y="98817"/>
                  </a:cubicBezTo>
                  <a:cubicBezTo>
                    <a:pt x="43161" y="99041"/>
                    <a:pt x="43037" y="99266"/>
                    <a:pt x="42912" y="99440"/>
                  </a:cubicBezTo>
                  <a:lnTo>
                    <a:pt x="42738" y="99714"/>
                  </a:lnTo>
                  <a:cubicBezTo>
                    <a:pt x="42440" y="100162"/>
                    <a:pt x="42141" y="100585"/>
                    <a:pt x="41817" y="101033"/>
                  </a:cubicBezTo>
                  <a:cubicBezTo>
                    <a:pt x="41767" y="101083"/>
                    <a:pt x="41693" y="101182"/>
                    <a:pt x="41643" y="101257"/>
                  </a:cubicBezTo>
                  <a:cubicBezTo>
                    <a:pt x="41295" y="101680"/>
                    <a:pt x="40946" y="102078"/>
                    <a:pt x="40573" y="102526"/>
                  </a:cubicBezTo>
                  <a:cubicBezTo>
                    <a:pt x="40523" y="102576"/>
                    <a:pt x="40448" y="102651"/>
                    <a:pt x="40423" y="102700"/>
                  </a:cubicBezTo>
                  <a:cubicBezTo>
                    <a:pt x="40075" y="103074"/>
                    <a:pt x="39751" y="103447"/>
                    <a:pt x="39378" y="103821"/>
                  </a:cubicBezTo>
                  <a:lnTo>
                    <a:pt x="39328" y="103796"/>
                  </a:lnTo>
                  <a:cubicBezTo>
                    <a:pt x="39303" y="103771"/>
                    <a:pt x="39303" y="103771"/>
                    <a:pt x="39328" y="103746"/>
                  </a:cubicBezTo>
                  <a:cubicBezTo>
                    <a:pt x="39701" y="103373"/>
                    <a:pt x="40075" y="102949"/>
                    <a:pt x="40448" y="102576"/>
                  </a:cubicBezTo>
                  <a:lnTo>
                    <a:pt x="40548" y="102501"/>
                  </a:lnTo>
                  <a:cubicBezTo>
                    <a:pt x="41792" y="101083"/>
                    <a:pt x="42813" y="99639"/>
                    <a:pt x="43684" y="98071"/>
                  </a:cubicBezTo>
                  <a:cubicBezTo>
                    <a:pt x="43734" y="98071"/>
                    <a:pt x="43734" y="98071"/>
                    <a:pt x="43759" y="98046"/>
                  </a:cubicBezTo>
                  <a:close/>
                  <a:moveTo>
                    <a:pt x="39179" y="103821"/>
                  </a:moveTo>
                  <a:cubicBezTo>
                    <a:pt x="39179" y="103895"/>
                    <a:pt x="39179" y="103895"/>
                    <a:pt x="39204" y="103920"/>
                  </a:cubicBezTo>
                  <a:lnTo>
                    <a:pt x="39204" y="103920"/>
                  </a:lnTo>
                  <a:lnTo>
                    <a:pt x="39204" y="103920"/>
                  </a:lnTo>
                  <a:cubicBezTo>
                    <a:pt x="39204" y="103933"/>
                    <a:pt x="39197" y="103939"/>
                    <a:pt x="39194" y="103939"/>
                  </a:cubicBezTo>
                  <a:cubicBezTo>
                    <a:pt x="39191" y="103939"/>
                    <a:pt x="39191" y="103933"/>
                    <a:pt x="39204" y="103920"/>
                  </a:cubicBezTo>
                  <a:lnTo>
                    <a:pt x="39204" y="103920"/>
                  </a:lnTo>
                  <a:lnTo>
                    <a:pt x="39179" y="103945"/>
                  </a:lnTo>
                  <a:lnTo>
                    <a:pt x="39154" y="103920"/>
                  </a:lnTo>
                  <a:cubicBezTo>
                    <a:pt x="39154" y="103920"/>
                    <a:pt x="39154" y="103895"/>
                    <a:pt x="39129" y="103895"/>
                  </a:cubicBezTo>
                  <a:lnTo>
                    <a:pt x="39154" y="103870"/>
                  </a:lnTo>
                  <a:lnTo>
                    <a:pt x="39179" y="103821"/>
                  </a:lnTo>
                  <a:close/>
                  <a:moveTo>
                    <a:pt x="39303" y="104069"/>
                  </a:moveTo>
                  <a:cubicBezTo>
                    <a:pt x="39378" y="104069"/>
                    <a:pt x="39403" y="104119"/>
                    <a:pt x="39403" y="104144"/>
                  </a:cubicBezTo>
                  <a:cubicBezTo>
                    <a:pt x="39627" y="104368"/>
                    <a:pt x="39826" y="104542"/>
                    <a:pt x="40075" y="104766"/>
                  </a:cubicBezTo>
                  <a:cubicBezTo>
                    <a:pt x="40150" y="104816"/>
                    <a:pt x="40199" y="104866"/>
                    <a:pt x="40274" y="104916"/>
                  </a:cubicBezTo>
                  <a:cubicBezTo>
                    <a:pt x="40498" y="105115"/>
                    <a:pt x="40697" y="105264"/>
                    <a:pt x="40946" y="105414"/>
                  </a:cubicBezTo>
                  <a:cubicBezTo>
                    <a:pt x="40958" y="105426"/>
                    <a:pt x="40971" y="105436"/>
                    <a:pt x="40984" y="105446"/>
                  </a:cubicBezTo>
                  <a:lnTo>
                    <a:pt x="40984" y="105446"/>
                  </a:lnTo>
                  <a:cubicBezTo>
                    <a:pt x="40334" y="105064"/>
                    <a:pt x="39787" y="104599"/>
                    <a:pt x="39303" y="104069"/>
                  </a:cubicBezTo>
                  <a:close/>
                  <a:moveTo>
                    <a:pt x="77884" y="102128"/>
                  </a:moveTo>
                  <a:cubicBezTo>
                    <a:pt x="77163" y="102626"/>
                    <a:pt x="76416" y="103074"/>
                    <a:pt x="75719" y="103572"/>
                  </a:cubicBezTo>
                  <a:cubicBezTo>
                    <a:pt x="75669" y="103572"/>
                    <a:pt x="75669" y="103621"/>
                    <a:pt x="75644" y="103621"/>
                  </a:cubicBezTo>
                  <a:cubicBezTo>
                    <a:pt x="75296" y="103821"/>
                    <a:pt x="74997" y="104045"/>
                    <a:pt x="74649" y="104269"/>
                  </a:cubicBezTo>
                  <a:cubicBezTo>
                    <a:pt x="74499" y="104368"/>
                    <a:pt x="74300" y="104493"/>
                    <a:pt x="74151" y="104567"/>
                  </a:cubicBezTo>
                  <a:cubicBezTo>
                    <a:pt x="74101" y="104617"/>
                    <a:pt x="74026" y="104642"/>
                    <a:pt x="73952" y="104692"/>
                  </a:cubicBezTo>
                  <a:cubicBezTo>
                    <a:pt x="73777" y="104816"/>
                    <a:pt x="73603" y="104916"/>
                    <a:pt x="73429" y="105015"/>
                  </a:cubicBezTo>
                  <a:cubicBezTo>
                    <a:pt x="73080" y="105237"/>
                    <a:pt x="72710" y="105450"/>
                    <a:pt x="72347" y="105664"/>
                  </a:cubicBezTo>
                  <a:lnTo>
                    <a:pt x="72347" y="105664"/>
                  </a:lnTo>
                  <a:cubicBezTo>
                    <a:pt x="73812" y="104769"/>
                    <a:pt x="75333" y="103810"/>
                    <a:pt x="76491" y="103024"/>
                  </a:cubicBezTo>
                  <a:cubicBezTo>
                    <a:pt x="76889" y="102750"/>
                    <a:pt x="77287" y="102452"/>
                    <a:pt x="77760" y="102128"/>
                  </a:cubicBezTo>
                  <a:close/>
                  <a:moveTo>
                    <a:pt x="41444" y="105737"/>
                  </a:moveTo>
                  <a:cubicBezTo>
                    <a:pt x="41446" y="105737"/>
                    <a:pt x="41462" y="105738"/>
                    <a:pt x="41467" y="105752"/>
                  </a:cubicBezTo>
                  <a:lnTo>
                    <a:pt x="41467" y="105752"/>
                  </a:lnTo>
                  <a:cubicBezTo>
                    <a:pt x="41459" y="105747"/>
                    <a:pt x="41452" y="105742"/>
                    <a:pt x="41444" y="105737"/>
                  </a:cubicBezTo>
                  <a:close/>
                  <a:moveTo>
                    <a:pt x="68899" y="96154"/>
                  </a:moveTo>
                  <a:lnTo>
                    <a:pt x="68949" y="96204"/>
                  </a:lnTo>
                  <a:cubicBezTo>
                    <a:pt x="69795" y="97075"/>
                    <a:pt x="70641" y="97847"/>
                    <a:pt x="71413" y="98569"/>
                  </a:cubicBezTo>
                  <a:cubicBezTo>
                    <a:pt x="72234" y="99290"/>
                    <a:pt x="72981" y="99888"/>
                    <a:pt x="73678" y="100410"/>
                  </a:cubicBezTo>
                  <a:cubicBezTo>
                    <a:pt x="73603" y="100460"/>
                    <a:pt x="73529" y="100510"/>
                    <a:pt x="73429" y="100560"/>
                  </a:cubicBezTo>
                  <a:cubicBezTo>
                    <a:pt x="73080" y="100759"/>
                    <a:pt x="72782" y="100958"/>
                    <a:pt x="72433" y="101157"/>
                  </a:cubicBezTo>
                  <a:cubicBezTo>
                    <a:pt x="72259" y="101257"/>
                    <a:pt x="72085" y="101331"/>
                    <a:pt x="71911" y="101456"/>
                  </a:cubicBezTo>
                  <a:cubicBezTo>
                    <a:pt x="67804" y="103771"/>
                    <a:pt x="63721" y="105513"/>
                    <a:pt x="59863" y="106608"/>
                  </a:cubicBezTo>
                  <a:cubicBezTo>
                    <a:pt x="60461" y="104916"/>
                    <a:pt x="60834" y="103149"/>
                    <a:pt x="60983" y="101307"/>
                  </a:cubicBezTo>
                  <a:cubicBezTo>
                    <a:pt x="61058" y="101282"/>
                    <a:pt x="61108" y="101257"/>
                    <a:pt x="61183" y="101182"/>
                  </a:cubicBezTo>
                  <a:cubicBezTo>
                    <a:pt x="63398" y="99888"/>
                    <a:pt x="65588" y="98444"/>
                    <a:pt x="67804" y="96901"/>
                  </a:cubicBezTo>
                  <a:cubicBezTo>
                    <a:pt x="68177" y="96627"/>
                    <a:pt x="68525" y="96378"/>
                    <a:pt x="68899" y="96154"/>
                  </a:cubicBezTo>
                  <a:close/>
                  <a:moveTo>
                    <a:pt x="60809" y="101431"/>
                  </a:moveTo>
                  <a:cubicBezTo>
                    <a:pt x="60610" y="103273"/>
                    <a:pt x="60262" y="105015"/>
                    <a:pt x="59689" y="106658"/>
                  </a:cubicBezTo>
                  <a:cubicBezTo>
                    <a:pt x="59652" y="106658"/>
                    <a:pt x="59629" y="106658"/>
                    <a:pt x="59620" y="106668"/>
                  </a:cubicBezTo>
                  <a:lnTo>
                    <a:pt x="59620" y="106668"/>
                  </a:lnTo>
                  <a:cubicBezTo>
                    <a:pt x="60189" y="105029"/>
                    <a:pt x="60561" y="103267"/>
                    <a:pt x="60734" y="101456"/>
                  </a:cubicBezTo>
                  <a:cubicBezTo>
                    <a:pt x="60784" y="101456"/>
                    <a:pt x="60784" y="101431"/>
                    <a:pt x="60809" y="101431"/>
                  </a:cubicBezTo>
                  <a:close/>
                  <a:moveTo>
                    <a:pt x="47468" y="96328"/>
                  </a:moveTo>
                  <a:cubicBezTo>
                    <a:pt x="47891" y="96577"/>
                    <a:pt x="48364" y="96801"/>
                    <a:pt x="48837" y="96976"/>
                  </a:cubicBezTo>
                  <a:cubicBezTo>
                    <a:pt x="47990" y="100510"/>
                    <a:pt x="46397" y="103920"/>
                    <a:pt x="44033" y="106882"/>
                  </a:cubicBezTo>
                  <a:cubicBezTo>
                    <a:pt x="43933" y="106783"/>
                    <a:pt x="43809" y="106733"/>
                    <a:pt x="43659" y="106658"/>
                  </a:cubicBezTo>
                  <a:cubicBezTo>
                    <a:pt x="43410" y="106559"/>
                    <a:pt x="43136" y="106434"/>
                    <a:pt x="42888" y="106359"/>
                  </a:cubicBezTo>
                  <a:cubicBezTo>
                    <a:pt x="42688" y="106260"/>
                    <a:pt x="42514" y="106135"/>
                    <a:pt x="42290" y="106036"/>
                  </a:cubicBezTo>
                  <a:cubicBezTo>
                    <a:pt x="42041" y="105911"/>
                    <a:pt x="41817" y="105787"/>
                    <a:pt x="41618" y="105662"/>
                  </a:cubicBezTo>
                  <a:lnTo>
                    <a:pt x="41568" y="105662"/>
                  </a:lnTo>
                  <a:cubicBezTo>
                    <a:pt x="41394" y="105538"/>
                    <a:pt x="41245" y="105414"/>
                    <a:pt x="41046" y="105289"/>
                  </a:cubicBezTo>
                  <a:lnTo>
                    <a:pt x="40398" y="104816"/>
                  </a:lnTo>
                  <a:cubicBezTo>
                    <a:pt x="40249" y="104692"/>
                    <a:pt x="40075" y="104542"/>
                    <a:pt x="39926" y="104393"/>
                  </a:cubicBezTo>
                  <a:cubicBezTo>
                    <a:pt x="39776" y="104244"/>
                    <a:pt x="39577" y="104119"/>
                    <a:pt x="39428" y="103945"/>
                  </a:cubicBezTo>
                  <a:cubicBezTo>
                    <a:pt x="39801" y="103572"/>
                    <a:pt x="40174" y="103198"/>
                    <a:pt x="40523" y="102800"/>
                  </a:cubicBezTo>
                  <a:lnTo>
                    <a:pt x="40647" y="102676"/>
                  </a:lnTo>
                  <a:cubicBezTo>
                    <a:pt x="41046" y="102203"/>
                    <a:pt x="41419" y="101755"/>
                    <a:pt x="41792" y="101282"/>
                  </a:cubicBezTo>
                  <a:cubicBezTo>
                    <a:pt x="42614" y="100211"/>
                    <a:pt x="43360" y="99091"/>
                    <a:pt x="43983" y="97921"/>
                  </a:cubicBezTo>
                  <a:cubicBezTo>
                    <a:pt x="45128" y="97424"/>
                    <a:pt x="46273" y="96901"/>
                    <a:pt x="47468" y="96328"/>
                  </a:cubicBezTo>
                  <a:close/>
                  <a:moveTo>
                    <a:pt x="73877" y="100535"/>
                  </a:moveTo>
                  <a:lnTo>
                    <a:pt x="73902" y="100560"/>
                  </a:lnTo>
                  <a:cubicBezTo>
                    <a:pt x="73902" y="100560"/>
                    <a:pt x="73927" y="100560"/>
                    <a:pt x="73927" y="100585"/>
                  </a:cubicBezTo>
                  <a:cubicBezTo>
                    <a:pt x="73877" y="100635"/>
                    <a:pt x="73802" y="100684"/>
                    <a:pt x="73753" y="100709"/>
                  </a:cubicBezTo>
                  <a:cubicBezTo>
                    <a:pt x="73529" y="100834"/>
                    <a:pt x="73304" y="100958"/>
                    <a:pt x="73130" y="101083"/>
                  </a:cubicBezTo>
                  <a:lnTo>
                    <a:pt x="72856" y="101282"/>
                  </a:lnTo>
                  <a:cubicBezTo>
                    <a:pt x="72657" y="101406"/>
                    <a:pt x="72433" y="101506"/>
                    <a:pt x="72259" y="101630"/>
                  </a:cubicBezTo>
                  <a:cubicBezTo>
                    <a:pt x="71637" y="101954"/>
                    <a:pt x="71015" y="102302"/>
                    <a:pt x="70417" y="102626"/>
                  </a:cubicBezTo>
                  <a:lnTo>
                    <a:pt x="69870" y="102900"/>
                  </a:lnTo>
                  <a:cubicBezTo>
                    <a:pt x="69421" y="103124"/>
                    <a:pt x="68998" y="103323"/>
                    <a:pt x="68575" y="103547"/>
                  </a:cubicBezTo>
                  <a:cubicBezTo>
                    <a:pt x="68028" y="103821"/>
                    <a:pt x="67505" y="104069"/>
                    <a:pt x="66932" y="104318"/>
                  </a:cubicBezTo>
                  <a:cubicBezTo>
                    <a:pt x="66883" y="104368"/>
                    <a:pt x="66783" y="104393"/>
                    <a:pt x="66708" y="104418"/>
                  </a:cubicBezTo>
                  <a:cubicBezTo>
                    <a:pt x="64418" y="105438"/>
                    <a:pt x="62103" y="106285"/>
                    <a:pt x="59913" y="106907"/>
                  </a:cubicBezTo>
                  <a:lnTo>
                    <a:pt x="59913" y="106882"/>
                  </a:lnTo>
                  <a:lnTo>
                    <a:pt x="59913" y="106857"/>
                  </a:lnTo>
                  <a:cubicBezTo>
                    <a:pt x="59938" y="106783"/>
                    <a:pt x="60038" y="106758"/>
                    <a:pt x="60112" y="106733"/>
                  </a:cubicBezTo>
                  <a:cubicBezTo>
                    <a:pt x="60311" y="106658"/>
                    <a:pt x="60461" y="106633"/>
                    <a:pt x="60635" y="106559"/>
                  </a:cubicBezTo>
                  <a:cubicBezTo>
                    <a:pt x="61083" y="106434"/>
                    <a:pt x="61506" y="106285"/>
                    <a:pt x="61954" y="106135"/>
                  </a:cubicBezTo>
                  <a:cubicBezTo>
                    <a:pt x="61979" y="106135"/>
                    <a:pt x="62004" y="106111"/>
                    <a:pt x="62079" y="106111"/>
                  </a:cubicBezTo>
                  <a:cubicBezTo>
                    <a:pt x="62203" y="106061"/>
                    <a:pt x="62303" y="106036"/>
                    <a:pt x="62427" y="106011"/>
                  </a:cubicBezTo>
                  <a:cubicBezTo>
                    <a:pt x="62925" y="105812"/>
                    <a:pt x="63448" y="105638"/>
                    <a:pt x="63945" y="105438"/>
                  </a:cubicBezTo>
                  <a:cubicBezTo>
                    <a:pt x="63995" y="105414"/>
                    <a:pt x="64095" y="105389"/>
                    <a:pt x="64169" y="105364"/>
                  </a:cubicBezTo>
                  <a:cubicBezTo>
                    <a:pt x="64692" y="105140"/>
                    <a:pt x="65240" y="104916"/>
                    <a:pt x="65787" y="104692"/>
                  </a:cubicBezTo>
                  <a:cubicBezTo>
                    <a:pt x="65837" y="104667"/>
                    <a:pt x="65862" y="104667"/>
                    <a:pt x="65937" y="104642"/>
                  </a:cubicBezTo>
                  <a:cubicBezTo>
                    <a:pt x="66484" y="104393"/>
                    <a:pt x="67032" y="104144"/>
                    <a:pt x="67580" y="103895"/>
                  </a:cubicBezTo>
                  <a:cubicBezTo>
                    <a:pt x="67654" y="103870"/>
                    <a:pt x="67679" y="103870"/>
                    <a:pt x="67729" y="103821"/>
                  </a:cubicBezTo>
                  <a:cubicBezTo>
                    <a:pt x="68276" y="103572"/>
                    <a:pt x="68824" y="103298"/>
                    <a:pt x="69347" y="103024"/>
                  </a:cubicBezTo>
                  <a:lnTo>
                    <a:pt x="69546" y="102924"/>
                  </a:lnTo>
                  <a:cubicBezTo>
                    <a:pt x="70069" y="102676"/>
                    <a:pt x="70566" y="102402"/>
                    <a:pt x="71089" y="102078"/>
                  </a:cubicBezTo>
                  <a:lnTo>
                    <a:pt x="71139" y="102078"/>
                  </a:lnTo>
                  <a:cubicBezTo>
                    <a:pt x="71214" y="102053"/>
                    <a:pt x="71288" y="102004"/>
                    <a:pt x="71388" y="101954"/>
                  </a:cubicBezTo>
                  <a:cubicBezTo>
                    <a:pt x="71637" y="101804"/>
                    <a:pt x="71911" y="101680"/>
                    <a:pt x="72160" y="101531"/>
                  </a:cubicBezTo>
                  <a:cubicBezTo>
                    <a:pt x="72309" y="101431"/>
                    <a:pt x="72458" y="101331"/>
                    <a:pt x="72657" y="101257"/>
                  </a:cubicBezTo>
                  <a:cubicBezTo>
                    <a:pt x="72757" y="101182"/>
                    <a:pt x="72856" y="101157"/>
                    <a:pt x="72906" y="101083"/>
                  </a:cubicBezTo>
                  <a:cubicBezTo>
                    <a:pt x="73006" y="101033"/>
                    <a:pt x="73130" y="100958"/>
                    <a:pt x="73230" y="100908"/>
                  </a:cubicBezTo>
                  <a:lnTo>
                    <a:pt x="73255" y="100883"/>
                  </a:lnTo>
                  <a:cubicBezTo>
                    <a:pt x="73404" y="100784"/>
                    <a:pt x="73529" y="100684"/>
                    <a:pt x="73678" y="100635"/>
                  </a:cubicBezTo>
                  <a:lnTo>
                    <a:pt x="73877" y="100535"/>
                  </a:lnTo>
                  <a:close/>
                  <a:moveTo>
                    <a:pt x="49135" y="96976"/>
                  </a:moveTo>
                  <a:cubicBezTo>
                    <a:pt x="48289" y="100510"/>
                    <a:pt x="46721" y="103920"/>
                    <a:pt x="44381" y="106882"/>
                  </a:cubicBezTo>
                  <a:cubicBezTo>
                    <a:pt x="44366" y="106911"/>
                    <a:pt x="44343" y="106923"/>
                    <a:pt x="44327" y="106923"/>
                  </a:cubicBezTo>
                  <a:cubicBezTo>
                    <a:pt x="44315" y="106923"/>
                    <a:pt x="44306" y="106917"/>
                    <a:pt x="44306" y="106907"/>
                  </a:cubicBezTo>
                  <a:cubicBezTo>
                    <a:pt x="46621" y="103920"/>
                    <a:pt x="48214" y="100485"/>
                    <a:pt x="49085" y="96976"/>
                  </a:cubicBezTo>
                  <a:close/>
                  <a:moveTo>
                    <a:pt x="41519" y="105762"/>
                  </a:moveTo>
                  <a:cubicBezTo>
                    <a:pt x="41668" y="105862"/>
                    <a:pt x="41792" y="105936"/>
                    <a:pt x="41942" y="106036"/>
                  </a:cubicBezTo>
                  <a:lnTo>
                    <a:pt x="42141" y="106135"/>
                  </a:lnTo>
                  <a:cubicBezTo>
                    <a:pt x="42440" y="106310"/>
                    <a:pt x="42763" y="106484"/>
                    <a:pt x="43087" y="106633"/>
                  </a:cubicBezTo>
                  <a:cubicBezTo>
                    <a:pt x="43211" y="106683"/>
                    <a:pt x="43385" y="106758"/>
                    <a:pt x="43535" y="106807"/>
                  </a:cubicBezTo>
                  <a:lnTo>
                    <a:pt x="44008" y="107007"/>
                  </a:lnTo>
                  <a:lnTo>
                    <a:pt x="44008" y="107031"/>
                  </a:lnTo>
                  <a:cubicBezTo>
                    <a:pt x="43096" y="106684"/>
                    <a:pt x="42260" y="106261"/>
                    <a:pt x="41483" y="105762"/>
                  </a:cubicBezTo>
                  <a:close/>
                  <a:moveTo>
                    <a:pt x="9011" y="104169"/>
                  </a:moveTo>
                  <a:lnTo>
                    <a:pt x="9011" y="104169"/>
                  </a:lnTo>
                  <a:cubicBezTo>
                    <a:pt x="9782" y="105065"/>
                    <a:pt x="10305" y="105613"/>
                    <a:pt x="10380" y="105662"/>
                  </a:cubicBezTo>
                  <a:lnTo>
                    <a:pt x="10405" y="105687"/>
                  </a:lnTo>
                  <a:lnTo>
                    <a:pt x="10678" y="105986"/>
                  </a:lnTo>
                  <a:cubicBezTo>
                    <a:pt x="10753" y="106036"/>
                    <a:pt x="10828" y="106135"/>
                    <a:pt x="10927" y="106185"/>
                  </a:cubicBezTo>
                  <a:cubicBezTo>
                    <a:pt x="11258" y="106516"/>
                    <a:pt x="11589" y="106827"/>
                    <a:pt x="11936" y="107153"/>
                  </a:cubicBezTo>
                  <a:lnTo>
                    <a:pt x="11936" y="107153"/>
                  </a:lnTo>
                  <a:cubicBezTo>
                    <a:pt x="11892" y="107121"/>
                    <a:pt x="11845" y="107091"/>
                    <a:pt x="11799" y="107056"/>
                  </a:cubicBezTo>
                  <a:cubicBezTo>
                    <a:pt x="11799" y="107056"/>
                    <a:pt x="11774" y="107031"/>
                    <a:pt x="11749" y="107031"/>
                  </a:cubicBezTo>
                  <a:lnTo>
                    <a:pt x="11599" y="106907"/>
                  </a:lnTo>
                  <a:cubicBezTo>
                    <a:pt x="11400" y="106708"/>
                    <a:pt x="11176" y="106534"/>
                    <a:pt x="10977" y="106310"/>
                  </a:cubicBezTo>
                  <a:cubicBezTo>
                    <a:pt x="10927" y="106260"/>
                    <a:pt x="10853" y="106235"/>
                    <a:pt x="10803" y="106160"/>
                  </a:cubicBezTo>
                  <a:cubicBezTo>
                    <a:pt x="10678" y="106036"/>
                    <a:pt x="10554" y="105911"/>
                    <a:pt x="10405" y="105787"/>
                  </a:cubicBezTo>
                  <a:cubicBezTo>
                    <a:pt x="10330" y="105737"/>
                    <a:pt x="10280" y="105662"/>
                    <a:pt x="10255" y="105613"/>
                  </a:cubicBezTo>
                  <a:cubicBezTo>
                    <a:pt x="10106" y="105488"/>
                    <a:pt x="10031" y="105364"/>
                    <a:pt x="9907" y="105239"/>
                  </a:cubicBezTo>
                  <a:cubicBezTo>
                    <a:pt x="9708" y="105040"/>
                    <a:pt x="9533" y="104816"/>
                    <a:pt x="9384" y="104642"/>
                  </a:cubicBezTo>
                  <a:lnTo>
                    <a:pt x="9285" y="104542"/>
                  </a:lnTo>
                  <a:lnTo>
                    <a:pt x="9011" y="104169"/>
                  </a:lnTo>
                  <a:close/>
                  <a:moveTo>
                    <a:pt x="60685" y="96951"/>
                  </a:moveTo>
                  <a:lnTo>
                    <a:pt x="60685" y="96951"/>
                  </a:lnTo>
                  <a:cubicBezTo>
                    <a:pt x="60784" y="98345"/>
                    <a:pt x="60734" y="99714"/>
                    <a:pt x="60635" y="101083"/>
                  </a:cubicBezTo>
                  <a:cubicBezTo>
                    <a:pt x="56055" y="103696"/>
                    <a:pt x="51525" y="105911"/>
                    <a:pt x="47094" y="107654"/>
                  </a:cubicBezTo>
                  <a:cubicBezTo>
                    <a:pt x="46970" y="107629"/>
                    <a:pt x="46845" y="107604"/>
                    <a:pt x="46721" y="107604"/>
                  </a:cubicBezTo>
                  <a:cubicBezTo>
                    <a:pt x="46397" y="107529"/>
                    <a:pt x="46099" y="107480"/>
                    <a:pt x="45800" y="107405"/>
                  </a:cubicBezTo>
                  <a:lnTo>
                    <a:pt x="45153" y="107231"/>
                  </a:lnTo>
                  <a:cubicBezTo>
                    <a:pt x="44978" y="107156"/>
                    <a:pt x="44754" y="107106"/>
                    <a:pt x="44555" y="107031"/>
                  </a:cubicBezTo>
                  <a:cubicBezTo>
                    <a:pt x="46895" y="104045"/>
                    <a:pt x="48488" y="100610"/>
                    <a:pt x="49334" y="97125"/>
                  </a:cubicBezTo>
                  <a:cubicBezTo>
                    <a:pt x="50778" y="97623"/>
                    <a:pt x="52396" y="97872"/>
                    <a:pt x="54213" y="97872"/>
                  </a:cubicBezTo>
                  <a:cubicBezTo>
                    <a:pt x="56204" y="97872"/>
                    <a:pt x="58370" y="97573"/>
                    <a:pt x="60685" y="96951"/>
                  </a:cubicBezTo>
                  <a:close/>
                  <a:moveTo>
                    <a:pt x="60560" y="101282"/>
                  </a:moveTo>
                  <a:lnTo>
                    <a:pt x="60560" y="101331"/>
                  </a:lnTo>
                  <a:cubicBezTo>
                    <a:pt x="56204" y="103895"/>
                    <a:pt x="51848" y="106036"/>
                    <a:pt x="47542" y="107728"/>
                  </a:cubicBezTo>
                  <a:lnTo>
                    <a:pt x="47418" y="107728"/>
                  </a:lnTo>
                  <a:cubicBezTo>
                    <a:pt x="51749" y="106036"/>
                    <a:pt x="56130" y="103895"/>
                    <a:pt x="60560" y="101282"/>
                  </a:cubicBezTo>
                  <a:close/>
                  <a:moveTo>
                    <a:pt x="44381" y="107156"/>
                  </a:moveTo>
                  <a:cubicBezTo>
                    <a:pt x="44481" y="107181"/>
                    <a:pt x="44530" y="107231"/>
                    <a:pt x="44630" y="107256"/>
                  </a:cubicBezTo>
                  <a:cubicBezTo>
                    <a:pt x="44779" y="107305"/>
                    <a:pt x="44929" y="107355"/>
                    <a:pt x="45103" y="107405"/>
                  </a:cubicBezTo>
                  <a:lnTo>
                    <a:pt x="45750" y="107604"/>
                  </a:lnTo>
                  <a:lnTo>
                    <a:pt x="46223" y="107679"/>
                  </a:lnTo>
                  <a:cubicBezTo>
                    <a:pt x="46422" y="107728"/>
                    <a:pt x="46596" y="107753"/>
                    <a:pt x="46721" y="107778"/>
                  </a:cubicBezTo>
                  <a:cubicBezTo>
                    <a:pt x="46671" y="107778"/>
                    <a:pt x="46671" y="107778"/>
                    <a:pt x="46646" y="107803"/>
                  </a:cubicBezTo>
                  <a:cubicBezTo>
                    <a:pt x="45850" y="107654"/>
                    <a:pt x="45103" y="107480"/>
                    <a:pt x="44356" y="107181"/>
                  </a:cubicBezTo>
                  <a:lnTo>
                    <a:pt x="44381" y="107156"/>
                  </a:lnTo>
                  <a:close/>
                  <a:moveTo>
                    <a:pt x="47163" y="107859"/>
                  </a:moveTo>
                  <a:cubicBezTo>
                    <a:pt x="47175" y="107859"/>
                    <a:pt x="47194" y="107865"/>
                    <a:pt x="47219" y="107878"/>
                  </a:cubicBezTo>
                  <a:cubicBezTo>
                    <a:pt x="47219" y="107878"/>
                    <a:pt x="47169" y="107878"/>
                    <a:pt x="47169" y="107903"/>
                  </a:cubicBezTo>
                  <a:cubicBezTo>
                    <a:pt x="47169" y="107903"/>
                    <a:pt x="47144" y="107903"/>
                    <a:pt x="47144" y="107928"/>
                  </a:cubicBezTo>
                  <a:cubicBezTo>
                    <a:pt x="47119" y="107928"/>
                    <a:pt x="47094" y="107903"/>
                    <a:pt x="47019" y="107903"/>
                  </a:cubicBezTo>
                  <a:lnTo>
                    <a:pt x="47094" y="107903"/>
                  </a:lnTo>
                  <a:cubicBezTo>
                    <a:pt x="47119" y="107903"/>
                    <a:pt x="47119" y="107903"/>
                    <a:pt x="47144" y="107878"/>
                  </a:cubicBezTo>
                  <a:cubicBezTo>
                    <a:pt x="47144" y="107865"/>
                    <a:pt x="47150" y="107859"/>
                    <a:pt x="47163" y="107859"/>
                  </a:cubicBezTo>
                  <a:close/>
                  <a:moveTo>
                    <a:pt x="60535" y="101630"/>
                  </a:moveTo>
                  <a:lnTo>
                    <a:pt x="60535" y="101630"/>
                  </a:lnTo>
                  <a:cubicBezTo>
                    <a:pt x="60336" y="103422"/>
                    <a:pt x="59963" y="105165"/>
                    <a:pt x="59415" y="106758"/>
                  </a:cubicBezTo>
                  <a:cubicBezTo>
                    <a:pt x="57847" y="107131"/>
                    <a:pt x="56329" y="107480"/>
                    <a:pt x="54860" y="107679"/>
                  </a:cubicBezTo>
                  <a:lnTo>
                    <a:pt x="54810" y="107679"/>
                  </a:lnTo>
                  <a:cubicBezTo>
                    <a:pt x="54736" y="107679"/>
                    <a:pt x="54686" y="107728"/>
                    <a:pt x="54586" y="107728"/>
                  </a:cubicBezTo>
                  <a:cubicBezTo>
                    <a:pt x="54238" y="107753"/>
                    <a:pt x="53939" y="107803"/>
                    <a:pt x="53591" y="107853"/>
                  </a:cubicBezTo>
                  <a:cubicBezTo>
                    <a:pt x="53342" y="107878"/>
                    <a:pt x="53118" y="107878"/>
                    <a:pt x="52894" y="107903"/>
                  </a:cubicBezTo>
                  <a:cubicBezTo>
                    <a:pt x="52819" y="107903"/>
                    <a:pt x="52720" y="107903"/>
                    <a:pt x="52620" y="107928"/>
                  </a:cubicBezTo>
                  <a:cubicBezTo>
                    <a:pt x="52496" y="107928"/>
                    <a:pt x="52371" y="107977"/>
                    <a:pt x="52247" y="107977"/>
                  </a:cubicBezTo>
                  <a:cubicBezTo>
                    <a:pt x="51973" y="107977"/>
                    <a:pt x="51649" y="108002"/>
                    <a:pt x="51375" y="108002"/>
                  </a:cubicBezTo>
                  <a:lnTo>
                    <a:pt x="50853" y="108002"/>
                  </a:lnTo>
                  <a:cubicBezTo>
                    <a:pt x="50280" y="108002"/>
                    <a:pt x="49733" y="107977"/>
                    <a:pt x="49160" y="107928"/>
                  </a:cubicBezTo>
                  <a:lnTo>
                    <a:pt x="49135" y="107928"/>
                  </a:lnTo>
                  <a:cubicBezTo>
                    <a:pt x="49011" y="107928"/>
                    <a:pt x="48886" y="107903"/>
                    <a:pt x="48762" y="107903"/>
                  </a:cubicBezTo>
                  <a:cubicBezTo>
                    <a:pt x="48662" y="107903"/>
                    <a:pt x="48588" y="107878"/>
                    <a:pt x="48488" y="107878"/>
                  </a:cubicBezTo>
                  <a:cubicBezTo>
                    <a:pt x="48289" y="107853"/>
                    <a:pt x="48140" y="107853"/>
                    <a:pt x="47965" y="107803"/>
                  </a:cubicBezTo>
                  <a:cubicBezTo>
                    <a:pt x="52072" y="106160"/>
                    <a:pt x="56254" y="104119"/>
                    <a:pt x="60535" y="101630"/>
                  </a:cubicBezTo>
                  <a:close/>
                  <a:moveTo>
                    <a:pt x="59316" y="106957"/>
                  </a:moveTo>
                  <a:lnTo>
                    <a:pt x="59316" y="107007"/>
                  </a:lnTo>
                  <a:lnTo>
                    <a:pt x="59316" y="107031"/>
                  </a:lnTo>
                  <a:cubicBezTo>
                    <a:pt x="58594" y="107206"/>
                    <a:pt x="57847" y="107405"/>
                    <a:pt x="57125" y="107554"/>
                  </a:cubicBezTo>
                  <a:cubicBezTo>
                    <a:pt x="57001" y="107579"/>
                    <a:pt x="56876" y="107579"/>
                    <a:pt x="56752" y="107629"/>
                  </a:cubicBezTo>
                  <a:cubicBezTo>
                    <a:pt x="56155" y="107753"/>
                    <a:pt x="55582" y="107828"/>
                    <a:pt x="54985" y="107928"/>
                  </a:cubicBezTo>
                  <a:cubicBezTo>
                    <a:pt x="54960" y="107928"/>
                    <a:pt x="54910" y="107928"/>
                    <a:pt x="54860" y="107952"/>
                  </a:cubicBezTo>
                  <a:cubicBezTo>
                    <a:pt x="54761" y="107952"/>
                    <a:pt x="54661" y="108002"/>
                    <a:pt x="54611" y="108002"/>
                  </a:cubicBezTo>
                  <a:cubicBezTo>
                    <a:pt x="54263" y="108027"/>
                    <a:pt x="53914" y="108077"/>
                    <a:pt x="53616" y="108127"/>
                  </a:cubicBezTo>
                  <a:cubicBezTo>
                    <a:pt x="53367" y="108152"/>
                    <a:pt x="53143" y="108152"/>
                    <a:pt x="52894" y="108176"/>
                  </a:cubicBezTo>
                  <a:cubicBezTo>
                    <a:pt x="52844" y="108176"/>
                    <a:pt x="52744" y="108176"/>
                    <a:pt x="52670" y="108201"/>
                  </a:cubicBezTo>
                  <a:cubicBezTo>
                    <a:pt x="52520" y="108201"/>
                    <a:pt x="52371" y="108251"/>
                    <a:pt x="52247" y="108251"/>
                  </a:cubicBezTo>
                  <a:cubicBezTo>
                    <a:pt x="51774" y="108276"/>
                    <a:pt x="51301" y="108276"/>
                    <a:pt x="50853" y="108276"/>
                  </a:cubicBezTo>
                  <a:lnTo>
                    <a:pt x="50430" y="108276"/>
                  </a:lnTo>
                  <a:cubicBezTo>
                    <a:pt x="49982" y="108276"/>
                    <a:pt x="49509" y="108251"/>
                    <a:pt x="49061" y="108226"/>
                  </a:cubicBezTo>
                  <a:cubicBezTo>
                    <a:pt x="48986" y="108226"/>
                    <a:pt x="48911" y="108226"/>
                    <a:pt x="48812" y="108176"/>
                  </a:cubicBezTo>
                  <a:cubicBezTo>
                    <a:pt x="48538" y="108152"/>
                    <a:pt x="48289" y="108127"/>
                    <a:pt x="48015" y="108077"/>
                  </a:cubicBezTo>
                  <a:cubicBezTo>
                    <a:pt x="47816" y="108052"/>
                    <a:pt x="47642" y="108052"/>
                    <a:pt x="47492" y="108027"/>
                  </a:cubicBezTo>
                  <a:cubicBezTo>
                    <a:pt x="47517" y="107977"/>
                    <a:pt x="47517" y="107977"/>
                    <a:pt x="47542" y="107928"/>
                  </a:cubicBezTo>
                  <a:cubicBezTo>
                    <a:pt x="47592" y="107928"/>
                    <a:pt x="47592" y="107928"/>
                    <a:pt x="47617" y="107903"/>
                  </a:cubicBezTo>
                  <a:lnTo>
                    <a:pt x="47716" y="107903"/>
                  </a:lnTo>
                  <a:cubicBezTo>
                    <a:pt x="48090" y="107952"/>
                    <a:pt x="48463" y="108002"/>
                    <a:pt x="48837" y="108027"/>
                  </a:cubicBezTo>
                  <a:cubicBezTo>
                    <a:pt x="48911" y="108027"/>
                    <a:pt x="48986" y="108052"/>
                    <a:pt x="49036" y="108052"/>
                  </a:cubicBezTo>
                  <a:lnTo>
                    <a:pt x="49235" y="108052"/>
                  </a:lnTo>
                  <a:cubicBezTo>
                    <a:pt x="49758" y="108102"/>
                    <a:pt x="50280" y="108127"/>
                    <a:pt x="50803" y="108127"/>
                  </a:cubicBezTo>
                  <a:cubicBezTo>
                    <a:pt x="51276" y="108127"/>
                    <a:pt x="51749" y="108077"/>
                    <a:pt x="52222" y="108077"/>
                  </a:cubicBezTo>
                  <a:lnTo>
                    <a:pt x="52247" y="108077"/>
                  </a:lnTo>
                  <a:cubicBezTo>
                    <a:pt x="52346" y="108077"/>
                    <a:pt x="52471" y="108077"/>
                    <a:pt x="52545" y="108052"/>
                  </a:cubicBezTo>
                  <a:cubicBezTo>
                    <a:pt x="52645" y="108052"/>
                    <a:pt x="52744" y="108052"/>
                    <a:pt x="52844" y="108027"/>
                  </a:cubicBezTo>
                  <a:lnTo>
                    <a:pt x="52968" y="108027"/>
                  </a:lnTo>
                  <a:cubicBezTo>
                    <a:pt x="53168" y="108002"/>
                    <a:pt x="53367" y="108002"/>
                    <a:pt x="53591" y="107952"/>
                  </a:cubicBezTo>
                  <a:lnTo>
                    <a:pt x="53616" y="107952"/>
                  </a:lnTo>
                  <a:cubicBezTo>
                    <a:pt x="53765" y="107928"/>
                    <a:pt x="53964" y="107928"/>
                    <a:pt x="54113" y="107903"/>
                  </a:cubicBezTo>
                  <a:cubicBezTo>
                    <a:pt x="54238" y="107878"/>
                    <a:pt x="54387" y="107878"/>
                    <a:pt x="54512" y="107828"/>
                  </a:cubicBezTo>
                  <a:lnTo>
                    <a:pt x="54636" y="107828"/>
                  </a:lnTo>
                  <a:cubicBezTo>
                    <a:pt x="54711" y="107828"/>
                    <a:pt x="54810" y="107803"/>
                    <a:pt x="54860" y="107803"/>
                  </a:cubicBezTo>
                  <a:lnTo>
                    <a:pt x="55607" y="107704"/>
                  </a:lnTo>
                  <a:lnTo>
                    <a:pt x="55657" y="107704"/>
                  </a:lnTo>
                  <a:cubicBezTo>
                    <a:pt x="55731" y="107704"/>
                    <a:pt x="55781" y="107679"/>
                    <a:pt x="55856" y="107679"/>
                  </a:cubicBezTo>
                  <a:cubicBezTo>
                    <a:pt x="56329" y="107579"/>
                    <a:pt x="56777" y="107529"/>
                    <a:pt x="57250" y="107430"/>
                  </a:cubicBezTo>
                  <a:cubicBezTo>
                    <a:pt x="57349" y="107405"/>
                    <a:pt x="57474" y="107380"/>
                    <a:pt x="57573" y="107380"/>
                  </a:cubicBezTo>
                  <a:cubicBezTo>
                    <a:pt x="57648" y="107330"/>
                    <a:pt x="57772" y="107305"/>
                    <a:pt x="57872" y="107305"/>
                  </a:cubicBezTo>
                  <a:cubicBezTo>
                    <a:pt x="57947" y="107305"/>
                    <a:pt x="57972" y="107280"/>
                    <a:pt x="58021" y="107280"/>
                  </a:cubicBezTo>
                  <a:cubicBezTo>
                    <a:pt x="58345" y="107206"/>
                    <a:pt x="58619" y="107156"/>
                    <a:pt x="58942" y="107056"/>
                  </a:cubicBezTo>
                  <a:lnTo>
                    <a:pt x="59316" y="106957"/>
                  </a:lnTo>
                  <a:close/>
                  <a:moveTo>
                    <a:pt x="44232" y="107380"/>
                  </a:moveTo>
                  <a:cubicBezTo>
                    <a:pt x="44257" y="107380"/>
                    <a:pt x="44281" y="107405"/>
                    <a:pt x="44306" y="107405"/>
                  </a:cubicBezTo>
                  <a:cubicBezTo>
                    <a:pt x="44381" y="107430"/>
                    <a:pt x="44431" y="107430"/>
                    <a:pt x="44505" y="107480"/>
                  </a:cubicBezTo>
                  <a:cubicBezTo>
                    <a:pt x="44879" y="107604"/>
                    <a:pt x="45252" y="107679"/>
                    <a:pt x="45626" y="107778"/>
                  </a:cubicBezTo>
                  <a:cubicBezTo>
                    <a:pt x="45725" y="107803"/>
                    <a:pt x="45850" y="107853"/>
                    <a:pt x="45924" y="107853"/>
                  </a:cubicBezTo>
                  <a:cubicBezTo>
                    <a:pt x="46024" y="107878"/>
                    <a:pt x="46148" y="107903"/>
                    <a:pt x="46248" y="107928"/>
                  </a:cubicBezTo>
                  <a:cubicBezTo>
                    <a:pt x="45003" y="108400"/>
                    <a:pt x="43759" y="108799"/>
                    <a:pt x="42539" y="109172"/>
                  </a:cubicBezTo>
                  <a:cubicBezTo>
                    <a:pt x="43161" y="108625"/>
                    <a:pt x="43734" y="108027"/>
                    <a:pt x="44232" y="107380"/>
                  </a:cubicBezTo>
                  <a:close/>
                  <a:moveTo>
                    <a:pt x="43983" y="107280"/>
                  </a:moveTo>
                  <a:cubicBezTo>
                    <a:pt x="44008" y="107280"/>
                    <a:pt x="44008" y="107305"/>
                    <a:pt x="44033" y="107305"/>
                  </a:cubicBezTo>
                  <a:cubicBezTo>
                    <a:pt x="43435" y="108027"/>
                    <a:pt x="42813" y="108724"/>
                    <a:pt x="42191" y="109346"/>
                  </a:cubicBezTo>
                  <a:cubicBezTo>
                    <a:pt x="42166" y="109346"/>
                    <a:pt x="42091" y="109371"/>
                    <a:pt x="42066" y="109371"/>
                  </a:cubicBezTo>
                  <a:cubicBezTo>
                    <a:pt x="42738" y="108724"/>
                    <a:pt x="43385" y="108027"/>
                    <a:pt x="43983" y="107280"/>
                  </a:cubicBezTo>
                  <a:close/>
                  <a:moveTo>
                    <a:pt x="46621" y="108027"/>
                  </a:moveTo>
                  <a:cubicBezTo>
                    <a:pt x="46646" y="108027"/>
                    <a:pt x="46671" y="108027"/>
                    <a:pt x="46721" y="108052"/>
                  </a:cubicBezTo>
                  <a:cubicBezTo>
                    <a:pt x="45178" y="108649"/>
                    <a:pt x="43659" y="109147"/>
                    <a:pt x="42166" y="109620"/>
                  </a:cubicBezTo>
                  <a:cubicBezTo>
                    <a:pt x="42240" y="109595"/>
                    <a:pt x="42240" y="109545"/>
                    <a:pt x="42265" y="109521"/>
                  </a:cubicBezTo>
                  <a:cubicBezTo>
                    <a:pt x="43684" y="109097"/>
                    <a:pt x="45153" y="108600"/>
                    <a:pt x="46621" y="108027"/>
                  </a:cubicBezTo>
                  <a:close/>
                  <a:moveTo>
                    <a:pt x="5924" y="97424"/>
                  </a:moveTo>
                  <a:lnTo>
                    <a:pt x="5949" y="97448"/>
                  </a:lnTo>
                  <a:cubicBezTo>
                    <a:pt x="6074" y="97548"/>
                    <a:pt x="6173" y="97672"/>
                    <a:pt x="6298" y="97772"/>
                  </a:cubicBezTo>
                  <a:cubicBezTo>
                    <a:pt x="6422" y="97897"/>
                    <a:pt x="6547" y="97971"/>
                    <a:pt x="6671" y="98096"/>
                  </a:cubicBezTo>
                  <a:cubicBezTo>
                    <a:pt x="6795" y="98220"/>
                    <a:pt x="6945" y="98320"/>
                    <a:pt x="7069" y="98419"/>
                  </a:cubicBezTo>
                  <a:cubicBezTo>
                    <a:pt x="7194" y="98519"/>
                    <a:pt x="7318" y="98593"/>
                    <a:pt x="7418" y="98693"/>
                  </a:cubicBezTo>
                  <a:cubicBezTo>
                    <a:pt x="7567" y="98817"/>
                    <a:pt x="7716" y="98917"/>
                    <a:pt x="7866" y="99041"/>
                  </a:cubicBezTo>
                  <a:cubicBezTo>
                    <a:pt x="7965" y="99091"/>
                    <a:pt x="8090" y="99191"/>
                    <a:pt x="8189" y="99266"/>
                  </a:cubicBezTo>
                  <a:cubicBezTo>
                    <a:pt x="8364" y="99390"/>
                    <a:pt x="8563" y="99514"/>
                    <a:pt x="8737" y="99589"/>
                  </a:cubicBezTo>
                  <a:cubicBezTo>
                    <a:pt x="8837" y="99664"/>
                    <a:pt x="8936" y="99714"/>
                    <a:pt x="9036" y="99763"/>
                  </a:cubicBezTo>
                  <a:cubicBezTo>
                    <a:pt x="9210" y="99888"/>
                    <a:pt x="9434" y="100012"/>
                    <a:pt x="9658" y="100087"/>
                  </a:cubicBezTo>
                  <a:cubicBezTo>
                    <a:pt x="9708" y="100137"/>
                    <a:pt x="9807" y="100186"/>
                    <a:pt x="9907" y="100211"/>
                  </a:cubicBezTo>
                  <a:cubicBezTo>
                    <a:pt x="10106" y="100336"/>
                    <a:pt x="10330" y="100435"/>
                    <a:pt x="10579" y="100560"/>
                  </a:cubicBezTo>
                  <a:cubicBezTo>
                    <a:pt x="10654" y="100585"/>
                    <a:pt x="10703" y="100635"/>
                    <a:pt x="10803" y="100659"/>
                  </a:cubicBezTo>
                  <a:cubicBezTo>
                    <a:pt x="11052" y="100784"/>
                    <a:pt x="11301" y="100883"/>
                    <a:pt x="11525" y="101008"/>
                  </a:cubicBezTo>
                  <a:cubicBezTo>
                    <a:pt x="11575" y="101033"/>
                    <a:pt x="11649" y="101058"/>
                    <a:pt x="11699" y="101058"/>
                  </a:cubicBezTo>
                  <a:cubicBezTo>
                    <a:pt x="11948" y="101157"/>
                    <a:pt x="12197" y="101282"/>
                    <a:pt x="12471" y="101381"/>
                  </a:cubicBezTo>
                  <a:cubicBezTo>
                    <a:pt x="12545" y="101406"/>
                    <a:pt x="12595" y="101406"/>
                    <a:pt x="12645" y="101431"/>
                  </a:cubicBezTo>
                  <a:cubicBezTo>
                    <a:pt x="12695" y="101456"/>
                    <a:pt x="12769" y="101456"/>
                    <a:pt x="12819" y="101506"/>
                  </a:cubicBezTo>
                  <a:cubicBezTo>
                    <a:pt x="13541" y="104567"/>
                    <a:pt x="14910" y="107405"/>
                    <a:pt x="16926" y="109745"/>
                  </a:cubicBezTo>
                  <a:cubicBezTo>
                    <a:pt x="16777" y="109670"/>
                    <a:pt x="16578" y="109620"/>
                    <a:pt x="16428" y="109545"/>
                  </a:cubicBezTo>
                  <a:cubicBezTo>
                    <a:pt x="16105" y="109396"/>
                    <a:pt x="15756" y="109247"/>
                    <a:pt x="15408" y="109048"/>
                  </a:cubicBezTo>
                  <a:cubicBezTo>
                    <a:pt x="15234" y="108973"/>
                    <a:pt x="15059" y="108898"/>
                    <a:pt x="14885" y="108799"/>
                  </a:cubicBezTo>
                  <a:lnTo>
                    <a:pt x="13939" y="108251"/>
                  </a:lnTo>
                  <a:cubicBezTo>
                    <a:pt x="13790" y="108152"/>
                    <a:pt x="13616" y="108052"/>
                    <a:pt x="13441" y="107928"/>
                  </a:cubicBezTo>
                  <a:cubicBezTo>
                    <a:pt x="13168" y="107778"/>
                    <a:pt x="12894" y="107554"/>
                    <a:pt x="12620" y="107355"/>
                  </a:cubicBezTo>
                  <a:lnTo>
                    <a:pt x="12147" y="106982"/>
                  </a:lnTo>
                  <a:cubicBezTo>
                    <a:pt x="11898" y="106758"/>
                    <a:pt x="11649" y="106534"/>
                    <a:pt x="11375" y="106310"/>
                  </a:cubicBezTo>
                  <a:cubicBezTo>
                    <a:pt x="11201" y="106185"/>
                    <a:pt x="11052" y="106036"/>
                    <a:pt x="10927" y="105911"/>
                  </a:cubicBezTo>
                  <a:lnTo>
                    <a:pt x="10878" y="105862"/>
                  </a:lnTo>
                  <a:cubicBezTo>
                    <a:pt x="10654" y="105638"/>
                    <a:pt x="10430" y="105414"/>
                    <a:pt x="10206" y="105165"/>
                  </a:cubicBezTo>
                  <a:cubicBezTo>
                    <a:pt x="10056" y="105015"/>
                    <a:pt x="9907" y="104816"/>
                    <a:pt x="9757" y="104667"/>
                  </a:cubicBezTo>
                  <a:cubicBezTo>
                    <a:pt x="9558" y="104418"/>
                    <a:pt x="9334" y="104169"/>
                    <a:pt x="9160" y="103945"/>
                  </a:cubicBezTo>
                  <a:cubicBezTo>
                    <a:pt x="9011" y="103771"/>
                    <a:pt x="8837" y="103547"/>
                    <a:pt x="8712" y="103373"/>
                  </a:cubicBezTo>
                  <a:cubicBezTo>
                    <a:pt x="8563" y="103124"/>
                    <a:pt x="8388" y="102875"/>
                    <a:pt x="8214" y="102626"/>
                  </a:cubicBezTo>
                  <a:cubicBezTo>
                    <a:pt x="8065" y="102402"/>
                    <a:pt x="7940" y="102178"/>
                    <a:pt x="7816" y="101929"/>
                  </a:cubicBezTo>
                  <a:cubicBezTo>
                    <a:pt x="7667" y="101680"/>
                    <a:pt x="7542" y="101431"/>
                    <a:pt x="7418" y="101157"/>
                  </a:cubicBezTo>
                  <a:cubicBezTo>
                    <a:pt x="7293" y="100908"/>
                    <a:pt x="7169" y="100659"/>
                    <a:pt x="7044" y="100386"/>
                  </a:cubicBezTo>
                  <a:cubicBezTo>
                    <a:pt x="6920" y="100137"/>
                    <a:pt x="6820" y="99838"/>
                    <a:pt x="6696" y="99564"/>
                  </a:cubicBezTo>
                  <a:cubicBezTo>
                    <a:pt x="6571" y="99290"/>
                    <a:pt x="6472" y="99017"/>
                    <a:pt x="6347" y="98718"/>
                  </a:cubicBezTo>
                  <a:lnTo>
                    <a:pt x="6074" y="97897"/>
                  </a:lnTo>
                  <a:cubicBezTo>
                    <a:pt x="6024" y="97722"/>
                    <a:pt x="5974" y="97573"/>
                    <a:pt x="5924" y="97424"/>
                  </a:cubicBezTo>
                  <a:close/>
                  <a:moveTo>
                    <a:pt x="41892" y="109645"/>
                  </a:moveTo>
                  <a:lnTo>
                    <a:pt x="41792" y="109745"/>
                  </a:lnTo>
                  <a:cubicBezTo>
                    <a:pt x="41743" y="109745"/>
                    <a:pt x="41693" y="109770"/>
                    <a:pt x="41643" y="109770"/>
                  </a:cubicBezTo>
                  <a:lnTo>
                    <a:pt x="41743" y="109670"/>
                  </a:lnTo>
                  <a:cubicBezTo>
                    <a:pt x="41792" y="109670"/>
                    <a:pt x="41817" y="109645"/>
                    <a:pt x="41892" y="109645"/>
                  </a:cubicBezTo>
                  <a:close/>
                  <a:moveTo>
                    <a:pt x="36665" y="100635"/>
                  </a:moveTo>
                  <a:lnTo>
                    <a:pt x="36939" y="101182"/>
                  </a:lnTo>
                  <a:cubicBezTo>
                    <a:pt x="36963" y="101207"/>
                    <a:pt x="36963" y="101257"/>
                    <a:pt x="37013" y="101282"/>
                  </a:cubicBezTo>
                  <a:cubicBezTo>
                    <a:pt x="37038" y="101331"/>
                    <a:pt x="37063" y="101406"/>
                    <a:pt x="37138" y="101506"/>
                  </a:cubicBezTo>
                  <a:cubicBezTo>
                    <a:pt x="37212" y="101655"/>
                    <a:pt x="37312" y="101829"/>
                    <a:pt x="37436" y="102004"/>
                  </a:cubicBezTo>
                  <a:cubicBezTo>
                    <a:pt x="37436" y="102028"/>
                    <a:pt x="37461" y="102028"/>
                    <a:pt x="37461" y="102053"/>
                  </a:cubicBezTo>
                  <a:cubicBezTo>
                    <a:pt x="37511" y="102128"/>
                    <a:pt x="37536" y="102178"/>
                    <a:pt x="37561" y="102203"/>
                  </a:cubicBezTo>
                  <a:cubicBezTo>
                    <a:pt x="37586" y="102277"/>
                    <a:pt x="37636" y="102327"/>
                    <a:pt x="37685" y="102402"/>
                  </a:cubicBezTo>
                  <a:cubicBezTo>
                    <a:pt x="37909" y="102700"/>
                    <a:pt x="38084" y="102999"/>
                    <a:pt x="38332" y="103273"/>
                  </a:cubicBezTo>
                  <a:cubicBezTo>
                    <a:pt x="38382" y="103323"/>
                    <a:pt x="38432" y="103373"/>
                    <a:pt x="38457" y="103397"/>
                  </a:cubicBezTo>
                  <a:cubicBezTo>
                    <a:pt x="38581" y="103547"/>
                    <a:pt x="38756" y="103696"/>
                    <a:pt x="38880" y="103870"/>
                  </a:cubicBezTo>
                  <a:lnTo>
                    <a:pt x="38955" y="103945"/>
                  </a:lnTo>
                  <a:cubicBezTo>
                    <a:pt x="39005" y="103995"/>
                    <a:pt x="39029" y="104020"/>
                    <a:pt x="39029" y="104045"/>
                  </a:cubicBezTo>
                  <a:lnTo>
                    <a:pt x="39278" y="104293"/>
                  </a:lnTo>
                  <a:cubicBezTo>
                    <a:pt x="39428" y="104443"/>
                    <a:pt x="39627" y="104617"/>
                    <a:pt x="39801" y="104766"/>
                  </a:cubicBezTo>
                  <a:cubicBezTo>
                    <a:pt x="39901" y="104866"/>
                    <a:pt x="40000" y="104941"/>
                    <a:pt x="40125" y="105015"/>
                  </a:cubicBezTo>
                  <a:cubicBezTo>
                    <a:pt x="40299" y="105165"/>
                    <a:pt x="40498" y="105314"/>
                    <a:pt x="40697" y="105438"/>
                  </a:cubicBezTo>
                  <a:cubicBezTo>
                    <a:pt x="40822" y="105538"/>
                    <a:pt x="40996" y="105638"/>
                    <a:pt x="41145" y="105762"/>
                  </a:cubicBezTo>
                  <a:cubicBezTo>
                    <a:pt x="41369" y="105911"/>
                    <a:pt x="41568" y="106036"/>
                    <a:pt x="41817" y="106185"/>
                  </a:cubicBezTo>
                  <a:cubicBezTo>
                    <a:pt x="41991" y="106285"/>
                    <a:pt x="42166" y="106384"/>
                    <a:pt x="42315" y="106484"/>
                  </a:cubicBezTo>
                  <a:cubicBezTo>
                    <a:pt x="42489" y="106534"/>
                    <a:pt x="42614" y="106633"/>
                    <a:pt x="42763" y="106683"/>
                  </a:cubicBezTo>
                  <a:cubicBezTo>
                    <a:pt x="42937" y="106783"/>
                    <a:pt x="43136" y="106882"/>
                    <a:pt x="43311" y="106932"/>
                  </a:cubicBezTo>
                  <a:cubicBezTo>
                    <a:pt x="43435" y="107007"/>
                    <a:pt x="43560" y="107031"/>
                    <a:pt x="43734" y="107106"/>
                  </a:cubicBezTo>
                  <a:cubicBezTo>
                    <a:pt x="43759" y="107131"/>
                    <a:pt x="43809" y="107131"/>
                    <a:pt x="43858" y="107156"/>
                  </a:cubicBezTo>
                  <a:cubicBezTo>
                    <a:pt x="43136" y="108027"/>
                    <a:pt x="42415" y="108774"/>
                    <a:pt x="41668" y="109496"/>
                  </a:cubicBezTo>
                  <a:cubicBezTo>
                    <a:pt x="41295" y="109620"/>
                    <a:pt x="40921" y="109720"/>
                    <a:pt x="40548" y="109794"/>
                  </a:cubicBezTo>
                  <a:cubicBezTo>
                    <a:pt x="38283" y="107405"/>
                    <a:pt x="36416" y="104393"/>
                    <a:pt x="35047" y="101083"/>
                  </a:cubicBezTo>
                  <a:cubicBezTo>
                    <a:pt x="35570" y="100933"/>
                    <a:pt x="36092" y="100784"/>
                    <a:pt x="36665" y="100635"/>
                  </a:cubicBezTo>
                  <a:close/>
                  <a:moveTo>
                    <a:pt x="34848" y="101157"/>
                  </a:moveTo>
                  <a:cubicBezTo>
                    <a:pt x="36217" y="104443"/>
                    <a:pt x="38059" y="107480"/>
                    <a:pt x="40349" y="109869"/>
                  </a:cubicBezTo>
                  <a:cubicBezTo>
                    <a:pt x="40324" y="109869"/>
                    <a:pt x="40324" y="109869"/>
                    <a:pt x="40299" y="109894"/>
                  </a:cubicBezTo>
                  <a:cubicBezTo>
                    <a:pt x="38034" y="107480"/>
                    <a:pt x="36167" y="104443"/>
                    <a:pt x="34798" y="101182"/>
                  </a:cubicBezTo>
                  <a:cubicBezTo>
                    <a:pt x="34823" y="101182"/>
                    <a:pt x="34823" y="101182"/>
                    <a:pt x="34848" y="101157"/>
                  </a:cubicBezTo>
                  <a:close/>
                  <a:moveTo>
                    <a:pt x="13043" y="101630"/>
                  </a:moveTo>
                  <a:lnTo>
                    <a:pt x="13043" y="101630"/>
                  </a:lnTo>
                  <a:cubicBezTo>
                    <a:pt x="13068" y="101655"/>
                    <a:pt x="13118" y="101655"/>
                    <a:pt x="13118" y="101655"/>
                  </a:cubicBezTo>
                  <a:cubicBezTo>
                    <a:pt x="13889" y="104791"/>
                    <a:pt x="15308" y="107679"/>
                    <a:pt x="17474" y="110018"/>
                  </a:cubicBezTo>
                  <a:cubicBezTo>
                    <a:pt x="17424" y="109994"/>
                    <a:pt x="17374" y="109994"/>
                    <a:pt x="17349" y="109969"/>
                  </a:cubicBezTo>
                  <a:cubicBezTo>
                    <a:pt x="15234" y="107629"/>
                    <a:pt x="13815" y="104766"/>
                    <a:pt x="13043" y="101630"/>
                  </a:cubicBezTo>
                  <a:close/>
                  <a:moveTo>
                    <a:pt x="41319" y="109794"/>
                  </a:moveTo>
                  <a:lnTo>
                    <a:pt x="41245" y="109894"/>
                  </a:lnTo>
                  <a:cubicBezTo>
                    <a:pt x="41071" y="109919"/>
                    <a:pt x="40921" y="109969"/>
                    <a:pt x="40747" y="110018"/>
                  </a:cubicBezTo>
                  <a:lnTo>
                    <a:pt x="40697" y="109994"/>
                  </a:lnTo>
                  <a:cubicBezTo>
                    <a:pt x="40921" y="109919"/>
                    <a:pt x="41120" y="109869"/>
                    <a:pt x="41319" y="109794"/>
                  </a:cubicBezTo>
                  <a:close/>
                  <a:moveTo>
                    <a:pt x="13317" y="108102"/>
                  </a:moveTo>
                  <a:lnTo>
                    <a:pt x="13317" y="108102"/>
                  </a:lnTo>
                  <a:cubicBezTo>
                    <a:pt x="13416" y="108152"/>
                    <a:pt x="13516" y="108226"/>
                    <a:pt x="13616" y="108251"/>
                  </a:cubicBezTo>
                  <a:cubicBezTo>
                    <a:pt x="13989" y="108500"/>
                    <a:pt x="14362" y="108724"/>
                    <a:pt x="14736" y="108923"/>
                  </a:cubicBezTo>
                  <a:cubicBezTo>
                    <a:pt x="14810" y="108998"/>
                    <a:pt x="14935" y="109023"/>
                    <a:pt x="15034" y="109097"/>
                  </a:cubicBezTo>
                  <a:cubicBezTo>
                    <a:pt x="15433" y="109297"/>
                    <a:pt x="15856" y="109521"/>
                    <a:pt x="16279" y="109720"/>
                  </a:cubicBezTo>
                  <a:cubicBezTo>
                    <a:pt x="16379" y="109770"/>
                    <a:pt x="16503" y="109794"/>
                    <a:pt x="16627" y="109844"/>
                  </a:cubicBezTo>
                  <a:cubicBezTo>
                    <a:pt x="16802" y="109919"/>
                    <a:pt x="17026" y="109994"/>
                    <a:pt x="17250" y="110093"/>
                  </a:cubicBezTo>
                  <a:cubicBezTo>
                    <a:pt x="17275" y="110168"/>
                    <a:pt x="17299" y="110218"/>
                    <a:pt x="17349" y="110242"/>
                  </a:cubicBezTo>
                  <a:lnTo>
                    <a:pt x="16403" y="109869"/>
                  </a:lnTo>
                  <a:cubicBezTo>
                    <a:pt x="16304" y="109844"/>
                    <a:pt x="16229" y="109794"/>
                    <a:pt x="16130" y="109745"/>
                  </a:cubicBezTo>
                  <a:cubicBezTo>
                    <a:pt x="15731" y="109545"/>
                    <a:pt x="15308" y="109346"/>
                    <a:pt x="14910" y="109122"/>
                  </a:cubicBezTo>
                  <a:cubicBezTo>
                    <a:pt x="14785" y="109048"/>
                    <a:pt x="14661" y="108998"/>
                    <a:pt x="14561" y="108923"/>
                  </a:cubicBezTo>
                  <a:cubicBezTo>
                    <a:pt x="14263" y="108774"/>
                    <a:pt x="14014" y="108600"/>
                    <a:pt x="13690" y="108400"/>
                  </a:cubicBezTo>
                  <a:cubicBezTo>
                    <a:pt x="13566" y="108301"/>
                    <a:pt x="13441" y="108176"/>
                    <a:pt x="13317" y="108102"/>
                  </a:cubicBezTo>
                  <a:close/>
                  <a:moveTo>
                    <a:pt x="40697" y="110218"/>
                  </a:moveTo>
                  <a:cubicBezTo>
                    <a:pt x="40747" y="110242"/>
                    <a:pt x="40747" y="110267"/>
                    <a:pt x="40772" y="110292"/>
                  </a:cubicBezTo>
                  <a:lnTo>
                    <a:pt x="40747" y="110342"/>
                  </a:lnTo>
                  <a:lnTo>
                    <a:pt x="40647" y="110242"/>
                  </a:lnTo>
                  <a:cubicBezTo>
                    <a:pt x="40672" y="110242"/>
                    <a:pt x="40672" y="110242"/>
                    <a:pt x="40697" y="110218"/>
                  </a:cubicBezTo>
                  <a:close/>
                  <a:moveTo>
                    <a:pt x="41494" y="110018"/>
                  </a:moveTo>
                  <a:cubicBezTo>
                    <a:pt x="41369" y="110143"/>
                    <a:pt x="41245" y="110242"/>
                    <a:pt x="41120" y="110367"/>
                  </a:cubicBezTo>
                  <a:lnTo>
                    <a:pt x="41046" y="110292"/>
                  </a:lnTo>
                  <a:cubicBezTo>
                    <a:pt x="41145" y="110218"/>
                    <a:pt x="41245" y="110143"/>
                    <a:pt x="41319" y="110043"/>
                  </a:cubicBezTo>
                  <a:cubicBezTo>
                    <a:pt x="41394" y="110043"/>
                    <a:pt x="41419" y="110018"/>
                    <a:pt x="41494" y="110018"/>
                  </a:cubicBezTo>
                  <a:close/>
                  <a:moveTo>
                    <a:pt x="17822" y="110392"/>
                  </a:moveTo>
                  <a:cubicBezTo>
                    <a:pt x="17847" y="110417"/>
                    <a:pt x="17872" y="110417"/>
                    <a:pt x="17872" y="110466"/>
                  </a:cubicBezTo>
                  <a:cubicBezTo>
                    <a:pt x="17847" y="110466"/>
                    <a:pt x="17797" y="110466"/>
                    <a:pt x="17797" y="110417"/>
                  </a:cubicBezTo>
                  <a:lnTo>
                    <a:pt x="17822" y="110392"/>
                  </a:lnTo>
                  <a:close/>
                  <a:moveTo>
                    <a:pt x="40896" y="110417"/>
                  </a:moveTo>
                  <a:cubicBezTo>
                    <a:pt x="40921" y="110417"/>
                    <a:pt x="40921" y="110466"/>
                    <a:pt x="40946" y="110466"/>
                  </a:cubicBezTo>
                  <a:lnTo>
                    <a:pt x="40921" y="110491"/>
                  </a:lnTo>
                  <a:cubicBezTo>
                    <a:pt x="40896" y="110491"/>
                    <a:pt x="40896" y="110466"/>
                    <a:pt x="40871" y="110466"/>
                  </a:cubicBezTo>
                  <a:lnTo>
                    <a:pt x="40896" y="110417"/>
                  </a:lnTo>
                  <a:close/>
                  <a:moveTo>
                    <a:pt x="13292" y="101730"/>
                  </a:moveTo>
                  <a:cubicBezTo>
                    <a:pt x="13317" y="101730"/>
                    <a:pt x="13392" y="101779"/>
                    <a:pt x="13416" y="101779"/>
                  </a:cubicBezTo>
                  <a:cubicBezTo>
                    <a:pt x="13491" y="101804"/>
                    <a:pt x="13541" y="101804"/>
                    <a:pt x="13616" y="101829"/>
                  </a:cubicBezTo>
                  <a:cubicBezTo>
                    <a:pt x="13815" y="101904"/>
                    <a:pt x="14014" y="101954"/>
                    <a:pt x="14238" y="102028"/>
                  </a:cubicBezTo>
                  <a:cubicBezTo>
                    <a:pt x="15134" y="105414"/>
                    <a:pt x="16727" y="108276"/>
                    <a:pt x="18893" y="110516"/>
                  </a:cubicBezTo>
                  <a:cubicBezTo>
                    <a:pt x="18793" y="110491"/>
                    <a:pt x="18743" y="110466"/>
                    <a:pt x="18644" y="110466"/>
                  </a:cubicBezTo>
                  <a:cubicBezTo>
                    <a:pt x="18420" y="110392"/>
                    <a:pt x="18245" y="110342"/>
                    <a:pt x="18021" y="110267"/>
                  </a:cubicBezTo>
                  <a:cubicBezTo>
                    <a:pt x="17996" y="110242"/>
                    <a:pt x="17922" y="110218"/>
                    <a:pt x="17847" y="110168"/>
                  </a:cubicBezTo>
                  <a:cubicBezTo>
                    <a:pt x="15607" y="107853"/>
                    <a:pt x="14113" y="104916"/>
                    <a:pt x="13292" y="101730"/>
                  </a:cubicBezTo>
                  <a:close/>
                  <a:moveTo>
                    <a:pt x="14487" y="102053"/>
                  </a:moveTo>
                  <a:cubicBezTo>
                    <a:pt x="14512" y="102053"/>
                    <a:pt x="14537" y="102053"/>
                    <a:pt x="14537" y="102078"/>
                  </a:cubicBezTo>
                  <a:cubicBezTo>
                    <a:pt x="15482" y="105513"/>
                    <a:pt x="17125" y="108400"/>
                    <a:pt x="19415" y="110666"/>
                  </a:cubicBezTo>
                  <a:cubicBezTo>
                    <a:pt x="19390" y="110666"/>
                    <a:pt x="19316" y="110641"/>
                    <a:pt x="19291" y="110641"/>
                  </a:cubicBezTo>
                  <a:cubicBezTo>
                    <a:pt x="17026" y="108376"/>
                    <a:pt x="15408" y="105488"/>
                    <a:pt x="14487" y="102053"/>
                  </a:cubicBezTo>
                  <a:close/>
                  <a:moveTo>
                    <a:pt x="74101" y="100659"/>
                  </a:moveTo>
                  <a:cubicBezTo>
                    <a:pt x="74275" y="100784"/>
                    <a:pt x="74499" y="100908"/>
                    <a:pt x="74674" y="101033"/>
                  </a:cubicBezTo>
                  <a:cubicBezTo>
                    <a:pt x="69048" y="105015"/>
                    <a:pt x="63398" y="108251"/>
                    <a:pt x="57872" y="110715"/>
                  </a:cubicBezTo>
                  <a:cubicBezTo>
                    <a:pt x="58594" y="109670"/>
                    <a:pt x="59216" y="108475"/>
                    <a:pt x="59739" y="107106"/>
                  </a:cubicBezTo>
                  <a:cubicBezTo>
                    <a:pt x="59838" y="107056"/>
                    <a:pt x="59963" y="107031"/>
                    <a:pt x="60062" y="107007"/>
                  </a:cubicBezTo>
                  <a:cubicBezTo>
                    <a:pt x="60635" y="106857"/>
                    <a:pt x="61207" y="106658"/>
                    <a:pt x="61805" y="106484"/>
                  </a:cubicBezTo>
                  <a:cubicBezTo>
                    <a:pt x="62178" y="106359"/>
                    <a:pt x="62576" y="106185"/>
                    <a:pt x="62950" y="106061"/>
                  </a:cubicBezTo>
                  <a:cubicBezTo>
                    <a:pt x="63298" y="105936"/>
                    <a:pt x="63597" y="105862"/>
                    <a:pt x="63945" y="105737"/>
                  </a:cubicBezTo>
                  <a:cubicBezTo>
                    <a:pt x="64070" y="105687"/>
                    <a:pt x="64169" y="105662"/>
                    <a:pt x="64294" y="105613"/>
                  </a:cubicBezTo>
                  <a:cubicBezTo>
                    <a:pt x="64792" y="105414"/>
                    <a:pt x="65290" y="105190"/>
                    <a:pt x="65787" y="104990"/>
                  </a:cubicBezTo>
                  <a:cubicBezTo>
                    <a:pt x="65812" y="104990"/>
                    <a:pt x="65837" y="104941"/>
                    <a:pt x="65912" y="104916"/>
                  </a:cubicBezTo>
                  <a:cubicBezTo>
                    <a:pt x="66061" y="104866"/>
                    <a:pt x="66211" y="104791"/>
                    <a:pt x="66385" y="104692"/>
                  </a:cubicBezTo>
                  <a:lnTo>
                    <a:pt x="67580" y="104144"/>
                  </a:lnTo>
                  <a:cubicBezTo>
                    <a:pt x="67679" y="104119"/>
                    <a:pt x="67779" y="104045"/>
                    <a:pt x="67903" y="104020"/>
                  </a:cubicBezTo>
                  <a:lnTo>
                    <a:pt x="68077" y="103920"/>
                  </a:lnTo>
                  <a:cubicBezTo>
                    <a:pt x="68650" y="103671"/>
                    <a:pt x="69173" y="103397"/>
                    <a:pt x="69745" y="103124"/>
                  </a:cubicBezTo>
                  <a:cubicBezTo>
                    <a:pt x="70168" y="102900"/>
                    <a:pt x="70566" y="102676"/>
                    <a:pt x="71015" y="102427"/>
                  </a:cubicBezTo>
                  <a:cubicBezTo>
                    <a:pt x="71438" y="102178"/>
                    <a:pt x="71886" y="101954"/>
                    <a:pt x="72284" y="101705"/>
                  </a:cubicBezTo>
                  <a:cubicBezTo>
                    <a:pt x="72483" y="101630"/>
                    <a:pt x="72657" y="101506"/>
                    <a:pt x="72856" y="101406"/>
                  </a:cubicBezTo>
                  <a:cubicBezTo>
                    <a:pt x="73105" y="101257"/>
                    <a:pt x="73379" y="101083"/>
                    <a:pt x="73628" y="100933"/>
                  </a:cubicBezTo>
                  <a:cubicBezTo>
                    <a:pt x="73678" y="100908"/>
                    <a:pt x="73753" y="100883"/>
                    <a:pt x="73802" y="100809"/>
                  </a:cubicBezTo>
                  <a:cubicBezTo>
                    <a:pt x="73902" y="100759"/>
                    <a:pt x="74001" y="100684"/>
                    <a:pt x="74101" y="100659"/>
                  </a:cubicBezTo>
                  <a:close/>
                  <a:moveTo>
                    <a:pt x="18171" y="110491"/>
                  </a:moveTo>
                  <a:cubicBezTo>
                    <a:pt x="18245" y="110516"/>
                    <a:pt x="18270" y="110516"/>
                    <a:pt x="18345" y="110516"/>
                  </a:cubicBezTo>
                  <a:cubicBezTo>
                    <a:pt x="18619" y="110616"/>
                    <a:pt x="18917" y="110715"/>
                    <a:pt x="19216" y="110790"/>
                  </a:cubicBezTo>
                  <a:lnTo>
                    <a:pt x="19291" y="110890"/>
                  </a:lnTo>
                  <a:cubicBezTo>
                    <a:pt x="18967" y="110790"/>
                    <a:pt x="18619" y="110666"/>
                    <a:pt x="18270" y="110591"/>
                  </a:cubicBezTo>
                  <a:lnTo>
                    <a:pt x="18171" y="110491"/>
                  </a:lnTo>
                  <a:close/>
                  <a:moveTo>
                    <a:pt x="59484" y="107172"/>
                  </a:moveTo>
                  <a:cubicBezTo>
                    <a:pt x="58962" y="108609"/>
                    <a:pt x="58292" y="109848"/>
                    <a:pt x="57499" y="110890"/>
                  </a:cubicBezTo>
                  <a:cubicBezTo>
                    <a:pt x="57474" y="110914"/>
                    <a:pt x="57449" y="110914"/>
                    <a:pt x="57374" y="110964"/>
                  </a:cubicBezTo>
                  <a:cubicBezTo>
                    <a:pt x="58196" y="109869"/>
                    <a:pt x="58868" y="108625"/>
                    <a:pt x="59440" y="107181"/>
                  </a:cubicBezTo>
                  <a:cubicBezTo>
                    <a:pt x="59458" y="107181"/>
                    <a:pt x="59475" y="107181"/>
                    <a:pt x="59484" y="107172"/>
                  </a:cubicBezTo>
                  <a:close/>
                  <a:moveTo>
                    <a:pt x="19614" y="110914"/>
                  </a:moveTo>
                  <a:cubicBezTo>
                    <a:pt x="19639" y="110914"/>
                    <a:pt x="19664" y="110914"/>
                    <a:pt x="19714" y="110964"/>
                  </a:cubicBezTo>
                  <a:lnTo>
                    <a:pt x="19764" y="110964"/>
                  </a:lnTo>
                  <a:cubicBezTo>
                    <a:pt x="19764" y="110989"/>
                    <a:pt x="19789" y="111014"/>
                    <a:pt x="19838" y="111039"/>
                  </a:cubicBezTo>
                  <a:cubicBezTo>
                    <a:pt x="19789" y="111039"/>
                    <a:pt x="19739" y="111014"/>
                    <a:pt x="19714" y="111014"/>
                  </a:cubicBezTo>
                  <a:lnTo>
                    <a:pt x="19614" y="110914"/>
                  </a:lnTo>
                  <a:close/>
                  <a:moveTo>
                    <a:pt x="74848" y="101157"/>
                  </a:moveTo>
                  <a:cubicBezTo>
                    <a:pt x="74873" y="101157"/>
                    <a:pt x="74873" y="101182"/>
                    <a:pt x="74898" y="101182"/>
                  </a:cubicBezTo>
                  <a:cubicBezTo>
                    <a:pt x="69148" y="105264"/>
                    <a:pt x="63273" y="108649"/>
                    <a:pt x="57524" y="111163"/>
                  </a:cubicBezTo>
                  <a:cubicBezTo>
                    <a:pt x="57573" y="111114"/>
                    <a:pt x="57598" y="111089"/>
                    <a:pt x="57623" y="111014"/>
                  </a:cubicBezTo>
                  <a:cubicBezTo>
                    <a:pt x="63273" y="108525"/>
                    <a:pt x="69073" y="105239"/>
                    <a:pt x="74848" y="101157"/>
                  </a:cubicBezTo>
                  <a:close/>
                  <a:moveTo>
                    <a:pt x="57300" y="111163"/>
                  </a:moveTo>
                  <a:lnTo>
                    <a:pt x="57300" y="111163"/>
                  </a:lnTo>
                  <a:cubicBezTo>
                    <a:pt x="57250" y="111238"/>
                    <a:pt x="57200" y="111263"/>
                    <a:pt x="57175" y="111338"/>
                  </a:cubicBezTo>
                  <a:cubicBezTo>
                    <a:pt x="57125" y="111363"/>
                    <a:pt x="57075" y="111363"/>
                    <a:pt x="57051" y="111387"/>
                  </a:cubicBezTo>
                  <a:cubicBezTo>
                    <a:pt x="57075" y="111338"/>
                    <a:pt x="57125" y="111288"/>
                    <a:pt x="57175" y="111238"/>
                  </a:cubicBezTo>
                  <a:cubicBezTo>
                    <a:pt x="57200" y="111213"/>
                    <a:pt x="57250" y="111213"/>
                    <a:pt x="57300" y="111163"/>
                  </a:cubicBezTo>
                  <a:close/>
                  <a:moveTo>
                    <a:pt x="34599" y="101257"/>
                  </a:moveTo>
                  <a:cubicBezTo>
                    <a:pt x="35968" y="104542"/>
                    <a:pt x="37810" y="107529"/>
                    <a:pt x="40075" y="109969"/>
                  </a:cubicBezTo>
                  <a:cubicBezTo>
                    <a:pt x="38905" y="110267"/>
                    <a:pt x="37760" y="110541"/>
                    <a:pt x="36590" y="110790"/>
                  </a:cubicBezTo>
                  <a:cubicBezTo>
                    <a:pt x="36466" y="110840"/>
                    <a:pt x="36391" y="110840"/>
                    <a:pt x="36267" y="110865"/>
                  </a:cubicBezTo>
                  <a:cubicBezTo>
                    <a:pt x="35594" y="110989"/>
                    <a:pt x="34947" y="111114"/>
                    <a:pt x="34325" y="111213"/>
                  </a:cubicBezTo>
                  <a:lnTo>
                    <a:pt x="33578" y="111288"/>
                  </a:lnTo>
                  <a:cubicBezTo>
                    <a:pt x="33080" y="111363"/>
                    <a:pt x="32558" y="111462"/>
                    <a:pt x="32060" y="111487"/>
                  </a:cubicBezTo>
                  <a:cubicBezTo>
                    <a:pt x="31960" y="111487"/>
                    <a:pt x="31911" y="111487"/>
                    <a:pt x="31811" y="111512"/>
                  </a:cubicBezTo>
                  <a:cubicBezTo>
                    <a:pt x="28874" y="109471"/>
                    <a:pt x="26833" y="106534"/>
                    <a:pt x="25738" y="102875"/>
                  </a:cubicBezTo>
                  <a:cubicBezTo>
                    <a:pt x="28575" y="102626"/>
                    <a:pt x="31537" y="102078"/>
                    <a:pt x="34599" y="101257"/>
                  </a:cubicBezTo>
                  <a:close/>
                  <a:moveTo>
                    <a:pt x="25538" y="102875"/>
                  </a:moveTo>
                  <a:cubicBezTo>
                    <a:pt x="26634" y="106534"/>
                    <a:pt x="28650" y="109471"/>
                    <a:pt x="31512" y="111537"/>
                  </a:cubicBezTo>
                  <a:lnTo>
                    <a:pt x="31438" y="111537"/>
                  </a:lnTo>
                  <a:cubicBezTo>
                    <a:pt x="28600" y="109471"/>
                    <a:pt x="26584" y="106534"/>
                    <a:pt x="25489" y="102875"/>
                  </a:cubicBezTo>
                  <a:close/>
                  <a:moveTo>
                    <a:pt x="40199" y="110118"/>
                  </a:moveTo>
                  <a:cubicBezTo>
                    <a:pt x="40249" y="110118"/>
                    <a:pt x="40274" y="110118"/>
                    <a:pt x="40274" y="110143"/>
                  </a:cubicBezTo>
                  <a:cubicBezTo>
                    <a:pt x="37461" y="110890"/>
                    <a:pt x="34773" y="111462"/>
                    <a:pt x="32159" y="111736"/>
                  </a:cubicBezTo>
                  <a:lnTo>
                    <a:pt x="32110" y="111736"/>
                  </a:lnTo>
                  <a:cubicBezTo>
                    <a:pt x="32085" y="111711"/>
                    <a:pt x="32060" y="111711"/>
                    <a:pt x="32060" y="111661"/>
                  </a:cubicBezTo>
                  <a:lnTo>
                    <a:pt x="32110" y="111661"/>
                  </a:lnTo>
                  <a:cubicBezTo>
                    <a:pt x="32682" y="111611"/>
                    <a:pt x="33280" y="111512"/>
                    <a:pt x="33827" y="111462"/>
                  </a:cubicBezTo>
                  <a:lnTo>
                    <a:pt x="34400" y="111363"/>
                  </a:lnTo>
                  <a:cubicBezTo>
                    <a:pt x="35146" y="111238"/>
                    <a:pt x="35918" y="111114"/>
                    <a:pt x="36665" y="110964"/>
                  </a:cubicBezTo>
                  <a:lnTo>
                    <a:pt x="36690" y="110964"/>
                  </a:lnTo>
                  <a:cubicBezTo>
                    <a:pt x="37835" y="110715"/>
                    <a:pt x="39029" y="110417"/>
                    <a:pt x="40199" y="110118"/>
                  </a:cubicBezTo>
                  <a:close/>
                  <a:moveTo>
                    <a:pt x="31736" y="111711"/>
                  </a:moveTo>
                  <a:cubicBezTo>
                    <a:pt x="31786" y="111736"/>
                    <a:pt x="31811" y="111736"/>
                    <a:pt x="31836" y="111761"/>
                  </a:cubicBezTo>
                  <a:lnTo>
                    <a:pt x="31736" y="111761"/>
                  </a:lnTo>
                  <a:cubicBezTo>
                    <a:pt x="31711" y="111736"/>
                    <a:pt x="31687" y="111736"/>
                    <a:pt x="31637" y="111711"/>
                  </a:cubicBezTo>
                  <a:close/>
                  <a:moveTo>
                    <a:pt x="14761" y="102153"/>
                  </a:moveTo>
                  <a:lnTo>
                    <a:pt x="14761" y="102153"/>
                  </a:lnTo>
                  <a:cubicBezTo>
                    <a:pt x="14985" y="102203"/>
                    <a:pt x="15234" y="102277"/>
                    <a:pt x="15433" y="102302"/>
                  </a:cubicBezTo>
                  <a:cubicBezTo>
                    <a:pt x="15532" y="102327"/>
                    <a:pt x="15607" y="102327"/>
                    <a:pt x="15682" y="102352"/>
                  </a:cubicBezTo>
                  <a:cubicBezTo>
                    <a:pt x="15930" y="102427"/>
                    <a:pt x="16229" y="102452"/>
                    <a:pt x="16478" y="102526"/>
                  </a:cubicBezTo>
                  <a:cubicBezTo>
                    <a:pt x="16553" y="102551"/>
                    <a:pt x="16677" y="102551"/>
                    <a:pt x="16777" y="102576"/>
                  </a:cubicBezTo>
                  <a:cubicBezTo>
                    <a:pt x="17026" y="102626"/>
                    <a:pt x="17250" y="102676"/>
                    <a:pt x="17499" y="102700"/>
                  </a:cubicBezTo>
                  <a:cubicBezTo>
                    <a:pt x="17648" y="102725"/>
                    <a:pt x="17772" y="102725"/>
                    <a:pt x="17922" y="102775"/>
                  </a:cubicBezTo>
                  <a:cubicBezTo>
                    <a:pt x="18146" y="102800"/>
                    <a:pt x="18370" y="102825"/>
                    <a:pt x="18544" y="102825"/>
                  </a:cubicBezTo>
                  <a:cubicBezTo>
                    <a:pt x="18644" y="102825"/>
                    <a:pt x="18743" y="102825"/>
                    <a:pt x="18843" y="102850"/>
                  </a:cubicBezTo>
                  <a:cubicBezTo>
                    <a:pt x="19988" y="102974"/>
                    <a:pt x="21158" y="103049"/>
                    <a:pt x="22377" y="103049"/>
                  </a:cubicBezTo>
                  <a:cubicBezTo>
                    <a:pt x="23323" y="103049"/>
                    <a:pt x="24269" y="103024"/>
                    <a:pt x="25265" y="102924"/>
                  </a:cubicBezTo>
                  <a:cubicBezTo>
                    <a:pt x="26335" y="106559"/>
                    <a:pt x="28326" y="109521"/>
                    <a:pt x="31114" y="111611"/>
                  </a:cubicBezTo>
                  <a:cubicBezTo>
                    <a:pt x="31039" y="111611"/>
                    <a:pt x="30940" y="111636"/>
                    <a:pt x="30840" y="111636"/>
                  </a:cubicBezTo>
                  <a:lnTo>
                    <a:pt x="29820" y="111736"/>
                  </a:lnTo>
                  <a:cubicBezTo>
                    <a:pt x="29073" y="111761"/>
                    <a:pt x="28326" y="111786"/>
                    <a:pt x="27604" y="111786"/>
                  </a:cubicBezTo>
                  <a:cubicBezTo>
                    <a:pt x="26883" y="111786"/>
                    <a:pt x="26211" y="111761"/>
                    <a:pt x="25514" y="111736"/>
                  </a:cubicBezTo>
                  <a:cubicBezTo>
                    <a:pt x="25240" y="111686"/>
                    <a:pt x="24966" y="111661"/>
                    <a:pt x="24692" y="111661"/>
                  </a:cubicBezTo>
                  <a:cubicBezTo>
                    <a:pt x="24269" y="111636"/>
                    <a:pt x="23896" y="111611"/>
                    <a:pt x="23522" y="111587"/>
                  </a:cubicBezTo>
                  <a:cubicBezTo>
                    <a:pt x="23199" y="111537"/>
                    <a:pt x="22850" y="111487"/>
                    <a:pt x="22502" y="111412"/>
                  </a:cubicBezTo>
                  <a:cubicBezTo>
                    <a:pt x="22228" y="111387"/>
                    <a:pt x="21904" y="111338"/>
                    <a:pt x="21631" y="111288"/>
                  </a:cubicBezTo>
                  <a:cubicBezTo>
                    <a:pt x="21257" y="111238"/>
                    <a:pt x="20884" y="111139"/>
                    <a:pt x="20535" y="111039"/>
                  </a:cubicBezTo>
                  <a:cubicBezTo>
                    <a:pt x="20262" y="110890"/>
                    <a:pt x="20038" y="110865"/>
                    <a:pt x="19838" y="110790"/>
                  </a:cubicBezTo>
                  <a:cubicBezTo>
                    <a:pt x="17424" y="108550"/>
                    <a:pt x="15731" y="105638"/>
                    <a:pt x="14761" y="102153"/>
                  </a:cubicBezTo>
                  <a:close/>
                  <a:moveTo>
                    <a:pt x="20162" y="111039"/>
                  </a:moveTo>
                  <a:lnTo>
                    <a:pt x="20162" y="111039"/>
                  </a:lnTo>
                  <a:cubicBezTo>
                    <a:pt x="20610" y="111163"/>
                    <a:pt x="21083" y="111263"/>
                    <a:pt x="21531" y="111363"/>
                  </a:cubicBezTo>
                  <a:lnTo>
                    <a:pt x="22203" y="111462"/>
                  </a:lnTo>
                  <a:cubicBezTo>
                    <a:pt x="22626" y="111512"/>
                    <a:pt x="23024" y="111611"/>
                    <a:pt x="23472" y="111636"/>
                  </a:cubicBezTo>
                  <a:cubicBezTo>
                    <a:pt x="23771" y="111661"/>
                    <a:pt x="24120" y="111711"/>
                    <a:pt x="24468" y="111736"/>
                  </a:cubicBezTo>
                  <a:lnTo>
                    <a:pt x="25489" y="111835"/>
                  </a:lnTo>
                  <a:cubicBezTo>
                    <a:pt x="26161" y="111860"/>
                    <a:pt x="26883" y="111885"/>
                    <a:pt x="27604" y="111885"/>
                  </a:cubicBezTo>
                  <a:cubicBezTo>
                    <a:pt x="28351" y="111885"/>
                    <a:pt x="29098" y="111860"/>
                    <a:pt x="29845" y="111835"/>
                  </a:cubicBezTo>
                  <a:cubicBezTo>
                    <a:pt x="30218" y="111786"/>
                    <a:pt x="30616" y="111761"/>
                    <a:pt x="30990" y="111736"/>
                  </a:cubicBezTo>
                  <a:cubicBezTo>
                    <a:pt x="31114" y="111736"/>
                    <a:pt x="31239" y="111711"/>
                    <a:pt x="31413" y="111711"/>
                  </a:cubicBezTo>
                  <a:cubicBezTo>
                    <a:pt x="31438" y="111736"/>
                    <a:pt x="31463" y="111736"/>
                    <a:pt x="31487" y="111761"/>
                  </a:cubicBezTo>
                  <a:lnTo>
                    <a:pt x="31338" y="111761"/>
                  </a:lnTo>
                  <a:cubicBezTo>
                    <a:pt x="30840" y="111786"/>
                    <a:pt x="30367" y="111860"/>
                    <a:pt x="29919" y="111885"/>
                  </a:cubicBezTo>
                  <a:cubicBezTo>
                    <a:pt x="29123" y="111910"/>
                    <a:pt x="28376" y="111960"/>
                    <a:pt x="27629" y="111960"/>
                  </a:cubicBezTo>
                  <a:cubicBezTo>
                    <a:pt x="26883" y="111960"/>
                    <a:pt x="26186" y="111910"/>
                    <a:pt x="25489" y="111885"/>
                  </a:cubicBezTo>
                  <a:lnTo>
                    <a:pt x="24468" y="111786"/>
                  </a:lnTo>
                  <a:lnTo>
                    <a:pt x="23423" y="111686"/>
                  </a:lnTo>
                  <a:cubicBezTo>
                    <a:pt x="23000" y="111636"/>
                    <a:pt x="22601" y="111587"/>
                    <a:pt x="22153" y="111512"/>
                  </a:cubicBezTo>
                  <a:cubicBezTo>
                    <a:pt x="21929" y="111487"/>
                    <a:pt x="21680" y="111437"/>
                    <a:pt x="21481" y="111387"/>
                  </a:cubicBezTo>
                  <a:cubicBezTo>
                    <a:pt x="21033" y="111288"/>
                    <a:pt x="20635" y="111188"/>
                    <a:pt x="20237" y="111114"/>
                  </a:cubicBezTo>
                  <a:lnTo>
                    <a:pt x="20162" y="111039"/>
                  </a:lnTo>
                  <a:close/>
                  <a:moveTo>
                    <a:pt x="14942" y="109369"/>
                  </a:moveTo>
                  <a:cubicBezTo>
                    <a:pt x="14951" y="109371"/>
                    <a:pt x="14963" y="109371"/>
                    <a:pt x="14985" y="109371"/>
                  </a:cubicBezTo>
                  <a:cubicBezTo>
                    <a:pt x="15308" y="109545"/>
                    <a:pt x="15682" y="109745"/>
                    <a:pt x="16055" y="109919"/>
                  </a:cubicBezTo>
                  <a:cubicBezTo>
                    <a:pt x="16229" y="109994"/>
                    <a:pt x="16403" y="110043"/>
                    <a:pt x="16603" y="110143"/>
                  </a:cubicBezTo>
                  <a:cubicBezTo>
                    <a:pt x="16926" y="110292"/>
                    <a:pt x="17299" y="110466"/>
                    <a:pt x="17648" y="110591"/>
                  </a:cubicBezTo>
                  <a:cubicBezTo>
                    <a:pt x="18220" y="111139"/>
                    <a:pt x="18793" y="111661"/>
                    <a:pt x="19415" y="112134"/>
                  </a:cubicBezTo>
                  <a:cubicBezTo>
                    <a:pt x="18619" y="111736"/>
                    <a:pt x="17748" y="111238"/>
                    <a:pt x="16876" y="110666"/>
                  </a:cubicBezTo>
                  <a:cubicBezTo>
                    <a:pt x="16143" y="110226"/>
                    <a:pt x="15530" y="109786"/>
                    <a:pt x="14942" y="109369"/>
                  </a:cubicBezTo>
                  <a:close/>
                  <a:moveTo>
                    <a:pt x="18046" y="110715"/>
                  </a:moveTo>
                  <a:cubicBezTo>
                    <a:pt x="18096" y="110715"/>
                    <a:pt x="18146" y="110740"/>
                    <a:pt x="18171" y="110740"/>
                  </a:cubicBezTo>
                  <a:cubicBezTo>
                    <a:pt x="19017" y="111537"/>
                    <a:pt x="19913" y="112234"/>
                    <a:pt x="20859" y="112831"/>
                  </a:cubicBezTo>
                  <a:lnTo>
                    <a:pt x="20486" y="112632"/>
                  </a:lnTo>
                  <a:cubicBezTo>
                    <a:pt x="19614" y="112109"/>
                    <a:pt x="18793" y="111462"/>
                    <a:pt x="18046" y="110715"/>
                  </a:cubicBezTo>
                  <a:close/>
                  <a:moveTo>
                    <a:pt x="75097" y="101307"/>
                  </a:moveTo>
                  <a:cubicBezTo>
                    <a:pt x="75993" y="101804"/>
                    <a:pt x="76764" y="102078"/>
                    <a:pt x="77412" y="102128"/>
                  </a:cubicBezTo>
                  <a:cubicBezTo>
                    <a:pt x="70143" y="107156"/>
                    <a:pt x="62751" y="110840"/>
                    <a:pt x="55931" y="112881"/>
                  </a:cubicBezTo>
                  <a:cubicBezTo>
                    <a:pt x="56428" y="112483"/>
                    <a:pt x="56851" y="112010"/>
                    <a:pt x="57300" y="111487"/>
                  </a:cubicBezTo>
                  <a:cubicBezTo>
                    <a:pt x="63174" y="108923"/>
                    <a:pt x="69173" y="105513"/>
                    <a:pt x="75097" y="101307"/>
                  </a:cubicBezTo>
                  <a:close/>
                  <a:moveTo>
                    <a:pt x="13192" y="108301"/>
                  </a:moveTo>
                  <a:lnTo>
                    <a:pt x="13192" y="108301"/>
                  </a:lnTo>
                  <a:cubicBezTo>
                    <a:pt x="13267" y="108376"/>
                    <a:pt x="13367" y="108401"/>
                    <a:pt x="13416" y="108425"/>
                  </a:cubicBezTo>
                  <a:cubicBezTo>
                    <a:pt x="13441" y="108475"/>
                    <a:pt x="13491" y="108475"/>
                    <a:pt x="13516" y="108500"/>
                  </a:cubicBezTo>
                  <a:cubicBezTo>
                    <a:pt x="13541" y="108525"/>
                    <a:pt x="13616" y="108550"/>
                    <a:pt x="13640" y="108550"/>
                  </a:cubicBezTo>
                  <a:cubicBezTo>
                    <a:pt x="14512" y="109247"/>
                    <a:pt x="15507" y="109994"/>
                    <a:pt x="16802" y="110790"/>
                  </a:cubicBezTo>
                  <a:cubicBezTo>
                    <a:pt x="18096" y="111611"/>
                    <a:pt x="19341" y="112259"/>
                    <a:pt x="20411" y="112781"/>
                  </a:cubicBezTo>
                  <a:cubicBezTo>
                    <a:pt x="20510" y="112856"/>
                    <a:pt x="20585" y="112881"/>
                    <a:pt x="20660" y="112931"/>
                  </a:cubicBezTo>
                  <a:cubicBezTo>
                    <a:pt x="20710" y="112980"/>
                    <a:pt x="20759" y="113005"/>
                    <a:pt x="20784" y="113005"/>
                  </a:cubicBezTo>
                  <a:cubicBezTo>
                    <a:pt x="20797" y="113012"/>
                    <a:pt x="20811" y="113019"/>
                    <a:pt x="20823" y="113025"/>
                  </a:cubicBezTo>
                  <a:lnTo>
                    <a:pt x="20823" y="113025"/>
                  </a:lnTo>
                  <a:cubicBezTo>
                    <a:pt x="19925" y="112699"/>
                    <a:pt x="18934" y="112190"/>
                    <a:pt x="17897" y="111587"/>
                  </a:cubicBezTo>
                  <a:cubicBezTo>
                    <a:pt x="17872" y="111537"/>
                    <a:pt x="17847" y="111537"/>
                    <a:pt x="17797" y="111512"/>
                  </a:cubicBezTo>
                  <a:cubicBezTo>
                    <a:pt x="17499" y="111338"/>
                    <a:pt x="17150" y="111139"/>
                    <a:pt x="16851" y="110914"/>
                  </a:cubicBezTo>
                  <a:cubicBezTo>
                    <a:pt x="16777" y="110890"/>
                    <a:pt x="16677" y="110840"/>
                    <a:pt x="16627" y="110765"/>
                  </a:cubicBezTo>
                  <a:cubicBezTo>
                    <a:pt x="16379" y="110616"/>
                    <a:pt x="16130" y="110466"/>
                    <a:pt x="15906" y="110292"/>
                  </a:cubicBezTo>
                  <a:lnTo>
                    <a:pt x="14686" y="109471"/>
                  </a:lnTo>
                  <a:cubicBezTo>
                    <a:pt x="14263" y="109147"/>
                    <a:pt x="13815" y="108799"/>
                    <a:pt x="13392" y="108475"/>
                  </a:cubicBezTo>
                  <a:cubicBezTo>
                    <a:pt x="13317" y="108401"/>
                    <a:pt x="13267" y="108376"/>
                    <a:pt x="13192" y="108301"/>
                  </a:cubicBezTo>
                  <a:close/>
                  <a:moveTo>
                    <a:pt x="56926" y="111636"/>
                  </a:moveTo>
                  <a:lnTo>
                    <a:pt x="56926" y="111636"/>
                  </a:lnTo>
                  <a:cubicBezTo>
                    <a:pt x="56453" y="112159"/>
                    <a:pt x="55955" y="112607"/>
                    <a:pt x="55458" y="113005"/>
                  </a:cubicBezTo>
                  <a:cubicBezTo>
                    <a:pt x="55383" y="113030"/>
                    <a:pt x="55333" y="113030"/>
                    <a:pt x="55258" y="113080"/>
                  </a:cubicBezTo>
                  <a:cubicBezTo>
                    <a:pt x="55806" y="112657"/>
                    <a:pt x="56304" y="112234"/>
                    <a:pt x="56752" y="111711"/>
                  </a:cubicBezTo>
                  <a:cubicBezTo>
                    <a:pt x="56827" y="111661"/>
                    <a:pt x="56851" y="111661"/>
                    <a:pt x="56926" y="111636"/>
                  </a:cubicBezTo>
                  <a:close/>
                  <a:moveTo>
                    <a:pt x="61730" y="110989"/>
                  </a:moveTo>
                  <a:cubicBezTo>
                    <a:pt x="60734" y="111412"/>
                    <a:pt x="59639" y="111835"/>
                    <a:pt x="58121" y="112408"/>
                  </a:cubicBezTo>
                  <a:cubicBezTo>
                    <a:pt x="57225" y="112732"/>
                    <a:pt x="56329" y="113005"/>
                    <a:pt x="55408" y="113254"/>
                  </a:cubicBezTo>
                  <a:cubicBezTo>
                    <a:pt x="55458" y="113229"/>
                    <a:pt x="55507" y="113204"/>
                    <a:pt x="55557" y="113155"/>
                  </a:cubicBezTo>
                  <a:cubicBezTo>
                    <a:pt x="57573" y="112582"/>
                    <a:pt x="59614" y="111860"/>
                    <a:pt x="61730" y="110989"/>
                  </a:cubicBezTo>
                  <a:close/>
                  <a:moveTo>
                    <a:pt x="40423" y="110292"/>
                  </a:moveTo>
                  <a:cubicBezTo>
                    <a:pt x="40498" y="110367"/>
                    <a:pt x="40523" y="110392"/>
                    <a:pt x="40573" y="110417"/>
                  </a:cubicBezTo>
                  <a:cubicBezTo>
                    <a:pt x="39029" y="111711"/>
                    <a:pt x="37337" y="112732"/>
                    <a:pt x="35594" y="113478"/>
                  </a:cubicBezTo>
                  <a:cubicBezTo>
                    <a:pt x="34449" y="113030"/>
                    <a:pt x="33354" y="112508"/>
                    <a:pt x="32359" y="111885"/>
                  </a:cubicBezTo>
                  <a:cubicBezTo>
                    <a:pt x="34947" y="111611"/>
                    <a:pt x="37660" y="111039"/>
                    <a:pt x="40423" y="110292"/>
                  </a:cubicBezTo>
                  <a:close/>
                  <a:moveTo>
                    <a:pt x="54985" y="113354"/>
                  </a:moveTo>
                  <a:cubicBezTo>
                    <a:pt x="54960" y="113379"/>
                    <a:pt x="54935" y="113404"/>
                    <a:pt x="54885" y="113404"/>
                  </a:cubicBezTo>
                  <a:cubicBezTo>
                    <a:pt x="54835" y="113453"/>
                    <a:pt x="54736" y="113453"/>
                    <a:pt x="54686" y="113478"/>
                  </a:cubicBezTo>
                  <a:cubicBezTo>
                    <a:pt x="54736" y="113453"/>
                    <a:pt x="54761" y="113404"/>
                    <a:pt x="54835" y="113379"/>
                  </a:cubicBezTo>
                  <a:cubicBezTo>
                    <a:pt x="54885" y="113379"/>
                    <a:pt x="54935" y="113354"/>
                    <a:pt x="54985" y="113354"/>
                  </a:cubicBezTo>
                  <a:close/>
                  <a:moveTo>
                    <a:pt x="40697" y="110591"/>
                  </a:moveTo>
                  <a:cubicBezTo>
                    <a:pt x="40747" y="110591"/>
                    <a:pt x="40747" y="110616"/>
                    <a:pt x="40772" y="110616"/>
                  </a:cubicBezTo>
                  <a:cubicBezTo>
                    <a:pt x="39278" y="111860"/>
                    <a:pt x="37660" y="112856"/>
                    <a:pt x="35968" y="113603"/>
                  </a:cubicBezTo>
                  <a:cubicBezTo>
                    <a:pt x="35943" y="113603"/>
                    <a:pt x="35918" y="113578"/>
                    <a:pt x="35868" y="113578"/>
                  </a:cubicBezTo>
                  <a:cubicBezTo>
                    <a:pt x="37561" y="112831"/>
                    <a:pt x="39204" y="111835"/>
                    <a:pt x="40697" y="110591"/>
                  </a:cubicBezTo>
                  <a:close/>
                  <a:moveTo>
                    <a:pt x="32085" y="111910"/>
                  </a:moveTo>
                  <a:cubicBezTo>
                    <a:pt x="33080" y="112582"/>
                    <a:pt x="34201" y="113130"/>
                    <a:pt x="35395" y="113603"/>
                  </a:cubicBezTo>
                  <a:cubicBezTo>
                    <a:pt x="35346" y="113603"/>
                    <a:pt x="35321" y="113628"/>
                    <a:pt x="35296" y="113628"/>
                  </a:cubicBezTo>
                  <a:cubicBezTo>
                    <a:pt x="34101" y="113155"/>
                    <a:pt x="32981" y="112607"/>
                    <a:pt x="31985" y="111960"/>
                  </a:cubicBezTo>
                  <a:cubicBezTo>
                    <a:pt x="32035" y="111910"/>
                    <a:pt x="32060" y="111910"/>
                    <a:pt x="32085" y="111910"/>
                  </a:cubicBezTo>
                  <a:close/>
                  <a:moveTo>
                    <a:pt x="35644" y="113702"/>
                  </a:moveTo>
                  <a:cubicBezTo>
                    <a:pt x="35669" y="113702"/>
                    <a:pt x="35694" y="113727"/>
                    <a:pt x="35694" y="113727"/>
                  </a:cubicBezTo>
                  <a:cubicBezTo>
                    <a:pt x="35669" y="113727"/>
                    <a:pt x="35644" y="113752"/>
                    <a:pt x="35594" y="113752"/>
                  </a:cubicBezTo>
                  <a:cubicBezTo>
                    <a:pt x="35570" y="113752"/>
                    <a:pt x="35545" y="113727"/>
                    <a:pt x="35520" y="113727"/>
                  </a:cubicBezTo>
                  <a:cubicBezTo>
                    <a:pt x="35545" y="113727"/>
                    <a:pt x="35570" y="113702"/>
                    <a:pt x="35594" y="113702"/>
                  </a:cubicBezTo>
                  <a:close/>
                  <a:moveTo>
                    <a:pt x="18594" y="110865"/>
                  </a:moveTo>
                  <a:cubicBezTo>
                    <a:pt x="18893" y="110964"/>
                    <a:pt x="19216" y="111089"/>
                    <a:pt x="19515" y="111139"/>
                  </a:cubicBezTo>
                  <a:cubicBezTo>
                    <a:pt x="19540" y="111139"/>
                    <a:pt x="19589" y="111139"/>
                    <a:pt x="19614" y="111163"/>
                  </a:cubicBezTo>
                  <a:cubicBezTo>
                    <a:pt x="20734" y="112234"/>
                    <a:pt x="22004" y="113130"/>
                    <a:pt x="23398" y="113877"/>
                  </a:cubicBezTo>
                  <a:cubicBezTo>
                    <a:pt x="21631" y="113204"/>
                    <a:pt x="20013" y="112209"/>
                    <a:pt x="18594" y="110865"/>
                  </a:cubicBezTo>
                  <a:close/>
                  <a:moveTo>
                    <a:pt x="61701" y="111266"/>
                  </a:moveTo>
                  <a:lnTo>
                    <a:pt x="61701" y="111266"/>
                  </a:lnTo>
                  <a:cubicBezTo>
                    <a:pt x="61626" y="111299"/>
                    <a:pt x="61548" y="111344"/>
                    <a:pt x="61456" y="111363"/>
                  </a:cubicBezTo>
                  <a:cubicBezTo>
                    <a:pt x="61332" y="111412"/>
                    <a:pt x="61207" y="111487"/>
                    <a:pt x="61083" y="111512"/>
                  </a:cubicBezTo>
                  <a:cubicBezTo>
                    <a:pt x="59963" y="111985"/>
                    <a:pt x="58669" y="112458"/>
                    <a:pt x="56752" y="113155"/>
                  </a:cubicBezTo>
                  <a:cubicBezTo>
                    <a:pt x="56702" y="113204"/>
                    <a:pt x="56627" y="113204"/>
                    <a:pt x="56603" y="113229"/>
                  </a:cubicBezTo>
                  <a:cubicBezTo>
                    <a:pt x="55995" y="113448"/>
                    <a:pt x="55173" y="113715"/>
                    <a:pt x="54300" y="113982"/>
                  </a:cubicBezTo>
                  <a:lnTo>
                    <a:pt x="54300" y="113982"/>
                  </a:lnTo>
                  <a:cubicBezTo>
                    <a:pt x="54308" y="113979"/>
                    <a:pt x="54313" y="113976"/>
                    <a:pt x="54313" y="113976"/>
                  </a:cubicBezTo>
                  <a:cubicBezTo>
                    <a:pt x="54337" y="113976"/>
                    <a:pt x="54362" y="113926"/>
                    <a:pt x="54387" y="113926"/>
                  </a:cubicBezTo>
                  <a:cubicBezTo>
                    <a:pt x="54437" y="113926"/>
                    <a:pt x="54437" y="113901"/>
                    <a:pt x="54462" y="113901"/>
                  </a:cubicBezTo>
                  <a:cubicBezTo>
                    <a:pt x="55582" y="113553"/>
                    <a:pt x="56329" y="113279"/>
                    <a:pt x="56752" y="113130"/>
                  </a:cubicBezTo>
                  <a:cubicBezTo>
                    <a:pt x="57300" y="112906"/>
                    <a:pt x="57797" y="112756"/>
                    <a:pt x="58220" y="112557"/>
                  </a:cubicBezTo>
                  <a:lnTo>
                    <a:pt x="59988" y="111910"/>
                  </a:lnTo>
                  <a:cubicBezTo>
                    <a:pt x="60187" y="111860"/>
                    <a:pt x="60336" y="111786"/>
                    <a:pt x="60535" y="111736"/>
                  </a:cubicBezTo>
                  <a:cubicBezTo>
                    <a:pt x="60909" y="111573"/>
                    <a:pt x="61304" y="111409"/>
                    <a:pt x="61701" y="111266"/>
                  </a:cubicBezTo>
                  <a:close/>
                  <a:moveTo>
                    <a:pt x="59241" y="107156"/>
                  </a:moveTo>
                  <a:lnTo>
                    <a:pt x="59241" y="107156"/>
                  </a:lnTo>
                  <a:cubicBezTo>
                    <a:pt x="58619" y="108724"/>
                    <a:pt x="57922" y="110018"/>
                    <a:pt x="57051" y="111089"/>
                  </a:cubicBezTo>
                  <a:cubicBezTo>
                    <a:pt x="53889" y="112458"/>
                    <a:pt x="50828" y="113528"/>
                    <a:pt x="47791" y="114349"/>
                  </a:cubicBezTo>
                  <a:cubicBezTo>
                    <a:pt x="45601" y="113827"/>
                    <a:pt x="43311" y="112508"/>
                    <a:pt x="41195" y="110466"/>
                  </a:cubicBezTo>
                  <a:cubicBezTo>
                    <a:pt x="41419" y="110267"/>
                    <a:pt x="41643" y="110093"/>
                    <a:pt x="41867" y="109869"/>
                  </a:cubicBezTo>
                  <a:cubicBezTo>
                    <a:pt x="43609" y="109346"/>
                    <a:pt x="45352" y="108749"/>
                    <a:pt x="47119" y="108052"/>
                  </a:cubicBezTo>
                  <a:lnTo>
                    <a:pt x="47219" y="108052"/>
                  </a:lnTo>
                  <a:cubicBezTo>
                    <a:pt x="47268" y="108052"/>
                    <a:pt x="47343" y="108102"/>
                    <a:pt x="47368" y="108102"/>
                  </a:cubicBezTo>
                  <a:cubicBezTo>
                    <a:pt x="47791" y="108152"/>
                    <a:pt x="48239" y="108226"/>
                    <a:pt x="48662" y="108251"/>
                  </a:cubicBezTo>
                  <a:cubicBezTo>
                    <a:pt x="48762" y="108251"/>
                    <a:pt x="48861" y="108276"/>
                    <a:pt x="48961" y="108276"/>
                  </a:cubicBezTo>
                  <a:lnTo>
                    <a:pt x="49110" y="108276"/>
                  </a:lnTo>
                  <a:cubicBezTo>
                    <a:pt x="49658" y="108301"/>
                    <a:pt x="50230" y="108351"/>
                    <a:pt x="50828" y="108351"/>
                  </a:cubicBezTo>
                  <a:lnTo>
                    <a:pt x="51002" y="108351"/>
                  </a:lnTo>
                  <a:cubicBezTo>
                    <a:pt x="51400" y="108351"/>
                    <a:pt x="51823" y="108351"/>
                    <a:pt x="52222" y="108301"/>
                  </a:cubicBezTo>
                  <a:lnTo>
                    <a:pt x="52272" y="108301"/>
                  </a:lnTo>
                  <a:cubicBezTo>
                    <a:pt x="52496" y="108301"/>
                    <a:pt x="52720" y="108276"/>
                    <a:pt x="52944" y="108251"/>
                  </a:cubicBezTo>
                  <a:lnTo>
                    <a:pt x="53068" y="108251"/>
                  </a:lnTo>
                  <a:cubicBezTo>
                    <a:pt x="53242" y="108251"/>
                    <a:pt x="53416" y="108226"/>
                    <a:pt x="53616" y="108176"/>
                  </a:cubicBezTo>
                  <a:cubicBezTo>
                    <a:pt x="53765" y="108176"/>
                    <a:pt x="53889" y="108152"/>
                    <a:pt x="54064" y="108127"/>
                  </a:cubicBezTo>
                  <a:cubicBezTo>
                    <a:pt x="54238" y="108102"/>
                    <a:pt x="54462" y="108102"/>
                    <a:pt x="54686" y="108052"/>
                  </a:cubicBezTo>
                  <a:lnTo>
                    <a:pt x="54711" y="108052"/>
                  </a:lnTo>
                  <a:cubicBezTo>
                    <a:pt x="54761" y="108052"/>
                    <a:pt x="54835" y="108027"/>
                    <a:pt x="54885" y="108027"/>
                  </a:cubicBezTo>
                  <a:lnTo>
                    <a:pt x="54960" y="108027"/>
                  </a:lnTo>
                  <a:lnTo>
                    <a:pt x="55433" y="107928"/>
                  </a:lnTo>
                  <a:cubicBezTo>
                    <a:pt x="55731" y="107878"/>
                    <a:pt x="56055" y="107803"/>
                    <a:pt x="56354" y="107778"/>
                  </a:cubicBezTo>
                  <a:cubicBezTo>
                    <a:pt x="56603" y="107753"/>
                    <a:pt x="56851" y="107679"/>
                    <a:pt x="57100" y="107654"/>
                  </a:cubicBezTo>
                  <a:cubicBezTo>
                    <a:pt x="57822" y="107529"/>
                    <a:pt x="58544" y="107355"/>
                    <a:pt x="59241" y="107156"/>
                  </a:cubicBezTo>
                  <a:close/>
                  <a:moveTo>
                    <a:pt x="56329" y="111910"/>
                  </a:moveTo>
                  <a:cubicBezTo>
                    <a:pt x="55831" y="112383"/>
                    <a:pt x="55308" y="112856"/>
                    <a:pt x="54736" y="113229"/>
                  </a:cubicBezTo>
                  <a:cubicBezTo>
                    <a:pt x="52968" y="113727"/>
                    <a:pt x="51201" y="114101"/>
                    <a:pt x="49509" y="114374"/>
                  </a:cubicBezTo>
                  <a:cubicBezTo>
                    <a:pt x="51749" y="113702"/>
                    <a:pt x="54014" y="112881"/>
                    <a:pt x="56329" y="111910"/>
                  </a:cubicBezTo>
                  <a:close/>
                  <a:moveTo>
                    <a:pt x="19988" y="111288"/>
                  </a:moveTo>
                  <a:cubicBezTo>
                    <a:pt x="20013" y="111288"/>
                    <a:pt x="20087" y="111338"/>
                    <a:pt x="20112" y="111338"/>
                  </a:cubicBezTo>
                  <a:cubicBezTo>
                    <a:pt x="21531" y="112607"/>
                    <a:pt x="23199" y="113628"/>
                    <a:pt x="25066" y="114449"/>
                  </a:cubicBezTo>
                  <a:cubicBezTo>
                    <a:pt x="24941" y="114399"/>
                    <a:pt x="24817" y="114374"/>
                    <a:pt x="24717" y="114349"/>
                  </a:cubicBezTo>
                  <a:cubicBezTo>
                    <a:pt x="22950" y="113528"/>
                    <a:pt x="21357" y="112508"/>
                    <a:pt x="19988" y="111288"/>
                  </a:cubicBezTo>
                  <a:close/>
                  <a:moveTo>
                    <a:pt x="41071" y="110616"/>
                  </a:moveTo>
                  <a:cubicBezTo>
                    <a:pt x="43136" y="112582"/>
                    <a:pt x="45277" y="113877"/>
                    <a:pt x="47468" y="114474"/>
                  </a:cubicBezTo>
                  <a:cubicBezTo>
                    <a:pt x="47418" y="114474"/>
                    <a:pt x="47393" y="114499"/>
                    <a:pt x="47343" y="114499"/>
                  </a:cubicBezTo>
                  <a:cubicBezTo>
                    <a:pt x="45178" y="113901"/>
                    <a:pt x="43062" y="112607"/>
                    <a:pt x="41046" y="110641"/>
                  </a:cubicBezTo>
                  <a:lnTo>
                    <a:pt x="41071" y="110616"/>
                  </a:lnTo>
                  <a:close/>
                  <a:moveTo>
                    <a:pt x="56802" y="111412"/>
                  </a:moveTo>
                  <a:cubicBezTo>
                    <a:pt x="56752" y="111487"/>
                    <a:pt x="56702" y="111512"/>
                    <a:pt x="56677" y="111587"/>
                  </a:cubicBezTo>
                  <a:cubicBezTo>
                    <a:pt x="53840" y="112732"/>
                    <a:pt x="51102" y="113727"/>
                    <a:pt x="48388" y="114499"/>
                  </a:cubicBezTo>
                  <a:cubicBezTo>
                    <a:pt x="48339" y="114499"/>
                    <a:pt x="48264" y="114474"/>
                    <a:pt x="48214" y="114474"/>
                  </a:cubicBezTo>
                  <a:cubicBezTo>
                    <a:pt x="51002" y="113702"/>
                    <a:pt x="53865" y="112657"/>
                    <a:pt x="56802" y="111412"/>
                  </a:cubicBezTo>
                  <a:close/>
                  <a:moveTo>
                    <a:pt x="22300" y="113641"/>
                  </a:moveTo>
                  <a:cubicBezTo>
                    <a:pt x="22877" y="113870"/>
                    <a:pt x="23339" y="114032"/>
                    <a:pt x="23622" y="114150"/>
                  </a:cubicBezTo>
                  <a:cubicBezTo>
                    <a:pt x="24020" y="114325"/>
                    <a:pt x="24393" y="114449"/>
                    <a:pt x="24817" y="114573"/>
                  </a:cubicBezTo>
                  <a:cubicBezTo>
                    <a:pt x="24717" y="114573"/>
                    <a:pt x="24593" y="114524"/>
                    <a:pt x="24418" y="114499"/>
                  </a:cubicBezTo>
                  <a:lnTo>
                    <a:pt x="24393" y="114499"/>
                  </a:lnTo>
                  <a:cubicBezTo>
                    <a:pt x="24269" y="114474"/>
                    <a:pt x="24194" y="114449"/>
                    <a:pt x="24070" y="114374"/>
                  </a:cubicBezTo>
                  <a:cubicBezTo>
                    <a:pt x="24020" y="114374"/>
                    <a:pt x="24020" y="114349"/>
                    <a:pt x="23995" y="114349"/>
                  </a:cubicBezTo>
                  <a:cubicBezTo>
                    <a:pt x="23522" y="114200"/>
                    <a:pt x="23099" y="114026"/>
                    <a:pt x="22651" y="113827"/>
                  </a:cubicBezTo>
                  <a:cubicBezTo>
                    <a:pt x="22534" y="113768"/>
                    <a:pt x="22417" y="113695"/>
                    <a:pt x="22300" y="113641"/>
                  </a:cubicBezTo>
                  <a:close/>
                  <a:moveTo>
                    <a:pt x="47791" y="114573"/>
                  </a:moveTo>
                  <a:cubicBezTo>
                    <a:pt x="47841" y="114573"/>
                    <a:pt x="47866" y="114598"/>
                    <a:pt x="47916" y="114598"/>
                  </a:cubicBezTo>
                  <a:lnTo>
                    <a:pt x="47667" y="114598"/>
                  </a:lnTo>
                  <a:cubicBezTo>
                    <a:pt x="47716" y="114598"/>
                    <a:pt x="47766" y="114573"/>
                    <a:pt x="47791" y="114573"/>
                  </a:cubicBezTo>
                  <a:close/>
                  <a:moveTo>
                    <a:pt x="54188" y="113553"/>
                  </a:moveTo>
                  <a:cubicBezTo>
                    <a:pt x="54089" y="113603"/>
                    <a:pt x="54014" y="113628"/>
                    <a:pt x="53939" y="113702"/>
                  </a:cubicBezTo>
                  <a:cubicBezTo>
                    <a:pt x="52396" y="114101"/>
                    <a:pt x="50902" y="114399"/>
                    <a:pt x="49484" y="114623"/>
                  </a:cubicBezTo>
                  <a:cubicBezTo>
                    <a:pt x="49384" y="114623"/>
                    <a:pt x="49285" y="114623"/>
                    <a:pt x="49235" y="114598"/>
                  </a:cubicBezTo>
                  <a:cubicBezTo>
                    <a:pt x="50853" y="114349"/>
                    <a:pt x="52496" y="114001"/>
                    <a:pt x="54188" y="113553"/>
                  </a:cubicBezTo>
                  <a:close/>
                  <a:moveTo>
                    <a:pt x="53068" y="114101"/>
                  </a:moveTo>
                  <a:lnTo>
                    <a:pt x="53068" y="114101"/>
                  </a:lnTo>
                  <a:cubicBezTo>
                    <a:pt x="52645" y="114250"/>
                    <a:pt x="52247" y="114374"/>
                    <a:pt x="51848" y="114474"/>
                  </a:cubicBezTo>
                  <a:cubicBezTo>
                    <a:pt x="51400" y="114524"/>
                    <a:pt x="50977" y="114598"/>
                    <a:pt x="50529" y="114623"/>
                  </a:cubicBezTo>
                  <a:cubicBezTo>
                    <a:pt x="51375" y="114474"/>
                    <a:pt x="52222" y="114275"/>
                    <a:pt x="53068" y="114101"/>
                  </a:cubicBezTo>
                  <a:close/>
                  <a:moveTo>
                    <a:pt x="48488" y="114698"/>
                  </a:moveTo>
                  <a:cubicBezTo>
                    <a:pt x="48538" y="114698"/>
                    <a:pt x="48613" y="114723"/>
                    <a:pt x="48662" y="114723"/>
                  </a:cubicBezTo>
                  <a:cubicBezTo>
                    <a:pt x="48637" y="114723"/>
                    <a:pt x="48538" y="114748"/>
                    <a:pt x="48488" y="114748"/>
                  </a:cubicBezTo>
                  <a:cubicBezTo>
                    <a:pt x="48413" y="114748"/>
                    <a:pt x="48388" y="114723"/>
                    <a:pt x="48339" y="114723"/>
                  </a:cubicBezTo>
                  <a:cubicBezTo>
                    <a:pt x="48388" y="114723"/>
                    <a:pt x="48463" y="114698"/>
                    <a:pt x="48488" y="114698"/>
                  </a:cubicBezTo>
                  <a:close/>
                  <a:moveTo>
                    <a:pt x="53342" y="114225"/>
                  </a:moveTo>
                  <a:lnTo>
                    <a:pt x="53143" y="114325"/>
                  </a:lnTo>
                  <a:cubicBezTo>
                    <a:pt x="53118" y="114325"/>
                    <a:pt x="53093" y="114349"/>
                    <a:pt x="53068" y="114349"/>
                  </a:cubicBezTo>
                  <a:cubicBezTo>
                    <a:pt x="52869" y="114399"/>
                    <a:pt x="52720" y="114474"/>
                    <a:pt x="52520" y="114524"/>
                  </a:cubicBezTo>
                  <a:lnTo>
                    <a:pt x="52471" y="114524"/>
                  </a:lnTo>
                  <a:cubicBezTo>
                    <a:pt x="52272" y="114598"/>
                    <a:pt x="52072" y="114623"/>
                    <a:pt x="51873" y="114698"/>
                  </a:cubicBezTo>
                  <a:cubicBezTo>
                    <a:pt x="51823" y="114698"/>
                    <a:pt x="51774" y="114698"/>
                    <a:pt x="51724" y="114723"/>
                  </a:cubicBezTo>
                  <a:lnTo>
                    <a:pt x="51624" y="114723"/>
                  </a:lnTo>
                  <a:cubicBezTo>
                    <a:pt x="51500" y="114748"/>
                    <a:pt x="51400" y="114748"/>
                    <a:pt x="51276" y="114773"/>
                  </a:cubicBezTo>
                  <a:cubicBezTo>
                    <a:pt x="52023" y="114598"/>
                    <a:pt x="52720" y="114399"/>
                    <a:pt x="53342" y="114225"/>
                  </a:cubicBezTo>
                  <a:close/>
                  <a:moveTo>
                    <a:pt x="40896" y="110740"/>
                  </a:moveTo>
                  <a:cubicBezTo>
                    <a:pt x="42863" y="112632"/>
                    <a:pt x="44904" y="113951"/>
                    <a:pt x="46995" y="114573"/>
                  </a:cubicBezTo>
                  <a:cubicBezTo>
                    <a:pt x="46795" y="114623"/>
                    <a:pt x="46621" y="114648"/>
                    <a:pt x="46422" y="114723"/>
                  </a:cubicBezTo>
                  <a:cubicBezTo>
                    <a:pt x="45529" y="114794"/>
                    <a:pt x="44652" y="114830"/>
                    <a:pt x="43794" y="114830"/>
                  </a:cubicBezTo>
                  <a:cubicBezTo>
                    <a:pt x="41045" y="114830"/>
                    <a:pt x="38494" y="114461"/>
                    <a:pt x="36217" y="113702"/>
                  </a:cubicBezTo>
                  <a:cubicBezTo>
                    <a:pt x="37884" y="112956"/>
                    <a:pt x="39428" y="111960"/>
                    <a:pt x="40896" y="110740"/>
                  </a:cubicBezTo>
                  <a:close/>
                  <a:moveTo>
                    <a:pt x="49484" y="114797"/>
                  </a:moveTo>
                  <a:cubicBezTo>
                    <a:pt x="49633" y="114822"/>
                    <a:pt x="49789" y="114835"/>
                    <a:pt x="49944" y="114835"/>
                  </a:cubicBezTo>
                  <a:cubicBezTo>
                    <a:pt x="50100" y="114835"/>
                    <a:pt x="50255" y="114822"/>
                    <a:pt x="50405" y="114797"/>
                  </a:cubicBezTo>
                  <a:lnTo>
                    <a:pt x="50405" y="114797"/>
                  </a:lnTo>
                  <a:cubicBezTo>
                    <a:pt x="50330" y="114847"/>
                    <a:pt x="50230" y="114847"/>
                    <a:pt x="50131" y="114872"/>
                  </a:cubicBezTo>
                  <a:lnTo>
                    <a:pt x="50031" y="114872"/>
                  </a:lnTo>
                  <a:cubicBezTo>
                    <a:pt x="49758" y="114872"/>
                    <a:pt x="49484" y="114847"/>
                    <a:pt x="49235" y="114847"/>
                  </a:cubicBezTo>
                  <a:cubicBezTo>
                    <a:pt x="49334" y="114847"/>
                    <a:pt x="49384" y="114797"/>
                    <a:pt x="49484" y="114797"/>
                  </a:cubicBezTo>
                  <a:close/>
                  <a:moveTo>
                    <a:pt x="20486" y="111387"/>
                  </a:moveTo>
                  <a:lnTo>
                    <a:pt x="20486" y="111387"/>
                  </a:lnTo>
                  <a:cubicBezTo>
                    <a:pt x="20784" y="111462"/>
                    <a:pt x="21083" y="111537"/>
                    <a:pt x="21382" y="111611"/>
                  </a:cubicBezTo>
                  <a:cubicBezTo>
                    <a:pt x="21631" y="111661"/>
                    <a:pt x="21904" y="111711"/>
                    <a:pt x="22153" y="111736"/>
                  </a:cubicBezTo>
                  <a:cubicBezTo>
                    <a:pt x="22576" y="111786"/>
                    <a:pt x="22975" y="111885"/>
                    <a:pt x="23373" y="111910"/>
                  </a:cubicBezTo>
                  <a:cubicBezTo>
                    <a:pt x="23771" y="111985"/>
                    <a:pt x="24219" y="112010"/>
                    <a:pt x="24642" y="112035"/>
                  </a:cubicBezTo>
                  <a:cubicBezTo>
                    <a:pt x="24941" y="112084"/>
                    <a:pt x="25190" y="112109"/>
                    <a:pt x="25464" y="112109"/>
                  </a:cubicBezTo>
                  <a:cubicBezTo>
                    <a:pt x="26186" y="112134"/>
                    <a:pt x="26883" y="112159"/>
                    <a:pt x="27629" y="112159"/>
                  </a:cubicBezTo>
                  <a:cubicBezTo>
                    <a:pt x="28376" y="112159"/>
                    <a:pt x="29123" y="112134"/>
                    <a:pt x="29919" y="112109"/>
                  </a:cubicBezTo>
                  <a:cubicBezTo>
                    <a:pt x="30367" y="112059"/>
                    <a:pt x="30840" y="112035"/>
                    <a:pt x="31338" y="111985"/>
                  </a:cubicBezTo>
                  <a:cubicBezTo>
                    <a:pt x="31463" y="111985"/>
                    <a:pt x="31587" y="111960"/>
                    <a:pt x="31736" y="111960"/>
                  </a:cubicBezTo>
                  <a:cubicBezTo>
                    <a:pt x="32782" y="112632"/>
                    <a:pt x="33852" y="113229"/>
                    <a:pt x="35072" y="113727"/>
                  </a:cubicBezTo>
                  <a:cubicBezTo>
                    <a:pt x="33329" y="114399"/>
                    <a:pt x="31487" y="114797"/>
                    <a:pt x="29670" y="114897"/>
                  </a:cubicBezTo>
                  <a:cubicBezTo>
                    <a:pt x="29396" y="114914"/>
                    <a:pt x="29125" y="114922"/>
                    <a:pt x="28856" y="114922"/>
                  </a:cubicBezTo>
                  <a:cubicBezTo>
                    <a:pt x="27952" y="114922"/>
                    <a:pt x="27074" y="114832"/>
                    <a:pt x="26211" y="114698"/>
                  </a:cubicBezTo>
                  <a:cubicBezTo>
                    <a:pt x="24020" y="113877"/>
                    <a:pt x="22128" y="112781"/>
                    <a:pt x="20486" y="111387"/>
                  </a:cubicBezTo>
                  <a:close/>
                  <a:moveTo>
                    <a:pt x="46995" y="114872"/>
                  </a:moveTo>
                  <a:cubicBezTo>
                    <a:pt x="46895" y="114897"/>
                    <a:pt x="46795" y="114947"/>
                    <a:pt x="46721" y="114947"/>
                  </a:cubicBezTo>
                  <a:cubicBezTo>
                    <a:pt x="46497" y="114972"/>
                    <a:pt x="46298" y="114972"/>
                    <a:pt x="46099" y="114997"/>
                  </a:cubicBezTo>
                  <a:lnTo>
                    <a:pt x="46472" y="114897"/>
                  </a:lnTo>
                  <a:cubicBezTo>
                    <a:pt x="46646" y="114897"/>
                    <a:pt x="46795" y="114872"/>
                    <a:pt x="46995" y="114872"/>
                  </a:cubicBezTo>
                  <a:close/>
                  <a:moveTo>
                    <a:pt x="35968" y="113827"/>
                  </a:moveTo>
                  <a:cubicBezTo>
                    <a:pt x="38360" y="114638"/>
                    <a:pt x="41027" y="115028"/>
                    <a:pt x="43938" y="115028"/>
                  </a:cubicBezTo>
                  <a:cubicBezTo>
                    <a:pt x="44419" y="115028"/>
                    <a:pt x="44907" y="115018"/>
                    <a:pt x="45402" y="114997"/>
                  </a:cubicBezTo>
                  <a:lnTo>
                    <a:pt x="45402" y="114997"/>
                  </a:lnTo>
                  <a:cubicBezTo>
                    <a:pt x="45302" y="115021"/>
                    <a:pt x="45227" y="115021"/>
                    <a:pt x="45128" y="115071"/>
                  </a:cubicBezTo>
                  <a:cubicBezTo>
                    <a:pt x="44680" y="115096"/>
                    <a:pt x="44281" y="115096"/>
                    <a:pt x="43883" y="115096"/>
                  </a:cubicBezTo>
                  <a:cubicBezTo>
                    <a:pt x="40946" y="115096"/>
                    <a:pt x="38283" y="114648"/>
                    <a:pt x="35918" y="113852"/>
                  </a:cubicBezTo>
                  <a:cubicBezTo>
                    <a:pt x="35918" y="113827"/>
                    <a:pt x="35943" y="113827"/>
                    <a:pt x="35968" y="113827"/>
                  </a:cubicBezTo>
                  <a:close/>
                  <a:moveTo>
                    <a:pt x="35296" y="113852"/>
                  </a:moveTo>
                  <a:cubicBezTo>
                    <a:pt x="35321" y="113852"/>
                    <a:pt x="35346" y="113877"/>
                    <a:pt x="35395" y="113877"/>
                  </a:cubicBezTo>
                  <a:cubicBezTo>
                    <a:pt x="33528" y="114623"/>
                    <a:pt x="31587" y="115071"/>
                    <a:pt x="29670" y="115146"/>
                  </a:cubicBezTo>
                  <a:cubicBezTo>
                    <a:pt x="29421" y="115146"/>
                    <a:pt x="29123" y="115196"/>
                    <a:pt x="28924" y="115196"/>
                  </a:cubicBezTo>
                  <a:cubicBezTo>
                    <a:pt x="28426" y="115196"/>
                    <a:pt x="27953" y="115146"/>
                    <a:pt x="27480" y="115121"/>
                  </a:cubicBezTo>
                  <a:cubicBezTo>
                    <a:pt x="27355" y="115071"/>
                    <a:pt x="27256" y="115021"/>
                    <a:pt x="27181" y="114997"/>
                  </a:cubicBezTo>
                  <a:lnTo>
                    <a:pt x="27181" y="114997"/>
                  </a:lnTo>
                  <a:cubicBezTo>
                    <a:pt x="27790" y="115073"/>
                    <a:pt x="28398" y="115105"/>
                    <a:pt x="29029" y="115105"/>
                  </a:cubicBezTo>
                  <a:cubicBezTo>
                    <a:pt x="29224" y="115105"/>
                    <a:pt x="29421" y="115102"/>
                    <a:pt x="29621" y="115096"/>
                  </a:cubicBezTo>
                  <a:cubicBezTo>
                    <a:pt x="31562" y="114997"/>
                    <a:pt x="33454" y="114573"/>
                    <a:pt x="35296" y="113852"/>
                  </a:cubicBezTo>
                  <a:close/>
                  <a:moveTo>
                    <a:pt x="35644" y="113951"/>
                  </a:moveTo>
                  <a:cubicBezTo>
                    <a:pt x="38059" y="114822"/>
                    <a:pt x="40822" y="115246"/>
                    <a:pt x="43858" y="115246"/>
                  </a:cubicBezTo>
                  <a:lnTo>
                    <a:pt x="44057" y="115246"/>
                  </a:lnTo>
                  <a:cubicBezTo>
                    <a:pt x="41096" y="115870"/>
                    <a:pt x="38258" y="116185"/>
                    <a:pt x="35584" y="116185"/>
                  </a:cubicBezTo>
                  <a:cubicBezTo>
                    <a:pt x="34099" y="116185"/>
                    <a:pt x="32665" y="116088"/>
                    <a:pt x="31288" y="115893"/>
                  </a:cubicBezTo>
                  <a:cubicBezTo>
                    <a:pt x="31114" y="115868"/>
                    <a:pt x="30940" y="115843"/>
                    <a:pt x="30790" y="115843"/>
                  </a:cubicBezTo>
                  <a:cubicBezTo>
                    <a:pt x="29919" y="115718"/>
                    <a:pt x="29098" y="115519"/>
                    <a:pt x="28301" y="115320"/>
                  </a:cubicBezTo>
                  <a:cubicBezTo>
                    <a:pt x="28476" y="115320"/>
                    <a:pt x="28700" y="115345"/>
                    <a:pt x="28874" y="115345"/>
                  </a:cubicBezTo>
                  <a:cubicBezTo>
                    <a:pt x="29123" y="115345"/>
                    <a:pt x="29372" y="115345"/>
                    <a:pt x="29670" y="115320"/>
                  </a:cubicBezTo>
                  <a:cubicBezTo>
                    <a:pt x="31687" y="115221"/>
                    <a:pt x="33703" y="114748"/>
                    <a:pt x="35644" y="113951"/>
                  </a:cubicBezTo>
                  <a:close/>
                  <a:moveTo>
                    <a:pt x="48513" y="114947"/>
                  </a:moveTo>
                  <a:cubicBezTo>
                    <a:pt x="48787" y="114997"/>
                    <a:pt x="49135" y="114997"/>
                    <a:pt x="49459" y="115021"/>
                  </a:cubicBezTo>
                  <a:cubicBezTo>
                    <a:pt x="49110" y="115121"/>
                    <a:pt x="48737" y="115196"/>
                    <a:pt x="48364" y="115270"/>
                  </a:cubicBezTo>
                  <a:cubicBezTo>
                    <a:pt x="46497" y="115694"/>
                    <a:pt x="43410" y="116191"/>
                    <a:pt x="40448" y="116316"/>
                  </a:cubicBezTo>
                  <a:cubicBezTo>
                    <a:pt x="42489" y="116067"/>
                    <a:pt x="44605" y="115644"/>
                    <a:pt x="46771" y="115121"/>
                  </a:cubicBezTo>
                  <a:cubicBezTo>
                    <a:pt x="47343" y="115071"/>
                    <a:pt x="47916" y="114997"/>
                    <a:pt x="48513" y="114947"/>
                  </a:cubicBezTo>
                  <a:close/>
                  <a:moveTo>
                    <a:pt x="27596" y="115399"/>
                  </a:moveTo>
                  <a:cubicBezTo>
                    <a:pt x="28936" y="115729"/>
                    <a:pt x="30005" y="115919"/>
                    <a:pt x="30392" y="115967"/>
                  </a:cubicBezTo>
                  <a:cubicBezTo>
                    <a:pt x="30542" y="115992"/>
                    <a:pt x="30666" y="115992"/>
                    <a:pt x="30741" y="116017"/>
                  </a:cubicBezTo>
                  <a:cubicBezTo>
                    <a:pt x="30890" y="116042"/>
                    <a:pt x="31014" y="116042"/>
                    <a:pt x="31189" y="116092"/>
                  </a:cubicBezTo>
                  <a:cubicBezTo>
                    <a:pt x="31985" y="116216"/>
                    <a:pt x="32757" y="116291"/>
                    <a:pt x="33578" y="116391"/>
                  </a:cubicBezTo>
                  <a:cubicBezTo>
                    <a:pt x="33329" y="116366"/>
                    <a:pt x="33056" y="116341"/>
                    <a:pt x="32782" y="116341"/>
                  </a:cubicBezTo>
                  <a:cubicBezTo>
                    <a:pt x="32608" y="116341"/>
                    <a:pt x="32483" y="116316"/>
                    <a:pt x="32334" y="116316"/>
                  </a:cubicBezTo>
                  <a:cubicBezTo>
                    <a:pt x="32159" y="116266"/>
                    <a:pt x="31960" y="116266"/>
                    <a:pt x="31786" y="116241"/>
                  </a:cubicBezTo>
                  <a:cubicBezTo>
                    <a:pt x="31413" y="116191"/>
                    <a:pt x="31064" y="116142"/>
                    <a:pt x="30691" y="116092"/>
                  </a:cubicBezTo>
                  <a:cubicBezTo>
                    <a:pt x="30591" y="116092"/>
                    <a:pt x="30492" y="116042"/>
                    <a:pt x="30442" y="116042"/>
                  </a:cubicBezTo>
                  <a:cubicBezTo>
                    <a:pt x="29695" y="115942"/>
                    <a:pt x="28949" y="115768"/>
                    <a:pt x="28227" y="115594"/>
                  </a:cubicBezTo>
                  <a:cubicBezTo>
                    <a:pt x="28202" y="115594"/>
                    <a:pt x="28127" y="115544"/>
                    <a:pt x="28102" y="115544"/>
                  </a:cubicBezTo>
                  <a:cubicBezTo>
                    <a:pt x="27918" y="115503"/>
                    <a:pt x="27768" y="115446"/>
                    <a:pt x="27596" y="115399"/>
                  </a:cubicBezTo>
                  <a:close/>
                  <a:moveTo>
                    <a:pt x="45601" y="115221"/>
                  </a:moveTo>
                  <a:cubicBezTo>
                    <a:pt x="42813" y="115868"/>
                    <a:pt x="40150" y="116241"/>
                    <a:pt x="37586" y="116391"/>
                  </a:cubicBezTo>
                  <a:cubicBezTo>
                    <a:pt x="37088" y="116391"/>
                    <a:pt x="36665" y="116391"/>
                    <a:pt x="36217" y="116366"/>
                  </a:cubicBezTo>
                  <a:cubicBezTo>
                    <a:pt x="39029" y="116316"/>
                    <a:pt x="42016" y="115942"/>
                    <a:pt x="45128" y="115221"/>
                  </a:cubicBezTo>
                  <a:close/>
                  <a:moveTo>
                    <a:pt x="50479" y="115021"/>
                  </a:moveTo>
                  <a:cubicBezTo>
                    <a:pt x="50031" y="115146"/>
                    <a:pt x="49583" y="115270"/>
                    <a:pt x="49085" y="115370"/>
                  </a:cubicBezTo>
                  <a:cubicBezTo>
                    <a:pt x="48264" y="115519"/>
                    <a:pt x="47293" y="115743"/>
                    <a:pt x="46372" y="115893"/>
                  </a:cubicBezTo>
                  <a:cubicBezTo>
                    <a:pt x="45924" y="115967"/>
                    <a:pt x="45426" y="116067"/>
                    <a:pt x="44929" y="116117"/>
                  </a:cubicBezTo>
                  <a:lnTo>
                    <a:pt x="44879" y="116117"/>
                  </a:lnTo>
                  <a:cubicBezTo>
                    <a:pt x="44406" y="116191"/>
                    <a:pt x="43908" y="116216"/>
                    <a:pt x="43385" y="116266"/>
                  </a:cubicBezTo>
                  <a:cubicBezTo>
                    <a:pt x="42191" y="116391"/>
                    <a:pt x="40871" y="116490"/>
                    <a:pt x="39577" y="116565"/>
                  </a:cubicBezTo>
                  <a:cubicBezTo>
                    <a:pt x="39204" y="116590"/>
                    <a:pt x="38830" y="116590"/>
                    <a:pt x="38457" y="116615"/>
                  </a:cubicBezTo>
                  <a:lnTo>
                    <a:pt x="37685" y="116615"/>
                  </a:lnTo>
                  <a:cubicBezTo>
                    <a:pt x="37187" y="116615"/>
                    <a:pt x="36764" y="116615"/>
                    <a:pt x="36316" y="116590"/>
                  </a:cubicBezTo>
                  <a:lnTo>
                    <a:pt x="37038" y="116590"/>
                  </a:lnTo>
                  <a:cubicBezTo>
                    <a:pt x="37187" y="116590"/>
                    <a:pt x="37387" y="116540"/>
                    <a:pt x="37536" y="116540"/>
                  </a:cubicBezTo>
                  <a:lnTo>
                    <a:pt x="37660" y="116540"/>
                  </a:lnTo>
                  <a:cubicBezTo>
                    <a:pt x="38208" y="116540"/>
                    <a:pt x="38880" y="116540"/>
                    <a:pt x="39552" y="116515"/>
                  </a:cubicBezTo>
                  <a:lnTo>
                    <a:pt x="39577" y="116515"/>
                  </a:lnTo>
                  <a:cubicBezTo>
                    <a:pt x="40822" y="116490"/>
                    <a:pt x="42166" y="116366"/>
                    <a:pt x="43410" y="116241"/>
                  </a:cubicBezTo>
                  <a:cubicBezTo>
                    <a:pt x="45352" y="116017"/>
                    <a:pt x="47119" y="115718"/>
                    <a:pt x="48364" y="115420"/>
                  </a:cubicBezTo>
                  <a:cubicBezTo>
                    <a:pt x="48986" y="115295"/>
                    <a:pt x="49583" y="115146"/>
                    <a:pt x="50106" y="115021"/>
                  </a:cubicBezTo>
                  <a:close/>
                  <a:moveTo>
                    <a:pt x="80647" y="0"/>
                  </a:moveTo>
                  <a:cubicBezTo>
                    <a:pt x="79950" y="0"/>
                    <a:pt x="79278" y="25"/>
                    <a:pt x="78706" y="50"/>
                  </a:cubicBezTo>
                  <a:lnTo>
                    <a:pt x="78606" y="50"/>
                  </a:lnTo>
                  <a:cubicBezTo>
                    <a:pt x="77212" y="125"/>
                    <a:pt x="75520" y="249"/>
                    <a:pt x="73603" y="498"/>
                  </a:cubicBezTo>
                  <a:cubicBezTo>
                    <a:pt x="73529" y="498"/>
                    <a:pt x="73479" y="523"/>
                    <a:pt x="73404" y="523"/>
                  </a:cubicBezTo>
                  <a:cubicBezTo>
                    <a:pt x="72209" y="672"/>
                    <a:pt x="70691" y="971"/>
                    <a:pt x="69894" y="1145"/>
                  </a:cubicBezTo>
                  <a:cubicBezTo>
                    <a:pt x="69471" y="1245"/>
                    <a:pt x="69073" y="1295"/>
                    <a:pt x="68700" y="1394"/>
                  </a:cubicBezTo>
                  <a:lnTo>
                    <a:pt x="68675" y="1394"/>
                  </a:lnTo>
                  <a:cubicBezTo>
                    <a:pt x="68326" y="1494"/>
                    <a:pt x="67978" y="1544"/>
                    <a:pt x="67679" y="1643"/>
                  </a:cubicBezTo>
                  <a:cubicBezTo>
                    <a:pt x="65215" y="2240"/>
                    <a:pt x="63248" y="2863"/>
                    <a:pt x="62228" y="3236"/>
                  </a:cubicBezTo>
                  <a:cubicBezTo>
                    <a:pt x="61357" y="3535"/>
                    <a:pt x="60834" y="3734"/>
                    <a:pt x="60809" y="3734"/>
                  </a:cubicBezTo>
                  <a:cubicBezTo>
                    <a:pt x="60461" y="3858"/>
                    <a:pt x="60087" y="4008"/>
                    <a:pt x="59689" y="4157"/>
                  </a:cubicBezTo>
                  <a:lnTo>
                    <a:pt x="59639" y="4157"/>
                  </a:lnTo>
                  <a:cubicBezTo>
                    <a:pt x="58868" y="4456"/>
                    <a:pt x="57947" y="4829"/>
                    <a:pt x="57150" y="5153"/>
                  </a:cubicBezTo>
                  <a:cubicBezTo>
                    <a:pt x="54960" y="6074"/>
                    <a:pt x="53466" y="6820"/>
                    <a:pt x="49633" y="8812"/>
                  </a:cubicBezTo>
                  <a:cubicBezTo>
                    <a:pt x="49185" y="9011"/>
                    <a:pt x="48637" y="9334"/>
                    <a:pt x="47990" y="9708"/>
                  </a:cubicBezTo>
                  <a:cubicBezTo>
                    <a:pt x="47891" y="9782"/>
                    <a:pt x="47791" y="9807"/>
                    <a:pt x="47692" y="9857"/>
                  </a:cubicBezTo>
                  <a:cubicBezTo>
                    <a:pt x="45800" y="10977"/>
                    <a:pt x="43336" y="12471"/>
                    <a:pt x="41668" y="13665"/>
                  </a:cubicBezTo>
                  <a:cubicBezTo>
                    <a:pt x="41593" y="13715"/>
                    <a:pt x="41519" y="13740"/>
                    <a:pt x="41444" y="13815"/>
                  </a:cubicBezTo>
                  <a:cubicBezTo>
                    <a:pt x="40971" y="14113"/>
                    <a:pt x="40548" y="14437"/>
                    <a:pt x="40174" y="14711"/>
                  </a:cubicBezTo>
                  <a:lnTo>
                    <a:pt x="39701" y="15034"/>
                  </a:lnTo>
                  <a:lnTo>
                    <a:pt x="39677" y="15034"/>
                  </a:lnTo>
                  <a:cubicBezTo>
                    <a:pt x="38407" y="15906"/>
                    <a:pt x="37362" y="16677"/>
                    <a:pt x="36167" y="17648"/>
                  </a:cubicBezTo>
                  <a:cubicBezTo>
                    <a:pt x="36092" y="17698"/>
                    <a:pt x="36042" y="17723"/>
                    <a:pt x="35943" y="17797"/>
                  </a:cubicBezTo>
                  <a:cubicBezTo>
                    <a:pt x="34798" y="18669"/>
                    <a:pt x="33255" y="19938"/>
                    <a:pt x="32359" y="20685"/>
                  </a:cubicBezTo>
                  <a:lnTo>
                    <a:pt x="32334" y="20685"/>
                  </a:lnTo>
                  <a:cubicBezTo>
                    <a:pt x="31861" y="21083"/>
                    <a:pt x="31189" y="21680"/>
                    <a:pt x="30442" y="22327"/>
                  </a:cubicBezTo>
                  <a:cubicBezTo>
                    <a:pt x="29397" y="23248"/>
                    <a:pt x="28376" y="24194"/>
                    <a:pt x="27530" y="25016"/>
                  </a:cubicBezTo>
                  <a:cubicBezTo>
                    <a:pt x="26883" y="25638"/>
                    <a:pt x="26285" y="26186"/>
                    <a:pt x="25887" y="26634"/>
                  </a:cubicBezTo>
                  <a:lnTo>
                    <a:pt x="25663" y="26858"/>
                  </a:lnTo>
                  <a:cubicBezTo>
                    <a:pt x="25389" y="27156"/>
                    <a:pt x="25041" y="27480"/>
                    <a:pt x="24717" y="27853"/>
                  </a:cubicBezTo>
                  <a:cubicBezTo>
                    <a:pt x="23970" y="28625"/>
                    <a:pt x="23174" y="29397"/>
                    <a:pt x="22552" y="30118"/>
                  </a:cubicBezTo>
                  <a:cubicBezTo>
                    <a:pt x="22054" y="30666"/>
                    <a:pt x="21631" y="31164"/>
                    <a:pt x="21257" y="31587"/>
                  </a:cubicBezTo>
                  <a:cubicBezTo>
                    <a:pt x="20983" y="31886"/>
                    <a:pt x="20734" y="32159"/>
                    <a:pt x="20510" y="32408"/>
                  </a:cubicBezTo>
                  <a:cubicBezTo>
                    <a:pt x="20386" y="32558"/>
                    <a:pt x="20286" y="32707"/>
                    <a:pt x="20162" y="32782"/>
                  </a:cubicBezTo>
                  <a:cubicBezTo>
                    <a:pt x="19988" y="33006"/>
                    <a:pt x="19789" y="33205"/>
                    <a:pt x="19614" y="33404"/>
                  </a:cubicBezTo>
                  <a:cubicBezTo>
                    <a:pt x="19390" y="33653"/>
                    <a:pt x="19166" y="33952"/>
                    <a:pt x="18917" y="34225"/>
                  </a:cubicBezTo>
                  <a:cubicBezTo>
                    <a:pt x="18196" y="35072"/>
                    <a:pt x="17748" y="35644"/>
                    <a:pt x="16827" y="36839"/>
                  </a:cubicBezTo>
                  <a:lnTo>
                    <a:pt x="16802" y="36864"/>
                  </a:lnTo>
                  <a:cubicBezTo>
                    <a:pt x="16802" y="36864"/>
                    <a:pt x="16627" y="37113"/>
                    <a:pt x="16304" y="37511"/>
                  </a:cubicBezTo>
                  <a:cubicBezTo>
                    <a:pt x="15632" y="38432"/>
                    <a:pt x="14810" y="39477"/>
                    <a:pt x="14213" y="40349"/>
                  </a:cubicBezTo>
                  <a:cubicBezTo>
                    <a:pt x="14213" y="40373"/>
                    <a:pt x="14188" y="40373"/>
                    <a:pt x="14188" y="40423"/>
                  </a:cubicBezTo>
                  <a:cubicBezTo>
                    <a:pt x="13441" y="41469"/>
                    <a:pt x="12595" y="42688"/>
                    <a:pt x="11774" y="44032"/>
                  </a:cubicBezTo>
                  <a:cubicBezTo>
                    <a:pt x="10927" y="45352"/>
                    <a:pt x="10181" y="46546"/>
                    <a:pt x="9583" y="47592"/>
                  </a:cubicBezTo>
                  <a:cubicBezTo>
                    <a:pt x="9110" y="48339"/>
                    <a:pt x="8712" y="49135"/>
                    <a:pt x="8239" y="49956"/>
                  </a:cubicBezTo>
                  <a:cubicBezTo>
                    <a:pt x="7791" y="50828"/>
                    <a:pt x="7492" y="51400"/>
                    <a:pt x="7443" y="51525"/>
                  </a:cubicBezTo>
                  <a:cubicBezTo>
                    <a:pt x="7293" y="51798"/>
                    <a:pt x="7119" y="52122"/>
                    <a:pt x="6970" y="52446"/>
                  </a:cubicBezTo>
                  <a:lnTo>
                    <a:pt x="6845" y="52670"/>
                  </a:lnTo>
                  <a:cubicBezTo>
                    <a:pt x="6472" y="53416"/>
                    <a:pt x="6049" y="54288"/>
                    <a:pt x="5700" y="55109"/>
                  </a:cubicBezTo>
                  <a:cubicBezTo>
                    <a:pt x="5675" y="55159"/>
                    <a:pt x="5626" y="55258"/>
                    <a:pt x="5601" y="55358"/>
                  </a:cubicBezTo>
                  <a:cubicBezTo>
                    <a:pt x="5078" y="56528"/>
                    <a:pt x="3734" y="59589"/>
                    <a:pt x="2639" y="63024"/>
                  </a:cubicBezTo>
                  <a:lnTo>
                    <a:pt x="2639" y="63074"/>
                  </a:lnTo>
                  <a:cubicBezTo>
                    <a:pt x="2191" y="64443"/>
                    <a:pt x="1718" y="66235"/>
                    <a:pt x="1344" y="67853"/>
                  </a:cubicBezTo>
                  <a:cubicBezTo>
                    <a:pt x="1245" y="68251"/>
                    <a:pt x="1145" y="68724"/>
                    <a:pt x="1070" y="69222"/>
                  </a:cubicBezTo>
                  <a:cubicBezTo>
                    <a:pt x="996" y="69620"/>
                    <a:pt x="896" y="69994"/>
                    <a:pt x="846" y="70367"/>
                  </a:cubicBezTo>
                  <a:lnTo>
                    <a:pt x="846" y="70417"/>
                  </a:lnTo>
                  <a:cubicBezTo>
                    <a:pt x="772" y="70716"/>
                    <a:pt x="722" y="71064"/>
                    <a:pt x="647" y="71363"/>
                  </a:cubicBezTo>
                  <a:lnTo>
                    <a:pt x="647" y="71437"/>
                  </a:lnTo>
                  <a:cubicBezTo>
                    <a:pt x="523" y="72159"/>
                    <a:pt x="398" y="72981"/>
                    <a:pt x="324" y="73827"/>
                  </a:cubicBezTo>
                  <a:cubicBezTo>
                    <a:pt x="199" y="74897"/>
                    <a:pt x="100" y="75918"/>
                    <a:pt x="75" y="76889"/>
                  </a:cubicBezTo>
                  <a:lnTo>
                    <a:pt x="75" y="76963"/>
                  </a:lnTo>
                  <a:cubicBezTo>
                    <a:pt x="25" y="77585"/>
                    <a:pt x="0" y="78332"/>
                    <a:pt x="0" y="79054"/>
                  </a:cubicBezTo>
                  <a:lnTo>
                    <a:pt x="0" y="79776"/>
                  </a:lnTo>
                  <a:lnTo>
                    <a:pt x="0" y="80323"/>
                  </a:lnTo>
                  <a:cubicBezTo>
                    <a:pt x="0" y="80946"/>
                    <a:pt x="25" y="81668"/>
                    <a:pt x="100" y="82365"/>
                  </a:cubicBezTo>
                  <a:cubicBezTo>
                    <a:pt x="249" y="84505"/>
                    <a:pt x="498" y="85999"/>
                    <a:pt x="598" y="86496"/>
                  </a:cubicBezTo>
                  <a:lnTo>
                    <a:pt x="622" y="86745"/>
                  </a:lnTo>
                  <a:cubicBezTo>
                    <a:pt x="622" y="86770"/>
                    <a:pt x="622" y="86845"/>
                    <a:pt x="647" y="86870"/>
                  </a:cubicBezTo>
                  <a:cubicBezTo>
                    <a:pt x="772" y="87741"/>
                    <a:pt x="1070" y="88961"/>
                    <a:pt x="1319" y="89882"/>
                  </a:cubicBezTo>
                  <a:cubicBezTo>
                    <a:pt x="1319" y="89907"/>
                    <a:pt x="1344" y="89981"/>
                    <a:pt x="1344" y="90006"/>
                  </a:cubicBezTo>
                  <a:cubicBezTo>
                    <a:pt x="1369" y="90081"/>
                    <a:pt x="1369" y="90131"/>
                    <a:pt x="1394" y="90205"/>
                  </a:cubicBezTo>
                  <a:cubicBezTo>
                    <a:pt x="1444" y="90255"/>
                    <a:pt x="1444" y="90355"/>
                    <a:pt x="1469" y="90404"/>
                  </a:cubicBezTo>
                  <a:cubicBezTo>
                    <a:pt x="1618" y="90952"/>
                    <a:pt x="1817" y="91500"/>
                    <a:pt x="1991" y="92072"/>
                  </a:cubicBezTo>
                  <a:cubicBezTo>
                    <a:pt x="2016" y="92122"/>
                    <a:pt x="2066" y="92221"/>
                    <a:pt x="2066" y="92271"/>
                  </a:cubicBezTo>
                  <a:cubicBezTo>
                    <a:pt x="2066" y="92321"/>
                    <a:pt x="2066" y="92321"/>
                    <a:pt x="2091" y="92346"/>
                  </a:cubicBezTo>
                  <a:cubicBezTo>
                    <a:pt x="2191" y="92620"/>
                    <a:pt x="2265" y="92943"/>
                    <a:pt x="2365" y="93217"/>
                  </a:cubicBezTo>
                  <a:cubicBezTo>
                    <a:pt x="2439" y="93441"/>
                    <a:pt x="2514" y="93615"/>
                    <a:pt x="2589" y="93839"/>
                  </a:cubicBezTo>
                  <a:cubicBezTo>
                    <a:pt x="2688" y="94138"/>
                    <a:pt x="2813" y="94437"/>
                    <a:pt x="2888" y="94710"/>
                  </a:cubicBezTo>
                  <a:lnTo>
                    <a:pt x="2888" y="94735"/>
                  </a:lnTo>
                  <a:cubicBezTo>
                    <a:pt x="2962" y="94885"/>
                    <a:pt x="3087" y="95183"/>
                    <a:pt x="3236" y="95557"/>
                  </a:cubicBezTo>
                  <a:cubicBezTo>
                    <a:pt x="3311" y="95681"/>
                    <a:pt x="3360" y="95831"/>
                    <a:pt x="3460" y="96005"/>
                  </a:cubicBezTo>
                  <a:cubicBezTo>
                    <a:pt x="3560" y="96229"/>
                    <a:pt x="3684" y="96478"/>
                    <a:pt x="3809" y="96752"/>
                  </a:cubicBezTo>
                  <a:cubicBezTo>
                    <a:pt x="4232" y="97623"/>
                    <a:pt x="4804" y="98693"/>
                    <a:pt x="5501" y="99863"/>
                  </a:cubicBezTo>
                  <a:cubicBezTo>
                    <a:pt x="5725" y="100211"/>
                    <a:pt x="5874" y="100485"/>
                    <a:pt x="5999" y="100684"/>
                  </a:cubicBezTo>
                  <a:cubicBezTo>
                    <a:pt x="6248" y="101083"/>
                    <a:pt x="6547" y="101456"/>
                    <a:pt x="6795" y="101804"/>
                  </a:cubicBezTo>
                  <a:cubicBezTo>
                    <a:pt x="6970" y="102078"/>
                    <a:pt x="7194" y="102327"/>
                    <a:pt x="7368" y="102626"/>
                  </a:cubicBezTo>
                  <a:cubicBezTo>
                    <a:pt x="7418" y="102676"/>
                    <a:pt x="7467" y="102750"/>
                    <a:pt x="7492" y="102775"/>
                  </a:cubicBezTo>
                  <a:cubicBezTo>
                    <a:pt x="7841" y="103198"/>
                    <a:pt x="8189" y="103621"/>
                    <a:pt x="8463" y="103995"/>
                  </a:cubicBezTo>
                  <a:cubicBezTo>
                    <a:pt x="8612" y="104169"/>
                    <a:pt x="8812" y="104393"/>
                    <a:pt x="8961" y="104567"/>
                  </a:cubicBezTo>
                  <a:cubicBezTo>
                    <a:pt x="9085" y="104742"/>
                    <a:pt x="9235" y="104891"/>
                    <a:pt x="9334" y="105015"/>
                  </a:cubicBezTo>
                  <a:cubicBezTo>
                    <a:pt x="9683" y="105389"/>
                    <a:pt x="9932" y="105662"/>
                    <a:pt x="10056" y="105762"/>
                  </a:cubicBezTo>
                  <a:cubicBezTo>
                    <a:pt x="10106" y="105812"/>
                    <a:pt x="10181" y="105911"/>
                    <a:pt x="10280" y="105961"/>
                  </a:cubicBezTo>
                  <a:lnTo>
                    <a:pt x="10405" y="106086"/>
                  </a:lnTo>
                  <a:cubicBezTo>
                    <a:pt x="10554" y="106260"/>
                    <a:pt x="10728" y="106409"/>
                    <a:pt x="10902" y="106559"/>
                  </a:cubicBezTo>
                  <a:cubicBezTo>
                    <a:pt x="11226" y="106907"/>
                    <a:pt x="11599" y="107256"/>
                    <a:pt x="11973" y="107579"/>
                  </a:cubicBezTo>
                  <a:cubicBezTo>
                    <a:pt x="12296" y="107878"/>
                    <a:pt x="12645" y="108152"/>
                    <a:pt x="12944" y="108425"/>
                  </a:cubicBezTo>
                  <a:cubicBezTo>
                    <a:pt x="13018" y="108450"/>
                    <a:pt x="13043" y="108525"/>
                    <a:pt x="13093" y="108550"/>
                  </a:cubicBezTo>
                  <a:cubicBezTo>
                    <a:pt x="13815" y="109147"/>
                    <a:pt x="14661" y="109770"/>
                    <a:pt x="15657" y="110417"/>
                  </a:cubicBezTo>
                  <a:cubicBezTo>
                    <a:pt x="15756" y="110491"/>
                    <a:pt x="15806" y="110541"/>
                    <a:pt x="15906" y="110616"/>
                  </a:cubicBezTo>
                  <a:cubicBezTo>
                    <a:pt x="16055" y="110690"/>
                    <a:pt x="16204" y="110790"/>
                    <a:pt x="16379" y="110914"/>
                  </a:cubicBezTo>
                  <a:cubicBezTo>
                    <a:pt x="16428" y="110939"/>
                    <a:pt x="16453" y="110989"/>
                    <a:pt x="16503" y="111014"/>
                  </a:cubicBezTo>
                  <a:cubicBezTo>
                    <a:pt x="16528" y="111039"/>
                    <a:pt x="16553" y="111039"/>
                    <a:pt x="16578" y="111064"/>
                  </a:cubicBezTo>
                  <a:cubicBezTo>
                    <a:pt x="16901" y="111288"/>
                    <a:pt x="17250" y="111487"/>
                    <a:pt x="17548" y="111661"/>
                  </a:cubicBezTo>
                  <a:cubicBezTo>
                    <a:pt x="17573" y="111686"/>
                    <a:pt x="17623" y="111686"/>
                    <a:pt x="17648" y="111736"/>
                  </a:cubicBezTo>
                  <a:cubicBezTo>
                    <a:pt x="19789" y="112980"/>
                    <a:pt x="21481" y="113652"/>
                    <a:pt x="21855" y="113777"/>
                  </a:cubicBezTo>
                  <a:cubicBezTo>
                    <a:pt x="22029" y="113852"/>
                    <a:pt x="22178" y="113926"/>
                    <a:pt x="22402" y="114001"/>
                  </a:cubicBezTo>
                  <a:lnTo>
                    <a:pt x="22427" y="114026"/>
                  </a:lnTo>
                  <a:cubicBezTo>
                    <a:pt x="22651" y="114125"/>
                    <a:pt x="22875" y="114175"/>
                    <a:pt x="23049" y="114275"/>
                  </a:cubicBezTo>
                  <a:cubicBezTo>
                    <a:pt x="23174" y="114349"/>
                    <a:pt x="23298" y="114374"/>
                    <a:pt x="23423" y="114399"/>
                  </a:cubicBezTo>
                  <a:lnTo>
                    <a:pt x="24169" y="114673"/>
                  </a:lnTo>
                  <a:cubicBezTo>
                    <a:pt x="25787" y="115246"/>
                    <a:pt x="27455" y="115644"/>
                    <a:pt x="28650" y="115893"/>
                  </a:cubicBezTo>
                  <a:cubicBezTo>
                    <a:pt x="28849" y="115918"/>
                    <a:pt x="29023" y="115967"/>
                    <a:pt x="29197" y="116017"/>
                  </a:cubicBezTo>
                  <a:cubicBezTo>
                    <a:pt x="29695" y="116117"/>
                    <a:pt x="30069" y="116166"/>
                    <a:pt x="30243" y="116216"/>
                  </a:cubicBezTo>
                  <a:lnTo>
                    <a:pt x="30342" y="116216"/>
                  </a:lnTo>
                  <a:cubicBezTo>
                    <a:pt x="30517" y="116241"/>
                    <a:pt x="30691" y="116266"/>
                    <a:pt x="30865" y="116266"/>
                  </a:cubicBezTo>
                  <a:lnTo>
                    <a:pt x="30990" y="116266"/>
                  </a:lnTo>
                  <a:cubicBezTo>
                    <a:pt x="31711" y="116366"/>
                    <a:pt x="32483" y="116490"/>
                    <a:pt x="33130" y="116540"/>
                  </a:cubicBezTo>
                  <a:lnTo>
                    <a:pt x="33205" y="116540"/>
                  </a:lnTo>
                  <a:cubicBezTo>
                    <a:pt x="33255" y="116540"/>
                    <a:pt x="33354" y="116540"/>
                    <a:pt x="33429" y="116590"/>
                  </a:cubicBezTo>
                  <a:cubicBezTo>
                    <a:pt x="34176" y="116639"/>
                    <a:pt x="34997" y="116714"/>
                    <a:pt x="35918" y="116739"/>
                  </a:cubicBezTo>
                  <a:cubicBezTo>
                    <a:pt x="36441" y="116764"/>
                    <a:pt x="36963" y="116764"/>
                    <a:pt x="37461" y="116764"/>
                  </a:cubicBezTo>
                  <a:lnTo>
                    <a:pt x="38357" y="116764"/>
                  </a:lnTo>
                  <a:cubicBezTo>
                    <a:pt x="38706" y="116764"/>
                    <a:pt x="39079" y="116764"/>
                    <a:pt x="39477" y="116739"/>
                  </a:cubicBezTo>
                  <a:cubicBezTo>
                    <a:pt x="41270" y="116664"/>
                    <a:pt x="43136" y="116490"/>
                    <a:pt x="44779" y="116266"/>
                  </a:cubicBezTo>
                  <a:cubicBezTo>
                    <a:pt x="45252" y="116216"/>
                    <a:pt x="45750" y="116142"/>
                    <a:pt x="46273" y="116042"/>
                  </a:cubicBezTo>
                  <a:cubicBezTo>
                    <a:pt x="47019" y="115918"/>
                    <a:pt x="47741" y="115793"/>
                    <a:pt x="48289" y="115669"/>
                  </a:cubicBezTo>
                  <a:cubicBezTo>
                    <a:pt x="48538" y="115619"/>
                    <a:pt x="48762" y="115594"/>
                    <a:pt x="48986" y="115519"/>
                  </a:cubicBezTo>
                  <a:cubicBezTo>
                    <a:pt x="49036" y="115519"/>
                    <a:pt x="49135" y="115494"/>
                    <a:pt x="49185" y="115494"/>
                  </a:cubicBezTo>
                  <a:lnTo>
                    <a:pt x="49484" y="115420"/>
                  </a:lnTo>
                  <a:cubicBezTo>
                    <a:pt x="50305" y="115246"/>
                    <a:pt x="51351" y="114997"/>
                    <a:pt x="52371" y="114723"/>
                  </a:cubicBezTo>
                  <a:lnTo>
                    <a:pt x="52421" y="114723"/>
                  </a:lnTo>
                  <a:cubicBezTo>
                    <a:pt x="54462" y="114150"/>
                    <a:pt x="55831" y="113727"/>
                    <a:pt x="56528" y="113428"/>
                  </a:cubicBezTo>
                  <a:cubicBezTo>
                    <a:pt x="56876" y="113304"/>
                    <a:pt x="57200" y="113229"/>
                    <a:pt x="57374" y="113130"/>
                  </a:cubicBezTo>
                  <a:cubicBezTo>
                    <a:pt x="57698" y="113005"/>
                    <a:pt x="57996" y="112881"/>
                    <a:pt x="58345" y="112756"/>
                  </a:cubicBezTo>
                  <a:lnTo>
                    <a:pt x="58519" y="112682"/>
                  </a:lnTo>
                  <a:cubicBezTo>
                    <a:pt x="59316" y="112408"/>
                    <a:pt x="60212" y="112059"/>
                    <a:pt x="60983" y="111736"/>
                  </a:cubicBezTo>
                  <a:cubicBezTo>
                    <a:pt x="63224" y="110815"/>
                    <a:pt x="64717" y="110068"/>
                    <a:pt x="68550" y="108077"/>
                  </a:cubicBezTo>
                  <a:cubicBezTo>
                    <a:pt x="68824" y="107928"/>
                    <a:pt x="69197" y="107753"/>
                    <a:pt x="69571" y="107529"/>
                  </a:cubicBezTo>
                  <a:cubicBezTo>
                    <a:pt x="70069" y="107256"/>
                    <a:pt x="70641" y="106932"/>
                    <a:pt x="71214" y="106559"/>
                  </a:cubicBezTo>
                  <a:cubicBezTo>
                    <a:pt x="73006" y="105513"/>
                    <a:pt x="75022" y="104219"/>
                    <a:pt x="76491" y="103223"/>
                  </a:cubicBezTo>
                  <a:cubicBezTo>
                    <a:pt x="76565" y="103173"/>
                    <a:pt x="76690" y="103074"/>
                    <a:pt x="76789" y="103024"/>
                  </a:cubicBezTo>
                  <a:cubicBezTo>
                    <a:pt x="77188" y="102725"/>
                    <a:pt x="77561" y="102476"/>
                    <a:pt x="77934" y="102228"/>
                  </a:cubicBezTo>
                  <a:lnTo>
                    <a:pt x="78482" y="101854"/>
                  </a:lnTo>
                  <a:cubicBezTo>
                    <a:pt x="79677" y="101033"/>
                    <a:pt x="80896" y="100087"/>
                    <a:pt x="82041" y="99191"/>
                  </a:cubicBezTo>
                  <a:cubicBezTo>
                    <a:pt x="82091" y="99166"/>
                    <a:pt x="82141" y="99116"/>
                    <a:pt x="82216" y="99091"/>
                  </a:cubicBezTo>
                  <a:cubicBezTo>
                    <a:pt x="83336" y="98245"/>
                    <a:pt x="84754" y="97050"/>
                    <a:pt x="85725" y="96229"/>
                  </a:cubicBezTo>
                  <a:cubicBezTo>
                    <a:pt x="85750" y="96229"/>
                    <a:pt x="85750" y="96204"/>
                    <a:pt x="85775" y="96204"/>
                  </a:cubicBezTo>
                  <a:lnTo>
                    <a:pt x="85825" y="96179"/>
                  </a:lnTo>
                  <a:cubicBezTo>
                    <a:pt x="86347" y="95731"/>
                    <a:pt x="87020" y="95134"/>
                    <a:pt x="87741" y="94486"/>
                  </a:cubicBezTo>
                  <a:lnTo>
                    <a:pt x="87766" y="94462"/>
                  </a:lnTo>
                  <a:cubicBezTo>
                    <a:pt x="87866" y="94362"/>
                    <a:pt x="87965" y="94262"/>
                    <a:pt x="88090" y="94188"/>
                  </a:cubicBezTo>
                  <a:cubicBezTo>
                    <a:pt x="88712" y="93615"/>
                    <a:pt x="89309" y="93068"/>
                    <a:pt x="89882" y="92520"/>
                  </a:cubicBezTo>
                  <a:cubicBezTo>
                    <a:pt x="90006" y="92396"/>
                    <a:pt x="90131" y="92321"/>
                    <a:pt x="90255" y="92196"/>
                  </a:cubicBezTo>
                  <a:cubicBezTo>
                    <a:pt x="91201" y="91276"/>
                    <a:pt x="92048" y="90479"/>
                    <a:pt x="92545" y="89981"/>
                  </a:cubicBezTo>
                  <a:cubicBezTo>
                    <a:pt x="92744" y="89732"/>
                    <a:pt x="92993" y="89483"/>
                    <a:pt x="93242" y="89234"/>
                  </a:cubicBezTo>
                  <a:lnTo>
                    <a:pt x="93466" y="89010"/>
                  </a:lnTo>
                  <a:cubicBezTo>
                    <a:pt x="94213" y="88239"/>
                    <a:pt x="94985" y="87467"/>
                    <a:pt x="95607" y="86770"/>
                  </a:cubicBezTo>
                  <a:cubicBezTo>
                    <a:pt x="96080" y="86248"/>
                    <a:pt x="96478" y="85775"/>
                    <a:pt x="96851" y="85376"/>
                  </a:cubicBezTo>
                  <a:cubicBezTo>
                    <a:pt x="97175" y="85028"/>
                    <a:pt x="97424" y="84754"/>
                    <a:pt x="97673" y="84480"/>
                  </a:cubicBezTo>
                  <a:cubicBezTo>
                    <a:pt x="97797" y="84306"/>
                    <a:pt x="97922" y="84182"/>
                    <a:pt x="98021" y="84057"/>
                  </a:cubicBezTo>
                  <a:cubicBezTo>
                    <a:pt x="98196" y="83858"/>
                    <a:pt x="98395" y="83659"/>
                    <a:pt x="98544" y="83485"/>
                  </a:cubicBezTo>
                  <a:cubicBezTo>
                    <a:pt x="98818" y="83161"/>
                    <a:pt x="99092" y="82813"/>
                    <a:pt x="99390" y="82489"/>
                  </a:cubicBezTo>
                  <a:cubicBezTo>
                    <a:pt x="100013" y="81742"/>
                    <a:pt x="100436" y="81170"/>
                    <a:pt x="101207" y="80174"/>
                  </a:cubicBezTo>
                  <a:cubicBezTo>
                    <a:pt x="101257" y="80149"/>
                    <a:pt x="101282" y="80075"/>
                    <a:pt x="101307" y="80050"/>
                  </a:cubicBezTo>
                  <a:lnTo>
                    <a:pt x="101332" y="80025"/>
                  </a:lnTo>
                  <a:cubicBezTo>
                    <a:pt x="102203" y="78905"/>
                    <a:pt x="103199" y="77585"/>
                    <a:pt x="103896" y="76590"/>
                  </a:cubicBezTo>
                  <a:cubicBezTo>
                    <a:pt x="103945" y="76515"/>
                    <a:pt x="104045" y="76391"/>
                    <a:pt x="104120" y="76291"/>
                  </a:cubicBezTo>
                  <a:cubicBezTo>
                    <a:pt x="105663" y="74076"/>
                    <a:pt x="107107" y="71836"/>
                    <a:pt x="108401" y="69595"/>
                  </a:cubicBezTo>
                  <a:cubicBezTo>
                    <a:pt x="108401" y="69571"/>
                    <a:pt x="108426" y="69546"/>
                    <a:pt x="108476" y="69546"/>
                  </a:cubicBezTo>
                  <a:cubicBezTo>
                    <a:pt x="108525" y="69421"/>
                    <a:pt x="108675" y="69197"/>
                    <a:pt x="108849" y="68923"/>
                  </a:cubicBezTo>
                  <a:cubicBezTo>
                    <a:pt x="108899" y="68799"/>
                    <a:pt x="108998" y="68625"/>
                    <a:pt x="109098" y="68475"/>
                  </a:cubicBezTo>
                  <a:cubicBezTo>
                    <a:pt x="109347" y="68077"/>
                    <a:pt x="109621" y="67554"/>
                    <a:pt x="109919" y="66982"/>
                  </a:cubicBezTo>
                  <a:cubicBezTo>
                    <a:pt x="110118" y="66609"/>
                    <a:pt x="110342" y="66235"/>
                    <a:pt x="110542" y="65837"/>
                  </a:cubicBezTo>
                  <a:cubicBezTo>
                    <a:pt x="110766" y="65439"/>
                    <a:pt x="110990" y="65016"/>
                    <a:pt x="111164" y="64592"/>
                  </a:cubicBezTo>
                  <a:cubicBezTo>
                    <a:pt x="111288" y="64368"/>
                    <a:pt x="111388" y="64119"/>
                    <a:pt x="111512" y="63871"/>
                  </a:cubicBezTo>
                  <a:cubicBezTo>
                    <a:pt x="111836" y="63223"/>
                    <a:pt x="112135" y="62526"/>
                    <a:pt x="112458" y="61879"/>
                  </a:cubicBezTo>
                  <a:lnTo>
                    <a:pt x="112458" y="61854"/>
                  </a:lnTo>
                  <a:cubicBezTo>
                    <a:pt x="112458" y="61829"/>
                    <a:pt x="112483" y="61829"/>
                    <a:pt x="112483" y="61780"/>
                  </a:cubicBezTo>
                  <a:cubicBezTo>
                    <a:pt x="112632" y="61481"/>
                    <a:pt x="112757" y="61157"/>
                    <a:pt x="112881" y="60859"/>
                  </a:cubicBezTo>
                  <a:cubicBezTo>
                    <a:pt x="113504" y="59415"/>
                    <a:pt x="114076" y="58046"/>
                    <a:pt x="114524" y="56752"/>
                  </a:cubicBezTo>
                  <a:cubicBezTo>
                    <a:pt x="114574" y="56627"/>
                    <a:pt x="114599" y="56528"/>
                    <a:pt x="114649" y="56428"/>
                  </a:cubicBezTo>
                  <a:lnTo>
                    <a:pt x="115221" y="54860"/>
                  </a:lnTo>
                  <a:cubicBezTo>
                    <a:pt x="115246" y="54785"/>
                    <a:pt x="115271" y="54686"/>
                    <a:pt x="115271" y="54636"/>
                  </a:cubicBezTo>
                  <a:cubicBezTo>
                    <a:pt x="115470" y="54138"/>
                    <a:pt x="115619" y="53541"/>
                    <a:pt x="115819" y="52993"/>
                  </a:cubicBezTo>
                  <a:cubicBezTo>
                    <a:pt x="116117" y="51948"/>
                    <a:pt x="116391" y="50952"/>
                    <a:pt x="116615" y="50056"/>
                  </a:cubicBezTo>
                  <a:cubicBezTo>
                    <a:pt x="116839" y="49185"/>
                    <a:pt x="117063" y="48189"/>
                    <a:pt x="117212" y="47393"/>
                  </a:cubicBezTo>
                  <a:lnTo>
                    <a:pt x="117312" y="46920"/>
                  </a:lnTo>
                  <a:lnTo>
                    <a:pt x="117312" y="46895"/>
                  </a:lnTo>
                  <a:cubicBezTo>
                    <a:pt x="117586" y="45401"/>
                    <a:pt x="117735" y="44207"/>
                    <a:pt x="117835" y="43360"/>
                  </a:cubicBezTo>
                  <a:cubicBezTo>
                    <a:pt x="117860" y="43037"/>
                    <a:pt x="117934" y="42663"/>
                    <a:pt x="117959" y="42315"/>
                  </a:cubicBezTo>
                  <a:cubicBezTo>
                    <a:pt x="117959" y="42215"/>
                    <a:pt x="117984" y="42116"/>
                    <a:pt x="117984" y="42066"/>
                  </a:cubicBezTo>
                  <a:cubicBezTo>
                    <a:pt x="118084" y="41120"/>
                    <a:pt x="118183" y="39950"/>
                    <a:pt x="118183" y="38980"/>
                  </a:cubicBezTo>
                  <a:lnTo>
                    <a:pt x="118183" y="38731"/>
                  </a:lnTo>
                  <a:cubicBezTo>
                    <a:pt x="118308" y="37113"/>
                    <a:pt x="118283" y="36167"/>
                    <a:pt x="118283" y="36117"/>
                  </a:cubicBezTo>
                  <a:cubicBezTo>
                    <a:pt x="118233" y="35818"/>
                    <a:pt x="118233" y="35445"/>
                    <a:pt x="118208" y="35072"/>
                  </a:cubicBezTo>
                  <a:cubicBezTo>
                    <a:pt x="118183" y="34474"/>
                    <a:pt x="118158" y="33927"/>
                    <a:pt x="118109" y="33429"/>
                  </a:cubicBezTo>
                  <a:cubicBezTo>
                    <a:pt x="118084" y="33105"/>
                    <a:pt x="117984" y="31836"/>
                    <a:pt x="117660" y="29994"/>
                  </a:cubicBezTo>
                  <a:cubicBezTo>
                    <a:pt x="117586" y="29571"/>
                    <a:pt x="117486" y="29098"/>
                    <a:pt x="117362" y="28600"/>
                  </a:cubicBezTo>
                  <a:cubicBezTo>
                    <a:pt x="117287" y="28127"/>
                    <a:pt x="117163" y="27654"/>
                    <a:pt x="117038" y="27156"/>
                  </a:cubicBezTo>
                  <a:lnTo>
                    <a:pt x="116964" y="26957"/>
                  </a:lnTo>
                  <a:cubicBezTo>
                    <a:pt x="116715" y="26111"/>
                    <a:pt x="116441" y="25115"/>
                    <a:pt x="116043" y="23921"/>
                  </a:cubicBezTo>
                  <a:cubicBezTo>
                    <a:pt x="115918" y="23597"/>
                    <a:pt x="115819" y="23273"/>
                    <a:pt x="115694" y="23000"/>
                  </a:cubicBezTo>
                  <a:cubicBezTo>
                    <a:pt x="115445" y="22352"/>
                    <a:pt x="114798" y="20660"/>
                    <a:pt x="114126" y="19440"/>
                  </a:cubicBezTo>
                  <a:cubicBezTo>
                    <a:pt x="112732" y="16677"/>
                    <a:pt x="111214" y="14661"/>
                    <a:pt x="111189" y="14661"/>
                  </a:cubicBezTo>
                  <a:cubicBezTo>
                    <a:pt x="110318" y="13441"/>
                    <a:pt x="109073" y="12048"/>
                    <a:pt x="108227" y="11127"/>
                  </a:cubicBezTo>
                  <a:cubicBezTo>
                    <a:pt x="108127" y="11052"/>
                    <a:pt x="108077" y="10952"/>
                    <a:pt x="107978" y="10853"/>
                  </a:cubicBezTo>
                  <a:cubicBezTo>
                    <a:pt x="107953" y="10828"/>
                    <a:pt x="107878" y="10803"/>
                    <a:pt x="107853" y="10728"/>
                  </a:cubicBezTo>
                  <a:cubicBezTo>
                    <a:pt x="107480" y="10330"/>
                    <a:pt x="107007" y="9932"/>
                    <a:pt x="106609" y="9558"/>
                  </a:cubicBezTo>
                  <a:cubicBezTo>
                    <a:pt x="106410" y="9409"/>
                    <a:pt x="106260" y="9235"/>
                    <a:pt x="106111" y="9110"/>
                  </a:cubicBezTo>
                  <a:cubicBezTo>
                    <a:pt x="105763" y="8812"/>
                    <a:pt x="105414" y="8563"/>
                    <a:pt x="105115" y="8289"/>
                  </a:cubicBezTo>
                  <a:cubicBezTo>
                    <a:pt x="105016" y="8214"/>
                    <a:pt x="104916" y="8115"/>
                    <a:pt x="104842" y="8065"/>
                  </a:cubicBezTo>
                  <a:cubicBezTo>
                    <a:pt x="104269" y="7617"/>
                    <a:pt x="103746" y="7219"/>
                    <a:pt x="103249" y="6870"/>
                  </a:cubicBezTo>
                  <a:cubicBezTo>
                    <a:pt x="103000" y="6696"/>
                    <a:pt x="102751" y="6522"/>
                    <a:pt x="102502" y="6347"/>
                  </a:cubicBezTo>
                  <a:cubicBezTo>
                    <a:pt x="102477" y="6347"/>
                    <a:pt x="102477" y="6323"/>
                    <a:pt x="102427" y="6323"/>
                  </a:cubicBezTo>
                  <a:cubicBezTo>
                    <a:pt x="101481" y="5700"/>
                    <a:pt x="100635" y="5178"/>
                    <a:pt x="99938" y="4779"/>
                  </a:cubicBezTo>
                  <a:cubicBezTo>
                    <a:pt x="99764" y="4705"/>
                    <a:pt x="99614" y="4605"/>
                    <a:pt x="99415" y="4506"/>
                  </a:cubicBezTo>
                  <a:cubicBezTo>
                    <a:pt x="99291" y="4456"/>
                    <a:pt x="99191" y="4381"/>
                    <a:pt x="99067" y="4331"/>
                  </a:cubicBezTo>
                  <a:cubicBezTo>
                    <a:pt x="98818" y="4207"/>
                    <a:pt x="98569" y="4082"/>
                    <a:pt x="98295" y="3958"/>
                  </a:cubicBezTo>
                  <a:cubicBezTo>
                    <a:pt x="98171" y="3883"/>
                    <a:pt x="98046" y="3833"/>
                    <a:pt x="97897" y="3759"/>
                  </a:cubicBezTo>
                  <a:cubicBezTo>
                    <a:pt x="97648" y="3634"/>
                    <a:pt x="97399" y="3535"/>
                    <a:pt x="97150" y="3410"/>
                  </a:cubicBezTo>
                  <a:cubicBezTo>
                    <a:pt x="97001" y="3361"/>
                    <a:pt x="96876" y="3286"/>
                    <a:pt x="96702" y="3236"/>
                  </a:cubicBezTo>
                  <a:cubicBezTo>
                    <a:pt x="96528" y="3137"/>
                    <a:pt x="96329" y="3087"/>
                    <a:pt x="96155" y="2987"/>
                  </a:cubicBezTo>
                  <a:cubicBezTo>
                    <a:pt x="95756" y="2838"/>
                    <a:pt x="95383" y="2664"/>
                    <a:pt x="95034" y="2539"/>
                  </a:cubicBezTo>
                  <a:cubicBezTo>
                    <a:pt x="95010" y="2539"/>
                    <a:pt x="95010" y="2514"/>
                    <a:pt x="94960" y="2514"/>
                  </a:cubicBezTo>
                  <a:cubicBezTo>
                    <a:pt x="94835" y="2464"/>
                    <a:pt x="94711" y="2415"/>
                    <a:pt x="94586" y="2365"/>
                  </a:cubicBezTo>
                  <a:cubicBezTo>
                    <a:pt x="94188" y="2216"/>
                    <a:pt x="93790" y="2091"/>
                    <a:pt x="93417" y="1967"/>
                  </a:cubicBezTo>
                  <a:cubicBezTo>
                    <a:pt x="92944" y="1792"/>
                    <a:pt x="92471" y="1668"/>
                    <a:pt x="92048" y="1519"/>
                  </a:cubicBezTo>
                  <a:cubicBezTo>
                    <a:pt x="92023" y="1519"/>
                    <a:pt x="91973" y="1494"/>
                    <a:pt x="91948" y="1494"/>
                  </a:cubicBezTo>
                  <a:cubicBezTo>
                    <a:pt x="91052" y="1220"/>
                    <a:pt x="89932" y="996"/>
                    <a:pt x="88861" y="772"/>
                  </a:cubicBezTo>
                  <a:cubicBezTo>
                    <a:pt x="88737" y="747"/>
                    <a:pt x="88662" y="747"/>
                    <a:pt x="88538" y="722"/>
                  </a:cubicBezTo>
                  <a:lnTo>
                    <a:pt x="88463" y="722"/>
                  </a:lnTo>
                  <a:cubicBezTo>
                    <a:pt x="88413" y="722"/>
                    <a:pt x="88364" y="672"/>
                    <a:pt x="88314" y="672"/>
                  </a:cubicBezTo>
                  <a:cubicBezTo>
                    <a:pt x="88189" y="647"/>
                    <a:pt x="88090" y="647"/>
                    <a:pt x="87965" y="623"/>
                  </a:cubicBezTo>
                  <a:cubicBezTo>
                    <a:pt x="87368" y="523"/>
                    <a:pt x="86696" y="423"/>
                    <a:pt x="85999" y="349"/>
                  </a:cubicBezTo>
                  <a:cubicBezTo>
                    <a:pt x="85850" y="299"/>
                    <a:pt x="85700" y="299"/>
                    <a:pt x="85576" y="274"/>
                  </a:cubicBezTo>
                  <a:lnTo>
                    <a:pt x="85551" y="274"/>
                  </a:lnTo>
                  <a:lnTo>
                    <a:pt x="84954" y="224"/>
                  </a:lnTo>
                  <a:cubicBezTo>
                    <a:pt x="83734" y="50"/>
                    <a:pt x="82141" y="0"/>
                    <a:pt x="80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0" name="Google Shape;670;p30"/>
          <p:cNvGrpSpPr/>
          <p:nvPr/>
        </p:nvGrpSpPr>
        <p:grpSpPr>
          <a:xfrm>
            <a:off x="584050" y="210163"/>
            <a:ext cx="8083321" cy="419129"/>
            <a:chOff x="347450" y="4594150"/>
            <a:chExt cx="8083321" cy="419129"/>
          </a:xfrm>
        </p:grpSpPr>
        <p:grpSp>
          <p:nvGrpSpPr>
            <p:cNvPr id="671" name="Google Shape;671;p30"/>
            <p:cNvGrpSpPr/>
            <p:nvPr/>
          </p:nvGrpSpPr>
          <p:grpSpPr>
            <a:xfrm>
              <a:off x="7318261" y="4603988"/>
              <a:ext cx="1112510" cy="319584"/>
              <a:chOff x="4743988" y="1118075"/>
              <a:chExt cx="1724288" cy="495325"/>
            </a:xfrm>
          </p:grpSpPr>
          <p:grpSp>
            <p:nvGrpSpPr>
              <p:cNvPr id="672" name="Google Shape;672;p30"/>
              <p:cNvGrpSpPr/>
              <p:nvPr/>
            </p:nvGrpSpPr>
            <p:grpSpPr>
              <a:xfrm rot="5400000">
                <a:off x="4736550" y="1140100"/>
                <a:ext cx="466150" cy="451275"/>
                <a:chOff x="6608550" y="1088575"/>
                <a:chExt cx="466150" cy="451275"/>
              </a:xfrm>
            </p:grpSpPr>
            <p:sp>
              <p:nvSpPr>
                <p:cNvPr id="673" name="Google Shape;673;p30"/>
                <p:cNvSpPr/>
                <p:nvPr/>
              </p:nvSpPr>
              <p:spPr>
                <a:xfrm>
                  <a:off x="6608550" y="1088575"/>
                  <a:ext cx="466150" cy="451275"/>
                </a:xfrm>
                <a:custGeom>
                  <a:rect b="b" l="l" r="r" t="t"/>
                  <a:pathLst>
                    <a:path extrusionOk="0" h="18051" w="18646">
                      <a:moveTo>
                        <a:pt x="9606" y="560"/>
                      </a:moveTo>
                      <a:cubicBezTo>
                        <a:pt x="9876" y="560"/>
                        <a:pt x="10146" y="573"/>
                        <a:pt x="10419" y="599"/>
                      </a:cubicBezTo>
                      <a:cubicBezTo>
                        <a:pt x="14145" y="956"/>
                        <a:pt x="17193" y="3730"/>
                        <a:pt x="17908" y="7398"/>
                      </a:cubicBezTo>
                      <a:cubicBezTo>
                        <a:pt x="18015" y="7945"/>
                        <a:pt x="18062" y="8493"/>
                        <a:pt x="18050" y="9052"/>
                      </a:cubicBezTo>
                      <a:cubicBezTo>
                        <a:pt x="18062" y="9422"/>
                        <a:pt x="18039" y="9791"/>
                        <a:pt x="17991" y="10160"/>
                      </a:cubicBezTo>
                      <a:lnTo>
                        <a:pt x="17991" y="10172"/>
                      </a:lnTo>
                      <a:cubicBezTo>
                        <a:pt x="17967" y="10446"/>
                        <a:pt x="17836" y="10707"/>
                        <a:pt x="17634" y="10898"/>
                      </a:cubicBezTo>
                      <a:cubicBezTo>
                        <a:pt x="17372" y="11172"/>
                        <a:pt x="17050" y="11398"/>
                        <a:pt x="16705" y="11553"/>
                      </a:cubicBezTo>
                      <a:cubicBezTo>
                        <a:pt x="16205" y="11755"/>
                        <a:pt x="15979" y="12136"/>
                        <a:pt x="15955" y="12660"/>
                      </a:cubicBezTo>
                      <a:cubicBezTo>
                        <a:pt x="15943" y="12982"/>
                        <a:pt x="15967" y="13291"/>
                        <a:pt x="16026" y="13613"/>
                      </a:cubicBezTo>
                      <a:cubicBezTo>
                        <a:pt x="16086" y="13958"/>
                        <a:pt x="15943" y="14303"/>
                        <a:pt x="15657" y="14506"/>
                      </a:cubicBezTo>
                      <a:cubicBezTo>
                        <a:pt x="15169" y="14851"/>
                        <a:pt x="14717" y="15268"/>
                        <a:pt x="14336" y="15732"/>
                      </a:cubicBezTo>
                      <a:cubicBezTo>
                        <a:pt x="13336" y="16923"/>
                        <a:pt x="12014" y="17411"/>
                        <a:pt x="10514" y="17470"/>
                      </a:cubicBezTo>
                      <a:cubicBezTo>
                        <a:pt x="10324" y="17479"/>
                        <a:pt x="10135" y="17483"/>
                        <a:pt x="9946" y="17483"/>
                      </a:cubicBezTo>
                      <a:cubicBezTo>
                        <a:pt x="8305" y="17483"/>
                        <a:pt x="6684" y="17160"/>
                        <a:pt x="5168" y="16530"/>
                      </a:cubicBezTo>
                      <a:cubicBezTo>
                        <a:pt x="4215" y="16161"/>
                        <a:pt x="3441" y="15458"/>
                        <a:pt x="2965" y="14565"/>
                      </a:cubicBezTo>
                      <a:cubicBezTo>
                        <a:pt x="2620" y="13851"/>
                        <a:pt x="2060" y="13255"/>
                        <a:pt x="1370" y="12851"/>
                      </a:cubicBezTo>
                      <a:cubicBezTo>
                        <a:pt x="1120" y="12708"/>
                        <a:pt x="894" y="12529"/>
                        <a:pt x="691" y="12303"/>
                      </a:cubicBezTo>
                      <a:cubicBezTo>
                        <a:pt x="429" y="12005"/>
                        <a:pt x="298" y="11696"/>
                        <a:pt x="632" y="11327"/>
                      </a:cubicBezTo>
                      <a:cubicBezTo>
                        <a:pt x="798" y="11124"/>
                        <a:pt x="965" y="10922"/>
                        <a:pt x="1144" y="10731"/>
                      </a:cubicBezTo>
                      <a:cubicBezTo>
                        <a:pt x="1596" y="10291"/>
                        <a:pt x="1751" y="9648"/>
                        <a:pt x="1560" y="9064"/>
                      </a:cubicBezTo>
                      <a:cubicBezTo>
                        <a:pt x="1560" y="9041"/>
                        <a:pt x="1560" y="9029"/>
                        <a:pt x="1548" y="9017"/>
                      </a:cubicBezTo>
                      <a:cubicBezTo>
                        <a:pt x="1036" y="7921"/>
                        <a:pt x="1358" y="6874"/>
                        <a:pt x="1775" y="5838"/>
                      </a:cubicBezTo>
                      <a:cubicBezTo>
                        <a:pt x="3077" y="2626"/>
                        <a:pt x="6190" y="560"/>
                        <a:pt x="9606" y="560"/>
                      </a:cubicBezTo>
                      <a:close/>
                      <a:moveTo>
                        <a:pt x="9563" y="0"/>
                      </a:moveTo>
                      <a:cubicBezTo>
                        <a:pt x="9039" y="0"/>
                        <a:pt x="8467" y="40"/>
                        <a:pt x="7847" y="135"/>
                      </a:cubicBezTo>
                      <a:cubicBezTo>
                        <a:pt x="6013" y="420"/>
                        <a:pt x="4465" y="1349"/>
                        <a:pt x="3168" y="2671"/>
                      </a:cubicBezTo>
                      <a:cubicBezTo>
                        <a:pt x="1870" y="3980"/>
                        <a:pt x="1001" y="5647"/>
                        <a:pt x="679" y="7457"/>
                      </a:cubicBezTo>
                      <a:cubicBezTo>
                        <a:pt x="667" y="7588"/>
                        <a:pt x="667" y="7719"/>
                        <a:pt x="679" y="7850"/>
                      </a:cubicBezTo>
                      <a:cubicBezTo>
                        <a:pt x="727" y="8314"/>
                        <a:pt x="905" y="8767"/>
                        <a:pt x="1013" y="9219"/>
                      </a:cubicBezTo>
                      <a:cubicBezTo>
                        <a:pt x="1132" y="9636"/>
                        <a:pt x="1036" y="10076"/>
                        <a:pt x="751" y="10410"/>
                      </a:cubicBezTo>
                      <a:cubicBezTo>
                        <a:pt x="667" y="10517"/>
                        <a:pt x="572" y="10636"/>
                        <a:pt x="477" y="10743"/>
                      </a:cubicBezTo>
                      <a:cubicBezTo>
                        <a:pt x="263" y="11029"/>
                        <a:pt x="36" y="11315"/>
                        <a:pt x="1" y="11684"/>
                      </a:cubicBezTo>
                      <a:lnTo>
                        <a:pt x="1" y="11958"/>
                      </a:lnTo>
                      <a:cubicBezTo>
                        <a:pt x="12" y="12112"/>
                        <a:pt x="60" y="12255"/>
                        <a:pt x="155" y="12386"/>
                      </a:cubicBezTo>
                      <a:cubicBezTo>
                        <a:pt x="322" y="12648"/>
                        <a:pt x="548" y="12874"/>
                        <a:pt x="798" y="13065"/>
                      </a:cubicBezTo>
                      <a:cubicBezTo>
                        <a:pt x="1108" y="13303"/>
                        <a:pt x="1441" y="13529"/>
                        <a:pt x="1739" y="13791"/>
                      </a:cubicBezTo>
                      <a:cubicBezTo>
                        <a:pt x="2001" y="14005"/>
                        <a:pt x="2215" y="14267"/>
                        <a:pt x="2358" y="14565"/>
                      </a:cubicBezTo>
                      <a:cubicBezTo>
                        <a:pt x="2596" y="15125"/>
                        <a:pt x="2953" y="15637"/>
                        <a:pt x="3406" y="16041"/>
                      </a:cubicBezTo>
                      <a:cubicBezTo>
                        <a:pt x="4180" y="16708"/>
                        <a:pt x="5096" y="17196"/>
                        <a:pt x="6085" y="17458"/>
                      </a:cubicBezTo>
                      <a:cubicBezTo>
                        <a:pt x="6954" y="17720"/>
                        <a:pt x="7835" y="17958"/>
                        <a:pt x="8764" y="18018"/>
                      </a:cubicBezTo>
                      <a:cubicBezTo>
                        <a:pt x="9043" y="18040"/>
                        <a:pt x="9324" y="18050"/>
                        <a:pt x="9606" y="18050"/>
                      </a:cubicBezTo>
                      <a:cubicBezTo>
                        <a:pt x="10092" y="18050"/>
                        <a:pt x="10579" y="18019"/>
                        <a:pt x="11061" y="17958"/>
                      </a:cubicBezTo>
                      <a:cubicBezTo>
                        <a:pt x="12014" y="17815"/>
                        <a:pt x="12931" y="17506"/>
                        <a:pt x="13776" y="17065"/>
                      </a:cubicBezTo>
                      <a:cubicBezTo>
                        <a:pt x="14157" y="16875"/>
                        <a:pt x="14467" y="16577"/>
                        <a:pt x="14657" y="16220"/>
                      </a:cubicBezTo>
                      <a:cubicBezTo>
                        <a:pt x="14860" y="15875"/>
                        <a:pt x="15110" y="15565"/>
                        <a:pt x="15407" y="15315"/>
                      </a:cubicBezTo>
                      <a:cubicBezTo>
                        <a:pt x="15693" y="15065"/>
                        <a:pt x="16003" y="14851"/>
                        <a:pt x="16288" y="14589"/>
                      </a:cubicBezTo>
                      <a:cubicBezTo>
                        <a:pt x="16526" y="14375"/>
                        <a:pt x="16705" y="14125"/>
                        <a:pt x="16717" y="13791"/>
                      </a:cubicBezTo>
                      <a:cubicBezTo>
                        <a:pt x="16717" y="13517"/>
                        <a:pt x="16741" y="13243"/>
                        <a:pt x="16765" y="12970"/>
                      </a:cubicBezTo>
                      <a:cubicBezTo>
                        <a:pt x="16800" y="12434"/>
                        <a:pt x="16991" y="11981"/>
                        <a:pt x="17491" y="11708"/>
                      </a:cubicBezTo>
                      <a:cubicBezTo>
                        <a:pt x="17610" y="11636"/>
                        <a:pt x="17729" y="11553"/>
                        <a:pt x="17824" y="11458"/>
                      </a:cubicBezTo>
                      <a:cubicBezTo>
                        <a:pt x="18300" y="11065"/>
                        <a:pt x="18622" y="10600"/>
                        <a:pt x="18586" y="9945"/>
                      </a:cubicBezTo>
                      <a:cubicBezTo>
                        <a:pt x="18586" y="9862"/>
                        <a:pt x="18634" y="9862"/>
                        <a:pt x="18622" y="9695"/>
                      </a:cubicBezTo>
                      <a:cubicBezTo>
                        <a:pt x="18646" y="9005"/>
                        <a:pt x="18622" y="8314"/>
                        <a:pt x="18551" y="7636"/>
                      </a:cubicBezTo>
                      <a:cubicBezTo>
                        <a:pt x="18443" y="6886"/>
                        <a:pt x="18229" y="6147"/>
                        <a:pt x="17919" y="5445"/>
                      </a:cubicBezTo>
                      <a:cubicBezTo>
                        <a:pt x="17348" y="4123"/>
                        <a:pt x="16479" y="2957"/>
                        <a:pt x="15360" y="2040"/>
                      </a:cubicBezTo>
                      <a:cubicBezTo>
                        <a:pt x="14681" y="1480"/>
                        <a:pt x="13931" y="1016"/>
                        <a:pt x="13121" y="682"/>
                      </a:cubicBezTo>
                      <a:cubicBezTo>
                        <a:pt x="12465" y="418"/>
                        <a:pt x="11272" y="0"/>
                        <a:pt x="9563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4" name="Google Shape;674;p30"/>
                <p:cNvSpPr/>
                <p:nvPr/>
              </p:nvSpPr>
              <p:spPr>
                <a:xfrm>
                  <a:off x="6691000" y="1302025"/>
                  <a:ext cx="322100" cy="155800"/>
                </a:xfrm>
                <a:custGeom>
                  <a:rect b="b" l="l" r="r" t="t"/>
                  <a:pathLst>
                    <a:path extrusionOk="0" h="6232" w="12884">
                      <a:moveTo>
                        <a:pt x="12269" y="1"/>
                      </a:moveTo>
                      <a:cubicBezTo>
                        <a:pt x="12129" y="1"/>
                        <a:pt x="11988" y="38"/>
                        <a:pt x="11847" y="133"/>
                      </a:cubicBezTo>
                      <a:cubicBezTo>
                        <a:pt x="11776" y="187"/>
                        <a:pt x="11690" y="214"/>
                        <a:pt x="11605" y="214"/>
                      </a:cubicBezTo>
                      <a:cubicBezTo>
                        <a:pt x="11520" y="214"/>
                        <a:pt x="11437" y="187"/>
                        <a:pt x="11371" y="133"/>
                      </a:cubicBezTo>
                      <a:cubicBezTo>
                        <a:pt x="11314" y="91"/>
                        <a:pt x="11248" y="69"/>
                        <a:pt x="11182" y="69"/>
                      </a:cubicBezTo>
                      <a:cubicBezTo>
                        <a:pt x="11137" y="69"/>
                        <a:pt x="11092" y="79"/>
                        <a:pt x="11050" y="98"/>
                      </a:cubicBezTo>
                      <a:cubicBezTo>
                        <a:pt x="10942" y="145"/>
                        <a:pt x="10776" y="193"/>
                        <a:pt x="10788" y="324"/>
                      </a:cubicBezTo>
                      <a:cubicBezTo>
                        <a:pt x="10800" y="455"/>
                        <a:pt x="10966" y="514"/>
                        <a:pt x="11109" y="538"/>
                      </a:cubicBezTo>
                      <a:cubicBezTo>
                        <a:pt x="11466" y="586"/>
                        <a:pt x="11466" y="586"/>
                        <a:pt x="11478" y="955"/>
                      </a:cubicBezTo>
                      <a:cubicBezTo>
                        <a:pt x="11478" y="991"/>
                        <a:pt x="11478" y="1038"/>
                        <a:pt x="11478" y="1074"/>
                      </a:cubicBezTo>
                      <a:cubicBezTo>
                        <a:pt x="11562" y="1657"/>
                        <a:pt x="11288" y="2038"/>
                        <a:pt x="10823" y="2324"/>
                      </a:cubicBezTo>
                      <a:cubicBezTo>
                        <a:pt x="10573" y="2467"/>
                        <a:pt x="10311" y="2610"/>
                        <a:pt x="10061" y="2753"/>
                      </a:cubicBezTo>
                      <a:cubicBezTo>
                        <a:pt x="9799" y="2884"/>
                        <a:pt x="9609" y="3110"/>
                        <a:pt x="9538" y="3384"/>
                      </a:cubicBezTo>
                      <a:cubicBezTo>
                        <a:pt x="9407" y="3824"/>
                        <a:pt x="9252" y="4241"/>
                        <a:pt x="9061" y="4646"/>
                      </a:cubicBezTo>
                      <a:cubicBezTo>
                        <a:pt x="8930" y="4967"/>
                        <a:pt x="8668" y="5217"/>
                        <a:pt x="8335" y="5325"/>
                      </a:cubicBezTo>
                      <a:cubicBezTo>
                        <a:pt x="7883" y="5491"/>
                        <a:pt x="7418" y="5598"/>
                        <a:pt x="6942" y="5682"/>
                      </a:cubicBezTo>
                      <a:cubicBezTo>
                        <a:pt x="6740" y="5713"/>
                        <a:pt x="6539" y="5727"/>
                        <a:pt x="6340" y="5727"/>
                      </a:cubicBezTo>
                      <a:cubicBezTo>
                        <a:pt x="5621" y="5727"/>
                        <a:pt x="4917" y="5543"/>
                        <a:pt x="4227" y="5301"/>
                      </a:cubicBezTo>
                      <a:cubicBezTo>
                        <a:pt x="3287" y="4979"/>
                        <a:pt x="2584" y="4301"/>
                        <a:pt x="1834" y="3682"/>
                      </a:cubicBezTo>
                      <a:cubicBezTo>
                        <a:pt x="1239" y="3181"/>
                        <a:pt x="989" y="2574"/>
                        <a:pt x="1144" y="1800"/>
                      </a:cubicBezTo>
                      <a:cubicBezTo>
                        <a:pt x="1227" y="1503"/>
                        <a:pt x="1203" y="1193"/>
                        <a:pt x="1084" y="919"/>
                      </a:cubicBezTo>
                      <a:lnTo>
                        <a:pt x="1084" y="919"/>
                      </a:lnTo>
                      <a:cubicBezTo>
                        <a:pt x="1160" y="938"/>
                        <a:pt x="1237" y="946"/>
                        <a:pt x="1313" y="946"/>
                      </a:cubicBezTo>
                      <a:cubicBezTo>
                        <a:pt x="1535" y="946"/>
                        <a:pt x="1752" y="871"/>
                        <a:pt x="1929" y="729"/>
                      </a:cubicBezTo>
                      <a:cubicBezTo>
                        <a:pt x="2013" y="657"/>
                        <a:pt x="2037" y="598"/>
                        <a:pt x="1929" y="526"/>
                      </a:cubicBezTo>
                      <a:cubicBezTo>
                        <a:pt x="1800" y="405"/>
                        <a:pt x="1632" y="347"/>
                        <a:pt x="1459" y="347"/>
                      </a:cubicBezTo>
                      <a:cubicBezTo>
                        <a:pt x="1394" y="347"/>
                        <a:pt x="1328" y="355"/>
                        <a:pt x="1263" y="372"/>
                      </a:cubicBezTo>
                      <a:cubicBezTo>
                        <a:pt x="1068" y="442"/>
                        <a:pt x="878" y="517"/>
                        <a:pt x="679" y="517"/>
                      </a:cubicBezTo>
                      <a:cubicBezTo>
                        <a:pt x="575" y="517"/>
                        <a:pt x="469" y="496"/>
                        <a:pt x="358" y="443"/>
                      </a:cubicBezTo>
                      <a:cubicBezTo>
                        <a:pt x="331" y="435"/>
                        <a:pt x="304" y="431"/>
                        <a:pt x="278" y="431"/>
                      </a:cubicBezTo>
                      <a:cubicBezTo>
                        <a:pt x="153" y="431"/>
                        <a:pt x="44" y="520"/>
                        <a:pt x="24" y="657"/>
                      </a:cubicBezTo>
                      <a:cubicBezTo>
                        <a:pt x="1" y="824"/>
                        <a:pt x="155" y="860"/>
                        <a:pt x="274" y="895"/>
                      </a:cubicBezTo>
                      <a:cubicBezTo>
                        <a:pt x="302" y="905"/>
                        <a:pt x="331" y="908"/>
                        <a:pt x="360" y="908"/>
                      </a:cubicBezTo>
                      <a:cubicBezTo>
                        <a:pt x="406" y="908"/>
                        <a:pt x="452" y="898"/>
                        <a:pt x="489" y="884"/>
                      </a:cubicBezTo>
                      <a:cubicBezTo>
                        <a:pt x="517" y="871"/>
                        <a:pt x="541" y="865"/>
                        <a:pt x="560" y="865"/>
                      </a:cubicBezTo>
                      <a:cubicBezTo>
                        <a:pt x="613" y="865"/>
                        <a:pt x="635" y="909"/>
                        <a:pt x="644" y="979"/>
                      </a:cubicBezTo>
                      <a:cubicBezTo>
                        <a:pt x="727" y="1443"/>
                        <a:pt x="691" y="1919"/>
                        <a:pt x="536" y="2360"/>
                      </a:cubicBezTo>
                      <a:cubicBezTo>
                        <a:pt x="477" y="2515"/>
                        <a:pt x="477" y="2670"/>
                        <a:pt x="513" y="2836"/>
                      </a:cubicBezTo>
                      <a:cubicBezTo>
                        <a:pt x="584" y="3158"/>
                        <a:pt x="786" y="3432"/>
                        <a:pt x="1048" y="3622"/>
                      </a:cubicBezTo>
                      <a:cubicBezTo>
                        <a:pt x="1596" y="4015"/>
                        <a:pt x="2179" y="4360"/>
                        <a:pt x="2644" y="4848"/>
                      </a:cubicBezTo>
                      <a:cubicBezTo>
                        <a:pt x="3156" y="5372"/>
                        <a:pt x="3811" y="5765"/>
                        <a:pt x="4525" y="5979"/>
                      </a:cubicBezTo>
                      <a:cubicBezTo>
                        <a:pt x="5061" y="6156"/>
                        <a:pt x="5592" y="6232"/>
                        <a:pt x="6122" y="6232"/>
                      </a:cubicBezTo>
                      <a:cubicBezTo>
                        <a:pt x="6875" y="6232"/>
                        <a:pt x="7623" y="6079"/>
                        <a:pt x="8371" y="5848"/>
                      </a:cubicBezTo>
                      <a:cubicBezTo>
                        <a:pt x="9180" y="5598"/>
                        <a:pt x="9692" y="5122"/>
                        <a:pt x="9668" y="4217"/>
                      </a:cubicBezTo>
                      <a:lnTo>
                        <a:pt x="9668" y="4194"/>
                      </a:lnTo>
                      <a:cubicBezTo>
                        <a:pt x="9680" y="3562"/>
                        <a:pt x="10049" y="2979"/>
                        <a:pt x="10633" y="2705"/>
                      </a:cubicBezTo>
                      <a:cubicBezTo>
                        <a:pt x="10895" y="2574"/>
                        <a:pt x="11145" y="2419"/>
                        <a:pt x="11395" y="2253"/>
                      </a:cubicBezTo>
                      <a:cubicBezTo>
                        <a:pt x="11764" y="2027"/>
                        <a:pt x="11990" y="1622"/>
                        <a:pt x="11990" y="1193"/>
                      </a:cubicBezTo>
                      <a:cubicBezTo>
                        <a:pt x="11990" y="1050"/>
                        <a:pt x="12014" y="895"/>
                        <a:pt x="12014" y="741"/>
                      </a:cubicBezTo>
                      <a:cubicBezTo>
                        <a:pt x="12014" y="610"/>
                        <a:pt x="12031" y="530"/>
                        <a:pt x="12159" y="530"/>
                      </a:cubicBezTo>
                      <a:cubicBezTo>
                        <a:pt x="12182" y="530"/>
                        <a:pt x="12209" y="533"/>
                        <a:pt x="12240" y="538"/>
                      </a:cubicBezTo>
                      <a:cubicBezTo>
                        <a:pt x="12280" y="547"/>
                        <a:pt x="12321" y="552"/>
                        <a:pt x="12361" y="552"/>
                      </a:cubicBezTo>
                      <a:cubicBezTo>
                        <a:pt x="12535" y="552"/>
                        <a:pt x="12703" y="469"/>
                        <a:pt x="12800" y="324"/>
                      </a:cubicBezTo>
                      <a:cubicBezTo>
                        <a:pt x="12883" y="241"/>
                        <a:pt x="12871" y="157"/>
                        <a:pt x="12740" y="110"/>
                      </a:cubicBezTo>
                      <a:cubicBezTo>
                        <a:pt x="12583" y="47"/>
                        <a:pt x="12426" y="1"/>
                        <a:pt x="12269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5" name="Google Shape;675;p30"/>
                <p:cNvSpPr/>
                <p:nvPr/>
              </p:nvSpPr>
              <p:spPr>
                <a:xfrm>
                  <a:off x="6773750" y="1211575"/>
                  <a:ext cx="35150" cy="104400"/>
                </a:xfrm>
                <a:custGeom>
                  <a:rect b="b" l="l" r="r" t="t"/>
                  <a:pathLst>
                    <a:path extrusionOk="0" h="4176" w="1406">
                      <a:moveTo>
                        <a:pt x="686" y="1"/>
                      </a:moveTo>
                      <a:cubicBezTo>
                        <a:pt x="680" y="1"/>
                        <a:pt x="674" y="1"/>
                        <a:pt x="667" y="1"/>
                      </a:cubicBezTo>
                      <a:cubicBezTo>
                        <a:pt x="453" y="1"/>
                        <a:pt x="382" y="192"/>
                        <a:pt x="298" y="358"/>
                      </a:cubicBezTo>
                      <a:cubicBezTo>
                        <a:pt x="262" y="442"/>
                        <a:pt x="227" y="525"/>
                        <a:pt x="203" y="620"/>
                      </a:cubicBezTo>
                      <a:cubicBezTo>
                        <a:pt x="24" y="1394"/>
                        <a:pt x="1" y="2192"/>
                        <a:pt x="155" y="2978"/>
                      </a:cubicBezTo>
                      <a:cubicBezTo>
                        <a:pt x="191" y="3323"/>
                        <a:pt x="310" y="3656"/>
                        <a:pt x="501" y="3954"/>
                      </a:cubicBezTo>
                      <a:cubicBezTo>
                        <a:pt x="595" y="4101"/>
                        <a:pt x="698" y="4176"/>
                        <a:pt x="800" y="4176"/>
                      </a:cubicBezTo>
                      <a:cubicBezTo>
                        <a:pt x="903" y="4176"/>
                        <a:pt x="1006" y="4098"/>
                        <a:pt x="1096" y="3942"/>
                      </a:cubicBezTo>
                      <a:cubicBezTo>
                        <a:pt x="1167" y="3811"/>
                        <a:pt x="1227" y="3668"/>
                        <a:pt x="1263" y="3525"/>
                      </a:cubicBezTo>
                      <a:cubicBezTo>
                        <a:pt x="1358" y="3109"/>
                        <a:pt x="1405" y="2692"/>
                        <a:pt x="1394" y="2275"/>
                      </a:cubicBezTo>
                      <a:cubicBezTo>
                        <a:pt x="1405" y="1823"/>
                        <a:pt x="1358" y="1382"/>
                        <a:pt x="1263" y="954"/>
                      </a:cubicBezTo>
                      <a:cubicBezTo>
                        <a:pt x="1215" y="739"/>
                        <a:pt x="1144" y="537"/>
                        <a:pt x="1048" y="334"/>
                      </a:cubicBezTo>
                      <a:cubicBezTo>
                        <a:pt x="967" y="184"/>
                        <a:pt x="887" y="1"/>
                        <a:pt x="68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6" name="Google Shape;676;p30"/>
                <p:cNvSpPr/>
                <p:nvPr/>
              </p:nvSpPr>
              <p:spPr>
                <a:xfrm>
                  <a:off x="6877625" y="1206200"/>
                  <a:ext cx="36950" cy="104225"/>
                </a:xfrm>
                <a:custGeom>
                  <a:rect b="b" l="l" r="r" t="t"/>
                  <a:pathLst>
                    <a:path extrusionOk="0" h="4169" w="1478">
                      <a:moveTo>
                        <a:pt x="642" y="0"/>
                      </a:moveTo>
                      <a:cubicBezTo>
                        <a:pt x="631" y="0"/>
                        <a:pt x="620" y="1"/>
                        <a:pt x="608" y="2"/>
                      </a:cubicBezTo>
                      <a:cubicBezTo>
                        <a:pt x="322" y="14"/>
                        <a:pt x="287" y="264"/>
                        <a:pt x="215" y="466"/>
                      </a:cubicBezTo>
                      <a:cubicBezTo>
                        <a:pt x="60" y="930"/>
                        <a:pt x="1" y="1419"/>
                        <a:pt x="13" y="1907"/>
                      </a:cubicBezTo>
                      <a:cubicBezTo>
                        <a:pt x="13" y="2633"/>
                        <a:pt x="132" y="3300"/>
                        <a:pt x="322" y="3740"/>
                      </a:cubicBezTo>
                      <a:cubicBezTo>
                        <a:pt x="418" y="3943"/>
                        <a:pt x="501" y="4169"/>
                        <a:pt x="751" y="4169"/>
                      </a:cubicBezTo>
                      <a:cubicBezTo>
                        <a:pt x="1013" y="4169"/>
                        <a:pt x="1096" y="3919"/>
                        <a:pt x="1156" y="3716"/>
                      </a:cubicBezTo>
                      <a:cubicBezTo>
                        <a:pt x="1477" y="2645"/>
                        <a:pt x="1441" y="1490"/>
                        <a:pt x="1049" y="442"/>
                      </a:cubicBezTo>
                      <a:cubicBezTo>
                        <a:pt x="980" y="249"/>
                        <a:pt x="890" y="0"/>
                        <a:pt x="642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677" name="Google Shape;677;p30"/>
              <p:cNvSpPr/>
              <p:nvPr/>
            </p:nvSpPr>
            <p:spPr>
              <a:xfrm rot="-5400000">
                <a:off x="5360206" y="1138300"/>
                <a:ext cx="473000" cy="454875"/>
              </a:xfrm>
              <a:custGeom>
                <a:rect b="b" l="l" r="r" t="t"/>
                <a:pathLst>
                  <a:path extrusionOk="0" h="18195" w="18920">
                    <a:moveTo>
                      <a:pt x="11801" y="5297"/>
                    </a:moveTo>
                    <a:cubicBezTo>
                      <a:pt x="11812" y="5297"/>
                      <a:pt x="11824" y="5298"/>
                      <a:pt x="11835" y="5299"/>
                    </a:cubicBezTo>
                    <a:cubicBezTo>
                      <a:pt x="11978" y="5335"/>
                      <a:pt x="12097" y="5442"/>
                      <a:pt x="12133" y="5597"/>
                    </a:cubicBezTo>
                    <a:cubicBezTo>
                      <a:pt x="12526" y="6656"/>
                      <a:pt x="12514" y="7823"/>
                      <a:pt x="12097" y="8883"/>
                    </a:cubicBezTo>
                    <a:cubicBezTo>
                      <a:pt x="12049" y="9014"/>
                      <a:pt x="11954" y="9157"/>
                      <a:pt x="11776" y="9157"/>
                    </a:cubicBezTo>
                    <a:cubicBezTo>
                      <a:pt x="11597" y="9157"/>
                      <a:pt x="11514" y="8990"/>
                      <a:pt x="11442" y="8835"/>
                    </a:cubicBezTo>
                    <a:cubicBezTo>
                      <a:pt x="11216" y="8347"/>
                      <a:pt x="11204" y="7823"/>
                      <a:pt x="11180" y="7299"/>
                    </a:cubicBezTo>
                    <a:cubicBezTo>
                      <a:pt x="11192" y="6716"/>
                      <a:pt x="11216" y="6144"/>
                      <a:pt x="11478" y="5597"/>
                    </a:cubicBezTo>
                    <a:cubicBezTo>
                      <a:pt x="11545" y="5462"/>
                      <a:pt x="11633" y="5297"/>
                      <a:pt x="11801" y="5297"/>
                    </a:cubicBezTo>
                    <a:close/>
                    <a:moveTo>
                      <a:pt x="7978" y="5335"/>
                    </a:moveTo>
                    <a:cubicBezTo>
                      <a:pt x="8156" y="5335"/>
                      <a:pt x="8239" y="5478"/>
                      <a:pt x="8299" y="5609"/>
                    </a:cubicBezTo>
                    <a:cubicBezTo>
                      <a:pt x="8537" y="6109"/>
                      <a:pt x="8561" y="6656"/>
                      <a:pt x="8585" y="7228"/>
                    </a:cubicBezTo>
                    <a:cubicBezTo>
                      <a:pt x="8561" y="7775"/>
                      <a:pt x="8537" y="8347"/>
                      <a:pt x="8287" y="8883"/>
                    </a:cubicBezTo>
                    <a:cubicBezTo>
                      <a:pt x="8220" y="9028"/>
                      <a:pt x="8133" y="9183"/>
                      <a:pt x="7956" y="9183"/>
                    </a:cubicBezTo>
                    <a:cubicBezTo>
                      <a:pt x="7944" y="9183"/>
                      <a:pt x="7931" y="9182"/>
                      <a:pt x="7918" y="9180"/>
                    </a:cubicBezTo>
                    <a:cubicBezTo>
                      <a:pt x="7763" y="9169"/>
                      <a:pt x="7668" y="9026"/>
                      <a:pt x="7620" y="8883"/>
                    </a:cubicBezTo>
                    <a:cubicBezTo>
                      <a:pt x="7227" y="7823"/>
                      <a:pt x="7251" y="6656"/>
                      <a:pt x="7656" y="5609"/>
                    </a:cubicBezTo>
                    <a:cubicBezTo>
                      <a:pt x="7692" y="5454"/>
                      <a:pt x="7823" y="5347"/>
                      <a:pt x="7978" y="5335"/>
                    </a:cubicBezTo>
                    <a:close/>
                    <a:moveTo>
                      <a:pt x="4707" y="9020"/>
                    </a:moveTo>
                    <a:cubicBezTo>
                      <a:pt x="4949" y="9020"/>
                      <a:pt x="5191" y="9046"/>
                      <a:pt x="5430" y="9097"/>
                    </a:cubicBezTo>
                    <a:cubicBezTo>
                      <a:pt x="5656" y="9121"/>
                      <a:pt x="5799" y="9323"/>
                      <a:pt x="5763" y="9538"/>
                    </a:cubicBezTo>
                    <a:cubicBezTo>
                      <a:pt x="5752" y="9720"/>
                      <a:pt x="5606" y="9864"/>
                      <a:pt x="5428" y="9864"/>
                    </a:cubicBezTo>
                    <a:cubicBezTo>
                      <a:pt x="5409" y="9864"/>
                      <a:pt x="5390" y="9863"/>
                      <a:pt x="5370" y="9859"/>
                    </a:cubicBezTo>
                    <a:cubicBezTo>
                      <a:pt x="5325" y="9852"/>
                      <a:pt x="5286" y="9849"/>
                      <a:pt x="5252" y="9849"/>
                    </a:cubicBezTo>
                    <a:cubicBezTo>
                      <a:pt x="4991" y="9849"/>
                      <a:pt x="5042" y="10041"/>
                      <a:pt x="5084" y="10252"/>
                    </a:cubicBezTo>
                    <a:cubicBezTo>
                      <a:pt x="5537" y="12538"/>
                      <a:pt x="7537" y="14181"/>
                      <a:pt x="9859" y="14193"/>
                    </a:cubicBezTo>
                    <a:cubicBezTo>
                      <a:pt x="9867" y="14193"/>
                      <a:pt x="9876" y="14193"/>
                      <a:pt x="9884" y="14193"/>
                    </a:cubicBezTo>
                    <a:cubicBezTo>
                      <a:pt x="12195" y="14193"/>
                      <a:pt x="14194" y="12565"/>
                      <a:pt x="14669" y="10300"/>
                    </a:cubicBezTo>
                    <a:cubicBezTo>
                      <a:pt x="14709" y="10100"/>
                      <a:pt x="14757" y="9934"/>
                      <a:pt x="14548" y="9934"/>
                    </a:cubicBezTo>
                    <a:cubicBezTo>
                      <a:pt x="14508" y="9934"/>
                      <a:pt x="14457" y="9941"/>
                      <a:pt x="14395" y="9954"/>
                    </a:cubicBezTo>
                    <a:cubicBezTo>
                      <a:pt x="14370" y="9960"/>
                      <a:pt x="14346" y="9963"/>
                      <a:pt x="14323" y="9963"/>
                    </a:cubicBezTo>
                    <a:cubicBezTo>
                      <a:pt x="14156" y="9963"/>
                      <a:pt x="14033" y="9821"/>
                      <a:pt x="14002" y="9633"/>
                    </a:cubicBezTo>
                    <a:cubicBezTo>
                      <a:pt x="13966" y="9442"/>
                      <a:pt x="14085" y="9252"/>
                      <a:pt x="14276" y="9204"/>
                    </a:cubicBezTo>
                    <a:cubicBezTo>
                      <a:pt x="14627" y="9085"/>
                      <a:pt x="14991" y="9028"/>
                      <a:pt x="15354" y="9028"/>
                    </a:cubicBezTo>
                    <a:cubicBezTo>
                      <a:pt x="15607" y="9028"/>
                      <a:pt x="15860" y="9055"/>
                      <a:pt x="16109" y="9109"/>
                    </a:cubicBezTo>
                    <a:cubicBezTo>
                      <a:pt x="16324" y="9145"/>
                      <a:pt x="16467" y="9359"/>
                      <a:pt x="16407" y="9573"/>
                    </a:cubicBezTo>
                    <a:cubicBezTo>
                      <a:pt x="16407" y="9749"/>
                      <a:pt x="16254" y="9880"/>
                      <a:pt x="16081" y="9880"/>
                    </a:cubicBezTo>
                    <a:cubicBezTo>
                      <a:pt x="16055" y="9880"/>
                      <a:pt x="16029" y="9877"/>
                      <a:pt x="16002" y="9871"/>
                    </a:cubicBezTo>
                    <a:cubicBezTo>
                      <a:pt x="15928" y="9849"/>
                      <a:pt x="15867" y="9839"/>
                      <a:pt x="15816" y="9839"/>
                    </a:cubicBezTo>
                    <a:cubicBezTo>
                      <a:pt x="15560" y="9839"/>
                      <a:pt x="15554" y="10084"/>
                      <a:pt x="15514" y="10312"/>
                    </a:cubicBezTo>
                    <a:cubicBezTo>
                      <a:pt x="15038" y="13038"/>
                      <a:pt x="12669" y="15026"/>
                      <a:pt x="9894" y="15038"/>
                    </a:cubicBezTo>
                    <a:cubicBezTo>
                      <a:pt x="7120" y="15038"/>
                      <a:pt x="4739" y="13050"/>
                      <a:pt x="4251" y="10323"/>
                    </a:cubicBezTo>
                    <a:cubicBezTo>
                      <a:pt x="4213" y="10132"/>
                      <a:pt x="4228" y="9895"/>
                      <a:pt x="4008" y="9895"/>
                    </a:cubicBezTo>
                    <a:cubicBezTo>
                      <a:pt x="3954" y="9895"/>
                      <a:pt x="3885" y="9910"/>
                      <a:pt x="3798" y="9942"/>
                    </a:cubicBezTo>
                    <a:cubicBezTo>
                      <a:pt x="3757" y="9959"/>
                      <a:pt x="3716" y="9966"/>
                      <a:pt x="3677" y="9966"/>
                    </a:cubicBezTo>
                    <a:cubicBezTo>
                      <a:pt x="3516" y="9966"/>
                      <a:pt x="3387" y="9836"/>
                      <a:pt x="3358" y="9645"/>
                    </a:cubicBezTo>
                    <a:cubicBezTo>
                      <a:pt x="3298" y="9454"/>
                      <a:pt x="3417" y="9252"/>
                      <a:pt x="3608" y="9204"/>
                    </a:cubicBezTo>
                    <a:cubicBezTo>
                      <a:pt x="3962" y="9081"/>
                      <a:pt x="4334" y="9020"/>
                      <a:pt x="4707" y="9020"/>
                    </a:cubicBezTo>
                    <a:close/>
                    <a:moveTo>
                      <a:pt x="9823" y="1"/>
                    </a:moveTo>
                    <a:cubicBezTo>
                      <a:pt x="6144" y="1"/>
                      <a:pt x="2822" y="2215"/>
                      <a:pt x="1417" y="5620"/>
                    </a:cubicBezTo>
                    <a:cubicBezTo>
                      <a:pt x="0" y="9014"/>
                      <a:pt x="786" y="12931"/>
                      <a:pt x="3382" y="15526"/>
                    </a:cubicBezTo>
                    <a:cubicBezTo>
                      <a:pt x="5126" y="17271"/>
                      <a:pt x="7451" y="18194"/>
                      <a:pt x="9818" y="18194"/>
                    </a:cubicBezTo>
                    <a:cubicBezTo>
                      <a:pt x="10990" y="18194"/>
                      <a:pt x="12172" y="17968"/>
                      <a:pt x="13300" y="17503"/>
                    </a:cubicBezTo>
                    <a:cubicBezTo>
                      <a:pt x="16705" y="16098"/>
                      <a:pt x="18919" y="12776"/>
                      <a:pt x="18919" y="9097"/>
                    </a:cubicBezTo>
                    <a:cubicBezTo>
                      <a:pt x="18919" y="4073"/>
                      <a:pt x="14847" y="1"/>
                      <a:pt x="9823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678" name="Google Shape;678;p30"/>
              <p:cNvGrpSpPr/>
              <p:nvPr/>
            </p:nvGrpSpPr>
            <p:grpSpPr>
              <a:xfrm rot="5400000">
                <a:off x="5985550" y="1130675"/>
                <a:ext cx="495325" cy="470125"/>
                <a:chOff x="5985550" y="1130050"/>
                <a:chExt cx="495325" cy="470125"/>
              </a:xfrm>
            </p:grpSpPr>
            <p:sp>
              <p:nvSpPr>
                <p:cNvPr id="679" name="Google Shape;679;p30"/>
                <p:cNvSpPr/>
                <p:nvPr/>
              </p:nvSpPr>
              <p:spPr>
                <a:xfrm>
                  <a:off x="6075750" y="1366100"/>
                  <a:ext cx="338750" cy="149125"/>
                </a:xfrm>
                <a:custGeom>
                  <a:rect b="b" l="l" r="r" t="t"/>
                  <a:pathLst>
                    <a:path extrusionOk="0" h="5965" w="13550">
                      <a:moveTo>
                        <a:pt x="1336" y="1"/>
                      </a:moveTo>
                      <a:cubicBezTo>
                        <a:pt x="961" y="1"/>
                        <a:pt x="590" y="73"/>
                        <a:pt x="215" y="178"/>
                      </a:cubicBezTo>
                      <a:cubicBezTo>
                        <a:pt x="72" y="202"/>
                        <a:pt x="0" y="368"/>
                        <a:pt x="84" y="476"/>
                      </a:cubicBezTo>
                      <a:cubicBezTo>
                        <a:pt x="125" y="553"/>
                        <a:pt x="179" y="577"/>
                        <a:pt x="239" y="577"/>
                      </a:cubicBezTo>
                      <a:cubicBezTo>
                        <a:pt x="298" y="577"/>
                        <a:pt x="364" y="553"/>
                        <a:pt x="429" y="535"/>
                      </a:cubicBezTo>
                      <a:cubicBezTo>
                        <a:pt x="590" y="492"/>
                        <a:pt x="699" y="464"/>
                        <a:pt x="773" y="464"/>
                      </a:cubicBezTo>
                      <a:cubicBezTo>
                        <a:pt x="924" y="464"/>
                        <a:pt x="937" y="578"/>
                        <a:pt x="977" y="904"/>
                      </a:cubicBezTo>
                      <a:lnTo>
                        <a:pt x="977" y="952"/>
                      </a:lnTo>
                      <a:cubicBezTo>
                        <a:pt x="1402" y="3833"/>
                        <a:pt x="3865" y="5965"/>
                        <a:pt x="6774" y="5965"/>
                      </a:cubicBezTo>
                      <a:cubicBezTo>
                        <a:pt x="6798" y="5965"/>
                        <a:pt x="6822" y="5965"/>
                        <a:pt x="6846" y="5964"/>
                      </a:cubicBezTo>
                      <a:cubicBezTo>
                        <a:pt x="9787" y="5941"/>
                        <a:pt x="12252" y="3738"/>
                        <a:pt x="12609" y="833"/>
                      </a:cubicBezTo>
                      <a:cubicBezTo>
                        <a:pt x="12649" y="515"/>
                        <a:pt x="12662" y="409"/>
                        <a:pt x="12818" y="409"/>
                      </a:cubicBezTo>
                      <a:cubicBezTo>
                        <a:pt x="12896" y="409"/>
                        <a:pt x="13010" y="436"/>
                        <a:pt x="13181" y="476"/>
                      </a:cubicBezTo>
                      <a:cubicBezTo>
                        <a:pt x="13229" y="484"/>
                        <a:pt x="13281" y="495"/>
                        <a:pt x="13329" y="495"/>
                      </a:cubicBezTo>
                      <a:cubicBezTo>
                        <a:pt x="13411" y="495"/>
                        <a:pt x="13484" y="465"/>
                        <a:pt x="13514" y="345"/>
                      </a:cubicBezTo>
                      <a:cubicBezTo>
                        <a:pt x="13550" y="166"/>
                        <a:pt x="13443" y="118"/>
                        <a:pt x="13300" y="83"/>
                      </a:cubicBezTo>
                      <a:cubicBezTo>
                        <a:pt x="13080" y="26"/>
                        <a:pt x="12860" y="1"/>
                        <a:pt x="12641" y="1"/>
                      </a:cubicBezTo>
                      <a:cubicBezTo>
                        <a:pt x="12268" y="1"/>
                        <a:pt x="11898" y="73"/>
                        <a:pt x="11538" y="178"/>
                      </a:cubicBezTo>
                      <a:cubicBezTo>
                        <a:pt x="11418" y="202"/>
                        <a:pt x="11347" y="321"/>
                        <a:pt x="11383" y="428"/>
                      </a:cubicBezTo>
                      <a:cubicBezTo>
                        <a:pt x="11412" y="534"/>
                        <a:pt x="11488" y="578"/>
                        <a:pt x="11579" y="578"/>
                      </a:cubicBezTo>
                      <a:cubicBezTo>
                        <a:pt x="11600" y="578"/>
                        <a:pt x="11622" y="575"/>
                        <a:pt x="11645" y="571"/>
                      </a:cubicBezTo>
                      <a:cubicBezTo>
                        <a:pt x="11776" y="535"/>
                        <a:pt x="11895" y="511"/>
                        <a:pt x="12014" y="476"/>
                      </a:cubicBezTo>
                      <a:cubicBezTo>
                        <a:pt x="12052" y="465"/>
                        <a:pt x="12082" y="459"/>
                        <a:pt x="12107" y="459"/>
                      </a:cubicBezTo>
                      <a:cubicBezTo>
                        <a:pt x="12189" y="459"/>
                        <a:pt x="12199" y="520"/>
                        <a:pt x="12180" y="630"/>
                      </a:cubicBezTo>
                      <a:cubicBezTo>
                        <a:pt x="11907" y="3333"/>
                        <a:pt x="9668" y="5417"/>
                        <a:pt x="6942" y="5488"/>
                      </a:cubicBezTo>
                      <a:cubicBezTo>
                        <a:pt x="6901" y="5489"/>
                        <a:pt x="6861" y="5489"/>
                        <a:pt x="6821" y="5489"/>
                      </a:cubicBezTo>
                      <a:cubicBezTo>
                        <a:pt x="4158" y="5489"/>
                        <a:pt x="1875" y="3555"/>
                        <a:pt x="1465" y="904"/>
                      </a:cubicBezTo>
                      <a:cubicBezTo>
                        <a:pt x="1415" y="534"/>
                        <a:pt x="1400" y="420"/>
                        <a:pt x="1568" y="420"/>
                      </a:cubicBezTo>
                      <a:cubicBezTo>
                        <a:pt x="1644" y="420"/>
                        <a:pt x="1755" y="442"/>
                        <a:pt x="1917" y="476"/>
                      </a:cubicBezTo>
                      <a:cubicBezTo>
                        <a:pt x="1958" y="483"/>
                        <a:pt x="1999" y="489"/>
                        <a:pt x="2037" y="489"/>
                      </a:cubicBezTo>
                      <a:cubicBezTo>
                        <a:pt x="2121" y="489"/>
                        <a:pt x="2190" y="459"/>
                        <a:pt x="2215" y="345"/>
                      </a:cubicBezTo>
                      <a:cubicBezTo>
                        <a:pt x="2239" y="178"/>
                        <a:pt x="2144" y="118"/>
                        <a:pt x="2001" y="83"/>
                      </a:cubicBezTo>
                      <a:cubicBezTo>
                        <a:pt x="1776" y="26"/>
                        <a:pt x="1555" y="1"/>
                        <a:pt x="133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0" name="Google Shape;680;p30"/>
                <p:cNvSpPr/>
                <p:nvPr/>
              </p:nvSpPr>
              <p:spPr>
                <a:xfrm>
                  <a:off x="6277250" y="1261875"/>
                  <a:ext cx="35750" cy="102725"/>
                </a:xfrm>
                <a:custGeom>
                  <a:rect b="b" l="l" r="r" t="t"/>
                  <a:pathLst>
                    <a:path extrusionOk="0" h="4109" w="1430">
                      <a:moveTo>
                        <a:pt x="793" y="1"/>
                      </a:moveTo>
                      <a:cubicBezTo>
                        <a:pt x="787" y="1"/>
                        <a:pt x="781" y="1"/>
                        <a:pt x="775" y="1"/>
                      </a:cubicBezTo>
                      <a:cubicBezTo>
                        <a:pt x="501" y="1"/>
                        <a:pt x="441" y="251"/>
                        <a:pt x="370" y="442"/>
                      </a:cubicBezTo>
                      <a:cubicBezTo>
                        <a:pt x="13" y="1478"/>
                        <a:pt x="1" y="2609"/>
                        <a:pt x="334" y="3644"/>
                      </a:cubicBezTo>
                      <a:cubicBezTo>
                        <a:pt x="394" y="3847"/>
                        <a:pt x="477" y="4109"/>
                        <a:pt x="751" y="4109"/>
                      </a:cubicBezTo>
                      <a:cubicBezTo>
                        <a:pt x="1013" y="4109"/>
                        <a:pt x="1084" y="3859"/>
                        <a:pt x="1168" y="3656"/>
                      </a:cubicBezTo>
                      <a:cubicBezTo>
                        <a:pt x="1346" y="3168"/>
                        <a:pt x="1430" y="2656"/>
                        <a:pt x="1430" y="2132"/>
                      </a:cubicBezTo>
                      <a:cubicBezTo>
                        <a:pt x="1430" y="1466"/>
                        <a:pt x="1382" y="942"/>
                        <a:pt x="1203" y="454"/>
                      </a:cubicBezTo>
                      <a:cubicBezTo>
                        <a:pt x="1122" y="256"/>
                        <a:pt x="1052" y="1"/>
                        <a:pt x="793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1" name="Google Shape;681;p30"/>
                <p:cNvSpPr/>
                <p:nvPr/>
              </p:nvSpPr>
              <p:spPr>
                <a:xfrm>
                  <a:off x="6178150" y="1262775"/>
                  <a:ext cx="35725" cy="102725"/>
                </a:xfrm>
                <a:custGeom>
                  <a:rect b="b" l="l" r="r" t="t"/>
                  <a:pathLst>
                    <a:path extrusionOk="0" h="4109" w="1429">
                      <a:moveTo>
                        <a:pt x="686" y="1"/>
                      </a:moveTo>
                      <a:cubicBezTo>
                        <a:pt x="436" y="1"/>
                        <a:pt x="344" y="256"/>
                        <a:pt x="262" y="465"/>
                      </a:cubicBezTo>
                      <a:cubicBezTo>
                        <a:pt x="83" y="965"/>
                        <a:pt x="0" y="1489"/>
                        <a:pt x="12" y="2013"/>
                      </a:cubicBezTo>
                      <a:cubicBezTo>
                        <a:pt x="12" y="2632"/>
                        <a:pt x="48" y="3156"/>
                        <a:pt x="238" y="3644"/>
                      </a:cubicBezTo>
                      <a:cubicBezTo>
                        <a:pt x="322" y="3859"/>
                        <a:pt x="393" y="4109"/>
                        <a:pt x="655" y="4109"/>
                      </a:cubicBezTo>
                      <a:cubicBezTo>
                        <a:pt x="917" y="4109"/>
                        <a:pt x="1012" y="3859"/>
                        <a:pt x="1072" y="3656"/>
                      </a:cubicBezTo>
                      <a:cubicBezTo>
                        <a:pt x="1417" y="2620"/>
                        <a:pt x="1429" y="1513"/>
                        <a:pt x="1107" y="465"/>
                      </a:cubicBezTo>
                      <a:cubicBezTo>
                        <a:pt x="1048" y="263"/>
                        <a:pt x="965" y="1"/>
                        <a:pt x="703" y="1"/>
                      </a:cubicBezTo>
                      <a:cubicBezTo>
                        <a:pt x="697" y="1"/>
                        <a:pt x="691" y="1"/>
                        <a:pt x="68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2" name="Google Shape;682;p30"/>
                <p:cNvSpPr/>
                <p:nvPr/>
              </p:nvSpPr>
              <p:spPr>
                <a:xfrm>
                  <a:off x="5985550" y="1130050"/>
                  <a:ext cx="495325" cy="470125"/>
                </a:xfrm>
                <a:custGeom>
                  <a:rect b="b" l="l" r="r" t="t"/>
                  <a:pathLst>
                    <a:path extrusionOk="0" h="18805" w="19813">
                      <a:moveTo>
                        <a:pt x="10405" y="475"/>
                      </a:moveTo>
                      <a:cubicBezTo>
                        <a:pt x="11555" y="475"/>
                        <a:pt x="12716" y="697"/>
                        <a:pt x="13824" y="1155"/>
                      </a:cubicBezTo>
                      <a:cubicBezTo>
                        <a:pt x="17158" y="2536"/>
                        <a:pt x="19337" y="5798"/>
                        <a:pt x="19337" y="9406"/>
                      </a:cubicBezTo>
                      <a:cubicBezTo>
                        <a:pt x="19325" y="14335"/>
                        <a:pt x="15324" y="18323"/>
                        <a:pt x="10407" y="18335"/>
                      </a:cubicBezTo>
                      <a:cubicBezTo>
                        <a:pt x="6787" y="18335"/>
                        <a:pt x="3537" y="16156"/>
                        <a:pt x="2156" y="12823"/>
                      </a:cubicBezTo>
                      <a:cubicBezTo>
                        <a:pt x="775" y="9489"/>
                        <a:pt x="1537" y="5643"/>
                        <a:pt x="4085" y="3095"/>
                      </a:cubicBezTo>
                      <a:cubicBezTo>
                        <a:pt x="5797" y="1383"/>
                        <a:pt x="8080" y="475"/>
                        <a:pt x="10405" y="475"/>
                      </a:cubicBezTo>
                      <a:close/>
                      <a:moveTo>
                        <a:pt x="10397" y="1"/>
                      </a:moveTo>
                      <a:cubicBezTo>
                        <a:pt x="8589" y="1"/>
                        <a:pt x="6772" y="520"/>
                        <a:pt x="5180" y="1583"/>
                      </a:cubicBezTo>
                      <a:cubicBezTo>
                        <a:pt x="1441" y="4072"/>
                        <a:pt x="1" y="8858"/>
                        <a:pt x="1715" y="13001"/>
                      </a:cubicBezTo>
                      <a:cubicBezTo>
                        <a:pt x="3189" y="16563"/>
                        <a:pt x="6651" y="18805"/>
                        <a:pt x="10384" y="18805"/>
                      </a:cubicBezTo>
                      <a:cubicBezTo>
                        <a:pt x="10994" y="18805"/>
                        <a:pt x="11611" y="18745"/>
                        <a:pt x="12229" y="18621"/>
                      </a:cubicBezTo>
                      <a:cubicBezTo>
                        <a:pt x="16634" y="17752"/>
                        <a:pt x="19801" y="13882"/>
                        <a:pt x="19801" y="9406"/>
                      </a:cubicBezTo>
                      <a:cubicBezTo>
                        <a:pt x="19813" y="6905"/>
                        <a:pt x="18813" y="4512"/>
                        <a:pt x="17051" y="2750"/>
                      </a:cubicBezTo>
                      <a:cubicBezTo>
                        <a:pt x="15229" y="936"/>
                        <a:pt x="12822" y="1"/>
                        <a:pt x="10397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sp>
          <p:nvSpPr>
            <p:cNvPr id="683" name="Google Shape;683;p30"/>
            <p:cNvSpPr/>
            <p:nvPr/>
          </p:nvSpPr>
          <p:spPr>
            <a:xfrm>
              <a:off x="347450" y="4594150"/>
              <a:ext cx="731548" cy="419129"/>
            </a:xfrm>
            <a:custGeom>
              <a:rect b="b" l="l" r="r" t="t"/>
              <a:pathLst>
                <a:path extrusionOk="0" h="57219" w="99870">
                  <a:moveTo>
                    <a:pt x="58847" y="3703"/>
                  </a:moveTo>
                  <a:cubicBezTo>
                    <a:pt x="58882" y="3703"/>
                    <a:pt x="58917" y="3719"/>
                    <a:pt x="58948" y="3744"/>
                  </a:cubicBezTo>
                  <a:lnTo>
                    <a:pt x="58960" y="3744"/>
                  </a:lnTo>
                  <a:cubicBezTo>
                    <a:pt x="68652" y="6351"/>
                    <a:pt x="76105" y="11626"/>
                    <a:pt x="79796" y="21341"/>
                  </a:cubicBezTo>
                  <a:cubicBezTo>
                    <a:pt x="80439" y="23020"/>
                    <a:pt x="80760" y="24794"/>
                    <a:pt x="80939" y="26592"/>
                  </a:cubicBezTo>
                  <a:cubicBezTo>
                    <a:pt x="80986" y="27116"/>
                    <a:pt x="80820" y="27258"/>
                    <a:pt x="80296" y="27258"/>
                  </a:cubicBezTo>
                  <a:cubicBezTo>
                    <a:pt x="79275" y="27255"/>
                    <a:pt x="78253" y="27254"/>
                    <a:pt x="77231" y="27254"/>
                  </a:cubicBezTo>
                  <a:cubicBezTo>
                    <a:pt x="74165" y="27254"/>
                    <a:pt x="71095" y="27267"/>
                    <a:pt x="68032" y="27294"/>
                  </a:cubicBezTo>
                  <a:cubicBezTo>
                    <a:pt x="68021" y="27294"/>
                    <a:pt x="68009" y="27294"/>
                    <a:pt x="67998" y="27294"/>
                  </a:cubicBezTo>
                  <a:cubicBezTo>
                    <a:pt x="67342" y="27294"/>
                    <a:pt x="67353" y="26953"/>
                    <a:pt x="67330" y="26485"/>
                  </a:cubicBezTo>
                  <a:cubicBezTo>
                    <a:pt x="67104" y="21067"/>
                    <a:pt x="66044" y="15840"/>
                    <a:pt x="63746" y="10911"/>
                  </a:cubicBezTo>
                  <a:cubicBezTo>
                    <a:pt x="62520" y="8292"/>
                    <a:pt x="60865" y="5911"/>
                    <a:pt x="58865" y="3827"/>
                  </a:cubicBezTo>
                  <a:lnTo>
                    <a:pt x="58757" y="3744"/>
                  </a:lnTo>
                  <a:cubicBezTo>
                    <a:pt x="58786" y="3716"/>
                    <a:pt x="58816" y="3703"/>
                    <a:pt x="58847" y="3703"/>
                  </a:cubicBezTo>
                  <a:close/>
                  <a:moveTo>
                    <a:pt x="51686" y="2804"/>
                  </a:moveTo>
                  <a:cubicBezTo>
                    <a:pt x="51788" y="2804"/>
                    <a:pt x="51917" y="2829"/>
                    <a:pt x="52078" y="2875"/>
                  </a:cubicBezTo>
                  <a:cubicBezTo>
                    <a:pt x="54459" y="3506"/>
                    <a:pt x="56329" y="4887"/>
                    <a:pt x="57924" y="6696"/>
                  </a:cubicBezTo>
                  <a:cubicBezTo>
                    <a:pt x="60889" y="10078"/>
                    <a:pt x="62532" y="14114"/>
                    <a:pt x="63591" y="18412"/>
                  </a:cubicBezTo>
                  <a:cubicBezTo>
                    <a:pt x="64270" y="21127"/>
                    <a:pt x="64592" y="23889"/>
                    <a:pt x="64746" y="26663"/>
                  </a:cubicBezTo>
                  <a:cubicBezTo>
                    <a:pt x="64770" y="27163"/>
                    <a:pt x="64627" y="27306"/>
                    <a:pt x="64139" y="27306"/>
                  </a:cubicBezTo>
                  <a:cubicBezTo>
                    <a:pt x="62457" y="27301"/>
                    <a:pt x="60774" y="27298"/>
                    <a:pt x="59089" y="27298"/>
                  </a:cubicBezTo>
                  <a:cubicBezTo>
                    <a:pt x="56706" y="27298"/>
                    <a:pt x="54320" y="27304"/>
                    <a:pt x="51935" y="27318"/>
                  </a:cubicBezTo>
                  <a:cubicBezTo>
                    <a:pt x="51304" y="27318"/>
                    <a:pt x="51352" y="26997"/>
                    <a:pt x="51352" y="26580"/>
                  </a:cubicBezTo>
                  <a:cubicBezTo>
                    <a:pt x="51364" y="22710"/>
                    <a:pt x="51364" y="18853"/>
                    <a:pt x="51364" y="14983"/>
                  </a:cubicBezTo>
                  <a:lnTo>
                    <a:pt x="51340" y="14983"/>
                  </a:lnTo>
                  <a:cubicBezTo>
                    <a:pt x="51340" y="11137"/>
                    <a:pt x="51352" y="7292"/>
                    <a:pt x="51328" y="3446"/>
                  </a:cubicBezTo>
                  <a:cubicBezTo>
                    <a:pt x="51328" y="2986"/>
                    <a:pt x="51410" y="2804"/>
                    <a:pt x="51686" y="2804"/>
                  </a:cubicBezTo>
                  <a:close/>
                  <a:moveTo>
                    <a:pt x="69056" y="4887"/>
                  </a:moveTo>
                  <a:lnTo>
                    <a:pt x="69056" y="4887"/>
                  </a:lnTo>
                  <a:cubicBezTo>
                    <a:pt x="71152" y="5315"/>
                    <a:pt x="73212" y="5899"/>
                    <a:pt x="75224" y="6625"/>
                  </a:cubicBezTo>
                  <a:lnTo>
                    <a:pt x="75236" y="6625"/>
                  </a:lnTo>
                  <a:cubicBezTo>
                    <a:pt x="80629" y="8542"/>
                    <a:pt x="85701" y="11054"/>
                    <a:pt x="90047" y="14852"/>
                  </a:cubicBezTo>
                  <a:cubicBezTo>
                    <a:pt x="93143" y="17567"/>
                    <a:pt x="95560" y="20746"/>
                    <a:pt x="96655" y="24782"/>
                  </a:cubicBezTo>
                  <a:cubicBezTo>
                    <a:pt x="96798" y="25306"/>
                    <a:pt x="96881" y="25842"/>
                    <a:pt x="97000" y="26377"/>
                  </a:cubicBezTo>
                  <a:cubicBezTo>
                    <a:pt x="97143" y="26973"/>
                    <a:pt x="97048" y="27235"/>
                    <a:pt x="96310" y="27235"/>
                  </a:cubicBezTo>
                  <a:cubicBezTo>
                    <a:pt x="95167" y="27219"/>
                    <a:pt x="94025" y="27213"/>
                    <a:pt x="92884" y="27213"/>
                  </a:cubicBezTo>
                  <a:cubicBezTo>
                    <a:pt x="90601" y="27213"/>
                    <a:pt x="88321" y="27235"/>
                    <a:pt x="86035" y="27235"/>
                  </a:cubicBezTo>
                  <a:cubicBezTo>
                    <a:pt x="85590" y="27235"/>
                    <a:pt x="85089" y="27320"/>
                    <a:pt x="84642" y="27320"/>
                  </a:cubicBezTo>
                  <a:cubicBezTo>
                    <a:pt x="84323" y="27320"/>
                    <a:pt x="84031" y="27276"/>
                    <a:pt x="83808" y="27127"/>
                  </a:cubicBezTo>
                  <a:cubicBezTo>
                    <a:pt x="83249" y="26770"/>
                    <a:pt x="83511" y="25734"/>
                    <a:pt x="83391" y="25008"/>
                  </a:cubicBezTo>
                  <a:cubicBezTo>
                    <a:pt x="82308" y="18091"/>
                    <a:pt x="78843" y="12566"/>
                    <a:pt x="73545" y="8113"/>
                  </a:cubicBezTo>
                  <a:cubicBezTo>
                    <a:pt x="72116" y="6946"/>
                    <a:pt x="70616" y="5863"/>
                    <a:pt x="69056" y="4887"/>
                  </a:cubicBezTo>
                  <a:close/>
                  <a:moveTo>
                    <a:pt x="48364" y="2808"/>
                  </a:moveTo>
                  <a:cubicBezTo>
                    <a:pt x="48704" y="2808"/>
                    <a:pt x="48709" y="3114"/>
                    <a:pt x="48709" y="3970"/>
                  </a:cubicBezTo>
                  <a:lnTo>
                    <a:pt x="48709" y="15055"/>
                  </a:lnTo>
                  <a:lnTo>
                    <a:pt x="48756" y="15055"/>
                  </a:lnTo>
                  <a:cubicBezTo>
                    <a:pt x="48756" y="18876"/>
                    <a:pt x="48744" y="22698"/>
                    <a:pt x="48780" y="26520"/>
                  </a:cubicBezTo>
                  <a:cubicBezTo>
                    <a:pt x="48780" y="27154"/>
                    <a:pt x="48602" y="27330"/>
                    <a:pt x="48008" y="27330"/>
                  </a:cubicBezTo>
                  <a:cubicBezTo>
                    <a:pt x="47988" y="27330"/>
                    <a:pt x="47967" y="27330"/>
                    <a:pt x="47947" y="27330"/>
                  </a:cubicBezTo>
                  <a:cubicBezTo>
                    <a:pt x="46625" y="27322"/>
                    <a:pt x="45302" y="27319"/>
                    <a:pt x="43979" y="27319"/>
                  </a:cubicBezTo>
                  <a:cubicBezTo>
                    <a:pt x="41332" y="27319"/>
                    <a:pt x="38684" y="27330"/>
                    <a:pt x="36040" y="27330"/>
                  </a:cubicBezTo>
                  <a:cubicBezTo>
                    <a:pt x="35958" y="27330"/>
                    <a:pt x="35878" y="27334"/>
                    <a:pt x="35803" y="27334"/>
                  </a:cubicBezTo>
                  <a:cubicBezTo>
                    <a:pt x="35528" y="27334"/>
                    <a:pt x="35322" y="27282"/>
                    <a:pt x="35350" y="26806"/>
                  </a:cubicBezTo>
                  <a:cubicBezTo>
                    <a:pt x="35683" y="20293"/>
                    <a:pt x="37005" y="14054"/>
                    <a:pt x="40708" y="8542"/>
                  </a:cubicBezTo>
                  <a:cubicBezTo>
                    <a:pt x="42398" y="6042"/>
                    <a:pt x="44506" y="3994"/>
                    <a:pt x="47458" y="3041"/>
                  </a:cubicBezTo>
                  <a:cubicBezTo>
                    <a:pt x="47895" y="2898"/>
                    <a:pt x="48179" y="2808"/>
                    <a:pt x="48364" y="2808"/>
                  </a:cubicBezTo>
                  <a:close/>
                  <a:moveTo>
                    <a:pt x="41019" y="3796"/>
                  </a:moveTo>
                  <a:cubicBezTo>
                    <a:pt x="41099" y="3796"/>
                    <a:pt x="41184" y="3818"/>
                    <a:pt x="41279" y="3887"/>
                  </a:cubicBezTo>
                  <a:cubicBezTo>
                    <a:pt x="40981" y="4208"/>
                    <a:pt x="40684" y="4529"/>
                    <a:pt x="40386" y="4851"/>
                  </a:cubicBezTo>
                  <a:cubicBezTo>
                    <a:pt x="37124" y="8542"/>
                    <a:pt x="35243" y="12911"/>
                    <a:pt x="34028" y="17614"/>
                  </a:cubicBezTo>
                  <a:cubicBezTo>
                    <a:pt x="33290" y="20555"/>
                    <a:pt x="32861" y="23568"/>
                    <a:pt x="32754" y="26604"/>
                  </a:cubicBezTo>
                  <a:cubicBezTo>
                    <a:pt x="32730" y="27235"/>
                    <a:pt x="32528" y="27342"/>
                    <a:pt x="31945" y="27342"/>
                  </a:cubicBezTo>
                  <a:cubicBezTo>
                    <a:pt x="30417" y="27333"/>
                    <a:pt x="28890" y="27329"/>
                    <a:pt x="27365" y="27329"/>
                  </a:cubicBezTo>
                  <a:cubicBezTo>
                    <a:pt x="24897" y="27329"/>
                    <a:pt x="22432" y="27339"/>
                    <a:pt x="19967" y="27354"/>
                  </a:cubicBezTo>
                  <a:cubicBezTo>
                    <a:pt x="19360" y="27354"/>
                    <a:pt x="19157" y="27235"/>
                    <a:pt x="19217" y="26592"/>
                  </a:cubicBezTo>
                  <a:cubicBezTo>
                    <a:pt x="19681" y="21865"/>
                    <a:pt x="21503" y="17698"/>
                    <a:pt x="24491" y="14043"/>
                  </a:cubicBezTo>
                  <a:cubicBezTo>
                    <a:pt x="28754" y="8828"/>
                    <a:pt x="34314" y="5625"/>
                    <a:pt x="40743" y="3851"/>
                  </a:cubicBezTo>
                  <a:cubicBezTo>
                    <a:pt x="40830" y="3831"/>
                    <a:pt x="40920" y="3796"/>
                    <a:pt x="41019" y="3796"/>
                  </a:cubicBezTo>
                  <a:close/>
                  <a:moveTo>
                    <a:pt x="31083" y="4890"/>
                  </a:moveTo>
                  <a:cubicBezTo>
                    <a:pt x="31150" y="4890"/>
                    <a:pt x="31218" y="4893"/>
                    <a:pt x="31290" y="4899"/>
                  </a:cubicBezTo>
                  <a:cubicBezTo>
                    <a:pt x="30647" y="5303"/>
                    <a:pt x="30099" y="5637"/>
                    <a:pt x="29575" y="5994"/>
                  </a:cubicBezTo>
                  <a:cubicBezTo>
                    <a:pt x="23682" y="9947"/>
                    <a:pt x="19395" y="15138"/>
                    <a:pt x="17419" y="22055"/>
                  </a:cubicBezTo>
                  <a:cubicBezTo>
                    <a:pt x="16967" y="23591"/>
                    <a:pt x="16693" y="25175"/>
                    <a:pt x="16597" y="26770"/>
                  </a:cubicBezTo>
                  <a:cubicBezTo>
                    <a:pt x="16574" y="27223"/>
                    <a:pt x="16431" y="27354"/>
                    <a:pt x="15990" y="27354"/>
                  </a:cubicBezTo>
                  <a:cubicBezTo>
                    <a:pt x="11894" y="27354"/>
                    <a:pt x="7811" y="27354"/>
                    <a:pt x="3727" y="27378"/>
                  </a:cubicBezTo>
                  <a:cubicBezTo>
                    <a:pt x="3179" y="27378"/>
                    <a:pt x="3036" y="27211"/>
                    <a:pt x="3120" y="26699"/>
                  </a:cubicBezTo>
                  <a:cubicBezTo>
                    <a:pt x="3393" y="24770"/>
                    <a:pt x="4024" y="22913"/>
                    <a:pt x="4965" y="21210"/>
                  </a:cubicBezTo>
                  <a:cubicBezTo>
                    <a:pt x="7084" y="17352"/>
                    <a:pt x="10228" y="14483"/>
                    <a:pt x="13835" y="12078"/>
                  </a:cubicBezTo>
                  <a:cubicBezTo>
                    <a:pt x="19050" y="8601"/>
                    <a:pt x="24837" y="6423"/>
                    <a:pt x="30885" y="4899"/>
                  </a:cubicBezTo>
                  <a:cubicBezTo>
                    <a:pt x="30950" y="4893"/>
                    <a:pt x="31016" y="4890"/>
                    <a:pt x="31083" y="4890"/>
                  </a:cubicBezTo>
                  <a:close/>
                  <a:moveTo>
                    <a:pt x="15931" y="29973"/>
                  </a:moveTo>
                  <a:cubicBezTo>
                    <a:pt x="16312" y="29973"/>
                    <a:pt x="16550" y="29985"/>
                    <a:pt x="16597" y="30497"/>
                  </a:cubicBezTo>
                  <a:cubicBezTo>
                    <a:pt x="17252" y="38403"/>
                    <a:pt x="21050" y="44582"/>
                    <a:pt x="27099" y="49523"/>
                  </a:cubicBezTo>
                  <a:cubicBezTo>
                    <a:pt x="28349" y="50547"/>
                    <a:pt x="29754" y="51345"/>
                    <a:pt x="31040" y="52309"/>
                  </a:cubicBezTo>
                  <a:cubicBezTo>
                    <a:pt x="29790" y="52238"/>
                    <a:pt x="28635" y="51785"/>
                    <a:pt x="27456" y="51428"/>
                  </a:cubicBezTo>
                  <a:cubicBezTo>
                    <a:pt x="21824" y="49737"/>
                    <a:pt x="16514" y="47392"/>
                    <a:pt x="11811" y="43808"/>
                  </a:cubicBezTo>
                  <a:cubicBezTo>
                    <a:pt x="8692" y="41427"/>
                    <a:pt x="6072" y="38629"/>
                    <a:pt x="4405" y="35021"/>
                  </a:cubicBezTo>
                  <a:cubicBezTo>
                    <a:pt x="3786" y="33652"/>
                    <a:pt x="3358" y="32211"/>
                    <a:pt x="3131" y="30723"/>
                  </a:cubicBezTo>
                  <a:cubicBezTo>
                    <a:pt x="3048" y="30211"/>
                    <a:pt x="3120" y="29973"/>
                    <a:pt x="3739" y="29973"/>
                  </a:cubicBezTo>
                  <a:cubicBezTo>
                    <a:pt x="5092" y="29981"/>
                    <a:pt x="6447" y="29984"/>
                    <a:pt x="7802" y="29984"/>
                  </a:cubicBezTo>
                  <a:cubicBezTo>
                    <a:pt x="10512" y="29984"/>
                    <a:pt x="13224" y="29973"/>
                    <a:pt x="15931" y="29973"/>
                  </a:cubicBezTo>
                  <a:close/>
                  <a:moveTo>
                    <a:pt x="96084" y="29842"/>
                  </a:moveTo>
                  <a:cubicBezTo>
                    <a:pt x="97155" y="29842"/>
                    <a:pt x="97143" y="29842"/>
                    <a:pt x="96965" y="30878"/>
                  </a:cubicBezTo>
                  <a:lnTo>
                    <a:pt x="96977" y="30878"/>
                  </a:lnTo>
                  <a:cubicBezTo>
                    <a:pt x="96429" y="34152"/>
                    <a:pt x="94929" y="36962"/>
                    <a:pt x="92809" y="39474"/>
                  </a:cubicBezTo>
                  <a:cubicBezTo>
                    <a:pt x="89571" y="43308"/>
                    <a:pt x="85475" y="45987"/>
                    <a:pt x="81010" y="48166"/>
                  </a:cubicBezTo>
                  <a:cubicBezTo>
                    <a:pt x="77343" y="49952"/>
                    <a:pt x="73509" y="51250"/>
                    <a:pt x="69568" y="52262"/>
                  </a:cubicBezTo>
                  <a:cubicBezTo>
                    <a:pt x="69414" y="52297"/>
                    <a:pt x="69235" y="52309"/>
                    <a:pt x="69068" y="52333"/>
                  </a:cubicBezTo>
                  <a:cubicBezTo>
                    <a:pt x="71128" y="50976"/>
                    <a:pt x="73116" y="49535"/>
                    <a:pt x="74902" y="47832"/>
                  </a:cubicBezTo>
                  <a:cubicBezTo>
                    <a:pt x="79415" y="43558"/>
                    <a:pt x="82391" y="38438"/>
                    <a:pt x="83356" y="32235"/>
                  </a:cubicBezTo>
                  <a:cubicBezTo>
                    <a:pt x="83475" y="31664"/>
                    <a:pt x="83534" y="31068"/>
                    <a:pt x="83558" y="30485"/>
                  </a:cubicBezTo>
                  <a:cubicBezTo>
                    <a:pt x="83558" y="29937"/>
                    <a:pt x="83784" y="29842"/>
                    <a:pt x="84261" y="29842"/>
                  </a:cubicBezTo>
                  <a:cubicBezTo>
                    <a:pt x="85574" y="29850"/>
                    <a:pt x="86889" y="29853"/>
                    <a:pt x="88204" y="29853"/>
                  </a:cubicBezTo>
                  <a:cubicBezTo>
                    <a:pt x="90834" y="29853"/>
                    <a:pt x="93464" y="29842"/>
                    <a:pt x="96084" y="29842"/>
                  </a:cubicBezTo>
                  <a:close/>
                  <a:moveTo>
                    <a:pt x="31075" y="52321"/>
                  </a:moveTo>
                  <a:lnTo>
                    <a:pt x="31242" y="52393"/>
                  </a:lnTo>
                  <a:cubicBezTo>
                    <a:pt x="31230" y="52404"/>
                    <a:pt x="31206" y="52428"/>
                    <a:pt x="31183" y="52428"/>
                  </a:cubicBezTo>
                  <a:cubicBezTo>
                    <a:pt x="31123" y="52428"/>
                    <a:pt x="31040" y="52428"/>
                    <a:pt x="31075" y="52321"/>
                  </a:cubicBezTo>
                  <a:close/>
                  <a:moveTo>
                    <a:pt x="32135" y="29949"/>
                  </a:moveTo>
                  <a:cubicBezTo>
                    <a:pt x="32838" y="29949"/>
                    <a:pt x="32790" y="30330"/>
                    <a:pt x="32814" y="30783"/>
                  </a:cubicBezTo>
                  <a:cubicBezTo>
                    <a:pt x="32945" y="34890"/>
                    <a:pt x="33683" y="38962"/>
                    <a:pt x="35004" y="42856"/>
                  </a:cubicBezTo>
                  <a:cubicBezTo>
                    <a:pt x="36362" y="46808"/>
                    <a:pt x="38303" y="50416"/>
                    <a:pt x="41291" y="53452"/>
                  </a:cubicBezTo>
                  <a:cubicBezTo>
                    <a:pt x="38945" y="52964"/>
                    <a:pt x="36683" y="52178"/>
                    <a:pt x="34552" y="51107"/>
                  </a:cubicBezTo>
                  <a:cubicBezTo>
                    <a:pt x="28468" y="48094"/>
                    <a:pt x="23705" y="43749"/>
                    <a:pt x="20943" y="37438"/>
                  </a:cubicBezTo>
                  <a:cubicBezTo>
                    <a:pt x="19991" y="35271"/>
                    <a:pt x="19407" y="32962"/>
                    <a:pt x="19217" y="30604"/>
                  </a:cubicBezTo>
                  <a:cubicBezTo>
                    <a:pt x="19169" y="30116"/>
                    <a:pt x="19300" y="29973"/>
                    <a:pt x="19800" y="29973"/>
                  </a:cubicBezTo>
                  <a:cubicBezTo>
                    <a:pt x="21304" y="29977"/>
                    <a:pt x="22807" y="29980"/>
                    <a:pt x="24311" y="29980"/>
                  </a:cubicBezTo>
                  <a:cubicBezTo>
                    <a:pt x="26916" y="29980"/>
                    <a:pt x="29523" y="29972"/>
                    <a:pt x="32135" y="29949"/>
                  </a:cubicBezTo>
                  <a:close/>
                  <a:moveTo>
                    <a:pt x="80224" y="29854"/>
                  </a:moveTo>
                  <a:cubicBezTo>
                    <a:pt x="80820" y="29854"/>
                    <a:pt x="80998" y="29997"/>
                    <a:pt x="80939" y="30592"/>
                  </a:cubicBezTo>
                  <a:cubicBezTo>
                    <a:pt x="80582" y="34402"/>
                    <a:pt x="79260" y="38069"/>
                    <a:pt x="77093" y="41236"/>
                  </a:cubicBezTo>
                  <a:cubicBezTo>
                    <a:pt x="72712" y="47654"/>
                    <a:pt x="66544" y="51488"/>
                    <a:pt x="59103" y="53428"/>
                  </a:cubicBezTo>
                  <a:cubicBezTo>
                    <a:pt x="59054" y="53436"/>
                    <a:pt x="58994" y="53456"/>
                    <a:pt x="58957" y="53456"/>
                  </a:cubicBezTo>
                  <a:cubicBezTo>
                    <a:pt x="58940" y="53456"/>
                    <a:pt x="58928" y="53452"/>
                    <a:pt x="58924" y="53440"/>
                  </a:cubicBezTo>
                  <a:cubicBezTo>
                    <a:pt x="58865" y="53369"/>
                    <a:pt x="58948" y="53345"/>
                    <a:pt x="59007" y="53321"/>
                  </a:cubicBezTo>
                  <a:cubicBezTo>
                    <a:pt x="64901" y="47011"/>
                    <a:pt x="66854" y="39236"/>
                    <a:pt x="67330" y="30914"/>
                  </a:cubicBezTo>
                  <a:cubicBezTo>
                    <a:pt x="67389" y="29890"/>
                    <a:pt x="67366" y="29890"/>
                    <a:pt x="68402" y="29890"/>
                  </a:cubicBezTo>
                  <a:cubicBezTo>
                    <a:pt x="72342" y="29890"/>
                    <a:pt x="76295" y="29890"/>
                    <a:pt x="80224" y="29854"/>
                  </a:cubicBezTo>
                  <a:close/>
                  <a:moveTo>
                    <a:pt x="64127" y="29890"/>
                  </a:moveTo>
                  <a:cubicBezTo>
                    <a:pt x="64544" y="29890"/>
                    <a:pt x="64818" y="29890"/>
                    <a:pt x="64782" y="30461"/>
                  </a:cubicBezTo>
                  <a:cubicBezTo>
                    <a:pt x="64496" y="35926"/>
                    <a:pt x="63508" y="41213"/>
                    <a:pt x="60972" y="46118"/>
                  </a:cubicBezTo>
                  <a:cubicBezTo>
                    <a:pt x="59662" y="48594"/>
                    <a:pt x="58067" y="50833"/>
                    <a:pt x="55817" y="52535"/>
                  </a:cubicBezTo>
                  <a:lnTo>
                    <a:pt x="55829" y="52535"/>
                  </a:lnTo>
                  <a:cubicBezTo>
                    <a:pt x="54805" y="53333"/>
                    <a:pt x="53626" y="53928"/>
                    <a:pt x="52364" y="54286"/>
                  </a:cubicBezTo>
                  <a:cubicBezTo>
                    <a:pt x="52048" y="54372"/>
                    <a:pt x="51839" y="54428"/>
                    <a:pt x="51702" y="54428"/>
                  </a:cubicBezTo>
                  <a:cubicBezTo>
                    <a:pt x="51440" y="54428"/>
                    <a:pt x="51435" y="54224"/>
                    <a:pt x="51435" y="53631"/>
                  </a:cubicBezTo>
                  <a:lnTo>
                    <a:pt x="51435" y="42165"/>
                  </a:lnTo>
                  <a:lnTo>
                    <a:pt x="51376" y="42165"/>
                  </a:lnTo>
                  <a:lnTo>
                    <a:pt x="51376" y="30711"/>
                  </a:lnTo>
                  <a:cubicBezTo>
                    <a:pt x="51376" y="30221"/>
                    <a:pt x="51399" y="29913"/>
                    <a:pt x="52030" y="29913"/>
                  </a:cubicBezTo>
                  <a:cubicBezTo>
                    <a:pt x="52042" y="29913"/>
                    <a:pt x="52054" y="29913"/>
                    <a:pt x="52066" y="29914"/>
                  </a:cubicBezTo>
                  <a:cubicBezTo>
                    <a:pt x="53245" y="29921"/>
                    <a:pt x="54422" y="29923"/>
                    <a:pt x="55600" y="29923"/>
                  </a:cubicBezTo>
                  <a:cubicBezTo>
                    <a:pt x="58442" y="29923"/>
                    <a:pt x="61282" y="29907"/>
                    <a:pt x="64127" y="29890"/>
                  </a:cubicBezTo>
                  <a:close/>
                  <a:moveTo>
                    <a:pt x="48113" y="29925"/>
                  </a:moveTo>
                  <a:cubicBezTo>
                    <a:pt x="48697" y="29925"/>
                    <a:pt x="48804" y="30140"/>
                    <a:pt x="48792" y="30652"/>
                  </a:cubicBezTo>
                  <a:cubicBezTo>
                    <a:pt x="48780" y="34521"/>
                    <a:pt x="48792" y="38391"/>
                    <a:pt x="48792" y="42260"/>
                  </a:cubicBezTo>
                  <a:lnTo>
                    <a:pt x="48816" y="42260"/>
                  </a:lnTo>
                  <a:lnTo>
                    <a:pt x="48816" y="53571"/>
                  </a:lnTo>
                  <a:cubicBezTo>
                    <a:pt x="48816" y="54209"/>
                    <a:pt x="48816" y="54430"/>
                    <a:pt x="48540" y="54430"/>
                  </a:cubicBezTo>
                  <a:cubicBezTo>
                    <a:pt x="48393" y="54430"/>
                    <a:pt x="48170" y="54369"/>
                    <a:pt x="47828" y="54274"/>
                  </a:cubicBezTo>
                  <a:cubicBezTo>
                    <a:pt x="45280" y="53559"/>
                    <a:pt x="43351" y="51952"/>
                    <a:pt x="41732" y="49940"/>
                  </a:cubicBezTo>
                  <a:cubicBezTo>
                    <a:pt x="38791" y="46308"/>
                    <a:pt x="37231" y="42058"/>
                    <a:pt x="36267" y="37557"/>
                  </a:cubicBezTo>
                  <a:cubicBezTo>
                    <a:pt x="35790" y="35283"/>
                    <a:pt x="35564" y="32985"/>
                    <a:pt x="35397" y="30676"/>
                  </a:cubicBezTo>
                  <a:cubicBezTo>
                    <a:pt x="35362" y="30140"/>
                    <a:pt x="35469" y="29949"/>
                    <a:pt x="36052" y="29949"/>
                  </a:cubicBezTo>
                  <a:cubicBezTo>
                    <a:pt x="37525" y="29954"/>
                    <a:pt x="38997" y="29956"/>
                    <a:pt x="40468" y="29956"/>
                  </a:cubicBezTo>
                  <a:cubicBezTo>
                    <a:pt x="43015" y="29956"/>
                    <a:pt x="45562" y="29948"/>
                    <a:pt x="48113" y="29925"/>
                  </a:cubicBezTo>
                  <a:close/>
                  <a:moveTo>
                    <a:pt x="49847" y="0"/>
                  </a:moveTo>
                  <a:cubicBezTo>
                    <a:pt x="47878" y="0"/>
                    <a:pt x="45726" y="67"/>
                    <a:pt x="43553" y="255"/>
                  </a:cubicBezTo>
                  <a:cubicBezTo>
                    <a:pt x="35505" y="934"/>
                    <a:pt x="27694" y="2553"/>
                    <a:pt x="20253" y="5756"/>
                  </a:cubicBezTo>
                  <a:cubicBezTo>
                    <a:pt x="15192" y="7935"/>
                    <a:pt x="10537" y="10733"/>
                    <a:pt x="6644" y="14697"/>
                  </a:cubicBezTo>
                  <a:cubicBezTo>
                    <a:pt x="3465" y="17948"/>
                    <a:pt x="1191" y="21698"/>
                    <a:pt x="476" y="26282"/>
                  </a:cubicBezTo>
                  <a:cubicBezTo>
                    <a:pt x="453" y="26401"/>
                    <a:pt x="0" y="28830"/>
                    <a:pt x="679" y="32200"/>
                  </a:cubicBezTo>
                  <a:cubicBezTo>
                    <a:pt x="1488" y="36224"/>
                    <a:pt x="3667" y="39546"/>
                    <a:pt x="6501" y="42463"/>
                  </a:cubicBezTo>
                  <a:cubicBezTo>
                    <a:pt x="10799" y="46904"/>
                    <a:pt x="16038" y="49868"/>
                    <a:pt x="21705" y="52142"/>
                  </a:cubicBezTo>
                  <a:cubicBezTo>
                    <a:pt x="27992" y="54643"/>
                    <a:pt x="34528" y="56107"/>
                    <a:pt x="41255" y="56774"/>
                  </a:cubicBezTo>
                  <a:cubicBezTo>
                    <a:pt x="44247" y="57067"/>
                    <a:pt x="47230" y="57219"/>
                    <a:pt x="50202" y="57219"/>
                  </a:cubicBezTo>
                  <a:cubicBezTo>
                    <a:pt x="57026" y="57219"/>
                    <a:pt x="63796" y="56416"/>
                    <a:pt x="70497" y="54667"/>
                  </a:cubicBezTo>
                  <a:cubicBezTo>
                    <a:pt x="77462" y="52857"/>
                    <a:pt x="84023" y="50142"/>
                    <a:pt x="89797" y="45761"/>
                  </a:cubicBezTo>
                  <a:cubicBezTo>
                    <a:pt x="93476" y="42975"/>
                    <a:pt x="96548" y="39665"/>
                    <a:pt x="98405" y="35343"/>
                  </a:cubicBezTo>
                  <a:cubicBezTo>
                    <a:pt x="99048" y="33855"/>
                    <a:pt x="99489" y="32271"/>
                    <a:pt x="99691" y="30664"/>
                  </a:cubicBezTo>
                  <a:cubicBezTo>
                    <a:pt x="99870" y="29580"/>
                    <a:pt x="99715" y="26449"/>
                    <a:pt x="99489" y="25115"/>
                  </a:cubicBezTo>
                  <a:cubicBezTo>
                    <a:pt x="98620" y="21055"/>
                    <a:pt x="96548" y="17674"/>
                    <a:pt x="93714" y="14733"/>
                  </a:cubicBezTo>
                  <a:cubicBezTo>
                    <a:pt x="89583" y="10447"/>
                    <a:pt x="84558" y="7542"/>
                    <a:pt x="79117" y="5303"/>
                  </a:cubicBezTo>
                  <a:cubicBezTo>
                    <a:pt x="72485" y="2577"/>
                    <a:pt x="65556" y="1053"/>
                    <a:pt x="58424" y="398"/>
                  </a:cubicBezTo>
                  <a:cubicBezTo>
                    <a:pt x="57535" y="316"/>
                    <a:pt x="54123" y="0"/>
                    <a:pt x="498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1">
  <p:cSld name="CUSTOM_9_1">
    <p:spTree>
      <p:nvGrpSpPr>
        <p:cNvPr id="684" name="Shape 6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85" name="Google Shape;685;p31"/>
          <p:cNvGrpSpPr/>
          <p:nvPr/>
        </p:nvGrpSpPr>
        <p:grpSpPr>
          <a:xfrm>
            <a:off x="168450" y="127238"/>
            <a:ext cx="300075" cy="824525"/>
            <a:chOff x="974800" y="3481225"/>
            <a:chExt cx="300075" cy="824525"/>
          </a:xfrm>
        </p:grpSpPr>
        <p:sp>
          <p:nvSpPr>
            <p:cNvPr id="686" name="Google Shape;686;p31"/>
            <p:cNvSpPr/>
            <p:nvPr/>
          </p:nvSpPr>
          <p:spPr>
            <a:xfrm>
              <a:off x="974800" y="3953300"/>
              <a:ext cx="300075" cy="58650"/>
            </a:xfrm>
            <a:custGeom>
              <a:rect b="b" l="l" r="r" t="t"/>
              <a:pathLst>
                <a:path extrusionOk="0" h="2346" w="12003">
                  <a:moveTo>
                    <a:pt x="1" y="0"/>
                  </a:moveTo>
                  <a:lnTo>
                    <a:pt x="1" y="2346"/>
                  </a:lnTo>
                  <a:lnTo>
                    <a:pt x="12002" y="2346"/>
                  </a:lnTo>
                  <a:lnTo>
                    <a:pt x="1200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" name="Google Shape;687;p31"/>
            <p:cNvSpPr/>
            <p:nvPr/>
          </p:nvSpPr>
          <p:spPr>
            <a:xfrm>
              <a:off x="974800" y="3616050"/>
              <a:ext cx="300075" cy="41100"/>
            </a:xfrm>
            <a:custGeom>
              <a:rect b="b" l="l" r="r" t="t"/>
              <a:pathLst>
                <a:path extrusionOk="0" h="1644" w="12003">
                  <a:moveTo>
                    <a:pt x="1" y="1"/>
                  </a:moveTo>
                  <a:lnTo>
                    <a:pt x="1" y="1644"/>
                  </a:lnTo>
                  <a:lnTo>
                    <a:pt x="12002" y="1644"/>
                  </a:lnTo>
                  <a:lnTo>
                    <a:pt x="1200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" name="Google Shape;688;p31"/>
            <p:cNvSpPr/>
            <p:nvPr/>
          </p:nvSpPr>
          <p:spPr>
            <a:xfrm>
              <a:off x="974800" y="3875600"/>
              <a:ext cx="300075" cy="34850"/>
            </a:xfrm>
            <a:custGeom>
              <a:rect b="b" l="l" r="r" t="t"/>
              <a:pathLst>
                <a:path extrusionOk="0" h="1394" w="12003">
                  <a:moveTo>
                    <a:pt x="1" y="1"/>
                  </a:moveTo>
                  <a:lnTo>
                    <a:pt x="1" y="1394"/>
                  </a:lnTo>
                  <a:lnTo>
                    <a:pt x="12002" y="1394"/>
                  </a:lnTo>
                  <a:lnTo>
                    <a:pt x="1200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" name="Google Shape;689;p31"/>
            <p:cNvSpPr/>
            <p:nvPr/>
          </p:nvSpPr>
          <p:spPr>
            <a:xfrm>
              <a:off x="974800" y="4217900"/>
              <a:ext cx="300075" cy="36650"/>
            </a:xfrm>
            <a:custGeom>
              <a:rect b="b" l="l" r="r" t="t"/>
              <a:pathLst>
                <a:path extrusionOk="0" h="1466" w="12003">
                  <a:moveTo>
                    <a:pt x="1" y="1"/>
                  </a:moveTo>
                  <a:lnTo>
                    <a:pt x="1" y="1465"/>
                  </a:lnTo>
                  <a:lnTo>
                    <a:pt x="12002" y="1465"/>
                  </a:lnTo>
                  <a:lnTo>
                    <a:pt x="1200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" name="Google Shape;690;p31"/>
            <p:cNvSpPr/>
            <p:nvPr/>
          </p:nvSpPr>
          <p:spPr>
            <a:xfrm>
              <a:off x="974800" y="3777375"/>
              <a:ext cx="300075" cy="21450"/>
            </a:xfrm>
            <a:custGeom>
              <a:rect b="b" l="l" r="r" t="t"/>
              <a:pathLst>
                <a:path extrusionOk="0" h="858" w="12003">
                  <a:moveTo>
                    <a:pt x="1" y="1"/>
                  </a:moveTo>
                  <a:lnTo>
                    <a:pt x="1" y="858"/>
                  </a:lnTo>
                  <a:lnTo>
                    <a:pt x="12002" y="858"/>
                  </a:lnTo>
                  <a:lnTo>
                    <a:pt x="1200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" name="Google Shape;691;p31"/>
            <p:cNvSpPr/>
            <p:nvPr/>
          </p:nvSpPr>
          <p:spPr>
            <a:xfrm>
              <a:off x="974800" y="3502950"/>
              <a:ext cx="300075" cy="21150"/>
            </a:xfrm>
            <a:custGeom>
              <a:rect b="b" l="l" r="r" t="t"/>
              <a:pathLst>
                <a:path extrusionOk="0" h="846" w="12003">
                  <a:moveTo>
                    <a:pt x="1" y="0"/>
                  </a:moveTo>
                  <a:lnTo>
                    <a:pt x="1" y="845"/>
                  </a:lnTo>
                  <a:lnTo>
                    <a:pt x="12002" y="845"/>
                  </a:lnTo>
                  <a:lnTo>
                    <a:pt x="1200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" name="Google Shape;692;p31"/>
            <p:cNvSpPr/>
            <p:nvPr/>
          </p:nvSpPr>
          <p:spPr>
            <a:xfrm>
              <a:off x="974800" y="4117900"/>
              <a:ext cx="300075" cy="22650"/>
            </a:xfrm>
            <a:custGeom>
              <a:rect b="b" l="l" r="r" t="t"/>
              <a:pathLst>
                <a:path extrusionOk="0" h="906" w="12003">
                  <a:moveTo>
                    <a:pt x="1" y="0"/>
                  </a:moveTo>
                  <a:lnTo>
                    <a:pt x="1" y="905"/>
                  </a:lnTo>
                  <a:lnTo>
                    <a:pt x="12002" y="905"/>
                  </a:lnTo>
                  <a:lnTo>
                    <a:pt x="1200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" name="Google Shape;693;p31"/>
            <p:cNvSpPr/>
            <p:nvPr/>
          </p:nvSpPr>
          <p:spPr>
            <a:xfrm>
              <a:off x="974800" y="3744050"/>
              <a:ext cx="300075" cy="18775"/>
            </a:xfrm>
            <a:custGeom>
              <a:rect b="b" l="l" r="r" t="t"/>
              <a:pathLst>
                <a:path extrusionOk="0" h="751" w="12003">
                  <a:moveTo>
                    <a:pt x="12002" y="0"/>
                  </a:moveTo>
                  <a:cubicBezTo>
                    <a:pt x="8002" y="0"/>
                    <a:pt x="4013" y="0"/>
                    <a:pt x="25" y="12"/>
                  </a:cubicBezTo>
                  <a:lnTo>
                    <a:pt x="1" y="12"/>
                  </a:lnTo>
                  <a:lnTo>
                    <a:pt x="1" y="750"/>
                  </a:lnTo>
                  <a:lnTo>
                    <a:pt x="12002" y="750"/>
                  </a:lnTo>
                  <a:lnTo>
                    <a:pt x="1200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" name="Google Shape;694;p31"/>
            <p:cNvSpPr/>
            <p:nvPr/>
          </p:nvSpPr>
          <p:spPr>
            <a:xfrm>
              <a:off x="974800" y="3700000"/>
              <a:ext cx="300075" cy="15200"/>
            </a:xfrm>
            <a:custGeom>
              <a:rect b="b" l="l" r="r" t="t"/>
              <a:pathLst>
                <a:path extrusionOk="0" h="608" w="12003">
                  <a:moveTo>
                    <a:pt x="12002" y="0"/>
                  </a:moveTo>
                  <a:cubicBezTo>
                    <a:pt x="8002" y="12"/>
                    <a:pt x="4013" y="12"/>
                    <a:pt x="25" y="12"/>
                  </a:cubicBezTo>
                  <a:lnTo>
                    <a:pt x="1" y="12"/>
                  </a:lnTo>
                  <a:lnTo>
                    <a:pt x="1" y="607"/>
                  </a:lnTo>
                  <a:lnTo>
                    <a:pt x="12002" y="607"/>
                  </a:lnTo>
                  <a:lnTo>
                    <a:pt x="1200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" name="Google Shape;695;p31"/>
            <p:cNvSpPr/>
            <p:nvPr/>
          </p:nvSpPr>
          <p:spPr>
            <a:xfrm>
              <a:off x="974800" y="3574075"/>
              <a:ext cx="300075" cy="14925"/>
            </a:xfrm>
            <a:custGeom>
              <a:rect b="b" l="l" r="r" t="t"/>
              <a:pathLst>
                <a:path extrusionOk="0" h="597" w="12003">
                  <a:moveTo>
                    <a:pt x="1" y="1"/>
                  </a:moveTo>
                  <a:lnTo>
                    <a:pt x="1" y="596"/>
                  </a:lnTo>
                  <a:lnTo>
                    <a:pt x="12002" y="596"/>
                  </a:lnTo>
                  <a:lnTo>
                    <a:pt x="1200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" name="Google Shape;696;p31"/>
            <p:cNvSpPr/>
            <p:nvPr/>
          </p:nvSpPr>
          <p:spPr>
            <a:xfrm>
              <a:off x="974800" y="4160475"/>
              <a:ext cx="300075" cy="17875"/>
            </a:xfrm>
            <a:custGeom>
              <a:rect b="b" l="l" r="r" t="t"/>
              <a:pathLst>
                <a:path extrusionOk="0" h="715" w="12003">
                  <a:moveTo>
                    <a:pt x="12002" y="0"/>
                  </a:moveTo>
                  <a:cubicBezTo>
                    <a:pt x="11467" y="0"/>
                    <a:pt x="10943" y="12"/>
                    <a:pt x="10407" y="12"/>
                  </a:cubicBezTo>
                  <a:lnTo>
                    <a:pt x="406" y="12"/>
                  </a:lnTo>
                  <a:cubicBezTo>
                    <a:pt x="340" y="6"/>
                    <a:pt x="272" y="3"/>
                    <a:pt x="203" y="3"/>
                  </a:cubicBezTo>
                  <a:cubicBezTo>
                    <a:pt x="135" y="3"/>
                    <a:pt x="66" y="6"/>
                    <a:pt x="1" y="12"/>
                  </a:cubicBezTo>
                  <a:lnTo>
                    <a:pt x="1" y="714"/>
                  </a:lnTo>
                  <a:lnTo>
                    <a:pt x="12002" y="714"/>
                  </a:lnTo>
                  <a:lnTo>
                    <a:pt x="1200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" name="Google Shape;697;p31"/>
            <p:cNvSpPr/>
            <p:nvPr/>
          </p:nvSpPr>
          <p:spPr>
            <a:xfrm>
              <a:off x="974800" y="3481225"/>
              <a:ext cx="300075" cy="8950"/>
            </a:xfrm>
            <a:custGeom>
              <a:rect b="b" l="l" r="r" t="t"/>
              <a:pathLst>
                <a:path extrusionOk="0" h="358" w="12003">
                  <a:moveTo>
                    <a:pt x="1" y="0"/>
                  </a:moveTo>
                  <a:lnTo>
                    <a:pt x="1" y="357"/>
                  </a:lnTo>
                  <a:lnTo>
                    <a:pt x="12002" y="357"/>
                  </a:lnTo>
                  <a:lnTo>
                    <a:pt x="1200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" name="Google Shape;698;p31"/>
            <p:cNvSpPr/>
            <p:nvPr/>
          </p:nvSpPr>
          <p:spPr>
            <a:xfrm>
              <a:off x="974800" y="3849200"/>
              <a:ext cx="300075" cy="10350"/>
            </a:xfrm>
            <a:custGeom>
              <a:rect b="b" l="l" r="r" t="t"/>
              <a:pathLst>
                <a:path extrusionOk="0" h="414" w="12003">
                  <a:moveTo>
                    <a:pt x="6037" y="0"/>
                  </a:moveTo>
                  <a:cubicBezTo>
                    <a:pt x="4049" y="0"/>
                    <a:pt x="2061" y="3"/>
                    <a:pt x="72" y="9"/>
                  </a:cubicBezTo>
                  <a:lnTo>
                    <a:pt x="1" y="9"/>
                  </a:lnTo>
                  <a:lnTo>
                    <a:pt x="1" y="414"/>
                  </a:lnTo>
                  <a:lnTo>
                    <a:pt x="12002" y="414"/>
                  </a:lnTo>
                  <a:lnTo>
                    <a:pt x="12002" y="9"/>
                  </a:lnTo>
                  <a:cubicBezTo>
                    <a:pt x="10014" y="3"/>
                    <a:pt x="8026" y="0"/>
                    <a:pt x="60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" name="Google Shape;699;p31"/>
            <p:cNvSpPr/>
            <p:nvPr/>
          </p:nvSpPr>
          <p:spPr>
            <a:xfrm>
              <a:off x="974800" y="4057550"/>
              <a:ext cx="300075" cy="13975"/>
            </a:xfrm>
            <a:custGeom>
              <a:rect b="b" l="l" r="r" t="t"/>
              <a:pathLst>
                <a:path extrusionOk="0" h="559" w="12003">
                  <a:moveTo>
                    <a:pt x="223" y="0"/>
                  </a:moveTo>
                  <a:cubicBezTo>
                    <a:pt x="147" y="0"/>
                    <a:pt x="72" y="3"/>
                    <a:pt x="1" y="9"/>
                  </a:cubicBezTo>
                  <a:lnTo>
                    <a:pt x="1" y="533"/>
                  </a:lnTo>
                  <a:cubicBezTo>
                    <a:pt x="82" y="548"/>
                    <a:pt x="163" y="558"/>
                    <a:pt x="244" y="558"/>
                  </a:cubicBezTo>
                  <a:cubicBezTo>
                    <a:pt x="294" y="558"/>
                    <a:pt x="344" y="554"/>
                    <a:pt x="394" y="545"/>
                  </a:cubicBezTo>
                  <a:lnTo>
                    <a:pt x="12002" y="545"/>
                  </a:lnTo>
                  <a:lnTo>
                    <a:pt x="12002" y="9"/>
                  </a:lnTo>
                  <a:cubicBezTo>
                    <a:pt x="10074" y="3"/>
                    <a:pt x="8148" y="0"/>
                    <a:pt x="6223" y="0"/>
                  </a:cubicBezTo>
                  <a:cubicBezTo>
                    <a:pt x="4299" y="0"/>
                    <a:pt x="2376" y="3"/>
                    <a:pt x="453" y="9"/>
                  </a:cubicBezTo>
                  <a:cubicBezTo>
                    <a:pt x="376" y="3"/>
                    <a:pt x="299" y="0"/>
                    <a:pt x="22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" name="Google Shape;700;p31"/>
            <p:cNvSpPr/>
            <p:nvPr/>
          </p:nvSpPr>
          <p:spPr>
            <a:xfrm>
              <a:off x="974800" y="3928675"/>
              <a:ext cx="300075" cy="10575"/>
            </a:xfrm>
            <a:custGeom>
              <a:rect b="b" l="l" r="r" t="t"/>
              <a:pathLst>
                <a:path extrusionOk="0" h="423" w="12003">
                  <a:moveTo>
                    <a:pt x="223" y="0"/>
                  </a:moveTo>
                  <a:cubicBezTo>
                    <a:pt x="147" y="0"/>
                    <a:pt x="72" y="3"/>
                    <a:pt x="1" y="9"/>
                  </a:cubicBezTo>
                  <a:lnTo>
                    <a:pt x="1" y="414"/>
                  </a:lnTo>
                  <a:cubicBezTo>
                    <a:pt x="66" y="420"/>
                    <a:pt x="132" y="423"/>
                    <a:pt x="197" y="423"/>
                  </a:cubicBezTo>
                  <a:cubicBezTo>
                    <a:pt x="263" y="423"/>
                    <a:pt x="328" y="420"/>
                    <a:pt x="394" y="414"/>
                  </a:cubicBezTo>
                  <a:lnTo>
                    <a:pt x="12002" y="414"/>
                  </a:lnTo>
                  <a:lnTo>
                    <a:pt x="12002" y="9"/>
                  </a:lnTo>
                  <a:lnTo>
                    <a:pt x="453" y="9"/>
                  </a:lnTo>
                  <a:cubicBezTo>
                    <a:pt x="376" y="3"/>
                    <a:pt x="299" y="0"/>
                    <a:pt x="22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" name="Google Shape;701;p31"/>
            <p:cNvSpPr/>
            <p:nvPr/>
          </p:nvSpPr>
          <p:spPr>
            <a:xfrm>
              <a:off x="974800" y="4081350"/>
              <a:ext cx="300075" cy="13050"/>
            </a:xfrm>
            <a:custGeom>
              <a:rect b="b" l="l" r="r" t="t"/>
              <a:pathLst>
                <a:path extrusionOk="0" h="522" w="12003">
                  <a:moveTo>
                    <a:pt x="6091" y="1"/>
                  </a:moveTo>
                  <a:cubicBezTo>
                    <a:pt x="4121" y="1"/>
                    <a:pt x="2150" y="4"/>
                    <a:pt x="180" y="10"/>
                  </a:cubicBezTo>
                  <a:cubicBezTo>
                    <a:pt x="120" y="10"/>
                    <a:pt x="61" y="22"/>
                    <a:pt x="1" y="46"/>
                  </a:cubicBezTo>
                  <a:lnTo>
                    <a:pt x="1" y="522"/>
                  </a:lnTo>
                  <a:lnTo>
                    <a:pt x="12002" y="522"/>
                  </a:lnTo>
                  <a:lnTo>
                    <a:pt x="12002" y="10"/>
                  </a:lnTo>
                  <a:cubicBezTo>
                    <a:pt x="10032" y="4"/>
                    <a:pt x="8062" y="1"/>
                    <a:pt x="60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" name="Google Shape;702;p31"/>
            <p:cNvSpPr/>
            <p:nvPr/>
          </p:nvSpPr>
          <p:spPr>
            <a:xfrm>
              <a:off x="974800" y="4293675"/>
              <a:ext cx="300075" cy="12075"/>
            </a:xfrm>
            <a:custGeom>
              <a:rect b="b" l="l" r="r" t="t"/>
              <a:pathLst>
                <a:path extrusionOk="0" h="483" w="12003">
                  <a:moveTo>
                    <a:pt x="10598" y="1"/>
                  </a:moveTo>
                  <a:cubicBezTo>
                    <a:pt x="9662" y="1"/>
                    <a:pt x="8728" y="6"/>
                    <a:pt x="7800" y="6"/>
                  </a:cubicBezTo>
                  <a:lnTo>
                    <a:pt x="334" y="6"/>
                  </a:lnTo>
                  <a:cubicBezTo>
                    <a:pt x="215" y="18"/>
                    <a:pt x="108" y="30"/>
                    <a:pt x="1" y="77"/>
                  </a:cubicBezTo>
                  <a:lnTo>
                    <a:pt x="1" y="482"/>
                  </a:lnTo>
                  <a:lnTo>
                    <a:pt x="12002" y="482"/>
                  </a:lnTo>
                  <a:lnTo>
                    <a:pt x="12002" y="6"/>
                  </a:lnTo>
                  <a:cubicBezTo>
                    <a:pt x="11534" y="2"/>
                    <a:pt x="11066" y="1"/>
                    <a:pt x="105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" name="Google Shape;703;p31"/>
            <p:cNvSpPr/>
            <p:nvPr/>
          </p:nvSpPr>
          <p:spPr>
            <a:xfrm>
              <a:off x="974800" y="3535675"/>
              <a:ext cx="300075" cy="3000"/>
            </a:xfrm>
            <a:custGeom>
              <a:rect b="b" l="l" r="r" t="t"/>
              <a:pathLst>
                <a:path extrusionOk="0" h="120" w="12003">
                  <a:moveTo>
                    <a:pt x="1" y="1"/>
                  </a:moveTo>
                  <a:lnTo>
                    <a:pt x="1" y="120"/>
                  </a:lnTo>
                  <a:lnTo>
                    <a:pt x="12002" y="120"/>
                  </a:lnTo>
                  <a:lnTo>
                    <a:pt x="1200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" name="Google Shape;704;p31"/>
            <p:cNvSpPr/>
            <p:nvPr/>
          </p:nvSpPr>
          <p:spPr>
            <a:xfrm>
              <a:off x="974800" y="3556825"/>
              <a:ext cx="300075" cy="1800"/>
            </a:xfrm>
            <a:custGeom>
              <a:rect b="b" l="l" r="r" t="t"/>
              <a:pathLst>
                <a:path extrusionOk="0" h="72" w="12003">
                  <a:moveTo>
                    <a:pt x="1" y="0"/>
                  </a:moveTo>
                  <a:lnTo>
                    <a:pt x="1" y="72"/>
                  </a:lnTo>
                  <a:lnTo>
                    <a:pt x="12002" y="72"/>
                  </a:lnTo>
                  <a:lnTo>
                    <a:pt x="1200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" name="Google Shape;705;p31"/>
            <p:cNvSpPr/>
            <p:nvPr/>
          </p:nvSpPr>
          <p:spPr>
            <a:xfrm>
              <a:off x="974800" y="3683625"/>
              <a:ext cx="300075" cy="1500"/>
            </a:xfrm>
            <a:custGeom>
              <a:rect b="b" l="l" r="r" t="t"/>
              <a:pathLst>
                <a:path extrusionOk="0" h="60" w="12003">
                  <a:moveTo>
                    <a:pt x="1" y="0"/>
                  </a:moveTo>
                  <a:lnTo>
                    <a:pt x="1" y="60"/>
                  </a:lnTo>
                  <a:lnTo>
                    <a:pt x="12002" y="60"/>
                  </a:lnTo>
                  <a:lnTo>
                    <a:pt x="1200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" name="Google Shape;706;p31"/>
            <p:cNvSpPr/>
            <p:nvPr/>
          </p:nvSpPr>
          <p:spPr>
            <a:xfrm>
              <a:off x="974800" y="3822025"/>
              <a:ext cx="300075" cy="1825"/>
            </a:xfrm>
            <a:custGeom>
              <a:rect b="b" l="l" r="r" t="t"/>
              <a:pathLst>
                <a:path extrusionOk="0" h="73" w="12003">
                  <a:moveTo>
                    <a:pt x="1" y="1"/>
                  </a:moveTo>
                  <a:lnTo>
                    <a:pt x="1" y="72"/>
                  </a:lnTo>
                  <a:lnTo>
                    <a:pt x="12002" y="72"/>
                  </a:lnTo>
                  <a:lnTo>
                    <a:pt x="1200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" name="Google Shape;707;p31"/>
            <p:cNvSpPr/>
            <p:nvPr/>
          </p:nvSpPr>
          <p:spPr>
            <a:xfrm>
              <a:off x="974800" y="4037825"/>
              <a:ext cx="300075" cy="1525"/>
            </a:xfrm>
            <a:custGeom>
              <a:rect b="b" l="l" r="r" t="t"/>
              <a:pathLst>
                <a:path extrusionOk="0" h="61" w="12003">
                  <a:moveTo>
                    <a:pt x="1" y="1"/>
                  </a:moveTo>
                  <a:lnTo>
                    <a:pt x="1" y="60"/>
                  </a:lnTo>
                  <a:lnTo>
                    <a:pt x="12002" y="60"/>
                  </a:lnTo>
                  <a:lnTo>
                    <a:pt x="1200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" name="Google Shape;708;p31"/>
            <p:cNvSpPr/>
            <p:nvPr/>
          </p:nvSpPr>
          <p:spPr>
            <a:xfrm>
              <a:off x="974800" y="4152125"/>
              <a:ext cx="300075" cy="1525"/>
            </a:xfrm>
            <a:custGeom>
              <a:rect b="b" l="l" r="r" t="t"/>
              <a:pathLst>
                <a:path extrusionOk="0" h="61" w="12003">
                  <a:moveTo>
                    <a:pt x="1" y="1"/>
                  </a:moveTo>
                  <a:lnTo>
                    <a:pt x="1" y="60"/>
                  </a:lnTo>
                  <a:lnTo>
                    <a:pt x="12002" y="60"/>
                  </a:lnTo>
                  <a:lnTo>
                    <a:pt x="1200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" name="Google Shape;709;p31"/>
            <p:cNvSpPr/>
            <p:nvPr/>
          </p:nvSpPr>
          <p:spPr>
            <a:xfrm>
              <a:off x="974800" y="4199150"/>
              <a:ext cx="300075" cy="2425"/>
            </a:xfrm>
            <a:custGeom>
              <a:rect b="b" l="l" r="r" t="t"/>
              <a:pathLst>
                <a:path extrusionOk="0" h="97" w="12003">
                  <a:moveTo>
                    <a:pt x="1" y="1"/>
                  </a:moveTo>
                  <a:lnTo>
                    <a:pt x="1" y="96"/>
                  </a:lnTo>
                  <a:lnTo>
                    <a:pt x="12002" y="96"/>
                  </a:lnTo>
                  <a:lnTo>
                    <a:pt x="1200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" name="Google Shape;710;p31"/>
            <p:cNvSpPr/>
            <p:nvPr/>
          </p:nvSpPr>
          <p:spPr>
            <a:xfrm>
              <a:off x="974800" y="4273875"/>
              <a:ext cx="300075" cy="1800"/>
            </a:xfrm>
            <a:custGeom>
              <a:rect b="b" l="l" r="r" t="t"/>
              <a:pathLst>
                <a:path extrusionOk="0" h="72" w="12003">
                  <a:moveTo>
                    <a:pt x="1" y="0"/>
                  </a:moveTo>
                  <a:lnTo>
                    <a:pt x="1" y="72"/>
                  </a:lnTo>
                  <a:lnTo>
                    <a:pt x="12002" y="72"/>
                  </a:lnTo>
                  <a:lnTo>
                    <a:pt x="1200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1" name="Google Shape;711;p31"/>
          <p:cNvSpPr/>
          <p:nvPr/>
        </p:nvSpPr>
        <p:spPr>
          <a:xfrm>
            <a:off x="8548186" y="197700"/>
            <a:ext cx="405188" cy="405650"/>
          </a:xfrm>
          <a:custGeom>
            <a:rect b="b" l="l" r="r" t="t"/>
            <a:pathLst>
              <a:path extrusionOk="0" h="28836" w="28798">
                <a:moveTo>
                  <a:pt x="13026" y="1"/>
                </a:moveTo>
                <a:lnTo>
                  <a:pt x="13026" y="11097"/>
                </a:lnTo>
                <a:lnTo>
                  <a:pt x="5196" y="3266"/>
                </a:lnTo>
                <a:lnTo>
                  <a:pt x="3229" y="5196"/>
                </a:lnTo>
                <a:lnTo>
                  <a:pt x="11059" y="13063"/>
                </a:lnTo>
                <a:lnTo>
                  <a:pt x="0" y="13063"/>
                </a:lnTo>
                <a:lnTo>
                  <a:pt x="0" y="15810"/>
                </a:lnTo>
                <a:lnTo>
                  <a:pt x="11059" y="15810"/>
                </a:lnTo>
                <a:lnTo>
                  <a:pt x="3229" y="23640"/>
                </a:lnTo>
                <a:lnTo>
                  <a:pt x="5196" y="25607"/>
                </a:lnTo>
                <a:lnTo>
                  <a:pt x="13026" y="17739"/>
                </a:lnTo>
                <a:lnTo>
                  <a:pt x="13026" y="28835"/>
                </a:lnTo>
                <a:lnTo>
                  <a:pt x="15772" y="28835"/>
                </a:lnTo>
                <a:lnTo>
                  <a:pt x="15772" y="17739"/>
                </a:lnTo>
                <a:lnTo>
                  <a:pt x="23602" y="25607"/>
                </a:lnTo>
                <a:lnTo>
                  <a:pt x="25569" y="23640"/>
                </a:lnTo>
                <a:lnTo>
                  <a:pt x="17702" y="15810"/>
                </a:lnTo>
                <a:lnTo>
                  <a:pt x="28798" y="15810"/>
                </a:lnTo>
                <a:lnTo>
                  <a:pt x="28798" y="13063"/>
                </a:lnTo>
                <a:lnTo>
                  <a:pt x="17702" y="13063"/>
                </a:lnTo>
                <a:lnTo>
                  <a:pt x="25569" y="5196"/>
                </a:lnTo>
                <a:lnTo>
                  <a:pt x="23602" y="3266"/>
                </a:lnTo>
                <a:lnTo>
                  <a:pt x="15772" y="11097"/>
                </a:lnTo>
                <a:lnTo>
                  <a:pt x="15772" y="1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2" name="Google Shape;712;p31"/>
          <p:cNvGrpSpPr/>
          <p:nvPr/>
        </p:nvGrpSpPr>
        <p:grpSpPr>
          <a:xfrm>
            <a:off x="358576" y="2503204"/>
            <a:ext cx="37200" cy="2280719"/>
            <a:chOff x="8720263" y="1665954"/>
            <a:chExt cx="37200" cy="2280719"/>
          </a:xfrm>
        </p:grpSpPr>
        <p:sp>
          <p:nvSpPr>
            <p:cNvPr id="713" name="Google Shape;713;p31"/>
            <p:cNvSpPr/>
            <p:nvPr/>
          </p:nvSpPr>
          <p:spPr>
            <a:xfrm flipH="1">
              <a:off x="8720263" y="1665954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  <p:sp>
          <p:nvSpPr>
            <p:cNvPr id="714" name="Google Shape;714;p31"/>
            <p:cNvSpPr/>
            <p:nvPr/>
          </p:nvSpPr>
          <p:spPr>
            <a:xfrm flipH="1">
              <a:off x="8720263" y="2278650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  <p:sp>
          <p:nvSpPr>
            <p:cNvPr id="715" name="Google Shape;715;p31"/>
            <p:cNvSpPr/>
            <p:nvPr/>
          </p:nvSpPr>
          <p:spPr>
            <a:xfrm flipH="1">
              <a:off x="8720263" y="2570381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  <p:sp>
          <p:nvSpPr>
            <p:cNvPr id="716" name="Google Shape;716;p31"/>
            <p:cNvSpPr/>
            <p:nvPr/>
          </p:nvSpPr>
          <p:spPr>
            <a:xfrm flipH="1">
              <a:off x="8720263" y="2862111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  <p:sp>
          <p:nvSpPr>
            <p:cNvPr id="717" name="Google Shape;717;p31"/>
            <p:cNvSpPr/>
            <p:nvPr/>
          </p:nvSpPr>
          <p:spPr>
            <a:xfrm flipH="1">
              <a:off x="8720263" y="3653137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  <p:sp>
          <p:nvSpPr>
            <p:cNvPr id="718" name="Google Shape;718;p31"/>
            <p:cNvSpPr/>
            <p:nvPr/>
          </p:nvSpPr>
          <p:spPr>
            <a:xfrm flipH="1">
              <a:off x="8720263" y="3909472"/>
              <a:ext cx="37200" cy="372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Anaheim"/>
                <a:ea typeface="Anaheim"/>
                <a:cs typeface="Anaheim"/>
                <a:sym typeface="Anaheim"/>
              </a:endParaRPr>
            </a:p>
          </p:txBody>
        </p:sp>
      </p:grpSp>
      <p:grpSp>
        <p:nvGrpSpPr>
          <p:cNvPr id="719" name="Google Shape;719;p31"/>
          <p:cNvGrpSpPr/>
          <p:nvPr/>
        </p:nvGrpSpPr>
        <p:grpSpPr>
          <a:xfrm>
            <a:off x="7609036" y="4603988"/>
            <a:ext cx="1112510" cy="319584"/>
            <a:chOff x="4743988" y="1118075"/>
            <a:chExt cx="1724288" cy="495325"/>
          </a:xfrm>
        </p:grpSpPr>
        <p:grpSp>
          <p:nvGrpSpPr>
            <p:cNvPr id="720" name="Google Shape;720;p31"/>
            <p:cNvGrpSpPr/>
            <p:nvPr/>
          </p:nvGrpSpPr>
          <p:grpSpPr>
            <a:xfrm rot="5400000">
              <a:off x="4736550" y="1140100"/>
              <a:ext cx="466150" cy="451275"/>
              <a:chOff x="6608550" y="1088575"/>
              <a:chExt cx="466150" cy="451275"/>
            </a:xfrm>
          </p:grpSpPr>
          <p:sp>
            <p:nvSpPr>
              <p:cNvPr id="721" name="Google Shape;721;p31"/>
              <p:cNvSpPr/>
              <p:nvPr/>
            </p:nvSpPr>
            <p:spPr>
              <a:xfrm>
                <a:off x="6608550" y="1088575"/>
                <a:ext cx="466150" cy="451275"/>
              </a:xfrm>
              <a:custGeom>
                <a:rect b="b" l="l" r="r" t="t"/>
                <a:pathLst>
                  <a:path extrusionOk="0" h="18051" w="18646">
                    <a:moveTo>
                      <a:pt x="9606" y="560"/>
                    </a:moveTo>
                    <a:cubicBezTo>
                      <a:pt x="9876" y="560"/>
                      <a:pt x="10146" y="573"/>
                      <a:pt x="10419" y="599"/>
                    </a:cubicBezTo>
                    <a:cubicBezTo>
                      <a:pt x="14145" y="956"/>
                      <a:pt x="17193" y="3730"/>
                      <a:pt x="17908" y="7398"/>
                    </a:cubicBezTo>
                    <a:cubicBezTo>
                      <a:pt x="18015" y="7945"/>
                      <a:pt x="18062" y="8493"/>
                      <a:pt x="18050" y="9052"/>
                    </a:cubicBezTo>
                    <a:cubicBezTo>
                      <a:pt x="18062" y="9422"/>
                      <a:pt x="18039" y="9791"/>
                      <a:pt x="17991" y="10160"/>
                    </a:cubicBezTo>
                    <a:lnTo>
                      <a:pt x="17991" y="10172"/>
                    </a:lnTo>
                    <a:cubicBezTo>
                      <a:pt x="17967" y="10446"/>
                      <a:pt x="17836" y="10707"/>
                      <a:pt x="17634" y="10898"/>
                    </a:cubicBezTo>
                    <a:cubicBezTo>
                      <a:pt x="17372" y="11172"/>
                      <a:pt x="17050" y="11398"/>
                      <a:pt x="16705" y="11553"/>
                    </a:cubicBezTo>
                    <a:cubicBezTo>
                      <a:pt x="16205" y="11755"/>
                      <a:pt x="15979" y="12136"/>
                      <a:pt x="15955" y="12660"/>
                    </a:cubicBezTo>
                    <a:cubicBezTo>
                      <a:pt x="15943" y="12982"/>
                      <a:pt x="15967" y="13291"/>
                      <a:pt x="16026" y="13613"/>
                    </a:cubicBezTo>
                    <a:cubicBezTo>
                      <a:pt x="16086" y="13958"/>
                      <a:pt x="15943" y="14303"/>
                      <a:pt x="15657" y="14506"/>
                    </a:cubicBezTo>
                    <a:cubicBezTo>
                      <a:pt x="15169" y="14851"/>
                      <a:pt x="14717" y="15268"/>
                      <a:pt x="14336" y="15732"/>
                    </a:cubicBezTo>
                    <a:cubicBezTo>
                      <a:pt x="13336" y="16923"/>
                      <a:pt x="12014" y="17411"/>
                      <a:pt x="10514" y="17470"/>
                    </a:cubicBezTo>
                    <a:cubicBezTo>
                      <a:pt x="10324" y="17479"/>
                      <a:pt x="10135" y="17483"/>
                      <a:pt x="9946" y="17483"/>
                    </a:cubicBezTo>
                    <a:cubicBezTo>
                      <a:pt x="8305" y="17483"/>
                      <a:pt x="6684" y="17160"/>
                      <a:pt x="5168" y="16530"/>
                    </a:cubicBezTo>
                    <a:cubicBezTo>
                      <a:pt x="4215" y="16161"/>
                      <a:pt x="3441" y="15458"/>
                      <a:pt x="2965" y="14565"/>
                    </a:cubicBezTo>
                    <a:cubicBezTo>
                      <a:pt x="2620" y="13851"/>
                      <a:pt x="2060" y="13255"/>
                      <a:pt x="1370" y="12851"/>
                    </a:cubicBezTo>
                    <a:cubicBezTo>
                      <a:pt x="1120" y="12708"/>
                      <a:pt x="894" y="12529"/>
                      <a:pt x="691" y="12303"/>
                    </a:cubicBezTo>
                    <a:cubicBezTo>
                      <a:pt x="429" y="12005"/>
                      <a:pt x="298" y="11696"/>
                      <a:pt x="632" y="11327"/>
                    </a:cubicBezTo>
                    <a:cubicBezTo>
                      <a:pt x="798" y="11124"/>
                      <a:pt x="965" y="10922"/>
                      <a:pt x="1144" y="10731"/>
                    </a:cubicBezTo>
                    <a:cubicBezTo>
                      <a:pt x="1596" y="10291"/>
                      <a:pt x="1751" y="9648"/>
                      <a:pt x="1560" y="9064"/>
                    </a:cubicBezTo>
                    <a:cubicBezTo>
                      <a:pt x="1560" y="9041"/>
                      <a:pt x="1560" y="9029"/>
                      <a:pt x="1548" y="9017"/>
                    </a:cubicBezTo>
                    <a:cubicBezTo>
                      <a:pt x="1036" y="7921"/>
                      <a:pt x="1358" y="6874"/>
                      <a:pt x="1775" y="5838"/>
                    </a:cubicBezTo>
                    <a:cubicBezTo>
                      <a:pt x="3077" y="2626"/>
                      <a:pt x="6190" y="560"/>
                      <a:pt x="9606" y="560"/>
                    </a:cubicBezTo>
                    <a:close/>
                    <a:moveTo>
                      <a:pt x="9563" y="0"/>
                    </a:moveTo>
                    <a:cubicBezTo>
                      <a:pt x="9039" y="0"/>
                      <a:pt x="8467" y="40"/>
                      <a:pt x="7847" y="135"/>
                    </a:cubicBezTo>
                    <a:cubicBezTo>
                      <a:pt x="6013" y="420"/>
                      <a:pt x="4465" y="1349"/>
                      <a:pt x="3168" y="2671"/>
                    </a:cubicBezTo>
                    <a:cubicBezTo>
                      <a:pt x="1870" y="3980"/>
                      <a:pt x="1001" y="5647"/>
                      <a:pt x="679" y="7457"/>
                    </a:cubicBezTo>
                    <a:cubicBezTo>
                      <a:pt x="667" y="7588"/>
                      <a:pt x="667" y="7719"/>
                      <a:pt x="679" y="7850"/>
                    </a:cubicBezTo>
                    <a:cubicBezTo>
                      <a:pt x="727" y="8314"/>
                      <a:pt x="905" y="8767"/>
                      <a:pt x="1013" y="9219"/>
                    </a:cubicBezTo>
                    <a:cubicBezTo>
                      <a:pt x="1132" y="9636"/>
                      <a:pt x="1036" y="10076"/>
                      <a:pt x="751" y="10410"/>
                    </a:cubicBezTo>
                    <a:cubicBezTo>
                      <a:pt x="667" y="10517"/>
                      <a:pt x="572" y="10636"/>
                      <a:pt x="477" y="10743"/>
                    </a:cubicBezTo>
                    <a:cubicBezTo>
                      <a:pt x="263" y="11029"/>
                      <a:pt x="36" y="11315"/>
                      <a:pt x="1" y="11684"/>
                    </a:cubicBezTo>
                    <a:lnTo>
                      <a:pt x="1" y="11958"/>
                    </a:lnTo>
                    <a:cubicBezTo>
                      <a:pt x="12" y="12112"/>
                      <a:pt x="60" y="12255"/>
                      <a:pt x="155" y="12386"/>
                    </a:cubicBezTo>
                    <a:cubicBezTo>
                      <a:pt x="322" y="12648"/>
                      <a:pt x="548" y="12874"/>
                      <a:pt x="798" y="13065"/>
                    </a:cubicBezTo>
                    <a:cubicBezTo>
                      <a:pt x="1108" y="13303"/>
                      <a:pt x="1441" y="13529"/>
                      <a:pt x="1739" y="13791"/>
                    </a:cubicBezTo>
                    <a:cubicBezTo>
                      <a:pt x="2001" y="14005"/>
                      <a:pt x="2215" y="14267"/>
                      <a:pt x="2358" y="14565"/>
                    </a:cubicBezTo>
                    <a:cubicBezTo>
                      <a:pt x="2596" y="15125"/>
                      <a:pt x="2953" y="15637"/>
                      <a:pt x="3406" y="16041"/>
                    </a:cubicBezTo>
                    <a:cubicBezTo>
                      <a:pt x="4180" y="16708"/>
                      <a:pt x="5096" y="17196"/>
                      <a:pt x="6085" y="17458"/>
                    </a:cubicBezTo>
                    <a:cubicBezTo>
                      <a:pt x="6954" y="17720"/>
                      <a:pt x="7835" y="17958"/>
                      <a:pt x="8764" y="18018"/>
                    </a:cubicBezTo>
                    <a:cubicBezTo>
                      <a:pt x="9043" y="18040"/>
                      <a:pt x="9324" y="18050"/>
                      <a:pt x="9606" y="18050"/>
                    </a:cubicBezTo>
                    <a:cubicBezTo>
                      <a:pt x="10092" y="18050"/>
                      <a:pt x="10579" y="18019"/>
                      <a:pt x="11061" y="17958"/>
                    </a:cubicBezTo>
                    <a:cubicBezTo>
                      <a:pt x="12014" y="17815"/>
                      <a:pt x="12931" y="17506"/>
                      <a:pt x="13776" y="17065"/>
                    </a:cubicBezTo>
                    <a:cubicBezTo>
                      <a:pt x="14157" y="16875"/>
                      <a:pt x="14467" y="16577"/>
                      <a:pt x="14657" y="16220"/>
                    </a:cubicBezTo>
                    <a:cubicBezTo>
                      <a:pt x="14860" y="15875"/>
                      <a:pt x="15110" y="15565"/>
                      <a:pt x="15407" y="15315"/>
                    </a:cubicBezTo>
                    <a:cubicBezTo>
                      <a:pt x="15693" y="15065"/>
                      <a:pt x="16003" y="14851"/>
                      <a:pt x="16288" y="14589"/>
                    </a:cubicBezTo>
                    <a:cubicBezTo>
                      <a:pt x="16526" y="14375"/>
                      <a:pt x="16705" y="14125"/>
                      <a:pt x="16717" y="13791"/>
                    </a:cubicBezTo>
                    <a:cubicBezTo>
                      <a:pt x="16717" y="13517"/>
                      <a:pt x="16741" y="13243"/>
                      <a:pt x="16765" y="12970"/>
                    </a:cubicBezTo>
                    <a:cubicBezTo>
                      <a:pt x="16800" y="12434"/>
                      <a:pt x="16991" y="11981"/>
                      <a:pt x="17491" y="11708"/>
                    </a:cubicBezTo>
                    <a:cubicBezTo>
                      <a:pt x="17610" y="11636"/>
                      <a:pt x="17729" y="11553"/>
                      <a:pt x="17824" y="11458"/>
                    </a:cubicBezTo>
                    <a:cubicBezTo>
                      <a:pt x="18300" y="11065"/>
                      <a:pt x="18622" y="10600"/>
                      <a:pt x="18586" y="9945"/>
                    </a:cubicBezTo>
                    <a:cubicBezTo>
                      <a:pt x="18586" y="9862"/>
                      <a:pt x="18634" y="9862"/>
                      <a:pt x="18622" y="9695"/>
                    </a:cubicBezTo>
                    <a:cubicBezTo>
                      <a:pt x="18646" y="9005"/>
                      <a:pt x="18622" y="8314"/>
                      <a:pt x="18551" y="7636"/>
                    </a:cubicBezTo>
                    <a:cubicBezTo>
                      <a:pt x="18443" y="6886"/>
                      <a:pt x="18229" y="6147"/>
                      <a:pt x="17919" y="5445"/>
                    </a:cubicBezTo>
                    <a:cubicBezTo>
                      <a:pt x="17348" y="4123"/>
                      <a:pt x="16479" y="2957"/>
                      <a:pt x="15360" y="2040"/>
                    </a:cubicBezTo>
                    <a:cubicBezTo>
                      <a:pt x="14681" y="1480"/>
                      <a:pt x="13931" y="1016"/>
                      <a:pt x="13121" y="682"/>
                    </a:cubicBezTo>
                    <a:cubicBezTo>
                      <a:pt x="12465" y="418"/>
                      <a:pt x="11272" y="0"/>
                      <a:pt x="9563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2" name="Google Shape;722;p31"/>
              <p:cNvSpPr/>
              <p:nvPr/>
            </p:nvSpPr>
            <p:spPr>
              <a:xfrm>
                <a:off x="6691000" y="1302025"/>
                <a:ext cx="322100" cy="155800"/>
              </a:xfrm>
              <a:custGeom>
                <a:rect b="b" l="l" r="r" t="t"/>
                <a:pathLst>
                  <a:path extrusionOk="0" h="6232" w="12884">
                    <a:moveTo>
                      <a:pt x="12269" y="1"/>
                    </a:moveTo>
                    <a:cubicBezTo>
                      <a:pt x="12129" y="1"/>
                      <a:pt x="11988" y="38"/>
                      <a:pt x="11847" y="133"/>
                    </a:cubicBezTo>
                    <a:cubicBezTo>
                      <a:pt x="11776" y="187"/>
                      <a:pt x="11690" y="214"/>
                      <a:pt x="11605" y="214"/>
                    </a:cubicBezTo>
                    <a:cubicBezTo>
                      <a:pt x="11520" y="214"/>
                      <a:pt x="11437" y="187"/>
                      <a:pt x="11371" y="133"/>
                    </a:cubicBezTo>
                    <a:cubicBezTo>
                      <a:pt x="11314" y="91"/>
                      <a:pt x="11248" y="69"/>
                      <a:pt x="11182" y="69"/>
                    </a:cubicBezTo>
                    <a:cubicBezTo>
                      <a:pt x="11137" y="69"/>
                      <a:pt x="11092" y="79"/>
                      <a:pt x="11050" y="98"/>
                    </a:cubicBezTo>
                    <a:cubicBezTo>
                      <a:pt x="10942" y="145"/>
                      <a:pt x="10776" y="193"/>
                      <a:pt x="10788" y="324"/>
                    </a:cubicBezTo>
                    <a:cubicBezTo>
                      <a:pt x="10800" y="455"/>
                      <a:pt x="10966" y="514"/>
                      <a:pt x="11109" y="538"/>
                    </a:cubicBezTo>
                    <a:cubicBezTo>
                      <a:pt x="11466" y="586"/>
                      <a:pt x="11466" y="586"/>
                      <a:pt x="11478" y="955"/>
                    </a:cubicBezTo>
                    <a:cubicBezTo>
                      <a:pt x="11478" y="991"/>
                      <a:pt x="11478" y="1038"/>
                      <a:pt x="11478" y="1074"/>
                    </a:cubicBezTo>
                    <a:cubicBezTo>
                      <a:pt x="11562" y="1657"/>
                      <a:pt x="11288" y="2038"/>
                      <a:pt x="10823" y="2324"/>
                    </a:cubicBezTo>
                    <a:cubicBezTo>
                      <a:pt x="10573" y="2467"/>
                      <a:pt x="10311" y="2610"/>
                      <a:pt x="10061" y="2753"/>
                    </a:cubicBezTo>
                    <a:cubicBezTo>
                      <a:pt x="9799" y="2884"/>
                      <a:pt x="9609" y="3110"/>
                      <a:pt x="9538" y="3384"/>
                    </a:cubicBezTo>
                    <a:cubicBezTo>
                      <a:pt x="9407" y="3824"/>
                      <a:pt x="9252" y="4241"/>
                      <a:pt x="9061" y="4646"/>
                    </a:cubicBezTo>
                    <a:cubicBezTo>
                      <a:pt x="8930" y="4967"/>
                      <a:pt x="8668" y="5217"/>
                      <a:pt x="8335" y="5325"/>
                    </a:cubicBezTo>
                    <a:cubicBezTo>
                      <a:pt x="7883" y="5491"/>
                      <a:pt x="7418" y="5598"/>
                      <a:pt x="6942" y="5682"/>
                    </a:cubicBezTo>
                    <a:cubicBezTo>
                      <a:pt x="6740" y="5713"/>
                      <a:pt x="6539" y="5727"/>
                      <a:pt x="6340" y="5727"/>
                    </a:cubicBezTo>
                    <a:cubicBezTo>
                      <a:pt x="5621" y="5727"/>
                      <a:pt x="4917" y="5543"/>
                      <a:pt x="4227" y="5301"/>
                    </a:cubicBezTo>
                    <a:cubicBezTo>
                      <a:pt x="3287" y="4979"/>
                      <a:pt x="2584" y="4301"/>
                      <a:pt x="1834" y="3682"/>
                    </a:cubicBezTo>
                    <a:cubicBezTo>
                      <a:pt x="1239" y="3181"/>
                      <a:pt x="989" y="2574"/>
                      <a:pt x="1144" y="1800"/>
                    </a:cubicBezTo>
                    <a:cubicBezTo>
                      <a:pt x="1227" y="1503"/>
                      <a:pt x="1203" y="1193"/>
                      <a:pt x="1084" y="919"/>
                    </a:cubicBezTo>
                    <a:lnTo>
                      <a:pt x="1084" y="919"/>
                    </a:lnTo>
                    <a:cubicBezTo>
                      <a:pt x="1160" y="938"/>
                      <a:pt x="1237" y="946"/>
                      <a:pt x="1313" y="946"/>
                    </a:cubicBezTo>
                    <a:cubicBezTo>
                      <a:pt x="1535" y="946"/>
                      <a:pt x="1752" y="871"/>
                      <a:pt x="1929" y="729"/>
                    </a:cubicBezTo>
                    <a:cubicBezTo>
                      <a:pt x="2013" y="657"/>
                      <a:pt x="2037" y="598"/>
                      <a:pt x="1929" y="526"/>
                    </a:cubicBezTo>
                    <a:cubicBezTo>
                      <a:pt x="1800" y="405"/>
                      <a:pt x="1632" y="347"/>
                      <a:pt x="1459" y="347"/>
                    </a:cubicBezTo>
                    <a:cubicBezTo>
                      <a:pt x="1394" y="347"/>
                      <a:pt x="1328" y="355"/>
                      <a:pt x="1263" y="372"/>
                    </a:cubicBezTo>
                    <a:cubicBezTo>
                      <a:pt x="1068" y="442"/>
                      <a:pt x="878" y="517"/>
                      <a:pt x="679" y="517"/>
                    </a:cubicBezTo>
                    <a:cubicBezTo>
                      <a:pt x="575" y="517"/>
                      <a:pt x="469" y="496"/>
                      <a:pt x="358" y="443"/>
                    </a:cubicBezTo>
                    <a:cubicBezTo>
                      <a:pt x="331" y="435"/>
                      <a:pt x="304" y="431"/>
                      <a:pt x="278" y="431"/>
                    </a:cubicBezTo>
                    <a:cubicBezTo>
                      <a:pt x="153" y="431"/>
                      <a:pt x="44" y="520"/>
                      <a:pt x="24" y="657"/>
                    </a:cubicBezTo>
                    <a:cubicBezTo>
                      <a:pt x="1" y="824"/>
                      <a:pt x="155" y="860"/>
                      <a:pt x="274" y="895"/>
                    </a:cubicBezTo>
                    <a:cubicBezTo>
                      <a:pt x="302" y="905"/>
                      <a:pt x="331" y="908"/>
                      <a:pt x="360" y="908"/>
                    </a:cubicBezTo>
                    <a:cubicBezTo>
                      <a:pt x="406" y="908"/>
                      <a:pt x="452" y="898"/>
                      <a:pt x="489" y="884"/>
                    </a:cubicBezTo>
                    <a:cubicBezTo>
                      <a:pt x="517" y="871"/>
                      <a:pt x="541" y="865"/>
                      <a:pt x="560" y="865"/>
                    </a:cubicBezTo>
                    <a:cubicBezTo>
                      <a:pt x="613" y="865"/>
                      <a:pt x="635" y="909"/>
                      <a:pt x="644" y="979"/>
                    </a:cubicBezTo>
                    <a:cubicBezTo>
                      <a:pt x="727" y="1443"/>
                      <a:pt x="691" y="1919"/>
                      <a:pt x="536" y="2360"/>
                    </a:cubicBezTo>
                    <a:cubicBezTo>
                      <a:pt x="477" y="2515"/>
                      <a:pt x="477" y="2670"/>
                      <a:pt x="513" y="2836"/>
                    </a:cubicBezTo>
                    <a:cubicBezTo>
                      <a:pt x="584" y="3158"/>
                      <a:pt x="786" y="3432"/>
                      <a:pt x="1048" y="3622"/>
                    </a:cubicBezTo>
                    <a:cubicBezTo>
                      <a:pt x="1596" y="4015"/>
                      <a:pt x="2179" y="4360"/>
                      <a:pt x="2644" y="4848"/>
                    </a:cubicBezTo>
                    <a:cubicBezTo>
                      <a:pt x="3156" y="5372"/>
                      <a:pt x="3811" y="5765"/>
                      <a:pt x="4525" y="5979"/>
                    </a:cubicBezTo>
                    <a:cubicBezTo>
                      <a:pt x="5061" y="6156"/>
                      <a:pt x="5592" y="6232"/>
                      <a:pt x="6122" y="6232"/>
                    </a:cubicBezTo>
                    <a:cubicBezTo>
                      <a:pt x="6875" y="6232"/>
                      <a:pt x="7623" y="6079"/>
                      <a:pt x="8371" y="5848"/>
                    </a:cubicBezTo>
                    <a:cubicBezTo>
                      <a:pt x="9180" y="5598"/>
                      <a:pt x="9692" y="5122"/>
                      <a:pt x="9668" y="4217"/>
                    </a:cubicBezTo>
                    <a:lnTo>
                      <a:pt x="9668" y="4194"/>
                    </a:lnTo>
                    <a:cubicBezTo>
                      <a:pt x="9680" y="3562"/>
                      <a:pt x="10049" y="2979"/>
                      <a:pt x="10633" y="2705"/>
                    </a:cubicBezTo>
                    <a:cubicBezTo>
                      <a:pt x="10895" y="2574"/>
                      <a:pt x="11145" y="2419"/>
                      <a:pt x="11395" y="2253"/>
                    </a:cubicBezTo>
                    <a:cubicBezTo>
                      <a:pt x="11764" y="2027"/>
                      <a:pt x="11990" y="1622"/>
                      <a:pt x="11990" y="1193"/>
                    </a:cubicBezTo>
                    <a:cubicBezTo>
                      <a:pt x="11990" y="1050"/>
                      <a:pt x="12014" y="895"/>
                      <a:pt x="12014" y="741"/>
                    </a:cubicBezTo>
                    <a:cubicBezTo>
                      <a:pt x="12014" y="610"/>
                      <a:pt x="12031" y="530"/>
                      <a:pt x="12159" y="530"/>
                    </a:cubicBezTo>
                    <a:cubicBezTo>
                      <a:pt x="12182" y="530"/>
                      <a:pt x="12209" y="533"/>
                      <a:pt x="12240" y="538"/>
                    </a:cubicBezTo>
                    <a:cubicBezTo>
                      <a:pt x="12280" y="547"/>
                      <a:pt x="12321" y="552"/>
                      <a:pt x="12361" y="552"/>
                    </a:cubicBezTo>
                    <a:cubicBezTo>
                      <a:pt x="12535" y="552"/>
                      <a:pt x="12703" y="469"/>
                      <a:pt x="12800" y="324"/>
                    </a:cubicBezTo>
                    <a:cubicBezTo>
                      <a:pt x="12883" y="241"/>
                      <a:pt x="12871" y="157"/>
                      <a:pt x="12740" y="110"/>
                    </a:cubicBezTo>
                    <a:cubicBezTo>
                      <a:pt x="12583" y="47"/>
                      <a:pt x="12426" y="1"/>
                      <a:pt x="12269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3" name="Google Shape;723;p31"/>
              <p:cNvSpPr/>
              <p:nvPr/>
            </p:nvSpPr>
            <p:spPr>
              <a:xfrm>
                <a:off x="6773750" y="1211575"/>
                <a:ext cx="35150" cy="104400"/>
              </a:xfrm>
              <a:custGeom>
                <a:rect b="b" l="l" r="r" t="t"/>
                <a:pathLst>
                  <a:path extrusionOk="0" h="4176" w="1406">
                    <a:moveTo>
                      <a:pt x="686" y="1"/>
                    </a:moveTo>
                    <a:cubicBezTo>
                      <a:pt x="680" y="1"/>
                      <a:pt x="674" y="1"/>
                      <a:pt x="667" y="1"/>
                    </a:cubicBezTo>
                    <a:cubicBezTo>
                      <a:pt x="453" y="1"/>
                      <a:pt x="382" y="192"/>
                      <a:pt x="298" y="358"/>
                    </a:cubicBezTo>
                    <a:cubicBezTo>
                      <a:pt x="262" y="442"/>
                      <a:pt x="227" y="525"/>
                      <a:pt x="203" y="620"/>
                    </a:cubicBezTo>
                    <a:cubicBezTo>
                      <a:pt x="24" y="1394"/>
                      <a:pt x="1" y="2192"/>
                      <a:pt x="155" y="2978"/>
                    </a:cubicBezTo>
                    <a:cubicBezTo>
                      <a:pt x="191" y="3323"/>
                      <a:pt x="310" y="3656"/>
                      <a:pt x="501" y="3954"/>
                    </a:cubicBezTo>
                    <a:cubicBezTo>
                      <a:pt x="595" y="4101"/>
                      <a:pt x="698" y="4176"/>
                      <a:pt x="800" y="4176"/>
                    </a:cubicBezTo>
                    <a:cubicBezTo>
                      <a:pt x="903" y="4176"/>
                      <a:pt x="1006" y="4098"/>
                      <a:pt x="1096" y="3942"/>
                    </a:cubicBezTo>
                    <a:cubicBezTo>
                      <a:pt x="1167" y="3811"/>
                      <a:pt x="1227" y="3668"/>
                      <a:pt x="1263" y="3525"/>
                    </a:cubicBezTo>
                    <a:cubicBezTo>
                      <a:pt x="1358" y="3109"/>
                      <a:pt x="1405" y="2692"/>
                      <a:pt x="1394" y="2275"/>
                    </a:cubicBezTo>
                    <a:cubicBezTo>
                      <a:pt x="1405" y="1823"/>
                      <a:pt x="1358" y="1382"/>
                      <a:pt x="1263" y="954"/>
                    </a:cubicBezTo>
                    <a:cubicBezTo>
                      <a:pt x="1215" y="739"/>
                      <a:pt x="1144" y="537"/>
                      <a:pt x="1048" y="334"/>
                    </a:cubicBezTo>
                    <a:cubicBezTo>
                      <a:pt x="967" y="184"/>
                      <a:pt x="887" y="1"/>
                      <a:pt x="68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4" name="Google Shape;724;p31"/>
              <p:cNvSpPr/>
              <p:nvPr/>
            </p:nvSpPr>
            <p:spPr>
              <a:xfrm>
                <a:off x="6877625" y="1206200"/>
                <a:ext cx="36950" cy="104225"/>
              </a:xfrm>
              <a:custGeom>
                <a:rect b="b" l="l" r="r" t="t"/>
                <a:pathLst>
                  <a:path extrusionOk="0" h="4169" w="1478">
                    <a:moveTo>
                      <a:pt x="642" y="0"/>
                    </a:moveTo>
                    <a:cubicBezTo>
                      <a:pt x="631" y="0"/>
                      <a:pt x="620" y="1"/>
                      <a:pt x="608" y="2"/>
                    </a:cubicBezTo>
                    <a:cubicBezTo>
                      <a:pt x="322" y="14"/>
                      <a:pt x="287" y="264"/>
                      <a:pt x="215" y="466"/>
                    </a:cubicBezTo>
                    <a:cubicBezTo>
                      <a:pt x="60" y="930"/>
                      <a:pt x="1" y="1419"/>
                      <a:pt x="13" y="1907"/>
                    </a:cubicBezTo>
                    <a:cubicBezTo>
                      <a:pt x="13" y="2633"/>
                      <a:pt x="132" y="3300"/>
                      <a:pt x="322" y="3740"/>
                    </a:cubicBezTo>
                    <a:cubicBezTo>
                      <a:pt x="418" y="3943"/>
                      <a:pt x="501" y="4169"/>
                      <a:pt x="751" y="4169"/>
                    </a:cubicBezTo>
                    <a:cubicBezTo>
                      <a:pt x="1013" y="4169"/>
                      <a:pt x="1096" y="3919"/>
                      <a:pt x="1156" y="3716"/>
                    </a:cubicBezTo>
                    <a:cubicBezTo>
                      <a:pt x="1477" y="2645"/>
                      <a:pt x="1441" y="1490"/>
                      <a:pt x="1049" y="442"/>
                    </a:cubicBezTo>
                    <a:cubicBezTo>
                      <a:pt x="980" y="249"/>
                      <a:pt x="890" y="0"/>
                      <a:pt x="642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725" name="Google Shape;725;p31"/>
            <p:cNvSpPr/>
            <p:nvPr/>
          </p:nvSpPr>
          <p:spPr>
            <a:xfrm rot="-5400000">
              <a:off x="5360206" y="1138300"/>
              <a:ext cx="473000" cy="454875"/>
            </a:xfrm>
            <a:custGeom>
              <a:rect b="b" l="l" r="r" t="t"/>
              <a:pathLst>
                <a:path extrusionOk="0" h="18195" w="18920">
                  <a:moveTo>
                    <a:pt x="11801" y="5297"/>
                  </a:moveTo>
                  <a:cubicBezTo>
                    <a:pt x="11812" y="5297"/>
                    <a:pt x="11824" y="5298"/>
                    <a:pt x="11835" y="5299"/>
                  </a:cubicBezTo>
                  <a:cubicBezTo>
                    <a:pt x="11978" y="5335"/>
                    <a:pt x="12097" y="5442"/>
                    <a:pt x="12133" y="5597"/>
                  </a:cubicBezTo>
                  <a:cubicBezTo>
                    <a:pt x="12526" y="6656"/>
                    <a:pt x="12514" y="7823"/>
                    <a:pt x="12097" y="8883"/>
                  </a:cubicBezTo>
                  <a:cubicBezTo>
                    <a:pt x="12049" y="9014"/>
                    <a:pt x="11954" y="9157"/>
                    <a:pt x="11776" y="9157"/>
                  </a:cubicBezTo>
                  <a:cubicBezTo>
                    <a:pt x="11597" y="9157"/>
                    <a:pt x="11514" y="8990"/>
                    <a:pt x="11442" y="8835"/>
                  </a:cubicBezTo>
                  <a:cubicBezTo>
                    <a:pt x="11216" y="8347"/>
                    <a:pt x="11204" y="7823"/>
                    <a:pt x="11180" y="7299"/>
                  </a:cubicBezTo>
                  <a:cubicBezTo>
                    <a:pt x="11192" y="6716"/>
                    <a:pt x="11216" y="6144"/>
                    <a:pt x="11478" y="5597"/>
                  </a:cubicBezTo>
                  <a:cubicBezTo>
                    <a:pt x="11545" y="5462"/>
                    <a:pt x="11633" y="5297"/>
                    <a:pt x="11801" y="5297"/>
                  </a:cubicBezTo>
                  <a:close/>
                  <a:moveTo>
                    <a:pt x="7978" y="5335"/>
                  </a:moveTo>
                  <a:cubicBezTo>
                    <a:pt x="8156" y="5335"/>
                    <a:pt x="8239" y="5478"/>
                    <a:pt x="8299" y="5609"/>
                  </a:cubicBezTo>
                  <a:cubicBezTo>
                    <a:pt x="8537" y="6109"/>
                    <a:pt x="8561" y="6656"/>
                    <a:pt x="8585" y="7228"/>
                  </a:cubicBezTo>
                  <a:cubicBezTo>
                    <a:pt x="8561" y="7775"/>
                    <a:pt x="8537" y="8347"/>
                    <a:pt x="8287" y="8883"/>
                  </a:cubicBezTo>
                  <a:cubicBezTo>
                    <a:pt x="8220" y="9028"/>
                    <a:pt x="8133" y="9183"/>
                    <a:pt x="7956" y="9183"/>
                  </a:cubicBezTo>
                  <a:cubicBezTo>
                    <a:pt x="7944" y="9183"/>
                    <a:pt x="7931" y="9182"/>
                    <a:pt x="7918" y="9180"/>
                  </a:cubicBezTo>
                  <a:cubicBezTo>
                    <a:pt x="7763" y="9169"/>
                    <a:pt x="7668" y="9026"/>
                    <a:pt x="7620" y="8883"/>
                  </a:cubicBezTo>
                  <a:cubicBezTo>
                    <a:pt x="7227" y="7823"/>
                    <a:pt x="7251" y="6656"/>
                    <a:pt x="7656" y="5609"/>
                  </a:cubicBezTo>
                  <a:cubicBezTo>
                    <a:pt x="7692" y="5454"/>
                    <a:pt x="7823" y="5347"/>
                    <a:pt x="7978" y="5335"/>
                  </a:cubicBezTo>
                  <a:close/>
                  <a:moveTo>
                    <a:pt x="4707" y="9020"/>
                  </a:moveTo>
                  <a:cubicBezTo>
                    <a:pt x="4949" y="9020"/>
                    <a:pt x="5191" y="9046"/>
                    <a:pt x="5430" y="9097"/>
                  </a:cubicBezTo>
                  <a:cubicBezTo>
                    <a:pt x="5656" y="9121"/>
                    <a:pt x="5799" y="9323"/>
                    <a:pt x="5763" y="9538"/>
                  </a:cubicBezTo>
                  <a:cubicBezTo>
                    <a:pt x="5752" y="9720"/>
                    <a:pt x="5606" y="9864"/>
                    <a:pt x="5428" y="9864"/>
                  </a:cubicBezTo>
                  <a:cubicBezTo>
                    <a:pt x="5409" y="9864"/>
                    <a:pt x="5390" y="9863"/>
                    <a:pt x="5370" y="9859"/>
                  </a:cubicBezTo>
                  <a:cubicBezTo>
                    <a:pt x="5325" y="9852"/>
                    <a:pt x="5286" y="9849"/>
                    <a:pt x="5252" y="9849"/>
                  </a:cubicBezTo>
                  <a:cubicBezTo>
                    <a:pt x="4991" y="9849"/>
                    <a:pt x="5042" y="10041"/>
                    <a:pt x="5084" y="10252"/>
                  </a:cubicBezTo>
                  <a:cubicBezTo>
                    <a:pt x="5537" y="12538"/>
                    <a:pt x="7537" y="14181"/>
                    <a:pt x="9859" y="14193"/>
                  </a:cubicBezTo>
                  <a:cubicBezTo>
                    <a:pt x="9867" y="14193"/>
                    <a:pt x="9876" y="14193"/>
                    <a:pt x="9884" y="14193"/>
                  </a:cubicBezTo>
                  <a:cubicBezTo>
                    <a:pt x="12195" y="14193"/>
                    <a:pt x="14194" y="12565"/>
                    <a:pt x="14669" y="10300"/>
                  </a:cubicBezTo>
                  <a:cubicBezTo>
                    <a:pt x="14709" y="10100"/>
                    <a:pt x="14757" y="9934"/>
                    <a:pt x="14548" y="9934"/>
                  </a:cubicBezTo>
                  <a:cubicBezTo>
                    <a:pt x="14508" y="9934"/>
                    <a:pt x="14457" y="9941"/>
                    <a:pt x="14395" y="9954"/>
                  </a:cubicBezTo>
                  <a:cubicBezTo>
                    <a:pt x="14370" y="9960"/>
                    <a:pt x="14346" y="9963"/>
                    <a:pt x="14323" y="9963"/>
                  </a:cubicBezTo>
                  <a:cubicBezTo>
                    <a:pt x="14156" y="9963"/>
                    <a:pt x="14033" y="9821"/>
                    <a:pt x="14002" y="9633"/>
                  </a:cubicBezTo>
                  <a:cubicBezTo>
                    <a:pt x="13966" y="9442"/>
                    <a:pt x="14085" y="9252"/>
                    <a:pt x="14276" y="9204"/>
                  </a:cubicBezTo>
                  <a:cubicBezTo>
                    <a:pt x="14627" y="9085"/>
                    <a:pt x="14991" y="9028"/>
                    <a:pt x="15354" y="9028"/>
                  </a:cubicBezTo>
                  <a:cubicBezTo>
                    <a:pt x="15607" y="9028"/>
                    <a:pt x="15860" y="9055"/>
                    <a:pt x="16109" y="9109"/>
                  </a:cubicBezTo>
                  <a:cubicBezTo>
                    <a:pt x="16324" y="9145"/>
                    <a:pt x="16467" y="9359"/>
                    <a:pt x="16407" y="9573"/>
                  </a:cubicBezTo>
                  <a:cubicBezTo>
                    <a:pt x="16407" y="9749"/>
                    <a:pt x="16254" y="9880"/>
                    <a:pt x="16081" y="9880"/>
                  </a:cubicBezTo>
                  <a:cubicBezTo>
                    <a:pt x="16055" y="9880"/>
                    <a:pt x="16029" y="9877"/>
                    <a:pt x="16002" y="9871"/>
                  </a:cubicBezTo>
                  <a:cubicBezTo>
                    <a:pt x="15928" y="9849"/>
                    <a:pt x="15867" y="9839"/>
                    <a:pt x="15816" y="9839"/>
                  </a:cubicBezTo>
                  <a:cubicBezTo>
                    <a:pt x="15560" y="9839"/>
                    <a:pt x="15554" y="10084"/>
                    <a:pt x="15514" y="10312"/>
                  </a:cubicBezTo>
                  <a:cubicBezTo>
                    <a:pt x="15038" y="13038"/>
                    <a:pt x="12669" y="15026"/>
                    <a:pt x="9894" y="15038"/>
                  </a:cubicBezTo>
                  <a:cubicBezTo>
                    <a:pt x="7120" y="15038"/>
                    <a:pt x="4739" y="13050"/>
                    <a:pt x="4251" y="10323"/>
                  </a:cubicBezTo>
                  <a:cubicBezTo>
                    <a:pt x="4213" y="10132"/>
                    <a:pt x="4228" y="9895"/>
                    <a:pt x="4008" y="9895"/>
                  </a:cubicBezTo>
                  <a:cubicBezTo>
                    <a:pt x="3954" y="9895"/>
                    <a:pt x="3885" y="9910"/>
                    <a:pt x="3798" y="9942"/>
                  </a:cubicBezTo>
                  <a:cubicBezTo>
                    <a:pt x="3757" y="9959"/>
                    <a:pt x="3716" y="9966"/>
                    <a:pt x="3677" y="9966"/>
                  </a:cubicBezTo>
                  <a:cubicBezTo>
                    <a:pt x="3516" y="9966"/>
                    <a:pt x="3387" y="9836"/>
                    <a:pt x="3358" y="9645"/>
                  </a:cubicBezTo>
                  <a:cubicBezTo>
                    <a:pt x="3298" y="9454"/>
                    <a:pt x="3417" y="9252"/>
                    <a:pt x="3608" y="9204"/>
                  </a:cubicBezTo>
                  <a:cubicBezTo>
                    <a:pt x="3962" y="9081"/>
                    <a:pt x="4334" y="9020"/>
                    <a:pt x="4707" y="9020"/>
                  </a:cubicBezTo>
                  <a:close/>
                  <a:moveTo>
                    <a:pt x="9823" y="1"/>
                  </a:moveTo>
                  <a:cubicBezTo>
                    <a:pt x="6144" y="1"/>
                    <a:pt x="2822" y="2215"/>
                    <a:pt x="1417" y="5620"/>
                  </a:cubicBezTo>
                  <a:cubicBezTo>
                    <a:pt x="0" y="9014"/>
                    <a:pt x="786" y="12931"/>
                    <a:pt x="3382" y="15526"/>
                  </a:cubicBezTo>
                  <a:cubicBezTo>
                    <a:pt x="5126" y="17271"/>
                    <a:pt x="7451" y="18194"/>
                    <a:pt x="9818" y="18194"/>
                  </a:cubicBezTo>
                  <a:cubicBezTo>
                    <a:pt x="10990" y="18194"/>
                    <a:pt x="12172" y="17968"/>
                    <a:pt x="13300" y="17503"/>
                  </a:cubicBezTo>
                  <a:cubicBezTo>
                    <a:pt x="16705" y="16098"/>
                    <a:pt x="18919" y="12776"/>
                    <a:pt x="18919" y="9097"/>
                  </a:cubicBezTo>
                  <a:cubicBezTo>
                    <a:pt x="18919" y="4073"/>
                    <a:pt x="14847" y="1"/>
                    <a:pt x="982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26" name="Google Shape;726;p31"/>
            <p:cNvGrpSpPr/>
            <p:nvPr/>
          </p:nvGrpSpPr>
          <p:grpSpPr>
            <a:xfrm rot="5400000">
              <a:off x="5985550" y="1130675"/>
              <a:ext cx="495325" cy="470125"/>
              <a:chOff x="5985550" y="1130050"/>
              <a:chExt cx="495325" cy="470125"/>
            </a:xfrm>
          </p:grpSpPr>
          <p:sp>
            <p:nvSpPr>
              <p:cNvPr id="727" name="Google Shape;727;p31"/>
              <p:cNvSpPr/>
              <p:nvPr/>
            </p:nvSpPr>
            <p:spPr>
              <a:xfrm>
                <a:off x="6075750" y="1366100"/>
                <a:ext cx="338750" cy="149125"/>
              </a:xfrm>
              <a:custGeom>
                <a:rect b="b" l="l" r="r" t="t"/>
                <a:pathLst>
                  <a:path extrusionOk="0" h="5965" w="13550">
                    <a:moveTo>
                      <a:pt x="1336" y="1"/>
                    </a:moveTo>
                    <a:cubicBezTo>
                      <a:pt x="961" y="1"/>
                      <a:pt x="590" y="73"/>
                      <a:pt x="215" y="178"/>
                    </a:cubicBezTo>
                    <a:cubicBezTo>
                      <a:pt x="72" y="202"/>
                      <a:pt x="0" y="368"/>
                      <a:pt x="84" y="476"/>
                    </a:cubicBezTo>
                    <a:cubicBezTo>
                      <a:pt x="125" y="553"/>
                      <a:pt x="179" y="577"/>
                      <a:pt x="239" y="577"/>
                    </a:cubicBezTo>
                    <a:cubicBezTo>
                      <a:pt x="298" y="577"/>
                      <a:pt x="364" y="553"/>
                      <a:pt x="429" y="535"/>
                    </a:cubicBezTo>
                    <a:cubicBezTo>
                      <a:pt x="590" y="492"/>
                      <a:pt x="699" y="464"/>
                      <a:pt x="773" y="464"/>
                    </a:cubicBezTo>
                    <a:cubicBezTo>
                      <a:pt x="924" y="464"/>
                      <a:pt x="937" y="578"/>
                      <a:pt x="977" y="904"/>
                    </a:cubicBezTo>
                    <a:lnTo>
                      <a:pt x="977" y="952"/>
                    </a:lnTo>
                    <a:cubicBezTo>
                      <a:pt x="1402" y="3833"/>
                      <a:pt x="3865" y="5965"/>
                      <a:pt x="6774" y="5965"/>
                    </a:cubicBezTo>
                    <a:cubicBezTo>
                      <a:pt x="6798" y="5965"/>
                      <a:pt x="6822" y="5965"/>
                      <a:pt x="6846" y="5964"/>
                    </a:cubicBezTo>
                    <a:cubicBezTo>
                      <a:pt x="9787" y="5941"/>
                      <a:pt x="12252" y="3738"/>
                      <a:pt x="12609" y="833"/>
                    </a:cubicBezTo>
                    <a:cubicBezTo>
                      <a:pt x="12649" y="515"/>
                      <a:pt x="12662" y="409"/>
                      <a:pt x="12818" y="409"/>
                    </a:cubicBezTo>
                    <a:cubicBezTo>
                      <a:pt x="12896" y="409"/>
                      <a:pt x="13010" y="436"/>
                      <a:pt x="13181" y="476"/>
                    </a:cubicBezTo>
                    <a:cubicBezTo>
                      <a:pt x="13229" y="484"/>
                      <a:pt x="13281" y="495"/>
                      <a:pt x="13329" y="495"/>
                    </a:cubicBezTo>
                    <a:cubicBezTo>
                      <a:pt x="13411" y="495"/>
                      <a:pt x="13484" y="465"/>
                      <a:pt x="13514" y="345"/>
                    </a:cubicBezTo>
                    <a:cubicBezTo>
                      <a:pt x="13550" y="166"/>
                      <a:pt x="13443" y="118"/>
                      <a:pt x="13300" y="83"/>
                    </a:cubicBezTo>
                    <a:cubicBezTo>
                      <a:pt x="13080" y="26"/>
                      <a:pt x="12860" y="1"/>
                      <a:pt x="12641" y="1"/>
                    </a:cubicBezTo>
                    <a:cubicBezTo>
                      <a:pt x="12268" y="1"/>
                      <a:pt x="11898" y="73"/>
                      <a:pt x="11538" y="178"/>
                    </a:cubicBezTo>
                    <a:cubicBezTo>
                      <a:pt x="11418" y="202"/>
                      <a:pt x="11347" y="321"/>
                      <a:pt x="11383" y="428"/>
                    </a:cubicBezTo>
                    <a:cubicBezTo>
                      <a:pt x="11412" y="534"/>
                      <a:pt x="11488" y="578"/>
                      <a:pt x="11579" y="578"/>
                    </a:cubicBezTo>
                    <a:cubicBezTo>
                      <a:pt x="11600" y="578"/>
                      <a:pt x="11622" y="575"/>
                      <a:pt x="11645" y="571"/>
                    </a:cubicBezTo>
                    <a:cubicBezTo>
                      <a:pt x="11776" y="535"/>
                      <a:pt x="11895" y="511"/>
                      <a:pt x="12014" y="476"/>
                    </a:cubicBezTo>
                    <a:cubicBezTo>
                      <a:pt x="12052" y="465"/>
                      <a:pt x="12082" y="459"/>
                      <a:pt x="12107" y="459"/>
                    </a:cubicBezTo>
                    <a:cubicBezTo>
                      <a:pt x="12189" y="459"/>
                      <a:pt x="12199" y="520"/>
                      <a:pt x="12180" y="630"/>
                    </a:cubicBezTo>
                    <a:cubicBezTo>
                      <a:pt x="11907" y="3333"/>
                      <a:pt x="9668" y="5417"/>
                      <a:pt x="6942" y="5488"/>
                    </a:cubicBezTo>
                    <a:cubicBezTo>
                      <a:pt x="6901" y="5489"/>
                      <a:pt x="6861" y="5489"/>
                      <a:pt x="6821" y="5489"/>
                    </a:cubicBezTo>
                    <a:cubicBezTo>
                      <a:pt x="4158" y="5489"/>
                      <a:pt x="1875" y="3555"/>
                      <a:pt x="1465" y="904"/>
                    </a:cubicBezTo>
                    <a:cubicBezTo>
                      <a:pt x="1415" y="534"/>
                      <a:pt x="1400" y="420"/>
                      <a:pt x="1568" y="420"/>
                    </a:cubicBezTo>
                    <a:cubicBezTo>
                      <a:pt x="1644" y="420"/>
                      <a:pt x="1755" y="442"/>
                      <a:pt x="1917" y="476"/>
                    </a:cubicBezTo>
                    <a:cubicBezTo>
                      <a:pt x="1958" y="483"/>
                      <a:pt x="1999" y="489"/>
                      <a:pt x="2037" y="489"/>
                    </a:cubicBezTo>
                    <a:cubicBezTo>
                      <a:pt x="2121" y="489"/>
                      <a:pt x="2190" y="459"/>
                      <a:pt x="2215" y="345"/>
                    </a:cubicBezTo>
                    <a:cubicBezTo>
                      <a:pt x="2239" y="178"/>
                      <a:pt x="2144" y="118"/>
                      <a:pt x="2001" y="83"/>
                    </a:cubicBezTo>
                    <a:cubicBezTo>
                      <a:pt x="1776" y="26"/>
                      <a:pt x="1555" y="1"/>
                      <a:pt x="133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8" name="Google Shape;728;p31"/>
              <p:cNvSpPr/>
              <p:nvPr/>
            </p:nvSpPr>
            <p:spPr>
              <a:xfrm>
                <a:off x="6277250" y="1261875"/>
                <a:ext cx="35750" cy="102725"/>
              </a:xfrm>
              <a:custGeom>
                <a:rect b="b" l="l" r="r" t="t"/>
                <a:pathLst>
                  <a:path extrusionOk="0" h="4109" w="1430">
                    <a:moveTo>
                      <a:pt x="793" y="1"/>
                    </a:moveTo>
                    <a:cubicBezTo>
                      <a:pt x="787" y="1"/>
                      <a:pt x="781" y="1"/>
                      <a:pt x="775" y="1"/>
                    </a:cubicBezTo>
                    <a:cubicBezTo>
                      <a:pt x="501" y="1"/>
                      <a:pt x="441" y="251"/>
                      <a:pt x="370" y="442"/>
                    </a:cubicBezTo>
                    <a:cubicBezTo>
                      <a:pt x="13" y="1478"/>
                      <a:pt x="1" y="2609"/>
                      <a:pt x="334" y="3644"/>
                    </a:cubicBezTo>
                    <a:cubicBezTo>
                      <a:pt x="394" y="3847"/>
                      <a:pt x="477" y="4109"/>
                      <a:pt x="751" y="4109"/>
                    </a:cubicBezTo>
                    <a:cubicBezTo>
                      <a:pt x="1013" y="4109"/>
                      <a:pt x="1084" y="3859"/>
                      <a:pt x="1168" y="3656"/>
                    </a:cubicBezTo>
                    <a:cubicBezTo>
                      <a:pt x="1346" y="3168"/>
                      <a:pt x="1430" y="2656"/>
                      <a:pt x="1430" y="2132"/>
                    </a:cubicBezTo>
                    <a:cubicBezTo>
                      <a:pt x="1430" y="1466"/>
                      <a:pt x="1382" y="942"/>
                      <a:pt x="1203" y="454"/>
                    </a:cubicBezTo>
                    <a:cubicBezTo>
                      <a:pt x="1122" y="256"/>
                      <a:pt x="1052" y="1"/>
                      <a:pt x="793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9" name="Google Shape;729;p31"/>
              <p:cNvSpPr/>
              <p:nvPr/>
            </p:nvSpPr>
            <p:spPr>
              <a:xfrm>
                <a:off x="6178150" y="1262775"/>
                <a:ext cx="35725" cy="102725"/>
              </a:xfrm>
              <a:custGeom>
                <a:rect b="b" l="l" r="r" t="t"/>
                <a:pathLst>
                  <a:path extrusionOk="0" h="4109" w="1429">
                    <a:moveTo>
                      <a:pt x="686" y="1"/>
                    </a:moveTo>
                    <a:cubicBezTo>
                      <a:pt x="436" y="1"/>
                      <a:pt x="344" y="256"/>
                      <a:pt x="262" y="465"/>
                    </a:cubicBezTo>
                    <a:cubicBezTo>
                      <a:pt x="83" y="965"/>
                      <a:pt x="0" y="1489"/>
                      <a:pt x="12" y="2013"/>
                    </a:cubicBezTo>
                    <a:cubicBezTo>
                      <a:pt x="12" y="2632"/>
                      <a:pt x="48" y="3156"/>
                      <a:pt x="238" y="3644"/>
                    </a:cubicBezTo>
                    <a:cubicBezTo>
                      <a:pt x="322" y="3859"/>
                      <a:pt x="393" y="4109"/>
                      <a:pt x="655" y="4109"/>
                    </a:cubicBezTo>
                    <a:cubicBezTo>
                      <a:pt x="917" y="4109"/>
                      <a:pt x="1012" y="3859"/>
                      <a:pt x="1072" y="3656"/>
                    </a:cubicBezTo>
                    <a:cubicBezTo>
                      <a:pt x="1417" y="2620"/>
                      <a:pt x="1429" y="1513"/>
                      <a:pt x="1107" y="465"/>
                    </a:cubicBezTo>
                    <a:cubicBezTo>
                      <a:pt x="1048" y="263"/>
                      <a:pt x="965" y="1"/>
                      <a:pt x="703" y="1"/>
                    </a:cubicBezTo>
                    <a:cubicBezTo>
                      <a:pt x="697" y="1"/>
                      <a:pt x="691" y="1"/>
                      <a:pt x="68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0" name="Google Shape;730;p31"/>
              <p:cNvSpPr/>
              <p:nvPr/>
            </p:nvSpPr>
            <p:spPr>
              <a:xfrm>
                <a:off x="5985550" y="1130050"/>
                <a:ext cx="495325" cy="470125"/>
              </a:xfrm>
              <a:custGeom>
                <a:rect b="b" l="l" r="r" t="t"/>
                <a:pathLst>
                  <a:path extrusionOk="0" h="18805" w="19813">
                    <a:moveTo>
                      <a:pt x="10405" y="475"/>
                    </a:moveTo>
                    <a:cubicBezTo>
                      <a:pt x="11555" y="475"/>
                      <a:pt x="12716" y="697"/>
                      <a:pt x="13824" y="1155"/>
                    </a:cubicBezTo>
                    <a:cubicBezTo>
                      <a:pt x="17158" y="2536"/>
                      <a:pt x="19337" y="5798"/>
                      <a:pt x="19337" y="9406"/>
                    </a:cubicBezTo>
                    <a:cubicBezTo>
                      <a:pt x="19325" y="14335"/>
                      <a:pt x="15324" y="18323"/>
                      <a:pt x="10407" y="18335"/>
                    </a:cubicBezTo>
                    <a:cubicBezTo>
                      <a:pt x="6787" y="18335"/>
                      <a:pt x="3537" y="16156"/>
                      <a:pt x="2156" y="12823"/>
                    </a:cubicBezTo>
                    <a:cubicBezTo>
                      <a:pt x="775" y="9489"/>
                      <a:pt x="1537" y="5643"/>
                      <a:pt x="4085" y="3095"/>
                    </a:cubicBezTo>
                    <a:cubicBezTo>
                      <a:pt x="5797" y="1383"/>
                      <a:pt x="8080" y="475"/>
                      <a:pt x="10405" y="475"/>
                    </a:cubicBezTo>
                    <a:close/>
                    <a:moveTo>
                      <a:pt x="10397" y="1"/>
                    </a:moveTo>
                    <a:cubicBezTo>
                      <a:pt x="8589" y="1"/>
                      <a:pt x="6772" y="520"/>
                      <a:pt x="5180" y="1583"/>
                    </a:cubicBezTo>
                    <a:cubicBezTo>
                      <a:pt x="1441" y="4072"/>
                      <a:pt x="1" y="8858"/>
                      <a:pt x="1715" y="13001"/>
                    </a:cubicBezTo>
                    <a:cubicBezTo>
                      <a:pt x="3189" y="16563"/>
                      <a:pt x="6651" y="18805"/>
                      <a:pt x="10384" y="18805"/>
                    </a:cubicBezTo>
                    <a:cubicBezTo>
                      <a:pt x="10994" y="18805"/>
                      <a:pt x="11611" y="18745"/>
                      <a:pt x="12229" y="18621"/>
                    </a:cubicBezTo>
                    <a:cubicBezTo>
                      <a:pt x="16634" y="17752"/>
                      <a:pt x="19801" y="13882"/>
                      <a:pt x="19801" y="9406"/>
                    </a:cubicBezTo>
                    <a:cubicBezTo>
                      <a:pt x="19813" y="6905"/>
                      <a:pt x="18813" y="4512"/>
                      <a:pt x="17051" y="2750"/>
                    </a:cubicBezTo>
                    <a:cubicBezTo>
                      <a:pt x="15229" y="936"/>
                      <a:pt x="12822" y="1"/>
                      <a:pt x="1039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20.xml"/><Relationship Id="rId22" Type="http://schemas.openxmlformats.org/officeDocument/2006/relationships/slideLayout" Target="../slideLayouts/slideLayout22.xml"/><Relationship Id="rId21" Type="http://schemas.openxmlformats.org/officeDocument/2006/relationships/slideLayout" Target="../slideLayouts/slideLayout21.xml"/><Relationship Id="rId24" Type="http://schemas.openxmlformats.org/officeDocument/2006/relationships/slideLayout" Target="../slideLayouts/slideLayout24.xml"/><Relationship Id="rId23" Type="http://schemas.openxmlformats.org/officeDocument/2006/relationships/slideLayout" Target="../slideLayouts/slideLayout23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26" Type="http://schemas.openxmlformats.org/officeDocument/2006/relationships/slideLayout" Target="../slideLayouts/slideLayout26.xml"/><Relationship Id="rId25" Type="http://schemas.openxmlformats.org/officeDocument/2006/relationships/slideLayout" Target="../slideLayouts/slideLayout25.xml"/><Relationship Id="rId28" Type="http://schemas.openxmlformats.org/officeDocument/2006/relationships/slideLayout" Target="../slideLayouts/slideLayout28.xml"/><Relationship Id="rId27" Type="http://schemas.openxmlformats.org/officeDocument/2006/relationships/slideLayout" Target="../slideLayouts/slideLayout27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29" Type="http://schemas.openxmlformats.org/officeDocument/2006/relationships/slideLayout" Target="../slideLayouts/slideLayout29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Relationship Id="rId31" Type="http://schemas.openxmlformats.org/officeDocument/2006/relationships/theme" Target="../theme/theme2.xml"/><Relationship Id="rId30" Type="http://schemas.openxmlformats.org/officeDocument/2006/relationships/slideLayout" Target="../slideLayouts/slideLayout30.xml"/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15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7.xml"/><Relationship Id="rId16" Type="http://schemas.openxmlformats.org/officeDocument/2006/relationships/slideLayout" Target="../slideLayouts/slideLayout16.xml"/><Relationship Id="rId19" Type="http://schemas.openxmlformats.org/officeDocument/2006/relationships/slideLayout" Target="../slideLayouts/slideLayout19.xml"/><Relationship Id="rId18" Type="http://schemas.openxmlformats.org/officeDocument/2006/relationships/slideLayout" Target="../slideLayouts/slideLayout18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chemeClr val="lt1"/>
        </a:soli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713225" y="445025"/>
            <a:ext cx="77175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Michroma"/>
              <a:buNone/>
              <a:defRPr b="1" sz="3000">
                <a:solidFill>
                  <a:schemeClr val="dk1"/>
                </a:solidFill>
                <a:latin typeface="Michroma"/>
                <a:ea typeface="Michroma"/>
                <a:cs typeface="Michroma"/>
                <a:sym typeface="Michroma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Michroma"/>
              <a:buNone/>
              <a:defRPr b="1" sz="3000">
                <a:solidFill>
                  <a:schemeClr val="dk1"/>
                </a:solidFill>
                <a:latin typeface="Michroma"/>
                <a:ea typeface="Michroma"/>
                <a:cs typeface="Michroma"/>
                <a:sym typeface="Michroma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Michroma"/>
              <a:buNone/>
              <a:defRPr b="1" sz="3000">
                <a:solidFill>
                  <a:schemeClr val="dk1"/>
                </a:solidFill>
                <a:latin typeface="Michroma"/>
                <a:ea typeface="Michroma"/>
                <a:cs typeface="Michroma"/>
                <a:sym typeface="Michroma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Michroma"/>
              <a:buNone/>
              <a:defRPr b="1" sz="3000">
                <a:solidFill>
                  <a:schemeClr val="dk1"/>
                </a:solidFill>
                <a:latin typeface="Michroma"/>
                <a:ea typeface="Michroma"/>
                <a:cs typeface="Michroma"/>
                <a:sym typeface="Michroma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Michroma"/>
              <a:buNone/>
              <a:defRPr b="1" sz="3000">
                <a:solidFill>
                  <a:schemeClr val="dk1"/>
                </a:solidFill>
                <a:latin typeface="Michroma"/>
                <a:ea typeface="Michroma"/>
                <a:cs typeface="Michroma"/>
                <a:sym typeface="Michroma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Michroma"/>
              <a:buNone/>
              <a:defRPr b="1" sz="3000">
                <a:solidFill>
                  <a:schemeClr val="dk1"/>
                </a:solidFill>
                <a:latin typeface="Michroma"/>
                <a:ea typeface="Michroma"/>
                <a:cs typeface="Michroma"/>
                <a:sym typeface="Michroma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Michroma"/>
              <a:buNone/>
              <a:defRPr b="1" sz="3000">
                <a:solidFill>
                  <a:schemeClr val="dk1"/>
                </a:solidFill>
                <a:latin typeface="Michroma"/>
                <a:ea typeface="Michroma"/>
                <a:cs typeface="Michroma"/>
                <a:sym typeface="Michroma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Michroma"/>
              <a:buNone/>
              <a:defRPr b="1" sz="3000">
                <a:solidFill>
                  <a:schemeClr val="dk1"/>
                </a:solidFill>
                <a:latin typeface="Michroma"/>
                <a:ea typeface="Michroma"/>
                <a:cs typeface="Michroma"/>
                <a:sym typeface="Michroma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Michroma"/>
              <a:buNone/>
              <a:defRPr b="1" sz="3000">
                <a:solidFill>
                  <a:schemeClr val="dk1"/>
                </a:solidFill>
                <a:latin typeface="Michroma"/>
                <a:ea typeface="Michroma"/>
                <a:cs typeface="Michroma"/>
                <a:sym typeface="Michroma"/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713225" y="1152475"/>
            <a:ext cx="77175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Inter"/>
              <a:buChar char="●"/>
              <a:defRPr>
                <a:solidFill>
                  <a:schemeClr val="dk2"/>
                </a:solidFill>
                <a:latin typeface="Inter"/>
                <a:ea typeface="Inter"/>
                <a:cs typeface="Inter"/>
                <a:sym typeface="Inter"/>
              </a:defRPr>
            </a:lvl1pPr>
            <a:lvl2pPr indent="-317500" lvl="1" marL="9144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Inter"/>
              <a:buChar char="○"/>
              <a:defRPr>
                <a:solidFill>
                  <a:schemeClr val="dk2"/>
                </a:solidFill>
                <a:latin typeface="Inter"/>
                <a:ea typeface="Inter"/>
                <a:cs typeface="Inter"/>
                <a:sym typeface="Inter"/>
              </a:defRPr>
            </a:lvl2pPr>
            <a:lvl3pPr indent="-317500" lvl="2" marL="13716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Inter"/>
              <a:buChar char="■"/>
              <a:defRPr>
                <a:solidFill>
                  <a:schemeClr val="dk2"/>
                </a:solidFill>
                <a:latin typeface="Inter"/>
                <a:ea typeface="Inter"/>
                <a:cs typeface="Inter"/>
                <a:sym typeface="Inter"/>
              </a:defRPr>
            </a:lvl3pPr>
            <a:lvl4pPr indent="-317500" lvl="3" marL="18288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Inter"/>
              <a:buChar char="●"/>
              <a:defRPr>
                <a:solidFill>
                  <a:schemeClr val="dk2"/>
                </a:solidFill>
                <a:latin typeface="Inter"/>
                <a:ea typeface="Inter"/>
                <a:cs typeface="Inter"/>
                <a:sym typeface="Inter"/>
              </a:defRPr>
            </a:lvl4pPr>
            <a:lvl5pPr indent="-317500" lvl="4" marL="22860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Inter"/>
              <a:buChar char="○"/>
              <a:defRPr>
                <a:solidFill>
                  <a:schemeClr val="dk2"/>
                </a:solidFill>
                <a:latin typeface="Inter"/>
                <a:ea typeface="Inter"/>
                <a:cs typeface="Inter"/>
                <a:sym typeface="Inter"/>
              </a:defRPr>
            </a:lvl5pPr>
            <a:lvl6pPr indent="-317500" lvl="5" marL="27432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Inter"/>
              <a:buChar char="■"/>
              <a:defRPr>
                <a:solidFill>
                  <a:schemeClr val="dk2"/>
                </a:solidFill>
                <a:latin typeface="Inter"/>
                <a:ea typeface="Inter"/>
                <a:cs typeface="Inter"/>
                <a:sym typeface="Inter"/>
              </a:defRPr>
            </a:lvl6pPr>
            <a:lvl7pPr indent="-317500" lvl="6" marL="32004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Inter"/>
              <a:buChar char="●"/>
              <a:defRPr>
                <a:solidFill>
                  <a:schemeClr val="dk2"/>
                </a:solidFill>
                <a:latin typeface="Inter"/>
                <a:ea typeface="Inter"/>
                <a:cs typeface="Inter"/>
                <a:sym typeface="Inter"/>
              </a:defRPr>
            </a:lvl7pPr>
            <a:lvl8pPr indent="-317500" lvl="7" marL="36576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Inter"/>
              <a:buChar char="○"/>
              <a:defRPr>
                <a:solidFill>
                  <a:schemeClr val="dk2"/>
                </a:solidFill>
                <a:latin typeface="Inter"/>
                <a:ea typeface="Inter"/>
                <a:cs typeface="Inter"/>
                <a:sym typeface="Inter"/>
              </a:defRPr>
            </a:lvl8pPr>
            <a:lvl9pPr indent="-317500" lvl="8" marL="411480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Font typeface="Inter"/>
              <a:buChar char="■"/>
              <a:defRPr>
                <a:solidFill>
                  <a:schemeClr val="dk2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4" r:id="rId17"/>
    <p:sldLayoutId id="2147483665" r:id="rId18"/>
    <p:sldLayoutId id="2147483666" r:id="rId19"/>
    <p:sldLayoutId id="2147483667" r:id="rId20"/>
    <p:sldLayoutId id="2147483668" r:id="rId21"/>
    <p:sldLayoutId id="2147483669" r:id="rId22"/>
    <p:sldLayoutId id="2147483670" r:id="rId23"/>
    <p:sldLayoutId id="2147483671" r:id="rId24"/>
    <p:sldLayoutId id="2147483672" r:id="rId25"/>
    <p:sldLayoutId id="2147483673" r:id="rId26"/>
    <p:sldLayoutId id="2147483674" r:id="rId27"/>
    <p:sldLayoutId id="2147483675" r:id="rId28"/>
    <p:sldLayoutId id="2147483676" r:id="rId29"/>
    <p:sldLayoutId id="2147483677" r:id="rId30"/>
  </p:sldLayoutIdLst>
  <p:hf dt="0" ftr="0" hdr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2.xml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3.xml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4.xml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5.xml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6.xml"/><Relationship Id="rId3" Type="http://schemas.openxmlformats.org/officeDocument/2006/relationships/image" Target="../media/image3.png"/><Relationship Id="rId4" Type="http://schemas.openxmlformats.org/officeDocument/2006/relationships/image" Target="../media/image1.png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7.xml"/><Relationship Id="rId3" Type="http://schemas.openxmlformats.org/officeDocument/2006/relationships/image" Target="../media/image8.png"/><Relationship Id="rId4" Type="http://schemas.openxmlformats.org/officeDocument/2006/relationships/image" Target="../media/image7.png"/><Relationship Id="rId5" Type="http://schemas.openxmlformats.org/officeDocument/2006/relationships/image" Target="../media/image13.png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8.xml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9.xml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10.xml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11.xml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12.xml"/><Relationship Id="rId3" Type="http://schemas.openxmlformats.org/officeDocument/2006/relationships/image" Target="../media/image27.png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13.xml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14.xml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15.xml"/><Relationship Id="rId3" Type="http://schemas.openxmlformats.org/officeDocument/2006/relationships/image" Target="../media/image9.png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16.xml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17.xml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18.xml"/><Relationship Id="rId3" Type="http://schemas.openxmlformats.org/officeDocument/2006/relationships/image" Target="../media/image18.png"/><Relationship Id="rId4" Type="http://schemas.openxmlformats.org/officeDocument/2006/relationships/image" Target="../media/image21.png"/><Relationship Id="rId5" Type="http://schemas.openxmlformats.org/officeDocument/2006/relationships/image" Target="../media/image16.png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19.xml"/><Relationship Id="rId3" Type="http://schemas.openxmlformats.org/officeDocument/2006/relationships/image" Target="../media/image5.png"/><Relationship Id="rId4" Type="http://schemas.openxmlformats.org/officeDocument/2006/relationships/image" Target="../media/image11.png"/><Relationship Id="rId5" Type="http://schemas.openxmlformats.org/officeDocument/2006/relationships/image" Target="../media/image2.png"/></Relationships>
</file>

<file path=ppt/slides/_rels/slide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20.xml"/><Relationship Id="rId3" Type="http://schemas.openxmlformats.org/officeDocument/2006/relationships/image" Target="../media/image12.png"/><Relationship Id="rId4" Type="http://schemas.openxmlformats.org/officeDocument/2006/relationships/image" Target="../media/image4.png"/><Relationship Id="rId5" Type="http://schemas.openxmlformats.org/officeDocument/2006/relationships/image" Target="../media/image10.png"/></Relationships>
</file>

<file path=ppt/slides/_rels/slide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21.xml"/><Relationship Id="rId3" Type="http://schemas.openxmlformats.org/officeDocument/2006/relationships/image" Target="../media/image19.png"/><Relationship Id="rId4" Type="http://schemas.openxmlformats.org/officeDocument/2006/relationships/image" Target="../media/image22.png"/><Relationship Id="rId5" Type="http://schemas.openxmlformats.org/officeDocument/2006/relationships/image" Target="../media/image17.png"/></Relationships>
</file>

<file path=ppt/slides/_rels/slide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22.xml"/><Relationship Id="rId3" Type="http://schemas.openxmlformats.org/officeDocument/2006/relationships/image" Target="../media/image6.png"/><Relationship Id="rId4" Type="http://schemas.openxmlformats.org/officeDocument/2006/relationships/image" Target="../media/image24.png"/><Relationship Id="rId5" Type="http://schemas.openxmlformats.org/officeDocument/2006/relationships/image" Target="../media/image15.png"/></Relationships>
</file>

<file path=ppt/slides/_rels/slide2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23.xml"/></Relationships>
</file>

<file path=ppt/slides/_rels/slide2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24.xml"/></Relationships>
</file>

<file path=ppt/slides/_rels/slide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25.xml"/><Relationship Id="rId3" Type="http://schemas.openxmlformats.org/officeDocument/2006/relationships/image" Target="../media/image26.png"/><Relationship Id="rId4" Type="http://schemas.openxmlformats.org/officeDocument/2006/relationships/image" Target="../media/image25.png"/></Relationships>
</file>

<file path=ppt/slides/_rels/slide2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26.xml"/><Relationship Id="rId3" Type="http://schemas.openxmlformats.org/officeDocument/2006/relationships/image" Target="../media/image20.png"/><Relationship Id="rId4" Type="http://schemas.openxmlformats.org/officeDocument/2006/relationships/image" Target="../media/image23.png"/><Relationship Id="rId5" Type="http://schemas.openxmlformats.org/officeDocument/2006/relationships/image" Target="../media/image14.png"/></Relationships>
</file>

<file path=ppt/slides/_rels/slide2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27.xml"/></Relationships>
</file>

<file path=ppt/slides/_rels/slide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7.xml"/><Relationship Id="rId2" Type="http://schemas.openxmlformats.org/officeDocument/2006/relationships/notesSlide" Target="../notesSlides/notesSlide28.xml"/></Relationships>
</file>

<file path=ppt/slides/_rels/slide2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8.xml"/><Relationship Id="rId2" Type="http://schemas.openxmlformats.org/officeDocument/2006/relationships/notesSlide" Target="../notesSlides/notesSlide29.xml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34" name="Shape 7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5" name="Google Shape;735;p32"/>
          <p:cNvSpPr txBox="1"/>
          <p:nvPr>
            <p:ph type="ctrTitle"/>
          </p:nvPr>
        </p:nvSpPr>
        <p:spPr>
          <a:xfrm>
            <a:off x="1063950" y="1453900"/>
            <a:ext cx="7016100" cy="1904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The Industrial Military Complex</a:t>
            </a:r>
            <a:r>
              <a:rPr lang="en"/>
              <a:t> </a:t>
            </a:r>
            <a:r>
              <a:rPr lang="en">
                <a:solidFill>
                  <a:schemeClr val="lt2"/>
                </a:solidFill>
              </a:rPr>
              <a:t>and Stocks</a:t>
            </a:r>
            <a:endParaRPr>
              <a:solidFill>
                <a:schemeClr val="lt2"/>
              </a:solidFill>
            </a:endParaRPr>
          </a:p>
        </p:txBody>
      </p:sp>
      <p:sp>
        <p:nvSpPr>
          <p:cNvPr id="736" name="Google Shape;736;p32"/>
          <p:cNvSpPr txBox="1"/>
          <p:nvPr>
            <p:ph idx="1" type="subTitle"/>
          </p:nvPr>
        </p:nvSpPr>
        <p:spPr>
          <a:xfrm>
            <a:off x="1677300" y="3427125"/>
            <a:ext cx="5789400" cy="475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Aahan Kumar</a:t>
            </a:r>
            <a:endParaRPr/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40" name="Shape 7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41" name="Google Shape;741;p33"/>
          <p:cNvGrpSpPr/>
          <p:nvPr/>
        </p:nvGrpSpPr>
        <p:grpSpPr>
          <a:xfrm>
            <a:off x="1731714" y="104837"/>
            <a:ext cx="5427150" cy="4820344"/>
            <a:chOff x="6644304" y="3073628"/>
            <a:chExt cx="576302" cy="511871"/>
          </a:xfrm>
        </p:grpSpPr>
        <p:grpSp>
          <p:nvGrpSpPr>
            <p:cNvPr id="742" name="Google Shape;742;p33"/>
            <p:cNvGrpSpPr/>
            <p:nvPr/>
          </p:nvGrpSpPr>
          <p:grpSpPr>
            <a:xfrm>
              <a:off x="6712169" y="3073651"/>
              <a:ext cx="481611" cy="506713"/>
              <a:chOff x="1833536" y="-546641"/>
              <a:chExt cx="914567" cy="962419"/>
            </a:xfrm>
          </p:grpSpPr>
          <p:grpSp>
            <p:nvGrpSpPr>
              <p:cNvPr id="743" name="Google Shape;743;p33"/>
              <p:cNvGrpSpPr/>
              <p:nvPr/>
            </p:nvGrpSpPr>
            <p:grpSpPr>
              <a:xfrm>
                <a:off x="1833536" y="-524249"/>
                <a:ext cx="914567" cy="940027"/>
                <a:chOff x="1833536" y="-524249"/>
                <a:chExt cx="914567" cy="940027"/>
              </a:xfrm>
            </p:grpSpPr>
            <p:sp>
              <p:nvSpPr>
                <p:cNvPr id="744" name="Google Shape;744;p33"/>
                <p:cNvSpPr/>
                <p:nvPr/>
              </p:nvSpPr>
              <p:spPr>
                <a:xfrm>
                  <a:off x="1833536" y="-524249"/>
                  <a:ext cx="453307" cy="599490"/>
                </a:xfrm>
                <a:custGeom>
                  <a:rect b="b" l="l" r="r" t="t"/>
                  <a:pathLst>
                    <a:path extrusionOk="0" h="54723" w="41379">
                      <a:moveTo>
                        <a:pt x="20938" y="3904"/>
                      </a:moveTo>
                      <a:lnTo>
                        <a:pt x="22677" y="6583"/>
                      </a:lnTo>
                      <a:lnTo>
                        <a:pt x="22091" y="7097"/>
                      </a:lnTo>
                      <a:lnTo>
                        <a:pt x="18951" y="4400"/>
                      </a:lnTo>
                      <a:lnTo>
                        <a:pt x="20938" y="3904"/>
                      </a:lnTo>
                      <a:close/>
                      <a:moveTo>
                        <a:pt x="25072" y="0"/>
                      </a:moveTo>
                      <a:lnTo>
                        <a:pt x="25072" y="0"/>
                      </a:lnTo>
                      <a:cubicBezTo>
                        <a:pt x="24433" y="195"/>
                        <a:pt x="23812" y="408"/>
                        <a:pt x="23191" y="621"/>
                      </a:cubicBezTo>
                      <a:lnTo>
                        <a:pt x="23493" y="1047"/>
                      </a:lnTo>
                      <a:lnTo>
                        <a:pt x="21861" y="1136"/>
                      </a:lnTo>
                      <a:cubicBezTo>
                        <a:pt x="20920" y="1491"/>
                        <a:pt x="19980" y="1899"/>
                        <a:pt x="19075" y="2307"/>
                      </a:cubicBezTo>
                      <a:lnTo>
                        <a:pt x="17709" y="4489"/>
                      </a:lnTo>
                      <a:lnTo>
                        <a:pt x="19341" y="6778"/>
                      </a:lnTo>
                      <a:lnTo>
                        <a:pt x="19341" y="6778"/>
                      </a:lnTo>
                      <a:lnTo>
                        <a:pt x="16697" y="6086"/>
                      </a:lnTo>
                      <a:lnTo>
                        <a:pt x="17017" y="4542"/>
                      </a:lnTo>
                      <a:lnTo>
                        <a:pt x="15473" y="4205"/>
                      </a:lnTo>
                      <a:cubicBezTo>
                        <a:pt x="14124" y="4968"/>
                        <a:pt x="12811" y="5820"/>
                        <a:pt x="11552" y="6725"/>
                      </a:cubicBezTo>
                      <a:lnTo>
                        <a:pt x="12581" y="6920"/>
                      </a:lnTo>
                      <a:lnTo>
                        <a:pt x="11836" y="8091"/>
                      </a:lnTo>
                      <a:cubicBezTo>
                        <a:pt x="11392" y="7967"/>
                        <a:pt x="10842" y="7772"/>
                        <a:pt x="10363" y="7612"/>
                      </a:cubicBezTo>
                      <a:cubicBezTo>
                        <a:pt x="6300" y="10753"/>
                        <a:pt x="2804" y="14567"/>
                        <a:pt x="1" y="18897"/>
                      </a:cubicBezTo>
                      <a:cubicBezTo>
                        <a:pt x="356" y="19536"/>
                        <a:pt x="498" y="20299"/>
                        <a:pt x="373" y="21026"/>
                      </a:cubicBezTo>
                      <a:cubicBezTo>
                        <a:pt x="285" y="21895"/>
                        <a:pt x="870" y="22800"/>
                        <a:pt x="977" y="23723"/>
                      </a:cubicBezTo>
                      <a:cubicBezTo>
                        <a:pt x="1101" y="24681"/>
                        <a:pt x="835" y="25710"/>
                        <a:pt x="1048" y="26633"/>
                      </a:cubicBezTo>
                      <a:cubicBezTo>
                        <a:pt x="1580" y="28922"/>
                        <a:pt x="1651" y="28904"/>
                        <a:pt x="1314" y="30696"/>
                      </a:cubicBezTo>
                      <a:cubicBezTo>
                        <a:pt x="1260" y="30998"/>
                        <a:pt x="1243" y="31335"/>
                        <a:pt x="1189" y="31654"/>
                      </a:cubicBezTo>
                      <a:cubicBezTo>
                        <a:pt x="906" y="33943"/>
                        <a:pt x="852" y="36090"/>
                        <a:pt x="2378" y="38184"/>
                      </a:cubicBezTo>
                      <a:cubicBezTo>
                        <a:pt x="3194" y="39302"/>
                        <a:pt x="4490" y="39461"/>
                        <a:pt x="5217" y="40473"/>
                      </a:cubicBezTo>
                      <a:cubicBezTo>
                        <a:pt x="5377" y="41147"/>
                        <a:pt x="5679" y="41821"/>
                        <a:pt x="5679" y="42496"/>
                      </a:cubicBezTo>
                      <a:cubicBezTo>
                        <a:pt x="5679" y="43170"/>
                        <a:pt x="7311" y="43347"/>
                        <a:pt x="6406" y="44146"/>
                      </a:cubicBezTo>
                      <a:lnTo>
                        <a:pt x="8429" y="45122"/>
                      </a:lnTo>
                      <a:lnTo>
                        <a:pt x="8429" y="45122"/>
                      </a:lnTo>
                      <a:lnTo>
                        <a:pt x="8269" y="43170"/>
                      </a:lnTo>
                      <a:lnTo>
                        <a:pt x="8269" y="43170"/>
                      </a:lnTo>
                      <a:cubicBezTo>
                        <a:pt x="8872" y="43613"/>
                        <a:pt x="9298" y="43826"/>
                        <a:pt x="9600" y="44146"/>
                      </a:cubicBezTo>
                      <a:cubicBezTo>
                        <a:pt x="10345" y="44909"/>
                        <a:pt x="10948" y="45849"/>
                        <a:pt x="11765" y="46523"/>
                      </a:cubicBezTo>
                      <a:cubicBezTo>
                        <a:pt x="12652" y="47251"/>
                        <a:pt x="13734" y="47730"/>
                        <a:pt x="13255" y="49167"/>
                      </a:cubicBezTo>
                      <a:cubicBezTo>
                        <a:pt x="15142" y="50239"/>
                        <a:pt x="17068" y="51273"/>
                        <a:pt x="19240" y="51273"/>
                      </a:cubicBezTo>
                      <a:cubicBezTo>
                        <a:pt x="19621" y="51273"/>
                        <a:pt x="20009" y="51241"/>
                        <a:pt x="20406" y="51172"/>
                      </a:cubicBezTo>
                      <a:cubicBezTo>
                        <a:pt x="21066" y="51051"/>
                        <a:pt x="21687" y="50867"/>
                        <a:pt x="22299" y="50867"/>
                      </a:cubicBezTo>
                      <a:cubicBezTo>
                        <a:pt x="22856" y="50867"/>
                        <a:pt x="23406" y="51019"/>
                        <a:pt x="23972" y="51509"/>
                      </a:cubicBezTo>
                      <a:cubicBezTo>
                        <a:pt x="24575" y="52042"/>
                        <a:pt x="25551" y="52219"/>
                        <a:pt x="26403" y="52414"/>
                      </a:cubicBezTo>
                      <a:cubicBezTo>
                        <a:pt x="26412" y="52417"/>
                        <a:pt x="26421" y="52418"/>
                        <a:pt x="26431" y="52418"/>
                      </a:cubicBezTo>
                      <a:cubicBezTo>
                        <a:pt x="26612" y="52418"/>
                        <a:pt x="26911" y="51958"/>
                        <a:pt x="27130" y="51722"/>
                      </a:cubicBezTo>
                      <a:cubicBezTo>
                        <a:pt x="29563" y="53875"/>
                        <a:pt x="30553" y="54722"/>
                        <a:pt x="31970" y="54722"/>
                      </a:cubicBezTo>
                      <a:cubicBezTo>
                        <a:pt x="32888" y="54722"/>
                        <a:pt x="33985" y="54367"/>
                        <a:pt x="35771" y="53780"/>
                      </a:cubicBezTo>
                      <a:cubicBezTo>
                        <a:pt x="35754" y="53674"/>
                        <a:pt x="35736" y="53568"/>
                        <a:pt x="35700" y="53461"/>
                      </a:cubicBezTo>
                      <a:cubicBezTo>
                        <a:pt x="35026" y="53479"/>
                        <a:pt x="34387" y="53550"/>
                        <a:pt x="33731" y="53568"/>
                      </a:cubicBezTo>
                      <a:cubicBezTo>
                        <a:pt x="33590" y="53572"/>
                        <a:pt x="33456" y="53574"/>
                        <a:pt x="33329" y="53574"/>
                      </a:cubicBezTo>
                      <a:cubicBezTo>
                        <a:pt x="31461" y="53574"/>
                        <a:pt x="31079" y="53047"/>
                        <a:pt x="30697" y="50871"/>
                      </a:cubicBezTo>
                      <a:cubicBezTo>
                        <a:pt x="30590" y="50179"/>
                        <a:pt x="30005" y="49575"/>
                        <a:pt x="29650" y="48972"/>
                      </a:cubicBezTo>
                      <a:lnTo>
                        <a:pt x="26030" y="49628"/>
                      </a:lnTo>
                      <a:lnTo>
                        <a:pt x="26030" y="49628"/>
                      </a:lnTo>
                      <a:lnTo>
                        <a:pt x="26385" y="45406"/>
                      </a:lnTo>
                      <a:lnTo>
                        <a:pt x="24167" y="45956"/>
                      </a:lnTo>
                      <a:cubicBezTo>
                        <a:pt x="23812" y="46931"/>
                        <a:pt x="24007" y="48085"/>
                        <a:pt x="22553" y="48564"/>
                      </a:cubicBezTo>
                      <a:cubicBezTo>
                        <a:pt x="22259" y="48659"/>
                        <a:pt x="21992" y="48700"/>
                        <a:pt x="21745" y="48700"/>
                      </a:cubicBezTo>
                      <a:cubicBezTo>
                        <a:pt x="20706" y="48700"/>
                        <a:pt x="20016" y="47976"/>
                        <a:pt x="19199" y="47517"/>
                      </a:cubicBezTo>
                      <a:lnTo>
                        <a:pt x="17851" y="42123"/>
                      </a:lnTo>
                      <a:cubicBezTo>
                        <a:pt x="19459" y="40109"/>
                        <a:pt x="19754" y="39740"/>
                        <a:pt x="21393" y="39740"/>
                      </a:cubicBezTo>
                      <a:cubicBezTo>
                        <a:pt x="21761" y="39740"/>
                        <a:pt x="22197" y="39758"/>
                        <a:pt x="22730" y="39781"/>
                      </a:cubicBezTo>
                      <a:lnTo>
                        <a:pt x="22890" y="38237"/>
                      </a:lnTo>
                      <a:lnTo>
                        <a:pt x="27042" y="38113"/>
                      </a:lnTo>
                      <a:lnTo>
                        <a:pt x="30324" y="41786"/>
                      </a:lnTo>
                      <a:cubicBezTo>
                        <a:pt x="30679" y="39550"/>
                        <a:pt x="29064" y="38290"/>
                        <a:pt x="28532" y="36374"/>
                      </a:cubicBezTo>
                      <a:cubicBezTo>
                        <a:pt x="29366" y="35363"/>
                        <a:pt x="30324" y="34280"/>
                        <a:pt x="31229" y="33163"/>
                      </a:cubicBezTo>
                      <a:cubicBezTo>
                        <a:pt x="32045" y="32133"/>
                        <a:pt x="31974" y="31885"/>
                        <a:pt x="30644" y="30359"/>
                      </a:cubicBezTo>
                      <a:cubicBezTo>
                        <a:pt x="31105" y="29916"/>
                        <a:pt x="31886" y="29490"/>
                        <a:pt x="31957" y="28993"/>
                      </a:cubicBezTo>
                      <a:cubicBezTo>
                        <a:pt x="32152" y="27378"/>
                        <a:pt x="33411" y="26757"/>
                        <a:pt x="34441" y="25906"/>
                      </a:cubicBezTo>
                      <a:lnTo>
                        <a:pt x="34245" y="24273"/>
                      </a:lnTo>
                      <a:lnTo>
                        <a:pt x="36588" y="22996"/>
                      </a:lnTo>
                      <a:lnTo>
                        <a:pt x="37120" y="24096"/>
                      </a:lnTo>
                      <a:lnTo>
                        <a:pt x="40438" y="20849"/>
                      </a:lnTo>
                      <a:lnTo>
                        <a:pt x="40048" y="20387"/>
                      </a:lnTo>
                      <a:lnTo>
                        <a:pt x="38184" y="21700"/>
                      </a:lnTo>
                      <a:lnTo>
                        <a:pt x="36410" y="20547"/>
                      </a:lnTo>
                      <a:cubicBezTo>
                        <a:pt x="37315" y="19429"/>
                        <a:pt x="38309" y="18631"/>
                        <a:pt x="38752" y="17584"/>
                      </a:cubicBezTo>
                      <a:cubicBezTo>
                        <a:pt x="39285" y="16377"/>
                        <a:pt x="40686" y="16271"/>
                        <a:pt x="41378" y="15295"/>
                      </a:cubicBezTo>
                      <a:cubicBezTo>
                        <a:pt x="40314" y="14177"/>
                        <a:pt x="39285" y="13663"/>
                        <a:pt x="37989" y="13521"/>
                      </a:cubicBezTo>
                      <a:cubicBezTo>
                        <a:pt x="37031" y="13467"/>
                        <a:pt x="36162" y="12971"/>
                        <a:pt x="35647" y="12154"/>
                      </a:cubicBezTo>
                      <a:cubicBezTo>
                        <a:pt x="35257" y="11622"/>
                        <a:pt x="34813" y="11161"/>
                        <a:pt x="34281" y="10770"/>
                      </a:cubicBezTo>
                      <a:cubicBezTo>
                        <a:pt x="34068" y="10593"/>
                        <a:pt x="33678" y="10628"/>
                        <a:pt x="33323" y="10557"/>
                      </a:cubicBezTo>
                      <a:lnTo>
                        <a:pt x="32773" y="12509"/>
                      </a:lnTo>
                      <a:cubicBezTo>
                        <a:pt x="31022" y="12013"/>
                        <a:pt x="29978" y="9739"/>
                        <a:pt x="28235" y="9739"/>
                      </a:cubicBezTo>
                      <a:cubicBezTo>
                        <a:pt x="27735" y="9739"/>
                        <a:pt x="27176" y="9927"/>
                        <a:pt x="26527" y="10398"/>
                      </a:cubicBezTo>
                      <a:cubicBezTo>
                        <a:pt x="26793" y="11711"/>
                        <a:pt x="25942" y="13290"/>
                        <a:pt x="27343" y="14479"/>
                      </a:cubicBezTo>
                      <a:cubicBezTo>
                        <a:pt x="27538" y="14638"/>
                        <a:pt x="27609" y="15295"/>
                        <a:pt x="27485" y="15419"/>
                      </a:cubicBezTo>
                      <a:cubicBezTo>
                        <a:pt x="26154" y="16590"/>
                        <a:pt x="27095" y="18169"/>
                        <a:pt x="26935" y="19447"/>
                      </a:cubicBezTo>
                      <a:cubicBezTo>
                        <a:pt x="26757" y="19471"/>
                        <a:pt x="26594" y="19483"/>
                        <a:pt x="26444" y="19483"/>
                      </a:cubicBezTo>
                      <a:cubicBezTo>
                        <a:pt x="24534" y="19483"/>
                        <a:pt x="24803" y="17604"/>
                        <a:pt x="24309" y="16732"/>
                      </a:cubicBezTo>
                      <a:cubicBezTo>
                        <a:pt x="23538" y="16756"/>
                        <a:pt x="22881" y="16829"/>
                        <a:pt x="22272" y="16829"/>
                      </a:cubicBezTo>
                      <a:cubicBezTo>
                        <a:pt x="21985" y="16829"/>
                        <a:pt x="21708" y="16813"/>
                        <a:pt x="21435" y="16768"/>
                      </a:cubicBezTo>
                      <a:cubicBezTo>
                        <a:pt x="20583" y="16626"/>
                        <a:pt x="19767" y="16235"/>
                        <a:pt x="18968" y="15880"/>
                      </a:cubicBezTo>
                      <a:cubicBezTo>
                        <a:pt x="18099" y="15508"/>
                        <a:pt x="17904" y="14745"/>
                        <a:pt x="18117" y="13929"/>
                      </a:cubicBezTo>
                      <a:cubicBezTo>
                        <a:pt x="18489" y="12562"/>
                        <a:pt x="19820" y="11799"/>
                        <a:pt x="20317" y="10433"/>
                      </a:cubicBezTo>
                      <a:cubicBezTo>
                        <a:pt x="20420" y="10159"/>
                        <a:pt x="20643" y="10069"/>
                        <a:pt x="20926" y="10069"/>
                      </a:cubicBezTo>
                      <a:cubicBezTo>
                        <a:pt x="21466" y="10069"/>
                        <a:pt x="22224" y="10398"/>
                        <a:pt x="22783" y="10398"/>
                      </a:cubicBezTo>
                      <a:cubicBezTo>
                        <a:pt x="23422" y="10398"/>
                        <a:pt x="24078" y="10114"/>
                        <a:pt x="25445" y="9777"/>
                      </a:cubicBezTo>
                      <a:lnTo>
                        <a:pt x="22925" y="8836"/>
                      </a:lnTo>
                      <a:cubicBezTo>
                        <a:pt x="23351" y="8002"/>
                        <a:pt x="23759" y="7435"/>
                        <a:pt x="23972" y="6796"/>
                      </a:cubicBezTo>
                      <a:cubicBezTo>
                        <a:pt x="24489" y="5333"/>
                        <a:pt x="24808" y="4715"/>
                        <a:pt x="25467" y="4715"/>
                      </a:cubicBezTo>
                      <a:cubicBezTo>
                        <a:pt x="25870" y="4715"/>
                        <a:pt x="26401" y="4947"/>
                        <a:pt x="27184" y="5359"/>
                      </a:cubicBezTo>
                      <a:cubicBezTo>
                        <a:pt x="27485" y="5518"/>
                        <a:pt x="27787" y="5713"/>
                        <a:pt x="28177" y="5944"/>
                      </a:cubicBezTo>
                      <a:lnTo>
                        <a:pt x="26012" y="8694"/>
                      </a:lnTo>
                      <a:cubicBezTo>
                        <a:pt x="26754" y="8600"/>
                        <a:pt x="27262" y="8535"/>
                        <a:pt x="27696" y="8535"/>
                      </a:cubicBezTo>
                      <a:cubicBezTo>
                        <a:pt x="28642" y="8535"/>
                        <a:pt x="29231" y="8844"/>
                        <a:pt x="31105" y="9830"/>
                      </a:cubicBezTo>
                      <a:lnTo>
                        <a:pt x="32844" y="8304"/>
                      </a:lnTo>
                      <a:lnTo>
                        <a:pt x="31886" y="7346"/>
                      </a:lnTo>
                      <a:lnTo>
                        <a:pt x="32861" y="5341"/>
                      </a:lnTo>
                      <a:lnTo>
                        <a:pt x="25232" y="2005"/>
                      </a:lnTo>
                      <a:lnTo>
                        <a:pt x="21577" y="2733"/>
                      </a:lnTo>
                      <a:lnTo>
                        <a:pt x="21452" y="2218"/>
                      </a:lnTo>
                      <a:lnTo>
                        <a:pt x="24540" y="1437"/>
                      </a:lnTo>
                      <a:lnTo>
                        <a:pt x="25072" y="0"/>
                      </a:lnTo>
                      <a:close/>
                    </a:path>
                  </a:pathLst>
                </a:custGeom>
                <a:noFill/>
                <a:ln cap="flat" cmpd="sng" w="19525">
                  <a:solidFill>
                    <a:schemeClr val="dk1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860950" lIns="860950" spcFirstLastPara="1" rIns="860950" wrap="square" tIns="860950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5" name="Google Shape;745;p33"/>
                <p:cNvSpPr/>
                <p:nvPr/>
              </p:nvSpPr>
              <p:spPr>
                <a:xfrm>
                  <a:off x="2215098" y="11844"/>
                  <a:ext cx="361756" cy="403933"/>
                </a:xfrm>
                <a:custGeom>
                  <a:rect b="b" l="l" r="r" t="t"/>
                  <a:pathLst>
                    <a:path extrusionOk="0" h="36872" w="33022">
                      <a:moveTo>
                        <a:pt x="11233" y="0"/>
                      </a:moveTo>
                      <a:cubicBezTo>
                        <a:pt x="10639" y="505"/>
                        <a:pt x="10418" y="1084"/>
                        <a:pt x="9687" y="1084"/>
                      </a:cubicBezTo>
                      <a:cubicBezTo>
                        <a:pt x="9544" y="1084"/>
                        <a:pt x="9381" y="1061"/>
                        <a:pt x="9192" y="1012"/>
                      </a:cubicBezTo>
                      <a:cubicBezTo>
                        <a:pt x="8542" y="845"/>
                        <a:pt x="7805" y="576"/>
                        <a:pt x="7089" y="576"/>
                      </a:cubicBezTo>
                      <a:cubicBezTo>
                        <a:pt x="6437" y="576"/>
                        <a:pt x="5804" y="799"/>
                        <a:pt x="5271" y="1526"/>
                      </a:cubicBezTo>
                      <a:lnTo>
                        <a:pt x="4632" y="231"/>
                      </a:lnTo>
                      <a:cubicBezTo>
                        <a:pt x="3940" y="1030"/>
                        <a:pt x="3780" y="2165"/>
                        <a:pt x="2591" y="2325"/>
                      </a:cubicBezTo>
                      <a:cubicBezTo>
                        <a:pt x="1208" y="2502"/>
                        <a:pt x="2538" y="4649"/>
                        <a:pt x="959" y="4844"/>
                      </a:cubicBezTo>
                      <a:lnTo>
                        <a:pt x="2006" y="8961"/>
                      </a:lnTo>
                      <a:lnTo>
                        <a:pt x="1" y="12190"/>
                      </a:lnTo>
                      <a:cubicBezTo>
                        <a:pt x="1190" y="12935"/>
                        <a:pt x="143" y="14302"/>
                        <a:pt x="640" y="15153"/>
                      </a:cubicBezTo>
                      <a:cubicBezTo>
                        <a:pt x="1882" y="15987"/>
                        <a:pt x="3071" y="16697"/>
                        <a:pt x="4135" y="17531"/>
                      </a:cubicBezTo>
                      <a:cubicBezTo>
                        <a:pt x="5058" y="18276"/>
                        <a:pt x="5732" y="19359"/>
                        <a:pt x="6726" y="19980"/>
                      </a:cubicBezTo>
                      <a:cubicBezTo>
                        <a:pt x="7808" y="20654"/>
                        <a:pt x="9121" y="20973"/>
                        <a:pt x="10044" y="21364"/>
                      </a:cubicBezTo>
                      <a:cubicBezTo>
                        <a:pt x="11250" y="25161"/>
                        <a:pt x="11587" y="28638"/>
                        <a:pt x="10878" y="32152"/>
                      </a:cubicBezTo>
                      <a:cubicBezTo>
                        <a:pt x="11091" y="32506"/>
                        <a:pt x="11623" y="32968"/>
                        <a:pt x="11605" y="33394"/>
                      </a:cubicBezTo>
                      <a:cubicBezTo>
                        <a:pt x="11552" y="34405"/>
                        <a:pt x="11605" y="35416"/>
                        <a:pt x="11783" y="36428"/>
                      </a:cubicBezTo>
                      <a:cubicBezTo>
                        <a:pt x="11800" y="36587"/>
                        <a:pt x="11836" y="36729"/>
                        <a:pt x="11871" y="36871"/>
                      </a:cubicBezTo>
                      <a:cubicBezTo>
                        <a:pt x="12634" y="36712"/>
                        <a:pt x="13379" y="36552"/>
                        <a:pt x="14125" y="36357"/>
                      </a:cubicBezTo>
                      <a:lnTo>
                        <a:pt x="14568" y="36233"/>
                      </a:lnTo>
                      <a:cubicBezTo>
                        <a:pt x="15172" y="34139"/>
                        <a:pt x="15828" y="32045"/>
                        <a:pt x="17798" y="30785"/>
                      </a:cubicBezTo>
                      <a:cubicBezTo>
                        <a:pt x="18543" y="30324"/>
                        <a:pt x="18951" y="29845"/>
                        <a:pt x="19235" y="29117"/>
                      </a:cubicBezTo>
                      <a:cubicBezTo>
                        <a:pt x="19377" y="28763"/>
                        <a:pt x="19465" y="28230"/>
                        <a:pt x="19732" y="28124"/>
                      </a:cubicBezTo>
                      <a:cubicBezTo>
                        <a:pt x="22233" y="27059"/>
                        <a:pt x="23334" y="24930"/>
                        <a:pt x="24008" y="22535"/>
                      </a:cubicBezTo>
                      <a:cubicBezTo>
                        <a:pt x="24345" y="21346"/>
                        <a:pt x="25232" y="20423"/>
                        <a:pt x="26403" y="20051"/>
                      </a:cubicBezTo>
                      <a:cubicBezTo>
                        <a:pt x="28550" y="19447"/>
                        <a:pt x="29065" y="17904"/>
                        <a:pt x="29615" y="16147"/>
                      </a:cubicBezTo>
                      <a:cubicBezTo>
                        <a:pt x="30449" y="13503"/>
                        <a:pt x="30999" y="10735"/>
                        <a:pt x="32844" y="8517"/>
                      </a:cubicBezTo>
                      <a:cubicBezTo>
                        <a:pt x="32933" y="8429"/>
                        <a:pt x="32986" y="8340"/>
                        <a:pt x="33021" y="8216"/>
                      </a:cubicBezTo>
                      <a:cubicBezTo>
                        <a:pt x="33021" y="7683"/>
                        <a:pt x="33021" y="7133"/>
                        <a:pt x="33021" y="6424"/>
                      </a:cubicBezTo>
                      <a:cubicBezTo>
                        <a:pt x="32898" y="6449"/>
                        <a:pt x="32778" y="6461"/>
                        <a:pt x="32662" y="6461"/>
                      </a:cubicBezTo>
                      <a:cubicBezTo>
                        <a:pt x="31610" y="6461"/>
                        <a:pt x="30838" y="5512"/>
                        <a:pt x="29835" y="5512"/>
                      </a:cubicBezTo>
                      <a:cubicBezTo>
                        <a:pt x="29647" y="5512"/>
                        <a:pt x="29450" y="5546"/>
                        <a:pt x="29242" y="5625"/>
                      </a:cubicBezTo>
                      <a:cubicBezTo>
                        <a:pt x="28763" y="5810"/>
                        <a:pt x="28295" y="5881"/>
                        <a:pt x="27833" y="5881"/>
                      </a:cubicBezTo>
                      <a:cubicBezTo>
                        <a:pt x="27010" y="5881"/>
                        <a:pt x="26203" y="5659"/>
                        <a:pt x="25374" y="5465"/>
                      </a:cubicBezTo>
                      <a:cubicBezTo>
                        <a:pt x="25322" y="5454"/>
                        <a:pt x="25270" y="5449"/>
                        <a:pt x="25215" y="5449"/>
                      </a:cubicBezTo>
                      <a:cubicBezTo>
                        <a:pt x="24767" y="5449"/>
                        <a:pt x="24231" y="5812"/>
                        <a:pt x="23582" y="6033"/>
                      </a:cubicBezTo>
                      <a:lnTo>
                        <a:pt x="20637" y="2112"/>
                      </a:lnTo>
                      <a:lnTo>
                        <a:pt x="16467" y="2201"/>
                      </a:lnTo>
                      <a:lnTo>
                        <a:pt x="11233" y="0"/>
                      </a:lnTo>
                      <a:close/>
                    </a:path>
                  </a:pathLst>
                </a:custGeom>
                <a:noFill/>
                <a:ln cap="flat" cmpd="sng" w="19525">
                  <a:solidFill>
                    <a:schemeClr val="dk1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860950" lIns="860950" spcFirstLastPara="1" rIns="860950" wrap="square" tIns="860950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6" name="Google Shape;746;p33"/>
                <p:cNvSpPr/>
                <p:nvPr/>
              </p:nvSpPr>
              <p:spPr>
                <a:xfrm>
                  <a:off x="2637874" y="-333183"/>
                  <a:ext cx="110229" cy="289442"/>
                </a:xfrm>
                <a:custGeom>
                  <a:rect b="b" l="l" r="r" t="t"/>
                  <a:pathLst>
                    <a:path extrusionOk="0" h="26421" w="10062">
                      <a:moveTo>
                        <a:pt x="2520" y="1"/>
                      </a:moveTo>
                      <a:lnTo>
                        <a:pt x="2254" y="19"/>
                      </a:lnTo>
                      <a:cubicBezTo>
                        <a:pt x="2077" y="515"/>
                        <a:pt x="2041" y="1474"/>
                        <a:pt x="1545" y="1864"/>
                      </a:cubicBezTo>
                      <a:cubicBezTo>
                        <a:pt x="107" y="3035"/>
                        <a:pt x="214" y="4401"/>
                        <a:pt x="586" y="5927"/>
                      </a:cubicBezTo>
                      <a:cubicBezTo>
                        <a:pt x="746" y="6566"/>
                        <a:pt x="1012" y="7311"/>
                        <a:pt x="835" y="7897"/>
                      </a:cubicBezTo>
                      <a:cubicBezTo>
                        <a:pt x="1" y="10523"/>
                        <a:pt x="799" y="13202"/>
                        <a:pt x="72" y="15917"/>
                      </a:cubicBezTo>
                      <a:lnTo>
                        <a:pt x="1686" y="15846"/>
                      </a:lnTo>
                      <a:cubicBezTo>
                        <a:pt x="1811" y="17177"/>
                        <a:pt x="2698" y="18241"/>
                        <a:pt x="1970" y="19590"/>
                      </a:cubicBezTo>
                      <a:cubicBezTo>
                        <a:pt x="1740" y="20051"/>
                        <a:pt x="2024" y="21293"/>
                        <a:pt x="2414" y="21506"/>
                      </a:cubicBezTo>
                      <a:cubicBezTo>
                        <a:pt x="4596" y="22642"/>
                        <a:pt x="4632" y="25587"/>
                        <a:pt x="6885" y="26421"/>
                      </a:cubicBezTo>
                      <a:lnTo>
                        <a:pt x="10061" y="24079"/>
                      </a:lnTo>
                      <a:cubicBezTo>
                        <a:pt x="9973" y="15491"/>
                        <a:pt x="7364" y="7098"/>
                        <a:pt x="2520" y="1"/>
                      </a:cubicBezTo>
                      <a:close/>
                    </a:path>
                  </a:pathLst>
                </a:custGeom>
                <a:noFill/>
                <a:ln cap="flat" cmpd="sng" w="19525">
                  <a:solidFill>
                    <a:schemeClr val="dk1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860950" lIns="860950" spcFirstLastPara="1" rIns="860950" wrap="square" tIns="860950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7" name="Google Shape;747;p33"/>
                <p:cNvSpPr/>
                <p:nvPr/>
              </p:nvSpPr>
              <p:spPr>
                <a:xfrm>
                  <a:off x="2134042" y="-54389"/>
                  <a:ext cx="90203" cy="22195"/>
                </a:xfrm>
                <a:custGeom>
                  <a:rect b="b" l="l" r="r" t="t"/>
                  <a:pathLst>
                    <a:path extrusionOk="0" h="2026" w="8234">
                      <a:moveTo>
                        <a:pt x="3405" y="1"/>
                      </a:moveTo>
                      <a:cubicBezTo>
                        <a:pt x="2255" y="1"/>
                        <a:pt x="1201" y="655"/>
                        <a:pt x="1" y="919"/>
                      </a:cubicBezTo>
                      <a:cubicBezTo>
                        <a:pt x="371" y="1711"/>
                        <a:pt x="675" y="1974"/>
                        <a:pt x="943" y="1974"/>
                      </a:cubicBezTo>
                      <a:cubicBezTo>
                        <a:pt x="1419" y="1974"/>
                        <a:pt x="1781" y="1142"/>
                        <a:pt x="2201" y="972"/>
                      </a:cubicBezTo>
                      <a:cubicBezTo>
                        <a:pt x="2266" y="967"/>
                        <a:pt x="2330" y="964"/>
                        <a:pt x="2394" y="964"/>
                      </a:cubicBezTo>
                      <a:cubicBezTo>
                        <a:pt x="3717" y="964"/>
                        <a:pt x="4976" y="2025"/>
                        <a:pt x="6356" y="2025"/>
                      </a:cubicBezTo>
                      <a:cubicBezTo>
                        <a:pt x="6954" y="2025"/>
                        <a:pt x="7575" y="1826"/>
                        <a:pt x="8234" y="1256"/>
                      </a:cubicBezTo>
                      <a:cubicBezTo>
                        <a:pt x="7932" y="936"/>
                        <a:pt x="7684" y="440"/>
                        <a:pt x="7400" y="422"/>
                      </a:cubicBezTo>
                      <a:cubicBezTo>
                        <a:pt x="7374" y="421"/>
                        <a:pt x="7348" y="420"/>
                        <a:pt x="7322" y="420"/>
                      </a:cubicBezTo>
                      <a:cubicBezTo>
                        <a:pt x="6763" y="420"/>
                        <a:pt x="6090" y="679"/>
                        <a:pt x="5591" y="679"/>
                      </a:cubicBezTo>
                      <a:cubicBezTo>
                        <a:pt x="5418" y="679"/>
                        <a:pt x="5266" y="648"/>
                        <a:pt x="5147" y="564"/>
                      </a:cubicBezTo>
                      <a:cubicBezTo>
                        <a:pt x="4527" y="150"/>
                        <a:pt x="3955" y="1"/>
                        <a:pt x="3405" y="1"/>
                      </a:cubicBezTo>
                      <a:close/>
                    </a:path>
                  </a:pathLst>
                </a:custGeom>
                <a:noFill/>
                <a:ln cap="flat" cmpd="sng" w="19525">
                  <a:solidFill>
                    <a:schemeClr val="dk1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860950" lIns="860950" spcFirstLastPara="1" rIns="860950" wrap="square" tIns="860950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8" name="Google Shape;748;p33"/>
                <p:cNvSpPr/>
                <p:nvPr/>
              </p:nvSpPr>
              <p:spPr>
                <a:xfrm>
                  <a:off x="2238816" y="-47827"/>
                  <a:ext cx="72325" cy="27026"/>
                </a:xfrm>
                <a:custGeom>
                  <a:rect b="b" l="l" r="r" t="t"/>
                  <a:pathLst>
                    <a:path extrusionOk="0" h="2467" w="6602">
                      <a:moveTo>
                        <a:pt x="6601" y="0"/>
                      </a:moveTo>
                      <a:cubicBezTo>
                        <a:pt x="4188" y="231"/>
                        <a:pt x="2254" y="391"/>
                        <a:pt x="338" y="604"/>
                      </a:cubicBezTo>
                      <a:cubicBezTo>
                        <a:pt x="231" y="621"/>
                        <a:pt x="160" y="976"/>
                        <a:pt x="1" y="1384"/>
                      </a:cubicBezTo>
                      <a:lnTo>
                        <a:pt x="1438" y="2467"/>
                      </a:lnTo>
                      <a:cubicBezTo>
                        <a:pt x="2573" y="621"/>
                        <a:pt x="4862" y="1491"/>
                        <a:pt x="6601" y="0"/>
                      </a:cubicBezTo>
                      <a:close/>
                    </a:path>
                  </a:pathLst>
                </a:custGeom>
                <a:noFill/>
                <a:ln cap="flat" cmpd="sng" w="19525">
                  <a:solidFill>
                    <a:schemeClr val="dk1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860950" lIns="860950" spcFirstLastPara="1" rIns="860950" wrap="square" tIns="860950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749" name="Google Shape;749;p33"/>
              <p:cNvSpPr/>
              <p:nvPr/>
            </p:nvSpPr>
            <p:spPr>
              <a:xfrm>
                <a:off x="2128411" y="-546641"/>
                <a:ext cx="194386" cy="108115"/>
              </a:xfrm>
              <a:custGeom>
                <a:rect b="b" l="l" r="r" t="t"/>
                <a:pathLst>
                  <a:path extrusionOk="0" h="9869" w="17744">
                    <a:moveTo>
                      <a:pt x="11775" y="1"/>
                    </a:moveTo>
                    <a:cubicBezTo>
                      <a:pt x="7969" y="1"/>
                      <a:pt x="4175" y="474"/>
                      <a:pt x="479" y="1405"/>
                    </a:cubicBezTo>
                    <a:lnTo>
                      <a:pt x="0" y="1530"/>
                    </a:lnTo>
                    <a:cubicBezTo>
                      <a:pt x="266" y="1749"/>
                      <a:pt x="570" y="1886"/>
                      <a:pt x="955" y="1886"/>
                    </a:cubicBezTo>
                    <a:cubicBezTo>
                      <a:pt x="1161" y="1886"/>
                      <a:pt x="1391" y="1847"/>
                      <a:pt x="1651" y="1760"/>
                    </a:cubicBezTo>
                    <a:cubicBezTo>
                      <a:pt x="2029" y="1630"/>
                      <a:pt x="2392" y="1564"/>
                      <a:pt x="2739" y="1564"/>
                    </a:cubicBezTo>
                    <a:cubicBezTo>
                      <a:pt x="3580" y="1564"/>
                      <a:pt x="4337" y="1950"/>
                      <a:pt x="5040" y="2754"/>
                    </a:cubicBezTo>
                    <a:cubicBezTo>
                      <a:pt x="5749" y="3588"/>
                      <a:pt x="7204" y="3428"/>
                      <a:pt x="7967" y="4422"/>
                    </a:cubicBezTo>
                    <a:cubicBezTo>
                      <a:pt x="8017" y="4486"/>
                      <a:pt x="8125" y="4504"/>
                      <a:pt x="8257" y="4504"/>
                    </a:cubicBezTo>
                    <a:cubicBezTo>
                      <a:pt x="8429" y="4504"/>
                      <a:pt x="8642" y="4473"/>
                      <a:pt x="8821" y="4473"/>
                    </a:cubicBezTo>
                    <a:cubicBezTo>
                      <a:pt x="8844" y="4473"/>
                      <a:pt x="8868" y="4474"/>
                      <a:pt x="8890" y="4475"/>
                    </a:cubicBezTo>
                    <a:lnTo>
                      <a:pt x="8233" y="6054"/>
                    </a:lnTo>
                    <a:cubicBezTo>
                      <a:pt x="9475" y="6533"/>
                      <a:pt x="11019" y="6640"/>
                      <a:pt x="11605" y="7420"/>
                    </a:cubicBezTo>
                    <a:cubicBezTo>
                      <a:pt x="13095" y="9479"/>
                      <a:pt x="15065" y="9745"/>
                      <a:pt x="17744" y="9869"/>
                    </a:cubicBezTo>
                    <a:cubicBezTo>
                      <a:pt x="17105" y="8982"/>
                      <a:pt x="16271" y="8325"/>
                      <a:pt x="16342" y="7828"/>
                    </a:cubicBezTo>
                    <a:cubicBezTo>
                      <a:pt x="16502" y="6888"/>
                      <a:pt x="16892" y="6125"/>
                      <a:pt x="15632" y="5717"/>
                    </a:cubicBezTo>
                    <a:lnTo>
                      <a:pt x="16857" y="4706"/>
                    </a:lnTo>
                    <a:lnTo>
                      <a:pt x="16484" y="3215"/>
                    </a:lnTo>
                    <a:cubicBezTo>
                      <a:pt x="16786" y="3073"/>
                      <a:pt x="17123" y="3002"/>
                      <a:pt x="17336" y="2772"/>
                    </a:cubicBezTo>
                    <a:cubicBezTo>
                      <a:pt x="17531" y="2559"/>
                      <a:pt x="17549" y="2222"/>
                      <a:pt x="17744" y="1689"/>
                    </a:cubicBezTo>
                    <a:cubicBezTo>
                      <a:pt x="16928" y="1441"/>
                      <a:pt x="16218" y="1281"/>
                      <a:pt x="15579" y="660"/>
                    </a:cubicBezTo>
                    <a:cubicBezTo>
                      <a:pt x="15384" y="465"/>
                      <a:pt x="15171" y="270"/>
                      <a:pt x="14940" y="110"/>
                    </a:cubicBezTo>
                    <a:cubicBezTo>
                      <a:pt x="13885" y="37"/>
                      <a:pt x="12830" y="1"/>
                      <a:pt x="11775" y="1"/>
                    </a:cubicBezTo>
                    <a:close/>
                  </a:path>
                </a:pathLst>
              </a:custGeom>
              <a:noFill/>
              <a:ln cap="flat" cmpd="sng" w="19525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860950" lIns="860950" spcFirstLastPara="1" rIns="860950" wrap="square" tIns="86095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0" name="Google Shape;750;p33"/>
              <p:cNvSpPr/>
              <p:nvPr/>
            </p:nvSpPr>
            <p:spPr>
              <a:xfrm>
                <a:off x="2511333" y="-459604"/>
                <a:ext cx="149109" cy="146063"/>
              </a:xfrm>
              <a:custGeom>
                <a:rect b="b" l="l" r="r" t="t"/>
                <a:pathLst>
                  <a:path extrusionOk="0" h="13333" w="13611">
                    <a:moveTo>
                      <a:pt x="1947" y="1"/>
                    </a:moveTo>
                    <a:cubicBezTo>
                      <a:pt x="1321" y="1"/>
                      <a:pt x="678" y="263"/>
                      <a:pt x="1" y="842"/>
                    </a:cubicBezTo>
                    <a:lnTo>
                      <a:pt x="1420" y="2634"/>
                    </a:lnTo>
                    <a:lnTo>
                      <a:pt x="5856" y="2829"/>
                    </a:lnTo>
                    <a:lnTo>
                      <a:pt x="5342" y="5224"/>
                    </a:lnTo>
                    <a:lnTo>
                      <a:pt x="8802" y="7105"/>
                    </a:lnTo>
                    <a:lnTo>
                      <a:pt x="7453" y="8702"/>
                    </a:lnTo>
                    <a:lnTo>
                      <a:pt x="9884" y="12925"/>
                    </a:lnTo>
                    <a:lnTo>
                      <a:pt x="12386" y="13333"/>
                    </a:lnTo>
                    <a:cubicBezTo>
                      <a:pt x="11889" y="12109"/>
                      <a:pt x="13610" y="10813"/>
                      <a:pt x="11694" y="9891"/>
                    </a:cubicBezTo>
                    <a:cubicBezTo>
                      <a:pt x="11605" y="9181"/>
                      <a:pt x="11232" y="8436"/>
                      <a:pt x="11179" y="7726"/>
                    </a:cubicBezTo>
                    <a:cubicBezTo>
                      <a:pt x="8713" y="4852"/>
                      <a:pt x="5892" y="2297"/>
                      <a:pt x="2769" y="150"/>
                    </a:cubicBezTo>
                    <a:cubicBezTo>
                      <a:pt x="2497" y="52"/>
                      <a:pt x="2224" y="1"/>
                      <a:pt x="1947" y="1"/>
                    </a:cubicBezTo>
                    <a:close/>
                  </a:path>
                </a:pathLst>
              </a:custGeom>
              <a:noFill/>
              <a:ln cap="flat" cmpd="sng" w="19525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860950" lIns="860950" spcFirstLastPara="1" rIns="860950" wrap="square" tIns="86095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1" name="Google Shape;751;p33"/>
              <p:cNvSpPr/>
              <p:nvPr/>
            </p:nvSpPr>
            <p:spPr>
              <a:xfrm>
                <a:off x="2278079" y="-341148"/>
                <a:ext cx="40051" cy="28001"/>
              </a:xfrm>
              <a:custGeom>
                <a:rect b="b" l="l" r="r" t="t"/>
                <a:pathLst>
                  <a:path extrusionOk="0" h="2556" w="3656">
                    <a:moveTo>
                      <a:pt x="498" y="0"/>
                    </a:moveTo>
                    <a:cubicBezTo>
                      <a:pt x="444" y="426"/>
                      <a:pt x="373" y="852"/>
                      <a:pt x="302" y="1278"/>
                    </a:cubicBezTo>
                    <a:cubicBezTo>
                      <a:pt x="231" y="1686"/>
                      <a:pt x="107" y="2076"/>
                      <a:pt x="1" y="2555"/>
                    </a:cubicBezTo>
                    <a:lnTo>
                      <a:pt x="3656" y="2467"/>
                    </a:lnTo>
                    <a:lnTo>
                      <a:pt x="3319" y="1100"/>
                    </a:lnTo>
                    <a:lnTo>
                      <a:pt x="498" y="0"/>
                    </a:lnTo>
                    <a:close/>
                  </a:path>
                </a:pathLst>
              </a:custGeom>
              <a:noFill/>
              <a:ln cap="flat" cmpd="sng" w="19525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860950" lIns="860950" spcFirstLastPara="1" rIns="860950" wrap="square" tIns="86095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2" name="Google Shape;752;p33"/>
              <p:cNvSpPr/>
              <p:nvPr/>
            </p:nvSpPr>
            <p:spPr>
              <a:xfrm>
                <a:off x="2357973" y="-515102"/>
                <a:ext cx="46077" cy="20902"/>
              </a:xfrm>
              <a:custGeom>
                <a:rect b="b" l="l" r="r" t="t"/>
                <a:pathLst>
                  <a:path extrusionOk="0" h="1908" w="4206">
                    <a:moveTo>
                      <a:pt x="2533" y="1"/>
                    </a:moveTo>
                    <a:cubicBezTo>
                      <a:pt x="1985" y="1"/>
                      <a:pt x="1354" y="226"/>
                      <a:pt x="0" y="709"/>
                    </a:cubicBezTo>
                    <a:cubicBezTo>
                      <a:pt x="1204" y="1500"/>
                      <a:pt x="1825" y="1908"/>
                      <a:pt x="2340" y="1908"/>
                    </a:cubicBezTo>
                    <a:cubicBezTo>
                      <a:pt x="2889" y="1908"/>
                      <a:pt x="3319" y="1447"/>
                      <a:pt x="4206" y="496"/>
                    </a:cubicBezTo>
                    <a:cubicBezTo>
                      <a:pt x="3427" y="173"/>
                      <a:pt x="3012" y="1"/>
                      <a:pt x="2533" y="1"/>
                    </a:cubicBezTo>
                    <a:close/>
                  </a:path>
                </a:pathLst>
              </a:custGeom>
              <a:noFill/>
              <a:ln cap="flat" cmpd="sng" w="19525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860950" lIns="860950" spcFirstLastPara="1" rIns="860950" wrap="square" tIns="86095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753" name="Google Shape;753;p33"/>
            <p:cNvSpPr/>
            <p:nvPr/>
          </p:nvSpPr>
          <p:spPr>
            <a:xfrm>
              <a:off x="6644304" y="3073628"/>
              <a:ext cx="576302" cy="511871"/>
            </a:xfrm>
            <a:custGeom>
              <a:rect b="b" l="l" r="r" t="t"/>
              <a:pathLst>
                <a:path extrusionOk="0" h="88751" w="99879">
                  <a:moveTo>
                    <a:pt x="50483" y="1"/>
                  </a:moveTo>
                  <a:cubicBezTo>
                    <a:pt x="46751" y="1"/>
                    <a:pt x="42953" y="456"/>
                    <a:pt x="39160" y="1409"/>
                  </a:cubicBezTo>
                  <a:cubicBezTo>
                    <a:pt x="14870" y="7513"/>
                    <a:pt x="1" y="31697"/>
                    <a:pt x="5963" y="55420"/>
                  </a:cubicBezTo>
                  <a:cubicBezTo>
                    <a:pt x="10993" y="75452"/>
                    <a:pt x="29236" y="88750"/>
                    <a:pt x="49406" y="88750"/>
                  </a:cubicBezTo>
                  <a:cubicBezTo>
                    <a:pt x="53141" y="88750"/>
                    <a:pt x="56941" y="88294"/>
                    <a:pt x="60736" y="87341"/>
                  </a:cubicBezTo>
                  <a:cubicBezTo>
                    <a:pt x="85027" y="81237"/>
                    <a:pt x="99878" y="57053"/>
                    <a:pt x="93917" y="33330"/>
                  </a:cubicBezTo>
                  <a:cubicBezTo>
                    <a:pt x="88901" y="13311"/>
                    <a:pt x="70655" y="1"/>
                    <a:pt x="50483" y="1"/>
                  </a:cubicBezTo>
                  <a:close/>
                </a:path>
              </a:pathLst>
            </a:custGeom>
            <a:noFill/>
            <a:ln cap="flat" cmpd="sng" w="1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860950" lIns="860950" spcFirstLastPara="1" rIns="860950" wrap="square" tIns="8609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4" name="Google Shape;754;p33"/>
          <p:cNvSpPr txBox="1"/>
          <p:nvPr>
            <p:ph type="title"/>
          </p:nvPr>
        </p:nvSpPr>
        <p:spPr>
          <a:xfrm>
            <a:off x="716550" y="452588"/>
            <a:ext cx="77109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4200"/>
              <a:t>Research Question</a:t>
            </a:r>
            <a:endParaRPr sz="4200"/>
          </a:p>
        </p:txBody>
      </p:sp>
      <p:sp>
        <p:nvSpPr>
          <p:cNvPr id="755" name="Google Shape;755;p33"/>
          <p:cNvSpPr txBox="1"/>
          <p:nvPr/>
        </p:nvSpPr>
        <p:spPr>
          <a:xfrm>
            <a:off x="1773150" y="1633863"/>
            <a:ext cx="5597700" cy="2231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38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rPr>
              <a:t>“How do different U.S companies and sectors react to the outbreak of conflict?”</a:t>
            </a:r>
            <a:endParaRPr b="1" sz="3800">
              <a:solidFill>
                <a:schemeClr val="lt2"/>
              </a:solidFill>
              <a:latin typeface="Inter"/>
              <a:ea typeface="Inter"/>
              <a:cs typeface="Inter"/>
              <a:sym typeface="Inter"/>
            </a:endParaRP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59" name="Shape 7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0" name="Google Shape;760;p34"/>
          <p:cNvSpPr txBox="1"/>
          <p:nvPr>
            <p:ph type="title"/>
          </p:nvPr>
        </p:nvSpPr>
        <p:spPr>
          <a:xfrm>
            <a:off x="720000" y="445025"/>
            <a:ext cx="77109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/>
              <a:t>Why I </a:t>
            </a:r>
            <a:r>
              <a:rPr lang="en" sz="2400"/>
              <a:t>found this interesting:</a:t>
            </a:r>
            <a:endParaRPr sz="2400"/>
          </a:p>
        </p:txBody>
      </p:sp>
      <p:sp>
        <p:nvSpPr>
          <p:cNvPr id="761" name="Google Shape;761;p34"/>
          <p:cNvSpPr txBox="1"/>
          <p:nvPr>
            <p:ph idx="1" type="subTitle"/>
          </p:nvPr>
        </p:nvSpPr>
        <p:spPr>
          <a:xfrm>
            <a:off x="1566750" y="1422600"/>
            <a:ext cx="6010500" cy="2298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 I chose this dataset because global conflict is one of the most powerful and volatile causes of change in financial markets. By tracking a specific group of assets, I can analyze market reactions during times of war. I find this dataset incredibly interesting because it provides a real-time, step-by-step look at how global instability and strategic decisions are reflected in the market.</a:t>
            </a:r>
            <a:endParaRPr/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65" name="Shape 7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6" name="Google Shape;766;p35"/>
          <p:cNvSpPr txBox="1"/>
          <p:nvPr>
            <p:ph type="title"/>
          </p:nvPr>
        </p:nvSpPr>
        <p:spPr>
          <a:xfrm>
            <a:off x="3413975" y="814950"/>
            <a:ext cx="4760100" cy="351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3200"/>
              <a:t>For several  wars/conflicts, what was the S&amp;P 500's behaviour throughout the war and after?</a:t>
            </a:r>
            <a:endParaRPr sz="3200"/>
          </a:p>
        </p:txBody>
      </p:sp>
      <p:sp>
        <p:nvSpPr>
          <p:cNvPr id="767" name="Google Shape;767;p35"/>
          <p:cNvSpPr txBox="1"/>
          <p:nvPr>
            <p:ph idx="2" type="title"/>
          </p:nvPr>
        </p:nvSpPr>
        <p:spPr>
          <a:xfrm>
            <a:off x="1227150" y="754863"/>
            <a:ext cx="2076000" cy="1083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01</a:t>
            </a:r>
            <a:endParaRPr/>
          </a:p>
        </p:txBody>
      </p:sp>
      <p:sp>
        <p:nvSpPr>
          <p:cNvPr id="768" name="Google Shape;768;p35"/>
          <p:cNvSpPr/>
          <p:nvPr/>
        </p:nvSpPr>
        <p:spPr>
          <a:xfrm rot="1913091">
            <a:off x="-904286" y="2414166"/>
            <a:ext cx="3710747" cy="3662319"/>
          </a:xfrm>
          <a:custGeom>
            <a:rect b="b" l="l" r="r" t="t"/>
            <a:pathLst>
              <a:path extrusionOk="0" h="116764" w="118308">
                <a:moveTo>
                  <a:pt x="85119" y="611"/>
                </a:moveTo>
                <a:cubicBezTo>
                  <a:pt x="85338" y="611"/>
                  <a:pt x="85543" y="623"/>
                  <a:pt x="85725" y="623"/>
                </a:cubicBezTo>
                <a:lnTo>
                  <a:pt x="85850" y="623"/>
                </a:lnTo>
                <a:lnTo>
                  <a:pt x="86596" y="722"/>
                </a:lnTo>
                <a:cubicBezTo>
                  <a:pt x="87119" y="772"/>
                  <a:pt x="87642" y="871"/>
                  <a:pt x="88214" y="971"/>
                </a:cubicBezTo>
                <a:cubicBezTo>
                  <a:pt x="88314" y="996"/>
                  <a:pt x="88389" y="996"/>
                  <a:pt x="88488" y="1021"/>
                </a:cubicBezTo>
                <a:cubicBezTo>
                  <a:pt x="88861" y="1095"/>
                  <a:pt x="89260" y="1195"/>
                  <a:pt x="89633" y="1270"/>
                </a:cubicBezTo>
                <a:cubicBezTo>
                  <a:pt x="89807" y="1320"/>
                  <a:pt x="89982" y="1369"/>
                  <a:pt x="90131" y="1394"/>
                </a:cubicBezTo>
                <a:cubicBezTo>
                  <a:pt x="90230" y="1444"/>
                  <a:pt x="90305" y="1469"/>
                  <a:pt x="90380" y="1469"/>
                </a:cubicBezTo>
                <a:cubicBezTo>
                  <a:pt x="90547" y="1493"/>
                  <a:pt x="90691" y="1562"/>
                  <a:pt x="90812" y="1590"/>
                </a:cubicBezTo>
                <a:lnTo>
                  <a:pt x="90812" y="1590"/>
                </a:lnTo>
                <a:cubicBezTo>
                  <a:pt x="90120" y="1441"/>
                  <a:pt x="89428" y="1269"/>
                  <a:pt x="88712" y="1145"/>
                </a:cubicBezTo>
                <a:cubicBezTo>
                  <a:pt x="88637" y="1145"/>
                  <a:pt x="88563" y="1120"/>
                  <a:pt x="88488" y="1120"/>
                </a:cubicBezTo>
                <a:lnTo>
                  <a:pt x="87940" y="1021"/>
                </a:lnTo>
                <a:cubicBezTo>
                  <a:pt x="87219" y="896"/>
                  <a:pt x="86273" y="772"/>
                  <a:pt x="85451" y="697"/>
                </a:cubicBezTo>
                <a:lnTo>
                  <a:pt x="84904" y="623"/>
                </a:lnTo>
                <a:lnTo>
                  <a:pt x="84779" y="623"/>
                </a:lnTo>
                <a:cubicBezTo>
                  <a:pt x="84895" y="614"/>
                  <a:pt x="85009" y="611"/>
                  <a:pt x="85119" y="611"/>
                </a:cubicBezTo>
                <a:close/>
                <a:moveTo>
                  <a:pt x="81195" y="573"/>
                </a:moveTo>
                <a:cubicBezTo>
                  <a:pt x="81693" y="573"/>
                  <a:pt x="82216" y="598"/>
                  <a:pt x="82713" y="598"/>
                </a:cubicBezTo>
                <a:cubicBezTo>
                  <a:pt x="79726" y="598"/>
                  <a:pt x="76590" y="971"/>
                  <a:pt x="73304" y="1718"/>
                </a:cubicBezTo>
                <a:cubicBezTo>
                  <a:pt x="73155" y="1718"/>
                  <a:pt x="72981" y="1718"/>
                  <a:pt x="72807" y="1743"/>
                </a:cubicBezTo>
                <a:cubicBezTo>
                  <a:pt x="75744" y="1071"/>
                  <a:pt x="78532" y="697"/>
                  <a:pt x="81195" y="573"/>
                </a:cubicBezTo>
                <a:close/>
                <a:moveTo>
                  <a:pt x="80996" y="349"/>
                </a:moveTo>
                <a:cubicBezTo>
                  <a:pt x="81245" y="349"/>
                  <a:pt x="81469" y="349"/>
                  <a:pt x="81718" y="374"/>
                </a:cubicBezTo>
                <a:cubicBezTo>
                  <a:pt x="81568" y="374"/>
                  <a:pt x="81369" y="374"/>
                  <a:pt x="81220" y="399"/>
                </a:cubicBezTo>
                <a:lnTo>
                  <a:pt x="80747" y="399"/>
                </a:lnTo>
                <a:cubicBezTo>
                  <a:pt x="80025" y="399"/>
                  <a:pt x="79378" y="423"/>
                  <a:pt x="78781" y="473"/>
                </a:cubicBezTo>
                <a:cubicBezTo>
                  <a:pt x="77113" y="548"/>
                  <a:pt x="74997" y="747"/>
                  <a:pt x="73504" y="921"/>
                </a:cubicBezTo>
                <a:cubicBezTo>
                  <a:pt x="72309" y="1095"/>
                  <a:pt x="70790" y="1369"/>
                  <a:pt x="70019" y="1519"/>
                </a:cubicBezTo>
                <a:cubicBezTo>
                  <a:pt x="69397" y="1643"/>
                  <a:pt x="68799" y="1768"/>
                  <a:pt x="68202" y="1917"/>
                </a:cubicBezTo>
                <a:lnTo>
                  <a:pt x="67903" y="1917"/>
                </a:lnTo>
                <a:cubicBezTo>
                  <a:pt x="68177" y="1817"/>
                  <a:pt x="68451" y="1743"/>
                  <a:pt x="68749" y="1693"/>
                </a:cubicBezTo>
                <a:lnTo>
                  <a:pt x="68799" y="1693"/>
                </a:lnTo>
                <a:cubicBezTo>
                  <a:pt x="70542" y="1270"/>
                  <a:pt x="72184" y="996"/>
                  <a:pt x="73678" y="797"/>
                </a:cubicBezTo>
                <a:cubicBezTo>
                  <a:pt x="75146" y="623"/>
                  <a:pt x="77113" y="473"/>
                  <a:pt x="78706" y="374"/>
                </a:cubicBezTo>
                <a:cubicBezTo>
                  <a:pt x="79204" y="349"/>
                  <a:pt x="79702" y="349"/>
                  <a:pt x="80125" y="349"/>
                </a:cubicBezTo>
                <a:close/>
                <a:moveTo>
                  <a:pt x="77586" y="697"/>
                </a:moveTo>
                <a:cubicBezTo>
                  <a:pt x="75669" y="946"/>
                  <a:pt x="73728" y="1320"/>
                  <a:pt x="71662" y="1817"/>
                </a:cubicBezTo>
                <a:cubicBezTo>
                  <a:pt x="71064" y="1867"/>
                  <a:pt x="70492" y="1942"/>
                  <a:pt x="69870" y="1992"/>
                </a:cubicBezTo>
                <a:cubicBezTo>
                  <a:pt x="69546" y="1942"/>
                  <a:pt x="69247" y="1892"/>
                  <a:pt x="68924" y="1892"/>
                </a:cubicBezTo>
                <a:cubicBezTo>
                  <a:pt x="69272" y="1817"/>
                  <a:pt x="69646" y="1743"/>
                  <a:pt x="70019" y="1693"/>
                </a:cubicBezTo>
                <a:cubicBezTo>
                  <a:pt x="70815" y="1519"/>
                  <a:pt x="72309" y="1220"/>
                  <a:pt x="73504" y="1095"/>
                </a:cubicBezTo>
                <a:cubicBezTo>
                  <a:pt x="74649" y="946"/>
                  <a:pt x="76167" y="822"/>
                  <a:pt x="77586" y="697"/>
                </a:cubicBezTo>
                <a:close/>
                <a:moveTo>
                  <a:pt x="72284" y="1942"/>
                </a:moveTo>
                <a:cubicBezTo>
                  <a:pt x="72184" y="1967"/>
                  <a:pt x="72035" y="1992"/>
                  <a:pt x="71911" y="2016"/>
                </a:cubicBezTo>
                <a:cubicBezTo>
                  <a:pt x="71736" y="2016"/>
                  <a:pt x="71537" y="2066"/>
                  <a:pt x="71363" y="2066"/>
                </a:cubicBezTo>
                <a:cubicBezTo>
                  <a:pt x="71463" y="2016"/>
                  <a:pt x="71562" y="1992"/>
                  <a:pt x="71687" y="1967"/>
                </a:cubicBezTo>
                <a:cubicBezTo>
                  <a:pt x="71886" y="1942"/>
                  <a:pt x="72110" y="1942"/>
                  <a:pt x="72284" y="1942"/>
                </a:cubicBezTo>
                <a:close/>
                <a:moveTo>
                  <a:pt x="68508" y="2070"/>
                </a:moveTo>
                <a:cubicBezTo>
                  <a:pt x="68737" y="2070"/>
                  <a:pt x="68967" y="2099"/>
                  <a:pt x="69173" y="2116"/>
                </a:cubicBezTo>
                <a:cubicBezTo>
                  <a:pt x="69073" y="2116"/>
                  <a:pt x="68973" y="2141"/>
                  <a:pt x="68874" y="2141"/>
                </a:cubicBezTo>
                <a:cubicBezTo>
                  <a:pt x="68712" y="2128"/>
                  <a:pt x="68557" y="2122"/>
                  <a:pt x="68401" y="2122"/>
                </a:cubicBezTo>
                <a:cubicBezTo>
                  <a:pt x="68245" y="2122"/>
                  <a:pt x="68090" y="2128"/>
                  <a:pt x="67928" y="2141"/>
                </a:cubicBezTo>
                <a:cubicBezTo>
                  <a:pt x="68028" y="2116"/>
                  <a:pt x="68127" y="2116"/>
                  <a:pt x="68202" y="2091"/>
                </a:cubicBezTo>
                <a:cubicBezTo>
                  <a:pt x="68302" y="2076"/>
                  <a:pt x="68405" y="2070"/>
                  <a:pt x="68508" y="2070"/>
                </a:cubicBezTo>
                <a:close/>
                <a:moveTo>
                  <a:pt x="69870" y="2166"/>
                </a:moveTo>
                <a:cubicBezTo>
                  <a:pt x="69919" y="2216"/>
                  <a:pt x="70019" y="2216"/>
                  <a:pt x="70069" y="2216"/>
                </a:cubicBezTo>
                <a:cubicBezTo>
                  <a:pt x="70019" y="2216"/>
                  <a:pt x="69919" y="2240"/>
                  <a:pt x="69870" y="2240"/>
                </a:cubicBezTo>
                <a:cubicBezTo>
                  <a:pt x="69795" y="2240"/>
                  <a:pt x="69695" y="2216"/>
                  <a:pt x="69646" y="2216"/>
                </a:cubicBezTo>
                <a:cubicBezTo>
                  <a:pt x="69695" y="2216"/>
                  <a:pt x="69795" y="2166"/>
                  <a:pt x="69870" y="2166"/>
                </a:cubicBezTo>
                <a:close/>
                <a:moveTo>
                  <a:pt x="70691" y="2340"/>
                </a:moveTo>
                <a:cubicBezTo>
                  <a:pt x="70666" y="2340"/>
                  <a:pt x="70591" y="2365"/>
                  <a:pt x="70566" y="2365"/>
                </a:cubicBezTo>
                <a:cubicBezTo>
                  <a:pt x="70558" y="2365"/>
                  <a:pt x="70547" y="2362"/>
                  <a:pt x="70535" y="2359"/>
                </a:cubicBezTo>
                <a:lnTo>
                  <a:pt x="70535" y="2359"/>
                </a:lnTo>
                <a:cubicBezTo>
                  <a:pt x="70537" y="2359"/>
                  <a:pt x="70539" y="2359"/>
                  <a:pt x="70542" y="2359"/>
                </a:cubicBezTo>
                <a:cubicBezTo>
                  <a:pt x="70573" y="2359"/>
                  <a:pt x="70604" y="2352"/>
                  <a:pt x="70641" y="2340"/>
                </a:cubicBezTo>
                <a:close/>
                <a:moveTo>
                  <a:pt x="67057" y="2141"/>
                </a:moveTo>
                <a:cubicBezTo>
                  <a:pt x="66310" y="2340"/>
                  <a:pt x="65663" y="2514"/>
                  <a:pt x="65041" y="2713"/>
                </a:cubicBezTo>
                <a:cubicBezTo>
                  <a:pt x="65140" y="2664"/>
                  <a:pt x="65190" y="2639"/>
                  <a:pt x="65290" y="2614"/>
                </a:cubicBezTo>
                <a:cubicBezTo>
                  <a:pt x="65314" y="2614"/>
                  <a:pt x="65339" y="2589"/>
                  <a:pt x="65389" y="2589"/>
                </a:cubicBezTo>
                <a:cubicBezTo>
                  <a:pt x="65762" y="2464"/>
                  <a:pt x="66136" y="2340"/>
                  <a:pt x="66509" y="2240"/>
                </a:cubicBezTo>
                <a:cubicBezTo>
                  <a:pt x="66559" y="2240"/>
                  <a:pt x="66634" y="2216"/>
                  <a:pt x="66683" y="2216"/>
                </a:cubicBezTo>
                <a:lnTo>
                  <a:pt x="66708" y="2216"/>
                </a:lnTo>
                <a:cubicBezTo>
                  <a:pt x="66833" y="2166"/>
                  <a:pt x="66932" y="2166"/>
                  <a:pt x="67057" y="2141"/>
                </a:cubicBezTo>
                <a:close/>
                <a:moveTo>
                  <a:pt x="67729" y="2340"/>
                </a:moveTo>
                <a:cubicBezTo>
                  <a:pt x="67007" y="2464"/>
                  <a:pt x="66211" y="2639"/>
                  <a:pt x="65439" y="2838"/>
                </a:cubicBezTo>
                <a:cubicBezTo>
                  <a:pt x="65812" y="2713"/>
                  <a:pt x="66161" y="2589"/>
                  <a:pt x="66559" y="2514"/>
                </a:cubicBezTo>
                <a:cubicBezTo>
                  <a:pt x="66932" y="2440"/>
                  <a:pt x="67331" y="2365"/>
                  <a:pt x="67729" y="2340"/>
                </a:cubicBezTo>
                <a:close/>
                <a:moveTo>
                  <a:pt x="82881" y="760"/>
                </a:moveTo>
                <a:cubicBezTo>
                  <a:pt x="84830" y="760"/>
                  <a:pt x="86687" y="922"/>
                  <a:pt x="88438" y="1245"/>
                </a:cubicBezTo>
                <a:cubicBezTo>
                  <a:pt x="88538" y="1270"/>
                  <a:pt x="88613" y="1270"/>
                  <a:pt x="88712" y="1320"/>
                </a:cubicBezTo>
                <a:cubicBezTo>
                  <a:pt x="89135" y="1394"/>
                  <a:pt x="89608" y="1494"/>
                  <a:pt x="90006" y="1618"/>
                </a:cubicBezTo>
                <a:cubicBezTo>
                  <a:pt x="89795" y="1606"/>
                  <a:pt x="89577" y="1600"/>
                  <a:pt x="89356" y="1600"/>
                </a:cubicBezTo>
                <a:cubicBezTo>
                  <a:pt x="89135" y="1600"/>
                  <a:pt x="88911" y="1606"/>
                  <a:pt x="88687" y="1618"/>
                </a:cubicBezTo>
                <a:cubicBezTo>
                  <a:pt x="86646" y="1718"/>
                  <a:pt x="84630" y="2191"/>
                  <a:pt x="82713" y="2987"/>
                </a:cubicBezTo>
                <a:cubicBezTo>
                  <a:pt x="80302" y="2136"/>
                  <a:pt x="77643" y="1689"/>
                  <a:pt x="74737" y="1689"/>
                </a:cubicBezTo>
                <a:cubicBezTo>
                  <a:pt x="74584" y="1689"/>
                  <a:pt x="74430" y="1690"/>
                  <a:pt x="74275" y="1693"/>
                </a:cubicBezTo>
                <a:cubicBezTo>
                  <a:pt x="77298" y="1071"/>
                  <a:pt x="80178" y="760"/>
                  <a:pt x="82881" y="760"/>
                </a:cubicBezTo>
                <a:close/>
                <a:moveTo>
                  <a:pt x="89362" y="1797"/>
                </a:moveTo>
                <a:cubicBezTo>
                  <a:pt x="89882" y="1797"/>
                  <a:pt x="90392" y="1832"/>
                  <a:pt x="90903" y="1867"/>
                </a:cubicBezTo>
                <a:cubicBezTo>
                  <a:pt x="91027" y="1867"/>
                  <a:pt x="91102" y="1892"/>
                  <a:pt x="91201" y="1942"/>
                </a:cubicBezTo>
                <a:cubicBezTo>
                  <a:pt x="90670" y="1875"/>
                  <a:pt x="90128" y="1842"/>
                  <a:pt x="89575" y="1842"/>
                </a:cubicBezTo>
                <a:cubicBezTo>
                  <a:pt x="89298" y="1842"/>
                  <a:pt x="89019" y="1851"/>
                  <a:pt x="88737" y="1867"/>
                </a:cubicBezTo>
                <a:cubicBezTo>
                  <a:pt x="86820" y="1967"/>
                  <a:pt x="84929" y="2390"/>
                  <a:pt x="83087" y="3112"/>
                </a:cubicBezTo>
                <a:cubicBezTo>
                  <a:pt x="83062" y="3112"/>
                  <a:pt x="83012" y="3087"/>
                  <a:pt x="82987" y="3087"/>
                </a:cubicBezTo>
                <a:cubicBezTo>
                  <a:pt x="84854" y="2340"/>
                  <a:pt x="86795" y="1892"/>
                  <a:pt x="88712" y="1817"/>
                </a:cubicBezTo>
                <a:cubicBezTo>
                  <a:pt x="88931" y="1803"/>
                  <a:pt x="89147" y="1797"/>
                  <a:pt x="89362" y="1797"/>
                </a:cubicBezTo>
                <a:close/>
                <a:moveTo>
                  <a:pt x="74489" y="1870"/>
                </a:moveTo>
                <a:cubicBezTo>
                  <a:pt x="77392" y="1870"/>
                  <a:pt x="80073" y="2278"/>
                  <a:pt x="82464" y="3112"/>
                </a:cubicBezTo>
                <a:cubicBezTo>
                  <a:pt x="82464" y="3112"/>
                  <a:pt x="82440" y="3137"/>
                  <a:pt x="82390" y="3137"/>
                </a:cubicBezTo>
                <a:cubicBezTo>
                  <a:pt x="80063" y="2319"/>
                  <a:pt x="77437" y="1925"/>
                  <a:pt x="74599" y="1925"/>
                </a:cubicBezTo>
                <a:cubicBezTo>
                  <a:pt x="74067" y="1925"/>
                  <a:pt x="73527" y="1939"/>
                  <a:pt x="72981" y="1967"/>
                </a:cubicBezTo>
                <a:cubicBezTo>
                  <a:pt x="73080" y="1917"/>
                  <a:pt x="73180" y="1892"/>
                  <a:pt x="73304" y="1892"/>
                </a:cubicBezTo>
                <a:cubicBezTo>
                  <a:pt x="73703" y="1877"/>
                  <a:pt x="74098" y="1870"/>
                  <a:pt x="74489" y="1870"/>
                </a:cubicBezTo>
                <a:close/>
                <a:moveTo>
                  <a:pt x="82763" y="3211"/>
                </a:moveTo>
                <a:cubicBezTo>
                  <a:pt x="82813" y="3211"/>
                  <a:pt x="82838" y="3236"/>
                  <a:pt x="82863" y="3236"/>
                </a:cubicBezTo>
                <a:cubicBezTo>
                  <a:pt x="82838" y="3236"/>
                  <a:pt x="82813" y="3261"/>
                  <a:pt x="82763" y="3261"/>
                </a:cubicBezTo>
                <a:lnTo>
                  <a:pt x="82738" y="3261"/>
                </a:lnTo>
                <a:cubicBezTo>
                  <a:pt x="82713" y="3236"/>
                  <a:pt x="82688" y="3236"/>
                  <a:pt x="82688" y="3236"/>
                </a:cubicBezTo>
                <a:cubicBezTo>
                  <a:pt x="82713" y="3236"/>
                  <a:pt x="82738" y="3211"/>
                  <a:pt x="82763" y="3211"/>
                </a:cubicBezTo>
                <a:close/>
                <a:moveTo>
                  <a:pt x="68874" y="2340"/>
                </a:moveTo>
                <a:cubicBezTo>
                  <a:pt x="68949" y="2340"/>
                  <a:pt x="69048" y="2340"/>
                  <a:pt x="69173" y="2365"/>
                </a:cubicBezTo>
                <a:cubicBezTo>
                  <a:pt x="67555" y="2614"/>
                  <a:pt x="65912" y="2962"/>
                  <a:pt x="64219" y="3385"/>
                </a:cubicBezTo>
                <a:cubicBezTo>
                  <a:pt x="64294" y="3336"/>
                  <a:pt x="64393" y="3311"/>
                  <a:pt x="64468" y="3261"/>
                </a:cubicBezTo>
                <a:cubicBezTo>
                  <a:pt x="65962" y="2888"/>
                  <a:pt x="67430" y="2589"/>
                  <a:pt x="68874" y="2340"/>
                </a:cubicBezTo>
                <a:close/>
                <a:moveTo>
                  <a:pt x="93466" y="2315"/>
                </a:moveTo>
                <a:cubicBezTo>
                  <a:pt x="93541" y="2340"/>
                  <a:pt x="93591" y="2340"/>
                  <a:pt x="93665" y="2365"/>
                </a:cubicBezTo>
                <a:cubicBezTo>
                  <a:pt x="93790" y="2390"/>
                  <a:pt x="93914" y="2464"/>
                  <a:pt x="94064" y="2489"/>
                </a:cubicBezTo>
                <a:lnTo>
                  <a:pt x="94636" y="2664"/>
                </a:lnTo>
                <a:cubicBezTo>
                  <a:pt x="95034" y="2788"/>
                  <a:pt x="95408" y="2962"/>
                  <a:pt x="95781" y="3137"/>
                </a:cubicBezTo>
                <a:cubicBezTo>
                  <a:pt x="95831" y="3186"/>
                  <a:pt x="95906" y="3211"/>
                  <a:pt x="95931" y="3211"/>
                </a:cubicBezTo>
                <a:lnTo>
                  <a:pt x="96304" y="3385"/>
                </a:lnTo>
                <a:cubicBezTo>
                  <a:pt x="95308" y="2987"/>
                  <a:pt x="94412" y="2639"/>
                  <a:pt x="93566" y="2390"/>
                </a:cubicBezTo>
                <a:lnTo>
                  <a:pt x="93392" y="2315"/>
                </a:lnTo>
                <a:close/>
                <a:moveTo>
                  <a:pt x="63746" y="3460"/>
                </a:moveTo>
                <a:cubicBezTo>
                  <a:pt x="63697" y="3485"/>
                  <a:pt x="63647" y="3510"/>
                  <a:pt x="63572" y="3585"/>
                </a:cubicBezTo>
                <a:cubicBezTo>
                  <a:pt x="63522" y="3585"/>
                  <a:pt x="63448" y="3585"/>
                  <a:pt x="63373" y="3609"/>
                </a:cubicBezTo>
                <a:cubicBezTo>
                  <a:pt x="63448" y="3585"/>
                  <a:pt x="63473" y="3560"/>
                  <a:pt x="63547" y="3510"/>
                </a:cubicBezTo>
                <a:cubicBezTo>
                  <a:pt x="63597" y="3485"/>
                  <a:pt x="63696" y="3485"/>
                  <a:pt x="63746" y="3460"/>
                </a:cubicBezTo>
                <a:close/>
                <a:moveTo>
                  <a:pt x="64194" y="2888"/>
                </a:moveTo>
                <a:lnTo>
                  <a:pt x="64194" y="2888"/>
                </a:lnTo>
                <a:cubicBezTo>
                  <a:pt x="64169" y="2937"/>
                  <a:pt x="64095" y="2937"/>
                  <a:pt x="64070" y="2962"/>
                </a:cubicBezTo>
                <a:lnTo>
                  <a:pt x="64045" y="2962"/>
                </a:lnTo>
                <a:cubicBezTo>
                  <a:pt x="63995" y="2987"/>
                  <a:pt x="63970" y="2987"/>
                  <a:pt x="63921" y="3012"/>
                </a:cubicBezTo>
                <a:cubicBezTo>
                  <a:pt x="62651" y="3410"/>
                  <a:pt x="61805" y="3709"/>
                  <a:pt x="61606" y="3784"/>
                </a:cubicBezTo>
                <a:cubicBezTo>
                  <a:pt x="61207" y="3958"/>
                  <a:pt x="60809" y="4107"/>
                  <a:pt x="60436" y="4232"/>
                </a:cubicBezTo>
                <a:cubicBezTo>
                  <a:pt x="60183" y="4316"/>
                  <a:pt x="59918" y="4412"/>
                  <a:pt x="59643" y="4504"/>
                </a:cubicBezTo>
                <a:lnTo>
                  <a:pt x="59643" y="4504"/>
                </a:lnTo>
                <a:cubicBezTo>
                  <a:pt x="60223" y="4283"/>
                  <a:pt x="60869" y="4040"/>
                  <a:pt x="61606" y="3759"/>
                </a:cubicBezTo>
                <a:cubicBezTo>
                  <a:pt x="61680" y="3734"/>
                  <a:pt x="61855" y="3684"/>
                  <a:pt x="62103" y="3585"/>
                </a:cubicBezTo>
                <a:cubicBezTo>
                  <a:pt x="62651" y="3385"/>
                  <a:pt x="63348" y="3161"/>
                  <a:pt x="64194" y="2888"/>
                </a:cubicBezTo>
                <a:close/>
                <a:moveTo>
                  <a:pt x="83087" y="3311"/>
                </a:moveTo>
                <a:cubicBezTo>
                  <a:pt x="84257" y="3759"/>
                  <a:pt x="85377" y="4331"/>
                  <a:pt x="86372" y="4978"/>
                </a:cubicBezTo>
                <a:cubicBezTo>
                  <a:pt x="86347" y="5003"/>
                  <a:pt x="86323" y="5003"/>
                  <a:pt x="86298" y="5003"/>
                </a:cubicBezTo>
                <a:cubicBezTo>
                  <a:pt x="85302" y="4356"/>
                  <a:pt x="84182" y="3809"/>
                  <a:pt x="82987" y="3336"/>
                </a:cubicBezTo>
                <a:cubicBezTo>
                  <a:pt x="83012" y="3336"/>
                  <a:pt x="83062" y="3311"/>
                  <a:pt x="83087" y="3311"/>
                </a:cubicBezTo>
                <a:close/>
                <a:moveTo>
                  <a:pt x="68899" y="2589"/>
                </a:moveTo>
                <a:lnTo>
                  <a:pt x="68899" y="2589"/>
                </a:lnTo>
                <a:cubicBezTo>
                  <a:pt x="66659" y="3261"/>
                  <a:pt x="64369" y="4082"/>
                  <a:pt x="62054" y="5078"/>
                </a:cubicBezTo>
                <a:cubicBezTo>
                  <a:pt x="62552" y="4555"/>
                  <a:pt x="63074" y="4107"/>
                  <a:pt x="63647" y="3734"/>
                </a:cubicBezTo>
                <a:cubicBezTo>
                  <a:pt x="65439" y="3236"/>
                  <a:pt x="67181" y="2863"/>
                  <a:pt x="68899" y="2589"/>
                </a:cubicBezTo>
                <a:close/>
                <a:moveTo>
                  <a:pt x="86621" y="5202"/>
                </a:moveTo>
                <a:cubicBezTo>
                  <a:pt x="86671" y="5227"/>
                  <a:pt x="86696" y="5227"/>
                  <a:pt x="86721" y="5252"/>
                </a:cubicBezTo>
                <a:lnTo>
                  <a:pt x="86621" y="5252"/>
                </a:lnTo>
                <a:cubicBezTo>
                  <a:pt x="86596" y="5227"/>
                  <a:pt x="86571" y="5202"/>
                  <a:pt x="86547" y="5202"/>
                </a:cubicBezTo>
                <a:close/>
                <a:moveTo>
                  <a:pt x="63099" y="3858"/>
                </a:moveTo>
                <a:lnTo>
                  <a:pt x="63099" y="3858"/>
                </a:lnTo>
                <a:cubicBezTo>
                  <a:pt x="62576" y="4257"/>
                  <a:pt x="62079" y="4730"/>
                  <a:pt x="61606" y="5227"/>
                </a:cubicBezTo>
                <a:cubicBezTo>
                  <a:pt x="61556" y="5252"/>
                  <a:pt x="61506" y="5252"/>
                  <a:pt x="61456" y="5302"/>
                </a:cubicBezTo>
                <a:cubicBezTo>
                  <a:pt x="61929" y="4754"/>
                  <a:pt x="62402" y="4331"/>
                  <a:pt x="62925" y="3933"/>
                </a:cubicBezTo>
                <a:cubicBezTo>
                  <a:pt x="62975" y="3883"/>
                  <a:pt x="63049" y="3883"/>
                  <a:pt x="63099" y="3858"/>
                </a:cubicBezTo>
                <a:close/>
                <a:moveTo>
                  <a:pt x="69994" y="2464"/>
                </a:moveTo>
                <a:cubicBezTo>
                  <a:pt x="70044" y="2464"/>
                  <a:pt x="70118" y="2489"/>
                  <a:pt x="70168" y="2489"/>
                </a:cubicBezTo>
                <a:cubicBezTo>
                  <a:pt x="67380" y="3261"/>
                  <a:pt x="64518" y="4306"/>
                  <a:pt x="61581" y="5551"/>
                </a:cubicBezTo>
                <a:cubicBezTo>
                  <a:pt x="61606" y="5476"/>
                  <a:pt x="61680" y="5451"/>
                  <a:pt x="61705" y="5377"/>
                </a:cubicBezTo>
                <a:cubicBezTo>
                  <a:pt x="64543" y="4207"/>
                  <a:pt x="67281" y="3236"/>
                  <a:pt x="69994" y="2464"/>
                </a:cubicBezTo>
                <a:close/>
                <a:moveTo>
                  <a:pt x="89101" y="2013"/>
                </a:moveTo>
                <a:cubicBezTo>
                  <a:pt x="90165" y="2013"/>
                  <a:pt x="91191" y="2109"/>
                  <a:pt x="92197" y="2265"/>
                </a:cubicBezTo>
                <a:cubicBezTo>
                  <a:pt x="94387" y="3062"/>
                  <a:pt x="96279" y="4182"/>
                  <a:pt x="97897" y="5551"/>
                </a:cubicBezTo>
                <a:cubicBezTo>
                  <a:pt x="97573" y="5476"/>
                  <a:pt x="97300" y="5377"/>
                  <a:pt x="97001" y="5327"/>
                </a:cubicBezTo>
                <a:cubicBezTo>
                  <a:pt x="96702" y="5252"/>
                  <a:pt x="96428" y="5227"/>
                  <a:pt x="96179" y="5202"/>
                </a:cubicBezTo>
                <a:cubicBezTo>
                  <a:pt x="95806" y="5128"/>
                  <a:pt x="95408" y="5078"/>
                  <a:pt x="95034" y="5003"/>
                </a:cubicBezTo>
                <a:cubicBezTo>
                  <a:pt x="94586" y="4954"/>
                  <a:pt x="94163" y="4929"/>
                  <a:pt x="93715" y="4879"/>
                </a:cubicBezTo>
                <a:cubicBezTo>
                  <a:pt x="93466" y="4854"/>
                  <a:pt x="93217" y="4829"/>
                  <a:pt x="92944" y="4829"/>
                </a:cubicBezTo>
                <a:cubicBezTo>
                  <a:pt x="92222" y="4804"/>
                  <a:pt x="91525" y="4754"/>
                  <a:pt x="90778" y="4754"/>
                </a:cubicBezTo>
                <a:cubicBezTo>
                  <a:pt x="90031" y="4754"/>
                  <a:pt x="89285" y="4804"/>
                  <a:pt x="88488" y="4829"/>
                </a:cubicBezTo>
                <a:cubicBezTo>
                  <a:pt x="88040" y="4854"/>
                  <a:pt x="87542" y="4879"/>
                  <a:pt x="87069" y="4954"/>
                </a:cubicBezTo>
                <a:cubicBezTo>
                  <a:pt x="86945" y="4954"/>
                  <a:pt x="86820" y="4978"/>
                  <a:pt x="86671" y="4978"/>
                </a:cubicBezTo>
                <a:cubicBezTo>
                  <a:pt x="85626" y="4306"/>
                  <a:pt x="84555" y="3709"/>
                  <a:pt x="83336" y="3211"/>
                </a:cubicBezTo>
                <a:cubicBezTo>
                  <a:pt x="85078" y="2514"/>
                  <a:pt x="86920" y="2116"/>
                  <a:pt x="88737" y="2016"/>
                </a:cubicBezTo>
                <a:cubicBezTo>
                  <a:pt x="88859" y="2014"/>
                  <a:pt x="88980" y="2013"/>
                  <a:pt x="89101" y="2013"/>
                </a:cubicBezTo>
                <a:close/>
                <a:moveTo>
                  <a:pt x="93317" y="2514"/>
                </a:moveTo>
                <a:cubicBezTo>
                  <a:pt x="93441" y="2564"/>
                  <a:pt x="93541" y="2589"/>
                  <a:pt x="93665" y="2614"/>
                </a:cubicBezTo>
                <a:cubicBezTo>
                  <a:pt x="95433" y="3435"/>
                  <a:pt x="97026" y="4456"/>
                  <a:pt x="98395" y="5675"/>
                </a:cubicBezTo>
                <a:cubicBezTo>
                  <a:pt x="98345" y="5675"/>
                  <a:pt x="98295" y="5626"/>
                  <a:pt x="98270" y="5626"/>
                </a:cubicBezTo>
                <a:cubicBezTo>
                  <a:pt x="96827" y="4356"/>
                  <a:pt x="95184" y="3311"/>
                  <a:pt x="93317" y="2514"/>
                </a:cubicBezTo>
                <a:close/>
                <a:moveTo>
                  <a:pt x="61332" y="5551"/>
                </a:moveTo>
                <a:lnTo>
                  <a:pt x="61332" y="5551"/>
                </a:lnTo>
                <a:cubicBezTo>
                  <a:pt x="61307" y="5601"/>
                  <a:pt x="61232" y="5626"/>
                  <a:pt x="61207" y="5700"/>
                </a:cubicBezTo>
                <a:cubicBezTo>
                  <a:pt x="61183" y="5725"/>
                  <a:pt x="61108" y="5750"/>
                  <a:pt x="61083" y="5750"/>
                </a:cubicBezTo>
                <a:cubicBezTo>
                  <a:pt x="61108" y="5700"/>
                  <a:pt x="61183" y="5675"/>
                  <a:pt x="61207" y="5601"/>
                </a:cubicBezTo>
                <a:cubicBezTo>
                  <a:pt x="61232" y="5576"/>
                  <a:pt x="61307" y="5576"/>
                  <a:pt x="61332" y="5551"/>
                </a:cubicBezTo>
                <a:close/>
                <a:moveTo>
                  <a:pt x="90728" y="4978"/>
                </a:moveTo>
                <a:cubicBezTo>
                  <a:pt x="91475" y="4978"/>
                  <a:pt x="92197" y="5003"/>
                  <a:pt x="92869" y="5053"/>
                </a:cubicBezTo>
                <a:cubicBezTo>
                  <a:pt x="93242" y="5078"/>
                  <a:pt x="93591" y="5103"/>
                  <a:pt x="93939" y="5128"/>
                </a:cubicBezTo>
                <a:cubicBezTo>
                  <a:pt x="94288" y="5178"/>
                  <a:pt x="94611" y="5202"/>
                  <a:pt x="94935" y="5227"/>
                </a:cubicBezTo>
                <a:cubicBezTo>
                  <a:pt x="95433" y="5302"/>
                  <a:pt x="95931" y="5377"/>
                  <a:pt x="96428" y="5476"/>
                </a:cubicBezTo>
                <a:cubicBezTo>
                  <a:pt x="96578" y="5501"/>
                  <a:pt x="96727" y="5501"/>
                  <a:pt x="96901" y="5551"/>
                </a:cubicBezTo>
                <a:cubicBezTo>
                  <a:pt x="97324" y="5626"/>
                  <a:pt x="97723" y="5725"/>
                  <a:pt x="98146" y="5825"/>
                </a:cubicBezTo>
                <a:lnTo>
                  <a:pt x="98180" y="5870"/>
                </a:lnTo>
                <a:lnTo>
                  <a:pt x="98180" y="5870"/>
                </a:lnTo>
                <a:cubicBezTo>
                  <a:pt x="97761" y="5748"/>
                  <a:pt x="97319" y="5674"/>
                  <a:pt x="96876" y="5576"/>
                </a:cubicBezTo>
                <a:cubicBezTo>
                  <a:pt x="96652" y="5551"/>
                  <a:pt x="96403" y="5501"/>
                  <a:pt x="96179" y="5476"/>
                </a:cubicBezTo>
                <a:cubicBezTo>
                  <a:pt x="95781" y="5427"/>
                  <a:pt x="95383" y="5327"/>
                  <a:pt x="94935" y="5277"/>
                </a:cubicBezTo>
                <a:lnTo>
                  <a:pt x="93914" y="5202"/>
                </a:lnTo>
                <a:cubicBezTo>
                  <a:pt x="93566" y="5153"/>
                  <a:pt x="93267" y="5128"/>
                  <a:pt x="92894" y="5103"/>
                </a:cubicBezTo>
                <a:cubicBezTo>
                  <a:pt x="92197" y="5078"/>
                  <a:pt x="91475" y="5028"/>
                  <a:pt x="90778" y="5028"/>
                </a:cubicBezTo>
                <a:cubicBezTo>
                  <a:pt x="90031" y="5028"/>
                  <a:pt x="89285" y="5078"/>
                  <a:pt x="88538" y="5103"/>
                </a:cubicBezTo>
                <a:cubicBezTo>
                  <a:pt x="88164" y="5128"/>
                  <a:pt x="87791" y="5153"/>
                  <a:pt x="87368" y="5202"/>
                </a:cubicBezTo>
                <a:cubicBezTo>
                  <a:pt x="87244" y="5202"/>
                  <a:pt x="87094" y="5227"/>
                  <a:pt x="86970" y="5227"/>
                </a:cubicBezTo>
                <a:cubicBezTo>
                  <a:pt x="86945" y="5202"/>
                  <a:pt x="86920" y="5202"/>
                  <a:pt x="86870" y="5178"/>
                </a:cubicBezTo>
                <a:lnTo>
                  <a:pt x="86945" y="5178"/>
                </a:lnTo>
                <a:cubicBezTo>
                  <a:pt x="87468" y="5103"/>
                  <a:pt x="87965" y="5078"/>
                  <a:pt x="88463" y="5053"/>
                </a:cubicBezTo>
                <a:cubicBezTo>
                  <a:pt x="89235" y="5003"/>
                  <a:pt x="89982" y="4978"/>
                  <a:pt x="90728" y="4978"/>
                </a:cubicBezTo>
                <a:close/>
                <a:moveTo>
                  <a:pt x="62975" y="3684"/>
                </a:moveTo>
                <a:lnTo>
                  <a:pt x="62975" y="3684"/>
                </a:lnTo>
                <a:cubicBezTo>
                  <a:pt x="62925" y="3709"/>
                  <a:pt x="62900" y="3734"/>
                  <a:pt x="62825" y="3809"/>
                </a:cubicBezTo>
                <a:cubicBezTo>
                  <a:pt x="60809" y="4381"/>
                  <a:pt x="58743" y="5103"/>
                  <a:pt x="56627" y="5974"/>
                </a:cubicBezTo>
                <a:cubicBezTo>
                  <a:pt x="57723" y="5501"/>
                  <a:pt x="58868" y="5053"/>
                  <a:pt x="60560" y="4431"/>
                </a:cubicBezTo>
                <a:cubicBezTo>
                  <a:pt x="61357" y="4132"/>
                  <a:pt x="62178" y="3883"/>
                  <a:pt x="62975" y="3684"/>
                </a:cubicBezTo>
                <a:close/>
                <a:moveTo>
                  <a:pt x="98544" y="5924"/>
                </a:moveTo>
                <a:cubicBezTo>
                  <a:pt x="98569" y="5924"/>
                  <a:pt x="98644" y="5949"/>
                  <a:pt x="98669" y="5949"/>
                </a:cubicBezTo>
                <a:lnTo>
                  <a:pt x="98768" y="6049"/>
                </a:lnTo>
                <a:cubicBezTo>
                  <a:pt x="98718" y="6049"/>
                  <a:pt x="98693" y="6049"/>
                  <a:pt x="98669" y="5999"/>
                </a:cubicBezTo>
                <a:lnTo>
                  <a:pt x="98619" y="5999"/>
                </a:lnTo>
                <a:cubicBezTo>
                  <a:pt x="98619" y="5949"/>
                  <a:pt x="98569" y="5924"/>
                  <a:pt x="98544" y="5924"/>
                </a:cubicBezTo>
                <a:close/>
                <a:moveTo>
                  <a:pt x="94960" y="3062"/>
                </a:moveTo>
                <a:lnTo>
                  <a:pt x="94960" y="3062"/>
                </a:lnTo>
                <a:cubicBezTo>
                  <a:pt x="96752" y="3734"/>
                  <a:pt x="98370" y="4754"/>
                  <a:pt x="99789" y="6074"/>
                </a:cubicBezTo>
                <a:cubicBezTo>
                  <a:pt x="99490" y="5974"/>
                  <a:pt x="99166" y="5850"/>
                  <a:pt x="98868" y="5800"/>
                </a:cubicBezTo>
                <a:cubicBezTo>
                  <a:pt x="98818" y="5800"/>
                  <a:pt x="98793" y="5800"/>
                  <a:pt x="98768" y="5750"/>
                </a:cubicBezTo>
                <a:cubicBezTo>
                  <a:pt x="97648" y="4705"/>
                  <a:pt x="96379" y="3809"/>
                  <a:pt x="94960" y="3062"/>
                </a:cubicBezTo>
                <a:close/>
                <a:moveTo>
                  <a:pt x="74446" y="2122"/>
                </a:moveTo>
                <a:cubicBezTo>
                  <a:pt x="77248" y="2122"/>
                  <a:pt x="79829" y="2490"/>
                  <a:pt x="82141" y="3261"/>
                </a:cubicBezTo>
                <a:cubicBezTo>
                  <a:pt x="80498" y="4008"/>
                  <a:pt x="78930" y="5003"/>
                  <a:pt x="77486" y="6198"/>
                </a:cubicBezTo>
                <a:cubicBezTo>
                  <a:pt x="75520" y="4306"/>
                  <a:pt x="73479" y="3012"/>
                  <a:pt x="71388" y="2365"/>
                </a:cubicBezTo>
                <a:cubicBezTo>
                  <a:pt x="71562" y="2315"/>
                  <a:pt x="71761" y="2265"/>
                  <a:pt x="71935" y="2216"/>
                </a:cubicBezTo>
                <a:cubicBezTo>
                  <a:pt x="72790" y="2154"/>
                  <a:pt x="73628" y="2122"/>
                  <a:pt x="74446" y="2122"/>
                </a:cubicBezTo>
                <a:close/>
                <a:moveTo>
                  <a:pt x="97449" y="4082"/>
                </a:moveTo>
                <a:cubicBezTo>
                  <a:pt x="97648" y="4182"/>
                  <a:pt x="97822" y="4257"/>
                  <a:pt x="97996" y="4331"/>
                </a:cubicBezTo>
                <a:cubicBezTo>
                  <a:pt x="98818" y="4879"/>
                  <a:pt x="99614" y="5501"/>
                  <a:pt x="100311" y="6223"/>
                </a:cubicBezTo>
                <a:cubicBezTo>
                  <a:pt x="100286" y="6223"/>
                  <a:pt x="100237" y="6198"/>
                  <a:pt x="100187" y="6198"/>
                </a:cubicBezTo>
                <a:cubicBezTo>
                  <a:pt x="99365" y="5377"/>
                  <a:pt x="98445" y="4655"/>
                  <a:pt x="97449" y="4082"/>
                </a:cubicBezTo>
                <a:close/>
                <a:moveTo>
                  <a:pt x="71064" y="2464"/>
                </a:moveTo>
                <a:cubicBezTo>
                  <a:pt x="73180" y="3062"/>
                  <a:pt x="75321" y="4356"/>
                  <a:pt x="77362" y="6323"/>
                </a:cubicBezTo>
                <a:cubicBezTo>
                  <a:pt x="77312" y="6323"/>
                  <a:pt x="77312" y="6347"/>
                  <a:pt x="77287" y="6347"/>
                </a:cubicBezTo>
                <a:cubicBezTo>
                  <a:pt x="75246" y="4381"/>
                  <a:pt x="73105" y="3087"/>
                  <a:pt x="70940" y="2489"/>
                </a:cubicBezTo>
                <a:cubicBezTo>
                  <a:pt x="70990" y="2489"/>
                  <a:pt x="71015" y="2464"/>
                  <a:pt x="71064" y="2464"/>
                </a:cubicBezTo>
                <a:close/>
                <a:moveTo>
                  <a:pt x="82440" y="3361"/>
                </a:moveTo>
                <a:cubicBezTo>
                  <a:pt x="82464" y="3361"/>
                  <a:pt x="82489" y="3385"/>
                  <a:pt x="82514" y="3385"/>
                </a:cubicBezTo>
                <a:cubicBezTo>
                  <a:pt x="80822" y="4107"/>
                  <a:pt x="79204" y="5128"/>
                  <a:pt x="77660" y="6372"/>
                </a:cubicBezTo>
                <a:lnTo>
                  <a:pt x="77636" y="6347"/>
                </a:lnTo>
                <a:cubicBezTo>
                  <a:pt x="79129" y="5103"/>
                  <a:pt x="80747" y="4107"/>
                  <a:pt x="82440" y="3361"/>
                </a:cubicBezTo>
                <a:close/>
                <a:moveTo>
                  <a:pt x="99067" y="6049"/>
                </a:moveTo>
                <a:lnTo>
                  <a:pt x="99067" y="6049"/>
                </a:lnTo>
                <a:cubicBezTo>
                  <a:pt x="99415" y="6123"/>
                  <a:pt x="99764" y="6248"/>
                  <a:pt x="100112" y="6347"/>
                </a:cubicBezTo>
                <a:lnTo>
                  <a:pt x="100187" y="6447"/>
                </a:lnTo>
                <a:cubicBezTo>
                  <a:pt x="100162" y="6447"/>
                  <a:pt x="100112" y="6447"/>
                  <a:pt x="100038" y="6422"/>
                </a:cubicBezTo>
                <a:cubicBezTo>
                  <a:pt x="99764" y="6323"/>
                  <a:pt x="99490" y="6223"/>
                  <a:pt x="99166" y="6123"/>
                </a:cubicBezTo>
                <a:lnTo>
                  <a:pt x="99067" y="6049"/>
                </a:lnTo>
                <a:close/>
                <a:moveTo>
                  <a:pt x="77486" y="6447"/>
                </a:moveTo>
                <a:lnTo>
                  <a:pt x="77511" y="6472"/>
                </a:lnTo>
                <a:cubicBezTo>
                  <a:pt x="77486" y="6472"/>
                  <a:pt x="77486" y="6497"/>
                  <a:pt x="77461" y="6497"/>
                </a:cubicBezTo>
                <a:lnTo>
                  <a:pt x="77412" y="6472"/>
                </a:lnTo>
                <a:cubicBezTo>
                  <a:pt x="77461" y="6472"/>
                  <a:pt x="77461" y="6447"/>
                  <a:pt x="77486" y="6447"/>
                </a:cubicBezTo>
                <a:close/>
                <a:moveTo>
                  <a:pt x="82763" y="3460"/>
                </a:moveTo>
                <a:cubicBezTo>
                  <a:pt x="83933" y="3883"/>
                  <a:pt x="85003" y="4431"/>
                  <a:pt x="85999" y="5053"/>
                </a:cubicBezTo>
                <a:cubicBezTo>
                  <a:pt x="83410" y="5352"/>
                  <a:pt x="80722" y="5875"/>
                  <a:pt x="77984" y="6621"/>
                </a:cubicBezTo>
                <a:lnTo>
                  <a:pt x="77810" y="6472"/>
                </a:lnTo>
                <a:cubicBezTo>
                  <a:pt x="79353" y="5227"/>
                  <a:pt x="81021" y="4207"/>
                  <a:pt x="82763" y="3460"/>
                </a:cubicBezTo>
                <a:close/>
                <a:moveTo>
                  <a:pt x="77660" y="6621"/>
                </a:moveTo>
                <a:lnTo>
                  <a:pt x="77760" y="6721"/>
                </a:lnTo>
                <a:cubicBezTo>
                  <a:pt x="77735" y="6721"/>
                  <a:pt x="77710" y="6721"/>
                  <a:pt x="77710" y="6746"/>
                </a:cubicBezTo>
                <a:lnTo>
                  <a:pt x="77611" y="6671"/>
                </a:lnTo>
                <a:cubicBezTo>
                  <a:pt x="77636" y="6671"/>
                  <a:pt x="77636" y="6621"/>
                  <a:pt x="77660" y="6621"/>
                </a:cubicBezTo>
                <a:close/>
                <a:moveTo>
                  <a:pt x="86248" y="5227"/>
                </a:moveTo>
                <a:cubicBezTo>
                  <a:pt x="86298" y="5252"/>
                  <a:pt x="86323" y="5252"/>
                  <a:pt x="86347" y="5302"/>
                </a:cubicBezTo>
                <a:lnTo>
                  <a:pt x="86298" y="5302"/>
                </a:lnTo>
                <a:cubicBezTo>
                  <a:pt x="85725" y="5352"/>
                  <a:pt x="85128" y="5451"/>
                  <a:pt x="84580" y="5501"/>
                </a:cubicBezTo>
                <a:cubicBezTo>
                  <a:pt x="84381" y="5551"/>
                  <a:pt x="84207" y="5576"/>
                  <a:pt x="83983" y="5601"/>
                </a:cubicBezTo>
                <a:cubicBezTo>
                  <a:pt x="83236" y="5725"/>
                  <a:pt x="82464" y="5850"/>
                  <a:pt x="81718" y="5999"/>
                </a:cubicBezTo>
                <a:lnTo>
                  <a:pt x="81693" y="5999"/>
                </a:lnTo>
                <a:cubicBezTo>
                  <a:pt x="80523" y="6248"/>
                  <a:pt x="79353" y="6547"/>
                  <a:pt x="78158" y="6845"/>
                </a:cubicBezTo>
                <a:cubicBezTo>
                  <a:pt x="78133" y="6845"/>
                  <a:pt x="78108" y="6820"/>
                  <a:pt x="78108" y="6820"/>
                </a:cubicBezTo>
                <a:cubicBezTo>
                  <a:pt x="80896" y="6074"/>
                  <a:pt x="83609" y="5501"/>
                  <a:pt x="86223" y="5227"/>
                </a:cubicBezTo>
                <a:close/>
                <a:moveTo>
                  <a:pt x="77262" y="6596"/>
                </a:moveTo>
                <a:cubicBezTo>
                  <a:pt x="77287" y="6621"/>
                  <a:pt x="77337" y="6621"/>
                  <a:pt x="77337" y="6671"/>
                </a:cubicBezTo>
                <a:cubicBezTo>
                  <a:pt x="77237" y="6746"/>
                  <a:pt x="77138" y="6820"/>
                  <a:pt x="77038" y="6920"/>
                </a:cubicBezTo>
                <a:cubicBezTo>
                  <a:pt x="76988" y="6920"/>
                  <a:pt x="76963" y="6945"/>
                  <a:pt x="76889" y="6945"/>
                </a:cubicBezTo>
                <a:cubicBezTo>
                  <a:pt x="77013" y="6820"/>
                  <a:pt x="77138" y="6721"/>
                  <a:pt x="77262" y="6596"/>
                </a:cubicBezTo>
                <a:close/>
                <a:moveTo>
                  <a:pt x="77636" y="6945"/>
                </a:moveTo>
                <a:lnTo>
                  <a:pt x="77660" y="6970"/>
                </a:lnTo>
                <a:cubicBezTo>
                  <a:pt x="77461" y="7044"/>
                  <a:pt x="77262" y="7094"/>
                  <a:pt x="77038" y="7169"/>
                </a:cubicBezTo>
                <a:lnTo>
                  <a:pt x="77138" y="7069"/>
                </a:lnTo>
                <a:cubicBezTo>
                  <a:pt x="77287" y="7044"/>
                  <a:pt x="77461" y="6970"/>
                  <a:pt x="77636" y="6945"/>
                </a:cubicBezTo>
                <a:close/>
                <a:moveTo>
                  <a:pt x="76715" y="7194"/>
                </a:moveTo>
                <a:lnTo>
                  <a:pt x="76615" y="7268"/>
                </a:lnTo>
                <a:cubicBezTo>
                  <a:pt x="76590" y="7293"/>
                  <a:pt x="76540" y="7293"/>
                  <a:pt x="76491" y="7318"/>
                </a:cubicBezTo>
                <a:lnTo>
                  <a:pt x="76590" y="7219"/>
                </a:lnTo>
                <a:cubicBezTo>
                  <a:pt x="76640" y="7219"/>
                  <a:pt x="76665" y="7194"/>
                  <a:pt x="76715" y="7194"/>
                </a:cubicBezTo>
                <a:close/>
                <a:moveTo>
                  <a:pt x="99067" y="4879"/>
                </a:moveTo>
                <a:lnTo>
                  <a:pt x="99067" y="4879"/>
                </a:lnTo>
                <a:cubicBezTo>
                  <a:pt x="99316" y="5003"/>
                  <a:pt x="99540" y="5128"/>
                  <a:pt x="99814" y="5252"/>
                </a:cubicBezTo>
                <a:cubicBezTo>
                  <a:pt x="100784" y="5775"/>
                  <a:pt x="102054" y="6572"/>
                  <a:pt x="103497" y="7592"/>
                </a:cubicBezTo>
                <a:cubicBezTo>
                  <a:pt x="103099" y="7418"/>
                  <a:pt x="102726" y="7194"/>
                  <a:pt x="102352" y="7044"/>
                </a:cubicBezTo>
                <a:cubicBezTo>
                  <a:pt x="102228" y="6970"/>
                  <a:pt x="102054" y="6920"/>
                  <a:pt x="101904" y="6845"/>
                </a:cubicBezTo>
                <a:cubicBezTo>
                  <a:pt x="101531" y="6696"/>
                  <a:pt x="101133" y="6497"/>
                  <a:pt x="100759" y="6372"/>
                </a:cubicBezTo>
                <a:cubicBezTo>
                  <a:pt x="100237" y="5825"/>
                  <a:pt x="99664" y="5327"/>
                  <a:pt x="99067" y="4879"/>
                </a:cubicBezTo>
                <a:close/>
                <a:moveTo>
                  <a:pt x="97648" y="3933"/>
                </a:moveTo>
                <a:cubicBezTo>
                  <a:pt x="97698" y="3933"/>
                  <a:pt x="97797" y="3958"/>
                  <a:pt x="97897" y="4008"/>
                </a:cubicBezTo>
                <a:cubicBezTo>
                  <a:pt x="98021" y="4082"/>
                  <a:pt x="98146" y="4132"/>
                  <a:pt x="98295" y="4207"/>
                </a:cubicBezTo>
                <a:lnTo>
                  <a:pt x="99042" y="4580"/>
                </a:lnTo>
                <a:cubicBezTo>
                  <a:pt x="99166" y="4630"/>
                  <a:pt x="99266" y="4705"/>
                  <a:pt x="99390" y="4754"/>
                </a:cubicBezTo>
                <a:cubicBezTo>
                  <a:pt x="100411" y="5327"/>
                  <a:pt x="101431" y="5924"/>
                  <a:pt x="102402" y="6572"/>
                </a:cubicBezTo>
                <a:cubicBezTo>
                  <a:pt x="102402" y="6572"/>
                  <a:pt x="102427" y="6572"/>
                  <a:pt x="102427" y="6596"/>
                </a:cubicBezTo>
                <a:cubicBezTo>
                  <a:pt x="102726" y="6796"/>
                  <a:pt x="103000" y="6970"/>
                  <a:pt x="103249" y="7144"/>
                </a:cubicBezTo>
                <a:lnTo>
                  <a:pt x="105115" y="8563"/>
                </a:lnTo>
                <a:cubicBezTo>
                  <a:pt x="105120" y="8568"/>
                  <a:pt x="105125" y="8573"/>
                  <a:pt x="105131" y="8578"/>
                </a:cubicBezTo>
                <a:lnTo>
                  <a:pt x="105131" y="8578"/>
                </a:lnTo>
                <a:cubicBezTo>
                  <a:pt x="105094" y="8558"/>
                  <a:pt x="105059" y="8532"/>
                  <a:pt x="105016" y="8488"/>
                </a:cubicBezTo>
                <a:lnTo>
                  <a:pt x="104966" y="8488"/>
                </a:lnTo>
                <a:cubicBezTo>
                  <a:pt x="104866" y="8438"/>
                  <a:pt x="104792" y="8413"/>
                  <a:pt x="104717" y="8339"/>
                </a:cubicBezTo>
                <a:cubicBezTo>
                  <a:pt x="102800" y="6820"/>
                  <a:pt x="101058" y="5750"/>
                  <a:pt x="99863" y="5103"/>
                </a:cubicBezTo>
                <a:cubicBezTo>
                  <a:pt x="99241" y="4754"/>
                  <a:pt x="98644" y="4456"/>
                  <a:pt x="98046" y="4207"/>
                </a:cubicBezTo>
                <a:cubicBezTo>
                  <a:pt x="97996" y="4132"/>
                  <a:pt x="97897" y="4107"/>
                  <a:pt x="97822" y="4058"/>
                </a:cubicBezTo>
                <a:cubicBezTo>
                  <a:pt x="97772" y="4008"/>
                  <a:pt x="97698" y="3958"/>
                  <a:pt x="97648" y="3933"/>
                </a:cubicBezTo>
                <a:close/>
                <a:moveTo>
                  <a:pt x="101033" y="6696"/>
                </a:moveTo>
                <a:lnTo>
                  <a:pt x="101033" y="6696"/>
                </a:lnTo>
                <a:cubicBezTo>
                  <a:pt x="101431" y="6845"/>
                  <a:pt x="101855" y="6995"/>
                  <a:pt x="102228" y="7144"/>
                </a:cubicBezTo>
                <a:cubicBezTo>
                  <a:pt x="103049" y="7542"/>
                  <a:pt x="103846" y="7990"/>
                  <a:pt x="104618" y="8463"/>
                </a:cubicBezTo>
                <a:cubicBezTo>
                  <a:pt x="104742" y="8563"/>
                  <a:pt x="104891" y="8687"/>
                  <a:pt x="105016" y="8787"/>
                </a:cubicBezTo>
                <a:lnTo>
                  <a:pt x="104742" y="8588"/>
                </a:lnTo>
                <a:cubicBezTo>
                  <a:pt x="104369" y="8339"/>
                  <a:pt x="104020" y="8115"/>
                  <a:pt x="103622" y="7891"/>
                </a:cubicBezTo>
                <a:cubicBezTo>
                  <a:pt x="103522" y="7841"/>
                  <a:pt x="103398" y="7766"/>
                  <a:pt x="103273" y="7741"/>
                </a:cubicBezTo>
                <a:cubicBezTo>
                  <a:pt x="102875" y="7517"/>
                  <a:pt x="102452" y="7343"/>
                  <a:pt x="102054" y="7144"/>
                </a:cubicBezTo>
                <a:cubicBezTo>
                  <a:pt x="101929" y="7094"/>
                  <a:pt x="101805" y="7069"/>
                  <a:pt x="101730" y="6995"/>
                </a:cubicBezTo>
                <a:cubicBezTo>
                  <a:pt x="101531" y="6920"/>
                  <a:pt x="101307" y="6845"/>
                  <a:pt x="101133" y="6746"/>
                </a:cubicBezTo>
                <a:cubicBezTo>
                  <a:pt x="101133" y="6760"/>
                  <a:pt x="101126" y="6766"/>
                  <a:pt x="101117" y="6766"/>
                </a:cubicBezTo>
                <a:cubicBezTo>
                  <a:pt x="101093" y="6766"/>
                  <a:pt x="101051" y="6731"/>
                  <a:pt x="101033" y="6696"/>
                </a:cubicBezTo>
                <a:close/>
                <a:moveTo>
                  <a:pt x="76217" y="7318"/>
                </a:moveTo>
                <a:lnTo>
                  <a:pt x="76217" y="7318"/>
                </a:lnTo>
                <a:cubicBezTo>
                  <a:pt x="76167" y="7368"/>
                  <a:pt x="76142" y="7418"/>
                  <a:pt x="76117" y="7418"/>
                </a:cubicBezTo>
                <a:cubicBezTo>
                  <a:pt x="74674" y="7841"/>
                  <a:pt x="73230" y="8339"/>
                  <a:pt x="71761" y="8911"/>
                </a:cubicBezTo>
                <a:cubicBezTo>
                  <a:pt x="71736" y="8911"/>
                  <a:pt x="71687" y="8911"/>
                  <a:pt x="71662" y="8861"/>
                </a:cubicBezTo>
                <a:cubicBezTo>
                  <a:pt x="73180" y="8289"/>
                  <a:pt x="74723" y="7766"/>
                  <a:pt x="76217" y="7318"/>
                </a:cubicBezTo>
                <a:close/>
                <a:moveTo>
                  <a:pt x="71239" y="9011"/>
                </a:moveTo>
                <a:cubicBezTo>
                  <a:pt x="71263" y="9011"/>
                  <a:pt x="71288" y="9061"/>
                  <a:pt x="71363" y="9061"/>
                </a:cubicBezTo>
                <a:lnTo>
                  <a:pt x="71288" y="9061"/>
                </a:lnTo>
                <a:cubicBezTo>
                  <a:pt x="71263" y="9061"/>
                  <a:pt x="71263" y="9061"/>
                  <a:pt x="71214" y="9085"/>
                </a:cubicBezTo>
                <a:lnTo>
                  <a:pt x="71164" y="9085"/>
                </a:lnTo>
                <a:cubicBezTo>
                  <a:pt x="71164" y="9085"/>
                  <a:pt x="71189" y="9085"/>
                  <a:pt x="71189" y="9061"/>
                </a:cubicBezTo>
                <a:cubicBezTo>
                  <a:pt x="71189" y="9061"/>
                  <a:pt x="71239" y="9061"/>
                  <a:pt x="71239" y="9011"/>
                </a:cubicBezTo>
                <a:close/>
                <a:moveTo>
                  <a:pt x="75769" y="7766"/>
                </a:moveTo>
                <a:lnTo>
                  <a:pt x="75769" y="7766"/>
                </a:lnTo>
                <a:cubicBezTo>
                  <a:pt x="75196" y="8314"/>
                  <a:pt x="74674" y="8936"/>
                  <a:pt x="74151" y="9583"/>
                </a:cubicBezTo>
                <a:cubicBezTo>
                  <a:pt x="74126" y="9583"/>
                  <a:pt x="74101" y="9558"/>
                  <a:pt x="74051" y="9558"/>
                </a:cubicBezTo>
                <a:cubicBezTo>
                  <a:pt x="74026" y="9534"/>
                  <a:pt x="73952" y="9534"/>
                  <a:pt x="73902" y="9534"/>
                </a:cubicBezTo>
                <a:cubicBezTo>
                  <a:pt x="73529" y="9409"/>
                  <a:pt x="73155" y="9310"/>
                  <a:pt x="72782" y="9185"/>
                </a:cubicBezTo>
                <a:cubicBezTo>
                  <a:pt x="72757" y="9185"/>
                  <a:pt x="72707" y="9185"/>
                  <a:pt x="72682" y="9135"/>
                </a:cubicBezTo>
                <a:cubicBezTo>
                  <a:pt x="72583" y="9110"/>
                  <a:pt x="72458" y="9085"/>
                  <a:pt x="72384" y="9085"/>
                </a:cubicBezTo>
                <a:cubicBezTo>
                  <a:pt x="72284" y="9061"/>
                  <a:pt x="72184" y="9011"/>
                  <a:pt x="72060" y="9011"/>
                </a:cubicBezTo>
                <a:cubicBezTo>
                  <a:pt x="73304" y="8563"/>
                  <a:pt x="74549" y="8140"/>
                  <a:pt x="75769" y="7766"/>
                </a:cubicBezTo>
                <a:close/>
                <a:moveTo>
                  <a:pt x="76291" y="7592"/>
                </a:moveTo>
                <a:cubicBezTo>
                  <a:pt x="75644" y="8214"/>
                  <a:pt x="74997" y="8936"/>
                  <a:pt x="74400" y="9683"/>
                </a:cubicBezTo>
                <a:cubicBezTo>
                  <a:pt x="74375" y="9683"/>
                  <a:pt x="74375" y="9658"/>
                  <a:pt x="74350" y="9658"/>
                </a:cubicBezTo>
                <a:cubicBezTo>
                  <a:pt x="74922" y="8936"/>
                  <a:pt x="75545" y="8239"/>
                  <a:pt x="76167" y="7617"/>
                </a:cubicBezTo>
                <a:cubicBezTo>
                  <a:pt x="76217" y="7617"/>
                  <a:pt x="76267" y="7592"/>
                  <a:pt x="76291" y="7592"/>
                </a:cubicBezTo>
                <a:close/>
                <a:moveTo>
                  <a:pt x="70566" y="2589"/>
                </a:moveTo>
                <a:cubicBezTo>
                  <a:pt x="72782" y="3112"/>
                  <a:pt x="75022" y="4431"/>
                  <a:pt x="77163" y="6472"/>
                </a:cubicBezTo>
                <a:cubicBezTo>
                  <a:pt x="76963" y="6671"/>
                  <a:pt x="76739" y="6845"/>
                  <a:pt x="76515" y="7069"/>
                </a:cubicBezTo>
                <a:cubicBezTo>
                  <a:pt x="74773" y="7592"/>
                  <a:pt x="73031" y="8189"/>
                  <a:pt x="71263" y="8861"/>
                </a:cubicBezTo>
                <a:lnTo>
                  <a:pt x="71164" y="8861"/>
                </a:lnTo>
                <a:cubicBezTo>
                  <a:pt x="71114" y="8861"/>
                  <a:pt x="71039" y="8837"/>
                  <a:pt x="70940" y="8837"/>
                </a:cubicBezTo>
                <a:cubicBezTo>
                  <a:pt x="70542" y="8762"/>
                  <a:pt x="70118" y="8712"/>
                  <a:pt x="69670" y="8687"/>
                </a:cubicBezTo>
                <a:cubicBezTo>
                  <a:pt x="69571" y="8687"/>
                  <a:pt x="69471" y="8637"/>
                  <a:pt x="69397" y="8637"/>
                </a:cubicBezTo>
                <a:lnTo>
                  <a:pt x="69247" y="8637"/>
                </a:lnTo>
                <a:cubicBezTo>
                  <a:pt x="68675" y="8613"/>
                  <a:pt x="68102" y="8588"/>
                  <a:pt x="67530" y="8588"/>
                </a:cubicBezTo>
                <a:cubicBezTo>
                  <a:pt x="67057" y="8588"/>
                  <a:pt x="66584" y="8613"/>
                  <a:pt x="66136" y="8613"/>
                </a:cubicBezTo>
                <a:cubicBezTo>
                  <a:pt x="65862" y="8613"/>
                  <a:pt x="65613" y="8637"/>
                  <a:pt x="65389" y="8687"/>
                </a:cubicBezTo>
                <a:cubicBezTo>
                  <a:pt x="65165" y="8712"/>
                  <a:pt x="64966" y="8712"/>
                  <a:pt x="64767" y="8737"/>
                </a:cubicBezTo>
                <a:cubicBezTo>
                  <a:pt x="64418" y="8787"/>
                  <a:pt x="64045" y="8812"/>
                  <a:pt x="63697" y="8861"/>
                </a:cubicBezTo>
                <a:cubicBezTo>
                  <a:pt x="63647" y="8861"/>
                  <a:pt x="63547" y="8911"/>
                  <a:pt x="63473" y="8911"/>
                </a:cubicBezTo>
                <a:cubicBezTo>
                  <a:pt x="63348" y="8911"/>
                  <a:pt x="63273" y="8936"/>
                  <a:pt x="63149" y="8961"/>
                </a:cubicBezTo>
                <a:cubicBezTo>
                  <a:pt x="62427" y="9061"/>
                  <a:pt x="61680" y="9210"/>
                  <a:pt x="60934" y="9359"/>
                </a:cubicBezTo>
                <a:cubicBezTo>
                  <a:pt x="60336" y="9484"/>
                  <a:pt x="59739" y="9608"/>
                  <a:pt x="59166" y="9782"/>
                </a:cubicBezTo>
                <a:cubicBezTo>
                  <a:pt x="59739" y="8214"/>
                  <a:pt x="60461" y="6945"/>
                  <a:pt x="61332" y="5850"/>
                </a:cubicBezTo>
                <a:cubicBezTo>
                  <a:pt x="64468" y="4481"/>
                  <a:pt x="67580" y="3385"/>
                  <a:pt x="70566" y="2589"/>
                </a:cubicBezTo>
                <a:close/>
                <a:moveTo>
                  <a:pt x="71736" y="9110"/>
                </a:moveTo>
                <a:cubicBezTo>
                  <a:pt x="72533" y="9285"/>
                  <a:pt x="73280" y="9459"/>
                  <a:pt x="74026" y="9733"/>
                </a:cubicBezTo>
                <a:lnTo>
                  <a:pt x="74001" y="9782"/>
                </a:lnTo>
                <a:cubicBezTo>
                  <a:pt x="73902" y="9733"/>
                  <a:pt x="73827" y="9708"/>
                  <a:pt x="73753" y="9708"/>
                </a:cubicBezTo>
                <a:cubicBezTo>
                  <a:pt x="73578" y="9658"/>
                  <a:pt x="73429" y="9608"/>
                  <a:pt x="73255" y="9558"/>
                </a:cubicBezTo>
                <a:cubicBezTo>
                  <a:pt x="73080" y="9484"/>
                  <a:pt x="72906" y="9459"/>
                  <a:pt x="72757" y="9434"/>
                </a:cubicBezTo>
                <a:cubicBezTo>
                  <a:pt x="72707" y="9434"/>
                  <a:pt x="72682" y="9409"/>
                  <a:pt x="72657" y="9409"/>
                </a:cubicBezTo>
                <a:lnTo>
                  <a:pt x="72632" y="9409"/>
                </a:lnTo>
                <a:cubicBezTo>
                  <a:pt x="72458" y="9359"/>
                  <a:pt x="72284" y="9310"/>
                  <a:pt x="72135" y="9285"/>
                </a:cubicBezTo>
                <a:cubicBezTo>
                  <a:pt x="71935" y="9235"/>
                  <a:pt x="71786" y="9185"/>
                  <a:pt x="71662" y="9160"/>
                </a:cubicBezTo>
                <a:cubicBezTo>
                  <a:pt x="71687" y="9160"/>
                  <a:pt x="71687" y="9160"/>
                  <a:pt x="71736" y="9110"/>
                </a:cubicBezTo>
                <a:close/>
                <a:moveTo>
                  <a:pt x="60983" y="5999"/>
                </a:moveTo>
                <a:cubicBezTo>
                  <a:pt x="60187" y="7069"/>
                  <a:pt x="59490" y="8339"/>
                  <a:pt x="58942" y="9782"/>
                </a:cubicBezTo>
                <a:cubicBezTo>
                  <a:pt x="58922" y="9782"/>
                  <a:pt x="58884" y="9782"/>
                  <a:pt x="58872" y="9796"/>
                </a:cubicBezTo>
                <a:lnTo>
                  <a:pt x="58872" y="9796"/>
                </a:lnTo>
                <a:cubicBezTo>
                  <a:pt x="59419" y="8357"/>
                  <a:pt x="60089" y="7116"/>
                  <a:pt x="60859" y="6074"/>
                </a:cubicBezTo>
                <a:cubicBezTo>
                  <a:pt x="60909" y="6049"/>
                  <a:pt x="60934" y="6049"/>
                  <a:pt x="60983" y="5999"/>
                </a:cubicBezTo>
                <a:close/>
                <a:moveTo>
                  <a:pt x="106582" y="9856"/>
                </a:moveTo>
                <a:lnTo>
                  <a:pt x="106582" y="9856"/>
                </a:lnTo>
                <a:cubicBezTo>
                  <a:pt x="106582" y="9857"/>
                  <a:pt x="106583" y="9857"/>
                  <a:pt x="106584" y="9857"/>
                </a:cubicBezTo>
                <a:cubicBezTo>
                  <a:pt x="106595" y="9857"/>
                  <a:pt x="106601" y="9867"/>
                  <a:pt x="106607" y="9878"/>
                </a:cubicBezTo>
                <a:lnTo>
                  <a:pt x="106607" y="9878"/>
                </a:lnTo>
                <a:cubicBezTo>
                  <a:pt x="106598" y="9871"/>
                  <a:pt x="106590" y="9864"/>
                  <a:pt x="106582" y="9856"/>
                </a:cubicBezTo>
                <a:close/>
                <a:moveTo>
                  <a:pt x="67430" y="8712"/>
                </a:moveTo>
                <a:cubicBezTo>
                  <a:pt x="68028" y="8712"/>
                  <a:pt x="68625" y="8737"/>
                  <a:pt x="69173" y="8762"/>
                </a:cubicBezTo>
                <a:cubicBezTo>
                  <a:pt x="69272" y="8762"/>
                  <a:pt x="69397" y="8812"/>
                  <a:pt x="69496" y="8812"/>
                </a:cubicBezTo>
                <a:cubicBezTo>
                  <a:pt x="69670" y="8837"/>
                  <a:pt x="69820" y="8837"/>
                  <a:pt x="70019" y="8861"/>
                </a:cubicBezTo>
                <a:lnTo>
                  <a:pt x="70766" y="8961"/>
                </a:lnTo>
                <a:cubicBezTo>
                  <a:pt x="70840" y="8986"/>
                  <a:pt x="70840" y="8986"/>
                  <a:pt x="70815" y="8986"/>
                </a:cubicBezTo>
                <a:cubicBezTo>
                  <a:pt x="70790" y="8986"/>
                  <a:pt x="70790" y="8986"/>
                  <a:pt x="70766" y="9036"/>
                </a:cubicBezTo>
                <a:lnTo>
                  <a:pt x="70641" y="9036"/>
                </a:lnTo>
                <a:cubicBezTo>
                  <a:pt x="70293" y="8961"/>
                  <a:pt x="69919" y="8936"/>
                  <a:pt x="69571" y="8911"/>
                </a:cubicBezTo>
                <a:cubicBezTo>
                  <a:pt x="69496" y="8911"/>
                  <a:pt x="69397" y="8861"/>
                  <a:pt x="69297" y="8861"/>
                </a:cubicBezTo>
                <a:lnTo>
                  <a:pt x="69073" y="8861"/>
                </a:lnTo>
                <a:cubicBezTo>
                  <a:pt x="68550" y="8837"/>
                  <a:pt x="68028" y="8812"/>
                  <a:pt x="67505" y="8812"/>
                </a:cubicBezTo>
                <a:cubicBezTo>
                  <a:pt x="67032" y="8812"/>
                  <a:pt x="66559" y="8837"/>
                  <a:pt x="66086" y="8837"/>
                </a:cubicBezTo>
                <a:lnTo>
                  <a:pt x="65937" y="8837"/>
                </a:lnTo>
                <a:cubicBezTo>
                  <a:pt x="65812" y="8837"/>
                  <a:pt x="65713" y="8861"/>
                  <a:pt x="65588" y="8861"/>
                </a:cubicBezTo>
                <a:cubicBezTo>
                  <a:pt x="65538" y="8861"/>
                  <a:pt x="65439" y="8861"/>
                  <a:pt x="65389" y="8911"/>
                </a:cubicBezTo>
                <a:cubicBezTo>
                  <a:pt x="65165" y="8936"/>
                  <a:pt x="64966" y="8936"/>
                  <a:pt x="64767" y="8961"/>
                </a:cubicBezTo>
                <a:cubicBezTo>
                  <a:pt x="64642" y="8961"/>
                  <a:pt x="64518" y="8986"/>
                  <a:pt x="64344" y="8986"/>
                </a:cubicBezTo>
                <a:lnTo>
                  <a:pt x="63697" y="9085"/>
                </a:lnTo>
                <a:cubicBezTo>
                  <a:pt x="63647" y="9085"/>
                  <a:pt x="63547" y="9110"/>
                  <a:pt x="63473" y="9110"/>
                </a:cubicBezTo>
                <a:lnTo>
                  <a:pt x="62726" y="9210"/>
                </a:lnTo>
                <a:lnTo>
                  <a:pt x="61805" y="9409"/>
                </a:lnTo>
                <a:cubicBezTo>
                  <a:pt x="61556" y="9434"/>
                  <a:pt x="61307" y="9484"/>
                  <a:pt x="61058" y="9534"/>
                </a:cubicBezTo>
                <a:cubicBezTo>
                  <a:pt x="60710" y="9583"/>
                  <a:pt x="60336" y="9683"/>
                  <a:pt x="59963" y="9782"/>
                </a:cubicBezTo>
                <a:cubicBezTo>
                  <a:pt x="59739" y="9832"/>
                  <a:pt x="59565" y="9857"/>
                  <a:pt x="59341" y="9932"/>
                </a:cubicBezTo>
                <a:lnTo>
                  <a:pt x="58967" y="10031"/>
                </a:lnTo>
                <a:lnTo>
                  <a:pt x="58967" y="9982"/>
                </a:lnTo>
                <a:lnTo>
                  <a:pt x="58967" y="9957"/>
                </a:lnTo>
                <a:cubicBezTo>
                  <a:pt x="60486" y="9558"/>
                  <a:pt x="61954" y="9235"/>
                  <a:pt x="63398" y="9011"/>
                </a:cubicBezTo>
                <a:cubicBezTo>
                  <a:pt x="63448" y="9011"/>
                  <a:pt x="63547" y="8986"/>
                  <a:pt x="63597" y="8986"/>
                </a:cubicBezTo>
                <a:cubicBezTo>
                  <a:pt x="63945" y="8936"/>
                  <a:pt x="64319" y="8911"/>
                  <a:pt x="64667" y="8861"/>
                </a:cubicBezTo>
                <a:cubicBezTo>
                  <a:pt x="64891" y="8837"/>
                  <a:pt x="65066" y="8837"/>
                  <a:pt x="65290" y="8812"/>
                </a:cubicBezTo>
                <a:cubicBezTo>
                  <a:pt x="65538" y="8762"/>
                  <a:pt x="65787" y="8762"/>
                  <a:pt x="66036" y="8737"/>
                </a:cubicBezTo>
                <a:cubicBezTo>
                  <a:pt x="66509" y="8712"/>
                  <a:pt x="66957" y="8712"/>
                  <a:pt x="67430" y="8712"/>
                </a:cubicBezTo>
                <a:close/>
                <a:moveTo>
                  <a:pt x="74474" y="9932"/>
                </a:moveTo>
                <a:cubicBezTo>
                  <a:pt x="75370" y="10255"/>
                  <a:pt x="76217" y="10679"/>
                  <a:pt x="76988" y="11176"/>
                </a:cubicBezTo>
                <a:cubicBezTo>
                  <a:pt x="77735" y="11649"/>
                  <a:pt x="78457" y="12222"/>
                  <a:pt x="79079" y="12844"/>
                </a:cubicBezTo>
                <a:cubicBezTo>
                  <a:pt x="79005" y="12844"/>
                  <a:pt x="78980" y="12819"/>
                  <a:pt x="78955" y="12794"/>
                </a:cubicBezTo>
                <a:cubicBezTo>
                  <a:pt x="78731" y="12570"/>
                  <a:pt x="78507" y="12396"/>
                  <a:pt x="78283" y="12197"/>
                </a:cubicBezTo>
                <a:cubicBezTo>
                  <a:pt x="78233" y="12147"/>
                  <a:pt x="78158" y="12097"/>
                  <a:pt x="78108" y="12048"/>
                </a:cubicBezTo>
                <a:lnTo>
                  <a:pt x="78034" y="11973"/>
                </a:lnTo>
                <a:cubicBezTo>
                  <a:pt x="77860" y="11824"/>
                  <a:pt x="77636" y="11674"/>
                  <a:pt x="77461" y="11550"/>
                </a:cubicBezTo>
                <a:cubicBezTo>
                  <a:pt x="77387" y="11475"/>
                  <a:pt x="77287" y="11450"/>
                  <a:pt x="77237" y="11400"/>
                </a:cubicBezTo>
                <a:cubicBezTo>
                  <a:pt x="77138" y="11326"/>
                  <a:pt x="77088" y="11301"/>
                  <a:pt x="76988" y="11226"/>
                </a:cubicBezTo>
                <a:cubicBezTo>
                  <a:pt x="76963" y="11226"/>
                  <a:pt x="76963" y="11201"/>
                  <a:pt x="76914" y="11201"/>
                </a:cubicBezTo>
                <a:cubicBezTo>
                  <a:pt x="76889" y="11176"/>
                  <a:pt x="76864" y="11176"/>
                  <a:pt x="76864" y="11127"/>
                </a:cubicBezTo>
                <a:cubicBezTo>
                  <a:pt x="76739" y="11077"/>
                  <a:pt x="76640" y="10977"/>
                  <a:pt x="76515" y="10927"/>
                </a:cubicBezTo>
                <a:cubicBezTo>
                  <a:pt x="76466" y="10878"/>
                  <a:pt x="76391" y="10828"/>
                  <a:pt x="76341" y="10803"/>
                </a:cubicBezTo>
                <a:cubicBezTo>
                  <a:pt x="76117" y="10679"/>
                  <a:pt x="75893" y="10579"/>
                  <a:pt x="75669" y="10479"/>
                </a:cubicBezTo>
                <a:cubicBezTo>
                  <a:pt x="75570" y="10430"/>
                  <a:pt x="75470" y="10355"/>
                  <a:pt x="75370" y="10330"/>
                </a:cubicBezTo>
                <a:cubicBezTo>
                  <a:pt x="75196" y="10255"/>
                  <a:pt x="75097" y="10206"/>
                  <a:pt x="74922" y="10131"/>
                </a:cubicBezTo>
                <a:lnTo>
                  <a:pt x="74474" y="9957"/>
                </a:lnTo>
                <a:lnTo>
                  <a:pt x="74474" y="9932"/>
                </a:lnTo>
                <a:close/>
                <a:moveTo>
                  <a:pt x="106687" y="9948"/>
                </a:moveTo>
                <a:cubicBezTo>
                  <a:pt x="106865" y="10088"/>
                  <a:pt x="107027" y="10249"/>
                  <a:pt x="107231" y="10430"/>
                </a:cubicBezTo>
                <a:lnTo>
                  <a:pt x="107256" y="10454"/>
                </a:lnTo>
                <a:cubicBezTo>
                  <a:pt x="107405" y="10604"/>
                  <a:pt x="107580" y="10728"/>
                  <a:pt x="107729" y="10903"/>
                </a:cubicBezTo>
                <a:lnTo>
                  <a:pt x="108028" y="11201"/>
                </a:lnTo>
                <a:cubicBezTo>
                  <a:pt x="108127" y="11301"/>
                  <a:pt x="108227" y="11425"/>
                  <a:pt x="108301" y="11525"/>
                </a:cubicBezTo>
                <a:cubicBezTo>
                  <a:pt x="108575" y="11799"/>
                  <a:pt x="108849" y="12097"/>
                  <a:pt x="109098" y="12421"/>
                </a:cubicBezTo>
                <a:cubicBezTo>
                  <a:pt x="109123" y="12446"/>
                  <a:pt x="109123" y="12471"/>
                  <a:pt x="109148" y="12520"/>
                </a:cubicBezTo>
                <a:cubicBezTo>
                  <a:pt x="109222" y="12595"/>
                  <a:pt x="109297" y="12695"/>
                  <a:pt x="109372" y="12794"/>
                </a:cubicBezTo>
                <a:cubicBezTo>
                  <a:pt x="109496" y="12944"/>
                  <a:pt x="109596" y="13068"/>
                  <a:pt x="109720" y="13217"/>
                </a:cubicBezTo>
                <a:lnTo>
                  <a:pt x="109048" y="12471"/>
                </a:lnTo>
                <a:cubicBezTo>
                  <a:pt x="108998" y="12396"/>
                  <a:pt x="108899" y="12296"/>
                  <a:pt x="108849" y="12197"/>
                </a:cubicBezTo>
                <a:cubicBezTo>
                  <a:pt x="108725" y="12048"/>
                  <a:pt x="108600" y="11923"/>
                  <a:pt x="108476" y="11774"/>
                </a:cubicBezTo>
                <a:cubicBezTo>
                  <a:pt x="108401" y="11699"/>
                  <a:pt x="108351" y="11649"/>
                  <a:pt x="108277" y="11550"/>
                </a:cubicBezTo>
                <a:cubicBezTo>
                  <a:pt x="108177" y="11450"/>
                  <a:pt x="108127" y="11351"/>
                  <a:pt x="108028" y="11276"/>
                </a:cubicBezTo>
                <a:lnTo>
                  <a:pt x="107978" y="11201"/>
                </a:lnTo>
                <a:cubicBezTo>
                  <a:pt x="107903" y="11127"/>
                  <a:pt x="107878" y="11077"/>
                  <a:pt x="107804" y="11052"/>
                </a:cubicBezTo>
                <a:cubicBezTo>
                  <a:pt x="107461" y="10670"/>
                  <a:pt x="107054" y="10271"/>
                  <a:pt x="106687" y="9948"/>
                </a:cubicBezTo>
                <a:close/>
                <a:moveTo>
                  <a:pt x="86845" y="5402"/>
                </a:moveTo>
                <a:lnTo>
                  <a:pt x="86945" y="5427"/>
                </a:lnTo>
                <a:cubicBezTo>
                  <a:pt x="89782" y="7492"/>
                  <a:pt x="91799" y="10430"/>
                  <a:pt x="92894" y="14089"/>
                </a:cubicBezTo>
                <a:lnTo>
                  <a:pt x="92819" y="14089"/>
                </a:lnTo>
                <a:cubicBezTo>
                  <a:pt x="91724" y="10430"/>
                  <a:pt x="89708" y="7492"/>
                  <a:pt x="86845" y="5402"/>
                </a:cubicBezTo>
                <a:close/>
                <a:moveTo>
                  <a:pt x="110392" y="14313"/>
                </a:moveTo>
                <a:cubicBezTo>
                  <a:pt x="110395" y="14318"/>
                  <a:pt x="110397" y="14323"/>
                  <a:pt x="110400" y="14328"/>
                </a:cubicBezTo>
                <a:lnTo>
                  <a:pt x="110400" y="14328"/>
                </a:lnTo>
                <a:cubicBezTo>
                  <a:pt x="110395" y="14323"/>
                  <a:pt x="110392" y="14319"/>
                  <a:pt x="110392" y="14313"/>
                </a:cubicBezTo>
                <a:close/>
                <a:moveTo>
                  <a:pt x="95582" y="14163"/>
                </a:moveTo>
                <a:lnTo>
                  <a:pt x="94761" y="14238"/>
                </a:lnTo>
                <a:cubicBezTo>
                  <a:pt x="94213" y="14288"/>
                  <a:pt x="93690" y="14313"/>
                  <a:pt x="93143" y="14337"/>
                </a:cubicBezTo>
                <a:cubicBezTo>
                  <a:pt x="93143" y="14313"/>
                  <a:pt x="93093" y="14288"/>
                  <a:pt x="93093" y="14238"/>
                </a:cubicBezTo>
                <a:cubicBezTo>
                  <a:pt x="93922" y="14189"/>
                  <a:pt x="94775" y="14164"/>
                  <a:pt x="95582" y="14163"/>
                </a:cubicBezTo>
                <a:close/>
                <a:moveTo>
                  <a:pt x="92944" y="14288"/>
                </a:moveTo>
                <a:cubicBezTo>
                  <a:pt x="92944" y="14313"/>
                  <a:pt x="92968" y="14337"/>
                  <a:pt x="92968" y="14387"/>
                </a:cubicBezTo>
                <a:lnTo>
                  <a:pt x="92919" y="14387"/>
                </a:lnTo>
                <a:cubicBezTo>
                  <a:pt x="92894" y="14313"/>
                  <a:pt x="92894" y="14288"/>
                  <a:pt x="92894" y="14288"/>
                </a:cubicBezTo>
                <a:close/>
                <a:moveTo>
                  <a:pt x="95557" y="14362"/>
                </a:moveTo>
                <a:cubicBezTo>
                  <a:pt x="95134" y="14412"/>
                  <a:pt x="94686" y="14462"/>
                  <a:pt x="94263" y="14537"/>
                </a:cubicBezTo>
                <a:cubicBezTo>
                  <a:pt x="94064" y="14562"/>
                  <a:pt x="93840" y="14562"/>
                  <a:pt x="93665" y="14586"/>
                </a:cubicBezTo>
                <a:cubicBezTo>
                  <a:pt x="93466" y="14661"/>
                  <a:pt x="93392" y="14686"/>
                  <a:pt x="93267" y="14686"/>
                </a:cubicBezTo>
                <a:lnTo>
                  <a:pt x="93267" y="14636"/>
                </a:lnTo>
                <a:cubicBezTo>
                  <a:pt x="93367" y="14586"/>
                  <a:pt x="93516" y="14562"/>
                  <a:pt x="93641" y="14562"/>
                </a:cubicBezTo>
                <a:cubicBezTo>
                  <a:pt x="93964" y="14487"/>
                  <a:pt x="94313" y="14462"/>
                  <a:pt x="94661" y="14437"/>
                </a:cubicBezTo>
                <a:cubicBezTo>
                  <a:pt x="94711" y="14437"/>
                  <a:pt x="94786" y="14412"/>
                  <a:pt x="94835" y="14412"/>
                </a:cubicBezTo>
                <a:cubicBezTo>
                  <a:pt x="95010" y="14412"/>
                  <a:pt x="95134" y="14412"/>
                  <a:pt x="95283" y="14362"/>
                </a:cubicBezTo>
                <a:close/>
                <a:moveTo>
                  <a:pt x="97623" y="14263"/>
                </a:moveTo>
                <a:cubicBezTo>
                  <a:pt x="97996" y="14263"/>
                  <a:pt x="98345" y="14263"/>
                  <a:pt x="98743" y="14288"/>
                </a:cubicBezTo>
                <a:cubicBezTo>
                  <a:pt x="98942" y="14288"/>
                  <a:pt x="99166" y="14313"/>
                  <a:pt x="99390" y="14313"/>
                </a:cubicBezTo>
                <a:lnTo>
                  <a:pt x="99614" y="14313"/>
                </a:lnTo>
                <a:cubicBezTo>
                  <a:pt x="100411" y="14412"/>
                  <a:pt x="101232" y="14537"/>
                  <a:pt x="102004" y="14686"/>
                </a:cubicBezTo>
                <a:cubicBezTo>
                  <a:pt x="101158" y="14537"/>
                  <a:pt x="100311" y="14437"/>
                  <a:pt x="99490" y="14387"/>
                </a:cubicBezTo>
                <a:cubicBezTo>
                  <a:pt x="98868" y="14313"/>
                  <a:pt x="98245" y="14288"/>
                  <a:pt x="97623" y="14263"/>
                </a:cubicBezTo>
                <a:close/>
                <a:moveTo>
                  <a:pt x="90778" y="5252"/>
                </a:moveTo>
                <a:cubicBezTo>
                  <a:pt x="91475" y="5252"/>
                  <a:pt x="92172" y="5302"/>
                  <a:pt x="92844" y="5327"/>
                </a:cubicBezTo>
                <a:cubicBezTo>
                  <a:pt x="93143" y="5352"/>
                  <a:pt x="93417" y="5377"/>
                  <a:pt x="93690" y="5377"/>
                </a:cubicBezTo>
                <a:cubicBezTo>
                  <a:pt x="94064" y="5427"/>
                  <a:pt x="94462" y="5451"/>
                  <a:pt x="94835" y="5476"/>
                </a:cubicBezTo>
                <a:cubicBezTo>
                  <a:pt x="95184" y="5501"/>
                  <a:pt x="95532" y="5576"/>
                  <a:pt x="95881" y="5626"/>
                </a:cubicBezTo>
                <a:cubicBezTo>
                  <a:pt x="96155" y="5675"/>
                  <a:pt x="96453" y="5725"/>
                  <a:pt x="96752" y="5750"/>
                </a:cubicBezTo>
                <a:cubicBezTo>
                  <a:pt x="97125" y="5825"/>
                  <a:pt x="97499" y="5924"/>
                  <a:pt x="97872" y="5999"/>
                </a:cubicBezTo>
                <a:cubicBezTo>
                  <a:pt x="98121" y="6074"/>
                  <a:pt x="98320" y="6099"/>
                  <a:pt x="98544" y="6173"/>
                </a:cubicBezTo>
                <a:cubicBezTo>
                  <a:pt x="100934" y="8413"/>
                  <a:pt x="102651" y="11326"/>
                  <a:pt x="103622" y="14810"/>
                </a:cubicBezTo>
                <a:cubicBezTo>
                  <a:pt x="103398" y="14761"/>
                  <a:pt x="103149" y="14686"/>
                  <a:pt x="102900" y="14661"/>
                </a:cubicBezTo>
                <a:cubicBezTo>
                  <a:pt x="102850" y="14661"/>
                  <a:pt x="102751" y="14636"/>
                  <a:pt x="102676" y="14636"/>
                </a:cubicBezTo>
                <a:cubicBezTo>
                  <a:pt x="102402" y="14562"/>
                  <a:pt x="102153" y="14512"/>
                  <a:pt x="101880" y="14462"/>
                </a:cubicBezTo>
                <a:cubicBezTo>
                  <a:pt x="101780" y="14437"/>
                  <a:pt x="101680" y="14437"/>
                  <a:pt x="101606" y="14437"/>
                </a:cubicBezTo>
                <a:cubicBezTo>
                  <a:pt x="101357" y="14412"/>
                  <a:pt x="101108" y="14337"/>
                  <a:pt x="100859" y="14313"/>
                </a:cubicBezTo>
                <a:cubicBezTo>
                  <a:pt x="100735" y="14288"/>
                  <a:pt x="100610" y="14288"/>
                  <a:pt x="100486" y="14288"/>
                </a:cubicBezTo>
                <a:cubicBezTo>
                  <a:pt x="100262" y="14263"/>
                  <a:pt x="100038" y="14213"/>
                  <a:pt x="99789" y="14213"/>
                </a:cubicBezTo>
                <a:lnTo>
                  <a:pt x="99565" y="14213"/>
                </a:lnTo>
                <a:cubicBezTo>
                  <a:pt x="98377" y="14097"/>
                  <a:pt x="97138" y="14032"/>
                  <a:pt x="95864" y="14032"/>
                </a:cubicBezTo>
                <a:cubicBezTo>
                  <a:pt x="94949" y="14032"/>
                  <a:pt x="94015" y="14066"/>
                  <a:pt x="93068" y="14138"/>
                </a:cubicBezTo>
                <a:cubicBezTo>
                  <a:pt x="92023" y="10479"/>
                  <a:pt x="90031" y="7542"/>
                  <a:pt x="87219" y="5451"/>
                </a:cubicBezTo>
                <a:cubicBezTo>
                  <a:pt x="87318" y="5451"/>
                  <a:pt x="87418" y="5427"/>
                  <a:pt x="87542" y="5427"/>
                </a:cubicBezTo>
                <a:lnTo>
                  <a:pt x="88563" y="5327"/>
                </a:lnTo>
                <a:cubicBezTo>
                  <a:pt x="89309" y="5302"/>
                  <a:pt x="90056" y="5252"/>
                  <a:pt x="90778" y="5252"/>
                </a:cubicBezTo>
                <a:close/>
                <a:moveTo>
                  <a:pt x="48115" y="10056"/>
                </a:moveTo>
                <a:cubicBezTo>
                  <a:pt x="46173" y="11176"/>
                  <a:pt x="43609" y="12769"/>
                  <a:pt x="41867" y="13964"/>
                </a:cubicBezTo>
                <a:cubicBezTo>
                  <a:pt x="41444" y="14263"/>
                  <a:pt x="41046" y="14537"/>
                  <a:pt x="40573" y="14885"/>
                </a:cubicBezTo>
                <a:lnTo>
                  <a:pt x="40448" y="14885"/>
                </a:lnTo>
                <a:cubicBezTo>
                  <a:pt x="41892" y="13889"/>
                  <a:pt x="43311" y="12944"/>
                  <a:pt x="44729" y="12048"/>
                </a:cubicBezTo>
                <a:cubicBezTo>
                  <a:pt x="45153" y="11774"/>
                  <a:pt x="45601" y="11525"/>
                  <a:pt x="45999" y="11276"/>
                </a:cubicBezTo>
                <a:cubicBezTo>
                  <a:pt x="46721" y="10828"/>
                  <a:pt x="47393" y="10430"/>
                  <a:pt x="48115" y="10056"/>
                </a:cubicBezTo>
                <a:close/>
                <a:moveTo>
                  <a:pt x="98942" y="6248"/>
                </a:moveTo>
                <a:cubicBezTo>
                  <a:pt x="99017" y="6298"/>
                  <a:pt x="99042" y="6323"/>
                  <a:pt x="99067" y="6323"/>
                </a:cubicBezTo>
                <a:cubicBezTo>
                  <a:pt x="101357" y="8588"/>
                  <a:pt x="102975" y="11450"/>
                  <a:pt x="103896" y="14885"/>
                </a:cubicBezTo>
                <a:cubicBezTo>
                  <a:pt x="103871" y="14885"/>
                  <a:pt x="103846" y="14885"/>
                  <a:pt x="103846" y="14835"/>
                </a:cubicBezTo>
                <a:cubicBezTo>
                  <a:pt x="102900" y="11400"/>
                  <a:pt x="101257" y="8538"/>
                  <a:pt x="98942" y="6248"/>
                </a:cubicBezTo>
                <a:close/>
                <a:moveTo>
                  <a:pt x="99440" y="6472"/>
                </a:moveTo>
                <a:lnTo>
                  <a:pt x="99440" y="6472"/>
                </a:lnTo>
                <a:cubicBezTo>
                  <a:pt x="99540" y="6497"/>
                  <a:pt x="99614" y="6522"/>
                  <a:pt x="99689" y="6522"/>
                </a:cubicBezTo>
                <a:cubicBezTo>
                  <a:pt x="99888" y="6596"/>
                  <a:pt x="100112" y="6646"/>
                  <a:pt x="100311" y="6721"/>
                </a:cubicBezTo>
                <a:cubicBezTo>
                  <a:pt x="100386" y="6721"/>
                  <a:pt x="100436" y="6746"/>
                  <a:pt x="100535" y="6796"/>
                </a:cubicBezTo>
                <a:cubicBezTo>
                  <a:pt x="102776" y="9110"/>
                  <a:pt x="104269" y="12048"/>
                  <a:pt x="105090" y="15209"/>
                </a:cubicBezTo>
                <a:cubicBezTo>
                  <a:pt x="105016" y="15184"/>
                  <a:pt x="104991" y="15184"/>
                  <a:pt x="104916" y="15184"/>
                </a:cubicBezTo>
                <a:cubicBezTo>
                  <a:pt x="104866" y="15184"/>
                  <a:pt x="104842" y="15159"/>
                  <a:pt x="104767" y="15159"/>
                </a:cubicBezTo>
                <a:lnTo>
                  <a:pt x="104120" y="14960"/>
                </a:lnTo>
                <a:cubicBezTo>
                  <a:pt x="103224" y="11575"/>
                  <a:pt x="101631" y="8712"/>
                  <a:pt x="99440" y="6472"/>
                </a:cubicBezTo>
                <a:close/>
                <a:moveTo>
                  <a:pt x="100909" y="6920"/>
                </a:moveTo>
                <a:cubicBezTo>
                  <a:pt x="100934" y="6945"/>
                  <a:pt x="101008" y="6945"/>
                  <a:pt x="101033" y="6970"/>
                </a:cubicBezTo>
                <a:cubicBezTo>
                  <a:pt x="103149" y="9310"/>
                  <a:pt x="104543" y="12172"/>
                  <a:pt x="105339" y="15308"/>
                </a:cubicBezTo>
                <a:cubicBezTo>
                  <a:pt x="105290" y="15308"/>
                  <a:pt x="105290" y="15308"/>
                  <a:pt x="105265" y="15283"/>
                </a:cubicBezTo>
                <a:cubicBezTo>
                  <a:pt x="104493" y="12147"/>
                  <a:pt x="103049" y="9235"/>
                  <a:pt x="100909" y="6920"/>
                </a:cubicBezTo>
                <a:close/>
                <a:moveTo>
                  <a:pt x="67530" y="8961"/>
                </a:moveTo>
                <a:cubicBezTo>
                  <a:pt x="68077" y="8961"/>
                  <a:pt x="68650" y="8986"/>
                  <a:pt x="69173" y="9011"/>
                </a:cubicBezTo>
                <a:lnTo>
                  <a:pt x="69272" y="9011"/>
                </a:lnTo>
                <a:cubicBezTo>
                  <a:pt x="69397" y="9011"/>
                  <a:pt x="69521" y="9061"/>
                  <a:pt x="69621" y="9061"/>
                </a:cubicBezTo>
                <a:cubicBezTo>
                  <a:pt x="69745" y="9061"/>
                  <a:pt x="69820" y="9085"/>
                  <a:pt x="69944" y="9085"/>
                </a:cubicBezTo>
                <a:cubicBezTo>
                  <a:pt x="70118" y="9110"/>
                  <a:pt x="70268" y="9110"/>
                  <a:pt x="70417" y="9160"/>
                </a:cubicBezTo>
                <a:cubicBezTo>
                  <a:pt x="66310" y="10803"/>
                  <a:pt x="62103" y="12844"/>
                  <a:pt x="57847" y="15333"/>
                </a:cubicBezTo>
                <a:cubicBezTo>
                  <a:pt x="58046" y="13541"/>
                  <a:pt x="58420" y="11799"/>
                  <a:pt x="58967" y="10206"/>
                </a:cubicBezTo>
                <a:cubicBezTo>
                  <a:pt x="60560" y="9807"/>
                  <a:pt x="62079" y="9484"/>
                  <a:pt x="63547" y="9285"/>
                </a:cubicBezTo>
                <a:cubicBezTo>
                  <a:pt x="63572" y="9285"/>
                  <a:pt x="63647" y="9285"/>
                  <a:pt x="63672" y="9235"/>
                </a:cubicBezTo>
                <a:lnTo>
                  <a:pt x="63746" y="9235"/>
                </a:lnTo>
                <a:cubicBezTo>
                  <a:pt x="64095" y="9185"/>
                  <a:pt x="64443" y="9160"/>
                  <a:pt x="64792" y="9110"/>
                </a:cubicBezTo>
                <a:cubicBezTo>
                  <a:pt x="64991" y="9085"/>
                  <a:pt x="65190" y="9085"/>
                  <a:pt x="65414" y="9061"/>
                </a:cubicBezTo>
                <a:cubicBezTo>
                  <a:pt x="65663" y="9011"/>
                  <a:pt x="65862" y="9011"/>
                  <a:pt x="66136" y="8986"/>
                </a:cubicBezTo>
                <a:cubicBezTo>
                  <a:pt x="66584" y="8961"/>
                  <a:pt x="67057" y="8961"/>
                  <a:pt x="67530" y="8961"/>
                </a:cubicBezTo>
                <a:close/>
                <a:moveTo>
                  <a:pt x="40274" y="15084"/>
                </a:moveTo>
                <a:lnTo>
                  <a:pt x="40000" y="15283"/>
                </a:lnTo>
                <a:cubicBezTo>
                  <a:pt x="39950" y="15308"/>
                  <a:pt x="39901" y="15333"/>
                  <a:pt x="39876" y="15383"/>
                </a:cubicBezTo>
                <a:lnTo>
                  <a:pt x="39876" y="15333"/>
                </a:lnTo>
                <a:cubicBezTo>
                  <a:pt x="39876" y="15283"/>
                  <a:pt x="39926" y="15258"/>
                  <a:pt x="40000" y="15209"/>
                </a:cubicBezTo>
                <a:cubicBezTo>
                  <a:pt x="40025" y="15209"/>
                  <a:pt x="40025" y="15184"/>
                  <a:pt x="40050" y="15184"/>
                </a:cubicBezTo>
                <a:cubicBezTo>
                  <a:pt x="40075" y="15184"/>
                  <a:pt x="40100" y="15159"/>
                  <a:pt x="40150" y="15159"/>
                </a:cubicBezTo>
                <a:cubicBezTo>
                  <a:pt x="40174" y="15134"/>
                  <a:pt x="40199" y="15134"/>
                  <a:pt x="40274" y="15084"/>
                </a:cubicBezTo>
                <a:close/>
                <a:moveTo>
                  <a:pt x="110591" y="14163"/>
                </a:moveTo>
                <a:lnTo>
                  <a:pt x="110591" y="14163"/>
                </a:lnTo>
                <a:cubicBezTo>
                  <a:pt x="110741" y="14412"/>
                  <a:pt x="110890" y="14636"/>
                  <a:pt x="111064" y="14810"/>
                </a:cubicBezTo>
                <a:cubicBezTo>
                  <a:pt x="111201" y="15021"/>
                  <a:pt x="111347" y="15245"/>
                  <a:pt x="111496" y="15472"/>
                </a:cubicBezTo>
                <a:lnTo>
                  <a:pt x="111496" y="15472"/>
                </a:lnTo>
                <a:cubicBezTo>
                  <a:pt x="111250" y="15117"/>
                  <a:pt x="111073" y="14883"/>
                  <a:pt x="111015" y="14810"/>
                </a:cubicBezTo>
                <a:cubicBezTo>
                  <a:pt x="110965" y="14761"/>
                  <a:pt x="110940" y="14686"/>
                  <a:pt x="110865" y="14636"/>
                </a:cubicBezTo>
                <a:cubicBezTo>
                  <a:pt x="110840" y="14562"/>
                  <a:pt x="110766" y="14512"/>
                  <a:pt x="110741" y="14412"/>
                </a:cubicBezTo>
                <a:cubicBezTo>
                  <a:pt x="110741" y="14412"/>
                  <a:pt x="110741" y="14387"/>
                  <a:pt x="110716" y="14387"/>
                </a:cubicBezTo>
                <a:cubicBezTo>
                  <a:pt x="110691" y="14337"/>
                  <a:pt x="110691" y="14313"/>
                  <a:pt x="110641" y="14288"/>
                </a:cubicBezTo>
                <a:cubicBezTo>
                  <a:pt x="110616" y="14263"/>
                  <a:pt x="110591" y="14188"/>
                  <a:pt x="110591" y="14163"/>
                </a:cubicBezTo>
                <a:close/>
                <a:moveTo>
                  <a:pt x="58738" y="10296"/>
                </a:moveTo>
                <a:lnTo>
                  <a:pt x="58738" y="10296"/>
                </a:lnTo>
                <a:cubicBezTo>
                  <a:pt x="58193" y="11934"/>
                  <a:pt x="57822" y="13671"/>
                  <a:pt x="57623" y="15507"/>
                </a:cubicBezTo>
                <a:cubicBezTo>
                  <a:pt x="57598" y="15507"/>
                  <a:pt x="57598" y="15532"/>
                  <a:pt x="57573" y="15532"/>
                </a:cubicBezTo>
                <a:cubicBezTo>
                  <a:pt x="57748" y="13690"/>
                  <a:pt x="58096" y="11948"/>
                  <a:pt x="58693" y="10305"/>
                </a:cubicBezTo>
                <a:cubicBezTo>
                  <a:pt x="58711" y="10305"/>
                  <a:pt x="58730" y="10305"/>
                  <a:pt x="58738" y="10296"/>
                </a:cubicBezTo>
                <a:close/>
                <a:moveTo>
                  <a:pt x="39677" y="15458"/>
                </a:moveTo>
                <a:lnTo>
                  <a:pt x="39677" y="15507"/>
                </a:lnTo>
                <a:cubicBezTo>
                  <a:pt x="39627" y="15532"/>
                  <a:pt x="39577" y="15557"/>
                  <a:pt x="39527" y="15582"/>
                </a:cubicBezTo>
                <a:cubicBezTo>
                  <a:pt x="39552" y="15557"/>
                  <a:pt x="39552" y="15557"/>
                  <a:pt x="39577" y="15557"/>
                </a:cubicBezTo>
                <a:lnTo>
                  <a:pt x="39677" y="15458"/>
                </a:lnTo>
                <a:close/>
                <a:moveTo>
                  <a:pt x="62452" y="4082"/>
                </a:moveTo>
                <a:lnTo>
                  <a:pt x="62452" y="4082"/>
                </a:lnTo>
                <a:cubicBezTo>
                  <a:pt x="61954" y="4481"/>
                  <a:pt x="61506" y="4954"/>
                  <a:pt x="61083" y="5476"/>
                </a:cubicBezTo>
                <a:cubicBezTo>
                  <a:pt x="55209" y="8015"/>
                  <a:pt x="49210" y="11450"/>
                  <a:pt x="43286" y="15657"/>
                </a:cubicBezTo>
                <a:cubicBezTo>
                  <a:pt x="42390" y="15159"/>
                  <a:pt x="41618" y="14885"/>
                  <a:pt x="40946" y="14835"/>
                </a:cubicBezTo>
                <a:cubicBezTo>
                  <a:pt x="48239" y="9782"/>
                  <a:pt x="55632" y="6123"/>
                  <a:pt x="62452" y="4082"/>
                </a:cubicBezTo>
                <a:close/>
                <a:moveTo>
                  <a:pt x="70915" y="9235"/>
                </a:moveTo>
                <a:cubicBezTo>
                  <a:pt x="66659" y="10927"/>
                  <a:pt x="62228" y="13068"/>
                  <a:pt x="57822" y="15682"/>
                </a:cubicBezTo>
                <a:lnTo>
                  <a:pt x="57822" y="15632"/>
                </a:lnTo>
                <a:cubicBezTo>
                  <a:pt x="62178" y="13068"/>
                  <a:pt x="66534" y="10927"/>
                  <a:pt x="70815" y="9235"/>
                </a:cubicBezTo>
                <a:close/>
                <a:moveTo>
                  <a:pt x="86571" y="5451"/>
                </a:moveTo>
                <a:cubicBezTo>
                  <a:pt x="89484" y="7468"/>
                  <a:pt x="91550" y="10430"/>
                  <a:pt x="92645" y="14089"/>
                </a:cubicBezTo>
                <a:cubicBezTo>
                  <a:pt x="89832" y="14337"/>
                  <a:pt x="86845" y="14885"/>
                  <a:pt x="83759" y="15706"/>
                </a:cubicBezTo>
                <a:cubicBezTo>
                  <a:pt x="82390" y="12421"/>
                  <a:pt x="80573" y="9434"/>
                  <a:pt x="78283" y="6995"/>
                </a:cubicBezTo>
                <a:cubicBezTo>
                  <a:pt x="79477" y="6696"/>
                  <a:pt x="80622" y="6422"/>
                  <a:pt x="81767" y="6173"/>
                </a:cubicBezTo>
                <a:cubicBezTo>
                  <a:pt x="81892" y="6123"/>
                  <a:pt x="81991" y="6123"/>
                  <a:pt x="82116" y="6099"/>
                </a:cubicBezTo>
                <a:cubicBezTo>
                  <a:pt x="82763" y="5974"/>
                  <a:pt x="83410" y="5850"/>
                  <a:pt x="84033" y="5750"/>
                </a:cubicBezTo>
                <a:cubicBezTo>
                  <a:pt x="84306" y="5725"/>
                  <a:pt x="84555" y="5700"/>
                  <a:pt x="84829" y="5675"/>
                </a:cubicBezTo>
                <a:cubicBezTo>
                  <a:pt x="85327" y="5601"/>
                  <a:pt x="85825" y="5501"/>
                  <a:pt x="86323" y="5476"/>
                </a:cubicBezTo>
                <a:cubicBezTo>
                  <a:pt x="86422" y="5451"/>
                  <a:pt x="86472" y="5451"/>
                  <a:pt x="86571" y="5451"/>
                </a:cubicBezTo>
                <a:close/>
                <a:moveTo>
                  <a:pt x="60834" y="5750"/>
                </a:moveTo>
                <a:lnTo>
                  <a:pt x="60834" y="5750"/>
                </a:lnTo>
                <a:cubicBezTo>
                  <a:pt x="60809" y="5825"/>
                  <a:pt x="60784" y="5875"/>
                  <a:pt x="60734" y="5924"/>
                </a:cubicBezTo>
                <a:cubicBezTo>
                  <a:pt x="55109" y="8389"/>
                  <a:pt x="49285" y="11699"/>
                  <a:pt x="43535" y="15781"/>
                </a:cubicBezTo>
                <a:cubicBezTo>
                  <a:pt x="43510" y="15781"/>
                  <a:pt x="43510" y="15756"/>
                  <a:pt x="43460" y="15756"/>
                </a:cubicBezTo>
                <a:cubicBezTo>
                  <a:pt x="49235" y="11674"/>
                  <a:pt x="55109" y="8289"/>
                  <a:pt x="60834" y="5750"/>
                </a:cubicBezTo>
                <a:close/>
                <a:moveTo>
                  <a:pt x="40921" y="15034"/>
                </a:moveTo>
                <a:cubicBezTo>
                  <a:pt x="41046" y="15034"/>
                  <a:pt x="41170" y="15059"/>
                  <a:pt x="41319" y="15059"/>
                </a:cubicBezTo>
                <a:cubicBezTo>
                  <a:pt x="41867" y="15184"/>
                  <a:pt x="42440" y="15408"/>
                  <a:pt x="43112" y="15781"/>
                </a:cubicBezTo>
                <a:lnTo>
                  <a:pt x="43062" y="15806"/>
                </a:lnTo>
                <a:cubicBezTo>
                  <a:pt x="43012" y="15781"/>
                  <a:pt x="42987" y="15756"/>
                  <a:pt x="42912" y="15706"/>
                </a:cubicBezTo>
                <a:cubicBezTo>
                  <a:pt x="42863" y="15682"/>
                  <a:pt x="42813" y="15657"/>
                  <a:pt x="42763" y="15657"/>
                </a:cubicBezTo>
                <a:cubicBezTo>
                  <a:pt x="42664" y="15632"/>
                  <a:pt x="42564" y="15557"/>
                  <a:pt x="42489" y="15532"/>
                </a:cubicBezTo>
                <a:cubicBezTo>
                  <a:pt x="42415" y="15507"/>
                  <a:pt x="42365" y="15458"/>
                  <a:pt x="42265" y="15433"/>
                </a:cubicBezTo>
                <a:cubicBezTo>
                  <a:pt x="42191" y="15408"/>
                  <a:pt x="42141" y="15383"/>
                  <a:pt x="42066" y="15383"/>
                </a:cubicBezTo>
                <a:cubicBezTo>
                  <a:pt x="41991" y="15333"/>
                  <a:pt x="41917" y="15308"/>
                  <a:pt x="41867" y="15283"/>
                </a:cubicBezTo>
                <a:cubicBezTo>
                  <a:pt x="41792" y="15258"/>
                  <a:pt x="41767" y="15258"/>
                  <a:pt x="41693" y="15209"/>
                </a:cubicBezTo>
                <a:cubicBezTo>
                  <a:pt x="41643" y="15184"/>
                  <a:pt x="41543" y="15159"/>
                  <a:pt x="41494" y="15159"/>
                </a:cubicBezTo>
                <a:cubicBezTo>
                  <a:pt x="41419" y="15159"/>
                  <a:pt x="41369" y="15134"/>
                  <a:pt x="41295" y="15134"/>
                </a:cubicBezTo>
                <a:cubicBezTo>
                  <a:pt x="41245" y="15134"/>
                  <a:pt x="41170" y="15084"/>
                  <a:pt x="41120" y="15084"/>
                </a:cubicBezTo>
                <a:cubicBezTo>
                  <a:pt x="40996" y="15084"/>
                  <a:pt x="40896" y="15059"/>
                  <a:pt x="40772" y="15059"/>
                </a:cubicBezTo>
                <a:cubicBezTo>
                  <a:pt x="40697" y="15059"/>
                  <a:pt x="40647" y="15059"/>
                  <a:pt x="40573" y="15084"/>
                </a:cubicBezTo>
                <a:cubicBezTo>
                  <a:pt x="40622" y="15059"/>
                  <a:pt x="40647" y="15059"/>
                  <a:pt x="40672" y="15034"/>
                </a:cubicBezTo>
                <a:close/>
                <a:moveTo>
                  <a:pt x="78084" y="7069"/>
                </a:moveTo>
                <a:cubicBezTo>
                  <a:pt x="80374" y="9459"/>
                  <a:pt x="82216" y="12471"/>
                  <a:pt x="83585" y="15781"/>
                </a:cubicBezTo>
                <a:cubicBezTo>
                  <a:pt x="83560" y="15781"/>
                  <a:pt x="83560" y="15781"/>
                  <a:pt x="83510" y="15806"/>
                </a:cubicBezTo>
                <a:cubicBezTo>
                  <a:pt x="82141" y="12520"/>
                  <a:pt x="80324" y="9534"/>
                  <a:pt x="78009" y="7094"/>
                </a:cubicBezTo>
                <a:cubicBezTo>
                  <a:pt x="78034" y="7094"/>
                  <a:pt x="78034" y="7094"/>
                  <a:pt x="78084" y="7069"/>
                </a:cubicBezTo>
                <a:close/>
                <a:moveTo>
                  <a:pt x="57623" y="15756"/>
                </a:moveTo>
                <a:lnTo>
                  <a:pt x="57623" y="15806"/>
                </a:lnTo>
                <a:cubicBezTo>
                  <a:pt x="57598" y="15806"/>
                  <a:pt x="57598" y="15831"/>
                  <a:pt x="57573" y="15831"/>
                </a:cubicBezTo>
                <a:lnTo>
                  <a:pt x="57573" y="15781"/>
                </a:lnTo>
                <a:cubicBezTo>
                  <a:pt x="57598" y="15781"/>
                  <a:pt x="57598" y="15756"/>
                  <a:pt x="57623" y="15756"/>
                </a:cubicBezTo>
                <a:close/>
                <a:moveTo>
                  <a:pt x="92695" y="14288"/>
                </a:moveTo>
                <a:cubicBezTo>
                  <a:pt x="92695" y="14313"/>
                  <a:pt x="92720" y="14337"/>
                  <a:pt x="92720" y="14387"/>
                </a:cubicBezTo>
                <a:cubicBezTo>
                  <a:pt x="89907" y="14636"/>
                  <a:pt x="86945" y="15159"/>
                  <a:pt x="83858" y="16005"/>
                </a:cubicBezTo>
                <a:cubicBezTo>
                  <a:pt x="83858" y="15955"/>
                  <a:pt x="83833" y="15931"/>
                  <a:pt x="83833" y="15906"/>
                </a:cubicBezTo>
                <a:cubicBezTo>
                  <a:pt x="86895" y="15059"/>
                  <a:pt x="89907" y="14537"/>
                  <a:pt x="92695" y="14288"/>
                </a:cubicBezTo>
                <a:close/>
                <a:moveTo>
                  <a:pt x="110635" y="14700"/>
                </a:moveTo>
                <a:cubicBezTo>
                  <a:pt x="110653" y="14721"/>
                  <a:pt x="110672" y="14742"/>
                  <a:pt x="110691" y="14761"/>
                </a:cubicBezTo>
                <a:cubicBezTo>
                  <a:pt x="110766" y="14885"/>
                  <a:pt x="110840" y="15010"/>
                  <a:pt x="110940" y="15159"/>
                </a:cubicBezTo>
                <a:cubicBezTo>
                  <a:pt x="111073" y="15425"/>
                  <a:pt x="111206" y="15712"/>
                  <a:pt x="111340" y="16018"/>
                </a:cubicBezTo>
                <a:lnTo>
                  <a:pt x="111340" y="16018"/>
                </a:lnTo>
                <a:cubicBezTo>
                  <a:pt x="111306" y="15954"/>
                  <a:pt x="111272" y="15892"/>
                  <a:pt x="111239" y="15831"/>
                </a:cubicBezTo>
                <a:cubicBezTo>
                  <a:pt x="111089" y="15557"/>
                  <a:pt x="110965" y="15283"/>
                  <a:pt x="110815" y="15010"/>
                </a:cubicBezTo>
                <a:cubicBezTo>
                  <a:pt x="110755" y="14902"/>
                  <a:pt x="110695" y="14799"/>
                  <a:pt x="110635" y="14700"/>
                </a:cubicBezTo>
                <a:close/>
                <a:moveTo>
                  <a:pt x="83634" y="15955"/>
                </a:moveTo>
                <a:cubicBezTo>
                  <a:pt x="83634" y="16005"/>
                  <a:pt x="83684" y="16030"/>
                  <a:pt x="83684" y="16055"/>
                </a:cubicBezTo>
                <a:cubicBezTo>
                  <a:pt x="83634" y="16055"/>
                  <a:pt x="83634" y="16055"/>
                  <a:pt x="83609" y="16080"/>
                </a:cubicBezTo>
                <a:cubicBezTo>
                  <a:pt x="83609" y="16030"/>
                  <a:pt x="83609" y="16005"/>
                  <a:pt x="83585" y="15955"/>
                </a:cubicBezTo>
                <a:close/>
                <a:moveTo>
                  <a:pt x="60486" y="6223"/>
                </a:moveTo>
                <a:lnTo>
                  <a:pt x="60486" y="6223"/>
                </a:lnTo>
                <a:cubicBezTo>
                  <a:pt x="59789" y="7244"/>
                  <a:pt x="59166" y="8488"/>
                  <a:pt x="58619" y="9857"/>
                </a:cubicBezTo>
                <a:cubicBezTo>
                  <a:pt x="57847" y="10081"/>
                  <a:pt x="57051" y="10330"/>
                  <a:pt x="56229" y="10604"/>
                </a:cubicBezTo>
                <a:cubicBezTo>
                  <a:pt x="55433" y="10903"/>
                  <a:pt x="54611" y="11176"/>
                  <a:pt x="53815" y="11525"/>
                </a:cubicBezTo>
                <a:cubicBezTo>
                  <a:pt x="52520" y="12023"/>
                  <a:pt x="51201" y="12645"/>
                  <a:pt x="49882" y="13267"/>
                </a:cubicBezTo>
                <a:cubicBezTo>
                  <a:pt x="49708" y="13342"/>
                  <a:pt x="49484" y="13441"/>
                  <a:pt x="49285" y="13541"/>
                </a:cubicBezTo>
                <a:cubicBezTo>
                  <a:pt x="49260" y="13541"/>
                  <a:pt x="49260" y="13566"/>
                  <a:pt x="49235" y="13566"/>
                </a:cubicBezTo>
                <a:cubicBezTo>
                  <a:pt x="48861" y="13765"/>
                  <a:pt x="48463" y="13939"/>
                  <a:pt x="48090" y="14163"/>
                </a:cubicBezTo>
                <a:cubicBezTo>
                  <a:pt x="48040" y="14163"/>
                  <a:pt x="48040" y="14188"/>
                  <a:pt x="48015" y="14188"/>
                </a:cubicBezTo>
                <a:cubicBezTo>
                  <a:pt x="47916" y="14263"/>
                  <a:pt x="47841" y="14313"/>
                  <a:pt x="47741" y="14337"/>
                </a:cubicBezTo>
                <a:cubicBezTo>
                  <a:pt x="47169" y="14636"/>
                  <a:pt x="46646" y="14935"/>
                  <a:pt x="46099" y="15258"/>
                </a:cubicBezTo>
                <a:cubicBezTo>
                  <a:pt x="45899" y="15333"/>
                  <a:pt x="45750" y="15433"/>
                  <a:pt x="45551" y="15532"/>
                </a:cubicBezTo>
                <a:cubicBezTo>
                  <a:pt x="45227" y="15706"/>
                  <a:pt x="44904" y="15931"/>
                  <a:pt x="44555" y="16105"/>
                </a:cubicBezTo>
                <a:cubicBezTo>
                  <a:pt x="44481" y="16179"/>
                  <a:pt x="44381" y="16204"/>
                  <a:pt x="44281" y="16279"/>
                </a:cubicBezTo>
                <a:cubicBezTo>
                  <a:pt x="44107" y="16155"/>
                  <a:pt x="43883" y="16030"/>
                  <a:pt x="43684" y="15906"/>
                </a:cubicBezTo>
                <a:cubicBezTo>
                  <a:pt x="49334" y="11923"/>
                  <a:pt x="54985" y="8687"/>
                  <a:pt x="60486" y="6223"/>
                </a:cubicBezTo>
                <a:close/>
                <a:moveTo>
                  <a:pt x="92844" y="14761"/>
                </a:moveTo>
                <a:lnTo>
                  <a:pt x="92844" y="14786"/>
                </a:lnTo>
                <a:lnTo>
                  <a:pt x="92844" y="14810"/>
                </a:lnTo>
                <a:cubicBezTo>
                  <a:pt x="92670" y="14810"/>
                  <a:pt x="92545" y="14835"/>
                  <a:pt x="92396" y="14885"/>
                </a:cubicBezTo>
                <a:cubicBezTo>
                  <a:pt x="92147" y="14935"/>
                  <a:pt x="91898" y="14960"/>
                  <a:pt x="91649" y="15034"/>
                </a:cubicBezTo>
                <a:cubicBezTo>
                  <a:pt x="91276" y="15134"/>
                  <a:pt x="90903" y="15209"/>
                  <a:pt x="90529" y="15333"/>
                </a:cubicBezTo>
                <a:cubicBezTo>
                  <a:pt x="90230" y="15408"/>
                  <a:pt x="89957" y="15507"/>
                  <a:pt x="89683" y="15557"/>
                </a:cubicBezTo>
                <a:cubicBezTo>
                  <a:pt x="89334" y="15657"/>
                  <a:pt x="89036" y="15806"/>
                  <a:pt x="88687" y="15906"/>
                </a:cubicBezTo>
                <a:cubicBezTo>
                  <a:pt x="88364" y="16005"/>
                  <a:pt x="88090" y="16130"/>
                  <a:pt x="87791" y="16204"/>
                </a:cubicBezTo>
                <a:cubicBezTo>
                  <a:pt x="87722" y="16231"/>
                  <a:pt x="87656" y="16257"/>
                  <a:pt x="87591" y="16284"/>
                </a:cubicBezTo>
                <a:lnTo>
                  <a:pt x="87591" y="16284"/>
                </a:lnTo>
                <a:cubicBezTo>
                  <a:pt x="87673" y="16248"/>
                  <a:pt x="87756" y="16213"/>
                  <a:pt x="87841" y="16179"/>
                </a:cubicBezTo>
                <a:lnTo>
                  <a:pt x="88588" y="15906"/>
                </a:lnTo>
                <a:cubicBezTo>
                  <a:pt x="88961" y="15781"/>
                  <a:pt x="89334" y="15632"/>
                  <a:pt x="89733" y="15507"/>
                </a:cubicBezTo>
                <a:lnTo>
                  <a:pt x="90479" y="15308"/>
                </a:lnTo>
                <a:cubicBezTo>
                  <a:pt x="90878" y="15184"/>
                  <a:pt x="91301" y="15084"/>
                  <a:pt x="91699" y="14960"/>
                </a:cubicBezTo>
                <a:cubicBezTo>
                  <a:pt x="91948" y="14910"/>
                  <a:pt x="92222" y="14885"/>
                  <a:pt x="92471" y="14810"/>
                </a:cubicBezTo>
                <a:cubicBezTo>
                  <a:pt x="92595" y="14786"/>
                  <a:pt x="92720" y="14761"/>
                  <a:pt x="92844" y="14761"/>
                </a:cubicBezTo>
                <a:close/>
                <a:moveTo>
                  <a:pt x="77835" y="7144"/>
                </a:moveTo>
                <a:cubicBezTo>
                  <a:pt x="80100" y="9558"/>
                  <a:pt x="81967" y="12570"/>
                  <a:pt x="83336" y="15881"/>
                </a:cubicBezTo>
                <a:cubicBezTo>
                  <a:pt x="82813" y="16030"/>
                  <a:pt x="82265" y="16179"/>
                  <a:pt x="81718" y="16329"/>
                </a:cubicBezTo>
                <a:cubicBezTo>
                  <a:pt x="81718" y="16304"/>
                  <a:pt x="81693" y="16304"/>
                  <a:pt x="81693" y="16279"/>
                </a:cubicBezTo>
                <a:cubicBezTo>
                  <a:pt x="81593" y="16080"/>
                  <a:pt x="81519" y="15931"/>
                  <a:pt x="81444" y="15781"/>
                </a:cubicBezTo>
                <a:cubicBezTo>
                  <a:pt x="81394" y="15731"/>
                  <a:pt x="81394" y="15682"/>
                  <a:pt x="81369" y="15657"/>
                </a:cubicBezTo>
                <a:cubicBezTo>
                  <a:pt x="81344" y="15582"/>
                  <a:pt x="81270" y="15482"/>
                  <a:pt x="81245" y="15433"/>
                </a:cubicBezTo>
                <a:lnTo>
                  <a:pt x="80971" y="14960"/>
                </a:lnTo>
                <a:cubicBezTo>
                  <a:pt x="80946" y="14935"/>
                  <a:pt x="80896" y="14860"/>
                  <a:pt x="80871" y="14835"/>
                </a:cubicBezTo>
                <a:cubicBezTo>
                  <a:pt x="80847" y="14810"/>
                  <a:pt x="80847" y="14786"/>
                  <a:pt x="80822" y="14761"/>
                </a:cubicBezTo>
                <a:cubicBezTo>
                  <a:pt x="80747" y="14686"/>
                  <a:pt x="80722" y="14586"/>
                  <a:pt x="80647" y="14537"/>
                </a:cubicBezTo>
                <a:cubicBezTo>
                  <a:pt x="80598" y="14437"/>
                  <a:pt x="80498" y="14337"/>
                  <a:pt x="80448" y="14238"/>
                </a:cubicBezTo>
                <a:cubicBezTo>
                  <a:pt x="80448" y="14238"/>
                  <a:pt x="80448" y="14213"/>
                  <a:pt x="80398" y="14213"/>
                </a:cubicBezTo>
                <a:cubicBezTo>
                  <a:pt x="80274" y="14039"/>
                  <a:pt x="80150" y="13865"/>
                  <a:pt x="80000" y="13690"/>
                </a:cubicBezTo>
                <a:cubicBezTo>
                  <a:pt x="79950" y="13616"/>
                  <a:pt x="79901" y="13566"/>
                  <a:pt x="79851" y="13491"/>
                </a:cubicBezTo>
                <a:cubicBezTo>
                  <a:pt x="79726" y="13342"/>
                  <a:pt x="79602" y="13217"/>
                  <a:pt x="79477" y="13068"/>
                </a:cubicBezTo>
                <a:lnTo>
                  <a:pt x="79378" y="12944"/>
                </a:lnTo>
                <a:lnTo>
                  <a:pt x="79328" y="12869"/>
                </a:lnTo>
                <a:lnTo>
                  <a:pt x="79229" y="12794"/>
                </a:lnTo>
                <a:lnTo>
                  <a:pt x="79204" y="12720"/>
                </a:lnTo>
                <a:lnTo>
                  <a:pt x="79079" y="12595"/>
                </a:lnTo>
                <a:cubicBezTo>
                  <a:pt x="78905" y="12446"/>
                  <a:pt x="78756" y="12296"/>
                  <a:pt x="78581" y="12122"/>
                </a:cubicBezTo>
                <a:cubicBezTo>
                  <a:pt x="78482" y="12048"/>
                  <a:pt x="78357" y="11948"/>
                  <a:pt x="78258" y="11848"/>
                </a:cubicBezTo>
                <a:cubicBezTo>
                  <a:pt x="78059" y="11699"/>
                  <a:pt x="77884" y="11575"/>
                  <a:pt x="77685" y="11425"/>
                </a:cubicBezTo>
                <a:cubicBezTo>
                  <a:pt x="77536" y="11301"/>
                  <a:pt x="77387" y="11201"/>
                  <a:pt x="77188" y="11077"/>
                </a:cubicBezTo>
                <a:cubicBezTo>
                  <a:pt x="76988" y="10952"/>
                  <a:pt x="76789" y="10803"/>
                  <a:pt x="76565" y="10679"/>
                </a:cubicBezTo>
                <a:cubicBezTo>
                  <a:pt x="76416" y="10579"/>
                  <a:pt x="76242" y="10479"/>
                  <a:pt x="76067" y="10405"/>
                </a:cubicBezTo>
                <a:cubicBezTo>
                  <a:pt x="75943" y="10330"/>
                  <a:pt x="75794" y="10230"/>
                  <a:pt x="75669" y="10181"/>
                </a:cubicBezTo>
                <a:cubicBezTo>
                  <a:pt x="75495" y="10081"/>
                  <a:pt x="75296" y="9982"/>
                  <a:pt x="75072" y="9882"/>
                </a:cubicBezTo>
                <a:cubicBezTo>
                  <a:pt x="74947" y="9832"/>
                  <a:pt x="74823" y="9807"/>
                  <a:pt x="74698" y="9733"/>
                </a:cubicBezTo>
                <a:cubicBezTo>
                  <a:pt x="74649" y="9708"/>
                  <a:pt x="74624" y="9708"/>
                  <a:pt x="74549" y="9683"/>
                </a:cubicBezTo>
                <a:cubicBezTo>
                  <a:pt x="75246" y="8936"/>
                  <a:pt x="75968" y="8165"/>
                  <a:pt x="76715" y="7468"/>
                </a:cubicBezTo>
                <a:cubicBezTo>
                  <a:pt x="77063" y="7343"/>
                  <a:pt x="77436" y="7244"/>
                  <a:pt x="77835" y="7144"/>
                </a:cubicBezTo>
                <a:close/>
                <a:moveTo>
                  <a:pt x="58619" y="10031"/>
                </a:moveTo>
                <a:lnTo>
                  <a:pt x="58619" y="10056"/>
                </a:lnTo>
                <a:lnTo>
                  <a:pt x="58619" y="10081"/>
                </a:lnTo>
                <a:cubicBezTo>
                  <a:pt x="58469" y="10181"/>
                  <a:pt x="58370" y="10181"/>
                  <a:pt x="58320" y="10206"/>
                </a:cubicBezTo>
                <a:cubicBezTo>
                  <a:pt x="58121" y="10280"/>
                  <a:pt x="57922" y="10305"/>
                  <a:pt x="57723" y="10355"/>
                </a:cubicBezTo>
                <a:lnTo>
                  <a:pt x="56603" y="10728"/>
                </a:lnTo>
                <a:cubicBezTo>
                  <a:pt x="56379" y="10803"/>
                  <a:pt x="56204" y="10853"/>
                  <a:pt x="55980" y="10927"/>
                </a:cubicBezTo>
                <a:cubicBezTo>
                  <a:pt x="55607" y="11052"/>
                  <a:pt x="55209" y="11201"/>
                  <a:pt x="54810" y="11351"/>
                </a:cubicBezTo>
                <a:cubicBezTo>
                  <a:pt x="54611" y="11425"/>
                  <a:pt x="54387" y="11525"/>
                  <a:pt x="54213" y="11575"/>
                </a:cubicBezTo>
                <a:cubicBezTo>
                  <a:pt x="53815" y="11724"/>
                  <a:pt x="53392" y="11898"/>
                  <a:pt x="53018" y="12072"/>
                </a:cubicBezTo>
                <a:cubicBezTo>
                  <a:pt x="52844" y="12172"/>
                  <a:pt x="52620" y="12222"/>
                  <a:pt x="52446" y="12321"/>
                </a:cubicBezTo>
                <a:cubicBezTo>
                  <a:pt x="52023" y="12471"/>
                  <a:pt x="51649" y="12670"/>
                  <a:pt x="51251" y="12844"/>
                </a:cubicBezTo>
                <a:cubicBezTo>
                  <a:pt x="51027" y="12944"/>
                  <a:pt x="50853" y="13043"/>
                  <a:pt x="50629" y="13143"/>
                </a:cubicBezTo>
                <a:cubicBezTo>
                  <a:pt x="50255" y="13317"/>
                  <a:pt x="49857" y="13516"/>
                  <a:pt x="49484" y="13690"/>
                </a:cubicBezTo>
                <a:cubicBezTo>
                  <a:pt x="49260" y="13790"/>
                  <a:pt x="49036" y="13914"/>
                  <a:pt x="48837" y="14014"/>
                </a:cubicBezTo>
                <a:cubicBezTo>
                  <a:pt x="48463" y="14188"/>
                  <a:pt x="48040" y="14412"/>
                  <a:pt x="47667" y="14636"/>
                </a:cubicBezTo>
                <a:cubicBezTo>
                  <a:pt x="47468" y="14761"/>
                  <a:pt x="47244" y="14835"/>
                  <a:pt x="47019" y="14960"/>
                </a:cubicBezTo>
                <a:cubicBezTo>
                  <a:pt x="46771" y="15084"/>
                  <a:pt x="46522" y="15258"/>
                  <a:pt x="46273" y="15408"/>
                </a:cubicBezTo>
                <a:cubicBezTo>
                  <a:pt x="46099" y="15507"/>
                  <a:pt x="45924" y="15582"/>
                  <a:pt x="45750" y="15706"/>
                </a:cubicBezTo>
                <a:cubicBezTo>
                  <a:pt x="45551" y="15831"/>
                  <a:pt x="45377" y="15931"/>
                  <a:pt x="45178" y="16030"/>
                </a:cubicBezTo>
                <a:cubicBezTo>
                  <a:pt x="45028" y="16130"/>
                  <a:pt x="44904" y="16204"/>
                  <a:pt x="44754" y="16279"/>
                </a:cubicBezTo>
                <a:cubicBezTo>
                  <a:pt x="44680" y="16304"/>
                  <a:pt x="44630" y="16329"/>
                  <a:pt x="44555" y="16403"/>
                </a:cubicBezTo>
                <a:lnTo>
                  <a:pt x="44530" y="16379"/>
                </a:lnTo>
                <a:cubicBezTo>
                  <a:pt x="44530" y="16379"/>
                  <a:pt x="44505" y="16379"/>
                  <a:pt x="44505" y="16329"/>
                </a:cubicBezTo>
                <a:cubicBezTo>
                  <a:pt x="44555" y="16304"/>
                  <a:pt x="44605" y="16279"/>
                  <a:pt x="44655" y="16254"/>
                </a:cubicBezTo>
                <a:cubicBezTo>
                  <a:pt x="44779" y="16155"/>
                  <a:pt x="44929" y="16080"/>
                  <a:pt x="45053" y="16005"/>
                </a:cubicBezTo>
                <a:cubicBezTo>
                  <a:pt x="45277" y="15881"/>
                  <a:pt x="45476" y="15756"/>
                  <a:pt x="45675" y="15632"/>
                </a:cubicBezTo>
                <a:cubicBezTo>
                  <a:pt x="45850" y="15532"/>
                  <a:pt x="45999" y="15433"/>
                  <a:pt x="46173" y="15333"/>
                </a:cubicBezTo>
                <a:lnTo>
                  <a:pt x="46223" y="15333"/>
                </a:lnTo>
                <a:cubicBezTo>
                  <a:pt x="50454" y="12944"/>
                  <a:pt x="54636" y="11151"/>
                  <a:pt x="58619" y="10031"/>
                </a:cubicBezTo>
                <a:close/>
                <a:moveTo>
                  <a:pt x="43510" y="16030"/>
                </a:moveTo>
                <a:cubicBezTo>
                  <a:pt x="43734" y="16130"/>
                  <a:pt x="43908" y="16254"/>
                  <a:pt x="44107" y="16403"/>
                </a:cubicBezTo>
                <a:cubicBezTo>
                  <a:pt x="44057" y="16403"/>
                  <a:pt x="44057" y="16428"/>
                  <a:pt x="44033" y="16428"/>
                </a:cubicBezTo>
                <a:cubicBezTo>
                  <a:pt x="43933" y="16379"/>
                  <a:pt x="43883" y="16329"/>
                  <a:pt x="43809" y="16279"/>
                </a:cubicBezTo>
                <a:lnTo>
                  <a:pt x="43784" y="16279"/>
                </a:lnTo>
                <a:cubicBezTo>
                  <a:pt x="43659" y="16204"/>
                  <a:pt x="43560" y="16155"/>
                  <a:pt x="43435" y="16055"/>
                </a:cubicBezTo>
                <a:cubicBezTo>
                  <a:pt x="43485" y="16055"/>
                  <a:pt x="43485" y="16030"/>
                  <a:pt x="43510" y="16030"/>
                </a:cubicBezTo>
                <a:close/>
                <a:moveTo>
                  <a:pt x="44281" y="16503"/>
                </a:moveTo>
                <a:cubicBezTo>
                  <a:pt x="44306" y="16503"/>
                  <a:pt x="44306" y="16503"/>
                  <a:pt x="44356" y="16528"/>
                </a:cubicBezTo>
                <a:cubicBezTo>
                  <a:pt x="44306" y="16528"/>
                  <a:pt x="44306" y="16553"/>
                  <a:pt x="44281" y="16553"/>
                </a:cubicBezTo>
                <a:lnTo>
                  <a:pt x="44257" y="16553"/>
                </a:lnTo>
                <a:cubicBezTo>
                  <a:pt x="44257" y="16553"/>
                  <a:pt x="44232" y="16553"/>
                  <a:pt x="44232" y="16528"/>
                </a:cubicBezTo>
                <a:cubicBezTo>
                  <a:pt x="44257" y="16528"/>
                  <a:pt x="44257" y="16503"/>
                  <a:pt x="44281" y="16503"/>
                </a:cubicBezTo>
                <a:close/>
                <a:moveTo>
                  <a:pt x="83385" y="16030"/>
                </a:moveTo>
                <a:cubicBezTo>
                  <a:pt x="83385" y="16055"/>
                  <a:pt x="83435" y="16080"/>
                  <a:pt x="83435" y="16105"/>
                </a:cubicBezTo>
                <a:lnTo>
                  <a:pt x="81842" y="16578"/>
                </a:lnTo>
                <a:cubicBezTo>
                  <a:pt x="81842" y="16553"/>
                  <a:pt x="81817" y="16553"/>
                  <a:pt x="81817" y="16553"/>
                </a:cubicBezTo>
                <a:cubicBezTo>
                  <a:pt x="81842" y="16528"/>
                  <a:pt x="81817" y="16503"/>
                  <a:pt x="81817" y="16503"/>
                </a:cubicBezTo>
                <a:lnTo>
                  <a:pt x="83385" y="16030"/>
                </a:lnTo>
                <a:close/>
                <a:moveTo>
                  <a:pt x="92659" y="14538"/>
                </a:moveTo>
                <a:lnTo>
                  <a:pt x="92659" y="14538"/>
                </a:lnTo>
                <a:cubicBezTo>
                  <a:pt x="92628" y="14542"/>
                  <a:pt x="92567" y="14562"/>
                  <a:pt x="92545" y="14562"/>
                </a:cubicBezTo>
                <a:lnTo>
                  <a:pt x="91599" y="14761"/>
                </a:lnTo>
                <a:cubicBezTo>
                  <a:pt x="91276" y="14835"/>
                  <a:pt x="90903" y="14935"/>
                  <a:pt x="90554" y="15034"/>
                </a:cubicBezTo>
                <a:cubicBezTo>
                  <a:pt x="90280" y="15134"/>
                  <a:pt x="89957" y="15184"/>
                  <a:pt x="89683" y="15283"/>
                </a:cubicBezTo>
                <a:lnTo>
                  <a:pt x="88662" y="15657"/>
                </a:lnTo>
                <a:cubicBezTo>
                  <a:pt x="88364" y="15756"/>
                  <a:pt x="88090" y="15831"/>
                  <a:pt x="87816" y="15955"/>
                </a:cubicBezTo>
                <a:cubicBezTo>
                  <a:pt x="87468" y="16080"/>
                  <a:pt x="87169" y="16254"/>
                  <a:pt x="86845" y="16403"/>
                </a:cubicBezTo>
                <a:cubicBezTo>
                  <a:pt x="86571" y="16528"/>
                  <a:pt x="86248" y="16652"/>
                  <a:pt x="85974" y="16777"/>
                </a:cubicBezTo>
                <a:cubicBezTo>
                  <a:pt x="85675" y="16926"/>
                  <a:pt x="85377" y="17075"/>
                  <a:pt x="85078" y="17250"/>
                </a:cubicBezTo>
                <a:cubicBezTo>
                  <a:pt x="84879" y="17324"/>
                  <a:pt x="84680" y="17449"/>
                  <a:pt x="84481" y="17548"/>
                </a:cubicBezTo>
                <a:lnTo>
                  <a:pt x="83933" y="16155"/>
                </a:lnTo>
                <a:cubicBezTo>
                  <a:pt x="86966" y="15309"/>
                  <a:pt x="89899" y="14787"/>
                  <a:pt x="92659" y="14538"/>
                </a:cubicBezTo>
                <a:close/>
                <a:moveTo>
                  <a:pt x="83734" y="16179"/>
                </a:moveTo>
                <a:cubicBezTo>
                  <a:pt x="83958" y="16677"/>
                  <a:pt x="84132" y="17175"/>
                  <a:pt x="84306" y="17648"/>
                </a:cubicBezTo>
                <a:cubicBezTo>
                  <a:pt x="84257" y="17648"/>
                  <a:pt x="84257" y="17673"/>
                  <a:pt x="84232" y="17673"/>
                </a:cubicBezTo>
                <a:cubicBezTo>
                  <a:pt x="84057" y="17175"/>
                  <a:pt x="83858" y="16677"/>
                  <a:pt x="83684" y="16204"/>
                </a:cubicBezTo>
                <a:cubicBezTo>
                  <a:pt x="83709" y="16204"/>
                  <a:pt x="83709" y="16204"/>
                  <a:pt x="83734" y="16179"/>
                </a:cubicBezTo>
                <a:close/>
                <a:moveTo>
                  <a:pt x="111549" y="16427"/>
                </a:moveTo>
                <a:cubicBezTo>
                  <a:pt x="111605" y="16527"/>
                  <a:pt x="111662" y="16627"/>
                  <a:pt x="111711" y="16727"/>
                </a:cubicBezTo>
                <a:cubicBezTo>
                  <a:pt x="111836" y="17026"/>
                  <a:pt x="111960" y="17324"/>
                  <a:pt x="112060" y="17648"/>
                </a:cubicBezTo>
                <a:cubicBezTo>
                  <a:pt x="112075" y="17699"/>
                  <a:pt x="112092" y="17750"/>
                  <a:pt x="112111" y="17802"/>
                </a:cubicBezTo>
                <a:lnTo>
                  <a:pt x="112111" y="17802"/>
                </a:lnTo>
                <a:cubicBezTo>
                  <a:pt x="112061" y="17678"/>
                  <a:pt x="112008" y="17554"/>
                  <a:pt x="111960" y="17424"/>
                </a:cubicBezTo>
                <a:cubicBezTo>
                  <a:pt x="111836" y="17150"/>
                  <a:pt x="111736" y="16827"/>
                  <a:pt x="111612" y="16553"/>
                </a:cubicBezTo>
                <a:cubicBezTo>
                  <a:pt x="111591" y="16511"/>
                  <a:pt x="111570" y="16469"/>
                  <a:pt x="111549" y="16427"/>
                </a:cubicBezTo>
                <a:close/>
                <a:moveTo>
                  <a:pt x="109646" y="17573"/>
                </a:moveTo>
                <a:cubicBezTo>
                  <a:pt x="109769" y="17644"/>
                  <a:pt x="109892" y="17727"/>
                  <a:pt x="110006" y="17813"/>
                </a:cubicBezTo>
                <a:lnTo>
                  <a:pt x="110006" y="17813"/>
                </a:lnTo>
                <a:cubicBezTo>
                  <a:pt x="109889" y="17731"/>
                  <a:pt x="109769" y="17650"/>
                  <a:pt x="109646" y="17573"/>
                </a:cubicBezTo>
                <a:close/>
                <a:moveTo>
                  <a:pt x="87278" y="16426"/>
                </a:moveTo>
                <a:cubicBezTo>
                  <a:pt x="87156" y="16486"/>
                  <a:pt x="87038" y="16552"/>
                  <a:pt x="86920" y="16627"/>
                </a:cubicBezTo>
                <a:cubicBezTo>
                  <a:pt x="86596" y="16777"/>
                  <a:pt x="86298" y="16901"/>
                  <a:pt x="85974" y="17051"/>
                </a:cubicBezTo>
                <a:cubicBezTo>
                  <a:pt x="85700" y="17175"/>
                  <a:pt x="85451" y="17324"/>
                  <a:pt x="85178" y="17499"/>
                </a:cubicBezTo>
                <a:cubicBezTo>
                  <a:pt x="84954" y="17623"/>
                  <a:pt x="84730" y="17698"/>
                  <a:pt x="84555" y="17822"/>
                </a:cubicBezTo>
                <a:lnTo>
                  <a:pt x="84555" y="17797"/>
                </a:lnTo>
                <a:lnTo>
                  <a:pt x="84555" y="17772"/>
                </a:lnTo>
                <a:cubicBezTo>
                  <a:pt x="84730" y="17673"/>
                  <a:pt x="84879" y="17573"/>
                  <a:pt x="85078" y="17499"/>
                </a:cubicBezTo>
                <a:cubicBezTo>
                  <a:pt x="85377" y="17324"/>
                  <a:pt x="85700" y="17150"/>
                  <a:pt x="85999" y="17001"/>
                </a:cubicBezTo>
                <a:cubicBezTo>
                  <a:pt x="86248" y="16876"/>
                  <a:pt x="86547" y="16752"/>
                  <a:pt x="86795" y="16652"/>
                </a:cubicBezTo>
                <a:cubicBezTo>
                  <a:pt x="86951" y="16581"/>
                  <a:pt x="87112" y="16503"/>
                  <a:pt x="87278" y="16426"/>
                </a:cubicBezTo>
                <a:close/>
                <a:moveTo>
                  <a:pt x="84356" y="17872"/>
                </a:moveTo>
                <a:lnTo>
                  <a:pt x="84356" y="17897"/>
                </a:lnTo>
                <a:lnTo>
                  <a:pt x="84356" y="17922"/>
                </a:lnTo>
                <a:cubicBezTo>
                  <a:pt x="84331" y="17922"/>
                  <a:pt x="84331" y="17947"/>
                  <a:pt x="84306" y="17947"/>
                </a:cubicBezTo>
                <a:lnTo>
                  <a:pt x="84306" y="17922"/>
                </a:lnTo>
                <a:lnTo>
                  <a:pt x="84306" y="17897"/>
                </a:lnTo>
                <a:cubicBezTo>
                  <a:pt x="84331" y="17872"/>
                  <a:pt x="84331" y="17872"/>
                  <a:pt x="84356" y="17872"/>
                </a:cubicBezTo>
                <a:close/>
                <a:moveTo>
                  <a:pt x="40772" y="15209"/>
                </a:moveTo>
                <a:cubicBezTo>
                  <a:pt x="40946" y="15209"/>
                  <a:pt x="41170" y="15258"/>
                  <a:pt x="41394" y="15308"/>
                </a:cubicBezTo>
                <a:lnTo>
                  <a:pt x="41419" y="15308"/>
                </a:lnTo>
                <a:cubicBezTo>
                  <a:pt x="41643" y="15383"/>
                  <a:pt x="41892" y="15433"/>
                  <a:pt x="42141" y="15557"/>
                </a:cubicBezTo>
                <a:cubicBezTo>
                  <a:pt x="42390" y="15657"/>
                  <a:pt x="42639" y="15781"/>
                  <a:pt x="42888" y="15931"/>
                </a:cubicBezTo>
                <a:cubicBezTo>
                  <a:pt x="41743" y="16727"/>
                  <a:pt x="40622" y="17573"/>
                  <a:pt x="39527" y="18445"/>
                </a:cubicBezTo>
                <a:cubicBezTo>
                  <a:pt x="39502" y="18370"/>
                  <a:pt x="39502" y="18270"/>
                  <a:pt x="39502" y="18171"/>
                </a:cubicBezTo>
                <a:cubicBezTo>
                  <a:pt x="39502" y="18071"/>
                  <a:pt x="39453" y="17972"/>
                  <a:pt x="39453" y="17897"/>
                </a:cubicBezTo>
                <a:cubicBezTo>
                  <a:pt x="39453" y="17797"/>
                  <a:pt x="39428" y="17698"/>
                  <a:pt x="39428" y="17598"/>
                </a:cubicBezTo>
                <a:lnTo>
                  <a:pt x="39428" y="17399"/>
                </a:lnTo>
                <a:lnTo>
                  <a:pt x="39428" y="17100"/>
                </a:lnTo>
                <a:lnTo>
                  <a:pt x="39428" y="16926"/>
                </a:lnTo>
                <a:cubicBezTo>
                  <a:pt x="39428" y="16827"/>
                  <a:pt x="39428" y="16777"/>
                  <a:pt x="39453" y="16677"/>
                </a:cubicBezTo>
                <a:cubicBezTo>
                  <a:pt x="39453" y="16603"/>
                  <a:pt x="39502" y="16553"/>
                  <a:pt x="39502" y="16478"/>
                </a:cubicBezTo>
                <a:cubicBezTo>
                  <a:pt x="39453" y="16428"/>
                  <a:pt x="39502" y="16329"/>
                  <a:pt x="39502" y="16279"/>
                </a:cubicBezTo>
                <a:cubicBezTo>
                  <a:pt x="39527" y="16204"/>
                  <a:pt x="39527" y="16155"/>
                  <a:pt x="39552" y="16080"/>
                </a:cubicBezTo>
                <a:cubicBezTo>
                  <a:pt x="39577" y="16030"/>
                  <a:pt x="39577" y="16005"/>
                  <a:pt x="39602" y="15931"/>
                </a:cubicBezTo>
                <a:cubicBezTo>
                  <a:pt x="39652" y="15831"/>
                  <a:pt x="39701" y="15756"/>
                  <a:pt x="39776" y="15657"/>
                </a:cubicBezTo>
                <a:lnTo>
                  <a:pt x="39901" y="15532"/>
                </a:lnTo>
                <a:cubicBezTo>
                  <a:pt x="40000" y="15458"/>
                  <a:pt x="40075" y="15408"/>
                  <a:pt x="40150" y="15333"/>
                </a:cubicBezTo>
                <a:cubicBezTo>
                  <a:pt x="40324" y="15258"/>
                  <a:pt x="40523" y="15209"/>
                  <a:pt x="40772" y="15209"/>
                </a:cubicBezTo>
                <a:close/>
                <a:moveTo>
                  <a:pt x="39428" y="15906"/>
                </a:moveTo>
                <a:cubicBezTo>
                  <a:pt x="39403" y="15931"/>
                  <a:pt x="39403" y="16005"/>
                  <a:pt x="39403" y="16030"/>
                </a:cubicBezTo>
                <a:cubicBezTo>
                  <a:pt x="39378" y="16080"/>
                  <a:pt x="39328" y="16155"/>
                  <a:pt x="39328" y="16204"/>
                </a:cubicBezTo>
                <a:cubicBezTo>
                  <a:pt x="39303" y="16279"/>
                  <a:pt x="39303" y="16379"/>
                  <a:pt x="39303" y="16428"/>
                </a:cubicBezTo>
                <a:cubicBezTo>
                  <a:pt x="39303" y="16503"/>
                  <a:pt x="39278" y="16553"/>
                  <a:pt x="39278" y="16627"/>
                </a:cubicBezTo>
                <a:cubicBezTo>
                  <a:pt x="39278" y="16702"/>
                  <a:pt x="39278" y="16802"/>
                  <a:pt x="39253" y="16876"/>
                </a:cubicBezTo>
                <a:lnTo>
                  <a:pt x="39253" y="17075"/>
                </a:lnTo>
                <a:lnTo>
                  <a:pt x="39253" y="17374"/>
                </a:lnTo>
                <a:lnTo>
                  <a:pt x="39253" y="17623"/>
                </a:lnTo>
                <a:cubicBezTo>
                  <a:pt x="39253" y="17698"/>
                  <a:pt x="39278" y="17822"/>
                  <a:pt x="39278" y="17922"/>
                </a:cubicBezTo>
                <a:cubicBezTo>
                  <a:pt x="39278" y="18021"/>
                  <a:pt x="39303" y="18121"/>
                  <a:pt x="39303" y="18196"/>
                </a:cubicBezTo>
                <a:cubicBezTo>
                  <a:pt x="39303" y="18295"/>
                  <a:pt x="39328" y="18420"/>
                  <a:pt x="39378" y="18544"/>
                </a:cubicBezTo>
                <a:lnTo>
                  <a:pt x="39378" y="18569"/>
                </a:lnTo>
                <a:cubicBezTo>
                  <a:pt x="39328" y="18569"/>
                  <a:pt x="39328" y="18594"/>
                  <a:pt x="39303" y="18594"/>
                </a:cubicBezTo>
                <a:lnTo>
                  <a:pt x="39303" y="18519"/>
                </a:lnTo>
                <a:cubicBezTo>
                  <a:pt x="39278" y="18420"/>
                  <a:pt x="39278" y="18295"/>
                  <a:pt x="39253" y="18196"/>
                </a:cubicBezTo>
                <a:cubicBezTo>
                  <a:pt x="39253" y="18121"/>
                  <a:pt x="39204" y="18021"/>
                  <a:pt x="39204" y="17922"/>
                </a:cubicBezTo>
                <a:cubicBezTo>
                  <a:pt x="39204" y="17822"/>
                  <a:pt x="39179" y="17698"/>
                  <a:pt x="39179" y="17598"/>
                </a:cubicBezTo>
                <a:lnTo>
                  <a:pt x="39179" y="17399"/>
                </a:lnTo>
                <a:lnTo>
                  <a:pt x="39179" y="17075"/>
                </a:lnTo>
                <a:lnTo>
                  <a:pt x="39179" y="16851"/>
                </a:lnTo>
                <a:cubicBezTo>
                  <a:pt x="39179" y="16777"/>
                  <a:pt x="39179" y="16677"/>
                  <a:pt x="39204" y="16578"/>
                </a:cubicBezTo>
                <a:cubicBezTo>
                  <a:pt x="39204" y="16528"/>
                  <a:pt x="39253" y="16453"/>
                  <a:pt x="39253" y="16403"/>
                </a:cubicBezTo>
                <a:cubicBezTo>
                  <a:pt x="39253" y="16329"/>
                  <a:pt x="39278" y="16229"/>
                  <a:pt x="39278" y="16179"/>
                </a:cubicBezTo>
                <a:cubicBezTo>
                  <a:pt x="39278" y="16130"/>
                  <a:pt x="39303" y="16055"/>
                  <a:pt x="39328" y="16005"/>
                </a:cubicBezTo>
                <a:lnTo>
                  <a:pt x="39428" y="15906"/>
                </a:lnTo>
                <a:close/>
                <a:moveTo>
                  <a:pt x="43062" y="16030"/>
                </a:moveTo>
                <a:cubicBezTo>
                  <a:pt x="43112" y="16030"/>
                  <a:pt x="43112" y="16055"/>
                  <a:pt x="43136" y="16055"/>
                </a:cubicBezTo>
                <a:cubicBezTo>
                  <a:pt x="41917" y="16926"/>
                  <a:pt x="40747" y="17797"/>
                  <a:pt x="39577" y="18693"/>
                </a:cubicBezTo>
                <a:lnTo>
                  <a:pt x="39577" y="18644"/>
                </a:lnTo>
                <a:cubicBezTo>
                  <a:pt x="40697" y="17772"/>
                  <a:pt x="41892" y="16901"/>
                  <a:pt x="43062" y="16030"/>
                </a:cubicBezTo>
                <a:close/>
                <a:moveTo>
                  <a:pt x="83585" y="16279"/>
                </a:moveTo>
                <a:cubicBezTo>
                  <a:pt x="83709" y="16777"/>
                  <a:pt x="83883" y="17275"/>
                  <a:pt x="84082" y="17797"/>
                </a:cubicBezTo>
                <a:cubicBezTo>
                  <a:pt x="83833" y="17947"/>
                  <a:pt x="83609" y="18121"/>
                  <a:pt x="83361" y="18270"/>
                </a:cubicBezTo>
                <a:cubicBezTo>
                  <a:pt x="83112" y="18420"/>
                  <a:pt x="82863" y="18569"/>
                  <a:pt x="82639" y="18743"/>
                </a:cubicBezTo>
                <a:cubicBezTo>
                  <a:pt x="82614" y="18644"/>
                  <a:pt x="82589" y="18569"/>
                  <a:pt x="82589" y="18494"/>
                </a:cubicBezTo>
                <a:cubicBezTo>
                  <a:pt x="82514" y="18295"/>
                  <a:pt x="82464" y="18121"/>
                  <a:pt x="82440" y="17947"/>
                </a:cubicBezTo>
                <a:lnTo>
                  <a:pt x="82440" y="17922"/>
                </a:lnTo>
                <a:cubicBezTo>
                  <a:pt x="82440" y="17897"/>
                  <a:pt x="82390" y="17822"/>
                  <a:pt x="82390" y="17797"/>
                </a:cubicBezTo>
                <a:cubicBezTo>
                  <a:pt x="82365" y="17698"/>
                  <a:pt x="82340" y="17648"/>
                  <a:pt x="82290" y="17548"/>
                </a:cubicBezTo>
                <a:lnTo>
                  <a:pt x="82116" y="17075"/>
                </a:lnTo>
                <a:cubicBezTo>
                  <a:pt x="82091" y="16951"/>
                  <a:pt x="82016" y="16876"/>
                  <a:pt x="81991" y="16752"/>
                </a:cubicBezTo>
                <a:lnTo>
                  <a:pt x="83585" y="16279"/>
                </a:lnTo>
                <a:close/>
                <a:moveTo>
                  <a:pt x="79229" y="13342"/>
                </a:moveTo>
                <a:cubicBezTo>
                  <a:pt x="79253" y="13417"/>
                  <a:pt x="79303" y="13441"/>
                  <a:pt x="79353" y="13516"/>
                </a:cubicBezTo>
                <a:cubicBezTo>
                  <a:pt x="79602" y="13790"/>
                  <a:pt x="79851" y="14089"/>
                  <a:pt x="80100" y="14412"/>
                </a:cubicBezTo>
                <a:cubicBezTo>
                  <a:pt x="80150" y="14462"/>
                  <a:pt x="80174" y="14537"/>
                  <a:pt x="80249" y="14636"/>
                </a:cubicBezTo>
                <a:cubicBezTo>
                  <a:pt x="80523" y="15010"/>
                  <a:pt x="80772" y="15408"/>
                  <a:pt x="80996" y="15806"/>
                </a:cubicBezTo>
                <a:cubicBezTo>
                  <a:pt x="81046" y="15906"/>
                  <a:pt x="81095" y="16005"/>
                  <a:pt x="81145" y="16130"/>
                </a:cubicBezTo>
                <a:cubicBezTo>
                  <a:pt x="81220" y="16254"/>
                  <a:pt x="81245" y="16329"/>
                  <a:pt x="81295" y="16453"/>
                </a:cubicBezTo>
                <a:cubicBezTo>
                  <a:pt x="79229" y="17125"/>
                  <a:pt x="77138" y="17897"/>
                  <a:pt x="75022" y="18768"/>
                </a:cubicBezTo>
                <a:cubicBezTo>
                  <a:pt x="75221" y="18420"/>
                  <a:pt x="75420" y="18071"/>
                  <a:pt x="75644" y="17748"/>
                </a:cubicBezTo>
                <a:cubicBezTo>
                  <a:pt x="75719" y="17648"/>
                  <a:pt x="75744" y="17573"/>
                  <a:pt x="75794" y="17499"/>
                </a:cubicBezTo>
                <a:cubicBezTo>
                  <a:pt x="76092" y="17051"/>
                  <a:pt x="76391" y="16627"/>
                  <a:pt x="76715" y="16204"/>
                </a:cubicBezTo>
                <a:cubicBezTo>
                  <a:pt x="76764" y="16130"/>
                  <a:pt x="76814" y="16055"/>
                  <a:pt x="76889" y="15955"/>
                </a:cubicBezTo>
                <a:cubicBezTo>
                  <a:pt x="77212" y="15532"/>
                  <a:pt x="77536" y="15134"/>
                  <a:pt x="77909" y="14711"/>
                </a:cubicBezTo>
                <a:lnTo>
                  <a:pt x="78034" y="14586"/>
                </a:lnTo>
                <a:cubicBezTo>
                  <a:pt x="78382" y="14213"/>
                  <a:pt x="78756" y="13815"/>
                  <a:pt x="79104" y="13466"/>
                </a:cubicBezTo>
                <a:lnTo>
                  <a:pt x="79229" y="13342"/>
                </a:lnTo>
                <a:close/>
                <a:moveTo>
                  <a:pt x="39403" y="18818"/>
                </a:moveTo>
                <a:lnTo>
                  <a:pt x="39403" y="18893"/>
                </a:lnTo>
                <a:cubicBezTo>
                  <a:pt x="39403" y="18893"/>
                  <a:pt x="39378" y="18893"/>
                  <a:pt x="39328" y="18917"/>
                </a:cubicBezTo>
                <a:lnTo>
                  <a:pt x="39328" y="18843"/>
                </a:lnTo>
                <a:cubicBezTo>
                  <a:pt x="39378" y="18843"/>
                  <a:pt x="39378" y="18818"/>
                  <a:pt x="39403" y="18818"/>
                </a:cubicBezTo>
                <a:close/>
                <a:moveTo>
                  <a:pt x="84132" y="17972"/>
                </a:moveTo>
                <a:lnTo>
                  <a:pt x="84132" y="18021"/>
                </a:lnTo>
                <a:lnTo>
                  <a:pt x="84132" y="18046"/>
                </a:lnTo>
                <a:cubicBezTo>
                  <a:pt x="83933" y="18171"/>
                  <a:pt x="83684" y="18320"/>
                  <a:pt x="83460" y="18494"/>
                </a:cubicBezTo>
                <a:cubicBezTo>
                  <a:pt x="83211" y="18644"/>
                  <a:pt x="82962" y="18793"/>
                  <a:pt x="82713" y="18992"/>
                </a:cubicBezTo>
                <a:lnTo>
                  <a:pt x="82688" y="18917"/>
                </a:lnTo>
                <a:cubicBezTo>
                  <a:pt x="82888" y="18768"/>
                  <a:pt x="83136" y="18594"/>
                  <a:pt x="83361" y="18469"/>
                </a:cubicBezTo>
                <a:cubicBezTo>
                  <a:pt x="83609" y="18320"/>
                  <a:pt x="83858" y="18146"/>
                  <a:pt x="84132" y="17972"/>
                </a:cubicBezTo>
                <a:close/>
                <a:moveTo>
                  <a:pt x="81369" y="16627"/>
                </a:moveTo>
                <a:cubicBezTo>
                  <a:pt x="81369" y="16652"/>
                  <a:pt x="81394" y="16677"/>
                  <a:pt x="81394" y="16702"/>
                </a:cubicBezTo>
                <a:cubicBezTo>
                  <a:pt x="79253" y="17399"/>
                  <a:pt x="77013" y="18196"/>
                  <a:pt x="74773" y="19166"/>
                </a:cubicBezTo>
                <a:cubicBezTo>
                  <a:pt x="74798" y="19117"/>
                  <a:pt x="74848" y="19067"/>
                  <a:pt x="74848" y="19042"/>
                </a:cubicBezTo>
                <a:cubicBezTo>
                  <a:pt x="77038" y="18121"/>
                  <a:pt x="79229" y="17300"/>
                  <a:pt x="81369" y="16627"/>
                </a:cubicBezTo>
                <a:close/>
                <a:moveTo>
                  <a:pt x="43286" y="16155"/>
                </a:moveTo>
                <a:lnTo>
                  <a:pt x="43858" y="16528"/>
                </a:lnTo>
                <a:cubicBezTo>
                  <a:pt x="43784" y="16578"/>
                  <a:pt x="43734" y="16652"/>
                  <a:pt x="43634" y="16677"/>
                </a:cubicBezTo>
                <a:cubicBezTo>
                  <a:pt x="43136" y="17001"/>
                  <a:pt x="42664" y="17300"/>
                  <a:pt x="42166" y="17623"/>
                </a:cubicBezTo>
                <a:cubicBezTo>
                  <a:pt x="41991" y="17748"/>
                  <a:pt x="41792" y="17872"/>
                  <a:pt x="41568" y="17996"/>
                </a:cubicBezTo>
                <a:lnTo>
                  <a:pt x="40747" y="18544"/>
                </a:lnTo>
                <a:cubicBezTo>
                  <a:pt x="40523" y="18693"/>
                  <a:pt x="40324" y="18818"/>
                  <a:pt x="40125" y="18942"/>
                </a:cubicBezTo>
                <a:cubicBezTo>
                  <a:pt x="39950" y="19042"/>
                  <a:pt x="39801" y="19166"/>
                  <a:pt x="39652" y="19266"/>
                </a:cubicBezTo>
                <a:cubicBezTo>
                  <a:pt x="39652" y="19191"/>
                  <a:pt x="39627" y="19141"/>
                  <a:pt x="39627" y="19067"/>
                </a:cubicBezTo>
                <a:cubicBezTo>
                  <a:pt x="39627" y="19017"/>
                  <a:pt x="39577" y="18942"/>
                  <a:pt x="39577" y="18917"/>
                </a:cubicBezTo>
                <a:cubicBezTo>
                  <a:pt x="40797" y="17996"/>
                  <a:pt x="42016" y="17051"/>
                  <a:pt x="43286" y="16155"/>
                </a:cubicBezTo>
                <a:close/>
                <a:moveTo>
                  <a:pt x="39428" y="19117"/>
                </a:moveTo>
                <a:cubicBezTo>
                  <a:pt x="39428" y="19166"/>
                  <a:pt x="39453" y="19191"/>
                  <a:pt x="39453" y="19266"/>
                </a:cubicBezTo>
                <a:cubicBezTo>
                  <a:pt x="39453" y="19316"/>
                  <a:pt x="39502" y="19390"/>
                  <a:pt x="39502" y="19440"/>
                </a:cubicBezTo>
                <a:lnTo>
                  <a:pt x="39453" y="19440"/>
                </a:lnTo>
                <a:cubicBezTo>
                  <a:pt x="39428" y="19365"/>
                  <a:pt x="39428" y="19266"/>
                  <a:pt x="39403" y="19191"/>
                </a:cubicBezTo>
                <a:cubicBezTo>
                  <a:pt x="39403" y="19166"/>
                  <a:pt x="39403" y="19166"/>
                  <a:pt x="39378" y="19141"/>
                </a:cubicBezTo>
                <a:cubicBezTo>
                  <a:pt x="39403" y="19141"/>
                  <a:pt x="39403" y="19117"/>
                  <a:pt x="39428" y="19117"/>
                </a:cubicBezTo>
                <a:close/>
                <a:moveTo>
                  <a:pt x="101456" y="7094"/>
                </a:moveTo>
                <a:lnTo>
                  <a:pt x="101456" y="7094"/>
                </a:lnTo>
                <a:cubicBezTo>
                  <a:pt x="101631" y="7144"/>
                  <a:pt x="101805" y="7219"/>
                  <a:pt x="101954" y="7268"/>
                </a:cubicBezTo>
                <a:cubicBezTo>
                  <a:pt x="102303" y="7443"/>
                  <a:pt x="102651" y="7617"/>
                  <a:pt x="103000" y="7766"/>
                </a:cubicBezTo>
                <a:cubicBezTo>
                  <a:pt x="103149" y="7866"/>
                  <a:pt x="103323" y="7941"/>
                  <a:pt x="103497" y="8015"/>
                </a:cubicBezTo>
                <a:cubicBezTo>
                  <a:pt x="103846" y="8214"/>
                  <a:pt x="104145" y="8389"/>
                  <a:pt x="104468" y="8588"/>
                </a:cubicBezTo>
                <a:cubicBezTo>
                  <a:pt x="104618" y="8687"/>
                  <a:pt x="104767" y="8762"/>
                  <a:pt x="104916" y="8886"/>
                </a:cubicBezTo>
                <a:cubicBezTo>
                  <a:pt x="105240" y="9085"/>
                  <a:pt x="105514" y="9310"/>
                  <a:pt x="105787" y="9509"/>
                </a:cubicBezTo>
                <a:cubicBezTo>
                  <a:pt x="105912" y="9708"/>
                  <a:pt x="106111" y="9832"/>
                  <a:pt x="106235" y="9957"/>
                </a:cubicBezTo>
                <a:cubicBezTo>
                  <a:pt x="106509" y="10181"/>
                  <a:pt x="106758" y="10405"/>
                  <a:pt x="107007" y="10654"/>
                </a:cubicBezTo>
                <a:cubicBezTo>
                  <a:pt x="107156" y="10778"/>
                  <a:pt x="107331" y="10927"/>
                  <a:pt x="107480" y="11052"/>
                </a:cubicBezTo>
                <a:cubicBezTo>
                  <a:pt x="107729" y="11276"/>
                  <a:pt x="107953" y="11525"/>
                  <a:pt x="108152" y="11749"/>
                </a:cubicBezTo>
                <a:cubicBezTo>
                  <a:pt x="108277" y="11873"/>
                  <a:pt x="108376" y="11998"/>
                  <a:pt x="108501" y="12147"/>
                </a:cubicBezTo>
                <a:cubicBezTo>
                  <a:pt x="108525" y="12172"/>
                  <a:pt x="108575" y="12222"/>
                  <a:pt x="108625" y="12272"/>
                </a:cubicBezTo>
                <a:cubicBezTo>
                  <a:pt x="108849" y="12496"/>
                  <a:pt x="109023" y="12769"/>
                  <a:pt x="109222" y="12993"/>
                </a:cubicBezTo>
                <a:cubicBezTo>
                  <a:pt x="109372" y="13193"/>
                  <a:pt x="109496" y="13392"/>
                  <a:pt x="109646" y="13566"/>
                </a:cubicBezTo>
                <a:cubicBezTo>
                  <a:pt x="109845" y="13815"/>
                  <a:pt x="109994" y="14064"/>
                  <a:pt x="110143" y="14337"/>
                </a:cubicBezTo>
                <a:cubicBezTo>
                  <a:pt x="110268" y="14562"/>
                  <a:pt x="110442" y="14786"/>
                  <a:pt x="110567" y="14985"/>
                </a:cubicBezTo>
                <a:cubicBezTo>
                  <a:pt x="110716" y="15234"/>
                  <a:pt x="110840" y="15532"/>
                  <a:pt x="110990" y="15781"/>
                </a:cubicBezTo>
                <a:lnTo>
                  <a:pt x="111363" y="16528"/>
                </a:lnTo>
                <a:cubicBezTo>
                  <a:pt x="111487" y="16802"/>
                  <a:pt x="111612" y="17051"/>
                  <a:pt x="111711" y="17324"/>
                </a:cubicBezTo>
                <a:cubicBezTo>
                  <a:pt x="111836" y="17598"/>
                  <a:pt x="111936" y="17847"/>
                  <a:pt x="112010" y="18146"/>
                </a:cubicBezTo>
                <a:lnTo>
                  <a:pt x="112309" y="18967"/>
                </a:lnTo>
                <a:cubicBezTo>
                  <a:pt x="112359" y="19141"/>
                  <a:pt x="112384" y="19291"/>
                  <a:pt x="112458" y="19440"/>
                </a:cubicBezTo>
                <a:lnTo>
                  <a:pt x="112408" y="19415"/>
                </a:lnTo>
                <a:cubicBezTo>
                  <a:pt x="112309" y="19291"/>
                  <a:pt x="112160" y="19191"/>
                  <a:pt x="112035" y="19067"/>
                </a:cubicBezTo>
                <a:cubicBezTo>
                  <a:pt x="111936" y="18992"/>
                  <a:pt x="111836" y="18843"/>
                  <a:pt x="111711" y="18768"/>
                </a:cubicBezTo>
                <a:cubicBezTo>
                  <a:pt x="111537" y="18644"/>
                  <a:pt x="111413" y="18544"/>
                  <a:pt x="111263" y="18420"/>
                </a:cubicBezTo>
                <a:cubicBezTo>
                  <a:pt x="111139" y="18320"/>
                  <a:pt x="111064" y="18245"/>
                  <a:pt x="110915" y="18171"/>
                </a:cubicBezTo>
                <a:cubicBezTo>
                  <a:pt x="110766" y="18046"/>
                  <a:pt x="110591" y="17922"/>
                  <a:pt x="110417" y="17822"/>
                </a:cubicBezTo>
                <a:lnTo>
                  <a:pt x="110143" y="17648"/>
                </a:lnTo>
                <a:lnTo>
                  <a:pt x="109596" y="17275"/>
                </a:lnTo>
                <a:cubicBezTo>
                  <a:pt x="109496" y="17200"/>
                  <a:pt x="109422" y="17175"/>
                  <a:pt x="109347" y="17125"/>
                </a:cubicBezTo>
                <a:cubicBezTo>
                  <a:pt x="109123" y="17001"/>
                  <a:pt x="108899" y="16876"/>
                  <a:pt x="108725" y="16752"/>
                </a:cubicBezTo>
                <a:cubicBezTo>
                  <a:pt x="108650" y="16702"/>
                  <a:pt x="108600" y="16677"/>
                  <a:pt x="108501" y="16627"/>
                </a:cubicBezTo>
                <a:cubicBezTo>
                  <a:pt x="108277" y="16503"/>
                  <a:pt x="108028" y="16379"/>
                  <a:pt x="107804" y="16279"/>
                </a:cubicBezTo>
                <a:lnTo>
                  <a:pt x="107629" y="16179"/>
                </a:lnTo>
                <a:cubicBezTo>
                  <a:pt x="107380" y="16055"/>
                  <a:pt x="107132" y="15955"/>
                  <a:pt x="106883" y="15831"/>
                </a:cubicBezTo>
                <a:cubicBezTo>
                  <a:pt x="106808" y="15806"/>
                  <a:pt x="106783" y="15806"/>
                  <a:pt x="106733" y="15781"/>
                </a:cubicBezTo>
                <a:cubicBezTo>
                  <a:pt x="106484" y="15657"/>
                  <a:pt x="106186" y="15557"/>
                  <a:pt x="105912" y="15458"/>
                </a:cubicBezTo>
                <a:cubicBezTo>
                  <a:pt x="105862" y="15433"/>
                  <a:pt x="105812" y="15433"/>
                  <a:pt x="105763" y="15408"/>
                </a:cubicBezTo>
                <a:cubicBezTo>
                  <a:pt x="105688" y="15383"/>
                  <a:pt x="105638" y="15333"/>
                  <a:pt x="105563" y="15333"/>
                </a:cubicBezTo>
                <a:cubicBezTo>
                  <a:pt x="104866" y="12272"/>
                  <a:pt x="103497" y="9434"/>
                  <a:pt x="101456" y="7094"/>
                </a:cubicBezTo>
                <a:close/>
                <a:moveTo>
                  <a:pt x="44057" y="16652"/>
                </a:moveTo>
                <a:cubicBezTo>
                  <a:pt x="44033" y="16702"/>
                  <a:pt x="43983" y="16727"/>
                  <a:pt x="43908" y="16802"/>
                </a:cubicBezTo>
                <a:cubicBezTo>
                  <a:pt x="43734" y="16926"/>
                  <a:pt x="43510" y="17051"/>
                  <a:pt x="43311" y="17175"/>
                </a:cubicBezTo>
                <a:lnTo>
                  <a:pt x="42290" y="17822"/>
                </a:lnTo>
                <a:cubicBezTo>
                  <a:pt x="42116" y="17947"/>
                  <a:pt x="41917" y="18046"/>
                  <a:pt x="41767" y="18171"/>
                </a:cubicBezTo>
                <a:lnTo>
                  <a:pt x="41494" y="18345"/>
                </a:lnTo>
                <a:cubicBezTo>
                  <a:pt x="41120" y="18594"/>
                  <a:pt x="40697" y="18893"/>
                  <a:pt x="40324" y="19166"/>
                </a:cubicBezTo>
                <a:cubicBezTo>
                  <a:pt x="40150" y="19291"/>
                  <a:pt x="39950" y="19415"/>
                  <a:pt x="39801" y="19540"/>
                </a:cubicBezTo>
                <a:lnTo>
                  <a:pt x="39801" y="19515"/>
                </a:lnTo>
                <a:lnTo>
                  <a:pt x="39801" y="19465"/>
                </a:lnTo>
                <a:cubicBezTo>
                  <a:pt x="39901" y="19415"/>
                  <a:pt x="40025" y="19316"/>
                  <a:pt x="40125" y="19266"/>
                </a:cubicBezTo>
                <a:cubicBezTo>
                  <a:pt x="40672" y="18893"/>
                  <a:pt x="41195" y="18519"/>
                  <a:pt x="41767" y="18146"/>
                </a:cubicBezTo>
                <a:lnTo>
                  <a:pt x="42315" y="17772"/>
                </a:lnTo>
                <a:cubicBezTo>
                  <a:pt x="42863" y="17424"/>
                  <a:pt x="43360" y="17075"/>
                  <a:pt x="43883" y="16777"/>
                </a:cubicBezTo>
                <a:cubicBezTo>
                  <a:pt x="43908" y="16727"/>
                  <a:pt x="43983" y="16677"/>
                  <a:pt x="44057" y="16652"/>
                </a:cubicBezTo>
                <a:close/>
                <a:moveTo>
                  <a:pt x="39552" y="19614"/>
                </a:moveTo>
                <a:lnTo>
                  <a:pt x="39577" y="19639"/>
                </a:lnTo>
                <a:lnTo>
                  <a:pt x="39577" y="19664"/>
                </a:lnTo>
                <a:lnTo>
                  <a:pt x="39552" y="19689"/>
                </a:lnTo>
                <a:lnTo>
                  <a:pt x="39552" y="19664"/>
                </a:lnTo>
                <a:lnTo>
                  <a:pt x="39552" y="19639"/>
                </a:lnTo>
                <a:cubicBezTo>
                  <a:pt x="39527" y="19639"/>
                  <a:pt x="39527" y="19639"/>
                  <a:pt x="39552" y="19614"/>
                </a:cubicBezTo>
                <a:close/>
                <a:moveTo>
                  <a:pt x="112202" y="18038"/>
                </a:moveTo>
                <a:cubicBezTo>
                  <a:pt x="112254" y="18167"/>
                  <a:pt x="112309" y="18296"/>
                  <a:pt x="112359" y="18420"/>
                </a:cubicBezTo>
                <a:cubicBezTo>
                  <a:pt x="112458" y="18693"/>
                  <a:pt x="112508" y="18992"/>
                  <a:pt x="112608" y="19266"/>
                </a:cubicBezTo>
                <a:lnTo>
                  <a:pt x="112807" y="19814"/>
                </a:lnTo>
                <a:lnTo>
                  <a:pt x="112732" y="19739"/>
                </a:lnTo>
                <a:cubicBezTo>
                  <a:pt x="112682" y="19515"/>
                  <a:pt x="112608" y="19316"/>
                  <a:pt x="112558" y="19141"/>
                </a:cubicBezTo>
                <a:cubicBezTo>
                  <a:pt x="112458" y="18818"/>
                  <a:pt x="112359" y="18544"/>
                  <a:pt x="112259" y="18220"/>
                </a:cubicBezTo>
                <a:cubicBezTo>
                  <a:pt x="112242" y="18159"/>
                  <a:pt x="112223" y="18098"/>
                  <a:pt x="112202" y="18038"/>
                </a:cubicBezTo>
                <a:close/>
                <a:moveTo>
                  <a:pt x="74051" y="10031"/>
                </a:moveTo>
                <a:lnTo>
                  <a:pt x="74051" y="10031"/>
                </a:lnTo>
                <a:cubicBezTo>
                  <a:pt x="71761" y="13018"/>
                  <a:pt x="70168" y="16428"/>
                  <a:pt x="69322" y="19938"/>
                </a:cubicBezTo>
                <a:lnTo>
                  <a:pt x="69272" y="19938"/>
                </a:lnTo>
                <a:cubicBezTo>
                  <a:pt x="70094" y="16428"/>
                  <a:pt x="71687" y="13018"/>
                  <a:pt x="74026" y="10056"/>
                </a:cubicBezTo>
                <a:lnTo>
                  <a:pt x="74051" y="10031"/>
                </a:lnTo>
                <a:close/>
                <a:moveTo>
                  <a:pt x="110214" y="17963"/>
                </a:moveTo>
                <a:lnTo>
                  <a:pt x="110442" y="18096"/>
                </a:lnTo>
                <a:cubicBezTo>
                  <a:pt x="110591" y="18220"/>
                  <a:pt x="110741" y="18345"/>
                  <a:pt x="110890" y="18445"/>
                </a:cubicBezTo>
                <a:cubicBezTo>
                  <a:pt x="110990" y="18544"/>
                  <a:pt x="111114" y="18594"/>
                  <a:pt x="111214" y="18693"/>
                </a:cubicBezTo>
                <a:cubicBezTo>
                  <a:pt x="111363" y="18818"/>
                  <a:pt x="111487" y="18917"/>
                  <a:pt x="111637" y="19042"/>
                </a:cubicBezTo>
                <a:cubicBezTo>
                  <a:pt x="111761" y="19141"/>
                  <a:pt x="111861" y="19216"/>
                  <a:pt x="111985" y="19316"/>
                </a:cubicBezTo>
                <a:cubicBezTo>
                  <a:pt x="112110" y="19440"/>
                  <a:pt x="112234" y="19565"/>
                  <a:pt x="112384" y="19689"/>
                </a:cubicBezTo>
                <a:cubicBezTo>
                  <a:pt x="112458" y="19714"/>
                  <a:pt x="112483" y="19789"/>
                  <a:pt x="112508" y="19814"/>
                </a:cubicBezTo>
                <a:cubicBezTo>
                  <a:pt x="112508" y="19838"/>
                  <a:pt x="112558" y="19913"/>
                  <a:pt x="112558" y="19938"/>
                </a:cubicBezTo>
                <a:lnTo>
                  <a:pt x="112334" y="19714"/>
                </a:lnTo>
                <a:lnTo>
                  <a:pt x="112110" y="19515"/>
                </a:lnTo>
                <a:cubicBezTo>
                  <a:pt x="111985" y="19390"/>
                  <a:pt x="111836" y="19266"/>
                  <a:pt x="111687" y="19141"/>
                </a:cubicBezTo>
                <a:cubicBezTo>
                  <a:pt x="111637" y="19141"/>
                  <a:pt x="111637" y="19092"/>
                  <a:pt x="111612" y="19092"/>
                </a:cubicBezTo>
                <a:cubicBezTo>
                  <a:pt x="111512" y="19017"/>
                  <a:pt x="111438" y="18942"/>
                  <a:pt x="111338" y="18843"/>
                </a:cubicBezTo>
                <a:cubicBezTo>
                  <a:pt x="111313" y="18818"/>
                  <a:pt x="111239" y="18793"/>
                  <a:pt x="111214" y="18768"/>
                </a:cubicBezTo>
                <a:cubicBezTo>
                  <a:pt x="110914" y="18518"/>
                  <a:pt x="110580" y="18235"/>
                  <a:pt x="110214" y="17963"/>
                </a:cubicBezTo>
                <a:close/>
                <a:moveTo>
                  <a:pt x="71288" y="9310"/>
                </a:moveTo>
                <a:cubicBezTo>
                  <a:pt x="71438" y="9334"/>
                  <a:pt x="71562" y="9359"/>
                  <a:pt x="71736" y="9409"/>
                </a:cubicBezTo>
                <a:cubicBezTo>
                  <a:pt x="72010" y="9459"/>
                  <a:pt x="72284" y="9484"/>
                  <a:pt x="72558" y="9583"/>
                </a:cubicBezTo>
                <a:cubicBezTo>
                  <a:pt x="72807" y="9658"/>
                  <a:pt x="73056" y="9733"/>
                  <a:pt x="73304" y="9807"/>
                </a:cubicBezTo>
                <a:cubicBezTo>
                  <a:pt x="73504" y="9857"/>
                  <a:pt x="73653" y="9907"/>
                  <a:pt x="73827" y="9957"/>
                </a:cubicBezTo>
                <a:cubicBezTo>
                  <a:pt x="71512" y="12944"/>
                  <a:pt x="69919" y="16379"/>
                  <a:pt x="69073" y="19863"/>
                </a:cubicBezTo>
                <a:cubicBezTo>
                  <a:pt x="67613" y="19361"/>
                  <a:pt x="65978" y="19116"/>
                  <a:pt x="64209" y="19116"/>
                </a:cubicBezTo>
                <a:cubicBezTo>
                  <a:pt x="62207" y="19116"/>
                  <a:pt x="60033" y="19430"/>
                  <a:pt x="57748" y="20038"/>
                </a:cubicBezTo>
                <a:cubicBezTo>
                  <a:pt x="57648" y="18644"/>
                  <a:pt x="57698" y="17275"/>
                  <a:pt x="57772" y="15906"/>
                </a:cubicBezTo>
                <a:cubicBezTo>
                  <a:pt x="62328" y="13217"/>
                  <a:pt x="66833" y="11027"/>
                  <a:pt x="71288" y="9310"/>
                </a:cubicBezTo>
                <a:close/>
                <a:moveTo>
                  <a:pt x="57598" y="16030"/>
                </a:moveTo>
                <a:cubicBezTo>
                  <a:pt x="57499" y="17349"/>
                  <a:pt x="57474" y="18693"/>
                  <a:pt x="57573" y="20062"/>
                </a:cubicBezTo>
                <a:cubicBezTo>
                  <a:pt x="57548" y="20062"/>
                  <a:pt x="57548" y="20062"/>
                  <a:pt x="57499" y="20087"/>
                </a:cubicBezTo>
                <a:cubicBezTo>
                  <a:pt x="57424" y="18718"/>
                  <a:pt x="57449" y="17399"/>
                  <a:pt x="57548" y="16055"/>
                </a:cubicBezTo>
                <a:cubicBezTo>
                  <a:pt x="57573" y="16055"/>
                  <a:pt x="57573" y="16030"/>
                  <a:pt x="57598" y="16030"/>
                </a:cubicBezTo>
                <a:close/>
                <a:moveTo>
                  <a:pt x="69247" y="20112"/>
                </a:moveTo>
                <a:cubicBezTo>
                  <a:pt x="69272" y="20112"/>
                  <a:pt x="69272" y="20137"/>
                  <a:pt x="69272" y="20137"/>
                </a:cubicBezTo>
                <a:lnTo>
                  <a:pt x="69272" y="20187"/>
                </a:lnTo>
                <a:cubicBezTo>
                  <a:pt x="69247" y="20187"/>
                  <a:pt x="69247" y="20187"/>
                  <a:pt x="69197" y="20162"/>
                </a:cubicBezTo>
                <a:lnTo>
                  <a:pt x="69197" y="20112"/>
                </a:lnTo>
                <a:close/>
                <a:moveTo>
                  <a:pt x="64192" y="19303"/>
                </a:moveTo>
                <a:cubicBezTo>
                  <a:pt x="65952" y="19303"/>
                  <a:pt x="67575" y="19547"/>
                  <a:pt x="69023" y="20038"/>
                </a:cubicBezTo>
                <a:cubicBezTo>
                  <a:pt x="69048" y="20062"/>
                  <a:pt x="69048" y="20112"/>
                  <a:pt x="69023" y="20112"/>
                </a:cubicBezTo>
                <a:cubicBezTo>
                  <a:pt x="67575" y="19610"/>
                  <a:pt x="65952" y="19365"/>
                  <a:pt x="64192" y="19365"/>
                </a:cubicBezTo>
                <a:cubicBezTo>
                  <a:pt x="62200" y="19365"/>
                  <a:pt x="60033" y="19679"/>
                  <a:pt x="57748" y="20286"/>
                </a:cubicBezTo>
                <a:lnTo>
                  <a:pt x="57748" y="20237"/>
                </a:lnTo>
                <a:cubicBezTo>
                  <a:pt x="60034" y="19616"/>
                  <a:pt x="62200" y="19303"/>
                  <a:pt x="64192" y="19303"/>
                </a:cubicBezTo>
                <a:close/>
                <a:moveTo>
                  <a:pt x="57598" y="20262"/>
                </a:moveTo>
                <a:lnTo>
                  <a:pt x="57598" y="20311"/>
                </a:lnTo>
                <a:cubicBezTo>
                  <a:pt x="57573" y="20311"/>
                  <a:pt x="57573" y="20311"/>
                  <a:pt x="57548" y="20336"/>
                </a:cubicBezTo>
                <a:lnTo>
                  <a:pt x="57548" y="20286"/>
                </a:lnTo>
                <a:cubicBezTo>
                  <a:pt x="57573" y="20286"/>
                  <a:pt x="57573" y="20286"/>
                  <a:pt x="57598" y="20262"/>
                </a:cubicBezTo>
                <a:close/>
                <a:moveTo>
                  <a:pt x="112881" y="20162"/>
                </a:moveTo>
                <a:lnTo>
                  <a:pt x="112981" y="20262"/>
                </a:lnTo>
                <a:cubicBezTo>
                  <a:pt x="112931" y="20262"/>
                  <a:pt x="112931" y="20311"/>
                  <a:pt x="112956" y="20361"/>
                </a:cubicBezTo>
                <a:lnTo>
                  <a:pt x="112881" y="20286"/>
                </a:lnTo>
                <a:lnTo>
                  <a:pt x="112881" y="20237"/>
                </a:lnTo>
                <a:lnTo>
                  <a:pt x="112881" y="20162"/>
                </a:lnTo>
                <a:close/>
                <a:moveTo>
                  <a:pt x="109397" y="17772"/>
                </a:moveTo>
                <a:lnTo>
                  <a:pt x="109397" y="17772"/>
                </a:lnTo>
                <a:cubicBezTo>
                  <a:pt x="109521" y="17797"/>
                  <a:pt x="109596" y="17822"/>
                  <a:pt x="109646" y="17897"/>
                </a:cubicBezTo>
                <a:cubicBezTo>
                  <a:pt x="109770" y="17972"/>
                  <a:pt x="109894" y="18046"/>
                  <a:pt x="110019" y="18146"/>
                </a:cubicBezTo>
                <a:cubicBezTo>
                  <a:pt x="110118" y="18196"/>
                  <a:pt x="110218" y="18270"/>
                  <a:pt x="110318" y="18370"/>
                </a:cubicBezTo>
                <a:cubicBezTo>
                  <a:pt x="110492" y="18519"/>
                  <a:pt x="110691" y="18644"/>
                  <a:pt x="110865" y="18793"/>
                </a:cubicBezTo>
                <a:cubicBezTo>
                  <a:pt x="111089" y="18992"/>
                  <a:pt x="111338" y="19141"/>
                  <a:pt x="111512" y="19316"/>
                </a:cubicBezTo>
                <a:cubicBezTo>
                  <a:pt x="111936" y="19664"/>
                  <a:pt x="112309" y="20038"/>
                  <a:pt x="112632" y="20436"/>
                </a:cubicBezTo>
                <a:lnTo>
                  <a:pt x="112632" y="20461"/>
                </a:lnTo>
                <a:cubicBezTo>
                  <a:pt x="112632" y="20481"/>
                  <a:pt x="112632" y="20497"/>
                  <a:pt x="112636" y="20510"/>
                </a:cubicBezTo>
                <a:lnTo>
                  <a:pt x="112636" y="20510"/>
                </a:lnTo>
                <a:cubicBezTo>
                  <a:pt x="111677" y="19485"/>
                  <a:pt x="110597" y="18556"/>
                  <a:pt x="109397" y="17772"/>
                </a:cubicBezTo>
                <a:close/>
                <a:moveTo>
                  <a:pt x="74350" y="10056"/>
                </a:moveTo>
                <a:cubicBezTo>
                  <a:pt x="74425" y="10181"/>
                  <a:pt x="74624" y="10230"/>
                  <a:pt x="74773" y="10305"/>
                </a:cubicBezTo>
                <a:cubicBezTo>
                  <a:pt x="74997" y="10405"/>
                  <a:pt x="75246" y="10479"/>
                  <a:pt x="75470" y="10579"/>
                </a:cubicBezTo>
                <a:cubicBezTo>
                  <a:pt x="75669" y="10679"/>
                  <a:pt x="75893" y="10803"/>
                  <a:pt x="76117" y="10927"/>
                </a:cubicBezTo>
                <a:cubicBezTo>
                  <a:pt x="76341" y="11052"/>
                  <a:pt x="76515" y="11151"/>
                  <a:pt x="76715" y="11276"/>
                </a:cubicBezTo>
                <a:cubicBezTo>
                  <a:pt x="76739" y="11276"/>
                  <a:pt x="76739" y="11301"/>
                  <a:pt x="76764" y="11301"/>
                </a:cubicBezTo>
                <a:lnTo>
                  <a:pt x="77337" y="11674"/>
                </a:lnTo>
                <a:cubicBezTo>
                  <a:pt x="77511" y="11824"/>
                  <a:pt x="77735" y="11948"/>
                  <a:pt x="77909" y="12097"/>
                </a:cubicBezTo>
                <a:cubicBezTo>
                  <a:pt x="78108" y="12272"/>
                  <a:pt x="78258" y="12421"/>
                  <a:pt x="78407" y="12570"/>
                </a:cubicBezTo>
                <a:cubicBezTo>
                  <a:pt x="78581" y="12720"/>
                  <a:pt x="78731" y="12844"/>
                  <a:pt x="78880" y="13018"/>
                </a:cubicBezTo>
                <a:lnTo>
                  <a:pt x="78407" y="13466"/>
                </a:lnTo>
                <a:lnTo>
                  <a:pt x="78208" y="13690"/>
                </a:lnTo>
                <a:cubicBezTo>
                  <a:pt x="77984" y="13914"/>
                  <a:pt x="77760" y="14163"/>
                  <a:pt x="77586" y="14387"/>
                </a:cubicBezTo>
                <a:cubicBezTo>
                  <a:pt x="77536" y="14412"/>
                  <a:pt x="77511" y="14437"/>
                  <a:pt x="77486" y="14512"/>
                </a:cubicBezTo>
                <a:cubicBezTo>
                  <a:pt x="77237" y="14786"/>
                  <a:pt x="77013" y="15034"/>
                  <a:pt x="76789" y="15308"/>
                </a:cubicBezTo>
                <a:cubicBezTo>
                  <a:pt x="76715" y="15433"/>
                  <a:pt x="76615" y="15532"/>
                  <a:pt x="76540" y="15657"/>
                </a:cubicBezTo>
                <a:cubicBezTo>
                  <a:pt x="76416" y="15806"/>
                  <a:pt x="76291" y="16005"/>
                  <a:pt x="76167" y="16155"/>
                </a:cubicBezTo>
                <a:cubicBezTo>
                  <a:pt x="76092" y="16279"/>
                  <a:pt x="75993" y="16428"/>
                  <a:pt x="75893" y="16553"/>
                </a:cubicBezTo>
                <a:cubicBezTo>
                  <a:pt x="75794" y="16702"/>
                  <a:pt x="75669" y="16876"/>
                  <a:pt x="75594" y="17001"/>
                </a:cubicBezTo>
                <a:cubicBezTo>
                  <a:pt x="75495" y="17150"/>
                  <a:pt x="75395" y="17275"/>
                  <a:pt x="75296" y="17424"/>
                </a:cubicBezTo>
                <a:cubicBezTo>
                  <a:pt x="75221" y="17573"/>
                  <a:pt x="75122" y="17698"/>
                  <a:pt x="75022" y="17872"/>
                </a:cubicBezTo>
                <a:cubicBezTo>
                  <a:pt x="74922" y="18021"/>
                  <a:pt x="74848" y="18146"/>
                  <a:pt x="74773" y="18295"/>
                </a:cubicBezTo>
                <a:cubicBezTo>
                  <a:pt x="74674" y="18445"/>
                  <a:pt x="74599" y="18619"/>
                  <a:pt x="74524" y="18768"/>
                </a:cubicBezTo>
                <a:cubicBezTo>
                  <a:pt x="74499" y="18868"/>
                  <a:pt x="74425" y="18917"/>
                  <a:pt x="74400" y="19017"/>
                </a:cubicBezTo>
                <a:cubicBezTo>
                  <a:pt x="73255" y="19515"/>
                  <a:pt x="72110" y="20038"/>
                  <a:pt x="70940" y="20610"/>
                </a:cubicBezTo>
                <a:cubicBezTo>
                  <a:pt x="70517" y="20361"/>
                  <a:pt x="70044" y="20137"/>
                  <a:pt x="69571" y="19938"/>
                </a:cubicBezTo>
                <a:cubicBezTo>
                  <a:pt x="70417" y="16428"/>
                  <a:pt x="72010" y="13018"/>
                  <a:pt x="74350" y="10056"/>
                </a:cubicBezTo>
                <a:close/>
                <a:moveTo>
                  <a:pt x="58494" y="10405"/>
                </a:moveTo>
                <a:lnTo>
                  <a:pt x="58494" y="10405"/>
                </a:lnTo>
                <a:cubicBezTo>
                  <a:pt x="57922" y="12023"/>
                  <a:pt x="57548" y="13790"/>
                  <a:pt x="57374" y="15657"/>
                </a:cubicBezTo>
                <a:cubicBezTo>
                  <a:pt x="57225" y="15756"/>
                  <a:pt x="57051" y="15831"/>
                  <a:pt x="56876" y="15955"/>
                </a:cubicBezTo>
                <a:lnTo>
                  <a:pt x="54736" y="17275"/>
                </a:lnTo>
                <a:cubicBezTo>
                  <a:pt x="53865" y="17822"/>
                  <a:pt x="52968" y="18395"/>
                  <a:pt x="52097" y="18992"/>
                </a:cubicBezTo>
                <a:lnTo>
                  <a:pt x="51251" y="19540"/>
                </a:lnTo>
                <a:cubicBezTo>
                  <a:pt x="50654" y="19938"/>
                  <a:pt x="50081" y="20336"/>
                  <a:pt x="49484" y="20784"/>
                </a:cubicBezTo>
                <a:cubicBezTo>
                  <a:pt x="49484" y="20759"/>
                  <a:pt x="49459" y="20759"/>
                  <a:pt x="49459" y="20759"/>
                </a:cubicBezTo>
                <a:cubicBezTo>
                  <a:pt x="48588" y="19888"/>
                  <a:pt x="47766" y="19067"/>
                  <a:pt x="46995" y="18395"/>
                </a:cubicBezTo>
                <a:cubicBezTo>
                  <a:pt x="46173" y="17673"/>
                  <a:pt x="45426" y="17051"/>
                  <a:pt x="44729" y="16553"/>
                </a:cubicBezTo>
                <a:cubicBezTo>
                  <a:pt x="44779" y="16528"/>
                  <a:pt x="44879" y="16453"/>
                  <a:pt x="44929" y="16428"/>
                </a:cubicBezTo>
                <a:cubicBezTo>
                  <a:pt x="45277" y="16254"/>
                  <a:pt x="45601" y="16030"/>
                  <a:pt x="45924" y="15831"/>
                </a:cubicBezTo>
                <a:lnTo>
                  <a:pt x="46123" y="15756"/>
                </a:lnTo>
                <a:cubicBezTo>
                  <a:pt x="46248" y="15682"/>
                  <a:pt x="46323" y="15632"/>
                  <a:pt x="46447" y="15557"/>
                </a:cubicBezTo>
                <a:cubicBezTo>
                  <a:pt x="46895" y="15308"/>
                  <a:pt x="47293" y="15084"/>
                  <a:pt x="47741" y="14835"/>
                </a:cubicBezTo>
                <a:lnTo>
                  <a:pt x="47766" y="14835"/>
                </a:lnTo>
                <a:cubicBezTo>
                  <a:pt x="51425" y="12894"/>
                  <a:pt x="55034" y="11400"/>
                  <a:pt x="58494" y="10405"/>
                </a:cubicBezTo>
                <a:close/>
                <a:moveTo>
                  <a:pt x="69446" y="20187"/>
                </a:moveTo>
                <a:cubicBezTo>
                  <a:pt x="69894" y="20361"/>
                  <a:pt x="70293" y="20535"/>
                  <a:pt x="70666" y="20759"/>
                </a:cubicBezTo>
                <a:cubicBezTo>
                  <a:pt x="70641" y="20759"/>
                  <a:pt x="70641" y="20784"/>
                  <a:pt x="70591" y="20784"/>
                </a:cubicBezTo>
                <a:cubicBezTo>
                  <a:pt x="70218" y="20610"/>
                  <a:pt x="69870" y="20411"/>
                  <a:pt x="69446" y="20262"/>
                </a:cubicBezTo>
                <a:lnTo>
                  <a:pt x="69446" y="20187"/>
                </a:lnTo>
                <a:close/>
                <a:moveTo>
                  <a:pt x="74225" y="19291"/>
                </a:moveTo>
                <a:cubicBezTo>
                  <a:pt x="74176" y="19316"/>
                  <a:pt x="74176" y="19390"/>
                  <a:pt x="74151" y="19415"/>
                </a:cubicBezTo>
                <a:lnTo>
                  <a:pt x="71164" y="20809"/>
                </a:lnTo>
                <a:cubicBezTo>
                  <a:pt x="71139" y="20784"/>
                  <a:pt x="71114" y="20784"/>
                  <a:pt x="71064" y="20759"/>
                </a:cubicBezTo>
                <a:cubicBezTo>
                  <a:pt x="72135" y="20262"/>
                  <a:pt x="73155" y="19764"/>
                  <a:pt x="74225" y="19291"/>
                </a:cubicBezTo>
                <a:close/>
                <a:moveTo>
                  <a:pt x="44505" y="16652"/>
                </a:moveTo>
                <a:cubicBezTo>
                  <a:pt x="45924" y="17673"/>
                  <a:pt x="47542" y="19067"/>
                  <a:pt x="49334" y="20909"/>
                </a:cubicBezTo>
                <a:lnTo>
                  <a:pt x="49260" y="20934"/>
                </a:lnTo>
                <a:cubicBezTo>
                  <a:pt x="49110" y="20784"/>
                  <a:pt x="48986" y="20635"/>
                  <a:pt x="48837" y="20510"/>
                </a:cubicBezTo>
                <a:lnTo>
                  <a:pt x="48712" y="20386"/>
                </a:lnTo>
                <a:lnTo>
                  <a:pt x="48339" y="20013"/>
                </a:lnTo>
                <a:lnTo>
                  <a:pt x="47990" y="19664"/>
                </a:lnTo>
                <a:lnTo>
                  <a:pt x="47891" y="19565"/>
                </a:lnTo>
                <a:cubicBezTo>
                  <a:pt x="46646" y="18395"/>
                  <a:pt x="45501" y="17424"/>
                  <a:pt x="44431" y="16677"/>
                </a:cubicBezTo>
                <a:cubicBezTo>
                  <a:pt x="44481" y="16677"/>
                  <a:pt x="44505" y="16677"/>
                  <a:pt x="44505" y="16652"/>
                </a:cubicBezTo>
                <a:close/>
                <a:moveTo>
                  <a:pt x="112981" y="20710"/>
                </a:moveTo>
                <a:lnTo>
                  <a:pt x="113081" y="20809"/>
                </a:lnTo>
                <a:cubicBezTo>
                  <a:pt x="113056" y="20859"/>
                  <a:pt x="113056" y="20884"/>
                  <a:pt x="113081" y="20934"/>
                </a:cubicBezTo>
                <a:cubicBezTo>
                  <a:pt x="113056" y="20909"/>
                  <a:pt x="113006" y="20884"/>
                  <a:pt x="113006" y="20859"/>
                </a:cubicBezTo>
                <a:cubicBezTo>
                  <a:pt x="113006" y="20809"/>
                  <a:pt x="112981" y="20759"/>
                  <a:pt x="112981" y="20710"/>
                </a:cubicBezTo>
                <a:close/>
                <a:moveTo>
                  <a:pt x="57354" y="15918"/>
                </a:moveTo>
                <a:lnTo>
                  <a:pt x="57354" y="15918"/>
                </a:lnTo>
                <a:cubicBezTo>
                  <a:pt x="57349" y="15927"/>
                  <a:pt x="57349" y="15941"/>
                  <a:pt x="57349" y="15955"/>
                </a:cubicBezTo>
                <a:cubicBezTo>
                  <a:pt x="56553" y="16428"/>
                  <a:pt x="55756" y="16926"/>
                  <a:pt x="54960" y="17424"/>
                </a:cubicBezTo>
                <a:cubicBezTo>
                  <a:pt x="54736" y="17548"/>
                  <a:pt x="54512" y="17698"/>
                  <a:pt x="54313" y="17872"/>
                </a:cubicBezTo>
                <a:cubicBezTo>
                  <a:pt x="53616" y="18295"/>
                  <a:pt x="52944" y="18743"/>
                  <a:pt x="52247" y="19191"/>
                </a:cubicBezTo>
                <a:cubicBezTo>
                  <a:pt x="51898" y="19415"/>
                  <a:pt x="51599" y="19664"/>
                  <a:pt x="51251" y="19888"/>
                </a:cubicBezTo>
                <a:cubicBezTo>
                  <a:pt x="50728" y="20262"/>
                  <a:pt x="50206" y="20610"/>
                  <a:pt x="49658" y="20983"/>
                </a:cubicBezTo>
                <a:lnTo>
                  <a:pt x="49633" y="20934"/>
                </a:lnTo>
                <a:cubicBezTo>
                  <a:pt x="50156" y="20560"/>
                  <a:pt x="50703" y="20187"/>
                  <a:pt x="51226" y="19863"/>
                </a:cubicBezTo>
                <a:cubicBezTo>
                  <a:pt x="51575" y="19639"/>
                  <a:pt x="51873" y="19390"/>
                  <a:pt x="52222" y="19166"/>
                </a:cubicBezTo>
                <a:lnTo>
                  <a:pt x="53068" y="18619"/>
                </a:lnTo>
                <a:cubicBezTo>
                  <a:pt x="54480" y="17653"/>
                  <a:pt x="55941" y="16761"/>
                  <a:pt x="57354" y="15918"/>
                </a:cubicBezTo>
                <a:close/>
                <a:moveTo>
                  <a:pt x="70840" y="20884"/>
                </a:moveTo>
                <a:cubicBezTo>
                  <a:pt x="70890" y="20909"/>
                  <a:pt x="70915" y="20909"/>
                  <a:pt x="70940" y="20934"/>
                </a:cubicBezTo>
                <a:cubicBezTo>
                  <a:pt x="70915" y="20934"/>
                  <a:pt x="70915" y="20983"/>
                  <a:pt x="70890" y="20983"/>
                </a:cubicBezTo>
                <a:cubicBezTo>
                  <a:pt x="70840" y="20934"/>
                  <a:pt x="70815" y="20909"/>
                  <a:pt x="70790" y="20909"/>
                </a:cubicBezTo>
                <a:cubicBezTo>
                  <a:pt x="70815" y="20909"/>
                  <a:pt x="70815" y="20884"/>
                  <a:pt x="70840" y="20884"/>
                </a:cubicBezTo>
                <a:close/>
                <a:moveTo>
                  <a:pt x="49484" y="21033"/>
                </a:moveTo>
                <a:lnTo>
                  <a:pt x="49509" y="21058"/>
                </a:lnTo>
                <a:lnTo>
                  <a:pt x="49533" y="21083"/>
                </a:lnTo>
                <a:lnTo>
                  <a:pt x="49509" y="21133"/>
                </a:lnTo>
                <a:lnTo>
                  <a:pt x="49484" y="21158"/>
                </a:lnTo>
                <a:lnTo>
                  <a:pt x="49409" y="21058"/>
                </a:lnTo>
                <a:lnTo>
                  <a:pt x="49484" y="21033"/>
                </a:lnTo>
                <a:close/>
                <a:moveTo>
                  <a:pt x="69421" y="20436"/>
                </a:moveTo>
                <a:cubicBezTo>
                  <a:pt x="69745" y="20560"/>
                  <a:pt x="70069" y="20734"/>
                  <a:pt x="70417" y="20884"/>
                </a:cubicBezTo>
                <a:cubicBezTo>
                  <a:pt x="70019" y="21058"/>
                  <a:pt x="69596" y="21282"/>
                  <a:pt x="69197" y="21506"/>
                </a:cubicBezTo>
                <a:cubicBezTo>
                  <a:pt x="69272" y="21158"/>
                  <a:pt x="69322" y="20784"/>
                  <a:pt x="69421" y="20436"/>
                </a:cubicBezTo>
                <a:close/>
                <a:moveTo>
                  <a:pt x="69173" y="20336"/>
                </a:moveTo>
                <a:cubicBezTo>
                  <a:pt x="69173" y="20361"/>
                  <a:pt x="69197" y="20361"/>
                  <a:pt x="69247" y="20386"/>
                </a:cubicBezTo>
                <a:cubicBezTo>
                  <a:pt x="69148" y="20784"/>
                  <a:pt x="69048" y="21232"/>
                  <a:pt x="68973" y="21631"/>
                </a:cubicBezTo>
                <a:cubicBezTo>
                  <a:pt x="68949" y="21631"/>
                  <a:pt x="68949" y="21655"/>
                  <a:pt x="68924" y="21655"/>
                </a:cubicBezTo>
                <a:cubicBezTo>
                  <a:pt x="68973" y="21207"/>
                  <a:pt x="69073" y="20784"/>
                  <a:pt x="69173" y="20336"/>
                </a:cubicBezTo>
                <a:close/>
                <a:moveTo>
                  <a:pt x="70616" y="21008"/>
                </a:moveTo>
                <a:cubicBezTo>
                  <a:pt x="70641" y="21033"/>
                  <a:pt x="70666" y="21033"/>
                  <a:pt x="70691" y="21058"/>
                </a:cubicBezTo>
                <a:cubicBezTo>
                  <a:pt x="70168" y="21307"/>
                  <a:pt x="69670" y="21606"/>
                  <a:pt x="69148" y="21855"/>
                </a:cubicBezTo>
                <a:lnTo>
                  <a:pt x="69148" y="21755"/>
                </a:lnTo>
                <a:cubicBezTo>
                  <a:pt x="69646" y="21506"/>
                  <a:pt x="70118" y="21257"/>
                  <a:pt x="70616" y="21008"/>
                </a:cubicBezTo>
                <a:close/>
                <a:moveTo>
                  <a:pt x="68924" y="21855"/>
                </a:moveTo>
                <a:lnTo>
                  <a:pt x="68924" y="21929"/>
                </a:lnTo>
                <a:cubicBezTo>
                  <a:pt x="68899" y="21929"/>
                  <a:pt x="68899" y="21954"/>
                  <a:pt x="68874" y="21954"/>
                </a:cubicBezTo>
                <a:lnTo>
                  <a:pt x="68874" y="21879"/>
                </a:lnTo>
                <a:cubicBezTo>
                  <a:pt x="68899" y="21879"/>
                  <a:pt x="68899" y="21855"/>
                  <a:pt x="68924" y="21855"/>
                </a:cubicBezTo>
                <a:close/>
                <a:moveTo>
                  <a:pt x="74026" y="19714"/>
                </a:moveTo>
                <a:lnTo>
                  <a:pt x="74026" y="19764"/>
                </a:lnTo>
                <a:cubicBezTo>
                  <a:pt x="73977" y="19913"/>
                  <a:pt x="73902" y="20038"/>
                  <a:pt x="73802" y="20187"/>
                </a:cubicBezTo>
                <a:cubicBezTo>
                  <a:pt x="73728" y="20336"/>
                  <a:pt x="73653" y="20535"/>
                  <a:pt x="73553" y="20685"/>
                </a:cubicBezTo>
                <a:cubicBezTo>
                  <a:pt x="73504" y="20809"/>
                  <a:pt x="73429" y="20958"/>
                  <a:pt x="73379" y="21083"/>
                </a:cubicBezTo>
                <a:cubicBezTo>
                  <a:pt x="73304" y="21257"/>
                  <a:pt x="73230" y="21431"/>
                  <a:pt x="73155" y="21631"/>
                </a:cubicBezTo>
                <a:cubicBezTo>
                  <a:pt x="73105" y="21755"/>
                  <a:pt x="73056" y="21904"/>
                  <a:pt x="73006" y="22029"/>
                </a:cubicBezTo>
                <a:cubicBezTo>
                  <a:pt x="72981" y="22103"/>
                  <a:pt x="72981" y="22128"/>
                  <a:pt x="72931" y="22178"/>
                </a:cubicBezTo>
                <a:cubicBezTo>
                  <a:pt x="72483" y="21705"/>
                  <a:pt x="71935" y="21307"/>
                  <a:pt x="71363" y="20934"/>
                </a:cubicBezTo>
                <a:cubicBezTo>
                  <a:pt x="72259" y="20510"/>
                  <a:pt x="73130" y="20087"/>
                  <a:pt x="74026" y="19714"/>
                </a:cubicBezTo>
                <a:close/>
                <a:moveTo>
                  <a:pt x="71139" y="21033"/>
                </a:moveTo>
                <a:cubicBezTo>
                  <a:pt x="71761" y="21407"/>
                  <a:pt x="72359" y="21879"/>
                  <a:pt x="72856" y="22377"/>
                </a:cubicBezTo>
                <a:cubicBezTo>
                  <a:pt x="72881" y="22402"/>
                  <a:pt x="72856" y="22427"/>
                  <a:pt x="72856" y="22427"/>
                </a:cubicBezTo>
                <a:cubicBezTo>
                  <a:pt x="72309" y="21904"/>
                  <a:pt x="71736" y="21431"/>
                  <a:pt x="71064" y="21058"/>
                </a:cubicBezTo>
                <a:cubicBezTo>
                  <a:pt x="71114" y="21058"/>
                  <a:pt x="71114" y="21033"/>
                  <a:pt x="71139" y="21033"/>
                </a:cubicBezTo>
                <a:close/>
                <a:moveTo>
                  <a:pt x="57374" y="16179"/>
                </a:moveTo>
                <a:lnTo>
                  <a:pt x="57374" y="16179"/>
                </a:lnTo>
                <a:cubicBezTo>
                  <a:pt x="57250" y="17499"/>
                  <a:pt x="57250" y="18793"/>
                  <a:pt x="57324" y="20137"/>
                </a:cubicBezTo>
                <a:cubicBezTo>
                  <a:pt x="55308" y="20685"/>
                  <a:pt x="53217" y="21506"/>
                  <a:pt x="51102" y="22502"/>
                </a:cubicBezTo>
                <a:cubicBezTo>
                  <a:pt x="51102" y="22477"/>
                  <a:pt x="51077" y="22477"/>
                  <a:pt x="51077" y="22427"/>
                </a:cubicBezTo>
                <a:cubicBezTo>
                  <a:pt x="50853" y="22178"/>
                  <a:pt x="50629" y="21954"/>
                  <a:pt x="50405" y="21705"/>
                </a:cubicBezTo>
                <a:cubicBezTo>
                  <a:pt x="50230" y="21506"/>
                  <a:pt x="50006" y="21282"/>
                  <a:pt x="49832" y="21058"/>
                </a:cubicBezTo>
                <a:cubicBezTo>
                  <a:pt x="50355" y="20685"/>
                  <a:pt x="50878" y="20311"/>
                  <a:pt x="51400" y="19988"/>
                </a:cubicBezTo>
                <a:cubicBezTo>
                  <a:pt x="51749" y="19764"/>
                  <a:pt x="52097" y="19515"/>
                  <a:pt x="52446" y="19291"/>
                </a:cubicBezTo>
                <a:lnTo>
                  <a:pt x="54313" y="18071"/>
                </a:lnTo>
                <a:cubicBezTo>
                  <a:pt x="54586" y="17897"/>
                  <a:pt x="54860" y="17698"/>
                  <a:pt x="55134" y="17548"/>
                </a:cubicBezTo>
                <a:cubicBezTo>
                  <a:pt x="55881" y="17075"/>
                  <a:pt x="56627" y="16603"/>
                  <a:pt x="57374" y="16179"/>
                </a:cubicBezTo>
                <a:close/>
                <a:moveTo>
                  <a:pt x="111508" y="15961"/>
                </a:moveTo>
                <a:lnTo>
                  <a:pt x="111508" y="15961"/>
                </a:lnTo>
                <a:cubicBezTo>
                  <a:pt x="112181" y="16960"/>
                  <a:pt x="113240" y="18615"/>
                  <a:pt x="114201" y="20635"/>
                </a:cubicBezTo>
                <a:cubicBezTo>
                  <a:pt x="114534" y="21324"/>
                  <a:pt x="114788" y="21974"/>
                  <a:pt x="115034" y="22566"/>
                </a:cubicBezTo>
                <a:lnTo>
                  <a:pt x="115034" y="22566"/>
                </a:lnTo>
                <a:cubicBezTo>
                  <a:pt x="115026" y="22557"/>
                  <a:pt x="115014" y="22552"/>
                  <a:pt x="114997" y="22552"/>
                </a:cubicBezTo>
                <a:cubicBezTo>
                  <a:pt x="114723" y="22153"/>
                  <a:pt x="114450" y="21755"/>
                  <a:pt x="114126" y="21332"/>
                </a:cubicBezTo>
                <a:lnTo>
                  <a:pt x="114051" y="21257"/>
                </a:lnTo>
                <a:cubicBezTo>
                  <a:pt x="113728" y="20884"/>
                  <a:pt x="113429" y="20510"/>
                  <a:pt x="113081" y="20137"/>
                </a:cubicBezTo>
                <a:cubicBezTo>
                  <a:pt x="113006" y="19838"/>
                  <a:pt x="112881" y="19565"/>
                  <a:pt x="112832" y="19291"/>
                </a:cubicBezTo>
                <a:lnTo>
                  <a:pt x="112558" y="18370"/>
                </a:lnTo>
                <a:cubicBezTo>
                  <a:pt x="112458" y="18071"/>
                  <a:pt x="112334" y="17822"/>
                  <a:pt x="112234" y="17573"/>
                </a:cubicBezTo>
                <a:cubicBezTo>
                  <a:pt x="112110" y="17275"/>
                  <a:pt x="112010" y="16951"/>
                  <a:pt x="111861" y="16677"/>
                </a:cubicBezTo>
                <a:cubicBezTo>
                  <a:pt x="111761" y="16428"/>
                  <a:pt x="111637" y="16204"/>
                  <a:pt x="111512" y="15980"/>
                </a:cubicBezTo>
                <a:cubicBezTo>
                  <a:pt x="111512" y="15974"/>
                  <a:pt x="111511" y="15967"/>
                  <a:pt x="111508" y="15961"/>
                </a:cubicBezTo>
                <a:close/>
                <a:moveTo>
                  <a:pt x="49633" y="21232"/>
                </a:moveTo>
                <a:cubicBezTo>
                  <a:pt x="49832" y="21407"/>
                  <a:pt x="50006" y="21631"/>
                  <a:pt x="50206" y="21805"/>
                </a:cubicBezTo>
                <a:cubicBezTo>
                  <a:pt x="50405" y="22054"/>
                  <a:pt x="50654" y="22278"/>
                  <a:pt x="50878" y="22527"/>
                </a:cubicBezTo>
                <a:lnTo>
                  <a:pt x="50902" y="22552"/>
                </a:lnTo>
                <a:cubicBezTo>
                  <a:pt x="50878" y="22552"/>
                  <a:pt x="50878" y="22601"/>
                  <a:pt x="50853" y="22601"/>
                </a:cubicBezTo>
                <a:lnTo>
                  <a:pt x="50778" y="22527"/>
                </a:lnTo>
                <a:cubicBezTo>
                  <a:pt x="50703" y="22402"/>
                  <a:pt x="50579" y="22303"/>
                  <a:pt x="50479" y="22178"/>
                </a:cubicBezTo>
                <a:cubicBezTo>
                  <a:pt x="50156" y="21855"/>
                  <a:pt x="49882" y="21531"/>
                  <a:pt x="49583" y="21232"/>
                </a:cubicBezTo>
                <a:lnTo>
                  <a:pt x="49583" y="21232"/>
                </a:lnTo>
                <a:cubicBezTo>
                  <a:pt x="49592" y="21241"/>
                  <a:pt x="49597" y="21243"/>
                  <a:pt x="49602" y="21243"/>
                </a:cubicBezTo>
                <a:cubicBezTo>
                  <a:pt x="49611" y="21243"/>
                  <a:pt x="49616" y="21232"/>
                  <a:pt x="49633" y="21232"/>
                </a:cubicBezTo>
                <a:close/>
                <a:moveTo>
                  <a:pt x="57349" y="20311"/>
                </a:moveTo>
                <a:lnTo>
                  <a:pt x="57349" y="20386"/>
                </a:lnTo>
                <a:cubicBezTo>
                  <a:pt x="55383" y="20934"/>
                  <a:pt x="53342" y="21705"/>
                  <a:pt x="51251" y="22676"/>
                </a:cubicBezTo>
                <a:cubicBezTo>
                  <a:pt x="51251" y="22676"/>
                  <a:pt x="51226" y="22676"/>
                  <a:pt x="51226" y="22651"/>
                </a:cubicBezTo>
                <a:cubicBezTo>
                  <a:pt x="53317" y="21655"/>
                  <a:pt x="55358" y="20884"/>
                  <a:pt x="57349" y="20311"/>
                </a:cubicBezTo>
                <a:close/>
                <a:moveTo>
                  <a:pt x="51077" y="22751"/>
                </a:moveTo>
                <a:cubicBezTo>
                  <a:pt x="51077" y="22776"/>
                  <a:pt x="51077" y="22776"/>
                  <a:pt x="51102" y="22800"/>
                </a:cubicBezTo>
                <a:cubicBezTo>
                  <a:pt x="51077" y="22800"/>
                  <a:pt x="51077" y="22825"/>
                  <a:pt x="51027" y="22825"/>
                </a:cubicBezTo>
                <a:cubicBezTo>
                  <a:pt x="51027" y="22800"/>
                  <a:pt x="51002" y="22800"/>
                  <a:pt x="51002" y="22776"/>
                </a:cubicBezTo>
                <a:cubicBezTo>
                  <a:pt x="51027" y="22776"/>
                  <a:pt x="51027" y="22751"/>
                  <a:pt x="51077" y="22751"/>
                </a:cubicBezTo>
                <a:close/>
                <a:moveTo>
                  <a:pt x="113329" y="18395"/>
                </a:moveTo>
                <a:lnTo>
                  <a:pt x="113329" y="18395"/>
                </a:lnTo>
                <a:cubicBezTo>
                  <a:pt x="113603" y="18893"/>
                  <a:pt x="113852" y="19316"/>
                  <a:pt x="113977" y="19540"/>
                </a:cubicBezTo>
                <a:cubicBezTo>
                  <a:pt x="114126" y="19814"/>
                  <a:pt x="114300" y="20137"/>
                  <a:pt x="114425" y="20436"/>
                </a:cubicBezTo>
                <a:cubicBezTo>
                  <a:pt x="115047" y="21780"/>
                  <a:pt x="115495" y="22975"/>
                  <a:pt x="115868" y="23995"/>
                </a:cubicBezTo>
                <a:cubicBezTo>
                  <a:pt x="115868" y="24020"/>
                  <a:pt x="115918" y="24045"/>
                  <a:pt x="115918" y="24095"/>
                </a:cubicBezTo>
                <a:cubicBezTo>
                  <a:pt x="115868" y="24045"/>
                  <a:pt x="115843" y="23995"/>
                  <a:pt x="115843" y="23970"/>
                </a:cubicBezTo>
                <a:cubicBezTo>
                  <a:pt x="115843" y="23970"/>
                  <a:pt x="115843" y="23921"/>
                  <a:pt x="115819" y="23921"/>
                </a:cubicBezTo>
                <a:lnTo>
                  <a:pt x="115819" y="23896"/>
                </a:lnTo>
                <a:cubicBezTo>
                  <a:pt x="115769" y="23846"/>
                  <a:pt x="115744" y="23771"/>
                  <a:pt x="115719" y="23672"/>
                </a:cubicBezTo>
                <a:cubicBezTo>
                  <a:pt x="115370" y="22726"/>
                  <a:pt x="114947" y="21655"/>
                  <a:pt x="114375" y="20436"/>
                </a:cubicBezTo>
                <a:cubicBezTo>
                  <a:pt x="114026" y="19739"/>
                  <a:pt x="113653" y="19017"/>
                  <a:pt x="113329" y="18395"/>
                </a:cubicBezTo>
                <a:close/>
                <a:moveTo>
                  <a:pt x="113180" y="20535"/>
                </a:moveTo>
                <a:lnTo>
                  <a:pt x="113180" y="20535"/>
                </a:lnTo>
                <a:cubicBezTo>
                  <a:pt x="113429" y="20809"/>
                  <a:pt x="113678" y="21058"/>
                  <a:pt x="113877" y="21382"/>
                </a:cubicBezTo>
                <a:cubicBezTo>
                  <a:pt x="113927" y="21407"/>
                  <a:pt x="113952" y="21431"/>
                  <a:pt x="113952" y="21481"/>
                </a:cubicBezTo>
                <a:cubicBezTo>
                  <a:pt x="114250" y="21879"/>
                  <a:pt x="114524" y="22278"/>
                  <a:pt x="114823" y="22676"/>
                </a:cubicBezTo>
                <a:cubicBezTo>
                  <a:pt x="114823" y="22726"/>
                  <a:pt x="114848" y="22726"/>
                  <a:pt x="114848" y="22751"/>
                </a:cubicBezTo>
                <a:cubicBezTo>
                  <a:pt x="115097" y="23124"/>
                  <a:pt x="115296" y="23497"/>
                  <a:pt x="115495" y="23871"/>
                </a:cubicBezTo>
                <a:cubicBezTo>
                  <a:pt x="115545" y="23995"/>
                  <a:pt x="115595" y="24120"/>
                  <a:pt x="115619" y="24244"/>
                </a:cubicBezTo>
                <a:cubicBezTo>
                  <a:pt x="115221" y="23398"/>
                  <a:pt x="114723" y="22626"/>
                  <a:pt x="114176" y="21855"/>
                </a:cubicBezTo>
                <a:cubicBezTo>
                  <a:pt x="114126" y="21805"/>
                  <a:pt x="114101" y="21755"/>
                  <a:pt x="114076" y="21705"/>
                </a:cubicBezTo>
                <a:cubicBezTo>
                  <a:pt x="113802" y="21332"/>
                  <a:pt x="113504" y="21008"/>
                  <a:pt x="113205" y="20660"/>
                </a:cubicBezTo>
                <a:cubicBezTo>
                  <a:pt x="113230" y="20660"/>
                  <a:pt x="113230" y="20660"/>
                  <a:pt x="113205" y="20635"/>
                </a:cubicBezTo>
                <a:lnTo>
                  <a:pt x="113180" y="20535"/>
                </a:lnTo>
                <a:close/>
                <a:moveTo>
                  <a:pt x="93143" y="14935"/>
                </a:moveTo>
                <a:cubicBezTo>
                  <a:pt x="93889" y="18021"/>
                  <a:pt x="94014" y="21506"/>
                  <a:pt x="93516" y="25215"/>
                </a:cubicBezTo>
                <a:lnTo>
                  <a:pt x="93441" y="25215"/>
                </a:lnTo>
                <a:cubicBezTo>
                  <a:pt x="93939" y="21506"/>
                  <a:pt x="93840" y="18046"/>
                  <a:pt x="93068" y="14935"/>
                </a:cubicBezTo>
                <a:close/>
                <a:moveTo>
                  <a:pt x="93466" y="25389"/>
                </a:moveTo>
                <a:lnTo>
                  <a:pt x="93466" y="25464"/>
                </a:lnTo>
                <a:lnTo>
                  <a:pt x="93417" y="25464"/>
                </a:lnTo>
                <a:lnTo>
                  <a:pt x="93417" y="25389"/>
                </a:lnTo>
                <a:close/>
                <a:moveTo>
                  <a:pt x="97623" y="14512"/>
                </a:moveTo>
                <a:cubicBezTo>
                  <a:pt x="98245" y="14512"/>
                  <a:pt x="98868" y="14537"/>
                  <a:pt x="99490" y="14562"/>
                </a:cubicBezTo>
                <a:cubicBezTo>
                  <a:pt x="100983" y="14711"/>
                  <a:pt x="102427" y="15010"/>
                  <a:pt x="103771" y="15383"/>
                </a:cubicBezTo>
                <a:cubicBezTo>
                  <a:pt x="104593" y="18619"/>
                  <a:pt x="104742" y="22178"/>
                  <a:pt x="104344" y="25986"/>
                </a:cubicBezTo>
                <a:cubicBezTo>
                  <a:pt x="102139" y="25309"/>
                  <a:pt x="99740" y="24983"/>
                  <a:pt x="97155" y="24983"/>
                </a:cubicBezTo>
                <a:cubicBezTo>
                  <a:pt x="96035" y="24983"/>
                  <a:pt x="94880" y="25045"/>
                  <a:pt x="93690" y="25165"/>
                </a:cubicBezTo>
                <a:cubicBezTo>
                  <a:pt x="94188" y="21481"/>
                  <a:pt x="94089" y="17996"/>
                  <a:pt x="93317" y="14885"/>
                </a:cubicBezTo>
                <a:cubicBezTo>
                  <a:pt x="93441" y="14835"/>
                  <a:pt x="93541" y="14810"/>
                  <a:pt x="93665" y="14810"/>
                </a:cubicBezTo>
                <a:cubicBezTo>
                  <a:pt x="93939" y="14786"/>
                  <a:pt x="94263" y="14761"/>
                  <a:pt x="94537" y="14711"/>
                </a:cubicBezTo>
                <a:cubicBezTo>
                  <a:pt x="94910" y="14686"/>
                  <a:pt x="95283" y="14636"/>
                  <a:pt x="95657" y="14586"/>
                </a:cubicBezTo>
                <a:cubicBezTo>
                  <a:pt x="95955" y="14562"/>
                  <a:pt x="96279" y="14562"/>
                  <a:pt x="96627" y="14562"/>
                </a:cubicBezTo>
                <a:cubicBezTo>
                  <a:pt x="96926" y="14537"/>
                  <a:pt x="97275" y="14512"/>
                  <a:pt x="97623" y="14512"/>
                </a:cubicBezTo>
                <a:close/>
                <a:moveTo>
                  <a:pt x="103995" y="15433"/>
                </a:moveTo>
                <a:cubicBezTo>
                  <a:pt x="104020" y="15433"/>
                  <a:pt x="104045" y="15433"/>
                  <a:pt x="104045" y="15458"/>
                </a:cubicBezTo>
                <a:cubicBezTo>
                  <a:pt x="104842" y="18693"/>
                  <a:pt x="104991" y="22278"/>
                  <a:pt x="104593" y="26086"/>
                </a:cubicBezTo>
                <a:cubicBezTo>
                  <a:pt x="104543" y="26086"/>
                  <a:pt x="104543" y="26086"/>
                  <a:pt x="104518" y="26036"/>
                </a:cubicBezTo>
                <a:cubicBezTo>
                  <a:pt x="104916" y="22253"/>
                  <a:pt x="104792" y="18669"/>
                  <a:pt x="103995" y="15433"/>
                </a:cubicBezTo>
                <a:close/>
                <a:moveTo>
                  <a:pt x="116247" y="25401"/>
                </a:moveTo>
                <a:cubicBezTo>
                  <a:pt x="116259" y="25416"/>
                  <a:pt x="116291" y="25424"/>
                  <a:pt x="116291" y="25464"/>
                </a:cubicBezTo>
                <a:lnTo>
                  <a:pt x="116291" y="25489"/>
                </a:lnTo>
                <a:cubicBezTo>
                  <a:pt x="116366" y="25711"/>
                  <a:pt x="116440" y="25934"/>
                  <a:pt x="116490" y="26156"/>
                </a:cubicBezTo>
                <a:lnTo>
                  <a:pt x="116490" y="26156"/>
                </a:lnTo>
                <a:cubicBezTo>
                  <a:pt x="116481" y="26132"/>
                  <a:pt x="116473" y="26109"/>
                  <a:pt x="116466" y="26086"/>
                </a:cubicBezTo>
                <a:cubicBezTo>
                  <a:pt x="116392" y="25866"/>
                  <a:pt x="116343" y="25645"/>
                  <a:pt x="116247" y="25401"/>
                </a:cubicBezTo>
                <a:close/>
                <a:moveTo>
                  <a:pt x="44281" y="16802"/>
                </a:moveTo>
                <a:cubicBezTo>
                  <a:pt x="44481" y="16926"/>
                  <a:pt x="44630" y="17051"/>
                  <a:pt x="44804" y="17175"/>
                </a:cubicBezTo>
                <a:lnTo>
                  <a:pt x="45277" y="17548"/>
                </a:lnTo>
                <a:cubicBezTo>
                  <a:pt x="45302" y="17573"/>
                  <a:pt x="45327" y="17573"/>
                  <a:pt x="45327" y="17623"/>
                </a:cubicBezTo>
                <a:cubicBezTo>
                  <a:pt x="45700" y="17922"/>
                  <a:pt x="46123" y="18245"/>
                  <a:pt x="46497" y="18569"/>
                </a:cubicBezTo>
                <a:cubicBezTo>
                  <a:pt x="46497" y="18569"/>
                  <a:pt x="46522" y="18569"/>
                  <a:pt x="46522" y="18594"/>
                </a:cubicBezTo>
                <a:cubicBezTo>
                  <a:pt x="46671" y="18768"/>
                  <a:pt x="46870" y="18917"/>
                  <a:pt x="47044" y="19067"/>
                </a:cubicBezTo>
                <a:cubicBezTo>
                  <a:pt x="47069" y="19092"/>
                  <a:pt x="47144" y="19141"/>
                  <a:pt x="47169" y="19191"/>
                </a:cubicBezTo>
                <a:cubicBezTo>
                  <a:pt x="47293" y="19316"/>
                  <a:pt x="47443" y="19440"/>
                  <a:pt x="47567" y="19565"/>
                </a:cubicBezTo>
                <a:cubicBezTo>
                  <a:pt x="47667" y="19664"/>
                  <a:pt x="47766" y="19739"/>
                  <a:pt x="47816" y="19814"/>
                </a:cubicBezTo>
                <a:lnTo>
                  <a:pt x="48115" y="20112"/>
                </a:lnTo>
                <a:cubicBezTo>
                  <a:pt x="48239" y="20237"/>
                  <a:pt x="48388" y="20361"/>
                  <a:pt x="48513" y="20510"/>
                </a:cubicBezTo>
                <a:lnTo>
                  <a:pt x="48712" y="20685"/>
                </a:lnTo>
                <a:lnTo>
                  <a:pt x="49061" y="21058"/>
                </a:lnTo>
                <a:cubicBezTo>
                  <a:pt x="48289" y="21631"/>
                  <a:pt x="47542" y="22178"/>
                  <a:pt x="46771" y="22751"/>
                </a:cubicBezTo>
                <a:cubicBezTo>
                  <a:pt x="46621" y="22875"/>
                  <a:pt x="46447" y="22975"/>
                  <a:pt x="46298" y="23099"/>
                </a:cubicBezTo>
                <a:cubicBezTo>
                  <a:pt x="45551" y="23672"/>
                  <a:pt x="44779" y="24244"/>
                  <a:pt x="44033" y="24841"/>
                </a:cubicBezTo>
                <a:cubicBezTo>
                  <a:pt x="43809" y="24991"/>
                  <a:pt x="43634" y="25165"/>
                  <a:pt x="43410" y="25314"/>
                </a:cubicBezTo>
                <a:lnTo>
                  <a:pt x="42390" y="26161"/>
                </a:lnTo>
                <a:cubicBezTo>
                  <a:pt x="41718" y="24916"/>
                  <a:pt x="41170" y="23696"/>
                  <a:pt x="40722" y="22601"/>
                </a:cubicBezTo>
                <a:cubicBezTo>
                  <a:pt x="40697" y="22527"/>
                  <a:pt x="40672" y="22452"/>
                  <a:pt x="40647" y="22377"/>
                </a:cubicBezTo>
                <a:cubicBezTo>
                  <a:pt x="40523" y="22054"/>
                  <a:pt x="40423" y="21755"/>
                  <a:pt x="40299" y="21431"/>
                </a:cubicBezTo>
                <a:cubicBezTo>
                  <a:pt x="40224" y="21282"/>
                  <a:pt x="40174" y="21083"/>
                  <a:pt x="40100" y="20934"/>
                </a:cubicBezTo>
                <a:cubicBezTo>
                  <a:pt x="40025" y="20685"/>
                  <a:pt x="39950" y="20461"/>
                  <a:pt x="39901" y="20237"/>
                </a:cubicBezTo>
                <a:cubicBezTo>
                  <a:pt x="39826" y="20038"/>
                  <a:pt x="39776" y="19838"/>
                  <a:pt x="39726" y="19689"/>
                </a:cubicBezTo>
                <a:cubicBezTo>
                  <a:pt x="40398" y="19216"/>
                  <a:pt x="41071" y="18768"/>
                  <a:pt x="41718" y="18320"/>
                </a:cubicBezTo>
                <a:cubicBezTo>
                  <a:pt x="41917" y="18196"/>
                  <a:pt x="42141" y="18071"/>
                  <a:pt x="42315" y="17947"/>
                </a:cubicBezTo>
                <a:cubicBezTo>
                  <a:pt x="42838" y="17598"/>
                  <a:pt x="43336" y="17300"/>
                  <a:pt x="43883" y="16951"/>
                </a:cubicBezTo>
                <a:cubicBezTo>
                  <a:pt x="44057" y="16926"/>
                  <a:pt x="44157" y="16876"/>
                  <a:pt x="44281" y="16802"/>
                </a:cubicBezTo>
                <a:close/>
                <a:moveTo>
                  <a:pt x="97037" y="25188"/>
                </a:moveTo>
                <a:cubicBezTo>
                  <a:pt x="99657" y="25188"/>
                  <a:pt x="102099" y="25526"/>
                  <a:pt x="104294" y="26210"/>
                </a:cubicBezTo>
                <a:lnTo>
                  <a:pt x="104294" y="26260"/>
                </a:lnTo>
                <a:cubicBezTo>
                  <a:pt x="102077" y="25574"/>
                  <a:pt x="99636" y="25249"/>
                  <a:pt x="97015" y="25249"/>
                </a:cubicBezTo>
                <a:cubicBezTo>
                  <a:pt x="95929" y="25249"/>
                  <a:pt x="94811" y="25305"/>
                  <a:pt x="93665" y="25414"/>
                </a:cubicBezTo>
                <a:lnTo>
                  <a:pt x="93665" y="25364"/>
                </a:lnTo>
                <a:cubicBezTo>
                  <a:pt x="94817" y="25247"/>
                  <a:pt x="95943" y="25188"/>
                  <a:pt x="97037" y="25188"/>
                </a:cubicBezTo>
                <a:close/>
                <a:moveTo>
                  <a:pt x="104244" y="15532"/>
                </a:moveTo>
                <a:lnTo>
                  <a:pt x="104244" y="15532"/>
                </a:lnTo>
                <a:cubicBezTo>
                  <a:pt x="104543" y="15607"/>
                  <a:pt x="104866" y="15756"/>
                  <a:pt x="105165" y="15831"/>
                </a:cubicBezTo>
                <a:cubicBezTo>
                  <a:pt x="105912" y="19166"/>
                  <a:pt x="105887" y="22751"/>
                  <a:pt x="105115" y="26260"/>
                </a:cubicBezTo>
                <a:cubicBezTo>
                  <a:pt x="104991" y="26235"/>
                  <a:pt x="104866" y="26161"/>
                  <a:pt x="104742" y="26136"/>
                </a:cubicBezTo>
                <a:cubicBezTo>
                  <a:pt x="105165" y="22352"/>
                  <a:pt x="105016" y="18768"/>
                  <a:pt x="104244" y="15532"/>
                </a:cubicBezTo>
                <a:close/>
                <a:moveTo>
                  <a:pt x="39652" y="19863"/>
                </a:moveTo>
                <a:lnTo>
                  <a:pt x="39751" y="20137"/>
                </a:lnTo>
                <a:cubicBezTo>
                  <a:pt x="39801" y="20411"/>
                  <a:pt x="39901" y="20685"/>
                  <a:pt x="40000" y="21008"/>
                </a:cubicBezTo>
                <a:cubicBezTo>
                  <a:pt x="40025" y="21058"/>
                  <a:pt x="40050" y="21158"/>
                  <a:pt x="40075" y="21232"/>
                </a:cubicBezTo>
                <a:cubicBezTo>
                  <a:pt x="40622" y="22751"/>
                  <a:pt x="41369" y="24493"/>
                  <a:pt x="42290" y="26285"/>
                </a:cubicBezTo>
                <a:lnTo>
                  <a:pt x="42265" y="26335"/>
                </a:lnTo>
                <a:cubicBezTo>
                  <a:pt x="41618" y="25041"/>
                  <a:pt x="41046" y="23846"/>
                  <a:pt x="40573" y="22726"/>
                </a:cubicBezTo>
                <a:cubicBezTo>
                  <a:pt x="40548" y="22626"/>
                  <a:pt x="40523" y="22552"/>
                  <a:pt x="40498" y="22477"/>
                </a:cubicBezTo>
                <a:cubicBezTo>
                  <a:pt x="40349" y="22153"/>
                  <a:pt x="40274" y="21879"/>
                  <a:pt x="40150" y="21606"/>
                </a:cubicBezTo>
                <a:lnTo>
                  <a:pt x="39950" y="21033"/>
                </a:lnTo>
                <a:cubicBezTo>
                  <a:pt x="39901" y="20809"/>
                  <a:pt x="39826" y="20610"/>
                  <a:pt x="39751" y="20386"/>
                </a:cubicBezTo>
                <a:cubicBezTo>
                  <a:pt x="39677" y="20237"/>
                  <a:pt x="39652" y="20038"/>
                  <a:pt x="39577" y="19888"/>
                </a:cubicBezTo>
                <a:cubicBezTo>
                  <a:pt x="39627" y="19888"/>
                  <a:pt x="39627" y="19863"/>
                  <a:pt x="39652" y="19863"/>
                </a:cubicBezTo>
                <a:close/>
                <a:moveTo>
                  <a:pt x="104493" y="26235"/>
                </a:moveTo>
                <a:cubicBezTo>
                  <a:pt x="104518" y="26235"/>
                  <a:pt x="104518" y="26235"/>
                  <a:pt x="104543" y="26260"/>
                </a:cubicBezTo>
                <a:lnTo>
                  <a:pt x="104543" y="26335"/>
                </a:lnTo>
                <a:cubicBezTo>
                  <a:pt x="104518" y="26335"/>
                  <a:pt x="104518" y="26335"/>
                  <a:pt x="104493" y="26285"/>
                </a:cubicBezTo>
                <a:lnTo>
                  <a:pt x="104493" y="26235"/>
                </a:lnTo>
                <a:close/>
                <a:moveTo>
                  <a:pt x="105414" y="15931"/>
                </a:moveTo>
                <a:cubicBezTo>
                  <a:pt x="105464" y="15931"/>
                  <a:pt x="105489" y="15955"/>
                  <a:pt x="105489" y="15955"/>
                </a:cubicBezTo>
                <a:cubicBezTo>
                  <a:pt x="106161" y="19266"/>
                  <a:pt x="106136" y="22850"/>
                  <a:pt x="105364" y="26360"/>
                </a:cubicBezTo>
                <a:cubicBezTo>
                  <a:pt x="105339" y="26360"/>
                  <a:pt x="105339" y="26360"/>
                  <a:pt x="105290" y="26335"/>
                </a:cubicBezTo>
                <a:cubicBezTo>
                  <a:pt x="106086" y="22850"/>
                  <a:pt x="106111" y="19266"/>
                  <a:pt x="105414" y="15931"/>
                </a:cubicBezTo>
                <a:close/>
                <a:moveTo>
                  <a:pt x="116518" y="26231"/>
                </a:moveTo>
                <a:lnTo>
                  <a:pt x="116518" y="26231"/>
                </a:lnTo>
                <a:cubicBezTo>
                  <a:pt x="116524" y="26234"/>
                  <a:pt x="116531" y="26235"/>
                  <a:pt x="116540" y="26235"/>
                </a:cubicBezTo>
                <a:cubicBezTo>
                  <a:pt x="116559" y="26272"/>
                  <a:pt x="116564" y="26323"/>
                  <a:pt x="116575" y="26367"/>
                </a:cubicBezTo>
                <a:lnTo>
                  <a:pt x="116575" y="26367"/>
                </a:lnTo>
                <a:cubicBezTo>
                  <a:pt x="116570" y="26356"/>
                  <a:pt x="116565" y="26346"/>
                  <a:pt x="116565" y="26335"/>
                </a:cubicBezTo>
                <a:cubicBezTo>
                  <a:pt x="116546" y="26297"/>
                  <a:pt x="116531" y="26263"/>
                  <a:pt x="116518" y="26231"/>
                </a:cubicBezTo>
                <a:close/>
                <a:moveTo>
                  <a:pt x="49260" y="21183"/>
                </a:moveTo>
                <a:cubicBezTo>
                  <a:pt x="49260" y="21183"/>
                  <a:pt x="49260" y="21232"/>
                  <a:pt x="49285" y="21257"/>
                </a:cubicBezTo>
                <a:cubicBezTo>
                  <a:pt x="48513" y="21805"/>
                  <a:pt x="47741" y="22402"/>
                  <a:pt x="46970" y="22975"/>
                </a:cubicBezTo>
                <a:cubicBezTo>
                  <a:pt x="46795" y="23099"/>
                  <a:pt x="46646" y="23224"/>
                  <a:pt x="46472" y="23348"/>
                </a:cubicBezTo>
                <a:cubicBezTo>
                  <a:pt x="45725" y="23896"/>
                  <a:pt x="44978" y="24493"/>
                  <a:pt x="44257" y="25041"/>
                </a:cubicBezTo>
                <a:cubicBezTo>
                  <a:pt x="44033" y="25240"/>
                  <a:pt x="43809" y="25389"/>
                  <a:pt x="43609" y="25588"/>
                </a:cubicBezTo>
                <a:lnTo>
                  <a:pt x="42564" y="26410"/>
                </a:lnTo>
                <a:cubicBezTo>
                  <a:pt x="42564" y="26385"/>
                  <a:pt x="42539" y="26385"/>
                  <a:pt x="42539" y="26360"/>
                </a:cubicBezTo>
                <a:cubicBezTo>
                  <a:pt x="42888" y="26086"/>
                  <a:pt x="43236" y="25762"/>
                  <a:pt x="43609" y="25489"/>
                </a:cubicBezTo>
                <a:cubicBezTo>
                  <a:pt x="43809" y="25290"/>
                  <a:pt x="44033" y="25140"/>
                  <a:pt x="44257" y="24966"/>
                </a:cubicBezTo>
                <a:cubicBezTo>
                  <a:pt x="45003" y="24369"/>
                  <a:pt x="45750" y="23771"/>
                  <a:pt x="46497" y="23224"/>
                </a:cubicBezTo>
                <a:cubicBezTo>
                  <a:pt x="46646" y="23099"/>
                  <a:pt x="46795" y="23000"/>
                  <a:pt x="46970" y="22875"/>
                </a:cubicBezTo>
                <a:cubicBezTo>
                  <a:pt x="47741" y="22303"/>
                  <a:pt x="48488" y="21730"/>
                  <a:pt x="49260" y="21183"/>
                </a:cubicBezTo>
                <a:close/>
                <a:moveTo>
                  <a:pt x="81519" y="16827"/>
                </a:moveTo>
                <a:cubicBezTo>
                  <a:pt x="81568" y="16926"/>
                  <a:pt x="81618" y="17026"/>
                  <a:pt x="81643" y="17125"/>
                </a:cubicBezTo>
                <a:cubicBezTo>
                  <a:pt x="81718" y="17250"/>
                  <a:pt x="81743" y="17374"/>
                  <a:pt x="81817" y="17499"/>
                </a:cubicBezTo>
                <a:cubicBezTo>
                  <a:pt x="81942" y="17972"/>
                  <a:pt x="82091" y="18420"/>
                  <a:pt x="82216" y="18868"/>
                </a:cubicBezTo>
                <a:cubicBezTo>
                  <a:pt x="82216" y="18893"/>
                  <a:pt x="82240" y="18942"/>
                  <a:pt x="82240" y="18992"/>
                </a:cubicBezTo>
                <a:cubicBezTo>
                  <a:pt x="82191" y="19017"/>
                  <a:pt x="82141" y="19042"/>
                  <a:pt x="82091" y="19117"/>
                </a:cubicBezTo>
                <a:cubicBezTo>
                  <a:pt x="81817" y="19316"/>
                  <a:pt x="81519" y="19515"/>
                  <a:pt x="81270" y="19739"/>
                </a:cubicBezTo>
                <a:cubicBezTo>
                  <a:pt x="81220" y="19789"/>
                  <a:pt x="81120" y="19863"/>
                  <a:pt x="81071" y="19913"/>
                </a:cubicBezTo>
                <a:cubicBezTo>
                  <a:pt x="81021" y="19938"/>
                  <a:pt x="80996" y="19988"/>
                  <a:pt x="80946" y="20013"/>
                </a:cubicBezTo>
                <a:cubicBezTo>
                  <a:pt x="80896" y="20038"/>
                  <a:pt x="80871" y="20038"/>
                  <a:pt x="80871" y="20062"/>
                </a:cubicBezTo>
                <a:cubicBezTo>
                  <a:pt x="80622" y="20262"/>
                  <a:pt x="80398" y="20486"/>
                  <a:pt x="80199" y="20660"/>
                </a:cubicBezTo>
                <a:cubicBezTo>
                  <a:pt x="80125" y="20734"/>
                  <a:pt x="80025" y="20784"/>
                  <a:pt x="79975" y="20859"/>
                </a:cubicBezTo>
                <a:cubicBezTo>
                  <a:pt x="79652" y="21158"/>
                  <a:pt x="79353" y="21431"/>
                  <a:pt x="79029" y="21755"/>
                </a:cubicBezTo>
                <a:lnTo>
                  <a:pt x="78855" y="21929"/>
                </a:lnTo>
                <a:cubicBezTo>
                  <a:pt x="78606" y="22178"/>
                  <a:pt x="78382" y="22427"/>
                  <a:pt x="78158" y="22676"/>
                </a:cubicBezTo>
                <a:cubicBezTo>
                  <a:pt x="78084" y="22776"/>
                  <a:pt x="77984" y="22900"/>
                  <a:pt x="77909" y="23000"/>
                </a:cubicBezTo>
                <a:cubicBezTo>
                  <a:pt x="77710" y="23248"/>
                  <a:pt x="77511" y="23522"/>
                  <a:pt x="77287" y="23771"/>
                </a:cubicBezTo>
                <a:cubicBezTo>
                  <a:pt x="77237" y="23871"/>
                  <a:pt x="77138" y="23995"/>
                  <a:pt x="77088" y="24095"/>
                </a:cubicBezTo>
                <a:cubicBezTo>
                  <a:pt x="76889" y="24369"/>
                  <a:pt x="76665" y="24642"/>
                  <a:pt x="76515" y="24916"/>
                </a:cubicBezTo>
                <a:cubicBezTo>
                  <a:pt x="76391" y="25115"/>
                  <a:pt x="76291" y="25265"/>
                  <a:pt x="76167" y="25464"/>
                </a:cubicBezTo>
                <a:cubicBezTo>
                  <a:pt x="76092" y="25588"/>
                  <a:pt x="76018" y="25738"/>
                  <a:pt x="75918" y="25862"/>
                </a:cubicBezTo>
                <a:lnTo>
                  <a:pt x="75545" y="26509"/>
                </a:lnTo>
                <a:cubicBezTo>
                  <a:pt x="75047" y="24916"/>
                  <a:pt x="74300" y="23597"/>
                  <a:pt x="73280" y="22477"/>
                </a:cubicBezTo>
                <a:cubicBezTo>
                  <a:pt x="73329" y="22352"/>
                  <a:pt x="73379" y="22178"/>
                  <a:pt x="73429" y="22054"/>
                </a:cubicBezTo>
                <a:cubicBezTo>
                  <a:pt x="73603" y="21655"/>
                  <a:pt x="73777" y="21232"/>
                  <a:pt x="73952" y="20809"/>
                </a:cubicBezTo>
                <a:lnTo>
                  <a:pt x="74151" y="20436"/>
                </a:lnTo>
                <a:cubicBezTo>
                  <a:pt x="74300" y="20112"/>
                  <a:pt x="74499" y="19764"/>
                  <a:pt x="74674" y="19390"/>
                </a:cubicBezTo>
                <a:cubicBezTo>
                  <a:pt x="76988" y="18395"/>
                  <a:pt x="79278" y="17548"/>
                  <a:pt x="81519" y="16827"/>
                </a:cubicBezTo>
                <a:close/>
                <a:moveTo>
                  <a:pt x="104717" y="26335"/>
                </a:moveTo>
                <a:cubicBezTo>
                  <a:pt x="104842" y="26360"/>
                  <a:pt x="104916" y="26385"/>
                  <a:pt x="105041" y="26459"/>
                </a:cubicBezTo>
                <a:lnTo>
                  <a:pt x="105041" y="26509"/>
                </a:lnTo>
                <a:cubicBezTo>
                  <a:pt x="104916" y="26484"/>
                  <a:pt x="104842" y="26459"/>
                  <a:pt x="104717" y="26385"/>
                </a:cubicBezTo>
                <a:lnTo>
                  <a:pt x="104717" y="26335"/>
                </a:lnTo>
                <a:close/>
                <a:moveTo>
                  <a:pt x="113329" y="21133"/>
                </a:moveTo>
                <a:lnTo>
                  <a:pt x="113329" y="21133"/>
                </a:lnTo>
                <a:cubicBezTo>
                  <a:pt x="114350" y="22377"/>
                  <a:pt x="115221" y="23746"/>
                  <a:pt x="115918" y="25265"/>
                </a:cubicBezTo>
                <a:cubicBezTo>
                  <a:pt x="116067" y="25663"/>
                  <a:pt x="116217" y="26111"/>
                  <a:pt x="116366" y="26509"/>
                </a:cubicBezTo>
                <a:cubicBezTo>
                  <a:pt x="115619" y="24543"/>
                  <a:pt x="114599" y="22776"/>
                  <a:pt x="113354" y="21257"/>
                </a:cubicBezTo>
                <a:cubicBezTo>
                  <a:pt x="113354" y="21232"/>
                  <a:pt x="113329" y="21158"/>
                  <a:pt x="113329" y="21133"/>
                </a:cubicBezTo>
                <a:close/>
                <a:moveTo>
                  <a:pt x="42390" y="26484"/>
                </a:moveTo>
                <a:cubicBezTo>
                  <a:pt x="42390" y="26509"/>
                  <a:pt x="42415" y="26509"/>
                  <a:pt x="42415" y="26534"/>
                </a:cubicBezTo>
                <a:lnTo>
                  <a:pt x="42390" y="26559"/>
                </a:lnTo>
                <a:cubicBezTo>
                  <a:pt x="42390" y="26534"/>
                  <a:pt x="42365" y="26534"/>
                  <a:pt x="42365" y="26509"/>
                </a:cubicBezTo>
                <a:lnTo>
                  <a:pt x="42390" y="26484"/>
                </a:lnTo>
                <a:close/>
                <a:moveTo>
                  <a:pt x="92869" y="15010"/>
                </a:moveTo>
                <a:cubicBezTo>
                  <a:pt x="93641" y="18071"/>
                  <a:pt x="93765" y="21531"/>
                  <a:pt x="93267" y="25240"/>
                </a:cubicBezTo>
                <a:cubicBezTo>
                  <a:pt x="91052" y="25489"/>
                  <a:pt x="88737" y="25912"/>
                  <a:pt x="86347" y="26584"/>
                </a:cubicBezTo>
                <a:cubicBezTo>
                  <a:pt x="86123" y="23721"/>
                  <a:pt x="85551" y="20784"/>
                  <a:pt x="84605" y="18021"/>
                </a:cubicBezTo>
                <a:cubicBezTo>
                  <a:pt x="84829" y="17897"/>
                  <a:pt x="85028" y="17797"/>
                  <a:pt x="85227" y="17673"/>
                </a:cubicBezTo>
                <a:lnTo>
                  <a:pt x="86074" y="17200"/>
                </a:lnTo>
                <a:cubicBezTo>
                  <a:pt x="86372" y="17051"/>
                  <a:pt x="86646" y="16926"/>
                  <a:pt x="86970" y="16802"/>
                </a:cubicBezTo>
                <a:cubicBezTo>
                  <a:pt x="87268" y="16677"/>
                  <a:pt x="87567" y="16528"/>
                  <a:pt x="87866" y="16403"/>
                </a:cubicBezTo>
                <a:cubicBezTo>
                  <a:pt x="88140" y="16279"/>
                  <a:pt x="88463" y="16179"/>
                  <a:pt x="88762" y="16080"/>
                </a:cubicBezTo>
                <a:cubicBezTo>
                  <a:pt x="89110" y="15955"/>
                  <a:pt x="89434" y="15831"/>
                  <a:pt x="89758" y="15756"/>
                </a:cubicBezTo>
                <a:cubicBezTo>
                  <a:pt x="90056" y="15657"/>
                  <a:pt x="90355" y="15582"/>
                  <a:pt x="90629" y="15507"/>
                </a:cubicBezTo>
                <a:cubicBezTo>
                  <a:pt x="90977" y="15408"/>
                  <a:pt x="91326" y="15283"/>
                  <a:pt x="91699" y="15209"/>
                </a:cubicBezTo>
                <a:cubicBezTo>
                  <a:pt x="91973" y="15159"/>
                  <a:pt x="92247" y="15084"/>
                  <a:pt x="92545" y="15059"/>
                </a:cubicBezTo>
                <a:cubicBezTo>
                  <a:pt x="92670" y="15034"/>
                  <a:pt x="92744" y="15034"/>
                  <a:pt x="92869" y="15010"/>
                </a:cubicBezTo>
                <a:close/>
                <a:moveTo>
                  <a:pt x="105290" y="26509"/>
                </a:moveTo>
                <a:lnTo>
                  <a:pt x="105290" y="26584"/>
                </a:lnTo>
                <a:lnTo>
                  <a:pt x="105240" y="26584"/>
                </a:lnTo>
                <a:lnTo>
                  <a:pt x="105240" y="26509"/>
                </a:lnTo>
                <a:close/>
                <a:moveTo>
                  <a:pt x="84456" y="18121"/>
                </a:moveTo>
                <a:cubicBezTo>
                  <a:pt x="85377" y="20884"/>
                  <a:pt x="85974" y="23771"/>
                  <a:pt x="86173" y="26634"/>
                </a:cubicBezTo>
                <a:cubicBezTo>
                  <a:pt x="86157" y="26625"/>
                  <a:pt x="86143" y="26623"/>
                  <a:pt x="86132" y="26623"/>
                </a:cubicBezTo>
                <a:cubicBezTo>
                  <a:pt x="86110" y="26623"/>
                  <a:pt x="86099" y="26634"/>
                  <a:pt x="86099" y="26634"/>
                </a:cubicBezTo>
                <a:cubicBezTo>
                  <a:pt x="85899" y="23796"/>
                  <a:pt x="85327" y="20909"/>
                  <a:pt x="84381" y="18146"/>
                </a:cubicBezTo>
                <a:cubicBezTo>
                  <a:pt x="84431" y="18146"/>
                  <a:pt x="84431" y="18121"/>
                  <a:pt x="84456" y="18121"/>
                </a:cubicBezTo>
                <a:close/>
                <a:moveTo>
                  <a:pt x="93253" y="25416"/>
                </a:moveTo>
                <a:lnTo>
                  <a:pt x="93253" y="25416"/>
                </a:lnTo>
                <a:cubicBezTo>
                  <a:pt x="93217" y="25424"/>
                  <a:pt x="93217" y="25466"/>
                  <a:pt x="93217" y="25489"/>
                </a:cubicBezTo>
                <a:cubicBezTo>
                  <a:pt x="91027" y="25738"/>
                  <a:pt x="88737" y="26161"/>
                  <a:pt x="86372" y="26833"/>
                </a:cubicBezTo>
                <a:lnTo>
                  <a:pt x="86372" y="26758"/>
                </a:lnTo>
                <a:cubicBezTo>
                  <a:pt x="88732" y="26112"/>
                  <a:pt x="91042" y="25665"/>
                  <a:pt x="93253" y="25416"/>
                </a:cubicBezTo>
                <a:close/>
                <a:moveTo>
                  <a:pt x="73255" y="22726"/>
                </a:moveTo>
                <a:cubicBezTo>
                  <a:pt x="74275" y="23846"/>
                  <a:pt x="75022" y="25215"/>
                  <a:pt x="75495" y="26783"/>
                </a:cubicBezTo>
                <a:cubicBezTo>
                  <a:pt x="75420" y="26833"/>
                  <a:pt x="75420" y="26858"/>
                  <a:pt x="75420" y="26883"/>
                </a:cubicBezTo>
                <a:cubicBezTo>
                  <a:pt x="74972" y="25290"/>
                  <a:pt x="74225" y="23896"/>
                  <a:pt x="73230" y="22776"/>
                </a:cubicBezTo>
                <a:cubicBezTo>
                  <a:pt x="73230" y="22751"/>
                  <a:pt x="73230" y="22751"/>
                  <a:pt x="73255" y="22726"/>
                </a:cubicBezTo>
                <a:close/>
                <a:moveTo>
                  <a:pt x="86173" y="26783"/>
                </a:moveTo>
                <a:lnTo>
                  <a:pt x="86173" y="26858"/>
                </a:lnTo>
                <a:cubicBezTo>
                  <a:pt x="86173" y="26858"/>
                  <a:pt x="86123" y="26883"/>
                  <a:pt x="86099" y="26883"/>
                </a:cubicBezTo>
                <a:lnTo>
                  <a:pt x="86099" y="26833"/>
                </a:lnTo>
                <a:cubicBezTo>
                  <a:pt x="86123" y="26833"/>
                  <a:pt x="86123" y="26833"/>
                  <a:pt x="86173" y="26783"/>
                </a:cubicBezTo>
                <a:close/>
                <a:moveTo>
                  <a:pt x="49409" y="21382"/>
                </a:moveTo>
                <a:cubicBezTo>
                  <a:pt x="49708" y="21680"/>
                  <a:pt x="49982" y="21979"/>
                  <a:pt x="50280" y="22278"/>
                </a:cubicBezTo>
                <a:cubicBezTo>
                  <a:pt x="50405" y="22427"/>
                  <a:pt x="50579" y="22552"/>
                  <a:pt x="50703" y="22726"/>
                </a:cubicBezTo>
                <a:cubicBezTo>
                  <a:pt x="48164" y="23921"/>
                  <a:pt x="45601" y="25464"/>
                  <a:pt x="43012" y="27256"/>
                </a:cubicBezTo>
                <a:cubicBezTo>
                  <a:pt x="42888" y="27032"/>
                  <a:pt x="42763" y="26783"/>
                  <a:pt x="42664" y="26584"/>
                </a:cubicBezTo>
                <a:cubicBezTo>
                  <a:pt x="43012" y="26285"/>
                  <a:pt x="43311" y="26011"/>
                  <a:pt x="43659" y="25762"/>
                </a:cubicBezTo>
                <a:cubicBezTo>
                  <a:pt x="43883" y="25588"/>
                  <a:pt x="44132" y="25389"/>
                  <a:pt x="44356" y="25215"/>
                </a:cubicBezTo>
                <a:cubicBezTo>
                  <a:pt x="45053" y="24617"/>
                  <a:pt x="45800" y="24045"/>
                  <a:pt x="46547" y="23497"/>
                </a:cubicBezTo>
                <a:cubicBezTo>
                  <a:pt x="46721" y="23373"/>
                  <a:pt x="46870" y="23248"/>
                  <a:pt x="47019" y="23149"/>
                </a:cubicBezTo>
                <a:cubicBezTo>
                  <a:pt x="47766" y="22601"/>
                  <a:pt x="48538" y="22029"/>
                  <a:pt x="49285" y="21481"/>
                </a:cubicBezTo>
                <a:cubicBezTo>
                  <a:pt x="49334" y="21431"/>
                  <a:pt x="49384" y="21407"/>
                  <a:pt x="49409" y="21382"/>
                </a:cubicBezTo>
                <a:close/>
                <a:moveTo>
                  <a:pt x="42514" y="26733"/>
                </a:moveTo>
                <a:cubicBezTo>
                  <a:pt x="42614" y="26907"/>
                  <a:pt x="42738" y="27156"/>
                  <a:pt x="42863" y="27380"/>
                </a:cubicBezTo>
                <a:lnTo>
                  <a:pt x="42813" y="27405"/>
                </a:lnTo>
                <a:cubicBezTo>
                  <a:pt x="42688" y="27181"/>
                  <a:pt x="42614" y="26982"/>
                  <a:pt x="42489" y="26758"/>
                </a:cubicBezTo>
                <a:lnTo>
                  <a:pt x="42514" y="26733"/>
                </a:lnTo>
                <a:close/>
                <a:moveTo>
                  <a:pt x="50828" y="22825"/>
                </a:moveTo>
                <a:cubicBezTo>
                  <a:pt x="50828" y="22875"/>
                  <a:pt x="50853" y="22875"/>
                  <a:pt x="50853" y="22900"/>
                </a:cubicBezTo>
                <a:cubicBezTo>
                  <a:pt x="48289" y="24145"/>
                  <a:pt x="45725" y="25663"/>
                  <a:pt x="43136" y="27480"/>
                </a:cubicBezTo>
                <a:cubicBezTo>
                  <a:pt x="43136" y="27455"/>
                  <a:pt x="43112" y="27455"/>
                  <a:pt x="43112" y="27405"/>
                </a:cubicBezTo>
                <a:cubicBezTo>
                  <a:pt x="45675" y="25613"/>
                  <a:pt x="48264" y="24070"/>
                  <a:pt x="50828" y="22825"/>
                </a:cubicBezTo>
                <a:close/>
                <a:moveTo>
                  <a:pt x="64177" y="19540"/>
                </a:moveTo>
                <a:cubicBezTo>
                  <a:pt x="65925" y="19540"/>
                  <a:pt x="67537" y="19784"/>
                  <a:pt x="68973" y="20286"/>
                </a:cubicBezTo>
                <a:cubicBezTo>
                  <a:pt x="68874" y="20784"/>
                  <a:pt x="68774" y="21257"/>
                  <a:pt x="68700" y="21755"/>
                </a:cubicBezTo>
                <a:cubicBezTo>
                  <a:pt x="65514" y="23423"/>
                  <a:pt x="62278" y="25364"/>
                  <a:pt x="59017" y="27505"/>
                </a:cubicBezTo>
                <a:cubicBezTo>
                  <a:pt x="58370" y="25215"/>
                  <a:pt x="57947" y="22800"/>
                  <a:pt x="57772" y="20461"/>
                </a:cubicBezTo>
                <a:cubicBezTo>
                  <a:pt x="60045" y="19853"/>
                  <a:pt x="62199" y="19540"/>
                  <a:pt x="64177" y="19540"/>
                </a:cubicBezTo>
                <a:close/>
                <a:moveTo>
                  <a:pt x="84257" y="18171"/>
                </a:moveTo>
                <a:cubicBezTo>
                  <a:pt x="85128" y="20983"/>
                  <a:pt x="85725" y="23846"/>
                  <a:pt x="85924" y="26659"/>
                </a:cubicBezTo>
                <a:cubicBezTo>
                  <a:pt x="84978" y="26907"/>
                  <a:pt x="84008" y="27231"/>
                  <a:pt x="83087" y="27530"/>
                </a:cubicBezTo>
                <a:cubicBezTo>
                  <a:pt x="83136" y="27107"/>
                  <a:pt x="83186" y="26659"/>
                  <a:pt x="83236" y="26235"/>
                </a:cubicBezTo>
                <a:lnTo>
                  <a:pt x="83236" y="26161"/>
                </a:lnTo>
                <a:cubicBezTo>
                  <a:pt x="83261" y="25738"/>
                  <a:pt x="83311" y="25290"/>
                  <a:pt x="83311" y="24866"/>
                </a:cubicBezTo>
                <a:lnTo>
                  <a:pt x="83311" y="24767"/>
                </a:lnTo>
                <a:lnTo>
                  <a:pt x="83311" y="24593"/>
                </a:lnTo>
                <a:lnTo>
                  <a:pt x="83311" y="23497"/>
                </a:lnTo>
                <a:lnTo>
                  <a:pt x="83311" y="23248"/>
                </a:lnTo>
                <a:lnTo>
                  <a:pt x="83311" y="23099"/>
                </a:lnTo>
                <a:cubicBezTo>
                  <a:pt x="83311" y="22776"/>
                  <a:pt x="83261" y="22502"/>
                  <a:pt x="83236" y="22178"/>
                </a:cubicBezTo>
                <a:cubicBezTo>
                  <a:pt x="83236" y="22054"/>
                  <a:pt x="83236" y="21929"/>
                  <a:pt x="83211" y="21805"/>
                </a:cubicBezTo>
                <a:lnTo>
                  <a:pt x="83211" y="21655"/>
                </a:lnTo>
                <a:cubicBezTo>
                  <a:pt x="83161" y="21407"/>
                  <a:pt x="83136" y="21133"/>
                  <a:pt x="83112" y="20884"/>
                </a:cubicBezTo>
                <a:cubicBezTo>
                  <a:pt x="83087" y="20710"/>
                  <a:pt x="83087" y="20560"/>
                  <a:pt x="83062" y="20386"/>
                </a:cubicBezTo>
                <a:cubicBezTo>
                  <a:pt x="83062" y="20361"/>
                  <a:pt x="83062" y="20311"/>
                  <a:pt x="83012" y="20286"/>
                </a:cubicBezTo>
                <a:cubicBezTo>
                  <a:pt x="82987" y="20038"/>
                  <a:pt x="82912" y="19814"/>
                  <a:pt x="82863" y="19614"/>
                </a:cubicBezTo>
                <a:lnTo>
                  <a:pt x="82763" y="19141"/>
                </a:lnTo>
                <a:cubicBezTo>
                  <a:pt x="83012" y="18942"/>
                  <a:pt x="83286" y="18793"/>
                  <a:pt x="83585" y="18594"/>
                </a:cubicBezTo>
                <a:cubicBezTo>
                  <a:pt x="83784" y="18445"/>
                  <a:pt x="84008" y="18295"/>
                  <a:pt x="84257" y="18171"/>
                </a:cubicBezTo>
                <a:close/>
                <a:moveTo>
                  <a:pt x="82614" y="19291"/>
                </a:moveTo>
                <a:cubicBezTo>
                  <a:pt x="82614" y="19490"/>
                  <a:pt x="82639" y="19664"/>
                  <a:pt x="82713" y="19838"/>
                </a:cubicBezTo>
                <a:cubicBezTo>
                  <a:pt x="82738" y="20038"/>
                  <a:pt x="82813" y="20237"/>
                  <a:pt x="82838" y="20411"/>
                </a:cubicBezTo>
                <a:cubicBezTo>
                  <a:pt x="82863" y="20535"/>
                  <a:pt x="82863" y="20660"/>
                  <a:pt x="82888" y="20784"/>
                </a:cubicBezTo>
                <a:cubicBezTo>
                  <a:pt x="82937" y="20884"/>
                  <a:pt x="82937" y="21008"/>
                  <a:pt x="82937" y="21083"/>
                </a:cubicBezTo>
                <a:cubicBezTo>
                  <a:pt x="82962" y="21307"/>
                  <a:pt x="82987" y="21531"/>
                  <a:pt x="83012" y="21780"/>
                </a:cubicBezTo>
                <a:cubicBezTo>
                  <a:pt x="83012" y="21904"/>
                  <a:pt x="83062" y="22054"/>
                  <a:pt x="83062" y="22178"/>
                </a:cubicBezTo>
                <a:lnTo>
                  <a:pt x="83062" y="22303"/>
                </a:lnTo>
                <a:cubicBezTo>
                  <a:pt x="83087" y="22626"/>
                  <a:pt x="83112" y="22900"/>
                  <a:pt x="83112" y="23224"/>
                </a:cubicBezTo>
                <a:lnTo>
                  <a:pt x="83112" y="23547"/>
                </a:lnTo>
                <a:lnTo>
                  <a:pt x="83112" y="24717"/>
                </a:lnTo>
                <a:lnTo>
                  <a:pt x="83112" y="24891"/>
                </a:lnTo>
                <a:cubicBezTo>
                  <a:pt x="83087" y="25787"/>
                  <a:pt x="82987" y="26708"/>
                  <a:pt x="82863" y="27629"/>
                </a:cubicBezTo>
                <a:lnTo>
                  <a:pt x="82788" y="27629"/>
                </a:lnTo>
                <a:cubicBezTo>
                  <a:pt x="82863" y="27256"/>
                  <a:pt x="82888" y="26883"/>
                  <a:pt x="82912" y="26509"/>
                </a:cubicBezTo>
                <a:cubicBezTo>
                  <a:pt x="82912" y="26459"/>
                  <a:pt x="82912" y="26410"/>
                  <a:pt x="82962" y="26360"/>
                </a:cubicBezTo>
                <a:cubicBezTo>
                  <a:pt x="82962" y="26285"/>
                  <a:pt x="82962" y="26235"/>
                  <a:pt x="82987" y="26161"/>
                </a:cubicBezTo>
                <a:lnTo>
                  <a:pt x="82987" y="26111"/>
                </a:lnTo>
                <a:cubicBezTo>
                  <a:pt x="83012" y="25762"/>
                  <a:pt x="83012" y="25414"/>
                  <a:pt x="83062" y="25090"/>
                </a:cubicBezTo>
                <a:lnTo>
                  <a:pt x="83062" y="24991"/>
                </a:lnTo>
                <a:lnTo>
                  <a:pt x="83062" y="24866"/>
                </a:lnTo>
                <a:lnTo>
                  <a:pt x="83062" y="24617"/>
                </a:lnTo>
                <a:lnTo>
                  <a:pt x="83062" y="23672"/>
                </a:lnTo>
                <a:lnTo>
                  <a:pt x="83062" y="23373"/>
                </a:lnTo>
                <a:lnTo>
                  <a:pt x="83062" y="23174"/>
                </a:lnTo>
                <a:cubicBezTo>
                  <a:pt x="83062" y="22900"/>
                  <a:pt x="83012" y="22601"/>
                  <a:pt x="82987" y="22303"/>
                </a:cubicBezTo>
                <a:cubicBezTo>
                  <a:pt x="82987" y="22178"/>
                  <a:pt x="82987" y="22054"/>
                  <a:pt x="82962" y="21904"/>
                </a:cubicBezTo>
                <a:lnTo>
                  <a:pt x="82962" y="21780"/>
                </a:lnTo>
                <a:cubicBezTo>
                  <a:pt x="82912" y="21506"/>
                  <a:pt x="82888" y="21232"/>
                  <a:pt x="82838" y="20934"/>
                </a:cubicBezTo>
                <a:cubicBezTo>
                  <a:pt x="82788" y="20809"/>
                  <a:pt x="82788" y="20685"/>
                  <a:pt x="82763" y="20560"/>
                </a:cubicBezTo>
                <a:lnTo>
                  <a:pt x="82763" y="20486"/>
                </a:lnTo>
                <a:lnTo>
                  <a:pt x="82763" y="20436"/>
                </a:lnTo>
                <a:cubicBezTo>
                  <a:pt x="82738" y="20311"/>
                  <a:pt x="82713" y="20187"/>
                  <a:pt x="82713" y="20112"/>
                </a:cubicBezTo>
                <a:cubicBezTo>
                  <a:pt x="82713" y="20062"/>
                  <a:pt x="82713" y="20038"/>
                  <a:pt x="82688" y="20013"/>
                </a:cubicBezTo>
                <a:cubicBezTo>
                  <a:pt x="82639" y="19789"/>
                  <a:pt x="82589" y="19565"/>
                  <a:pt x="82564" y="19365"/>
                </a:cubicBezTo>
                <a:lnTo>
                  <a:pt x="82589" y="19316"/>
                </a:lnTo>
                <a:cubicBezTo>
                  <a:pt x="82589" y="19316"/>
                  <a:pt x="82614" y="19316"/>
                  <a:pt x="82614" y="19291"/>
                </a:cubicBezTo>
                <a:close/>
                <a:moveTo>
                  <a:pt x="57598" y="20510"/>
                </a:moveTo>
                <a:cubicBezTo>
                  <a:pt x="57797" y="22900"/>
                  <a:pt x="58196" y="25290"/>
                  <a:pt x="58868" y="27629"/>
                </a:cubicBezTo>
                <a:cubicBezTo>
                  <a:pt x="58843" y="27629"/>
                  <a:pt x="58843" y="27654"/>
                  <a:pt x="58818" y="27654"/>
                </a:cubicBezTo>
                <a:cubicBezTo>
                  <a:pt x="58121" y="25314"/>
                  <a:pt x="57698" y="22900"/>
                  <a:pt x="57548" y="20535"/>
                </a:cubicBezTo>
                <a:cubicBezTo>
                  <a:pt x="57573" y="20535"/>
                  <a:pt x="57573" y="20535"/>
                  <a:pt x="57598" y="20510"/>
                </a:cubicBezTo>
                <a:close/>
                <a:moveTo>
                  <a:pt x="68650" y="22004"/>
                </a:moveTo>
                <a:cubicBezTo>
                  <a:pt x="68675" y="22029"/>
                  <a:pt x="68650" y="22054"/>
                  <a:pt x="68650" y="22103"/>
                </a:cubicBezTo>
                <a:cubicBezTo>
                  <a:pt x="65464" y="23746"/>
                  <a:pt x="62303" y="25638"/>
                  <a:pt x="59092" y="27779"/>
                </a:cubicBezTo>
                <a:cubicBezTo>
                  <a:pt x="59092" y="27754"/>
                  <a:pt x="59092" y="27754"/>
                  <a:pt x="59067" y="27729"/>
                </a:cubicBezTo>
                <a:cubicBezTo>
                  <a:pt x="62228" y="25563"/>
                  <a:pt x="65439" y="23672"/>
                  <a:pt x="68650" y="22004"/>
                </a:cubicBezTo>
                <a:close/>
                <a:moveTo>
                  <a:pt x="85924" y="26858"/>
                </a:moveTo>
                <a:lnTo>
                  <a:pt x="85924" y="26907"/>
                </a:lnTo>
                <a:cubicBezTo>
                  <a:pt x="84978" y="27206"/>
                  <a:pt x="84008" y="27505"/>
                  <a:pt x="83012" y="27828"/>
                </a:cubicBezTo>
                <a:lnTo>
                  <a:pt x="83012" y="27754"/>
                </a:lnTo>
                <a:cubicBezTo>
                  <a:pt x="83983" y="27405"/>
                  <a:pt x="84954" y="27131"/>
                  <a:pt x="85924" y="26858"/>
                </a:cubicBezTo>
                <a:close/>
                <a:moveTo>
                  <a:pt x="58917" y="27828"/>
                </a:moveTo>
                <a:cubicBezTo>
                  <a:pt x="58942" y="27828"/>
                  <a:pt x="58942" y="27853"/>
                  <a:pt x="58942" y="27878"/>
                </a:cubicBezTo>
                <a:cubicBezTo>
                  <a:pt x="58917" y="27878"/>
                  <a:pt x="58917" y="27903"/>
                  <a:pt x="58868" y="27903"/>
                </a:cubicBezTo>
                <a:cubicBezTo>
                  <a:pt x="58868" y="27878"/>
                  <a:pt x="58868" y="27878"/>
                  <a:pt x="58843" y="27853"/>
                </a:cubicBezTo>
                <a:cubicBezTo>
                  <a:pt x="58868" y="27853"/>
                  <a:pt x="58868" y="27828"/>
                  <a:pt x="58917" y="27828"/>
                </a:cubicBezTo>
                <a:close/>
                <a:moveTo>
                  <a:pt x="82838" y="27878"/>
                </a:moveTo>
                <a:lnTo>
                  <a:pt x="82838" y="27903"/>
                </a:lnTo>
                <a:cubicBezTo>
                  <a:pt x="82788" y="27903"/>
                  <a:pt x="82763" y="27953"/>
                  <a:pt x="82763" y="27953"/>
                </a:cubicBezTo>
                <a:lnTo>
                  <a:pt x="82763" y="27878"/>
                </a:lnTo>
                <a:close/>
                <a:moveTo>
                  <a:pt x="117011" y="28311"/>
                </a:moveTo>
                <a:cubicBezTo>
                  <a:pt x="117028" y="28360"/>
                  <a:pt x="117049" y="28409"/>
                  <a:pt x="117063" y="28451"/>
                </a:cubicBezTo>
                <a:cubicBezTo>
                  <a:pt x="117088" y="28500"/>
                  <a:pt x="117088" y="28575"/>
                  <a:pt x="117113" y="28625"/>
                </a:cubicBezTo>
                <a:lnTo>
                  <a:pt x="117063" y="28625"/>
                </a:lnTo>
                <a:lnTo>
                  <a:pt x="117063" y="28575"/>
                </a:lnTo>
                <a:lnTo>
                  <a:pt x="117063" y="28500"/>
                </a:lnTo>
                <a:cubicBezTo>
                  <a:pt x="117033" y="28441"/>
                  <a:pt x="117021" y="28373"/>
                  <a:pt x="117011" y="28311"/>
                </a:cubicBezTo>
                <a:close/>
                <a:moveTo>
                  <a:pt x="104717" y="26584"/>
                </a:moveTo>
                <a:cubicBezTo>
                  <a:pt x="104792" y="26609"/>
                  <a:pt x="104916" y="26634"/>
                  <a:pt x="105016" y="26659"/>
                </a:cubicBezTo>
                <a:cubicBezTo>
                  <a:pt x="104842" y="27455"/>
                  <a:pt x="104618" y="28252"/>
                  <a:pt x="104344" y="29023"/>
                </a:cubicBezTo>
                <a:cubicBezTo>
                  <a:pt x="104468" y="28227"/>
                  <a:pt x="104593" y="27380"/>
                  <a:pt x="104717" y="26584"/>
                </a:cubicBezTo>
                <a:close/>
                <a:moveTo>
                  <a:pt x="117113" y="28849"/>
                </a:moveTo>
                <a:cubicBezTo>
                  <a:pt x="117113" y="28940"/>
                  <a:pt x="117154" y="29051"/>
                  <a:pt x="117162" y="29127"/>
                </a:cubicBezTo>
                <a:lnTo>
                  <a:pt x="117162" y="29127"/>
                </a:lnTo>
                <a:cubicBezTo>
                  <a:pt x="117159" y="29109"/>
                  <a:pt x="117149" y="29091"/>
                  <a:pt x="117113" y="29073"/>
                </a:cubicBezTo>
                <a:cubicBezTo>
                  <a:pt x="117088" y="28998"/>
                  <a:pt x="117088" y="28899"/>
                  <a:pt x="117088" y="28849"/>
                </a:cubicBezTo>
                <a:close/>
                <a:moveTo>
                  <a:pt x="57424" y="20635"/>
                </a:moveTo>
                <a:cubicBezTo>
                  <a:pt x="57548" y="22975"/>
                  <a:pt x="57972" y="25389"/>
                  <a:pt x="58669" y="27754"/>
                </a:cubicBezTo>
                <a:cubicBezTo>
                  <a:pt x="57947" y="28252"/>
                  <a:pt x="57225" y="28724"/>
                  <a:pt x="56503" y="29247"/>
                </a:cubicBezTo>
                <a:cubicBezTo>
                  <a:pt x="56379" y="29073"/>
                  <a:pt x="56254" y="28899"/>
                  <a:pt x="56130" y="28749"/>
                </a:cubicBezTo>
                <a:cubicBezTo>
                  <a:pt x="55706" y="28127"/>
                  <a:pt x="55234" y="27530"/>
                  <a:pt x="54761" y="26957"/>
                </a:cubicBezTo>
                <a:cubicBezTo>
                  <a:pt x="54636" y="26758"/>
                  <a:pt x="54487" y="26584"/>
                  <a:pt x="54362" y="26410"/>
                </a:cubicBezTo>
                <a:cubicBezTo>
                  <a:pt x="53740" y="25638"/>
                  <a:pt x="53118" y="24866"/>
                  <a:pt x="52496" y="24120"/>
                </a:cubicBezTo>
                <a:cubicBezTo>
                  <a:pt x="52471" y="24095"/>
                  <a:pt x="52471" y="24045"/>
                  <a:pt x="52446" y="24045"/>
                </a:cubicBezTo>
                <a:cubicBezTo>
                  <a:pt x="52147" y="23721"/>
                  <a:pt x="51873" y="23398"/>
                  <a:pt x="51599" y="23099"/>
                </a:cubicBezTo>
                <a:cubicBezTo>
                  <a:pt x="51525" y="23024"/>
                  <a:pt x="51500" y="22975"/>
                  <a:pt x="51450" y="22900"/>
                </a:cubicBezTo>
                <a:cubicBezTo>
                  <a:pt x="53491" y="21929"/>
                  <a:pt x="55482" y="21183"/>
                  <a:pt x="57424" y="20635"/>
                </a:cubicBezTo>
                <a:close/>
                <a:moveTo>
                  <a:pt x="51251" y="22925"/>
                </a:moveTo>
                <a:cubicBezTo>
                  <a:pt x="51251" y="22975"/>
                  <a:pt x="51276" y="22975"/>
                  <a:pt x="51276" y="23000"/>
                </a:cubicBezTo>
                <a:cubicBezTo>
                  <a:pt x="52993" y="24966"/>
                  <a:pt x="54736" y="27131"/>
                  <a:pt x="56354" y="29372"/>
                </a:cubicBezTo>
                <a:lnTo>
                  <a:pt x="56329" y="29397"/>
                </a:lnTo>
                <a:cubicBezTo>
                  <a:pt x="55084" y="27729"/>
                  <a:pt x="53815" y="26086"/>
                  <a:pt x="52496" y="24493"/>
                </a:cubicBezTo>
                <a:cubicBezTo>
                  <a:pt x="52396" y="24369"/>
                  <a:pt x="52272" y="24244"/>
                  <a:pt x="52197" y="24120"/>
                </a:cubicBezTo>
                <a:lnTo>
                  <a:pt x="51624" y="23472"/>
                </a:lnTo>
                <a:cubicBezTo>
                  <a:pt x="51475" y="23298"/>
                  <a:pt x="51351" y="23124"/>
                  <a:pt x="51201" y="22975"/>
                </a:cubicBezTo>
                <a:cubicBezTo>
                  <a:pt x="51226" y="22975"/>
                  <a:pt x="51226" y="22925"/>
                  <a:pt x="51251" y="22925"/>
                </a:cubicBezTo>
                <a:close/>
                <a:moveTo>
                  <a:pt x="58718" y="27953"/>
                </a:moveTo>
                <a:cubicBezTo>
                  <a:pt x="58718" y="27978"/>
                  <a:pt x="58718" y="27978"/>
                  <a:pt x="58743" y="28003"/>
                </a:cubicBezTo>
                <a:cubicBezTo>
                  <a:pt x="58046" y="28476"/>
                  <a:pt x="57349" y="28973"/>
                  <a:pt x="56677" y="29471"/>
                </a:cubicBezTo>
                <a:cubicBezTo>
                  <a:pt x="56677" y="29446"/>
                  <a:pt x="56627" y="29446"/>
                  <a:pt x="56627" y="29397"/>
                </a:cubicBezTo>
                <a:cubicBezTo>
                  <a:pt x="57324" y="28899"/>
                  <a:pt x="58046" y="28451"/>
                  <a:pt x="58718" y="27953"/>
                </a:cubicBezTo>
                <a:close/>
                <a:moveTo>
                  <a:pt x="82340" y="19440"/>
                </a:moveTo>
                <a:lnTo>
                  <a:pt x="82440" y="19913"/>
                </a:lnTo>
                <a:cubicBezTo>
                  <a:pt x="82514" y="20162"/>
                  <a:pt x="82564" y="20386"/>
                  <a:pt x="82614" y="20635"/>
                </a:cubicBezTo>
                <a:cubicBezTo>
                  <a:pt x="82639" y="20859"/>
                  <a:pt x="82688" y="21033"/>
                  <a:pt x="82713" y="21257"/>
                </a:cubicBezTo>
                <a:lnTo>
                  <a:pt x="82813" y="22004"/>
                </a:lnTo>
                <a:cubicBezTo>
                  <a:pt x="82838" y="22178"/>
                  <a:pt x="82838" y="22377"/>
                  <a:pt x="82838" y="22552"/>
                </a:cubicBezTo>
                <a:cubicBezTo>
                  <a:pt x="82863" y="22850"/>
                  <a:pt x="82863" y="23124"/>
                  <a:pt x="82863" y="23398"/>
                </a:cubicBezTo>
                <a:lnTo>
                  <a:pt x="82863" y="23672"/>
                </a:lnTo>
                <a:lnTo>
                  <a:pt x="82863" y="23871"/>
                </a:lnTo>
                <a:lnTo>
                  <a:pt x="82863" y="23921"/>
                </a:lnTo>
                <a:lnTo>
                  <a:pt x="82863" y="24891"/>
                </a:lnTo>
                <a:cubicBezTo>
                  <a:pt x="82863" y="24991"/>
                  <a:pt x="82863" y="25115"/>
                  <a:pt x="82838" y="25240"/>
                </a:cubicBezTo>
                <a:lnTo>
                  <a:pt x="82838" y="25314"/>
                </a:lnTo>
                <a:cubicBezTo>
                  <a:pt x="82813" y="25713"/>
                  <a:pt x="82813" y="26086"/>
                  <a:pt x="82738" y="26435"/>
                </a:cubicBezTo>
                <a:cubicBezTo>
                  <a:pt x="82738" y="26534"/>
                  <a:pt x="82713" y="26634"/>
                  <a:pt x="82713" y="26683"/>
                </a:cubicBezTo>
                <a:cubicBezTo>
                  <a:pt x="82688" y="27032"/>
                  <a:pt x="82614" y="27380"/>
                  <a:pt x="82589" y="27729"/>
                </a:cubicBezTo>
                <a:cubicBezTo>
                  <a:pt x="80473" y="28426"/>
                  <a:pt x="78357" y="29297"/>
                  <a:pt x="76167" y="30293"/>
                </a:cubicBezTo>
                <a:cubicBezTo>
                  <a:pt x="76142" y="29222"/>
                  <a:pt x="75993" y="28177"/>
                  <a:pt x="75769" y="27231"/>
                </a:cubicBezTo>
                <a:cubicBezTo>
                  <a:pt x="75868" y="27007"/>
                  <a:pt x="75993" y="26758"/>
                  <a:pt x="76117" y="26534"/>
                </a:cubicBezTo>
                <a:cubicBezTo>
                  <a:pt x="76142" y="26484"/>
                  <a:pt x="76167" y="26410"/>
                  <a:pt x="76242" y="26360"/>
                </a:cubicBezTo>
                <a:cubicBezTo>
                  <a:pt x="76416" y="25986"/>
                  <a:pt x="76640" y="25638"/>
                  <a:pt x="76864" y="25290"/>
                </a:cubicBezTo>
                <a:cubicBezTo>
                  <a:pt x="76963" y="25165"/>
                  <a:pt x="77013" y="25041"/>
                  <a:pt x="77113" y="24916"/>
                </a:cubicBezTo>
                <a:cubicBezTo>
                  <a:pt x="77287" y="24642"/>
                  <a:pt x="77511" y="24319"/>
                  <a:pt x="77685" y="24045"/>
                </a:cubicBezTo>
                <a:cubicBezTo>
                  <a:pt x="77785" y="23896"/>
                  <a:pt x="77909" y="23771"/>
                  <a:pt x="78009" y="23622"/>
                </a:cubicBezTo>
                <a:cubicBezTo>
                  <a:pt x="78233" y="23373"/>
                  <a:pt x="78407" y="23074"/>
                  <a:pt x="78631" y="22825"/>
                </a:cubicBezTo>
                <a:cubicBezTo>
                  <a:pt x="78756" y="22676"/>
                  <a:pt x="78880" y="22552"/>
                  <a:pt x="79005" y="22402"/>
                </a:cubicBezTo>
                <a:cubicBezTo>
                  <a:pt x="79229" y="22153"/>
                  <a:pt x="79477" y="21904"/>
                  <a:pt x="79677" y="21680"/>
                </a:cubicBezTo>
                <a:lnTo>
                  <a:pt x="80100" y="21282"/>
                </a:lnTo>
                <a:lnTo>
                  <a:pt x="80921" y="20535"/>
                </a:lnTo>
                <a:cubicBezTo>
                  <a:pt x="81046" y="20436"/>
                  <a:pt x="81195" y="20311"/>
                  <a:pt x="81295" y="20212"/>
                </a:cubicBezTo>
                <a:cubicBezTo>
                  <a:pt x="81643" y="19938"/>
                  <a:pt x="81991" y="19689"/>
                  <a:pt x="82340" y="19440"/>
                </a:cubicBezTo>
                <a:close/>
                <a:moveTo>
                  <a:pt x="75644" y="27505"/>
                </a:moveTo>
                <a:cubicBezTo>
                  <a:pt x="75868" y="28451"/>
                  <a:pt x="75993" y="29372"/>
                  <a:pt x="76018" y="30392"/>
                </a:cubicBezTo>
                <a:cubicBezTo>
                  <a:pt x="75993" y="30392"/>
                  <a:pt x="75968" y="30392"/>
                  <a:pt x="75968" y="30442"/>
                </a:cubicBezTo>
                <a:cubicBezTo>
                  <a:pt x="75918" y="29446"/>
                  <a:pt x="75794" y="28500"/>
                  <a:pt x="75619" y="27604"/>
                </a:cubicBezTo>
                <a:cubicBezTo>
                  <a:pt x="75619" y="27579"/>
                  <a:pt x="75644" y="27530"/>
                  <a:pt x="75644" y="27505"/>
                </a:cubicBezTo>
                <a:close/>
                <a:moveTo>
                  <a:pt x="104468" y="26509"/>
                </a:moveTo>
                <a:cubicBezTo>
                  <a:pt x="104493" y="26509"/>
                  <a:pt x="104493" y="26509"/>
                  <a:pt x="104518" y="26534"/>
                </a:cubicBezTo>
                <a:cubicBezTo>
                  <a:pt x="104369" y="27729"/>
                  <a:pt x="104169" y="28899"/>
                  <a:pt x="103921" y="30118"/>
                </a:cubicBezTo>
                <a:cubicBezTo>
                  <a:pt x="103896" y="30243"/>
                  <a:pt x="103846" y="30342"/>
                  <a:pt x="103796" y="30467"/>
                </a:cubicBezTo>
                <a:cubicBezTo>
                  <a:pt x="104095" y="29098"/>
                  <a:pt x="104294" y="27779"/>
                  <a:pt x="104468" y="26509"/>
                </a:cubicBezTo>
                <a:close/>
                <a:moveTo>
                  <a:pt x="105165" y="26733"/>
                </a:moveTo>
                <a:cubicBezTo>
                  <a:pt x="105215" y="26758"/>
                  <a:pt x="105240" y="26758"/>
                  <a:pt x="105240" y="26758"/>
                </a:cubicBezTo>
                <a:cubicBezTo>
                  <a:pt x="104916" y="28028"/>
                  <a:pt x="104518" y="29322"/>
                  <a:pt x="104020" y="30517"/>
                </a:cubicBezTo>
                <a:cubicBezTo>
                  <a:pt x="104045" y="30392"/>
                  <a:pt x="104095" y="30268"/>
                  <a:pt x="104095" y="30193"/>
                </a:cubicBezTo>
                <a:cubicBezTo>
                  <a:pt x="104518" y="29073"/>
                  <a:pt x="104891" y="27878"/>
                  <a:pt x="105165" y="26733"/>
                </a:cubicBezTo>
                <a:close/>
                <a:moveTo>
                  <a:pt x="82564" y="27953"/>
                </a:moveTo>
                <a:lnTo>
                  <a:pt x="82564" y="28003"/>
                </a:lnTo>
                <a:cubicBezTo>
                  <a:pt x="80473" y="28724"/>
                  <a:pt x="78308" y="29596"/>
                  <a:pt x="76167" y="30591"/>
                </a:cubicBezTo>
                <a:lnTo>
                  <a:pt x="76167" y="30517"/>
                </a:lnTo>
                <a:cubicBezTo>
                  <a:pt x="78308" y="29521"/>
                  <a:pt x="80473" y="28650"/>
                  <a:pt x="82564" y="27953"/>
                </a:cubicBezTo>
                <a:close/>
                <a:moveTo>
                  <a:pt x="76018" y="30616"/>
                </a:moveTo>
                <a:lnTo>
                  <a:pt x="76018" y="30691"/>
                </a:lnTo>
                <a:cubicBezTo>
                  <a:pt x="75993" y="30691"/>
                  <a:pt x="75968" y="30691"/>
                  <a:pt x="75968" y="30716"/>
                </a:cubicBezTo>
                <a:lnTo>
                  <a:pt x="75968" y="30641"/>
                </a:lnTo>
                <a:cubicBezTo>
                  <a:pt x="75993" y="30641"/>
                  <a:pt x="75993" y="30616"/>
                  <a:pt x="76018" y="30616"/>
                </a:cubicBezTo>
                <a:close/>
                <a:moveTo>
                  <a:pt x="68874" y="22153"/>
                </a:moveTo>
                <a:cubicBezTo>
                  <a:pt x="68426" y="25090"/>
                  <a:pt x="68501" y="28003"/>
                  <a:pt x="69073" y="30741"/>
                </a:cubicBezTo>
                <a:lnTo>
                  <a:pt x="69023" y="30741"/>
                </a:lnTo>
                <a:cubicBezTo>
                  <a:pt x="68451" y="28003"/>
                  <a:pt x="68351" y="25115"/>
                  <a:pt x="68799" y="22178"/>
                </a:cubicBezTo>
                <a:cubicBezTo>
                  <a:pt x="68824" y="22178"/>
                  <a:pt x="68824" y="22153"/>
                  <a:pt x="68874" y="22153"/>
                </a:cubicBezTo>
                <a:close/>
                <a:moveTo>
                  <a:pt x="68650" y="22303"/>
                </a:moveTo>
                <a:lnTo>
                  <a:pt x="68650" y="22303"/>
                </a:lnTo>
                <a:cubicBezTo>
                  <a:pt x="68227" y="25140"/>
                  <a:pt x="68301" y="28003"/>
                  <a:pt x="68849" y="30691"/>
                </a:cubicBezTo>
                <a:cubicBezTo>
                  <a:pt x="67741" y="30325"/>
                  <a:pt x="66511" y="30148"/>
                  <a:pt x="65193" y="30148"/>
                </a:cubicBezTo>
                <a:cubicBezTo>
                  <a:pt x="63640" y="30148"/>
                  <a:pt x="61962" y="30394"/>
                  <a:pt x="60212" y="30865"/>
                </a:cubicBezTo>
                <a:cubicBezTo>
                  <a:pt x="59838" y="29894"/>
                  <a:pt x="59465" y="28948"/>
                  <a:pt x="59191" y="27953"/>
                </a:cubicBezTo>
                <a:cubicBezTo>
                  <a:pt x="62328" y="25837"/>
                  <a:pt x="65514" y="23921"/>
                  <a:pt x="68650" y="22303"/>
                </a:cubicBezTo>
                <a:close/>
                <a:moveTo>
                  <a:pt x="59042" y="28077"/>
                </a:moveTo>
                <a:cubicBezTo>
                  <a:pt x="59316" y="29023"/>
                  <a:pt x="59639" y="29969"/>
                  <a:pt x="60038" y="30940"/>
                </a:cubicBezTo>
                <a:lnTo>
                  <a:pt x="59963" y="30940"/>
                </a:lnTo>
                <a:cubicBezTo>
                  <a:pt x="59589" y="29994"/>
                  <a:pt x="59241" y="29073"/>
                  <a:pt x="58967" y="28102"/>
                </a:cubicBezTo>
                <a:cubicBezTo>
                  <a:pt x="58992" y="28102"/>
                  <a:pt x="58992" y="28077"/>
                  <a:pt x="59042" y="28077"/>
                </a:cubicBezTo>
                <a:close/>
                <a:moveTo>
                  <a:pt x="69148" y="30965"/>
                </a:moveTo>
                <a:cubicBezTo>
                  <a:pt x="69148" y="30990"/>
                  <a:pt x="69148" y="31014"/>
                  <a:pt x="69173" y="31014"/>
                </a:cubicBezTo>
                <a:cubicBezTo>
                  <a:pt x="69164" y="31031"/>
                  <a:pt x="69156" y="31037"/>
                  <a:pt x="69149" y="31037"/>
                </a:cubicBezTo>
                <a:cubicBezTo>
                  <a:pt x="69134" y="31037"/>
                  <a:pt x="69123" y="31014"/>
                  <a:pt x="69123" y="31014"/>
                </a:cubicBezTo>
                <a:cubicBezTo>
                  <a:pt x="69123" y="30990"/>
                  <a:pt x="69123" y="30965"/>
                  <a:pt x="69073" y="30965"/>
                </a:cubicBezTo>
                <a:close/>
                <a:moveTo>
                  <a:pt x="65230" y="30358"/>
                </a:moveTo>
                <a:cubicBezTo>
                  <a:pt x="66548" y="30358"/>
                  <a:pt x="67770" y="30533"/>
                  <a:pt x="68874" y="30890"/>
                </a:cubicBezTo>
                <a:cubicBezTo>
                  <a:pt x="68874" y="30911"/>
                  <a:pt x="68874" y="30949"/>
                  <a:pt x="68889" y="30961"/>
                </a:cubicBezTo>
                <a:lnTo>
                  <a:pt x="68889" y="30961"/>
                </a:lnTo>
                <a:cubicBezTo>
                  <a:pt x="67796" y="30583"/>
                  <a:pt x="66575" y="30401"/>
                  <a:pt x="65257" y="30401"/>
                </a:cubicBezTo>
                <a:cubicBezTo>
                  <a:pt x="63725" y="30401"/>
                  <a:pt x="62061" y="30646"/>
                  <a:pt x="60311" y="31114"/>
                </a:cubicBezTo>
                <a:cubicBezTo>
                  <a:pt x="60311" y="31089"/>
                  <a:pt x="60262" y="31089"/>
                  <a:pt x="60262" y="31064"/>
                </a:cubicBezTo>
                <a:cubicBezTo>
                  <a:pt x="62029" y="30596"/>
                  <a:pt x="63695" y="30358"/>
                  <a:pt x="65230" y="30358"/>
                </a:cubicBezTo>
                <a:close/>
                <a:moveTo>
                  <a:pt x="60087" y="31089"/>
                </a:moveTo>
                <a:cubicBezTo>
                  <a:pt x="60087" y="31114"/>
                  <a:pt x="60087" y="31114"/>
                  <a:pt x="60112" y="31139"/>
                </a:cubicBezTo>
                <a:cubicBezTo>
                  <a:pt x="60087" y="31139"/>
                  <a:pt x="60087" y="31139"/>
                  <a:pt x="60062" y="31189"/>
                </a:cubicBezTo>
                <a:cubicBezTo>
                  <a:pt x="60062" y="31139"/>
                  <a:pt x="60038" y="31139"/>
                  <a:pt x="60038" y="31114"/>
                </a:cubicBezTo>
                <a:cubicBezTo>
                  <a:pt x="60062" y="31089"/>
                  <a:pt x="60062" y="31089"/>
                  <a:pt x="60087" y="31089"/>
                </a:cubicBezTo>
                <a:close/>
                <a:moveTo>
                  <a:pt x="75470" y="27903"/>
                </a:moveTo>
                <a:cubicBezTo>
                  <a:pt x="75644" y="28724"/>
                  <a:pt x="75744" y="29596"/>
                  <a:pt x="75769" y="30517"/>
                </a:cubicBezTo>
                <a:cubicBezTo>
                  <a:pt x="75346" y="30741"/>
                  <a:pt x="74898" y="30965"/>
                  <a:pt x="74425" y="31189"/>
                </a:cubicBezTo>
                <a:cubicBezTo>
                  <a:pt x="74474" y="31089"/>
                  <a:pt x="74474" y="30965"/>
                  <a:pt x="74499" y="30865"/>
                </a:cubicBezTo>
                <a:cubicBezTo>
                  <a:pt x="74499" y="30815"/>
                  <a:pt x="74524" y="30766"/>
                  <a:pt x="74524" y="30716"/>
                </a:cubicBezTo>
                <a:cubicBezTo>
                  <a:pt x="74748" y="29770"/>
                  <a:pt x="75047" y="28824"/>
                  <a:pt x="75470" y="27903"/>
                </a:cubicBezTo>
                <a:close/>
                <a:moveTo>
                  <a:pt x="75744" y="30716"/>
                </a:moveTo>
                <a:lnTo>
                  <a:pt x="75744" y="30766"/>
                </a:lnTo>
                <a:cubicBezTo>
                  <a:pt x="75296" y="30990"/>
                  <a:pt x="74848" y="31238"/>
                  <a:pt x="74375" y="31462"/>
                </a:cubicBezTo>
                <a:lnTo>
                  <a:pt x="74375" y="31363"/>
                </a:lnTo>
                <a:cubicBezTo>
                  <a:pt x="74848" y="31139"/>
                  <a:pt x="75271" y="30890"/>
                  <a:pt x="75744" y="30716"/>
                </a:cubicBezTo>
                <a:close/>
                <a:moveTo>
                  <a:pt x="58793" y="28202"/>
                </a:moveTo>
                <a:cubicBezTo>
                  <a:pt x="59092" y="29148"/>
                  <a:pt x="59440" y="30069"/>
                  <a:pt x="59789" y="30990"/>
                </a:cubicBezTo>
                <a:cubicBezTo>
                  <a:pt x="59216" y="31139"/>
                  <a:pt x="58669" y="31338"/>
                  <a:pt x="58096" y="31512"/>
                </a:cubicBezTo>
                <a:cubicBezTo>
                  <a:pt x="57673" y="30865"/>
                  <a:pt x="57225" y="30243"/>
                  <a:pt x="56752" y="29596"/>
                </a:cubicBezTo>
                <a:cubicBezTo>
                  <a:pt x="57449" y="29123"/>
                  <a:pt x="58121" y="28650"/>
                  <a:pt x="58793" y="28202"/>
                </a:cubicBezTo>
                <a:close/>
                <a:moveTo>
                  <a:pt x="56603" y="29720"/>
                </a:moveTo>
                <a:lnTo>
                  <a:pt x="57922" y="31587"/>
                </a:lnTo>
                <a:lnTo>
                  <a:pt x="57872" y="31612"/>
                </a:lnTo>
                <a:lnTo>
                  <a:pt x="56578" y="29745"/>
                </a:lnTo>
                <a:lnTo>
                  <a:pt x="56603" y="29720"/>
                </a:lnTo>
                <a:close/>
                <a:moveTo>
                  <a:pt x="103721" y="31139"/>
                </a:moveTo>
                <a:lnTo>
                  <a:pt x="103721" y="31139"/>
                </a:lnTo>
                <a:cubicBezTo>
                  <a:pt x="103672" y="31239"/>
                  <a:pt x="103672" y="31338"/>
                  <a:pt x="103647" y="31462"/>
                </a:cubicBezTo>
                <a:cubicBezTo>
                  <a:pt x="103622" y="31562"/>
                  <a:pt x="103547" y="31637"/>
                  <a:pt x="103522" y="31711"/>
                </a:cubicBezTo>
                <a:cubicBezTo>
                  <a:pt x="103547" y="31612"/>
                  <a:pt x="103547" y="31512"/>
                  <a:pt x="103597" y="31438"/>
                </a:cubicBezTo>
                <a:cubicBezTo>
                  <a:pt x="103622" y="31338"/>
                  <a:pt x="103672" y="31239"/>
                  <a:pt x="103721" y="31139"/>
                </a:cubicBezTo>
                <a:close/>
                <a:moveTo>
                  <a:pt x="117461" y="30143"/>
                </a:moveTo>
                <a:cubicBezTo>
                  <a:pt x="117461" y="30268"/>
                  <a:pt x="117486" y="30367"/>
                  <a:pt x="117536" y="30492"/>
                </a:cubicBezTo>
                <a:cubicBezTo>
                  <a:pt x="117561" y="30616"/>
                  <a:pt x="117561" y="30766"/>
                  <a:pt x="117586" y="30890"/>
                </a:cubicBezTo>
                <a:cubicBezTo>
                  <a:pt x="117617" y="31170"/>
                  <a:pt x="117648" y="31440"/>
                  <a:pt x="117679" y="31719"/>
                </a:cubicBezTo>
                <a:lnTo>
                  <a:pt x="117679" y="31719"/>
                </a:lnTo>
                <a:cubicBezTo>
                  <a:pt x="117646" y="31477"/>
                  <a:pt x="117603" y="31212"/>
                  <a:pt x="117561" y="30915"/>
                </a:cubicBezTo>
                <a:cubicBezTo>
                  <a:pt x="117511" y="30766"/>
                  <a:pt x="117486" y="30616"/>
                  <a:pt x="117461" y="30442"/>
                </a:cubicBezTo>
                <a:lnTo>
                  <a:pt x="117461" y="30218"/>
                </a:lnTo>
                <a:lnTo>
                  <a:pt x="117461" y="30143"/>
                </a:lnTo>
                <a:close/>
                <a:moveTo>
                  <a:pt x="59863" y="31139"/>
                </a:moveTo>
                <a:lnTo>
                  <a:pt x="59863" y="31214"/>
                </a:lnTo>
                <a:cubicBezTo>
                  <a:pt x="59341" y="31363"/>
                  <a:pt x="58793" y="31537"/>
                  <a:pt x="58245" y="31736"/>
                </a:cubicBezTo>
                <a:cubicBezTo>
                  <a:pt x="58245" y="31711"/>
                  <a:pt x="58220" y="31711"/>
                  <a:pt x="58220" y="31687"/>
                </a:cubicBezTo>
                <a:cubicBezTo>
                  <a:pt x="58793" y="31487"/>
                  <a:pt x="59316" y="31313"/>
                  <a:pt x="59863" y="31139"/>
                </a:cubicBezTo>
                <a:close/>
                <a:moveTo>
                  <a:pt x="58046" y="31736"/>
                </a:moveTo>
                <a:cubicBezTo>
                  <a:pt x="58046" y="31761"/>
                  <a:pt x="58071" y="31761"/>
                  <a:pt x="58071" y="31811"/>
                </a:cubicBezTo>
                <a:cubicBezTo>
                  <a:pt x="58046" y="31811"/>
                  <a:pt x="58046" y="31811"/>
                  <a:pt x="57996" y="31836"/>
                </a:cubicBezTo>
                <a:cubicBezTo>
                  <a:pt x="57996" y="31811"/>
                  <a:pt x="57972" y="31811"/>
                  <a:pt x="57972" y="31761"/>
                </a:cubicBezTo>
                <a:cubicBezTo>
                  <a:pt x="57996" y="31761"/>
                  <a:pt x="57996" y="31761"/>
                  <a:pt x="58046" y="31736"/>
                </a:cubicBezTo>
                <a:close/>
                <a:moveTo>
                  <a:pt x="70890" y="21158"/>
                </a:moveTo>
                <a:cubicBezTo>
                  <a:pt x="71612" y="21556"/>
                  <a:pt x="72234" y="22054"/>
                  <a:pt x="72782" y="22626"/>
                </a:cubicBezTo>
                <a:cubicBezTo>
                  <a:pt x="72757" y="22751"/>
                  <a:pt x="72732" y="22850"/>
                  <a:pt x="72657" y="22975"/>
                </a:cubicBezTo>
                <a:lnTo>
                  <a:pt x="72483" y="23522"/>
                </a:lnTo>
                <a:cubicBezTo>
                  <a:pt x="72433" y="23647"/>
                  <a:pt x="72384" y="23796"/>
                  <a:pt x="72359" y="23921"/>
                </a:cubicBezTo>
                <a:cubicBezTo>
                  <a:pt x="72284" y="24120"/>
                  <a:pt x="72259" y="24294"/>
                  <a:pt x="72184" y="24493"/>
                </a:cubicBezTo>
                <a:cubicBezTo>
                  <a:pt x="72160" y="24617"/>
                  <a:pt x="72135" y="24767"/>
                  <a:pt x="72110" y="24891"/>
                </a:cubicBezTo>
                <a:cubicBezTo>
                  <a:pt x="72060" y="25066"/>
                  <a:pt x="72010" y="25265"/>
                  <a:pt x="71985" y="25439"/>
                </a:cubicBezTo>
                <a:cubicBezTo>
                  <a:pt x="71935" y="25613"/>
                  <a:pt x="71911" y="25738"/>
                  <a:pt x="71886" y="25887"/>
                </a:cubicBezTo>
                <a:cubicBezTo>
                  <a:pt x="71861" y="26061"/>
                  <a:pt x="71811" y="26235"/>
                  <a:pt x="71786" y="26410"/>
                </a:cubicBezTo>
                <a:cubicBezTo>
                  <a:pt x="71761" y="26559"/>
                  <a:pt x="71736" y="26733"/>
                  <a:pt x="71736" y="26858"/>
                </a:cubicBezTo>
                <a:cubicBezTo>
                  <a:pt x="71736" y="26883"/>
                  <a:pt x="71736" y="26957"/>
                  <a:pt x="71687" y="26982"/>
                </a:cubicBezTo>
                <a:lnTo>
                  <a:pt x="71687" y="27107"/>
                </a:lnTo>
                <a:cubicBezTo>
                  <a:pt x="71637" y="27654"/>
                  <a:pt x="71562" y="28227"/>
                  <a:pt x="71537" y="28749"/>
                </a:cubicBezTo>
                <a:lnTo>
                  <a:pt x="71537" y="28948"/>
                </a:lnTo>
                <a:cubicBezTo>
                  <a:pt x="71512" y="29496"/>
                  <a:pt x="71512" y="30069"/>
                  <a:pt x="71537" y="30591"/>
                </a:cubicBezTo>
                <a:lnTo>
                  <a:pt x="71537" y="30691"/>
                </a:lnTo>
                <a:cubicBezTo>
                  <a:pt x="71562" y="31214"/>
                  <a:pt x="71637" y="31711"/>
                  <a:pt x="71687" y="32209"/>
                </a:cubicBezTo>
                <a:cubicBezTo>
                  <a:pt x="71015" y="31587"/>
                  <a:pt x="70168" y="31114"/>
                  <a:pt x="69247" y="30741"/>
                </a:cubicBezTo>
                <a:cubicBezTo>
                  <a:pt x="68625" y="27953"/>
                  <a:pt x="68550" y="24966"/>
                  <a:pt x="69023" y="21954"/>
                </a:cubicBezTo>
                <a:cubicBezTo>
                  <a:pt x="69695" y="21755"/>
                  <a:pt x="70293" y="21481"/>
                  <a:pt x="70890" y="21158"/>
                </a:cubicBezTo>
                <a:close/>
                <a:moveTo>
                  <a:pt x="73130" y="23000"/>
                </a:moveTo>
                <a:cubicBezTo>
                  <a:pt x="74126" y="24120"/>
                  <a:pt x="74873" y="25514"/>
                  <a:pt x="75271" y="27131"/>
                </a:cubicBezTo>
                <a:cubicBezTo>
                  <a:pt x="74624" y="28525"/>
                  <a:pt x="74126" y="29969"/>
                  <a:pt x="73877" y="31413"/>
                </a:cubicBezTo>
                <a:cubicBezTo>
                  <a:pt x="73304" y="31711"/>
                  <a:pt x="72757" y="32010"/>
                  <a:pt x="72184" y="32284"/>
                </a:cubicBezTo>
                <a:cubicBezTo>
                  <a:pt x="72160" y="32110"/>
                  <a:pt x="72135" y="31886"/>
                  <a:pt x="72135" y="31711"/>
                </a:cubicBezTo>
                <a:cubicBezTo>
                  <a:pt x="72110" y="31487"/>
                  <a:pt x="72110" y="31288"/>
                  <a:pt x="72060" y="31089"/>
                </a:cubicBezTo>
                <a:cubicBezTo>
                  <a:pt x="72035" y="30716"/>
                  <a:pt x="72010" y="30293"/>
                  <a:pt x="72010" y="29894"/>
                </a:cubicBezTo>
                <a:lnTo>
                  <a:pt x="72010" y="29397"/>
                </a:lnTo>
                <a:cubicBezTo>
                  <a:pt x="72010" y="28998"/>
                  <a:pt x="72035" y="28600"/>
                  <a:pt x="72060" y="28177"/>
                </a:cubicBezTo>
                <a:cubicBezTo>
                  <a:pt x="72060" y="28003"/>
                  <a:pt x="72110" y="27804"/>
                  <a:pt x="72110" y="27629"/>
                </a:cubicBezTo>
                <a:cubicBezTo>
                  <a:pt x="72135" y="27380"/>
                  <a:pt x="72160" y="27107"/>
                  <a:pt x="72184" y="26858"/>
                </a:cubicBezTo>
                <a:cubicBezTo>
                  <a:pt x="72234" y="26509"/>
                  <a:pt x="72284" y="26186"/>
                  <a:pt x="72359" y="25862"/>
                </a:cubicBezTo>
                <a:cubicBezTo>
                  <a:pt x="72384" y="25613"/>
                  <a:pt x="72433" y="25364"/>
                  <a:pt x="72508" y="25140"/>
                </a:cubicBezTo>
                <a:cubicBezTo>
                  <a:pt x="72558" y="24891"/>
                  <a:pt x="72632" y="24617"/>
                  <a:pt x="72682" y="24369"/>
                </a:cubicBezTo>
                <a:cubicBezTo>
                  <a:pt x="72782" y="24095"/>
                  <a:pt x="72856" y="23846"/>
                  <a:pt x="72931" y="23597"/>
                </a:cubicBezTo>
                <a:cubicBezTo>
                  <a:pt x="73006" y="23398"/>
                  <a:pt x="73056" y="23174"/>
                  <a:pt x="73130" y="23000"/>
                </a:cubicBezTo>
                <a:close/>
                <a:moveTo>
                  <a:pt x="105663" y="16080"/>
                </a:moveTo>
                <a:lnTo>
                  <a:pt x="105663" y="16080"/>
                </a:lnTo>
                <a:cubicBezTo>
                  <a:pt x="108525" y="17150"/>
                  <a:pt x="110940" y="18768"/>
                  <a:pt x="112807" y="20909"/>
                </a:cubicBezTo>
                <a:cubicBezTo>
                  <a:pt x="112881" y="21282"/>
                  <a:pt x="112981" y="21655"/>
                  <a:pt x="113056" y="22054"/>
                </a:cubicBezTo>
                <a:cubicBezTo>
                  <a:pt x="113081" y="22228"/>
                  <a:pt x="113105" y="22402"/>
                  <a:pt x="113130" y="22552"/>
                </a:cubicBezTo>
                <a:cubicBezTo>
                  <a:pt x="113230" y="23124"/>
                  <a:pt x="113329" y="23672"/>
                  <a:pt x="113379" y="24269"/>
                </a:cubicBezTo>
                <a:cubicBezTo>
                  <a:pt x="113379" y="24418"/>
                  <a:pt x="113429" y="24543"/>
                  <a:pt x="113429" y="24717"/>
                </a:cubicBezTo>
                <a:lnTo>
                  <a:pt x="113504" y="26111"/>
                </a:lnTo>
                <a:cubicBezTo>
                  <a:pt x="113504" y="26335"/>
                  <a:pt x="113553" y="26534"/>
                  <a:pt x="113553" y="26783"/>
                </a:cubicBezTo>
                <a:cubicBezTo>
                  <a:pt x="113553" y="27355"/>
                  <a:pt x="113578" y="27953"/>
                  <a:pt x="113553" y="28500"/>
                </a:cubicBezTo>
                <a:cubicBezTo>
                  <a:pt x="113553" y="28700"/>
                  <a:pt x="113504" y="28849"/>
                  <a:pt x="113504" y="29023"/>
                </a:cubicBezTo>
                <a:lnTo>
                  <a:pt x="113429" y="30517"/>
                </a:lnTo>
                <a:cubicBezTo>
                  <a:pt x="113379" y="30741"/>
                  <a:pt x="113379" y="30965"/>
                  <a:pt x="113354" y="31139"/>
                </a:cubicBezTo>
                <a:cubicBezTo>
                  <a:pt x="113329" y="31562"/>
                  <a:pt x="113255" y="31935"/>
                  <a:pt x="113230" y="32334"/>
                </a:cubicBezTo>
                <a:cubicBezTo>
                  <a:pt x="111363" y="29645"/>
                  <a:pt x="108774" y="27654"/>
                  <a:pt x="105514" y="26459"/>
                </a:cubicBezTo>
                <a:cubicBezTo>
                  <a:pt x="106285" y="22975"/>
                  <a:pt x="106360" y="19390"/>
                  <a:pt x="105663" y="16080"/>
                </a:cubicBezTo>
                <a:close/>
                <a:moveTo>
                  <a:pt x="69389" y="31096"/>
                </a:moveTo>
                <a:lnTo>
                  <a:pt x="69389" y="31096"/>
                </a:lnTo>
                <a:cubicBezTo>
                  <a:pt x="70278" y="31469"/>
                  <a:pt x="71069" y="31964"/>
                  <a:pt x="71761" y="32558"/>
                </a:cubicBezTo>
                <a:cubicBezTo>
                  <a:pt x="71736" y="32558"/>
                  <a:pt x="71687" y="32583"/>
                  <a:pt x="71687" y="32583"/>
                </a:cubicBezTo>
                <a:cubicBezTo>
                  <a:pt x="71039" y="31985"/>
                  <a:pt x="70268" y="31487"/>
                  <a:pt x="69397" y="31139"/>
                </a:cubicBezTo>
                <a:cubicBezTo>
                  <a:pt x="69397" y="31122"/>
                  <a:pt x="69397" y="31106"/>
                  <a:pt x="69389" y="31096"/>
                </a:cubicBezTo>
                <a:close/>
                <a:moveTo>
                  <a:pt x="73852" y="31687"/>
                </a:moveTo>
                <a:lnTo>
                  <a:pt x="73852" y="31736"/>
                </a:lnTo>
                <a:cubicBezTo>
                  <a:pt x="73304" y="31985"/>
                  <a:pt x="72782" y="32259"/>
                  <a:pt x="72234" y="32583"/>
                </a:cubicBezTo>
                <a:lnTo>
                  <a:pt x="72234" y="32508"/>
                </a:lnTo>
                <a:cubicBezTo>
                  <a:pt x="72757" y="32234"/>
                  <a:pt x="73304" y="31960"/>
                  <a:pt x="73852" y="31687"/>
                </a:cubicBezTo>
                <a:close/>
                <a:moveTo>
                  <a:pt x="113081" y="21232"/>
                </a:moveTo>
                <a:cubicBezTo>
                  <a:pt x="113105" y="21257"/>
                  <a:pt x="113105" y="21282"/>
                  <a:pt x="113130" y="21307"/>
                </a:cubicBezTo>
                <a:cubicBezTo>
                  <a:pt x="113205" y="21556"/>
                  <a:pt x="113255" y="21805"/>
                  <a:pt x="113280" y="22103"/>
                </a:cubicBezTo>
                <a:cubicBezTo>
                  <a:pt x="113329" y="22228"/>
                  <a:pt x="113329" y="22352"/>
                  <a:pt x="113354" y="22477"/>
                </a:cubicBezTo>
                <a:cubicBezTo>
                  <a:pt x="113454" y="22925"/>
                  <a:pt x="113504" y="23423"/>
                  <a:pt x="113578" y="23921"/>
                </a:cubicBezTo>
                <a:cubicBezTo>
                  <a:pt x="113603" y="24095"/>
                  <a:pt x="113603" y="24244"/>
                  <a:pt x="113628" y="24418"/>
                </a:cubicBezTo>
                <a:cubicBezTo>
                  <a:pt x="113703" y="24991"/>
                  <a:pt x="113728" y="25538"/>
                  <a:pt x="113753" y="26136"/>
                </a:cubicBezTo>
                <a:cubicBezTo>
                  <a:pt x="113753" y="26360"/>
                  <a:pt x="113753" y="26584"/>
                  <a:pt x="113777" y="26783"/>
                </a:cubicBezTo>
                <a:lnTo>
                  <a:pt x="113777" y="28152"/>
                </a:lnTo>
                <a:lnTo>
                  <a:pt x="113777" y="28724"/>
                </a:lnTo>
                <a:cubicBezTo>
                  <a:pt x="113753" y="29322"/>
                  <a:pt x="113728" y="29894"/>
                  <a:pt x="113703" y="30517"/>
                </a:cubicBezTo>
                <a:cubicBezTo>
                  <a:pt x="113653" y="30741"/>
                  <a:pt x="113653" y="30940"/>
                  <a:pt x="113628" y="31139"/>
                </a:cubicBezTo>
                <a:cubicBezTo>
                  <a:pt x="113578" y="31612"/>
                  <a:pt x="113504" y="32110"/>
                  <a:pt x="113454" y="32632"/>
                </a:cubicBezTo>
                <a:cubicBezTo>
                  <a:pt x="113429" y="32607"/>
                  <a:pt x="113429" y="32583"/>
                  <a:pt x="113379" y="32583"/>
                </a:cubicBezTo>
                <a:lnTo>
                  <a:pt x="113578" y="30990"/>
                </a:lnTo>
                <a:cubicBezTo>
                  <a:pt x="113578" y="30865"/>
                  <a:pt x="113603" y="30741"/>
                  <a:pt x="113603" y="30616"/>
                </a:cubicBezTo>
                <a:cubicBezTo>
                  <a:pt x="113678" y="29994"/>
                  <a:pt x="113703" y="29347"/>
                  <a:pt x="113728" y="28724"/>
                </a:cubicBezTo>
                <a:lnTo>
                  <a:pt x="113728" y="28525"/>
                </a:lnTo>
                <a:cubicBezTo>
                  <a:pt x="113753" y="27903"/>
                  <a:pt x="113728" y="27281"/>
                  <a:pt x="113728" y="26659"/>
                </a:cubicBezTo>
                <a:cubicBezTo>
                  <a:pt x="113728" y="26484"/>
                  <a:pt x="113728" y="26285"/>
                  <a:pt x="113703" y="26111"/>
                </a:cubicBezTo>
                <a:lnTo>
                  <a:pt x="113603" y="24518"/>
                </a:lnTo>
                <a:cubicBezTo>
                  <a:pt x="113603" y="24418"/>
                  <a:pt x="113603" y="24344"/>
                  <a:pt x="113578" y="24244"/>
                </a:cubicBezTo>
                <a:cubicBezTo>
                  <a:pt x="113504" y="23647"/>
                  <a:pt x="113429" y="23049"/>
                  <a:pt x="113329" y="22477"/>
                </a:cubicBezTo>
                <a:lnTo>
                  <a:pt x="113230" y="22004"/>
                </a:lnTo>
                <a:cubicBezTo>
                  <a:pt x="113180" y="21755"/>
                  <a:pt x="113130" y="21481"/>
                  <a:pt x="113081" y="21232"/>
                </a:cubicBezTo>
                <a:close/>
                <a:moveTo>
                  <a:pt x="105464" y="26609"/>
                </a:moveTo>
                <a:cubicBezTo>
                  <a:pt x="108725" y="27853"/>
                  <a:pt x="111338" y="29869"/>
                  <a:pt x="113180" y="32607"/>
                </a:cubicBezTo>
                <a:lnTo>
                  <a:pt x="113180" y="32707"/>
                </a:lnTo>
                <a:cubicBezTo>
                  <a:pt x="111363" y="29944"/>
                  <a:pt x="108749" y="27878"/>
                  <a:pt x="105464" y="26659"/>
                </a:cubicBezTo>
                <a:lnTo>
                  <a:pt x="105464" y="26609"/>
                </a:lnTo>
                <a:close/>
                <a:moveTo>
                  <a:pt x="113329" y="32831"/>
                </a:moveTo>
                <a:cubicBezTo>
                  <a:pt x="113354" y="32856"/>
                  <a:pt x="113354" y="32881"/>
                  <a:pt x="113379" y="32881"/>
                </a:cubicBezTo>
                <a:lnTo>
                  <a:pt x="113379" y="33006"/>
                </a:lnTo>
                <a:cubicBezTo>
                  <a:pt x="113354" y="32981"/>
                  <a:pt x="113354" y="32956"/>
                  <a:pt x="113329" y="32931"/>
                </a:cubicBezTo>
                <a:lnTo>
                  <a:pt x="113329" y="32831"/>
                </a:lnTo>
                <a:close/>
                <a:moveTo>
                  <a:pt x="69446" y="31363"/>
                </a:moveTo>
                <a:lnTo>
                  <a:pt x="69446" y="31363"/>
                </a:lnTo>
                <a:cubicBezTo>
                  <a:pt x="70218" y="31711"/>
                  <a:pt x="70940" y="32135"/>
                  <a:pt x="71537" y="32682"/>
                </a:cubicBezTo>
                <a:cubicBezTo>
                  <a:pt x="71039" y="32931"/>
                  <a:pt x="70542" y="33205"/>
                  <a:pt x="70069" y="33479"/>
                </a:cubicBezTo>
                <a:cubicBezTo>
                  <a:pt x="69820" y="32807"/>
                  <a:pt x="69596" y="32085"/>
                  <a:pt x="69446" y="31363"/>
                </a:cubicBezTo>
                <a:close/>
                <a:moveTo>
                  <a:pt x="69148" y="31238"/>
                </a:moveTo>
                <a:cubicBezTo>
                  <a:pt x="69173" y="31238"/>
                  <a:pt x="69197" y="31263"/>
                  <a:pt x="69197" y="31263"/>
                </a:cubicBezTo>
                <a:cubicBezTo>
                  <a:pt x="69397" y="32060"/>
                  <a:pt x="69646" y="32831"/>
                  <a:pt x="69894" y="33578"/>
                </a:cubicBezTo>
                <a:cubicBezTo>
                  <a:pt x="69870" y="33578"/>
                  <a:pt x="69870" y="33603"/>
                  <a:pt x="69820" y="33603"/>
                </a:cubicBezTo>
                <a:cubicBezTo>
                  <a:pt x="69546" y="32831"/>
                  <a:pt x="69322" y="32060"/>
                  <a:pt x="69148" y="31238"/>
                </a:cubicBezTo>
                <a:close/>
                <a:moveTo>
                  <a:pt x="71662" y="32831"/>
                </a:moveTo>
                <a:cubicBezTo>
                  <a:pt x="71687" y="32831"/>
                  <a:pt x="71687" y="32856"/>
                  <a:pt x="71736" y="32881"/>
                </a:cubicBezTo>
                <a:cubicBezTo>
                  <a:pt x="71189" y="33180"/>
                  <a:pt x="70691" y="33454"/>
                  <a:pt x="70168" y="33752"/>
                </a:cubicBezTo>
                <a:cubicBezTo>
                  <a:pt x="70143" y="33703"/>
                  <a:pt x="70143" y="33678"/>
                  <a:pt x="70143" y="33678"/>
                </a:cubicBezTo>
                <a:cubicBezTo>
                  <a:pt x="70641" y="33379"/>
                  <a:pt x="71164" y="33105"/>
                  <a:pt x="71662" y="32831"/>
                </a:cubicBezTo>
                <a:close/>
                <a:moveTo>
                  <a:pt x="69944" y="33752"/>
                </a:moveTo>
                <a:cubicBezTo>
                  <a:pt x="69944" y="33802"/>
                  <a:pt x="69944" y="33802"/>
                  <a:pt x="69994" y="33827"/>
                </a:cubicBezTo>
                <a:cubicBezTo>
                  <a:pt x="69944" y="33827"/>
                  <a:pt x="69944" y="33852"/>
                  <a:pt x="69919" y="33852"/>
                </a:cubicBezTo>
                <a:cubicBezTo>
                  <a:pt x="69919" y="33827"/>
                  <a:pt x="69894" y="33827"/>
                  <a:pt x="69894" y="33802"/>
                </a:cubicBezTo>
                <a:cubicBezTo>
                  <a:pt x="69919" y="33752"/>
                  <a:pt x="69944" y="33752"/>
                  <a:pt x="69944" y="33752"/>
                </a:cubicBezTo>
                <a:close/>
                <a:moveTo>
                  <a:pt x="117188" y="30168"/>
                </a:moveTo>
                <a:cubicBezTo>
                  <a:pt x="117188" y="30243"/>
                  <a:pt x="117212" y="30293"/>
                  <a:pt x="117212" y="30342"/>
                </a:cubicBezTo>
                <a:cubicBezTo>
                  <a:pt x="117212" y="30367"/>
                  <a:pt x="117237" y="30392"/>
                  <a:pt x="117237" y="30467"/>
                </a:cubicBezTo>
                <a:lnTo>
                  <a:pt x="117237" y="31338"/>
                </a:lnTo>
                <a:lnTo>
                  <a:pt x="117237" y="31711"/>
                </a:lnTo>
                <a:lnTo>
                  <a:pt x="117237" y="31761"/>
                </a:lnTo>
                <a:cubicBezTo>
                  <a:pt x="117237" y="31886"/>
                  <a:pt x="117212" y="32010"/>
                  <a:pt x="117212" y="32159"/>
                </a:cubicBezTo>
                <a:cubicBezTo>
                  <a:pt x="117212" y="32309"/>
                  <a:pt x="117188" y="32408"/>
                  <a:pt x="117188" y="32583"/>
                </a:cubicBezTo>
                <a:cubicBezTo>
                  <a:pt x="117163" y="32757"/>
                  <a:pt x="117163" y="32906"/>
                  <a:pt x="117113" y="33105"/>
                </a:cubicBezTo>
                <a:lnTo>
                  <a:pt x="117113" y="33230"/>
                </a:lnTo>
                <a:cubicBezTo>
                  <a:pt x="117113" y="33304"/>
                  <a:pt x="117088" y="33354"/>
                  <a:pt x="117088" y="33404"/>
                </a:cubicBezTo>
                <a:cubicBezTo>
                  <a:pt x="117050" y="33632"/>
                  <a:pt x="117007" y="33860"/>
                  <a:pt x="116958" y="34087"/>
                </a:cubicBezTo>
                <a:lnTo>
                  <a:pt x="116958" y="34087"/>
                </a:lnTo>
                <a:lnTo>
                  <a:pt x="117038" y="33628"/>
                </a:lnTo>
                <a:cubicBezTo>
                  <a:pt x="117063" y="33504"/>
                  <a:pt x="117063" y="33379"/>
                  <a:pt x="117088" y="33255"/>
                </a:cubicBezTo>
                <a:lnTo>
                  <a:pt x="117088" y="33230"/>
                </a:lnTo>
                <a:lnTo>
                  <a:pt x="117088" y="33205"/>
                </a:lnTo>
                <a:cubicBezTo>
                  <a:pt x="117113" y="33056"/>
                  <a:pt x="117113" y="32856"/>
                  <a:pt x="117163" y="32707"/>
                </a:cubicBezTo>
                <a:cubicBezTo>
                  <a:pt x="117163" y="32583"/>
                  <a:pt x="117188" y="32458"/>
                  <a:pt x="117188" y="32334"/>
                </a:cubicBezTo>
                <a:lnTo>
                  <a:pt x="117188" y="32259"/>
                </a:lnTo>
                <a:lnTo>
                  <a:pt x="117188" y="32110"/>
                </a:lnTo>
                <a:cubicBezTo>
                  <a:pt x="117188" y="31985"/>
                  <a:pt x="117212" y="31861"/>
                  <a:pt x="117212" y="31761"/>
                </a:cubicBezTo>
                <a:lnTo>
                  <a:pt x="117212" y="31587"/>
                </a:lnTo>
                <a:cubicBezTo>
                  <a:pt x="117188" y="31512"/>
                  <a:pt x="117188" y="31512"/>
                  <a:pt x="117188" y="31487"/>
                </a:cubicBezTo>
                <a:lnTo>
                  <a:pt x="117188" y="31064"/>
                </a:lnTo>
                <a:lnTo>
                  <a:pt x="117188" y="30840"/>
                </a:lnTo>
                <a:lnTo>
                  <a:pt x="117188" y="30716"/>
                </a:lnTo>
                <a:lnTo>
                  <a:pt x="117188" y="30243"/>
                </a:lnTo>
                <a:lnTo>
                  <a:pt x="117188" y="30168"/>
                </a:lnTo>
                <a:close/>
                <a:moveTo>
                  <a:pt x="86198" y="27032"/>
                </a:moveTo>
                <a:lnTo>
                  <a:pt x="86198" y="27032"/>
                </a:lnTo>
                <a:cubicBezTo>
                  <a:pt x="86347" y="29621"/>
                  <a:pt x="86173" y="32135"/>
                  <a:pt x="85675" y="34474"/>
                </a:cubicBezTo>
                <a:lnTo>
                  <a:pt x="85601" y="34474"/>
                </a:lnTo>
                <a:cubicBezTo>
                  <a:pt x="86123" y="32135"/>
                  <a:pt x="86298" y="29645"/>
                  <a:pt x="86123" y="27082"/>
                </a:cubicBezTo>
                <a:cubicBezTo>
                  <a:pt x="86173" y="27082"/>
                  <a:pt x="86173" y="27082"/>
                  <a:pt x="86198" y="27032"/>
                </a:cubicBezTo>
                <a:close/>
                <a:moveTo>
                  <a:pt x="85601" y="34624"/>
                </a:moveTo>
                <a:lnTo>
                  <a:pt x="85601" y="34698"/>
                </a:lnTo>
                <a:lnTo>
                  <a:pt x="85551" y="34698"/>
                </a:lnTo>
                <a:lnTo>
                  <a:pt x="85551" y="34624"/>
                </a:lnTo>
                <a:close/>
                <a:moveTo>
                  <a:pt x="93192" y="25663"/>
                </a:moveTo>
                <a:lnTo>
                  <a:pt x="93192" y="25663"/>
                </a:lnTo>
                <a:cubicBezTo>
                  <a:pt x="92769" y="28575"/>
                  <a:pt x="91973" y="31612"/>
                  <a:pt x="90853" y="34698"/>
                </a:cubicBezTo>
                <a:cubicBezTo>
                  <a:pt x="89535" y="34524"/>
                  <a:pt x="88232" y="34425"/>
                  <a:pt x="86956" y="34425"/>
                </a:cubicBezTo>
                <a:cubicBezTo>
                  <a:pt x="86593" y="34425"/>
                  <a:pt x="86233" y="34433"/>
                  <a:pt x="85875" y="34449"/>
                </a:cubicBezTo>
                <a:cubicBezTo>
                  <a:pt x="86347" y="32110"/>
                  <a:pt x="86547" y="29596"/>
                  <a:pt x="86372" y="27007"/>
                </a:cubicBezTo>
                <a:cubicBezTo>
                  <a:pt x="88737" y="26360"/>
                  <a:pt x="91027" y="25912"/>
                  <a:pt x="93192" y="25663"/>
                </a:cubicBezTo>
                <a:close/>
                <a:moveTo>
                  <a:pt x="93441" y="25638"/>
                </a:moveTo>
                <a:cubicBezTo>
                  <a:pt x="93018" y="28575"/>
                  <a:pt x="92197" y="31612"/>
                  <a:pt x="91077" y="34748"/>
                </a:cubicBezTo>
                <a:lnTo>
                  <a:pt x="91027" y="34748"/>
                </a:lnTo>
                <a:cubicBezTo>
                  <a:pt x="92147" y="31637"/>
                  <a:pt x="92944" y="28600"/>
                  <a:pt x="93392" y="25663"/>
                </a:cubicBezTo>
                <a:cubicBezTo>
                  <a:pt x="93392" y="25638"/>
                  <a:pt x="93417" y="25638"/>
                  <a:pt x="93441" y="25638"/>
                </a:cubicBezTo>
                <a:close/>
                <a:moveTo>
                  <a:pt x="73802" y="31960"/>
                </a:moveTo>
                <a:lnTo>
                  <a:pt x="73802" y="32060"/>
                </a:lnTo>
                <a:lnTo>
                  <a:pt x="73802" y="32085"/>
                </a:lnTo>
                <a:cubicBezTo>
                  <a:pt x="73753" y="32458"/>
                  <a:pt x="73703" y="32856"/>
                  <a:pt x="73678" y="33230"/>
                </a:cubicBezTo>
                <a:cubicBezTo>
                  <a:pt x="73653" y="33479"/>
                  <a:pt x="73653" y="33703"/>
                  <a:pt x="73653" y="33952"/>
                </a:cubicBezTo>
                <a:lnTo>
                  <a:pt x="73653" y="33976"/>
                </a:lnTo>
                <a:lnTo>
                  <a:pt x="73653" y="34026"/>
                </a:lnTo>
                <a:cubicBezTo>
                  <a:pt x="73653" y="34325"/>
                  <a:pt x="73628" y="34599"/>
                  <a:pt x="73653" y="34848"/>
                </a:cubicBezTo>
                <a:cubicBezTo>
                  <a:pt x="73304" y="34076"/>
                  <a:pt x="72832" y="33404"/>
                  <a:pt x="72284" y="32831"/>
                </a:cubicBezTo>
                <a:lnTo>
                  <a:pt x="72284" y="32757"/>
                </a:lnTo>
                <a:cubicBezTo>
                  <a:pt x="72782" y="32483"/>
                  <a:pt x="73280" y="32209"/>
                  <a:pt x="73802" y="31960"/>
                </a:cubicBezTo>
                <a:close/>
                <a:moveTo>
                  <a:pt x="86708" y="34609"/>
                </a:moveTo>
                <a:cubicBezTo>
                  <a:pt x="88023" y="34609"/>
                  <a:pt x="89368" y="34692"/>
                  <a:pt x="90728" y="34873"/>
                </a:cubicBezTo>
                <a:cubicBezTo>
                  <a:pt x="90778" y="34922"/>
                  <a:pt x="90778" y="34922"/>
                  <a:pt x="90728" y="34947"/>
                </a:cubicBezTo>
                <a:cubicBezTo>
                  <a:pt x="89434" y="34748"/>
                  <a:pt x="88090" y="34649"/>
                  <a:pt x="86820" y="34649"/>
                </a:cubicBezTo>
                <a:cubicBezTo>
                  <a:pt x="86472" y="34649"/>
                  <a:pt x="86099" y="34698"/>
                  <a:pt x="85750" y="34698"/>
                </a:cubicBezTo>
                <a:lnTo>
                  <a:pt x="85750" y="34624"/>
                </a:lnTo>
                <a:cubicBezTo>
                  <a:pt x="86067" y="34614"/>
                  <a:pt x="86387" y="34609"/>
                  <a:pt x="86708" y="34609"/>
                </a:cubicBezTo>
                <a:close/>
                <a:moveTo>
                  <a:pt x="91027" y="34922"/>
                </a:moveTo>
                <a:cubicBezTo>
                  <a:pt x="91027" y="34947"/>
                  <a:pt x="91027" y="34947"/>
                  <a:pt x="90977" y="34972"/>
                </a:cubicBezTo>
                <a:lnTo>
                  <a:pt x="90927" y="34972"/>
                </a:lnTo>
                <a:cubicBezTo>
                  <a:pt x="90927" y="34947"/>
                  <a:pt x="90927" y="34947"/>
                  <a:pt x="90952" y="34922"/>
                </a:cubicBezTo>
                <a:close/>
                <a:moveTo>
                  <a:pt x="85949" y="27107"/>
                </a:moveTo>
                <a:lnTo>
                  <a:pt x="85949" y="27107"/>
                </a:lnTo>
                <a:cubicBezTo>
                  <a:pt x="86099" y="29645"/>
                  <a:pt x="85899" y="32135"/>
                  <a:pt x="85377" y="34474"/>
                </a:cubicBezTo>
                <a:cubicBezTo>
                  <a:pt x="83933" y="34574"/>
                  <a:pt x="82514" y="34748"/>
                  <a:pt x="81195" y="35097"/>
                </a:cubicBezTo>
                <a:cubicBezTo>
                  <a:pt x="82066" y="32632"/>
                  <a:pt x="82639" y="30268"/>
                  <a:pt x="82987" y="28028"/>
                </a:cubicBezTo>
                <a:cubicBezTo>
                  <a:pt x="83983" y="27704"/>
                  <a:pt x="84978" y="27380"/>
                  <a:pt x="85949" y="27107"/>
                </a:cubicBezTo>
                <a:close/>
                <a:moveTo>
                  <a:pt x="82738" y="28102"/>
                </a:moveTo>
                <a:cubicBezTo>
                  <a:pt x="82738" y="28127"/>
                  <a:pt x="82763" y="28127"/>
                  <a:pt x="82763" y="28127"/>
                </a:cubicBezTo>
                <a:cubicBezTo>
                  <a:pt x="82464" y="30367"/>
                  <a:pt x="81817" y="32732"/>
                  <a:pt x="80971" y="35171"/>
                </a:cubicBezTo>
                <a:lnTo>
                  <a:pt x="80921" y="35171"/>
                </a:lnTo>
                <a:cubicBezTo>
                  <a:pt x="81270" y="34225"/>
                  <a:pt x="81543" y="33304"/>
                  <a:pt x="81817" y="32383"/>
                </a:cubicBezTo>
                <a:cubicBezTo>
                  <a:pt x="81867" y="32184"/>
                  <a:pt x="81917" y="31960"/>
                  <a:pt x="81991" y="31711"/>
                </a:cubicBezTo>
                <a:cubicBezTo>
                  <a:pt x="82066" y="31462"/>
                  <a:pt x="82116" y="31238"/>
                  <a:pt x="82191" y="30990"/>
                </a:cubicBezTo>
                <a:cubicBezTo>
                  <a:pt x="82191" y="30965"/>
                  <a:pt x="82191" y="30940"/>
                  <a:pt x="82216" y="30890"/>
                </a:cubicBezTo>
                <a:cubicBezTo>
                  <a:pt x="82216" y="30840"/>
                  <a:pt x="82240" y="30815"/>
                  <a:pt x="82240" y="30741"/>
                </a:cubicBezTo>
                <a:cubicBezTo>
                  <a:pt x="82240" y="30716"/>
                  <a:pt x="82265" y="30641"/>
                  <a:pt x="82265" y="30616"/>
                </a:cubicBezTo>
                <a:cubicBezTo>
                  <a:pt x="82365" y="30218"/>
                  <a:pt x="82464" y="29845"/>
                  <a:pt x="82514" y="29446"/>
                </a:cubicBezTo>
                <a:cubicBezTo>
                  <a:pt x="82514" y="29397"/>
                  <a:pt x="82564" y="29347"/>
                  <a:pt x="82564" y="29322"/>
                </a:cubicBezTo>
                <a:lnTo>
                  <a:pt x="82564" y="29247"/>
                </a:lnTo>
                <a:cubicBezTo>
                  <a:pt x="82614" y="28874"/>
                  <a:pt x="82688" y="28476"/>
                  <a:pt x="82738" y="28102"/>
                </a:cubicBezTo>
                <a:close/>
                <a:moveTo>
                  <a:pt x="85361" y="34699"/>
                </a:moveTo>
                <a:cubicBezTo>
                  <a:pt x="85352" y="34700"/>
                  <a:pt x="85352" y="34705"/>
                  <a:pt x="85352" y="34723"/>
                </a:cubicBezTo>
                <a:cubicBezTo>
                  <a:pt x="83858" y="34823"/>
                  <a:pt x="82464" y="35047"/>
                  <a:pt x="81120" y="35370"/>
                </a:cubicBezTo>
                <a:cubicBezTo>
                  <a:pt x="81120" y="35345"/>
                  <a:pt x="81145" y="35345"/>
                  <a:pt x="81145" y="35321"/>
                </a:cubicBezTo>
                <a:cubicBezTo>
                  <a:pt x="82485" y="34973"/>
                  <a:pt x="83874" y="34750"/>
                  <a:pt x="85361" y="34699"/>
                </a:cubicBezTo>
                <a:close/>
                <a:moveTo>
                  <a:pt x="117785" y="32906"/>
                </a:moveTo>
                <a:lnTo>
                  <a:pt x="117785" y="32906"/>
                </a:lnTo>
                <a:cubicBezTo>
                  <a:pt x="117835" y="33255"/>
                  <a:pt x="117860" y="33678"/>
                  <a:pt x="117909" y="34001"/>
                </a:cubicBezTo>
                <a:cubicBezTo>
                  <a:pt x="117909" y="34225"/>
                  <a:pt x="117934" y="34449"/>
                  <a:pt x="117934" y="34649"/>
                </a:cubicBezTo>
                <a:lnTo>
                  <a:pt x="117934" y="34698"/>
                </a:lnTo>
                <a:lnTo>
                  <a:pt x="117934" y="34873"/>
                </a:lnTo>
                <a:lnTo>
                  <a:pt x="117934" y="35395"/>
                </a:lnTo>
                <a:cubicBezTo>
                  <a:pt x="117909" y="34997"/>
                  <a:pt x="117909" y="34599"/>
                  <a:pt x="117860" y="34225"/>
                </a:cubicBezTo>
                <a:cubicBezTo>
                  <a:pt x="117860" y="33976"/>
                  <a:pt x="117835" y="33728"/>
                  <a:pt x="117835" y="33479"/>
                </a:cubicBezTo>
                <a:cubicBezTo>
                  <a:pt x="117835" y="33354"/>
                  <a:pt x="117810" y="33155"/>
                  <a:pt x="117785" y="32906"/>
                </a:cubicBezTo>
                <a:close/>
                <a:moveTo>
                  <a:pt x="39253" y="15756"/>
                </a:moveTo>
                <a:cubicBezTo>
                  <a:pt x="39253" y="15781"/>
                  <a:pt x="39253" y="15781"/>
                  <a:pt x="39204" y="15806"/>
                </a:cubicBezTo>
                <a:lnTo>
                  <a:pt x="39204" y="15831"/>
                </a:lnTo>
                <a:cubicBezTo>
                  <a:pt x="38905" y="16055"/>
                  <a:pt x="38631" y="16304"/>
                  <a:pt x="38308" y="16528"/>
                </a:cubicBezTo>
                <a:cubicBezTo>
                  <a:pt x="37860" y="16827"/>
                  <a:pt x="37436" y="17175"/>
                  <a:pt x="37038" y="17499"/>
                </a:cubicBezTo>
                <a:cubicBezTo>
                  <a:pt x="36764" y="17698"/>
                  <a:pt x="36466" y="17922"/>
                  <a:pt x="36217" y="18121"/>
                </a:cubicBezTo>
                <a:cubicBezTo>
                  <a:pt x="35072" y="18992"/>
                  <a:pt x="33578" y="20262"/>
                  <a:pt x="32682" y="21008"/>
                </a:cubicBezTo>
                <a:cubicBezTo>
                  <a:pt x="30094" y="23124"/>
                  <a:pt x="26858" y="26210"/>
                  <a:pt x="25937" y="27206"/>
                </a:cubicBezTo>
                <a:cubicBezTo>
                  <a:pt x="25638" y="27505"/>
                  <a:pt x="25314" y="27828"/>
                  <a:pt x="24966" y="28152"/>
                </a:cubicBezTo>
                <a:lnTo>
                  <a:pt x="24941" y="28202"/>
                </a:lnTo>
                <a:cubicBezTo>
                  <a:pt x="24767" y="28351"/>
                  <a:pt x="24617" y="28500"/>
                  <a:pt x="24468" y="28675"/>
                </a:cubicBezTo>
                <a:cubicBezTo>
                  <a:pt x="23871" y="29272"/>
                  <a:pt x="23323" y="29869"/>
                  <a:pt x="22850" y="30392"/>
                </a:cubicBezTo>
                <a:cubicBezTo>
                  <a:pt x="22601" y="30691"/>
                  <a:pt x="22377" y="30915"/>
                  <a:pt x="22203" y="31139"/>
                </a:cubicBezTo>
                <a:cubicBezTo>
                  <a:pt x="22029" y="31313"/>
                  <a:pt x="21904" y="31462"/>
                  <a:pt x="21780" y="31587"/>
                </a:cubicBezTo>
                <a:cubicBezTo>
                  <a:pt x="21382" y="32060"/>
                  <a:pt x="21008" y="32458"/>
                  <a:pt x="20710" y="32831"/>
                </a:cubicBezTo>
                <a:cubicBezTo>
                  <a:pt x="19639" y="34051"/>
                  <a:pt x="19092" y="34698"/>
                  <a:pt x="18519" y="35420"/>
                </a:cubicBezTo>
                <a:lnTo>
                  <a:pt x="18494" y="35420"/>
                </a:lnTo>
                <a:cubicBezTo>
                  <a:pt x="18619" y="35246"/>
                  <a:pt x="18743" y="35072"/>
                  <a:pt x="18893" y="34873"/>
                </a:cubicBezTo>
                <a:cubicBezTo>
                  <a:pt x="19415" y="34225"/>
                  <a:pt x="19988" y="33553"/>
                  <a:pt x="20535" y="32881"/>
                </a:cubicBezTo>
                <a:cubicBezTo>
                  <a:pt x="21033" y="32334"/>
                  <a:pt x="21606" y="31711"/>
                  <a:pt x="22128" y="31114"/>
                </a:cubicBezTo>
                <a:cubicBezTo>
                  <a:pt x="22875" y="30317"/>
                  <a:pt x="23622" y="29471"/>
                  <a:pt x="24369" y="28700"/>
                </a:cubicBezTo>
                <a:cubicBezTo>
                  <a:pt x="24692" y="28351"/>
                  <a:pt x="24966" y="28028"/>
                  <a:pt x="25265" y="27729"/>
                </a:cubicBezTo>
                <a:cubicBezTo>
                  <a:pt x="27629" y="25290"/>
                  <a:pt x="30168" y="22925"/>
                  <a:pt x="32807" y="20734"/>
                </a:cubicBezTo>
                <a:cubicBezTo>
                  <a:pt x="33703" y="19938"/>
                  <a:pt x="34649" y="19191"/>
                  <a:pt x="35570" y="18494"/>
                </a:cubicBezTo>
                <a:cubicBezTo>
                  <a:pt x="36042" y="18121"/>
                  <a:pt x="36515" y="17748"/>
                  <a:pt x="37013" y="17399"/>
                </a:cubicBezTo>
                <a:cubicBezTo>
                  <a:pt x="37436" y="17075"/>
                  <a:pt x="37884" y="16752"/>
                  <a:pt x="38308" y="16428"/>
                </a:cubicBezTo>
                <a:cubicBezTo>
                  <a:pt x="38557" y="16254"/>
                  <a:pt x="38781" y="16080"/>
                  <a:pt x="39029" y="15906"/>
                </a:cubicBezTo>
                <a:cubicBezTo>
                  <a:pt x="39079" y="15831"/>
                  <a:pt x="39154" y="15806"/>
                  <a:pt x="39253" y="15756"/>
                </a:cubicBezTo>
                <a:close/>
                <a:moveTo>
                  <a:pt x="91201" y="34947"/>
                </a:moveTo>
                <a:cubicBezTo>
                  <a:pt x="92296" y="35097"/>
                  <a:pt x="93417" y="35321"/>
                  <a:pt x="94512" y="35569"/>
                </a:cubicBezTo>
                <a:lnTo>
                  <a:pt x="94163" y="35569"/>
                </a:lnTo>
                <a:cubicBezTo>
                  <a:pt x="93168" y="35321"/>
                  <a:pt x="92172" y="35121"/>
                  <a:pt x="91176" y="34997"/>
                </a:cubicBezTo>
                <a:cubicBezTo>
                  <a:pt x="91176" y="34972"/>
                  <a:pt x="91176" y="34972"/>
                  <a:pt x="91201" y="34947"/>
                </a:cubicBezTo>
                <a:close/>
                <a:moveTo>
                  <a:pt x="72350" y="33225"/>
                </a:moveTo>
                <a:cubicBezTo>
                  <a:pt x="72903" y="33836"/>
                  <a:pt x="73337" y="34519"/>
                  <a:pt x="73653" y="35345"/>
                </a:cubicBezTo>
                <a:lnTo>
                  <a:pt x="73653" y="35495"/>
                </a:lnTo>
                <a:lnTo>
                  <a:pt x="73653" y="35594"/>
                </a:lnTo>
                <a:cubicBezTo>
                  <a:pt x="73329" y="34723"/>
                  <a:pt x="72881" y="33976"/>
                  <a:pt x="72359" y="33304"/>
                </a:cubicBezTo>
                <a:cubicBezTo>
                  <a:pt x="72359" y="33276"/>
                  <a:pt x="72359" y="33248"/>
                  <a:pt x="72350" y="33225"/>
                </a:cubicBezTo>
                <a:close/>
                <a:moveTo>
                  <a:pt x="51002" y="23024"/>
                </a:moveTo>
                <a:cubicBezTo>
                  <a:pt x="51151" y="23248"/>
                  <a:pt x="51326" y="23423"/>
                  <a:pt x="51475" y="23622"/>
                </a:cubicBezTo>
                <a:cubicBezTo>
                  <a:pt x="51649" y="23846"/>
                  <a:pt x="51848" y="24020"/>
                  <a:pt x="52023" y="24244"/>
                </a:cubicBezTo>
                <a:cubicBezTo>
                  <a:pt x="52197" y="24418"/>
                  <a:pt x="52371" y="24642"/>
                  <a:pt x="52520" y="24841"/>
                </a:cubicBezTo>
                <a:cubicBezTo>
                  <a:pt x="52819" y="25165"/>
                  <a:pt x="53093" y="25489"/>
                  <a:pt x="53367" y="25837"/>
                </a:cubicBezTo>
                <a:lnTo>
                  <a:pt x="53392" y="25862"/>
                </a:lnTo>
                <a:cubicBezTo>
                  <a:pt x="54337" y="27032"/>
                  <a:pt x="55258" y="28227"/>
                  <a:pt x="56179" y="29471"/>
                </a:cubicBezTo>
                <a:cubicBezTo>
                  <a:pt x="53416" y="31438"/>
                  <a:pt x="50778" y="33479"/>
                  <a:pt x="48264" y="35669"/>
                </a:cubicBezTo>
                <a:cubicBezTo>
                  <a:pt x="46372" y="32981"/>
                  <a:pt x="44655" y="30218"/>
                  <a:pt x="43261" y="27629"/>
                </a:cubicBezTo>
                <a:cubicBezTo>
                  <a:pt x="45850" y="25787"/>
                  <a:pt x="48438" y="24269"/>
                  <a:pt x="51002" y="23024"/>
                </a:cubicBezTo>
                <a:close/>
                <a:moveTo>
                  <a:pt x="91102" y="35196"/>
                </a:moveTo>
                <a:cubicBezTo>
                  <a:pt x="91823" y="35296"/>
                  <a:pt x="92545" y="35420"/>
                  <a:pt x="93267" y="35569"/>
                </a:cubicBezTo>
                <a:lnTo>
                  <a:pt x="93217" y="35569"/>
                </a:lnTo>
                <a:cubicBezTo>
                  <a:pt x="92844" y="35569"/>
                  <a:pt x="92446" y="35569"/>
                  <a:pt x="92048" y="35594"/>
                </a:cubicBezTo>
                <a:lnTo>
                  <a:pt x="91699" y="35594"/>
                </a:lnTo>
                <a:cubicBezTo>
                  <a:pt x="91550" y="35594"/>
                  <a:pt x="91425" y="35619"/>
                  <a:pt x="91251" y="35619"/>
                </a:cubicBezTo>
                <a:cubicBezTo>
                  <a:pt x="91151" y="35619"/>
                  <a:pt x="91002" y="35669"/>
                  <a:pt x="90927" y="35669"/>
                </a:cubicBezTo>
                <a:cubicBezTo>
                  <a:pt x="90977" y="35545"/>
                  <a:pt x="91052" y="35345"/>
                  <a:pt x="91102" y="35196"/>
                </a:cubicBezTo>
                <a:close/>
                <a:moveTo>
                  <a:pt x="39054" y="16155"/>
                </a:moveTo>
                <a:cubicBezTo>
                  <a:pt x="39054" y="16204"/>
                  <a:pt x="39029" y="16279"/>
                  <a:pt x="39029" y="16304"/>
                </a:cubicBezTo>
                <a:cubicBezTo>
                  <a:pt x="39029" y="16379"/>
                  <a:pt x="39005" y="16453"/>
                  <a:pt x="39005" y="16528"/>
                </a:cubicBezTo>
                <a:cubicBezTo>
                  <a:pt x="39005" y="16627"/>
                  <a:pt x="39005" y="16677"/>
                  <a:pt x="38955" y="16777"/>
                </a:cubicBezTo>
                <a:cubicBezTo>
                  <a:pt x="38955" y="16876"/>
                  <a:pt x="38955" y="16926"/>
                  <a:pt x="38930" y="17026"/>
                </a:cubicBezTo>
                <a:cubicBezTo>
                  <a:pt x="38955" y="17150"/>
                  <a:pt x="38955" y="17250"/>
                  <a:pt x="38955" y="17324"/>
                </a:cubicBezTo>
                <a:lnTo>
                  <a:pt x="38955" y="17623"/>
                </a:lnTo>
                <a:cubicBezTo>
                  <a:pt x="38955" y="17698"/>
                  <a:pt x="39005" y="17822"/>
                  <a:pt x="39005" y="17922"/>
                </a:cubicBezTo>
                <a:cubicBezTo>
                  <a:pt x="39005" y="18021"/>
                  <a:pt x="39029" y="18121"/>
                  <a:pt x="39029" y="18245"/>
                </a:cubicBezTo>
                <a:cubicBezTo>
                  <a:pt x="39029" y="18320"/>
                  <a:pt x="39054" y="18445"/>
                  <a:pt x="39079" y="18544"/>
                </a:cubicBezTo>
                <a:cubicBezTo>
                  <a:pt x="39079" y="18619"/>
                  <a:pt x="39104" y="18693"/>
                  <a:pt x="39104" y="18768"/>
                </a:cubicBezTo>
                <a:cubicBezTo>
                  <a:pt x="32558" y="23896"/>
                  <a:pt x="26534" y="29645"/>
                  <a:pt x="21357" y="35694"/>
                </a:cubicBezTo>
                <a:cubicBezTo>
                  <a:pt x="20527" y="35443"/>
                  <a:pt x="19832" y="35312"/>
                  <a:pt x="19272" y="35312"/>
                </a:cubicBezTo>
                <a:cubicBezTo>
                  <a:pt x="19109" y="35312"/>
                  <a:pt x="18958" y="35323"/>
                  <a:pt x="18818" y="35345"/>
                </a:cubicBezTo>
                <a:cubicBezTo>
                  <a:pt x="19440" y="34599"/>
                  <a:pt x="20038" y="33852"/>
                  <a:pt x="20685" y="33105"/>
                </a:cubicBezTo>
                <a:cubicBezTo>
                  <a:pt x="21158" y="32558"/>
                  <a:pt x="21655" y="32010"/>
                  <a:pt x="22128" y="31462"/>
                </a:cubicBezTo>
                <a:cubicBezTo>
                  <a:pt x="26584" y="26484"/>
                  <a:pt x="31612" y="21780"/>
                  <a:pt x="37138" y="17573"/>
                </a:cubicBezTo>
                <a:cubicBezTo>
                  <a:pt x="37511" y="17300"/>
                  <a:pt x="37909" y="17001"/>
                  <a:pt x="38283" y="16702"/>
                </a:cubicBezTo>
                <a:cubicBezTo>
                  <a:pt x="38532" y="16528"/>
                  <a:pt x="38781" y="16329"/>
                  <a:pt x="39054" y="16155"/>
                </a:cubicBezTo>
                <a:close/>
                <a:moveTo>
                  <a:pt x="90952" y="35171"/>
                </a:moveTo>
                <a:cubicBezTo>
                  <a:pt x="90853" y="35345"/>
                  <a:pt x="90803" y="35545"/>
                  <a:pt x="90728" y="35719"/>
                </a:cubicBezTo>
                <a:lnTo>
                  <a:pt x="90678" y="35719"/>
                </a:lnTo>
                <a:cubicBezTo>
                  <a:pt x="90728" y="35545"/>
                  <a:pt x="90803" y="35345"/>
                  <a:pt x="90903" y="35171"/>
                </a:cubicBezTo>
                <a:close/>
                <a:moveTo>
                  <a:pt x="39179" y="18942"/>
                </a:moveTo>
                <a:cubicBezTo>
                  <a:pt x="39179" y="18992"/>
                  <a:pt x="39179" y="19017"/>
                  <a:pt x="39204" y="19017"/>
                </a:cubicBezTo>
                <a:cubicBezTo>
                  <a:pt x="32682" y="24120"/>
                  <a:pt x="26758" y="29770"/>
                  <a:pt x="21606" y="35794"/>
                </a:cubicBezTo>
                <a:cubicBezTo>
                  <a:pt x="21581" y="35794"/>
                  <a:pt x="21581" y="35794"/>
                  <a:pt x="21531" y="35744"/>
                </a:cubicBezTo>
                <a:cubicBezTo>
                  <a:pt x="26708" y="29745"/>
                  <a:pt x="32657" y="24045"/>
                  <a:pt x="39179" y="18942"/>
                </a:cubicBezTo>
                <a:close/>
                <a:moveTo>
                  <a:pt x="43037" y="27754"/>
                </a:moveTo>
                <a:cubicBezTo>
                  <a:pt x="44481" y="30367"/>
                  <a:pt x="46223" y="33105"/>
                  <a:pt x="48090" y="35818"/>
                </a:cubicBezTo>
                <a:lnTo>
                  <a:pt x="48040" y="35843"/>
                </a:lnTo>
                <a:cubicBezTo>
                  <a:pt x="46148" y="33130"/>
                  <a:pt x="44431" y="30392"/>
                  <a:pt x="43012" y="27779"/>
                </a:cubicBezTo>
                <a:lnTo>
                  <a:pt x="43037" y="27754"/>
                </a:lnTo>
                <a:close/>
                <a:moveTo>
                  <a:pt x="95333" y="35794"/>
                </a:moveTo>
                <a:cubicBezTo>
                  <a:pt x="95408" y="35794"/>
                  <a:pt x="95433" y="35818"/>
                  <a:pt x="95507" y="35818"/>
                </a:cubicBezTo>
                <a:lnTo>
                  <a:pt x="95532" y="35818"/>
                </a:lnTo>
                <a:cubicBezTo>
                  <a:pt x="95582" y="35843"/>
                  <a:pt x="95657" y="35843"/>
                  <a:pt x="95707" y="35868"/>
                </a:cubicBezTo>
                <a:lnTo>
                  <a:pt x="95682" y="35868"/>
                </a:lnTo>
                <a:cubicBezTo>
                  <a:pt x="95582" y="35868"/>
                  <a:pt x="95532" y="35843"/>
                  <a:pt x="95433" y="35843"/>
                </a:cubicBezTo>
                <a:lnTo>
                  <a:pt x="95383" y="35843"/>
                </a:lnTo>
                <a:cubicBezTo>
                  <a:pt x="95333" y="35843"/>
                  <a:pt x="95283" y="35818"/>
                  <a:pt x="95258" y="35818"/>
                </a:cubicBezTo>
                <a:lnTo>
                  <a:pt x="95209" y="35818"/>
                </a:lnTo>
                <a:cubicBezTo>
                  <a:pt x="95159" y="35818"/>
                  <a:pt x="95134" y="35818"/>
                  <a:pt x="95084" y="35794"/>
                </a:cubicBezTo>
                <a:close/>
                <a:moveTo>
                  <a:pt x="56254" y="29645"/>
                </a:moveTo>
                <a:cubicBezTo>
                  <a:pt x="56254" y="29670"/>
                  <a:pt x="56304" y="29670"/>
                  <a:pt x="56304" y="29720"/>
                </a:cubicBezTo>
                <a:cubicBezTo>
                  <a:pt x="53566" y="31687"/>
                  <a:pt x="50902" y="33728"/>
                  <a:pt x="48388" y="35893"/>
                </a:cubicBezTo>
                <a:cubicBezTo>
                  <a:pt x="48364" y="35868"/>
                  <a:pt x="48364" y="35843"/>
                  <a:pt x="48364" y="35843"/>
                </a:cubicBezTo>
                <a:cubicBezTo>
                  <a:pt x="50902" y="33703"/>
                  <a:pt x="53566" y="31612"/>
                  <a:pt x="56254" y="29645"/>
                </a:cubicBezTo>
                <a:close/>
                <a:moveTo>
                  <a:pt x="19266" y="35495"/>
                </a:moveTo>
                <a:cubicBezTo>
                  <a:pt x="19789" y="35495"/>
                  <a:pt x="20461" y="35619"/>
                  <a:pt x="21183" y="35843"/>
                </a:cubicBezTo>
                <a:lnTo>
                  <a:pt x="21133" y="35918"/>
                </a:lnTo>
                <a:cubicBezTo>
                  <a:pt x="20404" y="35696"/>
                  <a:pt x="19786" y="35585"/>
                  <a:pt x="19286" y="35585"/>
                </a:cubicBezTo>
                <a:cubicBezTo>
                  <a:pt x="19000" y="35585"/>
                  <a:pt x="18752" y="35622"/>
                  <a:pt x="18544" y="35694"/>
                </a:cubicBezTo>
                <a:lnTo>
                  <a:pt x="18644" y="35594"/>
                </a:lnTo>
                <a:cubicBezTo>
                  <a:pt x="18818" y="35545"/>
                  <a:pt x="19042" y="35495"/>
                  <a:pt x="19266" y="35495"/>
                </a:cubicBezTo>
                <a:close/>
                <a:moveTo>
                  <a:pt x="93641" y="35744"/>
                </a:moveTo>
                <a:cubicBezTo>
                  <a:pt x="93815" y="35744"/>
                  <a:pt x="94014" y="35794"/>
                  <a:pt x="94213" y="35794"/>
                </a:cubicBezTo>
                <a:cubicBezTo>
                  <a:pt x="94263" y="35794"/>
                  <a:pt x="94313" y="35818"/>
                  <a:pt x="94337" y="35818"/>
                </a:cubicBezTo>
                <a:lnTo>
                  <a:pt x="94387" y="35818"/>
                </a:lnTo>
                <a:cubicBezTo>
                  <a:pt x="94412" y="35818"/>
                  <a:pt x="94437" y="35843"/>
                  <a:pt x="94462" y="35843"/>
                </a:cubicBezTo>
                <a:cubicBezTo>
                  <a:pt x="94188" y="35843"/>
                  <a:pt x="93914" y="35818"/>
                  <a:pt x="93591" y="35818"/>
                </a:cubicBezTo>
                <a:cubicBezTo>
                  <a:pt x="92968" y="35818"/>
                  <a:pt x="92346" y="35843"/>
                  <a:pt x="91699" y="35868"/>
                </a:cubicBezTo>
                <a:cubicBezTo>
                  <a:pt x="91550" y="35868"/>
                  <a:pt x="91425" y="35893"/>
                  <a:pt x="91276" y="35893"/>
                </a:cubicBezTo>
                <a:cubicBezTo>
                  <a:pt x="91102" y="35893"/>
                  <a:pt x="90952" y="35943"/>
                  <a:pt x="90803" y="35943"/>
                </a:cubicBezTo>
                <a:lnTo>
                  <a:pt x="90803" y="35893"/>
                </a:lnTo>
                <a:lnTo>
                  <a:pt x="90803" y="35868"/>
                </a:lnTo>
                <a:cubicBezTo>
                  <a:pt x="90927" y="35868"/>
                  <a:pt x="91077" y="35843"/>
                  <a:pt x="91201" y="35818"/>
                </a:cubicBezTo>
                <a:cubicBezTo>
                  <a:pt x="91351" y="35818"/>
                  <a:pt x="91525" y="35794"/>
                  <a:pt x="91674" y="35794"/>
                </a:cubicBezTo>
                <a:cubicBezTo>
                  <a:pt x="92346" y="35794"/>
                  <a:pt x="92968" y="35744"/>
                  <a:pt x="93591" y="35744"/>
                </a:cubicBezTo>
                <a:close/>
                <a:moveTo>
                  <a:pt x="39253" y="19266"/>
                </a:moveTo>
                <a:cubicBezTo>
                  <a:pt x="39278" y="19341"/>
                  <a:pt x="39278" y="19465"/>
                  <a:pt x="39303" y="19565"/>
                </a:cubicBezTo>
                <a:cubicBezTo>
                  <a:pt x="38706" y="19988"/>
                  <a:pt x="38158" y="20411"/>
                  <a:pt x="37561" y="20809"/>
                </a:cubicBezTo>
                <a:cubicBezTo>
                  <a:pt x="37461" y="20884"/>
                  <a:pt x="37387" y="20983"/>
                  <a:pt x="37287" y="21033"/>
                </a:cubicBezTo>
                <a:cubicBezTo>
                  <a:pt x="36789" y="21407"/>
                  <a:pt x="36291" y="21805"/>
                  <a:pt x="35794" y="22178"/>
                </a:cubicBezTo>
                <a:lnTo>
                  <a:pt x="35221" y="22651"/>
                </a:lnTo>
                <a:cubicBezTo>
                  <a:pt x="34823" y="22975"/>
                  <a:pt x="34449" y="23273"/>
                  <a:pt x="34051" y="23622"/>
                </a:cubicBezTo>
                <a:cubicBezTo>
                  <a:pt x="34051" y="23622"/>
                  <a:pt x="34001" y="23622"/>
                  <a:pt x="34001" y="23647"/>
                </a:cubicBezTo>
                <a:cubicBezTo>
                  <a:pt x="33852" y="23771"/>
                  <a:pt x="33728" y="23896"/>
                  <a:pt x="33578" y="24020"/>
                </a:cubicBezTo>
                <a:lnTo>
                  <a:pt x="33479" y="24120"/>
                </a:lnTo>
                <a:cubicBezTo>
                  <a:pt x="33105" y="24468"/>
                  <a:pt x="32707" y="24767"/>
                  <a:pt x="32334" y="25115"/>
                </a:cubicBezTo>
                <a:lnTo>
                  <a:pt x="32309" y="25140"/>
                </a:lnTo>
                <a:cubicBezTo>
                  <a:pt x="32309" y="25140"/>
                  <a:pt x="32259" y="25140"/>
                  <a:pt x="32259" y="25165"/>
                </a:cubicBezTo>
                <a:cubicBezTo>
                  <a:pt x="32135" y="25265"/>
                  <a:pt x="32010" y="25389"/>
                  <a:pt x="31911" y="25489"/>
                </a:cubicBezTo>
                <a:cubicBezTo>
                  <a:pt x="31861" y="25514"/>
                  <a:pt x="31836" y="25514"/>
                  <a:pt x="31836" y="25538"/>
                </a:cubicBezTo>
                <a:lnTo>
                  <a:pt x="30616" y="26659"/>
                </a:lnTo>
                <a:cubicBezTo>
                  <a:pt x="30566" y="26733"/>
                  <a:pt x="30467" y="26783"/>
                  <a:pt x="30417" y="26883"/>
                </a:cubicBezTo>
                <a:lnTo>
                  <a:pt x="30318" y="26982"/>
                </a:lnTo>
                <a:lnTo>
                  <a:pt x="30243" y="27032"/>
                </a:lnTo>
                <a:cubicBezTo>
                  <a:pt x="29820" y="27480"/>
                  <a:pt x="29347" y="27878"/>
                  <a:pt x="28924" y="28301"/>
                </a:cubicBezTo>
                <a:lnTo>
                  <a:pt x="28874" y="28351"/>
                </a:lnTo>
                <a:lnTo>
                  <a:pt x="28749" y="28476"/>
                </a:lnTo>
                <a:lnTo>
                  <a:pt x="28725" y="28500"/>
                </a:lnTo>
                <a:cubicBezTo>
                  <a:pt x="28227" y="28998"/>
                  <a:pt x="27729" y="29496"/>
                  <a:pt x="27256" y="29994"/>
                </a:cubicBezTo>
                <a:lnTo>
                  <a:pt x="27231" y="30019"/>
                </a:lnTo>
                <a:cubicBezTo>
                  <a:pt x="27131" y="30118"/>
                  <a:pt x="27082" y="30218"/>
                  <a:pt x="26982" y="30293"/>
                </a:cubicBezTo>
                <a:cubicBezTo>
                  <a:pt x="26957" y="30342"/>
                  <a:pt x="26957" y="30367"/>
                  <a:pt x="26932" y="30367"/>
                </a:cubicBezTo>
                <a:cubicBezTo>
                  <a:pt x="26883" y="30392"/>
                  <a:pt x="26883" y="30417"/>
                  <a:pt x="26858" y="30417"/>
                </a:cubicBezTo>
                <a:cubicBezTo>
                  <a:pt x="26360" y="30965"/>
                  <a:pt x="25862" y="31487"/>
                  <a:pt x="25389" y="32010"/>
                </a:cubicBezTo>
                <a:cubicBezTo>
                  <a:pt x="25314" y="32135"/>
                  <a:pt x="25190" y="32259"/>
                  <a:pt x="25090" y="32359"/>
                </a:cubicBezTo>
                <a:cubicBezTo>
                  <a:pt x="25016" y="32408"/>
                  <a:pt x="24966" y="32508"/>
                  <a:pt x="24891" y="32583"/>
                </a:cubicBezTo>
                <a:cubicBezTo>
                  <a:pt x="24518" y="32981"/>
                  <a:pt x="24194" y="33379"/>
                  <a:pt x="23846" y="33777"/>
                </a:cubicBezTo>
                <a:cubicBezTo>
                  <a:pt x="23746" y="33902"/>
                  <a:pt x="23622" y="34026"/>
                  <a:pt x="23522" y="34151"/>
                </a:cubicBezTo>
                <a:lnTo>
                  <a:pt x="23149" y="34624"/>
                </a:lnTo>
                <a:cubicBezTo>
                  <a:pt x="22776" y="35072"/>
                  <a:pt x="22402" y="35495"/>
                  <a:pt x="22029" y="35968"/>
                </a:cubicBezTo>
                <a:cubicBezTo>
                  <a:pt x="21954" y="35943"/>
                  <a:pt x="21879" y="35893"/>
                  <a:pt x="21780" y="35868"/>
                </a:cubicBezTo>
                <a:cubicBezTo>
                  <a:pt x="26883" y="29919"/>
                  <a:pt x="32782" y="24294"/>
                  <a:pt x="39253" y="19266"/>
                </a:cubicBezTo>
                <a:close/>
                <a:moveTo>
                  <a:pt x="39378" y="19764"/>
                </a:moveTo>
                <a:lnTo>
                  <a:pt x="39378" y="19789"/>
                </a:lnTo>
                <a:lnTo>
                  <a:pt x="39378" y="19814"/>
                </a:lnTo>
                <a:cubicBezTo>
                  <a:pt x="39154" y="19963"/>
                  <a:pt x="38905" y="20162"/>
                  <a:pt x="38681" y="20311"/>
                </a:cubicBezTo>
                <a:cubicBezTo>
                  <a:pt x="38407" y="20535"/>
                  <a:pt x="38084" y="20710"/>
                  <a:pt x="37810" y="20934"/>
                </a:cubicBezTo>
                <a:cubicBezTo>
                  <a:pt x="37785" y="20958"/>
                  <a:pt x="37710" y="21008"/>
                  <a:pt x="37685" y="21033"/>
                </a:cubicBezTo>
                <a:cubicBezTo>
                  <a:pt x="37337" y="21282"/>
                  <a:pt x="37013" y="21556"/>
                  <a:pt x="36665" y="21830"/>
                </a:cubicBezTo>
                <a:cubicBezTo>
                  <a:pt x="36491" y="21954"/>
                  <a:pt x="36316" y="22079"/>
                  <a:pt x="36167" y="22203"/>
                </a:cubicBezTo>
                <a:lnTo>
                  <a:pt x="36142" y="22253"/>
                </a:lnTo>
                <a:cubicBezTo>
                  <a:pt x="35769" y="22552"/>
                  <a:pt x="35346" y="22875"/>
                  <a:pt x="34972" y="23174"/>
                </a:cubicBezTo>
                <a:cubicBezTo>
                  <a:pt x="34898" y="23273"/>
                  <a:pt x="34773" y="23323"/>
                  <a:pt x="34673" y="23423"/>
                </a:cubicBezTo>
                <a:cubicBezTo>
                  <a:pt x="34649" y="23448"/>
                  <a:pt x="34599" y="23448"/>
                  <a:pt x="34574" y="23497"/>
                </a:cubicBezTo>
                <a:cubicBezTo>
                  <a:pt x="34549" y="23522"/>
                  <a:pt x="34524" y="23547"/>
                  <a:pt x="34474" y="23547"/>
                </a:cubicBezTo>
                <a:cubicBezTo>
                  <a:pt x="34051" y="23921"/>
                  <a:pt x="33578" y="24294"/>
                  <a:pt x="33130" y="24667"/>
                </a:cubicBezTo>
                <a:cubicBezTo>
                  <a:pt x="33056" y="24742"/>
                  <a:pt x="32981" y="24792"/>
                  <a:pt x="32881" y="24891"/>
                </a:cubicBezTo>
                <a:cubicBezTo>
                  <a:pt x="32832" y="24941"/>
                  <a:pt x="32757" y="24991"/>
                  <a:pt x="32707" y="25041"/>
                </a:cubicBezTo>
                <a:cubicBezTo>
                  <a:pt x="32583" y="25140"/>
                  <a:pt x="32458" y="25265"/>
                  <a:pt x="32359" y="25364"/>
                </a:cubicBezTo>
                <a:cubicBezTo>
                  <a:pt x="32060" y="25638"/>
                  <a:pt x="31761" y="25912"/>
                  <a:pt x="31463" y="26161"/>
                </a:cubicBezTo>
                <a:lnTo>
                  <a:pt x="31388" y="26235"/>
                </a:lnTo>
                <a:lnTo>
                  <a:pt x="31363" y="26260"/>
                </a:lnTo>
                <a:cubicBezTo>
                  <a:pt x="31014" y="26559"/>
                  <a:pt x="30716" y="26883"/>
                  <a:pt x="30367" y="27181"/>
                </a:cubicBezTo>
                <a:cubicBezTo>
                  <a:pt x="29919" y="27629"/>
                  <a:pt x="29421" y="28102"/>
                  <a:pt x="28949" y="28525"/>
                </a:cubicBezTo>
                <a:cubicBezTo>
                  <a:pt x="28749" y="28724"/>
                  <a:pt x="28600" y="28899"/>
                  <a:pt x="28426" y="29048"/>
                </a:cubicBezTo>
                <a:cubicBezTo>
                  <a:pt x="26211" y="31263"/>
                  <a:pt x="24120" y="33578"/>
                  <a:pt x="22228" y="35968"/>
                </a:cubicBezTo>
                <a:lnTo>
                  <a:pt x="22153" y="35968"/>
                </a:lnTo>
                <a:lnTo>
                  <a:pt x="22228" y="35893"/>
                </a:lnTo>
                <a:cubicBezTo>
                  <a:pt x="22701" y="35321"/>
                  <a:pt x="23174" y="34723"/>
                  <a:pt x="23672" y="34126"/>
                </a:cubicBezTo>
                <a:cubicBezTo>
                  <a:pt x="23871" y="33902"/>
                  <a:pt x="24095" y="33653"/>
                  <a:pt x="24269" y="33454"/>
                </a:cubicBezTo>
                <a:cubicBezTo>
                  <a:pt x="24642" y="33006"/>
                  <a:pt x="25041" y="32583"/>
                  <a:pt x="25414" y="32135"/>
                </a:cubicBezTo>
                <a:cubicBezTo>
                  <a:pt x="26036" y="31462"/>
                  <a:pt x="26659" y="30790"/>
                  <a:pt x="27281" y="30118"/>
                </a:cubicBezTo>
                <a:lnTo>
                  <a:pt x="27405" y="29994"/>
                </a:lnTo>
                <a:cubicBezTo>
                  <a:pt x="27853" y="29521"/>
                  <a:pt x="28326" y="29048"/>
                  <a:pt x="28774" y="28625"/>
                </a:cubicBezTo>
                <a:lnTo>
                  <a:pt x="29073" y="28351"/>
                </a:lnTo>
                <a:cubicBezTo>
                  <a:pt x="29471" y="27928"/>
                  <a:pt x="29919" y="27530"/>
                  <a:pt x="30342" y="27131"/>
                </a:cubicBezTo>
                <a:lnTo>
                  <a:pt x="30716" y="26758"/>
                </a:lnTo>
                <a:cubicBezTo>
                  <a:pt x="31114" y="26385"/>
                  <a:pt x="31512" y="26011"/>
                  <a:pt x="31935" y="25663"/>
                </a:cubicBezTo>
                <a:cubicBezTo>
                  <a:pt x="32085" y="25514"/>
                  <a:pt x="32234" y="25389"/>
                  <a:pt x="32408" y="25240"/>
                </a:cubicBezTo>
                <a:cubicBezTo>
                  <a:pt x="32807" y="24891"/>
                  <a:pt x="33205" y="24543"/>
                  <a:pt x="33578" y="24194"/>
                </a:cubicBezTo>
                <a:cubicBezTo>
                  <a:pt x="33728" y="24045"/>
                  <a:pt x="33927" y="23921"/>
                  <a:pt x="34076" y="23771"/>
                </a:cubicBezTo>
                <a:cubicBezTo>
                  <a:pt x="34474" y="23423"/>
                  <a:pt x="34922" y="23074"/>
                  <a:pt x="35346" y="22751"/>
                </a:cubicBezTo>
                <a:lnTo>
                  <a:pt x="35818" y="22377"/>
                </a:lnTo>
                <a:cubicBezTo>
                  <a:pt x="36341" y="21929"/>
                  <a:pt x="36914" y="21506"/>
                  <a:pt x="37461" y="21083"/>
                </a:cubicBezTo>
                <a:cubicBezTo>
                  <a:pt x="37511" y="21058"/>
                  <a:pt x="37536" y="21033"/>
                  <a:pt x="37586" y="21008"/>
                </a:cubicBezTo>
                <a:cubicBezTo>
                  <a:pt x="38258" y="20560"/>
                  <a:pt x="38805" y="20162"/>
                  <a:pt x="39378" y="19764"/>
                </a:cubicBezTo>
                <a:close/>
                <a:moveTo>
                  <a:pt x="90654" y="35918"/>
                </a:moveTo>
                <a:cubicBezTo>
                  <a:pt x="90654" y="35943"/>
                  <a:pt x="90604" y="35943"/>
                  <a:pt x="90604" y="35968"/>
                </a:cubicBezTo>
                <a:lnTo>
                  <a:pt x="90554" y="35968"/>
                </a:lnTo>
                <a:lnTo>
                  <a:pt x="90554" y="35943"/>
                </a:lnTo>
                <a:cubicBezTo>
                  <a:pt x="90604" y="35943"/>
                  <a:pt x="90604" y="35943"/>
                  <a:pt x="90654" y="35918"/>
                </a:cubicBezTo>
                <a:close/>
                <a:moveTo>
                  <a:pt x="21382" y="35918"/>
                </a:moveTo>
                <a:cubicBezTo>
                  <a:pt x="21407" y="35918"/>
                  <a:pt x="21407" y="35918"/>
                  <a:pt x="21456" y="35943"/>
                </a:cubicBezTo>
                <a:cubicBezTo>
                  <a:pt x="21456" y="35968"/>
                  <a:pt x="21407" y="35968"/>
                  <a:pt x="21407" y="35993"/>
                </a:cubicBezTo>
                <a:cubicBezTo>
                  <a:pt x="21407" y="35968"/>
                  <a:pt x="21382" y="35968"/>
                  <a:pt x="21357" y="35968"/>
                </a:cubicBezTo>
                <a:cubicBezTo>
                  <a:pt x="21357" y="35943"/>
                  <a:pt x="21382" y="35943"/>
                  <a:pt x="21382" y="35918"/>
                </a:cubicBezTo>
                <a:close/>
                <a:moveTo>
                  <a:pt x="48214" y="35968"/>
                </a:moveTo>
                <a:cubicBezTo>
                  <a:pt x="48214" y="35993"/>
                  <a:pt x="48239" y="35993"/>
                  <a:pt x="48239" y="36042"/>
                </a:cubicBezTo>
                <a:lnTo>
                  <a:pt x="48214" y="36067"/>
                </a:lnTo>
                <a:cubicBezTo>
                  <a:pt x="48164" y="36042"/>
                  <a:pt x="48164" y="36042"/>
                  <a:pt x="48164" y="35993"/>
                </a:cubicBezTo>
                <a:lnTo>
                  <a:pt x="48214" y="35968"/>
                </a:lnTo>
                <a:close/>
                <a:moveTo>
                  <a:pt x="21655" y="35968"/>
                </a:moveTo>
                <a:cubicBezTo>
                  <a:pt x="21755" y="35993"/>
                  <a:pt x="21805" y="36042"/>
                  <a:pt x="21904" y="36067"/>
                </a:cubicBezTo>
                <a:cubicBezTo>
                  <a:pt x="21904" y="36092"/>
                  <a:pt x="21879" y="36092"/>
                  <a:pt x="21879" y="36117"/>
                </a:cubicBezTo>
                <a:cubicBezTo>
                  <a:pt x="21780" y="36092"/>
                  <a:pt x="21730" y="36067"/>
                  <a:pt x="21631" y="36042"/>
                </a:cubicBezTo>
                <a:cubicBezTo>
                  <a:pt x="21631" y="35993"/>
                  <a:pt x="21655" y="35993"/>
                  <a:pt x="21655" y="35968"/>
                </a:cubicBezTo>
                <a:close/>
                <a:moveTo>
                  <a:pt x="18230" y="35762"/>
                </a:moveTo>
                <a:lnTo>
                  <a:pt x="18230" y="35762"/>
                </a:lnTo>
                <a:cubicBezTo>
                  <a:pt x="18123" y="35893"/>
                  <a:pt x="18014" y="36041"/>
                  <a:pt x="17872" y="36190"/>
                </a:cubicBezTo>
                <a:lnTo>
                  <a:pt x="17872" y="36190"/>
                </a:lnTo>
                <a:cubicBezTo>
                  <a:pt x="17873" y="36167"/>
                  <a:pt x="17897" y="36166"/>
                  <a:pt x="17897" y="36117"/>
                </a:cubicBezTo>
                <a:cubicBezTo>
                  <a:pt x="17897" y="36092"/>
                  <a:pt x="17922" y="36092"/>
                  <a:pt x="17972" y="36067"/>
                </a:cubicBezTo>
                <a:cubicBezTo>
                  <a:pt x="18021" y="35968"/>
                  <a:pt x="18121" y="35868"/>
                  <a:pt x="18171" y="35769"/>
                </a:cubicBezTo>
                <a:lnTo>
                  <a:pt x="18196" y="35769"/>
                </a:lnTo>
                <a:cubicBezTo>
                  <a:pt x="18196" y="35769"/>
                  <a:pt x="18215" y="35769"/>
                  <a:pt x="18230" y="35762"/>
                </a:cubicBezTo>
                <a:close/>
                <a:moveTo>
                  <a:pt x="56379" y="29869"/>
                </a:moveTo>
                <a:cubicBezTo>
                  <a:pt x="56851" y="30467"/>
                  <a:pt x="57250" y="31064"/>
                  <a:pt x="57698" y="31687"/>
                </a:cubicBezTo>
                <a:cubicBezTo>
                  <a:pt x="54810" y="32732"/>
                  <a:pt x="51774" y="34350"/>
                  <a:pt x="48787" y="36466"/>
                </a:cubicBezTo>
                <a:cubicBezTo>
                  <a:pt x="48712" y="36341"/>
                  <a:pt x="48613" y="36192"/>
                  <a:pt x="48488" y="36067"/>
                </a:cubicBezTo>
                <a:cubicBezTo>
                  <a:pt x="51027" y="33927"/>
                  <a:pt x="53690" y="31836"/>
                  <a:pt x="56379" y="29869"/>
                </a:cubicBezTo>
                <a:close/>
                <a:moveTo>
                  <a:pt x="116812" y="34716"/>
                </a:moveTo>
                <a:lnTo>
                  <a:pt x="116812" y="34716"/>
                </a:lnTo>
                <a:cubicBezTo>
                  <a:pt x="116659" y="35317"/>
                  <a:pt x="116473" y="35912"/>
                  <a:pt x="116258" y="36496"/>
                </a:cubicBezTo>
                <a:lnTo>
                  <a:pt x="116258" y="36496"/>
                </a:lnTo>
                <a:cubicBezTo>
                  <a:pt x="116461" y="35898"/>
                  <a:pt x="116650" y="35312"/>
                  <a:pt x="116812" y="34716"/>
                </a:cubicBezTo>
                <a:close/>
                <a:moveTo>
                  <a:pt x="48364" y="36167"/>
                </a:moveTo>
                <a:cubicBezTo>
                  <a:pt x="48463" y="36291"/>
                  <a:pt x="48538" y="36416"/>
                  <a:pt x="48637" y="36565"/>
                </a:cubicBezTo>
                <a:lnTo>
                  <a:pt x="48613" y="36590"/>
                </a:lnTo>
                <a:cubicBezTo>
                  <a:pt x="48513" y="36466"/>
                  <a:pt x="48413" y="36341"/>
                  <a:pt x="48339" y="36192"/>
                </a:cubicBezTo>
                <a:lnTo>
                  <a:pt x="48364" y="36167"/>
                </a:lnTo>
                <a:close/>
                <a:moveTo>
                  <a:pt x="97037" y="25437"/>
                </a:moveTo>
                <a:cubicBezTo>
                  <a:pt x="99657" y="25437"/>
                  <a:pt x="102099" y="25775"/>
                  <a:pt x="104294" y="26459"/>
                </a:cubicBezTo>
                <a:cubicBezTo>
                  <a:pt x="104095" y="28028"/>
                  <a:pt x="103796" y="29645"/>
                  <a:pt x="103398" y="31338"/>
                </a:cubicBezTo>
                <a:cubicBezTo>
                  <a:pt x="102552" y="33180"/>
                  <a:pt x="101506" y="34947"/>
                  <a:pt x="100237" y="36590"/>
                </a:cubicBezTo>
                <a:cubicBezTo>
                  <a:pt x="100112" y="36565"/>
                  <a:pt x="99988" y="36490"/>
                  <a:pt x="99863" y="36466"/>
                </a:cubicBezTo>
                <a:cubicBezTo>
                  <a:pt x="99614" y="36366"/>
                  <a:pt x="99365" y="36316"/>
                  <a:pt x="99067" y="36217"/>
                </a:cubicBezTo>
                <a:cubicBezTo>
                  <a:pt x="98917" y="36192"/>
                  <a:pt x="98743" y="36117"/>
                  <a:pt x="98569" y="36092"/>
                </a:cubicBezTo>
                <a:lnTo>
                  <a:pt x="97822" y="35918"/>
                </a:lnTo>
                <a:cubicBezTo>
                  <a:pt x="97673" y="35868"/>
                  <a:pt x="97499" y="35843"/>
                  <a:pt x="97324" y="35818"/>
                </a:cubicBezTo>
                <a:cubicBezTo>
                  <a:pt x="97250" y="35818"/>
                  <a:pt x="97150" y="35794"/>
                  <a:pt x="97076" y="35794"/>
                </a:cubicBezTo>
                <a:lnTo>
                  <a:pt x="96528" y="35694"/>
                </a:lnTo>
                <a:cubicBezTo>
                  <a:pt x="96279" y="35669"/>
                  <a:pt x="96030" y="35619"/>
                  <a:pt x="95756" y="35619"/>
                </a:cubicBezTo>
                <a:cubicBezTo>
                  <a:pt x="95632" y="35619"/>
                  <a:pt x="95507" y="35594"/>
                  <a:pt x="95408" y="35594"/>
                </a:cubicBezTo>
                <a:cubicBezTo>
                  <a:pt x="94039" y="35221"/>
                  <a:pt x="92670" y="34947"/>
                  <a:pt x="91301" y="34748"/>
                </a:cubicBezTo>
                <a:cubicBezTo>
                  <a:pt x="92421" y="31612"/>
                  <a:pt x="93217" y="28525"/>
                  <a:pt x="93665" y="25613"/>
                </a:cubicBezTo>
                <a:cubicBezTo>
                  <a:pt x="94817" y="25496"/>
                  <a:pt x="95943" y="25437"/>
                  <a:pt x="97037" y="25437"/>
                </a:cubicBezTo>
                <a:close/>
                <a:moveTo>
                  <a:pt x="57797" y="31836"/>
                </a:moveTo>
                <a:cubicBezTo>
                  <a:pt x="57797" y="31861"/>
                  <a:pt x="57822" y="31861"/>
                  <a:pt x="57822" y="31886"/>
                </a:cubicBezTo>
                <a:cubicBezTo>
                  <a:pt x="54960" y="32956"/>
                  <a:pt x="51898" y="34574"/>
                  <a:pt x="48911" y="36665"/>
                </a:cubicBezTo>
                <a:cubicBezTo>
                  <a:pt x="48911" y="36665"/>
                  <a:pt x="48911" y="36615"/>
                  <a:pt x="48886" y="36615"/>
                </a:cubicBezTo>
                <a:cubicBezTo>
                  <a:pt x="51873" y="34499"/>
                  <a:pt x="54885" y="32931"/>
                  <a:pt x="57797" y="31836"/>
                </a:cubicBezTo>
                <a:close/>
                <a:moveTo>
                  <a:pt x="103224" y="32209"/>
                </a:moveTo>
                <a:cubicBezTo>
                  <a:pt x="103174" y="32309"/>
                  <a:pt x="103149" y="32383"/>
                  <a:pt x="103149" y="32483"/>
                </a:cubicBezTo>
                <a:cubicBezTo>
                  <a:pt x="102377" y="33952"/>
                  <a:pt x="101506" y="35345"/>
                  <a:pt x="100486" y="36690"/>
                </a:cubicBezTo>
                <a:cubicBezTo>
                  <a:pt x="100436" y="36690"/>
                  <a:pt x="100436" y="36665"/>
                  <a:pt x="100411" y="36665"/>
                </a:cubicBezTo>
                <a:cubicBezTo>
                  <a:pt x="101506" y="35246"/>
                  <a:pt x="102427" y="33752"/>
                  <a:pt x="103224" y="32209"/>
                </a:cubicBezTo>
                <a:close/>
                <a:moveTo>
                  <a:pt x="87061" y="34883"/>
                </a:moveTo>
                <a:cubicBezTo>
                  <a:pt x="88227" y="34883"/>
                  <a:pt x="89439" y="34976"/>
                  <a:pt x="90678" y="35121"/>
                </a:cubicBezTo>
                <a:cubicBezTo>
                  <a:pt x="90604" y="35345"/>
                  <a:pt x="90529" y="35545"/>
                  <a:pt x="90454" y="35744"/>
                </a:cubicBezTo>
                <a:cubicBezTo>
                  <a:pt x="90156" y="35794"/>
                  <a:pt x="89857" y="35843"/>
                  <a:pt x="89558" y="35868"/>
                </a:cubicBezTo>
                <a:cubicBezTo>
                  <a:pt x="89459" y="35868"/>
                  <a:pt x="89409" y="35918"/>
                  <a:pt x="89309" y="35918"/>
                </a:cubicBezTo>
                <a:lnTo>
                  <a:pt x="89210" y="35918"/>
                </a:lnTo>
                <a:cubicBezTo>
                  <a:pt x="89085" y="35943"/>
                  <a:pt x="88986" y="35943"/>
                  <a:pt x="88861" y="35968"/>
                </a:cubicBezTo>
                <a:lnTo>
                  <a:pt x="88314" y="36067"/>
                </a:lnTo>
                <a:cubicBezTo>
                  <a:pt x="88239" y="36067"/>
                  <a:pt x="88189" y="36092"/>
                  <a:pt x="88115" y="36092"/>
                </a:cubicBezTo>
                <a:lnTo>
                  <a:pt x="87667" y="36192"/>
                </a:lnTo>
                <a:cubicBezTo>
                  <a:pt x="87492" y="36217"/>
                  <a:pt x="87368" y="36242"/>
                  <a:pt x="87219" y="36291"/>
                </a:cubicBezTo>
                <a:cubicBezTo>
                  <a:pt x="86945" y="36341"/>
                  <a:pt x="86671" y="36416"/>
                  <a:pt x="86347" y="36466"/>
                </a:cubicBezTo>
                <a:cubicBezTo>
                  <a:pt x="86223" y="36490"/>
                  <a:pt x="86099" y="36515"/>
                  <a:pt x="85999" y="36565"/>
                </a:cubicBezTo>
                <a:lnTo>
                  <a:pt x="85551" y="36665"/>
                </a:lnTo>
                <a:lnTo>
                  <a:pt x="85252" y="36739"/>
                </a:lnTo>
                <a:cubicBezTo>
                  <a:pt x="85451" y="36167"/>
                  <a:pt x="85626" y="35545"/>
                  <a:pt x="85800" y="34922"/>
                </a:cubicBezTo>
                <a:cubicBezTo>
                  <a:pt x="86213" y="34896"/>
                  <a:pt x="86634" y="34883"/>
                  <a:pt x="87061" y="34883"/>
                </a:cubicBezTo>
                <a:close/>
                <a:moveTo>
                  <a:pt x="85576" y="34922"/>
                </a:moveTo>
                <a:cubicBezTo>
                  <a:pt x="85426" y="35545"/>
                  <a:pt x="85227" y="36192"/>
                  <a:pt x="85003" y="36789"/>
                </a:cubicBezTo>
                <a:cubicBezTo>
                  <a:pt x="84986" y="36789"/>
                  <a:pt x="84968" y="36789"/>
                  <a:pt x="84959" y="36798"/>
                </a:cubicBezTo>
                <a:lnTo>
                  <a:pt x="84959" y="36798"/>
                </a:lnTo>
                <a:cubicBezTo>
                  <a:pt x="85181" y="36181"/>
                  <a:pt x="85353" y="35564"/>
                  <a:pt x="85501" y="34922"/>
                </a:cubicBezTo>
                <a:close/>
                <a:moveTo>
                  <a:pt x="96542" y="35920"/>
                </a:moveTo>
                <a:lnTo>
                  <a:pt x="96542" y="35920"/>
                </a:lnTo>
                <a:cubicBezTo>
                  <a:pt x="96689" y="35943"/>
                  <a:pt x="96881" y="35944"/>
                  <a:pt x="97026" y="35968"/>
                </a:cubicBezTo>
                <a:cubicBezTo>
                  <a:pt x="97125" y="35968"/>
                  <a:pt x="97200" y="35993"/>
                  <a:pt x="97300" y="35993"/>
                </a:cubicBezTo>
                <a:cubicBezTo>
                  <a:pt x="98270" y="36217"/>
                  <a:pt x="99191" y="36441"/>
                  <a:pt x="100062" y="36789"/>
                </a:cubicBezTo>
                <a:cubicBezTo>
                  <a:pt x="100054" y="36797"/>
                  <a:pt x="100049" y="36800"/>
                  <a:pt x="100046" y="36800"/>
                </a:cubicBezTo>
                <a:cubicBezTo>
                  <a:pt x="100040" y="36800"/>
                  <a:pt x="100046" y="36789"/>
                  <a:pt x="100062" y="36789"/>
                </a:cubicBezTo>
                <a:cubicBezTo>
                  <a:pt x="99689" y="36690"/>
                  <a:pt x="99390" y="36565"/>
                  <a:pt x="99017" y="36466"/>
                </a:cubicBezTo>
                <a:cubicBezTo>
                  <a:pt x="98942" y="36441"/>
                  <a:pt x="98868" y="36441"/>
                  <a:pt x="98793" y="36416"/>
                </a:cubicBezTo>
                <a:cubicBezTo>
                  <a:pt x="98445" y="36316"/>
                  <a:pt x="98121" y="36242"/>
                  <a:pt x="97772" y="36167"/>
                </a:cubicBezTo>
                <a:cubicBezTo>
                  <a:pt x="97648" y="36117"/>
                  <a:pt x="97548" y="36117"/>
                  <a:pt x="97424" y="36092"/>
                </a:cubicBezTo>
                <a:cubicBezTo>
                  <a:pt x="97374" y="36092"/>
                  <a:pt x="97324" y="36067"/>
                  <a:pt x="97275" y="36067"/>
                </a:cubicBezTo>
                <a:cubicBezTo>
                  <a:pt x="97200" y="36067"/>
                  <a:pt x="97175" y="36042"/>
                  <a:pt x="97125" y="36042"/>
                </a:cubicBezTo>
                <a:cubicBezTo>
                  <a:pt x="97051" y="36042"/>
                  <a:pt x="97026" y="36042"/>
                  <a:pt x="96951" y="35993"/>
                </a:cubicBezTo>
                <a:cubicBezTo>
                  <a:pt x="96901" y="35993"/>
                  <a:pt x="96827" y="35968"/>
                  <a:pt x="96777" y="35968"/>
                </a:cubicBezTo>
                <a:cubicBezTo>
                  <a:pt x="96752" y="35968"/>
                  <a:pt x="96677" y="35943"/>
                  <a:pt x="96652" y="35943"/>
                </a:cubicBezTo>
                <a:lnTo>
                  <a:pt x="96627" y="35943"/>
                </a:lnTo>
                <a:cubicBezTo>
                  <a:pt x="96587" y="35943"/>
                  <a:pt x="96563" y="35926"/>
                  <a:pt x="96542" y="35920"/>
                </a:cubicBezTo>
                <a:close/>
                <a:moveTo>
                  <a:pt x="90380" y="35943"/>
                </a:moveTo>
                <a:lnTo>
                  <a:pt x="90380" y="35968"/>
                </a:lnTo>
                <a:lnTo>
                  <a:pt x="90380" y="35993"/>
                </a:lnTo>
                <a:cubicBezTo>
                  <a:pt x="90106" y="36042"/>
                  <a:pt x="89857" y="36067"/>
                  <a:pt x="89608" y="36092"/>
                </a:cubicBezTo>
                <a:cubicBezTo>
                  <a:pt x="89534" y="36092"/>
                  <a:pt x="89434" y="36117"/>
                  <a:pt x="89359" y="36117"/>
                </a:cubicBezTo>
                <a:cubicBezTo>
                  <a:pt x="88662" y="36217"/>
                  <a:pt x="87940" y="36341"/>
                  <a:pt x="87219" y="36490"/>
                </a:cubicBezTo>
                <a:cubicBezTo>
                  <a:pt x="86870" y="36565"/>
                  <a:pt x="86547" y="36665"/>
                  <a:pt x="86198" y="36739"/>
                </a:cubicBezTo>
                <a:cubicBezTo>
                  <a:pt x="85850" y="36839"/>
                  <a:pt x="85501" y="36938"/>
                  <a:pt x="85178" y="36988"/>
                </a:cubicBezTo>
                <a:lnTo>
                  <a:pt x="85178" y="36963"/>
                </a:lnTo>
                <a:lnTo>
                  <a:pt x="85178" y="36938"/>
                </a:lnTo>
                <a:cubicBezTo>
                  <a:pt x="86596" y="36565"/>
                  <a:pt x="87965" y="36242"/>
                  <a:pt x="89334" y="36067"/>
                </a:cubicBezTo>
                <a:cubicBezTo>
                  <a:pt x="89434" y="36067"/>
                  <a:pt x="89534" y="36042"/>
                  <a:pt x="89608" y="36042"/>
                </a:cubicBezTo>
                <a:cubicBezTo>
                  <a:pt x="89857" y="35993"/>
                  <a:pt x="90131" y="35968"/>
                  <a:pt x="90380" y="35943"/>
                </a:cubicBezTo>
                <a:close/>
                <a:moveTo>
                  <a:pt x="98121" y="36466"/>
                </a:moveTo>
                <a:lnTo>
                  <a:pt x="98121" y="36466"/>
                </a:lnTo>
                <a:cubicBezTo>
                  <a:pt x="98295" y="36490"/>
                  <a:pt x="98494" y="36515"/>
                  <a:pt x="98669" y="36590"/>
                </a:cubicBezTo>
                <a:cubicBezTo>
                  <a:pt x="98917" y="36665"/>
                  <a:pt x="99141" y="36739"/>
                  <a:pt x="99390" y="36814"/>
                </a:cubicBezTo>
                <a:cubicBezTo>
                  <a:pt x="99565" y="36864"/>
                  <a:pt x="99764" y="36914"/>
                  <a:pt x="99913" y="36963"/>
                </a:cubicBezTo>
                <a:cubicBezTo>
                  <a:pt x="99888" y="37038"/>
                  <a:pt x="99814" y="37063"/>
                  <a:pt x="99789" y="37113"/>
                </a:cubicBezTo>
                <a:lnTo>
                  <a:pt x="98121" y="36466"/>
                </a:lnTo>
                <a:close/>
                <a:moveTo>
                  <a:pt x="102925" y="33304"/>
                </a:moveTo>
                <a:lnTo>
                  <a:pt x="102925" y="33304"/>
                </a:lnTo>
                <a:cubicBezTo>
                  <a:pt x="102552" y="34599"/>
                  <a:pt x="102153" y="35918"/>
                  <a:pt x="101730" y="37187"/>
                </a:cubicBezTo>
                <a:cubicBezTo>
                  <a:pt x="101631" y="37163"/>
                  <a:pt x="101531" y="37088"/>
                  <a:pt x="101431" y="37038"/>
                </a:cubicBezTo>
                <a:cubicBezTo>
                  <a:pt x="101307" y="36963"/>
                  <a:pt x="101183" y="36938"/>
                  <a:pt x="101033" y="36864"/>
                </a:cubicBezTo>
                <a:cubicBezTo>
                  <a:pt x="100909" y="36814"/>
                  <a:pt x="100784" y="36789"/>
                  <a:pt x="100660" y="36714"/>
                </a:cubicBezTo>
                <a:cubicBezTo>
                  <a:pt x="101506" y="35619"/>
                  <a:pt x="102278" y="34474"/>
                  <a:pt x="102925" y="33304"/>
                </a:cubicBezTo>
                <a:close/>
                <a:moveTo>
                  <a:pt x="100162" y="37038"/>
                </a:moveTo>
                <a:cubicBezTo>
                  <a:pt x="100137" y="37088"/>
                  <a:pt x="100062" y="37138"/>
                  <a:pt x="100038" y="37212"/>
                </a:cubicBezTo>
                <a:cubicBezTo>
                  <a:pt x="100013" y="37212"/>
                  <a:pt x="100013" y="37187"/>
                  <a:pt x="99988" y="37187"/>
                </a:cubicBezTo>
                <a:cubicBezTo>
                  <a:pt x="100013" y="37113"/>
                  <a:pt x="100062" y="37088"/>
                  <a:pt x="100112" y="37038"/>
                </a:cubicBezTo>
                <a:close/>
                <a:moveTo>
                  <a:pt x="96478" y="36167"/>
                </a:moveTo>
                <a:lnTo>
                  <a:pt x="96478" y="36167"/>
                </a:lnTo>
                <a:cubicBezTo>
                  <a:pt x="96578" y="36192"/>
                  <a:pt x="96677" y="36217"/>
                  <a:pt x="96777" y="36217"/>
                </a:cubicBezTo>
                <a:cubicBezTo>
                  <a:pt x="97748" y="36515"/>
                  <a:pt x="98693" y="36864"/>
                  <a:pt x="99664" y="37237"/>
                </a:cubicBezTo>
                <a:lnTo>
                  <a:pt x="99639" y="37287"/>
                </a:lnTo>
                <a:cubicBezTo>
                  <a:pt x="98619" y="36839"/>
                  <a:pt x="97548" y="36466"/>
                  <a:pt x="96478" y="36167"/>
                </a:cubicBezTo>
                <a:close/>
                <a:moveTo>
                  <a:pt x="103423" y="32334"/>
                </a:moveTo>
                <a:cubicBezTo>
                  <a:pt x="103024" y="33976"/>
                  <a:pt x="102502" y="35619"/>
                  <a:pt x="101929" y="37312"/>
                </a:cubicBezTo>
                <a:cubicBezTo>
                  <a:pt x="101904" y="37312"/>
                  <a:pt x="101904" y="37287"/>
                  <a:pt x="101880" y="37287"/>
                </a:cubicBezTo>
                <a:cubicBezTo>
                  <a:pt x="102427" y="35694"/>
                  <a:pt x="102900" y="34126"/>
                  <a:pt x="103298" y="32583"/>
                </a:cubicBezTo>
                <a:cubicBezTo>
                  <a:pt x="103348" y="32483"/>
                  <a:pt x="103398" y="32433"/>
                  <a:pt x="103423" y="32334"/>
                </a:cubicBezTo>
                <a:close/>
                <a:moveTo>
                  <a:pt x="113479" y="21631"/>
                </a:moveTo>
                <a:lnTo>
                  <a:pt x="113479" y="21631"/>
                </a:lnTo>
                <a:cubicBezTo>
                  <a:pt x="115072" y="23622"/>
                  <a:pt x="116217" y="26011"/>
                  <a:pt x="116939" y="28724"/>
                </a:cubicBezTo>
                <a:cubicBezTo>
                  <a:pt x="116939" y="29148"/>
                  <a:pt x="116964" y="29596"/>
                  <a:pt x="116988" y="30019"/>
                </a:cubicBezTo>
                <a:lnTo>
                  <a:pt x="116988" y="30218"/>
                </a:lnTo>
                <a:cubicBezTo>
                  <a:pt x="117038" y="30591"/>
                  <a:pt x="116988" y="30965"/>
                  <a:pt x="116988" y="31338"/>
                </a:cubicBezTo>
                <a:lnTo>
                  <a:pt x="116988" y="31662"/>
                </a:lnTo>
                <a:lnTo>
                  <a:pt x="116988" y="31786"/>
                </a:lnTo>
                <a:cubicBezTo>
                  <a:pt x="116988" y="31886"/>
                  <a:pt x="116988" y="32010"/>
                  <a:pt x="116964" y="32110"/>
                </a:cubicBezTo>
                <a:cubicBezTo>
                  <a:pt x="116964" y="32234"/>
                  <a:pt x="116939" y="32383"/>
                  <a:pt x="116939" y="32508"/>
                </a:cubicBezTo>
                <a:cubicBezTo>
                  <a:pt x="116889" y="32707"/>
                  <a:pt x="116889" y="32906"/>
                  <a:pt x="116864" y="33105"/>
                </a:cubicBezTo>
                <a:cubicBezTo>
                  <a:pt x="116864" y="33130"/>
                  <a:pt x="116864" y="33180"/>
                  <a:pt x="116839" y="33205"/>
                </a:cubicBezTo>
                <a:cubicBezTo>
                  <a:pt x="116839" y="33230"/>
                  <a:pt x="116839" y="33255"/>
                  <a:pt x="116814" y="33329"/>
                </a:cubicBezTo>
                <a:cubicBezTo>
                  <a:pt x="116764" y="33603"/>
                  <a:pt x="116715" y="33877"/>
                  <a:pt x="116640" y="34176"/>
                </a:cubicBezTo>
                <a:cubicBezTo>
                  <a:pt x="116615" y="34225"/>
                  <a:pt x="116615" y="34325"/>
                  <a:pt x="116615" y="34375"/>
                </a:cubicBezTo>
                <a:cubicBezTo>
                  <a:pt x="116366" y="35370"/>
                  <a:pt x="116067" y="36416"/>
                  <a:pt x="115619" y="37362"/>
                </a:cubicBezTo>
                <a:cubicBezTo>
                  <a:pt x="115122" y="35719"/>
                  <a:pt x="114474" y="34225"/>
                  <a:pt x="113628" y="32881"/>
                </a:cubicBezTo>
                <a:cubicBezTo>
                  <a:pt x="113728" y="32234"/>
                  <a:pt x="113777" y="31612"/>
                  <a:pt x="113852" y="30990"/>
                </a:cubicBezTo>
                <a:cubicBezTo>
                  <a:pt x="113852" y="30865"/>
                  <a:pt x="113877" y="30741"/>
                  <a:pt x="113877" y="30616"/>
                </a:cubicBezTo>
                <a:cubicBezTo>
                  <a:pt x="113952" y="29969"/>
                  <a:pt x="113977" y="29347"/>
                  <a:pt x="114001" y="28700"/>
                </a:cubicBezTo>
                <a:lnTo>
                  <a:pt x="114001" y="28202"/>
                </a:lnTo>
                <a:lnTo>
                  <a:pt x="114001" y="26708"/>
                </a:lnTo>
                <a:lnTo>
                  <a:pt x="114001" y="26210"/>
                </a:lnTo>
                <a:cubicBezTo>
                  <a:pt x="113977" y="25613"/>
                  <a:pt x="113952" y="25041"/>
                  <a:pt x="113877" y="24468"/>
                </a:cubicBezTo>
                <a:cubicBezTo>
                  <a:pt x="113852" y="24269"/>
                  <a:pt x="113852" y="24120"/>
                  <a:pt x="113827" y="23921"/>
                </a:cubicBezTo>
                <a:cubicBezTo>
                  <a:pt x="113753" y="23348"/>
                  <a:pt x="113653" y="22751"/>
                  <a:pt x="113578" y="22178"/>
                </a:cubicBezTo>
                <a:cubicBezTo>
                  <a:pt x="113578" y="22128"/>
                  <a:pt x="113529" y="22054"/>
                  <a:pt x="113529" y="22004"/>
                </a:cubicBezTo>
                <a:cubicBezTo>
                  <a:pt x="113504" y="21879"/>
                  <a:pt x="113479" y="21755"/>
                  <a:pt x="113479" y="21631"/>
                </a:cubicBezTo>
                <a:close/>
                <a:moveTo>
                  <a:pt x="65156" y="30581"/>
                </a:moveTo>
                <a:cubicBezTo>
                  <a:pt x="66537" y="30581"/>
                  <a:pt x="67809" y="30781"/>
                  <a:pt x="68949" y="31189"/>
                </a:cubicBezTo>
                <a:cubicBezTo>
                  <a:pt x="69148" y="32060"/>
                  <a:pt x="69397" y="32881"/>
                  <a:pt x="69695" y="33703"/>
                </a:cubicBezTo>
                <a:cubicBezTo>
                  <a:pt x="67704" y="34823"/>
                  <a:pt x="65762" y="36067"/>
                  <a:pt x="63796" y="37411"/>
                </a:cubicBezTo>
                <a:cubicBezTo>
                  <a:pt x="62452" y="35545"/>
                  <a:pt x="61307" y="33479"/>
                  <a:pt x="60361" y="31263"/>
                </a:cubicBezTo>
                <a:cubicBezTo>
                  <a:pt x="62063" y="30812"/>
                  <a:pt x="63672" y="30581"/>
                  <a:pt x="65156" y="30581"/>
                </a:cubicBezTo>
                <a:close/>
                <a:moveTo>
                  <a:pt x="100510" y="36864"/>
                </a:moveTo>
                <a:cubicBezTo>
                  <a:pt x="100909" y="37063"/>
                  <a:pt x="101282" y="37212"/>
                  <a:pt x="101631" y="37411"/>
                </a:cubicBezTo>
                <a:cubicBezTo>
                  <a:pt x="101531" y="37362"/>
                  <a:pt x="101431" y="37337"/>
                  <a:pt x="101357" y="37287"/>
                </a:cubicBezTo>
                <a:cubicBezTo>
                  <a:pt x="101307" y="37237"/>
                  <a:pt x="101257" y="37237"/>
                  <a:pt x="101232" y="37212"/>
                </a:cubicBezTo>
                <a:cubicBezTo>
                  <a:pt x="101008" y="37113"/>
                  <a:pt x="100759" y="37038"/>
                  <a:pt x="100510" y="36938"/>
                </a:cubicBezTo>
                <a:lnTo>
                  <a:pt x="100510" y="36914"/>
                </a:lnTo>
                <a:lnTo>
                  <a:pt x="100510" y="36864"/>
                </a:lnTo>
                <a:close/>
                <a:moveTo>
                  <a:pt x="99888" y="37343"/>
                </a:moveTo>
                <a:cubicBezTo>
                  <a:pt x="99894" y="37343"/>
                  <a:pt x="99901" y="37349"/>
                  <a:pt x="99913" y="37362"/>
                </a:cubicBezTo>
                <a:cubicBezTo>
                  <a:pt x="99913" y="37411"/>
                  <a:pt x="99888" y="37411"/>
                  <a:pt x="99888" y="37436"/>
                </a:cubicBezTo>
                <a:cubicBezTo>
                  <a:pt x="99863" y="37436"/>
                  <a:pt x="99863" y="37411"/>
                  <a:pt x="99814" y="37411"/>
                </a:cubicBezTo>
                <a:lnTo>
                  <a:pt x="99863" y="37362"/>
                </a:lnTo>
                <a:cubicBezTo>
                  <a:pt x="99876" y="37349"/>
                  <a:pt x="99882" y="37343"/>
                  <a:pt x="99888" y="37343"/>
                </a:cubicBezTo>
                <a:close/>
                <a:moveTo>
                  <a:pt x="60187" y="31313"/>
                </a:moveTo>
                <a:cubicBezTo>
                  <a:pt x="61108" y="33553"/>
                  <a:pt x="62253" y="35619"/>
                  <a:pt x="63647" y="37486"/>
                </a:cubicBezTo>
                <a:lnTo>
                  <a:pt x="63572" y="37561"/>
                </a:lnTo>
                <a:cubicBezTo>
                  <a:pt x="62203" y="35694"/>
                  <a:pt x="61058" y="33578"/>
                  <a:pt x="60112" y="31338"/>
                </a:cubicBezTo>
                <a:cubicBezTo>
                  <a:pt x="60162" y="31338"/>
                  <a:pt x="60162" y="31338"/>
                  <a:pt x="60187" y="31313"/>
                </a:cubicBezTo>
                <a:close/>
                <a:moveTo>
                  <a:pt x="101805" y="37461"/>
                </a:moveTo>
                <a:cubicBezTo>
                  <a:pt x="101855" y="37461"/>
                  <a:pt x="101855" y="37486"/>
                  <a:pt x="101880" y="37486"/>
                </a:cubicBezTo>
                <a:lnTo>
                  <a:pt x="101880" y="37536"/>
                </a:lnTo>
                <a:lnTo>
                  <a:pt x="101880" y="37561"/>
                </a:lnTo>
                <a:cubicBezTo>
                  <a:pt x="101805" y="37536"/>
                  <a:pt x="101805" y="37536"/>
                  <a:pt x="101780" y="37536"/>
                </a:cubicBezTo>
                <a:cubicBezTo>
                  <a:pt x="101780" y="37486"/>
                  <a:pt x="101805" y="37461"/>
                  <a:pt x="101805" y="37461"/>
                </a:cubicBezTo>
                <a:close/>
                <a:moveTo>
                  <a:pt x="69745" y="33852"/>
                </a:moveTo>
                <a:cubicBezTo>
                  <a:pt x="69745" y="33877"/>
                  <a:pt x="69770" y="33877"/>
                  <a:pt x="69770" y="33927"/>
                </a:cubicBezTo>
                <a:cubicBezTo>
                  <a:pt x="67828" y="35072"/>
                  <a:pt x="65862" y="36291"/>
                  <a:pt x="63921" y="37611"/>
                </a:cubicBezTo>
                <a:cubicBezTo>
                  <a:pt x="63921" y="37586"/>
                  <a:pt x="63896" y="37586"/>
                  <a:pt x="63896" y="37561"/>
                </a:cubicBezTo>
                <a:cubicBezTo>
                  <a:pt x="65837" y="36217"/>
                  <a:pt x="67804" y="34997"/>
                  <a:pt x="69745" y="33852"/>
                </a:cubicBezTo>
                <a:close/>
                <a:moveTo>
                  <a:pt x="113553" y="33180"/>
                </a:moveTo>
                <a:cubicBezTo>
                  <a:pt x="114350" y="34499"/>
                  <a:pt x="114997" y="35993"/>
                  <a:pt x="115470" y="37660"/>
                </a:cubicBezTo>
                <a:cubicBezTo>
                  <a:pt x="115470" y="37685"/>
                  <a:pt x="115445" y="37710"/>
                  <a:pt x="115445" y="37735"/>
                </a:cubicBezTo>
                <a:cubicBezTo>
                  <a:pt x="114997" y="36092"/>
                  <a:pt x="114350" y="34599"/>
                  <a:pt x="113553" y="33255"/>
                </a:cubicBezTo>
                <a:lnTo>
                  <a:pt x="113553" y="33180"/>
                </a:lnTo>
                <a:close/>
                <a:moveTo>
                  <a:pt x="63746" y="37685"/>
                </a:moveTo>
                <a:cubicBezTo>
                  <a:pt x="63746" y="37710"/>
                  <a:pt x="63796" y="37710"/>
                  <a:pt x="63796" y="37735"/>
                </a:cubicBezTo>
                <a:cubicBezTo>
                  <a:pt x="63746" y="37735"/>
                  <a:pt x="63746" y="37760"/>
                  <a:pt x="63721" y="37760"/>
                </a:cubicBezTo>
                <a:cubicBezTo>
                  <a:pt x="63697" y="37735"/>
                  <a:pt x="63697" y="37710"/>
                  <a:pt x="63697" y="37710"/>
                </a:cubicBezTo>
                <a:cubicBezTo>
                  <a:pt x="63721" y="37710"/>
                  <a:pt x="63721" y="37685"/>
                  <a:pt x="63746" y="37685"/>
                </a:cubicBezTo>
                <a:close/>
                <a:moveTo>
                  <a:pt x="116152" y="36779"/>
                </a:moveTo>
                <a:cubicBezTo>
                  <a:pt x="116024" y="37110"/>
                  <a:pt x="115888" y="37437"/>
                  <a:pt x="115744" y="37760"/>
                </a:cubicBezTo>
                <a:cubicBezTo>
                  <a:pt x="115744" y="37735"/>
                  <a:pt x="115744" y="37710"/>
                  <a:pt x="115719" y="37710"/>
                </a:cubicBezTo>
                <a:cubicBezTo>
                  <a:pt x="115719" y="37710"/>
                  <a:pt x="115719" y="37685"/>
                  <a:pt x="115744" y="37685"/>
                </a:cubicBezTo>
                <a:cubicBezTo>
                  <a:pt x="115794" y="37660"/>
                  <a:pt x="115794" y="37586"/>
                  <a:pt x="115819" y="37561"/>
                </a:cubicBezTo>
                <a:cubicBezTo>
                  <a:pt x="115918" y="37312"/>
                  <a:pt x="116043" y="37063"/>
                  <a:pt x="116117" y="36814"/>
                </a:cubicBezTo>
                <a:cubicBezTo>
                  <a:pt x="116133" y="36806"/>
                  <a:pt x="116143" y="36794"/>
                  <a:pt x="116152" y="36779"/>
                </a:cubicBezTo>
                <a:close/>
                <a:moveTo>
                  <a:pt x="100311" y="37113"/>
                </a:moveTo>
                <a:cubicBezTo>
                  <a:pt x="100510" y="37187"/>
                  <a:pt x="100660" y="37237"/>
                  <a:pt x="100809" y="37312"/>
                </a:cubicBezTo>
                <a:cubicBezTo>
                  <a:pt x="101058" y="37411"/>
                  <a:pt x="101307" y="37486"/>
                  <a:pt x="101531" y="37611"/>
                </a:cubicBezTo>
                <a:cubicBezTo>
                  <a:pt x="101506" y="37685"/>
                  <a:pt x="101481" y="37760"/>
                  <a:pt x="101431" y="37835"/>
                </a:cubicBezTo>
                <a:cubicBezTo>
                  <a:pt x="101033" y="37635"/>
                  <a:pt x="100610" y="37461"/>
                  <a:pt x="100187" y="37262"/>
                </a:cubicBezTo>
                <a:cubicBezTo>
                  <a:pt x="100237" y="37212"/>
                  <a:pt x="100286" y="37187"/>
                  <a:pt x="100311" y="37113"/>
                </a:cubicBezTo>
                <a:close/>
                <a:moveTo>
                  <a:pt x="72408" y="33678"/>
                </a:moveTo>
                <a:lnTo>
                  <a:pt x="72408" y="33678"/>
                </a:lnTo>
                <a:cubicBezTo>
                  <a:pt x="73031" y="34474"/>
                  <a:pt x="73504" y="35420"/>
                  <a:pt x="73777" y="36466"/>
                </a:cubicBezTo>
                <a:lnTo>
                  <a:pt x="73777" y="36490"/>
                </a:lnTo>
                <a:cubicBezTo>
                  <a:pt x="73777" y="36515"/>
                  <a:pt x="73777" y="36565"/>
                  <a:pt x="73802" y="36590"/>
                </a:cubicBezTo>
                <a:lnTo>
                  <a:pt x="73802" y="36690"/>
                </a:lnTo>
                <a:cubicBezTo>
                  <a:pt x="73852" y="36864"/>
                  <a:pt x="73877" y="37038"/>
                  <a:pt x="73902" y="37212"/>
                </a:cubicBezTo>
                <a:cubicBezTo>
                  <a:pt x="73902" y="37287"/>
                  <a:pt x="73927" y="37337"/>
                  <a:pt x="73927" y="37411"/>
                </a:cubicBezTo>
                <a:lnTo>
                  <a:pt x="73927" y="37486"/>
                </a:lnTo>
                <a:cubicBezTo>
                  <a:pt x="73927" y="37561"/>
                  <a:pt x="73977" y="37586"/>
                  <a:pt x="73977" y="37660"/>
                </a:cubicBezTo>
                <a:cubicBezTo>
                  <a:pt x="73977" y="37710"/>
                  <a:pt x="73977" y="37810"/>
                  <a:pt x="73927" y="37859"/>
                </a:cubicBezTo>
                <a:cubicBezTo>
                  <a:pt x="73753" y="37536"/>
                  <a:pt x="73603" y="37187"/>
                  <a:pt x="73429" y="36814"/>
                </a:cubicBezTo>
                <a:cubicBezTo>
                  <a:pt x="73404" y="36714"/>
                  <a:pt x="73354" y="36615"/>
                  <a:pt x="73304" y="36490"/>
                </a:cubicBezTo>
                <a:cubicBezTo>
                  <a:pt x="73155" y="36117"/>
                  <a:pt x="73031" y="35794"/>
                  <a:pt x="72906" y="35420"/>
                </a:cubicBezTo>
                <a:cubicBezTo>
                  <a:pt x="72856" y="35246"/>
                  <a:pt x="72807" y="35097"/>
                  <a:pt x="72757" y="34947"/>
                </a:cubicBezTo>
                <a:cubicBezTo>
                  <a:pt x="72657" y="34624"/>
                  <a:pt x="72558" y="34325"/>
                  <a:pt x="72508" y="34001"/>
                </a:cubicBezTo>
                <a:cubicBezTo>
                  <a:pt x="72483" y="33877"/>
                  <a:pt x="72433" y="33802"/>
                  <a:pt x="72408" y="33678"/>
                </a:cubicBezTo>
                <a:close/>
                <a:moveTo>
                  <a:pt x="101730" y="37710"/>
                </a:moveTo>
                <a:cubicBezTo>
                  <a:pt x="101755" y="37710"/>
                  <a:pt x="101755" y="37735"/>
                  <a:pt x="101780" y="37735"/>
                </a:cubicBezTo>
                <a:cubicBezTo>
                  <a:pt x="101755" y="37810"/>
                  <a:pt x="101730" y="37909"/>
                  <a:pt x="101730" y="37959"/>
                </a:cubicBezTo>
                <a:cubicBezTo>
                  <a:pt x="101680" y="37959"/>
                  <a:pt x="101680" y="37934"/>
                  <a:pt x="101655" y="37934"/>
                </a:cubicBezTo>
                <a:cubicBezTo>
                  <a:pt x="101655" y="37859"/>
                  <a:pt x="101680" y="37760"/>
                  <a:pt x="101730" y="37710"/>
                </a:cubicBezTo>
                <a:close/>
                <a:moveTo>
                  <a:pt x="75769" y="31039"/>
                </a:moveTo>
                <a:lnTo>
                  <a:pt x="75769" y="31039"/>
                </a:lnTo>
                <a:cubicBezTo>
                  <a:pt x="75744" y="33205"/>
                  <a:pt x="75346" y="35569"/>
                  <a:pt x="74549" y="38059"/>
                </a:cubicBezTo>
                <a:cubicBezTo>
                  <a:pt x="74524" y="37909"/>
                  <a:pt x="74499" y="37710"/>
                  <a:pt x="74425" y="37561"/>
                </a:cubicBezTo>
                <a:lnTo>
                  <a:pt x="74425" y="37536"/>
                </a:lnTo>
                <a:lnTo>
                  <a:pt x="74425" y="37436"/>
                </a:lnTo>
                <a:cubicBezTo>
                  <a:pt x="74375" y="37113"/>
                  <a:pt x="74350" y="36839"/>
                  <a:pt x="74250" y="36565"/>
                </a:cubicBezTo>
                <a:lnTo>
                  <a:pt x="74250" y="36441"/>
                </a:lnTo>
                <a:lnTo>
                  <a:pt x="74151" y="35594"/>
                </a:lnTo>
                <a:cubicBezTo>
                  <a:pt x="74151" y="35470"/>
                  <a:pt x="74126" y="35345"/>
                  <a:pt x="74126" y="35221"/>
                </a:cubicBezTo>
                <a:lnTo>
                  <a:pt x="74126" y="35072"/>
                </a:lnTo>
                <a:lnTo>
                  <a:pt x="74126" y="34997"/>
                </a:lnTo>
                <a:lnTo>
                  <a:pt x="74126" y="34873"/>
                </a:lnTo>
                <a:lnTo>
                  <a:pt x="74126" y="33827"/>
                </a:lnTo>
                <a:lnTo>
                  <a:pt x="74126" y="33703"/>
                </a:lnTo>
                <a:lnTo>
                  <a:pt x="74126" y="33479"/>
                </a:lnTo>
                <a:cubicBezTo>
                  <a:pt x="74151" y="33105"/>
                  <a:pt x="74176" y="32732"/>
                  <a:pt x="74250" y="32359"/>
                </a:cubicBezTo>
                <a:cubicBezTo>
                  <a:pt x="74250" y="32259"/>
                  <a:pt x="74275" y="32159"/>
                  <a:pt x="74275" y="32110"/>
                </a:cubicBezTo>
                <a:cubicBezTo>
                  <a:pt x="74300" y="31985"/>
                  <a:pt x="74325" y="31861"/>
                  <a:pt x="74325" y="31736"/>
                </a:cubicBezTo>
                <a:cubicBezTo>
                  <a:pt x="74798" y="31487"/>
                  <a:pt x="75296" y="31263"/>
                  <a:pt x="75769" y="31039"/>
                </a:cubicBezTo>
                <a:close/>
                <a:moveTo>
                  <a:pt x="100062" y="37436"/>
                </a:moveTo>
                <a:cubicBezTo>
                  <a:pt x="100535" y="37611"/>
                  <a:pt x="100983" y="37810"/>
                  <a:pt x="101407" y="38034"/>
                </a:cubicBezTo>
                <a:cubicBezTo>
                  <a:pt x="101407" y="38059"/>
                  <a:pt x="101407" y="38059"/>
                  <a:pt x="101382" y="38083"/>
                </a:cubicBezTo>
                <a:cubicBezTo>
                  <a:pt x="100934" y="37859"/>
                  <a:pt x="100486" y="37685"/>
                  <a:pt x="100038" y="37486"/>
                </a:cubicBezTo>
                <a:cubicBezTo>
                  <a:pt x="100038" y="37461"/>
                  <a:pt x="100062" y="37461"/>
                  <a:pt x="100062" y="37436"/>
                </a:cubicBezTo>
                <a:close/>
                <a:moveTo>
                  <a:pt x="101556" y="38083"/>
                </a:moveTo>
                <a:cubicBezTo>
                  <a:pt x="101606" y="38083"/>
                  <a:pt x="101606" y="38108"/>
                  <a:pt x="101631" y="38108"/>
                </a:cubicBezTo>
                <a:cubicBezTo>
                  <a:pt x="101631" y="38133"/>
                  <a:pt x="101631" y="38133"/>
                  <a:pt x="101606" y="38183"/>
                </a:cubicBezTo>
                <a:cubicBezTo>
                  <a:pt x="101567" y="38183"/>
                  <a:pt x="101558" y="38153"/>
                  <a:pt x="101545" y="38140"/>
                </a:cubicBezTo>
                <a:lnTo>
                  <a:pt x="101545" y="38140"/>
                </a:lnTo>
                <a:cubicBezTo>
                  <a:pt x="101556" y="38136"/>
                  <a:pt x="101556" y="38102"/>
                  <a:pt x="101556" y="38083"/>
                </a:cubicBezTo>
                <a:close/>
                <a:moveTo>
                  <a:pt x="59938" y="31363"/>
                </a:moveTo>
                <a:cubicBezTo>
                  <a:pt x="60859" y="33628"/>
                  <a:pt x="62054" y="35744"/>
                  <a:pt x="63423" y="37660"/>
                </a:cubicBezTo>
                <a:cubicBezTo>
                  <a:pt x="63049" y="37909"/>
                  <a:pt x="62701" y="38158"/>
                  <a:pt x="62328" y="38407"/>
                </a:cubicBezTo>
                <a:cubicBezTo>
                  <a:pt x="61183" y="36291"/>
                  <a:pt x="59838" y="34076"/>
                  <a:pt x="58345" y="31861"/>
                </a:cubicBezTo>
                <a:cubicBezTo>
                  <a:pt x="58868" y="31687"/>
                  <a:pt x="59390" y="31487"/>
                  <a:pt x="59938" y="31363"/>
                </a:cubicBezTo>
                <a:close/>
                <a:moveTo>
                  <a:pt x="76018" y="30865"/>
                </a:moveTo>
                <a:cubicBezTo>
                  <a:pt x="76018" y="33230"/>
                  <a:pt x="75545" y="35794"/>
                  <a:pt x="74674" y="38457"/>
                </a:cubicBezTo>
                <a:cubicBezTo>
                  <a:pt x="74674" y="38432"/>
                  <a:pt x="74649" y="38407"/>
                  <a:pt x="74649" y="38357"/>
                </a:cubicBezTo>
                <a:cubicBezTo>
                  <a:pt x="75495" y="35744"/>
                  <a:pt x="75943" y="33230"/>
                  <a:pt x="75943" y="30890"/>
                </a:cubicBezTo>
                <a:cubicBezTo>
                  <a:pt x="75968" y="30890"/>
                  <a:pt x="75993" y="30890"/>
                  <a:pt x="76018" y="30865"/>
                </a:cubicBezTo>
                <a:close/>
                <a:moveTo>
                  <a:pt x="85302" y="34922"/>
                </a:moveTo>
                <a:lnTo>
                  <a:pt x="85302" y="34922"/>
                </a:lnTo>
                <a:cubicBezTo>
                  <a:pt x="85128" y="35569"/>
                  <a:pt x="84954" y="36242"/>
                  <a:pt x="84705" y="36864"/>
                </a:cubicBezTo>
                <a:cubicBezTo>
                  <a:pt x="84555" y="36914"/>
                  <a:pt x="84381" y="36963"/>
                  <a:pt x="84257" y="36988"/>
                </a:cubicBezTo>
                <a:cubicBezTo>
                  <a:pt x="84107" y="37038"/>
                  <a:pt x="83958" y="37088"/>
                  <a:pt x="83809" y="37113"/>
                </a:cubicBezTo>
                <a:cubicBezTo>
                  <a:pt x="83385" y="37237"/>
                  <a:pt x="82987" y="37362"/>
                  <a:pt x="82564" y="37536"/>
                </a:cubicBezTo>
                <a:cubicBezTo>
                  <a:pt x="82365" y="37586"/>
                  <a:pt x="82216" y="37611"/>
                  <a:pt x="82066" y="37685"/>
                </a:cubicBezTo>
                <a:cubicBezTo>
                  <a:pt x="81718" y="37810"/>
                  <a:pt x="81394" y="37934"/>
                  <a:pt x="81071" y="38059"/>
                </a:cubicBezTo>
                <a:cubicBezTo>
                  <a:pt x="80996" y="38083"/>
                  <a:pt x="80946" y="38108"/>
                  <a:pt x="80871" y="38108"/>
                </a:cubicBezTo>
                <a:cubicBezTo>
                  <a:pt x="80697" y="38183"/>
                  <a:pt x="80498" y="38233"/>
                  <a:pt x="80324" y="38332"/>
                </a:cubicBezTo>
                <a:cubicBezTo>
                  <a:pt x="80150" y="38382"/>
                  <a:pt x="80000" y="38457"/>
                  <a:pt x="79876" y="38532"/>
                </a:cubicBezTo>
                <a:cubicBezTo>
                  <a:pt x="80324" y="37536"/>
                  <a:pt x="80722" y="36565"/>
                  <a:pt x="81071" y="35569"/>
                </a:cubicBezTo>
                <a:cubicBezTo>
                  <a:pt x="82365" y="35221"/>
                  <a:pt x="83809" y="34997"/>
                  <a:pt x="85302" y="34922"/>
                </a:cubicBezTo>
                <a:close/>
                <a:moveTo>
                  <a:pt x="17524" y="36490"/>
                </a:moveTo>
                <a:lnTo>
                  <a:pt x="17524" y="36540"/>
                </a:lnTo>
                <a:lnTo>
                  <a:pt x="17524" y="36565"/>
                </a:lnTo>
                <a:lnTo>
                  <a:pt x="17524" y="36590"/>
                </a:lnTo>
                <a:cubicBezTo>
                  <a:pt x="17399" y="36739"/>
                  <a:pt x="17250" y="36938"/>
                  <a:pt x="17125" y="37113"/>
                </a:cubicBezTo>
                <a:cubicBezTo>
                  <a:pt x="16805" y="37529"/>
                  <a:pt x="16417" y="38027"/>
                  <a:pt x="16019" y="38550"/>
                </a:cubicBezTo>
                <a:lnTo>
                  <a:pt x="16019" y="38550"/>
                </a:lnTo>
                <a:lnTo>
                  <a:pt x="16154" y="38357"/>
                </a:lnTo>
                <a:cubicBezTo>
                  <a:pt x="16379" y="38083"/>
                  <a:pt x="16553" y="37810"/>
                  <a:pt x="16777" y="37536"/>
                </a:cubicBezTo>
                <a:cubicBezTo>
                  <a:pt x="16802" y="37461"/>
                  <a:pt x="16851" y="37436"/>
                  <a:pt x="16876" y="37362"/>
                </a:cubicBezTo>
                <a:cubicBezTo>
                  <a:pt x="17100" y="37088"/>
                  <a:pt x="17299" y="36814"/>
                  <a:pt x="17524" y="36490"/>
                </a:cubicBezTo>
                <a:close/>
                <a:moveTo>
                  <a:pt x="58196" y="31960"/>
                </a:moveTo>
                <a:cubicBezTo>
                  <a:pt x="59639" y="34176"/>
                  <a:pt x="61033" y="36416"/>
                  <a:pt x="62178" y="38532"/>
                </a:cubicBezTo>
                <a:lnTo>
                  <a:pt x="62128" y="38556"/>
                </a:lnTo>
                <a:cubicBezTo>
                  <a:pt x="60983" y="36441"/>
                  <a:pt x="59614" y="34200"/>
                  <a:pt x="58121" y="31985"/>
                </a:cubicBezTo>
                <a:cubicBezTo>
                  <a:pt x="58171" y="31985"/>
                  <a:pt x="58171" y="31985"/>
                  <a:pt x="58196" y="31960"/>
                </a:cubicBezTo>
                <a:close/>
                <a:moveTo>
                  <a:pt x="82514" y="28227"/>
                </a:moveTo>
                <a:lnTo>
                  <a:pt x="82514" y="28227"/>
                </a:lnTo>
                <a:cubicBezTo>
                  <a:pt x="82166" y="30467"/>
                  <a:pt x="81519" y="32831"/>
                  <a:pt x="80647" y="35246"/>
                </a:cubicBezTo>
                <a:cubicBezTo>
                  <a:pt x="78208" y="35968"/>
                  <a:pt x="76192" y="37088"/>
                  <a:pt x="74848" y="38556"/>
                </a:cubicBezTo>
                <a:cubicBezTo>
                  <a:pt x="75744" y="35818"/>
                  <a:pt x="76217" y="33205"/>
                  <a:pt x="76167" y="30815"/>
                </a:cubicBezTo>
                <a:cubicBezTo>
                  <a:pt x="78308" y="29820"/>
                  <a:pt x="80448" y="28948"/>
                  <a:pt x="82514" y="28227"/>
                </a:cubicBezTo>
                <a:close/>
                <a:moveTo>
                  <a:pt x="63497" y="37810"/>
                </a:moveTo>
                <a:lnTo>
                  <a:pt x="63572" y="37859"/>
                </a:lnTo>
                <a:cubicBezTo>
                  <a:pt x="63199" y="38108"/>
                  <a:pt x="62825" y="38357"/>
                  <a:pt x="62452" y="38656"/>
                </a:cubicBezTo>
                <a:cubicBezTo>
                  <a:pt x="62452" y="38606"/>
                  <a:pt x="62427" y="38606"/>
                  <a:pt x="62427" y="38581"/>
                </a:cubicBezTo>
                <a:cubicBezTo>
                  <a:pt x="62800" y="38332"/>
                  <a:pt x="63174" y="38059"/>
                  <a:pt x="63497" y="37810"/>
                </a:cubicBezTo>
                <a:close/>
                <a:moveTo>
                  <a:pt x="80747" y="35694"/>
                </a:moveTo>
                <a:cubicBezTo>
                  <a:pt x="80398" y="36615"/>
                  <a:pt x="80000" y="37611"/>
                  <a:pt x="79552" y="38656"/>
                </a:cubicBezTo>
                <a:cubicBezTo>
                  <a:pt x="79527" y="38656"/>
                  <a:pt x="79527" y="38656"/>
                  <a:pt x="79502" y="38681"/>
                </a:cubicBezTo>
                <a:cubicBezTo>
                  <a:pt x="79926" y="37635"/>
                  <a:pt x="80349" y="36665"/>
                  <a:pt x="80722" y="35694"/>
                </a:cubicBezTo>
                <a:close/>
                <a:moveTo>
                  <a:pt x="84680" y="37063"/>
                </a:moveTo>
                <a:lnTo>
                  <a:pt x="84630" y="37113"/>
                </a:lnTo>
                <a:cubicBezTo>
                  <a:pt x="84356" y="37212"/>
                  <a:pt x="84082" y="37337"/>
                  <a:pt x="83809" y="37411"/>
                </a:cubicBezTo>
                <a:cubicBezTo>
                  <a:pt x="83585" y="37461"/>
                  <a:pt x="83336" y="37561"/>
                  <a:pt x="83112" y="37611"/>
                </a:cubicBezTo>
                <a:cubicBezTo>
                  <a:pt x="82464" y="37835"/>
                  <a:pt x="81817" y="38059"/>
                  <a:pt x="81120" y="38308"/>
                </a:cubicBezTo>
                <a:lnTo>
                  <a:pt x="80847" y="38382"/>
                </a:lnTo>
                <a:cubicBezTo>
                  <a:pt x="80473" y="38532"/>
                  <a:pt x="80100" y="38681"/>
                  <a:pt x="79726" y="38805"/>
                </a:cubicBezTo>
                <a:lnTo>
                  <a:pt x="79726" y="38780"/>
                </a:lnTo>
                <a:cubicBezTo>
                  <a:pt x="79726" y="38780"/>
                  <a:pt x="79726" y="38731"/>
                  <a:pt x="79751" y="38731"/>
                </a:cubicBezTo>
                <a:cubicBezTo>
                  <a:pt x="81444" y="38059"/>
                  <a:pt x="83087" y="37486"/>
                  <a:pt x="84680" y="37063"/>
                </a:cubicBezTo>
                <a:close/>
                <a:moveTo>
                  <a:pt x="19306" y="35769"/>
                </a:moveTo>
                <a:cubicBezTo>
                  <a:pt x="19770" y="35769"/>
                  <a:pt x="20349" y="35868"/>
                  <a:pt x="21033" y="36067"/>
                </a:cubicBezTo>
                <a:lnTo>
                  <a:pt x="18718" y="38855"/>
                </a:lnTo>
                <a:cubicBezTo>
                  <a:pt x="18046" y="37635"/>
                  <a:pt x="17847" y="36739"/>
                  <a:pt x="18121" y="36242"/>
                </a:cubicBezTo>
                <a:cubicBezTo>
                  <a:pt x="18171" y="36192"/>
                  <a:pt x="18220" y="36117"/>
                  <a:pt x="18270" y="36067"/>
                </a:cubicBezTo>
                <a:cubicBezTo>
                  <a:pt x="18494" y="35868"/>
                  <a:pt x="18843" y="35769"/>
                  <a:pt x="19306" y="35769"/>
                </a:cubicBezTo>
                <a:close/>
                <a:moveTo>
                  <a:pt x="80598" y="35445"/>
                </a:moveTo>
                <a:cubicBezTo>
                  <a:pt x="80598" y="35470"/>
                  <a:pt x="80573" y="35495"/>
                  <a:pt x="80573" y="35495"/>
                </a:cubicBezTo>
                <a:cubicBezTo>
                  <a:pt x="78108" y="36217"/>
                  <a:pt x="76142" y="37411"/>
                  <a:pt x="74848" y="38905"/>
                </a:cubicBezTo>
                <a:cubicBezTo>
                  <a:pt x="74848" y="38855"/>
                  <a:pt x="74798" y="38855"/>
                  <a:pt x="74798" y="38830"/>
                </a:cubicBezTo>
                <a:cubicBezTo>
                  <a:pt x="76142" y="37312"/>
                  <a:pt x="78108" y="36167"/>
                  <a:pt x="80598" y="35445"/>
                </a:cubicBezTo>
                <a:close/>
                <a:moveTo>
                  <a:pt x="79403" y="38930"/>
                </a:moveTo>
                <a:cubicBezTo>
                  <a:pt x="79403" y="38955"/>
                  <a:pt x="79403" y="38955"/>
                  <a:pt x="79378" y="38955"/>
                </a:cubicBezTo>
                <a:cubicBezTo>
                  <a:pt x="79378" y="38955"/>
                  <a:pt x="79353" y="38955"/>
                  <a:pt x="79353" y="38980"/>
                </a:cubicBezTo>
                <a:lnTo>
                  <a:pt x="79353" y="38955"/>
                </a:lnTo>
                <a:lnTo>
                  <a:pt x="79353" y="38930"/>
                </a:lnTo>
                <a:close/>
                <a:moveTo>
                  <a:pt x="17847" y="36615"/>
                </a:moveTo>
                <a:lnTo>
                  <a:pt x="17847" y="36615"/>
                </a:lnTo>
                <a:cubicBezTo>
                  <a:pt x="17772" y="37212"/>
                  <a:pt x="18046" y="38034"/>
                  <a:pt x="18594" y="39054"/>
                </a:cubicBezTo>
                <a:lnTo>
                  <a:pt x="18519" y="39104"/>
                </a:lnTo>
                <a:cubicBezTo>
                  <a:pt x="17996" y="38158"/>
                  <a:pt x="17723" y="37337"/>
                  <a:pt x="17748" y="36714"/>
                </a:cubicBezTo>
                <a:lnTo>
                  <a:pt x="17847" y="36615"/>
                </a:lnTo>
                <a:close/>
                <a:moveTo>
                  <a:pt x="21232" y="36117"/>
                </a:moveTo>
                <a:cubicBezTo>
                  <a:pt x="21257" y="36117"/>
                  <a:pt x="21257" y="36117"/>
                  <a:pt x="21282" y="36167"/>
                </a:cubicBezTo>
                <a:cubicBezTo>
                  <a:pt x="20461" y="37138"/>
                  <a:pt x="19639" y="38108"/>
                  <a:pt x="18818" y="39104"/>
                </a:cubicBezTo>
                <a:cubicBezTo>
                  <a:pt x="18818" y="39079"/>
                  <a:pt x="18793" y="39079"/>
                  <a:pt x="18793" y="39054"/>
                </a:cubicBezTo>
                <a:cubicBezTo>
                  <a:pt x="19614" y="38059"/>
                  <a:pt x="20411" y="37088"/>
                  <a:pt x="21232" y="36117"/>
                </a:cubicBezTo>
                <a:close/>
                <a:moveTo>
                  <a:pt x="101904" y="37835"/>
                </a:moveTo>
                <a:cubicBezTo>
                  <a:pt x="102004" y="37859"/>
                  <a:pt x="102054" y="37934"/>
                  <a:pt x="102153" y="37959"/>
                </a:cubicBezTo>
                <a:lnTo>
                  <a:pt x="102800" y="38332"/>
                </a:lnTo>
                <a:lnTo>
                  <a:pt x="102850" y="38332"/>
                </a:lnTo>
                <a:cubicBezTo>
                  <a:pt x="103024" y="38457"/>
                  <a:pt x="103224" y="38581"/>
                  <a:pt x="103373" y="38706"/>
                </a:cubicBezTo>
                <a:cubicBezTo>
                  <a:pt x="103547" y="38830"/>
                  <a:pt x="103746" y="38955"/>
                  <a:pt x="103921" y="39104"/>
                </a:cubicBezTo>
                <a:cubicBezTo>
                  <a:pt x="103273" y="38731"/>
                  <a:pt x="102552" y="38357"/>
                  <a:pt x="101855" y="38034"/>
                </a:cubicBezTo>
                <a:cubicBezTo>
                  <a:pt x="101880" y="37959"/>
                  <a:pt x="101904" y="37909"/>
                  <a:pt x="101904" y="37835"/>
                </a:cubicBezTo>
                <a:close/>
                <a:moveTo>
                  <a:pt x="18693" y="39204"/>
                </a:moveTo>
                <a:cubicBezTo>
                  <a:pt x="18693" y="39228"/>
                  <a:pt x="18743" y="39228"/>
                  <a:pt x="18743" y="39278"/>
                </a:cubicBezTo>
                <a:lnTo>
                  <a:pt x="18668" y="39328"/>
                </a:lnTo>
                <a:cubicBezTo>
                  <a:pt x="18644" y="39303"/>
                  <a:pt x="18644" y="39303"/>
                  <a:pt x="18644" y="39278"/>
                </a:cubicBezTo>
                <a:lnTo>
                  <a:pt x="18693" y="39204"/>
                </a:lnTo>
                <a:close/>
                <a:moveTo>
                  <a:pt x="39428" y="20062"/>
                </a:moveTo>
                <a:cubicBezTo>
                  <a:pt x="39453" y="20237"/>
                  <a:pt x="39527" y="20411"/>
                  <a:pt x="39577" y="20560"/>
                </a:cubicBezTo>
                <a:cubicBezTo>
                  <a:pt x="39652" y="20734"/>
                  <a:pt x="39701" y="20934"/>
                  <a:pt x="39801" y="21183"/>
                </a:cubicBezTo>
                <a:cubicBezTo>
                  <a:pt x="39876" y="21382"/>
                  <a:pt x="39950" y="21606"/>
                  <a:pt x="40025" y="21780"/>
                </a:cubicBezTo>
                <a:cubicBezTo>
                  <a:pt x="40125" y="22054"/>
                  <a:pt x="40224" y="22352"/>
                  <a:pt x="40324" y="22626"/>
                </a:cubicBezTo>
                <a:cubicBezTo>
                  <a:pt x="40398" y="22751"/>
                  <a:pt x="40448" y="22875"/>
                  <a:pt x="40498" y="23024"/>
                </a:cubicBezTo>
                <a:cubicBezTo>
                  <a:pt x="40647" y="23398"/>
                  <a:pt x="40797" y="23771"/>
                  <a:pt x="40971" y="24169"/>
                </a:cubicBezTo>
                <a:cubicBezTo>
                  <a:pt x="40971" y="24169"/>
                  <a:pt x="40971" y="24219"/>
                  <a:pt x="41021" y="24219"/>
                </a:cubicBezTo>
                <a:cubicBezTo>
                  <a:pt x="41344" y="24916"/>
                  <a:pt x="41693" y="25713"/>
                  <a:pt x="42091" y="26484"/>
                </a:cubicBezTo>
                <a:cubicBezTo>
                  <a:pt x="41967" y="26584"/>
                  <a:pt x="41892" y="26659"/>
                  <a:pt x="41767" y="26758"/>
                </a:cubicBezTo>
                <a:cubicBezTo>
                  <a:pt x="41419" y="27032"/>
                  <a:pt x="41071" y="27331"/>
                  <a:pt x="40722" y="27629"/>
                </a:cubicBezTo>
                <a:cubicBezTo>
                  <a:pt x="40224" y="28028"/>
                  <a:pt x="39776" y="28476"/>
                  <a:pt x="39278" y="28874"/>
                </a:cubicBezTo>
                <a:cubicBezTo>
                  <a:pt x="38930" y="29197"/>
                  <a:pt x="38581" y="29471"/>
                  <a:pt x="38233" y="29770"/>
                </a:cubicBezTo>
                <a:cubicBezTo>
                  <a:pt x="37685" y="30268"/>
                  <a:pt x="37163" y="30766"/>
                  <a:pt x="36615" y="31263"/>
                </a:cubicBezTo>
                <a:cubicBezTo>
                  <a:pt x="36267" y="31612"/>
                  <a:pt x="35868" y="31960"/>
                  <a:pt x="35520" y="32334"/>
                </a:cubicBezTo>
                <a:cubicBezTo>
                  <a:pt x="35196" y="32607"/>
                  <a:pt x="34922" y="32881"/>
                  <a:pt x="34599" y="33205"/>
                </a:cubicBezTo>
                <a:cubicBezTo>
                  <a:pt x="34051" y="33728"/>
                  <a:pt x="33479" y="34300"/>
                  <a:pt x="32956" y="34848"/>
                </a:cubicBezTo>
                <a:lnTo>
                  <a:pt x="32010" y="35794"/>
                </a:lnTo>
                <a:cubicBezTo>
                  <a:pt x="31687" y="36117"/>
                  <a:pt x="31363" y="36466"/>
                  <a:pt x="31014" y="36814"/>
                </a:cubicBezTo>
                <a:lnTo>
                  <a:pt x="29446" y="38482"/>
                </a:lnTo>
                <a:cubicBezTo>
                  <a:pt x="29197" y="38780"/>
                  <a:pt x="28949" y="39029"/>
                  <a:pt x="28700" y="39303"/>
                </a:cubicBezTo>
                <a:lnTo>
                  <a:pt x="28650" y="39328"/>
                </a:lnTo>
                <a:cubicBezTo>
                  <a:pt x="26360" y="37934"/>
                  <a:pt x="24244" y="36839"/>
                  <a:pt x="22427" y="36117"/>
                </a:cubicBezTo>
                <a:cubicBezTo>
                  <a:pt x="22552" y="35993"/>
                  <a:pt x="22651" y="35843"/>
                  <a:pt x="22776" y="35719"/>
                </a:cubicBezTo>
                <a:cubicBezTo>
                  <a:pt x="22800" y="35669"/>
                  <a:pt x="22875" y="35594"/>
                  <a:pt x="22900" y="35569"/>
                </a:cubicBezTo>
                <a:cubicBezTo>
                  <a:pt x="23273" y="35097"/>
                  <a:pt x="23672" y="34624"/>
                  <a:pt x="24095" y="34176"/>
                </a:cubicBezTo>
                <a:cubicBezTo>
                  <a:pt x="24145" y="34101"/>
                  <a:pt x="24219" y="34001"/>
                  <a:pt x="24269" y="33952"/>
                </a:cubicBezTo>
                <a:cubicBezTo>
                  <a:pt x="24617" y="33578"/>
                  <a:pt x="24916" y="33205"/>
                  <a:pt x="25265" y="32831"/>
                </a:cubicBezTo>
                <a:cubicBezTo>
                  <a:pt x="25514" y="32558"/>
                  <a:pt x="25787" y="32259"/>
                  <a:pt x="26036" y="31960"/>
                </a:cubicBezTo>
                <a:cubicBezTo>
                  <a:pt x="26285" y="31687"/>
                  <a:pt x="26584" y="31363"/>
                  <a:pt x="26858" y="31089"/>
                </a:cubicBezTo>
                <a:cubicBezTo>
                  <a:pt x="26957" y="30990"/>
                  <a:pt x="27032" y="30890"/>
                  <a:pt x="27131" y="30766"/>
                </a:cubicBezTo>
                <a:cubicBezTo>
                  <a:pt x="27654" y="30218"/>
                  <a:pt x="28202" y="29645"/>
                  <a:pt x="28749" y="29123"/>
                </a:cubicBezTo>
                <a:lnTo>
                  <a:pt x="29496" y="28376"/>
                </a:lnTo>
                <a:cubicBezTo>
                  <a:pt x="30118" y="27779"/>
                  <a:pt x="30716" y="27206"/>
                  <a:pt x="31363" y="26609"/>
                </a:cubicBezTo>
                <a:cubicBezTo>
                  <a:pt x="31487" y="26484"/>
                  <a:pt x="31637" y="26360"/>
                  <a:pt x="31786" y="26235"/>
                </a:cubicBezTo>
                <a:cubicBezTo>
                  <a:pt x="32135" y="25887"/>
                  <a:pt x="32483" y="25588"/>
                  <a:pt x="32856" y="25265"/>
                </a:cubicBezTo>
                <a:cubicBezTo>
                  <a:pt x="33056" y="25115"/>
                  <a:pt x="33230" y="24916"/>
                  <a:pt x="33429" y="24767"/>
                </a:cubicBezTo>
                <a:cubicBezTo>
                  <a:pt x="33777" y="24468"/>
                  <a:pt x="34101" y="24169"/>
                  <a:pt x="34449" y="23896"/>
                </a:cubicBezTo>
                <a:cubicBezTo>
                  <a:pt x="34673" y="23721"/>
                  <a:pt x="34898" y="23522"/>
                  <a:pt x="35146" y="23348"/>
                </a:cubicBezTo>
                <a:cubicBezTo>
                  <a:pt x="35445" y="23099"/>
                  <a:pt x="35794" y="22800"/>
                  <a:pt x="36092" y="22552"/>
                </a:cubicBezTo>
                <a:cubicBezTo>
                  <a:pt x="36341" y="22377"/>
                  <a:pt x="36565" y="22178"/>
                  <a:pt x="36814" y="22004"/>
                </a:cubicBezTo>
                <a:cubicBezTo>
                  <a:pt x="36889" y="21929"/>
                  <a:pt x="36939" y="21904"/>
                  <a:pt x="37038" y="21855"/>
                </a:cubicBezTo>
                <a:cubicBezTo>
                  <a:pt x="37287" y="21655"/>
                  <a:pt x="37561" y="21431"/>
                  <a:pt x="37810" y="21257"/>
                </a:cubicBezTo>
                <a:cubicBezTo>
                  <a:pt x="38059" y="21058"/>
                  <a:pt x="38283" y="20909"/>
                  <a:pt x="38532" y="20734"/>
                </a:cubicBezTo>
                <a:cubicBezTo>
                  <a:pt x="38830" y="20510"/>
                  <a:pt x="39129" y="20286"/>
                  <a:pt x="39428" y="20062"/>
                </a:cubicBezTo>
                <a:close/>
                <a:moveTo>
                  <a:pt x="42215" y="26559"/>
                </a:moveTo>
                <a:cubicBezTo>
                  <a:pt x="42215" y="26609"/>
                  <a:pt x="42265" y="26609"/>
                  <a:pt x="42265" y="26634"/>
                </a:cubicBezTo>
                <a:cubicBezTo>
                  <a:pt x="42041" y="26858"/>
                  <a:pt x="41867" y="27007"/>
                  <a:pt x="41668" y="27131"/>
                </a:cubicBezTo>
                <a:cubicBezTo>
                  <a:pt x="41419" y="27355"/>
                  <a:pt x="41170" y="27530"/>
                  <a:pt x="40921" y="27754"/>
                </a:cubicBezTo>
                <a:cubicBezTo>
                  <a:pt x="40349" y="28227"/>
                  <a:pt x="39826" y="28700"/>
                  <a:pt x="39278" y="29197"/>
                </a:cubicBezTo>
                <a:cubicBezTo>
                  <a:pt x="38980" y="29446"/>
                  <a:pt x="38756" y="29645"/>
                  <a:pt x="38457" y="29894"/>
                </a:cubicBezTo>
                <a:cubicBezTo>
                  <a:pt x="37835" y="30467"/>
                  <a:pt x="37212" y="31014"/>
                  <a:pt x="36590" y="31612"/>
                </a:cubicBezTo>
                <a:cubicBezTo>
                  <a:pt x="36341" y="31861"/>
                  <a:pt x="36092" y="32085"/>
                  <a:pt x="35843" y="32334"/>
                </a:cubicBezTo>
                <a:cubicBezTo>
                  <a:pt x="35321" y="32831"/>
                  <a:pt x="34798" y="33329"/>
                  <a:pt x="34300" y="33827"/>
                </a:cubicBezTo>
                <a:lnTo>
                  <a:pt x="33728" y="34375"/>
                </a:lnTo>
                <a:cubicBezTo>
                  <a:pt x="33105" y="34997"/>
                  <a:pt x="32483" y="35619"/>
                  <a:pt x="31861" y="36266"/>
                </a:cubicBezTo>
                <a:lnTo>
                  <a:pt x="31363" y="36764"/>
                </a:lnTo>
                <a:cubicBezTo>
                  <a:pt x="30691" y="37486"/>
                  <a:pt x="29994" y="38208"/>
                  <a:pt x="29347" y="38930"/>
                </a:cubicBezTo>
                <a:lnTo>
                  <a:pt x="29247" y="39004"/>
                </a:lnTo>
                <a:cubicBezTo>
                  <a:pt x="29123" y="39154"/>
                  <a:pt x="28998" y="39278"/>
                  <a:pt x="28899" y="39378"/>
                </a:cubicBezTo>
                <a:cubicBezTo>
                  <a:pt x="28874" y="39378"/>
                  <a:pt x="28874" y="39353"/>
                  <a:pt x="28849" y="39353"/>
                </a:cubicBezTo>
                <a:lnTo>
                  <a:pt x="29969" y="38133"/>
                </a:lnTo>
                <a:cubicBezTo>
                  <a:pt x="30342" y="37735"/>
                  <a:pt x="30716" y="37362"/>
                  <a:pt x="31089" y="36963"/>
                </a:cubicBezTo>
                <a:cubicBezTo>
                  <a:pt x="31463" y="36565"/>
                  <a:pt x="31861" y="36142"/>
                  <a:pt x="32234" y="35769"/>
                </a:cubicBezTo>
                <a:lnTo>
                  <a:pt x="32881" y="35121"/>
                </a:lnTo>
                <a:cubicBezTo>
                  <a:pt x="33553" y="34474"/>
                  <a:pt x="34201" y="33827"/>
                  <a:pt x="34873" y="33155"/>
                </a:cubicBezTo>
                <a:cubicBezTo>
                  <a:pt x="35097" y="32956"/>
                  <a:pt x="35346" y="32732"/>
                  <a:pt x="35594" y="32483"/>
                </a:cubicBezTo>
                <a:lnTo>
                  <a:pt x="36988" y="31164"/>
                </a:lnTo>
                <a:cubicBezTo>
                  <a:pt x="37461" y="30741"/>
                  <a:pt x="37934" y="30342"/>
                  <a:pt x="38407" y="29894"/>
                </a:cubicBezTo>
                <a:cubicBezTo>
                  <a:pt x="38731" y="29596"/>
                  <a:pt x="39104" y="29272"/>
                  <a:pt x="39453" y="28924"/>
                </a:cubicBezTo>
                <a:cubicBezTo>
                  <a:pt x="39926" y="28525"/>
                  <a:pt x="40349" y="28152"/>
                  <a:pt x="40822" y="27754"/>
                </a:cubicBezTo>
                <a:cubicBezTo>
                  <a:pt x="41195" y="27430"/>
                  <a:pt x="41543" y="27131"/>
                  <a:pt x="41917" y="26808"/>
                </a:cubicBezTo>
                <a:cubicBezTo>
                  <a:pt x="42016" y="26733"/>
                  <a:pt x="42091" y="26659"/>
                  <a:pt x="42215" y="26559"/>
                </a:cubicBezTo>
                <a:close/>
                <a:moveTo>
                  <a:pt x="22377" y="36242"/>
                </a:moveTo>
                <a:cubicBezTo>
                  <a:pt x="24145" y="36938"/>
                  <a:pt x="26260" y="38034"/>
                  <a:pt x="28575" y="39428"/>
                </a:cubicBezTo>
                <a:cubicBezTo>
                  <a:pt x="28575" y="39452"/>
                  <a:pt x="28550" y="39452"/>
                  <a:pt x="28550" y="39477"/>
                </a:cubicBezTo>
                <a:cubicBezTo>
                  <a:pt x="26235" y="38083"/>
                  <a:pt x="24120" y="36988"/>
                  <a:pt x="22352" y="36316"/>
                </a:cubicBezTo>
                <a:cubicBezTo>
                  <a:pt x="22352" y="36291"/>
                  <a:pt x="22377" y="36291"/>
                  <a:pt x="22377" y="36242"/>
                </a:cubicBezTo>
                <a:close/>
                <a:moveTo>
                  <a:pt x="74350" y="39428"/>
                </a:moveTo>
                <a:cubicBezTo>
                  <a:pt x="74350" y="39453"/>
                  <a:pt x="74300" y="39527"/>
                  <a:pt x="74300" y="39552"/>
                </a:cubicBezTo>
                <a:lnTo>
                  <a:pt x="74300" y="39477"/>
                </a:lnTo>
                <a:cubicBezTo>
                  <a:pt x="74300" y="39453"/>
                  <a:pt x="74350" y="39452"/>
                  <a:pt x="74350" y="39428"/>
                </a:cubicBezTo>
                <a:close/>
                <a:moveTo>
                  <a:pt x="71886" y="33006"/>
                </a:moveTo>
                <a:lnTo>
                  <a:pt x="71911" y="33031"/>
                </a:lnTo>
                <a:cubicBezTo>
                  <a:pt x="71935" y="33354"/>
                  <a:pt x="72010" y="33703"/>
                  <a:pt x="72060" y="34051"/>
                </a:cubicBezTo>
                <a:cubicBezTo>
                  <a:pt x="72110" y="34126"/>
                  <a:pt x="72110" y="34225"/>
                  <a:pt x="72135" y="34325"/>
                </a:cubicBezTo>
                <a:cubicBezTo>
                  <a:pt x="72259" y="34823"/>
                  <a:pt x="72384" y="35296"/>
                  <a:pt x="72558" y="35744"/>
                </a:cubicBezTo>
                <a:cubicBezTo>
                  <a:pt x="72608" y="35843"/>
                  <a:pt x="72632" y="35943"/>
                  <a:pt x="72657" y="35993"/>
                </a:cubicBezTo>
                <a:cubicBezTo>
                  <a:pt x="72807" y="36466"/>
                  <a:pt x="73006" y="36938"/>
                  <a:pt x="73230" y="37362"/>
                </a:cubicBezTo>
                <a:cubicBezTo>
                  <a:pt x="73255" y="37436"/>
                  <a:pt x="73280" y="37486"/>
                  <a:pt x="73304" y="37586"/>
                </a:cubicBezTo>
                <a:cubicBezTo>
                  <a:pt x="73479" y="37934"/>
                  <a:pt x="73653" y="38308"/>
                  <a:pt x="73877" y="38656"/>
                </a:cubicBezTo>
                <a:lnTo>
                  <a:pt x="73877" y="38706"/>
                </a:lnTo>
                <a:cubicBezTo>
                  <a:pt x="73852" y="38805"/>
                  <a:pt x="73852" y="38855"/>
                  <a:pt x="73852" y="38955"/>
                </a:cubicBezTo>
                <a:cubicBezTo>
                  <a:pt x="73802" y="39179"/>
                  <a:pt x="73753" y="39353"/>
                  <a:pt x="73678" y="39577"/>
                </a:cubicBezTo>
                <a:cubicBezTo>
                  <a:pt x="72184" y="37934"/>
                  <a:pt x="71039" y="36042"/>
                  <a:pt x="70268" y="33927"/>
                </a:cubicBezTo>
                <a:cubicBezTo>
                  <a:pt x="70790" y="33603"/>
                  <a:pt x="71363" y="33304"/>
                  <a:pt x="71886" y="33006"/>
                </a:cubicBezTo>
                <a:close/>
                <a:moveTo>
                  <a:pt x="28725" y="39552"/>
                </a:moveTo>
                <a:cubicBezTo>
                  <a:pt x="28749" y="39552"/>
                  <a:pt x="28749" y="39577"/>
                  <a:pt x="28774" y="39577"/>
                </a:cubicBezTo>
                <a:cubicBezTo>
                  <a:pt x="28774" y="39602"/>
                  <a:pt x="28749" y="39602"/>
                  <a:pt x="28749" y="39627"/>
                </a:cubicBezTo>
                <a:cubicBezTo>
                  <a:pt x="28725" y="39577"/>
                  <a:pt x="28725" y="39577"/>
                  <a:pt x="28700" y="39577"/>
                </a:cubicBezTo>
                <a:lnTo>
                  <a:pt x="28725" y="39552"/>
                </a:lnTo>
                <a:close/>
                <a:moveTo>
                  <a:pt x="21481" y="36192"/>
                </a:moveTo>
                <a:cubicBezTo>
                  <a:pt x="21581" y="36217"/>
                  <a:pt x="21631" y="36242"/>
                  <a:pt x="21730" y="36291"/>
                </a:cubicBezTo>
                <a:cubicBezTo>
                  <a:pt x="20859" y="37411"/>
                  <a:pt x="19988" y="38532"/>
                  <a:pt x="19166" y="39677"/>
                </a:cubicBezTo>
                <a:cubicBezTo>
                  <a:pt x="19092" y="39502"/>
                  <a:pt x="19017" y="39378"/>
                  <a:pt x="18917" y="39253"/>
                </a:cubicBezTo>
                <a:cubicBezTo>
                  <a:pt x="19764" y="38233"/>
                  <a:pt x="20610" y="37212"/>
                  <a:pt x="21481" y="36192"/>
                </a:cubicBezTo>
                <a:close/>
                <a:moveTo>
                  <a:pt x="74026" y="38855"/>
                </a:moveTo>
                <a:lnTo>
                  <a:pt x="74051" y="38880"/>
                </a:lnTo>
                <a:lnTo>
                  <a:pt x="74051" y="38930"/>
                </a:lnTo>
                <a:lnTo>
                  <a:pt x="74051" y="38980"/>
                </a:lnTo>
                <a:lnTo>
                  <a:pt x="73877" y="39726"/>
                </a:lnTo>
                <a:lnTo>
                  <a:pt x="73852" y="39701"/>
                </a:lnTo>
                <a:lnTo>
                  <a:pt x="73802" y="39677"/>
                </a:lnTo>
                <a:cubicBezTo>
                  <a:pt x="73877" y="39477"/>
                  <a:pt x="73927" y="39228"/>
                  <a:pt x="74001" y="38955"/>
                </a:cubicBezTo>
                <a:cubicBezTo>
                  <a:pt x="74001" y="38930"/>
                  <a:pt x="74001" y="38905"/>
                  <a:pt x="74026" y="38855"/>
                </a:cubicBezTo>
                <a:close/>
                <a:moveTo>
                  <a:pt x="102004" y="37561"/>
                </a:moveTo>
                <a:cubicBezTo>
                  <a:pt x="102352" y="37735"/>
                  <a:pt x="102676" y="37909"/>
                  <a:pt x="103000" y="38108"/>
                </a:cubicBezTo>
                <a:cubicBezTo>
                  <a:pt x="103024" y="38108"/>
                  <a:pt x="103024" y="38158"/>
                  <a:pt x="103049" y="38158"/>
                </a:cubicBezTo>
                <a:cubicBezTo>
                  <a:pt x="103796" y="38606"/>
                  <a:pt x="104493" y="39179"/>
                  <a:pt x="105066" y="39776"/>
                </a:cubicBezTo>
                <a:cubicBezTo>
                  <a:pt x="105072" y="39783"/>
                  <a:pt x="105074" y="39786"/>
                  <a:pt x="105071" y="39786"/>
                </a:cubicBezTo>
                <a:cubicBezTo>
                  <a:pt x="105064" y="39786"/>
                  <a:pt x="105027" y="39763"/>
                  <a:pt x="104991" y="39726"/>
                </a:cubicBezTo>
                <a:lnTo>
                  <a:pt x="104966" y="39701"/>
                </a:lnTo>
                <a:cubicBezTo>
                  <a:pt x="104916" y="39677"/>
                  <a:pt x="104891" y="39677"/>
                  <a:pt x="104866" y="39652"/>
                </a:cubicBezTo>
                <a:cubicBezTo>
                  <a:pt x="104667" y="39452"/>
                  <a:pt x="104493" y="39278"/>
                  <a:pt x="104269" y="39104"/>
                </a:cubicBezTo>
                <a:cubicBezTo>
                  <a:pt x="104219" y="39079"/>
                  <a:pt x="104145" y="39029"/>
                  <a:pt x="104120" y="38980"/>
                </a:cubicBezTo>
                <a:cubicBezTo>
                  <a:pt x="103871" y="38805"/>
                  <a:pt x="103647" y="38606"/>
                  <a:pt x="103373" y="38432"/>
                </a:cubicBezTo>
                <a:cubicBezTo>
                  <a:pt x="103348" y="38407"/>
                  <a:pt x="103273" y="38357"/>
                  <a:pt x="103224" y="38332"/>
                </a:cubicBezTo>
                <a:cubicBezTo>
                  <a:pt x="103149" y="38308"/>
                  <a:pt x="103099" y="38233"/>
                  <a:pt x="103024" y="38208"/>
                </a:cubicBezTo>
                <a:lnTo>
                  <a:pt x="103000" y="38183"/>
                </a:lnTo>
                <a:lnTo>
                  <a:pt x="102975" y="38158"/>
                </a:lnTo>
                <a:lnTo>
                  <a:pt x="102925" y="38108"/>
                </a:lnTo>
                <a:cubicBezTo>
                  <a:pt x="102751" y="38034"/>
                  <a:pt x="102576" y="37909"/>
                  <a:pt x="102402" y="37810"/>
                </a:cubicBezTo>
                <a:cubicBezTo>
                  <a:pt x="102377" y="37785"/>
                  <a:pt x="102303" y="37785"/>
                  <a:pt x="102253" y="37735"/>
                </a:cubicBezTo>
                <a:cubicBezTo>
                  <a:pt x="102153" y="37710"/>
                  <a:pt x="102079" y="37660"/>
                  <a:pt x="102004" y="37611"/>
                </a:cubicBezTo>
                <a:lnTo>
                  <a:pt x="102004" y="37586"/>
                </a:lnTo>
                <a:lnTo>
                  <a:pt x="102004" y="37561"/>
                </a:lnTo>
                <a:close/>
                <a:moveTo>
                  <a:pt x="70069" y="34001"/>
                </a:moveTo>
                <a:cubicBezTo>
                  <a:pt x="70890" y="36117"/>
                  <a:pt x="72060" y="38083"/>
                  <a:pt x="73603" y="39801"/>
                </a:cubicBezTo>
                <a:lnTo>
                  <a:pt x="73529" y="39801"/>
                </a:lnTo>
                <a:cubicBezTo>
                  <a:pt x="72010" y="38108"/>
                  <a:pt x="70815" y="36192"/>
                  <a:pt x="70019" y="34026"/>
                </a:cubicBezTo>
                <a:cubicBezTo>
                  <a:pt x="70044" y="34026"/>
                  <a:pt x="70044" y="34001"/>
                  <a:pt x="70069" y="34001"/>
                </a:cubicBezTo>
                <a:close/>
                <a:moveTo>
                  <a:pt x="42265" y="26907"/>
                </a:moveTo>
                <a:cubicBezTo>
                  <a:pt x="42415" y="27107"/>
                  <a:pt x="42539" y="27281"/>
                  <a:pt x="42639" y="27505"/>
                </a:cubicBezTo>
                <a:cubicBezTo>
                  <a:pt x="37660" y="31089"/>
                  <a:pt x="33230" y="35345"/>
                  <a:pt x="29621" y="39851"/>
                </a:cubicBezTo>
                <a:cubicBezTo>
                  <a:pt x="29446" y="39726"/>
                  <a:pt x="29247" y="39602"/>
                  <a:pt x="29073" y="39527"/>
                </a:cubicBezTo>
                <a:cubicBezTo>
                  <a:pt x="29098" y="39477"/>
                  <a:pt x="29123" y="39428"/>
                  <a:pt x="29148" y="39403"/>
                </a:cubicBezTo>
                <a:cubicBezTo>
                  <a:pt x="29272" y="39228"/>
                  <a:pt x="29421" y="39104"/>
                  <a:pt x="29571" y="38955"/>
                </a:cubicBezTo>
                <a:cubicBezTo>
                  <a:pt x="30168" y="38308"/>
                  <a:pt x="30790" y="37660"/>
                  <a:pt x="31363" y="37038"/>
                </a:cubicBezTo>
                <a:cubicBezTo>
                  <a:pt x="31612" y="36789"/>
                  <a:pt x="31836" y="36540"/>
                  <a:pt x="32085" y="36316"/>
                </a:cubicBezTo>
                <a:cubicBezTo>
                  <a:pt x="32558" y="35818"/>
                  <a:pt x="33056" y="35345"/>
                  <a:pt x="33528" y="34848"/>
                </a:cubicBezTo>
                <a:lnTo>
                  <a:pt x="34549" y="33827"/>
                </a:lnTo>
                <a:cubicBezTo>
                  <a:pt x="34972" y="33429"/>
                  <a:pt x="35420" y="32981"/>
                  <a:pt x="35843" y="32583"/>
                </a:cubicBezTo>
                <a:cubicBezTo>
                  <a:pt x="36167" y="32309"/>
                  <a:pt x="36441" y="32010"/>
                  <a:pt x="36764" y="31736"/>
                </a:cubicBezTo>
                <a:cubicBezTo>
                  <a:pt x="37337" y="31214"/>
                  <a:pt x="37934" y="30641"/>
                  <a:pt x="38532" y="30118"/>
                </a:cubicBezTo>
                <a:cubicBezTo>
                  <a:pt x="38805" y="29869"/>
                  <a:pt x="39129" y="29596"/>
                  <a:pt x="39403" y="29347"/>
                </a:cubicBezTo>
                <a:cubicBezTo>
                  <a:pt x="39901" y="28899"/>
                  <a:pt x="40374" y="28500"/>
                  <a:pt x="40871" y="28077"/>
                </a:cubicBezTo>
                <a:cubicBezTo>
                  <a:pt x="41145" y="27828"/>
                  <a:pt x="41419" y="27579"/>
                  <a:pt x="41693" y="27355"/>
                </a:cubicBezTo>
                <a:cubicBezTo>
                  <a:pt x="41892" y="27206"/>
                  <a:pt x="42066" y="27032"/>
                  <a:pt x="42265" y="26907"/>
                </a:cubicBezTo>
                <a:close/>
                <a:moveTo>
                  <a:pt x="22004" y="36316"/>
                </a:moveTo>
                <a:cubicBezTo>
                  <a:pt x="21083" y="37536"/>
                  <a:pt x="20212" y="38706"/>
                  <a:pt x="19341" y="39901"/>
                </a:cubicBezTo>
                <a:cubicBezTo>
                  <a:pt x="19291" y="39851"/>
                  <a:pt x="19291" y="39851"/>
                  <a:pt x="19291" y="39826"/>
                </a:cubicBezTo>
                <a:cubicBezTo>
                  <a:pt x="20137" y="38656"/>
                  <a:pt x="21008" y="37486"/>
                  <a:pt x="21954" y="36316"/>
                </a:cubicBezTo>
                <a:close/>
                <a:moveTo>
                  <a:pt x="18818" y="39428"/>
                </a:moveTo>
                <a:cubicBezTo>
                  <a:pt x="18893" y="39577"/>
                  <a:pt x="18992" y="39701"/>
                  <a:pt x="19092" y="39851"/>
                </a:cubicBezTo>
                <a:cubicBezTo>
                  <a:pt x="19092" y="39901"/>
                  <a:pt x="19042" y="39901"/>
                  <a:pt x="19042" y="39925"/>
                </a:cubicBezTo>
                <a:cubicBezTo>
                  <a:pt x="18967" y="39776"/>
                  <a:pt x="18868" y="39627"/>
                  <a:pt x="18768" y="39477"/>
                </a:cubicBezTo>
                <a:lnTo>
                  <a:pt x="18818" y="39428"/>
                </a:lnTo>
                <a:close/>
                <a:moveTo>
                  <a:pt x="69870" y="34151"/>
                </a:moveTo>
                <a:cubicBezTo>
                  <a:pt x="70641" y="36167"/>
                  <a:pt x="71736" y="38034"/>
                  <a:pt x="73155" y="39677"/>
                </a:cubicBezTo>
                <a:lnTo>
                  <a:pt x="73130" y="39677"/>
                </a:lnTo>
                <a:cubicBezTo>
                  <a:pt x="73056" y="39677"/>
                  <a:pt x="73031" y="39652"/>
                  <a:pt x="72981" y="39652"/>
                </a:cubicBezTo>
                <a:cubicBezTo>
                  <a:pt x="72906" y="39652"/>
                  <a:pt x="72881" y="39602"/>
                  <a:pt x="72807" y="39602"/>
                </a:cubicBezTo>
                <a:cubicBezTo>
                  <a:pt x="72707" y="39577"/>
                  <a:pt x="72608" y="39577"/>
                  <a:pt x="72508" y="39552"/>
                </a:cubicBezTo>
                <a:lnTo>
                  <a:pt x="71935" y="39452"/>
                </a:lnTo>
                <a:cubicBezTo>
                  <a:pt x="71836" y="39452"/>
                  <a:pt x="71786" y="39428"/>
                  <a:pt x="71687" y="39428"/>
                </a:cubicBezTo>
                <a:lnTo>
                  <a:pt x="71438" y="39428"/>
                </a:lnTo>
                <a:cubicBezTo>
                  <a:pt x="71089" y="39403"/>
                  <a:pt x="70716" y="39353"/>
                  <a:pt x="70392" y="39353"/>
                </a:cubicBezTo>
                <a:lnTo>
                  <a:pt x="70342" y="39353"/>
                </a:lnTo>
                <a:cubicBezTo>
                  <a:pt x="70069" y="39353"/>
                  <a:pt x="69820" y="39353"/>
                  <a:pt x="69546" y="39403"/>
                </a:cubicBezTo>
                <a:cubicBezTo>
                  <a:pt x="69421" y="39403"/>
                  <a:pt x="69297" y="39428"/>
                  <a:pt x="69173" y="39428"/>
                </a:cubicBezTo>
                <a:cubicBezTo>
                  <a:pt x="69023" y="39428"/>
                  <a:pt x="68849" y="39452"/>
                  <a:pt x="68700" y="39452"/>
                </a:cubicBezTo>
                <a:cubicBezTo>
                  <a:pt x="68650" y="39452"/>
                  <a:pt x="68600" y="39452"/>
                  <a:pt x="68550" y="39477"/>
                </a:cubicBezTo>
                <a:cubicBezTo>
                  <a:pt x="68451" y="39477"/>
                  <a:pt x="68351" y="39527"/>
                  <a:pt x="68276" y="39527"/>
                </a:cubicBezTo>
                <a:cubicBezTo>
                  <a:pt x="68152" y="39552"/>
                  <a:pt x="68003" y="39552"/>
                  <a:pt x="67853" y="39577"/>
                </a:cubicBezTo>
                <a:cubicBezTo>
                  <a:pt x="67779" y="39577"/>
                  <a:pt x="67679" y="39602"/>
                  <a:pt x="67580" y="39627"/>
                </a:cubicBezTo>
                <a:lnTo>
                  <a:pt x="67530" y="39627"/>
                </a:lnTo>
                <a:cubicBezTo>
                  <a:pt x="67455" y="39627"/>
                  <a:pt x="67430" y="39677"/>
                  <a:pt x="67380" y="39677"/>
                </a:cubicBezTo>
                <a:cubicBezTo>
                  <a:pt x="67256" y="39701"/>
                  <a:pt x="67107" y="39701"/>
                  <a:pt x="67007" y="39726"/>
                </a:cubicBezTo>
                <a:lnTo>
                  <a:pt x="66957" y="39726"/>
                </a:lnTo>
                <a:cubicBezTo>
                  <a:pt x="66808" y="39751"/>
                  <a:pt x="66609" y="39826"/>
                  <a:pt x="66459" y="39851"/>
                </a:cubicBezTo>
                <a:cubicBezTo>
                  <a:pt x="66335" y="39876"/>
                  <a:pt x="66211" y="39925"/>
                  <a:pt x="66111" y="39950"/>
                </a:cubicBezTo>
                <a:cubicBezTo>
                  <a:pt x="66061" y="39975"/>
                  <a:pt x="65962" y="39975"/>
                  <a:pt x="65912" y="40000"/>
                </a:cubicBezTo>
                <a:cubicBezTo>
                  <a:pt x="65240" y="39328"/>
                  <a:pt x="64667" y="38581"/>
                  <a:pt x="64070" y="37810"/>
                </a:cubicBezTo>
                <a:cubicBezTo>
                  <a:pt x="65987" y="36490"/>
                  <a:pt x="67928" y="35246"/>
                  <a:pt x="69870" y="34151"/>
                </a:cubicBezTo>
                <a:close/>
                <a:moveTo>
                  <a:pt x="42754" y="27719"/>
                </a:moveTo>
                <a:cubicBezTo>
                  <a:pt x="42763" y="27719"/>
                  <a:pt x="42763" y="27736"/>
                  <a:pt x="42763" y="27754"/>
                </a:cubicBezTo>
                <a:cubicBezTo>
                  <a:pt x="37810" y="31313"/>
                  <a:pt x="33429" y="35545"/>
                  <a:pt x="29845" y="40025"/>
                </a:cubicBezTo>
                <a:cubicBezTo>
                  <a:pt x="29820" y="40025"/>
                  <a:pt x="29820" y="39975"/>
                  <a:pt x="29795" y="39975"/>
                </a:cubicBezTo>
                <a:cubicBezTo>
                  <a:pt x="33404" y="35495"/>
                  <a:pt x="37785" y="31263"/>
                  <a:pt x="42738" y="27729"/>
                </a:cubicBezTo>
                <a:cubicBezTo>
                  <a:pt x="42745" y="27722"/>
                  <a:pt x="42751" y="27719"/>
                  <a:pt x="42754" y="27719"/>
                </a:cubicBezTo>
                <a:close/>
                <a:moveTo>
                  <a:pt x="101805" y="38208"/>
                </a:moveTo>
                <a:cubicBezTo>
                  <a:pt x="102800" y="38681"/>
                  <a:pt x="103771" y="39204"/>
                  <a:pt x="104717" y="39801"/>
                </a:cubicBezTo>
                <a:cubicBezTo>
                  <a:pt x="104767" y="39851"/>
                  <a:pt x="104866" y="39925"/>
                  <a:pt x="104916" y="40025"/>
                </a:cubicBezTo>
                <a:cubicBezTo>
                  <a:pt x="103896" y="39353"/>
                  <a:pt x="102875" y="38780"/>
                  <a:pt x="101780" y="38283"/>
                </a:cubicBezTo>
                <a:cubicBezTo>
                  <a:pt x="101780" y="38233"/>
                  <a:pt x="101780" y="38233"/>
                  <a:pt x="101805" y="38208"/>
                </a:cubicBezTo>
                <a:close/>
                <a:moveTo>
                  <a:pt x="28949" y="39652"/>
                </a:moveTo>
                <a:cubicBezTo>
                  <a:pt x="29123" y="39776"/>
                  <a:pt x="29322" y="39851"/>
                  <a:pt x="29496" y="39975"/>
                </a:cubicBezTo>
                <a:cubicBezTo>
                  <a:pt x="29496" y="40025"/>
                  <a:pt x="29496" y="40050"/>
                  <a:pt x="29471" y="40050"/>
                </a:cubicBezTo>
                <a:cubicBezTo>
                  <a:pt x="29297" y="39925"/>
                  <a:pt x="29098" y="39801"/>
                  <a:pt x="28924" y="39701"/>
                </a:cubicBezTo>
                <a:cubicBezTo>
                  <a:pt x="28924" y="39677"/>
                  <a:pt x="28949" y="39677"/>
                  <a:pt x="28949" y="39652"/>
                </a:cubicBezTo>
                <a:close/>
                <a:moveTo>
                  <a:pt x="63896" y="37859"/>
                </a:moveTo>
                <a:cubicBezTo>
                  <a:pt x="64443" y="38606"/>
                  <a:pt x="65041" y="39353"/>
                  <a:pt x="65688" y="40025"/>
                </a:cubicBezTo>
                <a:cubicBezTo>
                  <a:pt x="65663" y="40025"/>
                  <a:pt x="65638" y="40025"/>
                  <a:pt x="65588" y="40050"/>
                </a:cubicBezTo>
                <a:cubicBezTo>
                  <a:pt x="64966" y="39403"/>
                  <a:pt x="64393" y="38681"/>
                  <a:pt x="63821" y="37909"/>
                </a:cubicBezTo>
                <a:cubicBezTo>
                  <a:pt x="63846" y="37909"/>
                  <a:pt x="63846" y="37859"/>
                  <a:pt x="63896" y="37859"/>
                </a:cubicBezTo>
                <a:close/>
                <a:moveTo>
                  <a:pt x="74350" y="39925"/>
                </a:moveTo>
                <a:lnTo>
                  <a:pt x="74350" y="40050"/>
                </a:lnTo>
                <a:cubicBezTo>
                  <a:pt x="74350" y="40050"/>
                  <a:pt x="74300" y="40050"/>
                  <a:pt x="74300" y="40025"/>
                </a:cubicBezTo>
                <a:cubicBezTo>
                  <a:pt x="74300" y="39975"/>
                  <a:pt x="74350" y="39950"/>
                  <a:pt x="74350" y="39925"/>
                </a:cubicBezTo>
                <a:close/>
                <a:moveTo>
                  <a:pt x="19166" y="40050"/>
                </a:moveTo>
                <a:cubicBezTo>
                  <a:pt x="19216" y="40075"/>
                  <a:pt x="19216" y="40075"/>
                  <a:pt x="19216" y="40100"/>
                </a:cubicBezTo>
                <a:cubicBezTo>
                  <a:pt x="19216" y="40125"/>
                  <a:pt x="19166" y="40125"/>
                  <a:pt x="19166" y="40174"/>
                </a:cubicBezTo>
                <a:cubicBezTo>
                  <a:pt x="19166" y="40174"/>
                  <a:pt x="19166" y="40125"/>
                  <a:pt x="19141" y="40125"/>
                </a:cubicBezTo>
                <a:lnTo>
                  <a:pt x="19141" y="40100"/>
                </a:lnTo>
                <a:cubicBezTo>
                  <a:pt x="19141" y="40075"/>
                  <a:pt x="19166" y="40050"/>
                  <a:pt x="19166" y="40050"/>
                </a:cubicBezTo>
                <a:close/>
                <a:moveTo>
                  <a:pt x="29670" y="40075"/>
                </a:moveTo>
                <a:cubicBezTo>
                  <a:pt x="29695" y="40075"/>
                  <a:pt x="29695" y="40100"/>
                  <a:pt x="29720" y="40100"/>
                </a:cubicBezTo>
                <a:cubicBezTo>
                  <a:pt x="29720" y="40149"/>
                  <a:pt x="29695" y="40149"/>
                  <a:pt x="29695" y="40174"/>
                </a:cubicBezTo>
                <a:cubicBezTo>
                  <a:pt x="29670" y="40174"/>
                  <a:pt x="29670" y="40174"/>
                  <a:pt x="29621" y="40149"/>
                </a:cubicBezTo>
                <a:cubicBezTo>
                  <a:pt x="29621" y="40100"/>
                  <a:pt x="29670" y="40100"/>
                  <a:pt x="29670" y="40075"/>
                </a:cubicBezTo>
                <a:close/>
                <a:moveTo>
                  <a:pt x="70392" y="39577"/>
                </a:moveTo>
                <a:cubicBezTo>
                  <a:pt x="70815" y="39577"/>
                  <a:pt x="71189" y="39602"/>
                  <a:pt x="71587" y="39627"/>
                </a:cubicBezTo>
                <a:cubicBezTo>
                  <a:pt x="71687" y="39627"/>
                  <a:pt x="71786" y="39677"/>
                  <a:pt x="71886" y="39677"/>
                </a:cubicBezTo>
                <a:cubicBezTo>
                  <a:pt x="71960" y="39677"/>
                  <a:pt x="72035" y="39701"/>
                  <a:pt x="72135" y="39701"/>
                </a:cubicBezTo>
                <a:cubicBezTo>
                  <a:pt x="72408" y="39726"/>
                  <a:pt x="72707" y="39801"/>
                  <a:pt x="73006" y="39851"/>
                </a:cubicBezTo>
                <a:cubicBezTo>
                  <a:pt x="73155" y="39876"/>
                  <a:pt x="73280" y="39950"/>
                  <a:pt x="73429" y="39975"/>
                </a:cubicBezTo>
                <a:lnTo>
                  <a:pt x="73454" y="40000"/>
                </a:lnTo>
                <a:lnTo>
                  <a:pt x="73504" y="40050"/>
                </a:lnTo>
                <a:cubicBezTo>
                  <a:pt x="73479" y="40025"/>
                  <a:pt x="73404" y="39975"/>
                  <a:pt x="73379" y="39975"/>
                </a:cubicBezTo>
                <a:cubicBezTo>
                  <a:pt x="73304" y="39950"/>
                  <a:pt x="73255" y="39950"/>
                  <a:pt x="73180" y="39925"/>
                </a:cubicBezTo>
                <a:cubicBezTo>
                  <a:pt x="73155" y="39925"/>
                  <a:pt x="73080" y="39901"/>
                  <a:pt x="73056" y="39901"/>
                </a:cubicBezTo>
                <a:lnTo>
                  <a:pt x="73006" y="39901"/>
                </a:lnTo>
                <a:cubicBezTo>
                  <a:pt x="72906" y="39851"/>
                  <a:pt x="72807" y="39851"/>
                  <a:pt x="72707" y="39826"/>
                </a:cubicBezTo>
                <a:cubicBezTo>
                  <a:pt x="72657" y="39826"/>
                  <a:pt x="72608" y="39801"/>
                  <a:pt x="72533" y="39801"/>
                </a:cubicBezTo>
                <a:cubicBezTo>
                  <a:pt x="72408" y="39776"/>
                  <a:pt x="72309" y="39726"/>
                  <a:pt x="72184" y="39726"/>
                </a:cubicBezTo>
                <a:cubicBezTo>
                  <a:pt x="72085" y="39726"/>
                  <a:pt x="72010" y="39701"/>
                  <a:pt x="71911" y="39701"/>
                </a:cubicBezTo>
                <a:cubicBezTo>
                  <a:pt x="71836" y="39701"/>
                  <a:pt x="71786" y="39677"/>
                  <a:pt x="71711" y="39677"/>
                </a:cubicBezTo>
                <a:lnTo>
                  <a:pt x="71537" y="39677"/>
                </a:lnTo>
                <a:cubicBezTo>
                  <a:pt x="71438" y="39677"/>
                  <a:pt x="71388" y="39652"/>
                  <a:pt x="71288" y="39652"/>
                </a:cubicBezTo>
                <a:lnTo>
                  <a:pt x="71064" y="39652"/>
                </a:lnTo>
                <a:cubicBezTo>
                  <a:pt x="70840" y="39652"/>
                  <a:pt x="70641" y="39602"/>
                  <a:pt x="70417" y="39602"/>
                </a:cubicBezTo>
                <a:lnTo>
                  <a:pt x="70318" y="39602"/>
                </a:lnTo>
                <a:cubicBezTo>
                  <a:pt x="70069" y="39602"/>
                  <a:pt x="69795" y="39602"/>
                  <a:pt x="69546" y="39652"/>
                </a:cubicBezTo>
                <a:cubicBezTo>
                  <a:pt x="69446" y="39652"/>
                  <a:pt x="69347" y="39652"/>
                  <a:pt x="69272" y="39677"/>
                </a:cubicBezTo>
                <a:lnTo>
                  <a:pt x="68973" y="39677"/>
                </a:lnTo>
                <a:cubicBezTo>
                  <a:pt x="68899" y="39677"/>
                  <a:pt x="68799" y="39677"/>
                  <a:pt x="68700" y="39701"/>
                </a:cubicBezTo>
                <a:cubicBezTo>
                  <a:pt x="68550" y="39726"/>
                  <a:pt x="68401" y="39726"/>
                  <a:pt x="68202" y="39776"/>
                </a:cubicBezTo>
                <a:cubicBezTo>
                  <a:pt x="68077" y="39801"/>
                  <a:pt x="67978" y="39801"/>
                  <a:pt x="67853" y="39801"/>
                </a:cubicBezTo>
                <a:cubicBezTo>
                  <a:pt x="67779" y="39801"/>
                  <a:pt x="67679" y="39826"/>
                  <a:pt x="67580" y="39851"/>
                </a:cubicBezTo>
                <a:cubicBezTo>
                  <a:pt x="67480" y="39901"/>
                  <a:pt x="67405" y="39901"/>
                  <a:pt x="67331" y="39925"/>
                </a:cubicBezTo>
                <a:cubicBezTo>
                  <a:pt x="67281" y="39925"/>
                  <a:pt x="67181" y="39950"/>
                  <a:pt x="67107" y="39950"/>
                </a:cubicBezTo>
                <a:cubicBezTo>
                  <a:pt x="67082" y="39950"/>
                  <a:pt x="67057" y="39950"/>
                  <a:pt x="67032" y="39975"/>
                </a:cubicBezTo>
                <a:lnTo>
                  <a:pt x="66982" y="39975"/>
                </a:lnTo>
                <a:cubicBezTo>
                  <a:pt x="66808" y="40025"/>
                  <a:pt x="66609" y="40075"/>
                  <a:pt x="66435" y="40100"/>
                </a:cubicBezTo>
                <a:cubicBezTo>
                  <a:pt x="66360" y="40100"/>
                  <a:pt x="66335" y="40149"/>
                  <a:pt x="66285" y="40149"/>
                </a:cubicBezTo>
                <a:cubicBezTo>
                  <a:pt x="66211" y="40149"/>
                  <a:pt x="66186" y="40174"/>
                  <a:pt x="66111" y="40174"/>
                </a:cubicBezTo>
                <a:cubicBezTo>
                  <a:pt x="66086" y="40174"/>
                  <a:pt x="66061" y="40174"/>
                  <a:pt x="66036" y="40199"/>
                </a:cubicBezTo>
                <a:lnTo>
                  <a:pt x="65987" y="40174"/>
                </a:lnTo>
                <a:cubicBezTo>
                  <a:pt x="66036" y="40174"/>
                  <a:pt x="66061" y="40149"/>
                  <a:pt x="66111" y="40149"/>
                </a:cubicBezTo>
                <a:cubicBezTo>
                  <a:pt x="66211" y="40100"/>
                  <a:pt x="66310" y="40100"/>
                  <a:pt x="66410" y="40075"/>
                </a:cubicBezTo>
                <a:cubicBezTo>
                  <a:pt x="66584" y="40025"/>
                  <a:pt x="66808" y="39975"/>
                  <a:pt x="66982" y="39950"/>
                </a:cubicBezTo>
                <a:cubicBezTo>
                  <a:pt x="67156" y="39925"/>
                  <a:pt x="67306" y="39901"/>
                  <a:pt x="67430" y="39851"/>
                </a:cubicBezTo>
                <a:cubicBezTo>
                  <a:pt x="67555" y="39826"/>
                  <a:pt x="67704" y="39801"/>
                  <a:pt x="67828" y="39801"/>
                </a:cubicBezTo>
                <a:cubicBezTo>
                  <a:pt x="68052" y="39776"/>
                  <a:pt x="68301" y="39726"/>
                  <a:pt x="68525" y="39701"/>
                </a:cubicBezTo>
                <a:cubicBezTo>
                  <a:pt x="68575" y="39701"/>
                  <a:pt x="68650" y="39677"/>
                  <a:pt x="68700" y="39677"/>
                </a:cubicBezTo>
                <a:cubicBezTo>
                  <a:pt x="69272" y="39602"/>
                  <a:pt x="69820" y="39577"/>
                  <a:pt x="70342" y="39577"/>
                </a:cubicBezTo>
                <a:close/>
                <a:moveTo>
                  <a:pt x="74549" y="39726"/>
                </a:moveTo>
                <a:cubicBezTo>
                  <a:pt x="74599" y="39801"/>
                  <a:pt x="74649" y="39851"/>
                  <a:pt x="74674" y="39925"/>
                </a:cubicBezTo>
                <a:cubicBezTo>
                  <a:pt x="74723" y="40000"/>
                  <a:pt x="74748" y="40100"/>
                  <a:pt x="74773" y="40174"/>
                </a:cubicBezTo>
                <a:cubicBezTo>
                  <a:pt x="74773" y="40199"/>
                  <a:pt x="74773" y="40199"/>
                  <a:pt x="74798" y="40224"/>
                </a:cubicBezTo>
                <a:lnTo>
                  <a:pt x="74773" y="40199"/>
                </a:lnTo>
                <a:lnTo>
                  <a:pt x="74798" y="40249"/>
                </a:lnTo>
                <a:cubicBezTo>
                  <a:pt x="74773" y="40249"/>
                  <a:pt x="74773" y="40249"/>
                  <a:pt x="74748" y="40224"/>
                </a:cubicBezTo>
                <a:cubicBezTo>
                  <a:pt x="74674" y="40199"/>
                  <a:pt x="74599" y="40174"/>
                  <a:pt x="74524" y="40125"/>
                </a:cubicBezTo>
                <a:cubicBezTo>
                  <a:pt x="74524" y="40000"/>
                  <a:pt x="74549" y="39851"/>
                  <a:pt x="74549" y="39726"/>
                </a:cubicBezTo>
                <a:close/>
                <a:moveTo>
                  <a:pt x="80498" y="35694"/>
                </a:moveTo>
                <a:cubicBezTo>
                  <a:pt x="80100" y="36739"/>
                  <a:pt x="79702" y="37735"/>
                  <a:pt x="79229" y="38780"/>
                </a:cubicBezTo>
                <a:cubicBezTo>
                  <a:pt x="79204" y="38805"/>
                  <a:pt x="79129" y="38805"/>
                  <a:pt x="79104" y="38830"/>
                </a:cubicBezTo>
                <a:cubicBezTo>
                  <a:pt x="78905" y="38930"/>
                  <a:pt x="78706" y="38980"/>
                  <a:pt x="78507" y="39079"/>
                </a:cubicBezTo>
                <a:cubicBezTo>
                  <a:pt x="78258" y="39179"/>
                  <a:pt x="78034" y="39303"/>
                  <a:pt x="77785" y="39403"/>
                </a:cubicBezTo>
                <a:lnTo>
                  <a:pt x="77760" y="39403"/>
                </a:lnTo>
                <a:cubicBezTo>
                  <a:pt x="77636" y="39452"/>
                  <a:pt x="77511" y="39527"/>
                  <a:pt x="77362" y="39577"/>
                </a:cubicBezTo>
                <a:cubicBezTo>
                  <a:pt x="77138" y="39677"/>
                  <a:pt x="76914" y="39776"/>
                  <a:pt x="76739" y="39851"/>
                </a:cubicBezTo>
                <a:cubicBezTo>
                  <a:pt x="76391" y="40025"/>
                  <a:pt x="76043" y="40199"/>
                  <a:pt x="75669" y="40349"/>
                </a:cubicBezTo>
                <a:cubicBezTo>
                  <a:pt x="75495" y="40075"/>
                  <a:pt x="75296" y="39801"/>
                  <a:pt x="75171" y="39527"/>
                </a:cubicBezTo>
                <a:cubicBezTo>
                  <a:pt x="75146" y="39452"/>
                  <a:pt x="75122" y="39428"/>
                  <a:pt x="75097" y="39353"/>
                </a:cubicBezTo>
                <a:cubicBezTo>
                  <a:pt x="75022" y="39278"/>
                  <a:pt x="74997" y="39154"/>
                  <a:pt x="74922" y="39054"/>
                </a:cubicBezTo>
                <a:cubicBezTo>
                  <a:pt x="76217" y="37561"/>
                  <a:pt x="78108" y="36416"/>
                  <a:pt x="80498" y="35694"/>
                </a:cubicBezTo>
                <a:close/>
                <a:moveTo>
                  <a:pt x="105414" y="40224"/>
                </a:moveTo>
                <a:lnTo>
                  <a:pt x="105414" y="40224"/>
                </a:lnTo>
                <a:cubicBezTo>
                  <a:pt x="105464" y="40249"/>
                  <a:pt x="105489" y="40249"/>
                  <a:pt x="105514" y="40299"/>
                </a:cubicBezTo>
                <a:cubicBezTo>
                  <a:pt x="105538" y="40324"/>
                  <a:pt x="105588" y="40324"/>
                  <a:pt x="105613" y="40349"/>
                </a:cubicBezTo>
                <a:cubicBezTo>
                  <a:pt x="105638" y="40373"/>
                  <a:pt x="105663" y="40423"/>
                  <a:pt x="105663" y="40448"/>
                </a:cubicBezTo>
                <a:lnTo>
                  <a:pt x="105696" y="40481"/>
                </a:lnTo>
                <a:lnTo>
                  <a:pt x="105696" y="40481"/>
                </a:lnTo>
                <a:cubicBezTo>
                  <a:pt x="105686" y="40476"/>
                  <a:pt x="105675" y="40473"/>
                  <a:pt x="105663" y="40473"/>
                </a:cubicBezTo>
                <a:cubicBezTo>
                  <a:pt x="105638" y="40448"/>
                  <a:pt x="105613" y="40423"/>
                  <a:pt x="105538" y="40398"/>
                </a:cubicBezTo>
                <a:cubicBezTo>
                  <a:pt x="105538" y="40324"/>
                  <a:pt x="105489" y="40299"/>
                  <a:pt x="105414" y="40224"/>
                </a:cubicBezTo>
                <a:close/>
                <a:moveTo>
                  <a:pt x="74250" y="40523"/>
                </a:moveTo>
                <a:cubicBezTo>
                  <a:pt x="74275" y="40523"/>
                  <a:pt x="74300" y="40548"/>
                  <a:pt x="74300" y="40548"/>
                </a:cubicBezTo>
                <a:cubicBezTo>
                  <a:pt x="74275" y="40548"/>
                  <a:pt x="74275" y="40548"/>
                  <a:pt x="74250" y="40523"/>
                </a:cubicBezTo>
                <a:close/>
                <a:moveTo>
                  <a:pt x="79104" y="39079"/>
                </a:moveTo>
                <a:cubicBezTo>
                  <a:pt x="79104" y="39079"/>
                  <a:pt x="79104" y="39104"/>
                  <a:pt x="79054" y="39104"/>
                </a:cubicBezTo>
                <a:cubicBezTo>
                  <a:pt x="78283" y="39452"/>
                  <a:pt x="77486" y="39801"/>
                  <a:pt x="76665" y="40174"/>
                </a:cubicBezTo>
                <a:cubicBezTo>
                  <a:pt x="76391" y="40299"/>
                  <a:pt x="76092" y="40448"/>
                  <a:pt x="75769" y="40597"/>
                </a:cubicBezTo>
                <a:lnTo>
                  <a:pt x="75769" y="40573"/>
                </a:lnTo>
                <a:cubicBezTo>
                  <a:pt x="75769" y="40573"/>
                  <a:pt x="75769" y="40548"/>
                  <a:pt x="75744" y="40548"/>
                </a:cubicBezTo>
                <a:cubicBezTo>
                  <a:pt x="76889" y="40025"/>
                  <a:pt x="78009" y="39527"/>
                  <a:pt x="79104" y="39079"/>
                </a:cubicBezTo>
                <a:close/>
                <a:moveTo>
                  <a:pt x="74524" y="40349"/>
                </a:moveTo>
                <a:cubicBezTo>
                  <a:pt x="74549" y="40349"/>
                  <a:pt x="74549" y="40398"/>
                  <a:pt x="74549" y="40398"/>
                </a:cubicBezTo>
                <a:cubicBezTo>
                  <a:pt x="74674" y="40448"/>
                  <a:pt x="74798" y="40523"/>
                  <a:pt x="74922" y="40597"/>
                </a:cubicBezTo>
                <a:lnTo>
                  <a:pt x="74922" y="40622"/>
                </a:lnTo>
                <a:cubicBezTo>
                  <a:pt x="74922" y="40622"/>
                  <a:pt x="74922" y="40672"/>
                  <a:pt x="74972" y="40672"/>
                </a:cubicBezTo>
                <a:cubicBezTo>
                  <a:pt x="74922" y="40672"/>
                  <a:pt x="74898" y="40622"/>
                  <a:pt x="74873" y="40622"/>
                </a:cubicBezTo>
                <a:cubicBezTo>
                  <a:pt x="74848" y="40622"/>
                  <a:pt x="74848" y="40597"/>
                  <a:pt x="74798" y="40597"/>
                </a:cubicBezTo>
                <a:cubicBezTo>
                  <a:pt x="74723" y="40548"/>
                  <a:pt x="74624" y="40498"/>
                  <a:pt x="74524" y="40448"/>
                </a:cubicBezTo>
                <a:cubicBezTo>
                  <a:pt x="74499" y="40448"/>
                  <a:pt x="74499" y="40423"/>
                  <a:pt x="74474" y="40423"/>
                </a:cubicBezTo>
                <a:lnTo>
                  <a:pt x="74524" y="40349"/>
                </a:lnTo>
                <a:close/>
                <a:moveTo>
                  <a:pt x="63697" y="37984"/>
                </a:moveTo>
                <a:cubicBezTo>
                  <a:pt x="64219" y="38731"/>
                  <a:pt x="64817" y="39452"/>
                  <a:pt x="65414" y="40075"/>
                </a:cubicBezTo>
                <a:cubicBezTo>
                  <a:pt x="65339" y="40100"/>
                  <a:pt x="65290" y="40100"/>
                  <a:pt x="65215" y="40125"/>
                </a:cubicBezTo>
                <a:cubicBezTo>
                  <a:pt x="65090" y="40174"/>
                  <a:pt x="64966" y="40224"/>
                  <a:pt x="64842" y="40249"/>
                </a:cubicBezTo>
                <a:cubicBezTo>
                  <a:pt x="64792" y="40299"/>
                  <a:pt x="64717" y="40299"/>
                  <a:pt x="64667" y="40324"/>
                </a:cubicBezTo>
                <a:lnTo>
                  <a:pt x="64617" y="40324"/>
                </a:lnTo>
                <a:cubicBezTo>
                  <a:pt x="64543" y="40349"/>
                  <a:pt x="64418" y="40373"/>
                  <a:pt x="64319" y="40423"/>
                </a:cubicBezTo>
                <a:cubicBezTo>
                  <a:pt x="64219" y="40448"/>
                  <a:pt x="64095" y="40473"/>
                  <a:pt x="63995" y="40548"/>
                </a:cubicBezTo>
                <a:cubicBezTo>
                  <a:pt x="63921" y="40573"/>
                  <a:pt x="63846" y="40597"/>
                  <a:pt x="63746" y="40647"/>
                </a:cubicBezTo>
                <a:cubicBezTo>
                  <a:pt x="63697" y="40672"/>
                  <a:pt x="63622" y="40672"/>
                  <a:pt x="63572" y="40697"/>
                </a:cubicBezTo>
                <a:cubicBezTo>
                  <a:pt x="63248" y="40075"/>
                  <a:pt x="62925" y="39428"/>
                  <a:pt x="62576" y="38780"/>
                </a:cubicBezTo>
                <a:cubicBezTo>
                  <a:pt x="62950" y="38482"/>
                  <a:pt x="63323" y="38233"/>
                  <a:pt x="63697" y="37984"/>
                </a:cubicBezTo>
                <a:close/>
                <a:moveTo>
                  <a:pt x="73603" y="40697"/>
                </a:moveTo>
                <a:cubicBezTo>
                  <a:pt x="73603" y="40718"/>
                  <a:pt x="73603" y="40721"/>
                  <a:pt x="73573" y="40737"/>
                </a:cubicBezTo>
                <a:lnTo>
                  <a:pt x="73573" y="40737"/>
                </a:lnTo>
                <a:cubicBezTo>
                  <a:pt x="73582" y="40722"/>
                  <a:pt x="73592" y="40708"/>
                  <a:pt x="73603" y="40697"/>
                </a:cubicBezTo>
                <a:close/>
                <a:moveTo>
                  <a:pt x="62402" y="38930"/>
                </a:moveTo>
                <a:cubicBezTo>
                  <a:pt x="62726" y="39552"/>
                  <a:pt x="63074" y="40174"/>
                  <a:pt x="63348" y="40797"/>
                </a:cubicBezTo>
                <a:cubicBezTo>
                  <a:pt x="63323" y="40797"/>
                  <a:pt x="63323" y="40797"/>
                  <a:pt x="63298" y="40821"/>
                </a:cubicBezTo>
                <a:cubicBezTo>
                  <a:pt x="62975" y="40199"/>
                  <a:pt x="62676" y="39577"/>
                  <a:pt x="62328" y="38955"/>
                </a:cubicBezTo>
                <a:cubicBezTo>
                  <a:pt x="62352" y="38955"/>
                  <a:pt x="62352" y="38930"/>
                  <a:pt x="62402" y="38930"/>
                </a:cubicBezTo>
                <a:close/>
                <a:moveTo>
                  <a:pt x="75296" y="40797"/>
                </a:moveTo>
                <a:cubicBezTo>
                  <a:pt x="75296" y="40797"/>
                  <a:pt x="75346" y="40797"/>
                  <a:pt x="75346" y="40821"/>
                </a:cubicBezTo>
                <a:lnTo>
                  <a:pt x="75346" y="40846"/>
                </a:lnTo>
                <a:lnTo>
                  <a:pt x="75296" y="40846"/>
                </a:lnTo>
                <a:lnTo>
                  <a:pt x="75296" y="40821"/>
                </a:lnTo>
                <a:lnTo>
                  <a:pt x="75271" y="40797"/>
                </a:lnTo>
                <a:close/>
                <a:moveTo>
                  <a:pt x="74474" y="40672"/>
                </a:moveTo>
                <a:cubicBezTo>
                  <a:pt x="74549" y="40722"/>
                  <a:pt x="74624" y="40797"/>
                  <a:pt x="74723" y="40846"/>
                </a:cubicBezTo>
                <a:cubicBezTo>
                  <a:pt x="74674" y="40846"/>
                  <a:pt x="74674" y="40871"/>
                  <a:pt x="74649" y="40871"/>
                </a:cubicBezTo>
                <a:cubicBezTo>
                  <a:pt x="74599" y="40821"/>
                  <a:pt x="74524" y="40797"/>
                  <a:pt x="74474" y="40722"/>
                </a:cubicBezTo>
                <a:lnTo>
                  <a:pt x="74474" y="40672"/>
                </a:lnTo>
                <a:close/>
                <a:moveTo>
                  <a:pt x="65581" y="40284"/>
                </a:moveTo>
                <a:lnTo>
                  <a:pt x="65581" y="40284"/>
                </a:lnTo>
                <a:cubicBezTo>
                  <a:pt x="65583" y="40288"/>
                  <a:pt x="65585" y="40293"/>
                  <a:pt x="65588" y="40299"/>
                </a:cubicBezTo>
                <a:cubicBezTo>
                  <a:pt x="65538" y="40299"/>
                  <a:pt x="65514" y="40324"/>
                  <a:pt x="65439" y="40324"/>
                </a:cubicBezTo>
                <a:cubicBezTo>
                  <a:pt x="65389" y="40349"/>
                  <a:pt x="65314" y="40349"/>
                  <a:pt x="65240" y="40398"/>
                </a:cubicBezTo>
                <a:cubicBezTo>
                  <a:pt x="65215" y="40398"/>
                  <a:pt x="65190" y="40423"/>
                  <a:pt x="65165" y="40423"/>
                </a:cubicBezTo>
                <a:cubicBezTo>
                  <a:pt x="64966" y="40473"/>
                  <a:pt x="64792" y="40548"/>
                  <a:pt x="64617" y="40597"/>
                </a:cubicBezTo>
                <a:cubicBezTo>
                  <a:pt x="64543" y="40622"/>
                  <a:pt x="64443" y="40672"/>
                  <a:pt x="64369" y="40697"/>
                </a:cubicBezTo>
                <a:cubicBezTo>
                  <a:pt x="64194" y="40747"/>
                  <a:pt x="63970" y="40846"/>
                  <a:pt x="63746" y="40921"/>
                </a:cubicBezTo>
                <a:cubicBezTo>
                  <a:pt x="63721" y="40921"/>
                  <a:pt x="63697" y="40946"/>
                  <a:pt x="63672" y="40946"/>
                </a:cubicBezTo>
                <a:lnTo>
                  <a:pt x="63672" y="40921"/>
                </a:lnTo>
                <a:lnTo>
                  <a:pt x="63672" y="40871"/>
                </a:lnTo>
                <a:cubicBezTo>
                  <a:pt x="63921" y="40797"/>
                  <a:pt x="64120" y="40697"/>
                  <a:pt x="64369" y="40622"/>
                </a:cubicBezTo>
                <a:cubicBezTo>
                  <a:pt x="64443" y="40597"/>
                  <a:pt x="64493" y="40597"/>
                  <a:pt x="64568" y="40573"/>
                </a:cubicBezTo>
                <a:cubicBezTo>
                  <a:pt x="64692" y="40523"/>
                  <a:pt x="64842" y="40473"/>
                  <a:pt x="64966" y="40448"/>
                </a:cubicBezTo>
                <a:cubicBezTo>
                  <a:pt x="65066" y="40423"/>
                  <a:pt x="65165" y="40398"/>
                  <a:pt x="65290" y="40349"/>
                </a:cubicBezTo>
                <a:cubicBezTo>
                  <a:pt x="65389" y="40324"/>
                  <a:pt x="65439" y="40324"/>
                  <a:pt x="65538" y="40299"/>
                </a:cubicBezTo>
                <a:cubicBezTo>
                  <a:pt x="65555" y="40299"/>
                  <a:pt x="65572" y="40299"/>
                  <a:pt x="65581" y="40284"/>
                </a:cubicBezTo>
                <a:close/>
                <a:moveTo>
                  <a:pt x="63448" y="40946"/>
                </a:moveTo>
                <a:cubicBezTo>
                  <a:pt x="63448" y="40946"/>
                  <a:pt x="63448" y="40971"/>
                  <a:pt x="63473" y="40971"/>
                </a:cubicBezTo>
                <a:lnTo>
                  <a:pt x="63473" y="41021"/>
                </a:lnTo>
                <a:lnTo>
                  <a:pt x="63423" y="41021"/>
                </a:lnTo>
                <a:lnTo>
                  <a:pt x="63423" y="40971"/>
                </a:lnTo>
                <a:cubicBezTo>
                  <a:pt x="63406" y="40987"/>
                  <a:pt x="63395" y="40993"/>
                  <a:pt x="63388" y="40993"/>
                </a:cubicBezTo>
                <a:cubicBezTo>
                  <a:pt x="63373" y="40993"/>
                  <a:pt x="63373" y="40971"/>
                  <a:pt x="63373" y="40971"/>
                </a:cubicBezTo>
                <a:cubicBezTo>
                  <a:pt x="63423" y="40971"/>
                  <a:pt x="63423" y="40946"/>
                  <a:pt x="63448" y="40946"/>
                </a:cubicBezTo>
                <a:close/>
                <a:moveTo>
                  <a:pt x="74823" y="40971"/>
                </a:moveTo>
                <a:lnTo>
                  <a:pt x="74898" y="41046"/>
                </a:lnTo>
                <a:cubicBezTo>
                  <a:pt x="74873" y="41046"/>
                  <a:pt x="74873" y="41070"/>
                  <a:pt x="74848" y="41070"/>
                </a:cubicBezTo>
                <a:lnTo>
                  <a:pt x="74798" y="41046"/>
                </a:lnTo>
                <a:lnTo>
                  <a:pt x="74773" y="41021"/>
                </a:lnTo>
                <a:cubicBezTo>
                  <a:pt x="74798" y="41021"/>
                  <a:pt x="74798" y="40971"/>
                  <a:pt x="74823" y="40971"/>
                </a:cubicBezTo>
                <a:close/>
                <a:moveTo>
                  <a:pt x="74250" y="40722"/>
                </a:moveTo>
                <a:cubicBezTo>
                  <a:pt x="74250" y="40772"/>
                  <a:pt x="74275" y="40797"/>
                  <a:pt x="74300" y="40797"/>
                </a:cubicBezTo>
                <a:cubicBezTo>
                  <a:pt x="74300" y="40896"/>
                  <a:pt x="74275" y="40971"/>
                  <a:pt x="74275" y="41070"/>
                </a:cubicBezTo>
                <a:cubicBezTo>
                  <a:pt x="74250" y="41070"/>
                  <a:pt x="74250" y="41095"/>
                  <a:pt x="74225" y="41095"/>
                </a:cubicBezTo>
                <a:cubicBezTo>
                  <a:pt x="74225" y="40971"/>
                  <a:pt x="74250" y="40846"/>
                  <a:pt x="74250" y="40722"/>
                </a:cubicBezTo>
                <a:close/>
                <a:moveTo>
                  <a:pt x="74649" y="41095"/>
                </a:moveTo>
                <a:lnTo>
                  <a:pt x="74674" y="41145"/>
                </a:lnTo>
                <a:cubicBezTo>
                  <a:pt x="74599" y="41170"/>
                  <a:pt x="74524" y="41220"/>
                  <a:pt x="74425" y="41270"/>
                </a:cubicBezTo>
                <a:lnTo>
                  <a:pt x="74425" y="41220"/>
                </a:lnTo>
                <a:lnTo>
                  <a:pt x="74425" y="41195"/>
                </a:lnTo>
                <a:cubicBezTo>
                  <a:pt x="74499" y="41195"/>
                  <a:pt x="74549" y="41170"/>
                  <a:pt x="74649" y="41095"/>
                </a:cubicBezTo>
                <a:close/>
                <a:moveTo>
                  <a:pt x="74051" y="40672"/>
                </a:moveTo>
                <a:cubicBezTo>
                  <a:pt x="74026" y="40846"/>
                  <a:pt x="74026" y="41046"/>
                  <a:pt x="74001" y="41220"/>
                </a:cubicBezTo>
                <a:lnTo>
                  <a:pt x="73802" y="41319"/>
                </a:lnTo>
                <a:cubicBezTo>
                  <a:pt x="73902" y="41095"/>
                  <a:pt x="74001" y="40896"/>
                  <a:pt x="74051" y="40672"/>
                </a:cubicBezTo>
                <a:close/>
                <a:moveTo>
                  <a:pt x="74250" y="41319"/>
                </a:moveTo>
                <a:lnTo>
                  <a:pt x="74250" y="41344"/>
                </a:lnTo>
                <a:lnTo>
                  <a:pt x="74250" y="41369"/>
                </a:lnTo>
                <a:cubicBezTo>
                  <a:pt x="74225" y="41369"/>
                  <a:pt x="74225" y="41419"/>
                  <a:pt x="74176" y="41419"/>
                </a:cubicBezTo>
                <a:lnTo>
                  <a:pt x="74176" y="41369"/>
                </a:lnTo>
                <a:lnTo>
                  <a:pt x="74176" y="41344"/>
                </a:lnTo>
                <a:cubicBezTo>
                  <a:pt x="74176" y="41344"/>
                  <a:pt x="74225" y="41344"/>
                  <a:pt x="74250" y="41319"/>
                </a:cubicBezTo>
                <a:close/>
                <a:moveTo>
                  <a:pt x="75520" y="41220"/>
                </a:moveTo>
                <a:lnTo>
                  <a:pt x="75545" y="41270"/>
                </a:lnTo>
                <a:lnTo>
                  <a:pt x="75594" y="41294"/>
                </a:lnTo>
                <a:cubicBezTo>
                  <a:pt x="75619" y="41319"/>
                  <a:pt x="75619" y="41344"/>
                  <a:pt x="75669" y="41419"/>
                </a:cubicBezTo>
                <a:cubicBezTo>
                  <a:pt x="75644" y="41419"/>
                  <a:pt x="75644" y="41394"/>
                  <a:pt x="75619" y="41394"/>
                </a:cubicBezTo>
                <a:lnTo>
                  <a:pt x="75570" y="41344"/>
                </a:lnTo>
                <a:cubicBezTo>
                  <a:pt x="75545" y="41319"/>
                  <a:pt x="75520" y="41270"/>
                  <a:pt x="75520" y="41220"/>
                </a:cubicBezTo>
                <a:close/>
                <a:moveTo>
                  <a:pt x="73902" y="40573"/>
                </a:moveTo>
                <a:lnTo>
                  <a:pt x="73902" y="40573"/>
                </a:lnTo>
                <a:cubicBezTo>
                  <a:pt x="73777" y="40871"/>
                  <a:pt x="73653" y="41170"/>
                  <a:pt x="73529" y="41469"/>
                </a:cubicBezTo>
                <a:lnTo>
                  <a:pt x="73504" y="41494"/>
                </a:lnTo>
                <a:cubicBezTo>
                  <a:pt x="73628" y="41170"/>
                  <a:pt x="73753" y="40871"/>
                  <a:pt x="73902" y="40573"/>
                </a:cubicBezTo>
                <a:close/>
                <a:moveTo>
                  <a:pt x="75047" y="41170"/>
                </a:moveTo>
                <a:cubicBezTo>
                  <a:pt x="75146" y="41270"/>
                  <a:pt x="75271" y="41344"/>
                  <a:pt x="75370" y="41419"/>
                </a:cubicBezTo>
                <a:cubicBezTo>
                  <a:pt x="75395" y="41444"/>
                  <a:pt x="75395" y="41518"/>
                  <a:pt x="75420" y="41543"/>
                </a:cubicBezTo>
                <a:cubicBezTo>
                  <a:pt x="75271" y="41419"/>
                  <a:pt x="75122" y="41319"/>
                  <a:pt x="74997" y="41195"/>
                </a:cubicBezTo>
                <a:cubicBezTo>
                  <a:pt x="75022" y="41195"/>
                  <a:pt x="75047" y="41195"/>
                  <a:pt x="75047" y="41170"/>
                </a:cubicBezTo>
                <a:close/>
                <a:moveTo>
                  <a:pt x="73499" y="40921"/>
                </a:moveTo>
                <a:cubicBezTo>
                  <a:pt x="73475" y="41011"/>
                  <a:pt x="73448" y="41107"/>
                  <a:pt x="73404" y="41195"/>
                </a:cubicBezTo>
                <a:cubicBezTo>
                  <a:pt x="73354" y="41319"/>
                  <a:pt x="73280" y="41469"/>
                  <a:pt x="73230" y="41593"/>
                </a:cubicBezTo>
                <a:cubicBezTo>
                  <a:pt x="73230" y="41638"/>
                  <a:pt x="73230" y="41642"/>
                  <a:pt x="73192" y="41662"/>
                </a:cubicBezTo>
                <a:lnTo>
                  <a:pt x="73192" y="41662"/>
                </a:lnTo>
                <a:cubicBezTo>
                  <a:pt x="73284" y="41423"/>
                  <a:pt x="73335" y="41185"/>
                  <a:pt x="73454" y="40946"/>
                </a:cubicBezTo>
                <a:cubicBezTo>
                  <a:pt x="73454" y="40946"/>
                  <a:pt x="73454" y="40923"/>
                  <a:pt x="73499" y="40921"/>
                </a:cubicBezTo>
                <a:close/>
                <a:moveTo>
                  <a:pt x="73977" y="41469"/>
                </a:moveTo>
                <a:lnTo>
                  <a:pt x="73977" y="41518"/>
                </a:lnTo>
                <a:lnTo>
                  <a:pt x="73977" y="41543"/>
                </a:lnTo>
                <a:cubicBezTo>
                  <a:pt x="73852" y="41593"/>
                  <a:pt x="73753" y="41668"/>
                  <a:pt x="73628" y="41693"/>
                </a:cubicBezTo>
                <a:cubicBezTo>
                  <a:pt x="73628" y="41693"/>
                  <a:pt x="73628" y="41668"/>
                  <a:pt x="73653" y="41668"/>
                </a:cubicBezTo>
                <a:lnTo>
                  <a:pt x="73653" y="41643"/>
                </a:lnTo>
                <a:cubicBezTo>
                  <a:pt x="73753" y="41568"/>
                  <a:pt x="73852" y="41543"/>
                  <a:pt x="73977" y="41469"/>
                </a:cubicBezTo>
                <a:close/>
                <a:moveTo>
                  <a:pt x="75993" y="41643"/>
                </a:moveTo>
                <a:lnTo>
                  <a:pt x="75993" y="41643"/>
                </a:lnTo>
                <a:cubicBezTo>
                  <a:pt x="76043" y="41668"/>
                  <a:pt x="76092" y="41693"/>
                  <a:pt x="76142" y="41767"/>
                </a:cubicBezTo>
                <a:lnTo>
                  <a:pt x="76267" y="41892"/>
                </a:lnTo>
                <a:cubicBezTo>
                  <a:pt x="76192" y="41817"/>
                  <a:pt x="76142" y="41792"/>
                  <a:pt x="76043" y="41718"/>
                </a:cubicBezTo>
                <a:cubicBezTo>
                  <a:pt x="76018" y="41693"/>
                  <a:pt x="76018" y="41668"/>
                  <a:pt x="75993" y="41643"/>
                </a:cubicBezTo>
                <a:close/>
                <a:moveTo>
                  <a:pt x="75819" y="41792"/>
                </a:moveTo>
                <a:cubicBezTo>
                  <a:pt x="75868" y="41792"/>
                  <a:pt x="75868" y="41817"/>
                  <a:pt x="75893" y="41817"/>
                </a:cubicBezTo>
                <a:cubicBezTo>
                  <a:pt x="75918" y="41842"/>
                  <a:pt x="75918" y="41867"/>
                  <a:pt x="75943" y="41917"/>
                </a:cubicBezTo>
                <a:lnTo>
                  <a:pt x="75893" y="41842"/>
                </a:lnTo>
                <a:lnTo>
                  <a:pt x="75868" y="41817"/>
                </a:lnTo>
                <a:cubicBezTo>
                  <a:pt x="75819" y="41817"/>
                  <a:pt x="75819" y="41792"/>
                  <a:pt x="75819" y="41792"/>
                </a:cubicBezTo>
                <a:close/>
                <a:moveTo>
                  <a:pt x="76540" y="41817"/>
                </a:moveTo>
                <a:cubicBezTo>
                  <a:pt x="76590" y="41842"/>
                  <a:pt x="76640" y="41917"/>
                  <a:pt x="76665" y="41966"/>
                </a:cubicBezTo>
                <a:cubicBezTo>
                  <a:pt x="76665" y="41966"/>
                  <a:pt x="76665" y="42016"/>
                  <a:pt x="76715" y="42016"/>
                </a:cubicBezTo>
                <a:cubicBezTo>
                  <a:pt x="76739" y="42066"/>
                  <a:pt x="76789" y="42091"/>
                  <a:pt x="76839" y="42166"/>
                </a:cubicBezTo>
                <a:cubicBezTo>
                  <a:pt x="76764" y="42091"/>
                  <a:pt x="76715" y="42041"/>
                  <a:pt x="76640" y="42016"/>
                </a:cubicBezTo>
                <a:cubicBezTo>
                  <a:pt x="76615" y="41942"/>
                  <a:pt x="76590" y="41917"/>
                  <a:pt x="76515" y="41842"/>
                </a:cubicBezTo>
                <a:lnTo>
                  <a:pt x="76540" y="41817"/>
                </a:lnTo>
                <a:close/>
                <a:moveTo>
                  <a:pt x="78955" y="39353"/>
                </a:moveTo>
                <a:lnTo>
                  <a:pt x="78955" y="39353"/>
                </a:lnTo>
                <a:cubicBezTo>
                  <a:pt x="78482" y="40349"/>
                  <a:pt x="77984" y="41344"/>
                  <a:pt x="77461" y="42340"/>
                </a:cubicBezTo>
                <a:cubicBezTo>
                  <a:pt x="77387" y="42315"/>
                  <a:pt x="77362" y="42265"/>
                  <a:pt x="77287" y="42215"/>
                </a:cubicBezTo>
                <a:cubicBezTo>
                  <a:pt x="77138" y="42066"/>
                  <a:pt x="76963" y="41917"/>
                  <a:pt x="76764" y="41718"/>
                </a:cubicBezTo>
                <a:lnTo>
                  <a:pt x="76665" y="41643"/>
                </a:lnTo>
                <a:lnTo>
                  <a:pt x="76665" y="41444"/>
                </a:lnTo>
                <a:lnTo>
                  <a:pt x="76590" y="41543"/>
                </a:lnTo>
                <a:cubicBezTo>
                  <a:pt x="76491" y="41419"/>
                  <a:pt x="76391" y="41319"/>
                  <a:pt x="76291" y="41195"/>
                </a:cubicBezTo>
                <a:lnTo>
                  <a:pt x="76242" y="41145"/>
                </a:lnTo>
                <a:cubicBezTo>
                  <a:pt x="76117" y="41021"/>
                  <a:pt x="76018" y="40871"/>
                  <a:pt x="75893" y="40772"/>
                </a:cubicBezTo>
                <a:cubicBezTo>
                  <a:pt x="76391" y="40523"/>
                  <a:pt x="76864" y="40299"/>
                  <a:pt x="77362" y="40075"/>
                </a:cubicBezTo>
                <a:lnTo>
                  <a:pt x="77536" y="39975"/>
                </a:lnTo>
                <a:cubicBezTo>
                  <a:pt x="78009" y="39776"/>
                  <a:pt x="78482" y="39577"/>
                  <a:pt x="78955" y="39353"/>
                </a:cubicBezTo>
                <a:close/>
                <a:moveTo>
                  <a:pt x="90554" y="36217"/>
                </a:moveTo>
                <a:cubicBezTo>
                  <a:pt x="89733" y="38233"/>
                  <a:pt x="88787" y="40349"/>
                  <a:pt x="87716" y="42464"/>
                </a:cubicBezTo>
                <a:lnTo>
                  <a:pt x="87667" y="42464"/>
                </a:lnTo>
                <a:cubicBezTo>
                  <a:pt x="88737" y="40349"/>
                  <a:pt x="89683" y="38283"/>
                  <a:pt x="90479" y="36217"/>
                </a:cubicBezTo>
                <a:close/>
                <a:moveTo>
                  <a:pt x="76288" y="42150"/>
                </a:moveTo>
                <a:lnTo>
                  <a:pt x="76288" y="42150"/>
                </a:lnTo>
                <a:cubicBezTo>
                  <a:pt x="76455" y="42224"/>
                  <a:pt x="76620" y="42319"/>
                  <a:pt x="76739" y="42415"/>
                </a:cubicBezTo>
                <a:cubicBezTo>
                  <a:pt x="76764" y="42439"/>
                  <a:pt x="76789" y="42464"/>
                  <a:pt x="76839" y="42539"/>
                </a:cubicBezTo>
                <a:lnTo>
                  <a:pt x="76366" y="42265"/>
                </a:lnTo>
                <a:cubicBezTo>
                  <a:pt x="76366" y="42215"/>
                  <a:pt x="76341" y="42215"/>
                  <a:pt x="76341" y="42190"/>
                </a:cubicBezTo>
                <a:cubicBezTo>
                  <a:pt x="76310" y="42175"/>
                  <a:pt x="76299" y="42160"/>
                  <a:pt x="76288" y="42150"/>
                </a:cubicBezTo>
                <a:close/>
                <a:moveTo>
                  <a:pt x="79303" y="39228"/>
                </a:moveTo>
                <a:lnTo>
                  <a:pt x="79303" y="39228"/>
                </a:lnTo>
                <a:cubicBezTo>
                  <a:pt x="78781" y="40324"/>
                  <a:pt x="78233" y="41419"/>
                  <a:pt x="77660" y="42539"/>
                </a:cubicBezTo>
                <a:lnTo>
                  <a:pt x="77636" y="42514"/>
                </a:lnTo>
                <a:cubicBezTo>
                  <a:pt x="78233" y="41419"/>
                  <a:pt x="78756" y="40324"/>
                  <a:pt x="79253" y="39278"/>
                </a:cubicBezTo>
                <a:cubicBezTo>
                  <a:pt x="79278" y="39278"/>
                  <a:pt x="79278" y="39278"/>
                  <a:pt x="79303" y="39228"/>
                </a:cubicBezTo>
                <a:close/>
                <a:moveTo>
                  <a:pt x="87617" y="42663"/>
                </a:moveTo>
                <a:cubicBezTo>
                  <a:pt x="87592" y="42663"/>
                  <a:pt x="87592" y="42688"/>
                  <a:pt x="87592" y="42713"/>
                </a:cubicBezTo>
                <a:lnTo>
                  <a:pt x="87542" y="42713"/>
                </a:lnTo>
                <a:cubicBezTo>
                  <a:pt x="87542" y="42688"/>
                  <a:pt x="87567" y="42688"/>
                  <a:pt x="87567" y="42663"/>
                </a:cubicBezTo>
                <a:close/>
                <a:moveTo>
                  <a:pt x="72782" y="42166"/>
                </a:moveTo>
                <a:cubicBezTo>
                  <a:pt x="72782" y="42190"/>
                  <a:pt x="72782" y="42191"/>
                  <a:pt x="72757" y="42215"/>
                </a:cubicBezTo>
                <a:lnTo>
                  <a:pt x="72757" y="42265"/>
                </a:lnTo>
                <a:cubicBezTo>
                  <a:pt x="72404" y="42417"/>
                  <a:pt x="72057" y="42594"/>
                  <a:pt x="71710" y="42790"/>
                </a:cubicBezTo>
                <a:lnTo>
                  <a:pt x="71710" y="42790"/>
                </a:lnTo>
                <a:cubicBezTo>
                  <a:pt x="72019" y="42611"/>
                  <a:pt x="72326" y="42436"/>
                  <a:pt x="72632" y="42265"/>
                </a:cubicBezTo>
                <a:cubicBezTo>
                  <a:pt x="72657" y="42215"/>
                  <a:pt x="72707" y="42190"/>
                  <a:pt x="72757" y="42190"/>
                </a:cubicBezTo>
                <a:cubicBezTo>
                  <a:pt x="72757" y="42190"/>
                  <a:pt x="72782" y="42190"/>
                  <a:pt x="72782" y="42166"/>
                </a:cubicBezTo>
                <a:close/>
                <a:moveTo>
                  <a:pt x="76615" y="42589"/>
                </a:moveTo>
                <a:lnTo>
                  <a:pt x="76615" y="42589"/>
                </a:lnTo>
                <a:cubicBezTo>
                  <a:pt x="76764" y="42713"/>
                  <a:pt x="76914" y="42813"/>
                  <a:pt x="77063" y="42912"/>
                </a:cubicBezTo>
                <a:cubicBezTo>
                  <a:pt x="77113" y="42937"/>
                  <a:pt x="77113" y="42962"/>
                  <a:pt x="77138" y="42962"/>
                </a:cubicBezTo>
                <a:cubicBezTo>
                  <a:pt x="77113" y="43037"/>
                  <a:pt x="77063" y="43087"/>
                  <a:pt x="77013" y="43161"/>
                </a:cubicBezTo>
                <a:cubicBezTo>
                  <a:pt x="76963" y="43087"/>
                  <a:pt x="76914" y="43037"/>
                  <a:pt x="76864" y="42962"/>
                </a:cubicBezTo>
                <a:cubicBezTo>
                  <a:pt x="76764" y="42838"/>
                  <a:pt x="76715" y="42713"/>
                  <a:pt x="76615" y="42589"/>
                </a:cubicBezTo>
                <a:close/>
                <a:moveTo>
                  <a:pt x="90255" y="36242"/>
                </a:moveTo>
                <a:lnTo>
                  <a:pt x="90255" y="36242"/>
                </a:lnTo>
                <a:cubicBezTo>
                  <a:pt x="89459" y="38283"/>
                  <a:pt x="88538" y="40349"/>
                  <a:pt x="87443" y="42464"/>
                </a:cubicBezTo>
                <a:cubicBezTo>
                  <a:pt x="87265" y="42460"/>
                  <a:pt x="87086" y="42458"/>
                  <a:pt x="86906" y="42458"/>
                </a:cubicBezTo>
                <a:cubicBezTo>
                  <a:pt x="85085" y="42458"/>
                  <a:pt x="83109" y="42688"/>
                  <a:pt x="81071" y="43186"/>
                </a:cubicBezTo>
                <a:cubicBezTo>
                  <a:pt x="82738" y="41817"/>
                  <a:pt x="84107" y="39826"/>
                  <a:pt x="85078" y="37237"/>
                </a:cubicBezTo>
                <a:cubicBezTo>
                  <a:pt x="86571" y="36839"/>
                  <a:pt x="87990" y="36540"/>
                  <a:pt x="89384" y="36341"/>
                </a:cubicBezTo>
                <a:cubicBezTo>
                  <a:pt x="89484" y="36341"/>
                  <a:pt x="89583" y="36316"/>
                  <a:pt x="89683" y="36316"/>
                </a:cubicBezTo>
                <a:cubicBezTo>
                  <a:pt x="89857" y="36291"/>
                  <a:pt x="90081" y="36291"/>
                  <a:pt x="90255" y="36242"/>
                </a:cubicBezTo>
                <a:close/>
                <a:moveTo>
                  <a:pt x="93641" y="35993"/>
                </a:moveTo>
                <a:cubicBezTo>
                  <a:pt x="94188" y="35993"/>
                  <a:pt x="94761" y="35993"/>
                  <a:pt x="95283" y="36067"/>
                </a:cubicBezTo>
                <a:lnTo>
                  <a:pt x="95308" y="36067"/>
                </a:lnTo>
                <a:cubicBezTo>
                  <a:pt x="96702" y="36441"/>
                  <a:pt x="98121" y="36914"/>
                  <a:pt x="99490" y="37461"/>
                </a:cubicBezTo>
                <a:cubicBezTo>
                  <a:pt x="97250" y="40050"/>
                  <a:pt x="94562" y="41991"/>
                  <a:pt x="91724" y="43211"/>
                </a:cubicBezTo>
                <a:cubicBezTo>
                  <a:pt x="90554" y="42813"/>
                  <a:pt x="89285" y="42564"/>
                  <a:pt x="87916" y="42464"/>
                </a:cubicBezTo>
                <a:cubicBezTo>
                  <a:pt x="88986" y="40349"/>
                  <a:pt x="89932" y="38233"/>
                  <a:pt x="90728" y="36142"/>
                </a:cubicBezTo>
                <a:cubicBezTo>
                  <a:pt x="90927" y="36117"/>
                  <a:pt x="91102" y="36092"/>
                  <a:pt x="91301" y="36092"/>
                </a:cubicBezTo>
                <a:cubicBezTo>
                  <a:pt x="91450" y="36092"/>
                  <a:pt x="91599" y="36067"/>
                  <a:pt x="91774" y="36067"/>
                </a:cubicBezTo>
                <a:cubicBezTo>
                  <a:pt x="92396" y="36042"/>
                  <a:pt x="92968" y="35993"/>
                  <a:pt x="93591" y="35993"/>
                </a:cubicBezTo>
                <a:close/>
                <a:moveTo>
                  <a:pt x="84829" y="37287"/>
                </a:moveTo>
                <a:cubicBezTo>
                  <a:pt x="83833" y="39925"/>
                  <a:pt x="82390" y="41966"/>
                  <a:pt x="80598" y="43286"/>
                </a:cubicBezTo>
                <a:cubicBezTo>
                  <a:pt x="80523" y="43286"/>
                  <a:pt x="80473" y="43311"/>
                  <a:pt x="80398" y="43311"/>
                </a:cubicBezTo>
                <a:cubicBezTo>
                  <a:pt x="82240" y="42016"/>
                  <a:pt x="83709" y="39975"/>
                  <a:pt x="84730" y="37312"/>
                </a:cubicBezTo>
                <a:cubicBezTo>
                  <a:pt x="84754" y="37312"/>
                  <a:pt x="84779" y="37287"/>
                  <a:pt x="84829" y="37287"/>
                </a:cubicBezTo>
                <a:close/>
                <a:moveTo>
                  <a:pt x="99664" y="37536"/>
                </a:moveTo>
                <a:cubicBezTo>
                  <a:pt x="99689" y="37561"/>
                  <a:pt x="99739" y="37561"/>
                  <a:pt x="99764" y="37561"/>
                </a:cubicBezTo>
                <a:cubicBezTo>
                  <a:pt x="97548" y="40149"/>
                  <a:pt x="94910" y="42091"/>
                  <a:pt x="92072" y="43335"/>
                </a:cubicBezTo>
                <a:cubicBezTo>
                  <a:pt x="92048" y="43335"/>
                  <a:pt x="92023" y="43311"/>
                  <a:pt x="91973" y="43311"/>
                </a:cubicBezTo>
                <a:cubicBezTo>
                  <a:pt x="94810" y="42066"/>
                  <a:pt x="97449" y="40100"/>
                  <a:pt x="99664" y="37536"/>
                </a:cubicBezTo>
                <a:close/>
                <a:moveTo>
                  <a:pt x="87816" y="42663"/>
                </a:moveTo>
                <a:cubicBezTo>
                  <a:pt x="89110" y="42763"/>
                  <a:pt x="90330" y="42962"/>
                  <a:pt x="91450" y="43335"/>
                </a:cubicBezTo>
                <a:cubicBezTo>
                  <a:pt x="91425" y="43335"/>
                  <a:pt x="91400" y="43360"/>
                  <a:pt x="91351" y="43360"/>
                </a:cubicBezTo>
                <a:cubicBezTo>
                  <a:pt x="90280" y="43012"/>
                  <a:pt x="89061" y="42788"/>
                  <a:pt x="87791" y="42713"/>
                </a:cubicBezTo>
                <a:cubicBezTo>
                  <a:pt x="87791" y="42688"/>
                  <a:pt x="87816" y="42688"/>
                  <a:pt x="87816" y="42663"/>
                </a:cubicBezTo>
                <a:close/>
                <a:moveTo>
                  <a:pt x="70417" y="39801"/>
                </a:moveTo>
                <a:cubicBezTo>
                  <a:pt x="70815" y="39801"/>
                  <a:pt x="71239" y="39826"/>
                  <a:pt x="71612" y="39851"/>
                </a:cubicBezTo>
                <a:cubicBezTo>
                  <a:pt x="71687" y="39851"/>
                  <a:pt x="71786" y="39901"/>
                  <a:pt x="71886" y="39901"/>
                </a:cubicBezTo>
                <a:cubicBezTo>
                  <a:pt x="71985" y="39901"/>
                  <a:pt x="72035" y="39925"/>
                  <a:pt x="72135" y="39925"/>
                </a:cubicBezTo>
                <a:cubicBezTo>
                  <a:pt x="72384" y="39950"/>
                  <a:pt x="72608" y="39975"/>
                  <a:pt x="72856" y="40050"/>
                </a:cubicBezTo>
                <a:cubicBezTo>
                  <a:pt x="72881" y="40050"/>
                  <a:pt x="72931" y="40050"/>
                  <a:pt x="72981" y="40075"/>
                </a:cubicBezTo>
                <a:cubicBezTo>
                  <a:pt x="73130" y="40100"/>
                  <a:pt x="73255" y="40174"/>
                  <a:pt x="73379" y="40199"/>
                </a:cubicBezTo>
                <a:cubicBezTo>
                  <a:pt x="73404" y="40199"/>
                  <a:pt x="73479" y="40224"/>
                  <a:pt x="73504" y="40224"/>
                </a:cubicBezTo>
                <a:cubicBezTo>
                  <a:pt x="73479" y="40398"/>
                  <a:pt x="73404" y="40523"/>
                  <a:pt x="73379" y="40672"/>
                </a:cubicBezTo>
                <a:cubicBezTo>
                  <a:pt x="73180" y="41070"/>
                  <a:pt x="73031" y="41469"/>
                  <a:pt x="72906" y="41817"/>
                </a:cubicBezTo>
                <a:cubicBezTo>
                  <a:pt x="72782" y="41867"/>
                  <a:pt x="72657" y="41942"/>
                  <a:pt x="72533" y="42041"/>
                </a:cubicBezTo>
                <a:cubicBezTo>
                  <a:pt x="72508" y="42066"/>
                  <a:pt x="72433" y="42066"/>
                  <a:pt x="72408" y="42091"/>
                </a:cubicBezTo>
                <a:lnTo>
                  <a:pt x="71935" y="42365"/>
                </a:lnTo>
                <a:cubicBezTo>
                  <a:pt x="71687" y="42539"/>
                  <a:pt x="71438" y="42663"/>
                  <a:pt x="71189" y="42813"/>
                </a:cubicBezTo>
                <a:cubicBezTo>
                  <a:pt x="70915" y="42962"/>
                  <a:pt x="70666" y="43111"/>
                  <a:pt x="70392" y="43311"/>
                </a:cubicBezTo>
                <a:lnTo>
                  <a:pt x="70193" y="43410"/>
                </a:lnTo>
                <a:cubicBezTo>
                  <a:pt x="68824" y="42663"/>
                  <a:pt x="67505" y="41643"/>
                  <a:pt x="66211" y="40349"/>
                </a:cubicBezTo>
                <a:lnTo>
                  <a:pt x="66584" y="40249"/>
                </a:lnTo>
                <a:lnTo>
                  <a:pt x="66659" y="40249"/>
                </a:lnTo>
                <a:cubicBezTo>
                  <a:pt x="66808" y="40224"/>
                  <a:pt x="66932" y="40199"/>
                  <a:pt x="67082" y="40174"/>
                </a:cubicBezTo>
                <a:cubicBezTo>
                  <a:pt x="67206" y="40125"/>
                  <a:pt x="67380" y="40100"/>
                  <a:pt x="67505" y="40100"/>
                </a:cubicBezTo>
                <a:cubicBezTo>
                  <a:pt x="67580" y="40075"/>
                  <a:pt x="67679" y="40075"/>
                  <a:pt x="67779" y="40050"/>
                </a:cubicBezTo>
                <a:cubicBezTo>
                  <a:pt x="67828" y="40050"/>
                  <a:pt x="67903" y="40000"/>
                  <a:pt x="67953" y="40000"/>
                </a:cubicBezTo>
                <a:cubicBezTo>
                  <a:pt x="68127" y="39975"/>
                  <a:pt x="68252" y="39975"/>
                  <a:pt x="68401" y="39950"/>
                </a:cubicBezTo>
                <a:lnTo>
                  <a:pt x="68501" y="39950"/>
                </a:lnTo>
                <a:cubicBezTo>
                  <a:pt x="68575" y="39950"/>
                  <a:pt x="68700" y="39925"/>
                  <a:pt x="68799" y="39925"/>
                </a:cubicBezTo>
                <a:cubicBezTo>
                  <a:pt x="68899" y="39925"/>
                  <a:pt x="68949" y="39925"/>
                  <a:pt x="69048" y="39901"/>
                </a:cubicBezTo>
                <a:cubicBezTo>
                  <a:pt x="69272" y="39851"/>
                  <a:pt x="69496" y="39851"/>
                  <a:pt x="69695" y="39826"/>
                </a:cubicBezTo>
                <a:cubicBezTo>
                  <a:pt x="69944" y="39826"/>
                  <a:pt x="70193" y="39801"/>
                  <a:pt x="70417" y="39801"/>
                </a:cubicBezTo>
                <a:close/>
                <a:moveTo>
                  <a:pt x="76043" y="42240"/>
                </a:moveTo>
                <a:cubicBezTo>
                  <a:pt x="76117" y="42290"/>
                  <a:pt x="76142" y="42315"/>
                  <a:pt x="76142" y="42315"/>
                </a:cubicBezTo>
                <a:cubicBezTo>
                  <a:pt x="76167" y="42315"/>
                  <a:pt x="76167" y="42340"/>
                  <a:pt x="76192" y="42340"/>
                </a:cubicBezTo>
                <a:cubicBezTo>
                  <a:pt x="76267" y="42415"/>
                  <a:pt x="76291" y="42514"/>
                  <a:pt x="76316" y="42564"/>
                </a:cubicBezTo>
                <a:cubicBezTo>
                  <a:pt x="76366" y="42614"/>
                  <a:pt x="76391" y="42663"/>
                  <a:pt x="76416" y="42713"/>
                </a:cubicBezTo>
                <a:cubicBezTo>
                  <a:pt x="76416" y="42738"/>
                  <a:pt x="76441" y="42738"/>
                  <a:pt x="76441" y="42788"/>
                </a:cubicBezTo>
                <a:cubicBezTo>
                  <a:pt x="76515" y="42887"/>
                  <a:pt x="76615" y="42987"/>
                  <a:pt x="76665" y="43087"/>
                </a:cubicBezTo>
                <a:cubicBezTo>
                  <a:pt x="76739" y="43186"/>
                  <a:pt x="76789" y="43286"/>
                  <a:pt x="76864" y="43335"/>
                </a:cubicBezTo>
                <a:cubicBezTo>
                  <a:pt x="76864" y="43335"/>
                  <a:pt x="76864" y="43360"/>
                  <a:pt x="76814" y="43360"/>
                </a:cubicBezTo>
                <a:lnTo>
                  <a:pt x="76814" y="43410"/>
                </a:lnTo>
                <a:cubicBezTo>
                  <a:pt x="76789" y="43360"/>
                  <a:pt x="76789" y="43335"/>
                  <a:pt x="76764" y="43311"/>
                </a:cubicBezTo>
                <a:cubicBezTo>
                  <a:pt x="76565" y="43037"/>
                  <a:pt x="76366" y="42788"/>
                  <a:pt x="76192" y="42489"/>
                </a:cubicBezTo>
                <a:cubicBezTo>
                  <a:pt x="76142" y="42415"/>
                  <a:pt x="76117" y="42340"/>
                  <a:pt x="76043" y="42240"/>
                </a:cubicBezTo>
                <a:close/>
                <a:moveTo>
                  <a:pt x="77262" y="43186"/>
                </a:moveTo>
                <a:lnTo>
                  <a:pt x="77287" y="43211"/>
                </a:lnTo>
                <a:lnTo>
                  <a:pt x="77212" y="43410"/>
                </a:lnTo>
                <a:lnTo>
                  <a:pt x="77163" y="43360"/>
                </a:lnTo>
                <a:cubicBezTo>
                  <a:pt x="77212" y="43286"/>
                  <a:pt x="77237" y="43261"/>
                  <a:pt x="77262" y="43186"/>
                </a:cubicBezTo>
                <a:close/>
                <a:moveTo>
                  <a:pt x="91799" y="43435"/>
                </a:moveTo>
                <a:cubicBezTo>
                  <a:pt x="91823" y="43435"/>
                  <a:pt x="91823" y="43460"/>
                  <a:pt x="91848" y="43460"/>
                </a:cubicBezTo>
                <a:cubicBezTo>
                  <a:pt x="91823" y="43460"/>
                  <a:pt x="91799" y="43510"/>
                  <a:pt x="91774" y="43510"/>
                </a:cubicBezTo>
                <a:cubicBezTo>
                  <a:pt x="91724" y="43460"/>
                  <a:pt x="91699" y="43460"/>
                  <a:pt x="91674" y="43460"/>
                </a:cubicBezTo>
                <a:cubicBezTo>
                  <a:pt x="91699" y="43460"/>
                  <a:pt x="91724" y="43435"/>
                  <a:pt x="91774" y="43435"/>
                </a:cubicBezTo>
                <a:close/>
                <a:moveTo>
                  <a:pt x="86678" y="42626"/>
                </a:moveTo>
                <a:cubicBezTo>
                  <a:pt x="86902" y="42626"/>
                  <a:pt x="87124" y="42630"/>
                  <a:pt x="87343" y="42639"/>
                </a:cubicBezTo>
                <a:cubicBezTo>
                  <a:pt x="87343" y="42663"/>
                  <a:pt x="87318" y="42663"/>
                  <a:pt x="87318" y="42688"/>
                </a:cubicBezTo>
                <a:cubicBezTo>
                  <a:pt x="87158" y="42684"/>
                  <a:pt x="86996" y="42683"/>
                  <a:pt x="86834" y="42683"/>
                </a:cubicBezTo>
                <a:cubicBezTo>
                  <a:pt x="84895" y="42683"/>
                  <a:pt x="82810" y="42955"/>
                  <a:pt x="80579" y="43520"/>
                </a:cubicBezTo>
                <a:lnTo>
                  <a:pt x="80579" y="43520"/>
                </a:lnTo>
                <a:cubicBezTo>
                  <a:pt x="80625" y="43497"/>
                  <a:pt x="80661" y="43453"/>
                  <a:pt x="80697" y="43435"/>
                </a:cubicBezTo>
                <a:cubicBezTo>
                  <a:pt x="82807" y="42902"/>
                  <a:pt x="84819" y="42626"/>
                  <a:pt x="86678" y="42626"/>
                </a:cubicBezTo>
                <a:close/>
                <a:moveTo>
                  <a:pt x="66011" y="40349"/>
                </a:moveTo>
                <a:cubicBezTo>
                  <a:pt x="67306" y="41693"/>
                  <a:pt x="68675" y="42713"/>
                  <a:pt x="70044" y="43510"/>
                </a:cubicBezTo>
                <a:cubicBezTo>
                  <a:pt x="70019" y="43510"/>
                  <a:pt x="70019" y="43535"/>
                  <a:pt x="69994" y="43535"/>
                </a:cubicBezTo>
                <a:cubicBezTo>
                  <a:pt x="68625" y="42738"/>
                  <a:pt x="67256" y="41718"/>
                  <a:pt x="65937" y="40398"/>
                </a:cubicBezTo>
                <a:cubicBezTo>
                  <a:pt x="65962" y="40398"/>
                  <a:pt x="65962" y="40398"/>
                  <a:pt x="66011" y="40349"/>
                </a:cubicBezTo>
                <a:close/>
                <a:moveTo>
                  <a:pt x="71451" y="42939"/>
                </a:moveTo>
                <a:cubicBezTo>
                  <a:pt x="71199" y="43088"/>
                  <a:pt x="70947" y="43246"/>
                  <a:pt x="70691" y="43410"/>
                </a:cubicBezTo>
                <a:cubicBezTo>
                  <a:pt x="70591" y="43460"/>
                  <a:pt x="70542" y="43510"/>
                  <a:pt x="70492" y="43535"/>
                </a:cubicBezTo>
                <a:lnTo>
                  <a:pt x="70417" y="43535"/>
                </a:lnTo>
                <a:lnTo>
                  <a:pt x="70591" y="43435"/>
                </a:lnTo>
                <a:cubicBezTo>
                  <a:pt x="70882" y="43269"/>
                  <a:pt x="71167" y="43103"/>
                  <a:pt x="71451" y="42939"/>
                </a:cubicBezTo>
                <a:close/>
                <a:moveTo>
                  <a:pt x="84506" y="37411"/>
                </a:moveTo>
                <a:lnTo>
                  <a:pt x="84506" y="37411"/>
                </a:lnTo>
                <a:cubicBezTo>
                  <a:pt x="83435" y="40174"/>
                  <a:pt x="81842" y="42215"/>
                  <a:pt x="79876" y="43460"/>
                </a:cubicBezTo>
                <a:cubicBezTo>
                  <a:pt x="79726" y="43510"/>
                  <a:pt x="79577" y="43559"/>
                  <a:pt x="79453" y="43584"/>
                </a:cubicBezTo>
                <a:cubicBezTo>
                  <a:pt x="79353" y="43559"/>
                  <a:pt x="79278" y="43535"/>
                  <a:pt x="79204" y="43510"/>
                </a:cubicBezTo>
                <a:cubicBezTo>
                  <a:pt x="79154" y="43510"/>
                  <a:pt x="79129" y="43460"/>
                  <a:pt x="79104" y="43460"/>
                </a:cubicBezTo>
                <a:cubicBezTo>
                  <a:pt x="78980" y="43410"/>
                  <a:pt x="78855" y="43335"/>
                  <a:pt x="78781" y="43286"/>
                </a:cubicBezTo>
                <a:cubicBezTo>
                  <a:pt x="78382" y="43062"/>
                  <a:pt x="78108" y="42838"/>
                  <a:pt x="77835" y="42663"/>
                </a:cubicBezTo>
                <a:cubicBezTo>
                  <a:pt x="78457" y="41469"/>
                  <a:pt x="79029" y="40299"/>
                  <a:pt x="79577" y="39154"/>
                </a:cubicBezTo>
                <a:cubicBezTo>
                  <a:pt x="81245" y="38432"/>
                  <a:pt x="82888" y="37859"/>
                  <a:pt x="84506" y="37411"/>
                </a:cubicBezTo>
                <a:close/>
                <a:moveTo>
                  <a:pt x="70293" y="43584"/>
                </a:moveTo>
                <a:cubicBezTo>
                  <a:pt x="70268" y="43584"/>
                  <a:pt x="70268" y="43634"/>
                  <a:pt x="70243" y="43634"/>
                </a:cubicBezTo>
                <a:cubicBezTo>
                  <a:pt x="70243" y="43634"/>
                  <a:pt x="70207" y="43634"/>
                  <a:pt x="70196" y="43603"/>
                </a:cubicBezTo>
                <a:lnTo>
                  <a:pt x="70196" y="43603"/>
                </a:lnTo>
                <a:cubicBezTo>
                  <a:pt x="70201" y="43593"/>
                  <a:pt x="70208" y="43584"/>
                  <a:pt x="70218" y="43584"/>
                </a:cubicBezTo>
                <a:close/>
                <a:moveTo>
                  <a:pt x="70193" y="43609"/>
                </a:moveTo>
                <a:cubicBezTo>
                  <a:pt x="70193" y="43638"/>
                  <a:pt x="70192" y="43649"/>
                  <a:pt x="70187" y="43649"/>
                </a:cubicBezTo>
                <a:cubicBezTo>
                  <a:pt x="70183" y="43649"/>
                  <a:pt x="70177" y="43643"/>
                  <a:pt x="70168" y="43634"/>
                </a:cubicBezTo>
                <a:lnTo>
                  <a:pt x="70168" y="43634"/>
                </a:lnTo>
                <a:cubicBezTo>
                  <a:pt x="70177" y="43642"/>
                  <a:pt x="70182" y="43645"/>
                  <a:pt x="70185" y="43645"/>
                </a:cubicBezTo>
                <a:cubicBezTo>
                  <a:pt x="70190" y="43645"/>
                  <a:pt x="70185" y="43634"/>
                  <a:pt x="70168" y="43634"/>
                </a:cubicBezTo>
                <a:cubicBezTo>
                  <a:pt x="70181" y="43634"/>
                  <a:pt x="70187" y="43622"/>
                  <a:pt x="70193" y="43609"/>
                </a:cubicBezTo>
                <a:close/>
                <a:moveTo>
                  <a:pt x="77038" y="43535"/>
                </a:moveTo>
                <a:lnTo>
                  <a:pt x="77038" y="43559"/>
                </a:lnTo>
                <a:lnTo>
                  <a:pt x="77038" y="43584"/>
                </a:lnTo>
                <a:lnTo>
                  <a:pt x="77038" y="43634"/>
                </a:lnTo>
                <a:lnTo>
                  <a:pt x="77038" y="43659"/>
                </a:lnTo>
                <a:cubicBezTo>
                  <a:pt x="77013" y="43634"/>
                  <a:pt x="77013" y="43584"/>
                  <a:pt x="77013" y="43584"/>
                </a:cubicBezTo>
                <a:cubicBezTo>
                  <a:pt x="77038" y="43559"/>
                  <a:pt x="77038" y="43559"/>
                  <a:pt x="77038" y="43535"/>
                </a:cubicBezTo>
                <a:close/>
                <a:moveTo>
                  <a:pt x="79062" y="43652"/>
                </a:moveTo>
                <a:cubicBezTo>
                  <a:pt x="79097" y="43661"/>
                  <a:pt x="79120" y="43667"/>
                  <a:pt x="79154" y="43684"/>
                </a:cubicBezTo>
                <a:lnTo>
                  <a:pt x="79129" y="43684"/>
                </a:lnTo>
                <a:cubicBezTo>
                  <a:pt x="79106" y="43672"/>
                  <a:pt x="79082" y="43661"/>
                  <a:pt x="79062" y="43652"/>
                </a:cubicBezTo>
                <a:close/>
                <a:moveTo>
                  <a:pt x="80174" y="43584"/>
                </a:moveTo>
                <a:lnTo>
                  <a:pt x="80000" y="43684"/>
                </a:lnTo>
                <a:cubicBezTo>
                  <a:pt x="79950" y="43709"/>
                  <a:pt x="79876" y="43709"/>
                  <a:pt x="79826" y="43734"/>
                </a:cubicBezTo>
                <a:cubicBezTo>
                  <a:pt x="79876" y="43709"/>
                  <a:pt x="79926" y="43684"/>
                  <a:pt x="79975" y="43659"/>
                </a:cubicBezTo>
                <a:cubicBezTo>
                  <a:pt x="80025" y="43609"/>
                  <a:pt x="80100" y="43609"/>
                  <a:pt x="80174" y="43584"/>
                </a:cubicBezTo>
                <a:close/>
                <a:moveTo>
                  <a:pt x="77810" y="43311"/>
                </a:moveTo>
                <a:cubicBezTo>
                  <a:pt x="77860" y="43335"/>
                  <a:pt x="77909" y="43335"/>
                  <a:pt x="77934" y="43385"/>
                </a:cubicBezTo>
                <a:cubicBezTo>
                  <a:pt x="78133" y="43535"/>
                  <a:pt x="78308" y="43659"/>
                  <a:pt x="78507" y="43784"/>
                </a:cubicBezTo>
                <a:lnTo>
                  <a:pt x="78034" y="43784"/>
                </a:lnTo>
                <a:cubicBezTo>
                  <a:pt x="78009" y="43759"/>
                  <a:pt x="78009" y="43684"/>
                  <a:pt x="77984" y="43659"/>
                </a:cubicBezTo>
                <a:cubicBezTo>
                  <a:pt x="77984" y="43634"/>
                  <a:pt x="77984" y="43634"/>
                  <a:pt x="77959" y="43584"/>
                </a:cubicBezTo>
                <a:cubicBezTo>
                  <a:pt x="77909" y="43535"/>
                  <a:pt x="77884" y="43435"/>
                  <a:pt x="77860" y="43385"/>
                </a:cubicBezTo>
                <a:cubicBezTo>
                  <a:pt x="77860" y="43335"/>
                  <a:pt x="77810" y="43335"/>
                  <a:pt x="77810" y="43311"/>
                </a:cubicBezTo>
                <a:close/>
                <a:moveTo>
                  <a:pt x="77586" y="43161"/>
                </a:moveTo>
                <a:cubicBezTo>
                  <a:pt x="77660" y="43311"/>
                  <a:pt x="77735" y="43460"/>
                  <a:pt x="77835" y="43634"/>
                </a:cubicBezTo>
                <a:cubicBezTo>
                  <a:pt x="77785" y="43684"/>
                  <a:pt x="77835" y="43759"/>
                  <a:pt x="77860" y="43808"/>
                </a:cubicBezTo>
                <a:lnTo>
                  <a:pt x="77785" y="43808"/>
                </a:lnTo>
                <a:cubicBezTo>
                  <a:pt x="77760" y="43709"/>
                  <a:pt x="77685" y="43634"/>
                  <a:pt x="77660" y="43535"/>
                </a:cubicBezTo>
                <a:cubicBezTo>
                  <a:pt x="77636" y="43460"/>
                  <a:pt x="77611" y="43435"/>
                  <a:pt x="77611" y="43360"/>
                </a:cubicBezTo>
                <a:lnTo>
                  <a:pt x="77611" y="43335"/>
                </a:lnTo>
                <a:cubicBezTo>
                  <a:pt x="77561" y="43311"/>
                  <a:pt x="77561" y="43286"/>
                  <a:pt x="77536" y="43211"/>
                </a:cubicBezTo>
                <a:cubicBezTo>
                  <a:pt x="77536" y="43211"/>
                  <a:pt x="77536" y="43186"/>
                  <a:pt x="77586" y="43186"/>
                </a:cubicBezTo>
                <a:lnTo>
                  <a:pt x="77586" y="43161"/>
                </a:lnTo>
                <a:close/>
                <a:moveTo>
                  <a:pt x="76914" y="43808"/>
                </a:moveTo>
                <a:cubicBezTo>
                  <a:pt x="76914" y="43833"/>
                  <a:pt x="76914" y="43833"/>
                  <a:pt x="76889" y="43833"/>
                </a:cubicBezTo>
                <a:lnTo>
                  <a:pt x="76864" y="43833"/>
                </a:lnTo>
                <a:cubicBezTo>
                  <a:pt x="76889" y="43833"/>
                  <a:pt x="76889" y="43808"/>
                  <a:pt x="76914" y="43808"/>
                </a:cubicBezTo>
                <a:close/>
                <a:moveTo>
                  <a:pt x="77188" y="43759"/>
                </a:moveTo>
                <a:cubicBezTo>
                  <a:pt x="77237" y="43784"/>
                  <a:pt x="77262" y="43808"/>
                  <a:pt x="77262" y="43833"/>
                </a:cubicBezTo>
                <a:lnTo>
                  <a:pt x="77188" y="43833"/>
                </a:lnTo>
                <a:lnTo>
                  <a:pt x="77163" y="43808"/>
                </a:lnTo>
                <a:cubicBezTo>
                  <a:pt x="77163" y="43808"/>
                  <a:pt x="77163" y="43784"/>
                  <a:pt x="77188" y="43784"/>
                </a:cubicBezTo>
                <a:lnTo>
                  <a:pt x="77188" y="43759"/>
                </a:lnTo>
                <a:close/>
                <a:moveTo>
                  <a:pt x="77387" y="43460"/>
                </a:moveTo>
                <a:lnTo>
                  <a:pt x="77586" y="43833"/>
                </a:lnTo>
                <a:lnTo>
                  <a:pt x="77511" y="43833"/>
                </a:lnTo>
                <a:cubicBezTo>
                  <a:pt x="77486" y="43784"/>
                  <a:pt x="77486" y="43784"/>
                  <a:pt x="77461" y="43759"/>
                </a:cubicBezTo>
                <a:cubicBezTo>
                  <a:pt x="77412" y="43684"/>
                  <a:pt x="77362" y="43634"/>
                  <a:pt x="77337" y="43584"/>
                </a:cubicBezTo>
                <a:cubicBezTo>
                  <a:pt x="77362" y="43559"/>
                  <a:pt x="77387" y="43510"/>
                  <a:pt x="77387" y="43460"/>
                </a:cubicBezTo>
                <a:close/>
                <a:moveTo>
                  <a:pt x="105439" y="26858"/>
                </a:moveTo>
                <a:cubicBezTo>
                  <a:pt x="108774" y="28102"/>
                  <a:pt x="111363" y="30193"/>
                  <a:pt x="113205" y="33006"/>
                </a:cubicBezTo>
                <a:lnTo>
                  <a:pt x="113205" y="33130"/>
                </a:lnTo>
                <a:lnTo>
                  <a:pt x="113205" y="33180"/>
                </a:lnTo>
                <a:cubicBezTo>
                  <a:pt x="113105" y="33877"/>
                  <a:pt x="112981" y="34599"/>
                  <a:pt x="112832" y="35345"/>
                </a:cubicBezTo>
                <a:cubicBezTo>
                  <a:pt x="112782" y="35445"/>
                  <a:pt x="112782" y="35495"/>
                  <a:pt x="112757" y="35594"/>
                </a:cubicBezTo>
                <a:cubicBezTo>
                  <a:pt x="112234" y="38308"/>
                  <a:pt x="111413" y="41095"/>
                  <a:pt x="110392" y="43958"/>
                </a:cubicBezTo>
                <a:cubicBezTo>
                  <a:pt x="108998" y="42564"/>
                  <a:pt x="107455" y="41319"/>
                  <a:pt x="105763" y="40224"/>
                </a:cubicBezTo>
                <a:lnTo>
                  <a:pt x="105738" y="40199"/>
                </a:lnTo>
                <a:cubicBezTo>
                  <a:pt x="105713" y="40149"/>
                  <a:pt x="105638" y="40100"/>
                  <a:pt x="105613" y="40050"/>
                </a:cubicBezTo>
                <a:lnTo>
                  <a:pt x="105514" y="39925"/>
                </a:lnTo>
                <a:lnTo>
                  <a:pt x="105489" y="39901"/>
                </a:lnTo>
                <a:lnTo>
                  <a:pt x="105464" y="39851"/>
                </a:lnTo>
                <a:lnTo>
                  <a:pt x="105265" y="39677"/>
                </a:lnTo>
                <a:cubicBezTo>
                  <a:pt x="105165" y="39577"/>
                  <a:pt x="105041" y="39477"/>
                  <a:pt x="104941" y="39403"/>
                </a:cubicBezTo>
                <a:cubicBezTo>
                  <a:pt x="104767" y="39228"/>
                  <a:pt x="104618" y="39054"/>
                  <a:pt x="104418" y="38930"/>
                </a:cubicBezTo>
                <a:cubicBezTo>
                  <a:pt x="104319" y="38830"/>
                  <a:pt x="104219" y="38780"/>
                  <a:pt x="104070" y="38681"/>
                </a:cubicBezTo>
                <a:cubicBezTo>
                  <a:pt x="103896" y="38532"/>
                  <a:pt x="103672" y="38357"/>
                  <a:pt x="103497" y="38233"/>
                </a:cubicBezTo>
                <a:cubicBezTo>
                  <a:pt x="103373" y="38183"/>
                  <a:pt x="103273" y="38083"/>
                  <a:pt x="103149" y="38034"/>
                </a:cubicBezTo>
                <a:cubicBezTo>
                  <a:pt x="102925" y="37909"/>
                  <a:pt x="102701" y="37735"/>
                  <a:pt x="102502" y="37611"/>
                </a:cubicBezTo>
                <a:lnTo>
                  <a:pt x="102128" y="37436"/>
                </a:lnTo>
                <a:cubicBezTo>
                  <a:pt x="102128" y="37436"/>
                  <a:pt x="102079" y="37436"/>
                  <a:pt x="102079" y="37411"/>
                </a:cubicBezTo>
                <a:cubicBezTo>
                  <a:pt x="102776" y="35420"/>
                  <a:pt x="103373" y="33454"/>
                  <a:pt x="103821" y="31512"/>
                </a:cubicBezTo>
                <a:cubicBezTo>
                  <a:pt x="104518" y="29994"/>
                  <a:pt x="105041" y="28426"/>
                  <a:pt x="105439" y="26858"/>
                </a:cubicBezTo>
                <a:close/>
                <a:moveTo>
                  <a:pt x="113504" y="33553"/>
                </a:moveTo>
                <a:cubicBezTo>
                  <a:pt x="114300" y="34873"/>
                  <a:pt x="114922" y="36341"/>
                  <a:pt x="115321" y="37959"/>
                </a:cubicBezTo>
                <a:cubicBezTo>
                  <a:pt x="114250" y="40125"/>
                  <a:pt x="112732" y="42166"/>
                  <a:pt x="110815" y="43958"/>
                </a:cubicBezTo>
                <a:cubicBezTo>
                  <a:pt x="112110" y="40349"/>
                  <a:pt x="113006" y="36864"/>
                  <a:pt x="113504" y="33553"/>
                </a:cubicBezTo>
                <a:close/>
                <a:moveTo>
                  <a:pt x="78233" y="43958"/>
                </a:moveTo>
                <a:cubicBezTo>
                  <a:pt x="78208" y="43983"/>
                  <a:pt x="78158" y="43983"/>
                  <a:pt x="78133" y="43983"/>
                </a:cubicBezTo>
                <a:cubicBezTo>
                  <a:pt x="78158" y="43958"/>
                  <a:pt x="78208" y="43958"/>
                  <a:pt x="78233" y="43958"/>
                </a:cubicBezTo>
                <a:close/>
                <a:moveTo>
                  <a:pt x="101730" y="38432"/>
                </a:moveTo>
                <a:cubicBezTo>
                  <a:pt x="102800" y="38955"/>
                  <a:pt x="103846" y="39527"/>
                  <a:pt x="104866" y="40149"/>
                </a:cubicBezTo>
                <a:cubicBezTo>
                  <a:pt x="104767" y="40224"/>
                  <a:pt x="104667" y="40299"/>
                  <a:pt x="104618" y="40398"/>
                </a:cubicBezTo>
                <a:cubicBezTo>
                  <a:pt x="104493" y="40473"/>
                  <a:pt x="104369" y="40597"/>
                  <a:pt x="104244" y="40697"/>
                </a:cubicBezTo>
                <a:cubicBezTo>
                  <a:pt x="104095" y="40846"/>
                  <a:pt x="103896" y="40971"/>
                  <a:pt x="103746" y="41095"/>
                </a:cubicBezTo>
                <a:cubicBezTo>
                  <a:pt x="103622" y="41195"/>
                  <a:pt x="103497" y="41319"/>
                  <a:pt x="103348" y="41419"/>
                </a:cubicBezTo>
                <a:lnTo>
                  <a:pt x="102875" y="41792"/>
                </a:lnTo>
                <a:cubicBezTo>
                  <a:pt x="102726" y="41917"/>
                  <a:pt x="102601" y="42016"/>
                  <a:pt x="102427" y="42141"/>
                </a:cubicBezTo>
                <a:cubicBezTo>
                  <a:pt x="102278" y="42215"/>
                  <a:pt x="102153" y="42340"/>
                  <a:pt x="102004" y="42439"/>
                </a:cubicBezTo>
                <a:cubicBezTo>
                  <a:pt x="101855" y="42564"/>
                  <a:pt x="101655" y="42663"/>
                  <a:pt x="101506" y="42788"/>
                </a:cubicBezTo>
                <a:cubicBezTo>
                  <a:pt x="101382" y="42887"/>
                  <a:pt x="101232" y="42937"/>
                  <a:pt x="101108" y="43037"/>
                </a:cubicBezTo>
                <a:cubicBezTo>
                  <a:pt x="100909" y="43161"/>
                  <a:pt x="100735" y="43286"/>
                  <a:pt x="100535" y="43385"/>
                </a:cubicBezTo>
                <a:cubicBezTo>
                  <a:pt x="100411" y="43435"/>
                  <a:pt x="100286" y="43510"/>
                  <a:pt x="100187" y="43584"/>
                </a:cubicBezTo>
                <a:cubicBezTo>
                  <a:pt x="99988" y="43709"/>
                  <a:pt x="99789" y="43833"/>
                  <a:pt x="99565" y="43933"/>
                </a:cubicBezTo>
                <a:cubicBezTo>
                  <a:pt x="99515" y="43958"/>
                  <a:pt x="99490" y="43983"/>
                  <a:pt x="99415" y="44032"/>
                </a:cubicBezTo>
                <a:cubicBezTo>
                  <a:pt x="100262" y="42166"/>
                  <a:pt x="101033" y="40299"/>
                  <a:pt x="101730" y="38432"/>
                </a:cubicBezTo>
                <a:close/>
                <a:moveTo>
                  <a:pt x="77436" y="44008"/>
                </a:moveTo>
                <a:cubicBezTo>
                  <a:pt x="77461" y="44032"/>
                  <a:pt x="77461" y="44057"/>
                  <a:pt x="77486" y="44057"/>
                </a:cubicBezTo>
                <a:lnTo>
                  <a:pt x="77412" y="44057"/>
                </a:lnTo>
                <a:lnTo>
                  <a:pt x="77412" y="44032"/>
                </a:lnTo>
                <a:lnTo>
                  <a:pt x="77387" y="44008"/>
                </a:lnTo>
                <a:close/>
                <a:moveTo>
                  <a:pt x="77909" y="43983"/>
                </a:moveTo>
                <a:cubicBezTo>
                  <a:pt x="77909" y="44032"/>
                  <a:pt x="77909" y="44032"/>
                  <a:pt x="77959" y="44057"/>
                </a:cubicBezTo>
                <a:lnTo>
                  <a:pt x="77884" y="44057"/>
                </a:lnTo>
                <a:cubicBezTo>
                  <a:pt x="77884" y="44032"/>
                  <a:pt x="77860" y="43983"/>
                  <a:pt x="77860" y="43983"/>
                </a:cubicBezTo>
                <a:close/>
                <a:moveTo>
                  <a:pt x="78781" y="44008"/>
                </a:moveTo>
                <a:cubicBezTo>
                  <a:pt x="78830" y="44008"/>
                  <a:pt x="78830" y="44032"/>
                  <a:pt x="78855" y="44032"/>
                </a:cubicBezTo>
                <a:cubicBezTo>
                  <a:pt x="78855" y="44032"/>
                  <a:pt x="78805" y="44032"/>
                  <a:pt x="78805" y="44057"/>
                </a:cubicBezTo>
                <a:lnTo>
                  <a:pt x="78631" y="44057"/>
                </a:lnTo>
                <a:cubicBezTo>
                  <a:pt x="78681" y="44032"/>
                  <a:pt x="78756" y="44032"/>
                  <a:pt x="78781" y="44008"/>
                </a:cubicBezTo>
                <a:close/>
                <a:moveTo>
                  <a:pt x="77113" y="44032"/>
                </a:moveTo>
                <a:lnTo>
                  <a:pt x="77138" y="44057"/>
                </a:lnTo>
                <a:cubicBezTo>
                  <a:pt x="77138" y="44057"/>
                  <a:pt x="77138" y="44082"/>
                  <a:pt x="77163" y="44082"/>
                </a:cubicBezTo>
                <a:lnTo>
                  <a:pt x="77038" y="44082"/>
                </a:lnTo>
                <a:cubicBezTo>
                  <a:pt x="77038" y="44057"/>
                  <a:pt x="77038" y="44057"/>
                  <a:pt x="77063" y="44032"/>
                </a:cubicBezTo>
                <a:close/>
                <a:moveTo>
                  <a:pt x="57947" y="32085"/>
                </a:moveTo>
                <a:cubicBezTo>
                  <a:pt x="59440" y="34300"/>
                  <a:pt x="60809" y="36515"/>
                  <a:pt x="61979" y="38681"/>
                </a:cubicBezTo>
                <a:cubicBezTo>
                  <a:pt x="59589" y="40398"/>
                  <a:pt x="57250" y="42215"/>
                  <a:pt x="55010" y="44132"/>
                </a:cubicBezTo>
                <a:lnTo>
                  <a:pt x="54985" y="44082"/>
                </a:lnTo>
                <a:cubicBezTo>
                  <a:pt x="54835" y="43933"/>
                  <a:pt x="54661" y="43759"/>
                  <a:pt x="54512" y="43584"/>
                </a:cubicBezTo>
                <a:cubicBezTo>
                  <a:pt x="54313" y="43335"/>
                  <a:pt x="54089" y="43087"/>
                  <a:pt x="53865" y="42887"/>
                </a:cubicBezTo>
                <a:cubicBezTo>
                  <a:pt x="53616" y="42589"/>
                  <a:pt x="53392" y="42340"/>
                  <a:pt x="53143" y="42066"/>
                </a:cubicBezTo>
                <a:cubicBezTo>
                  <a:pt x="53043" y="41966"/>
                  <a:pt x="52993" y="41892"/>
                  <a:pt x="52894" y="41792"/>
                </a:cubicBezTo>
                <a:cubicBezTo>
                  <a:pt x="51550" y="40224"/>
                  <a:pt x="50280" y="38556"/>
                  <a:pt x="49036" y="36839"/>
                </a:cubicBezTo>
                <a:cubicBezTo>
                  <a:pt x="52023" y="34723"/>
                  <a:pt x="55084" y="33130"/>
                  <a:pt x="57947" y="32085"/>
                </a:cubicBezTo>
                <a:close/>
                <a:moveTo>
                  <a:pt x="72657" y="42464"/>
                </a:moveTo>
                <a:lnTo>
                  <a:pt x="72657" y="42464"/>
                </a:lnTo>
                <a:cubicBezTo>
                  <a:pt x="72433" y="43037"/>
                  <a:pt x="72184" y="43559"/>
                  <a:pt x="71911" y="44132"/>
                </a:cubicBezTo>
                <a:cubicBezTo>
                  <a:pt x="71463" y="43983"/>
                  <a:pt x="71114" y="43808"/>
                  <a:pt x="70691" y="43634"/>
                </a:cubicBezTo>
                <a:cubicBezTo>
                  <a:pt x="70741" y="43584"/>
                  <a:pt x="70766" y="43584"/>
                  <a:pt x="70790" y="43559"/>
                </a:cubicBezTo>
                <a:cubicBezTo>
                  <a:pt x="71413" y="43186"/>
                  <a:pt x="72035" y="42813"/>
                  <a:pt x="72657" y="42464"/>
                </a:cubicBezTo>
                <a:close/>
                <a:moveTo>
                  <a:pt x="76789" y="44057"/>
                </a:moveTo>
                <a:cubicBezTo>
                  <a:pt x="76789" y="44082"/>
                  <a:pt x="76764" y="44082"/>
                  <a:pt x="76764" y="44132"/>
                </a:cubicBezTo>
                <a:lnTo>
                  <a:pt x="76739" y="44132"/>
                </a:lnTo>
                <a:cubicBezTo>
                  <a:pt x="76739" y="44082"/>
                  <a:pt x="76764" y="44082"/>
                  <a:pt x="76764" y="44057"/>
                </a:cubicBezTo>
                <a:close/>
                <a:moveTo>
                  <a:pt x="113329" y="33230"/>
                </a:moveTo>
                <a:cubicBezTo>
                  <a:pt x="113329" y="33255"/>
                  <a:pt x="113354" y="33304"/>
                  <a:pt x="113379" y="33304"/>
                </a:cubicBezTo>
                <a:cubicBezTo>
                  <a:pt x="113280" y="33976"/>
                  <a:pt x="113180" y="34624"/>
                  <a:pt x="113031" y="35321"/>
                </a:cubicBezTo>
                <a:cubicBezTo>
                  <a:pt x="113031" y="35370"/>
                  <a:pt x="113006" y="35420"/>
                  <a:pt x="113006" y="35470"/>
                </a:cubicBezTo>
                <a:cubicBezTo>
                  <a:pt x="112433" y="38283"/>
                  <a:pt x="111612" y="41170"/>
                  <a:pt x="110567" y="44132"/>
                </a:cubicBezTo>
                <a:lnTo>
                  <a:pt x="110517" y="44082"/>
                </a:lnTo>
                <a:cubicBezTo>
                  <a:pt x="111886" y="40324"/>
                  <a:pt x="112832" y="36690"/>
                  <a:pt x="113329" y="33230"/>
                </a:cubicBezTo>
                <a:close/>
                <a:moveTo>
                  <a:pt x="106211" y="40772"/>
                </a:moveTo>
                <a:cubicBezTo>
                  <a:pt x="107704" y="41792"/>
                  <a:pt x="109073" y="42912"/>
                  <a:pt x="110243" y="44132"/>
                </a:cubicBezTo>
                <a:cubicBezTo>
                  <a:pt x="110243" y="44157"/>
                  <a:pt x="110243" y="44157"/>
                  <a:pt x="110218" y="44182"/>
                </a:cubicBezTo>
                <a:cubicBezTo>
                  <a:pt x="109098" y="43012"/>
                  <a:pt x="107779" y="41917"/>
                  <a:pt x="106335" y="40921"/>
                </a:cubicBezTo>
                <a:cubicBezTo>
                  <a:pt x="106285" y="40846"/>
                  <a:pt x="106260" y="40821"/>
                  <a:pt x="106211" y="40772"/>
                </a:cubicBezTo>
                <a:close/>
                <a:moveTo>
                  <a:pt x="80199" y="44082"/>
                </a:moveTo>
                <a:cubicBezTo>
                  <a:pt x="80249" y="44082"/>
                  <a:pt x="80274" y="44082"/>
                  <a:pt x="80349" y="44132"/>
                </a:cubicBezTo>
                <a:cubicBezTo>
                  <a:pt x="80398" y="44132"/>
                  <a:pt x="80473" y="44157"/>
                  <a:pt x="80573" y="44182"/>
                </a:cubicBezTo>
                <a:cubicBezTo>
                  <a:pt x="80556" y="44190"/>
                  <a:pt x="80542" y="44193"/>
                  <a:pt x="80529" y="44193"/>
                </a:cubicBezTo>
                <a:cubicBezTo>
                  <a:pt x="80504" y="44193"/>
                  <a:pt x="80481" y="44182"/>
                  <a:pt x="80448" y="44182"/>
                </a:cubicBezTo>
                <a:lnTo>
                  <a:pt x="80374" y="44182"/>
                </a:lnTo>
                <a:lnTo>
                  <a:pt x="80100" y="44082"/>
                </a:lnTo>
                <a:close/>
                <a:moveTo>
                  <a:pt x="101506" y="38332"/>
                </a:moveTo>
                <a:cubicBezTo>
                  <a:pt x="101531" y="38332"/>
                  <a:pt x="101531" y="38357"/>
                  <a:pt x="101556" y="38357"/>
                </a:cubicBezTo>
                <a:cubicBezTo>
                  <a:pt x="100834" y="40299"/>
                  <a:pt x="100038" y="42215"/>
                  <a:pt x="99141" y="44182"/>
                </a:cubicBezTo>
                <a:cubicBezTo>
                  <a:pt x="99092" y="44182"/>
                  <a:pt x="99067" y="44207"/>
                  <a:pt x="99042" y="44207"/>
                </a:cubicBezTo>
                <a:cubicBezTo>
                  <a:pt x="99938" y="42265"/>
                  <a:pt x="100784" y="40249"/>
                  <a:pt x="101506" y="38332"/>
                </a:cubicBezTo>
                <a:close/>
                <a:moveTo>
                  <a:pt x="48886" y="36889"/>
                </a:moveTo>
                <a:cubicBezTo>
                  <a:pt x="50206" y="38731"/>
                  <a:pt x="51599" y="40473"/>
                  <a:pt x="52993" y="42116"/>
                </a:cubicBezTo>
                <a:cubicBezTo>
                  <a:pt x="52993" y="42166"/>
                  <a:pt x="53018" y="42166"/>
                  <a:pt x="53018" y="42190"/>
                </a:cubicBezTo>
                <a:cubicBezTo>
                  <a:pt x="53267" y="42489"/>
                  <a:pt x="53566" y="42788"/>
                  <a:pt x="53815" y="43087"/>
                </a:cubicBezTo>
                <a:cubicBezTo>
                  <a:pt x="53989" y="43311"/>
                  <a:pt x="54188" y="43535"/>
                  <a:pt x="54387" y="43734"/>
                </a:cubicBezTo>
                <a:cubicBezTo>
                  <a:pt x="54561" y="43908"/>
                  <a:pt x="54711" y="44057"/>
                  <a:pt x="54860" y="44232"/>
                </a:cubicBezTo>
                <a:cubicBezTo>
                  <a:pt x="54835" y="44232"/>
                  <a:pt x="54835" y="44281"/>
                  <a:pt x="54810" y="44281"/>
                </a:cubicBezTo>
                <a:cubicBezTo>
                  <a:pt x="54636" y="44082"/>
                  <a:pt x="54462" y="43908"/>
                  <a:pt x="54313" y="43709"/>
                </a:cubicBezTo>
                <a:cubicBezTo>
                  <a:pt x="54263" y="43684"/>
                  <a:pt x="54238" y="43659"/>
                  <a:pt x="54238" y="43609"/>
                </a:cubicBezTo>
                <a:cubicBezTo>
                  <a:pt x="52396" y="41568"/>
                  <a:pt x="50579" y="39303"/>
                  <a:pt x="48861" y="36938"/>
                </a:cubicBezTo>
                <a:cubicBezTo>
                  <a:pt x="48861" y="36938"/>
                  <a:pt x="48886" y="36938"/>
                  <a:pt x="48886" y="36889"/>
                </a:cubicBezTo>
                <a:close/>
                <a:moveTo>
                  <a:pt x="80747" y="44256"/>
                </a:moveTo>
                <a:cubicBezTo>
                  <a:pt x="80822" y="44256"/>
                  <a:pt x="80896" y="44281"/>
                  <a:pt x="80971" y="44281"/>
                </a:cubicBezTo>
                <a:cubicBezTo>
                  <a:pt x="80896" y="44281"/>
                  <a:pt x="80822" y="44281"/>
                  <a:pt x="80747" y="44256"/>
                </a:cubicBezTo>
                <a:close/>
                <a:moveTo>
                  <a:pt x="62079" y="38830"/>
                </a:moveTo>
                <a:cubicBezTo>
                  <a:pt x="62079" y="38855"/>
                  <a:pt x="62103" y="38855"/>
                  <a:pt x="62103" y="38880"/>
                </a:cubicBezTo>
                <a:cubicBezTo>
                  <a:pt x="59714" y="40597"/>
                  <a:pt x="57424" y="42415"/>
                  <a:pt x="55184" y="44306"/>
                </a:cubicBezTo>
                <a:cubicBezTo>
                  <a:pt x="55184" y="44281"/>
                  <a:pt x="55134" y="44281"/>
                  <a:pt x="55134" y="44256"/>
                </a:cubicBezTo>
                <a:cubicBezTo>
                  <a:pt x="57374" y="42340"/>
                  <a:pt x="59689" y="40548"/>
                  <a:pt x="62079" y="38830"/>
                </a:cubicBezTo>
                <a:close/>
                <a:moveTo>
                  <a:pt x="79627" y="44281"/>
                </a:moveTo>
                <a:cubicBezTo>
                  <a:pt x="79627" y="44281"/>
                  <a:pt x="79652" y="44281"/>
                  <a:pt x="79702" y="44306"/>
                </a:cubicBezTo>
                <a:lnTo>
                  <a:pt x="79627" y="44306"/>
                </a:lnTo>
                <a:lnTo>
                  <a:pt x="79602" y="44281"/>
                </a:lnTo>
                <a:close/>
                <a:moveTo>
                  <a:pt x="78034" y="44281"/>
                </a:moveTo>
                <a:cubicBezTo>
                  <a:pt x="78009" y="44281"/>
                  <a:pt x="78009" y="44281"/>
                  <a:pt x="78034" y="44306"/>
                </a:cubicBezTo>
                <a:cubicBezTo>
                  <a:pt x="78009" y="44306"/>
                  <a:pt x="78009" y="44306"/>
                  <a:pt x="78009" y="44331"/>
                </a:cubicBezTo>
                <a:cubicBezTo>
                  <a:pt x="78009" y="44306"/>
                  <a:pt x="78009" y="44306"/>
                  <a:pt x="77984" y="44281"/>
                </a:cubicBezTo>
                <a:close/>
                <a:moveTo>
                  <a:pt x="70492" y="43734"/>
                </a:moveTo>
                <a:cubicBezTo>
                  <a:pt x="70940" y="43933"/>
                  <a:pt x="71388" y="44157"/>
                  <a:pt x="71811" y="44306"/>
                </a:cubicBezTo>
                <a:cubicBezTo>
                  <a:pt x="71811" y="44331"/>
                  <a:pt x="71786" y="44331"/>
                  <a:pt x="71786" y="44356"/>
                </a:cubicBezTo>
                <a:cubicBezTo>
                  <a:pt x="71313" y="44207"/>
                  <a:pt x="70890" y="43983"/>
                  <a:pt x="70417" y="43784"/>
                </a:cubicBezTo>
                <a:cubicBezTo>
                  <a:pt x="70442" y="43784"/>
                  <a:pt x="70442" y="43734"/>
                  <a:pt x="70492" y="43734"/>
                </a:cubicBezTo>
                <a:close/>
                <a:moveTo>
                  <a:pt x="72632" y="43908"/>
                </a:moveTo>
                <a:lnTo>
                  <a:pt x="72632" y="44356"/>
                </a:lnTo>
                <a:cubicBezTo>
                  <a:pt x="72558" y="44331"/>
                  <a:pt x="72483" y="44331"/>
                  <a:pt x="72408" y="44306"/>
                </a:cubicBezTo>
                <a:cubicBezTo>
                  <a:pt x="72458" y="44182"/>
                  <a:pt x="72558" y="44032"/>
                  <a:pt x="72632" y="43908"/>
                </a:cubicBezTo>
                <a:close/>
                <a:moveTo>
                  <a:pt x="115370" y="38308"/>
                </a:moveTo>
                <a:lnTo>
                  <a:pt x="115370" y="38357"/>
                </a:lnTo>
                <a:cubicBezTo>
                  <a:pt x="114350" y="40373"/>
                  <a:pt x="112956" y="42290"/>
                  <a:pt x="111214" y="43933"/>
                </a:cubicBezTo>
                <a:lnTo>
                  <a:pt x="111164" y="43958"/>
                </a:lnTo>
                <a:lnTo>
                  <a:pt x="111089" y="44057"/>
                </a:lnTo>
                <a:cubicBezTo>
                  <a:pt x="110965" y="44157"/>
                  <a:pt x="110865" y="44281"/>
                  <a:pt x="110741" y="44356"/>
                </a:cubicBezTo>
                <a:cubicBezTo>
                  <a:pt x="110766" y="44331"/>
                  <a:pt x="110766" y="44331"/>
                  <a:pt x="110741" y="44306"/>
                </a:cubicBezTo>
                <a:lnTo>
                  <a:pt x="110815" y="44256"/>
                </a:lnTo>
                <a:cubicBezTo>
                  <a:pt x="110990" y="44057"/>
                  <a:pt x="111214" y="43883"/>
                  <a:pt x="111388" y="43684"/>
                </a:cubicBezTo>
                <a:lnTo>
                  <a:pt x="111861" y="43211"/>
                </a:lnTo>
                <a:lnTo>
                  <a:pt x="112135" y="42937"/>
                </a:lnTo>
                <a:cubicBezTo>
                  <a:pt x="112309" y="42738"/>
                  <a:pt x="112458" y="42589"/>
                  <a:pt x="112608" y="42415"/>
                </a:cubicBezTo>
                <a:cubicBezTo>
                  <a:pt x="112657" y="42315"/>
                  <a:pt x="112732" y="42265"/>
                  <a:pt x="112832" y="42166"/>
                </a:cubicBezTo>
                <a:cubicBezTo>
                  <a:pt x="112981" y="41966"/>
                  <a:pt x="113130" y="41792"/>
                  <a:pt x="113280" y="41568"/>
                </a:cubicBezTo>
                <a:cubicBezTo>
                  <a:pt x="113329" y="41494"/>
                  <a:pt x="113379" y="41444"/>
                  <a:pt x="113404" y="41419"/>
                </a:cubicBezTo>
                <a:cubicBezTo>
                  <a:pt x="113578" y="41195"/>
                  <a:pt x="113703" y="40996"/>
                  <a:pt x="113852" y="40797"/>
                </a:cubicBezTo>
                <a:cubicBezTo>
                  <a:pt x="113902" y="40697"/>
                  <a:pt x="113977" y="40622"/>
                  <a:pt x="114001" y="40548"/>
                </a:cubicBezTo>
                <a:cubicBezTo>
                  <a:pt x="114325" y="40075"/>
                  <a:pt x="114624" y="39602"/>
                  <a:pt x="114873" y="39129"/>
                </a:cubicBezTo>
                <a:cubicBezTo>
                  <a:pt x="114898" y="39104"/>
                  <a:pt x="114898" y="39079"/>
                  <a:pt x="114947" y="39054"/>
                </a:cubicBezTo>
                <a:cubicBezTo>
                  <a:pt x="115072" y="38830"/>
                  <a:pt x="115196" y="38631"/>
                  <a:pt x="115321" y="38432"/>
                </a:cubicBezTo>
                <a:lnTo>
                  <a:pt x="115321" y="38382"/>
                </a:lnTo>
                <a:cubicBezTo>
                  <a:pt x="115346" y="38357"/>
                  <a:pt x="115346" y="38332"/>
                  <a:pt x="115370" y="38308"/>
                </a:cubicBezTo>
                <a:close/>
                <a:moveTo>
                  <a:pt x="79278" y="44306"/>
                </a:moveTo>
                <a:cubicBezTo>
                  <a:pt x="79278" y="44306"/>
                  <a:pt x="79328" y="44306"/>
                  <a:pt x="79328" y="44331"/>
                </a:cubicBezTo>
                <a:cubicBezTo>
                  <a:pt x="79253" y="44331"/>
                  <a:pt x="79204" y="44381"/>
                  <a:pt x="79129" y="44381"/>
                </a:cubicBezTo>
                <a:cubicBezTo>
                  <a:pt x="79154" y="44381"/>
                  <a:pt x="79204" y="44331"/>
                  <a:pt x="79204" y="44331"/>
                </a:cubicBezTo>
                <a:cubicBezTo>
                  <a:pt x="79229" y="44306"/>
                  <a:pt x="79229" y="44306"/>
                  <a:pt x="79253" y="44306"/>
                </a:cubicBezTo>
                <a:close/>
                <a:moveTo>
                  <a:pt x="105090" y="40174"/>
                </a:moveTo>
                <a:cubicBezTo>
                  <a:pt x="105090" y="40174"/>
                  <a:pt x="105115" y="40174"/>
                  <a:pt x="105115" y="40199"/>
                </a:cubicBezTo>
                <a:cubicBezTo>
                  <a:pt x="105016" y="40274"/>
                  <a:pt x="104966" y="40349"/>
                  <a:pt x="104866" y="40423"/>
                </a:cubicBezTo>
                <a:cubicBezTo>
                  <a:pt x="104742" y="40548"/>
                  <a:pt x="104618" y="40672"/>
                  <a:pt x="104468" y="40797"/>
                </a:cubicBezTo>
                <a:lnTo>
                  <a:pt x="103995" y="41170"/>
                </a:lnTo>
                <a:cubicBezTo>
                  <a:pt x="103846" y="41294"/>
                  <a:pt x="103721" y="41419"/>
                  <a:pt x="103547" y="41543"/>
                </a:cubicBezTo>
                <a:cubicBezTo>
                  <a:pt x="103423" y="41643"/>
                  <a:pt x="103273" y="41742"/>
                  <a:pt x="103149" y="41842"/>
                </a:cubicBezTo>
                <a:cubicBezTo>
                  <a:pt x="102975" y="41966"/>
                  <a:pt x="102800" y="42116"/>
                  <a:pt x="102626" y="42265"/>
                </a:cubicBezTo>
                <a:cubicBezTo>
                  <a:pt x="102502" y="42340"/>
                  <a:pt x="102377" y="42415"/>
                  <a:pt x="102278" y="42514"/>
                </a:cubicBezTo>
                <a:cubicBezTo>
                  <a:pt x="102104" y="42639"/>
                  <a:pt x="101880" y="42788"/>
                  <a:pt x="101680" y="42912"/>
                </a:cubicBezTo>
                <a:lnTo>
                  <a:pt x="101407" y="43087"/>
                </a:lnTo>
                <a:cubicBezTo>
                  <a:pt x="101183" y="43261"/>
                  <a:pt x="100934" y="43385"/>
                  <a:pt x="100735" y="43535"/>
                </a:cubicBezTo>
                <a:cubicBezTo>
                  <a:pt x="100660" y="43559"/>
                  <a:pt x="100560" y="43634"/>
                  <a:pt x="100510" y="43659"/>
                </a:cubicBezTo>
                <a:cubicBezTo>
                  <a:pt x="100262" y="43808"/>
                  <a:pt x="99988" y="43958"/>
                  <a:pt x="99739" y="44082"/>
                </a:cubicBezTo>
                <a:cubicBezTo>
                  <a:pt x="99689" y="44132"/>
                  <a:pt x="99639" y="44132"/>
                  <a:pt x="99614" y="44157"/>
                </a:cubicBezTo>
                <a:cubicBezTo>
                  <a:pt x="99415" y="44306"/>
                  <a:pt x="99316" y="44381"/>
                  <a:pt x="99241" y="44381"/>
                </a:cubicBezTo>
                <a:cubicBezTo>
                  <a:pt x="99241" y="44331"/>
                  <a:pt x="99266" y="44331"/>
                  <a:pt x="99266" y="44306"/>
                </a:cubicBezTo>
                <a:cubicBezTo>
                  <a:pt x="99365" y="44281"/>
                  <a:pt x="99415" y="44207"/>
                  <a:pt x="99515" y="44182"/>
                </a:cubicBezTo>
                <a:cubicBezTo>
                  <a:pt x="99565" y="44157"/>
                  <a:pt x="99614" y="44132"/>
                  <a:pt x="99664" y="44082"/>
                </a:cubicBezTo>
                <a:cubicBezTo>
                  <a:pt x="99913" y="43958"/>
                  <a:pt x="100162" y="43808"/>
                  <a:pt x="100411" y="43659"/>
                </a:cubicBezTo>
                <a:cubicBezTo>
                  <a:pt x="100510" y="43584"/>
                  <a:pt x="100560" y="43559"/>
                  <a:pt x="100660" y="43510"/>
                </a:cubicBezTo>
                <a:cubicBezTo>
                  <a:pt x="100884" y="43360"/>
                  <a:pt x="101108" y="43211"/>
                  <a:pt x="101307" y="43087"/>
                </a:cubicBezTo>
                <a:cubicBezTo>
                  <a:pt x="101407" y="43037"/>
                  <a:pt x="101531" y="42962"/>
                  <a:pt x="101631" y="42912"/>
                </a:cubicBezTo>
                <a:cubicBezTo>
                  <a:pt x="101805" y="42788"/>
                  <a:pt x="102004" y="42663"/>
                  <a:pt x="102178" y="42489"/>
                </a:cubicBezTo>
                <a:lnTo>
                  <a:pt x="102552" y="42215"/>
                </a:lnTo>
                <a:cubicBezTo>
                  <a:pt x="102726" y="42091"/>
                  <a:pt x="102900" y="41966"/>
                  <a:pt x="103049" y="41842"/>
                </a:cubicBezTo>
                <a:cubicBezTo>
                  <a:pt x="103224" y="41718"/>
                  <a:pt x="103348" y="41643"/>
                  <a:pt x="103497" y="41494"/>
                </a:cubicBezTo>
                <a:cubicBezTo>
                  <a:pt x="103647" y="41369"/>
                  <a:pt x="103771" y="41245"/>
                  <a:pt x="103921" y="41145"/>
                </a:cubicBezTo>
                <a:lnTo>
                  <a:pt x="104394" y="40772"/>
                </a:lnTo>
                <a:cubicBezTo>
                  <a:pt x="104518" y="40647"/>
                  <a:pt x="104642" y="40523"/>
                  <a:pt x="104792" y="40398"/>
                </a:cubicBezTo>
                <a:cubicBezTo>
                  <a:pt x="104891" y="40324"/>
                  <a:pt x="104966" y="40224"/>
                  <a:pt x="105041" y="40174"/>
                </a:cubicBezTo>
                <a:close/>
                <a:moveTo>
                  <a:pt x="77735" y="44331"/>
                </a:moveTo>
                <a:lnTo>
                  <a:pt x="77760" y="44381"/>
                </a:lnTo>
                <a:cubicBezTo>
                  <a:pt x="77760" y="44381"/>
                  <a:pt x="77760" y="44406"/>
                  <a:pt x="77785" y="44406"/>
                </a:cubicBezTo>
                <a:lnTo>
                  <a:pt x="77735" y="44406"/>
                </a:lnTo>
                <a:cubicBezTo>
                  <a:pt x="77685" y="44406"/>
                  <a:pt x="77660" y="44406"/>
                  <a:pt x="77660" y="44381"/>
                </a:cubicBezTo>
                <a:cubicBezTo>
                  <a:pt x="77710" y="44381"/>
                  <a:pt x="77735" y="44331"/>
                  <a:pt x="77735" y="44331"/>
                </a:cubicBezTo>
                <a:close/>
                <a:moveTo>
                  <a:pt x="72905" y="43305"/>
                </a:moveTo>
                <a:lnTo>
                  <a:pt x="72905" y="43305"/>
                </a:lnTo>
                <a:cubicBezTo>
                  <a:pt x="72881" y="43696"/>
                  <a:pt x="72857" y="44063"/>
                  <a:pt x="72881" y="44431"/>
                </a:cubicBezTo>
                <a:cubicBezTo>
                  <a:pt x="72832" y="44431"/>
                  <a:pt x="72832" y="44431"/>
                  <a:pt x="72807" y="44406"/>
                </a:cubicBezTo>
                <a:cubicBezTo>
                  <a:pt x="72807" y="44082"/>
                  <a:pt x="72807" y="43759"/>
                  <a:pt x="72856" y="43435"/>
                </a:cubicBezTo>
                <a:cubicBezTo>
                  <a:pt x="72878" y="43392"/>
                  <a:pt x="72900" y="43349"/>
                  <a:pt x="72905" y="43305"/>
                </a:cubicBezTo>
                <a:close/>
                <a:moveTo>
                  <a:pt x="74848" y="41294"/>
                </a:moveTo>
                <a:cubicBezTo>
                  <a:pt x="75122" y="41543"/>
                  <a:pt x="75395" y="41718"/>
                  <a:pt x="75669" y="41942"/>
                </a:cubicBezTo>
                <a:cubicBezTo>
                  <a:pt x="75744" y="42066"/>
                  <a:pt x="75819" y="42190"/>
                  <a:pt x="75893" y="42315"/>
                </a:cubicBezTo>
                <a:cubicBezTo>
                  <a:pt x="75893" y="42340"/>
                  <a:pt x="75918" y="42340"/>
                  <a:pt x="75918" y="42365"/>
                </a:cubicBezTo>
                <a:cubicBezTo>
                  <a:pt x="75918" y="42415"/>
                  <a:pt x="75968" y="42415"/>
                  <a:pt x="75968" y="42439"/>
                </a:cubicBezTo>
                <a:cubicBezTo>
                  <a:pt x="76018" y="42564"/>
                  <a:pt x="76092" y="42663"/>
                  <a:pt x="76167" y="42788"/>
                </a:cubicBezTo>
                <a:lnTo>
                  <a:pt x="76366" y="43062"/>
                </a:lnTo>
                <a:cubicBezTo>
                  <a:pt x="76391" y="43111"/>
                  <a:pt x="76466" y="43186"/>
                  <a:pt x="76491" y="43236"/>
                </a:cubicBezTo>
                <a:cubicBezTo>
                  <a:pt x="76491" y="43286"/>
                  <a:pt x="76515" y="43286"/>
                  <a:pt x="76515" y="43311"/>
                </a:cubicBezTo>
                <a:lnTo>
                  <a:pt x="76715" y="43584"/>
                </a:lnTo>
                <a:lnTo>
                  <a:pt x="76739" y="43609"/>
                </a:lnTo>
                <a:cubicBezTo>
                  <a:pt x="76665" y="43709"/>
                  <a:pt x="76640" y="43808"/>
                  <a:pt x="76590" y="43908"/>
                </a:cubicBezTo>
                <a:cubicBezTo>
                  <a:pt x="75669" y="43983"/>
                  <a:pt x="74723" y="44182"/>
                  <a:pt x="73728" y="44431"/>
                </a:cubicBezTo>
                <a:cubicBezTo>
                  <a:pt x="74001" y="43435"/>
                  <a:pt x="74225" y="42489"/>
                  <a:pt x="74350" y="41568"/>
                </a:cubicBezTo>
                <a:cubicBezTo>
                  <a:pt x="74524" y="41444"/>
                  <a:pt x="74674" y="41394"/>
                  <a:pt x="74848" y="41294"/>
                </a:cubicBezTo>
                <a:close/>
                <a:moveTo>
                  <a:pt x="77287" y="44256"/>
                </a:moveTo>
                <a:cubicBezTo>
                  <a:pt x="77287" y="44256"/>
                  <a:pt x="77287" y="44281"/>
                  <a:pt x="77337" y="44281"/>
                </a:cubicBezTo>
                <a:cubicBezTo>
                  <a:pt x="77138" y="44331"/>
                  <a:pt x="76988" y="44406"/>
                  <a:pt x="76789" y="44456"/>
                </a:cubicBezTo>
                <a:cubicBezTo>
                  <a:pt x="76839" y="44431"/>
                  <a:pt x="76889" y="44331"/>
                  <a:pt x="76914" y="44281"/>
                </a:cubicBezTo>
                <a:cubicBezTo>
                  <a:pt x="77038" y="44281"/>
                  <a:pt x="77163" y="44281"/>
                  <a:pt x="77287" y="44256"/>
                </a:cubicBezTo>
                <a:close/>
                <a:moveTo>
                  <a:pt x="55010" y="44406"/>
                </a:moveTo>
                <a:cubicBezTo>
                  <a:pt x="55010" y="44431"/>
                  <a:pt x="55059" y="44431"/>
                  <a:pt x="55059" y="44456"/>
                </a:cubicBezTo>
                <a:cubicBezTo>
                  <a:pt x="55010" y="44456"/>
                  <a:pt x="55010" y="44480"/>
                  <a:pt x="54985" y="44480"/>
                </a:cubicBezTo>
                <a:cubicBezTo>
                  <a:pt x="54960" y="44456"/>
                  <a:pt x="54960" y="44431"/>
                  <a:pt x="54960" y="44431"/>
                </a:cubicBezTo>
                <a:cubicBezTo>
                  <a:pt x="54985" y="44431"/>
                  <a:pt x="54985" y="44406"/>
                  <a:pt x="55010" y="44406"/>
                </a:cubicBezTo>
                <a:close/>
                <a:moveTo>
                  <a:pt x="74175" y="41651"/>
                </a:moveTo>
                <a:cubicBezTo>
                  <a:pt x="74050" y="42545"/>
                  <a:pt x="73851" y="43513"/>
                  <a:pt x="73553" y="44456"/>
                </a:cubicBezTo>
                <a:cubicBezTo>
                  <a:pt x="73529" y="44456"/>
                  <a:pt x="73529" y="44456"/>
                  <a:pt x="73504" y="44480"/>
                </a:cubicBezTo>
                <a:cubicBezTo>
                  <a:pt x="73777" y="43535"/>
                  <a:pt x="74001" y="42589"/>
                  <a:pt x="74126" y="41693"/>
                </a:cubicBezTo>
                <a:cubicBezTo>
                  <a:pt x="74148" y="41671"/>
                  <a:pt x="74169" y="41668"/>
                  <a:pt x="74175" y="41651"/>
                </a:cubicBezTo>
                <a:close/>
                <a:moveTo>
                  <a:pt x="110639" y="44480"/>
                </a:moveTo>
                <a:cubicBezTo>
                  <a:pt x="110640" y="44487"/>
                  <a:pt x="110641" y="44495"/>
                  <a:pt x="110641" y="44505"/>
                </a:cubicBezTo>
                <a:cubicBezTo>
                  <a:pt x="110616" y="44505"/>
                  <a:pt x="110616" y="44530"/>
                  <a:pt x="110616" y="44530"/>
                </a:cubicBezTo>
                <a:lnTo>
                  <a:pt x="110616" y="44530"/>
                </a:lnTo>
                <a:cubicBezTo>
                  <a:pt x="110616" y="44510"/>
                  <a:pt x="110632" y="44506"/>
                  <a:pt x="110639" y="44480"/>
                </a:cubicBezTo>
                <a:close/>
                <a:moveTo>
                  <a:pt x="73927" y="41792"/>
                </a:moveTo>
                <a:lnTo>
                  <a:pt x="73927" y="41792"/>
                </a:lnTo>
                <a:cubicBezTo>
                  <a:pt x="73802" y="42688"/>
                  <a:pt x="73603" y="43584"/>
                  <a:pt x="73304" y="44530"/>
                </a:cubicBezTo>
                <a:lnTo>
                  <a:pt x="73280" y="44530"/>
                </a:lnTo>
                <a:cubicBezTo>
                  <a:pt x="73230" y="44530"/>
                  <a:pt x="73155" y="44505"/>
                  <a:pt x="73080" y="44505"/>
                </a:cubicBezTo>
                <a:cubicBezTo>
                  <a:pt x="73056" y="43908"/>
                  <a:pt x="73080" y="43335"/>
                  <a:pt x="73180" y="42788"/>
                </a:cubicBezTo>
                <a:cubicBezTo>
                  <a:pt x="73304" y="42539"/>
                  <a:pt x="73404" y="42290"/>
                  <a:pt x="73529" y="42016"/>
                </a:cubicBezTo>
                <a:cubicBezTo>
                  <a:pt x="73653" y="41917"/>
                  <a:pt x="73777" y="41842"/>
                  <a:pt x="73927" y="41792"/>
                </a:cubicBezTo>
                <a:close/>
                <a:moveTo>
                  <a:pt x="78407" y="44505"/>
                </a:moveTo>
                <a:cubicBezTo>
                  <a:pt x="78382" y="44505"/>
                  <a:pt x="78357" y="44505"/>
                  <a:pt x="78283" y="44530"/>
                </a:cubicBezTo>
                <a:cubicBezTo>
                  <a:pt x="78333" y="44505"/>
                  <a:pt x="78357" y="44505"/>
                  <a:pt x="78407" y="44505"/>
                </a:cubicBezTo>
                <a:close/>
                <a:moveTo>
                  <a:pt x="87468" y="42887"/>
                </a:moveTo>
                <a:cubicBezTo>
                  <a:pt x="87194" y="43435"/>
                  <a:pt x="86870" y="43983"/>
                  <a:pt x="86571" y="44555"/>
                </a:cubicBezTo>
                <a:lnTo>
                  <a:pt x="86497" y="44555"/>
                </a:lnTo>
                <a:cubicBezTo>
                  <a:pt x="86845" y="43983"/>
                  <a:pt x="87119" y="43435"/>
                  <a:pt x="87418" y="42887"/>
                </a:cubicBezTo>
                <a:close/>
                <a:moveTo>
                  <a:pt x="87692" y="42912"/>
                </a:moveTo>
                <a:cubicBezTo>
                  <a:pt x="88911" y="42962"/>
                  <a:pt x="90031" y="43186"/>
                  <a:pt x="91077" y="43510"/>
                </a:cubicBezTo>
                <a:cubicBezTo>
                  <a:pt x="89683" y="44032"/>
                  <a:pt x="88239" y="44406"/>
                  <a:pt x="86820" y="44555"/>
                </a:cubicBezTo>
                <a:cubicBezTo>
                  <a:pt x="87119" y="43983"/>
                  <a:pt x="87418" y="43435"/>
                  <a:pt x="87692" y="42912"/>
                </a:cubicBezTo>
                <a:close/>
                <a:moveTo>
                  <a:pt x="98992" y="44456"/>
                </a:moveTo>
                <a:cubicBezTo>
                  <a:pt x="98992" y="44480"/>
                  <a:pt x="98942" y="44480"/>
                  <a:pt x="98942" y="44530"/>
                </a:cubicBezTo>
                <a:lnTo>
                  <a:pt x="98942" y="44555"/>
                </a:lnTo>
                <a:cubicBezTo>
                  <a:pt x="98917" y="44555"/>
                  <a:pt x="98893" y="44580"/>
                  <a:pt x="98868" y="44580"/>
                </a:cubicBezTo>
                <a:cubicBezTo>
                  <a:pt x="98868" y="44580"/>
                  <a:pt x="98868" y="44555"/>
                  <a:pt x="98893" y="44555"/>
                </a:cubicBezTo>
                <a:cubicBezTo>
                  <a:pt x="98893" y="44530"/>
                  <a:pt x="98893" y="44530"/>
                  <a:pt x="98917" y="44480"/>
                </a:cubicBezTo>
                <a:cubicBezTo>
                  <a:pt x="98917" y="44485"/>
                  <a:pt x="98918" y="44487"/>
                  <a:pt x="98920" y="44487"/>
                </a:cubicBezTo>
                <a:cubicBezTo>
                  <a:pt x="98928" y="44487"/>
                  <a:pt x="98952" y="44456"/>
                  <a:pt x="98992" y="44456"/>
                </a:cubicBezTo>
                <a:close/>
                <a:moveTo>
                  <a:pt x="76665" y="44306"/>
                </a:moveTo>
                <a:cubicBezTo>
                  <a:pt x="76615" y="44406"/>
                  <a:pt x="76540" y="44505"/>
                  <a:pt x="76515" y="44580"/>
                </a:cubicBezTo>
                <a:cubicBezTo>
                  <a:pt x="76491" y="44580"/>
                  <a:pt x="76466" y="44605"/>
                  <a:pt x="76466" y="44605"/>
                </a:cubicBezTo>
                <a:cubicBezTo>
                  <a:pt x="76515" y="44530"/>
                  <a:pt x="76590" y="44431"/>
                  <a:pt x="76640" y="44306"/>
                </a:cubicBezTo>
                <a:close/>
                <a:moveTo>
                  <a:pt x="77461" y="44431"/>
                </a:moveTo>
                <a:cubicBezTo>
                  <a:pt x="77461" y="44456"/>
                  <a:pt x="77486" y="44456"/>
                  <a:pt x="77486" y="44480"/>
                </a:cubicBezTo>
                <a:cubicBezTo>
                  <a:pt x="77461" y="44480"/>
                  <a:pt x="77461" y="44480"/>
                  <a:pt x="77412" y="44530"/>
                </a:cubicBezTo>
                <a:cubicBezTo>
                  <a:pt x="77337" y="44555"/>
                  <a:pt x="77212" y="44580"/>
                  <a:pt x="77113" y="44580"/>
                </a:cubicBezTo>
                <a:cubicBezTo>
                  <a:pt x="77038" y="44580"/>
                  <a:pt x="76988" y="44605"/>
                  <a:pt x="76963" y="44605"/>
                </a:cubicBezTo>
                <a:cubicBezTo>
                  <a:pt x="77138" y="44555"/>
                  <a:pt x="77287" y="44505"/>
                  <a:pt x="77461" y="44431"/>
                </a:cubicBezTo>
                <a:close/>
                <a:moveTo>
                  <a:pt x="81618" y="44456"/>
                </a:moveTo>
                <a:cubicBezTo>
                  <a:pt x="81842" y="44480"/>
                  <a:pt x="82016" y="44555"/>
                  <a:pt x="82240" y="44580"/>
                </a:cubicBezTo>
                <a:lnTo>
                  <a:pt x="82265" y="44580"/>
                </a:lnTo>
                <a:cubicBezTo>
                  <a:pt x="82298" y="44591"/>
                  <a:pt x="82321" y="44606"/>
                  <a:pt x="82343" y="44620"/>
                </a:cubicBezTo>
                <a:lnTo>
                  <a:pt x="82343" y="44620"/>
                </a:lnTo>
                <a:cubicBezTo>
                  <a:pt x="82273" y="44605"/>
                  <a:pt x="82200" y="44605"/>
                  <a:pt x="82116" y="44605"/>
                </a:cubicBezTo>
                <a:cubicBezTo>
                  <a:pt x="81991" y="44555"/>
                  <a:pt x="81817" y="44530"/>
                  <a:pt x="81618" y="44456"/>
                </a:cubicBezTo>
                <a:close/>
                <a:moveTo>
                  <a:pt x="72309" y="44456"/>
                </a:moveTo>
                <a:cubicBezTo>
                  <a:pt x="72408" y="44505"/>
                  <a:pt x="72533" y="44530"/>
                  <a:pt x="72632" y="44555"/>
                </a:cubicBezTo>
                <a:lnTo>
                  <a:pt x="72632" y="44630"/>
                </a:lnTo>
                <a:cubicBezTo>
                  <a:pt x="72508" y="44580"/>
                  <a:pt x="72408" y="44555"/>
                  <a:pt x="72284" y="44530"/>
                </a:cubicBezTo>
                <a:cubicBezTo>
                  <a:pt x="72284" y="44505"/>
                  <a:pt x="72309" y="44505"/>
                  <a:pt x="72309" y="44456"/>
                </a:cubicBezTo>
                <a:close/>
                <a:moveTo>
                  <a:pt x="86633" y="42877"/>
                </a:moveTo>
                <a:cubicBezTo>
                  <a:pt x="86830" y="42877"/>
                  <a:pt x="87026" y="42881"/>
                  <a:pt x="87219" y="42887"/>
                </a:cubicBezTo>
                <a:cubicBezTo>
                  <a:pt x="86920" y="43435"/>
                  <a:pt x="86621" y="44032"/>
                  <a:pt x="86323" y="44580"/>
                </a:cubicBezTo>
                <a:cubicBezTo>
                  <a:pt x="86123" y="44580"/>
                  <a:pt x="85949" y="44605"/>
                  <a:pt x="85750" y="44605"/>
                </a:cubicBezTo>
                <a:cubicBezTo>
                  <a:pt x="85482" y="44622"/>
                  <a:pt x="85215" y="44630"/>
                  <a:pt x="84949" y="44630"/>
                </a:cubicBezTo>
                <a:cubicBezTo>
                  <a:pt x="84054" y="44630"/>
                  <a:pt x="83167" y="44540"/>
                  <a:pt x="82265" y="44406"/>
                </a:cubicBezTo>
                <a:cubicBezTo>
                  <a:pt x="81767" y="44256"/>
                  <a:pt x="81270" y="44082"/>
                  <a:pt x="80747" y="43983"/>
                </a:cubicBezTo>
                <a:lnTo>
                  <a:pt x="80747" y="43958"/>
                </a:lnTo>
                <a:lnTo>
                  <a:pt x="80647" y="43958"/>
                </a:lnTo>
                <a:cubicBezTo>
                  <a:pt x="80498" y="43933"/>
                  <a:pt x="80324" y="43908"/>
                  <a:pt x="80150" y="43833"/>
                </a:cubicBezTo>
                <a:lnTo>
                  <a:pt x="80125" y="43833"/>
                </a:lnTo>
                <a:cubicBezTo>
                  <a:pt x="82414" y="43221"/>
                  <a:pt x="84622" y="42877"/>
                  <a:pt x="86633" y="42877"/>
                </a:cubicBezTo>
                <a:close/>
                <a:moveTo>
                  <a:pt x="76491" y="44057"/>
                </a:moveTo>
                <a:cubicBezTo>
                  <a:pt x="76491" y="44132"/>
                  <a:pt x="76491" y="44132"/>
                  <a:pt x="76441" y="44157"/>
                </a:cubicBezTo>
                <a:cubicBezTo>
                  <a:pt x="75619" y="44256"/>
                  <a:pt x="74698" y="44431"/>
                  <a:pt x="73802" y="44655"/>
                </a:cubicBezTo>
                <a:cubicBezTo>
                  <a:pt x="73777" y="44655"/>
                  <a:pt x="73703" y="44655"/>
                  <a:pt x="73678" y="44605"/>
                </a:cubicBezTo>
                <a:lnTo>
                  <a:pt x="73678" y="44580"/>
                </a:lnTo>
                <a:cubicBezTo>
                  <a:pt x="74649" y="44331"/>
                  <a:pt x="75594" y="44182"/>
                  <a:pt x="76491" y="44057"/>
                </a:cubicBezTo>
                <a:close/>
                <a:moveTo>
                  <a:pt x="72853" y="44617"/>
                </a:moveTo>
                <a:cubicBezTo>
                  <a:pt x="72863" y="44617"/>
                  <a:pt x="72869" y="44630"/>
                  <a:pt x="72881" y="44655"/>
                </a:cubicBezTo>
                <a:cubicBezTo>
                  <a:pt x="72832" y="44655"/>
                  <a:pt x="72832" y="44655"/>
                  <a:pt x="72807" y="44680"/>
                </a:cubicBezTo>
                <a:lnTo>
                  <a:pt x="72807" y="44655"/>
                </a:lnTo>
                <a:cubicBezTo>
                  <a:pt x="72832" y="44630"/>
                  <a:pt x="72844" y="44617"/>
                  <a:pt x="72853" y="44617"/>
                </a:cubicBezTo>
                <a:close/>
                <a:moveTo>
                  <a:pt x="76341" y="44331"/>
                </a:moveTo>
                <a:cubicBezTo>
                  <a:pt x="76267" y="44456"/>
                  <a:pt x="76167" y="44580"/>
                  <a:pt x="76117" y="44704"/>
                </a:cubicBezTo>
                <a:cubicBezTo>
                  <a:pt x="75840" y="44751"/>
                  <a:pt x="75556" y="44770"/>
                  <a:pt x="75271" y="44770"/>
                </a:cubicBezTo>
                <a:cubicBezTo>
                  <a:pt x="74941" y="44770"/>
                  <a:pt x="74608" y="44744"/>
                  <a:pt x="74275" y="44704"/>
                </a:cubicBezTo>
                <a:cubicBezTo>
                  <a:pt x="74997" y="44555"/>
                  <a:pt x="75669" y="44431"/>
                  <a:pt x="76341" y="44331"/>
                </a:cubicBezTo>
                <a:close/>
                <a:moveTo>
                  <a:pt x="73230" y="44754"/>
                </a:moveTo>
                <a:lnTo>
                  <a:pt x="73230" y="44804"/>
                </a:lnTo>
                <a:cubicBezTo>
                  <a:pt x="73180" y="44779"/>
                  <a:pt x="73155" y="44779"/>
                  <a:pt x="73105" y="44779"/>
                </a:cubicBezTo>
                <a:cubicBezTo>
                  <a:pt x="73130" y="44779"/>
                  <a:pt x="73155" y="44754"/>
                  <a:pt x="73230" y="44754"/>
                </a:cubicBezTo>
                <a:close/>
                <a:moveTo>
                  <a:pt x="86447" y="44754"/>
                </a:moveTo>
                <a:cubicBezTo>
                  <a:pt x="86447" y="44767"/>
                  <a:pt x="86453" y="44773"/>
                  <a:pt x="86463" y="44773"/>
                </a:cubicBezTo>
                <a:cubicBezTo>
                  <a:pt x="86472" y="44773"/>
                  <a:pt x="86484" y="44767"/>
                  <a:pt x="86497" y="44754"/>
                </a:cubicBezTo>
                <a:lnTo>
                  <a:pt x="86497" y="44754"/>
                </a:lnTo>
                <a:cubicBezTo>
                  <a:pt x="86497" y="44779"/>
                  <a:pt x="86472" y="44779"/>
                  <a:pt x="86472" y="44804"/>
                </a:cubicBezTo>
                <a:lnTo>
                  <a:pt x="86422" y="44804"/>
                </a:lnTo>
                <a:cubicBezTo>
                  <a:pt x="86422" y="44779"/>
                  <a:pt x="86447" y="44779"/>
                  <a:pt x="86447" y="44754"/>
                </a:cubicBezTo>
                <a:close/>
                <a:moveTo>
                  <a:pt x="91351" y="43559"/>
                </a:moveTo>
                <a:cubicBezTo>
                  <a:pt x="91400" y="43559"/>
                  <a:pt x="91425" y="43584"/>
                  <a:pt x="91450" y="43584"/>
                </a:cubicBezTo>
                <a:cubicBezTo>
                  <a:pt x="89932" y="44256"/>
                  <a:pt x="88314" y="44655"/>
                  <a:pt x="86671" y="44804"/>
                </a:cubicBezTo>
                <a:cubicBezTo>
                  <a:pt x="86671" y="44779"/>
                  <a:pt x="86696" y="44779"/>
                  <a:pt x="86696" y="44754"/>
                </a:cubicBezTo>
                <a:cubicBezTo>
                  <a:pt x="88289" y="44580"/>
                  <a:pt x="89832" y="44182"/>
                  <a:pt x="91351" y="43559"/>
                </a:cubicBezTo>
                <a:close/>
                <a:moveTo>
                  <a:pt x="77660" y="44655"/>
                </a:moveTo>
                <a:lnTo>
                  <a:pt x="77685" y="44680"/>
                </a:lnTo>
                <a:lnTo>
                  <a:pt x="77735" y="44704"/>
                </a:lnTo>
                <a:cubicBezTo>
                  <a:pt x="77586" y="44729"/>
                  <a:pt x="77387" y="44804"/>
                  <a:pt x="77237" y="44829"/>
                </a:cubicBezTo>
                <a:lnTo>
                  <a:pt x="77063" y="44829"/>
                </a:lnTo>
                <a:cubicBezTo>
                  <a:pt x="77113" y="44829"/>
                  <a:pt x="77163" y="44804"/>
                  <a:pt x="77237" y="44779"/>
                </a:cubicBezTo>
                <a:cubicBezTo>
                  <a:pt x="77387" y="44754"/>
                  <a:pt x="77511" y="44680"/>
                  <a:pt x="77660" y="44655"/>
                </a:cubicBezTo>
                <a:close/>
                <a:moveTo>
                  <a:pt x="72184" y="44680"/>
                </a:moveTo>
                <a:cubicBezTo>
                  <a:pt x="72284" y="44704"/>
                  <a:pt x="72384" y="44754"/>
                  <a:pt x="72433" y="44779"/>
                </a:cubicBezTo>
                <a:cubicBezTo>
                  <a:pt x="72309" y="44804"/>
                  <a:pt x="72234" y="44829"/>
                  <a:pt x="72085" y="44879"/>
                </a:cubicBezTo>
                <a:lnTo>
                  <a:pt x="72184" y="44680"/>
                </a:lnTo>
                <a:close/>
                <a:moveTo>
                  <a:pt x="110342" y="44655"/>
                </a:moveTo>
                <a:cubicBezTo>
                  <a:pt x="110342" y="44680"/>
                  <a:pt x="110318" y="44754"/>
                  <a:pt x="110318" y="44779"/>
                </a:cubicBezTo>
                <a:lnTo>
                  <a:pt x="110218" y="44879"/>
                </a:lnTo>
                <a:cubicBezTo>
                  <a:pt x="110218" y="44829"/>
                  <a:pt x="110243" y="44804"/>
                  <a:pt x="110243" y="44754"/>
                </a:cubicBezTo>
                <a:lnTo>
                  <a:pt x="110268" y="44704"/>
                </a:lnTo>
                <a:lnTo>
                  <a:pt x="110318" y="44680"/>
                </a:lnTo>
                <a:lnTo>
                  <a:pt x="110342" y="44655"/>
                </a:lnTo>
                <a:close/>
                <a:moveTo>
                  <a:pt x="83033" y="44711"/>
                </a:moveTo>
                <a:cubicBezTo>
                  <a:pt x="83683" y="44799"/>
                  <a:pt x="84359" y="44848"/>
                  <a:pt x="85033" y="44848"/>
                </a:cubicBezTo>
                <a:cubicBezTo>
                  <a:pt x="85273" y="44848"/>
                  <a:pt x="85512" y="44842"/>
                  <a:pt x="85750" y="44829"/>
                </a:cubicBezTo>
                <a:cubicBezTo>
                  <a:pt x="85924" y="44829"/>
                  <a:pt x="86049" y="44804"/>
                  <a:pt x="86198" y="44804"/>
                </a:cubicBezTo>
                <a:cubicBezTo>
                  <a:pt x="86198" y="44829"/>
                  <a:pt x="86173" y="44829"/>
                  <a:pt x="86173" y="44879"/>
                </a:cubicBezTo>
                <a:lnTo>
                  <a:pt x="85750" y="44879"/>
                </a:lnTo>
                <a:cubicBezTo>
                  <a:pt x="85501" y="44879"/>
                  <a:pt x="85252" y="44904"/>
                  <a:pt x="85003" y="44904"/>
                </a:cubicBezTo>
                <a:cubicBezTo>
                  <a:pt x="84381" y="44904"/>
                  <a:pt x="83809" y="44829"/>
                  <a:pt x="83186" y="44779"/>
                </a:cubicBezTo>
                <a:cubicBezTo>
                  <a:pt x="83128" y="44760"/>
                  <a:pt x="83085" y="44725"/>
                  <a:pt x="83033" y="44711"/>
                </a:cubicBezTo>
                <a:close/>
                <a:moveTo>
                  <a:pt x="62103" y="39079"/>
                </a:moveTo>
                <a:cubicBezTo>
                  <a:pt x="62527" y="39677"/>
                  <a:pt x="62825" y="40299"/>
                  <a:pt x="63149" y="40871"/>
                </a:cubicBezTo>
                <a:cubicBezTo>
                  <a:pt x="63024" y="40921"/>
                  <a:pt x="62925" y="40971"/>
                  <a:pt x="62800" y="41046"/>
                </a:cubicBezTo>
                <a:cubicBezTo>
                  <a:pt x="62676" y="41095"/>
                  <a:pt x="62552" y="41145"/>
                  <a:pt x="62452" y="41195"/>
                </a:cubicBezTo>
                <a:cubicBezTo>
                  <a:pt x="62352" y="41220"/>
                  <a:pt x="62253" y="41294"/>
                  <a:pt x="62178" y="41319"/>
                </a:cubicBezTo>
                <a:cubicBezTo>
                  <a:pt x="62079" y="41344"/>
                  <a:pt x="62029" y="41369"/>
                  <a:pt x="61929" y="41444"/>
                </a:cubicBezTo>
                <a:lnTo>
                  <a:pt x="61855" y="41444"/>
                </a:lnTo>
                <a:cubicBezTo>
                  <a:pt x="61730" y="41494"/>
                  <a:pt x="61606" y="41543"/>
                  <a:pt x="61481" y="41593"/>
                </a:cubicBezTo>
                <a:cubicBezTo>
                  <a:pt x="61332" y="41668"/>
                  <a:pt x="61133" y="41767"/>
                  <a:pt x="60983" y="41842"/>
                </a:cubicBezTo>
                <a:lnTo>
                  <a:pt x="60959" y="41842"/>
                </a:lnTo>
                <a:cubicBezTo>
                  <a:pt x="60959" y="41842"/>
                  <a:pt x="60934" y="41842"/>
                  <a:pt x="60934" y="41892"/>
                </a:cubicBezTo>
                <a:cubicBezTo>
                  <a:pt x="60809" y="41942"/>
                  <a:pt x="60685" y="42016"/>
                  <a:pt x="60510" y="42066"/>
                </a:cubicBezTo>
                <a:cubicBezTo>
                  <a:pt x="60486" y="42066"/>
                  <a:pt x="60461" y="42091"/>
                  <a:pt x="60436" y="42116"/>
                </a:cubicBezTo>
                <a:cubicBezTo>
                  <a:pt x="60386" y="42166"/>
                  <a:pt x="60361" y="42166"/>
                  <a:pt x="60336" y="42190"/>
                </a:cubicBezTo>
                <a:cubicBezTo>
                  <a:pt x="60336" y="42190"/>
                  <a:pt x="60311" y="42190"/>
                  <a:pt x="60311" y="42215"/>
                </a:cubicBezTo>
                <a:cubicBezTo>
                  <a:pt x="60212" y="42240"/>
                  <a:pt x="60137" y="42315"/>
                  <a:pt x="60062" y="42340"/>
                </a:cubicBezTo>
                <a:lnTo>
                  <a:pt x="60013" y="42340"/>
                </a:lnTo>
                <a:cubicBezTo>
                  <a:pt x="60013" y="42340"/>
                  <a:pt x="59988" y="42340"/>
                  <a:pt x="59988" y="42365"/>
                </a:cubicBezTo>
                <a:cubicBezTo>
                  <a:pt x="59838" y="42439"/>
                  <a:pt x="59714" y="42539"/>
                  <a:pt x="59565" y="42589"/>
                </a:cubicBezTo>
                <a:cubicBezTo>
                  <a:pt x="59465" y="42614"/>
                  <a:pt x="59390" y="42688"/>
                  <a:pt x="59316" y="42713"/>
                </a:cubicBezTo>
                <a:cubicBezTo>
                  <a:pt x="59216" y="42788"/>
                  <a:pt x="59117" y="42813"/>
                  <a:pt x="59017" y="42863"/>
                </a:cubicBezTo>
                <a:cubicBezTo>
                  <a:pt x="58868" y="42962"/>
                  <a:pt x="58718" y="43037"/>
                  <a:pt x="58569" y="43111"/>
                </a:cubicBezTo>
                <a:lnTo>
                  <a:pt x="58096" y="43410"/>
                </a:lnTo>
                <a:lnTo>
                  <a:pt x="58071" y="43410"/>
                </a:lnTo>
                <a:cubicBezTo>
                  <a:pt x="57897" y="43510"/>
                  <a:pt x="57748" y="43584"/>
                  <a:pt x="57573" y="43709"/>
                </a:cubicBezTo>
                <a:cubicBezTo>
                  <a:pt x="57399" y="43808"/>
                  <a:pt x="57250" y="43908"/>
                  <a:pt x="57125" y="43983"/>
                </a:cubicBezTo>
                <a:cubicBezTo>
                  <a:pt x="56976" y="44082"/>
                  <a:pt x="56827" y="44182"/>
                  <a:pt x="56652" y="44306"/>
                </a:cubicBezTo>
                <a:cubicBezTo>
                  <a:pt x="56627" y="44306"/>
                  <a:pt x="56627" y="44331"/>
                  <a:pt x="56603" y="44331"/>
                </a:cubicBezTo>
                <a:cubicBezTo>
                  <a:pt x="56528" y="44356"/>
                  <a:pt x="56503" y="44406"/>
                  <a:pt x="56453" y="44431"/>
                </a:cubicBezTo>
                <a:cubicBezTo>
                  <a:pt x="56379" y="44480"/>
                  <a:pt x="56329" y="44530"/>
                  <a:pt x="56229" y="44580"/>
                </a:cubicBezTo>
                <a:cubicBezTo>
                  <a:pt x="56204" y="44580"/>
                  <a:pt x="56204" y="44605"/>
                  <a:pt x="56155" y="44605"/>
                </a:cubicBezTo>
                <a:cubicBezTo>
                  <a:pt x="56155" y="44605"/>
                  <a:pt x="56130" y="44605"/>
                  <a:pt x="56130" y="44655"/>
                </a:cubicBezTo>
                <a:cubicBezTo>
                  <a:pt x="55980" y="44754"/>
                  <a:pt x="55831" y="44854"/>
                  <a:pt x="55657" y="44953"/>
                </a:cubicBezTo>
                <a:cubicBezTo>
                  <a:pt x="55507" y="44804"/>
                  <a:pt x="55358" y="44605"/>
                  <a:pt x="55209" y="44456"/>
                </a:cubicBezTo>
                <a:cubicBezTo>
                  <a:pt x="57399" y="42589"/>
                  <a:pt x="59714" y="40797"/>
                  <a:pt x="62103" y="39079"/>
                </a:cubicBezTo>
                <a:close/>
                <a:moveTo>
                  <a:pt x="73802" y="44829"/>
                </a:moveTo>
                <a:cubicBezTo>
                  <a:pt x="74400" y="44929"/>
                  <a:pt x="75022" y="44953"/>
                  <a:pt x="75619" y="44953"/>
                </a:cubicBezTo>
                <a:cubicBezTo>
                  <a:pt x="75545" y="45003"/>
                  <a:pt x="75520" y="45003"/>
                  <a:pt x="75470" y="45028"/>
                </a:cubicBezTo>
                <a:lnTo>
                  <a:pt x="75346" y="45028"/>
                </a:lnTo>
                <a:cubicBezTo>
                  <a:pt x="74773" y="45028"/>
                  <a:pt x="74250" y="44953"/>
                  <a:pt x="73678" y="44879"/>
                </a:cubicBezTo>
                <a:cubicBezTo>
                  <a:pt x="73728" y="44879"/>
                  <a:pt x="73777" y="44829"/>
                  <a:pt x="73802" y="44829"/>
                </a:cubicBezTo>
                <a:close/>
                <a:moveTo>
                  <a:pt x="78158" y="44829"/>
                </a:moveTo>
                <a:lnTo>
                  <a:pt x="78233" y="44904"/>
                </a:lnTo>
                <a:lnTo>
                  <a:pt x="78233" y="44953"/>
                </a:lnTo>
                <a:lnTo>
                  <a:pt x="78233" y="45028"/>
                </a:lnTo>
                <a:lnTo>
                  <a:pt x="78183" y="44978"/>
                </a:lnTo>
                <a:lnTo>
                  <a:pt x="78158" y="44953"/>
                </a:lnTo>
                <a:lnTo>
                  <a:pt x="78158" y="44929"/>
                </a:lnTo>
                <a:lnTo>
                  <a:pt x="78158" y="44829"/>
                </a:lnTo>
                <a:close/>
                <a:moveTo>
                  <a:pt x="55184" y="44555"/>
                </a:moveTo>
                <a:cubicBezTo>
                  <a:pt x="55333" y="44704"/>
                  <a:pt x="55482" y="44904"/>
                  <a:pt x="55632" y="45053"/>
                </a:cubicBezTo>
                <a:lnTo>
                  <a:pt x="55607" y="45053"/>
                </a:lnTo>
                <a:lnTo>
                  <a:pt x="55582" y="45078"/>
                </a:lnTo>
                <a:lnTo>
                  <a:pt x="55308" y="44804"/>
                </a:lnTo>
                <a:lnTo>
                  <a:pt x="55109" y="44605"/>
                </a:lnTo>
                <a:lnTo>
                  <a:pt x="55184" y="44555"/>
                </a:lnTo>
                <a:close/>
                <a:moveTo>
                  <a:pt x="63224" y="41046"/>
                </a:moveTo>
                <a:lnTo>
                  <a:pt x="63224" y="41070"/>
                </a:lnTo>
                <a:cubicBezTo>
                  <a:pt x="63099" y="41145"/>
                  <a:pt x="62975" y="41195"/>
                  <a:pt x="62875" y="41270"/>
                </a:cubicBezTo>
                <a:cubicBezTo>
                  <a:pt x="62751" y="41319"/>
                  <a:pt x="62626" y="41344"/>
                  <a:pt x="62502" y="41419"/>
                </a:cubicBezTo>
                <a:cubicBezTo>
                  <a:pt x="62427" y="41444"/>
                  <a:pt x="62328" y="41518"/>
                  <a:pt x="62228" y="41543"/>
                </a:cubicBezTo>
                <a:cubicBezTo>
                  <a:pt x="62178" y="41568"/>
                  <a:pt x="62079" y="41593"/>
                  <a:pt x="62029" y="41643"/>
                </a:cubicBezTo>
                <a:cubicBezTo>
                  <a:pt x="61855" y="41693"/>
                  <a:pt x="61730" y="41767"/>
                  <a:pt x="61581" y="41817"/>
                </a:cubicBezTo>
                <a:cubicBezTo>
                  <a:pt x="61431" y="41892"/>
                  <a:pt x="61282" y="41966"/>
                  <a:pt x="61108" y="42041"/>
                </a:cubicBezTo>
                <a:cubicBezTo>
                  <a:pt x="60959" y="42141"/>
                  <a:pt x="60809" y="42190"/>
                  <a:pt x="60610" y="42290"/>
                </a:cubicBezTo>
                <a:cubicBezTo>
                  <a:pt x="60486" y="42340"/>
                  <a:pt x="60361" y="42415"/>
                  <a:pt x="60262" y="42464"/>
                </a:cubicBezTo>
                <a:cubicBezTo>
                  <a:pt x="60237" y="42464"/>
                  <a:pt x="60237" y="42514"/>
                  <a:pt x="60212" y="42514"/>
                </a:cubicBezTo>
                <a:cubicBezTo>
                  <a:pt x="60013" y="42589"/>
                  <a:pt x="59838" y="42688"/>
                  <a:pt x="59689" y="42788"/>
                </a:cubicBezTo>
                <a:cubicBezTo>
                  <a:pt x="59614" y="42813"/>
                  <a:pt x="59540" y="42887"/>
                  <a:pt x="59465" y="42912"/>
                </a:cubicBezTo>
                <a:cubicBezTo>
                  <a:pt x="59440" y="42912"/>
                  <a:pt x="59440" y="42937"/>
                  <a:pt x="59415" y="42937"/>
                </a:cubicBezTo>
                <a:cubicBezTo>
                  <a:pt x="59365" y="42937"/>
                  <a:pt x="59365" y="42962"/>
                  <a:pt x="59341" y="42962"/>
                </a:cubicBezTo>
                <a:cubicBezTo>
                  <a:pt x="59316" y="42962"/>
                  <a:pt x="59316" y="43012"/>
                  <a:pt x="59291" y="43012"/>
                </a:cubicBezTo>
                <a:cubicBezTo>
                  <a:pt x="59092" y="43136"/>
                  <a:pt x="58917" y="43211"/>
                  <a:pt x="58693" y="43335"/>
                </a:cubicBezTo>
                <a:cubicBezTo>
                  <a:pt x="58669" y="43335"/>
                  <a:pt x="58669" y="43360"/>
                  <a:pt x="58619" y="43360"/>
                </a:cubicBezTo>
                <a:cubicBezTo>
                  <a:pt x="58594" y="43360"/>
                  <a:pt x="58594" y="43410"/>
                  <a:pt x="58569" y="43410"/>
                </a:cubicBezTo>
                <a:lnTo>
                  <a:pt x="58544" y="43435"/>
                </a:lnTo>
                <a:cubicBezTo>
                  <a:pt x="58494" y="43435"/>
                  <a:pt x="58494" y="43460"/>
                  <a:pt x="58469" y="43460"/>
                </a:cubicBezTo>
                <a:cubicBezTo>
                  <a:pt x="58469" y="43460"/>
                  <a:pt x="58445" y="43460"/>
                  <a:pt x="58445" y="43485"/>
                </a:cubicBezTo>
                <a:cubicBezTo>
                  <a:pt x="58420" y="43535"/>
                  <a:pt x="58370" y="43535"/>
                  <a:pt x="58345" y="43559"/>
                </a:cubicBezTo>
                <a:cubicBezTo>
                  <a:pt x="58121" y="43684"/>
                  <a:pt x="57947" y="43808"/>
                  <a:pt x="57723" y="43933"/>
                </a:cubicBezTo>
                <a:cubicBezTo>
                  <a:pt x="57698" y="43958"/>
                  <a:pt x="57673" y="43958"/>
                  <a:pt x="57623" y="43983"/>
                </a:cubicBezTo>
                <a:cubicBezTo>
                  <a:pt x="57598" y="44032"/>
                  <a:pt x="57573" y="44032"/>
                  <a:pt x="57548" y="44057"/>
                </a:cubicBezTo>
                <a:cubicBezTo>
                  <a:pt x="57499" y="44057"/>
                  <a:pt x="57499" y="44082"/>
                  <a:pt x="57474" y="44082"/>
                </a:cubicBezTo>
                <a:cubicBezTo>
                  <a:pt x="57449" y="44107"/>
                  <a:pt x="57424" y="44107"/>
                  <a:pt x="57374" y="44157"/>
                </a:cubicBezTo>
                <a:cubicBezTo>
                  <a:pt x="57175" y="44281"/>
                  <a:pt x="56951" y="44431"/>
                  <a:pt x="56752" y="44555"/>
                </a:cubicBezTo>
                <a:cubicBezTo>
                  <a:pt x="56702" y="44580"/>
                  <a:pt x="56627" y="44655"/>
                  <a:pt x="56553" y="44704"/>
                </a:cubicBezTo>
                <a:cubicBezTo>
                  <a:pt x="56503" y="44729"/>
                  <a:pt x="56478" y="44779"/>
                  <a:pt x="56453" y="44779"/>
                </a:cubicBezTo>
                <a:cubicBezTo>
                  <a:pt x="56304" y="44904"/>
                  <a:pt x="56105" y="44978"/>
                  <a:pt x="55955" y="45103"/>
                </a:cubicBezTo>
                <a:lnTo>
                  <a:pt x="55931" y="45078"/>
                </a:lnTo>
                <a:lnTo>
                  <a:pt x="55881" y="45053"/>
                </a:lnTo>
                <a:cubicBezTo>
                  <a:pt x="56080" y="44929"/>
                  <a:pt x="56229" y="44804"/>
                  <a:pt x="56428" y="44680"/>
                </a:cubicBezTo>
                <a:lnTo>
                  <a:pt x="56702" y="44480"/>
                </a:lnTo>
                <a:cubicBezTo>
                  <a:pt x="56752" y="44456"/>
                  <a:pt x="56827" y="44406"/>
                  <a:pt x="56876" y="44356"/>
                </a:cubicBezTo>
                <a:cubicBezTo>
                  <a:pt x="57051" y="44281"/>
                  <a:pt x="57175" y="44182"/>
                  <a:pt x="57324" y="44082"/>
                </a:cubicBezTo>
                <a:cubicBezTo>
                  <a:pt x="57449" y="44032"/>
                  <a:pt x="57548" y="43933"/>
                  <a:pt x="57673" y="43858"/>
                </a:cubicBezTo>
                <a:cubicBezTo>
                  <a:pt x="57847" y="43734"/>
                  <a:pt x="58046" y="43609"/>
                  <a:pt x="58220" y="43535"/>
                </a:cubicBezTo>
                <a:cubicBezTo>
                  <a:pt x="58345" y="43435"/>
                  <a:pt x="58469" y="43360"/>
                  <a:pt x="58619" y="43286"/>
                </a:cubicBezTo>
                <a:cubicBezTo>
                  <a:pt x="58818" y="43186"/>
                  <a:pt x="58967" y="43087"/>
                  <a:pt x="59166" y="42987"/>
                </a:cubicBezTo>
                <a:cubicBezTo>
                  <a:pt x="59316" y="42912"/>
                  <a:pt x="59465" y="42813"/>
                  <a:pt x="59589" y="42738"/>
                </a:cubicBezTo>
                <a:cubicBezTo>
                  <a:pt x="59739" y="42663"/>
                  <a:pt x="59913" y="42589"/>
                  <a:pt x="60062" y="42489"/>
                </a:cubicBezTo>
                <a:cubicBezTo>
                  <a:pt x="60087" y="42464"/>
                  <a:pt x="60162" y="42464"/>
                  <a:pt x="60187" y="42439"/>
                </a:cubicBezTo>
                <a:lnTo>
                  <a:pt x="60560" y="42240"/>
                </a:lnTo>
                <a:lnTo>
                  <a:pt x="60934" y="42066"/>
                </a:lnTo>
                <a:cubicBezTo>
                  <a:pt x="60983" y="42041"/>
                  <a:pt x="61008" y="42041"/>
                  <a:pt x="61083" y="41991"/>
                </a:cubicBezTo>
                <a:cubicBezTo>
                  <a:pt x="61232" y="41942"/>
                  <a:pt x="61357" y="41842"/>
                  <a:pt x="61506" y="41792"/>
                </a:cubicBezTo>
                <a:cubicBezTo>
                  <a:pt x="61631" y="41718"/>
                  <a:pt x="61730" y="41693"/>
                  <a:pt x="61855" y="41618"/>
                </a:cubicBezTo>
                <a:cubicBezTo>
                  <a:pt x="62079" y="41543"/>
                  <a:pt x="62253" y="41444"/>
                  <a:pt x="62477" y="41344"/>
                </a:cubicBezTo>
                <a:cubicBezTo>
                  <a:pt x="62576" y="41319"/>
                  <a:pt x="62676" y="41294"/>
                  <a:pt x="62751" y="41220"/>
                </a:cubicBezTo>
                <a:lnTo>
                  <a:pt x="63224" y="41046"/>
                </a:lnTo>
                <a:close/>
                <a:moveTo>
                  <a:pt x="73130" y="45028"/>
                </a:moveTo>
                <a:cubicBezTo>
                  <a:pt x="73130" y="45053"/>
                  <a:pt x="73080" y="45078"/>
                  <a:pt x="73080" y="45128"/>
                </a:cubicBezTo>
                <a:lnTo>
                  <a:pt x="73080" y="45053"/>
                </a:lnTo>
                <a:lnTo>
                  <a:pt x="73130" y="45028"/>
                </a:lnTo>
                <a:close/>
                <a:moveTo>
                  <a:pt x="22228" y="36466"/>
                </a:moveTo>
                <a:cubicBezTo>
                  <a:pt x="23970" y="37113"/>
                  <a:pt x="26111" y="38208"/>
                  <a:pt x="28426" y="39602"/>
                </a:cubicBezTo>
                <a:cubicBezTo>
                  <a:pt x="28003" y="40050"/>
                  <a:pt x="27629" y="40473"/>
                  <a:pt x="27231" y="40946"/>
                </a:cubicBezTo>
                <a:cubicBezTo>
                  <a:pt x="27131" y="41070"/>
                  <a:pt x="27057" y="41170"/>
                  <a:pt x="26907" y="41294"/>
                </a:cubicBezTo>
                <a:cubicBezTo>
                  <a:pt x="26260" y="42041"/>
                  <a:pt x="25613" y="42813"/>
                  <a:pt x="24966" y="43584"/>
                </a:cubicBezTo>
                <a:cubicBezTo>
                  <a:pt x="24891" y="43659"/>
                  <a:pt x="24866" y="43709"/>
                  <a:pt x="24792" y="43784"/>
                </a:cubicBezTo>
                <a:lnTo>
                  <a:pt x="23672" y="45177"/>
                </a:lnTo>
                <a:cubicBezTo>
                  <a:pt x="21879" y="43286"/>
                  <a:pt x="20436" y="41568"/>
                  <a:pt x="19490" y="40100"/>
                </a:cubicBezTo>
                <a:cubicBezTo>
                  <a:pt x="19789" y="39677"/>
                  <a:pt x="20062" y="39278"/>
                  <a:pt x="20386" y="38830"/>
                </a:cubicBezTo>
                <a:lnTo>
                  <a:pt x="20411" y="38805"/>
                </a:lnTo>
                <a:cubicBezTo>
                  <a:pt x="20784" y="38283"/>
                  <a:pt x="21183" y="37760"/>
                  <a:pt x="21606" y="37237"/>
                </a:cubicBezTo>
                <a:cubicBezTo>
                  <a:pt x="21631" y="37212"/>
                  <a:pt x="21655" y="37187"/>
                  <a:pt x="21655" y="37138"/>
                </a:cubicBezTo>
                <a:cubicBezTo>
                  <a:pt x="21855" y="36889"/>
                  <a:pt x="22029" y="36690"/>
                  <a:pt x="22228" y="36466"/>
                </a:cubicBezTo>
                <a:close/>
                <a:moveTo>
                  <a:pt x="72657" y="44904"/>
                </a:moveTo>
                <a:lnTo>
                  <a:pt x="72657" y="44953"/>
                </a:lnTo>
                <a:cubicBezTo>
                  <a:pt x="72408" y="45028"/>
                  <a:pt x="72184" y="45128"/>
                  <a:pt x="71935" y="45177"/>
                </a:cubicBezTo>
                <a:cubicBezTo>
                  <a:pt x="71985" y="45153"/>
                  <a:pt x="71985" y="45128"/>
                  <a:pt x="72010" y="45128"/>
                </a:cubicBezTo>
                <a:cubicBezTo>
                  <a:pt x="72234" y="45053"/>
                  <a:pt x="72433" y="45003"/>
                  <a:pt x="72657" y="44904"/>
                </a:cubicBezTo>
                <a:close/>
                <a:moveTo>
                  <a:pt x="55756" y="45202"/>
                </a:moveTo>
                <a:lnTo>
                  <a:pt x="55781" y="45227"/>
                </a:lnTo>
                <a:cubicBezTo>
                  <a:pt x="55781" y="45227"/>
                  <a:pt x="55756" y="45227"/>
                  <a:pt x="55756" y="45277"/>
                </a:cubicBezTo>
                <a:lnTo>
                  <a:pt x="55731" y="45302"/>
                </a:lnTo>
                <a:cubicBezTo>
                  <a:pt x="55731" y="45277"/>
                  <a:pt x="55731" y="45277"/>
                  <a:pt x="55706" y="45227"/>
                </a:cubicBezTo>
                <a:cubicBezTo>
                  <a:pt x="55731" y="45202"/>
                  <a:pt x="55731" y="45202"/>
                  <a:pt x="55756" y="45202"/>
                </a:cubicBezTo>
                <a:close/>
                <a:moveTo>
                  <a:pt x="28575" y="39701"/>
                </a:moveTo>
                <a:cubicBezTo>
                  <a:pt x="28600" y="39701"/>
                  <a:pt x="28600" y="39726"/>
                  <a:pt x="28625" y="39726"/>
                </a:cubicBezTo>
                <a:cubicBezTo>
                  <a:pt x="26957" y="41568"/>
                  <a:pt x="25364" y="43435"/>
                  <a:pt x="23846" y="45327"/>
                </a:cubicBezTo>
                <a:lnTo>
                  <a:pt x="23821" y="45302"/>
                </a:lnTo>
                <a:cubicBezTo>
                  <a:pt x="24145" y="44879"/>
                  <a:pt x="24493" y="44456"/>
                  <a:pt x="24841" y="44032"/>
                </a:cubicBezTo>
                <a:cubicBezTo>
                  <a:pt x="24991" y="43833"/>
                  <a:pt x="25115" y="43684"/>
                  <a:pt x="25265" y="43510"/>
                </a:cubicBezTo>
                <a:cubicBezTo>
                  <a:pt x="25837" y="42813"/>
                  <a:pt x="26385" y="42166"/>
                  <a:pt x="26982" y="41518"/>
                </a:cubicBezTo>
                <a:cubicBezTo>
                  <a:pt x="27206" y="41270"/>
                  <a:pt x="27455" y="40971"/>
                  <a:pt x="27679" y="40722"/>
                </a:cubicBezTo>
                <a:cubicBezTo>
                  <a:pt x="27978" y="40398"/>
                  <a:pt x="28252" y="40050"/>
                  <a:pt x="28575" y="39701"/>
                </a:cubicBezTo>
                <a:close/>
                <a:moveTo>
                  <a:pt x="19341" y="40274"/>
                </a:moveTo>
                <a:cubicBezTo>
                  <a:pt x="20286" y="41693"/>
                  <a:pt x="21730" y="43410"/>
                  <a:pt x="23522" y="45302"/>
                </a:cubicBezTo>
                <a:cubicBezTo>
                  <a:pt x="23572" y="45327"/>
                  <a:pt x="23522" y="45327"/>
                  <a:pt x="23522" y="45377"/>
                </a:cubicBezTo>
                <a:cubicBezTo>
                  <a:pt x="21705" y="43460"/>
                  <a:pt x="20286" y="41767"/>
                  <a:pt x="19291" y="40324"/>
                </a:cubicBezTo>
                <a:cubicBezTo>
                  <a:pt x="19291" y="40299"/>
                  <a:pt x="19341" y="40299"/>
                  <a:pt x="19341" y="40274"/>
                </a:cubicBezTo>
                <a:close/>
                <a:moveTo>
                  <a:pt x="117436" y="31687"/>
                </a:moveTo>
                <a:lnTo>
                  <a:pt x="117436" y="31687"/>
                </a:lnTo>
                <a:cubicBezTo>
                  <a:pt x="118034" y="35868"/>
                  <a:pt x="117660" y="40548"/>
                  <a:pt x="116466" y="45451"/>
                </a:cubicBezTo>
                <a:cubicBezTo>
                  <a:pt x="116590" y="42838"/>
                  <a:pt x="116366" y="40349"/>
                  <a:pt x="115794" y="38059"/>
                </a:cubicBezTo>
                <a:cubicBezTo>
                  <a:pt x="115819" y="37984"/>
                  <a:pt x="115819" y="37959"/>
                  <a:pt x="115843" y="37909"/>
                </a:cubicBezTo>
                <a:cubicBezTo>
                  <a:pt x="115843" y="37859"/>
                  <a:pt x="115868" y="37835"/>
                  <a:pt x="115868" y="37810"/>
                </a:cubicBezTo>
                <a:cubicBezTo>
                  <a:pt x="115968" y="37586"/>
                  <a:pt x="116092" y="37337"/>
                  <a:pt x="116192" y="37113"/>
                </a:cubicBezTo>
                <a:cubicBezTo>
                  <a:pt x="116217" y="37063"/>
                  <a:pt x="116242" y="36963"/>
                  <a:pt x="116291" y="36914"/>
                </a:cubicBezTo>
                <a:cubicBezTo>
                  <a:pt x="116366" y="36690"/>
                  <a:pt x="116441" y="36466"/>
                  <a:pt x="116540" y="36242"/>
                </a:cubicBezTo>
                <a:lnTo>
                  <a:pt x="116615" y="35968"/>
                </a:lnTo>
                <a:cubicBezTo>
                  <a:pt x="116690" y="35744"/>
                  <a:pt x="116739" y="35569"/>
                  <a:pt x="116814" y="35345"/>
                </a:cubicBezTo>
                <a:cubicBezTo>
                  <a:pt x="116839" y="35246"/>
                  <a:pt x="116864" y="35121"/>
                  <a:pt x="116914" y="35047"/>
                </a:cubicBezTo>
                <a:cubicBezTo>
                  <a:pt x="116964" y="34848"/>
                  <a:pt x="116988" y="34624"/>
                  <a:pt x="117063" y="34449"/>
                </a:cubicBezTo>
                <a:cubicBezTo>
                  <a:pt x="117088" y="34325"/>
                  <a:pt x="117113" y="34200"/>
                  <a:pt x="117113" y="34076"/>
                </a:cubicBezTo>
                <a:lnTo>
                  <a:pt x="117212" y="33504"/>
                </a:lnTo>
                <a:cubicBezTo>
                  <a:pt x="117212" y="33454"/>
                  <a:pt x="117237" y="33379"/>
                  <a:pt x="117237" y="33329"/>
                </a:cubicBezTo>
                <a:cubicBezTo>
                  <a:pt x="117287" y="33255"/>
                  <a:pt x="117287" y="33230"/>
                  <a:pt x="117287" y="33205"/>
                </a:cubicBezTo>
                <a:cubicBezTo>
                  <a:pt x="117287" y="33130"/>
                  <a:pt x="117312" y="33080"/>
                  <a:pt x="117312" y="33006"/>
                </a:cubicBezTo>
                <a:cubicBezTo>
                  <a:pt x="117337" y="32856"/>
                  <a:pt x="117362" y="32682"/>
                  <a:pt x="117362" y="32508"/>
                </a:cubicBezTo>
                <a:lnTo>
                  <a:pt x="117362" y="32359"/>
                </a:lnTo>
                <a:lnTo>
                  <a:pt x="117362" y="32309"/>
                </a:lnTo>
                <a:cubicBezTo>
                  <a:pt x="117362" y="32184"/>
                  <a:pt x="117412" y="32010"/>
                  <a:pt x="117412" y="31886"/>
                </a:cubicBezTo>
                <a:cubicBezTo>
                  <a:pt x="117412" y="31836"/>
                  <a:pt x="117412" y="31761"/>
                  <a:pt x="117436" y="31687"/>
                </a:cubicBezTo>
                <a:close/>
                <a:moveTo>
                  <a:pt x="72906" y="45078"/>
                </a:moveTo>
                <a:cubicBezTo>
                  <a:pt x="72931" y="45227"/>
                  <a:pt x="72931" y="45377"/>
                  <a:pt x="72981" y="45526"/>
                </a:cubicBezTo>
                <a:cubicBezTo>
                  <a:pt x="72981" y="45551"/>
                  <a:pt x="72931" y="45625"/>
                  <a:pt x="72931" y="45650"/>
                </a:cubicBezTo>
                <a:cubicBezTo>
                  <a:pt x="72906" y="45451"/>
                  <a:pt x="72881" y="45302"/>
                  <a:pt x="72881" y="45128"/>
                </a:cubicBezTo>
                <a:cubicBezTo>
                  <a:pt x="72881" y="45078"/>
                  <a:pt x="72906" y="45078"/>
                  <a:pt x="72906" y="45078"/>
                </a:cubicBezTo>
                <a:close/>
                <a:moveTo>
                  <a:pt x="73379" y="45003"/>
                </a:moveTo>
                <a:lnTo>
                  <a:pt x="73180" y="45650"/>
                </a:lnTo>
                <a:cubicBezTo>
                  <a:pt x="73180" y="45625"/>
                  <a:pt x="73155" y="45551"/>
                  <a:pt x="73155" y="45526"/>
                </a:cubicBezTo>
                <a:cubicBezTo>
                  <a:pt x="73205" y="45327"/>
                  <a:pt x="73280" y="45177"/>
                  <a:pt x="73304" y="45003"/>
                </a:cubicBezTo>
                <a:close/>
                <a:moveTo>
                  <a:pt x="99938" y="37660"/>
                </a:moveTo>
                <a:cubicBezTo>
                  <a:pt x="100411" y="37835"/>
                  <a:pt x="100884" y="38059"/>
                  <a:pt x="101357" y="38283"/>
                </a:cubicBezTo>
                <a:cubicBezTo>
                  <a:pt x="100610" y="40249"/>
                  <a:pt x="99739" y="42315"/>
                  <a:pt x="98768" y="44331"/>
                </a:cubicBezTo>
                <a:cubicBezTo>
                  <a:pt x="98693" y="44381"/>
                  <a:pt x="98619" y="44431"/>
                  <a:pt x="98544" y="44456"/>
                </a:cubicBezTo>
                <a:cubicBezTo>
                  <a:pt x="98445" y="44505"/>
                  <a:pt x="98395" y="44530"/>
                  <a:pt x="98295" y="44580"/>
                </a:cubicBezTo>
                <a:cubicBezTo>
                  <a:pt x="98046" y="44704"/>
                  <a:pt x="97797" y="44829"/>
                  <a:pt x="97524" y="44929"/>
                </a:cubicBezTo>
                <a:cubicBezTo>
                  <a:pt x="97449" y="44953"/>
                  <a:pt x="97399" y="45003"/>
                  <a:pt x="97300" y="45028"/>
                </a:cubicBezTo>
                <a:cubicBezTo>
                  <a:pt x="97026" y="45153"/>
                  <a:pt x="96752" y="45252"/>
                  <a:pt x="96503" y="45327"/>
                </a:cubicBezTo>
                <a:cubicBezTo>
                  <a:pt x="96428" y="45377"/>
                  <a:pt x="96379" y="45377"/>
                  <a:pt x="96329" y="45401"/>
                </a:cubicBezTo>
                <a:cubicBezTo>
                  <a:pt x="96080" y="45501"/>
                  <a:pt x="95831" y="45551"/>
                  <a:pt x="95632" y="45650"/>
                </a:cubicBezTo>
                <a:cubicBezTo>
                  <a:pt x="94711" y="44754"/>
                  <a:pt x="93591" y="44008"/>
                  <a:pt x="92321" y="43460"/>
                </a:cubicBezTo>
                <a:cubicBezTo>
                  <a:pt x="95134" y="42190"/>
                  <a:pt x="97772" y="40199"/>
                  <a:pt x="99938" y="37660"/>
                </a:cubicBezTo>
                <a:close/>
                <a:moveTo>
                  <a:pt x="14638" y="40456"/>
                </a:moveTo>
                <a:cubicBezTo>
                  <a:pt x="14595" y="40521"/>
                  <a:pt x="14553" y="40584"/>
                  <a:pt x="14512" y="40647"/>
                </a:cubicBezTo>
                <a:cubicBezTo>
                  <a:pt x="14039" y="41319"/>
                  <a:pt x="13541" y="42066"/>
                  <a:pt x="13043" y="42838"/>
                </a:cubicBezTo>
                <a:cubicBezTo>
                  <a:pt x="12944" y="42962"/>
                  <a:pt x="12869" y="43136"/>
                  <a:pt x="12769" y="43261"/>
                </a:cubicBezTo>
                <a:cubicBezTo>
                  <a:pt x="12228" y="44059"/>
                  <a:pt x="11702" y="44882"/>
                  <a:pt x="11207" y="45673"/>
                </a:cubicBezTo>
                <a:lnTo>
                  <a:pt x="11207" y="45673"/>
                </a:lnTo>
                <a:cubicBezTo>
                  <a:pt x="11728" y="44828"/>
                  <a:pt x="12253" y="43947"/>
                  <a:pt x="12819" y="43087"/>
                </a:cubicBezTo>
                <a:cubicBezTo>
                  <a:pt x="12869" y="43037"/>
                  <a:pt x="12919" y="42962"/>
                  <a:pt x="12944" y="42912"/>
                </a:cubicBezTo>
                <a:cubicBezTo>
                  <a:pt x="13441" y="42166"/>
                  <a:pt x="13939" y="41444"/>
                  <a:pt x="14437" y="40722"/>
                </a:cubicBezTo>
                <a:cubicBezTo>
                  <a:pt x="14505" y="40635"/>
                  <a:pt x="14571" y="40546"/>
                  <a:pt x="14638" y="40456"/>
                </a:cubicBezTo>
                <a:close/>
                <a:moveTo>
                  <a:pt x="42838" y="27903"/>
                </a:moveTo>
                <a:cubicBezTo>
                  <a:pt x="44281" y="30517"/>
                  <a:pt x="45999" y="33304"/>
                  <a:pt x="47891" y="35968"/>
                </a:cubicBezTo>
                <a:cubicBezTo>
                  <a:pt x="44306" y="39054"/>
                  <a:pt x="40921" y="42290"/>
                  <a:pt x="37785" y="45675"/>
                </a:cubicBezTo>
                <a:cubicBezTo>
                  <a:pt x="35171" y="43634"/>
                  <a:pt x="32483" y="41693"/>
                  <a:pt x="29994" y="40100"/>
                </a:cubicBezTo>
                <a:cubicBezTo>
                  <a:pt x="33578" y="35669"/>
                  <a:pt x="37934" y="31462"/>
                  <a:pt x="42838" y="27903"/>
                </a:cubicBezTo>
                <a:close/>
                <a:moveTo>
                  <a:pt x="92072" y="43559"/>
                </a:moveTo>
                <a:cubicBezTo>
                  <a:pt x="93342" y="44057"/>
                  <a:pt x="94462" y="44804"/>
                  <a:pt x="95408" y="45700"/>
                </a:cubicBezTo>
                <a:lnTo>
                  <a:pt x="95308" y="45700"/>
                </a:lnTo>
                <a:cubicBezTo>
                  <a:pt x="94387" y="44804"/>
                  <a:pt x="93292" y="44082"/>
                  <a:pt x="91973" y="43584"/>
                </a:cubicBezTo>
                <a:cubicBezTo>
                  <a:pt x="92023" y="43584"/>
                  <a:pt x="92048" y="43559"/>
                  <a:pt x="92072" y="43559"/>
                </a:cubicBezTo>
                <a:close/>
                <a:moveTo>
                  <a:pt x="106730" y="41502"/>
                </a:moveTo>
                <a:cubicBezTo>
                  <a:pt x="108006" y="42414"/>
                  <a:pt x="109135" y="43398"/>
                  <a:pt x="110168" y="44431"/>
                </a:cubicBezTo>
                <a:cubicBezTo>
                  <a:pt x="110143" y="44456"/>
                  <a:pt x="110118" y="44530"/>
                  <a:pt x="110094" y="44605"/>
                </a:cubicBezTo>
                <a:cubicBezTo>
                  <a:pt x="109994" y="44704"/>
                  <a:pt x="109870" y="44804"/>
                  <a:pt x="109770" y="44904"/>
                </a:cubicBezTo>
                <a:cubicBezTo>
                  <a:pt x="109695" y="45003"/>
                  <a:pt x="109596" y="45053"/>
                  <a:pt x="109471" y="45153"/>
                </a:cubicBezTo>
                <a:cubicBezTo>
                  <a:pt x="109322" y="45277"/>
                  <a:pt x="109123" y="45401"/>
                  <a:pt x="108973" y="45526"/>
                </a:cubicBezTo>
                <a:cubicBezTo>
                  <a:pt x="108874" y="45576"/>
                  <a:pt x="108774" y="45650"/>
                  <a:pt x="108700" y="45725"/>
                </a:cubicBezTo>
                <a:cubicBezTo>
                  <a:pt x="108700" y="45675"/>
                  <a:pt x="108650" y="45650"/>
                  <a:pt x="108650" y="45576"/>
                </a:cubicBezTo>
                <a:cubicBezTo>
                  <a:pt x="108600" y="45377"/>
                  <a:pt x="108525" y="45153"/>
                  <a:pt x="108476" y="44953"/>
                </a:cubicBezTo>
                <a:lnTo>
                  <a:pt x="108376" y="44680"/>
                </a:lnTo>
                <a:cubicBezTo>
                  <a:pt x="108351" y="44605"/>
                  <a:pt x="108301" y="44530"/>
                  <a:pt x="108277" y="44456"/>
                </a:cubicBezTo>
                <a:cubicBezTo>
                  <a:pt x="108252" y="44356"/>
                  <a:pt x="108177" y="44256"/>
                  <a:pt x="108152" y="44157"/>
                </a:cubicBezTo>
                <a:cubicBezTo>
                  <a:pt x="108127" y="44082"/>
                  <a:pt x="108127" y="44057"/>
                  <a:pt x="108102" y="43983"/>
                </a:cubicBezTo>
                <a:cubicBezTo>
                  <a:pt x="108102" y="43958"/>
                  <a:pt x="108052" y="43933"/>
                  <a:pt x="108052" y="43933"/>
                </a:cubicBezTo>
                <a:cubicBezTo>
                  <a:pt x="108003" y="43808"/>
                  <a:pt x="107978" y="43684"/>
                  <a:pt x="107903" y="43584"/>
                </a:cubicBezTo>
                <a:cubicBezTo>
                  <a:pt x="107903" y="43559"/>
                  <a:pt x="107878" y="43535"/>
                  <a:pt x="107878" y="43510"/>
                </a:cubicBezTo>
                <a:lnTo>
                  <a:pt x="107779" y="43311"/>
                </a:lnTo>
                <a:cubicBezTo>
                  <a:pt x="107679" y="43136"/>
                  <a:pt x="107604" y="42912"/>
                  <a:pt x="107480" y="42713"/>
                </a:cubicBezTo>
                <a:cubicBezTo>
                  <a:pt x="107430" y="42663"/>
                  <a:pt x="107380" y="42589"/>
                  <a:pt x="107356" y="42514"/>
                </a:cubicBezTo>
                <a:cubicBezTo>
                  <a:pt x="107281" y="42415"/>
                  <a:pt x="107231" y="42290"/>
                  <a:pt x="107156" y="42190"/>
                </a:cubicBezTo>
                <a:cubicBezTo>
                  <a:pt x="107107" y="42066"/>
                  <a:pt x="107032" y="41966"/>
                  <a:pt x="106932" y="41842"/>
                </a:cubicBezTo>
                <a:cubicBezTo>
                  <a:pt x="106883" y="41718"/>
                  <a:pt x="106783" y="41643"/>
                  <a:pt x="106733" y="41518"/>
                </a:cubicBezTo>
                <a:cubicBezTo>
                  <a:pt x="106733" y="41518"/>
                  <a:pt x="106733" y="41511"/>
                  <a:pt x="106730" y="41502"/>
                </a:cubicBezTo>
                <a:close/>
                <a:moveTo>
                  <a:pt x="55507" y="45426"/>
                </a:moveTo>
                <a:lnTo>
                  <a:pt x="55557" y="45451"/>
                </a:lnTo>
                <a:lnTo>
                  <a:pt x="55582" y="45476"/>
                </a:lnTo>
                <a:cubicBezTo>
                  <a:pt x="55569" y="45473"/>
                  <a:pt x="55556" y="45471"/>
                  <a:pt x="55543" y="45471"/>
                </a:cubicBezTo>
                <a:cubicBezTo>
                  <a:pt x="55456" y="45471"/>
                  <a:pt x="55367" y="45539"/>
                  <a:pt x="55258" y="45625"/>
                </a:cubicBezTo>
                <a:cubicBezTo>
                  <a:pt x="55201" y="45663"/>
                  <a:pt x="55130" y="45716"/>
                  <a:pt x="55055" y="45772"/>
                </a:cubicBezTo>
                <a:lnTo>
                  <a:pt x="55055" y="45772"/>
                </a:lnTo>
                <a:cubicBezTo>
                  <a:pt x="55183" y="45673"/>
                  <a:pt x="55315" y="45575"/>
                  <a:pt x="55458" y="45476"/>
                </a:cubicBezTo>
                <a:cubicBezTo>
                  <a:pt x="55482" y="45476"/>
                  <a:pt x="55482" y="45451"/>
                  <a:pt x="55507" y="45426"/>
                </a:cubicBezTo>
                <a:close/>
                <a:moveTo>
                  <a:pt x="29870" y="40199"/>
                </a:moveTo>
                <a:cubicBezTo>
                  <a:pt x="32408" y="41842"/>
                  <a:pt x="35047" y="43759"/>
                  <a:pt x="37660" y="45800"/>
                </a:cubicBezTo>
                <a:lnTo>
                  <a:pt x="37636" y="45825"/>
                </a:lnTo>
                <a:cubicBezTo>
                  <a:pt x="35022" y="43784"/>
                  <a:pt x="32359" y="41892"/>
                  <a:pt x="29845" y="40249"/>
                </a:cubicBezTo>
                <a:cubicBezTo>
                  <a:pt x="29845" y="40224"/>
                  <a:pt x="29870" y="40224"/>
                  <a:pt x="29870" y="40199"/>
                </a:cubicBezTo>
                <a:close/>
                <a:moveTo>
                  <a:pt x="48015" y="36167"/>
                </a:moveTo>
                <a:cubicBezTo>
                  <a:pt x="48015" y="36192"/>
                  <a:pt x="48040" y="36192"/>
                  <a:pt x="48040" y="36217"/>
                </a:cubicBezTo>
                <a:cubicBezTo>
                  <a:pt x="44481" y="39228"/>
                  <a:pt x="41120" y="42464"/>
                  <a:pt x="38009" y="45825"/>
                </a:cubicBezTo>
                <a:cubicBezTo>
                  <a:pt x="37959" y="45825"/>
                  <a:pt x="37959" y="45800"/>
                  <a:pt x="37934" y="45800"/>
                </a:cubicBezTo>
                <a:cubicBezTo>
                  <a:pt x="41071" y="42439"/>
                  <a:pt x="44431" y="39204"/>
                  <a:pt x="48015" y="36167"/>
                </a:cubicBezTo>
                <a:close/>
                <a:moveTo>
                  <a:pt x="98619" y="44630"/>
                </a:moveTo>
                <a:cubicBezTo>
                  <a:pt x="98619" y="44630"/>
                  <a:pt x="98619" y="44655"/>
                  <a:pt x="98569" y="44655"/>
                </a:cubicBezTo>
                <a:cubicBezTo>
                  <a:pt x="98569" y="44655"/>
                  <a:pt x="98569" y="44680"/>
                  <a:pt x="98544" y="44680"/>
                </a:cubicBezTo>
                <a:cubicBezTo>
                  <a:pt x="97673" y="45153"/>
                  <a:pt x="96752" y="45526"/>
                  <a:pt x="95781" y="45825"/>
                </a:cubicBezTo>
                <a:lnTo>
                  <a:pt x="95707" y="45775"/>
                </a:lnTo>
                <a:cubicBezTo>
                  <a:pt x="96677" y="45451"/>
                  <a:pt x="97623" y="45078"/>
                  <a:pt x="98544" y="44655"/>
                </a:cubicBezTo>
                <a:cubicBezTo>
                  <a:pt x="98569" y="44655"/>
                  <a:pt x="98569" y="44630"/>
                  <a:pt x="98619" y="44630"/>
                </a:cubicBezTo>
                <a:close/>
                <a:moveTo>
                  <a:pt x="106061" y="40846"/>
                </a:moveTo>
                <a:lnTo>
                  <a:pt x="106061" y="40846"/>
                </a:lnTo>
                <a:cubicBezTo>
                  <a:pt x="106111" y="40896"/>
                  <a:pt x="106136" y="40896"/>
                  <a:pt x="106161" y="40921"/>
                </a:cubicBezTo>
                <a:cubicBezTo>
                  <a:pt x="106186" y="40946"/>
                  <a:pt x="106235" y="40946"/>
                  <a:pt x="106260" y="40971"/>
                </a:cubicBezTo>
                <a:cubicBezTo>
                  <a:pt x="106310" y="41070"/>
                  <a:pt x="106385" y="41145"/>
                  <a:pt x="106435" y="41220"/>
                </a:cubicBezTo>
                <a:cubicBezTo>
                  <a:pt x="106484" y="41294"/>
                  <a:pt x="106509" y="41319"/>
                  <a:pt x="106534" y="41394"/>
                </a:cubicBezTo>
                <a:cubicBezTo>
                  <a:pt x="106584" y="41419"/>
                  <a:pt x="106584" y="41444"/>
                  <a:pt x="106609" y="41469"/>
                </a:cubicBezTo>
                <a:cubicBezTo>
                  <a:pt x="106659" y="41543"/>
                  <a:pt x="106708" y="41643"/>
                  <a:pt x="106758" y="41693"/>
                </a:cubicBezTo>
                <a:cubicBezTo>
                  <a:pt x="106858" y="41842"/>
                  <a:pt x="106982" y="42016"/>
                  <a:pt x="107057" y="42190"/>
                </a:cubicBezTo>
                <a:cubicBezTo>
                  <a:pt x="107107" y="42215"/>
                  <a:pt x="107132" y="42290"/>
                  <a:pt x="107156" y="42315"/>
                </a:cubicBezTo>
                <a:cubicBezTo>
                  <a:pt x="107231" y="42415"/>
                  <a:pt x="107256" y="42514"/>
                  <a:pt x="107331" y="42564"/>
                </a:cubicBezTo>
                <a:cubicBezTo>
                  <a:pt x="107430" y="42763"/>
                  <a:pt x="107530" y="42962"/>
                  <a:pt x="107629" y="43186"/>
                </a:cubicBezTo>
                <a:cubicBezTo>
                  <a:pt x="107679" y="43286"/>
                  <a:pt x="107729" y="43410"/>
                  <a:pt x="107779" y="43510"/>
                </a:cubicBezTo>
                <a:cubicBezTo>
                  <a:pt x="107828" y="43559"/>
                  <a:pt x="107853" y="43634"/>
                  <a:pt x="107878" y="43709"/>
                </a:cubicBezTo>
                <a:cubicBezTo>
                  <a:pt x="107978" y="43908"/>
                  <a:pt x="108028" y="44082"/>
                  <a:pt x="108127" y="44306"/>
                </a:cubicBezTo>
                <a:cubicBezTo>
                  <a:pt x="108152" y="44406"/>
                  <a:pt x="108202" y="44505"/>
                  <a:pt x="108252" y="44580"/>
                </a:cubicBezTo>
                <a:cubicBezTo>
                  <a:pt x="108277" y="44655"/>
                  <a:pt x="108277" y="44680"/>
                  <a:pt x="108301" y="44754"/>
                </a:cubicBezTo>
                <a:cubicBezTo>
                  <a:pt x="108301" y="44779"/>
                  <a:pt x="108351" y="44804"/>
                  <a:pt x="108351" y="44804"/>
                </a:cubicBezTo>
                <a:cubicBezTo>
                  <a:pt x="108401" y="45028"/>
                  <a:pt x="108501" y="45252"/>
                  <a:pt x="108575" y="45501"/>
                </a:cubicBezTo>
                <a:cubicBezTo>
                  <a:pt x="108476" y="45650"/>
                  <a:pt x="108525" y="45750"/>
                  <a:pt x="108525" y="45849"/>
                </a:cubicBezTo>
                <a:cubicBezTo>
                  <a:pt x="108401" y="45576"/>
                  <a:pt x="108351" y="45302"/>
                  <a:pt x="108252" y="45028"/>
                </a:cubicBezTo>
                <a:cubicBezTo>
                  <a:pt x="108227" y="44953"/>
                  <a:pt x="108227" y="44904"/>
                  <a:pt x="108202" y="44879"/>
                </a:cubicBezTo>
                <a:cubicBezTo>
                  <a:pt x="108152" y="44804"/>
                  <a:pt x="108127" y="44754"/>
                  <a:pt x="108102" y="44655"/>
                </a:cubicBezTo>
                <a:cubicBezTo>
                  <a:pt x="108077" y="44555"/>
                  <a:pt x="108028" y="44456"/>
                  <a:pt x="108003" y="44331"/>
                </a:cubicBezTo>
                <a:lnTo>
                  <a:pt x="108003" y="44306"/>
                </a:lnTo>
                <a:cubicBezTo>
                  <a:pt x="107953" y="44182"/>
                  <a:pt x="107903" y="44057"/>
                  <a:pt x="107853" y="43933"/>
                </a:cubicBezTo>
                <a:cubicBezTo>
                  <a:pt x="107828" y="43833"/>
                  <a:pt x="107779" y="43784"/>
                  <a:pt x="107754" y="43684"/>
                </a:cubicBezTo>
                <a:cubicBezTo>
                  <a:pt x="107754" y="43659"/>
                  <a:pt x="107729" y="43634"/>
                  <a:pt x="107729" y="43584"/>
                </a:cubicBezTo>
                <a:cubicBezTo>
                  <a:pt x="107604" y="43311"/>
                  <a:pt x="107480" y="43062"/>
                  <a:pt x="107331" y="42788"/>
                </a:cubicBezTo>
                <a:lnTo>
                  <a:pt x="107331" y="42763"/>
                </a:lnTo>
                <a:cubicBezTo>
                  <a:pt x="107331" y="42713"/>
                  <a:pt x="107281" y="42713"/>
                  <a:pt x="107281" y="42688"/>
                </a:cubicBezTo>
                <a:cubicBezTo>
                  <a:pt x="107256" y="42663"/>
                  <a:pt x="107256" y="42639"/>
                  <a:pt x="107231" y="42589"/>
                </a:cubicBezTo>
                <a:cubicBezTo>
                  <a:pt x="107181" y="42514"/>
                  <a:pt x="107132" y="42439"/>
                  <a:pt x="107057" y="42390"/>
                </a:cubicBezTo>
                <a:cubicBezTo>
                  <a:pt x="106982" y="42190"/>
                  <a:pt x="106858" y="42016"/>
                  <a:pt x="106733" y="41817"/>
                </a:cubicBezTo>
                <a:cubicBezTo>
                  <a:pt x="106683" y="41767"/>
                  <a:pt x="106634" y="41668"/>
                  <a:pt x="106609" y="41593"/>
                </a:cubicBezTo>
                <a:cubicBezTo>
                  <a:pt x="106559" y="41543"/>
                  <a:pt x="106509" y="41469"/>
                  <a:pt x="106484" y="41419"/>
                </a:cubicBezTo>
                <a:lnTo>
                  <a:pt x="106435" y="41394"/>
                </a:lnTo>
                <a:cubicBezTo>
                  <a:pt x="106435" y="41344"/>
                  <a:pt x="106410" y="41344"/>
                  <a:pt x="106410" y="41319"/>
                </a:cubicBezTo>
                <a:cubicBezTo>
                  <a:pt x="106310" y="41195"/>
                  <a:pt x="106235" y="41095"/>
                  <a:pt x="106161" y="40971"/>
                </a:cubicBezTo>
                <a:cubicBezTo>
                  <a:pt x="106136" y="40946"/>
                  <a:pt x="106111" y="40921"/>
                  <a:pt x="106061" y="40846"/>
                </a:cubicBezTo>
                <a:close/>
                <a:moveTo>
                  <a:pt x="95532" y="45825"/>
                </a:moveTo>
                <a:cubicBezTo>
                  <a:pt x="95532" y="45825"/>
                  <a:pt x="95557" y="45825"/>
                  <a:pt x="95557" y="45849"/>
                </a:cubicBezTo>
                <a:lnTo>
                  <a:pt x="95582" y="45899"/>
                </a:lnTo>
                <a:cubicBezTo>
                  <a:pt x="95557" y="45899"/>
                  <a:pt x="95557" y="45899"/>
                  <a:pt x="95532" y="45924"/>
                </a:cubicBezTo>
                <a:cubicBezTo>
                  <a:pt x="95532" y="45899"/>
                  <a:pt x="95507" y="45899"/>
                  <a:pt x="95458" y="45849"/>
                </a:cubicBezTo>
                <a:cubicBezTo>
                  <a:pt x="95507" y="45849"/>
                  <a:pt x="95532" y="45849"/>
                  <a:pt x="95532" y="45825"/>
                </a:cubicBezTo>
                <a:close/>
                <a:moveTo>
                  <a:pt x="37785" y="45924"/>
                </a:moveTo>
                <a:cubicBezTo>
                  <a:pt x="37810" y="45924"/>
                  <a:pt x="37810" y="45949"/>
                  <a:pt x="37835" y="45949"/>
                </a:cubicBezTo>
                <a:lnTo>
                  <a:pt x="37810" y="45999"/>
                </a:lnTo>
                <a:cubicBezTo>
                  <a:pt x="37810" y="45999"/>
                  <a:pt x="37785" y="45999"/>
                  <a:pt x="37760" y="45949"/>
                </a:cubicBezTo>
                <a:lnTo>
                  <a:pt x="37785" y="45924"/>
                </a:lnTo>
                <a:close/>
                <a:moveTo>
                  <a:pt x="109944" y="45003"/>
                </a:moveTo>
                <a:cubicBezTo>
                  <a:pt x="109944" y="45028"/>
                  <a:pt x="109894" y="45053"/>
                  <a:pt x="109894" y="45128"/>
                </a:cubicBezTo>
                <a:cubicBezTo>
                  <a:pt x="109845" y="45153"/>
                  <a:pt x="109820" y="45202"/>
                  <a:pt x="109745" y="45252"/>
                </a:cubicBezTo>
                <a:cubicBezTo>
                  <a:pt x="109471" y="45501"/>
                  <a:pt x="109123" y="45750"/>
                  <a:pt x="108774" y="45999"/>
                </a:cubicBezTo>
                <a:lnTo>
                  <a:pt x="108749" y="45924"/>
                </a:lnTo>
                <a:cubicBezTo>
                  <a:pt x="108849" y="45874"/>
                  <a:pt x="108949" y="45775"/>
                  <a:pt x="109023" y="45700"/>
                </a:cubicBezTo>
                <a:cubicBezTo>
                  <a:pt x="109197" y="45576"/>
                  <a:pt x="109347" y="45451"/>
                  <a:pt x="109496" y="45377"/>
                </a:cubicBezTo>
                <a:lnTo>
                  <a:pt x="109596" y="45277"/>
                </a:lnTo>
                <a:cubicBezTo>
                  <a:pt x="109720" y="45177"/>
                  <a:pt x="109820" y="45078"/>
                  <a:pt x="109944" y="45003"/>
                </a:cubicBezTo>
                <a:close/>
                <a:moveTo>
                  <a:pt x="73603" y="45053"/>
                </a:moveTo>
                <a:cubicBezTo>
                  <a:pt x="74051" y="45128"/>
                  <a:pt x="74549" y="45177"/>
                  <a:pt x="75047" y="45202"/>
                </a:cubicBezTo>
                <a:cubicBezTo>
                  <a:pt x="74474" y="45451"/>
                  <a:pt x="73877" y="45725"/>
                  <a:pt x="73280" y="46024"/>
                </a:cubicBezTo>
                <a:lnTo>
                  <a:pt x="73280" y="45999"/>
                </a:lnTo>
                <a:cubicBezTo>
                  <a:pt x="73404" y="45675"/>
                  <a:pt x="73504" y="45377"/>
                  <a:pt x="73603" y="45053"/>
                </a:cubicBezTo>
                <a:close/>
                <a:moveTo>
                  <a:pt x="80573" y="44431"/>
                </a:moveTo>
                <a:cubicBezTo>
                  <a:pt x="81021" y="44580"/>
                  <a:pt x="81568" y="44704"/>
                  <a:pt x="82116" y="44804"/>
                </a:cubicBezTo>
                <a:cubicBezTo>
                  <a:pt x="82141" y="44804"/>
                  <a:pt x="82191" y="44829"/>
                  <a:pt x="82216" y="44829"/>
                </a:cubicBezTo>
                <a:cubicBezTo>
                  <a:pt x="83062" y="45153"/>
                  <a:pt x="83759" y="45551"/>
                  <a:pt x="84431" y="46073"/>
                </a:cubicBezTo>
                <a:cubicBezTo>
                  <a:pt x="84306" y="46049"/>
                  <a:pt x="84182" y="46024"/>
                  <a:pt x="84082" y="45999"/>
                </a:cubicBezTo>
                <a:cubicBezTo>
                  <a:pt x="83958" y="45949"/>
                  <a:pt x="83833" y="45924"/>
                  <a:pt x="83734" y="45899"/>
                </a:cubicBezTo>
                <a:cubicBezTo>
                  <a:pt x="82738" y="45576"/>
                  <a:pt x="81767" y="45202"/>
                  <a:pt x="80871" y="44754"/>
                </a:cubicBezTo>
                <a:cubicBezTo>
                  <a:pt x="80822" y="44704"/>
                  <a:pt x="80722" y="44680"/>
                  <a:pt x="80647" y="44605"/>
                </a:cubicBezTo>
                <a:cubicBezTo>
                  <a:pt x="80573" y="44555"/>
                  <a:pt x="80473" y="44480"/>
                  <a:pt x="80349" y="44431"/>
                </a:cubicBezTo>
                <a:close/>
                <a:moveTo>
                  <a:pt x="73031" y="45849"/>
                </a:moveTo>
                <a:cubicBezTo>
                  <a:pt x="73031" y="45899"/>
                  <a:pt x="73056" y="45949"/>
                  <a:pt x="73056" y="45999"/>
                </a:cubicBezTo>
                <a:cubicBezTo>
                  <a:pt x="73056" y="46024"/>
                  <a:pt x="73031" y="46073"/>
                  <a:pt x="73031" y="46123"/>
                </a:cubicBezTo>
                <a:cubicBezTo>
                  <a:pt x="73031" y="46073"/>
                  <a:pt x="73031" y="46024"/>
                  <a:pt x="73006" y="45999"/>
                </a:cubicBezTo>
                <a:cubicBezTo>
                  <a:pt x="73006" y="45949"/>
                  <a:pt x="73031" y="45899"/>
                  <a:pt x="73031" y="45849"/>
                </a:cubicBezTo>
                <a:close/>
                <a:moveTo>
                  <a:pt x="108625" y="46049"/>
                </a:moveTo>
                <a:lnTo>
                  <a:pt x="108625" y="46073"/>
                </a:lnTo>
                <a:lnTo>
                  <a:pt x="108625" y="46123"/>
                </a:lnTo>
                <a:cubicBezTo>
                  <a:pt x="108625" y="46123"/>
                  <a:pt x="108600" y="46123"/>
                  <a:pt x="108600" y="46148"/>
                </a:cubicBezTo>
                <a:lnTo>
                  <a:pt x="108600" y="46123"/>
                </a:lnTo>
                <a:lnTo>
                  <a:pt x="108575" y="46073"/>
                </a:lnTo>
                <a:lnTo>
                  <a:pt x="108625" y="46049"/>
                </a:lnTo>
                <a:close/>
                <a:moveTo>
                  <a:pt x="48164" y="36341"/>
                </a:moveTo>
                <a:lnTo>
                  <a:pt x="48463" y="36714"/>
                </a:lnTo>
                <a:cubicBezTo>
                  <a:pt x="44630" y="39452"/>
                  <a:pt x="41245" y="42738"/>
                  <a:pt x="38457" y="46198"/>
                </a:cubicBezTo>
                <a:cubicBezTo>
                  <a:pt x="38382" y="46098"/>
                  <a:pt x="38258" y="46049"/>
                  <a:pt x="38158" y="45949"/>
                </a:cubicBezTo>
                <a:cubicBezTo>
                  <a:pt x="41245" y="42589"/>
                  <a:pt x="44605" y="39403"/>
                  <a:pt x="48164" y="36341"/>
                </a:cubicBezTo>
                <a:close/>
                <a:moveTo>
                  <a:pt x="82888" y="44929"/>
                </a:moveTo>
                <a:cubicBezTo>
                  <a:pt x="82962" y="44929"/>
                  <a:pt x="83062" y="44953"/>
                  <a:pt x="83136" y="44953"/>
                </a:cubicBezTo>
                <a:cubicBezTo>
                  <a:pt x="83833" y="45302"/>
                  <a:pt x="84431" y="45700"/>
                  <a:pt x="84954" y="46198"/>
                </a:cubicBezTo>
                <a:cubicBezTo>
                  <a:pt x="84929" y="46198"/>
                  <a:pt x="84854" y="46173"/>
                  <a:pt x="84829" y="46173"/>
                </a:cubicBezTo>
                <a:cubicBezTo>
                  <a:pt x="84257" y="45675"/>
                  <a:pt x="83609" y="45277"/>
                  <a:pt x="82888" y="44929"/>
                </a:cubicBezTo>
                <a:close/>
                <a:moveTo>
                  <a:pt x="65787" y="40448"/>
                </a:moveTo>
                <a:cubicBezTo>
                  <a:pt x="67057" y="41792"/>
                  <a:pt x="68426" y="42838"/>
                  <a:pt x="69795" y="43634"/>
                </a:cubicBezTo>
                <a:cubicBezTo>
                  <a:pt x="69646" y="43709"/>
                  <a:pt x="69496" y="43808"/>
                  <a:pt x="69372" y="43908"/>
                </a:cubicBezTo>
                <a:cubicBezTo>
                  <a:pt x="69247" y="44008"/>
                  <a:pt x="69123" y="44057"/>
                  <a:pt x="68949" y="44157"/>
                </a:cubicBezTo>
                <a:cubicBezTo>
                  <a:pt x="68749" y="44281"/>
                  <a:pt x="68525" y="44431"/>
                  <a:pt x="68301" y="44555"/>
                </a:cubicBezTo>
                <a:lnTo>
                  <a:pt x="68276" y="44580"/>
                </a:lnTo>
                <a:cubicBezTo>
                  <a:pt x="68227" y="44630"/>
                  <a:pt x="68177" y="44655"/>
                  <a:pt x="68152" y="44680"/>
                </a:cubicBezTo>
                <a:cubicBezTo>
                  <a:pt x="68028" y="44779"/>
                  <a:pt x="67903" y="44829"/>
                  <a:pt x="67729" y="44929"/>
                </a:cubicBezTo>
                <a:cubicBezTo>
                  <a:pt x="67654" y="45003"/>
                  <a:pt x="67580" y="45028"/>
                  <a:pt x="67480" y="45078"/>
                </a:cubicBezTo>
                <a:cubicBezTo>
                  <a:pt x="67156" y="45302"/>
                  <a:pt x="66833" y="45551"/>
                  <a:pt x="66484" y="45775"/>
                </a:cubicBezTo>
                <a:cubicBezTo>
                  <a:pt x="66459" y="45775"/>
                  <a:pt x="66459" y="45800"/>
                  <a:pt x="66435" y="45800"/>
                </a:cubicBezTo>
                <a:lnTo>
                  <a:pt x="66410" y="45825"/>
                </a:lnTo>
                <a:cubicBezTo>
                  <a:pt x="66186" y="45999"/>
                  <a:pt x="65962" y="46123"/>
                  <a:pt x="65738" y="46273"/>
                </a:cubicBezTo>
                <a:cubicBezTo>
                  <a:pt x="65713" y="46123"/>
                  <a:pt x="65613" y="45924"/>
                  <a:pt x="65588" y="45775"/>
                </a:cubicBezTo>
                <a:cubicBezTo>
                  <a:pt x="65538" y="45551"/>
                  <a:pt x="65464" y="45327"/>
                  <a:pt x="65364" y="45128"/>
                </a:cubicBezTo>
                <a:cubicBezTo>
                  <a:pt x="65314" y="44929"/>
                  <a:pt x="65215" y="44704"/>
                  <a:pt x="65165" y="44505"/>
                </a:cubicBezTo>
                <a:cubicBezTo>
                  <a:pt x="65066" y="44207"/>
                  <a:pt x="64966" y="43958"/>
                  <a:pt x="64842" y="43659"/>
                </a:cubicBezTo>
                <a:cubicBezTo>
                  <a:pt x="64792" y="43535"/>
                  <a:pt x="64717" y="43385"/>
                  <a:pt x="64667" y="43261"/>
                </a:cubicBezTo>
                <a:lnTo>
                  <a:pt x="64194" y="42141"/>
                </a:lnTo>
                <a:cubicBezTo>
                  <a:pt x="64194" y="42091"/>
                  <a:pt x="64169" y="42066"/>
                  <a:pt x="64169" y="42041"/>
                </a:cubicBezTo>
                <a:cubicBezTo>
                  <a:pt x="63995" y="41718"/>
                  <a:pt x="63871" y="41419"/>
                  <a:pt x="63721" y="41070"/>
                </a:cubicBezTo>
                <a:cubicBezTo>
                  <a:pt x="63796" y="41046"/>
                  <a:pt x="63871" y="41021"/>
                  <a:pt x="63945" y="40971"/>
                </a:cubicBezTo>
                <a:cubicBezTo>
                  <a:pt x="64045" y="40946"/>
                  <a:pt x="64120" y="40921"/>
                  <a:pt x="64244" y="40896"/>
                </a:cubicBezTo>
                <a:cubicBezTo>
                  <a:pt x="64319" y="40846"/>
                  <a:pt x="64369" y="40846"/>
                  <a:pt x="64443" y="40821"/>
                </a:cubicBezTo>
                <a:cubicBezTo>
                  <a:pt x="64593" y="40772"/>
                  <a:pt x="64717" y="40722"/>
                  <a:pt x="64866" y="40697"/>
                </a:cubicBezTo>
                <a:cubicBezTo>
                  <a:pt x="64941" y="40672"/>
                  <a:pt x="64991" y="40672"/>
                  <a:pt x="65090" y="40647"/>
                </a:cubicBezTo>
                <a:cubicBezTo>
                  <a:pt x="65165" y="40597"/>
                  <a:pt x="65240" y="40573"/>
                  <a:pt x="65314" y="40573"/>
                </a:cubicBezTo>
                <a:lnTo>
                  <a:pt x="65339" y="40573"/>
                </a:lnTo>
                <a:cubicBezTo>
                  <a:pt x="65464" y="40548"/>
                  <a:pt x="65613" y="40523"/>
                  <a:pt x="65738" y="40448"/>
                </a:cubicBezTo>
                <a:close/>
                <a:moveTo>
                  <a:pt x="86074" y="45003"/>
                </a:moveTo>
                <a:cubicBezTo>
                  <a:pt x="85825" y="45451"/>
                  <a:pt x="85601" y="45849"/>
                  <a:pt x="85352" y="46298"/>
                </a:cubicBezTo>
                <a:cubicBezTo>
                  <a:pt x="85327" y="46298"/>
                  <a:pt x="85327" y="46298"/>
                  <a:pt x="85302" y="46273"/>
                </a:cubicBezTo>
                <a:cubicBezTo>
                  <a:pt x="84804" y="45775"/>
                  <a:pt x="84232" y="45377"/>
                  <a:pt x="83609" y="45003"/>
                </a:cubicBezTo>
                <a:lnTo>
                  <a:pt x="83609" y="45003"/>
                </a:lnTo>
                <a:cubicBezTo>
                  <a:pt x="84082" y="45028"/>
                  <a:pt x="84555" y="45053"/>
                  <a:pt x="85003" y="45053"/>
                </a:cubicBezTo>
                <a:cubicBezTo>
                  <a:pt x="85252" y="45053"/>
                  <a:pt x="85551" y="45053"/>
                  <a:pt x="85800" y="45028"/>
                </a:cubicBezTo>
                <a:cubicBezTo>
                  <a:pt x="85875" y="45028"/>
                  <a:pt x="85974" y="45003"/>
                  <a:pt x="86074" y="45003"/>
                </a:cubicBezTo>
                <a:close/>
                <a:moveTo>
                  <a:pt x="48513" y="36864"/>
                </a:moveTo>
                <a:cubicBezTo>
                  <a:pt x="48513" y="36889"/>
                  <a:pt x="48538" y="36889"/>
                  <a:pt x="48538" y="36938"/>
                </a:cubicBezTo>
                <a:cubicBezTo>
                  <a:pt x="44779" y="39627"/>
                  <a:pt x="41394" y="42912"/>
                  <a:pt x="38631" y="46322"/>
                </a:cubicBezTo>
                <a:cubicBezTo>
                  <a:pt x="38581" y="46322"/>
                  <a:pt x="38581" y="46298"/>
                  <a:pt x="38557" y="46298"/>
                </a:cubicBezTo>
                <a:cubicBezTo>
                  <a:pt x="41319" y="42838"/>
                  <a:pt x="44729" y="39577"/>
                  <a:pt x="48513" y="36864"/>
                </a:cubicBezTo>
                <a:close/>
                <a:moveTo>
                  <a:pt x="86347" y="45053"/>
                </a:moveTo>
                <a:cubicBezTo>
                  <a:pt x="86099" y="45451"/>
                  <a:pt x="85850" y="45899"/>
                  <a:pt x="85601" y="46372"/>
                </a:cubicBezTo>
                <a:lnTo>
                  <a:pt x="85551" y="46372"/>
                </a:lnTo>
                <a:lnTo>
                  <a:pt x="86273" y="45053"/>
                </a:lnTo>
                <a:close/>
                <a:moveTo>
                  <a:pt x="38009" y="46123"/>
                </a:moveTo>
                <a:cubicBezTo>
                  <a:pt x="38084" y="46198"/>
                  <a:pt x="38208" y="46298"/>
                  <a:pt x="38308" y="46372"/>
                </a:cubicBezTo>
                <a:lnTo>
                  <a:pt x="38283" y="46397"/>
                </a:lnTo>
                <a:cubicBezTo>
                  <a:pt x="38183" y="46298"/>
                  <a:pt x="38059" y="46198"/>
                  <a:pt x="37959" y="46148"/>
                </a:cubicBezTo>
                <a:lnTo>
                  <a:pt x="38009" y="46123"/>
                </a:lnTo>
                <a:close/>
                <a:moveTo>
                  <a:pt x="79901" y="44456"/>
                </a:moveTo>
                <a:cubicBezTo>
                  <a:pt x="80100" y="44580"/>
                  <a:pt x="80274" y="44680"/>
                  <a:pt x="80473" y="44779"/>
                </a:cubicBezTo>
                <a:lnTo>
                  <a:pt x="80647" y="44879"/>
                </a:lnTo>
                <a:cubicBezTo>
                  <a:pt x="81120" y="45128"/>
                  <a:pt x="81593" y="45327"/>
                  <a:pt x="82091" y="45526"/>
                </a:cubicBezTo>
                <a:cubicBezTo>
                  <a:pt x="82141" y="45551"/>
                  <a:pt x="82216" y="45551"/>
                  <a:pt x="82265" y="45576"/>
                </a:cubicBezTo>
                <a:cubicBezTo>
                  <a:pt x="82713" y="45725"/>
                  <a:pt x="83112" y="45899"/>
                  <a:pt x="83585" y="46024"/>
                </a:cubicBezTo>
                <a:cubicBezTo>
                  <a:pt x="83709" y="46049"/>
                  <a:pt x="83833" y="46073"/>
                  <a:pt x="83958" y="46148"/>
                </a:cubicBezTo>
                <a:lnTo>
                  <a:pt x="84705" y="46322"/>
                </a:lnTo>
                <a:lnTo>
                  <a:pt x="84730" y="46347"/>
                </a:lnTo>
                <a:lnTo>
                  <a:pt x="84754" y="46397"/>
                </a:lnTo>
                <a:lnTo>
                  <a:pt x="84804" y="46422"/>
                </a:lnTo>
                <a:cubicBezTo>
                  <a:pt x="83112" y="46049"/>
                  <a:pt x="81519" y="45426"/>
                  <a:pt x="80100" y="44605"/>
                </a:cubicBezTo>
                <a:cubicBezTo>
                  <a:pt x="80075" y="44580"/>
                  <a:pt x="80025" y="44580"/>
                  <a:pt x="80000" y="44555"/>
                </a:cubicBezTo>
                <a:cubicBezTo>
                  <a:pt x="79975" y="44530"/>
                  <a:pt x="79901" y="44505"/>
                  <a:pt x="79851" y="44456"/>
                </a:cubicBezTo>
                <a:close/>
                <a:moveTo>
                  <a:pt x="85078" y="46422"/>
                </a:moveTo>
                <a:cubicBezTo>
                  <a:pt x="85087" y="46422"/>
                  <a:pt x="85102" y="46425"/>
                  <a:pt x="85119" y="46429"/>
                </a:cubicBezTo>
                <a:lnTo>
                  <a:pt x="85119" y="46429"/>
                </a:lnTo>
                <a:cubicBezTo>
                  <a:pt x="85115" y="46432"/>
                  <a:pt x="85112" y="46433"/>
                  <a:pt x="85109" y="46433"/>
                </a:cubicBezTo>
                <a:cubicBezTo>
                  <a:pt x="85100" y="46433"/>
                  <a:pt x="85095" y="46422"/>
                  <a:pt x="85078" y="46422"/>
                </a:cubicBezTo>
                <a:close/>
                <a:moveTo>
                  <a:pt x="63522" y="41195"/>
                </a:moveTo>
                <a:cubicBezTo>
                  <a:pt x="63945" y="42016"/>
                  <a:pt x="64319" y="42813"/>
                  <a:pt x="64617" y="43584"/>
                </a:cubicBezTo>
                <a:cubicBezTo>
                  <a:pt x="64667" y="43659"/>
                  <a:pt x="64692" y="43759"/>
                  <a:pt x="64717" y="43808"/>
                </a:cubicBezTo>
                <a:cubicBezTo>
                  <a:pt x="64842" y="44132"/>
                  <a:pt x="64941" y="44406"/>
                  <a:pt x="65066" y="44704"/>
                </a:cubicBezTo>
                <a:cubicBezTo>
                  <a:pt x="65140" y="44904"/>
                  <a:pt x="65190" y="45078"/>
                  <a:pt x="65265" y="45227"/>
                </a:cubicBezTo>
                <a:cubicBezTo>
                  <a:pt x="65339" y="45451"/>
                  <a:pt x="65389" y="45675"/>
                  <a:pt x="65464" y="45924"/>
                </a:cubicBezTo>
                <a:cubicBezTo>
                  <a:pt x="65538" y="46073"/>
                  <a:pt x="65563" y="46273"/>
                  <a:pt x="65638" y="46422"/>
                </a:cubicBezTo>
                <a:lnTo>
                  <a:pt x="65563" y="46447"/>
                </a:lnTo>
                <a:cubicBezTo>
                  <a:pt x="65514" y="46273"/>
                  <a:pt x="65439" y="46049"/>
                  <a:pt x="65389" y="45849"/>
                </a:cubicBezTo>
                <a:cubicBezTo>
                  <a:pt x="65314" y="45675"/>
                  <a:pt x="65290" y="45526"/>
                  <a:pt x="65215" y="45327"/>
                </a:cubicBezTo>
                <a:cubicBezTo>
                  <a:pt x="65165" y="45103"/>
                  <a:pt x="65066" y="44904"/>
                  <a:pt x="64966" y="44655"/>
                </a:cubicBezTo>
                <a:lnTo>
                  <a:pt x="64692" y="43908"/>
                </a:lnTo>
                <a:cubicBezTo>
                  <a:pt x="64667" y="43784"/>
                  <a:pt x="64593" y="43684"/>
                  <a:pt x="64543" y="43559"/>
                </a:cubicBezTo>
                <a:cubicBezTo>
                  <a:pt x="64219" y="42813"/>
                  <a:pt x="63896" y="41991"/>
                  <a:pt x="63473" y="41195"/>
                </a:cubicBezTo>
                <a:close/>
                <a:moveTo>
                  <a:pt x="85165" y="46440"/>
                </a:moveTo>
                <a:cubicBezTo>
                  <a:pt x="85180" y="46444"/>
                  <a:pt x="85194" y="46447"/>
                  <a:pt x="85202" y="46447"/>
                </a:cubicBezTo>
                <a:lnTo>
                  <a:pt x="85227" y="46472"/>
                </a:lnTo>
                <a:cubicBezTo>
                  <a:pt x="85202" y="46472"/>
                  <a:pt x="85178" y="46472"/>
                  <a:pt x="85178" y="46447"/>
                </a:cubicBezTo>
                <a:lnTo>
                  <a:pt x="85165" y="46440"/>
                </a:lnTo>
                <a:close/>
                <a:moveTo>
                  <a:pt x="28774" y="39826"/>
                </a:moveTo>
                <a:lnTo>
                  <a:pt x="29347" y="40199"/>
                </a:lnTo>
                <a:cubicBezTo>
                  <a:pt x="27704" y="42290"/>
                  <a:pt x="26260" y="44406"/>
                  <a:pt x="24991" y="46522"/>
                </a:cubicBezTo>
                <a:cubicBezTo>
                  <a:pt x="24642" y="46173"/>
                  <a:pt x="24319" y="45825"/>
                  <a:pt x="23995" y="45501"/>
                </a:cubicBezTo>
                <a:cubicBezTo>
                  <a:pt x="25066" y="44182"/>
                  <a:pt x="26136" y="42887"/>
                  <a:pt x="27256" y="41568"/>
                </a:cubicBezTo>
                <a:lnTo>
                  <a:pt x="27355" y="41469"/>
                </a:lnTo>
                <a:cubicBezTo>
                  <a:pt x="27828" y="40921"/>
                  <a:pt x="28301" y="40398"/>
                  <a:pt x="28774" y="39826"/>
                </a:cubicBezTo>
                <a:close/>
                <a:moveTo>
                  <a:pt x="38457" y="46422"/>
                </a:moveTo>
                <a:cubicBezTo>
                  <a:pt x="38482" y="46422"/>
                  <a:pt x="38482" y="46447"/>
                  <a:pt x="38532" y="46447"/>
                </a:cubicBezTo>
                <a:cubicBezTo>
                  <a:pt x="38532" y="46472"/>
                  <a:pt x="38482" y="46472"/>
                  <a:pt x="38482" y="46522"/>
                </a:cubicBezTo>
                <a:cubicBezTo>
                  <a:pt x="38457" y="46522"/>
                  <a:pt x="38432" y="46522"/>
                  <a:pt x="38432" y="46472"/>
                </a:cubicBezTo>
                <a:cubicBezTo>
                  <a:pt x="38432" y="46447"/>
                  <a:pt x="38457" y="46447"/>
                  <a:pt x="38457" y="46422"/>
                </a:cubicBezTo>
                <a:close/>
                <a:moveTo>
                  <a:pt x="69994" y="43709"/>
                </a:moveTo>
                <a:cubicBezTo>
                  <a:pt x="69994" y="43709"/>
                  <a:pt x="70019" y="43709"/>
                  <a:pt x="70019" y="43759"/>
                </a:cubicBezTo>
                <a:cubicBezTo>
                  <a:pt x="70019" y="43759"/>
                  <a:pt x="70044" y="43759"/>
                  <a:pt x="70044" y="43784"/>
                </a:cubicBezTo>
                <a:cubicBezTo>
                  <a:pt x="69521" y="44132"/>
                  <a:pt x="68973" y="44456"/>
                  <a:pt x="68426" y="44804"/>
                </a:cubicBezTo>
                <a:cubicBezTo>
                  <a:pt x="68252" y="44929"/>
                  <a:pt x="68077" y="45028"/>
                  <a:pt x="67903" y="45153"/>
                </a:cubicBezTo>
                <a:cubicBezTo>
                  <a:pt x="67206" y="45625"/>
                  <a:pt x="66534" y="46073"/>
                  <a:pt x="65812" y="46546"/>
                </a:cubicBezTo>
                <a:lnTo>
                  <a:pt x="65812" y="46522"/>
                </a:lnTo>
                <a:lnTo>
                  <a:pt x="65812" y="46497"/>
                </a:lnTo>
                <a:cubicBezTo>
                  <a:pt x="66459" y="46024"/>
                  <a:pt x="67132" y="45576"/>
                  <a:pt x="67779" y="45128"/>
                </a:cubicBezTo>
                <a:cubicBezTo>
                  <a:pt x="67928" y="45003"/>
                  <a:pt x="68127" y="44904"/>
                  <a:pt x="68276" y="44804"/>
                </a:cubicBezTo>
                <a:cubicBezTo>
                  <a:pt x="68301" y="44804"/>
                  <a:pt x="68301" y="44779"/>
                  <a:pt x="68326" y="44779"/>
                </a:cubicBezTo>
                <a:cubicBezTo>
                  <a:pt x="68899" y="44431"/>
                  <a:pt x="69421" y="44057"/>
                  <a:pt x="69994" y="43709"/>
                </a:cubicBezTo>
                <a:close/>
                <a:moveTo>
                  <a:pt x="117835" y="37760"/>
                </a:moveTo>
                <a:lnTo>
                  <a:pt x="117835" y="38731"/>
                </a:lnTo>
                <a:cubicBezTo>
                  <a:pt x="117611" y="41294"/>
                  <a:pt x="117113" y="43933"/>
                  <a:pt x="116416" y="46646"/>
                </a:cubicBezTo>
                <a:cubicBezTo>
                  <a:pt x="116416" y="46546"/>
                  <a:pt x="116416" y="46447"/>
                  <a:pt x="116441" y="46322"/>
                </a:cubicBezTo>
                <a:cubicBezTo>
                  <a:pt x="117212" y="43360"/>
                  <a:pt x="117685" y="40523"/>
                  <a:pt x="117835" y="37760"/>
                </a:cubicBezTo>
                <a:close/>
                <a:moveTo>
                  <a:pt x="29496" y="40299"/>
                </a:moveTo>
                <a:cubicBezTo>
                  <a:pt x="29546" y="40299"/>
                  <a:pt x="29546" y="40324"/>
                  <a:pt x="29571" y="40324"/>
                </a:cubicBezTo>
                <a:cubicBezTo>
                  <a:pt x="27903" y="42415"/>
                  <a:pt x="26459" y="44530"/>
                  <a:pt x="25190" y="46671"/>
                </a:cubicBezTo>
                <a:cubicBezTo>
                  <a:pt x="25140" y="46671"/>
                  <a:pt x="25140" y="46646"/>
                  <a:pt x="25140" y="46646"/>
                </a:cubicBezTo>
                <a:cubicBezTo>
                  <a:pt x="26385" y="44505"/>
                  <a:pt x="27853" y="42390"/>
                  <a:pt x="29496" y="40299"/>
                </a:cubicBezTo>
                <a:close/>
                <a:moveTo>
                  <a:pt x="115669" y="38332"/>
                </a:moveTo>
                <a:cubicBezTo>
                  <a:pt x="116242" y="40797"/>
                  <a:pt x="116441" y="43510"/>
                  <a:pt x="116242" y="46372"/>
                </a:cubicBezTo>
                <a:cubicBezTo>
                  <a:pt x="116217" y="46447"/>
                  <a:pt x="116192" y="46571"/>
                  <a:pt x="116167" y="46671"/>
                </a:cubicBezTo>
                <a:cubicBezTo>
                  <a:pt x="116416" y="43709"/>
                  <a:pt x="116217" y="40946"/>
                  <a:pt x="115619" y="38432"/>
                </a:cubicBezTo>
                <a:cubicBezTo>
                  <a:pt x="115669" y="38407"/>
                  <a:pt x="115669" y="38357"/>
                  <a:pt x="115669" y="38332"/>
                </a:cubicBezTo>
                <a:close/>
                <a:moveTo>
                  <a:pt x="65663" y="46621"/>
                </a:moveTo>
                <a:lnTo>
                  <a:pt x="65663" y="46646"/>
                </a:lnTo>
                <a:lnTo>
                  <a:pt x="65663" y="46671"/>
                </a:lnTo>
                <a:lnTo>
                  <a:pt x="65613" y="46696"/>
                </a:lnTo>
                <a:lnTo>
                  <a:pt x="65613" y="46671"/>
                </a:lnTo>
                <a:lnTo>
                  <a:pt x="65613" y="46646"/>
                </a:lnTo>
                <a:lnTo>
                  <a:pt x="65663" y="46621"/>
                </a:lnTo>
                <a:close/>
                <a:moveTo>
                  <a:pt x="91774" y="43684"/>
                </a:moveTo>
                <a:cubicBezTo>
                  <a:pt x="93068" y="44182"/>
                  <a:pt x="94188" y="44879"/>
                  <a:pt x="95134" y="45775"/>
                </a:cubicBezTo>
                <a:cubicBezTo>
                  <a:pt x="94885" y="45825"/>
                  <a:pt x="94661" y="45924"/>
                  <a:pt x="94412" y="45974"/>
                </a:cubicBezTo>
                <a:cubicBezTo>
                  <a:pt x="94387" y="45974"/>
                  <a:pt x="94313" y="46024"/>
                  <a:pt x="94288" y="46024"/>
                </a:cubicBezTo>
                <a:cubicBezTo>
                  <a:pt x="93964" y="46098"/>
                  <a:pt x="93665" y="46173"/>
                  <a:pt x="93342" y="46223"/>
                </a:cubicBezTo>
                <a:cubicBezTo>
                  <a:pt x="93317" y="46223"/>
                  <a:pt x="93292" y="46223"/>
                  <a:pt x="93217" y="46273"/>
                </a:cubicBezTo>
                <a:lnTo>
                  <a:pt x="92296" y="46447"/>
                </a:lnTo>
                <a:cubicBezTo>
                  <a:pt x="92272" y="46447"/>
                  <a:pt x="92197" y="46447"/>
                  <a:pt x="92172" y="46472"/>
                </a:cubicBezTo>
                <a:cubicBezTo>
                  <a:pt x="91848" y="46546"/>
                  <a:pt x="91550" y="46571"/>
                  <a:pt x="91226" y="46596"/>
                </a:cubicBezTo>
                <a:lnTo>
                  <a:pt x="91151" y="46596"/>
                </a:lnTo>
                <a:cubicBezTo>
                  <a:pt x="90454" y="46671"/>
                  <a:pt x="89807" y="46696"/>
                  <a:pt x="89110" y="46696"/>
                </a:cubicBezTo>
                <a:lnTo>
                  <a:pt x="89085" y="46696"/>
                </a:lnTo>
                <a:cubicBezTo>
                  <a:pt x="88563" y="46696"/>
                  <a:pt x="88040" y="46671"/>
                  <a:pt x="87542" y="46646"/>
                </a:cubicBezTo>
                <a:cubicBezTo>
                  <a:pt x="87418" y="46646"/>
                  <a:pt x="87244" y="46596"/>
                  <a:pt x="87119" y="46596"/>
                </a:cubicBezTo>
                <a:cubicBezTo>
                  <a:pt x="86696" y="46571"/>
                  <a:pt x="86248" y="46522"/>
                  <a:pt x="85825" y="46422"/>
                </a:cubicBezTo>
                <a:cubicBezTo>
                  <a:pt x="86099" y="45949"/>
                  <a:pt x="86347" y="45526"/>
                  <a:pt x="86596" y="45053"/>
                </a:cubicBezTo>
                <a:cubicBezTo>
                  <a:pt x="88314" y="44829"/>
                  <a:pt x="90081" y="44406"/>
                  <a:pt x="91774" y="43684"/>
                </a:cubicBezTo>
                <a:close/>
                <a:moveTo>
                  <a:pt x="23871" y="45650"/>
                </a:moveTo>
                <a:lnTo>
                  <a:pt x="24891" y="46671"/>
                </a:lnTo>
                <a:cubicBezTo>
                  <a:pt x="24891" y="46671"/>
                  <a:pt x="24866" y="46696"/>
                  <a:pt x="24866" y="46746"/>
                </a:cubicBezTo>
                <a:lnTo>
                  <a:pt x="23846" y="45700"/>
                </a:lnTo>
                <a:cubicBezTo>
                  <a:pt x="23846" y="45675"/>
                  <a:pt x="23871" y="45675"/>
                  <a:pt x="23871" y="45650"/>
                </a:cubicBezTo>
                <a:close/>
                <a:moveTo>
                  <a:pt x="25016" y="46795"/>
                </a:moveTo>
                <a:lnTo>
                  <a:pt x="25041" y="46820"/>
                </a:lnTo>
                <a:cubicBezTo>
                  <a:pt x="25041" y="46870"/>
                  <a:pt x="25016" y="46870"/>
                  <a:pt x="25016" y="46895"/>
                </a:cubicBezTo>
                <a:cubicBezTo>
                  <a:pt x="25016" y="46895"/>
                  <a:pt x="25016" y="46870"/>
                  <a:pt x="24991" y="46870"/>
                </a:cubicBezTo>
                <a:cubicBezTo>
                  <a:pt x="24991" y="46820"/>
                  <a:pt x="25016" y="46820"/>
                  <a:pt x="25016" y="46795"/>
                </a:cubicBezTo>
                <a:close/>
                <a:moveTo>
                  <a:pt x="95283" y="45899"/>
                </a:moveTo>
                <a:lnTo>
                  <a:pt x="95308" y="45924"/>
                </a:lnTo>
                <a:lnTo>
                  <a:pt x="95333" y="45949"/>
                </a:lnTo>
                <a:cubicBezTo>
                  <a:pt x="93292" y="46571"/>
                  <a:pt x="91201" y="46895"/>
                  <a:pt x="89110" y="46895"/>
                </a:cubicBezTo>
                <a:cubicBezTo>
                  <a:pt x="88613" y="46895"/>
                  <a:pt x="88115" y="46845"/>
                  <a:pt x="87617" y="46820"/>
                </a:cubicBezTo>
                <a:cubicBezTo>
                  <a:pt x="87492" y="46820"/>
                  <a:pt x="87418" y="46795"/>
                  <a:pt x="87293" y="46795"/>
                </a:cubicBezTo>
                <a:cubicBezTo>
                  <a:pt x="86870" y="46770"/>
                  <a:pt x="86472" y="46696"/>
                  <a:pt x="86074" y="46646"/>
                </a:cubicBezTo>
                <a:cubicBezTo>
                  <a:pt x="85974" y="46646"/>
                  <a:pt x="85875" y="46621"/>
                  <a:pt x="85800" y="46621"/>
                </a:cubicBezTo>
                <a:lnTo>
                  <a:pt x="85675" y="46621"/>
                </a:lnTo>
                <a:cubicBezTo>
                  <a:pt x="85700" y="46571"/>
                  <a:pt x="85700" y="46571"/>
                  <a:pt x="85700" y="46546"/>
                </a:cubicBezTo>
                <a:cubicBezTo>
                  <a:pt x="86123" y="46646"/>
                  <a:pt x="86596" y="46696"/>
                  <a:pt x="87069" y="46746"/>
                </a:cubicBezTo>
                <a:cubicBezTo>
                  <a:pt x="87219" y="46746"/>
                  <a:pt x="87343" y="46770"/>
                  <a:pt x="87492" y="46770"/>
                </a:cubicBezTo>
                <a:cubicBezTo>
                  <a:pt x="88040" y="46795"/>
                  <a:pt x="88563" y="46820"/>
                  <a:pt x="89085" y="46820"/>
                </a:cubicBezTo>
                <a:lnTo>
                  <a:pt x="89110" y="46820"/>
                </a:lnTo>
                <a:cubicBezTo>
                  <a:pt x="91176" y="46820"/>
                  <a:pt x="93267" y="46522"/>
                  <a:pt x="95283" y="45899"/>
                </a:cubicBezTo>
                <a:close/>
                <a:moveTo>
                  <a:pt x="109820" y="45451"/>
                </a:moveTo>
                <a:lnTo>
                  <a:pt x="109820" y="45451"/>
                </a:lnTo>
                <a:cubicBezTo>
                  <a:pt x="109596" y="46049"/>
                  <a:pt x="109347" y="46671"/>
                  <a:pt x="109098" y="47268"/>
                </a:cubicBezTo>
                <a:cubicBezTo>
                  <a:pt x="108998" y="46895"/>
                  <a:pt x="108949" y="46546"/>
                  <a:pt x="108849" y="46173"/>
                </a:cubicBezTo>
                <a:cubicBezTo>
                  <a:pt x="108973" y="46073"/>
                  <a:pt x="109073" y="46024"/>
                  <a:pt x="109197" y="45924"/>
                </a:cubicBezTo>
                <a:cubicBezTo>
                  <a:pt x="109372" y="45800"/>
                  <a:pt x="109571" y="45650"/>
                  <a:pt x="109720" y="45526"/>
                </a:cubicBezTo>
                <a:cubicBezTo>
                  <a:pt x="109745" y="45476"/>
                  <a:pt x="109770" y="45476"/>
                  <a:pt x="109820" y="45451"/>
                </a:cubicBezTo>
                <a:close/>
                <a:moveTo>
                  <a:pt x="72657" y="45128"/>
                </a:moveTo>
                <a:cubicBezTo>
                  <a:pt x="72682" y="45401"/>
                  <a:pt x="72707" y="45675"/>
                  <a:pt x="72782" y="45949"/>
                </a:cubicBezTo>
                <a:cubicBezTo>
                  <a:pt x="72782" y="46073"/>
                  <a:pt x="72707" y="46173"/>
                  <a:pt x="72682" y="46273"/>
                </a:cubicBezTo>
                <a:cubicBezTo>
                  <a:pt x="72035" y="46571"/>
                  <a:pt x="71388" y="46945"/>
                  <a:pt x="70741" y="47293"/>
                </a:cubicBezTo>
                <a:cubicBezTo>
                  <a:pt x="71114" y="46671"/>
                  <a:pt x="71463" y="46024"/>
                  <a:pt x="71811" y="45401"/>
                </a:cubicBezTo>
                <a:lnTo>
                  <a:pt x="72657" y="45128"/>
                </a:lnTo>
                <a:close/>
                <a:moveTo>
                  <a:pt x="70218" y="43883"/>
                </a:moveTo>
                <a:cubicBezTo>
                  <a:pt x="70741" y="44132"/>
                  <a:pt x="71189" y="44331"/>
                  <a:pt x="71687" y="44530"/>
                </a:cubicBezTo>
                <a:cubicBezTo>
                  <a:pt x="71637" y="44680"/>
                  <a:pt x="71537" y="44829"/>
                  <a:pt x="71438" y="45028"/>
                </a:cubicBezTo>
                <a:lnTo>
                  <a:pt x="71438" y="45053"/>
                </a:lnTo>
                <a:cubicBezTo>
                  <a:pt x="71438" y="45078"/>
                  <a:pt x="71413" y="45078"/>
                  <a:pt x="71413" y="45103"/>
                </a:cubicBezTo>
                <a:cubicBezTo>
                  <a:pt x="69670" y="45700"/>
                  <a:pt x="67853" y="46522"/>
                  <a:pt x="66061" y="47542"/>
                </a:cubicBezTo>
                <a:cubicBezTo>
                  <a:pt x="66061" y="47517"/>
                  <a:pt x="66061" y="47492"/>
                  <a:pt x="66036" y="47442"/>
                </a:cubicBezTo>
                <a:cubicBezTo>
                  <a:pt x="65987" y="47343"/>
                  <a:pt x="65987" y="47268"/>
                  <a:pt x="65962" y="47169"/>
                </a:cubicBezTo>
                <a:cubicBezTo>
                  <a:pt x="65937" y="47044"/>
                  <a:pt x="65912" y="46945"/>
                  <a:pt x="65862" y="46820"/>
                </a:cubicBezTo>
                <a:cubicBezTo>
                  <a:pt x="65937" y="46795"/>
                  <a:pt x="65987" y="46721"/>
                  <a:pt x="66061" y="46696"/>
                </a:cubicBezTo>
                <a:cubicBezTo>
                  <a:pt x="66708" y="46223"/>
                  <a:pt x="67331" y="45800"/>
                  <a:pt x="67978" y="45401"/>
                </a:cubicBezTo>
                <a:lnTo>
                  <a:pt x="68550" y="45028"/>
                </a:lnTo>
                <a:cubicBezTo>
                  <a:pt x="68550" y="45028"/>
                  <a:pt x="68575" y="45028"/>
                  <a:pt x="68575" y="45003"/>
                </a:cubicBezTo>
                <a:cubicBezTo>
                  <a:pt x="69173" y="44555"/>
                  <a:pt x="69695" y="44207"/>
                  <a:pt x="70218" y="43883"/>
                </a:cubicBezTo>
                <a:close/>
                <a:moveTo>
                  <a:pt x="71360" y="45795"/>
                </a:moveTo>
                <a:lnTo>
                  <a:pt x="71360" y="45795"/>
                </a:lnTo>
                <a:cubicBezTo>
                  <a:pt x="71175" y="46103"/>
                  <a:pt x="71032" y="46409"/>
                  <a:pt x="70890" y="46646"/>
                </a:cubicBezTo>
                <a:cubicBezTo>
                  <a:pt x="70790" y="46795"/>
                  <a:pt x="70716" y="46920"/>
                  <a:pt x="70641" y="47069"/>
                </a:cubicBezTo>
                <a:cubicBezTo>
                  <a:pt x="70616" y="47069"/>
                  <a:pt x="70616" y="47094"/>
                  <a:pt x="70566" y="47144"/>
                </a:cubicBezTo>
                <a:cubicBezTo>
                  <a:pt x="70517" y="47268"/>
                  <a:pt x="70417" y="47393"/>
                  <a:pt x="70318" y="47542"/>
                </a:cubicBezTo>
                <a:lnTo>
                  <a:pt x="70293" y="47567"/>
                </a:lnTo>
                <a:cubicBezTo>
                  <a:pt x="70656" y="46961"/>
                  <a:pt x="71020" y="46355"/>
                  <a:pt x="71360" y="45795"/>
                </a:cubicBezTo>
                <a:close/>
                <a:moveTo>
                  <a:pt x="98445" y="45028"/>
                </a:moveTo>
                <a:cubicBezTo>
                  <a:pt x="98046" y="45849"/>
                  <a:pt x="97573" y="46746"/>
                  <a:pt x="97125" y="47642"/>
                </a:cubicBezTo>
                <a:cubicBezTo>
                  <a:pt x="96777" y="47044"/>
                  <a:pt x="96403" y="46497"/>
                  <a:pt x="95931" y="45999"/>
                </a:cubicBezTo>
                <a:cubicBezTo>
                  <a:pt x="96080" y="45924"/>
                  <a:pt x="96254" y="45899"/>
                  <a:pt x="96403" y="45825"/>
                </a:cubicBezTo>
                <a:cubicBezTo>
                  <a:pt x="96453" y="45800"/>
                  <a:pt x="96553" y="45775"/>
                  <a:pt x="96627" y="45775"/>
                </a:cubicBezTo>
                <a:cubicBezTo>
                  <a:pt x="96901" y="45675"/>
                  <a:pt x="97150" y="45551"/>
                  <a:pt x="97424" y="45451"/>
                </a:cubicBezTo>
                <a:cubicBezTo>
                  <a:pt x="97524" y="45426"/>
                  <a:pt x="97573" y="45401"/>
                  <a:pt x="97673" y="45377"/>
                </a:cubicBezTo>
                <a:cubicBezTo>
                  <a:pt x="97922" y="45277"/>
                  <a:pt x="98171" y="45153"/>
                  <a:pt x="98420" y="45028"/>
                </a:cubicBezTo>
                <a:close/>
                <a:moveTo>
                  <a:pt x="65713" y="46920"/>
                </a:moveTo>
                <a:cubicBezTo>
                  <a:pt x="65762" y="47019"/>
                  <a:pt x="65762" y="47069"/>
                  <a:pt x="65787" y="47169"/>
                </a:cubicBezTo>
                <a:cubicBezTo>
                  <a:pt x="65812" y="47194"/>
                  <a:pt x="65837" y="47318"/>
                  <a:pt x="65837" y="47418"/>
                </a:cubicBezTo>
                <a:cubicBezTo>
                  <a:pt x="65837" y="47467"/>
                  <a:pt x="65887" y="47542"/>
                  <a:pt x="65887" y="47642"/>
                </a:cubicBezTo>
                <a:cubicBezTo>
                  <a:pt x="65837" y="47642"/>
                  <a:pt x="65837" y="47667"/>
                  <a:pt x="65812" y="47667"/>
                </a:cubicBezTo>
                <a:cubicBezTo>
                  <a:pt x="65812" y="47592"/>
                  <a:pt x="65787" y="47542"/>
                  <a:pt x="65787" y="47467"/>
                </a:cubicBezTo>
                <a:lnTo>
                  <a:pt x="65688" y="47094"/>
                </a:lnTo>
                <a:cubicBezTo>
                  <a:pt x="65688" y="47044"/>
                  <a:pt x="65663" y="46970"/>
                  <a:pt x="65663" y="46945"/>
                </a:cubicBezTo>
                <a:cubicBezTo>
                  <a:pt x="65688" y="46945"/>
                  <a:pt x="65688" y="46920"/>
                  <a:pt x="65713" y="46920"/>
                </a:cubicBezTo>
                <a:close/>
                <a:moveTo>
                  <a:pt x="108650" y="46322"/>
                </a:moveTo>
                <a:cubicBezTo>
                  <a:pt x="108650" y="46397"/>
                  <a:pt x="108675" y="46422"/>
                  <a:pt x="108675" y="46472"/>
                </a:cubicBezTo>
                <a:cubicBezTo>
                  <a:pt x="108774" y="46795"/>
                  <a:pt x="108874" y="47169"/>
                  <a:pt x="108949" y="47542"/>
                </a:cubicBezTo>
                <a:lnTo>
                  <a:pt x="108949" y="47592"/>
                </a:lnTo>
                <a:cubicBezTo>
                  <a:pt x="108949" y="47642"/>
                  <a:pt x="108899" y="47642"/>
                  <a:pt x="108899" y="47667"/>
                </a:cubicBezTo>
                <a:cubicBezTo>
                  <a:pt x="108899" y="47691"/>
                  <a:pt x="108899" y="47691"/>
                  <a:pt x="108874" y="47716"/>
                </a:cubicBezTo>
                <a:lnTo>
                  <a:pt x="108874" y="47642"/>
                </a:lnTo>
                <a:cubicBezTo>
                  <a:pt x="108874" y="47592"/>
                  <a:pt x="108874" y="47567"/>
                  <a:pt x="108849" y="47517"/>
                </a:cubicBezTo>
                <a:cubicBezTo>
                  <a:pt x="108849" y="47442"/>
                  <a:pt x="108799" y="47393"/>
                  <a:pt x="108799" y="47343"/>
                </a:cubicBezTo>
                <a:lnTo>
                  <a:pt x="108625" y="46522"/>
                </a:lnTo>
                <a:cubicBezTo>
                  <a:pt x="108625" y="46472"/>
                  <a:pt x="108600" y="46422"/>
                  <a:pt x="108600" y="46397"/>
                </a:cubicBezTo>
                <a:lnTo>
                  <a:pt x="108625" y="46347"/>
                </a:lnTo>
                <a:lnTo>
                  <a:pt x="108650" y="46322"/>
                </a:lnTo>
                <a:close/>
                <a:moveTo>
                  <a:pt x="110200" y="45149"/>
                </a:moveTo>
                <a:cubicBezTo>
                  <a:pt x="109857" y="46029"/>
                  <a:pt x="109490" y="46885"/>
                  <a:pt x="109148" y="47741"/>
                </a:cubicBezTo>
                <a:lnTo>
                  <a:pt x="109148" y="47642"/>
                </a:lnTo>
                <a:cubicBezTo>
                  <a:pt x="109496" y="46820"/>
                  <a:pt x="109845" y="45974"/>
                  <a:pt x="110143" y="45177"/>
                </a:cubicBezTo>
                <a:cubicBezTo>
                  <a:pt x="110169" y="45165"/>
                  <a:pt x="110188" y="45159"/>
                  <a:pt x="110200" y="45149"/>
                </a:cubicBezTo>
                <a:close/>
                <a:moveTo>
                  <a:pt x="71288" y="45327"/>
                </a:moveTo>
                <a:cubicBezTo>
                  <a:pt x="71288" y="45377"/>
                  <a:pt x="71263" y="45401"/>
                  <a:pt x="71263" y="45426"/>
                </a:cubicBezTo>
                <a:cubicBezTo>
                  <a:pt x="69571" y="46024"/>
                  <a:pt x="67878" y="46795"/>
                  <a:pt x="66136" y="47766"/>
                </a:cubicBezTo>
                <a:cubicBezTo>
                  <a:pt x="66086" y="47766"/>
                  <a:pt x="66086" y="47741"/>
                  <a:pt x="66086" y="47691"/>
                </a:cubicBezTo>
                <a:cubicBezTo>
                  <a:pt x="67878" y="46746"/>
                  <a:pt x="69621" y="45924"/>
                  <a:pt x="71288" y="45327"/>
                </a:cubicBezTo>
                <a:close/>
                <a:moveTo>
                  <a:pt x="72184" y="46820"/>
                </a:moveTo>
                <a:lnTo>
                  <a:pt x="72184" y="46820"/>
                </a:lnTo>
                <a:cubicBezTo>
                  <a:pt x="71736" y="47069"/>
                  <a:pt x="71263" y="47318"/>
                  <a:pt x="70815" y="47567"/>
                </a:cubicBezTo>
                <a:cubicBezTo>
                  <a:pt x="70790" y="47567"/>
                  <a:pt x="70790" y="47617"/>
                  <a:pt x="70766" y="47617"/>
                </a:cubicBezTo>
                <a:cubicBezTo>
                  <a:pt x="70691" y="47642"/>
                  <a:pt x="70641" y="47667"/>
                  <a:pt x="70542" y="47741"/>
                </a:cubicBezTo>
                <a:cubicBezTo>
                  <a:pt x="70517" y="47741"/>
                  <a:pt x="70492" y="47766"/>
                  <a:pt x="70492" y="47766"/>
                </a:cubicBezTo>
                <a:lnTo>
                  <a:pt x="70517" y="47741"/>
                </a:lnTo>
                <a:cubicBezTo>
                  <a:pt x="70616" y="47642"/>
                  <a:pt x="70741" y="47567"/>
                  <a:pt x="70840" y="47517"/>
                </a:cubicBezTo>
                <a:cubicBezTo>
                  <a:pt x="71363" y="47268"/>
                  <a:pt x="71786" y="47019"/>
                  <a:pt x="72184" y="46820"/>
                </a:cubicBezTo>
                <a:close/>
                <a:moveTo>
                  <a:pt x="95756" y="46049"/>
                </a:moveTo>
                <a:cubicBezTo>
                  <a:pt x="96254" y="46571"/>
                  <a:pt x="96652" y="47169"/>
                  <a:pt x="97026" y="47816"/>
                </a:cubicBezTo>
                <a:cubicBezTo>
                  <a:pt x="97026" y="47866"/>
                  <a:pt x="97001" y="47866"/>
                  <a:pt x="97001" y="47891"/>
                </a:cubicBezTo>
                <a:cubicBezTo>
                  <a:pt x="96627" y="47243"/>
                  <a:pt x="96179" y="46621"/>
                  <a:pt x="95682" y="46049"/>
                </a:cubicBezTo>
                <a:close/>
                <a:moveTo>
                  <a:pt x="98818" y="44829"/>
                </a:moveTo>
                <a:cubicBezTo>
                  <a:pt x="98320" y="45874"/>
                  <a:pt x="97822" y="46870"/>
                  <a:pt x="97300" y="47891"/>
                </a:cubicBezTo>
                <a:lnTo>
                  <a:pt x="97250" y="47816"/>
                </a:lnTo>
                <a:cubicBezTo>
                  <a:pt x="97772" y="46820"/>
                  <a:pt x="98270" y="45849"/>
                  <a:pt x="98743" y="44879"/>
                </a:cubicBezTo>
                <a:cubicBezTo>
                  <a:pt x="98768" y="44879"/>
                  <a:pt x="98793" y="44829"/>
                  <a:pt x="98818" y="44829"/>
                </a:cubicBezTo>
                <a:close/>
                <a:moveTo>
                  <a:pt x="65912" y="47816"/>
                </a:moveTo>
                <a:lnTo>
                  <a:pt x="65912" y="47891"/>
                </a:lnTo>
                <a:cubicBezTo>
                  <a:pt x="65862" y="47891"/>
                  <a:pt x="65862" y="47915"/>
                  <a:pt x="65837" y="47915"/>
                </a:cubicBezTo>
                <a:lnTo>
                  <a:pt x="65837" y="47866"/>
                </a:lnTo>
                <a:cubicBezTo>
                  <a:pt x="65862" y="47816"/>
                  <a:pt x="65912" y="47816"/>
                  <a:pt x="65912" y="47816"/>
                </a:cubicBezTo>
                <a:close/>
                <a:moveTo>
                  <a:pt x="70069" y="47915"/>
                </a:moveTo>
                <a:cubicBezTo>
                  <a:pt x="70069" y="47928"/>
                  <a:pt x="70069" y="47934"/>
                  <a:pt x="70075" y="47934"/>
                </a:cubicBezTo>
                <a:cubicBezTo>
                  <a:pt x="70081" y="47934"/>
                  <a:pt x="70094" y="47928"/>
                  <a:pt x="70118" y="47915"/>
                </a:cubicBezTo>
                <a:lnTo>
                  <a:pt x="70118" y="47915"/>
                </a:lnTo>
                <a:cubicBezTo>
                  <a:pt x="70118" y="47940"/>
                  <a:pt x="70069" y="47940"/>
                  <a:pt x="70069" y="47940"/>
                </a:cubicBezTo>
                <a:lnTo>
                  <a:pt x="70044" y="47990"/>
                </a:lnTo>
                <a:cubicBezTo>
                  <a:pt x="70044" y="47990"/>
                  <a:pt x="70044" y="47940"/>
                  <a:pt x="70069" y="47940"/>
                </a:cubicBezTo>
                <a:lnTo>
                  <a:pt x="70069" y="47915"/>
                </a:lnTo>
                <a:close/>
                <a:moveTo>
                  <a:pt x="116167" y="47368"/>
                </a:moveTo>
                <a:cubicBezTo>
                  <a:pt x="116167" y="47492"/>
                  <a:pt x="116117" y="47642"/>
                  <a:pt x="116092" y="47766"/>
                </a:cubicBezTo>
                <a:cubicBezTo>
                  <a:pt x="116067" y="47891"/>
                  <a:pt x="116043" y="48015"/>
                  <a:pt x="115993" y="48115"/>
                </a:cubicBezTo>
                <a:cubicBezTo>
                  <a:pt x="115993" y="47990"/>
                  <a:pt x="116043" y="47891"/>
                  <a:pt x="116043" y="47766"/>
                </a:cubicBezTo>
                <a:cubicBezTo>
                  <a:pt x="116092" y="47642"/>
                  <a:pt x="116117" y="47517"/>
                  <a:pt x="116167" y="47368"/>
                </a:cubicBezTo>
                <a:close/>
                <a:moveTo>
                  <a:pt x="97125" y="48015"/>
                </a:moveTo>
                <a:cubicBezTo>
                  <a:pt x="97125" y="48040"/>
                  <a:pt x="97150" y="48040"/>
                  <a:pt x="97150" y="48065"/>
                </a:cubicBezTo>
                <a:cubicBezTo>
                  <a:pt x="97150" y="48115"/>
                  <a:pt x="97150" y="48115"/>
                  <a:pt x="97125" y="48139"/>
                </a:cubicBezTo>
                <a:cubicBezTo>
                  <a:pt x="97125" y="48115"/>
                  <a:pt x="97076" y="48065"/>
                  <a:pt x="97076" y="48065"/>
                </a:cubicBezTo>
                <a:cubicBezTo>
                  <a:pt x="97076" y="48040"/>
                  <a:pt x="97125" y="48040"/>
                  <a:pt x="97125" y="48015"/>
                </a:cubicBezTo>
                <a:close/>
                <a:moveTo>
                  <a:pt x="108973" y="47915"/>
                </a:moveTo>
                <a:cubicBezTo>
                  <a:pt x="108973" y="47940"/>
                  <a:pt x="108973" y="48015"/>
                  <a:pt x="108998" y="48040"/>
                </a:cubicBezTo>
                <a:cubicBezTo>
                  <a:pt x="108998" y="48065"/>
                  <a:pt x="108973" y="48065"/>
                  <a:pt x="108973" y="48115"/>
                </a:cubicBezTo>
                <a:cubicBezTo>
                  <a:pt x="108973" y="48139"/>
                  <a:pt x="108949" y="48139"/>
                  <a:pt x="108949" y="48164"/>
                </a:cubicBezTo>
                <a:lnTo>
                  <a:pt x="108949" y="48115"/>
                </a:lnTo>
                <a:lnTo>
                  <a:pt x="108949" y="48040"/>
                </a:lnTo>
                <a:lnTo>
                  <a:pt x="108949" y="47990"/>
                </a:lnTo>
                <a:cubicBezTo>
                  <a:pt x="108949" y="47940"/>
                  <a:pt x="108973" y="47940"/>
                  <a:pt x="108973" y="47915"/>
                </a:cubicBezTo>
                <a:close/>
                <a:moveTo>
                  <a:pt x="75570" y="45576"/>
                </a:moveTo>
                <a:lnTo>
                  <a:pt x="75570" y="45576"/>
                </a:lnTo>
                <a:cubicBezTo>
                  <a:pt x="75097" y="46447"/>
                  <a:pt x="74524" y="47318"/>
                  <a:pt x="73952" y="48189"/>
                </a:cubicBezTo>
                <a:cubicBezTo>
                  <a:pt x="73703" y="47642"/>
                  <a:pt x="73529" y="47069"/>
                  <a:pt x="73379" y="46522"/>
                </a:cubicBezTo>
                <a:cubicBezTo>
                  <a:pt x="73653" y="46397"/>
                  <a:pt x="73927" y="46273"/>
                  <a:pt x="74250" y="46098"/>
                </a:cubicBezTo>
                <a:cubicBezTo>
                  <a:pt x="74350" y="46073"/>
                  <a:pt x="74474" y="46024"/>
                  <a:pt x="74549" y="45974"/>
                </a:cubicBezTo>
                <a:cubicBezTo>
                  <a:pt x="74599" y="45949"/>
                  <a:pt x="74649" y="45949"/>
                  <a:pt x="74674" y="45924"/>
                </a:cubicBezTo>
                <a:cubicBezTo>
                  <a:pt x="74997" y="45800"/>
                  <a:pt x="75296" y="45675"/>
                  <a:pt x="75570" y="45576"/>
                </a:cubicBezTo>
                <a:close/>
                <a:moveTo>
                  <a:pt x="73205" y="46621"/>
                </a:moveTo>
                <a:cubicBezTo>
                  <a:pt x="73379" y="47194"/>
                  <a:pt x="73553" y="47791"/>
                  <a:pt x="73852" y="48388"/>
                </a:cubicBezTo>
                <a:cubicBezTo>
                  <a:pt x="73852" y="48413"/>
                  <a:pt x="73802" y="48413"/>
                  <a:pt x="73802" y="48438"/>
                </a:cubicBezTo>
                <a:cubicBezTo>
                  <a:pt x="73529" y="47866"/>
                  <a:pt x="73304" y="47243"/>
                  <a:pt x="73155" y="46646"/>
                </a:cubicBezTo>
                <a:cubicBezTo>
                  <a:pt x="73180" y="46646"/>
                  <a:pt x="73180" y="46621"/>
                  <a:pt x="73205" y="46621"/>
                </a:cubicBezTo>
                <a:close/>
                <a:moveTo>
                  <a:pt x="75941" y="45497"/>
                </a:moveTo>
                <a:cubicBezTo>
                  <a:pt x="75352" y="46477"/>
                  <a:pt x="74738" y="47458"/>
                  <a:pt x="74051" y="48438"/>
                </a:cubicBezTo>
                <a:lnTo>
                  <a:pt x="74051" y="48413"/>
                </a:lnTo>
                <a:cubicBezTo>
                  <a:pt x="74723" y="47442"/>
                  <a:pt x="75346" y="46447"/>
                  <a:pt x="75918" y="45501"/>
                </a:cubicBezTo>
                <a:cubicBezTo>
                  <a:pt x="75927" y="45501"/>
                  <a:pt x="75935" y="45499"/>
                  <a:pt x="75941" y="45497"/>
                </a:cubicBezTo>
                <a:close/>
                <a:moveTo>
                  <a:pt x="79502" y="44555"/>
                </a:moveTo>
                <a:cubicBezTo>
                  <a:pt x="79751" y="44704"/>
                  <a:pt x="79975" y="44829"/>
                  <a:pt x="80224" y="44953"/>
                </a:cubicBezTo>
                <a:cubicBezTo>
                  <a:pt x="81519" y="45675"/>
                  <a:pt x="82888" y="46198"/>
                  <a:pt x="84381" y="46571"/>
                </a:cubicBezTo>
                <a:cubicBezTo>
                  <a:pt x="84431" y="46571"/>
                  <a:pt x="84456" y="46621"/>
                  <a:pt x="84481" y="46621"/>
                </a:cubicBezTo>
                <a:cubicBezTo>
                  <a:pt x="84680" y="46646"/>
                  <a:pt x="84829" y="46696"/>
                  <a:pt x="85003" y="46746"/>
                </a:cubicBezTo>
                <a:lnTo>
                  <a:pt x="85053" y="46770"/>
                </a:lnTo>
                <a:cubicBezTo>
                  <a:pt x="84705" y="47368"/>
                  <a:pt x="84331" y="48015"/>
                  <a:pt x="83933" y="48662"/>
                </a:cubicBezTo>
                <a:lnTo>
                  <a:pt x="83560" y="48488"/>
                </a:lnTo>
                <a:lnTo>
                  <a:pt x="83186" y="48289"/>
                </a:lnTo>
                <a:cubicBezTo>
                  <a:pt x="83062" y="48239"/>
                  <a:pt x="82962" y="48164"/>
                  <a:pt x="82838" y="48115"/>
                </a:cubicBezTo>
                <a:cubicBezTo>
                  <a:pt x="82763" y="48065"/>
                  <a:pt x="82713" y="48040"/>
                  <a:pt x="82614" y="47990"/>
                </a:cubicBezTo>
                <a:cubicBezTo>
                  <a:pt x="82489" y="47915"/>
                  <a:pt x="82390" y="47866"/>
                  <a:pt x="82265" y="47791"/>
                </a:cubicBezTo>
                <a:cubicBezTo>
                  <a:pt x="82091" y="47691"/>
                  <a:pt x="81917" y="47567"/>
                  <a:pt x="81743" y="47492"/>
                </a:cubicBezTo>
                <a:cubicBezTo>
                  <a:pt x="81643" y="47418"/>
                  <a:pt x="81519" y="47368"/>
                  <a:pt x="81394" y="47293"/>
                </a:cubicBezTo>
                <a:cubicBezTo>
                  <a:pt x="81245" y="47194"/>
                  <a:pt x="81095" y="47069"/>
                  <a:pt x="80921" y="46994"/>
                </a:cubicBezTo>
                <a:cubicBezTo>
                  <a:pt x="80822" y="46895"/>
                  <a:pt x="80672" y="46820"/>
                  <a:pt x="80573" y="46746"/>
                </a:cubicBezTo>
                <a:cubicBezTo>
                  <a:pt x="80448" y="46646"/>
                  <a:pt x="80274" y="46522"/>
                  <a:pt x="80150" y="46422"/>
                </a:cubicBezTo>
                <a:lnTo>
                  <a:pt x="79776" y="46148"/>
                </a:lnTo>
                <a:cubicBezTo>
                  <a:pt x="79652" y="46049"/>
                  <a:pt x="79527" y="45949"/>
                  <a:pt x="79428" y="45825"/>
                </a:cubicBezTo>
                <a:cubicBezTo>
                  <a:pt x="79303" y="45700"/>
                  <a:pt x="79179" y="45625"/>
                  <a:pt x="79054" y="45501"/>
                </a:cubicBezTo>
                <a:cubicBezTo>
                  <a:pt x="79029" y="45451"/>
                  <a:pt x="79005" y="45426"/>
                  <a:pt x="78930" y="45401"/>
                </a:cubicBezTo>
                <a:cubicBezTo>
                  <a:pt x="78880" y="45327"/>
                  <a:pt x="78830" y="45277"/>
                  <a:pt x="78731" y="45202"/>
                </a:cubicBezTo>
                <a:cubicBezTo>
                  <a:pt x="78606" y="45078"/>
                  <a:pt x="78482" y="44953"/>
                  <a:pt x="78357" y="44879"/>
                </a:cubicBezTo>
                <a:cubicBezTo>
                  <a:pt x="78357" y="44829"/>
                  <a:pt x="78308" y="44804"/>
                  <a:pt x="78308" y="44779"/>
                </a:cubicBezTo>
                <a:cubicBezTo>
                  <a:pt x="78731" y="44680"/>
                  <a:pt x="79129" y="44580"/>
                  <a:pt x="79502" y="44555"/>
                </a:cubicBezTo>
                <a:close/>
                <a:moveTo>
                  <a:pt x="73949" y="48625"/>
                </a:moveTo>
                <a:cubicBezTo>
                  <a:pt x="73951" y="48628"/>
                  <a:pt x="73952" y="48632"/>
                  <a:pt x="73952" y="48637"/>
                </a:cubicBezTo>
                <a:cubicBezTo>
                  <a:pt x="73952" y="48662"/>
                  <a:pt x="73927" y="48662"/>
                  <a:pt x="73927" y="48687"/>
                </a:cubicBezTo>
                <a:lnTo>
                  <a:pt x="73927" y="48662"/>
                </a:lnTo>
                <a:cubicBezTo>
                  <a:pt x="73927" y="48642"/>
                  <a:pt x="73943" y="48638"/>
                  <a:pt x="73949" y="48625"/>
                </a:cubicBezTo>
                <a:close/>
                <a:moveTo>
                  <a:pt x="85227" y="46820"/>
                </a:moveTo>
                <a:cubicBezTo>
                  <a:pt x="85227" y="46870"/>
                  <a:pt x="85252" y="46870"/>
                  <a:pt x="85252" y="46895"/>
                </a:cubicBezTo>
                <a:lnTo>
                  <a:pt x="84132" y="48762"/>
                </a:lnTo>
                <a:cubicBezTo>
                  <a:pt x="84107" y="48762"/>
                  <a:pt x="84107" y="48762"/>
                  <a:pt x="84082" y="48737"/>
                </a:cubicBezTo>
                <a:cubicBezTo>
                  <a:pt x="84481" y="48115"/>
                  <a:pt x="84854" y="47492"/>
                  <a:pt x="85227" y="46820"/>
                </a:cubicBezTo>
                <a:close/>
                <a:moveTo>
                  <a:pt x="78482" y="45153"/>
                </a:moveTo>
                <a:lnTo>
                  <a:pt x="78482" y="45153"/>
                </a:lnTo>
                <a:cubicBezTo>
                  <a:pt x="78631" y="45302"/>
                  <a:pt x="78781" y="45451"/>
                  <a:pt x="78930" y="45576"/>
                </a:cubicBezTo>
                <a:cubicBezTo>
                  <a:pt x="78980" y="45625"/>
                  <a:pt x="79005" y="45650"/>
                  <a:pt x="79029" y="45650"/>
                </a:cubicBezTo>
                <a:cubicBezTo>
                  <a:pt x="79154" y="45775"/>
                  <a:pt x="79278" y="45874"/>
                  <a:pt x="79403" y="45999"/>
                </a:cubicBezTo>
                <a:cubicBezTo>
                  <a:pt x="79502" y="46049"/>
                  <a:pt x="79602" y="46148"/>
                  <a:pt x="79677" y="46198"/>
                </a:cubicBezTo>
                <a:cubicBezTo>
                  <a:pt x="79751" y="46273"/>
                  <a:pt x="79801" y="46298"/>
                  <a:pt x="79876" y="46322"/>
                </a:cubicBezTo>
                <a:cubicBezTo>
                  <a:pt x="79926" y="46372"/>
                  <a:pt x="79975" y="46422"/>
                  <a:pt x="80025" y="46447"/>
                </a:cubicBezTo>
                <a:cubicBezTo>
                  <a:pt x="80100" y="46522"/>
                  <a:pt x="80174" y="46571"/>
                  <a:pt x="80249" y="46621"/>
                </a:cubicBezTo>
                <a:cubicBezTo>
                  <a:pt x="80349" y="46671"/>
                  <a:pt x="80398" y="46746"/>
                  <a:pt x="80498" y="46795"/>
                </a:cubicBezTo>
                <a:lnTo>
                  <a:pt x="80772" y="46994"/>
                </a:lnTo>
                <a:cubicBezTo>
                  <a:pt x="80871" y="47044"/>
                  <a:pt x="80971" y="47119"/>
                  <a:pt x="81095" y="47194"/>
                </a:cubicBezTo>
                <a:cubicBezTo>
                  <a:pt x="81195" y="47268"/>
                  <a:pt x="81245" y="47318"/>
                  <a:pt x="81344" y="47393"/>
                </a:cubicBezTo>
                <a:lnTo>
                  <a:pt x="81618" y="47567"/>
                </a:lnTo>
                <a:cubicBezTo>
                  <a:pt x="81817" y="47691"/>
                  <a:pt x="81991" y="47816"/>
                  <a:pt x="82216" y="47915"/>
                </a:cubicBezTo>
                <a:cubicBezTo>
                  <a:pt x="82290" y="47940"/>
                  <a:pt x="82365" y="48015"/>
                  <a:pt x="82464" y="48040"/>
                </a:cubicBezTo>
                <a:cubicBezTo>
                  <a:pt x="82514" y="48065"/>
                  <a:pt x="82589" y="48115"/>
                  <a:pt x="82664" y="48164"/>
                </a:cubicBezTo>
                <a:lnTo>
                  <a:pt x="82863" y="48264"/>
                </a:lnTo>
                <a:cubicBezTo>
                  <a:pt x="82962" y="48314"/>
                  <a:pt x="83062" y="48363"/>
                  <a:pt x="83136" y="48413"/>
                </a:cubicBezTo>
                <a:lnTo>
                  <a:pt x="83336" y="48513"/>
                </a:lnTo>
                <a:cubicBezTo>
                  <a:pt x="83510" y="48612"/>
                  <a:pt x="83709" y="48687"/>
                  <a:pt x="83883" y="48762"/>
                </a:cubicBezTo>
                <a:lnTo>
                  <a:pt x="83858" y="48787"/>
                </a:lnTo>
                <a:cubicBezTo>
                  <a:pt x="83634" y="48787"/>
                  <a:pt x="83510" y="48762"/>
                  <a:pt x="83385" y="48687"/>
                </a:cubicBezTo>
                <a:cubicBezTo>
                  <a:pt x="83336" y="48662"/>
                  <a:pt x="83311" y="48662"/>
                  <a:pt x="83236" y="48637"/>
                </a:cubicBezTo>
                <a:cubicBezTo>
                  <a:pt x="82987" y="48513"/>
                  <a:pt x="82763" y="48388"/>
                  <a:pt x="82514" y="48264"/>
                </a:cubicBezTo>
                <a:cubicBezTo>
                  <a:pt x="82464" y="48239"/>
                  <a:pt x="82365" y="48189"/>
                  <a:pt x="82315" y="48139"/>
                </a:cubicBezTo>
                <a:cubicBezTo>
                  <a:pt x="82091" y="48015"/>
                  <a:pt x="81892" y="47891"/>
                  <a:pt x="81718" y="47791"/>
                </a:cubicBezTo>
                <a:lnTo>
                  <a:pt x="81444" y="47617"/>
                </a:lnTo>
                <a:cubicBezTo>
                  <a:pt x="81245" y="47492"/>
                  <a:pt x="81095" y="47393"/>
                  <a:pt x="80946" y="47268"/>
                </a:cubicBezTo>
                <a:cubicBezTo>
                  <a:pt x="80822" y="47169"/>
                  <a:pt x="80722" y="47119"/>
                  <a:pt x="80598" y="47019"/>
                </a:cubicBezTo>
                <a:cubicBezTo>
                  <a:pt x="80448" y="46920"/>
                  <a:pt x="80324" y="46795"/>
                  <a:pt x="80150" y="46696"/>
                </a:cubicBezTo>
                <a:cubicBezTo>
                  <a:pt x="80025" y="46621"/>
                  <a:pt x="79901" y="46522"/>
                  <a:pt x="79776" y="46397"/>
                </a:cubicBezTo>
                <a:cubicBezTo>
                  <a:pt x="79726" y="46372"/>
                  <a:pt x="79702" y="46298"/>
                  <a:pt x="79627" y="46273"/>
                </a:cubicBezTo>
                <a:cubicBezTo>
                  <a:pt x="79577" y="46198"/>
                  <a:pt x="79477" y="46148"/>
                  <a:pt x="79403" y="46073"/>
                </a:cubicBezTo>
                <a:cubicBezTo>
                  <a:pt x="79278" y="45949"/>
                  <a:pt x="79129" y="45825"/>
                  <a:pt x="79005" y="45750"/>
                </a:cubicBezTo>
                <a:cubicBezTo>
                  <a:pt x="78905" y="45650"/>
                  <a:pt x="78781" y="45551"/>
                  <a:pt x="78706" y="45451"/>
                </a:cubicBezTo>
                <a:lnTo>
                  <a:pt x="78507" y="45277"/>
                </a:lnTo>
                <a:lnTo>
                  <a:pt x="78507" y="45202"/>
                </a:lnTo>
                <a:lnTo>
                  <a:pt x="78482" y="45153"/>
                </a:lnTo>
                <a:close/>
                <a:moveTo>
                  <a:pt x="84008" y="48886"/>
                </a:moveTo>
                <a:cubicBezTo>
                  <a:pt x="84008" y="48911"/>
                  <a:pt x="84008" y="48911"/>
                  <a:pt x="84057" y="48911"/>
                </a:cubicBezTo>
                <a:cubicBezTo>
                  <a:pt x="84057" y="48911"/>
                  <a:pt x="84057" y="48936"/>
                  <a:pt x="84008" y="48936"/>
                </a:cubicBezTo>
                <a:cubicBezTo>
                  <a:pt x="83983" y="48936"/>
                  <a:pt x="83983" y="48911"/>
                  <a:pt x="83958" y="48911"/>
                </a:cubicBezTo>
                <a:cubicBezTo>
                  <a:pt x="83958" y="48911"/>
                  <a:pt x="83958" y="48886"/>
                  <a:pt x="83983" y="48886"/>
                </a:cubicBezTo>
                <a:close/>
                <a:moveTo>
                  <a:pt x="63273" y="41294"/>
                </a:moveTo>
                <a:cubicBezTo>
                  <a:pt x="63697" y="42066"/>
                  <a:pt x="64045" y="42813"/>
                  <a:pt x="64319" y="43535"/>
                </a:cubicBezTo>
                <a:cubicBezTo>
                  <a:pt x="64369" y="43659"/>
                  <a:pt x="64443" y="43808"/>
                  <a:pt x="64468" y="43933"/>
                </a:cubicBezTo>
                <a:cubicBezTo>
                  <a:pt x="64568" y="44207"/>
                  <a:pt x="64667" y="44456"/>
                  <a:pt x="64742" y="44704"/>
                </a:cubicBezTo>
                <a:cubicBezTo>
                  <a:pt x="64817" y="44929"/>
                  <a:pt x="64916" y="45128"/>
                  <a:pt x="64966" y="45327"/>
                </a:cubicBezTo>
                <a:cubicBezTo>
                  <a:pt x="65041" y="45551"/>
                  <a:pt x="65090" y="45750"/>
                  <a:pt x="65165" y="45949"/>
                </a:cubicBezTo>
                <a:cubicBezTo>
                  <a:pt x="65215" y="46173"/>
                  <a:pt x="65290" y="46372"/>
                  <a:pt x="65339" y="46571"/>
                </a:cubicBezTo>
                <a:cubicBezTo>
                  <a:pt x="65041" y="46795"/>
                  <a:pt x="64717" y="47019"/>
                  <a:pt x="64443" y="47268"/>
                </a:cubicBezTo>
                <a:lnTo>
                  <a:pt x="64070" y="47542"/>
                </a:lnTo>
                <a:cubicBezTo>
                  <a:pt x="63896" y="47667"/>
                  <a:pt x="63721" y="47791"/>
                  <a:pt x="63547" y="47915"/>
                </a:cubicBezTo>
                <a:cubicBezTo>
                  <a:pt x="63473" y="47940"/>
                  <a:pt x="63423" y="48015"/>
                  <a:pt x="63348" y="48040"/>
                </a:cubicBezTo>
                <a:cubicBezTo>
                  <a:pt x="63199" y="48164"/>
                  <a:pt x="63024" y="48289"/>
                  <a:pt x="62850" y="48438"/>
                </a:cubicBezTo>
                <a:cubicBezTo>
                  <a:pt x="62800" y="48513"/>
                  <a:pt x="62726" y="48538"/>
                  <a:pt x="62676" y="48612"/>
                </a:cubicBezTo>
                <a:cubicBezTo>
                  <a:pt x="62477" y="48737"/>
                  <a:pt x="62303" y="48886"/>
                  <a:pt x="62128" y="49011"/>
                </a:cubicBezTo>
                <a:cubicBezTo>
                  <a:pt x="61979" y="49135"/>
                  <a:pt x="61855" y="49235"/>
                  <a:pt x="61705" y="49359"/>
                </a:cubicBezTo>
                <a:cubicBezTo>
                  <a:pt x="61606" y="49409"/>
                  <a:pt x="61506" y="49508"/>
                  <a:pt x="61431" y="49558"/>
                </a:cubicBezTo>
                <a:cubicBezTo>
                  <a:pt x="61332" y="49633"/>
                  <a:pt x="61282" y="49683"/>
                  <a:pt x="61183" y="49757"/>
                </a:cubicBezTo>
                <a:cubicBezTo>
                  <a:pt x="61158" y="49732"/>
                  <a:pt x="61083" y="49683"/>
                  <a:pt x="61058" y="49658"/>
                </a:cubicBezTo>
                <a:cubicBezTo>
                  <a:pt x="60934" y="49608"/>
                  <a:pt x="60834" y="49508"/>
                  <a:pt x="60710" y="49434"/>
                </a:cubicBezTo>
                <a:cubicBezTo>
                  <a:pt x="60610" y="49384"/>
                  <a:pt x="60535" y="49309"/>
                  <a:pt x="60436" y="49235"/>
                </a:cubicBezTo>
                <a:cubicBezTo>
                  <a:pt x="60336" y="49160"/>
                  <a:pt x="60286" y="49110"/>
                  <a:pt x="60187" y="49036"/>
                </a:cubicBezTo>
                <a:lnTo>
                  <a:pt x="59814" y="48762"/>
                </a:lnTo>
                <a:cubicBezTo>
                  <a:pt x="59789" y="48737"/>
                  <a:pt x="59714" y="48687"/>
                  <a:pt x="59689" y="48662"/>
                </a:cubicBezTo>
                <a:cubicBezTo>
                  <a:pt x="58793" y="47940"/>
                  <a:pt x="57822" y="47069"/>
                  <a:pt x="56827" y="46073"/>
                </a:cubicBezTo>
                <a:lnTo>
                  <a:pt x="56677" y="45924"/>
                </a:lnTo>
                <a:lnTo>
                  <a:pt x="56254" y="45526"/>
                </a:lnTo>
                <a:lnTo>
                  <a:pt x="56005" y="45277"/>
                </a:lnTo>
                <a:cubicBezTo>
                  <a:pt x="56204" y="45153"/>
                  <a:pt x="56379" y="44978"/>
                  <a:pt x="56603" y="44854"/>
                </a:cubicBezTo>
                <a:cubicBezTo>
                  <a:pt x="56677" y="44804"/>
                  <a:pt x="56752" y="44779"/>
                  <a:pt x="56827" y="44704"/>
                </a:cubicBezTo>
                <a:cubicBezTo>
                  <a:pt x="57075" y="44555"/>
                  <a:pt x="57300" y="44406"/>
                  <a:pt x="57548" y="44232"/>
                </a:cubicBezTo>
                <a:cubicBezTo>
                  <a:pt x="57573" y="44232"/>
                  <a:pt x="57573" y="44207"/>
                  <a:pt x="57598" y="44207"/>
                </a:cubicBezTo>
                <a:cubicBezTo>
                  <a:pt x="57673" y="44182"/>
                  <a:pt x="57723" y="44157"/>
                  <a:pt x="57797" y="44082"/>
                </a:cubicBezTo>
                <a:cubicBezTo>
                  <a:pt x="57996" y="43933"/>
                  <a:pt x="58245" y="43808"/>
                  <a:pt x="58469" y="43684"/>
                </a:cubicBezTo>
                <a:cubicBezTo>
                  <a:pt x="58494" y="43659"/>
                  <a:pt x="58544" y="43659"/>
                  <a:pt x="58569" y="43609"/>
                </a:cubicBezTo>
                <a:cubicBezTo>
                  <a:pt x="58594" y="43584"/>
                  <a:pt x="58619" y="43584"/>
                  <a:pt x="58669" y="43559"/>
                </a:cubicBezTo>
                <a:cubicBezTo>
                  <a:pt x="58693" y="43535"/>
                  <a:pt x="58718" y="43535"/>
                  <a:pt x="58743" y="43485"/>
                </a:cubicBezTo>
                <a:lnTo>
                  <a:pt x="59415" y="43111"/>
                </a:lnTo>
                <a:cubicBezTo>
                  <a:pt x="59440" y="43087"/>
                  <a:pt x="59490" y="43087"/>
                  <a:pt x="59540" y="43062"/>
                </a:cubicBezTo>
                <a:cubicBezTo>
                  <a:pt x="59589" y="43037"/>
                  <a:pt x="59664" y="43012"/>
                  <a:pt x="59714" y="42937"/>
                </a:cubicBezTo>
                <a:cubicBezTo>
                  <a:pt x="59913" y="42813"/>
                  <a:pt x="60112" y="42713"/>
                  <a:pt x="60311" y="42614"/>
                </a:cubicBezTo>
                <a:cubicBezTo>
                  <a:pt x="60436" y="42564"/>
                  <a:pt x="60560" y="42489"/>
                  <a:pt x="60660" y="42439"/>
                </a:cubicBezTo>
                <a:lnTo>
                  <a:pt x="61207" y="42166"/>
                </a:lnTo>
                <a:cubicBezTo>
                  <a:pt x="61332" y="42091"/>
                  <a:pt x="61481" y="42041"/>
                  <a:pt x="61606" y="41966"/>
                </a:cubicBezTo>
                <a:cubicBezTo>
                  <a:pt x="61780" y="41867"/>
                  <a:pt x="61954" y="41817"/>
                  <a:pt x="62103" y="41767"/>
                </a:cubicBezTo>
                <a:cubicBezTo>
                  <a:pt x="62278" y="41693"/>
                  <a:pt x="62402" y="41643"/>
                  <a:pt x="62552" y="41568"/>
                </a:cubicBezTo>
                <a:lnTo>
                  <a:pt x="63024" y="41394"/>
                </a:lnTo>
                <a:cubicBezTo>
                  <a:pt x="63099" y="41344"/>
                  <a:pt x="63199" y="41319"/>
                  <a:pt x="63273" y="41294"/>
                </a:cubicBezTo>
                <a:close/>
                <a:moveTo>
                  <a:pt x="85352" y="47069"/>
                </a:moveTo>
                <a:cubicBezTo>
                  <a:pt x="85974" y="47816"/>
                  <a:pt x="86472" y="48712"/>
                  <a:pt x="86795" y="49757"/>
                </a:cubicBezTo>
                <a:cubicBezTo>
                  <a:pt x="86721" y="49683"/>
                  <a:pt x="86621" y="49683"/>
                  <a:pt x="86547" y="49658"/>
                </a:cubicBezTo>
                <a:cubicBezTo>
                  <a:pt x="86347" y="49608"/>
                  <a:pt x="86198" y="49558"/>
                  <a:pt x="85999" y="49508"/>
                </a:cubicBezTo>
                <a:lnTo>
                  <a:pt x="85725" y="49409"/>
                </a:lnTo>
                <a:cubicBezTo>
                  <a:pt x="85626" y="49384"/>
                  <a:pt x="85576" y="49359"/>
                  <a:pt x="85476" y="49309"/>
                </a:cubicBezTo>
                <a:cubicBezTo>
                  <a:pt x="85327" y="49260"/>
                  <a:pt x="85178" y="49185"/>
                  <a:pt x="85003" y="49160"/>
                </a:cubicBezTo>
                <a:cubicBezTo>
                  <a:pt x="84929" y="49135"/>
                  <a:pt x="84854" y="49110"/>
                  <a:pt x="84754" y="49060"/>
                </a:cubicBezTo>
                <a:cubicBezTo>
                  <a:pt x="84680" y="49036"/>
                  <a:pt x="84580" y="48961"/>
                  <a:pt x="84456" y="48936"/>
                </a:cubicBezTo>
                <a:lnTo>
                  <a:pt x="84257" y="48836"/>
                </a:lnTo>
                <a:cubicBezTo>
                  <a:pt x="84630" y="48264"/>
                  <a:pt x="84978" y="47667"/>
                  <a:pt x="85352" y="47069"/>
                </a:cubicBezTo>
                <a:close/>
                <a:moveTo>
                  <a:pt x="85501" y="46795"/>
                </a:moveTo>
                <a:cubicBezTo>
                  <a:pt x="86223" y="47642"/>
                  <a:pt x="86746" y="48637"/>
                  <a:pt x="87094" y="49782"/>
                </a:cubicBezTo>
                <a:cubicBezTo>
                  <a:pt x="87094" y="49795"/>
                  <a:pt x="87088" y="49801"/>
                  <a:pt x="87079" y="49801"/>
                </a:cubicBezTo>
                <a:cubicBezTo>
                  <a:pt x="87069" y="49801"/>
                  <a:pt x="87057" y="49795"/>
                  <a:pt x="87044" y="49782"/>
                </a:cubicBezTo>
                <a:cubicBezTo>
                  <a:pt x="86696" y="48662"/>
                  <a:pt x="86198" y="47667"/>
                  <a:pt x="85476" y="46870"/>
                </a:cubicBezTo>
                <a:cubicBezTo>
                  <a:pt x="85476" y="46820"/>
                  <a:pt x="85501" y="46820"/>
                  <a:pt x="85501" y="46795"/>
                </a:cubicBezTo>
                <a:close/>
                <a:moveTo>
                  <a:pt x="55931" y="45377"/>
                </a:moveTo>
                <a:lnTo>
                  <a:pt x="56204" y="45650"/>
                </a:lnTo>
                <a:cubicBezTo>
                  <a:pt x="56603" y="46049"/>
                  <a:pt x="57001" y="46447"/>
                  <a:pt x="57374" y="46795"/>
                </a:cubicBezTo>
                <a:cubicBezTo>
                  <a:pt x="57474" y="46895"/>
                  <a:pt x="57573" y="46970"/>
                  <a:pt x="57673" y="47044"/>
                </a:cubicBezTo>
                <a:cubicBezTo>
                  <a:pt x="57947" y="47318"/>
                  <a:pt x="58245" y="47567"/>
                  <a:pt x="58544" y="47816"/>
                </a:cubicBezTo>
                <a:cubicBezTo>
                  <a:pt x="58718" y="47990"/>
                  <a:pt x="58868" y="48115"/>
                  <a:pt x="59042" y="48264"/>
                </a:cubicBezTo>
                <a:cubicBezTo>
                  <a:pt x="59241" y="48438"/>
                  <a:pt x="59465" y="48637"/>
                  <a:pt x="59689" y="48787"/>
                </a:cubicBezTo>
                <a:cubicBezTo>
                  <a:pt x="59863" y="48936"/>
                  <a:pt x="60062" y="49060"/>
                  <a:pt x="60212" y="49185"/>
                </a:cubicBezTo>
                <a:cubicBezTo>
                  <a:pt x="60436" y="49359"/>
                  <a:pt x="60660" y="49508"/>
                  <a:pt x="60834" y="49658"/>
                </a:cubicBezTo>
                <a:cubicBezTo>
                  <a:pt x="60909" y="49732"/>
                  <a:pt x="60983" y="49782"/>
                  <a:pt x="61058" y="49807"/>
                </a:cubicBezTo>
                <a:cubicBezTo>
                  <a:pt x="61033" y="49807"/>
                  <a:pt x="61033" y="49857"/>
                  <a:pt x="60983" y="49857"/>
                </a:cubicBezTo>
                <a:cubicBezTo>
                  <a:pt x="60062" y="49235"/>
                  <a:pt x="59042" y="48388"/>
                  <a:pt x="57922" y="47393"/>
                </a:cubicBezTo>
                <a:lnTo>
                  <a:pt x="57847" y="47318"/>
                </a:lnTo>
                <a:cubicBezTo>
                  <a:pt x="57673" y="47144"/>
                  <a:pt x="57474" y="46994"/>
                  <a:pt x="57300" y="46795"/>
                </a:cubicBezTo>
                <a:lnTo>
                  <a:pt x="57175" y="46671"/>
                </a:lnTo>
                <a:cubicBezTo>
                  <a:pt x="56976" y="46522"/>
                  <a:pt x="56802" y="46322"/>
                  <a:pt x="56627" y="46148"/>
                </a:cubicBezTo>
                <a:lnTo>
                  <a:pt x="56478" y="45999"/>
                </a:lnTo>
                <a:cubicBezTo>
                  <a:pt x="56304" y="45800"/>
                  <a:pt x="56105" y="45576"/>
                  <a:pt x="55881" y="45401"/>
                </a:cubicBezTo>
                <a:lnTo>
                  <a:pt x="55856" y="45377"/>
                </a:lnTo>
                <a:lnTo>
                  <a:pt x="55856" y="45377"/>
                </a:lnTo>
                <a:cubicBezTo>
                  <a:pt x="55868" y="45389"/>
                  <a:pt x="55887" y="45395"/>
                  <a:pt x="55902" y="45395"/>
                </a:cubicBezTo>
                <a:cubicBezTo>
                  <a:pt x="55918" y="45395"/>
                  <a:pt x="55931" y="45389"/>
                  <a:pt x="55931" y="45377"/>
                </a:cubicBezTo>
                <a:close/>
                <a:moveTo>
                  <a:pt x="65439" y="46795"/>
                </a:moveTo>
                <a:lnTo>
                  <a:pt x="65439" y="46820"/>
                </a:lnTo>
                <a:lnTo>
                  <a:pt x="65439" y="46845"/>
                </a:lnTo>
                <a:cubicBezTo>
                  <a:pt x="65290" y="46970"/>
                  <a:pt x="65140" y="47069"/>
                  <a:pt x="64966" y="47194"/>
                </a:cubicBezTo>
                <a:cubicBezTo>
                  <a:pt x="64891" y="47268"/>
                  <a:pt x="64817" y="47318"/>
                  <a:pt x="64717" y="47393"/>
                </a:cubicBezTo>
                <a:cubicBezTo>
                  <a:pt x="64692" y="47393"/>
                  <a:pt x="64692" y="47418"/>
                  <a:pt x="64667" y="47418"/>
                </a:cubicBezTo>
                <a:cubicBezTo>
                  <a:pt x="64294" y="47691"/>
                  <a:pt x="63945" y="47940"/>
                  <a:pt x="63572" y="48214"/>
                </a:cubicBezTo>
                <a:cubicBezTo>
                  <a:pt x="63323" y="48413"/>
                  <a:pt x="63099" y="48587"/>
                  <a:pt x="62850" y="48787"/>
                </a:cubicBezTo>
                <a:lnTo>
                  <a:pt x="62825" y="48811"/>
                </a:lnTo>
                <a:lnTo>
                  <a:pt x="62751" y="48886"/>
                </a:lnTo>
                <a:cubicBezTo>
                  <a:pt x="62726" y="48911"/>
                  <a:pt x="62701" y="48936"/>
                  <a:pt x="62676" y="48936"/>
                </a:cubicBezTo>
                <a:cubicBezTo>
                  <a:pt x="62352" y="49185"/>
                  <a:pt x="62004" y="49434"/>
                  <a:pt x="61705" y="49683"/>
                </a:cubicBezTo>
                <a:cubicBezTo>
                  <a:pt x="61606" y="49757"/>
                  <a:pt x="61556" y="49807"/>
                  <a:pt x="61456" y="49882"/>
                </a:cubicBezTo>
                <a:cubicBezTo>
                  <a:pt x="61431" y="49857"/>
                  <a:pt x="61431" y="49857"/>
                  <a:pt x="61407" y="49857"/>
                </a:cubicBezTo>
                <a:cubicBezTo>
                  <a:pt x="61456" y="49782"/>
                  <a:pt x="61506" y="49757"/>
                  <a:pt x="61581" y="49683"/>
                </a:cubicBezTo>
                <a:cubicBezTo>
                  <a:pt x="62029" y="49309"/>
                  <a:pt x="62477" y="48986"/>
                  <a:pt x="62950" y="48637"/>
                </a:cubicBezTo>
                <a:cubicBezTo>
                  <a:pt x="63174" y="48488"/>
                  <a:pt x="63348" y="48314"/>
                  <a:pt x="63572" y="48164"/>
                </a:cubicBezTo>
                <a:cubicBezTo>
                  <a:pt x="64194" y="47691"/>
                  <a:pt x="64817" y="47243"/>
                  <a:pt x="65439" y="46795"/>
                </a:cubicBezTo>
                <a:close/>
                <a:moveTo>
                  <a:pt x="84207" y="48986"/>
                </a:moveTo>
                <a:cubicBezTo>
                  <a:pt x="84456" y="49110"/>
                  <a:pt x="84705" y="49185"/>
                  <a:pt x="84954" y="49284"/>
                </a:cubicBezTo>
                <a:cubicBezTo>
                  <a:pt x="84978" y="49284"/>
                  <a:pt x="85003" y="49309"/>
                  <a:pt x="85053" y="49309"/>
                </a:cubicBezTo>
                <a:cubicBezTo>
                  <a:pt x="85327" y="49434"/>
                  <a:pt x="85626" y="49533"/>
                  <a:pt x="85924" y="49633"/>
                </a:cubicBezTo>
                <a:cubicBezTo>
                  <a:pt x="85949" y="49633"/>
                  <a:pt x="85949" y="49633"/>
                  <a:pt x="85974" y="49658"/>
                </a:cubicBezTo>
                <a:cubicBezTo>
                  <a:pt x="86248" y="49757"/>
                  <a:pt x="86571" y="49857"/>
                  <a:pt x="86845" y="49932"/>
                </a:cubicBezTo>
                <a:lnTo>
                  <a:pt x="86845" y="49981"/>
                </a:lnTo>
                <a:lnTo>
                  <a:pt x="86845" y="50006"/>
                </a:lnTo>
                <a:cubicBezTo>
                  <a:pt x="86248" y="49857"/>
                  <a:pt x="85675" y="49658"/>
                  <a:pt x="85103" y="49434"/>
                </a:cubicBezTo>
                <a:cubicBezTo>
                  <a:pt x="84804" y="49309"/>
                  <a:pt x="84506" y="49185"/>
                  <a:pt x="84207" y="49060"/>
                </a:cubicBezTo>
                <a:cubicBezTo>
                  <a:pt x="84232" y="49060"/>
                  <a:pt x="84207" y="49060"/>
                  <a:pt x="84182" y="49011"/>
                </a:cubicBezTo>
                <a:cubicBezTo>
                  <a:pt x="84182" y="49011"/>
                  <a:pt x="84182" y="48986"/>
                  <a:pt x="84207" y="48986"/>
                </a:cubicBezTo>
                <a:close/>
                <a:moveTo>
                  <a:pt x="61232" y="49932"/>
                </a:moveTo>
                <a:lnTo>
                  <a:pt x="61307" y="50006"/>
                </a:lnTo>
                <a:cubicBezTo>
                  <a:pt x="61257" y="50006"/>
                  <a:pt x="61257" y="50031"/>
                  <a:pt x="61232" y="50031"/>
                </a:cubicBezTo>
                <a:lnTo>
                  <a:pt x="61207" y="50031"/>
                </a:lnTo>
                <a:cubicBezTo>
                  <a:pt x="61207" y="50031"/>
                  <a:pt x="61183" y="50031"/>
                  <a:pt x="61183" y="50006"/>
                </a:cubicBezTo>
                <a:lnTo>
                  <a:pt x="61232" y="49932"/>
                </a:lnTo>
                <a:close/>
                <a:moveTo>
                  <a:pt x="65563" y="47019"/>
                </a:moveTo>
                <a:cubicBezTo>
                  <a:pt x="65563" y="47069"/>
                  <a:pt x="65588" y="47144"/>
                  <a:pt x="65588" y="47194"/>
                </a:cubicBezTo>
                <a:cubicBezTo>
                  <a:pt x="65563" y="47318"/>
                  <a:pt x="65588" y="47418"/>
                  <a:pt x="65638" y="47517"/>
                </a:cubicBezTo>
                <a:cubicBezTo>
                  <a:pt x="65663" y="47567"/>
                  <a:pt x="65663" y="47667"/>
                  <a:pt x="65663" y="47741"/>
                </a:cubicBezTo>
                <a:cubicBezTo>
                  <a:pt x="64418" y="48438"/>
                  <a:pt x="63149" y="49235"/>
                  <a:pt x="61904" y="50131"/>
                </a:cubicBezTo>
                <a:cubicBezTo>
                  <a:pt x="61805" y="50106"/>
                  <a:pt x="61730" y="50031"/>
                  <a:pt x="61680" y="50006"/>
                </a:cubicBezTo>
                <a:lnTo>
                  <a:pt x="61655" y="50006"/>
                </a:lnTo>
                <a:cubicBezTo>
                  <a:pt x="61730" y="49932"/>
                  <a:pt x="61830" y="49832"/>
                  <a:pt x="61929" y="49782"/>
                </a:cubicBezTo>
                <a:cubicBezTo>
                  <a:pt x="62178" y="49558"/>
                  <a:pt x="62452" y="49384"/>
                  <a:pt x="62701" y="49160"/>
                </a:cubicBezTo>
                <a:cubicBezTo>
                  <a:pt x="62751" y="49135"/>
                  <a:pt x="62800" y="49110"/>
                  <a:pt x="62850" y="49036"/>
                </a:cubicBezTo>
                <a:cubicBezTo>
                  <a:pt x="63174" y="48787"/>
                  <a:pt x="63473" y="48563"/>
                  <a:pt x="63796" y="48314"/>
                </a:cubicBezTo>
                <a:cubicBezTo>
                  <a:pt x="64070" y="48090"/>
                  <a:pt x="64369" y="47891"/>
                  <a:pt x="64667" y="47667"/>
                </a:cubicBezTo>
                <a:cubicBezTo>
                  <a:pt x="64692" y="47642"/>
                  <a:pt x="64717" y="47592"/>
                  <a:pt x="64792" y="47567"/>
                </a:cubicBezTo>
                <a:cubicBezTo>
                  <a:pt x="65041" y="47393"/>
                  <a:pt x="65290" y="47194"/>
                  <a:pt x="65563" y="47019"/>
                </a:cubicBezTo>
                <a:close/>
                <a:moveTo>
                  <a:pt x="71164" y="45650"/>
                </a:moveTo>
                <a:lnTo>
                  <a:pt x="71164" y="45650"/>
                </a:lnTo>
                <a:cubicBezTo>
                  <a:pt x="70940" y="46024"/>
                  <a:pt x="70790" y="46322"/>
                  <a:pt x="70641" y="46571"/>
                </a:cubicBezTo>
                <a:cubicBezTo>
                  <a:pt x="70566" y="46671"/>
                  <a:pt x="70542" y="46770"/>
                  <a:pt x="70517" y="46820"/>
                </a:cubicBezTo>
                <a:cubicBezTo>
                  <a:pt x="70442" y="46945"/>
                  <a:pt x="70367" y="47069"/>
                  <a:pt x="70293" y="47194"/>
                </a:cubicBezTo>
                <a:cubicBezTo>
                  <a:pt x="70143" y="47393"/>
                  <a:pt x="70019" y="47567"/>
                  <a:pt x="69894" y="47791"/>
                </a:cubicBezTo>
                <a:cubicBezTo>
                  <a:pt x="69297" y="48139"/>
                  <a:pt x="68700" y="48488"/>
                  <a:pt x="68152" y="48861"/>
                </a:cubicBezTo>
                <a:cubicBezTo>
                  <a:pt x="68028" y="48936"/>
                  <a:pt x="67878" y="49011"/>
                  <a:pt x="67729" y="49110"/>
                </a:cubicBezTo>
                <a:cubicBezTo>
                  <a:pt x="67331" y="49359"/>
                  <a:pt x="66907" y="49658"/>
                  <a:pt x="66435" y="49981"/>
                </a:cubicBezTo>
                <a:lnTo>
                  <a:pt x="66161" y="50156"/>
                </a:lnTo>
                <a:cubicBezTo>
                  <a:pt x="66186" y="50106"/>
                  <a:pt x="66186" y="50031"/>
                  <a:pt x="66186" y="49932"/>
                </a:cubicBezTo>
                <a:cubicBezTo>
                  <a:pt x="66211" y="49882"/>
                  <a:pt x="66211" y="49782"/>
                  <a:pt x="66211" y="49732"/>
                </a:cubicBezTo>
                <a:cubicBezTo>
                  <a:pt x="66211" y="49658"/>
                  <a:pt x="66211" y="49558"/>
                  <a:pt x="66260" y="49484"/>
                </a:cubicBezTo>
                <a:cubicBezTo>
                  <a:pt x="66260" y="49384"/>
                  <a:pt x="66285" y="49309"/>
                  <a:pt x="66285" y="49235"/>
                </a:cubicBezTo>
                <a:lnTo>
                  <a:pt x="66285" y="48936"/>
                </a:lnTo>
                <a:lnTo>
                  <a:pt x="66285" y="48662"/>
                </a:lnTo>
                <a:cubicBezTo>
                  <a:pt x="66285" y="48563"/>
                  <a:pt x="66260" y="48488"/>
                  <a:pt x="66260" y="48388"/>
                </a:cubicBezTo>
                <a:cubicBezTo>
                  <a:pt x="66260" y="48289"/>
                  <a:pt x="66211" y="48164"/>
                  <a:pt x="66211" y="48065"/>
                </a:cubicBezTo>
                <a:cubicBezTo>
                  <a:pt x="66211" y="48040"/>
                  <a:pt x="66211" y="48015"/>
                  <a:pt x="66186" y="47940"/>
                </a:cubicBezTo>
                <a:cubicBezTo>
                  <a:pt x="67878" y="47019"/>
                  <a:pt x="69546" y="46248"/>
                  <a:pt x="71164" y="45650"/>
                </a:cubicBezTo>
                <a:close/>
                <a:moveTo>
                  <a:pt x="97250" y="48289"/>
                </a:moveTo>
                <a:cubicBezTo>
                  <a:pt x="97548" y="48911"/>
                  <a:pt x="97797" y="49558"/>
                  <a:pt x="97996" y="50255"/>
                </a:cubicBezTo>
                <a:lnTo>
                  <a:pt x="97947" y="50255"/>
                </a:lnTo>
                <a:cubicBezTo>
                  <a:pt x="97772" y="49558"/>
                  <a:pt x="97524" y="48936"/>
                  <a:pt x="97200" y="48363"/>
                </a:cubicBezTo>
                <a:cubicBezTo>
                  <a:pt x="97200" y="48314"/>
                  <a:pt x="97250" y="48289"/>
                  <a:pt x="97250" y="48289"/>
                </a:cubicBezTo>
                <a:close/>
                <a:moveTo>
                  <a:pt x="105265" y="40448"/>
                </a:moveTo>
                <a:cubicBezTo>
                  <a:pt x="105290" y="40448"/>
                  <a:pt x="105364" y="40473"/>
                  <a:pt x="105464" y="40548"/>
                </a:cubicBezTo>
                <a:cubicBezTo>
                  <a:pt x="105713" y="40821"/>
                  <a:pt x="105962" y="41095"/>
                  <a:pt x="106161" y="41419"/>
                </a:cubicBezTo>
                <a:cubicBezTo>
                  <a:pt x="106235" y="41518"/>
                  <a:pt x="106285" y="41568"/>
                  <a:pt x="106360" y="41668"/>
                </a:cubicBezTo>
                <a:cubicBezTo>
                  <a:pt x="106609" y="42041"/>
                  <a:pt x="106858" y="42439"/>
                  <a:pt x="107107" y="42838"/>
                </a:cubicBezTo>
                <a:cubicBezTo>
                  <a:pt x="107156" y="42937"/>
                  <a:pt x="107206" y="43037"/>
                  <a:pt x="107256" y="43136"/>
                </a:cubicBezTo>
                <a:cubicBezTo>
                  <a:pt x="107455" y="43460"/>
                  <a:pt x="107604" y="43808"/>
                  <a:pt x="107754" y="44182"/>
                </a:cubicBezTo>
                <a:cubicBezTo>
                  <a:pt x="107779" y="44256"/>
                  <a:pt x="107779" y="44281"/>
                  <a:pt x="107828" y="44331"/>
                </a:cubicBezTo>
                <a:lnTo>
                  <a:pt x="107903" y="44630"/>
                </a:lnTo>
                <a:cubicBezTo>
                  <a:pt x="108077" y="45028"/>
                  <a:pt x="108202" y="45401"/>
                  <a:pt x="108326" y="45825"/>
                </a:cubicBezTo>
                <a:cubicBezTo>
                  <a:pt x="108351" y="45899"/>
                  <a:pt x="108351" y="45949"/>
                  <a:pt x="108376" y="46024"/>
                </a:cubicBezTo>
                <a:cubicBezTo>
                  <a:pt x="108077" y="46248"/>
                  <a:pt x="107754" y="46422"/>
                  <a:pt x="107480" y="46621"/>
                </a:cubicBezTo>
                <a:cubicBezTo>
                  <a:pt x="107256" y="46770"/>
                  <a:pt x="107032" y="46895"/>
                  <a:pt x="106833" y="47044"/>
                </a:cubicBezTo>
                <a:cubicBezTo>
                  <a:pt x="106484" y="47243"/>
                  <a:pt x="106136" y="47418"/>
                  <a:pt x="105837" y="47617"/>
                </a:cubicBezTo>
                <a:cubicBezTo>
                  <a:pt x="105588" y="47741"/>
                  <a:pt x="105339" y="47891"/>
                  <a:pt x="105090" y="48015"/>
                </a:cubicBezTo>
                <a:cubicBezTo>
                  <a:pt x="104742" y="48164"/>
                  <a:pt x="104418" y="48314"/>
                  <a:pt x="104095" y="48438"/>
                </a:cubicBezTo>
                <a:cubicBezTo>
                  <a:pt x="103796" y="48563"/>
                  <a:pt x="103547" y="48687"/>
                  <a:pt x="103273" y="48811"/>
                </a:cubicBezTo>
                <a:cubicBezTo>
                  <a:pt x="102975" y="48936"/>
                  <a:pt x="102626" y="49060"/>
                  <a:pt x="102303" y="49160"/>
                </a:cubicBezTo>
                <a:cubicBezTo>
                  <a:pt x="102004" y="49260"/>
                  <a:pt x="101730" y="49384"/>
                  <a:pt x="101407" y="49484"/>
                </a:cubicBezTo>
                <a:cubicBezTo>
                  <a:pt x="101133" y="49558"/>
                  <a:pt x="100859" y="49633"/>
                  <a:pt x="100560" y="49732"/>
                </a:cubicBezTo>
                <a:cubicBezTo>
                  <a:pt x="100535" y="49732"/>
                  <a:pt x="100535" y="49732"/>
                  <a:pt x="100510" y="49757"/>
                </a:cubicBezTo>
                <a:lnTo>
                  <a:pt x="100486" y="49757"/>
                </a:lnTo>
                <a:cubicBezTo>
                  <a:pt x="100162" y="49857"/>
                  <a:pt x="99863" y="49932"/>
                  <a:pt x="99515" y="50006"/>
                </a:cubicBezTo>
                <a:cubicBezTo>
                  <a:pt x="99141" y="50106"/>
                  <a:pt x="98793" y="50156"/>
                  <a:pt x="98420" y="50230"/>
                </a:cubicBezTo>
                <a:cubicBezTo>
                  <a:pt x="98395" y="50230"/>
                  <a:pt x="98370" y="50230"/>
                  <a:pt x="98295" y="50255"/>
                </a:cubicBezTo>
                <a:cubicBezTo>
                  <a:pt x="98071" y="49484"/>
                  <a:pt x="97797" y="48762"/>
                  <a:pt x="97449" y="48115"/>
                </a:cubicBezTo>
                <a:cubicBezTo>
                  <a:pt x="98046" y="46994"/>
                  <a:pt x="98619" y="45874"/>
                  <a:pt x="99166" y="44754"/>
                </a:cubicBezTo>
                <a:cubicBezTo>
                  <a:pt x="99291" y="44680"/>
                  <a:pt x="99415" y="44630"/>
                  <a:pt x="99515" y="44555"/>
                </a:cubicBezTo>
                <a:cubicBezTo>
                  <a:pt x="99614" y="44505"/>
                  <a:pt x="99739" y="44456"/>
                  <a:pt x="99814" y="44406"/>
                </a:cubicBezTo>
                <a:lnTo>
                  <a:pt x="100486" y="44032"/>
                </a:lnTo>
                <a:cubicBezTo>
                  <a:pt x="100610" y="43958"/>
                  <a:pt x="100735" y="43908"/>
                  <a:pt x="100809" y="43833"/>
                </a:cubicBezTo>
                <a:cubicBezTo>
                  <a:pt x="101008" y="43709"/>
                  <a:pt x="101232" y="43584"/>
                  <a:pt x="101407" y="43460"/>
                </a:cubicBezTo>
                <a:cubicBezTo>
                  <a:pt x="101531" y="43385"/>
                  <a:pt x="101655" y="43311"/>
                  <a:pt x="101780" y="43211"/>
                </a:cubicBezTo>
                <a:cubicBezTo>
                  <a:pt x="101979" y="43087"/>
                  <a:pt x="102153" y="42962"/>
                  <a:pt x="102303" y="42838"/>
                </a:cubicBezTo>
                <a:cubicBezTo>
                  <a:pt x="102427" y="42763"/>
                  <a:pt x="102601" y="42663"/>
                  <a:pt x="102726" y="42564"/>
                </a:cubicBezTo>
                <a:cubicBezTo>
                  <a:pt x="102875" y="42439"/>
                  <a:pt x="103049" y="42315"/>
                  <a:pt x="103224" y="42190"/>
                </a:cubicBezTo>
                <a:cubicBezTo>
                  <a:pt x="103373" y="42066"/>
                  <a:pt x="103497" y="41966"/>
                  <a:pt x="103647" y="41842"/>
                </a:cubicBezTo>
                <a:cubicBezTo>
                  <a:pt x="103796" y="41718"/>
                  <a:pt x="103970" y="41593"/>
                  <a:pt x="104095" y="41469"/>
                </a:cubicBezTo>
                <a:lnTo>
                  <a:pt x="104543" y="41095"/>
                </a:lnTo>
                <a:cubicBezTo>
                  <a:pt x="104717" y="40971"/>
                  <a:pt x="104842" y="40846"/>
                  <a:pt x="104966" y="40722"/>
                </a:cubicBezTo>
                <a:cubicBezTo>
                  <a:pt x="105041" y="40647"/>
                  <a:pt x="105165" y="40548"/>
                  <a:pt x="105265" y="40448"/>
                </a:cubicBezTo>
                <a:close/>
                <a:moveTo>
                  <a:pt x="61506" y="50131"/>
                </a:moveTo>
                <a:cubicBezTo>
                  <a:pt x="61556" y="50156"/>
                  <a:pt x="61581" y="50156"/>
                  <a:pt x="61606" y="50180"/>
                </a:cubicBezTo>
                <a:cubicBezTo>
                  <a:pt x="61606" y="50180"/>
                  <a:pt x="61680" y="50230"/>
                  <a:pt x="61705" y="50280"/>
                </a:cubicBezTo>
                <a:cubicBezTo>
                  <a:pt x="61606" y="50255"/>
                  <a:pt x="61506" y="50230"/>
                  <a:pt x="61456" y="50156"/>
                </a:cubicBezTo>
                <a:cubicBezTo>
                  <a:pt x="61481" y="50156"/>
                  <a:pt x="61481" y="50131"/>
                  <a:pt x="61506" y="50131"/>
                </a:cubicBezTo>
                <a:close/>
                <a:moveTo>
                  <a:pt x="65688" y="47940"/>
                </a:moveTo>
                <a:lnTo>
                  <a:pt x="65688" y="48015"/>
                </a:lnTo>
                <a:cubicBezTo>
                  <a:pt x="64518" y="48687"/>
                  <a:pt x="63323" y="49434"/>
                  <a:pt x="62128" y="50280"/>
                </a:cubicBezTo>
                <a:cubicBezTo>
                  <a:pt x="62103" y="50280"/>
                  <a:pt x="62103" y="50255"/>
                  <a:pt x="62079" y="50255"/>
                </a:cubicBezTo>
                <a:cubicBezTo>
                  <a:pt x="63298" y="49409"/>
                  <a:pt x="64518" y="48637"/>
                  <a:pt x="65688" y="47940"/>
                </a:cubicBezTo>
                <a:close/>
                <a:moveTo>
                  <a:pt x="65987" y="48065"/>
                </a:moveTo>
                <a:cubicBezTo>
                  <a:pt x="65987" y="48164"/>
                  <a:pt x="66036" y="48264"/>
                  <a:pt x="66036" y="48363"/>
                </a:cubicBezTo>
                <a:cubicBezTo>
                  <a:pt x="66036" y="48488"/>
                  <a:pt x="66061" y="48563"/>
                  <a:pt x="66061" y="48687"/>
                </a:cubicBezTo>
                <a:lnTo>
                  <a:pt x="66061" y="48911"/>
                </a:lnTo>
                <a:lnTo>
                  <a:pt x="66061" y="49210"/>
                </a:lnTo>
                <a:lnTo>
                  <a:pt x="66061" y="49434"/>
                </a:lnTo>
                <a:cubicBezTo>
                  <a:pt x="66061" y="49533"/>
                  <a:pt x="66061" y="49633"/>
                  <a:pt x="66036" y="49708"/>
                </a:cubicBezTo>
                <a:cubicBezTo>
                  <a:pt x="66036" y="49782"/>
                  <a:pt x="65987" y="49832"/>
                  <a:pt x="65987" y="49932"/>
                </a:cubicBezTo>
                <a:cubicBezTo>
                  <a:pt x="65987" y="50006"/>
                  <a:pt x="65962" y="50081"/>
                  <a:pt x="65962" y="50156"/>
                </a:cubicBezTo>
                <a:cubicBezTo>
                  <a:pt x="65937" y="50255"/>
                  <a:pt x="65912" y="50305"/>
                  <a:pt x="65862" y="50380"/>
                </a:cubicBezTo>
                <a:cubicBezTo>
                  <a:pt x="65862" y="50380"/>
                  <a:pt x="65862" y="50405"/>
                  <a:pt x="65837" y="50405"/>
                </a:cubicBezTo>
                <a:cubicBezTo>
                  <a:pt x="65812" y="50429"/>
                  <a:pt x="65787" y="50429"/>
                  <a:pt x="65738" y="50454"/>
                </a:cubicBezTo>
                <a:cubicBezTo>
                  <a:pt x="65738" y="50429"/>
                  <a:pt x="65787" y="50405"/>
                  <a:pt x="65787" y="50380"/>
                </a:cubicBezTo>
                <a:cubicBezTo>
                  <a:pt x="65812" y="50255"/>
                  <a:pt x="65837" y="50180"/>
                  <a:pt x="65862" y="50106"/>
                </a:cubicBezTo>
                <a:cubicBezTo>
                  <a:pt x="65862" y="50031"/>
                  <a:pt x="65912" y="50006"/>
                  <a:pt x="65912" y="49932"/>
                </a:cubicBezTo>
                <a:cubicBezTo>
                  <a:pt x="65937" y="49857"/>
                  <a:pt x="65937" y="49782"/>
                  <a:pt x="65962" y="49683"/>
                </a:cubicBezTo>
                <a:lnTo>
                  <a:pt x="65962" y="49484"/>
                </a:lnTo>
                <a:cubicBezTo>
                  <a:pt x="65962" y="49384"/>
                  <a:pt x="65962" y="49284"/>
                  <a:pt x="66011" y="49185"/>
                </a:cubicBezTo>
                <a:lnTo>
                  <a:pt x="66011" y="48936"/>
                </a:lnTo>
                <a:lnTo>
                  <a:pt x="66011" y="48662"/>
                </a:lnTo>
                <a:cubicBezTo>
                  <a:pt x="66011" y="48563"/>
                  <a:pt x="65962" y="48488"/>
                  <a:pt x="65962" y="48388"/>
                </a:cubicBezTo>
                <a:cubicBezTo>
                  <a:pt x="65962" y="48289"/>
                  <a:pt x="65937" y="48189"/>
                  <a:pt x="65937" y="48090"/>
                </a:cubicBezTo>
                <a:cubicBezTo>
                  <a:pt x="65962" y="48090"/>
                  <a:pt x="65962" y="48065"/>
                  <a:pt x="65987" y="48065"/>
                </a:cubicBezTo>
                <a:close/>
                <a:moveTo>
                  <a:pt x="97100" y="48538"/>
                </a:moveTo>
                <a:cubicBezTo>
                  <a:pt x="97374" y="49110"/>
                  <a:pt x="97573" y="49658"/>
                  <a:pt x="97772" y="50280"/>
                </a:cubicBezTo>
                <a:cubicBezTo>
                  <a:pt x="97673" y="50305"/>
                  <a:pt x="97548" y="50355"/>
                  <a:pt x="97449" y="50355"/>
                </a:cubicBezTo>
                <a:cubicBezTo>
                  <a:pt x="97001" y="50405"/>
                  <a:pt x="96478" y="50479"/>
                  <a:pt x="96030" y="50504"/>
                </a:cubicBezTo>
                <a:cubicBezTo>
                  <a:pt x="96403" y="49857"/>
                  <a:pt x="96777" y="49185"/>
                  <a:pt x="97100" y="48538"/>
                </a:cubicBezTo>
                <a:close/>
                <a:moveTo>
                  <a:pt x="108401" y="46273"/>
                </a:moveTo>
                <a:lnTo>
                  <a:pt x="108401" y="46298"/>
                </a:lnTo>
                <a:lnTo>
                  <a:pt x="108401" y="46322"/>
                </a:lnTo>
                <a:cubicBezTo>
                  <a:pt x="108152" y="46522"/>
                  <a:pt x="107878" y="46671"/>
                  <a:pt x="107629" y="46820"/>
                </a:cubicBezTo>
                <a:cubicBezTo>
                  <a:pt x="107380" y="46994"/>
                  <a:pt x="107132" y="47169"/>
                  <a:pt x="106858" y="47318"/>
                </a:cubicBezTo>
                <a:cubicBezTo>
                  <a:pt x="106584" y="47492"/>
                  <a:pt x="106260" y="47642"/>
                  <a:pt x="105987" y="47791"/>
                </a:cubicBezTo>
                <a:cubicBezTo>
                  <a:pt x="105713" y="47940"/>
                  <a:pt x="105389" y="48115"/>
                  <a:pt x="105115" y="48264"/>
                </a:cubicBezTo>
                <a:cubicBezTo>
                  <a:pt x="104842" y="48388"/>
                  <a:pt x="104543" y="48513"/>
                  <a:pt x="104294" y="48637"/>
                </a:cubicBezTo>
                <a:cubicBezTo>
                  <a:pt x="103945" y="48787"/>
                  <a:pt x="103647" y="48936"/>
                  <a:pt x="103298" y="49060"/>
                </a:cubicBezTo>
                <a:lnTo>
                  <a:pt x="102552" y="49359"/>
                </a:lnTo>
                <a:cubicBezTo>
                  <a:pt x="102178" y="49484"/>
                  <a:pt x="101805" y="49633"/>
                  <a:pt x="101431" y="49757"/>
                </a:cubicBezTo>
                <a:cubicBezTo>
                  <a:pt x="101183" y="49807"/>
                  <a:pt x="100934" y="49882"/>
                  <a:pt x="100735" y="49932"/>
                </a:cubicBezTo>
                <a:cubicBezTo>
                  <a:pt x="100311" y="50056"/>
                  <a:pt x="99913" y="50180"/>
                  <a:pt x="99515" y="50280"/>
                </a:cubicBezTo>
                <a:cubicBezTo>
                  <a:pt x="99266" y="50355"/>
                  <a:pt x="99017" y="50380"/>
                  <a:pt x="98743" y="50429"/>
                </a:cubicBezTo>
                <a:cubicBezTo>
                  <a:pt x="98619" y="50479"/>
                  <a:pt x="98445" y="50504"/>
                  <a:pt x="98320" y="50529"/>
                </a:cubicBezTo>
                <a:lnTo>
                  <a:pt x="98270" y="50405"/>
                </a:lnTo>
                <a:cubicBezTo>
                  <a:pt x="98320" y="50405"/>
                  <a:pt x="98370" y="50380"/>
                  <a:pt x="98420" y="50380"/>
                </a:cubicBezTo>
                <a:cubicBezTo>
                  <a:pt x="98445" y="50380"/>
                  <a:pt x="98519" y="50355"/>
                  <a:pt x="98544" y="50355"/>
                </a:cubicBezTo>
                <a:cubicBezTo>
                  <a:pt x="98868" y="50280"/>
                  <a:pt x="99166" y="50255"/>
                  <a:pt x="99490" y="50156"/>
                </a:cubicBezTo>
                <a:cubicBezTo>
                  <a:pt x="99565" y="50131"/>
                  <a:pt x="99664" y="50106"/>
                  <a:pt x="99739" y="50106"/>
                </a:cubicBezTo>
                <a:cubicBezTo>
                  <a:pt x="99938" y="50031"/>
                  <a:pt x="100137" y="49981"/>
                  <a:pt x="100361" y="49907"/>
                </a:cubicBezTo>
                <a:lnTo>
                  <a:pt x="100386" y="49907"/>
                </a:lnTo>
                <a:cubicBezTo>
                  <a:pt x="100411" y="49907"/>
                  <a:pt x="100486" y="49882"/>
                  <a:pt x="100510" y="49882"/>
                </a:cubicBezTo>
                <a:cubicBezTo>
                  <a:pt x="100560" y="49857"/>
                  <a:pt x="100635" y="49857"/>
                  <a:pt x="100685" y="49807"/>
                </a:cubicBezTo>
                <a:cubicBezTo>
                  <a:pt x="100934" y="49757"/>
                  <a:pt x="101183" y="49683"/>
                  <a:pt x="101407" y="49633"/>
                </a:cubicBezTo>
                <a:cubicBezTo>
                  <a:pt x="101680" y="49533"/>
                  <a:pt x="101929" y="49434"/>
                  <a:pt x="102228" y="49359"/>
                </a:cubicBezTo>
                <a:cubicBezTo>
                  <a:pt x="102253" y="49359"/>
                  <a:pt x="102278" y="49309"/>
                  <a:pt x="102303" y="49309"/>
                </a:cubicBezTo>
                <a:cubicBezTo>
                  <a:pt x="102651" y="49185"/>
                  <a:pt x="102975" y="49110"/>
                  <a:pt x="103298" y="48986"/>
                </a:cubicBezTo>
                <a:cubicBezTo>
                  <a:pt x="103497" y="48911"/>
                  <a:pt x="103647" y="48811"/>
                  <a:pt x="103796" y="48762"/>
                </a:cubicBezTo>
                <a:cubicBezTo>
                  <a:pt x="103871" y="48737"/>
                  <a:pt x="103970" y="48687"/>
                  <a:pt x="104020" y="48662"/>
                </a:cubicBezTo>
                <a:cubicBezTo>
                  <a:pt x="104045" y="48637"/>
                  <a:pt x="104120" y="48637"/>
                  <a:pt x="104145" y="48612"/>
                </a:cubicBezTo>
                <a:cubicBezTo>
                  <a:pt x="104169" y="48612"/>
                  <a:pt x="104219" y="48563"/>
                  <a:pt x="104244" y="48563"/>
                </a:cubicBezTo>
                <a:cubicBezTo>
                  <a:pt x="104518" y="48438"/>
                  <a:pt x="104842" y="48314"/>
                  <a:pt x="105115" y="48189"/>
                </a:cubicBezTo>
                <a:cubicBezTo>
                  <a:pt x="105339" y="48115"/>
                  <a:pt x="105538" y="47940"/>
                  <a:pt x="105763" y="47866"/>
                </a:cubicBezTo>
                <a:cubicBezTo>
                  <a:pt x="105837" y="47816"/>
                  <a:pt x="105862" y="47791"/>
                  <a:pt x="105912" y="47766"/>
                </a:cubicBezTo>
                <a:cubicBezTo>
                  <a:pt x="105962" y="47766"/>
                  <a:pt x="105962" y="47741"/>
                  <a:pt x="105987" y="47741"/>
                </a:cubicBezTo>
                <a:cubicBezTo>
                  <a:pt x="106161" y="47642"/>
                  <a:pt x="106385" y="47517"/>
                  <a:pt x="106584" y="47418"/>
                </a:cubicBezTo>
                <a:cubicBezTo>
                  <a:pt x="106659" y="47368"/>
                  <a:pt x="106783" y="47318"/>
                  <a:pt x="106883" y="47268"/>
                </a:cubicBezTo>
                <a:cubicBezTo>
                  <a:pt x="107082" y="47144"/>
                  <a:pt x="107256" y="47019"/>
                  <a:pt x="107480" y="46895"/>
                </a:cubicBezTo>
                <a:cubicBezTo>
                  <a:pt x="107530" y="46870"/>
                  <a:pt x="107604" y="46795"/>
                  <a:pt x="107654" y="46770"/>
                </a:cubicBezTo>
                <a:cubicBezTo>
                  <a:pt x="107903" y="46621"/>
                  <a:pt x="108152" y="46447"/>
                  <a:pt x="108401" y="46273"/>
                </a:cubicBezTo>
                <a:close/>
                <a:moveTo>
                  <a:pt x="97026" y="48289"/>
                </a:moveTo>
                <a:cubicBezTo>
                  <a:pt x="97026" y="48314"/>
                  <a:pt x="97051" y="48363"/>
                  <a:pt x="97051" y="48363"/>
                </a:cubicBezTo>
                <a:cubicBezTo>
                  <a:pt x="96627" y="49060"/>
                  <a:pt x="96204" y="49807"/>
                  <a:pt x="95806" y="50554"/>
                </a:cubicBezTo>
                <a:lnTo>
                  <a:pt x="95756" y="50554"/>
                </a:lnTo>
                <a:cubicBezTo>
                  <a:pt x="96179" y="49807"/>
                  <a:pt x="96627" y="49036"/>
                  <a:pt x="97026" y="48289"/>
                </a:cubicBezTo>
                <a:close/>
                <a:moveTo>
                  <a:pt x="69646" y="48239"/>
                </a:moveTo>
                <a:cubicBezTo>
                  <a:pt x="69646" y="48264"/>
                  <a:pt x="69621" y="48264"/>
                  <a:pt x="69621" y="48289"/>
                </a:cubicBezTo>
                <a:cubicBezTo>
                  <a:pt x="69496" y="48363"/>
                  <a:pt x="69372" y="48438"/>
                  <a:pt x="69247" y="48513"/>
                </a:cubicBezTo>
                <a:cubicBezTo>
                  <a:pt x="69197" y="48513"/>
                  <a:pt x="69197" y="48538"/>
                  <a:pt x="69173" y="48538"/>
                </a:cubicBezTo>
                <a:cubicBezTo>
                  <a:pt x="68077" y="49160"/>
                  <a:pt x="67032" y="49882"/>
                  <a:pt x="65937" y="50629"/>
                </a:cubicBezTo>
                <a:lnTo>
                  <a:pt x="65962" y="50604"/>
                </a:lnTo>
                <a:lnTo>
                  <a:pt x="65962" y="50554"/>
                </a:lnTo>
                <a:cubicBezTo>
                  <a:pt x="66708" y="50031"/>
                  <a:pt x="67704" y="49384"/>
                  <a:pt x="68650" y="48811"/>
                </a:cubicBezTo>
                <a:cubicBezTo>
                  <a:pt x="68774" y="48762"/>
                  <a:pt x="68874" y="48687"/>
                  <a:pt x="68998" y="48637"/>
                </a:cubicBezTo>
                <a:lnTo>
                  <a:pt x="69073" y="48563"/>
                </a:lnTo>
                <a:cubicBezTo>
                  <a:pt x="69272" y="48488"/>
                  <a:pt x="69446" y="48363"/>
                  <a:pt x="69646" y="48239"/>
                </a:cubicBezTo>
                <a:close/>
                <a:moveTo>
                  <a:pt x="95408" y="46173"/>
                </a:moveTo>
                <a:cubicBezTo>
                  <a:pt x="96030" y="46696"/>
                  <a:pt x="96503" y="47368"/>
                  <a:pt x="96901" y="48065"/>
                </a:cubicBezTo>
                <a:cubicBezTo>
                  <a:pt x="96453" y="48911"/>
                  <a:pt x="96005" y="49757"/>
                  <a:pt x="95507" y="50554"/>
                </a:cubicBezTo>
                <a:lnTo>
                  <a:pt x="95458" y="50554"/>
                </a:lnTo>
                <a:cubicBezTo>
                  <a:pt x="94810" y="50629"/>
                  <a:pt x="94138" y="50653"/>
                  <a:pt x="93466" y="50653"/>
                </a:cubicBezTo>
                <a:cubicBezTo>
                  <a:pt x="92968" y="50653"/>
                  <a:pt x="92471" y="50629"/>
                  <a:pt x="91973" y="50604"/>
                </a:cubicBezTo>
                <a:lnTo>
                  <a:pt x="91649" y="50604"/>
                </a:lnTo>
                <a:cubicBezTo>
                  <a:pt x="91151" y="50554"/>
                  <a:pt x="90654" y="50504"/>
                  <a:pt x="90181" y="50429"/>
                </a:cubicBezTo>
                <a:lnTo>
                  <a:pt x="90081" y="50429"/>
                </a:lnTo>
                <a:cubicBezTo>
                  <a:pt x="89733" y="50405"/>
                  <a:pt x="89434" y="50355"/>
                  <a:pt x="89085" y="50280"/>
                </a:cubicBezTo>
                <a:cubicBezTo>
                  <a:pt x="88986" y="50255"/>
                  <a:pt x="88911" y="50255"/>
                  <a:pt x="88812" y="50230"/>
                </a:cubicBezTo>
                <a:cubicBezTo>
                  <a:pt x="88563" y="50156"/>
                  <a:pt x="88314" y="50131"/>
                  <a:pt x="88065" y="50056"/>
                </a:cubicBezTo>
                <a:lnTo>
                  <a:pt x="87990" y="50056"/>
                </a:lnTo>
                <a:lnTo>
                  <a:pt x="87617" y="49981"/>
                </a:lnTo>
                <a:cubicBezTo>
                  <a:pt x="87542" y="49932"/>
                  <a:pt x="87418" y="49907"/>
                  <a:pt x="87318" y="49882"/>
                </a:cubicBezTo>
                <a:cubicBezTo>
                  <a:pt x="86995" y="48687"/>
                  <a:pt x="86472" y="47667"/>
                  <a:pt x="85750" y="46820"/>
                </a:cubicBezTo>
                <a:lnTo>
                  <a:pt x="85825" y="46820"/>
                </a:lnTo>
                <a:cubicBezTo>
                  <a:pt x="85924" y="46870"/>
                  <a:pt x="85999" y="46870"/>
                  <a:pt x="86099" y="46895"/>
                </a:cubicBezTo>
                <a:cubicBezTo>
                  <a:pt x="86497" y="46945"/>
                  <a:pt x="86870" y="46994"/>
                  <a:pt x="87293" y="47044"/>
                </a:cubicBezTo>
                <a:cubicBezTo>
                  <a:pt x="87368" y="47044"/>
                  <a:pt x="87492" y="47069"/>
                  <a:pt x="87592" y="47069"/>
                </a:cubicBezTo>
                <a:cubicBezTo>
                  <a:pt x="88090" y="47094"/>
                  <a:pt x="88588" y="47144"/>
                  <a:pt x="89085" y="47144"/>
                </a:cubicBezTo>
                <a:cubicBezTo>
                  <a:pt x="89733" y="47144"/>
                  <a:pt x="90405" y="47094"/>
                  <a:pt x="91027" y="47044"/>
                </a:cubicBezTo>
                <a:cubicBezTo>
                  <a:pt x="91077" y="47044"/>
                  <a:pt x="91176" y="47044"/>
                  <a:pt x="91226" y="47019"/>
                </a:cubicBezTo>
                <a:lnTo>
                  <a:pt x="92072" y="46920"/>
                </a:lnTo>
                <a:cubicBezTo>
                  <a:pt x="92172" y="46920"/>
                  <a:pt x="92222" y="46895"/>
                  <a:pt x="92321" y="46895"/>
                </a:cubicBezTo>
                <a:cubicBezTo>
                  <a:pt x="92595" y="46845"/>
                  <a:pt x="92894" y="46795"/>
                  <a:pt x="93168" y="46721"/>
                </a:cubicBezTo>
                <a:cubicBezTo>
                  <a:pt x="93217" y="46721"/>
                  <a:pt x="93317" y="46696"/>
                  <a:pt x="93392" y="46696"/>
                </a:cubicBezTo>
                <a:lnTo>
                  <a:pt x="94213" y="46522"/>
                </a:lnTo>
                <a:cubicBezTo>
                  <a:pt x="94288" y="46472"/>
                  <a:pt x="94387" y="46472"/>
                  <a:pt x="94437" y="46447"/>
                </a:cubicBezTo>
                <a:cubicBezTo>
                  <a:pt x="94711" y="46397"/>
                  <a:pt x="95010" y="46298"/>
                  <a:pt x="95283" y="46198"/>
                </a:cubicBezTo>
                <a:cubicBezTo>
                  <a:pt x="95308" y="46198"/>
                  <a:pt x="95333" y="46173"/>
                  <a:pt x="95408" y="46173"/>
                </a:cubicBezTo>
                <a:close/>
                <a:moveTo>
                  <a:pt x="97797" y="50529"/>
                </a:moveTo>
                <a:lnTo>
                  <a:pt x="97797" y="50554"/>
                </a:lnTo>
                <a:lnTo>
                  <a:pt x="97797" y="50604"/>
                </a:lnTo>
                <a:cubicBezTo>
                  <a:pt x="97673" y="50629"/>
                  <a:pt x="97548" y="50653"/>
                  <a:pt x="97424" y="50653"/>
                </a:cubicBezTo>
                <a:cubicBezTo>
                  <a:pt x="97150" y="50678"/>
                  <a:pt x="96876" y="50728"/>
                  <a:pt x="96553" y="50753"/>
                </a:cubicBezTo>
                <a:cubicBezTo>
                  <a:pt x="96379" y="50753"/>
                  <a:pt x="96130" y="50778"/>
                  <a:pt x="95881" y="50778"/>
                </a:cubicBezTo>
                <a:lnTo>
                  <a:pt x="95906" y="50753"/>
                </a:lnTo>
                <a:cubicBezTo>
                  <a:pt x="96030" y="50753"/>
                  <a:pt x="96130" y="50728"/>
                  <a:pt x="96254" y="50728"/>
                </a:cubicBezTo>
                <a:lnTo>
                  <a:pt x="96379" y="50728"/>
                </a:lnTo>
                <a:cubicBezTo>
                  <a:pt x="96752" y="50678"/>
                  <a:pt x="97125" y="50653"/>
                  <a:pt x="97499" y="50604"/>
                </a:cubicBezTo>
                <a:lnTo>
                  <a:pt x="97524" y="50604"/>
                </a:lnTo>
                <a:cubicBezTo>
                  <a:pt x="97623" y="50554"/>
                  <a:pt x="97698" y="50554"/>
                  <a:pt x="97797" y="50529"/>
                </a:cubicBezTo>
                <a:close/>
                <a:moveTo>
                  <a:pt x="95682" y="50753"/>
                </a:moveTo>
                <a:cubicBezTo>
                  <a:pt x="95682" y="50753"/>
                  <a:pt x="95682" y="50778"/>
                  <a:pt x="95657" y="50778"/>
                </a:cubicBezTo>
                <a:lnTo>
                  <a:pt x="95657" y="50803"/>
                </a:lnTo>
                <a:lnTo>
                  <a:pt x="95582" y="50803"/>
                </a:lnTo>
                <a:cubicBezTo>
                  <a:pt x="95582" y="50803"/>
                  <a:pt x="95582" y="50778"/>
                  <a:pt x="95632" y="50778"/>
                </a:cubicBezTo>
                <a:cubicBezTo>
                  <a:pt x="95632" y="50778"/>
                  <a:pt x="95632" y="50753"/>
                  <a:pt x="95657" y="50753"/>
                </a:cubicBezTo>
                <a:close/>
                <a:moveTo>
                  <a:pt x="65613" y="50778"/>
                </a:moveTo>
                <a:cubicBezTo>
                  <a:pt x="65588" y="50803"/>
                  <a:pt x="65563" y="50853"/>
                  <a:pt x="65514" y="50853"/>
                </a:cubicBezTo>
                <a:cubicBezTo>
                  <a:pt x="65538" y="50803"/>
                  <a:pt x="65563" y="50778"/>
                  <a:pt x="65613" y="50778"/>
                </a:cubicBezTo>
                <a:close/>
                <a:moveTo>
                  <a:pt x="87368" y="50056"/>
                </a:moveTo>
                <a:cubicBezTo>
                  <a:pt x="87542" y="50106"/>
                  <a:pt x="87692" y="50156"/>
                  <a:pt x="87841" y="50180"/>
                </a:cubicBezTo>
                <a:cubicBezTo>
                  <a:pt x="87916" y="50180"/>
                  <a:pt x="87940" y="50230"/>
                  <a:pt x="87990" y="50230"/>
                </a:cubicBezTo>
                <a:cubicBezTo>
                  <a:pt x="88339" y="50305"/>
                  <a:pt x="88712" y="50380"/>
                  <a:pt x="89061" y="50429"/>
                </a:cubicBezTo>
                <a:cubicBezTo>
                  <a:pt x="89110" y="50429"/>
                  <a:pt x="89160" y="50454"/>
                  <a:pt x="89210" y="50454"/>
                </a:cubicBezTo>
                <a:cubicBezTo>
                  <a:pt x="89334" y="50504"/>
                  <a:pt x="89459" y="50504"/>
                  <a:pt x="89558" y="50529"/>
                </a:cubicBezTo>
                <a:lnTo>
                  <a:pt x="90106" y="50629"/>
                </a:lnTo>
                <a:cubicBezTo>
                  <a:pt x="90206" y="50629"/>
                  <a:pt x="90305" y="50653"/>
                  <a:pt x="90355" y="50653"/>
                </a:cubicBezTo>
                <a:lnTo>
                  <a:pt x="90454" y="50653"/>
                </a:lnTo>
                <a:cubicBezTo>
                  <a:pt x="90579" y="50678"/>
                  <a:pt x="90728" y="50678"/>
                  <a:pt x="90853" y="50703"/>
                </a:cubicBezTo>
                <a:cubicBezTo>
                  <a:pt x="90977" y="50703"/>
                  <a:pt x="91077" y="50753"/>
                  <a:pt x="91201" y="50753"/>
                </a:cubicBezTo>
                <a:cubicBezTo>
                  <a:pt x="91351" y="50753"/>
                  <a:pt x="91525" y="50778"/>
                  <a:pt x="91674" y="50778"/>
                </a:cubicBezTo>
                <a:lnTo>
                  <a:pt x="91799" y="50778"/>
                </a:lnTo>
                <a:cubicBezTo>
                  <a:pt x="91923" y="50778"/>
                  <a:pt x="92048" y="50803"/>
                  <a:pt x="92172" y="50803"/>
                </a:cubicBezTo>
                <a:lnTo>
                  <a:pt x="92321" y="50803"/>
                </a:lnTo>
                <a:cubicBezTo>
                  <a:pt x="92695" y="50828"/>
                  <a:pt x="93068" y="50828"/>
                  <a:pt x="93441" y="50828"/>
                </a:cubicBezTo>
                <a:cubicBezTo>
                  <a:pt x="94089" y="50828"/>
                  <a:pt x="94711" y="50803"/>
                  <a:pt x="95333" y="50778"/>
                </a:cubicBezTo>
                <a:lnTo>
                  <a:pt x="95333" y="50778"/>
                </a:lnTo>
                <a:cubicBezTo>
                  <a:pt x="95333" y="50778"/>
                  <a:pt x="95333" y="50803"/>
                  <a:pt x="95308" y="50803"/>
                </a:cubicBezTo>
                <a:cubicBezTo>
                  <a:pt x="95308" y="50803"/>
                  <a:pt x="95308" y="50828"/>
                  <a:pt x="95283" y="50828"/>
                </a:cubicBezTo>
                <a:cubicBezTo>
                  <a:pt x="94960" y="50877"/>
                  <a:pt x="94636" y="50877"/>
                  <a:pt x="94313" y="50877"/>
                </a:cubicBezTo>
                <a:lnTo>
                  <a:pt x="94263" y="50877"/>
                </a:lnTo>
                <a:cubicBezTo>
                  <a:pt x="93964" y="50877"/>
                  <a:pt x="93690" y="50902"/>
                  <a:pt x="93417" y="50902"/>
                </a:cubicBezTo>
                <a:lnTo>
                  <a:pt x="92321" y="50902"/>
                </a:lnTo>
                <a:cubicBezTo>
                  <a:pt x="92023" y="50902"/>
                  <a:pt x="91724" y="50877"/>
                  <a:pt x="91425" y="50828"/>
                </a:cubicBezTo>
                <a:lnTo>
                  <a:pt x="91226" y="50828"/>
                </a:lnTo>
                <a:cubicBezTo>
                  <a:pt x="90903" y="50803"/>
                  <a:pt x="90579" y="50778"/>
                  <a:pt x="90230" y="50703"/>
                </a:cubicBezTo>
                <a:lnTo>
                  <a:pt x="90181" y="50703"/>
                </a:lnTo>
                <a:cubicBezTo>
                  <a:pt x="89832" y="50653"/>
                  <a:pt x="89459" y="50629"/>
                  <a:pt x="89110" y="50554"/>
                </a:cubicBezTo>
                <a:cubicBezTo>
                  <a:pt x="88538" y="50454"/>
                  <a:pt x="87940" y="50305"/>
                  <a:pt x="87343" y="50156"/>
                </a:cubicBezTo>
                <a:lnTo>
                  <a:pt x="87343" y="50131"/>
                </a:lnTo>
                <a:cubicBezTo>
                  <a:pt x="87368" y="50131"/>
                  <a:pt x="87368" y="50106"/>
                  <a:pt x="87368" y="50056"/>
                </a:cubicBezTo>
                <a:close/>
                <a:moveTo>
                  <a:pt x="115445" y="38681"/>
                </a:moveTo>
                <a:cubicBezTo>
                  <a:pt x="116067" y="41444"/>
                  <a:pt x="116192" y="44530"/>
                  <a:pt x="115819" y="47766"/>
                </a:cubicBezTo>
                <a:cubicBezTo>
                  <a:pt x="115495" y="48811"/>
                  <a:pt x="115146" y="49907"/>
                  <a:pt x="114748" y="51002"/>
                </a:cubicBezTo>
                <a:cubicBezTo>
                  <a:pt x="114201" y="48811"/>
                  <a:pt x="112881" y="46621"/>
                  <a:pt x="110940" y="44505"/>
                </a:cubicBezTo>
                <a:lnTo>
                  <a:pt x="111015" y="44406"/>
                </a:lnTo>
                <a:cubicBezTo>
                  <a:pt x="111139" y="44281"/>
                  <a:pt x="111263" y="44182"/>
                  <a:pt x="111363" y="44057"/>
                </a:cubicBezTo>
                <a:lnTo>
                  <a:pt x="111836" y="43584"/>
                </a:lnTo>
                <a:lnTo>
                  <a:pt x="112110" y="43311"/>
                </a:lnTo>
                <a:cubicBezTo>
                  <a:pt x="112259" y="43161"/>
                  <a:pt x="112433" y="42962"/>
                  <a:pt x="112583" y="42813"/>
                </a:cubicBezTo>
                <a:cubicBezTo>
                  <a:pt x="112632" y="42713"/>
                  <a:pt x="112732" y="42663"/>
                  <a:pt x="112807" y="42564"/>
                </a:cubicBezTo>
                <a:lnTo>
                  <a:pt x="113255" y="41991"/>
                </a:lnTo>
                <a:cubicBezTo>
                  <a:pt x="113329" y="41942"/>
                  <a:pt x="113354" y="41867"/>
                  <a:pt x="113429" y="41792"/>
                </a:cubicBezTo>
                <a:cubicBezTo>
                  <a:pt x="113578" y="41568"/>
                  <a:pt x="113728" y="41369"/>
                  <a:pt x="113877" y="41170"/>
                </a:cubicBezTo>
                <a:cubicBezTo>
                  <a:pt x="113927" y="41145"/>
                  <a:pt x="113952" y="41095"/>
                  <a:pt x="113977" y="41046"/>
                </a:cubicBezTo>
                <a:cubicBezTo>
                  <a:pt x="114549" y="40249"/>
                  <a:pt x="115047" y="39477"/>
                  <a:pt x="115445" y="38681"/>
                </a:cubicBezTo>
                <a:close/>
                <a:moveTo>
                  <a:pt x="65812" y="48214"/>
                </a:moveTo>
                <a:cubicBezTo>
                  <a:pt x="65812" y="48314"/>
                  <a:pt x="65837" y="48388"/>
                  <a:pt x="65837" y="48463"/>
                </a:cubicBezTo>
                <a:cubicBezTo>
                  <a:pt x="65837" y="48563"/>
                  <a:pt x="65887" y="48637"/>
                  <a:pt x="65887" y="48712"/>
                </a:cubicBezTo>
                <a:lnTo>
                  <a:pt x="65887" y="49011"/>
                </a:lnTo>
                <a:lnTo>
                  <a:pt x="65887" y="49210"/>
                </a:lnTo>
                <a:cubicBezTo>
                  <a:pt x="65787" y="49284"/>
                  <a:pt x="65787" y="49359"/>
                  <a:pt x="65787" y="49434"/>
                </a:cubicBezTo>
                <a:lnTo>
                  <a:pt x="65787" y="49633"/>
                </a:lnTo>
                <a:cubicBezTo>
                  <a:pt x="65787" y="49732"/>
                  <a:pt x="65762" y="49782"/>
                  <a:pt x="65762" y="49832"/>
                </a:cubicBezTo>
                <a:cubicBezTo>
                  <a:pt x="65762" y="49907"/>
                  <a:pt x="65713" y="49932"/>
                  <a:pt x="65713" y="50006"/>
                </a:cubicBezTo>
                <a:cubicBezTo>
                  <a:pt x="65688" y="50106"/>
                  <a:pt x="65663" y="50156"/>
                  <a:pt x="65663" y="50205"/>
                </a:cubicBezTo>
                <a:cubicBezTo>
                  <a:pt x="65663" y="50255"/>
                  <a:pt x="65613" y="50280"/>
                  <a:pt x="65613" y="50305"/>
                </a:cubicBezTo>
                <a:cubicBezTo>
                  <a:pt x="65588" y="50405"/>
                  <a:pt x="65538" y="50504"/>
                  <a:pt x="65464" y="50579"/>
                </a:cubicBezTo>
                <a:cubicBezTo>
                  <a:pt x="65439" y="50653"/>
                  <a:pt x="65364" y="50678"/>
                  <a:pt x="65314" y="50753"/>
                </a:cubicBezTo>
                <a:lnTo>
                  <a:pt x="65290" y="50778"/>
                </a:lnTo>
                <a:lnTo>
                  <a:pt x="65215" y="50828"/>
                </a:lnTo>
                <a:cubicBezTo>
                  <a:pt x="64991" y="50952"/>
                  <a:pt x="64742" y="51052"/>
                  <a:pt x="64468" y="51052"/>
                </a:cubicBezTo>
                <a:cubicBezTo>
                  <a:pt x="64319" y="51052"/>
                  <a:pt x="64120" y="51027"/>
                  <a:pt x="63945" y="51002"/>
                </a:cubicBezTo>
                <a:lnTo>
                  <a:pt x="63896" y="51002"/>
                </a:lnTo>
                <a:cubicBezTo>
                  <a:pt x="63448" y="50902"/>
                  <a:pt x="62950" y="50678"/>
                  <a:pt x="62402" y="50405"/>
                </a:cubicBezTo>
                <a:cubicBezTo>
                  <a:pt x="63547" y="49583"/>
                  <a:pt x="64667" y="48886"/>
                  <a:pt x="65812" y="48214"/>
                </a:cubicBezTo>
                <a:close/>
                <a:moveTo>
                  <a:pt x="65389" y="50977"/>
                </a:moveTo>
                <a:lnTo>
                  <a:pt x="65414" y="51002"/>
                </a:lnTo>
                <a:lnTo>
                  <a:pt x="65389" y="51027"/>
                </a:lnTo>
                <a:cubicBezTo>
                  <a:pt x="65339" y="51027"/>
                  <a:pt x="65339" y="51052"/>
                  <a:pt x="65339" y="51052"/>
                </a:cubicBezTo>
                <a:lnTo>
                  <a:pt x="65314" y="51101"/>
                </a:lnTo>
                <a:cubicBezTo>
                  <a:pt x="65290" y="51126"/>
                  <a:pt x="65240" y="51126"/>
                  <a:pt x="65215" y="51126"/>
                </a:cubicBezTo>
                <a:cubicBezTo>
                  <a:pt x="65140" y="51151"/>
                  <a:pt x="65066" y="51176"/>
                  <a:pt x="65016" y="51176"/>
                </a:cubicBezTo>
                <a:lnTo>
                  <a:pt x="65290" y="51002"/>
                </a:lnTo>
                <a:cubicBezTo>
                  <a:pt x="65314" y="51002"/>
                  <a:pt x="65314" y="50977"/>
                  <a:pt x="65339" y="50977"/>
                </a:cubicBezTo>
                <a:close/>
                <a:moveTo>
                  <a:pt x="62178" y="50504"/>
                </a:moveTo>
                <a:cubicBezTo>
                  <a:pt x="62228" y="50529"/>
                  <a:pt x="62303" y="50554"/>
                  <a:pt x="62328" y="50604"/>
                </a:cubicBezTo>
                <a:cubicBezTo>
                  <a:pt x="62576" y="50728"/>
                  <a:pt x="62800" y="50803"/>
                  <a:pt x="63024" y="50902"/>
                </a:cubicBezTo>
                <a:cubicBezTo>
                  <a:pt x="63049" y="50902"/>
                  <a:pt x="63074" y="50927"/>
                  <a:pt x="63099" y="50927"/>
                </a:cubicBezTo>
                <a:cubicBezTo>
                  <a:pt x="63323" y="51027"/>
                  <a:pt x="63547" y="51101"/>
                  <a:pt x="63771" y="51126"/>
                </a:cubicBezTo>
                <a:lnTo>
                  <a:pt x="63821" y="51126"/>
                </a:lnTo>
                <a:cubicBezTo>
                  <a:pt x="64045" y="51151"/>
                  <a:pt x="64219" y="51176"/>
                  <a:pt x="64418" y="51176"/>
                </a:cubicBezTo>
                <a:cubicBezTo>
                  <a:pt x="64518" y="51176"/>
                  <a:pt x="64568" y="51176"/>
                  <a:pt x="64667" y="51151"/>
                </a:cubicBezTo>
                <a:lnTo>
                  <a:pt x="64667" y="51151"/>
                </a:lnTo>
                <a:cubicBezTo>
                  <a:pt x="64617" y="51176"/>
                  <a:pt x="64593" y="51176"/>
                  <a:pt x="64568" y="51201"/>
                </a:cubicBezTo>
                <a:cubicBezTo>
                  <a:pt x="64444" y="51230"/>
                  <a:pt x="64313" y="51244"/>
                  <a:pt x="64176" y="51244"/>
                </a:cubicBezTo>
                <a:cubicBezTo>
                  <a:pt x="63592" y="51244"/>
                  <a:pt x="62884" y="50992"/>
                  <a:pt x="62079" y="50529"/>
                </a:cubicBezTo>
                <a:cubicBezTo>
                  <a:pt x="62103" y="50529"/>
                  <a:pt x="62103" y="50504"/>
                  <a:pt x="62128" y="50504"/>
                </a:cubicBezTo>
                <a:close/>
                <a:moveTo>
                  <a:pt x="110766" y="44630"/>
                </a:moveTo>
                <a:cubicBezTo>
                  <a:pt x="112807" y="46795"/>
                  <a:pt x="114126" y="49110"/>
                  <a:pt x="114698" y="51301"/>
                </a:cubicBezTo>
                <a:cubicBezTo>
                  <a:pt x="114698" y="51350"/>
                  <a:pt x="114674" y="51375"/>
                  <a:pt x="114674" y="51400"/>
                </a:cubicBezTo>
                <a:cubicBezTo>
                  <a:pt x="114101" y="49160"/>
                  <a:pt x="112757" y="46870"/>
                  <a:pt x="110741" y="44655"/>
                </a:cubicBezTo>
                <a:cubicBezTo>
                  <a:pt x="110766" y="44655"/>
                  <a:pt x="110766" y="44630"/>
                  <a:pt x="110766" y="44630"/>
                </a:cubicBezTo>
                <a:close/>
                <a:moveTo>
                  <a:pt x="115744" y="48737"/>
                </a:moveTo>
                <a:cubicBezTo>
                  <a:pt x="115719" y="48861"/>
                  <a:pt x="115719" y="49011"/>
                  <a:pt x="115694" y="49135"/>
                </a:cubicBezTo>
                <a:cubicBezTo>
                  <a:pt x="115445" y="49882"/>
                  <a:pt x="115196" y="50629"/>
                  <a:pt x="114947" y="51400"/>
                </a:cubicBezTo>
                <a:cubicBezTo>
                  <a:pt x="114947" y="51375"/>
                  <a:pt x="114922" y="51350"/>
                  <a:pt x="114922" y="51301"/>
                </a:cubicBezTo>
                <a:cubicBezTo>
                  <a:pt x="115196" y="50429"/>
                  <a:pt x="115470" y="49608"/>
                  <a:pt x="115744" y="48737"/>
                </a:cubicBezTo>
                <a:close/>
                <a:moveTo>
                  <a:pt x="114748" y="51624"/>
                </a:moveTo>
                <a:cubicBezTo>
                  <a:pt x="114748" y="51649"/>
                  <a:pt x="114748" y="51674"/>
                  <a:pt x="114798" y="51749"/>
                </a:cubicBezTo>
                <a:cubicBezTo>
                  <a:pt x="114798" y="51774"/>
                  <a:pt x="114748" y="51848"/>
                  <a:pt x="114748" y="51873"/>
                </a:cubicBezTo>
                <a:cubicBezTo>
                  <a:pt x="114748" y="51798"/>
                  <a:pt x="114748" y="51774"/>
                  <a:pt x="114723" y="51749"/>
                </a:cubicBezTo>
                <a:cubicBezTo>
                  <a:pt x="114723" y="51724"/>
                  <a:pt x="114748" y="51649"/>
                  <a:pt x="114748" y="51624"/>
                </a:cubicBezTo>
                <a:close/>
                <a:moveTo>
                  <a:pt x="115470" y="50405"/>
                </a:moveTo>
                <a:cubicBezTo>
                  <a:pt x="115346" y="51002"/>
                  <a:pt x="115221" y="51624"/>
                  <a:pt x="115097" y="52222"/>
                </a:cubicBezTo>
                <a:lnTo>
                  <a:pt x="114997" y="51749"/>
                </a:lnTo>
                <a:cubicBezTo>
                  <a:pt x="115171" y="51301"/>
                  <a:pt x="115321" y="50877"/>
                  <a:pt x="115470" y="50405"/>
                </a:cubicBezTo>
                <a:close/>
                <a:moveTo>
                  <a:pt x="29720" y="40423"/>
                </a:moveTo>
                <a:cubicBezTo>
                  <a:pt x="32234" y="41991"/>
                  <a:pt x="34898" y="43908"/>
                  <a:pt x="37511" y="45999"/>
                </a:cubicBezTo>
                <a:cubicBezTo>
                  <a:pt x="35520" y="48139"/>
                  <a:pt x="33603" y="50355"/>
                  <a:pt x="31836" y="52595"/>
                </a:cubicBezTo>
                <a:cubicBezTo>
                  <a:pt x="29546" y="50728"/>
                  <a:pt x="27331" y="48762"/>
                  <a:pt x="25339" y="46820"/>
                </a:cubicBezTo>
                <a:cubicBezTo>
                  <a:pt x="26584" y="44680"/>
                  <a:pt x="28077" y="42539"/>
                  <a:pt x="29720" y="40423"/>
                </a:cubicBezTo>
                <a:close/>
                <a:moveTo>
                  <a:pt x="64717" y="51500"/>
                </a:moveTo>
                <a:lnTo>
                  <a:pt x="64443" y="51674"/>
                </a:lnTo>
                <a:cubicBezTo>
                  <a:pt x="64418" y="51724"/>
                  <a:pt x="64393" y="51749"/>
                  <a:pt x="64344" y="51749"/>
                </a:cubicBezTo>
                <a:cubicBezTo>
                  <a:pt x="64169" y="51873"/>
                  <a:pt x="63995" y="51998"/>
                  <a:pt x="63846" y="52122"/>
                </a:cubicBezTo>
                <a:cubicBezTo>
                  <a:pt x="63600" y="52294"/>
                  <a:pt x="63379" y="52490"/>
                  <a:pt x="63181" y="52639"/>
                </a:cubicBezTo>
                <a:lnTo>
                  <a:pt x="63181" y="52639"/>
                </a:lnTo>
                <a:cubicBezTo>
                  <a:pt x="63541" y="52296"/>
                  <a:pt x="63978" y="51972"/>
                  <a:pt x="64393" y="51649"/>
                </a:cubicBezTo>
                <a:cubicBezTo>
                  <a:pt x="64418" y="51624"/>
                  <a:pt x="64468" y="51599"/>
                  <a:pt x="64518" y="51550"/>
                </a:cubicBezTo>
                <a:cubicBezTo>
                  <a:pt x="64543" y="51525"/>
                  <a:pt x="64568" y="51500"/>
                  <a:pt x="64593" y="51500"/>
                </a:cubicBezTo>
                <a:close/>
                <a:moveTo>
                  <a:pt x="37636" y="46123"/>
                </a:moveTo>
                <a:cubicBezTo>
                  <a:pt x="37660" y="46123"/>
                  <a:pt x="37660" y="46148"/>
                  <a:pt x="37685" y="46148"/>
                </a:cubicBezTo>
                <a:cubicBezTo>
                  <a:pt x="35694" y="48289"/>
                  <a:pt x="33802" y="50504"/>
                  <a:pt x="32035" y="52744"/>
                </a:cubicBezTo>
                <a:cubicBezTo>
                  <a:pt x="31985" y="52744"/>
                  <a:pt x="31985" y="52719"/>
                  <a:pt x="31960" y="52719"/>
                </a:cubicBezTo>
                <a:cubicBezTo>
                  <a:pt x="33728" y="50479"/>
                  <a:pt x="35644" y="48264"/>
                  <a:pt x="37636" y="46123"/>
                </a:cubicBezTo>
                <a:close/>
                <a:moveTo>
                  <a:pt x="63099" y="52719"/>
                </a:moveTo>
                <a:lnTo>
                  <a:pt x="63074" y="52744"/>
                </a:lnTo>
                <a:cubicBezTo>
                  <a:pt x="63069" y="52747"/>
                  <a:pt x="63064" y="52750"/>
                  <a:pt x="63059" y="52753"/>
                </a:cubicBezTo>
                <a:lnTo>
                  <a:pt x="63059" y="52753"/>
                </a:lnTo>
                <a:lnTo>
                  <a:pt x="63099" y="52719"/>
                </a:lnTo>
                <a:close/>
                <a:moveTo>
                  <a:pt x="25215" y="46945"/>
                </a:moveTo>
                <a:cubicBezTo>
                  <a:pt x="27206" y="48911"/>
                  <a:pt x="29421" y="50853"/>
                  <a:pt x="31711" y="52719"/>
                </a:cubicBezTo>
                <a:cubicBezTo>
                  <a:pt x="31687" y="52744"/>
                  <a:pt x="31687" y="52769"/>
                  <a:pt x="31662" y="52769"/>
                </a:cubicBezTo>
                <a:cubicBezTo>
                  <a:pt x="29372" y="50927"/>
                  <a:pt x="27181" y="48986"/>
                  <a:pt x="25190" y="47019"/>
                </a:cubicBezTo>
                <a:cubicBezTo>
                  <a:pt x="25190" y="46994"/>
                  <a:pt x="25215" y="46994"/>
                  <a:pt x="25215" y="46945"/>
                </a:cubicBezTo>
                <a:close/>
                <a:moveTo>
                  <a:pt x="48662" y="37088"/>
                </a:moveTo>
                <a:cubicBezTo>
                  <a:pt x="50330" y="39303"/>
                  <a:pt x="52023" y="41469"/>
                  <a:pt x="53765" y="43435"/>
                </a:cubicBezTo>
                <a:cubicBezTo>
                  <a:pt x="53889" y="43559"/>
                  <a:pt x="53989" y="43709"/>
                  <a:pt x="54113" y="43833"/>
                </a:cubicBezTo>
                <a:cubicBezTo>
                  <a:pt x="54313" y="44032"/>
                  <a:pt x="54487" y="44207"/>
                  <a:pt x="54636" y="44431"/>
                </a:cubicBezTo>
                <a:cubicBezTo>
                  <a:pt x="51525" y="47119"/>
                  <a:pt x="48588" y="49932"/>
                  <a:pt x="45874" y="52869"/>
                </a:cubicBezTo>
                <a:cubicBezTo>
                  <a:pt x="43734" y="50728"/>
                  <a:pt x="41295" y="48538"/>
                  <a:pt x="38756" y="46497"/>
                </a:cubicBezTo>
                <a:cubicBezTo>
                  <a:pt x="41519" y="43062"/>
                  <a:pt x="44879" y="39826"/>
                  <a:pt x="48662" y="37088"/>
                </a:cubicBezTo>
                <a:close/>
                <a:moveTo>
                  <a:pt x="31836" y="52844"/>
                </a:moveTo>
                <a:cubicBezTo>
                  <a:pt x="31861" y="52844"/>
                  <a:pt x="31861" y="52869"/>
                  <a:pt x="31911" y="52869"/>
                </a:cubicBezTo>
                <a:cubicBezTo>
                  <a:pt x="31911" y="52894"/>
                  <a:pt x="31861" y="52894"/>
                  <a:pt x="31861" y="52919"/>
                </a:cubicBezTo>
                <a:cubicBezTo>
                  <a:pt x="31836" y="52919"/>
                  <a:pt x="31836" y="52894"/>
                  <a:pt x="31811" y="52894"/>
                </a:cubicBezTo>
                <a:cubicBezTo>
                  <a:pt x="31811" y="52869"/>
                  <a:pt x="31836" y="52869"/>
                  <a:pt x="31836" y="52844"/>
                </a:cubicBezTo>
                <a:close/>
                <a:moveTo>
                  <a:pt x="114848" y="52097"/>
                </a:moveTo>
                <a:cubicBezTo>
                  <a:pt x="114873" y="52296"/>
                  <a:pt x="114922" y="52545"/>
                  <a:pt x="114947" y="52769"/>
                </a:cubicBezTo>
                <a:cubicBezTo>
                  <a:pt x="114947" y="52819"/>
                  <a:pt x="114922" y="52894"/>
                  <a:pt x="114922" y="52919"/>
                </a:cubicBezTo>
                <a:cubicBezTo>
                  <a:pt x="114922" y="52719"/>
                  <a:pt x="114873" y="52470"/>
                  <a:pt x="114823" y="52222"/>
                </a:cubicBezTo>
                <a:cubicBezTo>
                  <a:pt x="114823" y="52172"/>
                  <a:pt x="114848" y="52122"/>
                  <a:pt x="114848" y="52097"/>
                </a:cubicBezTo>
                <a:close/>
                <a:moveTo>
                  <a:pt x="115968" y="48762"/>
                </a:moveTo>
                <a:cubicBezTo>
                  <a:pt x="115769" y="50131"/>
                  <a:pt x="115495" y="51525"/>
                  <a:pt x="115146" y="52968"/>
                </a:cubicBezTo>
                <a:cubicBezTo>
                  <a:pt x="115146" y="52894"/>
                  <a:pt x="115146" y="52844"/>
                  <a:pt x="115122" y="52769"/>
                </a:cubicBezTo>
                <a:cubicBezTo>
                  <a:pt x="115445" y="51550"/>
                  <a:pt x="115694" y="50380"/>
                  <a:pt x="115843" y="49185"/>
                </a:cubicBezTo>
                <a:cubicBezTo>
                  <a:pt x="115868" y="49036"/>
                  <a:pt x="115943" y="48911"/>
                  <a:pt x="115968" y="48762"/>
                </a:cubicBezTo>
                <a:close/>
                <a:moveTo>
                  <a:pt x="38656" y="46621"/>
                </a:moveTo>
                <a:cubicBezTo>
                  <a:pt x="41170" y="48662"/>
                  <a:pt x="43609" y="50803"/>
                  <a:pt x="45750" y="52968"/>
                </a:cubicBezTo>
                <a:cubicBezTo>
                  <a:pt x="45750" y="52993"/>
                  <a:pt x="45725" y="52993"/>
                  <a:pt x="45725" y="53018"/>
                </a:cubicBezTo>
                <a:cubicBezTo>
                  <a:pt x="43560" y="50877"/>
                  <a:pt x="41145" y="48687"/>
                  <a:pt x="38631" y="46671"/>
                </a:cubicBezTo>
                <a:cubicBezTo>
                  <a:pt x="38631" y="46646"/>
                  <a:pt x="38656" y="46646"/>
                  <a:pt x="38656" y="46621"/>
                </a:cubicBezTo>
                <a:close/>
                <a:moveTo>
                  <a:pt x="54810" y="44555"/>
                </a:moveTo>
                <a:cubicBezTo>
                  <a:pt x="54810" y="44580"/>
                  <a:pt x="54835" y="44580"/>
                  <a:pt x="54835" y="44605"/>
                </a:cubicBezTo>
                <a:cubicBezTo>
                  <a:pt x="51724" y="47268"/>
                  <a:pt x="48787" y="50106"/>
                  <a:pt x="46049" y="53018"/>
                </a:cubicBezTo>
                <a:lnTo>
                  <a:pt x="46024" y="52993"/>
                </a:lnTo>
                <a:cubicBezTo>
                  <a:pt x="48762" y="50056"/>
                  <a:pt x="51699" y="47243"/>
                  <a:pt x="54810" y="44555"/>
                </a:cubicBezTo>
                <a:close/>
                <a:moveTo>
                  <a:pt x="77860" y="44879"/>
                </a:moveTo>
                <a:cubicBezTo>
                  <a:pt x="77909" y="44929"/>
                  <a:pt x="77959" y="45003"/>
                  <a:pt x="78009" y="45028"/>
                </a:cubicBezTo>
                <a:lnTo>
                  <a:pt x="78108" y="45401"/>
                </a:lnTo>
                <a:cubicBezTo>
                  <a:pt x="78133" y="45501"/>
                  <a:pt x="78133" y="45576"/>
                  <a:pt x="78158" y="45675"/>
                </a:cubicBezTo>
                <a:cubicBezTo>
                  <a:pt x="78208" y="45775"/>
                  <a:pt x="78208" y="45849"/>
                  <a:pt x="78208" y="45949"/>
                </a:cubicBezTo>
                <a:lnTo>
                  <a:pt x="78208" y="46049"/>
                </a:lnTo>
                <a:cubicBezTo>
                  <a:pt x="78233" y="46173"/>
                  <a:pt x="78233" y="46298"/>
                  <a:pt x="78258" y="46397"/>
                </a:cubicBezTo>
                <a:cubicBezTo>
                  <a:pt x="78258" y="46497"/>
                  <a:pt x="78258" y="46571"/>
                  <a:pt x="78283" y="46646"/>
                </a:cubicBezTo>
                <a:cubicBezTo>
                  <a:pt x="78283" y="46795"/>
                  <a:pt x="78333" y="46945"/>
                  <a:pt x="78333" y="47144"/>
                </a:cubicBezTo>
                <a:lnTo>
                  <a:pt x="78333" y="47243"/>
                </a:lnTo>
                <a:cubicBezTo>
                  <a:pt x="78357" y="48115"/>
                  <a:pt x="78258" y="49036"/>
                  <a:pt x="78084" y="50006"/>
                </a:cubicBezTo>
                <a:lnTo>
                  <a:pt x="78084" y="50056"/>
                </a:lnTo>
                <a:cubicBezTo>
                  <a:pt x="77884" y="51027"/>
                  <a:pt x="77636" y="52022"/>
                  <a:pt x="77287" y="53018"/>
                </a:cubicBezTo>
                <a:cubicBezTo>
                  <a:pt x="75968" y="51599"/>
                  <a:pt x="74922" y="50131"/>
                  <a:pt x="74225" y="48662"/>
                </a:cubicBezTo>
                <a:cubicBezTo>
                  <a:pt x="74972" y="47542"/>
                  <a:pt x="75669" y="46447"/>
                  <a:pt x="76341" y="45327"/>
                </a:cubicBezTo>
                <a:cubicBezTo>
                  <a:pt x="76441" y="45277"/>
                  <a:pt x="76615" y="45227"/>
                  <a:pt x="76789" y="45177"/>
                </a:cubicBezTo>
                <a:cubicBezTo>
                  <a:pt x="77163" y="45053"/>
                  <a:pt x="77511" y="44953"/>
                  <a:pt x="77860" y="44879"/>
                </a:cubicBezTo>
                <a:close/>
                <a:moveTo>
                  <a:pt x="69795" y="48388"/>
                </a:moveTo>
                <a:cubicBezTo>
                  <a:pt x="69372" y="49060"/>
                  <a:pt x="68824" y="49907"/>
                  <a:pt x="68177" y="50853"/>
                </a:cubicBezTo>
                <a:cubicBezTo>
                  <a:pt x="68077" y="50977"/>
                  <a:pt x="68003" y="51126"/>
                  <a:pt x="67903" y="51251"/>
                </a:cubicBezTo>
                <a:cubicBezTo>
                  <a:pt x="67580" y="51649"/>
                  <a:pt x="67206" y="52172"/>
                  <a:pt x="66659" y="52919"/>
                </a:cubicBezTo>
                <a:cubicBezTo>
                  <a:pt x="66659" y="52919"/>
                  <a:pt x="66634" y="52968"/>
                  <a:pt x="66634" y="52993"/>
                </a:cubicBezTo>
                <a:cubicBezTo>
                  <a:pt x="66634" y="53018"/>
                  <a:pt x="66584" y="53018"/>
                  <a:pt x="66584" y="53043"/>
                </a:cubicBezTo>
                <a:lnTo>
                  <a:pt x="66484" y="53043"/>
                </a:lnTo>
                <a:cubicBezTo>
                  <a:pt x="66484" y="53018"/>
                  <a:pt x="66534" y="52993"/>
                  <a:pt x="66534" y="52993"/>
                </a:cubicBezTo>
                <a:cubicBezTo>
                  <a:pt x="66559" y="52919"/>
                  <a:pt x="66584" y="52894"/>
                  <a:pt x="66584" y="52894"/>
                </a:cubicBezTo>
                <a:lnTo>
                  <a:pt x="66659" y="52844"/>
                </a:lnTo>
                <a:cubicBezTo>
                  <a:pt x="67082" y="52271"/>
                  <a:pt x="67480" y="51724"/>
                  <a:pt x="67853" y="51176"/>
                </a:cubicBezTo>
                <a:cubicBezTo>
                  <a:pt x="67928" y="51126"/>
                  <a:pt x="67953" y="51027"/>
                  <a:pt x="68028" y="50977"/>
                </a:cubicBezTo>
                <a:cubicBezTo>
                  <a:pt x="68152" y="50803"/>
                  <a:pt x="68227" y="50653"/>
                  <a:pt x="68326" y="50529"/>
                </a:cubicBezTo>
                <a:cubicBezTo>
                  <a:pt x="68650" y="50106"/>
                  <a:pt x="68849" y="49782"/>
                  <a:pt x="69197" y="49260"/>
                </a:cubicBezTo>
                <a:lnTo>
                  <a:pt x="69770" y="48413"/>
                </a:lnTo>
                <a:lnTo>
                  <a:pt x="69795" y="48388"/>
                </a:lnTo>
                <a:close/>
                <a:moveTo>
                  <a:pt x="45874" y="53093"/>
                </a:moveTo>
                <a:lnTo>
                  <a:pt x="45899" y="53118"/>
                </a:lnTo>
                <a:cubicBezTo>
                  <a:pt x="45899" y="53143"/>
                  <a:pt x="45874" y="53143"/>
                  <a:pt x="45874" y="53167"/>
                </a:cubicBezTo>
                <a:cubicBezTo>
                  <a:pt x="45874" y="53167"/>
                  <a:pt x="45874" y="53143"/>
                  <a:pt x="45850" y="53143"/>
                </a:cubicBezTo>
                <a:cubicBezTo>
                  <a:pt x="45850" y="53118"/>
                  <a:pt x="45874" y="53118"/>
                  <a:pt x="45874" y="53093"/>
                </a:cubicBezTo>
                <a:close/>
                <a:moveTo>
                  <a:pt x="72384" y="47019"/>
                </a:moveTo>
                <a:lnTo>
                  <a:pt x="72384" y="47019"/>
                </a:lnTo>
                <a:cubicBezTo>
                  <a:pt x="71562" y="49036"/>
                  <a:pt x="70492" y="51126"/>
                  <a:pt x="69123" y="53167"/>
                </a:cubicBezTo>
                <a:cubicBezTo>
                  <a:pt x="68409" y="52979"/>
                  <a:pt x="67808" y="52891"/>
                  <a:pt x="67321" y="52891"/>
                </a:cubicBezTo>
                <a:cubicBezTo>
                  <a:pt x="67163" y="52891"/>
                  <a:pt x="67017" y="52900"/>
                  <a:pt x="66883" y="52919"/>
                </a:cubicBezTo>
                <a:cubicBezTo>
                  <a:pt x="67156" y="52595"/>
                  <a:pt x="67405" y="52246"/>
                  <a:pt x="67629" y="51923"/>
                </a:cubicBezTo>
                <a:cubicBezTo>
                  <a:pt x="67704" y="51798"/>
                  <a:pt x="67804" y="51674"/>
                  <a:pt x="67878" y="51550"/>
                </a:cubicBezTo>
                <a:cubicBezTo>
                  <a:pt x="68003" y="51400"/>
                  <a:pt x="68077" y="51251"/>
                  <a:pt x="68177" y="51126"/>
                </a:cubicBezTo>
                <a:cubicBezTo>
                  <a:pt x="68252" y="51052"/>
                  <a:pt x="68276" y="50977"/>
                  <a:pt x="68326" y="50902"/>
                </a:cubicBezTo>
                <a:cubicBezTo>
                  <a:pt x="68376" y="50877"/>
                  <a:pt x="68401" y="50803"/>
                  <a:pt x="68426" y="50778"/>
                </a:cubicBezTo>
                <a:cubicBezTo>
                  <a:pt x="68501" y="50678"/>
                  <a:pt x="68550" y="50604"/>
                  <a:pt x="68650" y="50504"/>
                </a:cubicBezTo>
                <a:lnTo>
                  <a:pt x="69023" y="49932"/>
                </a:lnTo>
                <a:cubicBezTo>
                  <a:pt x="69123" y="49807"/>
                  <a:pt x="69173" y="49683"/>
                  <a:pt x="69272" y="49533"/>
                </a:cubicBezTo>
                <a:cubicBezTo>
                  <a:pt x="69571" y="49060"/>
                  <a:pt x="69870" y="48637"/>
                  <a:pt x="70168" y="48164"/>
                </a:cubicBezTo>
                <a:cubicBezTo>
                  <a:pt x="70442" y="48015"/>
                  <a:pt x="70691" y="47891"/>
                  <a:pt x="70940" y="47716"/>
                </a:cubicBezTo>
                <a:cubicBezTo>
                  <a:pt x="71512" y="47442"/>
                  <a:pt x="71985" y="47194"/>
                  <a:pt x="72384" y="47019"/>
                </a:cubicBezTo>
                <a:close/>
                <a:moveTo>
                  <a:pt x="78208" y="45202"/>
                </a:moveTo>
                <a:lnTo>
                  <a:pt x="78233" y="45227"/>
                </a:lnTo>
                <a:lnTo>
                  <a:pt x="78258" y="45277"/>
                </a:lnTo>
                <a:cubicBezTo>
                  <a:pt x="78258" y="45302"/>
                  <a:pt x="78258" y="45327"/>
                  <a:pt x="78283" y="45352"/>
                </a:cubicBezTo>
                <a:cubicBezTo>
                  <a:pt x="78333" y="45451"/>
                  <a:pt x="78333" y="45526"/>
                  <a:pt x="78333" y="45601"/>
                </a:cubicBezTo>
                <a:cubicBezTo>
                  <a:pt x="78333" y="45650"/>
                  <a:pt x="78333" y="45675"/>
                  <a:pt x="78357" y="45700"/>
                </a:cubicBezTo>
                <a:cubicBezTo>
                  <a:pt x="78382" y="45825"/>
                  <a:pt x="78382" y="45924"/>
                  <a:pt x="78407" y="46049"/>
                </a:cubicBezTo>
                <a:cubicBezTo>
                  <a:pt x="78482" y="46273"/>
                  <a:pt x="78482" y="46372"/>
                  <a:pt x="78482" y="46447"/>
                </a:cubicBezTo>
                <a:lnTo>
                  <a:pt x="78482" y="46546"/>
                </a:lnTo>
                <a:cubicBezTo>
                  <a:pt x="78482" y="46671"/>
                  <a:pt x="78507" y="46770"/>
                  <a:pt x="78507" y="46895"/>
                </a:cubicBezTo>
                <a:lnTo>
                  <a:pt x="78507" y="47243"/>
                </a:lnTo>
                <a:lnTo>
                  <a:pt x="78507" y="47293"/>
                </a:lnTo>
                <a:lnTo>
                  <a:pt x="78507" y="47667"/>
                </a:lnTo>
                <a:lnTo>
                  <a:pt x="78507" y="48040"/>
                </a:lnTo>
                <a:lnTo>
                  <a:pt x="78507" y="48065"/>
                </a:lnTo>
                <a:cubicBezTo>
                  <a:pt x="78507" y="48189"/>
                  <a:pt x="78507" y="48314"/>
                  <a:pt x="78482" y="48438"/>
                </a:cubicBezTo>
                <a:cubicBezTo>
                  <a:pt x="78482" y="48563"/>
                  <a:pt x="78432" y="48687"/>
                  <a:pt x="78432" y="48836"/>
                </a:cubicBezTo>
                <a:cubicBezTo>
                  <a:pt x="78432" y="48961"/>
                  <a:pt x="78407" y="49135"/>
                  <a:pt x="78382" y="49260"/>
                </a:cubicBezTo>
                <a:cubicBezTo>
                  <a:pt x="78357" y="49384"/>
                  <a:pt x="78357" y="49508"/>
                  <a:pt x="78308" y="49633"/>
                </a:cubicBezTo>
                <a:cubicBezTo>
                  <a:pt x="78283" y="49782"/>
                  <a:pt x="78258" y="49907"/>
                  <a:pt x="78258" y="50056"/>
                </a:cubicBezTo>
                <a:cubicBezTo>
                  <a:pt x="78233" y="50180"/>
                  <a:pt x="78233" y="50305"/>
                  <a:pt x="78208" y="50429"/>
                </a:cubicBezTo>
                <a:cubicBezTo>
                  <a:pt x="78158" y="50579"/>
                  <a:pt x="78133" y="50753"/>
                  <a:pt x="78108" y="50877"/>
                </a:cubicBezTo>
                <a:lnTo>
                  <a:pt x="78009" y="51251"/>
                </a:lnTo>
                <a:cubicBezTo>
                  <a:pt x="77984" y="51400"/>
                  <a:pt x="77909" y="51550"/>
                  <a:pt x="77884" y="51674"/>
                </a:cubicBezTo>
                <a:lnTo>
                  <a:pt x="77785" y="52047"/>
                </a:lnTo>
                <a:lnTo>
                  <a:pt x="77785" y="52072"/>
                </a:lnTo>
                <a:cubicBezTo>
                  <a:pt x="77760" y="52246"/>
                  <a:pt x="77685" y="52371"/>
                  <a:pt x="77660" y="52520"/>
                </a:cubicBezTo>
                <a:cubicBezTo>
                  <a:pt x="77636" y="52645"/>
                  <a:pt x="77586" y="52794"/>
                  <a:pt x="77536" y="52919"/>
                </a:cubicBezTo>
                <a:lnTo>
                  <a:pt x="77536" y="52943"/>
                </a:lnTo>
                <a:cubicBezTo>
                  <a:pt x="77511" y="53043"/>
                  <a:pt x="77486" y="53118"/>
                  <a:pt x="77461" y="53192"/>
                </a:cubicBezTo>
                <a:lnTo>
                  <a:pt x="77412" y="53167"/>
                </a:lnTo>
                <a:lnTo>
                  <a:pt x="77387" y="53143"/>
                </a:lnTo>
                <a:cubicBezTo>
                  <a:pt x="77387" y="53118"/>
                  <a:pt x="77387" y="53118"/>
                  <a:pt x="77412" y="53068"/>
                </a:cubicBezTo>
                <a:cubicBezTo>
                  <a:pt x="77461" y="52993"/>
                  <a:pt x="77486" y="52894"/>
                  <a:pt x="77511" y="52819"/>
                </a:cubicBezTo>
                <a:cubicBezTo>
                  <a:pt x="77611" y="52620"/>
                  <a:pt x="77660" y="52371"/>
                  <a:pt x="77735" y="52147"/>
                </a:cubicBezTo>
                <a:lnTo>
                  <a:pt x="77735" y="52122"/>
                </a:lnTo>
                <a:cubicBezTo>
                  <a:pt x="77760" y="52022"/>
                  <a:pt x="77785" y="51898"/>
                  <a:pt x="77835" y="51798"/>
                </a:cubicBezTo>
                <a:cubicBezTo>
                  <a:pt x="77835" y="51774"/>
                  <a:pt x="77835" y="51774"/>
                  <a:pt x="77860" y="51749"/>
                </a:cubicBezTo>
                <a:cubicBezTo>
                  <a:pt x="77909" y="51525"/>
                  <a:pt x="77984" y="51276"/>
                  <a:pt x="78034" y="51052"/>
                </a:cubicBezTo>
                <a:lnTo>
                  <a:pt x="78034" y="51027"/>
                </a:lnTo>
                <a:cubicBezTo>
                  <a:pt x="78084" y="50927"/>
                  <a:pt x="78108" y="50803"/>
                  <a:pt x="78108" y="50728"/>
                </a:cubicBezTo>
                <a:lnTo>
                  <a:pt x="78108" y="50678"/>
                </a:lnTo>
                <a:cubicBezTo>
                  <a:pt x="78158" y="50429"/>
                  <a:pt x="78208" y="50180"/>
                  <a:pt x="78258" y="49932"/>
                </a:cubicBezTo>
                <a:cubicBezTo>
                  <a:pt x="78258" y="49857"/>
                  <a:pt x="78283" y="49757"/>
                  <a:pt x="78283" y="49683"/>
                </a:cubicBezTo>
                <a:cubicBezTo>
                  <a:pt x="78283" y="49633"/>
                  <a:pt x="78333" y="49533"/>
                  <a:pt x="78333" y="49484"/>
                </a:cubicBezTo>
                <a:lnTo>
                  <a:pt x="78333" y="49434"/>
                </a:lnTo>
                <a:cubicBezTo>
                  <a:pt x="78357" y="49235"/>
                  <a:pt x="78382" y="49011"/>
                  <a:pt x="78407" y="48762"/>
                </a:cubicBezTo>
                <a:lnTo>
                  <a:pt x="78407" y="48737"/>
                </a:lnTo>
                <a:lnTo>
                  <a:pt x="78407" y="48637"/>
                </a:lnTo>
                <a:cubicBezTo>
                  <a:pt x="78457" y="48438"/>
                  <a:pt x="78457" y="48264"/>
                  <a:pt x="78457" y="48065"/>
                </a:cubicBezTo>
                <a:lnTo>
                  <a:pt x="78457" y="47816"/>
                </a:lnTo>
                <a:lnTo>
                  <a:pt x="78457" y="47791"/>
                </a:lnTo>
                <a:lnTo>
                  <a:pt x="78457" y="47393"/>
                </a:lnTo>
                <a:lnTo>
                  <a:pt x="78457" y="47069"/>
                </a:lnTo>
                <a:lnTo>
                  <a:pt x="78457" y="47044"/>
                </a:lnTo>
                <a:lnTo>
                  <a:pt x="78457" y="46945"/>
                </a:lnTo>
                <a:cubicBezTo>
                  <a:pt x="78457" y="46845"/>
                  <a:pt x="78457" y="46795"/>
                  <a:pt x="78407" y="46696"/>
                </a:cubicBezTo>
                <a:cubicBezTo>
                  <a:pt x="78407" y="46571"/>
                  <a:pt x="78407" y="46422"/>
                  <a:pt x="78382" y="46298"/>
                </a:cubicBezTo>
                <a:cubicBezTo>
                  <a:pt x="78382" y="46198"/>
                  <a:pt x="78357" y="46098"/>
                  <a:pt x="78357" y="46024"/>
                </a:cubicBezTo>
                <a:cubicBezTo>
                  <a:pt x="78333" y="45849"/>
                  <a:pt x="78333" y="45700"/>
                  <a:pt x="78283" y="45576"/>
                </a:cubicBezTo>
                <a:cubicBezTo>
                  <a:pt x="78283" y="45551"/>
                  <a:pt x="78258" y="45476"/>
                  <a:pt x="78258" y="45451"/>
                </a:cubicBezTo>
                <a:cubicBezTo>
                  <a:pt x="78258" y="45426"/>
                  <a:pt x="78258" y="45401"/>
                  <a:pt x="78233" y="45352"/>
                </a:cubicBezTo>
                <a:lnTo>
                  <a:pt x="78233" y="45327"/>
                </a:lnTo>
                <a:cubicBezTo>
                  <a:pt x="78233" y="45302"/>
                  <a:pt x="78208" y="45227"/>
                  <a:pt x="78208" y="45202"/>
                </a:cubicBezTo>
                <a:close/>
                <a:moveTo>
                  <a:pt x="72757" y="46820"/>
                </a:moveTo>
                <a:cubicBezTo>
                  <a:pt x="71911" y="48936"/>
                  <a:pt x="70766" y="51101"/>
                  <a:pt x="69372" y="53267"/>
                </a:cubicBezTo>
                <a:cubicBezTo>
                  <a:pt x="69322" y="53267"/>
                  <a:pt x="69322" y="53267"/>
                  <a:pt x="69297" y="53242"/>
                </a:cubicBezTo>
                <a:cubicBezTo>
                  <a:pt x="70691" y="51126"/>
                  <a:pt x="71811" y="48936"/>
                  <a:pt x="72657" y="46870"/>
                </a:cubicBezTo>
                <a:cubicBezTo>
                  <a:pt x="72682" y="46870"/>
                  <a:pt x="72732" y="46820"/>
                  <a:pt x="72757" y="46820"/>
                </a:cubicBezTo>
                <a:close/>
                <a:moveTo>
                  <a:pt x="74026" y="48861"/>
                </a:moveTo>
                <a:cubicBezTo>
                  <a:pt x="74773" y="50355"/>
                  <a:pt x="75819" y="51798"/>
                  <a:pt x="77163" y="53242"/>
                </a:cubicBezTo>
                <a:cubicBezTo>
                  <a:pt x="77163" y="53267"/>
                  <a:pt x="77138" y="53267"/>
                  <a:pt x="77138" y="53292"/>
                </a:cubicBezTo>
                <a:cubicBezTo>
                  <a:pt x="75794" y="51873"/>
                  <a:pt x="74748" y="50380"/>
                  <a:pt x="74001" y="48911"/>
                </a:cubicBezTo>
                <a:cubicBezTo>
                  <a:pt x="74001" y="48886"/>
                  <a:pt x="74026" y="48886"/>
                  <a:pt x="74026" y="48861"/>
                </a:cubicBezTo>
                <a:close/>
                <a:moveTo>
                  <a:pt x="67331" y="53068"/>
                </a:moveTo>
                <a:cubicBezTo>
                  <a:pt x="67779" y="53068"/>
                  <a:pt x="68326" y="53167"/>
                  <a:pt x="68998" y="53367"/>
                </a:cubicBezTo>
                <a:cubicBezTo>
                  <a:pt x="68998" y="53391"/>
                  <a:pt x="68949" y="53391"/>
                  <a:pt x="68949" y="53416"/>
                </a:cubicBezTo>
                <a:cubicBezTo>
                  <a:pt x="68325" y="53249"/>
                  <a:pt x="67794" y="53165"/>
                  <a:pt x="67356" y="53165"/>
                </a:cubicBezTo>
                <a:cubicBezTo>
                  <a:pt x="67078" y="53165"/>
                  <a:pt x="66837" y="53199"/>
                  <a:pt x="66634" y="53267"/>
                </a:cubicBezTo>
                <a:cubicBezTo>
                  <a:pt x="66659" y="53242"/>
                  <a:pt x="66683" y="53217"/>
                  <a:pt x="66683" y="53167"/>
                </a:cubicBezTo>
                <a:cubicBezTo>
                  <a:pt x="66883" y="53118"/>
                  <a:pt x="67082" y="53068"/>
                  <a:pt x="67331" y="53068"/>
                </a:cubicBezTo>
                <a:close/>
                <a:moveTo>
                  <a:pt x="54960" y="44704"/>
                </a:moveTo>
                <a:cubicBezTo>
                  <a:pt x="55109" y="44879"/>
                  <a:pt x="55234" y="45028"/>
                  <a:pt x="55383" y="45177"/>
                </a:cubicBezTo>
                <a:cubicBezTo>
                  <a:pt x="55209" y="45302"/>
                  <a:pt x="55059" y="45426"/>
                  <a:pt x="54860" y="45551"/>
                </a:cubicBezTo>
                <a:lnTo>
                  <a:pt x="54835" y="45551"/>
                </a:lnTo>
                <a:cubicBezTo>
                  <a:pt x="54761" y="45576"/>
                  <a:pt x="54736" y="45601"/>
                  <a:pt x="54686" y="45650"/>
                </a:cubicBezTo>
                <a:cubicBezTo>
                  <a:pt x="54636" y="45675"/>
                  <a:pt x="54586" y="45700"/>
                  <a:pt x="54561" y="45750"/>
                </a:cubicBezTo>
                <a:lnTo>
                  <a:pt x="53715" y="46397"/>
                </a:lnTo>
                <a:lnTo>
                  <a:pt x="53641" y="46447"/>
                </a:lnTo>
                <a:cubicBezTo>
                  <a:pt x="53616" y="46472"/>
                  <a:pt x="53591" y="46522"/>
                  <a:pt x="53566" y="46522"/>
                </a:cubicBezTo>
                <a:cubicBezTo>
                  <a:pt x="53018" y="46945"/>
                  <a:pt x="52496" y="47393"/>
                  <a:pt x="51973" y="47866"/>
                </a:cubicBezTo>
                <a:lnTo>
                  <a:pt x="51873" y="47940"/>
                </a:lnTo>
                <a:cubicBezTo>
                  <a:pt x="51823" y="48015"/>
                  <a:pt x="51749" y="48040"/>
                  <a:pt x="51699" y="48115"/>
                </a:cubicBezTo>
                <a:cubicBezTo>
                  <a:pt x="51624" y="48139"/>
                  <a:pt x="51599" y="48189"/>
                  <a:pt x="51525" y="48239"/>
                </a:cubicBezTo>
                <a:lnTo>
                  <a:pt x="51450" y="48314"/>
                </a:lnTo>
                <a:cubicBezTo>
                  <a:pt x="51002" y="48737"/>
                  <a:pt x="50604" y="49110"/>
                  <a:pt x="50156" y="49508"/>
                </a:cubicBezTo>
                <a:lnTo>
                  <a:pt x="49982" y="49683"/>
                </a:lnTo>
                <a:lnTo>
                  <a:pt x="49658" y="50006"/>
                </a:lnTo>
                <a:lnTo>
                  <a:pt x="49384" y="50280"/>
                </a:lnTo>
                <a:cubicBezTo>
                  <a:pt x="49235" y="50429"/>
                  <a:pt x="49085" y="50629"/>
                  <a:pt x="48911" y="50778"/>
                </a:cubicBezTo>
                <a:cubicBezTo>
                  <a:pt x="48662" y="51027"/>
                  <a:pt x="48413" y="51276"/>
                  <a:pt x="48214" y="51550"/>
                </a:cubicBezTo>
                <a:cubicBezTo>
                  <a:pt x="48164" y="51599"/>
                  <a:pt x="48140" y="51624"/>
                  <a:pt x="48140" y="51649"/>
                </a:cubicBezTo>
                <a:lnTo>
                  <a:pt x="48090" y="51724"/>
                </a:lnTo>
                <a:cubicBezTo>
                  <a:pt x="47542" y="52296"/>
                  <a:pt x="47019" y="52894"/>
                  <a:pt x="46547" y="53491"/>
                </a:cubicBezTo>
                <a:lnTo>
                  <a:pt x="46148" y="53093"/>
                </a:lnTo>
                <a:cubicBezTo>
                  <a:pt x="48911" y="50230"/>
                  <a:pt x="51848" y="47393"/>
                  <a:pt x="54960" y="44704"/>
                </a:cubicBezTo>
                <a:close/>
                <a:moveTo>
                  <a:pt x="69197" y="53391"/>
                </a:moveTo>
                <a:cubicBezTo>
                  <a:pt x="69197" y="53391"/>
                  <a:pt x="69247" y="53416"/>
                  <a:pt x="69272" y="53416"/>
                </a:cubicBezTo>
                <a:cubicBezTo>
                  <a:pt x="69272" y="53466"/>
                  <a:pt x="69247" y="53466"/>
                  <a:pt x="69247" y="53491"/>
                </a:cubicBezTo>
                <a:cubicBezTo>
                  <a:pt x="69197" y="53491"/>
                  <a:pt x="69197" y="53491"/>
                  <a:pt x="69173" y="53466"/>
                </a:cubicBezTo>
                <a:cubicBezTo>
                  <a:pt x="69173" y="53416"/>
                  <a:pt x="69197" y="53416"/>
                  <a:pt x="69197" y="53391"/>
                </a:cubicBezTo>
                <a:close/>
                <a:moveTo>
                  <a:pt x="73006" y="46696"/>
                </a:moveTo>
                <a:cubicBezTo>
                  <a:pt x="73180" y="47318"/>
                  <a:pt x="73404" y="47990"/>
                  <a:pt x="73678" y="48612"/>
                </a:cubicBezTo>
                <a:cubicBezTo>
                  <a:pt x="72558" y="50255"/>
                  <a:pt x="71388" y="51873"/>
                  <a:pt x="70118" y="53491"/>
                </a:cubicBezTo>
                <a:cubicBezTo>
                  <a:pt x="69894" y="53416"/>
                  <a:pt x="69695" y="53367"/>
                  <a:pt x="69546" y="53292"/>
                </a:cubicBezTo>
                <a:cubicBezTo>
                  <a:pt x="70990" y="51101"/>
                  <a:pt x="72135" y="48861"/>
                  <a:pt x="73006" y="46696"/>
                </a:cubicBezTo>
                <a:close/>
                <a:moveTo>
                  <a:pt x="73777" y="48811"/>
                </a:moveTo>
                <a:cubicBezTo>
                  <a:pt x="73777" y="48811"/>
                  <a:pt x="73777" y="48861"/>
                  <a:pt x="73802" y="48861"/>
                </a:cubicBezTo>
                <a:cubicBezTo>
                  <a:pt x="72732" y="50429"/>
                  <a:pt x="71562" y="51998"/>
                  <a:pt x="70367" y="53541"/>
                </a:cubicBezTo>
                <a:lnTo>
                  <a:pt x="70318" y="53541"/>
                </a:lnTo>
                <a:cubicBezTo>
                  <a:pt x="71512" y="52022"/>
                  <a:pt x="72682" y="50429"/>
                  <a:pt x="73777" y="48811"/>
                </a:cubicBezTo>
                <a:close/>
                <a:moveTo>
                  <a:pt x="23522" y="45650"/>
                </a:moveTo>
                <a:lnTo>
                  <a:pt x="23572" y="45675"/>
                </a:lnTo>
                <a:cubicBezTo>
                  <a:pt x="21506" y="48264"/>
                  <a:pt x="19589" y="50902"/>
                  <a:pt x="17772" y="53591"/>
                </a:cubicBezTo>
                <a:lnTo>
                  <a:pt x="17723" y="53591"/>
                </a:lnTo>
                <a:cubicBezTo>
                  <a:pt x="19515" y="50927"/>
                  <a:pt x="21456" y="48264"/>
                  <a:pt x="23522" y="45650"/>
                </a:cubicBezTo>
                <a:close/>
                <a:moveTo>
                  <a:pt x="117710" y="41344"/>
                </a:moveTo>
                <a:lnTo>
                  <a:pt x="117710" y="41344"/>
                </a:lnTo>
                <a:cubicBezTo>
                  <a:pt x="117685" y="41593"/>
                  <a:pt x="117660" y="41842"/>
                  <a:pt x="117660" y="42066"/>
                </a:cubicBezTo>
                <a:cubicBezTo>
                  <a:pt x="117461" y="43584"/>
                  <a:pt x="117212" y="45327"/>
                  <a:pt x="116988" y="46671"/>
                </a:cubicBezTo>
                <a:cubicBezTo>
                  <a:pt x="116839" y="47642"/>
                  <a:pt x="116540" y="49060"/>
                  <a:pt x="116217" y="50156"/>
                </a:cubicBezTo>
                <a:cubicBezTo>
                  <a:pt x="116117" y="50479"/>
                  <a:pt x="116043" y="50778"/>
                  <a:pt x="115943" y="51126"/>
                </a:cubicBezTo>
                <a:cubicBezTo>
                  <a:pt x="115719" y="51923"/>
                  <a:pt x="115470" y="52869"/>
                  <a:pt x="115196" y="53715"/>
                </a:cubicBezTo>
                <a:lnTo>
                  <a:pt x="115196" y="53541"/>
                </a:lnTo>
                <a:cubicBezTo>
                  <a:pt x="115719" y="51599"/>
                  <a:pt x="116067" y="49658"/>
                  <a:pt x="116291" y="47816"/>
                </a:cubicBezTo>
                <a:cubicBezTo>
                  <a:pt x="116914" y="45625"/>
                  <a:pt x="117412" y="43460"/>
                  <a:pt x="117710" y="41344"/>
                </a:cubicBezTo>
                <a:close/>
                <a:moveTo>
                  <a:pt x="46049" y="53267"/>
                </a:moveTo>
                <a:lnTo>
                  <a:pt x="46472" y="53665"/>
                </a:lnTo>
                <a:cubicBezTo>
                  <a:pt x="46472" y="53715"/>
                  <a:pt x="46472" y="53715"/>
                  <a:pt x="46422" y="53740"/>
                </a:cubicBezTo>
                <a:lnTo>
                  <a:pt x="46024" y="53342"/>
                </a:lnTo>
                <a:cubicBezTo>
                  <a:pt x="46024" y="53292"/>
                  <a:pt x="46049" y="53292"/>
                  <a:pt x="46049" y="53267"/>
                </a:cubicBezTo>
                <a:close/>
                <a:moveTo>
                  <a:pt x="69421" y="53491"/>
                </a:moveTo>
                <a:cubicBezTo>
                  <a:pt x="69621" y="53541"/>
                  <a:pt x="69770" y="53615"/>
                  <a:pt x="69944" y="53665"/>
                </a:cubicBezTo>
                <a:cubicBezTo>
                  <a:pt x="69944" y="53690"/>
                  <a:pt x="69919" y="53690"/>
                  <a:pt x="69919" y="53740"/>
                </a:cubicBezTo>
                <a:cubicBezTo>
                  <a:pt x="69720" y="53665"/>
                  <a:pt x="69571" y="53615"/>
                  <a:pt x="69397" y="53541"/>
                </a:cubicBezTo>
                <a:cubicBezTo>
                  <a:pt x="69421" y="53516"/>
                  <a:pt x="69421" y="53491"/>
                  <a:pt x="69421" y="53491"/>
                </a:cubicBezTo>
                <a:close/>
                <a:moveTo>
                  <a:pt x="54494" y="46213"/>
                </a:moveTo>
                <a:cubicBezTo>
                  <a:pt x="54460" y="46240"/>
                  <a:pt x="54425" y="46268"/>
                  <a:pt x="54387" y="46298"/>
                </a:cubicBezTo>
                <a:cubicBezTo>
                  <a:pt x="54238" y="46422"/>
                  <a:pt x="54064" y="46546"/>
                  <a:pt x="53889" y="46696"/>
                </a:cubicBezTo>
                <a:cubicBezTo>
                  <a:pt x="53865" y="46746"/>
                  <a:pt x="53840" y="46746"/>
                  <a:pt x="53815" y="46770"/>
                </a:cubicBezTo>
                <a:cubicBezTo>
                  <a:pt x="53740" y="46820"/>
                  <a:pt x="53641" y="46895"/>
                  <a:pt x="53591" y="46945"/>
                </a:cubicBezTo>
                <a:cubicBezTo>
                  <a:pt x="53566" y="46970"/>
                  <a:pt x="53516" y="46970"/>
                  <a:pt x="53491" y="47019"/>
                </a:cubicBezTo>
                <a:lnTo>
                  <a:pt x="53466" y="47044"/>
                </a:lnTo>
                <a:cubicBezTo>
                  <a:pt x="53267" y="47194"/>
                  <a:pt x="53068" y="47343"/>
                  <a:pt x="52869" y="47542"/>
                </a:cubicBezTo>
                <a:lnTo>
                  <a:pt x="52844" y="47567"/>
                </a:lnTo>
                <a:lnTo>
                  <a:pt x="52769" y="47642"/>
                </a:lnTo>
                <a:cubicBezTo>
                  <a:pt x="52744" y="47642"/>
                  <a:pt x="52744" y="47667"/>
                  <a:pt x="52720" y="47667"/>
                </a:cubicBezTo>
                <a:cubicBezTo>
                  <a:pt x="52122" y="48164"/>
                  <a:pt x="51575" y="48687"/>
                  <a:pt x="51002" y="49210"/>
                </a:cubicBezTo>
                <a:cubicBezTo>
                  <a:pt x="51002" y="49210"/>
                  <a:pt x="50977" y="49210"/>
                  <a:pt x="50977" y="49260"/>
                </a:cubicBezTo>
                <a:lnTo>
                  <a:pt x="50878" y="49334"/>
                </a:lnTo>
                <a:lnTo>
                  <a:pt x="49658" y="50554"/>
                </a:lnTo>
                <a:lnTo>
                  <a:pt x="49608" y="50629"/>
                </a:lnTo>
                <a:lnTo>
                  <a:pt x="49509" y="50703"/>
                </a:lnTo>
                <a:lnTo>
                  <a:pt x="49359" y="50877"/>
                </a:lnTo>
                <a:cubicBezTo>
                  <a:pt x="49011" y="51251"/>
                  <a:pt x="48637" y="51624"/>
                  <a:pt x="48289" y="51998"/>
                </a:cubicBezTo>
                <a:lnTo>
                  <a:pt x="48140" y="52147"/>
                </a:lnTo>
                <a:lnTo>
                  <a:pt x="48040" y="52246"/>
                </a:lnTo>
                <a:cubicBezTo>
                  <a:pt x="48015" y="52271"/>
                  <a:pt x="47990" y="52321"/>
                  <a:pt x="47965" y="52371"/>
                </a:cubicBezTo>
                <a:cubicBezTo>
                  <a:pt x="47916" y="52396"/>
                  <a:pt x="47916" y="52421"/>
                  <a:pt x="47891" y="52421"/>
                </a:cubicBezTo>
                <a:cubicBezTo>
                  <a:pt x="47517" y="52869"/>
                  <a:pt x="47119" y="53317"/>
                  <a:pt x="46746" y="53765"/>
                </a:cubicBezTo>
                <a:lnTo>
                  <a:pt x="46721" y="53740"/>
                </a:lnTo>
                <a:cubicBezTo>
                  <a:pt x="46870" y="53541"/>
                  <a:pt x="46995" y="53367"/>
                  <a:pt x="47144" y="53217"/>
                </a:cubicBezTo>
                <a:cubicBezTo>
                  <a:pt x="47219" y="53118"/>
                  <a:pt x="47293" y="53018"/>
                  <a:pt x="47368" y="52943"/>
                </a:cubicBezTo>
                <a:cubicBezTo>
                  <a:pt x="47766" y="52446"/>
                  <a:pt x="48214" y="51998"/>
                  <a:pt x="48637" y="51500"/>
                </a:cubicBezTo>
                <a:cubicBezTo>
                  <a:pt x="48737" y="51400"/>
                  <a:pt x="48787" y="51301"/>
                  <a:pt x="48886" y="51251"/>
                </a:cubicBezTo>
                <a:cubicBezTo>
                  <a:pt x="49334" y="50778"/>
                  <a:pt x="49782" y="50305"/>
                  <a:pt x="50255" y="49832"/>
                </a:cubicBezTo>
                <a:lnTo>
                  <a:pt x="50479" y="49633"/>
                </a:lnTo>
                <a:cubicBezTo>
                  <a:pt x="50977" y="49160"/>
                  <a:pt x="51450" y="48687"/>
                  <a:pt x="51973" y="48264"/>
                </a:cubicBezTo>
                <a:cubicBezTo>
                  <a:pt x="52023" y="48239"/>
                  <a:pt x="52072" y="48164"/>
                  <a:pt x="52122" y="48139"/>
                </a:cubicBezTo>
                <a:lnTo>
                  <a:pt x="53242" y="47194"/>
                </a:lnTo>
                <a:lnTo>
                  <a:pt x="53715" y="46820"/>
                </a:lnTo>
                <a:lnTo>
                  <a:pt x="53815" y="46721"/>
                </a:lnTo>
                <a:cubicBezTo>
                  <a:pt x="54033" y="46546"/>
                  <a:pt x="54271" y="46371"/>
                  <a:pt x="54494" y="46213"/>
                </a:cubicBezTo>
                <a:close/>
                <a:moveTo>
                  <a:pt x="114997" y="53342"/>
                </a:moveTo>
                <a:lnTo>
                  <a:pt x="114997" y="53541"/>
                </a:lnTo>
                <a:cubicBezTo>
                  <a:pt x="114997" y="53615"/>
                  <a:pt x="114972" y="53715"/>
                  <a:pt x="114947" y="53765"/>
                </a:cubicBezTo>
                <a:lnTo>
                  <a:pt x="114947" y="53541"/>
                </a:lnTo>
                <a:cubicBezTo>
                  <a:pt x="114972" y="53491"/>
                  <a:pt x="114972" y="53391"/>
                  <a:pt x="114997" y="53342"/>
                </a:cubicBezTo>
                <a:close/>
                <a:moveTo>
                  <a:pt x="17673" y="53765"/>
                </a:moveTo>
                <a:cubicBezTo>
                  <a:pt x="17673" y="53790"/>
                  <a:pt x="17648" y="53790"/>
                  <a:pt x="17648" y="53839"/>
                </a:cubicBezTo>
                <a:lnTo>
                  <a:pt x="17598" y="53839"/>
                </a:lnTo>
                <a:cubicBezTo>
                  <a:pt x="17598" y="53790"/>
                  <a:pt x="17623" y="53790"/>
                  <a:pt x="17623" y="53765"/>
                </a:cubicBezTo>
                <a:close/>
                <a:moveTo>
                  <a:pt x="66293" y="53362"/>
                </a:moveTo>
                <a:cubicBezTo>
                  <a:pt x="66172" y="53507"/>
                  <a:pt x="66031" y="53673"/>
                  <a:pt x="65912" y="53839"/>
                </a:cubicBezTo>
                <a:cubicBezTo>
                  <a:pt x="65912" y="53790"/>
                  <a:pt x="65937" y="53765"/>
                  <a:pt x="65937" y="53740"/>
                </a:cubicBezTo>
                <a:lnTo>
                  <a:pt x="65937" y="53690"/>
                </a:lnTo>
                <a:cubicBezTo>
                  <a:pt x="65937" y="53665"/>
                  <a:pt x="65962" y="53640"/>
                  <a:pt x="65962" y="53615"/>
                </a:cubicBezTo>
                <a:cubicBezTo>
                  <a:pt x="66036" y="53516"/>
                  <a:pt x="66086" y="53416"/>
                  <a:pt x="66186" y="53367"/>
                </a:cubicBezTo>
                <a:lnTo>
                  <a:pt x="66211" y="53367"/>
                </a:lnTo>
                <a:cubicBezTo>
                  <a:pt x="66252" y="53367"/>
                  <a:pt x="66278" y="53367"/>
                  <a:pt x="66293" y="53362"/>
                </a:cubicBezTo>
                <a:close/>
                <a:moveTo>
                  <a:pt x="23721" y="45800"/>
                </a:moveTo>
                <a:cubicBezTo>
                  <a:pt x="24070" y="46173"/>
                  <a:pt x="24393" y="46546"/>
                  <a:pt x="24767" y="46895"/>
                </a:cubicBezTo>
                <a:cubicBezTo>
                  <a:pt x="23398" y="49235"/>
                  <a:pt x="22278" y="51599"/>
                  <a:pt x="21456" y="53864"/>
                </a:cubicBezTo>
                <a:cubicBezTo>
                  <a:pt x="20286" y="53715"/>
                  <a:pt x="19166" y="53615"/>
                  <a:pt x="18046" y="53591"/>
                </a:cubicBezTo>
                <a:cubicBezTo>
                  <a:pt x="19789" y="50977"/>
                  <a:pt x="21705" y="48388"/>
                  <a:pt x="23721" y="45800"/>
                </a:cubicBezTo>
                <a:close/>
                <a:moveTo>
                  <a:pt x="24891" y="47019"/>
                </a:moveTo>
                <a:lnTo>
                  <a:pt x="24916" y="47044"/>
                </a:lnTo>
                <a:cubicBezTo>
                  <a:pt x="23597" y="49359"/>
                  <a:pt x="22502" y="51649"/>
                  <a:pt x="21655" y="53889"/>
                </a:cubicBezTo>
                <a:lnTo>
                  <a:pt x="21606" y="53889"/>
                </a:lnTo>
                <a:cubicBezTo>
                  <a:pt x="22452" y="51649"/>
                  <a:pt x="23572" y="49359"/>
                  <a:pt x="24891" y="47019"/>
                </a:cubicBezTo>
                <a:close/>
                <a:moveTo>
                  <a:pt x="37835" y="46273"/>
                </a:moveTo>
                <a:cubicBezTo>
                  <a:pt x="37959" y="46372"/>
                  <a:pt x="38059" y="46447"/>
                  <a:pt x="38183" y="46546"/>
                </a:cubicBezTo>
                <a:cubicBezTo>
                  <a:pt x="36291" y="48936"/>
                  <a:pt x="34698" y="51425"/>
                  <a:pt x="33454" y="53889"/>
                </a:cubicBezTo>
                <a:cubicBezTo>
                  <a:pt x="33031" y="53541"/>
                  <a:pt x="32583" y="53217"/>
                  <a:pt x="32184" y="52869"/>
                </a:cubicBezTo>
                <a:cubicBezTo>
                  <a:pt x="33952" y="50629"/>
                  <a:pt x="35818" y="48413"/>
                  <a:pt x="37835" y="46273"/>
                </a:cubicBezTo>
                <a:close/>
                <a:moveTo>
                  <a:pt x="38308" y="46646"/>
                </a:moveTo>
                <a:cubicBezTo>
                  <a:pt x="38332" y="46646"/>
                  <a:pt x="38332" y="46671"/>
                  <a:pt x="38382" y="46671"/>
                </a:cubicBezTo>
                <a:cubicBezTo>
                  <a:pt x="36466" y="49060"/>
                  <a:pt x="34898" y="51550"/>
                  <a:pt x="33653" y="54014"/>
                </a:cubicBezTo>
                <a:cubicBezTo>
                  <a:pt x="33603" y="54014"/>
                  <a:pt x="33603" y="53989"/>
                  <a:pt x="33578" y="53989"/>
                </a:cubicBezTo>
                <a:cubicBezTo>
                  <a:pt x="34823" y="51525"/>
                  <a:pt x="36416" y="49036"/>
                  <a:pt x="38308" y="46646"/>
                </a:cubicBezTo>
                <a:close/>
                <a:moveTo>
                  <a:pt x="17897" y="53790"/>
                </a:moveTo>
                <a:cubicBezTo>
                  <a:pt x="19017" y="53839"/>
                  <a:pt x="20212" y="53889"/>
                  <a:pt x="21357" y="54039"/>
                </a:cubicBezTo>
                <a:lnTo>
                  <a:pt x="21357" y="54113"/>
                </a:lnTo>
                <a:cubicBezTo>
                  <a:pt x="20162" y="53964"/>
                  <a:pt x="19017" y="53864"/>
                  <a:pt x="17872" y="53864"/>
                </a:cubicBezTo>
                <a:cubicBezTo>
                  <a:pt x="17872" y="53839"/>
                  <a:pt x="17897" y="53839"/>
                  <a:pt x="17897" y="53790"/>
                </a:cubicBezTo>
                <a:close/>
                <a:moveTo>
                  <a:pt x="32035" y="52993"/>
                </a:moveTo>
                <a:cubicBezTo>
                  <a:pt x="32483" y="53342"/>
                  <a:pt x="32931" y="53715"/>
                  <a:pt x="33354" y="54039"/>
                </a:cubicBezTo>
                <a:cubicBezTo>
                  <a:pt x="33354" y="54088"/>
                  <a:pt x="33329" y="54088"/>
                  <a:pt x="33329" y="54113"/>
                </a:cubicBezTo>
                <a:cubicBezTo>
                  <a:pt x="32906" y="53765"/>
                  <a:pt x="32433" y="53391"/>
                  <a:pt x="31985" y="53043"/>
                </a:cubicBezTo>
                <a:cubicBezTo>
                  <a:pt x="31985" y="53018"/>
                  <a:pt x="32035" y="53018"/>
                  <a:pt x="32035" y="52993"/>
                </a:cubicBezTo>
                <a:close/>
                <a:moveTo>
                  <a:pt x="21606" y="54088"/>
                </a:moveTo>
                <a:cubicBezTo>
                  <a:pt x="21606" y="54113"/>
                  <a:pt x="21606" y="54113"/>
                  <a:pt x="21581" y="54138"/>
                </a:cubicBezTo>
                <a:lnTo>
                  <a:pt x="21506" y="54138"/>
                </a:lnTo>
                <a:cubicBezTo>
                  <a:pt x="21506" y="54113"/>
                  <a:pt x="21506" y="54113"/>
                  <a:pt x="21531" y="54088"/>
                </a:cubicBezTo>
                <a:close/>
                <a:moveTo>
                  <a:pt x="19042" y="40174"/>
                </a:moveTo>
                <a:lnTo>
                  <a:pt x="19042" y="40199"/>
                </a:lnTo>
                <a:lnTo>
                  <a:pt x="19092" y="40224"/>
                </a:lnTo>
                <a:cubicBezTo>
                  <a:pt x="18992" y="40448"/>
                  <a:pt x="18893" y="40573"/>
                  <a:pt x="18793" y="40722"/>
                </a:cubicBezTo>
                <a:lnTo>
                  <a:pt x="17673" y="42415"/>
                </a:lnTo>
                <a:cubicBezTo>
                  <a:pt x="17499" y="42713"/>
                  <a:pt x="17275" y="43037"/>
                  <a:pt x="17100" y="43311"/>
                </a:cubicBezTo>
                <a:cubicBezTo>
                  <a:pt x="16802" y="43759"/>
                  <a:pt x="16553" y="44182"/>
                  <a:pt x="16304" y="44580"/>
                </a:cubicBezTo>
                <a:cubicBezTo>
                  <a:pt x="16154" y="44829"/>
                  <a:pt x="16030" y="45053"/>
                  <a:pt x="15881" y="45277"/>
                </a:cubicBezTo>
                <a:cubicBezTo>
                  <a:pt x="15507" y="45899"/>
                  <a:pt x="15184" y="46472"/>
                  <a:pt x="14860" y="47094"/>
                </a:cubicBezTo>
                <a:cubicBezTo>
                  <a:pt x="14561" y="47592"/>
                  <a:pt x="14313" y="48090"/>
                  <a:pt x="14064" y="48612"/>
                </a:cubicBezTo>
                <a:cubicBezTo>
                  <a:pt x="14064" y="48612"/>
                  <a:pt x="14064" y="48637"/>
                  <a:pt x="14039" y="48637"/>
                </a:cubicBezTo>
                <a:cubicBezTo>
                  <a:pt x="13939" y="48811"/>
                  <a:pt x="13865" y="49011"/>
                  <a:pt x="13765" y="49235"/>
                </a:cubicBezTo>
                <a:cubicBezTo>
                  <a:pt x="13541" y="49683"/>
                  <a:pt x="13317" y="50131"/>
                  <a:pt x="13118" y="50604"/>
                </a:cubicBezTo>
                <a:cubicBezTo>
                  <a:pt x="13043" y="50753"/>
                  <a:pt x="12944" y="50902"/>
                  <a:pt x="12894" y="51052"/>
                </a:cubicBezTo>
                <a:cubicBezTo>
                  <a:pt x="12421" y="52122"/>
                  <a:pt x="11948" y="53217"/>
                  <a:pt x="11575" y="54238"/>
                </a:cubicBezTo>
                <a:lnTo>
                  <a:pt x="11525" y="54238"/>
                </a:lnTo>
                <a:cubicBezTo>
                  <a:pt x="13192" y="49658"/>
                  <a:pt x="15781" y="44879"/>
                  <a:pt x="19042" y="40174"/>
                </a:cubicBezTo>
                <a:close/>
                <a:moveTo>
                  <a:pt x="19216" y="40473"/>
                </a:moveTo>
                <a:cubicBezTo>
                  <a:pt x="20212" y="41917"/>
                  <a:pt x="21606" y="43634"/>
                  <a:pt x="23398" y="45501"/>
                </a:cubicBezTo>
                <a:cubicBezTo>
                  <a:pt x="21282" y="48139"/>
                  <a:pt x="19341" y="50853"/>
                  <a:pt x="17499" y="53591"/>
                </a:cubicBezTo>
                <a:cubicBezTo>
                  <a:pt x="15507" y="53591"/>
                  <a:pt x="13566" y="53765"/>
                  <a:pt x="11799" y="54238"/>
                </a:cubicBezTo>
                <a:cubicBezTo>
                  <a:pt x="12670" y="51898"/>
                  <a:pt x="13765" y="49508"/>
                  <a:pt x="15109" y="47094"/>
                </a:cubicBezTo>
                <a:cubicBezTo>
                  <a:pt x="15258" y="46820"/>
                  <a:pt x="15408" y="46546"/>
                  <a:pt x="15557" y="46298"/>
                </a:cubicBezTo>
                <a:cubicBezTo>
                  <a:pt x="15731" y="46024"/>
                  <a:pt x="15881" y="45775"/>
                  <a:pt x="16030" y="45501"/>
                </a:cubicBezTo>
                <a:cubicBezTo>
                  <a:pt x="16304" y="45028"/>
                  <a:pt x="16603" y="44555"/>
                  <a:pt x="16876" y="44057"/>
                </a:cubicBezTo>
                <a:cubicBezTo>
                  <a:pt x="16926" y="44008"/>
                  <a:pt x="16976" y="43908"/>
                  <a:pt x="17001" y="43833"/>
                </a:cubicBezTo>
                <a:cubicBezTo>
                  <a:pt x="17349" y="43286"/>
                  <a:pt x="17723" y="42713"/>
                  <a:pt x="18046" y="42166"/>
                </a:cubicBezTo>
                <a:cubicBezTo>
                  <a:pt x="18420" y="41568"/>
                  <a:pt x="18793" y="41046"/>
                  <a:pt x="19216" y="40473"/>
                </a:cubicBezTo>
                <a:close/>
                <a:moveTo>
                  <a:pt x="33528" y="54138"/>
                </a:moveTo>
                <a:cubicBezTo>
                  <a:pt x="33553" y="54138"/>
                  <a:pt x="33553" y="54163"/>
                  <a:pt x="33578" y="54163"/>
                </a:cubicBezTo>
                <a:cubicBezTo>
                  <a:pt x="33578" y="54213"/>
                  <a:pt x="33553" y="54213"/>
                  <a:pt x="33553" y="54238"/>
                </a:cubicBezTo>
                <a:cubicBezTo>
                  <a:pt x="33528" y="54238"/>
                  <a:pt x="33479" y="54238"/>
                  <a:pt x="33479" y="54213"/>
                </a:cubicBezTo>
                <a:cubicBezTo>
                  <a:pt x="33479" y="54163"/>
                  <a:pt x="33528" y="54163"/>
                  <a:pt x="33528" y="54138"/>
                </a:cubicBezTo>
                <a:close/>
                <a:moveTo>
                  <a:pt x="17399" y="53790"/>
                </a:moveTo>
                <a:cubicBezTo>
                  <a:pt x="17374" y="53790"/>
                  <a:pt x="17374" y="53790"/>
                  <a:pt x="17349" y="53839"/>
                </a:cubicBezTo>
                <a:cubicBezTo>
                  <a:pt x="15358" y="53839"/>
                  <a:pt x="13441" y="54039"/>
                  <a:pt x="11699" y="54512"/>
                </a:cubicBezTo>
                <a:cubicBezTo>
                  <a:pt x="11699" y="54487"/>
                  <a:pt x="11749" y="54487"/>
                  <a:pt x="11749" y="54462"/>
                </a:cubicBezTo>
                <a:cubicBezTo>
                  <a:pt x="13516" y="53989"/>
                  <a:pt x="15408" y="53790"/>
                  <a:pt x="17399" y="53790"/>
                </a:cubicBezTo>
                <a:close/>
                <a:moveTo>
                  <a:pt x="118084" y="37735"/>
                </a:moveTo>
                <a:lnTo>
                  <a:pt x="118084" y="38482"/>
                </a:lnTo>
                <a:cubicBezTo>
                  <a:pt x="118059" y="39452"/>
                  <a:pt x="118034" y="40647"/>
                  <a:pt x="117909" y="41842"/>
                </a:cubicBezTo>
                <a:cubicBezTo>
                  <a:pt x="117909" y="41942"/>
                  <a:pt x="117860" y="42016"/>
                  <a:pt x="117860" y="42091"/>
                </a:cubicBezTo>
                <a:cubicBezTo>
                  <a:pt x="117660" y="43709"/>
                  <a:pt x="117436" y="45401"/>
                  <a:pt x="117212" y="46671"/>
                </a:cubicBezTo>
                <a:cubicBezTo>
                  <a:pt x="117188" y="46820"/>
                  <a:pt x="117163" y="46945"/>
                  <a:pt x="117113" y="47119"/>
                </a:cubicBezTo>
                <a:cubicBezTo>
                  <a:pt x="116964" y="47940"/>
                  <a:pt x="116764" y="48861"/>
                  <a:pt x="116540" y="49857"/>
                </a:cubicBezTo>
                <a:cubicBezTo>
                  <a:pt x="116491" y="49981"/>
                  <a:pt x="116466" y="50106"/>
                  <a:pt x="116441" y="50180"/>
                </a:cubicBezTo>
                <a:cubicBezTo>
                  <a:pt x="116366" y="50405"/>
                  <a:pt x="116316" y="50629"/>
                  <a:pt x="116242" y="50877"/>
                </a:cubicBezTo>
                <a:lnTo>
                  <a:pt x="116142" y="51151"/>
                </a:lnTo>
                <a:cubicBezTo>
                  <a:pt x="116043" y="51624"/>
                  <a:pt x="115868" y="52172"/>
                  <a:pt x="115719" y="52719"/>
                </a:cubicBezTo>
                <a:cubicBezTo>
                  <a:pt x="115520" y="53292"/>
                  <a:pt x="115346" y="53914"/>
                  <a:pt x="115122" y="54586"/>
                </a:cubicBezTo>
                <a:cubicBezTo>
                  <a:pt x="115122" y="54611"/>
                  <a:pt x="115097" y="54611"/>
                  <a:pt x="115097" y="54636"/>
                </a:cubicBezTo>
                <a:cubicBezTo>
                  <a:pt x="115097" y="54586"/>
                  <a:pt x="115122" y="54536"/>
                  <a:pt x="115122" y="54487"/>
                </a:cubicBezTo>
                <a:lnTo>
                  <a:pt x="115122" y="54362"/>
                </a:lnTo>
                <a:cubicBezTo>
                  <a:pt x="115470" y="53391"/>
                  <a:pt x="115819" y="52147"/>
                  <a:pt x="116092" y="51151"/>
                </a:cubicBezTo>
                <a:cubicBezTo>
                  <a:pt x="116192" y="50803"/>
                  <a:pt x="116291" y="50504"/>
                  <a:pt x="116366" y="50180"/>
                </a:cubicBezTo>
                <a:cubicBezTo>
                  <a:pt x="116690" y="49110"/>
                  <a:pt x="116964" y="47667"/>
                  <a:pt x="117163" y="46671"/>
                </a:cubicBezTo>
                <a:cubicBezTo>
                  <a:pt x="117412" y="45327"/>
                  <a:pt x="117611" y="43584"/>
                  <a:pt x="117810" y="42066"/>
                </a:cubicBezTo>
                <a:cubicBezTo>
                  <a:pt x="117934" y="41120"/>
                  <a:pt x="117984" y="39801"/>
                  <a:pt x="118034" y="38731"/>
                </a:cubicBezTo>
                <a:cubicBezTo>
                  <a:pt x="118059" y="38556"/>
                  <a:pt x="118059" y="38357"/>
                  <a:pt x="118059" y="38208"/>
                </a:cubicBezTo>
                <a:lnTo>
                  <a:pt x="118059" y="38083"/>
                </a:lnTo>
                <a:cubicBezTo>
                  <a:pt x="118059" y="37959"/>
                  <a:pt x="118059" y="37859"/>
                  <a:pt x="118084" y="37735"/>
                </a:cubicBezTo>
                <a:close/>
                <a:moveTo>
                  <a:pt x="62952" y="52842"/>
                </a:moveTo>
                <a:lnTo>
                  <a:pt x="62952" y="52842"/>
                </a:lnTo>
                <a:cubicBezTo>
                  <a:pt x="62941" y="52853"/>
                  <a:pt x="62931" y="52862"/>
                  <a:pt x="62925" y="52869"/>
                </a:cubicBezTo>
                <a:lnTo>
                  <a:pt x="62352" y="53342"/>
                </a:lnTo>
                <a:cubicBezTo>
                  <a:pt x="61979" y="53615"/>
                  <a:pt x="61606" y="53914"/>
                  <a:pt x="61307" y="54213"/>
                </a:cubicBezTo>
                <a:cubicBezTo>
                  <a:pt x="61034" y="54445"/>
                  <a:pt x="60760" y="54670"/>
                  <a:pt x="60495" y="54896"/>
                </a:cubicBezTo>
                <a:lnTo>
                  <a:pt x="60495" y="54896"/>
                </a:lnTo>
                <a:cubicBezTo>
                  <a:pt x="60654" y="54753"/>
                  <a:pt x="60809" y="54615"/>
                  <a:pt x="60959" y="54487"/>
                </a:cubicBezTo>
                <a:cubicBezTo>
                  <a:pt x="61058" y="54387"/>
                  <a:pt x="61183" y="54288"/>
                  <a:pt x="61282" y="54213"/>
                </a:cubicBezTo>
                <a:cubicBezTo>
                  <a:pt x="61307" y="54213"/>
                  <a:pt x="61307" y="54163"/>
                  <a:pt x="61332" y="54163"/>
                </a:cubicBezTo>
                <a:cubicBezTo>
                  <a:pt x="61606" y="53914"/>
                  <a:pt x="61929" y="53665"/>
                  <a:pt x="62228" y="53416"/>
                </a:cubicBezTo>
                <a:cubicBezTo>
                  <a:pt x="62352" y="53342"/>
                  <a:pt x="62452" y="53242"/>
                  <a:pt x="62576" y="53143"/>
                </a:cubicBezTo>
                <a:cubicBezTo>
                  <a:pt x="62651" y="53093"/>
                  <a:pt x="62726" y="53018"/>
                  <a:pt x="62800" y="52968"/>
                </a:cubicBezTo>
                <a:lnTo>
                  <a:pt x="62952" y="52842"/>
                </a:lnTo>
                <a:close/>
                <a:moveTo>
                  <a:pt x="78606" y="45675"/>
                </a:moveTo>
                <a:lnTo>
                  <a:pt x="78656" y="45725"/>
                </a:lnTo>
                <a:lnTo>
                  <a:pt x="78656" y="45700"/>
                </a:lnTo>
                <a:cubicBezTo>
                  <a:pt x="78706" y="45725"/>
                  <a:pt x="78731" y="45725"/>
                  <a:pt x="78731" y="45775"/>
                </a:cubicBezTo>
                <a:cubicBezTo>
                  <a:pt x="78756" y="45800"/>
                  <a:pt x="78830" y="45849"/>
                  <a:pt x="78880" y="45899"/>
                </a:cubicBezTo>
                <a:cubicBezTo>
                  <a:pt x="78930" y="45924"/>
                  <a:pt x="78980" y="45999"/>
                  <a:pt x="79029" y="46024"/>
                </a:cubicBezTo>
                <a:lnTo>
                  <a:pt x="79079" y="46049"/>
                </a:lnTo>
                <a:cubicBezTo>
                  <a:pt x="79204" y="46173"/>
                  <a:pt x="79328" y="46273"/>
                  <a:pt x="79477" y="46397"/>
                </a:cubicBezTo>
                <a:cubicBezTo>
                  <a:pt x="79602" y="46472"/>
                  <a:pt x="79726" y="46571"/>
                  <a:pt x="79851" y="46696"/>
                </a:cubicBezTo>
                <a:cubicBezTo>
                  <a:pt x="79901" y="46770"/>
                  <a:pt x="80000" y="46820"/>
                  <a:pt x="80075" y="46845"/>
                </a:cubicBezTo>
                <a:cubicBezTo>
                  <a:pt x="80125" y="46895"/>
                  <a:pt x="80174" y="46945"/>
                  <a:pt x="80224" y="46970"/>
                </a:cubicBezTo>
                <a:cubicBezTo>
                  <a:pt x="80374" y="47094"/>
                  <a:pt x="80523" y="47194"/>
                  <a:pt x="80697" y="47293"/>
                </a:cubicBezTo>
                <a:cubicBezTo>
                  <a:pt x="80722" y="47293"/>
                  <a:pt x="80722" y="47318"/>
                  <a:pt x="80747" y="47318"/>
                </a:cubicBezTo>
                <a:cubicBezTo>
                  <a:pt x="80822" y="47343"/>
                  <a:pt x="80847" y="47393"/>
                  <a:pt x="80896" y="47418"/>
                </a:cubicBezTo>
                <a:lnTo>
                  <a:pt x="80946" y="47442"/>
                </a:lnTo>
                <a:cubicBezTo>
                  <a:pt x="80971" y="47467"/>
                  <a:pt x="80996" y="47467"/>
                  <a:pt x="81021" y="47517"/>
                </a:cubicBezTo>
                <a:lnTo>
                  <a:pt x="81319" y="47691"/>
                </a:lnTo>
                <a:cubicBezTo>
                  <a:pt x="81394" y="47766"/>
                  <a:pt x="81469" y="47791"/>
                  <a:pt x="81568" y="47841"/>
                </a:cubicBezTo>
                <a:cubicBezTo>
                  <a:pt x="81643" y="47915"/>
                  <a:pt x="81743" y="47965"/>
                  <a:pt x="81842" y="48015"/>
                </a:cubicBezTo>
                <a:cubicBezTo>
                  <a:pt x="82016" y="48139"/>
                  <a:pt x="82240" y="48214"/>
                  <a:pt x="82440" y="48339"/>
                </a:cubicBezTo>
                <a:cubicBezTo>
                  <a:pt x="82489" y="48388"/>
                  <a:pt x="82589" y="48438"/>
                  <a:pt x="82639" y="48463"/>
                </a:cubicBezTo>
                <a:cubicBezTo>
                  <a:pt x="82763" y="48538"/>
                  <a:pt x="82888" y="48587"/>
                  <a:pt x="82987" y="48662"/>
                </a:cubicBezTo>
                <a:cubicBezTo>
                  <a:pt x="83087" y="48712"/>
                  <a:pt x="83211" y="48787"/>
                  <a:pt x="83311" y="48811"/>
                </a:cubicBezTo>
                <a:lnTo>
                  <a:pt x="83485" y="48911"/>
                </a:lnTo>
                <a:lnTo>
                  <a:pt x="83684" y="49011"/>
                </a:lnTo>
                <a:cubicBezTo>
                  <a:pt x="82390" y="51052"/>
                  <a:pt x="80996" y="53118"/>
                  <a:pt x="79477" y="55134"/>
                </a:cubicBezTo>
                <a:cubicBezTo>
                  <a:pt x="78830" y="54586"/>
                  <a:pt x="78208" y="54014"/>
                  <a:pt x="77611" y="53416"/>
                </a:cubicBezTo>
                <a:cubicBezTo>
                  <a:pt x="78407" y="51151"/>
                  <a:pt x="78830" y="48986"/>
                  <a:pt x="78731" y="47019"/>
                </a:cubicBezTo>
                <a:lnTo>
                  <a:pt x="78731" y="46920"/>
                </a:lnTo>
                <a:cubicBezTo>
                  <a:pt x="78731" y="46770"/>
                  <a:pt x="78706" y="46621"/>
                  <a:pt x="78706" y="46447"/>
                </a:cubicBezTo>
                <a:lnTo>
                  <a:pt x="78706" y="46322"/>
                </a:lnTo>
                <a:lnTo>
                  <a:pt x="78606" y="45675"/>
                </a:lnTo>
                <a:close/>
                <a:moveTo>
                  <a:pt x="83833" y="49135"/>
                </a:moveTo>
                <a:cubicBezTo>
                  <a:pt x="83858" y="49135"/>
                  <a:pt x="83858" y="49160"/>
                  <a:pt x="83883" y="49160"/>
                </a:cubicBezTo>
                <a:cubicBezTo>
                  <a:pt x="82589" y="51176"/>
                  <a:pt x="81195" y="53242"/>
                  <a:pt x="79652" y="55283"/>
                </a:cubicBezTo>
                <a:cubicBezTo>
                  <a:pt x="79627" y="55283"/>
                  <a:pt x="79627" y="55258"/>
                  <a:pt x="79602" y="55258"/>
                </a:cubicBezTo>
                <a:cubicBezTo>
                  <a:pt x="81120" y="53242"/>
                  <a:pt x="82514" y="51176"/>
                  <a:pt x="83833" y="49135"/>
                </a:cubicBezTo>
                <a:close/>
                <a:moveTo>
                  <a:pt x="77536" y="53615"/>
                </a:moveTo>
                <a:cubicBezTo>
                  <a:pt x="78108" y="54213"/>
                  <a:pt x="78731" y="54736"/>
                  <a:pt x="79378" y="55258"/>
                </a:cubicBezTo>
                <a:cubicBezTo>
                  <a:pt x="79378" y="55283"/>
                  <a:pt x="79353" y="55283"/>
                  <a:pt x="79353" y="55333"/>
                </a:cubicBezTo>
                <a:cubicBezTo>
                  <a:pt x="78706" y="54785"/>
                  <a:pt x="78084" y="54238"/>
                  <a:pt x="77511" y="53665"/>
                </a:cubicBezTo>
                <a:cubicBezTo>
                  <a:pt x="77511" y="53640"/>
                  <a:pt x="77536" y="53640"/>
                  <a:pt x="77536" y="53615"/>
                </a:cubicBezTo>
                <a:close/>
                <a:moveTo>
                  <a:pt x="79477" y="55383"/>
                </a:moveTo>
                <a:cubicBezTo>
                  <a:pt x="79502" y="55383"/>
                  <a:pt x="79527" y="55408"/>
                  <a:pt x="79527" y="55408"/>
                </a:cubicBezTo>
                <a:cubicBezTo>
                  <a:pt x="79527" y="55457"/>
                  <a:pt x="79502" y="55457"/>
                  <a:pt x="79502" y="55482"/>
                </a:cubicBezTo>
                <a:cubicBezTo>
                  <a:pt x="79477" y="55482"/>
                  <a:pt x="79477" y="55457"/>
                  <a:pt x="79453" y="55457"/>
                </a:cubicBezTo>
                <a:cubicBezTo>
                  <a:pt x="79453" y="55408"/>
                  <a:pt x="79477" y="55408"/>
                  <a:pt x="79477" y="55383"/>
                </a:cubicBezTo>
                <a:close/>
                <a:moveTo>
                  <a:pt x="18644" y="39627"/>
                </a:moveTo>
                <a:cubicBezTo>
                  <a:pt x="18743" y="39801"/>
                  <a:pt x="18818" y="39925"/>
                  <a:pt x="18917" y="40075"/>
                </a:cubicBezTo>
                <a:cubicBezTo>
                  <a:pt x="18021" y="41344"/>
                  <a:pt x="17150" y="42663"/>
                  <a:pt x="16379" y="43958"/>
                </a:cubicBezTo>
                <a:cubicBezTo>
                  <a:pt x="14188" y="47517"/>
                  <a:pt x="12520" y="51002"/>
                  <a:pt x="11276" y="54362"/>
                </a:cubicBezTo>
                <a:cubicBezTo>
                  <a:pt x="10131" y="54711"/>
                  <a:pt x="9061" y="55109"/>
                  <a:pt x="8140" y="55607"/>
                </a:cubicBezTo>
                <a:cubicBezTo>
                  <a:pt x="10952" y="50280"/>
                  <a:pt x="14512" y="44879"/>
                  <a:pt x="18644" y="39627"/>
                </a:cubicBezTo>
                <a:close/>
                <a:moveTo>
                  <a:pt x="18519" y="39428"/>
                </a:moveTo>
                <a:cubicBezTo>
                  <a:pt x="18519" y="39452"/>
                  <a:pt x="18544" y="39452"/>
                  <a:pt x="18544" y="39477"/>
                </a:cubicBezTo>
                <a:cubicBezTo>
                  <a:pt x="14313" y="44804"/>
                  <a:pt x="10703" y="50305"/>
                  <a:pt x="7841" y="55781"/>
                </a:cubicBezTo>
                <a:cubicBezTo>
                  <a:pt x="7816" y="55831"/>
                  <a:pt x="7791" y="55831"/>
                  <a:pt x="7766" y="55856"/>
                </a:cubicBezTo>
                <a:cubicBezTo>
                  <a:pt x="10629" y="50355"/>
                  <a:pt x="14263" y="44804"/>
                  <a:pt x="18519" y="39428"/>
                </a:cubicBezTo>
                <a:close/>
                <a:moveTo>
                  <a:pt x="25090" y="47194"/>
                </a:moveTo>
                <a:cubicBezTo>
                  <a:pt x="27082" y="49135"/>
                  <a:pt x="29297" y="51101"/>
                  <a:pt x="31562" y="52919"/>
                </a:cubicBezTo>
                <a:cubicBezTo>
                  <a:pt x="30790" y="53889"/>
                  <a:pt x="30044" y="54860"/>
                  <a:pt x="29322" y="55856"/>
                </a:cubicBezTo>
                <a:cubicBezTo>
                  <a:pt x="26883" y="54960"/>
                  <a:pt x="24369" y="54288"/>
                  <a:pt x="21879" y="53914"/>
                </a:cubicBezTo>
                <a:cubicBezTo>
                  <a:pt x="22701" y="51724"/>
                  <a:pt x="23746" y="49484"/>
                  <a:pt x="25090" y="47194"/>
                </a:cubicBezTo>
                <a:close/>
                <a:moveTo>
                  <a:pt x="31687" y="53018"/>
                </a:moveTo>
                <a:cubicBezTo>
                  <a:pt x="31711" y="53018"/>
                  <a:pt x="31711" y="53043"/>
                  <a:pt x="31736" y="53043"/>
                </a:cubicBezTo>
                <a:cubicBezTo>
                  <a:pt x="30990" y="54014"/>
                  <a:pt x="30243" y="54935"/>
                  <a:pt x="29546" y="55905"/>
                </a:cubicBezTo>
                <a:cubicBezTo>
                  <a:pt x="29496" y="55905"/>
                  <a:pt x="29496" y="55881"/>
                  <a:pt x="29471" y="55881"/>
                </a:cubicBezTo>
                <a:cubicBezTo>
                  <a:pt x="30193" y="54960"/>
                  <a:pt x="30940" y="53989"/>
                  <a:pt x="31687" y="53018"/>
                </a:cubicBezTo>
                <a:close/>
                <a:moveTo>
                  <a:pt x="11176" y="54611"/>
                </a:moveTo>
                <a:cubicBezTo>
                  <a:pt x="11176" y="54611"/>
                  <a:pt x="11176" y="54636"/>
                  <a:pt x="11151" y="54661"/>
                </a:cubicBezTo>
                <a:cubicBezTo>
                  <a:pt x="9932" y="55009"/>
                  <a:pt x="8837" y="55482"/>
                  <a:pt x="7916" y="56030"/>
                </a:cubicBezTo>
                <a:cubicBezTo>
                  <a:pt x="7940" y="56005"/>
                  <a:pt x="7940" y="55980"/>
                  <a:pt x="7965" y="55955"/>
                </a:cubicBezTo>
                <a:cubicBezTo>
                  <a:pt x="8911" y="55408"/>
                  <a:pt x="10006" y="54960"/>
                  <a:pt x="11176" y="54611"/>
                </a:cubicBezTo>
                <a:close/>
                <a:moveTo>
                  <a:pt x="21780" y="54088"/>
                </a:moveTo>
                <a:cubicBezTo>
                  <a:pt x="24244" y="54462"/>
                  <a:pt x="26758" y="55084"/>
                  <a:pt x="29173" y="55980"/>
                </a:cubicBezTo>
                <a:cubicBezTo>
                  <a:pt x="29173" y="56005"/>
                  <a:pt x="29173" y="56030"/>
                  <a:pt x="29123" y="56030"/>
                </a:cubicBezTo>
                <a:cubicBezTo>
                  <a:pt x="26733" y="55134"/>
                  <a:pt x="24244" y="54512"/>
                  <a:pt x="21755" y="54138"/>
                </a:cubicBezTo>
                <a:cubicBezTo>
                  <a:pt x="21755" y="54113"/>
                  <a:pt x="21755" y="54113"/>
                  <a:pt x="21780" y="54088"/>
                </a:cubicBezTo>
                <a:close/>
                <a:moveTo>
                  <a:pt x="29347" y="56080"/>
                </a:moveTo>
                <a:cubicBezTo>
                  <a:pt x="29372" y="56080"/>
                  <a:pt x="29372" y="56105"/>
                  <a:pt x="29421" y="56105"/>
                </a:cubicBezTo>
                <a:cubicBezTo>
                  <a:pt x="29421" y="56129"/>
                  <a:pt x="29372" y="56129"/>
                  <a:pt x="29372" y="56154"/>
                </a:cubicBezTo>
                <a:cubicBezTo>
                  <a:pt x="29347" y="56129"/>
                  <a:pt x="29347" y="56129"/>
                  <a:pt x="29322" y="56129"/>
                </a:cubicBezTo>
                <a:cubicBezTo>
                  <a:pt x="29322" y="56105"/>
                  <a:pt x="29347" y="56105"/>
                  <a:pt x="29347" y="56080"/>
                </a:cubicBezTo>
                <a:close/>
                <a:moveTo>
                  <a:pt x="59807" y="55507"/>
                </a:moveTo>
                <a:cubicBezTo>
                  <a:pt x="59599" y="55690"/>
                  <a:pt x="59374" y="55874"/>
                  <a:pt x="59191" y="56080"/>
                </a:cubicBezTo>
                <a:cubicBezTo>
                  <a:pt x="59146" y="56110"/>
                  <a:pt x="59110" y="56131"/>
                  <a:pt x="59077" y="56160"/>
                </a:cubicBezTo>
                <a:lnTo>
                  <a:pt x="59077" y="56160"/>
                </a:lnTo>
                <a:cubicBezTo>
                  <a:pt x="59123" y="56117"/>
                  <a:pt x="59170" y="56073"/>
                  <a:pt x="59216" y="56030"/>
                </a:cubicBezTo>
                <a:cubicBezTo>
                  <a:pt x="59406" y="55864"/>
                  <a:pt x="59596" y="55675"/>
                  <a:pt x="59807" y="55507"/>
                </a:cubicBezTo>
                <a:close/>
                <a:moveTo>
                  <a:pt x="7667" y="56105"/>
                </a:moveTo>
                <a:cubicBezTo>
                  <a:pt x="7642" y="56129"/>
                  <a:pt x="7642" y="56154"/>
                  <a:pt x="7592" y="56229"/>
                </a:cubicBezTo>
                <a:cubicBezTo>
                  <a:pt x="7567" y="56229"/>
                  <a:pt x="7542" y="56254"/>
                  <a:pt x="7517" y="56279"/>
                </a:cubicBezTo>
                <a:cubicBezTo>
                  <a:pt x="7542" y="56254"/>
                  <a:pt x="7542" y="56229"/>
                  <a:pt x="7567" y="56154"/>
                </a:cubicBezTo>
                <a:cubicBezTo>
                  <a:pt x="7592" y="56129"/>
                  <a:pt x="7642" y="56129"/>
                  <a:pt x="7667" y="56105"/>
                </a:cubicBezTo>
                <a:close/>
                <a:moveTo>
                  <a:pt x="73877" y="49110"/>
                </a:moveTo>
                <a:cubicBezTo>
                  <a:pt x="74624" y="50604"/>
                  <a:pt x="75669" y="52097"/>
                  <a:pt x="77038" y="53516"/>
                </a:cubicBezTo>
                <a:cubicBezTo>
                  <a:pt x="76739" y="54412"/>
                  <a:pt x="76341" y="55383"/>
                  <a:pt x="75868" y="56329"/>
                </a:cubicBezTo>
                <a:cubicBezTo>
                  <a:pt x="73902" y="55159"/>
                  <a:pt x="72060" y="54263"/>
                  <a:pt x="70517" y="53665"/>
                </a:cubicBezTo>
                <a:cubicBezTo>
                  <a:pt x="71687" y="52172"/>
                  <a:pt x="72856" y="50653"/>
                  <a:pt x="73877" y="49110"/>
                </a:cubicBezTo>
                <a:close/>
                <a:moveTo>
                  <a:pt x="77237" y="53665"/>
                </a:moveTo>
                <a:cubicBezTo>
                  <a:pt x="77262" y="53715"/>
                  <a:pt x="77262" y="53715"/>
                  <a:pt x="77287" y="53715"/>
                </a:cubicBezTo>
                <a:cubicBezTo>
                  <a:pt x="77287" y="53740"/>
                  <a:pt x="77262" y="53765"/>
                  <a:pt x="77262" y="53790"/>
                </a:cubicBezTo>
                <a:cubicBezTo>
                  <a:pt x="77262" y="53839"/>
                  <a:pt x="77237" y="53864"/>
                  <a:pt x="77237" y="53889"/>
                </a:cubicBezTo>
                <a:cubicBezTo>
                  <a:pt x="77188" y="53989"/>
                  <a:pt x="77138" y="54088"/>
                  <a:pt x="77113" y="54163"/>
                </a:cubicBezTo>
                <a:cubicBezTo>
                  <a:pt x="77038" y="54337"/>
                  <a:pt x="76988" y="54487"/>
                  <a:pt x="76914" y="54611"/>
                </a:cubicBezTo>
                <a:cubicBezTo>
                  <a:pt x="76889" y="54661"/>
                  <a:pt x="76889" y="54736"/>
                  <a:pt x="76864" y="54760"/>
                </a:cubicBezTo>
                <a:cubicBezTo>
                  <a:pt x="76814" y="54785"/>
                  <a:pt x="76814" y="54860"/>
                  <a:pt x="76789" y="54885"/>
                </a:cubicBezTo>
                <a:cubicBezTo>
                  <a:pt x="76789" y="54910"/>
                  <a:pt x="76764" y="54910"/>
                  <a:pt x="76764" y="54960"/>
                </a:cubicBezTo>
                <a:cubicBezTo>
                  <a:pt x="76690" y="55109"/>
                  <a:pt x="76615" y="55258"/>
                  <a:pt x="76540" y="55457"/>
                </a:cubicBezTo>
                <a:cubicBezTo>
                  <a:pt x="76515" y="55532"/>
                  <a:pt x="76491" y="55607"/>
                  <a:pt x="76416" y="55706"/>
                </a:cubicBezTo>
                <a:cubicBezTo>
                  <a:pt x="76416" y="55731"/>
                  <a:pt x="76391" y="55756"/>
                  <a:pt x="76391" y="55756"/>
                </a:cubicBezTo>
                <a:cubicBezTo>
                  <a:pt x="76291" y="55955"/>
                  <a:pt x="76192" y="56129"/>
                  <a:pt x="76117" y="56279"/>
                </a:cubicBezTo>
                <a:cubicBezTo>
                  <a:pt x="76117" y="56329"/>
                  <a:pt x="76067" y="56353"/>
                  <a:pt x="76067" y="56378"/>
                </a:cubicBezTo>
                <a:lnTo>
                  <a:pt x="76043" y="56378"/>
                </a:lnTo>
                <a:cubicBezTo>
                  <a:pt x="76043" y="56378"/>
                  <a:pt x="76018" y="56378"/>
                  <a:pt x="76018" y="56353"/>
                </a:cubicBezTo>
                <a:cubicBezTo>
                  <a:pt x="76491" y="55482"/>
                  <a:pt x="76889" y="54586"/>
                  <a:pt x="77237" y="53665"/>
                </a:cubicBezTo>
                <a:close/>
                <a:moveTo>
                  <a:pt x="67311" y="53370"/>
                </a:moveTo>
                <a:cubicBezTo>
                  <a:pt x="67732" y="53370"/>
                  <a:pt x="68256" y="53453"/>
                  <a:pt x="68874" y="53615"/>
                </a:cubicBezTo>
                <a:cubicBezTo>
                  <a:pt x="68202" y="54536"/>
                  <a:pt x="67530" y="55482"/>
                  <a:pt x="66783" y="56453"/>
                </a:cubicBezTo>
                <a:cubicBezTo>
                  <a:pt x="66136" y="55208"/>
                  <a:pt x="65912" y="54288"/>
                  <a:pt x="66211" y="53790"/>
                </a:cubicBezTo>
                <a:cubicBezTo>
                  <a:pt x="66393" y="53509"/>
                  <a:pt x="66766" y="53370"/>
                  <a:pt x="67311" y="53370"/>
                </a:cubicBezTo>
                <a:close/>
                <a:moveTo>
                  <a:pt x="70417" y="53839"/>
                </a:moveTo>
                <a:cubicBezTo>
                  <a:pt x="71985" y="54412"/>
                  <a:pt x="73802" y="55333"/>
                  <a:pt x="75794" y="56503"/>
                </a:cubicBezTo>
                <a:cubicBezTo>
                  <a:pt x="75794" y="56528"/>
                  <a:pt x="75769" y="56528"/>
                  <a:pt x="75769" y="56577"/>
                </a:cubicBezTo>
                <a:cubicBezTo>
                  <a:pt x="73777" y="55408"/>
                  <a:pt x="71935" y="54487"/>
                  <a:pt x="70392" y="53889"/>
                </a:cubicBezTo>
                <a:cubicBezTo>
                  <a:pt x="70392" y="53864"/>
                  <a:pt x="70392" y="53839"/>
                  <a:pt x="70417" y="53839"/>
                </a:cubicBezTo>
                <a:close/>
                <a:moveTo>
                  <a:pt x="65912" y="54163"/>
                </a:moveTo>
                <a:cubicBezTo>
                  <a:pt x="65837" y="54760"/>
                  <a:pt x="66086" y="55582"/>
                  <a:pt x="66659" y="56602"/>
                </a:cubicBezTo>
                <a:lnTo>
                  <a:pt x="66584" y="56652"/>
                </a:lnTo>
                <a:cubicBezTo>
                  <a:pt x="66061" y="55657"/>
                  <a:pt x="65787" y="54860"/>
                  <a:pt x="65812" y="54263"/>
                </a:cubicBezTo>
                <a:lnTo>
                  <a:pt x="65912" y="54163"/>
                </a:lnTo>
                <a:close/>
                <a:moveTo>
                  <a:pt x="69048" y="53615"/>
                </a:moveTo>
                <a:cubicBezTo>
                  <a:pt x="69073" y="53615"/>
                  <a:pt x="69073" y="53615"/>
                  <a:pt x="69098" y="53640"/>
                </a:cubicBezTo>
                <a:cubicBezTo>
                  <a:pt x="68426" y="54661"/>
                  <a:pt x="67679" y="55657"/>
                  <a:pt x="66907" y="56652"/>
                </a:cubicBezTo>
                <a:cubicBezTo>
                  <a:pt x="66907" y="56627"/>
                  <a:pt x="66858" y="56627"/>
                  <a:pt x="66858" y="56602"/>
                </a:cubicBezTo>
                <a:cubicBezTo>
                  <a:pt x="67654" y="55607"/>
                  <a:pt x="68351" y="54611"/>
                  <a:pt x="69048" y="53615"/>
                </a:cubicBezTo>
                <a:close/>
                <a:moveTo>
                  <a:pt x="75918" y="56577"/>
                </a:moveTo>
                <a:cubicBezTo>
                  <a:pt x="75968" y="56602"/>
                  <a:pt x="75968" y="56602"/>
                  <a:pt x="75993" y="56602"/>
                </a:cubicBezTo>
                <a:cubicBezTo>
                  <a:pt x="75993" y="56627"/>
                  <a:pt x="75943" y="56627"/>
                  <a:pt x="75943" y="56652"/>
                </a:cubicBezTo>
                <a:lnTo>
                  <a:pt x="75918" y="56652"/>
                </a:lnTo>
                <a:cubicBezTo>
                  <a:pt x="75918" y="56652"/>
                  <a:pt x="75893" y="56652"/>
                  <a:pt x="75893" y="56627"/>
                </a:cubicBezTo>
                <a:cubicBezTo>
                  <a:pt x="75893" y="56602"/>
                  <a:pt x="75918" y="56602"/>
                  <a:pt x="75918" y="56577"/>
                </a:cubicBezTo>
                <a:close/>
                <a:moveTo>
                  <a:pt x="66758" y="56752"/>
                </a:moveTo>
                <a:cubicBezTo>
                  <a:pt x="66758" y="56777"/>
                  <a:pt x="66783" y="56777"/>
                  <a:pt x="66783" y="56826"/>
                </a:cubicBezTo>
                <a:lnTo>
                  <a:pt x="66708" y="56876"/>
                </a:lnTo>
                <a:cubicBezTo>
                  <a:pt x="66708" y="56876"/>
                  <a:pt x="66708" y="56851"/>
                  <a:pt x="66683" y="56826"/>
                </a:cubicBezTo>
                <a:lnTo>
                  <a:pt x="66758" y="56752"/>
                </a:lnTo>
                <a:close/>
                <a:moveTo>
                  <a:pt x="31861" y="53167"/>
                </a:moveTo>
                <a:cubicBezTo>
                  <a:pt x="32334" y="53541"/>
                  <a:pt x="32782" y="53889"/>
                  <a:pt x="33230" y="54263"/>
                </a:cubicBezTo>
                <a:cubicBezTo>
                  <a:pt x="32807" y="55208"/>
                  <a:pt x="32408" y="56105"/>
                  <a:pt x="32060" y="57001"/>
                </a:cubicBezTo>
                <a:cubicBezTo>
                  <a:pt x="31288" y="56627"/>
                  <a:pt x="30492" y="56279"/>
                  <a:pt x="29695" y="56005"/>
                </a:cubicBezTo>
                <a:cubicBezTo>
                  <a:pt x="30417" y="55084"/>
                  <a:pt x="31164" y="54113"/>
                  <a:pt x="31861" y="53167"/>
                </a:cubicBezTo>
                <a:close/>
                <a:moveTo>
                  <a:pt x="69272" y="53665"/>
                </a:moveTo>
                <a:cubicBezTo>
                  <a:pt x="69421" y="53740"/>
                  <a:pt x="69621" y="53765"/>
                  <a:pt x="69770" y="53839"/>
                </a:cubicBezTo>
                <a:cubicBezTo>
                  <a:pt x="68899" y="54885"/>
                  <a:pt x="68028" y="55955"/>
                  <a:pt x="67082" y="57001"/>
                </a:cubicBezTo>
                <a:cubicBezTo>
                  <a:pt x="67082" y="56976"/>
                  <a:pt x="67057" y="56876"/>
                  <a:pt x="67007" y="56826"/>
                </a:cubicBezTo>
                <a:cubicBezTo>
                  <a:pt x="67804" y="55781"/>
                  <a:pt x="68575" y="54736"/>
                  <a:pt x="69272" y="53665"/>
                </a:cubicBezTo>
                <a:close/>
                <a:moveTo>
                  <a:pt x="33404" y="54387"/>
                </a:moveTo>
                <a:cubicBezTo>
                  <a:pt x="33429" y="54387"/>
                  <a:pt x="33429" y="54412"/>
                  <a:pt x="33454" y="54412"/>
                </a:cubicBezTo>
                <a:cubicBezTo>
                  <a:pt x="33031" y="55333"/>
                  <a:pt x="32608" y="56229"/>
                  <a:pt x="32309" y="57125"/>
                </a:cubicBezTo>
                <a:cubicBezTo>
                  <a:pt x="32284" y="57125"/>
                  <a:pt x="32284" y="57100"/>
                  <a:pt x="32234" y="57100"/>
                </a:cubicBezTo>
                <a:cubicBezTo>
                  <a:pt x="32558" y="56204"/>
                  <a:pt x="32956" y="55283"/>
                  <a:pt x="33404" y="54387"/>
                </a:cubicBezTo>
                <a:close/>
                <a:moveTo>
                  <a:pt x="70019" y="53889"/>
                </a:moveTo>
                <a:cubicBezTo>
                  <a:pt x="69148" y="55034"/>
                  <a:pt x="68252" y="56154"/>
                  <a:pt x="67256" y="57225"/>
                </a:cubicBezTo>
                <a:cubicBezTo>
                  <a:pt x="67331" y="57075"/>
                  <a:pt x="67430" y="56951"/>
                  <a:pt x="67555" y="56801"/>
                </a:cubicBezTo>
                <a:cubicBezTo>
                  <a:pt x="67704" y="56652"/>
                  <a:pt x="67828" y="56503"/>
                  <a:pt x="68003" y="56329"/>
                </a:cubicBezTo>
                <a:cubicBezTo>
                  <a:pt x="68351" y="55905"/>
                  <a:pt x="68700" y="55482"/>
                  <a:pt x="69048" y="55084"/>
                </a:cubicBezTo>
                <a:cubicBezTo>
                  <a:pt x="69148" y="54984"/>
                  <a:pt x="69197" y="54885"/>
                  <a:pt x="69297" y="54760"/>
                </a:cubicBezTo>
                <a:cubicBezTo>
                  <a:pt x="69546" y="54487"/>
                  <a:pt x="69770" y="54188"/>
                  <a:pt x="69969" y="53889"/>
                </a:cubicBezTo>
                <a:close/>
                <a:moveTo>
                  <a:pt x="29596" y="56154"/>
                </a:moveTo>
                <a:cubicBezTo>
                  <a:pt x="30392" y="56478"/>
                  <a:pt x="31214" y="56826"/>
                  <a:pt x="32035" y="57200"/>
                </a:cubicBezTo>
                <a:cubicBezTo>
                  <a:pt x="31985" y="57225"/>
                  <a:pt x="31985" y="57225"/>
                  <a:pt x="31985" y="57250"/>
                </a:cubicBezTo>
                <a:cubicBezTo>
                  <a:pt x="31189" y="56876"/>
                  <a:pt x="30367" y="56528"/>
                  <a:pt x="29571" y="56229"/>
                </a:cubicBezTo>
                <a:cubicBezTo>
                  <a:pt x="29571" y="56204"/>
                  <a:pt x="29596" y="56204"/>
                  <a:pt x="29596" y="56154"/>
                </a:cubicBezTo>
                <a:close/>
                <a:moveTo>
                  <a:pt x="66883" y="57001"/>
                </a:moveTo>
                <a:cubicBezTo>
                  <a:pt x="66907" y="57075"/>
                  <a:pt x="66932" y="57125"/>
                  <a:pt x="67007" y="57200"/>
                </a:cubicBezTo>
                <a:cubicBezTo>
                  <a:pt x="66957" y="57200"/>
                  <a:pt x="66957" y="57225"/>
                  <a:pt x="66932" y="57250"/>
                </a:cubicBezTo>
                <a:cubicBezTo>
                  <a:pt x="66907" y="57200"/>
                  <a:pt x="66883" y="57125"/>
                  <a:pt x="66808" y="57075"/>
                </a:cubicBezTo>
                <a:lnTo>
                  <a:pt x="66883" y="57001"/>
                </a:lnTo>
                <a:close/>
                <a:moveTo>
                  <a:pt x="32184" y="57250"/>
                </a:moveTo>
                <a:cubicBezTo>
                  <a:pt x="32209" y="57250"/>
                  <a:pt x="32209" y="57274"/>
                  <a:pt x="32234" y="57274"/>
                </a:cubicBezTo>
                <a:cubicBezTo>
                  <a:pt x="32234" y="57324"/>
                  <a:pt x="32234" y="57324"/>
                  <a:pt x="32209" y="57349"/>
                </a:cubicBezTo>
                <a:cubicBezTo>
                  <a:pt x="32184" y="57349"/>
                  <a:pt x="32184" y="57349"/>
                  <a:pt x="32159" y="57324"/>
                </a:cubicBezTo>
                <a:cubicBezTo>
                  <a:pt x="32159" y="57274"/>
                  <a:pt x="32159" y="57274"/>
                  <a:pt x="32184" y="57250"/>
                </a:cubicBezTo>
                <a:close/>
                <a:moveTo>
                  <a:pt x="77436" y="53864"/>
                </a:moveTo>
                <a:cubicBezTo>
                  <a:pt x="78009" y="54412"/>
                  <a:pt x="78606" y="54960"/>
                  <a:pt x="79229" y="55482"/>
                </a:cubicBezTo>
                <a:cubicBezTo>
                  <a:pt x="78706" y="56129"/>
                  <a:pt x="78208" y="56777"/>
                  <a:pt x="77685" y="57449"/>
                </a:cubicBezTo>
                <a:cubicBezTo>
                  <a:pt x="77188" y="57125"/>
                  <a:pt x="76739" y="56851"/>
                  <a:pt x="76267" y="56577"/>
                </a:cubicBezTo>
                <a:cubicBezTo>
                  <a:pt x="76739" y="55657"/>
                  <a:pt x="77113" y="54760"/>
                  <a:pt x="77436" y="53864"/>
                </a:cubicBezTo>
                <a:close/>
                <a:moveTo>
                  <a:pt x="67082" y="57349"/>
                </a:moveTo>
                <a:cubicBezTo>
                  <a:pt x="67082" y="57374"/>
                  <a:pt x="67107" y="57374"/>
                  <a:pt x="67107" y="57399"/>
                </a:cubicBezTo>
                <a:lnTo>
                  <a:pt x="67057" y="57474"/>
                </a:lnTo>
                <a:lnTo>
                  <a:pt x="67057" y="57449"/>
                </a:lnTo>
                <a:cubicBezTo>
                  <a:pt x="67057" y="57449"/>
                  <a:pt x="67057" y="57399"/>
                  <a:pt x="67032" y="57399"/>
                </a:cubicBezTo>
                <a:lnTo>
                  <a:pt x="67082" y="57349"/>
                </a:lnTo>
                <a:close/>
                <a:moveTo>
                  <a:pt x="17548" y="36938"/>
                </a:moveTo>
                <a:cubicBezTo>
                  <a:pt x="17573" y="37561"/>
                  <a:pt x="17897" y="38332"/>
                  <a:pt x="18395" y="39228"/>
                </a:cubicBezTo>
                <a:cubicBezTo>
                  <a:pt x="14039" y="44754"/>
                  <a:pt x="10305" y="50405"/>
                  <a:pt x="7418" y="56005"/>
                </a:cubicBezTo>
                <a:cubicBezTo>
                  <a:pt x="6696" y="56478"/>
                  <a:pt x="6049" y="56976"/>
                  <a:pt x="5526" y="57523"/>
                </a:cubicBezTo>
                <a:cubicBezTo>
                  <a:pt x="7219" y="53167"/>
                  <a:pt x="9558" y="48662"/>
                  <a:pt x="12421" y="44207"/>
                </a:cubicBezTo>
                <a:cubicBezTo>
                  <a:pt x="12769" y="43684"/>
                  <a:pt x="13118" y="43186"/>
                  <a:pt x="13416" y="42663"/>
                </a:cubicBezTo>
                <a:cubicBezTo>
                  <a:pt x="14686" y="40722"/>
                  <a:pt x="16105" y="38830"/>
                  <a:pt x="17548" y="36938"/>
                </a:cubicBezTo>
                <a:close/>
                <a:moveTo>
                  <a:pt x="114748" y="54288"/>
                </a:moveTo>
                <a:cubicBezTo>
                  <a:pt x="114748" y="54462"/>
                  <a:pt x="114723" y="54586"/>
                  <a:pt x="114698" y="54736"/>
                </a:cubicBezTo>
                <a:cubicBezTo>
                  <a:pt x="114450" y="55532"/>
                  <a:pt x="114201" y="56353"/>
                  <a:pt x="113927" y="57200"/>
                </a:cubicBezTo>
                <a:cubicBezTo>
                  <a:pt x="113852" y="57324"/>
                  <a:pt x="113802" y="57449"/>
                  <a:pt x="113728" y="57523"/>
                </a:cubicBezTo>
                <a:cubicBezTo>
                  <a:pt x="114101" y="56453"/>
                  <a:pt x="114450" y="55383"/>
                  <a:pt x="114748" y="54288"/>
                </a:cubicBezTo>
                <a:close/>
                <a:moveTo>
                  <a:pt x="79328" y="55607"/>
                </a:moveTo>
                <a:cubicBezTo>
                  <a:pt x="79353" y="55607"/>
                  <a:pt x="79353" y="55632"/>
                  <a:pt x="79378" y="55632"/>
                </a:cubicBezTo>
                <a:cubicBezTo>
                  <a:pt x="78905" y="56279"/>
                  <a:pt x="78407" y="56901"/>
                  <a:pt x="77884" y="57573"/>
                </a:cubicBezTo>
                <a:cubicBezTo>
                  <a:pt x="77860" y="57573"/>
                  <a:pt x="77860" y="57523"/>
                  <a:pt x="77835" y="57523"/>
                </a:cubicBezTo>
                <a:cubicBezTo>
                  <a:pt x="78333" y="56876"/>
                  <a:pt x="78830" y="56254"/>
                  <a:pt x="79328" y="55607"/>
                </a:cubicBezTo>
                <a:close/>
                <a:moveTo>
                  <a:pt x="114823" y="55283"/>
                </a:moveTo>
                <a:lnTo>
                  <a:pt x="114823" y="55283"/>
                </a:lnTo>
                <a:cubicBezTo>
                  <a:pt x="114848" y="55358"/>
                  <a:pt x="114823" y="55457"/>
                  <a:pt x="114798" y="55507"/>
                </a:cubicBezTo>
                <a:cubicBezTo>
                  <a:pt x="114798" y="55557"/>
                  <a:pt x="114748" y="55607"/>
                  <a:pt x="114748" y="55657"/>
                </a:cubicBezTo>
                <a:cubicBezTo>
                  <a:pt x="114748" y="55706"/>
                  <a:pt x="114748" y="55731"/>
                  <a:pt x="114723" y="55756"/>
                </a:cubicBezTo>
                <a:cubicBezTo>
                  <a:pt x="114574" y="56154"/>
                  <a:pt x="114425" y="56602"/>
                  <a:pt x="114250" y="57075"/>
                </a:cubicBezTo>
                <a:cubicBezTo>
                  <a:pt x="114250" y="57075"/>
                  <a:pt x="114250" y="57100"/>
                  <a:pt x="114225" y="57100"/>
                </a:cubicBezTo>
                <a:cubicBezTo>
                  <a:pt x="114201" y="57200"/>
                  <a:pt x="114126" y="57250"/>
                  <a:pt x="114101" y="57349"/>
                </a:cubicBezTo>
                <a:cubicBezTo>
                  <a:pt x="114076" y="57399"/>
                  <a:pt x="114051" y="57474"/>
                  <a:pt x="113977" y="57573"/>
                </a:cubicBezTo>
                <a:cubicBezTo>
                  <a:pt x="114051" y="57374"/>
                  <a:pt x="114101" y="57225"/>
                  <a:pt x="114176" y="57026"/>
                </a:cubicBezTo>
                <a:cubicBezTo>
                  <a:pt x="114250" y="56826"/>
                  <a:pt x="114375" y="56577"/>
                  <a:pt x="114450" y="56353"/>
                </a:cubicBezTo>
                <a:lnTo>
                  <a:pt x="114624" y="55781"/>
                </a:lnTo>
                <a:lnTo>
                  <a:pt x="114624" y="55756"/>
                </a:lnTo>
                <a:lnTo>
                  <a:pt x="114823" y="55283"/>
                </a:lnTo>
                <a:close/>
                <a:moveTo>
                  <a:pt x="76167" y="56727"/>
                </a:moveTo>
                <a:cubicBezTo>
                  <a:pt x="76640" y="57001"/>
                  <a:pt x="77113" y="57274"/>
                  <a:pt x="77586" y="57598"/>
                </a:cubicBezTo>
                <a:cubicBezTo>
                  <a:pt x="77586" y="57623"/>
                  <a:pt x="77536" y="57623"/>
                  <a:pt x="77536" y="57648"/>
                </a:cubicBezTo>
                <a:cubicBezTo>
                  <a:pt x="77063" y="57349"/>
                  <a:pt x="76615" y="57075"/>
                  <a:pt x="76142" y="56826"/>
                </a:cubicBezTo>
                <a:cubicBezTo>
                  <a:pt x="76142" y="56752"/>
                  <a:pt x="76167" y="56727"/>
                  <a:pt x="76167" y="56727"/>
                </a:cubicBezTo>
                <a:close/>
                <a:moveTo>
                  <a:pt x="77735" y="57698"/>
                </a:moveTo>
                <a:cubicBezTo>
                  <a:pt x="77735" y="57698"/>
                  <a:pt x="77760" y="57698"/>
                  <a:pt x="77785" y="57722"/>
                </a:cubicBezTo>
                <a:cubicBezTo>
                  <a:pt x="77785" y="57747"/>
                  <a:pt x="77760" y="57747"/>
                  <a:pt x="77760" y="57772"/>
                </a:cubicBezTo>
                <a:cubicBezTo>
                  <a:pt x="77735" y="57772"/>
                  <a:pt x="77735" y="57747"/>
                  <a:pt x="77685" y="57747"/>
                </a:cubicBezTo>
                <a:cubicBezTo>
                  <a:pt x="77685" y="57722"/>
                  <a:pt x="77735" y="57722"/>
                  <a:pt x="77735" y="57698"/>
                </a:cubicBezTo>
                <a:close/>
                <a:moveTo>
                  <a:pt x="6347" y="55109"/>
                </a:moveTo>
                <a:lnTo>
                  <a:pt x="6347" y="55109"/>
                </a:lnTo>
                <a:cubicBezTo>
                  <a:pt x="5949" y="56030"/>
                  <a:pt x="5551" y="56976"/>
                  <a:pt x="5202" y="57897"/>
                </a:cubicBezTo>
                <a:cubicBezTo>
                  <a:pt x="5178" y="57971"/>
                  <a:pt x="5103" y="57996"/>
                  <a:pt x="5078" y="58071"/>
                </a:cubicBezTo>
                <a:cubicBezTo>
                  <a:pt x="5103" y="57996"/>
                  <a:pt x="5103" y="57971"/>
                  <a:pt x="5128" y="57897"/>
                </a:cubicBezTo>
                <a:cubicBezTo>
                  <a:pt x="5800" y="56229"/>
                  <a:pt x="6323" y="55134"/>
                  <a:pt x="6347" y="55109"/>
                </a:cubicBezTo>
                <a:close/>
                <a:moveTo>
                  <a:pt x="7268" y="56353"/>
                </a:moveTo>
                <a:cubicBezTo>
                  <a:pt x="7219" y="56403"/>
                  <a:pt x="7219" y="56453"/>
                  <a:pt x="7194" y="56478"/>
                </a:cubicBezTo>
                <a:cubicBezTo>
                  <a:pt x="6447" y="57001"/>
                  <a:pt x="5800" y="57573"/>
                  <a:pt x="5277" y="58220"/>
                </a:cubicBezTo>
                <a:cubicBezTo>
                  <a:pt x="5302" y="58146"/>
                  <a:pt x="5302" y="58096"/>
                  <a:pt x="5327" y="58021"/>
                </a:cubicBezTo>
                <a:cubicBezTo>
                  <a:pt x="5850" y="57399"/>
                  <a:pt x="6522" y="56851"/>
                  <a:pt x="7268" y="56353"/>
                </a:cubicBezTo>
                <a:close/>
                <a:moveTo>
                  <a:pt x="113603" y="58096"/>
                </a:moveTo>
                <a:lnTo>
                  <a:pt x="113603" y="58096"/>
                </a:lnTo>
                <a:cubicBezTo>
                  <a:pt x="113578" y="58146"/>
                  <a:pt x="113578" y="58220"/>
                  <a:pt x="113553" y="58245"/>
                </a:cubicBezTo>
                <a:cubicBezTo>
                  <a:pt x="113553" y="58270"/>
                  <a:pt x="113553" y="58270"/>
                  <a:pt x="113504" y="58320"/>
                </a:cubicBezTo>
                <a:cubicBezTo>
                  <a:pt x="113479" y="58370"/>
                  <a:pt x="113429" y="58444"/>
                  <a:pt x="113379" y="58494"/>
                </a:cubicBezTo>
                <a:cubicBezTo>
                  <a:pt x="113429" y="58444"/>
                  <a:pt x="113454" y="58345"/>
                  <a:pt x="113454" y="58270"/>
                </a:cubicBezTo>
                <a:cubicBezTo>
                  <a:pt x="113504" y="58220"/>
                  <a:pt x="113553" y="58146"/>
                  <a:pt x="113603" y="58096"/>
                </a:cubicBezTo>
                <a:close/>
                <a:moveTo>
                  <a:pt x="6273" y="54835"/>
                </a:moveTo>
                <a:lnTo>
                  <a:pt x="6273" y="54835"/>
                </a:lnTo>
                <a:cubicBezTo>
                  <a:pt x="6074" y="55258"/>
                  <a:pt x="5850" y="55706"/>
                  <a:pt x="5700" y="56154"/>
                </a:cubicBezTo>
                <a:cubicBezTo>
                  <a:pt x="5650" y="56329"/>
                  <a:pt x="5576" y="56453"/>
                  <a:pt x="5551" y="56602"/>
                </a:cubicBezTo>
                <a:cubicBezTo>
                  <a:pt x="5451" y="56851"/>
                  <a:pt x="5327" y="57125"/>
                  <a:pt x="5227" y="57374"/>
                </a:cubicBezTo>
                <a:cubicBezTo>
                  <a:pt x="5202" y="57474"/>
                  <a:pt x="5178" y="57523"/>
                  <a:pt x="5153" y="57623"/>
                </a:cubicBezTo>
                <a:cubicBezTo>
                  <a:pt x="5028" y="57971"/>
                  <a:pt x="4854" y="58320"/>
                  <a:pt x="4705" y="58693"/>
                </a:cubicBezTo>
                <a:cubicBezTo>
                  <a:pt x="4705" y="58716"/>
                  <a:pt x="4685" y="58718"/>
                  <a:pt x="4680" y="58736"/>
                </a:cubicBezTo>
                <a:lnTo>
                  <a:pt x="4680" y="58736"/>
                </a:lnTo>
                <a:cubicBezTo>
                  <a:pt x="4731" y="58266"/>
                  <a:pt x="4905" y="57870"/>
                  <a:pt x="5078" y="57474"/>
                </a:cubicBezTo>
                <a:cubicBezTo>
                  <a:pt x="5277" y="56976"/>
                  <a:pt x="5476" y="56478"/>
                  <a:pt x="5675" y="56030"/>
                </a:cubicBezTo>
                <a:cubicBezTo>
                  <a:pt x="5725" y="55881"/>
                  <a:pt x="5800" y="55731"/>
                  <a:pt x="5899" y="55582"/>
                </a:cubicBezTo>
                <a:cubicBezTo>
                  <a:pt x="5949" y="55408"/>
                  <a:pt x="6049" y="55233"/>
                  <a:pt x="6148" y="55034"/>
                </a:cubicBezTo>
                <a:cubicBezTo>
                  <a:pt x="6173" y="54960"/>
                  <a:pt x="6198" y="54885"/>
                  <a:pt x="6273" y="54835"/>
                </a:cubicBezTo>
                <a:close/>
                <a:moveTo>
                  <a:pt x="5028" y="58444"/>
                </a:moveTo>
                <a:cubicBezTo>
                  <a:pt x="4978" y="58494"/>
                  <a:pt x="4953" y="58594"/>
                  <a:pt x="4953" y="58643"/>
                </a:cubicBezTo>
                <a:cubicBezTo>
                  <a:pt x="4854" y="58718"/>
                  <a:pt x="4829" y="58768"/>
                  <a:pt x="4804" y="58843"/>
                </a:cubicBezTo>
                <a:cubicBezTo>
                  <a:pt x="4829" y="58768"/>
                  <a:pt x="4854" y="58693"/>
                  <a:pt x="4904" y="58619"/>
                </a:cubicBezTo>
                <a:cubicBezTo>
                  <a:pt x="4929" y="58569"/>
                  <a:pt x="4978" y="58494"/>
                  <a:pt x="5028" y="58444"/>
                </a:cubicBezTo>
                <a:close/>
                <a:moveTo>
                  <a:pt x="38507" y="46795"/>
                </a:moveTo>
                <a:cubicBezTo>
                  <a:pt x="41021" y="48861"/>
                  <a:pt x="43435" y="51002"/>
                  <a:pt x="45601" y="53143"/>
                </a:cubicBezTo>
                <a:cubicBezTo>
                  <a:pt x="43858" y="55034"/>
                  <a:pt x="42166" y="56976"/>
                  <a:pt x="40622" y="58942"/>
                </a:cubicBezTo>
                <a:cubicBezTo>
                  <a:pt x="38407" y="57523"/>
                  <a:pt x="36092" y="55881"/>
                  <a:pt x="33802" y="54113"/>
                </a:cubicBezTo>
                <a:cubicBezTo>
                  <a:pt x="35022" y="51674"/>
                  <a:pt x="36590" y="49185"/>
                  <a:pt x="38507" y="46795"/>
                </a:cubicBezTo>
                <a:close/>
                <a:moveTo>
                  <a:pt x="45675" y="53292"/>
                </a:moveTo>
                <a:lnTo>
                  <a:pt x="45725" y="53342"/>
                </a:lnTo>
                <a:cubicBezTo>
                  <a:pt x="44033" y="55208"/>
                  <a:pt x="42390" y="57125"/>
                  <a:pt x="40797" y="59091"/>
                </a:cubicBezTo>
                <a:cubicBezTo>
                  <a:pt x="40772" y="59091"/>
                  <a:pt x="40772" y="59067"/>
                  <a:pt x="40747" y="59067"/>
                </a:cubicBezTo>
                <a:cubicBezTo>
                  <a:pt x="42290" y="57100"/>
                  <a:pt x="43933" y="55159"/>
                  <a:pt x="45675" y="53292"/>
                </a:cubicBezTo>
                <a:close/>
                <a:moveTo>
                  <a:pt x="33728" y="54337"/>
                </a:moveTo>
                <a:cubicBezTo>
                  <a:pt x="36018" y="56105"/>
                  <a:pt x="38308" y="57722"/>
                  <a:pt x="40523" y="59116"/>
                </a:cubicBezTo>
                <a:cubicBezTo>
                  <a:pt x="40448" y="59116"/>
                  <a:pt x="40448" y="59116"/>
                  <a:pt x="40448" y="59141"/>
                </a:cubicBezTo>
                <a:cubicBezTo>
                  <a:pt x="38283" y="57747"/>
                  <a:pt x="35968" y="56129"/>
                  <a:pt x="33703" y="54387"/>
                </a:cubicBezTo>
                <a:cubicBezTo>
                  <a:pt x="33703" y="54362"/>
                  <a:pt x="33728" y="54362"/>
                  <a:pt x="33728" y="54337"/>
                </a:cubicBezTo>
                <a:close/>
                <a:moveTo>
                  <a:pt x="55731" y="45526"/>
                </a:moveTo>
                <a:cubicBezTo>
                  <a:pt x="55806" y="45576"/>
                  <a:pt x="55856" y="45675"/>
                  <a:pt x="55955" y="45725"/>
                </a:cubicBezTo>
                <a:lnTo>
                  <a:pt x="56379" y="46173"/>
                </a:lnTo>
                <a:lnTo>
                  <a:pt x="56677" y="46447"/>
                </a:lnTo>
                <a:lnTo>
                  <a:pt x="57075" y="46870"/>
                </a:lnTo>
                <a:cubicBezTo>
                  <a:pt x="57175" y="46945"/>
                  <a:pt x="57250" y="47019"/>
                  <a:pt x="57349" y="47119"/>
                </a:cubicBezTo>
                <a:cubicBezTo>
                  <a:pt x="57474" y="47243"/>
                  <a:pt x="57623" y="47368"/>
                  <a:pt x="57748" y="47492"/>
                </a:cubicBezTo>
                <a:cubicBezTo>
                  <a:pt x="57822" y="47542"/>
                  <a:pt x="57922" y="47617"/>
                  <a:pt x="57972" y="47667"/>
                </a:cubicBezTo>
                <a:cubicBezTo>
                  <a:pt x="58121" y="47791"/>
                  <a:pt x="58295" y="47940"/>
                  <a:pt x="58420" y="48065"/>
                </a:cubicBezTo>
                <a:cubicBezTo>
                  <a:pt x="58469" y="48115"/>
                  <a:pt x="58494" y="48164"/>
                  <a:pt x="58569" y="48189"/>
                </a:cubicBezTo>
                <a:cubicBezTo>
                  <a:pt x="58743" y="48363"/>
                  <a:pt x="58917" y="48513"/>
                  <a:pt x="59092" y="48637"/>
                </a:cubicBezTo>
                <a:cubicBezTo>
                  <a:pt x="59117" y="48637"/>
                  <a:pt x="59117" y="48662"/>
                  <a:pt x="59166" y="48662"/>
                </a:cubicBezTo>
                <a:cubicBezTo>
                  <a:pt x="59789" y="49160"/>
                  <a:pt x="60361" y="49633"/>
                  <a:pt x="60934" y="50006"/>
                </a:cubicBezTo>
                <a:cubicBezTo>
                  <a:pt x="60734" y="50156"/>
                  <a:pt x="60585" y="50305"/>
                  <a:pt x="60411" y="50429"/>
                </a:cubicBezTo>
                <a:cubicBezTo>
                  <a:pt x="60286" y="50529"/>
                  <a:pt x="60162" y="50653"/>
                  <a:pt x="60038" y="50753"/>
                </a:cubicBezTo>
                <a:cubicBezTo>
                  <a:pt x="59963" y="50803"/>
                  <a:pt x="59913" y="50853"/>
                  <a:pt x="59863" y="50902"/>
                </a:cubicBezTo>
                <a:cubicBezTo>
                  <a:pt x="59465" y="51251"/>
                  <a:pt x="59092" y="51599"/>
                  <a:pt x="58693" y="51923"/>
                </a:cubicBezTo>
                <a:cubicBezTo>
                  <a:pt x="58569" y="52022"/>
                  <a:pt x="58469" y="52122"/>
                  <a:pt x="58345" y="52246"/>
                </a:cubicBezTo>
                <a:cubicBezTo>
                  <a:pt x="58320" y="52271"/>
                  <a:pt x="58295" y="52271"/>
                  <a:pt x="58295" y="52296"/>
                </a:cubicBezTo>
                <a:lnTo>
                  <a:pt x="58245" y="52346"/>
                </a:lnTo>
                <a:cubicBezTo>
                  <a:pt x="57772" y="52769"/>
                  <a:pt x="57324" y="53167"/>
                  <a:pt x="56851" y="53615"/>
                </a:cubicBezTo>
                <a:cubicBezTo>
                  <a:pt x="56802" y="53665"/>
                  <a:pt x="56727" y="53740"/>
                  <a:pt x="56677" y="53765"/>
                </a:cubicBezTo>
                <a:cubicBezTo>
                  <a:pt x="56130" y="54263"/>
                  <a:pt x="55607" y="54760"/>
                  <a:pt x="55084" y="55283"/>
                </a:cubicBezTo>
                <a:lnTo>
                  <a:pt x="54935" y="55457"/>
                </a:lnTo>
                <a:lnTo>
                  <a:pt x="54835" y="55532"/>
                </a:lnTo>
                <a:lnTo>
                  <a:pt x="54810" y="55582"/>
                </a:lnTo>
                <a:lnTo>
                  <a:pt x="53516" y="56851"/>
                </a:lnTo>
                <a:cubicBezTo>
                  <a:pt x="53392" y="56976"/>
                  <a:pt x="53267" y="57100"/>
                  <a:pt x="53143" y="57250"/>
                </a:cubicBezTo>
                <a:cubicBezTo>
                  <a:pt x="52769" y="57648"/>
                  <a:pt x="52396" y="58071"/>
                  <a:pt x="52023" y="58444"/>
                </a:cubicBezTo>
                <a:cubicBezTo>
                  <a:pt x="51973" y="58494"/>
                  <a:pt x="51948" y="58569"/>
                  <a:pt x="51873" y="58619"/>
                </a:cubicBezTo>
                <a:cubicBezTo>
                  <a:pt x="51823" y="58693"/>
                  <a:pt x="51749" y="58743"/>
                  <a:pt x="51724" y="58818"/>
                </a:cubicBezTo>
                <a:cubicBezTo>
                  <a:pt x="51599" y="58942"/>
                  <a:pt x="51475" y="59067"/>
                  <a:pt x="51351" y="59216"/>
                </a:cubicBezTo>
                <a:cubicBezTo>
                  <a:pt x="50355" y="57722"/>
                  <a:pt x="48886" y="55905"/>
                  <a:pt x="46970" y="53889"/>
                </a:cubicBezTo>
                <a:cubicBezTo>
                  <a:pt x="47343" y="53416"/>
                  <a:pt x="47716" y="52968"/>
                  <a:pt x="48115" y="52520"/>
                </a:cubicBezTo>
                <a:lnTo>
                  <a:pt x="48140" y="52495"/>
                </a:lnTo>
                <a:cubicBezTo>
                  <a:pt x="48513" y="52097"/>
                  <a:pt x="48886" y="51649"/>
                  <a:pt x="49260" y="51251"/>
                </a:cubicBezTo>
                <a:lnTo>
                  <a:pt x="49285" y="51226"/>
                </a:lnTo>
                <a:cubicBezTo>
                  <a:pt x="49384" y="51126"/>
                  <a:pt x="49484" y="51002"/>
                  <a:pt x="49583" y="50902"/>
                </a:cubicBezTo>
                <a:cubicBezTo>
                  <a:pt x="49882" y="50604"/>
                  <a:pt x="50156" y="50280"/>
                  <a:pt x="50479" y="49981"/>
                </a:cubicBezTo>
                <a:cubicBezTo>
                  <a:pt x="50629" y="49807"/>
                  <a:pt x="50828" y="49633"/>
                  <a:pt x="51002" y="49484"/>
                </a:cubicBezTo>
                <a:cubicBezTo>
                  <a:pt x="51251" y="49235"/>
                  <a:pt x="51500" y="49011"/>
                  <a:pt x="51774" y="48762"/>
                </a:cubicBezTo>
                <a:lnTo>
                  <a:pt x="52819" y="47816"/>
                </a:lnTo>
                <a:cubicBezTo>
                  <a:pt x="52869" y="47766"/>
                  <a:pt x="52944" y="47741"/>
                  <a:pt x="52993" y="47667"/>
                </a:cubicBezTo>
                <a:cubicBezTo>
                  <a:pt x="53018" y="47642"/>
                  <a:pt x="53093" y="47617"/>
                  <a:pt x="53118" y="47567"/>
                </a:cubicBezTo>
                <a:cubicBezTo>
                  <a:pt x="53242" y="47492"/>
                  <a:pt x="53367" y="47393"/>
                  <a:pt x="53466" y="47293"/>
                </a:cubicBezTo>
                <a:lnTo>
                  <a:pt x="53516" y="47243"/>
                </a:lnTo>
                <a:cubicBezTo>
                  <a:pt x="53641" y="47144"/>
                  <a:pt x="53765" y="47019"/>
                  <a:pt x="53939" y="46920"/>
                </a:cubicBezTo>
                <a:lnTo>
                  <a:pt x="54313" y="46646"/>
                </a:lnTo>
                <a:cubicBezTo>
                  <a:pt x="54337" y="46621"/>
                  <a:pt x="54362" y="46571"/>
                  <a:pt x="54387" y="46571"/>
                </a:cubicBezTo>
                <a:cubicBezTo>
                  <a:pt x="54561" y="46447"/>
                  <a:pt x="54736" y="46322"/>
                  <a:pt x="54885" y="46173"/>
                </a:cubicBezTo>
                <a:lnTo>
                  <a:pt x="55258" y="45899"/>
                </a:lnTo>
                <a:cubicBezTo>
                  <a:pt x="55383" y="45775"/>
                  <a:pt x="55557" y="45650"/>
                  <a:pt x="55731" y="45526"/>
                </a:cubicBezTo>
                <a:close/>
                <a:moveTo>
                  <a:pt x="40647" y="59191"/>
                </a:moveTo>
                <a:cubicBezTo>
                  <a:pt x="40672" y="59191"/>
                  <a:pt x="40672" y="59216"/>
                  <a:pt x="40697" y="59216"/>
                </a:cubicBezTo>
                <a:cubicBezTo>
                  <a:pt x="40697" y="59241"/>
                  <a:pt x="40672" y="59241"/>
                  <a:pt x="40672" y="59266"/>
                </a:cubicBezTo>
                <a:cubicBezTo>
                  <a:pt x="40647" y="59266"/>
                  <a:pt x="40622" y="59241"/>
                  <a:pt x="40622" y="59241"/>
                </a:cubicBezTo>
                <a:cubicBezTo>
                  <a:pt x="40622" y="59216"/>
                  <a:pt x="40647" y="59216"/>
                  <a:pt x="40647" y="59191"/>
                </a:cubicBezTo>
                <a:close/>
                <a:moveTo>
                  <a:pt x="84082" y="49185"/>
                </a:moveTo>
                <a:cubicBezTo>
                  <a:pt x="84132" y="49235"/>
                  <a:pt x="84182" y="49235"/>
                  <a:pt x="84232" y="49260"/>
                </a:cubicBezTo>
                <a:cubicBezTo>
                  <a:pt x="84306" y="49284"/>
                  <a:pt x="84331" y="49284"/>
                  <a:pt x="84381" y="49309"/>
                </a:cubicBezTo>
                <a:cubicBezTo>
                  <a:pt x="84431" y="49309"/>
                  <a:pt x="84456" y="49334"/>
                  <a:pt x="84481" y="49334"/>
                </a:cubicBezTo>
                <a:cubicBezTo>
                  <a:pt x="84705" y="49434"/>
                  <a:pt x="84929" y="49533"/>
                  <a:pt x="85178" y="49633"/>
                </a:cubicBezTo>
                <a:cubicBezTo>
                  <a:pt x="85227" y="49658"/>
                  <a:pt x="85252" y="49658"/>
                  <a:pt x="85327" y="49683"/>
                </a:cubicBezTo>
                <a:cubicBezTo>
                  <a:pt x="85601" y="49782"/>
                  <a:pt x="85850" y="49882"/>
                  <a:pt x="86123" y="49956"/>
                </a:cubicBezTo>
                <a:cubicBezTo>
                  <a:pt x="86173" y="49956"/>
                  <a:pt x="86198" y="50006"/>
                  <a:pt x="86248" y="50006"/>
                </a:cubicBezTo>
                <a:lnTo>
                  <a:pt x="86298" y="50006"/>
                </a:lnTo>
                <a:cubicBezTo>
                  <a:pt x="86497" y="50056"/>
                  <a:pt x="86721" y="50156"/>
                  <a:pt x="86970" y="50205"/>
                </a:cubicBezTo>
                <a:cubicBezTo>
                  <a:pt x="87617" y="52844"/>
                  <a:pt x="87244" y="56005"/>
                  <a:pt x="86074" y="59340"/>
                </a:cubicBezTo>
                <a:cubicBezTo>
                  <a:pt x="83809" y="58245"/>
                  <a:pt x="81693" y="56901"/>
                  <a:pt x="79826" y="55383"/>
                </a:cubicBezTo>
                <a:cubicBezTo>
                  <a:pt x="81344" y="53342"/>
                  <a:pt x="82763" y="51276"/>
                  <a:pt x="84082" y="49185"/>
                </a:cubicBezTo>
                <a:close/>
                <a:moveTo>
                  <a:pt x="46771" y="54014"/>
                </a:moveTo>
                <a:cubicBezTo>
                  <a:pt x="48737" y="56030"/>
                  <a:pt x="50206" y="57847"/>
                  <a:pt x="51151" y="59315"/>
                </a:cubicBezTo>
                <a:lnTo>
                  <a:pt x="51102" y="59365"/>
                </a:lnTo>
                <a:cubicBezTo>
                  <a:pt x="50156" y="57872"/>
                  <a:pt x="48712" y="56080"/>
                  <a:pt x="46746" y="54088"/>
                </a:cubicBezTo>
                <a:cubicBezTo>
                  <a:pt x="46746" y="54039"/>
                  <a:pt x="46771" y="54039"/>
                  <a:pt x="46771" y="54014"/>
                </a:cubicBezTo>
                <a:close/>
                <a:moveTo>
                  <a:pt x="60983" y="50156"/>
                </a:moveTo>
                <a:cubicBezTo>
                  <a:pt x="60983" y="50156"/>
                  <a:pt x="61033" y="50156"/>
                  <a:pt x="61033" y="50180"/>
                </a:cubicBezTo>
                <a:lnTo>
                  <a:pt x="61058" y="50180"/>
                </a:lnTo>
                <a:cubicBezTo>
                  <a:pt x="60934" y="50305"/>
                  <a:pt x="60784" y="50479"/>
                  <a:pt x="60585" y="50604"/>
                </a:cubicBezTo>
                <a:cubicBezTo>
                  <a:pt x="60486" y="50653"/>
                  <a:pt x="60436" y="50728"/>
                  <a:pt x="60386" y="50753"/>
                </a:cubicBezTo>
                <a:cubicBezTo>
                  <a:pt x="60262" y="50877"/>
                  <a:pt x="60137" y="50977"/>
                  <a:pt x="59988" y="51101"/>
                </a:cubicBezTo>
                <a:cubicBezTo>
                  <a:pt x="59589" y="51425"/>
                  <a:pt x="59216" y="51749"/>
                  <a:pt x="58843" y="52097"/>
                </a:cubicBezTo>
                <a:lnTo>
                  <a:pt x="58768" y="52147"/>
                </a:lnTo>
                <a:lnTo>
                  <a:pt x="58743" y="52147"/>
                </a:lnTo>
                <a:cubicBezTo>
                  <a:pt x="58693" y="52197"/>
                  <a:pt x="58619" y="52246"/>
                  <a:pt x="58594" y="52296"/>
                </a:cubicBezTo>
                <a:cubicBezTo>
                  <a:pt x="58519" y="52371"/>
                  <a:pt x="58445" y="52421"/>
                  <a:pt x="58370" y="52495"/>
                </a:cubicBezTo>
                <a:cubicBezTo>
                  <a:pt x="57847" y="52943"/>
                  <a:pt x="57349" y="53416"/>
                  <a:pt x="56851" y="53889"/>
                </a:cubicBezTo>
                <a:lnTo>
                  <a:pt x="56777" y="53939"/>
                </a:lnTo>
                <a:cubicBezTo>
                  <a:pt x="56254" y="54437"/>
                  <a:pt x="55756" y="54935"/>
                  <a:pt x="55234" y="55432"/>
                </a:cubicBezTo>
                <a:lnTo>
                  <a:pt x="54835" y="55856"/>
                </a:lnTo>
                <a:lnTo>
                  <a:pt x="54786" y="55881"/>
                </a:lnTo>
                <a:lnTo>
                  <a:pt x="54761" y="55905"/>
                </a:lnTo>
                <a:lnTo>
                  <a:pt x="53740" y="56951"/>
                </a:lnTo>
                <a:cubicBezTo>
                  <a:pt x="53541" y="57125"/>
                  <a:pt x="53392" y="57274"/>
                  <a:pt x="53242" y="57474"/>
                </a:cubicBezTo>
                <a:lnTo>
                  <a:pt x="53217" y="57498"/>
                </a:lnTo>
                <a:cubicBezTo>
                  <a:pt x="52894" y="57797"/>
                  <a:pt x="52595" y="58146"/>
                  <a:pt x="52272" y="58494"/>
                </a:cubicBezTo>
                <a:cubicBezTo>
                  <a:pt x="52147" y="58643"/>
                  <a:pt x="52023" y="58768"/>
                  <a:pt x="51873" y="58917"/>
                </a:cubicBezTo>
                <a:cubicBezTo>
                  <a:pt x="51848" y="58967"/>
                  <a:pt x="51799" y="58992"/>
                  <a:pt x="51799" y="59017"/>
                </a:cubicBezTo>
                <a:lnTo>
                  <a:pt x="51774" y="59042"/>
                </a:lnTo>
                <a:lnTo>
                  <a:pt x="51749" y="59091"/>
                </a:lnTo>
                <a:cubicBezTo>
                  <a:pt x="51649" y="59216"/>
                  <a:pt x="51525" y="59291"/>
                  <a:pt x="51425" y="59415"/>
                </a:cubicBezTo>
                <a:cubicBezTo>
                  <a:pt x="51425" y="59415"/>
                  <a:pt x="51425" y="59390"/>
                  <a:pt x="51400" y="59390"/>
                </a:cubicBezTo>
                <a:lnTo>
                  <a:pt x="51400" y="59365"/>
                </a:lnTo>
                <a:cubicBezTo>
                  <a:pt x="52097" y="58619"/>
                  <a:pt x="52769" y="57872"/>
                  <a:pt x="53466" y="57150"/>
                </a:cubicBezTo>
                <a:lnTo>
                  <a:pt x="53491" y="57125"/>
                </a:lnTo>
                <a:lnTo>
                  <a:pt x="53516" y="57100"/>
                </a:lnTo>
                <a:cubicBezTo>
                  <a:pt x="54238" y="56353"/>
                  <a:pt x="54985" y="55607"/>
                  <a:pt x="55731" y="54885"/>
                </a:cubicBezTo>
                <a:lnTo>
                  <a:pt x="56005" y="54611"/>
                </a:lnTo>
                <a:cubicBezTo>
                  <a:pt x="56752" y="53889"/>
                  <a:pt x="57524" y="53167"/>
                  <a:pt x="58320" y="52446"/>
                </a:cubicBezTo>
                <a:lnTo>
                  <a:pt x="58494" y="52271"/>
                </a:lnTo>
                <a:cubicBezTo>
                  <a:pt x="58967" y="51873"/>
                  <a:pt x="59440" y="51475"/>
                  <a:pt x="59938" y="51052"/>
                </a:cubicBezTo>
                <a:cubicBezTo>
                  <a:pt x="60062" y="50927"/>
                  <a:pt x="60212" y="50853"/>
                  <a:pt x="60336" y="50728"/>
                </a:cubicBezTo>
                <a:lnTo>
                  <a:pt x="60983" y="50156"/>
                </a:lnTo>
                <a:close/>
                <a:moveTo>
                  <a:pt x="87169" y="50280"/>
                </a:moveTo>
                <a:cubicBezTo>
                  <a:pt x="87194" y="50280"/>
                  <a:pt x="87194" y="50280"/>
                  <a:pt x="87219" y="50305"/>
                </a:cubicBezTo>
                <a:cubicBezTo>
                  <a:pt x="87841" y="52919"/>
                  <a:pt x="87468" y="56105"/>
                  <a:pt x="86298" y="59465"/>
                </a:cubicBezTo>
                <a:cubicBezTo>
                  <a:pt x="86248" y="59465"/>
                  <a:pt x="86248" y="59440"/>
                  <a:pt x="86223" y="59440"/>
                </a:cubicBezTo>
                <a:cubicBezTo>
                  <a:pt x="87418" y="56080"/>
                  <a:pt x="87791" y="52919"/>
                  <a:pt x="87169" y="50280"/>
                </a:cubicBezTo>
                <a:close/>
                <a:moveTo>
                  <a:pt x="79702" y="55532"/>
                </a:moveTo>
                <a:cubicBezTo>
                  <a:pt x="81593" y="57075"/>
                  <a:pt x="83709" y="58395"/>
                  <a:pt x="85999" y="59515"/>
                </a:cubicBezTo>
                <a:cubicBezTo>
                  <a:pt x="85999" y="59564"/>
                  <a:pt x="85999" y="59564"/>
                  <a:pt x="85974" y="59589"/>
                </a:cubicBezTo>
                <a:cubicBezTo>
                  <a:pt x="83684" y="58469"/>
                  <a:pt x="81519" y="57125"/>
                  <a:pt x="79627" y="55607"/>
                </a:cubicBezTo>
                <a:lnTo>
                  <a:pt x="79702" y="55532"/>
                </a:lnTo>
                <a:close/>
                <a:moveTo>
                  <a:pt x="51326" y="59490"/>
                </a:moveTo>
                <a:lnTo>
                  <a:pt x="51326" y="59515"/>
                </a:lnTo>
                <a:cubicBezTo>
                  <a:pt x="51326" y="59515"/>
                  <a:pt x="51326" y="59564"/>
                  <a:pt x="51351" y="59564"/>
                </a:cubicBezTo>
                <a:lnTo>
                  <a:pt x="51276" y="59614"/>
                </a:lnTo>
                <a:cubicBezTo>
                  <a:pt x="51276" y="59589"/>
                  <a:pt x="51276" y="59589"/>
                  <a:pt x="51251" y="59564"/>
                </a:cubicBezTo>
                <a:lnTo>
                  <a:pt x="51326" y="59490"/>
                </a:lnTo>
                <a:close/>
                <a:moveTo>
                  <a:pt x="4232" y="59614"/>
                </a:moveTo>
                <a:lnTo>
                  <a:pt x="4232" y="59614"/>
                </a:lnTo>
                <a:cubicBezTo>
                  <a:pt x="4223" y="59637"/>
                  <a:pt x="4214" y="59660"/>
                  <a:pt x="4205" y="59684"/>
                </a:cubicBezTo>
                <a:lnTo>
                  <a:pt x="4205" y="59684"/>
                </a:lnTo>
                <a:cubicBezTo>
                  <a:pt x="4212" y="59656"/>
                  <a:pt x="4218" y="59628"/>
                  <a:pt x="4232" y="59614"/>
                </a:cubicBezTo>
                <a:close/>
                <a:moveTo>
                  <a:pt x="86173" y="59589"/>
                </a:moveTo>
                <a:cubicBezTo>
                  <a:pt x="86198" y="59614"/>
                  <a:pt x="86198" y="59614"/>
                  <a:pt x="86223" y="59614"/>
                </a:cubicBezTo>
                <a:cubicBezTo>
                  <a:pt x="86223" y="59639"/>
                  <a:pt x="86198" y="59639"/>
                  <a:pt x="86198" y="59689"/>
                </a:cubicBezTo>
                <a:cubicBezTo>
                  <a:pt x="86173" y="59689"/>
                  <a:pt x="86173" y="59639"/>
                  <a:pt x="86123" y="59639"/>
                </a:cubicBezTo>
                <a:cubicBezTo>
                  <a:pt x="86123" y="59614"/>
                  <a:pt x="86173" y="59614"/>
                  <a:pt x="86173" y="59589"/>
                </a:cubicBezTo>
                <a:close/>
                <a:moveTo>
                  <a:pt x="61282" y="50280"/>
                </a:moveTo>
                <a:cubicBezTo>
                  <a:pt x="61332" y="50355"/>
                  <a:pt x="61431" y="50380"/>
                  <a:pt x="61481" y="50405"/>
                </a:cubicBezTo>
                <a:cubicBezTo>
                  <a:pt x="57748" y="53118"/>
                  <a:pt x="54387" y="56353"/>
                  <a:pt x="51649" y="59739"/>
                </a:cubicBezTo>
                <a:cubicBezTo>
                  <a:pt x="51624" y="59689"/>
                  <a:pt x="51599" y="59614"/>
                  <a:pt x="51525" y="59564"/>
                </a:cubicBezTo>
                <a:cubicBezTo>
                  <a:pt x="51624" y="59465"/>
                  <a:pt x="51699" y="59365"/>
                  <a:pt x="51774" y="59266"/>
                </a:cubicBezTo>
                <a:cubicBezTo>
                  <a:pt x="52023" y="59017"/>
                  <a:pt x="52247" y="58743"/>
                  <a:pt x="52496" y="58494"/>
                </a:cubicBezTo>
                <a:cubicBezTo>
                  <a:pt x="52620" y="58370"/>
                  <a:pt x="52720" y="58245"/>
                  <a:pt x="52844" y="58146"/>
                </a:cubicBezTo>
                <a:cubicBezTo>
                  <a:pt x="52968" y="58021"/>
                  <a:pt x="53093" y="57872"/>
                  <a:pt x="53217" y="57747"/>
                </a:cubicBezTo>
                <a:cubicBezTo>
                  <a:pt x="53242" y="57722"/>
                  <a:pt x="53267" y="57698"/>
                  <a:pt x="53317" y="57623"/>
                </a:cubicBezTo>
                <a:cubicBezTo>
                  <a:pt x="53491" y="57399"/>
                  <a:pt x="53715" y="57200"/>
                  <a:pt x="53939" y="57001"/>
                </a:cubicBezTo>
                <a:lnTo>
                  <a:pt x="54761" y="56154"/>
                </a:lnTo>
                <a:lnTo>
                  <a:pt x="54885" y="56030"/>
                </a:lnTo>
                <a:cubicBezTo>
                  <a:pt x="55059" y="55881"/>
                  <a:pt x="55209" y="55706"/>
                  <a:pt x="55383" y="55532"/>
                </a:cubicBezTo>
                <a:cubicBezTo>
                  <a:pt x="55881" y="55034"/>
                  <a:pt x="56379" y="54586"/>
                  <a:pt x="56876" y="54113"/>
                </a:cubicBezTo>
                <a:cubicBezTo>
                  <a:pt x="56976" y="54039"/>
                  <a:pt x="57051" y="53964"/>
                  <a:pt x="57125" y="53889"/>
                </a:cubicBezTo>
                <a:lnTo>
                  <a:pt x="57175" y="53864"/>
                </a:lnTo>
                <a:lnTo>
                  <a:pt x="58469" y="52645"/>
                </a:lnTo>
                <a:cubicBezTo>
                  <a:pt x="58619" y="52520"/>
                  <a:pt x="58793" y="52371"/>
                  <a:pt x="58942" y="52246"/>
                </a:cubicBezTo>
                <a:cubicBezTo>
                  <a:pt x="59341" y="51898"/>
                  <a:pt x="59714" y="51550"/>
                  <a:pt x="60112" y="51226"/>
                </a:cubicBezTo>
                <a:cubicBezTo>
                  <a:pt x="60311" y="51052"/>
                  <a:pt x="60461" y="50927"/>
                  <a:pt x="60660" y="50778"/>
                </a:cubicBezTo>
                <a:cubicBezTo>
                  <a:pt x="60859" y="50629"/>
                  <a:pt x="61083" y="50479"/>
                  <a:pt x="61282" y="50280"/>
                </a:cubicBezTo>
                <a:close/>
                <a:moveTo>
                  <a:pt x="4185" y="59735"/>
                </a:moveTo>
                <a:cubicBezTo>
                  <a:pt x="4162" y="59797"/>
                  <a:pt x="4138" y="59858"/>
                  <a:pt x="4114" y="59920"/>
                </a:cubicBezTo>
                <a:lnTo>
                  <a:pt x="4114" y="59920"/>
                </a:lnTo>
                <a:cubicBezTo>
                  <a:pt x="4136" y="59859"/>
                  <a:pt x="4159" y="59799"/>
                  <a:pt x="4182" y="59739"/>
                </a:cubicBezTo>
                <a:cubicBezTo>
                  <a:pt x="4183" y="59737"/>
                  <a:pt x="4184" y="59736"/>
                  <a:pt x="4185" y="59735"/>
                </a:cubicBezTo>
                <a:close/>
                <a:moveTo>
                  <a:pt x="51450" y="59714"/>
                </a:moveTo>
                <a:cubicBezTo>
                  <a:pt x="51475" y="59764"/>
                  <a:pt x="51525" y="59838"/>
                  <a:pt x="51575" y="59888"/>
                </a:cubicBezTo>
                <a:lnTo>
                  <a:pt x="51500" y="59963"/>
                </a:lnTo>
                <a:cubicBezTo>
                  <a:pt x="51475" y="59888"/>
                  <a:pt x="51450" y="59838"/>
                  <a:pt x="51375" y="59764"/>
                </a:cubicBezTo>
                <a:cubicBezTo>
                  <a:pt x="51400" y="59739"/>
                  <a:pt x="51400" y="59714"/>
                  <a:pt x="51450" y="59714"/>
                </a:cubicBezTo>
                <a:close/>
                <a:moveTo>
                  <a:pt x="61680" y="50529"/>
                </a:moveTo>
                <a:cubicBezTo>
                  <a:pt x="61705" y="50529"/>
                  <a:pt x="61705" y="50554"/>
                  <a:pt x="61730" y="50554"/>
                </a:cubicBezTo>
                <a:cubicBezTo>
                  <a:pt x="57947" y="53292"/>
                  <a:pt x="54561" y="56528"/>
                  <a:pt x="51823" y="59988"/>
                </a:cubicBezTo>
                <a:cubicBezTo>
                  <a:pt x="51823" y="59963"/>
                  <a:pt x="51774" y="59963"/>
                  <a:pt x="51774" y="59938"/>
                </a:cubicBezTo>
                <a:cubicBezTo>
                  <a:pt x="54561" y="56503"/>
                  <a:pt x="57922" y="53267"/>
                  <a:pt x="61680" y="50529"/>
                </a:cubicBezTo>
                <a:close/>
                <a:moveTo>
                  <a:pt x="45899" y="53466"/>
                </a:moveTo>
                <a:lnTo>
                  <a:pt x="46347" y="53889"/>
                </a:lnTo>
                <a:cubicBezTo>
                  <a:pt x="44754" y="55881"/>
                  <a:pt x="43410" y="57971"/>
                  <a:pt x="42315" y="60012"/>
                </a:cubicBezTo>
                <a:cubicBezTo>
                  <a:pt x="41892" y="59739"/>
                  <a:pt x="41419" y="59490"/>
                  <a:pt x="40946" y="59191"/>
                </a:cubicBezTo>
                <a:cubicBezTo>
                  <a:pt x="42514" y="57250"/>
                  <a:pt x="44157" y="55333"/>
                  <a:pt x="45899" y="53466"/>
                </a:cubicBezTo>
                <a:close/>
                <a:moveTo>
                  <a:pt x="114698" y="52595"/>
                </a:moveTo>
                <a:cubicBezTo>
                  <a:pt x="114723" y="52894"/>
                  <a:pt x="114748" y="53217"/>
                  <a:pt x="114748" y="53541"/>
                </a:cubicBezTo>
                <a:cubicBezTo>
                  <a:pt x="114350" y="55084"/>
                  <a:pt x="113877" y="56602"/>
                  <a:pt x="113305" y="58195"/>
                </a:cubicBezTo>
                <a:cubicBezTo>
                  <a:pt x="112757" y="58892"/>
                  <a:pt x="112110" y="59564"/>
                  <a:pt x="111363" y="60112"/>
                </a:cubicBezTo>
                <a:cubicBezTo>
                  <a:pt x="112632" y="57598"/>
                  <a:pt x="113753" y="55084"/>
                  <a:pt x="114698" y="52595"/>
                </a:cubicBezTo>
                <a:close/>
                <a:moveTo>
                  <a:pt x="46397" y="53939"/>
                </a:moveTo>
                <a:lnTo>
                  <a:pt x="46422" y="53989"/>
                </a:lnTo>
                <a:cubicBezTo>
                  <a:pt x="46497" y="54088"/>
                  <a:pt x="46497" y="54113"/>
                  <a:pt x="46472" y="54113"/>
                </a:cubicBezTo>
                <a:cubicBezTo>
                  <a:pt x="46123" y="54536"/>
                  <a:pt x="45800" y="54984"/>
                  <a:pt x="45476" y="55408"/>
                </a:cubicBezTo>
                <a:cubicBezTo>
                  <a:pt x="45377" y="55557"/>
                  <a:pt x="45252" y="55706"/>
                  <a:pt x="45153" y="55856"/>
                </a:cubicBezTo>
                <a:cubicBezTo>
                  <a:pt x="44929" y="56154"/>
                  <a:pt x="44680" y="56503"/>
                  <a:pt x="44481" y="56851"/>
                </a:cubicBezTo>
                <a:cubicBezTo>
                  <a:pt x="44381" y="57001"/>
                  <a:pt x="44281" y="57125"/>
                  <a:pt x="44182" y="57274"/>
                </a:cubicBezTo>
                <a:cubicBezTo>
                  <a:pt x="44132" y="57349"/>
                  <a:pt x="44107" y="57424"/>
                  <a:pt x="44033" y="57498"/>
                </a:cubicBezTo>
                <a:cubicBezTo>
                  <a:pt x="43809" y="57872"/>
                  <a:pt x="43560" y="58245"/>
                  <a:pt x="43385" y="58594"/>
                </a:cubicBezTo>
                <a:cubicBezTo>
                  <a:pt x="43062" y="59116"/>
                  <a:pt x="42788" y="59639"/>
                  <a:pt x="42514" y="60137"/>
                </a:cubicBezTo>
                <a:cubicBezTo>
                  <a:pt x="42514" y="60137"/>
                  <a:pt x="42489" y="60137"/>
                  <a:pt x="42489" y="60112"/>
                </a:cubicBezTo>
                <a:lnTo>
                  <a:pt x="42440" y="60112"/>
                </a:lnTo>
                <a:cubicBezTo>
                  <a:pt x="42564" y="59863"/>
                  <a:pt x="42688" y="59639"/>
                  <a:pt x="42813" y="59390"/>
                </a:cubicBezTo>
                <a:cubicBezTo>
                  <a:pt x="42813" y="59365"/>
                  <a:pt x="42863" y="59340"/>
                  <a:pt x="42888" y="59291"/>
                </a:cubicBezTo>
                <a:lnTo>
                  <a:pt x="43360" y="58469"/>
                </a:lnTo>
                <a:cubicBezTo>
                  <a:pt x="43360" y="58469"/>
                  <a:pt x="43360" y="58419"/>
                  <a:pt x="43385" y="58419"/>
                </a:cubicBezTo>
                <a:cubicBezTo>
                  <a:pt x="43560" y="58121"/>
                  <a:pt x="43759" y="57847"/>
                  <a:pt x="43933" y="57523"/>
                </a:cubicBezTo>
                <a:cubicBezTo>
                  <a:pt x="44132" y="57225"/>
                  <a:pt x="44306" y="56926"/>
                  <a:pt x="44505" y="56627"/>
                </a:cubicBezTo>
                <a:cubicBezTo>
                  <a:pt x="44530" y="56602"/>
                  <a:pt x="44555" y="56553"/>
                  <a:pt x="44555" y="56503"/>
                </a:cubicBezTo>
                <a:cubicBezTo>
                  <a:pt x="44754" y="56229"/>
                  <a:pt x="44929" y="55980"/>
                  <a:pt x="45128" y="55681"/>
                </a:cubicBezTo>
                <a:cubicBezTo>
                  <a:pt x="45352" y="55408"/>
                  <a:pt x="45526" y="55109"/>
                  <a:pt x="45750" y="54810"/>
                </a:cubicBezTo>
                <a:cubicBezTo>
                  <a:pt x="45800" y="54760"/>
                  <a:pt x="45850" y="54686"/>
                  <a:pt x="45899" y="54611"/>
                </a:cubicBezTo>
                <a:cubicBezTo>
                  <a:pt x="46049" y="54387"/>
                  <a:pt x="46248" y="54163"/>
                  <a:pt x="46397" y="53939"/>
                </a:cubicBezTo>
                <a:close/>
                <a:moveTo>
                  <a:pt x="51649" y="60062"/>
                </a:moveTo>
                <a:cubicBezTo>
                  <a:pt x="51649" y="60087"/>
                  <a:pt x="51699" y="60112"/>
                  <a:pt x="51699" y="60112"/>
                </a:cubicBezTo>
                <a:lnTo>
                  <a:pt x="51624" y="60187"/>
                </a:lnTo>
                <a:cubicBezTo>
                  <a:pt x="51624" y="60137"/>
                  <a:pt x="51599" y="60137"/>
                  <a:pt x="51599" y="60112"/>
                </a:cubicBezTo>
                <a:lnTo>
                  <a:pt x="51649" y="60062"/>
                </a:lnTo>
                <a:close/>
                <a:moveTo>
                  <a:pt x="40822" y="59315"/>
                </a:moveTo>
                <a:cubicBezTo>
                  <a:pt x="41295" y="59589"/>
                  <a:pt x="41767" y="59888"/>
                  <a:pt x="42240" y="60137"/>
                </a:cubicBezTo>
                <a:cubicBezTo>
                  <a:pt x="42240" y="60187"/>
                  <a:pt x="42191" y="60187"/>
                  <a:pt x="42191" y="60212"/>
                </a:cubicBezTo>
                <a:cubicBezTo>
                  <a:pt x="41743" y="59963"/>
                  <a:pt x="41270" y="59689"/>
                  <a:pt x="40797" y="59365"/>
                </a:cubicBezTo>
                <a:cubicBezTo>
                  <a:pt x="40797" y="59340"/>
                  <a:pt x="40822" y="59340"/>
                  <a:pt x="40822" y="59315"/>
                </a:cubicBezTo>
                <a:close/>
                <a:moveTo>
                  <a:pt x="42440" y="60261"/>
                </a:moveTo>
                <a:cubicBezTo>
                  <a:pt x="42440" y="60261"/>
                  <a:pt x="42489" y="60261"/>
                  <a:pt x="42489" y="60311"/>
                </a:cubicBezTo>
                <a:cubicBezTo>
                  <a:pt x="42489" y="60336"/>
                  <a:pt x="42440" y="60336"/>
                  <a:pt x="42440" y="60361"/>
                </a:cubicBezTo>
                <a:cubicBezTo>
                  <a:pt x="42415" y="60361"/>
                  <a:pt x="42415" y="60361"/>
                  <a:pt x="42390" y="60336"/>
                </a:cubicBezTo>
                <a:cubicBezTo>
                  <a:pt x="42390" y="60311"/>
                  <a:pt x="42415" y="60311"/>
                  <a:pt x="42415" y="60261"/>
                </a:cubicBezTo>
                <a:close/>
                <a:moveTo>
                  <a:pt x="114599" y="52097"/>
                </a:moveTo>
                <a:cubicBezTo>
                  <a:pt x="114599" y="52122"/>
                  <a:pt x="114624" y="52172"/>
                  <a:pt x="114624" y="52222"/>
                </a:cubicBezTo>
                <a:cubicBezTo>
                  <a:pt x="113628" y="54885"/>
                  <a:pt x="112433" y="57598"/>
                  <a:pt x="111064" y="60336"/>
                </a:cubicBezTo>
                <a:cubicBezTo>
                  <a:pt x="111015" y="60361"/>
                  <a:pt x="110990" y="60386"/>
                  <a:pt x="110965" y="60386"/>
                </a:cubicBezTo>
                <a:cubicBezTo>
                  <a:pt x="112359" y="57598"/>
                  <a:pt x="113603" y="54835"/>
                  <a:pt x="114599" y="52097"/>
                </a:cubicBezTo>
                <a:close/>
                <a:moveTo>
                  <a:pt x="87443" y="50355"/>
                </a:moveTo>
                <a:lnTo>
                  <a:pt x="87443" y="50355"/>
                </a:lnTo>
                <a:cubicBezTo>
                  <a:pt x="87692" y="50405"/>
                  <a:pt x="87916" y="50479"/>
                  <a:pt x="88164" y="50529"/>
                </a:cubicBezTo>
                <a:cubicBezTo>
                  <a:pt x="88214" y="50529"/>
                  <a:pt x="88289" y="50554"/>
                  <a:pt x="88339" y="50554"/>
                </a:cubicBezTo>
                <a:cubicBezTo>
                  <a:pt x="88438" y="50579"/>
                  <a:pt x="88563" y="50579"/>
                  <a:pt x="88662" y="50629"/>
                </a:cubicBezTo>
                <a:cubicBezTo>
                  <a:pt x="88812" y="50653"/>
                  <a:pt x="88986" y="50678"/>
                  <a:pt x="89160" y="50728"/>
                </a:cubicBezTo>
                <a:cubicBezTo>
                  <a:pt x="89210" y="50728"/>
                  <a:pt x="89285" y="50753"/>
                  <a:pt x="89359" y="50753"/>
                </a:cubicBezTo>
                <a:lnTo>
                  <a:pt x="89409" y="50753"/>
                </a:lnTo>
                <a:cubicBezTo>
                  <a:pt x="89434" y="50753"/>
                  <a:pt x="89484" y="50753"/>
                  <a:pt x="89534" y="50778"/>
                </a:cubicBezTo>
                <a:lnTo>
                  <a:pt x="90181" y="50877"/>
                </a:lnTo>
                <a:cubicBezTo>
                  <a:pt x="90305" y="50902"/>
                  <a:pt x="90430" y="50902"/>
                  <a:pt x="90554" y="50902"/>
                </a:cubicBezTo>
                <a:cubicBezTo>
                  <a:pt x="90778" y="50927"/>
                  <a:pt x="91027" y="50952"/>
                  <a:pt x="91226" y="50952"/>
                </a:cubicBezTo>
                <a:lnTo>
                  <a:pt x="91351" y="50952"/>
                </a:lnTo>
                <a:cubicBezTo>
                  <a:pt x="91450" y="50952"/>
                  <a:pt x="91575" y="50952"/>
                  <a:pt x="91674" y="51002"/>
                </a:cubicBezTo>
                <a:lnTo>
                  <a:pt x="91799" y="51002"/>
                </a:lnTo>
                <a:cubicBezTo>
                  <a:pt x="91898" y="51002"/>
                  <a:pt x="91948" y="51002"/>
                  <a:pt x="92048" y="51027"/>
                </a:cubicBezTo>
                <a:cubicBezTo>
                  <a:pt x="92147" y="51027"/>
                  <a:pt x="92222" y="51027"/>
                  <a:pt x="92321" y="51052"/>
                </a:cubicBezTo>
                <a:lnTo>
                  <a:pt x="93417" y="51052"/>
                </a:lnTo>
                <a:cubicBezTo>
                  <a:pt x="93989" y="51052"/>
                  <a:pt x="94586" y="51027"/>
                  <a:pt x="95184" y="51002"/>
                </a:cubicBezTo>
                <a:lnTo>
                  <a:pt x="95184" y="51002"/>
                </a:lnTo>
                <a:cubicBezTo>
                  <a:pt x="93392" y="54238"/>
                  <a:pt x="91276" y="57449"/>
                  <a:pt x="88936" y="60585"/>
                </a:cubicBezTo>
                <a:cubicBezTo>
                  <a:pt x="88090" y="60261"/>
                  <a:pt x="87244" y="59888"/>
                  <a:pt x="86447" y="59515"/>
                </a:cubicBezTo>
                <a:cubicBezTo>
                  <a:pt x="87617" y="56154"/>
                  <a:pt x="88040" y="53018"/>
                  <a:pt x="87443" y="50355"/>
                </a:cubicBezTo>
                <a:close/>
                <a:moveTo>
                  <a:pt x="113105" y="58718"/>
                </a:moveTo>
                <a:lnTo>
                  <a:pt x="113105" y="58718"/>
                </a:lnTo>
                <a:cubicBezTo>
                  <a:pt x="113081" y="58768"/>
                  <a:pt x="113081" y="58843"/>
                  <a:pt x="113056" y="58892"/>
                </a:cubicBezTo>
                <a:cubicBezTo>
                  <a:pt x="112508" y="59515"/>
                  <a:pt x="111861" y="60087"/>
                  <a:pt x="111114" y="60585"/>
                </a:cubicBezTo>
                <a:cubicBezTo>
                  <a:pt x="111139" y="60560"/>
                  <a:pt x="111139" y="60510"/>
                  <a:pt x="111189" y="60460"/>
                </a:cubicBezTo>
                <a:cubicBezTo>
                  <a:pt x="111936" y="59938"/>
                  <a:pt x="112583" y="59365"/>
                  <a:pt x="113105" y="58718"/>
                </a:cubicBezTo>
                <a:close/>
                <a:moveTo>
                  <a:pt x="95532" y="51027"/>
                </a:moveTo>
                <a:cubicBezTo>
                  <a:pt x="93665" y="54263"/>
                  <a:pt x="91525" y="57498"/>
                  <a:pt x="89185" y="60684"/>
                </a:cubicBezTo>
                <a:cubicBezTo>
                  <a:pt x="89160" y="60684"/>
                  <a:pt x="89160" y="60635"/>
                  <a:pt x="89110" y="60635"/>
                </a:cubicBezTo>
                <a:cubicBezTo>
                  <a:pt x="91475" y="57474"/>
                  <a:pt x="93591" y="54238"/>
                  <a:pt x="95458" y="51027"/>
                </a:cubicBezTo>
                <a:close/>
                <a:moveTo>
                  <a:pt x="86372" y="59714"/>
                </a:moveTo>
                <a:cubicBezTo>
                  <a:pt x="87194" y="60087"/>
                  <a:pt x="87990" y="60436"/>
                  <a:pt x="88812" y="60734"/>
                </a:cubicBezTo>
                <a:cubicBezTo>
                  <a:pt x="88812" y="60759"/>
                  <a:pt x="88787" y="60759"/>
                  <a:pt x="88787" y="60809"/>
                </a:cubicBezTo>
                <a:cubicBezTo>
                  <a:pt x="87965" y="60485"/>
                  <a:pt x="87169" y="60137"/>
                  <a:pt x="86347" y="59764"/>
                </a:cubicBezTo>
                <a:cubicBezTo>
                  <a:pt x="86372" y="59739"/>
                  <a:pt x="86372" y="59714"/>
                  <a:pt x="86372" y="59714"/>
                </a:cubicBezTo>
                <a:close/>
                <a:moveTo>
                  <a:pt x="110865" y="60685"/>
                </a:moveTo>
                <a:lnTo>
                  <a:pt x="110865" y="60685"/>
                </a:lnTo>
                <a:cubicBezTo>
                  <a:pt x="110840" y="60709"/>
                  <a:pt x="110840" y="60734"/>
                  <a:pt x="110815" y="60809"/>
                </a:cubicBezTo>
                <a:cubicBezTo>
                  <a:pt x="110766" y="60834"/>
                  <a:pt x="110741" y="60834"/>
                  <a:pt x="110716" y="60859"/>
                </a:cubicBezTo>
                <a:cubicBezTo>
                  <a:pt x="110741" y="60834"/>
                  <a:pt x="110741" y="60809"/>
                  <a:pt x="110766" y="60734"/>
                </a:cubicBezTo>
                <a:cubicBezTo>
                  <a:pt x="110815" y="60709"/>
                  <a:pt x="110840" y="60709"/>
                  <a:pt x="110865" y="60685"/>
                </a:cubicBezTo>
                <a:close/>
                <a:moveTo>
                  <a:pt x="88986" y="60809"/>
                </a:moveTo>
                <a:cubicBezTo>
                  <a:pt x="89036" y="60809"/>
                  <a:pt x="89061" y="60834"/>
                  <a:pt x="89061" y="60834"/>
                </a:cubicBezTo>
                <a:cubicBezTo>
                  <a:pt x="89061" y="60859"/>
                  <a:pt x="89011" y="60859"/>
                  <a:pt x="89011" y="60884"/>
                </a:cubicBezTo>
                <a:cubicBezTo>
                  <a:pt x="88986" y="60884"/>
                  <a:pt x="88986" y="60884"/>
                  <a:pt x="88961" y="60859"/>
                </a:cubicBezTo>
                <a:cubicBezTo>
                  <a:pt x="88961" y="60834"/>
                  <a:pt x="88986" y="60834"/>
                  <a:pt x="88986" y="60809"/>
                </a:cubicBezTo>
                <a:close/>
                <a:moveTo>
                  <a:pt x="33578" y="54536"/>
                </a:moveTo>
                <a:cubicBezTo>
                  <a:pt x="35843" y="56279"/>
                  <a:pt x="38133" y="57897"/>
                  <a:pt x="40299" y="59315"/>
                </a:cubicBezTo>
                <a:cubicBezTo>
                  <a:pt x="39801" y="59963"/>
                  <a:pt x="39303" y="60585"/>
                  <a:pt x="38805" y="61232"/>
                </a:cubicBezTo>
                <a:cubicBezTo>
                  <a:pt x="36914" y="59689"/>
                  <a:pt x="34723" y="58345"/>
                  <a:pt x="32433" y="57225"/>
                </a:cubicBezTo>
                <a:cubicBezTo>
                  <a:pt x="32782" y="56329"/>
                  <a:pt x="33180" y="55408"/>
                  <a:pt x="33578" y="54536"/>
                </a:cubicBezTo>
                <a:close/>
                <a:moveTo>
                  <a:pt x="40498" y="59365"/>
                </a:moveTo>
                <a:cubicBezTo>
                  <a:pt x="40523" y="59365"/>
                  <a:pt x="40523" y="59390"/>
                  <a:pt x="40548" y="59390"/>
                </a:cubicBezTo>
                <a:cubicBezTo>
                  <a:pt x="40050" y="60062"/>
                  <a:pt x="39527" y="60709"/>
                  <a:pt x="39054" y="61357"/>
                </a:cubicBezTo>
                <a:cubicBezTo>
                  <a:pt x="39029" y="61357"/>
                  <a:pt x="39029" y="61332"/>
                  <a:pt x="39005" y="61332"/>
                </a:cubicBezTo>
                <a:cubicBezTo>
                  <a:pt x="39453" y="60684"/>
                  <a:pt x="39950" y="60012"/>
                  <a:pt x="40498" y="59365"/>
                </a:cubicBezTo>
                <a:close/>
                <a:moveTo>
                  <a:pt x="3612" y="61301"/>
                </a:moveTo>
                <a:cubicBezTo>
                  <a:pt x="3605" y="61323"/>
                  <a:pt x="3598" y="61344"/>
                  <a:pt x="3592" y="61365"/>
                </a:cubicBezTo>
                <a:lnTo>
                  <a:pt x="3592" y="61365"/>
                </a:lnTo>
                <a:cubicBezTo>
                  <a:pt x="3596" y="61344"/>
                  <a:pt x="3601" y="61323"/>
                  <a:pt x="3609" y="61307"/>
                </a:cubicBezTo>
                <a:cubicBezTo>
                  <a:pt x="3610" y="61305"/>
                  <a:pt x="3611" y="61303"/>
                  <a:pt x="3612" y="61301"/>
                </a:cubicBezTo>
                <a:close/>
                <a:moveTo>
                  <a:pt x="32408" y="57374"/>
                </a:moveTo>
                <a:cubicBezTo>
                  <a:pt x="34698" y="58469"/>
                  <a:pt x="36839" y="59838"/>
                  <a:pt x="38706" y="61357"/>
                </a:cubicBezTo>
                <a:lnTo>
                  <a:pt x="38681" y="61381"/>
                </a:lnTo>
                <a:cubicBezTo>
                  <a:pt x="36789" y="59863"/>
                  <a:pt x="34649" y="58519"/>
                  <a:pt x="32359" y="57449"/>
                </a:cubicBezTo>
                <a:cubicBezTo>
                  <a:pt x="32359" y="57399"/>
                  <a:pt x="32359" y="57399"/>
                  <a:pt x="32408" y="57374"/>
                </a:cubicBezTo>
                <a:close/>
                <a:moveTo>
                  <a:pt x="38880" y="61481"/>
                </a:moveTo>
                <a:cubicBezTo>
                  <a:pt x="38905" y="61481"/>
                  <a:pt x="38905" y="61506"/>
                  <a:pt x="38930" y="61506"/>
                </a:cubicBezTo>
                <a:lnTo>
                  <a:pt x="38905" y="61556"/>
                </a:lnTo>
                <a:cubicBezTo>
                  <a:pt x="38880" y="61556"/>
                  <a:pt x="38830" y="61506"/>
                  <a:pt x="38830" y="61506"/>
                </a:cubicBezTo>
                <a:lnTo>
                  <a:pt x="38880" y="61481"/>
                </a:lnTo>
                <a:close/>
                <a:moveTo>
                  <a:pt x="113305" y="58942"/>
                </a:moveTo>
                <a:cubicBezTo>
                  <a:pt x="112956" y="59813"/>
                  <a:pt x="112583" y="60709"/>
                  <a:pt x="112234" y="61481"/>
                </a:cubicBezTo>
                <a:cubicBezTo>
                  <a:pt x="112217" y="61533"/>
                  <a:pt x="112197" y="61581"/>
                  <a:pt x="112176" y="61630"/>
                </a:cubicBezTo>
                <a:lnTo>
                  <a:pt x="112176" y="61630"/>
                </a:lnTo>
                <a:cubicBezTo>
                  <a:pt x="112515" y="60759"/>
                  <a:pt x="112870" y="59888"/>
                  <a:pt x="113205" y="59017"/>
                </a:cubicBezTo>
                <a:lnTo>
                  <a:pt x="113305" y="58942"/>
                </a:lnTo>
                <a:close/>
                <a:moveTo>
                  <a:pt x="113804" y="58252"/>
                </a:moveTo>
                <a:cubicBezTo>
                  <a:pt x="113489" y="59031"/>
                  <a:pt x="113197" y="59832"/>
                  <a:pt x="112856" y="60610"/>
                </a:cubicBezTo>
                <a:cubicBezTo>
                  <a:pt x="112732" y="60884"/>
                  <a:pt x="112608" y="61207"/>
                  <a:pt x="112483" y="61481"/>
                </a:cubicBezTo>
                <a:cubicBezTo>
                  <a:pt x="112483" y="61506"/>
                  <a:pt x="112458" y="61556"/>
                  <a:pt x="112458" y="61581"/>
                </a:cubicBezTo>
                <a:cubicBezTo>
                  <a:pt x="112458" y="61605"/>
                  <a:pt x="112408" y="61605"/>
                  <a:pt x="112408" y="61630"/>
                </a:cubicBezTo>
                <a:cubicBezTo>
                  <a:pt x="112368" y="61773"/>
                  <a:pt x="112294" y="61899"/>
                  <a:pt x="112241" y="62022"/>
                </a:cubicBezTo>
                <a:lnTo>
                  <a:pt x="112241" y="62022"/>
                </a:lnTo>
                <a:cubicBezTo>
                  <a:pt x="112434" y="61526"/>
                  <a:pt x="112669" y="61029"/>
                  <a:pt x="112881" y="60510"/>
                </a:cubicBezTo>
                <a:cubicBezTo>
                  <a:pt x="112881" y="60485"/>
                  <a:pt x="112931" y="60460"/>
                  <a:pt x="112931" y="60386"/>
                </a:cubicBezTo>
                <a:cubicBezTo>
                  <a:pt x="113180" y="59764"/>
                  <a:pt x="113429" y="59116"/>
                  <a:pt x="113653" y="58494"/>
                </a:cubicBezTo>
                <a:cubicBezTo>
                  <a:pt x="113653" y="58469"/>
                  <a:pt x="113703" y="58444"/>
                  <a:pt x="113703" y="58395"/>
                </a:cubicBezTo>
                <a:cubicBezTo>
                  <a:pt x="113728" y="58370"/>
                  <a:pt x="113753" y="58345"/>
                  <a:pt x="113753" y="58320"/>
                </a:cubicBezTo>
                <a:cubicBezTo>
                  <a:pt x="113782" y="58290"/>
                  <a:pt x="113794" y="58270"/>
                  <a:pt x="113804" y="58252"/>
                </a:cubicBezTo>
                <a:close/>
                <a:moveTo>
                  <a:pt x="110616" y="44804"/>
                </a:moveTo>
                <a:cubicBezTo>
                  <a:pt x="112732" y="47069"/>
                  <a:pt x="114076" y="49484"/>
                  <a:pt x="114574" y="51749"/>
                </a:cubicBezTo>
                <a:cubicBezTo>
                  <a:pt x="113479" y="54636"/>
                  <a:pt x="112184" y="57623"/>
                  <a:pt x="110641" y="60610"/>
                </a:cubicBezTo>
                <a:cubicBezTo>
                  <a:pt x="109695" y="61207"/>
                  <a:pt x="108575" y="61705"/>
                  <a:pt x="107331" y="62078"/>
                </a:cubicBezTo>
                <a:cubicBezTo>
                  <a:pt x="108376" y="59017"/>
                  <a:pt x="109073" y="56129"/>
                  <a:pt x="109322" y="53391"/>
                </a:cubicBezTo>
                <a:lnTo>
                  <a:pt x="109322" y="53342"/>
                </a:lnTo>
                <a:lnTo>
                  <a:pt x="109322" y="53292"/>
                </a:lnTo>
                <a:lnTo>
                  <a:pt x="109322" y="53217"/>
                </a:lnTo>
                <a:cubicBezTo>
                  <a:pt x="109347" y="52794"/>
                  <a:pt x="109372" y="52396"/>
                  <a:pt x="109372" y="51998"/>
                </a:cubicBezTo>
                <a:lnTo>
                  <a:pt x="109372" y="51973"/>
                </a:lnTo>
                <a:lnTo>
                  <a:pt x="109372" y="51823"/>
                </a:lnTo>
                <a:lnTo>
                  <a:pt x="109372" y="51774"/>
                </a:lnTo>
                <a:lnTo>
                  <a:pt x="109372" y="51550"/>
                </a:lnTo>
                <a:lnTo>
                  <a:pt x="109372" y="50429"/>
                </a:lnTo>
                <a:lnTo>
                  <a:pt x="109372" y="50355"/>
                </a:lnTo>
                <a:cubicBezTo>
                  <a:pt x="109372" y="50230"/>
                  <a:pt x="109372" y="50106"/>
                  <a:pt x="109347" y="49981"/>
                </a:cubicBezTo>
                <a:cubicBezTo>
                  <a:pt x="109347" y="49658"/>
                  <a:pt x="109297" y="49359"/>
                  <a:pt x="109272" y="49060"/>
                </a:cubicBezTo>
                <a:lnTo>
                  <a:pt x="109272" y="48886"/>
                </a:lnTo>
                <a:cubicBezTo>
                  <a:pt x="109272" y="48787"/>
                  <a:pt x="109247" y="48687"/>
                  <a:pt x="109247" y="48563"/>
                </a:cubicBezTo>
                <a:lnTo>
                  <a:pt x="109247" y="48513"/>
                </a:lnTo>
                <a:cubicBezTo>
                  <a:pt x="109222" y="48388"/>
                  <a:pt x="109222" y="48239"/>
                  <a:pt x="109222" y="48115"/>
                </a:cubicBezTo>
                <a:cubicBezTo>
                  <a:pt x="109670" y="47019"/>
                  <a:pt x="110118" y="45924"/>
                  <a:pt x="110517" y="44879"/>
                </a:cubicBezTo>
                <a:cubicBezTo>
                  <a:pt x="110542" y="44829"/>
                  <a:pt x="110591" y="44804"/>
                  <a:pt x="110616" y="44804"/>
                </a:cubicBezTo>
                <a:close/>
                <a:moveTo>
                  <a:pt x="109073" y="48513"/>
                </a:moveTo>
                <a:cubicBezTo>
                  <a:pt x="109073" y="48563"/>
                  <a:pt x="109098" y="48637"/>
                  <a:pt x="109098" y="48737"/>
                </a:cubicBezTo>
                <a:cubicBezTo>
                  <a:pt x="109123" y="48886"/>
                  <a:pt x="109123" y="49036"/>
                  <a:pt x="109148" y="49185"/>
                </a:cubicBezTo>
                <a:lnTo>
                  <a:pt x="109148" y="49309"/>
                </a:lnTo>
                <a:cubicBezTo>
                  <a:pt x="109197" y="49633"/>
                  <a:pt x="109197" y="49932"/>
                  <a:pt x="109222" y="50230"/>
                </a:cubicBezTo>
                <a:lnTo>
                  <a:pt x="109222" y="50554"/>
                </a:lnTo>
                <a:lnTo>
                  <a:pt x="109222" y="51848"/>
                </a:lnTo>
                <a:lnTo>
                  <a:pt x="109222" y="51923"/>
                </a:lnTo>
                <a:cubicBezTo>
                  <a:pt x="109222" y="52122"/>
                  <a:pt x="109197" y="52346"/>
                  <a:pt x="109197" y="52520"/>
                </a:cubicBezTo>
                <a:cubicBezTo>
                  <a:pt x="109197" y="52620"/>
                  <a:pt x="109197" y="52744"/>
                  <a:pt x="109148" y="52844"/>
                </a:cubicBezTo>
                <a:cubicBezTo>
                  <a:pt x="109148" y="52919"/>
                  <a:pt x="109148" y="53043"/>
                  <a:pt x="109123" y="53143"/>
                </a:cubicBezTo>
                <a:cubicBezTo>
                  <a:pt x="109098" y="53342"/>
                  <a:pt x="109098" y="53541"/>
                  <a:pt x="109073" y="53740"/>
                </a:cubicBezTo>
                <a:cubicBezTo>
                  <a:pt x="109023" y="54138"/>
                  <a:pt x="108973" y="54536"/>
                  <a:pt x="108899" y="54960"/>
                </a:cubicBezTo>
                <a:cubicBezTo>
                  <a:pt x="108849" y="55408"/>
                  <a:pt x="108749" y="55881"/>
                  <a:pt x="108650" y="56329"/>
                </a:cubicBezTo>
                <a:cubicBezTo>
                  <a:pt x="108625" y="56528"/>
                  <a:pt x="108575" y="56777"/>
                  <a:pt x="108525" y="57026"/>
                </a:cubicBezTo>
                <a:cubicBezTo>
                  <a:pt x="108351" y="57847"/>
                  <a:pt x="108152" y="58643"/>
                  <a:pt x="107903" y="59490"/>
                </a:cubicBezTo>
                <a:cubicBezTo>
                  <a:pt x="107853" y="59714"/>
                  <a:pt x="107779" y="59963"/>
                  <a:pt x="107704" y="60187"/>
                </a:cubicBezTo>
                <a:cubicBezTo>
                  <a:pt x="107505" y="60759"/>
                  <a:pt x="107281" y="61456"/>
                  <a:pt x="107032" y="62128"/>
                </a:cubicBezTo>
                <a:cubicBezTo>
                  <a:pt x="107007" y="62128"/>
                  <a:pt x="107007" y="62128"/>
                  <a:pt x="106982" y="62178"/>
                </a:cubicBezTo>
                <a:cubicBezTo>
                  <a:pt x="107032" y="62004"/>
                  <a:pt x="107082" y="61854"/>
                  <a:pt x="107132" y="61680"/>
                </a:cubicBezTo>
                <a:cubicBezTo>
                  <a:pt x="107132" y="61630"/>
                  <a:pt x="107156" y="61605"/>
                  <a:pt x="107156" y="61605"/>
                </a:cubicBezTo>
                <a:lnTo>
                  <a:pt x="107256" y="61332"/>
                </a:lnTo>
                <a:cubicBezTo>
                  <a:pt x="107356" y="61008"/>
                  <a:pt x="107480" y="60684"/>
                  <a:pt x="107580" y="60361"/>
                </a:cubicBezTo>
                <a:cubicBezTo>
                  <a:pt x="107604" y="60236"/>
                  <a:pt x="107654" y="60087"/>
                  <a:pt x="107704" y="59963"/>
                </a:cubicBezTo>
                <a:cubicBezTo>
                  <a:pt x="107779" y="59714"/>
                  <a:pt x="107853" y="59440"/>
                  <a:pt x="107903" y="59191"/>
                </a:cubicBezTo>
                <a:cubicBezTo>
                  <a:pt x="107953" y="59116"/>
                  <a:pt x="107953" y="59017"/>
                  <a:pt x="107978" y="58967"/>
                </a:cubicBezTo>
                <a:cubicBezTo>
                  <a:pt x="108003" y="58867"/>
                  <a:pt x="108003" y="58818"/>
                  <a:pt x="108028" y="58718"/>
                </a:cubicBezTo>
                <a:cubicBezTo>
                  <a:pt x="108077" y="58594"/>
                  <a:pt x="108102" y="58444"/>
                  <a:pt x="108127" y="58320"/>
                </a:cubicBezTo>
                <a:cubicBezTo>
                  <a:pt x="108127" y="58270"/>
                  <a:pt x="108152" y="58220"/>
                  <a:pt x="108152" y="58195"/>
                </a:cubicBezTo>
                <a:lnTo>
                  <a:pt x="108152" y="58146"/>
                </a:lnTo>
                <a:cubicBezTo>
                  <a:pt x="108227" y="57946"/>
                  <a:pt x="108252" y="57747"/>
                  <a:pt x="108326" y="57523"/>
                </a:cubicBezTo>
                <a:lnTo>
                  <a:pt x="108326" y="57498"/>
                </a:lnTo>
                <a:cubicBezTo>
                  <a:pt x="108376" y="57250"/>
                  <a:pt x="108451" y="56976"/>
                  <a:pt x="108501" y="56727"/>
                </a:cubicBezTo>
                <a:cubicBezTo>
                  <a:pt x="108501" y="56702"/>
                  <a:pt x="108501" y="56652"/>
                  <a:pt x="108525" y="56627"/>
                </a:cubicBezTo>
                <a:cubicBezTo>
                  <a:pt x="108525" y="56602"/>
                  <a:pt x="108525" y="56528"/>
                  <a:pt x="108575" y="56503"/>
                </a:cubicBezTo>
                <a:lnTo>
                  <a:pt x="108575" y="56478"/>
                </a:lnTo>
                <a:lnTo>
                  <a:pt x="108650" y="56005"/>
                </a:lnTo>
                <a:cubicBezTo>
                  <a:pt x="108700" y="55881"/>
                  <a:pt x="108700" y="55756"/>
                  <a:pt x="108725" y="55632"/>
                </a:cubicBezTo>
                <a:cubicBezTo>
                  <a:pt x="108749" y="55482"/>
                  <a:pt x="108774" y="55283"/>
                  <a:pt x="108824" y="55134"/>
                </a:cubicBezTo>
                <a:cubicBezTo>
                  <a:pt x="108849" y="54910"/>
                  <a:pt x="108874" y="54736"/>
                  <a:pt x="108899" y="54536"/>
                </a:cubicBezTo>
                <a:cubicBezTo>
                  <a:pt x="108949" y="54412"/>
                  <a:pt x="108949" y="54288"/>
                  <a:pt x="108973" y="54163"/>
                </a:cubicBezTo>
                <a:cubicBezTo>
                  <a:pt x="108973" y="54113"/>
                  <a:pt x="108998" y="54039"/>
                  <a:pt x="108998" y="53964"/>
                </a:cubicBezTo>
                <a:cubicBezTo>
                  <a:pt x="108998" y="53839"/>
                  <a:pt x="109023" y="53715"/>
                  <a:pt x="109023" y="53591"/>
                </a:cubicBezTo>
                <a:cubicBezTo>
                  <a:pt x="109023" y="53516"/>
                  <a:pt x="109023" y="53491"/>
                  <a:pt x="109073" y="53416"/>
                </a:cubicBezTo>
                <a:cubicBezTo>
                  <a:pt x="109073" y="53292"/>
                  <a:pt x="109098" y="53167"/>
                  <a:pt x="109098" y="53043"/>
                </a:cubicBezTo>
                <a:cubicBezTo>
                  <a:pt x="109098" y="52968"/>
                  <a:pt x="109123" y="52894"/>
                  <a:pt x="109123" y="52794"/>
                </a:cubicBezTo>
                <a:cubicBezTo>
                  <a:pt x="109123" y="52670"/>
                  <a:pt x="109148" y="52520"/>
                  <a:pt x="109148" y="52396"/>
                </a:cubicBezTo>
                <a:lnTo>
                  <a:pt x="109148" y="52147"/>
                </a:lnTo>
                <a:lnTo>
                  <a:pt x="109148" y="51898"/>
                </a:lnTo>
                <a:lnTo>
                  <a:pt x="109148" y="51624"/>
                </a:lnTo>
                <a:lnTo>
                  <a:pt x="109148" y="51475"/>
                </a:lnTo>
                <a:lnTo>
                  <a:pt x="109148" y="50877"/>
                </a:lnTo>
                <a:lnTo>
                  <a:pt x="109148" y="50728"/>
                </a:lnTo>
                <a:lnTo>
                  <a:pt x="109148" y="50405"/>
                </a:lnTo>
                <a:lnTo>
                  <a:pt x="109148" y="50180"/>
                </a:lnTo>
                <a:lnTo>
                  <a:pt x="109148" y="50131"/>
                </a:lnTo>
                <a:cubicBezTo>
                  <a:pt x="109148" y="49882"/>
                  <a:pt x="109123" y="49658"/>
                  <a:pt x="109098" y="49409"/>
                </a:cubicBezTo>
                <a:cubicBezTo>
                  <a:pt x="109098" y="49309"/>
                  <a:pt x="109098" y="49185"/>
                  <a:pt x="109073" y="49110"/>
                </a:cubicBezTo>
                <a:lnTo>
                  <a:pt x="109073" y="49060"/>
                </a:lnTo>
                <a:cubicBezTo>
                  <a:pt x="109073" y="49011"/>
                  <a:pt x="109073" y="48936"/>
                  <a:pt x="109023" y="48911"/>
                </a:cubicBezTo>
                <a:lnTo>
                  <a:pt x="109023" y="48811"/>
                </a:lnTo>
                <a:cubicBezTo>
                  <a:pt x="109023" y="48762"/>
                  <a:pt x="109023" y="48687"/>
                  <a:pt x="108998" y="48637"/>
                </a:cubicBezTo>
                <a:lnTo>
                  <a:pt x="108998" y="48612"/>
                </a:lnTo>
                <a:cubicBezTo>
                  <a:pt x="108998" y="48612"/>
                  <a:pt x="108998" y="48563"/>
                  <a:pt x="109023" y="48563"/>
                </a:cubicBezTo>
                <a:cubicBezTo>
                  <a:pt x="109023" y="48538"/>
                  <a:pt x="109023" y="48538"/>
                  <a:pt x="109073" y="48513"/>
                </a:cubicBezTo>
                <a:close/>
                <a:moveTo>
                  <a:pt x="110467" y="60933"/>
                </a:moveTo>
                <a:cubicBezTo>
                  <a:pt x="110442" y="60958"/>
                  <a:pt x="110442" y="60983"/>
                  <a:pt x="110392" y="61008"/>
                </a:cubicBezTo>
                <a:cubicBezTo>
                  <a:pt x="109471" y="61556"/>
                  <a:pt x="108376" y="62004"/>
                  <a:pt x="107206" y="62352"/>
                </a:cubicBezTo>
                <a:cubicBezTo>
                  <a:pt x="107206" y="62352"/>
                  <a:pt x="107206" y="62327"/>
                  <a:pt x="107231" y="62302"/>
                </a:cubicBezTo>
                <a:cubicBezTo>
                  <a:pt x="108451" y="61954"/>
                  <a:pt x="109521" y="61481"/>
                  <a:pt x="110467" y="60933"/>
                </a:cubicBezTo>
                <a:close/>
                <a:moveTo>
                  <a:pt x="79552" y="55756"/>
                </a:moveTo>
                <a:cubicBezTo>
                  <a:pt x="81469" y="57274"/>
                  <a:pt x="83634" y="58643"/>
                  <a:pt x="85949" y="59764"/>
                </a:cubicBezTo>
                <a:cubicBezTo>
                  <a:pt x="85601" y="60635"/>
                  <a:pt x="85227" y="61506"/>
                  <a:pt x="84804" y="62427"/>
                </a:cubicBezTo>
                <a:cubicBezTo>
                  <a:pt x="82514" y="60684"/>
                  <a:pt x="80249" y="59067"/>
                  <a:pt x="78059" y="57648"/>
                </a:cubicBezTo>
                <a:cubicBezTo>
                  <a:pt x="78581" y="57026"/>
                  <a:pt x="79054" y="56378"/>
                  <a:pt x="79552" y="55756"/>
                </a:cubicBezTo>
                <a:close/>
                <a:moveTo>
                  <a:pt x="61855" y="50728"/>
                </a:moveTo>
                <a:cubicBezTo>
                  <a:pt x="62825" y="51176"/>
                  <a:pt x="63647" y="51475"/>
                  <a:pt x="64294" y="51500"/>
                </a:cubicBezTo>
                <a:cubicBezTo>
                  <a:pt x="64095" y="51649"/>
                  <a:pt x="63896" y="51774"/>
                  <a:pt x="63697" y="51923"/>
                </a:cubicBezTo>
                <a:cubicBezTo>
                  <a:pt x="63448" y="52122"/>
                  <a:pt x="63199" y="52296"/>
                  <a:pt x="62975" y="52495"/>
                </a:cubicBezTo>
                <a:lnTo>
                  <a:pt x="62925" y="52520"/>
                </a:lnTo>
                <a:cubicBezTo>
                  <a:pt x="62676" y="52719"/>
                  <a:pt x="62427" y="52919"/>
                  <a:pt x="62178" y="53118"/>
                </a:cubicBezTo>
                <a:cubicBezTo>
                  <a:pt x="61805" y="53416"/>
                  <a:pt x="61407" y="53740"/>
                  <a:pt x="61033" y="54039"/>
                </a:cubicBezTo>
                <a:cubicBezTo>
                  <a:pt x="60162" y="54760"/>
                  <a:pt x="59341" y="55482"/>
                  <a:pt x="58743" y="56080"/>
                </a:cubicBezTo>
                <a:lnTo>
                  <a:pt x="58594" y="56229"/>
                </a:lnTo>
                <a:cubicBezTo>
                  <a:pt x="57947" y="56851"/>
                  <a:pt x="57474" y="57324"/>
                  <a:pt x="57100" y="57698"/>
                </a:cubicBezTo>
                <a:lnTo>
                  <a:pt x="56851" y="57946"/>
                </a:lnTo>
                <a:lnTo>
                  <a:pt x="56802" y="57996"/>
                </a:lnTo>
                <a:cubicBezTo>
                  <a:pt x="56503" y="58270"/>
                  <a:pt x="55333" y="59465"/>
                  <a:pt x="53690" y="61357"/>
                </a:cubicBezTo>
                <a:lnTo>
                  <a:pt x="53591" y="61456"/>
                </a:lnTo>
                <a:cubicBezTo>
                  <a:pt x="53491" y="61581"/>
                  <a:pt x="53392" y="61680"/>
                  <a:pt x="53317" y="61805"/>
                </a:cubicBezTo>
                <a:cubicBezTo>
                  <a:pt x="53093" y="62078"/>
                  <a:pt x="52869" y="62327"/>
                  <a:pt x="52695" y="62551"/>
                </a:cubicBezTo>
                <a:cubicBezTo>
                  <a:pt x="52645" y="61929"/>
                  <a:pt x="52371" y="61133"/>
                  <a:pt x="51848" y="60212"/>
                </a:cubicBezTo>
                <a:cubicBezTo>
                  <a:pt x="54611" y="56752"/>
                  <a:pt x="58046" y="53466"/>
                  <a:pt x="61855" y="50728"/>
                </a:cubicBezTo>
                <a:close/>
                <a:moveTo>
                  <a:pt x="3388" y="62565"/>
                </a:moveTo>
                <a:lnTo>
                  <a:pt x="3388" y="62565"/>
                </a:lnTo>
                <a:cubicBezTo>
                  <a:pt x="3385" y="62573"/>
                  <a:pt x="3385" y="62576"/>
                  <a:pt x="3385" y="62576"/>
                </a:cubicBezTo>
                <a:lnTo>
                  <a:pt x="3385" y="62576"/>
                </a:lnTo>
                <a:cubicBezTo>
                  <a:pt x="3385" y="62573"/>
                  <a:pt x="3386" y="62569"/>
                  <a:pt x="3388" y="62565"/>
                </a:cubicBezTo>
                <a:close/>
                <a:moveTo>
                  <a:pt x="86074" y="59863"/>
                </a:moveTo>
                <a:cubicBezTo>
                  <a:pt x="86099" y="59863"/>
                  <a:pt x="86099" y="59888"/>
                  <a:pt x="86123" y="59888"/>
                </a:cubicBezTo>
                <a:cubicBezTo>
                  <a:pt x="85825" y="60759"/>
                  <a:pt x="85426" y="61680"/>
                  <a:pt x="84978" y="62576"/>
                </a:cubicBezTo>
                <a:cubicBezTo>
                  <a:pt x="84954" y="62576"/>
                  <a:pt x="84954" y="62551"/>
                  <a:pt x="84929" y="62551"/>
                </a:cubicBezTo>
                <a:cubicBezTo>
                  <a:pt x="85352" y="61630"/>
                  <a:pt x="85725" y="60734"/>
                  <a:pt x="86074" y="59863"/>
                </a:cubicBezTo>
                <a:close/>
                <a:moveTo>
                  <a:pt x="4655" y="59390"/>
                </a:moveTo>
                <a:cubicBezTo>
                  <a:pt x="4281" y="60485"/>
                  <a:pt x="3933" y="61556"/>
                  <a:pt x="3609" y="62601"/>
                </a:cubicBezTo>
                <a:cubicBezTo>
                  <a:pt x="3609" y="62452"/>
                  <a:pt x="3634" y="62327"/>
                  <a:pt x="3684" y="62178"/>
                </a:cubicBezTo>
                <a:cubicBezTo>
                  <a:pt x="3908" y="61357"/>
                  <a:pt x="4182" y="60560"/>
                  <a:pt x="4456" y="59739"/>
                </a:cubicBezTo>
                <a:cubicBezTo>
                  <a:pt x="4530" y="59639"/>
                  <a:pt x="4580" y="59515"/>
                  <a:pt x="4655" y="59390"/>
                </a:cubicBezTo>
                <a:close/>
                <a:moveTo>
                  <a:pt x="97922" y="50753"/>
                </a:moveTo>
                <a:cubicBezTo>
                  <a:pt x="98743" y="54138"/>
                  <a:pt x="98245" y="58245"/>
                  <a:pt x="96677" y="62601"/>
                </a:cubicBezTo>
                <a:cubicBezTo>
                  <a:pt x="94213" y="62253"/>
                  <a:pt x="91774" y="61630"/>
                  <a:pt x="89359" y="60734"/>
                </a:cubicBezTo>
                <a:cubicBezTo>
                  <a:pt x="91724" y="57498"/>
                  <a:pt x="93889" y="54238"/>
                  <a:pt x="95781" y="51002"/>
                </a:cubicBezTo>
                <a:cubicBezTo>
                  <a:pt x="96005" y="50977"/>
                  <a:pt x="96179" y="50927"/>
                  <a:pt x="96403" y="50927"/>
                </a:cubicBezTo>
                <a:cubicBezTo>
                  <a:pt x="96777" y="50902"/>
                  <a:pt x="97150" y="50877"/>
                  <a:pt x="97499" y="50803"/>
                </a:cubicBezTo>
                <a:lnTo>
                  <a:pt x="97524" y="50803"/>
                </a:lnTo>
                <a:cubicBezTo>
                  <a:pt x="97648" y="50778"/>
                  <a:pt x="97772" y="50753"/>
                  <a:pt x="97922" y="50753"/>
                </a:cubicBezTo>
                <a:close/>
                <a:moveTo>
                  <a:pt x="77959" y="57822"/>
                </a:moveTo>
                <a:cubicBezTo>
                  <a:pt x="80125" y="59216"/>
                  <a:pt x="82440" y="60834"/>
                  <a:pt x="84705" y="62576"/>
                </a:cubicBezTo>
                <a:cubicBezTo>
                  <a:pt x="84705" y="62601"/>
                  <a:pt x="84655" y="62601"/>
                  <a:pt x="84655" y="62626"/>
                </a:cubicBezTo>
                <a:cubicBezTo>
                  <a:pt x="82390" y="60859"/>
                  <a:pt x="80100" y="59241"/>
                  <a:pt x="77884" y="57847"/>
                </a:cubicBezTo>
                <a:cubicBezTo>
                  <a:pt x="77909" y="57847"/>
                  <a:pt x="77909" y="57822"/>
                  <a:pt x="77959" y="57822"/>
                </a:cubicBezTo>
                <a:close/>
                <a:moveTo>
                  <a:pt x="98121" y="50678"/>
                </a:moveTo>
                <a:cubicBezTo>
                  <a:pt x="98992" y="54113"/>
                  <a:pt x="98494" y="58245"/>
                  <a:pt x="96901" y="62626"/>
                </a:cubicBezTo>
                <a:lnTo>
                  <a:pt x="96827" y="62626"/>
                </a:lnTo>
                <a:cubicBezTo>
                  <a:pt x="98395" y="58245"/>
                  <a:pt x="98893" y="54113"/>
                  <a:pt x="98046" y="50678"/>
                </a:cubicBezTo>
                <a:close/>
                <a:moveTo>
                  <a:pt x="70293" y="54014"/>
                </a:moveTo>
                <a:cubicBezTo>
                  <a:pt x="71861" y="54611"/>
                  <a:pt x="73728" y="55532"/>
                  <a:pt x="75719" y="56702"/>
                </a:cubicBezTo>
                <a:cubicBezTo>
                  <a:pt x="74649" y="58718"/>
                  <a:pt x="73329" y="60734"/>
                  <a:pt x="71786" y="62726"/>
                </a:cubicBezTo>
                <a:cubicBezTo>
                  <a:pt x="69820" y="60734"/>
                  <a:pt x="68326" y="58942"/>
                  <a:pt x="67380" y="57399"/>
                </a:cubicBezTo>
                <a:cubicBezTo>
                  <a:pt x="67555" y="57200"/>
                  <a:pt x="67729" y="56976"/>
                  <a:pt x="67953" y="56752"/>
                </a:cubicBezTo>
                <a:lnTo>
                  <a:pt x="68052" y="56652"/>
                </a:lnTo>
                <a:cubicBezTo>
                  <a:pt x="68301" y="56378"/>
                  <a:pt x="68525" y="56105"/>
                  <a:pt x="68774" y="55831"/>
                </a:cubicBezTo>
                <a:cubicBezTo>
                  <a:pt x="68874" y="55731"/>
                  <a:pt x="68924" y="55632"/>
                  <a:pt x="69023" y="55532"/>
                </a:cubicBezTo>
                <a:cubicBezTo>
                  <a:pt x="69297" y="55233"/>
                  <a:pt x="69546" y="54885"/>
                  <a:pt x="69820" y="54586"/>
                </a:cubicBezTo>
                <a:lnTo>
                  <a:pt x="70293" y="54014"/>
                </a:lnTo>
                <a:close/>
                <a:moveTo>
                  <a:pt x="51774" y="60311"/>
                </a:moveTo>
                <a:cubicBezTo>
                  <a:pt x="52321" y="61307"/>
                  <a:pt x="52595" y="62103"/>
                  <a:pt x="52570" y="62701"/>
                </a:cubicBezTo>
                <a:lnTo>
                  <a:pt x="52471" y="62800"/>
                </a:lnTo>
                <a:cubicBezTo>
                  <a:pt x="52520" y="62203"/>
                  <a:pt x="52272" y="61357"/>
                  <a:pt x="51724" y="60361"/>
                </a:cubicBezTo>
                <a:lnTo>
                  <a:pt x="51774" y="60311"/>
                </a:lnTo>
                <a:close/>
                <a:moveTo>
                  <a:pt x="84829" y="62701"/>
                </a:moveTo>
                <a:cubicBezTo>
                  <a:pt x="84854" y="62701"/>
                  <a:pt x="84879" y="62726"/>
                  <a:pt x="84879" y="62726"/>
                </a:cubicBezTo>
                <a:cubicBezTo>
                  <a:pt x="84879" y="62750"/>
                  <a:pt x="84854" y="62750"/>
                  <a:pt x="84854" y="62800"/>
                </a:cubicBezTo>
                <a:cubicBezTo>
                  <a:pt x="84829" y="62800"/>
                  <a:pt x="84829" y="62750"/>
                  <a:pt x="84804" y="62750"/>
                </a:cubicBezTo>
                <a:cubicBezTo>
                  <a:pt x="84804" y="62726"/>
                  <a:pt x="84829" y="62726"/>
                  <a:pt x="84829" y="62701"/>
                </a:cubicBezTo>
                <a:close/>
                <a:moveTo>
                  <a:pt x="89235" y="60884"/>
                </a:moveTo>
                <a:cubicBezTo>
                  <a:pt x="91649" y="61805"/>
                  <a:pt x="94163" y="62427"/>
                  <a:pt x="96627" y="62800"/>
                </a:cubicBezTo>
                <a:cubicBezTo>
                  <a:pt x="96627" y="62825"/>
                  <a:pt x="96578" y="62825"/>
                  <a:pt x="96578" y="62850"/>
                </a:cubicBezTo>
                <a:cubicBezTo>
                  <a:pt x="94089" y="62477"/>
                  <a:pt x="91599" y="61854"/>
                  <a:pt x="89210" y="60958"/>
                </a:cubicBezTo>
                <a:cubicBezTo>
                  <a:pt x="89210" y="60933"/>
                  <a:pt x="89210" y="60933"/>
                  <a:pt x="89235" y="60884"/>
                </a:cubicBezTo>
                <a:close/>
                <a:moveTo>
                  <a:pt x="46621" y="54163"/>
                </a:moveTo>
                <a:cubicBezTo>
                  <a:pt x="48538" y="56204"/>
                  <a:pt x="50031" y="58021"/>
                  <a:pt x="51002" y="59515"/>
                </a:cubicBezTo>
                <a:cubicBezTo>
                  <a:pt x="50828" y="59714"/>
                  <a:pt x="50654" y="59938"/>
                  <a:pt x="50479" y="60112"/>
                </a:cubicBezTo>
                <a:lnTo>
                  <a:pt x="50280" y="60311"/>
                </a:lnTo>
                <a:cubicBezTo>
                  <a:pt x="50031" y="60585"/>
                  <a:pt x="49832" y="60859"/>
                  <a:pt x="49608" y="61108"/>
                </a:cubicBezTo>
                <a:cubicBezTo>
                  <a:pt x="49533" y="61207"/>
                  <a:pt x="49459" y="61257"/>
                  <a:pt x="49384" y="61357"/>
                </a:cubicBezTo>
                <a:cubicBezTo>
                  <a:pt x="48961" y="61854"/>
                  <a:pt x="48513" y="62352"/>
                  <a:pt x="48115" y="62875"/>
                </a:cubicBezTo>
                <a:cubicBezTo>
                  <a:pt x="46547" y="62302"/>
                  <a:pt x="44680" y="61357"/>
                  <a:pt x="42688" y="60212"/>
                </a:cubicBezTo>
                <a:cubicBezTo>
                  <a:pt x="43759" y="58195"/>
                  <a:pt x="45053" y="56154"/>
                  <a:pt x="46621" y="54163"/>
                </a:cubicBezTo>
                <a:close/>
                <a:moveTo>
                  <a:pt x="96827" y="62825"/>
                </a:moveTo>
                <a:cubicBezTo>
                  <a:pt x="96827" y="62850"/>
                  <a:pt x="96827" y="62850"/>
                  <a:pt x="96802" y="62875"/>
                </a:cubicBezTo>
                <a:lnTo>
                  <a:pt x="96752" y="62875"/>
                </a:lnTo>
                <a:cubicBezTo>
                  <a:pt x="96752" y="62850"/>
                  <a:pt x="96777" y="62850"/>
                  <a:pt x="96777" y="62825"/>
                </a:cubicBezTo>
                <a:close/>
                <a:moveTo>
                  <a:pt x="59062" y="56174"/>
                </a:moveTo>
                <a:cubicBezTo>
                  <a:pt x="59047" y="56189"/>
                  <a:pt x="59032" y="56207"/>
                  <a:pt x="59017" y="56229"/>
                </a:cubicBezTo>
                <a:lnTo>
                  <a:pt x="58917" y="56353"/>
                </a:lnTo>
                <a:cubicBezTo>
                  <a:pt x="58220" y="57026"/>
                  <a:pt x="57723" y="57498"/>
                  <a:pt x="57324" y="57872"/>
                </a:cubicBezTo>
                <a:lnTo>
                  <a:pt x="57100" y="58096"/>
                </a:lnTo>
                <a:lnTo>
                  <a:pt x="57075" y="58121"/>
                </a:lnTo>
                <a:lnTo>
                  <a:pt x="56727" y="58469"/>
                </a:lnTo>
                <a:lnTo>
                  <a:pt x="56478" y="58718"/>
                </a:lnTo>
                <a:cubicBezTo>
                  <a:pt x="56453" y="58743"/>
                  <a:pt x="56453" y="58743"/>
                  <a:pt x="56453" y="58768"/>
                </a:cubicBezTo>
                <a:cubicBezTo>
                  <a:pt x="56354" y="58867"/>
                  <a:pt x="56254" y="58967"/>
                  <a:pt x="56179" y="59091"/>
                </a:cubicBezTo>
                <a:cubicBezTo>
                  <a:pt x="55706" y="59589"/>
                  <a:pt x="55109" y="60236"/>
                  <a:pt x="54387" y="61058"/>
                </a:cubicBezTo>
                <a:cubicBezTo>
                  <a:pt x="53765" y="61755"/>
                  <a:pt x="53217" y="62427"/>
                  <a:pt x="52819" y="62925"/>
                </a:cubicBezTo>
                <a:lnTo>
                  <a:pt x="52819" y="62850"/>
                </a:lnTo>
                <a:lnTo>
                  <a:pt x="52819" y="62800"/>
                </a:lnTo>
                <a:lnTo>
                  <a:pt x="52844" y="62750"/>
                </a:lnTo>
                <a:lnTo>
                  <a:pt x="53217" y="62302"/>
                </a:lnTo>
                <a:cubicBezTo>
                  <a:pt x="54462" y="60809"/>
                  <a:pt x="55806" y="59340"/>
                  <a:pt x="57200" y="57946"/>
                </a:cubicBezTo>
                <a:cubicBezTo>
                  <a:pt x="57778" y="57392"/>
                  <a:pt x="58398" y="56794"/>
                  <a:pt x="59062" y="56174"/>
                </a:cubicBezTo>
                <a:close/>
                <a:moveTo>
                  <a:pt x="108476" y="46447"/>
                </a:moveTo>
                <a:cubicBezTo>
                  <a:pt x="108476" y="46646"/>
                  <a:pt x="108525" y="46795"/>
                  <a:pt x="108575" y="46994"/>
                </a:cubicBezTo>
                <a:cubicBezTo>
                  <a:pt x="108600" y="47144"/>
                  <a:pt x="108625" y="47318"/>
                  <a:pt x="108650" y="47492"/>
                </a:cubicBezTo>
                <a:cubicBezTo>
                  <a:pt x="108650" y="47517"/>
                  <a:pt x="108650" y="47542"/>
                  <a:pt x="108700" y="47567"/>
                </a:cubicBezTo>
                <a:lnTo>
                  <a:pt x="108700" y="47642"/>
                </a:lnTo>
                <a:cubicBezTo>
                  <a:pt x="108725" y="47766"/>
                  <a:pt x="108725" y="47891"/>
                  <a:pt x="108749" y="48015"/>
                </a:cubicBezTo>
                <a:cubicBezTo>
                  <a:pt x="106659" y="52919"/>
                  <a:pt x="103921" y="57946"/>
                  <a:pt x="100635" y="62925"/>
                </a:cubicBezTo>
                <a:cubicBezTo>
                  <a:pt x="99490" y="62925"/>
                  <a:pt x="98295" y="62825"/>
                  <a:pt x="97076" y="62676"/>
                </a:cubicBezTo>
                <a:cubicBezTo>
                  <a:pt x="98644" y="58245"/>
                  <a:pt x="99141" y="54088"/>
                  <a:pt x="98295" y="50629"/>
                </a:cubicBezTo>
                <a:cubicBezTo>
                  <a:pt x="98370" y="50629"/>
                  <a:pt x="98420" y="50604"/>
                  <a:pt x="98494" y="50604"/>
                </a:cubicBezTo>
                <a:lnTo>
                  <a:pt x="98519" y="50604"/>
                </a:lnTo>
                <a:lnTo>
                  <a:pt x="99440" y="50405"/>
                </a:lnTo>
                <a:cubicBezTo>
                  <a:pt x="99764" y="50355"/>
                  <a:pt x="100062" y="50255"/>
                  <a:pt x="100411" y="50156"/>
                </a:cubicBezTo>
                <a:lnTo>
                  <a:pt x="100486" y="50156"/>
                </a:lnTo>
                <a:cubicBezTo>
                  <a:pt x="100510" y="50156"/>
                  <a:pt x="100510" y="50156"/>
                  <a:pt x="100535" y="50131"/>
                </a:cubicBezTo>
                <a:cubicBezTo>
                  <a:pt x="100809" y="50031"/>
                  <a:pt x="101133" y="49981"/>
                  <a:pt x="101407" y="49882"/>
                </a:cubicBezTo>
                <a:cubicBezTo>
                  <a:pt x="101730" y="49782"/>
                  <a:pt x="102004" y="49658"/>
                  <a:pt x="102303" y="49558"/>
                </a:cubicBezTo>
                <a:cubicBezTo>
                  <a:pt x="102352" y="49558"/>
                  <a:pt x="102352" y="49558"/>
                  <a:pt x="102377" y="49533"/>
                </a:cubicBezTo>
                <a:cubicBezTo>
                  <a:pt x="102676" y="49409"/>
                  <a:pt x="103024" y="49309"/>
                  <a:pt x="103348" y="49185"/>
                </a:cubicBezTo>
                <a:cubicBezTo>
                  <a:pt x="103622" y="49060"/>
                  <a:pt x="103896" y="48936"/>
                  <a:pt x="104145" y="48811"/>
                </a:cubicBezTo>
                <a:cubicBezTo>
                  <a:pt x="104145" y="48811"/>
                  <a:pt x="104169" y="48811"/>
                  <a:pt x="104169" y="48787"/>
                </a:cubicBezTo>
                <a:cubicBezTo>
                  <a:pt x="104219" y="48787"/>
                  <a:pt x="104244" y="48762"/>
                  <a:pt x="104269" y="48762"/>
                </a:cubicBezTo>
                <a:cubicBezTo>
                  <a:pt x="104543" y="48637"/>
                  <a:pt x="104866" y="48513"/>
                  <a:pt x="105140" y="48363"/>
                </a:cubicBezTo>
                <a:cubicBezTo>
                  <a:pt x="105389" y="48239"/>
                  <a:pt x="105638" y="48065"/>
                  <a:pt x="105887" y="47940"/>
                </a:cubicBezTo>
                <a:lnTo>
                  <a:pt x="105912" y="47940"/>
                </a:lnTo>
                <a:cubicBezTo>
                  <a:pt x="106111" y="47866"/>
                  <a:pt x="106260" y="47766"/>
                  <a:pt x="106459" y="47667"/>
                </a:cubicBezTo>
                <a:cubicBezTo>
                  <a:pt x="106609" y="47567"/>
                  <a:pt x="106758" y="47517"/>
                  <a:pt x="106908" y="47418"/>
                </a:cubicBezTo>
                <a:cubicBezTo>
                  <a:pt x="107007" y="47368"/>
                  <a:pt x="107082" y="47318"/>
                  <a:pt x="107156" y="47268"/>
                </a:cubicBezTo>
                <a:cubicBezTo>
                  <a:pt x="107331" y="47169"/>
                  <a:pt x="107480" y="47044"/>
                  <a:pt x="107654" y="46945"/>
                </a:cubicBezTo>
                <a:cubicBezTo>
                  <a:pt x="107953" y="46770"/>
                  <a:pt x="108227" y="46621"/>
                  <a:pt x="108476" y="46447"/>
                </a:cubicBezTo>
                <a:close/>
                <a:moveTo>
                  <a:pt x="108774" y="48413"/>
                </a:moveTo>
                <a:lnTo>
                  <a:pt x="108774" y="48488"/>
                </a:lnTo>
                <a:cubicBezTo>
                  <a:pt x="106733" y="53267"/>
                  <a:pt x="104095" y="58121"/>
                  <a:pt x="100909" y="62925"/>
                </a:cubicBezTo>
                <a:lnTo>
                  <a:pt x="100859" y="62925"/>
                </a:lnTo>
                <a:cubicBezTo>
                  <a:pt x="104020" y="58121"/>
                  <a:pt x="106708" y="53242"/>
                  <a:pt x="108774" y="48413"/>
                </a:cubicBezTo>
                <a:close/>
                <a:moveTo>
                  <a:pt x="67281" y="57598"/>
                </a:moveTo>
                <a:cubicBezTo>
                  <a:pt x="68202" y="59067"/>
                  <a:pt x="69695" y="60859"/>
                  <a:pt x="71637" y="62875"/>
                </a:cubicBezTo>
                <a:cubicBezTo>
                  <a:pt x="71637" y="62925"/>
                  <a:pt x="71587" y="62925"/>
                  <a:pt x="71587" y="62950"/>
                </a:cubicBezTo>
                <a:cubicBezTo>
                  <a:pt x="69670" y="60933"/>
                  <a:pt x="68177" y="59116"/>
                  <a:pt x="67206" y="57648"/>
                </a:cubicBezTo>
                <a:lnTo>
                  <a:pt x="67281" y="57598"/>
                </a:lnTo>
                <a:close/>
                <a:moveTo>
                  <a:pt x="75819" y="56826"/>
                </a:moveTo>
                <a:cubicBezTo>
                  <a:pt x="75819" y="56826"/>
                  <a:pt x="75868" y="56826"/>
                  <a:pt x="75868" y="56851"/>
                </a:cubicBezTo>
                <a:lnTo>
                  <a:pt x="75893" y="56851"/>
                </a:lnTo>
                <a:cubicBezTo>
                  <a:pt x="75843" y="57001"/>
                  <a:pt x="75744" y="57125"/>
                  <a:pt x="75669" y="57274"/>
                </a:cubicBezTo>
                <a:cubicBezTo>
                  <a:pt x="75619" y="57399"/>
                  <a:pt x="75545" y="57498"/>
                  <a:pt x="75495" y="57623"/>
                </a:cubicBezTo>
                <a:cubicBezTo>
                  <a:pt x="75395" y="57822"/>
                  <a:pt x="75271" y="57996"/>
                  <a:pt x="75171" y="58195"/>
                </a:cubicBezTo>
                <a:cubicBezTo>
                  <a:pt x="75122" y="58320"/>
                  <a:pt x="75047" y="58444"/>
                  <a:pt x="74972" y="58519"/>
                </a:cubicBezTo>
                <a:cubicBezTo>
                  <a:pt x="74773" y="58843"/>
                  <a:pt x="74549" y="59141"/>
                  <a:pt x="74375" y="59465"/>
                </a:cubicBezTo>
                <a:cubicBezTo>
                  <a:pt x="74176" y="59764"/>
                  <a:pt x="74001" y="60087"/>
                  <a:pt x="73777" y="60361"/>
                </a:cubicBezTo>
                <a:cubicBezTo>
                  <a:pt x="73603" y="60684"/>
                  <a:pt x="73354" y="60958"/>
                  <a:pt x="73155" y="61257"/>
                </a:cubicBezTo>
                <a:cubicBezTo>
                  <a:pt x="72931" y="61581"/>
                  <a:pt x="72757" y="61854"/>
                  <a:pt x="72533" y="62178"/>
                </a:cubicBezTo>
                <a:cubicBezTo>
                  <a:pt x="72508" y="62203"/>
                  <a:pt x="72508" y="62228"/>
                  <a:pt x="72483" y="62253"/>
                </a:cubicBezTo>
                <a:cubicBezTo>
                  <a:pt x="72284" y="62502"/>
                  <a:pt x="72110" y="62726"/>
                  <a:pt x="71911" y="62950"/>
                </a:cubicBezTo>
                <a:lnTo>
                  <a:pt x="71886" y="62925"/>
                </a:lnTo>
                <a:cubicBezTo>
                  <a:pt x="73429" y="60884"/>
                  <a:pt x="74773" y="58843"/>
                  <a:pt x="75819" y="56826"/>
                </a:cubicBezTo>
                <a:close/>
                <a:moveTo>
                  <a:pt x="108874" y="48936"/>
                </a:moveTo>
                <a:lnTo>
                  <a:pt x="108874" y="49036"/>
                </a:lnTo>
                <a:cubicBezTo>
                  <a:pt x="108899" y="49235"/>
                  <a:pt x="108899" y="49409"/>
                  <a:pt x="108899" y="49558"/>
                </a:cubicBezTo>
                <a:cubicBezTo>
                  <a:pt x="108949" y="49882"/>
                  <a:pt x="108949" y="50156"/>
                  <a:pt x="108973" y="50479"/>
                </a:cubicBezTo>
                <a:lnTo>
                  <a:pt x="108973" y="50554"/>
                </a:lnTo>
                <a:lnTo>
                  <a:pt x="108973" y="50853"/>
                </a:lnTo>
                <a:lnTo>
                  <a:pt x="108973" y="51923"/>
                </a:lnTo>
                <a:lnTo>
                  <a:pt x="108973" y="52222"/>
                </a:lnTo>
                <a:lnTo>
                  <a:pt x="108874" y="53416"/>
                </a:lnTo>
                <a:cubicBezTo>
                  <a:pt x="108874" y="53491"/>
                  <a:pt x="108874" y="53591"/>
                  <a:pt x="108849" y="53640"/>
                </a:cubicBezTo>
                <a:cubicBezTo>
                  <a:pt x="108824" y="54088"/>
                  <a:pt x="108749" y="54512"/>
                  <a:pt x="108700" y="54960"/>
                </a:cubicBezTo>
                <a:cubicBezTo>
                  <a:pt x="108700" y="55009"/>
                  <a:pt x="108700" y="55034"/>
                  <a:pt x="108650" y="55109"/>
                </a:cubicBezTo>
                <a:lnTo>
                  <a:pt x="108650" y="55134"/>
                </a:lnTo>
                <a:cubicBezTo>
                  <a:pt x="108600" y="55607"/>
                  <a:pt x="108501" y="56080"/>
                  <a:pt x="108401" y="56577"/>
                </a:cubicBezTo>
                <a:lnTo>
                  <a:pt x="108401" y="56602"/>
                </a:lnTo>
                <a:lnTo>
                  <a:pt x="108401" y="56627"/>
                </a:lnTo>
                <a:lnTo>
                  <a:pt x="108401" y="56702"/>
                </a:lnTo>
                <a:cubicBezTo>
                  <a:pt x="108301" y="57200"/>
                  <a:pt x="108202" y="57722"/>
                  <a:pt x="108052" y="58245"/>
                </a:cubicBezTo>
                <a:cubicBezTo>
                  <a:pt x="107654" y="59515"/>
                  <a:pt x="107256" y="60859"/>
                  <a:pt x="106758" y="62228"/>
                </a:cubicBezTo>
                <a:cubicBezTo>
                  <a:pt x="105016" y="62701"/>
                  <a:pt x="103124" y="62925"/>
                  <a:pt x="101158" y="62950"/>
                </a:cubicBezTo>
                <a:cubicBezTo>
                  <a:pt x="104219" y="58320"/>
                  <a:pt x="106833" y="53615"/>
                  <a:pt x="108874" y="48936"/>
                </a:cubicBezTo>
                <a:close/>
                <a:moveTo>
                  <a:pt x="51127" y="59714"/>
                </a:moveTo>
                <a:lnTo>
                  <a:pt x="51127" y="59714"/>
                </a:lnTo>
                <a:cubicBezTo>
                  <a:pt x="51027" y="59863"/>
                  <a:pt x="50952" y="59988"/>
                  <a:pt x="50828" y="60112"/>
                </a:cubicBezTo>
                <a:cubicBezTo>
                  <a:pt x="50828" y="60137"/>
                  <a:pt x="50778" y="60137"/>
                  <a:pt x="50778" y="60187"/>
                </a:cubicBezTo>
                <a:cubicBezTo>
                  <a:pt x="50654" y="60311"/>
                  <a:pt x="50529" y="60460"/>
                  <a:pt x="50405" y="60585"/>
                </a:cubicBezTo>
                <a:cubicBezTo>
                  <a:pt x="50031" y="60983"/>
                  <a:pt x="49708" y="61431"/>
                  <a:pt x="49359" y="61829"/>
                </a:cubicBezTo>
                <a:cubicBezTo>
                  <a:pt x="49260" y="61929"/>
                  <a:pt x="49210" y="62004"/>
                  <a:pt x="49110" y="62128"/>
                </a:cubicBezTo>
                <a:cubicBezTo>
                  <a:pt x="48861" y="62427"/>
                  <a:pt x="48637" y="62701"/>
                  <a:pt x="48413" y="62999"/>
                </a:cubicBezTo>
                <a:lnTo>
                  <a:pt x="48388" y="62999"/>
                </a:lnTo>
                <a:cubicBezTo>
                  <a:pt x="49235" y="61879"/>
                  <a:pt x="50156" y="60809"/>
                  <a:pt x="51127" y="59714"/>
                </a:cubicBezTo>
                <a:close/>
                <a:moveTo>
                  <a:pt x="40672" y="59515"/>
                </a:moveTo>
                <a:cubicBezTo>
                  <a:pt x="41170" y="59838"/>
                  <a:pt x="41643" y="60112"/>
                  <a:pt x="42116" y="60386"/>
                </a:cubicBezTo>
                <a:cubicBezTo>
                  <a:pt x="41668" y="61307"/>
                  <a:pt x="41270" y="62203"/>
                  <a:pt x="40921" y="63099"/>
                </a:cubicBezTo>
                <a:cubicBezTo>
                  <a:pt x="40349" y="62551"/>
                  <a:pt x="39776" y="62004"/>
                  <a:pt x="39154" y="61481"/>
                </a:cubicBezTo>
                <a:cubicBezTo>
                  <a:pt x="39652" y="60834"/>
                  <a:pt x="40150" y="60187"/>
                  <a:pt x="40672" y="59515"/>
                </a:cubicBezTo>
                <a:close/>
                <a:moveTo>
                  <a:pt x="42614" y="60386"/>
                </a:moveTo>
                <a:cubicBezTo>
                  <a:pt x="44605" y="61556"/>
                  <a:pt x="46422" y="62477"/>
                  <a:pt x="47990" y="63074"/>
                </a:cubicBezTo>
                <a:cubicBezTo>
                  <a:pt x="47990" y="63099"/>
                  <a:pt x="47990" y="63099"/>
                  <a:pt x="47965" y="63124"/>
                </a:cubicBezTo>
                <a:cubicBezTo>
                  <a:pt x="46397" y="62551"/>
                  <a:pt x="44555" y="61630"/>
                  <a:pt x="42564" y="60460"/>
                </a:cubicBezTo>
                <a:cubicBezTo>
                  <a:pt x="42564" y="60436"/>
                  <a:pt x="42614" y="60436"/>
                  <a:pt x="42614" y="60386"/>
                </a:cubicBezTo>
                <a:close/>
                <a:moveTo>
                  <a:pt x="97026" y="62850"/>
                </a:moveTo>
                <a:cubicBezTo>
                  <a:pt x="98196" y="62999"/>
                  <a:pt x="99365" y="63099"/>
                  <a:pt x="100510" y="63099"/>
                </a:cubicBezTo>
                <a:cubicBezTo>
                  <a:pt x="100510" y="63124"/>
                  <a:pt x="100486" y="63124"/>
                  <a:pt x="100486" y="63174"/>
                </a:cubicBezTo>
                <a:cubicBezTo>
                  <a:pt x="99316" y="63124"/>
                  <a:pt x="98171" y="63049"/>
                  <a:pt x="97026" y="62925"/>
                </a:cubicBezTo>
                <a:lnTo>
                  <a:pt x="97026" y="62850"/>
                </a:lnTo>
                <a:close/>
                <a:moveTo>
                  <a:pt x="100784" y="63099"/>
                </a:moveTo>
                <a:cubicBezTo>
                  <a:pt x="100759" y="63124"/>
                  <a:pt x="100759" y="63174"/>
                  <a:pt x="100735" y="63174"/>
                </a:cubicBezTo>
                <a:lnTo>
                  <a:pt x="100660" y="63174"/>
                </a:lnTo>
                <a:cubicBezTo>
                  <a:pt x="100660" y="63124"/>
                  <a:pt x="100685" y="63124"/>
                  <a:pt x="100735" y="63099"/>
                </a:cubicBezTo>
                <a:close/>
                <a:moveTo>
                  <a:pt x="106659" y="62427"/>
                </a:moveTo>
                <a:cubicBezTo>
                  <a:pt x="106659" y="62452"/>
                  <a:pt x="106634" y="62477"/>
                  <a:pt x="106634" y="62477"/>
                </a:cubicBezTo>
                <a:cubicBezTo>
                  <a:pt x="104916" y="62925"/>
                  <a:pt x="103000" y="63174"/>
                  <a:pt x="100983" y="63174"/>
                </a:cubicBezTo>
                <a:cubicBezTo>
                  <a:pt x="101008" y="63174"/>
                  <a:pt x="101033" y="63124"/>
                  <a:pt x="101033" y="63099"/>
                </a:cubicBezTo>
                <a:cubicBezTo>
                  <a:pt x="103024" y="63099"/>
                  <a:pt x="104916" y="62875"/>
                  <a:pt x="106659" y="62427"/>
                </a:cubicBezTo>
                <a:close/>
                <a:moveTo>
                  <a:pt x="51276" y="59963"/>
                </a:moveTo>
                <a:cubicBezTo>
                  <a:pt x="51276" y="59988"/>
                  <a:pt x="51326" y="60062"/>
                  <a:pt x="51375" y="60112"/>
                </a:cubicBezTo>
                <a:cubicBezTo>
                  <a:pt x="50579" y="61133"/>
                  <a:pt x="49782" y="62203"/>
                  <a:pt x="49110" y="63248"/>
                </a:cubicBezTo>
                <a:cubicBezTo>
                  <a:pt x="48961" y="63198"/>
                  <a:pt x="48762" y="63124"/>
                  <a:pt x="48588" y="63099"/>
                </a:cubicBezTo>
                <a:cubicBezTo>
                  <a:pt x="48762" y="62875"/>
                  <a:pt x="48961" y="62626"/>
                  <a:pt x="49135" y="62427"/>
                </a:cubicBezTo>
                <a:lnTo>
                  <a:pt x="49160" y="62377"/>
                </a:lnTo>
                <a:lnTo>
                  <a:pt x="49733" y="61730"/>
                </a:lnTo>
                <a:cubicBezTo>
                  <a:pt x="49982" y="61456"/>
                  <a:pt x="50230" y="61133"/>
                  <a:pt x="50479" y="60859"/>
                </a:cubicBezTo>
                <a:lnTo>
                  <a:pt x="51127" y="60112"/>
                </a:lnTo>
                <a:cubicBezTo>
                  <a:pt x="51201" y="60062"/>
                  <a:pt x="51226" y="59988"/>
                  <a:pt x="51276" y="59963"/>
                </a:cubicBezTo>
                <a:close/>
                <a:moveTo>
                  <a:pt x="39054" y="61630"/>
                </a:moveTo>
                <a:cubicBezTo>
                  <a:pt x="39677" y="62178"/>
                  <a:pt x="40299" y="62726"/>
                  <a:pt x="40871" y="63298"/>
                </a:cubicBezTo>
                <a:cubicBezTo>
                  <a:pt x="40871" y="63323"/>
                  <a:pt x="40822" y="63323"/>
                  <a:pt x="40822" y="63348"/>
                </a:cubicBezTo>
                <a:cubicBezTo>
                  <a:pt x="40274" y="62750"/>
                  <a:pt x="39652" y="62228"/>
                  <a:pt x="39029" y="61680"/>
                </a:cubicBezTo>
                <a:lnTo>
                  <a:pt x="39054" y="61630"/>
                </a:lnTo>
                <a:close/>
                <a:moveTo>
                  <a:pt x="42365" y="60560"/>
                </a:moveTo>
                <a:cubicBezTo>
                  <a:pt x="42365" y="60560"/>
                  <a:pt x="42390" y="60560"/>
                  <a:pt x="42390" y="60585"/>
                </a:cubicBezTo>
                <a:cubicBezTo>
                  <a:pt x="41917" y="61506"/>
                  <a:pt x="41519" y="62427"/>
                  <a:pt x="41170" y="63348"/>
                </a:cubicBezTo>
                <a:lnTo>
                  <a:pt x="41145" y="63323"/>
                </a:lnTo>
                <a:lnTo>
                  <a:pt x="41120" y="63298"/>
                </a:lnTo>
                <a:cubicBezTo>
                  <a:pt x="41120" y="63198"/>
                  <a:pt x="41145" y="63124"/>
                  <a:pt x="41170" y="63074"/>
                </a:cubicBezTo>
                <a:cubicBezTo>
                  <a:pt x="41245" y="62950"/>
                  <a:pt x="41295" y="62800"/>
                  <a:pt x="41319" y="62676"/>
                </a:cubicBezTo>
                <a:lnTo>
                  <a:pt x="41519" y="62203"/>
                </a:lnTo>
                <a:cubicBezTo>
                  <a:pt x="41543" y="62103"/>
                  <a:pt x="41618" y="61979"/>
                  <a:pt x="41668" y="61879"/>
                </a:cubicBezTo>
                <a:cubicBezTo>
                  <a:pt x="41767" y="61705"/>
                  <a:pt x="41867" y="61481"/>
                  <a:pt x="41942" y="61307"/>
                </a:cubicBezTo>
                <a:cubicBezTo>
                  <a:pt x="41991" y="61232"/>
                  <a:pt x="42016" y="61133"/>
                  <a:pt x="42066" y="61083"/>
                </a:cubicBezTo>
                <a:cubicBezTo>
                  <a:pt x="42166" y="60884"/>
                  <a:pt x="42240" y="60734"/>
                  <a:pt x="42315" y="60560"/>
                </a:cubicBezTo>
                <a:close/>
                <a:moveTo>
                  <a:pt x="51475" y="60311"/>
                </a:moveTo>
                <a:cubicBezTo>
                  <a:pt x="51475" y="60336"/>
                  <a:pt x="51500" y="60336"/>
                  <a:pt x="51500" y="60361"/>
                </a:cubicBezTo>
                <a:cubicBezTo>
                  <a:pt x="50728" y="61357"/>
                  <a:pt x="50006" y="62352"/>
                  <a:pt x="49334" y="63348"/>
                </a:cubicBezTo>
                <a:cubicBezTo>
                  <a:pt x="49285" y="63348"/>
                  <a:pt x="49285" y="63348"/>
                  <a:pt x="49260" y="63323"/>
                </a:cubicBezTo>
                <a:cubicBezTo>
                  <a:pt x="49957" y="62302"/>
                  <a:pt x="50703" y="61307"/>
                  <a:pt x="51475" y="60311"/>
                </a:cubicBezTo>
                <a:close/>
                <a:moveTo>
                  <a:pt x="48463" y="63223"/>
                </a:moveTo>
                <a:cubicBezTo>
                  <a:pt x="48637" y="63298"/>
                  <a:pt x="48837" y="63348"/>
                  <a:pt x="48986" y="63422"/>
                </a:cubicBezTo>
                <a:cubicBezTo>
                  <a:pt x="48986" y="63447"/>
                  <a:pt x="48961" y="63447"/>
                  <a:pt x="48961" y="63472"/>
                </a:cubicBezTo>
                <a:cubicBezTo>
                  <a:pt x="48762" y="63422"/>
                  <a:pt x="48613" y="63348"/>
                  <a:pt x="48413" y="63298"/>
                </a:cubicBezTo>
                <a:cubicBezTo>
                  <a:pt x="48413" y="63248"/>
                  <a:pt x="48463" y="63248"/>
                  <a:pt x="48463" y="63223"/>
                </a:cubicBezTo>
                <a:close/>
                <a:moveTo>
                  <a:pt x="76043" y="56951"/>
                </a:moveTo>
                <a:cubicBezTo>
                  <a:pt x="76491" y="57225"/>
                  <a:pt x="76963" y="57474"/>
                  <a:pt x="77412" y="57772"/>
                </a:cubicBezTo>
                <a:cubicBezTo>
                  <a:pt x="75868" y="59714"/>
                  <a:pt x="74225" y="61605"/>
                  <a:pt x="72483" y="63497"/>
                </a:cubicBezTo>
                <a:lnTo>
                  <a:pt x="72035" y="63074"/>
                </a:lnTo>
                <a:cubicBezTo>
                  <a:pt x="73628" y="61083"/>
                  <a:pt x="74972" y="58992"/>
                  <a:pt x="76043" y="56951"/>
                </a:cubicBezTo>
                <a:close/>
                <a:moveTo>
                  <a:pt x="49160" y="63472"/>
                </a:moveTo>
                <a:cubicBezTo>
                  <a:pt x="49210" y="63472"/>
                  <a:pt x="49210" y="63472"/>
                  <a:pt x="49235" y="63497"/>
                </a:cubicBezTo>
                <a:cubicBezTo>
                  <a:pt x="49235" y="63547"/>
                  <a:pt x="49210" y="63547"/>
                  <a:pt x="49210" y="63572"/>
                </a:cubicBezTo>
                <a:cubicBezTo>
                  <a:pt x="49160" y="63547"/>
                  <a:pt x="49135" y="63547"/>
                  <a:pt x="49135" y="63547"/>
                </a:cubicBezTo>
                <a:cubicBezTo>
                  <a:pt x="49135" y="63497"/>
                  <a:pt x="49160" y="63497"/>
                  <a:pt x="49160" y="63472"/>
                </a:cubicBezTo>
                <a:close/>
                <a:moveTo>
                  <a:pt x="51599" y="60510"/>
                </a:moveTo>
                <a:cubicBezTo>
                  <a:pt x="52247" y="61755"/>
                  <a:pt x="52471" y="62676"/>
                  <a:pt x="52147" y="63174"/>
                </a:cubicBezTo>
                <a:cubicBezTo>
                  <a:pt x="51978" y="63455"/>
                  <a:pt x="51604" y="63593"/>
                  <a:pt x="51063" y="63593"/>
                </a:cubicBezTo>
                <a:cubicBezTo>
                  <a:pt x="50646" y="63593"/>
                  <a:pt x="50130" y="63510"/>
                  <a:pt x="49533" y="63348"/>
                </a:cubicBezTo>
                <a:cubicBezTo>
                  <a:pt x="50156" y="62427"/>
                  <a:pt x="50853" y="61456"/>
                  <a:pt x="51599" y="60510"/>
                </a:cubicBezTo>
                <a:close/>
                <a:moveTo>
                  <a:pt x="3435" y="63174"/>
                </a:moveTo>
                <a:lnTo>
                  <a:pt x="3435" y="63373"/>
                </a:lnTo>
                <a:cubicBezTo>
                  <a:pt x="3410" y="63447"/>
                  <a:pt x="3410" y="63547"/>
                  <a:pt x="3360" y="63597"/>
                </a:cubicBezTo>
                <a:lnTo>
                  <a:pt x="3360" y="63373"/>
                </a:lnTo>
                <a:cubicBezTo>
                  <a:pt x="3385" y="63323"/>
                  <a:pt x="3385" y="63248"/>
                  <a:pt x="3435" y="63174"/>
                </a:cubicBezTo>
                <a:close/>
                <a:moveTo>
                  <a:pt x="52471" y="63099"/>
                </a:moveTo>
                <a:cubicBezTo>
                  <a:pt x="52471" y="63124"/>
                  <a:pt x="52446" y="63174"/>
                  <a:pt x="52396" y="63198"/>
                </a:cubicBezTo>
                <a:lnTo>
                  <a:pt x="52396" y="63223"/>
                </a:lnTo>
                <a:cubicBezTo>
                  <a:pt x="52396" y="63248"/>
                  <a:pt x="52371" y="63298"/>
                  <a:pt x="52371" y="63323"/>
                </a:cubicBezTo>
                <a:cubicBezTo>
                  <a:pt x="52321" y="63422"/>
                  <a:pt x="52247" y="63497"/>
                  <a:pt x="52147" y="63572"/>
                </a:cubicBezTo>
                <a:lnTo>
                  <a:pt x="52122" y="63572"/>
                </a:lnTo>
                <a:cubicBezTo>
                  <a:pt x="52122" y="63572"/>
                  <a:pt x="52097" y="63597"/>
                  <a:pt x="52072" y="63597"/>
                </a:cubicBezTo>
                <a:cubicBezTo>
                  <a:pt x="52197" y="63447"/>
                  <a:pt x="52321" y="63248"/>
                  <a:pt x="52471" y="63099"/>
                </a:cubicBezTo>
                <a:close/>
                <a:moveTo>
                  <a:pt x="71935" y="63198"/>
                </a:moveTo>
                <a:lnTo>
                  <a:pt x="72359" y="63597"/>
                </a:lnTo>
                <a:cubicBezTo>
                  <a:pt x="72359" y="63622"/>
                  <a:pt x="72309" y="63622"/>
                  <a:pt x="72309" y="63622"/>
                </a:cubicBezTo>
                <a:lnTo>
                  <a:pt x="71920" y="63232"/>
                </a:lnTo>
                <a:lnTo>
                  <a:pt x="71920" y="63232"/>
                </a:lnTo>
                <a:cubicBezTo>
                  <a:pt x="71927" y="63228"/>
                  <a:pt x="71935" y="63213"/>
                  <a:pt x="71935" y="63198"/>
                </a:cubicBezTo>
                <a:close/>
                <a:moveTo>
                  <a:pt x="77586" y="57872"/>
                </a:moveTo>
                <a:cubicBezTo>
                  <a:pt x="77611" y="57872"/>
                  <a:pt x="77611" y="57897"/>
                  <a:pt x="77636" y="57897"/>
                </a:cubicBezTo>
                <a:cubicBezTo>
                  <a:pt x="76092" y="59863"/>
                  <a:pt x="74425" y="61805"/>
                  <a:pt x="72682" y="63671"/>
                </a:cubicBezTo>
                <a:lnTo>
                  <a:pt x="72657" y="63622"/>
                </a:lnTo>
                <a:cubicBezTo>
                  <a:pt x="74375" y="61730"/>
                  <a:pt x="76018" y="59813"/>
                  <a:pt x="77586" y="57872"/>
                </a:cubicBezTo>
                <a:close/>
                <a:moveTo>
                  <a:pt x="86323" y="59913"/>
                </a:moveTo>
                <a:cubicBezTo>
                  <a:pt x="87094" y="60286"/>
                  <a:pt x="87866" y="60610"/>
                  <a:pt x="88687" y="60909"/>
                </a:cubicBezTo>
                <a:cubicBezTo>
                  <a:pt x="87965" y="61879"/>
                  <a:pt x="87244" y="62825"/>
                  <a:pt x="86497" y="63746"/>
                </a:cubicBezTo>
                <a:cubicBezTo>
                  <a:pt x="86049" y="63373"/>
                  <a:pt x="85601" y="63024"/>
                  <a:pt x="85128" y="62676"/>
                </a:cubicBezTo>
                <a:cubicBezTo>
                  <a:pt x="85576" y="61730"/>
                  <a:pt x="85974" y="60834"/>
                  <a:pt x="86323" y="59913"/>
                </a:cubicBezTo>
                <a:close/>
                <a:moveTo>
                  <a:pt x="72508" y="63796"/>
                </a:moveTo>
                <a:lnTo>
                  <a:pt x="72533" y="63821"/>
                </a:lnTo>
                <a:cubicBezTo>
                  <a:pt x="72533" y="63846"/>
                  <a:pt x="72508" y="63846"/>
                  <a:pt x="72508" y="63846"/>
                </a:cubicBezTo>
                <a:lnTo>
                  <a:pt x="72458" y="63821"/>
                </a:lnTo>
                <a:cubicBezTo>
                  <a:pt x="72458" y="63796"/>
                  <a:pt x="72508" y="63796"/>
                  <a:pt x="72508" y="63796"/>
                </a:cubicBezTo>
                <a:close/>
                <a:moveTo>
                  <a:pt x="49384" y="63547"/>
                </a:moveTo>
                <a:cubicBezTo>
                  <a:pt x="50038" y="63714"/>
                  <a:pt x="50581" y="63798"/>
                  <a:pt x="51023" y="63798"/>
                </a:cubicBezTo>
                <a:cubicBezTo>
                  <a:pt x="51305" y="63798"/>
                  <a:pt x="51546" y="63764"/>
                  <a:pt x="51749" y="63696"/>
                </a:cubicBezTo>
                <a:lnTo>
                  <a:pt x="51749" y="63696"/>
                </a:lnTo>
                <a:cubicBezTo>
                  <a:pt x="51724" y="63721"/>
                  <a:pt x="51699" y="63746"/>
                  <a:pt x="51699" y="63796"/>
                </a:cubicBezTo>
                <a:cubicBezTo>
                  <a:pt x="51500" y="63846"/>
                  <a:pt x="51276" y="63871"/>
                  <a:pt x="51002" y="63871"/>
                </a:cubicBezTo>
                <a:cubicBezTo>
                  <a:pt x="50579" y="63871"/>
                  <a:pt x="50006" y="63796"/>
                  <a:pt x="49359" y="63597"/>
                </a:cubicBezTo>
                <a:cubicBezTo>
                  <a:pt x="49359" y="63572"/>
                  <a:pt x="49384" y="63572"/>
                  <a:pt x="49384" y="63547"/>
                </a:cubicBezTo>
                <a:close/>
                <a:moveTo>
                  <a:pt x="88837" y="61008"/>
                </a:moveTo>
                <a:cubicBezTo>
                  <a:pt x="88861" y="61008"/>
                  <a:pt x="88861" y="61008"/>
                  <a:pt x="88911" y="61058"/>
                </a:cubicBezTo>
                <a:cubicBezTo>
                  <a:pt x="88189" y="62004"/>
                  <a:pt x="87443" y="62950"/>
                  <a:pt x="86696" y="63920"/>
                </a:cubicBezTo>
                <a:cubicBezTo>
                  <a:pt x="86671" y="63920"/>
                  <a:pt x="86671" y="63871"/>
                  <a:pt x="86621" y="63871"/>
                </a:cubicBezTo>
                <a:cubicBezTo>
                  <a:pt x="87368" y="62950"/>
                  <a:pt x="88115" y="61979"/>
                  <a:pt x="88837" y="61008"/>
                </a:cubicBezTo>
                <a:close/>
                <a:moveTo>
                  <a:pt x="85053" y="62850"/>
                </a:moveTo>
                <a:cubicBezTo>
                  <a:pt x="85476" y="63198"/>
                  <a:pt x="85949" y="63572"/>
                  <a:pt x="86372" y="63920"/>
                </a:cubicBezTo>
                <a:cubicBezTo>
                  <a:pt x="86372" y="63945"/>
                  <a:pt x="86347" y="63945"/>
                  <a:pt x="86347" y="63970"/>
                </a:cubicBezTo>
                <a:cubicBezTo>
                  <a:pt x="85924" y="63597"/>
                  <a:pt x="85451" y="63248"/>
                  <a:pt x="85003" y="62925"/>
                </a:cubicBezTo>
                <a:cubicBezTo>
                  <a:pt x="85003" y="62875"/>
                  <a:pt x="85053" y="62875"/>
                  <a:pt x="85053" y="62850"/>
                </a:cubicBezTo>
                <a:close/>
                <a:moveTo>
                  <a:pt x="86497" y="64045"/>
                </a:moveTo>
                <a:cubicBezTo>
                  <a:pt x="86547" y="64045"/>
                  <a:pt x="86571" y="64045"/>
                  <a:pt x="86571" y="64070"/>
                </a:cubicBezTo>
                <a:cubicBezTo>
                  <a:pt x="86571" y="64095"/>
                  <a:pt x="86522" y="64095"/>
                  <a:pt x="86522" y="64119"/>
                </a:cubicBezTo>
                <a:cubicBezTo>
                  <a:pt x="86497" y="64119"/>
                  <a:pt x="86497" y="64095"/>
                  <a:pt x="86472" y="64095"/>
                </a:cubicBezTo>
                <a:cubicBezTo>
                  <a:pt x="86472" y="64070"/>
                  <a:pt x="86497" y="64070"/>
                  <a:pt x="86497" y="64045"/>
                </a:cubicBezTo>
                <a:close/>
                <a:moveTo>
                  <a:pt x="7019" y="56851"/>
                </a:moveTo>
                <a:lnTo>
                  <a:pt x="7019" y="56851"/>
                </a:lnTo>
                <a:cubicBezTo>
                  <a:pt x="5725" y="59365"/>
                  <a:pt x="4605" y="61879"/>
                  <a:pt x="3684" y="64343"/>
                </a:cubicBezTo>
                <a:cubicBezTo>
                  <a:pt x="3659" y="64045"/>
                  <a:pt x="3609" y="63721"/>
                  <a:pt x="3609" y="63373"/>
                </a:cubicBezTo>
                <a:cubicBezTo>
                  <a:pt x="4033" y="61879"/>
                  <a:pt x="4481" y="60336"/>
                  <a:pt x="5078" y="58768"/>
                </a:cubicBezTo>
                <a:cubicBezTo>
                  <a:pt x="5601" y="58046"/>
                  <a:pt x="6223" y="57399"/>
                  <a:pt x="7019" y="56851"/>
                </a:cubicBezTo>
                <a:close/>
                <a:moveTo>
                  <a:pt x="3460" y="63970"/>
                </a:moveTo>
                <a:cubicBezTo>
                  <a:pt x="3485" y="64244"/>
                  <a:pt x="3535" y="64468"/>
                  <a:pt x="3560" y="64717"/>
                </a:cubicBezTo>
                <a:cubicBezTo>
                  <a:pt x="3560" y="64742"/>
                  <a:pt x="3535" y="64816"/>
                  <a:pt x="3535" y="64841"/>
                </a:cubicBezTo>
                <a:cubicBezTo>
                  <a:pt x="3485" y="64617"/>
                  <a:pt x="3460" y="64368"/>
                  <a:pt x="3435" y="64169"/>
                </a:cubicBezTo>
                <a:cubicBezTo>
                  <a:pt x="3435" y="64095"/>
                  <a:pt x="3460" y="64045"/>
                  <a:pt x="3460" y="63970"/>
                </a:cubicBezTo>
                <a:close/>
                <a:moveTo>
                  <a:pt x="7443" y="56528"/>
                </a:moveTo>
                <a:cubicBezTo>
                  <a:pt x="6024" y="59340"/>
                  <a:pt x="4779" y="62128"/>
                  <a:pt x="3784" y="64841"/>
                </a:cubicBezTo>
                <a:cubicBezTo>
                  <a:pt x="3784" y="64816"/>
                  <a:pt x="3734" y="64742"/>
                  <a:pt x="3734" y="64717"/>
                </a:cubicBezTo>
                <a:cubicBezTo>
                  <a:pt x="4729" y="62053"/>
                  <a:pt x="5949" y="59340"/>
                  <a:pt x="7318" y="56602"/>
                </a:cubicBezTo>
                <a:cubicBezTo>
                  <a:pt x="7343" y="56577"/>
                  <a:pt x="7393" y="56528"/>
                  <a:pt x="7443" y="56528"/>
                </a:cubicBezTo>
                <a:close/>
                <a:moveTo>
                  <a:pt x="3609" y="65090"/>
                </a:moveTo>
                <a:cubicBezTo>
                  <a:pt x="3609" y="65115"/>
                  <a:pt x="3609" y="65165"/>
                  <a:pt x="3659" y="65215"/>
                </a:cubicBezTo>
                <a:cubicBezTo>
                  <a:pt x="3659" y="65240"/>
                  <a:pt x="3609" y="65314"/>
                  <a:pt x="3609" y="65339"/>
                </a:cubicBezTo>
                <a:cubicBezTo>
                  <a:pt x="3609" y="65314"/>
                  <a:pt x="3609" y="65240"/>
                  <a:pt x="3584" y="65215"/>
                </a:cubicBezTo>
                <a:cubicBezTo>
                  <a:pt x="3584" y="65190"/>
                  <a:pt x="3609" y="65115"/>
                  <a:pt x="3609" y="65090"/>
                </a:cubicBezTo>
                <a:close/>
                <a:moveTo>
                  <a:pt x="65713" y="54039"/>
                </a:moveTo>
                <a:lnTo>
                  <a:pt x="65713" y="54113"/>
                </a:lnTo>
                <a:lnTo>
                  <a:pt x="65713" y="54163"/>
                </a:lnTo>
                <a:cubicBezTo>
                  <a:pt x="65713" y="54163"/>
                  <a:pt x="65713" y="54213"/>
                  <a:pt x="65688" y="54213"/>
                </a:cubicBezTo>
                <a:cubicBezTo>
                  <a:pt x="65538" y="54387"/>
                  <a:pt x="65414" y="54536"/>
                  <a:pt x="65290" y="54711"/>
                </a:cubicBezTo>
                <a:cubicBezTo>
                  <a:pt x="64045" y="56204"/>
                  <a:pt x="62701" y="57623"/>
                  <a:pt x="61307" y="59017"/>
                </a:cubicBezTo>
                <a:cubicBezTo>
                  <a:pt x="60635" y="59639"/>
                  <a:pt x="59938" y="60336"/>
                  <a:pt x="59191" y="61008"/>
                </a:cubicBezTo>
                <a:cubicBezTo>
                  <a:pt x="58992" y="61207"/>
                  <a:pt x="58768" y="61381"/>
                  <a:pt x="58569" y="61581"/>
                </a:cubicBezTo>
                <a:cubicBezTo>
                  <a:pt x="58196" y="61929"/>
                  <a:pt x="57847" y="62228"/>
                  <a:pt x="57499" y="62551"/>
                </a:cubicBezTo>
                <a:cubicBezTo>
                  <a:pt x="57399" y="62626"/>
                  <a:pt x="57324" y="62726"/>
                  <a:pt x="57225" y="62800"/>
                </a:cubicBezTo>
                <a:lnTo>
                  <a:pt x="57200" y="62825"/>
                </a:lnTo>
                <a:cubicBezTo>
                  <a:pt x="56901" y="63049"/>
                  <a:pt x="56627" y="63248"/>
                  <a:pt x="56379" y="63497"/>
                </a:cubicBezTo>
                <a:cubicBezTo>
                  <a:pt x="55482" y="64219"/>
                  <a:pt x="54611" y="64916"/>
                  <a:pt x="53889" y="65439"/>
                </a:cubicBezTo>
                <a:cubicBezTo>
                  <a:pt x="53815" y="65439"/>
                  <a:pt x="53765" y="65464"/>
                  <a:pt x="53740" y="65464"/>
                </a:cubicBezTo>
                <a:lnTo>
                  <a:pt x="53616" y="65464"/>
                </a:lnTo>
                <a:cubicBezTo>
                  <a:pt x="53641" y="65439"/>
                  <a:pt x="53690" y="65414"/>
                  <a:pt x="53740" y="65364"/>
                </a:cubicBezTo>
                <a:cubicBezTo>
                  <a:pt x="53740" y="65364"/>
                  <a:pt x="53765" y="65364"/>
                  <a:pt x="53765" y="65339"/>
                </a:cubicBezTo>
                <a:cubicBezTo>
                  <a:pt x="53840" y="65289"/>
                  <a:pt x="53939" y="65240"/>
                  <a:pt x="53989" y="65190"/>
                </a:cubicBezTo>
                <a:cubicBezTo>
                  <a:pt x="54188" y="65040"/>
                  <a:pt x="54362" y="64891"/>
                  <a:pt x="54561" y="64767"/>
                </a:cubicBezTo>
                <a:cubicBezTo>
                  <a:pt x="54810" y="64592"/>
                  <a:pt x="55010" y="64443"/>
                  <a:pt x="55234" y="64244"/>
                </a:cubicBezTo>
                <a:lnTo>
                  <a:pt x="55308" y="64219"/>
                </a:lnTo>
                <a:cubicBezTo>
                  <a:pt x="55358" y="64169"/>
                  <a:pt x="55433" y="64119"/>
                  <a:pt x="55482" y="64070"/>
                </a:cubicBezTo>
                <a:cubicBezTo>
                  <a:pt x="55557" y="64045"/>
                  <a:pt x="55582" y="63970"/>
                  <a:pt x="55632" y="63945"/>
                </a:cubicBezTo>
                <a:lnTo>
                  <a:pt x="56105" y="63572"/>
                </a:lnTo>
                <a:cubicBezTo>
                  <a:pt x="56453" y="63298"/>
                  <a:pt x="56827" y="62999"/>
                  <a:pt x="57125" y="62726"/>
                </a:cubicBezTo>
                <a:cubicBezTo>
                  <a:pt x="57225" y="62676"/>
                  <a:pt x="57324" y="62576"/>
                  <a:pt x="57374" y="62502"/>
                </a:cubicBezTo>
                <a:lnTo>
                  <a:pt x="57424" y="62502"/>
                </a:lnTo>
                <a:cubicBezTo>
                  <a:pt x="57797" y="62203"/>
                  <a:pt x="58196" y="61854"/>
                  <a:pt x="58544" y="61556"/>
                </a:cubicBezTo>
                <a:cubicBezTo>
                  <a:pt x="58793" y="61332"/>
                  <a:pt x="58992" y="61108"/>
                  <a:pt x="59241" y="60884"/>
                </a:cubicBezTo>
                <a:cubicBezTo>
                  <a:pt x="59316" y="60834"/>
                  <a:pt x="59415" y="60759"/>
                  <a:pt x="59465" y="60709"/>
                </a:cubicBezTo>
                <a:cubicBezTo>
                  <a:pt x="59490" y="60684"/>
                  <a:pt x="59565" y="60635"/>
                  <a:pt x="59589" y="60585"/>
                </a:cubicBezTo>
                <a:cubicBezTo>
                  <a:pt x="60311" y="59888"/>
                  <a:pt x="60809" y="59390"/>
                  <a:pt x="61207" y="59017"/>
                </a:cubicBezTo>
                <a:cubicBezTo>
                  <a:pt x="61257" y="58967"/>
                  <a:pt x="61357" y="58892"/>
                  <a:pt x="61431" y="58843"/>
                </a:cubicBezTo>
                <a:lnTo>
                  <a:pt x="61456" y="58818"/>
                </a:lnTo>
                <a:lnTo>
                  <a:pt x="61830" y="58444"/>
                </a:lnTo>
                <a:lnTo>
                  <a:pt x="61879" y="58370"/>
                </a:lnTo>
                <a:cubicBezTo>
                  <a:pt x="61979" y="58270"/>
                  <a:pt x="62079" y="58195"/>
                  <a:pt x="62128" y="58096"/>
                </a:cubicBezTo>
                <a:lnTo>
                  <a:pt x="62253" y="57971"/>
                </a:lnTo>
                <a:cubicBezTo>
                  <a:pt x="62751" y="57449"/>
                  <a:pt x="63448" y="56727"/>
                  <a:pt x="64244" y="55781"/>
                </a:cubicBezTo>
                <a:cubicBezTo>
                  <a:pt x="64319" y="55731"/>
                  <a:pt x="64369" y="55632"/>
                  <a:pt x="64443" y="55582"/>
                </a:cubicBezTo>
                <a:cubicBezTo>
                  <a:pt x="64493" y="55482"/>
                  <a:pt x="64593" y="55408"/>
                  <a:pt x="64667" y="55333"/>
                </a:cubicBezTo>
                <a:cubicBezTo>
                  <a:pt x="64717" y="55258"/>
                  <a:pt x="64742" y="55208"/>
                  <a:pt x="64817" y="55134"/>
                </a:cubicBezTo>
                <a:cubicBezTo>
                  <a:pt x="65041" y="54860"/>
                  <a:pt x="65240" y="54611"/>
                  <a:pt x="65439" y="54387"/>
                </a:cubicBezTo>
                <a:cubicBezTo>
                  <a:pt x="65464" y="54337"/>
                  <a:pt x="65538" y="54288"/>
                  <a:pt x="65563" y="54238"/>
                </a:cubicBezTo>
                <a:cubicBezTo>
                  <a:pt x="65613" y="54163"/>
                  <a:pt x="65663" y="54113"/>
                  <a:pt x="65713" y="54039"/>
                </a:cubicBezTo>
                <a:close/>
                <a:moveTo>
                  <a:pt x="29197" y="56254"/>
                </a:moveTo>
                <a:cubicBezTo>
                  <a:pt x="29222" y="56254"/>
                  <a:pt x="29222" y="56279"/>
                  <a:pt x="29247" y="56279"/>
                </a:cubicBezTo>
                <a:cubicBezTo>
                  <a:pt x="26907" y="59465"/>
                  <a:pt x="24767" y="62701"/>
                  <a:pt x="22900" y="65912"/>
                </a:cubicBezTo>
                <a:lnTo>
                  <a:pt x="22850" y="65912"/>
                </a:lnTo>
                <a:cubicBezTo>
                  <a:pt x="24717" y="62701"/>
                  <a:pt x="26858" y="59465"/>
                  <a:pt x="29197" y="56254"/>
                </a:cubicBezTo>
                <a:close/>
                <a:moveTo>
                  <a:pt x="53367" y="65737"/>
                </a:moveTo>
                <a:cubicBezTo>
                  <a:pt x="53342" y="65787"/>
                  <a:pt x="53267" y="65812"/>
                  <a:pt x="53242" y="65837"/>
                </a:cubicBezTo>
                <a:cubicBezTo>
                  <a:pt x="53217" y="65862"/>
                  <a:pt x="53192" y="65862"/>
                  <a:pt x="53143" y="65912"/>
                </a:cubicBezTo>
                <a:cubicBezTo>
                  <a:pt x="53118" y="65936"/>
                  <a:pt x="53043" y="65961"/>
                  <a:pt x="53018" y="65986"/>
                </a:cubicBezTo>
                <a:lnTo>
                  <a:pt x="52993" y="65961"/>
                </a:lnTo>
                <a:cubicBezTo>
                  <a:pt x="52993" y="65961"/>
                  <a:pt x="52993" y="65936"/>
                  <a:pt x="53018" y="65936"/>
                </a:cubicBezTo>
                <a:cubicBezTo>
                  <a:pt x="53043" y="65936"/>
                  <a:pt x="53043" y="65912"/>
                  <a:pt x="53093" y="65912"/>
                </a:cubicBezTo>
                <a:lnTo>
                  <a:pt x="53118" y="65862"/>
                </a:lnTo>
                <a:cubicBezTo>
                  <a:pt x="53143" y="65837"/>
                  <a:pt x="53168" y="65837"/>
                  <a:pt x="53217" y="65812"/>
                </a:cubicBezTo>
                <a:cubicBezTo>
                  <a:pt x="53242" y="65812"/>
                  <a:pt x="53317" y="65787"/>
                  <a:pt x="53367" y="65737"/>
                </a:cubicBezTo>
                <a:close/>
                <a:moveTo>
                  <a:pt x="52869" y="66086"/>
                </a:moveTo>
                <a:lnTo>
                  <a:pt x="52869" y="66086"/>
                </a:lnTo>
                <a:cubicBezTo>
                  <a:pt x="52849" y="66106"/>
                  <a:pt x="52828" y="66126"/>
                  <a:pt x="52795" y="66133"/>
                </a:cubicBezTo>
                <a:lnTo>
                  <a:pt x="52795" y="66133"/>
                </a:lnTo>
                <a:cubicBezTo>
                  <a:pt x="52814" y="66121"/>
                  <a:pt x="52841" y="66100"/>
                  <a:pt x="52869" y="66086"/>
                </a:cubicBezTo>
                <a:close/>
                <a:moveTo>
                  <a:pt x="21730" y="54337"/>
                </a:moveTo>
                <a:cubicBezTo>
                  <a:pt x="24194" y="54661"/>
                  <a:pt x="26634" y="55283"/>
                  <a:pt x="29048" y="56204"/>
                </a:cubicBezTo>
                <a:cubicBezTo>
                  <a:pt x="26683" y="59440"/>
                  <a:pt x="24518" y="62701"/>
                  <a:pt x="22626" y="65936"/>
                </a:cubicBezTo>
                <a:cubicBezTo>
                  <a:pt x="22452" y="65961"/>
                  <a:pt x="22253" y="65961"/>
                  <a:pt x="22079" y="65986"/>
                </a:cubicBezTo>
                <a:cubicBezTo>
                  <a:pt x="21655" y="66036"/>
                  <a:pt x="21257" y="66086"/>
                  <a:pt x="20884" y="66111"/>
                </a:cubicBezTo>
                <a:cubicBezTo>
                  <a:pt x="20759" y="66161"/>
                  <a:pt x="20635" y="66185"/>
                  <a:pt x="20486" y="66185"/>
                </a:cubicBezTo>
                <a:cubicBezTo>
                  <a:pt x="19664" y="62825"/>
                  <a:pt x="20137" y="58718"/>
                  <a:pt x="21730" y="54337"/>
                </a:cubicBezTo>
                <a:close/>
                <a:moveTo>
                  <a:pt x="22776" y="66111"/>
                </a:moveTo>
                <a:cubicBezTo>
                  <a:pt x="22776" y="66161"/>
                  <a:pt x="22751" y="66161"/>
                  <a:pt x="22751" y="66185"/>
                </a:cubicBezTo>
                <a:lnTo>
                  <a:pt x="22701" y="66185"/>
                </a:lnTo>
                <a:cubicBezTo>
                  <a:pt x="22701" y="66161"/>
                  <a:pt x="22726" y="66161"/>
                  <a:pt x="22726" y="66111"/>
                </a:cubicBezTo>
                <a:close/>
                <a:moveTo>
                  <a:pt x="21531" y="54288"/>
                </a:moveTo>
                <a:cubicBezTo>
                  <a:pt x="19988" y="58693"/>
                  <a:pt x="19490" y="62825"/>
                  <a:pt x="20311" y="66235"/>
                </a:cubicBezTo>
                <a:lnTo>
                  <a:pt x="20262" y="66235"/>
                </a:lnTo>
                <a:cubicBezTo>
                  <a:pt x="19415" y="62825"/>
                  <a:pt x="19888" y="58693"/>
                  <a:pt x="21481" y="54288"/>
                </a:cubicBezTo>
                <a:close/>
                <a:moveTo>
                  <a:pt x="65663" y="54462"/>
                </a:moveTo>
                <a:cubicBezTo>
                  <a:pt x="65688" y="55084"/>
                  <a:pt x="65962" y="55856"/>
                  <a:pt x="66484" y="56777"/>
                </a:cubicBezTo>
                <a:cubicBezTo>
                  <a:pt x="63721" y="60236"/>
                  <a:pt x="60311" y="63522"/>
                  <a:pt x="56478" y="66285"/>
                </a:cubicBezTo>
                <a:cubicBezTo>
                  <a:pt x="55557" y="65787"/>
                  <a:pt x="54736" y="65488"/>
                  <a:pt x="54089" y="65464"/>
                </a:cubicBezTo>
                <a:cubicBezTo>
                  <a:pt x="54263" y="65314"/>
                  <a:pt x="54462" y="65190"/>
                  <a:pt x="54686" y="65040"/>
                </a:cubicBezTo>
                <a:cubicBezTo>
                  <a:pt x="54935" y="64841"/>
                  <a:pt x="55184" y="64667"/>
                  <a:pt x="55383" y="64468"/>
                </a:cubicBezTo>
                <a:lnTo>
                  <a:pt x="55458" y="64418"/>
                </a:lnTo>
                <a:cubicBezTo>
                  <a:pt x="55706" y="64219"/>
                  <a:pt x="55955" y="64045"/>
                  <a:pt x="56204" y="63821"/>
                </a:cubicBezTo>
                <a:cubicBezTo>
                  <a:pt x="56603" y="63497"/>
                  <a:pt x="57001" y="63174"/>
                  <a:pt x="57374" y="62850"/>
                </a:cubicBezTo>
                <a:cubicBezTo>
                  <a:pt x="58196" y="62178"/>
                  <a:pt x="58967" y="61481"/>
                  <a:pt x="59589" y="60884"/>
                </a:cubicBezTo>
                <a:cubicBezTo>
                  <a:pt x="59664" y="60859"/>
                  <a:pt x="59689" y="60784"/>
                  <a:pt x="59714" y="60759"/>
                </a:cubicBezTo>
                <a:cubicBezTo>
                  <a:pt x="60361" y="60137"/>
                  <a:pt x="60859" y="59664"/>
                  <a:pt x="61232" y="59291"/>
                </a:cubicBezTo>
                <a:lnTo>
                  <a:pt x="61506" y="59017"/>
                </a:lnTo>
                <a:lnTo>
                  <a:pt x="61556" y="58992"/>
                </a:lnTo>
                <a:lnTo>
                  <a:pt x="61929" y="58619"/>
                </a:lnTo>
                <a:lnTo>
                  <a:pt x="62128" y="58395"/>
                </a:lnTo>
                <a:cubicBezTo>
                  <a:pt x="62178" y="58370"/>
                  <a:pt x="62178" y="58345"/>
                  <a:pt x="62203" y="58345"/>
                </a:cubicBezTo>
                <a:lnTo>
                  <a:pt x="62477" y="58071"/>
                </a:lnTo>
                <a:cubicBezTo>
                  <a:pt x="62950" y="57573"/>
                  <a:pt x="63597" y="56876"/>
                  <a:pt x="64344" y="56030"/>
                </a:cubicBezTo>
                <a:cubicBezTo>
                  <a:pt x="64493" y="55856"/>
                  <a:pt x="64692" y="55657"/>
                  <a:pt x="64842" y="55457"/>
                </a:cubicBezTo>
                <a:cubicBezTo>
                  <a:pt x="64891" y="55408"/>
                  <a:pt x="64916" y="55358"/>
                  <a:pt x="64941" y="55333"/>
                </a:cubicBezTo>
                <a:cubicBezTo>
                  <a:pt x="65190" y="55009"/>
                  <a:pt x="65439" y="54736"/>
                  <a:pt x="65663" y="54462"/>
                </a:cubicBezTo>
                <a:close/>
                <a:moveTo>
                  <a:pt x="53840" y="65613"/>
                </a:moveTo>
                <a:cubicBezTo>
                  <a:pt x="54462" y="65613"/>
                  <a:pt x="55308" y="65862"/>
                  <a:pt x="56304" y="66409"/>
                </a:cubicBezTo>
                <a:cubicBezTo>
                  <a:pt x="56254" y="66409"/>
                  <a:pt x="56254" y="66434"/>
                  <a:pt x="56229" y="66434"/>
                </a:cubicBezTo>
                <a:cubicBezTo>
                  <a:pt x="56179" y="66409"/>
                  <a:pt x="56130" y="66409"/>
                  <a:pt x="56105" y="66360"/>
                </a:cubicBezTo>
                <a:cubicBezTo>
                  <a:pt x="55955" y="66285"/>
                  <a:pt x="55756" y="66210"/>
                  <a:pt x="55607" y="66111"/>
                </a:cubicBezTo>
                <a:cubicBezTo>
                  <a:pt x="55582" y="66111"/>
                  <a:pt x="55557" y="66086"/>
                  <a:pt x="55557" y="66086"/>
                </a:cubicBezTo>
                <a:cubicBezTo>
                  <a:pt x="55358" y="65986"/>
                  <a:pt x="55184" y="65936"/>
                  <a:pt x="54985" y="65862"/>
                </a:cubicBezTo>
                <a:cubicBezTo>
                  <a:pt x="54960" y="65862"/>
                  <a:pt x="54935" y="65837"/>
                  <a:pt x="54885" y="65837"/>
                </a:cubicBezTo>
                <a:cubicBezTo>
                  <a:pt x="54711" y="65787"/>
                  <a:pt x="54561" y="65737"/>
                  <a:pt x="54387" y="65712"/>
                </a:cubicBezTo>
                <a:cubicBezTo>
                  <a:pt x="54238" y="65688"/>
                  <a:pt x="54113" y="65688"/>
                  <a:pt x="53989" y="65688"/>
                </a:cubicBezTo>
                <a:lnTo>
                  <a:pt x="53740" y="65688"/>
                </a:lnTo>
                <a:cubicBezTo>
                  <a:pt x="53740" y="65688"/>
                  <a:pt x="53765" y="65688"/>
                  <a:pt x="53765" y="65663"/>
                </a:cubicBezTo>
                <a:cubicBezTo>
                  <a:pt x="53815" y="65613"/>
                  <a:pt x="53815" y="65613"/>
                  <a:pt x="53840" y="65613"/>
                </a:cubicBezTo>
                <a:close/>
                <a:moveTo>
                  <a:pt x="66584" y="56976"/>
                </a:moveTo>
                <a:cubicBezTo>
                  <a:pt x="66584" y="57001"/>
                  <a:pt x="66634" y="57001"/>
                  <a:pt x="66634" y="57026"/>
                </a:cubicBezTo>
                <a:cubicBezTo>
                  <a:pt x="63846" y="60460"/>
                  <a:pt x="60486" y="63696"/>
                  <a:pt x="56727" y="66434"/>
                </a:cubicBezTo>
                <a:cubicBezTo>
                  <a:pt x="56702" y="66434"/>
                  <a:pt x="56702" y="66409"/>
                  <a:pt x="56677" y="66409"/>
                </a:cubicBezTo>
                <a:cubicBezTo>
                  <a:pt x="60436" y="63671"/>
                  <a:pt x="63821" y="60386"/>
                  <a:pt x="66584" y="56976"/>
                </a:cubicBezTo>
                <a:close/>
                <a:moveTo>
                  <a:pt x="22502" y="66161"/>
                </a:moveTo>
                <a:cubicBezTo>
                  <a:pt x="22502" y="66185"/>
                  <a:pt x="22477" y="66210"/>
                  <a:pt x="22477" y="66210"/>
                </a:cubicBezTo>
                <a:cubicBezTo>
                  <a:pt x="21954" y="66285"/>
                  <a:pt x="21407" y="66310"/>
                  <a:pt x="20884" y="66409"/>
                </a:cubicBezTo>
                <a:cubicBezTo>
                  <a:pt x="20759" y="66434"/>
                  <a:pt x="20660" y="66434"/>
                  <a:pt x="20535" y="66459"/>
                </a:cubicBezTo>
                <a:cubicBezTo>
                  <a:pt x="20535" y="66434"/>
                  <a:pt x="20535" y="66434"/>
                  <a:pt x="20510" y="66409"/>
                </a:cubicBezTo>
                <a:cubicBezTo>
                  <a:pt x="20635" y="66360"/>
                  <a:pt x="20759" y="66335"/>
                  <a:pt x="20884" y="66335"/>
                </a:cubicBezTo>
                <a:cubicBezTo>
                  <a:pt x="21232" y="66285"/>
                  <a:pt x="21606" y="66235"/>
                  <a:pt x="21954" y="66210"/>
                </a:cubicBezTo>
                <a:cubicBezTo>
                  <a:pt x="22128" y="66185"/>
                  <a:pt x="22327" y="66161"/>
                  <a:pt x="22502" y="66161"/>
                </a:cubicBezTo>
                <a:close/>
                <a:moveTo>
                  <a:pt x="3286" y="64717"/>
                </a:moveTo>
                <a:cubicBezTo>
                  <a:pt x="3311" y="64866"/>
                  <a:pt x="3336" y="65040"/>
                  <a:pt x="3360" y="65215"/>
                </a:cubicBezTo>
                <a:lnTo>
                  <a:pt x="2912" y="66534"/>
                </a:lnTo>
                <a:cubicBezTo>
                  <a:pt x="3037" y="65936"/>
                  <a:pt x="3161" y="65314"/>
                  <a:pt x="3286" y="64717"/>
                </a:cubicBezTo>
                <a:close/>
                <a:moveTo>
                  <a:pt x="29446" y="56353"/>
                </a:moveTo>
                <a:cubicBezTo>
                  <a:pt x="30293" y="56652"/>
                  <a:pt x="31114" y="57026"/>
                  <a:pt x="31935" y="57399"/>
                </a:cubicBezTo>
                <a:cubicBezTo>
                  <a:pt x="30741" y="60759"/>
                  <a:pt x="30342" y="63920"/>
                  <a:pt x="30940" y="66584"/>
                </a:cubicBezTo>
                <a:cubicBezTo>
                  <a:pt x="30691" y="66534"/>
                  <a:pt x="30467" y="66459"/>
                  <a:pt x="30218" y="66409"/>
                </a:cubicBezTo>
                <a:cubicBezTo>
                  <a:pt x="30168" y="66409"/>
                  <a:pt x="30094" y="66360"/>
                  <a:pt x="30044" y="66360"/>
                </a:cubicBezTo>
                <a:cubicBezTo>
                  <a:pt x="29745" y="66310"/>
                  <a:pt x="29471" y="66235"/>
                  <a:pt x="29197" y="66210"/>
                </a:cubicBezTo>
                <a:cubicBezTo>
                  <a:pt x="29098" y="66210"/>
                  <a:pt x="29048" y="66185"/>
                  <a:pt x="28949" y="66185"/>
                </a:cubicBezTo>
                <a:cubicBezTo>
                  <a:pt x="28700" y="66161"/>
                  <a:pt x="28426" y="66086"/>
                  <a:pt x="28177" y="66061"/>
                </a:cubicBezTo>
                <a:cubicBezTo>
                  <a:pt x="28052" y="66036"/>
                  <a:pt x="27928" y="66036"/>
                  <a:pt x="27828" y="66036"/>
                </a:cubicBezTo>
                <a:cubicBezTo>
                  <a:pt x="27580" y="65986"/>
                  <a:pt x="27355" y="65961"/>
                  <a:pt x="27107" y="65961"/>
                </a:cubicBezTo>
                <a:cubicBezTo>
                  <a:pt x="26932" y="65936"/>
                  <a:pt x="26733" y="65936"/>
                  <a:pt x="26584" y="65936"/>
                </a:cubicBezTo>
                <a:cubicBezTo>
                  <a:pt x="26385" y="65936"/>
                  <a:pt x="26211" y="65912"/>
                  <a:pt x="26011" y="65912"/>
                </a:cubicBezTo>
                <a:cubicBezTo>
                  <a:pt x="25638" y="65862"/>
                  <a:pt x="25314" y="65862"/>
                  <a:pt x="24941" y="65862"/>
                </a:cubicBezTo>
                <a:cubicBezTo>
                  <a:pt x="24369" y="65862"/>
                  <a:pt x="23821" y="65912"/>
                  <a:pt x="23224" y="65936"/>
                </a:cubicBezTo>
                <a:lnTo>
                  <a:pt x="23149" y="65936"/>
                </a:lnTo>
                <a:cubicBezTo>
                  <a:pt x="24991" y="62726"/>
                  <a:pt x="27107" y="59515"/>
                  <a:pt x="29446" y="56353"/>
                </a:cubicBezTo>
                <a:close/>
                <a:moveTo>
                  <a:pt x="66708" y="57200"/>
                </a:moveTo>
                <a:cubicBezTo>
                  <a:pt x="66758" y="57250"/>
                  <a:pt x="66783" y="57324"/>
                  <a:pt x="66808" y="57349"/>
                </a:cubicBezTo>
                <a:cubicBezTo>
                  <a:pt x="64642" y="59764"/>
                  <a:pt x="62278" y="62128"/>
                  <a:pt x="59739" y="64368"/>
                </a:cubicBezTo>
                <a:lnTo>
                  <a:pt x="59664" y="64468"/>
                </a:lnTo>
                <a:lnTo>
                  <a:pt x="59614" y="64493"/>
                </a:lnTo>
                <a:cubicBezTo>
                  <a:pt x="59589" y="64543"/>
                  <a:pt x="59565" y="64567"/>
                  <a:pt x="59540" y="64567"/>
                </a:cubicBezTo>
                <a:cubicBezTo>
                  <a:pt x="59067" y="64966"/>
                  <a:pt x="58619" y="65364"/>
                  <a:pt x="58171" y="65737"/>
                </a:cubicBezTo>
                <a:cubicBezTo>
                  <a:pt x="57996" y="65862"/>
                  <a:pt x="57872" y="65986"/>
                  <a:pt x="57723" y="66086"/>
                </a:cubicBezTo>
                <a:cubicBezTo>
                  <a:pt x="57548" y="66310"/>
                  <a:pt x="57324" y="66484"/>
                  <a:pt x="57100" y="66658"/>
                </a:cubicBezTo>
                <a:cubicBezTo>
                  <a:pt x="57051" y="66584"/>
                  <a:pt x="56951" y="66559"/>
                  <a:pt x="56876" y="66534"/>
                </a:cubicBezTo>
                <a:cubicBezTo>
                  <a:pt x="60610" y="63821"/>
                  <a:pt x="63970" y="60585"/>
                  <a:pt x="66708" y="57200"/>
                </a:cubicBezTo>
                <a:close/>
                <a:moveTo>
                  <a:pt x="32085" y="57498"/>
                </a:moveTo>
                <a:cubicBezTo>
                  <a:pt x="32110" y="57498"/>
                  <a:pt x="32110" y="57523"/>
                  <a:pt x="32159" y="57523"/>
                </a:cubicBezTo>
                <a:cubicBezTo>
                  <a:pt x="30965" y="60884"/>
                  <a:pt x="30591" y="64045"/>
                  <a:pt x="31214" y="66683"/>
                </a:cubicBezTo>
                <a:cubicBezTo>
                  <a:pt x="31189" y="66683"/>
                  <a:pt x="31189" y="66683"/>
                  <a:pt x="31164" y="66658"/>
                </a:cubicBezTo>
                <a:cubicBezTo>
                  <a:pt x="30542" y="63995"/>
                  <a:pt x="30915" y="60859"/>
                  <a:pt x="32085" y="57498"/>
                </a:cubicBezTo>
                <a:close/>
                <a:moveTo>
                  <a:pt x="56702" y="66683"/>
                </a:moveTo>
                <a:cubicBezTo>
                  <a:pt x="56802" y="66708"/>
                  <a:pt x="56876" y="66733"/>
                  <a:pt x="56951" y="66808"/>
                </a:cubicBezTo>
                <a:cubicBezTo>
                  <a:pt x="56926" y="66808"/>
                  <a:pt x="56926" y="66833"/>
                  <a:pt x="56876" y="66833"/>
                </a:cubicBezTo>
                <a:cubicBezTo>
                  <a:pt x="56827" y="66808"/>
                  <a:pt x="56752" y="66783"/>
                  <a:pt x="56702" y="66708"/>
                </a:cubicBezTo>
                <a:cubicBezTo>
                  <a:pt x="56677" y="66708"/>
                  <a:pt x="56677" y="66708"/>
                  <a:pt x="56702" y="66683"/>
                </a:cubicBezTo>
                <a:close/>
                <a:moveTo>
                  <a:pt x="66932" y="57523"/>
                </a:moveTo>
                <a:cubicBezTo>
                  <a:pt x="66932" y="57523"/>
                  <a:pt x="66932" y="57573"/>
                  <a:pt x="66957" y="57573"/>
                </a:cubicBezTo>
                <a:lnTo>
                  <a:pt x="66957" y="57598"/>
                </a:lnTo>
                <a:cubicBezTo>
                  <a:pt x="64817" y="59988"/>
                  <a:pt x="62477" y="62327"/>
                  <a:pt x="60038" y="64543"/>
                </a:cubicBezTo>
                <a:cubicBezTo>
                  <a:pt x="59963" y="64592"/>
                  <a:pt x="59913" y="64617"/>
                  <a:pt x="59838" y="64692"/>
                </a:cubicBezTo>
                <a:cubicBezTo>
                  <a:pt x="59365" y="65090"/>
                  <a:pt x="58917" y="65513"/>
                  <a:pt x="58395" y="65936"/>
                </a:cubicBezTo>
                <a:cubicBezTo>
                  <a:pt x="58245" y="66061"/>
                  <a:pt x="58096" y="66185"/>
                  <a:pt x="57972" y="66310"/>
                </a:cubicBezTo>
                <a:cubicBezTo>
                  <a:pt x="57748" y="66484"/>
                  <a:pt x="57524" y="66633"/>
                  <a:pt x="57324" y="66833"/>
                </a:cubicBezTo>
                <a:cubicBezTo>
                  <a:pt x="57324" y="66833"/>
                  <a:pt x="57300" y="66833"/>
                  <a:pt x="57300" y="66808"/>
                </a:cubicBezTo>
                <a:lnTo>
                  <a:pt x="57250" y="66808"/>
                </a:lnTo>
                <a:cubicBezTo>
                  <a:pt x="57449" y="66609"/>
                  <a:pt x="57623" y="66459"/>
                  <a:pt x="57822" y="66310"/>
                </a:cubicBezTo>
                <a:cubicBezTo>
                  <a:pt x="57996" y="66161"/>
                  <a:pt x="58171" y="66036"/>
                  <a:pt x="58345" y="65862"/>
                </a:cubicBezTo>
                <a:cubicBezTo>
                  <a:pt x="58743" y="65538"/>
                  <a:pt x="59191" y="65165"/>
                  <a:pt x="59589" y="64816"/>
                </a:cubicBezTo>
                <a:lnTo>
                  <a:pt x="59689" y="64717"/>
                </a:lnTo>
                <a:lnTo>
                  <a:pt x="59714" y="64692"/>
                </a:lnTo>
                <a:cubicBezTo>
                  <a:pt x="59814" y="64617"/>
                  <a:pt x="59913" y="64543"/>
                  <a:pt x="59963" y="64468"/>
                </a:cubicBezTo>
                <a:cubicBezTo>
                  <a:pt x="61058" y="63497"/>
                  <a:pt x="62079" y="62551"/>
                  <a:pt x="63099" y="61506"/>
                </a:cubicBezTo>
                <a:lnTo>
                  <a:pt x="63572" y="61058"/>
                </a:lnTo>
                <a:lnTo>
                  <a:pt x="64642" y="59988"/>
                </a:lnTo>
                <a:cubicBezTo>
                  <a:pt x="64817" y="59813"/>
                  <a:pt x="65016" y="59614"/>
                  <a:pt x="65165" y="59440"/>
                </a:cubicBezTo>
                <a:cubicBezTo>
                  <a:pt x="65464" y="59091"/>
                  <a:pt x="65787" y="58768"/>
                  <a:pt x="66086" y="58444"/>
                </a:cubicBezTo>
                <a:cubicBezTo>
                  <a:pt x="66285" y="58245"/>
                  <a:pt x="66435" y="58071"/>
                  <a:pt x="66634" y="57872"/>
                </a:cubicBezTo>
                <a:cubicBezTo>
                  <a:pt x="66708" y="57747"/>
                  <a:pt x="66833" y="57648"/>
                  <a:pt x="66932" y="57523"/>
                </a:cubicBezTo>
                <a:close/>
                <a:moveTo>
                  <a:pt x="24941" y="66036"/>
                </a:moveTo>
                <a:cubicBezTo>
                  <a:pt x="25314" y="66036"/>
                  <a:pt x="25638" y="66036"/>
                  <a:pt x="26011" y="66061"/>
                </a:cubicBezTo>
                <a:cubicBezTo>
                  <a:pt x="26235" y="66061"/>
                  <a:pt x="26459" y="66086"/>
                  <a:pt x="26708" y="66086"/>
                </a:cubicBezTo>
                <a:cubicBezTo>
                  <a:pt x="26833" y="66086"/>
                  <a:pt x="26982" y="66111"/>
                  <a:pt x="27107" y="66111"/>
                </a:cubicBezTo>
                <a:cubicBezTo>
                  <a:pt x="27430" y="66136"/>
                  <a:pt x="27704" y="66185"/>
                  <a:pt x="28003" y="66210"/>
                </a:cubicBezTo>
                <a:cubicBezTo>
                  <a:pt x="28077" y="66210"/>
                  <a:pt x="28127" y="66210"/>
                  <a:pt x="28202" y="66235"/>
                </a:cubicBezTo>
                <a:cubicBezTo>
                  <a:pt x="28550" y="66285"/>
                  <a:pt x="28874" y="66335"/>
                  <a:pt x="29197" y="66409"/>
                </a:cubicBezTo>
                <a:lnTo>
                  <a:pt x="29222" y="66409"/>
                </a:lnTo>
                <a:cubicBezTo>
                  <a:pt x="29820" y="66484"/>
                  <a:pt x="30417" y="66658"/>
                  <a:pt x="30990" y="66808"/>
                </a:cubicBezTo>
                <a:lnTo>
                  <a:pt x="30990" y="66857"/>
                </a:lnTo>
                <a:cubicBezTo>
                  <a:pt x="29073" y="66360"/>
                  <a:pt x="27007" y="66086"/>
                  <a:pt x="24891" y="66086"/>
                </a:cubicBezTo>
                <a:cubicBezTo>
                  <a:pt x="24244" y="66086"/>
                  <a:pt x="23622" y="66111"/>
                  <a:pt x="23000" y="66136"/>
                </a:cubicBezTo>
                <a:cubicBezTo>
                  <a:pt x="23000" y="66111"/>
                  <a:pt x="23024" y="66111"/>
                  <a:pt x="23024" y="66086"/>
                </a:cubicBezTo>
                <a:cubicBezTo>
                  <a:pt x="23647" y="66061"/>
                  <a:pt x="24269" y="66036"/>
                  <a:pt x="24891" y="66036"/>
                </a:cubicBezTo>
                <a:close/>
                <a:moveTo>
                  <a:pt x="57150" y="66907"/>
                </a:moveTo>
                <a:cubicBezTo>
                  <a:pt x="57150" y="66907"/>
                  <a:pt x="57200" y="66907"/>
                  <a:pt x="57200" y="66932"/>
                </a:cubicBezTo>
                <a:lnTo>
                  <a:pt x="57125" y="66982"/>
                </a:lnTo>
                <a:lnTo>
                  <a:pt x="57075" y="66932"/>
                </a:lnTo>
                <a:cubicBezTo>
                  <a:pt x="57100" y="66932"/>
                  <a:pt x="57100" y="66907"/>
                  <a:pt x="57125" y="66907"/>
                </a:cubicBezTo>
                <a:close/>
                <a:moveTo>
                  <a:pt x="40846" y="63696"/>
                </a:moveTo>
                <a:lnTo>
                  <a:pt x="40896" y="63721"/>
                </a:lnTo>
                <a:lnTo>
                  <a:pt x="40921" y="63746"/>
                </a:lnTo>
                <a:lnTo>
                  <a:pt x="40822" y="64045"/>
                </a:lnTo>
                <a:cubicBezTo>
                  <a:pt x="40797" y="64119"/>
                  <a:pt x="40772" y="64194"/>
                  <a:pt x="40772" y="64244"/>
                </a:cubicBezTo>
                <a:cubicBezTo>
                  <a:pt x="40697" y="64443"/>
                  <a:pt x="40647" y="64592"/>
                  <a:pt x="40598" y="64792"/>
                </a:cubicBezTo>
                <a:cubicBezTo>
                  <a:pt x="40573" y="64916"/>
                  <a:pt x="40523" y="65040"/>
                  <a:pt x="40473" y="65165"/>
                </a:cubicBezTo>
                <a:cubicBezTo>
                  <a:pt x="40448" y="65289"/>
                  <a:pt x="40423" y="65364"/>
                  <a:pt x="40398" y="65488"/>
                </a:cubicBezTo>
                <a:cubicBezTo>
                  <a:pt x="40324" y="65688"/>
                  <a:pt x="40299" y="65862"/>
                  <a:pt x="40274" y="66061"/>
                </a:cubicBezTo>
                <a:cubicBezTo>
                  <a:pt x="40224" y="66210"/>
                  <a:pt x="40174" y="66360"/>
                  <a:pt x="40150" y="66534"/>
                </a:cubicBezTo>
                <a:cubicBezTo>
                  <a:pt x="40150" y="66559"/>
                  <a:pt x="40100" y="66584"/>
                  <a:pt x="40100" y="66609"/>
                </a:cubicBezTo>
                <a:cubicBezTo>
                  <a:pt x="40082" y="66739"/>
                  <a:pt x="40062" y="66869"/>
                  <a:pt x="40042" y="66998"/>
                </a:cubicBezTo>
                <a:lnTo>
                  <a:pt x="40042" y="66998"/>
                </a:lnTo>
                <a:cubicBezTo>
                  <a:pt x="40047" y="66941"/>
                  <a:pt x="40050" y="66885"/>
                  <a:pt x="40050" y="66833"/>
                </a:cubicBezTo>
                <a:cubicBezTo>
                  <a:pt x="40075" y="66708"/>
                  <a:pt x="40075" y="66609"/>
                  <a:pt x="40100" y="66484"/>
                </a:cubicBezTo>
                <a:cubicBezTo>
                  <a:pt x="40150" y="66335"/>
                  <a:pt x="40174" y="66161"/>
                  <a:pt x="40199" y="65986"/>
                </a:cubicBezTo>
                <a:lnTo>
                  <a:pt x="40199" y="65961"/>
                </a:lnTo>
                <a:cubicBezTo>
                  <a:pt x="40224" y="65862"/>
                  <a:pt x="40224" y="65787"/>
                  <a:pt x="40274" y="65688"/>
                </a:cubicBezTo>
                <a:cubicBezTo>
                  <a:pt x="40299" y="65538"/>
                  <a:pt x="40349" y="65339"/>
                  <a:pt x="40398" y="65190"/>
                </a:cubicBezTo>
                <a:cubicBezTo>
                  <a:pt x="40423" y="65115"/>
                  <a:pt x="40423" y="65065"/>
                  <a:pt x="40448" y="64991"/>
                </a:cubicBezTo>
                <a:cubicBezTo>
                  <a:pt x="40448" y="64941"/>
                  <a:pt x="40473" y="64916"/>
                  <a:pt x="40473" y="64841"/>
                </a:cubicBezTo>
                <a:cubicBezTo>
                  <a:pt x="40548" y="64692"/>
                  <a:pt x="40573" y="64493"/>
                  <a:pt x="40647" y="64343"/>
                </a:cubicBezTo>
                <a:cubicBezTo>
                  <a:pt x="40672" y="64219"/>
                  <a:pt x="40697" y="64095"/>
                  <a:pt x="40772" y="63970"/>
                </a:cubicBezTo>
                <a:lnTo>
                  <a:pt x="40846" y="63696"/>
                </a:lnTo>
                <a:close/>
                <a:moveTo>
                  <a:pt x="48090" y="63348"/>
                </a:moveTo>
                <a:lnTo>
                  <a:pt x="47716" y="63821"/>
                </a:lnTo>
                <a:cubicBezTo>
                  <a:pt x="47468" y="64119"/>
                  <a:pt x="47219" y="64443"/>
                  <a:pt x="46995" y="64742"/>
                </a:cubicBezTo>
                <a:cubicBezTo>
                  <a:pt x="46920" y="64841"/>
                  <a:pt x="46845" y="64941"/>
                  <a:pt x="46771" y="65065"/>
                </a:cubicBezTo>
                <a:cubicBezTo>
                  <a:pt x="46646" y="65240"/>
                  <a:pt x="46497" y="65439"/>
                  <a:pt x="46372" y="65588"/>
                </a:cubicBezTo>
                <a:cubicBezTo>
                  <a:pt x="46273" y="65712"/>
                  <a:pt x="46173" y="65862"/>
                  <a:pt x="46049" y="65986"/>
                </a:cubicBezTo>
                <a:cubicBezTo>
                  <a:pt x="45999" y="66086"/>
                  <a:pt x="45899" y="66185"/>
                  <a:pt x="45850" y="66310"/>
                </a:cubicBezTo>
                <a:cubicBezTo>
                  <a:pt x="45800" y="66335"/>
                  <a:pt x="45775" y="66409"/>
                  <a:pt x="45750" y="66434"/>
                </a:cubicBezTo>
                <a:cubicBezTo>
                  <a:pt x="45650" y="66559"/>
                  <a:pt x="45601" y="66683"/>
                  <a:pt x="45501" y="66808"/>
                </a:cubicBezTo>
                <a:lnTo>
                  <a:pt x="44916" y="67608"/>
                </a:lnTo>
                <a:lnTo>
                  <a:pt x="44916" y="67608"/>
                </a:lnTo>
                <a:cubicBezTo>
                  <a:pt x="45876" y="66176"/>
                  <a:pt x="46918" y="64762"/>
                  <a:pt x="48040" y="63348"/>
                </a:cubicBezTo>
                <a:close/>
                <a:moveTo>
                  <a:pt x="32309" y="57598"/>
                </a:moveTo>
                <a:cubicBezTo>
                  <a:pt x="34574" y="58693"/>
                  <a:pt x="36690" y="60012"/>
                  <a:pt x="38557" y="61556"/>
                </a:cubicBezTo>
                <a:cubicBezTo>
                  <a:pt x="37038" y="63597"/>
                  <a:pt x="35594" y="65663"/>
                  <a:pt x="34300" y="67729"/>
                </a:cubicBezTo>
                <a:cubicBezTo>
                  <a:pt x="34225" y="67704"/>
                  <a:pt x="34201" y="67704"/>
                  <a:pt x="34151" y="67679"/>
                </a:cubicBezTo>
                <a:cubicBezTo>
                  <a:pt x="34076" y="67654"/>
                  <a:pt x="34051" y="67654"/>
                  <a:pt x="33977" y="67604"/>
                </a:cubicBezTo>
                <a:cubicBezTo>
                  <a:pt x="33703" y="67480"/>
                  <a:pt x="33454" y="67405"/>
                  <a:pt x="33180" y="67305"/>
                </a:cubicBezTo>
                <a:cubicBezTo>
                  <a:pt x="33155" y="67305"/>
                  <a:pt x="33080" y="67281"/>
                  <a:pt x="33056" y="67281"/>
                </a:cubicBezTo>
                <a:lnTo>
                  <a:pt x="32209" y="66982"/>
                </a:lnTo>
                <a:cubicBezTo>
                  <a:pt x="32184" y="66982"/>
                  <a:pt x="32110" y="66957"/>
                  <a:pt x="32085" y="66957"/>
                </a:cubicBezTo>
                <a:cubicBezTo>
                  <a:pt x="31861" y="66907"/>
                  <a:pt x="31612" y="66808"/>
                  <a:pt x="31413" y="66733"/>
                </a:cubicBezTo>
                <a:cubicBezTo>
                  <a:pt x="30741" y="64095"/>
                  <a:pt x="31114" y="60958"/>
                  <a:pt x="32309" y="57598"/>
                </a:cubicBezTo>
                <a:close/>
                <a:moveTo>
                  <a:pt x="38706" y="61680"/>
                </a:moveTo>
                <a:cubicBezTo>
                  <a:pt x="38756" y="61680"/>
                  <a:pt x="38756" y="61705"/>
                  <a:pt x="38781" y="61705"/>
                </a:cubicBezTo>
                <a:cubicBezTo>
                  <a:pt x="37237" y="63721"/>
                  <a:pt x="35843" y="65787"/>
                  <a:pt x="34549" y="67828"/>
                </a:cubicBezTo>
                <a:cubicBezTo>
                  <a:pt x="34524" y="67828"/>
                  <a:pt x="34524" y="67803"/>
                  <a:pt x="34474" y="67803"/>
                </a:cubicBezTo>
                <a:cubicBezTo>
                  <a:pt x="35794" y="65737"/>
                  <a:pt x="37187" y="63696"/>
                  <a:pt x="38706" y="61680"/>
                </a:cubicBezTo>
                <a:close/>
                <a:moveTo>
                  <a:pt x="42514" y="60635"/>
                </a:moveTo>
                <a:cubicBezTo>
                  <a:pt x="44481" y="61780"/>
                  <a:pt x="46298" y="62701"/>
                  <a:pt x="47866" y="63298"/>
                </a:cubicBezTo>
                <a:cubicBezTo>
                  <a:pt x="47368" y="63920"/>
                  <a:pt x="46895" y="64493"/>
                  <a:pt x="46472" y="65115"/>
                </a:cubicBezTo>
                <a:cubicBezTo>
                  <a:pt x="46472" y="65165"/>
                  <a:pt x="46422" y="65165"/>
                  <a:pt x="46422" y="65190"/>
                </a:cubicBezTo>
                <a:cubicBezTo>
                  <a:pt x="46024" y="65712"/>
                  <a:pt x="45650" y="66235"/>
                  <a:pt x="45277" y="66758"/>
                </a:cubicBezTo>
                <a:cubicBezTo>
                  <a:pt x="45227" y="66857"/>
                  <a:pt x="45128" y="66982"/>
                  <a:pt x="45053" y="67081"/>
                </a:cubicBezTo>
                <a:cubicBezTo>
                  <a:pt x="45028" y="67106"/>
                  <a:pt x="45003" y="67181"/>
                  <a:pt x="44978" y="67206"/>
                </a:cubicBezTo>
                <a:lnTo>
                  <a:pt x="44505" y="67853"/>
                </a:lnTo>
                <a:cubicBezTo>
                  <a:pt x="43759" y="66360"/>
                  <a:pt x="42688" y="64866"/>
                  <a:pt x="41319" y="63447"/>
                </a:cubicBezTo>
                <a:cubicBezTo>
                  <a:pt x="41494" y="62974"/>
                  <a:pt x="41668" y="62551"/>
                  <a:pt x="41892" y="62078"/>
                </a:cubicBezTo>
                <a:cubicBezTo>
                  <a:pt x="41892" y="62078"/>
                  <a:pt x="41892" y="62053"/>
                  <a:pt x="41917" y="62053"/>
                </a:cubicBezTo>
                <a:cubicBezTo>
                  <a:pt x="42066" y="61581"/>
                  <a:pt x="42290" y="61108"/>
                  <a:pt x="42514" y="60635"/>
                </a:cubicBezTo>
                <a:close/>
                <a:moveTo>
                  <a:pt x="31463" y="66957"/>
                </a:moveTo>
                <a:lnTo>
                  <a:pt x="31463" y="66957"/>
                </a:lnTo>
                <a:cubicBezTo>
                  <a:pt x="32060" y="67106"/>
                  <a:pt x="32657" y="67305"/>
                  <a:pt x="33205" y="67530"/>
                </a:cubicBezTo>
                <a:cubicBezTo>
                  <a:pt x="33504" y="67654"/>
                  <a:pt x="33802" y="67778"/>
                  <a:pt x="34101" y="67878"/>
                </a:cubicBezTo>
                <a:cubicBezTo>
                  <a:pt x="34126" y="67878"/>
                  <a:pt x="34126" y="67928"/>
                  <a:pt x="34176" y="67928"/>
                </a:cubicBezTo>
                <a:lnTo>
                  <a:pt x="34201" y="67928"/>
                </a:lnTo>
                <a:lnTo>
                  <a:pt x="34176" y="67953"/>
                </a:lnTo>
                <a:cubicBezTo>
                  <a:pt x="34051" y="67903"/>
                  <a:pt x="33927" y="67853"/>
                  <a:pt x="33802" y="67803"/>
                </a:cubicBezTo>
                <a:cubicBezTo>
                  <a:pt x="33678" y="67729"/>
                  <a:pt x="33553" y="67679"/>
                  <a:pt x="33404" y="67654"/>
                </a:cubicBezTo>
                <a:cubicBezTo>
                  <a:pt x="33155" y="67554"/>
                  <a:pt x="32931" y="67455"/>
                  <a:pt x="32682" y="67380"/>
                </a:cubicBezTo>
                <a:cubicBezTo>
                  <a:pt x="32583" y="67355"/>
                  <a:pt x="32483" y="67330"/>
                  <a:pt x="32433" y="67305"/>
                </a:cubicBezTo>
                <a:lnTo>
                  <a:pt x="31487" y="67007"/>
                </a:lnTo>
                <a:cubicBezTo>
                  <a:pt x="31487" y="66982"/>
                  <a:pt x="31487" y="66982"/>
                  <a:pt x="31463" y="66957"/>
                </a:cubicBezTo>
                <a:close/>
                <a:moveTo>
                  <a:pt x="17225" y="54014"/>
                </a:moveTo>
                <a:lnTo>
                  <a:pt x="17225" y="54014"/>
                </a:lnTo>
                <a:cubicBezTo>
                  <a:pt x="14163" y="58643"/>
                  <a:pt x="11550" y="63348"/>
                  <a:pt x="9509" y="68002"/>
                </a:cubicBezTo>
                <a:lnTo>
                  <a:pt x="9509" y="67878"/>
                </a:lnTo>
                <a:lnTo>
                  <a:pt x="9509" y="67729"/>
                </a:lnTo>
                <a:cubicBezTo>
                  <a:pt x="9509" y="67604"/>
                  <a:pt x="9509" y="67530"/>
                  <a:pt x="9459" y="67380"/>
                </a:cubicBezTo>
                <a:cubicBezTo>
                  <a:pt x="9434" y="67081"/>
                  <a:pt x="9434" y="66758"/>
                  <a:pt x="9409" y="66434"/>
                </a:cubicBezTo>
                <a:lnTo>
                  <a:pt x="9409" y="66310"/>
                </a:lnTo>
                <a:lnTo>
                  <a:pt x="9409" y="66111"/>
                </a:lnTo>
                <a:lnTo>
                  <a:pt x="9409" y="64991"/>
                </a:lnTo>
                <a:lnTo>
                  <a:pt x="9409" y="64742"/>
                </a:lnTo>
                <a:cubicBezTo>
                  <a:pt x="9434" y="64343"/>
                  <a:pt x="9459" y="63945"/>
                  <a:pt x="9509" y="63497"/>
                </a:cubicBezTo>
                <a:cubicBezTo>
                  <a:pt x="9509" y="63447"/>
                  <a:pt x="9509" y="63348"/>
                  <a:pt x="9533" y="63298"/>
                </a:cubicBezTo>
                <a:cubicBezTo>
                  <a:pt x="9558" y="62850"/>
                  <a:pt x="9633" y="62402"/>
                  <a:pt x="9683" y="61979"/>
                </a:cubicBezTo>
                <a:cubicBezTo>
                  <a:pt x="9683" y="61929"/>
                  <a:pt x="9708" y="61854"/>
                  <a:pt x="9708" y="61805"/>
                </a:cubicBezTo>
                <a:cubicBezTo>
                  <a:pt x="9782" y="61332"/>
                  <a:pt x="9882" y="60859"/>
                  <a:pt x="9957" y="60386"/>
                </a:cubicBezTo>
                <a:cubicBezTo>
                  <a:pt x="9957" y="60361"/>
                  <a:pt x="9957" y="60336"/>
                  <a:pt x="9982" y="60311"/>
                </a:cubicBezTo>
                <a:cubicBezTo>
                  <a:pt x="10081" y="59813"/>
                  <a:pt x="10206" y="59266"/>
                  <a:pt x="10330" y="58768"/>
                </a:cubicBezTo>
                <a:cubicBezTo>
                  <a:pt x="10703" y="57449"/>
                  <a:pt x="11151" y="56105"/>
                  <a:pt x="11624" y="54736"/>
                </a:cubicBezTo>
                <a:cubicBezTo>
                  <a:pt x="13367" y="54263"/>
                  <a:pt x="15258" y="54039"/>
                  <a:pt x="17225" y="54014"/>
                </a:cubicBezTo>
                <a:close/>
                <a:moveTo>
                  <a:pt x="34350" y="67953"/>
                </a:moveTo>
                <a:cubicBezTo>
                  <a:pt x="34400" y="67953"/>
                  <a:pt x="34400" y="67978"/>
                  <a:pt x="34425" y="67978"/>
                </a:cubicBezTo>
                <a:cubicBezTo>
                  <a:pt x="34425" y="68027"/>
                  <a:pt x="34400" y="68027"/>
                  <a:pt x="34400" y="68052"/>
                </a:cubicBezTo>
                <a:lnTo>
                  <a:pt x="34350" y="68052"/>
                </a:lnTo>
                <a:lnTo>
                  <a:pt x="34325" y="68027"/>
                </a:lnTo>
                <a:cubicBezTo>
                  <a:pt x="34325" y="67978"/>
                  <a:pt x="34350" y="67978"/>
                  <a:pt x="34350" y="67953"/>
                </a:cubicBezTo>
                <a:close/>
                <a:moveTo>
                  <a:pt x="41195" y="63622"/>
                </a:moveTo>
                <a:cubicBezTo>
                  <a:pt x="42539" y="65065"/>
                  <a:pt x="43609" y="66559"/>
                  <a:pt x="44356" y="68027"/>
                </a:cubicBezTo>
                <a:cubicBezTo>
                  <a:pt x="44356" y="68052"/>
                  <a:pt x="44306" y="68052"/>
                  <a:pt x="44306" y="68077"/>
                </a:cubicBezTo>
                <a:cubicBezTo>
                  <a:pt x="43609" y="66584"/>
                  <a:pt x="42539" y="65115"/>
                  <a:pt x="41195" y="63696"/>
                </a:cubicBezTo>
                <a:lnTo>
                  <a:pt x="41195" y="63622"/>
                </a:lnTo>
                <a:close/>
                <a:moveTo>
                  <a:pt x="3211" y="63995"/>
                </a:moveTo>
                <a:cubicBezTo>
                  <a:pt x="3211" y="64070"/>
                  <a:pt x="3211" y="64119"/>
                  <a:pt x="3236" y="64194"/>
                </a:cubicBezTo>
                <a:cubicBezTo>
                  <a:pt x="2937" y="65364"/>
                  <a:pt x="2713" y="66584"/>
                  <a:pt x="2539" y="67729"/>
                </a:cubicBezTo>
                <a:cubicBezTo>
                  <a:pt x="2489" y="67903"/>
                  <a:pt x="2439" y="68027"/>
                  <a:pt x="2390" y="68177"/>
                </a:cubicBezTo>
                <a:cubicBezTo>
                  <a:pt x="2589" y="66808"/>
                  <a:pt x="2863" y="65414"/>
                  <a:pt x="3211" y="63995"/>
                </a:cubicBezTo>
                <a:close/>
                <a:moveTo>
                  <a:pt x="3460" y="65563"/>
                </a:moveTo>
                <a:cubicBezTo>
                  <a:pt x="3460" y="65588"/>
                  <a:pt x="3485" y="65613"/>
                  <a:pt x="3485" y="65663"/>
                </a:cubicBezTo>
                <a:cubicBezTo>
                  <a:pt x="3186" y="66534"/>
                  <a:pt x="2912" y="67355"/>
                  <a:pt x="2664" y="68226"/>
                </a:cubicBezTo>
                <a:cubicBezTo>
                  <a:pt x="2664" y="68077"/>
                  <a:pt x="2688" y="67928"/>
                  <a:pt x="2713" y="67803"/>
                </a:cubicBezTo>
                <a:lnTo>
                  <a:pt x="3460" y="65563"/>
                </a:lnTo>
                <a:close/>
                <a:moveTo>
                  <a:pt x="69309" y="48584"/>
                </a:moveTo>
                <a:cubicBezTo>
                  <a:pt x="68913" y="49251"/>
                  <a:pt x="68419" y="49990"/>
                  <a:pt x="67828" y="50778"/>
                </a:cubicBezTo>
                <a:cubicBezTo>
                  <a:pt x="67654" y="51027"/>
                  <a:pt x="67405" y="51375"/>
                  <a:pt x="67107" y="51774"/>
                </a:cubicBezTo>
                <a:cubicBezTo>
                  <a:pt x="66833" y="52271"/>
                  <a:pt x="66484" y="52719"/>
                  <a:pt x="66186" y="53118"/>
                </a:cubicBezTo>
                <a:cubicBezTo>
                  <a:pt x="65688" y="53765"/>
                  <a:pt x="65190" y="54362"/>
                  <a:pt x="64717" y="54885"/>
                </a:cubicBezTo>
                <a:cubicBezTo>
                  <a:pt x="64617" y="55009"/>
                  <a:pt x="64543" y="55134"/>
                  <a:pt x="64418" y="55233"/>
                </a:cubicBezTo>
                <a:cubicBezTo>
                  <a:pt x="64294" y="55358"/>
                  <a:pt x="64194" y="55507"/>
                  <a:pt x="64070" y="55632"/>
                </a:cubicBezTo>
                <a:cubicBezTo>
                  <a:pt x="63746" y="56005"/>
                  <a:pt x="63448" y="56353"/>
                  <a:pt x="63099" y="56702"/>
                </a:cubicBezTo>
                <a:lnTo>
                  <a:pt x="63074" y="56727"/>
                </a:lnTo>
                <a:cubicBezTo>
                  <a:pt x="62452" y="57399"/>
                  <a:pt x="61755" y="58096"/>
                  <a:pt x="61108" y="58768"/>
                </a:cubicBezTo>
                <a:cubicBezTo>
                  <a:pt x="59963" y="59863"/>
                  <a:pt x="58469" y="61257"/>
                  <a:pt x="57275" y="62327"/>
                </a:cubicBezTo>
                <a:cubicBezTo>
                  <a:pt x="57150" y="62427"/>
                  <a:pt x="57075" y="62502"/>
                  <a:pt x="56951" y="62626"/>
                </a:cubicBezTo>
                <a:lnTo>
                  <a:pt x="56901" y="62676"/>
                </a:lnTo>
                <a:cubicBezTo>
                  <a:pt x="56627" y="62925"/>
                  <a:pt x="56329" y="63124"/>
                  <a:pt x="56030" y="63373"/>
                </a:cubicBezTo>
                <a:cubicBezTo>
                  <a:pt x="55159" y="64070"/>
                  <a:pt x="54337" y="64717"/>
                  <a:pt x="53641" y="65215"/>
                </a:cubicBezTo>
                <a:cubicBezTo>
                  <a:pt x="53491" y="65314"/>
                  <a:pt x="53367" y="65439"/>
                  <a:pt x="53217" y="65538"/>
                </a:cubicBezTo>
                <a:lnTo>
                  <a:pt x="52919" y="65712"/>
                </a:lnTo>
                <a:lnTo>
                  <a:pt x="52894" y="65712"/>
                </a:lnTo>
                <a:cubicBezTo>
                  <a:pt x="52122" y="66235"/>
                  <a:pt x="50803" y="67156"/>
                  <a:pt x="49608" y="67903"/>
                </a:cubicBezTo>
                <a:lnTo>
                  <a:pt x="49135" y="68177"/>
                </a:lnTo>
                <a:lnTo>
                  <a:pt x="49036" y="68226"/>
                </a:lnTo>
                <a:cubicBezTo>
                  <a:pt x="49011" y="68226"/>
                  <a:pt x="49011" y="68276"/>
                  <a:pt x="48986" y="68276"/>
                </a:cubicBezTo>
                <a:cubicBezTo>
                  <a:pt x="49384" y="67604"/>
                  <a:pt x="49882" y="66857"/>
                  <a:pt x="50479" y="66036"/>
                </a:cubicBezTo>
                <a:cubicBezTo>
                  <a:pt x="50654" y="65787"/>
                  <a:pt x="50902" y="65439"/>
                  <a:pt x="51226" y="65040"/>
                </a:cubicBezTo>
                <a:cubicBezTo>
                  <a:pt x="51500" y="64667"/>
                  <a:pt x="51799" y="64244"/>
                  <a:pt x="52097" y="63871"/>
                </a:cubicBezTo>
                <a:cubicBezTo>
                  <a:pt x="52620" y="63198"/>
                  <a:pt x="53143" y="62551"/>
                  <a:pt x="53641" y="61979"/>
                </a:cubicBezTo>
                <a:cubicBezTo>
                  <a:pt x="53715" y="61929"/>
                  <a:pt x="53765" y="61829"/>
                  <a:pt x="53840" y="61755"/>
                </a:cubicBezTo>
                <a:cubicBezTo>
                  <a:pt x="53865" y="61730"/>
                  <a:pt x="53865" y="61705"/>
                  <a:pt x="53889" y="61705"/>
                </a:cubicBezTo>
                <a:cubicBezTo>
                  <a:pt x="54014" y="61556"/>
                  <a:pt x="54138" y="61381"/>
                  <a:pt x="54263" y="61257"/>
                </a:cubicBezTo>
                <a:cubicBezTo>
                  <a:pt x="54537" y="60933"/>
                  <a:pt x="54860" y="60585"/>
                  <a:pt x="55159" y="60261"/>
                </a:cubicBezTo>
                <a:cubicBezTo>
                  <a:pt x="55209" y="60236"/>
                  <a:pt x="55234" y="60187"/>
                  <a:pt x="55283" y="60137"/>
                </a:cubicBezTo>
                <a:cubicBezTo>
                  <a:pt x="55906" y="59465"/>
                  <a:pt x="56578" y="58768"/>
                  <a:pt x="57250" y="58096"/>
                </a:cubicBezTo>
                <a:cubicBezTo>
                  <a:pt x="58370" y="57001"/>
                  <a:pt x="59863" y="55632"/>
                  <a:pt x="61058" y="54586"/>
                </a:cubicBezTo>
                <a:cubicBezTo>
                  <a:pt x="61183" y="54487"/>
                  <a:pt x="61257" y="54387"/>
                  <a:pt x="61382" y="54263"/>
                </a:cubicBezTo>
                <a:cubicBezTo>
                  <a:pt x="61456" y="54238"/>
                  <a:pt x="61481" y="54163"/>
                  <a:pt x="61556" y="54138"/>
                </a:cubicBezTo>
                <a:cubicBezTo>
                  <a:pt x="61830" y="53914"/>
                  <a:pt x="62103" y="53715"/>
                  <a:pt x="62352" y="53466"/>
                </a:cubicBezTo>
                <a:cubicBezTo>
                  <a:pt x="62427" y="53391"/>
                  <a:pt x="62477" y="53367"/>
                  <a:pt x="62552" y="53292"/>
                </a:cubicBezTo>
                <a:cubicBezTo>
                  <a:pt x="62651" y="53217"/>
                  <a:pt x="62751" y="53143"/>
                  <a:pt x="62850" y="53043"/>
                </a:cubicBezTo>
                <a:lnTo>
                  <a:pt x="63174" y="52794"/>
                </a:lnTo>
                <a:cubicBezTo>
                  <a:pt x="63224" y="52744"/>
                  <a:pt x="63323" y="52670"/>
                  <a:pt x="63373" y="52620"/>
                </a:cubicBezTo>
                <a:cubicBezTo>
                  <a:pt x="63547" y="52495"/>
                  <a:pt x="63721" y="52371"/>
                  <a:pt x="63896" y="52246"/>
                </a:cubicBezTo>
                <a:cubicBezTo>
                  <a:pt x="64095" y="52097"/>
                  <a:pt x="64319" y="51923"/>
                  <a:pt x="64518" y="51774"/>
                </a:cubicBezTo>
                <a:cubicBezTo>
                  <a:pt x="64568" y="51749"/>
                  <a:pt x="64617" y="51674"/>
                  <a:pt x="64692" y="51649"/>
                </a:cubicBezTo>
                <a:cubicBezTo>
                  <a:pt x="64817" y="51550"/>
                  <a:pt x="64941" y="51475"/>
                  <a:pt x="65066" y="51400"/>
                </a:cubicBezTo>
                <a:cubicBezTo>
                  <a:pt x="65215" y="51301"/>
                  <a:pt x="65339" y="51226"/>
                  <a:pt x="65514" y="51101"/>
                </a:cubicBezTo>
                <a:cubicBezTo>
                  <a:pt x="66285" y="50554"/>
                  <a:pt x="67555" y="49683"/>
                  <a:pt x="68725" y="48936"/>
                </a:cubicBezTo>
                <a:cubicBezTo>
                  <a:pt x="68824" y="48886"/>
                  <a:pt x="68899" y="48861"/>
                  <a:pt x="68973" y="48787"/>
                </a:cubicBezTo>
                <a:lnTo>
                  <a:pt x="69247" y="48637"/>
                </a:lnTo>
                <a:cubicBezTo>
                  <a:pt x="69268" y="48617"/>
                  <a:pt x="69288" y="48613"/>
                  <a:pt x="69309" y="48584"/>
                </a:cubicBezTo>
                <a:close/>
                <a:moveTo>
                  <a:pt x="44431" y="68276"/>
                </a:moveTo>
                <a:lnTo>
                  <a:pt x="44431" y="68301"/>
                </a:lnTo>
                <a:cubicBezTo>
                  <a:pt x="44431" y="68315"/>
                  <a:pt x="44423" y="68321"/>
                  <a:pt x="44416" y="68328"/>
                </a:cubicBezTo>
                <a:lnTo>
                  <a:pt x="44416" y="68328"/>
                </a:lnTo>
                <a:cubicBezTo>
                  <a:pt x="44414" y="68327"/>
                  <a:pt x="44410" y="68326"/>
                  <a:pt x="44406" y="68326"/>
                </a:cubicBezTo>
                <a:cubicBezTo>
                  <a:pt x="44406" y="68301"/>
                  <a:pt x="44431" y="68301"/>
                  <a:pt x="44431" y="68276"/>
                </a:cubicBezTo>
                <a:close/>
                <a:moveTo>
                  <a:pt x="22352" y="66434"/>
                </a:moveTo>
                <a:lnTo>
                  <a:pt x="22352" y="66434"/>
                </a:lnTo>
                <a:cubicBezTo>
                  <a:pt x="21979" y="67081"/>
                  <a:pt x="21606" y="67729"/>
                  <a:pt x="21257" y="68401"/>
                </a:cubicBezTo>
                <a:cubicBezTo>
                  <a:pt x="21008" y="67828"/>
                  <a:pt x="20784" y="67281"/>
                  <a:pt x="20610" y="66658"/>
                </a:cubicBezTo>
                <a:cubicBezTo>
                  <a:pt x="20734" y="66658"/>
                  <a:pt x="20834" y="66609"/>
                  <a:pt x="20909" y="66584"/>
                </a:cubicBezTo>
                <a:cubicBezTo>
                  <a:pt x="21382" y="66534"/>
                  <a:pt x="21879" y="66459"/>
                  <a:pt x="22352" y="66434"/>
                </a:cubicBezTo>
                <a:close/>
                <a:moveTo>
                  <a:pt x="11397" y="54771"/>
                </a:moveTo>
                <a:lnTo>
                  <a:pt x="11397" y="54771"/>
                </a:lnTo>
                <a:cubicBezTo>
                  <a:pt x="11174" y="55390"/>
                  <a:pt x="11001" y="56008"/>
                  <a:pt x="10803" y="56602"/>
                </a:cubicBezTo>
                <a:cubicBezTo>
                  <a:pt x="10778" y="56652"/>
                  <a:pt x="10778" y="56702"/>
                  <a:pt x="10728" y="56752"/>
                </a:cubicBezTo>
                <a:cubicBezTo>
                  <a:pt x="10728" y="56826"/>
                  <a:pt x="10703" y="56851"/>
                  <a:pt x="10703" y="56901"/>
                </a:cubicBezTo>
                <a:cubicBezTo>
                  <a:pt x="10629" y="57200"/>
                  <a:pt x="10554" y="57474"/>
                  <a:pt x="10454" y="57772"/>
                </a:cubicBezTo>
                <a:lnTo>
                  <a:pt x="10380" y="58146"/>
                </a:lnTo>
                <a:cubicBezTo>
                  <a:pt x="10330" y="58270"/>
                  <a:pt x="10305" y="58444"/>
                  <a:pt x="10280" y="58569"/>
                </a:cubicBezTo>
                <a:cubicBezTo>
                  <a:pt x="10206" y="58843"/>
                  <a:pt x="10156" y="59141"/>
                  <a:pt x="10056" y="59440"/>
                </a:cubicBezTo>
                <a:cubicBezTo>
                  <a:pt x="10056" y="59490"/>
                  <a:pt x="10031" y="59564"/>
                  <a:pt x="10031" y="59589"/>
                </a:cubicBezTo>
                <a:cubicBezTo>
                  <a:pt x="10006" y="59764"/>
                  <a:pt x="9932" y="59963"/>
                  <a:pt x="9907" y="60137"/>
                </a:cubicBezTo>
                <a:cubicBezTo>
                  <a:pt x="9882" y="60236"/>
                  <a:pt x="9882" y="60336"/>
                  <a:pt x="9832" y="60436"/>
                </a:cubicBezTo>
                <a:cubicBezTo>
                  <a:pt x="9807" y="60610"/>
                  <a:pt x="9757" y="60834"/>
                  <a:pt x="9708" y="61008"/>
                </a:cubicBezTo>
                <a:cubicBezTo>
                  <a:pt x="9708" y="61083"/>
                  <a:pt x="9683" y="61108"/>
                  <a:pt x="9683" y="61182"/>
                </a:cubicBezTo>
                <a:cubicBezTo>
                  <a:pt x="9658" y="61357"/>
                  <a:pt x="9633" y="61506"/>
                  <a:pt x="9583" y="61705"/>
                </a:cubicBezTo>
                <a:cubicBezTo>
                  <a:pt x="9558" y="61854"/>
                  <a:pt x="9558" y="61979"/>
                  <a:pt x="9533" y="62128"/>
                </a:cubicBezTo>
                <a:cubicBezTo>
                  <a:pt x="9533" y="62253"/>
                  <a:pt x="9509" y="62352"/>
                  <a:pt x="9459" y="62477"/>
                </a:cubicBezTo>
                <a:cubicBezTo>
                  <a:pt x="9459" y="62576"/>
                  <a:pt x="9434" y="62676"/>
                  <a:pt x="9434" y="62750"/>
                </a:cubicBezTo>
                <a:cubicBezTo>
                  <a:pt x="9434" y="62825"/>
                  <a:pt x="9409" y="62875"/>
                  <a:pt x="9409" y="62974"/>
                </a:cubicBezTo>
                <a:cubicBezTo>
                  <a:pt x="9409" y="63074"/>
                  <a:pt x="9384" y="63174"/>
                  <a:pt x="9384" y="63248"/>
                </a:cubicBezTo>
                <a:cubicBezTo>
                  <a:pt x="9334" y="63422"/>
                  <a:pt x="9334" y="63572"/>
                  <a:pt x="9334" y="63746"/>
                </a:cubicBezTo>
                <a:cubicBezTo>
                  <a:pt x="9334" y="63821"/>
                  <a:pt x="9334" y="63871"/>
                  <a:pt x="9309" y="63945"/>
                </a:cubicBezTo>
                <a:cubicBezTo>
                  <a:pt x="9309" y="63995"/>
                  <a:pt x="9309" y="64070"/>
                  <a:pt x="9285" y="64119"/>
                </a:cubicBezTo>
                <a:cubicBezTo>
                  <a:pt x="9285" y="64294"/>
                  <a:pt x="9260" y="64418"/>
                  <a:pt x="9260" y="64543"/>
                </a:cubicBezTo>
                <a:lnTo>
                  <a:pt x="9260" y="64742"/>
                </a:lnTo>
                <a:cubicBezTo>
                  <a:pt x="9260" y="64866"/>
                  <a:pt x="9210" y="64991"/>
                  <a:pt x="9210" y="65115"/>
                </a:cubicBezTo>
                <a:lnTo>
                  <a:pt x="9210" y="65339"/>
                </a:lnTo>
                <a:lnTo>
                  <a:pt x="9210" y="65439"/>
                </a:lnTo>
                <a:lnTo>
                  <a:pt x="9210" y="66036"/>
                </a:lnTo>
                <a:lnTo>
                  <a:pt x="9210" y="66210"/>
                </a:lnTo>
                <a:lnTo>
                  <a:pt x="9210" y="66235"/>
                </a:lnTo>
                <a:lnTo>
                  <a:pt x="9210" y="66285"/>
                </a:lnTo>
                <a:lnTo>
                  <a:pt x="9210" y="66733"/>
                </a:lnTo>
                <a:cubicBezTo>
                  <a:pt x="9210" y="66982"/>
                  <a:pt x="9260" y="67231"/>
                  <a:pt x="9285" y="67480"/>
                </a:cubicBezTo>
                <a:cubicBezTo>
                  <a:pt x="9285" y="67654"/>
                  <a:pt x="9309" y="67803"/>
                  <a:pt x="9309" y="67953"/>
                </a:cubicBezTo>
                <a:cubicBezTo>
                  <a:pt x="9309" y="68027"/>
                  <a:pt x="9309" y="68052"/>
                  <a:pt x="9334" y="68102"/>
                </a:cubicBezTo>
                <a:lnTo>
                  <a:pt x="9334" y="68301"/>
                </a:lnTo>
                <a:lnTo>
                  <a:pt x="9334" y="68326"/>
                </a:lnTo>
                <a:cubicBezTo>
                  <a:pt x="9334" y="68326"/>
                  <a:pt x="9334" y="68351"/>
                  <a:pt x="9309" y="68351"/>
                </a:cubicBezTo>
                <a:cubicBezTo>
                  <a:pt x="9309" y="68401"/>
                  <a:pt x="9285" y="68401"/>
                  <a:pt x="9285" y="68426"/>
                </a:cubicBezTo>
                <a:lnTo>
                  <a:pt x="9285" y="68326"/>
                </a:lnTo>
                <a:cubicBezTo>
                  <a:pt x="9260" y="68152"/>
                  <a:pt x="9260" y="67953"/>
                  <a:pt x="9210" y="67729"/>
                </a:cubicBezTo>
                <a:cubicBezTo>
                  <a:pt x="9185" y="67455"/>
                  <a:pt x="9185" y="67181"/>
                  <a:pt x="9160" y="66907"/>
                </a:cubicBezTo>
                <a:cubicBezTo>
                  <a:pt x="9160" y="66708"/>
                  <a:pt x="9135" y="66559"/>
                  <a:pt x="9135" y="66360"/>
                </a:cubicBezTo>
                <a:lnTo>
                  <a:pt x="9135" y="65364"/>
                </a:lnTo>
                <a:lnTo>
                  <a:pt x="9135" y="64966"/>
                </a:lnTo>
                <a:cubicBezTo>
                  <a:pt x="9135" y="64567"/>
                  <a:pt x="9160" y="64169"/>
                  <a:pt x="9185" y="63721"/>
                </a:cubicBezTo>
                <a:lnTo>
                  <a:pt x="9185" y="63547"/>
                </a:lnTo>
                <a:cubicBezTo>
                  <a:pt x="9260" y="62925"/>
                  <a:pt x="9309" y="62253"/>
                  <a:pt x="9434" y="61630"/>
                </a:cubicBezTo>
                <a:cubicBezTo>
                  <a:pt x="9459" y="61481"/>
                  <a:pt x="9509" y="61357"/>
                  <a:pt x="9509" y="61207"/>
                </a:cubicBezTo>
                <a:lnTo>
                  <a:pt x="9782" y="59714"/>
                </a:lnTo>
                <a:cubicBezTo>
                  <a:pt x="9832" y="59365"/>
                  <a:pt x="9932" y="58992"/>
                  <a:pt x="10031" y="58643"/>
                </a:cubicBezTo>
                <a:cubicBezTo>
                  <a:pt x="10081" y="58345"/>
                  <a:pt x="10181" y="58021"/>
                  <a:pt x="10280" y="57747"/>
                </a:cubicBezTo>
                <a:cubicBezTo>
                  <a:pt x="10430" y="57175"/>
                  <a:pt x="10579" y="56627"/>
                  <a:pt x="10778" y="56055"/>
                </a:cubicBezTo>
                <a:cubicBezTo>
                  <a:pt x="10803" y="55930"/>
                  <a:pt x="10878" y="55806"/>
                  <a:pt x="10902" y="55706"/>
                </a:cubicBezTo>
                <a:cubicBezTo>
                  <a:pt x="11077" y="55457"/>
                  <a:pt x="11201" y="55134"/>
                  <a:pt x="11326" y="54785"/>
                </a:cubicBezTo>
                <a:cubicBezTo>
                  <a:pt x="11346" y="54785"/>
                  <a:pt x="11385" y="54785"/>
                  <a:pt x="11397" y="54771"/>
                </a:cubicBezTo>
                <a:close/>
                <a:moveTo>
                  <a:pt x="34673" y="68077"/>
                </a:moveTo>
                <a:cubicBezTo>
                  <a:pt x="34723" y="68152"/>
                  <a:pt x="34848" y="68202"/>
                  <a:pt x="34972" y="68276"/>
                </a:cubicBezTo>
                <a:cubicBezTo>
                  <a:pt x="35022" y="68301"/>
                  <a:pt x="35072" y="68301"/>
                  <a:pt x="35097" y="68326"/>
                </a:cubicBezTo>
                <a:cubicBezTo>
                  <a:pt x="35192" y="68374"/>
                  <a:pt x="35284" y="68422"/>
                  <a:pt x="35375" y="68469"/>
                </a:cubicBezTo>
                <a:lnTo>
                  <a:pt x="35375" y="68469"/>
                </a:lnTo>
                <a:cubicBezTo>
                  <a:pt x="35209" y="68418"/>
                  <a:pt x="35066" y="68324"/>
                  <a:pt x="34922" y="68276"/>
                </a:cubicBezTo>
                <a:cubicBezTo>
                  <a:pt x="34823" y="68226"/>
                  <a:pt x="34723" y="68177"/>
                  <a:pt x="34649" y="68152"/>
                </a:cubicBezTo>
                <a:cubicBezTo>
                  <a:pt x="34649" y="68102"/>
                  <a:pt x="34673" y="68102"/>
                  <a:pt x="34673" y="68077"/>
                </a:cubicBezTo>
                <a:close/>
                <a:moveTo>
                  <a:pt x="52396" y="66409"/>
                </a:moveTo>
                <a:lnTo>
                  <a:pt x="52371" y="66434"/>
                </a:lnTo>
                <a:cubicBezTo>
                  <a:pt x="52371" y="66434"/>
                  <a:pt x="52371" y="66459"/>
                  <a:pt x="52346" y="66459"/>
                </a:cubicBezTo>
                <a:cubicBezTo>
                  <a:pt x="51624" y="66932"/>
                  <a:pt x="50654" y="67579"/>
                  <a:pt x="49733" y="68177"/>
                </a:cubicBezTo>
                <a:cubicBezTo>
                  <a:pt x="49583" y="68276"/>
                  <a:pt x="49459" y="68351"/>
                  <a:pt x="49260" y="68450"/>
                </a:cubicBezTo>
                <a:cubicBezTo>
                  <a:pt x="49225" y="68470"/>
                  <a:pt x="49189" y="68491"/>
                  <a:pt x="49152" y="68513"/>
                </a:cubicBezTo>
                <a:lnTo>
                  <a:pt x="49152" y="68513"/>
                </a:lnTo>
                <a:cubicBezTo>
                  <a:pt x="49157" y="68506"/>
                  <a:pt x="49160" y="68494"/>
                  <a:pt x="49160" y="68475"/>
                </a:cubicBezTo>
                <a:cubicBezTo>
                  <a:pt x="49758" y="68152"/>
                  <a:pt x="50355" y="67729"/>
                  <a:pt x="50927" y="67355"/>
                </a:cubicBezTo>
                <a:cubicBezTo>
                  <a:pt x="51151" y="67206"/>
                  <a:pt x="51375" y="67081"/>
                  <a:pt x="51624" y="66932"/>
                </a:cubicBezTo>
                <a:cubicBezTo>
                  <a:pt x="51649" y="66907"/>
                  <a:pt x="51674" y="66907"/>
                  <a:pt x="51724" y="66857"/>
                </a:cubicBezTo>
                <a:cubicBezTo>
                  <a:pt x="51923" y="66708"/>
                  <a:pt x="52172" y="66559"/>
                  <a:pt x="52396" y="66409"/>
                </a:cubicBezTo>
                <a:close/>
                <a:moveTo>
                  <a:pt x="17524" y="54014"/>
                </a:moveTo>
                <a:cubicBezTo>
                  <a:pt x="14362" y="58818"/>
                  <a:pt x="11674" y="63696"/>
                  <a:pt x="9583" y="68525"/>
                </a:cubicBezTo>
                <a:lnTo>
                  <a:pt x="9583" y="68450"/>
                </a:lnTo>
                <a:cubicBezTo>
                  <a:pt x="11649" y="63696"/>
                  <a:pt x="14288" y="58843"/>
                  <a:pt x="17474" y="54014"/>
                </a:cubicBezTo>
                <a:close/>
                <a:moveTo>
                  <a:pt x="51898" y="63945"/>
                </a:moveTo>
                <a:cubicBezTo>
                  <a:pt x="51873" y="63970"/>
                  <a:pt x="51873" y="63995"/>
                  <a:pt x="51848" y="64045"/>
                </a:cubicBezTo>
                <a:cubicBezTo>
                  <a:pt x="51799" y="64095"/>
                  <a:pt x="51774" y="64119"/>
                  <a:pt x="51774" y="64119"/>
                </a:cubicBezTo>
                <a:cubicBezTo>
                  <a:pt x="51774" y="64169"/>
                  <a:pt x="51749" y="64169"/>
                  <a:pt x="51749" y="64194"/>
                </a:cubicBezTo>
                <a:cubicBezTo>
                  <a:pt x="51301" y="64742"/>
                  <a:pt x="50902" y="65314"/>
                  <a:pt x="50529" y="65837"/>
                </a:cubicBezTo>
                <a:cubicBezTo>
                  <a:pt x="50479" y="65912"/>
                  <a:pt x="50430" y="65961"/>
                  <a:pt x="50380" y="66061"/>
                </a:cubicBezTo>
                <a:cubicBezTo>
                  <a:pt x="50255" y="66210"/>
                  <a:pt x="50156" y="66360"/>
                  <a:pt x="50056" y="66484"/>
                </a:cubicBezTo>
                <a:cubicBezTo>
                  <a:pt x="49758" y="66932"/>
                  <a:pt x="49533" y="67281"/>
                  <a:pt x="49160" y="67803"/>
                </a:cubicBezTo>
                <a:cubicBezTo>
                  <a:pt x="48986" y="68077"/>
                  <a:pt x="48787" y="68326"/>
                  <a:pt x="48613" y="68600"/>
                </a:cubicBezTo>
                <a:lnTo>
                  <a:pt x="48563" y="68600"/>
                </a:lnTo>
                <a:cubicBezTo>
                  <a:pt x="48575" y="68575"/>
                  <a:pt x="48581" y="68569"/>
                  <a:pt x="48578" y="68569"/>
                </a:cubicBezTo>
                <a:cubicBezTo>
                  <a:pt x="48575" y="68569"/>
                  <a:pt x="48563" y="68575"/>
                  <a:pt x="48538" y="68575"/>
                </a:cubicBezTo>
                <a:cubicBezTo>
                  <a:pt x="48986" y="67853"/>
                  <a:pt x="49583" y="66957"/>
                  <a:pt x="50280" y="65961"/>
                </a:cubicBezTo>
                <a:cubicBezTo>
                  <a:pt x="50753" y="65314"/>
                  <a:pt x="51226" y="64667"/>
                  <a:pt x="51724" y="64045"/>
                </a:cubicBezTo>
                <a:lnTo>
                  <a:pt x="51749" y="63995"/>
                </a:lnTo>
                <a:lnTo>
                  <a:pt x="51799" y="63945"/>
                </a:lnTo>
                <a:close/>
                <a:moveTo>
                  <a:pt x="20411" y="66683"/>
                </a:moveTo>
                <a:cubicBezTo>
                  <a:pt x="20610" y="67355"/>
                  <a:pt x="20859" y="67978"/>
                  <a:pt x="21158" y="68575"/>
                </a:cubicBezTo>
                <a:cubicBezTo>
                  <a:pt x="21158" y="68600"/>
                  <a:pt x="21133" y="68625"/>
                  <a:pt x="21133" y="68625"/>
                </a:cubicBezTo>
                <a:cubicBezTo>
                  <a:pt x="20835" y="68005"/>
                  <a:pt x="20587" y="67361"/>
                  <a:pt x="20389" y="66693"/>
                </a:cubicBezTo>
                <a:lnTo>
                  <a:pt x="20389" y="66693"/>
                </a:lnTo>
                <a:cubicBezTo>
                  <a:pt x="20392" y="66690"/>
                  <a:pt x="20398" y="66683"/>
                  <a:pt x="20411" y="66683"/>
                </a:cubicBezTo>
                <a:close/>
                <a:moveTo>
                  <a:pt x="22651" y="66409"/>
                </a:moveTo>
                <a:cubicBezTo>
                  <a:pt x="22228" y="67156"/>
                  <a:pt x="21780" y="67928"/>
                  <a:pt x="21382" y="68674"/>
                </a:cubicBezTo>
                <a:cubicBezTo>
                  <a:pt x="21382" y="68650"/>
                  <a:pt x="21357" y="68600"/>
                  <a:pt x="21357" y="68600"/>
                </a:cubicBezTo>
                <a:cubicBezTo>
                  <a:pt x="21755" y="67853"/>
                  <a:pt x="22153" y="67106"/>
                  <a:pt x="22601" y="66409"/>
                </a:cubicBezTo>
                <a:close/>
                <a:moveTo>
                  <a:pt x="53964" y="65837"/>
                </a:moveTo>
                <a:cubicBezTo>
                  <a:pt x="54113" y="65837"/>
                  <a:pt x="54288" y="65862"/>
                  <a:pt x="54487" y="65912"/>
                </a:cubicBezTo>
                <a:cubicBezTo>
                  <a:pt x="54512" y="65912"/>
                  <a:pt x="54537" y="65912"/>
                  <a:pt x="54586" y="65936"/>
                </a:cubicBezTo>
                <a:cubicBezTo>
                  <a:pt x="54761" y="65961"/>
                  <a:pt x="54960" y="66036"/>
                  <a:pt x="55134" y="66111"/>
                </a:cubicBezTo>
                <a:cubicBezTo>
                  <a:pt x="55159" y="66111"/>
                  <a:pt x="55209" y="66161"/>
                  <a:pt x="55234" y="66161"/>
                </a:cubicBezTo>
                <a:cubicBezTo>
                  <a:pt x="55458" y="66235"/>
                  <a:pt x="55706" y="66360"/>
                  <a:pt x="55955" y="66484"/>
                </a:cubicBezTo>
                <a:cubicBezTo>
                  <a:pt x="55980" y="66534"/>
                  <a:pt x="56005" y="66534"/>
                  <a:pt x="56055" y="66559"/>
                </a:cubicBezTo>
                <a:cubicBezTo>
                  <a:pt x="54885" y="67355"/>
                  <a:pt x="53765" y="68077"/>
                  <a:pt x="52620" y="68724"/>
                </a:cubicBezTo>
                <a:cubicBezTo>
                  <a:pt x="52620" y="68674"/>
                  <a:pt x="52595" y="68600"/>
                  <a:pt x="52595" y="68525"/>
                </a:cubicBezTo>
                <a:cubicBezTo>
                  <a:pt x="52595" y="68426"/>
                  <a:pt x="52570" y="68326"/>
                  <a:pt x="52570" y="68226"/>
                </a:cubicBezTo>
                <a:lnTo>
                  <a:pt x="52570" y="67978"/>
                </a:lnTo>
                <a:lnTo>
                  <a:pt x="52570" y="67729"/>
                </a:lnTo>
                <a:cubicBezTo>
                  <a:pt x="52595" y="67679"/>
                  <a:pt x="52595" y="67604"/>
                  <a:pt x="52595" y="67554"/>
                </a:cubicBezTo>
                <a:cubicBezTo>
                  <a:pt x="52595" y="67455"/>
                  <a:pt x="52595" y="67405"/>
                  <a:pt x="52620" y="67305"/>
                </a:cubicBezTo>
                <a:cubicBezTo>
                  <a:pt x="52620" y="67231"/>
                  <a:pt x="52645" y="67181"/>
                  <a:pt x="52645" y="67106"/>
                </a:cubicBezTo>
                <a:cubicBezTo>
                  <a:pt x="52645" y="67057"/>
                  <a:pt x="52670" y="66982"/>
                  <a:pt x="52670" y="66932"/>
                </a:cubicBezTo>
                <a:cubicBezTo>
                  <a:pt x="52720" y="66857"/>
                  <a:pt x="52720" y="66808"/>
                  <a:pt x="52744" y="66733"/>
                </a:cubicBezTo>
                <a:cubicBezTo>
                  <a:pt x="52769" y="66683"/>
                  <a:pt x="52769" y="66658"/>
                  <a:pt x="52794" y="66584"/>
                </a:cubicBezTo>
                <a:cubicBezTo>
                  <a:pt x="52844" y="66484"/>
                  <a:pt x="52894" y="66409"/>
                  <a:pt x="52968" y="66310"/>
                </a:cubicBezTo>
                <a:cubicBezTo>
                  <a:pt x="52993" y="66235"/>
                  <a:pt x="53043" y="66185"/>
                  <a:pt x="53118" y="66161"/>
                </a:cubicBezTo>
                <a:lnTo>
                  <a:pt x="53143" y="66111"/>
                </a:lnTo>
                <a:cubicBezTo>
                  <a:pt x="53168" y="66086"/>
                  <a:pt x="53217" y="66086"/>
                  <a:pt x="53217" y="66061"/>
                </a:cubicBezTo>
                <a:cubicBezTo>
                  <a:pt x="53292" y="65986"/>
                  <a:pt x="53392" y="65961"/>
                  <a:pt x="53516" y="65912"/>
                </a:cubicBezTo>
                <a:cubicBezTo>
                  <a:pt x="53641" y="65862"/>
                  <a:pt x="53790" y="65837"/>
                  <a:pt x="53964" y="65837"/>
                </a:cubicBezTo>
                <a:close/>
                <a:moveTo>
                  <a:pt x="49128" y="68527"/>
                </a:moveTo>
                <a:cubicBezTo>
                  <a:pt x="48990" y="68611"/>
                  <a:pt x="48844" y="68705"/>
                  <a:pt x="48712" y="68799"/>
                </a:cubicBezTo>
                <a:cubicBezTo>
                  <a:pt x="48712" y="68774"/>
                  <a:pt x="48737" y="68774"/>
                  <a:pt x="48737" y="68724"/>
                </a:cubicBezTo>
                <a:cubicBezTo>
                  <a:pt x="48860" y="68675"/>
                  <a:pt x="48982" y="68578"/>
                  <a:pt x="49128" y="68527"/>
                </a:cubicBezTo>
                <a:close/>
                <a:moveTo>
                  <a:pt x="52620" y="66484"/>
                </a:moveTo>
                <a:cubicBezTo>
                  <a:pt x="52595" y="66559"/>
                  <a:pt x="52595" y="66584"/>
                  <a:pt x="52570" y="66658"/>
                </a:cubicBezTo>
                <a:cubicBezTo>
                  <a:pt x="52570" y="66733"/>
                  <a:pt x="52520" y="66783"/>
                  <a:pt x="52496" y="66857"/>
                </a:cubicBezTo>
                <a:cubicBezTo>
                  <a:pt x="52471" y="66932"/>
                  <a:pt x="52471" y="67032"/>
                  <a:pt x="52471" y="67081"/>
                </a:cubicBezTo>
                <a:cubicBezTo>
                  <a:pt x="52471" y="67131"/>
                  <a:pt x="52446" y="67206"/>
                  <a:pt x="52446" y="67256"/>
                </a:cubicBezTo>
                <a:cubicBezTo>
                  <a:pt x="52446" y="67355"/>
                  <a:pt x="52446" y="67430"/>
                  <a:pt x="52396" y="67530"/>
                </a:cubicBezTo>
                <a:lnTo>
                  <a:pt x="52396" y="67729"/>
                </a:lnTo>
                <a:lnTo>
                  <a:pt x="52396" y="68002"/>
                </a:lnTo>
                <a:lnTo>
                  <a:pt x="52396" y="68276"/>
                </a:lnTo>
                <a:cubicBezTo>
                  <a:pt x="52396" y="68351"/>
                  <a:pt x="52446" y="68475"/>
                  <a:pt x="52446" y="68575"/>
                </a:cubicBezTo>
                <a:cubicBezTo>
                  <a:pt x="52446" y="68674"/>
                  <a:pt x="52471" y="68774"/>
                  <a:pt x="52471" y="68849"/>
                </a:cubicBezTo>
                <a:cubicBezTo>
                  <a:pt x="52446" y="68849"/>
                  <a:pt x="52446" y="68899"/>
                  <a:pt x="52396" y="68899"/>
                </a:cubicBezTo>
                <a:cubicBezTo>
                  <a:pt x="52371" y="68699"/>
                  <a:pt x="52371" y="68550"/>
                  <a:pt x="52346" y="68401"/>
                </a:cubicBezTo>
                <a:lnTo>
                  <a:pt x="52346" y="68301"/>
                </a:lnTo>
                <a:cubicBezTo>
                  <a:pt x="52346" y="68152"/>
                  <a:pt x="52321" y="67953"/>
                  <a:pt x="52321" y="67803"/>
                </a:cubicBezTo>
                <a:lnTo>
                  <a:pt x="52321" y="67729"/>
                </a:lnTo>
                <a:cubicBezTo>
                  <a:pt x="52321" y="67579"/>
                  <a:pt x="52321" y="67430"/>
                  <a:pt x="52346" y="67281"/>
                </a:cubicBezTo>
                <a:lnTo>
                  <a:pt x="52346" y="67231"/>
                </a:lnTo>
                <a:cubicBezTo>
                  <a:pt x="52371" y="66957"/>
                  <a:pt x="52446" y="66733"/>
                  <a:pt x="52520" y="66559"/>
                </a:cubicBezTo>
                <a:cubicBezTo>
                  <a:pt x="52570" y="66534"/>
                  <a:pt x="52595" y="66534"/>
                  <a:pt x="52620" y="66484"/>
                </a:cubicBezTo>
                <a:close/>
                <a:moveTo>
                  <a:pt x="21257" y="68799"/>
                </a:moveTo>
                <a:cubicBezTo>
                  <a:pt x="21257" y="68824"/>
                  <a:pt x="21282" y="68849"/>
                  <a:pt x="21282" y="68849"/>
                </a:cubicBezTo>
                <a:cubicBezTo>
                  <a:pt x="21282" y="68899"/>
                  <a:pt x="21257" y="68899"/>
                  <a:pt x="21257" y="68923"/>
                </a:cubicBezTo>
                <a:cubicBezTo>
                  <a:pt x="21257" y="68899"/>
                  <a:pt x="21232" y="68899"/>
                  <a:pt x="21232" y="68849"/>
                </a:cubicBezTo>
                <a:cubicBezTo>
                  <a:pt x="21232" y="68849"/>
                  <a:pt x="21232" y="68824"/>
                  <a:pt x="21257" y="68799"/>
                </a:cubicBezTo>
                <a:close/>
                <a:moveTo>
                  <a:pt x="48339" y="68948"/>
                </a:moveTo>
                <a:cubicBezTo>
                  <a:pt x="48339" y="68948"/>
                  <a:pt x="48339" y="68973"/>
                  <a:pt x="48289" y="68973"/>
                </a:cubicBezTo>
                <a:lnTo>
                  <a:pt x="48339" y="68948"/>
                </a:lnTo>
                <a:close/>
                <a:moveTo>
                  <a:pt x="9434" y="68774"/>
                </a:moveTo>
                <a:lnTo>
                  <a:pt x="9434" y="68824"/>
                </a:lnTo>
                <a:lnTo>
                  <a:pt x="9434" y="68899"/>
                </a:lnTo>
                <a:lnTo>
                  <a:pt x="9434" y="68948"/>
                </a:lnTo>
                <a:cubicBezTo>
                  <a:pt x="9434" y="68973"/>
                  <a:pt x="9409" y="68973"/>
                  <a:pt x="9409" y="68998"/>
                </a:cubicBezTo>
                <a:cubicBezTo>
                  <a:pt x="9409" y="68973"/>
                  <a:pt x="9409" y="68923"/>
                  <a:pt x="9384" y="68874"/>
                </a:cubicBezTo>
                <a:cubicBezTo>
                  <a:pt x="9384" y="68849"/>
                  <a:pt x="9409" y="68849"/>
                  <a:pt x="9409" y="68824"/>
                </a:cubicBezTo>
                <a:cubicBezTo>
                  <a:pt x="9409" y="68799"/>
                  <a:pt x="9434" y="68799"/>
                  <a:pt x="9434" y="68774"/>
                </a:cubicBezTo>
                <a:close/>
                <a:moveTo>
                  <a:pt x="48289" y="68973"/>
                </a:moveTo>
                <a:cubicBezTo>
                  <a:pt x="48289" y="69023"/>
                  <a:pt x="48289" y="69023"/>
                  <a:pt x="48264" y="69023"/>
                </a:cubicBezTo>
                <a:cubicBezTo>
                  <a:pt x="48264" y="68973"/>
                  <a:pt x="48289" y="68973"/>
                  <a:pt x="48289" y="68973"/>
                </a:cubicBezTo>
                <a:close/>
                <a:moveTo>
                  <a:pt x="56229" y="66683"/>
                </a:moveTo>
                <a:cubicBezTo>
                  <a:pt x="56254" y="66683"/>
                  <a:pt x="56254" y="66708"/>
                  <a:pt x="56304" y="66708"/>
                </a:cubicBezTo>
                <a:cubicBezTo>
                  <a:pt x="55084" y="67554"/>
                  <a:pt x="53889" y="68326"/>
                  <a:pt x="52695" y="69023"/>
                </a:cubicBezTo>
                <a:lnTo>
                  <a:pt x="52695" y="68948"/>
                </a:lnTo>
                <a:cubicBezTo>
                  <a:pt x="53865" y="68276"/>
                  <a:pt x="55059" y="67530"/>
                  <a:pt x="56229" y="66683"/>
                </a:cubicBezTo>
                <a:close/>
                <a:moveTo>
                  <a:pt x="52520" y="69048"/>
                </a:moveTo>
                <a:lnTo>
                  <a:pt x="52520" y="69098"/>
                </a:lnTo>
                <a:cubicBezTo>
                  <a:pt x="52496" y="69098"/>
                  <a:pt x="52471" y="69147"/>
                  <a:pt x="52471" y="69147"/>
                </a:cubicBezTo>
                <a:lnTo>
                  <a:pt x="52471" y="69073"/>
                </a:lnTo>
                <a:cubicBezTo>
                  <a:pt x="52496" y="69073"/>
                  <a:pt x="52496" y="69048"/>
                  <a:pt x="52520" y="69048"/>
                </a:cubicBezTo>
                <a:close/>
                <a:moveTo>
                  <a:pt x="2365" y="68799"/>
                </a:moveTo>
                <a:cubicBezTo>
                  <a:pt x="2365" y="68923"/>
                  <a:pt x="2340" y="69048"/>
                  <a:pt x="2340" y="69147"/>
                </a:cubicBezTo>
                <a:cubicBezTo>
                  <a:pt x="2315" y="69297"/>
                  <a:pt x="2290" y="69421"/>
                  <a:pt x="2215" y="69571"/>
                </a:cubicBezTo>
                <a:cubicBezTo>
                  <a:pt x="2215" y="69421"/>
                  <a:pt x="2240" y="69297"/>
                  <a:pt x="2290" y="69147"/>
                </a:cubicBezTo>
                <a:cubicBezTo>
                  <a:pt x="2315" y="69048"/>
                  <a:pt x="2340" y="68923"/>
                  <a:pt x="2365" y="68799"/>
                </a:cubicBezTo>
                <a:close/>
                <a:moveTo>
                  <a:pt x="89061" y="61108"/>
                </a:moveTo>
                <a:cubicBezTo>
                  <a:pt x="91475" y="62004"/>
                  <a:pt x="93964" y="62676"/>
                  <a:pt x="96478" y="63024"/>
                </a:cubicBezTo>
                <a:cubicBezTo>
                  <a:pt x="95682" y="65215"/>
                  <a:pt x="94636" y="67480"/>
                  <a:pt x="93292" y="69770"/>
                </a:cubicBezTo>
                <a:cubicBezTo>
                  <a:pt x="91301" y="67828"/>
                  <a:pt x="89085" y="65862"/>
                  <a:pt x="86820" y="64045"/>
                </a:cubicBezTo>
                <a:cubicBezTo>
                  <a:pt x="87592" y="63074"/>
                  <a:pt x="88339" y="62103"/>
                  <a:pt x="89061" y="61108"/>
                </a:cubicBezTo>
                <a:close/>
                <a:moveTo>
                  <a:pt x="31562" y="67181"/>
                </a:moveTo>
                <a:cubicBezTo>
                  <a:pt x="31587" y="67206"/>
                  <a:pt x="31587" y="67231"/>
                  <a:pt x="31612" y="67231"/>
                </a:cubicBezTo>
                <a:cubicBezTo>
                  <a:pt x="31861" y="67305"/>
                  <a:pt x="32110" y="67405"/>
                  <a:pt x="32359" y="67455"/>
                </a:cubicBezTo>
                <a:cubicBezTo>
                  <a:pt x="32483" y="67480"/>
                  <a:pt x="32608" y="67554"/>
                  <a:pt x="32707" y="67579"/>
                </a:cubicBezTo>
                <a:cubicBezTo>
                  <a:pt x="32931" y="67654"/>
                  <a:pt x="33105" y="67729"/>
                  <a:pt x="33329" y="67803"/>
                </a:cubicBezTo>
                <a:cubicBezTo>
                  <a:pt x="33454" y="67853"/>
                  <a:pt x="33578" y="67928"/>
                  <a:pt x="33728" y="67953"/>
                </a:cubicBezTo>
                <a:cubicBezTo>
                  <a:pt x="33852" y="67978"/>
                  <a:pt x="33952" y="68052"/>
                  <a:pt x="34076" y="68077"/>
                </a:cubicBezTo>
                <a:cubicBezTo>
                  <a:pt x="33703" y="68674"/>
                  <a:pt x="33354" y="69272"/>
                  <a:pt x="32981" y="69844"/>
                </a:cubicBezTo>
                <a:cubicBezTo>
                  <a:pt x="32359" y="69098"/>
                  <a:pt x="31861" y="68202"/>
                  <a:pt x="31562" y="67181"/>
                </a:cubicBezTo>
                <a:close/>
                <a:moveTo>
                  <a:pt x="96777" y="63074"/>
                </a:moveTo>
                <a:cubicBezTo>
                  <a:pt x="95931" y="65314"/>
                  <a:pt x="94810" y="67604"/>
                  <a:pt x="93466" y="69919"/>
                </a:cubicBezTo>
                <a:lnTo>
                  <a:pt x="93441" y="69894"/>
                </a:lnTo>
                <a:cubicBezTo>
                  <a:pt x="94786" y="67579"/>
                  <a:pt x="95881" y="65289"/>
                  <a:pt x="96702" y="63074"/>
                </a:cubicBezTo>
                <a:close/>
                <a:moveTo>
                  <a:pt x="49260" y="63746"/>
                </a:moveTo>
                <a:cubicBezTo>
                  <a:pt x="49957" y="63945"/>
                  <a:pt x="50529" y="64045"/>
                  <a:pt x="51002" y="64045"/>
                </a:cubicBezTo>
                <a:cubicBezTo>
                  <a:pt x="51201" y="64045"/>
                  <a:pt x="51351" y="64045"/>
                  <a:pt x="51500" y="63995"/>
                </a:cubicBezTo>
                <a:lnTo>
                  <a:pt x="51500" y="63995"/>
                </a:lnTo>
                <a:cubicBezTo>
                  <a:pt x="51251" y="64343"/>
                  <a:pt x="51002" y="64667"/>
                  <a:pt x="50753" y="64991"/>
                </a:cubicBezTo>
                <a:cubicBezTo>
                  <a:pt x="50629" y="65190"/>
                  <a:pt x="50504" y="65339"/>
                  <a:pt x="50380" y="65513"/>
                </a:cubicBezTo>
                <a:cubicBezTo>
                  <a:pt x="50330" y="65613"/>
                  <a:pt x="50255" y="65712"/>
                  <a:pt x="50206" y="65787"/>
                </a:cubicBezTo>
                <a:cubicBezTo>
                  <a:pt x="50131" y="65862"/>
                  <a:pt x="50031" y="65986"/>
                  <a:pt x="49982" y="66086"/>
                </a:cubicBezTo>
                <a:lnTo>
                  <a:pt x="49957" y="66111"/>
                </a:lnTo>
                <a:cubicBezTo>
                  <a:pt x="49857" y="66235"/>
                  <a:pt x="49782" y="66335"/>
                  <a:pt x="49708" y="66459"/>
                </a:cubicBezTo>
                <a:lnTo>
                  <a:pt x="49334" y="67032"/>
                </a:lnTo>
                <a:cubicBezTo>
                  <a:pt x="49235" y="67156"/>
                  <a:pt x="49160" y="67281"/>
                  <a:pt x="49085" y="67430"/>
                </a:cubicBezTo>
                <a:cubicBezTo>
                  <a:pt x="48762" y="67903"/>
                  <a:pt x="48463" y="68326"/>
                  <a:pt x="48164" y="68799"/>
                </a:cubicBezTo>
                <a:cubicBezTo>
                  <a:pt x="47891" y="68948"/>
                  <a:pt x="47642" y="69098"/>
                  <a:pt x="47393" y="69222"/>
                </a:cubicBezTo>
                <a:cubicBezTo>
                  <a:pt x="46845" y="69521"/>
                  <a:pt x="46397" y="69770"/>
                  <a:pt x="45999" y="69944"/>
                </a:cubicBezTo>
                <a:cubicBezTo>
                  <a:pt x="46795" y="67928"/>
                  <a:pt x="47916" y="65837"/>
                  <a:pt x="49260" y="63746"/>
                </a:cubicBezTo>
                <a:close/>
                <a:moveTo>
                  <a:pt x="56478" y="66808"/>
                </a:moveTo>
                <a:cubicBezTo>
                  <a:pt x="56528" y="66833"/>
                  <a:pt x="56603" y="66857"/>
                  <a:pt x="56702" y="66932"/>
                </a:cubicBezTo>
                <a:cubicBezTo>
                  <a:pt x="56727" y="66932"/>
                  <a:pt x="56727" y="66957"/>
                  <a:pt x="56752" y="66957"/>
                </a:cubicBezTo>
                <a:cubicBezTo>
                  <a:pt x="56652" y="67032"/>
                  <a:pt x="56578" y="67106"/>
                  <a:pt x="56478" y="67181"/>
                </a:cubicBezTo>
                <a:cubicBezTo>
                  <a:pt x="56254" y="67355"/>
                  <a:pt x="56030" y="67530"/>
                  <a:pt x="55831" y="67704"/>
                </a:cubicBezTo>
                <a:cubicBezTo>
                  <a:pt x="55731" y="67803"/>
                  <a:pt x="55607" y="67853"/>
                  <a:pt x="55507" y="67953"/>
                </a:cubicBezTo>
                <a:cubicBezTo>
                  <a:pt x="55234" y="68177"/>
                  <a:pt x="54910" y="68426"/>
                  <a:pt x="54636" y="68650"/>
                </a:cubicBezTo>
                <a:cubicBezTo>
                  <a:pt x="54412" y="68824"/>
                  <a:pt x="54163" y="68973"/>
                  <a:pt x="53964" y="69172"/>
                </a:cubicBezTo>
                <a:cubicBezTo>
                  <a:pt x="53889" y="69222"/>
                  <a:pt x="53790" y="69272"/>
                  <a:pt x="53740" y="69322"/>
                </a:cubicBezTo>
                <a:cubicBezTo>
                  <a:pt x="53466" y="69546"/>
                  <a:pt x="53168" y="69720"/>
                  <a:pt x="52894" y="69944"/>
                </a:cubicBezTo>
                <a:cubicBezTo>
                  <a:pt x="52894" y="69894"/>
                  <a:pt x="52869" y="69819"/>
                  <a:pt x="52869" y="69770"/>
                </a:cubicBezTo>
                <a:cubicBezTo>
                  <a:pt x="52819" y="69645"/>
                  <a:pt x="52769" y="69521"/>
                  <a:pt x="52744" y="69421"/>
                </a:cubicBezTo>
                <a:cubicBezTo>
                  <a:pt x="52744" y="69347"/>
                  <a:pt x="52720" y="69272"/>
                  <a:pt x="52720" y="69197"/>
                </a:cubicBezTo>
                <a:cubicBezTo>
                  <a:pt x="53964" y="68475"/>
                  <a:pt x="55234" y="67704"/>
                  <a:pt x="56478" y="66808"/>
                </a:cubicBezTo>
                <a:close/>
                <a:moveTo>
                  <a:pt x="86721" y="64169"/>
                </a:moveTo>
                <a:cubicBezTo>
                  <a:pt x="88986" y="65986"/>
                  <a:pt x="91201" y="67953"/>
                  <a:pt x="93192" y="69919"/>
                </a:cubicBezTo>
                <a:cubicBezTo>
                  <a:pt x="93192" y="69944"/>
                  <a:pt x="93168" y="69944"/>
                  <a:pt x="93168" y="69969"/>
                </a:cubicBezTo>
                <a:cubicBezTo>
                  <a:pt x="91176" y="68002"/>
                  <a:pt x="88961" y="66086"/>
                  <a:pt x="86671" y="64219"/>
                </a:cubicBezTo>
                <a:cubicBezTo>
                  <a:pt x="86696" y="64219"/>
                  <a:pt x="86696" y="64194"/>
                  <a:pt x="86721" y="64169"/>
                </a:cubicBezTo>
                <a:close/>
                <a:moveTo>
                  <a:pt x="52570" y="69297"/>
                </a:moveTo>
                <a:cubicBezTo>
                  <a:pt x="52570" y="69347"/>
                  <a:pt x="52595" y="69421"/>
                  <a:pt x="52595" y="69471"/>
                </a:cubicBezTo>
                <a:lnTo>
                  <a:pt x="52695" y="69844"/>
                </a:lnTo>
                <a:cubicBezTo>
                  <a:pt x="52695" y="69919"/>
                  <a:pt x="52720" y="69969"/>
                  <a:pt x="52720" y="70043"/>
                </a:cubicBezTo>
                <a:cubicBezTo>
                  <a:pt x="52695" y="70043"/>
                  <a:pt x="52695" y="70068"/>
                  <a:pt x="52645" y="70068"/>
                </a:cubicBezTo>
                <a:cubicBezTo>
                  <a:pt x="52620" y="69944"/>
                  <a:pt x="52595" y="69819"/>
                  <a:pt x="52570" y="69720"/>
                </a:cubicBezTo>
                <a:cubicBezTo>
                  <a:pt x="52570" y="69670"/>
                  <a:pt x="52520" y="69595"/>
                  <a:pt x="52520" y="69546"/>
                </a:cubicBezTo>
                <a:cubicBezTo>
                  <a:pt x="52496" y="69471"/>
                  <a:pt x="52496" y="69396"/>
                  <a:pt x="52496" y="69322"/>
                </a:cubicBezTo>
                <a:cubicBezTo>
                  <a:pt x="52520" y="69322"/>
                  <a:pt x="52520" y="69297"/>
                  <a:pt x="52570" y="69297"/>
                </a:cubicBezTo>
                <a:close/>
                <a:moveTo>
                  <a:pt x="34225" y="68177"/>
                </a:moveTo>
                <a:cubicBezTo>
                  <a:pt x="34275" y="68177"/>
                  <a:pt x="34275" y="68177"/>
                  <a:pt x="34300" y="68202"/>
                </a:cubicBezTo>
                <a:cubicBezTo>
                  <a:pt x="33902" y="68849"/>
                  <a:pt x="33528" y="69471"/>
                  <a:pt x="33155" y="70093"/>
                </a:cubicBezTo>
                <a:cubicBezTo>
                  <a:pt x="33155" y="70068"/>
                  <a:pt x="33105" y="70068"/>
                  <a:pt x="33105" y="70043"/>
                </a:cubicBezTo>
                <a:lnTo>
                  <a:pt x="34225" y="68177"/>
                </a:lnTo>
                <a:close/>
                <a:moveTo>
                  <a:pt x="31338" y="67156"/>
                </a:moveTo>
                <a:cubicBezTo>
                  <a:pt x="31687" y="68276"/>
                  <a:pt x="32184" y="69272"/>
                  <a:pt x="32906" y="70068"/>
                </a:cubicBezTo>
                <a:cubicBezTo>
                  <a:pt x="32906" y="70093"/>
                  <a:pt x="32856" y="70093"/>
                  <a:pt x="32856" y="70143"/>
                </a:cubicBezTo>
                <a:cubicBezTo>
                  <a:pt x="32159" y="69297"/>
                  <a:pt x="31612" y="68301"/>
                  <a:pt x="31288" y="67156"/>
                </a:cubicBezTo>
                <a:close/>
                <a:moveTo>
                  <a:pt x="49011" y="63696"/>
                </a:moveTo>
                <a:cubicBezTo>
                  <a:pt x="49036" y="63696"/>
                  <a:pt x="49036" y="63696"/>
                  <a:pt x="49061" y="63721"/>
                </a:cubicBezTo>
                <a:cubicBezTo>
                  <a:pt x="47667" y="65837"/>
                  <a:pt x="46547" y="68027"/>
                  <a:pt x="45700" y="70093"/>
                </a:cubicBezTo>
                <a:cubicBezTo>
                  <a:pt x="45675" y="70093"/>
                  <a:pt x="45650" y="70143"/>
                  <a:pt x="45626" y="70143"/>
                </a:cubicBezTo>
                <a:cubicBezTo>
                  <a:pt x="46497" y="68027"/>
                  <a:pt x="47617" y="65837"/>
                  <a:pt x="49011" y="63696"/>
                </a:cubicBezTo>
                <a:close/>
                <a:moveTo>
                  <a:pt x="47891" y="69172"/>
                </a:moveTo>
                <a:lnTo>
                  <a:pt x="47866" y="69197"/>
                </a:lnTo>
                <a:cubicBezTo>
                  <a:pt x="47741" y="69322"/>
                  <a:pt x="47617" y="69396"/>
                  <a:pt x="47492" y="69446"/>
                </a:cubicBezTo>
                <a:cubicBezTo>
                  <a:pt x="46995" y="69695"/>
                  <a:pt x="46547" y="69944"/>
                  <a:pt x="46148" y="70143"/>
                </a:cubicBezTo>
                <a:cubicBezTo>
                  <a:pt x="46621" y="69869"/>
                  <a:pt x="47119" y="69645"/>
                  <a:pt x="47592" y="69347"/>
                </a:cubicBezTo>
                <a:cubicBezTo>
                  <a:pt x="47592" y="69347"/>
                  <a:pt x="47617" y="69347"/>
                  <a:pt x="47617" y="69322"/>
                </a:cubicBezTo>
                <a:lnTo>
                  <a:pt x="47791" y="69222"/>
                </a:lnTo>
                <a:cubicBezTo>
                  <a:pt x="47816" y="69197"/>
                  <a:pt x="47866" y="69197"/>
                  <a:pt x="47891" y="69172"/>
                </a:cubicBezTo>
                <a:close/>
                <a:moveTo>
                  <a:pt x="56926" y="67057"/>
                </a:moveTo>
                <a:cubicBezTo>
                  <a:pt x="56951" y="67081"/>
                  <a:pt x="56951" y="67081"/>
                  <a:pt x="56976" y="67081"/>
                </a:cubicBezTo>
                <a:cubicBezTo>
                  <a:pt x="56926" y="67156"/>
                  <a:pt x="56851" y="67181"/>
                  <a:pt x="56802" y="67231"/>
                </a:cubicBezTo>
                <a:cubicBezTo>
                  <a:pt x="56354" y="67579"/>
                  <a:pt x="55881" y="67953"/>
                  <a:pt x="55458" y="68301"/>
                </a:cubicBezTo>
                <a:cubicBezTo>
                  <a:pt x="55234" y="68450"/>
                  <a:pt x="55010" y="68650"/>
                  <a:pt x="54810" y="68799"/>
                </a:cubicBezTo>
                <a:cubicBezTo>
                  <a:pt x="54188" y="69272"/>
                  <a:pt x="53566" y="69720"/>
                  <a:pt x="52944" y="70168"/>
                </a:cubicBezTo>
                <a:lnTo>
                  <a:pt x="52944" y="70143"/>
                </a:lnTo>
                <a:lnTo>
                  <a:pt x="52944" y="70093"/>
                </a:lnTo>
                <a:cubicBezTo>
                  <a:pt x="53118" y="69969"/>
                  <a:pt x="53292" y="69819"/>
                  <a:pt x="53491" y="69670"/>
                </a:cubicBezTo>
                <a:lnTo>
                  <a:pt x="53566" y="69595"/>
                </a:lnTo>
                <a:lnTo>
                  <a:pt x="54586" y="68849"/>
                </a:lnTo>
                <a:cubicBezTo>
                  <a:pt x="54636" y="68824"/>
                  <a:pt x="54711" y="68774"/>
                  <a:pt x="54761" y="68724"/>
                </a:cubicBezTo>
                <a:lnTo>
                  <a:pt x="54810" y="68724"/>
                </a:lnTo>
                <a:cubicBezTo>
                  <a:pt x="55059" y="68550"/>
                  <a:pt x="55283" y="68351"/>
                  <a:pt x="55557" y="68152"/>
                </a:cubicBezTo>
                <a:cubicBezTo>
                  <a:pt x="55582" y="68152"/>
                  <a:pt x="55582" y="68102"/>
                  <a:pt x="55607" y="68102"/>
                </a:cubicBezTo>
                <a:cubicBezTo>
                  <a:pt x="55706" y="68052"/>
                  <a:pt x="55781" y="67953"/>
                  <a:pt x="55881" y="67903"/>
                </a:cubicBezTo>
                <a:cubicBezTo>
                  <a:pt x="56005" y="67803"/>
                  <a:pt x="56179" y="67679"/>
                  <a:pt x="56304" y="67579"/>
                </a:cubicBezTo>
                <a:cubicBezTo>
                  <a:pt x="56453" y="67455"/>
                  <a:pt x="56603" y="67330"/>
                  <a:pt x="56727" y="67231"/>
                </a:cubicBezTo>
                <a:cubicBezTo>
                  <a:pt x="56752" y="67181"/>
                  <a:pt x="56851" y="67106"/>
                  <a:pt x="56926" y="67057"/>
                </a:cubicBezTo>
                <a:close/>
                <a:moveTo>
                  <a:pt x="77760" y="58021"/>
                </a:moveTo>
                <a:cubicBezTo>
                  <a:pt x="79975" y="59440"/>
                  <a:pt x="82265" y="61083"/>
                  <a:pt x="84580" y="62850"/>
                </a:cubicBezTo>
                <a:cubicBezTo>
                  <a:pt x="83361" y="65240"/>
                  <a:pt x="81767" y="67729"/>
                  <a:pt x="79876" y="70168"/>
                </a:cubicBezTo>
                <a:cubicBezTo>
                  <a:pt x="77362" y="68102"/>
                  <a:pt x="74922" y="65961"/>
                  <a:pt x="72782" y="63821"/>
                </a:cubicBezTo>
                <a:cubicBezTo>
                  <a:pt x="74524" y="61929"/>
                  <a:pt x="76192" y="59988"/>
                  <a:pt x="77760" y="58021"/>
                </a:cubicBezTo>
                <a:close/>
                <a:moveTo>
                  <a:pt x="93342" y="70068"/>
                </a:moveTo>
                <a:lnTo>
                  <a:pt x="93392" y="70093"/>
                </a:lnTo>
                <a:cubicBezTo>
                  <a:pt x="93392" y="70143"/>
                  <a:pt x="93342" y="70143"/>
                  <a:pt x="93342" y="70168"/>
                </a:cubicBezTo>
                <a:lnTo>
                  <a:pt x="93317" y="70143"/>
                </a:lnTo>
                <a:cubicBezTo>
                  <a:pt x="93317" y="70093"/>
                  <a:pt x="93342" y="70093"/>
                  <a:pt x="93342" y="70068"/>
                </a:cubicBezTo>
                <a:close/>
                <a:moveTo>
                  <a:pt x="48264" y="63447"/>
                </a:moveTo>
                <a:lnTo>
                  <a:pt x="48837" y="63622"/>
                </a:lnTo>
                <a:cubicBezTo>
                  <a:pt x="47393" y="65837"/>
                  <a:pt x="46248" y="68077"/>
                  <a:pt x="45377" y="70218"/>
                </a:cubicBezTo>
                <a:cubicBezTo>
                  <a:pt x="45227" y="69595"/>
                  <a:pt x="45003" y="68948"/>
                  <a:pt x="44680" y="68326"/>
                </a:cubicBezTo>
                <a:cubicBezTo>
                  <a:pt x="45178" y="67579"/>
                  <a:pt x="45675" y="66857"/>
                  <a:pt x="46223" y="66161"/>
                </a:cubicBezTo>
                <a:cubicBezTo>
                  <a:pt x="46372" y="65936"/>
                  <a:pt x="46547" y="65688"/>
                  <a:pt x="46746" y="65464"/>
                </a:cubicBezTo>
                <a:lnTo>
                  <a:pt x="47866" y="63970"/>
                </a:lnTo>
                <a:cubicBezTo>
                  <a:pt x="47965" y="63846"/>
                  <a:pt x="48040" y="63746"/>
                  <a:pt x="48115" y="63622"/>
                </a:cubicBezTo>
                <a:cubicBezTo>
                  <a:pt x="48140" y="63572"/>
                  <a:pt x="48214" y="63547"/>
                  <a:pt x="48239" y="63472"/>
                </a:cubicBezTo>
                <a:cubicBezTo>
                  <a:pt x="48239" y="63472"/>
                  <a:pt x="48239" y="63447"/>
                  <a:pt x="48264" y="63447"/>
                </a:cubicBezTo>
                <a:close/>
                <a:moveTo>
                  <a:pt x="52744" y="70218"/>
                </a:moveTo>
                <a:lnTo>
                  <a:pt x="52744" y="70268"/>
                </a:lnTo>
                <a:lnTo>
                  <a:pt x="52744" y="70292"/>
                </a:lnTo>
                <a:lnTo>
                  <a:pt x="52720" y="70292"/>
                </a:lnTo>
                <a:lnTo>
                  <a:pt x="52720" y="70268"/>
                </a:lnTo>
                <a:lnTo>
                  <a:pt x="52744" y="70218"/>
                </a:lnTo>
                <a:close/>
                <a:moveTo>
                  <a:pt x="84730" y="62925"/>
                </a:moveTo>
                <a:cubicBezTo>
                  <a:pt x="84754" y="62925"/>
                  <a:pt x="84754" y="62950"/>
                  <a:pt x="84804" y="62950"/>
                </a:cubicBezTo>
                <a:cubicBezTo>
                  <a:pt x="83560" y="65414"/>
                  <a:pt x="81967" y="67903"/>
                  <a:pt x="80075" y="70292"/>
                </a:cubicBezTo>
                <a:cubicBezTo>
                  <a:pt x="80025" y="70292"/>
                  <a:pt x="80025" y="70268"/>
                  <a:pt x="80000" y="70268"/>
                </a:cubicBezTo>
                <a:cubicBezTo>
                  <a:pt x="81892" y="67853"/>
                  <a:pt x="83485" y="65364"/>
                  <a:pt x="84730" y="62925"/>
                </a:cubicBezTo>
                <a:close/>
                <a:moveTo>
                  <a:pt x="44555" y="68475"/>
                </a:moveTo>
                <a:cubicBezTo>
                  <a:pt x="44854" y="69098"/>
                  <a:pt x="45053" y="69695"/>
                  <a:pt x="45227" y="70292"/>
                </a:cubicBezTo>
                <a:cubicBezTo>
                  <a:pt x="45178" y="70292"/>
                  <a:pt x="45178" y="70317"/>
                  <a:pt x="45153" y="70317"/>
                </a:cubicBezTo>
                <a:cubicBezTo>
                  <a:pt x="45003" y="69770"/>
                  <a:pt x="44804" y="69172"/>
                  <a:pt x="44530" y="68550"/>
                </a:cubicBezTo>
                <a:cubicBezTo>
                  <a:pt x="44530" y="68525"/>
                  <a:pt x="44555" y="68525"/>
                  <a:pt x="44555" y="68475"/>
                </a:cubicBezTo>
                <a:close/>
                <a:moveTo>
                  <a:pt x="72657" y="63945"/>
                </a:moveTo>
                <a:cubicBezTo>
                  <a:pt x="74798" y="66086"/>
                  <a:pt x="77237" y="68276"/>
                  <a:pt x="79751" y="70292"/>
                </a:cubicBezTo>
                <a:cubicBezTo>
                  <a:pt x="79751" y="70317"/>
                  <a:pt x="79726" y="70317"/>
                  <a:pt x="79726" y="70342"/>
                </a:cubicBezTo>
                <a:cubicBezTo>
                  <a:pt x="77188" y="68301"/>
                  <a:pt x="74773" y="66161"/>
                  <a:pt x="72632" y="63995"/>
                </a:cubicBezTo>
                <a:cubicBezTo>
                  <a:pt x="72632" y="63970"/>
                  <a:pt x="72657" y="63945"/>
                  <a:pt x="72657" y="63945"/>
                </a:cubicBezTo>
                <a:close/>
                <a:moveTo>
                  <a:pt x="17748" y="54014"/>
                </a:moveTo>
                <a:cubicBezTo>
                  <a:pt x="18893" y="54014"/>
                  <a:pt x="20062" y="54113"/>
                  <a:pt x="21282" y="54263"/>
                </a:cubicBezTo>
                <a:cubicBezTo>
                  <a:pt x="19739" y="58668"/>
                  <a:pt x="19241" y="62850"/>
                  <a:pt x="20062" y="66310"/>
                </a:cubicBezTo>
                <a:cubicBezTo>
                  <a:pt x="20013" y="66310"/>
                  <a:pt x="19988" y="66335"/>
                  <a:pt x="19913" y="66335"/>
                </a:cubicBezTo>
                <a:cubicBezTo>
                  <a:pt x="19589" y="66385"/>
                  <a:pt x="19241" y="66459"/>
                  <a:pt x="18917" y="66509"/>
                </a:cubicBezTo>
                <a:cubicBezTo>
                  <a:pt x="18594" y="66609"/>
                  <a:pt x="18245" y="66708"/>
                  <a:pt x="17922" y="66808"/>
                </a:cubicBezTo>
                <a:cubicBezTo>
                  <a:pt x="17623" y="66907"/>
                  <a:pt x="17299" y="66957"/>
                  <a:pt x="17001" y="67057"/>
                </a:cubicBezTo>
                <a:cubicBezTo>
                  <a:pt x="16652" y="67156"/>
                  <a:pt x="16354" y="67256"/>
                  <a:pt x="16005" y="67380"/>
                </a:cubicBezTo>
                <a:cubicBezTo>
                  <a:pt x="15682" y="67480"/>
                  <a:pt x="15383" y="67604"/>
                  <a:pt x="15084" y="67729"/>
                </a:cubicBezTo>
                <a:cubicBezTo>
                  <a:pt x="14785" y="67853"/>
                  <a:pt x="14462" y="68002"/>
                  <a:pt x="14163" y="68152"/>
                </a:cubicBezTo>
                <a:cubicBezTo>
                  <a:pt x="13840" y="68276"/>
                  <a:pt x="13541" y="68401"/>
                  <a:pt x="13267" y="68550"/>
                </a:cubicBezTo>
                <a:cubicBezTo>
                  <a:pt x="12968" y="68699"/>
                  <a:pt x="12670" y="68849"/>
                  <a:pt x="12396" y="69023"/>
                </a:cubicBezTo>
                <a:cubicBezTo>
                  <a:pt x="12072" y="69172"/>
                  <a:pt x="11799" y="69322"/>
                  <a:pt x="11475" y="69521"/>
                </a:cubicBezTo>
                <a:cubicBezTo>
                  <a:pt x="11201" y="69670"/>
                  <a:pt x="10952" y="69844"/>
                  <a:pt x="10678" y="70019"/>
                </a:cubicBezTo>
                <a:lnTo>
                  <a:pt x="9932" y="70467"/>
                </a:lnTo>
                <a:cubicBezTo>
                  <a:pt x="9907" y="70317"/>
                  <a:pt x="9857" y="70168"/>
                  <a:pt x="9832" y="69969"/>
                </a:cubicBezTo>
                <a:cubicBezTo>
                  <a:pt x="9782" y="69795"/>
                  <a:pt x="9757" y="69571"/>
                  <a:pt x="9683" y="69347"/>
                </a:cubicBezTo>
                <a:lnTo>
                  <a:pt x="9683" y="69247"/>
                </a:lnTo>
                <a:cubicBezTo>
                  <a:pt x="9658" y="69123"/>
                  <a:pt x="9658" y="68998"/>
                  <a:pt x="9633" y="68923"/>
                </a:cubicBezTo>
                <a:cubicBezTo>
                  <a:pt x="11699" y="63995"/>
                  <a:pt x="14437" y="58992"/>
                  <a:pt x="17748" y="54014"/>
                </a:cubicBezTo>
                <a:close/>
                <a:moveTo>
                  <a:pt x="79876" y="70417"/>
                </a:moveTo>
                <a:cubicBezTo>
                  <a:pt x="79901" y="70417"/>
                  <a:pt x="79950" y="70442"/>
                  <a:pt x="79950" y="70442"/>
                </a:cubicBezTo>
                <a:cubicBezTo>
                  <a:pt x="79950" y="70467"/>
                  <a:pt x="79901" y="70467"/>
                  <a:pt x="79901" y="70492"/>
                </a:cubicBezTo>
                <a:cubicBezTo>
                  <a:pt x="79876" y="70492"/>
                  <a:pt x="79876" y="70467"/>
                  <a:pt x="79851" y="70467"/>
                </a:cubicBezTo>
                <a:cubicBezTo>
                  <a:pt x="79851" y="70442"/>
                  <a:pt x="79876" y="70442"/>
                  <a:pt x="79876" y="70417"/>
                </a:cubicBezTo>
                <a:close/>
                <a:moveTo>
                  <a:pt x="33155" y="70442"/>
                </a:moveTo>
                <a:cubicBezTo>
                  <a:pt x="33180" y="70442"/>
                  <a:pt x="33205" y="70442"/>
                  <a:pt x="33205" y="70467"/>
                </a:cubicBezTo>
                <a:lnTo>
                  <a:pt x="33280" y="70467"/>
                </a:lnTo>
                <a:lnTo>
                  <a:pt x="33304" y="70516"/>
                </a:lnTo>
                <a:cubicBezTo>
                  <a:pt x="33280" y="70516"/>
                  <a:pt x="33205" y="70467"/>
                  <a:pt x="33180" y="70467"/>
                </a:cubicBezTo>
                <a:lnTo>
                  <a:pt x="33155" y="70442"/>
                </a:lnTo>
                <a:close/>
                <a:moveTo>
                  <a:pt x="9533" y="69197"/>
                </a:moveTo>
                <a:cubicBezTo>
                  <a:pt x="9533" y="69272"/>
                  <a:pt x="9558" y="69322"/>
                  <a:pt x="9558" y="69396"/>
                </a:cubicBezTo>
                <a:cubicBezTo>
                  <a:pt x="9558" y="69446"/>
                  <a:pt x="9583" y="69546"/>
                  <a:pt x="9583" y="69595"/>
                </a:cubicBezTo>
                <a:cubicBezTo>
                  <a:pt x="9658" y="69894"/>
                  <a:pt x="9708" y="70168"/>
                  <a:pt x="9782" y="70417"/>
                </a:cubicBezTo>
                <a:cubicBezTo>
                  <a:pt x="9782" y="70442"/>
                  <a:pt x="9807" y="70516"/>
                  <a:pt x="9807" y="70541"/>
                </a:cubicBezTo>
                <a:lnTo>
                  <a:pt x="9782" y="70566"/>
                </a:lnTo>
                <a:lnTo>
                  <a:pt x="9733" y="70591"/>
                </a:lnTo>
                <a:cubicBezTo>
                  <a:pt x="9733" y="70541"/>
                  <a:pt x="9708" y="70467"/>
                  <a:pt x="9708" y="70417"/>
                </a:cubicBezTo>
                <a:lnTo>
                  <a:pt x="9708" y="70392"/>
                </a:lnTo>
                <a:cubicBezTo>
                  <a:pt x="9633" y="70193"/>
                  <a:pt x="9558" y="69969"/>
                  <a:pt x="9533" y="69770"/>
                </a:cubicBezTo>
                <a:cubicBezTo>
                  <a:pt x="9509" y="69645"/>
                  <a:pt x="9459" y="69521"/>
                  <a:pt x="9459" y="69396"/>
                </a:cubicBezTo>
                <a:lnTo>
                  <a:pt x="9459" y="69322"/>
                </a:lnTo>
                <a:cubicBezTo>
                  <a:pt x="9459" y="69297"/>
                  <a:pt x="9484" y="69297"/>
                  <a:pt x="9484" y="69272"/>
                </a:cubicBezTo>
                <a:cubicBezTo>
                  <a:pt x="9484" y="69222"/>
                  <a:pt x="9484" y="69222"/>
                  <a:pt x="9533" y="69197"/>
                </a:cubicBezTo>
                <a:close/>
                <a:moveTo>
                  <a:pt x="84954" y="63074"/>
                </a:moveTo>
                <a:cubicBezTo>
                  <a:pt x="85377" y="63422"/>
                  <a:pt x="85825" y="63746"/>
                  <a:pt x="86223" y="64095"/>
                </a:cubicBezTo>
                <a:cubicBezTo>
                  <a:pt x="84431" y="66335"/>
                  <a:pt x="82564" y="68550"/>
                  <a:pt x="80573" y="70691"/>
                </a:cubicBezTo>
                <a:cubicBezTo>
                  <a:pt x="80448" y="70591"/>
                  <a:pt x="80349" y="70516"/>
                  <a:pt x="80224" y="70417"/>
                </a:cubicBezTo>
                <a:cubicBezTo>
                  <a:pt x="82116" y="68027"/>
                  <a:pt x="83709" y="65538"/>
                  <a:pt x="84954" y="63074"/>
                </a:cubicBezTo>
                <a:close/>
                <a:moveTo>
                  <a:pt x="20137" y="66484"/>
                </a:moveTo>
                <a:lnTo>
                  <a:pt x="20137" y="66534"/>
                </a:lnTo>
                <a:lnTo>
                  <a:pt x="20112" y="66559"/>
                </a:lnTo>
                <a:cubicBezTo>
                  <a:pt x="19714" y="66609"/>
                  <a:pt x="19291" y="66708"/>
                  <a:pt x="18893" y="66808"/>
                </a:cubicBezTo>
                <a:cubicBezTo>
                  <a:pt x="18594" y="66857"/>
                  <a:pt x="18295" y="66957"/>
                  <a:pt x="18021" y="67057"/>
                </a:cubicBezTo>
                <a:cubicBezTo>
                  <a:pt x="17673" y="67156"/>
                  <a:pt x="17299" y="67231"/>
                  <a:pt x="16976" y="67330"/>
                </a:cubicBezTo>
                <a:cubicBezTo>
                  <a:pt x="16652" y="67430"/>
                  <a:pt x="16354" y="67554"/>
                  <a:pt x="16030" y="67679"/>
                </a:cubicBezTo>
                <a:cubicBezTo>
                  <a:pt x="15731" y="67803"/>
                  <a:pt x="15408" y="67903"/>
                  <a:pt x="15109" y="68027"/>
                </a:cubicBezTo>
                <a:cubicBezTo>
                  <a:pt x="14785" y="68152"/>
                  <a:pt x="14512" y="68301"/>
                  <a:pt x="14188" y="68426"/>
                </a:cubicBezTo>
                <a:cubicBezTo>
                  <a:pt x="13889" y="68550"/>
                  <a:pt x="13566" y="68699"/>
                  <a:pt x="13267" y="68849"/>
                </a:cubicBezTo>
                <a:cubicBezTo>
                  <a:pt x="12993" y="68973"/>
                  <a:pt x="12744" y="69147"/>
                  <a:pt x="12446" y="69297"/>
                </a:cubicBezTo>
                <a:cubicBezTo>
                  <a:pt x="12147" y="69471"/>
                  <a:pt x="11799" y="69645"/>
                  <a:pt x="11500" y="69819"/>
                </a:cubicBezTo>
                <a:cubicBezTo>
                  <a:pt x="11251" y="69969"/>
                  <a:pt x="11027" y="70143"/>
                  <a:pt x="10803" y="70292"/>
                </a:cubicBezTo>
                <a:cubicBezTo>
                  <a:pt x="10529" y="70467"/>
                  <a:pt x="10255" y="70641"/>
                  <a:pt x="10006" y="70815"/>
                </a:cubicBezTo>
                <a:lnTo>
                  <a:pt x="10006" y="70765"/>
                </a:lnTo>
                <a:cubicBezTo>
                  <a:pt x="10206" y="70591"/>
                  <a:pt x="10454" y="70442"/>
                  <a:pt x="10678" y="70292"/>
                </a:cubicBezTo>
                <a:lnTo>
                  <a:pt x="11525" y="69720"/>
                </a:lnTo>
                <a:lnTo>
                  <a:pt x="12371" y="69272"/>
                </a:lnTo>
                <a:cubicBezTo>
                  <a:pt x="12670" y="69098"/>
                  <a:pt x="12993" y="68923"/>
                  <a:pt x="13292" y="68774"/>
                </a:cubicBezTo>
                <a:cubicBezTo>
                  <a:pt x="13541" y="68650"/>
                  <a:pt x="13815" y="68525"/>
                  <a:pt x="14113" y="68401"/>
                </a:cubicBezTo>
                <a:lnTo>
                  <a:pt x="15134" y="67928"/>
                </a:lnTo>
                <a:cubicBezTo>
                  <a:pt x="15383" y="67828"/>
                  <a:pt x="15657" y="67729"/>
                  <a:pt x="15906" y="67654"/>
                </a:cubicBezTo>
                <a:cubicBezTo>
                  <a:pt x="16279" y="67530"/>
                  <a:pt x="16652" y="67355"/>
                  <a:pt x="17026" y="67231"/>
                </a:cubicBezTo>
                <a:cubicBezTo>
                  <a:pt x="17275" y="67156"/>
                  <a:pt x="17524" y="67106"/>
                  <a:pt x="17797" y="67032"/>
                </a:cubicBezTo>
                <a:cubicBezTo>
                  <a:pt x="18171" y="66907"/>
                  <a:pt x="18594" y="66808"/>
                  <a:pt x="18967" y="66708"/>
                </a:cubicBezTo>
                <a:cubicBezTo>
                  <a:pt x="19241" y="66658"/>
                  <a:pt x="19515" y="66609"/>
                  <a:pt x="19789" y="66559"/>
                </a:cubicBezTo>
                <a:cubicBezTo>
                  <a:pt x="19913" y="66534"/>
                  <a:pt x="20013" y="66534"/>
                  <a:pt x="20137" y="66484"/>
                </a:cubicBezTo>
                <a:close/>
                <a:moveTo>
                  <a:pt x="24941" y="66285"/>
                </a:moveTo>
                <a:cubicBezTo>
                  <a:pt x="26808" y="66285"/>
                  <a:pt x="28625" y="66484"/>
                  <a:pt x="30367" y="66907"/>
                </a:cubicBezTo>
                <a:cubicBezTo>
                  <a:pt x="30417" y="66907"/>
                  <a:pt x="30442" y="66932"/>
                  <a:pt x="30467" y="66932"/>
                </a:cubicBezTo>
                <a:cubicBezTo>
                  <a:pt x="30691" y="66982"/>
                  <a:pt x="30865" y="67032"/>
                  <a:pt x="31089" y="67081"/>
                </a:cubicBezTo>
                <a:cubicBezTo>
                  <a:pt x="31413" y="68276"/>
                  <a:pt x="31935" y="69297"/>
                  <a:pt x="32657" y="70143"/>
                </a:cubicBezTo>
                <a:lnTo>
                  <a:pt x="32608" y="70143"/>
                </a:lnTo>
                <a:cubicBezTo>
                  <a:pt x="32533" y="70093"/>
                  <a:pt x="32408" y="70093"/>
                  <a:pt x="32309" y="70068"/>
                </a:cubicBezTo>
                <a:cubicBezTo>
                  <a:pt x="31935" y="70019"/>
                  <a:pt x="31562" y="69969"/>
                  <a:pt x="31164" y="69944"/>
                </a:cubicBezTo>
                <a:cubicBezTo>
                  <a:pt x="31039" y="69944"/>
                  <a:pt x="30915" y="69919"/>
                  <a:pt x="30815" y="69919"/>
                </a:cubicBezTo>
                <a:cubicBezTo>
                  <a:pt x="30318" y="69894"/>
                  <a:pt x="29845" y="69844"/>
                  <a:pt x="29347" y="69844"/>
                </a:cubicBezTo>
                <a:cubicBezTo>
                  <a:pt x="28973" y="69844"/>
                  <a:pt x="28625" y="69844"/>
                  <a:pt x="28252" y="69894"/>
                </a:cubicBezTo>
                <a:cubicBezTo>
                  <a:pt x="28102" y="69894"/>
                  <a:pt x="27928" y="69919"/>
                  <a:pt x="27754" y="69919"/>
                </a:cubicBezTo>
                <a:cubicBezTo>
                  <a:pt x="27580" y="69919"/>
                  <a:pt x="27380" y="69944"/>
                  <a:pt x="27181" y="69944"/>
                </a:cubicBezTo>
                <a:lnTo>
                  <a:pt x="26509" y="70043"/>
                </a:lnTo>
                <a:cubicBezTo>
                  <a:pt x="26360" y="70068"/>
                  <a:pt x="26211" y="70068"/>
                  <a:pt x="26086" y="70093"/>
                </a:cubicBezTo>
                <a:cubicBezTo>
                  <a:pt x="25837" y="70143"/>
                  <a:pt x="25613" y="70193"/>
                  <a:pt x="25364" y="70218"/>
                </a:cubicBezTo>
                <a:cubicBezTo>
                  <a:pt x="25240" y="70268"/>
                  <a:pt x="25115" y="70268"/>
                  <a:pt x="24991" y="70292"/>
                </a:cubicBezTo>
                <a:lnTo>
                  <a:pt x="24244" y="70467"/>
                </a:lnTo>
                <a:cubicBezTo>
                  <a:pt x="24145" y="70492"/>
                  <a:pt x="24020" y="70541"/>
                  <a:pt x="23945" y="70541"/>
                </a:cubicBezTo>
                <a:cubicBezTo>
                  <a:pt x="23697" y="70591"/>
                  <a:pt x="23448" y="70691"/>
                  <a:pt x="23199" y="70740"/>
                </a:cubicBezTo>
                <a:cubicBezTo>
                  <a:pt x="23124" y="70790"/>
                  <a:pt x="23074" y="70790"/>
                  <a:pt x="23000" y="70815"/>
                </a:cubicBezTo>
                <a:cubicBezTo>
                  <a:pt x="22352" y="70218"/>
                  <a:pt x="21879" y="69571"/>
                  <a:pt x="21506" y="68849"/>
                </a:cubicBezTo>
                <a:cubicBezTo>
                  <a:pt x="21954" y="68027"/>
                  <a:pt x="22402" y="67181"/>
                  <a:pt x="22900" y="66360"/>
                </a:cubicBezTo>
                <a:lnTo>
                  <a:pt x="22950" y="66360"/>
                </a:lnTo>
                <a:cubicBezTo>
                  <a:pt x="23597" y="66310"/>
                  <a:pt x="24269" y="66285"/>
                  <a:pt x="24941" y="66285"/>
                </a:cubicBezTo>
                <a:close/>
                <a:moveTo>
                  <a:pt x="9807" y="70790"/>
                </a:moveTo>
                <a:lnTo>
                  <a:pt x="9807" y="70815"/>
                </a:lnTo>
                <a:lnTo>
                  <a:pt x="9807" y="70840"/>
                </a:lnTo>
                <a:lnTo>
                  <a:pt x="9757" y="70840"/>
                </a:lnTo>
                <a:lnTo>
                  <a:pt x="9757" y="70815"/>
                </a:lnTo>
                <a:lnTo>
                  <a:pt x="9782" y="70815"/>
                </a:lnTo>
                <a:cubicBezTo>
                  <a:pt x="9807" y="70815"/>
                  <a:pt x="9807" y="70790"/>
                  <a:pt x="9807" y="70790"/>
                </a:cubicBezTo>
                <a:close/>
                <a:moveTo>
                  <a:pt x="80100" y="70566"/>
                </a:moveTo>
                <a:cubicBezTo>
                  <a:pt x="80199" y="70666"/>
                  <a:pt x="80324" y="70765"/>
                  <a:pt x="80398" y="70815"/>
                </a:cubicBezTo>
                <a:lnTo>
                  <a:pt x="80374" y="70840"/>
                </a:lnTo>
                <a:cubicBezTo>
                  <a:pt x="80274" y="70765"/>
                  <a:pt x="80150" y="70666"/>
                  <a:pt x="80075" y="70591"/>
                </a:cubicBezTo>
                <a:lnTo>
                  <a:pt x="80100" y="70566"/>
                </a:lnTo>
                <a:close/>
                <a:moveTo>
                  <a:pt x="86347" y="64219"/>
                </a:moveTo>
                <a:cubicBezTo>
                  <a:pt x="86372" y="64219"/>
                  <a:pt x="86372" y="64244"/>
                  <a:pt x="86422" y="64244"/>
                </a:cubicBezTo>
                <a:cubicBezTo>
                  <a:pt x="84630" y="66484"/>
                  <a:pt x="82738" y="68699"/>
                  <a:pt x="80747" y="70840"/>
                </a:cubicBezTo>
                <a:cubicBezTo>
                  <a:pt x="80722" y="70840"/>
                  <a:pt x="80722" y="70815"/>
                  <a:pt x="80697" y="70815"/>
                </a:cubicBezTo>
                <a:cubicBezTo>
                  <a:pt x="82688" y="68674"/>
                  <a:pt x="84580" y="66459"/>
                  <a:pt x="86347" y="64219"/>
                </a:cubicBezTo>
                <a:close/>
                <a:moveTo>
                  <a:pt x="21382" y="69073"/>
                </a:moveTo>
                <a:cubicBezTo>
                  <a:pt x="21753" y="69716"/>
                  <a:pt x="22197" y="70334"/>
                  <a:pt x="22692" y="70904"/>
                </a:cubicBezTo>
                <a:lnTo>
                  <a:pt x="22692" y="70904"/>
                </a:lnTo>
                <a:cubicBezTo>
                  <a:pt x="22690" y="70904"/>
                  <a:pt x="22689" y="70904"/>
                  <a:pt x="22687" y="70904"/>
                </a:cubicBezTo>
                <a:cubicBezTo>
                  <a:pt x="22670" y="70904"/>
                  <a:pt x="22643" y="70915"/>
                  <a:pt x="22626" y="70915"/>
                </a:cubicBezTo>
                <a:cubicBezTo>
                  <a:pt x="22128" y="70392"/>
                  <a:pt x="21730" y="69795"/>
                  <a:pt x="21357" y="69147"/>
                </a:cubicBezTo>
                <a:cubicBezTo>
                  <a:pt x="21357" y="69098"/>
                  <a:pt x="21382" y="69098"/>
                  <a:pt x="21382" y="69073"/>
                </a:cubicBezTo>
                <a:close/>
                <a:moveTo>
                  <a:pt x="80573" y="70940"/>
                </a:moveTo>
                <a:cubicBezTo>
                  <a:pt x="80598" y="70940"/>
                  <a:pt x="80598" y="70964"/>
                  <a:pt x="80622" y="70964"/>
                </a:cubicBezTo>
                <a:lnTo>
                  <a:pt x="80598" y="71014"/>
                </a:lnTo>
                <a:cubicBezTo>
                  <a:pt x="80573" y="71014"/>
                  <a:pt x="80573" y="70964"/>
                  <a:pt x="80523" y="70964"/>
                </a:cubicBezTo>
                <a:lnTo>
                  <a:pt x="80573" y="70940"/>
                </a:lnTo>
                <a:close/>
                <a:moveTo>
                  <a:pt x="29297" y="70068"/>
                </a:moveTo>
                <a:cubicBezTo>
                  <a:pt x="29795" y="70068"/>
                  <a:pt x="30293" y="70093"/>
                  <a:pt x="30790" y="70143"/>
                </a:cubicBezTo>
                <a:cubicBezTo>
                  <a:pt x="30915" y="70143"/>
                  <a:pt x="31039" y="70168"/>
                  <a:pt x="31164" y="70168"/>
                </a:cubicBezTo>
                <a:cubicBezTo>
                  <a:pt x="31562" y="70193"/>
                  <a:pt x="31935" y="70268"/>
                  <a:pt x="32334" y="70317"/>
                </a:cubicBezTo>
                <a:cubicBezTo>
                  <a:pt x="32433" y="70342"/>
                  <a:pt x="32533" y="70342"/>
                  <a:pt x="32608" y="70392"/>
                </a:cubicBezTo>
                <a:cubicBezTo>
                  <a:pt x="32637" y="70347"/>
                  <a:pt x="32658" y="70338"/>
                  <a:pt x="32676" y="70338"/>
                </a:cubicBezTo>
                <a:cubicBezTo>
                  <a:pt x="32687" y="70338"/>
                  <a:pt x="32697" y="70342"/>
                  <a:pt x="32707" y="70342"/>
                </a:cubicBezTo>
                <a:cubicBezTo>
                  <a:pt x="32682" y="70392"/>
                  <a:pt x="32682" y="70392"/>
                  <a:pt x="32682" y="70417"/>
                </a:cubicBezTo>
                <a:cubicBezTo>
                  <a:pt x="32234" y="70317"/>
                  <a:pt x="31786" y="70268"/>
                  <a:pt x="31313" y="70218"/>
                </a:cubicBezTo>
                <a:cubicBezTo>
                  <a:pt x="31164" y="70218"/>
                  <a:pt x="31039" y="70193"/>
                  <a:pt x="30865" y="70193"/>
                </a:cubicBezTo>
                <a:cubicBezTo>
                  <a:pt x="30342" y="70168"/>
                  <a:pt x="29820" y="70143"/>
                  <a:pt x="29247" y="70143"/>
                </a:cubicBezTo>
                <a:lnTo>
                  <a:pt x="29197" y="70143"/>
                </a:lnTo>
                <a:cubicBezTo>
                  <a:pt x="28849" y="70143"/>
                  <a:pt x="28500" y="70143"/>
                  <a:pt x="28202" y="70168"/>
                </a:cubicBezTo>
                <a:cubicBezTo>
                  <a:pt x="27953" y="70168"/>
                  <a:pt x="27679" y="70193"/>
                  <a:pt x="27430" y="70218"/>
                </a:cubicBezTo>
                <a:cubicBezTo>
                  <a:pt x="27331" y="70218"/>
                  <a:pt x="27231" y="70218"/>
                  <a:pt x="27131" y="70268"/>
                </a:cubicBezTo>
                <a:cubicBezTo>
                  <a:pt x="26833" y="70292"/>
                  <a:pt x="26484" y="70317"/>
                  <a:pt x="26186" y="70392"/>
                </a:cubicBezTo>
                <a:lnTo>
                  <a:pt x="26061" y="70392"/>
                </a:lnTo>
                <a:cubicBezTo>
                  <a:pt x="25713" y="70442"/>
                  <a:pt x="25339" y="70516"/>
                  <a:pt x="24991" y="70566"/>
                </a:cubicBezTo>
                <a:cubicBezTo>
                  <a:pt x="24369" y="70691"/>
                  <a:pt x="23746" y="70840"/>
                  <a:pt x="23124" y="71039"/>
                </a:cubicBezTo>
                <a:lnTo>
                  <a:pt x="23099" y="71014"/>
                </a:lnTo>
                <a:lnTo>
                  <a:pt x="23074" y="70964"/>
                </a:lnTo>
                <a:cubicBezTo>
                  <a:pt x="23348" y="70890"/>
                  <a:pt x="23622" y="70815"/>
                  <a:pt x="23896" y="70716"/>
                </a:cubicBezTo>
                <a:cubicBezTo>
                  <a:pt x="23970" y="70716"/>
                  <a:pt x="23995" y="70691"/>
                  <a:pt x="24070" y="70691"/>
                </a:cubicBezTo>
                <a:cubicBezTo>
                  <a:pt x="24369" y="70641"/>
                  <a:pt x="24692" y="70541"/>
                  <a:pt x="24966" y="70467"/>
                </a:cubicBezTo>
                <a:cubicBezTo>
                  <a:pt x="25016" y="70467"/>
                  <a:pt x="25090" y="70442"/>
                  <a:pt x="25140" y="70442"/>
                </a:cubicBezTo>
                <a:cubicBezTo>
                  <a:pt x="25439" y="70392"/>
                  <a:pt x="25738" y="70317"/>
                  <a:pt x="26011" y="70292"/>
                </a:cubicBezTo>
                <a:cubicBezTo>
                  <a:pt x="26111" y="70268"/>
                  <a:pt x="26235" y="70268"/>
                  <a:pt x="26335" y="70268"/>
                </a:cubicBezTo>
                <a:cubicBezTo>
                  <a:pt x="26584" y="70218"/>
                  <a:pt x="26833" y="70193"/>
                  <a:pt x="27107" y="70168"/>
                </a:cubicBezTo>
                <a:cubicBezTo>
                  <a:pt x="27306" y="70143"/>
                  <a:pt x="27455" y="70143"/>
                  <a:pt x="27629" y="70143"/>
                </a:cubicBezTo>
                <a:cubicBezTo>
                  <a:pt x="27828" y="70143"/>
                  <a:pt x="28003" y="70093"/>
                  <a:pt x="28202" y="70093"/>
                </a:cubicBezTo>
                <a:cubicBezTo>
                  <a:pt x="28575" y="70068"/>
                  <a:pt x="28924" y="70068"/>
                  <a:pt x="29297" y="70068"/>
                </a:cubicBezTo>
                <a:close/>
                <a:moveTo>
                  <a:pt x="22891" y="71070"/>
                </a:moveTo>
                <a:cubicBezTo>
                  <a:pt x="22888" y="71070"/>
                  <a:pt x="22888" y="71077"/>
                  <a:pt x="22900" y="71089"/>
                </a:cubicBezTo>
                <a:cubicBezTo>
                  <a:pt x="22896" y="71082"/>
                  <a:pt x="22893" y="71076"/>
                  <a:pt x="22891" y="71070"/>
                </a:cubicBezTo>
                <a:close/>
                <a:moveTo>
                  <a:pt x="45377" y="70840"/>
                </a:moveTo>
                <a:cubicBezTo>
                  <a:pt x="45377" y="70890"/>
                  <a:pt x="45377" y="70940"/>
                  <a:pt x="45402" y="70964"/>
                </a:cubicBezTo>
                <a:cubicBezTo>
                  <a:pt x="45402" y="71014"/>
                  <a:pt x="45377" y="71064"/>
                  <a:pt x="45377" y="71089"/>
                </a:cubicBezTo>
                <a:cubicBezTo>
                  <a:pt x="45377" y="71064"/>
                  <a:pt x="45377" y="71014"/>
                  <a:pt x="45352" y="70964"/>
                </a:cubicBezTo>
                <a:cubicBezTo>
                  <a:pt x="45352" y="70915"/>
                  <a:pt x="45352" y="70890"/>
                  <a:pt x="45377" y="70840"/>
                </a:cubicBezTo>
                <a:close/>
                <a:moveTo>
                  <a:pt x="22850" y="71039"/>
                </a:moveTo>
                <a:cubicBezTo>
                  <a:pt x="22871" y="71039"/>
                  <a:pt x="22875" y="71039"/>
                  <a:pt x="22891" y="71070"/>
                </a:cubicBezTo>
                <a:lnTo>
                  <a:pt x="22891" y="71070"/>
                </a:lnTo>
                <a:cubicBezTo>
                  <a:pt x="22891" y="71070"/>
                  <a:pt x="22891" y="71070"/>
                  <a:pt x="22891" y="71070"/>
                </a:cubicBezTo>
                <a:cubicBezTo>
                  <a:pt x="22894" y="71070"/>
                  <a:pt x="22900" y="71076"/>
                  <a:pt x="22900" y="71089"/>
                </a:cubicBezTo>
                <a:cubicBezTo>
                  <a:pt x="22875" y="71089"/>
                  <a:pt x="22850" y="71089"/>
                  <a:pt x="22850" y="71139"/>
                </a:cubicBezTo>
                <a:lnTo>
                  <a:pt x="22825" y="71089"/>
                </a:lnTo>
                <a:cubicBezTo>
                  <a:pt x="22825" y="71089"/>
                  <a:pt x="22776" y="71089"/>
                  <a:pt x="22776" y="71064"/>
                </a:cubicBezTo>
                <a:cubicBezTo>
                  <a:pt x="22825" y="71064"/>
                  <a:pt x="22825" y="71064"/>
                  <a:pt x="22825" y="71039"/>
                </a:cubicBezTo>
                <a:close/>
                <a:moveTo>
                  <a:pt x="96926" y="63099"/>
                </a:moveTo>
                <a:cubicBezTo>
                  <a:pt x="98071" y="63248"/>
                  <a:pt x="99191" y="63348"/>
                  <a:pt x="100311" y="63373"/>
                </a:cubicBezTo>
                <a:cubicBezTo>
                  <a:pt x="98569" y="65986"/>
                  <a:pt x="96677" y="68575"/>
                  <a:pt x="94661" y="71139"/>
                </a:cubicBezTo>
                <a:cubicBezTo>
                  <a:pt x="94313" y="70765"/>
                  <a:pt x="93964" y="70417"/>
                  <a:pt x="93591" y="70068"/>
                </a:cubicBezTo>
                <a:cubicBezTo>
                  <a:pt x="94960" y="67729"/>
                  <a:pt x="96080" y="65364"/>
                  <a:pt x="96926" y="63099"/>
                </a:cubicBezTo>
                <a:close/>
                <a:moveTo>
                  <a:pt x="38905" y="61829"/>
                </a:moveTo>
                <a:cubicBezTo>
                  <a:pt x="39552" y="62377"/>
                  <a:pt x="40174" y="62950"/>
                  <a:pt x="40772" y="63547"/>
                </a:cubicBezTo>
                <a:cubicBezTo>
                  <a:pt x="40324" y="64792"/>
                  <a:pt x="40025" y="65986"/>
                  <a:pt x="39826" y="67181"/>
                </a:cubicBezTo>
                <a:cubicBezTo>
                  <a:pt x="39801" y="67281"/>
                  <a:pt x="39801" y="67380"/>
                  <a:pt x="39776" y="67480"/>
                </a:cubicBezTo>
                <a:lnTo>
                  <a:pt x="39776" y="67579"/>
                </a:lnTo>
                <a:cubicBezTo>
                  <a:pt x="39751" y="67704"/>
                  <a:pt x="39751" y="67828"/>
                  <a:pt x="39751" y="67953"/>
                </a:cubicBezTo>
                <a:cubicBezTo>
                  <a:pt x="39751" y="68077"/>
                  <a:pt x="39701" y="68226"/>
                  <a:pt x="39701" y="68351"/>
                </a:cubicBezTo>
                <a:cubicBezTo>
                  <a:pt x="39677" y="68575"/>
                  <a:pt x="39677" y="68799"/>
                  <a:pt x="39677" y="69023"/>
                </a:cubicBezTo>
                <a:lnTo>
                  <a:pt x="39677" y="69098"/>
                </a:lnTo>
                <a:lnTo>
                  <a:pt x="39677" y="69197"/>
                </a:lnTo>
                <a:lnTo>
                  <a:pt x="39677" y="69695"/>
                </a:lnTo>
                <a:cubicBezTo>
                  <a:pt x="39677" y="69844"/>
                  <a:pt x="39677" y="70043"/>
                  <a:pt x="39701" y="70193"/>
                </a:cubicBezTo>
                <a:cubicBezTo>
                  <a:pt x="39701" y="70292"/>
                  <a:pt x="39701" y="70392"/>
                  <a:pt x="39751" y="70442"/>
                </a:cubicBezTo>
                <a:lnTo>
                  <a:pt x="39751" y="70566"/>
                </a:lnTo>
                <a:lnTo>
                  <a:pt x="39751" y="70591"/>
                </a:lnTo>
                <a:cubicBezTo>
                  <a:pt x="39776" y="70765"/>
                  <a:pt x="39776" y="70890"/>
                  <a:pt x="39801" y="71039"/>
                </a:cubicBezTo>
                <a:cubicBezTo>
                  <a:pt x="39801" y="71089"/>
                  <a:pt x="39826" y="71164"/>
                  <a:pt x="39826" y="71213"/>
                </a:cubicBezTo>
                <a:lnTo>
                  <a:pt x="39776" y="71164"/>
                </a:lnTo>
                <a:lnTo>
                  <a:pt x="39776" y="71188"/>
                </a:lnTo>
                <a:lnTo>
                  <a:pt x="39701" y="71139"/>
                </a:lnTo>
                <a:cubicBezTo>
                  <a:pt x="39627" y="71039"/>
                  <a:pt x="39502" y="70940"/>
                  <a:pt x="39403" y="70840"/>
                </a:cubicBezTo>
                <a:cubicBezTo>
                  <a:pt x="39278" y="70716"/>
                  <a:pt x="39129" y="70591"/>
                  <a:pt x="39005" y="70516"/>
                </a:cubicBezTo>
                <a:cubicBezTo>
                  <a:pt x="38880" y="70417"/>
                  <a:pt x="38756" y="70292"/>
                  <a:pt x="38581" y="70193"/>
                </a:cubicBezTo>
                <a:lnTo>
                  <a:pt x="38208" y="69919"/>
                </a:lnTo>
                <a:cubicBezTo>
                  <a:pt x="38059" y="69795"/>
                  <a:pt x="37909" y="69695"/>
                  <a:pt x="37760" y="69571"/>
                </a:cubicBezTo>
                <a:cubicBezTo>
                  <a:pt x="37660" y="69521"/>
                  <a:pt x="37536" y="69421"/>
                  <a:pt x="37436" y="69347"/>
                </a:cubicBezTo>
                <a:cubicBezTo>
                  <a:pt x="37262" y="69222"/>
                  <a:pt x="37063" y="69098"/>
                  <a:pt x="36889" y="69023"/>
                </a:cubicBezTo>
                <a:cubicBezTo>
                  <a:pt x="36789" y="68948"/>
                  <a:pt x="36690" y="68899"/>
                  <a:pt x="36590" y="68849"/>
                </a:cubicBezTo>
                <a:cubicBezTo>
                  <a:pt x="36391" y="68724"/>
                  <a:pt x="36192" y="68600"/>
                  <a:pt x="35968" y="68475"/>
                </a:cubicBezTo>
                <a:cubicBezTo>
                  <a:pt x="35918" y="68450"/>
                  <a:pt x="35818" y="68401"/>
                  <a:pt x="35769" y="68351"/>
                </a:cubicBezTo>
                <a:cubicBezTo>
                  <a:pt x="35545" y="68226"/>
                  <a:pt x="35296" y="68102"/>
                  <a:pt x="35072" y="68027"/>
                </a:cubicBezTo>
                <a:lnTo>
                  <a:pt x="34898" y="67928"/>
                </a:lnTo>
                <a:cubicBezTo>
                  <a:pt x="34823" y="67903"/>
                  <a:pt x="34773" y="67853"/>
                  <a:pt x="34673" y="67828"/>
                </a:cubicBezTo>
                <a:cubicBezTo>
                  <a:pt x="36018" y="65862"/>
                  <a:pt x="37412" y="63846"/>
                  <a:pt x="38905" y="61829"/>
                </a:cubicBezTo>
                <a:close/>
                <a:moveTo>
                  <a:pt x="52272" y="66733"/>
                </a:moveTo>
                <a:lnTo>
                  <a:pt x="52272" y="66808"/>
                </a:lnTo>
                <a:lnTo>
                  <a:pt x="52197" y="67181"/>
                </a:lnTo>
                <a:lnTo>
                  <a:pt x="52197" y="67281"/>
                </a:lnTo>
                <a:cubicBezTo>
                  <a:pt x="52197" y="67405"/>
                  <a:pt x="52147" y="67530"/>
                  <a:pt x="52147" y="67679"/>
                </a:cubicBezTo>
                <a:lnTo>
                  <a:pt x="52147" y="67803"/>
                </a:lnTo>
                <a:lnTo>
                  <a:pt x="52147" y="68226"/>
                </a:lnTo>
                <a:cubicBezTo>
                  <a:pt x="52147" y="68301"/>
                  <a:pt x="52147" y="68351"/>
                  <a:pt x="52197" y="68426"/>
                </a:cubicBezTo>
                <a:cubicBezTo>
                  <a:pt x="52197" y="68575"/>
                  <a:pt x="52222" y="68699"/>
                  <a:pt x="52247" y="68849"/>
                </a:cubicBezTo>
                <a:lnTo>
                  <a:pt x="52247" y="68948"/>
                </a:lnTo>
                <a:cubicBezTo>
                  <a:pt x="50579" y="69894"/>
                  <a:pt x="48886" y="70666"/>
                  <a:pt x="47268" y="71263"/>
                </a:cubicBezTo>
                <a:cubicBezTo>
                  <a:pt x="47468" y="70940"/>
                  <a:pt x="47617" y="70666"/>
                  <a:pt x="47741" y="70442"/>
                </a:cubicBezTo>
                <a:cubicBezTo>
                  <a:pt x="47841" y="70317"/>
                  <a:pt x="47891" y="70168"/>
                  <a:pt x="47990" y="70019"/>
                </a:cubicBezTo>
                <a:cubicBezTo>
                  <a:pt x="48015" y="69944"/>
                  <a:pt x="48090" y="69894"/>
                  <a:pt x="48115" y="69819"/>
                </a:cubicBezTo>
                <a:cubicBezTo>
                  <a:pt x="48214" y="69645"/>
                  <a:pt x="48339" y="69421"/>
                  <a:pt x="48488" y="69147"/>
                </a:cubicBezTo>
                <a:cubicBezTo>
                  <a:pt x="49110" y="68799"/>
                  <a:pt x="49708" y="68401"/>
                  <a:pt x="50330" y="68027"/>
                </a:cubicBezTo>
                <a:cubicBezTo>
                  <a:pt x="50479" y="67928"/>
                  <a:pt x="50654" y="67803"/>
                  <a:pt x="50878" y="67679"/>
                </a:cubicBezTo>
                <a:cubicBezTo>
                  <a:pt x="51127" y="67530"/>
                  <a:pt x="51450" y="67330"/>
                  <a:pt x="51724" y="67106"/>
                </a:cubicBezTo>
                <a:lnTo>
                  <a:pt x="52272" y="66733"/>
                </a:lnTo>
                <a:close/>
                <a:moveTo>
                  <a:pt x="48090" y="69347"/>
                </a:moveTo>
                <a:lnTo>
                  <a:pt x="48090" y="69347"/>
                </a:lnTo>
                <a:cubicBezTo>
                  <a:pt x="47990" y="69471"/>
                  <a:pt x="47916" y="69645"/>
                  <a:pt x="47841" y="69770"/>
                </a:cubicBezTo>
                <a:cubicBezTo>
                  <a:pt x="47841" y="69787"/>
                  <a:pt x="47841" y="69805"/>
                  <a:pt x="47823" y="69805"/>
                </a:cubicBezTo>
                <a:cubicBezTo>
                  <a:pt x="47816" y="69805"/>
                  <a:pt x="47806" y="69802"/>
                  <a:pt x="47791" y="69795"/>
                </a:cubicBezTo>
                <a:lnTo>
                  <a:pt x="47791" y="69795"/>
                </a:lnTo>
                <a:cubicBezTo>
                  <a:pt x="47841" y="69819"/>
                  <a:pt x="47766" y="69919"/>
                  <a:pt x="47667" y="70068"/>
                </a:cubicBezTo>
                <a:cubicBezTo>
                  <a:pt x="47418" y="70467"/>
                  <a:pt x="47219" y="70890"/>
                  <a:pt x="46970" y="71288"/>
                </a:cubicBezTo>
                <a:cubicBezTo>
                  <a:pt x="47144" y="70915"/>
                  <a:pt x="47343" y="70591"/>
                  <a:pt x="47468" y="70342"/>
                </a:cubicBezTo>
                <a:cubicBezTo>
                  <a:pt x="47542" y="70193"/>
                  <a:pt x="47617" y="70043"/>
                  <a:pt x="47716" y="69894"/>
                </a:cubicBezTo>
                <a:cubicBezTo>
                  <a:pt x="47766" y="69844"/>
                  <a:pt x="47766" y="69819"/>
                  <a:pt x="47791" y="69795"/>
                </a:cubicBezTo>
                <a:lnTo>
                  <a:pt x="47791" y="69795"/>
                </a:lnTo>
                <a:cubicBezTo>
                  <a:pt x="47791" y="69795"/>
                  <a:pt x="47791" y="69795"/>
                  <a:pt x="47791" y="69795"/>
                </a:cubicBezTo>
                <a:cubicBezTo>
                  <a:pt x="47866" y="69670"/>
                  <a:pt x="47965" y="69546"/>
                  <a:pt x="48040" y="69396"/>
                </a:cubicBezTo>
                <a:lnTo>
                  <a:pt x="48090" y="69347"/>
                </a:lnTo>
                <a:close/>
                <a:moveTo>
                  <a:pt x="100635" y="63348"/>
                </a:moveTo>
                <a:cubicBezTo>
                  <a:pt x="98868" y="66036"/>
                  <a:pt x="96926" y="68674"/>
                  <a:pt x="94835" y="71288"/>
                </a:cubicBezTo>
                <a:lnTo>
                  <a:pt x="94810" y="71263"/>
                </a:lnTo>
                <a:cubicBezTo>
                  <a:pt x="96876" y="68674"/>
                  <a:pt x="98793" y="66036"/>
                  <a:pt x="100560" y="63348"/>
                </a:cubicBezTo>
                <a:close/>
                <a:moveTo>
                  <a:pt x="93516" y="70218"/>
                </a:moveTo>
                <a:lnTo>
                  <a:pt x="94537" y="71263"/>
                </a:lnTo>
                <a:cubicBezTo>
                  <a:pt x="94537" y="71288"/>
                  <a:pt x="94512" y="71288"/>
                  <a:pt x="94512" y="71313"/>
                </a:cubicBezTo>
                <a:lnTo>
                  <a:pt x="93466" y="70292"/>
                </a:lnTo>
                <a:cubicBezTo>
                  <a:pt x="93466" y="70268"/>
                  <a:pt x="93516" y="70218"/>
                  <a:pt x="93516" y="70218"/>
                </a:cubicBezTo>
                <a:close/>
                <a:moveTo>
                  <a:pt x="44406" y="68774"/>
                </a:moveTo>
                <a:cubicBezTo>
                  <a:pt x="44655" y="69297"/>
                  <a:pt x="44854" y="69844"/>
                  <a:pt x="45003" y="70417"/>
                </a:cubicBezTo>
                <a:cubicBezTo>
                  <a:pt x="44729" y="70541"/>
                  <a:pt x="44431" y="70666"/>
                  <a:pt x="44132" y="70815"/>
                </a:cubicBezTo>
                <a:cubicBezTo>
                  <a:pt x="44008" y="70890"/>
                  <a:pt x="43908" y="70915"/>
                  <a:pt x="43784" y="70964"/>
                </a:cubicBezTo>
                <a:cubicBezTo>
                  <a:pt x="43759" y="71014"/>
                  <a:pt x="43684" y="71014"/>
                  <a:pt x="43659" y="71039"/>
                </a:cubicBezTo>
                <a:cubicBezTo>
                  <a:pt x="43360" y="71164"/>
                  <a:pt x="43037" y="71288"/>
                  <a:pt x="42763" y="71388"/>
                </a:cubicBezTo>
                <a:lnTo>
                  <a:pt x="42763" y="71338"/>
                </a:lnTo>
                <a:cubicBezTo>
                  <a:pt x="42888" y="71164"/>
                  <a:pt x="43012" y="70940"/>
                  <a:pt x="43136" y="70765"/>
                </a:cubicBezTo>
                <a:cubicBezTo>
                  <a:pt x="43161" y="70716"/>
                  <a:pt x="43186" y="70691"/>
                  <a:pt x="43186" y="70641"/>
                </a:cubicBezTo>
                <a:cubicBezTo>
                  <a:pt x="43560" y="70019"/>
                  <a:pt x="43958" y="69396"/>
                  <a:pt x="44406" y="68774"/>
                </a:cubicBezTo>
                <a:close/>
                <a:moveTo>
                  <a:pt x="44297" y="68488"/>
                </a:moveTo>
                <a:cubicBezTo>
                  <a:pt x="44300" y="68488"/>
                  <a:pt x="44306" y="68500"/>
                  <a:pt x="44306" y="68525"/>
                </a:cubicBezTo>
                <a:lnTo>
                  <a:pt x="44306" y="68550"/>
                </a:lnTo>
                <a:cubicBezTo>
                  <a:pt x="43673" y="69499"/>
                  <a:pt x="43064" y="70472"/>
                  <a:pt x="42479" y="71400"/>
                </a:cubicBezTo>
                <a:lnTo>
                  <a:pt x="42479" y="71400"/>
                </a:lnTo>
                <a:cubicBezTo>
                  <a:pt x="43057" y="70395"/>
                  <a:pt x="43658" y="69437"/>
                  <a:pt x="44306" y="68525"/>
                </a:cubicBezTo>
                <a:cubicBezTo>
                  <a:pt x="44294" y="68500"/>
                  <a:pt x="44294" y="68488"/>
                  <a:pt x="44297" y="68488"/>
                </a:cubicBezTo>
                <a:close/>
                <a:moveTo>
                  <a:pt x="67132" y="57822"/>
                </a:moveTo>
                <a:cubicBezTo>
                  <a:pt x="68127" y="59315"/>
                  <a:pt x="69571" y="61108"/>
                  <a:pt x="71512" y="63124"/>
                </a:cubicBezTo>
                <a:cubicBezTo>
                  <a:pt x="71015" y="63721"/>
                  <a:pt x="70517" y="64319"/>
                  <a:pt x="69994" y="64891"/>
                </a:cubicBezTo>
                <a:cubicBezTo>
                  <a:pt x="69944" y="64941"/>
                  <a:pt x="69919" y="64966"/>
                  <a:pt x="69894" y="65040"/>
                </a:cubicBezTo>
                <a:lnTo>
                  <a:pt x="69795" y="65115"/>
                </a:lnTo>
                <a:cubicBezTo>
                  <a:pt x="69297" y="65663"/>
                  <a:pt x="68799" y="66185"/>
                  <a:pt x="68276" y="66708"/>
                </a:cubicBezTo>
                <a:cubicBezTo>
                  <a:pt x="68003" y="66982"/>
                  <a:pt x="67704" y="67281"/>
                  <a:pt x="67405" y="67554"/>
                </a:cubicBezTo>
                <a:lnTo>
                  <a:pt x="67306" y="67654"/>
                </a:lnTo>
                <a:cubicBezTo>
                  <a:pt x="67281" y="67679"/>
                  <a:pt x="67256" y="67704"/>
                  <a:pt x="67206" y="67704"/>
                </a:cubicBezTo>
                <a:cubicBezTo>
                  <a:pt x="67156" y="67754"/>
                  <a:pt x="67057" y="67828"/>
                  <a:pt x="67007" y="67878"/>
                </a:cubicBezTo>
                <a:cubicBezTo>
                  <a:pt x="66833" y="68002"/>
                  <a:pt x="66708" y="68152"/>
                  <a:pt x="66559" y="68301"/>
                </a:cubicBezTo>
                <a:cubicBezTo>
                  <a:pt x="66459" y="68351"/>
                  <a:pt x="66410" y="68450"/>
                  <a:pt x="66310" y="68500"/>
                </a:cubicBezTo>
                <a:lnTo>
                  <a:pt x="65762" y="68973"/>
                </a:lnTo>
                <a:cubicBezTo>
                  <a:pt x="65638" y="69073"/>
                  <a:pt x="65514" y="69197"/>
                  <a:pt x="65414" y="69297"/>
                </a:cubicBezTo>
                <a:cubicBezTo>
                  <a:pt x="65314" y="69396"/>
                  <a:pt x="65190" y="69471"/>
                  <a:pt x="65090" y="69546"/>
                </a:cubicBezTo>
                <a:cubicBezTo>
                  <a:pt x="65041" y="69595"/>
                  <a:pt x="64966" y="69645"/>
                  <a:pt x="64916" y="69695"/>
                </a:cubicBezTo>
                <a:cubicBezTo>
                  <a:pt x="64767" y="69819"/>
                  <a:pt x="64642" y="69944"/>
                  <a:pt x="64468" y="70043"/>
                </a:cubicBezTo>
                <a:cubicBezTo>
                  <a:pt x="64393" y="70143"/>
                  <a:pt x="64294" y="70193"/>
                  <a:pt x="64169" y="70243"/>
                </a:cubicBezTo>
                <a:cubicBezTo>
                  <a:pt x="64145" y="70292"/>
                  <a:pt x="64070" y="70317"/>
                  <a:pt x="64045" y="70342"/>
                </a:cubicBezTo>
                <a:cubicBezTo>
                  <a:pt x="63896" y="70467"/>
                  <a:pt x="63771" y="70566"/>
                  <a:pt x="63597" y="70691"/>
                </a:cubicBezTo>
                <a:cubicBezTo>
                  <a:pt x="63572" y="70716"/>
                  <a:pt x="63547" y="70716"/>
                  <a:pt x="63522" y="70740"/>
                </a:cubicBezTo>
                <a:cubicBezTo>
                  <a:pt x="63473" y="70740"/>
                  <a:pt x="63473" y="70790"/>
                  <a:pt x="63448" y="70790"/>
                </a:cubicBezTo>
                <a:lnTo>
                  <a:pt x="63074" y="71064"/>
                </a:lnTo>
                <a:cubicBezTo>
                  <a:pt x="62950" y="71188"/>
                  <a:pt x="62825" y="71313"/>
                  <a:pt x="62676" y="71437"/>
                </a:cubicBezTo>
                <a:lnTo>
                  <a:pt x="62477" y="71263"/>
                </a:lnTo>
                <a:lnTo>
                  <a:pt x="61979" y="70765"/>
                </a:lnTo>
                <a:lnTo>
                  <a:pt x="61805" y="70566"/>
                </a:lnTo>
                <a:lnTo>
                  <a:pt x="61307" y="70068"/>
                </a:lnTo>
                <a:cubicBezTo>
                  <a:pt x="61232" y="70019"/>
                  <a:pt x="61183" y="69969"/>
                  <a:pt x="61133" y="69919"/>
                </a:cubicBezTo>
                <a:cubicBezTo>
                  <a:pt x="60959" y="69770"/>
                  <a:pt x="60809" y="69595"/>
                  <a:pt x="60610" y="69446"/>
                </a:cubicBezTo>
                <a:lnTo>
                  <a:pt x="60486" y="69322"/>
                </a:lnTo>
                <a:cubicBezTo>
                  <a:pt x="60311" y="69172"/>
                  <a:pt x="60112" y="69023"/>
                  <a:pt x="59963" y="68849"/>
                </a:cubicBezTo>
                <a:cubicBezTo>
                  <a:pt x="59938" y="68824"/>
                  <a:pt x="59913" y="68799"/>
                  <a:pt x="59863" y="68799"/>
                </a:cubicBezTo>
                <a:cubicBezTo>
                  <a:pt x="59689" y="68650"/>
                  <a:pt x="59490" y="68450"/>
                  <a:pt x="59316" y="68301"/>
                </a:cubicBezTo>
                <a:lnTo>
                  <a:pt x="59266" y="68276"/>
                </a:lnTo>
                <a:cubicBezTo>
                  <a:pt x="58644" y="67729"/>
                  <a:pt x="58071" y="67305"/>
                  <a:pt x="57499" y="66932"/>
                </a:cubicBezTo>
                <a:cubicBezTo>
                  <a:pt x="57698" y="66783"/>
                  <a:pt x="57872" y="66609"/>
                  <a:pt x="58096" y="66434"/>
                </a:cubicBezTo>
                <a:cubicBezTo>
                  <a:pt x="58196" y="66335"/>
                  <a:pt x="58320" y="66285"/>
                  <a:pt x="58395" y="66185"/>
                </a:cubicBezTo>
                <a:cubicBezTo>
                  <a:pt x="58469" y="66111"/>
                  <a:pt x="58519" y="66061"/>
                  <a:pt x="58594" y="66036"/>
                </a:cubicBezTo>
                <a:cubicBezTo>
                  <a:pt x="59017" y="65663"/>
                  <a:pt x="59440" y="65314"/>
                  <a:pt x="59863" y="64941"/>
                </a:cubicBezTo>
                <a:cubicBezTo>
                  <a:pt x="59963" y="64841"/>
                  <a:pt x="60062" y="64742"/>
                  <a:pt x="60187" y="64692"/>
                </a:cubicBezTo>
                <a:lnTo>
                  <a:pt x="60212" y="64667"/>
                </a:lnTo>
                <a:cubicBezTo>
                  <a:pt x="61307" y="63671"/>
                  <a:pt x="62402" y="62676"/>
                  <a:pt x="63448" y="61630"/>
                </a:cubicBezTo>
                <a:lnTo>
                  <a:pt x="63473" y="61605"/>
                </a:lnTo>
                <a:lnTo>
                  <a:pt x="64966" y="60112"/>
                </a:lnTo>
                <a:cubicBezTo>
                  <a:pt x="65066" y="60012"/>
                  <a:pt x="65140" y="59938"/>
                  <a:pt x="65215" y="59863"/>
                </a:cubicBezTo>
                <a:cubicBezTo>
                  <a:pt x="65663" y="59440"/>
                  <a:pt x="66061" y="58967"/>
                  <a:pt x="66509" y="58519"/>
                </a:cubicBezTo>
                <a:cubicBezTo>
                  <a:pt x="66559" y="58444"/>
                  <a:pt x="66659" y="58370"/>
                  <a:pt x="66708" y="58270"/>
                </a:cubicBezTo>
                <a:cubicBezTo>
                  <a:pt x="66833" y="58121"/>
                  <a:pt x="67007" y="57971"/>
                  <a:pt x="67132" y="57822"/>
                </a:cubicBezTo>
                <a:close/>
                <a:moveTo>
                  <a:pt x="9285" y="69670"/>
                </a:moveTo>
                <a:cubicBezTo>
                  <a:pt x="9384" y="70043"/>
                  <a:pt x="9459" y="70417"/>
                  <a:pt x="9533" y="70765"/>
                </a:cubicBezTo>
                <a:cubicBezTo>
                  <a:pt x="9409" y="70840"/>
                  <a:pt x="9260" y="70964"/>
                  <a:pt x="9135" y="71064"/>
                </a:cubicBezTo>
                <a:cubicBezTo>
                  <a:pt x="8961" y="71188"/>
                  <a:pt x="8812" y="71313"/>
                  <a:pt x="8662" y="71413"/>
                </a:cubicBezTo>
                <a:cubicBezTo>
                  <a:pt x="8637" y="71437"/>
                  <a:pt x="8588" y="71437"/>
                  <a:pt x="8563" y="71462"/>
                </a:cubicBezTo>
                <a:cubicBezTo>
                  <a:pt x="8787" y="70865"/>
                  <a:pt x="9036" y="70243"/>
                  <a:pt x="9285" y="69670"/>
                </a:cubicBezTo>
                <a:close/>
                <a:moveTo>
                  <a:pt x="57349" y="67057"/>
                </a:moveTo>
                <a:cubicBezTo>
                  <a:pt x="58320" y="67679"/>
                  <a:pt x="59341" y="68525"/>
                  <a:pt x="60461" y="69546"/>
                </a:cubicBezTo>
                <a:lnTo>
                  <a:pt x="60486" y="69571"/>
                </a:lnTo>
                <a:cubicBezTo>
                  <a:pt x="60685" y="69770"/>
                  <a:pt x="60909" y="69944"/>
                  <a:pt x="61083" y="70143"/>
                </a:cubicBezTo>
                <a:lnTo>
                  <a:pt x="61183" y="70218"/>
                </a:lnTo>
                <a:cubicBezTo>
                  <a:pt x="61357" y="70417"/>
                  <a:pt x="61556" y="70566"/>
                  <a:pt x="61730" y="70765"/>
                </a:cubicBezTo>
                <a:lnTo>
                  <a:pt x="61904" y="70915"/>
                </a:lnTo>
                <a:cubicBezTo>
                  <a:pt x="62079" y="71089"/>
                  <a:pt x="62228" y="71288"/>
                  <a:pt x="62427" y="71437"/>
                </a:cubicBezTo>
                <a:lnTo>
                  <a:pt x="62527" y="71537"/>
                </a:lnTo>
                <a:cubicBezTo>
                  <a:pt x="62477" y="71562"/>
                  <a:pt x="62477" y="71562"/>
                  <a:pt x="62452" y="71562"/>
                </a:cubicBezTo>
                <a:lnTo>
                  <a:pt x="61979" y="71089"/>
                </a:lnTo>
                <a:lnTo>
                  <a:pt x="61855" y="70964"/>
                </a:lnTo>
                <a:lnTo>
                  <a:pt x="61606" y="70716"/>
                </a:lnTo>
                <a:cubicBezTo>
                  <a:pt x="60013" y="69172"/>
                  <a:pt x="58594" y="67953"/>
                  <a:pt x="57300" y="67081"/>
                </a:cubicBezTo>
                <a:cubicBezTo>
                  <a:pt x="57324" y="67081"/>
                  <a:pt x="57324" y="67057"/>
                  <a:pt x="57349" y="67057"/>
                </a:cubicBezTo>
                <a:close/>
                <a:moveTo>
                  <a:pt x="52247" y="69172"/>
                </a:moveTo>
                <a:lnTo>
                  <a:pt x="52247" y="69222"/>
                </a:lnTo>
                <a:cubicBezTo>
                  <a:pt x="50507" y="70191"/>
                  <a:pt x="48768" y="70986"/>
                  <a:pt x="47054" y="71583"/>
                </a:cubicBezTo>
                <a:lnTo>
                  <a:pt x="47054" y="71583"/>
                </a:lnTo>
                <a:cubicBezTo>
                  <a:pt x="47119" y="71560"/>
                  <a:pt x="47119" y="71537"/>
                  <a:pt x="47119" y="71537"/>
                </a:cubicBezTo>
                <a:cubicBezTo>
                  <a:pt x="48787" y="70940"/>
                  <a:pt x="50504" y="70168"/>
                  <a:pt x="52247" y="69172"/>
                </a:cubicBezTo>
                <a:close/>
                <a:moveTo>
                  <a:pt x="39985" y="67375"/>
                </a:moveTo>
                <a:cubicBezTo>
                  <a:pt x="39970" y="67487"/>
                  <a:pt x="39958" y="67596"/>
                  <a:pt x="39950" y="67704"/>
                </a:cubicBezTo>
                <a:lnTo>
                  <a:pt x="39950" y="67803"/>
                </a:lnTo>
                <a:cubicBezTo>
                  <a:pt x="39950" y="67928"/>
                  <a:pt x="39926" y="68027"/>
                  <a:pt x="39926" y="68152"/>
                </a:cubicBezTo>
                <a:cubicBezTo>
                  <a:pt x="39901" y="68351"/>
                  <a:pt x="39901" y="68575"/>
                  <a:pt x="39851" y="68774"/>
                </a:cubicBezTo>
                <a:lnTo>
                  <a:pt x="39851" y="68824"/>
                </a:lnTo>
                <a:cubicBezTo>
                  <a:pt x="39851" y="68899"/>
                  <a:pt x="39851" y="68973"/>
                  <a:pt x="39826" y="69048"/>
                </a:cubicBezTo>
                <a:cubicBezTo>
                  <a:pt x="39901" y="69073"/>
                  <a:pt x="39901" y="69098"/>
                  <a:pt x="39901" y="69098"/>
                </a:cubicBezTo>
                <a:lnTo>
                  <a:pt x="39901" y="69446"/>
                </a:lnTo>
                <a:lnTo>
                  <a:pt x="39901" y="69595"/>
                </a:lnTo>
                <a:lnTo>
                  <a:pt x="39901" y="69844"/>
                </a:lnTo>
                <a:cubicBezTo>
                  <a:pt x="39901" y="70043"/>
                  <a:pt x="39926" y="70193"/>
                  <a:pt x="39926" y="70342"/>
                </a:cubicBezTo>
                <a:lnTo>
                  <a:pt x="39926" y="70442"/>
                </a:lnTo>
                <a:lnTo>
                  <a:pt x="39926" y="70566"/>
                </a:lnTo>
                <a:cubicBezTo>
                  <a:pt x="39926" y="70666"/>
                  <a:pt x="39950" y="70765"/>
                  <a:pt x="39950" y="70890"/>
                </a:cubicBezTo>
                <a:lnTo>
                  <a:pt x="39950" y="70964"/>
                </a:lnTo>
                <a:cubicBezTo>
                  <a:pt x="39950" y="71064"/>
                  <a:pt x="40000" y="71188"/>
                  <a:pt x="40000" y="71288"/>
                </a:cubicBezTo>
                <a:cubicBezTo>
                  <a:pt x="40000" y="71338"/>
                  <a:pt x="40025" y="71413"/>
                  <a:pt x="40025" y="71437"/>
                </a:cubicBezTo>
                <a:cubicBezTo>
                  <a:pt x="40025" y="71512"/>
                  <a:pt x="40050" y="71537"/>
                  <a:pt x="40050" y="71587"/>
                </a:cubicBezTo>
                <a:lnTo>
                  <a:pt x="40050" y="71637"/>
                </a:lnTo>
                <a:lnTo>
                  <a:pt x="40025" y="71587"/>
                </a:lnTo>
                <a:lnTo>
                  <a:pt x="40000" y="71562"/>
                </a:lnTo>
                <a:cubicBezTo>
                  <a:pt x="40000" y="71537"/>
                  <a:pt x="40000" y="71512"/>
                  <a:pt x="39950" y="71462"/>
                </a:cubicBezTo>
                <a:lnTo>
                  <a:pt x="39950" y="71413"/>
                </a:lnTo>
                <a:cubicBezTo>
                  <a:pt x="39926" y="71313"/>
                  <a:pt x="39926" y="71213"/>
                  <a:pt x="39901" y="71089"/>
                </a:cubicBezTo>
                <a:lnTo>
                  <a:pt x="39901" y="71064"/>
                </a:lnTo>
                <a:cubicBezTo>
                  <a:pt x="39901" y="70964"/>
                  <a:pt x="39876" y="70840"/>
                  <a:pt x="39876" y="70765"/>
                </a:cubicBezTo>
                <a:cubicBezTo>
                  <a:pt x="39876" y="70641"/>
                  <a:pt x="39826" y="70516"/>
                  <a:pt x="39826" y="70392"/>
                </a:cubicBezTo>
                <a:cubicBezTo>
                  <a:pt x="39826" y="70268"/>
                  <a:pt x="39801" y="70168"/>
                  <a:pt x="39801" y="70043"/>
                </a:cubicBezTo>
                <a:lnTo>
                  <a:pt x="39801" y="69894"/>
                </a:lnTo>
                <a:lnTo>
                  <a:pt x="39801" y="69670"/>
                </a:lnTo>
                <a:lnTo>
                  <a:pt x="39801" y="69297"/>
                </a:lnTo>
                <a:lnTo>
                  <a:pt x="39801" y="69073"/>
                </a:lnTo>
                <a:lnTo>
                  <a:pt x="39801" y="68899"/>
                </a:lnTo>
                <a:cubicBezTo>
                  <a:pt x="39801" y="68774"/>
                  <a:pt x="39801" y="68650"/>
                  <a:pt x="39826" y="68475"/>
                </a:cubicBezTo>
                <a:cubicBezTo>
                  <a:pt x="39826" y="68351"/>
                  <a:pt x="39876" y="68226"/>
                  <a:pt x="39876" y="68102"/>
                </a:cubicBezTo>
                <a:cubicBezTo>
                  <a:pt x="39876" y="67953"/>
                  <a:pt x="39901" y="67828"/>
                  <a:pt x="39926" y="67679"/>
                </a:cubicBezTo>
                <a:cubicBezTo>
                  <a:pt x="39926" y="67604"/>
                  <a:pt x="39926" y="67579"/>
                  <a:pt x="39950" y="67530"/>
                </a:cubicBezTo>
                <a:cubicBezTo>
                  <a:pt x="39950" y="67482"/>
                  <a:pt x="39971" y="67424"/>
                  <a:pt x="39985" y="67375"/>
                </a:cubicBezTo>
                <a:close/>
                <a:moveTo>
                  <a:pt x="71512" y="63323"/>
                </a:moveTo>
                <a:lnTo>
                  <a:pt x="71537" y="63348"/>
                </a:lnTo>
                <a:cubicBezTo>
                  <a:pt x="71388" y="63572"/>
                  <a:pt x="71239" y="63746"/>
                  <a:pt x="71039" y="63970"/>
                </a:cubicBezTo>
                <a:cubicBezTo>
                  <a:pt x="71015" y="63995"/>
                  <a:pt x="70990" y="64070"/>
                  <a:pt x="70915" y="64095"/>
                </a:cubicBezTo>
                <a:cubicBezTo>
                  <a:pt x="70691" y="64343"/>
                  <a:pt x="70442" y="64617"/>
                  <a:pt x="70243" y="64866"/>
                </a:cubicBezTo>
                <a:cubicBezTo>
                  <a:pt x="69994" y="65165"/>
                  <a:pt x="69770" y="65414"/>
                  <a:pt x="69521" y="65688"/>
                </a:cubicBezTo>
                <a:lnTo>
                  <a:pt x="69397" y="65812"/>
                </a:lnTo>
                <a:cubicBezTo>
                  <a:pt x="69148" y="66061"/>
                  <a:pt x="68899" y="66310"/>
                  <a:pt x="68650" y="66584"/>
                </a:cubicBezTo>
                <a:cubicBezTo>
                  <a:pt x="68401" y="66833"/>
                  <a:pt x="68152" y="67106"/>
                  <a:pt x="67903" y="67355"/>
                </a:cubicBezTo>
                <a:lnTo>
                  <a:pt x="67804" y="67455"/>
                </a:lnTo>
                <a:cubicBezTo>
                  <a:pt x="67530" y="67729"/>
                  <a:pt x="67256" y="67978"/>
                  <a:pt x="66957" y="68226"/>
                </a:cubicBezTo>
                <a:cubicBezTo>
                  <a:pt x="66708" y="68475"/>
                  <a:pt x="66435" y="68724"/>
                  <a:pt x="66186" y="68948"/>
                </a:cubicBezTo>
                <a:cubicBezTo>
                  <a:pt x="65887" y="69222"/>
                  <a:pt x="65538" y="69521"/>
                  <a:pt x="65190" y="69795"/>
                </a:cubicBezTo>
                <a:cubicBezTo>
                  <a:pt x="65041" y="69919"/>
                  <a:pt x="64891" y="70068"/>
                  <a:pt x="64717" y="70193"/>
                </a:cubicBezTo>
                <a:cubicBezTo>
                  <a:pt x="64642" y="70292"/>
                  <a:pt x="64543" y="70342"/>
                  <a:pt x="64443" y="70442"/>
                </a:cubicBezTo>
                <a:lnTo>
                  <a:pt x="63323" y="71288"/>
                </a:lnTo>
                <a:cubicBezTo>
                  <a:pt x="63149" y="71437"/>
                  <a:pt x="62925" y="71587"/>
                  <a:pt x="62726" y="71711"/>
                </a:cubicBezTo>
                <a:lnTo>
                  <a:pt x="62701" y="71686"/>
                </a:lnTo>
                <a:lnTo>
                  <a:pt x="62676" y="71661"/>
                </a:lnTo>
                <a:cubicBezTo>
                  <a:pt x="62950" y="71437"/>
                  <a:pt x="63099" y="71338"/>
                  <a:pt x="63224" y="71213"/>
                </a:cubicBezTo>
                <a:cubicBezTo>
                  <a:pt x="63298" y="71188"/>
                  <a:pt x="63323" y="71114"/>
                  <a:pt x="63373" y="71089"/>
                </a:cubicBezTo>
                <a:cubicBezTo>
                  <a:pt x="63448" y="71064"/>
                  <a:pt x="63497" y="70989"/>
                  <a:pt x="63572" y="70964"/>
                </a:cubicBezTo>
                <a:lnTo>
                  <a:pt x="63597" y="70964"/>
                </a:lnTo>
                <a:cubicBezTo>
                  <a:pt x="63796" y="70840"/>
                  <a:pt x="63970" y="70691"/>
                  <a:pt x="64145" y="70541"/>
                </a:cubicBezTo>
                <a:cubicBezTo>
                  <a:pt x="64169" y="70492"/>
                  <a:pt x="64219" y="70467"/>
                  <a:pt x="64269" y="70442"/>
                </a:cubicBezTo>
                <a:cubicBezTo>
                  <a:pt x="64344" y="70367"/>
                  <a:pt x="64418" y="70317"/>
                  <a:pt x="64518" y="70243"/>
                </a:cubicBezTo>
                <a:cubicBezTo>
                  <a:pt x="64518" y="70243"/>
                  <a:pt x="64543" y="70243"/>
                  <a:pt x="64543" y="70218"/>
                </a:cubicBezTo>
                <a:cubicBezTo>
                  <a:pt x="64692" y="70093"/>
                  <a:pt x="64817" y="69969"/>
                  <a:pt x="64966" y="69869"/>
                </a:cubicBezTo>
                <a:cubicBezTo>
                  <a:pt x="65140" y="69745"/>
                  <a:pt x="65314" y="69595"/>
                  <a:pt x="65464" y="69471"/>
                </a:cubicBezTo>
                <a:cubicBezTo>
                  <a:pt x="65563" y="69421"/>
                  <a:pt x="65663" y="69322"/>
                  <a:pt x="65762" y="69222"/>
                </a:cubicBezTo>
                <a:cubicBezTo>
                  <a:pt x="65837" y="69172"/>
                  <a:pt x="65937" y="69073"/>
                  <a:pt x="66036" y="68998"/>
                </a:cubicBezTo>
                <a:cubicBezTo>
                  <a:pt x="66161" y="68923"/>
                  <a:pt x="66285" y="68799"/>
                  <a:pt x="66385" y="68699"/>
                </a:cubicBezTo>
                <a:lnTo>
                  <a:pt x="66435" y="68625"/>
                </a:lnTo>
                <a:lnTo>
                  <a:pt x="66484" y="68575"/>
                </a:lnTo>
                <a:cubicBezTo>
                  <a:pt x="66534" y="68550"/>
                  <a:pt x="66584" y="68525"/>
                  <a:pt x="66609" y="68450"/>
                </a:cubicBezTo>
                <a:cubicBezTo>
                  <a:pt x="66833" y="68276"/>
                  <a:pt x="67032" y="68077"/>
                  <a:pt x="67231" y="67878"/>
                </a:cubicBezTo>
                <a:lnTo>
                  <a:pt x="67331" y="67803"/>
                </a:lnTo>
                <a:cubicBezTo>
                  <a:pt x="67604" y="67554"/>
                  <a:pt x="67853" y="67256"/>
                  <a:pt x="68152" y="67007"/>
                </a:cubicBezTo>
                <a:lnTo>
                  <a:pt x="68301" y="66857"/>
                </a:lnTo>
                <a:lnTo>
                  <a:pt x="68351" y="66808"/>
                </a:lnTo>
                <a:cubicBezTo>
                  <a:pt x="68824" y="66335"/>
                  <a:pt x="69297" y="65837"/>
                  <a:pt x="69770" y="65339"/>
                </a:cubicBezTo>
                <a:cubicBezTo>
                  <a:pt x="69770" y="65314"/>
                  <a:pt x="69795" y="65314"/>
                  <a:pt x="69795" y="65289"/>
                </a:cubicBezTo>
                <a:cubicBezTo>
                  <a:pt x="69919" y="65165"/>
                  <a:pt x="70044" y="64991"/>
                  <a:pt x="70168" y="64866"/>
                </a:cubicBezTo>
                <a:cubicBezTo>
                  <a:pt x="70193" y="64841"/>
                  <a:pt x="70193" y="64816"/>
                  <a:pt x="70218" y="64816"/>
                </a:cubicBezTo>
                <a:cubicBezTo>
                  <a:pt x="70566" y="64443"/>
                  <a:pt x="70890" y="64045"/>
                  <a:pt x="71214" y="63671"/>
                </a:cubicBezTo>
                <a:cubicBezTo>
                  <a:pt x="71288" y="63572"/>
                  <a:pt x="71338" y="63497"/>
                  <a:pt x="71413" y="63447"/>
                </a:cubicBezTo>
                <a:cubicBezTo>
                  <a:pt x="71438" y="63422"/>
                  <a:pt x="71463" y="63348"/>
                  <a:pt x="71512" y="63323"/>
                </a:cubicBezTo>
                <a:close/>
                <a:moveTo>
                  <a:pt x="52520" y="70342"/>
                </a:moveTo>
                <a:lnTo>
                  <a:pt x="52520" y="70367"/>
                </a:lnTo>
                <a:lnTo>
                  <a:pt x="52520" y="70417"/>
                </a:lnTo>
                <a:cubicBezTo>
                  <a:pt x="51878" y="70862"/>
                  <a:pt x="51235" y="71307"/>
                  <a:pt x="50568" y="71728"/>
                </a:cubicBezTo>
                <a:lnTo>
                  <a:pt x="50568" y="71728"/>
                </a:lnTo>
                <a:cubicBezTo>
                  <a:pt x="50646" y="71671"/>
                  <a:pt x="50711" y="71611"/>
                  <a:pt x="50803" y="71537"/>
                </a:cubicBezTo>
                <a:cubicBezTo>
                  <a:pt x="51375" y="71164"/>
                  <a:pt x="51973" y="70765"/>
                  <a:pt x="52520" y="70342"/>
                </a:cubicBezTo>
                <a:close/>
                <a:moveTo>
                  <a:pt x="35430" y="68498"/>
                </a:moveTo>
                <a:lnTo>
                  <a:pt x="35430" y="68498"/>
                </a:lnTo>
                <a:cubicBezTo>
                  <a:pt x="35557" y="68565"/>
                  <a:pt x="35684" y="68632"/>
                  <a:pt x="35818" y="68699"/>
                </a:cubicBezTo>
                <a:cubicBezTo>
                  <a:pt x="35893" y="68724"/>
                  <a:pt x="35943" y="68749"/>
                  <a:pt x="36042" y="68824"/>
                </a:cubicBezTo>
                <a:cubicBezTo>
                  <a:pt x="36267" y="68948"/>
                  <a:pt x="36441" y="69073"/>
                  <a:pt x="36665" y="69197"/>
                </a:cubicBezTo>
                <a:cubicBezTo>
                  <a:pt x="36764" y="69247"/>
                  <a:pt x="36839" y="69322"/>
                  <a:pt x="36939" y="69347"/>
                </a:cubicBezTo>
                <a:cubicBezTo>
                  <a:pt x="37138" y="69471"/>
                  <a:pt x="37287" y="69571"/>
                  <a:pt x="37461" y="69695"/>
                </a:cubicBezTo>
                <a:cubicBezTo>
                  <a:pt x="37586" y="69745"/>
                  <a:pt x="37685" y="69844"/>
                  <a:pt x="37810" y="69919"/>
                </a:cubicBezTo>
                <a:cubicBezTo>
                  <a:pt x="37959" y="69994"/>
                  <a:pt x="38084" y="70118"/>
                  <a:pt x="38258" y="70218"/>
                </a:cubicBezTo>
                <a:lnTo>
                  <a:pt x="38631" y="70492"/>
                </a:lnTo>
                <a:cubicBezTo>
                  <a:pt x="38756" y="70591"/>
                  <a:pt x="38880" y="70691"/>
                  <a:pt x="38980" y="70815"/>
                </a:cubicBezTo>
                <a:cubicBezTo>
                  <a:pt x="39104" y="70940"/>
                  <a:pt x="39278" y="71039"/>
                  <a:pt x="39403" y="71164"/>
                </a:cubicBezTo>
                <a:cubicBezTo>
                  <a:pt x="39502" y="71238"/>
                  <a:pt x="39602" y="71338"/>
                  <a:pt x="39701" y="71437"/>
                </a:cubicBezTo>
                <a:lnTo>
                  <a:pt x="39901" y="71612"/>
                </a:lnTo>
                <a:lnTo>
                  <a:pt x="39926" y="71736"/>
                </a:lnTo>
                <a:lnTo>
                  <a:pt x="39477" y="71313"/>
                </a:lnTo>
                <a:cubicBezTo>
                  <a:pt x="39403" y="71213"/>
                  <a:pt x="39303" y="71164"/>
                  <a:pt x="39204" y="71064"/>
                </a:cubicBezTo>
                <a:cubicBezTo>
                  <a:pt x="39054" y="70940"/>
                  <a:pt x="38905" y="70790"/>
                  <a:pt x="38731" y="70666"/>
                </a:cubicBezTo>
                <a:cubicBezTo>
                  <a:pt x="38656" y="70566"/>
                  <a:pt x="38557" y="70492"/>
                  <a:pt x="38432" y="70442"/>
                </a:cubicBezTo>
                <a:cubicBezTo>
                  <a:pt x="38283" y="70317"/>
                  <a:pt x="38108" y="70193"/>
                  <a:pt x="37934" y="70068"/>
                </a:cubicBezTo>
                <a:cubicBezTo>
                  <a:pt x="37835" y="69969"/>
                  <a:pt x="37710" y="69919"/>
                  <a:pt x="37586" y="69844"/>
                </a:cubicBezTo>
                <a:cubicBezTo>
                  <a:pt x="37436" y="69720"/>
                  <a:pt x="37237" y="69620"/>
                  <a:pt x="37088" y="69496"/>
                </a:cubicBezTo>
                <a:cubicBezTo>
                  <a:pt x="36963" y="69446"/>
                  <a:pt x="36839" y="69347"/>
                  <a:pt x="36764" y="69297"/>
                </a:cubicBezTo>
                <a:cubicBezTo>
                  <a:pt x="36590" y="69197"/>
                  <a:pt x="36416" y="69073"/>
                  <a:pt x="36267" y="68973"/>
                </a:cubicBezTo>
                <a:cubicBezTo>
                  <a:pt x="36142" y="68923"/>
                  <a:pt x="35993" y="68824"/>
                  <a:pt x="35893" y="68774"/>
                </a:cubicBezTo>
                <a:cubicBezTo>
                  <a:pt x="35732" y="68682"/>
                  <a:pt x="35571" y="68590"/>
                  <a:pt x="35430" y="68498"/>
                </a:cubicBezTo>
                <a:close/>
                <a:moveTo>
                  <a:pt x="62601" y="71686"/>
                </a:moveTo>
                <a:cubicBezTo>
                  <a:pt x="62651" y="71686"/>
                  <a:pt x="62651" y="71686"/>
                  <a:pt x="62676" y="71711"/>
                </a:cubicBezTo>
                <a:cubicBezTo>
                  <a:pt x="62651" y="71761"/>
                  <a:pt x="62651" y="71761"/>
                  <a:pt x="62601" y="71761"/>
                </a:cubicBezTo>
                <a:lnTo>
                  <a:pt x="62576" y="71711"/>
                </a:lnTo>
                <a:lnTo>
                  <a:pt x="62601" y="71686"/>
                </a:lnTo>
                <a:close/>
                <a:moveTo>
                  <a:pt x="9260" y="69197"/>
                </a:moveTo>
                <a:lnTo>
                  <a:pt x="9260" y="69297"/>
                </a:lnTo>
                <a:cubicBezTo>
                  <a:pt x="8911" y="70093"/>
                  <a:pt x="8563" y="70940"/>
                  <a:pt x="8264" y="71761"/>
                </a:cubicBezTo>
                <a:cubicBezTo>
                  <a:pt x="8229" y="71778"/>
                  <a:pt x="8207" y="71784"/>
                  <a:pt x="8196" y="71794"/>
                </a:cubicBezTo>
                <a:lnTo>
                  <a:pt x="8196" y="71794"/>
                </a:lnTo>
                <a:cubicBezTo>
                  <a:pt x="8542" y="70928"/>
                  <a:pt x="8889" y="70063"/>
                  <a:pt x="9260" y="69197"/>
                </a:cubicBezTo>
                <a:close/>
                <a:moveTo>
                  <a:pt x="47642" y="69645"/>
                </a:moveTo>
                <a:cubicBezTo>
                  <a:pt x="47268" y="70268"/>
                  <a:pt x="46895" y="70915"/>
                  <a:pt x="46547" y="71537"/>
                </a:cubicBezTo>
                <a:lnTo>
                  <a:pt x="45725" y="71811"/>
                </a:lnTo>
                <a:cubicBezTo>
                  <a:pt x="45675" y="71537"/>
                  <a:pt x="45650" y="71263"/>
                  <a:pt x="45601" y="71014"/>
                </a:cubicBezTo>
                <a:cubicBezTo>
                  <a:pt x="45626" y="70890"/>
                  <a:pt x="45650" y="70765"/>
                  <a:pt x="45675" y="70666"/>
                </a:cubicBezTo>
                <a:cubicBezTo>
                  <a:pt x="46347" y="70342"/>
                  <a:pt x="46995" y="70019"/>
                  <a:pt x="47642" y="69645"/>
                </a:cubicBezTo>
                <a:close/>
                <a:moveTo>
                  <a:pt x="45426" y="71313"/>
                </a:moveTo>
                <a:cubicBezTo>
                  <a:pt x="45476" y="71512"/>
                  <a:pt x="45501" y="71661"/>
                  <a:pt x="45501" y="71836"/>
                </a:cubicBezTo>
                <a:lnTo>
                  <a:pt x="45476" y="71885"/>
                </a:lnTo>
                <a:cubicBezTo>
                  <a:pt x="45426" y="71711"/>
                  <a:pt x="45426" y="71587"/>
                  <a:pt x="45402" y="71437"/>
                </a:cubicBezTo>
                <a:cubicBezTo>
                  <a:pt x="45402" y="71413"/>
                  <a:pt x="45426" y="71338"/>
                  <a:pt x="45426" y="71313"/>
                </a:cubicBezTo>
                <a:close/>
                <a:moveTo>
                  <a:pt x="32832" y="70591"/>
                </a:moveTo>
                <a:lnTo>
                  <a:pt x="32085" y="71910"/>
                </a:lnTo>
                <a:lnTo>
                  <a:pt x="32035" y="71910"/>
                </a:lnTo>
                <a:lnTo>
                  <a:pt x="32782" y="70591"/>
                </a:lnTo>
                <a:close/>
                <a:moveTo>
                  <a:pt x="45103" y="70940"/>
                </a:moveTo>
                <a:lnTo>
                  <a:pt x="45103" y="70964"/>
                </a:lnTo>
                <a:cubicBezTo>
                  <a:pt x="44978" y="71288"/>
                  <a:pt x="44879" y="71587"/>
                  <a:pt x="44779" y="71910"/>
                </a:cubicBezTo>
                <a:cubicBezTo>
                  <a:pt x="44306" y="71811"/>
                  <a:pt x="43858" y="71761"/>
                  <a:pt x="43360" y="71761"/>
                </a:cubicBezTo>
                <a:cubicBezTo>
                  <a:pt x="43933" y="71512"/>
                  <a:pt x="44530" y="71213"/>
                  <a:pt x="45103" y="70940"/>
                </a:cubicBezTo>
                <a:close/>
                <a:moveTo>
                  <a:pt x="21257" y="69322"/>
                </a:moveTo>
                <a:cubicBezTo>
                  <a:pt x="21606" y="69919"/>
                  <a:pt x="21979" y="70467"/>
                  <a:pt x="22452" y="70964"/>
                </a:cubicBezTo>
                <a:cubicBezTo>
                  <a:pt x="22327" y="71014"/>
                  <a:pt x="22153" y="71064"/>
                  <a:pt x="22029" y="71089"/>
                </a:cubicBezTo>
                <a:cubicBezTo>
                  <a:pt x="21929" y="71139"/>
                  <a:pt x="21855" y="71164"/>
                  <a:pt x="21730" y="71188"/>
                </a:cubicBezTo>
                <a:lnTo>
                  <a:pt x="20983" y="71462"/>
                </a:lnTo>
                <a:cubicBezTo>
                  <a:pt x="20884" y="71512"/>
                  <a:pt x="20759" y="71562"/>
                  <a:pt x="20660" y="71587"/>
                </a:cubicBezTo>
                <a:cubicBezTo>
                  <a:pt x="20411" y="71686"/>
                  <a:pt x="20212" y="71811"/>
                  <a:pt x="19938" y="71910"/>
                </a:cubicBezTo>
                <a:cubicBezTo>
                  <a:pt x="19913" y="71910"/>
                  <a:pt x="19888" y="71935"/>
                  <a:pt x="19888" y="71935"/>
                </a:cubicBezTo>
                <a:cubicBezTo>
                  <a:pt x="20361" y="71089"/>
                  <a:pt x="20784" y="70193"/>
                  <a:pt x="21257" y="69322"/>
                </a:cubicBezTo>
                <a:close/>
                <a:moveTo>
                  <a:pt x="45277" y="71836"/>
                </a:moveTo>
                <a:lnTo>
                  <a:pt x="45277" y="71910"/>
                </a:lnTo>
                <a:cubicBezTo>
                  <a:pt x="45277" y="71935"/>
                  <a:pt x="45252" y="71935"/>
                  <a:pt x="45252" y="71935"/>
                </a:cubicBezTo>
                <a:cubicBezTo>
                  <a:pt x="45252" y="71910"/>
                  <a:pt x="45277" y="71885"/>
                  <a:pt x="45277" y="71836"/>
                </a:cubicBezTo>
                <a:close/>
                <a:moveTo>
                  <a:pt x="9558" y="70964"/>
                </a:moveTo>
                <a:lnTo>
                  <a:pt x="9583" y="71014"/>
                </a:lnTo>
                <a:cubicBezTo>
                  <a:pt x="9509" y="71064"/>
                  <a:pt x="9384" y="71164"/>
                  <a:pt x="9285" y="71263"/>
                </a:cubicBezTo>
                <a:cubicBezTo>
                  <a:pt x="9135" y="71388"/>
                  <a:pt x="8961" y="71462"/>
                  <a:pt x="8837" y="71587"/>
                </a:cubicBezTo>
                <a:cubicBezTo>
                  <a:pt x="8712" y="71686"/>
                  <a:pt x="8588" y="71786"/>
                  <a:pt x="8463" y="71910"/>
                </a:cubicBezTo>
                <a:cubicBezTo>
                  <a:pt x="8438" y="71935"/>
                  <a:pt x="8413" y="71960"/>
                  <a:pt x="8388" y="71960"/>
                </a:cubicBezTo>
                <a:cubicBezTo>
                  <a:pt x="8388" y="71935"/>
                  <a:pt x="8413" y="71910"/>
                  <a:pt x="8413" y="71836"/>
                </a:cubicBezTo>
                <a:cubicBezTo>
                  <a:pt x="8438" y="71811"/>
                  <a:pt x="8488" y="71786"/>
                  <a:pt x="8538" y="71711"/>
                </a:cubicBezTo>
                <a:cubicBezTo>
                  <a:pt x="8911" y="71462"/>
                  <a:pt x="9210" y="71213"/>
                  <a:pt x="9558" y="70964"/>
                </a:cubicBezTo>
                <a:close/>
                <a:moveTo>
                  <a:pt x="33031" y="70666"/>
                </a:moveTo>
                <a:cubicBezTo>
                  <a:pt x="33056" y="70666"/>
                  <a:pt x="33056" y="70666"/>
                  <a:pt x="33080" y="70691"/>
                </a:cubicBezTo>
                <a:cubicBezTo>
                  <a:pt x="33578" y="71188"/>
                  <a:pt x="34151" y="71587"/>
                  <a:pt x="34723" y="71960"/>
                </a:cubicBezTo>
                <a:cubicBezTo>
                  <a:pt x="34213" y="71924"/>
                  <a:pt x="33690" y="71901"/>
                  <a:pt x="33162" y="71901"/>
                </a:cubicBezTo>
                <a:cubicBezTo>
                  <a:pt x="32969" y="71901"/>
                  <a:pt x="32776" y="71904"/>
                  <a:pt x="32583" y="71910"/>
                </a:cubicBezTo>
                <a:cubicBezTo>
                  <a:pt x="32483" y="71910"/>
                  <a:pt x="32408" y="71935"/>
                  <a:pt x="32309" y="71935"/>
                </a:cubicBezTo>
                <a:cubicBezTo>
                  <a:pt x="32558" y="71512"/>
                  <a:pt x="32782" y="71064"/>
                  <a:pt x="33031" y="70666"/>
                </a:cubicBezTo>
                <a:close/>
                <a:moveTo>
                  <a:pt x="45178" y="71313"/>
                </a:moveTo>
                <a:cubicBezTo>
                  <a:pt x="45178" y="71338"/>
                  <a:pt x="45227" y="71413"/>
                  <a:pt x="45227" y="71437"/>
                </a:cubicBezTo>
                <a:cubicBezTo>
                  <a:pt x="45153" y="71637"/>
                  <a:pt x="45103" y="71786"/>
                  <a:pt x="45053" y="71960"/>
                </a:cubicBezTo>
                <a:lnTo>
                  <a:pt x="45003" y="71960"/>
                </a:lnTo>
                <a:cubicBezTo>
                  <a:pt x="45053" y="71711"/>
                  <a:pt x="45128" y="71537"/>
                  <a:pt x="45178" y="71313"/>
                </a:cubicBezTo>
                <a:close/>
                <a:moveTo>
                  <a:pt x="33454" y="70765"/>
                </a:moveTo>
                <a:cubicBezTo>
                  <a:pt x="33479" y="70765"/>
                  <a:pt x="33553" y="70790"/>
                  <a:pt x="33578" y="70790"/>
                </a:cubicBezTo>
                <a:cubicBezTo>
                  <a:pt x="34151" y="71288"/>
                  <a:pt x="34773" y="71686"/>
                  <a:pt x="35445" y="72010"/>
                </a:cubicBezTo>
                <a:cubicBezTo>
                  <a:pt x="35346" y="72010"/>
                  <a:pt x="35296" y="71960"/>
                  <a:pt x="35196" y="71960"/>
                </a:cubicBezTo>
                <a:cubicBezTo>
                  <a:pt x="34549" y="71637"/>
                  <a:pt x="33952" y="71213"/>
                  <a:pt x="33454" y="70765"/>
                </a:cubicBezTo>
                <a:close/>
                <a:moveTo>
                  <a:pt x="41120" y="63871"/>
                </a:moveTo>
                <a:cubicBezTo>
                  <a:pt x="42440" y="65314"/>
                  <a:pt x="43485" y="66783"/>
                  <a:pt x="44182" y="68226"/>
                </a:cubicBezTo>
                <a:cubicBezTo>
                  <a:pt x="43435" y="69347"/>
                  <a:pt x="42738" y="70442"/>
                  <a:pt x="42066" y="71562"/>
                </a:cubicBezTo>
                <a:lnTo>
                  <a:pt x="42041" y="71562"/>
                </a:lnTo>
                <a:cubicBezTo>
                  <a:pt x="42016" y="71562"/>
                  <a:pt x="41991" y="71587"/>
                  <a:pt x="41991" y="71587"/>
                </a:cubicBezTo>
                <a:cubicBezTo>
                  <a:pt x="41867" y="71686"/>
                  <a:pt x="41743" y="71711"/>
                  <a:pt x="41618" y="71761"/>
                </a:cubicBezTo>
                <a:cubicBezTo>
                  <a:pt x="41245" y="71885"/>
                  <a:pt x="40896" y="71960"/>
                  <a:pt x="40523" y="72060"/>
                </a:cubicBezTo>
                <a:cubicBezTo>
                  <a:pt x="40448" y="72010"/>
                  <a:pt x="40423" y="71935"/>
                  <a:pt x="40374" y="71910"/>
                </a:cubicBezTo>
                <a:lnTo>
                  <a:pt x="40274" y="71437"/>
                </a:lnTo>
                <a:cubicBezTo>
                  <a:pt x="40274" y="71388"/>
                  <a:pt x="40249" y="71313"/>
                  <a:pt x="40249" y="71213"/>
                </a:cubicBezTo>
                <a:cubicBezTo>
                  <a:pt x="40199" y="71064"/>
                  <a:pt x="40199" y="70915"/>
                  <a:pt x="40174" y="70765"/>
                </a:cubicBezTo>
                <a:lnTo>
                  <a:pt x="40174" y="70716"/>
                </a:lnTo>
                <a:lnTo>
                  <a:pt x="40174" y="70691"/>
                </a:lnTo>
                <a:cubicBezTo>
                  <a:pt x="40174" y="70641"/>
                  <a:pt x="40150" y="70566"/>
                  <a:pt x="40150" y="70467"/>
                </a:cubicBezTo>
                <a:cubicBezTo>
                  <a:pt x="40150" y="70342"/>
                  <a:pt x="40150" y="70268"/>
                  <a:pt x="40125" y="70143"/>
                </a:cubicBezTo>
                <a:cubicBezTo>
                  <a:pt x="40125" y="70019"/>
                  <a:pt x="40075" y="69919"/>
                  <a:pt x="40075" y="69795"/>
                </a:cubicBezTo>
                <a:lnTo>
                  <a:pt x="40075" y="69720"/>
                </a:lnTo>
                <a:lnTo>
                  <a:pt x="40075" y="69645"/>
                </a:lnTo>
                <a:lnTo>
                  <a:pt x="40075" y="69571"/>
                </a:lnTo>
                <a:cubicBezTo>
                  <a:pt x="40075" y="69197"/>
                  <a:pt x="40075" y="68799"/>
                  <a:pt x="40125" y="68401"/>
                </a:cubicBezTo>
                <a:cubicBezTo>
                  <a:pt x="40125" y="68301"/>
                  <a:pt x="40125" y="68226"/>
                  <a:pt x="40150" y="68152"/>
                </a:cubicBezTo>
                <a:cubicBezTo>
                  <a:pt x="40249" y="67231"/>
                  <a:pt x="40398" y="66310"/>
                  <a:pt x="40647" y="65364"/>
                </a:cubicBezTo>
                <a:cubicBezTo>
                  <a:pt x="40772" y="64866"/>
                  <a:pt x="40921" y="64368"/>
                  <a:pt x="41120" y="63871"/>
                </a:cubicBezTo>
                <a:close/>
                <a:moveTo>
                  <a:pt x="46422" y="71786"/>
                </a:moveTo>
                <a:cubicBezTo>
                  <a:pt x="46422" y="71811"/>
                  <a:pt x="46397" y="71836"/>
                  <a:pt x="46397" y="71836"/>
                </a:cubicBezTo>
                <a:cubicBezTo>
                  <a:pt x="46173" y="71910"/>
                  <a:pt x="45924" y="71960"/>
                  <a:pt x="45725" y="72060"/>
                </a:cubicBezTo>
                <a:lnTo>
                  <a:pt x="45725" y="72010"/>
                </a:lnTo>
                <a:cubicBezTo>
                  <a:pt x="45974" y="71935"/>
                  <a:pt x="46173" y="71836"/>
                  <a:pt x="46422" y="71786"/>
                </a:cubicBezTo>
                <a:close/>
                <a:moveTo>
                  <a:pt x="40125" y="71935"/>
                </a:moveTo>
                <a:lnTo>
                  <a:pt x="40150" y="71960"/>
                </a:lnTo>
                <a:lnTo>
                  <a:pt x="40174" y="72010"/>
                </a:lnTo>
                <a:lnTo>
                  <a:pt x="40199" y="72085"/>
                </a:lnTo>
                <a:lnTo>
                  <a:pt x="40150" y="72035"/>
                </a:lnTo>
                <a:cubicBezTo>
                  <a:pt x="40150" y="72010"/>
                  <a:pt x="40150" y="71960"/>
                  <a:pt x="40125" y="71935"/>
                </a:cubicBezTo>
                <a:close/>
                <a:moveTo>
                  <a:pt x="21058" y="69073"/>
                </a:moveTo>
                <a:cubicBezTo>
                  <a:pt x="21133" y="69098"/>
                  <a:pt x="21133" y="69098"/>
                  <a:pt x="21133" y="69147"/>
                </a:cubicBezTo>
                <a:cubicBezTo>
                  <a:pt x="20610" y="70143"/>
                  <a:pt x="20112" y="71089"/>
                  <a:pt x="19639" y="72085"/>
                </a:cubicBezTo>
                <a:cubicBezTo>
                  <a:pt x="19614" y="72085"/>
                  <a:pt x="19589" y="72134"/>
                  <a:pt x="19540" y="72134"/>
                </a:cubicBezTo>
                <a:cubicBezTo>
                  <a:pt x="20038" y="71089"/>
                  <a:pt x="20535" y="70093"/>
                  <a:pt x="21058" y="69073"/>
                </a:cubicBezTo>
                <a:close/>
                <a:moveTo>
                  <a:pt x="42912" y="71935"/>
                </a:moveTo>
                <a:cubicBezTo>
                  <a:pt x="43510" y="71935"/>
                  <a:pt x="44132" y="71960"/>
                  <a:pt x="44729" y="72085"/>
                </a:cubicBezTo>
                <a:cubicBezTo>
                  <a:pt x="44655" y="72085"/>
                  <a:pt x="44630" y="72134"/>
                  <a:pt x="44555" y="72134"/>
                </a:cubicBezTo>
                <a:cubicBezTo>
                  <a:pt x="44131" y="72042"/>
                  <a:pt x="43679" y="71991"/>
                  <a:pt x="43230" y="71991"/>
                </a:cubicBezTo>
                <a:cubicBezTo>
                  <a:pt x="43073" y="71991"/>
                  <a:pt x="42917" y="71997"/>
                  <a:pt x="42763" y="72010"/>
                </a:cubicBezTo>
                <a:cubicBezTo>
                  <a:pt x="42813" y="71960"/>
                  <a:pt x="42863" y="71960"/>
                  <a:pt x="42912" y="71935"/>
                </a:cubicBezTo>
                <a:close/>
                <a:moveTo>
                  <a:pt x="11077" y="54885"/>
                </a:moveTo>
                <a:lnTo>
                  <a:pt x="11077" y="54885"/>
                </a:lnTo>
                <a:cubicBezTo>
                  <a:pt x="9807" y="58519"/>
                  <a:pt x="9085" y="62004"/>
                  <a:pt x="9011" y="65190"/>
                </a:cubicBezTo>
                <a:lnTo>
                  <a:pt x="9011" y="65464"/>
                </a:lnTo>
                <a:lnTo>
                  <a:pt x="9011" y="66584"/>
                </a:lnTo>
                <a:cubicBezTo>
                  <a:pt x="9011" y="66733"/>
                  <a:pt x="9011" y="66907"/>
                  <a:pt x="9036" y="67032"/>
                </a:cubicBezTo>
                <a:cubicBezTo>
                  <a:pt x="9036" y="67106"/>
                  <a:pt x="9036" y="67206"/>
                  <a:pt x="9061" y="67305"/>
                </a:cubicBezTo>
                <a:cubicBezTo>
                  <a:pt x="9061" y="67530"/>
                  <a:pt x="9085" y="67729"/>
                  <a:pt x="9085" y="67928"/>
                </a:cubicBezTo>
                <a:cubicBezTo>
                  <a:pt x="9110" y="68102"/>
                  <a:pt x="9110" y="68301"/>
                  <a:pt x="9160" y="68450"/>
                </a:cubicBezTo>
                <a:cubicBezTo>
                  <a:pt x="9160" y="68575"/>
                  <a:pt x="9185" y="68699"/>
                  <a:pt x="9185" y="68824"/>
                </a:cubicBezTo>
                <a:cubicBezTo>
                  <a:pt x="8712" y="69894"/>
                  <a:pt x="8289" y="70964"/>
                  <a:pt x="7866" y="72060"/>
                </a:cubicBezTo>
                <a:lnTo>
                  <a:pt x="7791" y="72159"/>
                </a:lnTo>
                <a:cubicBezTo>
                  <a:pt x="5675" y="69894"/>
                  <a:pt x="4331" y="67480"/>
                  <a:pt x="3833" y="65215"/>
                </a:cubicBezTo>
                <a:cubicBezTo>
                  <a:pt x="4904" y="62302"/>
                  <a:pt x="6198" y="59340"/>
                  <a:pt x="7766" y="56353"/>
                </a:cubicBezTo>
                <a:cubicBezTo>
                  <a:pt x="8712" y="55756"/>
                  <a:pt x="9832" y="55258"/>
                  <a:pt x="11077" y="54885"/>
                </a:cubicBezTo>
                <a:close/>
                <a:moveTo>
                  <a:pt x="31985" y="72134"/>
                </a:moveTo>
                <a:cubicBezTo>
                  <a:pt x="31985" y="72159"/>
                  <a:pt x="31960" y="72159"/>
                  <a:pt x="31960" y="72184"/>
                </a:cubicBezTo>
                <a:lnTo>
                  <a:pt x="31911" y="72184"/>
                </a:lnTo>
                <a:cubicBezTo>
                  <a:pt x="31911" y="72159"/>
                  <a:pt x="31935" y="72159"/>
                  <a:pt x="31935" y="72134"/>
                </a:cubicBezTo>
                <a:close/>
                <a:moveTo>
                  <a:pt x="45153" y="72159"/>
                </a:moveTo>
                <a:cubicBezTo>
                  <a:pt x="45178" y="72159"/>
                  <a:pt x="45227" y="72159"/>
                  <a:pt x="45252" y="72184"/>
                </a:cubicBezTo>
                <a:cubicBezTo>
                  <a:pt x="45227" y="72184"/>
                  <a:pt x="45178" y="72209"/>
                  <a:pt x="45153" y="72209"/>
                </a:cubicBezTo>
                <a:lnTo>
                  <a:pt x="45153" y="72159"/>
                </a:lnTo>
                <a:close/>
                <a:moveTo>
                  <a:pt x="71811" y="63348"/>
                </a:moveTo>
                <a:lnTo>
                  <a:pt x="72234" y="63746"/>
                </a:lnTo>
                <a:cubicBezTo>
                  <a:pt x="69446" y="66733"/>
                  <a:pt x="66534" y="69546"/>
                  <a:pt x="63423" y="72209"/>
                </a:cubicBezTo>
                <a:cubicBezTo>
                  <a:pt x="63273" y="72060"/>
                  <a:pt x="63149" y="71910"/>
                  <a:pt x="62975" y="71761"/>
                </a:cubicBezTo>
                <a:lnTo>
                  <a:pt x="63348" y="71462"/>
                </a:lnTo>
                <a:cubicBezTo>
                  <a:pt x="63522" y="71338"/>
                  <a:pt x="63697" y="71213"/>
                  <a:pt x="63846" y="71089"/>
                </a:cubicBezTo>
                <a:cubicBezTo>
                  <a:pt x="64045" y="70940"/>
                  <a:pt x="64219" y="70815"/>
                  <a:pt x="64418" y="70666"/>
                </a:cubicBezTo>
                <a:cubicBezTo>
                  <a:pt x="64443" y="70641"/>
                  <a:pt x="64518" y="70591"/>
                  <a:pt x="64543" y="70566"/>
                </a:cubicBezTo>
                <a:cubicBezTo>
                  <a:pt x="64568" y="70541"/>
                  <a:pt x="64642" y="70516"/>
                  <a:pt x="64667" y="70467"/>
                </a:cubicBezTo>
                <a:lnTo>
                  <a:pt x="64767" y="70367"/>
                </a:lnTo>
                <a:cubicBezTo>
                  <a:pt x="65314" y="69944"/>
                  <a:pt x="65837" y="69471"/>
                  <a:pt x="66385" y="68998"/>
                </a:cubicBezTo>
                <a:lnTo>
                  <a:pt x="66410" y="68973"/>
                </a:lnTo>
                <a:lnTo>
                  <a:pt x="66459" y="68923"/>
                </a:lnTo>
                <a:cubicBezTo>
                  <a:pt x="66957" y="68475"/>
                  <a:pt x="67430" y="68052"/>
                  <a:pt x="67903" y="67579"/>
                </a:cubicBezTo>
                <a:cubicBezTo>
                  <a:pt x="68003" y="67530"/>
                  <a:pt x="68052" y="67430"/>
                  <a:pt x="68152" y="67355"/>
                </a:cubicBezTo>
                <a:lnTo>
                  <a:pt x="68202" y="67305"/>
                </a:lnTo>
                <a:lnTo>
                  <a:pt x="68301" y="67206"/>
                </a:lnTo>
                <a:cubicBezTo>
                  <a:pt x="68700" y="66808"/>
                  <a:pt x="69123" y="66409"/>
                  <a:pt x="69521" y="65961"/>
                </a:cubicBezTo>
                <a:cubicBezTo>
                  <a:pt x="69646" y="65837"/>
                  <a:pt x="69745" y="65712"/>
                  <a:pt x="69870" y="65588"/>
                </a:cubicBezTo>
                <a:cubicBezTo>
                  <a:pt x="69894" y="65563"/>
                  <a:pt x="69894" y="65538"/>
                  <a:pt x="69919" y="65538"/>
                </a:cubicBezTo>
                <a:cubicBezTo>
                  <a:pt x="70193" y="65215"/>
                  <a:pt x="70492" y="64916"/>
                  <a:pt x="70766" y="64567"/>
                </a:cubicBezTo>
                <a:cubicBezTo>
                  <a:pt x="70865" y="64468"/>
                  <a:pt x="70940" y="64368"/>
                  <a:pt x="71015" y="64294"/>
                </a:cubicBezTo>
                <a:cubicBezTo>
                  <a:pt x="71139" y="64119"/>
                  <a:pt x="71263" y="63995"/>
                  <a:pt x="71388" y="63846"/>
                </a:cubicBezTo>
                <a:lnTo>
                  <a:pt x="71413" y="63821"/>
                </a:lnTo>
                <a:cubicBezTo>
                  <a:pt x="71537" y="63671"/>
                  <a:pt x="71687" y="63497"/>
                  <a:pt x="71811" y="63348"/>
                </a:cubicBezTo>
                <a:close/>
                <a:moveTo>
                  <a:pt x="33221" y="72051"/>
                </a:moveTo>
                <a:cubicBezTo>
                  <a:pt x="33878" y="72051"/>
                  <a:pt x="34525" y="72083"/>
                  <a:pt x="35171" y="72159"/>
                </a:cubicBezTo>
                <a:cubicBezTo>
                  <a:pt x="35221" y="72184"/>
                  <a:pt x="35321" y="72209"/>
                  <a:pt x="35370" y="72259"/>
                </a:cubicBezTo>
                <a:cubicBezTo>
                  <a:pt x="34706" y="72166"/>
                  <a:pt x="34028" y="72115"/>
                  <a:pt x="33336" y="72115"/>
                </a:cubicBezTo>
                <a:cubicBezTo>
                  <a:pt x="33095" y="72115"/>
                  <a:pt x="32852" y="72121"/>
                  <a:pt x="32608" y="72134"/>
                </a:cubicBezTo>
                <a:cubicBezTo>
                  <a:pt x="32458" y="72134"/>
                  <a:pt x="32334" y="72159"/>
                  <a:pt x="32184" y="72159"/>
                </a:cubicBezTo>
                <a:cubicBezTo>
                  <a:pt x="32184" y="72134"/>
                  <a:pt x="32209" y="72134"/>
                  <a:pt x="32209" y="72085"/>
                </a:cubicBezTo>
                <a:cubicBezTo>
                  <a:pt x="32334" y="72085"/>
                  <a:pt x="32483" y="72060"/>
                  <a:pt x="32608" y="72060"/>
                </a:cubicBezTo>
                <a:cubicBezTo>
                  <a:pt x="32813" y="72054"/>
                  <a:pt x="33017" y="72051"/>
                  <a:pt x="33221" y="72051"/>
                </a:cubicBezTo>
                <a:close/>
                <a:moveTo>
                  <a:pt x="46248" y="72085"/>
                </a:moveTo>
                <a:lnTo>
                  <a:pt x="46248" y="72085"/>
                </a:lnTo>
                <a:cubicBezTo>
                  <a:pt x="46223" y="72159"/>
                  <a:pt x="46173" y="72209"/>
                  <a:pt x="46148" y="72259"/>
                </a:cubicBezTo>
                <a:cubicBezTo>
                  <a:pt x="46099" y="72209"/>
                  <a:pt x="46024" y="72184"/>
                  <a:pt x="45924" y="72184"/>
                </a:cubicBezTo>
                <a:cubicBezTo>
                  <a:pt x="46024" y="72159"/>
                  <a:pt x="46148" y="72134"/>
                  <a:pt x="46248" y="72085"/>
                </a:cubicBezTo>
                <a:close/>
                <a:moveTo>
                  <a:pt x="8164" y="72060"/>
                </a:moveTo>
                <a:cubicBezTo>
                  <a:pt x="8164" y="72134"/>
                  <a:pt x="8164" y="72159"/>
                  <a:pt x="8140" y="72184"/>
                </a:cubicBezTo>
                <a:lnTo>
                  <a:pt x="8090" y="72209"/>
                </a:lnTo>
                <a:lnTo>
                  <a:pt x="8040" y="72284"/>
                </a:lnTo>
                <a:cubicBezTo>
                  <a:pt x="8040" y="72259"/>
                  <a:pt x="8065" y="72184"/>
                  <a:pt x="8065" y="72159"/>
                </a:cubicBezTo>
                <a:lnTo>
                  <a:pt x="8164" y="72060"/>
                </a:lnTo>
                <a:close/>
                <a:moveTo>
                  <a:pt x="3709" y="65513"/>
                </a:moveTo>
                <a:cubicBezTo>
                  <a:pt x="4281" y="67754"/>
                  <a:pt x="5601" y="70068"/>
                  <a:pt x="7617" y="72284"/>
                </a:cubicBezTo>
                <a:cubicBezTo>
                  <a:pt x="7592" y="72284"/>
                  <a:pt x="7592" y="72309"/>
                  <a:pt x="7567" y="72309"/>
                </a:cubicBezTo>
                <a:cubicBezTo>
                  <a:pt x="5576" y="70168"/>
                  <a:pt x="4232" y="67853"/>
                  <a:pt x="3684" y="65613"/>
                </a:cubicBezTo>
                <a:cubicBezTo>
                  <a:pt x="3684" y="65588"/>
                  <a:pt x="3709" y="65563"/>
                  <a:pt x="3709" y="65513"/>
                </a:cubicBezTo>
                <a:close/>
                <a:moveTo>
                  <a:pt x="22601" y="71089"/>
                </a:moveTo>
                <a:lnTo>
                  <a:pt x="22626" y="71139"/>
                </a:lnTo>
                <a:lnTo>
                  <a:pt x="22651" y="71164"/>
                </a:lnTo>
                <a:cubicBezTo>
                  <a:pt x="22029" y="71388"/>
                  <a:pt x="21407" y="71587"/>
                  <a:pt x="20784" y="71836"/>
                </a:cubicBezTo>
                <a:cubicBezTo>
                  <a:pt x="20486" y="71960"/>
                  <a:pt x="20137" y="72134"/>
                  <a:pt x="19813" y="72284"/>
                </a:cubicBezTo>
                <a:cubicBezTo>
                  <a:pt x="19789" y="72284"/>
                  <a:pt x="19789" y="72309"/>
                  <a:pt x="19764" y="72309"/>
                </a:cubicBezTo>
                <a:cubicBezTo>
                  <a:pt x="19764" y="72309"/>
                  <a:pt x="19764" y="72284"/>
                  <a:pt x="19789" y="72284"/>
                </a:cubicBezTo>
                <a:cubicBezTo>
                  <a:pt x="19789" y="72284"/>
                  <a:pt x="19789" y="72259"/>
                  <a:pt x="19813" y="72259"/>
                </a:cubicBezTo>
                <a:cubicBezTo>
                  <a:pt x="19838" y="72209"/>
                  <a:pt x="19888" y="72184"/>
                  <a:pt x="19913" y="72159"/>
                </a:cubicBezTo>
                <a:cubicBezTo>
                  <a:pt x="20212" y="72035"/>
                  <a:pt x="20436" y="71910"/>
                  <a:pt x="20734" y="71786"/>
                </a:cubicBezTo>
                <a:cubicBezTo>
                  <a:pt x="20784" y="71761"/>
                  <a:pt x="20859" y="71761"/>
                  <a:pt x="20909" y="71711"/>
                </a:cubicBezTo>
                <a:cubicBezTo>
                  <a:pt x="21183" y="71587"/>
                  <a:pt x="21506" y="71462"/>
                  <a:pt x="21780" y="71388"/>
                </a:cubicBezTo>
                <a:cubicBezTo>
                  <a:pt x="21805" y="71338"/>
                  <a:pt x="21879" y="71338"/>
                  <a:pt x="21904" y="71313"/>
                </a:cubicBezTo>
                <a:cubicBezTo>
                  <a:pt x="22128" y="71213"/>
                  <a:pt x="22352" y="71164"/>
                  <a:pt x="22601" y="71089"/>
                </a:cubicBezTo>
                <a:close/>
                <a:moveTo>
                  <a:pt x="41295" y="72134"/>
                </a:moveTo>
                <a:cubicBezTo>
                  <a:pt x="41270" y="72134"/>
                  <a:pt x="41170" y="72159"/>
                  <a:pt x="41071" y="72184"/>
                </a:cubicBezTo>
                <a:cubicBezTo>
                  <a:pt x="40946" y="72209"/>
                  <a:pt x="40822" y="72259"/>
                  <a:pt x="40697" y="72309"/>
                </a:cubicBezTo>
                <a:cubicBezTo>
                  <a:pt x="40697" y="72309"/>
                  <a:pt x="40697" y="72284"/>
                  <a:pt x="40672" y="72284"/>
                </a:cubicBezTo>
                <a:lnTo>
                  <a:pt x="40647" y="72259"/>
                </a:lnTo>
                <a:cubicBezTo>
                  <a:pt x="40797" y="72209"/>
                  <a:pt x="40996" y="72159"/>
                  <a:pt x="41145" y="72134"/>
                </a:cubicBezTo>
                <a:close/>
                <a:moveTo>
                  <a:pt x="45551" y="72284"/>
                </a:moveTo>
                <a:lnTo>
                  <a:pt x="45551" y="72309"/>
                </a:lnTo>
                <a:cubicBezTo>
                  <a:pt x="45526" y="72309"/>
                  <a:pt x="45526" y="72309"/>
                  <a:pt x="45501" y="72284"/>
                </a:cubicBezTo>
                <a:lnTo>
                  <a:pt x="45501" y="72284"/>
                </a:lnTo>
                <a:cubicBezTo>
                  <a:pt x="45509" y="72292"/>
                  <a:pt x="45515" y="72295"/>
                  <a:pt x="45520" y="72295"/>
                </a:cubicBezTo>
                <a:cubicBezTo>
                  <a:pt x="45529" y="72295"/>
                  <a:pt x="45534" y="72284"/>
                  <a:pt x="45551" y="72284"/>
                </a:cubicBezTo>
                <a:close/>
                <a:moveTo>
                  <a:pt x="62825" y="71836"/>
                </a:moveTo>
                <a:cubicBezTo>
                  <a:pt x="62975" y="72010"/>
                  <a:pt x="63149" y="72159"/>
                  <a:pt x="63298" y="72333"/>
                </a:cubicBezTo>
                <a:cubicBezTo>
                  <a:pt x="63273" y="72333"/>
                  <a:pt x="63224" y="72383"/>
                  <a:pt x="63224" y="72383"/>
                </a:cubicBezTo>
                <a:cubicBezTo>
                  <a:pt x="63074" y="72209"/>
                  <a:pt x="62925" y="72035"/>
                  <a:pt x="62751" y="71885"/>
                </a:cubicBezTo>
                <a:lnTo>
                  <a:pt x="62800" y="71885"/>
                </a:lnTo>
                <a:lnTo>
                  <a:pt x="62825" y="71836"/>
                </a:lnTo>
                <a:close/>
                <a:moveTo>
                  <a:pt x="72309" y="63945"/>
                </a:moveTo>
                <a:lnTo>
                  <a:pt x="72359" y="63970"/>
                </a:lnTo>
                <a:cubicBezTo>
                  <a:pt x="69621" y="66907"/>
                  <a:pt x="66683" y="69720"/>
                  <a:pt x="63572" y="72408"/>
                </a:cubicBezTo>
                <a:lnTo>
                  <a:pt x="63547" y="72383"/>
                </a:lnTo>
                <a:lnTo>
                  <a:pt x="63522" y="72333"/>
                </a:lnTo>
                <a:cubicBezTo>
                  <a:pt x="66659" y="69695"/>
                  <a:pt x="69571" y="66857"/>
                  <a:pt x="72309" y="63945"/>
                </a:cubicBezTo>
                <a:close/>
                <a:moveTo>
                  <a:pt x="34474" y="68276"/>
                </a:moveTo>
                <a:cubicBezTo>
                  <a:pt x="34574" y="68301"/>
                  <a:pt x="34649" y="68326"/>
                  <a:pt x="34723" y="68401"/>
                </a:cubicBezTo>
                <a:cubicBezTo>
                  <a:pt x="34898" y="68475"/>
                  <a:pt x="35072" y="68550"/>
                  <a:pt x="35221" y="68650"/>
                </a:cubicBezTo>
                <a:cubicBezTo>
                  <a:pt x="35395" y="68699"/>
                  <a:pt x="35520" y="68799"/>
                  <a:pt x="35644" y="68849"/>
                </a:cubicBezTo>
                <a:cubicBezTo>
                  <a:pt x="35794" y="68948"/>
                  <a:pt x="35943" y="69023"/>
                  <a:pt x="36092" y="69098"/>
                </a:cubicBezTo>
                <a:cubicBezTo>
                  <a:pt x="36267" y="69197"/>
                  <a:pt x="36391" y="69272"/>
                  <a:pt x="36540" y="69347"/>
                </a:cubicBezTo>
                <a:cubicBezTo>
                  <a:pt x="36690" y="69446"/>
                  <a:pt x="36814" y="69546"/>
                  <a:pt x="36963" y="69645"/>
                </a:cubicBezTo>
                <a:cubicBezTo>
                  <a:pt x="37088" y="69720"/>
                  <a:pt x="37262" y="69819"/>
                  <a:pt x="37387" y="69919"/>
                </a:cubicBezTo>
                <a:cubicBezTo>
                  <a:pt x="37511" y="70019"/>
                  <a:pt x="37660" y="70093"/>
                  <a:pt x="37785" y="70193"/>
                </a:cubicBezTo>
                <a:cubicBezTo>
                  <a:pt x="37909" y="70292"/>
                  <a:pt x="38034" y="70392"/>
                  <a:pt x="38183" y="70516"/>
                </a:cubicBezTo>
                <a:cubicBezTo>
                  <a:pt x="38308" y="70591"/>
                  <a:pt x="38432" y="70691"/>
                  <a:pt x="38557" y="70815"/>
                </a:cubicBezTo>
                <a:cubicBezTo>
                  <a:pt x="38681" y="70915"/>
                  <a:pt x="38805" y="71039"/>
                  <a:pt x="38930" y="71139"/>
                </a:cubicBezTo>
                <a:cubicBezTo>
                  <a:pt x="39054" y="71213"/>
                  <a:pt x="39179" y="71338"/>
                  <a:pt x="39303" y="71437"/>
                </a:cubicBezTo>
                <a:cubicBezTo>
                  <a:pt x="39428" y="71562"/>
                  <a:pt x="39552" y="71686"/>
                  <a:pt x="39677" y="71786"/>
                </a:cubicBezTo>
                <a:lnTo>
                  <a:pt x="40000" y="72085"/>
                </a:lnTo>
                <a:cubicBezTo>
                  <a:pt x="40000" y="72134"/>
                  <a:pt x="40000" y="72134"/>
                  <a:pt x="40025" y="72134"/>
                </a:cubicBezTo>
                <a:lnTo>
                  <a:pt x="40025" y="72159"/>
                </a:lnTo>
                <a:cubicBezTo>
                  <a:pt x="39577" y="72309"/>
                  <a:pt x="39204" y="72383"/>
                  <a:pt x="38830" y="72433"/>
                </a:cubicBezTo>
                <a:cubicBezTo>
                  <a:pt x="38631" y="72309"/>
                  <a:pt x="38382" y="72159"/>
                  <a:pt x="38158" y="72035"/>
                </a:cubicBezTo>
                <a:lnTo>
                  <a:pt x="38133" y="72010"/>
                </a:lnTo>
                <a:cubicBezTo>
                  <a:pt x="36839" y="71288"/>
                  <a:pt x="35445" y="70765"/>
                  <a:pt x="33977" y="70392"/>
                </a:cubicBezTo>
                <a:cubicBezTo>
                  <a:pt x="33927" y="70392"/>
                  <a:pt x="33902" y="70342"/>
                  <a:pt x="33827" y="70342"/>
                </a:cubicBezTo>
                <a:cubicBezTo>
                  <a:pt x="33678" y="70317"/>
                  <a:pt x="33479" y="70268"/>
                  <a:pt x="33329" y="70218"/>
                </a:cubicBezTo>
                <a:cubicBezTo>
                  <a:pt x="33329" y="70218"/>
                  <a:pt x="33304" y="70218"/>
                  <a:pt x="33304" y="70193"/>
                </a:cubicBezTo>
                <a:cubicBezTo>
                  <a:pt x="33678" y="69546"/>
                  <a:pt x="34076" y="68899"/>
                  <a:pt x="34474" y="68276"/>
                </a:cubicBezTo>
                <a:close/>
                <a:moveTo>
                  <a:pt x="35843" y="72259"/>
                </a:moveTo>
                <a:lnTo>
                  <a:pt x="35843" y="72259"/>
                </a:lnTo>
                <a:cubicBezTo>
                  <a:pt x="35943" y="72284"/>
                  <a:pt x="36067" y="72284"/>
                  <a:pt x="36167" y="72309"/>
                </a:cubicBezTo>
                <a:cubicBezTo>
                  <a:pt x="36328" y="72362"/>
                  <a:pt x="36476" y="72403"/>
                  <a:pt x="36638" y="72449"/>
                </a:cubicBezTo>
                <a:lnTo>
                  <a:pt x="36638" y="72449"/>
                </a:lnTo>
                <a:cubicBezTo>
                  <a:pt x="36493" y="72417"/>
                  <a:pt x="36335" y="72400"/>
                  <a:pt x="36167" y="72383"/>
                </a:cubicBezTo>
                <a:cubicBezTo>
                  <a:pt x="36142" y="72383"/>
                  <a:pt x="36092" y="72383"/>
                  <a:pt x="36092" y="72333"/>
                </a:cubicBezTo>
                <a:cubicBezTo>
                  <a:pt x="36018" y="72309"/>
                  <a:pt x="35943" y="72284"/>
                  <a:pt x="35843" y="72259"/>
                </a:cubicBezTo>
                <a:close/>
                <a:moveTo>
                  <a:pt x="33977" y="70890"/>
                </a:moveTo>
                <a:lnTo>
                  <a:pt x="33977" y="70890"/>
                </a:lnTo>
                <a:cubicBezTo>
                  <a:pt x="34101" y="70915"/>
                  <a:pt x="34225" y="70940"/>
                  <a:pt x="34325" y="70964"/>
                </a:cubicBezTo>
                <a:lnTo>
                  <a:pt x="34698" y="71064"/>
                </a:lnTo>
                <a:cubicBezTo>
                  <a:pt x="35196" y="71213"/>
                  <a:pt x="35694" y="71388"/>
                  <a:pt x="36167" y="71562"/>
                </a:cubicBezTo>
                <a:lnTo>
                  <a:pt x="36192" y="71562"/>
                </a:lnTo>
                <a:cubicBezTo>
                  <a:pt x="36665" y="71761"/>
                  <a:pt x="37113" y="71960"/>
                  <a:pt x="37586" y="72209"/>
                </a:cubicBezTo>
                <a:cubicBezTo>
                  <a:pt x="37660" y="72259"/>
                  <a:pt x="37710" y="72284"/>
                  <a:pt x="37810" y="72309"/>
                </a:cubicBezTo>
                <a:cubicBezTo>
                  <a:pt x="37909" y="72383"/>
                  <a:pt x="37984" y="72433"/>
                  <a:pt x="38084" y="72458"/>
                </a:cubicBezTo>
                <a:lnTo>
                  <a:pt x="37909" y="72458"/>
                </a:lnTo>
                <a:cubicBezTo>
                  <a:pt x="37337" y="72383"/>
                  <a:pt x="36789" y="72209"/>
                  <a:pt x="36192" y="72134"/>
                </a:cubicBezTo>
                <a:cubicBezTo>
                  <a:pt x="35346" y="71811"/>
                  <a:pt x="34599" y="71413"/>
                  <a:pt x="33977" y="70890"/>
                </a:cubicBezTo>
                <a:close/>
                <a:moveTo>
                  <a:pt x="39926" y="72458"/>
                </a:moveTo>
                <a:lnTo>
                  <a:pt x="39926" y="72458"/>
                </a:lnTo>
                <a:cubicBezTo>
                  <a:pt x="39926" y="72458"/>
                  <a:pt x="39926" y="72458"/>
                  <a:pt x="39926" y="72458"/>
                </a:cubicBezTo>
                <a:lnTo>
                  <a:pt x="39901" y="72458"/>
                </a:lnTo>
                <a:cubicBezTo>
                  <a:pt x="39908" y="72458"/>
                  <a:pt x="39917" y="72458"/>
                  <a:pt x="39926" y="72458"/>
                </a:cubicBezTo>
                <a:close/>
                <a:moveTo>
                  <a:pt x="45750" y="72309"/>
                </a:moveTo>
                <a:cubicBezTo>
                  <a:pt x="45874" y="72333"/>
                  <a:pt x="45949" y="72383"/>
                  <a:pt x="46099" y="72408"/>
                </a:cubicBezTo>
                <a:cubicBezTo>
                  <a:pt x="46099" y="72433"/>
                  <a:pt x="46049" y="72433"/>
                  <a:pt x="46049" y="72458"/>
                </a:cubicBezTo>
                <a:cubicBezTo>
                  <a:pt x="45974" y="72433"/>
                  <a:pt x="45850" y="72408"/>
                  <a:pt x="45750" y="72383"/>
                </a:cubicBezTo>
                <a:lnTo>
                  <a:pt x="45750" y="72309"/>
                </a:lnTo>
                <a:close/>
                <a:moveTo>
                  <a:pt x="7791" y="72433"/>
                </a:moveTo>
                <a:cubicBezTo>
                  <a:pt x="7791" y="72458"/>
                  <a:pt x="7766" y="72458"/>
                  <a:pt x="7766" y="72508"/>
                </a:cubicBezTo>
                <a:lnTo>
                  <a:pt x="7716" y="72458"/>
                </a:lnTo>
                <a:cubicBezTo>
                  <a:pt x="7766" y="72458"/>
                  <a:pt x="7766" y="72433"/>
                  <a:pt x="7791" y="72433"/>
                </a:cubicBezTo>
                <a:close/>
                <a:moveTo>
                  <a:pt x="19515" y="72383"/>
                </a:moveTo>
                <a:cubicBezTo>
                  <a:pt x="19515" y="72383"/>
                  <a:pt x="19515" y="72408"/>
                  <a:pt x="19490" y="72408"/>
                </a:cubicBezTo>
                <a:cubicBezTo>
                  <a:pt x="19490" y="72433"/>
                  <a:pt x="19465" y="72433"/>
                  <a:pt x="19465" y="72458"/>
                </a:cubicBezTo>
                <a:cubicBezTo>
                  <a:pt x="19440" y="72458"/>
                  <a:pt x="19415" y="72458"/>
                  <a:pt x="19390" y="72508"/>
                </a:cubicBezTo>
                <a:cubicBezTo>
                  <a:pt x="19390" y="72458"/>
                  <a:pt x="19415" y="72458"/>
                  <a:pt x="19415" y="72433"/>
                </a:cubicBezTo>
                <a:lnTo>
                  <a:pt x="19415" y="72408"/>
                </a:lnTo>
                <a:cubicBezTo>
                  <a:pt x="19440" y="72408"/>
                  <a:pt x="19490" y="72383"/>
                  <a:pt x="19515" y="72383"/>
                </a:cubicBezTo>
                <a:close/>
                <a:moveTo>
                  <a:pt x="33592" y="70544"/>
                </a:moveTo>
                <a:cubicBezTo>
                  <a:pt x="35230" y="70918"/>
                  <a:pt x="36818" y="71539"/>
                  <a:pt x="38283" y="72333"/>
                </a:cubicBezTo>
                <a:cubicBezTo>
                  <a:pt x="38308" y="72383"/>
                  <a:pt x="38382" y="72383"/>
                  <a:pt x="38407" y="72408"/>
                </a:cubicBezTo>
                <a:cubicBezTo>
                  <a:pt x="38432" y="72433"/>
                  <a:pt x="38507" y="72458"/>
                  <a:pt x="38532" y="72508"/>
                </a:cubicBezTo>
                <a:lnTo>
                  <a:pt x="38457" y="72508"/>
                </a:lnTo>
                <a:cubicBezTo>
                  <a:pt x="38283" y="72408"/>
                  <a:pt x="38084" y="72284"/>
                  <a:pt x="37909" y="72184"/>
                </a:cubicBezTo>
                <a:cubicBezTo>
                  <a:pt x="37835" y="72159"/>
                  <a:pt x="37785" y="72134"/>
                  <a:pt x="37685" y="72060"/>
                </a:cubicBezTo>
                <a:cubicBezTo>
                  <a:pt x="37212" y="71811"/>
                  <a:pt x="36764" y="71587"/>
                  <a:pt x="36267" y="71413"/>
                </a:cubicBezTo>
                <a:cubicBezTo>
                  <a:pt x="36192" y="71388"/>
                  <a:pt x="36142" y="71338"/>
                  <a:pt x="36067" y="71338"/>
                </a:cubicBezTo>
                <a:cubicBezTo>
                  <a:pt x="35669" y="71188"/>
                  <a:pt x="35221" y="71039"/>
                  <a:pt x="34798" y="70915"/>
                </a:cubicBezTo>
                <a:cubicBezTo>
                  <a:pt x="34673" y="70890"/>
                  <a:pt x="34549" y="70815"/>
                  <a:pt x="34425" y="70790"/>
                </a:cubicBezTo>
                <a:lnTo>
                  <a:pt x="33678" y="70591"/>
                </a:lnTo>
                <a:lnTo>
                  <a:pt x="33653" y="70566"/>
                </a:lnTo>
                <a:cubicBezTo>
                  <a:pt x="33614" y="70566"/>
                  <a:pt x="33606" y="70551"/>
                  <a:pt x="33592" y="70544"/>
                </a:cubicBezTo>
                <a:close/>
                <a:moveTo>
                  <a:pt x="41419" y="72284"/>
                </a:moveTo>
                <a:cubicBezTo>
                  <a:pt x="41245" y="72408"/>
                  <a:pt x="41071" y="72433"/>
                  <a:pt x="40921" y="72508"/>
                </a:cubicBezTo>
                <a:cubicBezTo>
                  <a:pt x="40921" y="72458"/>
                  <a:pt x="40896" y="72458"/>
                  <a:pt x="40896" y="72433"/>
                </a:cubicBezTo>
                <a:cubicBezTo>
                  <a:pt x="40921" y="72433"/>
                  <a:pt x="40921" y="72433"/>
                  <a:pt x="40946" y="72408"/>
                </a:cubicBezTo>
                <a:cubicBezTo>
                  <a:pt x="41046" y="72383"/>
                  <a:pt x="41170" y="72333"/>
                  <a:pt x="41270" y="72309"/>
                </a:cubicBezTo>
                <a:cubicBezTo>
                  <a:pt x="41319" y="72309"/>
                  <a:pt x="41369" y="72284"/>
                  <a:pt x="41419" y="72284"/>
                </a:cubicBezTo>
                <a:close/>
                <a:moveTo>
                  <a:pt x="63423" y="72458"/>
                </a:moveTo>
                <a:cubicBezTo>
                  <a:pt x="63423" y="72508"/>
                  <a:pt x="63423" y="72508"/>
                  <a:pt x="63448" y="72533"/>
                </a:cubicBezTo>
                <a:cubicBezTo>
                  <a:pt x="63423" y="72533"/>
                  <a:pt x="63423" y="72557"/>
                  <a:pt x="63398" y="72557"/>
                </a:cubicBezTo>
                <a:cubicBezTo>
                  <a:pt x="63398" y="72533"/>
                  <a:pt x="63348" y="72533"/>
                  <a:pt x="63348" y="72508"/>
                </a:cubicBezTo>
                <a:cubicBezTo>
                  <a:pt x="63398" y="72508"/>
                  <a:pt x="63398" y="72458"/>
                  <a:pt x="63423" y="72458"/>
                </a:cubicBezTo>
                <a:close/>
                <a:moveTo>
                  <a:pt x="43334" y="72176"/>
                </a:moveTo>
                <a:cubicBezTo>
                  <a:pt x="43592" y="72176"/>
                  <a:pt x="43849" y="72188"/>
                  <a:pt x="44107" y="72209"/>
                </a:cubicBezTo>
                <a:cubicBezTo>
                  <a:pt x="43385" y="72383"/>
                  <a:pt x="42688" y="72508"/>
                  <a:pt x="42016" y="72582"/>
                </a:cubicBezTo>
                <a:cubicBezTo>
                  <a:pt x="42016" y="72557"/>
                  <a:pt x="42041" y="72533"/>
                  <a:pt x="42041" y="72533"/>
                </a:cubicBezTo>
                <a:cubicBezTo>
                  <a:pt x="42041" y="72533"/>
                  <a:pt x="42041" y="72508"/>
                  <a:pt x="42066" y="72508"/>
                </a:cubicBezTo>
                <a:cubicBezTo>
                  <a:pt x="42066" y="72508"/>
                  <a:pt x="42066" y="72458"/>
                  <a:pt x="42116" y="72458"/>
                </a:cubicBezTo>
                <a:cubicBezTo>
                  <a:pt x="42141" y="72408"/>
                  <a:pt x="42191" y="72309"/>
                  <a:pt x="42240" y="72259"/>
                </a:cubicBezTo>
                <a:cubicBezTo>
                  <a:pt x="42605" y="72200"/>
                  <a:pt x="42969" y="72176"/>
                  <a:pt x="43334" y="72176"/>
                </a:cubicBezTo>
                <a:close/>
                <a:moveTo>
                  <a:pt x="40672" y="72533"/>
                </a:moveTo>
                <a:cubicBezTo>
                  <a:pt x="40672" y="72533"/>
                  <a:pt x="40697" y="72557"/>
                  <a:pt x="40697" y="72582"/>
                </a:cubicBezTo>
                <a:cubicBezTo>
                  <a:pt x="40672" y="72582"/>
                  <a:pt x="40672" y="72582"/>
                  <a:pt x="40647" y="72632"/>
                </a:cubicBezTo>
                <a:cubicBezTo>
                  <a:pt x="40647" y="72582"/>
                  <a:pt x="40622" y="72582"/>
                  <a:pt x="40622" y="72557"/>
                </a:cubicBezTo>
                <a:cubicBezTo>
                  <a:pt x="40647" y="72557"/>
                  <a:pt x="40647" y="72557"/>
                  <a:pt x="40672" y="72533"/>
                </a:cubicBezTo>
                <a:close/>
                <a:moveTo>
                  <a:pt x="41942" y="72309"/>
                </a:moveTo>
                <a:cubicBezTo>
                  <a:pt x="41892" y="72408"/>
                  <a:pt x="41817" y="72533"/>
                  <a:pt x="41767" y="72632"/>
                </a:cubicBezTo>
                <a:lnTo>
                  <a:pt x="41743" y="72632"/>
                </a:lnTo>
                <a:cubicBezTo>
                  <a:pt x="41767" y="72533"/>
                  <a:pt x="41817" y="72433"/>
                  <a:pt x="41892" y="72333"/>
                </a:cubicBezTo>
                <a:cubicBezTo>
                  <a:pt x="41917" y="72333"/>
                  <a:pt x="41942" y="72309"/>
                  <a:pt x="41942" y="72309"/>
                </a:cubicBezTo>
                <a:close/>
                <a:moveTo>
                  <a:pt x="39204" y="72582"/>
                </a:moveTo>
                <a:cubicBezTo>
                  <a:pt x="39204" y="72582"/>
                  <a:pt x="39179" y="72582"/>
                  <a:pt x="39154" y="72632"/>
                </a:cubicBezTo>
                <a:cubicBezTo>
                  <a:pt x="39129" y="72632"/>
                  <a:pt x="39129" y="72657"/>
                  <a:pt x="39079" y="72657"/>
                </a:cubicBezTo>
                <a:lnTo>
                  <a:pt x="39054" y="72657"/>
                </a:lnTo>
                <a:cubicBezTo>
                  <a:pt x="39054" y="72657"/>
                  <a:pt x="39029" y="72657"/>
                  <a:pt x="39029" y="72632"/>
                </a:cubicBezTo>
                <a:cubicBezTo>
                  <a:pt x="39079" y="72632"/>
                  <a:pt x="39154" y="72582"/>
                  <a:pt x="39204" y="72582"/>
                </a:cubicBezTo>
                <a:close/>
                <a:moveTo>
                  <a:pt x="38756" y="72657"/>
                </a:moveTo>
                <a:lnTo>
                  <a:pt x="38781" y="72682"/>
                </a:lnTo>
                <a:lnTo>
                  <a:pt x="38756" y="72682"/>
                </a:lnTo>
                <a:cubicBezTo>
                  <a:pt x="38756" y="72657"/>
                  <a:pt x="38706" y="72657"/>
                  <a:pt x="38681" y="72657"/>
                </a:cubicBezTo>
                <a:close/>
                <a:moveTo>
                  <a:pt x="40398" y="72632"/>
                </a:moveTo>
                <a:cubicBezTo>
                  <a:pt x="40398" y="72657"/>
                  <a:pt x="40398" y="72657"/>
                  <a:pt x="40423" y="72682"/>
                </a:cubicBezTo>
                <a:lnTo>
                  <a:pt x="40374" y="72682"/>
                </a:lnTo>
                <a:lnTo>
                  <a:pt x="40374" y="72657"/>
                </a:lnTo>
                <a:cubicBezTo>
                  <a:pt x="40398" y="72657"/>
                  <a:pt x="40398" y="72657"/>
                  <a:pt x="40398" y="72632"/>
                </a:cubicBezTo>
                <a:close/>
                <a:moveTo>
                  <a:pt x="41543" y="72458"/>
                </a:moveTo>
                <a:cubicBezTo>
                  <a:pt x="41543" y="72533"/>
                  <a:pt x="41494" y="72582"/>
                  <a:pt x="41444" y="72657"/>
                </a:cubicBezTo>
                <a:cubicBezTo>
                  <a:pt x="41319" y="72657"/>
                  <a:pt x="41195" y="72657"/>
                  <a:pt x="41046" y="72682"/>
                </a:cubicBezTo>
                <a:lnTo>
                  <a:pt x="41021" y="72657"/>
                </a:lnTo>
                <a:cubicBezTo>
                  <a:pt x="41195" y="72582"/>
                  <a:pt x="41369" y="72533"/>
                  <a:pt x="41543" y="72458"/>
                </a:cubicBezTo>
                <a:close/>
                <a:moveTo>
                  <a:pt x="37810" y="72757"/>
                </a:moveTo>
                <a:cubicBezTo>
                  <a:pt x="37835" y="72757"/>
                  <a:pt x="37860" y="72757"/>
                  <a:pt x="37909" y="72782"/>
                </a:cubicBezTo>
                <a:cubicBezTo>
                  <a:pt x="37959" y="72782"/>
                  <a:pt x="38009" y="72806"/>
                  <a:pt x="38059" y="72806"/>
                </a:cubicBezTo>
                <a:cubicBezTo>
                  <a:pt x="38133" y="72831"/>
                  <a:pt x="38183" y="72831"/>
                  <a:pt x="38208" y="72856"/>
                </a:cubicBezTo>
                <a:cubicBezTo>
                  <a:pt x="38256" y="72856"/>
                  <a:pt x="38281" y="72902"/>
                  <a:pt x="38304" y="72906"/>
                </a:cubicBezTo>
                <a:lnTo>
                  <a:pt x="38304" y="72906"/>
                </a:lnTo>
                <a:cubicBezTo>
                  <a:pt x="38257" y="72904"/>
                  <a:pt x="38195" y="72897"/>
                  <a:pt x="38133" y="72856"/>
                </a:cubicBezTo>
                <a:cubicBezTo>
                  <a:pt x="38059" y="72856"/>
                  <a:pt x="38034" y="72856"/>
                  <a:pt x="37959" y="72831"/>
                </a:cubicBezTo>
                <a:cubicBezTo>
                  <a:pt x="37934" y="72806"/>
                  <a:pt x="37884" y="72782"/>
                  <a:pt x="37810" y="72782"/>
                </a:cubicBezTo>
                <a:lnTo>
                  <a:pt x="37810" y="72757"/>
                </a:lnTo>
                <a:close/>
                <a:moveTo>
                  <a:pt x="41319" y="72831"/>
                </a:moveTo>
                <a:cubicBezTo>
                  <a:pt x="41319" y="72881"/>
                  <a:pt x="41319" y="72906"/>
                  <a:pt x="41295" y="72906"/>
                </a:cubicBezTo>
                <a:lnTo>
                  <a:pt x="41270" y="72906"/>
                </a:lnTo>
                <a:lnTo>
                  <a:pt x="41245" y="72881"/>
                </a:lnTo>
                <a:cubicBezTo>
                  <a:pt x="41245" y="72881"/>
                  <a:pt x="41245" y="72831"/>
                  <a:pt x="41195" y="72831"/>
                </a:cubicBezTo>
                <a:close/>
                <a:moveTo>
                  <a:pt x="41643" y="72831"/>
                </a:moveTo>
                <a:cubicBezTo>
                  <a:pt x="41643" y="72881"/>
                  <a:pt x="41618" y="72881"/>
                  <a:pt x="41618" y="72906"/>
                </a:cubicBezTo>
                <a:lnTo>
                  <a:pt x="41568" y="72906"/>
                </a:lnTo>
                <a:cubicBezTo>
                  <a:pt x="41568" y="72881"/>
                  <a:pt x="41618" y="72881"/>
                  <a:pt x="41618" y="72831"/>
                </a:cubicBezTo>
                <a:close/>
                <a:moveTo>
                  <a:pt x="44555" y="72309"/>
                </a:moveTo>
                <a:cubicBezTo>
                  <a:pt x="44605" y="72309"/>
                  <a:pt x="44630" y="72309"/>
                  <a:pt x="44680" y="72333"/>
                </a:cubicBezTo>
                <a:lnTo>
                  <a:pt x="44680" y="72383"/>
                </a:lnTo>
                <a:cubicBezTo>
                  <a:pt x="43734" y="72632"/>
                  <a:pt x="42788" y="72806"/>
                  <a:pt x="41867" y="72906"/>
                </a:cubicBezTo>
                <a:cubicBezTo>
                  <a:pt x="41867" y="72831"/>
                  <a:pt x="41892" y="72806"/>
                  <a:pt x="41892" y="72806"/>
                </a:cubicBezTo>
                <a:cubicBezTo>
                  <a:pt x="42763" y="72707"/>
                  <a:pt x="43634" y="72533"/>
                  <a:pt x="44555" y="72309"/>
                </a:cubicBezTo>
                <a:close/>
                <a:moveTo>
                  <a:pt x="40971" y="72881"/>
                </a:moveTo>
                <a:lnTo>
                  <a:pt x="41046" y="72931"/>
                </a:lnTo>
                <a:lnTo>
                  <a:pt x="40971" y="72931"/>
                </a:lnTo>
                <a:cubicBezTo>
                  <a:pt x="40946" y="72931"/>
                  <a:pt x="40921" y="72906"/>
                  <a:pt x="40921" y="72881"/>
                </a:cubicBezTo>
                <a:close/>
                <a:moveTo>
                  <a:pt x="39751" y="72906"/>
                </a:moveTo>
                <a:cubicBezTo>
                  <a:pt x="39677" y="72931"/>
                  <a:pt x="39652" y="72931"/>
                  <a:pt x="39577" y="72956"/>
                </a:cubicBezTo>
                <a:cubicBezTo>
                  <a:pt x="39552" y="72956"/>
                  <a:pt x="39552" y="72931"/>
                  <a:pt x="39527" y="72931"/>
                </a:cubicBezTo>
                <a:lnTo>
                  <a:pt x="39552" y="72931"/>
                </a:lnTo>
                <a:cubicBezTo>
                  <a:pt x="39627" y="72906"/>
                  <a:pt x="39677" y="72906"/>
                  <a:pt x="39751" y="72906"/>
                </a:cubicBezTo>
                <a:close/>
                <a:moveTo>
                  <a:pt x="40249" y="72931"/>
                </a:moveTo>
                <a:lnTo>
                  <a:pt x="40249" y="72956"/>
                </a:lnTo>
                <a:lnTo>
                  <a:pt x="40125" y="72956"/>
                </a:lnTo>
                <a:cubicBezTo>
                  <a:pt x="40174" y="72956"/>
                  <a:pt x="40199" y="72956"/>
                  <a:pt x="40249" y="72931"/>
                </a:cubicBezTo>
                <a:close/>
                <a:moveTo>
                  <a:pt x="40498" y="72906"/>
                </a:moveTo>
                <a:cubicBezTo>
                  <a:pt x="40498" y="72931"/>
                  <a:pt x="40523" y="72931"/>
                  <a:pt x="40523" y="72956"/>
                </a:cubicBezTo>
                <a:lnTo>
                  <a:pt x="40448" y="72956"/>
                </a:lnTo>
                <a:cubicBezTo>
                  <a:pt x="40448" y="72931"/>
                  <a:pt x="40448" y="72931"/>
                  <a:pt x="40423" y="72906"/>
                </a:cubicBezTo>
                <a:close/>
                <a:moveTo>
                  <a:pt x="45750" y="72557"/>
                </a:moveTo>
                <a:cubicBezTo>
                  <a:pt x="45850" y="72582"/>
                  <a:pt x="45899" y="72632"/>
                  <a:pt x="45974" y="72632"/>
                </a:cubicBezTo>
                <a:cubicBezTo>
                  <a:pt x="45899" y="72757"/>
                  <a:pt x="45800" y="72906"/>
                  <a:pt x="45750" y="73030"/>
                </a:cubicBezTo>
                <a:lnTo>
                  <a:pt x="45750" y="72557"/>
                </a:lnTo>
                <a:close/>
                <a:moveTo>
                  <a:pt x="52321" y="69396"/>
                </a:moveTo>
                <a:cubicBezTo>
                  <a:pt x="52321" y="69421"/>
                  <a:pt x="52346" y="69471"/>
                  <a:pt x="52346" y="69521"/>
                </a:cubicBezTo>
                <a:cubicBezTo>
                  <a:pt x="52371" y="69595"/>
                  <a:pt x="52371" y="69695"/>
                  <a:pt x="52396" y="69795"/>
                </a:cubicBezTo>
                <a:lnTo>
                  <a:pt x="52496" y="70168"/>
                </a:lnTo>
                <a:cubicBezTo>
                  <a:pt x="52396" y="70218"/>
                  <a:pt x="52346" y="70268"/>
                  <a:pt x="52247" y="70317"/>
                </a:cubicBezTo>
                <a:cubicBezTo>
                  <a:pt x="51624" y="70765"/>
                  <a:pt x="51002" y="71188"/>
                  <a:pt x="50355" y="71637"/>
                </a:cubicBezTo>
                <a:lnTo>
                  <a:pt x="49782" y="72010"/>
                </a:lnTo>
                <a:cubicBezTo>
                  <a:pt x="49235" y="72383"/>
                  <a:pt x="48662" y="72707"/>
                  <a:pt x="48140" y="73055"/>
                </a:cubicBezTo>
                <a:cubicBezTo>
                  <a:pt x="47642" y="72806"/>
                  <a:pt x="47169" y="72582"/>
                  <a:pt x="46671" y="72408"/>
                </a:cubicBezTo>
                <a:cubicBezTo>
                  <a:pt x="46771" y="72259"/>
                  <a:pt x="46845" y="72060"/>
                  <a:pt x="46920" y="71885"/>
                </a:cubicBezTo>
                <a:cubicBezTo>
                  <a:pt x="46920" y="71836"/>
                  <a:pt x="46970" y="71836"/>
                  <a:pt x="46970" y="71811"/>
                </a:cubicBezTo>
                <a:cubicBezTo>
                  <a:pt x="48712" y="71188"/>
                  <a:pt x="50504" y="70392"/>
                  <a:pt x="52321" y="69396"/>
                </a:cubicBezTo>
                <a:close/>
                <a:moveTo>
                  <a:pt x="41519" y="73080"/>
                </a:moveTo>
                <a:cubicBezTo>
                  <a:pt x="41494" y="73130"/>
                  <a:pt x="41494" y="73155"/>
                  <a:pt x="41444" y="73155"/>
                </a:cubicBezTo>
                <a:cubicBezTo>
                  <a:pt x="41444" y="73130"/>
                  <a:pt x="41444" y="73130"/>
                  <a:pt x="41494" y="73080"/>
                </a:cubicBezTo>
                <a:close/>
                <a:moveTo>
                  <a:pt x="50495" y="71776"/>
                </a:moveTo>
                <a:lnTo>
                  <a:pt x="50006" y="72109"/>
                </a:lnTo>
                <a:cubicBezTo>
                  <a:pt x="49484" y="72458"/>
                  <a:pt x="48911" y="72806"/>
                  <a:pt x="48388" y="73155"/>
                </a:cubicBezTo>
                <a:cubicBezTo>
                  <a:pt x="48388" y="73167"/>
                  <a:pt x="48382" y="73174"/>
                  <a:pt x="48373" y="73174"/>
                </a:cubicBezTo>
                <a:cubicBezTo>
                  <a:pt x="48364" y="73174"/>
                  <a:pt x="48351" y="73167"/>
                  <a:pt x="48339" y="73155"/>
                </a:cubicBezTo>
                <a:lnTo>
                  <a:pt x="48339" y="73155"/>
                </a:lnTo>
                <a:cubicBezTo>
                  <a:pt x="48339" y="73155"/>
                  <a:pt x="48339" y="73155"/>
                  <a:pt x="48339" y="73155"/>
                </a:cubicBezTo>
                <a:lnTo>
                  <a:pt x="48339" y="73155"/>
                </a:lnTo>
                <a:cubicBezTo>
                  <a:pt x="48351" y="73167"/>
                  <a:pt x="48351" y="73174"/>
                  <a:pt x="48348" y="73174"/>
                </a:cubicBezTo>
                <a:cubicBezTo>
                  <a:pt x="48345" y="73174"/>
                  <a:pt x="48339" y="73167"/>
                  <a:pt x="48339" y="73155"/>
                </a:cubicBezTo>
                <a:lnTo>
                  <a:pt x="48339" y="73155"/>
                </a:lnTo>
                <a:cubicBezTo>
                  <a:pt x="48339" y="73155"/>
                  <a:pt x="48339" y="73155"/>
                  <a:pt x="48339" y="73155"/>
                </a:cubicBezTo>
                <a:cubicBezTo>
                  <a:pt x="48488" y="73055"/>
                  <a:pt x="48637" y="72956"/>
                  <a:pt x="48837" y="72831"/>
                </a:cubicBezTo>
                <a:cubicBezTo>
                  <a:pt x="49036" y="72707"/>
                  <a:pt x="49235" y="72557"/>
                  <a:pt x="49459" y="72433"/>
                </a:cubicBezTo>
                <a:cubicBezTo>
                  <a:pt x="49608" y="72333"/>
                  <a:pt x="49782" y="72209"/>
                  <a:pt x="49957" y="72134"/>
                </a:cubicBezTo>
                <a:cubicBezTo>
                  <a:pt x="50131" y="72010"/>
                  <a:pt x="50305" y="71910"/>
                  <a:pt x="50479" y="71786"/>
                </a:cubicBezTo>
                <a:cubicBezTo>
                  <a:pt x="50485" y="71783"/>
                  <a:pt x="50490" y="71779"/>
                  <a:pt x="50495" y="71776"/>
                </a:cubicBezTo>
                <a:close/>
                <a:moveTo>
                  <a:pt x="41170" y="73130"/>
                </a:moveTo>
                <a:lnTo>
                  <a:pt x="41195" y="73155"/>
                </a:lnTo>
                <a:cubicBezTo>
                  <a:pt x="41195" y="73180"/>
                  <a:pt x="41170" y="73180"/>
                  <a:pt x="41170" y="73205"/>
                </a:cubicBezTo>
                <a:cubicBezTo>
                  <a:pt x="41145" y="73180"/>
                  <a:pt x="41145" y="73155"/>
                  <a:pt x="41120" y="73130"/>
                </a:cubicBezTo>
                <a:close/>
                <a:moveTo>
                  <a:pt x="46596" y="72582"/>
                </a:moveTo>
                <a:cubicBezTo>
                  <a:pt x="47044" y="72757"/>
                  <a:pt x="47492" y="72956"/>
                  <a:pt x="47916" y="73180"/>
                </a:cubicBezTo>
                <a:cubicBezTo>
                  <a:pt x="47891" y="73180"/>
                  <a:pt x="47891" y="73205"/>
                  <a:pt x="47866" y="73205"/>
                </a:cubicBezTo>
                <a:cubicBezTo>
                  <a:pt x="47468" y="73006"/>
                  <a:pt x="46995" y="72806"/>
                  <a:pt x="46547" y="72657"/>
                </a:cubicBezTo>
                <a:cubicBezTo>
                  <a:pt x="46547" y="72632"/>
                  <a:pt x="46596" y="72632"/>
                  <a:pt x="46596" y="72582"/>
                </a:cubicBezTo>
                <a:close/>
                <a:moveTo>
                  <a:pt x="29247" y="70292"/>
                </a:moveTo>
                <a:cubicBezTo>
                  <a:pt x="29770" y="70292"/>
                  <a:pt x="30318" y="70317"/>
                  <a:pt x="30840" y="70342"/>
                </a:cubicBezTo>
                <a:cubicBezTo>
                  <a:pt x="30965" y="70342"/>
                  <a:pt x="31114" y="70392"/>
                  <a:pt x="31239" y="70392"/>
                </a:cubicBezTo>
                <a:cubicBezTo>
                  <a:pt x="31687" y="70417"/>
                  <a:pt x="32110" y="70467"/>
                  <a:pt x="32558" y="70566"/>
                </a:cubicBezTo>
                <a:cubicBezTo>
                  <a:pt x="32259" y="71039"/>
                  <a:pt x="32035" y="71462"/>
                  <a:pt x="31786" y="71935"/>
                </a:cubicBezTo>
                <a:cubicBezTo>
                  <a:pt x="30069" y="72134"/>
                  <a:pt x="28326" y="72557"/>
                  <a:pt x="26609" y="73254"/>
                </a:cubicBezTo>
                <a:cubicBezTo>
                  <a:pt x="25314" y="72757"/>
                  <a:pt x="24169" y="72060"/>
                  <a:pt x="23248" y="71164"/>
                </a:cubicBezTo>
                <a:cubicBezTo>
                  <a:pt x="23497" y="71089"/>
                  <a:pt x="23721" y="71039"/>
                  <a:pt x="23970" y="70964"/>
                </a:cubicBezTo>
                <a:cubicBezTo>
                  <a:pt x="24020" y="70940"/>
                  <a:pt x="24120" y="70940"/>
                  <a:pt x="24169" y="70915"/>
                </a:cubicBezTo>
                <a:lnTo>
                  <a:pt x="25016" y="70716"/>
                </a:lnTo>
                <a:cubicBezTo>
                  <a:pt x="25115" y="70691"/>
                  <a:pt x="25215" y="70691"/>
                  <a:pt x="25265" y="70666"/>
                </a:cubicBezTo>
                <a:cubicBezTo>
                  <a:pt x="25538" y="70591"/>
                  <a:pt x="25787" y="70566"/>
                  <a:pt x="26086" y="70516"/>
                </a:cubicBezTo>
                <a:cubicBezTo>
                  <a:pt x="26211" y="70467"/>
                  <a:pt x="26285" y="70467"/>
                  <a:pt x="26410" y="70467"/>
                </a:cubicBezTo>
                <a:cubicBezTo>
                  <a:pt x="26659" y="70442"/>
                  <a:pt x="26907" y="70417"/>
                  <a:pt x="27131" y="70392"/>
                </a:cubicBezTo>
                <a:cubicBezTo>
                  <a:pt x="27281" y="70342"/>
                  <a:pt x="27480" y="70342"/>
                  <a:pt x="27629" y="70342"/>
                </a:cubicBezTo>
                <a:cubicBezTo>
                  <a:pt x="27828" y="70342"/>
                  <a:pt x="28003" y="70317"/>
                  <a:pt x="28202" y="70317"/>
                </a:cubicBezTo>
                <a:cubicBezTo>
                  <a:pt x="28525" y="70292"/>
                  <a:pt x="28874" y="70292"/>
                  <a:pt x="29222" y="70292"/>
                </a:cubicBezTo>
                <a:close/>
                <a:moveTo>
                  <a:pt x="38557" y="73180"/>
                </a:moveTo>
                <a:lnTo>
                  <a:pt x="38557" y="73180"/>
                </a:lnTo>
                <a:cubicBezTo>
                  <a:pt x="38532" y="73205"/>
                  <a:pt x="38457" y="73254"/>
                  <a:pt x="38432" y="73279"/>
                </a:cubicBezTo>
                <a:cubicBezTo>
                  <a:pt x="38398" y="73296"/>
                  <a:pt x="38340" y="73302"/>
                  <a:pt x="38283" y="73311"/>
                </a:cubicBezTo>
                <a:lnTo>
                  <a:pt x="38283" y="73311"/>
                </a:lnTo>
                <a:cubicBezTo>
                  <a:pt x="38312" y="73299"/>
                  <a:pt x="38344" y="73280"/>
                  <a:pt x="38382" y="73254"/>
                </a:cubicBezTo>
                <a:cubicBezTo>
                  <a:pt x="38432" y="73205"/>
                  <a:pt x="38507" y="73205"/>
                  <a:pt x="38557" y="73180"/>
                </a:cubicBezTo>
                <a:close/>
                <a:moveTo>
                  <a:pt x="48214" y="73304"/>
                </a:moveTo>
                <a:cubicBezTo>
                  <a:pt x="48187" y="73304"/>
                  <a:pt x="48174" y="73312"/>
                  <a:pt x="48165" y="73319"/>
                </a:cubicBezTo>
                <a:lnTo>
                  <a:pt x="48165" y="73319"/>
                </a:lnTo>
                <a:cubicBezTo>
                  <a:pt x="48166" y="73304"/>
                  <a:pt x="48173" y="73304"/>
                  <a:pt x="48214" y="73304"/>
                </a:cubicBezTo>
                <a:close/>
                <a:moveTo>
                  <a:pt x="39253" y="73254"/>
                </a:moveTo>
                <a:cubicBezTo>
                  <a:pt x="39278" y="73254"/>
                  <a:pt x="39278" y="73254"/>
                  <a:pt x="39278" y="73279"/>
                </a:cubicBezTo>
                <a:cubicBezTo>
                  <a:pt x="39303" y="73304"/>
                  <a:pt x="39328" y="73304"/>
                  <a:pt x="39378" y="73329"/>
                </a:cubicBezTo>
                <a:cubicBezTo>
                  <a:pt x="39303" y="73304"/>
                  <a:pt x="39278" y="73304"/>
                  <a:pt x="39204" y="73279"/>
                </a:cubicBezTo>
                <a:cubicBezTo>
                  <a:pt x="39253" y="73279"/>
                  <a:pt x="39253" y="73279"/>
                  <a:pt x="39253" y="73254"/>
                </a:cubicBezTo>
                <a:close/>
                <a:moveTo>
                  <a:pt x="48140" y="73304"/>
                </a:moveTo>
                <a:cubicBezTo>
                  <a:pt x="48140" y="73304"/>
                  <a:pt x="48158" y="73304"/>
                  <a:pt x="48163" y="73320"/>
                </a:cubicBezTo>
                <a:lnTo>
                  <a:pt x="48163" y="73320"/>
                </a:lnTo>
                <a:cubicBezTo>
                  <a:pt x="48156" y="73325"/>
                  <a:pt x="48150" y="73329"/>
                  <a:pt x="48140" y="73329"/>
                </a:cubicBezTo>
                <a:lnTo>
                  <a:pt x="48090" y="73329"/>
                </a:lnTo>
                <a:cubicBezTo>
                  <a:pt x="48115" y="73329"/>
                  <a:pt x="48115" y="73304"/>
                  <a:pt x="48140" y="73304"/>
                </a:cubicBezTo>
                <a:close/>
                <a:moveTo>
                  <a:pt x="23074" y="71213"/>
                </a:moveTo>
                <a:cubicBezTo>
                  <a:pt x="23995" y="72134"/>
                  <a:pt x="25090" y="72831"/>
                  <a:pt x="26385" y="73329"/>
                </a:cubicBezTo>
                <a:cubicBezTo>
                  <a:pt x="26360" y="73329"/>
                  <a:pt x="26335" y="73379"/>
                  <a:pt x="26285" y="73379"/>
                </a:cubicBezTo>
                <a:cubicBezTo>
                  <a:pt x="25033" y="72888"/>
                  <a:pt x="23926" y="72154"/>
                  <a:pt x="23012" y="71251"/>
                </a:cubicBezTo>
                <a:lnTo>
                  <a:pt x="23012" y="71251"/>
                </a:lnTo>
                <a:cubicBezTo>
                  <a:pt x="23013" y="71251"/>
                  <a:pt x="23014" y="71251"/>
                  <a:pt x="23015" y="71251"/>
                </a:cubicBezTo>
                <a:cubicBezTo>
                  <a:pt x="23031" y="71251"/>
                  <a:pt x="23049" y="71238"/>
                  <a:pt x="23074" y="71213"/>
                </a:cubicBezTo>
                <a:close/>
                <a:moveTo>
                  <a:pt x="31711" y="72134"/>
                </a:moveTo>
                <a:cubicBezTo>
                  <a:pt x="31711" y="72159"/>
                  <a:pt x="31687" y="72159"/>
                  <a:pt x="31687" y="72184"/>
                </a:cubicBezTo>
                <a:cubicBezTo>
                  <a:pt x="30094" y="72333"/>
                  <a:pt x="28550" y="72757"/>
                  <a:pt x="27007" y="73379"/>
                </a:cubicBezTo>
                <a:cubicBezTo>
                  <a:pt x="26982" y="73379"/>
                  <a:pt x="26957" y="73329"/>
                  <a:pt x="26907" y="73329"/>
                </a:cubicBezTo>
                <a:cubicBezTo>
                  <a:pt x="28476" y="72707"/>
                  <a:pt x="30069" y="72309"/>
                  <a:pt x="31711" y="72134"/>
                </a:cubicBezTo>
                <a:close/>
                <a:moveTo>
                  <a:pt x="41319" y="73304"/>
                </a:moveTo>
                <a:cubicBezTo>
                  <a:pt x="41369" y="73329"/>
                  <a:pt x="41369" y="73329"/>
                  <a:pt x="41369" y="73379"/>
                </a:cubicBezTo>
                <a:cubicBezTo>
                  <a:pt x="41369" y="73404"/>
                  <a:pt x="41319" y="73404"/>
                  <a:pt x="41319" y="73429"/>
                </a:cubicBezTo>
                <a:lnTo>
                  <a:pt x="41319" y="73404"/>
                </a:lnTo>
                <a:lnTo>
                  <a:pt x="41295" y="73379"/>
                </a:lnTo>
                <a:cubicBezTo>
                  <a:pt x="41295" y="73329"/>
                  <a:pt x="41319" y="73329"/>
                  <a:pt x="41319" y="73304"/>
                </a:cubicBezTo>
                <a:close/>
                <a:moveTo>
                  <a:pt x="40896" y="73130"/>
                </a:moveTo>
                <a:cubicBezTo>
                  <a:pt x="40921" y="73205"/>
                  <a:pt x="40996" y="73304"/>
                  <a:pt x="41046" y="73379"/>
                </a:cubicBezTo>
                <a:cubicBezTo>
                  <a:pt x="41021" y="73404"/>
                  <a:pt x="40996" y="73454"/>
                  <a:pt x="40996" y="73503"/>
                </a:cubicBezTo>
                <a:cubicBezTo>
                  <a:pt x="40921" y="73379"/>
                  <a:pt x="40871" y="73254"/>
                  <a:pt x="40822" y="73130"/>
                </a:cubicBezTo>
                <a:close/>
                <a:moveTo>
                  <a:pt x="26609" y="73454"/>
                </a:moveTo>
                <a:cubicBezTo>
                  <a:pt x="26683" y="73454"/>
                  <a:pt x="26708" y="73454"/>
                  <a:pt x="26708" y="73503"/>
                </a:cubicBezTo>
                <a:cubicBezTo>
                  <a:pt x="26683" y="73503"/>
                  <a:pt x="26634" y="73528"/>
                  <a:pt x="26609" y="73528"/>
                </a:cubicBezTo>
                <a:lnTo>
                  <a:pt x="26584" y="73528"/>
                </a:lnTo>
                <a:cubicBezTo>
                  <a:pt x="26559" y="73528"/>
                  <a:pt x="26559" y="73503"/>
                  <a:pt x="26509" y="73503"/>
                </a:cubicBezTo>
                <a:cubicBezTo>
                  <a:pt x="26559" y="73503"/>
                  <a:pt x="26584" y="73454"/>
                  <a:pt x="26609" y="73454"/>
                </a:cubicBezTo>
                <a:close/>
                <a:moveTo>
                  <a:pt x="40324" y="73155"/>
                </a:moveTo>
                <a:cubicBezTo>
                  <a:pt x="40349" y="73205"/>
                  <a:pt x="40349" y="73254"/>
                  <a:pt x="40398" y="73304"/>
                </a:cubicBezTo>
                <a:lnTo>
                  <a:pt x="40398" y="73329"/>
                </a:lnTo>
                <a:cubicBezTo>
                  <a:pt x="40423" y="73404"/>
                  <a:pt x="40448" y="73503"/>
                  <a:pt x="40498" y="73553"/>
                </a:cubicBezTo>
                <a:lnTo>
                  <a:pt x="40498" y="73578"/>
                </a:lnTo>
                <a:lnTo>
                  <a:pt x="40299" y="73478"/>
                </a:lnTo>
                <a:cubicBezTo>
                  <a:pt x="40150" y="73354"/>
                  <a:pt x="40000" y="73279"/>
                  <a:pt x="39826" y="73155"/>
                </a:cubicBezTo>
                <a:close/>
                <a:moveTo>
                  <a:pt x="45501" y="72508"/>
                </a:moveTo>
                <a:cubicBezTo>
                  <a:pt x="45526" y="72508"/>
                  <a:pt x="45526" y="72508"/>
                  <a:pt x="45551" y="72533"/>
                </a:cubicBezTo>
                <a:cubicBezTo>
                  <a:pt x="45551" y="72831"/>
                  <a:pt x="45551" y="73180"/>
                  <a:pt x="45526" y="73503"/>
                </a:cubicBezTo>
                <a:cubicBezTo>
                  <a:pt x="45506" y="73544"/>
                  <a:pt x="45486" y="73568"/>
                  <a:pt x="45479" y="73615"/>
                </a:cubicBezTo>
                <a:lnTo>
                  <a:pt x="45479" y="73615"/>
                </a:lnTo>
                <a:cubicBezTo>
                  <a:pt x="45503" y="73253"/>
                  <a:pt x="45525" y="72869"/>
                  <a:pt x="45501" y="72508"/>
                </a:cubicBezTo>
                <a:close/>
                <a:moveTo>
                  <a:pt x="41170" y="73553"/>
                </a:moveTo>
                <a:lnTo>
                  <a:pt x="41195" y="73578"/>
                </a:lnTo>
                <a:lnTo>
                  <a:pt x="41120" y="73777"/>
                </a:lnTo>
                <a:lnTo>
                  <a:pt x="41071" y="73752"/>
                </a:lnTo>
                <a:lnTo>
                  <a:pt x="41170" y="73553"/>
                </a:lnTo>
                <a:close/>
                <a:moveTo>
                  <a:pt x="40622" y="73205"/>
                </a:moveTo>
                <a:cubicBezTo>
                  <a:pt x="40647" y="73254"/>
                  <a:pt x="40672" y="73329"/>
                  <a:pt x="40747" y="73429"/>
                </a:cubicBezTo>
                <a:lnTo>
                  <a:pt x="40822" y="73628"/>
                </a:lnTo>
                <a:cubicBezTo>
                  <a:pt x="40871" y="73653"/>
                  <a:pt x="40871" y="73702"/>
                  <a:pt x="40896" y="73752"/>
                </a:cubicBezTo>
                <a:cubicBezTo>
                  <a:pt x="40896" y="73752"/>
                  <a:pt x="40896" y="73777"/>
                  <a:pt x="40871" y="73777"/>
                </a:cubicBezTo>
                <a:lnTo>
                  <a:pt x="40871" y="73802"/>
                </a:lnTo>
                <a:cubicBezTo>
                  <a:pt x="40772" y="73653"/>
                  <a:pt x="40697" y="73503"/>
                  <a:pt x="40622" y="73329"/>
                </a:cubicBezTo>
                <a:cubicBezTo>
                  <a:pt x="40573" y="73279"/>
                  <a:pt x="40573" y="73254"/>
                  <a:pt x="40548" y="73205"/>
                </a:cubicBezTo>
                <a:close/>
                <a:moveTo>
                  <a:pt x="31562" y="72408"/>
                </a:moveTo>
                <a:cubicBezTo>
                  <a:pt x="31239" y="72956"/>
                  <a:pt x="30965" y="73503"/>
                  <a:pt x="30691" y="74051"/>
                </a:cubicBezTo>
                <a:cubicBezTo>
                  <a:pt x="29471" y="74001"/>
                  <a:pt x="28351" y="73777"/>
                  <a:pt x="27306" y="73454"/>
                </a:cubicBezTo>
                <a:cubicBezTo>
                  <a:pt x="28700" y="72931"/>
                  <a:pt x="30118" y="72557"/>
                  <a:pt x="31562" y="72408"/>
                </a:cubicBezTo>
                <a:close/>
                <a:moveTo>
                  <a:pt x="31861" y="72383"/>
                </a:moveTo>
                <a:cubicBezTo>
                  <a:pt x="31562" y="72931"/>
                  <a:pt x="31239" y="73503"/>
                  <a:pt x="30965" y="74051"/>
                </a:cubicBezTo>
                <a:lnTo>
                  <a:pt x="30915" y="74051"/>
                </a:lnTo>
                <a:cubicBezTo>
                  <a:pt x="31189" y="73503"/>
                  <a:pt x="31487" y="72931"/>
                  <a:pt x="31811" y="72383"/>
                </a:cubicBezTo>
                <a:close/>
                <a:moveTo>
                  <a:pt x="33230" y="72321"/>
                </a:moveTo>
                <a:cubicBezTo>
                  <a:pt x="34209" y="72321"/>
                  <a:pt x="35167" y="72414"/>
                  <a:pt x="36092" y="72557"/>
                </a:cubicBezTo>
                <a:cubicBezTo>
                  <a:pt x="36565" y="72707"/>
                  <a:pt x="37088" y="72881"/>
                  <a:pt x="37636" y="72956"/>
                </a:cubicBezTo>
                <a:lnTo>
                  <a:pt x="37710" y="72956"/>
                </a:lnTo>
                <a:cubicBezTo>
                  <a:pt x="37884" y="73006"/>
                  <a:pt x="38034" y="73030"/>
                  <a:pt x="38183" y="73080"/>
                </a:cubicBezTo>
                <a:cubicBezTo>
                  <a:pt x="38208" y="73080"/>
                  <a:pt x="38208" y="73080"/>
                  <a:pt x="38258" y="73130"/>
                </a:cubicBezTo>
                <a:cubicBezTo>
                  <a:pt x="35945" y="73742"/>
                  <a:pt x="33757" y="74086"/>
                  <a:pt x="31748" y="74086"/>
                </a:cubicBezTo>
                <a:cubicBezTo>
                  <a:pt x="31552" y="74086"/>
                  <a:pt x="31357" y="74082"/>
                  <a:pt x="31164" y="74076"/>
                </a:cubicBezTo>
                <a:cubicBezTo>
                  <a:pt x="31463" y="73503"/>
                  <a:pt x="31736" y="72931"/>
                  <a:pt x="32060" y="72383"/>
                </a:cubicBezTo>
                <a:cubicBezTo>
                  <a:pt x="32234" y="72383"/>
                  <a:pt x="32433" y="72333"/>
                  <a:pt x="32608" y="72333"/>
                </a:cubicBezTo>
                <a:cubicBezTo>
                  <a:pt x="32816" y="72325"/>
                  <a:pt x="33023" y="72321"/>
                  <a:pt x="33230" y="72321"/>
                </a:cubicBezTo>
                <a:close/>
                <a:moveTo>
                  <a:pt x="27007" y="73553"/>
                </a:moveTo>
                <a:cubicBezTo>
                  <a:pt x="28102" y="73926"/>
                  <a:pt x="29322" y="74151"/>
                  <a:pt x="30591" y="74200"/>
                </a:cubicBezTo>
                <a:cubicBezTo>
                  <a:pt x="30591" y="74225"/>
                  <a:pt x="30566" y="74225"/>
                  <a:pt x="30566" y="74275"/>
                </a:cubicBezTo>
                <a:cubicBezTo>
                  <a:pt x="29247" y="74175"/>
                  <a:pt x="28003" y="73951"/>
                  <a:pt x="26932" y="73578"/>
                </a:cubicBezTo>
                <a:cubicBezTo>
                  <a:pt x="26957" y="73578"/>
                  <a:pt x="26982" y="73578"/>
                  <a:pt x="27007" y="73553"/>
                </a:cubicBezTo>
                <a:close/>
                <a:moveTo>
                  <a:pt x="30840" y="74250"/>
                </a:moveTo>
                <a:cubicBezTo>
                  <a:pt x="30840" y="74275"/>
                  <a:pt x="30815" y="74275"/>
                  <a:pt x="30815" y="74300"/>
                </a:cubicBezTo>
                <a:lnTo>
                  <a:pt x="30741" y="74300"/>
                </a:lnTo>
                <a:cubicBezTo>
                  <a:pt x="30790" y="74275"/>
                  <a:pt x="30790" y="74275"/>
                  <a:pt x="30790" y="74250"/>
                </a:cubicBezTo>
                <a:close/>
                <a:moveTo>
                  <a:pt x="41369" y="73777"/>
                </a:moveTo>
                <a:cubicBezTo>
                  <a:pt x="41394" y="73827"/>
                  <a:pt x="41444" y="73902"/>
                  <a:pt x="41519" y="73951"/>
                </a:cubicBezTo>
                <a:cubicBezTo>
                  <a:pt x="41618" y="74076"/>
                  <a:pt x="41668" y="74200"/>
                  <a:pt x="41767" y="74300"/>
                </a:cubicBezTo>
                <a:cubicBezTo>
                  <a:pt x="41568" y="74200"/>
                  <a:pt x="41419" y="74126"/>
                  <a:pt x="41270" y="74026"/>
                </a:cubicBezTo>
                <a:cubicBezTo>
                  <a:pt x="41270" y="74001"/>
                  <a:pt x="41245" y="74001"/>
                  <a:pt x="41245" y="73951"/>
                </a:cubicBezTo>
                <a:cubicBezTo>
                  <a:pt x="41270" y="73902"/>
                  <a:pt x="41295" y="73827"/>
                  <a:pt x="41369" y="73777"/>
                </a:cubicBezTo>
                <a:close/>
                <a:moveTo>
                  <a:pt x="37835" y="73404"/>
                </a:moveTo>
                <a:lnTo>
                  <a:pt x="37835" y="73404"/>
                </a:lnTo>
                <a:cubicBezTo>
                  <a:pt x="37785" y="73429"/>
                  <a:pt x="37760" y="73454"/>
                  <a:pt x="37685" y="73503"/>
                </a:cubicBezTo>
                <a:cubicBezTo>
                  <a:pt x="35570" y="74026"/>
                  <a:pt x="33528" y="74325"/>
                  <a:pt x="31662" y="74325"/>
                </a:cubicBezTo>
                <a:cubicBezTo>
                  <a:pt x="31438" y="74325"/>
                  <a:pt x="31239" y="74300"/>
                  <a:pt x="31039" y="74300"/>
                </a:cubicBezTo>
                <a:cubicBezTo>
                  <a:pt x="31039" y="74275"/>
                  <a:pt x="31064" y="74275"/>
                  <a:pt x="31064" y="74250"/>
                </a:cubicBezTo>
                <a:cubicBezTo>
                  <a:pt x="31225" y="74254"/>
                  <a:pt x="31386" y="74256"/>
                  <a:pt x="31548" y="74256"/>
                </a:cubicBezTo>
                <a:cubicBezTo>
                  <a:pt x="33503" y="74256"/>
                  <a:pt x="35605" y="73978"/>
                  <a:pt x="37835" y="73404"/>
                </a:cubicBezTo>
                <a:close/>
                <a:moveTo>
                  <a:pt x="46497" y="72806"/>
                </a:moveTo>
                <a:cubicBezTo>
                  <a:pt x="46895" y="72956"/>
                  <a:pt x="47293" y="73130"/>
                  <a:pt x="47716" y="73329"/>
                </a:cubicBezTo>
                <a:cubicBezTo>
                  <a:pt x="47667" y="73379"/>
                  <a:pt x="47642" y="73379"/>
                  <a:pt x="47617" y="73404"/>
                </a:cubicBezTo>
                <a:cubicBezTo>
                  <a:pt x="46995" y="73777"/>
                  <a:pt x="46372" y="74151"/>
                  <a:pt x="45725" y="74499"/>
                </a:cubicBezTo>
                <a:cubicBezTo>
                  <a:pt x="45974" y="73902"/>
                  <a:pt x="46223" y="73404"/>
                  <a:pt x="46497" y="72806"/>
                </a:cubicBezTo>
                <a:close/>
                <a:moveTo>
                  <a:pt x="41494" y="73503"/>
                </a:moveTo>
                <a:cubicBezTo>
                  <a:pt x="41519" y="73528"/>
                  <a:pt x="41543" y="73553"/>
                  <a:pt x="41543" y="73578"/>
                </a:cubicBezTo>
                <a:cubicBezTo>
                  <a:pt x="41743" y="73877"/>
                  <a:pt x="41917" y="74126"/>
                  <a:pt x="42116" y="74399"/>
                </a:cubicBezTo>
                <a:cubicBezTo>
                  <a:pt x="42166" y="74499"/>
                  <a:pt x="42191" y="74549"/>
                  <a:pt x="42265" y="74648"/>
                </a:cubicBezTo>
                <a:cubicBezTo>
                  <a:pt x="42240" y="74623"/>
                  <a:pt x="42191" y="74574"/>
                  <a:pt x="42141" y="74549"/>
                </a:cubicBezTo>
                <a:cubicBezTo>
                  <a:pt x="41942" y="74250"/>
                  <a:pt x="41743" y="73951"/>
                  <a:pt x="41519" y="73653"/>
                </a:cubicBezTo>
                <a:cubicBezTo>
                  <a:pt x="41494" y="73628"/>
                  <a:pt x="41494" y="73578"/>
                  <a:pt x="41444" y="73553"/>
                </a:cubicBezTo>
                <a:cubicBezTo>
                  <a:pt x="41444" y="73528"/>
                  <a:pt x="41494" y="73528"/>
                  <a:pt x="41494" y="73503"/>
                </a:cubicBezTo>
                <a:close/>
                <a:moveTo>
                  <a:pt x="47916" y="73454"/>
                </a:moveTo>
                <a:cubicBezTo>
                  <a:pt x="47866" y="73503"/>
                  <a:pt x="47816" y="73528"/>
                  <a:pt x="47766" y="73553"/>
                </a:cubicBezTo>
                <a:cubicBezTo>
                  <a:pt x="47069" y="73951"/>
                  <a:pt x="46372" y="74399"/>
                  <a:pt x="45675" y="74773"/>
                </a:cubicBezTo>
                <a:cubicBezTo>
                  <a:pt x="45655" y="74793"/>
                  <a:pt x="45634" y="74797"/>
                  <a:pt x="45600" y="74811"/>
                </a:cubicBezTo>
                <a:lnTo>
                  <a:pt x="45600" y="74811"/>
                </a:lnTo>
                <a:cubicBezTo>
                  <a:pt x="45601" y="74808"/>
                  <a:pt x="45601" y="74803"/>
                  <a:pt x="45601" y="74798"/>
                </a:cubicBezTo>
                <a:lnTo>
                  <a:pt x="45601" y="74773"/>
                </a:lnTo>
                <a:cubicBezTo>
                  <a:pt x="45899" y="74574"/>
                  <a:pt x="46223" y="74399"/>
                  <a:pt x="46522" y="74250"/>
                </a:cubicBezTo>
                <a:cubicBezTo>
                  <a:pt x="46895" y="74026"/>
                  <a:pt x="47293" y="73802"/>
                  <a:pt x="47667" y="73553"/>
                </a:cubicBezTo>
                <a:lnTo>
                  <a:pt x="47866" y="73454"/>
                </a:lnTo>
                <a:close/>
                <a:moveTo>
                  <a:pt x="41519" y="74375"/>
                </a:moveTo>
                <a:lnTo>
                  <a:pt x="41519" y="74375"/>
                </a:lnTo>
                <a:cubicBezTo>
                  <a:pt x="41668" y="74449"/>
                  <a:pt x="41817" y="74549"/>
                  <a:pt x="41991" y="74673"/>
                </a:cubicBezTo>
                <a:cubicBezTo>
                  <a:pt x="42016" y="74748"/>
                  <a:pt x="42041" y="74773"/>
                  <a:pt x="42066" y="74823"/>
                </a:cubicBezTo>
                <a:cubicBezTo>
                  <a:pt x="41917" y="74748"/>
                  <a:pt x="41792" y="74623"/>
                  <a:pt x="41643" y="74524"/>
                </a:cubicBezTo>
                <a:cubicBezTo>
                  <a:pt x="41568" y="74449"/>
                  <a:pt x="41543" y="74424"/>
                  <a:pt x="41519" y="74375"/>
                </a:cubicBezTo>
                <a:close/>
                <a:moveTo>
                  <a:pt x="45544" y="74860"/>
                </a:moveTo>
                <a:cubicBezTo>
                  <a:pt x="45539" y="74867"/>
                  <a:pt x="45534" y="74872"/>
                  <a:pt x="45526" y="74872"/>
                </a:cubicBezTo>
                <a:cubicBezTo>
                  <a:pt x="45532" y="74868"/>
                  <a:pt x="45538" y="74864"/>
                  <a:pt x="45544" y="74860"/>
                </a:cubicBezTo>
                <a:close/>
                <a:moveTo>
                  <a:pt x="41519" y="74773"/>
                </a:moveTo>
                <a:lnTo>
                  <a:pt x="41693" y="74947"/>
                </a:lnTo>
                <a:cubicBezTo>
                  <a:pt x="41743" y="74997"/>
                  <a:pt x="41792" y="75047"/>
                  <a:pt x="41867" y="75071"/>
                </a:cubicBezTo>
                <a:lnTo>
                  <a:pt x="41817" y="75121"/>
                </a:lnTo>
                <a:cubicBezTo>
                  <a:pt x="41767" y="75047"/>
                  <a:pt x="41743" y="74997"/>
                  <a:pt x="41668" y="74947"/>
                </a:cubicBezTo>
                <a:cubicBezTo>
                  <a:pt x="41618" y="74897"/>
                  <a:pt x="41543" y="74823"/>
                  <a:pt x="41519" y="74773"/>
                </a:cubicBezTo>
                <a:close/>
                <a:moveTo>
                  <a:pt x="42415" y="74997"/>
                </a:moveTo>
                <a:lnTo>
                  <a:pt x="42415" y="74997"/>
                </a:lnTo>
                <a:cubicBezTo>
                  <a:pt x="42440" y="75022"/>
                  <a:pt x="42489" y="75022"/>
                  <a:pt x="42514" y="75047"/>
                </a:cubicBezTo>
                <a:cubicBezTo>
                  <a:pt x="42539" y="75071"/>
                  <a:pt x="42564" y="75146"/>
                  <a:pt x="42564" y="75171"/>
                </a:cubicBezTo>
                <a:cubicBezTo>
                  <a:pt x="42539" y="75146"/>
                  <a:pt x="42514" y="75146"/>
                  <a:pt x="42489" y="75121"/>
                </a:cubicBezTo>
                <a:cubicBezTo>
                  <a:pt x="42440" y="75071"/>
                  <a:pt x="42415" y="75022"/>
                  <a:pt x="42415" y="74997"/>
                </a:cubicBezTo>
                <a:close/>
                <a:moveTo>
                  <a:pt x="45128" y="72433"/>
                </a:moveTo>
                <a:cubicBezTo>
                  <a:pt x="45178" y="72433"/>
                  <a:pt x="45252" y="72458"/>
                  <a:pt x="45302" y="72458"/>
                </a:cubicBezTo>
                <a:cubicBezTo>
                  <a:pt x="45327" y="73055"/>
                  <a:pt x="45302" y="73653"/>
                  <a:pt x="45202" y="74200"/>
                </a:cubicBezTo>
                <a:cubicBezTo>
                  <a:pt x="45078" y="74449"/>
                  <a:pt x="45003" y="74698"/>
                  <a:pt x="44879" y="74997"/>
                </a:cubicBezTo>
                <a:cubicBezTo>
                  <a:pt x="44729" y="75022"/>
                  <a:pt x="44605" y="75071"/>
                  <a:pt x="44481" y="75171"/>
                </a:cubicBezTo>
                <a:cubicBezTo>
                  <a:pt x="44605" y="74275"/>
                  <a:pt x="44804" y="73379"/>
                  <a:pt x="45103" y="72433"/>
                </a:cubicBezTo>
                <a:close/>
                <a:moveTo>
                  <a:pt x="44729" y="75246"/>
                </a:moveTo>
                <a:cubicBezTo>
                  <a:pt x="44729" y="75246"/>
                  <a:pt x="44729" y="75270"/>
                  <a:pt x="44681" y="75271"/>
                </a:cubicBezTo>
                <a:lnTo>
                  <a:pt x="44681" y="75271"/>
                </a:lnTo>
                <a:cubicBezTo>
                  <a:pt x="44698" y="75262"/>
                  <a:pt x="44714" y="75253"/>
                  <a:pt x="44729" y="75246"/>
                </a:cubicBezTo>
                <a:close/>
                <a:moveTo>
                  <a:pt x="44868" y="72496"/>
                </a:moveTo>
                <a:cubicBezTo>
                  <a:pt x="44599" y="73453"/>
                  <a:pt x="44379" y="74386"/>
                  <a:pt x="44257" y="75271"/>
                </a:cubicBezTo>
                <a:cubicBezTo>
                  <a:pt x="44232" y="75271"/>
                  <a:pt x="44232" y="75295"/>
                  <a:pt x="44182" y="75295"/>
                </a:cubicBezTo>
                <a:cubicBezTo>
                  <a:pt x="44306" y="74399"/>
                  <a:pt x="44530" y="73454"/>
                  <a:pt x="44804" y="72508"/>
                </a:cubicBezTo>
                <a:cubicBezTo>
                  <a:pt x="44835" y="72508"/>
                  <a:pt x="44857" y="72508"/>
                  <a:pt x="44868" y="72496"/>
                </a:cubicBezTo>
                <a:close/>
                <a:moveTo>
                  <a:pt x="42198" y="75129"/>
                </a:moveTo>
                <a:cubicBezTo>
                  <a:pt x="42249" y="75166"/>
                  <a:pt x="42313" y="75194"/>
                  <a:pt x="42365" y="75246"/>
                </a:cubicBezTo>
                <a:cubicBezTo>
                  <a:pt x="42390" y="75271"/>
                  <a:pt x="42390" y="75295"/>
                  <a:pt x="42415" y="75320"/>
                </a:cubicBezTo>
                <a:cubicBezTo>
                  <a:pt x="42315" y="75271"/>
                  <a:pt x="42265" y="75246"/>
                  <a:pt x="42240" y="75171"/>
                </a:cubicBezTo>
                <a:lnTo>
                  <a:pt x="42198" y="75129"/>
                </a:lnTo>
                <a:close/>
                <a:moveTo>
                  <a:pt x="3161" y="63298"/>
                </a:moveTo>
                <a:lnTo>
                  <a:pt x="3161" y="63422"/>
                </a:lnTo>
                <a:cubicBezTo>
                  <a:pt x="2664" y="65364"/>
                  <a:pt x="2290" y="67305"/>
                  <a:pt x="2066" y="69147"/>
                </a:cubicBezTo>
                <a:cubicBezTo>
                  <a:pt x="1469" y="71263"/>
                  <a:pt x="996" y="73379"/>
                  <a:pt x="697" y="75395"/>
                </a:cubicBezTo>
                <a:cubicBezTo>
                  <a:pt x="797" y="74175"/>
                  <a:pt x="946" y="72906"/>
                  <a:pt x="1170" y="71562"/>
                </a:cubicBezTo>
                <a:cubicBezTo>
                  <a:pt x="1618" y="68824"/>
                  <a:pt x="2290" y="66061"/>
                  <a:pt x="3161" y="63298"/>
                </a:cubicBezTo>
                <a:close/>
                <a:moveTo>
                  <a:pt x="9683" y="71188"/>
                </a:moveTo>
                <a:cubicBezTo>
                  <a:pt x="9708" y="71263"/>
                  <a:pt x="9708" y="71313"/>
                  <a:pt x="9757" y="71388"/>
                </a:cubicBezTo>
                <a:cubicBezTo>
                  <a:pt x="9807" y="71587"/>
                  <a:pt x="9882" y="71786"/>
                  <a:pt x="9932" y="71960"/>
                </a:cubicBezTo>
                <a:cubicBezTo>
                  <a:pt x="9957" y="72060"/>
                  <a:pt x="10006" y="72159"/>
                  <a:pt x="10031" y="72209"/>
                </a:cubicBezTo>
                <a:cubicBezTo>
                  <a:pt x="10056" y="72309"/>
                  <a:pt x="10081" y="72408"/>
                  <a:pt x="10131" y="72458"/>
                </a:cubicBezTo>
                <a:cubicBezTo>
                  <a:pt x="10181" y="72657"/>
                  <a:pt x="10280" y="72831"/>
                  <a:pt x="10330" y="73030"/>
                </a:cubicBezTo>
                <a:cubicBezTo>
                  <a:pt x="10380" y="73130"/>
                  <a:pt x="10430" y="73254"/>
                  <a:pt x="10454" y="73329"/>
                </a:cubicBezTo>
                <a:cubicBezTo>
                  <a:pt x="10454" y="73379"/>
                  <a:pt x="10504" y="73404"/>
                  <a:pt x="10504" y="73429"/>
                </a:cubicBezTo>
                <a:cubicBezTo>
                  <a:pt x="10529" y="73528"/>
                  <a:pt x="10579" y="73578"/>
                  <a:pt x="10629" y="73678"/>
                </a:cubicBezTo>
                <a:lnTo>
                  <a:pt x="10902" y="74250"/>
                </a:lnTo>
                <a:lnTo>
                  <a:pt x="11002" y="74424"/>
                </a:lnTo>
                <a:cubicBezTo>
                  <a:pt x="11052" y="74549"/>
                  <a:pt x="11126" y="74648"/>
                  <a:pt x="11176" y="74773"/>
                </a:cubicBezTo>
                <a:cubicBezTo>
                  <a:pt x="11251" y="74897"/>
                  <a:pt x="11326" y="75022"/>
                  <a:pt x="11400" y="75121"/>
                </a:cubicBezTo>
                <a:cubicBezTo>
                  <a:pt x="11450" y="75196"/>
                  <a:pt x="11525" y="75320"/>
                  <a:pt x="11624" y="75420"/>
                </a:cubicBezTo>
                <a:lnTo>
                  <a:pt x="11649" y="75445"/>
                </a:lnTo>
                <a:cubicBezTo>
                  <a:pt x="10380" y="74549"/>
                  <a:pt x="9210" y="73553"/>
                  <a:pt x="8164" y="72508"/>
                </a:cubicBezTo>
                <a:cubicBezTo>
                  <a:pt x="8214" y="72508"/>
                  <a:pt x="8264" y="72408"/>
                  <a:pt x="8289" y="72309"/>
                </a:cubicBezTo>
                <a:cubicBezTo>
                  <a:pt x="8388" y="72209"/>
                  <a:pt x="8463" y="72159"/>
                  <a:pt x="8563" y="72060"/>
                </a:cubicBezTo>
                <a:cubicBezTo>
                  <a:pt x="8687" y="71960"/>
                  <a:pt x="8812" y="71885"/>
                  <a:pt x="8936" y="71736"/>
                </a:cubicBezTo>
                <a:cubicBezTo>
                  <a:pt x="9085" y="71612"/>
                  <a:pt x="9210" y="71537"/>
                  <a:pt x="9384" y="71413"/>
                </a:cubicBezTo>
                <a:cubicBezTo>
                  <a:pt x="9459" y="71338"/>
                  <a:pt x="9558" y="71263"/>
                  <a:pt x="9683" y="71188"/>
                </a:cubicBezTo>
                <a:close/>
                <a:moveTo>
                  <a:pt x="44680" y="75271"/>
                </a:moveTo>
                <a:lnTo>
                  <a:pt x="44680" y="75295"/>
                </a:lnTo>
                <a:lnTo>
                  <a:pt x="44406" y="75495"/>
                </a:lnTo>
                <a:lnTo>
                  <a:pt x="44406" y="75445"/>
                </a:lnTo>
                <a:lnTo>
                  <a:pt x="44406" y="75420"/>
                </a:lnTo>
                <a:cubicBezTo>
                  <a:pt x="44489" y="75378"/>
                  <a:pt x="44591" y="75319"/>
                  <a:pt x="44680" y="75271"/>
                </a:cubicBezTo>
                <a:close/>
                <a:moveTo>
                  <a:pt x="41917" y="75271"/>
                </a:moveTo>
                <a:cubicBezTo>
                  <a:pt x="42016" y="75271"/>
                  <a:pt x="42041" y="75295"/>
                  <a:pt x="42066" y="75370"/>
                </a:cubicBezTo>
                <a:cubicBezTo>
                  <a:pt x="42116" y="75395"/>
                  <a:pt x="42116" y="75395"/>
                  <a:pt x="42116" y="75420"/>
                </a:cubicBezTo>
                <a:cubicBezTo>
                  <a:pt x="42166" y="75470"/>
                  <a:pt x="42191" y="75544"/>
                  <a:pt x="42265" y="75619"/>
                </a:cubicBezTo>
                <a:cubicBezTo>
                  <a:pt x="42191" y="75569"/>
                  <a:pt x="42166" y="75520"/>
                  <a:pt x="42116" y="75445"/>
                </a:cubicBezTo>
                <a:lnTo>
                  <a:pt x="42041" y="75395"/>
                </a:lnTo>
                <a:lnTo>
                  <a:pt x="41917" y="75271"/>
                </a:lnTo>
                <a:close/>
                <a:moveTo>
                  <a:pt x="44232" y="75520"/>
                </a:moveTo>
                <a:lnTo>
                  <a:pt x="44232" y="75544"/>
                </a:lnTo>
                <a:lnTo>
                  <a:pt x="44232" y="75569"/>
                </a:lnTo>
                <a:cubicBezTo>
                  <a:pt x="44182" y="75569"/>
                  <a:pt x="44157" y="75619"/>
                  <a:pt x="44157" y="75619"/>
                </a:cubicBezTo>
                <a:lnTo>
                  <a:pt x="44157" y="75569"/>
                </a:lnTo>
                <a:lnTo>
                  <a:pt x="44157" y="75544"/>
                </a:lnTo>
                <a:cubicBezTo>
                  <a:pt x="44182" y="75544"/>
                  <a:pt x="44182" y="75520"/>
                  <a:pt x="44232" y="75520"/>
                </a:cubicBezTo>
                <a:close/>
                <a:moveTo>
                  <a:pt x="44630" y="72533"/>
                </a:moveTo>
                <a:cubicBezTo>
                  <a:pt x="44331" y="73528"/>
                  <a:pt x="44132" y="74449"/>
                  <a:pt x="44008" y="75395"/>
                </a:cubicBezTo>
                <a:cubicBezTo>
                  <a:pt x="43858" y="75495"/>
                  <a:pt x="43684" y="75569"/>
                  <a:pt x="43535" y="75644"/>
                </a:cubicBezTo>
                <a:cubicBezTo>
                  <a:pt x="43261" y="75395"/>
                  <a:pt x="42987" y="75171"/>
                  <a:pt x="42664" y="74922"/>
                </a:cubicBezTo>
                <a:cubicBezTo>
                  <a:pt x="42614" y="74823"/>
                  <a:pt x="42564" y="74773"/>
                  <a:pt x="42514" y="74673"/>
                </a:cubicBezTo>
                <a:cubicBezTo>
                  <a:pt x="42440" y="74549"/>
                  <a:pt x="42365" y="74449"/>
                  <a:pt x="42290" y="74325"/>
                </a:cubicBezTo>
                <a:lnTo>
                  <a:pt x="41743" y="73503"/>
                </a:lnTo>
                <a:cubicBezTo>
                  <a:pt x="41668" y="73429"/>
                  <a:pt x="41643" y="73379"/>
                  <a:pt x="41593" y="73304"/>
                </a:cubicBezTo>
                <a:cubicBezTo>
                  <a:pt x="41668" y="73205"/>
                  <a:pt x="41693" y="73130"/>
                  <a:pt x="41767" y="73055"/>
                </a:cubicBezTo>
                <a:cubicBezTo>
                  <a:pt x="42688" y="72956"/>
                  <a:pt x="43659" y="72782"/>
                  <a:pt x="44630" y="72533"/>
                </a:cubicBezTo>
                <a:close/>
                <a:moveTo>
                  <a:pt x="42688" y="75520"/>
                </a:moveTo>
                <a:lnTo>
                  <a:pt x="42788" y="75619"/>
                </a:lnTo>
                <a:cubicBezTo>
                  <a:pt x="42805" y="75636"/>
                  <a:pt x="42822" y="75664"/>
                  <a:pt x="42831" y="75696"/>
                </a:cubicBezTo>
                <a:lnTo>
                  <a:pt x="42831" y="75696"/>
                </a:lnTo>
                <a:cubicBezTo>
                  <a:pt x="42818" y="75687"/>
                  <a:pt x="42800" y="75681"/>
                  <a:pt x="42788" y="75669"/>
                </a:cubicBezTo>
                <a:cubicBezTo>
                  <a:pt x="42763" y="75619"/>
                  <a:pt x="42738" y="75569"/>
                  <a:pt x="42688" y="75520"/>
                </a:cubicBezTo>
                <a:close/>
                <a:moveTo>
                  <a:pt x="57075" y="67206"/>
                </a:moveTo>
                <a:cubicBezTo>
                  <a:pt x="57100" y="67231"/>
                  <a:pt x="57125" y="67256"/>
                  <a:pt x="57200" y="67305"/>
                </a:cubicBezTo>
                <a:cubicBezTo>
                  <a:pt x="57324" y="67355"/>
                  <a:pt x="57424" y="67455"/>
                  <a:pt x="57548" y="67530"/>
                </a:cubicBezTo>
                <a:cubicBezTo>
                  <a:pt x="57623" y="67579"/>
                  <a:pt x="57723" y="67654"/>
                  <a:pt x="57822" y="67729"/>
                </a:cubicBezTo>
                <a:cubicBezTo>
                  <a:pt x="57922" y="67803"/>
                  <a:pt x="57972" y="67853"/>
                  <a:pt x="58071" y="67928"/>
                </a:cubicBezTo>
                <a:cubicBezTo>
                  <a:pt x="58196" y="68002"/>
                  <a:pt x="58320" y="68102"/>
                  <a:pt x="58469" y="68226"/>
                </a:cubicBezTo>
                <a:cubicBezTo>
                  <a:pt x="58494" y="68251"/>
                  <a:pt x="58544" y="68301"/>
                  <a:pt x="58594" y="68326"/>
                </a:cubicBezTo>
                <a:cubicBezTo>
                  <a:pt x="59440" y="68998"/>
                  <a:pt x="60361" y="69819"/>
                  <a:pt x="61307" y="70765"/>
                </a:cubicBezTo>
                <a:cubicBezTo>
                  <a:pt x="61431" y="70890"/>
                  <a:pt x="61556" y="70964"/>
                  <a:pt x="61680" y="71089"/>
                </a:cubicBezTo>
                <a:lnTo>
                  <a:pt x="61879" y="71313"/>
                </a:lnTo>
                <a:lnTo>
                  <a:pt x="62303" y="71711"/>
                </a:lnTo>
                <a:cubicBezTo>
                  <a:pt x="62128" y="71811"/>
                  <a:pt x="61979" y="71935"/>
                  <a:pt x="61830" y="72035"/>
                </a:cubicBezTo>
                <a:cubicBezTo>
                  <a:pt x="61705" y="72134"/>
                  <a:pt x="61581" y="72184"/>
                  <a:pt x="61456" y="72284"/>
                </a:cubicBezTo>
                <a:cubicBezTo>
                  <a:pt x="61257" y="72408"/>
                  <a:pt x="61083" y="72533"/>
                  <a:pt x="60859" y="72657"/>
                </a:cubicBezTo>
                <a:lnTo>
                  <a:pt x="60585" y="72831"/>
                </a:lnTo>
                <a:cubicBezTo>
                  <a:pt x="60560" y="72856"/>
                  <a:pt x="60535" y="72906"/>
                  <a:pt x="60461" y="72906"/>
                </a:cubicBezTo>
                <a:cubicBezTo>
                  <a:pt x="60286" y="73030"/>
                  <a:pt x="60087" y="73105"/>
                  <a:pt x="59913" y="73230"/>
                </a:cubicBezTo>
                <a:cubicBezTo>
                  <a:pt x="59814" y="73304"/>
                  <a:pt x="59714" y="73354"/>
                  <a:pt x="59614" y="73404"/>
                </a:cubicBezTo>
                <a:cubicBezTo>
                  <a:pt x="59589" y="73429"/>
                  <a:pt x="59540" y="73454"/>
                  <a:pt x="59490" y="73478"/>
                </a:cubicBezTo>
                <a:cubicBezTo>
                  <a:pt x="59341" y="73578"/>
                  <a:pt x="59166" y="73678"/>
                  <a:pt x="58992" y="73777"/>
                </a:cubicBezTo>
                <a:cubicBezTo>
                  <a:pt x="58942" y="73802"/>
                  <a:pt x="58843" y="73877"/>
                  <a:pt x="58793" y="73902"/>
                </a:cubicBezTo>
                <a:cubicBezTo>
                  <a:pt x="58718" y="73926"/>
                  <a:pt x="58619" y="74001"/>
                  <a:pt x="58569" y="74026"/>
                </a:cubicBezTo>
                <a:cubicBezTo>
                  <a:pt x="58420" y="74126"/>
                  <a:pt x="58245" y="74175"/>
                  <a:pt x="58096" y="74275"/>
                </a:cubicBezTo>
                <a:cubicBezTo>
                  <a:pt x="57947" y="74375"/>
                  <a:pt x="57797" y="74424"/>
                  <a:pt x="57623" y="74524"/>
                </a:cubicBezTo>
                <a:cubicBezTo>
                  <a:pt x="57474" y="74574"/>
                  <a:pt x="57349" y="74673"/>
                  <a:pt x="57200" y="74748"/>
                </a:cubicBezTo>
                <a:cubicBezTo>
                  <a:pt x="57175" y="74773"/>
                  <a:pt x="57125" y="74773"/>
                  <a:pt x="57100" y="74798"/>
                </a:cubicBezTo>
                <a:cubicBezTo>
                  <a:pt x="56976" y="74847"/>
                  <a:pt x="56827" y="74922"/>
                  <a:pt x="56702" y="74997"/>
                </a:cubicBezTo>
                <a:cubicBezTo>
                  <a:pt x="56578" y="75047"/>
                  <a:pt x="56428" y="75121"/>
                  <a:pt x="56304" y="75171"/>
                </a:cubicBezTo>
                <a:cubicBezTo>
                  <a:pt x="56105" y="75271"/>
                  <a:pt x="55955" y="75320"/>
                  <a:pt x="55756" y="75420"/>
                </a:cubicBezTo>
                <a:cubicBezTo>
                  <a:pt x="55632" y="75470"/>
                  <a:pt x="55507" y="75520"/>
                  <a:pt x="55383" y="75569"/>
                </a:cubicBezTo>
                <a:cubicBezTo>
                  <a:pt x="55258" y="75644"/>
                  <a:pt x="55134" y="75669"/>
                  <a:pt x="55059" y="75744"/>
                </a:cubicBezTo>
                <a:cubicBezTo>
                  <a:pt x="54686" y="74872"/>
                  <a:pt x="54313" y="74051"/>
                  <a:pt x="53989" y="73304"/>
                </a:cubicBezTo>
                <a:cubicBezTo>
                  <a:pt x="53964" y="73205"/>
                  <a:pt x="53889" y="73130"/>
                  <a:pt x="53865" y="73030"/>
                </a:cubicBezTo>
                <a:cubicBezTo>
                  <a:pt x="53740" y="72757"/>
                  <a:pt x="53641" y="72458"/>
                  <a:pt x="53566" y="72184"/>
                </a:cubicBezTo>
                <a:cubicBezTo>
                  <a:pt x="53491" y="72010"/>
                  <a:pt x="53392" y="71811"/>
                  <a:pt x="53342" y="71637"/>
                </a:cubicBezTo>
                <a:lnTo>
                  <a:pt x="53143" y="70964"/>
                </a:lnTo>
                <a:cubicBezTo>
                  <a:pt x="53093" y="70790"/>
                  <a:pt x="53018" y="70566"/>
                  <a:pt x="52968" y="70392"/>
                </a:cubicBezTo>
                <a:cubicBezTo>
                  <a:pt x="53441" y="70043"/>
                  <a:pt x="53889" y="69695"/>
                  <a:pt x="54337" y="69347"/>
                </a:cubicBezTo>
                <a:lnTo>
                  <a:pt x="54711" y="69073"/>
                </a:lnTo>
                <a:cubicBezTo>
                  <a:pt x="54761" y="69023"/>
                  <a:pt x="54835" y="68973"/>
                  <a:pt x="54935" y="68923"/>
                </a:cubicBezTo>
                <a:lnTo>
                  <a:pt x="55383" y="68550"/>
                </a:lnTo>
                <a:cubicBezTo>
                  <a:pt x="55607" y="68401"/>
                  <a:pt x="55831" y="68202"/>
                  <a:pt x="56005" y="68052"/>
                </a:cubicBezTo>
                <a:cubicBezTo>
                  <a:pt x="56179" y="67928"/>
                  <a:pt x="56354" y="67803"/>
                  <a:pt x="56503" y="67654"/>
                </a:cubicBezTo>
                <a:cubicBezTo>
                  <a:pt x="56603" y="67554"/>
                  <a:pt x="56702" y="67480"/>
                  <a:pt x="56827" y="67380"/>
                </a:cubicBezTo>
                <a:cubicBezTo>
                  <a:pt x="56926" y="67330"/>
                  <a:pt x="56976" y="67256"/>
                  <a:pt x="57075" y="67206"/>
                </a:cubicBezTo>
                <a:close/>
                <a:moveTo>
                  <a:pt x="42912" y="75320"/>
                </a:moveTo>
                <a:lnTo>
                  <a:pt x="43385" y="75694"/>
                </a:lnTo>
                <a:cubicBezTo>
                  <a:pt x="43360" y="75768"/>
                  <a:pt x="43311" y="75768"/>
                  <a:pt x="43311" y="75768"/>
                </a:cubicBezTo>
                <a:cubicBezTo>
                  <a:pt x="43186" y="75669"/>
                  <a:pt x="43112" y="75569"/>
                  <a:pt x="42987" y="75495"/>
                </a:cubicBezTo>
                <a:cubicBezTo>
                  <a:pt x="42937" y="75420"/>
                  <a:pt x="42912" y="75395"/>
                  <a:pt x="42912" y="75320"/>
                </a:cubicBezTo>
                <a:close/>
                <a:moveTo>
                  <a:pt x="52844" y="70516"/>
                </a:moveTo>
                <a:cubicBezTo>
                  <a:pt x="52869" y="70641"/>
                  <a:pt x="52944" y="70790"/>
                  <a:pt x="52968" y="70915"/>
                </a:cubicBezTo>
                <a:cubicBezTo>
                  <a:pt x="53018" y="71164"/>
                  <a:pt x="53093" y="71388"/>
                  <a:pt x="53192" y="71661"/>
                </a:cubicBezTo>
                <a:cubicBezTo>
                  <a:pt x="53217" y="71786"/>
                  <a:pt x="53267" y="71935"/>
                  <a:pt x="53342" y="72060"/>
                </a:cubicBezTo>
                <a:cubicBezTo>
                  <a:pt x="53740" y="73205"/>
                  <a:pt x="54263" y="74449"/>
                  <a:pt x="54885" y="75793"/>
                </a:cubicBezTo>
                <a:lnTo>
                  <a:pt x="54835" y="75793"/>
                </a:lnTo>
                <a:cubicBezTo>
                  <a:pt x="54437" y="74922"/>
                  <a:pt x="54064" y="74126"/>
                  <a:pt x="53740" y="73329"/>
                </a:cubicBezTo>
                <a:cubicBezTo>
                  <a:pt x="53715" y="73279"/>
                  <a:pt x="53690" y="73180"/>
                  <a:pt x="53641" y="73130"/>
                </a:cubicBezTo>
                <a:cubicBezTo>
                  <a:pt x="53516" y="72806"/>
                  <a:pt x="53441" y="72533"/>
                  <a:pt x="53317" y="72259"/>
                </a:cubicBezTo>
                <a:cubicBezTo>
                  <a:pt x="53242" y="72060"/>
                  <a:pt x="53143" y="71885"/>
                  <a:pt x="53118" y="71686"/>
                </a:cubicBezTo>
                <a:cubicBezTo>
                  <a:pt x="53068" y="71462"/>
                  <a:pt x="52993" y="71263"/>
                  <a:pt x="52944" y="71064"/>
                </a:cubicBezTo>
                <a:cubicBezTo>
                  <a:pt x="52869" y="70890"/>
                  <a:pt x="52819" y="70691"/>
                  <a:pt x="52769" y="70541"/>
                </a:cubicBezTo>
                <a:lnTo>
                  <a:pt x="52844" y="70516"/>
                </a:lnTo>
                <a:close/>
                <a:moveTo>
                  <a:pt x="43983" y="75669"/>
                </a:moveTo>
                <a:lnTo>
                  <a:pt x="43983" y="75694"/>
                </a:lnTo>
                <a:lnTo>
                  <a:pt x="43983" y="75744"/>
                </a:lnTo>
                <a:cubicBezTo>
                  <a:pt x="43883" y="75768"/>
                  <a:pt x="43809" y="75793"/>
                  <a:pt x="43759" y="75818"/>
                </a:cubicBezTo>
                <a:lnTo>
                  <a:pt x="43734" y="75793"/>
                </a:lnTo>
                <a:cubicBezTo>
                  <a:pt x="43809" y="75768"/>
                  <a:pt x="43883" y="75694"/>
                  <a:pt x="43983" y="75669"/>
                </a:cubicBezTo>
                <a:close/>
                <a:moveTo>
                  <a:pt x="62477" y="71836"/>
                </a:moveTo>
                <a:lnTo>
                  <a:pt x="62527" y="71885"/>
                </a:lnTo>
                <a:lnTo>
                  <a:pt x="62552" y="71910"/>
                </a:lnTo>
                <a:cubicBezTo>
                  <a:pt x="62427" y="72010"/>
                  <a:pt x="62328" y="72060"/>
                  <a:pt x="62203" y="72159"/>
                </a:cubicBezTo>
                <a:cubicBezTo>
                  <a:pt x="62054" y="72284"/>
                  <a:pt x="61855" y="72358"/>
                  <a:pt x="61705" y="72508"/>
                </a:cubicBezTo>
                <a:cubicBezTo>
                  <a:pt x="61581" y="72582"/>
                  <a:pt x="61431" y="72682"/>
                  <a:pt x="61307" y="72782"/>
                </a:cubicBezTo>
                <a:lnTo>
                  <a:pt x="60734" y="73155"/>
                </a:lnTo>
                <a:cubicBezTo>
                  <a:pt x="60660" y="73205"/>
                  <a:pt x="60535" y="73279"/>
                  <a:pt x="60436" y="73329"/>
                </a:cubicBezTo>
                <a:cubicBezTo>
                  <a:pt x="60311" y="73404"/>
                  <a:pt x="60187" y="73478"/>
                  <a:pt x="60062" y="73553"/>
                </a:cubicBezTo>
                <a:lnTo>
                  <a:pt x="59789" y="73727"/>
                </a:lnTo>
                <a:cubicBezTo>
                  <a:pt x="59689" y="73777"/>
                  <a:pt x="59614" y="73827"/>
                  <a:pt x="59540" y="73852"/>
                </a:cubicBezTo>
                <a:cubicBezTo>
                  <a:pt x="59291" y="74026"/>
                  <a:pt x="59042" y="74151"/>
                  <a:pt x="58818" y="74275"/>
                </a:cubicBezTo>
                <a:lnTo>
                  <a:pt x="58619" y="74375"/>
                </a:lnTo>
                <a:cubicBezTo>
                  <a:pt x="58594" y="74375"/>
                  <a:pt x="58594" y="74399"/>
                  <a:pt x="58569" y="74399"/>
                </a:cubicBezTo>
                <a:cubicBezTo>
                  <a:pt x="58494" y="74424"/>
                  <a:pt x="58469" y="74449"/>
                  <a:pt x="58420" y="74499"/>
                </a:cubicBezTo>
                <a:lnTo>
                  <a:pt x="58046" y="74673"/>
                </a:lnTo>
                <a:lnTo>
                  <a:pt x="57847" y="74773"/>
                </a:lnTo>
                <a:cubicBezTo>
                  <a:pt x="57797" y="74798"/>
                  <a:pt x="57748" y="74823"/>
                  <a:pt x="57698" y="74823"/>
                </a:cubicBezTo>
                <a:cubicBezTo>
                  <a:pt x="57449" y="74947"/>
                  <a:pt x="57175" y="75071"/>
                  <a:pt x="56926" y="75196"/>
                </a:cubicBezTo>
                <a:cubicBezTo>
                  <a:pt x="56926" y="75196"/>
                  <a:pt x="56876" y="75196"/>
                  <a:pt x="56876" y="75221"/>
                </a:cubicBezTo>
                <a:cubicBezTo>
                  <a:pt x="56354" y="75470"/>
                  <a:pt x="55831" y="75694"/>
                  <a:pt x="55333" y="75918"/>
                </a:cubicBezTo>
                <a:cubicBezTo>
                  <a:pt x="55209" y="75893"/>
                  <a:pt x="55184" y="75893"/>
                  <a:pt x="55184" y="75893"/>
                </a:cubicBezTo>
                <a:cubicBezTo>
                  <a:pt x="55184" y="75893"/>
                  <a:pt x="55184" y="75868"/>
                  <a:pt x="55134" y="75868"/>
                </a:cubicBezTo>
                <a:lnTo>
                  <a:pt x="55134" y="75818"/>
                </a:lnTo>
                <a:cubicBezTo>
                  <a:pt x="55308" y="75768"/>
                  <a:pt x="55458" y="75694"/>
                  <a:pt x="55632" y="75644"/>
                </a:cubicBezTo>
                <a:cubicBezTo>
                  <a:pt x="55731" y="75619"/>
                  <a:pt x="55806" y="75569"/>
                  <a:pt x="55881" y="75544"/>
                </a:cubicBezTo>
                <a:cubicBezTo>
                  <a:pt x="55931" y="75544"/>
                  <a:pt x="55955" y="75520"/>
                  <a:pt x="55980" y="75495"/>
                </a:cubicBezTo>
                <a:cubicBezTo>
                  <a:pt x="56055" y="75445"/>
                  <a:pt x="56130" y="75420"/>
                  <a:pt x="56204" y="75395"/>
                </a:cubicBezTo>
                <a:cubicBezTo>
                  <a:pt x="56229" y="75395"/>
                  <a:pt x="56254" y="75370"/>
                  <a:pt x="56304" y="75370"/>
                </a:cubicBezTo>
                <a:lnTo>
                  <a:pt x="56478" y="75271"/>
                </a:lnTo>
                <a:lnTo>
                  <a:pt x="56503" y="75271"/>
                </a:lnTo>
                <a:cubicBezTo>
                  <a:pt x="56603" y="75246"/>
                  <a:pt x="56702" y="75171"/>
                  <a:pt x="56827" y="75146"/>
                </a:cubicBezTo>
                <a:cubicBezTo>
                  <a:pt x="56876" y="75121"/>
                  <a:pt x="56926" y="75121"/>
                  <a:pt x="56976" y="75071"/>
                </a:cubicBezTo>
                <a:cubicBezTo>
                  <a:pt x="57075" y="75047"/>
                  <a:pt x="57125" y="74997"/>
                  <a:pt x="57225" y="74947"/>
                </a:cubicBezTo>
                <a:cubicBezTo>
                  <a:pt x="57250" y="74922"/>
                  <a:pt x="57324" y="74922"/>
                  <a:pt x="57349" y="74897"/>
                </a:cubicBezTo>
                <a:cubicBezTo>
                  <a:pt x="57374" y="74897"/>
                  <a:pt x="57374" y="74872"/>
                  <a:pt x="57424" y="74872"/>
                </a:cubicBezTo>
                <a:lnTo>
                  <a:pt x="57449" y="74872"/>
                </a:lnTo>
                <a:lnTo>
                  <a:pt x="57822" y="74673"/>
                </a:lnTo>
                <a:cubicBezTo>
                  <a:pt x="57972" y="74574"/>
                  <a:pt x="58121" y="74524"/>
                  <a:pt x="58320" y="74424"/>
                </a:cubicBezTo>
                <a:lnTo>
                  <a:pt x="58345" y="74424"/>
                </a:lnTo>
                <a:cubicBezTo>
                  <a:pt x="58494" y="74325"/>
                  <a:pt x="58669" y="74275"/>
                  <a:pt x="58818" y="74175"/>
                </a:cubicBezTo>
                <a:cubicBezTo>
                  <a:pt x="58942" y="74126"/>
                  <a:pt x="59067" y="74051"/>
                  <a:pt x="59191" y="73951"/>
                </a:cubicBezTo>
                <a:cubicBezTo>
                  <a:pt x="59191" y="73951"/>
                  <a:pt x="59216" y="73951"/>
                  <a:pt x="59216" y="73926"/>
                </a:cubicBezTo>
                <a:lnTo>
                  <a:pt x="59241" y="73926"/>
                </a:lnTo>
                <a:cubicBezTo>
                  <a:pt x="59440" y="73827"/>
                  <a:pt x="59614" y="73752"/>
                  <a:pt x="59789" y="73628"/>
                </a:cubicBezTo>
                <a:cubicBezTo>
                  <a:pt x="59838" y="73578"/>
                  <a:pt x="59913" y="73553"/>
                  <a:pt x="59963" y="73503"/>
                </a:cubicBezTo>
                <a:cubicBezTo>
                  <a:pt x="60038" y="73454"/>
                  <a:pt x="60062" y="73429"/>
                  <a:pt x="60112" y="73404"/>
                </a:cubicBezTo>
                <a:cubicBezTo>
                  <a:pt x="60336" y="73279"/>
                  <a:pt x="60535" y="73155"/>
                  <a:pt x="60734" y="73030"/>
                </a:cubicBezTo>
                <a:cubicBezTo>
                  <a:pt x="60784" y="73006"/>
                  <a:pt x="60809" y="73006"/>
                  <a:pt x="60834" y="72956"/>
                </a:cubicBezTo>
                <a:cubicBezTo>
                  <a:pt x="60859" y="72931"/>
                  <a:pt x="60934" y="72906"/>
                  <a:pt x="60959" y="72881"/>
                </a:cubicBezTo>
                <a:cubicBezTo>
                  <a:pt x="60959" y="72881"/>
                  <a:pt x="60983" y="72881"/>
                  <a:pt x="60983" y="72831"/>
                </a:cubicBezTo>
                <a:cubicBezTo>
                  <a:pt x="61207" y="72682"/>
                  <a:pt x="61456" y="72533"/>
                  <a:pt x="61680" y="72383"/>
                </a:cubicBezTo>
                <a:cubicBezTo>
                  <a:pt x="61705" y="72383"/>
                  <a:pt x="61705" y="72333"/>
                  <a:pt x="61730" y="72333"/>
                </a:cubicBezTo>
                <a:cubicBezTo>
                  <a:pt x="61780" y="72309"/>
                  <a:pt x="61830" y="72284"/>
                  <a:pt x="61855" y="72259"/>
                </a:cubicBezTo>
                <a:cubicBezTo>
                  <a:pt x="62079" y="72134"/>
                  <a:pt x="62278" y="71960"/>
                  <a:pt x="62477" y="71836"/>
                </a:cubicBezTo>
                <a:close/>
                <a:moveTo>
                  <a:pt x="43535" y="75893"/>
                </a:moveTo>
                <a:lnTo>
                  <a:pt x="43560" y="75918"/>
                </a:lnTo>
                <a:lnTo>
                  <a:pt x="43609" y="75943"/>
                </a:lnTo>
                <a:cubicBezTo>
                  <a:pt x="43560" y="75943"/>
                  <a:pt x="43560" y="75992"/>
                  <a:pt x="43535" y="75992"/>
                </a:cubicBezTo>
                <a:lnTo>
                  <a:pt x="43485" y="75918"/>
                </a:lnTo>
                <a:cubicBezTo>
                  <a:pt x="43510" y="75918"/>
                  <a:pt x="43510" y="75893"/>
                  <a:pt x="43535" y="75893"/>
                </a:cubicBezTo>
                <a:close/>
                <a:moveTo>
                  <a:pt x="54960" y="75943"/>
                </a:moveTo>
                <a:lnTo>
                  <a:pt x="54960" y="75992"/>
                </a:lnTo>
                <a:cubicBezTo>
                  <a:pt x="54972" y="75968"/>
                  <a:pt x="54978" y="75955"/>
                  <a:pt x="54982" y="75955"/>
                </a:cubicBezTo>
                <a:cubicBezTo>
                  <a:pt x="54985" y="75955"/>
                  <a:pt x="54985" y="75968"/>
                  <a:pt x="54985" y="75992"/>
                </a:cubicBezTo>
                <a:cubicBezTo>
                  <a:pt x="54960" y="75992"/>
                  <a:pt x="54960" y="76017"/>
                  <a:pt x="54935" y="76017"/>
                </a:cubicBezTo>
                <a:cubicBezTo>
                  <a:pt x="54935" y="76017"/>
                  <a:pt x="54935" y="75992"/>
                  <a:pt x="54885" y="75992"/>
                </a:cubicBezTo>
                <a:lnTo>
                  <a:pt x="54885" y="75943"/>
                </a:lnTo>
                <a:close/>
                <a:moveTo>
                  <a:pt x="9832" y="71064"/>
                </a:moveTo>
                <a:cubicBezTo>
                  <a:pt x="9932" y="71288"/>
                  <a:pt x="10006" y="71512"/>
                  <a:pt x="10056" y="71711"/>
                </a:cubicBezTo>
                <a:cubicBezTo>
                  <a:pt x="10081" y="71786"/>
                  <a:pt x="10131" y="71836"/>
                  <a:pt x="10131" y="71935"/>
                </a:cubicBezTo>
                <a:cubicBezTo>
                  <a:pt x="10156" y="71985"/>
                  <a:pt x="10156" y="72060"/>
                  <a:pt x="10181" y="72085"/>
                </a:cubicBezTo>
                <a:cubicBezTo>
                  <a:pt x="10206" y="72159"/>
                  <a:pt x="10206" y="72209"/>
                  <a:pt x="10255" y="72284"/>
                </a:cubicBezTo>
                <a:lnTo>
                  <a:pt x="10330" y="72557"/>
                </a:lnTo>
                <a:cubicBezTo>
                  <a:pt x="10405" y="72682"/>
                  <a:pt x="10454" y="72806"/>
                  <a:pt x="10504" y="72956"/>
                </a:cubicBezTo>
                <a:cubicBezTo>
                  <a:pt x="10504" y="72981"/>
                  <a:pt x="10504" y="72981"/>
                  <a:pt x="10529" y="73030"/>
                </a:cubicBezTo>
                <a:cubicBezTo>
                  <a:pt x="10554" y="73080"/>
                  <a:pt x="10579" y="73180"/>
                  <a:pt x="10629" y="73230"/>
                </a:cubicBezTo>
                <a:cubicBezTo>
                  <a:pt x="10629" y="73279"/>
                  <a:pt x="10654" y="73304"/>
                  <a:pt x="10654" y="73304"/>
                </a:cubicBezTo>
                <a:cubicBezTo>
                  <a:pt x="10654" y="73329"/>
                  <a:pt x="10678" y="73329"/>
                  <a:pt x="10678" y="73354"/>
                </a:cubicBezTo>
                <a:cubicBezTo>
                  <a:pt x="10728" y="73478"/>
                  <a:pt x="10803" y="73653"/>
                  <a:pt x="10853" y="73777"/>
                </a:cubicBezTo>
                <a:lnTo>
                  <a:pt x="11052" y="74151"/>
                </a:lnTo>
                <a:cubicBezTo>
                  <a:pt x="11052" y="74175"/>
                  <a:pt x="11077" y="74175"/>
                  <a:pt x="11077" y="74200"/>
                </a:cubicBezTo>
                <a:cubicBezTo>
                  <a:pt x="11102" y="74225"/>
                  <a:pt x="11102" y="74275"/>
                  <a:pt x="11151" y="74300"/>
                </a:cubicBezTo>
                <a:cubicBezTo>
                  <a:pt x="11176" y="74350"/>
                  <a:pt x="11226" y="74449"/>
                  <a:pt x="11276" y="74524"/>
                </a:cubicBezTo>
                <a:cubicBezTo>
                  <a:pt x="11326" y="74648"/>
                  <a:pt x="11400" y="74773"/>
                  <a:pt x="11475" y="74847"/>
                </a:cubicBezTo>
                <a:cubicBezTo>
                  <a:pt x="11525" y="74922"/>
                  <a:pt x="11575" y="75022"/>
                  <a:pt x="11649" y="75071"/>
                </a:cubicBezTo>
                <a:cubicBezTo>
                  <a:pt x="11674" y="75146"/>
                  <a:pt x="11724" y="75196"/>
                  <a:pt x="11774" y="75295"/>
                </a:cubicBezTo>
                <a:cubicBezTo>
                  <a:pt x="11799" y="75345"/>
                  <a:pt x="11823" y="75395"/>
                  <a:pt x="11848" y="75445"/>
                </a:cubicBezTo>
                <a:cubicBezTo>
                  <a:pt x="11898" y="75470"/>
                  <a:pt x="11923" y="75544"/>
                  <a:pt x="11948" y="75569"/>
                </a:cubicBezTo>
                <a:cubicBezTo>
                  <a:pt x="12047" y="75694"/>
                  <a:pt x="12147" y="75793"/>
                  <a:pt x="12222" y="75918"/>
                </a:cubicBezTo>
                <a:lnTo>
                  <a:pt x="12271" y="75943"/>
                </a:lnTo>
                <a:cubicBezTo>
                  <a:pt x="12296" y="75968"/>
                  <a:pt x="12296" y="76017"/>
                  <a:pt x="12321" y="76042"/>
                </a:cubicBezTo>
                <a:cubicBezTo>
                  <a:pt x="12296" y="76017"/>
                  <a:pt x="12271" y="76017"/>
                  <a:pt x="12222" y="75968"/>
                </a:cubicBezTo>
                <a:cubicBezTo>
                  <a:pt x="12197" y="75943"/>
                  <a:pt x="12172" y="75943"/>
                  <a:pt x="12147" y="75918"/>
                </a:cubicBezTo>
                <a:cubicBezTo>
                  <a:pt x="12122" y="75843"/>
                  <a:pt x="12047" y="75793"/>
                  <a:pt x="12023" y="75768"/>
                </a:cubicBezTo>
                <a:cubicBezTo>
                  <a:pt x="11948" y="75669"/>
                  <a:pt x="11898" y="75594"/>
                  <a:pt x="11823" y="75520"/>
                </a:cubicBezTo>
                <a:cubicBezTo>
                  <a:pt x="11774" y="75420"/>
                  <a:pt x="11699" y="75320"/>
                  <a:pt x="11599" y="75196"/>
                </a:cubicBezTo>
                <a:cubicBezTo>
                  <a:pt x="11525" y="75071"/>
                  <a:pt x="11450" y="74947"/>
                  <a:pt x="11400" y="74823"/>
                </a:cubicBezTo>
                <a:cubicBezTo>
                  <a:pt x="11326" y="74723"/>
                  <a:pt x="11276" y="74648"/>
                  <a:pt x="11201" y="74524"/>
                </a:cubicBezTo>
                <a:cubicBezTo>
                  <a:pt x="11176" y="74449"/>
                  <a:pt x="11126" y="74350"/>
                  <a:pt x="11077" y="74300"/>
                </a:cubicBezTo>
                <a:cubicBezTo>
                  <a:pt x="10977" y="74151"/>
                  <a:pt x="10927" y="73976"/>
                  <a:pt x="10828" y="73827"/>
                </a:cubicBezTo>
                <a:cubicBezTo>
                  <a:pt x="10728" y="73678"/>
                  <a:pt x="10654" y="73478"/>
                  <a:pt x="10579" y="73329"/>
                </a:cubicBezTo>
                <a:cubicBezTo>
                  <a:pt x="10554" y="73304"/>
                  <a:pt x="10554" y="73230"/>
                  <a:pt x="10529" y="73205"/>
                </a:cubicBezTo>
                <a:cubicBezTo>
                  <a:pt x="10454" y="73055"/>
                  <a:pt x="10405" y="72931"/>
                  <a:pt x="10330" y="72782"/>
                </a:cubicBezTo>
                <a:cubicBezTo>
                  <a:pt x="10280" y="72607"/>
                  <a:pt x="10206" y="72433"/>
                  <a:pt x="10156" y="72284"/>
                </a:cubicBezTo>
                <a:cubicBezTo>
                  <a:pt x="10131" y="72209"/>
                  <a:pt x="10081" y="72159"/>
                  <a:pt x="10081" y="72060"/>
                </a:cubicBezTo>
                <a:cubicBezTo>
                  <a:pt x="10031" y="71910"/>
                  <a:pt x="10006" y="71736"/>
                  <a:pt x="9932" y="71612"/>
                </a:cubicBezTo>
                <a:cubicBezTo>
                  <a:pt x="9932" y="71437"/>
                  <a:pt x="9882" y="71288"/>
                  <a:pt x="9832" y="71064"/>
                </a:cubicBezTo>
                <a:close/>
                <a:moveTo>
                  <a:pt x="43261" y="76017"/>
                </a:moveTo>
                <a:lnTo>
                  <a:pt x="43261" y="76017"/>
                </a:lnTo>
                <a:cubicBezTo>
                  <a:pt x="43286" y="76017"/>
                  <a:pt x="43311" y="76017"/>
                  <a:pt x="43311" y="76042"/>
                </a:cubicBezTo>
                <a:cubicBezTo>
                  <a:pt x="43286" y="76017"/>
                  <a:pt x="43286" y="76017"/>
                  <a:pt x="43261" y="76017"/>
                </a:cubicBezTo>
                <a:close/>
                <a:moveTo>
                  <a:pt x="8090" y="72757"/>
                </a:moveTo>
                <a:cubicBezTo>
                  <a:pt x="9285" y="73951"/>
                  <a:pt x="10579" y="75047"/>
                  <a:pt x="12023" y="76017"/>
                </a:cubicBezTo>
                <a:cubicBezTo>
                  <a:pt x="12047" y="76067"/>
                  <a:pt x="12122" y="76142"/>
                  <a:pt x="12147" y="76167"/>
                </a:cubicBezTo>
                <a:cubicBezTo>
                  <a:pt x="10654" y="75146"/>
                  <a:pt x="9285" y="74026"/>
                  <a:pt x="8065" y="72806"/>
                </a:cubicBezTo>
                <a:cubicBezTo>
                  <a:pt x="8065" y="72782"/>
                  <a:pt x="8090" y="72782"/>
                  <a:pt x="8090" y="72757"/>
                </a:cubicBezTo>
                <a:close/>
                <a:moveTo>
                  <a:pt x="43062" y="76142"/>
                </a:moveTo>
                <a:lnTo>
                  <a:pt x="43062" y="76167"/>
                </a:lnTo>
                <a:lnTo>
                  <a:pt x="43037" y="76167"/>
                </a:lnTo>
                <a:cubicBezTo>
                  <a:pt x="43037" y="76167"/>
                  <a:pt x="43062" y="76167"/>
                  <a:pt x="43062" y="76142"/>
                </a:cubicBezTo>
                <a:close/>
                <a:moveTo>
                  <a:pt x="43097" y="76156"/>
                </a:moveTo>
                <a:cubicBezTo>
                  <a:pt x="43112" y="76156"/>
                  <a:pt x="43112" y="76167"/>
                  <a:pt x="43112" y="76167"/>
                </a:cubicBezTo>
                <a:lnTo>
                  <a:pt x="43062" y="76167"/>
                </a:lnTo>
                <a:cubicBezTo>
                  <a:pt x="43078" y="76158"/>
                  <a:pt x="43089" y="76156"/>
                  <a:pt x="43097" y="76156"/>
                </a:cubicBezTo>
                <a:close/>
                <a:moveTo>
                  <a:pt x="44182" y="75818"/>
                </a:moveTo>
                <a:cubicBezTo>
                  <a:pt x="44182" y="75943"/>
                  <a:pt x="44157" y="76067"/>
                  <a:pt x="44157" y="76192"/>
                </a:cubicBezTo>
                <a:lnTo>
                  <a:pt x="44107" y="76142"/>
                </a:lnTo>
                <a:cubicBezTo>
                  <a:pt x="44107" y="76042"/>
                  <a:pt x="44132" y="75943"/>
                  <a:pt x="44132" y="75868"/>
                </a:cubicBezTo>
                <a:cubicBezTo>
                  <a:pt x="44157" y="75868"/>
                  <a:pt x="44157" y="75818"/>
                  <a:pt x="44182" y="75818"/>
                </a:cubicBezTo>
                <a:close/>
                <a:moveTo>
                  <a:pt x="44555" y="75619"/>
                </a:moveTo>
                <a:cubicBezTo>
                  <a:pt x="44481" y="75818"/>
                  <a:pt x="44381" y="76042"/>
                  <a:pt x="44306" y="76266"/>
                </a:cubicBezTo>
                <a:cubicBezTo>
                  <a:pt x="44356" y="76067"/>
                  <a:pt x="44356" y="75893"/>
                  <a:pt x="44381" y="75694"/>
                </a:cubicBezTo>
                <a:lnTo>
                  <a:pt x="44555" y="75619"/>
                </a:lnTo>
                <a:close/>
                <a:moveTo>
                  <a:pt x="45078" y="75541"/>
                </a:moveTo>
                <a:lnTo>
                  <a:pt x="44904" y="76017"/>
                </a:lnTo>
                <a:lnTo>
                  <a:pt x="44904" y="76042"/>
                </a:lnTo>
                <a:cubicBezTo>
                  <a:pt x="44879" y="76117"/>
                  <a:pt x="44854" y="76192"/>
                  <a:pt x="44804" y="76266"/>
                </a:cubicBezTo>
                <a:cubicBezTo>
                  <a:pt x="44804" y="76241"/>
                  <a:pt x="44829" y="76192"/>
                  <a:pt x="44829" y="76167"/>
                </a:cubicBezTo>
                <a:cubicBezTo>
                  <a:pt x="44879" y="76042"/>
                  <a:pt x="44929" y="75893"/>
                  <a:pt x="44978" y="75768"/>
                </a:cubicBezTo>
                <a:cubicBezTo>
                  <a:pt x="45007" y="75698"/>
                  <a:pt x="45043" y="75619"/>
                  <a:pt x="45078" y="75541"/>
                </a:cubicBezTo>
                <a:close/>
                <a:moveTo>
                  <a:pt x="42813" y="76241"/>
                </a:moveTo>
                <a:cubicBezTo>
                  <a:pt x="42813" y="76241"/>
                  <a:pt x="42813" y="76266"/>
                  <a:pt x="42862" y="76291"/>
                </a:cubicBezTo>
                <a:lnTo>
                  <a:pt x="42862" y="76291"/>
                </a:lnTo>
                <a:cubicBezTo>
                  <a:pt x="42838" y="76279"/>
                  <a:pt x="42838" y="76272"/>
                  <a:pt x="42844" y="76272"/>
                </a:cubicBezTo>
                <a:cubicBezTo>
                  <a:pt x="42850" y="76272"/>
                  <a:pt x="42863" y="76279"/>
                  <a:pt x="42863" y="76291"/>
                </a:cubicBezTo>
                <a:cubicBezTo>
                  <a:pt x="42813" y="76291"/>
                  <a:pt x="42813" y="76291"/>
                  <a:pt x="42813" y="76266"/>
                </a:cubicBezTo>
                <a:lnTo>
                  <a:pt x="42788" y="76241"/>
                </a:lnTo>
                <a:close/>
                <a:moveTo>
                  <a:pt x="43734" y="76042"/>
                </a:moveTo>
                <a:lnTo>
                  <a:pt x="43883" y="76192"/>
                </a:lnTo>
                <a:lnTo>
                  <a:pt x="43883" y="76291"/>
                </a:lnTo>
                <a:cubicBezTo>
                  <a:pt x="43809" y="76192"/>
                  <a:pt x="43759" y="76142"/>
                  <a:pt x="43659" y="76067"/>
                </a:cubicBezTo>
                <a:cubicBezTo>
                  <a:pt x="43684" y="76067"/>
                  <a:pt x="43684" y="76042"/>
                  <a:pt x="43734" y="76042"/>
                </a:cubicBezTo>
                <a:close/>
                <a:moveTo>
                  <a:pt x="44873" y="75437"/>
                </a:moveTo>
                <a:lnTo>
                  <a:pt x="44873" y="75437"/>
                </a:lnTo>
                <a:cubicBezTo>
                  <a:pt x="44750" y="75778"/>
                  <a:pt x="44627" y="76072"/>
                  <a:pt x="44481" y="76366"/>
                </a:cubicBezTo>
                <a:cubicBezTo>
                  <a:pt x="44605" y="76042"/>
                  <a:pt x="44729" y="75768"/>
                  <a:pt x="44854" y="75445"/>
                </a:cubicBezTo>
                <a:cubicBezTo>
                  <a:pt x="44854" y="75445"/>
                  <a:pt x="44865" y="75445"/>
                  <a:pt x="44873" y="75437"/>
                </a:cubicBezTo>
                <a:close/>
                <a:moveTo>
                  <a:pt x="44057" y="76391"/>
                </a:moveTo>
                <a:cubicBezTo>
                  <a:pt x="44107" y="76391"/>
                  <a:pt x="44107" y="76416"/>
                  <a:pt x="44132" y="76416"/>
                </a:cubicBezTo>
                <a:lnTo>
                  <a:pt x="44057" y="76416"/>
                </a:lnTo>
                <a:lnTo>
                  <a:pt x="44057" y="76391"/>
                </a:lnTo>
                <a:close/>
                <a:moveTo>
                  <a:pt x="52595" y="70641"/>
                </a:moveTo>
                <a:cubicBezTo>
                  <a:pt x="52645" y="70815"/>
                  <a:pt x="52720" y="71014"/>
                  <a:pt x="52744" y="71164"/>
                </a:cubicBezTo>
                <a:cubicBezTo>
                  <a:pt x="52819" y="71388"/>
                  <a:pt x="52869" y="71562"/>
                  <a:pt x="52944" y="71786"/>
                </a:cubicBezTo>
                <a:cubicBezTo>
                  <a:pt x="52993" y="72010"/>
                  <a:pt x="53093" y="72209"/>
                  <a:pt x="53143" y="72408"/>
                </a:cubicBezTo>
                <a:cubicBezTo>
                  <a:pt x="53242" y="72682"/>
                  <a:pt x="53342" y="72931"/>
                  <a:pt x="53466" y="73205"/>
                </a:cubicBezTo>
                <a:cubicBezTo>
                  <a:pt x="53516" y="73329"/>
                  <a:pt x="53591" y="73503"/>
                  <a:pt x="53641" y="73628"/>
                </a:cubicBezTo>
                <a:cubicBezTo>
                  <a:pt x="53815" y="74001"/>
                  <a:pt x="53964" y="74375"/>
                  <a:pt x="54138" y="74748"/>
                </a:cubicBezTo>
                <a:cubicBezTo>
                  <a:pt x="54138" y="74773"/>
                  <a:pt x="54188" y="74773"/>
                  <a:pt x="54188" y="74798"/>
                </a:cubicBezTo>
                <a:cubicBezTo>
                  <a:pt x="54337" y="75121"/>
                  <a:pt x="54487" y="75445"/>
                  <a:pt x="54636" y="75793"/>
                </a:cubicBezTo>
                <a:cubicBezTo>
                  <a:pt x="54611" y="75818"/>
                  <a:pt x="54537" y="75818"/>
                  <a:pt x="54512" y="75868"/>
                </a:cubicBezTo>
                <a:cubicBezTo>
                  <a:pt x="54337" y="75918"/>
                  <a:pt x="54188" y="75992"/>
                  <a:pt x="53989" y="76042"/>
                </a:cubicBezTo>
                <a:lnTo>
                  <a:pt x="53964" y="76042"/>
                </a:lnTo>
                <a:cubicBezTo>
                  <a:pt x="53840" y="76067"/>
                  <a:pt x="53740" y="76092"/>
                  <a:pt x="53616" y="76142"/>
                </a:cubicBezTo>
                <a:lnTo>
                  <a:pt x="53591" y="76142"/>
                </a:lnTo>
                <a:cubicBezTo>
                  <a:pt x="53392" y="76192"/>
                  <a:pt x="53242" y="76266"/>
                  <a:pt x="53068" y="76291"/>
                </a:cubicBezTo>
                <a:cubicBezTo>
                  <a:pt x="52968" y="76316"/>
                  <a:pt x="52844" y="76366"/>
                  <a:pt x="52744" y="76391"/>
                </a:cubicBezTo>
                <a:cubicBezTo>
                  <a:pt x="52720" y="76391"/>
                  <a:pt x="52695" y="76416"/>
                  <a:pt x="52645" y="76416"/>
                </a:cubicBezTo>
                <a:cubicBezTo>
                  <a:pt x="51326" y="75146"/>
                  <a:pt x="49957" y="74076"/>
                  <a:pt x="48588" y="73304"/>
                </a:cubicBezTo>
                <a:cubicBezTo>
                  <a:pt x="48737" y="73205"/>
                  <a:pt x="48886" y="73130"/>
                  <a:pt x="49036" y="73006"/>
                </a:cubicBezTo>
                <a:cubicBezTo>
                  <a:pt x="49285" y="72831"/>
                  <a:pt x="49509" y="72682"/>
                  <a:pt x="49758" y="72533"/>
                </a:cubicBezTo>
                <a:cubicBezTo>
                  <a:pt x="49957" y="72408"/>
                  <a:pt x="50106" y="72309"/>
                  <a:pt x="50280" y="72184"/>
                </a:cubicBezTo>
                <a:cubicBezTo>
                  <a:pt x="50380" y="72134"/>
                  <a:pt x="50504" y="72060"/>
                  <a:pt x="50604" y="72010"/>
                </a:cubicBezTo>
                <a:cubicBezTo>
                  <a:pt x="50703" y="71935"/>
                  <a:pt x="50828" y="71885"/>
                  <a:pt x="50902" y="71786"/>
                </a:cubicBezTo>
                <a:cubicBezTo>
                  <a:pt x="51151" y="71637"/>
                  <a:pt x="51400" y="71437"/>
                  <a:pt x="51624" y="71288"/>
                </a:cubicBezTo>
                <a:cubicBezTo>
                  <a:pt x="51948" y="71064"/>
                  <a:pt x="52272" y="70840"/>
                  <a:pt x="52595" y="70641"/>
                </a:cubicBezTo>
                <a:close/>
                <a:moveTo>
                  <a:pt x="106559" y="62726"/>
                </a:moveTo>
                <a:lnTo>
                  <a:pt x="106559" y="62726"/>
                </a:lnTo>
                <a:cubicBezTo>
                  <a:pt x="106360" y="63298"/>
                  <a:pt x="106136" y="63871"/>
                  <a:pt x="105887" y="64443"/>
                </a:cubicBezTo>
                <a:cubicBezTo>
                  <a:pt x="105887" y="64468"/>
                  <a:pt x="105862" y="64493"/>
                  <a:pt x="105862" y="64543"/>
                </a:cubicBezTo>
                <a:cubicBezTo>
                  <a:pt x="105638" y="65065"/>
                  <a:pt x="105389" y="65613"/>
                  <a:pt x="105140" y="66161"/>
                </a:cubicBezTo>
                <a:lnTo>
                  <a:pt x="105041" y="66335"/>
                </a:lnTo>
                <a:cubicBezTo>
                  <a:pt x="104792" y="66857"/>
                  <a:pt x="104543" y="67355"/>
                  <a:pt x="104294" y="67903"/>
                </a:cubicBezTo>
                <a:lnTo>
                  <a:pt x="104194" y="68077"/>
                </a:lnTo>
                <a:cubicBezTo>
                  <a:pt x="104194" y="68077"/>
                  <a:pt x="104194" y="68102"/>
                  <a:pt x="104169" y="68102"/>
                </a:cubicBezTo>
                <a:cubicBezTo>
                  <a:pt x="104020" y="68401"/>
                  <a:pt x="103871" y="68699"/>
                  <a:pt x="103697" y="69023"/>
                </a:cubicBezTo>
                <a:cubicBezTo>
                  <a:pt x="103522" y="69396"/>
                  <a:pt x="103323" y="69720"/>
                  <a:pt x="103124" y="70093"/>
                </a:cubicBezTo>
                <a:cubicBezTo>
                  <a:pt x="103024" y="70292"/>
                  <a:pt x="102900" y="70467"/>
                  <a:pt x="102800" y="70666"/>
                </a:cubicBezTo>
                <a:cubicBezTo>
                  <a:pt x="102776" y="70765"/>
                  <a:pt x="102701" y="70815"/>
                  <a:pt x="102676" y="70915"/>
                </a:cubicBezTo>
                <a:cubicBezTo>
                  <a:pt x="102502" y="71213"/>
                  <a:pt x="102303" y="71562"/>
                  <a:pt x="102128" y="71885"/>
                </a:cubicBezTo>
                <a:cubicBezTo>
                  <a:pt x="101929" y="72209"/>
                  <a:pt x="101705" y="72557"/>
                  <a:pt x="101531" y="72881"/>
                </a:cubicBezTo>
                <a:cubicBezTo>
                  <a:pt x="101382" y="73130"/>
                  <a:pt x="101257" y="73329"/>
                  <a:pt x="101108" y="73553"/>
                </a:cubicBezTo>
                <a:cubicBezTo>
                  <a:pt x="100834" y="73951"/>
                  <a:pt x="100585" y="74375"/>
                  <a:pt x="100311" y="74773"/>
                </a:cubicBezTo>
                <a:cubicBezTo>
                  <a:pt x="100286" y="74823"/>
                  <a:pt x="100262" y="74897"/>
                  <a:pt x="100187" y="74922"/>
                </a:cubicBezTo>
                <a:cubicBezTo>
                  <a:pt x="99888" y="75445"/>
                  <a:pt x="99540" y="75943"/>
                  <a:pt x="99166" y="76440"/>
                </a:cubicBezTo>
                <a:cubicBezTo>
                  <a:pt x="98171" y="75022"/>
                  <a:pt x="96777" y="73304"/>
                  <a:pt x="94960" y="71437"/>
                </a:cubicBezTo>
                <a:cubicBezTo>
                  <a:pt x="97076" y="68799"/>
                  <a:pt x="99042" y="66086"/>
                  <a:pt x="100834" y="63373"/>
                </a:cubicBezTo>
                <a:lnTo>
                  <a:pt x="100959" y="63373"/>
                </a:lnTo>
                <a:cubicBezTo>
                  <a:pt x="102950" y="63373"/>
                  <a:pt x="104866" y="63174"/>
                  <a:pt x="106559" y="62726"/>
                </a:cubicBezTo>
                <a:close/>
                <a:moveTo>
                  <a:pt x="42968" y="76453"/>
                </a:moveTo>
                <a:cubicBezTo>
                  <a:pt x="42975" y="76453"/>
                  <a:pt x="42987" y="76465"/>
                  <a:pt x="42987" y="76490"/>
                </a:cubicBezTo>
                <a:cubicBezTo>
                  <a:pt x="42962" y="76465"/>
                  <a:pt x="42962" y="76453"/>
                  <a:pt x="42968" y="76453"/>
                </a:cubicBezTo>
                <a:close/>
                <a:moveTo>
                  <a:pt x="86547" y="64343"/>
                </a:moveTo>
                <a:cubicBezTo>
                  <a:pt x="88837" y="66210"/>
                  <a:pt x="91052" y="68177"/>
                  <a:pt x="93043" y="70093"/>
                </a:cubicBezTo>
                <a:cubicBezTo>
                  <a:pt x="91799" y="72284"/>
                  <a:pt x="90305" y="74424"/>
                  <a:pt x="88662" y="76515"/>
                </a:cubicBezTo>
                <a:cubicBezTo>
                  <a:pt x="86123" y="74922"/>
                  <a:pt x="83485" y="73030"/>
                  <a:pt x="80871" y="70940"/>
                </a:cubicBezTo>
                <a:cubicBezTo>
                  <a:pt x="82863" y="68799"/>
                  <a:pt x="84754" y="66584"/>
                  <a:pt x="86547" y="64343"/>
                </a:cubicBezTo>
                <a:close/>
                <a:moveTo>
                  <a:pt x="20137" y="66708"/>
                </a:moveTo>
                <a:cubicBezTo>
                  <a:pt x="20361" y="67480"/>
                  <a:pt x="20635" y="68202"/>
                  <a:pt x="20983" y="68849"/>
                </a:cubicBezTo>
                <a:cubicBezTo>
                  <a:pt x="20386" y="69969"/>
                  <a:pt x="19838" y="71089"/>
                  <a:pt x="19266" y="72234"/>
                </a:cubicBezTo>
                <a:cubicBezTo>
                  <a:pt x="19166" y="72309"/>
                  <a:pt x="19042" y="72333"/>
                  <a:pt x="18967" y="72408"/>
                </a:cubicBezTo>
                <a:lnTo>
                  <a:pt x="18594" y="72582"/>
                </a:lnTo>
                <a:cubicBezTo>
                  <a:pt x="18370" y="72707"/>
                  <a:pt x="18171" y="72806"/>
                  <a:pt x="17972" y="72931"/>
                </a:cubicBezTo>
                <a:cubicBezTo>
                  <a:pt x="17847" y="72981"/>
                  <a:pt x="17723" y="73080"/>
                  <a:pt x="17548" y="73155"/>
                </a:cubicBezTo>
                <a:cubicBezTo>
                  <a:pt x="17374" y="73279"/>
                  <a:pt x="17175" y="73354"/>
                  <a:pt x="17001" y="73478"/>
                </a:cubicBezTo>
                <a:cubicBezTo>
                  <a:pt x="16876" y="73578"/>
                  <a:pt x="16727" y="73678"/>
                  <a:pt x="16603" y="73727"/>
                </a:cubicBezTo>
                <a:cubicBezTo>
                  <a:pt x="16403" y="73852"/>
                  <a:pt x="16254" y="73976"/>
                  <a:pt x="16055" y="74076"/>
                </a:cubicBezTo>
                <a:cubicBezTo>
                  <a:pt x="15906" y="74175"/>
                  <a:pt x="15781" y="74275"/>
                  <a:pt x="15632" y="74399"/>
                </a:cubicBezTo>
                <a:cubicBezTo>
                  <a:pt x="15482" y="74524"/>
                  <a:pt x="15308" y="74648"/>
                  <a:pt x="15134" y="74773"/>
                </a:cubicBezTo>
                <a:cubicBezTo>
                  <a:pt x="14985" y="74897"/>
                  <a:pt x="14810" y="74972"/>
                  <a:pt x="14686" y="75096"/>
                </a:cubicBezTo>
                <a:lnTo>
                  <a:pt x="14238" y="75470"/>
                </a:lnTo>
                <a:cubicBezTo>
                  <a:pt x="14064" y="75594"/>
                  <a:pt x="13914" y="75719"/>
                  <a:pt x="13790" y="75843"/>
                </a:cubicBezTo>
                <a:cubicBezTo>
                  <a:pt x="13640" y="75968"/>
                  <a:pt x="13516" y="76092"/>
                  <a:pt x="13367" y="76266"/>
                </a:cubicBezTo>
                <a:cubicBezTo>
                  <a:pt x="13267" y="76341"/>
                  <a:pt x="13168" y="76440"/>
                  <a:pt x="13043" y="76540"/>
                </a:cubicBezTo>
                <a:cubicBezTo>
                  <a:pt x="13068" y="76515"/>
                  <a:pt x="13018" y="76440"/>
                  <a:pt x="12919" y="76416"/>
                </a:cubicBezTo>
                <a:cubicBezTo>
                  <a:pt x="12670" y="76142"/>
                  <a:pt x="12421" y="75818"/>
                  <a:pt x="12197" y="75520"/>
                </a:cubicBezTo>
                <a:cubicBezTo>
                  <a:pt x="12147" y="75420"/>
                  <a:pt x="12072" y="75345"/>
                  <a:pt x="12023" y="75271"/>
                </a:cubicBezTo>
                <a:cubicBezTo>
                  <a:pt x="11749" y="74897"/>
                  <a:pt x="11525" y="74474"/>
                  <a:pt x="11276" y="74051"/>
                </a:cubicBezTo>
                <a:cubicBezTo>
                  <a:pt x="11201" y="73951"/>
                  <a:pt x="11151" y="73827"/>
                  <a:pt x="11126" y="73702"/>
                </a:cubicBezTo>
                <a:cubicBezTo>
                  <a:pt x="10927" y="73354"/>
                  <a:pt x="10778" y="72981"/>
                  <a:pt x="10629" y="72607"/>
                </a:cubicBezTo>
                <a:cubicBezTo>
                  <a:pt x="10629" y="72582"/>
                  <a:pt x="10579" y="72557"/>
                  <a:pt x="10579" y="72533"/>
                </a:cubicBezTo>
                <a:cubicBezTo>
                  <a:pt x="10554" y="72433"/>
                  <a:pt x="10504" y="72309"/>
                  <a:pt x="10454" y="72209"/>
                </a:cubicBezTo>
                <a:cubicBezTo>
                  <a:pt x="10305" y="71786"/>
                  <a:pt x="10156" y="71338"/>
                  <a:pt x="10031" y="70865"/>
                </a:cubicBezTo>
                <a:cubicBezTo>
                  <a:pt x="10280" y="70691"/>
                  <a:pt x="10529" y="70541"/>
                  <a:pt x="10778" y="70367"/>
                </a:cubicBezTo>
                <a:cubicBezTo>
                  <a:pt x="11052" y="70193"/>
                  <a:pt x="11326" y="69994"/>
                  <a:pt x="11624" y="69844"/>
                </a:cubicBezTo>
                <a:cubicBezTo>
                  <a:pt x="11898" y="69695"/>
                  <a:pt x="12172" y="69546"/>
                  <a:pt x="12446" y="69421"/>
                </a:cubicBezTo>
                <a:cubicBezTo>
                  <a:pt x="12769" y="69247"/>
                  <a:pt x="13043" y="69073"/>
                  <a:pt x="13367" y="68923"/>
                </a:cubicBezTo>
                <a:lnTo>
                  <a:pt x="14188" y="68550"/>
                </a:lnTo>
                <a:cubicBezTo>
                  <a:pt x="14512" y="68376"/>
                  <a:pt x="14860" y="68226"/>
                  <a:pt x="15159" y="68102"/>
                </a:cubicBezTo>
                <a:cubicBezTo>
                  <a:pt x="15433" y="67978"/>
                  <a:pt x="15756" y="67878"/>
                  <a:pt x="16030" y="67803"/>
                </a:cubicBezTo>
                <a:cubicBezTo>
                  <a:pt x="16379" y="67679"/>
                  <a:pt x="16677" y="67554"/>
                  <a:pt x="17026" y="67455"/>
                </a:cubicBezTo>
                <a:cubicBezTo>
                  <a:pt x="17349" y="67355"/>
                  <a:pt x="17673" y="67256"/>
                  <a:pt x="17996" y="67181"/>
                </a:cubicBezTo>
                <a:cubicBezTo>
                  <a:pt x="18295" y="67081"/>
                  <a:pt x="18619" y="66982"/>
                  <a:pt x="18917" y="66932"/>
                </a:cubicBezTo>
                <a:cubicBezTo>
                  <a:pt x="19341" y="66833"/>
                  <a:pt x="19714" y="66758"/>
                  <a:pt x="20112" y="66708"/>
                </a:cubicBezTo>
                <a:close/>
                <a:moveTo>
                  <a:pt x="43383" y="76281"/>
                </a:moveTo>
                <a:cubicBezTo>
                  <a:pt x="43410" y="76293"/>
                  <a:pt x="43448" y="76297"/>
                  <a:pt x="43485" y="76316"/>
                </a:cubicBezTo>
                <a:lnTo>
                  <a:pt x="43510" y="76316"/>
                </a:lnTo>
                <a:cubicBezTo>
                  <a:pt x="43609" y="76391"/>
                  <a:pt x="43734" y="76440"/>
                  <a:pt x="43809" y="76515"/>
                </a:cubicBezTo>
                <a:cubicBezTo>
                  <a:pt x="43858" y="76515"/>
                  <a:pt x="43858" y="76540"/>
                  <a:pt x="43883" y="76540"/>
                </a:cubicBezTo>
                <a:lnTo>
                  <a:pt x="43858" y="76565"/>
                </a:lnTo>
                <a:cubicBezTo>
                  <a:pt x="43684" y="76515"/>
                  <a:pt x="43535" y="76416"/>
                  <a:pt x="43385" y="76316"/>
                </a:cubicBezTo>
                <a:lnTo>
                  <a:pt x="43385" y="76291"/>
                </a:lnTo>
                <a:cubicBezTo>
                  <a:pt x="43385" y="76291"/>
                  <a:pt x="43385" y="76286"/>
                  <a:pt x="43383" y="76281"/>
                </a:cubicBezTo>
                <a:close/>
                <a:moveTo>
                  <a:pt x="48388" y="73429"/>
                </a:moveTo>
                <a:cubicBezTo>
                  <a:pt x="49758" y="74200"/>
                  <a:pt x="51127" y="75246"/>
                  <a:pt x="52446" y="76565"/>
                </a:cubicBezTo>
                <a:cubicBezTo>
                  <a:pt x="52396" y="76565"/>
                  <a:pt x="52371" y="76565"/>
                  <a:pt x="52371" y="76615"/>
                </a:cubicBezTo>
                <a:cubicBezTo>
                  <a:pt x="51077" y="75271"/>
                  <a:pt x="49708" y="74200"/>
                  <a:pt x="48339" y="73454"/>
                </a:cubicBezTo>
                <a:cubicBezTo>
                  <a:pt x="48364" y="73454"/>
                  <a:pt x="48364" y="73429"/>
                  <a:pt x="48388" y="73429"/>
                </a:cubicBezTo>
                <a:close/>
                <a:moveTo>
                  <a:pt x="93192" y="70268"/>
                </a:moveTo>
                <a:lnTo>
                  <a:pt x="93217" y="70292"/>
                </a:lnTo>
                <a:cubicBezTo>
                  <a:pt x="91973" y="72433"/>
                  <a:pt x="90529" y="74574"/>
                  <a:pt x="88861" y="76640"/>
                </a:cubicBezTo>
                <a:cubicBezTo>
                  <a:pt x="88837" y="76640"/>
                  <a:pt x="88837" y="76615"/>
                  <a:pt x="88812" y="76615"/>
                </a:cubicBezTo>
                <a:cubicBezTo>
                  <a:pt x="90454" y="74524"/>
                  <a:pt x="91923" y="72408"/>
                  <a:pt x="93192" y="70268"/>
                </a:cubicBezTo>
                <a:close/>
                <a:moveTo>
                  <a:pt x="54711" y="75968"/>
                </a:moveTo>
                <a:lnTo>
                  <a:pt x="54711" y="76017"/>
                </a:lnTo>
                <a:lnTo>
                  <a:pt x="54711" y="76042"/>
                </a:lnTo>
                <a:lnTo>
                  <a:pt x="54661" y="76042"/>
                </a:lnTo>
                <a:cubicBezTo>
                  <a:pt x="54362" y="76167"/>
                  <a:pt x="54089" y="76266"/>
                  <a:pt x="53765" y="76341"/>
                </a:cubicBezTo>
                <a:lnTo>
                  <a:pt x="53715" y="76341"/>
                </a:lnTo>
                <a:cubicBezTo>
                  <a:pt x="53392" y="76440"/>
                  <a:pt x="53118" y="76540"/>
                  <a:pt x="52844" y="76640"/>
                </a:cubicBezTo>
                <a:lnTo>
                  <a:pt x="52794" y="76640"/>
                </a:lnTo>
                <a:cubicBezTo>
                  <a:pt x="52805" y="76661"/>
                  <a:pt x="52811" y="76668"/>
                  <a:pt x="52811" y="76668"/>
                </a:cubicBezTo>
                <a:cubicBezTo>
                  <a:pt x="52810" y="76668"/>
                  <a:pt x="52798" y="76654"/>
                  <a:pt x="52769" y="76640"/>
                </a:cubicBezTo>
                <a:cubicBezTo>
                  <a:pt x="52819" y="76640"/>
                  <a:pt x="52844" y="76615"/>
                  <a:pt x="52869" y="76615"/>
                </a:cubicBezTo>
                <a:cubicBezTo>
                  <a:pt x="52894" y="76615"/>
                  <a:pt x="52944" y="76615"/>
                  <a:pt x="52944" y="76565"/>
                </a:cubicBezTo>
                <a:lnTo>
                  <a:pt x="52993" y="76565"/>
                </a:lnTo>
                <a:cubicBezTo>
                  <a:pt x="53018" y="76565"/>
                  <a:pt x="53068" y="76540"/>
                  <a:pt x="53093" y="76540"/>
                </a:cubicBezTo>
                <a:cubicBezTo>
                  <a:pt x="53317" y="76465"/>
                  <a:pt x="53566" y="76391"/>
                  <a:pt x="53765" y="76316"/>
                </a:cubicBezTo>
                <a:cubicBezTo>
                  <a:pt x="53815" y="76316"/>
                  <a:pt x="53815" y="76316"/>
                  <a:pt x="53840" y="76291"/>
                </a:cubicBezTo>
                <a:cubicBezTo>
                  <a:pt x="53865" y="76291"/>
                  <a:pt x="53889" y="76266"/>
                  <a:pt x="53939" y="76266"/>
                </a:cubicBezTo>
                <a:cubicBezTo>
                  <a:pt x="53964" y="76266"/>
                  <a:pt x="53964" y="76266"/>
                  <a:pt x="53989" y="76241"/>
                </a:cubicBezTo>
                <a:lnTo>
                  <a:pt x="54014" y="76241"/>
                </a:lnTo>
                <a:cubicBezTo>
                  <a:pt x="54238" y="76167"/>
                  <a:pt x="54462" y="76067"/>
                  <a:pt x="54711" y="75968"/>
                </a:cubicBezTo>
                <a:close/>
                <a:moveTo>
                  <a:pt x="94835" y="71587"/>
                </a:moveTo>
                <a:cubicBezTo>
                  <a:pt x="96677" y="73503"/>
                  <a:pt x="98071" y="75196"/>
                  <a:pt x="99067" y="76640"/>
                </a:cubicBezTo>
                <a:cubicBezTo>
                  <a:pt x="99067" y="76665"/>
                  <a:pt x="99042" y="76665"/>
                  <a:pt x="99042" y="76689"/>
                </a:cubicBezTo>
                <a:cubicBezTo>
                  <a:pt x="98071" y="75271"/>
                  <a:pt x="96652" y="73553"/>
                  <a:pt x="94835" y="71661"/>
                </a:cubicBezTo>
                <a:lnTo>
                  <a:pt x="94835" y="71587"/>
                </a:lnTo>
                <a:close/>
                <a:moveTo>
                  <a:pt x="106883" y="62676"/>
                </a:moveTo>
                <a:cubicBezTo>
                  <a:pt x="105165" y="67231"/>
                  <a:pt x="102626" y="72035"/>
                  <a:pt x="99341" y="76689"/>
                </a:cubicBezTo>
                <a:lnTo>
                  <a:pt x="99316" y="76665"/>
                </a:lnTo>
                <a:cubicBezTo>
                  <a:pt x="99415" y="76490"/>
                  <a:pt x="99515" y="76316"/>
                  <a:pt x="99639" y="76167"/>
                </a:cubicBezTo>
                <a:cubicBezTo>
                  <a:pt x="100013" y="75644"/>
                  <a:pt x="100361" y="75121"/>
                  <a:pt x="100685" y="74574"/>
                </a:cubicBezTo>
                <a:cubicBezTo>
                  <a:pt x="100909" y="74275"/>
                  <a:pt x="101108" y="73951"/>
                  <a:pt x="101307" y="73628"/>
                </a:cubicBezTo>
                <a:cubicBezTo>
                  <a:pt x="101556" y="73205"/>
                  <a:pt x="101805" y="72782"/>
                  <a:pt x="102054" y="72383"/>
                </a:cubicBezTo>
                <a:lnTo>
                  <a:pt x="102527" y="71637"/>
                </a:lnTo>
                <a:cubicBezTo>
                  <a:pt x="103199" y="70467"/>
                  <a:pt x="103796" y="69322"/>
                  <a:pt x="104394" y="68177"/>
                </a:cubicBezTo>
                <a:cubicBezTo>
                  <a:pt x="104443" y="68027"/>
                  <a:pt x="104543" y="67853"/>
                  <a:pt x="104618" y="67729"/>
                </a:cubicBezTo>
                <a:cubicBezTo>
                  <a:pt x="104866" y="67231"/>
                  <a:pt x="105066" y="66733"/>
                  <a:pt x="105314" y="66285"/>
                </a:cubicBezTo>
                <a:cubicBezTo>
                  <a:pt x="105389" y="66161"/>
                  <a:pt x="105414" y="66061"/>
                  <a:pt x="105489" y="65936"/>
                </a:cubicBezTo>
                <a:cubicBezTo>
                  <a:pt x="105987" y="64841"/>
                  <a:pt x="106435" y="63746"/>
                  <a:pt x="106858" y="62676"/>
                </a:cubicBezTo>
                <a:close/>
                <a:moveTo>
                  <a:pt x="12570" y="76416"/>
                </a:moveTo>
                <a:cubicBezTo>
                  <a:pt x="12620" y="76440"/>
                  <a:pt x="12645" y="76440"/>
                  <a:pt x="12670" y="76465"/>
                </a:cubicBezTo>
                <a:cubicBezTo>
                  <a:pt x="12695" y="76515"/>
                  <a:pt x="12744" y="76515"/>
                  <a:pt x="12769" y="76540"/>
                </a:cubicBezTo>
                <a:cubicBezTo>
                  <a:pt x="12869" y="76615"/>
                  <a:pt x="12894" y="76665"/>
                  <a:pt x="12944" y="76714"/>
                </a:cubicBezTo>
                <a:cubicBezTo>
                  <a:pt x="12919" y="76689"/>
                  <a:pt x="12894" y="76689"/>
                  <a:pt x="12869" y="76665"/>
                </a:cubicBezTo>
                <a:cubicBezTo>
                  <a:pt x="12819" y="76640"/>
                  <a:pt x="12794" y="76640"/>
                  <a:pt x="12769" y="76615"/>
                </a:cubicBezTo>
                <a:lnTo>
                  <a:pt x="12744" y="76565"/>
                </a:lnTo>
                <a:lnTo>
                  <a:pt x="12570" y="76416"/>
                </a:lnTo>
                <a:close/>
                <a:moveTo>
                  <a:pt x="19166" y="72557"/>
                </a:moveTo>
                <a:cubicBezTo>
                  <a:pt x="19166" y="72582"/>
                  <a:pt x="19141" y="72582"/>
                  <a:pt x="19141" y="72632"/>
                </a:cubicBezTo>
                <a:cubicBezTo>
                  <a:pt x="19042" y="72657"/>
                  <a:pt x="18967" y="72707"/>
                  <a:pt x="18893" y="72757"/>
                </a:cubicBezTo>
                <a:cubicBezTo>
                  <a:pt x="18868" y="72782"/>
                  <a:pt x="18793" y="72782"/>
                  <a:pt x="18768" y="72806"/>
                </a:cubicBezTo>
                <a:cubicBezTo>
                  <a:pt x="18494" y="72956"/>
                  <a:pt x="18245" y="73080"/>
                  <a:pt x="17996" y="73254"/>
                </a:cubicBezTo>
                <a:cubicBezTo>
                  <a:pt x="17922" y="73279"/>
                  <a:pt x="17872" y="73304"/>
                  <a:pt x="17772" y="73379"/>
                </a:cubicBezTo>
                <a:cubicBezTo>
                  <a:pt x="17524" y="73528"/>
                  <a:pt x="17299" y="73653"/>
                  <a:pt x="17100" y="73802"/>
                </a:cubicBezTo>
                <a:lnTo>
                  <a:pt x="16802" y="74001"/>
                </a:lnTo>
                <a:cubicBezTo>
                  <a:pt x="16578" y="74126"/>
                  <a:pt x="16403" y="74275"/>
                  <a:pt x="16179" y="74424"/>
                </a:cubicBezTo>
                <a:cubicBezTo>
                  <a:pt x="16055" y="74524"/>
                  <a:pt x="15955" y="74574"/>
                  <a:pt x="15856" y="74673"/>
                </a:cubicBezTo>
                <a:cubicBezTo>
                  <a:pt x="15657" y="74798"/>
                  <a:pt x="15507" y="74947"/>
                  <a:pt x="15308" y="75071"/>
                </a:cubicBezTo>
                <a:cubicBezTo>
                  <a:pt x="15184" y="75171"/>
                  <a:pt x="15059" y="75271"/>
                  <a:pt x="14910" y="75395"/>
                </a:cubicBezTo>
                <a:lnTo>
                  <a:pt x="14437" y="75768"/>
                </a:lnTo>
                <a:cubicBezTo>
                  <a:pt x="14288" y="75893"/>
                  <a:pt x="14163" y="76017"/>
                  <a:pt x="14014" y="76142"/>
                </a:cubicBezTo>
                <a:cubicBezTo>
                  <a:pt x="13889" y="76266"/>
                  <a:pt x="13715" y="76391"/>
                  <a:pt x="13616" y="76515"/>
                </a:cubicBezTo>
                <a:cubicBezTo>
                  <a:pt x="13541" y="76565"/>
                  <a:pt x="13441" y="76640"/>
                  <a:pt x="13392" y="76714"/>
                </a:cubicBezTo>
                <a:lnTo>
                  <a:pt x="13367" y="76714"/>
                </a:lnTo>
                <a:cubicBezTo>
                  <a:pt x="13367" y="76714"/>
                  <a:pt x="13317" y="76714"/>
                  <a:pt x="13317" y="76689"/>
                </a:cubicBezTo>
                <a:cubicBezTo>
                  <a:pt x="13392" y="76640"/>
                  <a:pt x="13491" y="76565"/>
                  <a:pt x="13541" y="76465"/>
                </a:cubicBezTo>
                <a:cubicBezTo>
                  <a:pt x="13690" y="76366"/>
                  <a:pt x="13815" y="76216"/>
                  <a:pt x="13989" y="76067"/>
                </a:cubicBezTo>
                <a:cubicBezTo>
                  <a:pt x="14138" y="75943"/>
                  <a:pt x="14288" y="75818"/>
                  <a:pt x="14412" y="75694"/>
                </a:cubicBezTo>
                <a:cubicBezTo>
                  <a:pt x="14561" y="75569"/>
                  <a:pt x="14736" y="75445"/>
                  <a:pt x="14860" y="75320"/>
                </a:cubicBezTo>
                <a:cubicBezTo>
                  <a:pt x="15010" y="75196"/>
                  <a:pt x="15134" y="75121"/>
                  <a:pt x="15283" y="74997"/>
                </a:cubicBezTo>
                <a:cubicBezTo>
                  <a:pt x="15433" y="74847"/>
                  <a:pt x="15607" y="74723"/>
                  <a:pt x="15781" y="74623"/>
                </a:cubicBezTo>
                <a:cubicBezTo>
                  <a:pt x="15906" y="74524"/>
                  <a:pt x="16055" y="74424"/>
                  <a:pt x="16179" y="74325"/>
                </a:cubicBezTo>
                <a:cubicBezTo>
                  <a:pt x="16379" y="74200"/>
                  <a:pt x="16553" y="74076"/>
                  <a:pt x="16727" y="73951"/>
                </a:cubicBezTo>
                <a:cubicBezTo>
                  <a:pt x="16851" y="73877"/>
                  <a:pt x="16976" y="73802"/>
                  <a:pt x="17100" y="73752"/>
                </a:cubicBezTo>
                <a:cubicBezTo>
                  <a:pt x="17275" y="73628"/>
                  <a:pt x="17499" y="73503"/>
                  <a:pt x="17673" y="73379"/>
                </a:cubicBezTo>
                <a:cubicBezTo>
                  <a:pt x="17772" y="73304"/>
                  <a:pt x="17897" y="73254"/>
                  <a:pt x="17996" y="73180"/>
                </a:cubicBezTo>
                <a:cubicBezTo>
                  <a:pt x="18220" y="73055"/>
                  <a:pt x="18420" y="72931"/>
                  <a:pt x="18668" y="72806"/>
                </a:cubicBezTo>
                <a:cubicBezTo>
                  <a:pt x="18768" y="72757"/>
                  <a:pt x="18868" y="72707"/>
                  <a:pt x="18967" y="72682"/>
                </a:cubicBezTo>
                <a:cubicBezTo>
                  <a:pt x="19042" y="72582"/>
                  <a:pt x="19117" y="72557"/>
                  <a:pt x="19166" y="72557"/>
                </a:cubicBezTo>
                <a:close/>
                <a:moveTo>
                  <a:pt x="80747" y="71089"/>
                </a:moveTo>
                <a:cubicBezTo>
                  <a:pt x="83361" y="73155"/>
                  <a:pt x="85999" y="75047"/>
                  <a:pt x="88538" y="76665"/>
                </a:cubicBezTo>
                <a:cubicBezTo>
                  <a:pt x="88538" y="76689"/>
                  <a:pt x="88488" y="76689"/>
                  <a:pt x="88488" y="76714"/>
                </a:cubicBezTo>
                <a:cubicBezTo>
                  <a:pt x="85974" y="75121"/>
                  <a:pt x="83336" y="73205"/>
                  <a:pt x="80722" y="71139"/>
                </a:cubicBezTo>
                <a:lnTo>
                  <a:pt x="80747" y="71089"/>
                </a:lnTo>
                <a:close/>
                <a:moveTo>
                  <a:pt x="88687" y="76764"/>
                </a:moveTo>
                <a:cubicBezTo>
                  <a:pt x="88712" y="76764"/>
                  <a:pt x="88712" y="76789"/>
                  <a:pt x="88737" y="76789"/>
                </a:cubicBezTo>
                <a:cubicBezTo>
                  <a:pt x="88737" y="76814"/>
                  <a:pt x="88712" y="76814"/>
                  <a:pt x="88712" y="76864"/>
                </a:cubicBezTo>
                <a:cubicBezTo>
                  <a:pt x="88687" y="76864"/>
                  <a:pt x="88687" y="76814"/>
                  <a:pt x="88662" y="76814"/>
                </a:cubicBezTo>
                <a:cubicBezTo>
                  <a:pt x="88662" y="76789"/>
                  <a:pt x="88687" y="76789"/>
                  <a:pt x="88687" y="76764"/>
                </a:cubicBezTo>
                <a:close/>
                <a:moveTo>
                  <a:pt x="99191" y="76814"/>
                </a:moveTo>
                <a:cubicBezTo>
                  <a:pt x="99191" y="76814"/>
                  <a:pt x="99191" y="76864"/>
                  <a:pt x="99241" y="76864"/>
                </a:cubicBezTo>
                <a:cubicBezTo>
                  <a:pt x="99241" y="76864"/>
                  <a:pt x="99191" y="76889"/>
                  <a:pt x="99191" y="76913"/>
                </a:cubicBezTo>
                <a:lnTo>
                  <a:pt x="99166" y="76889"/>
                </a:lnTo>
                <a:cubicBezTo>
                  <a:pt x="99166" y="76839"/>
                  <a:pt x="99191" y="76839"/>
                  <a:pt x="99191" y="76814"/>
                </a:cubicBezTo>
                <a:close/>
                <a:moveTo>
                  <a:pt x="44033" y="76889"/>
                </a:moveTo>
                <a:cubicBezTo>
                  <a:pt x="44033" y="76889"/>
                  <a:pt x="44057" y="76889"/>
                  <a:pt x="44057" y="76913"/>
                </a:cubicBezTo>
                <a:cubicBezTo>
                  <a:pt x="44057" y="76938"/>
                  <a:pt x="44033" y="76988"/>
                  <a:pt x="44033" y="77013"/>
                </a:cubicBezTo>
                <a:lnTo>
                  <a:pt x="44033" y="76889"/>
                </a:lnTo>
                <a:close/>
                <a:moveTo>
                  <a:pt x="93392" y="70417"/>
                </a:moveTo>
                <a:cubicBezTo>
                  <a:pt x="93715" y="70765"/>
                  <a:pt x="94064" y="71089"/>
                  <a:pt x="94387" y="71437"/>
                </a:cubicBezTo>
                <a:cubicBezTo>
                  <a:pt x="93317" y="72757"/>
                  <a:pt x="92222" y="74076"/>
                  <a:pt x="91102" y="75370"/>
                </a:cubicBezTo>
                <a:cubicBezTo>
                  <a:pt x="91077" y="75395"/>
                  <a:pt x="91077" y="75420"/>
                  <a:pt x="91052" y="75420"/>
                </a:cubicBezTo>
                <a:cubicBezTo>
                  <a:pt x="90579" y="76017"/>
                  <a:pt x="90081" y="76565"/>
                  <a:pt x="89583" y="77113"/>
                </a:cubicBezTo>
                <a:lnTo>
                  <a:pt x="89036" y="76739"/>
                </a:lnTo>
                <a:cubicBezTo>
                  <a:pt x="90678" y="74648"/>
                  <a:pt x="92147" y="72533"/>
                  <a:pt x="93392" y="70417"/>
                </a:cubicBezTo>
                <a:close/>
                <a:moveTo>
                  <a:pt x="48214" y="73578"/>
                </a:moveTo>
                <a:cubicBezTo>
                  <a:pt x="49583" y="74325"/>
                  <a:pt x="50902" y="75345"/>
                  <a:pt x="52197" y="76640"/>
                </a:cubicBezTo>
                <a:cubicBezTo>
                  <a:pt x="52097" y="76665"/>
                  <a:pt x="51998" y="76665"/>
                  <a:pt x="51898" y="76689"/>
                </a:cubicBezTo>
                <a:cubicBezTo>
                  <a:pt x="51774" y="76714"/>
                  <a:pt x="51624" y="76764"/>
                  <a:pt x="51500" y="76789"/>
                </a:cubicBezTo>
                <a:cubicBezTo>
                  <a:pt x="51475" y="76789"/>
                  <a:pt x="51400" y="76814"/>
                  <a:pt x="51375" y="76814"/>
                </a:cubicBezTo>
                <a:cubicBezTo>
                  <a:pt x="51251" y="76864"/>
                  <a:pt x="51127" y="76864"/>
                  <a:pt x="51002" y="76889"/>
                </a:cubicBezTo>
                <a:cubicBezTo>
                  <a:pt x="50952" y="76889"/>
                  <a:pt x="50878" y="76913"/>
                  <a:pt x="50828" y="76913"/>
                </a:cubicBezTo>
                <a:cubicBezTo>
                  <a:pt x="50728" y="76938"/>
                  <a:pt x="50629" y="76938"/>
                  <a:pt x="50504" y="76988"/>
                </a:cubicBezTo>
                <a:cubicBezTo>
                  <a:pt x="50380" y="77013"/>
                  <a:pt x="50230" y="77013"/>
                  <a:pt x="50106" y="77038"/>
                </a:cubicBezTo>
                <a:lnTo>
                  <a:pt x="50006" y="77038"/>
                </a:lnTo>
                <a:cubicBezTo>
                  <a:pt x="49882" y="77063"/>
                  <a:pt x="49758" y="77063"/>
                  <a:pt x="49658" y="77088"/>
                </a:cubicBezTo>
                <a:cubicBezTo>
                  <a:pt x="49509" y="77137"/>
                  <a:pt x="49334" y="77137"/>
                  <a:pt x="49160" y="77137"/>
                </a:cubicBezTo>
                <a:lnTo>
                  <a:pt x="49061" y="77137"/>
                </a:lnTo>
                <a:cubicBezTo>
                  <a:pt x="49011" y="77137"/>
                  <a:pt x="48911" y="77137"/>
                  <a:pt x="48861" y="77162"/>
                </a:cubicBezTo>
                <a:cubicBezTo>
                  <a:pt x="48588" y="77162"/>
                  <a:pt x="48339" y="77187"/>
                  <a:pt x="48040" y="77187"/>
                </a:cubicBezTo>
                <a:cubicBezTo>
                  <a:pt x="47642" y="77187"/>
                  <a:pt x="47244" y="77162"/>
                  <a:pt x="46870" y="77137"/>
                </a:cubicBezTo>
                <a:cubicBezTo>
                  <a:pt x="46771" y="77137"/>
                  <a:pt x="46671" y="77113"/>
                  <a:pt x="46571" y="77113"/>
                </a:cubicBezTo>
                <a:cubicBezTo>
                  <a:pt x="46497" y="77113"/>
                  <a:pt x="46422" y="77063"/>
                  <a:pt x="46323" y="77063"/>
                </a:cubicBezTo>
                <a:cubicBezTo>
                  <a:pt x="46074" y="77038"/>
                  <a:pt x="45874" y="77013"/>
                  <a:pt x="45626" y="76938"/>
                </a:cubicBezTo>
                <a:cubicBezTo>
                  <a:pt x="45576" y="76938"/>
                  <a:pt x="45526" y="76913"/>
                  <a:pt x="45501" y="76913"/>
                </a:cubicBezTo>
                <a:cubicBezTo>
                  <a:pt x="45327" y="76889"/>
                  <a:pt x="45202" y="76814"/>
                  <a:pt x="45053" y="76789"/>
                </a:cubicBezTo>
                <a:cubicBezTo>
                  <a:pt x="45028" y="76789"/>
                  <a:pt x="45003" y="76764"/>
                  <a:pt x="44929" y="76764"/>
                </a:cubicBezTo>
                <a:cubicBezTo>
                  <a:pt x="44954" y="76640"/>
                  <a:pt x="45028" y="76490"/>
                  <a:pt x="45053" y="76366"/>
                </a:cubicBezTo>
                <a:cubicBezTo>
                  <a:pt x="45178" y="75893"/>
                  <a:pt x="45352" y="75495"/>
                  <a:pt x="45476" y="75146"/>
                </a:cubicBezTo>
                <a:cubicBezTo>
                  <a:pt x="45601" y="75071"/>
                  <a:pt x="45675" y="75022"/>
                  <a:pt x="45800" y="74947"/>
                </a:cubicBezTo>
                <a:lnTo>
                  <a:pt x="45999" y="74872"/>
                </a:lnTo>
                <a:cubicBezTo>
                  <a:pt x="46049" y="74823"/>
                  <a:pt x="46099" y="74798"/>
                  <a:pt x="46148" y="74773"/>
                </a:cubicBezTo>
                <a:cubicBezTo>
                  <a:pt x="46522" y="74549"/>
                  <a:pt x="46870" y="74375"/>
                  <a:pt x="47244" y="74151"/>
                </a:cubicBezTo>
                <a:cubicBezTo>
                  <a:pt x="47492" y="74001"/>
                  <a:pt x="47741" y="73827"/>
                  <a:pt x="47990" y="73702"/>
                </a:cubicBezTo>
                <a:cubicBezTo>
                  <a:pt x="48040" y="73678"/>
                  <a:pt x="48115" y="73603"/>
                  <a:pt x="48214" y="73578"/>
                </a:cubicBezTo>
                <a:close/>
                <a:moveTo>
                  <a:pt x="94537" y="71587"/>
                </a:moveTo>
                <a:lnTo>
                  <a:pt x="94562" y="71637"/>
                </a:lnTo>
                <a:cubicBezTo>
                  <a:pt x="94213" y="72035"/>
                  <a:pt x="93914" y="72458"/>
                  <a:pt x="93566" y="72881"/>
                </a:cubicBezTo>
                <a:lnTo>
                  <a:pt x="93093" y="73429"/>
                </a:lnTo>
                <a:cubicBezTo>
                  <a:pt x="92545" y="74076"/>
                  <a:pt x="91973" y="74773"/>
                  <a:pt x="91425" y="75420"/>
                </a:cubicBezTo>
                <a:cubicBezTo>
                  <a:pt x="91176" y="75694"/>
                  <a:pt x="90952" y="75943"/>
                  <a:pt x="90703" y="76241"/>
                </a:cubicBezTo>
                <a:cubicBezTo>
                  <a:pt x="90405" y="76565"/>
                  <a:pt x="90106" y="76913"/>
                  <a:pt x="89807" y="77237"/>
                </a:cubicBezTo>
                <a:cubicBezTo>
                  <a:pt x="89782" y="77237"/>
                  <a:pt x="89782" y="77187"/>
                  <a:pt x="89733" y="77187"/>
                </a:cubicBezTo>
                <a:cubicBezTo>
                  <a:pt x="91425" y="75370"/>
                  <a:pt x="93018" y="73503"/>
                  <a:pt x="94537" y="71587"/>
                </a:cubicBezTo>
                <a:close/>
                <a:moveTo>
                  <a:pt x="43560" y="76689"/>
                </a:moveTo>
                <a:cubicBezTo>
                  <a:pt x="43609" y="76689"/>
                  <a:pt x="43609" y="76739"/>
                  <a:pt x="43634" y="76739"/>
                </a:cubicBezTo>
                <a:cubicBezTo>
                  <a:pt x="43684" y="76764"/>
                  <a:pt x="43784" y="76789"/>
                  <a:pt x="43833" y="76814"/>
                </a:cubicBezTo>
                <a:cubicBezTo>
                  <a:pt x="43858" y="76938"/>
                  <a:pt x="43858" y="77113"/>
                  <a:pt x="43809" y="77262"/>
                </a:cubicBezTo>
                <a:cubicBezTo>
                  <a:pt x="43784" y="77237"/>
                  <a:pt x="43784" y="77187"/>
                  <a:pt x="43759" y="77187"/>
                </a:cubicBezTo>
                <a:cubicBezTo>
                  <a:pt x="43734" y="77162"/>
                  <a:pt x="43684" y="77113"/>
                  <a:pt x="43659" y="77063"/>
                </a:cubicBezTo>
                <a:cubicBezTo>
                  <a:pt x="43634" y="76938"/>
                  <a:pt x="43560" y="76814"/>
                  <a:pt x="43535" y="76739"/>
                </a:cubicBezTo>
                <a:lnTo>
                  <a:pt x="43560" y="76739"/>
                </a:lnTo>
                <a:lnTo>
                  <a:pt x="43560" y="76689"/>
                </a:lnTo>
                <a:close/>
                <a:moveTo>
                  <a:pt x="88911" y="76889"/>
                </a:moveTo>
                <a:cubicBezTo>
                  <a:pt x="89085" y="77013"/>
                  <a:pt x="89285" y="77137"/>
                  <a:pt x="89459" y="77237"/>
                </a:cubicBezTo>
                <a:cubicBezTo>
                  <a:pt x="89459" y="77262"/>
                  <a:pt x="89434" y="77262"/>
                  <a:pt x="89434" y="77287"/>
                </a:cubicBezTo>
                <a:cubicBezTo>
                  <a:pt x="89235" y="77162"/>
                  <a:pt x="89061" y="77063"/>
                  <a:pt x="88861" y="76938"/>
                </a:cubicBezTo>
                <a:cubicBezTo>
                  <a:pt x="88861" y="76913"/>
                  <a:pt x="88911" y="76913"/>
                  <a:pt x="88911" y="76889"/>
                </a:cubicBezTo>
                <a:close/>
                <a:moveTo>
                  <a:pt x="110243" y="61357"/>
                </a:moveTo>
                <a:lnTo>
                  <a:pt x="110243" y="61357"/>
                </a:lnTo>
                <a:cubicBezTo>
                  <a:pt x="107455" y="66683"/>
                  <a:pt x="103896" y="72060"/>
                  <a:pt x="99739" y="77312"/>
                </a:cubicBezTo>
                <a:cubicBezTo>
                  <a:pt x="99639" y="77162"/>
                  <a:pt x="99540" y="77038"/>
                  <a:pt x="99440" y="76889"/>
                </a:cubicBezTo>
                <a:cubicBezTo>
                  <a:pt x="100361" y="75619"/>
                  <a:pt x="101232" y="74300"/>
                  <a:pt x="102004" y="73006"/>
                </a:cubicBezTo>
                <a:cubicBezTo>
                  <a:pt x="104169" y="69446"/>
                  <a:pt x="105862" y="65961"/>
                  <a:pt x="107107" y="62601"/>
                </a:cubicBezTo>
                <a:cubicBezTo>
                  <a:pt x="108252" y="62253"/>
                  <a:pt x="109322" y="61854"/>
                  <a:pt x="110243" y="61357"/>
                </a:cubicBezTo>
                <a:close/>
                <a:moveTo>
                  <a:pt x="52272" y="76764"/>
                </a:moveTo>
                <a:lnTo>
                  <a:pt x="52296" y="76789"/>
                </a:lnTo>
                <a:lnTo>
                  <a:pt x="52272" y="76789"/>
                </a:lnTo>
                <a:cubicBezTo>
                  <a:pt x="52023" y="76839"/>
                  <a:pt x="51749" y="76913"/>
                  <a:pt x="51500" y="76988"/>
                </a:cubicBezTo>
                <a:cubicBezTo>
                  <a:pt x="51425" y="76988"/>
                  <a:pt x="51400" y="77013"/>
                  <a:pt x="51351" y="77013"/>
                </a:cubicBezTo>
                <a:cubicBezTo>
                  <a:pt x="51102" y="77063"/>
                  <a:pt x="50853" y="77113"/>
                  <a:pt x="50554" y="77162"/>
                </a:cubicBezTo>
                <a:cubicBezTo>
                  <a:pt x="50529" y="77162"/>
                  <a:pt x="50479" y="77187"/>
                  <a:pt x="50430" y="77187"/>
                </a:cubicBezTo>
                <a:cubicBezTo>
                  <a:pt x="50056" y="77262"/>
                  <a:pt x="49683" y="77287"/>
                  <a:pt x="49309" y="77312"/>
                </a:cubicBezTo>
                <a:cubicBezTo>
                  <a:pt x="49235" y="77312"/>
                  <a:pt x="49135" y="77361"/>
                  <a:pt x="49036" y="77361"/>
                </a:cubicBezTo>
                <a:cubicBezTo>
                  <a:pt x="48662" y="77386"/>
                  <a:pt x="48289" y="77411"/>
                  <a:pt x="47940" y="77411"/>
                </a:cubicBezTo>
                <a:lnTo>
                  <a:pt x="47916" y="77411"/>
                </a:lnTo>
                <a:cubicBezTo>
                  <a:pt x="47542" y="77411"/>
                  <a:pt x="47169" y="77386"/>
                  <a:pt x="46795" y="77361"/>
                </a:cubicBezTo>
                <a:lnTo>
                  <a:pt x="46696" y="77361"/>
                </a:lnTo>
                <a:cubicBezTo>
                  <a:pt x="46621" y="77361"/>
                  <a:pt x="46522" y="77312"/>
                  <a:pt x="46422" y="77312"/>
                </a:cubicBezTo>
                <a:cubicBezTo>
                  <a:pt x="46372" y="77312"/>
                  <a:pt x="46298" y="77287"/>
                  <a:pt x="46248" y="77287"/>
                </a:cubicBezTo>
                <a:cubicBezTo>
                  <a:pt x="45924" y="77262"/>
                  <a:pt x="45626" y="77187"/>
                  <a:pt x="45327" y="77137"/>
                </a:cubicBezTo>
                <a:cubicBezTo>
                  <a:pt x="45202" y="77088"/>
                  <a:pt x="45053" y="77038"/>
                  <a:pt x="44929" y="77013"/>
                </a:cubicBezTo>
                <a:lnTo>
                  <a:pt x="44904" y="77013"/>
                </a:lnTo>
                <a:lnTo>
                  <a:pt x="44879" y="76988"/>
                </a:lnTo>
                <a:lnTo>
                  <a:pt x="44829" y="76938"/>
                </a:lnTo>
                <a:lnTo>
                  <a:pt x="45003" y="76938"/>
                </a:lnTo>
                <a:cubicBezTo>
                  <a:pt x="45053" y="76988"/>
                  <a:pt x="45128" y="76988"/>
                  <a:pt x="45227" y="77013"/>
                </a:cubicBezTo>
                <a:cubicBezTo>
                  <a:pt x="45252" y="77013"/>
                  <a:pt x="45302" y="77038"/>
                  <a:pt x="45352" y="77038"/>
                </a:cubicBezTo>
                <a:lnTo>
                  <a:pt x="45402" y="77038"/>
                </a:lnTo>
                <a:cubicBezTo>
                  <a:pt x="45501" y="77063"/>
                  <a:pt x="45601" y="77063"/>
                  <a:pt x="45650" y="77113"/>
                </a:cubicBezTo>
                <a:cubicBezTo>
                  <a:pt x="45725" y="77113"/>
                  <a:pt x="45775" y="77137"/>
                  <a:pt x="45850" y="77137"/>
                </a:cubicBezTo>
                <a:cubicBezTo>
                  <a:pt x="45974" y="77162"/>
                  <a:pt x="46049" y="77187"/>
                  <a:pt x="46173" y="77187"/>
                </a:cubicBezTo>
                <a:cubicBezTo>
                  <a:pt x="46273" y="77187"/>
                  <a:pt x="46372" y="77237"/>
                  <a:pt x="46472" y="77237"/>
                </a:cubicBezTo>
                <a:cubicBezTo>
                  <a:pt x="46522" y="77237"/>
                  <a:pt x="46596" y="77262"/>
                  <a:pt x="46646" y="77262"/>
                </a:cubicBezTo>
                <a:lnTo>
                  <a:pt x="46845" y="77262"/>
                </a:lnTo>
                <a:cubicBezTo>
                  <a:pt x="46920" y="77262"/>
                  <a:pt x="46995" y="77287"/>
                  <a:pt x="47094" y="77287"/>
                </a:cubicBezTo>
                <a:cubicBezTo>
                  <a:pt x="47393" y="77312"/>
                  <a:pt x="47716" y="77312"/>
                  <a:pt x="48015" y="77312"/>
                </a:cubicBezTo>
                <a:cubicBezTo>
                  <a:pt x="48289" y="77312"/>
                  <a:pt x="48538" y="77312"/>
                  <a:pt x="48837" y="77287"/>
                </a:cubicBezTo>
                <a:lnTo>
                  <a:pt x="48961" y="77287"/>
                </a:lnTo>
                <a:cubicBezTo>
                  <a:pt x="49011" y="77287"/>
                  <a:pt x="49085" y="77287"/>
                  <a:pt x="49135" y="77262"/>
                </a:cubicBezTo>
                <a:lnTo>
                  <a:pt x="49235" y="77262"/>
                </a:lnTo>
                <a:cubicBezTo>
                  <a:pt x="49359" y="77262"/>
                  <a:pt x="49509" y="77237"/>
                  <a:pt x="49633" y="77237"/>
                </a:cubicBezTo>
                <a:cubicBezTo>
                  <a:pt x="49832" y="77187"/>
                  <a:pt x="49982" y="77162"/>
                  <a:pt x="50156" y="77162"/>
                </a:cubicBezTo>
                <a:lnTo>
                  <a:pt x="50230" y="77162"/>
                </a:lnTo>
                <a:cubicBezTo>
                  <a:pt x="50280" y="77162"/>
                  <a:pt x="50380" y="77137"/>
                  <a:pt x="50430" y="77137"/>
                </a:cubicBezTo>
                <a:cubicBezTo>
                  <a:pt x="50479" y="77137"/>
                  <a:pt x="50529" y="77137"/>
                  <a:pt x="50554" y="77113"/>
                </a:cubicBezTo>
                <a:cubicBezTo>
                  <a:pt x="50629" y="77113"/>
                  <a:pt x="50678" y="77063"/>
                  <a:pt x="50753" y="77063"/>
                </a:cubicBezTo>
                <a:lnTo>
                  <a:pt x="50778" y="77063"/>
                </a:lnTo>
                <a:cubicBezTo>
                  <a:pt x="50878" y="77038"/>
                  <a:pt x="50977" y="77038"/>
                  <a:pt x="51052" y="77013"/>
                </a:cubicBezTo>
                <a:lnTo>
                  <a:pt x="51127" y="77013"/>
                </a:lnTo>
                <a:cubicBezTo>
                  <a:pt x="51176" y="77013"/>
                  <a:pt x="51226" y="76988"/>
                  <a:pt x="51276" y="76988"/>
                </a:cubicBezTo>
                <a:cubicBezTo>
                  <a:pt x="51500" y="76938"/>
                  <a:pt x="51724" y="76889"/>
                  <a:pt x="51923" y="76814"/>
                </a:cubicBezTo>
                <a:lnTo>
                  <a:pt x="52023" y="76814"/>
                </a:lnTo>
                <a:cubicBezTo>
                  <a:pt x="52097" y="76814"/>
                  <a:pt x="52122" y="76789"/>
                  <a:pt x="52172" y="76789"/>
                </a:cubicBezTo>
                <a:cubicBezTo>
                  <a:pt x="52222" y="76789"/>
                  <a:pt x="52247" y="76789"/>
                  <a:pt x="52272" y="76764"/>
                </a:cubicBezTo>
                <a:close/>
                <a:moveTo>
                  <a:pt x="89608" y="77337"/>
                </a:moveTo>
                <a:cubicBezTo>
                  <a:pt x="89658" y="77337"/>
                  <a:pt x="89683" y="77337"/>
                  <a:pt x="89683" y="77386"/>
                </a:cubicBezTo>
                <a:cubicBezTo>
                  <a:pt x="89633" y="77411"/>
                  <a:pt x="89633" y="77411"/>
                  <a:pt x="89633" y="77436"/>
                </a:cubicBezTo>
                <a:cubicBezTo>
                  <a:pt x="89608" y="77436"/>
                  <a:pt x="89608" y="77411"/>
                  <a:pt x="89583" y="77411"/>
                </a:cubicBezTo>
                <a:cubicBezTo>
                  <a:pt x="89583" y="77386"/>
                  <a:pt x="89608" y="77386"/>
                  <a:pt x="89608" y="77337"/>
                </a:cubicBezTo>
                <a:close/>
                <a:moveTo>
                  <a:pt x="44057" y="77386"/>
                </a:moveTo>
                <a:lnTo>
                  <a:pt x="44057" y="77486"/>
                </a:lnTo>
                <a:cubicBezTo>
                  <a:pt x="44033" y="77511"/>
                  <a:pt x="44033" y="77536"/>
                  <a:pt x="44008" y="77536"/>
                </a:cubicBezTo>
                <a:cubicBezTo>
                  <a:pt x="44033" y="77486"/>
                  <a:pt x="44057" y="77436"/>
                  <a:pt x="44057" y="77386"/>
                </a:cubicBezTo>
                <a:close/>
                <a:moveTo>
                  <a:pt x="99316" y="77038"/>
                </a:moveTo>
                <a:cubicBezTo>
                  <a:pt x="99415" y="77187"/>
                  <a:pt x="99515" y="77312"/>
                  <a:pt x="99614" y="77486"/>
                </a:cubicBezTo>
                <a:lnTo>
                  <a:pt x="99540" y="77536"/>
                </a:lnTo>
                <a:cubicBezTo>
                  <a:pt x="99490" y="77386"/>
                  <a:pt x="99390" y="77237"/>
                  <a:pt x="99291" y="77113"/>
                </a:cubicBezTo>
                <a:cubicBezTo>
                  <a:pt x="99291" y="77063"/>
                  <a:pt x="99316" y="77063"/>
                  <a:pt x="99316" y="77038"/>
                </a:cubicBezTo>
                <a:close/>
                <a:moveTo>
                  <a:pt x="110616" y="61108"/>
                </a:moveTo>
                <a:lnTo>
                  <a:pt x="110616" y="61108"/>
                </a:lnTo>
                <a:cubicBezTo>
                  <a:pt x="107754" y="66609"/>
                  <a:pt x="104120" y="72159"/>
                  <a:pt x="99863" y="77536"/>
                </a:cubicBezTo>
                <a:cubicBezTo>
                  <a:pt x="99863" y="77511"/>
                  <a:pt x="99814" y="77511"/>
                  <a:pt x="99814" y="77486"/>
                </a:cubicBezTo>
                <a:cubicBezTo>
                  <a:pt x="104095" y="72134"/>
                  <a:pt x="107704" y="66609"/>
                  <a:pt x="110517" y="61182"/>
                </a:cubicBezTo>
                <a:cubicBezTo>
                  <a:pt x="110567" y="61133"/>
                  <a:pt x="110591" y="61133"/>
                  <a:pt x="110616" y="61108"/>
                </a:cubicBezTo>
                <a:close/>
                <a:moveTo>
                  <a:pt x="40896" y="74549"/>
                </a:moveTo>
                <a:cubicBezTo>
                  <a:pt x="40946" y="74574"/>
                  <a:pt x="40996" y="74648"/>
                  <a:pt x="41046" y="74673"/>
                </a:cubicBezTo>
                <a:cubicBezTo>
                  <a:pt x="41270" y="74897"/>
                  <a:pt x="41519" y="75071"/>
                  <a:pt x="41743" y="75295"/>
                </a:cubicBezTo>
                <a:lnTo>
                  <a:pt x="41767" y="75320"/>
                </a:lnTo>
                <a:cubicBezTo>
                  <a:pt x="41892" y="75445"/>
                  <a:pt x="42016" y="75619"/>
                  <a:pt x="42091" y="75744"/>
                </a:cubicBezTo>
                <a:cubicBezTo>
                  <a:pt x="42240" y="75893"/>
                  <a:pt x="42365" y="76042"/>
                  <a:pt x="42440" y="76192"/>
                </a:cubicBezTo>
                <a:cubicBezTo>
                  <a:pt x="41419" y="76689"/>
                  <a:pt x="40398" y="77162"/>
                  <a:pt x="39403" y="77561"/>
                </a:cubicBezTo>
                <a:cubicBezTo>
                  <a:pt x="39876" y="76565"/>
                  <a:pt x="40349" y="75569"/>
                  <a:pt x="40896" y="74549"/>
                </a:cubicBezTo>
                <a:close/>
                <a:moveTo>
                  <a:pt x="99739" y="77610"/>
                </a:moveTo>
                <a:cubicBezTo>
                  <a:pt x="99739" y="77635"/>
                  <a:pt x="99739" y="77660"/>
                  <a:pt x="99764" y="77660"/>
                </a:cubicBezTo>
                <a:lnTo>
                  <a:pt x="99689" y="77710"/>
                </a:lnTo>
                <a:cubicBezTo>
                  <a:pt x="99689" y="77685"/>
                  <a:pt x="99664" y="77685"/>
                  <a:pt x="99664" y="77660"/>
                </a:cubicBezTo>
                <a:lnTo>
                  <a:pt x="99739" y="77610"/>
                </a:lnTo>
                <a:close/>
                <a:moveTo>
                  <a:pt x="40747" y="74424"/>
                </a:moveTo>
                <a:lnTo>
                  <a:pt x="40772" y="74449"/>
                </a:lnTo>
                <a:cubicBezTo>
                  <a:pt x="40174" y="75544"/>
                  <a:pt x="39652" y="76640"/>
                  <a:pt x="39154" y="77685"/>
                </a:cubicBezTo>
                <a:cubicBezTo>
                  <a:pt x="39129" y="77685"/>
                  <a:pt x="39129" y="77685"/>
                  <a:pt x="39079" y="77735"/>
                </a:cubicBezTo>
                <a:cubicBezTo>
                  <a:pt x="39577" y="76615"/>
                  <a:pt x="40150" y="75520"/>
                  <a:pt x="40747" y="74424"/>
                </a:cubicBezTo>
                <a:close/>
                <a:moveTo>
                  <a:pt x="42614" y="76366"/>
                </a:moveTo>
                <a:lnTo>
                  <a:pt x="42614" y="76391"/>
                </a:lnTo>
                <a:lnTo>
                  <a:pt x="42639" y="76416"/>
                </a:lnTo>
                <a:cubicBezTo>
                  <a:pt x="41494" y="76938"/>
                  <a:pt x="40374" y="77436"/>
                  <a:pt x="39278" y="77884"/>
                </a:cubicBezTo>
                <a:cubicBezTo>
                  <a:pt x="39278" y="77859"/>
                  <a:pt x="39278" y="77859"/>
                  <a:pt x="39303" y="77859"/>
                </a:cubicBezTo>
                <a:cubicBezTo>
                  <a:pt x="40398" y="77386"/>
                  <a:pt x="41494" y="76889"/>
                  <a:pt x="42614" y="76366"/>
                </a:cubicBezTo>
                <a:close/>
                <a:moveTo>
                  <a:pt x="62477" y="72085"/>
                </a:moveTo>
                <a:cubicBezTo>
                  <a:pt x="62651" y="72259"/>
                  <a:pt x="62800" y="72433"/>
                  <a:pt x="62950" y="72582"/>
                </a:cubicBezTo>
                <a:cubicBezTo>
                  <a:pt x="60734" y="74449"/>
                  <a:pt x="58445" y="76266"/>
                  <a:pt x="56055" y="77984"/>
                </a:cubicBezTo>
                <a:cubicBezTo>
                  <a:pt x="55856" y="77287"/>
                  <a:pt x="55557" y="76665"/>
                  <a:pt x="55234" y="76067"/>
                </a:cubicBezTo>
                <a:lnTo>
                  <a:pt x="55706" y="75893"/>
                </a:lnTo>
                <a:cubicBezTo>
                  <a:pt x="55756" y="75868"/>
                  <a:pt x="55831" y="75818"/>
                  <a:pt x="55906" y="75793"/>
                </a:cubicBezTo>
                <a:cubicBezTo>
                  <a:pt x="56055" y="75744"/>
                  <a:pt x="56204" y="75669"/>
                  <a:pt x="56354" y="75619"/>
                </a:cubicBezTo>
                <a:cubicBezTo>
                  <a:pt x="56403" y="75569"/>
                  <a:pt x="56478" y="75544"/>
                  <a:pt x="56503" y="75544"/>
                </a:cubicBezTo>
                <a:cubicBezTo>
                  <a:pt x="56528" y="75520"/>
                  <a:pt x="56578" y="75520"/>
                  <a:pt x="56603" y="75495"/>
                </a:cubicBezTo>
                <a:cubicBezTo>
                  <a:pt x="56677" y="75445"/>
                  <a:pt x="56752" y="75420"/>
                  <a:pt x="56827" y="75395"/>
                </a:cubicBezTo>
                <a:lnTo>
                  <a:pt x="56851" y="75395"/>
                </a:lnTo>
                <a:cubicBezTo>
                  <a:pt x="56876" y="75370"/>
                  <a:pt x="56951" y="75370"/>
                  <a:pt x="56976" y="75320"/>
                </a:cubicBezTo>
                <a:cubicBezTo>
                  <a:pt x="57100" y="75271"/>
                  <a:pt x="57250" y="75196"/>
                  <a:pt x="57374" y="75121"/>
                </a:cubicBezTo>
                <a:cubicBezTo>
                  <a:pt x="57374" y="75121"/>
                  <a:pt x="57424" y="75121"/>
                  <a:pt x="57424" y="75071"/>
                </a:cubicBezTo>
                <a:cubicBezTo>
                  <a:pt x="57449" y="75071"/>
                  <a:pt x="57474" y="75047"/>
                  <a:pt x="57474" y="75047"/>
                </a:cubicBezTo>
                <a:cubicBezTo>
                  <a:pt x="57573" y="75022"/>
                  <a:pt x="57648" y="74947"/>
                  <a:pt x="57748" y="74922"/>
                </a:cubicBezTo>
                <a:cubicBezTo>
                  <a:pt x="57947" y="74823"/>
                  <a:pt x="58146" y="74698"/>
                  <a:pt x="58345" y="74623"/>
                </a:cubicBezTo>
                <a:cubicBezTo>
                  <a:pt x="58345" y="74623"/>
                  <a:pt x="58370" y="74623"/>
                  <a:pt x="58370" y="74574"/>
                </a:cubicBezTo>
                <a:cubicBezTo>
                  <a:pt x="58469" y="74524"/>
                  <a:pt x="58594" y="74499"/>
                  <a:pt x="58693" y="74424"/>
                </a:cubicBezTo>
                <a:cubicBezTo>
                  <a:pt x="58718" y="74424"/>
                  <a:pt x="58743" y="74399"/>
                  <a:pt x="58743" y="74399"/>
                </a:cubicBezTo>
                <a:cubicBezTo>
                  <a:pt x="58942" y="74300"/>
                  <a:pt x="59092" y="74200"/>
                  <a:pt x="59291" y="74126"/>
                </a:cubicBezTo>
                <a:lnTo>
                  <a:pt x="59316" y="74126"/>
                </a:lnTo>
                <a:cubicBezTo>
                  <a:pt x="59440" y="74051"/>
                  <a:pt x="59540" y="74001"/>
                  <a:pt x="59664" y="73926"/>
                </a:cubicBezTo>
                <a:cubicBezTo>
                  <a:pt x="59838" y="73802"/>
                  <a:pt x="60038" y="73702"/>
                  <a:pt x="60237" y="73578"/>
                </a:cubicBezTo>
                <a:cubicBezTo>
                  <a:pt x="60286" y="73553"/>
                  <a:pt x="60336" y="73528"/>
                  <a:pt x="60361" y="73503"/>
                </a:cubicBezTo>
                <a:cubicBezTo>
                  <a:pt x="60461" y="73429"/>
                  <a:pt x="60560" y="73404"/>
                  <a:pt x="60610" y="73329"/>
                </a:cubicBezTo>
                <a:cubicBezTo>
                  <a:pt x="60809" y="73205"/>
                  <a:pt x="60983" y="73080"/>
                  <a:pt x="61183" y="73006"/>
                </a:cubicBezTo>
                <a:cubicBezTo>
                  <a:pt x="61307" y="72906"/>
                  <a:pt x="61456" y="72806"/>
                  <a:pt x="61581" y="72707"/>
                </a:cubicBezTo>
                <a:lnTo>
                  <a:pt x="62153" y="72333"/>
                </a:lnTo>
                <a:cubicBezTo>
                  <a:pt x="62278" y="72259"/>
                  <a:pt x="62402" y="72184"/>
                  <a:pt x="62477" y="72085"/>
                </a:cubicBezTo>
                <a:close/>
                <a:moveTo>
                  <a:pt x="39029" y="77934"/>
                </a:moveTo>
                <a:lnTo>
                  <a:pt x="39029" y="77959"/>
                </a:lnTo>
                <a:lnTo>
                  <a:pt x="39029" y="78009"/>
                </a:lnTo>
                <a:cubicBezTo>
                  <a:pt x="39017" y="78021"/>
                  <a:pt x="38998" y="78027"/>
                  <a:pt x="38983" y="78027"/>
                </a:cubicBezTo>
                <a:cubicBezTo>
                  <a:pt x="38967" y="78027"/>
                  <a:pt x="38955" y="78021"/>
                  <a:pt x="38955" y="78009"/>
                </a:cubicBezTo>
                <a:cubicBezTo>
                  <a:pt x="38955" y="77959"/>
                  <a:pt x="38955" y="77959"/>
                  <a:pt x="39005" y="77959"/>
                </a:cubicBezTo>
                <a:cubicBezTo>
                  <a:pt x="39005" y="77959"/>
                  <a:pt x="39029" y="77959"/>
                  <a:pt x="39029" y="77934"/>
                </a:cubicBezTo>
                <a:close/>
                <a:moveTo>
                  <a:pt x="55084" y="76142"/>
                </a:moveTo>
                <a:cubicBezTo>
                  <a:pt x="55383" y="76764"/>
                  <a:pt x="55706" y="77386"/>
                  <a:pt x="56055" y="78009"/>
                </a:cubicBezTo>
                <a:lnTo>
                  <a:pt x="56005" y="78034"/>
                </a:lnTo>
                <a:cubicBezTo>
                  <a:pt x="55632" y="77411"/>
                  <a:pt x="55333" y="76789"/>
                  <a:pt x="55010" y="76167"/>
                </a:cubicBezTo>
                <a:cubicBezTo>
                  <a:pt x="55059" y="76167"/>
                  <a:pt x="55059" y="76167"/>
                  <a:pt x="55084" y="76142"/>
                </a:cubicBezTo>
                <a:close/>
                <a:moveTo>
                  <a:pt x="44505" y="77212"/>
                </a:moveTo>
                <a:lnTo>
                  <a:pt x="44530" y="77262"/>
                </a:lnTo>
                <a:lnTo>
                  <a:pt x="44555" y="77287"/>
                </a:lnTo>
                <a:cubicBezTo>
                  <a:pt x="44505" y="77486"/>
                  <a:pt x="44431" y="77760"/>
                  <a:pt x="44381" y="78058"/>
                </a:cubicBezTo>
                <a:lnTo>
                  <a:pt x="44356" y="78034"/>
                </a:lnTo>
                <a:cubicBezTo>
                  <a:pt x="44356" y="78034"/>
                  <a:pt x="44356" y="78009"/>
                  <a:pt x="44306" y="78009"/>
                </a:cubicBezTo>
                <a:cubicBezTo>
                  <a:pt x="44306" y="77934"/>
                  <a:pt x="44356" y="77884"/>
                  <a:pt x="44356" y="77834"/>
                </a:cubicBezTo>
                <a:lnTo>
                  <a:pt x="44431" y="77461"/>
                </a:lnTo>
                <a:cubicBezTo>
                  <a:pt x="44481" y="77386"/>
                  <a:pt x="44481" y="77312"/>
                  <a:pt x="44505" y="77212"/>
                </a:cubicBezTo>
                <a:close/>
                <a:moveTo>
                  <a:pt x="63199" y="72657"/>
                </a:moveTo>
                <a:cubicBezTo>
                  <a:pt x="63199" y="72682"/>
                  <a:pt x="63224" y="72682"/>
                  <a:pt x="63224" y="72707"/>
                </a:cubicBezTo>
                <a:cubicBezTo>
                  <a:pt x="60983" y="74623"/>
                  <a:pt x="58693" y="76416"/>
                  <a:pt x="56304" y="78133"/>
                </a:cubicBezTo>
                <a:cubicBezTo>
                  <a:pt x="56304" y="78083"/>
                  <a:pt x="56254" y="78083"/>
                  <a:pt x="56254" y="78058"/>
                </a:cubicBezTo>
                <a:cubicBezTo>
                  <a:pt x="58669" y="76366"/>
                  <a:pt x="60983" y="74524"/>
                  <a:pt x="63199" y="72657"/>
                </a:cubicBezTo>
                <a:close/>
                <a:moveTo>
                  <a:pt x="3584" y="65936"/>
                </a:moveTo>
                <a:cubicBezTo>
                  <a:pt x="4207" y="68102"/>
                  <a:pt x="5526" y="70317"/>
                  <a:pt x="7467" y="72433"/>
                </a:cubicBezTo>
                <a:cubicBezTo>
                  <a:pt x="5551" y="74175"/>
                  <a:pt x="4033" y="76142"/>
                  <a:pt x="2912" y="78258"/>
                </a:cubicBezTo>
                <a:cubicBezTo>
                  <a:pt x="2240" y="75495"/>
                  <a:pt x="2141" y="72433"/>
                  <a:pt x="2539" y="69172"/>
                </a:cubicBezTo>
                <a:cubicBezTo>
                  <a:pt x="2838" y="68102"/>
                  <a:pt x="3186" y="67032"/>
                  <a:pt x="3584" y="65936"/>
                </a:cubicBezTo>
                <a:close/>
                <a:moveTo>
                  <a:pt x="43809" y="78158"/>
                </a:moveTo>
                <a:cubicBezTo>
                  <a:pt x="43858" y="78183"/>
                  <a:pt x="43858" y="78233"/>
                  <a:pt x="43858" y="78258"/>
                </a:cubicBezTo>
                <a:cubicBezTo>
                  <a:pt x="43809" y="78233"/>
                  <a:pt x="43809" y="78183"/>
                  <a:pt x="43809" y="78158"/>
                </a:cubicBezTo>
                <a:close/>
                <a:moveTo>
                  <a:pt x="18967" y="72931"/>
                </a:moveTo>
                <a:cubicBezTo>
                  <a:pt x="18121" y="74798"/>
                  <a:pt x="17349" y="76665"/>
                  <a:pt x="16652" y="78506"/>
                </a:cubicBezTo>
                <a:cubicBezTo>
                  <a:pt x="15557" y="77984"/>
                  <a:pt x="14537" y="77411"/>
                  <a:pt x="13516" y="76789"/>
                </a:cubicBezTo>
                <a:cubicBezTo>
                  <a:pt x="13616" y="76739"/>
                  <a:pt x="13665" y="76640"/>
                  <a:pt x="13765" y="76565"/>
                </a:cubicBezTo>
                <a:cubicBezTo>
                  <a:pt x="13889" y="76440"/>
                  <a:pt x="14014" y="76316"/>
                  <a:pt x="14138" y="76241"/>
                </a:cubicBezTo>
                <a:lnTo>
                  <a:pt x="14611" y="75868"/>
                </a:lnTo>
                <a:cubicBezTo>
                  <a:pt x="14761" y="75744"/>
                  <a:pt x="14885" y="75619"/>
                  <a:pt x="15034" y="75520"/>
                </a:cubicBezTo>
                <a:cubicBezTo>
                  <a:pt x="15184" y="75395"/>
                  <a:pt x="15308" y="75295"/>
                  <a:pt x="15482" y="75171"/>
                </a:cubicBezTo>
                <a:lnTo>
                  <a:pt x="15930" y="74798"/>
                </a:lnTo>
                <a:cubicBezTo>
                  <a:pt x="16055" y="74698"/>
                  <a:pt x="16229" y="74623"/>
                  <a:pt x="16354" y="74524"/>
                </a:cubicBezTo>
                <a:cubicBezTo>
                  <a:pt x="16528" y="74399"/>
                  <a:pt x="16677" y="74275"/>
                  <a:pt x="16876" y="74151"/>
                </a:cubicBezTo>
                <a:cubicBezTo>
                  <a:pt x="17001" y="74051"/>
                  <a:pt x="17125" y="74001"/>
                  <a:pt x="17250" y="73926"/>
                </a:cubicBezTo>
                <a:cubicBezTo>
                  <a:pt x="17424" y="73802"/>
                  <a:pt x="17648" y="73678"/>
                  <a:pt x="17847" y="73553"/>
                </a:cubicBezTo>
                <a:cubicBezTo>
                  <a:pt x="17922" y="73503"/>
                  <a:pt x="18046" y="73429"/>
                  <a:pt x="18146" y="73379"/>
                </a:cubicBezTo>
                <a:lnTo>
                  <a:pt x="18793" y="73006"/>
                </a:lnTo>
                <a:cubicBezTo>
                  <a:pt x="18868" y="72956"/>
                  <a:pt x="18893" y="72931"/>
                  <a:pt x="18967" y="72931"/>
                </a:cubicBezTo>
                <a:close/>
                <a:moveTo>
                  <a:pt x="2215" y="70292"/>
                </a:moveTo>
                <a:cubicBezTo>
                  <a:pt x="1967" y="73205"/>
                  <a:pt x="2141" y="75992"/>
                  <a:pt x="2738" y="78531"/>
                </a:cubicBezTo>
                <a:cubicBezTo>
                  <a:pt x="2713" y="78556"/>
                  <a:pt x="2713" y="78581"/>
                  <a:pt x="2713" y="78631"/>
                </a:cubicBezTo>
                <a:cubicBezTo>
                  <a:pt x="2116" y="76167"/>
                  <a:pt x="1942" y="73454"/>
                  <a:pt x="2116" y="70591"/>
                </a:cubicBezTo>
                <a:cubicBezTo>
                  <a:pt x="2141" y="70492"/>
                  <a:pt x="2191" y="70392"/>
                  <a:pt x="2215" y="70292"/>
                </a:cubicBezTo>
                <a:close/>
                <a:moveTo>
                  <a:pt x="19365" y="72757"/>
                </a:moveTo>
                <a:cubicBezTo>
                  <a:pt x="18420" y="74698"/>
                  <a:pt x="17598" y="76665"/>
                  <a:pt x="16901" y="78631"/>
                </a:cubicBezTo>
                <a:cubicBezTo>
                  <a:pt x="16876" y="78631"/>
                  <a:pt x="16876" y="78581"/>
                  <a:pt x="16851" y="78581"/>
                </a:cubicBezTo>
                <a:cubicBezTo>
                  <a:pt x="17548" y="76665"/>
                  <a:pt x="18370" y="74723"/>
                  <a:pt x="19266" y="72782"/>
                </a:cubicBezTo>
                <a:cubicBezTo>
                  <a:pt x="19291" y="72782"/>
                  <a:pt x="19316" y="72757"/>
                  <a:pt x="19365" y="72757"/>
                </a:cubicBezTo>
                <a:close/>
                <a:moveTo>
                  <a:pt x="7592" y="72582"/>
                </a:moveTo>
                <a:lnTo>
                  <a:pt x="7642" y="72632"/>
                </a:lnTo>
                <a:cubicBezTo>
                  <a:pt x="5650" y="74424"/>
                  <a:pt x="4082" y="76440"/>
                  <a:pt x="2987" y="78656"/>
                </a:cubicBezTo>
                <a:cubicBezTo>
                  <a:pt x="2987" y="78631"/>
                  <a:pt x="2987" y="78581"/>
                  <a:pt x="2962" y="78581"/>
                </a:cubicBezTo>
                <a:cubicBezTo>
                  <a:pt x="4057" y="76416"/>
                  <a:pt x="5650" y="74399"/>
                  <a:pt x="7592" y="72582"/>
                </a:cubicBezTo>
                <a:close/>
                <a:moveTo>
                  <a:pt x="13416" y="76938"/>
                </a:moveTo>
                <a:lnTo>
                  <a:pt x="13416" y="76938"/>
                </a:lnTo>
                <a:cubicBezTo>
                  <a:pt x="14437" y="77561"/>
                  <a:pt x="15507" y="78158"/>
                  <a:pt x="16603" y="78681"/>
                </a:cubicBezTo>
                <a:cubicBezTo>
                  <a:pt x="16603" y="78730"/>
                  <a:pt x="16603" y="78730"/>
                  <a:pt x="16553" y="78755"/>
                </a:cubicBezTo>
                <a:cubicBezTo>
                  <a:pt x="15557" y="78282"/>
                  <a:pt x="14611" y="77760"/>
                  <a:pt x="13690" y="77187"/>
                </a:cubicBezTo>
                <a:cubicBezTo>
                  <a:pt x="13616" y="77088"/>
                  <a:pt x="13516" y="77038"/>
                  <a:pt x="13416" y="76938"/>
                </a:cubicBezTo>
                <a:close/>
                <a:moveTo>
                  <a:pt x="16777" y="78755"/>
                </a:moveTo>
                <a:cubicBezTo>
                  <a:pt x="16802" y="78755"/>
                  <a:pt x="16802" y="78780"/>
                  <a:pt x="16851" y="78780"/>
                </a:cubicBezTo>
                <a:cubicBezTo>
                  <a:pt x="16851" y="78805"/>
                  <a:pt x="16802" y="78805"/>
                  <a:pt x="16802" y="78855"/>
                </a:cubicBezTo>
                <a:cubicBezTo>
                  <a:pt x="16777" y="78855"/>
                  <a:pt x="16752" y="78855"/>
                  <a:pt x="16752" y="78805"/>
                </a:cubicBezTo>
                <a:cubicBezTo>
                  <a:pt x="16752" y="78780"/>
                  <a:pt x="16777" y="78780"/>
                  <a:pt x="16777" y="78755"/>
                </a:cubicBezTo>
                <a:close/>
                <a:moveTo>
                  <a:pt x="54835" y="76192"/>
                </a:moveTo>
                <a:cubicBezTo>
                  <a:pt x="55134" y="76814"/>
                  <a:pt x="55482" y="77486"/>
                  <a:pt x="55831" y="78133"/>
                </a:cubicBezTo>
                <a:cubicBezTo>
                  <a:pt x="55458" y="78407"/>
                  <a:pt x="55084" y="78656"/>
                  <a:pt x="54711" y="78905"/>
                </a:cubicBezTo>
                <a:cubicBezTo>
                  <a:pt x="54138" y="78233"/>
                  <a:pt x="53591" y="77511"/>
                  <a:pt x="52968" y="76864"/>
                </a:cubicBezTo>
                <a:cubicBezTo>
                  <a:pt x="53018" y="76814"/>
                  <a:pt x="53093" y="76814"/>
                  <a:pt x="53143" y="76789"/>
                </a:cubicBezTo>
                <a:cubicBezTo>
                  <a:pt x="53192" y="76789"/>
                  <a:pt x="53192" y="76789"/>
                  <a:pt x="53217" y="76764"/>
                </a:cubicBezTo>
                <a:cubicBezTo>
                  <a:pt x="53367" y="76714"/>
                  <a:pt x="53491" y="76665"/>
                  <a:pt x="53641" y="76615"/>
                </a:cubicBezTo>
                <a:lnTo>
                  <a:pt x="53690" y="76615"/>
                </a:lnTo>
                <a:cubicBezTo>
                  <a:pt x="53740" y="76565"/>
                  <a:pt x="53840" y="76565"/>
                  <a:pt x="53889" y="76540"/>
                </a:cubicBezTo>
                <a:cubicBezTo>
                  <a:pt x="53964" y="76515"/>
                  <a:pt x="54014" y="76515"/>
                  <a:pt x="54089" y="76490"/>
                </a:cubicBezTo>
                <a:lnTo>
                  <a:pt x="54537" y="76291"/>
                </a:lnTo>
                <a:cubicBezTo>
                  <a:pt x="54586" y="76291"/>
                  <a:pt x="54586" y="76291"/>
                  <a:pt x="54611" y="76266"/>
                </a:cubicBezTo>
                <a:cubicBezTo>
                  <a:pt x="54661" y="76241"/>
                  <a:pt x="54736" y="76241"/>
                  <a:pt x="54786" y="76192"/>
                </a:cubicBezTo>
                <a:close/>
                <a:moveTo>
                  <a:pt x="52769" y="76913"/>
                </a:moveTo>
                <a:cubicBezTo>
                  <a:pt x="53392" y="77561"/>
                  <a:pt x="53989" y="78282"/>
                  <a:pt x="54561" y="79054"/>
                </a:cubicBezTo>
                <a:cubicBezTo>
                  <a:pt x="54512" y="79054"/>
                  <a:pt x="54512" y="79104"/>
                  <a:pt x="54487" y="79104"/>
                </a:cubicBezTo>
                <a:cubicBezTo>
                  <a:pt x="53939" y="78357"/>
                  <a:pt x="53342" y="77610"/>
                  <a:pt x="52695" y="76938"/>
                </a:cubicBezTo>
                <a:cubicBezTo>
                  <a:pt x="52720" y="76913"/>
                  <a:pt x="52744" y="76913"/>
                  <a:pt x="52769" y="76913"/>
                </a:cubicBezTo>
                <a:close/>
                <a:moveTo>
                  <a:pt x="14487" y="77809"/>
                </a:moveTo>
                <a:lnTo>
                  <a:pt x="14487" y="77809"/>
                </a:lnTo>
                <a:cubicBezTo>
                  <a:pt x="15134" y="78233"/>
                  <a:pt x="15806" y="78581"/>
                  <a:pt x="16528" y="78930"/>
                </a:cubicBezTo>
                <a:cubicBezTo>
                  <a:pt x="16503" y="79004"/>
                  <a:pt x="16503" y="79054"/>
                  <a:pt x="16478" y="79129"/>
                </a:cubicBezTo>
                <a:cubicBezTo>
                  <a:pt x="16403" y="79104"/>
                  <a:pt x="16329" y="79054"/>
                  <a:pt x="16279" y="79004"/>
                </a:cubicBezTo>
                <a:cubicBezTo>
                  <a:pt x="16055" y="78880"/>
                  <a:pt x="15806" y="78755"/>
                  <a:pt x="15607" y="78631"/>
                </a:cubicBezTo>
                <a:cubicBezTo>
                  <a:pt x="15607" y="78631"/>
                  <a:pt x="15557" y="78631"/>
                  <a:pt x="15557" y="78606"/>
                </a:cubicBezTo>
                <a:cubicBezTo>
                  <a:pt x="15383" y="78482"/>
                  <a:pt x="15234" y="78357"/>
                  <a:pt x="15034" y="78233"/>
                </a:cubicBezTo>
                <a:cubicBezTo>
                  <a:pt x="14860" y="78108"/>
                  <a:pt x="14661" y="77984"/>
                  <a:pt x="14487" y="77809"/>
                </a:cubicBezTo>
                <a:close/>
                <a:moveTo>
                  <a:pt x="55931" y="78307"/>
                </a:moveTo>
                <a:cubicBezTo>
                  <a:pt x="55931" y="78357"/>
                  <a:pt x="55955" y="78357"/>
                  <a:pt x="55955" y="78382"/>
                </a:cubicBezTo>
                <a:cubicBezTo>
                  <a:pt x="55582" y="78631"/>
                  <a:pt x="55209" y="78880"/>
                  <a:pt x="54860" y="79129"/>
                </a:cubicBezTo>
                <a:cubicBezTo>
                  <a:pt x="54835" y="79129"/>
                  <a:pt x="54835" y="79104"/>
                  <a:pt x="54810" y="79104"/>
                </a:cubicBezTo>
                <a:cubicBezTo>
                  <a:pt x="55184" y="78855"/>
                  <a:pt x="55557" y="78581"/>
                  <a:pt x="55931" y="78307"/>
                </a:cubicBezTo>
                <a:close/>
                <a:moveTo>
                  <a:pt x="16691" y="79018"/>
                </a:moveTo>
                <a:cubicBezTo>
                  <a:pt x="16708" y="79018"/>
                  <a:pt x="16735" y="79029"/>
                  <a:pt x="16752" y="79029"/>
                </a:cubicBezTo>
                <a:cubicBezTo>
                  <a:pt x="16727" y="79104"/>
                  <a:pt x="16677" y="79154"/>
                  <a:pt x="16677" y="79253"/>
                </a:cubicBezTo>
                <a:cubicBezTo>
                  <a:pt x="16652" y="79253"/>
                  <a:pt x="16652" y="79203"/>
                  <a:pt x="16627" y="79203"/>
                </a:cubicBezTo>
                <a:cubicBezTo>
                  <a:pt x="16652" y="79154"/>
                  <a:pt x="16677" y="79104"/>
                  <a:pt x="16677" y="79029"/>
                </a:cubicBezTo>
                <a:cubicBezTo>
                  <a:pt x="16677" y="79021"/>
                  <a:pt x="16683" y="79018"/>
                  <a:pt x="16691" y="79018"/>
                </a:cubicBezTo>
                <a:close/>
                <a:moveTo>
                  <a:pt x="22776" y="71288"/>
                </a:moveTo>
                <a:cubicBezTo>
                  <a:pt x="23672" y="72184"/>
                  <a:pt x="24792" y="72931"/>
                  <a:pt x="26086" y="73454"/>
                </a:cubicBezTo>
                <a:cubicBezTo>
                  <a:pt x="23273" y="74723"/>
                  <a:pt x="20635" y="76714"/>
                  <a:pt x="18444" y="79278"/>
                </a:cubicBezTo>
                <a:cubicBezTo>
                  <a:pt x="17996" y="79079"/>
                  <a:pt x="17524" y="78880"/>
                  <a:pt x="17051" y="78656"/>
                </a:cubicBezTo>
                <a:cubicBezTo>
                  <a:pt x="17772" y="76665"/>
                  <a:pt x="18644" y="74648"/>
                  <a:pt x="19614" y="72582"/>
                </a:cubicBezTo>
                <a:cubicBezTo>
                  <a:pt x="19664" y="72557"/>
                  <a:pt x="19764" y="72508"/>
                  <a:pt x="19813" y="72458"/>
                </a:cubicBezTo>
                <a:cubicBezTo>
                  <a:pt x="19913" y="72433"/>
                  <a:pt x="19988" y="72408"/>
                  <a:pt x="20062" y="72333"/>
                </a:cubicBezTo>
                <a:cubicBezTo>
                  <a:pt x="20336" y="72209"/>
                  <a:pt x="20560" y="72134"/>
                  <a:pt x="20859" y="72010"/>
                </a:cubicBezTo>
                <a:cubicBezTo>
                  <a:pt x="20909" y="71960"/>
                  <a:pt x="21008" y="71935"/>
                  <a:pt x="21058" y="71910"/>
                </a:cubicBezTo>
                <a:cubicBezTo>
                  <a:pt x="21357" y="71786"/>
                  <a:pt x="21606" y="71686"/>
                  <a:pt x="21879" y="71587"/>
                </a:cubicBezTo>
                <a:cubicBezTo>
                  <a:pt x="21929" y="71562"/>
                  <a:pt x="22004" y="71562"/>
                  <a:pt x="22054" y="71537"/>
                </a:cubicBezTo>
                <a:cubicBezTo>
                  <a:pt x="22303" y="71437"/>
                  <a:pt x="22527" y="71388"/>
                  <a:pt x="22776" y="71288"/>
                </a:cubicBezTo>
                <a:close/>
                <a:moveTo>
                  <a:pt x="54636" y="79203"/>
                </a:moveTo>
                <a:cubicBezTo>
                  <a:pt x="54686" y="79203"/>
                  <a:pt x="54686" y="79203"/>
                  <a:pt x="54686" y="79253"/>
                </a:cubicBezTo>
                <a:cubicBezTo>
                  <a:pt x="54636" y="79253"/>
                  <a:pt x="54636" y="79278"/>
                  <a:pt x="54611" y="79278"/>
                </a:cubicBezTo>
                <a:lnTo>
                  <a:pt x="54586" y="79253"/>
                </a:lnTo>
                <a:cubicBezTo>
                  <a:pt x="54611" y="79253"/>
                  <a:pt x="54611" y="79203"/>
                  <a:pt x="54636" y="79203"/>
                </a:cubicBezTo>
                <a:close/>
                <a:moveTo>
                  <a:pt x="44057" y="78805"/>
                </a:moveTo>
                <a:cubicBezTo>
                  <a:pt x="44057" y="78880"/>
                  <a:pt x="44107" y="78930"/>
                  <a:pt x="44132" y="79004"/>
                </a:cubicBezTo>
                <a:cubicBezTo>
                  <a:pt x="44157" y="79104"/>
                  <a:pt x="44157" y="79178"/>
                  <a:pt x="44182" y="79278"/>
                </a:cubicBezTo>
                <a:lnTo>
                  <a:pt x="44182" y="79328"/>
                </a:lnTo>
                <a:lnTo>
                  <a:pt x="44132" y="79328"/>
                </a:lnTo>
                <a:cubicBezTo>
                  <a:pt x="44107" y="79178"/>
                  <a:pt x="44107" y="79054"/>
                  <a:pt x="44057" y="78905"/>
                </a:cubicBezTo>
                <a:lnTo>
                  <a:pt x="44057" y="78805"/>
                </a:lnTo>
                <a:close/>
                <a:moveTo>
                  <a:pt x="13292" y="77162"/>
                </a:moveTo>
                <a:cubicBezTo>
                  <a:pt x="13317" y="77187"/>
                  <a:pt x="13367" y="77187"/>
                  <a:pt x="13416" y="77237"/>
                </a:cubicBezTo>
                <a:lnTo>
                  <a:pt x="13441" y="77262"/>
                </a:lnTo>
                <a:cubicBezTo>
                  <a:pt x="13466" y="77287"/>
                  <a:pt x="13516" y="77287"/>
                  <a:pt x="13516" y="77312"/>
                </a:cubicBezTo>
                <a:cubicBezTo>
                  <a:pt x="13690" y="77511"/>
                  <a:pt x="13889" y="77660"/>
                  <a:pt x="14064" y="77809"/>
                </a:cubicBezTo>
                <a:cubicBezTo>
                  <a:pt x="14138" y="77859"/>
                  <a:pt x="14188" y="77909"/>
                  <a:pt x="14238" y="77934"/>
                </a:cubicBezTo>
                <a:lnTo>
                  <a:pt x="14263" y="77984"/>
                </a:lnTo>
                <a:lnTo>
                  <a:pt x="14313" y="78034"/>
                </a:lnTo>
                <a:cubicBezTo>
                  <a:pt x="14537" y="78183"/>
                  <a:pt x="14761" y="78382"/>
                  <a:pt x="14960" y="78531"/>
                </a:cubicBezTo>
                <a:cubicBezTo>
                  <a:pt x="15059" y="78606"/>
                  <a:pt x="15134" y="78631"/>
                  <a:pt x="15209" y="78681"/>
                </a:cubicBezTo>
                <a:cubicBezTo>
                  <a:pt x="15258" y="78730"/>
                  <a:pt x="15283" y="78730"/>
                  <a:pt x="15308" y="78755"/>
                </a:cubicBezTo>
                <a:lnTo>
                  <a:pt x="15333" y="78780"/>
                </a:lnTo>
                <a:lnTo>
                  <a:pt x="15383" y="78780"/>
                </a:lnTo>
                <a:cubicBezTo>
                  <a:pt x="15408" y="78780"/>
                  <a:pt x="15408" y="78805"/>
                  <a:pt x="15433" y="78805"/>
                </a:cubicBezTo>
                <a:cubicBezTo>
                  <a:pt x="15582" y="78905"/>
                  <a:pt x="15781" y="79029"/>
                  <a:pt x="15930" y="79129"/>
                </a:cubicBezTo>
                <a:cubicBezTo>
                  <a:pt x="16030" y="79154"/>
                  <a:pt x="16080" y="79228"/>
                  <a:pt x="16179" y="79253"/>
                </a:cubicBezTo>
                <a:cubicBezTo>
                  <a:pt x="16254" y="79278"/>
                  <a:pt x="16279" y="79303"/>
                  <a:pt x="16329" y="79303"/>
                </a:cubicBezTo>
                <a:lnTo>
                  <a:pt x="16329" y="79353"/>
                </a:lnTo>
                <a:lnTo>
                  <a:pt x="16329" y="79378"/>
                </a:lnTo>
                <a:cubicBezTo>
                  <a:pt x="16005" y="79178"/>
                  <a:pt x="15657" y="79029"/>
                  <a:pt x="15333" y="78805"/>
                </a:cubicBezTo>
                <a:cubicBezTo>
                  <a:pt x="15308" y="78805"/>
                  <a:pt x="15308" y="78780"/>
                  <a:pt x="15283" y="78780"/>
                </a:cubicBezTo>
                <a:cubicBezTo>
                  <a:pt x="14561" y="78307"/>
                  <a:pt x="13889" y="77785"/>
                  <a:pt x="13292" y="77162"/>
                </a:cubicBezTo>
                <a:close/>
                <a:moveTo>
                  <a:pt x="3236" y="62327"/>
                </a:moveTo>
                <a:lnTo>
                  <a:pt x="3236" y="62377"/>
                </a:lnTo>
                <a:lnTo>
                  <a:pt x="3236" y="62477"/>
                </a:lnTo>
                <a:lnTo>
                  <a:pt x="3236" y="62551"/>
                </a:lnTo>
                <a:cubicBezTo>
                  <a:pt x="3186" y="62750"/>
                  <a:pt x="3087" y="62999"/>
                  <a:pt x="3012" y="63223"/>
                </a:cubicBezTo>
                <a:cubicBezTo>
                  <a:pt x="2141" y="65986"/>
                  <a:pt x="1494" y="68799"/>
                  <a:pt x="1021" y="71537"/>
                </a:cubicBezTo>
                <a:cubicBezTo>
                  <a:pt x="622" y="73902"/>
                  <a:pt x="473" y="76142"/>
                  <a:pt x="398" y="78108"/>
                </a:cubicBezTo>
                <a:cubicBezTo>
                  <a:pt x="349" y="78357"/>
                  <a:pt x="324" y="78556"/>
                  <a:pt x="324" y="78805"/>
                </a:cubicBezTo>
                <a:lnTo>
                  <a:pt x="324" y="78880"/>
                </a:lnTo>
                <a:cubicBezTo>
                  <a:pt x="324" y="79054"/>
                  <a:pt x="299" y="79253"/>
                  <a:pt x="299" y="79403"/>
                </a:cubicBezTo>
                <a:lnTo>
                  <a:pt x="299" y="79129"/>
                </a:lnTo>
                <a:cubicBezTo>
                  <a:pt x="299" y="78432"/>
                  <a:pt x="324" y="77735"/>
                  <a:pt x="349" y="76988"/>
                </a:cubicBezTo>
                <a:lnTo>
                  <a:pt x="349" y="76913"/>
                </a:lnTo>
                <a:cubicBezTo>
                  <a:pt x="423" y="76017"/>
                  <a:pt x="498" y="74947"/>
                  <a:pt x="598" y="73951"/>
                </a:cubicBezTo>
                <a:cubicBezTo>
                  <a:pt x="697" y="73180"/>
                  <a:pt x="797" y="72383"/>
                  <a:pt x="946" y="71537"/>
                </a:cubicBezTo>
                <a:lnTo>
                  <a:pt x="946" y="71512"/>
                </a:lnTo>
                <a:cubicBezTo>
                  <a:pt x="996" y="71213"/>
                  <a:pt x="1070" y="70890"/>
                  <a:pt x="1120" y="70541"/>
                </a:cubicBezTo>
                <a:cubicBezTo>
                  <a:pt x="1195" y="70143"/>
                  <a:pt x="1295" y="69770"/>
                  <a:pt x="1344" y="69347"/>
                </a:cubicBezTo>
                <a:cubicBezTo>
                  <a:pt x="1743" y="67330"/>
                  <a:pt x="2315" y="65289"/>
                  <a:pt x="2937" y="63223"/>
                </a:cubicBezTo>
                <a:lnTo>
                  <a:pt x="2937" y="63198"/>
                </a:lnTo>
                <a:cubicBezTo>
                  <a:pt x="3012" y="62925"/>
                  <a:pt x="3112" y="62626"/>
                  <a:pt x="3236" y="62327"/>
                </a:cubicBezTo>
                <a:close/>
                <a:moveTo>
                  <a:pt x="26335" y="73578"/>
                </a:moveTo>
                <a:cubicBezTo>
                  <a:pt x="26360" y="73578"/>
                  <a:pt x="26385" y="73603"/>
                  <a:pt x="26435" y="73603"/>
                </a:cubicBezTo>
                <a:cubicBezTo>
                  <a:pt x="23597" y="74847"/>
                  <a:pt x="20958" y="76814"/>
                  <a:pt x="18743" y="79403"/>
                </a:cubicBezTo>
                <a:cubicBezTo>
                  <a:pt x="18668" y="79403"/>
                  <a:pt x="18644" y="79403"/>
                  <a:pt x="18644" y="79378"/>
                </a:cubicBezTo>
                <a:cubicBezTo>
                  <a:pt x="20859" y="76789"/>
                  <a:pt x="23497" y="74823"/>
                  <a:pt x="26335" y="73578"/>
                </a:cubicBezTo>
                <a:close/>
                <a:moveTo>
                  <a:pt x="1967" y="70292"/>
                </a:moveTo>
                <a:cubicBezTo>
                  <a:pt x="1967" y="70392"/>
                  <a:pt x="1967" y="70467"/>
                  <a:pt x="1942" y="70591"/>
                </a:cubicBezTo>
                <a:cubicBezTo>
                  <a:pt x="1120" y="73653"/>
                  <a:pt x="672" y="76615"/>
                  <a:pt x="498" y="79427"/>
                </a:cubicBezTo>
                <a:lnTo>
                  <a:pt x="498" y="79427"/>
                </a:lnTo>
                <a:cubicBezTo>
                  <a:pt x="498" y="79004"/>
                  <a:pt x="498" y="78531"/>
                  <a:pt x="548" y="78058"/>
                </a:cubicBezTo>
                <a:cubicBezTo>
                  <a:pt x="797" y="75544"/>
                  <a:pt x="1245" y="72956"/>
                  <a:pt x="1967" y="70292"/>
                </a:cubicBezTo>
                <a:close/>
                <a:moveTo>
                  <a:pt x="16503" y="79403"/>
                </a:moveTo>
                <a:cubicBezTo>
                  <a:pt x="16553" y="79403"/>
                  <a:pt x="16603" y="79403"/>
                  <a:pt x="16603" y="79427"/>
                </a:cubicBezTo>
                <a:cubicBezTo>
                  <a:pt x="16603" y="79477"/>
                  <a:pt x="16553" y="79502"/>
                  <a:pt x="16553" y="79502"/>
                </a:cubicBezTo>
                <a:cubicBezTo>
                  <a:pt x="16528" y="79502"/>
                  <a:pt x="16528" y="79477"/>
                  <a:pt x="16503" y="79477"/>
                </a:cubicBezTo>
                <a:lnTo>
                  <a:pt x="16503" y="79427"/>
                </a:lnTo>
                <a:lnTo>
                  <a:pt x="16503" y="79403"/>
                </a:lnTo>
                <a:close/>
                <a:moveTo>
                  <a:pt x="17001" y="78880"/>
                </a:moveTo>
                <a:cubicBezTo>
                  <a:pt x="17424" y="79104"/>
                  <a:pt x="17872" y="79278"/>
                  <a:pt x="18345" y="79477"/>
                </a:cubicBezTo>
                <a:cubicBezTo>
                  <a:pt x="18345" y="79502"/>
                  <a:pt x="18295" y="79502"/>
                  <a:pt x="18295" y="79527"/>
                </a:cubicBezTo>
                <a:cubicBezTo>
                  <a:pt x="17847" y="79353"/>
                  <a:pt x="17399" y="79129"/>
                  <a:pt x="16976" y="78930"/>
                </a:cubicBezTo>
                <a:cubicBezTo>
                  <a:pt x="16976" y="78905"/>
                  <a:pt x="17001" y="78880"/>
                  <a:pt x="17001" y="78880"/>
                </a:cubicBezTo>
                <a:close/>
                <a:moveTo>
                  <a:pt x="38930" y="73379"/>
                </a:moveTo>
                <a:cubicBezTo>
                  <a:pt x="39005" y="73404"/>
                  <a:pt x="39079" y="73429"/>
                  <a:pt x="39154" y="73454"/>
                </a:cubicBezTo>
                <a:cubicBezTo>
                  <a:pt x="39179" y="73503"/>
                  <a:pt x="39253" y="73503"/>
                  <a:pt x="39278" y="73528"/>
                </a:cubicBezTo>
                <a:cubicBezTo>
                  <a:pt x="39403" y="73578"/>
                  <a:pt x="39502" y="73653"/>
                  <a:pt x="39577" y="73678"/>
                </a:cubicBezTo>
                <a:cubicBezTo>
                  <a:pt x="39701" y="73752"/>
                  <a:pt x="39826" y="73827"/>
                  <a:pt x="39950" y="73902"/>
                </a:cubicBezTo>
                <a:cubicBezTo>
                  <a:pt x="40050" y="73951"/>
                  <a:pt x="40125" y="74001"/>
                  <a:pt x="40174" y="74051"/>
                </a:cubicBezTo>
                <a:cubicBezTo>
                  <a:pt x="40199" y="74051"/>
                  <a:pt x="40224" y="74076"/>
                  <a:pt x="40224" y="74076"/>
                </a:cubicBezTo>
                <a:cubicBezTo>
                  <a:pt x="40349" y="74151"/>
                  <a:pt x="40448" y="74225"/>
                  <a:pt x="40548" y="74300"/>
                </a:cubicBezTo>
                <a:cubicBezTo>
                  <a:pt x="39926" y="75470"/>
                  <a:pt x="39328" y="76665"/>
                  <a:pt x="38805" y="77809"/>
                </a:cubicBezTo>
                <a:cubicBezTo>
                  <a:pt x="37138" y="78506"/>
                  <a:pt x="35470" y="79104"/>
                  <a:pt x="33852" y="79552"/>
                </a:cubicBezTo>
                <a:cubicBezTo>
                  <a:pt x="34947" y="76789"/>
                  <a:pt x="36540" y="74698"/>
                  <a:pt x="38532" y="73503"/>
                </a:cubicBezTo>
                <a:cubicBezTo>
                  <a:pt x="38656" y="73454"/>
                  <a:pt x="38805" y="73429"/>
                  <a:pt x="38930" y="73379"/>
                </a:cubicBezTo>
                <a:close/>
                <a:moveTo>
                  <a:pt x="18519" y="79527"/>
                </a:moveTo>
                <a:cubicBezTo>
                  <a:pt x="18544" y="79527"/>
                  <a:pt x="18544" y="79552"/>
                  <a:pt x="18569" y="79552"/>
                </a:cubicBezTo>
                <a:lnTo>
                  <a:pt x="18519" y="79627"/>
                </a:lnTo>
                <a:cubicBezTo>
                  <a:pt x="18494" y="79627"/>
                  <a:pt x="18494" y="79602"/>
                  <a:pt x="18469" y="79602"/>
                </a:cubicBezTo>
                <a:lnTo>
                  <a:pt x="18519" y="79527"/>
                </a:lnTo>
                <a:close/>
                <a:moveTo>
                  <a:pt x="37934" y="73653"/>
                </a:moveTo>
                <a:cubicBezTo>
                  <a:pt x="36142" y="74947"/>
                  <a:pt x="34649" y="76988"/>
                  <a:pt x="33653" y="79627"/>
                </a:cubicBezTo>
                <a:cubicBezTo>
                  <a:pt x="33603" y="79627"/>
                  <a:pt x="33578" y="79651"/>
                  <a:pt x="33553" y="79651"/>
                </a:cubicBezTo>
                <a:cubicBezTo>
                  <a:pt x="34549" y="77013"/>
                  <a:pt x="35968" y="74997"/>
                  <a:pt x="37760" y="73678"/>
                </a:cubicBezTo>
                <a:cubicBezTo>
                  <a:pt x="37810" y="73678"/>
                  <a:pt x="37884" y="73653"/>
                  <a:pt x="37934" y="73653"/>
                </a:cubicBezTo>
                <a:close/>
                <a:moveTo>
                  <a:pt x="16876" y="79104"/>
                </a:moveTo>
                <a:cubicBezTo>
                  <a:pt x="17275" y="79278"/>
                  <a:pt x="17723" y="79477"/>
                  <a:pt x="18121" y="79651"/>
                </a:cubicBezTo>
                <a:cubicBezTo>
                  <a:pt x="18096" y="79726"/>
                  <a:pt x="18021" y="79751"/>
                  <a:pt x="17996" y="79801"/>
                </a:cubicBezTo>
                <a:cubicBezTo>
                  <a:pt x="17872" y="79776"/>
                  <a:pt x="17748" y="79726"/>
                  <a:pt x="17598" y="79651"/>
                </a:cubicBezTo>
                <a:cubicBezTo>
                  <a:pt x="17349" y="79552"/>
                  <a:pt x="17051" y="79427"/>
                  <a:pt x="16802" y="79303"/>
                </a:cubicBezTo>
                <a:cubicBezTo>
                  <a:pt x="16851" y="79253"/>
                  <a:pt x="16876" y="79154"/>
                  <a:pt x="16876" y="79104"/>
                </a:cubicBezTo>
                <a:close/>
                <a:moveTo>
                  <a:pt x="38756" y="78108"/>
                </a:moveTo>
                <a:lnTo>
                  <a:pt x="38756" y="78133"/>
                </a:lnTo>
                <a:lnTo>
                  <a:pt x="38756" y="78158"/>
                </a:lnTo>
                <a:cubicBezTo>
                  <a:pt x="37063" y="78855"/>
                  <a:pt x="35420" y="79403"/>
                  <a:pt x="33827" y="79851"/>
                </a:cubicBezTo>
                <a:cubicBezTo>
                  <a:pt x="33728" y="79826"/>
                  <a:pt x="33728" y="79826"/>
                  <a:pt x="33777" y="79801"/>
                </a:cubicBezTo>
                <a:cubicBezTo>
                  <a:pt x="34076" y="79676"/>
                  <a:pt x="34400" y="79602"/>
                  <a:pt x="34698" y="79502"/>
                </a:cubicBezTo>
                <a:lnTo>
                  <a:pt x="35271" y="79303"/>
                </a:lnTo>
                <a:lnTo>
                  <a:pt x="35321" y="79303"/>
                </a:lnTo>
                <a:cubicBezTo>
                  <a:pt x="35968" y="79104"/>
                  <a:pt x="36665" y="78880"/>
                  <a:pt x="37337" y="78631"/>
                </a:cubicBezTo>
                <a:cubicBezTo>
                  <a:pt x="37387" y="78631"/>
                  <a:pt x="37387" y="78631"/>
                  <a:pt x="37412" y="78581"/>
                </a:cubicBezTo>
                <a:cubicBezTo>
                  <a:pt x="37461" y="78556"/>
                  <a:pt x="37511" y="78556"/>
                  <a:pt x="37561" y="78531"/>
                </a:cubicBezTo>
                <a:cubicBezTo>
                  <a:pt x="37959" y="78382"/>
                  <a:pt x="38332" y="78258"/>
                  <a:pt x="38756" y="78108"/>
                </a:cubicBezTo>
                <a:close/>
                <a:moveTo>
                  <a:pt x="72458" y="64095"/>
                </a:moveTo>
                <a:cubicBezTo>
                  <a:pt x="74624" y="66235"/>
                  <a:pt x="77038" y="68426"/>
                  <a:pt x="79602" y="70467"/>
                </a:cubicBezTo>
                <a:cubicBezTo>
                  <a:pt x="76814" y="73902"/>
                  <a:pt x="73454" y="77137"/>
                  <a:pt x="69670" y="79875"/>
                </a:cubicBezTo>
                <a:cubicBezTo>
                  <a:pt x="69546" y="79726"/>
                  <a:pt x="69421" y="79527"/>
                  <a:pt x="69297" y="79378"/>
                </a:cubicBezTo>
                <a:cubicBezTo>
                  <a:pt x="68874" y="78755"/>
                  <a:pt x="68401" y="78158"/>
                  <a:pt x="67928" y="77561"/>
                </a:cubicBezTo>
                <a:cubicBezTo>
                  <a:pt x="67779" y="77386"/>
                  <a:pt x="67654" y="77187"/>
                  <a:pt x="67505" y="77013"/>
                </a:cubicBezTo>
                <a:cubicBezTo>
                  <a:pt x="66883" y="76216"/>
                  <a:pt x="66260" y="75445"/>
                  <a:pt x="65638" y="74698"/>
                </a:cubicBezTo>
                <a:cubicBezTo>
                  <a:pt x="65638" y="74673"/>
                  <a:pt x="65588" y="74673"/>
                  <a:pt x="65588" y="74648"/>
                </a:cubicBezTo>
                <a:cubicBezTo>
                  <a:pt x="65314" y="74300"/>
                  <a:pt x="65016" y="73976"/>
                  <a:pt x="64717" y="73653"/>
                </a:cubicBezTo>
                <a:cubicBezTo>
                  <a:pt x="64568" y="73454"/>
                  <a:pt x="64369" y="73279"/>
                  <a:pt x="64219" y="73080"/>
                </a:cubicBezTo>
                <a:cubicBezTo>
                  <a:pt x="64045" y="72906"/>
                  <a:pt x="63871" y="72707"/>
                  <a:pt x="63697" y="72533"/>
                </a:cubicBezTo>
                <a:cubicBezTo>
                  <a:pt x="66808" y="69844"/>
                  <a:pt x="69770" y="67007"/>
                  <a:pt x="72458" y="64095"/>
                </a:cubicBezTo>
                <a:close/>
                <a:moveTo>
                  <a:pt x="18345" y="79751"/>
                </a:moveTo>
                <a:cubicBezTo>
                  <a:pt x="18370" y="79751"/>
                  <a:pt x="18370" y="79776"/>
                  <a:pt x="18395" y="79776"/>
                </a:cubicBezTo>
                <a:cubicBezTo>
                  <a:pt x="18370" y="79851"/>
                  <a:pt x="18295" y="79875"/>
                  <a:pt x="18270" y="79925"/>
                </a:cubicBezTo>
                <a:lnTo>
                  <a:pt x="18196" y="79925"/>
                </a:lnTo>
                <a:cubicBezTo>
                  <a:pt x="18245" y="79826"/>
                  <a:pt x="18295" y="79801"/>
                  <a:pt x="18345" y="79751"/>
                </a:cubicBezTo>
                <a:close/>
                <a:moveTo>
                  <a:pt x="112856" y="59440"/>
                </a:moveTo>
                <a:cubicBezTo>
                  <a:pt x="111114" y="63871"/>
                  <a:pt x="108700" y="68550"/>
                  <a:pt x="105713" y="73155"/>
                </a:cubicBezTo>
                <a:cubicBezTo>
                  <a:pt x="105489" y="73503"/>
                  <a:pt x="105240" y="73877"/>
                  <a:pt x="105016" y="74200"/>
                </a:cubicBezTo>
                <a:cubicBezTo>
                  <a:pt x="103721" y="76167"/>
                  <a:pt x="102303" y="78108"/>
                  <a:pt x="100809" y="80025"/>
                </a:cubicBezTo>
                <a:cubicBezTo>
                  <a:pt x="100784" y="79403"/>
                  <a:pt x="100486" y="78631"/>
                  <a:pt x="99988" y="77735"/>
                </a:cubicBezTo>
                <a:cubicBezTo>
                  <a:pt x="104344" y="72209"/>
                  <a:pt x="108077" y="66559"/>
                  <a:pt x="110965" y="60958"/>
                </a:cubicBezTo>
                <a:cubicBezTo>
                  <a:pt x="111687" y="60485"/>
                  <a:pt x="112334" y="59988"/>
                  <a:pt x="112856" y="59440"/>
                </a:cubicBezTo>
                <a:close/>
                <a:moveTo>
                  <a:pt x="16752" y="79527"/>
                </a:moveTo>
                <a:cubicBezTo>
                  <a:pt x="16851" y="79552"/>
                  <a:pt x="16926" y="79602"/>
                  <a:pt x="17026" y="79651"/>
                </a:cubicBezTo>
                <a:cubicBezTo>
                  <a:pt x="17125" y="79676"/>
                  <a:pt x="17175" y="79726"/>
                  <a:pt x="17275" y="79751"/>
                </a:cubicBezTo>
                <a:cubicBezTo>
                  <a:pt x="17474" y="79851"/>
                  <a:pt x="17673" y="79900"/>
                  <a:pt x="17872" y="80000"/>
                </a:cubicBezTo>
                <a:lnTo>
                  <a:pt x="17872" y="80025"/>
                </a:lnTo>
                <a:lnTo>
                  <a:pt x="17872" y="80050"/>
                </a:lnTo>
                <a:lnTo>
                  <a:pt x="16752" y="79602"/>
                </a:lnTo>
                <a:lnTo>
                  <a:pt x="16752" y="79552"/>
                </a:lnTo>
                <a:lnTo>
                  <a:pt x="16752" y="79527"/>
                </a:lnTo>
                <a:close/>
                <a:moveTo>
                  <a:pt x="79751" y="70591"/>
                </a:moveTo>
                <a:cubicBezTo>
                  <a:pt x="79776" y="70591"/>
                  <a:pt x="79776" y="70641"/>
                  <a:pt x="79826" y="70641"/>
                </a:cubicBezTo>
                <a:cubicBezTo>
                  <a:pt x="77038" y="74076"/>
                  <a:pt x="73653" y="77337"/>
                  <a:pt x="69870" y="80050"/>
                </a:cubicBezTo>
                <a:cubicBezTo>
                  <a:pt x="69870" y="80025"/>
                  <a:pt x="69820" y="80025"/>
                  <a:pt x="69820" y="80000"/>
                </a:cubicBezTo>
                <a:cubicBezTo>
                  <a:pt x="73603" y="77287"/>
                  <a:pt x="76988" y="74051"/>
                  <a:pt x="79751" y="70591"/>
                </a:cubicBezTo>
                <a:close/>
                <a:moveTo>
                  <a:pt x="63572" y="72707"/>
                </a:moveTo>
                <a:cubicBezTo>
                  <a:pt x="63721" y="72906"/>
                  <a:pt x="63896" y="73055"/>
                  <a:pt x="64070" y="73254"/>
                </a:cubicBezTo>
                <a:cubicBezTo>
                  <a:pt x="64219" y="73404"/>
                  <a:pt x="64393" y="73578"/>
                  <a:pt x="64543" y="73777"/>
                </a:cubicBezTo>
                <a:cubicBezTo>
                  <a:pt x="66260" y="75694"/>
                  <a:pt x="67953" y="77859"/>
                  <a:pt x="69571" y="80050"/>
                </a:cubicBezTo>
                <a:cubicBezTo>
                  <a:pt x="69571" y="80050"/>
                  <a:pt x="69546" y="80050"/>
                  <a:pt x="69546" y="80099"/>
                </a:cubicBezTo>
                <a:cubicBezTo>
                  <a:pt x="68177" y="78233"/>
                  <a:pt x="66808" y="76490"/>
                  <a:pt x="65439" y="74872"/>
                </a:cubicBezTo>
                <a:lnTo>
                  <a:pt x="65339" y="74773"/>
                </a:lnTo>
                <a:cubicBezTo>
                  <a:pt x="65090" y="74449"/>
                  <a:pt x="64817" y="74175"/>
                  <a:pt x="64568" y="73902"/>
                </a:cubicBezTo>
                <a:cubicBezTo>
                  <a:pt x="64369" y="73678"/>
                  <a:pt x="64194" y="73454"/>
                  <a:pt x="63970" y="73254"/>
                </a:cubicBezTo>
                <a:cubicBezTo>
                  <a:pt x="63821" y="73055"/>
                  <a:pt x="63672" y="72906"/>
                  <a:pt x="63522" y="72757"/>
                </a:cubicBezTo>
                <a:cubicBezTo>
                  <a:pt x="63547" y="72757"/>
                  <a:pt x="63547" y="72707"/>
                  <a:pt x="63572" y="72707"/>
                </a:cubicBezTo>
                <a:close/>
                <a:moveTo>
                  <a:pt x="18295" y="80174"/>
                </a:moveTo>
                <a:cubicBezTo>
                  <a:pt x="18367" y="80174"/>
                  <a:pt x="18393" y="80174"/>
                  <a:pt x="18417" y="80219"/>
                </a:cubicBezTo>
                <a:lnTo>
                  <a:pt x="18417" y="80219"/>
                </a:lnTo>
                <a:cubicBezTo>
                  <a:pt x="18376" y="80204"/>
                  <a:pt x="18336" y="80189"/>
                  <a:pt x="18295" y="80174"/>
                </a:cubicBezTo>
                <a:close/>
                <a:moveTo>
                  <a:pt x="99888" y="77859"/>
                </a:moveTo>
                <a:cubicBezTo>
                  <a:pt x="100411" y="78805"/>
                  <a:pt x="100685" y="79627"/>
                  <a:pt x="100660" y="80249"/>
                </a:cubicBezTo>
                <a:cubicBezTo>
                  <a:pt x="100616" y="80271"/>
                  <a:pt x="100572" y="80293"/>
                  <a:pt x="100562" y="80332"/>
                </a:cubicBezTo>
                <a:lnTo>
                  <a:pt x="100562" y="80332"/>
                </a:lnTo>
                <a:cubicBezTo>
                  <a:pt x="100630" y="79736"/>
                  <a:pt x="100356" y="78920"/>
                  <a:pt x="99814" y="77909"/>
                </a:cubicBezTo>
                <a:lnTo>
                  <a:pt x="99888" y="77859"/>
                </a:lnTo>
                <a:close/>
                <a:moveTo>
                  <a:pt x="44232" y="79527"/>
                </a:moveTo>
                <a:cubicBezTo>
                  <a:pt x="44257" y="79751"/>
                  <a:pt x="44281" y="79925"/>
                  <a:pt x="44356" y="80124"/>
                </a:cubicBezTo>
                <a:cubicBezTo>
                  <a:pt x="44381" y="80199"/>
                  <a:pt x="44381" y="80299"/>
                  <a:pt x="44406" y="80423"/>
                </a:cubicBezTo>
                <a:lnTo>
                  <a:pt x="44381" y="80423"/>
                </a:lnTo>
                <a:cubicBezTo>
                  <a:pt x="44356" y="80124"/>
                  <a:pt x="44257" y="79826"/>
                  <a:pt x="44182" y="79527"/>
                </a:cubicBezTo>
                <a:close/>
                <a:moveTo>
                  <a:pt x="18594" y="79826"/>
                </a:moveTo>
                <a:cubicBezTo>
                  <a:pt x="19117" y="80050"/>
                  <a:pt x="19639" y="80274"/>
                  <a:pt x="20212" y="80448"/>
                </a:cubicBezTo>
                <a:lnTo>
                  <a:pt x="19739" y="80373"/>
                </a:lnTo>
                <a:lnTo>
                  <a:pt x="19092" y="80174"/>
                </a:lnTo>
                <a:cubicBezTo>
                  <a:pt x="18868" y="80124"/>
                  <a:pt x="18668" y="80050"/>
                  <a:pt x="18494" y="80000"/>
                </a:cubicBezTo>
                <a:cubicBezTo>
                  <a:pt x="18494" y="79925"/>
                  <a:pt x="18519" y="79900"/>
                  <a:pt x="18594" y="79826"/>
                </a:cubicBezTo>
                <a:close/>
                <a:moveTo>
                  <a:pt x="108127" y="69595"/>
                </a:moveTo>
                <a:lnTo>
                  <a:pt x="108127" y="69595"/>
                </a:lnTo>
                <a:cubicBezTo>
                  <a:pt x="107878" y="70093"/>
                  <a:pt x="107580" y="70591"/>
                  <a:pt x="107256" y="71089"/>
                </a:cubicBezTo>
                <a:cubicBezTo>
                  <a:pt x="106708" y="72035"/>
                  <a:pt x="106111" y="72931"/>
                  <a:pt x="105514" y="73877"/>
                </a:cubicBezTo>
                <a:cubicBezTo>
                  <a:pt x="105489" y="73926"/>
                  <a:pt x="105464" y="74001"/>
                  <a:pt x="105389" y="74051"/>
                </a:cubicBezTo>
                <a:cubicBezTo>
                  <a:pt x="104966" y="74698"/>
                  <a:pt x="104493" y="75395"/>
                  <a:pt x="104045" y="76042"/>
                </a:cubicBezTo>
                <a:cubicBezTo>
                  <a:pt x="103995" y="76117"/>
                  <a:pt x="103945" y="76192"/>
                  <a:pt x="103896" y="76266"/>
                </a:cubicBezTo>
                <a:cubicBezTo>
                  <a:pt x="103846" y="76366"/>
                  <a:pt x="103771" y="76416"/>
                  <a:pt x="103746" y="76515"/>
                </a:cubicBezTo>
                <a:lnTo>
                  <a:pt x="103000" y="77536"/>
                </a:lnTo>
                <a:cubicBezTo>
                  <a:pt x="102800" y="77785"/>
                  <a:pt x="102651" y="78034"/>
                  <a:pt x="102477" y="78258"/>
                </a:cubicBezTo>
                <a:cubicBezTo>
                  <a:pt x="102402" y="78307"/>
                  <a:pt x="102377" y="78382"/>
                  <a:pt x="102303" y="78482"/>
                </a:cubicBezTo>
                <a:cubicBezTo>
                  <a:pt x="102104" y="78755"/>
                  <a:pt x="101904" y="79004"/>
                  <a:pt x="101680" y="79278"/>
                </a:cubicBezTo>
                <a:cubicBezTo>
                  <a:pt x="101382" y="79676"/>
                  <a:pt x="101108" y="80099"/>
                  <a:pt x="100784" y="80473"/>
                </a:cubicBezTo>
                <a:lnTo>
                  <a:pt x="100784" y="80423"/>
                </a:lnTo>
                <a:lnTo>
                  <a:pt x="100784" y="80373"/>
                </a:lnTo>
                <a:cubicBezTo>
                  <a:pt x="100909" y="80224"/>
                  <a:pt x="101058" y="80025"/>
                  <a:pt x="101183" y="79851"/>
                </a:cubicBezTo>
                <a:cubicBezTo>
                  <a:pt x="102104" y="78681"/>
                  <a:pt x="103099" y="77386"/>
                  <a:pt x="103796" y="76316"/>
                </a:cubicBezTo>
                <a:cubicBezTo>
                  <a:pt x="104294" y="75619"/>
                  <a:pt x="104792" y="74823"/>
                  <a:pt x="105339" y="74026"/>
                </a:cubicBezTo>
                <a:cubicBezTo>
                  <a:pt x="105364" y="74001"/>
                  <a:pt x="105389" y="73951"/>
                  <a:pt x="105389" y="73902"/>
                </a:cubicBezTo>
                <a:cubicBezTo>
                  <a:pt x="106360" y="72408"/>
                  <a:pt x="107331" y="70890"/>
                  <a:pt x="108127" y="69595"/>
                </a:cubicBezTo>
                <a:close/>
                <a:moveTo>
                  <a:pt x="94686" y="71811"/>
                </a:moveTo>
                <a:cubicBezTo>
                  <a:pt x="96503" y="73702"/>
                  <a:pt x="97922" y="75420"/>
                  <a:pt x="98893" y="76889"/>
                </a:cubicBezTo>
                <a:cubicBezTo>
                  <a:pt x="98196" y="77859"/>
                  <a:pt x="97499" y="78805"/>
                  <a:pt x="96752" y="79776"/>
                </a:cubicBezTo>
                <a:cubicBezTo>
                  <a:pt x="96702" y="79801"/>
                  <a:pt x="96702" y="79826"/>
                  <a:pt x="96677" y="79875"/>
                </a:cubicBezTo>
                <a:cubicBezTo>
                  <a:pt x="96503" y="80099"/>
                  <a:pt x="96304" y="80348"/>
                  <a:pt x="96155" y="80547"/>
                </a:cubicBezTo>
                <a:cubicBezTo>
                  <a:pt x="94412" y="79826"/>
                  <a:pt x="92272" y="78730"/>
                  <a:pt x="89957" y="77337"/>
                </a:cubicBezTo>
                <a:cubicBezTo>
                  <a:pt x="90355" y="76913"/>
                  <a:pt x="90778" y="76440"/>
                  <a:pt x="91151" y="76017"/>
                </a:cubicBezTo>
                <a:cubicBezTo>
                  <a:pt x="91226" y="75918"/>
                  <a:pt x="91326" y="75793"/>
                  <a:pt x="91425" y="75694"/>
                </a:cubicBezTo>
                <a:cubicBezTo>
                  <a:pt x="92072" y="74922"/>
                  <a:pt x="92720" y="74175"/>
                  <a:pt x="93392" y="73404"/>
                </a:cubicBezTo>
                <a:cubicBezTo>
                  <a:pt x="93441" y="73329"/>
                  <a:pt x="93466" y="73279"/>
                  <a:pt x="93541" y="73205"/>
                </a:cubicBezTo>
                <a:cubicBezTo>
                  <a:pt x="93914" y="72732"/>
                  <a:pt x="94313" y="72284"/>
                  <a:pt x="94686" y="71811"/>
                </a:cubicBezTo>
                <a:close/>
                <a:moveTo>
                  <a:pt x="99042" y="77038"/>
                </a:moveTo>
                <a:lnTo>
                  <a:pt x="99067" y="77063"/>
                </a:lnTo>
                <a:cubicBezTo>
                  <a:pt x="98245" y="78258"/>
                  <a:pt x="97374" y="79427"/>
                  <a:pt x="96428" y="80597"/>
                </a:cubicBezTo>
                <a:lnTo>
                  <a:pt x="96379" y="80597"/>
                </a:lnTo>
                <a:cubicBezTo>
                  <a:pt x="97300" y="79403"/>
                  <a:pt x="98196" y="78233"/>
                  <a:pt x="99042" y="77038"/>
                </a:cubicBezTo>
                <a:close/>
                <a:moveTo>
                  <a:pt x="79950" y="70765"/>
                </a:moveTo>
                <a:cubicBezTo>
                  <a:pt x="80025" y="70840"/>
                  <a:pt x="80150" y="70915"/>
                  <a:pt x="80249" y="71014"/>
                </a:cubicBezTo>
                <a:cubicBezTo>
                  <a:pt x="77138" y="74325"/>
                  <a:pt x="73777" y="77561"/>
                  <a:pt x="70243" y="80622"/>
                </a:cubicBezTo>
                <a:lnTo>
                  <a:pt x="69944" y="80249"/>
                </a:lnTo>
                <a:cubicBezTo>
                  <a:pt x="73777" y="77511"/>
                  <a:pt x="77163" y="74225"/>
                  <a:pt x="79950" y="70765"/>
                </a:cubicBezTo>
                <a:close/>
                <a:moveTo>
                  <a:pt x="44406" y="80622"/>
                </a:moveTo>
                <a:cubicBezTo>
                  <a:pt x="44406" y="80640"/>
                  <a:pt x="44406" y="80659"/>
                  <a:pt x="44407" y="80677"/>
                </a:cubicBezTo>
                <a:lnTo>
                  <a:pt x="44407" y="80677"/>
                </a:lnTo>
                <a:cubicBezTo>
                  <a:pt x="44399" y="80659"/>
                  <a:pt x="44390" y="80640"/>
                  <a:pt x="44381" y="80622"/>
                </a:cubicBezTo>
                <a:close/>
                <a:moveTo>
                  <a:pt x="89832" y="77486"/>
                </a:moveTo>
                <a:cubicBezTo>
                  <a:pt x="92147" y="78880"/>
                  <a:pt x="94263" y="79975"/>
                  <a:pt x="96030" y="80647"/>
                </a:cubicBezTo>
                <a:cubicBezTo>
                  <a:pt x="96030" y="80672"/>
                  <a:pt x="96005" y="80672"/>
                  <a:pt x="96005" y="80722"/>
                </a:cubicBezTo>
                <a:cubicBezTo>
                  <a:pt x="94213" y="80025"/>
                  <a:pt x="92097" y="78905"/>
                  <a:pt x="89807" y="77536"/>
                </a:cubicBezTo>
                <a:cubicBezTo>
                  <a:pt x="89807" y="77511"/>
                  <a:pt x="89832" y="77511"/>
                  <a:pt x="89832" y="77486"/>
                </a:cubicBezTo>
                <a:close/>
                <a:moveTo>
                  <a:pt x="18743" y="79627"/>
                </a:moveTo>
                <a:cubicBezTo>
                  <a:pt x="19764" y="80050"/>
                  <a:pt x="20834" y="80423"/>
                  <a:pt x="21879" y="80747"/>
                </a:cubicBezTo>
                <a:cubicBezTo>
                  <a:pt x="21780" y="80747"/>
                  <a:pt x="21655" y="80747"/>
                  <a:pt x="21531" y="80722"/>
                </a:cubicBezTo>
                <a:cubicBezTo>
                  <a:pt x="20585" y="80398"/>
                  <a:pt x="19614" y="80050"/>
                  <a:pt x="18668" y="79676"/>
                </a:cubicBezTo>
                <a:lnTo>
                  <a:pt x="18743" y="79627"/>
                </a:lnTo>
                <a:close/>
                <a:moveTo>
                  <a:pt x="37337" y="73777"/>
                </a:moveTo>
                <a:lnTo>
                  <a:pt x="37337" y="73777"/>
                </a:lnTo>
                <a:cubicBezTo>
                  <a:pt x="35669" y="75146"/>
                  <a:pt x="34300" y="77137"/>
                  <a:pt x="33329" y="79726"/>
                </a:cubicBezTo>
                <a:cubicBezTo>
                  <a:pt x="32608" y="79900"/>
                  <a:pt x="31911" y="80099"/>
                  <a:pt x="31214" y="80249"/>
                </a:cubicBezTo>
                <a:cubicBezTo>
                  <a:pt x="30666" y="80373"/>
                  <a:pt x="30094" y="80448"/>
                  <a:pt x="29546" y="80547"/>
                </a:cubicBezTo>
                <a:cubicBezTo>
                  <a:pt x="29347" y="80597"/>
                  <a:pt x="29197" y="80622"/>
                  <a:pt x="28998" y="80647"/>
                </a:cubicBezTo>
                <a:cubicBezTo>
                  <a:pt x="28924" y="80647"/>
                  <a:pt x="28824" y="80672"/>
                  <a:pt x="28749" y="80672"/>
                </a:cubicBezTo>
                <a:cubicBezTo>
                  <a:pt x="28550" y="80722"/>
                  <a:pt x="28351" y="80722"/>
                  <a:pt x="28152" y="80747"/>
                </a:cubicBezTo>
                <a:cubicBezTo>
                  <a:pt x="28924" y="78656"/>
                  <a:pt x="29845" y="76565"/>
                  <a:pt x="30940" y="74499"/>
                </a:cubicBezTo>
                <a:cubicBezTo>
                  <a:pt x="31189" y="74499"/>
                  <a:pt x="31413" y="74524"/>
                  <a:pt x="31662" y="74524"/>
                </a:cubicBezTo>
                <a:cubicBezTo>
                  <a:pt x="33429" y="74524"/>
                  <a:pt x="35346" y="74275"/>
                  <a:pt x="37337" y="73777"/>
                </a:cubicBezTo>
                <a:close/>
                <a:moveTo>
                  <a:pt x="99191" y="77262"/>
                </a:moveTo>
                <a:cubicBezTo>
                  <a:pt x="99291" y="77411"/>
                  <a:pt x="99365" y="77536"/>
                  <a:pt x="99440" y="77660"/>
                </a:cubicBezTo>
                <a:cubicBezTo>
                  <a:pt x="98619" y="78730"/>
                  <a:pt x="97772" y="79751"/>
                  <a:pt x="96901" y="80747"/>
                </a:cubicBezTo>
                <a:cubicBezTo>
                  <a:pt x="96802" y="80722"/>
                  <a:pt x="96752" y="80672"/>
                  <a:pt x="96652" y="80647"/>
                </a:cubicBezTo>
                <a:cubicBezTo>
                  <a:pt x="97524" y="79527"/>
                  <a:pt x="98395" y="78407"/>
                  <a:pt x="99191" y="77262"/>
                </a:cubicBezTo>
                <a:close/>
                <a:moveTo>
                  <a:pt x="30716" y="74499"/>
                </a:moveTo>
                <a:cubicBezTo>
                  <a:pt x="29621" y="76615"/>
                  <a:pt x="28700" y="78681"/>
                  <a:pt x="27878" y="80772"/>
                </a:cubicBezTo>
                <a:lnTo>
                  <a:pt x="27828" y="80772"/>
                </a:lnTo>
                <a:cubicBezTo>
                  <a:pt x="28625" y="78681"/>
                  <a:pt x="29596" y="76615"/>
                  <a:pt x="30666" y="74499"/>
                </a:cubicBezTo>
                <a:close/>
                <a:moveTo>
                  <a:pt x="69770" y="80323"/>
                </a:moveTo>
                <a:cubicBezTo>
                  <a:pt x="69870" y="80448"/>
                  <a:pt x="69944" y="80572"/>
                  <a:pt x="70044" y="80747"/>
                </a:cubicBezTo>
                <a:cubicBezTo>
                  <a:pt x="70044" y="80747"/>
                  <a:pt x="70044" y="80772"/>
                  <a:pt x="70019" y="80772"/>
                </a:cubicBezTo>
                <a:cubicBezTo>
                  <a:pt x="69919" y="80647"/>
                  <a:pt x="69820" y="80498"/>
                  <a:pt x="69745" y="80373"/>
                </a:cubicBezTo>
                <a:lnTo>
                  <a:pt x="69770" y="80323"/>
                </a:lnTo>
                <a:close/>
                <a:moveTo>
                  <a:pt x="80398" y="71139"/>
                </a:moveTo>
                <a:cubicBezTo>
                  <a:pt x="80448" y="71139"/>
                  <a:pt x="80448" y="71164"/>
                  <a:pt x="80473" y="71164"/>
                </a:cubicBezTo>
                <a:cubicBezTo>
                  <a:pt x="77337" y="74524"/>
                  <a:pt x="73977" y="77760"/>
                  <a:pt x="70392" y="80796"/>
                </a:cubicBezTo>
                <a:cubicBezTo>
                  <a:pt x="70392" y="80772"/>
                  <a:pt x="70367" y="80772"/>
                  <a:pt x="70367" y="80747"/>
                </a:cubicBezTo>
                <a:cubicBezTo>
                  <a:pt x="73902" y="77735"/>
                  <a:pt x="77262" y="74499"/>
                  <a:pt x="80398" y="71139"/>
                </a:cubicBezTo>
                <a:close/>
                <a:moveTo>
                  <a:pt x="99540" y="77859"/>
                </a:moveTo>
                <a:cubicBezTo>
                  <a:pt x="99540" y="77884"/>
                  <a:pt x="99565" y="77884"/>
                  <a:pt x="99565" y="77909"/>
                </a:cubicBezTo>
                <a:cubicBezTo>
                  <a:pt x="98768" y="78880"/>
                  <a:pt x="97947" y="79875"/>
                  <a:pt x="97150" y="80846"/>
                </a:cubicBezTo>
                <a:cubicBezTo>
                  <a:pt x="97100" y="80846"/>
                  <a:pt x="97100" y="80846"/>
                  <a:pt x="97076" y="80796"/>
                </a:cubicBezTo>
                <a:cubicBezTo>
                  <a:pt x="97922" y="79801"/>
                  <a:pt x="98743" y="78855"/>
                  <a:pt x="99540" y="77859"/>
                </a:cubicBezTo>
                <a:close/>
                <a:moveTo>
                  <a:pt x="26634" y="73752"/>
                </a:moveTo>
                <a:cubicBezTo>
                  <a:pt x="27804" y="74151"/>
                  <a:pt x="29073" y="74399"/>
                  <a:pt x="30467" y="74499"/>
                </a:cubicBezTo>
                <a:cubicBezTo>
                  <a:pt x="29372" y="76615"/>
                  <a:pt x="28451" y="78730"/>
                  <a:pt x="27629" y="80796"/>
                </a:cubicBezTo>
                <a:cubicBezTo>
                  <a:pt x="27455" y="80846"/>
                  <a:pt x="27231" y="80871"/>
                  <a:pt x="27057" y="80871"/>
                </a:cubicBezTo>
                <a:cubicBezTo>
                  <a:pt x="26883" y="80871"/>
                  <a:pt x="26758" y="80896"/>
                  <a:pt x="26609" y="80896"/>
                </a:cubicBezTo>
                <a:cubicBezTo>
                  <a:pt x="25986" y="80921"/>
                  <a:pt x="25364" y="80971"/>
                  <a:pt x="24742" y="80971"/>
                </a:cubicBezTo>
                <a:lnTo>
                  <a:pt x="24642" y="80971"/>
                </a:lnTo>
                <a:cubicBezTo>
                  <a:pt x="24145" y="80971"/>
                  <a:pt x="23622" y="80921"/>
                  <a:pt x="23124" y="80896"/>
                </a:cubicBezTo>
                <a:lnTo>
                  <a:pt x="23074" y="80896"/>
                </a:lnTo>
                <a:cubicBezTo>
                  <a:pt x="21655" y="80523"/>
                  <a:pt x="20262" y="80050"/>
                  <a:pt x="18893" y="79502"/>
                </a:cubicBezTo>
                <a:cubicBezTo>
                  <a:pt x="21133" y="76913"/>
                  <a:pt x="23821" y="74947"/>
                  <a:pt x="26634" y="73752"/>
                </a:cubicBezTo>
                <a:close/>
                <a:moveTo>
                  <a:pt x="70193" y="80871"/>
                </a:moveTo>
                <a:cubicBezTo>
                  <a:pt x="70193" y="80896"/>
                  <a:pt x="70193" y="80921"/>
                  <a:pt x="70218" y="80921"/>
                </a:cubicBezTo>
                <a:lnTo>
                  <a:pt x="70193" y="80971"/>
                </a:lnTo>
                <a:cubicBezTo>
                  <a:pt x="70193" y="80921"/>
                  <a:pt x="70168" y="80921"/>
                  <a:pt x="70168" y="80896"/>
                </a:cubicBezTo>
                <a:lnTo>
                  <a:pt x="70193" y="80871"/>
                </a:lnTo>
                <a:close/>
                <a:moveTo>
                  <a:pt x="18454" y="80232"/>
                </a:moveTo>
                <a:cubicBezTo>
                  <a:pt x="18763" y="80306"/>
                  <a:pt x="19028" y="80402"/>
                  <a:pt x="19341" y="80498"/>
                </a:cubicBezTo>
                <a:cubicBezTo>
                  <a:pt x="19415" y="80523"/>
                  <a:pt x="19540" y="80523"/>
                  <a:pt x="19639" y="80547"/>
                </a:cubicBezTo>
                <a:lnTo>
                  <a:pt x="19664" y="80547"/>
                </a:lnTo>
                <a:cubicBezTo>
                  <a:pt x="19988" y="80622"/>
                  <a:pt x="20262" y="80722"/>
                  <a:pt x="20610" y="80772"/>
                </a:cubicBezTo>
                <a:cubicBezTo>
                  <a:pt x="20759" y="80796"/>
                  <a:pt x="20909" y="80821"/>
                  <a:pt x="21108" y="80821"/>
                </a:cubicBezTo>
                <a:cubicBezTo>
                  <a:pt x="21158" y="80821"/>
                  <a:pt x="21207" y="80871"/>
                  <a:pt x="21257" y="80871"/>
                </a:cubicBezTo>
                <a:cubicBezTo>
                  <a:pt x="21307" y="80871"/>
                  <a:pt x="21382" y="80871"/>
                  <a:pt x="21456" y="80896"/>
                </a:cubicBezTo>
                <a:cubicBezTo>
                  <a:pt x="21481" y="80896"/>
                  <a:pt x="21506" y="80896"/>
                  <a:pt x="21531" y="80921"/>
                </a:cubicBezTo>
                <a:cubicBezTo>
                  <a:pt x="21581" y="80921"/>
                  <a:pt x="21631" y="80971"/>
                  <a:pt x="21655" y="80971"/>
                </a:cubicBezTo>
                <a:lnTo>
                  <a:pt x="21705" y="80971"/>
                </a:lnTo>
                <a:cubicBezTo>
                  <a:pt x="21722" y="80971"/>
                  <a:pt x="21749" y="80982"/>
                  <a:pt x="21780" y="80989"/>
                </a:cubicBezTo>
                <a:lnTo>
                  <a:pt x="21780" y="80989"/>
                </a:lnTo>
                <a:cubicBezTo>
                  <a:pt x="21631" y="80970"/>
                  <a:pt x="21516" y="80966"/>
                  <a:pt x="21382" y="80921"/>
                </a:cubicBezTo>
                <a:cubicBezTo>
                  <a:pt x="21257" y="80896"/>
                  <a:pt x="21158" y="80896"/>
                  <a:pt x="21083" y="80871"/>
                </a:cubicBezTo>
                <a:cubicBezTo>
                  <a:pt x="20171" y="80754"/>
                  <a:pt x="19281" y="80527"/>
                  <a:pt x="18454" y="80232"/>
                </a:cubicBezTo>
                <a:close/>
                <a:moveTo>
                  <a:pt x="27828" y="80971"/>
                </a:moveTo>
                <a:lnTo>
                  <a:pt x="27828" y="80996"/>
                </a:lnTo>
                <a:lnTo>
                  <a:pt x="27754" y="80996"/>
                </a:lnTo>
                <a:lnTo>
                  <a:pt x="27754" y="80971"/>
                </a:lnTo>
                <a:close/>
                <a:moveTo>
                  <a:pt x="33230" y="79975"/>
                </a:moveTo>
                <a:lnTo>
                  <a:pt x="33230" y="80000"/>
                </a:lnTo>
                <a:lnTo>
                  <a:pt x="33230" y="80025"/>
                </a:lnTo>
                <a:cubicBezTo>
                  <a:pt x="31811" y="80398"/>
                  <a:pt x="30392" y="80722"/>
                  <a:pt x="29073" y="80896"/>
                </a:cubicBezTo>
                <a:cubicBezTo>
                  <a:pt x="28973" y="80896"/>
                  <a:pt x="28899" y="80921"/>
                  <a:pt x="28824" y="80921"/>
                </a:cubicBezTo>
                <a:cubicBezTo>
                  <a:pt x="28550" y="80921"/>
                  <a:pt x="28252" y="80971"/>
                  <a:pt x="28003" y="80996"/>
                </a:cubicBezTo>
                <a:cubicBezTo>
                  <a:pt x="28301" y="80921"/>
                  <a:pt x="28525" y="80896"/>
                  <a:pt x="28774" y="80871"/>
                </a:cubicBezTo>
                <a:cubicBezTo>
                  <a:pt x="28849" y="80871"/>
                  <a:pt x="28924" y="80846"/>
                  <a:pt x="28998" y="80846"/>
                </a:cubicBezTo>
                <a:cubicBezTo>
                  <a:pt x="30367" y="80647"/>
                  <a:pt x="31811" y="80348"/>
                  <a:pt x="33230" y="79975"/>
                </a:cubicBezTo>
                <a:close/>
                <a:moveTo>
                  <a:pt x="96503" y="80846"/>
                </a:moveTo>
                <a:cubicBezTo>
                  <a:pt x="96578" y="80871"/>
                  <a:pt x="96652" y="80896"/>
                  <a:pt x="96752" y="80921"/>
                </a:cubicBezTo>
                <a:cubicBezTo>
                  <a:pt x="96752" y="80971"/>
                  <a:pt x="96702" y="80971"/>
                  <a:pt x="96702" y="80996"/>
                </a:cubicBezTo>
                <a:cubicBezTo>
                  <a:pt x="96627" y="80971"/>
                  <a:pt x="96553" y="80921"/>
                  <a:pt x="96453" y="80896"/>
                </a:cubicBezTo>
                <a:cubicBezTo>
                  <a:pt x="96503" y="80871"/>
                  <a:pt x="96503" y="80846"/>
                  <a:pt x="96503" y="80846"/>
                </a:cubicBezTo>
                <a:close/>
                <a:moveTo>
                  <a:pt x="96951" y="80971"/>
                </a:moveTo>
                <a:cubicBezTo>
                  <a:pt x="96951" y="80971"/>
                  <a:pt x="97001" y="80996"/>
                  <a:pt x="97026" y="80996"/>
                </a:cubicBezTo>
                <a:cubicBezTo>
                  <a:pt x="97026" y="81020"/>
                  <a:pt x="97001" y="81020"/>
                  <a:pt x="97001" y="81045"/>
                </a:cubicBezTo>
                <a:cubicBezTo>
                  <a:pt x="96951" y="81045"/>
                  <a:pt x="96951" y="81045"/>
                  <a:pt x="96926" y="81020"/>
                </a:cubicBezTo>
                <a:cubicBezTo>
                  <a:pt x="96926" y="80996"/>
                  <a:pt x="96951" y="80996"/>
                  <a:pt x="96951" y="80971"/>
                </a:cubicBezTo>
                <a:close/>
                <a:moveTo>
                  <a:pt x="44406" y="78656"/>
                </a:moveTo>
                <a:lnTo>
                  <a:pt x="44879" y="79602"/>
                </a:lnTo>
                <a:cubicBezTo>
                  <a:pt x="44978" y="79776"/>
                  <a:pt x="45053" y="79975"/>
                  <a:pt x="45128" y="80149"/>
                </a:cubicBezTo>
                <a:cubicBezTo>
                  <a:pt x="45252" y="80473"/>
                  <a:pt x="45377" y="80747"/>
                  <a:pt x="45476" y="81045"/>
                </a:cubicBezTo>
                <a:cubicBezTo>
                  <a:pt x="45479" y="81053"/>
                  <a:pt x="45481" y="81061"/>
                  <a:pt x="45483" y="81069"/>
                </a:cubicBezTo>
                <a:lnTo>
                  <a:pt x="45483" y="81069"/>
                </a:lnTo>
                <a:cubicBezTo>
                  <a:pt x="45385" y="80794"/>
                  <a:pt x="45279" y="80517"/>
                  <a:pt x="45153" y="80249"/>
                </a:cubicBezTo>
                <a:cubicBezTo>
                  <a:pt x="45128" y="80174"/>
                  <a:pt x="45103" y="80124"/>
                  <a:pt x="45053" y="80025"/>
                </a:cubicBezTo>
                <a:cubicBezTo>
                  <a:pt x="44879" y="79627"/>
                  <a:pt x="44680" y="79228"/>
                  <a:pt x="44481" y="78855"/>
                </a:cubicBezTo>
                <a:cubicBezTo>
                  <a:pt x="44431" y="78805"/>
                  <a:pt x="44431" y="78755"/>
                  <a:pt x="44406" y="78730"/>
                </a:cubicBezTo>
                <a:lnTo>
                  <a:pt x="44406" y="78681"/>
                </a:lnTo>
                <a:lnTo>
                  <a:pt x="44406" y="78656"/>
                </a:lnTo>
                <a:close/>
                <a:moveTo>
                  <a:pt x="22651" y="81045"/>
                </a:moveTo>
                <a:cubicBezTo>
                  <a:pt x="22751" y="81045"/>
                  <a:pt x="22850" y="81095"/>
                  <a:pt x="22950" y="81095"/>
                </a:cubicBezTo>
                <a:lnTo>
                  <a:pt x="23024" y="81095"/>
                </a:lnTo>
                <a:cubicBezTo>
                  <a:pt x="23074" y="81095"/>
                  <a:pt x="23124" y="81120"/>
                  <a:pt x="23149" y="81120"/>
                </a:cubicBezTo>
                <a:lnTo>
                  <a:pt x="23199" y="81120"/>
                </a:lnTo>
                <a:cubicBezTo>
                  <a:pt x="23248" y="81145"/>
                  <a:pt x="23273" y="81145"/>
                  <a:pt x="23323" y="81145"/>
                </a:cubicBezTo>
                <a:lnTo>
                  <a:pt x="22975" y="81145"/>
                </a:lnTo>
                <a:cubicBezTo>
                  <a:pt x="22900" y="81145"/>
                  <a:pt x="22875" y="81120"/>
                  <a:pt x="22825" y="81120"/>
                </a:cubicBezTo>
                <a:cubicBezTo>
                  <a:pt x="22751" y="81070"/>
                  <a:pt x="22701" y="81070"/>
                  <a:pt x="22626" y="81045"/>
                </a:cubicBezTo>
                <a:close/>
                <a:moveTo>
                  <a:pt x="100535" y="80672"/>
                </a:moveTo>
                <a:cubicBezTo>
                  <a:pt x="100535" y="80747"/>
                  <a:pt x="100510" y="80772"/>
                  <a:pt x="100486" y="80796"/>
                </a:cubicBezTo>
                <a:cubicBezTo>
                  <a:pt x="100386" y="80921"/>
                  <a:pt x="100286" y="81020"/>
                  <a:pt x="100237" y="81145"/>
                </a:cubicBezTo>
                <a:cubicBezTo>
                  <a:pt x="100187" y="81145"/>
                  <a:pt x="100187" y="81170"/>
                  <a:pt x="100162" y="81170"/>
                </a:cubicBezTo>
                <a:cubicBezTo>
                  <a:pt x="100286" y="81020"/>
                  <a:pt x="100411" y="80871"/>
                  <a:pt x="100535" y="80672"/>
                </a:cubicBezTo>
                <a:close/>
                <a:moveTo>
                  <a:pt x="99664" y="78108"/>
                </a:moveTo>
                <a:cubicBezTo>
                  <a:pt x="100311" y="79303"/>
                  <a:pt x="100535" y="80224"/>
                  <a:pt x="100262" y="80722"/>
                </a:cubicBezTo>
                <a:cubicBezTo>
                  <a:pt x="100187" y="80772"/>
                  <a:pt x="100162" y="80821"/>
                  <a:pt x="100112" y="80896"/>
                </a:cubicBezTo>
                <a:cubicBezTo>
                  <a:pt x="99901" y="81083"/>
                  <a:pt x="99546" y="81176"/>
                  <a:pt x="99073" y="81176"/>
                </a:cubicBezTo>
                <a:cubicBezTo>
                  <a:pt x="98600" y="81176"/>
                  <a:pt x="98009" y="81083"/>
                  <a:pt x="97324" y="80896"/>
                </a:cubicBezTo>
                <a:lnTo>
                  <a:pt x="99664" y="78108"/>
                </a:lnTo>
                <a:close/>
                <a:moveTo>
                  <a:pt x="27530" y="80996"/>
                </a:moveTo>
                <a:lnTo>
                  <a:pt x="27530" y="81020"/>
                </a:lnTo>
                <a:lnTo>
                  <a:pt x="27530" y="81045"/>
                </a:lnTo>
                <a:cubicBezTo>
                  <a:pt x="27380" y="81045"/>
                  <a:pt x="27256" y="81095"/>
                  <a:pt x="27107" y="81120"/>
                </a:cubicBezTo>
                <a:cubicBezTo>
                  <a:pt x="26957" y="81120"/>
                  <a:pt x="26783" y="81145"/>
                  <a:pt x="26659" y="81145"/>
                </a:cubicBezTo>
                <a:cubicBezTo>
                  <a:pt x="26011" y="81170"/>
                  <a:pt x="25389" y="81220"/>
                  <a:pt x="24767" y="81220"/>
                </a:cubicBezTo>
                <a:lnTo>
                  <a:pt x="24667" y="81220"/>
                </a:lnTo>
                <a:cubicBezTo>
                  <a:pt x="24518" y="81220"/>
                  <a:pt x="24344" y="81220"/>
                  <a:pt x="24169" y="81170"/>
                </a:cubicBezTo>
                <a:cubicBezTo>
                  <a:pt x="24145" y="81170"/>
                  <a:pt x="24095" y="81145"/>
                  <a:pt x="24045" y="81145"/>
                </a:cubicBezTo>
                <a:lnTo>
                  <a:pt x="24020" y="81145"/>
                </a:lnTo>
                <a:cubicBezTo>
                  <a:pt x="23995" y="81145"/>
                  <a:pt x="23970" y="81120"/>
                  <a:pt x="23921" y="81120"/>
                </a:cubicBezTo>
                <a:cubicBezTo>
                  <a:pt x="24169" y="81120"/>
                  <a:pt x="24418" y="81145"/>
                  <a:pt x="24717" y="81145"/>
                </a:cubicBezTo>
                <a:lnTo>
                  <a:pt x="24891" y="81145"/>
                </a:lnTo>
                <a:cubicBezTo>
                  <a:pt x="25489" y="81145"/>
                  <a:pt x="26086" y="81120"/>
                  <a:pt x="26659" y="81095"/>
                </a:cubicBezTo>
                <a:lnTo>
                  <a:pt x="26708" y="81095"/>
                </a:lnTo>
                <a:cubicBezTo>
                  <a:pt x="26783" y="81095"/>
                  <a:pt x="26858" y="81095"/>
                  <a:pt x="26957" y="81045"/>
                </a:cubicBezTo>
                <a:lnTo>
                  <a:pt x="27107" y="81045"/>
                </a:lnTo>
                <a:cubicBezTo>
                  <a:pt x="27231" y="81020"/>
                  <a:pt x="27380" y="81020"/>
                  <a:pt x="27530" y="80996"/>
                </a:cubicBezTo>
                <a:close/>
                <a:moveTo>
                  <a:pt x="42738" y="76565"/>
                </a:moveTo>
                <a:cubicBezTo>
                  <a:pt x="42912" y="76864"/>
                  <a:pt x="43062" y="77113"/>
                  <a:pt x="43236" y="77361"/>
                </a:cubicBezTo>
                <a:cubicBezTo>
                  <a:pt x="43311" y="77536"/>
                  <a:pt x="43410" y="77685"/>
                  <a:pt x="43485" y="77884"/>
                </a:cubicBezTo>
                <a:cubicBezTo>
                  <a:pt x="42191" y="79378"/>
                  <a:pt x="40299" y="80523"/>
                  <a:pt x="37909" y="81244"/>
                </a:cubicBezTo>
                <a:cubicBezTo>
                  <a:pt x="37909" y="81220"/>
                  <a:pt x="37934" y="81170"/>
                  <a:pt x="37934" y="81145"/>
                </a:cubicBezTo>
                <a:cubicBezTo>
                  <a:pt x="37959" y="81095"/>
                  <a:pt x="37959" y="81020"/>
                  <a:pt x="38009" y="80971"/>
                </a:cubicBezTo>
                <a:cubicBezTo>
                  <a:pt x="38158" y="80523"/>
                  <a:pt x="38332" y="80099"/>
                  <a:pt x="38532" y="79676"/>
                </a:cubicBezTo>
                <a:cubicBezTo>
                  <a:pt x="38557" y="79577"/>
                  <a:pt x="38581" y="79502"/>
                  <a:pt x="38656" y="79403"/>
                </a:cubicBezTo>
                <a:cubicBezTo>
                  <a:pt x="38656" y="79378"/>
                  <a:pt x="38681" y="79378"/>
                  <a:pt x="38681" y="79353"/>
                </a:cubicBezTo>
                <a:lnTo>
                  <a:pt x="38681" y="79303"/>
                </a:lnTo>
                <a:cubicBezTo>
                  <a:pt x="38805" y="78930"/>
                  <a:pt x="38955" y="78556"/>
                  <a:pt x="39154" y="78183"/>
                </a:cubicBezTo>
                <a:cubicBezTo>
                  <a:pt x="39403" y="78108"/>
                  <a:pt x="39652" y="77984"/>
                  <a:pt x="39901" y="77884"/>
                </a:cubicBezTo>
                <a:cubicBezTo>
                  <a:pt x="40199" y="77760"/>
                  <a:pt x="40523" y="77610"/>
                  <a:pt x="40822" y="77486"/>
                </a:cubicBezTo>
                <a:cubicBezTo>
                  <a:pt x="41120" y="77361"/>
                  <a:pt x="41419" y="77237"/>
                  <a:pt x="41693" y="77063"/>
                </a:cubicBezTo>
                <a:cubicBezTo>
                  <a:pt x="41991" y="76938"/>
                  <a:pt x="42290" y="76789"/>
                  <a:pt x="42564" y="76640"/>
                </a:cubicBezTo>
                <a:cubicBezTo>
                  <a:pt x="42639" y="76615"/>
                  <a:pt x="42664" y="76565"/>
                  <a:pt x="42738" y="76565"/>
                </a:cubicBezTo>
                <a:close/>
                <a:moveTo>
                  <a:pt x="38905" y="78282"/>
                </a:moveTo>
                <a:cubicBezTo>
                  <a:pt x="38457" y="79303"/>
                  <a:pt x="38059" y="80299"/>
                  <a:pt x="37685" y="81269"/>
                </a:cubicBezTo>
                <a:lnTo>
                  <a:pt x="37660" y="81269"/>
                </a:lnTo>
                <a:cubicBezTo>
                  <a:pt x="37959" y="80299"/>
                  <a:pt x="38382" y="79303"/>
                  <a:pt x="38830" y="78307"/>
                </a:cubicBezTo>
                <a:cubicBezTo>
                  <a:pt x="38880" y="78307"/>
                  <a:pt x="38880" y="78307"/>
                  <a:pt x="38905" y="78282"/>
                </a:cubicBezTo>
                <a:close/>
                <a:moveTo>
                  <a:pt x="97200" y="81045"/>
                </a:moveTo>
                <a:cubicBezTo>
                  <a:pt x="97929" y="81267"/>
                  <a:pt x="98556" y="81378"/>
                  <a:pt x="99058" y="81378"/>
                </a:cubicBezTo>
                <a:cubicBezTo>
                  <a:pt x="99344" y="81378"/>
                  <a:pt x="99590" y="81342"/>
                  <a:pt x="99789" y="81269"/>
                </a:cubicBezTo>
                <a:lnTo>
                  <a:pt x="99789" y="81269"/>
                </a:lnTo>
                <a:cubicBezTo>
                  <a:pt x="99764" y="81294"/>
                  <a:pt x="99739" y="81344"/>
                  <a:pt x="99739" y="81369"/>
                </a:cubicBezTo>
                <a:cubicBezTo>
                  <a:pt x="99554" y="81415"/>
                  <a:pt x="99343" y="81438"/>
                  <a:pt x="99106" y="81438"/>
                </a:cubicBezTo>
                <a:cubicBezTo>
                  <a:pt x="98578" y="81438"/>
                  <a:pt x="97924" y="81326"/>
                  <a:pt x="97150" y="81120"/>
                </a:cubicBezTo>
                <a:lnTo>
                  <a:pt x="97200" y="81045"/>
                </a:lnTo>
                <a:close/>
                <a:moveTo>
                  <a:pt x="43560" y="78034"/>
                </a:moveTo>
                <a:cubicBezTo>
                  <a:pt x="43560" y="78058"/>
                  <a:pt x="43609" y="78058"/>
                  <a:pt x="43609" y="78108"/>
                </a:cubicBezTo>
                <a:cubicBezTo>
                  <a:pt x="42265" y="79627"/>
                  <a:pt x="40299" y="80772"/>
                  <a:pt x="37810" y="81518"/>
                </a:cubicBezTo>
                <a:cubicBezTo>
                  <a:pt x="37785" y="81493"/>
                  <a:pt x="37785" y="81468"/>
                  <a:pt x="37810" y="81419"/>
                </a:cubicBezTo>
                <a:cubicBezTo>
                  <a:pt x="40274" y="80722"/>
                  <a:pt x="42215" y="79527"/>
                  <a:pt x="43560" y="78034"/>
                </a:cubicBezTo>
                <a:close/>
                <a:moveTo>
                  <a:pt x="99988" y="81518"/>
                </a:moveTo>
                <a:cubicBezTo>
                  <a:pt x="99938" y="81554"/>
                  <a:pt x="99893" y="81589"/>
                  <a:pt x="99851" y="81624"/>
                </a:cubicBezTo>
                <a:lnTo>
                  <a:pt x="99851" y="81624"/>
                </a:lnTo>
                <a:cubicBezTo>
                  <a:pt x="99880" y="81589"/>
                  <a:pt x="99909" y="81554"/>
                  <a:pt x="99938" y="81518"/>
                </a:cubicBezTo>
                <a:close/>
                <a:moveTo>
                  <a:pt x="27455" y="81269"/>
                </a:moveTo>
                <a:cubicBezTo>
                  <a:pt x="27380" y="81419"/>
                  <a:pt x="27331" y="81618"/>
                  <a:pt x="27256" y="81767"/>
                </a:cubicBezTo>
                <a:cubicBezTo>
                  <a:pt x="26559" y="81668"/>
                  <a:pt x="25837" y="81518"/>
                  <a:pt x="25115" y="81394"/>
                </a:cubicBezTo>
                <a:cubicBezTo>
                  <a:pt x="25638" y="81394"/>
                  <a:pt x="26136" y="81369"/>
                  <a:pt x="26683" y="81344"/>
                </a:cubicBezTo>
                <a:cubicBezTo>
                  <a:pt x="26808" y="81344"/>
                  <a:pt x="26957" y="81294"/>
                  <a:pt x="27082" y="81294"/>
                </a:cubicBezTo>
                <a:cubicBezTo>
                  <a:pt x="27206" y="81294"/>
                  <a:pt x="27331" y="81269"/>
                  <a:pt x="27455" y="81269"/>
                </a:cubicBezTo>
                <a:close/>
                <a:moveTo>
                  <a:pt x="27704" y="81244"/>
                </a:moveTo>
                <a:cubicBezTo>
                  <a:pt x="27629" y="81419"/>
                  <a:pt x="27580" y="81618"/>
                  <a:pt x="27480" y="81792"/>
                </a:cubicBezTo>
                <a:lnTo>
                  <a:pt x="27455" y="81792"/>
                </a:lnTo>
                <a:lnTo>
                  <a:pt x="27629" y="81244"/>
                </a:lnTo>
                <a:close/>
                <a:moveTo>
                  <a:pt x="23871" y="81344"/>
                </a:moveTo>
                <a:cubicBezTo>
                  <a:pt x="23970" y="81369"/>
                  <a:pt x="24095" y="81369"/>
                  <a:pt x="24194" y="81369"/>
                </a:cubicBezTo>
                <a:cubicBezTo>
                  <a:pt x="25190" y="81618"/>
                  <a:pt x="26211" y="81767"/>
                  <a:pt x="27206" y="81916"/>
                </a:cubicBezTo>
                <a:cubicBezTo>
                  <a:pt x="27206" y="81966"/>
                  <a:pt x="27181" y="81966"/>
                  <a:pt x="27181" y="81991"/>
                </a:cubicBezTo>
                <a:cubicBezTo>
                  <a:pt x="26086" y="81842"/>
                  <a:pt x="24966" y="81618"/>
                  <a:pt x="23871" y="81344"/>
                </a:cubicBezTo>
                <a:close/>
                <a:moveTo>
                  <a:pt x="27455" y="81966"/>
                </a:moveTo>
                <a:cubicBezTo>
                  <a:pt x="27455" y="81991"/>
                  <a:pt x="27455" y="81991"/>
                  <a:pt x="27405" y="82016"/>
                </a:cubicBezTo>
                <a:lnTo>
                  <a:pt x="27355" y="82016"/>
                </a:lnTo>
                <a:cubicBezTo>
                  <a:pt x="27355" y="82016"/>
                  <a:pt x="27380" y="81991"/>
                  <a:pt x="27380" y="81966"/>
                </a:cubicBezTo>
                <a:close/>
                <a:moveTo>
                  <a:pt x="33423" y="80140"/>
                </a:moveTo>
                <a:lnTo>
                  <a:pt x="33423" y="80140"/>
                </a:lnTo>
                <a:cubicBezTo>
                  <a:pt x="33202" y="80757"/>
                  <a:pt x="33029" y="81374"/>
                  <a:pt x="32856" y="82016"/>
                </a:cubicBezTo>
                <a:lnTo>
                  <a:pt x="32807" y="82016"/>
                </a:lnTo>
                <a:cubicBezTo>
                  <a:pt x="32981" y="81394"/>
                  <a:pt x="33155" y="80772"/>
                  <a:pt x="33354" y="80149"/>
                </a:cubicBezTo>
                <a:cubicBezTo>
                  <a:pt x="33391" y="80149"/>
                  <a:pt x="33414" y="80149"/>
                  <a:pt x="33423" y="80140"/>
                </a:cubicBezTo>
                <a:close/>
                <a:moveTo>
                  <a:pt x="38532" y="78382"/>
                </a:moveTo>
                <a:lnTo>
                  <a:pt x="38532" y="78382"/>
                </a:lnTo>
                <a:cubicBezTo>
                  <a:pt x="38084" y="79378"/>
                  <a:pt x="37685" y="80348"/>
                  <a:pt x="37337" y="81344"/>
                </a:cubicBezTo>
                <a:cubicBezTo>
                  <a:pt x="36018" y="81742"/>
                  <a:pt x="34574" y="81916"/>
                  <a:pt x="33080" y="82016"/>
                </a:cubicBezTo>
                <a:cubicBezTo>
                  <a:pt x="33230" y="81369"/>
                  <a:pt x="33429" y="80672"/>
                  <a:pt x="33678" y="80050"/>
                </a:cubicBezTo>
                <a:lnTo>
                  <a:pt x="34051" y="79950"/>
                </a:lnTo>
                <a:cubicBezTo>
                  <a:pt x="34225" y="79900"/>
                  <a:pt x="34425" y="79875"/>
                  <a:pt x="34574" y="79801"/>
                </a:cubicBezTo>
                <a:lnTo>
                  <a:pt x="35694" y="79427"/>
                </a:lnTo>
                <a:cubicBezTo>
                  <a:pt x="35918" y="79378"/>
                  <a:pt x="36142" y="79303"/>
                  <a:pt x="36316" y="79203"/>
                </a:cubicBezTo>
                <a:cubicBezTo>
                  <a:pt x="36665" y="79104"/>
                  <a:pt x="36988" y="78954"/>
                  <a:pt x="37387" y="78855"/>
                </a:cubicBezTo>
                <a:cubicBezTo>
                  <a:pt x="37636" y="78755"/>
                  <a:pt x="37835" y="78656"/>
                  <a:pt x="38084" y="78556"/>
                </a:cubicBezTo>
                <a:cubicBezTo>
                  <a:pt x="38258" y="78506"/>
                  <a:pt x="38382" y="78432"/>
                  <a:pt x="38532" y="78382"/>
                </a:cubicBezTo>
                <a:close/>
                <a:moveTo>
                  <a:pt x="33105" y="80199"/>
                </a:moveTo>
                <a:lnTo>
                  <a:pt x="33105" y="80199"/>
                </a:lnTo>
                <a:cubicBezTo>
                  <a:pt x="32931" y="80796"/>
                  <a:pt x="32732" y="81419"/>
                  <a:pt x="32583" y="82041"/>
                </a:cubicBezTo>
                <a:cubicBezTo>
                  <a:pt x="32188" y="82060"/>
                  <a:pt x="31786" y="82069"/>
                  <a:pt x="31378" y="82069"/>
                </a:cubicBezTo>
                <a:cubicBezTo>
                  <a:pt x="30187" y="82069"/>
                  <a:pt x="28946" y="81990"/>
                  <a:pt x="27704" y="81842"/>
                </a:cubicBezTo>
                <a:cubicBezTo>
                  <a:pt x="27754" y="81618"/>
                  <a:pt x="27853" y="81419"/>
                  <a:pt x="27903" y="81220"/>
                </a:cubicBezTo>
                <a:cubicBezTo>
                  <a:pt x="28227" y="81170"/>
                  <a:pt x="28525" y="81120"/>
                  <a:pt x="28824" y="81095"/>
                </a:cubicBezTo>
                <a:cubicBezTo>
                  <a:pt x="28874" y="81095"/>
                  <a:pt x="28973" y="81045"/>
                  <a:pt x="29023" y="81045"/>
                </a:cubicBezTo>
                <a:cubicBezTo>
                  <a:pt x="29123" y="81045"/>
                  <a:pt x="29197" y="81020"/>
                  <a:pt x="29272" y="81020"/>
                </a:cubicBezTo>
                <a:cubicBezTo>
                  <a:pt x="29347" y="81020"/>
                  <a:pt x="29446" y="80996"/>
                  <a:pt x="29496" y="80996"/>
                </a:cubicBezTo>
                <a:cubicBezTo>
                  <a:pt x="29944" y="80921"/>
                  <a:pt x="30367" y="80821"/>
                  <a:pt x="30815" y="80747"/>
                </a:cubicBezTo>
                <a:cubicBezTo>
                  <a:pt x="30940" y="80697"/>
                  <a:pt x="31014" y="80697"/>
                  <a:pt x="31139" y="80672"/>
                </a:cubicBezTo>
                <a:cubicBezTo>
                  <a:pt x="31562" y="80572"/>
                  <a:pt x="31985" y="80498"/>
                  <a:pt x="32384" y="80398"/>
                </a:cubicBezTo>
                <a:cubicBezTo>
                  <a:pt x="32558" y="80373"/>
                  <a:pt x="32707" y="80348"/>
                  <a:pt x="32832" y="80299"/>
                </a:cubicBezTo>
                <a:lnTo>
                  <a:pt x="33105" y="80199"/>
                </a:lnTo>
                <a:close/>
                <a:moveTo>
                  <a:pt x="32832" y="82240"/>
                </a:moveTo>
                <a:cubicBezTo>
                  <a:pt x="32832" y="82265"/>
                  <a:pt x="32832" y="82290"/>
                  <a:pt x="32807" y="82290"/>
                </a:cubicBezTo>
                <a:lnTo>
                  <a:pt x="32732" y="82290"/>
                </a:lnTo>
                <a:cubicBezTo>
                  <a:pt x="32782" y="82265"/>
                  <a:pt x="32782" y="82265"/>
                  <a:pt x="32782" y="82240"/>
                </a:cubicBezTo>
                <a:close/>
                <a:moveTo>
                  <a:pt x="37287" y="81593"/>
                </a:moveTo>
                <a:cubicBezTo>
                  <a:pt x="37287" y="81618"/>
                  <a:pt x="37262" y="81643"/>
                  <a:pt x="37262" y="81643"/>
                </a:cubicBezTo>
                <a:cubicBezTo>
                  <a:pt x="35943" y="81991"/>
                  <a:pt x="34524" y="82215"/>
                  <a:pt x="33031" y="82290"/>
                </a:cubicBezTo>
                <a:cubicBezTo>
                  <a:pt x="33031" y="82265"/>
                  <a:pt x="33031" y="82240"/>
                  <a:pt x="33056" y="82215"/>
                </a:cubicBezTo>
                <a:cubicBezTo>
                  <a:pt x="34524" y="82116"/>
                  <a:pt x="35943" y="81916"/>
                  <a:pt x="37287" y="81593"/>
                </a:cubicBezTo>
                <a:close/>
                <a:moveTo>
                  <a:pt x="27629" y="82016"/>
                </a:moveTo>
                <a:cubicBezTo>
                  <a:pt x="28990" y="82196"/>
                  <a:pt x="30334" y="82280"/>
                  <a:pt x="31637" y="82280"/>
                </a:cubicBezTo>
                <a:cubicBezTo>
                  <a:pt x="31955" y="82280"/>
                  <a:pt x="32270" y="82275"/>
                  <a:pt x="32583" y="82265"/>
                </a:cubicBezTo>
                <a:lnTo>
                  <a:pt x="32583" y="82315"/>
                </a:lnTo>
                <a:cubicBezTo>
                  <a:pt x="32234" y="82315"/>
                  <a:pt x="31911" y="82365"/>
                  <a:pt x="31562" y="82365"/>
                </a:cubicBezTo>
                <a:cubicBezTo>
                  <a:pt x="30243" y="82365"/>
                  <a:pt x="28949" y="82265"/>
                  <a:pt x="27604" y="82091"/>
                </a:cubicBezTo>
                <a:cubicBezTo>
                  <a:pt x="27604" y="82041"/>
                  <a:pt x="27629" y="82016"/>
                  <a:pt x="27629" y="82016"/>
                </a:cubicBezTo>
                <a:close/>
                <a:moveTo>
                  <a:pt x="52471" y="76963"/>
                </a:moveTo>
                <a:cubicBezTo>
                  <a:pt x="53118" y="77660"/>
                  <a:pt x="53715" y="78407"/>
                  <a:pt x="54313" y="79178"/>
                </a:cubicBezTo>
                <a:cubicBezTo>
                  <a:pt x="52371" y="80498"/>
                  <a:pt x="50454" y="81742"/>
                  <a:pt x="48513" y="82813"/>
                </a:cubicBezTo>
                <a:cubicBezTo>
                  <a:pt x="47741" y="80796"/>
                  <a:pt x="46646" y="78905"/>
                  <a:pt x="45227" y="77287"/>
                </a:cubicBezTo>
                <a:lnTo>
                  <a:pt x="45252" y="77287"/>
                </a:lnTo>
                <a:cubicBezTo>
                  <a:pt x="45302" y="77287"/>
                  <a:pt x="45352" y="77312"/>
                  <a:pt x="45402" y="77312"/>
                </a:cubicBezTo>
                <a:cubicBezTo>
                  <a:pt x="45426" y="77312"/>
                  <a:pt x="45501" y="77361"/>
                  <a:pt x="45526" y="77361"/>
                </a:cubicBezTo>
                <a:cubicBezTo>
                  <a:pt x="45626" y="77386"/>
                  <a:pt x="45750" y="77386"/>
                  <a:pt x="45850" y="77411"/>
                </a:cubicBezTo>
                <a:cubicBezTo>
                  <a:pt x="46024" y="77436"/>
                  <a:pt x="46173" y="77486"/>
                  <a:pt x="46372" y="77511"/>
                </a:cubicBezTo>
                <a:cubicBezTo>
                  <a:pt x="46472" y="77511"/>
                  <a:pt x="46522" y="77536"/>
                  <a:pt x="46621" y="77536"/>
                </a:cubicBezTo>
                <a:lnTo>
                  <a:pt x="46870" y="77536"/>
                </a:lnTo>
                <a:cubicBezTo>
                  <a:pt x="47194" y="77561"/>
                  <a:pt x="47542" y="77610"/>
                  <a:pt x="47891" y="77610"/>
                </a:cubicBezTo>
                <a:lnTo>
                  <a:pt x="47990" y="77610"/>
                </a:lnTo>
                <a:cubicBezTo>
                  <a:pt x="48239" y="77610"/>
                  <a:pt x="48488" y="77610"/>
                  <a:pt x="48762" y="77561"/>
                </a:cubicBezTo>
                <a:cubicBezTo>
                  <a:pt x="48861" y="77561"/>
                  <a:pt x="48936" y="77536"/>
                  <a:pt x="49061" y="77536"/>
                </a:cubicBezTo>
                <a:cubicBezTo>
                  <a:pt x="49160" y="77536"/>
                  <a:pt x="49235" y="77536"/>
                  <a:pt x="49334" y="77511"/>
                </a:cubicBezTo>
                <a:cubicBezTo>
                  <a:pt x="49409" y="77511"/>
                  <a:pt x="49509" y="77511"/>
                  <a:pt x="49608" y="77461"/>
                </a:cubicBezTo>
                <a:cubicBezTo>
                  <a:pt x="49782" y="77436"/>
                  <a:pt x="49982" y="77411"/>
                  <a:pt x="50156" y="77411"/>
                </a:cubicBezTo>
                <a:cubicBezTo>
                  <a:pt x="50255" y="77411"/>
                  <a:pt x="50355" y="77386"/>
                  <a:pt x="50479" y="77386"/>
                </a:cubicBezTo>
                <a:cubicBezTo>
                  <a:pt x="50504" y="77386"/>
                  <a:pt x="50579" y="77337"/>
                  <a:pt x="50604" y="77337"/>
                </a:cubicBezTo>
                <a:lnTo>
                  <a:pt x="51077" y="77262"/>
                </a:lnTo>
                <a:cubicBezTo>
                  <a:pt x="51151" y="77262"/>
                  <a:pt x="51226" y="77212"/>
                  <a:pt x="51326" y="77212"/>
                </a:cubicBezTo>
                <a:lnTo>
                  <a:pt x="51351" y="77212"/>
                </a:lnTo>
                <a:cubicBezTo>
                  <a:pt x="51400" y="77212"/>
                  <a:pt x="51475" y="77187"/>
                  <a:pt x="51525" y="77187"/>
                </a:cubicBezTo>
                <a:cubicBezTo>
                  <a:pt x="51699" y="77162"/>
                  <a:pt x="51873" y="77137"/>
                  <a:pt x="52023" y="77063"/>
                </a:cubicBezTo>
                <a:cubicBezTo>
                  <a:pt x="52097" y="77038"/>
                  <a:pt x="52147" y="77038"/>
                  <a:pt x="52222" y="77038"/>
                </a:cubicBezTo>
                <a:cubicBezTo>
                  <a:pt x="52321" y="77013"/>
                  <a:pt x="52371" y="77013"/>
                  <a:pt x="52471" y="76963"/>
                </a:cubicBezTo>
                <a:close/>
                <a:moveTo>
                  <a:pt x="44779" y="77162"/>
                </a:moveTo>
                <a:cubicBezTo>
                  <a:pt x="44804" y="77162"/>
                  <a:pt x="44804" y="77162"/>
                  <a:pt x="44854" y="77187"/>
                </a:cubicBezTo>
                <a:cubicBezTo>
                  <a:pt x="46372" y="78880"/>
                  <a:pt x="47542" y="80796"/>
                  <a:pt x="48364" y="82962"/>
                </a:cubicBezTo>
                <a:cubicBezTo>
                  <a:pt x="48339" y="82962"/>
                  <a:pt x="48339" y="82987"/>
                  <a:pt x="48289" y="82987"/>
                </a:cubicBezTo>
                <a:cubicBezTo>
                  <a:pt x="47492" y="80846"/>
                  <a:pt x="46298" y="78880"/>
                  <a:pt x="44779" y="77162"/>
                </a:cubicBezTo>
                <a:close/>
                <a:moveTo>
                  <a:pt x="54462" y="79353"/>
                </a:moveTo>
                <a:lnTo>
                  <a:pt x="54487" y="79378"/>
                </a:lnTo>
                <a:cubicBezTo>
                  <a:pt x="52520" y="80722"/>
                  <a:pt x="50604" y="81916"/>
                  <a:pt x="48637" y="83037"/>
                </a:cubicBezTo>
                <a:cubicBezTo>
                  <a:pt x="48637" y="83012"/>
                  <a:pt x="48637" y="83012"/>
                  <a:pt x="48613" y="82987"/>
                </a:cubicBezTo>
                <a:cubicBezTo>
                  <a:pt x="50529" y="81892"/>
                  <a:pt x="52496" y="80647"/>
                  <a:pt x="54462" y="79353"/>
                </a:cubicBezTo>
                <a:close/>
                <a:moveTo>
                  <a:pt x="48463" y="83111"/>
                </a:moveTo>
                <a:cubicBezTo>
                  <a:pt x="48463" y="83136"/>
                  <a:pt x="48463" y="83136"/>
                  <a:pt x="48488" y="83161"/>
                </a:cubicBezTo>
                <a:cubicBezTo>
                  <a:pt x="48463" y="83161"/>
                  <a:pt x="48413" y="83161"/>
                  <a:pt x="48413" y="83211"/>
                </a:cubicBezTo>
                <a:cubicBezTo>
                  <a:pt x="48413" y="83161"/>
                  <a:pt x="48413" y="83161"/>
                  <a:pt x="48388" y="83136"/>
                </a:cubicBezTo>
                <a:cubicBezTo>
                  <a:pt x="48413" y="83136"/>
                  <a:pt x="48413" y="83111"/>
                  <a:pt x="48463" y="83111"/>
                </a:cubicBezTo>
                <a:close/>
                <a:moveTo>
                  <a:pt x="44406" y="79054"/>
                </a:moveTo>
                <a:cubicBezTo>
                  <a:pt x="44406" y="79104"/>
                  <a:pt x="44431" y="79104"/>
                  <a:pt x="44431" y="79129"/>
                </a:cubicBezTo>
                <a:cubicBezTo>
                  <a:pt x="44655" y="79527"/>
                  <a:pt x="44854" y="79925"/>
                  <a:pt x="45003" y="80348"/>
                </a:cubicBezTo>
                <a:cubicBezTo>
                  <a:pt x="45028" y="80423"/>
                  <a:pt x="45053" y="80523"/>
                  <a:pt x="45128" y="80622"/>
                </a:cubicBezTo>
                <a:cubicBezTo>
                  <a:pt x="45302" y="81045"/>
                  <a:pt x="45476" y="81518"/>
                  <a:pt x="45601" y="81966"/>
                </a:cubicBezTo>
                <a:cubicBezTo>
                  <a:pt x="45601" y="81991"/>
                  <a:pt x="45601" y="81991"/>
                  <a:pt x="45626" y="82016"/>
                </a:cubicBezTo>
                <a:cubicBezTo>
                  <a:pt x="45750" y="82414"/>
                  <a:pt x="45825" y="82862"/>
                  <a:pt x="45924" y="83261"/>
                </a:cubicBezTo>
                <a:cubicBezTo>
                  <a:pt x="45302" y="82464"/>
                  <a:pt x="44879" y="81518"/>
                  <a:pt x="44605" y="80448"/>
                </a:cubicBezTo>
                <a:cubicBezTo>
                  <a:pt x="44605" y="80423"/>
                  <a:pt x="44555" y="80373"/>
                  <a:pt x="44555" y="80348"/>
                </a:cubicBezTo>
                <a:lnTo>
                  <a:pt x="44481" y="79875"/>
                </a:lnTo>
                <a:cubicBezTo>
                  <a:pt x="44431" y="79676"/>
                  <a:pt x="44406" y="79502"/>
                  <a:pt x="44381" y="79353"/>
                </a:cubicBezTo>
                <a:cubicBezTo>
                  <a:pt x="44381" y="79253"/>
                  <a:pt x="44381" y="79154"/>
                  <a:pt x="44406" y="79054"/>
                </a:cubicBezTo>
                <a:close/>
                <a:moveTo>
                  <a:pt x="7567" y="72956"/>
                </a:moveTo>
                <a:lnTo>
                  <a:pt x="7567" y="72956"/>
                </a:lnTo>
                <a:cubicBezTo>
                  <a:pt x="6298" y="76565"/>
                  <a:pt x="5402" y="80050"/>
                  <a:pt x="4904" y="83385"/>
                </a:cubicBezTo>
                <a:cubicBezTo>
                  <a:pt x="4107" y="82041"/>
                  <a:pt x="3485" y="80597"/>
                  <a:pt x="3087" y="78979"/>
                </a:cubicBezTo>
                <a:cubicBezTo>
                  <a:pt x="4057" y="76938"/>
                  <a:pt x="5426" y="75022"/>
                  <a:pt x="7169" y="73329"/>
                </a:cubicBezTo>
                <a:cubicBezTo>
                  <a:pt x="7318" y="73180"/>
                  <a:pt x="7443" y="73080"/>
                  <a:pt x="7567" y="72956"/>
                </a:cubicBezTo>
                <a:close/>
                <a:moveTo>
                  <a:pt x="16677" y="79751"/>
                </a:moveTo>
                <a:cubicBezTo>
                  <a:pt x="16777" y="79776"/>
                  <a:pt x="16876" y="79851"/>
                  <a:pt x="16976" y="79900"/>
                </a:cubicBezTo>
                <a:cubicBezTo>
                  <a:pt x="17100" y="79975"/>
                  <a:pt x="17250" y="80025"/>
                  <a:pt x="17374" y="80050"/>
                </a:cubicBezTo>
                <a:cubicBezTo>
                  <a:pt x="17499" y="80124"/>
                  <a:pt x="17623" y="80149"/>
                  <a:pt x="17748" y="80224"/>
                </a:cubicBezTo>
                <a:cubicBezTo>
                  <a:pt x="16901" y="81294"/>
                  <a:pt x="16130" y="82464"/>
                  <a:pt x="15482" y="83634"/>
                </a:cubicBezTo>
                <a:cubicBezTo>
                  <a:pt x="15806" y="82365"/>
                  <a:pt x="16229" y="81045"/>
                  <a:pt x="16677" y="79751"/>
                </a:cubicBezTo>
                <a:close/>
                <a:moveTo>
                  <a:pt x="46118" y="83555"/>
                </a:moveTo>
                <a:cubicBezTo>
                  <a:pt x="46128" y="83612"/>
                  <a:pt x="46138" y="83669"/>
                  <a:pt x="46147" y="83726"/>
                </a:cubicBezTo>
                <a:lnTo>
                  <a:pt x="46147" y="83726"/>
                </a:lnTo>
                <a:cubicBezTo>
                  <a:pt x="46145" y="83719"/>
                  <a:pt x="46139" y="83709"/>
                  <a:pt x="46123" y="83709"/>
                </a:cubicBezTo>
                <a:lnTo>
                  <a:pt x="46099" y="83659"/>
                </a:lnTo>
                <a:cubicBezTo>
                  <a:pt x="46107" y="83623"/>
                  <a:pt x="46114" y="83589"/>
                  <a:pt x="46118" y="83555"/>
                </a:cubicBezTo>
                <a:close/>
                <a:moveTo>
                  <a:pt x="7816" y="72831"/>
                </a:moveTo>
                <a:lnTo>
                  <a:pt x="7841" y="72881"/>
                </a:lnTo>
                <a:cubicBezTo>
                  <a:pt x="6472" y="76640"/>
                  <a:pt x="5551" y="80274"/>
                  <a:pt x="5053" y="83734"/>
                </a:cubicBezTo>
                <a:cubicBezTo>
                  <a:pt x="5053" y="83709"/>
                  <a:pt x="5053" y="83659"/>
                  <a:pt x="5028" y="83634"/>
                </a:cubicBezTo>
                <a:cubicBezTo>
                  <a:pt x="5103" y="82962"/>
                  <a:pt x="5227" y="82240"/>
                  <a:pt x="5352" y="81543"/>
                </a:cubicBezTo>
                <a:lnTo>
                  <a:pt x="5352" y="81518"/>
                </a:lnTo>
                <a:cubicBezTo>
                  <a:pt x="5924" y="78730"/>
                  <a:pt x="6721" y="75793"/>
                  <a:pt x="7816" y="72831"/>
                </a:cubicBezTo>
                <a:close/>
                <a:moveTo>
                  <a:pt x="44680" y="81294"/>
                </a:moveTo>
                <a:cubicBezTo>
                  <a:pt x="45003" y="82165"/>
                  <a:pt x="45476" y="82987"/>
                  <a:pt x="46024" y="83634"/>
                </a:cubicBezTo>
                <a:cubicBezTo>
                  <a:pt x="46024" y="83658"/>
                  <a:pt x="46024" y="83729"/>
                  <a:pt x="46047" y="83756"/>
                </a:cubicBezTo>
                <a:lnTo>
                  <a:pt x="46047" y="83756"/>
                </a:lnTo>
                <a:cubicBezTo>
                  <a:pt x="45475" y="83134"/>
                  <a:pt x="45028" y="82413"/>
                  <a:pt x="44729" y="81593"/>
                </a:cubicBezTo>
                <a:cubicBezTo>
                  <a:pt x="44729" y="81493"/>
                  <a:pt x="44680" y="81394"/>
                  <a:pt x="44680" y="81294"/>
                </a:cubicBezTo>
                <a:close/>
                <a:moveTo>
                  <a:pt x="2937" y="79203"/>
                </a:moveTo>
                <a:cubicBezTo>
                  <a:pt x="3385" y="80821"/>
                  <a:pt x="4033" y="82315"/>
                  <a:pt x="4829" y="83659"/>
                </a:cubicBezTo>
                <a:cubicBezTo>
                  <a:pt x="4829" y="83709"/>
                  <a:pt x="4829" y="83734"/>
                  <a:pt x="4804" y="83758"/>
                </a:cubicBezTo>
                <a:cubicBezTo>
                  <a:pt x="3983" y="82414"/>
                  <a:pt x="3336" y="80921"/>
                  <a:pt x="2863" y="79278"/>
                </a:cubicBezTo>
                <a:cubicBezTo>
                  <a:pt x="2912" y="79278"/>
                  <a:pt x="2937" y="79253"/>
                  <a:pt x="2937" y="79203"/>
                </a:cubicBezTo>
                <a:close/>
                <a:moveTo>
                  <a:pt x="44754" y="77386"/>
                </a:moveTo>
                <a:cubicBezTo>
                  <a:pt x="46248" y="79029"/>
                  <a:pt x="47393" y="80921"/>
                  <a:pt x="48164" y="83037"/>
                </a:cubicBezTo>
                <a:cubicBezTo>
                  <a:pt x="47617" y="83360"/>
                  <a:pt x="47094" y="83659"/>
                  <a:pt x="46522" y="83958"/>
                </a:cubicBezTo>
                <a:lnTo>
                  <a:pt x="46497" y="83908"/>
                </a:lnTo>
                <a:cubicBezTo>
                  <a:pt x="46472" y="83833"/>
                  <a:pt x="46472" y="83734"/>
                  <a:pt x="46422" y="83634"/>
                </a:cubicBezTo>
                <a:cubicBezTo>
                  <a:pt x="46372" y="83385"/>
                  <a:pt x="46347" y="83111"/>
                  <a:pt x="46273" y="82862"/>
                </a:cubicBezTo>
                <a:cubicBezTo>
                  <a:pt x="46223" y="82613"/>
                  <a:pt x="46148" y="82389"/>
                  <a:pt x="46099" y="82165"/>
                </a:cubicBezTo>
                <a:cubicBezTo>
                  <a:pt x="45999" y="81867"/>
                  <a:pt x="45899" y="81518"/>
                  <a:pt x="45800" y="81220"/>
                </a:cubicBezTo>
                <a:cubicBezTo>
                  <a:pt x="45750" y="81020"/>
                  <a:pt x="45650" y="80796"/>
                  <a:pt x="45601" y="80622"/>
                </a:cubicBezTo>
                <a:cubicBezTo>
                  <a:pt x="45476" y="80274"/>
                  <a:pt x="45352" y="79975"/>
                  <a:pt x="45178" y="79627"/>
                </a:cubicBezTo>
                <a:cubicBezTo>
                  <a:pt x="45103" y="79427"/>
                  <a:pt x="45003" y="79253"/>
                  <a:pt x="44904" y="79029"/>
                </a:cubicBezTo>
                <a:cubicBezTo>
                  <a:pt x="44779" y="78780"/>
                  <a:pt x="44680" y="78531"/>
                  <a:pt x="44530" y="78307"/>
                </a:cubicBezTo>
                <a:lnTo>
                  <a:pt x="44530" y="78258"/>
                </a:lnTo>
                <a:cubicBezTo>
                  <a:pt x="44530" y="78233"/>
                  <a:pt x="44555" y="78158"/>
                  <a:pt x="44555" y="78133"/>
                </a:cubicBezTo>
                <a:lnTo>
                  <a:pt x="44754" y="77386"/>
                </a:lnTo>
                <a:close/>
                <a:moveTo>
                  <a:pt x="46248" y="83958"/>
                </a:moveTo>
                <a:lnTo>
                  <a:pt x="46273" y="83982"/>
                </a:lnTo>
                <a:lnTo>
                  <a:pt x="46273" y="84032"/>
                </a:lnTo>
                <a:lnTo>
                  <a:pt x="46248" y="84007"/>
                </a:lnTo>
                <a:cubicBezTo>
                  <a:pt x="46273" y="84007"/>
                  <a:pt x="46273" y="83982"/>
                  <a:pt x="46248" y="83958"/>
                </a:cubicBezTo>
                <a:close/>
                <a:moveTo>
                  <a:pt x="4978" y="83908"/>
                </a:moveTo>
                <a:cubicBezTo>
                  <a:pt x="5028" y="83958"/>
                  <a:pt x="5028" y="83982"/>
                  <a:pt x="5053" y="84007"/>
                </a:cubicBezTo>
                <a:lnTo>
                  <a:pt x="5053" y="84107"/>
                </a:lnTo>
                <a:cubicBezTo>
                  <a:pt x="5028" y="84082"/>
                  <a:pt x="5028" y="84032"/>
                  <a:pt x="4978" y="84032"/>
                </a:cubicBezTo>
                <a:lnTo>
                  <a:pt x="4978" y="83908"/>
                </a:lnTo>
                <a:close/>
                <a:moveTo>
                  <a:pt x="48239" y="83261"/>
                </a:moveTo>
                <a:lnTo>
                  <a:pt x="48239" y="83286"/>
                </a:lnTo>
                <a:cubicBezTo>
                  <a:pt x="47741" y="83559"/>
                  <a:pt x="47194" y="83883"/>
                  <a:pt x="46721" y="84157"/>
                </a:cubicBezTo>
                <a:lnTo>
                  <a:pt x="46671" y="84132"/>
                </a:lnTo>
                <a:cubicBezTo>
                  <a:pt x="47194" y="83858"/>
                  <a:pt x="47716" y="83559"/>
                  <a:pt x="48239" y="83261"/>
                </a:cubicBezTo>
                <a:close/>
                <a:moveTo>
                  <a:pt x="16478" y="79627"/>
                </a:moveTo>
                <a:cubicBezTo>
                  <a:pt x="16503" y="79627"/>
                  <a:pt x="16503" y="79651"/>
                  <a:pt x="16528" y="79651"/>
                </a:cubicBezTo>
                <a:cubicBezTo>
                  <a:pt x="15980" y="81244"/>
                  <a:pt x="15507" y="82788"/>
                  <a:pt x="15109" y="84356"/>
                </a:cubicBezTo>
                <a:cubicBezTo>
                  <a:pt x="15059" y="84455"/>
                  <a:pt x="15010" y="84505"/>
                  <a:pt x="14985" y="84605"/>
                </a:cubicBezTo>
                <a:cubicBezTo>
                  <a:pt x="15383" y="82987"/>
                  <a:pt x="15881" y="81344"/>
                  <a:pt x="16478" y="79627"/>
                </a:cubicBezTo>
                <a:close/>
                <a:moveTo>
                  <a:pt x="17897" y="80274"/>
                </a:moveTo>
                <a:cubicBezTo>
                  <a:pt x="17922" y="80274"/>
                  <a:pt x="17922" y="80299"/>
                  <a:pt x="17972" y="80299"/>
                </a:cubicBezTo>
                <a:cubicBezTo>
                  <a:pt x="16876" y="81717"/>
                  <a:pt x="15930" y="83211"/>
                  <a:pt x="15159" y="84754"/>
                </a:cubicBezTo>
                <a:cubicBezTo>
                  <a:pt x="15184" y="84655"/>
                  <a:pt x="15234" y="84580"/>
                  <a:pt x="15234" y="84480"/>
                </a:cubicBezTo>
                <a:cubicBezTo>
                  <a:pt x="16005" y="82987"/>
                  <a:pt x="16876" y="81593"/>
                  <a:pt x="17897" y="80274"/>
                </a:cubicBezTo>
                <a:close/>
                <a:moveTo>
                  <a:pt x="63348" y="72831"/>
                </a:moveTo>
                <a:cubicBezTo>
                  <a:pt x="63522" y="73030"/>
                  <a:pt x="63697" y="73180"/>
                  <a:pt x="63846" y="73354"/>
                </a:cubicBezTo>
                <a:cubicBezTo>
                  <a:pt x="64070" y="73578"/>
                  <a:pt x="64269" y="73827"/>
                  <a:pt x="64468" y="74051"/>
                </a:cubicBezTo>
                <a:cubicBezTo>
                  <a:pt x="64717" y="74325"/>
                  <a:pt x="64966" y="74599"/>
                  <a:pt x="65190" y="74897"/>
                </a:cubicBezTo>
                <a:cubicBezTo>
                  <a:pt x="65290" y="75022"/>
                  <a:pt x="65389" y="75096"/>
                  <a:pt x="65464" y="75221"/>
                </a:cubicBezTo>
                <a:cubicBezTo>
                  <a:pt x="66783" y="76789"/>
                  <a:pt x="68052" y="78432"/>
                  <a:pt x="69297" y="80124"/>
                </a:cubicBezTo>
                <a:cubicBezTo>
                  <a:pt x="66310" y="82240"/>
                  <a:pt x="63273" y="83808"/>
                  <a:pt x="60411" y="84879"/>
                </a:cubicBezTo>
                <a:cubicBezTo>
                  <a:pt x="58942" y="82663"/>
                  <a:pt x="57573" y="80423"/>
                  <a:pt x="56379" y="78282"/>
                </a:cubicBezTo>
                <a:cubicBezTo>
                  <a:pt x="58793" y="76565"/>
                  <a:pt x="61108" y="74723"/>
                  <a:pt x="63348" y="72831"/>
                </a:cubicBezTo>
                <a:close/>
                <a:moveTo>
                  <a:pt x="44729" y="82066"/>
                </a:moveTo>
                <a:cubicBezTo>
                  <a:pt x="45053" y="82862"/>
                  <a:pt x="45526" y="83534"/>
                  <a:pt x="46049" y="84107"/>
                </a:cubicBezTo>
                <a:lnTo>
                  <a:pt x="46049" y="84182"/>
                </a:lnTo>
                <a:cubicBezTo>
                  <a:pt x="45551" y="84480"/>
                  <a:pt x="45028" y="84729"/>
                  <a:pt x="44530" y="85003"/>
                </a:cubicBezTo>
                <a:cubicBezTo>
                  <a:pt x="44530" y="84978"/>
                  <a:pt x="44530" y="84953"/>
                  <a:pt x="44555" y="84903"/>
                </a:cubicBezTo>
                <a:cubicBezTo>
                  <a:pt x="44680" y="84032"/>
                  <a:pt x="44729" y="83211"/>
                  <a:pt x="44729" y="82365"/>
                </a:cubicBezTo>
                <a:lnTo>
                  <a:pt x="44729" y="82265"/>
                </a:lnTo>
                <a:lnTo>
                  <a:pt x="44729" y="82066"/>
                </a:lnTo>
                <a:close/>
                <a:moveTo>
                  <a:pt x="56229" y="78407"/>
                </a:moveTo>
                <a:cubicBezTo>
                  <a:pt x="57374" y="80523"/>
                  <a:pt x="58743" y="82763"/>
                  <a:pt x="60237" y="84978"/>
                </a:cubicBezTo>
                <a:cubicBezTo>
                  <a:pt x="60212" y="84978"/>
                  <a:pt x="60212" y="84978"/>
                  <a:pt x="60187" y="85003"/>
                </a:cubicBezTo>
                <a:cubicBezTo>
                  <a:pt x="58718" y="82763"/>
                  <a:pt x="57349" y="80547"/>
                  <a:pt x="56204" y="78432"/>
                </a:cubicBezTo>
                <a:lnTo>
                  <a:pt x="56229" y="78407"/>
                </a:lnTo>
                <a:close/>
                <a:moveTo>
                  <a:pt x="97624" y="84234"/>
                </a:moveTo>
                <a:cubicBezTo>
                  <a:pt x="97399" y="84491"/>
                  <a:pt x="97172" y="84749"/>
                  <a:pt x="96940" y="85010"/>
                </a:cubicBezTo>
                <a:lnTo>
                  <a:pt x="96940" y="85010"/>
                </a:lnTo>
                <a:cubicBezTo>
                  <a:pt x="97182" y="84723"/>
                  <a:pt x="97413" y="84456"/>
                  <a:pt x="97624" y="84234"/>
                </a:cubicBezTo>
                <a:close/>
                <a:moveTo>
                  <a:pt x="69446" y="80274"/>
                </a:moveTo>
                <a:cubicBezTo>
                  <a:pt x="69446" y="80299"/>
                  <a:pt x="69446" y="80299"/>
                  <a:pt x="69496" y="80348"/>
                </a:cubicBezTo>
                <a:cubicBezTo>
                  <a:pt x="66534" y="82414"/>
                  <a:pt x="63473" y="84032"/>
                  <a:pt x="60585" y="85103"/>
                </a:cubicBezTo>
                <a:cubicBezTo>
                  <a:pt x="60585" y="85078"/>
                  <a:pt x="60560" y="85078"/>
                  <a:pt x="60560" y="85028"/>
                </a:cubicBezTo>
                <a:cubicBezTo>
                  <a:pt x="63423" y="83982"/>
                  <a:pt x="66459" y="82365"/>
                  <a:pt x="69446" y="80274"/>
                </a:cubicBezTo>
                <a:close/>
                <a:moveTo>
                  <a:pt x="44428" y="81464"/>
                </a:moveTo>
                <a:cubicBezTo>
                  <a:pt x="44438" y="81506"/>
                  <a:pt x="44450" y="81557"/>
                  <a:pt x="44481" y="81618"/>
                </a:cubicBezTo>
                <a:cubicBezTo>
                  <a:pt x="44530" y="82788"/>
                  <a:pt x="44505" y="83982"/>
                  <a:pt x="44281" y="85152"/>
                </a:cubicBezTo>
                <a:cubicBezTo>
                  <a:pt x="44281" y="85152"/>
                  <a:pt x="44257" y="85152"/>
                  <a:pt x="44257" y="85177"/>
                </a:cubicBezTo>
                <a:cubicBezTo>
                  <a:pt x="44257" y="85103"/>
                  <a:pt x="44281" y="85003"/>
                  <a:pt x="44306" y="84903"/>
                </a:cubicBezTo>
                <a:cubicBezTo>
                  <a:pt x="44481" y="83958"/>
                  <a:pt x="44505" y="83012"/>
                  <a:pt x="44481" y="82116"/>
                </a:cubicBezTo>
                <a:lnTo>
                  <a:pt x="44481" y="81867"/>
                </a:lnTo>
                <a:cubicBezTo>
                  <a:pt x="44481" y="81767"/>
                  <a:pt x="44431" y="81643"/>
                  <a:pt x="44431" y="81543"/>
                </a:cubicBezTo>
                <a:cubicBezTo>
                  <a:pt x="44431" y="81520"/>
                  <a:pt x="44431" y="81490"/>
                  <a:pt x="44428" y="81464"/>
                </a:cubicBezTo>
                <a:close/>
                <a:moveTo>
                  <a:pt x="60361" y="85127"/>
                </a:moveTo>
                <a:cubicBezTo>
                  <a:pt x="60361" y="85127"/>
                  <a:pt x="60411" y="85152"/>
                  <a:pt x="60411" y="85202"/>
                </a:cubicBezTo>
                <a:cubicBezTo>
                  <a:pt x="60361" y="85202"/>
                  <a:pt x="60361" y="85202"/>
                  <a:pt x="60336" y="85227"/>
                </a:cubicBezTo>
                <a:cubicBezTo>
                  <a:pt x="60336" y="85202"/>
                  <a:pt x="60311" y="85202"/>
                  <a:pt x="60311" y="85152"/>
                </a:cubicBezTo>
                <a:cubicBezTo>
                  <a:pt x="60336" y="85152"/>
                  <a:pt x="60336" y="85152"/>
                  <a:pt x="60361" y="85127"/>
                </a:cubicBezTo>
                <a:close/>
                <a:moveTo>
                  <a:pt x="46123" y="84381"/>
                </a:moveTo>
                <a:lnTo>
                  <a:pt x="46123" y="84455"/>
                </a:lnTo>
                <a:cubicBezTo>
                  <a:pt x="45607" y="84726"/>
                  <a:pt x="45042" y="84996"/>
                  <a:pt x="44525" y="85267"/>
                </a:cubicBezTo>
                <a:lnTo>
                  <a:pt x="44525" y="85267"/>
                </a:lnTo>
                <a:cubicBezTo>
                  <a:pt x="44530" y="85257"/>
                  <a:pt x="44530" y="85242"/>
                  <a:pt x="44530" y="85227"/>
                </a:cubicBezTo>
                <a:lnTo>
                  <a:pt x="46123" y="84381"/>
                </a:lnTo>
                <a:close/>
                <a:moveTo>
                  <a:pt x="1917" y="71537"/>
                </a:moveTo>
                <a:lnTo>
                  <a:pt x="1917" y="71537"/>
                </a:lnTo>
                <a:cubicBezTo>
                  <a:pt x="1792" y="74151"/>
                  <a:pt x="1991" y="76640"/>
                  <a:pt x="2589" y="78930"/>
                </a:cubicBezTo>
                <a:cubicBezTo>
                  <a:pt x="1867" y="80448"/>
                  <a:pt x="1369" y="82091"/>
                  <a:pt x="1120" y="83709"/>
                </a:cubicBezTo>
                <a:cubicBezTo>
                  <a:pt x="1095" y="83709"/>
                  <a:pt x="1095" y="83734"/>
                  <a:pt x="1095" y="83758"/>
                </a:cubicBezTo>
                <a:lnTo>
                  <a:pt x="996" y="84605"/>
                </a:lnTo>
                <a:lnTo>
                  <a:pt x="996" y="84704"/>
                </a:lnTo>
                <a:cubicBezTo>
                  <a:pt x="996" y="84804"/>
                  <a:pt x="971" y="84978"/>
                  <a:pt x="971" y="85103"/>
                </a:cubicBezTo>
                <a:cubicBezTo>
                  <a:pt x="971" y="85152"/>
                  <a:pt x="971" y="85252"/>
                  <a:pt x="946" y="85327"/>
                </a:cubicBezTo>
                <a:cubicBezTo>
                  <a:pt x="349" y="81120"/>
                  <a:pt x="722" y="76490"/>
                  <a:pt x="1917" y="71537"/>
                </a:cubicBezTo>
                <a:close/>
                <a:moveTo>
                  <a:pt x="44281" y="85351"/>
                </a:moveTo>
                <a:lnTo>
                  <a:pt x="44281" y="85401"/>
                </a:lnTo>
                <a:lnTo>
                  <a:pt x="44257" y="85401"/>
                </a:lnTo>
                <a:cubicBezTo>
                  <a:pt x="44257" y="85401"/>
                  <a:pt x="44257" y="85376"/>
                  <a:pt x="44281" y="85351"/>
                </a:cubicBezTo>
                <a:close/>
                <a:moveTo>
                  <a:pt x="48289" y="83460"/>
                </a:moveTo>
                <a:cubicBezTo>
                  <a:pt x="48538" y="84132"/>
                  <a:pt x="48762" y="84854"/>
                  <a:pt x="48911" y="85575"/>
                </a:cubicBezTo>
                <a:cubicBezTo>
                  <a:pt x="48140" y="85227"/>
                  <a:pt x="47418" y="84779"/>
                  <a:pt x="46845" y="84256"/>
                </a:cubicBezTo>
                <a:cubicBezTo>
                  <a:pt x="47343" y="84007"/>
                  <a:pt x="47841" y="83734"/>
                  <a:pt x="48289" y="83460"/>
                </a:cubicBezTo>
                <a:close/>
                <a:moveTo>
                  <a:pt x="56055" y="78531"/>
                </a:moveTo>
                <a:cubicBezTo>
                  <a:pt x="57200" y="80647"/>
                  <a:pt x="58544" y="82862"/>
                  <a:pt x="60038" y="85078"/>
                </a:cubicBezTo>
                <a:cubicBezTo>
                  <a:pt x="59490" y="85252"/>
                  <a:pt x="58967" y="85451"/>
                  <a:pt x="58445" y="85575"/>
                </a:cubicBezTo>
                <a:cubicBezTo>
                  <a:pt x="57499" y="83286"/>
                  <a:pt x="56329" y="81170"/>
                  <a:pt x="54960" y="79278"/>
                </a:cubicBezTo>
                <a:cubicBezTo>
                  <a:pt x="55333" y="79029"/>
                  <a:pt x="55682" y="78780"/>
                  <a:pt x="56055" y="78531"/>
                </a:cubicBezTo>
                <a:close/>
                <a:moveTo>
                  <a:pt x="54810" y="79378"/>
                </a:moveTo>
                <a:cubicBezTo>
                  <a:pt x="56179" y="81244"/>
                  <a:pt x="57324" y="83360"/>
                  <a:pt x="58245" y="85600"/>
                </a:cubicBezTo>
                <a:cubicBezTo>
                  <a:pt x="58220" y="85600"/>
                  <a:pt x="58220" y="85600"/>
                  <a:pt x="58196" y="85625"/>
                </a:cubicBezTo>
                <a:cubicBezTo>
                  <a:pt x="57250" y="83385"/>
                  <a:pt x="56105" y="81294"/>
                  <a:pt x="54736" y="79427"/>
                </a:cubicBezTo>
                <a:lnTo>
                  <a:pt x="54810" y="79378"/>
                </a:lnTo>
                <a:close/>
                <a:moveTo>
                  <a:pt x="48538" y="83310"/>
                </a:moveTo>
                <a:cubicBezTo>
                  <a:pt x="48837" y="84107"/>
                  <a:pt x="49036" y="84879"/>
                  <a:pt x="49235" y="85700"/>
                </a:cubicBezTo>
                <a:cubicBezTo>
                  <a:pt x="49210" y="85700"/>
                  <a:pt x="49160" y="85650"/>
                  <a:pt x="49160" y="85650"/>
                </a:cubicBezTo>
                <a:cubicBezTo>
                  <a:pt x="48986" y="84879"/>
                  <a:pt x="48737" y="84107"/>
                  <a:pt x="48488" y="83360"/>
                </a:cubicBezTo>
                <a:cubicBezTo>
                  <a:pt x="48513" y="83360"/>
                  <a:pt x="48513" y="83310"/>
                  <a:pt x="48538" y="83310"/>
                </a:cubicBezTo>
                <a:close/>
                <a:moveTo>
                  <a:pt x="60112" y="85202"/>
                </a:moveTo>
                <a:cubicBezTo>
                  <a:pt x="60112" y="85227"/>
                  <a:pt x="60162" y="85227"/>
                  <a:pt x="60162" y="85252"/>
                </a:cubicBezTo>
                <a:cubicBezTo>
                  <a:pt x="59589" y="85451"/>
                  <a:pt x="59067" y="85625"/>
                  <a:pt x="58494" y="85775"/>
                </a:cubicBezTo>
                <a:lnTo>
                  <a:pt x="58494" y="85725"/>
                </a:lnTo>
                <a:cubicBezTo>
                  <a:pt x="59017" y="85575"/>
                  <a:pt x="59589" y="85376"/>
                  <a:pt x="60112" y="85202"/>
                </a:cubicBezTo>
                <a:close/>
                <a:moveTo>
                  <a:pt x="14860" y="85252"/>
                </a:moveTo>
                <a:lnTo>
                  <a:pt x="14860" y="85252"/>
                </a:lnTo>
                <a:cubicBezTo>
                  <a:pt x="14810" y="85351"/>
                  <a:pt x="14810" y="85451"/>
                  <a:pt x="14785" y="85526"/>
                </a:cubicBezTo>
                <a:cubicBezTo>
                  <a:pt x="14761" y="85625"/>
                  <a:pt x="14736" y="85725"/>
                  <a:pt x="14661" y="85824"/>
                </a:cubicBezTo>
                <a:cubicBezTo>
                  <a:pt x="14686" y="85725"/>
                  <a:pt x="14686" y="85625"/>
                  <a:pt x="14736" y="85501"/>
                </a:cubicBezTo>
                <a:cubicBezTo>
                  <a:pt x="14761" y="85401"/>
                  <a:pt x="14810" y="85327"/>
                  <a:pt x="14860" y="85252"/>
                </a:cubicBezTo>
                <a:close/>
                <a:moveTo>
                  <a:pt x="46671" y="84356"/>
                </a:moveTo>
                <a:cubicBezTo>
                  <a:pt x="47343" y="84928"/>
                  <a:pt x="48115" y="85426"/>
                  <a:pt x="48986" y="85775"/>
                </a:cubicBezTo>
                <a:cubicBezTo>
                  <a:pt x="48986" y="85809"/>
                  <a:pt x="48986" y="85832"/>
                  <a:pt x="48994" y="85842"/>
                </a:cubicBezTo>
                <a:lnTo>
                  <a:pt x="48994" y="85842"/>
                </a:lnTo>
                <a:cubicBezTo>
                  <a:pt x="48107" y="85471"/>
                  <a:pt x="47294" y="84977"/>
                  <a:pt x="46627" y="84361"/>
                </a:cubicBezTo>
                <a:lnTo>
                  <a:pt x="46627" y="84361"/>
                </a:lnTo>
                <a:cubicBezTo>
                  <a:pt x="46637" y="84370"/>
                  <a:pt x="46648" y="84374"/>
                  <a:pt x="46655" y="84374"/>
                </a:cubicBezTo>
                <a:cubicBezTo>
                  <a:pt x="46665" y="84374"/>
                  <a:pt x="46671" y="84368"/>
                  <a:pt x="46671" y="84356"/>
                </a:cubicBezTo>
                <a:close/>
                <a:moveTo>
                  <a:pt x="58320" y="85750"/>
                </a:moveTo>
                <a:cubicBezTo>
                  <a:pt x="58320" y="85775"/>
                  <a:pt x="58320" y="85775"/>
                  <a:pt x="58345" y="85799"/>
                </a:cubicBezTo>
                <a:cubicBezTo>
                  <a:pt x="58320" y="85849"/>
                  <a:pt x="58320" y="85849"/>
                  <a:pt x="58295" y="85849"/>
                </a:cubicBezTo>
                <a:cubicBezTo>
                  <a:pt x="58295" y="85799"/>
                  <a:pt x="58295" y="85799"/>
                  <a:pt x="58245" y="85775"/>
                </a:cubicBezTo>
                <a:cubicBezTo>
                  <a:pt x="58295" y="85775"/>
                  <a:pt x="58295" y="85775"/>
                  <a:pt x="58320" y="85750"/>
                </a:cubicBezTo>
                <a:close/>
                <a:moveTo>
                  <a:pt x="43809" y="78880"/>
                </a:moveTo>
                <a:lnTo>
                  <a:pt x="43908" y="79353"/>
                </a:lnTo>
                <a:lnTo>
                  <a:pt x="43908" y="79427"/>
                </a:lnTo>
                <a:lnTo>
                  <a:pt x="43908" y="79527"/>
                </a:lnTo>
                <a:lnTo>
                  <a:pt x="43933" y="79527"/>
                </a:lnTo>
                <a:cubicBezTo>
                  <a:pt x="44008" y="79851"/>
                  <a:pt x="44033" y="80149"/>
                  <a:pt x="44132" y="80473"/>
                </a:cubicBezTo>
                <a:cubicBezTo>
                  <a:pt x="44182" y="80846"/>
                  <a:pt x="44232" y="81220"/>
                  <a:pt x="44257" y="81593"/>
                </a:cubicBezTo>
                <a:cubicBezTo>
                  <a:pt x="44257" y="81717"/>
                  <a:pt x="44281" y="81792"/>
                  <a:pt x="44281" y="81916"/>
                </a:cubicBezTo>
                <a:lnTo>
                  <a:pt x="44281" y="82016"/>
                </a:lnTo>
                <a:lnTo>
                  <a:pt x="44281" y="83037"/>
                </a:lnTo>
                <a:cubicBezTo>
                  <a:pt x="44257" y="83783"/>
                  <a:pt x="44182" y="84530"/>
                  <a:pt x="44033" y="85277"/>
                </a:cubicBezTo>
                <a:cubicBezTo>
                  <a:pt x="43560" y="85526"/>
                  <a:pt x="43062" y="85750"/>
                  <a:pt x="42614" y="85974"/>
                </a:cubicBezTo>
                <a:cubicBezTo>
                  <a:pt x="42639" y="83758"/>
                  <a:pt x="43037" y="81369"/>
                  <a:pt x="43809" y="78880"/>
                </a:cubicBezTo>
                <a:close/>
                <a:moveTo>
                  <a:pt x="49235" y="85899"/>
                </a:moveTo>
                <a:cubicBezTo>
                  <a:pt x="49235" y="85899"/>
                  <a:pt x="49260" y="85899"/>
                  <a:pt x="49285" y="85949"/>
                </a:cubicBezTo>
                <a:cubicBezTo>
                  <a:pt x="49285" y="85974"/>
                  <a:pt x="49285" y="85999"/>
                  <a:pt x="49334" y="85999"/>
                </a:cubicBezTo>
                <a:lnTo>
                  <a:pt x="49260" y="85999"/>
                </a:lnTo>
                <a:cubicBezTo>
                  <a:pt x="49260" y="85974"/>
                  <a:pt x="49260" y="85949"/>
                  <a:pt x="49235" y="85899"/>
                </a:cubicBezTo>
                <a:close/>
                <a:moveTo>
                  <a:pt x="43734" y="78482"/>
                </a:moveTo>
                <a:cubicBezTo>
                  <a:pt x="43734" y="78506"/>
                  <a:pt x="43759" y="78531"/>
                  <a:pt x="43759" y="78556"/>
                </a:cubicBezTo>
                <a:cubicBezTo>
                  <a:pt x="42912" y="81170"/>
                  <a:pt x="42440" y="83709"/>
                  <a:pt x="42440" y="86024"/>
                </a:cubicBezTo>
                <a:cubicBezTo>
                  <a:pt x="42415" y="86048"/>
                  <a:pt x="42390" y="86048"/>
                  <a:pt x="42390" y="86048"/>
                </a:cubicBezTo>
                <a:cubicBezTo>
                  <a:pt x="42390" y="83684"/>
                  <a:pt x="42863" y="81145"/>
                  <a:pt x="43734" y="78482"/>
                </a:cubicBezTo>
                <a:close/>
                <a:moveTo>
                  <a:pt x="44008" y="85476"/>
                </a:moveTo>
                <a:lnTo>
                  <a:pt x="44008" y="85526"/>
                </a:lnTo>
                <a:cubicBezTo>
                  <a:pt x="43535" y="85750"/>
                  <a:pt x="43062" y="85999"/>
                  <a:pt x="42639" y="86223"/>
                </a:cubicBezTo>
                <a:lnTo>
                  <a:pt x="42639" y="86148"/>
                </a:lnTo>
                <a:cubicBezTo>
                  <a:pt x="43062" y="85949"/>
                  <a:pt x="43535" y="85725"/>
                  <a:pt x="44008" y="85476"/>
                </a:cubicBezTo>
                <a:close/>
                <a:moveTo>
                  <a:pt x="54586" y="79527"/>
                </a:moveTo>
                <a:cubicBezTo>
                  <a:pt x="55931" y="81394"/>
                  <a:pt x="57075" y="83460"/>
                  <a:pt x="57996" y="85650"/>
                </a:cubicBezTo>
                <a:cubicBezTo>
                  <a:pt x="56284" y="86108"/>
                  <a:pt x="54653" y="86346"/>
                  <a:pt x="53148" y="86346"/>
                </a:cubicBezTo>
                <a:cubicBezTo>
                  <a:pt x="51789" y="86346"/>
                  <a:pt x="50531" y="86151"/>
                  <a:pt x="49409" y="85750"/>
                </a:cubicBezTo>
                <a:cubicBezTo>
                  <a:pt x="49235" y="84879"/>
                  <a:pt x="48986" y="84032"/>
                  <a:pt x="48662" y="83211"/>
                </a:cubicBezTo>
                <a:cubicBezTo>
                  <a:pt x="50654" y="82116"/>
                  <a:pt x="52620" y="80871"/>
                  <a:pt x="54586" y="79527"/>
                </a:cubicBezTo>
                <a:close/>
                <a:moveTo>
                  <a:pt x="42440" y="86248"/>
                </a:moveTo>
                <a:lnTo>
                  <a:pt x="42440" y="86322"/>
                </a:lnTo>
                <a:cubicBezTo>
                  <a:pt x="42415" y="86322"/>
                  <a:pt x="42415" y="86347"/>
                  <a:pt x="42390" y="86347"/>
                </a:cubicBezTo>
                <a:lnTo>
                  <a:pt x="42390" y="86272"/>
                </a:lnTo>
                <a:cubicBezTo>
                  <a:pt x="42390" y="86272"/>
                  <a:pt x="42415" y="86248"/>
                  <a:pt x="42440" y="86248"/>
                </a:cubicBezTo>
                <a:close/>
                <a:moveTo>
                  <a:pt x="58071" y="85849"/>
                </a:moveTo>
                <a:cubicBezTo>
                  <a:pt x="58071" y="85874"/>
                  <a:pt x="58071" y="85874"/>
                  <a:pt x="58096" y="85899"/>
                </a:cubicBezTo>
                <a:cubicBezTo>
                  <a:pt x="56354" y="86372"/>
                  <a:pt x="54686" y="86621"/>
                  <a:pt x="53143" y="86621"/>
                </a:cubicBezTo>
                <a:cubicBezTo>
                  <a:pt x="51823" y="86621"/>
                  <a:pt x="50579" y="86422"/>
                  <a:pt x="49484" y="86048"/>
                </a:cubicBezTo>
                <a:cubicBezTo>
                  <a:pt x="49484" y="86030"/>
                  <a:pt x="49484" y="86012"/>
                  <a:pt x="49474" y="86003"/>
                </a:cubicBezTo>
                <a:lnTo>
                  <a:pt x="49474" y="86003"/>
                </a:lnTo>
                <a:cubicBezTo>
                  <a:pt x="50592" y="86363"/>
                  <a:pt x="51841" y="86542"/>
                  <a:pt x="53185" y="86542"/>
                </a:cubicBezTo>
                <a:cubicBezTo>
                  <a:pt x="54709" y="86542"/>
                  <a:pt x="56355" y="86311"/>
                  <a:pt x="58071" y="85849"/>
                </a:cubicBezTo>
                <a:close/>
                <a:moveTo>
                  <a:pt x="2664" y="79203"/>
                </a:moveTo>
                <a:cubicBezTo>
                  <a:pt x="2664" y="79253"/>
                  <a:pt x="2664" y="79278"/>
                  <a:pt x="2688" y="79278"/>
                </a:cubicBezTo>
                <a:cubicBezTo>
                  <a:pt x="2041" y="80722"/>
                  <a:pt x="1593" y="82190"/>
                  <a:pt x="1344" y="83734"/>
                </a:cubicBezTo>
                <a:lnTo>
                  <a:pt x="1344" y="83783"/>
                </a:lnTo>
                <a:cubicBezTo>
                  <a:pt x="1319" y="84082"/>
                  <a:pt x="1295" y="84356"/>
                  <a:pt x="1245" y="84605"/>
                </a:cubicBezTo>
                <a:lnTo>
                  <a:pt x="1245" y="84704"/>
                </a:lnTo>
                <a:cubicBezTo>
                  <a:pt x="1245" y="84854"/>
                  <a:pt x="1220" y="84978"/>
                  <a:pt x="1220" y="85127"/>
                </a:cubicBezTo>
                <a:cubicBezTo>
                  <a:pt x="1220" y="85227"/>
                  <a:pt x="1195" y="85327"/>
                  <a:pt x="1195" y="85401"/>
                </a:cubicBezTo>
                <a:lnTo>
                  <a:pt x="1195" y="85451"/>
                </a:lnTo>
                <a:cubicBezTo>
                  <a:pt x="1170" y="85874"/>
                  <a:pt x="1170" y="86322"/>
                  <a:pt x="1195" y="86745"/>
                </a:cubicBezTo>
                <a:cubicBezTo>
                  <a:pt x="1170" y="86646"/>
                  <a:pt x="1170" y="86571"/>
                  <a:pt x="1120" y="86472"/>
                </a:cubicBezTo>
                <a:cubicBezTo>
                  <a:pt x="1120" y="86123"/>
                  <a:pt x="1095" y="85775"/>
                  <a:pt x="1120" y="85451"/>
                </a:cubicBezTo>
                <a:cubicBezTo>
                  <a:pt x="1120" y="85327"/>
                  <a:pt x="1120" y="85227"/>
                  <a:pt x="1170" y="85103"/>
                </a:cubicBezTo>
                <a:cubicBezTo>
                  <a:pt x="1170" y="84953"/>
                  <a:pt x="1195" y="84779"/>
                  <a:pt x="1195" y="84605"/>
                </a:cubicBezTo>
                <a:cubicBezTo>
                  <a:pt x="1220" y="84331"/>
                  <a:pt x="1245" y="84032"/>
                  <a:pt x="1295" y="83783"/>
                </a:cubicBezTo>
                <a:lnTo>
                  <a:pt x="1295" y="83684"/>
                </a:lnTo>
                <a:cubicBezTo>
                  <a:pt x="1519" y="82165"/>
                  <a:pt x="1991" y="80647"/>
                  <a:pt x="2664" y="79203"/>
                </a:cubicBezTo>
                <a:close/>
                <a:moveTo>
                  <a:pt x="448" y="82091"/>
                </a:moveTo>
                <a:cubicBezTo>
                  <a:pt x="573" y="84406"/>
                  <a:pt x="846" y="85999"/>
                  <a:pt x="946" y="86521"/>
                </a:cubicBezTo>
                <a:lnTo>
                  <a:pt x="946" y="86745"/>
                </a:lnTo>
                <a:lnTo>
                  <a:pt x="946" y="86770"/>
                </a:lnTo>
                <a:cubicBezTo>
                  <a:pt x="896" y="86646"/>
                  <a:pt x="871" y="86496"/>
                  <a:pt x="846" y="86347"/>
                </a:cubicBezTo>
                <a:cubicBezTo>
                  <a:pt x="846" y="86248"/>
                  <a:pt x="822" y="86148"/>
                  <a:pt x="822" y="86073"/>
                </a:cubicBezTo>
                <a:cubicBezTo>
                  <a:pt x="797" y="85974"/>
                  <a:pt x="797" y="85849"/>
                  <a:pt x="747" y="85750"/>
                </a:cubicBezTo>
                <a:cubicBezTo>
                  <a:pt x="672" y="85127"/>
                  <a:pt x="573" y="84480"/>
                  <a:pt x="548" y="83833"/>
                </a:cubicBezTo>
                <a:lnTo>
                  <a:pt x="548" y="83634"/>
                </a:lnTo>
                <a:cubicBezTo>
                  <a:pt x="498" y="83111"/>
                  <a:pt x="473" y="82613"/>
                  <a:pt x="448" y="82091"/>
                </a:cubicBezTo>
                <a:close/>
                <a:moveTo>
                  <a:pt x="69571" y="80473"/>
                </a:moveTo>
                <a:cubicBezTo>
                  <a:pt x="69670" y="80597"/>
                  <a:pt x="69770" y="80747"/>
                  <a:pt x="69894" y="80871"/>
                </a:cubicBezTo>
                <a:cubicBezTo>
                  <a:pt x="67331" y="83012"/>
                  <a:pt x="64692" y="85103"/>
                  <a:pt x="61979" y="87069"/>
                </a:cubicBezTo>
                <a:cubicBezTo>
                  <a:pt x="61506" y="86496"/>
                  <a:pt x="61108" y="85874"/>
                  <a:pt x="60685" y="85252"/>
                </a:cubicBezTo>
                <a:cubicBezTo>
                  <a:pt x="63572" y="84157"/>
                  <a:pt x="66634" y="82539"/>
                  <a:pt x="69571" y="80473"/>
                </a:cubicBezTo>
                <a:close/>
                <a:moveTo>
                  <a:pt x="60486" y="85351"/>
                </a:moveTo>
                <a:lnTo>
                  <a:pt x="61805" y="87218"/>
                </a:lnTo>
                <a:lnTo>
                  <a:pt x="61780" y="87243"/>
                </a:lnTo>
                <a:lnTo>
                  <a:pt x="60461" y="85376"/>
                </a:lnTo>
                <a:cubicBezTo>
                  <a:pt x="60461" y="85351"/>
                  <a:pt x="60486" y="85351"/>
                  <a:pt x="60486" y="85351"/>
                </a:cubicBezTo>
                <a:close/>
                <a:moveTo>
                  <a:pt x="70019" y="81045"/>
                </a:moveTo>
                <a:cubicBezTo>
                  <a:pt x="70019" y="81070"/>
                  <a:pt x="70019" y="81070"/>
                  <a:pt x="70044" y="81120"/>
                </a:cubicBezTo>
                <a:cubicBezTo>
                  <a:pt x="67505" y="83261"/>
                  <a:pt x="64842" y="85351"/>
                  <a:pt x="62153" y="87293"/>
                </a:cubicBezTo>
                <a:cubicBezTo>
                  <a:pt x="62153" y="87268"/>
                  <a:pt x="62103" y="87268"/>
                  <a:pt x="62103" y="87243"/>
                </a:cubicBezTo>
                <a:cubicBezTo>
                  <a:pt x="64842" y="85277"/>
                  <a:pt x="67505" y="83236"/>
                  <a:pt x="70019" y="81045"/>
                </a:cubicBezTo>
                <a:close/>
                <a:moveTo>
                  <a:pt x="43485" y="78407"/>
                </a:moveTo>
                <a:lnTo>
                  <a:pt x="43485" y="78407"/>
                </a:lnTo>
                <a:cubicBezTo>
                  <a:pt x="42639" y="81145"/>
                  <a:pt x="42166" y="83758"/>
                  <a:pt x="42191" y="86148"/>
                </a:cubicBezTo>
                <a:cubicBezTo>
                  <a:pt x="40050" y="87144"/>
                  <a:pt x="37934" y="88015"/>
                  <a:pt x="35843" y="88737"/>
                </a:cubicBezTo>
                <a:cubicBezTo>
                  <a:pt x="35918" y="88438"/>
                  <a:pt x="35943" y="88089"/>
                  <a:pt x="36018" y="87766"/>
                </a:cubicBezTo>
                <a:cubicBezTo>
                  <a:pt x="36042" y="87617"/>
                  <a:pt x="36067" y="87467"/>
                  <a:pt x="36092" y="87268"/>
                </a:cubicBezTo>
                <a:lnTo>
                  <a:pt x="36092" y="87243"/>
                </a:lnTo>
                <a:cubicBezTo>
                  <a:pt x="36167" y="86895"/>
                  <a:pt x="36267" y="86521"/>
                  <a:pt x="36341" y="86148"/>
                </a:cubicBezTo>
                <a:cubicBezTo>
                  <a:pt x="36391" y="86024"/>
                  <a:pt x="36416" y="85874"/>
                  <a:pt x="36441" y="85750"/>
                </a:cubicBezTo>
                <a:cubicBezTo>
                  <a:pt x="36515" y="85526"/>
                  <a:pt x="36565" y="85302"/>
                  <a:pt x="36640" y="85053"/>
                </a:cubicBezTo>
                <a:cubicBezTo>
                  <a:pt x="36690" y="84879"/>
                  <a:pt x="36715" y="84679"/>
                  <a:pt x="36789" y="84505"/>
                </a:cubicBezTo>
                <a:cubicBezTo>
                  <a:pt x="36814" y="84381"/>
                  <a:pt x="36839" y="84281"/>
                  <a:pt x="36889" y="84157"/>
                </a:cubicBezTo>
                <a:cubicBezTo>
                  <a:pt x="37013" y="83734"/>
                  <a:pt x="37138" y="83286"/>
                  <a:pt x="37287" y="82862"/>
                </a:cubicBezTo>
                <a:lnTo>
                  <a:pt x="37287" y="82813"/>
                </a:lnTo>
                <a:cubicBezTo>
                  <a:pt x="37312" y="82763"/>
                  <a:pt x="37312" y="82688"/>
                  <a:pt x="37337" y="82613"/>
                </a:cubicBezTo>
                <a:lnTo>
                  <a:pt x="37337" y="82564"/>
                </a:lnTo>
                <a:cubicBezTo>
                  <a:pt x="37436" y="82290"/>
                  <a:pt x="37561" y="82016"/>
                  <a:pt x="37660" y="81692"/>
                </a:cubicBezTo>
                <a:cubicBezTo>
                  <a:pt x="40125" y="80996"/>
                  <a:pt x="42116" y="79875"/>
                  <a:pt x="43485" y="78407"/>
                </a:cubicBezTo>
                <a:close/>
                <a:moveTo>
                  <a:pt x="60262" y="85451"/>
                </a:moveTo>
                <a:cubicBezTo>
                  <a:pt x="60710" y="86098"/>
                  <a:pt x="61158" y="86720"/>
                  <a:pt x="61606" y="87368"/>
                </a:cubicBezTo>
                <a:cubicBezTo>
                  <a:pt x="60934" y="87841"/>
                  <a:pt x="60237" y="88313"/>
                  <a:pt x="59589" y="88762"/>
                </a:cubicBezTo>
                <a:cubicBezTo>
                  <a:pt x="59291" y="87816"/>
                  <a:pt x="58967" y="86870"/>
                  <a:pt x="58594" y="85974"/>
                </a:cubicBezTo>
                <a:cubicBezTo>
                  <a:pt x="59166" y="85824"/>
                  <a:pt x="59714" y="85625"/>
                  <a:pt x="60262" y="85451"/>
                </a:cubicBezTo>
                <a:close/>
                <a:moveTo>
                  <a:pt x="37461" y="81792"/>
                </a:moveTo>
                <a:cubicBezTo>
                  <a:pt x="36963" y="83236"/>
                  <a:pt x="36565" y="84605"/>
                  <a:pt x="36217" y="85974"/>
                </a:cubicBezTo>
                <a:lnTo>
                  <a:pt x="36217" y="85999"/>
                </a:lnTo>
                <a:cubicBezTo>
                  <a:pt x="36092" y="86496"/>
                  <a:pt x="36018" y="86969"/>
                  <a:pt x="35918" y="87467"/>
                </a:cubicBezTo>
                <a:cubicBezTo>
                  <a:pt x="35918" y="87517"/>
                  <a:pt x="35893" y="87592"/>
                  <a:pt x="35893" y="87641"/>
                </a:cubicBezTo>
                <a:cubicBezTo>
                  <a:pt x="35818" y="88015"/>
                  <a:pt x="35769" y="88438"/>
                  <a:pt x="35694" y="88811"/>
                </a:cubicBezTo>
                <a:cubicBezTo>
                  <a:pt x="35644" y="88836"/>
                  <a:pt x="35644" y="88836"/>
                  <a:pt x="35594" y="88836"/>
                </a:cubicBezTo>
                <a:cubicBezTo>
                  <a:pt x="35769" y="87741"/>
                  <a:pt x="35968" y="86621"/>
                  <a:pt x="36291" y="85476"/>
                </a:cubicBezTo>
                <a:cubicBezTo>
                  <a:pt x="36316" y="85376"/>
                  <a:pt x="36341" y="85277"/>
                  <a:pt x="36391" y="85152"/>
                </a:cubicBezTo>
                <a:cubicBezTo>
                  <a:pt x="36690" y="84032"/>
                  <a:pt x="37038" y="82912"/>
                  <a:pt x="37436" y="81792"/>
                </a:cubicBezTo>
                <a:close/>
                <a:moveTo>
                  <a:pt x="58395" y="85999"/>
                </a:moveTo>
                <a:cubicBezTo>
                  <a:pt x="58768" y="86944"/>
                  <a:pt x="59117" y="87865"/>
                  <a:pt x="59390" y="88836"/>
                </a:cubicBezTo>
                <a:cubicBezTo>
                  <a:pt x="59365" y="88836"/>
                  <a:pt x="59365" y="88861"/>
                  <a:pt x="59341" y="88861"/>
                </a:cubicBezTo>
                <a:cubicBezTo>
                  <a:pt x="59067" y="87915"/>
                  <a:pt x="58718" y="86969"/>
                  <a:pt x="58345" y="86024"/>
                </a:cubicBezTo>
                <a:cubicBezTo>
                  <a:pt x="58370" y="86024"/>
                  <a:pt x="58370" y="86024"/>
                  <a:pt x="58395" y="85999"/>
                </a:cubicBezTo>
                <a:close/>
                <a:moveTo>
                  <a:pt x="42191" y="86372"/>
                </a:moveTo>
                <a:lnTo>
                  <a:pt x="42191" y="86422"/>
                </a:lnTo>
                <a:cubicBezTo>
                  <a:pt x="40050" y="87417"/>
                  <a:pt x="37909" y="88289"/>
                  <a:pt x="35818" y="89010"/>
                </a:cubicBezTo>
                <a:lnTo>
                  <a:pt x="35818" y="88961"/>
                </a:lnTo>
                <a:cubicBezTo>
                  <a:pt x="37909" y="88239"/>
                  <a:pt x="40050" y="87368"/>
                  <a:pt x="42191" y="86372"/>
                </a:cubicBezTo>
                <a:close/>
                <a:moveTo>
                  <a:pt x="61705" y="87492"/>
                </a:moveTo>
                <a:cubicBezTo>
                  <a:pt x="61705" y="87517"/>
                  <a:pt x="61730" y="87517"/>
                  <a:pt x="61730" y="87567"/>
                </a:cubicBezTo>
                <a:cubicBezTo>
                  <a:pt x="61058" y="88065"/>
                  <a:pt x="60336" y="88513"/>
                  <a:pt x="59664" y="89010"/>
                </a:cubicBezTo>
                <a:cubicBezTo>
                  <a:pt x="59664" y="88986"/>
                  <a:pt x="59664" y="88986"/>
                  <a:pt x="59614" y="88961"/>
                </a:cubicBezTo>
                <a:cubicBezTo>
                  <a:pt x="60336" y="88463"/>
                  <a:pt x="61033" y="87990"/>
                  <a:pt x="61705" y="87492"/>
                </a:cubicBezTo>
                <a:close/>
                <a:moveTo>
                  <a:pt x="80598" y="71263"/>
                </a:moveTo>
                <a:cubicBezTo>
                  <a:pt x="83211" y="73304"/>
                  <a:pt x="85875" y="75246"/>
                  <a:pt x="88364" y="76814"/>
                </a:cubicBezTo>
                <a:cubicBezTo>
                  <a:pt x="84804" y="81269"/>
                  <a:pt x="80448" y="85476"/>
                  <a:pt x="75520" y="89010"/>
                </a:cubicBezTo>
                <a:cubicBezTo>
                  <a:pt x="74101" y="86447"/>
                  <a:pt x="72384" y="83659"/>
                  <a:pt x="70492" y="80971"/>
                </a:cubicBezTo>
                <a:cubicBezTo>
                  <a:pt x="74051" y="77884"/>
                  <a:pt x="77436" y="74648"/>
                  <a:pt x="80598" y="71263"/>
                </a:cubicBezTo>
                <a:close/>
                <a:moveTo>
                  <a:pt x="88948" y="88600"/>
                </a:moveTo>
                <a:lnTo>
                  <a:pt x="88948" y="88600"/>
                </a:lnTo>
                <a:cubicBezTo>
                  <a:pt x="88796" y="88744"/>
                  <a:pt x="88644" y="88888"/>
                  <a:pt x="88488" y="89035"/>
                </a:cubicBezTo>
                <a:lnTo>
                  <a:pt x="88470" y="89071"/>
                </a:lnTo>
                <a:lnTo>
                  <a:pt x="88470" y="89071"/>
                </a:lnTo>
                <a:lnTo>
                  <a:pt x="88563" y="88986"/>
                </a:lnTo>
                <a:lnTo>
                  <a:pt x="88948" y="88600"/>
                </a:lnTo>
                <a:close/>
                <a:moveTo>
                  <a:pt x="35594" y="89010"/>
                </a:moveTo>
                <a:lnTo>
                  <a:pt x="35594" y="89085"/>
                </a:lnTo>
                <a:lnTo>
                  <a:pt x="35545" y="89085"/>
                </a:lnTo>
                <a:lnTo>
                  <a:pt x="35545" y="89060"/>
                </a:lnTo>
                <a:cubicBezTo>
                  <a:pt x="35570" y="89060"/>
                  <a:pt x="35594" y="89010"/>
                  <a:pt x="35594" y="89010"/>
                </a:cubicBezTo>
                <a:close/>
                <a:moveTo>
                  <a:pt x="43983" y="85775"/>
                </a:moveTo>
                <a:lnTo>
                  <a:pt x="43983" y="85775"/>
                </a:lnTo>
                <a:cubicBezTo>
                  <a:pt x="43734" y="86895"/>
                  <a:pt x="43410" y="87990"/>
                  <a:pt x="42937" y="89085"/>
                </a:cubicBezTo>
                <a:cubicBezTo>
                  <a:pt x="42738" y="88239"/>
                  <a:pt x="42639" y="87343"/>
                  <a:pt x="42639" y="86447"/>
                </a:cubicBezTo>
                <a:cubicBezTo>
                  <a:pt x="43062" y="86223"/>
                  <a:pt x="43535" y="85999"/>
                  <a:pt x="43983" y="85775"/>
                </a:cubicBezTo>
                <a:close/>
                <a:moveTo>
                  <a:pt x="59490" y="89060"/>
                </a:moveTo>
                <a:cubicBezTo>
                  <a:pt x="59490" y="89085"/>
                  <a:pt x="59490" y="89085"/>
                  <a:pt x="59540" y="89110"/>
                </a:cubicBezTo>
                <a:cubicBezTo>
                  <a:pt x="59490" y="89110"/>
                  <a:pt x="59490" y="89135"/>
                  <a:pt x="59465" y="89135"/>
                </a:cubicBezTo>
                <a:cubicBezTo>
                  <a:pt x="59440" y="89110"/>
                  <a:pt x="59440" y="89085"/>
                  <a:pt x="59440" y="89085"/>
                </a:cubicBezTo>
                <a:cubicBezTo>
                  <a:pt x="59465" y="89085"/>
                  <a:pt x="59465" y="89060"/>
                  <a:pt x="59490" y="89060"/>
                </a:cubicBezTo>
                <a:close/>
                <a:moveTo>
                  <a:pt x="70318" y="81120"/>
                </a:moveTo>
                <a:cubicBezTo>
                  <a:pt x="72234" y="83833"/>
                  <a:pt x="73927" y="86571"/>
                  <a:pt x="75370" y="89160"/>
                </a:cubicBezTo>
                <a:lnTo>
                  <a:pt x="75346" y="89210"/>
                </a:lnTo>
                <a:cubicBezTo>
                  <a:pt x="73902" y="86596"/>
                  <a:pt x="72184" y="83833"/>
                  <a:pt x="70293" y="81145"/>
                </a:cubicBezTo>
                <a:lnTo>
                  <a:pt x="70318" y="81120"/>
                </a:lnTo>
                <a:close/>
                <a:moveTo>
                  <a:pt x="88538" y="76938"/>
                </a:moveTo>
                <a:cubicBezTo>
                  <a:pt x="88563" y="76938"/>
                  <a:pt x="88563" y="76988"/>
                  <a:pt x="88588" y="76988"/>
                </a:cubicBezTo>
                <a:cubicBezTo>
                  <a:pt x="84978" y="81468"/>
                  <a:pt x="80598" y="85700"/>
                  <a:pt x="75644" y="89234"/>
                </a:cubicBezTo>
                <a:cubicBezTo>
                  <a:pt x="75619" y="89234"/>
                  <a:pt x="75619" y="89234"/>
                  <a:pt x="75619" y="89210"/>
                </a:cubicBezTo>
                <a:cubicBezTo>
                  <a:pt x="80573" y="85650"/>
                  <a:pt x="84954" y="81419"/>
                  <a:pt x="88538" y="76938"/>
                </a:cubicBezTo>
                <a:close/>
                <a:moveTo>
                  <a:pt x="42440" y="86496"/>
                </a:moveTo>
                <a:cubicBezTo>
                  <a:pt x="42489" y="87492"/>
                  <a:pt x="42614" y="88413"/>
                  <a:pt x="42788" y="89334"/>
                </a:cubicBezTo>
                <a:cubicBezTo>
                  <a:pt x="42788" y="89359"/>
                  <a:pt x="42763" y="89384"/>
                  <a:pt x="42763" y="89434"/>
                </a:cubicBezTo>
                <a:cubicBezTo>
                  <a:pt x="42514" y="88513"/>
                  <a:pt x="42390" y="87567"/>
                  <a:pt x="42390" y="86521"/>
                </a:cubicBezTo>
                <a:cubicBezTo>
                  <a:pt x="42415" y="86521"/>
                  <a:pt x="42415" y="86496"/>
                  <a:pt x="42440" y="86496"/>
                </a:cubicBezTo>
                <a:close/>
                <a:moveTo>
                  <a:pt x="44173" y="85695"/>
                </a:moveTo>
                <a:lnTo>
                  <a:pt x="44173" y="85695"/>
                </a:lnTo>
                <a:cubicBezTo>
                  <a:pt x="43924" y="86974"/>
                  <a:pt x="43528" y="88228"/>
                  <a:pt x="42987" y="89458"/>
                </a:cubicBezTo>
                <a:lnTo>
                  <a:pt x="42987" y="89434"/>
                </a:lnTo>
                <a:cubicBezTo>
                  <a:pt x="43528" y="88228"/>
                  <a:pt x="43924" y="86974"/>
                  <a:pt x="44173" y="85695"/>
                </a:cubicBezTo>
                <a:close/>
                <a:moveTo>
                  <a:pt x="37187" y="81867"/>
                </a:moveTo>
                <a:lnTo>
                  <a:pt x="37187" y="81867"/>
                </a:lnTo>
                <a:cubicBezTo>
                  <a:pt x="36316" y="84306"/>
                  <a:pt x="35719" y="86671"/>
                  <a:pt x="35395" y="88911"/>
                </a:cubicBezTo>
                <a:cubicBezTo>
                  <a:pt x="34400" y="89259"/>
                  <a:pt x="33404" y="89558"/>
                  <a:pt x="32433" y="89832"/>
                </a:cubicBezTo>
                <a:cubicBezTo>
                  <a:pt x="32284" y="87268"/>
                  <a:pt x="32458" y="84779"/>
                  <a:pt x="32981" y="82489"/>
                </a:cubicBezTo>
                <a:cubicBezTo>
                  <a:pt x="34474" y="82389"/>
                  <a:pt x="35893" y="82215"/>
                  <a:pt x="37187" y="81867"/>
                </a:cubicBezTo>
                <a:close/>
                <a:moveTo>
                  <a:pt x="93631" y="88605"/>
                </a:moveTo>
                <a:lnTo>
                  <a:pt x="93631" y="88605"/>
                </a:lnTo>
                <a:cubicBezTo>
                  <a:pt x="93444" y="88800"/>
                  <a:pt x="93259" y="88988"/>
                  <a:pt x="93093" y="89185"/>
                </a:cubicBezTo>
                <a:cubicBezTo>
                  <a:pt x="92862" y="89418"/>
                  <a:pt x="92629" y="89652"/>
                  <a:pt x="92395" y="89884"/>
                </a:cubicBezTo>
                <a:lnTo>
                  <a:pt x="92395" y="89884"/>
                </a:lnTo>
                <a:cubicBezTo>
                  <a:pt x="92440" y="89839"/>
                  <a:pt x="92482" y="89796"/>
                  <a:pt x="92520" y="89757"/>
                </a:cubicBezTo>
                <a:cubicBezTo>
                  <a:pt x="92794" y="89458"/>
                  <a:pt x="93143" y="89135"/>
                  <a:pt x="93441" y="88786"/>
                </a:cubicBezTo>
                <a:lnTo>
                  <a:pt x="93631" y="88605"/>
                </a:lnTo>
                <a:close/>
                <a:moveTo>
                  <a:pt x="32807" y="82489"/>
                </a:moveTo>
                <a:cubicBezTo>
                  <a:pt x="32284" y="84804"/>
                  <a:pt x="32110" y="87293"/>
                  <a:pt x="32284" y="89882"/>
                </a:cubicBezTo>
                <a:cubicBezTo>
                  <a:pt x="32234" y="89882"/>
                  <a:pt x="32234" y="89882"/>
                  <a:pt x="32209" y="89931"/>
                </a:cubicBezTo>
                <a:cubicBezTo>
                  <a:pt x="32035" y="87343"/>
                  <a:pt x="32209" y="84804"/>
                  <a:pt x="32732" y="82489"/>
                </a:cubicBezTo>
                <a:close/>
                <a:moveTo>
                  <a:pt x="35346" y="89110"/>
                </a:moveTo>
                <a:lnTo>
                  <a:pt x="35346" y="89160"/>
                </a:lnTo>
                <a:cubicBezTo>
                  <a:pt x="34400" y="89508"/>
                  <a:pt x="33429" y="89782"/>
                  <a:pt x="32458" y="90081"/>
                </a:cubicBezTo>
                <a:lnTo>
                  <a:pt x="32458" y="90031"/>
                </a:lnTo>
                <a:cubicBezTo>
                  <a:pt x="33404" y="89757"/>
                  <a:pt x="34350" y="89458"/>
                  <a:pt x="35346" y="89110"/>
                </a:cubicBezTo>
                <a:close/>
                <a:moveTo>
                  <a:pt x="88737" y="77063"/>
                </a:moveTo>
                <a:cubicBezTo>
                  <a:pt x="88936" y="77187"/>
                  <a:pt x="89110" y="77312"/>
                  <a:pt x="89309" y="77411"/>
                </a:cubicBezTo>
                <a:cubicBezTo>
                  <a:pt x="89285" y="77436"/>
                  <a:pt x="89235" y="77511"/>
                  <a:pt x="89185" y="77536"/>
                </a:cubicBezTo>
                <a:cubicBezTo>
                  <a:pt x="89061" y="77685"/>
                  <a:pt x="88936" y="77809"/>
                  <a:pt x="88787" y="77959"/>
                </a:cubicBezTo>
                <a:cubicBezTo>
                  <a:pt x="88189" y="78631"/>
                  <a:pt x="87567" y="79278"/>
                  <a:pt x="86970" y="79900"/>
                </a:cubicBezTo>
                <a:cubicBezTo>
                  <a:pt x="86721" y="80149"/>
                  <a:pt x="86497" y="80398"/>
                  <a:pt x="86248" y="80647"/>
                </a:cubicBezTo>
                <a:cubicBezTo>
                  <a:pt x="85800" y="81145"/>
                  <a:pt x="85302" y="81618"/>
                  <a:pt x="84829" y="82116"/>
                </a:cubicBezTo>
                <a:cubicBezTo>
                  <a:pt x="84481" y="82439"/>
                  <a:pt x="84107" y="82788"/>
                  <a:pt x="83759" y="83136"/>
                </a:cubicBezTo>
                <a:cubicBezTo>
                  <a:pt x="83336" y="83534"/>
                  <a:pt x="82937" y="83933"/>
                  <a:pt x="82489" y="84381"/>
                </a:cubicBezTo>
                <a:cubicBezTo>
                  <a:pt x="82191" y="84655"/>
                  <a:pt x="81867" y="84978"/>
                  <a:pt x="81568" y="85252"/>
                </a:cubicBezTo>
                <a:cubicBezTo>
                  <a:pt x="80971" y="85775"/>
                  <a:pt x="80398" y="86297"/>
                  <a:pt x="79826" y="86845"/>
                </a:cubicBezTo>
                <a:cubicBezTo>
                  <a:pt x="79502" y="87119"/>
                  <a:pt x="79204" y="87368"/>
                  <a:pt x="78905" y="87641"/>
                </a:cubicBezTo>
                <a:lnTo>
                  <a:pt x="77511" y="88861"/>
                </a:lnTo>
                <a:cubicBezTo>
                  <a:pt x="77212" y="89135"/>
                  <a:pt x="76864" y="89434"/>
                  <a:pt x="76515" y="89707"/>
                </a:cubicBezTo>
                <a:lnTo>
                  <a:pt x="76043" y="90081"/>
                </a:lnTo>
                <a:cubicBezTo>
                  <a:pt x="75968" y="89857"/>
                  <a:pt x="75819" y="89633"/>
                  <a:pt x="75744" y="89434"/>
                </a:cubicBezTo>
                <a:cubicBezTo>
                  <a:pt x="80722" y="85849"/>
                  <a:pt x="85128" y="81593"/>
                  <a:pt x="88737" y="77063"/>
                </a:cubicBezTo>
                <a:close/>
                <a:moveTo>
                  <a:pt x="32284" y="90081"/>
                </a:moveTo>
                <a:lnTo>
                  <a:pt x="32284" y="90106"/>
                </a:lnTo>
                <a:cubicBezTo>
                  <a:pt x="32234" y="90106"/>
                  <a:pt x="32234" y="90106"/>
                  <a:pt x="32209" y="90131"/>
                </a:cubicBezTo>
                <a:lnTo>
                  <a:pt x="32209" y="90081"/>
                </a:lnTo>
                <a:close/>
                <a:moveTo>
                  <a:pt x="8040" y="73055"/>
                </a:moveTo>
                <a:cubicBezTo>
                  <a:pt x="9384" y="74424"/>
                  <a:pt x="10927" y="75669"/>
                  <a:pt x="12645" y="76789"/>
                </a:cubicBezTo>
                <a:lnTo>
                  <a:pt x="12670" y="76814"/>
                </a:lnTo>
                <a:cubicBezTo>
                  <a:pt x="12695" y="76864"/>
                  <a:pt x="12744" y="76913"/>
                  <a:pt x="12769" y="76938"/>
                </a:cubicBezTo>
                <a:lnTo>
                  <a:pt x="12894" y="77063"/>
                </a:lnTo>
                <a:cubicBezTo>
                  <a:pt x="12944" y="77162"/>
                  <a:pt x="13043" y="77237"/>
                  <a:pt x="13118" y="77312"/>
                </a:cubicBezTo>
                <a:cubicBezTo>
                  <a:pt x="13242" y="77411"/>
                  <a:pt x="13317" y="77536"/>
                  <a:pt x="13441" y="77635"/>
                </a:cubicBezTo>
                <a:cubicBezTo>
                  <a:pt x="13616" y="77785"/>
                  <a:pt x="13790" y="77934"/>
                  <a:pt x="13989" y="78108"/>
                </a:cubicBezTo>
                <a:cubicBezTo>
                  <a:pt x="14113" y="78183"/>
                  <a:pt x="14238" y="78282"/>
                  <a:pt x="14313" y="78382"/>
                </a:cubicBezTo>
                <a:cubicBezTo>
                  <a:pt x="14512" y="78531"/>
                  <a:pt x="14686" y="78656"/>
                  <a:pt x="14910" y="78805"/>
                </a:cubicBezTo>
                <a:cubicBezTo>
                  <a:pt x="15034" y="78905"/>
                  <a:pt x="15159" y="78954"/>
                  <a:pt x="15283" y="79029"/>
                </a:cubicBezTo>
                <a:cubicBezTo>
                  <a:pt x="15507" y="79154"/>
                  <a:pt x="15682" y="79303"/>
                  <a:pt x="15906" y="79427"/>
                </a:cubicBezTo>
                <a:lnTo>
                  <a:pt x="16279" y="79627"/>
                </a:lnTo>
                <a:lnTo>
                  <a:pt x="16304" y="79627"/>
                </a:lnTo>
                <a:cubicBezTo>
                  <a:pt x="15632" y="81618"/>
                  <a:pt x="15034" y="83559"/>
                  <a:pt x="14561" y="85501"/>
                </a:cubicBezTo>
                <a:cubicBezTo>
                  <a:pt x="13889" y="87019"/>
                  <a:pt x="13367" y="88587"/>
                  <a:pt x="12944" y="90155"/>
                </a:cubicBezTo>
                <a:cubicBezTo>
                  <a:pt x="9658" y="88861"/>
                  <a:pt x="7044" y="86770"/>
                  <a:pt x="5227" y="83958"/>
                </a:cubicBezTo>
                <a:lnTo>
                  <a:pt x="5227" y="83858"/>
                </a:lnTo>
                <a:lnTo>
                  <a:pt x="5227" y="83833"/>
                </a:lnTo>
                <a:cubicBezTo>
                  <a:pt x="5327" y="83111"/>
                  <a:pt x="5451" y="82389"/>
                  <a:pt x="5601" y="81668"/>
                </a:cubicBezTo>
                <a:cubicBezTo>
                  <a:pt x="5650" y="81593"/>
                  <a:pt x="5650" y="81493"/>
                  <a:pt x="5675" y="81419"/>
                </a:cubicBezTo>
                <a:cubicBezTo>
                  <a:pt x="6198" y="78730"/>
                  <a:pt x="7019" y="75918"/>
                  <a:pt x="8040" y="73055"/>
                </a:cubicBezTo>
                <a:close/>
                <a:moveTo>
                  <a:pt x="14362" y="86397"/>
                </a:moveTo>
                <a:cubicBezTo>
                  <a:pt x="14313" y="86521"/>
                  <a:pt x="14288" y="86646"/>
                  <a:pt x="14288" y="86745"/>
                </a:cubicBezTo>
                <a:cubicBezTo>
                  <a:pt x="13865" y="87865"/>
                  <a:pt x="13491" y="89010"/>
                  <a:pt x="13192" y="90205"/>
                </a:cubicBezTo>
                <a:cubicBezTo>
                  <a:pt x="13168" y="90205"/>
                  <a:pt x="13143" y="90180"/>
                  <a:pt x="13143" y="90180"/>
                </a:cubicBezTo>
                <a:cubicBezTo>
                  <a:pt x="13441" y="88886"/>
                  <a:pt x="13865" y="87617"/>
                  <a:pt x="14362" y="86397"/>
                </a:cubicBezTo>
                <a:close/>
                <a:moveTo>
                  <a:pt x="75570" y="89533"/>
                </a:moveTo>
                <a:cubicBezTo>
                  <a:pt x="75694" y="89757"/>
                  <a:pt x="75794" y="89981"/>
                  <a:pt x="75918" y="90205"/>
                </a:cubicBezTo>
                <a:lnTo>
                  <a:pt x="75893" y="90230"/>
                </a:lnTo>
                <a:lnTo>
                  <a:pt x="75520" y="89583"/>
                </a:lnTo>
                <a:lnTo>
                  <a:pt x="75570" y="89533"/>
                </a:lnTo>
                <a:close/>
                <a:moveTo>
                  <a:pt x="89459" y="77511"/>
                </a:moveTo>
                <a:cubicBezTo>
                  <a:pt x="89484" y="77511"/>
                  <a:pt x="89484" y="77536"/>
                  <a:pt x="89509" y="77536"/>
                </a:cubicBezTo>
                <a:cubicBezTo>
                  <a:pt x="89110" y="77984"/>
                  <a:pt x="88737" y="78407"/>
                  <a:pt x="88339" y="78805"/>
                </a:cubicBezTo>
                <a:cubicBezTo>
                  <a:pt x="87990" y="79178"/>
                  <a:pt x="87642" y="79552"/>
                  <a:pt x="87318" y="79900"/>
                </a:cubicBezTo>
                <a:cubicBezTo>
                  <a:pt x="86945" y="80299"/>
                  <a:pt x="86522" y="80722"/>
                  <a:pt x="86148" y="81120"/>
                </a:cubicBezTo>
                <a:cubicBezTo>
                  <a:pt x="85949" y="81344"/>
                  <a:pt x="85750" y="81543"/>
                  <a:pt x="85526" y="81742"/>
                </a:cubicBezTo>
                <a:cubicBezTo>
                  <a:pt x="84879" y="82414"/>
                  <a:pt x="84207" y="83086"/>
                  <a:pt x="83510" y="83734"/>
                </a:cubicBezTo>
                <a:lnTo>
                  <a:pt x="82863" y="84381"/>
                </a:lnTo>
                <a:cubicBezTo>
                  <a:pt x="82340" y="84879"/>
                  <a:pt x="81792" y="85376"/>
                  <a:pt x="81245" y="85874"/>
                </a:cubicBezTo>
                <a:cubicBezTo>
                  <a:pt x="80847" y="86248"/>
                  <a:pt x="80473" y="86596"/>
                  <a:pt x="80050" y="86969"/>
                </a:cubicBezTo>
                <a:cubicBezTo>
                  <a:pt x="79677" y="87318"/>
                  <a:pt x="79303" y="87617"/>
                  <a:pt x="78930" y="87965"/>
                </a:cubicBezTo>
                <a:cubicBezTo>
                  <a:pt x="78532" y="88338"/>
                  <a:pt x="78108" y="88712"/>
                  <a:pt x="77660" y="89060"/>
                </a:cubicBezTo>
                <a:lnTo>
                  <a:pt x="76441" y="90081"/>
                </a:lnTo>
                <a:cubicBezTo>
                  <a:pt x="76366" y="90131"/>
                  <a:pt x="76291" y="90205"/>
                  <a:pt x="76192" y="90255"/>
                </a:cubicBezTo>
                <a:cubicBezTo>
                  <a:pt x="76192" y="90230"/>
                  <a:pt x="76167" y="90230"/>
                  <a:pt x="76167" y="90205"/>
                </a:cubicBezTo>
                <a:cubicBezTo>
                  <a:pt x="76341" y="90106"/>
                  <a:pt x="76491" y="89981"/>
                  <a:pt x="76640" y="89857"/>
                </a:cubicBezTo>
                <a:cubicBezTo>
                  <a:pt x="76914" y="89608"/>
                  <a:pt x="77212" y="89384"/>
                  <a:pt x="77511" y="89135"/>
                </a:cubicBezTo>
                <a:cubicBezTo>
                  <a:pt x="78034" y="88712"/>
                  <a:pt x="78581" y="88239"/>
                  <a:pt x="79079" y="87766"/>
                </a:cubicBezTo>
                <a:lnTo>
                  <a:pt x="79901" y="87019"/>
                </a:lnTo>
                <a:cubicBezTo>
                  <a:pt x="80523" y="86472"/>
                  <a:pt x="81145" y="85899"/>
                  <a:pt x="81743" y="85351"/>
                </a:cubicBezTo>
                <a:cubicBezTo>
                  <a:pt x="81991" y="85103"/>
                  <a:pt x="82265" y="84854"/>
                  <a:pt x="82514" y="84605"/>
                </a:cubicBezTo>
                <a:cubicBezTo>
                  <a:pt x="83062" y="84107"/>
                  <a:pt x="83560" y="83609"/>
                  <a:pt x="84082" y="83111"/>
                </a:cubicBezTo>
                <a:lnTo>
                  <a:pt x="84655" y="82514"/>
                </a:lnTo>
                <a:cubicBezTo>
                  <a:pt x="85277" y="81892"/>
                  <a:pt x="85899" y="81269"/>
                  <a:pt x="86497" y="80647"/>
                </a:cubicBezTo>
                <a:lnTo>
                  <a:pt x="86995" y="80149"/>
                </a:lnTo>
                <a:cubicBezTo>
                  <a:pt x="87692" y="79427"/>
                  <a:pt x="88364" y="78730"/>
                  <a:pt x="89011" y="78009"/>
                </a:cubicBezTo>
                <a:cubicBezTo>
                  <a:pt x="89061" y="77984"/>
                  <a:pt x="89085" y="77934"/>
                  <a:pt x="89085" y="77909"/>
                </a:cubicBezTo>
                <a:cubicBezTo>
                  <a:pt x="89210" y="77785"/>
                  <a:pt x="89334" y="77635"/>
                  <a:pt x="89459" y="77511"/>
                </a:cubicBezTo>
                <a:close/>
                <a:moveTo>
                  <a:pt x="5202" y="84256"/>
                </a:moveTo>
                <a:cubicBezTo>
                  <a:pt x="7044" y="86994"/>
                  <a:pt x="9633" y="89060"/>
                  <a:pt x="12919" y="90305"/>
                </a:cubicBezTo>
                <a:lnTo>
                  <a:pt x="12919" y="90355"/>
                </a:lnTo>
                <a:cubicBezTo>
                  <a:pt x="9658" y="89110"/>
                  <a:pt x="7044" y="87094"/>
                  <a:pt x="5202" y="84356"/>
                </a:cubicBezTo>
                <a:cubicBezTo>
                  <a:pt x="5178" y="84331"/>
                  <a:pt x="5202" y="84281"/>
                  <a:pt x="5202" y="84256"/>
                </a:cubicBezTo>
                <a:close/>
                <a:moveTo>
                  <a:pt x="14064" y="87890"/>
                </a:moveTo>
                <a:lnTo>
                  <a:pt x="14064" y="87890"/>
                </a:lnTo>
                <a:cubicBezTo>
                  <a:pt x="13914" y="88737"/>
                  <a:pt x="13790" y="89558"/>
                  <a:pt x="13690" y="90355"/>
                </a:cubicBezTo>
                <a:cubicBezTo>
                  <a:pt x="13616" y="90330"/>
                  <a:pt x="13491" y="90305"/>
                  <a:pt x="13392" y="90255"/>
                </a:cubicBezTo>
                <a:cubicBezTo>
                  <a:pt x="13566" y="89483"/>
                  <a:pt x="13790" y="88662"/>
                  <a:pt x="14064" y="87890"/>
                </a:cubicBezTo>
                <a:close/>
                <a:moveTo>
                  <a:pt x="13118" y="90355"/>
                </a:moveTo>
                <a:cubicBezTo>
                  <a:pt x="13143" y="90379"/>
                  <a:pt x="13168" y="90379"/>
                  <a:pt x="13168" y="90379"/>
                </a:cubicBezTo>
                <a:lnTo>
                  <a:pt x="13168" y="90454"/>
                </a:lnTo>
                <a:lnTo>
                  <a:pt x="13118" y="90454"/>
                </a:lnTo>
                <a:cubicBezTo>
                  <a:pt x="13068" y="90379"/>
                  <a:pt x="13068" y="90379"/>
                  <a:pt x="13118" y="90355"/>
                </a:cubicBezTo>
                <a:close/>
                <a:moveTo>
                  <a:pt x="14611" y="86496"/>
                </a:moveTo>
                <a:lnTo>
                  <a:pt x="14611" y="86496"/>
                </a:lnTo>
                <a:cubicBezTo>
                  <a:pt x="14313" y="87841"/>
                  <a:pt x="14113" y="89135"/>
                  <a:pt x="13939" y="90454"/>
                </a:cubicBezTo>
                <a:cubicBezTo>
                  <a:pt x="13914" y="90454"/>
                  <a:pt x="13889" y="90404"/>
                  <a:pt x="13865" y="90404"/>
                </a:cubicBezTo>
                <a:cubicBezTo>
                  <a:pt x="14014" y="89234"/>
                  <a:pt x="14188" y="88040"/>
                  <a:pt x="14437" y="86845"/>
                </a:cubicBezTo>
                <a:cubicBezTo>
                  <a:pt x="14487" y="86720"/>
                  <a:pt x="14537" y="86621"/>
                  <a:pt x="14611" y="86496"/>
                </a:cubicBezTo>
                <a:close/>
                <a:moveTo>
                  <a:pt x="75993" y="90379"/>
                </a:moveTo>
                <a:cubicBezTo>
                  <a:pt x="75993" y="90404"/>
                  <a:pt x="76018" y="90404"/>
                  <a:pt x="76018" y="90454"/>
                </a:cubicBezTo>
                <a:lnTo>
                  <a:pt x="75993" y="90479"/>
                </a:lnTo>
                <a:cubicBezTo>
                  <a:pt x="75993" y="90454"/>
                  <a:pt x="75993" y="90404"/>
                  <a:pt x="75968" y="90404"/>
                </a:cubicBezTo>
                <a:lnTo>
                  <a:pt x="75993" y="90379"/>
                </a:lnTo>
                <a:close/>
                <a:moveTo>
                  <a:pt x="13317" y="90454"/>
                </a:moveTo>
                <a:cubicBezTo>
                  <a:pt x="13441" y="90479"/>
                  <a:pt x="13541" y="90504"/>
                  <a:pt x="13665" y="90579"/>
                </a:cubicBezTo>
                <a:lnTo>
                  <a:pt x="13665" y="90628"/>
                </a:lnTo>
                <a:cubicBezTo>
                  <a:pt x="13541" y="90603"/>
                  <a:pt x="13441" y="90579"/>
                  <a:pt x="13317" y="90529"/>
                </a:cubicBezTo>
                <a:lnTo>
                  <a:pt x="13317" y="90454"/>
                </a:lnTo>
                <a:close/>
                <a:moveTo>
                  <a:pt x="88470" y="89071"/>
                </a:moveTo>
                <a:lnTo>
                  <a:pt x="88239" y="89284"/>
                </a:lnTo>
                <a:lnTo>
                  <a:pt x="87044" y="90404"/>
                </a:lnTo>
                <a:cubicBezTo>
                  <a:pt x="86970" y="90479"/>
                  <a:pt x="86895" y="90563"/>
                  <a:pt x="86820" y="90634"/>
                </a:cubicBezTo>
                <a:lnTo>
                  <a:pt x="86820" y="90634"/>
                </a:lnTo>
                <a:cubicBezTo>
                  <a:pt x="86870" y="90588"/>
                  <a:pt x="86920" y="90544"/>
                  <a:pt x="86970" y="90504"/>
                </a:cubicBezTo>
                <a:cubicBezTo>
                  <a:pt x="87368" y="90131"/>
                  <a:pt x="87791" y="89757"/>
                  <a:pt x="88189" y="89359"/>
                </a:cubicBezTo>
                <a:lnTo>
                  <a:pt x="88289" y="89259"/>
                </a:lnTo>
                <a:lnTo>
                  <a:pt x="88463" y="89085"/>
                </a:lnTo>
                <a:lnTo>
                  <a:pt x="88470" y="89071"/>
                </a:lnTo>
                <a:close/>
                <a:moveTo>
                  <a:pt x="86820" y="90634"/>
                </a:moveTo>
                <a:lnTo>
                  <a:pt x="86820" y="90634"/>
                </a:lnTo>
                <a:cubicBezTo>
                  <a:pt x="86813" y="90640"/>
                  <a:pt x="86806" y="90647"/>
                  <a:pt x="86799" y="90654"/>
                </a:cubicBezTo>
                <a:lnTo>
                  <a:pt x="86799" y="90654"/>
                </a:lnTo>
                <a:cubicBezTo>
                  <a:pt x="86806" y="90647"/>
                  <a:pt x="86813" y="90641"/>
                  <a:pt x="86820" y="90634"/>
                </a:cubicBezTo>
                <a:close/>
                <a:moveTo>
                  <a:pt x="13865" y="90603"/>
                </a:moveTo>
                <a:cubicBezTo>
                  <a:pt x="13889" y="90603"/>
                  <a:pt x="13889" y="90603"/>
                  <a:pt x="13914" y="90628"/>
                </a:cubicBezTo>
                <a:lnTo>
                  <a:pt x="13914" y="90678"/>
                </a:lnTo>
                <a:cubicBezTo>
                  <a:pt x="13889" y="90678"/>
                  <a:pt x="13889" y="90678"/>
                  <a:pt x="13865" y="90628"/>
                </a:cubicBezTo>
                <a:cubicBezTo>
                  <a:pt x="13815" y="90628"/>
                  <a:pt x="13865" y="90628"/>
                  <a:pt x="13865" y="90603"/>
                </a:cubicBezTo>
                <a:close/>
                <a:moveTo>
                  <a:pt x="27505" y="82265"/>
                </a:moveTo>
                <a:cubicBezTo>
                  <a:pt x="28849" y="82464"/>
                  <a:pt x="30193" y="82539"/>
                  <a:pt x="31537" y="82539"/>
                </a:cubicBezTo>
                <a:cubicBezTo>
                  <a:pt x="31861" y="82539"/>
                  <a:pt x="32184" y="82514"/>
                  <a:pt x="32533" y="82514"/>
                </a:cubicBezTo>
                <a:cubicBezTo>
                  <a:pt x="32035" y="84854"/>
                  <a:pt x="31861" y="87368"/>
                  <a:pt x="31985" y="89956"/>
                </a:cubicBezTo>
                <a:cubicBezTo>
                  <a:pt x="29621" y="90603"/>
                  <a:pt x="27355" y="91027"/>
                  <a:pt x="25190" y="91300"/>
                </a:cubicBezTo>
                <a:cubicBezTo>
                  <a:pt x="25613" y="88388"/>
                  <a:pt x="26385" y="85376"/>
                  <a:pt x="27505" y="82265"/>
                </a:cubicBezTo>
                <a:close/>
                <a:moveTo>
                  <a:pt x="1743" y="90504"/>
                </a:moveTo>
                <a:lnTo>
                  <a:pt x="1743" y="90504"/>
                </a:lnTo>
                <a:cubicBezTo>
                  <a:pt x="1792" y="90579"/>
                  <a:pt x="1792" y="90603"/>
                  <a:pt x="1817" y="90678"/>
                </a:cubicBezTo>
                <a:lnTo>
                  <a:pt x="1817" y="90703"/>
                </a:lnTo>
                <a:cubicBezTo>
                  <a:pt x="1842" y="90803"/>
                  <a:pt x="1917" y="90877"/>
                  <a:pt x="1942" y="90977"/>
                </a:cubicBezTo>
                <a:cubicBezTo>
                  <a:pt x="1964" y="91090"/>
                  <a:pt x="1997" y="91204"/>
                  <a:pt x="2036" y="91318"/>
                </a:cubicBezTo>
                <a:lnTo>
                  <a:pt x="2036" y="91318"/>
                </a:lnTo>
                <a:cubicBezTo>
                  <a:pt x="1991" y="91249"/>
                  <a:pt x="1991" y="91224"/>
                  <a:pt x="1967" y="91176"/>
                </a:cubicBezTo>
                <a:cubicBezTo>
                  <a:pt x="1917" y="90952"/>
                  <a:pt x="1817" y="90728"/>
                  <a:pt x="1743" y="90504"/>
                </a:cubicBezTo>
                <a:close/>
                <a:moveTo>
                  <a:pt x="27355" y="82240"/>
                </a:moveTo>
                <a:cubicBezTo>
                  <a:pt x="26235" y="85351"/>
                  <a:pt x="25439" y="88388"/>
                  <a:pt x="24991" y="91325"/>
                </a:cubicBezTo>
                <a:cubicBezTo>
                  <a:pt x="24991" y="91313"/>
                  <a:pt x="24985" y="91307"/>
                  <a:pt x="24975" y="91307"/>
                </a:cubicBezTo>
                <a:cubicBezTo>
                  <a:pt x="24966" y="91307"/>
                  <a:pt x="24954" y="91313"/>
                  <a:pt x="24941" y="91325"/>
                </a:cubicBezTo>
                <a:cubicBezTo>
                  <a:pt x="25364" y="88388"/>
                  <a:pt x="26186" y="85351"/>
                  <a:pt x="27306" y="82240"/>
                </a:cubicBezTo>
                <a:close/>
                <a:moveTo>
                  <a:pt x="18146" y="80373"/>
                </a:moveTo>
                <a:cubicBezTo>
                  <a:pt x="18270" y="80398"/>
                  <a:pt x="18395" y="80473"/>
                  <a:pt x="18544" y="80498"/>
                </a:cubicBezTo>
                <a:cubicBezTo>
                  <a:pt x="18793" y="80597"/>
                  <a:pt x="19042" y="80647"/>
                  <a:pt x="19291" y="80747"/>
                </a:cubicBezTo>
                <a:cubicBezTo>
                  <a:pt x="19465" y="80772"/>
                  <a:pt x="19639" y="80846"/>
                  <a:pt x="19838" y="80871"/>
                </a:cubicBezTo>
                <a:lnTo>
                  <a:pt x="20585" y="81045"/>
                </a:lnTo>
                <a:cubicBezTo>
                  <a:pt x="20734" y="81095"/>
                  <a:pt x="20909" y="81120"/>
                  <a:pt x="21083" y="81145"/>
                </a:cubicBezTo>
                <a:cubicBezTo>
                  <a:pt x="21158" y="81170"/>
                  <a:pt x="21257" y="81170"/>
                  <a:pt x="21357" y="81170"/>
                </a:cubicBezTo>
                <a:lnTo>
                  <a:pt x="21904" y="81269"/>
                </a:lnTo>
                <a:cubicBezTo>
                  <a:pt x="22153" y="81294"/>
                  <a:pt x="22402" y="81344"/>
                  <a:pt x="22651" y="81344"/>
                </a:cubicBezTo>
                <a:cubicBezTo>
                  <a:pt x="22751" y="81344"/>
                  <a:pt x="22850" y="81369"/>
                  <a:pt x="22975" y="81369"/>
                </a:cubicBezTo>
                <a:cubicBezTo>
                  <a:pt x="24344" y="81742"/>
                  <a:pt x="25738" y="82016"/>
                  <a:pt x="27131" y="82240"/>
                </a:cubicBezTo>
                <a:cubicBezTo>
                  <a:pt x="26011" y="85376"/>
                  <a:pt x="25215" y="88463"/>
                  <a:pt x="24767" y="91375"/>
                </a:cubicBezTo>
                <a:cubicBezTo>
                  <a:pt x="23653" y="91474"/>
                  <a:pt x="22564" y="91525"/>
                  <a:pt x="21506" y="91525"/>
                </a:cubicBezTo>
                <a:cubicBezTo>
                  <a:pt x="18829" y="91525"/>
                  <a:pt x="16343" y="91200"/>
                  <a:pt x="14113" y="90504"/>
                </a:cubicBezTo>
                <a:cubicBezTo>
                  <a:pt x="14288" y="88911"/>
                  <a:pt x="14561" y="87268"/>
                  <a:pt x="14985" y="85625"/>
                </a:cubicBezTo>
                <a:cubicBezTo>
                  <a:pt x="15806" y="83783"/>
                  <a:pt x="16876" y="82016"/>
                  <a:pt x="18146" y="80373"/>
                </a:cubicBezTo>
                <a:close/>
                <a:moveTo>
                  <a:pt x="32035" y="90131"/>
                </a:moveTo>
                <a:lnTo>
                  <a:pt x="32035" y="90205"/>
                </a:lnTo>
                <a:cubicBezTo>
                  <a:pt x="29670" y="90852"/>
                  <a:pt x="27355" y="91300"/>
                  <a:pt x="25140" y="91549"/>
                </a:cubicBezTo>
                <a:cubicBezTo>
                  <a:pt x="25140" y="91500"/>
                  <a:pt x="25140" y="91475"/>
                  <a:pt x="25190" y="91475"/>
                </a:cubicBezTo>
                <a:cubicBezTo>
                  <a:pt x="27380" y="91226"/>
                  <a:pt x="29670" y="90803"/>
                  <a:pt x="32035" y="90131"/>
                </a:cubicBezTo>
                <a:close/>
                <a:moveTo>
                  <a:pt x="24966" y="91500"/>
                </a:moveTo>
                <a:lnTo>
                  <a:pt x="24966" y="91574"/>
                </a:lnTo>
                <a:lnTo>
                  <a:pt x="24891" y="91574"/>
                </a:lnTo>
                <a:lnTo>
                  <a:pt x="24891" y="91500"/>
                </a:lnTo>
                <a:close/>
                <a:moveTo>
                  <a:pt x="2041" y="91332"/>
                </a:moveTo>
                <a:cubicBezTo>
                  <a:pt x="2071" y="91418"/>
                  <a:pt x="2104" y="91504"/>
                  <a:pt x="2138" y="91591"/>
                </a:cubicBezTo>
                <a:lnTo>
                  <a:pt x="2138" y="91591"/>
                </a:lnTo>
                <a:cubicBezTo>
                  <a:pt x="2119" y="91560"/>
                  <a:pt x="2101" y="91530"/>
                  <a:pt x="2091" y="91500"/>
                </a:cubicBezTo>
                <a:cubicBezTo>
                  <a:pt x="2091" y="91475"/>
                  <a:pt x="2091" y="91475"/>
                  <a:pt x="2066" y="91450"/>
                </a:cubicBezTo>
                <a:cubicBezTo>
                  <a:pt x="2043" y="91404"/>
                  <a:pt x="2041" y="91359"/>
                  <a:pt x="2041" y="91332"/>
                </a:cubicBezTo>
                <a:close/>
                <a:moveTo>
                  <a:pt x="14064" y="90703"/>
                </a:moveTo>
                <a:cubicBezTo>
                  <a:pt x="16298" y="91389"/>
                  <a:pt x="18732" y="91715"/>
                  <a:pt x="21355" y="91715"/>
                </a:cubicBezTo>
                <a:cubicBezTo>
                  <a:pt x="22444" y="91715"/>
                  <a:pt x="23564" y="91659"/>
                  <a:pt x="24717" y="91549"/>
                </a:cubicBezTo>
                <a:lnTo>
                  <a:pt x="24717" y="91599"/>
                </a:lnTo>
                <a:cubicBezTo>
                  <a:pt x="23572" y="91724"/>
                  <a:pt x="22402" y="91798"/>
                  <a:pt x="21332" y="91798"/>
                </a:cubicBezTo>
                <a:cubicBezTo>
                  <a:pt x="18668" y="91798"/>
                  <a:pt x="16254" y="91450"/>
                  <a:pt x="14064" y="90753"/>
                </a:cubicBezTo>
                <a:lnTo>
                  <a:pt x="14064" y="90703"/>
                </a:lnTo>
                <a:close/>
                <a:moveTo>
                  <a:pt x="46397" y="84505"/>
                </a:moveTo>
                <a:cubicBezTo>
                  <a:pt x="46422" y="84655"/>
                  <a:pt x="46422" y="84779"/>
                  <a:pt x="46447" y="84928"/>
                </a:cubicBezTo>
                <a:cubicBezTo>
                  <a:pt x="46497" y="85252"/>
                  <a:pt x="46522" y="85600"/>
                  <a:pt x="46547" y="85899"/>
                </a:cubicBezTo>
                <a:cubicBezTo>
                  <a:pt x="46547" y="85999"/>
                  <a:pt x="46547" y="86123"/>
                  <a:pt x="46571" y="86223"/>
                </a:cubicBezTo>
                <a:lnTo>
                  <a:pt x="46571" y="86372"/>
                </a:lnTo>
                <a:cubicBezTo>
                  <a:pt x="46571" y="86720"/>
                  <a:pt x="46621" y="87094"/>
                  <a:pt x="46571" y="87417"/>
                </a:cubicBezTo>
                <a:lnTo>
                  <a:pt x="46571" y="87865"/>
                </a:lnTo>
                <a:lnTo>
                  <a:pt x="46571" y="88139"/>
                </a:lnTo>
                <a:cubicBezTo>
                  <a:pt x="46571" y="88463"/>
                  <a:pt x="46547" y="88786"/>
                  <a:pt x="46522" y="89110"/>
                </a:cubicBezTo>
                <a:lnTo>
                  <a:pt x="46422" y="89857"/>
                </a:lnTo>
                <a:cubicBezTo>
                  <a:pt x="46397" y="90205"/>
                  <a:pt x="46323" y="90529"/>
                  <a:pt x="46273" y="90877"/>
                </a:cubicBezTo>
                <a:cubicBezTo>
                  <a:pt x="46248" y="91126"/>
                  <a:pt x="46173" y="91350"/>
                  <a:pt x="46123" y="91599"/>
                </a:cubicBezTo>
                <a:cubicBezTo>
                  <a:pt x="46072" y="91840"/>
                  <a:pt x="46008" y="92070"/>
                  <a:pt x="45949" y="92304"/>
                </a:cubicBezTo>
                <a:lnTo>
                  <a:pt x="45949" y="92304"/>
                </a:lnTo>
                <a:cubicBezTo>
                  <a:pt x="46584" y="89689"/>
                  <a:pt x="46716" y="87036"/>
                  <a:pt x="46372" y="84530"/>
                </a:cubicBezTo>
                <a:cubicBezTo>
                  <a:pt x="46372" y="84530"/>
                  <a:pt x="46397" y="84530"/>
                  <a:pt x="46397" y="84505"/>
                </a:cubicBezTo>
                <a:close/>
                <a:moveTo>
                  <a:pt x="45914" y="92446"/>
                </a:moveTo>
                <a:cubicBezTo>
                  <a:pt x="45900" y="92503"/>
                  <a:pt x="45887" y="92561"/>
                  <a:pt x="45874" y="92620"/>
                </a:cubicBezTo>
                <a:cubicBezTo>
                  <a:pt x="45866" y="92645"/>
                  <a:pt x="45858" y="92670"/>
                  <a:pt x="45850" y="92695"/>
                </a:cubicBezTo>
                <a:lnTo>
                  <a:pt x="45850" y="92695"/>
                </a:lnTo>
                <a:cubicBezTo>
                  <a:pt x="45872" y="92612"/>
                  <a:pt x="45893" y="92529"/>
                  <a:pt x="45914" y="92446"/>
                </a:cubicBezTo>
                <a:close/>
                <a:moveTo>
                  <a:pt x="45626" y="93490"/>
                </a:moveTo>
                <a:cubicBezTo>
                  <a:pt x="45626" y="93490"/>
                  <a:pt x="45626" y="93490"/>
                  <a:pt x="45626" y="93491"/>
                </a:cubicBezTo>
                <a:cubicBezTo>
                  <a:pt x="45624" y="93495"/>
                  <a:pt x="45623" y="93499"/>
                  <a:pt x="45622" y="93503"/>
                </a:cubicBezTo>
                <a:lnTo>
                  <a:pt x="45622" y="93503"/>
                </a:lnTo>
                <a:cubicBezTo>
                  <a:pt x="45623" y="93498"/>
                  <a:pt x="45624" y="93494"/>
                  <a:pt x="45626" y="93490"/>
                </a:cubicBezTo>
                <a:close/>
                <a:moveTo>
                  <a:pt x="70143" y="81244"/>
                </a:moveTo>
                <a:cubicBezTo>
                  <a:pt x="72035" y="83908"/>
                  <a:pt x="73753" y="86696"/>
                  <a:pt x="75146" y="89259"/>
                </a:cubicBezTo>
                <a:cubicBezTo>
                  <a:pt x="72558" y="91101"/>
                  <a:pt x="69944" y="92620"/>
                  <a:pt x="67405" y="93864"/>
                </a:cubicBezTo>
                <a:cubicBezTo>
                  <a:pt x="65638" y="91923"/>
                  <a:pt x="63846" y="89707"/>
                  <a:pt x="62228" y="87442"/>
                </a:cubicBezTo>
                <a:cubicBezTo>
                  <a:pt x="64966" y="85476"/>
                  <a:pt x="67629" y="83410"/>
                  <a:pt x="70143" y="81244"/>
                </a:cubicBezTo>
                <a:close/>
                <a:moveTo>
                  <a:pt x="46148" y="84655"/>
                </a:moveTo>
                <a:lnTo>
                  <a:pt x="46148" y="84655"/>
                </a:lnTo>
                <a:cubicBezTo>
                  <a:pt x="46547" y="87666"/>
                  <a:pt x="46223" y="90852"/>
                  <a:pt x="45227" y="93939"/>
                </a:cubicBezTo>
                <a:cubicBezTo>
                  <a:pt x="44232" y="92819"/>
                  <a:pt x="43510" y="91450"/>
                  <a:pt x="43062" y="89832"/>
                </a:cubicBezTo>
                <a:cubicBezTo>
                  <a:pt x="43734" y="88438"/>
                  <a:pt x="44182" y="86994"/>
                  <a:pt x="44481" y="85526"/>
                </a:cubicBezTo>
                <a:cubicBezTo>
                  <a:pt x="45028" y="85252"/>
                  <a:pt x="45601" y="84953"/>
                  <a:pt x="46148" y="84655"/>
                </a:cubicBezTo>
                <a:close/>
                <a:moveTo>
                  <a:pt x="62079" y="87567"/>
                </a:moveTo>
                <a:cubicBezTo>
                  <a:pt x="63721" y="89832"/>
                  <a:pt x="65464" y="91997"/>
                  <a:pt x="67256" y="93964"/>
                </a:cubicBezTo>
                <a:cubicBezTo>
                  <a:pt x="67206" y="93964"/>
                  <a:pt x="67206" y="93989"/>
                  <a:pt x="67181" y="93989"/>
                </a:cubicBezTo>
                <a:lnTo>
                  <a:pt x="67156" y="93964"/>
                </a:lnTo>
                <a:cubicBezTo>
                  <a:pt x="65389" y="91997"/>
                  <a:pt x="63647" y="89832"/>
                  <a:pt x="62054" y="87592"/>
                </a:cubicBezTo>
                <a:lnTo>
                  <a:pt x="62079" y="87567"/>
                </a:lnTo>
                <a:close/>
                <a:moveTo>
                  <a:pt x="75246" y="89458"/>
                </a:moveTo>
                <a:cubicBezTo>
                  <a:pt x="75246" y="89483"/>
                  <a:pt x="75271" y="89483"/>
                  <a:pt x="75271" y="89508"/>
                </a:cubicBezTo>
                <a:cubicBezTo>
                  <a:pt x="72732" y="91325"/>
                  <a:pt x="70118" y="92844"/>
                  <a:pt x="67555" y="94088"/>
                </a:cubicBezTo>
                <a:cubicBezTo>
                  <a:pt x="67555" y="94088"/>
                  <a:pt x="67530" y="94063"/>
                  <a:pt x="67530" y="94038"/>
                </a:cubicBezTo>
                <a:cubicBezTo>
                  <a:pt x="70069" y="92819"/>
                  <a:pt x="72657" y="91300"/>
                  <a:pt x="75246" y="89458"/>
                </a:cubicBezTo>
                <a:close/>
                <a:moveTo>
                  <a:pt x="45568" y="93678"/>
                </a:moveTo>
                <a:cubicBezTo>
                  <a:pt x="45521" y="93837"/>
                  <a:pt x="45480" y="93988"/>
                  <a:pt x="45426" y="94113"/>
                </a:cubicBezTo>
                <a:cubicBezTo>
                  <a:pt x="45475" y="93968"/>
                  <a:pt x="45522" y="93823"/>
                  <a:pt x="45568" y="93678"/>
                </a:cubicBezTo>
                <a:close/>
                <a:moveTo>
                  <a:pt x="42987" y="90056"/>
                </a:moveTo>
                <a:cubicBezTo>
                  <a:pt x="43435" y="91624"/>
                  <a:pt x="44157" y="92993"/>
                  <a:pt x="45153" y="94113"/>
                </a:cubicBezTo>
                <a:cubicBezTo>
                  <a:pt x="45153" y="94163"/>
                  <a:pt x="45128" y="94188"/>
                  <a:pt x="45128" y="94188"/>
                </a:cubicBezTo>
                <a:cubicBezTo>
                  <a:pt x="44132" y="93068"/>
                  <a:pt x="43385" y="91724"/>
                  <a:pt x="42912" y="90131"/>
                </a:cubicBezTo>
                <a:cubicBezTo>
                  <a:pt x="42937" y="90106"/>
                  <a:pt x="42937" y="90081"/>
                  <a:pt x="42987" y="90056"/>
                </a:cubicBezTo>
                <a:close/>
                <a:moveTo>
                  <a:pt x="67331" y="94113"/>
                </a:moveTo>
                <a:cubicBezTo>
                  <a:pt x="67331" y="94138"/>
                  <a:pt x="67380" y="94138"/>
                  <a:pt x="67380" y="94188"/>
                </a:cubicBezTo>
                <a:cubicBezTo>
                  <a:pt x="67331" y="94188"/>
                  <a:pt x="67331" y="94213"/>
                  <a:pt x="67306" y="94213"/>
                </a:cubicBezTo>
                <a:cubicBezTo>
                  <a:pt x="67306" y="94188"/>
                  <a:pt x="67306" y="94138"/>
                  <a:pt x="67281" y="94138"/>
                </a:cubicBezTo>
                <a:cubicBezTo>
                  <a:pt x="67306" y="94138"/>
                  <a:pt x="67306" y="94113"/>
                  <a:pt x="67331" y="94113"/>
                </a:cubicBezTo>
                <a:close/>
                <a:moveTo>
                  <a:pt x="45352" y="94312"/>
                </a:moveTo>
                <a:cubicBezTo>
                  <a:pt x="45377" y="94362"/>
                  <a:pt x="45352" y="94362"/>
                  <a:pt x="45352" y="94412"/>
                </a:cubicBezTo>
                <a:lnTo>
                  <a:pt x="45302" y="94362"/>
                </a:lnTo>
                <a:cubicBezTo>
                  <a:pt x="45302" y="94337"/>
                  <a:pt x="45302" y="94337"/>
                  <a:pt x="45352" y="94312"/>
                </a:cubicBezTo>
                <a:close/>
                <a:moveTo>
                  <a:pt x="91319" y="90945"/>
                </a:moveTo>
                <a:cubicBezTo>
                  <a:pt x="90031" y="92197"/>
                  <a:pt x="88707" y="93432"/>
                  <a:pt x="87337" y="94644"/>
                </a:cubicBezTo>
                <a:lnTo>
                  <a:pt x="87337" y="94644"/>
                </a:lnTo>
                <a:cubicBezTo>
                  <a:pt x="88780" y="93361"/>
                  <a:pt x="90261" y="91967"/>
                  <a:pt x="91319" y="90945"/>
                </a:cubicBezTo>
                <a:close/>
                <a:moveTo>
                  <a:pt x="58171" y="86098"/>
                </a:moveTo>
                <a:cubicBezTo>
                  <a:pt x="58544" y="87069"/>
                  <a:pt x="58917" y="88015"/>
                  <a:pt x="59191" y="89010"/>
                </a:cubicBezTo>
                <a:cubicBezTo>
                  <a:pt x="56055" y="91126"/>
                  <a:pt x="52869" y="93018"/>
                  <a:pt x="49733" y="94661"/>
                </a:cubicBezTo>
                <a:cubicBezTo>
                  <a:pt x="50131" y="91823"/>
                  <a:pt x="50081" y="88961"/>
                  <a:pt x="49509" y="86272"/>
                </a:cubicBezTo>
                <a:lnTo>
                  <a:pt x="49509" y="86272"/>
                </a:lnTo>
                <a:cubicBezTo>
                  <a:pt x="50629" y="86621"/>
                  <a:pt x="51848" y="86820"/>
                  <a:pt x="53143" y="86820"/>
                </a:cubicBezTo>
                <a:cubicBezTo>
                  <a:pt x="54711" y="86820"/>
                  <a:pt x="56379" y="86571"/>
                  <a:pt x="58171" y="86098"/>
                </a:cubicBezTo>
                <a:close/>
                <a:moveTo>
                  <a:pt x="49286" y="86180"/>
                </a:moveTo>
                <a:cubicBezTo>
                  <a:pt x="49295" y="86198"/>
                  <a:pt x="49337" y="86200"/>
                  <a:pt x="49359" y="86223"/>
                </a:cubicBezTo>
                <a:cubicBezTo>
                  <a:pt x="49907" y="88961"/>
                  <a:pt x="50006" y="91848"/>
                  <a:pt x="49583" y="94735"/>
                </a:cubicBezTo>
                <a:cubicBezTo>
                  <a:pt x="49533" y="94735"/>
                  <a:pt x="49533" y="94760"/>
                  <a:pt x="49509" y="94760"/>
                </a:cubicBezTo>
                <a:cubicBezTo>
                  <a:pt x="49956" y="91850"/>
                  <a:pt x="49882" y="88916"/>
                  <a:pt x="49286" y="86180"/>
                </a:cubicBezTo>
                <a:close/>
                <a:moveTo>
                  <a:pt x="59291" y="89160"/>
                </a:moveTo>
                <a:cubicBezTo>
                  <a:pt x="59291" y="89210"/>
                  <a:pt x="59291" y="89210"/>
                  <a:pt x="59316" y="89234"/>
                </a:cubicBezTo>
                <a:cubicBezTo>
                  <a:pt x="56130" y="91375"/>
                  <a:pt x="52944" y="93267"/>
                  <a:pt x="49733" y="94959"/>
                </a:cubicBezTo>
                <a:lnTo>
                  <a:pt x="49733" y="94860"/>
                </a:lnTo>
                <a:cubicBezTo>
                  <a:pt x="52894" y="93217"/>
                  <a:pt x="56080" y="91325"/>
                  <a:pt x="59291" y="89160"/>
                </a:cubicBezTo>
                <a:close/>
                <a:moveTo>
                  <a:pt x="49509" y="94959"/>
                </a:moveTo>
                <a:lnTo>
                  <a:pt x="49509" y="95059"/>
                </a:lnTo>
                <a:cubicBezTo>
                  <a:pt x="49484" y="95059"/>
                  <a:pt x="49484" y="95084"/>
                  <a:pt x="49459" y="95084"/>
                </a:cubicBezTo>
                <a:lnTo>
                  <a:pt x="49459" y="94984"/>
                </a:lnTo>
                <a:cubicBezTo>
                  <a:pt x="49484" y="94984"/>
                  <a:pt x="49484" y="94959"/>
                  <a:pt x="49509" y="94959"/>
                </a:cubicBezTo>
                <a:close/>
                <a:moveTo>
                  <a:pt x="2763" y="79552"/>
                </a:moveTo>
                <a:cubicBezTo>
                  <a:pt x="3261" y="81195"/>
                  <a:pt x="3933" y="82688"/>
                  <a:pt x="4754" y="84032"/>
                </a:cubicBezTo>
                <a:cubicBezTo>
                  <a:pt x="4680" y="84679"/>
                  <a:pt x="4605" y="85302"/>
                  <a:pt x="4555" y="85974"/>
                </a:cubicBezTo>
                <a:cubicBezTo>
                  <a:pt x="4555" y="86098"/>
                  <a:pt x="4505" y="86173"/>
                  <a:pt x="4505" y="86297"/>
                </a:cubicBezTo>
                <a:cubicBezTo>
                  <a:pt x="4456" y="86969"/>
                  <a:pt x="4431" y="87617"/>
                  <a:pt x="4381" y="88264"/>
                </a:cubicBezTo>
                <a:lnTo>
                  <a:pt x="4381" y="88712"/>
                </a:lnTo>
                <a:lnTo>
                  <a:pt x="4381" y="90255"/>
                </a:lnTo>
                <a:lnTo>
                  <a:pt x="4381" y="90703"/>
                </a:lnTo>
                <a:cubicBezTo>
                  <a:pt x="4431" y="91276"/>
                  <a:pt x="4456" y="91873"/>
                  <a:pt x="4505" y="92470"/>
                </a:cubicBezTo>
                <a:cubicBezTo>
                  <a:pt x="4505" y="92620"/>
                  <a:pt x="4555" y="92769"/>
                  <a:pt x="4580" y="92968"/>
                </a:cubicBezTo>
                <a:cubicBezTo>
                  <a:pt x="4655" y="93565"/>
                  <a:pt x="4729" y="94138"/>
                  <a:pt x="4829" y="94735"/>
                </a:cubicBezTo>
                <a:cubicBezTo>
                  <a:pt x="4829" y="94760"/>
                  <a:pt x="4854" y="94835"/>
                  <a:pt x="4854" y="94860"/>
                </a:cubicBezTo>
                <a:cubicBezTo>
                  <a:pt x="4879" y="95009"/>
                  <a:pt x="4929" y="95134"/>
                  <a:pt x="4953" y="95308"/>
                </a:cubicBezTo>
                <a:cubicBezTo>
                  <a:pt x="3360" y="93317"/>
                  <a:pt x="2215" y="90952"/>
                  <a:pt x="1494" y="88214"/>
                </a:cubicBezTo>
                <a:cubicBezTo>
                  <a:pt x="1444" y="87766"/>
                  <a:pt x="1419" y="87368"/>
                  <a:pt x="1369" y="86944"/>
                </a:cubicBezTo>
                <a:lnTo>
                  <a:pt x="1369" y="86745"/>
                </a:lnTo>
                <a:cubicBezTo>
                  <a:pt x="1344" y="86322"/>
                  <a:pt x="1344" y="85874"/>
                  <a:pt x="1369" y="85426"/>
                </a:cubicBezTo>
                <a:cubicBezTo>
                  <a:pt x="1369" y="85351"/>
                  <a:pt x="1369" y="85227"/>
                  <a:pt x="1394" y="85127"/>
                </a:cubicBezTo>
                <a:cubicBezTo>
                  <a:pt x="1394" y="84978"/>
                  <a:pt x="1444" y="84804"/>
                  <a:pt x="1444" y="84630"/>
                </a:cubicBezTo>
                <a:cubicBezTo>
                  <a:pt x="1593" y="82887"/>
                  <a:pt x="2066" y="81195"/>
                  <a:pt x="2763" y="79552"/>
                </a:cubicBezTo>
                <a:close/>
                <a:moveTo>
                  <a:pt x="75395" y="89707"/>
                </a:moveTo>
                <a:cubicBezTo>
                  <a:pt x="75520" y="89907"/>
                  <a:pt x="75644" y="90155"/>
                  <a:pt x="75744" y="90379"/>
                </a:cubicBezTo>
                <a:cubicBezTo>
                  <a:pt x="75420" y="90628"/>
                  <a:pt x="75122" y="90902"/>
                  <a:pt x="74773" y="91151"/>
                </a:cubicBezTo>
                <a:cubicBezTo>
                  <a:pt x="74524" y="91375"/>
                  <a:pt x="74275" y="91574"/>
                  <a:pt x="74026" y="91773"/>
                </a:cubicBezTo>
                <a:cubicBezTo>
                  <a:pt x="73304" y="92346"/>
                  <a:pt x="72608" y="92893"/>
                  <a:pt x="71886" y="93441"/>
                </a:cubicBezTo>
                <a:cubicBezTo>
                  <a:pt x="71687" y="93590"/>
                  <a:pt x="71512" y="93715"/>
                  <a:pt x="71313" y="93864"/>
                </a:cubicBezTo>
                <a:cubicBezTo>
                  <a:pt x="70641" y="94387"/>
                  <a:pt x="69919" y="94934"/>
                  <a:pt x="69197" y="95432"/>
                </a:cubicBezTo>
                <a:cubicBezTo>
                  <a:pt x="69123" y="95457"/>
                  <a:pt x="69023" y="95532"/>
                  <a:pt x="68949" y="95582"/>
                </a:cubicBezTo>
                <a:cubicBezTo>
                  <a:pt x="68824" y="95457"/>
                  <a:pt x="68700" y="95308"/>
                  <a:pt x="68575" y="95183"/>
                </a:cubicBezTo>
                <a:cubicBezTo>
                  <a:pt x="68301" y="94860"/>
                  <a:pt x="68003" y="94561"/>
                  <a:pt x="67704" y="94238"/>
                </a:cubicBezTo>
                <a:cubicBezTo>
                  <a:pt x="70268" y="92993"/>
                  <a:pt x="72856" y="91475"/>
                  <a:pt x="75395" y="89707"/>
                </a:cubicBezTo>
                <a:close/>
                <a:moveTo>
                  <a:pt x="4929" y="84331"/>
                </a:moveTo>
                <a:cubicBezTo>
                  <a:pt x="4953" y="84356"/>
                  <a:pt x="4953" y="84381"/>
                  <a:pt x="4978" y="84381"/>
                </a:cubicBezTo>
                <a:cubicBezTo>
                  <a:pt x="4929" y="84903"/>
                  <a:pt x="4854" y="85426"/>
                  <a:pt x="4804" y="85949"/>
                </a:cubicBezTo>
                <a:cubicBezTo>
                  <a:pt x="4804" y="86048"/>
                  <a:pt x="4779" y="86223"/>
                  <a:pt x="4779" y="86347"/>
                </a:cubicBezTo>
                <a:cubicBezTo>
                  <a:pt x="4705" y="86969"/>
                  <a:pt x="4680" y="87592"/>
                  <a:pt x="4655" y="88214"/>
                </a:cubicBezTo>
                <a:lnTo>
                  <a:pt x="4655" y="88388"/>
                </a:lnTo>
                <a:cubicBezTo>
                  <a:pt x="4605" y="89010"/>
                  <a:pt x="4655" y="89633"/>
                  <a:pt x="4655" y="90255"/>
                </a:cubicBezTo>
                <a:cubicBezTo>
                  <a:pt x="4655" y="90454"/>
                  <a:pt x="4655" y="90628"/>
                  <a:pt x="4680" y="90852"/>
                </a:cubicBezTo>
                <a:cubicBezTo>
                  <a:pt x="4705" y="91375"/>
                  <a:pt x="4729" y="91923"/>
                  <a:pt x="4779" y="92420"/>
                </a:cubicBezTo>
                <a:cubicBezTo>
                  <a:pt x="4779" y="92495"/>
                  <a:pt x="4779" y="92595"/>
                  <a:pt x="4804" y="92719"/>
                </a:cubicBezTo>
                <a:cubicBezTo>
                  <a:pt x="4854" y="93317"/>
                  <a:pt x="4953" y="93914"/>
                  <a:pt x="5053" y="94462"/>
                </a:cubicBezTo>
                <a:cubicBezTo>
                  <a:pt x="5078" y="94611"/>
                  <a:pt x="5103" y="94785"/>
                  <a:pt x="5128" y="94959"/>
                </a:cubicBezTo>
                <a:cubicBezTo>
                  <a:pt x="5202" y="95208"/>
                  <a:pt x="5227" y="95457"/>
                  <a:pt x="5302" y="95706"/>
                </a:cubicBezTo>
                <a:cubicBezTo>
                  <a:pt x="5277" y="95681"/>
                  <a:pt x="5277" y="95656"/>
                  <a:pt x="5227" y="95607"/>
                </a:cubicBezTo>
                <a:cubicBezTo>
                  <a:pt x="5178" y="95358"/>
                  <a:pt x="5103" y="95084"/>
                  <a:pt x="5053" y="94835"/>
                </a:cubicBezTo>
                <a:cubicBezTo>
                  <a:pt x="5028" y="94735"/>
                  <a:pt x="5028" y="94611"/>
                  <a:pt x="4978" y="94536"/>
                </a:cubicBezTo>
                <a:cubicBezTo>
                  <a:pt x="4904" y="94038"/>
                  <a:pt x="4829" y="93491"/>
                  <a:pt x="4754" y="92968"/>
                </a:cubicBezTo>
                <a:cubicBezTo>
                  <a:pt x="4729" y="92819"/>
                  <a:pt x="4729" y="92694"/>
                  <a:pt x="4705" y="92545"/>
                </a:cubicBezTo>
                <a:cubicBezTo>
                  <a:pt x="4630" y="91972"/>
                  <a:pt x="4605" y="91375"/>
                  <a:pt x="4580" y="90803"/>
                </a:cubicBezTo>
                <a:cubicBezTo>
                  <a:pt x="4580" y="90603"/>
                  <a:pt x="4580" y="90429"/>
                  <a:pt x="4555" y="90205"/>
                </a:cubicBezTo>
                <a:lnTo>
                  <a:pt x="4555" y="88712"/>
                </a:lnTo>
                <a:lnTo>
                  <a:pt x="4555" y="88264"/>
                </a:lnTo>
                <a:cubicBezTo>
                  <a:pt x="4580" y="87641"/>
                  <a:pt x="4605" y="87019"/>
                  <a:pt x="4680" y="86372"/>
                </a:cubicBezTo>
                <a:cubicBezTo>
                  <a:pt x="4680" y="86223"/>
                  <a:pt x="4705" y="86024"/>
                  <a:pt x="4705" y="85874"/>
                </a:cubicBezTo>
                <a:cubicBezTo>
                  <a:pt x="4804" y="85376"/>
                  <a:pt x="4854" y="84854"/>
                  <a:pt x="4929" y="84331"/>
                </a:cubicBezTo>
                <a:close/>
                <a:moveTo>
                  <a:pt x="67530" y="94312"/>
                </a:moveTo>
                <a:lnTo>
                  <a:pt x="68650" y="95507"/>
                </a:lnTo>
                <a:lnTo>
                  <a:pt x="68799" y="95681"/>
                </a:lnTo>
                <a:lnTo>
                  <a:pt x="68774" y="95681"/>
                </a:lnTo>
                <a:cubicBezTo>
                  <a:pt x="68774" y="95706"/>
                  <a:pt x="68774" y="95706"/>
                  <a:pt x="68749" y="95706"/>
                </a:cubicBezTo>
                <a:cubicBezTo>
                  <a:pt x="68525" y="95482"/>
                  <a:pt x="68326" y="95283"/>
                  <a:pt x="68127" y="95059"/>
                </a:cubicBezTo>
                <a:cubicBezTo>
                  <a:pt x="67903" y="94835"/>
                  <a:pt x="67679" y="94611"/>
                  <a:pt x="67505" y="94362"/>
                </a:cubicBezTo>
                <a:lnTo>
                  <a:pt x="67455" y="94337"/>
                </a:lnTo>
                <a:cubicBezTo>
                  <a:pt x="67505" y="94337"/>
                  <a:pt x="67505" y="94312"/>
                  <a:pt x="67530" y="94312"/>
                </a:cubicBezTo>
                <a:close/>
                <a:moveTo>
                  <a:pt x="46621" y="84630"/>
                </a:moveTo>
                <a:cubicBezTo>
                  <a:pt x="47293" y="85252"/>
                  <a:pt x="48140" y="85725"/>
                  <a:pt x="49085" y="86098"/>
                </a:cubicBezTo>
                <a:cubicBezTo>
                  <a:pt x="49708" y="88886"/>
                  <a:pt x="49758" y="91873"/>
                  <a:pt x="49285" y="94860"/>
                </a:cubicBezTo>
                <a:cubicBezTo>
                  <a:pt x="48712" y="95183"/>
                  <a:pt x="48090" y="95482"/>
                  <a:pt x="47492" y="95781"/>
                </a:cubicBezTo>
                <a:cubicBezTo>
                  <a:pt x="46771" y="95358"/>
                  <a:pt x="46148" y="94860"/>
                  <a:pt x="45601" y="94287"/>
                </a:cubicBezTo>
                <a:cubicBezTo>
                  <a:pt x="46099" y="92844"/>
                  <a:pt x="46422" y="91375"/>
                  <a:pt x="46621" y="89882"/>
                </a:cubicBezTo>
                <a:cubicBezTo>
                  <a:pt x="46845" y="88114"/>
                  <a:pt x="46845" y="86372"/>
                  <a:pt x="46621" y="84729"/>
                </a:cubicBezTo>
                <a:lnTo>
                  <a:pt x="46621" y="84630"/>
                </a:lnTo>
                <a:close/>
                <a:moveTo>
                  <a:pt x="75819" y="90504"/>
                </a:moveTo>
                <a:cubicBezTo>
                  <a:pt x="75819" y="90554"/>
                  <a:pt x="75868" y="90554"/>
                  <a:pt x="75868" y="90579"/>
                </a:cubicBezTo>
                <a:cubicBezTo>
                  <a:pt x="75520" y="90852"/>
                  <a:pt x="75171" y="91126"/>
                  <a:pt x="74873" y="91425"/>
                </a:cubicBezTo>
                <a:cubicBezTo>
                  <a:pt x="74624" y="91599"/>
                  <a:pt x="74400" y="91798"/>
                  <a:pt x="74151" y="91997"/>
                </a:cubicBezTo>
                <a:cubicBezTo>
                  <a:pt x="73429" y="92570"/>
                  <a:pt x="72682" y="93167"/>
                  <a:pt x="71985" y="93715"/>
                </a:cubicBezTo>
                <a:cubicBezTo>
                  <a:pt x="71786" y="93839"/>
                  <a:pt x="71637" y="93989"/>
                  <a:pt x="71438" y="94113"/>
                </a:cubicBezTo>
                <a:cubicBezTo>
                  <a:pt x="70691" y="94686"/>
                  <a:pt x="69944" y="95233"/>
                  <a:pt x="69173" y="95781"/>
                </a:cubicBezTo>
                <a:lnTo>
                  <a:pt x="69148" y="95731"/>
                </a:lnTo>
                <a:cubicBezTo>
                  <a:pt x="69123" y="95681"/>
                  <a:pt x="69148" y="95656"/>
                  <a:pt x="69197" y="95607"/>
                </a:cubicBezTo>
                <a:cubicBezTo>
                  <a:pt x="69919" y="95084"/>
                  <a:pt x="70666" y="94561"/>
                  <a:pt x="71388" y="94038"/>
                </a:cubicBezTo>
                <a:cubicBezTo>
                  <a:pt x="71562" y="93864"/>
                  <a:pt x="71761" y="93740"/>
                  <a:pt x="71985" y="93590"/>
                </a:cubicBezTo>
                <a:lnTo>
                  <a:pt x="74126" y="91923"/>
                </a:lnTo>
                <a:cubicBezTo>
                  <a:pt x="74375" y="91724"/>
                  <a:pt x="74574" y="91549"/>
                  <a:pt x="74848" y="91325"/>
                </a:cubicBezTo>
                <a:cubicBezTo>
                  <a:pt x="75171" y="91051"/>
                  <a:pt x="75495" y="90803"/>
                  <a:pt x="75819" y="90504"/>
                </a:cubicBezTo>
                <a:close/>
                <a:moveTo>
                  <a:pt x="2041" y="90404"/>
                </a:moveTo>
                <a:lnTo>
                  <a:pt x="2041" y="90404"/>
                </a:lnTo>
                <a:cubicBezTo>
                  <a:pt x="2788" y="92396"/>
                  <a:pt x="3809" y="94138"/>
                  <a:pt x="5053" y="95681"/>
                </a:cubicBezTo>
                <a:cubicBezTo>
                  <a:pt x="5053" y="95706"/>
                  <a:pt x="5078" y="95756"/>
                  <a:pt x="5078" y="95806"/>
                </a:cubicBezTo>
                <a:cubicBezTo>
                  <a:pt x="4057" y="94561"/>
                  <a:pt x="3186" y="93192"/>
                  <a:pt x="2489" y="91649"/>
                </a:cubicBezTo>
                <a:cubicBezTo>
                  <a:pt x="2315" y="91251"/>
                  <a:pt x="2141" y="90852"/>
                  <a:pt x="2041" y="90404"/>
                </a:cubicBezTo>
                <a:close/>
                <a:moveTo>
                  <a:pt x="45526" y="94486"/>
                </a:moveTo>
                <a:cubicBezTo>
                  <a:pt x="46049" y="95034"/>
                  <a:pt x="46646" y="95482"/>
                  <a:pt x="47293" y="95855"/>
                </a:cubicBezTo>
                <a:cubicBezTo>
                  <a:pt x="47268" y="95855"/>
                  <a:pt x="47268" y="95905"/>
                  <a:pt x="47244" y="95905"/>
                </a:cubicBezTo>
                <a:cubicBezTo>
                  <a:pt x="46596" y="95532"/>
                  <a:pt x="46024" y="95084"/>
                  <a:pt x="45501" y="94561"/>
                </a:cubicBezTo>
                <a:cubicBezTo>
                  <a:pt x="45501" y="94511"/>
                  <a:pt x="45501" y="94511"/>
                  <a:pt x="45526" y="94486"/>
                </a:cubicBezTo>
                <a:close/>
                <a:moveTo>
                  <a:pt x="68874" y="95806"/>
                </a:moveTo>
                <a:cubicBezTo>
                  <a:pt x="68924" y="95831"/>
                  <a:pt x="68924" y="95831"/>
                  <a:pt x="68949" y="95855"/>
                </a:cubicBezTo>
                <a:lnTo>
                  <a:pt x="68899" y="95905"/>
                </a:lnTo>
                <a:lnTo>
                  <a:pt x="68874" y="95855"/>
                </a:lnTo>
                <a:lnTo>
                  <a:pt x="68824" y="95831"/>
                </a:lnTo>
                <a:lnTo>
                  <a:pt x="68874" y="95806"/>
                </a:lnTo>
                <a:close/>
                <a:moveTo>
                  <a:pt x="49235" y="95084"/>
                </a:moveTo>
                <a:lnTo>
                  <a:pt x="49235" y="95183"/>
                </a:lnTo>
                <a:cubicBezTo>
                  <a:pt x="48737" y="95457"/>
                  <a:pt x="48264" y="95706"/>
                  <a:pt x="47766" y="95930"/>
                </a:cubicBezTo>
                <a:cubicBezTo>
                  <a:pt x="47741" y="95905"/>
                  <a:pt x="47716" y="95905"/>
                  <a:pt x="47667" y="95855"/>
                </a:cubicBezTo>
                <a:cubicBezTo>
                  <a:pt x="48189" y="95607"/>
                  <a:pt x="48712" y="95333"/>
                  <a:pt x="49235" y="95084"/>
                </a:cubicBezTo>
                <a:close/>
                <a:moveTo>
                  <a:pt x="47492" y="95980"/>
                </a:moveTo>
                <a:cubicBezTo>
                  <a:pt x="47517" y="96005"/>
                  <a:pt x="47542" y="96005"/>
                  <a:pt x="47592" y="96055"/>
                </a:cubicBezTo>
                <a:cubicBezTo>
                  <a:pt x="47542" y="96055"/>
                  <a:pt x="47542" y="96079"/>
                  <a:pt x="47517" y="96079"/>
                </a:cubicBezTo>
                <a:cubicBezTo>
                  <a:pt x="47492" y="96055"/>
                  <a:pt x="47468" y="96055"/>
                  <a:pt x="47418" y="96030"/>
                </a:cubicBezTo>
                <a:cubicBezTo>
                  <a:pt x="47468" y="96030"/>
                  <a:pt x="47468" y="95980"/>
                  <a:pt x="47492" y="95980"/>
                </a:cubicBezTo>
                <a:close/>
                <a:moveTo>
                  <a:pt x="5302" y="96005"/>
                </a:moveTo>
                <a:lnTo>
                  <a:pt x="5302" y="96005"/>
                </a:lnTo>
                <a:cubicBezTo>
                  <a:pt x="5327" y="96055"/>
                  <a:pt x="5352" y="96079"/>
                  <a:pt x="5352" y="96104"/>
                </a:cubicBezTo>
                <a:cubicBezTo>
                  <a:pt x="5352" y="96154"/>
                  <a:pt x="5402" y="96204"/>
                  <a:pt x="5402" y="96229"/>
                </a:cubicBezTo>
                <a:lnTo>
                  <a:pt x="5302" y="96129"/>
                </a:lnTo>
                <a:cubicBezTo>
                  <a:pt x="5327" y="96104"/>
                  <a:pt x="5327" y="96055"/>
                  <a:pt x="5302" y="96005"/>
                </a:cubicBezTo>
                <a:close/>
                <a:moveTo>
                  <a:pt x="61855" y="87666"/>
                </a:moveTo>
                <a:cubicBezTo>
                  <a:pt x="61979" y="87865"/>
                  <a:pt x="62128" y="88040"/>
                  <a:pt x="62303" y="88239"/>
                </a:cubicBezTo>
                <a:cubicBezTo>
                  <a:pt x="62726" y="88836"/>
                  <a:pt x="63174" y="89434"/>
                  <a:pt x="63597" y="89981"/>
                </a:cubicBezTo>
                <a:cubicBezTo>
                  <a:pt x="63746" y="90205"/>
                  <a:pt x="63921" y="90379"/>
                  <a:pt x="64070" y="90603"/>
                </a:cubicBezTo>
                <a:cubicBezTo>
                  <a:pt x="64692" y="91375"/>
                  <a:pt x="65314" y="92172"/>
                  <a:pt x="65937" y="92893"/>
                </a:cubicBezTo>
                <a:cubicBezTo>
                  <a:pt x="66211" y="93242"/>
                  <a:pt x="66484" y="93565"/>
                  <a:pt x="66783" y="93864"/>
                </a:cubicBezTo>
                <a:cubicBezTo>
                  <a:pt x="66833" y="93939"/>
                  <a:pt x="66907" y="93989"/>
                  <a:pt x="66932" y="94063"/>
                </a:cubicBezTo>
                <a:cubicBezTo>
                  <a:pt x="64866" y="95034"/>
                  <a:pt x="62875" y="95806"/>
                  <a:pt x="60959" y="96328"/>
                </a:cubicBezTo>
                <a:cubicBezTo>
                  <a:pt x="60834" y="93964"/>
                  <a:pt x="60411" y="91549"/>
                  <a:pt x="59714" y="89160"/>
                </a:cubicBezTo>
                <a:cubicBezTo>
                  <a:pt x="60436" y="88662"/>
                  <a:pt x="61158" y="88214"/>
                  <a:pt x="61855" y="87666"/>
                </a:cubicBezTo>
                <a:close/>
                <a:moveTo>
                  <a:pt x="2763" y="92844"/>
                </a:moveTo>
                <a:cubicBezTo>
                  <a:pt x="3186" y="93615"/>
                  <a:pt x="3634" y="94362"/>
                  <a:pt x="4182" y="95084"/>
                </a:cubicBezTo>
                <a:cubicBezTo>
                  <a:pt x="4207" y="95109"/>
                  <a:pt x="4232" y="95158"/>
                  <a:pt x="4257" y="95208"/>
                </a:cubicBezTo>
                <a:cubicBezTo>
                  <a:pt x="4555" y="95582"/>
                  <a:pt x="4829" y="95930"/>
                  <a:pt x="5128" y="96279"/>
                </a:cubicBezTo>
                <a:cubicBezTo>
                  <a:pt x="5153" y="96279"/>
                  <a:pt x="5153" y="96303"/>
                  <a:pt x="5178" y="96303"/>
                </a:cubicBezTo>
                <a:lnTo>
                  <a:pt x="5202" y="96403"/>
                </a:lnTo>
                <a:lnTo>
                  <a:pt x="4456" y="95557"/>
                </a:lnTo>
                <a:lnTo>
                  <a:pt x="4381" y="95482"/>
                </a:lnTo>
                <a:cubicBezTo>
                  <a:pt x="4082" y="95084"/>
                  <a:pt x="3809" y="94686"/>
                  <a:pt x="3510" y="94287"/>
                </a:cubicBezTo>
                <a:cubicBezTo>
                  <a:pt x="3510" y="94238"/>
                  <a:pt x="3485" y="94238"/>
                  <a:pt x="3485" y="94213"/>
                </a:cubicBezTo>
                <a:cubicBezTo>
                  <a:pt x="3261" y="93864"/>
                  <a:pt x="3087" y="93541"/>
                  <a:pt x="2888" y="93192"/>
                </a:cubicBezTo>
                <a:cubicBezTo>
                  <a:pt x="2863" y="93068"/>
                  <a:pt x="2813" y="92968"/>
                  <a:pt x="2763" y="92844"/>
                </a:cubicBezTo>
                <a:close/>
                <a:moveTo>
                  <a:pt x="59565" y="89284"/>
                </a:moveTo>
                <a:cubicBezTo>
                  <a:pt x="60237" y="91624"/>
                  <a:pt x="60685" y="94063"/>
                  <a:pt x="60834" y="96428"/>
                </a:cubicBezTo>
                <a:cubicBezTo>
                  <a:pt x="60809" y="96428"/>
                  <a:pt x="60809" y="96428"/>
                  <a:pt x="60784" y="96453"/>
                </a:cubicBezTo>
                <a:cubicBezTo>
                  <a:pt x="60585" y="94063"/>
                  <a:pt x="60187" y="91649"/>
                  <a:pt x="59490" y="89334"/>
                </a:cubicBezTo>
                <a:cubicBezTo>
                  <a:pt x="59540" y="89334"/>
                  <a:pt x="59540" y="89284"/>
                  <a:pt x="59565" y="89284"/>
                </a:cubicBezTo>
                <a:close/>
                <a:moveTo>
                  <a:pt x="49210" y="95432"/>
                </a:moveTo>
                <a:cubicBezTo>
                  <a:pt x="49135" y="95781"/>
                  <a:pt x="49085" y="96154"/>
                  <a:pt x="48986" y="96478"/>
                </a:cubicBezTo>
                <a:cubicBezTo>
                  <a:pt x="48637" y="96353"/>
                  <a:pt x="48289" y="96204"/>
                  <a:pt x="47990" y="96055"/>
                </a:cubicBezTo>
                <a:cubicBezTo>
                  <a:pt x="48388" y="95855"/>
                  <a:pt x="48787" y="95656"/>
                  <a:pt x="49210" y="95432"/>
                </a:cubicBezTo>
                <a:close/>
                <a:moveTo>
                  <a:pt x="67132" y="94213"/>
                </a:moveTo>
                <a:lnTo>
                  <a:pt x="67132" y="94213"/>
                </a:lnTo>
                <a:cubicBezTo>
                  <a:pt x="67107" y="94238"/>
                  <a:pt x="67156" y="94287"/>
                  <a:pt x="67156" y="94287"/>
                </a:cubicBezTo>
                <a:cubicBezTo>
                  <a:pt x="65066" y="95283"/>
                  <a:pt x="63024" y="96030"/>
                  <a:pt x="61033" y="96577"/>
                </a:cubicBezTo>
                <a:lnTo>
                  <a:pt x="61033" y="96528"/>
                </a:lnTo>
                <a:cubicBezTo>
                  <a:pt x="62975" y="95955"/>
                  <a:pt x="65041" y="95183"/>
                  <a:pt x="67132" y="94213"/>
                </a:cubicBezTo>
                <a:close/>
                <a:moveTo>
                  <a:pt x="49484" y="95308"/>
                </a:moveTo>
                <a:cubicBezTo>
                  <a:pt x="49409" y="95731"/>
                  <a:pt x="49334" y="96179"/>
                  <a:pt x="49235" y="96602"/>
                </a:cubicBezTo>
                <a:cubicBezTo>
                  <a:pt x="49210" y="96602"/>
                  <a:pt x="49160" y="96577"/>
                  <a:pt x="49160" y="96577"/>
                </a:cubicBezTo>
                <a:cubicBezTo>
                  <a:pt x="49260" y="96179"/>
                  <a:pt x="49359" y="95731"/>
                  <a:pt x="49409" y="95333"/>
                </a:cubicBezTo>
                <a:cubicBezTo>
                  <a:pt x="49459" y="95333"/>
                  <a:pt x="49459" y="95308"/>
                  <a:pt x="49484" y="95308"/>
                </a:cubicBezTo>
                <a:close/>
                <a:moveTo>
                  <a:pt x="60834" y="96577"/>
                </a:moveTo>
                <a:lnTo>
                  <a:pt x="60834" y="96627"/>
                </a:lnTo>
                <a:cubicBezTo>
                  <a:pt x="60809" y="96627"/>
                  <a:pt x="60809" y="96627"/>
                  <a:pt x="60784" y="96677"/>
                </a:cubicBezTo>
                <a:cubicBezTo>
                  <a:pt x="60809" y="96627"/>
                  <a:pt x="60784" y="96627"/>
                  <a:pt x="60784" y="96602"/>
                </a:cubicBezTo>
                <a:cubicBezTo>
                  <a:pt x="60809" y="96602"/>
                  <a:pt x="60809" y="96602"/>
                  <a:pt x="60834" y="96577"/>
                </a:cubicBezTo>
                <a:close/>
                <a:moveTo>
                  <a:pt x="47791" y="96129"/>
                </a:moveTo>
                <a:cubicBezTo>
                  <a:pt x="48140" y="96353"/>
                  <a:pt x="48538" y="96528"/>
                  <a:pt x="48961" y="96677"/>
                </a:cubicBezTo>
                <a:lnTo>
                  <a:pt x="48961" y="96727"/>
                </a:lnTo>
                <a:cubicBezTo>
                  <a:pt x="48513" y="96577"/>
                  <a:pt x="48115" y="96378"/>
                  <a:pt x="47741" y="96179"/>
                </a:cubicBezTo>
                <a:cubicBezTo>
                  <a:pt x="47766" y="96179"/>
                  <a:pt x="47766" y="96129"/>
                  <a:pt x="47791" y="96129"/>
                </a:cubicBezTo>
                <a:close/>
                <a:moveTo>
                  <a:pt x="5451" y="96602"/>
                </a:moveTo>
                <a:lnTo>
                  <a:pt x="5526" y="96702"/>
                </a:lnTo>
                <a:lnTo>
                  <a:pt x="5526" y="96727"/>
                </a:lnTo>
                <a:lnTo>
                  <a:pt x="5551" y="96826"/>
                </a:lnTo>
                <a:lnTo>
                  <a:pt x="5551" y="96826"/>
                </a:lnTo>
                <a:lnTo>
                  <a:pt x="5451" y="96727"/>
                </a:lnTo>
                <a:lnTo>
                  <a:pt x="5451" y="96602"/>
                </a:lnTo>
                <a:close/>
                <a:moveTo>
                  <a:pt x="49110" y="96776"/>
                </a:moveTo>
                <a:cubicBezTo>
                  <a:pt x="49135" y="96776"/>
                  <a:pt x="49135" y="96776"/>
                  <a:pt x="49160" y="96801"/>
                </a:cubicBezTo>
                <a:lnTo>
                  <a:pt x="49160" y="96851"/>
                </a:lnTo>
                <a:lnTo>
                  <a:pt x="49135" y="96851"/>
                </a:lnTo>
                <a:cubicBezTo>
                  <a:pt x="49135" y="96826"/>
                  <a:pt x="49110" y="96826"/>
                  <a:pt x="49110" y="96826"/>
                </a:cubicBezTo>
                <a:lnTo>
                  <a:pt x="49110" y="96776"/>
                </a:lnTo>
                <a:close/>
                <a:moveTo>
                  <a:pt x="89658" y="77685"/>
                </a:moveTo>
                <a:cubicBezTo>
                  <a:pt x="91948" y="79079"/>
                  <a:pt x="94064" y="80174"/>
                  <a:pt x="95881" y="80896"/>
                </a:cubicBezTo>
                <a:cubicBezTo>
                  <a:pt x="95781" y="81020"/>
                  <a:pt x="95682" y="81145"/>
                  <a:pt x="95557" y="81269"/>
                </a:cubicBezTo>
                <a:cubicBezTo>
                  <a:pt x="95383" y="81493"/>
                  <a:pt x="95209" y="81692"/>
                  <a:pt x="95034" y="81916"/>
                </a:cubicBezTo>
                <a:cubicBezTo>
                  <a:pt x="94711" y="82290"/>
                  <a:pt x="94437" y="82663"/>
                  <a:pt x="94138" y="83012"/>
                </a:cubicBezTo>
                <a:cubicBezTo>
                  <a:pt x="94014" y="83136"/>
                  <a:pt x="93889" y="83286"/>
                  <a:pt x="93790" y="83410"/>
                </a:cubicBezTo>
                <a:cubicBezTo>
                  <a:pt x="93068" y="84231"/>
                  <a:pt x="92346" y="85028"/>
                  <a:pt x="91599" y="85849"/>
                </a:cubicBezTo>
                <a:cubicBezTo>
                  <a:pt x="91550" y="85899"/>
                  <a:pt x="91475" y="85974"/>
                  <a:pt x="91425" y="86048"/>
                </a:cubicBezTo>
                <a:cubicBezTo>
                  <a:pt x="91052" y="86422"/>
                  <a:pt x="90703" y="86845"/>
                  <a:pt x="90330" y="87218"/>
                </a:cubicBezTo>
                <a:cubicBezTo>
                  <a:pt x="90106" y="87417"/>
                  <a:pt x="89932" y="87641"/>
                  <a:pt x="89708" y="87841"/>
                </a:cubicBezTo>
                <a:lnTo>
                  <a:pt x="88948" y="88600"/>
                </a:lnTo>
                <a:lnTo>
                  <a:pt x="88948" y="88600"/>
                </a:lnTo>
                <a:cubicBezTo>
                  <a:pt x="89233" y="88330"/>
                  <a:pt x="89515" y="88058"/>
                  <a:pt x="89807" y="87766"/>
                </a:cubicBezTo>
                <a:lnTo>
                  <a:pt x="89982" y="87592"/>
                </a:lnTo>
                <a:cubicBezTo>
                  <a:pt x="90405" y="87168"/>
                  <a:pt x="90778" y="86770"/>
                  <a:pt x="91176" y="86372"/>
                </a:cubicBezTo>
                <a:lnTo>
                  <a:pt x="91326" y="86223"/>
                </a:lnTo>
                <a:cubicBezTo>
                  <a:pt x="91351" y="86173"/>
                  <a:pt x="91400" y="86123"/>
                  <a:pt x="91450" y="86098"/>
                </a:cubicBezTo>
                <a:lnTo>
                  <a:pt x="91525" y="86024"/>
                </a:lnTo>
                <a:cubicBezTo>
                  <a:pt x="93093" y="84356"/>
                  <a:pt x="94586" y="82638"/>
                  <a:pt x="96030" y="80871"/>
                </a:cubicBezTo>
                <a:lnTo>
                  <a:pt x="96080" y="80871"/>
                </a:lnTo>
                <a:cubicBezTo>
                  <a:pt x="95084" y="82066"/>
                  <a:pt x="94064" y="83286"/>
                  <a:pt x="93018" y="84505"/>
                </a:cubicBezTo>
                <a:cubicBezTo>
                  <a:pt x="92944" y="84605"/>
                  <a:pt x="92894" y="84655"/>
                  <a:pt x="92794" y="84754"/>
                </a:cubicBezTo>
                <a:cubicBezTo>
                  <a:pt x="91674" y="85999"/>
                  <a:pt x="90479" y="87218"/>
                  <a:pt x="89285" y="88413"/>
                </a:cubicBezTo>
                <a:lnTo>
                  <a:pt x="89235" y="88463"/>
                </a:lnTo>
                <a:cubicBezTo>
                  <a:pt x="88737" y="88911"/>
                  <a:pt x="88239" y="89409"/>
                  <a:pt x="87741" y="89882"/>
                </a:cubicBezTo>
                <a:lnTo>
                  <a:pt x="87617" y="90006"/>
                </a:lnTo>
                <a:lnTo>
                  <a:pt x="87567" y="90081"/>
                </a:lnTo>
                <a:cubicBezTo>
                  <a:pt x="87119" y="90479"/>
                  <a:pt x="86671" y="90902"/>
                  <a:pt x="86198" y="91325"/>
                </a:cubicBezTo>
                <a:lnTo>
                  <a:pt x="86123" y="91375"/>
                </a:lnTo>
                <a:cubicBezTo>
                  <a:pt x="86049" y="91475"/>
                  <a:pt x="85949" y="91524"/>
                  <a:pt x="85850" y="91624"/>
                </a:cubicBezTo>
                <a:cubicBezTo>
                  <a:pt x="85426" y="91997"/>
                  <a:pt x="85003" y="92371"/>
                  <a:pt x="84580" y="92719"/>
                </a:cubicBezTo>
                <a:cubicBezTo>
                  <a:pt x="84431" y="92844"/>
                  <a:pt x="84257" y="92968"/>
                  <a:pt x="84132" y="93093"/>
                </a:cubicBezTo>
                <a:cubicBezTo>
                  <a:pt x="83734" y="93441"/>
                  <a:pt x="83311" y="93765"/>
                  <a:pt x="82888" y="94113"/>
                </a:cubicBezTo>
                <a:cubicBezTo>
                  <a:pt x="82738" y="94238"/>
                  <a:pt x="82564" y="94387"/>
                  <a:pt x="82390" y="94511"/>
                </a:cubicBezTo>
                <a:cubicBezTo>
                  <a:pt x="82327" y="94564"/>
                  <a:pt x="82264" y="94616"/>
                  <a:pt x="82200" y="94667"/>
                </a:cubicBezTo>
                <a:lnTo>
                  <a:pt x="82200" y="94667"/>
                </a:lnTo>
                <a:lnTo>
                  <a:pt x="82216" y="94636"/>
                </a:lnTo>
                <a:cubicBezTo>
                  <a:pt x="82589" y="94362"/>
                  <a:pt x="82962" y="94063"/>
                  <a:pt x="83311" y="93740"/>
                </a:cubicBezTo>
                <a:cubicBezTo>
                  <a:pt x="83336" y="93715"/>
                  <a:pt x="83385" y="93690"/>
                  <a:pt x="83435" y="93615"/>
                </a:cubicBezTo>
                <a:cubicBezTo>
                  <a:pt x="83560" y="93516"/>
                  <a:pt x="83684" y="93416"/>
                  <a:pt x="83809" y="93317"/>
                </a:cubicBezTo>
                <a:lnTo>
                  <a:pt x="83833" y="93267"/>
                </a:lnTo>
                <a:cubicBezTo>
                  <a:pt x="83958" y="93192"/>
                  <a:pt x="84082" y="93068"/>
                  <a:pt x="84207" y="92968"/>
                </a:cubicBezTo>
                <a:cubicBezTo>
                  <a:pt x="84431" y="92769"/>
                  <a:pt x="84630" y="92595"/>
                  <a:pt x="84829" y="92445"/>
                </a:cubicBezTo>
                <a:cubicBezTo>
                  <a:pt x="84879" y="92371"/>
                  <a:pt x="84954" y="92346"/>
                  <a:pt x="84978" y="92271"/>
                </a:cubicBezTo>
                <a:cubicBezTo>
                  <a:pt x="85053" y="92221"/>
                  <a:pt x="85103" y="92196"/>
                  <a:pt x="85178" y="92122"/>
                </a:cubicBezTo>
                <a:cubicBezTo>
                  <a:pt x="85227" y="92072"/>
                  <a:pt x="85302" y="92022"/>
                  <a:pt x="85352" y="91972"/>
                </a:cubicBezTo>
                <a:lnTo>
                  <a:pt x="85451" y="91873"/>
                </a:lnTo>
                <a:cubicBezTo>
                  <a:pt x="85850" y="91524"/>
                  <a:pt x="86223" y="91201"/>
                  <a:pt x="86596" y="90852"/>
                </a:cubicBezTo>
                <a:cubicBezTo>
                  <a:pt x="86664" y="90785"/>
                  <a:pt x="86731" y="90718"/>
                  <a:pt x="86799" y="90654"/>
                </a:cubicBezTo>
                <a:lnTo>
                  <a:pt x="86799" y="90654"/>
                </a:lnTo>
                <a:cubicBezTo>
                  <a:pt x="86756" y="90693"/>
                  <a:pt x="86714" y="90727"/>
                  <a:pt x="86671" y="90753"/>
                </a:cubicBezTo>
                <a:cubicBezTo>
                  <a:pt x="86248" y="91101"/>
                  <a:pt x="85875" y="91475"/>
                  <a:pt x="85476" y="91823"/>
                </a:cubicBezTo>
                <a:cubicBezTo>
                  <a:pt x="85327" y="91948"/>
                  <a:pt x="85178" y="92097"/>
                  <a:pt x="85003" y="92221"/>
                </a:cubicBezTo>
                <a:cubicBezTo>
                  <a:pt x="84630" y="92545"/>
                  <a:pt x="84257" y="92869"/>
                  <a:pt x="83883" y="93192"/>
                </a:cubicBezTo>
                <a:lnTo>
                  <a:pt x="83336" y="93665"/>
                </a:lnTo>
                <a:cubicBezTo>
                  <a:pt x="82987" y="93939"/>
                  <a:pt x="82614" y="94238"/>
                  <a:pt x="82240" y="94536"/>
                </a:cubicBezTo>
                <a:cubicBezTo>
                  <a:pt x="82016" y="94710"/>
                  <a:pt x="81817" y="94860"/>
                  <a:pt x="81568" y="95059"/>
                </a:cubicBezTo>
                <a:cubicBezTo>
                  <a:pt x="81220" y="95308"/>
                  <a:pt x="80871" y="95582"/>
                  <a:pt x="80523" y="95831"/>
                </a:cubicBezTo>
                <a:lnTo>
                  <a:pt x="79776" y="96403"/>
                </a:lnTo>
                <a:cubicBezTo>
                  <a:pt x="79751" y="96428"/>
                  <a:pt x="79702" y="96453"/>
                  <a:pt x="79652" y="96478"/>
                </a:cubicBezTo>
                <a:cubicBezTo>
                  <a:pt x="79453" y="96652"/>
                  <a:pt x="79204" y="96826"/>
                  <a:pt x="78980" y="96976"/>
                </a:cubicBezTo>
                <a:cubicBezTo>
                  <a:pt x="78905" y="96776"/>
                  <a:pt x="78855" y="96577"/>
                  <a:pt x="78781" y="96403"/>
                </a:cubicBezTo>
                <a:cubicBezTo>
                  <a:pt x="78731" y="96179"/>
                  <a:pt x="78656" y="95980"/>
                  <a:pt x="78606" y="95781"/>
                </a:cubicBezTo>
                <a:cubicBezTo>
                  <a:pt x="78532" y="95557"/>
                  <a:pt x="78432" y="95333"/>
                  <a:pt x="78382" y="95109"/>
                </a:cubicBezTo>
                <a:cubicBezTo>
                  <a:pt x="78283" y="94860"/>
                  <a:pt x="78183" y="94586"/>
                  <a:pt x="78059" y="94312"/>
                </a:cubicBezTo>
                <a:cubicBezTo>
                  <a:pt x="78009" y="94138"/>
                  <a:pt x="77959" y="93989"/>
                  <a:pt x="77884" y="93864"/>
                </a:cubicBezTo>
                <a:cubicBezTo>
                  <a:pt x="77735" y="93491"/>
                  <a:pt x="77561" y="93167"/>
                  <a:pt x="77412" y="92794"/>
                </a:cubicBezTo>
                <a:cubicBezTo>
                  <a:pt x="77412" y="92744"/>
                  <a:pt x="77387" y="92719"/>
                  <a:pt x="77362" y="92694"/>
                </a:cubicBezTo>
                <a:cubicBezTo>
                  <a:pt x="77038" y="91972"/>
                  <a:pt x="76665" y="91226"/>
                  <a:pt x="76291" y="90479"/>
                </a:cubicBezTo>
                <a:cubicBezTo>
                  <a:pt x="76416" y="90379"/>
                  <a:pt x="76540" y="90280"/>
                  <a:pt x="76640" y="90205"/>
                </a:cubicBezTo>
                <a:cubicBezTo>
                  <a:pt x="76988" y="89931"/>
                  <a:pt x="77287" y="89633"/>
                  <a:pt x="77636" y="89359"/>
                </a:cubicBezTo>
                <a:cubicBezTo>
                  <a:pt x="78133" y="88936"/>
                  <a:pt x="78631" y="88513"/>
                  <a:pt x="79104" y="88089"/>
                </a:cubicBezTo>
                <a:cubicBezTo>
                  <a:pt x="79453" y="87766"/>
                  <a:pt x="79776" y="87492"/>
                  <a:pt x="80125" y="87193"/>
                </a:cubicBezTo>
                <a:cubicBezTo>
                  <a:pt x="80697" y="86671"/>
                  <a:pt x="81220" y="86198"/>
                  <a:pt x="81743" y="85700"/>
                </a:cubicBezTo>
                <a:cubicBezTo>
                  <a:pt x="82116" y="85351"/>
                  <a:pt x="82489" y="85003"/>
                  <a:pt x="82838" y="84655"/>
                </a:cubicBezTo>
                <a:cubicBezTo>
                  <a:pt x="83136" y="84381"/>
                  <a:pt x="83460" y="84082"/>
                  <a:pt x="83734" y="83783"/>
                </a:cubicBezTo>
                <a:cubicBezTo>
                  <a:pt x="84306" y="83261"/>
                  <a:pt x="84829" y="82738"/>
                  <a:pt x="85352" y="82165"/>
                </a:cubicBezTo>
                <a:lnTo>
                  <a:pt x="86323" y="81195"/>
                </a:lnTo>
                <a:cubicBezTo>
                  <a:pt x="86671" y="80871"/>
                  <a:pt x="86970" y="80523"/>
                  <a:pt x="87318" y="80174"/>
                </a:cubicBezTo>
                <a:lnTo>
                  <a:pt x="88911" y="78506"/>
                </a:lnTo>
                <a:cubicBezTo>
                  <a:pt x="89160" y="78258"/>
                  <a:pt x="89359" y="77959"/>
                  <a:pt x="89608" y="77710"/>
                </a:cubicBezTo>
                <a:lnTo>
                  <a:pt x="89658" y="77685"/>
                </a:lnTo>
                <a:close/>
                <a:moveTo>
                  <a:pt x="76117" y="90603"/>
                </a:moveTo>
                <a:cubicBezTo>
                  <a:pt x="76764" y="91873"/>
                  <a:pt x="77312" y="93093"/>
                  <a:pt x="77785" y="94238"/>
                </a:cubicBezTo>
                <a:lnTo>
                  <a:pt x="77884" y="94437"/>
                </a:lnTo>
                <a:cubicBezTo>
                  <a:pt x="78009" y="94735"/>
                  <a:pt x="78108" y="95059"/>
                  <a:pt x="78233" y="95333"/>
                </a:cubicBezTo>
                <a:cubicBezTo>
                  <a:pt x="78283" y="95507"/>
                  <a:pt x="78357" y="95681"/>
                  <a:pt x="78407" y="95855"/>
                </a:cubicBezTo>
                <a:cubicBezTo>
                  <a:pt x="78507" y="96079"/>
                  <a:pt x="78532" y="96303"/>
                  <a:pt x="78631" y="96552"/>
                </a:cubicBezTo>
                <a:cubicBezTo>
                  <a:pt x="78681" y="96702"/>
                  <a:pt x="78731" y="96876"/>
                  <a:pt x="78781" y="97050"/>
                </a:cubicBezTo>
                <a:cubicBezTo>
                  <a:pt x="78756" y="97050"/>
                  <a:pt x="78756" y="97075"/>
                  <a:pt x="78731" y="97075"/>
                </a:cubicBezTo>
                <a:cubicBezTo>
                  <a:pt x="78706" y="96926"/>
                  <a:pt x="78631" y="96727"/>
                  <a:pt x="78581" y="96577"/>
                </a:cubicBezTo>
                <a:cubicBezTo>
                  <a:pt x="78507" y="96353"/>
                  <a:pt x="78457" y="96179"/>
                  <a:pt x="78382" y="95955"/>
                </a:cubicBezTo>
                <a:cubicBezTo>
                  <a:pt x="78308" y="95756"/>
                  <a:pt x="78258" y="95582"/>
                  <a:pt x="78183" y="95432"/>
                </a:cubicBezTo>
                <a:cubicBezTo>
                  <a:pt x="78108" y="95158"/>
                  <a:pt x="77984" y="94860"/>
                  <a:pt x="77884" y="94561"/>
                </a:cubicBezTo>
                <a:cubicBezTo>
                  <a:pt x="77860" y="94511"/>
                  <a:pt x="77860" y="94462"/>
                  <a:pt x="77810" y="94412"/>
                </a:cubicBezTo>
                <a:cubicBezTo>
                  <a:pt x="77362" y="93217"/>
                  <a:pt x="76764" y="91948"/>
                  <a:pt x="76067" y="90628"/>
                </a:cubicBezTo>
                <a:lnTo>
                  <a:pt x="76117" y="90603"/>
                </a:lnTo>
                <a:close/>
                <a:moveTo>
                  <a:pt x="80528" y="95978"/>
                </a:moveTo>
                <a:cubicBezTo>
                  <a:pt x="80053" y="96453"/>
                  <a:pt x="79518" y="96826"/>
                  <a:pt x="79005" y="97200"/>
                </a:cubicBezTo>
                <a:lnTo>
                  <a:pt x="79005" y="97175"/>
                </a:lnTo>
                <a:lnTo>
                  <a:pt x="79005" y="97125"/>
                </a:lnTo>
                <a:cubicBezTo>
                  <a:pt x="79328" y="96926"/>
                  <a:pt x="79627" y="96702"/>
                  <a:pt x="79901" y="96453"/>
                </a:cubicBezTo>
                <a:cubicBezTo>
                  <a:pt x="80125" y="96303"/>
                  <a:pt x="80324" y="96129"/>
                  <a:pt x="80523" y="95980"/>
                </a:cubicBezTo>
                <a:cubicBezTo>
                  <a:pt x="80525" y="95979"/>
                  <a:pt x="80526" y="95978"/>
                  <a:pt x="80528" y="95978"/>
                </a:cubicBezTo>
                <a:close/>
                <a:moveTo>
                  <a:pt x="45426" y="94760"/>
                </a:moveTo>
                <a:cubicBezTo>
                  <a:pt x="45899" y="95233"/>
                  <a:pt x="46422" y="95656"/>
                  <a:pt x="47019" y="96005"/>
                </a:cubicBezTo>
                <a:cubicBezTo>
                  <a:pt x="46123" y="96453"/>
                  <a:pt x="45252" y="96851"/>
                  <a:pt x="44356" y="97224"/>
                </a:cubicBezTo>
                <a:cubicBezTo>
                  <a:pt x="44779" y="96428"/>
                  <a:pt x="45128" y="95607"/>
                  <a:pt x="45426" y="94760"/>
                </a:cubicBezTo>
                <a:close/>
                <a:moveTo>
                  <a:pt x="78855" y="97249"/>
                </a:moveTo>
                <a:lnTo>
                  <a:pt x="78855" y="97299"/>
                </a:lnTo>
                <a:lnTo>
                  <a:pt x="78830" y="97299"/>
                </a:lnTo>
                <a:cubicBezTo>
                  <a:pt x="78830" y="97324"/>
                  <a:pt x="78830" y="97324"/>
                  <a:pt x="78781" y="97349"/>
                </a:cubicBezTo>
                <a:lnTo>
                  <a:pt x="78781" y="97324"/>
                </a:lnTo>
                <a:lnTo>
                  <a:pt x="78781" y="97299"/>
                </a:lnTo>
                <a:lnTo>
                  <a:pt x="78830" y="97299"/>
                </a:lnTo>
                <a:lnTo>
                  <a:pt x="78855" y="97249"/>
                </a:lnTo>
                <a:close/>
                <a:moveTo>
                  <a:pt x="45252" y="94561"/>
                </a:moveTo>
                <a:lnTo>
                  <a:pt x="45277" y="94586"/>
                </a:lnTo>
                <a:cubicBezTo>
                  <a:pt x="45252" y="94611"/>
                  <a:pt x="45252" y="94686"/>
                  <a:pt x="45227" y="94710"/>
                </a:cubicBezTo>
                <a:lnTo>
                  <a:pt x="45227" y="94735"/>
                </a:lnTo>
                <a:cubicBezTo>
                  <a:pt x="45153" y="94860"/>
                  <a:pt x="45128" y="95034"/>
                  <a:pt x="45053" y="95158"/>
                </a:cubicBezTo>
                <a:lnTo>
                  <a:pt x="44680" y="96079"/>
                </a:lnTo>
                <a:cubicBezTo>
                  <a:pt x="44605" y="96279"/>
                  <a:pt x="44505" y="96478"/>
                  <a:pt x="44406" y="96677"/>
                </a:cubicBezTo>
                <a:cubicBezTo>
                  <a:pt x="44381" y="96727"/>
                  <a:pt x="44356" y="96776"/>
                  <a:pt x="44356" y="96826"/>
                </a:cubicBezTo>
                <a:cubicBezTo>
                  <a:pt x="44281" y="96976"/>
                  <a:pt x="44182" y="97100"/>
                  <a:pt x="44132" y="97249"/>
                </a:cubicBezTo>
                <a:cubicBezTo>
                  <a:pt x="44107" y="97299"/>
                  <a:pt x="44107" y="97324"/>
                  <a:pt x="44057" y="97374"/>
                </a:cubicBezTo>
                <a:cubicBezTo>
                  <a:pt x="44057" y="97374"/>
                  <a:pt x="44057" y="97374"/>
                  <a:pt x="44055" y="97374"/>
                </a:cubicBezTo>
                <a:lnTo>
                  <a:pt x="44055" y="97374"/>
                </a:lnTo>
                <a:cubicBezTo>
                  <a:pt x="44495" y="96421"/>
                  <a:pt x="44910" y="95515"/>
                  <a:pt x="45252" y="94561"/>
                </a:cubicBezTo>
                <a:close/>
                <a:moveTo>
                  <a:pt x="59341" y="89434"/>
                </a:moveTo>
                <a:cubicBezTo>
                  <a:pt x="59988" y="91724"/>
                  <a:pt x="60436" y="94113"/>
                  <a:pt x="60585" y="96453"/>
                </a:cubicBezTo>
                <a:cubicBezTo>
                  <a:pt x="58312" y="97064"/>
                  <a:pt x="56153" y="97378"/>
                  <a:pt x="54164" y="97378"/>
                </a:cubicBezTo>
                <a:cubicBezTo>
                  <a:pt x="52428" y="97378"/>
                  <a:pt x="50822" y="97139"/>
                  <a:pt x="49384" y="96652"/>
                </a:cubicBezTo>
                <a:cubicBezTo>
                  <a:pt x="49509" y="96179"/>
                  <a:pt x="49608" y="95681"/>
                  <a:pt x="49658" y="95183"/>
                </a:cubicBezTo>
                <a:cubicBezTo>
                  <a:pt x="52869" y="93491"/>
                  <a:pt x="56105" y="91574"/>
                  <a:pt x="59341" y="89434"/>
                </a:cubicBezTo>
                <a:close/>
                <a:moveTo>
                  <a:pt x="42215" y="86646"/>
                </a:moveTo>
                <a:cubicBezTo>
                  <a:pt x="42265" y="87741"/>
                  <a:pt x="42415" y="88762"/>
                  <a:pt x="42639" y="89732"/>
                </a:cubicBezTo>
                <a:cubicBezTo>
                  <a:pt x="41419" y="92246"/>
                  <a:pt x="39602" y="94611"/>
                  <a:pt x="37212" y="96602"/>
                </a:cubicBezTo>
                <a:cubicBezTo>
                  <a:pt x="37187" y="96627"/>
                  <a:pt x="37163" y="96677"/>
                  <a:pt x="37088" y="96702"/>
                </a:cubicBezTo>
                <a:cubicBezTo>
                  <a:pt x="36739" y="96976"/>
                  <a:pt x="36416" y="97249"/>
                  <a:pt x="36042" y="97523"/>
                </a:cubicBezTo>
                <a:cubicBezTo>
                  <a:pt x="35968" y="97299"/>
                  <a:pt x="35918" y="97075"/>
                  <a:pt x="35893" y="96901"/>
                </a:cubicBezTo>
                <a:cubicBezTo>
                  <a:pt x="35843" y="96727"/>
                  <a:pt x="35818" y="96577"/>
                  <a:pt x="35794" y="96378"/>
                </a:cubicBezTo>
                <a:cubicBezTo>
                  <a:pt x="35719" y="96104"/>
                  <a:pt x="35694" y="95806"/>
                  <a:pt x="35669" y="95482"/>
                </a:cubicBezTo>
                <a:cubicBezTo>
                  <a:pt x="35669" y="95383"/>
                  <a:pt x="35644" y="95333"/>
                  <a:pt x="35644" y="95233"/>
                </a:cubicBezTo>
                <a:cubicBezTo>
                  <a:pt x="35644" y="95183"/>
                  <a:pt x="35594" y="95109"/>
                  <a:pt x="35594" y="95059"/>
                </a:cubicBezTo>
                <a:cubicBezTo>
                  <a:pt x="35570" y="94611"/>
                  <a:pt x="35545" y="94138"/>
                  <a:pt x="35520" y="93715"/>
                </a:cubicBezTo>
                <a:lnTo>
                  <a:pt x="35520" y="93491"/>
                </a:lnTo>
                <a:lnTo>
                  <a:pt x="35520" y="93317"/>
                </a:lnTo>
                <a:lnTo>
                  <a:pt x="35520" y="92321"/>
                </a:lnTo>
                <a:cubicBezTo>
                  <a:pt x="35520" y="92122"/>
                  <a:pt x="35545" y="91948"/>
                  <a:pt x="35545" y="91748"/>
                </a:cubicBezTo>
                <a:cubicBezTo>
                  <a:pt x="35545" y="91450"/>
                  <a:pt x="35570" y="91151"/>
                  <a:pt x="35594" y="90852"/>
                </a:cubicBezTo>
                <a:lnTo>
                  <a:pt x="35594" y="90827"/>
                </a:lnTo>
                <a:cubicBezTo>
                  <a:pt x="35594" y="90628"/>
                  <a:pt x="35619" y="90479"/>
                  <a:pt x="35669" y="90280"/>
                </a:cubicBezTo>
                <a:cubicBezTo>
                  <a:pt x="35694" y="89981"/>
                  <a:pt x="35719" y="89658"/>
                  <a:pt x="35794" y="89359"/>
                </a:cubicBezTo>
                <a:cubicBezTo>
                  <a:pt x="35794" y="89334"/>
                  <a:pt x="35794" y="89284"/>
                  <a:pt x="35818" y="89259"/>
                </a:cubicBezTo>
                <a:cubicBezTo>
                  <a:pt x="37934" y="88537"/>
                  <a:pt x="40075" y="87666"/>
                  <a:pt x="42215" y="86646"/>
                </a:cubicBezTo>
                <a:close/>
                <a:moveTo>
                  <a:pt x="60610" y="96627"/>
                </a:moveTo>
                <a:lnTo>
                  <a:pt x="60610" y="96702"/>
                </a:lnTo>
                <a:cubicBezTo>
                  <a:pt x="58345" y="97324"/>
                  <a:pt x="56179" y="97623"/>
                  <a:pt x="54188" y="97623"/>
                </a:cubicBezTo>
                <a:cubicBezTo>
                  <a:pt x="52396" y="97623"/>
                  <a:pt x="50778" y="97374"/>
                  <a:pt x="49359" y="96901"/>
                </a:cubicBezTo>
                <a:cubicBezTo>
                  <a:pt x="49334" y="96901"/>
                  <a:pt x="49359" y="96851"/>
                  <a:pt x="49359" y="96826"/>
                </a:cubicBezTo>
                <a:cubicBezTo>
                  <a:pt x="50807" y="97317"/>
                  <a:pt x="52430" y="97561"/>
                  <a:pt x="54188" y="97561"/>
                </a:cubicBezTo>
                <a:cubicBezTo>
                  <a:pt x="56177" y="97561"/>
                  <a:pt x="58337" y="97248"/>
                  <a:pt x="60610" y="96627"/>
                </a:cubicBezTo>
                <a:close/>
                <a:moveTo>
                  <a:pt x="47219" y="96104"/>
                </a:moveTo>
                <a:cubicBezTo>
                  <a:pt x="47244" y="96154"/>
                  <a:pt x="47268" y="96154"/>
                  <a:pt x="47293" y="96179"/>
                </a:cubicBezTo>
                <a:cubicBezTo>
                  <a:pt x="46248" y="96677"/>
                  <a:pt x="45227" y="97175"/>
                  <a:pt x="44157" y="97648"/>
                </a:cubicBezTo>
                <a:cubicBezTo>
                  <a:pt x="44182" y="97573"/>
                  <a:pt x="44232" y="97548"/>
                  <a:pt x="44232" y="97473"/>
                </a:cubicBezTo>
                <a:cubicBezTo>
                  <a:pt x="45227" y="97050"/>
                  <a:pt x="46223" y="96577"/>
                  <a:pt x="47219" y="96104"/>
                </a:cubicBezTo>
                <a:close/>
                <a:moveTo>
                  <a:pt x="35570" y="89334"/>
                </a:moveTo>
                <a:cubicBezTo>
                  <a:pt x="35520" y="89707"/>
                  <a:pt x="35470" y="90106"/>
                  <a:pt x="35445" y="90479"/>
                </a:cubicBezTo>
                <a:cubicBezTo>
                  <a:pt x="35445" y="90579"/>
                  <a:pt x="35420" y="90678"/>
                  <a:pt x="35420" y="90753"/>
                </a:cubicBezTo>
                <a:lnTo>
                  <a:pt x="35420" y="90852"/>
                </a:lnTo>
                <a:cubicBezTo>
                  <a:pt x="35395" y="91126"/>
                  <a:pt x="35395" y="91375"/>
                  <a:pt x="35346" y="91649"/>
                </a:cubicBezTo>
                <a:lnTo>
                  <a:pt x="35346" y="91923"/>
                </a:lnTo>
                <a:cubicBezTo>
                  <a:pt x="35346" y="92072"/>
                  <a:pt x="35321" y="92196"/>
                  <a:pt x="35321" y="92346"/>
                </a:cubicBezTo>
                <a:lnTo>
                  <a:pt x="35321" y="92371"/>
                </a:lnTo>
                <a:lnTo>
                  <a:pt x="35321" y="93366"/>
                </a:lnTo>
                <a:lnTo>
                  <a:pt x="35321" y="93839"/>
                </a:lnTo>
                <a:cubicBezTo>
                  <a:pt x="35321" y="94213"/>
                  <a:pt x="35346" y="94586"/>
                  <a:pt x="35395" y="94934"/>
                </a:cubicBezTo>
                <a:lnTo>
                  <a:pt x="35395" y="94984"/>
                </a:lnTo>
                <a:cubicBezTo>
                  <a:pt x="35395" y="95084"/>
                  <a:pt x="35395" y="95134"/>
                  <a:pt x="35420" y="95233"/>
                </a:cubicBezTo>
                <a:cubicBezTo>
                  <a:pt x="35445" y="95681"/>
                  <a:pt x="35520" y="96129"/>
                  <a:pt x="35594" y="96577"/>
                </a:cubicBezTo>
                <a:cubicBezTo>
                  <a:pt x="35644" y="96727"/>
                  <a:pt x="35669" y="96851"/>
                  <a:pt x="35694" y="97000"/>
                </a:cubicBezTo>
                <a:cubicBezTo>
                  <a:pt x="35769" y="97224"/>
                  <a:pt x="35794" y="97473"/>
                  <a:pt x="35843" y="97697"/>
                </a:cubicBezTo>
                <a:lnTo>
                  <a:pt x="35818" y="97722"/>
                </a:lnTo>
                <a:cubicBezTo>
                  <a:pt x="35818" y="97722"/>
                  <a:pt x="35794" y="97722"/>
                  <a:pt x="35794" y="97772"/>
                </a:cubicBezTo>
                <a:cubicBezTo>
                  <a:pt x="35769" y="97448"/>
                  <a:pt x="35694" y="97224"/>
                  <a:pt x="35669" y="97025"/>
                </a:cubicBezTo>
                <a:cubicBezTo>
                  <a:pt x="35644" y="96851"/>
                  <a:pt x="35594" y="96702"/>
                  <a:pt x="35570" y="96528"/>
                </a:cubicBezTo>
                <a:cubicBezTo>
                  <a:pt x="35545" y="96403"/>
                  <a:pt x="35545" y="96303"/>
                  <a:pt x="35520" y="96179"/>
                </a:cubicBezTo>
                <a:cubicBezTo>
                  <a:pt x="35470" y="96055"/>
                  <a:pt x="35470" y="95905"/>
                  <a:pt x="35445" y="95731"/>
                </a:cubicBezTo>
                <a:cubicBezTo>
                  <a:pt x="35420" y="95557"/>
                  <a:pt x="35395" y="95333"/>
                  <a:pt x="35346" y="95158"/>
                </a:cubicBezTo>
                <a:cubicBezTo>
                  <a:pt x="35346" y="95034"/>
                  <a:pt x="35321" y="94910"/>
                  <a:pt x="35321" y="94735"/>
                </a:cubicBezTo>
                <a:lnTo>
                  <a:pt x="35321" y="94561"/>
                </a:lnTo>
                <a:cubicBezTo>
                  <a:pt x="35296" y="94287"/>
                  <a:pt x="35296" y="93989"/>
                  <a:pt x="35271" y="93715"/>
                </a:cubicBezTo>
                <a:lnTo>
                  <a:pt x="35271" y="93366"/>
                </a:lnTo>
                <a:lnTo>
                  <a:pt x="35271" y="92221"/>
                </a:lnTo>
                <a:lnTo>
                  <a:pt x="35271" y="92022"/>
                </a:lnTo>
                <a:cubicBezTo>
                  <a:pt x="35296" y="91574"/>
                  <a:pt x="35296" y="91126"/>
                  <a:pt x="35346" y="90678"/>
                </a:cubicBezTo>
                <a:cubicBezTo>
                  <a:pt x="35395" y="90230"/>
                  <a:pt x="35445" y="89757"/>
                  <a:pt x="35520" y="89334"/>
                </a:cubicBezTo>
                <a:close/>
                <a:moveTo>
                  <a:pt x="42688" y="90057"/>
                </a:moveTo>
                <a:cubicBezTo>
                  <a:pt x="41493" y="92496"/>
                  <a:pt x="39676" y="94810"/>
                  <a:pt x="37337" y="96776"/>
                </a:cubicBezTo>
                <a:lnTo>
                  <a:pt x="37262" y="96851"/>
                </a:lnTo>
                <a:cubicBezTo>
                  <a:pt x="36889" y="97175"/>
                  <a:pt x="36466" y="97473"/>
                  <a:pt x="36067" y="97772"/>
                </a:cubicBezTo>
                <a:lnTo>
                  <a:pt x="36067" y="97697"/>
                </a:lnTo>
                <a:cubicBezTo>
                  <a:pt x="36441" y="97424"/>
                  <a:pt x="36814" y="97150"/>
                  <a:pt x="37187" y="96826"/>
                </a:cubicBezTo>
                <a:cubicBezTo>
                  <a:pt x="37212" y="96801"/>
                  <a:pt x="37287" y="96776"/>
                  <a:pt x="37312" y="96727"/>
                </a:cubicBezTo>
                <a:cubicBezTo>
                  <a:pt x="39651" y="94761"/>
                  <a:pt x="41493" y="92496"/>
                  <a:pt x="42688" y="90057"/>
                </a:cubicBezTo>
                <a:close/>
                <a:moveTo>
                  <a:pt x="43933" y="97648"/>
                </a:moveTo>
                <a:cubicBezTo>
                  <a:pt x="43908" y="97672"/>
                  <a:pt x="43908" y="97722"/>
                  <a:pt x="43883" y="97772"/>
                </a:cubicBezTo>
                <a:cubicBezTo>
                  <a:pt x="43858" y="97772"/>
                  <a:pt x="43858" y="97772"/>
                  <a:pt x="43809" y="97797"/>
                </a:cubicBezTo>
                <a:cubicBezTo>
                  <a:pt x="43858" y="97772"/>
                  <a:pt x="43858" y="97697"/>
                  <a:pt x="43883" y="97672"/>
                </a:cubicBezTo>
                <a:cubicBezTo>
                  <a:pt x="43883" y="97648"/>
                  <a:pt x="43908" y="97648"/>
                  <a:pt x="43933" y="97648"/>
                </a:cubicBezTo>
                <a:close/>
                <a:moveTo>
                  <a:pt x="96329" y="81070"/>
                </a:moveTo>
                <a:cubicBezTo>
                  <a:pt x="96428" y="81120"/>
                  <a:pt x="96478" y="81145"/>
                  <a:pt x="96578" y="81170"/>
                </a:cubicBezTo>
                <a:cubicBezTo>
                  <a:pt x="91475" y="87119"/>
                  <a:pt x="85601" y="92744"/>
                  <a:pt x="79154" y="97797"/>
                </a:cubicBezTo>
                <a:cubicBezTo>
                  <a:pt x="79129" y="97598"/>
                  <a:pt x="79104" y="97523"/>
                  <a:pt x="79079" y="97399"/>
                </a:cubicBezTo>
                <a:cubicBezTo>
                  <a:pt x="79652" y="96976"/>
                  <a:pt x="80224" y="96552"/>
                  <a:pt x="80772" y="96104"/>
                </a:cubicBezTo>
                <a:cubicBezTo>
                  <a:pt x="80847" y="96079"/>
                  <a:pt x="80896" y="96005"/>
                  <a:pt x="80971" y="95980"/>
                </a:cubicBezTo>
                <a:cubicBezTo>
                  <a:pt x="80996" y="95955"/>
                  <a:pt x="81021" y="95930"/>
                  <a:pt x="81071" y="95930"/>
                </a:cubicBezTo>
                <a:cubicBezTo>
                  <a:pt x="81568" y="95557"/>
                  <a:pt x="82066" y="95183"/>
                  <a:pt x="82514" y="94785"/>
                </a:cubicBezTo>
                <a:cubicBezTo>
                  <a:pt x="82564" y="94785"/>
                  <a:pt x="82564" y="94735"/>
                  <a:pt x="82589" y="94735"/>
                </a:cubicBezTo>
                <a:cubicBezTo>
                  <a:pt x="82738" y="94611"/>
                  <a:pt x="82863" y="94486"/>
                  <a:pt x="83012" y="94412"/>
                </a:cubicBezTo>
                <a:lnTo>
                  <a:pt x="83062" y="94362"/>
                </a:lnTo>
                <a:cubicBezTo>
                  <a:pt x="83460" y="94014"/>
                  <a:pt x="83858" y="93715"/>
                  <a:pt x="84257" y="93366"/>
                </a:cubicBezTo>
                <a:cubicBezTo>
                  <a:pt x="84381" y="93267"/>
                  <a:pt x="84481" y="93192"/>
                  <a:pt x="84605" y="93068"/>
                </a:cubicBezTo>
                <a:cubicBezTo>
                  <a:pt x="84630" y="93018"/>
                  <a:pt x="84705" y="92993"/>
                  <a:pt x="84730" y="92943"/>
                </a:cubicBezTo>
                <a:cubicBezTo>
                  <a:pt x="84730" y="92943"/>
                  <a:pt x="84754" y="92943"/>
                  <a:pt x="84754" y="92893"/>
                </a:cubicBezTo>
                <a:lnTo>
                  <a:pt x="85974" y="91873"/>
                </a:lnTo>
                <a:cubicBezTo>
                  <a:pt x="86074" y="91773"/>
                  <a:pt x="86173" y="91699"/>
                  <a:pt x="86298" y="91599"/>
                </a:cubicBezTo>
                <a:cubicBezTo>
                  <a:pt x="86323" y="91574"/>
                  <a:pt x="86347" y="91549"/>
                  <a:pt x="86422" y="91500"/>
                </a:cubicBezTo>
                <a:lnTo>
                  <a:pt x="86447" y="91475"/>
                </a:lnTo>
                <a:cubicBezTo>
                  <a:pt x="86870" y="91101"/>
                  <a:pt x="87293" y="90703"/>
                  <a:pt x="87716" y="90330"/>
                </a:cubicBezTo>
                <a:lnTo>
                  <a:pt x="87741" y="90280"/>
                </a:lnTo>
                <a:lnTo>
                  <a:pt x="87816" y="90230"/>
                </a:lnTo>
                <a:cubicBezTo>
                  <a:pt x="87866" y="90155"/>
                  <a:pt x="87940" y="90106"/>
                  <a:pt x="88040" y="90031"/>
                </a:cubicBezTo>
                <a:cubicBezTo>
                  <a:pt x="88488" y="89608"/>
                  <a:pt x="88961" y="89160"/>
                  <a:pt x="89409" y="88712"/>
                </a:cubicBezTo>
                <a:lnTo>
                  <a:pt x="89558" y="88537"/>
                </a:lnTo>
                <a:lnTo>
                  <a:pt x="89957" y="88139"/>
                </a:lnTo>
                <a:cubicBezTo>
                  <a:pt x="90081" y="88015"/>
                  <a:pt x="90181" y="87890"/>
                  <a:pt x="90305" y="87791"/>
                </a:cubicBezTo>
                <a:lnTo>
                  <a:pt x="90430" y="87666"/>
                </a:lnTo>
                <a:cubicBezTo>
                  <a:pt x="90529" y="87542"/>
                  <a:pt x="90654" y="87467"/>
                  <a:pt x="90728" y="87343"/>
                </a:cubicBezTo>
                <a:lnTo>
                  <a:pt x="91326" y="86745"/>
                </a:lnTo>
                <a:cubicBezTo>
                  <a:pt x="91450" y="86621"/>
                  <a:pt x="91575" y="86472"/>
                  <a:pt x="91699" y="86347"/>
                </a:cubicBezTo>
                <a:cubicBezTo>
                  <a:pt x="92048" y="85999"/>
                  <a:pt x="92346" y="85625"/>
                  <a:pt x="92695" y="85252"/>
                </a:cubicBezTo>
                <a:lnTo>
                  <a:pt x="92794" y="85152"/>
                </a:lnTo>
                <a:lnTo>
                  <a:pt x="93068" y="84879"/>
                </a:lnTo>
                <a:lnTo>
                  <a:pt x="93118" y="84804"/>
                </a:lnTo>
                <a:cubicBezTo>
                  <a:pt x="94263" y="83609"/>
                  <a:pt x="95308" y="82365"/>
                  <a:pt x="96329" y="81070"/>
                </a:cubicBezTo>
                <a:close/>
                <a:moveTo>
                  <a:pt x="78905" y="97523"/>
                </a:moveTo>
                <a:cubicBezTo>
                  <a:pt x="78955" y="97598"/>
                  <a:pt x="78955" y="97697"/>
                  <a:pt x="78980" y="97797"/>
                </a:cubicBezTo>
                <a:lnTo>
                  <a:pt x="78980" y="97847"/>
                </a:lnTo>
                <a:cubicBezTo>
                  <a:pt x="78930" y="97847"/>
                  <a:pt x="78930" y="97872"/>
                  <a:pt x="78905" y="97872"/>
                </a:cubicBezTo>
                <a:cubicBezTo>
                  <a:pt x="78905" y="97847"/>
                  <a:pt x="78880" y="97797"/>
                  <a:pt x="78880" y="97772"/>
                </a:cubicBezTo>
                <a:cubicBezTo>
                  <a:pt x="78855" y="97697"/>
                  <a:pt x="78855" y="97598"/>
                  <a:pt x="78830" y="97548"/>
                </a:cubicBezTo>
                <a:lnTo>
                  <a:pt x="78905" y="97523"/>
                </a:lnTo>
                <a:close/>
                <a:moveTo>
                  <a:pt x="35893" y="97822"/>
                </a:moveTo>
                <a:lnTo>
                  <a:pt x="35893" y="97847"/>
                </a:lnTo>
                <a:lnTo>
                  <a:pt x="35893" y="97897"/>
                </a:lnTo>
                <a:lnTo>
                  <a:pt x="35843" y="97897"/>
                </a:lnTo>
                <a:cubicBezTo>
                  <a:pt x="35843" y="97897"/>
                  <a:pt x="35818" y="97897"/>
                  <a:pt x="35818" y="97921"/>
                </a:cubicBezTo>
                <a:lnTo>
                  <a:pt x="35818" y="97897"/>
                </a:lnTo>
                <a:lnTo>
                  <a:pt x="35843" y="97847"/>
                </a:lnTo>
                <a:lnTo>
                  <a:pt x="35893" y="97822"/>
                </a:lnTo>
                <a:close/>
                <a:moveTo>
                  <a:pt x="96777" y="81170"/>
                </a:moveTo>
                <a:cubicBezTo>
                  <a:pt x="96802" y="81170"/>
                  <a:pt x="96802" y="81170"/>
                  <a:pt x="96827" y="81220"/>
                </a:cubicBezTo>
                <a:cubicBezTo>
                  <a:pt x="91674" y="87218"/>
                  <a:pt x="85725" y="92918"/>
                  <a:pt x="79204" y="98021"/>
                </a:cubicBezTo>
                <a:cubicBezTo>
                  <a:pt x="79204" y="97971"/>
                  <a:pt x="79204" y="97946"/>
                  <a:pt x="79154" y="97946"/>
                </a:cubicBezTo>
                <a:cubicBezTo>
                  <a:pt x="85700" y="92844"/>
                  <a:pt x="91599" y="87144"/>
                  <a:pt x="96777" y="81170"/>
                </a:cubicBezTo>
                <a:close/>
                <a:moveTo>
                  <a:pt x="79029" y="98046"/>
                </a:moveTo>
                <a:lnTo>
                  <a:pt x="79029" y="98096"/>
                </a:lnTo>
                <a:cubicBezTo>
                  <a:pt x="79005" y="98096"/>
                  <a:pt x="79005" y="98145"/>
                  <a:pt x="78980" y="98145"/>
                </a:cubicBezTo>
                <a:lnTo>
                  <a:pt x="78980" y="98071"/>
                </a:lnTo>
                <a:cubicBezTo>
                  <a:pt x="78980" y="98071"/>
                  <a:pt x="79005" y="98046"/>
                  <a:pt x="79029" y="98046"/>
                </a:cubicBezTo>
                <a:close/>
                <a:moveTo>
                  <a:pt x="35321" y="89384"/>
                </a:moveTo>
                <a:cubicBezTo>
                  <a:pt x="35271" y="89832"/>
                  <a:pt x="35221" y="90255"/>
                  <a:pt x="35171" y="90703"/>
                </a:cubicBezTo>
                <a:lnTo>
                  <a:pt x="35171" y="90778"/>
                </a:lnTo>
                <a:cubicBezTo>
                  <a:pt x="35146" y="91226"/>
                  <a:pt x="35097" y="91649"/>
                  <a:pt x="35097" y="92097"/>
                </a:cubicBezTo>
                <a:lnTo>
                  <a:pt x="35097" y="92147"/>
                </a:lnTo>
                <a:lnTo>
                  <a:pt x="35097" y="92346"/>
                </a:lnTo>
                <a:lnTo>
                  <a:pt x="35097" y="93441"/>
                </a:lnTo>
                <a:lnTo>
                  <a:pt x="35097" y="93640"/>
                </a:lnTo>
                <a:lnTo>
                  <a:pt x="35097" y="93839"/>
                </a:lnTo>
                <a:cubicBezTo>
                  <a:pt x="35097" y="94138"/>
                  <a:pt x="35146" y="94462"/>
                  <a:pt x="35171" y="94735"/>
                </a:cubicBezTo>
                <a:cubicBezTo>
                  <a:pt x="35171" y="94860"/>
                  <a:pt x="35171" y="94984"/>
                  <a:pt x="35196" y="95109"/>
                </a:cubicBezTo>
                <a:lnTo>
                  <a:pt x="35196" y="95258"/>
                </a:lnTo>
                <a:cubicBezTo>
                  <a:pt x="35221" y="95557"/>
                  <a:pt x="35246" y="95806"/>
                  <a:pt x="35296" y="96055"/>
                </a:cubicBezTo>
                <a:cubicBezTo>
                  <a:pt x="35321" y="96204"/>
                  <a:pt x="35321" y="96353"/>
                  <a:pt x="35346" y="96503"/>
                </a:cubicBezTo>
                <a:cubicBezTo>
                  <a:pt x="35346" y="96552"/>
                  <a:pt x="35346" y="96577"/>
                  <a:pt x="35370" y="96627"/>
                </a:cubicBezTo>
                <a:cubicBezTo>
                  <a:pt x="35420" y="96876"/>
                  <a:pt x="35470" y="97100"/>
                  <a:pt x="35545" y="97349"/>
                </a:cubicBezTo>
                <a:cubicBezTo>
                  <a:pt x="35570" y="97498"/>
                  <a:pt x="35594" y="97623"/>
                  <a:pt x="35644" y="97797"/>
                </a:cubicBezTo>
                <a:cubicBezTo>
                  <a:pt x="35346" y="97996"/>
                  <a:pt x="35047" y="98195"/>
                  <a:pt x="34723" y="98369"/>
                </a:cubicBezTo>
                <a:cubicBezTo>
                  <a:pt x="34549" y="98494"/>
                  <a:pt x="34350" y="98618"/>
                  <a:pt x="34126" y="98743"/>
                </a:cubicBezTo>
                <a:cubicBezTo>
                  <a:pt x="33230" y="95955"/>
                  <a:pt x="32657" y="93093"/>
                  <a:pt x="32458" y="90255"/>
                </a:cubicBezTo>
                <a:cubicBezTo>
                  <a:pt x="33404" y="90006"/>
                  <a:pt x="34350" y="89707"/>
                  <a:pt x="35321" y="89384"/>
                </a:cubicBezTo>
                <a:close/>
                <a:moveTo>
                  <a:pt x="32284" y="90305"/>
                </a:moveTo>
                <a:cubicBezTo>
                  <a:pt x="32458" y="93167"/>
                  <a:pt x="33056" y="96055"/>
                  <a:pt x="33977" y="98817"/>
                </a:cubicBezTo>
                <a:cubicBezTo>
                  <a:pt x="33952" y="98817"/>
                  <a:pt x="33952" y="98842"/>
                  <a:pt x="33927" y="98842"/>
                </a:cubicBezTo>
                <a:cubicBezTo>
                  <a:pt x="32981" y="96079"/>
                  <a:pt x="32408" y="93167"/>
                  <a:pt x="32209" y="90330"/>
                </a:cubicBezTo>
                <a:cubicBezTo>
                  <a:pt x="32234" y="90330"/>
                  <a:pt x="32284" y="90305"/>
                  <a:pt x="32284" y="90305"/>
                </a:cubicBezTo>
                <a:close/>
                <a:moveTo>
                  <a:pt x="35694" y="97971"/>
                </a:moveTo>
                <a:lnTo>
                  <a:pt x="35719" y="98046"/>
                </a:lnTo>
                <a:cubicBezTo>
                  <a:pt x="35520" y="98195"/>
                  <a:pt x="35296" y="98320"/>
                  <a:pt x="35072" y="98444"/>
                </a:cubicBezTo>
                <a:cubicBezTo>
                  <a:pt x="34798" y="98643"/>
                  <a:pt x="34549" y="98817"/>
                  <a:pt x="34275" y="98967"/>
                </a:cubicBezTo>
                <a:cubicBezTo>
                  <a:pt x="34275" y="98942"/>
                  <a:pt x="34275" y="98942"/>
                  <a:pt x="34225" y="98917"/>
                </a:cubicBezTo>
                <a:cubicBezTo>
                  <a:pt x="34400" y="98793"/>
                  <a:pt x="34574" y="98668"/>
                  <a:pt x="34773" y="98569"/>
                </a:cubicBezTo>
                <a:cubicBezTo>
                  <a:pt x="35072" y="98394"/>
                  <a:pt x="35395" y="98195"/>
                  <a:pt x="35694" y="97971"/>
                </a:cubicBezTo>
                <a:close/>
                <a:moveTo>
                  <a:pt x="34051" y="99017"/>
                </a:moveTo>
                <a:cubicBezTo>
                  <a:pt x="34051" y="99041"/>
                  <a:pt x="34051" y="99041"/>
                  <a:pt x="34076" y="99066"/>
                </a:cubicBezTo>
                <a:cubicBezTo>
                  <a:pt x="34051" y="99066"/>
                  <a:pt x="34051" y="99091"/>
                  <a:pt x="34026" y="99091"/>
                </a:cubicBezTo>
                <a:cubicBezTo>
                  <a:pt x="34026" y="99066"/>
                  <a:pt x="34026" y="99066"/>
                  <a:pt x="33977" y="99041"/>
                </a:cubicBezTo>
                <a:cubicBezTo>
                  <a:pt x="34026" y="99041"/>
                  <a:pt x="34026" y="99017"/>
                  <a:pt x="34051" y="99017"/>
                </a:cubicBezTo>
                <a:close/>
                <a:moveTo>
                  <a:pt x="5700" y="96403"/>
                </a:moveTo>
                <a:cubicBezTo>
                  <a:pt x="6670" y="97445"/>
                  <a:pt x="7781" y="98393"/>
                  <a:pt x="8988" y="99201"/>
                </a:cubicBezTo>
                <a:lnTo>
                  <a:pt x="8988" y="99201"/>
                </a:lnTo>
                <a:cubicBezTo>
                  <a:pt x="8877" y="99173"/>
                  <a:pt x="8795" y="99128"/>
                  <a:pt x="8712" y="99066"/>
                </a:cubicBezTo>
                <a:cubicBezTo>
                  <a:pt x="8563" y="98967"/>
                  <a:pt x="8413" y="98842"/>
                  <a:pt x="8289" y="98768"/>
                </a:cubicBezTo>
                <a:cubicBezTo>
                  <a:pt x="8214" y="98693"/>
                  <a:pt x="8140" y="98668"/>
                  <a:pt x="8065" y="98593"/>
                </a:cubicBezTo>
                <a:cubicBezTo>
                  <a:pt x="7891" y="98444"/>
                  <a:pt x="7692" y="98320"/>
                  <a:pt x="7517" y="98170"/>
                </a:cubicBezTo>
                <a:cubicBezTo>
                  <a:pt x="7293" y="97971"/>
                  <a:pt x="7044" y="97822"/>
                  <a:pt x="6820" y="97598"/>
                </a:cubicBezTo>
                <a:cubicBezTo>
                  <a:pt x="6447" y="97249"/>
                  <a:pt x="6049" y="96901"/>
                  <a:pt x="5700" y="96528"/>
                </a:cubicBezTo>
                <a:lnTo>
                  <a:pt x="5700" y="96453"/>
                </a:lnTo>
                <a:lnTo>
                  <a:pt x="5700" y="96403"/>
                </a:lnTo>
                <a:close/>
                <a:moveTo>
                  <a:pt x="9069" y="99255"/>
                </a:moveTo>
                <a:cubicBezTo>
                  <a:pt x="9075" y="99258"/>
                  <a:pt x="9080" y="99262"/>
                  <a:pt x="9085" y="99266"/>
                </a:cubicBezTo>
                <a:cubicBezTo>
                  <a:pt x="9085" y="99266"/>
                  <a:pt x="9077" y="99266"/>
                  <a:pt x="9069" y="99255"/>
                </a:cubicBezTo>
                <a:close/>
                <a:moveTo>
                  <a:pt x="5800" y="96951"/>
                </a:moveTo>
                <a:lnTo>
                  <a:pt x="5800" y="96951"/>
                </a:lnTo>
                <a:cubicBezTo>
                  <a:pt x="5924" y="97050"/>
                  <a:pt x="6024" y="97175"/>
                  <a:pt x="6148" y="97249"/>
                </a:cubicBezTo>
                <a:lnTo>
                  <a:pt x="6223" y="97349"/>
                </a:lnTo>
                <a:cubicBezTo>
                  <a:pt x="6347" y="97473"/>
                  <a:pt x="6522" y="97598"/>
                  <a:pt x="6671" y="97722"/>
                </a:cubicBezTo>
                <a:cubicBezTo>
                  <a:pt x="6696" y="97772"/>
                  <a:pt x="6721" y="97772"/>
                  <a:pt x="6771" y="97797"/>
                </a:cubicBezTo>
                <a:cubicBezTo>
                  <a:pt x="6845" y="97847"/>
                  <a:pt x="6920" y="97946"/>
                  <a:pt x="7019" y="97996"/>
                </a:cubicBezTo>
                <a:cubicBezTo>
                  <a:pt x="7044" y="98046"/>
                  <a:pt x="7094" y="98071"/>
                  <a:pt x="7144" y="98096"/>
                </a:cubicBezTo>
                <a:cubicBezTo>
                  <a:pt x="7592" y="98569"/>
                  <a:pt x="8164" y="98967"/>
                  <a:pt x="8712" y="99390"/>
                </a:cubicBezTo>
                <a:cubicBezTo>
                  <a:pt x="8563" y="99290"/>
                  <a:pt x="8413" y="99166"/>
                  <a:pt x="8264" y="99066"/>
                </a:cubicBezTo>
                <a:cubicBezTo>
                  <a:pt x="8140" y="98967"/>
                  <a:pt x="8015" y="98917"/>
                  <a:pt x="7916" y="98817"/>
                </a:cubicBezTo>
                <a:cubicBezTo>
                  <a:pt x="7766" y="98718"/>
                  <a:pt x="7642" y="98593"/>
                  <a:pt x="7467" y="98494"/>
                </a:cubicBezTo>
                <a:cubicBezTo>
                  <a:pt x="7343" y="98419"/>
                  <a:pt x="7219" y="98320"/>
                  <a:pt x="7094" y="98195"/>
                </a:cubicBezTo>
                <a:cubicBezTo>
                  <a:pt x="6970" y="98096"/>
                  <a:pt x="6845" y="97996"/>
                  <a:pt x="6721" y="97872"/>
                </a:cubicBezTo>
                <a:cubicBezTo>
                  <a:pt x="6596" y="97772"/>
                  <a:pt x="6472" y="97672"/>
                  <a:pt x="6323" y="97548"/>
                </a:cubicBezTo>
                <a:cubicBezTo>
                  <a:pt x="6198" y="97448"/>
                  <a:pt x="6098" y="97324"/>
                  <a:pt x="5974" y="97224"/>
                </a:cubicBezTo>
                <a:lnTo>
                  <a:pt x="5825" y="97075"/>
                </a:lnTo>
                <a:cubicBezTo>
                  <a:pt x="5825" y="97050"/>
                  <a:pt x="5800" y="96976"/>
                  <a:pt x="5800" y="96951"/>
                </a:cubicBezTo>
                <a:close/>
                <a:moveTo>
                  <a:pt x="68700" y="95955"/>
                </a:moveTo>
                <a:lnTo>
                  <a:pt x="68749" y="95980"/>
                </a:lnTo>
                <a:cubicBezTo>
                  <a:pt x="68675" y="96030"/>
                  <a:pt x="68625" y="96079"/>
                  <a:pt x="68550" y="96104"/>
                </a:cubicBezTo>
                <a:cubicBezTo>
                  <a:pt x="67281" y="97000"/>
                  <a:pt x="66036" y="97847"/>
                  <a:pt x="64767" y="98693"/>
                </a:cubicBezTo>
                <a:cubicBezTo>
                  <a:pt x="64386" y="98934"/>
                  <a:pt x="64010" y="99174"/>
                  <a:pt x="63637" y="99410"/>
                </a:cubicBezTo>
                <a:lnTo>
                  <a:pt x="63637" y="99410"/>
                </a:lnTo>
                <a:cubicBezTo>
                  <a:pt x="63778" y="99319"/>
                  <a:pt x="63911" y="99225"/>
                  <a:pt x="64045" y="99141"/>
                </a:cubicBezTo>
                <a:cubicBezTo>
                  <a:pt x="64717" y="98693"/>
                  <a:pt x="65439" y="98220"/>
                  <a:pt x="66136" y="97772"/>
                </a:cubicBezTo>
                <a:cubicBezTo>
                  <a:pt x="66459" y="97548"/>
                  <a:pt x="66808" y="97299"/>
                  <a:pt x="67156" y="97050"/>
                </a:cubicBezTo>
                <a:cubicBezTo>
                  <a:pt x="67679" y="96677"/>
                  <a:pt x="68202" y="96328"/>
                  <a:pt x="68700" y="95955"/>
                </a:cubicBezTo>
                <a:close/>
                <a:moveTo>
                  <a:pt x="42813" y="90429"/>
                </a:moveTo>
                <a:cubicBezTo>
                  <a:pt x="43311" y="91972"/>
                  <a:pt x="44057" y="93317"/>
                  <a:pt x="45053" y="94437"/>
                </a:cubicBezTo>
                <a:cubicBezTo>
                  <a:pt x="44680" y="95482"/>
                  <a:pt x="44232" y="96552"/>
                  <a:pt x="43684" y="97573"/>
                </a:cubicBezTo>
                <a:cubicBezTo>
                  <a:pt x="41394" y="98569"/>
                  <a:pt x="39104" y="99415"/>
                  <a:pt x="36914" y="100087"/>
                </a:cubicBezTo>
                <a:cubicBezTo>
                  <a:pt x="36839" y="99938"/>
                  <a:pt x="36764" y="99813"/>
                  <a:pt x="36715" y="99689"/>
                </a:cubicBezTo>
                <a:cubicBezTo>
                  <a:pt x="36690" y="99589"/>
                  <a:pt x="36615" y="99465"/>
                  <a:pt x="36590" y="99390"/>
                </a:cubicBezTo>
                <a:lnTo>
                  <a:pt x="36590" y="99340"/>
                </a:lnTo>
                <a:cubicBezTo>
                  <a:pt x="36441" y="98917"/>
                  <a:pt x="36291" y="98444"/>
                  <a:pt x="36167" y="97971"/>
                </a:cubicBezTo>
                <a:cubicBezTo>
                  <a:pt x="36192" y="97946"/>
                  <a:pt x="36217" y="97921"/>
                  <a:pt x="36267" y="97921"/>
                </a:cubicBezTo>
                <a:cubicBezTo>
                  <a:pt x="36665" y="97598"/>
                  <a:pt x="37063" y="97324"/>
                  <a:pt x="37436" y="96976"/>
                </a:cubicBezTo>
                <a:cubicBezTo>
                  <a:pt x="37461" y="96951"/>
                  <a:pt x="37511" y="96951"/>
                  <a:pt x="37511" y="96926"/>
                </a:cubicBezTo>
                <a:cubicBezTo>
                  <a:pt x="39776" y="95034"/>
                  <a:pt x="41568" y="92819"/>
                  <a:pt x="42813" y="90429"/>
                </a:cubicBezTo>
                <a:close/>
                <a:moveTo>
                  <a:pt x="35968" y="98046"/>
                </a:moveTo>
                <a:lnTo>
                  <a:pt x="36167" y="98693"/>
                </a:lnTo>
                <a:cubicBezTo>
                  <a:pt x="36167" y="98718"/>
                  <a:pt x="36167" y="98718"/>
                  <a:pt x="36192" y="98743"/>
                </a:cubicBezTo>
                <a:cubicBezTo>
                  <a:pt x="36217" y="98842"/>
                  <a:pt x="36242" y="98917"/>
                  <a:pt x="36291" y="98992"/>
                </a:cubicBezTo>
                <a:lnTo>
                  <a:pt x="36391" y="99290"/>
                </a:lnTo>
                <a:lnTo>
                  <a:pt x="36466" y="99564"/>
                </a:lnTo>
                <a:cubicBezTo>
                  <a:pt x="36466" y="99589"/>
                  <a:pt x="36515" y="99614"/>
                  <a:pt x="36515" y="99664"/>
                </a:cubicBezTo>
                <a:cubicBezTo>
                  <a:pt x="36565" y="99813"/>
                  <a:pt x="36640" y="99938"/>
                  <a:pt x="36690" y="100087"/>
                </a:cubicBezTo>
                <a:lnTo>
                  <a:pt x="36690" y="100112"/>
                </a:lnTo>
                <a:lnTo>
                  <a:pt x="36640" y="100112"/>
                </a:lnTo>
                <a:cubicBezTo>
                  <a:pt x="36590" y="100087"/>
                  <a:pt x="36590" y="100037"/>
                  <a:pt x="36565" y="99987"/>
                </a:cubicBezTo>
                <a:cubicBezTo>
                  <a:pt x="36466" y="99788"/>
                  <a:pt x="36391" y="99539"/>
                  <a:pt x="36291" y="99290"/>
                </a:cubicBezTo>
                <a:cubicBezTo>
                  <a:pt x="36267" y="99191"/>
                  <a:pt x="36217" y="99066"/>
                  <a:pt x="36167" y="98967"/>
                </a:cubicBezTo>
                <a:lnTo>
                  <a:pt x="36167" y="98942"/>
                </a:lnTo>
                <a:cubicBezTo>
                  <a:pt x="36067" y="98668"/>
                  <a:pt x="35968" y="98369"/>
                  <a:pt x="35918" y="98096"/>
                </a:cubicBezTo>
                <a:lnTo>
                  <a:pt x="35943" y="98071"/>
                </a:lnTo>
                <a:lnTo>
                  <a:pt x="35968" y="98046"/>
                </a:lnTo>
                <a:close/>
                <a:moveTo>
                  <a:pt x="5551" y="97075"/>
                </a:moveTo>
                <a:lnTo>
                  <a:pt x="5601" y="97175"/>
                </a:lnTo>
                <a:cubicBezTo>
                  <a:pt x="5675" y="97374"/>
                  <a:pt x="5725" y="97573"/>
                  <a:pt x="5800" y="97797"/>
                </a:cubicBezTo>
                <a:cubicBezTo>
                  <a:pt x="5899" y="98096"/>
                  <a:pt x="5974" y="98369"/>
                  <a:pt x="6074" y="98668"/>
                </a:cubicBezTo>
                <a:cubicBezTo>
                  <a:pt x="6173" y="98942"/>
                  <a:pt x="6298" y="99216"/>
                  <a:pt x="6397" y="99465"/>
                </a:cubicBezTo>
                <a:cubicBezTo>
                  <a:pt x="6497" y="99704"/>
                  <a:pt x="6565" y="99928"/>
                  <a:pt x="6652" y="100148"/>
                </a:cubicBezTo>
                <a:lnTo>
                  <a:pt x="6652" y="100148"/>
                </a:lnTo>
                <a:cubicBezTo>
                  <a:pt x="6626" y="100095"/>
                  <a:pt x="6591" y="100021"/>
                  <a:pt x="6571" y="99962"/>
                </a:cubicBezTo>
                <a:cubicBezTo>
                  <a:pt x="6347" y="99514"/>
                  <a:pt x="6173" y="98992"/>
                  <a:pt x="5974" y="98469"/>
                </a:cubicBezTo>
                <a:cubicBezTo>
                  <a:pt x="5974" y="98444"/>
                  <a:pt x="5974" y="98444"/>
                  <a:pt x="5949" y="98419"/>
                </a:cubicBezTo>
                <a:cubicBezTo>
                  <a:pt x="5800" y="97971"/>
                  <a:pt x="5675" y="97548"/>
                  <a:pt x="5551" y="97075"/>
                </a:cubicBezTo>
                <a:close/>
                <a:moveTo>
                  <a:pt x="75868" y="90753"/>
                </a:moveTo>
                <a:cubicBezTo>
                  <a:pt x="76491" y="91972"/>
                  <a:pt x="77038" y="93167"/>
                  <a:pt x="77486" y="94287"/>
                </a:cubicBezTo>
                <a:cubicBezTo>
                  <a:pt x="77511" y="94362"/>
                  <a:pt x="77586" y="94462"/>
                  <a:pt x="77611" y="94561"/>
                </a:cubicBezTo>
                <a:cubicBezTo>
                  <a:pt x="77735" y="94835"/>
                  <a:pt x="77835" y="95109"/>
                  <a:pt x="77909" y="95432"/>
                </a:cubicBezTo>
                <a:cubicBezTo>
                  <a:pt x="77984" y="95607"/>
                  <a:pt x="78084" y="95806"/>
                  <a:pt x="78133" y="95980"/>
                </a:cubicBezTo>
                <a:lnTo>
                  <a:pt x="78333" y="96652"/>
                </a:lnTo>
                <a:cubicBezTo>
                  <a:pt x="78382" y="96826"/>
                  <a:pt x="78457" y="97050"/>
                  <a:pt x="78507" y="97224"/>
                </a:cubicBezTo>
                <a:cubicBezTo>
                  <a:pt x="77860" y="97697"/>
                  <a:pt x="77163" y="98170"/>
                  <a:pt x="76491" y="98593"/>
                </a:cubicBezTo>
                <a:lnTo>
                  <a:pt x="76217" y="98793"/>
                </a:lnTo>
                <a:cubicBezTo>
                  <a:pt x="76142" y="98842"/>
                  <a:pt x="76043" y="98892"/>
                  <a:pt x="75993" y="98942"/>
                </a:cubicBezTo>
                <a:cubicBezTo>
                  <a:pt x="75420" y="99315"/>
                  <a:pt x="74873" y="99664"/>
                  <a:pt x="74300" y="100012"/>
                </a:cubicBezTo>
                <a:cubicBezTo>
                  <a:pt x="74275" y="100037"/>
                  <a:pt x="74176" y="100087"/>
                  <a:pt x="74101" y="100162"/>
                </a:cubicBezTo>
                <a:cubicBezTo>
                  <a:pt x="73902" y="100037"/>
                  <a:pt x="73728" y="99913"/>
                  <a:pt x="73529" y="99763"/>
                </a:cubicBezTo>
                <a:cubicBezTo>
                  <a:pt x="73479" y="99689"/>
                  <a:pt x="73404" y="99664"/>
                  <a:pt x="73304" y="99589"/>
                </a:cubicBezTo>
                <a:cubicBezTo>
                  <a:pt x="73180" y="99514"/>
                  <a:pt x="73105" y="99415"/>
                  <a:pt x="72981" y="99315"/>
                </a:cubicBezTo>
                <a:lnTo>
                  <a:pt x="72508" y="98942"/>
                </a:lnTo>
                <a:cubicBezTo>
                  <a:pt x="72458" y="98917"/>
                  <a:pt x="72433" y="98892"/>
                  <a:pt x="72384" y="98842"/>
                </a:cubicBezTo>
                <a:cubicBezTo>
                  <a:pt x="72184" y="98693"/>
                  <a:pt x="72035" y="98544"/>
                  <a:pt x="71861" y="98394"/>
                </a:cubicBezTo>
                <a:lnTo>
                  <a:pt x="71786" y="98320"/>
                </a:lnTo>
                <a:cubicBezTo>
                  <a:pt x="71637" y="98170"/>
                  <a:pt x="71438" y="98021"/>
                  <a:pt x="71263" y="97847"/>
                </a:cubicBezTo>
                <a:cubicBezTo>
                  <a:pt x="71239" y="97822"/>
                  <a:pt x="71189" y="97797"/>
                  <a:pt x="71139" y="97772"/>
                </a:cubicBezTo>
                <a:cubicBezTo>
                  <a:pt x="70990" y="97648"/>
                  <a:pt x="70815" y="97473"/>
                  <a:pt x="70666" y="97324"/>
                </a:cubicBezTo>
                <a:lnTo>
                  <a:pt x="70492" y="97150"/>
                </a:lnTo>
                <a:lnTo>
                  <a:pt x="70118" y="96776"/>
                </a:lnTo>
                <a:cubicBezTo>
                  <a:pt x="70019" y="96677"/>
                  <a:pt x="69894" y="96577"/>
                  <a:pt x="69795" y="96453"/>
                </a:cubicBezTo>
                <a:cubicBezTo>
                  <a:pt x="69695" y="96353"/>
                  <a:pt x="69621" y="96229"/>
                  <a:pt x="69496" y="96154"/>
                </a:cubicBezTo>
                <a:lnTo>
                  <a:pt x="69197" y="95855"/>
                </a:lnTo>
                <a:cubicBezTo>
                  <a:pt x="69994" y="95308"/>
                  <a:pt x="70741" y="94735"/>
                  <a:pt x="71512" y="94188"/>
                </a:cubicBezTo>
                <a:cubicBezTo>
                  <a:pt x="71662" y="94063"/>
                  <a:pt x="71811" y="93939"/>
                  <a:pt x="71985" y="93839"/>
                </a:cubicBezTo>
                <a:cubicBezTo>
                  <a:pt x="72732" y="93292"/>
                  <a:pt x="73504" y="92694"/>
                  <a:pt x="74225" y="92097"/>
                </a:cubicBezTo>
                <a:cubicBezTo>
                  <a:pt x="74425" y="91948"/>
                  <a:pt x="74624" y="91748"/>
                  <a:pt x="74848" y="91599"/>
                </a:cubicBezTo>
                <a:lnTo>
                  <a:pt x="75868" y="90753"/>
                </a:lnTo>
                <a:close/>
                <a:moveTo>
                  <a:pt x="69123" y="95980"/>
                </a:moveTo>
                <a:cubicBezTo>
                  <a:pt x="69197" y="96079"/>
                  <a:pt x="69272" y="96179"/>
                  <a:pt x="69372" y="96229"/>
                </a:cubicBezTo>
                <a:lnTo>
                  <a:pt x="69695" y="96577"/>
                </a:lnTo>
                <a:lnTo>
                  <a:pt x="69894" y="96776"/>
                </a:lnTo>
                <a:cubicBezTo>
                  <a:pt x="71363" y="98195"/>
                  <a:pt x="72732" y="99390"/>
                  <a:pt x="73927" y="100211"/>
                </a:cubicBezTo>
                <a:cubicBezTo>
                  <a:pt x="73902" y="100286"/>
                  <a:pt x="73902" y="100286"/>
                  <a:pt x="73877" y="100286"/>
                </a:cubicBezTo>
                <a:cubicBezTo>
                  <a:pt x="72433" y="99290"/>
                  <a:pt x="70815" y="97847"/>
                  <a:pt x="69048" y="96030"/>
                </a:cubicBezTo>
                <a:lnTo>
                  <a:pt x="69123" y="95980"/>
                </a:lnTo>
                <a:close/>
                <a:moveTo>
                  <a:pt x="78606" y="97424"/>
                </a:moveTo>
                <a:lnTo>
                  <a:pt x="78606" y="97448"/>
                </a:lnTo>
                <a:lnTo>
                  <a:pt x="78606" y="97473"/>
                </a:lnTo>
                <a:cubicBezTo>
                  <a:pt x="78482" y="97573"/>
                  <a:pt x="78357" y="97672"/>
                  <a:pt x="78233" y="97722"/>
                </a:cubicBezTo>
                <a:cubicBezTo>
                  <a:pt x="77735" y="98071"/>
                  <a:pt x="77188" y="98444"/>
                  <a:pt x="76715" y="98793"/>
                </a:cubicBezTo>
                <a:cubicBezTo>
                  <a:pt x="76441" y="98942"/>
                  <a:pt x="76242" y="99091"/>
                  <a:pt x="75993" y="99266"/>
                </a:cubicBezTo>
                <a:lnTo>
                  <a:pt x="74947" y="99913"/>
                </a:lnTo>
                <a:cubicBezTo>
                  <a:pt x="74848" y="99962"/>
                  <a:pt x="74698" y="100062"/>
                  <a:pt x="74574" y="100137"/>
                </a:cubicBezTo>
                <a:cubicBezTo>
                  <a:pt x="74524" y="100186"/>
                  <a:pt x="74425" y="100261"/>
                  <a:pt x="74300" y="100286"/>
                </a:cubicBezTo>
                <a:cubicBezTo>
                  <a:pt x="74350" y="100211"/>
                  <a:pt x="74400" y="100186"/>
                  <a:pt x="74425" y="100162"/>
                </a:cubicBezTo>
                <a:cubicBezTo>
                  <a:pt x="74499" y="100137"/>
                  <a:pt x="74574" y="100062"/>
                  <a:pt x="74649" y="100037"/>
                </a:cubicBezTo>
                <a:cubicBezTo>
                  <a:pt x="74773" y="99938"/>
                  <a:pt x="74922" y="99888"/>
                  <a:pt x="75047" y="99788"/>
                </a:cubicBezTo>
                <a:cubicBezTo>
                  <a:pt x="75097" y="99788"/>
                  <a:pt x="75097" y="99763"/>
                  <a:pt x="75122" y="99763"/>
                </a:cubicBezTo>
                <a:cubicBezTo>
                  <a:pt x="75470" y="99539"/>
                  <a:pt x="75794" y="99315"/>
                  <a:pt x="76117" y="99091"/>
                </a:cubicBezTo>
                <a:cubicBezTo>
                  <a:pt x="76291" y="98967"/>
                  <a:pt x="76441" y="98892"/>
                  <a:pt x="76640" y="98768"/>
                </a:cubicBezTo>
                <a:cubicBezTo>
                  <a:pt x="76739" y="98693"/>
                  <a:pt x="76814" y="98643"/>
                  <a:pt x="76889" y="98593"/>
                </a:cubicBezTo>
                <a:cubicBezTo>
                  <a:pt x="77312" y="98320"/>
                  <a:pt x="77735" y="98021"/>
                  <a:pt x="78158" y="97722"/>
                </a:cubicBezTo>
                <a:cubicBezTo>
                  <a:pt x="78308" y="97623"/>
                  <a:pt x="78482" y="97548"/>
                  <a:pt x="78606" y="97424"/>
                </a:cubicBezTo>
                <a:close/>
                <a:moveTo>
                  <a:pt x="43560" y="97797"/>
                </a:moveTo>
                <a:cubicBezTo>
                  <a:pt x="43535" y="97822"/>
                  <a:pt x="43535" y="97897"/>
                  <a:pt x="43510" y="97921"/>
                </a:cubicBezTo>
                <a:cubicBezTo>
                  <a:pt x="41319" y="98842"/>
                  <a:pt x="39154" y="99664"/>
                  <a:pt x="37038" y="100311"/>
                </a:cubicBezTo>
                <a:cubicBezTo>
                  <a:pt x="37038" y="100286"/>
                  <a:pt x="37013" y="100261"/>
                  <a:pt x="37013" y="100211"/>
                </a:cubicBezTo>
                <a:cubicBezTo>
                  <a:pt x="39129" y="99564"/>
                  <a:pt x="41319" y="98718"/>
                  <a:pt x="43560" y="97797"/>
                </a:cubicBezTo>
                <a:close/>
                <a:moveTo>
                  <a:pt x="36789" y="100311"/>
                </a:moveTo>
                <a:lnTo>
                  <a:pt x="36789" y="100336"/>
                </a:lnTo>
                <a:cubicBezTo>
                  <a:pt x="36789" y="100336"/>
                  <a:pt x="36789" y="100386"/>
                  <a:pt x="36814" y="100386"/>
                </a:cubicBezTo>
                <a:cubicBezTo>
                  <a:pt x="36789" y="100386"/>
                  <a:pt x="36764" y="100386"/>
                  <a:pt x="36764" y="100410"/>
                </a:cubicBezTo>
                <a:cubicBezTo>
                  <a:pt x="36764" y="100386"/>
                  <a:pt x="36715" y="100336"/>
                  <a:pt x="36715" y="100311"/>
                </a:cubicBezTo>
                <a:close/>
                <a:moveTo>
                  <a:pt x="74126" y="100386"/>
                </a:moveTo>
                <a:cubicBezTo>
                  <a:pt x="74126" y="100386"/>
                  <a:pt x="74151" y="100386"/>
                  <a:pt x="74151" y="100410"/>
                </a:cubicBezTo>
                <a:cubicBezTo>
                  <a:pt x="74126" y="100410"/>
                  <a:pt x="74126" y="100435"/>
                  <a:pt x="74101" y="100435"/>
                </a:cubicBezTo>
                <a:cubicBezTo>
                  <a:pt x="74101" y="100435"/>
                  <a:pt x="74051" y="100435"/>
                  <a:pt x="74026" y="100411"/>
                </a:cubicBezTo>
                <a:lnTo>
                  <a:pt x="74026" y="100411"/>
                </a:lnTo>
                <a:cubicBezTo>
                  <a:pt x="74026" y="100411"/>
                  <a:pt x="74026" y="100411"/>
                  <a:pt x="74026" y="100411"/>
                </a:cubicBezTo>
                <a:lnTo>
                  <a:pt x="74026" y="100411"/>
                </a:lnTo>
                <a:cubicBezTo>
                  <a:pt x="74039" y="100423"/>
                  <a:pt x="74039" y="100429"/>
                  <a:pt x="74036" y="100429"/>
                </a:cubicBezTo>
                <a:cubicBezTo>
                  <a:pt x="74033" y="100429"/>
                  <a:pt x="74026" y="100423"/>
                  <a:pt x="74026" y="100410"/>
                </a:cubicBezTo>
                <a:lnTo>
                  <a:pt x="74026" y="100410"/>
                </a:lnTo>
                <a:cubicBezTo>
                  <a:pt x="74026" y="100410"/>
                  <a:pt x="74026" y="100410"/>
                  <a:pt x="74026" y="100410"/>
                </a:cubicBezTo>
                <a:cubicBezTo>
                  <a:pt x="74051" y="100410"/>
                  <a:pt x="74051" y="100386"/>
                  <a:pt x="74101" y="100386"/>
                </a:cubicBezTo>
                <a:close/>
                <a:moveTo>
                  <a:pt x="35719" y="98220"/>
                </a:moveTo>
                <a:cubicBezTo>
                  <a:pt x="35769" y="98345"/>
                  <a:pt x="35794" y="98444"/>
                  <a:pt x="35818" y="98544"/>
                </a:cubicBezTo>
                <a:cubicBezTo>
                  <a:pt x="35843" y="98668"/>
                  <a:pt x="35893" y="98768"/>
                  <a:pt x="35918" y="98892"/>
                </a:cubicBezTo>
                <a:cubicBezTo>
                  <a:pt x="35918" y="98917"/>
                  <a:pt x="35943" y="98942"/>
                  <a:pt x="35943" y="98942"/>
                </a:cubicBezTo>
                <a:cubicBezTo>
                  <a:pt x="35943" y="98942"/>
                  <a:pt x="35943" y="98967"/>
                  <a:pt x="35968" y="98967"/>
                </a:cubicBezTo>
                <a:cubicBezTo>
                  <a:pt x="36018" y="99091"/>
                  <a:pt x="36067" y="99191"/>
                  <a:pt x="36092" y="99315"/>
                </a:cubicBezTo>
                <a:cubicBezTo>
                  <a:pt x="36092" y="99340"/>
                  <a:pt x="36142" y="99415"/>
                  <a:pt x="36142" y="99440"/>
                </a:cubicBezTo>
                <a:cubicBezTo>
                  <a:pt x="36167" y="99564"/>
                  <a:pt x="36217" y="99664"/>
                  <a:pt x="36267" y="99788"/>
                </a:cubicBezTo>
                <a:cubicBezTo>
                  <a:pt x="36316" y="99913"/>
                  <a:pt x="36341" y="100037"/>
                  <a:pt x="36416" y="100162"/>
                </a:cubicBezTo>
                <a:lnTo>
                  <a:pt x="34823" y="100635"/>
                </a:lnTo>
                <a:cubicBezTo>
                  <a:pt x="34673" y="100162"/>
                  <a:pt x="34474" y="99664"/>
                  <a:pt x="34300" y="99166"/>
                </a:cubicBezTo>
                <a:cubicBezTo>
                  <a:pt x="34549" y="99017"/>
                  <a:pt x="34773" y="98842"/>
                  <a:pt x="34972" y="98693"/>
                </a:cubicBezTo>
                <a:lnTo>
                  <a:pt x="35719" y="98220"/>
                </a:lnTo>
                <a:close/>
                <a:moveTo>
                  <a:pt x="34126" y="99241"/>
                </a:moveTo>
                <a:cubicBezTo>
                  <a:pt x="34325" y="99763"/>
                  <a:pt x="34499" y="100211"/>
                  <a:pt x="34698" y="100709"/>
                </a:cubicBezTo>
                <a:cubicBezTo>
                  <a:pt x="34673" y="100709"/>
                  <a:pt x="34673" y="100709"/>
                  <a:pt x="34649" y="100759"/>
                </a:cubicBezTo>
                <a:cubicBezTo>
                  <a:pt x="34449" y="100261"/>
                  <a:pt x="34275" y="99788"/>
                  <a:pt x="34076" y="99290"/>
                </a:cubicBezTo>
                <a:cubicBezTo>
                  <a:pt x="34101" y="99290"/>
                  <a:pt x="34101" y="99241"/>
                  <a:pt x="34126" y="99241"/>
                </a:cubicBezTo>
                <a:close/>
                <a:moveTo>
                  <a:pt x="67306" y="94437"/>
                </a:moveTo>
                <a:lnTo>
                  <a:pt x="67380" y="94486"/>
                </a:lnTo>
                <a:cubicBezTo>
                  <a:pt x="67555" y="94710"/>
                  <a:pt x="67779" y="94934"/>
                  <a:pt x="67953" y="95134"/>
                </a:cubicBezTo>
                <a:cubicBezTo>
                  <a:pt x="68177" y="95358"/>
                  <a:pt x="68401" y="95607"/>
                  <a:pt x="68625" y="95831"/>
                </a:cubicBezTo>
                <a:cubicBezTo>
                  <a:pt x="68077" y="96204"/>
                  <a:pt x="67555" y="96577"/>
                  <a:pt x="67032" y="96926"/>
                </a:cubicBezTo>
                <a:cubicBezTo>
                  <a:pt x="66683" y="97125"/>
                  <a:pt x="66335" y="97374"/>
                  <a:pt x="66036" y="97598"/>
                </a:cubicBezTo>
                <a:cubicBezTo>
                  <a:pt x="65364" y="98046"/>
                  <a:pt x="64717" y="98444"/>
                  <a:pt x="64070" y="98892"/>
                </a:cubicBezTo>
                <a:cubicBezTo>
                  <a:pt x="63821" y="99041"/>
                  <a:pt x="63572" y="99216"/>
                  <a:pt x="63323" y="99390"/>
                </a:cubicBezTo>
                <a:cubicBezTo>
                  <a:pt x="62576" y="99838"/>
                  <a:pt x="61830" y="100311"/>
                  <a:pt x="61058" y="100759"/>
                </a:cubicBezTo>
                <a:cubicBezTo>
                  <a:pt x="61108" y="99465"/>
                  <a:pt x="61108" y="98145"/>
                  <a:pt x="61058" y="96801"/>
                </a:cubicBezTo>
                <a:cubicBezTo>
                  <a:pt x="63074" y="96229"/>
                  <a:pt x="65165" y="95432"/>
                  <a:pt x="67306" y="94437"/>
                </a:cubicBezTo>
                <a:close/>
                <a:moveTo>
                  <a:pt x="97026" y="81269"/>
                </a:moveTo>
                <a:cubicBezTo>
                  <a:pt x="97822" y="81518"/>
                  <a:pt x="98544" y="81643"/>
                  <a:pt x="99092" y="81643"/>
                </a:cubicBezTo>
                <a:cubicBezTo>
                  <a:pt x="99266" y="81643"/>
                  <a:pt x="99415" y="81643"/>
                  <a:pt x="99540" y="81618"/>
                </a:cubicBezTo>
                <a:lnTo>
                  <a:pt x="99540" y="81618"/>
                </a:lnTo>
                <a:cubicBezTo>
                  <a:pt x="98942" y="82365"/>
                  <a:pt x="98320" y="83061"/>
                  <a:pt x="97698" y="83833"/>
                </a:cubicBezTo>
                <a:cubicBezTo>
                  <a:pt x="97200" y="84406"/>
                  <a:pt x="96677" y="85003"/>
                  <a:pt x="96155" y="85600"/>
                </a:cubicBezTo>
                <a:cubicBezTo>
                  <a:pt x="95283" y="86571"/>
                  <a:pt x="94412" y="87517"/>
                  <a:pt x="93466" y="88488"/>
                </a:cubicBezTo>
                <a:lnTo>
                  <a:pt x="93441" y="88513"/>
                </a:lnTo>
                <a:cubicBezTo>
                  <a:pt x="89708" y="92371"/>
                  <a:pt x="85601" y="96055"/>
                  <a:pt x="81220" y="99390"/>
                </a:cubicBezTo>
                <a:lnTo>
                  <a:pt x="80100" y="100211"/>
                </a:lnTo>
                <a:cubicBezTo>
                  <a:pt x="79851" y="100410"/>
                  <a:pt x="79552" y="100585"/>
                  <a:pt x="79303" y="100784"/>
                </a:cubicBezTo>
                <a:cubicBezTo>
                  <a:pt x="79303" y="100759"/>
                  <a:pt x="79353" y="100684"/>
                  <a:pt x="79353" y="100659"/>
                </a:cubicBezTo>
                <a:cubicBezTo>
                  <a:pt x="79378" y="100560"/>
                  <a:pt x="79378" y="100460"/>
                  <a:pt x="79403" y="100386"/>
                </a:cubicBezTo>
                <a:cubicBezTo>
                  <a:pt x="79403" y="100311"/>
                  <a:pt x="79403" y="100261"/>
                  <a:pt x="79428" y="100186"/>
                </a:cubicBezTo>
                <a:cubicBezTo>
                  <a:pt x="79428" y="100087"/>
                  <a:pt x="79477" y="100012"/>
                  <a:pt x="79477" y="99888"/>
                </a:cubicBezTo>
                <a:cubicBezTo>
                  <a:pt x="79403" y="99813"/>
                  <a:pt x="79403" y="99714"/>
                  <a:pt x="79403" y="99664"/>
                </a:cubicBezTo>
                <a:lnTo>
                  <a:pt x="79403" y="99315"/>
                </a:lnTo>
                <a:cubicBezTo>
                  <a:pt x="79403" y="99216"/>
                  <a:pt x="79378" y="99141"/>
                  <a:pt x="79378" y="99066"/>
                </a:cubicBezTo>
                <a:cubicBezTo>
                  <a:pt x="79378" y="98942"/>
                  <a:pt x="79353" y="98842"/>
                  <a:pt x="79353" y="98718"/>
                </a:cubicBezTo>
                <a:cubicBezTo>
                  <a:pt x="79353" y="98618"/>
                  <a:pt x="79303" y="98544"/>
                  <a:pt x="79278" y="98444"/>
                </a:cubicBezTo>
                <a:cubicBezTo>
                  <a:pt x="79278" y="98345"/>
                  <a:pt x="79253" y="98295"/>
                  <a:pt x="79253" y="98195"/>
                </a:cubicBezTo>
                <a:cubicBezTo>
                  <a:pt x="85825" y="93068"/>
                  <a:pt x="91823" y="87293"/>
                  <a:pt x="97026" y="81269"/>
                </a:cubicBezTo>
                <a:close/>
                <a:moveTo>
                  <a:pt x="78731" y="97697"/>
                </a:moveTo>
                <a:cubicBezTo>
                  <a:pt x="78731" y="97747"/>
                  <a:pt x="78756" y="97822"/>
                  <a:pt x="78756" y="97872"/>
                </a:cubicBezTo>
                <a:cubicBezTo>
                  <a:pt x="78756" y="97946"/>
                  <a:pt x="78781" y="97971"/>
                  <a:pt x="78781" y="98046"/>
                </a:cubicBezTo>
                <a:cubicBezTo>
                  <a:pt x="77561" y="98967"/>
                  <a:pt x="76316" y="99913"/>
                  <a:pt x="75072" y="100809"/>
                </a:cubicBezTo>
                <a:cubicBezTo>
                  <a:pt x="74898" y="100659"/>
                  <a:pt x="74723" y="100560"/>
                  <a:pt x="74524" y="100435"/>
                </a:cubicBezTo>
                <a:cubicBezTo>
                  <a:pt x="74574" y="100336"/>
                  <a:pt x="74674" y="100286"/>
                  <a:pt x="74798" y="100211"/>
                </a:cubicBezTo>
                <a:cubicBezTo>
                  <a:pt x="74922" y="100162"/>
                  <a:pt x="75047" y="100062"/>
                  <a:pt x="75171" y="100012"/>
                </a:cubicBezTo>
                <a:cubicBezTo>
                  <a:pt x="75196" y="100012"/>
                  <a:pt x="75196" y="99962"/>
                  <a:pt x="75246" y="99962"/>
                </a:cubicBezTo>
                <a:cubicBezTo>
                  <a:pt x="75420" y="99838"/>
                  <a:pt x="75570" y="99714"/>
                  <a:pt x="75769" y="99639"/>
                </a:cubicBezTo>
                <a:lnTo>
                  <a:pt x="76043" y="99440"/>
                </a:lnTo>
                <a:cubicBezTo>
                  <a:pt x="76291" y="99290"/>
                  <a:pt x="76565" y="99091"/>
                  <a:pt x="76814" y="98942"/>
                </a:cubicBezTo>
                <a:cubicBezTo>
                  <a:pt x="76889" y="98917"/>
                  <a:pt x="76939" y="98842"/>
                  <a:pt x="77038" y="98793"/>
                </a:cubicBezTo>
                <a:cubicBezTo>
                  <a:pt x="77262" y="98668"/>
                  <a:pt x="77436" y="98494"/>
                  <a:pt x="77660" y="98369"/>
                </a:cubicBezTo>
                <a:cubicBezTo>
                  <a:pt x="77785" y="98295"/>
                  <a:pt x="77909" y="98195"/>
                  <a:pt x="78034" y="98121"/>
                </a:cubicBezTo>
                <a:cubicBezTo>
                  <a:pt x="78059" y="98121"/>
                  <a:pt x="78059" y="98096"/>
                  <a:pt x="78108" y="98096"/>
                </a:cubicBezTo>
                <a:lnTo>
                  <a:pt x="78133" y="98096"/>
                </a:lnTo>
                <a:cubicBezTo>
                  <a:pt x="78308" y="97971"/>
                  <a:pt x="78507" y="97847"/>
                  <a:pt x="78731" y="97697"/>
                </a:cubicBezTo>
                <a:close/>
                <a:moveTo>
                  <a:pt x="60859" y="96826"/>
                </a:moveTo>
                <a:lnTo>
                  <a:pt x="60859" y="96826"/>
                </a:lnTo>
                <a:cubicBezTo>
                  <a:pt x="60959" y="98195"/>
                  <a:pt x="60934" y="99539"/>
                  <a:pt x="60834" y="100883"/>
                </a:cubicBezTo>
                <a:cubicBezTo>
                  <a:pt x="60809" y="100883"/>
                  <a:pt x="60809" y="100908"/>
                  <a:pt x="60784" y="100908"/>
                </a:cubicBezTo>
                <a:cubicBezTo>
                  <a:pt x="60859" y="99589"/>
                  <a:pt x="60884" y="98220"/>
                  <a:pt x="60809" y="96851"/>
                </a:cubicBezTo>
                <a:cubicBezTo>
                  <a:pt x="60834" y="96851"/>
                  <a:pt x="60834" y="96851"/>
                  <a:pt x="60859" y="96826"/>
                </a:cubicBezTo>
                <a:close/>
                <a:moveTo>
                  <a:pt x="78830" y="98195"/>
                </a:moveTo>
                <a:lnTo>
                  <a:pt x="78830" y="98245"/>
                </a:lnTo>
                <a:cubicBezTo>
                  <a:pt x="77660" y="99166"/>
                  <a:pt x="76491" y="100062"/>
                  <a:pt x="75296" y="100908"/>
                </a:cubicBezTo>
                <a:cubicBezTo>
                  <a:pt x="75271" y="100908"/>
                  <a:pt x="75271" y="100883"/>
                  <a:pt x="75246" y="100883"/>
                </a:cubicBezTo>
                <a:cubicBezTo>
                  <a:pt x="76441" y="100012"/>
                  <a:pt x="77636" y="99141"/>
                  <a:pt x="78830" y="98195"/>
                </a:cubicBezTo>
                <a:close/>
                <a:moveTo>
                  <a:pt x="36540" y="100386"/>
                </a:moveTo>
                <a:cubicBezTo>
                  <a:pt x="36540" y="100410"/>
                  <a:pt x="36565" y="100410"/>
                  <a:pt x="36565" y="100435"/>
                </a:cubicBezTo>
                <a:lnTo>
                  <a:pt x="36565" y="100460"/>
                </a:lnTo>
                <a:lnTo>
                  <a:pt x="34972" y="100933"/>
                </a:lnTo>
                <a:cubicBezTo>
                  <a:pt x="34972" y="100908"/>
                  <a:pt x="34947" y="100883"/>
                  <a:pt x="34947" y="100834"/>
                </a:cubicBezTo>
                <a:lnTo>
                  <a:pt x="36540" y="100386"/>
                </a:lnTo>
                <a:close/>
                <a:moveTo>
                  <a:pt x="74325" y="100535"/>
                </a:moveTo>
                <a:cubicBezTo>
                  <a:pt x="74524" y="100659"/>
                  <a:pt x="74748" y="100784"/>
                  <a:pt x="74922" y="100908"/>
                </a:cubicBezTo>
                <a:cubicBezTo>
                  <a:pt x="74898" y="100908"/>
                  <a:pt x="74898" y="100933"/>
                  <a:pt x="74873" y="100933"/>
                </a:cubicBezTo>
                <a:cubicBezTo>
                  <a:pt x="74649" y="100809"/>
                  <a:pt x="74474" y="100684"/>
                  <a:pt x="74275" y="100560"/>
                </a:cubicBezTo>
                <a:cubicBezTo>
                  <a:pt x="74300" y="100560"/>
                  <a:pt x="74300" y="100535"/>
                  <a:pt x="74325" y="100535"/>
                </a:cubicBezTo>
                <a:close/>
                <a:moveTo>
                  <a:pt x="5153" y="84729"/>
                </a:moveTo>
                <a:cubicBezTo>
                  <a:pt x="7019" y="87393"/>
                  <a:pt x="9583" y="89384"/>
                  <a:pt x="12869" y="90603"/>
                </a:cubicBezTo>
                <a:cubicBezTo>
                  <a:pt x="12072" y="94088"/>
                  <a:pt x="12023" y="97672"/>
                  <a:pt x="12695" y="100958"/>
                </a:cubicBezTo>
                <a:cubicBezTo>
                  <a:pt x="9832" y="99813"/>
                  <a:pt x="7443" y="98170"/>
                  <a:pt x="5576" y="96055"/>
                </a:cubicBezTo>
                <a:cubicBezTo>
                  <a:pt x="5476" y="95681"/>
                  <a:pt x="5402" y="95308"/>
                  <a:pt x="5327" y="94934"/>
                </a:cubicBezTo>
                <a:cubicBezTo>
                  <a:pt x="5302" y="94760"/>
                  <a:pt x="5277" y="94586"/>
                  <a:pt x="5227" y="94437"/>
                </a:cubicBezTo>
                <a:cubicBezTo>
                  <a:pt x="5153" y="93864"/>
                  <a:pt x="5053" y="93317"/>
                  <a:pt x="4978" y="92719"/>
                </a:cubicBezTo>
                <a:cubicBezTo>
                  <a:pt x="4978" y="92595"/>
                  <a:pt x="4953" y="92445"/>
                  <a:pt x="4953" y="92321"/>
                </a:cubicBezTo>
                <a:lnTo>
                  <a:pt x="4854" y="90902"/>
                </a:lnTo>
                <a:cubicBezTo>
                  <a:pt x="4854" y="90703"/>
                  <a:pt x="4829" y="90479"/>
                  <a:pt x="4829" y="90255"/>
                </a:cubicBezTo>
                <a:cubicBezTo>
                  <a:pt x="4829" y="89658"/>
                  <a:pt x="4804" y="89110"/>
                  <a:pt x="4829" y="88513"/>
                </a:cubicBezTo>
                <a:cubicBezTo>
                  <a:pt x="4829" y="88363"/>
                  <a:pt x="4854" y="88164"/>
                  <a:pt x="4854" y="88015"/>
                </a:cubicBezTo>
                <a:lnTo>
                  <a:pt x="4953" y="86521"/>
                </a:lnTo>
                <a:cubicBezTo>
                  <a:pt x="4978" y="86297"/>
                  <a:pt x="4978" y="86098"/>
                  <a:pt x="5028" y="85899"/>
                </a:cubicBezTo>
                <a:cubicBezTo>
                  <a:pt x="5053" y="85501"/>
                  <a:pt x="5103" y="85127"/>
                  <a:pt x="5153" y="84729"/>
                </a:cubicBezTo>
                <a:close/>
                <a:moveTo>
                  <a:pt x="34798" y="100859"/>
                </a:moveTo>
                <a:lnTo>
                  <a:pt x="34798" y="100859"/>
                </a:lnTo>
                <a:cubicBezTo>
                  <a:pt x="34773" y="100933"/>
                  <a:pt x="34798" y="100958"/>
                  <a:pt x="34798" y="101008"/>
                </a:cubicBezTo>
                <a:lnTo>
                  <a:pt x="34773" y="101008"/>
                </a:lnTo>
                <a:cubicBezTo>
                  <a:pt x="34773" y="100958"/>
                  <a:pt x="34723" y="100933"/>
                  <a:pt x="34723" y="100908"/>
                </a:cubicBezTo>
                <a:cubicBezTo>
                  <a:pt x="34773" y="100908"/>
                  <a:pt x="34773" y="100908"/>
                  <a:pt x="34798" y="100859"/>
                </a:cubicBezTo>
                <a:close/>
                <a:moveTo>
                  <a:pt x="63566" y="99455"/>
                </a:moveTo>
                <a:lnTo>
                  <a:pt x="63566" y="99455"/>
                </a:lnTo>
                <a:cubicBezTo>
                  <a:pt x="62717" y="99992"/>
                  <a:pt x="61880" y="100514"/>
                  <a:pt x="61033" y="101014"/>
                </a:cubicBezTo>
                <a:lnTo>
                  <a:pt x="61033" y="101014"/>
                </a:lnTo>
                <a:cubicBezTo>
                  <a:pt x="61033" y="101012"/>
                  <a:pt x="61033" y="101010"/>
                  <a:pt x="61033" y="101008"/>
                </a:cubicBezTo>
                <a:cubicBezTo>
                  <a:pt x="61830" y="100535"/>
                  <a:pt x="62601" y="100037"/>
                  <a:pt x="63423" y="99539"/>
                </a:cubicBezTo>
                <a:cubicBezTo>
                  <a:pt x="63472" y="99512"/>
                  <a:pt x="63519" y="99484"/>
                  <a:pt x="63566" y="99455"/>
                </a:cubicBezTo>
                <a:close/>
                <a:moveTo>
                  <a:pt x="13043" y="90603"/>
                </a:moveTo>
                <a:cubicBezTo>
                  <a:pt x="13068" y="90603"/>
                  <a:pt x="13068" y="90603"/>
                  <a:pt x="13118" y="90628"/>
                </a:cubicBezTo>
                <a:cubicBezTo>
                  <a:pt x="12321" y="94113"/>
                  <a:pt x="12296" y="97697"/>
                  <a:pt x="12993" y="101033"/>
                </a:cubicBezTo>
                <a:cubicBezTo>
                  <a:pt x="12944" y="101033"/>
                  <a:pt x="12919" y="101008"/>
                  <a:pt x="12919" y="101008"/>
                </a:cubicBezTo>
                <a:cubicBezTo>
                  <a:pt x="12197" y="97672"/>
                  <a:pt x="12271" y="94088"/>
                  <a:pt x="13043" y="90603"/>
                </a:cubicBezTo>
                <a:close/>
                <a:moveTo>
                  <a:pt x="79104" y="98320"/>
                </a:moveTo>
                <a:cubicBezTo>
                  <a:pt x="79104" y="98345"/>
                  <a:pt x="79104" y="98394"/>
                  <a:pt x="79129" y="98444"/>
                </a:cubicBezTo>
                <a:cubicBezTo>
                  <a:pt x="79154" y="98544"/>
                  <a:pt x="79154" y="98643"/>
                  <a:pt x="79204" y="98718"/>
                </a:cubicBezTo>
                <a:cubicBezTo>
                  <a:pt x="79229" y="98842"/>
                  <a:pt x="79229" y="98942"/>
                  <a:pt x="79229" y="99066"/>
                </a:cubicBezTo>
                <a:cubicBezTo>
                  <a:pt x="79229" y="99166"/>
                  <a:pt x="79253" y="99266"/>
                  <a:pt x="79253" y="99340"/>
                </a:cubicBezTo>
                <a:lnTo>
                  <a:pt x="79253" y="99614"/>
                </a:lnTo>
                <a:lnTo>
                  <a:pt x="79253" y="99863"/>
                </a:lnTo>
                <a:cubicBezTo>
                  <a:pt x="79253" y="99962"/>
                  <a:pt x="79253" y="100037"/>
                  <a:pt x="79229" y="100137"/>
                </a:cubicBezTo>
                <a:cubicBezTo>
                  <a:pt x="79229" y="100211"/>
                  <a:pt x="79229" y="100286"/>
                  <a:pt x="79204" y="100386"/>
                </a:cubicBezTo>
                <a:cubicBezTo>
                  <a:pt x="79204" y="100435"/>
                  <a:pt x="79154" y="100485"/>
                  <a:pt x="79154" y="100585"/>
                </a:cubicBezTo>
                <a:cubicBezTo>
                  <a:pt x="79154" y="100659"/>
                  <a:pt x="79129" y="100759"/>
                  <a:pt x="79129" y="100809"/>
                </a:cubicBezTo>
                <a:cubicBezTo>
                  <a:pt x="79104" y="100809"/>
                  <a:pt x="79079" y="100834"/>
                  <a:pt x="79079" y="100908"/>
                </a:cubicBezTo>
                <a:cubicBezTo>
                  <a:pt x="79079" y="100933"/>
                  <a:pt x="79079" y="100933"/>
                  <a:pt x="79029" y="100958"/>
                </a:cubicBezTo>
                <a:cubicBezTo>
                  <a:pt x="79005" y="101008"/>
                  <a:pt x="78980" y="101008"/>
                  <a:pt x="78930" y="101033"/>
                </a:cubicBezTo>
                <a:cubicBezTo>
                  <a:pt x="78930" y="101008"/>
                  <a:pt x="78930" y="101008"/>
                  <a:pt x="78980" y="100958"/>
                </a:cubicBezTo>
                <a:cubicBezTo>
                  <a:pt x="79005" y="100883"/>
                  <a:pt x="79029" y="100809"/>
                  <a:pt x="79079" y="100709"/>
                </a:cubicBezTo>
                <a:cubicBezTo>
                  <a:pt x="79079" y="100659"/>
                  <a:pt x="79104" y="100585"/>
                  <a:pt x="79104" y="100535"/>
                </a:cubicBezTo>
                <a:cubicBezTo>
                  <a:pt x="79104" y="100460"/>
                  <a:pt x="79129" y="100386"/>
                  <a:pt x="79129" y="100311"/>
                </a:cubicBezTo>
                <a:cubicBezTo>
                  <a:pt x="79129" y="100261"/>
                  <a:pt x="79129" y="100162"/>
                  <a:pt x="79154" y="100062"/>
                </a:cubicBezTo>
                <a:lnTo>
                  <a:pt x="79154" y="99838"/>
                </a:lnTo>
                <a:lnTo>
                  <a:pt x="79154" y="99564"/>
                </a:lnTo>
                <a:lnTo>
                  <a:pt x="79154" y="99315"/>
                </a:lnTo>
                <a:cubicBezTo>
                  <a:pt x="79154" y="99216"/>
                  <a:pt x="79129" y="99141"/>
                  <a:pt x="79129" y="99017"/>
                </a:cubicBezTo>
                <a:cubicBezTo>
                  <a:pt x="79129" y="98917"/>
                  <a:pt x="79104" y="98817"/>
                  <a:pt x="79104" y="98718"/>
                </a:cubicBezTo>
                <a:cubicBezTo>
                  <a:pt x="79104" y="98643"/>
                  <a:pt x="79079" y="98519"/>
                  <a:pt x="79029" y="98419"/>
                </a:cubicBezTo>
                <a:lnTo>
                  <a:pt x="79029" y="98345"/>
                </a:lnTo>
                <a:cubicBezTo>
                  <a:pt x="79079" y="98345"/>
                  <a:pt x="79079" y="98320"/>
                  <a:pt x="79104" y="98320"/>
                </a:cubicBezTo>
                <a:close/>
                <a:moveTo>
                  <a:pt x="3236" y="94287"/>
                </a:moveTo>
                <a:cubicBezTo>
                  <a:pt x="3311" y="94287"/>
                  <a:pt x="3311" y="94312"/>
                  <a:pt x="3336" y="94312"/>
                </a:cubicBezTo>
                <a:cubicBezTo>
                  <a:pt x="3336" y="94337"/>
                  <a:pt x="3360" y="94337"/>
                  <a:pt x="3360" y="94362"/>
                </a:cubicBezTo>
                <a:cubicBezTo>
                  <a:pt x="3659" y="94810"/>
                  <a:pt x="3933" y="95208"/>
                  <a:pt x="4281" y="95607"/>
                </a:cubicBezTo>
                <a:lnTo>
                  <a:pt x="4331" y="95681"/>
                </a:lnTo>
                <a:cubicBezTo>
                  <a:pt x="4655" y="96079"/>
                  <a:pt x="4978" y="96453"/>
                  <a:pt x="5327" y="96826"/>
                </a:cubicBezTo>
                <a:cubicBezTo>
                  <a:pt x="5451" y="97324"/>
                  <a:pt x="5601" y="97797"/>
                  <a:pt x="5775" y="98245"/>
                </a:cubicBezTo>
                <a:cubicBezTo>
                  <a:pt x="5800" y="98345"/>
                  <a:pt x="5825" y="98469"/>
                  <a:pt x="5850" y="98593"/>
                </a:cubicBezTo>
                <a:cubicBezTo>
                  <a:pt x="6024" y="99041"/>
                  <a:pt x="6173" y="99465"/>
                  <a:pt x="6347" y="99888"/>
                </a:cubicBezTo>
                <a:cubicBezTo>
                  <a:pt x="6422" y="100037"/>
                  <a:pt x="6472" y="100162"/>
                  <a:pt x="6522" y="100311"/>
                </a:cubicBezTo>
                <a:cubicBezTo>
                  <a:pt x="6646" y="100560"/>
                  <a:pt x="6771" y="100809"/>
                  <a:pt x="6895" y="101083"/>
                </a:cubicBezTo>
                <a:cubicBezTo>
                  <a:pt x="6771" y="100908"/>
                  <a:pt x="6646" y="100709"/>
                  <a:pt x="6472" y="100510"/>
                </a:cubicBezTo>
                <a:cubicBezTo>
                  <a:pt x="5924" y="99639"/>
                  <a:pt x="4281" y="96926"/>
                  <a:pt x="3410" y="94661"/>
                </a:cubicBezTo>
                <a:cubicBezTo>
                  <a:pt x="3336" y="94536"/>
                  <a:pt x="3311" y="94412"/>
                  <a:pt x="3236" y="94287"/>
                </a:cubicBezTo>
                <a:close/>
                <a:moveTo>
                  <a:pt x="85823" y="95956"/>
                </a:moveTo>
                <a:cubicBezTo>
                  <a:pt x="85716" y="96047"/>
                  <a:pt x="85609" y="96138"/>
                  <a:pt x="85501" y="96229"/>
                </a:cubicBezTo>
                <a:cubicBezTo>
                  <a:pt x="85476" y="96279"/>
                  <a:pt x="85426" y="96303"/>
                  <a:pt x="85377" y="96353"/>
                </a:cubicBezTo>
                <a:cubicBezTo>
                  <a:pt x="84854" y="96801"/>
                  <a:pt x="84331" y="97224"/>
                  <a:pt x="83833" y="97648"/>
                </a:cubicBezTo>
                <a:cubicBezTo>
                  <a:pt x="83585" y="97822"/>
                  <a:pt x="83361" y="98046"/>
                  <a:pt x="83112" y="98220"/>
                </a:cubicBezTo>
                <a:cubicBezTo>
                  <a:pt x="82589" y="98668"/>
                  <a:pt x="82016" y="99091"/>
                  <a:pt x="81469" y="99514"/>
                </a:cubicBezTo>
                <a:cubicBezTo>
                  <a:pt x="81071" y="99813"/>
                  <a:pt x="80697" y="100087"/>
                  <a:pt x="80274" y="100386"/>
                </a:cubicBezTo>
                <a:lnTo>
                  <a:pt x="79627" y="100834"/>
                </a:lnTo>
                <a:cubicBezTo>
                  <a:pt x="79602" y="100883"/>
                  <a:pt x="79552" y="100883"/>
                  <a:pt x="79527" y="100908"/>
                </a:cubicBezTo>
                <a:cubicBezTo>
                  <a:pt x="79420" y="100994"/>
                  <a:pt x="79332" y="101043"/>
                  <a:pt x="79230" y="101118"/>
                </a:cubicBezTo>
                <a:lnTo>
                  <a:pt x="79230" y="101118"/>
                </a:lnTo>
                <a:cubicBezTo>
                  <a:pt x="79232" y="101103"/>
                  <a:pt x="79237" y="101083"/>
                  <a:pt x="79253" y="101083"/>
                </a:cubicBezTo>
                <a:cubicBezTo>
                  <a:pt x="79552" y="100883"/>
                  <a:pt x="79851" y="100659"/>
                  <a:pt x="80125" y="100435"/>
                </a:cubicBezTo>
                <a:cubicBezTo>
                  <a:pt x="80573" y="100137"/>
                  <a:pt x="80996" y="99813"/>
                  <a:pt x="81394" y="99514"/>
                </a:cubicBezTo>
                <a:cubicBezTo>
                  <a:pt x="81718" y="99290"/>
                  <a:pt x="81991" y="99066"/>
                  <a:pt x="82265" y="98842"/>
                </a:cubicBezTo>
                <a:cubicBezTo>
                  <a:pt x="83385" y="97996"/>
                  <a:pt x="84853" y="96753"/>
                  <a:pt x="85823" y="95956"/>
                </a:cubicBezTo>
                <a:close/>
                <a:moveTo>
                  <a:pt x="79209" y="101134"/>
                </a:moveTo>
                <a:cubicBezTo>
                  <a:pt x="79199" y="101141"/>
                  <a:pt x="79189" y="101149"/>
                  <a:pt x="79179" y="101157"/>
                </a:cubicBezTo>
                <a:cubicBezTo>
                  <a:pt x="79179" y="101157"/>
                  <a:pt x="79179" y="101140"/>
                  <a:pt x="79209" y="101134"/>
                </a:cubicBezTo>
                <a:close/>
                <a:moveTo>
                  <a:pt x="60834" y="101107"/>
                </a:moveTo>
                <a:lnTo>
                  <a:pt x="60834" y="101207"/>
                </a:lnTo>
                <a:cubicBezTo>
                  <a:pt x="60809" y="101207"/>
                  <a:pt x="60809" y="101257"/>
                  <a:pt x="60784" y="101257"/>
                </a:cubicBezTo>
                <a:lnTo>
                  <a:pt x="60784" y="101157"/>
                </a:lnTo>
                <a:cubicBezTo>
                  <a:pt x="60809" y="101157"/>
                  <a:pt x="60809" y="101107"/>
                  <a:pt x="60834" y="101107"/>
                </a:cubicBezTo>
                <a:close/>
                <a:moveTo>
                  <a:pt x="78835" y="101389"/>
                </a:moveTo>
                <a:cubicBezTo>
                  <a:pt x="78826" y="101395"/>
                  <a:pt x="78816" y="101403"/>
                  <a:pt x="78795" y="101405"/>
                </a:cubicBezTo>
                <a:lnTo>
                  <a:pt x="78795" y="101405"/>
                </a:lnTo>
                <a:cubicBezTo>
                  <a:pt x="78807" y="101400"/>
                  <a:pt x="78820" y="101394"/>
                  <a:pt x="78835" y="101389"/>
                </a:cubicBezTo>
                <a:close/>
                <a:moveTo>
                  <a:pt x="13267" y="90678"/>
                </a:moveTo>
                <a:cubicBezTo>
                  <a:pt x="13392" y="90703"/>
                  <a:pt x="13516" y="90728"/>
                  <a:pt x="13640" y="90778"/>
                </a:cubicBezTo>
                <a:cubicBezTo>
                  <a:pt x="13192" y="94586"/>
                  <a:pt x="13367" y="98170"/>
                  <a:pt x="14138" y="101406"/>
                </a:cubicBezTo>
                <a:cubicBezTo>
                  <a:pt x="13815" y="101307"/>
                  <a:pt x="13516" y="101182"/>
                  <a:pt x="13192" y="101083"/>
                </a:cubicBezTo>
                <a:cubicBezTo>
                  <a:pt x="12446" y="97772"/>
                  <a:pt x="12496" y="94188"/>
                  <a:pt x="13267" y="90678"/>
                </a:cubicBezTo>
                <a:close/>
                <a:moveTo>
                  <a:pt x="13790" y="90852"/>
                </a:moveTo>
                <a:cubicBezTo>
                  <a:pt x="13815" y="90852"/>
                  <a:pt x="13815" y="90852"/>
                  <a:pt x="13865" y="90877"/>
                </a:cubicBezTo>
                <a:cubicBezTo>
                  <a:pt x="13443" y="94672"/>
                  <a:pt x="13565" y="98219"/>
                  <a:pt x="14378" y="101470"/>
                </a:cubicBezTo>
                <a:lnTo>
                  <a:pt x="14378" y="101470"/>
                </a:lnTo>
                <a:cubicBezTo>
                  <a:pt x="14367" y="101456"/>
                  <a:pt x="14345" y="101456"/>
                  <a:pt x="14313" y="101456"/>
                </a:cubicBezTo>
                <a:cubicBezTo>
                  <a:pt x="13541" y="98220"/>
                  <a:pt x="13392" y="94661"/>
                  <a:pt x="13790" y="90852"/>
                </a:cubicBezTo>
                <a:close/>
                <a:moveTo>
                  <a:pt x="78768" y="101419"/>
                </a:moveTo>
                <a:lnTo>
                  <a:pt x="78681" y="101506"/>
                </a:lnTo>
                <a:lnTo>
                  <a:pt x="78681" y="101456"/>
                </a:lnTo>
                <a:cubicBezTo>
                  <a:pt x="78718" y="101443"/>
                  <a:pt x="78743" y="101431"/>
                  <a:pt x="78768" y="101419"/>
                </a:cubicBezTo>
                <a:close/>
                <a:moveTo>
                  <a:pt x="33827" y="99091"/>
                </a:moveTo>
                <a:cubicBezTo>
                  <a:pt x="33827" y="99141"/>
                  <a:pt x="33827" y="99141"/>
                  <a:pt x="33852" y="99166"/>
                </a:cubicBezTo>
                <a:cubicBezTo>
                  <a:pt x="33678" y="99241"/>
                  <a:pt x="33504" y="99340"/>
                  <a:pt x="33329" y="99440"/>
                </a:cubicBezTo>
                <a:cubicBezTo>
                  <a:pt x="33031" y="99589"/>
                  <a:pt x="32707" y="99788"/>
                  <a:pt x="32408" y="99938"/>
                </a:cubicBezTo>
                <a:lnTo>
                  <a:pt x="31562" y="100311"/>
                </a:lnTo>
                <a:cubicBezTo>
                  <a:pt x="31214" y="100460"/>
                  <a:pt x="30915" y="100610"/>
                  <a:pt x="30566" y="100734"/>
                </a:cubicBezTo>
                <a:cubicBezTo>
                  <a:pt x="30318" y="100834"/>
                  <a:pt x="30044" y="100933"/>
                  <a:pt x="29745" y="101033"/>
                </a:cubicBezTo>
                <a:cubicBezTo>
                  <a:pt x="29372" y="101157"/>
                  <a:pt x="29048" y="101307"/>
                  <a:pt x="28675" y="101406"/>
                </a:cubicBezTo>
                <a:cubicBezTo>
                  <a:pt x="28509" y="101456"/>
                  <a:pt x="28342" y="101495"/>
                  <a:pt x="28161" y="101537"/>
                </a:cubicBezTo>
                <a:lnTo>
                  <a:pt x="28161" y="101537"/>
                </a:lnTo>
                <a:cubicBezTo>
                  <a:pt x="28330" y="101489"/>
                  <a:pt x="28497" y="101444"/>
                  <a:pt x="28650" y="101406"/>
                </a:cubicBezTo>
                <a:cubicBezTo>
                  <a:pt x="28949" y="101307"/>
                  <a:pt x="29222" y="101207"/>
                  <a:pt x="29496" y="101083"/>
                </a:cubicBezTo>
                <a:cubicBezTo>
                  <a:pt x="29845" y="100958"/>
                  <a:pt x="30218" y="100834"/>
                  <a:pt x="30566" y="100709"/>
                </a:cubicBezTo>
                <a:cubicBezTo>
                  <a:pt x="30815" y="100635"/>
                  <a:pt x="31064" y="100510"/>
                  <a:pt x="31313" y="100386"/>
                </a:cubicBezTo>
                <a:cubicBezTo>
                  <a:pt x="31687" y="100211"/>
                  <a:pt x="32060" y="100062"/>
                  <a:pt x="32408" y="99863"/>
                </a:cubicBezTo>
                <a:cubicBezTo>
                  <a:pt x="32608" y="99763"/>
                  <a:pt x="32832" y="99614"/>
                  <a:pt x="33056" y="99539"/>
                </a:cubicBezTo>
                <a:cubicBezTo>
                  <a:pt x="33304" y="99415"/>
                  <a:pt x="33578" y="99241"/>
                  <a:pt x="33827" y="99091"/>
                </a:cubicBezTo>
                <a:close/>
                <a:moveTo>
                  <a:pt x="78905" y="98494"/>
                </a:moveTo>
                <a:cubicBezTo>
                  <a:pt x="78955" y="98593"/>
                  <a:pt x="78955" y="98693"/>
                  <a:pt x="78955" y="98793"/>
                </a:cubicBezTo>
                <a:cubicBezTo>
                  <a:pt x="78955" y="98867"/>
                  <a:pt x="78980" y="98967"/>
                  <a:pt x="78980" y="99066"/>
                </a:cubicBezTo>
                <a:cubicBezTo>
                  <a:pt x="78980" y="99166"/>
                  <a:pt x="79005" y="99241"/>
                  <a:pt x="79005" y="99340"/>
                </a:cubicBezTo>
                <a:lnTo>
                  <a:pt x="79005" y="99589"/>
                </a:lnTo>
                <a:lnTo>
                  <a:pt x="79005" y="99838"/>
                </a:lnTo>
                <a:lnTo>
                  <a:pt x="79005" y="100062"/>
                </a:lnTo>
                <a:cubicBezTo>
                  <a:pt x="79005" y="100112"/>
                  <a:pt x="79005" y="100211"/>
                  <a:pt x="78980" y="100286"/>
                </a:cubicBezTo>
                <a:cubicBezTo>
                  <a:pt x="78980" y="100336"/>
                  <a:pt x="78955" y="100410"/>
                  <a:pt x="78955" y="100485"/>
                </a:cubicBezTo>
                <a:cubicBezTo>
                  <a:pt x="78905" y="100535"/>
                  <a:pt x="78880" y="100585"/>
                  <a:pt x="78880" y="100659"/>
                </a:cubicBezTo>
                <a:cubicBezTo>
                  <a:pt x="78855" y="100709"/>
                  <a:pt x="78830" y="100809"/>
                  <a:pt x="78830" y="100883"/>
                </a:cubicBezTo>
                <a:cubicBezTo>
                  <a:pt x="78830" y="100908"/>
                  <a:pt x="78781" y="100933"/>
                  <a:pt x="78781" y="101008"/>
                </a:cubicBezTo>
                <a:cubicBezTo>
                  <a:pt x="78756" y="101083"/>
                  <a:pt x="78681" y="101182"/>
                  <a:pt x="78631" y="101282"/>
                </a:cubicBezTo>
                <a:cubicBezTo>
                  <a:pt x="78606" y="101331"/>
                  <a:pt x="78532" y="101381"/>
                  <a:pt x="78482" y="101431"/>
                </a:cubicBezTo>
                <a:cubicBezTo>
                  <a:pt x="78407" y="101456"/>
                  <a:pt x="78357" y="101531"/>
                  <a:pt x="78308" y="101555"/>
                </a:cubicBezTo>
                <a:cubicBezTo>
                  <a:pt x="78127" y="101650"/>
                  <a:pt x="77906" y="101697"/>
                  <a:pt x="77651" y="101697"/>
                </a:cubicBezTo>
                <a:cubicBezTo>
                  <a:pt x="77097" y="101697"/>
                  <a:pt x="76379" y="101476"/>
                  <a:pt x="75545" y="101033"/>
                </a:cubicBezTo>
                <a:cubicBezTo>
                  <a:pt x="76715" y="100211"/>
                  <a:pt x="77835" y="99365"/>
                  <a:pt x="78905" y="98494"/>
                </a:cubicBezTo>
                <a:close/>
                <a:moveTo>
                  <a:pt x="27535" y="101708"/>
                </a:moveTo>
                <a:cubicBezTo>
                  <a:pt x="27457" y="101731"/>
                  <a:pt x="27379" y="101753"/>
                  <a:pt x="27301" y="101774"/>
                </a:cubicBezTo>
                <a:lnTo>
                  <a:pt x="27301" y="101774"/>
                </a:lnTo>
                <a:cubicBezTo>
                  <a:pt x="27378" y="101750"/>
                  <a:pt x="27456" y="101727"/>
                  <a:pt x="27535" y="101708"/>
                </a:cubicBezTo>
                <a:close/>
                <a:moveTo>
                  <a:pt x="78507" y="101630"/>
                </a:moveTo>
                <a:lnTo>
                  <a:pt x="78507" y="101655"/>
                </a:lnTo>
                <a:cubicBezTo>
                  <a:pt x="78507" y="101655"/>
                  <a:pt x="78457" y="101705"/>
                  <a:pt x="78382" y="101755"/>
                </a:cubicBezTo>
                <a:cubicBezTo>
                  <a:pt x="78357" y="101755"/>
                  <a:pt x="78357" y="101779"/>
                  <a:pt x="78333" y="101779"/>
                </a:cubicBezTo>
                <a:cubicBezTo>
                  <a:pt x="78283" y="101779"/>
                  <a:pt x="78258" y="101804"/>
                  <a:pt x="78233" y="101804"/>
                </a:cubicBezTo>
                <a:cubicBezTo>
                  <a:pt x="78217" y="101821"/>
                  <a:pt x="78190" y="101826"/>
                  <a:pt x="78159" y="101842"/>
                </a:cubicBezTo>
                <a:lnTo>
                  <a:pt x="78159" y="101842"/>
                </a:lnTo>
                <a:lnTo>
                  <a:pt x="78382" y="101680"/>
                </a:lnTo>
                <a:cubicBezTo>
                  <a:pt x="78407" y="101655"/>
                  <a:pt x="78482" y="101655"/>
                  <a:pt x="78507" y="101630"/>
                </a:cubicBezTo>
                <a:close/>
                <a:moveTo>
                  <a:pt x="75296" y="101107"/>
                </a:moveTo>
                <a:cubicBezTo>
                  <a:pt x="75370" y="101157"/>
                  <a:pt x="75395" y="101182"/>
                  <a:pt x="75470" y="101207"/>
                </a:cubicBezTo>
                <a:cubicBezTo>
                  <a:pt x="75520" y="101257"/>
                  <a:pt x="75545" y="101282"/>
                  <a:pt x="75619" y="101282"/>
                </a:cubicBezTo>
                <a:cubicBezTo>
                  <a:pt x="75719" y="101307"/>
                  <a:pt x="75794" y="101381"/>
                  <a:pt x="75868" y="101406"/>
                </a:cubicBezTo>
                <a:cubicBezTo>
                  <a:pt x="75918" y="101431"/>
                  <a:pt x="76018" y="101456"/>
                  <a:pt x="76092" y="101481"/>
                </a:cubicBezTo>
                <a:cubicBezTo>
                  <a:pt x="76142" y="101531"/>
                  <a:pt x="76167" y="101531"/>
                  <a:pt x="76242" y="101555"/>
                </a:cubicBezTo>
                <a:lnTo>
                  <a:pt x="76515" y="101655"/>
                </a:lnTo>
                <a:lnTo>
                  <a:pt x="76540" y="101655"/>
                </a:lnTo>
                <a:cubicBezTo>
                  <a:pt x="76914" y="101779"/>
                  <a:pt x="77262" y="101829"/>
                  <a:pt x="77586" y="101829"/>
                </a:cubicBezTo>
                <a:cubicBezTo>
                  <a:pt x="77636" y="101829"/>
                  <a:pt x="77710" y="101829"/>
                  <a:pt x="77760" y="101804"/>
                </a:cubicBezTo>
                <a:lnTo>
                  <a:pt x="77760" y="101804"/>
                </a:lnTo>
                <a:cubicBezTo>
                  <a:pt x="77735" y="101829"/>
                  <a:pt x="77710" y="101829"/>
                  <a:pt x="77660" y="101854"/>
                </a:cubicBezTo>
                <a:cubicBezTo>
                  <a:pt x="77574" y="101869"/>
                  <a:pt x="77483" y="101876"/>
                  <a:pt x="77388" y="101876"/>
                </a:cubicBezTo>
                <a:cubicBezTo>
                  <a:pt x="76823" y="101876"/>
                  <a:pt x="76102" y="101626"/>
                  <a:pt x="75271" y="101157"/>
                </a:cubicBezTo>
                <a:lnTo>
                  <a:pt x="75296" y="101107"/>
                </a:lnTo>
                <a:close/>
                <a:moveTo>
                  <a:pt x="24966" y="91748"/>
                </a:moveTo>
                <a:cubicBezTo>
                  <a:pt x="24468" y="95457"/>
                  <a:pt x="24543" y="98917"/>
                  <a:pt x="25339" y="102053"/>
                </a:cubicBezTo>
                <a:lnTo>
                  <a:pt x="25265" y="102053"/>
                </a:lnTo>
                <a:cubicBezTo>
                  <a:pt x="24493" y="98917"/>
                  <a:pt x="24393" y="95457"/>
                  <a:pt x="24891" y="91748"/>
                </a:cubicBezTo>
                <a:close/>
                <a:moveTo>
                  <a:pt x="32060" y="90379"/>
                </a:moveTo>
                <a:cubicBezTo>
                  <a:pt x="32259" y="93242"/>
                  <a:pt x="32856" y="96179"/>
                  <a:pt x="33802" y="98967"/>
                </a:cubicBezTo>
                <a:cubicBezTo>
                  <a:pt x="33553" y="99141"/>
                  <a:pt x="33304" y="99266"/>
                  <a:pt x="33056" y="99390"/>
                </a:cubicBezTo>
                <a:cubicBezTo>
                  <a:pt x="32807" y="99514"/>
                  <a:pt x="32558" y="99664"/>
                  <a:pt x="32309" y="99788"/>
                </a:cubicBezTo>
                <a:cubicBezTo>
                  <a:pt x="31960" y="99938"/>
                  <a:pt x="31612" y="100087"/>
                  <a:pt x="31313" y="100261"/>
                </a:cubicBezTo>
                <a:cubicBezTo>
                  <a:pt x="31014" y="100386"/>
                  <a:pt x="30790" y="100510"/>
                  <a:pt x="30492" y="100585"/>
                </a:cubicBezTo>
                <a:cubicBezTo>
                  <a:pt x="30168" y="100709"/>
                  <a:pt x="29845" y="100834"/>
                  <a:pt x="29496" y="100958"/>
                </a:cubicBezTo>
                <a:cubicBezTo>
                  <a:pt x="29222" y="101058"/>
                  <a:pt x="28924" y="101182"/>
                  <a:pt x="28625" y="101282"/>
                </a:cubicBezTo>
                <a:cubicBezTo>
                  <a:pt x="28326" y="101381"/>
                  <a:pt x="27978" y="101456"/>
                  <a:pt x="27679" y="101555"/>
                </a:cubicBezTo>
                <a:cubicBezTo>
                  <a:pt x="27355" y="101655"/>
                  <a:pt x="27057" y="101755"/>
                  <a:pt x="26733" y="101804"/>
                </a:cubicBezTo>
                <a:lnTo>
                  <a:pt x="25812" y="102004"/>
                </a:lnTo>
                <a:cubicBezTo>
                  <a:pt x="25713" y="102028"/>
                  <a:pt x="25638" y="102028"/>
                  <a:pt x="25538" y="102053"/>
                </a:cubicBezTo>
                <a:cubicBezTo>
                  <a:pt x="24742" y="98892"/>
                  <a:pt x="24617" y="95432"/>
                  <a:pt x="25140" y="91724"/>
                </a:cubicBezTo>
                <a:cubicBezTo>
                  <a:pt x="27355" y="91475"/>
                  <a:pt x="29695" y="91002"/>
                  <a:pt x="32060" y="90379"/>
                </a:cubicBezTo>
                <a:close/>
                <a:moveTo>
                  <a:pt x="25538" y="102103"/>
                </a:moveTo>
                <a:cubicBezTo>
                  <a:pt x="25588" y="102128"/>
                  <a:pt x="25638" y="102134"/>
                  <a:pt x="25688" y="102134"/>
                </a:cubicBezTo>
                <a:cubicBezTo>
                  <a:pt x="25702" y="102134"/>
                  <a:pt x="25716" y="102134"/>
                  <a:pt x="25730" y="102133"/>
                </a:cubicBezTo>
                <a:lnTo>
                  <a:pt x="25730" y="102133"/>
                </a:lnTo>
                <a:cubicBezTo>
                  <a:pt x="25662" y="102150"/>
                  <a:pt x="25595" y="102166"/>
                  <a:pt x="25538" y="102178"/>
                </a:cubicBezTo>
                <a:lnTo>
                  <a:pt x="25538" y="102153"/>
                </a:lnTo>
                <a:lnTo>
                  <a:pt x="25538" y="102103"/>
                </a:lnTo>
                <a:close/>
                <a:moveTo>
                  <a:pt x="33927" y="99365"/>
                </a:moveTo>
                <a:cubicBezTo>
                  <a:pt x="34076" y="99838"/>
                  <a:pt x="34275" y="100311"/>
                  <a:pt x="34449" y="100784"/>
                </a:cubicBezTo>
                <a:cubicBezTo>
                  <a:pt x="31459" y="101575"/>
                  <a:pt x="28517" y="102145"/>
                  <a:pt x="25771" y="102396"/>
                </a:cubicBezTo>
                <a:lnTo>
                  <a:pt x="25771" y="102396"/>
                </a:lnTo>
                <a:cubicBezTo>
                  <a:pt x="25797" y="102391"/>
                  <a:pt x="25824" y="102378"/>
                  <a:pt x="25837" y="102352"/>
                </a:cubicBezTo>
                <a:lnTo>
                  <a:pt x="26758" y="102178"/>
                </a:lnTo>
                <a:lnTo>
                  <a:pt x="27804" y="101904"/>
                </a:lnTo>
                <a:cubicBezTo>
                  <a:pt x="28102" y="101804"/>
                  <a:pt x="28376" y="101730"/>
                  <a:pt x="28700" y="101655"/>
                </a:cubicBezTo>
                <a:cubicBezTo>
                  <a:pt x="29048" y="101555"/>
                  <a:pt x="29347" y="101431"/>
                  <a:pt x="29695" y="101307"/>
                </a:cubicBezTo>
                <a:cubicBezTo>
                  <a:pt x="29994" y="101182"/>
                  <a:pt x="30318" y="101083"/>
                  <a:pt x="30591" y="100958"/>
                </a:cubicBezTo>
                <a:cubicBezTo>
                  <a:pt x="30915" y="100834"/>
                  <a:pt x="31189" y="100684"/>
                  <a:pt x="31487" y="100560"/>
                </a:cubicBezTo>
                <a:cubicBezTo>
                  <a:pt x="31811" y="100435"/>
                  <a:pt x="32110" y="100286"/>
                  <a:pt x="32433" y="100162"/>
                </a:cubicBezTo>
                <a:cubicBezTo>
                  <a:pt x="32707" y="99987"/>
                  <a:pt x="32981" y="99838"/>
                  <a:pt x="33280" y="99714"/>
                </a:cubicBezTo>
                <a:cubicBezTo>
                  <a:pt x="33479" y="99589"/>
                  <a:pt x="33703" y="99490"/>
                  <a:pt x="33927" y="99365"/>
                </a:cubicBezTo>
                <a:close/>
                <a:moveTo>
                  <a:pt x="14039" y="90927"/>
                </a:moveTo>
                <a:lnTo>
                  <a:pt x="14039" y="90927"/>
                </a:lnTo>
                <a:cubicBezTo>
                  <a:pt x="16229" y="91574"/>
                  <a:pt x="18644" y="91948"/>
                  <a:pt x="21282" y="91948"/>
                </a:cubicBezTo>
                <a:cubicBezTo>
                  <a:pt x="22377" y="91948"/>
                  <a:pt x="23522" y="91873"/>
                  <a:pt x="24692" y="91748"/>
                </a:cubicBezTo>
                <a:lnTo>
                  <a:pt x="24692" y="91748"/>
                </a:lnTo>
                <a:cubicBezTo>
                  <a:pt x="24194" y="95457"/>
                  <a:pt x="24269" y="98942"/>
                  <a:pt x="25041" y="102053"/>
                </a:cubicBezTo>
                <a:cubicBezTo>
                  <a:pt x="24916" y="102078"/>
                  <a:pt x="24841" y="102128"/>
                  <a:pt x="24717" y="102128"/>
                </a:cubicBezTo>
                <a:cubicBezTo>
                  <a:pt x="24418" y="102153"/>
                  <a:pt x="24145" y="102178"/>
                  <a:pt x="23846" y="102203"/>
                </a:cubicBezTo>
                <a:cubicBezTo>
                  <a:pt x="23472" y="102252"/>
                  <a:pt x="23099" y="102302"/>
                  <a:pt x="22726" y="102327"/>
                </a:cubicBezTo>
                <a:cubicBezTo>
                  <a:pt x="22552" y="102327"/>
                  <a:pt x="22402" y="102327"/>
                  <a:pt x="22253" y="102377"/>
                </a:cubicBezTo>
                <a:cubicBezTo>
                  <a:pt x="21780" y="102427"/>
                  <a:pt x="21282" y="102427"/>
                  <a:pt x="20759" y="102427"/>
                </a:cubicBezTo>
                <a:cubicBezTo>
                  <a:pt x="20137" y="102427"/>
                  <a:pt x="19540" y="102402"/>
                  <a:pt x="18917" y="102377"/>
                </a:cubicBezTo>
                <a:cubicBezTo>
                  <a:pt x="17399" y="102203"/>
                  <a:pt x="15980" y="101929"/>
                  <a:pt x="14611" y="101531"/>
                </a:cubicBezTo>
                <a:cubicBezTo>
                  <a:pt x="13790" y="98295"/>
                  <a:pt x="13640" y="94710"/>
                  <a:pt x="14039" y="90927"/>
                </a:cubicBezTo>
                <a:close/>
                <a:moveTo>
                  <a:pt x="6744" y="100357"/>
                </a:moveTo>
                <a:lnTo>
                  <a:pt x="6744" y="100357"/>
                </a:lnTo>
                <a:cubicBezTo>
                  <a:pt x="6861" y="100590"/>
                  <a:pt x="6977" y="100823"/>
                  <a:pt x="7094" y="101033"/>
                </a:cubicBezTo>
                <a:cubicBezTo>
                  <a:pt x="7268" y="101307"/>
                  <a:pt x="7393" y="101580"/>
                  <a:pt x="7542" y="101879"/>
                </a:cubicBezTo>
                <a:cubicBezTo>
                  <a:pt x="7660" y="102068"/>
                  <a:pt x="7778" y="102278"/>
                  <a:pt x="7896" y="102469"/>
                </a:cubicBezTo>
                <a:lnTo>
                  <a:pt x="7896" y="102469"/>
                </a:lnTo>
                <a:cubicBezTo>
                  <a:pt x="7838" y="102403"/>
                  <a:pt x="7772" y="102330"/>
                  <a:pt x="7716" y="102252"/>
                </a:cubicBezTo>
                <a:lnTo>
                  <a:pt x="7443" y="101779"/>
                </a:lnTo>
                <a:cubicBezTo>
                  <a:pt x="7393" y="101680"/>
                  <a:pt x="7318" y="101555"/>
                  <a:pt x="7293" y="101431"/>
                </a:cubicBezTo>
                <a:cubicBezTo>
                  <a:pt x="7099" y="101086"/>
                  <a:pt x="6905" y="100723"/>
                  <a:pt x="6744" y="100357"/>
                </a:cubicBezTo>
                <a:close/>
                <a:moveTo>
                  <a:pt x="25115" y="102252"/>
                </a:moveTo>
                <a:lnTo>
                  <a:pt x="25115" y="102302"/>
                </a:lnTo>
                <a:cubicBezTo>
                  <a:pt x="24991" y="102327"/>
                  <a:pt x="24866" y="102352"/>
                  <a:pt x="24742" y="102352"/>
                </a:cubicBezTo>
                <a:cubicBezTo>
                  <a:pt x="24468" y="102402"/>
                  <a:pt x="24145" y="102427"/>
                  <a:pt x="23871" y="102452"/>
                </a:cubicBezTo>
                <a:cubicBezTo>
                  <a:pt x="23771" y="102452"/>
                  <a:pt x="23647" y="102501"/>
                  <a:pt x="23572" y="102501"/>
                </a:cubicBezTo>
                <a:cubicBezTo>
                  <a:pt x="23382" y="102501"/>
                  <a:pt x="23207" y="102501"/>
                  <a:pt x="23024" y="102512"/>
                </a:cubicBezTo>
                <a:lnTo>
                  <a:pt x="23024" y="102512"/>
                </a:lnTo>
                <a:cubicBezTo>
                  <a:pt x="23359" y="102480"/>
                  <a:pt x="23680" y="102423"/>
                  <a:pt x="24020" y="102402"/>
                </a:cubicBezTo>
                <a:cubicBezTo>
                  <a:pt x="24269" y="102377"/>
                  <a:pt x="24493" y="102327"/>
                  <a:pt x="24742" y="102302"/>
                </a:cubicBezTo>
                <a:cubicBezTo>
                  <a:pt x="24891" y="102302"/>
                  <a:pt x="24991" y="102277"/>
                  <a:pt x="25115" y="102252"/>
                </a:cubicBezTo>
                <a:close/>
                <a:moveTo>
                  <a:pt x="25464" y="102576"/>
                </a:moveTo>
                <a:cubicBezTo>
                  <a:pt x="25489" y="102626"/>
                  <a:pt x="25489" y="102651"/>
                  <a:pt x="25489" y="102676"/>
                </a:cubicBezTo>
                <a:lnTo>
                  <a:pt x="25439" y="102676"/>
                </a:lnTo>
                <a:cubicBezTo>
                  <a:pt x="25439" y="102651"/>
                  <a:pt x="25389" y="102626"/>
                  <a:pt x="25389" y="102576"/>
                </a:cubicBezTo>
                <a:close/>
                <a:moveTo>
                  <a:pt x="34524" y="100958"/>
                </a:moveTo>
                <a:cubicBezTo>
                  <a:pt x="34524" y="101008"/>
                  <a:pt x="34549" y="101033"/>
                  <a:pt x="34549" y="101058"/>
                </a:cubicBezTo>
                <a:cubicBezTo>
                  <a:pt x="31463" y="101904"/>
                  <a:pt x="28500" y="102427"/>
                  <a:pt x="25663" y="102676"/>
                </a:cubicBezTo>
                <a:cubicBezTo>
                  <a:pt x="25663" y="102651"/>
                  <a:pt x="25638" y="102626"/>
                  <a:pt x="25638" y="102576"/>
                </a:cubicBezTo>
                <a:cubicBezTo>
                  <a:pt x="28476" y="102327"/>
                  <a:pt x="31438" y="101779"/>
                  <a:pt x="34524" y="100958"/>
                </a:cubicBezTo>
                <a:close/>
                <a:moveTo>
                  <a:pt x="16503" y="102228"/>
                </a:moveTo>
                <a:cubicBezTo>
                  <a:pt x="16827" y="102302"/>
                  <a:pt x="17175" y="102327"/>
                  <a:pt x="17524" y="102402"/>
                </a:cubicBezTo>
                <a:cubicBezTo>
                  <a:pt x="17573" y="102402"/>
                  <a:pt x="17648" y="102427"/>
                  <a:pt x="17673" y="102427"/>
                </a:cubicBezTo>
                <a:cubicBezTo>
                  <a:pt x="18071" y="102476"/>
                  <a:pt x="18519" y="102526"/>
                  <a:pt x="18967" y="102551"/>
                </a:cubicBezTo>
                <a:cubicBezTo>
                  <a:pt x="19540" y="102626"/>
                  <a:pt x="20162" y="102676"/>
                  <a:pt x="20784" y="102700"/>
                </a:cubicBezTo>
                <a:lnTo>
                  <a:pt x="20759" y="102700"/>
                </a:lnTo>
                <a:cubicBezTo>
                  <a:pt x="20386" y="102700"/>
                  <a:pt x="20038" y="102700"/>
                  <a:pt x="19664" y="102676"/>
                </a:cubicBezTo>
                <a:cubicBezTo>
                  <a:pt x="19490" y="102676"/>
                  <a:pt x="19291" y="102651"/>
                  <a:pt x="19117" y="102651"/>
                </a:cubicBezTo>
                <a:cubicBezTo>
                  <a:pt x="19017" y="102651"/>
                  <a:pt x="18917" y="102651"/>
                  <a:pt x="18818" y="102601"/>
                </a:cubicBezTo>
                <a:cubicBezTo>
                  <a:pt x="18021" y="102526"/>
                  <a:pt x="17250" y="102402"/>
                  <a:pt x="16503" y="102228"/>
                </a:cubicBezTo>
                <a:close/>
                <a:moveTo>
                  <a:pt x="25215" y="102626"/>
                </a:moveTo>
                <a:cubicBezTo>
                  <a:pt x="25215" y="102651"/>
                  <a:pt x="25240" y="102676"/>
                  <a:pt x="25240" y="102700"/>
                </a:cubicBezTo>
                <a:cubicBezTo>
                  <a:pt x="24393" y="102775"/>
                  <a:pt x="23597" y="102800"/>
                  <a:pt x="22776" y="102800"/>
                </a:cubicBezTo>
                <a:lnTo>
                  <a:pt x="23622" y="102700"/>
                </a:lnTo>
                <a:lnTo>
                  <a:pt x="25215" y="102626"/>
                </a:lnTo>
                <a:close/>
                <a:moveTo>
                  <a:pt x="2593" y="92982"/>
                </a:moveTo>
                <a:cubicBezTo>
                  <a:pt x="2596" y="92988"/>
                  <a:pt x="2602" y="92993"/>
                  <a:pt x="2614" y="92993"/>
                </a:cubicBezTo>
                <a:cubicBezTo>
                  <a:pt x="2639" y="93068"/>
                  <a:pt x="2688" y="93093"/>
                  <a:pt x="2688" y="93167"/>
                </a:cubicBezTo>
                <a:cubicBezTo>
                  <a:pt x="2713" y="93217"/>
                  <a:pt x="2738" y="93267"/>
                  <a:pt x="2763" y="93366"/>
                </a:cubicBezTo>
                <a:cubicBezTo>
                  <a:pt x="2937" y="93839"/>
                  <a:pt x="3112" y="94312"/>
                  <a:pt x="3261" y="94710"/>
                </a:cubicBezTo>
                <a:cubicBezTo>
                  <a:pt x="4132" y="96976"/>
                  <a:pt x="5800" y="99714"/>
                  <a:pt x="6347" y="100585"/>
                </a:cubicBezTo>
                <a:cubicBezTo>
                  <a:pt x="6771" y="101207"/>
                  <a:pt x="7194" y="101804"/>
                  <a:pt x="7567" y="102327"/>
                </a:cubicBezTo>
                <a:cubicBezTo>
                  <a:pt x="7642" y="102427"/>
                  <a:pt x="7692" y="102526"/>
                  <a:pt x="7716" y="102651"/>
                </a:cubicBezTo>
                <a:lnTo>
                  <a:pt x="7766" y="102651"/>
                </a:lnTo>
                <a:cubicBezTo>
                  <a:pt x="7791" y="102700"/>
                  <a:pt x="7816" y="102775"/>
                  <a:pt x="7891" y="102825"/>
                </a:cubicBezTo>
                <a:cubicBezTo>
                  <a:pt x="7891" y="102875"/>
                  <a:pt x="7916" y="102875"/>
                  <a:pt x="7916" y="102900"/>
                </a:cubicBezTo>
                <a:cubicBezTo>
                  <a:pt x="7841" y="102800"/>
                  <a:pt x="7791" y="102700"/>
                  <a:pt x="7716" y="102651"/>
                </a:cubicBezTo>
                <a:cubicBezTo>
                  <a:pt x="7692" y="102626"/>
                  <a:pt x="7667" y="102576"/>
                  <a:pt x="7667" y="102551"/>
                </a:cubicBezTo>
                <a:cubicBezTo>
                  <a:pt x="7467" y="102302"/>
                  <a:pt x="7268" y="102028"/>
                  <a:pt x="7069" y="101730"/>
                </a:cubicBezTo>
                <a:cubicBezTo>
                  <a:pt x="6820" y="101381"/>
                  <a:pt x="6571" y="101033"/>
                  <a:pt x="6323" y="100659"/>
                </a:cubicBezTo>
                <a:cubicBezTo>
                  <a:pt x="6323" y="100659"/>
                  <a:pt x="6323" y="100610"/>
                  <a:pt x="6298" y="100610"/>
                </a:cubicBezTo>
                <a:lnTo>
                  <a:pt x="6298" y="100585"/>
                </a:lnTo>
                <a:lnTo>
                  <a:pt x="5825" y="99838"/>
                </a:lnTo>
                <a:cubicBezTo>
                  <a:pt x="5352" y="99066"/>
                  <a:pt x="4705" y="97921"/>
                  <a:pt x="4107" y="96727"/>
                </a:cubicBezTo>
                <a:cubicBezTo>
                  <a:pt x="3983" y="96478"/>
                  <a:pt x="3858" y="96229"/>
                  <a:pt x="3784" y="95980"/>
                </a:cubicBezTo>
                <a:cubicBezTo>
                  <a:pt x="3709" y="95831"/>
                  <a:pt x="3609" y="95681"/>
                  <a:pt x="3560" y="95557"/>
                </a:cubicBezTo>
                <a:cubicBezTo>
                  <a:pt x="3435" y="95283"/>
                  <a:pt x="3336" y="95034"/>
                  <a:pt x="3211" y="94760"/>
                </a:cubicBezTo>
                <a:lnTo>
                  <a:pt x="3211" y="94735"/>
                </a:lnTo>
                <a:cubicBezTo>
                  <a:pt x="2989" y="94217"/>
                  <a:pt x="2766" y="93600"/>
                  <a:pt x="2593" y="92982"/>
                </a:cubicBezTo>
                <a:close/>
                <a:moveTo>
                  <a:pt x="43311" y="98170"/>
                </a:moveTo>
                <a:cubicBezTo>
                  <a:pt x="42514" y="99589"/>
                  <a:pt x="41543" y="101008"/>
                  <a:pt x="40423" y="102277"/>
                </a:cubicBezTo>
                <a:lnTo>
                  <a:pt x="40423" y="102302"/>
                </a:lnTo>
                <a:cubicBezTo>
                  <a:pt x="40050" y="102700"/>
                  <a:pt x="39677" y="103124"/>
                  <a:pt x="39303" y="103497"/>
                </a:cubicBezTo>
                <a:lnTo>
                  <a:pt x="39179" y="103621"/>
                </a:lnTo>
                <a:lnTo>
                  <a:pt x="39054" y="103497"/>
                </a:lnTo>
                <a:cubicBezTo>
                  <a:pt x="38781" y="103173"/>
                  <a:pt x="38482" y="102825"/>
                  <a:pt x="38258" y="102501"/>
                </a:cubicBezTo>
                <a:cubicBezTo>
                  <a:pt x="38208" y="102452"/>
                  <a:pt x="38183" y="102402"/>
                  <a:pt x="38158" y="102377"/>
                </a:cubicBezTo>
                <a:cubicBezTo>
                  <a:pt x="38133" y="102327"/>
                  <a:pt x="38133" y="102302"/>
                  <a:pt x="38084" y="102277"/>
                </a:cubicBezTo>
                <a:cubicBezTo>
                  <a:pt x="37810" y="101904"/>
                  <a:pt x="37586" y="101506"/>
                  <a:pt x="37337" y="101083"/>
                </a:cubicBezTo>
                <a:cubicBezTo>
                  <a:pt x="37287" y="101008"/>
                  <a:pt x="37237" y="100908"/>
                  <a:pt x="37187" y="100784"/>
                </a:cubicBezTo>
                <a:cubicBezTo>
                  <a:pt x="37138" y="100684"/>
                  <a:pt x="37088" y="100585"/>
                  <a:pt x="37063" y="100460"/>
                </a:cubicBezTo>
                <a:cubicBezTo>
                  <a:pt x="39104" y="99813"/>
                  <a:pt x="41195" y="99041"/>
                  <a:pt x="43311" y="98170"/>
                </a:cubicBezTo>
                <a:close/>
                <a:moveTo>
                  <a:pt x="36839" y="100560"/>
                </a:moveTo>
                <a:lnTo>
                  <a:pt x="36839" y="100560"/>
                </a:lnTo>
                <a:cubicBezTo>
                  <a:pt x="36939" y="100709"/>
                  <a:pt x="37038" y="100883"/>
                  <a:pt x="37088" y="101008"/>
                </a:cubicBezTo>
                <a:cubicBezTo>
                  <a:pt x="37138" y="101058"/>
                  <a:pt x="37163" y="101083"/>
                  <a:pt x="37163" y="101157"/>
                </a:cubicBezTo>
                <a:cubicBezTo>
                  <a:pt x="37163" y="101182"/>
                  <a:pt x="37187" y="101207"/>
                  <a:pt x="37187" y="101207"/>
                </a:cubicBezTo>
                <a:cubicBezTo>
                  <a:pt x="37212" y="101282"/>
                  <a:pt x="37237" y="101331"/>
                  <a:pt x="37287" y="101381"/>
                </a:cubicBezTo>
                <a:cubicBezTo>
                  <a:pt x="37387" y="101531"/>
                  <a:pt x="37436" y="101655"/>
                  <a:pt x="37536" y="101779"/>
                </a:cubicBezTo>
                <a:cubicBezTo>
                  <a:pt x="37536" y="101804"/>
                  <a:pt x="37561" y="101804"/>
                  <a:pt x="37561" y="101829"/>
                </a:cubicBezTo>
                <a:cubicBezTo>
                  <a:pt x="37586" y="101879"/>
                  <a:pt x="37586" y="101904"/>
                  <a:pt x="37636" y="101929"/>
                </a:cubicBezTo>
                <a:cubicBezTo>
                  <a:pt x="37660" y="101954"/>
                  <a:pt x="37685" y="102028"/>
                  <a:pt x="37710" y="102053"/>
                </a:cubicBezTo>
                <a:cubicBezTo>
                  <a:pt x="37785" y="102178"/>
                  <a:pt x="37884" y="102277"/>
                  <a:pt x="37934" y="102402"/>
                </a:cubicBezTo>
                <a:cubicBezTo>
                  <a:pt x="37959" y="102427"/>
                  <a:pt x="38009" y="102501"/>
                  <a:pt x="38034" y="102526"/>
                </a:cubicBezTo>
                <a:cubicBezTo>
                  <a:pt x="38059" y="102576"/>
                  <a:pt x="38133" y="102651"/>
                  <a:pt x="38158" y="102700"/>
                </a:cubicBezTo>
                <a:lnTo>
                  <a:pt x="38258" y="102800"/>
                </a:lnTo>
                <a:cubicBezTo>
                  <a:pt x="38283" y="102875"/>
                  <a:pt x="38308" y="102900"/>
                  <a:pt x="38382" y="102949"/>
                </a:cubicBezTo>
                <a:cubicBezTo>
                  <a:pt x="38382" y="102949"/>
                  <a:pt x="38382" y="102999"/>
                  <a:pt x="38407" y="102999"/>
                </a:cubicBezTo>
                <a:cubicBezTo>
                  <a:pt x="38457" y="103049"/>
                  <a:pt x="38507" y="103124"/>
                  <a:pt x="38557" y="103173"/>
                </a:cubicBezTo>
                <a:cubicBezTo>
                  <a:pt x="38631" y="103248"/>
                  <a:pt x="38681" y="103323"/>
                  <a:pt x="38756" y="103397"/>
                </a:cubicBezTo>
                <a:lnTo>
                  <a:pt x="38805" y="103447"/>
                </a:lnTo>
                <a:cubicBezTo>
                  <a:pt x="38880" y="103522"/>
                  <a:pt x="38930" y="103621"/>
                  <a:pt x="39005" y="103696"/>
                </a:cubicBezTo>
                <a:lnTo>
                  <a:pt x="38955" y="103746"/>
                </a:lnTo>
                <a:lnTo>
                  <a:pt x="38930" y="103771"/>
                </a:lnTo>
                <a:cubicBezTo>
                  <a:pt x="38781" y="103621"/>
                  <a:pt x="38656" y="103447"/>
                  <a:pt x="38532" y="103298"/>
                </a:cubicBezTo>
                <a:cubicBezTo>
                  <a:pt x="38432" y="103173"/>
                  <a:pt x="38308" y="103049"/>
                  <a:pt x="38208" y="102900"/>
                </a:cubicBezTo>
                <a:cubicBezTo>
                  <a:pt x="38084" y="102750"/>
                  <a:pt x="38009" y="102626"/>
                  <a:pt x="37909" y="102452"/>
                </a:cubicBezTo>
                <a:cubicBezTo>
                  <a:pt x="37810" y="102327"/>
                  <a:pt x="37710" y="102203"/>
                  <a:pt x="37636" y="102053"/>
                </a:cubicBezTo>
                <a:cubicBezTo>
                  <a:pt x="37511" y="101879"/>
                  <a:pt x="37412" y="101680"/>
                  <a:pt x="37287" y="101506"/>
                </a:cubicBezTo>
                <a:cubicBezTo>
                  <a:pt x="37262" y="101431"/>
                  <a:pt x="37187" y="101331"/>
                  <a:pt x="37163" y="101282"/>
                </a:cubicBezTo>
                <a:lnTo>
                  <a:pt x="37063" y="101083"/>
                </a:lnTo>
                <a:cubicBezTo>
                  <a:pt x="37013" y="100958"/>
                  <a:pt x="36914" y="100784"/>
                  <a:pt x="36839" y="100560"/>
                </a:cubicBezTo>
                <a:close/>
                <a:moveTo>
                  <a:pt x="43784" y="98046"/>
                </a:moveTo>
                <a:cubicBezTo>
                  <a:pt x="43759" y="98071"/>
                  <a:pt x="43759" y="98096"/>
                  <a:pt x="43734" y="98145"/>
                </a:cubicBezTo>
                <a:cubicBezTo>
                  <a:pt x="43609" y="98345"/>
                  <a:pt x="43460" y="98569"/>
                  <a:pt x="43311" y="98793"/>
                </a:cubicBezTo>
                <a:cubicBezTo>
                  <a:pt x="43311" y="98793"/>
                  <a:pt x="43311" y="98817"/>
                  <a:pt x="43286" y="98817"/>
                </a:cubicBezTo>
                <a:cubicBezTo>
                  <a:pt x="43161" y="99041"/>
                  <a:pt x="43037" y="99266"/>
                  <a:pt x="42912" y="99440"/>
                </a:cubicBezTo>
                <a:lnTo>
                  <a:pt x="42738" y="99714"/>
                </a:lnTo>
                <a:cubicBezTo>
                  <a:pt x="42440" y="100162"/>
                  <a:pt x="42141" y="100585"/>
                  <a:pt x="41817" y="101033"/>
                </a:cubicBezTo>
                <a:cubicBezTo>
                  <a:pt x="41767" y="101083"/>
                  <a:pt x="41693" y="101182"/>
                  <a:pt x="41643" y="101257"/>
                </a:cubicBezTo>
                <a:cubicBezTo>
                  <a:pt x="41295" y="101680"/>
                  <a:pt x="40946" y="102078"/>
                  <a:pt x="40573" y="102526"/>
                </a:cubicBezTo>
                <a:cubicBezTo>
                  <a:pt x="40523" y="102576"/>
                  <a:pt x="40448" y="102651"/>
                  <a:pt x="40423" y="102700"/>
                </a:cubicBezTo>
                <a:cubicBezTo>
                  <a:pt x="40075" y="103074"/>
                  <a:pt x="39751" y="103447"/>
                  <a:pt x="39378" y="103821"/>
                </a:cubicBezTo>
                <a:lnTo>
                  <a:pt x="39328" y="103796"/>
                </a:lnTo>
                <a:cubicBezTo>
                  <a:pt x="39303" y="103771"/>
                  <a:pt x="39303" y="103771"/>
                  <a:pt x="39328" y="103746"/>
                </a:cubicBezTo>
                <a:cubicBezTo>
                  <a:pt x="39701" y="103373"/>
                  <a:pt x="40075" y="102949"/>
                  <a:pt x="40448" y="102576"/>
                </a:cubicBezTo>
                <a:lnTo>
                  <a:pt x="40548" y="102501"/>
                </a:lnTo>
                <a:cubicBezTo>
                  <a:pt x="41792" y="101083"/>
                  <a:pt x="42813" y="99639"/>
                  <a:pt x="43684" y="98071"/>
                </a:cubicBezTo>
                <a:cubicBezTo>
                  <a:pt x="43734" y="98071"/>
                  <a:pt x="43734" y="98071"/>
                  <a:pt x="43759" y="98046"/>
                </a:cubicBezTo>
                <a:close/>
                <a:moveTo>
                  <a:pt x="39179" y="103821"/>
                </a:moveTo>
                <a:cubicBezTo>
                  <a:pt x="39179" y="103895"/>
                  <a:pt x="39179" y="103895"/>
                  <a:pt x="39204" y="103920"/>
                </a:cubicBezTo>
                <a:lnTo>
                  <a:pt x="39204" y="103920"/>
                </a:lnTo>
                <a:lnTo>
                  <a:pt x="39204" y="103920"/>
                </a:lnTo>
                <a:cubicBezTo>
                  <a:pt x="39204" y="103933"/>
                  <a:pt x="39197" y="103939"/>
                  <a:pt x="39194" y="103939"/>
                </a:cubicBezTo>
                <a:cubicBezTo>
                  <a:pt x="39191" y="103939"/>
                  <a:pt x="39191" y="103933"/>
                  <a:pt x="39204" y="103920"/>
                </a:cubicBezTo>
                <a:lnTo>
                  <a:pt x="39204" y="103920"/>
                </a:lnTo>
                <a:lnTo>
                  <a:pt x="39179" y="103945"/>
                </a:lnTo>
                <a:lnTo>
                  <a:pt x="39154" y="103920"/>
                </a:lnTo>
                <a:cubicBezTo>
                  <a:pt x="39154" y="103920"/>
                  <a:pt x="39154" y="103895"/>
                  <a:pt x="39129" y="103895"/>
                </a:cubicBezTo>
                <a:lnTo>
                  <a:pt x="39154" y="103870"/>
                </a:lnTo>
                <a:lnTo>
                  <a:pt x="39179" y="103821"/>
                </a:lnTo>
                <a:close/>
                <a:moveTo>
                  <a:pt x="39303" y="104069"/>
                </a:moveTo>
                <a:cubicBezTo>
                  <a:pt x="39378" y="104069"/>
                  <a:pt x="39403" y="104119"/>
                  <a:pt x="39403" y="104144"/>
                </a:cubicBezTo>
                <a:cubicBezTo>
                  <a:pt x="39627" y="104368"/>
                  <a:pt x="39826" y="104542"/>
                  <a:pt x="40075" y="104766"/>
                </a:cubicBezTo>
                <a:cubicBezTo>
                  <a:pt x="40150" y="104816"/>
                  <a:pt x="40199" y="104866"/>
                  <a:pt x="40274" y="104916"/>
                </a:cubicBezTo>
                <a:cubicBezTo>
                  <a:pt x="40498" y="105115"/>
                  <a:pt x="40697" y="105264"/>
                  <a:pt x="40946" y="105414"/>
                </a:cubicBezTo>
                <a:cubicBezTo>
                  <a:pt x="40958" y="105426"/>
                  <a:pt x="40971" y="105436"/>
                  <a:pt x="40984" y="105446"/>
                </a:cubicBezTo>
                <a:lnTo>
                  <a:pt x="40984" y="105446"/>
                </a:lnTo>
                <a:cubicBezTo>
                  <a:pt x="40334" y="105064"/>
                  <a:pt x="39787" y="104599"/>
                  <a:pt x="39303" y="104069"/>
                </a:cubicBezTo>
                <a:close/>
                <a:moveTo>
                  <a:pt x="77884" y="102128"/>
                </a:moveTo>
                <a:cubicBezTo>
                  <a:pt x="77163" y="102626"/>
                  <a:pt x="76416" y="103074"/>
                  <a:pt x="75719" y="103572"/>
                </a:cubicBezTo>
                <a:cubicBezTo>
                  <a:pt x="75669" y="103572"/>
                  <a:pt x="75669" y="103621"/>
                  <a:pt x="75644" y="103621"/>
                </a:cubicBezTo>
                <a:cubicBezTo>
                  <a:pt x="75296" y="103821"/>
                  <a:pt x="74997" y="104045"/>
                  <a:pt x="74649" y="104269"/>
                </a:cubicBezTo>
                <a:cubicBezTo>
                  <a:pt x="74499" y="104368"/>
                  <a:pt x="74300" y="104493"/>
                  <a:pt x="74151" y="104567"/>
                </a:cubicBezTo>
                <a:cubicBezTo>
                  <a:pt x="74101" y="104617"/>
                  <a:pt x="74026" y="104642"/>
                  <a:pt x="73952" y="104692"/>
                </a:cubicBezTo>
                <a:cubicBezTo>
                  <a:pt x="73777" y="104816"/>
                  <a:pt x="73603" y="104916"/>
                  <a:pt x="73429" y="105015"/>
                </a:cubicBezTo>
                <a:cubicBezTo>
                  <a:pt x="73080" y="105237"/>
                  <a:pt x="72710" y="105450"/>
                  <a:pt x="72347" y="105664"/>
                </a:cubicBezTo>
                <a:lnTo>
                  <a:pt x="72347" y="105664"/>
                </a:lnTo>
                <a:cubicBezTo>
                  <a:pt x="73812" y="104769"/>
                  <a:pt x="75333" y="103810"/>
                  <a:pt x="76491" y="103024"/>
                </a:cubicBezTo>
                <a:cubicBezTo>
                  <a:pt x="76889" y="102750"/>
                  <a:pt x="77287" y="102452"/>
                  <a:pt x="77760" y="102128"/>
                </a:cubicBezTo>
                <a:close/>
                <a:moveTo>
                  <a:pt x="41444" y="105737"/>
                </a:moveTo>
                <a:cubicBezTo>
                  <a:pt x="41446" y="105737"/>
                  <a:pt x="41462" y="105738"/>
                  <a:pt x="41467" y="105752"/>
                </a:cubicBezTo>
                <a:lnTo>
                  <a:pt x="41467" y="105752"/>
                </a:lnTo>
                <a:cubicBezTo>
                  <a:pt x="41459" y="105747"/>
                  <a:pt x="41452" y="105742"/>
                  <a:pt x="41444" y="105737"/>
                </a:cubicBezTo>
                <a:close/>
                <a:moveTo>
                  <a:pt x="68899" y="96154"/>
                </a:moveTo>
                <a:lnTo>
                  <a:pt x="68949" y="96204"/>
                </a:lnTo>
                <a:cubicBezTo>
                  <a:pt x="69795" y="97075"/>
                  <a:pt x="70641" y="97847"/>
                  <a:pt x="71413" y="98569"/>
                </a:cubicBezTo>
                <a:cubicBezTo>
                  <a:pt x="72234" y="99290"/>
                  <a:pt x="72981" y="99888"/>
                  <a:pt x="73678" y="100410"/>
                </a:cubicBezTo>
                <a:cubicBezTo>
                  <a:pt x="73603" y="100460"/>
                  <a:pt x="73529" y="100510"/>
                  <a:pt x="73429" y="100560"/>
                </a:cubicBezTo>
                <a:cubicBezTo>
                  <a:pt x="73080" y="100759"/>
                  <a:pt x="72782" y="100958"/>
                  <a:pt x="72433" y="101157"/>
                </a:cubicBezTo>
                <a:cubicBezTo>
                  <a:pt x="72259" y="101257"/>
                  <a:pt x="72085" y="101331"/>
                  <a:pt x="71911" y="101456"/>
                </a:cubicBezTo>
                <a:cubicBezTo>
                  <a:pt x="67804" y="103771"/>
                  <a:pt x="63721" y="105513"/>
                  <a:pt x="59863" y="106608"/>
                </a:cubicBezTo>
                <a:cubicBezTo>
                  <a:pt x="60461" y="104916"/>
                  <a:pt x="60834" y="103149"/>
                  <a:pt x="60983" y="101307"/>
                </a:cubicBezTo>
                <a:cubicBezTo>
                  <a:pt x="61058" y="101282"/>
                  <a:pt x="61108" y="101257"/>
                  <a:pt x="61183" y="101182"/>
                </a:cubicBezTo>
                <a:cubicBezTo>
                  <a:pt x="63398" y="99888"/>
                  <a:pt x="65588" y="98444"/>
                  <a:pt x="67804" y="96901"/>
                </a:cubicBezTo>
                <a:cubicBezTo>
                  <a:pt x="68177" y="96627"/>
                  <a:pt x="68525" y="96378"/>
                  <a:pt x="68899" y="96154"/>
                </a:cubicBezTo>
                <a:close/>
                <a:moveTo>
                  <a:pt x="60809" y="101431"/>
                </a:moveTo>
                <a:cubicBezTo>
                  <a:pt x="60610" y="103273"/>
                  <a:pt x="60262" y="105015"/>
                  <a:pt x="59689" y="106658"/>
                </a:cubicBezTo>
                <a:cubicBezTo>
                  <a:pt x="59652" y="106658"/>
                  <a:pt x="59629" y="106658"/>
                  <a:pt x="59620" y="106668"/>
                </a:cubicBezTo>
                <a:lnTo>
                  <a:pt x="59620" y="106668"/>
                </a:lnTo>
                <a:cubicBezTo>
                  <a:pt x="60189" y="105029"/>
                  <a:pt x="60561" y="103267"/>
                  <a:pt x="60734" y="101456"/>
                </a:cubicBezTo>
                <a:cubicBezTo>
                  <a:pt x="60784" y="101456"/>
                  <a:pt x="60784" y="101431"/>
                  <a:pt x="60809" y="101431"/>
                </a:cubicBezTo>
                <a:close/>
                <a:moveTo>
                  <a:pt x="47468" y="96328"/>
                </a:moveTo>
                <a:cubicBezTo>
                  <a:pt x="47891" y="96577"/>
                  <a:pt x="48364" y="96801"/>
                  <a:pt x="48837" y="96976"/>
                </a:cubicBezTo>
                <a:cubicBezTo>
                  <a:pt x="47990" y="100510"/>
                  <a:pt x="46397" y="103920"/>
                  <a:pt x="44033" y="106882"/>
                </a:cubicBezTo>
                <a:cubicBezTo>
                  <a:pt x="43933" y="106783"/>
                  <a:pt x="43809" y="106733"/>
                  <a:pt x="43659" y="106658"/>
                </a:cubicBezTo>
                <a:cubicBezTo>
                  <a:pt x="43410" y="106559"/>
                  <a:pt x="43136" y="106434"/>
                  <a:pt x="42888" y="106359"/>
                </a:cubicBezTo>
                <a:cubicBezTo>
                  <a:pt x="42688" y="106260"/>
                  <a:pt x="42514" y="106135"/>
                  <a:pt x="42290" y="106036"/>
                </a:cubicBezTo>
                <a:cubicBezTo>
                  <a:pt x="42041" y="105911"/>
                  <a:pt x="41817" y="105787"/>
                  <a:pt x="41618" y="105662"/>
                </a:cubicBezTo>
                <a:lnTo>
                  <a:pt x="41568" y="105662"/>
                </a:lnTo>
                <a:cubicBezTo>
                  <a:pt x="41394" y="105538"/>
                  <a:pt x="41245" y="105414"/>
                  <a:pt x="41046" y="105289"/>
                </a:cubicBezTo>
                <a:lnTo>
                  <a:pt x="40398" y="104816"/>
                </a:lnTo>
                <a:cubicBezTo>
                  <a:pt x="40249" y="104692"/>
                  <a:pt x="40075" y="104542"/>
                  <a:pt x="39926" y="104393"/>
                </a:cubicBezTo>
                <a:cubicBezTo>
                  <a:pt x="39776" y="104244"/>
                  <a:pt x="39577" y="104119"/>
                  <a:pt x="39428" y="103945"/>
                </a:cubicBezTo>
                <a:cubicBezTo>
                  <a:pt x="39801" y="103572"/>
                  <a:pt x="40174" y="103198"/>
                  <a:pt x="40523" y="102800"/>
                </a:cubicBezTo>
                <a:lnTo>
                  <a:pt x="40647" y="102676"/>
                </a:lnTo>
                <a:cubicBezTo>
                  <a:pt x="41046" y="102203"/>
                  <a:pt x="41419" y="101755"/>
                  <a:pt x="41792" y="101282"/>
                </a:cubicBezTo>
                <a:cubicBezTo>
                  <a:pt x="42614" y="100211"/>
                  <a:pt x="43360" y="99091"/>
                  <a:pt x="43983" y="97921"/>
                </a:cubicBezTo>
                <a:cubicBezTo>
                  <a:pt x="45128" y="97424"/>
                  <a:pt x="46273" y="96901"/>
                  <a:pt x="47468" y="96328"/>
                </a:cubicBezTo>
                <a:close/>
                <a:moveTo>
                  <a:pt x="73877" y="100535"/>
                </a:moveTo>
                <a:lnTo>
                  <a:pt x="73902" y="100560"/>
                </a:lnTo>
                <a:cubicBezTo>
                  <a:pt x="73902" y="100560"/>
                  <a:pt x="73927" y="100560"/>
                  <a:pt x="73927" y="100585"/>
                </a:cubicBezTo>
                <a:cubicBezTo>
                  <a:pt x="73877" y="100635"/>
                  <a:pt x="73802" y="100684"/>
                  <a:pt x="73753" y="100709"/>
                </a:cubicBezTo>
                <a:cubicBezTo>
                  <a:pt x="73529" y="100834"/>
                  <a:pt x="73304" y="100958"/>
                  <a:pt x="73130" y="101083"/>
                </a:cubicBezTo>
                <a:lnTo>
                  <a:pt x="72856" y="101282"/>
                </a:lnTo>
                <a:cubicBezTo>
                  <a:pt x="72657" y="101406"/>
                  <a:pt x="72433" y="101506"/>
                  <a:pt x="72259" y="101630"/>
                </a:cubicBezTo>
                <a:cubicBezTo>
                  <a:pt x="71637" y="101954"/>
                  <a:pt x="71015" y="102302"/>
                  <a:pt x="70417" y="102626"/>
                </a:cubicBezTo>
                <a:lnTo>
                  <a:pt x="69870" y="102900"/>
                </a:lnTo>
                <a:cubicBezTo>
                  <a:pt x="69421" y="103124"/>
                  <a:pt x="68998" y="103323"/>
                  <a:pt x="68575" y="103547"/>
                </a:cubicBezTo>
                <a:cubicBezTo>
                  <a:pt x="68028" y="103821"/>
                  <a:pt x="67505" y="104069"/>
                  <a:pt x="66932" y="104318"/>
                </a:cubicBezTo>
                <a:cubicBezTo>
                  <a:pt x="66883" y="104368"/>
                  <a:pt x="66783" y="104393"/>
                  <a:pt x="66708" y="104418"/>
                </a:cubicBezTo>
                <a:cubicBezTo>
                  <a:pt x="64418" y="105438"/>
                  <a:pt x="62103" y="106285"/>
                  <a:pt x="59913" y="106907"/>
                </a:cubicBezTo>
                <a:lnTo>
                  <a:pt x="59913" y="106882"/>
                </a:lnTo>
                <a:lnTo>
                  <a:pt x="59913" y="106857"/>
                </a:lnTo>
                <a:cubicBezTo>
                  <a:pt x="59938" y="106783"/>
                  <a:pt x="60038" y="106758"/>
                  <a:pt x="60112" y="106733"/>
                </a:cubicBezTo>
                <a:cubicBezTo>
                  <a:pt x="60311" y="106658"/>
                  <a:pt x="60461" y="106633"/>
                  <a:pt x="60635" y="106559"/>
                </a:cubicBezTo>
                <a:cubicBezTo>
                  <a:pt x="61083" y="106434"/>
                  <a:pt x="61506" y="106285"/>
                  <a:pt x="61954" y="106135"/>
                </a:cubicBezTo>
                <a:cubicBezTo>
                  <a:pt x="61979" y="106135"/>
                  <a:pt x="62004" y="106111"/>
                  <a:pt x="62079" y="106111"/>
                </a:cubicBezTo>
                <a:cubicBezTo>
                  <a:pt x="62203" y="106061"/>
                  <a:pt x="62303" y="106036"/>
                  <a:pt x="62427" y="106011"/>
                </a:cubicBezTo>
                <a:cubicBezTo>
                  <a:pt x="62925" y="105812"/>
                  <a:pt x="63448" y="105638"/>
                  <a:pt x="63945" y="105438"/>
                </a:cubicBezTo>
                <a:cubicBezTo>
                  <a:pt x="63995" y="105414"/>
                  <a:pt x="64095" y="105389"/>
                  <a:pt x="64169" y="105364"/>
                </a:cubicBezTo>
                <a:cubicBezTo>
                  <a:pt x="64692" y="105140"/>
                  <a:pt x="65240" y="104916"/>
                  <a:pt x="65787" y="104692"/>
                </a:cubicBezTo>
                <a:cubicBezTo>
                  <a:pt x="65837" y="104667"/>
                  <a:pt x="65862" y="104667"/>
                  <a:pt x="65937" y="104642"/>
                </a:cubicBezTo>
                <a:cubicBezTo>
                  <a:pt x="66484" y="104393"/>
                  <a:pt x="67032" y="104144"/>
                  <a:pt x="67580" y="103895"/>
                </a:cubicBezTo>
                <a:cubicBezTo>
                  <a:pt x="67654" y="103870"/>
                  <a:pt x="67679" y="103870"/>
                  <a:pt x="67729" y="103821"/>
                </a:cubicBezTo>
                <a:cubicBezTo>
                  <a:pt x="68276" y="103572"/>
                  <a:pt x="68824" y="103298"/>
                  <a:pt x="69347" y="103024"/>
                </a:cubicBezTo>
                <a:lnTo>
                  <a:pt x="69546" y="102924"/>
                </a:lnTo>
                <a:cubicBezTo>
                  <a:pt x="70069" y="102676"/>
                  <a:pt x="70566" y="102402"/>
                  <a:pt x="71089" y="102078"/>
                </a:cubicBezTo>
                <a:lnTo>
                  <a:pt x="71139" y="102078"/>
                </a:lnTo>
                <a:cubicBezTo>
                  <a:pt x="71214" y="102053"/>
                  <a:pt x="71288" y="102004"/>
                  <a:pt x="71388" y="101954"/>
                </a:cubicBezTo>
                <a:cubicBezTo>
                  <a:pt x="71637" y="101804"/>
                  <a:pt x="71911" y="101680"/>
                  <a:pt x="72160" y="101531"/>
                </a:cubicBezTo>
                <a:cubicBezTo>
                  <a:pt x="72309" y="101431"/>
                  <a:pt x="72458" y="101331"/>
                  <a:pt x="72657" y="101257"/>
                </a:cubicBezTo>
                <a:cubicBezTo>
                  <a:pt x="72757" y="101182"/>
                  <a:pt x="72856" y="101157"/>
                  <a:pt x="72906" y="101083"/>
                </a:cubicBezTo>
                <a:cubicBezTo>
                  <a:pt x="73006" y="101033"/>
                  <a:pt x="73130" y="100958"/>
                  <a:pt x="73230" y="100908"/>
                </a:cubicBezTo>
                <a:lnTo>
                  <a:pt x="73255" y="100883"/>
                </a:lnTo>
                <a:cubicBezTo>
                  <a:pt x="73404" y="100784"/>
                  <a:pt x="73529" y="100684"/>
                  <a:pt x="73678" y="100635"/>
                </a:cubicBezTo>
                <a:lnTo>
                  <a:pt x="73877" y="100535"/>
                </a:lnTo>
                <a:close/>
                <a:moveTo>
                  <a:pt x="49135" y="96976"/>
                </a:moveTo>
                <a:cubicBezTo>
                  <a:pt x="48289" y="100510"/>
                  <a:pt x="46721" y="103920"/>
                  <a:pt x="44381" y="106882"/>
                </a:cubicBezTo>
                <a:cubicBezTo>
                  <a:pt x="44366" y="106911"/>
                  <a:pt x="44343" y="106923"/>
                  <a:pt x="44327" y="106923"/>
                </a:cubicBezTo>
                <a:cubicBezTo>
                  <a:pt x="44315" y="106923"/>
                  <a:pt x="44306" y="106917"/>
                  <a:pt x="44306" y="106907"/>
                </a:cubicBezTo>
                <a:cubicBezTo>
                  <a:pt x="46621" y="103920"/>
                  <a:pt x="48214" y="100485"/>
                  <a:pt x="49085" y="96976"/>
                </a:cubicBezTo>
                <a:close/>
                <a:moveTo>
                  <a:pt x="41519" y="105762"/>
                </a:moveTo>
                <a:cubicBezTo>
                  <a:pt x="41668" y="105862"/>
                  <a:pt x="41792" y="105936"/>
                  <a:pt x="41942" y="106036"/>
                </a:cubicBezTo>
                <a:lnTo>
                  <a:pt x="42141" y="106135"/>
                </a:lnTo>
                <a:cubicBezTo>
                  <a:pt x="42440" y="106310"/>
                  <a:pt x="42763" y="106484"/>
                  <a:pt x="43087" y="106633"/>
                </a:cubicBezTo>
                <a:cubicBezTo>
                  <a:pt x="43211" y="106683"/>
                  <a:pt x="43385" y="106758"/>
                  <a:pt x="43535" y="106807"/>
                </a:cubicBezTo>
                <a:lnTo>
                  <a:pt x="44008" y="107007"/>
                </a:lnTo>
                <a:lnTo>
                  <a:pt x="44008" y="107031"/>
                </a:lnTo>
                <a:cubicBezTo>
                  <a:pt x="43096" y="106684"/>
                  <a:pt x="42260" y="106261"/>
                  <a:pt x="41483" y="105762"/>
                </a:cubicBezTo>
                <a:close/>
                <a:moveTo>
                  <a:pt x="9011" y="104169"/>
                </a:moveTo>
                <a:lnTo>
                  <a:pt x="9011" y="104169"/>
                </a:lnTo>
                <a:cubicBezTo>
                  <a:pt x="9782" y="105065"/>
                  <a:pt x="10305" y="105613"/>
                  <a:pt x="10380" y="105662"/>
                </a:cubicBezTo>
                <a:lnTo>
                  <a:pt x="10405" y="105687"/>
                </a:lnTo>
                <a:lnTo>
                  <a:pt x="10678" y="105986"/>
                </a:lnTo>
                <a:cubicBezTo>
                  <a:pt x="10753" y="106036"/>
                  <a:pt x="10828" y="106135"/>
                  <a:pt x="10927" y="106185"/>
                </a:cubicBezTo>
                <a:cubicBezTo>
                  <a:pt x="11258" y="106516"/>
                  <a:pt x="11589" y="106827"/>
                  <a:pt x="11936" y="107153"/>
                </a:cubicBezTo>
                <a:lnTo>
                  <a:pt x="11936" y="107153"/>
                </a:lnTo>
                <a:cubicBezTo>
                  <a:pt x="11892" y="107121"/>
                  <a:pt x="11845" y="107091"/>
                  <a:pt x="11799" y="107056"/>
                </a:cubicBezTo>
                <a:cubicBezTo>
                  <a:pt x="11799" y="107056"/>
                  <a:pt x="11774" y="107031"/>
                  <a:pt x="11749" y="107031"/>
                </a:cubicBezTo>
                <a:lnTo>
                  <a:pt x="11599" y="106907"/>
                </a:lnTo>
                <a:cubicBezTo>
                  <a:pt x="11400" y="106708"/>
                  <a:pt x="11176" y="106534"/>
                  <a:pt x="10977" y="106310"/>
                </a:cubicBezTo>
                <a:cubicBezTo>
                  <a:pt x="10927" y="106260"/>
                  <a:pt x="10853" y="106235"/>
                  <a:pt x="10803" y="106160"/>
                </a:cubicBezTo>
                <a:cubicBezTo>
                  <a:pt x="10678" y="106036"/>
                  <a:pt x="10554" y="105911"/>
                  <a:pt x="10405" y="105787"/>
                </a:cubicBezTo>
                <a:cubicBezTo>
                  <a:pt x="10330" y="105737"/>
                  <a:pt x="10280" y="105662"/>
                  <a:pt x="10255" y="105613"/>
                </a:cubicBezTo>
                <a:cubicBezTo>
                  <a:pt x="10106" y="105488"/>
                  <a:pt x="10031" y="105364"/>
                  <a:pt x="9907" y="105239"/>
                </a:cubicBezTo>
                <a:cubicBezTo>
                  <a:pt x="9708" y="105040"/>
                  <a:pt x="9533" y="104816"/>
                  <a:pt x="9384" y="104642"/>
                </a:cubicBezTo>
                <a:lnTo>
                  <a:pt x="9285" y="104542"/>
                </a:lnTo>
                <a:lnTo>
                  <a:pt x="9011" y="104169"/>
                </a:lnTo>
                <a:close/>
                <a:moveTo>
                  <a:pt x="60685" y="96951"/>
                </a:moveTo>
                <a:lnTo>
                  <a:pt x="60685" y="96951"/>
                </a:lnTo>
                <a:cubicBezTo>
                  <a:pt x="60784" y="98345"/>
                  <a:pt x="60734" y="99714"/>
                  <a:pt x="60635" y="101083"/>
                </a:cubicBezTo>
                <a:cubicBezTo>
                  <a:pt x="56055" y="103696"/>
                  <a:pt x="51525" y="105911"/>
                  <a:pt x="47094" y="107654"/>
                </a:cubicBezTo>
                <a:cubicBezTo>
                  <a:pt x="46970" y="107629"/>
                  <a:pt x="46845" y="107604"/>
                  <a:pt x="46721" y="107604"/>
                </a:cubicBezTo>
                <a:cubicBezTo>
                  <a:pt x="46397" y="107529"/>
                  <a:pt x="46099" y="107480"/>
                  <a:pt x="45800" y="107405"/>
                </a:cubicBezTo>
                <a:lnTo>
                  <a:pt x="45153" y="107231"/>
                </a:lnTo>
                <a:cubicBezTo>
                  <a:pt x="44978" y="107156"/>
                  <a:pt x="44754" y="107106"/>
                  <a:pt x="44555" y="107031"/>
                </a:cubicBezTo>
                <a:cubicBezTo>
                  <a:pt x="46895" y="104045"/>
                  <a:pt x="48488" y="100610"/>
                  <a:pt x="49334" y="97125"/>
                </a:cubicBezTo>
                <a:cubicBezTo>
                  <a:pt x="50778" y="97623"/>
                  <a:pt x="52396" y="97872"/>
                  <a:pt x="54213" y="97872"/>
                </a:cubicBezTo>
                <a:cubicBezTo>
                  <a:pt x="56204" y="97872"/>
                  <a:pt x="58370" y="97573"/>
                  <a:pt x="60685" y="96951"/>
                </a:cubicBezTo>
                <a:close/>
                <a:moveTo>
                  <a:pt x="60560" y="101282"/>
                </a:moveTo>
                <a:lnTo>
                  <a:pt x="60560" y="101331"/>
                </a:lnTo>
                <a:cubicBezTo>
                  <a:pt x="56204" y="103895"/>
                  <a:pt x="51848" y="106036"/>
                  <a:pt x="47542" y="107728"/>
                </a:cubicBezTo>
                <a:lnTo>
                  <a:pt x="47418" y="107728"/>
                </a:lnTo>
                <a:cubicBezTo>
                  <a:pt x="51749" y="106036"/>
                  <a:pt x="56130" y="103895"/>
                  <a:pt x="60560" y="101282"/>
                </a:cubicBezTo>
                <a:close/>
                <a:moveTo>
                  <a:pt x="44381" y="107156"/>
                </a:moveTo>
                <a:cubicBezTo>
                  <a:pt x="44481" y="107181"/>
                  <a:pt x="44530" y="107231"/>
                  <a:pt x="44630" y="107256"/>
                </a:cubicBezTo>
                <a:cubicBezTo>
                  <a:pt x="44779" y="107305"/>
                  <a:pt x="44929" y="107355"/>
                  <a:pt x="45103" y="107405"/>
                </a:cubicBezTo>
                <a:lnTo>
                  <a:pt x="45750" y="107604"/>
                </a:lnTo>
                <a:lnTo>
                  <a:pt x="46223" y="107679"/>
                </a:lnTo>
                <a:cubicBezTo>
                  <a:pt x="46422" y="107728"/>
                  <a:pt x="46596" y="107753"/>
                  <a:pt x="46721" y="107778"/>
                </a:cubicBezTo>
                <a:cubicBezTo>
                  <a:pt x="46671" y="107778"/>
                  <a:pt x="46671" y="107778"/>
                  <a:pt x="46646" y="107803"/>
                </a:cubicBezTo>
                <a:cubicBezTo>
                  <a:pt x="45850" y="107654"/>
                  <a:pt x="45103" y="107480"/>
                  <a:pt x="44356" y="107181"/>
                </a:cubicBezTo>
                <a:lnTo>
                  <a:pt x="44381" y="107156"/>
                </a:lnTo>
                <a:close/>
                <a:moveTo>
                  <a:pt x="47163" y="107859"/>
                </a:moveTo>
                <a:cubicBezTo>
                  <a:pt x="47175" y="107859"/>
                  <a:pt x="47194" y="107865"/>
                  <a:pt x="47219" y="107878"/>
                </a:cubicBezTo>
                <a:cubicBezTo>
                  <a:pt x="47219" y="107878"/>
                  <a:pt x="47169" y="107878"/>
                  <a:pt x="47169" y="107903"/>
                </a:cubicBezTo>
                <a:cubicBezTo>
                  <a:pt x="47169" y="107903"/>
                  <a:pt x="47144" y="107903"/>
                  <a:pt x="47144" y="107928"/>
                </a:cubicBezTo>
                <a:cubicBezTo>
                  <a:pt x="47119" y="107928"/>
                  <a:pt x="47094" y="107903"/>
                  <a:pt x="47019" y="107903"/>
                </a:cubicBezTo>
                <a:lnTo>
                  <a:pt x="47094" y="107903"/>
                </a:lnTo>
                <a:cubicBezTo>
                  <a:pt x="47119" y="107903"/>
                  <a:pt x="47119" y="107903"/>
                  <a:pt x="47144" y="107878"/>
                </a:cubicBezTo>
                <a:cubicBezTo>
                  <a:pt x="47144" y="107865"/>
                  <a:pt x="47150" y="107859"/>
                  <a:pt x="47163" y="107859"/>
                </a:cubicBezTo>
                <a:close/>
                <a:moveTo>
                  <a:pt x="60535" y="101630"/>
                </a:moveTo>
                <a:lnTo>
                  <a:pt x="60535" y="101630"/>
                </a:lnTo>
                <a:cubicBezTo>
                  <a:pt x="60336" y="103422"/>
                  <a:pt x="59963" y="105165"/>
                  <a:pt x="59415" y="106758"/>
                </a:cubicBezTo>
                <a:cubicBezTo>
                  <a:pt x="57847" y="107131"/>
                  <a:pt x="56329" y="107480"/>
                  <a:pt x="54860" y="107679"/>
                </a:cubicBezTo>
                <a:lnTo>
                  <a:pt x="54810" y="107679"/>
                </a:lnTo>
                <a:cubicBezTo>
                  <a:pt x="54736" y="107679"/>
                  <a:pt x="54686" y="107728"/>
                  <a:pt x="54586" y="107728"/>
                </a:cubicBezTo>
                <a:cubicBezTo>
                  <a:pt x="54238" y="107753"/>
                  <a:pt x="53939" y="107803"/>
                  <a:pt x="53591" y="107853"/>
                </a:cubicBezTo>
                <a:cubicBezTo>
                  <a:pt x="53342" y="107878"/>
                  <a:pt x="53118" y="107878"/>
                  <a:pt x="52894" y="107903"/>
                </a:cubicBezTo>
                <a:cubicBezTo>
                  <a:pt x="52819" y="107903"/>
                  <a:pt x="52720" y="107903"/>
                  <a:pt x="52620" y="107928"/>
                </a:cubicBezTo>
                <a:cubicBezTo>
                  <a:pt x="52496" y="107928"/>
                  <a:pt x="52371" y="107977"/>
                  <a:pt x="52247" y="107977"/>
                </a:cubicBezTo>
                <a:cubicBezTo>
                  <a:pt x="51973" y="107977"/>
                  <a:pt x="51649" y="108002"/>
                  <a:pt x="51375" y="108002"/>
                </a:cubicBezTo>
                <a:lnTo>
                  <a:pt x="50853" y="108002"/>
                </a:lnTo>
                <a:cubicBezTo>
                  <a:pt x="50280" y="108002"/>
                  <a:pt x="49733" y="107977"/>
                  <a:pt x="49160" y="107928"/>
                </a:cubicBezTo>
                <a:lnTo>
                  <a:pt x="49135" y="107928"/>
                </a:lnTo>
                <a:cubicBezTo>
                  <a:pt x="49011" y="107928"/>
                  <a:pt x="48886" y="107903"/>
                  <a:pt x="48762" y="107903"/>
                </a:cubicBezTo>
                <a:cubicBezTo>
                  <a:pt x="48662" y="107903"/>
                  <a:pt x="48588" y="107878"/>
                  <a:pt x="48488" y="107878"/>
                </a:cubicBezTo>
                <a:cubicBezTo>
                  <a:pt x="48289" y="107853"/>
                  <a:pt x="48140" y="107853"/>
                  <a:pt x="47965" y="107803"/>
                </a:cubicBezTo>
                <a:cubicBezTo>
                  <a:pt x="52072" y="106160"/>
                  <a:pt x="56254" y="104119"/>
                  <a:pt x="60535" y="101630"/>
                </a:cubicBezTo>
                <a:close/>
                <a:moveTo>
                  <a:pt x="59316" y="106957"/>
                </a:moveTo>
                <a:lnTo>
                  <a:pt x="59316" y="107007"/>
                </a:lnTo>
                <a:lnTo>
                  <a:pt x="59316" y="107031"/>
                </a:lnTo>
                <a:cubicBezTo>
                  <a:pt x="58594" y="107206"/>
                  <a:pt x="57847" y="107405"/>
                  <a:pt x="57125" y="107554"/>
                </a:cubicBezTo>
                <a:cubicBezTo>
                  <a:pt x="57001" y="107579"/>
                  <a:pt x="56876" y="107579"/>
                  <a:pt x="56752" y="107629"/>
                </a:cubicBezTo>
                <a:cubicBezTo>
                  <a:pt x="56155" y="107753"/>
                  <a:pt x="55582" y="107828"/>
                  <a:pt x="54985" y="107928"/>
                </a:cubicBezTo>
                <a:cubicBezTo>
                  <a:pt x="54960" y="107928"/>
                  <a:pt x="54910" y="107928"/>
                  <a:pt x="54860" y="107952"/>
                </a:cubicBezTo>
                <a:cubicBezTo>
                  <a:pt x="54761" y="107952"/>
                  <a:pt x="54661" y="108002"/>
                  <a:pt x="54611" y="108002"/>
                </a:cubicBezTo>
                <a:cubicBezTo>
                  <a:pt x="54263" y="108027"/>
                  <a:pt x="53914" y="108077"/>
                  <a:pt x="53616" y="108127"/>
                </a:cubicBezTo>
                <a:cubicBezTo>
                  <a:pt x="53367" y="108152"/>
                  <a:pt x="53143" y="108152"/>
                  <a:pt x="52894" y="108176"/>
                </a:cubicBezTo>
                <a:cubicBezTo>
                  <a:pt x="52844" y="108176"/>
                  <a:pt x="52744" y="108176"/>
                  <a:pt x="52670" y="108201"/>
                </a:cubicBezTo>
                <a:cubicBezTo>
                  <a:pt x="52520" y="108201"/>
                  <a:pt x="52371" y="108251"/>
                  <a:pt x="52247" y="108251"/>
                </a:cubicBezTo>
                <a:cubicBezTo>
                  <a:pt x="51774" y="108276"/>
                  <a:pt x="51301" y="108276"/>
                  <a:pt x="50853" y="108276"/>
                </a:cubicBezTo>
                <a:lnTo>
                  <a:pt x="50430" y="108276"/>
                </a:lnTo>
                <a:cubicBezTo>
                  <a:pt x="49982" y="108276"/>
                  <a:pt x="49509" y="108251"/>
                  <a:pt x="49061" y="108226"/>
                </a:cubicBezTo>
                <a:cubicBezTo>
                  <a:pt x="48986" y="108226"/>
                  <a:pt x="48911" y="108226"/>
                  <a:pt x="48812" y="108176"/>
                </a:cubicBezTo>
                <a:cubicBezTo>
                  <a:pt x="48538" y="108152"/>
                  <a:pt x="48289" y="108127"/>
                  <a:pt x="48015" y="108077"/>
                </a:cubicBezTo>
                <a:cubicBezTo>
                  <a:pt x="47816" y="108052"/>
                  <a:pt x="47642" y="108052"/>
                  <a:pt x="47492" y="108027"/>
                </a:cubicBezTo>
                <a:cubicBezTo>
                  <a:pt x="47517" y="107977"/>
                  <a:pt x="47517" y="107977"/>
                  <a:pt x="47542" y="107928"/>
                </a:cubicBezTo>
                <a:cubicBezTo>
                  <a:pt x="47592" y="107928"/>
                  <a:pt x="47592" y="107928"/>
                  <a:pt x="47617" y="107903"/>
                </a:cubicBezTo>
                <a:lnTo>
                  <a:pt x="47716" y="107903"/>
                </a:lnTo>
                <a:cubicBezTo>
                  <a:pt x="48090" y="107952"/>
                  <a:pt x="48463" y="108002"/>
                  <a:pt x="48837" y="108027"/>
                </a:cubicBezTo>
                <a:cubicBezTo>
                  <a:pt x="48911" y="108027"/>
                  <a:pt x="48986" y="108052"/>
                  <a:pt x="49036" y="108052"/>
                </a:cubicBezTo>
                <a:lnTo>
                  <a:pt x="49235" y="108052"/>
                </a:lnTo>
                <a:cubicBezTo>
                  <a:pt x="49758" y="108102"/>
                  <a:pt x="50280" y="108127"/>
                  <a:pt x="50803" y="108127"/>
                </a:cubicBezTo>
                <a:cubicBezTo>
                  <a:pt x="51276" y="108127"/>
                  <a:pt x="51749" y="108077"/>
                  <a:pt x="52222" y="108077"/>
                </a:cubicBezTo>
                <a:lnTo>
                  <a:pt x="52247" y="108077"/>
                </a:lnTo>
                <a:cubicBezTo>
                  <a:pt x="52346" y="108077"/>
                  <a:pt x="52471" y="108077"/>
                  <a:pt x="52545" y="108052"/>
                </a:cubicBezTo>
                <a:cubicBezTo>
                  <a:pt x="52645" y="108052"/>
                  <a:pt x="52744" y="108052"/>
                  <a:pt x="52844" y="108027"/>
                </a:cubicBezTo>
                <a:lnTo>
                  <a:pt x="52968" y="108027"/>
                </a:lnTo>
                <a:cubicBezTo>
                  <a:pt x="53168" y="108002"/>
                  <a:pt x="53367" y="108002"/>
                  <a:pt x="53591" y="107952"/>
                </a:cubicBezTo>
                <a:lnTo>
                  <a:pt x="53616" y="107952"/>
                </a:lnTo>
                <a:cubicBezTo>
                  <a:pt x="53765" y="107928"/>
                  <a:pt x="53964" y="107928"/>
                  <a:pt x="54113" y="107903"/>
                </a:cubicBezTo>
                <a:cubicBezTo>
                  <a:pt x="54238" y="107878"/>
                  <a:pt x="54387" y="107878"/>
                  <a:pt x="54512" y="107828"/>
                </a:cubicBezTo>
                <a:lnTo>
                  <a:pt x="54636" y="107828"/>
                </a:lnTo>
                <a:cubicBezTo>
                  <a:pt x="54711" y="107828"/>
                  <a:pt x="54810" y="107803"/>
                  <a:pt x="54860" y="107803"/>
                </a:cubicBezTo>
                <a:lnTo>
                  <a:pt x="55607" y="107704"/>
                </a:lnTo>
                <a:lnTo>
                  <a:pt x="55657" y="107704"/>
                </a:lnTo>
                <a:cubicBezTo>
                  <a:pt x="55731" y="107704"/>
                  <a:pt x="55781" y="107679"/>
                  <a:pt x="55856" y="107679"/>
                </a:cubicBezTo>
                <a:cubicBezTo>
                  <a:pt x="56329" y="107579"/>
                  <a:pt x="56777" y="107529"/>
                  <a:pt x="57250" y="107430"/>
                </a:cubicBezTo>
                <a:cubicBezTo>
                  <a:pt x="57349" y="107405"/>
                  <a:pt x="57474" y="107380"/>
                  <a:pt x="57573" y="107380"/>
                </a:cubicBezTo>
                <a:cubicBezTo>
                  <a:pt x="57648" y="107330"/>
                  <a:pt x="57772" y="107305"/>
                  <a:pt x="57872" y="107305"/>
                </a:cubicBezTo>
                <a:cubicBezTo>
                  <a:pt x="57947" y="107305"/>
                  <a:pt x="57972" y="107280"/>
                  <a:pt x="58021" y="107280"/>
                </a:cubicBezTo>
                <a:cubicBezTo>
                  <a:pt x="58345" y="107206"/>
                  <a:pt x="58619" y="107156"/>
                  <a:pt x="58942" y="107056"/>
                </a:cubicBezTo>
                <a:lnTo>
                  <a:pt x="59316" y="106957"/>
                </a:lnTo>
                <a:close/>
                <a:moveTo>
                  <a:pt x="44232" y="107380"/>
                </a:moveTo>
                <a:cubicBezTo>
                  <a:pt x="44257" y="107380"/>
                  <a:pt x="44281" y="107405"/>
                  <a:pt x="44306" y="107405"/>
                </a:cubicBezTo>
                <a:cubicBezTo>
                  <a:pt x="44381" y="107430"/>
                  <a:pt x="44431" y="107430"/>
                  <a:pt x="44505" y="107480"/>
                </a:cubicBezTo>
                <a:cubicBezTo>
                  <a:pt x="44879" y="107604"/>
                  <a:pt x="45252" y="107679"/>
                  <a:pt x="45626" y="107778"/>
                </a:cubicBezTo>
                <a:cubicBezTo>
                  <a:pt x="45725" y="107803"/>
                  <a:pt x="45850" y="107853"/>
                  <a:pt x="45924" y="107853"/>
                </a:cubicBezTo>
                <a:cubicBezTo>
                  <a:pt x="46024" y="107878"/>
                  <a:pt x="46148" y="107903"/>
                  <a:pt x="46248" y="107928"/>
                </a:cubicBezTo>
                <a:cubicBezTo>
                  <a:pt x="45003" y="108400"/>
                  <a:pt x="43759" y="108799"/>
                  <a:pt x="42539" y="109172"/>
                </a:cubicBezTo>
                <a:cubicBezTo>
                  <a:pt x="43161" y="108625"/>
                  <a:pt x="43734" y="108027"/>
                  <a:pt x="44232" y="107380"/>
                </a:cubicBezTo>
                <a:close/>
                <a:moveTo>
                  <a:pt x="43983" y="107280"/>
                </a:moveTo>
                <a:cubicBezTo>
                  <a:pt x="44008" y="107280"/>
                  <a:pt x="44008" y="107305"/>
                  <a:pt x="44033" y="107305"/>
                </a:cubicBezTo>
                <a:cubicBezTo>
                  <a:pt x="43435" y="108027"/>
                  <a:pt x="42813" y="108724"/>
                  <a:pt x="42191" y="109346"/>
                </a:cubicBezTo>
                <a:cubicBezTo>
                  <a:pt x="42166" y="109346"/>
                  <a:pt x="42091" y="109371"/>
                  <a:pt x="42066" y="109371"/>
                </a:cubicBezTo>
                <a:cubicBezTo>
                  <a:pt x="42738" y="108724"/>
                  <a:pt x="43385" y="108027"/>
                  <a:pt x="43983" y="107280"/>
                </a:cubicBezTo>
                <a:close/>
                <a:moveTo>
                  <a:pt x="46621" y="108027"/>
                </a:moveTo>
                <a:cubicBezTo>
                  <a:pt x="46646" y="108027"/>
                  <a:pt x="46671" y="108027"/>
                  <a:pt x="46721" y="108052"/>
                </a:cubicBezTo>
                <a:cubicBezTo>
                  <a:pt x="45178" y="108649"/>
                  <a:pt x="43659" y="109147"/>
                  <a:pt x="42166" y="109620"/>
                </a:cubicBezTo>
                <a:cubicBezTo>
                  <a:pt x="42240" y="109595"/>
                  <a:pt x="42240" y="109545"/>
                  <a:pt x="42265" y="109521"/>
                </a:cubicBezTo>
                <a:cubicBezTo>
                  <a:pt x="43684" y="109097"/>
                  <a:pt x="45153" y="108600"/>
                  <a:pt x="46621" y="108027"/>
                </a:cubicBezTo>
                <a:close/>
                <a:moveTo>
                  <a:pt x="5924" y="97424"/>
                </a:moveTo>
                <a:lnTo>
                  <a:pt x="5949" y="97448"/>
                </a:lnTo>
                <a:cubicBezTo>
                  <a:pt x="6074" y="97548"/>
                  <a:pt x="6173" y="97672"/>
                  <a:pt x="6298" y="97772"/>
                </a:cubicBezTo>
                <a:cubicBezTo>
                  <a:pt x="6422" y="97897"/>
                  <a:pt x="6547" y="97971"/>
                  <a:pt x="6671" y="98096"/>
                </a:cubicBezTo>
                <a:cubicBezTo>
                  <a:pt x="6795" y="98220"/>
                  <a:pt x="6945" y="98320"/>
                  <a:pt x="7069" y="98419"/>
                </a:cubicBezTo>
                <a:cubicBezTo>
                  <a:pt x="7194" y="98519"/>
                  <a:pt x="7318" y="98593"/>
                  <a:pt x="7418" y="98693"/>
                </a:cubicBezTo>
                <a:cubicBezTo>
                  <a:pt x="7567" y="98817"/>
                  <a:pt x="7716" y="98917"/>
                  <a:pt x="7866" y="99041"/>
                </a:cubicBezTo>
                <a:cubicBezTo>
                  <a:pt x="7965" y="99091"/>
                  <a:pt x="8090" y="99191"/>
                  <a:pt x="8189" y="99266"/>
                </a:cubicBezTo>
                <a:cubicBezTo>
                  <a:pt x="8364" y="99390"/>
                  <a:pt x="8563" y="99514"/>
                  <a:pt x="8737" y="99589"/>
                </a:cubicBezTo>
                <a:cubicBezTo>
                  <a:pt x="8837" y="99664"/>
                  <a:pt x="8936" y="99714"/>
                  <a:pt x="9036" y="99763"/>
                </a:cubicBezTo>
                <a:cubicBezTo>
                  <a:pt x="9210" y="99888"/>
                  <a:pt x="9434" y="100012"/>
                  <a:pt x="9658" y="100087"/>
                </a:cubicBezTo>
                <a:cubicBezTo>
                  <a:pt x="9708" y="100137"/>
                  <a:pt x="9807" y="100186"/>
                  <a:pt x="9907" y="100211"/>
                </a:cubicBezTo>
                <a:cubicBezTo>
                  <a:pt x="10106" y="100336"/>
                  <a:pt x="10330" y="100435"/>
                  <a:pt x="10579" y="100560"/>
                </a:cubicBezTo>
                <a:cubicBezTo>
                  <a:pt x="10654" y="100585"/>
                  <a:pt x="10703" y="100635"/>
                  <a:pt x="10803" y="100659"/>
                </a:cubicBezTo>
                <a:cubicBezTo>
                  <a:pt x="11052" y="100784"/>
                  <a:pt x="11301" y="100883"/>
                  <a:pt x="11525" y="101008"/>
                </a:cubicBezTo>
                <a:cubicBezTo>
                  <a:pt x="11575" y="101033"/>
                  <a:pt x="11649" y="101058"/>
                  <a:pt x="11699" y="101058"/>
                </a:cubicBezTo>
                <a:cubicBezTo>
                  <a:pt x="11948" y="101157"/>
                  <a:pt x="12197" y="101282"/>
                  <a:pt x="12471" y="101381"/>
                </a:cubicBezTo>
                <a:cubicBezTo>
                  <a:pt x="12545" y="101406"/>
                  <a:pt x="12595" y="101406"/>
                  <a:pt x="12645" y="101431"/>
                </a:cubicBezTo>
                <a:cubicBezTo>
                  <a:pt x="12695" y="101456"/>
                  <a:pt x="12769" y="101456"/>
                  <a:pt x="12819" y="101506"/>
                </a:cubicBezTo>
                <a:cubicBezTo>
                  <a:pt x="13541" y="104567"/>
                  <a:pt x="14910" y="107405"/>
                  <a:pt x="16926" y="109745"/>
                </a:cubicBezTo>
                <a:cubicBezTo>
                  <a:pt x="16777" y="109670"/>
                  <a:pt x="16578" y="109620"/>
                  <a:pt x="16428" y="109545"/>
                </a:cubicBezTo>
                <a:cubicBezTo>
                  <a:pt x="16105" y="109396"/>
                  <a:pt x="15756" y="109247"/>
                  <a:pt x="15408" y="109048"/>
                </a:cubicBezTo>
                <a:cubicBezTo>
                  <a:pt x="15234" y="108973"/>
                  <a:pt x="15059" y="108898"/>
                  <a:pt x="14885" y="108799"/>
                </a:cubicBezTo>
                <a:lnTo>
                  <a:pt x="13939" y="108251"/>
                </a:lnTo>
                <a:cubicBezTo>
                  <a:pt x="13790" y="108152"/>
                  <a:pt x="13616" y="108052"/>
                  <a:pt x="13441" y="107928"/>
                </a:cubicBezTo>
                <a:cubicBezTo>
                  <a:pt x="13168" y="107778"/>
                  <a:pt x="12894" y="107554"/>
                  <a:pt x="12620" y="107355"/>
                </a:cubicBezTo>
                <a:lnTo>
                  <a:pt x="12147" y="106982"/>
                </a:lnTo>
                <a:cubicBezTo>
                  <a:pt x="11898" y="106758"/>
                  <a:pt x="11649" y="106534"/>
                  <a:pt x="11375" y="106310"/>
                </a:cubicBezTo>
                <a:cubicBezTo>
                  <a:pt x="11201" y="106185"/>
                  <a:pt x="11052" y="106036"/>
                  <a:pt x="10927" y="105911"/>
                </a:cubicBezTo>
                <a:lnTo>
                  <a:pt x="10878" y="105862"/>
                </a:lnTo>
                <a:cubicBezTo>
                  <a:pt x="10654" y="105638"/>
                  <a:pt x="10430" y="105414"/>
                  <a:pt x="10206" y="105165"/>
                </a:cubicBezTo>
                <a:cubicBezTo>
                  <a:pt x="10056" y="105015"/>
                  <a:pt x="9907" y="104816"/>
                  <a:pt x="9757" y="104667"/>
                </a:cubicBezTo>
                <a:cubicBezTo>
                  <a:pt x="9558" y="104418"/>
                  <a:pt x="9334" y="104169"/>
                  <a:pt x="9160" y="103945"/>
                </a:cubicBezTo>
                <a:cubicBezTo>
                  <a:pt x="9011" y="103771"/>
                  <a:pt x="8837" y="103547"/>
                  <a:pt x="8712" y="103373"/>
                </a:cubicBezTo>
                <a:cubicBezTo>
                  <a:pt x="8563" y="103124"/>
                  <a:pt x="8388" y="102875"/>
                  <a:pt x="8214" y="102626"/>
                </a:cubicBezTo>
                <a:cubicBezTo>
                  <a:pt x="8065" y="102402"/>
                  <a:pt x="7940" y="102178"/>
                  <a:pt x="7816" y="101929"/>
                </a:cubicBezTo>
                <a:cubicBezTo>
                  <a:pt x="7667" y="101680"/>
                  <a:pt x="7542" y="101431"/>
                  <a:pt x="7418" y="101157"/>
                </a:cubicBezTo>
                <a:cubicBezTo>
                  <a:pt x="7293" y="100908"/>
                  <a:pt x="7169" y="100659"/>
                  <a:pt x="7044" y="100386"/>
                </a:cubicBezTo>
                <a:cubicBezTo>
                  <a:pt x="6920" y="100137"/>
                  <a:pt x="6820" y="99838"/>
                  <a:pt x="6696" y="99564"/>
                </a:cubicBezTo>
                <a:cubicBezTo>
                  <a:pt x="6571" y="99290"/>
                  <a:pt x="6472" y="99017"/>
                  <a:pt x="6347" y="98718"/>
                </a:cubicBezTo>
                <a:lnTo>
                  <a:pt x="6074" y="97897"/>
                </a:lnTo>
                <a:cubicBezTo>
                  <a:pt x="6024" y="97722"/>
                  <a:pt x="5974" y="97573"/>
                  <a:pt x="5924" y="97424"/>
                </a:cubicBezTo>
                <a:close/>
                <a:moveTo>
                  <a:pt x="41892" y="109645"/>
                </a:moveTo>
                <a:lnTo>
                  <a:pt x="41792" y="109745"/>
                </a:lnTo>
                <a:cubicBezTo>
                  <a:pt x="41743" y="109745"/>
                  <a:pt x="41693" y="109770"/>
                  <a:pt x="41643" y="109770"/>
                </a:cubicBezTo>
                <a:lnTo>
                  <a:pt x="41743" y="109670"/>
                </a:lnTo>
                <a:cubicBezTo>
                  <a:pt x="41792" y="109670"/>
                  <a:pt x="41817" y="109645"/>
                  <a:pt x="41892" y="109645"/>
                </a:cubicBezTo>
                <a:close/>
                <a:moveTo>
                  <a:pt x="36665" y="100635"/>
                </a:moveTo>
                <a:lnTo>
                  <a:pt x="36939" y="101182"/>
                </a:lnTo>
                <a:cubicBezTo>
                  <a:pt x="36963" y="101207"/>
                  <a:pt x="36963" y="101257"/>
                  <a:pt x="37013" y="101282"/>
                </a:cubicBezTo>
                <a:cubicBezTo>
                  <a:pt x="37038" y="101331"/>
                  <a:pt x="37063" y="101406"/>
                  <a:pt x="37138" y="101506"/>
                </a:cubicBezTo>
                <a:cubicBezTo>
                  <a:pt x="37212" y="101655"/>
                  <a:pt x="37312" y="101829"/>
                  <a:pt x="37436" y="102004"/>
                </a:cubicBezTo>
                <a:cubicBezTo>
                  <a:pt x="37436" y="102028"/>
                  <a:pt x="37461" y="102028"/>
                  <a:pt x="37461" y="102053"/>
                </a:cubicBezTo>
                <a:cubicBezTo>
                  <a:pt x="37511" y="102128"/>
                  <a:pt x="37536" y="102178"/>
                  <a:pt x="37561" y="102203"/>
                </a:cubicBezTo>
                <a:cubicBezTo>
                  <a:pt x="37586" y="102277"/>
                  <a:pt x="37636" y="102327"/>
                  <a:pt x="37685" y="102402"/>
                </a:cubicBezTo>
                <a:cubicBezTo>
                  <a:pt x="37909" y="102700"/>
                  <a:pt x="38084" y="102999"/>
                  <a:pt x="38332" y="103273"/>
                </a:cubicBezTo>
                <a:cubicBezTo>
                  <a:pt x="38382" y="103323"/>
                  <a:pt x="38432" y="103373"/>
                  <a:pt x="38457" y="103397"/>
                </a:cubicBezTo>
                <a:cubicBezTo>
                  <a:pt x="38581" y="103547"/>
                  <a:pt x="38756" y="103696"/>
                  <a:pt x="38880" y="103870"/>
                </a:cubicBezTo>
                <a:lnTo>
                  <a:pt x="38955" y="103945"/>
                </a:lnTo>
                <a:cubicBezTo>
                  <a:pt x="39005" y="103995"/>
                  <a:pt x="39029" y="104020"/>
                  <a:pt x="39029" y="104045"/>
                </a:cubicBezTo>
                <a:lnTo>
                  <a:pt x="39278" y="104293"/>
                </a:lnTo>
                <a:cubicBezTo>
                  <a:pt x="39428" y="104443"/>
                  <a:pt x="39627" y="104617"/>
                  <a:pt x="39801" y="104766"/>
                </a:cubicBezTo>
                <a:cubicBezTo>
                  <a:pt x="39901" y="104866"/>
                  <a:pt x="40000" y="104941"/>
                  <a:pt x="40125" y="105015"/>
                </a:cubicBezTo>
                <a:cubicBezTo>
                  <a:pt x="40299" y="105165"/>
                  <a:pt x="40498" y="105314"/>
                  <a:pt x="40697" y="105438"/>
                </a:cubicBezTo>
                <a:cubicBezTo>
                  <a:pt x="40822" y="105538"/>
                  <a:pt x="40996" y="105638"/>
                  <a:pt x="41145" y="105762"/>
                </a:cubicBezTo>
                <a:cubicBezTo>
                  <a:pt x="41369" y="105911"/>
                  <a:pt x="41568" y="106036"/>
                  <a:pt x="41817" y="106185"/>
                </a:cubicBezTo>
                <a:cubicBezTo>
                  <a:pt x="41991" y="106285"/>
                  <a:pt x="42166" y="106384"/>
                  <a:pt x="42315" y="106484"/>
                </a:cubicBezTo>
                <a:cubicBezTo>
                  <a:pt x="42489" y="106534"/>
                  <a:pt x="42614" y="106633"/>
                  <a:pt x="42763" y="106683"/>
                </a:cubicBezTo>
                <a:cubicBezTo>
                  <a:pt x="42937" y="106783"/>
                  <a:pt x="43136" y="106882"/>
                  <a:pt x="43311" y="106932"/>
                </a:cubicBezTo>
                <a:cubicBezTo>
                  <a:pt x="43435" y="107007"/>
                  <a:pt x="43560" y="107031"/>
                  <a:pt x="43734" y="107106"/>
                </a:cubicBezTo>
                <a:cubicBezTo>
                  <a:pt x="43759" y="107131"/>
                  <a:pt x="43809" y="107131"/>
                  <a:pt x="43858" y="107156"/>
                </a:cubicBezTo>
                <a:cubicBezTo>
                  <a:pt x="43136" y="108027"/>
                  <a:pt x="42415" y="108774"/>
                  <a:pt x="41668" y="109496"/>
                </a:cubicBezTo>
                <a:cubicBezTo>
                  <a:pt x="41295" y="109620"/>
                  <a:pt x="40921" y="109720"/>
                  <a:pt x="40548" y="109794"/>
                </a:cubicBezTo>
                <a:cubicBezTo>
                  <a:pt x="38283" y="107405"/>
                  <a:pt x="36416" y="104393"/>
                  <a:pt x="35047" y="101083"/>
                </a:cubicBezTo>
                <a:cubicBezTo>
                  <a:pt x="35570" y="100933"/>
                  <a:pt x="36092" y="100784"/>
                  <a:pt x="36665" y="100635"/>
                </a:cubicBezTo>
                <a:close/>
                <a:moveTo>
                  <a:pt x="34848" y="101157"/>
                </a:moveTo>
                <a:cubicBezTo>
                  <a:pt x="36217" y="104443"/>
                  <a:pt x="38059" y="107480"/>
                  <a:pt x="40349" y="109869"/>
                </a:cubicBezTo>
                <a:cubicBezTo>
                  <a:pt x="40324" y="109869"/>
                  <a:pt x="40324" y="109869"/>
                  <a:pt x="40299" y="109894"/>
                </a:cubicBezTo>
                <a:cubicBezTo>
                  <a:pt x="38034" y="107480"/>
                  <a:pt x="36167" y="104443"/>
                  <a:pt x="34798" y="101182"/>
                </a:cubicBezTo>
                <a:cubicBezTo>
                  <a:pt x="34823" y="101182"/>
                  <a:pt x="34823" y="101182"/>
                  <a:pt x="34848" y="101157"/>
                </a:cubicBezTo>
                <a:close/>
                <a:moveTo>
                  <a:pt x="13043" y="101630"/>
                </a:moveTo>
                <a:lnTo>
                  <a:pt x="13043" y="101630"/>
                </a:lnTo>
                <a:cubicBezTo>
                  <a:pt x="13068" y="101655"/>
                  <a:pt x="13118" y="101655"/>
                  <a:pt x="13118" y="101655"/>
                </a:cubicBezTo>
                <a:cubicBezTo>
                  <a:pt x="13889" y="104791"/>
                  <a:pt x="15308" y="107679"/>
                  <a:pt x="17474" y="110018"/>
                </a:cubicBezTo>
                <a:cubicBezTo>
                  <a:pt x="17424" y="109994"/>
                  <a:pt x="17374" y="109994"/>
                  <a:pt x="17349" y="109969"/>
                </a:cubicBezTo>
                <a:cubicBezTo>
                  <a:pt x="15234" y="107629"/>
                  <a:pt x="13815" y="104766"/>
                  <a:pt x="13043" y="101630"/>
                </a:cubicBezTo>
                <a:close/>
                <a:moveTo>
                  <a:pt x="41319" y="109794"/>
                </a:moveTo>
                <a:lnTo>
                  <a:pt x="41245" y="109894"/>
                </a:lnTo>
                <a:cubicBezTo>
                  <a:pt x="41071" y="109919"/>
                  <a:pt x="40921" y="109969"/>
                  <a:pt x="40747" y="110018"/>
                </a:cubicBezTo>
                <a:lnTo>
                  <a:pt x="40697" y="109994"/>
                </a:lnTo>
                <a:cubicBezTo>
                  <a:pt x="40921" y="109919"/>
                  <a:pt x="41120" y="109869"/>
                  <a:pt x="41319" y="109794"/>
                </a:cubicBezTo>
                <a:close/>
                <a:moveTo>
                  <a:pt x="13317" y="108102"/>
                </a:moveTo>
                <a:lnTo>
                  <a:pt x="13317" y="108102"/>
                </a:lnTo>
                <a:cubicBezTo>
                  <a:pt x="13416" y="108152"/>
                  <a:pt x="13516" y="108226"/>
                  <a:pt x="13616" y="108251"/>
                </a:cubicBezTo>
                <a:cubicBezTo>
                  <a:pt x="13989" y="108500"/>
                  <a:pt x="14362" y="108724"/>
                  <a:pt x="14736" y="108923"/>
                </a:cubicBezTo>
                <a:cubicBezTo>
                  <a:pt x="14810" y="108998"/>
                  <a:pt x="14935" y="109023"/>
                  <a:pt x="15034" y="109097"/>
                </a:cubicBezTo>
                <a:cubicBezTo>
                  <a:pt x="15433" y="109297"/>
                  <a:pt x="15856" y="109521"/>
                  <a:pt x="16279" y="109720"/>
                </a:cubicBezTo>
                <a:cubicBezTo>
                  <a:pt x="16379" y="109770"/>
                  <a:pt x="16503" y="109794"/>
                  <a:pt x="16627" y="109844"/>
                </a:cubicBezTo>
                <a:cubicBezTo>
                  <a:pt x="16802" y="109919"/>
                  <a:pt x="17026" y="109994"/>
                  <a:pt x="17250" y="110093"/>
                </a:cubicBezTo>
                <a:cubicBezTo>
                  <a:pt x="17275" y="110168"/>
                  <a:pt x="17299" y="110218"/>
                  <a:pt x="17349" y="110242"/>
                </a:cubicBezTo>
                <a:lnTo>
                  <a:pt x="16403" y="109869"/>
                </a:lnTo>
                <a:cubicBezTo>
                  <a:pt x="16304" y="109844"/>
                  <a:pt x="16229" y="109794"/>
                  <a:pt x="16130" y="109745"/>
                </a:cubicBezTo>
                <a:cubicBezTo>
                  <a:pt x="15731" y="109545"/>
                  <a:pt x="15308" y="109346"/>
                  <a:pt x="14910" y="109122"/>
                </a:cubicBezTo>
                <a:cubicBezTo>
                  <a:pt x="14785" y="109048"/>
                  <a:pt x="14661" y="108998"/>
                  <a:pt x="14561" y="108923"/>
                </a:cubicBezTo>
                <a:cubicBezTo>
                  <a:pt x="14263" y="108774"/>
                  <a:pt x="14014" y="108600"/>
                  <a:pt x="13690" y="108400"/>
                </a:cubicBezTo>
                <a:cubicBezTo>
                  <a:pt x="13566" y="108301"/>
                  <a:pt x="13441" y="108176"/>
                  <a:pt x="13317" y="108102"/>
                </a:cubicBezTo>
                <a:close/>
                <a:moveTo>
                  <a:pt x="40697" y="110218"/>
                </a:moveTo>
                <a:cubicBezTo>
                  <a:pt x="40747" y="110242"/>
                  <a:pt x="40747" y="110267"/>
                  <a:pt x="40772" y="110292"/>
                </a:cubicBezTo>
                <a:lnTo>
                  <a:pt x="40747" y="110342"/>
                </a:lnTo>
                <a:lnTo>
                  <a:pt x="40647" y="110242"/>
                </a:lnTo>
                <a:cubicBezTo>
                  <a:pt x="40672" y="110242"/>
                  <a:pt x="40672" y="110242"/>
                  <a:pt x="40697" y="110218"/>
                </a:cubicBezTo>
                <a:close/>
                <a:moveTo>
                  <a:pt x="41494" y="110018"/>
                </a:moveTo>
                <a:cubicBezTo>
                  <a:pt x="41369" y="110143"/>
                  <a:pt x="41245" y="110242"/>
                  <a:pt x="41120" y="110367"/>
                </a:cubicBezTo>
                <a:lnTo>
                  <a:pt x="41046" y="110292"/>
                </a:lnTo>
                <a:cubicBezTo>
                  <a:pt x="41145" y="110218"/>
                  <a:pt x="41245" y="110143"/>
                  <a:pt x="41319" y="110043"/>
                </a:cubicBezTo>
                <a:cubicBezTo>
                  <a:pt x="41394" y="110043"/>
                  <a:pt x="41419" y="110018"/>
                  <a:pt x="41494" y="110018"/>
                </a:cubicBezTo>
                <a:close/>
                <a:moveTo>
                  <a:pt x="17822" y="110392"/>
                </a:moveTo>
                <a:cubicBezTo>
                  <a:pt x="17847" y="110417"/>
                  <a:pt x="17872" y="110417"/>
                  <a:pt x="17872" y="110466"/>
                </a:cubicBezTo>
                <a:cubicBezTo>
                  <a:pt x="17847" y="110466"/>
                  <a:pt x="17797" y="110466"/>
                  <a:pt x="17797" y="110417"/>
                </a:cubicBezTo>
                <a:lnTo>
                  <a:pt x="17822" y="110392"/>
                </a:lnTo>
                <a:close/>
                <a:moveTo>
                  <a:pt x="40896" y="110417"/>
                </a:moveTo>
                <a:cubicBezTo>
                  <a:pt x="40921" y="110417"/>
                  <a:pt x="40921" y="110466"/>
                  <a:pt x="40946" y="110466"/>
                </a:cubicBezTo>
                <a:lnTo>
                  <a:pt x="40921" y="110491"/>
                </a:lnTo>
                <a:cubicBezTo>
                  <a:pt x="40896" y="110491"/>
                  <a:pt x="40896" y="110466"/>
                  <a:pt x="40871" y="110466"/>
                </a:cubicBezTo>
                <a:lnTo>
                  <a:pt x="40896" y="110417"/>
                </a:lnTo>
                <a:close/>
                <a:moveTo>
                  <a:pt x="13292" y="101730"/>
                </a:moveTo>
                <a:cubicBezTo>
                  <a:pt x="13317" y="101730"/>
                  <a:pt x="13392" y="101779"/>
                  <a:pt x="13416" y="101779"/>
                </a:cubicBezTo>
                <a:cubicBezTo>
                  <a:pt x="13491" y="101804"/>
                  <a:pt x="13541" y="101804"/>
                  <a:pt x="13616" y="101829"/>
                </a:cubicBezTo>
                <a:cubicBezTo>
                  <a:pt x="13815" y="101904"/>
                  <a:pt x="14014" y="101954"/>
                  <a:pt x="14238" y="102028"/>
                </a:cubicBezTo>
                <a:cubicBezTo>
                  <a:pt x="15134" y="105414"/>
                  <a:pt x="16727" y="108276"/>
                  <a:pt x="18893" y="110516"/>
                </a:cubicBezTo>
                <a:cubicBezTo>
                  <a:pt x="18793" y="110491"/>
                  <a:pt x="18743" y="110466"/>
                  <a:pt x="18644" y="110466"/>
                </a:cubicBezTo>
                <a:cubicBezTo>
                  <a:pt x="18420" y="110392"/>
                  <a:pt x="18245" y="110342"/>
                  <a:pt x="18021" y="110267"/>
                </a:cubicBezTo>
                <a:cubicBezTo>
                  <a:pt x="17996" y="110242"/>
                  <a:pt x="17922" y="110218"/>
                  <a:pt x="17847" y="110168"/>
                </a:cubicBezTo>
                <a:cubicBezTo>
                  <a:pt x="15607" y="107853"/>
                  <a:pt x="14113" y="104916"/>
                  <a:pt x="13292" y="101730"/>
                </a:cubicBezTo>
                <a:close/>
                <a:moveTo>
                  <a:pt x="14487" y="102053"/>
                </a:moveTo>
                <a:cubicBezTo>
                  <a:pt x="14512" y="102053"/>
                  <a:pt x="14537" y="102053"/>
                  <a:pt x="14537" y="102078"/>
                </a:cubicBezTo>
                <a:cubicBezTo>
                  <a:pt x="15482" y="105513"/>
                  <a:pt x="17125" y="108400"/>
                  <a:pt x="19415" y="110666"/>
                </a:cubicBezTo>
                <a:cubicBezTo>
                  <a:pt x="19390" y="110666"/>
                  <a:pt x="19316" y="110641"/>
                  <a:pt x="19291" y="110641"/>
                </a:cubicBezTo>
                <a:cubicBezTo>
                  <a:pt x="17026" y="108376"/>
                  <a:pt x="15408" y="105488"/>
                  <a:pt x="14487" y="102053"/>
                </a:cubicBezTo>
                <a:close/>
                <a:moveTo>
                  <a:pt x="74101" y="100659"/>
                </a:moveTo>
                <a:cubicBezTo>
                  <a:pt x="74275" y="100784"/>
                  <a:pt x="74499" y="100908"/>
                  <a:pt x="74674" y="101033"/>
                </a:cubicBezTo>
                <a:cubicBezTo>
                  <a:pt x="69048" y="105015"/>
                  <a:pt x="63398" y="108251"/>
                  <a:pt x="57872" y="110715"/>
                </a:cubicBezTo>
                <a:cubicBezTo>
                  <a:pt x="58594" y="109670"/>
                  <a:pt x="59216" y="108475"/>
                  <a:pt x="59739" y="107106"/>
                </a:cubicBezTo>
                <a:cubicBezTo>
                  <a:pt x="59838" y="107056"/>
                  <a:pt x="59963" y="107031"/>
                  <a:pt x="60062" y="107007"/>
                </a:cubicBezTo>
                <a:cubicBezTo>
                  <a:pt x="60635" y="106857"/>
                  <a:pt x="61207" y="106658"/>
                  <a:pt x="61805" y="106484"/>
                </a:cubicBezTo>
                <a:cubicBezTo>
                  <a:pt x="62178" y="106359"/>
                  <a:pt x="62576" y="106185"/>
                  <a:pt x="62950" y="106061"/>
                </a:cubicBezTo>
                <a:cubicBezTo>
                  <a:pt x="63298" y="105936"/>
                  <a:pt x="63597" y="105862"/>
                  <a:pt x="63945" y="105737"/>
                </a:cubicBezTo>
                <a:cubicBezTo>
                  <a:pt x="64070" y="105687"/>
                  <a:pt x="64169" y="105662"/>
                  <a:pt x="64294" y="105613"/>
                </a:cubicBezTo>
                <a:cubicBezTo>
                  <a:pt x="64792" y="105414"/>
                  <a:pt x="65290" y="105190"/>
                  <a:pt x="65787" y="104990"/>
                </a:cubicBezTo>
                <a:cubicBezTo>
                  <a:pt x="65812" y="104990"/>
                  <a:pt x="65837" y="104941"/>
                  <a:pt x="65912" y="104916"/>
                </a:cubicBezTo>
                <a:cubicBezTo>
                  <a:pt x="66061" y="104866"/>
                  <a:pt x="66211" y="104791"/>
                  <a:pt x="66385" y="104692"/>
                </a:cubicBezTo>
                <a:lnTo>
                  <a:pt x="67580" y="104144"/>
                </a:lnTo>
                <a:cubicBezTo>
                  <a:pt x="67679" y="104119"/>
                  <a:pt x="67779" y="104045"/>
                  <a:pt x="67903" y="104020"/>
                </a:cubicBezTo>
                <a:lnTo>
                  <a:pt x="68077" y="103920"/>
                </a:lnTo>
                <a:cubicBezTo>
                  <a:pt x="68650" y="103671"/>
                  <a:pt x="69173" y="103397"/>
                  <a:pt x="69745" y="103124"/>
                </a:cubicBezTo>
                <a:cubicBezTo>
                  <a:pt x="70168" y="102900"/>
                  <a:pt x="70566" y="102676"/>
                  <a:pt x="71015" y="102427"/>
                </a:cubicBezTo>
                <a:cubicBezTo>
                  <a:pt x="71438" y="102178"/>
                  <a:pt x="71886" y="101954"/>
                  <a:pt x="72284" y="101705"/>
                </a:cubicBezTo>
                <a:cubicBezTo>
                  <a:pt x="72483" y="101630"/>
                  <a:pt x="72657" y="101506"/>
                  <a:pt x="72856" y="101406"/>
                </a:cubicBezTo>
                <a:cubicBezTo>
                  <a:pt x="73105" y="101257"/>
                  <a:pt x="73379" y="101083"/>
                  <a:pt x="73628" y="100933"/>
                </a:cubicBezTo>
                <a:cubicBezTo>
                  <a:pt x="73678" y="100908"/>
                  <a:pt x="73753" y="100883"/>
                  <a:pt x="73802" y="100809"/>
                </a:cubicBezTo>
                <a:cubicBezTo>
                  <a:pt x="73902" y="100759"/>
                  <a:pt x="74001" y="100684"/>
                  <a:pt x="74101" y="100659"/>
                </a:cubicBezTo>
                <a:close/>
                <a:moveTo>
                  <a:pt x="18171" y="110491"/>
                </a:moveTo>
                <a:cubicBezTo>
                  <a:pt x="18245" y="110516"/>
                  <a:pt x="18270" y="110516"/>
                  <a:pt x="18345" y="110516"/>
                </a:cubicBezTo>
                <a:cubicBezTo>
                  <a:pt x="18619" y="110616"/>
                  <a:pt x="18917" y="110715"/>
                  <a:pt x="19216" y="110790"/>
                </a:cubicBezTo>
                <a:lnTo>
                  <a:pt x="19291" y="110890"/>
                </a:lnTo>
                <a:cubicBezTo>
                  <a:pt x="18967" y="110790"/>
                  <a:pt x="18619" y="110666"/>
                  <a:pt x="18270" y="110591"/>
                </a:cubicBezTo>
                <a:lnTo>
                  <a:pt x="18171" y="110491"/>
                </a:lnTo>
                <a:close/>
                <a:moveTo>
                  <a:pt x="59484" y="107172"/>
                </a:moveTo>
                <a:cubicBezTo>
                  <a:pt x="58962" y="108609"/>
                  <a:pt x="58292" y="109848"/>
                  <a:pt x="57499" y="110890"/>
                </a:cubicBezTo>
                <a:cubicBezTo>
                  <a:pt x="57474" y="110914"/>
                  <a:pt x="57449" y="110914"/>
                  <a:pt x="57374" y="110964"/>
                </a:cubicBezTo>
                <a:cubicBezTo>
                  <a:pt x="58196" y="109869"/>
                  <a:pt x="58868" y="108625"/>
                  <a:pt x="59440" y="107181"/>
                </a:cubicBezTo>
                <a:cubicBezTo>
                  <a:pt x="59458" y="107181"/>
                  <a:pt x="59475" y="107181"/>
                  <a:pt x="59484" y="107172"/>
                </a:cubicBezTo>
                <a:close/>
                <a:moveTo>
                  <a:pt x="19614" y="110914"/>
                </a:moveTo>
                <a:cubicBezTo>
                  <a:pt x="19639" y="110914"/>
                  <a:pt x="19664" y="110914"/>
                  <a:pt x="19714" y="110964"/>
                </a:cubicBezTo>
                <a:lnTo>
                  <a:pt x="19764" y="110964"/>
                </a:lnTo>
                <a:cubicBezTo>
                  <a:pt x="19764" y="110989"/>
                  <a:pt x="19789" y="111014"/>
                  <a:pt x="19838" y="111039"/>
                </a:cubicBezTo>
                <a:cubicBezTo>
                  <a:pt x="19789" y="111039"/>
                  <a:pt x="19739" y="111014"/>
                  <a:pt x="19714" y="111014"/>
                </a:cubicBezTo>
                <a:lnTo>
                  <a:pt x="19614" y="110914"/>
                </a:lnTo>
                <a:close/>
                <a:moveTo>
                  <a:pt x="74848" y="101157"/>
                </a:moveTo>
                <a:cubicBezTo>
                  <a:pt x="74873" y="101157"/>
                  <a:pt x="74873" y="101182"/>
                  <a:pt x="74898" y="101182"/>
                </a:cubicBezTo>
                <a:cubicBezTo>
                  <a:pt x="69148" y="105264"/>
                  <a:pt x="63273" y="108649"/>
                  <a:pt x="57524" y="111163"/>
                </a:cubicBezTo>
                <a:cubicBezTo>
                  <a:pt x="57573" y="111114"/>
                  <a:pt x="57598" y="111089"/>
                  <a:pt x="57623" y="111014"/>
                </a:cubicBezTo>
                <a:cubicBezTo>
                  <a:pt x="63273" y="108525"/>
                  <a:pt x="69073" y="105239"/>
                  <a:pt x="74848" y="101157"/>
                </a:cubicBezTo>
                <a:close/>
                <a:moveTo>
                  <a:pt x="57300" y="111163"/>
                </a:moveTo>
                <a:lnTo>
                  <a:pt x="57300" y="111163"/>
                </a:lnTo>
                <a:cubicBezTo>
                  <a:pt x="57250" y="111238"/>
                  <a:pt x="57200" y="111263"/>
                  <a:pt x="57175" y="111338"/>
                </a:cubicBezTo>
                <a:cubicBezTo>
                  <a:pt x="57125" y="111363"/>
                  <a:pt x="57075" y="111363"/>
                  <a:pt x="57051" y="111387"/>
                </a:cubicBezTo>
                <a:cubicBezTo>
                  <a:pt x="57075" y="111338"/>
                  <a:pt x="57125" y="111288"/>
                  <a:pt x="57175" y="111238"/>
                </a:cubicBezTo>
                <a:cubicBezTo>
                  <a:pt x="57200" y="111213"/>
                  <a:pt x="57250" y="111213"/>
                  <a:pt x="57300" y="111163"/>
                </a:cubicBezTo>
                <a:close/>
                <a:moveTo>
                  <a:pt x="34599" y="101257"/>
                </a:moveTo>
                <a:cubicBezTo>
                  <a:pt x="35968" y="104542"/>
                  <a:pt x="37810" y="107529"/>
                  <a:pt x="40075" y="109969"/>
                </a:cubicBezTo>
                <a:cubicBezTo>
                  <a:pt x="38905" y="110267"/>
                  <a:pt x="37760" y="110541"/>
                  <a:pt x="36590" y="110790"/>
                </a:cubicBezTo>
                <a:cubicBezTo>
                  <a:pt x="36466" y="110840"/>
                  <a:pt x="36391" y="110840"/>
                  <a:pt x="36267" y="110865"/>
                </a:cubicBezTo>
                <a:cubicBezTo>
                  <a:pt x="35594" y="110989"/>
                  <a:pt x="34947" y="111114"/>
                  <a:pt x="34325" y="111213"/>
                </a:cubicBezTo>
                <a:lnTo>
                  <a:pt x="33578" y="111288"/>
                </a:lnTo>
                <a:cubicBezTo>
                  <a:pt x="33080" y="111363"/>
                  <a:pt x="32558" y="111462"/>
                  <a:pt x="32060" y="111487"/>
                </a:cubicBezTo>
                <a:cubicBezTo>
                  <a:pt x="31960" y="111487"/>
                  <a:pt x="31911" y="111487"/>
                  <a:pt x="31811" y="111512"/>
                </a:cubicBezTo>
                <a:cubicBezTo>
                  <a:pt x="28874" y="109471"/>
                  <a:pt x="26833" y="106534"/>
                  <a:pt x="25738" y="102875"/>
                </a:cubicBezTo>
                <a:cubicBezTo>
                  <a:pt x="28575" y="102626"/>
                  <a:pt x="31537" y="102078"/>
                  <a:pt x="34599" y="101257"/>
                </a:cubicBezTo>
                <a:close/>
                <a:moveTo>
                  <a:pt x="25538" y="102875"/>
                </a:moveTo>
                <a:cubicBezTo>
                  <a:pt x="26634" y="106534"/>
                  <a:pt x="28650" y="109471"/>
                  <a:pt x="31512" y="111537"/>
                </a:cubicBezTo>
                <a:lnTo>
                  <a:pt x="31438" y="111537"/>
                </a:lnTo>
                <a:cubicBezTo>
                  <a:pt x="28600" y="109471"/>
                  <a:pt x="26584" y="106534"/>
                  <a:pt x="25489" y="102875"/>
                </a:cubicBezTo>
                <a:close/>
                <a:moveTo>
                  <a:pt x="40199" y="110118"/>
                </a:moveTo>
                <a:cubicBezTo>
                  <a:pt x="40249" y="110118"/>
                  <a:pt x="40274" y="110118"/>
                  <a:pt x="40274" y="110143"/>
                </a:cubicBezTo>
                <a:cubicBezTo>
                  <a:pt x="37461" y="110890"/>
                  <a:pt x="34773" y="111462"/>
                  <a:pt x="32159" y="111736"/>
                </a:cubicBezTo>
                <a:lnTo>
                  <a:pt x="32110" y="111736"/>
                </a:lnTo>
                <a:cubicBezTo>
                  <a:pt x="32085" y="111711"/>
                  <a:pt x="32060" y="111711"/>
                  <a:pt x="32060" y="111661"/>
                </a:cubicBezTo>
                <a:lnTo>
                  <a:pt x="32110" y="111661"/>
                </a:lnTo>
                <a:cubicBezTo>
                  <a:pt x="32682" y="111611"/>
                  <a:pt x="33280" y="111512"/>
                  <a:pt x="33827" y="111462"/>
                </a:cubicBezTo>
                <a:lnTo>
                  <a:pt x="34400" y="111363"/>
                </a:lnTo>
                <a:cubicBezTo>
                  <a:pt x="35146" y="111238"/>
                  <a:pt x="35918" y="111114"/>
                  <a:pt x="36665" y="110964"/>
                </a:cubicBezTo>
                <a:lnTo>
                  <a:pt x="36690" y="110964"/>
                </a:lnTo>
                <a:cubicBezTo>
                  <a:pt x="37835" y="110715"/>
                  <a:pt x="39029" y="110417"/>
                  <a:pt x="40199" y="110118"/>
                </a:cubicBezTo>
                <a:close/>
                <a:moveTo>
                  <a:pt x="31736" y="111711"/>
                </a:moveTo>
                <a:cubicBezTo>
                  <a:pt x="31786" y="111736"/>
                  <a:pt x="31811" y="111736"/>
                  <a:pt x="31836" y="111761"/>
                </a:cubicBezTo>
                <a:lnTo>
                  <a:pt x="31736" y="111761"/>
                </a:lnTo>
                <a:cubicBezTo>
                  <a:pt x="31711" y="111736"/>
                  <a:pt x="31687" y="111736"/>
                  <a:pt x="31637" y="111711"/>
                </a:cubicBezTo>
                <a:close/>
                <a:moveTo>
                  <a:pt x="14761" y="102153"/>
                </a:moveTo>
                <a:lnTo>
                  <a:pt x="14761" y="102153"/>
                </a:lnTo>
                <a:cubicBezTo>
                  <a:pt x="14985" y="102203"/>
                  <a:pt x="15234" y="102277"/>
                  <a:pt x="15433" y="102302"/>
                </a:cubicBezTo>
                <a:cubicBezTo>
                  <a:pt x="15532" y="102327"/>
                  <a:pt x="15607" y="102327"/>
                  <a:pt x="15682" y="102352"/>
                </a:cubicBezTo>
                <a:cubicBezTo>
                  <a:pt x="15930" y="102427"/>
                  <a:pt x="16229" y="102452"/>
                  <a:pt x="16478" y="102526"/>
                </a:cubicBezTo>
                <a:cubicBezTo>
                  <a:pt x="16553" y="102551"/>
                  <a:pt x="16677" y="102551"/>
                  <a:pt x="16777" y="102576"/>
                </a:cubicBezTo>
                <a:cubicBezTo>
                  <a:pt x="17026" y="102626"/>
                  <a:pt x="17250" y="102676"/>
                  <a:pt x="17499" y="102700"/>
                </a:cubicBezTo>
                <a:cubicBezTo>
                  <a:pt x="17648" y="102725"/>
                  <a:pt x="17772" y="102725"/>
                  <a:pt x="17922" y="102775"/>
                </a:cubicBezTo>
                <a:cubicBezTo>
                  <a:pt x="18146" y="102800"/>
                  <a:pt x="18370" y="102825"/>
                  <a:pt x="18544" y="102825"/>
                </a:cubicBezTo>
                <a:cubicBezTo>
                  <a:pt x="18644" y="102825"/>
                  <a:pt x="18743" y="102825"/>
                  <a:pt x="18843" y="102850"/>
                </a:cubicBezTo>
                <a:cubicBezTo>
                  <a:pt x="19988" y="102974"/>
                  <a:pt x="21158" y="103049"/>
                  <a:pt x="22377" y="103049"/>
                </a:cubicBezTo>
                <a:cubicBezTo>
                  <a:pt x="23323" y="103049"/>
                  <a:pt x="24269" y="103024"/>
                  <a:pt x="25265" y="102924"/>
                </a:cubicBezTo>
                <a:cubicBezTo>
                  <a:pt x="26335" y="106559"/>
                  <a:pt x="28326" y="109521"/>
                  <a:pt x="31114" y="111611"/>
                </a:cubicBezTo>
                <a:cubicBezTo>
                  <a:pt x="31039" y="111611"/>
                  <a:pt x="30940" y="111636"/>
                  <a:pt x="30840" y="111636"/>
                </a:cubicBezTo>
                <a:lnTo>
                  <a:pt x="29820" y="111736"/>
                </a:lnTo>
                <a:cubicBezTo>
                  <a:pt x="29073" y="111761"/>
                  <a:pt x="28326" y="111786"/>
                  <a:pt x="27604" y="111786"/>
                </a:cubicBezTo>
                <a:cubicBezTo>
                  <a:pt x="26883" y="111786"/>
                  <a:pt x="26211" y="111761"/>
                  <a:pt x="25514" y="111736"/>
                </a:cubicBezTo>
                <a:cubicBezTo>
                  <a:pt x="25240" y="111686"/>
                  <a:pt x="24966" y="111661"/>
                  <a:pt x="24692" y="111661"/>
                </a:cubicBezTo>
                <a:cubicBezTo>
                  <a:pt x="24269" y="111636"/>
                  <a:pt x="23896" y="111611"/>
                  <a:pt x="23522" y="111587"/>
                </a:cubicBezTo>
                <a:cubicBezTo>
                  <a:pt x="23199" y="111537"/>
                  <a:pt x="22850" y="111487"/>
                  <a:pt x="22502" y="111412"/>
                </a:cubicBezTo>
                <a:cubicBezTo>
                  <a:pt x="22228" y="111387"/>
                  <a:pt x="21904" y="111338"/>
                  <a:pt x="21631" y="111288"/>
                </a:cubicBezTo>
                <a:cubicBezTo>
                  <a:pt x="21257" y="111238"/>
                  <a:pt x="20884" y="111139"/>
                  <a:pt x="20535" y="111039"/>
                </a:cubicBezTo>
                <a:cubicBezTo>
                  <a:pt x="20262" y="110890"/>
                  <a:pt x="20038" y="110865"/>
                  <a:pt x="19838" y="110790"/>
                </a:cubicBezTo>
                <a:cubicBezTo>
                  <a:pt x="17424" y="108550"/>
                  <a:pt x="15731" y="105638"/>
                  <a:pt x="14761" y="102153"/>
                </a:cubicBezTo>
                <a:close/>
                <a:moveTo>
                  <a:pt x="20162" y="111039"/>
                </a:moveTo>
                <a:lnTo>
                  <a:pt x="20162" y="111039"/>
                </a:lnTo>
                <a:cubicBezTo>
                  <a:pt x="20610" y="111163"/>
                  <a:pt x="21083" y="111263"/>
                  <a:pt x="21531" y="111363"/>
                </a:cubicBezTo>
                <a:lnTo>
                  <a:pt x="22203" y="111462"/>
                </a:lnTo>
                <a:cubicBezTo>
                  <a:pt x="22626" y="111512"/>
                  <a:pt x="23024" y="111611"/>
                  <a:pt x="23472" y="111636"/>
                </a:cubicBezTo>
                <a:cubicBezTo>
                  <a:pt x="23771" y="111661"/>
                  <a:pt x="24120" y="111711"/>
                  <a:pt x="24468" y="111736"/>
                </a:cubicBezTo>
                <a:lnTo>
                  <a:pt x="25489" y="111835"/>
                </a:lnTo>
                <a:cubicBezTo>
                  <a:pt x="26161" y="111860"/>
                  <a:pt x="26883" y="111885"/>
                  <a:pt x="27604" y="111885"/>
                </a:cubicBezTo>
                <a:cubicBezTo>
                  <a:pt x="28351" y="111885"/>
                  <a:pt x="29098" y="111860"/>
                  <a:pt x="29845" y="111835"/>
                </a:cubicBezTo>
                <a:cubicBezTo>
                  <a:pt x="30218" y="111786"/>
                  <a:pt x="30616" y="111761"/>
                  <a:pt x="30990" y="111736"/>
                </a:cubicBezTo>
                <a:cubicBezTo>
                  <a:pt x="31114" y="111736"/>
                  <a:pt x="31239" y="111711"/>
                  <a:pt x="31413" y="111711"/>
                </a:cubicBezTo>
                <a:cubicBezTo>
                  <a:pt x="31438" y="111736"/>
                  <a:pt x="31463" y="111736"/>
                  <a:pt x="31487" y="111761"/>
                </a:cubicBezTo>
                <a:lnTo>
                  <a:pt x="31338" y="111761"/>
                </a:lnTo>
                <a:cubicBezTo>
                  <a:pt x="30840" y="111786"/>
                  <a:pt x="30367" y="111860"/>
                  <a:pt x="29919" y="111885"/>
                </a:cubicBezTo>
                <a:cubicBezTo>
                  <a:pt x="29123" y="111910"/>
                  <a:pt x="28376" y="111960"/>
                  <a:pt x="27629" y="111960"/>
                </a:cubicBezTo>
                <a:cubicBezTo>
                  <a:pt x="26883" y="111960"/>
                  <a:pt x="26186" y="111910"/>
                  <a:pt x="25489" y="111885"/>
                </a:cubicBezTo>
                <a:lnTo>
                  <a:pt x="24468" y="111786"/>
                </a:lnTo>
                <a:lnTo>
                  <a:pt x="23423" y="111686"/>
                </a:lnTo>
                <a:cubicBezTo>
                  <a:pt x="23000" y="111636"/>
                  <a:pt x="22601" y="111587"/>
                  <a:pt x="22153" y="111512"/>
                </a:cubicBezTo>
                <a:cubicBezTo>
                  <a:pt x="21929" y="111487"/>
                  <a:pt x="21680" y="111437"/>
                  <a:pt x="21481" y="111387"/>
                </a:cubicBezTo>
                <a:cubicBezTo>
                  <a:pt x="21033" y="111288"/>
                  <a:pt x="20635" y="111188"/>
                  <a:pt x="20237" y="111114"/>
                </a:cubicBezTo>
                <a:lnTo>
                  <a:pt x="20162" y="111039"/>
                </a:lnTo>
                <a:close/>
                <a:moveTo>
                  <a:pt x="14942" y="109369"/>
                </a:moveTo>
                <a:cubicBezTo>
                  <a:pt x="14951" y="109371"/>
                  <a:pt x="14963" y="109371"/>
                  <a:pt x="14985" y="109371"/>
                </a:cubicBezTo>
                <a:cubicBezTo>
                  <a:pt x="15308" y="109545"/>
                  <a:pt x="15682" y="109745"/>
                  <a:pt x="16055" y="109919"/>
                </a:cubicBezTo>
                <a:cubicBezTo>
                  <a:pt x="16229" y="109994"/>
                  <a:pt x="16403" y="110043"/>
                  <a:pt x="16603" y="110143"/>
                </a:cubicBezTo>
                <a:cubicBezTo>
                  <a:pt x="16926" y="110292"/>
                  <a:pt x="17299" y="110466"/>
                  <a:pt x="17648" y="110591"/>
                </a:cubicBezTo>
                <a:cubicBezTo>
                  <a:pt x="18220" y="111139"/>
                  <a:pt x="18793" y="111661"/>
                  <a:pt x="19415" y="112134"/>
                </a:cubicBezTo>
                <a:cubicBezTo>
                  <a:pt x="18619" y="111736"/>
                  <a:pt x="17748" y="111238"/>
                  <a:pt x="16876" y="110666"/>
                </a:cubicBezTo>
                <a:cubicBezTo>
                  <a:pt x="16143" y="110226"/>
                  <a:pt x="15530" y="109786"/>
                  <a:pt x="14942" y="109369"/>
                </a:cubicBezTo>
                <a:close/>
                <a:moveTo>
                  <a:pt x="18046" y="110715"/>
                </a:moveTo>
                <a:cubicBezTo>
                  <a:pt x="18096" y="110715"/>
                  <a:pt x="18146" y="110740"/>
                  <a:pt x="18171" y="110740"/>
                </a:cubicBezTo>
                <a:cubicBezTo>
                  <a:pt x="19017" y="111537"/>
                  <a:pt x="19913" y="112234"/>
                  <a:pt x="20859" y="112831"/>
                </a:cubicBezTo>
                <a:lnTo>
                  <a:pt x="20486" y="112632"/>
                </a:lnTo>
                <a:cubicBezTo>
                  <a:pt x="19614" y="112109"/>
                  <a:pt x="18793" y="111462"/>
                  <a:pt x="18046" y="110715"/>
                </a:cubicBezTo>
                <a:close/>
                <a:moveTo>
                  <a:pt x="75097" y="101307"/>
                </a:moveTo>
                <a:cubicBezTo>
                  <a:pt x="75993" y="101804"/>
                  <a:pt x="76764" y="102078"/>
                  <a:pt x="77412" y="102128"/>
                </a:cubicBezTo>
                <a:cubicBezTo>
                  <a:pt x="70143" y="107156"/>
                  <a:pt x="62751" y="110840"/>
                  <a:pt x="55931" y="112881"/>
                </a:cubicBezTo>
                <a:cubicBezTo>
                  <a:pt x="56428" y="112483"/>
                  <a:pt x="56851" y="112010"/>
                  <a:pt x="57300" y="111487"/>
                </a:cubicBezTo>
                <a:cubicBezTo>
                  <a:pt x="63174" y="108923"/>
                  <a:pt x="69173" y="105513"/>
                  <a:pt x="75097" y="101307"/>
                </a:cubicBezTo>
                <a:close/>
                <a:moveTo>
                  <a:pt x="13192" y="108301"/>
                </a:moveTo>
                <a:lnTo>
                  <a:pt x="13192" y="108301"/>
                </a:lnTo>
                <a:cubicBezTo>
                  <a:pt x="13267" y="108376"/>
                  <a:pt x="13367" y="108401"/>
                  <a:pt x="13416" y="108425"/>
                </a:cubicBezTo>
                <a:cubicBezTo>
                  <a:pt x="13441" y="108475"/>
                  <a:pt x="13491" y="108475"/>
                  <a:pt x="13516" y="108500"/>
                </a:cubicBezTo>
                <a:cubicBezTo>
                  <a:pt x="13541" y="108525"/>
                  <a:pt x="13616" y="108550"/>
                  <a:pt x="13640" y="108550"/>
                </a:cubicBezTo>
                <a:cubicBezTo>
                  <a:pt x="14512" y="109247"/>
                  <a:pt x="15507" y="109994"/>
                  <a:pt x="16802" y="110790"/>
                </a:cubicBezTo>
                <a:cubicBezTo>
                  <a:pt x="18096" y="111611"/>
                  <a:pt x="19341" y="112259"/>
                  <a:pt x="20411" y="112781"/>
                </a:cubicBezTo>
                <a:cubicBezTo>
                  <a:pt x="20510" y="112856"/>
                  <a:pt x="20585" y="112881"/>
                  <a:pt x="20660" y="112931"/>
                </a:cubicBezTo>
                <a:cubicBezTo>
                  <a:pt x="20710" y="112980"/>
                  <a:pt x="20759" y="113005"/>
                  <a:pt x="20784" y="113005"/>
                </a:cubicBezTo>
                <a:cubicBezTo>
                  <a:pt x="20797" y="113012"/>
                  <a:pt x="20811" y="113019"/>
                  <a:pt x="20823" y="113025"/>
                </a:cubicBezTo>
                <a:lnTo>
                  <a:pt x="20823" y="113025"/>
                </a:lnTo>
                <a:cubicBezTo>
                  <a:pt x="19925" y="112699"/>
                  <a:pt x="18934" y="112190"/>
                  <a:pt x="17897" y="111587"/>
                </a:cubicBezTo>
                <a:cubicBezTo>
                  <a:pt x="17872" y="111537"/>
                  <a:pt x="17847" y="111537"/>
                  <a:pt x="17797" y="111512"/>
                </a:cubicBezTo>
                <a:cubicBezTo>
                  <a:pt x="17499" y="111338"/>
                  <a:pt x="17150" y="111139"/>
                  <a:pt x="16851" y="110914"/>
                </a:cubicBezTo>
                <a:cubicBezTo>
                  <a:pt x="16777" y="110890"/>
                  <a:pt x="16677" y="110840"/>
                  <a:pt x="16627" y="110765"/>
                </a:cubicBezTo>
                <a:cubicBezTo>
                  <a:pt x="16379" y="110616"/>
                  <a:pt x="16130" y="110466"/>
                  <a:pt x="15906" y="110292"/>
                </a:cubicBezTo>
                <a:lnTo>
                  <a:pt x="14686" y="109471"/>
                </a:lnTo>
                <a:cubicBezTo>
                  <a:pt x="14263" y="109147"/>
                  <a:pt x="13815" y="108799"/>
                  <a:pt x="13392" y="108475"/>
                </a:cubicBezTo>
                <a:cubicBezTo>
                  <a:pt x="13317" y="108401"/>
                  <a:pt x="13267" y="108376"/>
                  <a:pt x="13192" y="108301"/>
                </a:cubicBezTo>
                <a:close/>
                <a:moveTo>
                  <a:pt x="56926" y="111636"/>
                </a:moveTo>
                <a:lnTo>
                  <a:pt x="56926" y="111636"/>
                </a:lnTo>
                <a:cubicBezTo>
                  <a:pt x="56453" y="112159"/>
                  <a:pt x="55955" y="112607"/>
                  <a:pt x="55458" y="113005"/>
                </a:cubicBezTo>
                <a:cubicBezTo>
                  <a:pt x="55383" y="113030"/>
                  <a:pt x="55333" y="113030"/>
                  <a:pt x="55258" y="113080"/>
                </a:cubicBezTo>
                <a:cubicBezTo>
                  <a:pt x="55806" y="112657"/>
                  <a:pt x="56304" y="112234"/>
                  <a:pt x="56752" y="111711"/>
                </a:cubicBezTo>
                <a:cubicBezTo>
                  <a:pt x="56827" y="111661"/>
                  <a:pt x="56851" y="111661"/>
                  <a:pt x="56926" y="111636"/>
                </a:cubicBezTo>
                <a:close/>
                <a:moveTo>
                  <a:pt x="61730" y="110989"/>
                </a:moveTo>
                <a:cubicBezTo>
                  <a:pt x="60734" y="111412"/>
                  <a:pt x="59639" y="111835"/>
                  <a:pt x="58121" y="112408"/>
                </a:cubicBezTo>
                <a:cubicBezTo>
                  <a:pt x="57225" y="112732"/>
                  <a:pt x="56329" y="113005"/>
                  <a:pt x="55408" y="113254"/>
                </a:cubicBezTo>
                <a:cubicBezTo>
                  <a:pt x="55458" y="113229"/>
                  <a:pt x="55507" y="113204"/>
                  <a:pt x="55557" y="113155"/>
                </a:cubicBezTo>
                <a:cubicBezTo>
                  <a:pt x="57573" y="112582"/>
                  <a:pt x="59614" y="111860"/>
                  <a:pt x="61730" y="110989"/>
                </a:cubicBezTo>
                <a:close/>
                <a:moveTo>
                  <a:pt x="40423" y="110292"/>
                </a:moveTo>
                <a:cubicBezTo>
                  <a:pt x="40498" y="110367"/>
                  <a:pt x="40523" y="110392"/>
                  <a:pt x="40573" y="110417"/>
                </a:cubicBezTo>
                <a:cubicBezTo>
                  <a:pt x="39029" y="111711"/>
                  <a:pt x="37337" y="112732"/>
                  <a:pt x="35594" y="113478"/>
                </a:cubicBezTo>
                <a:cubicBezTo>
                  <a:pt x="34449" y="113030"/>
                  <a:pt x="33354" y="112508"/>
                  <a:pt x="32359" y="111885"/>
                </a:cubicBezTo>
                <a:cubicBezTo>
                  <a:pt x="34947" y="111611"/>
                  <a:pt x="37660" y="111039"/>
                  <a:pt x="40423" y="110292"/>
                </a:cubicBezTo>
                <a:close/>
                <a:moveTo>
                  <a:pt x="54985" y="113354"/>
                </a:moveTo>
                <a:cubicBezTo>
                  <a:pt x="54960" y="113379"/>
                  <a:pt x="54935" y="113404"/>
                  <a:pt x="54885" y="113404"/>
                </a:cubicBezTo>
                <a:cubicBezTo>
                  <a:pt x="54835" y="113453"/>
                  <a:pt x="54736" y="113453"/>
                  <a:pt x="54686" y="113478"/>
                </a:cubicBezTo>
                <a:cubicBezTo>
                  <a:pt x="54736" y="113453"/>
                  <a:pt x="54761" y="113404"/>
                  <a:pt x="54835" y="113379"/>
                </a:cubicBezTo>
                <a:cubicBezTo>
                  <a:pt x="54885" y="113379"/>
                  <a:pt x="54935" y="113354"/>
                  <a:pt x="54985" y="113354"/>
                </a:cubicBezTo>
                <a:close/>
                <a:moveTo>
                  <a:pt x="40697" y="110591"/>
                </a:moveTo>
                <a:cubicBezTo>
                  <a:pt x="40747" y="110591"/>
                  <a:pt x="40747" y="110616"/>
                  <a:pt x="40772" y="110616"/>
                </a:cubicBezTo>
                <a:cubicBezTo>
                  <a:pt x="39278" y="111860"/>
                  <a:pt x="37660" y="112856"/>
                  <a:pt x="35968" y="113603"/>
                </a:cubicBezTo>
                <a:cubicBezTo>
                  <a:pt x="35943" y="113603"/>
                  <a:pt x="35918" y="113578"/>
                  <a:pt x="35868" y="113578"/>
                </a:cubicBezTo>
                <a:cubicBezTo>
                  <a:pt x="37561" y="112831"/>
                  <a:pt x="39204" y="111835"/>
                  <a:pt x="40697" y="110591"/>
                </a:cubicBezTo>
                <a:close/>
                <a:moveTo>
                  <a:pt x="32085" y="111910"/>
                </a:moveTo>
                <a:cubicBezTo>
                  <a:pt x="33080" y="112582"/>
                  <a:pt x="34201" y="113130"/>
                  <a:pt x="35395" y="113603"/>
                </a:cubicBezTo>
                <a:cubicBezTo>
                  <a:pt x="35346" y="113603"/>
                  <a:pt x="35321" y="113628"/>
                  <a:pt x="35296" y="113628"/>
                </a:cubicBezTo>
                <a:cubicBezTo>
                  <a:pt x="34101" y="113155"/>
                  <a:pt x="32981" y="112607"/>
                  <a:pt x="31985" y="111960"/>
                </a:cubicBezTo>
                <a:cubicBezTo>
                  <a:pt x="32035" y="111910"/>
                  <a:pt x="32060" y="111910"/>
                  <a:pt x="32085" y="111910"/>
                </a:cubicBezTo>
                <a:close/>
                <a:moveTo>
                  <a:pt x="35644" y="113702"/>
                </a:moveTo>
                <a:cubicBezTo>
                  <a:pt x="35669" y="113702"/>
                  <a:pt x="35694" y="113727"/>
                  <a:pt x="35694" y="113727"/>
                </a:cubicBezTo>
                <a:cubicBezTo>
                  <a:pt x="35669" y="113727"/>
                  <a:pt x="35644" y="113752"/>
                  <a:pt x="35594" y="113752"/>
                </a:cubicBezTo>
                <a:cubicBezTo>
                  <a:pt x="35570" y="113752"/>
                  <a:pt x="35545" y="113727"/>
                  <a:pt x="35520" y="113727"/>
                </a:cubicBezTo>
                <a:cubicBezTo>
                  <a:pt x="35545" y="113727"/>
                  <a:pt x="35570" y="113702"/>
                  <a:pt x="35594" y="113702"/>
                </a:cubicBezTo>
                <a:close/>
                <a:moveTo>
                  <a:pt x="18594" y="110865"/>
                </a:moveTo>
                <a:cubicBezTo>
                  <a:pt x="18893" y="110964"/>
                  <a:pt x="19216" y="111089"/>
                  <a:pt x="19515" y="111139"/>
                </a:cubicBezTo>
                <a:cubicBezTo>
                  <a:pt x="19540" y="111139"/>
                  <a:pt x="19589" y="111139"/>
                  <a:pt x="19614" y="111163"/>
                </a:cubicBezTo>
                <a:cubicBezTo>
                  <a:pt x="20734" y="112234"/>
                  <a:pt x="22004" y="113130"/>
                  <a:pt x="23398" y="113877"/>
                </a:cubicBezTo>
                <a:cubicBezTo>
                  <a:pt x="21631" y="113204"/>
                  <a:pt x="20013" y="112209"/>
                  <a:pt x="18594" y="110865"/>
                </a:cubicBezTo>
                <a:close/>
                <a:moveTo>
                  <a:pt x="61701" y="111266"/>
                </a:moveTo>
                <a:lnTo>
                  <a:pt x="61701" y="111266"/>
                </a:lnTo>
                <a:cubicBezTo>
                  <a:pt x="61626" y="111299"/>
                  <a:pt x="61548" y="111344"/>
                  <a:pt x="61456" y="111363"/>
                </a:cubicBezTo>
                <a:cubicBezTo>
                  <a:pt x="61332" y="111412"/>
                  <a:pt x="61207" y="111487"/>
                  <a:pt x="61083" y="111512"/>
                </a:cubicBezTo>
                <a:cubicBezTo>
                  <a:pt x="59963" y="111985"/>
                  <a:pt x="58669" y="112458"/>
                  <a:pt x="56752" y="113155"/>
                </a:cubicBezTo>
                <a:cubicBezTo>
                  <a:pt x="56702" y="113204"/>
                  <a:pt x="56627" y="113204"/>
                  <a:pt x="56603" y="113229"/>
                </a:cubicBezTo>
                <a:cubicBezTo>
                  <a:pt x="55995" y="113448"/>
                  <a:pt x="55173" y="113715"/>
                  <a:pt x="54300" y="113982"/>
                </a:cubicBezTo>
                <a:lnTo>
                  <a:pt x="54300" y="113982"/>
                </a:lnTo>
                <a:cubicBezTo>
                  <a:pt x="54308" y="113979"/>
                  <a:pt x="54313" y="113976"/>
                  <a:pt x="54313" y="113976"/>
                </a:cubicBezTo>
                <a:cubicBezTo>
                  <a:pt x="54337" y="113976"/>
                  <a:pt x="54362" y="113926"/>
                  <a:pt x="54387" y="113926"/>
                </a:cubicBezTo>
                <a:cubicBezTo>
                  <a:pt x="54437" y="113926"/>
                  <a:pt x="54437" y="113901"/>
                  <a:pt x="54462" y="113901"/>
                </a:cubicBezTo>
                <a:cubicBezTo>
                  <a:pt x="55582" y="113553"/>
                  <a:pt x="56329" y="113279"/>
                  <a:pt x="56752" y="113130"/>
                </a:cubicBezTo>
                <a:cubicBezTo>
                  <a:pt x="57300" y="112906"/>
                  <a:pt x="57797" y="112756"/>
                  <a:pt x="58220" y="112557"/>
                </a:cubicBezTo>
                <a:lnTo>
                  <a:pt x="59988" y="111910"/>
                </a:lnTo>
                <a:cubicBezTo>
                  <a:pt x="60187" y="111860"/>
                  <a:pt x="60336" y="111786"/>
                  <a:pt x="60535" y="111736"/>
                </a:cubicBezTo>
                <a:cubicBezTo>
                  <a:pt x="60909" y="111573"/>
                  <a:pt x="61304" y="111409"/>
                  <a:pt x="61701" y="111266"/>
                </a:cubicBezTo>
                <a:close/>
                <a:moveTo>
                  <a:pt x="59241" y="107156"/>
                </a:moveTo>
                <a:lnTo>
                  <a:pt x="59241" y="107156"/>
                </a:lnTo>
                <a:cubicBezTo>
                  <a:pt x="58619" y="108724"/>
                  <a:pt x="57922" y="110018"/>
                  <a:pt x="57051" y="111089"/>
                </a:cubicBezTo>
                <a:cubicBezTo>
                  <a:pt x="53889" y="112458"/>
                  <a:pt x="50828" y="113528"/>
                  <a:pt x="47791" y="114349"/>
                </a:cubicBezTo>
                <a:cubicBezTo>
                  <a:pt x="45601" y="113827"/>
                  <a:pt x="43311" y="112508"/>
                  <a:pt x="41195" y="110466"/>
                </a:cubicBezTo>
                <a:cubicBezTo>
                  <a:pt x="41419" y="110267"/>
                  <a:pt x="41643" y="110093"/>
                  <a:pt x="41867" y="109869"/>
                </a:cubicBezTo>
                <a:cubicBezTo>
                  <a:pt x="43609" y="109346"/>
                  <a:pt x="45352" y="108749"/>
                  <a:pt x="47119" y="108052"/>
                </a:cubicBezTo>
                <a:lnTo>
                  <a:pt x="47219" y="108052"/>
                </a:lnTo>
                <a:cubicBezTo>
                  <a:pt x="47268" y="108052"/>
                  <a:pt x="47343" y="108102"/>
                  <a:pt x="47368" y="108102"/>
                </a:cubicBezTo>
                <a:cubicBezTo>
                  <a:pt x="47791" y="108152"/>
                  <a:pt x="48239" y="108226"/>
                  <a:pt x="48662" y="108251"/>
                </a:cubicBezTo>
                <a:cubicBezTo>
                  <a:pt x="48762" y="108251"/>
                  <a:pt x="48861" y="108276"/>
                  <a:pt x="48961" y="108276"/>
                </a:cubicBezTo>
                <a:lnTo>
                  <a:pt x="49110" y="108276"/>
                </a:lnTo>
                <a:cubicBezTo>
                  <a:pt x="49658" y="108301"/>
                  <a:pt x="50230" y="108351"/>
                  <a:pt x="50828" y="108351"/>
                </a:cubicBezTo>
                <a:lnTo>
                  <a:pt x="51002" y="108351"/>
                </a:lnTo>
                <a:cubicBezTo>
                  <a:pt x="51400" y="108351"/>
                  <a:pt x="51823" y="108351"/>
                  <a:pt x="52222" y="108301"/>
                </a:cubicBezTo>
                <a:lnTo>
                  <a:pt x="52272" y="108301"/>
                </a:lnTo>
                <a:cubicBezTo>
                  <a:pt x="52496" y="108301"/>
                  <a:pt x="52720" y="108276"/>
                  <a:pt x="52944" y="108251"/>
                </a:cubicBezTo>
                <a:lnTo>
                  <a:pt x="53068" y="108251"/>
                </a:lnTo>
                <a:cubicBezTo>
                  <a:pt x="53242" y="108251"/>
                  <a:pt x="53416" y="108226"/>
                  <a:pt x="53616" y="108176"/>
                </a:cubicBezTo>
                <a:cubicBezTo>
                  <a:pt x="53765" y="108176"/>
                  <a:pt x="53889" y="108152"/>
                  <a:pt x="54064" y="108127"/>
                </a:cubicBezTo>
                <a:cubicBezTo>
                  <a:pt x="54238" y="108102"/>
                  <a:pt x="54462" y="108102"/>
                  <a:pt x="54686" y="108052"/>
                </a:cubicBezTo>
                <a:lnTo>
                  <a:pt x="54711" y="108052"/>
                </a:lnTo>
                <a:cubicBezTo>
                  <a:pt x="54761" y="108052"/>
                  <a:pt x="54835" y="108027"/>
                  <a:pt x="54885" y="108027"/>
                </a:cubicBezTo>
                <a:lnTo>
                  <a:pt x="54960" y="108027"/>
                </a:lnTo>
                <a:lnTo>
                  <a:pt x="55433" y="107928"/>
                </a:lnTo>
                <a:cubicBezTo>
                  <a:pt x="55731" y="107878"/>
                  <a:pt x="56055" y="107803"/>
                  <a:pt x="56354" y="107778"/>
                </a:cubicBezTo>
                <a:cubicBezTo>
                  <a:pt x="56603" y="107753"/>
                  <a:pt x="56851" y="107679"/>
                  <a:pt x="57100" y="107654"/>
                </a:cubicBezTo>
                <a:cubicBezTo>
                  <a:pt x="57822" y="107529"/>
                  <a:pt x="58544" y="107355"/>
                  <a:pt x="59241" y="107156"/>
                </a:cubicBezTo>
                <a:close/>
                <a:moveTo>
                  <a:pt x="56329" y="111910"/>
                </a:moveTo>
                <a:cubicBezTo>
                  <a:pt x="55831" y="112383"/>
                  <a:pt x="55308" y="112856"/>
                  <a:pt x="54736" y="113229"/>
                </a:cubicBezTo>
                <a:cubicBezTo>
                  <a:pt x="52968" y="113727"/>
                  <a:pt x="51201" y="114101"/>
                  <a:pt x="49509" y="114374"/>
                </a:cubicBezTo>
                <a:cubicBezTo>
                  <a:pt x="51749" y="113702"/>
                  <a:pt x="54014" y="112881"/>
                  <a:pt x="56329" y="111910"/>
                </a:cubicBezTo>
                <a:close/>
                <a:moveTo>
                  <a:pt x="19988" y="111288"/>
                </a:moveTo>
                <a:cubicBezTo>
                  <a:pt x="20013" y="111288"/>
                  <a:pt x="20087" y="111338"/>
                  <a:pt x="20112" y="111338"/>
                </a:cubicBezTo>
                <a:cubicBezTo>
                  <a:pt x="21531" y="112607"/>
                  <a:pt x="23199" y="113628"/>
                  <a:pt x="25066" y="114449"/>
                </a:cubicBezTo>
                <a:cubicBezTo>
                  <a:pt x="24941" y="114399"/>
                  <a:pt x="24817" y="114374"/>
                  <a:pt x="24717" y="114349"/>
                </a:cubicBezTo>
                <a:cubicBezTo>
                  <a:pt x="22950" y="113528"/>
                  <a:pt x="21357" y="112508"/>
                  <a:pt x="19988" y="111288"/>
                </a:cubicBezTo>
                <a:close/>
                <a:moveTo>
                  <a:pt x="41071" y="110616"/>
                </a:moveTo>
                <a:cubicBezTo>
                  <a:pt x="43136" y="112582"/>
                  <a:pt x="45277" y="113877"/>
                  <a:pt x="47468" y="114474"/>
                </a:cubicBezTo>
                <a:cubicBezTo>
                  <a:pt x="47418" y="114474"/>
                  <a:pt x="47393" y="114499"/>
                  <a:pt x="47343" y="114499"/>
                </a:cubicBezTo>
                <a:cubicBezTo>
                  <a:pt x="45178" y="113901"/>
                  <a:pt x="43062" y="112607"/>
                  <a:pt x="41046" y="110641"/>
                </a:cubicBezTo>
                <a:lnTo>
                  <a:pt x="41071" y="110616"/>
                </a:lnTo>
                <a:close/>
                <a:moveTo>
                  <a:pt x="56802" y="111412"/>
                </a:moveTo>
                <a:cubicBezTo>
                  <a:pt x="56752" y="111487"/>
                  <a:pt x="56702" y="111512"/>
                  <a:pt x="56677" y="111587"/>
                </a:cubicBezTo>
                <a:cubicBezTo>
                  <a:pt x="53840" y="112732"/>
                  <a:pt x="51102" y="113727"/>
                  <a:pt x="48388" y="114499"/>
                </a:cubicBezTo>
                <a:cubicBezTo>
                  <a:pt x="48339" y="114499"/>
                  <a:pt x="48264" y="114474"/>
                  <a:pt x="48214" y="114474"/>
                </a:cubicBezTo>
                <a:cubicBezTo>
                  <a:pt x="51002" y="113702"/>
                  <a:pt x="53865" y="112657"/>
                  <a:pt x="56802" y="111412"/>
                </a:cubicBezTo>
                <a:close/>
                <a:moveTo>
                  <a:pt x="22300" y="113641"/>
                </a:moveTo>
                <a:cubicBezTo>
                  <a:pt x="22877" y="113870"/>
                  <a:pt x="23339" y="114032"/>
                  <a:pt x="23622" y="114150"/>
                </a:cubicBezTo>
                <a:cubicBezTo>
                  <a:pt x="24020" y="114325"/>
                  <a:pt x="24393" y="114449"/>
                  <a:pt x="24817" y="114573"/>
                </a:cubicBezTo>
                <a:cubicBezTo>
                  <a:pt x="24717" y="114573"/>
                  <a:pt x="24593" y="114524"/>
                  <a:pt x="24418" y="114499"/>
                </a:cubicBezTo>
                <a:lnTo>
                  <a:pt x="24393" y="114499"/>
                </a:lnTo>
                <a:cubicBezTo>
                  <a:pt x="24269" y="114474"/>
                  <a:pt x="24194" y="114449"/>
                  <a:pt x="24070" y="114374"/>
                </a:cubicBezTo>
                <a:cubicBezTo>
                  <a:pt x="24020" y="114374"/>
                  <a:pt x="24020" y="114349"/>
                  <a:pt x="23995" y="114349"/>
                </a:cubicBezTo>
                <a:cubicBezTo>
                  <a:pt x="23522" y="114200"/>
                  <a:pt x="23099" y="114026"/>
                  <a:pt x="22651" y="113827"/>
                </a:cubicBezTo>
                <a:cubicBezTo>
                  <a:pt x="22534" y="113768"/>
                  <a:pt x="22417" y="113695"/>
                  <a:pt x="22300" y="113641"/>
                </a:cubicBezTo>
                <a:close/>
                <a:moveTo>
                  <a:pt x="47791" y="114573"/>
                </a:moveTo>
                <a:cubicBezTo>
                  <a:pt x="47841" y="114573"/>
                  <a:pt x="47866" y="114598"/>
                  <a:pt x="47916" y="114598"/>
                </a:cubicBezTo>
                <a:lnTo>
                  <a:pt x="47667" y="114598"/>
                </a:lnTo>
                <a:cubicBezTo>
                  <a:pt x="47716" y="114598"/>
                  <a:pt x="47766" y="114573"/>
                  <a:pt x="47791" y="114573"/>
                </a:cubicBezTo>
                <a:close/>
                <a:moveTo>
                  <a:pt x="54188" y="113553"/>
                </a:moveTo>
                <a:cubicBezTo>
                  <a:pt x="54089" y="113603"/>
                  <a:pt x="54014" y="113628"/>
                  <a:pt x="53939" y="113702"/>
                </a:cubicBezTo>
                <a:cubicBezTo>
                  <a:pt x="52396" y="114101"/>
                  <a:pt x="50902" y="114399"/>
                  <a:pt x="49484" y="114623"/>
                </a:cubicBezTo>
                <a:cubicBezTo>
                  <a:pt x="49384" y="114623"/>
                  <a:pt x="49285" y="114623"/>
                  <a:pt x="49235" y="114598"/>
                </a:cubicBezTo>
                <a:cubicBezTo>
                  <a:pt x="50853" y="114349"/>
                  <a:pt x="52496" y="114001"/>
                  <a:pt x="54188" y="113553"/>
                </a:cubicBezTo>
                <a:close/>
                <a:moveTo>
                  <a:pt x="53068" y="114101"/>
                </a:moveTo>
                <a:lnTo>
                  <a:pt x="53068" y="114101"/>
                </a:lnTo>
                <a:cubicBezTo>
                  <a:pt x="52645" y="114250"/>
                  <a:pt x="52247" y="114374"/>
                  <a:pt x="51848" y="114474"/>
                </a:cubicBezTo>
                <a:cubicBezTo>
                  <a:pt x="51400" y="114524"/>
                  <a:pt x="50977" y="114598"/>
                  <a:pt x="50529" y="114623"/>
                </a:cubicBezTo>
                <a:cubicBezTo>
                  <a:pt x="51375" y="114474"/>
                  <a:pt x="52222" y="114275"/>
                  <a:pt x="53068" y="114101"/>
                </a:cubicBezTo>
                <a:close/>
                <a:moveTo>
                  <a:pt x="48488" y="114698"/>
                </a:moveTo>
                <a:cubicBezTo>
                  <a:pt x="48538" y="114698"/>
                  <a:pt x="48613" y="114723"/>
                  <a:pt x="48662" y="114723"/>
                </a:cubicBezTo>
                <a:cubicBezTo>
                  <a:pt x="48637" y="114723"/>
                  <a:pt x="48538" y="114748"/>
                  <a:pt x="48488" y="114748"/>
                </a:cubicBezTo>
                <a:cubicBezTo>
                  <a:pt x="48413" y="114748"/>
                  <a:pt x="48388" y="114723"/>
                  <a:pt x="48339" y="114723"/>
                </a:cubicBezTo>
                <a:cubicBezTo>
                  <a:pt x="48388" y="114723"/>
                  <a:pt x="48463" y="114698"/>
                  <a:pt x="48488" y="114698"/>
                </a:cubicBezTo>
                <a:close/>
                <a:moveTo>
                  <a:pt x="53342" y="114225"/>
                </a:moveTo>
                <a:lnTo>
                  <a:pt x="53143" y="114325"/>
                </a:lnTo>
                <a:cubicBezTo>
                  <a:pt x="53118" y="114325"/>
                  <a:pt x="53093" y="114349"/>
                  <a:pt x="53068" y="114349"/>
                </a:cubicBezTo>
                <a:cubicBezTo>
                  <a:pt x="52869" y="114399"/>
                  <a:pt x="52720" y="114474"/>
                  <a:pt x="52520" y="114524"/>
                </a:cubicBezTo>
                <a:lnTo>
                  <a:pt x="52471" y="114524"/>
                </a:lnTo>
                <a:cubicBezTo>
                  <a:pt x="52272" y="114598"/>
                  <a:pt x="52072" y="114623"/>
                  <a:pt x="51873" y="114698"/>
                </a:cubicBezTo>
                <a:cubicBezTo>
                  <a:pt x="51823" y="114698"/>
                  <a:pt x="51774" y="114698"/>
                  <a:pt x="51724" y="114723"/>
                </a:cubicBezTo>
                <a:lnTo>
                  <a:pt x="51624" y="114723"/>
                </a:lnTo>
                <a:cubicBezTo>
                  <a:pt x="51500" y="114748"/>
                  <a:pt x="51400" y="114748"/>
                  <a:pt x="51276" y="114773"/>
                </a:cubicBezTo>
                <a:cubicBezTo>
                  <a:pt x="52023" y="114598"/>
                  <a:pt x="52720" y="114399"/>
                  <a:pt x="53342" y="114225"/>
                </a:cubicBezTo>
                <a:close/>
                <a:moveTo>
                  <a:pt x="40896" y="110740"/>
                </a:moveTo>
                <a:cubicBezTo>
                  <a:pt x="42863" y="112632"/>
                  <a:pt x="44904" y="113951"/>
                  <a:pt x="46995" y="114573"/>
                </a:cubicBezTo>
                <a:cubicBezTo>
                  <a:pt x="46795" y="114623"/>
                  <a:pt x="46621" y="114648"/>
                  <a:pt x="46422" y="114723"/>
                </a:cubicBezTo>
                <a:cubicBezTo>
                  <a:pt x="45529" y="114794"/>
                  <a:pt x="44652" y="114830"/>
                  <a:pt x="43794" y="114830"/>
                </a:cubicBezTo>
                <a:cubicBezTo>
                  <a:pt x="41045" y="114830"/>
                  <a:pt x="38494" y="114461"/>
                  <a:pt x="36217" y="113702"/>
                </a:cubicBezTo>
                <a:cubicBezTo>
                  <a:pt x="37884" y="112956"/>
                  <a:pt x="39428" y="111960"/>
                  <a:pt x="40896" y="110740"/>
                </a:cubicBezTo>
                <a:close/>
                <a:moveTo>
                  <a:pt x="49484" y="114797"/>
                </a:moveTo>
                <a:cubicBezTo>
                  <a:pt x="49633" y="114822"/>
                  <a:pt x="49789" y="114835"/>
                  <a:pt x="49944" y="114835"/>
                </a:cubicBezTo>
                <a:cubicBezTo>
                  <a:pt x="50100" y="114835"/>
                  <a:pt x="50255" y="114822"/>
                  <a:pt x="50405" y="114797"/>
                </a:cubicBezTo>
                <a:lnTo>
                  <a:pt x="50405" y="114797"/>
                </a:lnTo>
                <a:cubicBezTo>
                  <a:pt x="50330" y="114847"/>
                  <a:pt x="50230" y="114847"/>
                  <a:pt x="50131" y="114872"/>
                </a:cubicBezTo>
                <a:lnTo>
                  <a:pt x="50031" y="114872"/>
                </a:lnTo>
                <a:cubicBezTo>
                  <a:pt x="49758" y="114872"/>
                  <a:pt x="49484" y="114847"/>
                  <a:pt x="49235" y="114847"/>
                </a:cubicBezTo>
                <a:cubicBezTo>
                  <a:pt x="49334" y="114847"/>
                  <a:pt x="49384" y="114797"/>
                  <a:pt x="49484" y="114797"/>
                </a:cubicBezTo>
                <a:close/>
                <a:moveTo>
                  <a:pt x="20486" y="111387"/>
                </a:moveTo>
                <a:lnTo>
                  <a:pt x="20486" y="111387"/>
                </a:lnTo>
                <a:cubicBezTo>
                  <a:pt x="20784" y="111462"/>
                  <a:pt x="21083" y="111537"/>
                  <a:pt x="21382" y="111611"/>
                </a:cubicBezTo>
                <a:cubicBezTo>
                  <a:pt x="21631" y="111661"/>
                  <a:pt x="21904" y="111711"/>
                  <a:pt x="22153" y="111736"/>
                </a:cubicBezTo>
                <a:cubicBezTo>
                  <a:pt x="22576" y="111786"/>
                  <a:pt x="22975" y="111885"/>
                  <a:pt x="23373" y="111910"/>
                </a:cubicBezTo>
                <a:cubicBezTo>
                  <a:pt x="23771" y="111985"/>
                  <a:pt x="24219" y="112010"/>
                  <a:pt x="24642" y="112035"/>
                </a:cubicBezTo>
                <a:cubicBezTo>
                  <a:pt x="24941" y="112084"/>
                  <a:pt x="25190" y="112109"/>
                  <a:pt x="25464" y="112109"/>
                </a:cubicBezTo>
                <a:cubicBezTo>
                  <a:pt x="26186" y="112134"/>
                  <a:pt x="26883" y="112159"/>
                  <a:pt x="27629" y="112159"/>
                </a:cubicBezTo>
                <a:cubicBezTo>
                  <a:pt x="28376" y="112159"/>
                  <a:pt x="29123" y="112134"/>
                  <a:pt x="29919" y="112109"/>
                </a:cubicBezTo>
                <a:cubicBezTo>
                  <a:pt x="30367" y="112059"/>
                  <a:pt x="30840" y="112035"/>
                  <a:pt x="31338" y="111985"/>
                </a:cubicBezTo>
                <a:cubicBezTo>
                  <a:pt x="31463" y="111985"/>
                  <a:pt x="31587" y="111960"/>
                  <a:pt x="31736" y="111960"/>
                </a:cubicBezTo>
                <a:cubicBezTo>
                  <a:pt x="32782" y="112632"/>
                  <a:pt x="33852" y="113229"/>
                  <a:pt x="35072" y="113727"/>
                </a:cubicBezTo>
                <a:cubicBezTo>
                  <a:pt x="33329" y="114399"/>
                  <a:pt x="31487" y="114797"/>
                  <a:pt x="29670" y="114897"/>
                </a:cubicBezTo>
                <a:cubicBezTo>
                  <a:pt x="29396" y="114914"/>
                  <a:pt x="29125" y="114922"/>
                  <a:pt x="28856" y="114922"/>
                </a:cubicBezTo>
                <a:cubicBezTo>
                  <a:pt x="27952" y="114922"/>
                  <a:pt x="27074" y="114832"/>
                  <a:pt x="26211" y="114698"/>
                </a:cubicBezTo>
                <a:cubicBezTo>
                  <a:pt x="24020" y="113877"/>
                  <a:pt x="22128" y="112781"/>
                  <a:pt x="20486" y="111387"/>
                </a:cubicBezTo>
                <a:close/>
                <a:moveTo>
                  <a:pt x="46995" y="114872"/>
                </a:moveTo>
                <a:cubicBezTo>
                  <a:pt x="46895" y="114897"/>
                  <a:pt x="46795" y="114947"/>
                  <a:pt x="46721" y="114947"/>
                </a:cubicBezTo>
                <a:cubicBezTo>
                  <a:pt x="46497" y="114972"/>
                  <a:pt x="46298" y="114972"/>
                  <a:pt x="46099" y="114997"/>
                </a:cubicBezTo>
                <a:lnTo>
                  <a:pt x="46472" y="114897"/>
                </a:lnTo>
                <a:cubicBezTo>
                  <a:pt x="46646" y="114897"/>
                  <a:pt x="46795" y="114872"/>
                  <a:pt x="46995" y="114872"/>
                </a:cubicBezTo>
                <a:close/>
                <a:moveTo>
                  <a:pt x="35968" y="113827"/>
                </a:moveTo>
                <a:cubicBezTo>
                  <a:pt x="38360" y="114638"/>
                  <a:pt x="41027" y="115028"/>
                  <a:pt x="43938" y="115028"/>
                </a:cubicBezTo>
                <a:cubicBezTo>
                  <a:pt x="44419" y="115028"/>
                  <a:pt x="44907" y="115018"/>
                  <a:pt x="45402" y="114997"/>
                </a:cubicBezTo>
                <a:lnTo>
                  <a:pt x="45402" y="114997"/>
                </a:lnTo>
                <a:cubicBezTo>
                  <a:pt x="45302" y="115021"/>
                  <a:pt x="45227" y="115021"/>
                  <a:pt x="45128" y="115071"/>
                </a:cubicBezTo>
                <a:cubicBezTo>
                  <a:pt x="44680" y="115096"/>
                  <a:pt x="44281" y="115096"/>
                  <a:pt x="43883" y="115096"/>
                </a:cubicBezTo>
                <a:cubicBezTo>
                  <a:pt x="40946" y="115096"/>
                  <a:pt x="38283" y="114648"/>
                  <a:pt x="35918" y="113852"/>
                </a:cubicBezTo>
                <a:cubicBezTo>
                  <a:pt x="35918" y="113827"/>
                  <a:pt x="35943" y="113827"/>
                  <a:pt x="35968" y="113827"/>
                </a:cubicBezTo>
                <a:close/>
                <a:moveTo>
                  <a:pt x="35296" y="113852"/>
                </a:moveTo>
                <a:cubicBezTo>
                  <a:pt x="35321" y="113852"/>
                  <a:pt x="35346" y="113877"/>
                  <a:pt x="35395" y="113877"/>
                </a:cubicBezTo>
                <a:cubicBezTo>
                  <a:pt x="33528" y="114623"/>
                  <a:pt x="31587" y="115071"/>
                  <a:pt x="29670" y="115146"/>
                </a:cubicBezTo>
                <a:cubicBezTo>
                  <a:pt x="29421" y="115146"/>
                  <a:pt x="29123" y="115196"/>
                  <a:pt x="28924" y="115196"/>
                </a:cubicBezTo>
                <a:cubicBezTo>
                  <a:pt x="28426" y="115196"/>
                  <a:pt x="27953" y="115146"/>
                  <a:pt x="27480" y="115121"/>
                </a:cubicBezTo>
                <a:cubicBezTo>
                  <a:pt x="27355" y="115071"/>
                  <a:pt x="27256" y="115021"/>
                  <a:pt x="27181" y="114997"/>
                </a:cubicBezTo>
                <a:lnTo>
                  <a:pt x="27181" y="114997"/>
                </a:lnTo>
                <a:cubicBezTo>
                  <a:pt x="27790" y="115073"/>
                  <a:pt x="28398" y="115105"/>
                  <a:pt x="29029" y="115105"/>
                </a:cubicBezTo>
                <a:cubicBezTo>
                  <a:pt x="29224" y="115105"/>
                  <a:pt x="29421" y="115102"/>
                  <a:pt x="29621" y="115096"/>
                </a:cubicBezTo>
                <a:cubicBezTo>
                  <a:pt x="31562" y="114997"/>
                  <a:pt x="33454" y="114573"/>
                  <a:pt x="35296" y="113852"/>
                </a:cubicBezTo>
                <a:close/>
                <a:moveTo>
                  <a:pt x="35644" y="113951"/>
                </a:moveTo>
                <a:cubicBezTo>
                  <a:pt x="38059" y="114822"/>
                  <a:pt x="40822" y="115246"/>
                  <a:pt x="43858" y="115246"/>
                </a:cubicBezTo>
                <a:lnTo>
                  <a:pt x="44057" y="115246"/>
                </a:lnTo>
                <a:cubicBezTo>
                  <a:pt x="41096" y="115870"/>
                  <a:pt x="38258" y="116185"/>
                  <a:pt x="35584" y="116185"/>
                </a:cubicBezTo>
                <a:cubicBezTo>
                  <a:pt x="34099" y="116185"/>
                  <a:pt x="32665" y="116088"/>
                  <a:pt x="31288" y="115893"/>
                </a:cubicBezTo>
                <a:cubicBezTo>
                  <a:pt x="31114" y="115868"/>
                  <a:pt x="30940" y="115843"/>
                  <a:pt x="30790" y="115843"/>
                </a:cubicBezTo>
                <a:cubicBezTo>
                  <a:pt x="29919" y="115718"/>
                  <a:pt x="29098" y="115519"/>
                  <a:pt x="28301" y="115320"/>
                </a:cubicBezTo>
                <a:cubicBezTo>
                  <a:pt x="28476" y="115320"/>
                  <a:pt x="28700" y="115345"/>
                  <a:pt x="28874" y="115345"/>
                </a:cubicBezTo>
                <a:cubicBezTo>
                  <a:pt x="29123" y="115345"/>
                  <a:pt x="29372" y="115345"/>
                  <a:pt x="29670" y="115320"/>
                </a:cubicBezTo>
                <a:cubicBezTo>
                  <a:pt x="31687" y="115221"/>
                  <a:pt x="33703" y="114748"/>
                  <a:pt x="35644" y="113951"/>
                </a:cubicBezTo>
                <a:close/>
                <a:moveTo>
                  <a:pt x="48513" y="114947"/>
                </a:moveTo>
                <a:cubicBezTo>
                  <a:pt x="48787" y="114997"/>
                  <a:pt x="49135" y="114997"/>
                  <a:pt x="49459" y="115021"/>
                </a:cubicBezTo>
                <a:cubicBezTo>
                  <a:pt x="49110" y="115121"/>
                  <a:pt x="48737" y="115196"/>
                  <a:pt x="48364" y="115270"/>
                </a:cubicBezTo>
                <a:cubicBezTo>
                  <a:pt x="46497" y="115694"/>
                  <a:pt x="43410" y="116191"/>
                  <a:pt x="40448" y="116316"/>
                </a:cubicBezTo>
                <a:cubicBezTo>
                  <a:pt x="42489" y="116067"/>
                  <a:pt x="44605" y="115644"/>
                  <a:pt x="46771" y="115121"/>
                </a:cubicBezTo>
                <a:cubicBezTo>
                  <a:pt x="47343" y="115071"/>
                  <a:pt x="47916" y="114997"/>
                  <a:pt x="48513" y="114947"/>
                </a:cubicBezTo>
                <a:close/>
                <a:moveTo>
                  <a:pt x="27596" y="115399"/>
                </a:moveTo>
                <a:cubicBezTo>
                  <a:pt x="28936" y="115729"/>
                  <a:pt x="30005" y="115919"/>
                  <a:pt x="30392" y="115967"/>
                </a:cubicBezTo>
                <a:cubicBezTo>
                  <a:pt x="30542" y="115992"/>
                  <a:pt x="30666" y="115992"/>
                  <a:pt x="30741" y="116017"/>
                </a:cubicBezTo>
                <a:cubicBezTo>
                  <a:pt x="30890" y="116042"/>
                  <a:pt x="31014" y="116042"/>
                  <a:pt x="31189" y="116092"/>
                </a:cubicBezTo>
                <a:cubicBezTo>
                  <a:pt x="31985" y="116216"/>
                  <a:pt x="32757" y="116291"/>
                  <a:pt x="33578" y="116391"/>
                </a:cubicBezTo>
                <a:cubicBezTo>
                  <a:pt x="33329" y="116366"/>
                  <a:pt x="33056" y="116341"/>
                  <a:pt x="32782" y="116341"/>
                </a:cubicBezTo>
                <a:cubicBezTo>
                  <a:pt x="32608" y="116341"/>
                  <a:pt x="32483" y="116316"/>
                  <a:pt x="32334" y="116316"/>
                </a:cubicBezTo>
                <a:cubicBezTo>
                  <a:pt x="32159" y="116266"/>
                  <a:pt x="31960" y="116266"/>
                  <a:pt x="31786" y="116241"/>
                </a:cubicBezTo>
                <a:cubicBezTo>
                  <a:pt x="31413" y="116191"/>
                  <a:pt x="31064" y="116142"/>
                  <a:pt x="30691" y="116092"/>
                </a:cubicBezTo>
                <a:cubicBezTo>
                  <a:pt x="30591" y="116092"/>
                  <a:pt x="30492" y="116042"/>
                  <a:pt x="30442" y="116042"/>
                </a:cubicBezTo>
                <a:cubicBezTo>
                  <a:pt x="29695" y="115942"/>
                  <a:pt x="28949" y="115768"/>
                  <a:pt x="28227" y="115594"/>
                </a:cubicBezTo>
                <a:cubicBezTo>
                  <a:pt x="28202" y="115594"/>
                  <a:pt x="28127" y="115544"/>
                  <a:pt x="28102" y="115544"/>
                </a:cubicBezTo>
                <a:cubicBezTo>
                  <a:pt x="27918" y="115503"/>
                  <a:pt x="27768" y="115446"/>
                  <a:pt x="27596" y="115399"/>
                </a:cubicBezTo>
                <a:close/>
                <a:moveTo>
                  <a:pt x="45601" y="115221"/>
                </a:moveTo>
                <a:cubicBezTo>
                  <a:pt x="42813" y="115868"/>
                  <a:pt x="40150" y="116241"/>
                  <a:pt x="37586" y="116391"/>
                </a:cubicBezTo>
                <a:cubicBezTo>
                  <a:pt x="37088" y="116391"/>
                  <a:pt x="36665" y="116391"/>
                  <a:pt x="36217" y="116366"/>
                </a:cubicBezTo>
                <a:cubicBezTo>
                  <a:pt x="39029" y="116316"/>
                  <a:pt x="42016" y="115942"/>
                  <a:pt x="45128" y="115221"/>
                </a:cubicBezTo>
                <a:close/>
                <a:moveTo>
                  <a:pt x="50479" y="115021"/>
                </a:moveTo>
                <a:cubicBezTo>
                  <a:pt x="50031" y="115146"/>
                  <a:pt x="49583" y="115270"/>
                  <a:pt x="49085" y="115370"/>
                </a:cubicBezTo>
                <a:cubicBezTo>
                  <a:pt x="48264" y="115519"/>
                  <a:pt x="47293" y="115743"/>
                  <a:pt x="46372" y="115893"/>
                </a:cubicBezTo>
                <a:cubicBezTo>
                  <a:pt x="45924" y="115967"/>
                  <a:pt x="45426" y="116067"/>
                  <a:pt x="44929" y="116117"/>
                </a:cubicBezTo>
                <a:lnTo>
                  <a:pt x="44879" y="116117"/>
                </a:lnTo>
                <a:cubicBezTo>
                  <a:pt x="44406" y="116191"/>
                  <a:pt x="43908" y="116216"/>
                  <a:pt x="43385" y="116266"/>
                </a:cubicBezTo>
                <a:cubicBezTo>
                  <a:pt x="42191" y="116391"/>
                  <a:pt x="40871" y="116490"/>
                  <a:pt x="39577" y="116565"/>
                </a:cubicBezTo>
                <a:cubicBezTo>
                  <a:pt x="39204" y="116590"/>
                  <a:pt x="38830" y="116590"/>
                  <a:pt x="38457" y="116615"/>
                </a:cubicBezTo>
                <a:lnTo>
                  <a:pt x="37685" y="116615"/>
                </a:lnTo>
                <a:cubicBezTo>
                  <a:pt x="37187" y="116615"/>
                  <a:pt x="36764" y="116615"/>
                  <a:pt x="36316" y="116590"/>
                </a:cubicBezTo>
                <a:lnTo>
                  <a:pt x="37038" y="116590"/>
                </a:lnTo>
                <a:cubicBezTo>
                  <a:pt x="37187" y="116590"/>
                  <a:pt x="37387" y="116540"/>
                  <a:pt x="37536" y="116540"/>
                </a:cubicBezTo>
                <a:lnTo>
                  <a:pt x="37660" y="116540"/>
                </a:lnTo>
                <a:cubicBezTo>
                  <a:pt x="38208" y="116540"/>
                  <a:pt x="38880" y="116540"/>
                  <a:pt x="39552" y="116515"/>
                </a:cubicBezTo>
                <a:lnTo>
                  <a:pt x="39577" y="116515"/>
                </a:lnTo>
                <a:cubicBezTo>
                  <a:pt x="40822" y="116490"/>
                  <a:pt x="42166" y="116366"/>
                  <a:pt x="43410" y="116241"/>
                </a:cubicBezTo>
                <a:cubicBezTo>
                  <a:pt x="45352" y="116017"/>
                  <a:pt x="47119" y="115718"/>
                  <a:pt x="48364" y="115420"/>
                </a:cubicBezTo>
                <a:cubicBezTo>
                  <a:pt x="48986" y="115295"/>
                  <a:pt x="49583" y="115146"/>
                  <a:pt x="50106" y="115021"/>
                </a:cubicBezTo>
                <a:close/>
                <a:moveTo>
                  <a:pt x="80647" y="0"/>
                </a:moveTo>
                <a:cubicBezTo>
                  <a:pt x="79950" y="0"/>
                  <a:pt x="79278" y="25"/>
                  <a:pt x="78706" y="50"/>
                </a:cubicBezTo>
                <a:lnTo>
                  <a:pt x="78606" y="50"/>
                </a:lnTo>
                <a:cubicBezTo>
                  <a:pt x="77212" y="125"/>
                  <a:pt x="75520" y="249"/>
                  <a:pt x="73603" y="498"/>
                </a:cubicBezTo>
                <a:cubicBezTo>
                  <a:pt x="73529" y="498"/>
                  <a:pt x="73479" y="523"/>
                  <a:pt x="73404" y="523"/>
                </a:cubicBezTo>
                <a:cubicBezTo>
                  <a:pt x="72209" y="672"/>
                  <a:pt x="70691" y="971"/>
                  <a:pt x="69894" y="1145"/>
                </a:cubicBezTo>
                <a:cubicBezTo>
                  <a:pt x="69471" y="1245"/>
                  <a:pt x="69073" y="1295"/>
                  <a:pt x="68700" y="1394"/>
                </a:cubicBezTo>
                <a:lnTo>
                  <a:pt x="68675" y="1394"/>
                </a:lnTo>
                <a:cubicBezTo>
                  <a:pt x="68326" y="1494"/>
                  <a:pt x="67978" y="1544"/>
                  <a:pt x="67679" y="1643"/>
                </a:cubicBezTo>
                <a:cubicBezTo>
                  <a:pt x="65215" y="2240"/>
                  <a:pt x="63248" y="2863"/>
                  <a:pt x="62228" y="3236"/>
                </a:cubicBezTo>
                <a:cubicBezTo>
                  <a:pt x="61357" y="3535"/>
                  <a:pt x="60834" y="3734"/>
                  <a:pt x="60809" y="3734"/>
                </a:cubicBezTo>
                <a:cubicBezTo>
                  <a:pt x="60461" y="3858"/>
                  <a:pt x="60087" y="4008"/>
                  <a:pt x="59689" y="4157"/>
                </a:cubicBezTo>
                <a:lnTo>
                  <a:pt x="59639" y="4157"/>
                </a:lnTo>
                <a:cubicBezTo>
                  <a:pt x="58868" y="4456"/>
                  <a:pt x="57947" y="4829"/>
                  <a:pt x="57150" y="5153"/>
                </a:cubicBezTo>
                <a:cubicBezTo>
                  <a:pt x="54960" y="6074"/>
                  <a:pt x="53466" y="6820"/>
                  <a:pt x="49633" y="8812"/>
                </a:cubicBezTo>
                <a:cubicBezTo>
                  <a:pt x="49185" y="9011"/>
                  <a:pt x="48637" y="9334"/>
                  <a:pt x="47990" y="9708"/>
                </a:cubicBezTo>
                <a:cubicBezTo>
                  <a:pt x="47891" y="9782"/>
                  <a:pt x="47791" y="9807"/>
                  <a:pt x="47692" y="9857"/>
                </a:cubicBezTo>
                <a:cubicBezTo>
                  <a:pt x="45800" y="10977"/>
                  <a:pt x="43336" y="12471"/>
                  <a:pt x="41668" y="13665"/>
                </a:cubicBezTo>
                <a:cubicBezTo>
                  <a:pt x="41593" y="13715"/>
                  <a:pt x="41519" y="13740"/>
                  <a:pt x="41444" y="13815"/>
                </a:cubicBezTo>
                <a:cubicBezTo>
                  <a:pt x="40971" y="14113"/>
                  <a:pt x="40548" y="14437"/>
                  <a:pt x="40174" y="14711"/>
                </a:cubicBezTo>
                <a:lnTo>
                  <a:pt x="39701" y="15034"/>
                </a:lnTo>
                <a:lnTo>
                  <a:pt x="39677" y="15034"/>
                </a:lnTo>
                <a:cubicBezTo>
                  <a:pt x="38407" y="15906"/>
                  <a:pt x="37362" y="16677"/>
                  <a:pt x="36167" y="17648"/>
                </a:cubicBezTo>
                <a:cubicBezTo>
                  <a:pt x="36092" y="17698"/>
                  <a:pt x="36042" y="17723"/>
                  <a:pt x="35943" y="17797"/>
                </a:cubicBezTo>
                <a:cubicBezTo>
                  <a:pt x="34798" y="18669"/>
                  <a:pt x="33255" y="19938"/>
                  <a:pt x="32359" y="20685"/>
                </a:cubicBezTo>
                <a:lnTo>
                  <a:pt x="32334" y="20685"/>
                </a:lnTo>
                <a:cubicBezTo>
                  <a:pt x="31861" y="21083"/>
                  <a:pt x="31189" y="21680"/>
                  <a:pt x="30442" y="22327"/>
                </a:cubicBezTo>
                <a:cubicBezTo>
                  <a:pt x="29397" y="23248"/>
                  <a:pt x="28376" y="24194"/>
                  <a:pt x="27530" y="25016"/>
                </a:cubicBezTo>
                <a:cubicBezTo>
                  <a:pt x="26883" y="25638"/>
                  <a:pt x="26285" y="26186"/>
                  <a:pt x="25887" y="26634"/>
                </a:cubicBezTo>
                <a:lnTo>
                  <a:pt x="25663" y="26858"/>
                </a:lnTo>
                <a:cubicBezTo>
                  <a:pt x="25389" y="27156"/>
                  <a:pt x="25041" y="27480"/>
                  <a:pt x="24717" y="27853"/>
                </a:cubicBezTo>
                <a:cubicBezTo>
                  <a:pt x="23970" y="28625"/>
                  <a:pt x="23174" y="29397"/>
                  <a:pt x="22552" y="30118"/>
                </a:cubicBezTo>
                <a:cubicBezTo>
                  <a:pt x="22054" y="30666"/>
                  <a:pt x="21631" y="31164"/>
                  <a:pt x="21257" y="31587"/>
                </a:cubicBezTo>
                <a:cubicBezTo>
                  <a:pt x="20983" y="31886"/>
                  <a:pt x="20734" y="32159"/>
                  <a:pt x="20510" y="32408"/>
                </a:cubicBezTo>
                <a:cubicBezTo>
                  <a:pt x="20386" y="32558"/>
                  <a:pt x="20286" y="32707"/>
                  <a:pt x="20162" y="32782"/>
                </a:cubicBezTo>
                <a:cubicBezTo>
                  <a:pt x="19988" y="33006"/>
                  <a:pt x="19789" y="33205"/>
                  <a:pt x="19614" y="33404"/>
                </a:cubicBezTo>
                <a:cubicBezTo>
                  <a:pt x="19390" y="33653"/>
                  <a:pt x="19166" y="33952"/>
                  <a:pt x="18917" y="34225"/>
                </a:cubicBezTo>
                <a:cubicBezTo>
                  <a:pt x="18196" y="35072"/>
                  <a:pt x="17748" y="35644"/>
                  <a:pt x="16827" y="36839"/>
                </a:cubicBezTo>
                <a:lnTo>
                  <a:pt x="16802" y="36864"/>
                </a:lnTo>
                <a:cubicBezTo>
                  <a:pt x="16802" y="36864"/>
                  <a:pt x="16627" y="37113"/>
                  <a:pt x="16304" y="37511"/>
                </a:cubicBezTo>
                <a:cubicBezTo>
                  <a:pt x="15632" y="38432"/>
                  <a:pt x="14810" y="39477"/>
                  <a:pt x="14213" y="40349"/>
                </a:cubicBezTo>
                <a:cubicBezTo>
                  <a:pt x="14213" y="40373"/>
                  <a:pt x="14188" y="40373"/>
                  <a:pt x="14188" y="40423"/>
                </a:cubicBezTo>
                <a:cubicBezTo>
                  <a:pt x="13441" y="41469"/>
                  <a:pt x="12595" y="42688"/>
                  <a:pt x="11774" y="44032"/>
                </a:cubicBezTo>
                <a:cubicBezTo>
                  <a:pt x="10927" y="45352"/>
                  <a:pt x="10181" y="46546"/>
                  <a:pt x="9583" y="47592"/>
                </a:cubicBezTo>
                <a:cubicBezTo>
                  <a:pt x="9110" y="48339"/>
                  <a:pt x="8712" y="49135"/>
                  <a:pt x="8239" y="49956"/>
                </a:cubicBezTo>
                <a:cubicBezTo>
                  <a:pt x="7791" y="50828"/>
                  <a:pt x="7492" y="51400"/>
                  <a:pt x="7443" y="51525"/>
                </a:cubicBezTo>
                <a:cubicBezTo>
                  <a:pt x="7293" y="51798"/>
                  <a:pt x="7119" y="52122"/>
                  <a:pt x="6970" y="52446"/>
                </a:cubicBezTo>
                <a:lnTo>
                  <a:pt x="6845" y="52670"/>
                </a:lnTo>
                <a:cubicBezTo>
                  <a:pt x="6472" y="53416"/>
                  <a:pt x="6049" y="54288"/>
                  <a:pt x="5700" y="55109"/>
                </a:cubicBezTo>
                <a:cubicBezTo>
                  <a:pt x="5675" y="55159"/>
                  <a:pt x="5626" y="55258"/>
                  <a:pt x="5601" y="55358"/>
                </a:cubicBezTo>
                <a:cubicBezTo>
                  <a:pt x="5078" y="56528"/>
                  <a:pt x="3734" y="59589"/>
                  <a:pt x="2639" y="63024"/>
                </a:cubicBezTo>
                <a:lnTo>
                  <a:pt x="2639" y="63074"/>
                </a:lnTo>
                <a:cubicBezTo>
                  <a:pt x="2191" y="64443"/>
                  <a:pt x="1718" y="66235"/>
                  <a:pt x="1344" y="67853"/>
                </a:cubicBezTo>
                <a:cubicBezTo>
                  <a:pt x="1245" y="68251"/>
                  <a:pt x="1145" y="68724"/>
                  <a:pt x="1070" y="69222"/>
                </a:cubicBezTo>
                <a:cubicBezTo>
                  <a:pt x="996" y="69620"/>
                  <a:pt x="896" y="69994"/>
                  <a:pt x="846" y="70367"/>
                </a:cubicBezTo>
                <a:lnTo>
                  <a:pt x="846" y="70417"/>
                </a:lnTo>
                <a:cubicBezTo>
                  <a:pt x="772" y="70716"/>
                  <a:pt x="722" y="71064"/>
                  <a:pt x="647" y="71363"/>
                </a:cubicBezTo>
                <a:lnTo>
                  <a:pt x="647" y="71437"/>
                </a:lnTo>
                <a:cubicBezTo>
                  <a:pt x="523" y="72159"/>
                  <a:pt x="398" y="72981"/>
                  <a:pt x="324" y="73827"/>
                </a:cubicBezTo>
                <a:cubicBezTo>
                  <a:pt x="199" y="74897"/>
                  <a:pt x="100" y="75918"/>
                  <a:pt x="75" y="76889"/>
                </a:cubicBezTo>
                <a:lnTo>
                  <a:pt x="75" y="76963"/>
                </a:lnTo>
                <a:cubicBezTo>
                  <a:pt x="25" y="77585"/>
                  <a:pt x="0" y="78332"/>
                  <a:pt x="0" y="79054"/>
                </a:cubicBezTo>
                <a:lnTo>
                  <a:pt x="0" y="79776"/>
                </a:lnTo>
                <a:lnTo>
                  <a:pt x="0" y="80323"/>
                </a:lnTo>
                <a:cubicBezTo>
                  <a:pt x="0" y="80946"/>
                  <a:pt x="25" y="81668"/>
                  <a:pt x="100" y="82365"/>
                </a:cubicBezTo>
                <a:cubicBezTo>
                  <a:pt x="249" y="84505"/>
                  <a:pt x="498" y="85999"/>
                  <a:pt x="598" y="86496"/>
                </a:cubicBezTo>
                <a:lnTo>
                  <a:pt x="622" y="86745"/>
                </a:lnTo>
                <a:cubicBezTo>
                  <a:pt x="622" y="86770"/>
                  <a:pt x="622" y="86845"/>
                  <a:pt x="647" y="86870"/>
                </a:cubicBezTo>
                <a:cubicBezTo>
                  <a:pt x="772" y="87741"/>
                  <a:pt x="1070" y="88961"/>
                  <a:pt x="1319" y="89882"/>
                </a:cubicBezTo>
                <a:cubicBezTo>
                  <a:pt x="1319" y="89907"/>
                  <a:pt x="1344" y="89981"/>
                  <a:pt x="1344" y="90006"/>
                </a:cubicBezTo>
                <a:cubicBezTo>
                  <a:pt x="1369" y="90081"/>
                  <a:pt x="1369" y="90131"/>
                  <a:pt x="1394" y="90205"/>
                </a:cubicBezTo>
                <a:cubicBezTo>
                  <a:pt x="1444" y="90255"/>
                  <a:pt x="1444" y="90355"/>
                  <a:pt x="1469" y="90404"/>
                </a:cubicBezTo>
                <a:cubicBezTo>
                  <a:pt x="1618" y="90952"/>
                  <a:pt x="1817" y="91500"/>
                  <a:pt x="1991" y="92072"/>
                </a:cubicBezTo>
                <a:cubicBezTo>
                  <a:pt x="2016" y="92122"/>
                  <a:pt x="2066" y="92221"/>
                  <a:pt x="2066" y="92271"/>
                </a:cubicBezTo>
                <a:cubicBezTo>
                  <a:pt x="2066" y="92321"/>
                  <a:pt x="2066" y="92321"/>
                  <a:pt x="2091" y="92346"/>
                </a:cubicBezTo>
                <a:cubicBezTo>
                  <a:pt x="2191" y="92620"/>
                  <a:pt x="2265" y="92943"/>
                  <a:pt x="2365" y="93217"/>
                </a:cubicBezTo>
                <a:cubicBezTo>
                  <a:pt x="2439" y="93441"/>
                  <a:pt x="2514" y="93615"/>
                  <a:pt x="2589" y="93839"/>
                </a:cubicBezTo>
                <a:cubicBezTo>
                  <a:pt x="2688" y="94138"/>
                  <a:pt x="2813" y="94437"/>
                  <a:pt x="2888" y="94710"/>
                </a:cubicBezTo>
                <a:lnTo>
                  <a:pt x="2888" y="94735"/>
                </a:lnTo>
                <a:cubicBezTo>
                  <a:pt x="2962" y="94885"/>
                  <a:pt x="3087" y="95183"/>
                  <a:pt x="3236" y="95557"/>
                </a:cubicBezTo>
                <a:cubicBezTo>
                  <a:pt x="3311" y="95681"/>
                  <a:pt x="3360" y="95831"/>
                  <a:pt x="3460" y="96005"/>
                </a:cubicBezTo>
                <a:cubicBezTo>
                  <a:pt x="3560" y="96229"/>
                  <a:pt x="3684" y="96478"/>
                  <a:pt x="3809" y="96752"/>
                </a:cubicBezTo>
                <a:cubicBezTo>
                  <a:pt x="4232" y="97623"/>
                  <a:pt x="4804" y="98693"/>
                  <a:pt x="5501" y="99863"/>
                </a:cubicBezTo>
                <a:cubicBezTo>
                  <a:pt x="5725" y="100211"/>
                  <a:pt x="5874" y="100485"/>
                  <a:pt x="5999" y="100684"/>
                </a:cubicBezTo>
                <a:cubicBezTo>
                  <a:pt x="6248" y="101083"/>
                  <a:pt x="6547" y="101456"/>
                  <a:pt x="6795" y="101804"/>
                </a:cubicBezTo>
                <a:cubicBezTo>
                  <a:pt x="6970" y="102078"/>
                  <a:pt x="7194" y="102327"/>
                  <a:pt x="7368" y="102626"/>
                </a:cubicBezTo>
                <a:cubicBezTo>
                  <a:pt x="7418" y="102676"/>
                  <a:pt x="7467" y="102750"/>
                  <a:pt x="7492" y="102775"/>
                </a:cubicBezTo>
                <a:cubicBezTo>
                  <a:pt x="7841" y="103198"/>
                  <a:pt x="8189" y="103621"/>
                  <a:pt x="8463" y="103995"/>
                </a:cubicBezTo>
                <a:cubicBezTo>
                  <a:pt x="8612" y="104169"/>
                  <a:pt x="8812" y="104393"/>
                  <a:pt x="8961" y="104567"/>
                </a:cubicBezTo>
                <a:cubicBezTo>
                  <a:pt x="9085" y="104742"/>
                  <a:pt x="9235" y="104891"/>
                  <a:pt x="9334" y="105015"/>
                </a:cubicBezTo>
                <a:cubicBezTo>
                  <a:pt x="9683" y="105389"/>
                  <a:pt x="9932" y="105662"/>
                  <a:pt x="10056" y="105762"/>
                </a:cubicBezTo>
                <a:cubicBezTo>
                  <a:pt x="10106" y="105812"/>
                  <a:pt x="10181" y="105911"/>
                  <a:pt x="10280" y="105961"/>
                </a:cubicBezTo>
                <a:lnTo>
                  <a:pt x="10405" y="106086"/>
                </a:lnTo>
                <a:cubicBezTo>
                  <a:pt x="10554" y="106260"/>
                  <a:pt x="10728" y="106409"/>
                  <a:pt x="10902" y="106559"/>
                </a:cubicBezTo>
                <a:cubicBezTo>
                  <a:pt x="11226" y="106907"/>
                  <a:pt x="11599" y="107256"/>
                  <a:pt x="11973" y="107579"/>
                </a:cubicBezTo>
                <a:cubicBezTo>
                  <a:pt x="12296" y="107878"/>
                  <a:pt x="12645" y="108152"/>
                  <a:pt x="12944" y="108425"/>
                </a:cubicBezTo>
                <a:cubicBezTo>
                  <a:pt x="13018" y="108450"/>
                  <a:pt x="13043" y="108525"/>
                  <a:pt x="13093" y="108550"/>
                </a:cubicBezTo>
                <a:cubicBezTo>
                  <a:pt x="13815" y="109147"/>
                  <a:pt x="14661" y="109770"/>
                  <a:pt x="15657" y="110417"/>
                </a:cubicBezTo>
                <a:cubicBezTo>
                  <a:pt x="15756" y="110491"/>
                  <a:pt x="15806" y="110541"/>
                  <a:pt x="15906" y="110616"/>
                </a:cubicBezTo>
                <a:cubicBezTo>
                  <a:pt x="16055" y="110690"/>
                  <a:pt x="16204" y="110790"/>
                  <a:pt x="16379" y="110914"/>
                </a:cubicBezTo>
                <a:cubicBezTo>
                  <a:pt x="16428" y="110939"/>
                  <a:pt x="16453" y="110989"/>
                  <a:pt x="16503" y="111014"/>
                </a:cubicBezTo>
                <a:cubicBezTo>
                  <a:pt x="16528" y="111039"/>
                  <a:pt x="16553" y="111039"/>
                  <a:pt x="16578" y="111064"/>
                </a:cubicBezTo>
                <a:cubicBezTo>
                  <a:pt x="16901" y="111288"/>
                  <a:pt x="17250" y="111487"/>
                  <a:pt x="17548" y="111661"/>
                </a:cubicBezTo>
                <a:cubicBezTo>
                  <a:pt x="17573" y="111686"/>
                  <a:pt x="17623" y="111686"/>
                  <a:pt x="17648" y="111736"/>
                </a:cubicBezTo>
                <a:cubicBezTo>
                  <a:pt x="19789" y="112980"/>
                  <a:pt x="21481" y="113652"/>
                  <a:pt x="21855" y="113777"/>
                </a:cubicBezTo>
                <a:cubicBezTo>
                  <a:pt x="22029" y="113852"/>
                  <a:pt x="22178" y="113926"/>
                  <a:pt x="22402" y="114001"/>
                </a:cubicBezTo>
                <a:lnTo>
                  <a:pt x="22427" y="114026"/>
                </a:lnTo>
                <a:cubicBezTo>
                  <a:pt x="22651" y="114125"/>
                  <a:pt x="22875" y="114175"/>
                  <a:pt x="23049" y="114275"/>
                </a:cubicBezTo>
                <a:cubicBezTo>
                  <a:pt x="23174" y="114349"/>
                  <a:pt x="23298" y="114374"/>
                  <a:pt x="23423" y="114399"/>
                </a:cubicBezTo>
                <a:lnTo>
                  <a:pt x="24169" y="114673"/>
                </a:lnTo>
                <a:cubicBezTo>
                  <a:pt x="25787" y="115246"/>
                  <a:pt x="27455" y="115644"/>
                  <a:pt x="28650" y="115893"/>
                </a:cubicBezTo>
                <a:cubicBezTo>
                  <a:pt x="28849" y="115918"/>
                  <a:pt x="29023" y="115967"/>
                  <a:pt x="29197" y="116017"/>
                </a:cubicBezTo>
                <a:cubicBezTo>
                  <a:pt x="29695" y="116117"/>
                  <a:pt x="30069" y="116166"/>
                  <a:pt x="30243" y="116216"/>
                </a:cubicBezTo>
                <a:lnTo>
                  <a:pt x="30342" y="116216"/>
                </a:lnTo>
                <a:cubicBezTo>
                  <a:pt x="30517" y="116241"/>
                  <a:pt x="30691" y="116266"/>
                  <a:pt x="30865" y="116266"/>
                </a:cubicBezTo>
                <a:lnTo>
                  <a:pt x="30990" y="116266"/>
                </a:lnTo>
                <a:cubicBezTo>
                  <a:pt x="31711" y="116366"/>
                  <a:pt x="32483" y="116490"/>
                  <a:pt x="33130" y="116540"/>
                </a:cubicBezTo>
                <a:lnTo>
                  <a:pt x="33205" y="116540"/>
                </a:lnTo>
                <a:cubicBezTo>
                  <a:pt x="33255" y="116540"/>
                  <a:pt x="33354" y="116540"/>
                  <a:pt x="33429" y="116590"/>
                </a:cubicBezTo>
                <a:cubicBezTo>
                  <a:pt x="34176" y="116639"/>
                  <a:pt x="34997" y="116714"/>
                  <a:pt x="35918" y="116739"/>
                </a:cubicBezTo>
                <a:cubicBezTo>
                  <a:pt x="36441" y="116764"/>
                  <a:pt x="36963" y="116764"/>
                  <a:pt x="37461" y="116764"/>
                </a:cubicBezTo>
                <a:lnTo>
                  <a:pt x="38357" y="116764"/>
                </a:lnTo>
                <a:cubicBezTo>
                  <a:pt x="38706" y="116764"/>
                  <a:pt x="39079" y="116764"/>
                  <a:pt x="39477" y="116739"/>
                </a:cubicBezTo>
                <a:cubicBezTo>
                  <a:pt x="41270" y="116664"/>
                  <a:pt x="43136" y="116490"/>
                  <a:pt x="44779" y="116266"/>
                </a:cubicBezTo>
                <a:cubicBezTo>
                  <a:pt x="45252" y="116216"/>
                  <a:pt x="45750" y="116142"/>
                  <a:pt x="46273" y="116042"/>
                </a:cubicBezTo>
                <a:cubicBezTo>
                  <a:pt x="47019" y="115918"/>
                  <a:pt x="47741" y="115793"/>
                  <a:pt x="48289" y="115669"/>
                </a:cubicBezTo>
                <a:cubicBezTo>
                  <a:pt x="48538" y="115619"/>
                  <a:pt x="48762" y="115594"/>
                  <a:pt x="48986" y="115519"/>
                </a:cubicBezTo>
                <a:cubicBezTo>
                  <a:pt x="49036" y="115519"/>
                  <a:pt x="49135" y="115494"/>
                  <a:pt x="49185" y="115494"/>
                </a:cubicBezTo>
                <a:lnTo>
                  <a:pt x="49484" y="115420"/>
                </a:lnTo>
                <a:cubicBezTo>
                  <a:pt x="50305" y="115246"/>
                  <a:pt x="51351" y="114997"/>
                  <a:pt x="52371" y="114723"/>
                </a:cubicBezTo>
                <a:lnTo>
                  <a:pt x="52421" y="114723"/>
                </a:lnTo>
                <a:cubicBezTo>
                  <a:pt x="54462" y="114150"/>
                  <a:pt x="55831" y="113727"/>
                  <a:pt x="56528" y="113428"/>
                </a:cubicBezTo>
                <a:cubicBezTo>
                  <a:pt x="56876" y="113304"/>
                  <a:pt x="57200" y="113229"/>
                  <a:pt x="57374" y="113130"/>
                </a:cubicBezTo>
                <a:cubicBezTo>
                  <a:pt x="57698" y="113005"/>
                  <a:pt x="57996" y="112881"/>
                  <a:pt x="58345" y="112756"/>
                </a:cubicBezTo>
                <a:lnTo>
                  <a:pt x="58519" y="112682"/>
                </a:lnTo>
                <a:cubicBezTo>
                  <a:pt x="59316" y="112408"/>
                  <a:pt x="60212" y="112059"/>
                  <a:pt x="60983" y="111736"/>
                </a:cubicBezTo>
                <a:cubicBezTo>
                  <a:pt x="63224" y="110815"/>
                  <a:pt x="64717" y="110068"/>
                  <a:pt x="68550" y="108077"/>
                </a:cubicBezTo>
                <a:cubicBezTo>
                  <a:pt x="68824" y="107928"/>
                  <a:pt x="69197" y="107753"/>
                  <a:pt x="69571" y="107529"/>
                </a:cubicBezTo>
                <a:cubicBezTo>
                  <a:pt x="70069" y="107256"/>
                  <a:pt x="70641" y="106932"/>
                  <a:pt x="71214" y="106559"/>
                </a:cubicBezTo>
                <a:cubicBezTo>
                  <a:pt x="73006" y="105513"/>
                  <a:pt x="75022" y="104219"/>
                  <a:pt x="76491" y="103223"/>
                </a:cubicBezTo>
                <a:cubicBezTo>
                  <a:pt x="76565" y="103173"/>
                  <a:pt x="76690" y="103074"/>
                  <a:pt x="76789" y="103024"/>
                </a:cubicBezTo>
                <a:cubicBezTo>
                  <a:pt x="77188" y="102725"/>
                  <a:pt x="77561" y="102476"/>
                  <a:pt x="77934" y="102228"/>
                </a:cubicBezTo>
                <a:lnTo>
                  <a:pt x="78482" y="101854"/>
                </a:lnTo>
                <a:cubicBezTo>
                  <a:pt x="79677" y="101033"/>
                  <a:pt x="80896" y="100087"/>
                  <a:pt x="82041" y="99191"/>
                </a:cubicBezTo>
                <a:cubicBezTo>
                  <a:pt x="82091" y="99166"/>
                  <a:pt x="82141" y="99116"/>
                  <a:pt x="82216" y="99091"/>
                </a:cubicBezTo>
                <a:cubicBezTo>
                  <a:pt x="83336" y="98245"/>
                  <a:pt x="84754" y="97050"/>
                  <a:pt x="85725" y="96229"/>
                </a:cubicBezTo>
                <a:cubicBezTo>
                  <a:pt x="85750" y="96229"/>
                  <a:pt x="85750" y="96204"/>
                  <a:pt x="85775" y="96204"/>
                </a:cubicBezTo>
                <a:lnTo>
                  <a:pt x="85825" y="96179"/>
                </a:lnTo>
                <a:cubicBezTo>
                  <a:pt x="86347" y="95731"/>
                  <a:pt x="87020" y="95134"/>
                  <a:pt x="87741" y="94486"/>
                </a:cubicBezTo>
                <a:lnTo>
                  <a:pt x="87766" y="94462"/>
                </a:lnTo>
                <a:cubicBezTo>
                  <a:pt x="87866" y="94362"/>
                  <a:pt x="87965" y="94262"/>
                  <a:pt x="88090" y="94188"/>
                </a:cubicBezTo>
                <a:cubicBezTo>
                  <a:pt x="88712" y="93615"/>
                  <a:pt x="89309" y="93068"/>
                  <a:pt x="89882" y="92520"/>
                </a:cubicBezTo>
                <a:cubicBezTo>
                  <a:pt x="90006" y="92396"/>
                  <a:pt x="90131" y="92321"/>
                  <a:pt x="90255" y="92196"/>
                </a:cubicBezTo>
                <a:cubicBezTo>
                  <a:pt x="91201" y="91276"/>
                  <a:pt x="92048" y="90479"/>
                  <a:pt x="92545" y="89981"/>
                </a:cubicBezTo>
                <a:cubicBezTo>
                  <a:pt x="92744" y="89732"/>
                  <a:pt x="92993" y="89483"/>
                  <a:pt x="93242" y="89234"/>
                </a:cubicBezTo>
                <a:lnTo>
                  <a:pt x="93466" y="89010"/>
                </a:lnTo>
                <a:cubicBezTo>
                  <a:pt x="94213" y="88239"/>
                  <a:pt x="94985" y="87467"/>
                  <a:pt x="95607" y="86770"/>
                </a:cubicBezTo>
                <a:cubicBezTo>
                  <a:pt x="96080" y="86248"/>
                  <a:pt x="96478" y="85775"/>
                  <a:pt x="96851" y="85376"/>
                </a:cubicBezTo>
                <a:cubicBezTo>
                  <a:pt x="97175" y="85028"/>
                  <a:pt x="97424" y="84754"/>
                  <a:pt x="97673" y="84480"/>
                </a:cubicBezTo>
                <a:cubicBezTo>
                  <a:pt x="97797" y="84306"/>
                  <a:pt x="97922" y="84182"/>
                  <a:pt x="98021" y="84057"/>
                </a:cubicBezTo>
                <a:cubicBezTo>
                  <a:pt x="98196" y="83858"/>
                  <a:pt x="98395" y="83659"/>
                  <a:pt x="98544" y="83485"/>
                </a:cubicBezTo>
                <a:cubicBezTo>
                  <a:pt x="98818" y="83161"/>
                  <a:pt x="99092" y="82813"/>
                  <a:pt x="99390" y="82489"/>
                </a:cubicBezTo>
                <a:cubicBezTo>
                  <a:pt x="100013" y="81742"/>
                  <a:pt x="100436" y="81170"/>
                  <a:pt x="101207" y="80174"/>
                </a:cubicBezTo>
                <a:cubicBezTo>
                  <a:pt x="101257" y="80149"/>
                  <a:pt x="101282" y="80075"/>
                  <a:pt x="101307" y="80050"/>
                </a:cubicBezTo>
                <a:lnTo>
                  <a:pt x="101332" y="80025"/>
                </a:lnTo>
                <a:cubicBezTo>
                  <a:pt x="102203" y="78905"/>
                  <a:pt x="103199" y="77585"/>
                  <a:pt x="103896" y="76590"/>
                </a:cubicBezTo>
                <a:cubicBezTo>
                  <a:pt x="103945" y="76515"/>
                  <a:pt x="104045" y="76391"/>
                  <a:pt x="104120" y="76291"/>
                </a:cubicBezTo>
                <a:cubicBezTo>
                  <a:pt x="105663" y="74076"/>
                  <a:pt x="107107" y="71836"/>
                  <a:pt x="108401" y="69595"/>
                </a:cubicBezTo>
                <a:cubicBezTo>
                  <a:pt x="108401" y="69571"/>
                  <a:pt x="108426" y="69546"/>
                  <a:pt x="108476" y="69546"/>
                </a:cubicBezTo>
                <a:cubicBezTo>
                  <a:pt x="108525" y="69421"/>
                  <a:pt x="108675" y="69197"/>
                  <a:pt x="108849" y="68923"/>
                </a:cubicBezTo>
                <a:cubicBezTo>
                  <a:pt x="108899" y="68799"/>
                  <a:pt x="108998" y="68625"/>
                  <a:pt x="109098" y="68475"/>
                </a:cubicBezTo>
                <a:cubicBezTo>
                  <a:pt x="109347" y="68077"/>
                  <a:pt x="109621" y="67554"/>
                  <a:pt x="109919" y="66982"/>
                </a:cubicBezTo>
                <a:cubicBezTo>
                  <a:pt x="110118" y="66609"/>
                  <a:pt x="110342" y="66235"/>
                  <a:pt x="110542" y="65837"/>
                </a:cubicBezTo>
                <a:cubicBezTo>
                  <a:pt x="110766" y="65439"/>
                  <a:pt x="110990" y="65016"/>
                  <a:pt x="111164" y="64592"/>
                </a:cubicBezTo>
                <a:cubicBezTo>
                  <a:pt x="111288" y="64368"/>
                  <a:pt x="111388" y="64119"/>
                  <a:pt x="111512" y="63871"/>
                </a:cubicBezTo>
                <a:cubicBezTo>
                  <a:pt x="111836" y="63223"/>
                  <a:pt x="112135" y="62526"/>
                  <a:pt x="112458" y="61879"/>
                </a:cubicBezTo>
                <a:lnTo>
                  <a:pt x="112458" y="61854"/>
                </a:lnTo>
                <a:cubicBezTo>
                  <a:pt x="112458" y="61829"/>
                  <a:pt x="112483" y="61829"/>
                  <a:pt x="112483" y="61780"/>
                </a:cubicBezTo>
                <a:cubicBezTo>
                  <a:pt x="112632" y="61481"/>
                  <a:pt x="112757" y="61157"/>
                  <a:pt x="112881" y="60859"/>
                </a:cubicBezTo>
                <a:cubicBezTo>
                  <a:pt x="113504" y="59415"/>
                  <a:pt x="114076" y="58046"/>
                  <a:pt x="114524" y="56752"/>
                </a:cubicBezTo>
                <a:cubicBezTo>
                  <a:pt x="114574" y="56627"/>
                  <a:pt x="114599" y="56528"/>
                  <a:pt x="114649" y="56428"/>
                </a:cubicBezTo>
                <a:lnTo>
                  <a:pt x="115221" y="54860"/>
                </a:lnTo>
                <a:cubicBezTo>
                  <a:pt x="115246" y="54785"/>
                  <a:pt x="115271" y="54686"/>
                  <a:pt x="115271" y="54636"/>
                </a:cubicBezTo>
                <a:cubicBezTo>
                  <a:pt x="115470" y="54138"/>
                  <a:pt x="115619" y="53541"/>
                  <a:pt x="115819" y="52993"/>
                </a:cubicBezTo>
                <a:cubicBezTo>
                  <a:pt x="116117" y="51948"/>
                  <a:pt x="116391" y="50952"/>
                  <a:pt x="116615" y="50056"/>
                </a:cubicBezTo>
                <a:cubicBezTo>
                  <a:pt x="116839" y="49185"/>
                  <a:pt x="117063" y="48189"/>
                  <a:pt x="117212" y="47393"/>
                </a:cubicBezTo>
                <a:lnTo>
                  <a:pt x="117312" y="46920"/>
                </a:lnTo>
                <a:lnTo>
                  <a:pt x="117312" y="46895"/>
                </a:lnTo>
                <a:cubicBezTo>
                  <a:pt x="117586" y="45401"/>
                  <a:pt x="117735" y="44207"/>
                  <a:pt x="117835" y="43360"/>
                </a:cubicBezTo>
                <a:cubicBezTo>
                  <a:pt x="117860" y="43037"/>
                  <a:pt x="117934" y="42663"/>
                  <a:pt x="117959" y="42315"/>
                </a:cubicBezTo>
                <a:cubicBezTo>
                  <a:pt x="117959" y="42215"/>
                  <a:pt x="117984" y="42116"/>
                  <a:pt x="117984" y="42066"/>
                </a:cubicBezTo>
                <a:cubicBezTo>
                  <a:pt x="118084" y="41120"/>
                  <a:pt x="118183" y="39950"/>
                  <a:pt x="118183" y="38980"/>
                </a:cubicBezTo>
                <a:lnTo>
                  <a:pt x="118183" y="38731"/>
                </a:lnTo>
                <a:cubicBezTo>
                  <a:pt x="118308" y="37113"/>
                  <a:pt x="118283" y="36167"/>
                  <a:pt x="118283" y="36117"/>
                </a:cubicBezTo>
                <a:cubicBezTo>
                  <a:pt x="118233" y="35818"/>
                  <a:pt x="118233" y="35445"/>
                  <a:pt x="118208" y="35072"/>
                </a:cubicBezTo>
                <a:cubicBezTo>
                  <a:pt x="118183" y="34474"/>
                  <a:pt x="118158" y="33927"/>
                  <a:pt x="118109" y="33429"/>
                </a:cubicBezTo>
                <a:cubicBezTo>
                  <a:pt x="118084" y="33105"/>
                  <a:pt x="117984" y="31836"/>
                  <a:pt x="117660" y="29994"/>
                </a:cubicBezTo>
                <a:cubicBezTo>
                  <a:pt x="117586" y="29571"/>
                  <a:pt x="117486" y="29098"/>
                  <a:pt x="117362" y="28600"/>
                </a:cubicBezTo>
                <a:cubicBezTo>
                  <a:pt x="117287" y="28127"/>
                  <a:pt x="117163" y="27654"/>
                  <a:pt x="117038" y="27156"/>
                </a:cubicBezTo>
                <a:lnTo>
                  <a:pt x="116964" y="26957"/>
                </a:lnTo>
                <a:cubicBezTo>
                  <a:pt x="116715" y="26111"/>
                  <a:pt x="116441" y="25115"/>
                  <a:pt x="116043" y="23921"/>
                </a:cubicBezTo>
                <a:cubicBezTo>
                  <a:pt x="115918" y="23597"/>
                  <a:pt x="115819" y="23273"/>
                  <a:pt x="115694" y="23000"/>
                </a:cubicBezTo>
                <a:cubicBezTo>
                  <a:pt x="115445" y="22352"/>
                  <a:pt x="114798" y="20660"/>
                  <a:pt x="114126" y="19440"/>
                </a:cubicBezTo>
                <a:cubicBezTo>
                  <a:pt x="112732" y="16677"/>
                  <a:pt x="111214" y="14661"/>
                  <a:pt x="111189" y="14661"/>
                </a:cubicBezTo>
                <a:cubicBezTo>
                  <a:pt x="110318" y="13441"/>
                  <a:pt x="109073" y="12048"/>
                  <a:pt x="108227" y="11127"/>
                </a:cubicBezTo>
                <a:cubicBezTo>
                  <a:pt x="108127" y="11052"/>
                  <a:pt x="108077" y="10952"/>
                  <a:pt x="107978" y="10853"/>
                </a:cubicBezTo>
                <a:cubicBezTo>
                  <a:pt x="107953" y="10828"/>
                  <a:pt x="107878" y="10803"/>
                  <a:pt x="107853" y="10728"/>
                </a:cubicBezTo>
                <a:cubicBezTo>
                  <a:pt x="107480" y="10330"/>
                  <a:pt x="107007" y="9932"/>
                  <a:pt x="106609" y="9558"/>
                </a:cubicBezTo>
                <a:cubicBezTo>
                  <a:pt x="106410" y="9409"/>
                  <a:pt x="106260" y="9235"/>
                  <a:pt x="106111" y="9110"/>
                </a:cubicBezTo>
                <a:cubicBezTo>
                  <a:pt x="105763" y="8812"/>
                  <a:pt x="105414" y="8563"/>
                  <a:pt x="105115" y="8289"/>
                </a:cubicBezTo>
                <a:cubicBezTo>
                  <a:pt x="105016" y="8214"/>
                  <a:pt x="104916" y="8115"/>
                  <a:pt x="104842" y="8065"/>
                </a:cubicBezTo>
                <a:cubicBezTo>
                  <a:pt x="104269" y="7617"/>
                  <a:pt x="103746" y="7219"/>
                  <a:pt x="103249" y="6870"/>
                </a:cubicBezTo>
                <a:cubicBezTo>
                  <a:pt x="103000" y="6696"/>
                  <a:pt x="102751" y="6522"/>
                  <a:pt x="102502" y="6347"/>
                </a:cubicBezTo>
                <a:cubicBezTo>
                  <a:pt x="102477" y="6347"/>
                  <a:pt x="102477" y="6323"/>
                  <a:pt x="102427" y="6323"/>
                </a:cubicBezTo>
                <a:cubicBezTo>
                  <a:pt x="101481" y="5700"/>
                  <a:pt x="100635" y="5178"/>
                  <a:pt x="99938" y="4779"/>
                </a:cubicBezTo>
                <a:cubicBezTo>
                  <a:pt x="99764" y="4705"/>
                  <a:pt x="99614" y="4605"/>
                  <a:pt x="99415" y="4506"/>
                </a:cubicBezTo>
                <a:cubicBezTo>
                  <a:pt x="99291" y="4456"/>
                  <a:pt x="99191" y="4381"/>
                  <a:pt x="99067" y="4331"/>
                </a:cubicBezTo>
                <a:cubicBezTo>
                  <a:pt x="98818" y="4207"/>
                  <a:pt x="98569" y="4082"/>
                  <a:pt x="98295" y="3958"/>
                </a:cubicBezTo>
                <a:cubicBezTo>
                  <a:pt x="98171" y="3883"/>
                  <a:pt x="98046" y="3833"/>
                  <a:pt x="97897" y="3759"/>
                </a:cubicBezTo>
                <a:cubicBezTo>
                  <a:pt x="97648" y="3634"/>
                  <a:pt x="97399" y="3535"/>
                  <a:pt x="97150" y="3410"/>
                </a:cubicBezTo>
                <a:cubicBezTo>
                  <a:pt x="97001" y="3361"/>
                  <a:pt x="96876" y="3286"/>
                  <a:pt x="96702" y="3236"/>
                </a:cubicBezTo>
                <a:cubicBezTo>
                  <a:pt x="96528" y="3137"/>
                  <a:pt x="96329" y="3087"/>
                  <a:pt x="96155" y="2987"/>
                </a:cubicBezTo>
                <a:cubicBezTo>
                  <a:pt x="95756" y="2838"/>
                  <a:pt x="95383" y="2664"/>
                  <a:pt x="95034" y="2539"/>
                </a:cubicBezTo>
                <a:cubicBezTo>
                  <a:pt x="95010" y="2539"/>
                  <a:pt x="95010" y="2514"/>
                  <a:pt x="94960" y="2514"/>
                </a:cubicBezTo>
                <a:cubicBezTo>
                  <a:pt x="94835" y="2464"/>
                  <a:pt x="94711" y="2415"/>
                  <a:pt x="94586" y="2365"/>
                </a:cubicBezTo>
                <a:cubicBezTo>
                  <a:pt x="94188" y="2216"/>
                  <a:pt x="93790" y="2091"/>
                  <a:pt x="93417" y="1967"/>
                </a:cubicBezTo>
                <a:cubicBezTo>
                  <a:pt x="92944" y="1792"/>
                  <a:pt x="92471" y="1668"/>
                  <a:pt x="92048" y="1519"/>
                </a:cubicBezTo>
                <a:cubicBezTo>
                  <a:pt x="92023" y="1519"/>
                  <a:pt x="91973" y="1494"/>
                  <a:pt x="91948" y="1494"/>
                </a:cubicBezTo>
                <a:cubicBezTo>
                  <a:pt x="91052" y="1220"/>
                  <a:pt x="89932" y="996"/>
                  <a:pt x="88861" y="772"/>
                </a:cubicBezTo>
                <a:cubicBezTo>
                  <a:pt x="88737" y="747"/>
                  <a:pt x="88662" y="747"/>
                  <a:pt x="88538" y="722"/>
                </a:cubicBezTo>
                <a:lnTo>
                  <a:pt x="88463" y="722"/>
                </a:lnTo>
                <a:cubicBezTo>
                  <a:pt x="88413" y="722"/>
                  <a:pt x="88364" y="672"/>
                  <a:pt x="88314" y="672"/>
                </a:cubicBezTo>
                <a:cubicBezTo>
                  <a:pt x="88189" y="647"/>
                  <a:pt x="88090" y="647"/>
                  <a:pt x="87965" y="623"/>
                </a:cubicBezTo>
                <a:cubicBezTo>
                  <a:pt x="87368" y="523"/>
                  <a:pt x="86696" y="423"/>
                  <a:pt x="85999" y="349"/>
                </a:cubicBezTo>
                <a:cubicBezTo>
                  <a:pt x="85850" y="299"/>
                  <a:pt x="85700" y="299"/>
                  <a:pt x="85576" y="274"/>
                </a:cubicBezTo>
                <a:lnTo>
                  <a:pt x="85551" y="274"/>
                </a:lnTo>
                <a:lnTo>
                  <a:pt x="84954" y="224"/>
                </a:lnTo>
                <a:cubicBezTo>
                  <a:pt x="83734" y="50"/>
                  <a:pt x="82141" y="0"/>
                  <a:pt x="8064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72" name="Shape 7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3" name="Google Shape;773;p36"/>
          <p:cNvSpPr txBox="1"/>
          <p:nvPr>
            <p:ph type="title"/>
          </p:nvPr>
        </p:nvSpPr>
        <p:spPr>
          <a:xfrm>
            <a:off x="976500" y="1344250"/>
            <a:ext cx="3595500" cy="2549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800"/>
              <a:t>Iraq Invasion</a:t>
            </a:r>
            <a:endParaRPr sz="2800"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800"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800"/>
              <a:t>9/11 Attacks</a:t>
            </a:r>
            <a:endParaRPr sz="28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800"/>
          </a:p>
        </p:txBody>
      </p:sp>
      <p:sp>
        <p:nvSpPr>
          <p:cNvPr id="774" name="Google Shape;774;p36"/>
          <p:cNvSpPr txBox="1"/>
          <p:nvPr>
            <p:ph type="title"/>
          </p:nvPr>
        </p:nvSpPr>
        <p:spPr>
          <a:xfrm>
            <a:off x="4572000" y="1344250"/>
            <a:ext cx="3595500" cy="2549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800"/>
              <a:t>Pearl Harbor</a:t>
            </a:r>
            <a:endParaRPr sz="2800"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800"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800"/>
              <a:t>Cuban</a:t>
            </a:r>
            <a:r>
              <a:rPr lang="en" sz="2800"/>
              <a:t> </a:t>
            </a:r>
            <a:r>
              <a:rPr lang="en" sz="2800"/>
              <a:t>Missile</a:t>
            </a:r>
            <a:r>
              <a:rPr lang="en" sz="2800"/>
              <a:t> </a:t>
            </a:r>
            <a:r>
              <a:rPr lang="en" sz="2800"/>
              <a:t>Crisis</a:t>
            </a:r>
            <a:endParaRPr sz="2800"/>
          </a:p>
        </p:txBody>
      </p:sp>
      <p:sp>
        <p:nvSpPr>
          <p:cNvPr id="775" name="Google Shape;775;p36"/>
          <p:cNvSpPr txBox="1"/>
          <p:nvPr>
            <p:ph idx="4294967295" type="title"/>
          </p:nvPr>
        </p:nvSpPr>
        <p:spPr>
          <a:xfrm>
            <a:off x="1611000" y="162700"/>
            <a:ext cx="5922000" cy="1083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4500">
                <a:solidFill>
                  <a:schemeClr val="lt2"/>
                </a:solidFill>
              </a:rPr>
              <a:t>Case Studies</a:t>
            </a:r>
            <a:endParaRPr sz="4500">
              <a:solidFill>
                <a:schemeClr val="lt2"/>
              </a:solidFill>
            </a:endParaRPr>
          </a:p>
        </p:txBody>
      </p:sp>
      <p:sp>
        <p:nvSpPr>
          <p:cNvPr id="776" name="Google Shape;776;p36"/>
          <p:cNvSpPr txBox="1"/>
          <p:nvPr>
            <p:ph type="title"/>
          </p:nvPr>
        </p:nvSpPr>
        <p:spPr>
          <a:xfrm>
            <a:off x="2774250" y="3226925"/>
            <a:ext cx="3595500" cy="1083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800"/>
              <a:t>Russia-Ukraine War</a:t>
            </a:r>
            <a:endParaRPr sz="2800"/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80" name="Shape 7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1" name="Google Shape;781;p37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Case Studies 1-2</a:t>
            </a:r>
            <a:endParaRPr/>
          </a:p>
        </p:txBody>
      </p:sp>
      <p:pic>
        <p:nvPicPr>
          <p:cNvPr id="782" name="Google Shape;782;p37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16925" y="1472325"/>
            <a:ext cx="4364861" cy="2161450"/>
          </a:xfrm>
          <a:prstGeom prst="rect">
            <a:avLst/>
          </a:prstGeom>
          <a:noFill/>
          <a:ln>
            <a:noFill/>
          </a:ln>
        </p:spPr>
      </p:pic>
      <p:pic>
        <p:nvPicPr>
          <p:cNvPr id="783" name="Google Shape;783;p37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4481775" y="1472350"/>
            <a:ext cx="4364850" cy="2161407"/>
          </a:xfrm>
          <a:prstGeom prst="rect">
            <a:avLst/>
          </a:prstGeom>
          <a:noFill/>
          <a:ln>
            <a:noFill/>
          </a:ln>
        </p:spPr>
      </p:pic>
      <p:sp>
        <p:nvSpPr>
          <p:cNvPr id="784" name="Google Shape;784;p37"/>
          <p:cNvSpPr/>
          <p:nvPr/>
        </p:nvSpPr>
        <p:spPr>
          <a:xfrm>
            <a:off x="607200" y="1709675"/>
            <a:ext cx="112800" cy="108600"/>
          </a:xfrm>
          <a:prstGeom prst="ellipse">
            <a:avLst/>
          </a:prstGeom>
          <a:solidFill>
            <a:srgbClr val="FF0000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785" name="Google Shape;785;p37"/>
          <p:cNvSpPr/>
          <p:nvPr/>
        </p:nvSpPr>
        <p:spPr>
          <a:xfrm>
            <a:off x="5257175" y="1681500"/>
            <a:ext cx="112800" cy="108600"/>
          </a:xfrm>
          <a:prstGeom prst="ellipse">
            <a:avLst/>
          </a:prstGeom>
          <a:solidFill>
            <a:srgbClr val="FF0000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786" name="Google Shape;786;p37"/>
          <p:cNvSpPr txBox="1"/>
          <p:nvPr/>
        </p:nvSpPr>
        <p:spPr>
          <a:xfrm>
            <a:off x="720000" y="386825"/>
            <a:ext cx="1521900" cy="572700"/>
          </a:xfrm>
          <a:prstGeom prst="rect">
            <a:avLst/>
          </a:pr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0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rPr>
              <a:t>ONE MONTH MEASURING PERIOD</a:t>
            </a:r>
            <a:endParaRPr b="1" sz="1000">
              <a:solidFill>
                <a:schemeClr val="lt2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grpSp>
        <p:nvGrpSpPr>
          <p:cNvPr id="787" name="Google Shape;787;p37"/>
          <p:cNvGrpSpPr/>
          <p:nvPr/>
        </p:nvGrpSpPr>
        <p:grpSpPr>
          <a:xfrm>
            <a:off x="6902100" y="386825"/>
            <a:ext cx="1521900" cy="572700"/>
            <a:chOff x="6798325" y="160925"/>
            <a:chExt cx="1521900" cy="572700"/>
          </a:xfrm>
        </p:grpSpPr>
        <p:sp>
          <p:nvSpPr>
            <p:cNvPr id="788" name="Google Shape;788;p37"/>
            <p:cNvSpPr txBox="1"/>
            <p:nvPr/>
          </p:nvSpPr>
          <p:spPr>
            <a:xfrm>
              <a:off x="6798325" y="160925"/>
              <a:ext cx="1521900" cy="572700"/>
            </a:xfrm>
            <a:prstGeom prst="rect">
              <a:avLst/>
            </a:prstGeom>
            <a:noFill/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lang="en">
                  <a:solidFill>
                    <a:schemeClr val="lt2"/>
                  </a:solidFill>
                  <a:latin typeface="Inter"/>
                  <a:ea typeface="Inter"/>
                  <a:cs typeface="Inter"/>
                  <a:sym typeface="Inter"/>
                </a:rPr>
                <a:t>START DATE:</a:t>
              </a:r>
              <a:endParaRPr b="1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endParaRPr>
            </a:p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lang="en">
                  <a:solidFill>
                    <a:schemeClr val="lt2"/>
                  </a:solidFill>
                  <a:latin typeface="Inter"/>
                  <a:ea typeface="Inter"/>
                  <a:cs typeface="Inter"/>
                  <a:sym typeface="Inter"/>
                </a:rPr>
                <a:t>TREND: </a:t>
              </a:r>
              <a:endParaRPr b="1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endParaRPr>
            </a:p>
          </p:txBody>
        </p:sp>
        <p:cxnSp>
          <p:nvCxnSpPr>
            <p:cNvPr id="789" name="Google Shape;789;p37"/>
            <p:cNvCxnSpPr/>
            <p:nvPr/>
          </p:nvCxnSpPr>
          <p:spPr>
            <a:xfrm flipH="1" rot="10800000">
              <a:off x="7660400" y="565475"/>
              <a:ext cx="259200" cy="5700"/>
            </a:xfrm>
            <a:prstGeom prst="straightConnector1">
              <a:avLst/>
            </a:prstGeom>
            <a:noFill/>
            <a:ln cap="flat" cmpd="sng" w="28575">
              <a:solidFill>
                <a:srgbClr val="0000FF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790" name="Google Shape;790;p37"/>
            <p:cNvSpPr/>
            <p:nvPr/>
          </p:nvSpPr>
          <p:spPr>
            <a:xfrm>
              <a:off x="8082679" y="300675"/>
              <a:ext cx="112800" cy="108600"/>
            </a:xfrm>
            <a:prstGeom prst="ellipse">
              <a:avLst/>
            </a:prstGeom>
            <a:solidFill>
              <a:srgbClr val="FF0000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</p:grp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94" name="Shape 7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5" name="Google Shape;795;p38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Case Studies 3-5</a:t>
            </a:r>
            <a:endParaRPr/>
          </a:p>
        </p:txBody>
      </p:sp>
      <p:grpSp>
        <p:nvGrpSpPr>
          <p:cNvPr id="796" name="Google Shape;796;p38"/>
          <p:cNvGrpSpPr/>
          <p:nvPr/>
        </p:nvGrpSpPr>
        <p:grpSpPr>
          <a:xfrm>
            <a:off x="495113" y="1185025"/>
            <a:ext cx="8153769" cy="3776677"/>
            <a:chOff x="495113" y="1185025"/>
            <a:chExt cx="8153769" cy="3776677"/>
          </a:xfrm>
        </p:grpSpPr>
        <p:pic>
          <p:nvPicPr>
            <p:cNvPr id="797" name="Google Shape;797;p38"/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495113" y="1185025"/>
              <a:ext cx="4024377" cy="199284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98" name="Google Shape;798;p38"/>
            <p:cNvPicPr preferRelativeResize="0"/>
            <p:nvPr/>
          </p:nvPicPr>
          <p:blipFill>
            <a:blip r:embed="rId4">
              <a:alphaModFix/>
            </a:blip>
            <a:stretch>
              <a:fillRect/>
            </a:stretch>
          </p:blipFill>
          <p:spPr>
            <a:xfrm>
              <a:off x="4519494" y="1185025"/>
              <a:ext cx="4129387" cy="204485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99" name="Google Shape;799;p38"/>
            <p:cNvPicPr preferRelativeResize="0"/>
            <p:nvPr/>
          </p:nvPicPr>
          <p:blipFill>
            <a:blip r:embed="rId5">
              <a:alphaModFix/>
            </a:blip>
            <a:stretch>
              <a:fillRect/>
            </a:stretch>
          </p:blipFill>
          <p:spPr>
            <a:xfrm>
              <a:off x="2686425" y="3116101"/>
              <a:ext cx="3771149" cy="1845601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800" name="Google Shape;800;p38"/>
            <p:cNvSpPr/>
            <p:nvPr/>
          </p:nvSpPr>
          <p:spPr>
            <a:xfrm>
              <a:off x="1567129" y="1867275"/>
              <a:ext cx="112800" cy="108600"/>
            </a:xfrm>
            <a:prstGeom prst="ellipse">
              <a:avLst/>
            </a:prstGeom>
            <a:solidFill>
              <a:srgbClr val="FF0000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801" name="Google Shape;801;p38"/>
            <p:cNvSpPr/>
            <p:nvPr/>
          </p:nvSpPr>
          <p:spPr>
            <a:xfrm>
              <a:off x="3429986" y="3901291"/>
              <a:ext cx="112800" cy="108600"/>
            </a:xfrm>
            <a:prstGeom prst="ellipse">
              <a:avLst/>
            </a:prstGeom>
            <a:solidFill>
              <a:srgbClr val="FF0000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802" name="Google Shape;802;p38"/>
            <p:cNvSpPr/>
            <p:nvPr/>
          </p:nvSpPr>
          <p:spPr>
            <a:xfrm>
              <a:off x="5854640" y="2012617"/>
              <a:ext cx="112800" cy="108600"/>
            </a:xfrm>
            <a:prstGeom prst="ellipse">
              <a:avLst/>
            </a:prstGeom>
            <a:solidFill>
              <a:srgbClr val="FF0000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</p:grpSp>
      <p:sp>
        <p:nvSpPr>
          <p:cNvPr id="803" name="Google Shape;803;p38"/>
          <p:cNvSpPr txBox="1"/>
          <p:nvPr/>
        </p:nvSpPr>
        <p:spPr>
          <a:xfrm>
            <a:off x="720000" y="386825"/>
            <a:ext cx="1521900" cy="572700"/>
          </a:xfrm>
          <a:prstGeom prst="rect">
            <a:avLst/>
          </a:pr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0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rPr>
              <a:t>ONE MONTH MEASURING PERIOD</a:t>
            </a:r>
            <a:endParaRPr b="1" sz="1000">
              <a:solidFill>
                <a:schemeClr val="lt2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grpSp>
        <p:nvGrpSpPr>
          <p:cNvPr id="804" name="Google Shape;804;p38"/>
          <p:cNvGrpSpPr/>
          <p:nvPr/>
        </p:nvGrpSpPr>
        <p:grpSpPr>
          <a:xfrm>
            <a:off x="6902100" y="386825"/>
            <a:ext cx="1521900" cy="572700"/>
            <a:chOff x="6798325" y="160925"/>
            <a:chExt cx="1521900" cy="572700"/>
          </a:xfrm>
        </p:grpSpPr>
        <p:sp>
          <p:nvSpPr>
            <p:cNvPr id="805" name="Google Shape;805;p38"/>
            <p:cNvSpPr txBox="1"/>
            <p:nvPr/>
          </p:nvSpPr>
          <p:spPr>
            <a:xfrm>
              <a:off x="6798325" y="160925"/>
              <a:ext cx="1521900" cy="572700"/>
            </a:xfrm>
            <a:prstGeom prst="rect">
              <a:avLst/>
            </a:prstGeom>
            <a:noFill/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lang="en">
                  <a:solidFill>
                    <a:schemeClr val="lt2"/>
                  </a:solidFill>
                  <a:latin typeface="Inter"/>
                  <a:ea typeface="Inter"/>
                  <a:cs typeface="Inter"/>
                  <a:sym typeface="Inter"/>
                </a:rPr>
                <a:t>START DATE:</a:t>
              </a:r>
              <a:endParaRPr b="1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endParaRPr>
            </a:p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lang="en">
                  <a:solidFill>
                    <a:schemeClr val="lt2"/>
                  </a:solidFill>
                  <a:latin typeface="Inter"/>
                  <a:ea typeface="Inter"/>
                  <a:cs typeface="Inter"/>
                  <a:sym typeface="Inter"/>
                </a:rPr>
                <a:t>TREND: </a:t>
              </a:r>
              <a:endParaRPr b="1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endParaRPr>
            </a:p>
          </p:txBody>
        </p:sp>
        <p:cxnSp>
          <p:nvCxnSpPr>
            <p:cNvPr id="806" name="Google Shape;806;p38"/>
            <p:cNvCxnSpPr/>
            <p:nvPr/>
          </p:nvCxnSpPr>
          <p:spPr>
            <a:xfrm flipH="1" rot="10800000">
              <a:off x="7660400" y="565475"/>
              <a:ext cx="259200" cy="5700"/>
            </a:xfrm>
            <a:prstGeom prst="straightConnector1">
              <a:avLst/>
            </a:prstGeom>
            <a:noFill/>
            <a:ln cap="flat" cmpd="sng" w="28575">
              <a:solidFill>
                <a:srgbClr val="0000FF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807" name="Google Shape;807;p38"/>
            <p:cNvSpPr/>
            <p:nvPr/>
          </p:nvSpPr>
          <p:spPr>
            <a:xfrm>
              <a:off x="8082679" y="300675"/>
              <a:ext cx="112800" cy="108600"/>
            </a:xfrm>
            <a:prstGeom prst="ellipse">
              <a:avLst/>
            </a:prstGeom>
            <a:solidFill>
              <a:srgbClr val="FF0000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</p:grp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11" name="Shape 8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2" name="Google Shape;812;p39"/>
          <p:cNvSpPr txBox="1"/>
          <p:nvPr>
            <p:ph type="title"/>
          </p:nvPr>
        </p:nvSpPr>
        <p:spPr>
          <a:xfrm>
            <a:off x="3239225" y="755700"/>
            <a:ext cx="4770600" cy="3632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/>
              <a:t>Is investing in defense worth it? Which of Lockheed Martin, Raytheon, Northrop Grumman, and General Dynamics has the highest cumulative return since 2000, and have defense companies outperformed the S&amp;P 500?</a:t>
            </a:r>
            <a:endParaRPr sz="2000"/>
          </a:p>
        </p:txBody>
      </p:sp>
      <p:sp>
        <p:nvSpPr>
          <p:cNvPr id="813" name="Google Shape;813;p39"/>
          <p:cNvSpPr txBox="1"/>
          <p:nvPr>
            <p:ph idx="2" type="title"/>
          </p:nvPr>
        </p:nvSpPr>
        <p:spPr>
          <a:xfrm>
            <a:off x="1227150" y="754863"/>
            <a:ext cx="2076000" cy="1083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02</a:t>
            </a:r>
            <a:endParaRPr/>
          </a:p>
        </p:txBody>
      </p:sp>
      <p:sp>
        <p:nvSpPr>
          <p:cNvPr id="814" name="Google Shape;814;p39"/>
          <p:cNvSpPr/>
          <p:nvPr/>
        </p:nvSpPr>
        <p:spPr>
          <a:xfrm rot="1913091">
            <a:off x="-904286" y="2414166"/>
            <a:ext cx="3710747" cy="3662319"/>
          </a:xfrm>
          <a:custGeom>
            <a:rect b="b" l="l" r="r" t="t"/>
            <a:pathLst>
              <a:path extrusionOk="0" h="116764" w="118308">
                <a:moveTo>
                  <a:pt x="85119" y="611"/>
                </a:moveTo>
                <a:cubicBezTo>
                  <a:pt x="85338" y="611"/>
                  <a:pt x="85543" y="623"/>
                  <a:pt x="85725" y="623"/>
                </a:cubicBezTo>
                <a:lnTo>
                  <a:pt x="85850" y="623"/>
                </a:lnTo>
                <a:lnTo>
                  <a:pt x="86596" y="722"/>
                </a:lnTo>
                <a:cubicBezTo>
                  <a:pt x="87119" y="772"/>
                  <a:pt x="87642" y="871"/>
                  <a:pt x="88214" y="971"/>
                </a:cubicBezTo>
                <a:cubicBezTo>
                  <a:pt x="88314" y="996"/>
                  <a:pt x="88389" y="996"/>
                  <a:pt x="88488" y="1021"/>
                </a:cubicBezTo>
                <a:cubicBezTo>
                  <a:pt x="88861" y="1095"/>
                  <a:pt x="89260" y="1195"/>
                  <a:pt x="89633" y="1270"/>
                </a:cubicBezTo>
                <a:cubicBezTo>
                  <a:pt x="89807" y="1320"/>
                  <a:pt x="89982" y="1369"/>
                  <a:pt x="90131" y="1394"/>
                </a:cubicBezTo>
                <a:cubicBezTo>
                  <a:pt x="90230" y="1444"/>
                  <a:pt x="90305" y="1469"/>
                  <a:pt x="90380" y="1469"/>
                </a:cubicBezTo>
                <a:cubicBezTo>
                  <a:pt x="90547" y="1493"/>
                  <a:pt x="90691" y="1562"/>
                  <a:pt x="90812" y="1590"/>
                </a:cubicBezTo>
                <a:lnTo>
                  <a:pt x="90812" y="1590"/>
                </a:lnTo>
                <a:cubicBezTo>
                  <a:pt x="90120" y="1441"/>
                  <a:pt x="89428" y="1269"/>
                  <a:pt x="88712" y="1145"/>
                </a:cubicBezTo>
                <a:cubicBezTo>
                  <a:pt x="88637" y="1145"/>
                  <a:pt x="88563" y="1120"/>
                  <a:pt x="88488" y="1120"/>
                </a:cubicBezTo>
                <a:lnTo>
                  <a:pt x="87940" y="1021"/>
                </a:lnTo>
                <a:cubicBezTo>
                  <a:pt x="87219" y="896"/>
                  <a:pt x="86273" y="772"/>
                  <a:pt x="85451" y="697"/>
                </a:cubicBezTo>
                <a:lnTo>
                  <a:pt x="84904" y="623"/>
                </a:lnTo>
                <a:lnTo>
                  <a:pt x="84779" y="623"/>
                </a:lnTo>
                <a:cubicBezTo>
                  <a:pt x="84895" y="614"/>
                  <a:pt x="85009" y="611"/>
                  <a:pt x="85119" y="611"/>
                </a:cubicBezTo>
                <a:close/>
                <a:moveTo>
                  <a:pt x="81195" y="573"/>
                </a:moveTo>
                <a:cubicBezTo>
                  <a:pt x="81693" y="573"/>
                  <a:pt x="82216" y="598"/>
                  <a:pt x="82713" y="598"/>
                </a:cubicBezTo>
                <a:cubicBezTo>
                  <a:pt x="79726" y="598"/>
                  <a:pt x="76590" y="971"/>
                  <a:pt x="73304" y="1718"/>
                </a:cubicBezTo>
                <a:cubicBezTo>
                  <a:pt x="73155" y="1718"/>
                  <a:pt x="72981" y="1718"/>
                  <a:pt x="72807" y="1743"/>
                </a:cubicBezTo>
                <a:cubicBezTo>
                  <a:pt x="75744" y="1071"/>
                  <a:pt x="78532" y="697"/>
                  <a:pt x="81195" y="573"/>
                </a:cubicBezTo>
                <a:close/>
                <a:moveTo>
                  <a:pt x="80996" y="349"/>
                </a:moveTo>
                <a:cubicBezTo>
                  <a:pt x="81245" y="349"/>
                  <a:pt x="81469" y="349"/>
                  <a:pt x="81718" y="374"/>
                </a:cubicBezTo>
                <a:cubicBezTo>
                  <a:pt x="81568" y="374"/>
                  <a:pt x="81369" y="374"/>
                  <a:pt x="81220" y="399"/>
                </a:cubicBezTo>
                <a:lnTo>
                  <a:pt x="80747" y="399"/>
                </a:lnTo>
                <a:cubicBezTo>
                  <a:pt x="80025" y="399"/>
                  <a:pt x="79378" y="423"/>
                  <a:pt x="78781" y="473"/>
                </a:cubicBezTo>
                <a:cubicBezTo>
                  <a:pt x="77113" y="548"/>
                  <a:pt x="74997" y="747"/>
                  <a:pt x="73504" y="921"/>
                </a:cubicBezTo>
                <a:cubicBezTo>
                  <a:pt x="72309" y="1095"/>
                  <a:pt x="70790" y="1369"/>
                  <a:pt x="70019" y="1519"/>
                </a:cubicBezTo>
                <a:cubicBezTo>
                  <a:pt x="69397" y="1643"/>
                  <a:pt x="68799" y="1768"/>
                  <a:pt x="68202" y="1917"/>
                </a:cubicBezTo>
                <a:lnTo>
                  <a:pt x="67903" y="1917"/>
                </a:lnTo>
                <a:cubicBezTo>
                  <a:pt x="68177" y="1817"/>
                  <a:pt x="68451" y="1743"/>
                  <a:pt x="68749" y="1693"/>
                </a:cubicBezTo>
                <a:lnTo>
                  <a:pt x="68799" y="1693"/>
                </a:lnTo>
                <a:cubicBezTo>
                  <a:pt x="70542" y="1270"/>
                  <a:pt x="72184" y="996"/>
                  <a:pt x="73678" y="797"/>
                </a:cubicBezTo>
                <a:cubicBezTo>
                  <a:pt x="75146" y="623"/>
                  <a:pt x="77113" y="473"/>
                  <a:pt x="78706" y="374"/>
                </a:cubicBezTo>
                <a:cubicBezTo>
                  <a:pt x="79204" y="349"/>
                  <a:pt x="79702" y="349"/>
                  <a:pt x="80125" y="349"/>
                </a:cubicBezTo>
                <a:close/>
                <a:moveTo>
                  <a:pt x="77586" y="697"/>
                </a:moveTo>
                <a:cubicBezTo>
                  <a:pt x="75669" y="946"/>
                  <a:pt x="73728" y="1320"/>
                  <a:pt x="71662" y="1817"/>
                </a:cubicBezTo>
                <a:cubicBezTo>
                  <a:pt x="71064" y="1867"/>
                  <a:pt x="70492" y="1942"/>
                  <a:pt x="69870" y="1992"/>
                </a:cubicBezTo>
                <a:cubicBezTo>
                  <a:pt x="69546" y="1942"/>
                  <a:pt x="69247" y="1892"/>
                  <a:pt x="68924" y="1892"/>
                </a:cubicBezTo>
                <a:cubicBezTo>
                  <a:pt x="69272" y="1817"/>
                  <a:pt x="69646" y="1743"/>
                  <a:pt x="70019" y="1693"/>
                </a:cubicBezTo>
                <a:cubicBezTo>
                  <a:pt x="70815" y="1519"/>
                  <a:pt x="72309" y="1220"/>
                  <a:pt x="73504" y="1095"/>
                </a:cubicBezTo>
                <a:cubicBezTo>
                  <a:pt x="74649" y="946"/>
                  <a:pt x="76167" y="822"/>
                  <a:pt x="77586" y="697"/>
                </a:cubicBezTo>
                <a:close/>
                <a:moveTo>
                  <a:pt x="72284" y="1942"/>
                </a:moveTo>
                <a:cubicBezTo>
                  <a:pt x="72184" y="1967"/>
                  <a:pt x="72035" y="1992"/>
                  <a:pt x="71911" y="2016"/>
                </a:cubicBezTo>
                <a:cubicBezTo>
                  <a:pt x="71736" y="2016"/>
                  <a:pt x="71537" y="2066"/>
                  <a:pt x="71363" y="2066"/>
                </a:cubicBezTo>
                <a:cubicBezTo>
                  <a:pt x="71463" y="2016"/>
                  <a:pt x="71562" y="1992"/>
                  <a:pt x="71687" y="1967"/>
                </a:cubicBezTo>
                <a:cubicBezTo>
                  <a:pt x="71886" y="1942"/>
                  <a:pt x="72110" y="1942"/>
                  <a:pt x="72284" y="1942"/>
                </a:cubicBezTo>
                <a:close/>
                <a:moveTo>
                  <a:pt x="68508" y="2070"/>
                </a:moveTo>
                <a:cubicBezTo>
                  <a:pt x="68737" y="2070"/>
                  <a:pt x="68967" y="2099"/>
                  <a:pt x="69173" y="2116"/>
                </a:cubicBezTo>
                <a:cubicBezTo>
                  <a:pt x="69073" y="2116"/>
                  <a:pt x="68973" y="2141"/>
                  <a:pt x="68874" y="2141"/>
                </a:cubicBezTo>
                <a:cubicBezTo>
                  <a:pt x="68712" y="2128"/>
                  <a:pt x="68557" y="2122"/>
                  <a:pt x="68401" y="2122"/>
                </a:cubicBezTo>
                <a:cubicBezTo>
                  <a:pt x="68245" y="2122"/>
                  <a:pt x="68090" y="2128"/>
                  <a:pt x="67928" y="2141"/>
                </a:cubicBezTo>
                <a:cubicBezTo>
                  <a:pt x="68028" y="2116"/>
                  <a:pt x="68127" y="2116"/>
                  <a:pt x="68202" y="2091"/>
                </a:cubicBezTo>
                <a:cubicBezTo>
                  <a:pt x="68302" y="2076"/>
                  <a:pt x="68405" y="2070"/>
                  <a:pt x="68508" y="2070"/>
                </a:cubicBezTo>
                <a:close/>
                <a:moveTo>
                  <a:pt x="69870" y="2166"/>
                </a:moveTo>
                <a:cubicBezTo>
                  <a:pt x="69919" y="2216"/>
                  <a:pt x="70019" y="2216"/>
                  <a:pt x="70069" y="2216"/>
                </a:cubicBezTo>
                <a:cubicBezTo>
                  <a:pt x="70019" y="2216"/>
                  <a:pt x="69919" y="2240"/>
                  <a:pt x="69870" y="2240"/>
                </a:cubicBezTo>
                <a:cubicBezTo>
                  <a:pt x="69795" y="2240"/>
                  <a:pt x="69695" y="2216"/>
                  <a:pt x="69646" y="2216"/>
                </a:cubicBezTo>
                <a:cubicBezTo>
                  <a:pt x="69695" y="2216"/>
                  <a:pt x="69795" y="2166"/>
                  <a:pt x="69870" y="2166"/>
                </a:cubicBezTo>
                <a:close/>
                <a:moveTo>
                  <a:pt x="70691" y="2340"/>
                </a:moveTo>
                <a:cubicBezTo>
                  <a:pt x="70666" y="2340"/>
                  <a:pt x="70591" y="2365"/>
                  <a:pt x="70566" y="2365"/>
                </a:cubicBezTo>
                <a:cubicBezTo>
                  <a:pt x="70558" y="2365"/>
                  <a:pt x="70547" y="2362"/>
                  <a:pt x="70535" y="2359"/>
                </a:cubicBezTo>
                <a:lnTo>
                  <a:pt x="70535" y="2359"/>
                </a:lnTo>
                <a:cubicBezTo>
                  <a:pt x="70537" y="2359"/>
                  <a:pt x="70539" y="2359"/>
                  <a:pt x="70542" y="2359"/>
                </a:cubicBezTo>
                <a:cubicBezTo>
                  <a:pt x="70573" y="2359"/>
                  <a:pt x="70604" y="2352"/>
                  <a:pt x="70641" y="2340"/>
                </a:cubicBezTo>
                <a:close/>
                <a:moveTo>
                  <a:pt x="67057" y="2141"/>
                </a:moveTo>
                <a:cubicBezTo>
                  <a:pt x="66310" y="2340"/>
                  <a:pt x="65663" y="2514"/>
                  <a:pt x="65041" y="2713"/>
                </a:cubicBezTo>
                <a:cubicBezTo>
                  <a:pt x="65140" y="2664"/>
                  <a:pt x="65190" y="2639"/>
                  <a:pt x="65290" y="2614"/>
                </a:cubicBezTo>
                <a:cubicBezTo>
                  <a:pt x="65314" y="2614"/>
                  <a:pt x="65339" y="2589"/>
                  <a:pt x="65389" y="2589"/>
                </a:cubicBezTo>
                <a:cubicBezTo>
                  <a:pt x="65762" y="2464"/>
                  <a:pt x="66136" y="2340"/>
                  <a:pt x="66509" y="2240"/>
                </a:cubicBezTo>
                <a:cubicBezTo>
                  <a:pt x="66559" y="2240"/>
                  <a:pt x="66634" y="2216"/>
                  <a:pt x="66683" y="2216"/>
                </a:cubicBezTo>
                <a:lnTo>
                  <a:pt x="66708" y="2216"/>
                </a:lnTo>
                <a:cubicBezTo>
                  <a:pt x="66833" y="2166"/>
                  <a:pt x="66932" y="2166"/>
                  <a:pt x="67057" y="2141"/>
                </a:cubicBezTo>
                <a:close/>
                <a:moveTo>
                  <a:pt x="67729" y="2340"/>
                </a:moveTo>
                <a:cubicBezTo>
                  <a:pt x="67007" y="2464"/>
                  <a:pt x="66211" y="2639"/>
                  <a:pt x="65439" y="2838"/>
                </a:cubicBezTo>
                <a:cubicBezTo>
                  <a:pt x="65812" y="2713"/>
                  <a:pt x="66161" y="2589"/>
                  <a:pt x="66559" y="2514"/>
                </a:cubicBezTo>
                <a:cubicBezTo>
                  <a:pt x="66932" y="2440"/>
                  <a:pt x="67331" y="2365"/>
                  <a:pt x="67729" y="2340"/>
                </a:cubicBezTo>
                <a:close/>
                <a:moveTo>
                  <a:pt x="82881" y="760"/>
                </a:moveTo>
                <a:cubicBezTo>
                  <a:pt x="84830" y="760"/>
                  <a:pt x="86687" y="922"/>
                  <a:pt x="88438" y="1245"/>
                </a:cubicBezTo>
                <a:cubicBezTo>
                  <a:pt x="88538" y="1270"/>
                  <a:pt x="88613" y="1270"/>
                  <a:pt x="88712" y="1320"/>
                </a:cubicBezTo>
                <a:cubicBezTo>
                  <a:pt x="89135" y="1394"/>
                  <a:pt x="89608" y="1494"/>
                  <a:pt x="90006" y="1618"/>
                </a:cubicBezTo>
                <a:cubicBezTo>
                  <a:pt x="89795" y="1606"/>
                  <a:pt x="89577" y="1600"/>
                  <a:pt x="89356" y="1600"/>
                </a:cubicBezTo>
                <a:cubicBezTo>
                  <a:pt x="89135" y="1600"/>
                  <a:pt x="88911" y="1606"/>
                  <a:pt x="88687" y="1618"/>
                </a:cubicBezTo>
                <a:cubicBezTo>
                  <a:pt x="86646" y="1718"/>
                  <a:pt x="84630" y="2191"/>
                  <a:pt x="82713" y="2987"/>
                </a:cubicBezTo>
                <a:cubicBezTo>
                  <a:pt x="80302" y="2136"/>
                  <a:pt x="77643" y="1689"/>
                  <a:pt x="74737" y="1689"/>
                </a:cubicBezTo>
                <a:cubicBezTo>
                  <a:pt x="74584" y="1689"/>
                  <a:pt x="74430" y="1690"/>
                  <a:pt x="74275" y="1693"/>
                </a:cubicBezTo>
                <a:cubicBezTo>
                  <a:pt x="77298" y="1071"/>
                  <a:pt x="80178" y="760"/>
                  <a:pt x="82881" y="760"/>
                </a:cubicBezTo>
                <a:close/>
                <a:moveTo>
                  <a:pt x="89362" y="1797"/>
                </a:moveTo>
                <a:cubicBezTo>
                  <a:pt x="89882" y="1797"/>
                  <a:pt x="90392" y="1832"/>
                  <a:pt x="90903" y="1867"/>
                </a:cubicBezTo>
                <a:cubicBezTo>
                  <a:pt x="91027" y="1867"/>
                  <a:pt x="91102" y="1892"/>
                  <a:pt x="91201" y="1942"/>
                </a:cubicBezTo>
                <a:cubicBezTo>
                  <a:pt x="90670" y="1875"/>
                  <a:pt x="90128" y="1842"/>
                  <a:pt x="89575" y="1842"/>
                </a:cubicBezTo>
                <a:cubicBezTo>
                  <a:pt x="89298" y="1842"/>
                  <a:pt x="89019" y="1851"/>
                  <a:pt x="88737" y="1867"/>
                </a:cubicBezTo>
                <a:cubicBezTo>
                  <a:pt x="86820" y="1967"/>
                  <a:pt x="84929" y="2390"/>
                  <a:pt x="83087" y="3112"/>
                </a:cubicBezTo>
                <a:cubicBezTo>
                  <a:pt x="83062" y="3112"/>
                  <a:pt x="83012" y="3087"/>
                  <a:pt x="82987" y="3087"/>
                </a:cubicBezTo>
                <a:cubicBezTo>
                  <a:pt x="84854" y="2340"/>
                  <a:pt x="86795" y="1892"/>
                  <a:pt x="88712" y="1817"/>
                </a:cubicBezTo>
                <a:cubicBezTo>
                  <a:pt x="88931" y="1803"/>
                  <a:pt x="89147" y="1797"/>
                  <a:pt x="89362" y="1797"/>
                </a:cubicBezTo>
                <a:close/>
                <a:moveTo>
                  <a:pt x="74489" y="1870"/>
                </a:moveTo>
                <a:cubicBezTo>
                  <a:pt x="77392" y="1870"/>
                  <a:pt x="80073" y="2278"/>
                  <a:pt x="82464" y="3112"/>
                </a:cubicBezTo>
                <a:cubicBezTo>
                  <a:pt x="82464" y="3112"/>
                  <a:pt x="82440" y="3137"/>
                  <a:pt x="82390" y="3137"/>
                </a:cubicBezTo>
                <a:cubicBezTo>
                  <a:pt x="80063" y="2319"/>
                  <a:pt x="77437" y="1925"/>
                  <a:pt x="74599" y="1925"/>
                </a:cubicBezTo>
                <a:cubicBezTo>
                  <a:pt x="74067" y="1925"/>
                  <a:pt x="73527" y="1939"/>
                  <a:pt x="72981" y="1967"/>
                </a:cubicBezTo>
                <a:cubicBezTo>
                  <a:pt x="73080" y="1917"/>
                  <a:pt x="73180" y="1892"/>
                  <a:pt x="73304" y="1892"/>
                </a:cubicBezTo>
                <a:cubicBezTo>
                  <a:pt x="73703" y="1877"/>
                  <a:pt x="74098" y="1870"/>
                  <a:pt x="74489" y="1870"/>
                </a:cubicBezTo>
                <a:close/>
                <a:moveTo>
                  <a:pt x="82763" y="3211"/>
                </a:moveTo>
                <a:cubicBezTo>
                  <a:pt x="82813" y="3211"/>
                  <a:pt x="82838" y="3236"/>
                  <a:pt x="82863" y="3236"/>
                </a:cubicBezTo>
                <a:cubicBezTo>
                  <a:pt x="82838" y="3236"/>
                  <a:pt x="82813" y="3261"/>
                  <a:pt x="82763" y="3261"/>
                </a:cubicBezTo>
                <a:lnTo>
                  <a:pt x="82738" y="3261"/>
                </a:lnTo>
                <a:cubicBezTo>
                  <a:pt x="82713" y="3236"/>
                  <a:pt x="82688" y="3236"/>
                  <a:pt x="82688" y="3236"/>
                </a:cubicBezTo>
                <a:cubicBezTo>
                  <a:pt x="82713" y="3236"/>
                  <a:pt x="82738" y="3211"/>
                  <a:pt x="82763" y="3211"/>
                </a:cubicBezTo>
                <a:close/>
                <a:moveTo>
                  <a:pt x="68874" y="2340"/>
                </a:moveTo>
                <a:cubicBezTo>
                  <a:pt x="68949" y="2340"/>
                  <a:pt x="69048" y="2340"/>
                  <a:pt x="69173" y="2365"/>
                </a:cubicBezTo>
                <a:cubicBezTo>
                  <a:pt x="67555" y="2614"/>
                  <a:pt x="65912" y="2962"/>
                  <a:pt x="64219" y="3385"/>
                </a:cubicBezTo>
                <a:cubicBezTo>
                  <a:pt x="64294" y="3336"/>
                  <a:pt x="64393" y="3311"/>
                  <a:pt x="64468" y="3261"/>
                </a:cubicBezTo>
                <a:cubicBezTo>
                  <a:pt x="65962" y="2888"/>
                  <a:pt x="67430" y="2589"/>
                  <a:pt x="68874" y="2340"/>
                </a:cubicBezTo>
                <a:close/>
                <a:moveTo>
                  <a:pt x="93466" y="2315"/>
                </a:moveTo>
                <a:cubicBezTo>
                  <a:pt x="93541" y="2340"/>
                  <a:pt x="93591" y="2340"/>
                  <a:pt x="93665" y="2365"/>
                </a:cubicBezTo>
                <a:cubicBezTo>
                  <a:pt x="93790" y="2390"/>
                  <a:pt x="93914" y="2464"/>
                  <a:pt x="94064" y="2489"/>
                </a:cubicBezTo>
                <a:lnTo>
                  <a:pt x="94636" y="2664"/>
                </a:lnTo>
                <a:cubicBezTo>
                  <a:pt x="95034" y="2788"/>
                  <a:pt x="95408" y="2962"/>
                  <a:pt x="95781" y="3137"/>
                </a:cubicBezTo>
                <a:cubicBezTo>
                  <a:pt x="95831" y="3186"/>
                  <a:pt x="95906" y="3211"/>
                  <a:pt x="95931" y="3211"/>
                </a:cubicBezTo>
                <a:lnTo>
                  <a:pt x="96304" y="3385"/>
                </a:lnTo>
                <a:cubicBezTo>
                  <a:pt x="95308" y="2987"/>
                  <a:pt x="94412" y="2639"/>
                  <a:pt x="93566" y="2390"/>
                </a:cubicBezTo>
                <a:lnTo>
                  <a:pt x="93392" y="2315"/>
                </a:lnTo>
                <a:close/>
                <a:moveTo>
                  <a:pt x="63746" y="3460"/>
                </a:moveTo>
                <a:cubicBezTo>
                  <a:pt x="63697" y="3485"/>
                  <a:pt x="63647" y="3510"/>
                  <a:pt x="63572" y="3585"/>
                </a:cubicBezTo>
                <a:cubicBezTo>
                  <a:pt x="63522" y="3585"/>
                  <a:pt x="63448" y="3585"/>
                  <a:pt x="63373" y="3609"/>
                </a:cubicBezTo>
                <a:cubicBezTo>
                  <a:pt x="63448" y="3585"/>
                  <a:pt x="63473" y="3560"/>
                  <a:pt x="63547" y="3510"/>
                </a:cubicBezTo>
                <a:cubicBezTo>
                  <a:pt x="63597" y="3485"/>
                  <a:pt x="63696" y="3485"/>
                  <a:pt x="63746" y="3460"/>
                </a:cubicBezTo>
                <a:close/>
                <a:moveTo>
                  <a:pt x="64194" y="2888"/>
                </a:moveTo>
                <a:lnTo>
                  <a:pt x="64194" y="2888"/>
                </a:lnTo>
                <a:cubicBezTo>
                  <a:pt x="64169" y="2937"/>
                  <a:pt x="64095" y="2937"/>
                  <a:pt x="64070" y="2962"/>
                </a:cubicBezTo>
                <a:lnTo>
                  <a:pt x="64045" y="2962"/>
                </a:lnTo>
                <a:cubicBezTo>
                  <a:pt x="63995" y="2987"/>
                  <a:pt x="63970" y="2987"/>
                  <a:pt x="63921" y="3012"/>
                </a:cubicBezTo>
                <a:cubicBezTo>
                  <a:pt x="62651" y="3410"/>
                  <a:pt x="61805" y="3709"/>
                  <a:pt x="61606" y="3784"/>
                </a:cubicBezTo>
                <a:cubicBezTo>
                  <a:pt x="61207" y="3958"/>
                  <a:pt x="60809" y="4107"/>
                  <a:pt x="60436" y="4232"/>
                </a:cubicBezTo>
                <a:cubicBezTo>
                  <a:pt x="60183" y="4316"/>
                  <a:pt x="59918" y="4412"/>
                  <a:pt x="59643" y="4504"/>
                </a:cubicBezTo>
                <a:lnTo>
                  <a:pt x="59643" y="4504"/>
                </a:lnTo>
                <a:cubicBezTo>
                  <a:pt x="60223" y="4283"/>
                  <a:pt x="60869" y="4040"/>
                  <a:pt x="61606" y="3759"/>
                </a:cubicBezTo>
                <a:cubicBezTo>
                  <a:pt x="61680" y="3734"/>
                  <a:pt x="61855" y="3684"/>
                  <a:pt x="62103" y="3585"/>
                </a:cubicBezTo>
                <a:cubicBezTo>
                  <a:pt x="62651" y="3385"/>
                  <a:pt x="63348" y="3161"/>
                  <a:pt x="64194" y="2888"/>
                </a:cubicBezTo>
                <a:close/>
                <a:moveTo>
                  <a:pt x="83087" y="3311"/>
                </a:moveTo>
                <a:cubicBezTo>
                  <a:pt x="84257" y="3759"/>
                  <a:pt x="85377" y="4331"/>
                  <a:pt x="86372" y="4978"/>
                </a:cubicBezTo>
                <a:cubicBezTo>
                  <a:pt x="86347" y="5003"/>
                  <a:pt x="86323" y="5003"/>
                  <a:pt x="86298" y="5003"/>
                </a:cubicBezTo>
                <a:cubicBezTo>
                  <a:pt x="85302" y="4356"/>
                  <a:pt x="84182" y="3809"/>
                  <a:pt x="82987" y="3336"/>
                </a:cubicBezTo>
                <a:cubicBezTo>
                  <a:pt x="83012" y="3336"/>
                  <a:pt x="83062" y="3311"/>
                  <a:pt x="83087" y="3311"/>
                </a:cubicBezTo>
                <a:close/>
                <a:moveTo>
                  <a:pt x="68899" y="2589"/>
                </a:moveTo>
                <a:lnTo>
                  <a:pt x="68899" y="2589"/>
                </a:lnTo>
                <a:cubicBezTo>
                  <a:pt x="66659" y="3261"/>
                  <a:pt x="64369" y="4082"/>
                  <a:pt x="62054" y="5078"/>
                </a:cubicBezTo>
                <a:cubicBezTo>
                  <a:pt x="62552" y="4555"/>
                  <a:pt x="63074" y="4107"/>
                  <a:pt x="63647" y="3734"/>
                </a:cubicBezTo>
                <a:cubicBezTo>
                  <a:pt x="65439" y="3236"/>
                  <a:pt x="67181" y="2863"/>
                  <a:pt x="68899" y="2589"/>
                </a:cubicBezTo>
                <a:close/>
                <a:moveTo>
                  <a:pt x="86621" y="5202"/>
                </a:moveTo>
                <a:cubicBezTo>
                  <a:pt x="86671" y="5227"/>
                  <a:pt x="86696" y="5227"/>
                  <a:pt x="86721" y="5252"/>
                </a:cubicBezTo>
                <a:lnTo>
                  <a:pt x="86621" y="5252"/>
                </a:lnTo>
                <a:cubicBezTo>
                  <a:pt x="86596" y="5227"/>
                  <a:pt x="86571" y="5202"/>
                  <a:pt x="86547" y="5202"/>
                </a:cubicBezTo>
                <a:close/>
                <a:moveTo>
                  <a:pt x="63099" y="3858"/>
                </a:moveTo>
                <a:lnTo>
                  <a:pt x="63099" y="3858"/>
                </a:lnTo>
                <a:cubicBezTo>
                  <a:pt x="62576" y="4257"/>
                  <a:pt x="62079" y="4730"/>
                  <a:pt x="61606" y="5227"/>
                </a:cubicBezTo>
                <a:cubicBezTo>
                  <a:pt x="61556" y="5252"/>
                  <a:pt x="61506" y="5252"/>
                  <a:pt x="61456" y="5302"/>
                </a:cubicBezTo>
                <a:cubicBezTo>
                  <a:pt x="61929" y="4754"/>
                  <a:pt x="62402" y="4331"/>
                  <a:pt x="62925" y="3933"/>
                </a:cubicBezTo>
                <a:cubicBezTo>
                  <a:pt x="62975" y="3883"/>
                  <a:pt x="63049" y="3883"/>
                  <a:pt x="63099" y="3858"/>
                </a:cubicBezTo>
                <a:close/>
                <a:moveTo>
                  <a:pt x="69994" y="2464"/>
                </a:moveTo>
                <a:cubicBezTo>
                  <a:pt x="70044" y="2464"/>
                  <a:pt x="70118" y="2489"/>
                  <a:pt x="70168" y="2489"/>
                </a:cubicBezTo>
                <a:cubicBezTo>
                  <a:pt x="67380" y="3261"/>
                  <a:pt x="64518" y="4306"/>
                  <a:pt x="61581" y="5551"/>
                </a:cubicBezTo>
                <a:cubicBezTo>
                  <a:pt x="61606" y="5476"/>
                  <a:pt x="61680" y="5451"/>
                  <a:pt x="61705" y="5377"/>
                </a:cubicBezTo>
                <a:cubicBezTo>
                  <a:pt x="64543" y="4207"/>
                  <a:pt x="67281" y="3236"/>
                  <a:pt x="69994" y="2464"/>
                </a:cubicBezTo>
                <a:close/>
                <a:moveTo>
                  <a:pt x="89101" y="2013"/>
                </a:moveTo>
                <a:cubicBezTo>
                  <a:pt x="90165" y="2013"/>
                  <a:pt x="91191" y="2109"/>
                  <a:pt x="92197" y="2265"/>
                </a:cubicBezTo>
                <a:cubicBezTo>
                  <a:pt x="94387" y="3062"/>
                  <a:pt x="96279" y="4182"/>
                  <a:pt x="97897" y="5551"/>
                </a:cubicBezTo>
                <a:cubicBezTo>
                  <a:pt x="97573" y="5476"/>
                  <a:pt x="97300" y="5377"/>
                  <a:pt x="97001" y="5327"/>
                </a:cubicBezTo>
                <a:cubicBezTo>
                  <a:pt x="96702" y="5252"/>
                  <a:pt x="96428" y="5227"/>
                  <a:pt x="96179" y="5202"/>
                </a:cubicBezTo>
                <a:cubicBezTo>
                  <a:pt x="95806" y="5128"/>
                  <a:pt x="95408" y="5078"/>
                  <a:pt x="95034" y="5003"/>
                </a:cubicBezTo>
                <a:cubicBezTo>
                  <a:pt x="94586" y="4954"/>
                  <a:pt x="94163" y="4929"/>
                  <a:pt x="93715" y="4879"/>
                </a:cubicBezTo>
                <a:cubicBezTo>
                  <a:pt x="93466" y="4854"/>
                  <a:pt x="93217" y="4829"/>
                  <a:pt x="92944" y="4829"/>
                </a:cubicBezTo>
                <a:cubicBezTo>
                  <a:pt x="92222" y="4804"/>
                  <a:pt x="91525" y="4754"/>
                  <a:pt x="90778" y="4754"/>
                </a:cubicBezTo>
                <a:cubicBezTo>
                  <a:pt x="90031" y="4754"/>
                  <a:pt x="89285" y="4804"/>
                  <a:pt x="88488" y="4829"/>
                </a:cubicBezTo>
                <a:cubicBezTo>
                  <a:pt x="88040" y="4854"/>
                  <a:pt x="87542" y="4879"/>
                  <a:pt x="87069" y="4954"/>
                </a:cubicBezTo>
                <a:cubicBezTo>
                  <a:pt x="86945" y="4954"/>
                  <a:pt x="86820" y="4978"/>
                  <a:pt x="86671" y="4978"/>
                </a:cubicBezTo>
                <a:cubicBezTo>
                  <a:pt x="85626" y="4306"/>
                  <a:pt x="84555" y="3709"/>
                  <a:pt x="83336" y="3211"/>
                </a:cubicBezTo>
                <a:cubicBezTo>
                  <a:pt x="85078" y="2514"/>
                  <a:pt x="86920" y="2116"/>
                  <a:pt x="88737" y="2016"/>
                </a:cubicBezTo>
                <a:cubicBezTo>
                  <a:pt x="88859" y="2014"/>
                  <a:pt x="88980" y="2013"/>
                  <a:pt x="89101" y="2013"/>
                </a:cubicBezTo>
                <a:close/>
                <a:moveTo>
                  <a:pt x="93317" y="2514"/>
                </a:moveTo>
                <a:cubicBezTo>
                  <a:pt x="93441" y="2564"/>
                  <a:pt x="93541" y="2589"/>
                  <a:pt x="93665" y="2614"/>
                </a:cubicBezTo>
                <a:cubicBezTo>
                  <a:pt x="95433" y="3435"/>
                  <a:pt x="97026" y="4456"/>
                  <a:pt x="98395" y="5675"/>
                </a:cubicBezTo>
                <a:cubicBezTo>
                  <a:pt x="98345" y="5675"/>
                  <a:pt x="98295" y="5626"/>
                  <a:pt x="98270" y="5626"/>
                </a:cubicBezTo>
                <a:cubicBezTo>
                  <a:pt x="96827" y="4356"/>
                  <a:pt x="95184" y="3311"/>
                  <a:pt x="93317" y="2514"/>
                </a:cubicBezTo>
                <a:close/>
                <a:moveTo>
                  <a:pt x="61332" y="5551"/>
                </a:moveTo>
                <a:lnTo>
                  <a:pt x="61332" y="5551"/>
                </a:lnTo>
                <a:cubicBezTo>
                  <a:pt x="61307" y="5601"/>
                  <a:pt x="61232" y="5626"/>
                  <a:pt x="61207" y="5700"/>
                </a:cubicBezTo>
                <a:cubicBezTo>
                  <a:pt x="61183" y="5725"/>
                  <a:pt x="61108" y="5750"/>
                  <a:pt x="61083" y="5750"/>
                </a:cubicBezTo>
                <a:cubicBezTo>
                  <a:pt x="61108" y="5700"/>
                  <a:pt x="61183" y="5675"/>
                  <a:pt x="61207" y="5601"/>
                </a:cubicBezTo>
                <a:cubicBezTo>
                  <a:pt x="61232" y="5576"/>
                  <a:pt x="61307" y="5576"/>
                  <a:pt x="61332" y="5551"/>
                </a:cubicBezTo>
                <a:close/>
                <a:moveTo>
                  <a:pt x="90728" y="4978"/>
                </a:moveTo>
                <a:cubicBezTo>
                  <a:pt x="91475" y="4978"/>
                  <a:pt x="92197" y="5003"/>
                  <a:pt x="92869" y="5053"/>
                </a:cubicBezTo>
                <a:cubicBezTo>
                  <a:pt x="93242" y="5078"/>
                  <a:pt x="93591" y="5103"/>
                  <a:pt x="93939" y="5128"/>
                </a:cubicBezTo>
                <a:cubicBezTo>
                  <a:pt x="94288" y="5178"/>
                  <a:pt x="94611" y="5202"/>
                  <a:pt x="94935" y="5227"/>
                </a:cubicBezTo>
                <a:cubicBezTo>
                  <a:pt x="95433" y="5302"/>
                  <a:pt x="95931" y="5377"/>
                  <a:pt x="96428" y="5476"/>
                </a:cubicBezTo>
                <a:cubicBezTo>
                  <a:pt x="96578" y="5501"/>
                  <a:pt x="96727" y="5501"/>
                  <a:pt x="96901" y="5551"/>
                </a:cubicBezTo>
                <a:cubicBezTo>
                  <a:pt x="97324" y="5626"/>
                  <a:pt x="97723" y="5725"/>
                  <a:pt x="98146" y="5825"/>
                </a:cubicBezTo>
                <a:lnTo>
                  <a:pt x="98180" y="5870"/>
                </a:lnTo>
                <a:lnTo>
                  <a:pt x="98180" y="5870"/>
                </a:lnTo>
                <a:cubicBezTo>
                  <a:pt x="97761" y="5748"/>
                  <a:pt x="97319" y="5674"/>
                  <a:pt x="96876" y="5576"/>
                </a:cubicBezTo>
                <a:cubicBezTo>
                  <a:pt x="96652" y="5551"/>
                  <a:pt x="96403" y="5501"/>
                  <a:pt x="96179" y="5476"/>
                </a:cubicBezTo>
                <a:cubicBezTo>
                  <a:pt x="95781" y="5427"/>
                  <a:pt x="95383" y="5327"/>
                  <a:pt x="94935" y="5277"/>
                </a:cubicBezTo>
                <a:lnTo>
                  <a:pt x="93914" y="5202"/>
                </a:lnTo>
                <a:cubicBezTo>
                  <a:pt x="93566" y="5153"/>
                  <a:pt x="93267" y="5128"/>
                  <a:pt x="92894" y="5103"/>
                </a:cubicBezTo>
                <a:cubicBezTo>
                  <a:pt x="92197" y="5078"/>
                  <a:pt x="91475" y="5028"/>
                  <a:pt x="90778" y="5028"/>
                </a:cubicBezTo>
                <a:cubicBezTo>
                  <a:pt x="90031" y="5028"/>
                  <a:pt x="89285" y="5078"/>
                  <a:pt x="88538" y="5103"/>
                </a:cubicBezTo>
                <a:cubicBezTo>
                  <a:pt x="88164" y="5128"/>
                  <a:pt x="87791" y="5153"/>
                  <a:pt x="87368" y="5202"/>
                </a:cubicBezTo>
                <a:cubicBezTo>
                  <a:pt x="87244" y="5202"/>
                  <a:pt x="87094" y="5227"/>
                  <a:pt x="86970" y="5227"/>
                </a:cubicBezTo>
                <a:cubicBezTo>
                  <a:pt x="86945" y="5202"/>
                  <a:pt x="86920" y="5202"/>
                  <a:pt x="86870" y="5178"/>
                </a:cubicBezTo>
                <a:lnTo>
                  <a:pt x="86945" y="5178"/>
                </a:lnTo>
                <a:cubicBezTo>
                  <a:pt x="87468" y="5103"/>
                  <a:pt x="87965" y="5078"/>
                  <a:pt x="88463" y="5053"/>
                </a:cubicBezTo>
                <a:cubicBezTo>
                  <a:pt x="89235" y="5003"/>
                  <a:pt x="89982" y="4978"/>
                  <a:pt x="90728" y="4978"/>
                </a:cubicBezTo>
                <a:close/>
                <a:moveTo>
                  <a:pt x="62975" y="3684"/>
                </a:moveTo>
                <a:lnTo>
                  <a:pt x="62975" y="3684"/>
                </a:lnTo>
                <a:cubicBezTo>
                  <a:pt x="62925" y="3709"/>
                  <a:pt x="62900" y="3734"/>
                  <a:pt x="62825" y="3809"/>
                </a:cubicBezTo>
                <a:cubicBezTo>
                  <a:pt x="60809" y="4381"/>
                  <a:pt x="58743" y="5103"/>
                  <a:pt x="56627" y="5974"/>
                </a:cubicBezTo>
                <a:cubicBezTo>
                  <a:pt x="57723" y="5501"/>
                  <a:pt x="58868" y="5053"/>
                  <a:pt x="60560" y="4431"/>
                </a:cubicBezTo>
                <a:cubicBezTo>
                  <a:pt x="61357" y="4132"/>
                  <a:pt x="62178" y="3883"/>
                  <a:pt x="62975" y="3684"/>
                </a:cubicBezTo>
                <a:close/>
                <a:moveTo>
                  <a:pt x="98544" y="5924"/>
                </a:moveTo>
                <a:cubicBezTo>
                  <a:pt x="98569" y="5924"/>
                  <a:pt x="98644" y="5949"/>
                  <a:pt x="98669" y="5949"/>
                </a:cubicBezTo>
                <a:lnTo>
                  <a:pt x="98768" y="6049"/>
                </a:lnTo>
                <a:cubicBezTo>
                  <a:pt x="98718" y="6049"/>
                  <a:pt x="98693" y="6049"/>
                  <a:pt x="98669" y="5999"/>
                </a:cubicBezTo>
                <a:lnTo>
                  <a:pt x="98619" y="5999"/>
                </a:lnTo>
                <a:cubicBezTo>
                  <a:pt x="98619" y="5949"/>
                  <a:pt x="98569" y="5924"/>
                  <a:pt x="98544" y="5924"/>
                </a:cubicBezTo>
                <a:close/>
                <a:moveTo>
                  <a:pt x="94960" y="3062"/>
                </a:moveTo>
                <a:lnTo>
                  <a:pt x="94960" y="3062"/>
                </a:lnTo>
                <a:cubicBezTo>
                  <a:pt x="96752" y="3734"/>
                  <a:pt x="98370" y="4754"/>
                  <a:pt x="99789" y="6074"/>
                </a:cubicBezTo>
                <a:cubicBezTo>
                  <a:pt x="99490" y="5974"/>
                  <a:pt x="99166" y="5850"/>
                  <a:pt x="98868" y="5800"/>
                </a:cubicBezTo>
                <a:cubicBezTo>
                  <a:pt x="98818" y="5800"/>
                  <a:pt x="98793" y="5800"/>
                  <a:pt x="98768" y="5750"/>
                </a:cubicBezTo>
                <a:cubicBezTo>
                  <a:pt x="97648" y="4705"/>
                  <a:pt x="96379" y="3809"/>
                  <a:pt x="94960" y="3062"/>
                </a:cubicBezTo>
                <a:close/>
                <a:moveTo>
                  <a:pt x="74446" y="2122"/>
                </a:moveTo>
                <a:cubicBezTo>
                  <a:pt x="77248" y="2122"/>
                  <a:pt x="79829" y="2490"/>
                  <a:pt x="82141" y="3261"/>
                </a:cubicBezTo>
                <a:cubicBezTo>
                  <a:pt x="80498" y="4008"/>
                  <a:pt x="78930" y="5003"/>
                  <a:pt x="77486" y="6198"/>
                </a:cubicBezTo>
                <a:cubicBezTo>
                  <a:pt x="75520" y="4306"/>
                  <a:pt x="73479" y="3012"/>
                  <a:pt x="71388" y="2365"/>
                </a:cubicBezTo>
                <a:cubicBezTo>
                  <a:pt x="71562" y="2315"/>
                  <a:pt x="71761" y="2265"/>
                  <a:pt x="71935" y="2216"/>
                </a:cubicBezTo>
                <a:cubicBezTo>
                  <a:pt x="72790" y="2154"/>
                  <a:pt x="73628" y="2122"/>
                  <a:pt x="74446" y="2122"/>
                </a:cubicBezTo>
                <a:close/>
                <a:moveTo>
                  <a:pt x="97449" y="4082"/>
                </a:moveTo>
                <a:cubicBezTo>
                  <a:pt x="97648" y="4182"/>
                  <a:pt x="97822" y="4257"/>
                  <a:pt x="97996" y="4331"/>
                </a:cubicBezTo>
                <a:cubicBezTo>
                  <a:pt x="98818" y="4879"/>
                  <a:pt x="99614" y="5501"/>
                  <a:pt x="100311" y="6223"/>
                </a:cubicBezTo>
                <a:cubicBezTo>
                  <a:pt x="100286" y="6223"/>
                  <a:pt x="100237" y="6198"/>
                  <a:pt x="100187" y="6198"/>
                </a:cubicBezTo>
                <a:cubicBezTo>
                  <a:pt x="99365" y="5377"/>
                  <a:pt x="98445" y="4655"/>
                  <a:pt x="97449" y="4082"/>
                </a:cubicBezTo>
                <a:close/>
                <a:moveTo>
                  <a:pt x="71064" y="2464"/>
                </a:moveTo>
                <a:cubicBezTo>
                  <a:pt x="73180" y="3062"/>
                  <a:pt x="75321" y="4356"/>
                  <a:pt x="77362" y="6323"/>
                </a:cubicBezTo>
                <a:cubicBezTo>
                  <a:pt x="77312" y="6323"/>
                  <a:pt x="77312" y="6347"/>
                  <a:pt x="77287" y="6347"/>
                </a:cubicBezTo>
                <a:cubicBezTo>
                  <a:pt x="75246" y="4381"/>
                  <a:pt x="73105" y="3087"/>
                  <a:pt x="70940" y="2489"/>
                </a:cubicBezTo>
                <a:cubicBezTo>
                  <a:pt x="70990" y="2489"/>
                  <a:pt x="71015" y="2464"/>
                  <a:pt x="71064" y="2464"/>
                </a:cubicBezTo>
                <a:close/>
                <a:moveTo>
                  <a:pt x="82440" y="3361"/>
                </a:moveTo>
                <a:cubicBezTo>
                  <a:pt x="82464" y="3361"/>
                  <a:pt x="82489" y="3385"/>
                  <a:pt x="82514" y="3385"/>
                </a:cubicBezTo>
                <a:cubicBezTo>
                  <a:pt x="80822" y="4107"/>
                  <a:pt x="79204" y="5128"/>
                  <a:pt x="77660" y="6372"/>
                </a:cubicBezTo>
                <a:lnTo>
                  <a:pt x="77636" y="6347"/>
                </a:lnTo>
                <a:cubicBezTo>
                  <a:pt x="79129" y="5103"/>
                  <a:pt x="80747" y="4107"/>
                  <a:pt x="82440" y="3361"/>
                </a:cubicBezTo>
                <a:close/>
                <a:moveTo>
                  <a:pt x="99067" y="6049"/>
                </a:moveTo>
                <a:lnTo>
                  <a:pt x="99067" y="6049"/>
                </a:lnTo>
                <a:cubicBezTo>
                  <a:pt x="99415" y="6123"/>
                  <a:pt x="99764" y="6248"/>
                  <a:pt x="100112" y="6347"/>
                </a:cubicBezTo>
                <a:lnTo>
                  <a:pt x="100187" y="6447"/>
                </a:lnTo>
                <a:cubicBezTo>
                  <a:pt x="100162" y="6447"/>
                  <a:pt x="100112" y="6447"/>
                  <a:pt x="100038" y="6422"/>
                </a:cubicBezTo>
                <a:cubicBezTo>
                  <a:pt x="99764" y="6323"/>
                  <a:pt x="99490" y="6223"/>
                  <a:pt x="99166" y="6123"/>
                </a:cubicBezTo>
                <a:lnTo>
                  <a:pt x="99067" y="6049"/>
                </a:lnTo>
                <a:close/>
                <a:moveTo>
                  <a:pt x="77486" y="6447"/>
                </a:moveTo>
                <a:lnTo>
                  <a:pt x="77511" y="6472"/>
                </a:lnTo>
                <a:cubicBezTo>
                  <a:pt x="77486" y="6472"/>
                  <a:pt x="77486" y="6497"/>
                  <a:pt x="77461" y="6497"/>
                </a:cubicBezTo>
                <a:lnTo>
                  <a:pt x="77412" y="6472"/>
                </a:lnTo>
                <a:cubicBezTo>
                  <a:pt x="77461" y="6472"/>
                  <a:pt x="77461" y="6447"/>
                  <a:pt x="77486" y="6447"/>
                </a:cubicBezTo>
                <a:close/>
                <a:moveTo>
                  <a:pt x="82763" y="3460"/>
                </a:moveTo>
                <a:cubicBezTo>
                  <a:pt x="83933" y="3883"/>
                  <a:pt x="85003" y="4431"/>
                  <a:pt x="85999" y="5053"/>
                </a:cubicBezTo>
                <a:cubicBezTo>
                  <a:pt x="83410" y="5352"/>
                  <a:pt x="80722" y="5875"/>
                  <a:pt x="77984" y="6621"/>
                </a:cubicBezTo>
                <a:lnTo>
                  <a:pt x="77810" y="6472"/>
                </a:lnTo>
                <a:cubicBezTo>
                  <a:pt x="79353" y="5227"/>
                  <a:pt x="81021" y="4207"/>
                  <a:pt x="82763" y="3460"/>
                </a:cubicBezTo>
                <a:close/>
                <a:moveTo>
                  <a:pt x="77660" y="6621"/>
                </a:moveTo>
                <a:lnTo>
                  <a:pt x="77760" y="6721"/>
                </a:lnTo>
                <a:cubicBezTo>
                  <a:pt x="77735" y="6721"/>
                  <a:pt x="77710" y="6721"/>
                  <a:pt x="77710" y="6746"/>
                </a:cubicBezTo>
                <a:lnTo>
                  <a:pt x="77611" y="6671"/>
                </a:lnTo>
                <a:cubicBezTo>
                  <a:pt x="77636" y="6671"/>
                  <a:pt x="77636" y="6621"/>
                  <a:pt x="77660" y="6621"/>
                </a:cubicBezTo>
                <a:close/>
                <a:moveTo>
                  <a:pt x="86248" y="5227"/>
                </a:moveTo>
                <a:cubicBezTo>
                  <a:pt x="86298" y="5252"/>
                  <a:pt x="86323" y="5252"/>
                  <a:pt x="86347" y="5302"/>
                </a:cubicBezTo>
                <a:lnTo>
                  <a:pt x="86298" y="5302"/>
                </a:lnTo>
                <a:cubicBezTo>
                  <a:pt x="85725" y="5352"/>
                  <a:pt x="85128" y="5451"/>
                  <a:pt x="84580" y="5501"/>
                </a:cubicBezTo>
                <a:cubicBezTo>
                  <a:pt x="84381" y="5551"/>
                  <a:pt x="84207" y="5576"/>
                  <a:pt x="83983" y="5601"/>
                </a:cubicBezTo>
                <a:cubicBezTo>
                  <a:pt x="83236" y="5725"/>
                  <a:pt x="82464" y="5850"/>
                  <a:pt x="81718" y="5999"/>
                </a:cubicBezTo>
                <a:lnTo>
                  <a:pt x="81693" y="5999"/>
                </a:lnTo>
                <a:cubicBezTo>
                  <a:pt x="80523" y="6248"/>
                  <a:pt x="79353" y="6547"/>
                  <a:pt x="78158" y="6845"/>
                </a:cubicBezTo>
                <a:cubicBezTo>
                  <a:pt x="78133" y="6845"/>
                  <a:pt x="78108" y="6820"/>
                  <a:pt x="78108" y="6820"/>
                </a:cubicBezTo>
                <a:cubicBezTo>
                  <a:pt x="80896" y="6074"/>
                  <a:pt x="83609" y="5501"/>
                  <a:pt x="86223" y="5227"/>
                </a:cubicBezTo>
                <a:close/>
                <a:moveTo>
                  <a:pt x="77262" y="6596"/>
                </a:moveTo>
                <a:cubicBezTo>
                  <a:pt x="77287" y="6621"/>
                  <a:pt x="77337" y="6621"/>
                  <a:pt x="77337" y="6671"/>
                </a:cubicBezTo>
                <a:cubicBezTo>
                  <a:pt x="77237" y="6746"/>
                  <a:pt x="77138" y="6820"/>
                  <a:pt x="77038" y="6920"/>
                </a:cubicBezTo>
                <a:cubicBezTo>
                  <a:pt x="76988" y="6920"/>
                  <a:pt x="76963" y="6945"/>
                  <a:pt x="76889" y="6945"/>
                </a:cubicBezTo>
                <a:cubicBezTo>
                  <a:pt x="77013" y="6820"/>
                  <a:pt x="77138" y="6721"/>
                  <a:pt x="77262" y="6596"/>
                </a:cubicBezTo>
                <a:close/>
                <a:moveTo>
                  <a:pt x="77636" y="6945"/>
                </a:moveTo>
                <a:lnTo>
                  <a:pt x="77660" y="6970"/>
                </a:lnTo>
                <a:cubicBezTo>
                  <a:pt x="77461" y="7044"/>
                  <a:pt x="77262" y="7094"/>
                  <a:pt x="77038" y="7169"/>
                </a:cubicBezTo>
                <a:lnTo>
                  <a:pt x="77138" y="7069"/>
                </a:lnTo>
                <a:cubicBezTo>
                  <a:pt x="77287" y="7044"/>
                  <a:pt x="77461" y="6970"/>
                  <a:pt x="77636" y="6945"/>
                </a:cubicBezTo>
                <a:close/>
                <a:moveTo>
                  <a:pt x="76715" y="7194"/>
                </a:moveTo>
                <a:lnTo>
                  <a:pt x="76615" y="7268"/>
                </a:lnTo>
                <a:cubicBezTo>
                  <a:pt x="76590" y="7293"/>
                  <a:pt x="76540" y="7293"/>
                  <a:pt x="76491" y="7318"/>
                </a:cubicBezTo>
                <a:lnTo>
                  <a:pt x="76590" y="7219"/>
                </a:lnTo>
                <a:cubicBezTo>
                  <a:pt x="76640" y="7219"/>
                  <a:pt x="76665" y="7194"/>
                  <a:pt x="76715" y="7194"/>
                </a:cubicBezTo>
                <a:close/>
                <a:moveTo>
                  <a:pt x="99067" y="4879"/>
                </a:moveTo>
                <a:lnTo>
                  <a:pt x="99067" y="4879"/>
                </a:lnTo>
                <a:cubicBezTo>
                  <a:pt x="99316" y="5003"/>
                  <a:pt x="99540" y="5128"/>
                  <a:pt x="99814" y="5252"/>
                </a:cubicBezTo>
                <a:cubicBezTo>
                  <a:pt x="100784" y="5775"/>
                  <a:pt x="102054" y="6572"/>
                  <a:pt x="103497" y="7592"/>
                </a:cubicBezTo>
                <a:cubicBezTo>
                  <a:pt x="103099" y="7418"/>
                  <a:pt x="102726" y="7194"/>
                  <a:pt x="102352" y="7044"/>
                </a:cubicBezTo>
                <a:cubicBezTo>
                  <a:pt x="102228" y="6970"/>
                  <a:pt x="102054" y="6920"/>
                  <a:pt x="101904" y="6845"/>
                </a:cubicBezTo>
                <a:cubicBezTo>
                  <a:pt x="101531" y="6696"/>
                  <a:pt x="101133" y="6497"/>
                  <a:pt x="100759" y="6372"/>
                </a:cubicBezTo>
                <a:cubicBezTo>
                  <a:pt x="100237" y="5825"/>
                  <a:pt x="99664" y="5327"/>
                  <a:pt x="99067" y="4879"/>
                </a:cubicBezTo>
                <a:close/>
                <a:moveTo>
                  <a:pt x="97648" y="3933"/>
                </a:moveTo>
                <a:cubicBezTo>
                  <a:pt x="97698" y="3933"/>
                  <a:pt x="97797" y="3958"/>
                  <a:pt x="97897" y="4008"/>
                </a:cubicBezTo>
                <a:cubicBezTo>
                  <a:pt x="98021" y="4082"/>
                  <a:pt x="98146" y="4132"/>
                  <a:pt x="98295" y="4207"/>
                </a:cubicBezTo>
                <a:lnTo>
                  <a:pt x="99042" y="4580"/>
                </a:lnTo>
                <a:cubicBezTo>
                  <a:pt x="99166" y="4630"/>
                  <a:pt x="99266" y="4705"/>
                  <a:pt x="99390" y="4754"/>
                </a:cubicBezTo>
                <a:cubicBezTo>
                  <a:pt x="100411" y="5327"/>
                  <a:pt x="101431" y="5924"/>
                  <a:pt x="102402" y="6572"/>
                </a:cubicBezTo>
                <a:cubicBezTo>
                  <a:pt x="102402" y="6572"/>
                  <a:pt x="102427" y="6572"/>
                  <a:pt x="102427" y="6596"/>
                </a:cubicBezTo>
                <a:cubicBezTo>
                  <a:pt x="102726" y="6796"/>
                  <a:pt x="103000" y="6970"/>
                  <a:pt x="103249" y="7144"/>
                </a:cubicBezTo>
                <a:lnTo>
                  <a:pt x="105115" y="8563"/>
                </a:lnTo>
                <a:cubicBezTo>
                  <a:pt x="105120" y="8568"/>
                  <a:pt x="105125" y="8573"/>
                  <a:pt x="105131" y="8578"/>
                </a:cubicBezTo>
                <a:lnTo>
                  <a:pt x="105131" y="8578"/>
                </a:lnTo>
                <a:cubicBezTo>
                  <a:pt x="105094" y="8558"/>
                  <a:pt x="105059" y="8532"/>
                  <a:pt x="105016" y="8488"/>
                </a:cubicBezTo>
                <a:lnTo>
                  <a:pt x="104966" y="8488"/>
                </a:lnTo>
                <a:cubicBezTo>
                  <a:pt x="104866" y="8438"/>
                  <a:pt x="104792" y="8413"/>
                  <a:pt x="104717" y="8339"/>
                </a:cubicBezTo>
                <a:cubicBezTo>
                  <a:pt x="102800" y="6820"/>
                  <a:pt x="101058" y="5750"/>
                  <a:pt x="99863" y="5103"/>
                </a:cubicBezTo>
                <a:cubicBezTo>
                  <a:pt x="99241" y="4754"/>
                  <a:pt x="98644" y="4456"/>
                  <a:pt x="98046" y="4207"/>
                </a:cubicBezTo>
                <a:cubicBezTo>
                  <a:pt x="97996" y="4132"/>
                  <a:pt x="97897" y="4107"/>
                  <a:pt x="97822" y="4058"/>
                </a:cubicBezTo>
                <a:cubicBezTo>
                  <a:pt x="97772" y="4008"/>
                  <a:pt x="97698" y="3958"/>
                  <a:pt x="97648" y="3933"/>
                </a:cubicBezTo>
                <a:close/>
                <a:moveTo>
                  <a:pt x="101033" y="6696"/>
                </a:moveTo>
                <a:lnTo>
                  <a:pt x="101033" y="6696"/>
                </a:lnTo>
                <a:cubicBezTo>
                  <a:pt x="101431" y="6845"/>
                  <a:pt x="101855" y="6995"/>
                  <a:pt x="102228" y="7144"/>
                </a:cubicBezTo>
                <a:cubicBezTo>
                  <a:pt x="103049" y="7542"/>
                  <a:pt x="103846" y="7990"/>
                  <a:pt x="104618" y="8463"/>
                </a:cubicBezTo>
                <a:cubicBezTo>
                  <a:pt x="104742" y="8563"/>
                  <a:pt x="104891" y="8687"/>
                  <a:pt x="105016" y="8787"/>
                </a:cubicBezTo>
                <a:lnTo>
                  <a:pt x="104742" y="8588"/>
                </a:lnTo>
                <a:cubicBezTo>
                  <a:pt x="104369" y="8339"/>
                  <a:pt x="104020" y="8115"/>
                  <a:pt x="103622" y="7891"/>
                </a:cubicBezTo>
                <a:cubicBezTo>
                  <a:pt x="103522" y="7841"/>
                  <a:pt x="103398" y="7766"/>
                  <a:pt x="103273" y="7741"/>
                </a:cubicBezTo>
                <a:cubicBezTo>
                  <a:pt x="102875" y="7517"/>
                  <a:pt x="102452" y="7343"/>
                  <a:pt x="102054" y="7144"/>
                </a:cubicBezTo>
                <a:cubicBezTo>
                  <a:pt x="101929" y="7094"/>
                  <a:pt x="101805" y="7069"/>
                  <a:pt x="101730" y="6995"/>
                </a:cubicBezTo>
                <a:cubicBezTo>
                  <a:pt x="101531" y="6920"/>
                  <a:pt x="101307" y="6845"/>
                  <a:pt x="101133" y="6746"/>
                </a:cubicBezTo>
                <a:cubicBezTo>
                  <a:pt x="101133" y="6760"/>
                  <a:pt x="101126" y="6766"/>
                  <a:pt x="101117" y="6766"/>
                </a:cubicBezTo>
                <a:cubicBezTo>
                  <a:pt x="101093" y="6766"/>
                  <a:pt x="101051" y="6731"/>
                  <a:pt x="101033" y="6696"/>
                </a:cubicBezTo>
                <a:close/>
                <a:moveTo>
                  <a:pt x="76217" y="7318"/>
                </a:moveTo>
                <a:lnTo>
                  <a:pt x="76217" y="7318"/>
                </a:lnTo>
                <a:cubicBezTo>
                  <a:pt x="76167" y="7368"/>
                  <a:pt x="76142" y="7418"/>
                  <a:pt x="76117" y="7418"/>
                </a:cubicBezTo>
                <a:cubicBezTo>
                  <a:pt x="74674" y="7841"/>
                  <a:pt x="73230" y="8339"/>
                  <a:pt x="71761" y="8911"/>
                </a:cubicBezTo>
                <a:cubicBezTo>
                  <a:pt x="71736" y="8911"/>
                  <a:pt x="71687" y="8911"/>
                  <a:pt x="71662" y="8861"/>
                </a:cubicBezTo>
                <a:cubicBezTo>
                  <a:pt x="73180" y="8289"/>
                  <a:pt x="74723" y="7766"/>
                  <a:pt x="76217" y="7318"/>
                </a:cubicBezTo>
                <a:close/>
                <a:moveTo>
                  <a:pt x="71239" y="9011"/>
                </a:moveTo>
                <a:cubicBezTo>
                  <a:pt x="71263" y="9011"/>
                  <a:pt x="71288" y="9061"/>
                  <a:pt x="71363" y="9061"/>
                </a:cubicBezTo>
                <a:lnTo>
                  <a:pt x="71288" y="9061"/>
                </a:lnTo>
                <a:cubicBezTo>
                  <a:pt x="71263" y="9061"/>
                  <a:pt x="71263" y="9061"/>
                  <a:pt x="71214" y="9085"/>
                </a:cubicBezTo>
                <a:lnTo>
                  <a:pt x="71164" y="9085"/>
                </a:lnTo>
                <a:cubicBezTo>
                  <a:pt x="71164" y="9085"/>
                  <a:pt x="71189" y="9085"/>
                  <a:pt x="71189" y="9061"/>
                </a:cubicBezTo>
                <a:cubicBezTo>
                  <a:pt x="71189" y="9061"/>
                  <a:pt x="71239" y="9061"/>
                  <a:pt x="71239" y="9011"/>
                </a:cubicBezTo>
                <a:close/>
                <a:moveTo>
                  <a:pt x="75769" y="7766"/>
                </a:moveTo>
                <a:lnTo>
                  <a:pt x="75769" y="7766"/>
                </a:lnTo>
                <a:cubicBezTo>
                  <a:pt x="75196" y="8314"/>
                  <a:pt x="74674" y="8936"/>
                  <a:pt x="74151" y="9583"/>
                </a:cubicBezTo>
                <a:cubicBezTo>
                  <a:pt x="74126" y="9583"/>
                  <a:pt x="74101" y="9558"/>
                  <a:pt x="74051" y="9558"/>
                </a:cubicBezTo>
                <a:cubicBezTo>
                  <a:pt x="74026" y="9534"/>
                  <a:pt x="73952" y="9534"/>
                  <a:pt x="73902" y="9534"/>
                </a:cubicBezTo>
                <a:cubicBezTo>
                  <a:pt x="73529" y="9409"/>
                  <a:pt x="73155" y="9310"/>
                  <a:pt x="72782" y="9185"/>
                </a:cubicBezTo>
                <a:cubicBezTo>
                  <a:pt x="72757" y="9185"/>
                  <a:pt x="72707" y="9185"/>
                  <a:pt x="72682" y="9135"/>
                </a:cubicBezTo>
                <a:cubicBezTo>
                  <a:pt x="72583" y="9110"/>
                  <a:pt x="72458" y="9085"/>
                  <a:pt x="72384" y="9085"/>
                </a:cubicBezTo>
                <a:cubicBezTo>
                  <a:pt x="72284" y="9061"/>
                  <a:pt x="72184" y="9011"/>
                  <a:pt x="72060" y="9011"/>
                </a:cubicBezTo>
                <a:cubicBezTo>
                  <a:pt x="73304" y="8563"/>
                  <a:pt x="74549" y="8140"/>
                  <a:pt x="75769" y="7766"/>
                </a:cubicBezTo>
                <a:close/>
                <a:moveTo>
                  <a:pt x="76291" y="7592"/>
                </a:moveTo>
                <a:cubicBezTo>
                  <a:pt x="75644" y="8214"/>
                  <a:pt x="74997" y="8936"/>
                  <a:pt x="74400" y="9683"/>
                </a:cubicBezTo>
                <a:cubicBezTo>
                  <a:pt x="74375" y="9683"/>
                  <a:pt x="74375" y="9658"/>
                  <a:pt x="74350" y="9658"/>
                </a:cubicBezTo>
                <a:cubicBezTo>
                  <a:pt x="74922" y="8936"/>
                  <a:pt x="75545" y="8239"/>
                  <a:pt x="76167" y="7617"/>
                </a:cubicBezTo>
                <a:cubicBezTo>
                  <a:pt x="76217" y="7617"/>
                  <a:pt x="76267" y="7592"/>
                  <a:pt x="76291" y="7592"/>
                </a:cubicBezTo>
                <a:close/>
                <a:moveTo>
                  <a:pt x="70566" y="2589"/>
                </a:moveTo>
                <a:cubicBezTo>
                  <a:pt x="72782" y="3112"/>
                  <a:pt x="75022" y="4431"/>
                  <a:pt x="77163" y="6472"/>
                </a:cubicBezTo>
                <a:cubicBezTo>
                  <a:pt x="76963" y="6671"/>
                  <a:pt x="76739" y="6845"/>
                  <a:pt x="76515" y="7069"/>
                </a:cubicBezTo>
                <a:cubicBezTo>
                  <a:pt x="74773" y="7592"/>
                  <a:pt x="73031" y="8189"/>
                  <a:pt x="71263" y="8861"/>
                </a:cubicBezTo>
                <a:lnTo>
                  <a:pt x="71164" y="8861"/>
                </a:lnTo>
                <a:cubicBezTo>
                  <a:pt x="71114" y="8861"/>
                  <a:pt x="71039" y="8837"/>
                  <a:pt x="70940" y="8837"/>
                </a:cubicBezTo>
                <a:cubicBezTo>
                  <a:pt x="70542" y="8762"/>
                  <a:pt x="70118" y="8712"/>
                  <a:pt x="69670" y="8687"/>
                </a:cubicBezTo>
                <a:cubicBezTo>
                  <a:pt x="69571" y="8687"/>
                  <a:pt x="69471" y="8637"/>
                  <a:pt x="69397" y="8637"/>
                </a:cubicBezTo>
                <a:lnTo>
                  <a:pt x="69247" y="8637"/>
                </a:lnTo>
                <a:cubicBezTo>
                  <a:pt x="68675" y="8613"/>
                  <a:pt x="68102" y="8588"/>
                  <a:pt x="67530" y="8588"/>
                </a:cubicBezTo>
                <a:cubicBezTo>
                  <a:pt x="67057" y="8588"/>
                  <a:pt x="66584" y="8613"/>
                  <a:pt x="66136" y="8613"/>
                </a:cubicBezTo>
                <a:cubicBezTo>
                  <a:pt x="65862" y="8613"/>
                  <a:pt x="65613" y="8637"/>
                  <a:pt x="65389" y="8687"/>
                </a:cubicBezTo>
                <a:cubicBezTo>
                  <a:pt x="65165" y="8712"/>
                  <a:pt x="64966" y="8712"/>
                  <a:pt x="64767" y="8737"/>
                </a:cubicBezTo>
                <a:cubicBezTo>
                  <a:pt x="64418" y="8787"/>
                  <a:pt x="64045" y="8812"/>
                  <a:pt x="63697" y="8861"/>
                </a:cubicBezTo>
                <a:cubicBezTo>
                  <a:pt x="63647" y="8861"/>
                  <a:pt x="63547" y="8911"/>
                  <a:pt x="63473" y="8911"/>
                </a:cubicBezTo>
                <a:cubicBezTo>
                  <a:pt x="63348" y="8911"/>
                  <a:pt x="63273" y="8936"/>
                  <a:pt x="63149" y="8961"/>
                </a:cubicBezTo>
                <a:cubicBezTo>
                  <a:pt x="62427" y="9061"/>
                  <a:pt x="61680" y="9210"/>
                  <a:pt x="60934" y="9359"/>
                </a:cubicBezTo>
                <a:cubicBezTo>
                  <a:pt x="60336" y="9484"/>
                  <a:pt x="59739" y="9608"/>
                  <a:pt x="59166" y="9782"/>
                </a:cubicBezTo>
                <a:cubicBezTo>
                  <a:pt x="59739" y="8214"/>
                  <a:pt x="60461" y="6945"/>
                  <a:pt x="61332" y="5850"/>
                </a:cubicBezTo>
                <a:cubicBezTo>
                  <a:pt x="64468" y="4481"/>
                  <a:pt x="67580" y="3385"/>
                  <a:pt x="70566" y="2589"/>
                </a:cubicBezTo>
                <a:close/>
                <a:moveTo>
                  <a:pt x="71736" y="9110"/>
                </a:moveTo>
                <a:cubicBezTo>
                  <a:pt x="72533" y="9285"/>
                  <a:pt x="73280" y="9459"/>
                  <a:pt x="74026" y="9733"/>
                </a:cubicBezTo>
                <a:lnTo>
                  <a:pt x="74001" y="9782"/>
                </a:lnTo>
                <a:cubicBezTo>
                  <a:pt x="73902" y="9733"/>
                  <a:pt x="73827" y="9708"/>
                  <a:pt x="73753" y="9708"/>
                </a:cubicBezTo>
                <a:cubicBezTo>
                  <a:pt x="73578" y="9658"/>
                  <a:pt x="73429" y="9608"/>
                  <a:pt x="73255" y="9558"/>
                </a:cubicBezTo>
                <a:cubicBezTo>
                  <a:pt x="73080" y="9484"/>
                  <a:pt x="72906" y="9459"/>
                  <a:pt x="72757" y="9434"/>
                </a:cubicBezTo>
                <a:cubicBezTo>
                  <a:pt x="72707" y="9434"/>
                  <a:pt x="72682" y="9409"/>
                  <a:pt x="72657" y="9409"/>
                </a:cubicBezTo>
                <a:lnTo>
                  <a:pt x="72632" y="9409"/>
                </a:lnTo>
                <a:cubicBezTo>
                  <a:pt x="72458" y="9359"/>
                  <a:pt x="72284" y="9310"/>
                  <a:pt x="72135" y="9285"/>
                </a:cubicBezTo>
                <a:cubicBezTo>
                  <a:pt x="71935" y="9235"/>
                  <a:pt x="71786" y="9185"/>
                  <a:pt x="71662" y="9160"/>
                </a:cubicBezTo>
                <a:cubicBezTo>
                  <a:pt x="71687" y="9160"/>
                  <a:pt x="71687" y="9160"/>
                  <a:pt x="71736" y="9110"/>
                </a:cubicBezTo>
                <a:close/>
                <a:moveTo>
                  <a:pt x="60983" y="5999"/>
                </a:moveTo>
                <a:cubicBezTo>
                  <a:pt x="60187" y="7069"/>
                  <a:pt x="59490" y="8339"/>
                  <a:pt x="58942" y="9782"/>
                </a:cubicBezTo>
                <a:cubicBezTo>
                  <a:pt x="58922" y="9782"/>
                  <a:pt x="58884" y="9782"/>
                  <a:pt x="58872" y="9796"/>
                </a:cubicBezTo>
                <a:lnTo>
                  <a:pt x="58872" y="9796"/>
                </a:lnTo>
                <a:cubicBezTo>
                  <a:pt x="59419" y="8357"/>
                  <a:pt x="60089" y="7116"/>
                  <a:pt x="60859" y="6074"/>
                </a:cubicBezTo>
                <a:cubicBezTo>
                  <a:pt x="60909" y="6049"/>
                  <a:pt x="60934" y="6049"/>
                  <a:pt x="60983" y="5999"/>
                </a:cubicBezTo>
                <a:close/>
                <a:moveTo>
                  <a:pt x="106582" y="9856"/>
                </a:moveTo>
                <a:lnTo>
                  <a:pt x="106582" y="9856"/>
                </a:lnTo>
                <a:cubicBezTo>
                  <a:pt x="106582" y="9857"/>
                  <a:pt x="106583" y="9857"/>
                  <a:pt x="106584" y="9857"/>
                </a:cubicBezTo>
                <a:cubicBezTo>
                  <a:pt x="106595" y="9857"/>
                  <a:pt x="106601" y="9867"/>
                  <a:pt x="106607" y="9878"/>
                </a:cubicBezTo>
                <a:lnTo>
                  <a:pt x="106607" y="9878"/>
                </a:lnTo>
                <a:cubicBezTo>
                  <a:pt x="106598" y="9871"/>
                  <a:pt x="106590" y="9864"/>
                  <a:pt x="106582" y="9856"/>
                </a:cubicBezTo>
                <a:close/>
                <a:moveTo>
                  <a:pt x="67430" y="8712"/>
                </a:moveTo>
                <a:cubicBezTo>
                  <a:pt x="68028" y="8712"/>
                  <a:pt x="68625" y="8737"/>
                  <a:pt x="69173" y="8762"/>
                </a:cubicBezTo>
                <a:cubicBezTo>
                  <a:pt x="69272" y="8762"/>
                  <a:pt x="69397" y="8812"/>
                  <a:pt x="69496" y="8812"/>
                </a:cubicBezTo>
                <a:cubicBezTo>
                  <a:pt x="69670" y="8837"/>
                  <a:pt x="69820" y="8837"/>
                  <a:pt x="70019" y="8861"/>
                </a:cubicBezTo>
                <a:lnTo>
                  <a:pt x="70766" y="8961"/>
                </a:lnTo>
                <a:cubicBezTo>
                  <a:pt x="70840" y="8986"/>
                  <a:pt x="70840" y="8986"/>
                  <a:pt x="70815" y="8986"/>
                </a:cubicBezTo>
                <a:cubicBezTo>
                  <a:pt x="70790" y="8986"/>
                  <a:pt x="70790" y="8986"/>
                  <a:pt x="70766" y="9036"/>
                </a:cubicBezTo>
                <a:lnTo>
                  <a:pt x="70641" y="9036"/>
                </a:lnTo>
                <a:cubicBezTo>
                  <a:pt x="70293" y="8961"/>
                  <a:pt x="69919" y="8936"/>
                  <a:pt x="69571" y="8911"/>
                </a:cubicBezTo>
                <a:cubicBezTo>
                  <a:pt x="69496" y="8911"/>
                  <a:pt x="69397" y="8861"/>
                  <a:pt x="69297" y="8861"/>
                </a:cubicBezTo>
                <a:lnTo>
                  <a:pt x="69073" y="8861"/>
                </a:lnTo>
                <a:cubicBezTo>
                  <a:pt x="68550" y="8837"/>
                  <a:pt x="68028" y="8812"/>
                  <a:pt x="67505" y="8812"/>
                </a:cubicBezTo>
                <a:cubicBezTo>
                  <a:pt x="67032" y="8812"/>
                  <a:pt x="66559" y="8837"/>
                  <a:pt x="66086" y="8837"/>
                </a:cubicBezTo>
                <a:lnTo>
                  <a:pt x="65937" y="8837"/>
                </a:lnTo>
                <a:cubicBezTo>
                  <a:pt x="65812" y="8837"/>
                  <a:pt x="65713" y="8861"/>
                  <a:pt x="65588" y="8861"/>
                </a:cubicBezTo>
                <a:cubicBezTo>
                  <a:pt x="65538" y="8861"/>
                  <a:pt x="65439" y="8861"/>
                  <a:pt x="65389" y="8911"/>
                </a:cubicBezTo>
                <a:cubicBezTo>
                  <a:pt x="65165" y="8936"/>
                  <a:pt x="64966" y="8936"/>
                  <a:pt x="64767" y="8961"/>
                </a:cubicBezTo>
                <a:cubicBezTo>
                  <a:pt x="64642" y="8961"/>
                  <a:pt x="64518" y="8986"/>
                  <a:pt x="64344" y="8986"/>
                </a:cubicBezTo>
                <a:lnTo>
                  <a:pt x="63697" y="9085"/>
                </a:lnTo>
                <a:cubicBezTo>
                  <a:pt x="63647" y="9085"/>
                  <a:pt x="63547" y="9110"/>
                  <a:pt x="63473" y="9110"/>
                </a:cubicBezTo>
                <a:lnTo>
                  <a:pt x="62726" y="9210"/>
                </a:lnTo>
                <a:lnTo>
                  <a:pt x="61805" y="9409"/>
                </a:lnTo>
                <a:cubicBezTo>
                  <a:pt x="61556" y="9434"/>
                  <a:pt x="61307" y="9484"/>
                  <a:pt x="61058" y="9534"/>
                </a:cubicBezTo>
                <a:cubicBezTo>
                  <a:pt x="60710" y="9583"/>
                  <a:pt x="60336" y="9683"/>
                  <a:pt x="59963" y="9782"/>
                </a:cubicBezTo>
                <a:cubicBezTo>
                  <a:pt x="59739" y="9832"/>
                  <a:pt x="59565" y="9857"/>
                  <a:pt x="59341" y="9932"/>
                </a:cubicBezTo>
                <a:lnTo>
                  <a:pt x="58967" y="10031"/>
                </a:lnTo>
                <a:lnTo>
                  <a:pt x="58967" y="9982"/>
                </a:lnTo>
                <a:lnTo>
                  <a:pt x="58967" y="9957"/>
                </a:lnTo>
                <a:cubicBezTo>
                  <a:pt x="60486" y="9558"/>
                  <a:pt x="61954" y="9235"/>
                  <a:pt x="63398" y="9011"/>
                </a:cubicBezTo>
                <a:cubicBezTo>
                  <a:pt x="63448" y="9011"/>
                  <a:pt x="63547" y="8986"/>
                  <a:pt x="63597" y="8986"/>
                </a:cubicBezTo>
                <a:cubicBezTo>
                  <a:pt x="63945" y="8936"/>
                  <a:pt x="64319" y="8911"/>
                  <a:pt x="64667" y="8861"/>
                </a:cubicBezTo>
                <a:cubicBezTo>
                  <a:pt x="64891" y="8837"/>
                  <a:pt x="65066" y="8837"/>
                  <a:pt x="65290" y="8812"/>
                </a:cubicBezTo>
                <a:cubicBezTo>
                  <a:pt x="65538" y="8762"/>
                  <a:pt x="65787" y="8762"/>
                  <a:pt x="66036" y="8737"/>
                </a:cubicBezTo>
                <a:cubicBezTo>
                  <a:pt x="66509" y="8712"/>
                  <a:pt x="66957" y="8712"/>
                  <a:pt x="67430" y="8712"/>
                </a:cubicBezTo>
                <a:close/>
                <a:moveTo>
                  <a:pt x="74474" y="9932"/>
                </a:moveTo>
                <a:cubicBezTo>
                  <a:pt x="75370" y="10255"/>
                  <a:pt x="76217" y="10679"/>
                  <a:pt x="76988" y="11176"/>
                </a:cubicBezTo>
                <a:cubicBezTo>
                  <a:pt x="77735" y="11649"/>
                  <a:pt x="78457" y="12222"/>
                  <a:pt x="79079" y="12844"/>
                </a:cubicBezTo>
                <a:cubicBezTo>
                  <a:pt x="79005" y="12844"/>
                  <a:pt x="78980" y="12819"/>
                  <a:pt x="78955" y="12794"/>
                </a:cubicBezTo>
                <a:cubicBezTo>
                  <a:pt x="78731" y="12570"/>
                  <a:pt x="78507" y="12396"/>
                  <a:pt x="78283" y="12197"/>
                </a:cubicBezTo>
                <a:cubicBezTo>
                  <a:pt x="78233" y="12147"/>
                  <a:pt x="78158" y="12097"/>
                  <a:pt x="78108" y="12048"/>
                </a:cubicBezTo>
                <a:lnTo>
                  <a:pt x="78034" y="11973"/>
                </a:lnTo>
                <a:cubicBezTo>
                  <a:pt x="77860" y="11824"/>
                  <a:pt x="77636" y="11674"/>
                  <a:pt x="77461" y="11550"/>
                </a:cubicBezTo>
                <a:cubicBezTo>
                  <a:pt x="77387" y="11475"/>
                  <a:pt x="77287" y="11450"/>
                  <a:pt x="77237" y="11400"/>
                </a:cubicBezTo>
                <a:cubicBezTo>
                  <a:pt x="77138" y="11326"/>
                  <a:pt x="77088" y="11301"/>
                  <a:pt x="76988" y="11226"/>
                </a:cubicBezTo>
                <a:cubicBezTo>
                  <a:pt x="76963" y="11226"/>
                  <a:pt x="76963" y="11201"/>
                  <a:pt x="76914" y="11201"/>
                </a:cubicBezTo>
                <a:cubicBezTo>
                  <a:pt x="76889" y="11176"/>
                  <a:pt x="76864" y="11176"/>
                  <a:pt x="76864" y="11127"/>
                </a:cubicBezTo>
                <a:cubicBezTo>
                  <a:pt x="76739" y="11077"/>
                  <a:pt x="76640" y="10977"/>
                  <a:pt x="76515" y="10927"/>
                </a:cubicBezTo>
                <a:cubicBezTo>
                  <a:pt x="76466" y="10878"/>
                  <a:pt x="76391" y="10828"/>
                  <a:pt x="76341" y="10803"/>
                </a:cubicBezTo>
                <a:cubicBezTo>
                  <a:pt x="76117" y="10679"/>
                  <a:pt x="75893" y="10579"/>
                  <a:pt x="75669" y="10479"/>
                </a:cubicBezTo>
                <a:cubicBezTo>
                  <a:pt x="75570" y="10430"/>
                  <a:pt x="75470" y="10355"/>
                  <a:pt x="75370" y="10330"/>
                </a:cubicBezTo>
                <a:cubicBezTo>
                  <a:pt x="75196" y="10255"/>
                  <a:pt x="75097" y="10206"/>
                  <a:pt x="74922" y="10131"/>
                </a:cubicBezTo>
                <a:lnTo>
                  <a:pt x="74474" y="9957"/>
                </a:lnTo>
                <a:lnTo>
                  <a:pt x="74474" y="9932"/>
                </a:lnTo>
                <a:close/>
                <a:moveTo>
                  <a:pt x="106687" y="9948"/>
                </a:moveTo>
                <a:cubicBezTo>
                  <a:pt x="106865" y="10088"/>
                  <a:pt x="107027" y="10249"/>
                  <a:pt x="107231" y="10430"/>
                </a:cubicBezTo>
                <a:lnTo>
                  <a:pt x="107256" y="10454"/>
                </a:lnTo>
                <a:cubicBezTo>
                  <a:pt x="107405" y="10604"/>
                  <a:pt x="107580" y="10728"/>
                  <a:pt x="107729" y="10903"/>
                </a:cubicBezTo>
                <a:lnTo>
                  <a:pt x="108028" y="11201"/>
                </a:lnTo>
                <a:cubicBezTo>
                  <a:pt x="108127" y="11301"/>
                  <a:pt x="108227" y="11425"/>
                  <a:pt x="108301" y="11525"/>
                </a:cubicBezTo>
                <a:cubicBezTo>
                  <a:pt x="108575" y="11799"/>
                  <a:pt x="108849" y="12097"/>
                  <a:pt x="109098" y="12421"/>
                </a:cubicBezTo>
                <a:cubicBezTo>
                  <a:pt x="109123" y="12446"/>
                  <a:pt x="109123" y="12471"/>
                  <a:pt x="109148" y="12520"/>
                </a:cubicBezTo>
                <a:cubicBezTo>
                  <a:pt x="109222" y="12595"/>
                  <a:pt x="109297" y="12695"/>
                  <a:pt x="109372" y="12794"/>
                </a:cubicBezTo>
                <a:cubicBezTo>
                  <a:pt x="109496" y="12944"/>
                  <a:pt x="109596" y="13068"/>
                  <a:pt x="109720" y="13217"/>
                </a:cubicBezTo>
                <a:lnTo>
                  <a:pt x="109048" y="12471"/>
                </a:lnTo>
                <a:cubicBezTo>
                  <a:pt x="108998" y="12396"/>
                  <a:pt x="108899" y="12296"/>
                  <a:pt x="108849" y="12197"/>
                </a:cubicBezTo>
                <a:cubicBezTo>
                  <a:pt x="108725" y="12048"/>
                  <a:pt x="108600" y="11923"/>
                  <a:pt x="108476" y="11774"/>
                </a:cubicBezTo>
                <a:cubicBezTo>
                  <a:pt x="108401" y="11699"/>
                  <a:pt x="108351" y="11649"/>
                  <a:pt x="108277" y="11550"/>
                </a:cubicBezTo>
                <a:cubicBezTo>
                  <a:pt x="108177" y="11450"/>
                  <a:pt x="108127" y="11351"/>
                  <a:pt x="108028" y="11276"/>
                </a:cubicBezTo>
                <a:lnTo>
                  <a:pt x="107978" y="11201"/>
                </a:lnTo>
                <a:cubicBezTo>
                  <a:pt x="107903" y="11127"/>
                  <a:pt x="107878" y="11077"/>
                  <a:pt x="107804" y="11052"/>
                </a:cubicBezTo>
                <a:cubicBezTo>
                  <a:pt x="107461" y="10670"/>
                  <a:pt x="107054" y="10271"/>
                  <a:pt x="106687" y="9948"/>
                </a:cubicBezTo>
                <a:close/>
                <a:moveTo>
                  <a:pt x="86845" y="5402"/>
                </a:moveTo>
                <a:lnTo>
                  <a:pt x="86945" y="5427"/>
                </a:lnTo>
                <a:cubicBezTo>
                  <a:pt x="89782" y="7492"/>
                  <a:pt x="91799" y="10430"/>
                  <a:pt x="92894" y="14089"/>
                </a:cubicBezTo>
                <a:lnTo>
                  <a:pt x="92819" y="14089"/>
                </a:lnTo>
                <a:cubicBezTo>
                  <a:pt x="91724" y="10430"/>
                  <a:pt x="89708" y="7492"/>
                  <a:pt x="86845" y="5402"/>
                </a:cubicBezTo>
                <a:close/>
                <a:moveTo>
                  <a:pt x="110392" y="14313"/>
                </a:moveTo>
                <a:cubicBezTo>
                  <a:pt x="110395" y="14318"/>
                  <a:pt x="110397" y="14323"/>
                  <a:pt x="110400" y="14328"/>
                </a:cubicBezTo>
                <a:lnTo>
                  <a:pt x="110400" y="14328"/>
                </a:lnTo>
                <a:cubicBezTo>
                  <a:pt x="110395" y="14323"/>
                  <a:pt x="110392" y="14319"/>
                  <a:pt x="110392" y="14313"/>
                </a:cubicBezTo>
                <a:close/>
                <a:moveTo>
                  <a:pt x="95582" y="14163"/>
                </a:moveTo>
                <a:lnTo>
                  <a:pt x="94761" y="14238"/>
                </a:lnTo>
                <a:cubicBezTo>
                  <a:pt x="94213" y="14288"/>
                  <a:pt x="93690" y="14313"/>
                  <a:pt x="93143" y="14337"/>
                </a:cubicBezTo>
                <a:cubicBezTo>
                  <a:pt x="93143" y="14313"/>
                  <a:pt x="93093" y="14288"/>
                  <a:pt x="93093" y="14238"/>
                </a:cubicBezTo>
                <a:cubicBezTo>
                  <a:pt x="93922" y="14189"/>
                  <a:pt x="94775" y="14164"/>
                  <a:pt x="95582" y="14163"/>
                </a:cubicBezTo>
                <a:close/>
                <a:moveTo>
                  <a:pt x="92944" y="14288"/>
                </a:moveTo>
                <a:cubicBezTo>
                  <a:pt x="92944" y="14313"/>
                  <a:pt x="92968" y="14337"/>
                  <a:pt x="92968" y="14387"/>
                </a:cubicBezTo>
                <a:lnTo>
                  <a:pt x="92919" y="14387"/>
                </a:lnTo>
                <a:cubicBezTo>
                  <a:pt x="92894" y="14313"/>
                  <a:pt x="92894" y="14288"/>
                  <a:pt x="92894" y="14288"/>
                </a:cubicBezTo>
                <a:close/>
                <a:moveTo>
                  <a:pt x="95557" y="14362"/>
                </a:moveTo>
                <a:cubicBezTo>
                  <a:pt x="95134" y="14412"/>
                  <a:pt x="94686" y="14462"/>
                  <a:pt x="94263" y="14537"/>
                </a:cubicBezTo>
                <a:cubicBezTo>
                  <a:pt x="94064" y="14562"/>
                  <a:pt x="93840" y="14562"/>
                  <a:pt x="93665" y="14586"/>
                </a:cubicBezTo>
                <a:cubicBezTo>
                  <a:pt x="93466" y="14661"/>
                  <a:pt x="93392" y="14686"/>
                  <a:pt x="93267" y="14686"/>
                </a:cubicBezTo>
                <a:lnTo>
                  <a:pt x="93267" y="14636"/>
                </a:lnTo>
                <a:cubicBezTo>
                  <a:pt x="93367" y="14586"/>
                  <a:pt x="93516" y="14562"/>
                  <a:pt x="93641" y="14562"/>
                </a:cubicBezTo>
                <a:cubicBezTo>
                  <a:pt x="93964" y="14487"/>
                  <a:pt x="94313" y="14462"/>
                  <a:pt x="94661" y="14437"/>
                </a:cubicBezTo>
                <a:cubicBezTo>
                  <a:pt x="94711" y="14437"/>
                  <a:pt x="94786" y="14412"/>
                  <a:pt x="94835" y="14412"/>
                </a:cubicBezTo>
                <a:cubicBezTo>
                  <a:pt x="95010" y="14412"/>
                  <a:pt x="95134" y="14412"/>
                  <a:pt x="95283" y="14362"/>
                </a:cubicBezTo>
                <a:close/>
                <a:moveTo>
                  <a:pt x="97623" y="14263"/>
                </a:moveTo>
                <a:cubicBezTo>
                  <a:pt x="97996" y="14263"/>
                  <a:pt x="98345" y="14263"/>
                  <a:pt x="98743" y="14288"/>
                </a:cubicBezTo>
                <a:cubicBezTo>
                  <a:pt x="98942" y="14288"/>
                  <a:pt x="99166" y="14313"/>
                  <a:pt x="99390" y="14313"/>
                </a:cubicBezTo>
                <a:lnTo>
                  <a:pt x="99614" y="14313"/>
                </a:lnTo>
                <a:cubicBezTo>
                  <a:pt x="100411" y="14412"/>
                  <a:pt x="101232" y="14537"/>
                  <a:pt x="102004" y="14686"/>
                </a:cubicBezTo>
                <a:cubicBezTo>
                  <a:pt x="101158" y="14537"/>
                  <a:pt x="100311" y="14437"/>
                  <a:pt x="99490" y="14387"/>
                </a:cubicBezTo>
                <a:cubicBezTo>
                  <a:pt x="98868" y="14313"/>
                  <a:pt x="98245" y="14288"/>
                  <a:pt x="97623" y="14263"/>
                </a:cubicBezTo>
                <a:close/>
                <a:moveTo>
                  <a:pt x="90778" y="5252"/>
                </a:moveTo>
                <a:cubicBezTo>
                  <a:pt x="91475" y="5252"/>
                  <a:pt x="92172" y="5302"/>
                  <a:pt x="92844" y="5327"/>
                </a:cubicBezTo>
                <a:cubicBezTo>
                  <a:pt x="93143" y="5352"/>
                  <a:pt x="93417" y="5377"/>
                  <a:pt x="93690" y="5377"/>
                </a:cubicBezTo>
                <a:cubicBezTo>
                  <a:pt x="94064" y="5427"/>
                  <a:pt x="94462" y="5451"/>
                  <a:pt x="94835" y="5476"/>
                </a:cubicBezTo>
                <a:cubicBezTo>
                  <a:pt x="95184" y="5501"/>
                  <a:pt x="95532" y="5576"/>
                  <a:pt x="95881" y="5626"/>
                </a:cubicBezTo>
                <a:cubicBezTo>
                  <a:pt x="96155" y="5675"/>
                  <a:pt x="96453" y="5725"/>
                  <a:pt x="96752" y="5750"/>
                </a:cubicBezTo>
                <a:cubicBezTo>
                  <a:pt x="97125" y="5825"/>
                  <a:pt x="97499" y="5924"/>
                  <a:pt x="97872" y="5999"/>
                </a:cubicBezTo>
                <a:cubicBezTo>
                  <a:pt x="98121" y="6074"/>
                  <a:pt x="98320" y="6099"/>
                  <a:pt x="98544" y="6173"/>
                </a:cubicBezTo>
                <a:cubicBezTo>
                  <a:pt x="100934" y="8413"/>
                  <a:pt x="102651" y="11326"/>
                  <a:pt x="103622" y="14810"/>
                </a:cubicBezTo>
                <a:cubicBezTo>
                  <a:pt x="103398" y="14761"/>
                  <a:pt x="103149" y="14686"/>
                  <a:pt x="102900" y="14661"/>
                </a:cubicBezTo>
                <a:cubicBezTo>
                  <a:pt x="102850" y="14661"/>
                  <a:pt x="102751" y="14636"/>
                  <a:pt x="102676" y="14636"/>
                </a:cubicBezTo>
                <a:cubicBezTo>
                  <a:pt x="102402" y="14562"/>
                  <a:pt x="102153" y="14512"/>
                  <a:pt x="101880" y="14462"/>
                </a:cubicBezTo>
                <a:cubicBezTo>
                  <a:pt x="101780" y="14437"/>
                  <a:pt x="101680" y="14437"/>
                  <a:pt x="101606" y="14437"/>
                </a:cubicBezTo>
                <a:cubicBezTo>
                  <a:pt x="101357" y="14412"/>
                  <a:pt x="101108" y="14337"/>
                  <a:pt x="100859" y="14313"/>
                </a:cubicBezTo>
                <a:cubicBezTo>
                  <a:pt x="100735" y="14288"/>
                  <a:pt x="100610" y="14288"/>
                  <a:pt x="100486" y="14288"/>
                </a:cubicBezTo>
                <a:cubicBezTo>
                  <a:pt x="100262" y="14263"/>
                  <a:pt x="100038" y="14213"/>
                  <a:pt x="99789" y="14213"/>
                </a:cubicBezTo>
                <a:lnTo>
                  <a:pt x="99565" y="14213"/>
                </a:lnTo>
                <a:cubicBezTo>
                  <a:pt x="98377" y="14097"/>
                  <a:pt x="97138" y="14032"/>
                  <a:pt x="95864" y="14032"/>
                </a:cubicBezTo>
                <a:cubicBezTo>
                  <a:pt x="94949" y="14032"/>
                  <a:pt x="94015" y="14066"/>
                  <a:pt x="93068" y="14138"/>
                </a:cubicBezTo>
                <a:cubicBezTo>
                  <a:pt x="92023" y="10479"/>
                  <a:pt x="90031" y="7542"/>
                  <a:pt x="87219" y="5451"/>
                </a:cubicBezTo>
                <a:cubicBezTo>
                  <a:pt x="87318" y="5451"/>
                  <a:pt x="87418" y="5427"/>
                  <a:pt x="87542" y="5427"/>
                </a:cubicBezTo>
                <a:lnTo>
                  <a:pt x="88563" y="5327"/>
                </a:lnTo>
                <a:cubicBezTo>
                  <a:pt x="89309" y="5302"/>
                  <a:pt x="90056" y="5252"/>
                  <a:pt x="90778" y="5252"/>
                </a:cubicBezTo>
                <a:close/>
                <a:moveTo>
                  <a:pt x="48115" y="10056"/>
                </a:moveTo>
                <a:cubicBezTo>
                  <a:pt x="46173" y="11176"/>
                  <a:pt x="43609" y="12769"/>
                  <a:pt x="41867" y="13964"/>
                </a:cubicBezTo>
                <a:cubicBezTo>
                  <a:pt x="41444" y="14263"/>
                  <a:pt x="41046" y="14537"/>
                  <a:pt x="40573" y="14885"/>
                </a:cubicBezTo>
                <a:lnTo>
                  <a:pt x="40448" y="14885"/>
                </a:lnTo>
                <a:cubicBezTo>
                  <a:pt x="41892" y="13889"/>
                  <a:pt x="43311" y="12944"/>
                  <a:pt x="44729" y="12048"/>
                </a:cubicBezTo>
                <a:cubicBezTo>
                  <a:pt x="45153" y="11774"/>
                  <a:pt x="45601" y="11525"/>
                  <a:pt x="45999" y="11276"/>
                </a:cubicBezTo>
                <a:cubicBezTo>
                  <a:pt x="46721" y="10828"/>
                  <a:pt x="47393" y="10430"/>
                  <a:pt x="48115" y="10056"/>
                </a:cubicBezTo>
                <a:close/>
                <a:moveTo>
                  <a:pt x="98942" y="6248"/>
                </a:moveTo>
                <a:cubicBezTo>
                  <a:pt x="99017" y="6298"/>
                  <a:pt x="99042" y="6323"/>
                  <a:pt x="99067" y="6323"/>
                </a:cubicBezTo>
                <a:cubicBezTo>
                  <a:pt x="101357" y="8588"/>
                  <a:pt x="102975" y="11450"/>
                  <a:pt x="103896" y="14885"/>
                </a:cubicBezTo>
                <a:cubicBezTo>
                  <a:pt x="103871" y="14885"/>
                  <a:pt x="103846" y="14885"/>
                  <a:pt x="103846" y="14835"/>
                </a:cubicBezTo>
                <a:cubicBezTo>
                  <a:pt x="102900" y="11400"/>
                  <a:pt x="101257" y="8538"/>
                  <a:pt x="98942" y="6248"/>
                </a:cubicBezTo>
                <a:close/>
                <a:moveTo>
                  <a:pt x="99440" y="6472"/>
                </a:moveTo>
                <a:lnTo>
                  <a:pt x="99440" y="6472"/>
                </a:lnTo>
                <a:cubicBezTo>
                  <a:pt x="99540" y="6497"/>
                  <a:pt x="99614" y="6522"/>
                  <a:pt x="99689" y="6522"/>
                </a:cubicBezTo>
                <a:cubicBezTo>
                  <a:pt x="99888" y="6596"/>
                  <a:pt x="100112" y="6646"/>
                  <a:pt x="100311" y="6721"/>
                </a:cubicBezTo>
                <a:cubicBezTo>
                  <a:pt x="100386" y="6721"/>
                  <a:pt x="100436" y="6746"/>
                  <a:pt x="100535" y="6796"/>
                </a:cubicBezTo>
                <a:cubicBezTo>
                  <a:pt x="102776" y="9110"/>
                  <a:pt x="104269" y="12048"/>
                  <a:pt x="105090" y="15209"/>
                </a:cubicBezTo>
                <a:cubicBezTo>
                  <a:pt x="105016" y="15184"/>
                  <a:pt x="104991" y="15184"/>
                  <a:pt x="104916" y="15184"/>
                </a:cubicBezTo>
                <a:cubicBezTo>
                  <a:pt x="104866" y="15184"/>
                  <a:pt x="104842" y="15159"/>
                  <a:pt x="104767" y="15159"/>
                </a:cubicBezTo>
                <a:lnTo>
                  <a:pt x="104120" y="14960"/>
                </a:lnTo>
                <a:cubicBezTo>
                  <a:pt x="103224" y="11575"/>
                  <a:pt x="101631" y="8712"/>
                  <a:pt x="99440" y="6472"/>
                </a:cubicBezTo>
                <a:close/>
                <a:moveTo>
                  <a:pt x="100909" y="6920"/>
                </a:moveTo>
                <a:cubicBezTo>
                  <a:pt x="100934" y="6945"/>
                  <a:pt x="101008" y="6945"/>
                  <a:pt x="101033" y="6970"/>
                </a:cubicBezTo>
                <a:cubicBezTo>
                  <a:pt x="103149" y="9310"/>
                  <a:pt x="104543" y="12172"/>
                  <a:pt x="105339" y="15308"/>
                </a:cubicBezTo>
                <a:cubicBezTo>
                  <a:pt x="105290" y="15308"/>
                  <a:pt x="105290" y="15308"/>
                  <a:pt x="105265" y="15283"/>
                </a:cubicBezTo>
                <a:cubicBezTo>
                  <a:pt x="104493" y="12147"/>
                  <a:pt x="103049" y="9235"/>
                  <a:pt x="100909" y="6920"/>
                </a:cubicBezTo>
                <a:close/>
                <a:moveTo>
                  <a:pt x="67530" y="8961"/>
                </a:moveTo>
                <a:cubicBezTo>
                  <a:pt x="68077" y="8961"/>
                  <a:pt x="68650" y="8986"/>
                  <a:pt x="69173" y="9011"/>
                </a:cubicBezTo>
                <a:lnTo>
                  <a:pt x="69272" y="9011"/>
                </a:lnTo>
                <a:cubicBezTo>
                  <a:pt x="69397" y="9011"/>
                  <a:pt x="69521" y="9061"/>
                  <a:pt x="69621" y="9061"/>
                </a:cubicBezTo>
                <a:cubicBezTo>
                  <a:pt x="69745" y="9061"/>
                  <a:pt x="69820" y="9085"/>
                  <a:pt x="69944" y="9085"/>
                </a:cubicBezTo>
                <a:cubicBezTo>
                  <a:pt x="70118" y="9110"/>
                  <a:pt x="70268" y="9110"/>
                  <a:pt x="70417" y="9160"/>
                </a:cubicBezTo>
                <a:cubicBezTo>
                  <a:pt x="66310" y="10803"/>
                  <a:pt x="62103" y="12844"/>
                  <a:pt x="57847" y="15333"/>
                </a:cubicBezTo>
                <a:cubicBezTo>
                  <a:pt x="58046" y="13541"/>
                  <a:pt x="58420" y="11799"/>
                  <a:pt x="58967" y="10206"/>
                </a:cubicBezTo>
                <a:cubicBezTo>
                  <a:pt x="60560" y="9807"/>
                  <a:pt x="62079" y="9484"/>
                  <a:pt x="63547" y="9285"/>
                </a:cubicBezTo>
                <a:cubicBezTo>
                  <a:pt x="63572" y="9285"/>
                  <a:pt x="63647" y="9285"/>
                  <a:pt x="63672" y="9235"/>
                </a:cubicBezTo>
                <a:lnTo>
                  <a:pt x="63746" y="9235"/>
                </a:lnTo>
                <a:cubicBezTo>
                  <a:pt x="64095" y="9185"/>
                  <a:pt x="64443" y="9160"/>
                  <a:pt x="64792" y="9110"/>
                </a:cubicBezTo>
                <a:cubicBezTo>
                  <a:pt x="64991" y="9085"/>
                  <a:pt x="65190" y="9085"/>
                  <a:pt x="65414" y="9061"/>
                </a:cubicBezTo>
                <a:cubicBezTo>
                  <a:pt x="65663" y="9011"/>
                  <a:pt x="65862" y="9011"/>
                  <a:pt x="66136" y="8986"/>
                </a:cubicBezTo>
                <a:cubicBezTo>
                  <a:pt x="66584" y="8961"/>
                  <a:pt x="67057" y="8961"/>
                  <a:pt x="67530" y="8961"/>
                </a:cubicBezTo>
                <a:close/>
                <a:moveTo>
                  <a:pt x="40274" y="15084"/>
                </a:moveTo>
                <a:lnTo>
                  <a:pt x="40000" y="15283"/>
                </a:lnTo>
                <a:cubicBezTo>
                  <a:pt x="39950" y="15308"/>
                  <a:pt x="39901" y="15333"/>
                  <a:pt x="39876" y="15383"/>
                </a:cubicBezTo>
                <a:lnTo>
                  <a:pt x="39876" y="15333"/>
                </a:lnTo>
                <a:cubicBezTo>
                  <a:pt x="39876" y="15283"/>
                  <a:pt x="39926" y="15258"/>
                  <a:pt x="40000" y="15209"/>
                </a:cubicBezTo>
                <a:cubicBezTo>
                  <a:pt x="40025" y="15209"/>
                  <a:pt x="40025" y="15184"/>
                  <a:pt x="40050" y="15184"/>
                </a:cubicBezTo>
                <a:cubicBezTo>
                  <a:pt x="40075" y="15184"/>
                  <a:pt x="40100" y="15159"/>
                  <a:pt x="40150" y="15159"/>
                </a:cubicBezTo>
                <a:cubicBezTo>
                  <a:pt x="40174" y="15134"/>
                  <a:pt x="40199" y="15134"/>
                  <a:pt x="40274" y="15084"/>
                </a:cubicBezTo>
                <a:close/>
                <a:moveTo>
                  <a:pt x="110591" y="14163"/>
                </a:moveTo>
                <a:lnTo>
                  <a:pt x="110591" y="14163"/>
                </a:lnTo>
                <a:cubicBezTo>
                  <a:pt x="110741" y="14412"/>
                  <a:pt x="110890" y="14636"/>
                  <a:pt x="111064" y="14810"/>
                </a:cubicBezTo>
                <a:cubicBezTo>
                  <a:pt x="111201" y="15021"/>
                  <a:pt x="111347" y="15245"/>
                  <a:pt x="111496" y="15472"/>
                </a:cubicBezTo>
                <a:lnTo>
                  <a:pt x="111496" y="15472"/>
                </a:lnTo>
                <a:cubicBezTo>
                  <a:pt x="111250" y="15117"/>
                  <a:pt x="111073" y="14883"/>
                  <a:pt x="111015" y="14810"/>
                </a:cubicBezTo>
                <a:cubicBezTo>
                  <a:pt x="110965" y="14761"/>
                  <a:pt x="110940" y="14686"/>
                  <a:pt x="110865" y="14636"/>
                </a:cubicBezTo>
                <a:cubicBezTo>
                  <a:pt x="110840" y="14562"/>
                  <a:pt x="110766" y="14512"/>
                  <a:pt x="110741" y="14412"/>
                </a:cubicBezTo>
                <a:cubicBezTo>
                  <a:pt x="110741" y="14412"/>
                  <a:pt x="110741" y="14387"/>
                  <a:pt x="110716" y="14387"/>
                </a:cubicBezTo>
                <a:cubicBezTo>
                  <a:pt x="110691" y="14337"/>
                  <a:pt x="110691" y="14313"/>
                  <a:pt x="110641" y="14288"/>
                </a:cubicBezTo>
                <a:cubicBezTo>
                  <a:pt x="110616" y="14263"/>
                  <a:pt x="110591" y="14188"/>
                  <a:pt x="110591" y="14163"/>
                </a:cubicBezTo>
                <a:close/>
                <a:moveTo>
                  <a:pt x="58738" y="10296"/>
                </a:moveTo>
                <a:lnTo>
                  <a:pt x="58738" y="10296"/>
                </a:lnTo>
                <a:cubicBezTo>
                  <a:pt x="58193" y="11934"/>
                  <a:pt x="57822" y="13671"/>
                  <a:pt x="57623" y="15507"/>
                </a:cubicBezTo>
                <a:cubicBezTo>
                  <a:pt x="57598" y="15507"/>
                  <a:pt x="57598" y="15532"/>
                  <a:pt x="57573" y="15532"/>
                </a:cubicBezTo>
                <a:cubicBezTo>
                  <a:pt x="57748" y="13690"/>
                  <a:pt x="58096" y="11948"/>
                  <a:pt x="58693" y="10305"/>
                </a:cubicBezTo>
                <a:cubicBezTo>
                  <a:pt x="58711" y="10305"/>
                  <a:pt x="58730" y="10305"/>
                  <a:pt x="58738" y="10296"/>
                </a:cubicBezTo>
                <a:close/>
                <a:moveTo>
                  <a:pt x="39677" y="15458"/>
                </a:moveTo>
                <a:lnTo>
                  <a:pt x="39677" y="15507"/>
                </a:lnTo>
                <a:cubicBezTo>
                  <a:pt x="39627" y="15532"/>
                  <a:pt x="39577" y="15557"/>
                  <a:pt x="39527" y="15582"/>
                </a:cubicBezTo>
                <a:cubicBezTo>
                  <a:pt x="39552" y="15557"/>
                  <a:pt x="39552" y="15557"/>
                  <a:pt x="39577" y="15557"/>
                </a:cubicBezTo>
                <a:lnTo>
                  <a:pt x="39677" y="15458"/>
                </a:lnTo>
                <a:close/>
                <a:moveTo>
                  <a:pt x="62452" y="4082"/>
                </a:moveTo>
                <a:lnTo>
                  <a:pt x="62452" y="4082"/>
                </a:lnTo>
                <a:cubicBezTo>
                  <a:pt x="61954" y="4481"/>
                  <a:pt x="61506" y="4954"/>
                  <a:pt x="61083" y="5476"/>
                </a:cubicBezTo>
                <a:cubicBezTo>
                  <a:pt x="55209" y="8015"/>
                  <a:pt x="49210" y="11450"/>
                  <a:pt x="43286" y="15657"/>
                </a:cubicBezTo>
                <a:cubicBezTo>
                  <a:pt x="42390" y="15159"/>
                  <a:pt x="41618" y="14885"/>
                  <a:pt x="40946" y="14835"/>
                </a:cubicBezTo>
                <a:cubicBezTo>
                  <a:pt x="48239" y="9782"/>
                  <a:pt x="55632" y="6123"/>
                  <a:pt x="62452" y="4082"/>
                </a:cubicBezTo>
                <a:close/>
                <a:moveTo>
                  <a:pt x="70915" y="9235"/>
                </a:moveTo>
                <a:cubicBezTo>
                  <a:pt x="66659" y="10927"/>
                  <a:pt x="62228" y="13068"/>
                  <a:pt x="57822" y="15682"/>
                </a:cubicBezTo>
                <a:lnTo>
                  <a:pt x="57822" y="15632"/>
                </a:lnTo>
                <a:cubicBezTo>
                  <a:pt x="62178" y="13068"/>
                  <a:pt x="66534" y="10927"/>
                  <a:pt x="70815" y="9235"/>
                </a:cubicBezTo>
                <a:close/>
                <a:moveTo>
                  <a:pt x="86571" y="5451"/>
                </a:moveTo>
                <a:cubicBezTo>
                  <a:pt x="89484" y="7468"/>
                  <a:pt x="91550" y="10430"/>
                  <a:pt x="92645" y="14089"/>
                </a:cubicBezTo>
                <a:cubicBezTo>
                  <a:pt x="89832" y="14337"/>
                  <a:pt x="86845" y="14885"/>
                  <a:pt x="83759" y="15706"/>
                </a:cubicBezTo>
                <a:cubicBezTo>
                  <a:pt x="82390" y="12421"/>
                  <a:pt x="80573" y="9434"/>
                  <a:pt x="78283" y="6995"/>
                </a:cubicBezTo>
                <a:cubicBezTo>
                  <a:pt x="79477" y="6696"/>
                  <a:pt x="80622" y="6422"/>
                  <a:pt x="81767" y="6173"/>
                </a:cubicBezTo>
                <a:cubicBezTo>
                  <a:pt x="81892" y="6123"/>
                  <a:pt x="81991" y="6123"/>
                  <a:pt x="82116" y="6099"/>
                </a:cubicBezTo>
                <a:cubicBezTo>
                  <a:pt x="82763" y="5974"/>
                  <a:pt x="83410" y="5850"/>
                  <a:pt x="84033" y="5750"/>
                </a:cubicBezTo>
                <a:cubicBezTo>
                  <a:pt x="84306" y="5725"/>
                  <a:pt x="84555" y="5700"/>
                  <a:pt x="84829" y="5675"/>
                </a:cubicBezTo>
                <a:cubicBezTo>
                  <a:pt x="85327" y="5601"/>
                  <a:pt x="85825" y="5501"/>
                  <a:pt x="86323" y="5476"/>
                </a:cubicBezTo>
                <a:cubicBezTo>
                  <a:pt x="86422" y="5451"/>
                  <a:pt x="86472" y="5451"/>
                  <a:pt x="86571" y="5451"/>
                </a:cubicBezTo>
                <a:close/>
                <a:moveTo>
                  <a:pt x="60834" y="5750"/>
                </a:moveTo>
                <a:lnTo>
                  <a:pt x="60834" y="5750"/>
                </a:lnTo>
                <a:cubicBezTo>
                  <a:pt x="60809" y="5825"/>
                  <a:pt x="60784" y="5875"/>
                  <a:pt x="60734" y="5924"/>
                </a:cubicBezTo>
                <a:cubicBezTo>
                  <a:pt x="55109" y="8389"/>
                  <a:pt x="49285" y="11699"/>
                  <a:pt x="43535" y="15781"/>
                </a:cubicBezTo>
                <a:cubicBezTo>
                  <a:pt x="43510" y="15781"/>
                  <a:pt x="43510" y="15756"/>
                  <a:pt x="43460" y="15756"/>
                </a:cubicBezTo>
                <a:cubicBezTo>
                  <a:pt x="49235" y="11674"/>
                  <a:pt x="55109" y="8289"/>
                  <a:pt x="60834" y="5750"/>
                </a:cubicBezTo>
                <a:close/>
                <a:moveTo>
                  <a:pt x="40921" y="15034"/>
                </a:moveTo>
                <a:cubicBezTo>
                  <a:pt x="41046" y="15034"/>
                  <a:pt x="41170" y="15059"/>
                  <a:pt x="41319" y="15059"/>
                </a:cubicBezTo>
                <a:cubicBezTo>
                  <a:pt x="41867" y="15184"/>
                  <a:pt x="42440" y="15408"/>
                  <a:pt x="43112" y="15781"/>
                </a:cubicBezTo>
                <a:lnTo>
                  <a:pt x="43062" y="15806"/>
                </a:lnTo>
                <a:cubicBezTo>
                  <a:pt x="43012" y="15781"/>
                  <a:pt x="42987" y="15756"/>
                  <a:pt x="42912" y="15706"/>
                </a:cubicBezTo>
                <a:cubicBezTo>
                  <a:pt x="42863" y="15682"/>
                  <a:pt x="42813" y="15657"/>
                  <a:pt x="42763" y="15657"/>
                </a:cubicBezTo>
                <a:cubicBezTo>
                  <a:pt x="42664" y="15632"/>
                  <a:pt x="42564" y="15557"/>
                  <a:pt x="42489" y="15532"/>
                </a:cubicBezTo>
                <a:cubicBezTo>
                  <a:pt x="42415" y="15507"/>
                  <a:pt x="42365" y="15458"/>
                  <a:pt x="42265" y="15433"/>
                </a:cubicBezTo>
                <a:cubicBezTo>
                  <a:pt x="42191" y="15408"/>
                  <a:pt x="42141" y="15383"/>
                  <a:pt x="42066" y="15383"/>
                </a:cubicBezTo>
                <a:cubicBezTo>
                  <a:pt x="41991" y="15333"/>
                  <a:pt x="41917" y="15308"/>
                  <a:pt x="41867" y="15283"/>
                </a:cubicBezTo>
                <a:cubicBezTo>
                  <a:pt x="41792" y="15258"/>
                  <a:pt x="41767" y="15258"/>
                  <a:pt x="41693" y="15209"/>
                </a:cubicBezTo>
                <a:cubicBezTo>
                  <a:pt x="41643" y="15184"/>
                  <a:pt x="41543" y="15159"/>
                  <a:pt x="41494" y="15159"/>
                </a:cubicBezTo>
                <a:cubicBezTo>
                  <a:pt x="41419" y="15159"/>
                  <a:pt x="41369" y="15134"/>
                  <a:pt x="41295" y="15134"/>
                </a:cubicBezTo>
                <a:cubicBezTo>
                  <a:pt x="41245" y="15134"/>
                  <a:pt x="41170" y="15084"/>
                  <a:pt x="41120" y="15084"/>
                </a:cubicBezTo>
                <a:cubicBezTo>
                  <a:pt x="40996" y="15084"/>
                  <a:pt x="40896" y="15059"/>
                  <a:pt x="40772" y="15059"/>
                </a:cubicBezTo>
                <a:cubicBezTo>
                  <a:pt x="40697" y="15059"/>
                  <a:pt x="40647" y="15059"/>
                  <a:pt x="40573" y="15084"/>
                </a:cubicBezTo>
                <a:cubicBezTo>
                  <a:pt x="40622" y="15059"/>
                  <a:pt x="40647" y="15059"/>
                  <a:pt x="40672" y="15034"/>
                </a:cubicBezTo>
                <a:close/>
                <a:moveTo>
                  <a:pt x="78084" y="7069"/>
                </a:moveTo>
                <a:cubicBezTo>
                  <a:pt x="80374" y="9459"/>
                  <a:pt x="82216" y="12471"/>
                  <a:pt x="83585" y="15781"/>
                </a:cubicBezTo>
                <a:cubicBezTo>
                  <a:pt x="83560" y="15781"/>
                  <a:pt x="83560" y="15781"/>
                  <a:pt x="83510" y="15806"/>
                </a:cubicBezTo>
                <a:cubicBezTo>
                  <a:pt x="82141" y="12520"/>
                  <a:pt x="80324" y="9534"/>
                  <a:pt x="78009" y="7094"/>
                </a:cubicBezTo>
                <a:cubicBezTo>
                  <a:pt x="78034" y="7094"/>
                  <a:pt x="78034" y="7094"/>
                  <a:pt x="78084" y="7069"/>
                </a:cubicBezTo>
                <a:close/>
                <a:moveTo>
                  <a:pt x="57623" y="15756"/>
                </a:moveTo>
                <a:lnTo>
                  <a:pt x="57623" y="15806"/>
                </a:lnTo>
                <a:cubicBezTo>
                  <a:pt x="57598" y="15806"/>
                  <a:pt x="57598" y="15831"/>
                  <a:pt x="57573" y="15831"/>
                </a:cubicBezTo>
                <a:lnTo>
                  <a:pt x="57573" y="15781"/>
                </a:lnTo>
                <a:cubicBezTo>
                  <a:pt x="57598" y="15781"/>
                  <a:pt x="57598" y="15756"/>
                  <a:pt x="57623" y="15756"/>
                </a:cubicBezTo>
                <a:close/>
                <a:moveTo>
                  <a:pt x="92695" y="14288"/>
                </a:moveTo>
                <a:cubicBezTo>
                  <a:pt x="92695" y="14313"/>
                  <a:pt x="92720" y="14337"/>
                  <a:pt x="92720" y="14387"/>
                </a:cubicBezTo>
                <a:cubicBezTo>
                  <a:pt x="89907" y="14636"/>
                  <a:pt x="86945" y="15159"/>
                  <a:pt x="83858" y="16005"/>
                </a:cubicBezTo>
                <a:cubicBezTo>
                  <a:pt x="83858" y="15955"/>
                  <a:pt x="83833" y="15931"/>
                  <a:pt x="83833" y="15906"/>
                </a:cubicBezTo>
                <a:cubicBezTo>
                  <a:pt x="86895" y="15059"/>
                  <a:pt x="89907" y="14537"/>
                  <a:pt x="92695" y="14288"/>
                </a:cubicBezTo>
                <a:close/>
                <a:moveTo>
                  <a:pt x="110635" y="14700"/>
                </a:moveTo>
                <a:cubicBezTo>
                  <a:pt x="110653" y="14721"/>
                  <a:pt x="110672" y="14742"/>
                  <a:pt x="110691" y="14761"/>
                </a:cubicBezTo>
                <a:cubicBezTo>
                  <a:pt x="110766" y="14885"/>
                  <a:pt x="110840" y="15010"/>
                  <a:pt x="110940" y="15159"/>
                </a:cubicBezTo>
                <a:cubicBezTo>
                  <a:pt x="111073" y="15425"/>
                  <a:pt x="111206" y="15712"/>
                  <a:pt x="111340" y="16018"/>
                </a:cubicBezTo>
                <a:lnTo>
                  <a:pt x="111340" y="16018"/>
                </a:lnTo>
                <a:cubicBezTo>
                  <a:pt x="111306" y="15954"/>
                  <a:pt x="111272" y="15892"/>
                  <a:pt x="111239" y="15831"/>
                </a:cubicBezTo>
                <a:cubicBezTo>
                  <a:pt x="111089" y="15557"/>
                  <a:pt x="110965" y="15283"/>
                  <a:pt x="110815" y="15010"/>
                </a:cubicBezTo>
                <a:cubicBezTo>
                  <a:pt x="110755" y="14902"/>
                  <a:pt x="110695" y="14799"/>
                  <a:pt x="110635" y="14700"/>
                </a:cubicBezTo>
                <a:close/>
                <a:moveTo>
                  <a:pt x="83634" y="15955"/>
                </a:moveTo>
                <a:cubicBezTo>
                  <a:pt x="83634" y="16005"/>
                  <a:pt x="83684" y="16030"/>
                  <a:pt x="83684" y="16055"/>
                </a:cubicBezTo>
                <a:cubicBezTo>
                  <a:pt x="83634" y="16055"/>
                  <a:pt x="83634" y="16055"/>
                  <a:pt x="83609" y="16080"/>
                </a:cubicBezTo>
                <a:cubicBezTo>
                  <a:pt x="83609" y="16030"/>
                  <a:pt x="83609" y="16005"/>
                  <a:pt x="83585" y="15955"/>
                </a:cubicBezTo>
                <a:close/>
                <a:moveTo>
                  <a:pt x="60486" y="6223"/>
                </a:moveTo>
                <a:lnTo>
                  <a:pt x="60486" y="6223"/>
                </a:lnTo>
                <a:cubicBezTo>
                  <a:pt x="59789" y="7244"/>
                  <a:pt x="59166" y="8488"/>
                  <a:pt x="58619" y="9857"/>
                </a:cubicBezTo>
                <a:cubicBezTo>
                  <a:pt x="57847" y="10081"/>
                  <a:pt x="57051" y="10330"/>
                  <a:pt x="56229" y="10604"/>
                </a:cubicBezTo>
                <a:cubicBezTo>
                  <a:pt x="55433" y="10903"/>
                  <a:pt x="54611" y="11176"/>
                  <a:pt x="53815" y="11525"/>
                </a:cubicBezTo>
                <a:cubicBezTo>
                  <a:pt x="52520" y="12023"/>
                  <a:pt x="51201" y="12645"/>
                  <a:pt x="49882" y="13267"/>
                </a:cubicBezTo>
                <a:cubicBezTo>
                  <a:pt x="49708" y="13342"/>
                  <a:pt x="49484" y="13441"/>
                  <a:pt x="49285" y="13541"/>
                </a:cubicBezTo>
                <a:cubicBezTo>
                  <a:pt x="49260" y="13541"/>
                  <a:pt x="49260" y="13566"/>
                  <a:pt x="49235" y="13566"/>
                </a:cubicBezTo>
                <a:cubicBezTo>
                  <a:pt x="48861" y="13765"/>
                  <a:pt x="48463" y="13939"/>
                  <a:pt x="48090" y="14163"/>
                </a:cubicBezTo>
                <a:cubicBezTo>
                  <a:pt x="48040" y="14163"/>
                  <a:pt x="48040" y="14188"/>
                  <a:pt x="48015" y="14188"/>
                </a:cubicBezTo>
                <a:cubicBezTo>
                  <a:pt x="47916" y="14263"/>
                  <a:pt x="47841" y="14313"/>
                  <a:pt x="47741" y="14337"/>
                </a:cubicBezTo>
                <a:cubicBezTo>
                  <a:pt x="47169" y="14636"/>
                  <a:pt x="46646" y="14935"/>
                  <a:pt x="46099" y="15258"/>
                </a:cubicBezTo>
                <a:cubicBezTo>
                  <a:pt x="45899" y="15333"/>
                  <a:pt x="45750" y="15433"/>
                  <a:pt x="45551" y="15532"/>
                </a:cubicBezTo>
                <a:cubicBezTo>
                  <a:pt x="45227" y="15706"/>
                  <a:pt x="44904" y="15931"/>
                  <a:pt x="44555" y="16105"/>
                </a:cubicBezTo>
                <a:cubicBezTo>
                  <a:pt x="44481" y="16179"/>
                  <a:pt x="44381" y="16204"/>
                  <a:pt x="44281" y="16279"/>
                </a:cubicBezTo>
                <a:cubicBezTo>
                  <a:pt x="44107" y="16155"/>
                  <a:pt x="43883" y="16030"/>
                  <a:pt x="43684" y="15906"/>
                </a:cubicBezTo>
                <a:cubicBezTo>
                  <a:pt x="49334" y="11923"/>
                  <a:pt x="54985" y="8687"/>
                  <a:pt x="60486" y="6223"/>
                </a:cubicBezTo>
                <a:close/>
                <a:moveTo>
                  <a:pt x="92844" y="14761"/>
                </a:moveTo>
                <a:lnTo>
                  <a:pt x="92844" y="14786"/>
                </a:lnTo>
                <a:lnTo>
                  <a:pt x="92844" y="14810"/>
                </a:lnTo>
                <a:cubicBezTo>
                  <a:pt x="92670" y="14810"/>
                  <a:pt x="92545" y="14835"/>
                  <a:pt x="92396" y="14885"/>
                </a:cubicBezTo>
                <a:cubicBezTo>
                  <a:pt x="92147" y="14935"/>
                  <a:pt x="91898" y="14960"/>
                  <a:pt x="91649" y="15034"/>
                </a:cubicBezTo>
                <a:cubicBezTo>
                  <a:pt x="91276" y="15134"/>
                  <a:pt x="90903" y="15209"/>
                  <a:pt x="90529" y="15333"/>
                </a:cubicBezTo>
                <a:cubicBezTo>
                  <a:pt x="90230" y="15408"/>
                  <a:pt x="89957" y="15507"/>
                  <a:pt x="89683" y="15557"/>
                </a:cubicBezTo>
                <a:cubicBezTo>
                  <a:pt x="89334" y="15657"/>
                  <a:pt x="89036" y="15806"/>
                  <a:pt x="88687" y="15906"/>
                </a:cubicBezTo>
                <a:cubicBezTo>
                  <a:pt x="88364" y="16005"/>
                  <a:pt x="88090" y="16130"/>
                  <a:pt x="87791" y="16204"/>
                </a:cubicBezTo>
                <a:cubicBezTo>
                  <a:pt x="87722" y="16231"/>
                  <a:pt x="87656" y="16257"/>
                  <a:pt x="87591" y="16284"/>
                </a:cubicBezTo>
                <a:lnTo>
                  <a:pt x="87591" y="16284"/>
                </a:lnTo>
                <a:cubicBezTo>
                  <a:pt x="87673" y="16248"/>
                  <a:pt x="87756" y="16213"/>
                  <a:pt x="87841" y="16179"/>
                </a:cubicBezTo>
                <a:lnTo>
                  <a:pt x="88588" y="15906"/>
                </a:lnTo>
                <a:cubicBezTo>
                  <a:pt x="88961" y="15781"/>
                  <a:pt x="89334" y="15632"/>
                  <a:pt x="89733" y="15507"/>
                </a:cubicBezTo>
                <a:lnTo>
                  <a:pt x="90479" y="15308"/>
                </a:lnTo>
                <a:cubicBezTo>
                  <a:pt x="90878" y="15184"/>
                  <a:pt x="91301" y="15084"/>
                  <a:pt x="91699" y="14960"/>
                </a:cubicBezTo>
                <a:cubicBezTo>
                  <a:pt x="91948" y="14910"/>
                  <a:pt x="92222" y="14885"/>
                  <a:pt x="92471" y="14810"/>
                </a:cubicBezTo>
                <a:cubicBezTo>
                  <a:pt x="92595" y="14786"/>
                  <a:pt x="92720" y="14761"/>
                  <a:pt x="92844" y="14761"/>
                </a:cubicBezTo>
                <a:close/>
                <a:moveTo>
                  <a:pt x="77835" y="7144"/>
                </a:moveTo>
                <a:cubicBezTo>
                  <a:pt x="80100" y="9558"/>
                  <a:pt x="81967" y="12570"/>
                  <a:pt x="83336" y="15881"/>
                </a:cubicBezTo>
                <a:cubicBezTo>
                  <a:pt x="82813" y="16030"/>
                  <a:pt x="82265" y="16179"/>
                  <a:pt x="81718" y="16329"/>
                </a:cubicBezTo>
                <a:cubicBezTo>
                  <a:pt x="81718" y="16304"/>
                  <a:pt x="81693" y="16304"/>
                  <a:pt x="81693" y="16279"/>
                </a:cubicBezTo>
                <a:cubicBezTo>
                  <a:pt x="81593" y="16080"/>
                  <a:pt x="81519" y="15931"/>
                  <a:pt x="81444" y="15781"/>
                </a:cubicBezTo>
                <a:cubicBezTo>
                  <a:pt x="81394" y="15731"/>
                  <a:pt x="81394" y="15682"/>
                  <a:pt x="81369" y="15657"/>
                </a:cubicBezTo>
                <a:cubicBezTo>
                  <a:pt x="81344" y="15582"/>
                  <a:pt x="81270" y="15482"/>
                  <a:pt x="81245" y="15433"/>
                </a:cubicBezTo>
                <a:lnTo>
                  <a:pt x="80971" y="14960"/>
                </a:lnTo>
                <a:cubicBezTo>
                  <a:pt x="80946" y="14935"/>
                  <a:pt x="80896" y="14860"/>
                  <a:pt x="80871" y="14835"/>
                </a:cubicBezTo>
                <a:cubicBezTo>
                  <a:pt x="80847" y="14810"/>
                  <a:pt x="80847" y="14786"/>
                  <a:pt x="80822" y="14761"/>
                </a:cubicBezTo>
                <a:cubicBezTo>
                  <a:pt x="80747" y="14686"/>
                  <a:pt x="80722" y="14586"/>
                  <a:pt x="80647" y="14537"/>
                </a:cubicBezTo>
                <a:cubicBezTo>
                  <a:pt x="80598" y="14437"/>
                  <a:pt x="80498" y="14337"/>
                  <a:pt x="80448" y="14238"/>
                </a:cubicBezTo>
                <a:cubicBezTo>
                  <a:pt x="80448" y="14238"/>
                  <a:pt x="80448" y="14213"/>
                  <a:pt x="80398" y="14213"/>
                </a:cubicBezTo>
                <a:cubicBezTo>
                  <a:pt x="80274" y="14039"/>
                  <a:pt x="80150" y="13865"/>
                  <a:pt x="80000" y="13690"/>
                </a:cubicBezTo>
                <a:cubicBezTo>
                  <a:pt x="79950" y="13616"/>
                  <a:pt x="79901" y="13566"/>
                  <a:pt x="79851" y="13491"/>
                </a:cubicBezTo>
                <a:cubicBezTo>
                  <a:pt x="79726" y="13342"/>
                  <a:pt x="79602" y="13217"/>
                  <a:pt x="79477" y="13068"/>
                </a:cubicBezTo>
                <a:lnTo>
                  <a:pt x="79378" y="12944"/>
                </a:lnTo>
                <a:lnTo>
                  <a:pt x="79328" y="12869"/>
                </a:lnTo>
                <a:lnTo>
                  <a:pt x="79229" y="12794"/>
                </a:lnTo>
                <a:lnTo>
                  <a:pt x="79204" y="12720"/>
                </a:lnTo>
                <a:lnTo>
                  <a:pt x="79079" y="12595"/>
                </a:lnTo>
                <a:cubicBezTo>
                  <a:pt x="78905" y="12446"/>
                  <a:pt x="78756" y="12296"/>
                  <a:pt x="78581" y="12122"/>
                </a:cubicBezTo>
                <a:cubicBezTo>
                  <a:pt x="78482" y="12048"/>
                  <a:pt x="78357" y="11948"/>
                  <a:pt x="78258" y="11848"/>
                </a:cubicBezTo>
                <a:cubicBezTo>
                  <a:pt x="78059" y="11699"/>
                  <a:pt x="77884" y="11575"/>
                  <a:pt x="77685" y="11425"/>
                </a:cubicBezTo>
                <a:cubicBezTo>
                  <a:pt x="77536" y="11301"/>
                  <a:pt x="77387" y="11201"/>
                  <a:pt x="77188" y="11077"/>
                </a:cubicBezTo>
                <a:cubicBezTo>
                  <a:pt x="76988" y="10952"/>
                  <a:pt x="76789" y="10803"/>
                  <a:pt x="76565" y="10679"/>
                </a:cubicBezTo>
                <a:cubicBezTo>
                  <a:pt x="76416" y="10579"/>
                  <a:pt x="76242" y="10479"/>
                  <a:pt x="76067" y="10405"/>
                </a:cubicBezTo>
                <a:cubicBezTo>
                  <a:pt x="75943" y="10330"/>
                  <a:pt x="75794" y="10230"/>
                  <a:pt x="75669" y="10181"/>
                </a:cubicBezTo>
                <a:cubicBezTo>
                  <a:pt x="75495" y="10081"/>
                  <a:pt x="75296" y="9982"/>
                  <a:pt x="75072" y="9882"/>
                </a:cubicBezTo>
                <a:cubicBezTo>
                  <a:pt x="74947" y="9832"/>
                  <a:pt x="74823" y="9807"/>
                  <a:pt x="74698" y="9733"/>
                </a:cubicBezTo>
                <a:cubicBezTo>
                  <a:pt x="74649" y="9708"/>
                  <a:pt x="74624" y="9708"/>
                  <a:pt x="74549" y="9683"/>
                </a:cubicBezTo>
                <a:cubicBezTo>
                  <a:pt x="75246" y="8936"/>
                  <a:pt x="75968" y="8165"/>
                  <a:pt x="76715" y="7468"/>
                </a:cubicBezTo>
                <a:cubicBezTo>
                  <a:pt x="77063" y="7343"/>
                  <a:pt x="77436" y="7244"/>
                  <a:pt x="77835" y="7144"/>
                </a:cubicBezTo>
                <a:close/>
                <a:moveTo>
                  <a:pt x="58619" y="10031"/>
                </a:moveTo>
                <a:lnTo>
                  <a:pt x="58619" y="10056"/>
                </a:lnTo>
                <a:lnTo>
                  <a:pt x="58619" y="10081"/>
                </a:lnTo>
                <a:cubicBezTo>
                  <a:pt x="58469" y="10181"/>
                  <a:pt x="58370" y="10181"/>
                  <a:pt x="58320" y="10206"/>
                </a:cubicBezTo>
                <a:cubicBezTo>
                  <a:pt x="58121" y="10280"/>
                  <a:pt x="57922" y="10305"/>
                  <a:pt x="57723" y="10355"/>
                </a:cubicBezTo>
                <a:lnTo>
                  <a:pt x="56603" y="10728"/>
                </a:lnTo>
                <a:cubicBezTo>
                  <a:pt x="56379" y="10803"/>
                  <a:pt x="56204" y="10853"/>
                  <a:pt x="55980" y="10927"/>
                </a:cubicBezTo>
                <a:cubicBezTo>
                  <a:pt x="55607" y="11052"/>
                  <a:pt x="55209" y="11201"/>
                  <a:pt x="54810" y="11351"/>
                </a:cubicBezTo>
                <a:cubicBezTo>
                  <a:pt x="54611" y="11425"/>
                  <a:pt x="54387" y="11525"/>
                  <a:pt x="54213" y="11575"/>
                </a:cubicBezTo>
                <a:cubicBezTo>
                  <a:pt x="53815" y="11724"/>
                  <a:pt x="53392" y="11898"/>
                  <a:pt x="53018" y="12072"/>
                </a:cubicBezTo>
                <a:cubicBezTo>
                  <a:pt x="52844" y="12172"/>
                  <a:pt x="52620" y="12222"/>
                  <a:pt x="52446" y="12321"/>
                </a:cubicBezTo>
                <a:cubicBezTo>
                  <a:pt x="52023" y="12471"/>
                  <a:pt x="51649" y="12670"/>
                  <a:pt x="51251" y="12844"/>
                </a:cubicBezTo>
                <a:cubicBezTo>
                  <a:pt x="51027" y="12944"/>
                  <a:pt x="50853" y="13043"/>
                  <a:pt x="50629" y="13143"/>
                </a:cubicBezTo>
                <a:cubicBezTo>
                  <a:pt x="50255" y="13317"/>
                  <a:pt x="49857" y="13516"/>
                  <a:pt x="49484" y="13690"/>
                </a:cubicBezTo>
                <a:cubicBezTo>
                  <a:pt x="49260" y="13790"/>
                  <a:pt x="49036" y="13914"/>
                  <a:pt x="48837" y="14014"/>
                </a:cubicBezTo>
                <a:cubicBezTo>
                  <a:pt x="48463" y="14188"/>
                  <a:pt x="48040" y="14412"/>
                  <a:pt x="47667" y="14636"/>
                </a:cubicBezTo>
                <a:cubicBezTo>
                  <a:pt x="47468" y="14761"/>
                  <a:pt x="47244" y="14835"/>
                  <a:pt x="47019" y="14960"/>
                </a:cubicBezTo>
                <a:cubicBezTo>
                  <a:pt x="46771" y="15084"/>
                  <a:pt x="46522" y="15258"/>
                  <a:pt x="46273" y="15408"/>
                </a:cubicBezTo>
                <a:cubicBezTo>
                  <a:pt x="46099" y="15507"/>
                  <a:pt x="45924" y="15582"/>
                  <a:pt x="45750" y="15706"/>
                </a:cubicBezTo>
                <a:cubicBezTo>
                  <a:pt x="45551" y="15831"/>
                  <a:pt x="45377" y="15931"/>
                  <a:pt x="45178" y="16030"/>
                </a:cubicBezTo>
                <a:cubicBezTo>
                  <a:pt x="45028" y="16130"/>
                  <a:pt x="44904" y="16204"/>
                  <a:pt x="44754" y="16279"/>
                </a:cubicBezTo>
                <a:cubicBezTo>
                  <a:pt x="44680" y="16304"/>
                  <a:pt x="44630" y="16329"/>
                  <a:pt x="44555" y="16403"/>
                </a:cubicBezTo>
                <a:lnTo>
                  <a:pt x="44530" y="16379"/>
                </a:lnTo>
                <a:cubicBezTo>
                  <a:pt x="44530" y="16379"/>
                  <a:pt x="44505" y="16379"/>
                  <a:pt x="44505" y="16329"/>
                </a:cubicBezTo>
                <a:cubicBezTo>
                  <a:pt x="44555" y="16304"/>
                  <a:pt x="44605" y="16279"/>
                  <a:pt x="44655" y="16254"/>
                </a:cubicBezTo>
                <a:cubicBezTo>
                  <a:pt x="44779" y="16155"/>
                  <a:pt x="44929" y="16080"/>
                  <a:pt x="45053" y="16005"/>
                </a:cubicBezTo>
                <a:cubicBezTo>
                  <a:pt x="45277" y="15881"/>
                  <a:pt x="45476" y="15756"/>
                  <a:pt x="45675" y="15632"/>
                </a:cubicBezTo>
                <a:cubicBezTo>
                  <a:pt x="45850" y="15532"/>
                  <a:pt x="45999" y="15433"/>
                  <a:pt x="46173" y="15333"/>
                </a:cubicBezTo>
                <a:lnTo>
                  <a:pt x="46223" y="15333"/>
                </a:lnTo>
                <a:cubicBezTo>
                  <a:pt x="50454" y="12944"/>
                  <a:pt x="54636" y="11151"/>
                  <a:pt x="58619" y="10031"/>
                </a:cubicBezTo>
                <a:close/>
                <a:moveTo>
                  <a:pt x="43510" y="16030"/>
                </a:moveTo>
                <a:cubicBezTo>
                  <a:pt x="43734" y="16130"/>
                  <a:pt x="43908" y="16254"/>
                  <a:pt x="44107" y="16403"/>
                </a:cubicBezTo>
                <a:cubicBezTo>
                  <a:pt x="44057" y="16403"/>
                  <a:pt x="44057" y="16428"/>
                  <a:pt x="44033" y="16428"/>
                </a:cubicBezTo>
                <a:cubicBezTo>
                  <a:pt x="43933" y="16379"/>
                  <a:pt x="43883" y="16329"/>
                  <a:pt x="43809" y="16279"/>
                </a:cubicBezTo>
                <a:lnTo>
                  <a:pt x="43784" y="16279"/>
                </a:lnTo>
                <a:cubicBezTo>
                  <a:pt x="43659" y="16204"/>
                  <a:pt x="43560" y="16155"/>
                  <a:pt x="43435" y="16055"/>
                </a:cubicBezTo>
                <a:cubicBezTo>
                  <a:pt x="43485" y="16055"/>
                  <a:pt x="43485" y="16030"/>
                  <a:pt x="43510" y="16030"/>
                </a:cubicBezTo>
                <a:close/>
                <a:moveTo>
                  <a:pt x="44281" y="16503"/>
                </a:moveTo>
                <a:cubicBezTo>
                  <a:pt x="44306" y="16503"/>
                  <a:pt x="44306" y="16503"/>
                  <a:pt x="44356" y="16528"/>
                </a:cubicBezTo>
                <a:cubicBezTo>
                  <a:pt x="44306" y="16528"/>
                  <a:pt x="44306" y="16553"/>
                  <a:pt x="44281" y="16553"/>
                </a:cubicBezTo>
                <a:lnTo>
                  <a:pt x="44257" y="16553"/>
                </a:lnTo>
                <a:cubicBezTo>
                  <a:pt x="44257" y="16553"/>
                  <a:pt x="44232" y="16553"/>
                  <a:pt x="44232" y="16528"/>
                </a:cubicBezTo>
                <a:cubicBezTo>
                  <a:pt x="44257" y="16528"/>
                  <a:pt x="44257" y="16503"/>
                  <a:pt x="44281" y="16503"/>
                </a:cubicBezTo>
                <a:close/>
                <a:moveTo>
                  <a:pt x="83385" y="16030"/>
                </a:moveTo>
                <a:cubicBezTo>
                  <a:pt x="83385" y="16055"/>
                  <a:pt x="83435" y="16080"/>
                  <a:pt x="83435" y="16105"/>
                </a:cubicBezTo>
                <a:lnTo>
                  <a:pt x="81842" y="16578"/>
                </a:lnTo>
                <a:cubicBezTo>
                  <a:pt x="81842" y="16553"/>
                  <a:pt x="81817" y="16553"/>
                  <a:pt x="81817" y="16553"/>
                </a:cubicBezTo>
                <a:cubicBezTo>
                  <a:pt x="81842" y="16528"/>
                  <a:pt x="81817" y="16503"/>
                  <a:pt x="81817" y="16503"/>
                </a:cubicBezTo>
                <a:lnTo>
                  <a:pt x="83385" y="16030"/>
                </a:lnTo>
                <a:close/>
                <a:moveTo>
                  <a:pt x="92659" y="14538"/>
                </a:moveTo>
                <a:lnTo>
                  <a:pt x="92659" y="14538"/>
                </a:lnTo>
                <a:cubicBezTo>
                  <a:pt x="92628" y="14542"/>
                  <a:pt x="92567" y="14562"/>
                  <a:pt x="92545" y="14562"/>
                </a:cubicBezTo>
                <a:lnTo>
                  <a:pt x="91599" y="14761"/>
                </a:lnTo>
                <a:cubicBezTo>
                  <a:pt x="91276" y="14835"/>
                  <a:pt x="90903" y="14935"/>
                  <a:pt x="90554" y="15034"/>
                </a:cubicBezTo>
                <a:cubicBezTo>
                  <a:pt x="90280" y="15134"/>
                  <a:pt x="89957" y="15184"/>
                  <a:pt x="89683" y="15283"/>
                </a:cubicBezTo>
                <a:lnTo>
                  <a:pt x="88662" y="15657"/>
                </a:lnTo>
                <a:cubicBezTo>
                  <a:pt x="88364" y="15756"/>
                  <a:pt x="88090" y="15831"/>
                  <a:pt x="87816" y="15955"/>
                </a:cubicBezTo>
                <a:cubicBezTo>
                  <a:pt x="87468" y="16080"/>
                  <a:pt x="87169" y="16254"/>
                  <a:pt x="86845" y="16403"/>
                </a:cubicBezTo>
                <a:cubicBezTo>
                  <a:pt x="86571" y="16528"/>
                  <a:pt x="86248" y="16652"/>
                  <a:pt x="85974" y="16777"/>
                </a:cubicBezTo>
                <a:cubicBezTo>
                  <a:pt x="85675" y="16926"/>
                  <a:pt x="85377" y="17075"/>
                  <a:pt x="85078" y="17250"/>
                </a:cubicBezTo>
                <a:cubicBezTo>
                  <a:pt x="84879" y="17324"/>
                  <a:pt x="84680" y="17449"/>
                  <a:pt x="84481" y="17548"/>
                </a:cubicBezTo>
                <a:lnTo>
                  <a:pt x="83933" y="16155"/>
                </a:lnTo>
                <a:cubicBezTo>
                  <a:pt x="86966" y="15309"/>
                  <a:pt x="89899" y="14787"/>
                  <a:pt x="92659" y="14538"/>
                </a:cubicBezTo>
                <a:close/>
                <a:moveTo>
                  <a:pt x="83734" y="16179"/>
                </a:moveTo>
                <a:cubicBezTo>
                  <a:pt x="83958" y="16677"/>
                  <a:pt x="84132" y="17175"/>
                  <a:pt x="84306" y="17648"/>
                </a:cubicBezTo>
                <a:cubicBezTo>
                  <a:pt x="84257" y="17648"/>
                  <a:pt x="84257" y="17673"/>
                  <a:pt x="84232" y="17673"/>
                </a:cubicBezTo>
                <a:cubicBezTo>
                  <a:pt x="84057" y="17175"/>
                  <a:pt x="83858" y="16677"/>
                  <a:pt x="83684" y="16204"/>
                </a:cubicBezTo>
                <a:cubicBezTo>
                  <a:pt x="83709" y="16204"/>
                  <a:pt x="83709" y="16204"/>
                  <a:pt x="83734" y="16179"/>
                </a:cubicBezTo>
                <a:close/>
                <a:moveTo>
                  <a:pt x="111549" y="16427"/>
                </a:moveTo>
                <a:cubicBezTo>
                  <a:pt x="111605" y="16527"/>
                  <a:pt x="111662" y="16627"/>
                  <a:pt x="111711" y="16727"/>
                </a:cubicBezTo>
                <a:cubicBezTo>
                  <a:pt x="111836" y="17026"/>
                  <a:pt x="111960" y="17324"/>
                  <a:pt x="112060" y="17648"/>
                </a:cubicBezTo>
                <a:cubicBezTo>
                  <a:pt x="112075" y="17699"/>
                  <a:pt x="112092" y="17750"/>
                  <a:pt x="112111" y="17802"/>
                </a:cubicBezTo>
                <a:lnTo>
                  <a:pt x="112111" y="17802"/>
                </a:lnTo>
                <a:cubicBezTo>
                  <a:pt x="112061" y="17678"/>
                  <a:pt x="112008" y="17554"/>
                  <a:pt x="111960" y="17424"/>
                </a:cubicBezTo>
                <a:cubicBezTo>
                  <a:pt x="111836" y="17150"/>
                  <a:pt x="111736" y="16827"/>
                  <a:pt x="111612" y="16553"/>
                </a:cubicBezTo>
                <a:cubicBezTo>
                  <a:pt x="111591" y="16511"/>
                  <a:pt x="111570" y="16469"/>
                  <a:pt x="111549" y="16427"/>
                </a:cubicBezTo>
                <a:close/>
                <a:moveTo>
                  <a:pt x="109646" y="17573"/>
                </a:moveTo>
                <a:cubicBezTo>
                  <a:pt x="109769" y="17644"/>
                  <a:pt x="109892" y="17727"/>
                  <a:pt x="110006" y="17813"/>
                </a:cubicBezTo>
                <a:lnTo>
                  <a:pt x="110006" y="17813"/>
                </a:lnTo>
                <a:cubicBezTo>
                  <a:pt x="109889" y="17731"/>
                  <a:pt x="109769" y="17650"/>
                  <a:pt x="109646" y="17573"/>
                </a:cubicBezTo>
                <a:close/>
                <a:moveTo>
                  <a:pt x="87278" y="16426"/>
                </a:moveTo>
                <a:cubicBezTo>
                  <a:pt x="87156" y="16486"/>
                  <a:pt x="87038" y="16552"/>
                  <a:pt x="86920" y="16627"/>
                </a:cubicBezTo>
                <a:cubicBezTo>
                  <a:pt x="86596" y="16777"/>
                  <a:pt x="86298" y="16901"/>
                  <a:pt x="85974" y="17051"/>
                </a:cubicBezTo>
                <a:cubicBezTo>
                  <a:pt x="85700" y="17175"/>
                  <a:pt x="85451" y="17324"/>
                  <a:pt x="85178" y="17499"/>
                </a:cubicBezTo>
                <a:cubicBezTo>
                  <a:pt x="84954" y="17623"/>
                  <a:pt x="84730" y="17698"/>
                  <a:pt x="84555" y="17822"/>
                </a:cubicBezTo>
                <a:lnTo>
                  <a:pt x="84555" y="17797"/>
                </a:lnTo>
                <a:lnTo>
                  <a:pt x="84555" y="17772"/>
                </a:lnTo>
                <a:cubicBezTo>
                  <a:pt x="84730" y="17673"/>
                  <a:pt x="84879" y="17573"/>
                  <a:pt x="85078" y="17499"/>
                </a:cubicBezTo>
                <a:cubicBezTo>
                  <a:pt x="85377" y="17324"/>
                  <a:pt x="85700" y="17150"/>
                  <a:pt x="85999" y="17001"/>
                </a:cubicBezTo>
                <a:cubicBezTo>
                  <a:pt x="86248" y="16876"/>
                  <a:pt x="86547" y="16752"/>
                  <a:pt x="86795" y="16652"/>
                </a:cubicBezTo>
                <a:cubicBezTo>
                  <a:pt x="86951" y="16581"/>
                  <a:pt x="87112" y="16503"/>
                  <a:pt x="87278" y="16426"/>
                </a:cubicBezTo>
                <a:close/>
                <a:moveTo>
                  <a:pt x="84356" y="17872"/>
                </a:moveTo>
                <a:lnTo>
                  <a:pt x="84356" y="17897"/>
                </a:lnTo>
                <a:lnTo>
                  <a:pt x="84356" y="17922"/>
                </a:lnTo>
                <a:cubicBezTo>
                  <a:pt x="84331" y="17922"/>
                  <a:pt x="84331" y="17947"/>
                  <a:pt x="84306" y="17947"/>
                </a:cubicBezTo>
                <a:lnTo>
                  <a:pt x="84306" y="17922"/>
                </a:lnTo>
                <a:lnTo>
                  <a:pt x="84306" y="17897"/>
                </a:lnTo>
                <a:cubicBezTo>
                  <a:pt x="84331" y="17872"/>
                  <a:pt x="84331" y="17872"/>
                  <a:pt x="84356" y="17872"/>
                </a:cubicBezTo>
                <a:close/>
                <a:moveTo>
                  <a:pt x="40772" y="15209"/>
                </a:moveTo>
                <a:cubicBezTo>
                  <a:pt x="40946" y="15209"/>
                  <a:pt x="41170" y="15258"/>
                  <a:pt x="41394" y="15308"/>
                </a:cubicBezTo>
                <a:lnTo>
                  <a:pt x="41419" y="15308"/>
                </a:lnTo>
                <a:cubicBezTo>
                  <a:pt x="41643" y="15383"/>
                  <a:pt x="41892" y="15433"/>
                  <a:pt x="42141" y="15557"/>
                </a:cubicBezTo>
                <a:cubicBezTo>
                  <a:pt x="42390" y="15657"/>
                  <a:pt x="42639" y="15781"/>
                  <a:pt x="42888" y="15931"/>
                </a:cubicBezTo>
                <a:cubicBezTo>
                  <a:pt x="41743" y="16727"/>
                  <a:pt x="40622" y="17573"/>
                  <a:pt x="39527" y="18445"/>
                </a:cubicBezTo>
                <a:cubicBezTo>
                  <a:pt x="39502" y="18370"/>
                  <a:pt x="39502" y="18270"/>
                  <a:pt x="39502" y="18171"/>
                </a:cubicBezTo>
                <a:cubicBezTo>
                  <a:pt x="39502" y="18071"/>
                  <a:pt x="39453" y="17972"/>
                  <a:pt x="39453" y="17897"/>
                </a:cubicBezTo>
                <a:cubicBezTo>
                  <a:pt x="39453" y="17797"/>
                  <a:pt x="39428" y="17698"/>
                  <a:pt x="39428" y="17598"/>
                </a:cubicBezTo>
                <a:lnTo>
                  <a:pt x="39428" y="17399"/>
                </a:lnTo>
                <a:lnTo>
                  <a:pt x="39428" y="17100"/>
                </a:lnTo>
                <a:lnTo>
                  <a:pt x="39428" y="16926"/>
                </a:lnTo>
                <a:cubicBezTo>
                  <a:pt x="39428" y="16827"/>
                  <a:pt x="39428" y="16777"/>
                  <a:pt x="39453" y="16677"/>
                </a:cubicBezTo>
                <a:cubicBezTo>
                  <a:pt x="39453" y="16603"/>
                  <a:pt x="39502" y="16553"/>
                  <a:pt x="39502" y="16478"/>
                </a:cubicBezTo>
                <a:cubicBezTo>
                  <a:pt x="39453" y="16428"/>
                  <a:pt x="39502" y="16329"/>
                  <a:pt x="39502" y="16279"/>
                </a:cubicBezTo>
                <a:cubicBezTo>
                  <a:pt x="39527" y="16204"/>
                  <a:pt x="39527" y="16155"/>
                  <a:pt x="39552" y="16080"/>
                </a:cubicBezTo>
                <a:cubicBezTo>
                  <a:pt x="39577" y="16030"/>
                  <a:pt x="39577" y="16005"/>
                  <a:pt x="39602" y="15931"/>
                </a:cubicBezTo>
                <a:cubicBezTo>
                  <a:pt x="39652" y="15831"/>
                  <a:pt x="39701" y="15756"/>
                  <a:pt x="39776" y="15657"/>
                </a:cubicBezTo>
                <a:lnTo>
                  <a:pt x="39901" y="15532"/>
                </a:lnTo>
                <a:cubicBezTo>
                  <a:pt x="40000" y="15458"/>
                  <a:pt x="40075" y="15408"/>
                  <a:pt x="40150" y="15333"/>
                </a:cubicBezTo>
                <a:cubicBezTo>
                  <a:pt x="40324" y="15258"/>
                  <a:pt x="40523" y="15209"/>
                  <a:pt x="40772" y="15209"/>
                </a:cubicBezTo>
                <a:close/>
                <a:moveTo>
                  <a:pt x="39428" y="15906"/>
                </a:moveTo>
                <a:cubicBezTo>
                  <a:pt x="39403" y="15931"/>
                  <a:pt x="39403" y="16005"/>
                  <a:pt x="39403" y="16030"/>
                </a:cubicBezTo>
                <a:cubicBezTo>
                  <a:pt x="39378" y="16080"/>
                  <a:pt x="39328" y="16155"/>
                  <a:pt x="39328" y="16204"/>
                </a:cubicBezTo>
                <a:cubicBezTo>
                  <a:pt x="39303" y="16279"/>
                  <a:pt x="39303" y="16379"/>
                  <a:pt x="39303" y="16428"/>
                </a:cubicBezTo>
                <a:cubicBezTo>
                  <a:pt x="39303" y="16503"/>
                  <a:pt x="39278" y="16553"/>
                  <a:pt x="39278" y="16627"/>
                </a:cubicBezTo>
                <a:cubicBezTo>
                  <a:pt x="39278" y="16702"/>
                  <a:pt x="39278" y="16802"/>
                  <a:pt x="39253" y="16876"/>
                </a:cubicBezTo>
                <a:lnTo>
                  <a:pt x="39253" y="17075"/>
                </a:lnTo>
                <a:lnTo>
                  <a:pt x="39253" y="17374"/>
                </a:lnTo>
                <a:lnTo>
                  <a:pt x="39253" y="17623"/>
                </a:lnTo>
                <a:cubicBezTo>
                  <a:pt x="39253" y="17698"/>
                  <a:pt x="39278" y="17822"/>
                  <a:pt x="39278" y="17922"/>
                </a:cubicBezTo>
                <a:cubicBezTo>
                  <a:pt x="39278" y="18021"/>
                  <a:pt x="39303" y="18121"/>
                  <a:pt x="39303" y="18196"/>
                </a:cubicBezTo>
                <a:cubicBezTo>
                  <a:pt x="39303" y="18295"/>
                  <a:pt x="39328" y="18420"/>
                  <a:pt x="39378" y="18544"/>
                </a:cubicBezTo>
                <a:lnTo>
                  <a:pt x="39378" y="18569"/>
                </a:lnTo>
                <a:cubicBezTo>
                  <a:pt x="39328" y="18569"/>
                  <a:pt x="39328" y="18594"/>
                  <a:pt x="39303" y="18594"/>
                </a:cubicBezTo>
                <a:lnTo>
                  <a:pt x="39303" y="18519"/>
                </a:lnTo>
                <a:cubicBezTo>
                  <a:pt x="39278" y="18420"/>
                  <a:pt x="39278" y="18295"/>
                  <a:pt x="39253" y="18196"/>
                </a:cubicBezTo>
                <a:cubicBezTo>
                  <a:pt x="39253" y="18121"/>
                  <a:pt x="39204" y="18021"/>
                  <a:pt x="39204" y="17922"/>
                </a:cubicBezTo>
                <a:cubicBezTo>
                  <a:pt x="39204" y="17822"/>
                  <a:pt x="39179" y="17698"/>
                  <a:pt x="39179" y="17598"/>
                </a:cubicBezTo>
                <a:lnTo>
                  <a:pt x="39179" y="17399"/>
                </a:lnTo>
                <a:lnTo>
                  <a:pt x="39179" y="17075"/>
                </a:lnTo>
                <a:lnTo>
                  <a:pt x="39179" y="16851"/>
                </a:lnTo>
                <a:cubicBezTo>
                  <a:pt x="39179" y="16777"/>
                  <a:pt x="39179" y="16677"/>
                  <a:pt x="39204" y="16578"/>
                </a:cubicBezTo>
                <a:cubicBezTo>
                  <a:pt x="39204" y="16528"/>
                  <a:pt x="39253" y="16453"/>
                  <a:pt x="39253" y="16403"/>
                </a:cubicBezTo>
                <a:cubicBezTo>
                  <a:pt x="39253" y="16329"/>
                  <a:pt x="39278" y="16229"/>
                  <a:pt x="39278" y="16179"/>
                </a:cubicBezTo>
                <a:cubicBezTo>
                  <a:pt x="39278" y="16130"/>
                  <a:pt x="39303" y="16055"/>
                  <a:pt x="39328" y="16005"/>
                </a:cubicBezTo>
                <a:lnTo>
                  <a:pt x="39428" y="15906"/>
                </a:lnTo>
                <a:close/>
                <a:moveTo>
                  <a:pt x="43062" y="16030"/>
                </a:moveTo>
                <a:cubicBezTo>
                  <a:pt x="43112" y="16030"/>
                  <a:pt x="43112" y="16055"/>
                  <a:pt x="43136" y="16055"/>
                </a:cubicBezTo>
                <a:cubicBezTo>
                  <a:pt x="41917" y="16926"/>
                  <a:pt x="40747" y="17797"/>
                  <a:pt x="39577" y="18693"/>
                </a:cubicBezTo>
                <a:lnTo>
                  <a:pt x="39577" y="18644"/>
                </a:lnTo>
                <a:cubicBezTo>
                  <a:pt x="40697" y="17772"/>
                  <a:pt x="41892" y="16901"/>
                  <a:pt x="43062" y="16030"/>
                </a:cubicBezTo>
                <a:close/>
                <a:moveTo>
                  <a:pt x="83585" y="16279"/>
                </a:moveTo>
                <a:cubicBezTo>
                  <a:pt x="83709" y="16777"/>
                  <a:pt x="83883" y="17275"/>
                  <a:pt x="84082" y="17797"/>
                </a:cubicBezTo>
                <a:cubicBezTo>
                  <a:pt x="83833" y="17947"/>
                  <a:pt x="83609" y="18121"/>
                  <a:pt x="83361" y="18270"/>
                </a:cubicBezTo>
                <a:cubicBezTo>
                  <a:pt x="83112" y="18420"/>
                  <a:pt x="82863" y="18569"/>
                  <a:pt x="82639" y="18743"/>
                </a:cubicBezTo>
                <a:cubicBezTo>
                  <a:pt x="82614" y="18644"/>
                  <a:pt x="82589" y="18569"/>
                  <a:pt x="82589" y="18494"/>
                </a:cubicBezTo>
                <a:cubicBezTo>
                  <a:pt x="82514" y="18295"/>
                  <a:pt x="82464" y="18121"/>
                  <a:pt x="82440" y="17947"/>
                </a:cubicBezTo>
                <a:lnTo>
                  <a:pt x="82440" y="17922"/>
                </a:lnTo>
                <a:cubicBezTo>
                  <a:pt x="82440" y="17897"/>
                  <a:pt x="82390" y="17822"/>
                  <a:pt x="82390" y="17797"/>
                </a:cubicBezTo>
                <a:cubicBezTo>
                  <a:pt x="82365" y="17698"/>
                  <a:pt x="82340" y="17648"/>
                  <a:pt x="82290" y="17548"/>
                </a:cubicBezTo>
                <a:lnTo>
                  <a:pt x="82116" y="17075"/>
                </a:lnTo>
                <a:cubicBezTo>
                  <a:pt x="82091" y="16951"/>
                  <a:pt x="82016" y="16876"/>
                  <a:pt x="81991" y="16752"/>
                </a:cubicBezTo>
                <a:lnTo>
                  <a:pt x="83585" y="16279"/>
                </a:lnTo>
                <a:close/>
                <a:moveTo>
                  <a:pt x="79229" y="13342"/>
                </a:moveTo>
                <a:cubicBezTo>
                  <a:pt x="79253" y="13417"/>
                  <a:pt x="79303" y="13441"/>
                  <a:pt x="79353" y="13516"/>
                </a:cubicBezTo>
                <a:cubicBezTo>
                  <a:pt x="79602" y="13790"/>
                  <a:pt x="79851" y="14089"/>
                  <a:pt x="80100" y="14412"/>
                </a:cubicBezTo>
                <a:cubicBezTo>
                  <a:pt x="80150" y="14462"/>
                  <a:pt x="80174" y="14537"/>
                  <a:pt x="80249" y="14636"/>
                </a:cubicBezTo>
                <a:cubicBezTo>
                  <a:pt x="80523" y="15010"/>
                  <a:pt x="80772" y="15408"/>
                  <a:pt x="80996" y="15806"/>
                </a:cubicBezTo>
                <a:cubicBezTo>
                  <a:pt x="81046" y="15906"/>
                  <a:pt x="81095" y="16005"/>
                  <a:pt x="81145" y="16130"/>
                </a:cubicBezTo>
                <a:cubicBezTo>
                  <a:pt x="81220" y="16254"/>
                  <a:pt x="81245" y="16329"/>
                  <a:pt x="81295" y="16453"/>
                </a:cubicBezTo>
                <a:cubicBezTo>
                  <a:pt x="79229" y="17125"/>
                  <a:pt x="77138" y="17897"/>
                  <a:pt x="75022" y="18768"/>
                </a:cubicBezTo>
                <a:cubicBezTo>
                  <a:pt x="75221" y="18420"/>
                  <a:pt x="75420" y="18071"/>
                  <a:pt x="75644" y="17748"/>
                </a:cubicBezTo>
                <a:cubicBezTo>
                  <a:pt x="75719" y="17648"/>
                  <a:pt x="75744" y="17573"/>
                  <a:pt x="75794" y="17499"/>
                </a:cubicBezTo>
                <a:cubicBezTo>
                  <a:pt x="76092" y="17051"/>
                  <a:pt x="76391" y="16627"/>
                  <a:pt x="76715" y="16204"/>
                </a:cubicBezTo>
                <a:cubicBezTo>
                  <a:pt x="76764" y="16130"/>
                  <a:pt x="76814" y="16055"/>
                  <a:pt x="76889" y="15955"/>
                </a:cubicBezTo>
                <a:cubicBezTo>
                  <a:pt x="77212" y="15532"/>
                  <a:pt x="77536" y="15134"/>
                  <a:pt x="77909" y="14711"/>
                </a:cubicBezTo>
                <a:lnTo>
                  <a:pt x="78034" y="14586"/>
                </a:lnTo>
                <a:cubicBezTo>
                  <a:pt x="78382" y="14213"/>
                  <a:pt x="78756" y="13815"/>
                  <a:pt x="79104" y="13466"/>
                </a:cubicBezTo>
                <a:lnTo>
                  <a:pt x="79229" y="13342"/>
                </a:lnTo>
                <a:close/>
                <a:moveTo>
                  <a:pt x="39403" y="18818"/>
                </a:moveTo>
                <a:lnTo>
                  <a:pt x="39403" y="18893"/>
                </a:lnTo>
                <a:cubicBezTo>
                  <a:pt x="39403" y="18893"/>
                  <a:pt x="39378" y="18893"/>
                  <a:pt x="39328" y="18917"/>
                </a:cubicBezTo>
                <a:lnTo>
                  <a:pt x="39328" y="18843"/>
                </a:lnTo>
                <a:cubicBezTo>
                  <a:pt x="39378" y="18843"/>
                  <a:pt x="39378" y="18818"/>
                  <a:pt x="39403" y="18818"/>
                </a:cubicBezTo>
                <a:close/>
                <a:moveTo>
                  <a:pt x="84132" y="17972"/>
                </a:moveTo>
                <a:lnTo>
                  <a:pt x="84132" y="18021"/>
                </a:lnTo>
                <a:lnTo>
                  <a:pt x="84132" y="18046"/>
                </a:lnTo>
                <a:cubicBezTo>
                  <a:pt x="83933" y="18171"/>
                  <a:pt x="83684" y="18320"/>
                  <a:pt x="83460" y="18494"/>
                </a:cubicBezTo>
                <a:cubicBezTo>
                  <a:pt x="83211" y="18644"/>
                  <a:pt x="82962" y="18793"/>
                  <a:pt x="82713" y="18992"/>
                </a:cubicBezTo>
                <a:lnTo>
                  <a:pt x="82688" y="18917"/>
                </a:lnTo>
                <a:cubicBezTo>
                  <a:pt x="82888" y="18768"/>
                  <a:pt x="83136" y="18594"/>
                  <a:pt x="83361" y="18469"/>
                </a:cubicBezTo>
                <a:cubicBezTo>
                  <a:pt x="83609" y="18320"/>
                  <a:pt x="83858" y="18146"/>
                  <a:pt x="84132" y="17972"/>
                </a:cubicBezTo>
                <a:close/>
                <a:moveTo>
                  <a:pt x="81369" y="16627"/>
                </a:moveTo>
                <a:cubicBezTo>
                  <a:pt x="81369" y="16652"/>
                  <a:pt x="81394" y="16677"/>
                  <a:pt x="81394" y="16702"/>
                </a:cubicBezTo>
                <a:cubicBezTo>
                  <a:pt x="79253" y="17399"/>
                  <a:pt x="77013" y="18196"/>
                  <a:pt x="74773" y="19166"/>
                </a:cubicBezTo>
                <a:cubicBezTo>
                  <a:pt x="74798" y="19117"/>
                  <a:pt x="74848" y="19067"/>
                  <a:pt x="74848" y="19042"/>
                </a:cubicBezTo>
                <a:cubicBezTo>
                  <a:pt x="77038" y="18121"/>
                  <a:pt x="79229" y="17300"/>
                  <a:pt x="81369" y="16627"/>
                </a:cubicBezTo>
                <a:close/>
                <a:moveTo>
                  <a:pt x="43286" y="16155"/>
                </a:moveTo>
                <a:lnTo>
                  <a:pt x="43858" y="16528"/>
                </a:lnTo>
                <a:cubicBezTo>
                  <a:pt x="43784" y="16578"/>
                  <a:pt x="43734" y="16652"/>
                  <a:pt x="43634" y="16677"/>
                </a:cubicBezTo>
                <a:cubicBezTo>
                  <a:pt x="43136" y="17001"/>
                  <a:pt x="42664" y="17300"/>
                  <a:pt x="42166" y="17623"/>
                </a:cubicBezTo>
                <a:cubicBezTo>
                  <a:pt x="41991" y="17748"/>
                  <a:pt x="41792" y="17872"/>
                  <a:pt x="41568" y="17996"/>
                </a:cubicBezTo>
                <a:lnTo>
                  <a:pt x="40747" y="18544"/>
                </a:lnTo>
                <a:cubicBezTo>
                  <a:pt x="40523" y="18693"/>
                  <a:pt x="40324" y="18818"/>
                  <a:pt x="40125" y="18942"/>
                </a:cubicBezTo>
                <a:cubicBezTo>
                  <a:pt x="39950" y="19042"/>
                  <a:pt x="39801" y="19166"/>
                  <a:pt x="39652" y="19266"/>
                </a:cubicBezTo>
                <a:cubicBezTo>
                  <a:pt x="39652" y="19191"/>
                  <a:pt x="39627" y="19141"/>
                  <a:pt x="39627" y="19067"/>
                </a:cubicBezTo>
                <a:cubicBezTo>
                  <a:pt x="39627" y="19017"/>
                  <a:pt x="39577" y="18942"/>
                  <a:pt x="39577" y="18917"/>
                </a:cubicBezTo>
                <a:cubicBezTo>
                  <a:pt x="40797" y="17996"/>
                  <a:pt x="42016" y="17051"/>
                  <a:pt x="43286" y="16155"/>
                </a:cubicBezTo>
                <a:close/>
                <a:moveTo>
                  <a:pt x="39428" y="19117"/>
                </a:moveTo>
                <a:cubicBezTo>
                  <a:pt x="39428" y="19166"/>
                  <a:pt x="39453" y="19191"/>
                  <a:pt x="39453" y="19266"/>
                </a:cubicBezTo>
                <a:cubicBezTo>
                  <a:pt x="39453" y="19316"/>
                  <a:pt x="39502" y="19390"/>
                  <a:pt x="39502" y="19440"/>
                </a:cubicBezTo>
                <a:lnTo>
                  <a:pt x="39453" y="19440"/>
                </a:lnTo>
                <a:cubicBezTo>
                  <a:pt x="39428" y="19365"/>
                  <a:pt x="39428" y="19266"/>
                  <a:pt x="39403" y="19191"/>
                </a:cubicBezTo>
                <a:cubicBezTo>
                  <a:pt x="39403" y="19166"/>
                  <a:pt x="39403" y="19166"/>
                  <a:pt x="39378" y="19141"/>
                </a:cubicBezTo>
                <a:cubicBezTo>
                  <a:pt x="39403" y="19141"/>
                  <a:pt x="39403" y="19117"/>
                  <a:pt x="39428" y="19117"/>
                </a:cubicBezTo>
                <a:close/>
                <a:moveTo>
                  <a:pt x="101456" y="7094"/>
                </a:moveTo>
                <a:lnTo>
                  <a:pt x="101456" y="7094"/>
                </a:lnTo>
                <a:cubicBezTo>
                  <a:pt x="101631" y="7144"/>
                  <a:pt x="101805" y="7219"/>
                  <a:pt x="101954" y="7268"/>
                </a:cubicBezTo>
                <a:cubicBezTo>
                  <a:pt x="102303" y="7443"/>
                  <a:pt x="102651" y="7617"/>
                  <a:pt x="103000" y="7766"/>
                </a:cubicBezTo>
                <a:cubicBezTo>
                  <a:pt x="103149" y="7866"/>
                  <a:pt x="103323" y="7941"/>
                  <a:pt x="103497" y="8015"/>
                </a:cubicBezTo>
                <a:cubicBezTo>
                  <a:pt x="103846" y="8214"/>
                  <a:pt x="104145" y="8389"/>
                  <a:pt x="104468" y="8588"/>
                </a:cubicBezTo>
                <a:cubicBezTo>
                  <a:pt x="104618" y="8687"/>
                  <a:pt x="104767" y="8762"/>
                  <a:pt x="104916" y="8886"/>
                </a:cubicBezTo>
                <a:cubicBezTo>
                  <a:pt x="105240" y="9085"/>
                  <a:pt x="105514" y="9310"/>
                  <a:pt x="105787" y="9509"/>
                </a:cubicBezTo>
                <a:cubicBezTo>
                  <a:pt x="105912" y="9708"/>
                  <a:pt x="106111" y="9832"/>
                  <a:pt x="106235" y="9957"/>
                </a:cubicBezTo>
                <a:cubicBezTo>
                  <a:pt x="106509" y="10181"/>
                  <a:pt x="106758" y="10405"/>
                  <a:pt x="107007" y="10654"/>
                </a:cubicBezTo>
                <a:cubicBezTo>
                  <a:pt x="107156" y="10778"/>
                  <a:pt x="107331" y="10927"/>
                  <a:pt x="107480" y="11052"/>
                </a:cubicBezTo>
                <a:cubicBezTo>
                  <a:pt x="107729" y="11276"/>
                  <a:pt x="107953" y="11525"/>
                  <a:pt x="108152" y="11749"/>
                </a:cubicBezTo>
                <a:cubicBezTo>
                  <a:pt x="108277" y="11873"/>
                  <a:pt x="108376" y="11998"/>
                  <a:pt x="108501" y="12147"/>
                </a:cubicBezTo>
                <a:cubicBezTo>
                  <a:pt x="108525" y="12172"/>
                  <a:pt x="108575" y="12222"/>
                  <a:pt x="108625" y="12272"/>
                </a:cubicBezTo>
                <a:cubicBezTo>
                  <a:pt x="108849" y="12496"/>
                  <a:pt x="109023" y="12769"/>
                  <a:pt x="109222" y="12993"/>
                </a:cubicBezTo>
                <a:cubicBezTo>
                  <a:pt x="109372" y="13193"/>
                  <a:pt x="109496" y="13392"/>
                  <a:pt x="109646" y="13566"/>
                </a:cubicBezTo>
                <a:cubicBezTo>
                  <a:pt x="109845" y="13815"/>
                  <a:pt x="109994" y="14064"/>
                  <a:pt x="110143" y="14337"/>
                </a:cubicBezTo>
                <a:cubicBezTo>
                  <a:pt x="110268" y="14562"/>
                  <a:pt x="110442" y="14786"/>
                  <a:pt x="110567" y="14985"/>
                </a:cubicBezTo>
                <a:cubicBezTo>
                  <a:pt x="110716" y="15234"/>
                  <a:pt x="110840" y="15532"/>
                  <a:pt x="110990" y="15781"/>
                </a:cubicBezTo>
                <a:lnTo>
                  <a:pt x="111363" y="16528"/>
                </a:lnTo>
                <a:cubicBezTo>
                  <a:pt x="111487" y="16802"/>
                  <a:pt x="111612" y="17051"/>
                  <a:pt x="111711" y="17324"/>
                </a:cubicBezTo>
                <a:cubicBezTo>
                  <a:pt x="111836" y="17598"/>
                  <a:pt x="111936" y="17847"/>
                  <a:pt x="112010" y="18146"/>
                </a:cubicBezTo>
                <a:lnTo>
                  <a:pt x="112309" y="18967"/>
                </a:lnTo>
                <a:cubicBezTo>
                  <a:pt x="112359" y="19141"/>
                  <a:pt x="112384" y="19291"/>
                  <a:pt x="112458" y="19440"/>
                </a:cubicBezTo>
                <a:lnTo>
                  <a:pt x="112408" y="19415"/>
                </a:lnTo>
                <a:cubicBezTo>
                  <a:pt x="112309" y="19291"/>
                  <a:pt x="112160" y="19191"/>
                  <a:pt x="112035" y="19067"/>
                </a:cubicBezTo>
                <a:cubicBezTo>
                  <a:pt x="111936" y="18992"/>
                  <a:pt x="111836" y="18843"/>
                  <a:pt x="111711" y="18768"/>
                </a:cubicBezTo>
                <a:cubicBezTo>
                  <a:pt x="111537" y="18644"/>
                  <a:pt x="111413" y="18544"/>
                  <a:pt x="111263" y="18420"/>
                </a:cubicBezTo>
                <a:cubicBezTo>
                  <a:pt x="111139" y="18320"/>
                  <a:pt x="111064" y="18245"/>
                  <a:pt x="110915" y="18171"/>
                </a:cubicBezTo>
                <a:cubicBezTo>
                  <a:pt x="110766" y="18046"/>
                  <a:pt x="110591" y="17922"/>
                  <a:pt x="110417" y="17822"/>
                </a:cubicBezTo>
                <a:lnTo>
                  <a:pt x="110143" y="17648"/>
                </a:lnTo>
                <a:lnTo>
                  <a:pt x="109596" y="17275"/>
                </a:lnTo>
                <a:cubicBezTo>
                  <a:pt x="109496" y="17200"/>
                  <a:pt x="109422" y="17175"/>
                  <a:pt x="109347" y="17125"/>
                </a:cubicBezTo>
                <a:cubicBezTo>
                  <a:pt x="109123" y="17001"/>
                  <a:pt x="108899" y="16876"/>
                  <a:pt x="108725" y="16752"/>
                </a:cubicBezTo>
                <a:cubicBezTo>
                  <a:pt x="108650" y="16702"/>
                  <a:pt x="108600" y="16677"/>
                  <a:pt x="108501" y="16627"/>
                </a:cubicBezTo>
                <a:cubicBezTo>
                  <a:pt x="108277" y="16503"/>
                  <a:pt x="108028" y="16379"/>
                  <a:pt x="107804" y="16279"/>
                </a:cubicBezTo>
                <a:lnTo>
                  <a:pt x="107629" y="16179"/>
                </a:lnTo>
                <a:cubicBezTo>
                  <a:pt x="107380" y="16055"/>
                  <a:pt x="107132" y="15955"/>
                  <a:pt x="106883" y="15831"/>
                </a:cubicBezTo>
                <a:cubicBezTo>
                  <a:pt x="106808" y="15806"/>
                  <a:pt x="106783" y="15806"/>
                  <a:pt x="106733" y="15781"/>
                </a:cubicBezTo>
                <a:cubicBezTo>
                  <a:pt x="106484" y="15657"/>
                  <a:pt x="106186" y="15557"/>
                  <a:pt x="105912" y="15458"/>
                </a:cubicBezTo>
                <a:cubicBezTo>
                  <a:pt x="105862" y="15433"/>
                  <a:pt x="105812" y="15433"/>
                  <a:pt x="105763" y="15408"/>
                </a:cubicBezTo>
                <a:cubicBezTo>
                  <a:pt x="105688" y="15383"/>
                  <a:pt x="105638" y="15333"/>
                  <a:pt x="105563" y="15333"/>
                </a:cubicBezTo>
                <a:cubicBezTo>
                  <a:pt x="104866" y="12272"/>
                  <a:pt x="103497" y="9434"/>
                  <a:pt x="101456" y="7094"/>
                </a:cubicBezTo>
                <a:close/>
                <a:moveTo>
                  <a:pt x="44057" y="16652"/>
                </a:moveTo>
                <a:cubicBezTo>
                  <a:pt x="44033" y="16702"/>
                  <a:pt x="43983" y="16727"/>
                  <a:pt x="43908" y="16802"/>
                </a:cubicBezTo>
                <a:cubicBezTo>
                  <a:pt x="43734" y="16926"/>
                  <a:pt x="43510" y="17051"/>
                  <a:pt x="43311" y="17175"/>
                </a:cubicBezTo>
                <a:lnTo>
                  <a:pt x="42290" y="17822"/>
                </a:lnTo>
                <a:cubicBezTo>
                  <a:pt x="42116" y="17947"/>
                  <a:pt x="41917" y="18046"/>
                  <a:pt x="41767" y="18171"/>
                </a:cubicBezTo>
                <a:lnTo>
                  <a:pt x="41494" y="18345"/>
                </a:lnTo>
                <a:cubicBezTo>
                  <a:pt x="41120" y="18594"/>
                  <a:pt x="40697" y="18893"/>
                  <a:pt x="40324" y="19166"/>
                </a:cubicBezTo>
                <a:cubicBezTo>
                  <a:pt x="40150" y="19291"/>
                  <a:pt x="39950" y="19415"/>
                  <a:pt x="39801" y="19540"/>
                </a:cubicBezTo>
                <a:lnTo>
                  <a:pt x="39801" y="19515"/>
                </a:lnTo>
                <a:lnTo>
                  <a:pt x="39801" y="19465"/>
                </a:lnTo>
                <a:cubicBezTo>
                  <a:pt x="39901" y="19415"/>
                  <a:pt x="40025" y="19316"/>
                  <a:pt x="40125" y="19266"/>
                </a:cubicBezTo>
                <a:cubicBezTo>
                  <a:pt x="40672" y="18893"/>
                  <a:pt x="41195" y="18519"/>
                  <a:pt x="41767" y="18146"/>
                </a:cubicBezTo>
                <a:lnTo>
                  <a:pt x="42315" y="17772"/>
                </a:lnTo>
                <a:cubicBezTo>
                  <a:pt x="42863" y="17424"/>
                  <a:pt x="43360" y="17075"/>
                  <a:pt x="43883" y="16777"/>
                </a:cubicBezTo>
                <a:cubicBezTo>
                  <a:pt x="43908" y="16727"/>
                  <a:pt x="43983" y="16677"/>
                  <a:pt x="44057" y="16652"/>
                </a:cubicBezTo>
                <a:close/>
                <a:moveTo>
                  <a:pt x="39552" y="19614"/>
                </a:moveTo>
                <a:lnTo>
                  <a:pt x="39577" y="19639"/>
                </a:lnTo>
                <a:lnTo>
                  <a:pt x="39577" y="19664"/>
                </a:lnTo>
                <a:lnTo>
                  <a:pt x="39552" y="19689"/>
                </a:lnTo>
                <a:lnTo>
                  <a:pt x="39552" y="19664"/>
                </a:lnTo>
                <a:lnTo>
                  <a:pt x="39552" y="19639"/>
                </a:lnTo>
                <a:cubicBezTo>
                  <a:pt x="39527" y="19639"/>
                  <a:pt x="39527" y="19639"/>
                  <a:pt x="39552" y="19614"/>
                </a:cubicBezTo>
                <a:close/>
                <a:moveTo>
                  <a:pt x="112202" y="18038"/>
                </a:moveTo>
                <a:cubicBezTo>
                  <a:pt x="112254" y="18167"/>
                  <a:pt x="112309" y="18296"/>
                  <a:pt x="112359" y="18420"/>
                </a:cubicBezTo>
                <a:cubicBezTo>
                  <a:pt x="112458" y="18693"/>
                  <a:pt x="112508" y="18992"/>
                  <a:pt x="112608" y="19266"/>
                </a:cubicBezTo>
                <a:lnTo>
                  <a:pt x="112807" y="19814"/>
                </a:lnTo>
                <a:lnTo>
                  <a:pt x="112732" y="19739"/>
                </a:lnTo>
                <a:cubicBezTo>
                  <a:pt x="112682" y="19515"/>
                  <a:pt x="112608" y="19316"/>
                  <a:pt x="112558" y="19141"/>
                </a:cubicBezTo>
                <a:cubicBezTo>
                  <a:pt x="112458" y="18818"/>
                  <a:pt x="112359" y="18544"/>
                  <a:pt x="112259" y="18220"/>
                </a:cubicBezTo>
                <a:cubicBezTo>
                  <a:pt x="112242" y="18159"/>
                  <a:pt x="112223" y="18098"/>
                  <a:pt x="112202" y="18038"/>
                </a:cubicBezTo>
                <a:close/>
                <a:moveTo>
                  <a:pt x="74051" y="10031"/>
                </a:moveTo>
                <a:lnTo>
                  <a:pt x="74051" y="10031"/>
                </a:lnTo>
                <a:cubicBezTo>
                  <a:pt x="71761" y="13018"/>
                  <a:pt x="70168" y="16428"/>
                  <a:pt x="69322" y="19938"/>
                </a:cubicBezTo>
                <a:lnTo>
                  <a:pt x="69272" y="19938"/>
                </a:lnTo>
                <a:cubicBezTo>
                  <a:pt x="70094" y="16428"/>
                  <a:pt x="71687" y="13018"/>
                  <a:pt x="74026" y="10056"/>
                </a:cubicBezTo>
                <a:lnTo>
                  <a:pt x="74051" y="10031"/>
                </a:lnTo>
                <a:close/>
                <a:moveTo>
                  <a:pt x="110214" y="17963"/>
                </a:moveTo>
                <a:lnTo>
                  <a:pt x="110442" y="18096"/>
                </a:lnTo>
                <a:cubicBezTo>
                  <a:pt x="110591" y="18220"/>
                  <a:pt x="110741" y="18345"/>
                  <a:pt x="110890" y="18445"/>
                </a:cubicBezTo>
                <a:cubicBezTo>
                  <a:pt x="110990" y="18544"/>
                  <a:pt x="111114" y="18594"/>
                  <a:pt x="111214" y="18693"/>
                </a:cubicBezTo>
                <a:cubicBezTo>
                  <a:pt x="111363" y="18818"/>
                  <a:pt x="111487" y="18917"/>
                  <a:pt x="111637" y="19042"/>
                </a:cubicBezTo>
                <a:cubicBezTo>
                  <a:pt x="111761" y="19141"/>
                  <a:pt x="111861" y="19216"/>
                  <a:pt x="111985" y="19316"/>
                </a:cubicBezTo>
                <a:cubicBezTo>
                  <a:pt x="112110" y="19440"/>
                  <a:pt x="112234" y="19565"/>
                  <a:pt x="112384" y="19689"/>
                </a:cubicBezTo>
                <a:cubicBezTo>
                  <a:pt x="112458" y="19714"/>
                  <a:pt x="112483" y="19789"/>
                  <a:pt x="112508" y="19814"/>
                </a:cubicBezTo>
                <a:cubicBezTo>
                  <a:pt x="112508" y="19838"/>
                  <a:pt x="112558" y="19913"/>
                  <a:pt x="112558" y="19938"/>
                </a:cubicBezTo>
                <a:lnTo>
                  <a:pt x="112334" y="19714"/>
                </a:lnTo>
                <a:lnTo>
                  <a:pt x="112110" y="19515"/>
                </a:lnTo>
                <a:cubicBezTo>
                  <a:pt x="111985" y="19390"/>
                  <a:pt x="111836" y="19266"/>
                  <a:pt x="111687" y="19141"/>
                </a:cubicBezTo>
                <a:cubicBezTo>
                  <a:pt x="111637" y="19141"/>
                  <a:pt x="111637" y="19092"/>
                  <a:pt x="111612" y="19092"/>
                </a:cubicBezTo>
                <a:cubicBezTo>
                  <a:pt x="111512" y="19017"/>
                  <a:pt x="111438" y="18942"/>
                  <a:pt x="111338" y="18843"/>
                </a:cubicBezTo>
                <a:cubicBezTo>
                  <a:pt x="111313" y="18818"/>
                  <a:pt x="111239" y="18793"/>
                  <a:pt x="111214" y="18768"/>
                </a:cubicBezTo>
                <a:cubicBezTo>
                  <a:pt x="110914" y="18518"/>
                  <a:pt x="110580" y="18235"/>
                  <a:pt x="110214" y="17963"/>
                </a:cubicBezTo>
                <a:close/>
                <a:moveTo>
                  <a:pt x="71288" y="9310"/>
                </a:moveTo>
                <a:cubicBezTo>
                  <a:pt x="71438" y="9334"/>
                  <a:pt x="71562" y="9359"/>
                  <a:pt x="71736" y="9409"/>
                </a:cubicBezTo>
                <a:cubicBezTo>
                  <a:pt x="72010" y="9459"/>
                  <a:pt x="72284" y="9484"/>
                  <a:pt x="72558" y="9583"/>
                </a:cubicBezTo>
                <a:cubicBezTo>
                  <a:pt x="72807" y="9658"/>
                  <a:pt x="73056" y="9733"/>
                  <a:pt x="73304" y="9807"/>
                </a:cubicBezTo>
                <a:cubicBezTo>
                  <a:pt x="73504" y="9857"/>
                  <a:pt x="73653" y="9907"/>
                  <a:pt x="73827" y="9957"/>
                </a:cubicBezTo>
                <a:cubicBezTo>
                  <a:pt x="71512" y="12944"/>
                  <a:pt x="69919" y="16379"/>
                  <a:pt x="69073" y="19863"/>
                </a:cubicBezTo>
                <a:cubicBezTo>
                  <a:pt x="67613" y="19361"/>
                  <a:pt x="65978" y="19116"/>
                  <a:pt x="64209" y="19116"/>
                </a:cubicBezTo>
                <a:cubicBezTo>
                  <a:pt x="62207" y="19116"/>
                  <a:pt x="60033" y="19430"/>
                  <a:pt x="57748" y="20038"/>
                </a:cubicBezTo>
                <a:cubicBezTo>
                  <a:pt x="57648" y="18644"/>
                  <a:pt x="57698" y="17275"/>
                  <a:pt x="57772" y="15906"/>
                </a:cubicBezTo>
                <a:cubicBezTo>
                  <a:pt x="62328" y="13217"/>
                  <a:pt x="66833" y="11027"/>
                  <a:pt x="71288" y="9310"/>
                </a:cubicBezTo>
                <a:close/>
                <a:moveTo>
                  <a:pt x="57598" y="16030"/>
                </a:moveTo>
                <a:cubicBezTo>
                  <a:pt x="57499" y="17349"/>
                  <a:pt x="57474" y="18693"/>
                  <a:pt x="57573" y="20062"/>
                </a:cubicBezTo>
                <a:cubicBezTo>
                  <a:pt x="57548" y="20062"/>
                  <a:pt x="57548" y="20062"/>
                  <a:pt x="57499" y="20087"/>
                </a:cubicBezTo>
                <a:cubicBezTo>
                  <a:pt x="57424" y="18718"/>
                  <a:pt x="57449" y="17399"/>
                  <a:pt x="57548" y="16055"/>
                </a:cubicBezTo>
                <a:cubicBezTo>
                  <a:pt x="57573" y="16055"/>
                  <a:pt x="57573" y="16030"/>
                  <a:pt x="57598" y="16030"/>
                </a:cubicBezTo>
                <a:close/>
                <a:moveTo>
                  <a:pt x="69247" y="20112"/>
                </a:moveTo>
                <a:cubicBezTo>
                  <a:pt x="69272" y="20112"/>
                  <a:pt x="69272" y="20137"/>
                  <a:pt x="69272" y="20137"/>
                </a:cubicBezTo>
                <a:lnTo>
                  <a:pt x="69272" y="20187"/>
                </a:lnTo>
                <a:cubicBezTo>
                  <a:pt x="69247" y="20187"/>
                  <a:pt x="69247" y="20187"/>
                  <a:pt x="69197" y="20162"/>
                </a:cubicBezTo>
                <a:lnTo>
                  <a:pt x="69197" y="20112"/>
                </a:lnTo>
                <a:close/>
                <a:moveTo>
                  <a:pt x="64192" y="19303"/>
                </a:moveTo>
                <a:cubicBezTo>
                  <a:pt x="65952" y="19303"/>
                  <a:pt x="67575" y="19547"/>
                  <a:pt x="69023" y="20038"/>
                </a:cubicBezTo>
                <a:cubicBezTo>
                  <a:pt x="69048" y="20062"/>
                  <a:pt x="69048" y="20112"/>
                  <a:pt x="69023" y="20112"/>
                </a:cubicBezTo>
                <a:cubicBezTo>
                  <a:pt x="67575" y="19610"/>
                  <a:pt x="65952" y="19365"/>
                  <a:pt x="64192" y="19365"/>
                </a:cubicBezTo>
                <a:cubicBezTo>
                  <a:pt x="62200" y="19365"/>
                  <a:pt x="60033" y="19679"/>
                  <a:pt x="57748" y="20286"/>
                </a:cubicBezTo>
                <a:lnTo>
                  <a:pt x="57748" y="20237"/>
                </a:lnTo>
                <a:cubicBezTo>
                  <a:pt x="60034" y="19616"/>
                  <a:pt x="62200" y="19303"/>
                  <a:pt x="64192" y="19303"/>
                </a:cubicBezTo>
                <a:close/>
                <a:moveTo>
                  <a:pt x="57598" y="20262"/>
                </a:moveTo>
                <a:lnTo>
                  <a:pt x="57598" y="20311"/>
                </a:lnTo>
                <a:cubicBezTo>
                  <a:pt x="57573" y="20311"/>
                  <a:pt x="57573" y="20311"/>
                  <a:pt x="57548" y="20336"/>
                </a:cubicBezTo>
                <a:lnTo>
                  <a:pt x="57548" y="20286"/>
                </a:lnTo>
                <a:cubicBezTo>
                  <a:pt x="57573" y="20286"/>
                  <a:pt x="57573" y="20286"/>
                  <a:pt x="57598" y="20262"/>
                </a:cubicBezTo>
                <a:close/>
                <a:moveTo>
                  <a:pt x="112881" y="20162"/>
                </a:moveTo>
                <a:lnTo>
                  <a:pt x="112981" y="20262"/>
                </a:lnTo>
                <a:cubicBezTo>
                  <a:pt x="112931" y="20262"/>
                  <a:pt x="112931" y="20311"/>
                  <a:pt x="112956" y="20361"/>
                </a:cubicBezTo>
                <a:lnTo>
                  <a:pt x="112881" y="20286"/>
                </a:lnTo>
                <a:lnTo>
                  <a:pt x="112881" y="20237"/>
                </a:lnTo>
                <a:lnTo>
                  <a:pt x="112881" y="20162"/>
                </a:lnTo>
                <a:close/>
                <a:moveTo>
                  <a:pt x="109397" y="17772"/>
                </a:moveTo>
                <a:lnTo>
                  <a:pt x="109397" y="17772"/>
                </a:lnTo>
                <a:cubicBezTo>
                  <a:pt x="109521" y="17797"/>
                  <a:pt x="109596" y="17822"/>
                  <a:pt x="109646" y="17897"/>
                </a:cubicBezTo>
                <a:cubicBezTo>
                  <a:pt x="109770" y="17972"/>
                  <a:pt x="109894" y="18046"/>
                  <a:pt x="110019" y="18146"/>
                </a:cubicBezTo>
                <a:cubicBezTo>
                  <a:pt x="110118" y="18196"/>
                  <a:pt x="110218" y="18270"/>
                  <a:pt x="110318" y="18370"/>
                </a:cubicBezTo>
                <a:cubicBezTo>
                  <a:pt x="110492" y="18519"/>
                  <a:pt x="110691" y="18644"/>
                  <a:pt x="110865" y="18793"/>
                </a:cubicBezTo>
                <a:cubicBezTo>
                  <a:pt x="111089" y="18992"/>
                  <a:pt x="111338" y="19141"/>
                  <a:pt x="111512" y="19316"/>
                </a:cubicBezTo>
                <a:cubicBezTo>
                  <a:pt x="111936" y="19664"/>
                  <a:pt x="112309" y="20038"/>
                  <a:pt x="112632" y="20436"/>
                </a:cubicBezTo>
                <a:lnTo>
                  <a:pt x="112632" y="20461"/>
                </a:lnTo>
                <a:cubicBezTo>
                  <a:pt x="112632" y="20481"/>
                  <a:pt x="112632" y="20497"/>
                  <a:pt x="112636" y="20510"/>
                </a:cubicBezTo>
                <a:lnTo>
                  <a:pt x="112636" y="20510"/>
                </a:lnTo>
                <a:cubicBezTo>
                  <a:pt x="111677" y="19485"/>
                  <a:pt x="110597" y="18556"/>
                  <a:pt x="109397" y="17772"/>
                </a:cubicBezTo>
                <a:close/>
                <a:moveTo>
                  <a:pt x="74350" y="10056"/>
                </a:moveTo>
                <a:cubicBezTo>
                  <a:pt x="74425" y="10181"/>
                  <a:pt x="74624" y="10230"/>
                  <a:pt x="74773" y="10305"/>
                </a:cubicBezTo>
                <a:cubicBezTo>
                  <a:pt x="74997" y="10405"/>
                  <a:pt x="75246" y="10479"/>
                  <a:pt x="75470" y="10579"/>
                </a:cubicBezTo>
                <a:cubicBezTo>
                  <a:pt x="75669" y="10679"/>
                  <a:pt x="75893" y="10803"/>
                  <a:pt x="76117" y="10927"/>
                </a:cubicBezTo>
                <a:cubicBezTo>
                  <a:pt x="76341" y="11052"/>
                  <a:pt x="76515" y="11151"/>
                  <a:pt x="76715" y="11276"/>
                </a:cubicBezTo>
                <a:cubicBezTo>
                  <a:pt x="76739" y="11276"/>
                  <a:pt x="76739" y="11301"/>
                  <a:pt x="76764" y="11301"/>
                </a:cubicBezTo>
                <a:lnTo>
                  <a:pt x="77337" y="11674"/>
                </a:lnTo>
                <a:cubicBezTo>
                  <a:pt x="77511" y="11824"/>
                  <a:pt x="77735" y="11948"/>
                  <a:pt x="77909" y="12097"/>
                </a:cubicBezTo>
                <a:cubicBezTo>
                  <a:pt x="78108" y="12272"/>
                  <a:pt x="78258" y="12421"/>
                  <a:pt x="78407" y="12570"/>
                </a:cubicBezTo>
                <a:cubicBezTo>
                  <a:pt x="78581" y="12720"/>
                  <a:pt x="78731" y="12844"/>
                  <a:pt x="78880" y="13018"/>
                </a:cubicBezTo>
                <a:lnTo>
                  <a:pt x="78407" y="13466"/>
                </a:lnTo>
                <a:lnTo>
                  <a:pt x="78208" y="13690"/>
                </a:lnTo>
                <a:cubicBezTo>
                  <a:pt x="77984" y="13914"/>
                  <a:pt x="77760" y="14163"/>
                  <a:pt x="77586" y="14387"/>
                </a:cubicBezTo>
                <a:cubicBezTo>
                  <a:pt x="77536" y="14412"/>
                  <a:pt x="77511" y="14437"/>
                  <a:pt x="77486" y="14512"/>
                </a:cubicBezTo>
                <a:cubicBezTo>
                  <a:pt x="77237" y="14786"/>
                  <a:pt x="77013" y="15034"/>
                  <a:pt x="76789" y="15308"/>
                </a:cubicBezTo>
                <a:cubicBezTo>
                  <a:pt x="76715" y="15433"/>
                  <a:pt x="76615" y="15532"/>
                  <a:pt x="76540" y="15657"/>
                </a:cubicBezTo>
                <a:cubicBezTo>
                  <a:pt x="76416" y="15806"/>
                  <a:pt x="76291" y="16005"/>
                  <a:pt x="76167" y="16155"/>
                </a:cubicBezTo>
                <a:cubicBezTo>
                  <a:pt x="76092" y="16279"/>
                  <a:pt x="75993" y="16428"/>
                  <a:pt x="75893" y="16553"/>
                </a:cubicBezTo>
                <a:cubicBezTo>
                  <a:pt x="75794" y="16702"/>
                  <a:pt x="75669" y="16876"/>
                  <a:pt x="75594" y="17001"/>
                </a:cubicBezTo>
                <a:cubicBezTo>
                  <a:pt x="75495" y="17150"/>
                  <a:pt x="75395" y="17275"/>
                  <a:pt x="75296" y="17424"/>
                </a:cubicBezTo>
                <a:cubicBezTo>
                  <a:pt x="75221" y="17573"/>
                  <a:pt x="75122" y="17698"/>
                  <a:pt x="75022" y="17872"/>
                </a:cubicBezTo>
                <a:cubicBezTo>
                  <a:pt x="74922" y="18021"/>
                  <a:pt x="74848" y="18146"/>
                  <a:pt x="74773" y="18295"/>
                </a:cubicBezTo>
                <a:cubicBezTo>
                  <a:pt x="74674" y="18445"/>
                  <a:pt x="74599" y="18619"/>
                  <a:pt x="74524" y="18768"/>
                </a:cubicBezTo>
                <a:cubicBezTo>
                  <a:pt x="74499" y="18868"/>
                  <a:pt x="74425" y="18917"/>
                  <a:pt x="74400" y="19017"/>
                </a:cubicBezTo>
                <a:cubicBezTo>
                  <a:pt x="73255" y="19515"/>
                  <a:pt x="72110" y="20038"/>
                  <a:pt x="70940" y="20610"/>
                </a:cubicBezTo>
                <a:cubicBezTo>
                  <a:pt x="70517" y="20361"/>
                  <a:pt x="70044" y="20137"/>
                  <a:pt x="69571" y="19938"/>
                </a:cubicBezTo>
                <a:cubicBezTo>
                  <a:pt x="70417" y="16428"/>
                  <a:pt x="72010" y="13018"/>
                  <a:pt x="74350" y="10056"/>
                </a:cubicBezTo>
                <a:close/>
                <a:moveTo>
                  <a:pt x="58494" y="10405"/>
                </a:moveTo>
                <a:lnTo>
                  <a:pt x="58494" y="10405"/>
                </a:lnTo>
                <a:cubicBezTo>
                  <a:pt x="57922" y="12023"/>
                  <a:pt x="57548" y="13790"/>
                  <a:pt x="57374" y="15657"/>
                </a:cubicBezTo>
                <a:cubicBezTo>
                  <a:pt x="57225" y="15756"/>
                  <a:pt x="57051" y="15831"/>
                  <a:pt x="56876" y="15955"/>
                </a:cubicBezTo>
                <a:lnTo>
                  <a:pt x="54736" y="17275"/>
                </a:lnTo>
                <a:cubicBezTo>
                  <a:pt x="53865" y="17822"/>
                  <a:pt x="52968" y="18395"/>
                  <a:pt x="52097" y="18992"/>
                </a:cubicBezTo>
                <a:lnTo>
                  <a:pt x="51251" y="19540"/>
                </a:lnTo>
                <a:cubicBezTo>
                  <a:pt x="50654" y="19938"/>
                  <a:pt x="50081" y="20336"/>
                  <a:pt x="49484" y="20784"/>
                </a:cubicBezTo>
                <a:cubicBezTo>
                  <a:pt x="49484" y="20759"/>
                  <a:pt x="49459" y="20759"/>
                  <a:pt x="49459" y="20759"/>
                </a:cubicBezTo>
                <a:cubicBezTo>
                  <a:pt x="48588" y="19888"/>
                  <a:pt x="47766" y="19067"/>
                  <a:pt x="46995" y="18395"/>
                </a:cubicBezTo>
                <a:cubicBezTo>
                  <a:pt x="46173" y="17673"/>
                  <a:pt x="45426" y="17051"/>
                  <a:pt x="44729" y="16553"/>
                </a:cubicBezTo>
                <a:cubicBezTo>
                  <a:pt x="44779" y="16528"/>
                  <a:pt x="44879" y="16453"/>
                  <a:pt x="44929" y="16428"/>
                </a:cubicBezTo>
                <a:cubicBezTo>
                  <a:pt x="45277" y="16254"/>
                  <a:pt x="45601" y="16030"/>
                  <a:pt x="45924" y="15831"/>
                </a:cubicBezTo>
                <a:lnTo>
                  <a:pt x="46123" y="15756"/>
                </a:lnTo>
                <a:cubicBezTo>
                  <a:pt x="46248" y="15682"/>
                  <a:pt x="46323" y="15632"/>
                  <a:pt x="46447" y="15557"/>
                </a:cubicBezTo>
                <a:cubicBezTo>
                  <a:pt x="46895" y="15308"/>
                  <a:pt x="47293" y="15084"/>
                  <a:pt x="47741" y="14835"/>
                </a:cubicBezTo>
                <a:lnTo>
                  <a:pt x="47766" y="14835"/>
                </a:lnTo>
                <a:cubicBezTo>
                  <a:pt x="51425" y="12894"/>
                  <a:pt x="55034" y="11400"/>
                  <a:pt x="58494" y="10405"/>
                </a:cubicBezTo>
                <a:close/>
                <a:moveTo>
                  <a:pt x="69446" y="20187"/>
                </a:moveTo>
                <a:cubicBezTo>
                  <a:pt x="69894" y="20361"/>
                  <a:pt x="70293" y="20535"/>
                  <a:pt x="70666" y="20759"/>
                </a:cubicBezTo>
                <a:cubicBezTo>
                  <a:pt x="70641" y="20759"/>
                  <a:pt x="70641" y="20784"/>
                  <a:pt x="70591" y="20784"/>
                </a:cubicBezTo>
                <a:cubicBezTo>
                  <a:pt x="70218" y="20610"/>
                  <a:pt x="69870" y="20411"/>
                  <a:pt x="69446" y="20262"/>
                </a:cubicBezTo>
                <a:lnTo>
                  <a:pt x="69446" y="20187"/>
                </a:lnTo>
                <a:close/>
                <a:moveTo>
                  <a:pt x="74225" y="19291"/>
                </a:moveTo>
                <a:cubicBezTo>
                  <a:pt x="74176" y="19316"/>
                  <a:pt x="74176" y="19390"/>
                  <a:pt x="74151" y="19415"/>
                </a:cubicBezTo>
                <a:lnTo>
                  <a:pt x="71164" y="20809"/>
                </a:lnTo>
                <a:cubicBezTo>
                  <a:pt x="71139" y="20784"/>
                  <a:pt x="71114" y="20784"/>
                  <a:pt x="71064" y="20759"/>
                </a:cubicBezTo>
                <a:cubicBezTo>
                  <a:pt x="72135" y="20262"/>
                  <a:pt x="73155" y="19764"/>
                  <a:pt x="74225" y="19291"/>
                </a:cubicBezTo>
                <a:close/>
                <a:moveTo>
                  <a:pt x="44505" y="16652"/>
                </a:moveTo>
                <a:cubicBezTo>
                  <a:pt x="45924" y="17673"/>
                  <a:pt x="47542" y="19067"/>
                  <a:pt x="49334" y="20909"/>
                </a:cubicBezTo>
                <a:lnTo>
                  <a:pt x="49260" y="20934"/>
                </a:lnTo>
                <a:cubicBezTo>
                  <a:pt x="49110" y="20784"/>
                  <a:pt x="48986" y="20635"/>
                  <a:pt x="48837" y="20510"/>
                </a:cubicBezTo>
                <a:lnTo>
                  <a:pt x="48712" y="20386"/>
                </a:lnTo>
                <a:lnTo>
                  <a:pt x="48339" y="20013"/>
                </a:lnTo>
                <a:lnTo>
                  <a:pt x="47990" y="19664"/>
                </a:lnTo>
                <a:lnTo>
                  <a:pt x="47891" y="19565"/>
                </a:lnTo>
                <a:cubicBezTo>
                  <a:pt x="46646" y="18395"/>
                  <a:pt x="45501" y="17424"/>
                  <a:pt x="44431" y="16677"/>
                </a:cubicBezTo>
                <a:cubicBezTo>
                  <a:pt x="44481" y="16677"/>
                  <a:pt x="44505" y="16677"/>
                  <a:pt x="44505" y="16652"/>
                </a:cubicBezTo>
                <a:close/>
                <a:moveTo>
                  <a:pt x="112981" y="20710"/>
                </a:moveTo>
                <a:lnTo>
                  <a:pt x="113081" y="20809"/>
                </a:lnTo>
                <a:cubicBezTo>
                  <a:pt x="113056" y="20859"/>
                  <a:pt x="113056" y="20884"/>
                  <a:pt x="113081" y="20934"/>
                </a:cubicBezTo>
                <a:cubicBezTo>
                  <a:pt x="113056" y="20909"/>
                  <a:pt x="113006" y="20884"/>
                  <a:pt x="113006" y="20859"/>
                </a:cubicBezTo>
                <a:cubicBezTo>
                  <a:pt x="113006" y="20809"/>
                  <a:pt x="112981" y="20759"/>
                  <a:pt x="112981" y="20710"/>
                </a:cubicBezTo>
                <a:close/>
                <a:moveTo>
                  <a:pt x="57354" y="15918"/>
                </a:moveTo>
                <a:lnTo>
                  <a:pt x="57354" y="15918"/>
                </a:lnTo>
                <a:cubicBezTo>
                  <a:pt x="57349" y="15927"/>
                  <a:pt x="57349" y="15941"/>
                  <a:pt x="57349" y="15955"/>
                </a:cubicBezTo>
                <a:cubicBezTo>
                  <a:pt x="56553" y="16428"/>
                  <a:pt x="55756" y="16926"/>
                  <a:pt x="54960" y="17424"/>
                </a:cubicBezTo>
                <a:cubicBezTo>
                  <a:pt x="54736" y="17548"/>
                  <a:pt x="54512" y="17698"/>
                  <a:pt x="54313" y="17872"/>
                </a:cubicBezTo>
                <a:cubicBezTo>
                  <a:pt x="53616" y="18295"/>
                  <a:pt x="52944" y="18743"/>
                  <a:pt x="52247" y="19191"/>
                </a:cubicBezTo>
                <a:cubicBezTo>
                  <a:pt x="51898" y="19415"/>
                  <a:pt x="51599" y="19664"/>
                  <a:pt x="51251" y="19888"/>
                </a:cubicBezTo>
                <a:cubicBezTo>
                  <a:pt x="50728" y="20262"/>
                  <a:pt x="50206" y="20610"/>
                  <a:pt x="49658" y="20983"/>
                </a:cubicBezTo>
                <a:lnTo>
                  <a:pt x="49633" y="20934"/>
                </a:lnTo>
                <a:cubicBezTo>
                  <a:pt x="50156" y="20560"/>
                  <a:pt x="50703" y="20187"/>
                  <a:pt x="51226" y="19863"/>
                </a:cubicBezTo>
                <a:cubicBezTo>
                  <a:pt x="51575" y="19639"/>
                  <a:pt x="51873" y="19390"/>
                  <a:pt x="52222" y="19166"/>
                </a:cubicBezTo>
                <a:lnTo>
                  <a:pt x="53068" y="18619"/>
                </a:lnTo>
                <a:cubicBezTo>
                  <a:pt x="54480" y="17653"/>
                  <a:pt x="55941" y="16761"/>
                  <a:pt x="57354" y="15918"/>
                </a:cubicBezTo>
                <a:close/>
                <a:moveTo>
                  <a:pt x="70840" y="20884"/>
                </a:moveTo>
                <a:cubicBezTo>
                  <a:pt x="70890" y="20909"/>
                  <a:pt x="70915" y="20909"/>
                  <a:pt x="70940" y="20934"/>
                </a:cubicBezTo>
                <a:cubicBezTo>
                  <a:pt x="70915" y="20934"/>
                  <a:pt x="70915" y="20983"/>
                  <a:pt x="70890" y="20983"/>
                </a:cubicBezTo>
                <a:cubicBezTo>
                  <a:pt x="70840" y="20934"/>
                  <a:pt x="70815" y="20909"/>
                  <a:pt x="70790" y="20909"/>
                </a:cubicBezTo>
                <a:cubicBezTo>
                  <a:pt x="70815" y="20909"/>
                  <a:pt x="70815" y="20884"/>
                  <a:pt x="70840" y="20884"/>
                </a:cubicBezTo>
                <a:close/>
                <a:moveTo>
                  <a:pt x="49484" y="21033"/>
                </a:moveTo>
                <a:lnTo>
                  <a:pt x="49509" y="21058"/>
                </a:lnTo>
                <a:lnTo>
                  <a:pt x="49533" y="21083"/>
                </a:lnTo>
                <a:lnTo>
                  <a:pt x="49509" y="21133"/>
                </a:lnTo>
                <a:lnTo>
                  <a:pt x="49484" y="21158"/>
                </a:lnTo>
                <a:lnTo>
                  <a:pt x="49409" y="21058"/>
                </a:lnTo>
                <a:lnTo>
                  <a:pt x="49484" y="21033"/>
                </a:lnTo>
                <a:close/>
                <a:moveTo>
                  <a:pt x="69421" y="20436"/>
                </a:moveTo>
                <a:cubicBezTo>
                  <a:pt x="69745" y="20560"/>
                  <a:pt x="70069" y="20734"/>
                  <a:pt x="70417" y="20884"/>
                </a:cubicBezTo>
                <a:cubicBezTo>
                  <a:pt x="70019" y="21058"/>
                  <a:pt x="69596" y="21282"/>
                  <a:pt x="69197" y="21506"/>
                </a:cubicBezTo>
                <a:cubicBezTo>
                  <a:pt x="69272" y="21158"/>
                  <a:pt x="69322" y="20784"/>
                  <a:pt x="69421" y="20436"/>
                </a:cubicBezTo>
                <a:close/>
                <a:moveTo>
                  <a:pt x="69173" y="20336"/>
                </a:moveTo>
                <a:cubicBezTo>
                  <a:pt x="69173" y="20361"/>
                  <a:pt x="69197" y="20361"/>
                  <a:pt x="69247" y="20386"/>
                </a:cubicBezTo>
                <a:cubicBezTo>
                  <a:pt x="69148" y="20784"/>
                  <a:pt x="69048" y="21232"/>
                  <a:pt x="68973" y="21631"/>
                </a:cubicBezTo>
                <a:cubicBezTo>
                  <a:pt x="68949" y="21631"/>
                  <a:pt x="68949" y="21655"/>
                  <a:pt x="68924" y="21655"/>
                </a:cubicBezTo>
                <a:cubicBezTo>
                  <a:pt x="68973" y="21207"/>
                  <a:pt x="69073" y="20784"/>
                  <a:pt x="69173" y="20336"/>
                </a:cubicBezTo>
                <a:close/>
                <a:moveTo>
                  <a:pt x="70616" y="21008"/>
                </a:moveTo>
                <a:cubicBezTo>
                  <a:pt x="70641" y="21033"/>
                  <a:pt x="70666" y="21033"/>
                  <a:pt x="70691" y="21058"/>
                </a:cubicBezTo>
                <a:cubicBezTo>
                  <a:pt x="70168" y="21307"/>
                  <a:pt x="69670" y="21606"/>
                  <a:pt x="69148" y="21855"/>
                </a:cubicBezTo>
                <a:lnTo>
                  <a:pt x="69148" y="21755"/>
                </a:lnTo>
                <a:cubicBezTo>
                  <a:pt x="69646" y="21506"/>
                  <a:pt x="70118" y="21257"/>
                  <a:pt x="70616" y="21008"/>
                </a:cubicBezTo>
                <a:close/>
                <a:moveTo>
                  <a:pt x="68924" y="21855"/>
                </a:moveTo>
                <a:lnTo>
                  <a:pt x="68924" y="21929"/>
                </a:lnTo>
                <a:cubicBezTo>
                  <a:pt x="68899" y="21929"/>
                  <a:pt x="68899" y="21954"/>
                  <a:pt x="68874" y="21954"/>
                </a:cubicBezTo>
                <a:lnTo>
                  <a:pt x="68874" y="21879"/>
                </a:lnTo>
                <a:cubicBezTo>
                  <a:pt x="68899" y="21879"/>
                  <a:pt x="68899" y="21855"/>
                  <a:pt x="68924" y="21855"/>
                </a:cubicBezTo>
                <a:close/>
                <a:moveTo>
                  <a:pt x="74026" y="19714"/>
                </a:moveTo>
                <a:lnTo>
                  <a:pt x="74026" y="19764"/>
                </a:lnTo>
                <a:cubicBezTo>
                  <a:pt x="73977" y="19913"/>
                  <a:pt x="73902" y="20038"/>
                  <a:pt x="73802" y="20187"/>
                </a:cubicBezTo>
                <a:cubicBezTo>
                  <a:pt x="73728" y="20336"/>
                  <a:pt x="73653" y="20535"/>
                  <a:pt x="73553" y="20685"/>
                </a:cubicBezTo>
                <a:cubicBezTo>
                  <a:pt x="73504" y="20809"/>
                  <a:pt x="73429" y="20958"/>
                  <a:pt x="73379" y="21083"/>
                </a:cubicBezTo>
                <a:cubicBezTo>
                  <a:pt x="73304" y="21257"/>
                  <a:pt x="73230" y="21431"/>
                  <a:pt x="73155" y="21631"/>
                </a:cubicBezTo>
                <a:cubicBezTo>
                  <a:pt x="73105" y="21755"/>
                  <a:pt x="73056" y="21904"/>
                  <a:pt x="73006" y="22029"/>
                </a:cubicBezTo>
                <a:cubicBezTo>
                  <a:pt x="72981" y="22103"/>
                  <a:pt x="72981" y="22128"/>
                  <a:pt x="72931" y="22178"/>
                </a:cubicBezTo>
                <a:cubicBezTo>
                  <a:pt x="72483" y="21705"/>
                  <a:pt x="71935" y="21307"/>
                  <a:pt x="71363" y="20934"/>
                </a:cubicBezTo>
                <a:cubicBezTo>
                  <a:pt x="72259" y="20510"/>
                  <a:pt x="73130" y="20087"/>
                  <a:pt x="74026" y="19714"/>
                </a:cubicBezTo>
                <a:close/>
                <a:moveTo>
                  <a:pt x="71139" y="21033"/>
                </a:moveTo>
                <a:cubicBezTo>
                  <a:pt x="71761" y="21407"/>
                  <a:pt x="72359" y="21879"/>
                  <a:pt x="72856" y="22377"/>
                </a:cubicBezTo>
                <a:cubicBezTo>
                  <a:pt x="72881" y="22402"/>
                  <a:pt x="72856" y="22427"/>
                  <a:pt x="72856" y="22427"/>
                </a:cubicBezTo>
                <a:cubicBezTo>
                  <a:pt x="72309" y="21904"/>
                  <a:pt x="71736" y="21431"/>
                  <a:pt x="71064" y="21058"/>
                </a:cubicBezTo>
                <a:cubicBezTo>
                  <a:pt x="71114" y="21058"/>
                  <a:pt x="71114" y="21033"/>
                  <a:pt x="71139" y="21033"/>
                </a:cubicBezTo>
                <a:close/>
                <a:moveTo>
                  <a:pt x="57374" y="16179"/>
                </a:moveTo>
                <a:lnTo>
                  <a:pt x="57374" y="16179"/>
                </a:lnTo>
                <a:cubicBezTo>
                  <a:pt x="57250" y="17499"/>
                  <a:pt x="57250" y="18793"/>
                  <a:pt x="57324" y="20137"/>
                </a:cubicBezTo>
                <a:cubicBezTo>
                  <a:pt x="55308" y="20685"/>
                  <a:pt x="53217" y="21506"/>
                  <a:pt x="51102" y="22502"/>
                </a:cubicBezTo>
                <a:cubicBezTo>
                  <a:pt x="51102" y="22477"/>
                  <a:pt x="51077" y="22477"/>
                  <a:pt x="51077" y="22427"/>
                </a:cubicBezTo>
                <a:cubicBezTo>
                  <a:pt x="50853" y="22178"/>
                  <a:pt x="50629" y="21954"/>
                  <a:pt x="50405" y="21705"/>
                </a:cubicBezTo>
                <a:cubicBezTo>
                  <a:pt x="50230" y="21506"/>
                  <a:pt x="50006" y="21282"/>
                  <a:pt x="49832" y="21058"/>
                </a:cubicBezTo>
                <a:cubicBezTo>
                  <a:pt x="50355" y="20685"/>
                  <a:pt x="50878" y="20311"/>
                  <a:pt x="51400" y="19988"/>
                </a:cubicBezTo>
                <a:cubicBezTo>
                  <a:pt x="51749" y="19764"/>
                  <a:pt x="52097" y="19515"/>
                  <a:pt x="52446" y="19291"/>
                </a:cubicBezTo>
                <a:lnTo>
                  <a:pt x="54313" y="18071"/>
                </a:lnTo>
                <a:cubicBezTo>
                  <a:pt x="54586" y="17897"/>
                  <a:pt x="54860" y="17698"/>
                  <a:pt x="55134" y="17548"/>
                </a:cubicBezTo>
                <a:cubicBezTo>
                  <a:pt x="55881" y="17075"/>
                  <a:pt x="56627" y="16603"/>
                  <a:pt x="57374" y="16179"/>
                </a:cubicBezTo>
                <a:close/>
                <a:moveTo>
                  <a:pt x="111508" y="15961"/>
                </a:moveTo>
                <a:lnTo>
                  <a:pt x="111508" y="15961"/>
                </a:lnTo>
                <a:cubicBezTo>
                  <a:pt x="112181" y="16960"/>
                  <a:pt x="113240" y="18615"/>
                  <a:pt x="114201" y="20635"/>
                </a:cubicBezTo>
                <a:cubicBezTo>
                  <a:pt x="114534" y="21324"/>
                  <a:pt x="114788" y="21974"/>
                  <a:pt x="115034" y="22566"/>
                </a:cubicBezTo>
                <a:lnTo>
                  <a:pt x="115034" y="22566"/>
                </a:lnTo>
                <a:cubicBezTo>
                  <a:pt x="115026" y="22557"/>
                  <a:pt x="115014" y="22552"/>
                  <a:pt x="114997" y="22552"/>
                </a:cubicBezTo>
                <a:cubicBezTo>
                  <a:pt x="114723" y="22153"/>
                  <a:pt x="114450" y="21755"/>
                  <a:pt x="114126" y="21332"/>
                </a:cubicBezTo>
                <a:lnTo>
                  <a:pt x="114051" y="21257"/>
                </a:lnTo>
                <a:cubicBezTo>
                  <a:pt x="113728" y="20884"/>
                  <a:pt x="113429" y="20510"/>
                  <a:pt x="113081" y="20137"/>
                </a:cubicBezTo>
                <a:cubicBezTo>
                  <a:pt x="113006" y="19838"/>
                  <a:pt x="112881" y="19565"/>
                  <a:pt x="112832" y="19291"/>
                </a:cubicBezTo>
                <a:lnTo>
                  <a:pt x="112558" y="18370"/>
                </a:lnTo>
                <a:cubicBezTo>
                  <a:pt x="112458" y="18071"/>
                  <a:pt x="112334" y="17822"/>
                  <a:pt x="112234" y="17573"/>
                </a:cubicBezTo>
                <a:cubicBezTo>
                  <a:pt x="112110" y="17275"/>
                  <a:pt x="112010" y="16951"/>
                  <a:pt x="111861" y="16677"/>
                </a:cubicBezTo>
                <a:cubicBezTo>
                  <a:pt x="111761" y="16428"/>
                  <a:pt x="111637" y="16204"/>
                  <a:pt x="111512" y="15980"/>
                </a:cubicBezTo>
                <a:cubicBezTo>
                  <a:pt x="111512" y="15974"/>
                  <a:pt x="111511" y="15967"/>
                  <a:pt x="111508" y="15961"/>
                </a:cubicBezTo>
                <a:close/>
                <a:moveTo>
                  <a:pt x="49633" y="21232"/>
                </a:moveTo>
                <a:cubicBezTo>
                  <a:pt x="49832" y="21407"/>
                  <a:pt x="50006" y="21631"/>
                  <a:pt x="50206" y="21805"/>
                </a:cubicBezTo>
                <a:cubicBezTo>
                  <a:pt x="50405" y="22054"/>
                  <a:pt x="50654" y="22278"/>
                  <a:pt x="50878" y="22527"/>
                </a:cubicBezTo>
                <a:lnTo>
                  <a:pt x="50902" y="22552"/>
                </a:lnTo>
                <a:cubicBezTo>
                  <a:pt x="50878" y="22552"/>
                  <a:pt x="50878" y="22601"/>
                  <a:pt x="50853" y="22601"/>
                </a:cubicBezTo>
                <a:lnTo>
                  <a:pt x="50778" y="22527"/>
                </a:lnTo>
                <a:cubicBezTo>
                  <a:pt x="50703" y="22402"/>
                  <a:pt x="50579" y="22303"/>
                  <a:pt x="50479" y="22178"/>
                </a:cubicBezTo>
                <a:cubicBezTo>
                  <a:pt x="50156" y="21855"/>
                  <a:pt x="49882" y="21531"/>
                  <a:pt x="49583" y="21232"/>
                </a:cubicBezTo>
                <a:lnTo>
                  <a:pt x="49583" y="21232"/>
                </a:lnTo>
                <a:cubicBezTo>
                  <a:pt x="49592" y="21241"/>
                  <a:pt x="49597" y="21243"/>
                  <a:pt x="49602" y="21243"/>
                </a:cubicBezTo>
                <a:cubicBezTo>
                  <a:pt x="49611" y="21243"/>
                  <a:pt x="49616" y="21232"/>
                  <a:pt x="49633" y="21232"/>
                </a:cubicBezTo>
                <a:close/>
                <a:moveTo>
                  <a:pt x="57349" y="20311"/>
                </a:moveTo>
                <a:lnTo>
                  <a:pt x="57349" y="20386"/>
                </a:lnTo>
                <a:cubicBezTo>
                  <a:pt x="55383" y="20934"/>
                  <a:pt x="53342" y="21705"/>
                  <a:pt x="51251" y="22676"/>
                </a:cubicBezTo>
                <a:cubicBezTo>
                  <a:pt x="51251" y="22676"/>
                  <a:pt x="51226" y="22676"/>
                  <a:pt x="51226" y="22651"/>
                </a:cubicBezTo>
                <a:cubicBezTo>
                  <a:pt x="53317" y="21655"/>
                  <a:pt x="55358" y="20884"/>
                  <a:pt x="57349" y="20311"/>
                </a:cubicBezTo>
                <a:close/>
                <a:moveTo>
                  <a:pt x="51077" y="22751"/>
                </a:moveTo>
                <a:cubicBezTo>
                  <a:pt x="51077" y="22776"/>
                  <a:pt x="51077" y="22776"/>
                  <a:pt x="51102" y="22800"/>
                </a:cubicBezTo>
                <a:cubicBezTo>
                  <a:pt x="51077" y="22800"/>
                  <a:pt x="51077" y="22825"/>
                  <a:pt x="51027" y="22825"/>
                </a:cubicBezTo>
                <a:cubicBezTo>
                  <a:pt x="51027" y="22800"/>
                  <a:pt x="51002" y="22800"/>
                  <a:pt x="51002" y="22776"/>
                </a:cubicBezTo>
                <a:cubicBezTo>
                  <a:pt x="51027" y="22776"/>
                  <a:pt x="51027" y="22751"/>
                  <a:pt x="51077" y="22751"/>
                </a:cubicBezTo>
                <a:close/>
                <a:moveTo>
                  <a:pt x="113329" y="18395"/>
                </a:moveTo>
                <a:lnTo>
                  <a:pt x="113329" y="18395"/>
                </a:lnTo>
                <a:cubicBezTo>
                  <a:pt x="113603" y="18893"/>
                  <a:pt x="113852" y="19316"/>
                  <a:pt x="113977" y="19540"/>
                </a:cubicBezTo>
                <a:cubicBezTo>
                  <a:pt x="114126" y="19814"/>
                  <a:pt x="114300" y="20137"/>
                  <a:pt x="114425" y="20436"/>
                </a:cubicBezTo>
                <a:cubicBezTo>
                  <a:pt x="115047" y="21780"/>
                  <a:pt x="115495" y="22975"/>
                  <a:pt x="115868" y="23995"/>
                </a:cubicBezTo>
                <a:cubicBezTo>
                  <a:pt x="115868" y="24020"/>
                  <a:pt x="115918" y="24045"/>
                  <a:pt x="115918" y="24095"/>
                </a:cubicBezTo>
                <a:cubicBezTo>
                  <a:pt x="115868" y="24045"/>
                  <a:pt x="115843" y="23995"/>
                  <a:pt x="115843" y="23970"/>
                </a:cubicBezTo>
                <a:cubicBezTo>
                  <a:pt x="115843" y="23970"/>
                  <a:pt x="115843" y="23921"/>
                  <a:pt x="115819" y="23921"/>
                </a:cubicBezTo>
                <a:lnTo>
                  <a:pt x="115819" y="23896"/>
                </a:lnTo>
                <a:cubicBezTo>
                  <a:pt x="115769" y="23846"/>
                  <a:pt x="115744" y="23771"/>
                  <a:pt x="115719" y="23672"/>
                </a:cubicBezTo>
                <a:cubicBezTo>
                  <a:pt x="115370" y="22726"/>
                  <a:pt x="114947" y="21655"/>
                  <a:pt x="114375" y="20436"/>
                </a:cubicBezTo>
                <a:cubicBezTo>
                  <a:pt x="114026" y="19739"/>
                  <a:pt x="113653" y="19017"/>
                  <a:pt x="113329" y="18395"/>
                </a:cubicBezTo>
                <a:close/>
                <a:moveTo>
                  <a:pt x="113180" y="20535"/>
                </a:moveTo>
                <a:lnTo>
                  <a:pt x="113180" y="20535"/>
                </a:lnTo>
                <a:cubicBezTo>
                  <a:pt x="113429" y="20809"/>
                  <a:pt x="113678" y="21058"/>
                  <a:pt x="113877" y="21382"/>
                </a:cubicBezTo>
                <a:cubicBezTo>
                  <a:pt x="113927" y="21407"/>
                  <a:pt x="113952" y="21431"/>
                  <a:pt x="113952" y="21481"/>
                </a:cubicBezTo>
                <a:cubicBezTo>
                  <a:pt x="114250" y="21879"/>
                  <a:pt x="114524" y="22278"/>
                  <a:pt x="114823" y="22676"/>
                </a:cubicBezTo>
                <a:cubicBezTo>
                  <a:pt x="114823" y="22726"/>
                  <a:pt x="114848" y="22726"/>
                  <a:pt x="114848" y="22751"/>
                </a:cubicBezTo>
                <a:cubicBezTo>
                  <a:pt x="115097" y="23124"/>
                  <a:pt x="115296" y="23497"/>
                  <a:pt x="115495" y="23871"/>
                </a:cubicBezTo>
                <a:cubicBezTo>
                  <a:pt x="115545" y="23995"/>
                  <a:pt x="115595" y="24120"/>
                  <a:pt x="115619" y="24244"/>
                </a:cubicBezTo>
                <a:cubicBezTo>
                  <a:pt x="115221" y="23398"/>
                  <a:pt x="114723" y="22626"/>
                  <a:pt x="114176" y="21855"/>
                </a:cubicBezTo>
                <a:cubicBezTo>
                  <a:pt x="114126" y="21805"/>
                  <a:pt x="114101" y="21755"/>
                  <a:pt x="114076" y="21705"/>
                </a:cubicBezTo>
                <a:cubicBezTo>
                  <a:pt x="113802" y="21332"/>
                  <a:pt x="113504" y="21008"/>
                  <a:pt x="113205" y="20660"/>
                </a:cubicBezTo>
                <a:cubicBezTo>
                  <a:pt x="113230" y="20660"/>
                  <a:pt x="113230" y="20660"/>
                  <a:pt x="113205" y="20635"/>
                </a:cubicBezTo>
                <a:lnTo>
                  <a:pt x="113180" y="20535"/>
                </a:lnTo>
                <a:close/>
                <a:moveTo>
                  <a:pt x="93143" y="14935"/>
                </a:moveTo>
                <a:cubicBezTo>
                  <a:pt x="93889" y="18021"/>
                  <a:pt x="94014" y="21506"/>
                  <a:pt x="93516" y="25215"/>
                </a:cubicBezTo>
                <a:lnTo>
                  <a:pt x="93441" y="25215"/>
                </a:lnTo>
                <a:cubicBezTo>
                  <a:pt x="93939" y="21506"/>
                  <a:pt x="93840" y="18046"/>
                  <a:pt x="93068" y="14935"/>
                </a:cubicBezTo>
                <a:close/>
                <a:moveTo>
                  <a:pt x="93466" y="25389"/>
                </a:moveTo>
                <a:lnTo>
                  <a:pt x="93466" y="25464"/>
                </a:lnTo>
                <a:lnTo>
                  <a:pt x="93417" y="25464"/>
                </a:lnTo>
                <a:lnTo>
                  <a:pt x="93417" y="25389"/>
                </a:lnTo>
                <a:close/>
                <a:moveTo>
                  <a:pt x="97623" y="14512"/>
                </a:moveTo>
                <a:cubicBezTo>
                  <a:pt x="98245" y="14512"/>
                  <a:pt x="98868" y="14537"/>
                  <a:pt x="99490" y="14562"/>
                </a:cubicBezTo>
                <a:cubicBezTo>
                  <a:pt x="100983" y="14711"/>
                  <a:pt x="102427" y="15010"/>
                  <a:pt x="103771" y="15383"/>
                </a:cubicBezTo>
                <a:cubicBezTo>
                  <a:pt x="104593" y="18619"/>
                  <a:pt x="104742" y="22178"/>
                  <a:pt x="104344" y="25986"/>
                </a:cubicBezTo>
                <a:cubicBezTo>
                  <a:pt x="102139" y="25309"/>
                  <a:pt x="99740" y="24983"/>
                  <a:pt x="97155" y="24983"/>
                </a:cubicBezTo>
                <a:cubicBezTo>
                  <a:pt x="96035" y="24983"/>
                  <a:pt x="94880" y="25045"/>
                  <a:pt x="93690" y="25165"/>
                </a:cubicBezTo>
                <a:cubicBezTo>
                  <a:pt x="94188" y="21481"/>
                  <a:pt x="94089" y="17996"/>
                  <a:pt x="93317" y="14885"/>
                </a:cubicBezTo>
                <a:cubicBezTo>
                  <a:pt x="93441" y="14835"/>
                  <a:pt x="93541" y="14810"/>
                  <a:pt x="93665" y="14810"/>
                </a:cubicBezTo>
                <a:cubicBezTo>
                  <a:pt x="93939" y="14786"/>
                  <a:pt x="94263" y="14761"/>
                  <a:pt x="94537" y="14711"/>
                </a:cubicBezTo>
                <a:cubicBezTo>
                  <a:pt x="94910" y="14686"/>
                  <a:pt x="95283" y="14636"/>
                  <a:pt x="95657" y="14586"/>
                </a:cubicBezTo>
                <a:cubicBezTo>
                  <a:pt x="95955" y="14562"/>
                  <a:pt x="96279" y="14562"/>
                  <a:pt x="96627" y="14562"/>
                </a:cubicBezTo>
                <a:cubicBezTo>
                  <a:pt x="96926" y="14537"/>
                  <a:pt x="97275" y="14512"/>
                  <a:pt x="97623" y="14512"/>
                </a:cubicBezTo>
                <a:close/>
                <a:moveTo>
                  <a:pt x="103995" y="15433"/>
                </a:moveTo>
                <a:cubicBezTo>
                  <a:pt x="104020" y="15433"/>
                  <a:pt x="104045" y="15433"/>
                  <a:pt x="104045" y="15458"/>
                </a:cubicBezTo>
                <a:cubicBezTo>
                  <a:pt x="104842" y="18693"/>
                  <a:pt x="104991" y="22278"/>
                  <a:pt x="104593" y="26086"/>
                </a:cubicBezTo>
                <a:cubicBezTo>
                  <a:pt x="104543" y="26086"/>
                  <a:pt x="104543" y="26086"/>
                  <a:pt x="104518" y="26036"/>
                </a:cubicBezTo>
                <a:cubicBezTo>
                  <a:pt x="104916" y="22253"/>
                  <a:pt x="104792" y="18669"/>
                  <a:pt x="103995" y="15433"/>
                </a:cubicBezTo>
                <a:close/>
                <a:moveTo>
                  <a:pt x="116247" y="25401"/>
                </a:moveTo>
                <a:cubicBezTo>
                  <a:pt x="116259" y="25416"/>
                  <a:pt x="116291" y="25424"/>
                  <a:pt x="116291" y="25464"/>
                </a:cubicBezTo>
                <a:lnTo>
                  <a:pt x="116291" y="25489"/>
                </a:lnTo>
                <a:cubicBezTo>
                  <a:pt x="116366" y="25711"/>
                  <a:pt x="116440" y="25934"/>
                  <a:pt x="116490" y="26156"/>
                </a:cubicBezTo>
                <a:lnTo>
                  <a:pt x="116490" y="26156"/>
                </a:lnTo>
                <a:cubicBezTo>
                  <a:pt x="116481" y="26132"/>
                  <a:pt x="116473" y="26109"/>
                  <a:pt x="116466" y="26086"/>
                </a:cubicBezTo>
                <a:cubicBezTo>
                  <a:pt x="116392" y="25866"/>
                  <a:pt x="116343" y="25645"/>
                  <a:pt x="116247" y="25401"/>
                </a:cubicBezTo>
                <a:close/>
                <a:moveTo>
                  <a:pt x="44281" y="16802"/>
                </a:moveTo>
                <a:cubicBezTo>
                  <a:pt x="44481" y="16926"/>
                  <a:pt x="44630" y="17051"/>
                  <a:pt x="44804" y="17175"/>
                </a:cubicBezTo>
                <a:lnTo>
                  <a:pt x="45277" y="17548"/>
                </a:lnTo>
                <a:cubicBezTo>
                  <a:pt x="45302" y="17573"/>
                  <a:pt x="45327" y="17573"/>
                  <a:pt x="45327" y="17623"/>
                </a:cubicBezTo>
                <a:cubicBezTo>
                  <a:pt x="45700" y="17922"/>
                  <a:pt x="46123" y="18245"/>
                  <a:pt x="46497" y="18569"/>
                </a:cubicBezTo>
                <a:cubicBezTo>
                  <a:pt x="46497" y="18569"/>
                  <a:pt x="46522" y="18569"/>
                  <a:pt x="46522" y="18594"/>
                </a:cubicBezTo>
                <a:cubicBezTo>
                  <a:pt x="46671" y="18768"/>
                  <a:pt x="46870" y="18917"/>
                  <a:pt x="47044" y="19067"/>
                </a:cubicBezTo>
                <a:cubicBezTo>
                  <a:pt x="47069" y="19092"/>
                  <a:pt x="47144" y="19141"/>
                  <a:pt x="47169" y="19191"/>
                </a:cubicBezTo>
                <a:cubicBezTo>
                  <a:pt x="47293" y="19316"/>
                  <a:pt x="47443" y="19440"/>
                  <a:pt x="47567" y="19565"/>
                </a:cubicBezTo>
                <a:cubicBezTo>
                  <a:pt x="47667" y="19664"/>
                  <a:pt x="47766" y="19739"/>
                  <a:pt x="47816" y="19814"/>
                </a:cubicBezTo>
                <a:lnTo>
                  <a:pt x="48115" y="20112"/>
                </a:lnTo>
                <a:cubicBezTo>
                  <a:pt x="48239" y="20237"/>
                  <a:pt x="48388" y="20361"/>
                  <a:pt x="48513" y="20510"/>
                </a:cubicBezTo>
                <a:lnTo>
                  <a:pt x="48712" y="20685"/>
                </a:lnTo>
                <a:lnTo>
                  <a:pt x="49061" y="21058"/>
                </a:lnTo>
                <a:cubicBezTo>
                  <a:pt x="48289" y="21631"/>
                  <a:pt x="47542" y="22178"/>
                  <a:pt x="46771" y="22751"/>
                </a:cubicBezTo>
                <a:cubicBezTo>
                  <a:pt x="46621" y="22875"/>
                  <a:pt x="46447" y="22975"/>
                  <a:pt x="46298" y="23099"/>
                </a:cubicBezTo>
                <a:cubicBezTo>
                  <a:pt x="45551" y="23672"/>
                  <a:pt x="44779" y="24244"/>
                  <a:pt x="44033" y="24841"/>
                </a:cubicBezTo>
                <a:cubicBezTo>
                  <a:pt x="43809" y="24991"/>
                  <a:pt x="43634" y="25165"/>
                  <a:pt x="43410" y="25314"/>
                </a:cubicBezTo>
                <a:lnTo>
                  <a:pt x="42390" y="26161"/>
                </a:lnTo>
                <a:cubicBezTo>
                  <a:pt x="41718" y="24916"/>
                  <a:pt x="41170" y="23696"/>
                  <a:pt x="40722" y="22601"/>
                </a:cubicBezTo>
                <a:cubicBezTo>
                  <a:pt x="40697" y="22527"/>
                  <a:pt x="40672" y="22452"/>
                  <a:pt x="40647" y="22377"/>
                </a:cubicBezTo>
                <a:cubicBezTo>
                  <a:pt x="40523" y="22054"/>
                  <a:pt x="40423" y="21755"/>
                  <a:pt x="40299" y="21431"/>
                </a:cubicBezTo>
                <a:cubicBezTo>
                  <a:pt x="40224" y="21282"/>
                  <a:pt x="40174" y="21083"/>
                  <a:pt x="40100" y="20934"/>
                </a:cubicBezTo>
                <a:cubicBezTo>
                  <a:pt x="40025" y="20685"/>
                  <a:pt x="39950" y="20461"/>
                  <a:pt x="39901" y="20237"/>
                </a:cubicBezTo>
                <a:cubicBezTo>
                  <a:pt x="39826" y="20038"/>
                  <a:pt x="39776" y="19838"/>
                  <a:pt x="39726" y="19689"/>
                </a:cubicBezTo>
                <a:cubicBezTo>
                  <a:pt x="40398" y="19216"/>
                  <a:pt x="41071" y="18768"/>
                  <a:pt x="41718" y="18320"/>
                </a:cubicBezTo>
                <a:cubicBezTo>
                  <a:pt x="41917" y="18196"/>
                  <a:pt x="42141" y="18071"/>
                  <a:pt x="42315" y="17947"/>
                </a:cubicBezTo>
                <a:cubicBezTo>
                  <a:pt x="42838" y="17598"/>
                  <a:pt x="43336" y="17300"/>
                  <a:pt x="43883" y="16951"/>
                </a:cubicBezTo>
                <a:cubicBezTo>
                  <a:pt x="44057" y="16926"/>
                  <a:pt x="44157" y="16876"/>
                  <a:pt x="44281" y="16802"/>
                </a:cubicBezTo>
                <a:close/>
                <a:moveTo>
                  <a:pt x="97037" y="25188"/>
                </a:moveTo>
                <a:cubicBezTo>
                  <a:pt x="99657" y="25188"/>
                  <a:pt x="102099" y="25526"/>
                  <a:pt x="104294" y="26210"/>
                </a:cubicBezTo>
                <a:lnTo>
                  <a:pt x="104294" y="26260"/>
                </a:lnTo>
                <a:cubicBezTo>
                  <a:pt x="102077" y="25574"/>
                  <a:pt x="99636" y="25249"/>
                  <a:pt x="97015" y="25249"/>
                </a:cubicBezTo>
                <a:cubicBezTo>
                  <a:pt x="95929" y="25249"/>
                  <a:pt x="94811" y="25305"/>
                  <a:pt x="93665" y="25414"/>
                </a:cubicBezTo>
                <a:lnTo>
                  <a:pt x="93665" y="25364"/>
                </a:lnTo>
                <a:cubicBezTo>
                  <a:pt x="94817" y="25247"/>
                  <a:pt x="95943" y="25188"/>
                  <a:pt x="97037" y="25188"/>
                </a:cubicBezTo>
                <a:close/>
                <a:moveTo>
                  <a:pt x="104244" y="15532"/>
                </a:moveTo>
                <a:lnTo>
                  <a:pt x="104244" y="15532"/>
                </a:lnTo>
                <a:cubicBezTo>
                  <a:pt x="104543" y="15607"/>
                  <a:pt x="104866" y="15756"/>
                  <a:pt x="105165" y="15831"/>
                </a:cubicBezTo>
                <a:cubicBezTo>
                  <a:pt x="105912" y="19166"/>
                  <a:pt x="105887" y="22751"/>
                  <a:pt x="105115" y="26260"/>
                </a:cubicBezTo>
                <a:cubicBezTo>
                  <a:pt x="104991" y="26235"/>
                  <a:pt x="104866" y="26161"/>
                  <a:pt x="104742" y="26136"/>
                </a:cubicBezTo>
                <a:cubicBezTo>
                  <a:pt x="105165" y="22352"/>
                  <a:pt x="105016" y="18768"/>
                  <a:pt x="104244" y="15532"/>
                </a:cubicBezTo>
                <a:close/>
                <a:moveTo>
                  <a:pt x="39652" y="19863"/>
                </a:moveTo>
                <a:lnTo>
                  <a:pt x="39751" y="20137"/>
                </a:lnTo>
                <a:cubicBezTo>
                  <a:pt x="39801" y="20411"/>
                  <a:pt x="39901" y="20685"/>
                  <a:pt x="40000" y="21008"/>
                </a:cubicBezTo>
                <a:cubicBezTo>
                  <a:pt x="40025" y="21058"/>
                  <a:pt x="40050" y="21158"/>
                  <a:pt x="40075" y="21232"/>
                </a:cubicBezTo>
                <a:cubicBezTo>
                  <a:pt x="40622" y="22751"/>
                  <a:pt x="41369" y="24493"/>
                  <a:pt x="42290" y="26285"/>
                </a:cubicBezTo>
                <a:lnTo>
                  <a:pt x="42265" y="26335"/>
                </a:lnTo>
                <a:cubicBezTo>
                  <a:pt x="41618" y="25041"/>
                  <a:pt x="41046" y="23846"/>
                  <a:pt x="40573" y="22726"/>
                </a:cubicBezTo>
                <a:cubicBezTo>
                  <a:pt x="40548" y="22626"/>
                  <a:pt x="40523" y="22552"/>
                  <a:pt x="40498" y="22477"/>
                </a:cubicBezTo>
                <a:cubicBezTo>
                  <a:pt x="40349" y="22153"/>
                  <a:pt x="40274" y="21879"/>
                  <a:pt x="40150" y="21606"/>
                </a:cubicBezTo>
                <a:lnTo>
                  <a:pt x="39950" y="21033"/>
                </a:lnTo>
                <a:cubicBezTo>
                  <a:pt x="39901" y="20809"/>
                  <a:pt x="39826" y="20610"/>
                  <a:pt x="39751" y="20386"/>
                </a:cubicBezTo>
                <a:cubicBezTo>
                  <a:pt x="39677" y="20237"/>
                  <a:pt x="39652" y="20038"/>
                  <a:pt x="39577" y="19888"/>
                </a:cubicBezTo>
                <a:cubicBezTo>
                  <a:pt x="39627" y="19888"/>
                  <a:pt x="39627" y="19863"/>
                  <a:pt x="39652" y="19863"/>
                </a:cubicBezTo>
                <a:close/>
                <a:moveTo>
                  <a:pt x="104493" y="26235"/>
                </a:moveTo>
                <a:cubicBezTo>
                  <a:pt x="104518" y="26235"/>
                  <a:pt x="104518" y="26235"/>
                  <a:pt x="104543" y="26260"/>
                </a:cubicBezTo>
                <a:lnTo>
                  <a:pt x="104543" y="26335"/>
                </a:lnTo>
                <a:cubicBezTo>
                  <a:pt x="104518" y="26335"/>
                  <a:pt x="104518" y="26335"/>
                  <a:pt x="104493" y="26285"/>
                </a:cubicBezTo>
                <a:lnTo>
                  <a:pt x="104493" y="26235"/>
                </a:lnTo>
                <a:close/>
                <a:moveTo>
                  <a:pt x="105414" y="15931"/>
                </a:moveTo>
                <a:cubicBezTo>
                  <a:pt x="105464" y="15931"/>
                  <a:pt x="105489" y="15955"/>
                  <a:pt x="105489" y="15955"/>
                </a:cubicBezTo>
                <a:cubicBezTo>
                  <a:pt x="106161" y="19266"/>
                  <a:pt x="106136" y="22850"/>
                  <a:pt x="105364" y="26360"/>
                </a:cubicBezTo>
                <a:cubicBezTo>
                  <a:pt x="105339" y="26360"/>
                  <a:pt x="105339" y="26360"/>
                  <a:pt x="105290" y="26335"/>
                </a:cubicBezTo>
                <a:cubicBezTo>
                  <a:pt x="106086" y="22850"/>
                  <a:pt x="106111" y="19266"/>
                  <a:pt x="105414" y="15931"/>
                </a:cubicBezTo>
                <a:close/>
                <a:moveTo>
                  <a:pt x="116518" y="26231"/>
                </a:moveTo>
                <a:lnTo>
                  <a:pt x="116518" y="26231"/>
                </a:lnTo>
                <a:cubicBezTo>
                  <a:pt x="116524" y="26234"/>
                  <a:pt x="116531" y="26235"/>
                  <a:pt x="116540" y="26235"/>
                </a:cubicBezTo>
                <a:cubicBezTo>
                  <a:pt x="116559" y="26272"/>
                  <a:pt x="116564" y="26323"/>
                  <a:pt x="116575" y="26367"/>
                </a:cubicBezTo>
                <a:lnTo>
                  <a:pt x="116575" y="26367"/>
                </a:lnTo>
                <a:cubicBezTo>
                  <a:pt x="116570" y="26356"/>
                  <a:pt x="116565" y="26346"/>
                  <a:pt x="116565" y="26335"/>
                </a:cubicBezTo>
                <a:cubicBezTo>
                  <a:pt x="116546" y="26297"/>
                  <a:pt x="116531" y="26263"/>
                  <a:pt x="116518" y="26231"/>
                </a:cubicBezTo>
                <a:close/>
                <a:moveTo>
                  <a:pt x="49260" y="21183"/>
                </a:moveTo>
                <a:cubicBezTo>
                  <a:pt x="49260" y="21183"/>
                  <a:pt x="49260" y="21232"/>
                  <a:pt x="49285" y="21257"/>
                </a:cubicBezTo>
                <a:cubicBezTo>
                  <a:pt x="48513" y="21805"/>
                  <a:pt x="47741" y="22402"/>
                  <a:pt x="46970" y="22975"/>
                </a:cubicBezTo>
                <a:cubicBezTo>
                  <a:pt x="46795" y="23099"/>
                  <a:pt x="46646" y="23224"/>
                  <a:pt x="46472" y="23348"/>
                </a:cubicBezTo>
                <a:cubicBezTo>
                  <a:pt x="45725" y="23896"/>
                  <a:pt x="44978" y="24493"/>
                  <a:pt x="44257" y="25041"/>
                </a:cubicBezTo>
                <a:cubicBezTo>
                  <a:pt x="44033" y="25240"/>
                  <a:pt x="43809" y="25389"/>
                  <a:pt x="43609" y="25588"/>
                </a:cubicBezTo>
                <a:lnTo>
                  <a:pt x="42564" y="26410"/>
                </a:lnTo>
                <a:cubicBezTo>
                  <a:pt x="42564" y="26385"/>
                  <a:pt x="42539" y="26385"/>
                  <a:pt x="42539" y="26360"/>
                </a:cubicBezTo>
                <a:cubicBezTo>
                  <a:pt x="42888" y="26086"/>
                  <a:pt x="43236" y="25762"/>
                  <a:pt x="43609" y="25489"/>
                </a:cubicBezTo>
                <a:cubicBezTo>
                  <a:pt x="43809" y="25290"/>
                  <a:pt x="44033" y="25140"/>
                  <a:pt x="44257" y="24966"/>
                </a:cubicBezTo>
                <a:cubicBezTo>
                  <a:pt x="45003" y="24369"/>
                  <a:pt x="45750" y="23771"/>
                  <a:pt x="46497" y="23224"/>
                </a:cubicBezTo>
                <a:cubicBezTo>
                  <a:pt x="46646" y="23099"/>
                  <a:pt x="46795" y="23000"/>
                  <a:pt x="46970" y="22875"/>
                </a:cubicBezTo>
                <a:cubicBezTo>
                  <a:pt x="47741" y="22303"/>
                  <a:pt x="48488" y="21730"/>
                  <a:pt x="49260" y="21183"/>
                </a:cubicBezTo>
                <a:close/>
                <a:moveTo>
                  <a:pt x="81519" y="16827"/>
                </a:moveTo>
                <a:cubicBezTo>
                  <a:pt x="81568" y="16926"/>
                  <a:pt x="81618" y="17026"/>
                  <a:pt x="81643" y="17125"/>
                </a:cubicBezTo>
                <a:cubicBezTo>
                  <a:pt x="81718" y="17250"/>
                  <a:pt x="81743" y="17374"/>
                  <a:pt x="81817" y="17499"/>
                </a:cubicBezTo>
                <a:cubicBezTo>
                  <a:pt x="81942" y="17972"/>
                  <a:pt x="82091" y="18420"/>
                  <a:pt x="82216" y="18868"/>
                </a:cubicBezTo>
                <a:cubicBezTo>
                  <a:pt x="82216" y="18893"/>
                  <a:pt x="82240" y="18942"/>
                  <a:pt x="82240" y="18992"/>
                </a:cubicBezTo>
                <a:cubicBezTo>
                  <a:pt x="82191" y="19017"/>
                  <a:pt x="82141" y="19042"/>
                  <a:pt x="82091" y="19117"/>
                </a:cubicBezTo>
                <a:cubicBezTo>
                  <a:pt x="81817" y="19316"/>
                  <a:pt x="81519" y="19515"/>
                  <a:pt x="81270" y="19739"/>
                </a:cubicBezTo>
                <a:cubicBezTo>
                  <a:pt x="81220" y="19789"/>
                  <a:pt x="81120" y="19863"/>
                  <a:pt x="81071" y="19913"/>
                </a:cubicBezTo>
                <a:cubicBezTo>
                  <a:pt x="81021" y="19938"/>
                  <a:pt x="80996" y="19988"/>
                  <a:pt x="80946" y="20013"/>
                </a:cubicBezTo>
                <a:cubicBezTo>
                  <a:pt x="80896" y="20038"/>
                  <a:pt x="80871" y="20038"/>
                  <a:pt x="80871" y="20062"/>
                </a:cubicBezTo>
                <a:cubicBezTo>
                  <a:pt x="80622" y="20262"/>
                  <a:pt x="80398" y="20486"/>
                  <a:pt x="80199" y="20660"/>
                </a:cubicBezTo>
                <a:cubicBezTo>
                  <a:pt x="80125" y="20734"/>
                  <a:pt x="80025" y="20784"/>
                  <a:pt x="79975" y="20859"/>
                </a:cubicBezTo>
                <a:cubicBezTo>
                  <a:pt x="79652" y="21158"/>
                  <a:pt x="79353" y="21431"/>
                  <a:pt x="79029" y="21755"/>
                </a:cubicBezTo>
                <a:lnTo>
                  <a:pt x="78855" y="21929"/>
                </a:lnTo>
                <a:cubicBezTo>
                  <a:pt x="78606" y="22178"/>
                  <a:pt x="78382" y="22427"/>
                  <a:pt x="78158" y="22676"/>
                </a:cubicBezTo>
                <a:cubicBezTo>
                  <a:pt x="78084" y="22776"/>
                  <a:pt x="77984" y="22900"/>
                  <a:pt x="77909" y="23000"/>
                </a:cubicBezTo>
                <a:cubicBezTo>
                  <a:pt x="77710" y="23248"/>
                  <a:pt x="77511" y="23522"/>
                  <a:pt x="77287" y="23771"/>
                </a:cubicBezTo>
                <a:cubicBezTo>
                  <a:pt x="77237" y="23871"/>
                  <a:pt x="77138" y="23995"/>
                  <a:pt x="77088" y="24095"/>
                </a:cubicBezTo>
                <a:cubicBezTo>
                  <a:pt x="76889" y="24369"/>
                  <a:pt x="76665" y="24642"/>
                  <a:pt x="76515" y="24916"/>
                </a:cubicBezTo>
                <a:cubicBezTo>
                  <a:pt x="76391" y="25115"/>
                  <a:pt x="76291" y="25265"/>
                  <a:pt x="76167" y="25464"/>
                </a:cubicBezTo>
                <a:cubicBezTo>
                  <a:pt x="76092" y="25588"/>
                  <a:pt x="76018" y="25738"/>
                  <a:pt x="75918" y="25862"/>
                </a:cubicBezTo>
                <a:lnTo>
                  <a:pt x="75545" y="26509"/>
                </a:lnTo>
                <a:cubicBezTo>
                  <a:pt x="75047" y="24916"/>
                  <a:pt x="74300" y="23597"/>
                  <a:pt x="73280" y="22477"/>
                </a:cubicBezTo>
                <a:cubicBezTo>
                  <a:pt x="73329" y="22352"/>
                  <a:pt x="73379" y="22178"/>
                  <a:pt x="73429" y="22054"/>
                </a:cubicBezTo>
                <a:cubicBezTo>
                  <a:pt x="73603" y="21655"/>
                  <a:pt x="73777" y="21232"/>
                  <a:pt x="73952" y="20809"/>
                </a:cubicBezTo>
                <a:lnTo>
                  <a:pt x="74151" y="20436"/>
                </a:lnTo>
                <a:cubicBezTo>
                  <a:pt x="74300" y="20112"/>
                  <a:pt x="74499" y="19764"/>
                  <a:pt x="74674" y="19390"/>
                </a:cubicBezTo>
                <a:cubicBezTo>
                  <a:pt x="76988" y="18395"/>
                  <a:pt x="79278" y="17548"/>
                  <a:pt x="81519" y="16827"/>
                </a:cubicBezTo>
                <a:close/>
                <a:moveTo>
                  <a:pt x="104717" y="26335"/>
                </a:moveTo>
                <a:cubicBezTo>
                  <a:pt x="104842" y="26360"/>
                  <a:pt x="104916" y="26385"/>
                  <a:pt x="105041" y="26459"/>
                </a:cubicBezTo>
                <a:lnTo>
                  <a:pt x="105041" y="26509"/>
                </a:lnTo>
                <a:cubicBezTo>
                  <a:pt x="104916" y="26484"/>
                  <a:pt x="104842" y="26459"/>
                  <a:pt x="104717" y="26385"/>
                </a:cubicBezTo>
                <a:lnTo>
                  <a:pt x="104717" y="26335"/>
                </a:lnTo>
                <a:close/>
                <a:moveTo>
                  <a:pt x="113329" y="21133"/>
                </a:moveTo>
                <a:lnTo>
                  <a:pt x="113329" y="21133"/>
                </a:lnTo>
                <a:cubicBezTo>
                  <a:pt x="114350" y="22377"/>
                  <a:pt x="115221" y="23746"/>
                  <a:pt x="115918" y="25265"/>
                </a:cubicBezTo>
                <a:cubicBezTo>
                  <a:pt x="116067" y="25663"/>
                  <a:pt x="116217" y="26111"/>
                  <a:pt x="116366" y="26509"/>
                </a:cubicBezTo>
                <a:cubicBezTo>
                  <a:pt x="115619" y="24543"/>
                  <a:pt x="114599" y="22776"/>
                  <a:pt x="113354" y="21257"/>
                </a:cubicBezTo>
                <a:cubicBezTo>
                  <a:pt x="113354" y="21232"/>
                  <a:pt x="113329" y="21158"/>
                  <a:pt x="113329" y="21133"/>
                </a:cubicBezTo>
                <a:close/>
                <a:moveTo>
                  <a:pt x="42390" y="26484"/>
                </a:moveTo>
                <a:cubicBezTo>
                  <a:pt x="42390" y="26509"/>
                  <a:pt x="42415" y="26509"/>
                  <a:pt x="42415" y="26534"/>
                </a:cubicBezTo>
                <a:lnTo>
                  <a:pt x="42390" y="26559"/>
                </a:lnTo>
                <a:cubicBezTo>
                  <a:pt x="42390" y="26534"/>
                  <a:pt x="42365" y="26534"/>
                  <a:pt x="42365" y="26509"/>
                </a:cubicBezTo>
                <a:lnTo>
                  <a:pt x="42390" y="26484"/>
                </a:lnTo>
                <a:close/>
                <a:moveTo>
                  <a:pt x="92869" y="15010"/>
                </a:moveTo>
                <a:cubicBezTo>
                  <a:pt x="93641" y="18071"/>
                  <a:pt x="93765" y="21531"/>
                  <a:pt x="93267" y="25240"/>
                </a:cubicBezTo>
                <a:cubicBezTo>
                  <a:pt x="91052" y="25489"/>
                  <a:pt x="88737" y="25912"/>
                  <a:pt x="86347" y="26584"/>
                </a:cubicBezTo>
                <a:cubicBezTo>
                  <a:pt x="86123" y="23721"/>
                  <a:pt x="85551" y="20784"/>
                  <a:pt x="84605" y="18021"/>
                </a:cubicBezTo>
                <a:cubicBezTo>
                  <a:pt x="84829" y="17897"/>
                  <a:pt x="85028" y="17797"/>
                  <a:pt x="85227" y="17673"/>
                </a:cubicBezTo>
                <a:lnTo>
                  <a:pt x="86074" y="17200"/>
                </a:lnTo>
                <a:cubicBezTo>
                  <a:pt x="86372" y="17051"/>
                  <a:pt x="86646" y="16926"/>
                  <a:pt x="86970" y="16802"/>
                </a:cubicBezTo>
                <a:cubicBezTo>
                  <a:pt x="87268" y="16677"/>
                  <a:pt x="87567" y="16528"/>
                  <a:pt x="87866" y="16403"/>
                </a:cubicBezTo>
                <a:cubicBezTo>
                  <a:pt x="88140" y="16279"/>
                  <a:pt x="88463" y="16179"/>
                  <a:pt x="88762" y="16080"/>
                </a:cubicBezTo>
                <a:cubicBezTo>
                  <a:pt x="89110" y="15955"/>
                  <a:pt x="89434" y="15831"/>
                  <a:pt x="89758" y="15756"/>
                </a:cubicBezTo>
                <a:cubicBezTo>
                  <a:pt x="90056" y="15657"/>
                  <a:pt x="90355" y="15582"/>
                  <a:pt x="90629" y="15507"/>
                </a:cubicBezTo>
                <a:cubicBezTo>
                  <a:pt x="90977" y="15408"/>
                  <a:pt x="91326" y="15283"/>
                  <a:pt x="91699" y="15209"/>
                </a:cubicBezTo>
                <a:cubicBezTo>
                  <a:pt x="91973" y="15159"/>
                  <a:pt x="92247" y="15084"/>
                  <a:pt x="92545" y="15059"/>
                </a:cubicBezTo>
                <a:cubicBezTo>
                  <a:pt x="92670" y="15034"/>
                  <a:pt x="92744" y="15034"/>
                  <a:pt x="92869" y="15010"/>
                </a:cubicBezTo>
                <a:close/>
                <a:moveTo>
                  <a:pt x="105290" y="26509"/>
                </a:moveTo>
                <a:lnTo>
                  <a:pt x="105290" y="26584"/>
                </a:lnTo>
                <a:lnTo>
                  <a:pt x="105240" y="26584"/>
                </a:lnTo>
                <a:lnTo>
                  <a:pt x="105240" y="26509"/>
                </a:lnTo>
                <a:close/>
                <a:moveTo>
                  <a:pt x="84456" y="18121"/>
                </a:moveTo>
                <a:cubicBezTo>
                  <a:pt x="85377" y="20884"/>
                  <a:pt x="85974" y="23771"/>
                  <a:pt x="86173" y="26634"/>
                </a:cubicBezTo>
                <a:cubicBezTo>
                  <a:pt x="86157" y="26625"/>
                  <a:pt x="86143" y="26623"/>
                  <a:pt x="86132" y="26623"/>
                </a:cubicBezTo>
                <a:cubicBezTo>
                  <a:pt x="86110" y="26623"/>
                  <a:pt x="86099" y="26634"/>
                  <a:pt x="86099" y="26634"/>
                </a:cubicBezTo>
                <a:cubicBezTo>
                  <a:pt x="85899" y="23796"/>
                  <a:pt x="85327" y="20909"/>
                  <a:pt x="84381" y="18146"/>
                </a:cubicBezTo>
                <a:cubicBezTo>
                  <a:pt x="84431" y="18146"/>
                  <a:pt x="84431" y="18121"/>
                  <a:pt x="84456" y="18121"/>
                </a:cubicBezTo>
                <a:close/>
                <a:moveTo>
                  <a:pt x="93253" y="25416"/>
                </a:moveTo>
                <a:lnTo>
                  <a:pt x="93253" y="25416"/>
                </a:lnTo>
                <a:cubicBezTo>
                  <a:pt x="93217" y="25424"/>
                  <a:pt x="93217" y="25466"/>
                  <a:pt x="93217" y="25489"/>
                </a:cubicBezTo>
                <a:cubicBezTo>
                  <a:pt x="91027" y="25738"/>
                  <a:pt x="88737" y="26161"/>
                  <a:pt x="86372" y="26833"/>
                </a:cubicBezTo>
                <a:lnTo>
                  <a:pt x="86372" y="26758"/>
                </a:lnTo>
                <a:cubicBezTo>
                  <a:pt x="88732" y="26112"/>
                  <a:pt x="91042" y="25665"/>
                  <a:pt x="93253" y="25416"/>
                </a:cubicBezTo>
                <a:close/>
                <a:moveTo>
                  <a:pt x="73255" y="22726"/>
                </a:moveTo>
                <a:cubicBezTo>
                  <a:pt x="74275" y="23846"/>
                  <a:pt x="75022" y="25215"/>
                  <a:pt x="75495" y="26783"/>
                </a:cubicBezTo>
                <a:cubicBezTo>
                  <a:pt x="75420" y="26833"/>
                  <a:pt x="75420" y="26858"/>
                  <a:pt x="75420" y="26883"/>
                </a:cubicBezTo>
                <a:cubicBezTo>
                  <a:pt x="74972" y="25290"/>
                  <a:pt x="74225" y="23896"/>
                  <a:pt x="73230" y="22776"/>
                </a:cubicBezTo>
                <a:cubicBezTo>
                  <a:pt x="73230" y="22751"/>
                  <a:pt x="73230" y="22751"/>
                  <a:pt x="73255" y="22726"/>
                </a:cubicBezTo>
                <a:close/>
                <a:moveTo>
                  <a:pt x="86173" y="26783"/>
                </a:moveTo>
                <a:lnTo>
                  <a:pt x="86173" y="26858"/>
                </a:lnTo>
                <a:cubicBezTo>
                  <a:pt x="86173" y="26858"/>
                  <a:pt x="86123" y="26883"/>
                  <a:pt x="86099" y="26883"/>
                </a:cubicBezTo>
                <a:lnTo>
                  <a:pt x="86099" y="26833"/>
                </a:lnTo>
                <a:cubicBezTo>
                  <a:pt x="86123" y="26833"/>
                  <a:pt x="86123" y="26833"/>
                  <a:pt x="86173" y="26783"/>
                </a:cubicBezTo>
                <a:close/>
                <a:moveTo>
                  <a:pt x="49409" y="21382"/>
                </a:moveTo>
                <a:cubicBezTo>
                  <a:pt x="49708" y="21680"/>
                  <a:pt x="49982" y="21979"/>
                  <a:pt x="50280" y="22278"/>
                </a:cubicBezTo>
                <a:cubicBezTo>
                  <a:pt x="50405" y="22427"/>
                  <a:pt x="50579" y="22552"/>
                  <a:pt x="50703" y="22726"/>
                </a:cubicBezTo>
                <a:cubicBezTo>
                  <a:pt x="48164" y="23921"/>
                  <a:pt x="45601" y="25464"/>
                  <a:pt x="43012" y="27256"/>
                </a:cubicBezTo>
                <a:cubicBezTo>
                  <a:pt x="42888" y="27032"/>
                  <a:pt x="42763" y="26783"/>
                  <a:pt x="42664" y="26584"/>
                </a:cubicBezTo>
                <a:cubicBezTo>
                  <a:pt x="43012" y="26285"/>
                  <a:pt x="43311" y="26011"/>
                  <a:pt x="43659" y="25762"/>
                </a:cubicBezTo>
                <a:cubicBezTo>
                  <a:pt x="43883" y="25588"/>
                  <a:pt x="44132" y="25389"/>
                  <a:pt x="44356" y="25215"/>
                </a:cubicBezTo>
                <a:cubicBezTo>
                  <a:pt x="45053" y="24617"/>
                  <a:pt x="45800" y="24045"/>
                  <a:pt x="46547" y="23497"/>
                </a:cubicBezTo>
                <a:cubicBezTo>
                  <a:pt x="46721" y="23373"/>
                  <a:pt x="46870" y="23248"/>
                  <a:pt x="47019" y="23149"/>
                </a:cubicBezTo>
                <a:cubicBezTo>
                  <a:pt x="47766" y="22601"/>
                  <a:pt x="48538" y="22029"/>
                  <a:pt x="49285" y="21481"/>
                </a:cubicBezTo>
                <a:cubicBezTo>
                  <a:pt x="49334" y="21431"/>
                  <a:pt x="49384" y="21407"/>
                  <a:pt x="49409" y="21382"/>
                </a:cubicBezTo>
                <a:close/>
                <a:moveTo>
                  <a:pt x="42514" y="26733"/>
                </a:moveTo>
                <a:cubicBezTo>
                  <a:pt x="42614" y="26907"/>
                  <a:pt x="42738" y="27156"/>
                  <a:pt x="42863" y="27380"/>
                </a:cubicBezTo>
                <a:lnTo>
                  <a:pt x="42813" y="27405"/>
                </a:lnTo>
                <a:cubicBezTo>
                  <a:pt x="42688" y="27181"/>
                  <a:pt x="42614" y="26982"/>
                  <a:pt x="42489" y="26758"/>
                </a:cubicBezTo>
                <a:lnTo>
                  <a:pt x="42514" y="26733"/>
                </a:lnTo>
                <a:close/>
                <a:moveTo>
                  <a:pt x="50828" y="22825"/>
                </a:moveTo>
                <a:cubicBezTo>
                  <a:pt x="50828" y="22875"/>
                  <a:pt x="50853" y="22875"/>
                  <a:pt x="50853" y="22900"/>
                </a:cubicBezTo>
                <a:cubicBezTo>
                  <a:pt x="48289" y="24145"/>
                  <a:pt x="45725" y="25663"/>
                  <a:pt x="43136" y="27480"/>
                </a:cubicBezTo>
                <a:cubicBezTo>
                  <a:pt x="43136" y="27455"/>
                  <a:pt x="43112" y="27455"/>
                  <a:pt x="43112" y="27405"/>
                </a:cubicBezTo>
                <a:cubicBezTo>
                  <a:pt x="45675" y="25613"/>
                  <a:pt x="48264" y="24070"/>
                  <a:pt x="50828" y="22825"/>
                </a:cubicBezTo>
                <a:close/>
                <a:moveTo>
                  <a:pt x="64177" y="19540"/>
                </a:moveTo>
                <a:cubicBezTo>
                  <a:pt x="65925" y="19540"/>
                  <a:pt x="67537" y="19784"/>
                  <a:pt x="68973" y="20286"/>
                </a:cubicBezTo>
                <a:cubicBezTo>
                  <a:pt x="68874" y="20784"/>
                  <a:pt x="68774" y="21257"/>
                  <a:pt x="68700" y="21755"/>
                </a:cubicBezTo>
                <a:cubicBezTo>
                  <a:pt x="65514" y="23423"/>
                  <a:pt x="62278" y="25364"/>
                  <a:pt x="59017" y="27505"/>
                </a:cubicBezTo>
                <a:cubicBezTo>
                  <a:pt x="58370" y="25215"/>
                  <a:pt x="57947" y="22800"/>
                  <a:pt x="57772" y="20461"/>
                </a:cubicBezTo>
                <a:cubicBezTo>
                  <a:pt x="60045" y="19853"/>
                  <a:pt x="62199" y="19540"/>
                  <a:pt x="64177" y="19540"/>
                </a:cubicBezTo>
                <a:close/>
                <a:moveTo>
                  <a:pt x="84257" y="18171"/>
                </a:moveTo>
                <a:cubicBezTo>
                  <a:pt x="85128" y="20983"/>
                  <a:pt x="85725" y="23846"/>
                  <a:pt x="85924" y="26659"/>
                </a:cubicBezTo>
                <a:cubicBezTo>
                  <a:pt x="84978" y="26907"/>
                  <a:pt x="84008" y="27231"/>
                  <a:pt x="83087" y="27530"/>
                </a:cubicBezTo>
                <a:cubicBezTo>
                  <a:pt x="83136" y="27107"/>
                  <a:pt x="83186" y="26659"/>
                  <a:pt x="83236" y="26235"/>
                </a:cubicBezTo>
                <a:lnTo>
                  <a:pt x="83236" y="26161"/>
                </a:lnTo>
                <a:cubicBezTo>
                  <a:pt x="83261" y="25738"/>
                  <a:pt x="83311" y="25290"/>
                  <a:pt x="83311" y="24866"/>
                </a:cubicBezTo>
                <a:lnTo>
                  <a:pt x="83311" y="24767"/>
                </a:lnTo>
                <a:lnTo>
                  <a:pt x="83311" y="24593"/>
                </a:lnTo>
                <a:lnTo>
                  <a:pt x="83311" y="23497"/>
                </a:lnTo>
                <a:lnTo>
                  <a:pt x="83311" y="23248"/>
                </a:lnTo>
                <a:lnTo>
                  <a:pt x="83311" y="23099"/>
                </a:lnTo>
                <a:cubicBezTo>
                  <a:pt x="83311" y="22776"/>
                  <a:pt x="83261" y="22502"/>
                  <a:pt x="83236" y="22178"/>
                </a:cubicBezTo>
                <a:cubicBezTo>
                  <a:pt x="83236" y="22054"/>
                  <a:pt x="83236" y="21929"/>
                  <a:pt x="83211" y="21805"/>
                </a:cubicBezTo>
                <a:lnTo>
                  <a:pt x="83211" y="21655"/>
                </a:lnTo>
                <a:cubicBezTo>
                  <a:pt x="83161" y="21407"/>
                  <a:pt x="83136" y="21133"/>
                  <a:pt x="83112" y="20884"/>
                </a:cubicBezTo>
                <a:cubicBezTo>
                  <a:pt x="83087" y="20710"/>
                  <a:pt x="83087" y="20560"/>
                  <a:pt x="83062" y="20386"/>
                </a:cubicBezTo>
                <a:cubicBezTo>
                  <a:pt x="83062" y="20361"/>
                  <a:pt x="83062" y="20311"/>
                  <a:pt x="83012" y="20286"/>
                </a:cubicBezTo>
                <a:cubicBezTo>
                  <a:pt x="82987" y="20038"/>
                  <a:pt x="82912" y="19814"/>
                  <a:pt x="82863" y="19614"/>
                </a:cubicBezTo>
                <a:lnTo>
                  <a:pt x="82763" y="19141"/>
                </a:lnTo>
                <a:cubicBezTo>
                  <a:pt x="83012" y="18942"/>
                  <a:pt x="83286" y="18793"/>
                  <a:pt x="83585" y="18594"/>
                </a:cubicBezTo>
                <a:cubicBezTo>
                  <a:pt x="83784" y="18445"/>
                  <a:pt x="84008" y="18295"/>
                  <a:pt x="84257" y="18171"/>
                </a:cubicBezTo>
                <a:close/>
                <a:moveTo>
                  <a:pt x="82614" y="19291"/>
                </a:moveTo>
                <a:cubicBezTo>
                  <a:pt x="82614" y="19490"/>
                  <a:pt x="82639" y="19664"/>
                  <a:pt x="82713" y="19838"/>
                </a:cubicBezTo>
                <a:cubicBezTo>
                  <a:pt x="82738" y="20038"/>
                  <a:pt x="82813" y="20237"/>
                  <a:pt x="82838" y="20411"/>
                </a:cubicBezTo>
                <a:cubicBezTo>
                  <a:pt x="82863" y="20535"/>
                  <a:pt x="82863" y="20660"/>
                  <a:pt x="82888" y="20784"/>
                </a:cubicBezTo>
                <a:cubicBezTo>
                  <a:pt x="82937" y="20884"/>
                  <a:pt x="82937" y="21008"/>
                  <a:pt x="82937" y="21083"/>
                </a:cubicBezTo>
                <a:cubicBezTo>
                  <a:pt x="82962" y="21307"/>
                  <a:pt x="82987" y="21531"/>
                  <a:pt x="83012" y="21780"/>
                </a:cubicBezTo>
                <a:cubicBezTo>
                  <a:pt x="83012" y="21904"/>
                  <a:pt x="83062" y="22054"/>
                  <a:pt x="83062" y="22178"/>
                </a:cubicBezTo>
                <a:lnTo>
                  <a:pt x="83062" y="22303"/>
                </a:lnTo>
                <a:cubicBezTo>
                  <a:pt x="83087" y="22626"/>
                  <a:pt x="83112" y="22900"/>
                  <a:pt x="83112" y="23224"/>
                </a:cubicBezTo>
                <a:lnTo>
                  <a:pt x="83112" y="23547"/>
                </a:lnTo>
                <a:lnTo>
                  <a:pt x="83112" y="24717"/>
                </a:lnTo>
                <a:lnTo>
                  <a:pt x="83112" y="24891"/>
                </a:lnTo>
                <a:cubicBezTo>
                  <a:pt x="83087" y="25787"/>
                  <a:pt x="82987" y="26708"/>
                  <a:pt x="82863" y="27629"/>
                </a:cubicBezTo>
                <a:lnTo>
                  <a:pt x="82788" y="27629"/>
                </a:lnTo>
                <a:cubicBezTo>
                  <a:pt x="82863" y="27256"/>
                  <a:pt x="82888" y="26883"/>
                  <a:pt x="82912" y="26509"/>
                </a:cubicBezTo>
                <a:cubicBezTo>
                  <a:pt x="82912" y="26459"/>
                  <a:pt x="82912" y="26410"/>
                  <a:pt x="82962" y="26360"/>
                </a:cubicBezTo>
                <a:cubicBezTo>
                  <a:pt x="82962" y="26285"/>
                  <a:pt x="82962" y="26235"/>
                  <a:pt x="82987" y="26161"/>
                </a:cubicBezTo>
                <a:lnTo>
                  <a:pt x="82987" y="26111"/>
                </a:lnTo>
                <a:cubicBezTo>
                  <a:pt x="83012" y="25762"/>
                  <a:pt x="83012" y="25414"/>
                  <a:pt x="83062" y="25090"/>
                </a:cubicBezTo>
                <a:lnTo>
                  <a:pt x="83062" y="24991"/>
                </a:lnTo>
                <a:lnTo>
                  <a:pt x="83062" y="24866"/>
                </a:lnTo>
                <a:lnTo>
                  <a:pt x="83062" y="24617"/>
                </a:lnTo>
                <a:lnTo>
                  <a:pt x="83062" y="23672"/>
                </a:lnTo>
                <a:lnTo>
                  <a:pt x="83062" y="23373"/>
                </a:lnTo>
                <a:lnTo>
                  <a:pt x="83062" y="23174"/>
                </a:lnTo>
                <a:cubicBezTo>
                  <a:pt x="83062" y="22900"/>
                  <a:pt x="83012" y="22601"/>
                  <a:pt x="82987" y="22303"/>
                </a:cubicBezTo>
                <a:cubicBezTo>
                  <a:pt x="82987" y="22178"/>
                  <a:pt x="82987" y="22054"/>
                  <a:pt x="82962" y="21904"/>
                </a:cubicBezTo>
                <a:lnTo>
                  <a:pt x="82962" y="21780"/>
                </a:lnTo>
                <a:cubicBezTo>
                  <a:pt x="82912" y="21506"/>
                  <a:pt x="82888" y="21232"/>
                  <a:pt x="82838" y="20934"/>
                </a:cubicBezTo>
                <a:cubicBezTo>
                  <a:pt x="82788" y="20809"/>
                  <a:pt x="82788" y="20685"/>
                  <a:pt x="82763" y="20560"/>
                </a:cubicBezTo>
                <a:lnTo>
                  <a:pt x="82763" y="20486"/>
                </a:lnTo>
                <a:lnTo>
                  <a:pt x="82763" y="20436"/>
                </a:lnTo>
                <a:cubicBezTo>
                  <a:pt x="82738" y="20311"/>
                  <a:pt x="82713" y="20187"/>
                  <a:pt x="82713" y="20112"/>
                </a:cubicBezTo>
                <a:cubicBezTo>
                  <a:pt x="82713" y="20062"/>
                  <a:pt x="82713" y="20038"/>
                  <a:pt x="82688" y="20013"/>
                </a:cubicBezTo>
                <a:cubicBezTo>
                  <a:pt x="82639" y="19789"/>
                  <a:pt x="82589" y="19565"/>
                  <a:pt x="82564" y="19365"/>
                </a:cubicBezTo>
                <a:lnTo>
                  <a:pt x="82589" y="19316"/>
                </a:lnTo>
                <a:cubicBezTo>
                  <a:pt x="82589" y="19316"/>
                  <a:pt x="82614" y="19316"/>
                  <a:pt x="82614" y="19291"/>
                </a:cubicBezTo>
                <a:close/>
                <a:moveTo>
                  <a:pt x="57598" y="20510"/>
                </a:moveTo>
                <a:cubicBezTo>
                  <a:pt x="57797" y="22900"/>
                  <a:pt x="58196" y="25290"/>
                  <a:pt x="58868" y="27629"/>
                </a:cubicBezTo>
                <a:cubicBezTo>
                  <a:pt x="58843" y="27629"/>
                  <a:pt x="58843" y="27654"/>
                  <a:pt x="58818" y="27654"/>
                </a:cubicBezTo>
                <a:cubicBezTo>
                  <a:pt x="58121" y="25314"/>
                  <a:pt x="57698" y="22900"/>
                  <a:pt x="57548" y="20535"/>
                </a:cubicBezTo>
                <a:cubicBezTo>
                  <a:pt x="57573" y="20535"/>
                  <a:pt x="57573" y="20535"/>
                  <a:pt x="57598" y="20510"/>
                </a:cubicBezTo>
                <a:close/>
                <a:moveTo>
                  <a:pt x="68650" y="22004"/>
                </a:moveTo>
                <a:cubicBezTo>
                  <a:pt x="68675" y="22029"/>
                  <a:pt x="68650" y="22054"/>
                  <a:pt x="68650" y="22103"/>
                </a:cubicBezTo>
                <a:cubicBezTo>
                  <a:pt x="65464" y="23746"/>
                  <a:pt x="62303" y="25638"/>
                  <a:pt x="59092" y="27779"/>
                </a:cubicBezTo>
                <a:cubicBezTo>
                  <a:pt x="59092" y="27754"/>
                  <a:pt x="59092" y="27754"/>
                  <a:pt x="59067" y="27729"/>
                </a:cubicBezTo>
                <a:cubicBezTo>
                  <a:pt x="62228" y="25563"/>
                  <a:pt x="65439" y="23672"/>
                  <a:pt x="68650" y="22004"/>
                </a:cubicBezTo>
                <a:close/>
                <a:moveTo>
                  <a:pt x="85924" y="26858"/>
                </a:moveTo>
                <a:lnTo>
                  <a:pt x="85924" y="26907"/>
                </a:lnTo>
                <a:cubicBezTo>
                  <a:pt x="84978" y="27206"/>
                  <a:pt x="84008" y="27505"/>
                  <a:pt x="83012" y="27828"/>
                </a:cubicBezTo>
                <a:lnTo>
                  <a:pt x="83012" y="27754"/>
                </a:lnTo>
                <a:cubicBezTo>
                  <a:pt x="83983" y="27405"/>
                  <a:pt x="84954" y="27131"/>
                  <a:pt x="85924" y="26858"/>
                </a:cubicBezTo>
                <a:close/>
                <a:moveTo>
                  <a:pt x="58917" y="27828"/>
                </a:moveTo>
                <a:cubicBezTo>
                  <a:pt x="58942" y="27828"/>
                  <a:pt x="58942" y="27853"/>
                  <a:pt x="58942" y="27878"/>
                </a:cubicBezTo>
                <a:cubicBezTo>
                  <a:pt x="58917" y="27878"/>
                  <a:pt x="58917" y="27903"/>
                  <a:pt x="58868" y="27903"/>
                </a:cubicBezTo>
                <a:cubicBezTo>
                  <a:pt x="58868" y="27878"/>
                  <a:pt x="58868" y="27878"/>
                  <a:pt x="58843" y="27853"/>
                </a:cubicBezTo>
                <a:cubicBezTo>
                  <a:pt x="58868" y="27853"/>
                  <a:pt x="58868" y="27828"/>
                  <a:pt x="58917" y="27828"/>
                </a:cubicBezTo>
                <a:close/>
                <a:moveTo>
                  <a:pt x="82838" y="27878"/>
                </a:moveTo>
                <a:lnTo>
                  <a:pt x="82838" y="27903"/>
                </a:lnTo>
                <a:cubicBezTo>
                  <a:pt x="82788" y="27903"/>
                  <a:pt x="82763" y="27953"/>
                  <a:pt x="82763" y="27953"/>
                </a:cubicBezTo>
                <a:lnTo>
                  <a:pt x="82763" y="27878"/>
                </a:lnTo>
                <a:close/>
                <a:moveTo>
                  <a:pt x="117011" y="28311"/>
                </a:moveTo>
                <a:cubicBezTo>
                  <a:pt x="117028" y="28360"/>
                  <a:pt x="117049" y="28409"/>
                  <a:pt x="117063" y="28451"/>
                </a:cubicBezTo>
                <a:cubicBezTo>
                  <a:pt x="117088" y="28500"/>
                  <a:pt x="117088" y="28575"/>
                  <a:pt x="117113" y="28625"/>
                </a:cubicBezTo>
                <a:lnTo>
                  <a:pt x="117063" y="28625"/>
                </a:lnTo>
                <a:lnTo>
                  <a:pt x="117063" y="28575"/>
                </a:lnTo>
                <a:lnTo>
                  <a:pt x="117063" y="28500"/>
                </a:lnTo>
                <a:cubicBezTo>
                  <a:pt x="117033" y="28441"/>
                  <a:pt x="117021" y="28373"/>
                  <a:pt x="117011" y="28311"/>
                </a:cubicBezTo>
                <a:close/>
                <a:moveTo>
                  <a:pt x="104717" y="26584"/>
                </a:moveTo>
                <a:cubicBezTo>
                  <a:pt x="104792" y="26609"/>
                  <a:pt x="104916" y="26634"/>
                  <a:pt x="105016" y="26659"/>
                </a:cubicBezTo>
                <a:cubicBezTo>
                  <a:pt x="104842" y="27455"/>
                  <a:pt x="104618" y="28252"/>
                  <a:pt x="104344" y="29023"/>
                </a:cubicBezTo>
                <a:cubicBezTo>
                  <a:pt x="104468" y="28227"/>
                  <a:pt x="104593" y="27380"/>
                  <a:pt x="104717" y="26584"/>
                </a:cubicBezTo>
                <a:close/>
                <a:moveTo>
                  <a:pt x="117113" y="28849"/>
                </a:moveTo>
                <a:cubicBezTo>
                  <a:pt x="117113" y="28940"/>
                  <a:pt x="117154" y="29051"/>
                  <a:pt x="117162" y="29127"/>
                </a:cubicBezTo>
                <a:lnTo>
                  <a:pt x="117162" y="29127"/>
                </a:lnTo>
                <a:cubicBezTo>
                  <a:pt x="117159" y="29109"/>
                  <a:pt x="117149" y="29091"/>
                  <a:pt x="117113" y="29073"/>
                </a:cubicBezTo>
                <a:cubicBezTo>
                  <a:pt x="117088" y="28998"/>
                  <a:pt x="117088" y="28899"/>
                  <a:pt x="117088" y="28849"/>
                </a:cubicBezTo>
                <a:close/>
                <a:moveTo>
                  <a:pt x="57424" y="20635"/>
                </a:moveTo>
                <a:cubicBezTo>
                  <a:pt x="57548" y="22975"/>
                  <a:pt x="57972" y="25389"/>
                  <a:pt x="58669" y="27754"/>
                </a:cubicBezTo>
                <a:cubicBezTo>
                  <a:pt x="57947" y="28252"/>
                  <a:pt x="57225" y="28724"/>
                  <a:pt x="56503" y="29247"/>
                </a:cubicBezTo>
                <a:cubicBezTo>
                  <a:pt x="56379" y="29073"/>
                  <a:pt x="56254" y="28899"/>
                  <a:pt x="56130" y="28749"/>
                </a:cubicBezTo>
                <a:cubicBezTo>
                  <a:pt x="55706" y="28127"/>
                  <a:pt x="55234" y="27530"/>
                  <a:pt x="54761" y="26957"/>
                </a:cubicBezTo>
                <a:cubicBezTo>
                  <a:pt x="54636" y="26758"/>
                  <a:pt x="54487" y="26584"/>
                  <a:pt x="54362" y="26410"/>
                </a:cubicBezTo>
                <a:cubicBezTo>
                  <a:pt x="53740" y="25638"/>
                  <a:pt x="53118" y="24866"/>
                  <a:pt x="52496" y="24120"/>
                </a:cubicBezTo>
                <a:cubicBezTo>
                  <a:pt x="52471" y="24095"/>
                  <a:pt x="52471" y="24045"/>
                  <a:pt x="52446" y="24045"/>
                </a:cubicBezTo>
                <a:cubicBezTo>
                  <a:pt x="52147" y="23721"/>
                  <a:pt x="51873" y="23398"/>
                  <a:pt x="51599" y="23099"/>
                </a:cubicBezTo>
                <a:cubicBezTo>
                  <a:pt x="51525" y="23024"/>
                  <a:pt x="51500" y="22975"/>
                  <a:pt x="51450" y="22900"/>
                </a:cubicBezTo>
                <a:cubicBezTo>
                  <a:pt x="53491" y="21929"/>
                  <a:pt x="55482" y="21183"/>
                  <a:pt x="57424" y="20635"/>
                </a:cubicBezTo>
                <a:close/>
                <a:moveTo>
                  <a:pt x="51251" y="22925"/>
                </a:moveTo>
                <a:cubicBezTo>
                  <a:pt x="51251" y="22975"/>
                  <a:pt x="51276" y="22975"/>
                  <a:pt x="51276" y="23000"/>
                </a:cubicBezTo>
                <a:cubicBezTo>
                  <a:pt x="52993" y="24966"/>
                  <a:pt x="54736" y="27131"/>
                  <a:pt x="56354" y="29372"/>
                </a:cubicBezTo>
                <a:lnTo>
                  <a:pt x="56329" y="29397"/>
                </a:lnTo>
                <a:cubicBezTo>
                  <a:pt x="55084" y="27729"/>
                  <a:pt x="53815" y="26086"/>
                  <a:pt x="52496" y="24493"/>
                </a:cubicBezTo>
                <a:cubicBezTo>
                  <a:pt x="52396" y="24369"/>
                  <a:pt x="52272" y="24244"/>
                  <a:pt x="52197" y="24120"/>
                </a:cubicBezTo>
                <a:lnTo>
                  <a:pt x="51624" y="23472"/>
                </a:lnTo>
                <a:cubicBezTo>
                  <a:pt x="51475" y="23298"/>
                  <a:pt x="51351" y="23124"/>
                  <a:pt x="51201" y="22975"/>
                </a:cubicBezTo>
                <a:cubicBezTo>
                  <a:pt x="51226" y="22975"/>
                  <a:pt x="51226" y="22925"/>
                  <a:pt x="51251" y="22925"/>
                </a:cubicBezTo>
                <a:close/>
                <a:moveTo>
                  <a:pt x="58718" y="27953"/>
                </a:moveTo>
                <a:cubicBezTo>
                  <a:pt x="58718" y="27978"/>
                  <a:pt x="58718" y="27978"/>
                  <a:pt x="58743" y="28003"/>
                </a:cubicBezTo>
                <a:cubicBezTo>
                  <a:pt x="58046" y="28476"/>
                  <a:pt x="57349" y="28973"/>
                  <a:pt x="56677" y="29471"/>
                </a:cubicBezTo>
                <a:cubicBezTo>
                  <a:pt x="56677" y="29446"/>
                  <a:pt x="56627" y="29446"/>
                  <a:pt x="56627" y="29397"/>
                </a:cubicBezTo>
                <a:cubicBezTo>
                  <a:pt x="57324" y="28899"/>
                  <a:pt x="58046" y="28451"/>
                  <a:pt x="58718" y="27953"/>
                </a:cubicBezTo>
                <a:close/>
                <a:moveTo>
                  <a:pt x="82340" y="19440"/>
                </a:moveTo>
                <a:lnTo>
                  <a:pt x="82440" y="19913"/>
                </a:lnTo>
                <a:cubicBezTo>
                  <a:pt x="82514" y="20162"/>
                  <a:pt x="82564" y="20386"/>
                  <a:pt x="82614" y="20635"/>
                </a:cubicBezTo>
                <a:cubicBezTo>
                  <a:pt x="82639" y="20859"/>
                  <a:pt x="82688" y="21033"/>
                  <a:pt x="82713" y="21257"/>
                </a:cubicBezTo>
                <a:lnTo>
                  <a:pt x="82813" y="22004"/>
                </a:lnTo>
                <a:cubicBezTo>
                  <a:pt x="82838" y="22178"/>
                  <a:pt x="82838" y="22377"/>
                  <a:pt x="82838" y="22552"/>
                </a:cubicBezTo>
                <a:cubicBezTo>
                  <a:pt x="82863" y="22850"/>
                  <a:pt x="82863" y="23124"/>
                  <a:pt x="82863" y="23398"/>
                </a:cubicBezTo>
                <a:lnTo>
                  <a:pt x="82863" y="23672"/>
                </a:lnTo>
                <a:lnTo>
                  <a:pt x="82863" y="23871"/>
                </a:lnTo>
                <a:lnTo>
                  <a:pt x="82863" y="23921"/>
                </a:lnTo>
                <a:lnTo>
                  <a:pt x="82863" y="24891"/>
                </a:lnTo>
                <a:cubicBezTo>
                  <a:pt x="82863" y="24991"/>
                  <a:pt x="82863" y="25115"/>
                  <a:pt x="82838" y="25240"/>
                </a:cubicBezTo>
                <a:lnTo>
                  <a:pt x="82838" y="25314"/>
                </a:lnTo>
                <a:cubicBezTo>
                  <a:pt x="82813" y="25713"/>
                  <a:pt x="82813" y="26086"/>
                  <a:pt x="82738" y="26435"/>
                </a:cubicBezTo>
                <a:cubicBezTo>
                  <a:pt x="82738" y="26534"/>
                  <a:pt x="82713" y="26634"/>
                  <a:pt x="82713" y="26683"/>
                </a:cubicBezTo>
                <a:cubicBezTo>
                  <a:pt x="82688" y="27032"/>
                  <a:pt x="82614" y="27380"/>
                  <a:pt x="82589" y="27729"/>
                </a:cubicBezTo>
                <a:cubicBezTo>
                  <a:pt x="80473" y="28426"/>
                  <a:pt x="78357" y="29297"/>
                  <a:pt x="76167" y="30293"/>
                </a:cubicBezTo>
                <a:cubicBezTo>
                  <a:pt x="76142" y="29222"/>
                  <a:pt x="75993" y="28177"/>
                  <a:pt x="75769" y="27231"/>
                </a:cubicBezTo>
                <a:cubicBezTo>
                  <a:pt x="75868" y="27007"/>
                  <a:pt x="75993" y="26758"/>
                  <a:pt x="76117" y="26534"/>
                </a:cubicBezTo>
                <a:cubicBezTo>
                  <a:pt x="76142" y="26484"/>
                  <a:pt x="76167" y="26410"/>
                  <a:pt x="76242" y="26360"/>
                </a:cubicBezTo>
                <a:cubicBezTo>
                  <a:pt x="76416" y="25986"/>
                  <a:pt x="76640" y="25638"/>
                  <a:pt x="76864" y="25290"/>
                </a:cubicBezTo>
                <a:cubicBezTo>
                  <a:pt x="76963" y="25165"/>
                  <a:pt x="77013" y="25041"/>
                  <a:pt x="77113" y="24916"/>
                </a:cubicBezTo>
                <a:cubicBezTo>
                  <a:pt x="77287" y="24642"/>
                  <a:pt x="77511" y="24319"/>
                  <a:pt x="77685" y="24045"/>
                </a:cubicBezTo>
                <a:cubicBezTo>
                  <a:pt x="77785" y="23896"/>
                  <a:pt x="77909" y="23771"/>
                  <a:pt x="78009" y="23622"/>
                </a:cubicBezTo>
                <a:cubicBezTo>
                  <a:pt x="78233" y="23373"/>
                  <a:pt x="78407" y="23074"/>
                  <a:pt x="78631" y="22825"/>
                </a:cubicBezTo>
                <a:cubicBezTo>
                  <a:pt x="78756" y="22676"/>
                  <a:pt x="78880" y="22552"/>
                  <a:pt x="79005" y="22402"/>
                </a:cubicBezTo>
                <a:cubicBezTo>
                  <a:pt x="79229" y="22153"/>
                  <a:pt x="79477" y="21904"/>
                  <a:pt x="79677" y="21680"/>
                </a:cubicBezTo>
                <a:lnTo>
                  <a:pt x="80100" y="21282"/>
                </a:lnTo>
                <a:lnTo>
                  <a:pt x="80921" y="20535"/>
                </a:lnTo>
                <a:cubicBezTo>
                  <a:pt x="81046" y="20436"/>
                  <a:pt x="81195" y="20311"/>
                  <a:pt x="81295" y="20212"/>
                </a:cubicBezTo>
                <a:cubicBezTo>
                  <a:pt x="81643" y="19938"/>
                  <a:pt x="81991" y="19689"/>
                  <a:pt x="82340" y="19440"/>
                </a:cubicBezTo>
                <a:close/>
                <a:moveTo>
                  <a:pt x="75644" y="27505"/>
                </a:moveTo>
                <a:cubicBezTo>
                  <a:pt x="75868" y="28451"/>
                  <a:pt x="75993" y="29372"/>
                  <a:pt x="76018" y="30392"/>
                </a:cubicBezTo>
                <a:cubicBezTo>
                  <a:pt x="75993" y="30392"/>
                  <a:pt x="75968" y="30392"/>
                  <a:pt x="75968" y="30442"/>
                </a:cubicBezTo>
                <a:cubicBezTo>
                  <a:pt x="75918" y="29446"/>
                  <a:pt x="75794" y="28500"/>
                  <a:pt x="75619" y="27604"/>
                </a:cubicBezTo>
                <a:cubicBezTo>
                  <a:pt x="75619" y="27579"/>
                  <a:pt x="75644" y="27530"/>
                  <a:pt x="75644" y="27505"/>
                </a:cubicBezTo>
                <a:close/>
                <a:moveTo>
                  <a:pt x="104468" y="26509"/>
                </a:moveTo>
                <a:cubicBezTo>
                  <a:pt x="104493" y="26509"/>
                  <a:pt x="104493" y="26509"/>
                  <a:pt x="104518" y="26534"/>
                </a:cubicBezTo>
                <a:cubicBezTo>
                  <a:pt x="104369" y="27729"/>
                  <a:pt x="104169" y="28899"/>
                  <a:pt x="103921" y="30118"/>
                </a:cubicBezTo>
                <a:cubicBezTo>
                  <a:pt x="103896" y="30243"/>
                  <a:pt x="103846" y="30342"/>
                  <a:pt x="103796" y="30467"/>
                </a:cubicBezTo>
                <a:cubicBezTo>
                  <a:pt x="104095" y="29098"/>
                  <a:pt x="104294" y="27779"/>
                  <a:pt x="104468" y="26509"/>
                </a:cubicBezTo>
                <a:close/>
                <a:moveTo>
                  <a:pt x="105165" y="26733"/>
                </a:moveTo>
                <a:cubicBezTo>
                  <a:pt x="105215" y="26758"/>
                  <a:pt x="105240" y="26758"/>
                  <a:pt x="105240" y="26758"/>
                </a:cubicBezTo>
                <a:cubicBezTo>
                  <a:pt x="104916" y="28028"/>
                  <a:pt x="104518" y="29322"/>
                  <a:pt x="104020" y="30517"/>
                </a:cubicBezTo>
                <a:cubicBezTo>
                  <a:pt x="104045" y="30392"/>
                  <a:pt x="104095" y="30268"/>
                  <a:pt x="104095" y="30193"/>
                </a:cubicBezTo>
                <a:cubicBezTo>
                  <a:pt x="104518" y="29073"/>
                  <a:pt x="104891" y="27878"/>
                  <a:pt x="105165" y="26733"/>
                </a:cubicBezTo>
                <a:close/>
                <a:moveTo>
                  <a:pt x="82564" y="27953"/>
                </a:moveTo>
                <a:lnTo>
                  <a:pt x="82564" y="28003"/>
                </a:lnTo>
                <a:cubicBezTo>
                  <a:pt x="80473" y="28724"/>
                  <a:pt x="78308" y="29596"/>
                  <a:pt x="76167" y="30591"/>
                </a:cubicBezTo>
                <a:lnTo>
                  <a:pt x="76167" y="30517"/>
                </a:lnTo>
                <a:cubicBezTo>
                  <a:pt x="78308" y="29521"/>
                  <a:pt x="80473" y="28650"/>
                  <a:pt x="82564" y="27953"/>
                </a:cubicBezTo>
                <a:close/>
                <a:moveTo>
                  <a:pt x="76018" y="30616"/>
                </a:moveTo>
                <a:lnTo>
                  <a:pt x="76018" y="30691"/>
                </a:lnTo>
                <a:cubicBezTo>
                  <a:pt x="75993" y="30691"/>
                  <a:pt x="75968" y="30691"/>
                  <a:pt x="75968" y="30716"/>
                </a:cubicBezTo>
                <a:lnTo>
                  <a:pt x="75968" y="30641"/>
                </a:lnTo>
                <a:cubicBezTo>
                  <a:pt x="75993" y="30641"/>
                  <a:pt x="75993" y="30616"/>
                  <a:pt x="76018" y="30616"/>
                </a:cubicBezTo>
                <a:close/>
                <a:moveTo>
                  <a:pt x="68874" y="22153"/>
                </a:moveTo>
                <a:cubicBezTo>
                  <a:pt x="68426" y="25090"/>
                  <a:pt x="68501" y="28003"/>
                  <a:pt x="69073" y="30741"/>
                </a:cubicBezTo>
                <a:lnTo>
                  <a:pt x="69023" y="30741"/>
                </a:lnTo>
                <a:cubicBezTo>
                  <a:pt x="68451" y="28003"/>
                  <a:pt x="68351" y="25115"/>
                  <a:pt x="68799" y="22178"/>
                </a:cubicBezTo>
                <a:cubicBezTo>
                  <a:pt x="68824" y="22178"/>
                  <a:pt x="68824" y="22153"/>
                  <a:pt x="68874" y="22153"/>
                </a:cubicBezTo>
                <a:close/>
                <a:moveTo>
                  <a:pt x="68650" y="22303"/>
                </a:moveTo>
                <a:lnTo>
                  <a:pt x="68650" y="22303"/>
                </a:lnTo>
                <a:cubicBezTo>
                  <a:pt x="68227" y="25140"/>
                  <a:pt x="68301" y="28003"/>
                  <a:pt x="68849" y="30691"/>
                </a:cubicBezTo>
                <a:cubicBezTo>
                  <a:pt x="67741" y="30325"/>
                  <a:pt x="66511" y="30148"/>
                  <a:pt x="65193" y="30148"/>
                </a:cubicBezTo>
                <a:cubicBezTo>
                  <a:pt x="63640" y="30148"/>
                  <a:pt x="61962" y="30394"/>
                  <a:pt x="60212" y="30865"/>
                </a:cubicBezTo>
                <a:cubicBezTo>
                  <a:pt x="59838" y="29894"/>
                  <a:pt x="59465" y="28948"/>
                  <a:pt x="59191" y="27953"/>
                </a:cubicBezTo>
                <a:cubicBezTo>
                  <a:pt x="62328" y="25837"/>
                  <a:pt x="65514" y="23921"/>
                  <a:pt x="68650" y="22303"/>
                </a:cubicBezTo>
                <a:close/>
                <a:moveTo>
                  <a:pt x="59042" y="28077"/>
                </a:moveTo>
                <a:cubicBezTo>
                  <a:pt x="59316" y="29023"/>
                  <a:pt x="59639" y="29969"/>
                  <a:pt x="60038" y="30940"/>
                </a:cubicBezTo>
                <a:lnTo>
                  <a:pt x="59963" y="30940"/>
                </a:lnTo>
                <a:cubicBezTo>
                  <a:pt x="59589" y="29994"/>
                  <a:pt x="59241" y="29073"/>
                  <a:pt x="58967" y="28102"/>
                </a:cubicBezTo>
                <a:cubicBezTo>
                  <a:pt x="58992" y="28102"/>
                  <a:pt x="58992" y="28077"/>
                  <a:pt x="59042" y="28077"/>
                </a:cubicBezTo>
                <a:close/>
                <a:moveTo>
                  <a:pt x="69148" y="30965"/>
                </a:moveTo>
                <a:cubicBezTo>
                  <a:pt x="69148" y="30990"/>
                  <a:pt x="69148" y="31014"/>
                  <a:pt x="69173" y="31014"/>
                </a:cubicBezTo>
                <a:cubicBezTo>
                  <a:pt x="69164" y="31031"/>
                  <a:pt x="69156" y="31037"/>
                  <a:pt x="69149" y="31037"/>
                </a:cubicBezTo>
                <a:cubicBezTo>
                  <a:pt x="69134" y="31037"/>
                  <a:pt x="69123" y="31014"/>
                  <a:pt x="69123" y="31014"/>
                </a:cubicBezTo>
                <a:cubicBezTo>
                  <a:pt x="69123" y="30990"/>
                  <a:pt x="69123" y="30965"/>
                  <a:pt x="69073" y="30965"/>
                </a:cubicBezTo>
                <a:close/>
                <a:moveTo>
                  <a:pt x="65230" y="30358"/>
                </a:moveTo>
                <a:cubicBezTo>
                  <a:pt x="66548" y="30358"/>
                  <a:pt x="67770" y="30533"/>
                  <a:pt x="68874" y="30890"/>
                </a:cubicBezTo>
                <a:cubicBezTo>
                  <a:pt x="68874" y="30911"/>
                  <a:pt x="68874" y="30949"/>
                  <a:pt x="68889" y="30961"/>
                </a:cubicBezTo>
                <a:lnTo>
                  <a:pt x="68889" y="30961"/>
                </a:lnTo>
                <a:cubicBezTo>
                  <a:pt x="67796" y="30583"/>
                  <a:pt x="66575" y="30401"/>
                  <a:pt x="65257" y="30401"/>
                </a:cubicBezTo>
                <a:cubicBezTo>
                  <a:pt x="63725" y="30401"/>
                  <a:pt x="62061" y="30646"/>
                  <a:pt x="60311" y="31114"/>
                </a:cubicBezTo>
                <a:cubicBezTo>
                  <a:pt x="60311" y="31089"/>
                  <a:pt x="60262" y="31089"/>
                  <a:pt x="60262" y="31064"/>
                </a:cubicBezTo>
                <a:cubicBezTo>
                  <a:pt x="62029" y="30596"/>
                  <a:pt x="63695" y="30358"/>
                  <a:pt x="65230" y="30358"/>
                </a:cubicBezTo>
                <a:close/>
                <a:moveTo>
                  <a:pt x="60087" y="31089"/>
                </a:moveTo>
                <a:cubicBezTo>
                  <a:pt x="60087" y="31114"/>
                  <a:pt x="60087" y="31114"/>
                  <a:pt x="60112" y="31139"/>
                </a:cubicBezTo>
                <a:cubicBezTo>
                  <a:pt x="60087" y="31139"/>
                  <a:pt x="60087" y="31139"/>
                  <a:pt x="60062" y="31189"/>
                </a:cubicBezTo>
                <a:cubicBezTo>
                  <a:pt x="60062" y="31139"/>
                  <a:pt x="60038" y="31139"/>
                  <a:pt x="60038" y="31114"/>
                </a:cubicBezTo>
                <a:cubicBezTo>
                  <a:pt x="60062" y="31089"/>
                  <a:pt x="60062" y="31089"/>
                  <a:pt x="60087" y="31089"/>
                </a:cubicBezTo>
                <a:close/>
                <a:moveTo>
                  <a:pt x="75470" y="27903"/>
                </a:moveTo>
                <a:cubicBezTo>
                  <a:pt x="75644" y="28724"/>
                  <a:pt x="75744" y="29596"/>
                  <a:pt x="75769" y="30517"/>
                </a:cubicBezTo>
                <a:cubicBezTo>
                  <a:pt x="75346" y="30741"/>
                  <a:pt x="74898" y="30965"/>
                  <a:pt x="74425" y="31189"/>
                </a:cubicBezTo>
                <a:cubicBezTo>
                  <a:pt x="74474" y="31089"/>
                  <a:pt x="74474" y="30965"/>
                  <a:pt x="74499" y="30865"/>
                </a:cubicBezTo>
                <a:cubicBezTo>
                  <a:pt x="74499" y="30815"/>
                  <a:pt x="74524" y="30766"/>
                  <a:pt x="74524" y="30716"/>
                </a:cubicBezTo>
                <a:cubicBezTo>
                  <a:pt x="74748" y="29770"/>
                  <a:pt x="75047" y="28824"/>
                  <a:pt x="75470" y="27903"/>
                </a:cubicBezTo>
                <a:close/>
                <a:moveTo>
                  <a:pt x="75744" y="30716"/>
                </a:moveTo>
                <a:lnTo>
                  <a:pt x="75744" y="30766"/>
                </a:lnTo>
                <a:cubicBezTo>
                  <a:pt x="75296" y="30990"/>
                  <a:pt x="74848" y="31238"/>
                  <a:pt x="74375" y="31462"/>
                </a:cubicBezTo>
                <a:lnTo>
                  <a:pt x="74375" y="31363"/>
                </a:lnTo>
                <a:cubicBezTo>
                  <a:pt x="74848" y="31139"/>
                  <a:pt x="75271" y="30890"/>
                  <a:pt x="75744" y="30716"/>
                </a:cubicBezTo>
                <a:close/>
                <a:moveTo>
                  <a:pt x="58793" y="28202"/>
                </a:moveTo>
                <a:cubicBezTo>
                  <a:pt x="59092" y="29148"/>
                  <a:pt x="59440" y="30069"/>
                  <a:pt x="59789" y="30990"/>
                </a:cubicBezTo>
                <a:cubicBezTo>
                  <a:pt x="59216" y="31139"/>
                  <a:pt x="58669" y="31338"/>
                  <a:pt x="58096" y="31512"/>
                </a:cubicBezTo>
                <a:cubicBezTo>
                  <a:pt x="57673" y="30865"/>
                  <a:pt x="57225" y="30243"/>
                  <a:pt x="56752" y="29596"/>
                </a:cubicBezTo>
                <a:cubicBezTo>
                  <a:pt x="57449" y="29123"/>
                  <a:pt x="58121" y="28650"/>
                  <a:pt x="58793" y="28202"/>
                </a:cubicBezTo>
                <a:close/>
                <a:moveTo>
                  <a:pt x="56603" y="29720"/>
                </a:moveTo>
                <a:lnTo>
                  <a:pt x="57922" y="31587"/>
                </a:lnTo>
                <a:lnTo>
                  <a:pt x="57872" y="31612"/>
                </a:lnTo>
                <a:lnTo>
                  <a:pt x="56578" y="29745"/>
                </a:lnTo>
                <a:lnTo>
                  <a:pt x="56603" y="29720"/>
                </a:lnTo>
                <a:close/>
                <a:moveTo>
                  <a:pt x="103721" y="31139"/>
                </a:moveTo>
                <a:lnTo>
                  <a:pt x="103721" y="31139"/>
                </a:lnTo>
                <a:cubicBezTo>
                  <a:pt x="103672" y="31239"/>
                  <a:pt x="103672" y="31338"/>
                  <a:pt x="103647" y="31462"/>
                </a:cubicBezTo>
                <a:cubicBezTo>
                  <a:pt x="103622" y="31562"/>
                  <a:pt x="103547" y="31637"/>
                  <a:pt x="103522" y="31711"/>
                </a:cubicBezTo>
                <a:cubicBezTo>
                  <a:pt x="103547" y="31612"/>
                  <a:pt x="103547" y="31512"/>
                  <a:pt x="103597" y="31438"/>
                </a:cubicBezTo>
                <a:cubicBezTo>
                  <a:pt x="103622" y="31338"/>
                  <a:pt x="103672" y="31239"/>
                  <a:pt x="103721" y="31139"/>
                </a:cubicBezTo>
                <a:close/>
                <a:moveTo>
                  <a:pt x="117461" y="30143"/>
                </a:moveTo>
                <a:cubicBezTo>
                  <a:pt x="117461" y="30268"/>
                  <a:pt x="117486" y="30367"/>
                  <a:pt x="117536" y="30492"/>
                </a:cubicBezTo>
                <a:cubicBezTo>
                  <a:pt x="117561" y="30616"/>
                  <a:pt x="117561" y="30766"/>
                  <a:pt x="117586" y="30890"/>
                </a:cubicBezTo>
                <a:cubicBezTo>
                  <a:pt x="117617" y="31170"/>
                  <a:pt x="117648" y="31440"/>
                  <a:pt x="117679" y="31719"/>
                </a:cubicBezTo>
                <a:lnTo>
                  <a:pt x="117679" y="31719"/>
                </a:lnTo>
                <a:cubicBezTo>
                  <a:pt x="117646" y="31477"/>
                  <a:pt x="117603" y="31212"/>
                  <a:pt x="117561" y="30915"/>
                </a:cubicBezTo>
                <a:cubicBezTo>
                  <a:pt x="117511" y="30766"/>
                  <a:pt x="117486" y="30616"/>
                  <a:pt x="117461" y="30442"/>
                </a:cubicBezTo>
                <a:lnTo>
                  <a:pt x="117461" y="30218"/>
                </a:lnTo>
                <a:lnTo>
                  <a:pt x="117461" y="30143"/>
                </a:lnTo>
                <a:close/>
                <a:moveTo>
                  <a:pt x="59863" y="31139"/>
                </a:moveTo>
                <a:lnTo>
                  <a:pt x="59863" y="31214"/>
                </a:lnTo>
                <a:cubicBezTo>
                  <a:pt x="59341" y="31363"/>
                  <a:pt x="58793" y="31537"/>
                  <a:pt x="58245" y="31736"/>
                </a:cubicBezTo>
                <a:cubicBezTo>
                  <a:pt x="58245" y="31711"/>
                  <a:pt x="58220" y="31711"/>
                  <a:pt x="58220" y="31687"/>
                </a:cubicBezTo>
                <a:cubicBezTo>
                  <a:pt x="58793" y="31487"/>
                  <a:pt x="59316" y="31313"/>
                  <a:pt x="59863" y="31139"/>
                </a:cubicBezTo>
                <a:close/>
                <a:moveTo>
                  <a:pt x="58046" y="31736"/>
                </a:moveTo>
                <a:cubicBezTo>
                  <a:pt x="58046" y="31761"/>
                  <a:pt x="58071" y="31761"/>
                  <a:pt x="58071" y="31811"/>
                </a:cubicBezTo>
                <a:cubicBezTo>
                  <a:pt x="58046" y="31811"/>
                  <a:pt x="58046" y="31811"/>
                  <a:pt x="57996" y="31836"/>
                </a:cubicBezTo>
                <a:cubicBezTo>
                  <a:pt x="57996" y="31811"/>
                  <a:pt x="57972" y="31811"/>
                  <a:pt x="57972" y="31761"/>
                </a:cubicBezTo>
                <a:cubicBezTo>
                  <a:pt x="57996" y="31761"/>
                  <a:pt x="57996" y="31761"/>
                  <a:pt x="58046" y="31736"/>
                </a:cubicBezTo>
                <a:close/>
                <a:moveTo>
                  <a:pt x="70890" y="21158"/>
                </a:moveTo>
                <a:cubicBezTo>
                  <a:pt x="71612" y="21556"/>
                  <a:pt x="72234" y="22054"/>
                  <a:pt x="72782" y="22626"/>
                </a:cubicBezTo>
                <a:cubicBezTo>
                  <a:pt x="72757" y="22751"/>
                  <a:pt x="72732" y="22850"/>
                  <a:pt x="72657" y="22975"/>
                </a:cubicBezTo>
                <a:lnTo>
                  <a:pt x="72483" y="23522"/>
                </a:lnTo>
                <a:cubicBezTo>
                  <a:pt x="72433" y="23647"/>
                  <a:pt x="72384" y="23796"/>
                  <a:pt x="72359" y="23921"/>
                </a:cubicBezTo>
                <a:cubicBezTo>
                  <a:pt x="72284" y="24120"/>
                  <a:pt x="72259" y="24294"/>
                  <a:pt x="72184" y="24493"/>
                </a:cubicBezTo>
                <a:cubicBezTo>
                  <a:pt x="72160" y="24617"/>
                  <a:pt x="72135" y="24767"/>
                  <a:pt x="72110" y="24891"/>
                </a:cubicBezTo>
                <a:cubicBezTo>
                  <a:pt x="72060" y="25066"/>
                  <a:pt x="72010" y="25265"/>
                  <a:pt x="71985" y="25439"/>
                </a:cubicBezTo>
                <a:cubicBezTo>
                  <a:pt x="71935" y="25613"/>
                  <a:pt x="71911" y="25738"/>
                  <a:pt x="71886" y="25887"/>
                </a:cubicBezTo>
                <a:cubicBezTo>
                  <a:pt x="71861" y="26061"/>
                  <a:pt x="71811" y="26235"/>
                  <a:pt x="71786" y="26410"/>
                </a:cubicBezTo>
                <a:cubicBezTo>
                  <a:pt x="71761" y="26559"/>
                  <a:pt x="71736" y="26733"/>
                  <a:pt x="71736" y="26858"/>
                </a:cubicBezTo>
                <a:cubicBezTo>
                  <a:pt x="71736" y="26883"/>
                  <a:pt x="71736" y="26957"/>
                  <a:pt x="71687" y="26982"/>
                </a:cubicBezTo>
                <a:lnTo>
                  <a:pt x="71687" y="27107"/>
                </a:lnTo>
                <a:cubicBezTo>
                  <a:pt x="71637" y="27654"/>
                  <a:pt x="71562" y="28227"/>
                  <a:pt x="71537" y="28749"/>
                </a:cubicBezTo>
                <a:lnTo>
                  <a:pt x="71537" y="28948"/>
                </a:lnTo>
                <a:cubicBezTo>
                  <a:pt x="71512" y="29496"/>
                  <a:pt x="71512" y="30069"/>
                  <a:pt x="71537" y="30591"/>
                </a:cubicBezTo>
                <a:lnTo>
                  <a:pt x="71537" y="30691"/>
                </a:lnTo>
                <a:cubicBezTo>
                  <a:pt x="71562" y="31214"/>
                  <a:pt x="71637" y="31711"/>
                  <a:pt x="71687" y="32209"/>
                </a:cubicBezTo>
                <a:cubicBezTo>
                  <a:pt x="71015" y="31587"/>
                  <a:pt x="70168" y="31114"/>
                  <a:pt x="69247" y="30741"/>
                </a:cubicBezTo>
                <a:cubicBezTo>
                  <a:pt x="68625" y="27953"/>
                  <a:pt x="68550" y="24966"/>
                  <a:pt x="69023" y="21954"/>
                </a:cubicBezTo>
                <a:cubicBezTo>
                  <a:pt x="69695" y="21755"/>
                  <a:pt x="70293" y="21481"/>
                  <a:pt x="70890" y="21158"/>
                </a:cubicBezTo>
                <a:close/>
                <a:moveTo>
                  <a:pt x="73130" y="23000"/>
                </a:moveTo>
                <a:cubicBezTo>
                  <a:pt x="74126" y="24120"/>
                  <a:pt x="74873" y="25514"/>
                  <a:pt x="75271" y="27131"/>
                </a:cubicBezTo>
                <a:cubicBezTo>
                  <a:pt x="74624" y="28525"/>
                  <a:pt x="74126" y="29969"/>
                  <a:pt x="73877" y="31413"/>
                </a:cubicBezTo>
                <a:cubicBezTo>
                  <a:pt x="73304" y="31711"/>
                  <a:pt x="72757" y="32010"/>
                  <a:pt x="72184" y="32284"/>
                </a:cubicBezTo>
                <a:cubicBezTo>
                  <a:pt x="72160" y="32110"/>
                  <a:pt x="72135" y="31886"/>
                  <a:pt x="72135" y="31711"/>
                </a:cubicBezTo>
                <a:cubicBezTo>
                  <a:pt x="72110" y="31487"/>
                  <a:pt x="72110" y="31288"/>
                  <a:pt x="72060" y="31089"/>
                </a:cubicBezTo>
                <a:cubicBezTo>
                  <a:pt x="72035" y="30716"/>
                  <a:pt x="72010" y="30293"/>
                  <a:pt x="72010" y="29894"/>
                </a:cubicBezTo>
                <a:lnTo>
                  <a:pt x="72010" y="29397"/>
                </a:lnTo>
                <a:cubicBezTo>
                  <a:pt x="72010" y="28998"/>
                  <a:pt x="72035" y="28600"/>
                  <a:pt x="72060" y="28177"/>
                </a:cubicBezTo>
                <a:cubicBezTo>
                  <a:pt x="72060" y="28003"/>
                  <a:pt x="72110" y="27804"/>
                  <a:pt x="72110" y="27629"/>
                </a:cubicBezTo>
                <a:cubicBezTo>
                  <a:pt x="72135" y="27380"/>
                  <a:pt x="72160" y="27107"/>
                  <a:pt x="72184" y="26858"/>
                </a:cubicBezTo>
                <a:cubicBezTo>
                  <a:pt x="72234" y="26509"/>
                  <a:pt x="72284" y="26186"/>
                  <a:pt x="72359" y="25862"/>
                </a:cubicBezTo>
                <a:cubicBezTo>
                  <a:pt x="72384" y="25613"/>
                  <a:pt x="72433" y="25364"/>
                  <a:pt x="72508" y="25140"/>
                </a:cubicBezTo>
                <a:cubicBezTo>
                  <a:pt x="72558" y="24891"/>
                  <a:pt x="72632" y="24617"/>
                  <a:pt x="72682" y="24369"/>
                </a:cubicBezTo>
                <a:cubicBezTo>
                  <a:pt x="72782" y="24095"/>
                  <a:pt x="72856" y="23846"/>
                  <a:pt x="72931" y="23597"/>
                </a:cubicBezTo>
                <a:cubicBezTo>
                  <a:pt x="73006" y="23398"/>
                  <a:pt x="73056" y="23174"/>
                  <a:pt x="73130" y="23000"/>
                </a:cubicBezTo>
                <a:close/>
                <a:moveTo>
                  <a:pt x="105663" y="16080"/>
                </a:moveTo>
                <a:lnTo>
                  <a:pt x="105663" y="16080"/>
                </a:lnTo>
                <a:cubicBezTo>
                  <a:pt x="108525" y="17150"/>
                  <a:pt x="110940" y="18768"/>
                  <a:pt x="112807" y="20909"/>
                </a:cubicBezTo>
                <a:cubicBezTo>
                  <a:pt x="112881" y="21282"/>
                  <a:pt x="112981" y="21655"/>
                  <a:pt x="113056" y="22054"/>
                </a:cubicBezTo>
                <a:cubicBezTo>
                  <a:pt x="113081" y="22228"/>
                  <a:pt x="113105" y="22402"/>
                  <a:pt x="113130" y="22552"/>
                </a:cubicBezTo>
                <a:cubicBezTo>
                  <a:pt x="113230" y="23124"/>
                  <a:pt x="113329" y="23672"/>
                  <a:pt x="113379" y="24269"/>
                </a:cubicBezTo>
                <a:cubicBezTo>
                  <a:pt x="113379" y="24418"/>
                  <a:pt x="113429" y="24543"/>
                  <a:pt x="113429" y="24717"/>
                </a:cubicBezTo>
                <a:lnTo>
                  <a:pt x="113504" y="26111"/>
                </a:lnTo>
                <a:cubicBezTo>
                  <a:pt x="113504" y="26335"/>
                  <a:pt x="113553" y="26534"/>
                  <a:pt x="113553" y="26783"/>
                </a:cubicBezTo>
                <a:cubicBezTo>
                  <a:pt x="113553" y="27355"/>
                  <a:pt x="113578" y="27953"/>
                  <a:pt x="113553" y="28500"/>
                </a:cubicBezTo>
                <a:cubicBezTo>
                  <a:pt x="113553" y="28700"/>
                  <a:pt x="113504" y="28849"/>
                  <a:pt x="113504" y="29023"/>
                </a:cubicBezTo>
                <a:lnTo>
                  <a:pt x="113429" y="30517"/>
                </a:lnTo>
                <a:cubicBezTo>
                  <a:pt x="113379" y="30741"/>
                  <a:pt x="113379" y="30965"/>
                  <a:pt x="113354" y="31139"/>
                </a:cubicBezTo>
                <a:cubicBezTo>
                  <a:pt x="113329" y="31562"/>
                  <a:pt x="113255" y="31935"/>
                  <a:pt x="113230" y="32334"/>
                </a:cubicBezTo>
                <a:cubicBezTo>
                  <a:pt x="111363" y="29645"/>
                  <a:pt x="108774" y="27654"/>
                  <a:pt x="105514" y="26459"/>
                </a:cubicBezTo>
                <a:cubicBezTo>
                  <a:pt x="106285" y="22975"/>
                  <a:pt x="106360" y="19390"/>
                  <a:pt x="105663" y="16080"/>
                </a:cubicBezTo>
                <a:close/>
                <a:moveTo>
                  <a:pt x="69389" y="31096"/>
                </a:moveTo>
                <a:lnTo>
                  <a:pt x="69389" y="31096"/>
                </a:lnTo>
                <a:cubicBezTo>
                  <a:pt x="70278" y="31469"/>
                  <a:pt x="71069" y="31964"/>
                  <a:pt x="71761" y="32558"/>
                </a:cubicBezTo>
                <a:cubicBezTo>
                  <a:pt x="71736" y="32558"/>
                  <a:pt x="71687" y="32583"/>
                  <a:pt x="71687" y="32583"/>
                </a:cubicBezTo>
                <a:cubicBezTo>
                  <a:pt x="71039" y="31985"/>
                  <a:pt x="70268" y="31487"/>
                  <a:pt x="69397" y="31139"/>
                </a:cubicBezTo>
                <a:cubicBezTo>
                  <a:pt x="69397" y="31122"/>
                  <a:pt x="69397" y="31106"/>
                  <a:pt x="69389" y="31096"/>
                </a:cubicBezTo>
                <a:close/>
                <a:moveTo>
                  <a:pt x="73852" y="31687"/>
                </a:moveTo>
                <a:lnTo>
                  <a:pt x="73852" y="31736"/>
                </a:lnTo>
                <a:cubicBezTo>
                  <a:pt x="73304" y="31985"/>
                  <a:pt x="72782" y="32259"/>
                  <a:pt x="72234" y="32583"/>
                </a:cubicBezTo>
                <a:lnTo>
                  <a:pt x="72234" y="32508"/>
                </a:lnTo>
                <a:cubicBezTo>
                  <a:pt x="72757" y="32234"/>
                  <a:pt x="73304" y="31960"/>
                  <a:pt x="73852" y="31687"/>
                </a:cubicBezTo>
                <a:close/>
                <a:moveTo>
                  <a:pt x="113081" y="21232"/>
                </a:moveTo>
                <a:cubicBezTo>
                  <a:pt x="113105" y="21257"/>
                  <a:pt x="113105" y="21282"/>
                  <a:pt x="113130" y="21307"/>
                </a:cubicBezTo>
                <a:cubicBezTo>
                  <a:pt x="113205" y="21556"/>
                  <a:pt x="113255" y="21805"/>
                  <a:pt x="113280" y="22103"/>
                </a:cubicBezTo>
                <a:cubicBezTo>
                  <a:pt x="113329" y="22228"/>
                  <a:pt x="113329" y="22352"/>
                  <a:pt x="113354" y="22477"/>
                </a:cubicBezTo>
                <a:cubicBezTo>
                  <a:pt x="113454" y="22925"/>
                  <a:pt x="113504" y="23423"/>
                  <a:pt x="113578" y="23921"/>
                </a:cubicBezTo>
                <a:cubicBezTo>
                  <a:pt x="113603" y="24095"/>
                  <a:pt x="113603" y="24244"/>
                  <a:pt x="113628" y="24418"/>
                </a:cubicBezTo>
                <a:cubicBezTo>
                  <a:pt x="113703" y="24991"/>
                  <a:pt x="113728" y="25538"/>
                  <a:pt x="113753" y="26136"/>
                </a:cubicBezTo>
                <a:cubicBezTo>
                  <a:pt x="113753" y="26360"/>
                  <a:pt x="113753" y="26584"/>
                  <a:pt x="113777" y="26783"/>
                </a:cubicBezTo>
                <a:lnTo>
                  <a:pt x="113777" y="28152"/>
                </a:lnTo>
                <a:lnTo>
                  <a:pt x="113777" y="28724"/>
                </a:lnTo>
                <a:cubicBezTo>
                  <a:pt x="113753" y="29322"/>
                  <a:pt x="113728" y="29894"/>
                  <a:pt x="113703" y="30517"/>
                </a:cubicBezTo>
                <a:cubicBezTo>
                  <a:pt x="113653" y="30741"/>
                  <a:pt x="113653" y="30940"/>
                  <a:pt x="113628" y="31139"/>
                </a:cubicBezTo>
                <a:cubicBezTo>
                  <a:pt x="113578" y="31612"/>
                  <a:pt x="113504" y="32110"/>
                  <a:pt x="113454" y="32632"/>
                </a:cubicBezTo>
                <a:cubicBezTo>
                  <a:pt x="113429" y="32607"/>
                  <a:pt x="113429" y="32583"/>
                  <a:pt x="113379" y="32583"/>
                </a:cubicBezTo>
                <a:lnTo>
                  <a:pt x="113578" y="30990"/>
                </a:lnTo>
                <a:cubicBezTo>
                  <a:pt x="113578" y="30865"/>
                  <a:pt x="113603" y="30741"/>
                  <a:pt x="113603" y="30616"/>
                </a:cubicBezTo>
                <a:cubicBezTo>
                  <a:pt x="113678" y="29994"/>
                  <a:pt x="113703" y="29347"/>
                  <a:pt x="113728" y="28724"/>
                </a:cubicBezTo>
                <a:lnTo>
                  <a:pt x="113728" y="28525"/>
                </a:lnTo>
                <a:cubicBezTo>
                  <a:pt x="113753" y="27903"/>
                  <a:pt x="113728" y="27281"/>
                  <a:pt x="113728" y="26659"/>
                </a:cubicBezTo>
                <a:cubicBezTo>
                  <a:pt x="113728" y="26484"/>
                  <a:pt x="113728" y="26285"/>
                  <a:pt x="113703" y="26111"/>
                </a:cubicBezTo>
                <a:lnTo>
                  <a:pt x="113603" y="24518"/>
                </a:lnTo>
                <a:cubicBezTo>
                  <a:pt x="113603" y="24418"/>
                  <a:pt x="113603" y="24344"/>
                  <a:pt x="113578" y="24244"/>
                </a:cubicBezTo>
                <a:cubicBezTo>
                  <a:pt x="113504" y="23647"/>
                  <a:pt x="113429" y="23049"/>
                  <a:pt x="113329" y="22477"/>
                </a:cubicBezTo>
                <a:lnTo>
                  <a:pt x="113230" y="22004"/>
                </a:lnTo>
                <a:cubicBezTo>
                  <a:pt x="113180" y="21755"/>
                  <a:pt x="113130" y="21481"/>
                  <a:pt x="113081" y="21232"/>
                </a:cubicBezTo>
                <a:close/>
                <a:moveTo>
                  <a:pt x="105464" y="26609"/>
                </a:moveTo>
                <a:cubicBezTo>
                  <a:pt x="108725" y="27853"/>
                  <a:pt x="111338" y="29869"/>
                  <a:pt x="113180" y="32607"/>
                </a:cubicBezTo>
                <a:lnTo>
                  <a:pt x="113180" y="32707"/>
                </a:lnTo>
                <a:cubicBezTo>
                  <a:pt x="111363" y="29944"/>
                  <a:pt x="108749" y="27878"/>
                  <a:pt x="105464" y="26659"/>
                </a:cubicBezTo>
                <a:lnTo>
                  <a:pt x="105464" y="26609"/>
                </a:lnTo>
                <a:close/>
                <a:moveTo>
                  <a:pt x="113329" y="32831"/>
                </a:moveTo>
                <a:cubicBezTo>
                  <a:pt x="113354" y="32856"/>
                  <a:pt x="113354" y="32881"/>
                  <a:pt x="113379" y="32881"/>
                </a:cubicBezTo>
                <a:lnTo>
                  <a:pt x="113379" y="33006"/>
                </a:lnTo>
                <a:cubicBezTo>
                  <a:pt x="113354" y="32981"/>
                  <a:pt x="113354" y="32956"/>
                  <a:pt x="113329" y="32931"/>
                </a:cubicBezTo>
                <a:lnTo>
                  <a:pt x="113329" y="32831"/>
                </a:lnTo>
                <a:close/>
                <a:moveTo>
                  <a:pt x="69446" y="31363"/>
                </a:moveTo>
                <a:lnTo>
                  <a:pt x="69446" y="31363"/>
                </a:lnTo>
                <a:cubicBezTo>
                  <a:pt x="70218" y="31711"/>
                  <a:pt x="70940" y="32135"/>
                  <a:pt x="71537" y="32682"/>
                </a:cubicBezTo>
                <a:cubicBezTo>
                  <a:pt x="71039" y="32931"/>
                  <a:pt x="70542" y="33205"/>
                  <a:pt x="70069" y="33479"/>
                </a:cubicBezTo>
                <a:cubicBezTo>
                  <a:pt x="69820" y="32807"/>
                  <a:pt x="69596" y="32085"/>
                  <a:pt x="69446" y="31363"/>
                </a:cubicBezTo>
                <a:close/>
                <a:moveTo>
                  <a:pt x="69148" y="31238"/>
                </a:moveTo>
                <a:cubicBezTo>
                  <a:pt x="69173" y="31238"/>
                  <a:pt x="69197" y="31263"/>
                  <a:pt x="69197" y="31263"/>
                </a:cubicBezTo>
                <a:cubicBezTo>
                  <a:pt x="69397" y="32060"/>
                  <a:pt x="69646" y="32831"/>
                  <a:pt x="69894" y="33578"/>
                </a:cubicBezTo>
                <a:cubicBezTo>
                  <a:pt x="69870" y="33578"/>
                  <a:pt x="69870" y="33603"/>
                  <a:pt x="69820" y="33603"/>
                </a:cubicBezTo>
                <a:cubicBezTo>
                  <a:pt x="69546" y="32831"/>
                  <a:pt x="69322" y="32060"/>
                  <a:pt x="69148" y="31238"/>
                </a:cubicBezTo>
                <a:close/>
                <a:moveTo>
                  <a:pt x="71662" y="32831"/>
                </a:moveTo>
                <a:cubicBezTo>
                  <a:pt x="71687" y="32831"/>
                  <a:pt x="71687" y="32856"/>
                  <a:pt x="71736" y="32881"/>
                </a:cubicBezTo>
                <a:cubicBezTo>
                  <a:pt x="71189" y="33180"/>
                  <a:pt x="70691" y="33454"/>
                  <a:pt x="70168" y="33752"/>
                </a:cubicBezTo>
                <a:cubicBezTo>
                  <a:pt x="70143" y="33703"/>
                  <a:pt x="70143" y="33678"/>
                  <a:pt x="70143" y="33678"/>
                </a:cubicBezTo>
                <a:cubicBezTo>
                  <a:pt x="70641" y="33379"/>
                  <a:pt x="71164" y="33105"/>
                  <a:pt x="71662" y="32831"/>
                </a:cubicBezTo>
                <a:close/>
                <a:moveTo>
                  <a:pt x="69944" y="33752"/>
                </a:moveTo>
                <a:cubicBezTo>
                  <a:pt x="69944" y="33802"/>
                  <a:pt x="69944" y="33802"/>
                  <a:pt x="69994" y="33827"/>
                </a:cubicBezTo>
                <a:cubicBezTo>
                  <a:pt x="69944" y="33827"/>
                  <a:pt x="69944" y="33852"/>
                  <a:pt x="69919" y="33852"/>
                </a:cubicBezTo>
                <a:cubicBezTo>
                  <a:pt x="69919" y="33827"/>
                  <a:pt x="69894" y="33827"/>
                  <a:pt x="69894" y="33802"/>
                </a:cubicBezTo>
                <a:cubicBezTo>
                  <a:pt x="69919" y="33752"/>
                  <a:pt x="69944" y="33752"/>
                  <a:pt x="69944" y="33752"/>
                </a:cubicBezTo>
                <a:close/>
                <a:moveTo>
                  <a:pt x="117188" y="30168"/>
                </a:moveTo>
                <a:cubicBezTo>
                  <a:pt x="117188" y="30243"/>
                  <a:pt x="117212" y="30293"/>
                  <a:pt x="117212" y="30342"/>
                </a:cubicBezTo>
                <a:cubicBezTo>
                  <a:pt x="117212" y="30367"/>
                  <a:pt x="117237" y="30392"/>
                  <a:pt x="117237" y="30467"/>
                </a:cubicBezTo>
                <a:lnTo>
                  <a:pt x="117237" y="31338"/>
                </a:lnTo>
                <a:lnTo>
                  <a:pt x="117237" y="31711"/>
                </a:lnTo>
                <a:lnTo>
                  <a:pt x="117237" y="31761"/>
                </a:lnTo>
                <a:cubicBezTo>
                  <a:pt x="117237" y="31886"/>
                  <a:pt x="117212" y="32010"/>
                  <a:pt x="117212" y="32159"/>
                </a:cubicBezTo>
                <a:cubicBezTo>
                  <a:pt x="117212" y="32309"/>
                  <a:pt x="117188" y="32408"/>
                  <a:pt x="117188" y="32583"/>
                </a:cubicBezTo>
                <a:cubicBezTo>
                  <a:pt x="117163" y="32757"/>
                  <a:pt x="117163" y="32906"/>
                  <a:pt x="117113" y="33105"/>
                </a:cubicBezTo>
                <a:lnTo>
                  <a:pt x="117113" y="33230"/>
                </a:lnTo>
                <a:cubicBezTo>
                  <a:pt x="117113" y="33304"/>
                  <a:pt x="117088" y="33354"/>
                  <a:pt x="117088" y="33404"/>
                </a:cubicBezTo>
                <a:cubicBezTo>
                  <a:pt x="117050" y="33632"/>
                  <a:pt x="117007" y="33860"/>
                  <a:pt x="116958" y="34087"/>
                </a:cubicBezTo>
                <a:lnTo>
                  <a:pt x="116958" y="34087"/>
                </a:lnTo>
                <a:lnTo>
                  <a:pt x="117038" y="33628"/>
                </a:lnTo>
                <a:cubicBezTo>
                  <a:pt x="117063" y="33504"/>
                  <a:pt x="117063" y="33379"/>
                  <a:pt x="117088" y="33255"/>
                </a:cubicBezTo>
                <a:lnTo>
                  <a:pt x="117088" y="33230"/>
                </a:lnTo>
                <a:lnTo>
                  <a:pt x="117088" y="33205"/>
                </a:lnTo>
                <a:cubicBezTo>
                  <a:pt x="117113" y="33056"/>
                  <a:pt x="117113" y="32856"/>
                  <a:pt x="117163" y="32707"/>
                </a:cubicBezTo>
                <a:cubicBezTo>
                  <a:pt x="117163" y="32583"/>
                  <a:pt x="117188" y="32458"/>
                  <a:pt x="117188" y="32334"/>
                </a:cubicBezTo>
                <a:lnTo>
                  <a:pt x="117188" y="32259"/>
                </a:lnTo>
                <a:lnTo>
                  <a:pt x="117188" y="32110"/>
                </a:lnTo>
                <a:cubicBezTo>
                  <a:pt x="117188" y="31985"/>
                  <a:pt x="117212" y="31861"/>
                  <a:pt x="117212" y="31761"/>
                </a:cubicBezTo>
                <a:lnTo>
                  <a:pt x="117212" y="31587"/>
                </a:lnTo>
                <a:cubicBezTo>
                  <a:pt x="117188" y="31512"/>
                  <a:pt x="117188" y="31512"/>
                  <a:pt x="117188" y="31487"/>
                </a:cubicBezTo>
                <a:lnTo>
                  <a:pt x="117188" y="31064"/>
                </a:lnTo>
                <a:lnTo>
                  <a:pt x="117188" y="30840"/>
                </a:lnTo>
                <a:lnTo>
                  <a:pt x="117188" y="30716"/>
                </a:lnTo>
                <a:lnTo>
                  <a:pt x="117188" y="30243"/>
                </a:lnTo>
                <a:lnTo>
                  <a:pt x="117188" y="30168"/>
                </a:lnTo>
                <a:close/>
                <a:moveTo>
                  <a:pt x="86198" y="27032"/>
                </a:moveTo>
                <a:lnTo>
                  <a:pt x="86198" y="27032"/>
                </a:lnTo>
                <a:cubicBezTo>
                  <a:pt x="86347" y="29621"/>
                  <a:pt x="86173" y="32135"/>
                  <a:pt x="85675" y="34474"/>
                </a:cubicBezTo>
                <a:lnTo>
                  <a:pt x="85601" y="34474"/>
                </a:lnTo>
                <a:cubicBezTo>
                  <a:pt x="86123" y="32135"/>
                  <a:pt x="86298" y="29645"/>
                  <a:pt x="86123" y="27082"/>
                </a:cubicBezTo>
                <a:cubicBezTo>
                  <a:pt x="86173" y="27082"/>
                  <a:pt x="86173" y="27082"/>
                  <a:pt x="86198" y="27032"/>
                </a:cubicBezTo>
                <a:close/>
                <a:moveTo>
                  <a:pt x="85601" y="34624"/>
                </a:moveTo>
                <a:lnTo>
                  <a:pt x="85601" y="34698"/>
                </a:lnTo>
                <a:lnTo>
                  <a:pt x="85551" y="34698"/>
                </a:lnTo>
                <a:lnTo>
                  <a:pt x="85551" y="34624"/>
                </a:lnTo>
                <a:close/>
                <a:moveTo>
                  <a:pt x="93192" y="25663"/>
                </a:moveTo>
                <a:lnTo>
                  <a:pt x="93192" y="25663"/>
                </a:lnTo>
                <a:cubicBezTo>
                  <a:pt x="92769" y="28575"/>
                  <a:pt x="91973" y="31612"/>
                  <a:pt x="90853" y="34698"/>
                </a:cubicBezTo>
                <a:cubicBezTo>
                  <a:pt x="89535" y="34524"/>
                  <a:pt x="88232" y="34425"/>
                  <a:pt x="86956" y="34425"/>
                </a:cubicBezTo>
                <a:cubicBezTo>
                  <a:pt x="86593" y="34425"/>
                  <a:pt x="86233" y="34433"/>
                  <a:pt x="85875" y="34449"/>
                </a:cubicBezTo>
                <a:cubicBezTo>
                  <a:pt x="86347" y="32110"/>
                  <a:pt x="86547" y="29596"/>
                  <a:pt x="86372" y="27007"/>
                </a:cubicBezTo>
                <a:cubicBezTo>
                  <a:pt x="88737" y="26360"/>
                  <a:pt x="91027" y="25912"/>
                  <a:pt x="93192" y="25663"/>
                </a:cubicBezTo>
                <a:close/>
                <a:moveTo>
                  <a:pt x="93441" y="25638"/>
                </a:moveTo>
                <a:cubicBezTo>
                  <a:pt x="93018" y="28575"/>
                  <a:pt x="92197" y="31612"/>
                  <a:pt x="91077" y="34748"/>
                </a:cubicBezTo>
                <a:lnTo>
                  <a:pt x="91027" y="34748"/>
                </a:lnTo>
                <a:cubicBezTo>
                  <a:pt x="92147" y="31637"/>
                  <a:pt x="92944" y="28600"/>
                  <a:pt x="93392" y="25663"/>
                </a:cubicBezTo>
                <a:cubicBezTo>
                  <a:pt x="93392" y="25638"/>
                  <a:pt x="93417" y="25638"/>
                  <a:pt x="93441" y="25638"/>
                </a:cubicBezTo>
                <a:close/>
                <a:moveTo>
                  <a:pt x="73802" y="31960"/>
                </a:moveTo>
                <a:lnTo>
                  <a:pt x="73802" y="32060"/>
                </a:lnTo>
                <a:lnTo>
                  <a:pt x="73802" y="32085"/>
                </a:lnTo>
                <a:cubicBezTo>
                  <a:pt x="73753" y="32458"/>
                  <a:pt x="73703" y="32856"/>
                  <a:pt x="73678" y="33230"/>
                </a:cubicBezTo>
                <a:cubicBezTo>
                  <a:pt x="73653" y="33479"/>
                  <a:pt x="73653" y="33703"/>
                  <a:pt x="73653" y="33952"/>
                </a:cubicBezTo>
                <a:lnTo>
                  <a:pt x="73653" y="33976"/>
                </a:lnTo>
                <a:lnTo>
                  <a:pt x="73653" y="34026"/>
                </a:lnTo>
                <a:cubicBezTo>
                  <a:pt x="73653" y="34325"/>
                  <a:pt x="73628" y="34599"/>
                  <a:pt x="73653" y="34848"/>
                </a:cubicBezTo>
                <a:cubicBezTo>
                  <a:pt x="73304" y="34076"/>
                  <a:pt x="72832" y="33404"/>
                  <a:pt x="72284" y="32831"/>
                </a:cubicBezTo>
                <a:lnTo>
                  <a:pt x="72284" y="32757"/>
                </a:lnTo>
                <a:cubicBezTo>
                  <a:pt x="72782" y="32483"/>
                  <a:pt x="73280" y="32209"/>
                  <a:pt x="73802" y="31960"/>
                </a:cubicBezTo>
                <a:close/>
                <a:moveTo>
                  <a:pt x="86708" y="34609"/>
                </a:moveTo>
                <a:cubicBezTo>
                  <a:pt x="88023" y="34609"/>
                  <a:pt x="89368" y="34692"/>
                  <a:pt x="90728" y="34873"/>
                </a:cubicBezTo>
                <a:cubicBezTo>
                  <a:pt x="90778" y="34922"/>
                  <a:pt x="90778" y="34922"/>
                  <a:pt x="90728" y="34947"/>
                </a:cubicBezTo>
                <a:cubicBezTo>
                  <a:pt x="89434" y="34748"/>
                  <a:pt x="88090" y="34649"/>
                  <a:pt x="86820" y="34649"/>
                </a:cubicBezTo>
                <a:cubicBezTo>
                  <a:pt x="86472" y="34649"/>
                  <a:pt x="86099" y="34698"/>
                  <a:pt x="85750" y="34698"/>
                </a:cubicBezTo>
                <a:lnTo>
                  <a:pt x="85750" y="34624"/>
                </a:lnTo>
                <a:cubicBezTo>
                  <a:pt x="86067" y="34614"/>
                  <a:pt x="86387" y="34609"/>
                  <a:pt x="86708" y="34609"/>
                </a:cubicBezTo>
                <a:close/>
                <a:moveTo>
                  <a:pt x="91027" y="34922"/>
                </a:moveTo>
                <a:cubicBezTo>
                  <a:pt x="91027" y="34947"/>
                  <a:pt x="91027" y="34947"/>
                  <a:pt x="90977" y="34972"/>
                </a:cubicBezTo>
                <a:lnTo>
                  <a:pt x="90927" y="34972"/>
                </a:lnTo>
                <a:cubicBezTo>
                  <a:pt x="90927" y="34947"/>
                  <a:pt x="90927" y="34947"/>
                  <a:pt x="90952" y="34922"/>
                </a:cubicBezTo>
                <a:close/>
                <a:moveTo>
                  <a:pt x="85949" y="27107"/>
                </a:moveTo>
                <a:lnTo>
                  <a:pt x="85949" y="27107"/>
                </a:lnTo>
                <a:cubicBezTo>
                  <a:pt x="86099" y="29645"/>
                  <a:pt x="85899" y="32135"/>
                  <a:pt x="85377" y="34474"/>
                </a:cubicBezTo>
                <a:cubicBezTo>
                  <a:pt x="83933" y="34574"/>
                  <a:pt x="82514" y="34748"/>
                  <a:pt x="81195" y="35097"/>
                </a:cubicBezTo>
                <a:cubicBezTo>
                  <a:pt x="82066" y="32632"/>
                  <a:pt x="82639" y="30268"/>
                  <a:pt x="82987" y="28028"/>
                </a:cubicBezTo>
                <a:cubicBezTo>
                  <a:pt x="83983" y="27704"/>
                  <a:pt x="84978" y="27380"/>
                  <a:pt x="85949" y="27107"/>
                </a:cubicBezTo>
                <a:close/>
                <a:moveTo>
                  <a:pt x="82738" y="28102"/>
                </a:moveTo>
                <a:cubicBezTo>
                  <a:pt x="82738" y="28127"/>
                  <a:pt x="82763" y="28127"/>
                  <a:pt x="82763" y="28127"/>
                </a:cubicBezTo>
                <a:cubicBezTo>
                  <a:pt x="82464" y="30367"/>
                  <a:pt x="81817" y="32732"/>
                  <a:pt x="80971" y="35171"/>
                </a:cubicBezTo>
                <a:lnTo>
                  <a:pt x="80921" y="35171"/>
                </a:lnTo>
                <a:cubicBezTo>
                  <a:pt x="81270" y="34225"/>
                  <a:pt x="81543" y="33304"/>
                  <a:pt x="81817" y="32383"/>
                </a:cubicBezTo>
                <a:cubicBezTo>
                  <a:pt x="81867" y="32184"/>
                  <a:pt x="81917" y="31960"/>
                  <a:pt x="81991" y="31711"/>
                </a:cubicBezTo>
                <a:cubicBezTo>
                  <a:pt x="82066" y="31462"/>
                  <a:pt x="82116" y="31238"/>
                  <a:pt x="82191" y="30990"/>
                </a:cubicBezTo>
                <a:cubicBezTo>
                  <a:pt x="82191" y="30965"/>
                  <a:pt x="82191" y="30940"/>
                  <a:pt x="82216" y="30890"/>
                </a:cubicBezTo>
                <a:cubicBezTo>
                  <a:pt x="82216" y="30840"/>
                  <a:pt x="82240" y="30815"/>
                  <a:pt x="82240" y="30741"/>
                </a:cubicBezTo>
                <a:cubicBezTo>
                  <a:pt x="82240" y="30716"/>
                  <a:pt x="82265" y="30641"/>
                  <a:pt x="82265" y="30616"/>
                </a:cubicBezTo>
                <a:cubicBezTo>
                  <a:pt x="82365" y="30218"/>
                  <a:pt x="82464" y="29845"/>
                  <a:pt x="82514" y="29446"/>
                </a:cubicBezTo>
                <a:cubicBezTo>
                  <a:pt x="82514" y="29397"/>
                  <a:pt x="82564" y="29347"/>
                  <a:pt x="82564" y="29322"/>
                </a:cubicBezTo>
                <a:lnTo>
                  <a:pt x="82564" y="29247"/>
                </a:lnTo>
                <a:cubicBezTo>
                  <a:pt x="82614" y="28874"/>
                  <a:pt x="82688" y="28476"/>
                  <a:pt x="82738" y="28102"/>
                </a:cubicBezTo>
                <a:close/>
                <a:moveTo>
                  <a:pt x="85361" y="34699"/>
                </a:moveTo>
                <a:cubicBezTo>
                  <a:pt x="85352" y="34700"/>
                  <a:pt x="85352" y="34705"/>
                  <a:pt x="85352" y="34723"/>
                </a:cubicBezTo>
                <a:cubicBezTo>
                  <a:pt x="83858" y="34823"/>
                  <a:pt x="82464" y="35047"/>
                  <a:pt x="81120" y="35370"/>
                </a:cubicBezTo>
                <a:cubicBezTo>
                  <a:pt x="81120" y="35345"/>
                  <a:pt x="81145" y="35345"/>
                  <a:pt x="81145" y="35321"/>
                </a:cubicBezTo>
                <a:cubicBezTo>
                  <a:pt x="82485" y="34973"/>
                  <a:pt x="83874" y="34750"/>
                  <a:pt x="85361" y="34699"/>
                </a:cubicBezTo>
                <a:close/>
                <a:moveTo>
                  <a:pt x="117785" y="32906"/>
                </a:moveTo>
                <a:lnTo>
                  <a:pt x="117785" y="32906"/>
                </a:lnTo>
                <a:cubicBezTo>
                  <a:pt x="117835" y="33255"/>
                  <a:pt x="117860" y="33678"/>
                  <a:pt x="117909" y="34001"/>
                </a:cubicBezTo>
                <a:cubicBezTo>
                  <a:pt x="117909" y="34225"/>
                  <a:pt x="117934" y="34449"/>
                  <a:pt x="117934" y="34649"/>
                </a:cubicBezTo>
                <a:lnTo>
                  <a:pt x="117934" y="34698"/>
                </a:lnTo>
                <a:lnTo>
                  <a:pt x="117934" y="34873"/>
                </a:lnTo>
                <a:lnTo>
                  <a:pt x="117934" y="35395"/>
                </a:lnTo>
                <a:cubicBezTo>
                  <a:pt x="117909" y="34997"/>
                  <a:pt x="117909" y="34599"/>
                  <a:pt x="117860" y="34225"/>
                </a:cubicBezTo>
                <a:cubicBezTo>
                  <a:pt x="117860" y="33976"/>
                  <a:pt x="117835" y="33728"/>
                  <a:pt x="117835" y="33479"/>
                </a:cubicBezTo>
                <a:cubicBezTo>
                  <a:pt x="117835" y="33354"/>
                  <a:pt x="117810" y="33155"/>
                  <a:pt x="117785" y="32906"/>
                </a:cubicBezTo>
                <a:close/>
                <a:moveTo>
                  <a:pt x="39253" y="15756"/>
                </a:moveTo>
                <a:cubicBezTo>
                  <a:pt x="39253" y="15781"/>
                  <a:pt x="39253" y="15781"/>
                  <a:pt x="39204" y="15806"/>
                </a:cubicBezTo>
                <a:lnTo>
                  <a:pt x="39204" y="15831"/>
                </a:lnTo>
                <a:cubicBezTo>
                  <a:pt x="38905" y="16055"/>
                  <a:pt x="38631" y="16304"/>
                  <a:pt x="38308" y="16528"/>
                </a:cubicBezTo>
                <a:cubicBezTo>
                  <a:pt x="37860" y="16827"/>
                  <a:pt x="37436" y="17175"/>
                  <a:pt x="37038" y="17499"/>
                </a:cubicBezTo>
                <a:cubicBezTo>
                  <a:pt x="36764" y="17698"/>
                  <a:pt x="36466" y="17922"/>
                  <a:pt x="36217" y="18121"/>
                </a:cubicBezTo>
                <a:cubicBezTo>
                  <a:pt x="35072" y="18992"/>
                  <a:pt x="33578" y="20262"/>
                  <a:pt x="32682" y="21008"/>
                </a:cubicBezTo>
                <a:cubicBezTo>
                  <a:pt x="30094" y="23124"/>
                  <a:pt x="26858" y="26210"/>
                  <a:pt x="25937" y="27206"/>
                </a:cubicBezTo>
                <a:cubicBezTo>
                  <a:pt x="25638" y="27505"/>
                  <a:pt x="25314" y="27828"/>
                  <a:pt x="24966" y="28152"/>
                </a:cubicBezTo>
                <a:lnTo>
                  <a:pt x="24941" y="28202"/>
                </a:lnTo>
                <a:cubicBezTo>
                  <a:pt x="24767" y="28351"/>
                  <a:pt x="24617" y="28500"/>
                  <a:pt x="24468" y="28675"/>
                </a:cubicBezTo>
                <a:cubicBezTo>
                  <a:pt x="23871" y="29272"/>
                  <a:pt x="23323" y="29869"/>
                  <a:pt x="22850" y="30392"/>
                </a:cubicBezTo>
                <a:cubicBezTo>
                  <a:pt x="22601" y="30691"/>
                  <a:pt x="22377" y="30915"/>
                  <a:pt x="22203" y="31139"/>
                </a:cubicBezTo>
                <a:cubicBezTo>
                  <a:pt x="22029" y="31313"/>
                  <a:pt x="21904" y="31462"/>
                  <a:pt x="21780" y="31587"/>
                </a:cubicBezTo>
                <a:cubicBezTo>
                  <a:pt x="21382" y="32060"/>
                  <a:pt x="21008" y="32458"/>
                  <a:pt x="20710" y="32831"/>
                </a:cubicBezTo>
                <a:cubicBezTo>
                  <a:pt x="19639" y="34051"/>
                  <a:pt x="19092" y="34698"/>
                  <a:pt x="18519" y="35420"/>
                </a:cubicBezTo>
                <a:lnTo>
                  <a:pt x="18494" y="35420"/>
                </a:lnTo>
                <a:cubicBezTo>
                  <a:pt x="18619" y="35246"/>
                  <a:pt x="18743" y="35072"/>
                  <a:pt x="18893" y="34873"/>
                </a:cubicBezTo>
                <a:cubicBezTo>
                  <a:pt x="19415" y="34225"/>
                  <a:pt x="19988" y="33553"/>
                  <a:pt x="20535" y="32881"/>
                </a:cubicBezTo>
                <a:cubicBezTo>
                  <a:pt x="21033" y="32334"/>
                  <a:pt x="21606" y="31711"/>
                  <a:pt x="22128" y="31114"/>
                </a:cubicBezTo>
                <a:cubicBezTo>
                  <a:pt x="22875" y="30317"/>
                  <a:pt x="23622" y="29471"/>
                  <a:pt x="24369" y="28700"/>
                </a:cubicBezTo>
                <a:cubicBezTo>
                  <a:pt x="24692" y="28351"/>
                  <a:pt x="24966" y="28028"/>
                  <a:pt x="25265" y="27729"/>
                </a:cubicBezTo>
                <a:cubicBezTo>
                  <a:pt x="27629" y="25290"/>
                  <a:pt x="30168" y="22925"/>
                  <a:pt x="32807" y="20734"/>
                </a:cubicBezTo>
                <a:cubicBezTo>
                  <a:pt x="33703" y="19938"/>
                  <a:pt x="34649" y="19191"/>
                  <a:pt x="35570" y="18494"/>
                </a:cubicBezTo>
                <a:cubicBezTo>
                  <a:pt x="36042" y="18121"/>
                  <a:pt x="36515" y="17748"/>
                  <a:pt x="37013" y="17399"/>
                </a:cubicBezTo>
                <a:cubicBezTo>
                  <a:pt x="37436" y="17075"/>
                  <a:pt x="37884" y="16752"/>
                  <a:pt x="38308" y="16428"/>
                </a:cubicBezTo>
                <a:cubicBezTo>
                  <a:pt x="38557" y="16254"/>
                  <a:pt x="38781" y="16080"/>
                  <a:pt x="39029" y="15906"/>
                </a:cubicBezTo>
                <a:cubicBezTo>
                  <a:pt x="39079" y="15831"/>
                  <a:pt x="39154" y="15806"/>
                  <a:pt x="39253" y="15756"/>
                </a:cubicBezTo>
                <a:close/>
                <a:moveTo>
                  <a:pt x="91201" y="34947"/>
                </a:moveTo>
                <a:cubicBezTo>
                  <a:pt x="92296" y="35097"/>
                  <a:pt x="93417" y="35321"/>
                  <a:pt x="94512" y="35569"/>
                </a:cubicBezTo>
                <a:lnTo>
                  <a:pt x="94163" y="35569"/>
                </a:lnTo>
                <a:cubicBezTo>
                  <a:pt x="93168" y="35321"/>
                  <a:pt x="92172" y="35121"/>
                  <a:pt x="91176" y="34997"/>
                </a:cubicBezTo>
                <a:cubicBezTo>
                  <a:pt x="91176" y="34972"/>
                  <a:pt x="91176" y="34972"/>
                  <a:pt x="91201" y="34947"/>
                </a:cubicBezTo>
                <a:close/>
                <a:moveTo>
                  <a:pt x="72350" y="33225"/>
                </a:moveTo>
                <a:cubicBezTo>
                  <a:pt x="72903" y="33836"/>
                  <a:pt x="73337" y="34519"/>
                  <a:pt x="73653" y="35345"/>
                </a:cubicBezTo>
                <a:lnTo>
                  <a:pt x="73653" y="35495"/>
                </a:lnTo>
                <a:lnTo>
                  <a:pt x="73653" y="35594"/>
                </a:lnTo>
                <a:cubicBezTo>
                  <a:pt x="73329" y="34723"/>
                  <a:pt x="72881" y="33976"/>
                  <a:pt x="72359" y="33304"/>
                </a:cubicBezTo>
                <a:cubicBezTo>
                  <a:pt x="72359" y="33276"/>
                  <a:pt x="72359" y="33248"/>
                  <a:pt x="72350" y="33225"/>
                </a:cubicBezTo>
                <a:close/>
                <a:moveTo>
                  <a:pt x="51002" y="23024"/>
                </a:moveTo>
                <a:cubicBezTo>
                  <a:pt x="51151" y="23248"/>
                  <a:pt x="51326" y="23423"/>
                  <a:pt x="51475" y="23622"/>
                </a:cubicBezTo>
                <a:cubicBezTo>
                  <a:pt x="51649" y="23846"/>
                  <a:pt x="51848" y="24020"/>
                  <a:pt x="52023" y="24244"/>
                </a:cubicBezTo>
                <a:cubicBezTo>
                  <a:pt x="52197" y="24418"/>
                  <a:pt x="52371" y="24642"/>
                  <a:pt x="52520" y="24841"/>
                </a:cubicBezTo>
                <a:cubicBezTo>
                  <a:pt x="52819" y="25165"/>
                  <a:pt x="53093" y="25489"/>
                  <a:pt x="53367" y="25837"/>
                </a:cubicBezTo>
                <a:lnTo>
                  <a:pt x="53392" y="25862"/>
                </a:lnTo>
                <a:cubicBezTo>
                  <a:pt x="54337" y="27032"/>
                  <a:pt x="55258" y="28227"/>
                  <a:pt x="56179" y="29471"/>
                </a:cubicBezTo>
                <a:cubicBezTo>
                  <a:pt x="53416" y="31438"/>
                  <a:pt x="50778" y="33479"/>
                  <a:pt x="48264" y="35669"/>
                </a:cubicBezTo>
                <a:cubicBezTo>
                  <a:pt x="46372" y="32981"/>
                  <a:pt x="44655" y="30218"/>
                  <a:pt x="43261" y="27629"/>
                </a:cubicBezTo>
                <a:cubicBezTo>
                  <a:pt x="45850" y="25787"/>
                  <a:pt x="48438" y="24269"/>
                  <a:pt x="51002" y="23024"/>
                </a:cubicBezTo>
                <a:close/>
                <a:moveTo>
                  <a:pt x="91102" y="35196"/>
                </a:moveTo>
                <a:cubicBezTo>
                  <a:pt x="91823" y="35296"/>
                  <a:pt x="92545" y="35420"/>
                  <a:pt x="93267" y="35569"/>
                </a:cubicBezTo>
                <a:lnTo>
                  <a:pt x="93217" y="35569"/>
                </a:lnTo>
                <a:cubicBezTo>
                  <a:pt x="92844" y="35569"/>
                  <a:pt x="92446" y="35569"/>
                  <a:pt x="92048" y="35594"/>
                </a:cubicBezTo>
                <a:lnTo>
                  <a:pt x="91699" y="35594"/>
                </a:lnTo>
                <a:cubicBezTo>
                  <a:pt x="91550" y="35594"/>
                  <a:pt x="91425" y="35619"/>
                  <a:pt x="91251" y="35619"/>
                </a:cubicBezTo>
                <a:cubicBezTo>
                  <a:pt x="91151" y="35619"/>
                  <a:pt x="91002" y="35669"/>
                  <a:pt x="90927" y="35669"/>
                </a:cubicBezTo>
                <a:cubicBezTo>
                  <a:pt x="90977" y="35545"/>
                  <a:pt x="91052" y="35345"/>
                  <a:pt x="91102" y="35196"/>
                </a:cubicBezTo>
                <a:close/>
                <a:moveTo>
                  <a:pt x="39054" y="16155"/>
                </a:moveTo>
                <a:cubicBezTo>
                  <a:pt x="39054" y="16204"/>
                  <a:pt x="39029" y="16279"/>
                  <a:pt x="39029" y="16304"/>
                </a:cubicBezTo>
                <a:cubicBezTo>
                  <a:pt x="39029" y="16379"/>
                  <a:pt x="39005" y="16453"/>
                  <a:pt x="39005" y="16528"/>
                </a:cubicBezTo>
                <a:cubicBezTo>
                  <a:pt x="39005" y="16627"/>
                  <a:pt x="39005" y="16677"/>
                  <a:pt x="38955" y="16777"/>
                </a:cubicBezTo>
                <a:cubicBezTo>
                  <a:pt x="38955" y="16876"/>
                  <a:pt x="38955" y="16926"/>
                  <a:pt x="38930" y="17026"/>
                </a:cubicBezTo>
                <a:cubicBezTo>
                  <a:pt x="38955" y="17150"/>
                  <a:pt x="38955" y="17250"/>
                  <a:pt x="38955" y="17324"/>
                </a:cubicBezTo>
                <a:lnTo>
                  <a:pt x="38955" y="17623"/>
                </a:lnTo>
                <a:cubicBezTo>
                  <a:pt x="38955" y="17698"/>
                  <a:pt x="39005" y="17822"/>
                  <a:pt x="39005" y="17922"/>
                </a:cubicBezTo>
                <a:cubicBezTo>
                  <a:pt x="39005" y="18021"/>
                  <a:pt x="39029" y="18121"/>
                  <a:pt x="39029" y="18245"/>
                </a:cubicBezTo>
                <a:cubicBezTo>
                  <a:pt x="39029" y="18320"/>
                  <a:pt x="39054" y="18445"/>
                  <a:pt x="39079" y="18544"/>
                </a:cubicBezTo>
                <a:cubicBezTo>
                  <a:pt x="39079" y="18619"/>
                  <a:pt x="39104" y="18693"/>
                  <a:pt x="39104" y="18768"/>
                </a:cubicBezTo>
                <a:cubicBezTo>
                  <a:pt x="32558" y="23896"/>
                  <a:pt x="26534" y="29645"/>
                  <a:pt x="21357" y="35694"/>
                </a:cubicBezTo>
                <a:cubicBezTo>
                  <a:pt x="20527" y="35443"/>
                  <a:pt x="19832" y="35312"/>
                  <a:pt x="19272" y="35312"/>
                </a:cubicBezTo>
                <a:cubicBezTo>
                  <a:pt x="19109" y="35312"/>
                  <a:pt x="18958" y="35323"/>
                  <a:pt x="18818" y="35345"/>
                </a:cubicBezTo>
                <a:cubicBezTo>
                  <a:pt x="19440" y="34599"/>
                  <a:pt x="20038" y="33852"/>
                  <a:pt x="20685" y="33105"/>
                </a:cubicBezTo>
                <a:cubicBezTo>
                  <a:pt x="21158" y="32558"/>
                  <a:pt x="21655" y="32010"/>
                  <a:pt x="22128" y="31462"/>
                </a:cubicBezTo>
                <a:cubicBezTo>
                  <a:pt x="26584" y="26484"/>
                  <a:pt x="31612" y="21780"/>
                  <a:pt x="37138" y="17573"/>
                </a:cubicBezTo>
                <a:cubicBezTo>
                  <a:pt x="37511" y="17300"/>
                  <a:pt x="37909" y="17001"/>
                  <a:pt x="38283" y="16702"/>
                </a:cubicBezTo>
                <a:cubicBezTo>
                  <a:pt x="38532" y="16528"/>
                  <a:pt x="38781" y="16329"/>
                  <a:pt x="39054" y="16155"/>
                </a:cubicBezTo>
                <a:close/>
                <a:moveTo>
                  <a:pt x="90952" y="35171"/>
                </a:moveTo>
                <a:cubicBezTo>
                  <a:pt x="90853" y="35345"/>
                  <a:pt x="90803" y="35545"/>
                  <a:pt x="90728" y="35719"/>
                </a:cubicBezTo>
                <a:lnTo>
                  <a:pt x="90678" y="35719"/>
                </a:lnTo>
                <a:cubicBezTo>
                  <a:pt x="90728" y="35545"/>
                  <a:pt x="90803" y="35345"/>
                  <a:pt x="90903" y="35171"/>
                </a:cubicBezTo>
                <a:close/>
                <a:moveTo>
                  <a:pt x="39179" y="18942"/>
                </a:moveTo>
                <a:cubicBezTo>
                  <a:pt x="39179" y="18992"/>
                  <a:pt x="39179" y="19017"/>
                  <a:pt x="39204" y="19017"/>
                </a:cubicBezTo>
                <a:cubicBezTo>
                  <a:pt x="32682" y="24120"/>
                  <a:pt x="26758" y="29770"/>
                  <a:pt x="21606" y="35794"/>
                </a:cubicBezTo>
                <a:cubicBezTo>
                  <a:pt x="21581" y="35794"/>
                  <a:pt x="21581" y="35794"/>
                  <a:pt x="21531" y="35744"/>
                </a:cubicBezTo>
                <a:cubicBezTo>
                  <a:pt x="26708" y="29745"/>
                  <a:pt x="32657" y="24045"/>
                  <a:pt x="39179" y="18942"/>
                </a:cubicBezTo>
                <a:close/>
                <a:moveTo>
                  <a:pt x="43037" y="27754"/>
                </a:moveTo>
                <a:cubicBezTo>
                  <a:pt x="44481" y="30367"/>
                  <a:pt x="46223" y="33105"/>
                  <a:pt x="48090" y="35818"/>
                </a:cubicBezTo>
                <a:lnTo>
                  <a:pt x="48040" y="35843"/>
                </a:lnTo>
                <a:cubicBezTo>
                  <a:pt x="46148" y="33130"/>
                  <a:pt x="44431" y="30392"/>
                  <a:pt x="43012" y="27779"/>
                </a:cubicBezTo>
                <a:lnTo>
                  <a:pt x="43037" y="27754"/>
                </a:lnTo>
                <a:close/>
                <a:moveTo>
                  <a:pt x="95333" y="35794"/>
                </a:moveTo>
                <a:cubicBezTo>
                  <a:pt x="95408" y="35794"/>
                  <a:pt x="95433" y="35818"/>
                  <a:pt x="95507" y="35818"/>
                </a:cubicBezTo>
                <a:lnTo>
                  <a:pt x="95532" y="35818"/>
                </a:lnTo>
                <a:cubicBezTo>
                  <a:pt x="95582" y="35843"/>
                  <a:pt x="95657" y="35843"/>
                  <a:pt x="95707" y="35868"/>
                </a:cubicBezTo>
                <a:lnTo>
                  <a:pt x="95682" y="35868"/>
                </a:lnTo>
                <a:cubicBezTo>
                  <a:pt x="95582" y="35868"/>
                  <a:pt x="95532" y="35843"/>
                  <a:pt x="95433" y="35843"/>
                </a:cubicBezTo>
                <a:lnTo>
                  <a:pt x="95383" y="35843"/>
                </a:lnTo>
                <a:cubicBezTo>
                  <a:pt x="95333" y="35843"/>
                  <a:pt x="95283" y="35818"/>
                  <a:pt x="95258" y="35818"/>
                </a:cubicBezTo>
                <a:lnTo>
                  <a:pt x="95209" y="35818"/>
                </a:lnTo>
                <a:cubicBezTo>
                  <a:pt x="95159" y="35818"/>
                  <a:pt x="95134" y="35818"/>
                  <a:pt x="95084" y="35794"/>
                </a:cubicBezTo>
                <a:close/>
                <a:moveTo>
                  <a:pt x="56254" y="29645"/>
                </a:moveTo>
                <a:cubicBezTo>
                  <a:pt x="56254" y="29670"/>
                  <a:pt x="56304" y="29670"/>
                  <a:pt x="56304" y="29720"/>
                </a:cubicBezTo>
                <a:cubicBezTo>
                  <a:pt x="53566" y="31687"/>
                  <a:pt x="50902" y="33728"/>
                  <a:pt x="48388" y="35893"/>
                </a:cubicBezTo>
                <a:cubicBezTo>
                  <a:pt x="48364" y="35868"/>
                  <a:pt x="48364" y="35843"/>
                  <a:pt x="48364" y="35843"/>
                </a:cubicBezTo>
                <a:cubicBezTo>
                  <a:pt x="50902" y="33703"/>
                  <a:pt x="53566" y="31612"/>
                  <a:pt x="56254" y="29645"/>
                </a:cubicBezTo>
                <a:close/>
                <a:moveTo>
                  <a:pt x="19266" y="35495"/>
                </a:moveTo>
                <a:cubicBezTo>
                  <a:pt x="19789" y="35495"/>
                  <a:pt x="20461" y="35619"/>
                  <a:pt x="21183" y="35843"/>
                </a:cubicBezTo>
                <a:lnTo>
                  <a:pt x="21133" y="35918"/>
                </a:lnTo>
                <a:cubicBezTo>
                  <a:pt x="20404" y="35696"/>
                  <a:pt x="19786" y="35585"/>
                  <a:pt x="19286" y="35585"/>
                </a:cubicBezTo>
                <a:cubicBezTo>
                  <a:pt x="19000" y="35585"/>
                  <a:pt x="18752" y="35622"/>
                  <a:pt x="18544" y="35694"/>
                </a:cubicBezTo>
                <a:lnTo>
                  <a:pt x="18644" y="35594"/>
                </a:lnTo>
                <a:cubicBezTo>
                  <a:pt x="18818" y="35545"/>
                  <a:pt x="19042" y="35495"/>
                  <a:pt x="19266" y="35495"/>
                </a:cubicBezTo>
                <a:close/>
                <a:moveTo>
                  <a:pt x="93641" y="35744"/>
                </a:moveTo>
                <a:cubicBezTo>
                  <a:pt x="93815" y="35744"/>
                  <a:pt x="94014" y="35794"/>
                  <a:pt x="94213" y="35794"/>
                </a:cubicBezTo>
                <a:cubicBezTo>
                  <a:pt x="94263" y="35794"/>
                  <a:pt x="94313" y="35818"/>
                  <a:pt x="94337" y="35818"/>
                </a:cubicBezTo>
                <a:lnTo>
                  <a:pt x="94387" y="35818"/>
                </a:lnTo>
                <a:cubicBezTo>
                  <a:pt x="94412" y="35818"/>
                  <a:pt x="94437" y="35843"/>
                  <a:pt x="94462" y="35843"/>
                </a:cubicBezTo>
                <a:cubicBezTo>
                  <a:pt x="94188" y="35843"/>
                  <a:pt x="93914" y="35818"/>
                  <a:pt x="93591" y="35818"/>
                </a:cubicBezTo>
                <a:cubicBezTo>
                  <a:pt x="92968" y="35818"/>
                  <a:pt x="92346" y="35843"/>
                  <a:pt x="91699" y="35868"/>
                </a:cubicBezTo>
                <a:cubicBezTo>
                  <a:pt x="91550" y="35868"/>
                  <a:pt x="91425" y="35893"/>
                  <a:pt x="91276" y="35893"/>
                </a:cubicBezTo>
                <a:cubicBezTo>
                  <a:pt x="91102" y="35893"/>
                  <a:pt x="90952" y="35943"/>
                  <a:pt x="90803" y="35943"/>
                </a:cubicBezTo>
                <a:lnTo>
                  <a:pt x="90803" y="35893"/>
                </a:lnTo>
                <a:lnTo>
                  <a:pt x="90803" y="35868"/>
                </a:lnTo>
                <a:cubicBezTo>
                  <a:pt x="90927" y="35868"/>
                  <a:pt x="91077" y="35843"/>
                  <a:pt x="91201" y="35818"/>
                </a:cubicBezTo>
                <a:cubicBezTo>
                  <a:pt x="91351" y="35818"/>
                  <a:pt x="91525" y="35794"/>
                  <a:pt x="91674" y="35794"/>
                </a:cubicBezTo>
                <a:cubicBezTo>
                  <a:pt x="92346" y="35794"/>
                  <a:pt x="92968" y="35744"/>
                  <a:pt x="93591" y="35744"/>
                </a:cubicBezTo>
                <a:close/>
                <a:moveTo>
                  <a:pt x="39253" y="19266"/>
                </a:moveTo>
                <a:cubicBezTo>
                  <a:pt x="39278" y="19341"/>
                  <a:pt x="39278" y="19465"/>
                  <a:pt x="39303" y="19565"/>
                </a:cubicBezTo>
                <a:cubicBezTo>
                  <a:pt x="38706" y="19988"/>
                  <a:pt x="38158" y="20411"/>
                  <a:pt x="37561" y="20809"/>
                </a:cubicBezTo>
                <a:cubicBezTo>
                  <a:pt x="37461" y="20884"/>
                  <a:pt x="37387" y="20983"/>
                  <a:pt x="37287" y="21033"/>
                </a:cubicBezTo>
                <a:cubicBezTo>
                  <a:pt x="36789" y="21407"/>
                  <a:pt x="36291" y="21805"/>
                  <a:pt x="35794" y="22178"/>
                </a:cubicBezTo>
                <a:lnTo>
                  <a:pt x="35221" y="22651"/>
                </a:lnTo>
                <a:cubicBezTo>
                  <a:pt x="34823" y="22975"/>
                  <a:pt x="34449" y="23273"/>
                  <a:pt x="34051" y="23622"/>
                </a:cubicBezTo>
                <a:cubicBezTo>
                  <a:pt x="34051" y="23622"/>
                  <a:pt x="34001" y="23622"/>
                  <a:pt x="34001" y="23647"/>
                </a:cubicBezTo>
                <a:cubicBezTo>
                  <a:pt x="33852" y="23771"/>
                  <a:pt x="33728" y="23896"/>
                  <a:pt x="33578" y="24020"/>
                </a:cubicBezTo>
                <a:lnTo>
                  <a:pt x="33479" y="24120"/>
                </a:lnTo>
                <a:cubicBezTo>
                  <a:pt x="33105" y="24468"/>
                  <a:pt x="32707" y="24767"/>
                  <a:pt x="32334" y="25115"/>
                </a:cubicBezTo>
                <a:lnTo>
                  <a:pt x="32309" y="25140"/>
                </a:lnTo>
                <a:cubicBezTo>
                  <a:pt x="32309" y="25140"/>
                  <a:pt x="32259" y="25140"/>
                  <a:pt x="32259" y="25165"/>
                </a:cubicBezTo>
                <a:cubicBezTo>
                  <a:pt x="32135" y="25265"/>
                  <a:pt x="32010" y="25389"/>
                  <a:pt x="31911" y="25489"/>
                </a:cubicBezTo>
                <a:cubicBezTo>
                  <a:pt x="31861" y="25514"/>
                  <a:pt x="31836" y="25514"/>
                  <a:pt x="31836" y="25538"/>
                </a:cubicBezTo>
                <a:lnTo>
                  <a:pt x="30616" y="26659"/>
                </a:lnTo>
                <a:cubicBezTo>
                  <a:pt x="30566" y="26733"/>
                  <a:pt x="30467" y="26783"/>
                  <a:pt x="30417" y="26883"/>
                </a:cubicBezTo>
                <a:lnTo>
                  <a:pt x="30318" y="26982"/>
                </a:lnTo>
                <a:lnTo>
                  <a:pt x="30243" y="27032"/>
                </a:lnTo>
                <a:cubicBezTo>
                  <a:pt x="29820" y="27480"/>
                  <a:pt x="29347" y="27878"/>
                  <a:pt x="28924" y="28301"/>
                </a:cubicBezTo>
                <a:lnTo>
                  <a:pt x="28874" y="28351"/>
                </a:lnTo>
                <a:lnTo>
                  <a:pt x="28749" y="28476"/>
                </a:lnTo>
                <a:lnTo>
                  <a:pt x="28725" y="28500"/>
                </a:lnTo>
                <a:cubicBezTo>
                  <a:pt x="28227" y="28998"/>
                  <a:pt x="27729" y="29496"/>
                  <a:pt x="27256" y="29994"/>
                </a:cubicBezTo>
                <a:lnTo>
                  <a:pt x="27231" y="30019"/>
                </a:lnTo>
                <a:cubicBezTo>
                  <a:pt x="27131" y="30118"/>
                  <a:pt x="27082" y="30218"/>
                  <a:pt x="26982" y="30293"/>
                </a:cubicBezTo>
                <a:cubicBezTo>
                  <a:pt x="26957" y="30342"/>
                  <a:pt x="26957" y="30367"/>
                  <a:pt x="26932" y="30367"/>
                </a:cubicBezTo>
                <a:cubicBezTo>
                  <a:pt x="26883" y="30392"/>
                  <a:pt x="26883" y="30417"/>
                  <a:pt x="26858" y="30417"/>
                </a:cubicBezTo>
                <a:cubicBezTo>
                  <a:pt x="26360" y="30965"/>
                  <a:pt x="25862" y="31487"/>
                  <a:pt x="25389" y="32010"/>
                </a:cubicBezTo>
                <a:cubicBezTo>
                  <a:pt x="25314" y="32135"/>
                  <a:pt x="25190" y="32259"/>
                  <a:pt x="25090" y="32359"/>
                </a:cubicBezTo>
                <a:cubicBezTo>
                  <a:pt x="25016" y="32408"/>
                  <a:pt x="24966" y="32508"/>
                  <a:pt x="24891" y="32583"/>
                </a:cubicBezTo>
                <a:cubicBezTo>
                  <a:pt x="24518" y="32981"/>
                  <a:pt x="24194" y="33379"/>
                  <a:pt x="23846" y="33777"/>
                </a:cubicBezTo>
                <a:cubicBezTo>
                  <a:pt x="23746" y="33902"/>
                  <a:pt x="23622" y="34026"/>
                  <a:pt x="23522" y="34151"/>
                </a:cubicBezTo>
                <a:lnTo>
                  <a:pt x="23149" y="34624"/>
                </a:lnTo>
                <a:cubicBezTo>
                  <a:pt x="22776" y="35072"/>
                  <a:pt x="22402" y="35495"/>
                  <a:pt x="22029" y="35968"/>
                </a:cubicBezTo>
                <a:cubicBezTo>
                  <a:pt x="21954" y="35943"/>
                  <a:pt x="21879" y="35893"/>
                  <a:pt x="21780" y="35868"/>
                </a:cubicBezTo>
                <a:cubicBezTo>
                  <a:pt x="26883" y="29919"/>
                  <a:pt x="32782" y="24294"/>
                  <a:pt x="39253" y="19266"/>
                </a:cubicBezTo>
                <a:close/>
                <a:moveTo>
                  <a:pt x="39378" y="19764"/>
                </a:moveTo>
                <a:lnTo>
                  <a:pt x="39378" y="19789"/>
                </a:lnTo>
                <a:lnTo>
                  <a:pt x="39378" y="19814"/>
                </a:lnTo>
                <a:cubicBezTo>
                  <a:pt x="39154" y="19963"/>
                  <a:pt x="38905" y="20162"/>
                  <a:pt x="38681" y="20311"/>
                </a:cubicBezTo>
                <a:cubicBezTo>
                  <a:pt x="38407" y="20535"/>
                  <a:pt x="38084" y="20710"/>
                  <a:pt x="37810" y="20934"/>
                </a:cubicBezTo>
                <a:cubicBezTo>
                  <a:pt x="37785" y="20958"/>
                  <a:pt x="37710" y="21008"/>
                  <a:pt x="37685" y="21033"/>
                </a:cubicBezTo>
                <a:cubicBezTo>
                  <a:pt x="37337" y="21282"/>
                  <a:pt x="37013" y="21556"/>
                  <a:pt x="36665" y="21830"/>
                </a:cubicBezTo>
                <a:cubicBezTo>
                  <a:pt x="36491" y="21954"/>
                  <a:pt x="36316" y="22079"/>
                  <a:pt x="36167" y="22203"/>
                </a:cubicBezTo>
                <a:lnTo>
                  <a:pt x="36142" y="22253"/>
                </a:lnTo>
                <a:cubicBezTo>
                  <a:pt x="35769" y="22552"/>
                  <a:pt x="35346" y="22875"/>
                  <a:pt x="34972" y="23174"/>
                </a:cubicBezTo>
                <a:cubicBezTo>
                  <a:pt x="34898" y="23273"/>
                  <a:pt x="34773" y="23323"/>
                  <a:pt x="34673" y="23423"/>
                </a:cubicBezTo>
                <a:cubicBezTo>
                  <a:pt x="34649" y="23448"/>
                  <a:pt x="34599" y="23448"/>
                  <a:pt x="34574" y="23497"/>
                </a:cubicBezTo>
                <a:cubicBezTo>
                  <a:pt x="34549" y="23522"/>
                  <a:pt x="34524" y="23547"/>
                  <a:pt x="34474" y="23547"/>
                </a:cubicBezTo>
                <a:cubicBezTo>
                  <a:pt x="34051" y="23921"/>
                  <a:pt x="33578" y="24294"/>
                  <a:pt x="33130" y="24667"/>
                </a:cubicBezTo>
                <a:cubicBezTo>
                  <a:pt x="33056" y="24742"/>
                  <a:pt x="32981" y="24792"/>
                  <a:pt x="32881" y="24891"/>
                </a:cubicBezTo>
                <a:cubicBezTo>
                  <a:pt x="32832" y="24941"/>
                  <a:pt x="32757" y="24991"/>
                  <a:pt x="32707" y="25041"/>
                </a:cubicBezTo>
                <a:cubicBezTo>
                  <a:pt x="32583" y="25140"/>
                  <a:pt x="32458" y="25265"/>
                  <a:pt x="32359" y="25364"/>
                </a:cubicBezTo>
                <a:cubicBezTo>
                  <a:pt x="32060" y="25638"/>
                  <a:pt x="31761" y="25912"/>
                  <a:pt x="31463" y="26161"/>
                </a:cubicBezTo>
                <a:lnTo>
                  <a:pt x="31388" y="26235"/>
                </a:lnTo>
                <a:lnTo>
                  <a:pt x="31363" y="26260"/>
                </a:lnTo>
                <a:cubicBezTo>
                  <a:pt x="31014" y="26559"/>
                  <a:pt x="30716" y="26883"/>
                  <a:pt x="30367" y="27181"/>
                </a:cubicBezTo>
                <a:cubicBezTo>
                  <a:pt x="29919" y="27629"/>
                  <a:pt x="29421" y="28102"/>
                  <a:pt x="28949" y="28525"/>
                </a:cubicBezTo>
                <a:cubicBezTo>
                  <a:pt x="28749" y="28724"/>
                  <a:pt x="28600" y="28899"/>
                  <a:pt x="28426" y="29048"/>
                </a:cubicBezTo>
                <a:cubicBezTo>
                  <a:pt x="26211" y="31263"/>
                  <a:pt x="24120" y="33578"/>
                  <a:pt x="22228" y="35968"/>
                </a:cubicBezTo>
                <a:lnTo>
                  <a:pt x="22153" y="35968"/>
                </a:lnTo>
                <a:lnTo>
                  <a:pt x="22228" y="35893"/>
                </a:lnTo>
                <a:cubicBezTo>
                  <a:pt x="22701" y="35321"/>
                  <a:pt x="23174" y="34723"/>
                  <a:pt x="23672" y="34126"/>
                </a:cubicBezTo>
                <a:cubicBezTo>
                  <a:pt x="23871" y="33902"/>
                  <a:pt x="24095" y="33653"/>
                  <a:pt x="24269" y="33454"/>
                </a:cubicBezTo>
                <a:cubicBezTo>
                  <a:pt x="24642" y="33006"/>
                  <a:pt x="25041" y="32583"/>
                  <a:pt x="25414" y="32135"/>
                </a:cubicBezTo>
                <a:cubicBezTo>
                  <a:pt x="26036" y="31462"/>
                  <a:pt x="26659" y="30790"/>
                  <a:pt x="27281" y="30118"/>
                </a:cubicBezTo>
                <a:lnTo>
                  <a:pt x="27405" y="29994"/>
                </a:lnTo>
                <a:cubicBezTo>
                  <a:pt x="27853" y="29521"/>
                  <a:pt x="28326" y="29048"/>
                  <a:pt x="28774" y="28625"/>
                </a:cubicBezTo>
                <a:lnTo>
                  <a:pt x="29073" y="28351"/>
                </a:lnTo>
                <a:cubicBezTo>
                  <a:pt x="29471" y="27928"/>
                  <a:pt x="29919" y="27530"/>
                  <a:pt x="30342" y="27131"/>
                </a:cubicBezTo>
                <a:lnTo>
                  <a:pt x="30716" y="26758"/>
                </a:lnTo>
                <a:cubicBezTo>
                  <a:pt x="31114" y="26385"/>
                  <a:pt x="31512" y="26011"/>
                  <a:pt x="31935" y="25663"/>
                </a:cubicBezTo>
                <a:cubicBezTo>
                  <a:pt x="32085" y="25514"/>
                  <a:pt x="32234" y="25389"/>
                  <a:pt x="32408" y="25240"/>
                </a:cubicBezTo>
                <a:cubicBezTo>
                  <a:pt x="32807" y="24891"/>
                  <a:pt x="33205" y="24543"/>
                  <a:pt x="33578" y="24194"/>
                </a:cubicBezTo>
                <a:cubicBezTo>
                  <a:pt x="33728" y="24045"/>
                  <a:pt x="33927" y="23921"/>
                  <a:pt x="34076" y="23771"/>
                </a:cubicBezTo>
                <a:cubicBezTo>
                  <a:pt x="34474" y="23423"/>
                  <a:pt x="34922" y="23074"/>
                  <a:pt x="35346" y="22751"/>
                </a:cubicBezTo>
                <a:lnTo>
                  <a:pt x="35818" y="22377"/>
                </a:lnTo>
                <a:cubicBezTo>
                  <a:pt x="36341" y="21929"/>
                  <a:pt x="36914" y="21506"/>
                  <a:pt x="37461" y="21083"/>
                </a:cubicBezTo>
                <a:cubicBezTo>
                  <a:pt x="37511" y="21058"/>
                  <a:pt x="37536" y="21033"/>
                  <a:pt x="37586" y="21008"/>
                </a:cubicBezTo>
                <a:cubicBezTo>
                  <a:pt x="38258" y="20560"/>
                  <a:pt x="38805" y="20162"/>
                  <a:pt x="39378" y="19764"/>
                </a:cubicBezTo>
                <a:close/>
                <a:moveTo>
                  <a:pt x="90654" y="35918"/>
                </a:moveTo>
                <a:cubicBezTo>
                  <a:pt x="90654" y="35943"/>
                  <a:pt x="90604" y="35943"/>
                  <a:pt x="90604" y="35968"/>
                </a:cubicBezTo>
                <a:lnTo>
                  <a:pt x="90554" y="35968"/>
                </a:lnTo>
                <a:lnTo>
                  <a:pt x="90554" y="35943"/>
                </a:lnTo>
                <a:cubicBezTo>
                  <a:pt x="90604" y="35943"/>
                  <a:pt x="90604" y="35943"/>
                  <a:pt x="90654" y="35918"/>
                </a:cubicBezTo>
                <a:close/>
                <a:moveTo>
                  <a:pt x="21382" y="35918"/>
                </a:moveTo>
                <a:cubicBezTo>
                  <a:pt x="21407" y="35918"/>
                  <a:pt x="21407" y="35918"/>
                  <a:pt x="21456" y="35943"/>
                </a:cubicBezTo>
                <a:cubicBezTo>
                  <a:pt x="21456" y="35968"/>
                  <a:pt x="21407" y="35968"/>
                  <a:pt x="21407" y="35993"/>
                </a:cubicBezTo>
                <a:cubicBezTo>
                  <a:pt x="21407" y="35968"/>
                  <a:pt x="21382" y="35968"/>
                  <a:pt x="21357" y="35968"/>
                </a:cubicBezTo>
                <a:cubicBezTo>
                  <a:pt x="21357" y="35943"/>
                  <a:pt x="21382" y="35943"/>
                  <a:pt x="21382" y="35918"/>
                </a:cubicBezTo>
                <a:close/>
                <a:moveTo>
                  <a:pt x="48214" y="35968"/>
                </a:moveTo>
                <a:cubicBezTo>
                  <a:pt x="48214" y="35993"/>
                  <a:pt x="48239" y="35993"/>
                  <a:pt x="48239" y="36042"/>
                </a:cubicBezTo>
                <a:lnTo>
                  <a:pt x="48214" y="36067"/>
                </a:lnTo>
                <a:cubicBezTo>
                  <a:pt x="48164" y="36042"/>
                  <a:pt x="48164" y="36042"/>
                  <a:pt x="48164" y="35993"/>
                </a:cubicBezTo>
                <a:lnTo>
                  <a:pt x="48214" y="35968"/>
                </a:lnTo>
                <a:close/>
                <a:moveTo>
                  <a:pt x="21655" y="35968"/>
                </a:moveTo>
                <a:cubicBezTo>
                  <a:pt x="21755" y="35993"/>
                  <a:pt x="21805" y="36042"/>
                  <a:pt x="21904" y="36067"/>
                </a:cubicBezTo>
                <a:cubicBezTo>
                  <a:pt x="21904" y="36092"/>
                  <a:pt x="21879" y="36092"/>
                  <a:pt x="21879" y="36117"/>
                </a:cubicBezTo>
                <a:cubicBezTo>
                  <a:pt x="21780" y="36092"/>
                  <a:pt x="21730" y="36067"/>
                  <a:pt x="21631" y="36042"/>
                </a:cubicBezTo>
                <a:cubicBezTo>
                  <a:pt x="21631" y="35993"/>
                  <a:pt x="21655" y="35993"/>
                  <a:pt x="21655" y="35968"/>
                </a:cubicBezTo>
                <a:close/>
                <a:moveTo>
                  <a:pt x="18230" y="35762"/>
                </a:moveTo>
                <a:lnTo>
                  <a:pt x="18230" y="35762"/>
                </a:lnTo>
                <a:cubicBezTo>
                  <a:pt x="18123" y="35893"/>
                  <a:pt x="18014" y="36041"/>
                  <a:pt x="17872" y="36190"/>
                </a:cubicBezTo>
                <a:lnTo>
                  <a:pt x="17872" y="36190"/>
                </a:lnTo>
                <a:cubicBezTo>
                  <a:pt x="17873" y="36167"/>
                  <a:pt x="17897" y="36166"/>
                  <a:pt x="17897" y="36117"/>
                </a:cubicBezTo>
                <a:cubicBezTo>
                  <a:pt x="17897" y="36092"/>
                  <a:pt x="17922" y="36092"/>
                  <a:pt x="17972" y="36067"/>
                </a:cubicBezTo>
                <a:cubicBezTo>
                  <a:pt x="18021" y="35968"/>
                  <a:pt x="18121" y="35868"/>
                  <a:pt x="18171" y="35769"/>
                </a:cubicBezTo>
                <a:lnTo>
                  <a:pt x="18196" y="35769"/>
                </a:lnTo>
                <a:cubicBezTo>
                  <a:pt x="18196" y="35769"/>
                  <a:pt x="18215" y="35769"/>
                  <a:pt x="18230" y="35762"/>
                </a:cubicBezTo>
                <a:close/>
                <a:moveTo>
                  <a:pt x="56379" y="29869"/>
                </a:moveTo>
                <a:cubicBezTo>
                  <a:pt x="56851" y="30467"/>
                  <a:pt x="57250" y="31064"/>
                  <a:pt x="57698" y="31687"/>
                </a:cubicBezTo>
                <a:cubicBezTo>
                  <a:pt x="54810" y="32732"/>
                  <a:pt x="51774" y="34350"/>
                  <a:pt x="48787" y="36466"/>
                </a:cubicBezTo>
                <a:cubicBezTo>
                  <a:pt x="48712" y="36341"/>
                  <a:pt x="48613" y="36192"/>
                  <a:pt x="48488" y="36067"/>
                </a:cubicBezTo>
                <a:cubicBezTo>
                  <a:pt x="51027" y="33927"/>
                  <a:pt x="53690" y="31836"/>
                  <a:pt x="56379" y="29869"/>
                </a:cubicBezTo>
                <a:close/>
                <a:moveTo>
                  <a:pt x="116812" y="34716"/>
                </a:moveTo>
                <a:lnTo>
                  <a:pt x="116812" y="34716"/>
                </a:lnTo>
                <a:cubicBezTo>
                  <a:pt x="116659" y="35317"/>
                  <a:pt x="116473" y="35912"/>
                  <a:pt x="116258" y="36496"/>
                </a:cubicBezTo>
                <a:lnTo>
                  <a:pt x="116258" y="36496"/>
                </a:lnTo>
                <a:cubicBezTo>
                  <a:pt x="116461" y="35898"/>
                  <a:pt x="116650" y="35312"/>
                  <a:pt x="116812" y="34716"/>
                </a:cubicBezTo>
                <a:close/>
                <a:moveTo>
                  <a:pt x="48364" y="36167"/>
                </a:moveTo>
                <a:cubicBezTo>
                  <a:pt x="48463" y="36291"/>
                  <a:pt x="48538" y="36416"/>
                  <a:pt x="48637" y="36565"/>
                </a:cubicBezTo>
                <a:lnTo>
                  <a:pt x="48613" y="36590"/>
                </a:lnTo>
                <a:cubicBezTo>
                  <a:pt x="48513" y="36466"/>
                  <a:pt x="48413" y="36341"/>
                  <a:pt x="48339" y="36192"/>
                </a:cubicBezTo>
                <a:lnTo>
                  <a:pt x="48364" y="36167"/>
                </a:lnTo>
                <a:close/>
                <a:moveTo>
                  <a:pt x="97037" y="25437"/>
                </a:moveTo>
                <a:cubicBezTo>
                  <a:pt x="99657" y="25437"/>
                  <a:pt x="102099" y="25775"/>
                  <a:pt x="104294" y="26459"/>
                </a:cubicBezTo>
                <a:cubicBezTo>
                  <a:pt x="104095" y="28028"/>
                  <a:pt x="103796" y="29645"/>
                  <a:pt x="103398" y="31338"/>
                </a:cubicBezTo>
                <a:cubicBezTo>
                  <a:pt x="102552" y="33180"/>
                  <a:pt x="101506" y="34947"/>
                  <a:pt x="100237" y="36590"/>
                </a:cubicBezTo>
                <a:cubicBezTo>
                  <a:pt x="100112" y="36565"/>
                  <a:pt x="99988" y="36490"/>
                  <a:pt x="99863" y="36466"/>
                </a:cubicBezTo>
                <a:cubicBezTo>
                  <a:pt x="99614" y="36366"/>
                  <a:pt x="99365" y="36316"/>
                  <a:pt x="99067" y="36217"/>
                </a:cubicBezTo>
                <a:cubicBezTo>
                  <a:pt x="98917" y="36192"/>
                  <a:pt x="98743" y="36117"/>
                  <a:pt x="98569" y="36092"/>
                </a:cubicBezTo>
                <a:lnTo>
                  <a:pt x="97822" y="35918"/>
                </a:lnTo>
                <a:cubicBezTo>
                  <a:pt x="97673" y="35868"/>
                  <a:pt x="97499" y="35843"/>
                  <a:pt x="97324" y="35818"/>
                </a:cubicBezTo>
                <a:cubicBezTo>
                  <a:pt x="97250" y="35818"/>
                  <a:pt x="97150" y="35794"/>
                  <a:pt x="97076" y="35794"/>
                </a:cubicBezTo>
                <a:lnTo>
                  <a:pt x="96528" y="35694"/>
                </a:lnTo>
                <a:cubicBezTo>
                  <a:pt x="96279" y="35669"/>
                  <a:pt x="96030" y="35619"/>
                  <a:pt x="95756" y="35619"/>
                </a:cubicBezTo>
                <a:cubicBezTo>
                  <a:pt x="95632" y="35619"/>
                  <a:pt x="95507" y="35594"/>
                  <a:pt x="95408" y="35594"/>
                </a:cubicBezTo>
                <a:cubicBezTo>
                  <a:pt x="94039" y="35221"/>
                  <a:pt x="92670" y="34947"/>
                  <a:pt x="91301" y="34748"/>
                </a:cubicBezTo>
                <a:cubicBezTo>
                  <a:pt x="92421" y="31612"/>
                  <a:pt x="93217" y="28525"/>
                  <a:pt x="93665" y="25613"/>
                </a:cubicBezTo>
                <a:cubicBezTo>
                  <a:pt x="94817" y="25496"/>
                  <a:pt x="95943" y="25437"/>
                  <a:pt x="97037" y="25437"/>
                </a:cubicBezTo>
                <a:close/>
                <a:moveTo>
                  <a:pt x="57797" y="31836"/>
                </a:moveTo>
                <a:cubicBezTo>
                  <a:pt x="57797" y="31861"/>
                  <a:pt x="57822" y="31861"/>
                  <a:pt x="57822" y="31886"/>
                </a:cubicBezTo>
                <a:cubicBezTo>
                  <a:pt x="54960" y="32956"/>
                  <a:pt x="51898" y="34574"/>
                  <a:pt x="48911" y="36665"/>
                </a:cubicBezTo>
                <a:cubicBezTo>
                  <a:pt x="48911" y="36665"/>
                  <a:pt x="48911" y="36615"/>
                  <a:pt x="48886" y="36615"/>
                </a:cubicBezTo>
                <a:cubicBezTo>
                  <a:pt x="51873" y="34499"/>
                  <a:pt x="54885" y="32931"/>
                  <a:pt x="57797" y="31836"/>
                </a:cubicBezTo>
                <a:close/>
                <a:moveTo>
                  <a:pt x="103224" y="32209"/>
                </a:moveTo>
                <a:cubicBezTo>
                  <a:pt x="103174" y="32309"/>
                  <a:pt x="103149" y="32383"/>
                  <a:pt x="103149" y="32483"/>
                </a:cubicBezTo>
                <a:cubicBezTo>
                  <a:pt x="102377" y="33952"/>
                  <a:pt x="101506" y="35345"/>
                  <a:pt x="100486" y="36690"/>
                </a:cubicBezTo>
                <a:cubicBezTo>
                  <a:pt x="100436" y="36690"/>
                  <a:pt x="100436" y="36665"/>
                  <a:pt x="100411" y="36665"/>
                </a:cubicBezTo>
                <a:cubicBezTo>
                  <a:pt x="101506" y="35246"/>
                  <a:pt x="102427" y="33752"/>
                  <a:pt x="103224" y="32209"/>
                </a:cubicBezTo>
                <a:close/>
                <a:moveTo>
                  <a:pt x="87061" y="34883"/>
                </a:moveTo>
                <a:cubicBezTo>
                  <a:pt x="88227" y="34883"/>
                  <a:pt x="89439" y="34976"/>
                  <a:pt x="90678" y="35121"/>
                </a:cubicBezTo>
                <a:cubicBezTo>
                  <a:pt x="90604" y="35345"/>
                  <a:pt x="90529" y="35545"/>
                  <a:pt x="90454" y="35744"/>
                </a:cubicBezTo>
                <a:cubicBezTo>
                  <a:pt x="90156" y="35794"/>
                  <a:pt x="89857" y="35843"/>
                  <a:pt x="89558" y="35868"/>
                </a:cubicBezTo>
                <a:cubicBezTo>
                  <a:pt x="89459" y="35868"/>
                  <a:pt x="89409" y="35918"/>
                  <a:pt x="89309" y="35918"/>
                </a:cubicBezTo>
                <a:lnTo>
                  <a:pt x="89210" y="35918"/>
                </a:lnTo>
                <a:cubicBezTo>
                  <a:pt x="89085" y="35943"/>
                  <a:pt x="88986" y="35943"/>
                  <a:pt x="88861" y="35968"/>
                </a:cubicBezTo>
                <a:lnTo>
                  <a:pt x="88314" y="36067"/>
                </a:lnTo>
                <a:cubicBezTo>
                  <a:pt x="88239" y="36067"/>
                  <a:pt x="88189" y="36092"/>
                  <a:pt x="88115" y="36092"/>
                </a:cubicBezTo>
                <a:lnTo>
                  <a:pt x="87667" y="36192"/>
                </a:lnTo>
                <a:cubicBezTo>
                  <a:pt x="87492" y="36217"/>
                  <a:pt x="87368" y="36242"/>
                  <a:pt x="87219" y="36291"/>
                </a:cubicBezTo>
                <a:cubicBezTo>
                  <a:pt x="86945" y="36341"/>
                  <a:pt x="86671" y="36416"/>
                  <a:pt x="86347" y="36466"/>
                </a:cubicBezTo>
                <a:cubicBezTo>
                  <a:pt x="86223" y="36490"/>
                  <a:pt x="86099" y="36515"/>
                  <a:pt x="85999" y="36565"/>
                </a:cubicBezTo>
                <a:lnTo>
                  <a:pt x="85551" y="36665"/>
                </a:lnTo>
                <a:lnTo>
                  <a:pt x="85252" y="36739"/>
                </a:lnTo>
                <a:cubicBezTo>
                  <a:pt x="85451" y="36167"/>
                  <a:pt x="85626" y="35545"/>
                  <a:pt x="85800" y="34922"/>
                </a:cubicBezTo>
                <a:cubicBezTo>
                  <a:pt x="86213" y="34896"/>
                  <a:pt x="86634" y="34883"/>
                  <a:pt x="87061" y="34883"/>
                </a:cubicBezTo>
                <a:close/>
                <a:moveTo>
                  <a:pt x="85576" y="34922"/>
                </a:moveTo>
                <a:cubicBezTo>
                  <a:pt x="85426" y="35545"/>
                  <a:pt x="85227" y="36192"/>
                  <a:pt x="85003" y="36789"/>
                </a:cubicBezTo>
                <a:cubicBezTo>
                  <a:pt x="84986" y="36789"/>
                  <a:pt x="84968" y="36789"/>
                  <a:pt x="84959" y="36798"/>
                </a:cubicBezTo>
                <a:lnTo>
                  <a:pt x="84959" y="36798"/>
                </a:lnTo>
                <a:cubicBezTo>
                  <a:pt x="85181" y="36181"/>
                  <a:pt x="85353" y="35564"/>
                  <a:pt x="85501" y="34922"/>
                </a:cubicBezTo>
                <a:close/>
                <a:moveTo>
                  <a:pt x="96542" y="35920"/>
                </a:moveTo>
                <a:lnTo>
                  <a:pt x="96542" y="35920"/>
                </a:lnTo>
                <a:cubicBezTo>
                  <a:pt x="96689" y="35943"/>
                  <a:pt x="96881" y="35944"/>
                  <a:pt x="97026" y="35968"/>
                </a:cubicBezTo>
                <a:cubicBezTo>
                  <a:pt x="97125" y="35968"/>
                  <a:pt x="97200" y="35993"/>
                  <a:pt x="97300" y="35993"/>
                </a:cubicBezTo>
                <a:cubicBezTo>
                  <a:pt x="98270" y="36217"/>
                  <a:pt x="99191" y="36441"/>
                  <a:pt x="100062" y="36789"/>
                </a:cubicBezTo>
                <a:cubicBezTo>
                  <a:pt x="100054" y="36797"/>
                  <a:pt x="100049" y="36800"/>
                  <a:pt x="100046" y="36800"/>
                </a:cubicBezTo>
                <a:cubicBezTo>
                  <a:pt x="100040" y="36800"/>
                  <a:pt x="100046" y="36789"/>
                  <a:pt x="100062" y="36789"/>
                </a:cubicBezTo>
                <a:cubicBezTo>
                  <a:pt x="99689" y="36690"/>
                  <a:pt x="99390" y="36565"/>
                  <a:pt x="99017" y="36466"/>
                </a:cubicBezTo>
                <a:cubicBezTo>
                  <a:pt x="98942" y="36441"/>
                  <a:pt x="98868" y="36441"/>
                  <a:pt x="98793" y="36416"/>
                </a:cubicBezTo>
                <a:cubicBezTo>
                  <a:pt x="98445" y="36316"/>
                  <a:pt x="98121" y="36242"/>
                  <a:pt x="97772" y="36167"/>
                </a:cubicBezTo>
                <a:cubicBezTo>
                  <a:pt x="97648" y="36117"/>
                  <a:pt x="97548" y="36117"/>
                  <a:pt x="97424" y="36092"/>
                </a:cubicBezTo>
                <a:cubicBezTo>
                  <a:pt x="97374" y="36092"/>
                  <a:pt x="97324" y="36067"/>
                  <a:pt x="97275" y="36067"/>
                </a:cubicBezTo>
                <a:cubicBezTo>
                  <a:pt x="97200" y="36067"/>
                  <a:pt x="97175" y="36042"/>
                  <a:pt x="97125" y="36042"/>
                </a:cubicBezTo>
                <a:cubicBezTo>
                  <a:pt x="97051" y="36042"/>
                  <a:pt x="97026" y="36042"/>
                  <a:pt x="96951" y="35993"/>
                </a:cubicBezTo>
                <a:cubicBezTo>
                  <a:pt x="96901" y="35993"/>
                  <a:pt x="96827" y="35968"/>
                  <a:pt x="96777" y="35968"/>
                </a:cubicBezTo>
                <a:cubicBezTo>
                  <a:pt x="96752" y="35968"/>
                  <a:pt x="96677" y="35943"/>
                  <a:pt x="96652" y="35943"/>
                </a:cubicBezTo>
                <a:lnTo>
                  <a:pt x="96627" y="35943"/>
                </a:lnTo>
                <a:cubicBezTo>
                  <a:pt x="96587" y="35943"/>
                  <a:pt x="96563" y="35926"/>
                  <a:pt x="96542" y="35920"/>
                </a:cubicBezTo>
                <a:close/>
                <a:moveTo>
                  <a:pt x="90380" y="35943"/>
                </a:moveTo>
                <a:lnTo>
                  <a:pt x="90380" y="35968"/>
                </a:lnTo>
                <a:lnTo>
                  <a:pt x="90380" y="35993"/>
                </a:lnTo>
                <a:cubicBezTo>
                  <a:pt x="90106" y="36042"/>
                  <a:pt x="89857" y="36067"/>
                  <a:pt x="89608" y="36092"/>
                </a:cubicBezTo>
                <a:cubicBezTo>
                  <a:pt x="89534" y="36092"/>
                  <a:pt x="89434" y="36117"/>
                  <a:pt x="89359" y="36117"/>
                </a:cubicBezTo>
                <a:cubicBezTo>
                  <a:pt x="88662" y="36217"/>
                  <a:pt x="87940" y="36341"/>
                  <a:pt x="87219" y="36490"/>
                </a:cubicBezTo>
                <a:cubicBezTo>
                  <a:pt x="86870" y="36565"/>
                  <a:pt x="86547" y="36665"/>
                  <a:pt x="86198" y="36739"/>
                </a:cubicBezTo>
                <a:cubicBezTo>
                  <a:pt x="85850" y="36839"/>
                  <a:pt x="85501" y="36938"/>
                  <a:pt x="85178" y="36988"/>
                </a:cubicBezTo>
                <a:lnTo>
                  <a:pt x="85178" y="36963"/>
                </a:lnTo>
                <a:lnTo>
                  <a:pt x="85178" y="36938"/>
                </a:lnTo>
                <a:cubicBezTo>
                  <a:pt x="86596" y="36565"/>
                  <a:pt x="87965" y="36242"/>
                  <a:pt x="89334" y="36067"/>
                </a:cubicBezTo>
                <a:cubicBezTo>
                  <a:pt x="89434" y="36067"/>
                  <a:pt x="89534" y="36042"/>
                  <a:pt x="89608" y="36042"/>
                </a:cubicBezTo>
                <a:cubicBezTo>
                  <a:pt x="89857" y="35993"/>
                  <a:pt x="90131" y="35968"/>
                  <a:pt x="90380" y="35943"/>
                </a:cubicBezTo>
                <a:close/>
                <a:moveTo>
                  <a:pt x="98121" y="36466"/>
                </a:moveTo>
                <a:lnTo>
                  <a:pt x="98121" y="36466"/>
                </a:lnTo>
                <a:cubicBezTo>
                  <a:pt x="98295" y="36490"/>
                  <a:pt x="98494" y="36515"/>
                  <a:pt x="98669" y="36590"/>
                </a:cubicBezTo>
                <a:cubicBezTo>
                  <a:pt x="98917" y="36665"/>
                  <a:pt x="99141" y="36739"/>
                  <a:pt x="99390" y="36814"/>
                </a:cubicBezTo>
                <a:cubicBezTo>
                  <a:pt x="99565" y="36864"/>
                  <a:pt x="99764" y="36914"/>
                  <a:pt x="99913" y="36963"/>
                </a:cubicBezTo>
                <a:cubicBezTo>
                  <a:pt x="99888" y="37038"/>
                  <a:pt x="99814" y="37063"/>
                  <a:pt x="99789" y="37113"/>
                </a:cubicBezTo>
                <a:lnTo>
                  <a:pt x="98121" y="36466"/>
                </a:lnTo>
                <a:close/>
                <a:moveTo>
                  <a:pt x="102925" y="33304"/>
                </a:moveTo>
                <a:lnTo>
                  <a:pt x="102925" y="33304"/>
                </a:lnTo>
                <a:cubicBezTo>
                  <a:pt x="102552" y="34599"/>
                  <a:pt x="102153" y="35918"/>
                  <a:pt x="101730" y="37187"/>
                </a:cubicBezTo>
                <a:cubicBezTo>
                  <a:pt x="101631" y="37163"/>
                  <a:pt x="101531" y="37088"/>
                  <a:pt x="101431" y="37038"/>
                </a:cubicBezTo>
                <a:cubicBezTo>
                  <a:pt x="101307" y="36963"/>
                  <a:pt x="101183" y="36938"/>
                  <a:pt x="101033" y="36864"/>
                </a:cubicBezTo>
                <a:cubicBezTo>
                  <a:pt x="100909" y="36814"/>
                  <a:pt x="100784" y="36789"/>
                  <a:pt x="100660" y="36714"/>
                </a:cubicBezTo>
                <a:cubicBezTo>
                  <a:pt x="101506" y="35619"/>
                  <a:pt x="102278" y="34474"/>
                  <a:pt x="102925" y="33304"/>
                </a:cubicBezTo>
                <a:close/>
                <a:moveTo>
                  <a:pt x="100162" y="37038"/>
                </a:moveTo>
                <a:cubicBezTo>
                  <a:pt x="100137" y="37088"/>
                  <a:pt x="100062" y="37138"/>
                  <a:pt x="100038" y="37212"/>
                </a:cubicBezTo>
                <a:cubicBezTo>
                  <a:pt x="100013" y="37212"/>
                  <a:pt x="100013" y="37187"/>
                  <a:pt x="99988" y="37187"/>
                </a:cubicBezTo>
                <a:cubicBezTo>
                  <a:pt x="100013" y="37113"/>
                  <a:pt x="100062" y="37088"/>
                  <a:pt x="100112" y="37038"/>
                </a:cubicBezTo>
                <a:close/>
                <a:moveTo>
                  <a:pt x="96478" y="36167"/>
                </a:moveTo>
                <a:lnTo>
                  <a:pt x="96478" y="36167"/>
                </a:lnTo>
                <a:cubicBezTo>
                  <a:pt x="96578" y="36192"/>
                  <a:pt x="96677" y="36217"/>
                  <a:pt x="96777" y="36217"/>
                </a:cubicBezTo>
                <a:cubicBezTo>
                  <a:pt x="97748" y="36515"/>
                  <a:pt x="98693" y="36864"/>
                  <a:pt x="99664" y="37237"/>
                </a:cubicBezTo>
                <a:lnTo>
                  <a:pt x="99639" y="37287"/>
                </a:lnTo>
                <a:cubicBezTo>
                  <a:pt x="98619" y="36839"/>
                  <a:pt x="97548" y="36466"/>
                  <a:pt x="96478" y="36167"/>
                </a:cubicBezTo>
                <a:close/>
                <a:moveTo>
                  <a:pt x="103423" y="32334"/>
                </a:moveTo>
                <a:cubicBezTo>
                  <a:pt x="103024" y="33976"/>
                  <a:pt x="102502" y="35619"/>
                  <a:pt x="101929" y="37312"/>
                </a:cubicBezTo>
                <a:cubicBezTo>
                  <a:pt x="101904" y="37312"/>
                  <a:pt x="101904" y="37287"/>
                  <a:pt x="101880" y="37287"/>
                </a:cubicBezTo>
                <a:cubicBezTo>
                  <a:pt x="102427" y="35694"/>
                  <a:pt x="102900" y="34126"/>
                  <a:pt x="103298" y="32583"/>
                </a:cubicBezTo>
                <a:cubicBezTo>
                  <a:pt x="103348" y="32483"/>
                  <a:pt x="103398" y="32433"/>
                  <a:pt x="103423" y="32334"/>
                </a:cubicBezTo>
                <a:close/>
                <a:moveTo>
                  <a:pt x="113479" y="21631"/>
                </a:moveTo>
                <a:lnTo>
                  <a:pt x="113479" y="21631"/>
                </a:lnTo>
                <a:cubicBezTo>
                  <a:pt x="115072" y="23622"/>
                  <a:pt x="116217" y="26011"/>
                  <a:pt x="116939" y="28724"/>
                </a:cubicBezTo>
                <a:cubicBezTo>
                  <a:pt x="116939" y="29148"/>
                  <a:pt x="116964" y="29596"/>
                  <a:pt x="116988" y="30019"/>
                </a:cubicBezTo>
                <a:lnTo>
                  <a:pt x="116988" y="30218"/>
                </a:lnTo>
                <a:cubicBezTo>
                  <a:pt x="117038" y="30591"/>
                  <a:pt x="116988" y="30965"/>
                  <a:pt x="116988" y="31338"/>
                </a:cubicBezTo>
                <a:lnTo>
                  <a:pt x="116988" y="31662"/>
                </a:lnTo>
                <a:lnTo>
                  <a:pt x="116988" y="31786"/>
                </a:lnTo>
                <a:cubicBezTo>
                  <a:pt x="116988" y="31886"/>
                  <a:pt x="116988" y="32010"/>
                  <a:pt x="116964" y="32110"/>
                </a:cubicBezTo>
                <a:cubicBezTo>
                  <a:pt x="116964" y="32234"/>
                  <a:pt x="116939" y="32383"/>
                  <a:pt x="116939" y="32508"/>
                </a:cubicBezTo>
                <a:cubicBezTo>
                  <a:pt x="116889" y="32707"/>
                  <a:pt x="116889" y="32906"/>
                  <a:pt x="116864" y="33105"/>
                </a:cubicBezTo>
                <a:cubicBezTo>
                  <a:pt x="116864" y="33130"/>
                  <a:pt x="116864" y="33180"/>
                  <a:pt x="116839" y="33205"/>
                </a:cubicBezTo>
                <a:cubicBezTo>
                  <a:pt x="116839" y="33230"/>
                  <a:pt x="116839" y="33255"/>
                  <a:pt x="116814" y="33329"/>
                </a:cubicBezTo>
                <a:cubicBezTo>
                  <a:pt x="116764" y="33603"/>
                  <a:pt x="116715" y="33877"/>
                  <a:pt x="116640" y="34176"/>
                </a:cubicBezTo>
                <a:cubicBezTo>
                  <a:pt x="116615" y="34225"/>
                  <a:pt x="116615" y="34325"/>
                  <a:pt x="116615" y="34375"/>
                </a:cubicBezTo>
                <a:cubicBezTo>
                  <a:pt x="116366" y="35370"/>
                  <a:pt x="116067" y="36416"/>
                  <a:pt x="115619" y="37362"/>
                </a:cubicBezTo>
                <a:cubicBezTo>
                  <a:pt x="115122" y="35719"/>
                  <a:pt x="114474" y="34225"/>
                  <a:pt x="113628" y="32881"/>
                </a:cubicBezTo>
                <a:cubicBezTo>
                  <a:pt x="113728" y="32234"/>
                  <a:pt x="113777" y="31612"/>
                  <a:pt x="113852" y="30990"/>
                </a:cubicBezTo>
                <a:cubicBezTo>
                  <a:pt x="113852" y="30865"/>
                  <a:pt x="113877" y="30741"/>
                  <a:pt x="113877" y="30616"/>
                </a:cubicBezTo>
                <a:cubicBezTo>
                  <a:pt x="113952" y="29969"/>
                  <a:pt x="113977" y="29347"/>
                  <a:pt x="114001" y="28700"/>
                </a:cubicBezTo>
                <a:lnTo>
                  <a:pt x="114001" y="28202"/>
                </a:lnTo>
                <a:lnTo>
                  <a:pt x="114001" y="26708"/>
                </a:lnTo>
                <a:lnTo>
                  <a:pt x="114001" y="26210"/>
                </a:lnTo>
                <a:cubicBezTo>
                  <a:pt x="113977" y="25613"/>
                  <a:pt x="113952" y="25041"/>
                  <a:pt x="113877" y="24468"/>
                </a:cubicBezTo>
                <a:cubicBezTo>
                  <a:pt x="113852" y="24269"/>
                  <a:pt x="113852" y="24120"/>
                  <a:pt x="113827" y="23921"/>
                </a:cubicBezTo>
                <a:cubicBezTo>
                  <a:pt x="113753" y="23348"/>
                  <a:pt x="113653" y="22751"/>
                  <a:pt x="113578" y="22178"/>
                </a:cubicBezTo>
                <a:cubicBezTo>
                  <a:pt x="113578" y="22128"/>
                  <a:pt x="113529" y="22054"/>
                  <a:pt x="113529" y="22004"/>
                </a:cubicBezTo>
                <a:cubicBezTo>
                  <a:pt x="113504" y="21879"/>
                  <a:pt x="113479" y="21755"/>
                  <a:pt x="113479" y="21631"/>
                </a:cubicBezTo>
                <a:close/>
                <a:moveTo>
                  <a:pt x="65156" y="30581"/>
                </a:moveTo>
                <a:cubicBezTo>
                  <a:pt x="66537" y="30581"/>
                  <a:pt x="67809" y="30781"/>
                  <a:pt x="68949" y="31189"/>
                </a:cubicBezTo>
                <a:cubicBezTo>
                  <a:pt x="69148" y="32060"/>
                  <a:pt x="69397" y="32881"/>
                  <a:pt x="69695" y="33703"/>
                </a:cubicBezTo>
                <a:cubicBezTo>
                  <a:pt x="67704" y="34823"/>
                  <a:pt x="65762" y="36067"/>
                  <a:pt x="63796" y="37411"/>
                </a:cubicBezTo>
                <a:cubicBezTo>
                  <a:pt x="62452" y="35545"/>
                  <a:pt x="61307" y="33479"/>
                  <a:pt x="60361" y="31263"/>
                </a:cubicBezTo>
                <a:cubicBezTo>
                  <a:pt x="62063" y="30812"/>
                  <a:pt x="63672" y="30581"/>
                  <a:pt x="65156" y="30581"/>
                </a:cubicBezTo>
                <a:close/>
                <a:moveTo>
                  <a:pt x="100510" y="36864"/>
                </a:moveTo>
                <a:cubicBezTo>
                  <a:pt x="100909" y="37063"/>
                  <a:pt x="101282" y="37212"/>
                  <a:pt x="101631" y="37411"/>
                </a:cubicBezTo>
                <a:cubicBezTo>
                  <a:pt x="101531" y="37362"/>
                  <a:pt x="101431" y="37337"/>
                  <a:pt x="101357" y="37287"/>
                </a:cubicBezTo>
                <a:cubicBezTo>
                  <a:pt x="101307" y="37237"/>
                  <a:pt x="101257" y="37237"/>
                  <a:pt x="101232" y="37212"/>
                </a:cubicBezTo>
                <a:cubicBezTo>
                  <a:pt x="101008" y="37113"/>
                  <a:pt x="100759" y="37038"/>
                  <a:pt x="100510" y="36938"/>
                </a:cubicBezTo>
                <a:lnTo>
                  <a:pt x="100510" y="36914"/>
                </a:lnTo>
                <a:lnTo>
                  <a:pt x="100510" y="36864"/>
                </a:lnTo>
                <a:close/>
                <a:moveTo>
                  <a:pt x="99888" y="37343"/>
                </a:moveTo>
                <a:cubicBezTo>
                  <a:pt x="99894" y="37343"/>
                  <a:pt x="99901" y="37349"/>
                  <a:pt x="99913" y="37362"/>
                </a:cubicBezTo>
                <a:cubicBezTo>
                  <a:pt x="99913" y="37411"/>
                  <a:pt x="99888" y="37411"/>
                  <a:pt x="99888" y="37436"/>
                </a:cubicBezTo>
                <a:cubicBezTo>
                  <a:pt x="99863" y="37436"/>
                  <a:pt x="99863" y="37411"/>
                  <a:pt x="99814" y="37411"/>
                </a:cubicBezTo>
                <a:lnTo>
                  <a:pt x="99863" y="37362"/>
                </a:lnTo>
                <a:cubicBezTo>
                  <a:pt x="99876" y="37349"/>
                  <a:pt x="99882" y="37343"/>
                  <a:pt x="99888" y="37343"/>
                </a:cubicBezTo>
                <a:close/>
                <a:moveTo>
                  <a:pt x="60187" y="31313"/>
                </a:moveTo>
                <a:cubicBezTo>
                  <a:pt x="61108" y="33553"/>
                  <a:pt x="62253" y="35619"/>
                  <a:pt x="63647" y="37486"/>
                </a:cubicBezTo>
                <a:lnTo>
                  <a:pt x="63572" y="37561"/>
                </a:lnTo>
                <a:cubicBezTo>
                  <a:pt x="62203" y="35694"/>
                  <a:pt x="61058" y="33578"/>
                  <a:pt x="60112" y="31338"/>
                </a:cubicBezTo>
                <a:cubicBezTo>
                  <a:pt x="60162" y="31338"/>
                  <a:pt x="60162" y="31338"/>
                  <a:pt x="60187" y="31313"/>
                </a:cubicBezTo>
                <a:close/>
                <a:moveTo>
                  <a:pt x="101805" y="37461"/>
                </a:moveTo>
                <a:cubicBezTo>
                  <a:pt x="101855" y="37461"/>
                  <a:pt x="101855" y="37486"/>
                  <a:pt x="101880" y="37486"/>
                </a:cubicBezTo>
                <a:lnTo>
                  <a:pt x="101880" y="37536"/>
                </a:lnTo>
                <a:lnTo>
                  <a:pt x="101880" y="37561"/>
                </a:lnTo>
                <a:cubicBezTo>
                  <a:pt x="101805" y="37536"/>
                  <a:pt x="101805" y="37536"/>
                  <a:pt x="101780" y="37536"/>
                </a:cubicBezTo>
                <a:cubicBezTo>
                  <a:pt x="101780" y="37486"/>
                  <a:pt x="101805" y="37461"/>
                  <a:pt x="101805" y="37461"/>
                </a:cubicBezTo>
                <a:close/>
                <a:moveTo>
                  <a:pt x="69745" y="33852"/>
                </a:moveTo>
                <a:cubicBezTo>
                  <a:pt x="69745" y="33877"/>
                  <a:pt x="69770" y="33877"/>
                  <a:pt x="69770" y="33927"/>
                </a:cubicBezTo>
                <a:cubicBezTo>
                  <a:pt x="67828" y="35072"/>
                  <a:pt x="65862" y="36291"/>
                  <a:pt x="63921" y="37611"/>
                </a:cubicBezTo>
                <a:cubicBezTo>
                  <a:pt x="63921" y="37586"/>
                  <a:pt x="63896" y="37586"/>
                  <a:pt x="63896" y="37561"/>
                </a:cubicBezTo>
                <a:cubicBezTo>
                  <a:pt x="65837" y="36217"/>
                  <a:pt x="67804" y="34997"/>
                  <a:pt x="69745" y="33852"/>
                </a:cubicBezTo>
                <a:close/>
                <a:moveTo>
                  <a:pt x="113553" y="33180"/>
                </a:moveTo>
                <a:cubicBezTo>
                  <a:pt x="114350" y="34499"/>
                  <a:pt x="114997" y="35993"/>
                  <a:pt x="115470" y="37660"/>
                </a:cubicBezTo>
                <a:cubicBezTo>
                  <a:pt x="115470" y="37685"/>
                  <a:pt x="115445" y="37710"/>
                  <a:pt x="115445" y="37735"/>
                </a:cubicBezTo>
                <a:cubicBezTo>
                  <a:pt x="114997" y="36092"/>
                  <a:pt x="114350" y="34599"/>
                  <a:pt x="113553" y="33255"/>
                </a:cubicBezTo>
                <a:lnTo>
                  <a:pt x="113553" y="33180"/>
                </a:lnTo>
                <a:close/>
                <a:moveTo>
                  <a:pt x="63746" y="37685"/>
                </a:moveTo>
                <a:cubicBezTo>
                  <a:pt x="63746" y="37710"/>
                  <a:pt x="63796" y="37710"/>
                  <a:pt x="63796" y="37735"/>
                </a:cubicBezTo>
                <a:cubicBezTo>
                  <a:pt x="63746" y="37735"/>
                  <a:pt x="63746" y="37760"/>
                  <a:pt x="63721" y="37760"/>
                </a:cubicBezTo>
                <a:cubicBezTo>
                  <a:pt x="63697" y="37735"/>
                  <a:pt x="63697" y="37710"/>
                  <a:pt x="63697" y="37710"/>
                </a:cubicBezTo>
                <a:cubicBezTo>
                  <a:pt x="63721" y="37710"/>
                  <a:pt x="63721" y="37685"/>
                  <a:pt x="63746" y="37685"/>
                </a:cubicBezTo>
                <a:close/>
                <a:moveTo>
                  <a:pt x="116152" y="36779"/>
                </a:moveTo>
                <a:cubicBezTo>
                  <a:pt x="116024" y="37110"/>
                  <a:pt x="115888" y="37437"/>
                  <a:pt x="115744" y="37760"/>
                </a:cubicBezTo>
                <a:cubicBezTo>
                  <a:pt x="115744" y="37735"/>
                  <a:pt x="115744" y="37710"/>
                  <a:pt x="115719" y="37710"/>
                </a:cubicBezTo>
                <a:cubicBezTo>
                  <a:pt x="115719" y="37710"/>
                  <a:pt x="115719" y="37685"/>
                  <a:pt x="115744" y="37685"/>
                </a:cubicBezTo>
                <a:cubicBezTo>
                  <a:pt x="115794" y="37660"/>
                  <a:pt x="115794" y="37586"/>
                  <a:pt x="115819" y="37561"/>
                </a:cubicBezTo>
                <a:cubicBezTo>
                  <a:pt x="115918" y="37312"/>
                  <a:pt x="116043" y="37063"/>
                  <a:pt x="116117" y="36814"/>
                </a:cubicBezTo>
                <a:cubicBezTo>
                  <a:pt x="116133" y="36806"/>
                  <a:pt x="116143" y="36794"/>
                  <a:pt x="116152" y="36779"/>
                </a:cubicBezTo>
                <a:close/>
                <a:moveTo>
                  <a:pt x="100311" y="37113"/>
                </a:moveTo>
                <a:cubicBezTo>
                  <a:pt x="100510" y="37187"/>
                  <a:pt x="100660" y="37237"/>
                  <a:pt x="100809" y="37312"/>
                </a:cubicBezTo>
                <a:cubicBezTo>
                  <a:pt x="101058" y="37411"/>
                  <a:pt x="101307" y="37486"/>
                  <a:pt x="101531" y="37611"/>
                </a:cubicBezTo>
                <a:cubicBezTo>
                  <a:pt x="101506" y="37685"/>
                  <a:pt x="101481" y="37760"/>
                  <a:pt x="101431" y="37835"/>
                </a:cubicBezTo>
                <a:cubicBezTo>
                  <a:pt x="101033" y="37635"/>
                  <a:pt x="100610" y="37461"/>
                  <a:pt x="100187" y="37262"/>
                </a:cubicBezTo>
                <a:cubicBezTo>
                  <a:pt x="100237" y="37212"/>
                  <a:pt x="100286" y="37187"/>
                  <a:pt x="100311" y="37113"/>
                </a:cubicBezTo>
                <a:close/>
                <a:moveTo>
                  <a:pt x="72408" y="33678"/>
                </a:moveTo>
                <a:lnTo>
                  <a:pt x="72408" y="33678"/>
                </a:lnTo>
                <a:cubicBezTo>
                  <a:pt x="73031" y="34474"/>
                  <a:pt x="73504" y="35420"/>
                  <a:pt x="73777" y="36466"/>
                </a:cubicBezTo>
                <a:lnTo>
                  <a:pt x="73777" y="36490"/>
                </a:lnTo>
                <a:cubicBezTo>
                  <a:pt x="73777" y="36515"/>
                  <a:pt x="73777" y="36565"/>
                  <a:pt x="73802" y="36590"/>
                </a:cubicBezTo>
                <a:lnTo>
                  <a:pt x="73802" y="36690"/>
                </a:lnTo>
                <a:cubicBezTo>
                  <a:pt x="73852" y="36864"/>
                  <a:pt x="73877" y="37038"/>
                  <a:pt x="73902" y="37212"/>
                </a:cubicBezTo>
                <a:cubicBezTo>
                  <a:pt x="73902" y="37287"/>
                  <a:pt x="73927" y="37337"/>
                  <a:pt x="73927" y="37411"/>
                </a:cubicBezTo>
                <a:lnTo>
                  <a:pt x="73927" y="37486"/>
                </a:lnTo>
                <a:cubicBezTo>
                  <a:pt x="73927" y="37561"/>
                  <a:pt x="73977" y="37586"/>
                  <a:pt x="73977" y="37660"/>
                </a:cubicBezTo>
                <a:cubicBezTo>
                  <a:pt x="73977" y="37710"/>
                  <a:pt x="73977" y="37810"/>
                  <a:pt x="73927" y="37859"/>
                </a:cubicBezTo>
                <a:cubicBezTo>
                  <a:pt x="73753" y="37536"/>
                  <a:pt x="73603" y="37187"/>
                  <a:pt x="73429" y="36814"/>
                </a:cubicBezTo>
                <a:cubicBezTo>
                  <a:pt x="73404" y="36714"/>
                  <a:pt x="73354" y="36615"/>
                  <a:pt x="73304" y="36490"/>
                </a:cubicBezTo>
                <a:cubicBezTo>
                  <a:pt x="73155" y="36117"/>
                  <a:pt x="73031" y="35794"/>
                  <a:pt x="72906" y="35420"/>
                </a:cubicBezTo>
                <a:cubicBezTo>
                  <a:pt x="72856" y="35246"/>
                  <a:pt x="72807" y="35097"/>
                  <a:pt x="72757" y="34947"/>
                </a:cubicBezTo>
                <a:cubicBezTo>
                  <a:pt x="72657" y="34624"/>
                  <a:pt x="72558" y="34325"/>
                  <a:pt x="72508" y="34001"/>
                </a:cubicBezTo>
                <a:cubicBezTo>
                  <a:pt x="72483" y="33877"/>
                  <a:pt x="72433" y="33802"/>
                  <a:pt x="72408" y="33678"/>
                </a:cubicBezTo>
                <a:close/>
                <a:moveTo>
                  <a:pt x="101730" y="37710"/>
                </a:moveTo>
                <a:cubicBezTo>
                  <a:pt x="101755" y="37710"/>
                  <a:pt x="101755" y="37735"/>
                  <a:pt x="101780" y="37735"/>
                </a:cubicBezTo>
                <a:cubicBezTo>
                  <a:pt x="101755" y="37810"/>
                  <a:pt x="101730" y="37909"/>
                  <a:pt x="101730" y="37959"/>
                </a:cubicBezTo>
                <a:cubicBezTo>
                  <a:pt x="101680" y="37959"/>
                  <a:pt x="101680" y="37934"/>
                  <a:pt x="101655" y="37934"/>
                </a:cubicBezTo>
                <a:cubicBezTo>
                  <a:pt x="101655" y="37859"/>
                  <a:pt x="101680" y="37760"/>
                  <a:pt x="101730" y="37710"/>
                </a:cubicBezTo>
                <a:close/>
                <a:moveTo>
                  <a:pt x="75769" y="31039"/>
                </a:moveTo>
                <a:lnTo>
                  <a:pt x="75769" y="31039"/>
                </a:lnTo>
                <a:cubicBezTo>
                  <a:pt x="75744" y="33205"/>
                  <a:pt x="75346" y="35569"/>
                  <a:pt x="74549" y="38059"/>
                </a:cubicBezTo>
                <a:cubicBezTo>
                  <a:pt x="74524" y="37909"/>
                  <a:pt x="74499" y="37710"/>
                  <a:pt x="74425" y="37561"/>
                </a:cubicBezTo>
                <a:lnTo>
                  <a:pt x="74425" y="37536"/>
                </a:lnTo>
                <a:lnTo>
                  <a:pt x="74425" y="37436"/>
                </a:lnTo>
                <a:cubicBezTo>
                  <a:pt x="74375" y="37113"/>
                  <a:pt x="74350" y="36839"/>
                  <a:pt x="74250" y="36565"/>
                </a:cubicBezTo>
                <a:lnTo>
                  <a:pt x="74250" y="36441"/>
                </a:lnTo>
                <a:lnTo>
                  <a:pt x="74151" y="35594"/>
                </a:lnTo>
                <a:cubicBezTo>
                  <a:pt x="74151" y="35470"/>
                  <a:pt x="74126" y="35345"/>
                  <a:pt x="74126" y="35221"/>
                </a:cubicBezTo>
                <a:lnTo>
                  <a:pt x="74126" y="35072"/>
                </a:lnTo>
                <a:lnTo>
                  <a:pt x="74126" y="34997"/>
                </a:lnTo>
                <a:lnTo>
                  <a:pt x="74126" y="34873"/>
                </a:lnTo>
                <a:lnTo>
                  <a:pt x="74126" y="33827"/>
                </a:lnTo>
                <a:lnTo>
                  <a:pt x="74126" y="33703"/>
                </a:lnTo>
                <a:lnTo>
                  <a:pt x="74126" y="33479"/>
                </a:lnTo>
                <a:cubicBezTo>
                  <a:pt x="74151" y="33105"/>
                  <a:pt x="74176" y="32732"/>
                  <a:pt x="74250" y="32359"/>
                </a:cubicBezTo>
                <a:cubicBezTo>
                  <a:pt x="74250" y="32259"/>
                  <a:pt x="74275" y="32159"/>
                  <a:pt x="74275" y="32110"/>
                </a:cubicBezTo>
                <a:cubicBezTo>
                  <a:pt x="74300" y="31985"/>
                  <a:pt x="74325" y="31861"/>
                  <a:pt x="74325" y="31736"/>
                </a:cubicBezTo>
                <a:cubicBezTo>
                  <a:pt x="74798" y="31487"/>
                  <a:pt x="75296" y="31263"/>
                  <a:pt x="75769" y="31039"/>
                </a:cubicBezTo>
                <a:close/>
                <a:moveTo>
                  <a:pt x="100062" y="37436"/>
                </a:moveTo>
                <a:cubicBezTo>
                  <a:pt x="100535" y="37611"/>
                  <a:pt x="100983" y="37810"/>
                  <a:pt x="101407" y="38034"/>
                </a:cubicBezTo>
                <a:cubicBezTo>
                  <a:pt x="101407" y="38059"/>
                  <a:pt x="101407" y="38059"/>
                  <a:pt x="101382" y="38083"/>
                </a:cubicBezTo>
                <a:cubicBezTo>
                  <a:pt x="100934" y="37859"/>
                  <a:pt x="100486" y="37685"/>
                  <a:pt x="100038" y="37486"/>
                </a:cubicBezTo>
                <a:cubicBezTo>
                  <a:pt x="100038" y="37461"/>
                  <a:pt x="100062" y="37461"/>
                  <a:pt x="100062" y="37436"/>
                </a:cubicBezTo>
                <a:close/>
                <a:moveTo>
                  <a:pt x="101556" y="38083"/>
                </a:moveTo>
                <a:cubicBezTo>
                  <a:pt x="101606" y="38083"/>
                  <a:pt x="101606" y="38108"/>
                  <a:pt x="101631" y="38108"/>
                </a:cubicBezTo>
                <a:cubicBezTo>
                  <a:pt x="101631" y="38133"/>
                  <a:pt x="101631" y="38133"/>
                  <a:pt x="101606" y="38183"/>
                </a:cubicBezTo>
                <a:cubicBezTo>
                  <a:pt x="101567" y="38183"/>
                  <a:pt x="101558" y="38153"/>
                  <a:pt x="101545" y="38140"/>
                </a:cubicBezTo>
                <a:lnTo>
                  <a:pt x="101545" y="38140"/>
                </a:lnTo>
                <a:cubicBezTo>
                  <a:pt x="101556" y="38136"/>
                  <a:pt x="101556" y="38102"/>
                  <a:pt x="101556" y="38083"/>
                </a:cubicBezTo>
                <a:close/>
                <a:moveTo>
                  <a:pt x="59938" y="31363"/>
                </a:moveTo>
                <a:cubicBezTo>
                  <a:pt x="60859" y="33628"/>
                  <a:pt x="62054" y="35744"/>
                  <a:pt x="63423" y="37660"/>
                </a:cubicBezTo>
                <a:cubicBezTo>
                  <a:pt x="63049" y="37909"/>
                  <a:pt x="62701" y="38158"/>
                  <a:pt x="62328" y="38407"/>
                </a:cubicBezTo>
                <a:cubicBezTo>
                  <a:pt x="61183" y="36291"/>
                  <a:pt x="59838" y="34076"/>
                  <a:pt x="58345" y="31861"/>
                </a:cubicBezTo>
                <a:cubicBezTo>
                  <a:pt x="58868" y="31687"/>
                  <a:pt x="59390" y="31487"/>
                  <a:pt x="59938" y="31363"/>
                </a:cubicBezTo>
                <a:close/>
                <a:moveTo>
                  <a:pt x="76018" y="30865"/>
                </a:moveTo>
                <a:cubicBezTo>
                  <a:pt x="76018" y="33230"/>
                  <a:pt x="75545" y="35794"/>
                  <a:pt x="74674" y="38457"/>
                </a:cubicBezTo>
                <a:cubicBezTo>
                  <a:pt x="74674" y="38432"/>
                  <a:pt x="74649" y="38407"/>
                  <a:pt x="74649" y="38357"/>
                </a:cubicBezTo>
                <a:cubicBezTo>
                  <a:pt x="75495" y="35744"/>
                  <a:pt x="75943" y="33230"/>
                  <a:pt x="75943" y="30890"/>
                </a:cubicBezTo>
                <a:cubicBezTo>
                  <a:pt x="75968" y="30890"/>
                  <a:pt x="75993" y="30890"/>
                  <a:pt x="76018" y="30865"/>
                </a:cubicBezTo>
                <a:close/>
                <a:moveTo>
                  <a:pt x="85302" y="34922"/>
                </a:moveTo>
                <a:lnTo>
                  <a:pt x="85302" y="34922"/>
                </a:lnTo>
                <a:cubicBezTo>
                  <a:pt x="85128" y="35569"/>
                  <a:pt x="84954" y="36242"/>
                  <a:pt x="84705" y="36864"/>
                </a:cubicBezTo>
                <a:cubicBezTo>
                  <a:pt x="84555" y="36914"/>
                  <a:pt x="84381" y="36963"/>
                  <a:pt x="84257" y="36988"/>
                </a:cubicBezTo>
                <a:cubicBezTo>
                  <a:pt x="84107" y="37038"/>
                  <a:pt x="83958" y="37088"/>
                  <a:pt x="83809" y="37113"/>
                </a:cubicBezTo>
                <a:cubicBezTo>
                  <a:pt x="83385" y="37237"/>
                  <a:pt x="82987" y="37362"/>
                  <a:pt x="82564" y="37536"/>
                </a:cubicBezTo>
                <a:cubicBezTo>
                  <a:pt x="82365" y="37586"/>
                  <a:pt x="82216" y="37611"/>
                  <a:pt x="82066" y="37685"/>
                </a:cubicBezTo>
                <a:cubicBezTo>
                  <a:pt x="81718" y="37810"/>
                  <a:pt x="81394" y="37934"/>
                  <a:pt x="81071" y="38059"/>
                </a:cubicBezTo>
                <a:cubicBezTo>
                  <a:pt x="80996" y="38083"/>
                  <a:pt x="80946" y="38108"/>
                  <a:pt x="80871" y="38108"/>
                </a:cubicBezTo>
                <a:cubicBezTo>
                  <a:pt x="80697" y="38183"/>
                  <a:pt x="80498" y="38233"/>
                  <a:pt x="80324" y="38332"/>
                </a:cubicBezTo>
                <a:cubicBezTo>
                  <a:pt x="80150" y="38382"/>
                  <a:pt x="80000" y="38457"/>
                  <a:pt x="79876" y="38532"/>
                </a:cubicBezTo>
                <a:cubicBezTo>
                  <a:pt x="80324" y="37536"/>
                  <a:pt x="80722" y="36565"/>
                  <a:pt x="81071" y="35569"/>
                </a:cubicBezTo>
                <a:cubicBezTo>
                  <a:pt x="82365" y="35221"/>
                  <a:pt x="83809" y="34997"/>
                  <a:pt x="85302" y="34922"/>
                </a:cubicBezTo>
                <a:close/>
                <a:moveTo>
                  <a:pt x="17524" y="36490"/>
                </a:moveTo>
                <a:lnTo>
                  <a:pt x="17524" y="36540"/>
                </a:lnTo>
                <a:lnTo>
                  <a:pt x="17524" y="36565"/>
                </a:lnTo>
                <a:lnTo>
                  <a:pt x="17524" y="36590"/>
                </a:lnTo>
                <a:cubicBezTo>
                  <a:pt x="17399" y="36739"/>
                  <a:pt x="17250" y="36938"/>
                  <a:pt x="17125" y="37113"/>
                </a:cubicBezTo>
                <a:cubicBezTo>
                  <a:pt x="16805" y="37529"/>
                  <a:pt x="16417" y="38027"/>
                  <a:pt x="16019" y="38550"/>
                </a:cubicBezTo>
                <a:lnTo>
                  <a:pt x="16019" y="38550"/>
                </a:lnTo>
                <a:lnTo>
                  <a:pt x="16154" y="38357"/>
                </a:lnTo>
                <a:cubicBezTo>
                  <a:pt x="16379" y="38083"/>
                  <a:pt x="16553" y="37810"/>
                  <a:pt x="16777" y="37536"/>
                </a:cubicBezTo>
                <a:cubicBezTo>
                  <a:pt x="16802" y="37461"/>
                  <a:pt x="16851" y="37436"/>
                  <a:pt x="16876" y="37362"/>
                </a:cubicBezTo>
                <a:cubicBezTo>
                  <a:pt x="17100" y="37088"/>
                  <a:pt x="17299" y="36814"/>
                  <a:pt x="17524" y="36490"/>
                </a:cubicBezTo>
                <a:close/>
                <a:moveTo>
                  <a:pt x="58196" y="31960"/>
                </a:moveTo>
                <a:cubicBezTo>
                  <a:pt x="59639" y="34176"/>
                  <a:pt x="61033" y="36416"/>
                  <a:pt x="62178" y="38532"/>
                </a:cubicBezTo>
                <a:lnTo>
                  <a:pt x="62128" y="38556"/>
                </a:lnTo>
                <a:cubicBezTo>
                  <a:pt x="60983" y="36441"/>
                  <a:pt x="59614" y="34200"/>
                  <a:pt x="58121" y="31985"/>
                </a:cubicBezTo>
                <a:cubicBezTo>
                  <a:pt x="58171" y="31985"/>
                  <a:pt x="58171" y="31985"/>
                  <a:pt x="58196" y="31960"/>
                </a:cubicBezTo>
                <a:close/>
                <a:moveTo>
                  <a:pt x="82514" y="28227"/>
                </a:moveTo>
                <a:lnTo>
                  <a:pt x="82514" y="28227"/>
                </a:lnTo>
                <a:cubicBezTo>
                  <a:pt x="82166" y="30467"/>
                  <a:pt x="81519" y="32831"/>
                  <a:pt x="80647" y="35246"/>
                </a:cubicBezTo>
                <a:cubicBezTo>
                  <a:pt x="78208" y="35968"/>
                  <a:pt x="76192" y="37088"/>
                  <a:pt x="74848" y="38556"/>
                </a:cubicBezTo>
                <a:cubicBezTo>
                  <a:pt x="75744" y="35818"/>
                  <a:pt x="76217" y="33205"/>
                  <a:pt x="76167" y="30815"/>
                </a:cubicBezTo>
                <a:cubicBezTo>
                  <a:pt x="78308" y="29820"/>
                  <a:pt x="80448" y="28948"/>
                  <a:pt x="82514" y="28227"/>
                </a:cubicBezTo>
                <a:close/>
                <a:moveTo>
                  <a:pt x="63497" y="37810"/>
                </a:moveTo>
                <a:lnTo>
                  <a:pt x="63572" y="37859"/>
                </a:lnTo>
                <a:cubicBezTo>
                  <a:pt x="63199" y="38108"/>
                  <a:pt x="62825" y="38357"/>
                  <a:pt x="62452" y="38656"/>
                </a:cubicBezTo>
                <a:cubicBezTo>
                  <a:pt x="62452" y="38606"/>
                  <a:pt x="62427" y="38606"/>
                  <a:pt x="62427" y="38581"/>
                </a:cubicBezTo>
                <a:cubicBezTo>
                  <a:pt x="62800" y="38332"/>
                  <a:pt x="63174" y="38059"/>
                  <a:pt x="63497" y="37810"/>
                </a:cubicBezTo>
                <a:close/>
                <a:moveTo>
                  <a:pt x="80747" y="35694"/>
                </a:moveTo>
                <a:cubicBezTo>
                  <a:pt x="80398" y="36615"/>
                  <a:pt x="80000" y="37611"/>
                  <a:pt x="79552" y="38656"/>
                </a:cubicBezTo>
                <a:cubicBezTo>
                  <a:pt x="79527" y="38656"/>
                  <a:pt x="79527" y="38656"/>
                  <a:pt x="79502" y="38681"/>
                </a:cubicBezTo>
                <a:cubicBezTo>
                  <a:pt x="79926" y="37635"/>
                  <a:pt x="80349" y="36665"/>
                  <a:pt x="80722" y="35694"/>
                </a:cubicBezTo>
                <a:close/>
                <a:moveTo>
                  <a:pt x="84680" y="37063"/>
                </a:moveTo>
                <a:lnTo>
                  <a:pt x="84630" y="37113"/>
                </a:lnTo>
                <a:cubicBezTo>
                  <a:pt x="84356" y="37212"/>
                  <a:pt x="84082" y="37337"/>
                  <a:pt x="83809" y="37411"/>
                </a:cubicBezTo>
                <a:cubicBezTo>
                  <a:pt x="83585" y="37461"/>
                  <a:pt x="83336" y="37561"/>
                  <a:pt x="83112" y="37611"/>
                </a:cubicBezTo>
                <a:cubicBezTo>
                  <a:pt x="82464" y="37835"/>
                  <a:pt x="81817" y="38059"/>
                  <a:pt x="81120" y="38308"/>
                </a:cubicBezTo>
                <a:lnTo>
                  <a:pt x="80847" y="38382"/>
                </a:lnTo>
                <a:cubicBezTo>
                  <a:pt x="80473" y="38532"/>
                  <a:pt x="80100" y="38681"/>
                  <a:pt x="79726" y="38805"/>
                </a:cubicBezTo>
                <a:lnTo>
                  <a:pt x="79726" y="38780"/>
                </a:lnTo>
                <a:cubicBezTo>
                  <a:pt x="79726" y="38780"/>
                  <a:pt x="79726" y="38731"/>
                  <a:pt x="79751" y="38731"/>
                </a:cubicBezTo>
                <a:cubicBezTo>
                  <a:pt x="81444" y="38059"/>
                  <a:pt x="83087" y="37486"/>
                  <a:pt x="84680" y="37063"/>
                </a:cubicBezTo>
                <a:close/>
                <a:moveTo>
                  <a:pt x="19306" y="35769"/>
                </a:moveTo>
                <a:cubicBezTo>
                  <a:pt x="19770" y="35769"/>
                  <a:pt x="20349" y="35868"/>
                  <a:pt x="21033" y="36067"/>
                </a:cubicBezTo>
                <a:lnTo>
                  <a:pt x="18718" y="38855"/>
                </a:lnTo>
                <a:cubicBezTo>
                  <a:pt x="18046" y="37635"/>
                  <a:pt x="17847" y="36739"/>
                  <a:pt x="18121" y="36242"/>
                </a:cubicBezTo>
                <a:cubicBezTo>
                  <a:pt x="18171" y="36192"/>
                  <a:pt x="18220" y="36117"/>
                  <a:pt x="18270" y="36067"/>
                </a:cubicBezTo>
                <a:cubicBezTo>
                  <a:pt x="18494" y="35868"/>
                  <a:pt x="18843" y="35769"/>
                  <a:pt x="19306" y="35769"/>
                </a:cubicBezTo>
                <a:close/>
                <a:moveTo>
                  <a:pt x="80598" y="35445"/>
                </a:moveTo>
                <a:cubicBezTo>
                  <a:pt x="80598" y="35470"/>
                  <a:pt x="80573" y="35495"/>
                  <a:pt x="80573" y="35495"/>
                </a:cubicBezTo>
                <a:cubicBezTo>
                  <a:pt x="78108" y="36217"/>
                  <a:pt x="76142" y="37411"/>
                  <a:pt x="74848" y="38905"/>
                </a:cubicBezTo>
                <a:cubicBezTo>
                  <a:pt x="74848" y="38855"/>
                  <a:pt x="74798" y="38855"/>
                  <a:pt x="74798" y="38830"/>
                </a:cubicBezTo>
                <a:cubicBezTo>
                  <a:pt x="76142" y="37312"/>
                  <a:pt x="78108" y="36167"/>
                  <a:pt x="80598" y="35445"/>
                </a:cubicBezTo>
                <a:close/>
                <a:moveTo>
                  <a:pt x="79403" y="38930"/>
                </a:moveTo>
                <a:cubicBezTo>
                  <a:pt x="79403" y="38955"/>
                  <a:pt x="79403" y="38955"/>
                  <a:pt x="79378" y="38955"/>
                </a:cubicBezTo>
                <a:cubicBezTo>
                  <a:pt x="79378" y="38955"/>
                  <a:pt x="79353" y="38955"/>
                  <a:pt x="79353" y="38980"/>
                </a:cubicBezTo>
                <a:lnTo>
                  <a:pt x="79353" y="38955"/>
                </a:lnTo>
                <a:lnTo>
                  <a:pt x="79353" y="38930"/>
                </a:lnTo>
                <a:close/>
                <a:moveTo>
                  <a:pt x="17847" y="36615"/>
                </a:moveTo>
                <a:lnTo>
                  <a:pt x="17847" y="36615"/>
                </a:lnTo>
                <a:cubicBezTo>
                  <a:pt x="17772" y="37212"/>
                  <a:pt x="18046" y="38034"/>
                  <a:pt x="18594" y="39054"/>
                </a:cubicBezTo>
                <a:lnTo>
                  <a:pt x="18519" y="39104"/>
                </a:lnTo>
                <a:cubicBezTo>
                  <a:pt x="17996" y="38158"/>
                  <a:pt x="17723" y="37337"/>
                  <a:pt x="17748" y="36714"/>
                </a:cubicBezTo>
                <a:lnTo>
                  <a:pt x="17847" y="36615"/>
                </a:lnTo>
                <a:close/>
                <a:moveTo>
                  <a:pt x="21232" y="36117"/>
                </a:moveTo>
                <a:cubicBezTo>
                  <a:pt x="21257" y="36117"/>
                  <a:pt x="21257" y="36117"/>
                  <a:pt x="21282" y="36167"/>
                </a:cubicBezTo>
                <a:cubicBezTo>
                  <a:pt x="20461" y="37138"/>
                  <a:pt x="19639" y="38108"/>
                  <a:pt x="18818" y="39104"/>
                </a:cubicBezTo>
                <a:cubicBezTo>
                  <a:pt x="18818" y="39079"/>
                  <a:pt x="18793" y="39079"/>
                  <a:pt x="18793" y="39054"/>
                </a:cubicBezTo>
                <a:cubicBezTo>
                  <a:pt x="19614" y="38059"/>
                  <a:pt x="20411" y="37088"/>
                  <a:pt x="21232" y="36117"/>
                </a:cubicBezTo>
                <a:close/>
                <a:moveTo>
                  <a:pt x="101904" y="37835"/>
                </a:moveTo>
                <a:cubicBezTo>
                  <a:pt x="102004" y="37859"/>
                  <a:pt x="102054" y="37934"/>
                  <a:pt x="102153" y="37959"/>
                </a:cubicBezTo>
                <a:lnTo>
                  <a:pt x="102800" y="38332"/>
                </a:lnTo>
                <a:lnTo>
                  <a:pt x="102850" y="38332"/>
                </a:lnTo>
                <a:cubicBezTo>
                  <a:pt x="103024" y="38457"/>
                  <a:pt x="103224" y="38581"/>
                  <a:pt x="103373" y="38706"/>
                </a:cubicBezTo>
                <a:cubicBezTo>
                  <a:pt x="103547" y="38830"/>
                  <a:pt x="103746" y="38955"/>
                  <a:pt x="103921" y="39104"/>
                </a:cubicBezTo>
                <a:cubicBezTo>
                  <a:pt x="103273" y="38731"/>
                  <a:pt x="102552" y="38357"/>
                  <a:pt x="101855" y="38034"/>
                </a:cubicBezTo>
                <a:cubicBezTo>
                  <a:pt x="101880" y="37959"/>
                  <a:pt x="101904" y="37909"/>
                  <a:pt x="101904" y="37835"/>
                </a:cubicBezTo>
                <a:close/>
                <a:moveTo>
                  <a:pt x="18693" y="39204"/>
                </a:moveTo>
                <a:cubicBezTo>
                  <a:pt x="18693" y="39228"/>
                  <a:pt x="18743" y="39228"/>
                  <a:pt x="18743" y="39278"/>
                </a:cubicBezTo>
                <a:lnTo>
                  <a:pt x="18668" y="39328"/>
                </a:lnTo>
                <a:cubicBezTo>
                  <a:pt x="18644" y="39303"/>
                  <a:pt x="18644" y="39303"/>
                  <a:pt x="18644" y="39278"/>
                </a:cubicBezTo>
                <a:lnTo>
                  <a:pt x="18693" y="39204"/>
                </a:lnTo>
                <a:close/>
                <a:moveTo>
                  <a:pt x="39428" y="20062"/>
                </a:moveTo>
                <a:cubicBezTo>
                  <a:pt x="39453" y="20237"/>
                  <a:pt x="39527" y="20411"/>
                  <a:pt x="39577" y="20560"/>
                </a:cubicBezTo>
                <a:cubicBezTo>
                  <a:pt x="39652" y="20734"/>
                  <a:pt x="39701" y="20934"/>
                  <a:pt x="39801" y="21183"/>
                </a:cubicBezTo>
                <a:cubicBezTo>
                  <a:pt x="39876" y="21382"/>
                  <a:pt x="39950" y="21606"/>
                  <a:pt x="40025" y="21780"/>
                </a:cubicBezTo>
                <a:cubicBezTo>
                  <a:pt x="40125" y="22054"/>
                  <a:pt x="40224" y="22352"/>
                  <a:pt x="40324" y="22626"/>
                </a:cubicBezTo>
                <a:cubicBezTo>
                  <a:pt x="40398" y="22751"/>
                  <a:pt x="40448" y="22875"/>
                  <a:pt x="40498" y="23024"/>
                </a:cubicBezTo>
                <a:cubicBezTo>
                  <a:pt x="40647" y="23398"/>
                  <a:pt x="40797" y="23771"/>
                  <a:pt x="40971" y="24169"/>
                </a:cubicBezTo>
                <a:cubicBezTo>
                  <a:pt x="40971" y="24169"/>
                  <a:pt x="40971" y="24219"/>
                  <a:pt x="41021" y="24219"/>
                </a:cubicBezTo>
                <a:cubicBezTo>
                  <a:pt x="41344" y="24916"/>
                  <a:pt x="41693" y="25713"/>
                  <a:pt x="42091" y="26484"/>
                </a:cubicBezTo>
                <a:cubicBezTo>
                  <a:pt x="41967" y="26584"/>
                  <a:pt x="41892" y="26659"/>
                  <a:pt x="41767" y="26758"/>
                </a:cubicBezTo>
                <a:cubicBezTo>
                  <a:pt x="41419" y="27032"/>
                  <a:pt x="41071" y="27331"/>
                  <a:pt x="40722" y="27629"/>
                </a:cubicBezTo>
                <a:cubicBezTo>
                  <a:pt x="40224" y="28028"/>
                  <a:pt x="39776" y="28476"/>
                  <a:pt x="39278" y="28874"/>
                </a:cubicBezTo>
                <a:cubicBezTo>
                  <a:pt x="38930" y="29197"/>
                  <a:pt x="38581" y="29471"/>
                  <a:pt x="38233" y="29770"/>
                </a:cubicBezTo>
                <a:cubicBezTo>
                  <a:pt x="37685" y="30268"/>
                  <a:pt x="37163" y="30766"/>
                  <a:pt x="36615" y="31263"/>
                </a:cubicBezTo>
                <a:cubicBezTo>
                  <a:pt x="36267" y="31612"/>
                  <a:pt x="35868" y="31960"/>
                  <a:pt x="35520" y="32334"/>
                </a:cubicBezTo>
                <a:cubicBezTo>
                  <a:pt x="35196" y="32607"/>
                  <a:pt x="34922" y="32881"/>
                  <a:pt x="34599" y="33205"/>
                </a:cubicBezTo>
                <a:cubicBezTo>
                  <a:pt x="34051" y="33728"/>
                  <a:pt x="33479" y="34300"/>
                  <a:pt x="32956" y="34848"/>
                </a:cubicBezTo>
                <a:lnTo>
                  <a:pt x="32010" y="35794"/>
                </a:lnTo>
                <a:cubicBezTo>
                  <a:pt x="31687" y="36117"/>
                  <a:pt x="31363" y="36466"/>
                  <a:pt x="31014" y="36814"/>
                </a:cubicBezTo>
                <a:lnTo>
                  <a:pt x="29446" y="38482"/>
                </a:lnTo>
                <a:cubicBezTo>
                  <a:pt x="29197" y="38780"/>
                  <a:pt x="28949" y="39029"/>
                  <a:pt x="28700" y="39303"/>
                </a:cubicBezTo>
                <a:lnTo>
                  <a:pt x="28650" y="39328"/>
                </a:lnTo>
                <a:cubicBezTo>
                  <a:pt x="26360" y="37934"/>
                  <a:pt x="24244" y="36839"/>
                  <a:pt x="22427" y="36117"/>
                </a:cubicBezTo>
                <a:cubicBezTo>
                  <a:pt x="22552" y="35993"/>
                  <a:pt x="22651" y="35843"/>
                  <a:pt x="22776" y="35719"/>
                </a:cubicBezTo>
                <a:cubicBezTo>
                  <a:pt x="22800" y="35669"/>
                  <a:pt x="22875" y="35594"/>
                  <a:pt x="22900" y="35569"/>
                </a:cubicBezTo>
                <a:cubicBezTo>
                  <a:pt x="23273" y="35097"/>
                  <a:pt x="23672" y="34624"/>
                  <a:pt x="24095" y="34176"/>
                </a:cubicBezTo>
                <a:cubicBezTo>
                  <a:pt x="24145" y="34101"/>
                  <a:pt x="24219" y="34001"/>
                  <a:pt x="24269" y="33952"/>
                </a:cubicBezTo>
                <a:cubicBezTo>
                  <a:pt x="24617" y="33578"/>
                  <a:pt x="24916" y="33205"/>
                  <a:pt x="25265" y="32831"/>
                </a:cubicBezTo>
                <a:cubicBezTo>
                  <a:pt x="25514" y="32558"/>
                  <a:pt x="25787" y="32259"/>
                  <a:pt x="26036" y="31960"/>
                </a:cubicBezTo>
                <a:cubicBezTo>
                  <a:pt x="26285" y="31687"/>
                  <a:pt x="26584" y="31363"/>
                  <a:pt x="26858" y="31089"/>
                </a:cubicBezTo>
                <a:cubicBezTo>
                  <a:pt x="26957" y="30990"/>
                  <a:pt x="27032" y="30890"/>
                  <a:pt x="27131" y="30766"/>
                </a:cubicBezTo>
                <a:cubicBezTo>
                  <a:pt x="27654" y="30218"/>
                  <a:pt x="28202" y="29645"/>
                  <a:pt x="28749" y="29123"/>
                </a:cubicBezTo>
                <a:lnTo>
                  <a:pt x="29496" y="28376"/>
                </a:lnTo>
                <a:cubicBezTo>
                  <a:pt x="30118" y="27779"/>
                  <a:pt x="30716" y="27206"/>
                  <a:pt x="31363" y="26609"/>
                </a:cubicBezTo>
                <a:cubicBezTo>
                  <a:pt x="31487" y="26484"/>
                  <a:pt x="31637" y="26360"/>
                  <a:pt x="31786" y="26235"/>
                </a:cubicBezTo>
                <a:cubicBezTo>
                  <a:pt x="32135" y="25887"/>
                  <a:pt x="32483" y="25588"/>
                  <a:pt x="32856" y="25265"/>
                </a:cubicBezTo>
                <a:cubicBezTo>
                  <a:pt x="33056" y="25115"/>
                  <a:pt x="33230" y="24916"/>
                  <a:pt x="33429" y="24767"/>
                </a:cubicBezTo>
                <a:cubicBezTo>
                  <a:pt x="33777" y="24468"/>
                  <a:pt x="34101" y="24169"/>
                  <a:pt x="34449" y="23896"/>
                </a:cubicBezTo>
                <a:cubicBezTo>
                  <a:pt x="34673" y="23721"/>
                  <a:pt x="34898" y="23522"/>
                  <a:pt x="35146" y="23348"/>
                </a:cubicBezTo>
                <a:cubicBezTo>
                  <a:pt x="35445" y="23099"/>
                  <a:pt x="35794" y="22800"/>
                  <a:pt x="36092" y="22552"/>
                </a:cubicBezTo>
                <a:cubicBezTo>
                  <a:pt x="36341" y="22377"/>
                  <a:pt x="36565" y="22178"/>
                  <a:pt x="36814" y="22004"/>
                </a:cubicBezTo>
                <a:cubicBezTo>
                  <a:pt x="36889" y="21929"/>
                  <a:pt x="36939" y="21904"/>
                  <a:pt x="37038" y="21855"/>
                </a:cubicBezTo>
                <a:cubicBezTo>
                  <a:pt x="37287" y="21655"/>
                  <a:pt x="37561" y="21431"/>
                  <a:pt x="37810" y="21257"/>
                </a:cubicBezTo>
                <a:cubicBezTo>
                  <a:pt x="38059" y="21058"/>
                  <a:pt x="38283" y="20909"/>
                  <a:pt x="38532" y="20734"/>
                </a:cubicBezTo>
                <a:cubicBezTo>
                  <a:pt x="38830" y="20510"/>
                  <a:pt x="39129" y="20286"/>
                  <a:pt x="39428" y="20062"/>
                </a:cubicBezTo>
                <a:close/>
                <a:moveTo>
                  <a:pt x="42215" y="26559"/>
                </a:moveTo>
                <a:cubicBezTo>
                  <a:pt x="42215" y="26609"/>
                  <a:pt x="42265" y="26609"/>
                  <a:pt x="42265" y="26634"/>
                </a:cubicBezTo>
                <a:cubicBezTo>
                  <a:pt x="42041" y="26858"/>
                  <a:pt x="41867" y="27007"/>
                  <a:pt x="41668" y="27131"/>
                </a:cubicBezTo>
                <a:cubicBezTo>
                  <a:pt x="41419" y="27355"/>
                  <a:pt x="41170" y="27530"/>
                  <a:pt x="40921" y="27754"/>
                </a:cubicBezTo>
                <a:cubicBezTo>
                  <a:pt x="40349" y="28227"/>
                  <a:pt x="39826" y="28700"/>
                  <a:pt x="39278" y="29197"/>
                </a:cubicBezTo>
                <a:cubicBezTo>
                  <a:pt x="38980" y="29446"/>
                  <a:pt x="38756" y="29645"/>
                  <a:pt x="38457" y="29894"/>
                </a:cubicBezTo>
                <a:cubicBezTo>
                  <a:pt x="37835" y="30467"/>
                  <a:pt x="37212" y="31014"/>
                  <a:pt x="36590" y="31612"/>
                </a:cubicBezTo>
                <a:cubicBezTo>
                  <a:pt x="36341" y="31861"/>
                  <a:pt x="36092" y="32085"/>
                  <a:pt x="35843" y="32334"/>
                </a:cubicBezTo>
                <a:cubicBezTo>
                  <a:pt x="35321" y="32831"/>
                  <a:pt x="34798" y="33329"/>
                  <a:pt x="34300" y="33827"/>
                </a:cubicBezTo>
                <a:lnTo>
                  <a:pt x="33728" y="34375"/>
                </a:lnTo>
                <a:cubicBezTo>
                  <a:pt x="33105" y="34997"/>
                  <a:pt x="32483" y="35619"/>
                  <a:pt x="31861" y="36266"/>
                </a:cubicBezTo>
                <a:lnTo>
                  <a:pt x="31363" y="36764"/>
                </a:lnTo>
                <a:cubicBezTo>
                  <a:pt x="30691" y="37486"/>
                  <a:pt x="29994" y="38208"/>
                  <a:pt x="29347" y="38930"/>
                </a:cubicBezTo>
                <a:lnTo>
                  <a:pt x="29247" y="39004"/>
                </a:lnTo>
                <a:cubicBezTo>
                  <a:pt x="29123" y="39154"/>
                  <a:pt x="28998" y="39278"/>
                  <a:pt x="28899" y="39378"/>
                </a:cubicBezTo>
                <a:cubicBezTo>
                  <a:pt x="28874" y="39378"/>
                  <a:pt x="28874" y="39353"/>
                  <a:pt x="28849" y="39353"/>
                </a:cubicBezTo>
                <a:lnTo>
                  <a:pt x="29969" y="38133"/>
                </a:lnTo>
                <a:cubicBezTo>
                  <a:pt x="30342" y="37735"/>
                  <a:pt x="30716" y="37362"/>
                  <a:pt x="31089" y="36963"/>
                </a:cubicBezTo>
                <a:cubicBezTo>
                  <a:pt x="31463" y="36565"/>
                  <a:pt x="31861" y="36142"/>
                  <a:pt x="32234" y="35769"/>
                </a:cubicBezTo>
                <a:lnTo>
                  <a:pt x="32881" y="35121"/>
                </a:lnTo>
                <a:cubicBezTo>
                  <a:pt x="33553" y="34474"/>
                  <a:pt x="34201" y="33827"/>
                  <a:pt x="34873" y="33155"/>
                </a:cubicBezTo>
                <a:cubicBezTo>
                  <a:pt x="35097" y="32956"/>
                  <a:pt x="35346" y="32732"/>
                  <a:pt x="35594" y="32483"/>
                </a:cubicBezTo>
                <a:lnTo>
                  <a:pt x="36988" y="31164"/>
                </a:lnTo>
                <a:cubicBezTo>
                  <a:pt x="37461" y="30741"/>
                  <a:pt x="37934" y="30342"/>
                  <a:pt x="38407" y="29894"/>
                </a:cubicBezTo>
                <a:cubicBezTo>
                  <a:pt x="38731" y="29596"/>
                  <a:pt x="39104" y="29272"/>
                  <a:pt x="39453" y="28924"/>
                </a:cubicBezTo>
                <a:cubicBezTo>
                  <a:pt x="39926" y="28525"/>
                  <a:pt x="40349" y="28152"/>
                  <a:pt x="40822" y="27754"/>
                </a:cubicBezTo>
                <a:cubicBezTo>
                  <a:pt x="41195" y="27430"/>
                  <a:pt x="41543" y="27131"/>
                  <a:pt x="41917" y="26808"/>
                </a:cubicBezTo>
                <a:cubicBezTo>
                  <a:pt x="42016" y="26733"/>
                  <a:pt x="42091" y="26659"/>
                  <a:pt x="42215" y="26559"/>
                </a:cubicBezTo>
                <a:close/>
                <a:moveTo>
                  <a:pt x="22377" y="36242"/>
                </a:moveTo>
                <a:cubicBezTo>
                  <a:pt x="24145" y="36938"/>
                  <a:pt x="26260" y="38034"/>
                  <a:pt x="28575" y="39428"/>
                </a:cubicBezTo>
                <a:cubicBezTo>
                  <a:pt x="28575" y="39452"/>
                  <a:pt x="28550" y="39452"/>
                  <a:pt x="28550" y="39477"/>
                </a:cubicBezTo>
                <a:cubicBezTo>
                  <a:pt x="26235" y="38083"/>
                  <a:pt x="24120" y="36988"/>
                  <a:pt x="22352" y="36316"/>
                </a:cubicBezTo>
                <a:cubicBezTo>
                  <a:pt x="22352" y="36291"/>
                  <a:pt x="22377" y="36291"/>
                  <a:pt x="22377" y="36242"/>
                </a:cubicBezTo>
                <a:close/>
                <a:moveTo>
                  <a:pt x="74350" y="39428"/>
                </a:moveTo>
                <a:cubicBezTo>
                  <a:pt x="74350" y="39453"/>
                  <a:pt x="74300" y="39527"/>
                  <a:pt x="74300" y="39552"/>
                </a:cubicBezTo>
                <a:lnTo>
                  <a:pt x="74300" y="39477"/>
                </a:lnTo>
                <a:cubicBezTo>
                  <a:pt x="74300" y="39453"/>
                  <a:pt x="74350" y="39452"/>
                  <a:pt x="74350" y="39428"/>
                </a:cubicBezTo>
                <a:close/>
                <a:moveTo>
                  <a:pt x="71886" y="33006"/>
                </a:moveTo>
                <a:lnTo>
                  <a:pt x="71911" y="33031"/>
                </a:lnTo>
                <a:cubicBezTo>
                  <a:pt x="71935" y="33354"/>
                  <a:pt x="72010" y="33703"/>
                  <a:pt x="72060" y="34051"/>
                </a:cubicBezTo>
                <a:cubicBezTo>
                  <a:pt x="72110" y="34126"/>
                  <a:pt x="72110" y="34225"/>
                  <a:pt x="72135" y="34325"/>
                </a:cubicBezTo>
                <a:cubicBezTo>
                  <a:pt x="72259" y="34823"/>
                  <a:pt x="72384" y="35296"/>
                  <a:pt x="72558" y="35744"/>
                </a:cubicBezTo>
                <a:cubicBezTo>
                  <a:pt x="72608" y="35843"/>
                  <a:pt x="72632" y="35943"/>
                  <a:pt x="72657" y="35993"/>
                </a:cubicBezTo>
                <a:cubicBezTo>
                  <a:pt x="72807" y="36466"/>
                  <a:pt x="73006" y="36938"/>
                  <a:pt x="73230" y="37362"/>
                </a:cubicBezTo>
                <a:cubicBezTo>
                  <a:pt x="73255" y="37436"/>
                  <a:pt x="73280" y="37486"/>
                  <a:pt x="73304" y="37586"/>
                </a:cubicBezTo>
                <a:cubicBezTo>
                  <a:pt x="73479" y="37934"/>
                  <a:pt x="73653" y="38308"/>
                  <a:pt x="73877" y="38656"/>
                </a:cubicBezTo>
                <a:lnTo>
                  <a:pt x="73877" y="38706"/>
                </a:lnTo>
                <a:cubicBezTo>
                  <a:pt x="73852" y="38805"/>
                  <a:pt x="73852" y="38855"/>
                  <a:pt x="73852" y="38955"/>
                </a:cubicBezTo>
                <a:cubicBezTo>
                  <a:pt x="73802" y="39179"/>
                  <a:pt x="73753" y="39353"/>
                  <a:pt x="73678" y="39577"/>
                </a:cubicBezTo>
                <a:cubicBezTo>
                  <a:pt x="72184" y="37934"/>
                  <a:pt x="71039" y="36042"/>
                  <a:pt x="70268" y="33927"/>
                </a:cubicBezTo>
                <a:cubicBezTo>
                  <a:pt x="70790" y="33603"/>
                  <a:pt x="71363" y="33304"/>
                  <a:pt x="71886" y="33006"/>
                </a:cubicBezTo>
                <a:close/>
                <a:moveTo>
                  <a:pt x="28725" y="39552"/>
                </a:moveTo>
                <a:cubicBezTo>
                  <a:pt x="28749" y="39552"/>
                  <a:pt x="28749" y="39577"/>
                  <a:pt x="28774" y="39577"/>
                </a:cubicBezTo>
                <a:cubicBezTo>
                  <a:pt x="28774" y="39602"/>
                  <a:pt x="28749" y="39602"/>
                  <a:pt x="28749" y="39627"/>
                </a:cubicBezTo>
                <a:cubicBezTo>
                  <a:pt x="28725" y="39577"/>
                  <a:pt x="28725" y="39577"/>
                  <a:pt x="28700" y="39577"/>
                </a:cubicBezTo>
                <a:lnTo>
                  <a:pt x="28725" y="39552"/>
                </a:lnTo>
                <a:close/>
                <a:moveTo>
                  <a:pt x="21481" y="36192"/>
                </a:moveTo>
                <a:cubicBezTo>
                  <a:pt x="21581" y="36217"/>
                  <a:pt x="21631" y="36242"/>
                  <a:pt x="21730" y="36291"/>
                </a:cubicBezTo>
                <a:cubicBezTo>
                  <a:pt x="20859" y="37411"/>
                  <a:pt x="19988" y="38532"/>
                  <a:pt x="19166" y="39677"/>
                </a:cubicBezTo>
                <a:cubicBezTo>
                  <a:pt x="19092" y="39502"/>
                  <a:pt x="19017" y="39378"/>
                  <a:pt x="18917" y="39253"/>
                </a:cubicBezTo>
                <a:cubicBezTo>
                  <a:pt x="19764" y="38233"/>
                  <a:pt x="20610" y="37212"/>
                  <a:pt x="21481" y="36192"/>
                </a:cubicBezTo>
                <a:close/>
                <a:moveTo>
                  <a:pt x="74026" y="38855"/>
                </a:moveTo>
                <a:lnTo>
                  <a:pt x="74051" y="38880"/>
                </a:lnTo>
                <a:lnTo>
                  <a:pt x="74051" y="38930"/>
                </a:lnTo>
                <a:lnTo>
                  <a:pt x="74051" y="38980"/>
                </a:lnTo>
                <a:lnTo>
                  <a:pt x="73877" y="39726"/>
                </a:lnTo>
                <a:lnTo>
                  <a:pt x="73852" y="39701"/>
                </a:lnTo>
                <a:lnTo>
                  <a:pt x="73802" y="39677"/>
                </a:lnTo>
                <a:cubicBezTo>
                  <a:pt x="73877" y="39477"/>
                  <a:pt x="73927" y="39228"/>
                  <a:pt x="74001" y="38955"/>
                </a:cubicBezTo>
                <a:cubicBezTo>
                  <a:pt x="74001" y="38930"/>
                  <a:pt x="74001" y="38905"/>
                  <a:pt x="74026" y="38855"/>
                </a:cubicBezTo>
                <a:close/>
                <a:moveTo>
                  <a:pt x="102004" y="37561"/>
                </a:moveTo>
                <a:cubicBezTo>
                  <a:pt x="102352" y="37735"/>
                  <a:pt x="102676" y="37909"/>
                  <a:pt x="103000" y="38108"/>
                </a:cubicBezTo>
                <a:cubicBezTo>
                  <a:pt x="103024" y="38108"/>
                  <a:pt x="103024" y="38158"/>
                  <a:pt x="103049" y="38158"/>
                </a:cubicBezTo>
                <a:cubicBezTo>
                  <a:pt x="103796" y="38606"/>
                  <a:pt x="104493" y="39179"/>
                  <a:pt x="105066" y="39776"/>
                </a:cubicBezTo>
                <a:cubicBezTo>
                  <a:pt x="105072" y="39783"/>
                  <a:pt x="105074" y="39786"/>
                  <a:pt x="105071" y="39786"/>
                </a:cubicBezTo>
                <a:cubicBezTo>
                  <a:pt x="105064" y="39786"/>
                  <a:pt x="105027" y="39763"/>
                  <a:pt x="104991" y="39726"/>
                </a:cubicBezTo>
                <a:lnTo>
                  <a:pt x="104966" y="39701"/>
                </a:lnTo>
                <a:cubicBezTo>
                  <a:pt x="104916" y="39677"/>
                  <a:pt x="104891" y="39677"/>
                  <a:pt x="104866" y="39652"/>
                </a:cubicBezTo>
                <a:cubicBezTo>
                  <a:pt x="104667" y="39452"/>
                  <a:pt x="104493" y="39278"/>
                  <a:pt x="104269" y="39104"/>
                </a:cubicBezTo>
                <a:cubicBezTo>
                  <a:pt x="104219" y="39079"/>
                  <a:pt x="104145" y="39029"/>
                  <a:pt x="104120" y="38980"/>
                </a:cubicBezTo>
                <a:cubicBezTo>
                  <a:pt x="103871" y="38805"/>
                  <a:pt x="103647" y="38606"/>
                  <a:pt x="103373" y="38432"/>
                </a:cubicBezTo>
                <a:cubicBezTo>
                  <a:pt x="103348" y="38407"/>
                  <a:pt x="103273" y="38357"/>
                  <a:pt x="103224" y="38332"/>
                </a:cubicBezTo>
                <a:cubicBezTo>
                  <a:pt x="103149" y="38308"/>
                  <a:pt x="103099" y="38233"/>
                  <a:pt x="103024" y="38208"/>
                </a:cubicBezTo>
                <a:lnTo>
                  <a:pt x="103000" y="38183"/>
                </a:lnTo>
                <a:lnTo>
                  <a:pt x="102975" y="38158"/>
                </a:lnTo>
                <a:lnTo>
                  <a:pt x="102925" y="38108"/>
                </a:lnTo>
                <a:cubicBezTo>
                  <a:pt x="102751" y="38034"/>
                  <a:pt x="102576" y="37909"/>
                  <a:pt x="102402" y="37810"/>
                </a:cubicBezTo>
                <a:cubicBezTo>
                  <a:pt x="102377" y="37785"/>
                  <a:pt x="102303" y="37785"/>
                  <a:pt x="102253" y="37735"/>
                </a:cubicBezTo>
                <a:cubicBezTo>
                  <a:pt x="102153" y="37710"/>
                  <a:pt x="102079" y="37660"/>
                  <a:pt x="102004" y="37611"/>
                </a:cubicBezTo>
                <a:lnTo>
                  <a:pt x="102004" y="37586"/>
                </a:lnTo>
                <a:lnTo>
                  <a:pt x="102004" y="37561"/>
                </a:lnTo>
                <a:close/>
                <a:moveTo>
                  <a:pt x="70069" y="34001"/>
                </a:moveTo>
                <a:cubicBezTo>
                  <a:pt x="70890" y="36117"/>
                  <a:pt x="72060" y="38083"/>
                  <a:pt x="73603" y="39801"/>
                </a:cubicBezTo>
                <a:lnTo>
                  <a:pt x="73529" y="39801"/>
                </a:lnTo>
                <a:cubicBezTo>
                  <a:pt x="72010" y="38108"/>
                  <a:pt x="70815" y="36192"/>
                  <a:pt x="70019" y="34026"/>
                </a:cubicBezTo>
                <a:cubicBezTo>
                  <a:pt x="70044" y="34026"/>
                  <a:pt x="70044" y="34001"/>
                  <a:pt x="70069" y="34001"/>
                </a:cubicBezTo>
                <a:close/>
                <a:moveTo>
                  <a:pt x="42265" y="26907"/>
                </a:moveTo>
                <a:cubicBezTo>
                  <a:pt x="42415" y="27107"/>
                  <a:pt x="42539" y="27281"/>
                  <a:pt x="42639" y="27505"/>
                </a:cubicBezTo>
                <a:cubicBezTo>
                  <a:pt x="37660" y="31089"/>
                  <a:pt x="33230" y="35345"/>
                  <a:pt x="29621" y="39851"/>
                </a:cubicBezTo>
                <a:cubicBezTo>
                  <a:pt x="29446" y="39726"/>
                  <a:pt x="29247" y="39602"/>
                  <a:pt x="29073" y="39527"/>
                </a:cubicBezTo>
                <a:cubicBezTo>
                  <a:pt x="29098" y="39477"/>
                  <a:pt x="29123" y="39428"/>
                  <a:pt x="29148" y="39403"/>
                </a:cubicBezTo>
                <a:cubicBezTo>
                  <a:pt x="29272" y="39228"/>
                  <a:pt x="29421" y="39104"/>
                  <a:pt x="29571" y="38955"/>
                </a:cubicBezTo>
                <a:cubicBezTo>
                  <a:pt x="30168" y="38308"/>
                  <a:pt x="30790" y="37660"/>
                  <a:pt x="31363" y="37038"/>
                </a:cubicBezTo>
                <a:cubicBezTo>
                  <a:pt x="31612" y="36789"/>
                  <a:pt x="31836" y="36540"/>
                  <a:pt x="32085" y="36316"/>
                </a:cubicBezTo>
                <a:cubicBezTo>
                  <a:pt x="32558" y="35818"/>
                  <a:pt x="33056" y="35345"/>
                  <a:pt x="33528" y="34848"/>
                </a:cubicBezTo>
                <a:lnTo>
                  <a:pt x="34549" y="33827"/>
                </a:lnTo>
                <a:cubicBezTo>
                  <a:pt x="34972" y="33429"/>
                  <a:pt x="35420" y="32981"/>
                  <a:pt x="35843" y="32583"/>
                </a:cubicBezTo>
                <a:cubicBezTo>
                  <a:pt x="36167" y="32309"/>
                  <a:pt x="36441" y="32010"/>
                  <a:pt x="36764" y="31736"/>
                </a:cubicBezTo>
                <a:cubicBezTo>
                  <a:pt x="37337" y="31214"/>
                  <a:pt x="37934" y="30641"/>
                  <a:pt x="38532" y="30118"/>
                </a:cubicBezTo>
                <a:cubicBezTo>
                  <a:pt x="38805" y="29869"/>
                  <a:pt x="39129" y="29596"/>
                  <a:pt x="39403" y="29347"/>
                </a:cubicBezTo>
                <a:cubicBezTo>
                  <a:pt x="39901" y="28899"/>
                  <a:pt x="40374" y="28500"/>
                  <a:pt x="40871" y="28077"/>
                </a:cubicBezTo>
                <a:cubicBezTo>
                  <a:pt x="41145" y="27828"/>
                  <a:pt x="41419" y="27579"/>
                  <a:pt x="41693" y="27355"/>
                </a:cubicBezTo>
                <a:cubicBezTo>
                  <a:pt x="41892" y="27206"/>
                  <a:pt x="42066" y="27032"/>
                  <a:pt x="42265" y="26907"/>
                </a:cubicBezTo>
                <a:close/>
                <a:moveTo>
                  <a:pt x="22004" y="36316"/>
                </a:moveTo>
                <a:cubicBezTo>
                  <a:pt x="21083" y="37536"/>
                  <a:pt x="20212" y="38706"/>
                  <a:pt x="19341" y="39901"/>
                </a:cubicBezTo>
                <a:cubicBezTo>
                  <a:pt x="19291" y="39851"/>
                  <a:pt x="19291" y="39851"/>
                  <a:pt x="19291" y="39826"/>
                </a:cubicBezTo>
                <a:cubicBezTo>
                  <a:pt x="20137" y="38656"/>
                  <a:pt x="21008" y="37486"/>
                  <a:pt x="21954" y="36316"/>
                </a:cubicBezTo>
                <a:close/>
                <a:moveTo>
                  <a:pt x="18818" y="39428"/>
                </a:moveTo>
                <a:cubicBezTo>
                  <a:pt x="18893" y="39577"/>
                  <a:pt x="18992" y="39701"/>
                  <a:pt x="19092" y="39851"/>
                </a:cubicBezTo>
                <a:cubicBezTo>
                  <a:pt x="19092" y="39901"/>
                  <a:pt x="19042" y="39901"/>
                  <a:pt x="19042" y="39925"/>
                </a:cubicBezTo>
                <a:cubicBezTo>
                  <a:pt x="18967" y="39776"/>
                  <a:pt x="18868" y="39627"/>
                  <a:pt x="18768" y="39477"/>
                </a:cubicBezTo>
                <a:lnTo>
                  <a:pt x="18818" y="39428"/>
                </a:lnTo>
                <a:close/>
                <a:moveTo>
                  <a:pt x="69870" y="34151"/>
                </a:moveTo>
                <a:cubicBezTo>
                  <a:pt x="70641" y="36167"/>
                  <a:pt x="71736" y="38034"/>
                  <a:pt x="73155" y="39677"/>
                </a:cubicBezTo>
                <a:lnTo>
                  <a:pt x="73130" y="39677"/>
                </a:lnTo>
                <a:cubicBezTo>
                  <a:pt x="73056" y="39677"/>
                  <a:pt x="73031" y="39652"/>
                  <a:pt x="72981" y="39652"/>
                </a:cubicBezTo>
                <a:cubicBezTo>
                  <a:pt x="72906" y="39652"/>
                  <a:pt x="72881" y="39602"/>
                  <a:pt x="72807" y="39602"/>
                </a:cubicBezTo>
                <a:cubicBezTo>
                  <a:pt x="72707" y="39577"/>
                  <a:pt x="72608" y="39577"/>
                  <a:pt x="72508" y="39552"/>
                </a:cubicBezTo>
                <a:lnTo>
                  <a:pt x="71935" y="39452"/>
                </a:lnTo>
                <a:cubicBezTo>
                  <a:pt x="71836" y="39452"/>
                  <a:pt x="71786" y="39428"/>
                  <a:pt x="71687" y="39428"/>
                </a:cubicBezTo>
                <a:lnTo>
                  <a:pt x="71438" y="39428"/>
                </a:lnTo>
                <a:cubicBezTo>
                  <a:pt x="71089" y="39403"/>
                  <a:pt x="70716" y="39353"/>
                  <a:pt x="70392" y="39353"/>
                </a:cubicBezTo>
                <a:lnTo>
                  <a:pt x="70342" y="39353"/>
                </a:lnTo>
                <a:cubicBezTo>
                  <a:pt x="70069" y="39353"/>
                  <a:pt x="69820" y="39353"/>
                  <a:pt x="69546" y="39403"/>
                </a:cubicBezTo>
                <a:cubicBezTo>
                  <a:pt x="69421" y="39403"/>
                  <a:pt x="69297" y="39428"/>
                  <a:pt x="69173" y="39428"/>
                </a:cubicBezTo>
                <a:cubicBezTo>
                  <a:pt x="69023" y="39428"/>
                  <a:pt x="68849" y="39452"/>
                  <a:pt x="68700" y="39452"/>
                </a:cubicBezTo>
                <a:cubicBezTo>
                  <a:pt x="68650" y="39452"/>
                  <a:pt x="68600" y="39452"/>
                  <a:pt x="68550" y="39477"/>
                </a:cubicBezTo>
                <a:cubicBezTo>
                  <a:pt x="68451" y="39477"/>
                  <a:pt x="68351" y="39527"/>
                  <a:pt x="68276" y="39527"/>
                </a:cubicBezTo>
                <a:cubicBezTo>
                  <a:pt x="68152" y="39552"/>
                  <a:pt x="68003" y="39552"/>
                  <a:pt x="67853" y="39577"/>
                </a:cubicBezTo>
                <a:cubicBezTo>
                  <a:pt x="67779" y="39577"/>
                  <a:pt x="67679" y="39602"/>
                  <a:pt x="67580" y="39627"/>
                </a:cubicBezTo>
                <a:lnTo>
                  <a:pt x="67530" y="39627"/>
                </a:lnTo>
                <a:cubicBezTo>
                  <a:pt x="67455" y="39627"/>
                  <a:pt x="67430" y="39677"/>
                  <a:pt x="67380" y="39677"/>
                </a:cubicBezTo>
                <a:cubicBezTo>
                  <a:pt x="67256" y="39701"/>
                  <a:pt x="67107" y="39701"/>
                  <a:pt x="67007" y="39726"/>
                </a:cubicBezTo>
                <a:lnTo>
                  <a:pt x="66957" y="39726"/>
                </a:lnTo>
                <a:cubicBezTo>
                  <a:pt x="66808" y="39751"/>
                  <a:pt x="66609" y="39826"/>
                  <a:pt x="66459" y="39851"/>
                </a:cubicBezTo>
                <a:cubicBezTo>
                  <a:pt x="66335" y="39876"/>
                  <a:pt x="66211" y="39925"/>
                  <a:pt x="66111" y="39950"/>
                </a:cubicBezTo>
                <a:cubicBezTo>
                  <a:pt x="66061" y="39975"/>
                  <a:pt x="65962" y="39975"/>
                  <a:pt x="65912" y="40000"/>
                </a:cubicBezTo>
                <a:cubicBezTo>
                  <a:pt x="65240" y="39328"/>
                  <a:pt x="64667" y="38581"/>
                  <a:pt x="64070" y="37810"/>
                </a:cubicBezTo>
                <a:cubicBezTo>
                  <a:pt x="65987" y="36490"/>
                  <a:pt x="67928" y="35246"/>
                  <a:pt x="69870" y="34151"/>
                </a:cubicBezTo>
                <a:close/>
                <a:moveTo>
                  <a:pt x="42754" y="27719"/>
                </a:moveTo>
                <a:cubicBezTo>
                  <a:pt x="42763" y="27719"/>
                  <a:pt x="42763" y="27736"/>
                  <a:pt x="42763" y="27754"/>
                </a:cubicBezTo>
                <a:cubicBezTo>
                  <a:pt x="37810" y="31313"/>
                  <a:pt x="33429" y="35545"/>
                  <a:pt x="29845" y="40025"/>
                </a:cubicBezTo>
                <a:cubicBezTo>
                  <a:pt x="29820" y="40025"/>
                  <a:pt x="29820" y="39975"/>
                  <a:pt x="29795" y="39975"/>
                </a:cubicBezTo>
                <a:cubicBezTo>
                  <a:pt x="33404" y="35495"/>
                  <a:pt x="37785" y="31263"/>
                  <a:pt x="42738" y="27729"/>
                </a:cubicBezTo>
                <a:cubicBezTo>
                  <a:pt x="42745" y="27722"/>
                  <a:pt x="42751" y="27719"/>
                  <a:pt x="42754" y="27719"/>
                </a:cubicBezTo>
                <a:close/>
                <a:moveTo>
                  <a:pt x="101805" y="38208"/>
                </a:moveTo>
                <a:cubicBezTo>
                  <a:pt x="102800" y="38681"/>
                  <a:pt x="103771" y="39204"/>
                  <a:pt x="104717" y="39801"/>
                </a:cubicBezTo>
                <a:cubicBezTo>
                  <a:pt x="104767" y="39851"/>
                  <a:pt x="104866" y="39925"/>
                  <a:pt x="104916" y="40025"/>
                </a:cubicBezTo>
                <a:cubicBezTo>
                  <a:pt x="103896" y="39353"/>
                  <a:pt x="102875" y="38780"/>
                  <a:pt x="101780" y="38283"/>
                </a:cubicBezTo>
                <a:cubicBezTo>
                  <a:pt x="101780" y="38233"/>
                  <a:pt x="101780" y="38233"/>
                  <a:pt x="101805" y="38208"/>
                </a:cubicBezTo>
                <a:close/>
                <a:moveTo>
                  <a:pt x="28949" y="39652"/>
                </a:moveTo>
                <a:cubicBezTo>
                  <a:pt x="29123" y="39776"/>
                  <a:pt x="29322" y="39851"/>
                  <a:pt x="29496" y="39975"/>
                </a:cubicBezTo>
                <a:cubicBezTo>
                  <a:pt x="29496" y="40025"/>
                  <a:pt x="29496" y="40050"/>
                  <a:pt x="29471" y="40050"/>
                </a:cubicBezTo>
                <a:cubicBezTo>
                  <a:pt x="29297" y="39925"/>
                  <a:pt x="29098" y="39801"/>
                  <a:pt x="28924" y="39701"/>
                </a:cubicBezTo>
                <a:cubicBezTo>
                  <a:pt x="28924" y="39677"/>
                  <a:pt x="28949" y="39677"/>
                  <a:pt x="28949" y="39652"/>
                </a:cubicBezTo>
                <a:close/>
                <a:moveTo>
                  <a:pt x="63896" y="37859"/>
                </a:moveTo>
                <a:cubicBezTo>
                  <a:pt x="64443" y="38606"/>
                  <a:pt x="65041" y="39353"/>
                  <a:pt x="65688" y="40025"/>
                </a:cubicBezTo>
                <a:cubicBezTo>
                  <a:pt x="65663" y="40025"/>
                  <a:pt x="65638" y="40025"/>
                  <a:pt x="65588" y="40050"/>
                </a:cubicBezTo>
                <a:cubicBezTo>
                  <a:pt x="64966" y="39403"/>
                  <a:pt x="64393" y="38681"/>
                  <a:pt x="63821" y="37909"/>
                </a:cubicBezTo>
                <a:cubicBezTo>
                  <a:pt x="63846" y="37909"/>
                  <a:pt x="63846" y="37859"/>
                  <a:pt x="63896" y="37859"/>
                </a:cubicBezTo>
                <a:close/>
                <a:moveTo>
                  <a:pt x="74350" y="39925"/>
                </a:moveTo>
                <a:lnTo>
                  <a:pt x="74350" y="40050"/>
                </a:lnTo>
                <a:cubicBezTo>
                  <a:pt x="74350" y="40050"/>
                  <a:pt x="74300" y="40050"/>
                  <a:pt x="74300" y="40025"/>
                </a:cubicBezTo>
                <a:cubicBezTo>
                  <a:pt x="74300" y="39975"/>
                  <a:pt x="74350" y="39950"/>
                  <a:pt x="74350" y="39925"/>
                </a:cubicBezTo>
                <a:close/>
                <a:moveTo>
                  <a:pt x="19166" y="40050"/>
                </a:moveTo>
                <a:cubicBezTo>
                  <a:pt x="19216" y="40075"/>
                  <a:pt x="19216" y="40075"/>
                  <a:pt x="19216" y="40100"/>
                </a:cubicBezTo>
                <a:cubicBezTo>
                  <a:pt x="19216" y="40125"/>
                  <a:pt x="19166" y="40125"/>
                  <a:pt x="19166" y="40174"/>
                </a:cubicBezTo>
                <a:cubicBezTo>
                  <a:pt x="19166" y="40174"/>
                  <a:pt x="19166" y="40125"/>
                  <a:pt x="19141" y="40125"/>
                </a:cubicBezTo>
                <a:lnTo>
                  <a:pt x="19141" y="40100"/>
                </a:lnTo>
                <a:cubicBezTo>
                  <a:pt x="19141" y="40075"/>
                  <a:pt x="19166" y="40050"/>
                  <a:pt x="19166" y="40050"/>
                </a:cubicBezTo>
                <a:close/>
                <a:moveTo>
                  <a:pt x="29670" y="40075"/>
                </a:moveTo>
                <a:cubicBezTo>
                  <a:pt x="29695" y="40075"/>
                  <a:pt x="29695" y="40100"/>
                  <a:pt x="29720" y="40100"/>
                </a:cubicBezTo>
                <a:cubicBezTo>
                  <a:pt x="29720" y="40149"/>
                  <a:pt x="29695" y="40149"/>
                  <a:pt x="29695" y="40174"/>
                </a:cubicBezTo>
                <a:cubicBezTo>
                  <a:pt x="29670" y="40174"/>
                  <a:pt x="29670" y="40174"/>
                  <a:pt x="29621" y="40149"/>
                </a:cubicBezTo>
                <a:cubicBezTo>
                  <a:pt x="29621" y="40100"/>
                  <a:pt x="29670" y="40100"/>
                  <a:pt x="29670" y="40075"/>
                </a:cubicBezTo>
                <a:close/>
                <a:moveTo>
                  <a:pt x="70392" y="39577"/>
                </a:moveTo>
                <a:cubicBezTo>
                  <a:pt x="70815" y="39577"/>
                  <a:pt x="71189" y="39602"/>
                  <a:pt x="71587" y="39627"/>
                </a:cubicBezTo>
                <a:cubicBezTo>
                  <a:pt x="71687" y="39627"/>
                  <a:pt x="71786" y="39677"/>
                  <a:pt x="71886" y="39677"/>
                </a:cubicBezTo>
                <a:cubicBezTo>
                  <a:pt x="71960" y="39677"/>
                  <a:pt x="72035" y="39701"/>
                  <a:pt x="72135" y="39701"/>
                </a:cubicBezTo>
                <a:cubicBezTo>
                  <a:pt x="72408" y="39726"/>
                  <a:pt x="72707" y="39801"/>
                  <a:pt x="73006" y="39851"/>
                </a:cubicBezTo>
                <a:cubicBezTo>
                  <a:pt x="73155" y="39876"/>
                  <a:pt x="73280" y="39950"/>
                  <a:pt x="73429" y="39975"/>
                </a:cubicBezTo>
                <a:lnTo>
                  <a:pt x="73454" y="40000"/>
                </a:lnTo>
                <a:lnTo>
                  <a:pt x="73504" y="40050"/>
                </a:lnTo>
                <a:cubicBezTo>
                  <a:pt x="73479" y="40025"/>
                  <a:pt x="73404" y="39975"/>
                  <a:pt x="73379" y="39975"/>
                </a:cubicBezTo>
                <a:cubicBezTo>
                  <a:pt x="73304" y="39950"/>
                  <a:pt x="73255" y="39950"/>
                  <a:pt x="73180" y="39925"/>
                </a:cubicBezTo>
                <a:cubicBezTo>
                  <a:pt x="73155" y="39925"/>
                  <a:pt x="73080" y="39901"/>
                  <a:pt x="73056" y="39901"/>
                </a:cubicBezTo>
                <a:lnTo>
                  <a:pt x="73006" y="39901"/>
                </a:lnTo>
                <a:cubicBezTo>
                  <a:pt x="72906" y="39851"/>
                  <a:pt x="72807" y="39851"/>
                  <a:pt x="72707" y="39826"/>
                </a:cubicBezTo>
                <a:cubicBezTo>
                  <a:pt x="72657" y="39826"/>
                  <a:pt x="72608" y="39801"/>
                  <a:pt x="72533" y="39801"/>
                </a:cubicBezTo>
                <a:cubicBezTo>
                  <a:pt x="72408" y="39776"/>
                  <a:pt x="72309" y="39726"/>
                  <a:pt x="72184" y="39726"/>
                </a:cubicBezTo>
                <a:cubicBezTo>
                  <a:pt x="72085" y="39726"/>
                  <a:pt x="72010" y="39701"/>
                  <a:pt x="71911" y="39701"/>
                </a:cubicBezTo>
                <a:cubicBezTo>
                  <a:pt x="71836" y="39701"/>
                  <a:pt x="71786" y="39677"/>
                  <a:pt x="71711" y="39677"/>
                </a:cubicBezTo>
                <a:lnTo>
                  <a:pt x="71537" y="39677"/>
                </a:lnTo>
                <a:cubicBezTo>
                  <a:pt x="71438" y="39677"/>
                  <a:pt x="71388" y="39652"/>
                  <a:pt x="71288" y="39652"/>
                </a:cubicBezTo>
                <a:lnTo>
                  <a:pt x="71064" y="39652"/>
                </a:lnTo>
                <a:cubicBezTo>
                  <a:pt x="70840" y="39652"/>
                  <a:pt x="70641" y="39602"/>
                  <a:pt x="70417" y="39602"/>
                </a:cubicBezTo>
                <a:lnTo>
                  <a:pt x="70318" y="39602"/>
                </a:lnTo>
                <a:cubicBezTo>
                  <a:pt x="70069" y="39602"/>
                  <a:pt x="69795" y="39602"/>
                  <a:pt x="69546" y="39652"/>
                </a:cubicBezTo>
                <a:cubicBezTo>
                  <a:pt x="69446" y="39652"/>
                  <a:pt x="69347" y="39652"/>
                  <a:pt x="69272" y="39677"/>
                </a:cubicBezTo>
                <a:lnTo>
                  <a:pt x="68973" y="39677"/>
                </a:lnTo>
                <a:cubicBezTo>
                  <a:pt x="68899" y="39677"/>
                  <a:pt x="68799" y="39677"/>
                  <a:pt x="68700" y="39701"/>
                </a:cubicBezTo>
                <a:cubicBezTo>
                  <a:pt x="68550" y="39726"/>
                  <a:pt x="68401" y="39726"/>
                  <a:pt x="68202" y="39776"/>
                </a:cubicBezTo>
                <a:cubicBezTo>
                  <a:pt x="68077" y="39801"/>
                  <a:pt x="67978" y="39801"/>
                  <a:pt x="67853" y="39801"/>
                </a:cubicBezTo>
                <a:cubicBezTo>
                  <a:pt x="67779" y="39801"/>
                  <a:pt x="67679" y="39826"/>
                  <a:pt x="67580" y="39851"/>
                </a:cubicBezTo>
                <a:cubicBezTo>
                  <a:pt x="67480" y="39901"/>
                  <a:pt x="67405" y="39901"/>
                  <a:pt x="67331" y="39925"/>
                </a:cubicBezTo>
                <a:cubicBezTo>
                  <a:pt x="67281" y="39925"/>
                  <a:pt x="67181" y="39950"/>
                  <a:pt x="67107" y="39950"/>
                </a:cubicBezTo>
                <a:cubicBezTo>
                  <a:pt x="67082" y="39950"/>
                  <a:pt x="67057" y="39950"/>
                  <a:pt x="67032" y="39975"/>
                </a:cubicBezTo>
                <a:lnTo>
                  <a:pt x="66982" y="39975"/>
                </a:lnTo>
                <a:cubicBezTo>
                  <a:pt x="66808" y="40025"/>
                  <a:pt x="66609" y="40075"/>
                  <a:pt x="66435" y="40100"/>
                </a:cubicBezTo>
                <a:cubicBezTo>
                  <a:pt x="66360" y="40100"/>
                  <a:pt x="66335" y="40149"/>
                  <a:pt x="66285" y="40149"/>
                </a:cubicBezTo>
                <a:cubicBezTo>
                  <a:pt x="66211" y="40149"/>
                  <a:pt x="66186" y="40174"/>
                  <a:pt x="66111" y="40174"/>
                </a:cubicBezTo>
                <a:cubicBezTo>
                  <a:pt x="66086" y="40174"/>
                  <a:pt x="66061" y="40174"/>
                  <a:pt x="66036" y="40199"/>
                </a:cubicBezTo>
                <a:lnTo>
                  <a:pt x="65987" y="40174"/>
                </a:lnTo>
                <a:cubicBezTo>
                  <a:pt x="66036" y="40174"/>
                  <a:pt x="66061" y="40149"/>
                  <a:pt x="66111" y="40149"/>
                </a:cubicBezTo>
                <a:cubicBezTo>
                  <a:pt x="66211" y="40100"/>
                  <a:pt x="66310" y="40100"/>
                  <a:pt x="66410" y="40075"/>
                </a:cubicBezTo>
                <a:cubicBezTo>
                  <a:pt x="66584" y="40025"/>
                  <a:pt x="66808" y="39975"/>
                  <a:pt x="66982" y="39950"/>
                </a:cubicBezTo>
                <a:cubicBezTo>
                  <a:pt x="67156" y="39925"/>
                  <a:pt x="67306" y="39901"/>
                  <a:pt x="67430" y="39851"/>
                </a:cubicBezTo>
                <a:cubicBezTo>
                  <a:pt x="67555" y="39826"/>
                  <a:pt x="67704" y="39801"/>
                  <a:pt x="67828" y="39801"/>
                </a:cubicBezTo>
                <a:cubicBezTo>
                  <a:pt x="68052" y="39776"/>
                  <a:pt x="68301" y="39726"/>
                  <a:pt x="68525" y="39701"/>
                </a:cubicBezTo>
                <a:cubicBezTo>
                  <a:pt x="68575" y="39701"/>
                  <a:pt x="68650" y="39677"/>
                  <a:pt x="68700" y="39677"/>
                </a:cubicBezTo>
                <a:cubicBezTo>
                  <a:pt x="69272" y="39602"/>
                  <a:pt x="69820" y="39577"/>
                  <a:pt x="70342" y="39577"/>
                </a:cubicBezTo>
                <a:close/>
                <a:moveTo>
                  <a:pt x="74549" y="39726"/>
                </a:moveTo>
                <a:cubicBezTo>
                  <a:pt x="74599" y="39801"/>
                  <a:pt x="74649" y="39851"/>
                  <a:pt x="74674" y="39925"/>
                </a:cubicBezTo>
                <a:cubicBezTo>
                  <a:pt x="74723" y="40000"/>
                  <a:pt x="74748" y="40100"/>
                  <a:pt x="74773" y="40174"/>
                </a:cubicBezTo>
                <a:cubicBezTo>
                  <a:pt x="74773" y="40199"/>
                  <a:pt x="74773" y="40199"/>
                  <a:pt x="74798" y="40224"/>
                </a:cubicBezTo>
                <a:lnTo>
                  <a:pt x="74773" y="40199"/>
                </a:lnTo>
                <a:lnTo>
                  <a:pt x="74798" y="40249"/>
                </a:lnTo>
                <a:cubicBezTo>
                  <a:pt x="74773" y="40249"/>
                  <a:pt x="74773" y="40249"/>
                  <a:pt x="74748" y="40224"/>
                </a:cubicBezTo>
                <a:cubicBezTo>
                  <a:pt x="74674" y="40199"/>
                  <a:pt x="74599" y="40174"/>
                  <a:pt x="74524" y="40125"/>
                </a:cubicBezTo>
                <a:cubicBezTo>
                  <a:pt x="74524" y="40000"/>
                  <a:pt x="74549" y="39851"/>
                  <a:pt x="74549" y="39726"/>
                </a:cubicBezTo>
                <a:close/>
                <a:moveTo>
                  <a:pt x="80498" y="35694"/>
                </a:moveTo>
                <a:cubicBezTo>
                  <a:pt x="80100" y="36739"/>
                  <a:pt x="79702" y="37735"/>
                  <a:pt x="79229" y="38780"/>
                </a:cubicBezTo>
                <a:cubicBezTo>
                  <a:pt x="79204" y="38805"/>
                  <a:pt x="79129" y="38805"/>
                  <a:pt x="79104" y="38830"/>
                </a:cubicBezTo>
                <a:cubicBezTo>
                  <a:pt x="78905" y="38930"/>
                  <a:pt x="78706" y="38980"/>
                  <a:pt x="78507" y="39079"/>
                </a:cubicBezTo>
                <a:cubicBezTo>
                  <a:pt x="78258" y="39179"/>
                  <a:pt x="78034" y="39303"/>
                  <a:pt x="77785" y="39403"/>
                </a:cubicBezTo>
                <a:lnTo>
                  <a:pt x="77760" y="39403"/>
                </a:lnTo>
                <a:cubicBezTo>
                  <a:pt x="77636" y="39452"/>
                  <a:pt x="77511" y="39527"/>
                  <a:pt x="77362" y="39577"/>
                </a:cubicBezTo>
                <a:cubicBezTo>
                  <a:pt x="77138" y="39677"/>
                  <a:pt x="76914" y="39776"/>
                  <a:pt x="76739" y="39851"/>
                </a:cubicBezTo>
                <a:cubicBezTo>
                  <a:pt x="76391" y="40025"/>
                  <a:pt x="76043" y="40199"/>
                  <a:pt x="75669" y="40349"/>
                </a:cubicBezTo>
                <a:cubicBezTo>
                  <a:pt x="75495" y="40075"/>
                  <a:pt x="75296" y="39801"/>
                  <a:pt x="75171" y="39527"/>
                </a:cubicBezTo>
                <a:cubicBezTo>
                  <a:pt x="75146" y="39452"/>
                  <a:pt x="75122" y="39428"/>
                  <a:pt x="75097" y="39353"/>
                </a:cubicBezTo>
                <a:cubicBezTo>
                  <a:pt x="75022" y="39278"/>
                  <a:pt x="74997" y="39154"/>
                  <a:pt x="74922" y="39054"/>
                </a:cubicBezTo>
                <a:cubicBezTo>
                  <a:pt x="76217" y="37561"/>
                  <a:pt x="78108" y="36416"/>
                  <a:pt x="80498" y="35694"/>
                </a:cubicBezTo>
                <a:close/>
                <a:moveTo>
                  <a:pt x="105414" y="40224"/>
                </a:moveTo>
                <a:lnTo>
                  <a:pt x="105414" y="40224"/>
                </a:lnTo>
                <a:cubicBezTo>
                  <a:pt x="105464" y="40249"/>
                  <a:pt x="105489" y="40249"/>
                  <a:pt x="105514" y="40299"/>
                </a:cubicBezTo>
                <a:cubicBezTo>
                  <a:pt x="105538" y="40324"/>
                  <a:pt x="105588" y="40324"/>
                  <a:pt x="105613" y="40349"/>
                </a:cubicBezTo>
                <a:cubicBezTo>
                  <a:pt x="105638" y="40373"/>
                  <a:pt x="105663" y="40423"/>
                  <a:pt x="105663" y="40448"/>
                </a:cubicBezTo>
                <a:lnTo>
                  <a:pt x="105696" y="40481"/>
                </a:lnTo>
                <a:lnTo>
                  <a:pt x="105696" y="40481"/>
                </a:lnTo>
                <a:cubicBezTo>
                  <a:pt x="105686" y="40476"/>
                  <a:pt x="105675" y="40473"/>
                  <a:pt x="105663" y="40473"/>
                </a:cubicBezTo>
                <a:cubicBezTo>
                  <a:pt x="105638" y="40448"/>
                  <a:pt x="105613" y="40423"/>
                  <a:pt x="105538" y="40398"/>
                </a:cubicBezTo>
                <a:cubicBezTo>
                  <a:pt x="105538" y="40324"/>
                  <a:pt x="105489" y="40299"/>
                  <a:pt x="105414" y="40224"/>
                </a:cubicBezTo>
                <a:close/>
                <a:moveTo>
                  <a:pt x="74250" y="40523"/>
                </a:moveTo>
                <a:cubicBezTo>
                  <a:pt x="74275" y="40523"/>
                  <a:pt x="74300" y="40548"/>
                  <a:pt x="74300" y="40548"/>
                </a:cubicBezTo>
                <a:cubicBezTo>
                  <a:pt x="74275" y="40548"/>
                  <a:pt x="74275" y="40548"/>
                  <a:pt x="74250" y="40523"/>
                </a:cubicBezTo>
                <a:close/>
                <a:moveTo>
                  <a:pt x="79104" y="39079"/>
                </a:moveTo>
                <a:cubicBezTo>
                  <a:pt x="79104" y="39079"/>
                  <a:pt x="79104" y="39104"/>
                  <a:pt x="79054" y="39104"/>
                </a:cubicBezTo>
                <a:cubicBezTo>
                  <a:pt x="78283" y="39452"/>
                  <a:pt x="77486" y="39801"/>
                  <a:pt x="76665" y="40174"/>
                </a:cubicBezTo>
                <a:cubicBezTo>
                  <a:pt x="76391" y="40299"/>
                  <a:pt x="76092" y="40448"/>
                  <a:pt x="75769" y="40597"/>
                </a:cubicBezTo>
                <a:lnTo>
                  <a:pt x="75769" y="40573"/>
                </a:lnTo>
                <a:cubicBezTo>
                  <a:pt x="75769" y="40573"/>
                  <a:pt x="75769" y="40548"/>
                  <a:pt x="75744" y="40548"/>
                </a:cubicBezTo>
                <a:cubicBezTo>
                  <a:pt x="76889" y="40025"/>
                  <a:pt x="78009" y="39527"/>
                  <a:pt x="79104" y="39079"/>
                </a:cubicBezTo>
                <a:close/>
                <a:moveTo>
                  <a:pt x="74524" y="40349"/>
                </a:moveTo>
                <a:cubicBezTo>
                  <a:pt x="74549" y="40349"/>
                  <a:pt x="74549" y="40398"/>
                  <a:pt x="74549" y="40398"/>
                </a:cubicBezTo>
                <a:cubicBezTo>
                  <a:pt x="74674" y="40448"/>
                  <a:pt x="74798" y="40523"/>
                  <a:pt x="74922" y="40597"/>
                </a:cubicBezTo>
                <a:lnTo>
                  <a:pt x="74922" y="40622"/>
                </a:lnTo>
                <a:cubicBezTo>
                  <a:pt x="74922" y="40622"/>
                  <a:pt x="74922" y="40672"/>
                  <a:pt x="74972" y="40672"/>
                </a:cubicBezTo>
                <a:cubicBezTo>
                  <a:pt x="74922" y="40672"/>
                  <a:pt x="74898" y="40622"/>
                  <a:pt x="74873" y="40622"/>
                </a:cubicBezTo>
                <a:cubicBezTo>
                  <a:pt x="74848" y="40622"/>
                  <a:pt x="74848" y="40597"/>
                  <a:pt x="74798" y="40597"/>
                </a:cubicBezTo>
                <a:cubicBezTo>
                  <a:pt x="74723" y="40548"/>
                  <a:pt x="74624" y="40498"/>
                  <a:pt x="74524" y="40448"/>
                </a:cubicBezTo>
                <a:cubicBezTo>
                  <a:pt x="74499" y="40448"/>
                  <a:pt x="74499" y="40423"/>
                  <a:pt x="74474" y="40423"/>
                </a:cubicBezTo>
                <a:lnTo>
                  <a:pt x="74524" y="40349"/>
                </a:lnTo>
                <a:close/>
                <a:moveTo>
                  <a:pt x="63697" y="37984"/>
                </a:moveTo>
                <a:cubicBezTo>
                  <a:pt x="64219" y="38731"/>
                  <a:pt x="64817" y="39452"/>
                  <a:pt x="65414" y="40075"/>
                </a:cubicBezTo>
                <a:cubicBezTo>
                  <a:pt x="65339" y="40100"/>
                  <a:pt x="65290" y="40100"/>
                  <a:pt x="65215" y="40125"/>
                </a:cubicBezTo>
                <a:cubicBezTo>
                  <a:pt x="65090" y="40174"/>
                  <a:pt x="64966" y="40224"/>
                  <a:pt x="64842" y="40249"/>
                </a:cubicBezTo>
                <a:cubicBezTo>
                  <a:pt x="64792" y="40299"/>
                  <a:pt x="64717" y="40299"/>
                  <a:pt x="64667" y="40324"/>
                </a:cubicBezTo>
                <a:lnTo>
                  <a:pt x="64617" y="40324"/>
                </a:lnTo>
                <a:cubicBezTo>
                  <a:pt x="64543" y="40349"/>
                  <a:pt x="64418" y="40373"/>
                  <a:pt x="64319" y="40423"/>
                </a:cubicBezTo>
                <a:cubicBezTo>
                  <a:pt x="64219" y="40448"/>
                  <a:pt x="64095" y="40473"/>
                  <a:pt x="63995" y="40548"/>
                </a:cubicBezTo>
                <a:cubicBezTo>
                  <a:pt x="63921" y="40573"/>
                  <a:pt x="63846" y="40597"/>
                  <a:pt x="63746" y="40647"/>
                </a:cubicBezTo>
                <a:cubicBezTo>
                  <a:pt x="63697" y="40672"/>
                  <a:pt x="63622" y="40672"/>
                  <a:pt x="63572" y="40697"/>
                </a:cubicBezTo>
                <a:cubicBezTo>
                  <a:pt x="63248" y="40075"/>
                  <a:pt x="62925" y="39428"/>
                  <a:pt x="62576" y="38780"/>
                </a:cubicBezTo>
                <a:cubicBezTo>
                  <a:pt x="62950" y="38482"/>
                  <a:pt x="63323" y="38233"/>
                  <a:pt x="63697" y="37984"/>
                </a:cubicBezTo>
                <a:close/>
                <a:moveTo>
                  <a:pt x="73603" y="40697"/>
                </a:moveTo>
                <a:cubicBezTo>
                  <a:pt x="73603" y="40718"/>
                  <a:pt x="73603" y="40721"/>
                  <a:pt x="73573" y="40737"/>
                </a:cubicBezTo>
                <a:lnTo>
                  <a:pt x="73573" y="40737"/>
                </a:lnTo>
                <a:cubicBezTo>
                  <a:pt x="73582" y="40722"/>
                  <a:pt x="73592" y="40708"/>
                  <a:pt x="73603" y="40697"/>
                </a:cubicBezTo>
                <a:close/>
                <a:moveTo>
                  <a:pt x="62402" y="38930"/>
                </a:moveTo>
                <a:cubicBezTo>
                  <a:pt x="62726" y="39552"/>
                  <a:pt x="63074" y="40174"/>
                  <a:pt x="63348" y="40797"/>
                </a:cubicBezTo>
                <a:cubicBezTo>
                  <a:pt x="63323" y="40797"/>
                  <a:pt x="63323" y="40797"/>
                  <a:pt x="63298" y="40821"/>
                </a:cubicBezTo>
                <a:cubicBezTo>
                  <a:pt x="62975" y="40199"/>
                  <a:pt x="62676" y="39577"/>
                  <a:pt x="62328" y="38955"/>
                </a:cubicBezTo>
                <a:cubicBezTo>
                  <a:pt x="62352" y="38955"/>
                  <a:pt x="62352" y="38930"/>
                  <a:pt x="62402" y="38930"/>
                </a:cubicBezTo>
                <a:close/>
                <a:moveTo>
                  <a:pt x="75296" y="40797"/>
                </a:moveTo>
                <a:cubicBezTo>
                  <a:pt x="75296" y="40797"/>
                  <a:pt x="75346" y="40797"/>
                  <a:pt x="75346" y="40821"/>
                </a:cubicBezTo>
                <a:lnTo>
                  <a:pt x="75346" y="40846"/>
                </a:lnTo>
                <a:lnTo>
                  <a:pt x="75296" y="40846"/>
                </a:lnTo>
                <a:lnTo>
                  <a:pt x="75296" y="40821"/>
                </a:lnTo>
                <a:lnTo>
                  <a:pt x="75271" y="40797"/>
                </a:lnTo>
                <a:close/>
                <a:moveTo>
                  <a:pt x="74474" y="40672"/>
                </a:moveTo>
                <a:cubicBezTo>
                  <a:pt x="74549" y="40722"/>
                  <a:pt x="74624" y="40797"/>
                  <a:pt x="74723" y="40846"/>
                </a:cubicBezTo>
                <a:cubicBezTo>
                  <a:pt x="74674" y="40846"/>
                  <a:pt x="74674" y="40871"/>
                  <a:pt x="74649" y="40871"/>
                </a:cubicBezTo>
                <a:cubicBezTo>
                  <a:pt x="74599" y="40821"/>
                  <a:pt x="74524" y="40797"/>
                  <a:pt x="74474" y="40722"/>
                </a:cubicBezTo>
                <a:lnTo>
                  <a:pt x="74474" y="40672"/>
                </a:lnTo>
                <a:close/>
                <a:moveTo>
                  <a:pt x="65581" y="40284"/>
                </a:moveTo>
                <a:lnTo>
                  <a:pt x="65581" y="40284"/>
                </a:lnTo>
                <a:cubicBezTo>
                  <a:pt x="65583" y="40288"/>
                  <a:pt x="65585" y="40293"/>
                  <a:pt x="65588" y="40299"/>
                </a:cubicBezTo>
                <a:cubicBezTo>
                  <a:pt x="65538" y="40299"/>
                  <a:pt x="65514" y="40324"/>
                  <a:pt x="65439" y="40324"/>
                </a:cubicBezTo>
                <a:cubicBezTo>
                  <a:pt x="65389" y="40349"/>
                  <a:pt x="65314" y="40349"/>
                  <a:pt x="65240" y="40398"/>
                </a:cubicBezTo>
                <a:cubicBezTo>
                  <a:pt x="65215" y="40398"/>
                  <a:pt x="65190" y="40423"/>
                  <a:pt x="65165" y="40423"/>
                </a:cubicBezTo>
                <a:cubicBezTo>
                  <a:pt x="64966" y="40473"/>
                  <a:pt x="64792" y="40548"/>
                  <a:pt x="64617" y="40597"/>
                </a:cubicBezTo>
                <a:cubicBezTo>
                  <a:pt x="64543" y="40622"/>
                  <a:pt x="64443" y="40672"/>
                  <a:pt x="64369" y="40697"/>
                </a:cubicBezTo>
                <a:cubicBezTo>
                  <a:pt x="64194" y="40747"/>
                  <a:pt x="63970" y="40846"/>
                  <a:pt x="63746" y="40921"/>
                </a:cubicBezTo>
                <a:cubicBezTo>
                  <a:pt x="63721" y="40921"/>
                  <a:pt x="63697" y="40946"/>
                  <a:pt x="63672" y="40946"/>
                </a:cubicBezTo>
                <a:lnTo>
                  <a:pt x="63672" y="40921"/>
                </a:lnTo>
                <a:lnTo>
                  <a:pt x="63672" y="40871"/>
                </a:lnTo>
                <a:cubicBezTo>
                  <a:pt x="63921" y="40797"/>
                  <a:pt x="64120" y="40697"/>
                  <a:pt x="64369" y="40622"/>
                </a:cubicBezTo>
                <a:cubicBezTo>
                  <a:pt x="64443" y="40597"/>
                  <a:pt x="64493" y="40597"/>
                  <a:pt x="64568" y="40573"/>
                </a:cubicBezTo>
                <a:cubicBezTo>
                  <a:pt x="64692" y="40523"/>
                  <a:pt x="64842" y="40473"/>
                  <a:pt x="64966" y="40448"/>
                </a:cubicBezTo>
                <a:cubicBezTo>
                  <a:pt x="65066" y="40423"/>
                  <a:pt x="65165" y="40398"/>
                  <a:pt x="65290" y="40349"/>
                </a:cubicBezTo>
                <a:cubicBezTo>
                  <a:pt x="65389" y="40324"/>
                  <a:pt x="65439" y="40324"/>
                  <a:pt x="65538" y="40299"/>
                </a:cubicBezTo>
                <a:cubicBezTo>
                  <a:pt x="65555" y="40299"/>
                  <a:pt x="65572" y="40299"/>
                  <a:pt x="65581" y="40284"/>
                </a:cubicBezTo>
                <a:close/>
                <a:moveTo>
                  <a:pt x="63448" y="40946"/>
                </a:moveTo>
                <a:cubicBezTo>
                  <a:pt x="63448" y="40946"/>
                  <a:pt x="63448" y="40971"/>
                  <a:pt x="63473" y="40971"/>
                </a:cubicBezTo>
                <a:lnTo>
                  <a:pt x="63473" y="41021"/>
                </a:lnTo>
                <a:lnTo>
                  <a:pt x="63423" y="41021"/>
                </a:lnTo>
                <a:lnTo>
                  <a:pt x="63423" y="40971"/>
                </a:lnTo>
                <a:cubicBezTo>
                  <a:pt x="63406" y="40987"/>
                  <a:pt x="63395" y="40993"/>
                  <a:pt x="63388" y="40993"/>
                </a:cubicBezTo>
                <a:cubicBezTo>
                  <a:pt x="63373" y="40993"/>
                  <a:pt x="63373" y="40971"/>
                  <a:pt x="63373" y="40971"/>
                </a:cubicBezTo>
                <a:cubicBezTo>
                  <a:pt x="63423" y="40971"/>
                  <a:pt x="63423" y="40946"/>
                  <a:pt x="63448" y="40946"/>
                </a:cubicBezTo>
                <a:close/>
                <a:moveTo>
                  <a:pt x="74823" y="40971"/>
                </a:moveTo>
                <a:lnTo>
                  <a:pt x="74898" y="41046"/>
                </a:lnTo>
                <a:cubicBezTo>
                  <a:pt x="74873" y="41046"/>
                  <a:pt x="74873" y="41070"/>
                  <a:pt x="74848" y="41070"/>
                </a:cubicBezTo>
                <a:lnTo>
                  <a:pt x="74798" y="41046"/>
                </a:lnTo>
                <a:lnTo>
                  <a:pt x="74773" y="41021"/>
                </a:lnTo>
                <a:cubicBezTo>
                  <a:pt x="74798" y="41021"/>
                  <a:pt x="74798" y="40971"/>
                  <a:pt x="74823" y="40971"/>
                </a:cubicBezTo>
                <a:close/>
                <a:moveTo>
                  <a:pt x="74250" y="40722"/>
                </a:moveTo>
                <a:cubicBezTo>
                  <a:pt x="74250" y="40772"/>
                  <a:pt x="74275" y="40797"/>
                  <a:pt x="74300" y="40797"/>
                </a:cubicBezTo>
                <a:cubicBezTo>
                  <a:pt x="74300" y="40896"/>
                  <a:pt x="74275" y="40971"/>
                  <a:pt x="74275" y="41070"/>
                </a:cubicBezTo>
                <a:cubicBezTo>
                  <a:pt x="74250" y="41070"/>
                  <a:pt x="74250" y="41095"/>
                  <a:pt x="74225" y="41095"/>
                </a:cubicBezTo>
                <a:cubicBezTo>
                  <a:pt x="74225" y="40971"/>
                  <a:pt x="74250" y="40846"/>
                  <a:pt x="74250" y="40722"/>
                </a:cubicBezTo>
                <a:close/>
                <a:moveTo>
                  <a:pt x="74649" y="41095"/>
                </a:moveTo>
                <a:lnTo>
                  <a:pt x="74674" y="41145"/>
                </a:lnTo>
                <a:cubicBezTo>
                  <a:pt x="74599" y="41170"/>
                  <a:pt x="74524" y="41220"/>
                  <a:pt x="74425" y="41270"/>
                </a:cubicBezTo>
                <a:lnTo>
                  <a:pt x="74425" y="41220"/>
                </a:lnTo>
                <a:lnTo>
                  <a:pt x="74425" y="41195"/>
                </a:lnTo>
                <a:cubicBezTo>
                  <a:pt x="74499" y="41195"/>
                  <a:pt x="74549" y="41170"/>
                  <a:pt x="74649" y="41095"/>
                </a:cubicBezTo>
                <a:close/>
                <a:moveTo>
                  <a:pt x="74051" y="40672"/>
                </a:moveTo>
                <a:cubicBezTo>
                  <a:pt x="74026" y="40846"/>
                  <a:pt x="74026" y="41046"/>
                  <a:pt x="74001" y="41220"/>
                </a:cubicBezTo>
                <a:lnTo>
                  <a:pt x="73802" y="41319"/>
                </a:lnTo>
                <a:cubicBezTo>
                  <a:pt x="73902" y="41095"/>
                  <a:pt x="74001" y="40896"/>
                  <a:pt x="74051" y="40672"/>
                </a:cubicBezTo>
                <a:close/>
                <a:moveTo>
                  <a:pt x="74250" y="41319"/>
                </a:moveTo>
                <a:lnTo>
                  <a:pt x="74250" y="41344"/>
                </a:lnTo>
                <a:lnTo>
                  <a:pt x="74250" y="41369"/>
                </a:lnTo>
                <a:cubicBezTo>
                  <a:pt x="74225" y="41369"/>
                  <a:pt x="74225" y="41419"/>
                  <a:pt x="74176" y="41419"/>
                </a:cubicBezTo>
                <a:lnTo>
                  <a:pt x="74176" y="41369"/>
                </a:lnTo>
                <a:lnTo>
                  <a:pt x="74176" y="41344"/>
                </a:lnTo>
                <a:cubicBezTo>
                  <a:pt x="74176" y="41344"/>
                  <a:pt x="74225" y="41344"/>
                  <a:pt x="74250" y="41319"/>
                </a:cubicBezTo>
                <a:close/>
                <a:moveTo>
                  <a:pt x="75520" y="41220"/>
                </a:moveTo>
                <a:lnTo>
                  <a:pt x="75545" y="41270"/>
                </a:lnTo>
                <a:lnTo>
                  <a:pt x="75594" y="41294"/>
                </a:lnTo>
                <a:cubicBezTo>
                  <a:pt x="75619" y="41319"/>
                  <a:pt x="75619" y="41344"/>
                  <a:pt x="75669" y="41419"/>
                </a:cubicBezTo>
                <a:cubicBezTo>
                  <a:pt x="75644" y="41419"/>
                  <a:pt x="75644" y="41394"/>
                  <a:pt x="75619" y="41394"/>
                </a:cubicBezTo>
                <a:lnTo>
                  <a:pt x="75570" y="41344"/>
                </a:lnTo>
                <a:cubicBezTo>
                  <a:pt x="75545" y="41319"/>
                  <a:pt x="75520" y="41270"/>
                  <a:pt x="75520" y="41220"/>
                </a:cubicBezTo>
                <a:close/>
                <a:moveTo>
                  <a:pt x="73902" y="40573"/>
                </a:moveTo>
                <a:lnTo>
                  <a:pt x="73902" y="40573"/>
                </a:lnTo>
                <a:cubicBezTo>
                  <a:pt x="73777" y="40871"/>
                  <a:pt x="73653" y="41170"/>
                  <a:pt x="73529" y="41469"/>
                </a:cubicBezTo>
                <a:lnTo>
                  <a:pt x="73504" y="41494"/>
                </a:lnTo>
                <a:cubicBezTo>
                  <a:pt x="73628" y="41170"/>
                  <a:pt x="73753" y="40871"/>
                  <a:pt x="73902" y="40573"/>
                </a:cubicBezTo>
                <a:close/>
                <a:moveTo>
                  <a:pt x="75047" y="41170"/>
                </a:moveTo>
                <a:cubicBezTo>
                  <a:pt x="75146" y="41270"/>
                  <a:pt x="75271" y="41344"/>
                  <a:pt x="75370" y="41419"/>
                </a:cubicBezTo>
                <a:cubicBezTo>
                  <a:pt x="75395" y="41444"/>
                  <a:pt x="75395" y="41518"/>
                  <a:pt x="75420" y="41543"/>
                </a:cubicBezTo>
                <a:cubicBezTo>
                  <a:pt x="75271" y="41419"/>
                  <a:pt x="75122" y="41319"/>
                  <a:pt x="74997" y="41195"/>
                </a:cubicBezTo>
                <a:cubicBezTo>
                  <a:pt x="75022" y="41195"/>
                  <a:pt x="75047" y="41195"/>
                  <a:pt x="75047" y="41170"/>
                </a:cubicBezTo>
                <a:close/>
                <a:moveTo>
                  <a:pt x="73499" y="40921"/>
                </a:moveTo>
                <a:cubicBezTo>
                  <a:pt x="73475" y="41011"/>
                  <a:pt x="73448" y="41107"/>
                  <a:pt x="73404" y="41195"/>
                </a:cubicBezTo>
                <a:cubicBezTo>
                  <a:pt x="73354" y="41319"/>
                  <a:pt x="73280" y="41469"/>
                  <a:pt x="73230" y="41593"/>
                </a:cubicBezTo>
                <a:cubicBezTo>
                  <a:pt x="73230" y="41638"/>
                  <a:pt x="73230" y="41642"/>
                  <a:pt x="73192" y="41662"/>
                </a:cubicBezTo>
                <a:lnTo>
                  <a:pt x="73192" y="41662"/>
                </a:lnTo>
                <a:cubicBezTo>
                  <a:pt x="73284" y="41423"/>
                  <a:pt x="73335" y="41185"/>
                  <a:pt x="73454" y="40946"/>
                </a:cubicBezTo>
                <a:cubicBezTo>
                  <a:pt x="73454" y="40946"/>
                  <a:pt x="73454" y="40923"/>
                  <a:pt x="73499" y="40921"/>
                </a:cubicBezTo>
                <a:close/>
                <a:moveTo>
                  <a:pt x="73977" y="41469"/>
                </a:moveTo>
                <a:lnTo>
                  <a:pt x="73977" y="41518"/>
                </a:lnTo>
                <a:lnTo>
                  <a:pt x="73977" y="41543"/>
                </a:lnTo>
                <a:cubicBezTo>
                  <a:pt x="73852" y="41593"/>
                  <a:pt x="73753" y="41668"/>
                  <a:pt x="73628" y="41693"/>
                </a:cubicBezTo>
                <a:cubicBezTo>
                  <a:pt x="73628" y="41693"/>
                  <a:pt x="73628" y="41668"/>
                  <a:pt x="73653" y="41668"/>
                </a:cubicBezTo>
                <a:lnTo>
                  <a:pt x="73653" y="41643"/>
                </a:lnTo>
                <a:cubicBezTo>
                  <a:pt x="73753" y="41568"/>
                  <a:pt x="73852" y="41543"/>
                  <a:pt x="73977" y="41469"/>
                </a:cubicBezTo>
                <a:close/>
                <a:moveTo>
                  <a:pt x="75993" y="41643"/>
                </a:moveTo>
                <a:lnTo>
                  <a:pt x="75993" y="41643"/>
                </a:lnTo>
                <a:cubicBezTo>
                  <a:pt x="76043" y="41668"/>
                  <a:pt x="76092" y="41693"/>
                  <a:pt x="76142" y="41767"/>
                </a:cubicBezTo>
                <a:lnTo>
                  <a:pt x="76267" y="41892"/>
                </a:lnTo>
                <a:cubicBezTo>
                  <a:pt x="76192" y="41817"/>
                  <a:pt x="76142" y="41792"/>
                  <a:pt x="76043" y="41718"/>
                </a:cubicBezTo>
                <a:cubicBezTo>
                  <a:pt x="76018" y="41693"/>
                  <a:pt x="76018" y="41668"/>
                  <a:pt x="75993" y="41643"/>
                </a:cubicBezTo>
                <a:close/>
                <a:moveTo>
                  <a:pt x="75819" y="41792"/>
                </a:moveTo>
                <a:cubicBezTo>
                  <a:pt x="75868" y="41792"/>
                  <a:pt x="75868" y="41817"/>
                  <a:pt x="75893" y="41817"/>
                </a:cubicBezTo>
                <a:cubicBezTo>
                  <a:pt x="75918" y="41842"/>
                  <a:pt x="75918" y="41867"/>
                  <a:pt x="75943" y="41917"/>
                </a:cubicBezTo>
                <a:lnTo>
                  <a:pt x="75893" y="41842"/>
                </a:lnTo>
                <a:lnTo>
                  <a:pt x="75868" y="41817"/>
                </a:lnTo>
                <a:cubicBezTo>
                  <a:pt x="75819" y="41817"/>
                  <a:pt x="75819" y="41792"/>
                  <a:pt x="75819" y="41792"/>
                </a:cubicBezTo>
                <a:close/>
                <a:moveTo>
                  <a:pt x="76540" y="41817"/>
                </a:moveTo>
                <a:cubicBezTo>
                  <a:pt x="76590" y="41842"/>
                  <a:pt x="76640" y="41917"/>
                  <a:pt x="76665" y="41966"/>
                </a:cubicBezTo>
                <a:cubicBezTo>
                  <a:pt x="76665" y="41966"/>
                  <a:pt x="76665" y="42016"/>
                  <a:pt x="76715" y="42016"/>
                </a:cubicBezTo>
                <a:cubicBezTo>
                  <a:pt x="76739" y="42066"/>
                  <a:pt x="76789" y="42091"/>
                  <a:pt x="76839" y="42166"/>
                </a:cubicBezTo>
                <a:cubicBezTo>
                  <a:pt x="76764" y="42091"/>
                  <a:pt x="76715" y="42041"/>
                  <a:pt x="76640" y="42016"/>
                </a:cubicBezTo>
                <a:cubicBezTo>
                  <a:pt x="76615" y="41942"/>
                  <a:pt x="76590" y="41917"/>
                  <a:pt x="76515" y="41842"/>
                </a:cubicBezTo>
                <a:lnTo>
                  <a:pt x="76540" y="41817"/>
                </a:lnTo>
                <a:close/>
                <a:moveTo>
                  <a:pt x="78955" y="39353"/>
                </a:moveTo>
                <a:lnTo>
                  <a:pt x="78955" y="39353"/>
                </a:lnTo>
                <a:cubicBezTo>
                  <a:pt x="78482" y="40349"/>
                  <a:pt x="77984" y="41344"/>
                  <a:pt x="77461" y="42340"/>
                </a:cubicBezTo>
                <a:cubicBezTo>
                  <a:pt x="77387" y="42315"/>
                  <a:pt x="77362" y="42265"/>
                  <a:pt x="77287" y="42215"/>
                </a:cubicBezTo>
                <a:cubicBezTo>
                  <a:pt x="77138" y="42066"/>
                  <a:pt x="76963" y="41917"/>
                  <a:pt x="76764" y="41718"/>
                </a:cubicBezTo>
                <a:lnTo>
                  <a:pt x="76665" y="41643"/>
                </a:lnTo>
                <a:lnTo>
                  <a:pt x="76665" y="41444"/>
                </a:lnTo>
                <a:lnTo>
                  <a:pt x="76590" y="41543"/>
                </a:lnTo>
                <a:cubicBezTo>
                  <a:pt x="76491" y="41419"/>
                  <a:pt x="76391" y="41319"/>
                  <a:pt x="76291" y="41195"/>
                </a:cubicBezTo>
                <a:lnTo>
                  <a:pt x="76242" y="41145"/>
                </a:lnTo>
                <a:cubicBezTo>
                  <a:pt x="76117" y="41021"/>
                  <a:pt x="76018" y="40871"/>
                  <a:pt x="75893" y="40772"/>
                </a:cubicBezTo>
                <a:cubicBezTo>
                  <a:pt x="76391" y="40523"/>
                  <a:pt x="76864" y="40299"/>
                  <a:pt x="77362" y="40075"/>
                </a:cubicBezTo>
                <a:lnTo>
                  <a:pt x="77536" y="39975"/>
                </a:lnTo>
                <a:cubicBezTo>
                  <a:pt x="78009" y="39776"/>
                  <a:pt x="78482" y="39577"/>
                  <a:pt x="78955" y="39353"/>
                </a:cubicBezTo>
                <a:close/>
                <a:moveTo>
                  <a:pt x="90554" y="36217"/>
                </a:moveTo>
                <a:cubicBezTo>
                  <a:pt x="89733" y="38233"/>
                  <a:pt x="88787" y="40349"/>
                  <a:pt x="87716" y="42464"/>
                </a:cubicBezTo>
                <a:lnTo>
                  <a:pt x="87667" y="42464"/>
                </a:lnTo>
                <a:cubicBezTo>
                  <a:pt x="88737" y="40349"/>
                  <a:pt x="89683" y="38283"/>
                  <a:pt x="90479" y="36217"/>
                </a:cubicBezTo>
                <a:close/>
                <a:moveTo>
                  <a:pt x="76288" y="42150"/>
                </a:moveTo>
                <a:lnTo>
                  <a:pt x="76288" y="42150"/>
                </a:lnTo>
                <a:cubicBezTo>
                  <a:pt x="76455" y="42224"/>
                  <a:pt x="76620" y="42319"/>
                  <a:pt x="76739" y="42415"/>
                </a:cubicBezTo>
                <a:cubicBezTo>
                  <a:pt x="76764" y="42439"/>
                  <a:pt x="76789" y="42464"/>
                  <a:pt x="76839" y="42539"/>
                </a:cubicBezTo>
                <a:lnTo>
                  <a:pt x="76366" y="42265"/>
                </a:lnTo>
                <a:cubicBezTo>
                  <a:pt x="76366" y="42215"/>
                  <a:pt x="76341" y="42215"/>
                  <a:pt x="76341" y="42190"/>
                </a:cubicBezTo>
                <a:cubicBezTo>
                  <a:pt x="76310" y="42175"/>
                  <a:pt x="76299" y="42160"/>
                  <a:pt x="76288" y="42150"/>
                </a:cubicBezTo>
                <a:close/>
                <a:moveTo>
                  <a:pt x="79303" y="39228"/>
                </a:moveTo>
                <a:lnTo>
                  <a:pt x="79303" y="39228"/>
                </a:lnTo>
                <a:cubicBezTo>
                  <a:pt x="78781" y="40324"/>
                  <a:pt x="78233" y="41419"/>
                  <a:pt x="77660" y="42539"/>
                </a:cubicBezTo>
                <a:lnTo>
                  <a:pt x="77636" y="42514"/>
                </a:lnTo>
                <a:cubicBezTo>
                  <a:pt x="78233" y="41419"/>
                  <a:pt x="78756" y="40324"/>
                  <a:pt x="79253" y="39278"/>
                </a:cubicBezTo>
                <a:cubicBezTo>
                  <a:pt x="79278" y="39278"/>
                  <a:pt x="79278" y="39278"/>
                  <a:pt x="79303" y="39228"/>
                </a:cubicBezTo>
                <a:close/>
                <a:moveTo>
                  <a:pt x="87617" y="42663"/>
                </a:moveTo>
                <a:cubicBezTo>
                  <a:pt x="87592" y="42663"/>
                  <a:pt x="87592" y="42688"/>
                  <a:pt x="87592" y="42713"/>
                </a:cubicBezTo>
                <a:lnTo>
                  <a:pt x="87542" y="42713"/>
                </a:lnTo>
                <a:cubicBezTo>
                  <a:pt x="87542" y="42688"/>
                  <a:pt x="87567" y="42688"/>
                  <a:pt x="87567" y="42663"/>
                </a:cubicBezTo>
                <a:close/>
                <a:moveTo>
                  <a:pt x="72782" y="42166"/>
                </a:moveTo>
                <a:cubicBezTo>
                  <a:pt x="72782" y="42190"/>
                  <a:pt x="72782" y="42191"/>
                  <a:pt x="72757" y="42215"/>
                </a:cubicBezTo>
                <a:lnTo>
                  <a:pt x="72757" y="42265"/>
                </a:lnTo>
                <a:cubicBezTo>
                  <a:pt x="72404" y="42417"/>
                  <a:pt x="72057" y="42594"/>
                  <a:pt x="71710" y="42790"/>
                </a:cubicBezTo>
                <a:lnTo>
                  <a:pt x="71710" y="42790"/>
                </a:lnTo>
                <a:cubicBezTo>
                  <a:pt x="72019" y="42611"/>
                  <a:pt x="72326" y="42436"/>
                  <a:pt x="72632" y="42265"/>
                </a:cubicBezTo>
                <a:cubicBezTo>
                  <a:pt x="72657" y="42215"/>
                  <a:pt x="72707" y="42190"/>
                  <a:pt x="72757" y="42190"/>
                </a:cubicBezTo>
                <a:cubicBezTo>
                  <a:pt x="72757" y="42190"/>
                  <a:pt x="72782" y="42190"/>
                  <a:pt x="72782" y="42166"/>
                </a:cubicBezTo>
                <a:close/>
                <a:moveTo>
                  <a:pt x="76615" y="42589"/>
                </a:moveTo>
                <a:lnTo>
                  <a:pt x="76615" y="42589"/>
                </a:lnTo>
                <a:cubicBezTo>
                  <a:pt x="76764" y="42713"/>
                  <a:pt x="76914" y="42813"/>
                  <a:pt x="77063" y="42912"/>
                </a:cubicBezTo>
                <a:cubicBezTo>
                  <a:pt x="77113" y="42937"/>
                  <a:pt x="77113" y="42962"/>
                  <a:pt x="77138" y="42962"/>
                </a:cubicBezTo>
                <a:cubicBezTo>
                  <a:pt x="77113" y="43037"/>
                  <a:pt x="77063" y="43087"/>
                  <a:pt x="77013" y="43161"/>
                </a:cubicBezTo>
                <a:cubicBezTo>
                  <a:pt x="76963" y="43087"/>
                  <a:pt x="76914" y="43037"/>
                  <a:pt x="76864" y="42962"/>
                </a:cubicBezTo>
                <a:cubicBezTo>
                  <a:pt x="76764" y="42838"/>
                  <a:pt x="76715" y="42713"/>
                  <a:pt x="76615" y="42589"/>
                </a:cubicBezTo>
                <a:close/>
                <a:moveTo>
                  <a:pt x="90255" y="36242"/>
                </a:moveTo>
                <a:lnTo>
                  <a:pt x="90255" y="36242"/>
                </a:lnTo>
                <a:cubicBezTo>
                  <a:pt x="89459" y="38283"/>
                  <a:pt x="88538" y="40349"/>
                  <a:pt x="87443" y="42464"/>
                </a:cubicBezTo>
                <a:cubicBezTo>
                  <a:pt x="87265" y="42460"/>
                  <a:pt x="87086" y="42458"/>
                  <a:pt x="86906" y="42458"/>
                </a:cubicBezTo>
                <a:cubicBezTo>
                  <a:pt x="85085" y="42458"/>
                  <a:pt x="83109" y="42688"/>
                  <a:pt x="81071" y="43186"/>
                </a:cubicBezTo>
                <a:cubicBezTo>
                  <a:pt x="82738" y="41817"/>
                  <a:pt x="84107" y="39826"/>
                  <a:pt x="85078" y="37237"/>
                </a:cubicBezTo>
                <a:cubicBezTo>
                  <a:pt x="86571" y="36839"/>
                  <a:pt x="87990" y="36540"/>
                  <a:pt x="89384" y="36341"/>
                </a:cubicBezTo>
                <a:cubicBezTo>
                  <a:pt x="89484" y="36341"/>
                  <a:pt x="89583" y="36316"/>
                  <a:pt x="89683" y="36316"/>
                </a:cubicBezTo>
                <a:cubicBezTo>
                  <a:pt x="89857" y="36291"/>
                  <a:pt x="90081" y="36291"/>
                  <a:pt x="90255" y="36242"/>
                </a:cubicBezTo>
                <a:close/>
                <a:moveTo>
                  <a:pt x="93641" y="35993"/>
                </a:moveTo>
                <a:cubicBezTo>
                  <a:pt x="94188" y="35993"/>
                  <a:pt x="94761" y="35993"/>
                  <a:pt x="95283" y="36067"/>
                </a:cubicBezTo>
                <a:lnTo>
                  <a:pt x="95308" y="36067"/>
                </a:lnTo>
                <a:cubicBezTo>
                  <a:pt x="96702" y="36441"/>
                  <a:pt x="98121" y="36914"/>
                  <a:pt x="99490" y="37461"/>
                </a:cubicBezTo>
                <a:cubicBezTo>
                  <a:pt x="97250" y="40050"/>
                  <a:pt x="94562" y="41991"/>
                  <a:pt x="91724" y="43211"/>
                </a:cubicBezTo>
                <a:cubicBezTo>
                  <a:pt x="90554" y="42813"/>
                  <a:pt x="89285" y="42564"/>
                  <a:pt x="87916" y="42464"/>
                </a:cubicBezTo>
                <a:cubicBezTo>
                  <a:pt x="88986" y="40349"/>
                  <a:pt x="89932" y="38233"/>
                  <a:pt x="90728" y="36142"/>
                </a:cubicBezTo>
                <a:cubicBezTo>
                  <a:pt x="90927" y="36117"/>
                  <a:pt x="91102" y="36092"/>
                  <a:pt x="91301" y="36092"/>
                </a:cubicBezTo>
                <a:cubicBezTo>
                  <a:pt x="91450" y="36092"/>
                  <a:pt x="91599" y="36067"/>
                  <a:pt x="91774" y="36067"/>
                </a:cubicBezTo>
                <a:cubicBezTo>
                  <a:pt x="92396" y="36042"/>
                  <a:pt x="92968" y="35993"/>
                  <a:pt x="93591" y="35993"/>
                </a:cubicBezTo>
                <a:close/>
                <a:moveTo>
                  <a:pt x="84829" y="37287"/>
                </a:moveTo>
                <a:cubicBezTo>
                  <a:pt x="83833" y="39925"/>
                  <a:pt x="82390" y="41966"/>
                  <a:pt x="80598" y="43286"/>
                </a:cubicBezTo>
                <a:cubicBezTo>
                  <a:pt x="80523" y="43286"/>
                  <a:pt x="80473" y="43311"/>
                  <a:pt x="80398" y="43311"/>
                </a:cubicBezTo>
                <a:cubicBezTo>
                  <a:pt x="82240" y="42016"/>
                  <a:pt x="83709" y="39975"/>
                  <a:pt x="84730" y="37312"/>
                </a:cubicBezTo>
                <a:cubicBezTo>
                  <a:pt x="84754" y="37312"/>
                  <a:pt x="84779" y="37287"/>
                  <a:pt x="84829" y="37287"/>
                </a:cubicBezTo>
                <a:close/>
                <a:moveTo>
                  <a:pt x="99664" y="37536"/>
                </a:moveTo>
                <a:cubicBezTo>
                  <a:pt x="99689" y="37561"/>
                  <a:pt x="99739" y="37561"/>
                  <a:pt x="99764" y="37561"/>
                </a:cubicBezTo>
                <a:cubicBezTo>
                  <a:pt x="97548" y="40149"/>
                  <a:pt x="94910" y="42091"/>
                  <a:pt x="92072" y="43335"/>
                </a:cubicBezTo>
                <a:cubicBezTo>
                  <a:pt x="92048" y="43335"/>
                  <a:pt x="92023" y="43311"/>
                  <a:pt x="91973" y="43311"/>
                </a:cubicBezTo>
                <a:cubicBezTo>
                  <a:pt x="94810" y="42066"/>
                  <a:pt x="97449" y="40100"/>
                  <a:pt x="99664" y="37536"/>
                </a:cubicBezTo>
                <a:close/>
                <a:moveTo>
                  <a:pt x="87816" y="42663"/>
                </a:moveTo>
                <a:cubicBezTo>
                  <a:pt x="89110" y="42763"/>
                  <a:pt x="90330" y="42962"/>
                  <a:pt x="91450" y="43335"/>
                </a:cubicBezTo>
                <a:cubicBezTo>
                  <a:pt x="91425" y="43335"/>
                  <a:pt x="91400" y="43360"/>
                  <a:pt x="91351" y="43360"/>
                </a:cubicBezTo>
                <a:cubicBezTo>
                  <a:pt x="90280" y="43012"/>
                  <a:pt x="89061" y="42788"/>
                  <a:pt x="87791" y="42713"/>
                </a:cubicBezTo>
                <a:cubicBezTo>
                  <a:pt x="87791" y="42688"/>
                  <a:pt x="87816" y="42688"/>
                  <a:pt x="87816" y="42663"/>
                </a:cubicBezTo>
                <a:close/>
                <a:moveTo>
                  <a:pt x="70417" y="39801"/>
                </a:moveTo>
                <a:cubicBezTo>
                  <a:pt x="70815" y="39801"/>
                  <a:pt x="71239" y="39826"/>
                  <a:pt x="71612" y="39851"/>
                </a:cubicBezTo>
                <a:cubicBezTo>
                  <a:pt x="71687" y="39851"/>
                  <a:pt x="71786" y="39901"/>
                  <a:pt x="71886" y="39901"/>
                </a:cubicBezTo>
                <a:cubicBezTo>
                  <a:pt x="71985" y="39901"/>
                  <a:pt x="72035" y="39925"/>
                  <a:pt x="72135" y="39925"/>
                </a:cubicBezTo>
                <a:cubicBezTo>
                  <a:pt x="72384" y="39950"/>
                  <a:pt x="72608" y="39975"/>
                  <a:pt x="72856" y="40050"/>
                </a:cubicBezTo>
                <a:cubicBezTo>
                  <a:pt x="72881" y="40050"/>
                  <a:pt x="72931" y="40050"/>
                  <a:pt x="72981" y="40075"/>
                </a:cubicBezTo>
                <a:cubicBezTo>
                  <a:pt x="73130" y="40100"/>
                  <a:pt x="73255" y="40174"/>
                  <a:pt x="73379" y="40199"/>
                </a:cubicBezTo>
                <a:cubicBezTo>
                  <a:pt x="73404" y="40199"/>
                  <a:pt x="73479" y="40224"/>
                  <a:pt x="73504" y="40224"/>
                </a:cubicBezTo>
                <a:cubicBezTo>
                  <a:pt x="73479" y="40398"/>
                  <a:pt x="73404" y="40523"/>
                  <a:pt x="73379" y="40672"/>
                </a:cubicBezTo>
                <a:cubicBezTo>
                  <a:pt x="73180" y="41070"/>
                  <a:pt x="73031" y="41469"/>
                  <a:pt x="72906" y="41817"/>
                </a:cubicBezTo>
                <a:cubicBezTo>
                  <a:pt x="72782" y="41867"/>
                  <a:pt x="72657" y="41942"/>
                  <a:pt x="72533" y="42041"/>
                </a:cubicBezTo>
                <a:cubicBezTo>
                  <a:pt x="72508" y="42066"/>
                  <a:pt x="72433" y="42066"/>
                  <a:pt x="72408" y="42091"/>
                </a:cubicBezTo>
                <a:lnTo>
                  <a:pt x="71935" y="42365"/>
                </a:lnTo>
                <a:cubicBezTo>
                  <a:pt x="71687" y="42539"/>
                  <a:pt x="71438" y="42663"/>
                  <a:pt x="71189" y="42813"/>
                </a:cubicBezTo>
                <a:cubicBezTo>
                  <a:pt x="70915" y="42962"/>
                  <a:pt x="70666" y="43111"/>
                  <a:pt x="70392" y="43311"/>
                </a:cubicBezTo>
                <a:lnTo>
                  <a:pt x="70193" y="43410"/>
                </a:lnTo>
                <a:cubicBezTo>
                  <a:pt x="68824" y="42663"/>
                  <a:pt x="67505" y="41643"/>
                  <a:pt x="66211" y="40349"/>
                </a:cubicBezTo>
                <a:lnTo>
                  <a:pt x="66584" y="40249"/>
                </a:lnTo>
                <a:lnTo>
                  <a:pt x="66659" y="40249"/>
                </a:lnTo>
                <a:cubicBezTo>
                  <a:pt x="66808" y="40224"/>
                  <a:pt x="66932" y="40199"/>
                  <a:pt x="67082" y="40174"/>
                </a:cubicBezTo>
                <a:cubicBezTo>
                  <a:pt x="67206" y="40125"/>
                  <a:pt x="67380" y="40100"/>
                  <a:pt x="67505" y="40100"/>
                </a:cubicBezTo>
                <a:cubicBezTo>
                  <a:pt x="67580" y="40075"/>
                  <a:pt x="67679" y="40075"/>
                  <a:pt x="67779" y="40050"/>
                </a:cubicBezTo>
                <a:cubicBezTo>
                  <a:pt x="67828" y="40050"/>
                  <a:pt x="67903" y="40000"/>
                  <a:pt x="67953" y="40000"/>
                </a:cubicBezTo>
                <a:cubicBezTo>
                  <a:pt x="68127" y="39975"/>
                  <a:pt x="68252" y="39975"/>
                  <a:pt x="68401" y="39950"/>
                </a:cubicBezTo>
                <a:lnTo>
                  <a:pt x="68501" y="39950"/>
                </a:lnTo>
                <a:cubicBezTo>
                  <a:pt x="68575" y="39950"/>
                  <a:pt x="68700" y="39925"/>
                  <a:pt x="68799" y="39925"/>
                </a:cubicBezTo>
                <a:cubicBezTo>
                  <a:pt x="68899" y="39925"/>
                  <a:pt x="68949" y="39925"/>
                  <a:pt x="69048" y="39901"/>
                </a:cubicBezTo>
                <a:cubicBezTo>
                  <a:pt x="69272" y="39851"/>
                  <a:pt x="69496" y="39851"/>
                  <a:pt x="69695" y="39826"/>
                </a:cubicBezTo>
                <a:cubicBezTo>
                  <a:pt x="69944" y="39826"/>
                  <a:pt x="70193" y="39801"/>
                  <a:pt x="70417" y="39801"/>
                </a:cubicBezTo>
                <a:close/>
                <a:moveTo>
                  <a:pt x="76043" y="42240"/>
                </a:moveTo>
                <a:cubicBezTo>
                  <a:pt x="76117" y="42290"/>
                  <a:pt x="76142" y="42315"/>
                  <a:pt x="76142" y="42315"/>
                </a:cubicBezTo>
                <a:cubicBezTo>
                  <a:pt x="76167" y="42315"/>
                  <a:pt x="76167" y="42340"/>
                  <a:pt x="76192" y="42340"/>
                </a:cubicBezTo>
                <a:cubicBezTo>
                  <a:pt x="76267" y="42415"/>
                  <a:pt x="76291" y="42514"/>
                  <a:pt x="76316" y="42564"/>
                </a:cubicBezTo>
                <a:cubicBezTo>
                  <a:pt x="76366" y="42614"/>
                  <a:pt x="76391" y="42663"/>
                  <a:pt x="76416" y="42713"/>
                </a:cubicBezTo>
                <a:cubicBezTo>
                  <a:pt x="76416" y="42738"/>
                  <a:pt x="76441" y="42738"/>
                  <a:pt x="76441" y="42788"/>
                </a:cubicBezTo>
                <a:cubicBezTo>
                  <a:pt x="76515" y="42887"/>
                  <a:pt x="76615" y="42987"/>
                  <a:pt x="76665" y="43087"/>
                </a:cubicBezTo>
                <a:cubicBezTo>
                  <a:pt x="76739" y="43186"/>
                  <a:pt x="76789" y="43286"/>
                  <a:pt x="76864" y="43335"/>
                </a:cubicBezTo>
                <a:cubicBezTo>
                  <a:pt x="76864" y="43335"/>
                  <a:pt x="76864" y="43360"/>
                  <a:pt x="76814" y="43360"/>
                </a:cubicBezTo>
                <a:lnTo>
                  <a:pt x="76814" y="43410"/>
                </a:lnTo>
                <a:cubicBezTo>
                  <a:pt x="76789" y="43360"/>
                  <a:pt x="76789" y="43335"/>
                  <a:pt x="76764" y="43311"/>
                </a:cubicBezTo>
                <a:cubicBezTo>
                  <a:pt x="76565" y="43037"/>
                  <a:pt x="76366" y="42788"/>
                  <a:pt x="76192" y="42489"/>
                </a:cubicBezTo>
                <a:cubicBezTo>
                  <a:pt x="76142" y="42415"/>
                  <a:pt x="76117" y="42340"/>
                  <a:pt x="76043" y="42240"/>
                </a:cubicBezTo>
                <a:close/>
                <a:moveTo>
                  <a:pt x="77262" y="43186"/>
                </a:moveTo>
                <a:lnTo>
                  <a:pt x="77287" y="43211"/>
                </a:lnTo>
                <a:lnTo>
                  <a:pt x="77212" y="43410"/>
                </a:lnTo>
                <a:lnTo>
                  <a:pt x="77163" y="43360"/>
                </a:lnTo>
                <a:cubicBezTo>
                  <a:pt x="77212" y="43286"/>
                  <a:pt x="77237" y="43261"/>
                  <a:pt x="77262" y="43186"/>
                </a:cubicBezTo>
                <a:close/>
                <a:moveTo>
                  <a:pt x="91799" y="43435"/>
                </a:moveTo>
                <a:cubicBezTo>
                  <a:pt x="91823" y="43435"/>
                  <a:pt x="91823" y="43460"/>
                  <a:pt x="91848" y="43460"/>
                </a:cubicBezTo>
                <a:cubicBezTo>
                  <a:pt x="91823" y="43460"/>
                  <a:pt x="91799" y="43510"/>
                  <a:pt x="91774" y="43510"/>
                </a:cubicBezTo>
                <a:cubicBezTo>
                  <a:pt x="91724" y="43460"/>
                  <a:pt x="91699" y="43460"/>
                  <a:pt x="91674" y="43460"/>
                </a:cubicBezTo>
                <a:cubicBezTo>
                  <a:pt x="91699" y="43460"/>
                  <a:pt x="91724" y="43435"/>
                  <a:pt x="91774" y="43435"/>
                </a:cubicBezTo>
                <a:close/>
                <a:moveTo>
                  <a:pt x="86678" y="42626"/>
                </a:moveTo>
                <a:cubicBezTo>
                  <a:pt x="86902" y="42626"/>
                  <a:pt x="87124" y="42630"/>
                  <a:pt x="87343" y="42639"/>
                </a:cubicBezTo>
                <a:cubicBezTo>
                  <a:pt x="87343" y="42663"/>
                  <a:pt x="87318" y="42663"/>
                  <a:pt x="87318" y="42688"/>
                </a:cubicBezTo>
                <a:cubicBezTo>
                  <a:pt x="87158" y="42684"/>
                  <a:pt x="86996" y="42683"/>
                  <a:pt x="86834" y="42683"/>
                </a:cubicBezTo>
                <a:cubicBezTo>
                  <a:pt x="84895" y="42683"/>
                  <a:pt x="82810" y="42955"/>
                  <a:pt x="80579" y="43520"/>
                </a:cubicBezTo>
                <a:lnTo>
                  <a:pt x="80579" y="43520"/>
                </a:lnTo>
                <a:cubicBezTo>
                  <a:pt x="80625" y="43497"/>
                  <a:pt x="80661" y="43453"/>
                  <a:pt x="80697" y="43435"/>
                </a:cubicBezTo>
                <a:cubicBezTo>
                  <a:pt x="82807" y="42902"/>
                  <a:pt x="84819" y="42626"/>
                  <a:pt x="86678" y="42626"/>
                </a:cubicBezTo>
                <a:close/>
                <a:moveTo>
                  <a:pt x="66011" y="40349"/>
                </a:moveTo>
                <a:cubicBezTo>
                  <a:pt x="67306" y="41693"/>
                  <a:pt x="68675" y="42713"/>
                  <a:pt x="70044" y="43510"/>
                </a:cubicBezTo>
                <a:cubicBezTo>
                  <a:pt x="70019" y="43510"/>
                  <a:pt x="70019" y="43535"/>
                  <a:pt x="69994" y="43535"/>
                </a:cubicBezTo>
                <a:cubicBezTo>
                  <a:pt x="68625" y="42738"/>
                  <a:pt x="67256" y="41718"/>
                  <a:pt x="65937" y="40398"/>
                </a:cubicBezTo>
                <a:cubicBezTo>
                  <a:pt x="65962" y="40398"/>
                  <a:pt x="65962" y="40398"/>
                  <a:pt x="66011" y="40349"/>
                </a:cubicBezTo>
                <a:close/>
                <a:moveTo>
                  <a:pt x="71451" y="42939"/>
                </a:moveTo>
                <a:cubicBezTo>
                  <a:pt x="71199" y="43088"/>
                  <a:pt x="70947" y="43246"/>
                  <a:pt x="70691" y="43410"/>
                </a:cubicBezTo>
                <a:cubicBezTo>
                  <a:pt x="70591" y="43460"/>
                  <a:pt x="70542" y="43510"/>
                  <a:pt x="70492" y="43535"/>
                </a:cubicBezTo>
                <a:lnTo>
                  <a:pt x="70417" y="43535"/>
                </a:lnTo>
                <a:lnTo>
                  <a:pt x="70591" y="43435"/>
                </a:lnTo>
                <a:cubicBezTo>
                  <a:pt x="70882" y="43269"/>
                  <a:pt x="71167" y="43103"/>
                  <a:pt x="71451" y="42939"/>
                </a:cubicBezTo>
                <a:close/>
                <a:moveTo>
                  <a:pt x="84506" y="37411"/>
                </a:moveTo>
                <a:lnTo>
                  <a:pt x="84506" y="37411"/>
                </a:lnTo>
                <a:cubicBezTo>
                  <a:pt x="83435" y="40174"/>
                  <a:pt x="81842" y="42215"/>
                  <a:pt x="79876" y="43460"/>
                </a:cubicBezTo>
                <a:cubicBezTo>
                  <a:pt x="79726" y="43510"/>
                  <a:pt x="79577" y="43559"/>
                  <a:pt x="79453" y="43584"/>
                </a:cubicBezTo>
                <a:cubicBezTo>
                  <a:pt x="79353" y="43559"/>
                  <a:pt x="79278" y="43535"/>
                  <a:pt x="79204" y="43510"/>
                </a:cubicBezTo>
                <a:cubicBezTo>
                  <a:pt x="79154" y="43510"/>
                  <a:pt x="79129" y="43460"/>
                  <a:pt x="79104" y="43460"/>
                </a:cubicBezTo>
                <a:cubicBezTo>
                  <a:pt x="78980" y="43410"/>
                  <a:pt x="78855" y="43335"/>
                  <a:pt x="78781" y="43286"/>
                </a:cubicBezTo>
                <a:cubicBezTo>
                  <a:pt x="78382" y="43062"/>
                  <a:pt x="78108" y="42838"/>
                  <a:pt x="77835" y="42663"/>
                </a:cubicBezTo>
                <a:cubicBezTo>
                  <a:pt x="78457" y="41469"/>
                  <a:pt x="79029" y="40299"/>
                  <a:pt x="79577" y="39154"/>
                </a:cubicBezTo>
                <a:cubicBezTo>
                  <a:pt x="81245" y="38432"/>
                  <a:pt x="82888" y="37859"/>
                  <a:pt x="84506" y="37411"/>
                </a:cubicBezTo>
                <a:close/>
                <a:moveTo>
                  <a:pt x="70293" y="43584"/>
                </a:moveTo>
                <a:cubicBezTo>
                  <a:pt x="70268" y="43584"/>
                  <a:pt x="70268" y="43634"/>
                  <a:pt x="70243" y="43634"/>
                </a:cubicBezTo>
                <a:cubicBezTo>
                  <a:pt x="70243" y="43634"/>
                  <a:pt x="70207" y="43634"/>
                  <a:pt x="70196" y="43603"/>
                </a:cubicBezTo>
                <a:lnTo>
                  <a:pt x="70196" y="43603"/>
                </a:lnTo>
                <a:cubicBezTo>
                  <a:pt x="70201" y="43593"/>
                  <a:pt x="70208" y="43584"/>
                  <a:pt x="70218" y="43584"/>
                </a:cubicBezTo>
                <a:close/>
                <a:moveTo>
                  <a:pt x="70193" y="43609"/>
                </a:moveTo>
                <a:cubicBezTo>
                  <a:pt x="70193" y="43638"/>
                  <a:pt x="70192" y="43649"/>
                  <a:pt x="70187" y="43649"/>
                </a:cubicBezTo>
                <a:cubicBezTo>
                  <a:pt x="70183" y="43649"/>
                  <a:pt x="70177" y="43643"/>
                  <a:pt x="70168" y="43634"/>
                </a:cubicBezTo>
                <a:lnTo>
                  <a:pt x="70168" y="43634"/>
                </a:lnTo>
                <a:cubicBezTo>
                  <a:pt x="70177" y="43642"/>
                  <a:pt x="70182" y="43645"/>
                  <a:pt x="70185" y="43645"/>
                </a:cubicBezTo>
                <a:cubicBezTo>
                  <a:pt x="70190" y="43645"/>
                  <a:pt x="70185" y="43634"/>
                  <a:pt x="70168" y="43634"/>
                </a:cubicBezTo>
                <a:cubicBezTo>
                  <a:pt x="70181" y="43634"/>
                  <a:pt x="70187" y="43622"/>
                  <a:pt x="70193" y="43609"/>
                </a:cubicBezTo>
                <a:close/>
                <a:moveTo>
                  <a:pt x="77038" y="43535"/>
                </a:moveTo>
                <a:lnTo>
                  <a:pt x="77038" y="43559"/>
                </a:lnTo>
                <a:lnTo>
                  <a:pt x="77038" y="43584"/>
                </a:lnTo>
                <a:lnTo>
                  <a:pt x="77038" y="43634"/>
                </a:lnTo>
                <a:lnTo>
                  <a:pt x="77038" y="43659"/>
                </a:lnTo>
                <a:cubicBezTo>
                  <a:pt x="77013" y="43634"/>
                  <a:pt x="77013" y="43584"/>
                  <a:pt x="77013" y="43584"/>
                </a:cubicBezTo>
                <a:cubicBezTo>
                  <a:pt x="77038" y="43559"/>
                  <a:pt x="77038" y="43559"/>
                  <a:pt x="77038" y="43535"/>
                </a:cubicBezTo>
                <a:close/>
                <a:moveTo>
                  <a:pt x="79062" y="43652"/>
                </a:moveTo>
                <a:cubicBezTo>
                  <a:pt x="79097" y="43661"/>
                  <a:pt x="79120" y="43667"/>
                  <a:pt x="79154" y="43684"/>
                </a:cubicBezTo>
                <a:lnTo>
                  <a:pt x="79129" y="43684"/>
                </a:lnTo>
                <a:cubicBezTo>
                  <a:pt x="79106" y="43672"/>
                  <a:pt x="79082" y="43661"/>
                  <a:pt x="79062" y="43652"/>
                </a:cubicBezTo>
                <a:close/>
                <a:moveTo>
                  <a:pt x="80174" y="43584"/>
                </a:moveTo>
                <a:lnTo>
                  <a:pt x="80000" y="43684"/>
                </a:lnTo>
                <a:cubicBezTo>
                  <a:pt x="79950" y="43709"/>
                  <a:pt x="79876" y="43709"/>
                  <a:pt x="79826" y="43734"/>
                </a:cubicBezTo>
                <a:cubicBezTo>
                  <a:pt x="79876" y="43709"/>
                  <a:pt x="79926" y="43684"/>
                  <a:pt x="79975" y="43659"/>
                </a:cubicBezTo>
                <a:cubicBezTo>
                  <a:pt x="80025" y="43609"/>
                  <a:pt x="80100" y="43609"/>
                  <a:pt x="80174" y="43584"/>
                </a:cubicBezTo>
                <a:close/>
                <a:moveTo>
                  <a:pt x="77810" y="43311"/>
                </a:moveTo>
                <a:cubicBezTo>
                  <a:pt x="77860" y="43335"/>
                  <a:pt x="77909" y="43335"/>
                  <a:pt x="77934" y="43385"/>
                </a:cubicBezTo>
                <a:cubicBezTo>
                  <a:pt x="78133" y="43535"/>
                  <a:pt x="78308" y="43659"/>
                  <a:pt x="78507" y="43784"/>
                </a:cubicBezTo>
                <a:lnTo>
                  <a:pt x="78034" y="43784"/>
                </a:lnTo>
                <a:cubicBezTo>
                  <a:pt x="78009" y="43759"/>
                  <a:pt x="78009" y="43684"/>
                  <a:pt x="77984" y="43659"/>
                </a:cubicBezTo>
                <a:cubicBezTo>
                  <a:pt x="77984" y="43634"/>
                  <a:pt x="77984" y="43634"/>
                  <a:pt x="77959" y="43584"/>
                </a:cubicBezTo>
                <a:cubicBezTo>
                  <a:pt x="77909" y="43535"/>
                  <a:pt x="77884" y="43435"/>
                  <a:pt x="77860" y="43385"/>
                </a:cubicBezTo>
                <a:cubicBezTo>
                  <a:pt x="77860" y="43335"/>
                  <a:pt x="77810" y="43335"/>
                  <a:pt x="77810" y="43311"/>
                </a:cubicBezTo>
                <a:close/>
                <a:moveTo>
                  <a:pt x="77586" y="43161"/>
                </a:moveTo>
                <a:cubicBezTo>
                  <a:pt x="77660" y="43311"/>
                  <a:pt x="77735" y="43460"/>
                  <a:pt x="77835" y="43634"/>
                </a:cubicBezTo>
                <a:cubicBezTo>
                  <a:pt x="77785" y="43684"/>
                  <a:pt x="77835" y="43759"/>
                  <a:pt x="77860" y="43808"/>
                </a:cubicBezTo>
                <a:lnTo>
                  <a:pt x="77785" y="43808"/>
                </a:lnTo>
                <a:cubicBezTo>
                  <a:pt x="77760" y="43709"/>
                  <a:pt x="77685" y="43634"/>
                  <a:pt x="77660" y="43535"/>
                </a:cubicBezTo>
                <a:cubicBezTo>
                  <a:pt x="77636" y="43460"/>
                  <a:pt x="77611" y="43435"/>
                  <a:pt x="77611" y="43360"/>
                </a:cubicBezTo>
                <a:lnTo>
                  <a:pt x="77611" y="43335"/>
                </a:lnTo>
                <a:cubicBezTo>
                  <a:pt x="77561" y="43311"/>
                  <a:pt x="77561" y="43286"/>
                  <a:pt x="77536" y="43211"/>
                </a:cubicBezTo>
                <a:cubicBezTo>
                  <a:pt x="77536" y="43211"/>
                  <a:pt x="77536" y="43186"/>
                  <a:pt x="77586" y="43186"/>
                </a:cubicBezTo>
                <a:lnTo>
                  <a:pt x="77586" y="43161"/>
                </a:lnTo>
                <a:close/>
                <a:moveTo>
                  <a:pt x="76914" y="43808"/>
                </a:moveTo>
                <a:cubicBezTo>
                  <a:pt x="76914" y="43833"/>
                  <a:pt x="76914" y="43833"/>
                  <a:pt x="76889" y="43833"/>
                </a:cubicBezTo>
                <a:lnTo>
                  <a:pt x="76864" y="43833"/>
                </a:lnTo>
                <a:cubicBezTo>
                  <a:pt x="76889" y="43833"/>
                  <a:pt x="76889" y="43808"/>
                  <a:pt x="76914" y="43808"/>
                </a:cubicBezTo>
                <a:close/>
                <a:moveTo>
                  <a:pt x="77188" y="43759"/>
                </a:moveTo>
                <a:cubicBezTo>
                  <a:pt x="77237" y="43784"/>
                  <a:pt x="77262" y="43808"/>
                  <a:pt x="77262" y="43833"/>
                </a:cubicBezTo>
                <a:lnTo>
                  <a:pt x="77188" y="43833"/>
                </a:lnTo>
                <a:lnTo>
                  <a:pt x="77163" y="43808"/>
                </a:lnTo>
                <a:cubicBezTo>
                  <a:pt x="77163" y="43808"/>
                  <a:pt x="77163" y="43784"/>
                  <a:pt x="77188" y="43784"/>
                </a:cubicBezTo>
                <a:lnTo>
                  <a:pt x="77188" y="43759"/>
                </a:lnTo>
                <a:close/>
                <a:moveTo>
                  <a:pt x="77387" y="43460"/>
                </a:moveTo>
                <a:lnTo>
                  <a:pt x="77586" y="43833"/>
                </a:lnTo>
                <a:lnTo>
                  <a:pt x="77511" y="43833"/>
                </a:lnTo>
                <a:cubicBezTo>
                  <a:pt x="77486" y="43784"/>
                  <a:pt x="77486" y="43784"/>
                  <a:pt x="77461" y="43759"/>
                </a:cubicBezTo>
                <a:cubicBezTo>
                  <a:pt x="77412" y="43684"/>
                  <a:pt x="77362" y="43634"/>
                  <a:pt x="77337" y="43584"/>
                </a:cubicBezTo>
                <a:cubicBezTo>
                  <a:pt x="77362" y="43559"/>
                  <a:pt x="77387" y="43510"/>
                  <a:pt x="77387" y="43460"/>
                </a:cubicBezTo>
                <a:close/>
                <a:moveTo>
                  <a:pt x="105439" y="26858"/>
                </a:moveTo>
                <a:cubicBezTo>
                  <a:pt x="108774" y="28102"/>
                  <a:pt x="111363" y="30193"/>
                  <a:pt x="113205" y="33006"/>
                </a:cubicBezTo>
                <a:lnTo>
                  <a:pt x="113205" y="33130"/>
                </a:lnTo>
                <a:lnTo>
                  <a:pt x="113205" y="33180"/>
                </a:lnTo>
                <a:cubicBezTo>
                  <a:pt x="113105" y="33877"/>
                  <a:pt x="112981" y="34599"/>
                  <a:pt x="112832" y="35345"/>
                </a:cubicBezTo>
                <a:cubicBezTo>
                  <a:pt x="112782" y="35445"/>
                  <a:pt x="112782" y="35495"/>
                  <a:pt x="112757" y="35594"/>
                </a:cubicBezTo>
                <a:cubicBezTo>
                  <a:pt x="112234" y="38308"/>
                  <a:pt x="111413" y="41095"/>
                  <a:pt x="110392" y="43958"/>
                </a:cubicBezTo>
                <a:cubicBezTo>
                  <a:pt x="108998" y="42564"/>
                  <a:pt x="107455" y="41319"/>
                  <a:pt x="105763" y="40224"/>
                </a:cubicBezTo>
                <a:lnTo>
                  <a:pt x="105738" y="40199"/>
                </a:lnTo>
                <a:cubicBezTo>
                  <a:pt x="105713" y="40149"/>
                  <a:pt x="105638" y="40100"/>
                  <a:pt x="105613" y="40050"/>
                </a:cubicBezTo>
                <a:lnTo>
                  <a:pt x="105514" y="39925"/>
                </a:lnTo>
                <a:lnTo>
                  <a:pt x="105489" y="39901"/>
                </a:lnTo>
                <a:lnTo>
                  <a:pt x="105464" y="39851"/>
                </a:lnTo>
                <a:lnTo>
                  <a:pt x="105265" y="39677"/>
                </a:lnTo>
                <a:cubicBezTo>
                  <a:pt x="105165" y="39577"/>
                  <a:pt x="105041" y="39477"/>
                  <a:pt x="104941" y="39403"/>
                </a:cubicBezTo>
                <a:cubicBezTo>
                  <a:pt x="104767" y="39228"/>
                  <a:pt x="104618" y="39054"/>
                  <a:pt x="104418" y="38930"/>
                </a:cubicBezTo>
                <a:cubicBezTo>
                  <a:pt x="104319" y="38830"/>
                  <a:pt x="104219" y="38780"/>
                  <a:pt x="104070" y="38681"/>
                </a:cubicBezTo>
                <a:cubicBezTo>
                  <a:pt x="103896" y="38532"/>
                  <a:pt x="103672" y="38357"/>
                  <a:pt x="103497" y="38233"/>
                </a:cubicBezTo>
                <a:cubicBezTo>
                  <a:pt x="103373" y="38183"/>
                  <a:pt x="103273" y="38083"/>
                  <a:pt x="103149" y="38034"/>
                </a:cubicBezTo>
                <a:cubicBezTo>
                  <a:pt x="102925" y="37909"/>
                  <a:pt x="102701" y="37735"/>
                  <a:pt x="102502" y="37611"/>
                </a:cubicBezTo>
                <a:lnTo>
                  <a:pt x="102128" y="37436"/>
                </a:lnTo>
                <a:cubicBezTo>
                  <a:pt x="102128" y="37436"/>
                  <a:pt x="102079" y="37436"/>
                  <a:pt x="102079" y="37411"/>
                </a:cubicBezTo>
                <a:cubicBezTo>
                  <a:pt x="102776" y="35420"/>
                  <a:pt x="103373" y="33454"/>
                  <a:pt x="103821" y="31512"/>
                </a:cubicBezTo>
                <a:cubicBezTo>
                  <a:pt x="104518" y="29994"/>
                  <a:pt x="105041" y="28426"/>
                  <a:pt x="105439" y="26858"/>
                </a:cubicBezTo>
                <a:close/>
                <a:moveTo>
                  <a:pt x="113504" y="33553"/>
                </a:moveTo>
                <a:cubicBezTo>
                  <a:pt x="114300" y="34873"/>
                  <a:pt x="114922" y="36341"/>
                  <a:pt x="115321" y="37959"/>
                </a:cubicBezTo>
                <a:cubicBezTo>
                  <a:pt x="114250" y="40125"/>
                  <a:pt x="112732" y="42166"/>
                  <a:pt x="110815" y="43958"/>
                </a:cubicBezTo>
                <a:cubicBezTo>
                  <a:pt x="112110" y="40349"/>
                  <a:pt x="113006" y="36864"/>
                  <a:pt x="113504" y="33553"/>
                </a:cubicBezTo>
                <a:close/>
                <a:moveTo>
                  <a:pt x="78233" y="43958"/>
                </a:moveTo>
                <a:cubicBezTo>
                  <a:pt x="78208" y="43983"/>
                  <a:pt x="78158" y="43983"/>
                  <a:pt x="78133" y="43983"/>
                </a:cubicBezTo>
                <a:cubicBezTo>
                  <a:pt x="78158" y="43958"/>
                  <a:pt x="78208" y="43958"/>
                  <a:pt x="78233" y="43958"/>
                </a:cubicBezTo>
                <a:close/>
                <a:moveTo>
                  <a:pt x="101730" y="38432"/>
                </a:moveTo>
                <a:cubicBezTo>
                  <a:pt x="102800" y="38955"/>
                  <a:pt x="103846" y="39527"/>
                  <a:pt x="104866" y="40149"/>
                </a:cubicBezTo>
                <a:cubicBezTo>
                  <a:pt x="104767" y="40224"/>
                  <a:pt x="104667" y="40299"/>
                  <a:pt x="104618" y="40398"/>
                </a:cubicBezTo>
                <a:cubicBezTo>
                  <a:pt x="104493" y="40473"/>
                  <a:pt x="104369" y="40597"/>
                  <a:pt x="104244" y="40697"/>
                </a:cubicBezTo>
                <a:cubicBezTo>
                  <a:pt x="104095" y="40846"/>
                  <a:pt x="103896" y="40971"/>
                  <a:pt x="103746" y="41095"/>
                </a:cubicBezTo>
                <a:cubicBezTo>
                  <a:pt x="103622" y="41195"/>
                  <a:pt x="103497" y="41319"/>
                  <a:pt x="103348" y="41419"/>
                </a:cubicBezTo>
                <a:lnTo>
                  <a:pt x="102875" y="41792"/>
                </a:lnTo>
                <a:cubicBezTo>
                  <a:pt x="102726" y="41917"/>
                  <a:pt x="102601" y="42016"/>
                  <a:pt x="102427" y="42141"/>
                </a:cubicBezTo>
                <a:cubicBezTo>
                  <a:pt x="102278" y="42215"/>
                  <a:pt x="102153" y="42340"/>
                  <a:pt x="102004" y="42439"/>
                </a:cubicBezTo>
                <a:cubicBezTo>
                  <a:pt x="101855" y="42564"/>
                  <a:pt x="101655" y="42663"/>
                  <a:pt x="101506" y="42788"/>
                </a:cubicBezTo>
                <a:cubicBezTo>
                  <a:pt x="101382" y="42887"/>
                  <a:pt x="101232" y="42937"/>
                  <a:pt x="101108" y="43037"/>
                </a:cubicBezTo>
                <a:cubicBezTo>
                  <a:pt x="100909" y="43161"/>
                  <a:pt x="100735" y="43286"/>
                  <a:pt x="100535" y="43385"/>
                </a:cubicBezTo>
                <a:cubicBezTo>
                  <a:pt x="100411" y="43435"/>
                  <a:pt x="100286" y="43510"/>
                  <a:pt x="100187" y="43584"/>
                </a:cubicBezTo>
                <a:cubicBezTo>
                  <a:pt x="99988" y="43709"/>
                  <a:pt x="99789" y="43833"/>
                  <a:pt x="99565" y="43933"/>
                </a:cubicBezTo>
                <a:cubicBezTo>
                  <a:pt x="99515" y="43958"/>
                  <a:pt x="99490" y="43983"/>
                  <a:pt x="99415" y="44032"/>
                </a:cubicBezTo>
                <a:cubicBezTo>
                  <a:pt x="100262" y="42166"/>
                  <a:pt x="101033" y="40299"/>
                  <a:pt x="101730" y="38432"/>
                </a:cubicBezTo>
                <a:close/>
                <a:moveTo>
                  <a:pt x="77436" y="44008"/>
                </a:moveTo>
                <a:cubicBezTo>
                  <a:pt x="77461" y="44032"/>
                  <a:pt x="77461" y="44057"/>
                  <a:pt x="77486" y="44057"/>
                </a:cubicBezTo>
                <a:lnTo>
                  <a:pt x="77412" y="44057"/>
                </a:lnTo>
                <a:lnTo>
                  <a:pt x="77412" y="44032"/>
                </a:lnTo>
                <a:lnTo>
                  <a:pt x="77387" y="44008"/>
                </a:lnTo>
                <a:close/>
                <a:moveTo>
                  <a:pt x="77909" y="43983"/>
                </a:moveTo>
                <a:cubicBezTo>
                  <a:pt x="77909" y="44032"/>
                  <a:pt x="77909" y="44032"/>
                  <a:pt x="77959" y="44057"/>
                </a:cubicBezTo>
                <a:lnTo>
                  <a:pt x="77884" y="44057"/>
                </a:lnTo>
                <a:cubicBezTo>
                  <a:pt x="77884" y="44032"/>
                  <a:pt x="77860" y="43983"/>
                  <a:pt x="77860" y="43983"/>
                </a:cubicBezTo>
                <a:close/>
                <a:moveTo>
                  <a:pt x="78781" y="44008"/>
                </a:moveTo>
                <a:cubicBezTo>
                  <a:pt x="78830" y="44008"/>
                  <a:pt x="78830" y="44032"/>
                  <a:pt x="78855" y="44032"/>
                </a:cubicBezTo>
                <a:cubicBezTo>
                  <a:pt x="78855" y="44032"/>
                  <a:pt x="78805" y="44032"/>
                  <a:pt x="78805" y="44057"/>
                </a:cubicBezTo>
                <a:lnTo>
                  <a:pt x="78631" y="44057"/>
                </a:lnTo>
                <a:cubicBezTo>
                  <a:pt x="78681" y="44032"/>
                  <a:pt x="78756" y="44032"/>
                  <a:pt x="78781" y="44008"/>
                </a:cubicBezTo>
                <a:close/>
                <a:moveTo>
                  <a:pt x="77113" y="44032"/>
                </a:moveTo>
                <a:lnTo>
                  <a:pt x="77138" y="44057"/>
                </a:lnTo>
                <a:cubicBezTo>
                  <a:pt x="77138" y="44057"/>
                  <a:pt x="77138" y="44082"/>
                  <a:pt x="77163" y="44082"/>
                </a:cubicBezTo>
                <a:lnTo>
                  <a:pt x="77038" y="44082"/>
                </a:lnTo>
                <a:cubicBezTo>
                  <a:pt x="77038" y="44057"/>
                  <a:pt x="77038" y="44057"/>
                  <a:pt x="77063" y="44032"/>
                </a:cubicBezTo>
                <a:close/>
                <a:moveTo>
                  <a:pt x="57947" y="32085"/>
                </a:moveTo>
                <a:cubicBezTo>
                  <a:pt x="59440" y="34300"/>
                  <a:pt x="60809" y="36515"/>
                  <a:pt x="61979" y="38681"/>
                </a:cubicBezTo>
                <a:cubicBezTo>
                  <a:pt x="59589" y="40398"/>
                  <a:pt x="57250" y="42215"/>
                  <a:pt x="55010" y="44132"/>
                </a:cubicBezTo>
                <a:lnTo>
                  <a:pt x="54985" y="44082"/>
                </a:lnTo>
                <a:cubicBezTo>
                  <a:pt x="54835" y="43933"/>
                  <a:pt x="54661" y="43759"/>
                  <a:pt x="54512" y="43584"/>
                </a:cubicBezTo>
                <a:cubicBezTo>
                  <a:pt x="54313" y="43335"/>
                  <a:pt x="54089" y="43087"/>
                  <a:pt x="53865" y="42887"/>
                </a:cubicBezTo>
                <a:cubicBezTo>
                  <a:pt x="53616" y="42589"/>
                  <a:pt x="53392" y="42340"/>
                  <a:pt x="53143" y="42066"/>
                </a:cubicBezTo>
                <a:cubicBezTo>
                  <a:pt x="53043" y="41966"/>
                  <a:pt x="52993" y="41892"/>
                  <a:pt x="52894" y="41792"/>
                </a:cubicBezTo>
                <a:cubicBezTo>
                  <a:pt x="51550" y="40224"/>
                  <a:pt x="50280" y="38556"/>
                  <a:pt x="49036" y="36839"/>
                </a:cubicBezTo>
                <a:cubicBezTo>
                  <a:pt x="52023" y="34723"/>
                  <a:pt x="55084" y="33130"/>
                  <a:pt x="57947" y="32085"/>
                </a:cubicBezTo>
                <a:close/>
                <a:moveTo>
                  <a:pt x="72657" y="42464"/>
                </a:moveTo>
                <a:lnTo>
                  <a:pt x="72657" y="42464"/>
                </a:lnTo>
                <a:cubicBezTo>
                  <a:pt x="72433" y="43037"/>
                  <a:pt x="72184" y="43559"/>
                  <a:pt x="71911" y="44132"/>
                </a:cubicBezTo>
                <a:cubicBezTo>
                  <a:pt x="71463" y="43983"/>
                  <a:pt x="71114" y="43808"/>
                  <a:pt x="70691" y="43634"/>
                </a:cubicBezTo>
                <a:cubicBezTo>
                  <a:pt x="70741" y="43584"/>
                  <a:pt x="70766" y="43584"/>
                  <a:pt x="70790" y="43559"/>
                </a:cubicBezTo>
                <a:cubicBezTo>
                  <a:pt x="71413" y="43186"/>
                  <a:pt x="72035" y="42813"/>
                  <a:pt x="72657" y="42464"/>
                </a:cubicBezTo>
                <a:close/>
                <a:moveTo>
                  <a:pt x="76789" y="44057"/>
                </a:moveTo>
                <a:cubicBezTo>
                  <a:pt x="76789" y="44082"/>
                  <a:pt x="76764" y="44082"/>
                  <a:pt x="76764" y="44132"/>
                </a:cubicBezTo>
                <a:lnTo>
                  <a:pt x="76739" y="44132"/>
                </a:lnTo>
                <a:cubicBezTo>
                  <a:pt x="76739" y="44082"/>
                  <a:pt x="76764" y="44082"/>
                  <a:pt x="76764" y="44057"/>
                </a:cubicBezTo>
                <a:close/>
                <a:moveTo>
                  <a:pt x="113329" y="33230"/>
                </a:moveTo>
                <a:cubicBezTo>
                  <a:pt x="113329" y="33255"/>
                  <a:pt x="113354" y="33304"/>
                  <a:pt x="113379" y="33304"/>
                </a:cubicBezTo>
                <a:cubicBezTo>
                  <a:pt x="113280" y="33976"/>
                  <a:pt x="113180" y="34624"/>
                  <a:pt x="113031" y="35321"/>
                </a:cubicBezTo>
                <a:cubicBezTo>
                  <a:pt x="113031" y="35370"/>
                  <a:pt x="113006" y="35420"/>
                  <a:pt x="113006" y="35470"/>
                </a:cubicBezTo>
                <a:cubicBezTo>
                  <a:pt x="112433" y="38283"/>
                  <a:pt x="111612" y="41170"/>
                  <a:pt x="110567" y="44132"/>
                </a:cubicBezTo>
                <a:lnTo>
                  <a:pt x="110517" y="44082"/>
                </a:lnTo>
                <a:cubicBezTo>
                  <a:pt x="111886" y="40324"/>
                  <a:pt x="112832" y="36690"/>
                  <a:pt x="113329" y="33230"/>
                </a:cubicBezTo>
                <a:close/>
                <a:moveTo>
                  <a:pt x="106211" y="40772"/>
                </a:moveTo>
                <a:cubicBezTo>
                  <a:pt x="107704" y="41792"/>
                  <a:pt x="109073" y="42912"/>
                  <a:pt x="110243" y="44132"/>
                </a:cubicBezTo>
                <a:cubicBezTo>
                  <a:pt x="110243" y="44157"/>
                  <a:pt x="110243" y="44157"/>
                  <a:pt x="110218" y="44182"/>
                </a:cubicBezTo>
                <a:cubicBezTo>
                  <a:pt x="109098" y="43012"/>
                  <a:pt x="107779" y="41917"/>
                  <a:pt x="106335" y="40921"/>
                </a:cubicBezTo>
                <a:cubicBezTo>
                  <a:pt x="106285" y="40846"/>
                  <a:pt x="106260" y="40821"/>
                  <a:pt x="106211" y="40772"/>
                </a:cubicBezTo>
                <a:close/>
                <a:moveTo>
                  <a:pt x="80199" y="44082"/>
                </a:moveTo>
                <a:cubicBezTo>
                  <a:pt x="80249" y="44082"/>
                  <a:pt x="80274" y="44082"/>
                  <a:pt x="80349" y="44132"/>
                </a:cubicBezTo>
                <a:cubicBezTo>
                  <a:pt x="80398" y="44132"/>
                  <a:pt x="80473" y="44157"/>
                  <a:pt x="80573" y="44182"/>
                </a:cubicBezTo>
                <a:cubicBezTo>
                  <a:pt x="80556" y="44190"/>
                  <a:pt x="80542" y="44193"/>
                  <a:pt x="80529" y="44193"/>
                </a:cubicBezTo>
                <a:cubicBezTo>
                  <a:pt x="80504" y="44193"/>
                  <a:pt x="80481" y="44182"/>
                  <a:pt x="80448" y="44182"/>
                </a:cubicBezTo>
                <a:lnTo>
                  <a:pt x="80374" y="44182"/>
                </a:lnTo>
                <a:lnTo>
                  <a:pt x="80100" y="44082"/>
                </a:lnTo>
                <a:close/>
                <a:moveTo>
                  <a:pt x="101506" y="38332"/>
                </a:moveTo>
                <a:cubicBezTo>
                  <a:pt x="101531" y="38332"/>
                  <a:pt x="101531" y="38357"/>
                  <a:pt x="101556" y="38357"/>
                </a:cubicBezTo>
                <a:cubicBezTo>
                  <a:pt x="100834" y="40299"/>
                  <a:pt x="100038" y="42215"/>
                  <a:pt x="99141" y="44182"/>
                </a:cubicBezTo>
                <a:cubicBezTo>
                  <a:pt x="99092" y="44182"/>
                  <a:pt x="99067" y="44207"/>
                  <a:pt x="99042" y="44207"/>
                </a:cubicBezTo>
                <a:cubicBezTo>
                  <a:pt x="99938" y="42265"/>
                  <a:pt x="100784" y="40249"/>
                  <a:pt x="101506" y="38332"/>
                </a:cubicBezTo>
                <a:close/>
                <a:moveTo>
                  <a:pt x="48886" y="36889"/>
                </a:moveTo>
                <a:cubicBezTo>
                  <a:pt x="50206" y="38731"/>
                  <a:pt x="51599" y="40473"/>
                  <a:pt x="52993" y="42116"/>
                </a:cubicBezTo>
                <a:cubicBezTo>
                  <a:pt x="52993" y="42166"/>
                  <a:pt x="53018" y="42166"/>
                  <a:pt x="53018" y="42190"/>
                </a:cubicBezTo>
                <a:cubicBezTo>
                  <a:pt x="53267" y="42489"/>
                  <a:pt x="53566" y="42788"/>
                  <a:pt x="53815" y="43087"/>
                </a:cubicBezTo>
                <a:cubicBezTo>
                  <a:pt x="53989" y="43311"/>
                  <a:pt x="54188" y="43535"/>
                  <a:pt x="54387" y="43734"/>
                </a:cubicBezTo>
                <a:cubicBezTo>
                  <a:pt x="54561" y="43908"/>
                  <a:pt x="54711" y="44057"/>
                  <a:pt x="54860" y="44232"/>
                </a:cubicBezTo>
                <a:cubicBezTo>
                  <a:pt x="54835" y="44232"/>
                  <a:pt x="54835" y="44281"/>
                  <a:pt x="54810" y="44281"/>
                </a:cubicBezTo>
                <a:cubicBezTo>
                  <a:pt x="54636" y="44082"/>
                  <a:pt x="54462" y="43908"/>
                  <a:pt x="54313" y="43709"/>
                </a:cubicBezTo>
                <a:cubicBezTo>
                  <a:pt x="54263" y="43684"/>
                  <a:pt x="54238" y="43659"/>
                  <a:pt x="54238" y="43609"/>
                </a:cubicBezTo>
                <a:cubicBezTo>
                  <a:pt x="52396" y="41568"/>
                  <a:pt x="50579" y="39303"/>
                  <a:pt x="48861" y="36938"/>
                </a:cubicBezTo>
                <a:cubicBezTo>
                  <a:pt x="48861" y="36938"/>
                  <a:pt x="48886" y="36938"/>
                  <a:pt x="48886" y="36889"/>
                </a:cubicBezTo>
                <a:close/>
                <a:moveTo>
                  <a:pt x="80747" y="44256"/>
                </a:moveTo>
                <a:cubicBezTo>
                  <a:pt x="80822" y="44256"/>
                  <a:pt x="80896" y="44281"/>
                  <a:pt x="80971" y="44281"/>
                </a:cubicBezTo>
                <a:cubicBezTo>
                  <a:pt x="80896" y="44281"/>
                  <a:pt x="80822" y="44281"/>
                  <a:pt x="80747" y="44256"/>
                </a:cubicBezTo>
                <a:close/>
                <a:moveTo>
                  <a:pt x="62079" y="38830"/>
                </a:moveTo>
                <a:cubicBezTo>
                  <a:pt x="62079" y="38855"/>
                  <a:pt x="62103" y="38855"/>
                  <a:pt x="62103" y="38880"/>
                </a:cubicBezTo>
                <a:cubicBezTo>
                  <a:pt x="59714" y="40597"/>
                  <a:pt x="57424" y="42415"/>
                  <a:pt x="55184" y="44306"/>
                </a:cubicBezTo>
                <a:cubicBezTo>
                  <a:pt x="55184" y="44281"/>
                  <a:pt x="55134" y="44281"/>
                  <a:pt x="55134" y="44256"/>
                </a:cubicBezTo>
                <a:cubicBezTo>
                  <a:pt x="57374" y="42340"/>
                  <a:pt x="59689" y="40548"/>
                  <a:pt x="62079" y="38830"/>
                </a:cubicBezTo>
                <a:close/>
                <a:moveTo>
                  <a:pt x="79627" y="44281"/>
                </a:moveTo>
                <a:cubicBezTo>
                  <a:pt x="79627" y="44281"/>
                  <a:pt x="79652" y="44281"/>
                  <a:pt x="79702" y="44306"/>
                </a:cubicBezTo>
                <a:lnTo>
                  <a:pt x="79627" y="44306"/>
                </a:lnTo>
                <a:lnTo>
                  <a:pt x="79602" y="44281"/>
                </a:lnTo>
                <a:close/>
                <a:moveTo>
                  <a:pt x="78034" y="44281"/>
                </a:moveTo>
                <a:cubicBezTo>
                  <a:pt x="78009" y="44281"/>
                  <a:pt x="78009" y="44281"/>
                  <a:pt x="78034" y="44306"/>
                </a:cubicBezTo>
                <a:cubicBezTo>
                  <a:pt x="78009" y="44306"/>
                  <a:pt x="78009" y="44306"/>
                  <a:pt x="78009" y="44331"/>
                </a:cubicBezTo>
                <a:cubicBezTo>
                  <a:pt x="78009" y="44306"/>
                  <a:pt x="78009" y="44306"/>
                  <a:pt x="77984" y="44281"/>
                </a:cubicBezTo>
                <a:close/>
                <a:moveTo>
                  <a:pt x="70492" y="43734"/>
                </a:moveTo>
                <a:cubicBezTo>
                  <a:pt x="70940" y="43933"/>
                  <a:pt x="71388" y="44157"/>
                  <a:pt x="71811" y="44306"/>
                </a:cubicBezTo>
                <a:cubicBezTo>
                  <a:pt x="71811" y="44331"/>
                  <a:pt x="71786" y="44331"/>
                  <a:pt x="71786" y="44356"/>
                </a:cubicBezTo>
                <a:cubicBezTo>
                  <a:pt x="71313" y="44207"/>
                  <a:pt x="70890" y="43983"/>
                  <a:pt x="70417" y="43784"/>
                </a:cubicBezTo>
                <a:cubicBezTo>
                  <a:pt x="70442" y="43784"/>
                  <a:pt x="70442" y="43734"/>
                  <a:pt x="70492" y="43734"/>
                </a:cubicBezTo>
                <a:close/>
                <a:moveTo>
                  <a:pt x="72632" y="43908"/>
                </a:moveTo>
                <a:lnTo>
                  <a:pt x="72632" y="44356"/>
                </a:lnTo>
                <a:cubicBezTo>
                  <a:pt x="72558" y="44331"/>
                  <a:pt x="72483" y="44331"/>
                  <a:pt x="72408" y="44306"/>
                </a:cubicBezTo>
                <a:cubicBezTo>
                  <a:pt x="72458" y="44182"/>
                  <a:pt x="72558" y="44032"/>
                  <a:pt x="72632" y="43908"/>
                </a:cubicBezTo>
                <a:close/>
                <a:moveTo>
                  <a:pt x="115370" y="38308"/>
                </a:moveTo>
                <a:lnTo>
                  <a:pt x="115370" y="38357"/>
                </a:lnTo>
                <a:cubicBezTo>
                  <a:pt x="114350" y="40373"/>
                  <a:pt x="112956" y="42290"/>
                  <a:pt x="111214" y="43933"/>
                </a:cubicBezTo>
                <a:lnTo>
                  <a:pt x="111164" y="43958"/>
                </a:lnTo>
                <a:lnTo>
                  <a:pt x="111089" y="44057"/>
                </a:lnTo>
                <a:cubicBezTo>
                  <a:pt x="110965" y="44157"/>
                  <a:pt x="110865" y="44281"/>
                  <a:pt x="110741" y="44356"/>
                </a:cubicBezTo>
                <a:cubicBezTo>
                  <a:pt x="110766" y="44331"/>
                  <a:pt x="110766" y="44331"/>
                  <a:pt x="110741" y="44306"/>
                </a:cubicBezTo>
                <a:lnTo>
                  <a:pt x="110815" y="44256"/>
                </a:lnTo>
                <a:cubicBezTo>
                  <a:pt x="110990" y="44057"/>
                  <a:pt x="111214" y="43883"/>
                  <a:pt x="111388" y="43684"/>
                </a:cubicBezTo>
                <a:lnTo>
                  <a:pt x="111861" y="43211"/>
                </a:lnTo>
                <a:lnTo>
                  <a:pt x="112135" y="42937"/>
                </a:lnTo>
                <a:cubicBezTo>
                  <a:pt x="112309" y="42738"/>
                  <a:pt x="112458" y="42589"/>
                  <a:pt x="112608" y="42415"/>
                </a:cubicBezTo>
                <a:cubicBezTo>
                  <a:pt x="112657" y="42315"/>
                  <a:pt x="112732" y="42265"/>
                  <a:pt x="112832" y="42166"/>
                </a:cubicBezTo>
                <a:cubicBezTo>
                  <a:pt x="112981" y="41966"/>
                  <a:pt x="113130" y="41792"/>
                  <a:pt x="113280" y="41568"/>
                </a:cubicBezTo>
                <a:cubicBezTo>
                  <a:pt x="113329" y="41494"/>
                  <a:pt x="113379" y="41444"/>
                  <a:pt x="113404" y="41419"/>
                </a:cubicBezTo>
                <a:cubicBezTo>
                  <a:pt x="113578" y="41195"/>
                  <a:pt x="113703" y="40996"/>
                  <a:pt x="113852" y="40797"/>
                </a:cubicBezTo>
                <a:cubicBezTo>
                  <a:pt x="113902" y="40697"/>
                  <a:pt x="113977" y="40622"/>
                  <a:pt x="114001" y="40548"/>
                </a:cubicBezTo>
                <a:cubicBezTo>
                  <a:pt x="114325" y="40075"/>
                  <a:pt x="114624" y="39602"/>
                  <a:pt x="114873" y="39129"/>
                </a:cubicBezTo>
                <a:cubicBezTo>
                  <a:pt x="114898" y="39104"/>
                  <a:pt x="114898" y="39079"/>
                  <a:pt x="114947" y="39054"/>
                </a:cubicBezTo>
                <a:cubicBezTo>
                  <a:pt x="115072" y="38830"/>
                  <a:pt x="115196" y="38631"/>
                  <a:pt x="115321" y="38432"/>
                </a:cubicBezTo>
                <a:lnTo>
                  <a:pt x="115321" y="38382"/>
                </a:lnTo>
                <a:cubicBezTo>
                  <a:pt x="115346" y="38357"/>
                  <a:pt x="115346" y="38332"/>
                  <a:pt x="115370" y="38308"/>
                </a:cubicBezTo>
                <a:close/>
                <a:moveTo>
                  <a:pt x="79278" y="44306"/>
                </a:moveTo>
                <a:cubicBezTo>
                  <a:pt x="79278" y="44306"/>
                  <a:pt x="79328" y="44306"/>
                  <a:pt x="79328" y="44331"/>
                </a:cubicBezTo>
                <a:cubicBezTo>
                  <a:pt x="79253" y="44331"/>
                  <a:pt x="79204" y="44381"/>
                  <a:pt x="79129" y="44381"/>
                </a:cubicBezTo>
                <a:cubicBezTo>
                  <a:pt x="79154" y="44381"/>
                  <a:pt x="79204" y="44331"/>
                  <a:pt x="79204" y="44331"/>
                </a:cubicBezTo>
                <a:cubicBezTo>
                  <a:pt x="79229" y="44306"/>
                  <a:pt x="79229" y="44306"/>
                  <a:pt x="79253" y="44306"/>
                </a:cubicBezTo>
                <a:close/>
                <a:moveTo>
                  <a:pt x="105090" y="40174"/>
                </a:moveTo>
                <a:cubicBezTo>
                  <a:pt x="105090" y="40174"/>
                  <a:pt x="105115" y="40174"/>
                  <a:pt x="105115" y="40199"/>
                </a:cubicBezTo>
                <a:cubicBezTo>
                  <a:pt x="105016" y="40274"/>
                  <a:pt x="104966" y="40349"/>
                  <a:pt x="104866" y="40423"/>
                </a:cubicBezTo>
                <a:cubicBezTo>
                  <a:pt x="104742" y="40548"/>
                  <a:pt x="104618" y="40672"/>
                  <a:pt x="104468" y="40797"/>
                </a:cubicBezTo>
                <a:lnTo>
                  <a:pt x="103995" y="41170"/>
                </a:lnTo>
                <a:cubicBezTo>
                  <a:pt x="103846" y="41294"/>
                  <a:pt x="103721" y="41419"/>
                  <a:pt x="103547" y="41543"/>
                </a:cubicBezTo>
                <a:cubicBezTo>
                  <a:pt x="103423" y="41643"/>
                  <a:pt x="103273" y="41742"/>
                  <a:pt x="103149" y="41842"/>
                </a:cubicBezTo>
                <a:cubicBezTo>
                  <a:pt x="102975" y="41966"/>
                  <a:pt x="102800" y="42116"/>
                  <a:pt x="102626" y="42265"/>
                </a:cubicBezTo>
                <a:cubicBezTo>
                  <a:pt x="102502" y="42340"/>
                  <a:pt x="102377" y="42415"/>
                  <a:pt x="102278" y="42514"/>
                </a:cubicBezTo>
                <a:cubicBezTo>
                  <a:pt x="102104" y="42639"/>
                  <a:pt x="101880" y="42788"/>
                  <a:pt x="101680" y="42912"/>
                </a:cubicBezTo>
                <a:lnTo>
                  <a:pt x="101407" y="43087"/>
                </a:lnTo>
                <a:cubicBezTo>
                  <a:pt x="101183" y="43261"/>
                  <a:pt x="100934" y="43385"/>
                  <a:pt x="100735" y="43535"/>
                </a:cubicBezTo>
                <a:cubicBezTo>
                  <a:pt x="100660" y="43559"/>
                  <a:pt x="100560" y="43634"/>
                  <a:pt x="100510" y="43659"/>
                </a:cubicBezTo>
                <a:cubicBezTo>
                  <a:pt x="100262" y="43808"/>
                  <a:pt x="99988" y="43958"/>
                  <a:pt x="99739" y="44082"/>
                </a:cubicBezTo>
                <a:cubicBezTo>
                  <a:pt x="99689" y="44132"/>
                  <a:pt x="99639" y="44132"/>
                  <a:pt x="99614" y="44157"/>
                </a:cubicBezTo>
                <a:cubicBezTo>
                  <a:pt x="99415" y="44306"/>
                  <a:pt x="99316" y="44381"/>
                  <a:pt x="99241" y="44381"/>
                </a:cubicBezTo>
                <a:cubicBezTo>
                  <a:pt x="99241" y="44331"/>
                  <a:pt x="99266" y="44331"/>
                  <a:pt x="99266" y="44306"/>
                </a:cubicBezTo>
                <a:cubicBezTo>
                  <a:pt x="99365" y="44281"/>
                  <a:pt x="99415" y="44207"/>
                  <a:pt x="99515" y="44182"/>
                </a:cubicBezTo>
                <a:cubicBezTo>
                  <a:pt x="99565" y="44157"/>
                  <a:pt x="99614" y="44132"/>
                  <a:pt x="99664" y="44082"/>
                </a:cubicBezTo>
                <a:cubicBezTo>
                  <a:pt x="99913" y="43958"/>
                  <a:pt x="100162" y="43808"/>
                  <a:pt x="100411" y="43659"/>
                </a:cubicBezTo>
                <a:cubicBezTo>
                  <a:pt x="100510" y="43584"/>
                  <a:pt x="100560" y="43559"/>
                  <a:pt x="100660" y="43510"/>
                </a:cubicBezTo>
                <a:cubicBezTo>
                  <a:pt x="100884" y="43360"/>
                  <a:pt x="101108" y="43211"/>
                  <a:pt x="101307" y="43087"/>
                </a:cubicBezTo>
                <a:cubicBezTo>
                  <a:pt x="101407" y="43037"/>
                  <a:pt x="101531" y="42962"/>
                  <a:pt x="101631" y="42912"/>
                </a:cubicBezTo>
                <a:cubicBezTo>
                  <a:pt x="101805" y="42788"/>
                  <a:pt x="102004" y="42663"/>
                  <a:pt x="102178" y="42489"/>
                </a:cubicBezTo>
                <a:lnTo>
                  <a:pt x="102552" y="42215"/>
                </a:lnTo>
                <a:cubicBezTo>
                  <a:pt x="102726" y="42091"/>
                  <a:pt x="102900" y="41966"/>
                  <a:pt x="103049" y="41842"/>
                </a:cubicBezTo>
                <a:cubicBezTo>
                  <a:pt x="103224" y="41718"/>
                  <a:pt x="103348" y="41643"/>
                  <a:pt x="103497" y="41494"/>
                </a:cubicBezTo>
                <a:cubicBezTo>
                  <a:pt x="103647" y="41369"/>
                  <a:pt x="103771" y="41245"/>
                  <a:pt x="103921" y="41145"/>
                </a:cubicBezTo>
                <a:lnTo>
                  <a:pt x="104394" y="40772"/>
                </a:lnTo>
                <a:cubicBezTo>
                  <a:pt x="104518" y="40647"/>
                  <a:pt x="104642" y="40523"/>
                  <a:pt x="104792" y="40398"/>
                </a:cubicBezTo>
                <a:cubicBezTo>
                  <a:pt x="104891" y="40324"/>
                  <a:pt x="104966" y="40224"/>
                  <a:pt x="105041" y="40174"/>
                </a:cubicBezTo>
                <a:close/>
                <a:moveTo>
                  <a:pt x="77735" y="44331"/>
                </a:moveTo>
                <a:lnTo>
                  <a:pt x="77760" y="44381"/>
                </a:lnTo>
                <a:cubicBezTo>
                  <a:pt x="77760" y="44381"/>
                  <a:pt x="77760" y="44406"/>
                  <a:pt x="77785" y="44406"/>
                </a:cubicBezTo>
                <a:lnTo>
                  <a:pt x="77735" y="44406"/>
                </a:lnTo>
                <a:cubicBezTo>
                  <a:pt x="77685" y="44406"/>
                  <a:pt x="77660" y="44406"/>
                  <a:pt x="77660" y="44381"/>
                </a:cubicBezTo>
                <a:cubicBezTo>
                  <a:pt x="77710" y="44381"/>
                  <a:pt x="77735" y="44331"/>
                  <a:pt x="77735" y="44331"/>
                </a:cubicBezTo>
                <a:close/>
                <a:moveTo>
                  <a:pt x="72905" y="43305"/>
                </a:moveTo>
                <a:lnTo>
                  <a:pt x="72905" y="43305"/>
                </a:lnTo>
                <a:cubicBezTo>
                  <a:pt x="72881" y="43696"/>
                  <a:pt x="72857" y="44063"/>
                  <a:pt x="72881" y="44431"/>
                </a:cubicBezTo>
                <a:cubicBezTo>
                  <a:pt x="72832" y="44431"/>
                  <a:pt x="72832" y="44431"/>
                  <a:pt x="72807" y="44406"/>
                </a:cubicBezTo>
                <a:cubicBezTo>
                  <a:pt x="72807" y="44082"/>
                  <a:pt x="72807" y="43759"/>
                  <a:pt x="72856" y="43435"/>
                </a:cubicBezTo>
                <a:cubicBezTo>
                  <a:pt x="72878" y="43392"/>
                  <a:pt x="72900" y="43349"/>
                  <a:pt x="72905" y="43305"/>
                </a:cubicBezTo>
                <a:close/>
                <a:moveTo>
                  <a:pt x="74848" y="41294"/>
                </a:moveTo>
                <a:cubicBezTo>
                  <a:pt x="75122" y="41543"/>
                  <a:pt x="75395" y="41718"/>
                  <a:pt x="75669" y="41942"/>
                </a:cubicBezTo>
                <a:cubicBezTo>
                  <a:pt x="75744" y="42066"/>
                  <a:pt x="75819" y="42190"/>
                  <a:pt x="75893" y="42315"/>
                </a:cubicBezTo>
                <a:cubicBezTo>
                  <a:pt x="75893" y="42340"/>
                  <a:pt x="75918" y="42340"/>
                  <a:pt x="75918" y="42365"/>
                </a:cubicBezTo>
                <a:cubicBezTo>
                  <a:pt x="75918" y="42415"/>
                  <a:pt x="75968" y="42415"/>
                  <a:pt x="75968" y="42439"/>
                </a:cubicBezTo>
                <a:cubicBezTo>
                  <a:pt x="76018" y="42564"/>
                  <a:pt x="76092" y="42663"/>
                  <a:pt x="76167" y="42788"/>
                </a:cubicBezTo>
                <a:lnTo>
                  <a:pt x="76366" y="43062"/>
                </a:lnTo>
                <a:cubicBezTo>
                  <a:pt x="76391" y="43111"/>
                  <a:pt x="76466" y="43186"/>
                  <a:pt x="76491" y="43236"/>
                </a:cubicBezTo>
                <a:cubicBezTo>
                  <a:pt x="76491" y="43286"/>
                  <a:pt x="76515" y="43286"/>
                  <a:pt x="76515" y="43311"/>
                </a:cubicBezTo>
                <a:lnTo>
                  <a:pt x="76715" y="43584"/>
                </a:lnTo>
                <a:lnTo>
                  <a:pt x="76739" y="43609"/>
                </a:lnTo>
                <a:cubicBezTo>
                  <a:pt x="76665" y="43709"/>
                  <a:pt x="76640" y="43808"/>
                  <a:pt x="76590" y="43908"/>
                </a:cubicBezTo>
                <a:cubicBezTo>
                  <a:pt x="75669" y="43983"/>
                  <a:pt x="74723" y="44182"/>
                  <a:pt x="73728" y="44431"/>
                </a:cubicBezTo>
                <a:cubicBezTo>
                  <a:pt x="74001" y="43435"/>
                  <a:pt x="74225" y="42489"/>
                  <a:pt x="74350" y="41568"/>
                </a:cubicBezTo>
                <a:cubicBezTo>
                  <a:pt x="74524" y="41444"/>
                  <a:pt x="74674" y="41394"/>
                  <a:pt x="74848" y="41294"/>
                </a:cubicBezTo>
                <a:close/>
                <a:moveTo>
                  <a:pt x="77287" y="44256"/>
                </a:moveTo>
                <a:cubicBezTo>
                  <a:pt x="77287" y="44256"/>
                  <a:pt x="77287" y="44281"/>
                  <a:pt x="77337" y="44281"/>
                </a:cubicBezTo>
                <a:cubicBezTo>
                  <a:pt x="77138" y="44331"/>
                  <a:pt x="76988" y="44406"/>
                  <a:pt x="76789" y="44456"/>
                </a:cubicBezTo>
                <a:cubicBezTo>
                  <a:pt x="76839" y="44431"/>
                  <a:pt x="76889" y="44331"/>
                  <a:pt x="76914" y="44281"/>
                </a:cubicBezTo>
                <a:cubicBezTo>
                  <a:pt x="77038" y="44281"/>
                  <a:pt x="77163" y="44281"/>
                  <a:pt x="77287" y="44256"/>
                </a:cubicBezTo>
                <a:close/>
                <a:moveTo>
                  <a:pt x="55010" y="44406"/>
                </a:moveTo>
                <a:cubicBezTo>
                  <a:pt x="55010" y="44431"/>
                  <a:pt x="55059" y="44431"/>
                  <a:pt x="55059" y="44456"/>
                </a:cubicBezTo>
                <a:cubicBezTo>
                  <a:pt x="55010" y="44456"/>
                  <a:pt x="55010" y="44480"/>
                  <a:pt x="54985" y="44480"/>
                </a:cubicBezTo>
                <a:cubicBezTo>
                  <a:pt x="54960" y="44456"/>
                  <a:pt x="54960" y="44431"/>
                  <a:pt x="54960" y="44431"/>
                </a:cubicBezTo>
                <a:cubicBezTo>
                  <a:pt x="54985" y="44431"/>
                  <a:pt x="54985" y="44406"/>
                  <a:pt x="55010" y="44406"/>
                </a:cubicBezTo>
                <a:close/>
                <a:moveTo>
                  <a:pt x="74175" y="41651"/>
                </a:moveTo>
                <a:cubicBezTo>
                  <a:pt x="74050" y="42545"/>
                  <a:pt x="73851" y="43513"/>
                  <a:pt x="73553" y="44456"/>
                </a:cubicBezTo>
                <a:cubicBezTo>
                  <a:pt x="73529" y="44456"/>
                  <a:pt x="73529" y="44456"/>
                  <a:pt x="73504" y="44480"/>
                </a:cubicBezTo>
                <a:cubicBezTo>
                  <a:pt x="73777" y="43535"/>
                  <a:pt x="74001" y="42589"/>
                  <a:pt x="74126" y="41693"/>
                </a:cubicBezTo>
                <a:cubicBezTo>
                  <a:pt x="74148" y="41671"/>
                  <a:pt x="74169" y="41668"/>
                  <a:pt x="74175" y="41651"/>
                </a:cubicBezTo>
                <a:close/>
                <a:moveTo>
                  <a:pt x="110639" y="44480"/>
                </a:moveTo>
                <a:cubicBezTo>
                  <a:pt x="110640" y="44487"/>
                  <a:pt x="110641" y="44495"/>
                  <a:pt x="110641" y="44505"/>
                </a:cubicBezTo>
                <a:cubicBezTo>
                  <a:pt x="110616" y="44505"/>
                  <a:pt x="110616" y="44530"/>
                  <a:pt x="110616" y="44530"/>
                </a:cubicBezTo>
                <a:lnTo>
                  <a:pt x="110616" y="44530"/>
                </a:lnTo>
                <a:cubicBezTo>
                  <a:pt x="110616" y="44510"/>
                  <a:pt x="110632" y="44506"/>
                  <a:pt x="110639" y="44480"/>
                </a:cubicBezTo>
                <a:close/>
                <a:moveTo>
                  <a:pt x="73927" y="41792"/>
                </a:moveTo>
                <a:lnTo>
                  <a:pt x="73927" y="41792"/>
                </a:lnTo>
                <a:cubicBezTo>
                  <a:pt x="73802" y="42688"/>
                  <a:pt x="73603" y="43584"/>
                  <a:pt x="73304" y="44530"/>
                </a:cubicBezTo>
                <a:lnTo>
                  <a:pt x="73280" y="44530"/>
                </a:lnTo>
                <a:cubicBezTo>
                  <a:pt x="73230" y="44530"/>
                  <a:pt x="73155" y="44505"/>
                  <a:pt x="73080" y="44505"/>
                </a:cubicBezTo>
                <a:cubicBezTo>
                  <a:pt x="73056" y="43908"/>
                  <a:pt x="73080" y="43335"/>
                  <a:pt x="73180" y="42788"/>
                </a:cubicBezTo>
                <a:cubicBezTo>
                  <a:pt x="73304" y="42539"/>
                  <a:pt x="73404" y="42290"/>
                  <a:pt x="73529" y="42016"/>
                </a:cubicBezTo>
                <a:cubicBezTo>
                  <a:pt x="73653" y="41917"/>
                  <a:pt x="73777" y="41842"/>
                  <a:pt x="73927" y="41792"/>
                </a:cubicBezTo>
                <a:close/>
                <a:moveTo>
                  <a:pt x="78407" y="44505"/>
                </a:moveTo>
                <a:cubicBezTo>
                  <a:pt x="78382" y="44505"/>
                  <a:pt x="78357" y="44505"/>
                  <a:pt x="78283" y="44530"/>
                </a:cubicBezTo>
                <a:cubicBezTo>
                  <a:pt x="78333" y="44505"/>
                  <a:pt x="78357" y="44505"/>
                  <a:pt x="78407" y="44505"/>
                </a:cubicBezTo>
                <a:close/>
                <a:moveTo>
                  <a:pt x="87468" y="42887"/>
                </a:moveTo>
                <a:cubicBezTo>
                  <a:pt x="87194" y="43435"/>
                  <a:pt x="86870" y="43983"/>
                  <a:pt x="86571" y="44555"/>
                </a:cubicBezTo>
                <a:lnTo>
                  <a:pt x="86497" y="44555"/>
                </a:lnTo>
                <a:cubicBezTo>
                  <a:pt x="86845" y="43983"/>
                  <a:pt x="87119" y="43435"/>
                  <a:pt x="87418" y="42887"/>
                </a:cubicBezTo>
                <a:close/>
                <a:moveTo>
                  <a:pt x="87692" y="42912"/>
                </a:moveTo>
                <a:cubicBezTo>
                  <a:pt x="88911" y="42962"/>
                  <a:pt x="90031" y="43186"/>
                  <a:pt x="91077" y="43510"/>
                </a:cubicBezTo>
                <a:cubicBezTo>
                  <a:pt x="89683" y="44032"/>
                  <a:pt x="88239" y="44406"/>
                  <a:pt x="86820" y="44555"/>
                </a:cubicBezTo>
                <a:cubicBezTo>
                  <a:pt x="87119" y="43983"/>
                  <a:pt x="87418" y="43435"/>
                  <a:pt x="87692" y="42912"/>
                </a:cubicBezTo>
                <a:close/>
                <a:moveTo>
                  <a:pt x="98992" y="44456"/>
                </a:moveTo>
                <a:cubicBezTo>
                  <a:pt x="98992" y="44480"/>
                  <a:pt x="98942" y="44480"/>
                  <a:pt x="98942" y="44530"/>
                </a:cubicBezTo>
                <a:lnTo>
                  <a:pt x="98942" y="44555"/>
                </a:lnTo>
                <a:cubicBezTo>
                  <a:pt x="98917" y="44555"/>
                  <a:pt x="98893" y="44580"/>
                  <a:pt x="98868" y="44580"/>
                </a:cubicBezTo>
                <a:cubicBezTo>
                  <a:pt x="98868" y="44580"/>
                  <a:pt x="98868" y="44555"/>
                  <a:pt x="98893" y="44555"/>
                </a:cubicBezTo>
                <a:cubicBezTo>
                  <a:pt x="98893" y="44530"/>
                  <a:pt x="98893" y="44530"/>
                  <a:pt x="98917" y="44480"/>
                </a:cubicBezTo>
                <a:cubicBezTo>
                  <a:pt x="98917" y="44485"/>
                  <a:pt x="98918" y="44487"/>
                  <a:pt x="98920" y="44487"/>
                </a:cubicBezTo>
                <a:cubicBezTo>
                  <a:pt x="98928" y="44487"/>
                  <a:pt x="98952" y="44456"/>
                  <a:pt x="98992" y="44456"/>
                </a:cubicBezTo>
                <a:close/>
                <a:moveTo>
                  <a:pt x="76665" y="44306"/>
                </a:moveTo>
                <a:cubicBezTo>
                  <a:pt x="76615" y="44406"/>
                  <a:pt x="76540" y="44505"/>
                  <a:pt x="76515" y="44580"/>
                </a:cubicBezTo>
                <a:cubicBezTo>
                  <a:pt x="76491" y="44580"/>
                  <a:pt x="76466" y="44605"/>
                  <a:pt x="76466" y="44605"/>
                </a:cubicBezTo>
                <a:cubicBezTo>
                  <a:pt x="76515" y="44530"/>
                  <a:pt x="76590" y="44431"/>
                  <a:pt x="76640" y="44306"/>
                </a:cubicBezTo>
                <a:close/>
                <a:moveTo>
                  <a:pt x="77461" y="44431"/>
                </a:moveTo>
                <a:cubicBezTo>
                  <a:pt x="77461" y="44456"/>
                  <a:pt x="77486" y="44456"/>
                  <a:pt x="77486" y="44480"/>
                </a:cubicBezTo>
                <a:cubicBezTo>
                  <a:pt x="77461" y="44480"/>
                  <a:pt x="77461" y="44480"/>
                  <a:pt x="77412" y="44530"/>
                </a:cubicBezTo>
                <a:cubicBezTo>
                  <a:pt x="77337" y="44555"/>
                  <a:pt x="77212" y="44580"/>
                  <a:pt x="77113" y="44580"/>
                </a:cubicBezTo>
                <a:cubicBezTo>
                  <a:pt x="77038" y="44580"/>
                  <a:pt x="76988" y="44605"/>
                  <a:pt x="76963" y="44605"/>
                </a:cubicBezTo>
                <a:cubicBezTo>
                  <a:pt x="77138" y="44555"/>
                  <a:pt x="77287" y="44505"/>
                  <a:pt x="77461" y="44431"/>
                </a:cubicBezTo>
                <a:close/>
                <a:moveTo>
                  <a:pt x="81618" y="44456"/>
                </a:moveTo>
                <a:cubicBezTo>
                  <a:pt x="81842" y="44480"/>
                  <a:pt x="82016" y="44555"/>
                  <a:pt x="82240" y="44580"/>
                </a:cubicBezTo>
                <a:lnTo>
                  <a:pt x="82265" y="44580"/>
                </a:lnTo>
                <a:cubicBezTo>
                  <a:pt x="82298" y="44591"/>
                  <a:pt x="82321" y="44606"/>
                  <a:pt x="82343" y="44620"/>
                </a:cubicBezTo>
                <a:lnTo>
                  <a:pt x="82343" y="44620"/>
                </a:lnTo>
                <a:cubicBezTo>
                  <a:pt x="82273" y="44605"/>
                  <a:pt x="82200" y="44605"/>
                  <a:pt x="82116" y="44605"/>
                </a:cubicBezTo>
                <a:cubicBezTo>
                  <a:pt x="81991" y="44555"/>
                  <a:pt x="81817" y="44530"/>
                  <a:pt x="81618" y="44456"/>
                </a:cubicBezTo>
                <a:close/>
                <a:moveTo>
                  <a:pt x="72309" y="44456"/>
                </a:moveTo>
                <a:cubicBezTo>
                  <a:pt x="72408" y="44505"/>
                  <a:pt x="72533" y="44530"/>
                  <a:pt x="72632" y="44555"/>
                </a:cubicBezTo>
                <a:lnTo>
                  <a:pt x="72632" y="44630"/>
                </a:lnTo>
                <a:cubicBezTo>
                  <a:pt x="72508" y="44580"/>
                  <a:pt x="72408" y="44555"/>
                  <a:pt x="72284" y="44530"/>
                </a:cubicBezTo>
                <a:cubicBezTo>
                  <a:pt x="72284" y="44505"/>
                  <a:pt x="72309" y="44505"/>
                  <a:pt x="72309" y="44456"/>
                </a:cubicBezTo>
                <a:close/>
                <a:moveTo>
                  <a:pt x="86633" y="42877"/>
                </a:moveTo>
                <a:cubicBezTo>
                  <a:pt x="86830" y="42877"/>
                  <a:pt x="87026" y="42881"/>
                  <a:pt x="87219" y="42887"/>
                </a:cubicBezTo>
                <a:cubicBezTo>
                  <a:pt x="86920" y="43435"/>
                  <a:pt x="86621" y="44032"/>
                  <a:pt x="86323" y="44580"/>
                </a:cubicBezTo>
                <a:cubicBezTo>
                  <a:pt x="86123" y="44580"/>
                  <a:pt x="85949" y="44605"/>
                  <a:pt x="85750" y="44605"/>
                </a:cubicBezTo>
                <a:cubicBezTo>
                  <a:pt x="85482" y="44622"/>
                  <a:pt x="85215" y="44630"/>
                  <a:pt x="84949" y="44630"/>
                </a:cubicBezTo>
                <a:cubicBezTo>
                  <a:pt x="84054" y="44630"/>
                  <a:pt x="83167" y="44540"/>
                  <a:pt x="82265" y="44406"/>
                </a:cubicBezTo>
                <a:cubicBezTo>
                  <a:pt x="81767" y="44256"/>
                  <a:pt x="81270" y="44082"/>
                  <a:pt x="80747" y="43983"/>
                </a:cubicBezTo>
                <a:lnTo>
                  <a:pt x="80747" y="43958"/>
                </a:lnTo>
                <a:lnTo>
                  <a:pt x="80647" y="43958"/>
                </a:lnTo>
                <a:cubicBezTo>
                  <a:pt x="80498" y="43933"/>
                  <a:pt x="80324" y="43908"/>
                  <a:pt x="80150" y="43833"/>
                </a:cubicBezTo>
                <a:lnTo>
                  <a:pt x="80125" y="43833"/>
                </a:lnTo>
                <a:cubicBezTo>
                  <a:pt x="82414" y="43221"/>
                  <a:pt x="84622" y="42877"/>
                  <a:pt x="86633" y="42877"/>
                </a:cubicBezTo>
                <a:close/>
                <a:moveTo>
                  <a:pt x="76491" y="44057"/>
                </a:moveTo>
                <a:cubicBezTo>
                  <a:pt x="76491" y="44132"/>
                  <a:pt x="76491" y="44132"/>
                  <a:pt x="76441" y="44157"/>
                </a:cubicBezTo>
                <a:cubicBezTo>
                  <a:pt x="75619" y="44256"/>
                  <a:pt x="74698" y="44431"/>
                  <a:pt x="73802" y="44655"/>
                </a:cubicBezTo>
                <a:cubicBezTo>
                  <a:pt x="73777" y="44655"/>
                  <a:pt x="73703" y="44655"/>
                  <a:pt x="73678" y="44605"/>
                </a:cubicBezTo>
                <a:lnTo>
                  <a:pt x="73678" y="44580"/>
                </a:lnTo>
                <a:cubicBezTo>
                  <a:pt x="74649" y="44331"/>
                  <a:pt x="75594" y="44182"/>
                  <a:pt x="76491" y="44057"/>
                </a:cubicBezTo>
                <a:close/>
                <a:moveTo>
                  <a:pt x="72853" y="44617"/>
                </a:moveTo>
                <a:cubicBezTo>
                  <a:pt x="72863" y="44617"/>
                  <a:pt x="72869" y="44630"/>
                  <a:pt x="72881" y="44655"/>
                </a:cubicBezTo>
                <a:cubicBezTo>
                  <a:pt x="72832" y="44655"/>
                  <a:pt x="72832" y="44655"/>
                  <a:pt x="72807" y="44680"/>
                </a:cubicBezTo>
                <a:lnTo>
                  <a:pt x="72807" y="44655"/>
                </a:lnTo>
                <a:cubicBezTo>
                  <a:pt x="72832" y="44630"/>
                  <a:pt x="72844" y="44617"/>
                  <a:pt x="72853" y="44617"/>
                </a:cubicBezTo>
                <a:close/>
                <a:moveTo>
                  <a:pt x="76341" y="44331"/>
                </a:moveTo>
                <a:cubicBezTo>
                  <a:pt x="76267" y="44456"/>
                  <a:pt x="76167" y="44580"/>
                  <a:pt x="76117" y="44704"/>
                </a:cubicBezTo>
                <a:cubicBezTo>
                  <a:pt x="75840" y="44751"/>
                  <a:pt x="75556" y="44770"/>
                  <a:pt x="75271" y="44770"/>
                </a:cubicBezTo>
                <a:cubicBezTo>
                  <a:pt x="74941" y="44770"/>
                  <a:pt x="74608" y="44744"/>
                  <a:pt x="74275" y="44704"/>
                </a:cubicBezTo>
                <a:cubicBezTo>
                  <a:pt x="74997" y="44555"/>
                  <a:pt x="75669" y="44431"/>
                  <a:pt x="76341" y="44331"/>
                </a:cubicBezTo>
                <a:close/>
                <a:moveTo>
                  <a:pt x="73230" y="44754"/>
                </a:moveTo>
                <a:lnTo>
                  <a:pt x="73230" y="44804"/>
                </a:lnTo>
                <a:cubicBezTo>
                  <a:pt x="73180" y="44779"/>
                  <a:pt x="73155" y="44779"/>
                  <a:pt x="73105" y="44779"/>
                </a:cubicBezTo>
                <a:cubicBezTo>
                  <a:pt x="73130" y="44779"/>
                  <a:pt x="73155" y="44754"/>
                  <a:pt x="73230" y="44754"/>
                </a:cubicBezTo>
                <a:close/>
                <a:moveTo>
                  <a:pt x="86447" y="44754"/>
                </a:moveTo>
                <a:cubicBezTo>
                  <a:pt x="86447" y="44767"/>
                  <a:pt x="86453" y="44773"/>
                  <a:pt x="86463" y="44773"/>
                </a:cubicBezTo>
                <a:cubicBezTo>
                  <a:pt x="86472" y="44773"/>
                  <a:pt x="86484" y="44767"/>
                  <a:pt x="86497" y="44754"/>
                </a:cubicBezTo>
                <a:lnTo>
                  <a:pt x="86497" y="44754"/>
                </a:lnTo>
                <a:cubicBezTo>
                  <a:pt x="86497" y="44779"/>
                  <a:pt x="86472" y="44779"/>
                  <a:pt x="86472" y="44804"/>
                </a:cubicBezTo>
                <a:lnTo>
                  <a:pt x="86422" y="44804"/>
                </a:lnTo>
                <a:cubicBezTo>
                  <a:pt x="86422" y="44779"/>
                  <a:pt x="86447" y="44779"/>
                  <a:pt x="86447" y="44754"/>
                </a:cubicBezTo>
                <a:close/>
                <a:moveTo>
                  <a:pt x="91351" y="43559"/>
                </a:moveTo>
                <a:cubicBezTo>
                  <a:pt x="91400" y="43559"/>
                  <a:pt x="91425" y="43584"/>
                  <a:pt x="91450" y="43584"/>
                </a:cubicBezTo>
                <a:cubicBezTo>
                  <a:pt x="89932" y="44256"/>
                  <a:pt x="88314" y="44655"/>
                  <a:pt x="86671" y="44804"/>
                </a:cubicBezTo>
                <a:cubicBezTo>
                  <a:pt x="86671" y="44779"/>
                  <a:pt x="86696" y="44779"/>
                  <a:pt x="86696" y="44754"/>
                </a:cubicBezTo>
                <a:cubicBezTo>
                  <a:pt x="88289" y="44580"/>
                  <a:pt x="89832" y="44182"/>
                  <a:pt x="91351" y="43559"/>
                </a:cubicBezTo>
                <a:close/>
                <a:moveTo>
                  <a:pt x="77660" y="44655"/>
                </a:moveTo>
                <a:lnTo>
                  <a:pt x="77685" y="44680"/>
                </a:lnTo>
                <a:lnTo>
                  <a:pt x="77735" y="44704"/>
                </a:lnTo>
                <a:cubicBezTo>
                  <a:pt x="77586" y="44729"/>
                  <a:pt x="77387" y="44804"/>
                  <a:pt x="77237" y="44829"/>
                </a:cubicBezTo>
                <a:lnTo>
                  <a:pt x="77063" y="44829"/>
                </a:lnTo>
                <a:cubicBezTo>
                  <a:pt x="77113" y="44829"/>
                  <a:pt x="77163" y="44804"/>
                  <a:pt x="77237" y="44779"/>
                </a:cubicBezTo>
                <a:cubicBezTo>
                  <a:pt x="77387" y="44754"/>
                  <a:pt x="77511" y="44680"/>
                  <a:pt x="77660" y="44655"/>
                </a:cubicBezTo>
                <a:close/>
                <a:moveTo>
                  <a:pt x="72184" y="44680"/>
                </a:moveTo>
                <a:cubicBezTo>
                  <a:pt x="72284" y="44704"/>
                  <a:pt x="72384" y="44754"/>
                  <a:pt x="72433" y="44779"/>
                </a:cubicBezTo>
                <a:cubicBezTo>
                  <a:pt x="72309" y="44804"/>
                  <a:pt x="72234" y="44829"/>
                  <a:pt x="72085" y="44879"/>
                </a:cubicBezTo>
                <a:lnTo>
                  <a:pt x="72184" y="44680"/>
                </a:lnTo>
                <a:close/>
                <a:moveTo>
                  <a:pt x="110342" y="44655"/>
                </a:moveTo>
                <a:cubicBezTo>
                  <a:pt x="110342" y="44680"/>
                  <a:pt x="110318" y="44754"/>
                  <a:pt x="110318" y="44779"/>
                </a:cubicBezTo>
                <a:lnTo>
                  <a:pt x="110218" y="44879"/>
                </a:lnTo>
                <a:cubicBezTo>
                  <a:pt x="110218" y="44829"/>
                  <a:pt x="110243" y="44804"/>
                  <a:pt x="110243" y="44754"/>
                </a:cubicBezTo>
                <a:lnTo>
                  <a:pt x="110268" y="44704"/>
                </a:lnTo>
                <a:lnTo>
                  <a:pt x="110318" y="44680"/>
                </a:lnTo>
                <a:lnTo>
                  <a:pt x="110342" y="44655"/>
                </a:lnTo>
                <a:close/>
                <a:moveTo>
                  <a:pt x="83033" y="44711"/>
                </a:moveTo>
                <a:cubicBezTo>
                  <a:pt x="83683" y="44799"/>
                  <a:pt x="84359" y="44848"/>
                  <a:pt x="85033" y="44848"/>
                </a:cubicBezTo>
                <a:cubicBezTo>
                  <a:pt x="85273" y="44848"/>
                  <a:pt x="85512" y="44842"/>
                  <a:pt x="85750" y="44829"/>
                </a:cubicBezTo>
                <a:cubicBezTo>
                  <a:pt x="85924" y="44829"/>
                  <a:pt x="86049" y="44804"/>
                  <a:pt x="86198" y="44804"/>
                </a:cubicBezTo>
                <a:cubicBezTo>
                  <a:pt x="86198" y="44829"/>
                  <a:pt x="86173" y="44829"/>
                  <a:pt x="86173" y="44879"/>
                </a:cubicBezTo>
                <a:lnTo>
                  <a:pt x="85750" y="44879"/>
                </a:lnTo>
                <a:cubicBezTo>
                  <a:pt x="85501" y="44879"/>
                  <a:pt x="85252" y="44904"/>
                  <a:pt x="85003" y="44904"/>
                </a:cubicBezTo>
                <a:cubicBezTo>
                  <a:pt x="84381" y="44904"/>
                  <a:pt x="83809" y="44829"/>
                  <a:pt x="83186" y="44779"/>
                </a:cubicBezTo>
                <a:cubicBezTo>
                  <a:pt x="83128" y="44760"/>
                  <a:pt x="83085" y="44725"/>
                  <a:pt x="83033" y="44711"/>
                </a:cubicBezTo>
                <a:close/>
                <a:moveTo>
                  <a:pt x="62103" y="39079"/>
                </a:moveTo>
                <a:cubicBezTo>
                  <a:pt x="62527" y="39677"/>
                  <a:pt x="62825" y="40299"/>
                  <a:pt x="63149" y="40871"/>
                </a:cubicBezTo>
                <a:cubicBezTo>
                  <a:pt x="63024" y="40921"/>
                  <a:pt x="62925" y="40971"/>
                  <a:pt x="62800" y="41046"/>
                </a:cubicBezTo>
                <a:cubicBezTo>
                  <a:pt x="62676" y="41095"/>
                  <a:pt x="62552" y="41145"/>
                  <a:pt x="62452" y="41195"/>
                </a:cubicBezTo>
                <a:cubicBezTo>
                  <a:pt x="62352" y="41220"/>
                  <a:pt x="62253" y="41294"/>
                  <a:pt x="62178" y="41319"/>
                </a:cubicBezTo>
                <a:cubicBezTo>
                  <a:pt x="62079" y="41344"/>
                  <a:pt x="62029" y="41369"/>
                  <a:pt x="61929" y="41444"/>
                </a:cubicBezTo>
                <a:lnTo>
                  <a:pt x="61855" y="41444"/>
                </a:lnTo>
                <a:cubicBezTo>
                  <a:pt x="61730" y="41494"/>
                  <a:pt x="61606" y="41543"/>
                  <a:pt x="61481" y="41593"/>
                </a:cubicBezTo>
                <a:cubicBezTo>
                  <a:pt x="61332" y="41668"/>
                  <a:pt x="61133" y="41767"/>
                  <a:pt x="60983" y="41842"/>
                </a:cubicBezTo>
                <a:lnTo>
                  <a:pt x="60959" y="41842"/>
                </a:lnTo>
                <a:cubicBezTo>
                  <a:pt x="60959" y="41842"/>
                  <a:pt x="60934" y="41842"/>
                  <a:pt x="60934" y="41892"/>
                </a:cubicBezTo>
                <a:cubicBezTo>
                  <a:pt x="60809" y="41942"/>
                  <a:pt x="60685" y="42016"/>
                  <a:pt x="60510" y="42066"/>
                </a:cubicBezTo>
                <a:cubicBezTo>
                  <a:pt x="60486" y="42066"/>
                  <a:pt x="60461" y="42091"/>
                  <a:pt x="60436" y="42116"/>
                </a:cubicBezTo>
                <a:cubicBezTo>
                  <a:pt x="60386" y="42166"/>
                  <a:pt x="60361" y="42166"/>
                  <a:pt x="60336" y="42190"/>
                </a:cubicBezTo>
                <a:cubicBezTo>
                  <a:pt x="60336" y="42190"/>
                  <a:pt x="60311" y="42190"/>
                  <a:pt x="60311" y="42215"/>
                </a:cubicBezTo>
                <a:cubicBezTo>
                  <a:pt x="60212" y="42240"/>
                  <a:pt x="60137" y="42315"/>
                  <a:pt x="60062" y="42340"/>
                </a:cubicBezTo>
                <a:lnTo>
                  <a:pt x="60013" y="42340"/>
                </a:lnTo>
                <a:cubicBezTo>
                  <a:pt x="60013" y="42340"/>
                  <a:pt x="59988" y="42340"/>
                  <a:pt x="59988" y="42365"/>
                </a:cubicBezTo>
                <a:cubicBezTo>
                  <a:pt x="59838" y="42439"/>
                  <a:pt x="59714" y="42539"/>
                  <a:pt x="59565" y="42589"/>
                </a:cubicBezTo>
                <a:cubicBezTo>
                  <a:pt x="59465" y="42614"/>
                  <a:pt x="59390" y="42688"/>
                  <a:pt x="59316" y="42713"/>
                </a:cubicBezTo>
                <a:cubicBezTo>
                  <a:pt x="59216" y="42788"/>
                  <a:pt x="59117" y="42813"/>
                  <a:pt x="59017" y="42863"/>
                </a:cubicBezTo>
                <a:cubicBezTo>
                  <a:pt x="58868" y="42962"/>
                  <a:pt x="58718" y="43037"/>
                  <a:pt x="58569" y="43111"/>
                </a:cubicBezTo>
                <a:lnTo>
                  <a:pt x="58096" y="43410"/>
                </a:lnTo>
                <a:lnTo>
                  <a:pt x="58071" y="43410"/>
                </a:lnTo>
                <a:cubicBezTo>
                  <a:pt x="57897" y="43510"/>
                  <a:pt x="57748" y="43584"/>
                  <a:pt x="57573" y="43709"/>
                </a:cubicBezTo>
                <a:cubicBezTo>
                  <a:pt x="57399" y="43808"/>
                  <a:pt x="57250" y="43908"/>
                  <a:pt x="57125" y="43983"/>
                </a:cubicBezTo>
                <a:cubicBezTo>
                  <a:pt x="56976" y="44082"/>
                  <a:pt x="56827" y="44182"/>
                  <a:pt x="56652" y="44306"/>
                </a:cubicBezTo>
                <a:cubicBezTo>
                  <a:pt x="56627" y="44306"/>
                  <a:pt x="56627" y="44331"/>
                  <a:pt x="56603" y="44331"/>
                </a:cubicBezTo>
                <a:cubicBezTo>
                  <a:pt x="56528" y="44356"/>
                  <a:pt x="56503" y="44406"/>
                  <a:pt x="56453" y="44431"/>
                </a:cubicBezTo>
                <a:cubicBezTo>
                  <a:pt x="56379" y="44480"/>
                  <a:pt x="56329" y="44530"/>
                  <a:pt x="56229" y="44580"/>
                </a:cubicBezTo>
                <a:cubicBezTo>
                  <a:pt x="56204" y="44580"/>
                  <a:pt x="56204" y="44605"/>
                  <a:pt x="56155" y="44605"/>
                </a:cubicBezTo>
                <a:cubicBezTo>
                  <a:pt x="56155" y="44605"/>
                  <a:pt x="56130" y="44605"/>
                  <a:pt x="56130" y="44655"/>
                </a:cubicBezTo>
                <a:cubicBezTo>
                  <a:pt x="55980" y="44754"/>
                  <a:pt x="55831" y="44854"/>
                  <a:pt x="55657" y="44953"/>
                </a:cubicBezTo>
                <a:cubicBezTo>
                  <a:pt x="55507" y="44804"/>
                  <a:pt x="55358" y="44605"/>
                  <a:pt x="55209" y="44456"/>
                </a:cubicBezTo>
                <a:cubicBezTo>
                  <a:pt x="57399" y="42589"/>
                  <a:pt x="59714" y="40797"/>
                  <a:pt x="62103" y="39079"/>
                </a:cubicBezTo>
                <a:close/>
                <a:moveTo>
                  <a:pt x="73802" y="44829"/>
                </a:moveTo>
                <a:cubicBezTo>
                  <a:pt x="74400" y="44929"/>
                  <a:pt x="75022" y="44953"/>
                  <a:pt x="75619" y="44953"/>
                </a:cubicBezTo>
                <a:cubicBezTo>
                  <a:pt x="75545" y="45003"/>
                  <a:pt x="75520" y="45003"/>
                  <a:pt x="75470" y="45028"/>
                </a:cubicBezTo>
                <a:lnTo>
                  <a:pt x="75346" y="45028"/>
                </a:lnTo>
                <a:cubicBezTo>
                  <a:pt x="74773" y="45028"/>
                  <a:pt x="74250" y="44953"/>
                  <a:pt x="73678" y="44879"/>
                </a:cubicBezTo>
                <a:cubicBezTo>
                  <a:pt x="73728" y="44879"/>
                  <a:pt x="73777" y="44829"/>
                  <a:pt x="73802" y="44829"/>
                </a:cubicBezTo>
                <a:close/>
                <a:moveTo>
                  <a:pt x="78158" y="44829"/>
                </a:moveTo>
                <a:lnTo>
                  <a:pt x="78233" y="44904"/>
                </a:lnTo>
                <a:lnTo>
                  <a:pt x="78233" y="44953"/>
                </a:lnTo>
                <a:lnTo>
                  <a:pt x="78233" y="45028"/>
                </a:lnTo>
                <a:lnTo>
                  <a:pt x="78183" y="44978"/>
                </a:lnTo>
                <a:lnTo>
                  <a:pt x="78158" y="44953"/>
                </a:lnTo>
                <a:lnTo>
                  <a:pt x="78158" y="44929"/>
                </a:lnTo>
                <a:lnTo>
                  <a:pt x="78158" y="44829"/>
                </a:lnTo>
                <a:close/>
                <a:moveTo>
                  <a:pt x="55184" y="44555"/>
                </a:moveTo>
                <a:cubicBezTo>
                  <a:pt x="55333" y="44704"/>
                  <a:pt x="55482" y="44904"/>
                  <a:pt x="55632" y="45053"/>
                </a:cubicBezTo>
                <a:lnTo>
                  <a:pt x="55607" y="45053"/>
                </a:lnTo>
                <a:lnTo>
                  <a:pt x="55582" y="45078"/>
                </a:lnTo>
                <a:lnTo>
                  <a:pt x="55308" y="44804"/>
                </a:lnTo>
                <a:lnTo>
                  <a:pt x="55109" y="44605"/>
                </a:lnTo>
                <a:lnTo>
                  <a:pt x="55184" y="44555"/>
                </a:lnTo>
                <a:close/>
                <a:moveTo>
                  <a:pt x="63224" y="41046"/>
                </a:moveTo>
                <a:lnTo>
                  <a:pt x="63224" y="41070"/>
                </a:lnTo>
                <a:cubicBezTo>
                  <a:pt x="63099" y="41145"/>
                  <a:pt x="62975" y="41195"/>
                  <a:pt x="62875" y="41270"/>
                </a:cubicBezTo>
                <a:cubicBezTo>
                  <a:pt x="62751" y="41319"/>
                  <a:pt x="62626" y="41344"/>
                  <a:pt x="62502" y="41419"/>
                </a:cubicBezTo>
                <a:cubicBezTo>
                  <a:pt x="62427" y="41444"/>
                  <a:pt x="62328" y="41518"/>
                  <a:pt x="62228" y="41543"/>
                </a:cubicBezTo>
                <a:cubicBezTo>
                  <a:pt x="62178" y="41568"/>
                  <a:pt x="62079" y="41593"/>
                  <a:pt x="62029" y="41643"/>
                </a:cubicBezTo>
                <a:cubicBezTo>
                  <a:pt x="61855" y="41693"/>
                  <a:pt x="61730" y="41767"/>
                  <a:pt x="61581" y="41817"/>
                </a:cubicBezTo>
                <a:cubicBezTo>
                  <a:pt x="61431" y="41892"/>
                  <a:pt x="61282" y="41966"/>
                  <a:pt x="61108" y="42041"/>
                </a:cubicBezTo>
                <a:cubicBezTo>
                  <a:pt x="60959" y="42141"/>
                  <a:pt x="60809" y="42190"/>
                  <a:pt x="60610" y="42290"/>
                </a:cubicBezTo>
                <a:cubicBezTo>
                  <a:pt x="60486" y="42340"/>
                  <a:pt x="60361" y="42415"/>
                  <a:pt x="60262" y="42464"/>
                </a:cubicBezTo>
                <a:cubicBezTo>
                  <a:pt x="60237" y="42464"/>
                  <a:pt x="60237" y="42514"/>
                  <a:pt x="60212" y="42514"/>
                </a:cubicBezTo>
                <a:cubicBezTo>
                  <a:pt x="60013" y="42589"/>
                  <a:pt x="59838" y="42688"/>
                  <a:pt x="59689" y="42788"/>
                </a:cubicBezTo>
                <a:cubicBezTo>
                  <a:pt x="59614" y="42813"/>
                  <a:pt x="59540" y="42887"/>
                  <a:pt x="59465" y="42912"/>
                </a:cubicBezTo>
                <a:cubicBezTo>
                  <a:pt x="59440" y="42912"/>
                  <a:pt x="59440" y="42937"/>
                  <a:pt x="59415" y="42937"/>
                </a:cubicBezTo>
                <a:cubicBezTo>
                  <a:pt x="59365" y="42937"/>
                  <a:pt x="59365" y="42962"/>
                  <a:pt x="59341" y="42962"/>
                </a:cubicBezTo>
                <a:cubicBezTo>
                  <a:pt x="59316" y="42962"/>
                  <a:pt x="59316" y="43012"/>
                  <a:pt x="59291" y="43012"/>
                </a:cubicBezTo>
                <a:cubicBezTo>
                  <a:pt x="59092" y="43136"/>
                  <a:pt x="58917" y="43211"/>
                  <a:pt x="58693" y="43335"/>
                </a:cubicBezTo>
                <a:cubicBezTo>
                  <a:pt x="58669" y="43335"/>
                  <a:pt x="58669" y="43360"/>
                  <a:pt x="58619" y="43360"/>
                </a:cubicBezTo>
                <a:cubicBezTo>
                  <a:pt x="58594" y="43360"/>
                  <a:pt x="58594" y="43410"/>
                  <a:pt x="58569" y="43410"/>
                </a:cubicBezTo>
                <a:lnTo>
                  <a:pt x="58544" y="43435"/>
                </a:lnTo>
                <a:cubicBezTo>
                  <a:pt x="58494" y="43435"/>
                  <a:pt x="58494" y="43460"/>
                  <a:pt x="58469" y="43460"/>
                </a:cubicBezTo>
                <a:cubicBezTo>
                  <a:pt x="58469" y="43460"/>
                  <a:pt x="58445" y="43460"/>
                  <a:pt x="58445" y="43485"/>
                </a:cubicBezTo>
                <a:cubicBezTo>
                  <a:pt x="58420" y="43535"/>
                  <a:pt x="58370" y="43535"/>
                  <a:pt x="58345" y="43559"/>
                </a:cubicBezTo>
                <a:cubicBezTo>
                  <a:pt x="58121" y="43684"/>
                  <a:pt x="57947" y="43808"/>
                  <a:pt x="57723" y="43933"/>
                </a:cubicBezTo>
                <a:cubicBezTo>
                  <a:pt x="57698" y="43958"/>
                  <a:pt x="57673" y="43958"/>
                  <a:pt x="57623" y="43983"/>
                </a:cubicBezTo>
                <a:cubicBezTo>
                  <a:pt x="57598" y="44032"/>
                  <a:pt x="57573" y="44032"/>
                  <a:pt x="57548" y="44057"/>
                </a:cubicBezTo>
                <a:cubicBezTo>
                  <a:pt x="57499" y="44057"/>
                  <a:pt x="57499" y="44082"/>
                  <a:pt x="57474" y="44082"/>
                </a:cubicBezTo>
                <a:cubicBezTo>
                  <a:pt x="57449" y="44107"/>
                  <a:pt x="57424" y="44107"/>
                  <a:pt x="57374" y="44157"/>
                </a:cubicBezTo>
                <a:cubicBezTo>
                  <a:pt x="57175" y="44281"/>
                  <a:pt x="56951" y="44431"/>
                  <a:pt x="56752" y="44555"/>
                </a:cubicBezTo>
                <a:cubicBezTo>
                  <a:pt x="56702" y="44580"/>
                  <a:pt x="56627" y="44655"/>
                  <a:pt x="56553" y="44704"/>
                </a:cubicBezTo>
                <a:cubicBezTo>
                  <a:pt x="56503" y="44729"/>
                  <a:pt x="56478" y="44779"/>
                  <a:pt x="56453" y="44779"/>
                </a:cubicBezTo>
                <a:cubicBezTo>
                  <a:pt x="56304" y="44904"/>
                  <a:pt x="56105" y="44978"/>
                  <a:pt x="55955" y="45103"/>
                </a:cubicBezTo>
                <a:lnTo>
                  <a:pt x="55931" y="45078"/>
                </a:lnTo>
                <a:lnTo>
                  <a:pt x="55881" y="45053"/>
                </a:lnTo>
                <a:cubicBezTo>
                  <a:pt x="56080" y="44929"/>
                  <a:pt x="56229" y="44804"/>
                  <a:pt x="56428" y="44680"/>
                </a:cubicBezTo>
                <a:lnTo>
                  <a:pt x="56702" y="44480"/>
                </a:lnTo>
                <a:cubicBezTo>
                  <a:pt x="56752" y="44456"/>
                  <a:pt x="56827" y="44406"/>
                  <a:pt x="56876" y="44356"/>
                </a:cubicBezTo>
                <a:cubicBezTo>
                  <a:pt x="57051" y="44281"/>
                  <a:pt x="57175" y="44182"/>
                  <a:pt x="57324" y="44082"/>
                </a:cubicBezTo>
                <a:cubicBezTo>
                  <a:pt x="57449" y="44032"/>
                  <a:pt x="57548" y="43933"/>
                  <a:pt x="57673" y="43858"/>
                </a:cubicBezTo>
                <a:cubicBezTo>
                  <a:pt x="57847" y="43734"/>
                  <a:pt x="58046" y="43609"/>
                  <a:pt x="58220" y="43535"/>
                </a:cubicBezTo>
                <a:cubicBezTo>
                  <a:pt x="58345" y="43435"/>
                  <a:pt x="58469" y="43360"/>
                  <a:pt x="58619" y="43286"/>
                </a:cubicBezTo>
                <a:cubicBezTo>
                  <a:pt x="58818" y="43186"/>
                  <a:pt x="58967" y="43087"/>
                  <a:pt x="59166" y="42987"/>
                </a:cubicBezTo>
                <a:cubicBezTo>
                  <a:pt x="59316" y="42912"/>
                  <a:pt x="59465" y="42813"/>
                  <a:pt x="59589" y="42738"/>
                </a:cubicBezTo>
                <a:cubicBezTo>
                  <a:pt x="59739" y="42663"/>
                  <a:pt x="59913" y="42589"/>
                  <a:pt x="60062" y="42489"/>
                </a:cubicBezTo>
                <a:cubicBezTo>
                  <a:pt x="60087" y="42464"/>
                  <a:pt x="60162" y="42464"/>
                  <a:pt x="60187" y="42439"/>
                </a:cubicBezTo>
                <a:lnTo>
                  <a:pt x="60560" y="42240"/>
                </a:lnTo>
                <a:lnTo>
                  <a:pt x="60934" y="42066"/>
                </a:lnTo>
                <a:cubicBezTo>
                  <a:pt x="60983" y="42041"/>
                  <a:pt x="61008" y="42041"/>
                  <a:pt x="61083" y="41991"/>
                </a:cubicBezTo>
                <a:cubicBezTo>
                  <a:pt x="61232" y="41942"/>
                  <a:pt x="61357" y="41842"/>
                  <a:pt x="61506" y="41792"/>
                </a:cubicBezTo>
                <a:cubicBezTo>
                  <a:pt x="61631" y="41718"/>
                  <a:pt x="61730" y="41693"/>
                  <a:pt x="61855" y="41618"/>
                </a:cubicBezTo>
                <a:cubicBezTo>
                  <a:pt x="62079" y="41543"/>
                  <a:pt x="62253" y="41444"/>
                  <a:pt x="62477" y="41344"/>
                </a:cubicBezTo>
                <a:cubicBezTo>
                  <a:pt x="62576" y="41319"/>
                  <a:pt x="62676" y="41294"/>
                  <a:pt x="62751" y="41220"/>
                </a:cubicBezTo>
                <a:lnTo>
                  <a:pt x="63224" y="41046"/>
                </a:lnTo>
                <a:close/>
                <a:moveTo>
                  <a:pt x="73130" y="45028"/>
                </a:moveTo>
                <a:cubicBezTo>
                  <a:pt x="73130" y="45053"/>
                  <a:pt x="73080" y="45078"/>
                  <a:pt x="73080" y="45128"/>
                </a:cubicBezTo>
                <a:lnTo>
                  <a:pt x="73080" y="45053"/>
                </a:lnTo>
                <a:lnTo>
                  <a:pt x="73130" y="45028"/>
                </a:lnTo>
                <a:close/>
                <a:moveTo>
                  <a:pt x="22228" y="36466"/>
                </a:moveTo>
                <a:cubicBezTo>
                  <a:pt x="23970" y="37113"/>
                  <a:pt x="26111" y="38208"/>
                  <a:pt x="28426" y="39602"/>
                </a:cubicBezTo>
                <a:cubicBezTo>
                  <a:pt x="28003" y="40050"/>
                  <a:pt x="27629" y="40473"/>
                  <a:pt x="27231" y="40946"/>
                </a:cubicBezTo>
                <a:cubicBezTo>
                  <a:pt x="27131" y="41070"/>
                  <a:pt x="27057" y="41170"/>
                  <a:pt x="26907" y="41294"/>
                </a:cubicBezTo>
                <a:cubicBezTo>
                  <a:pt x="26260" y="42041"/>
                  <a:pt x="25613" y="42813"/>
                  <a:pt x="24966" y="43584"/>
                </a:cubicBezTo>
                <a:cubicBezTo>
                  <a:pt x="24891" y="43659"/>
                  <a:pt x="24866" y="43709"/>
                  <a:pt x="24792" y="43784"/>
                </a:cubicBezTo>
                <a:lnTo>
                  <a:pt x="23672" y="45177"/>
                </a:lnTo>
                <a:cubicBezTo>
                  <a:pt x="21879" y="43286"/>
                  <a:pt x="20436" y="41568"/>
                  <a:pt x="19490" y="40100"/>
                </a:cubicBezTo>
                <a:cubicBezTo>
                  <a:pt x="19789" y="39677"/>
                  <a:pt x="20062" y="39278"/>
                  <a:pt x="20386" y="38830"/>
                </a:cubicBezTo>
                <a:lnTo>
                  <a:pt x="20411" y="38805"/>
                </a:lnTo>
                <a:cubicBezTo>
                  <a:pt x="20784" y="38283"/>
                  <a:pt x="21183" y="37760"/>
                  <a:pt x="21606" y="37237"/>
                </a:cubicBezTo>
                <a:cubicBezTo>
                  <a:pt x="21631" y="37212"/>
                  <a:pt x="21655" y="37187"/>
                  <a:pt x="21655" y="37138"/>
                </a:cubicBezTo>
                <a:cubicBezTo>
                  <a:pt x="21855" y="36889"/>
                  <a:pt x="22029" y="36690"/>
                  <a:pt x="22228" y="36466"/>
                </a:cubicBezTo>
                <a:close/>
                <a:moveTo>
                  <a:pt x="72657" y="44904"/>
                </a:moveTo>
                <a:lnTo>
                  <a:pt x="72657" y="44953"/>
                </a:lnTo>
                <a:cubicBezTo>
                  <a:pt x="72408" y="45028"/>
                  <a:pt x="72184" y="45128"/>
                  <a:pt x="71935" y="45177"/>
                </a:cubicBezTo>
                <a:cubicBezTo>
                  <a:pt x="71985" y="45153"/>
                  <a:pt x="71985" y="45128"/>
                  <a:pt x="72010" y="45128"/>
                </a:cubicBezTo>
                <a:cubicBezTo>
                  <a:pt x="72234" y="45053"/>
                  <a:pt x="72433" y="45003"/>
                  <a:pt x="72657" y="44904"/>
                </a:cubicBezTo>
                <a:close/>
                <a:moveTo>
                  <a:pt x="55756" y="45202"/>
                </a:moveTo>
                <a:lnTo>
                  <a:pt x="55781" y="45227"/>
                </a:lnTo>
                <a:cubicBezTo>
                  <a:pt x="55781" y="45227"/>
                  <a:pt x="55756" y="45227"/>
                  <a:pt x="55756" y="45277"/>
                </a:cubicBezTo>
                <a:lnTo>
                  <a:pt x="55731" y="45302"/>
                </a:lnTo>
                <a:cubicBezTo>
                  <a:pt x="55731" y="45277"/>
                  <a:pt x="55731" y="45277"/>
                  <a:pt x="55706" y="45227"/>
                </a:cubicBezTo>
                <a:cubicBezTo>
                  <a:pt x="55731" y="45202"/>
                  <a:pt x="55731" y="45202"/>
                  <a:pt x="55756" y="45202"/>
                </a:cubicBezTo>
                <a:close/>
                <a:moveTo>
                  <a:pt x="28575" y="39701"/>
                </a:moveTo>
                <a:cubicBezTo>
                  <a:pt x="28600" y="39701"/>
                  <a:pt x="28600" y="39726"/>
                  <a:pt x="28625" y="39726"/>
                </a:cubicBezTo>
                <a:cubicBezTo>
                  <a:pt x="26957" y="41568"/>
                  <a:pt x="25364" y="43435"/>
                  <a:pt x="23846" y="45327"/>
                </a:cubicBezTo>
                <a:lnTo>
                  <a:pt x="23821" y="45302"/>
                </a:lnTo>
                <a:cubicBezTo>
                  <a:pt x="24145" y="44879"/>
                  <a:pt x="24493" y="44456"/>
                  <a:pt x="24841" y="44032"/>
                </a:cubicBezTo>
                <a:cubicBezTo>
                  <a:pt x="24991" y="43833"/>
                  <a:pt x="25115" y="43684"/>
                  <a:pt x="25265" y="43510"/>
                </a:cubicBezTo>
                <a:cubicBezTo>
                  <a:pt x="25837" y="42813"/>
                  <a:pt x="26385" y="42166"/>
                  <a:pt x="26982" y="41518"/>
                </a:cubicBezTo>
                <a:cubicBezTo>
                  <a:pt x="27206" y="41270"/>
                  <a:pt x="27455" y="40971"/>
                  <a:pt x="27679" y="40722"/>
                </a:cubicBezTo>
                <a:cubicBezTo>
                  <a:pt x="27978" y="40398"/>
                  <a:pt x="28252" y="40050"/>
                  <a:pt x="28575" y="39701"/>
                </a:cubicBezTo>
                <a:close/>
                <a:moveTo>
                  <a:pt x="19341" y="40274"/>
                </a:moveTo>
                <a:cubicBezTo>
                  <a:pt x="20286" y="41693"/>
                  <a:pt x="21730" y="43410"/>
                  <a:pt x="23522" y="45302"/>
                </a:cubicBezTo>
                <a:cubicBezTo>
                  <a:pt x="23572" y="45327"/>
                  <a:pt x="23522" y="45327"/>
                  <a:pt x="23522" y="45377"/>
                </a:cubicBezTo>
                <a:cubicBezTo>
                  <a:pt x="21705" y="43460"/>
                  <a:pt x="20286" y="41767"/>
                  <a:pt x="19291" y="40324"/>
                </a:cubicBezTo>
                <a:cubicBezTo>
                  <a:pt x="19291" y="40299"/>
                  <a:pt x="19341" y="40299"/>
                  <a:pt x="19341" y="40274"/>
                </a:cubicBezTo>
                <a:close/>
                <a:moveTo>
                  <a:pt x="117436" y="31687"/>
                </a:moveTo>
                <a:lnTo>
                  <a:pt x="117436" y="31687"/>
                </a:lnTo>
                <a:cubicBezTo>
                  <a:pt x="118034" y="35868"/>
                  <a:pt x="117660" y="40548"/>
                  <a:pt x="116466" y="45451"/>
                </a:cubicBezTo>
                <a:cubicBezTo>
                  <a:pt x="116590" y="42838"/>
                  <a:pt x="116366" y="40349"/>
                  <a:pt x="115794" y="38059"/>
                </a:cubicBezTo>
                <a:cubicBezTo>
                  <a:pt x="115819" y="37984"/>
                  <a:pt x="115819" y="37959"/>
                  <a:pt x="115843" y="37909"/>
                </a:cubicBezTo>
                <a:cubicBezTo>
                  <a:pt x="115843" y="37859"/>
                  <a:pt x="115868" y="37835"/>
                  <a:pt x="115868" y="37810"/>
                </a:cubicBezTo>
                <a:cubicBezTo>
                  <a:pt x="115968" y="37586"/>
                  <a:pt x="116092" y="37337"/>
                  <a:pt x="116192" y="37113"/>
                </a:cubicBezTo>
                <a:cubicBezTo>
                  <a:pt x="116217" y="37063"/>
                  <a:pt x="116242" y="36963"/>
                  <a:pt x="116291" y="36914"/>
                </a:cubicBezTo>
                <a:cubicBezTo>
                  <a:pt x="116366" y="36690"/>
                  <a:pt x="116441" y="36466"/>
                  <a:pt x="116540" y="36242"/>
                </a:cubicBezTo>
                <a:lnTo>
                  <a:pt x="116615" y="35968"/>
                </a:lnTo>
                <a:cubicBezTo>
                  <a:pt x="116690" y="35744"/>
                  <a:pt x="116739" y="35569"/>
                  <a:pt x="116814" y="35345"/>
                </a:cubicBezTo>
                <a:cubicBezTo>
                  <a:pt x="116839" y="35246"/>
                  <a:pt x="116864" y="35121"/>
                  <a:pt x="116914" y="35047"/>
                </a:cubicBezTo>
                <a:cubicBezTo>
                  <a:pt x="116964" y="34848"/>
                  <a:pt x="116988" y="34624"/>
                  <a:pt x="117063" y="34449"/>
                </a:cubicBezTo>
                <a:cubicBezTo>
                  <a:pt x="117088" y="34325"/>
                  <a:pt x="117113" y="34200"/>
                  <a:pt x="117113" y="34076"/>
                </a:cubicBezTo>
                <a:lnTo>
                  <a:pt x="117212" y="33504"/>
                </a:lnTo>
                <a:cubicBezTo>
                  <a:pt x="117212" y="33454"/>
                  <a:pt x="117237" y="33379"/>
                  <a:pt x="117237" y="33329"/>
                </a:cubicBezTo>
                <a:cubicBezTo>
                  <a:pt x="117287" y="33255"/>
                  <a:pt x="117287" y="33230"/>
                  <a:pt x="117287" y="33205"/>
                </a:cubicBezTo>
                <a:cubicBezTo>
                  <a:pt x="117287" y="33130"/>
                  <a:pt x="117312" y="33080"/>
                  <a:pt x="117312" y="33006"/>
                </a:cubicBezTo>
                <a:cubicBezTo>
                  <a:pt x="117337" y="32856"/>
                  <a:pt x="117362" y="32682"/>
                  <a:pt x="117362" y="32508"/>
                </a:cubicBezTo>
                <a:lnTo>
                  <a:pt x="117362" y="32359"/>
                </a:lnTo>
                <a:lnTo>
                  <a:pt x="117362" y="32309"/>
                </a:lnTo>
                <a:cubicBezTo>
                  <a:pt x="117362" y="32184"/>
                  <a:pt x="117412" y="32010"/>
                  <a:pt x="117412" y="31886"/>
                </a:cubicBezTo>
                <a:cubicBezTo>
                  <a:pt x="117412" y="31836"/>
                  <a:pt x="117412" y="31761"/>
                  <a:pt x="117436" y="31687"/>
                </a:cubicBezTo>
                <a:close/>
                <a:moveTo>
                  <a:pt x="72906" y="45078"/>
                </a:moveTo>
                <a:cubicBezTo>
                  <a:pt x="72931" y="45227"/>
                  <a:pt x="72931" y="45377"/>
                  <a:pt x="72981" y="45526"/>
                </a:cubicBezTo>
                <a:cubicBezTo>
                  <a:pt x="72981" y="45551"/>
                  <a:pt x="72931" y="45625"/>
                  <a:pt x="72931" y="45650"/>
                </a:cubicBezTo>
                <a:cubicBezTo>
                  <a:pt x="72906" y="45451"/>
                  <a:pt x="72881" y="45302"/>
                  <a:pt x="72881" y="45128"/>
                </a:cubicBezTo>
                <a:cubicBezTo>
                  <a:pt x="72881" y="45078"/>
                  <a:pt x="72906" y="45078"/>
                  <a:pt x="72906" y="45078"/>
                </a:cubicBezTo>
                <a:close/>
                <a:moveTo>
                  <a:pt x="73379" y="45003"/>
                </a:moveTo>
                <a:lnTo>
                  <a:pt x="73180" y="45650"/>
                </a:lnTo>
                <a:cubicBezTo>
                  <a:pt x="73180" y="45625"/>
                  <a:pt x="73155" y="45551"/>
                  <a:pt x="73155" y="45526"/>
                </a:cubicBezTo>
                <a:cubicBezTo>
                  <a:pt x="73205" y="45327"/>
                  <a:pt x="73280" y="45177"/>
                  <a:pt x="73304" y="45003"/>
                </a:cubicBezTo>
                <a:close/>
                <a:moveTo>
                  <a:pt x="99938" y="37660"/>
                </a:moveTo>
                <a:cubicBezTo>
                  <a:pt x="100411" y="37835"/>
                  <a:pt x="100884" y="38059"/>
                  <a:pt x="101357" y="38283"/>
                </a:cubicBezTo>
                <a:cubicBezTo>
                  <a:pt x="100610" y="40249"/>
                  <a:pt x="99739" y="42315"/>
                  <a:pt x="98768" y="44331"/>
                </a:cubicBezTo>
                <a:cubicBezTo>
                  <a:pt x="98693" y="44381"/>
                  <a:pt x="98619" y="44431"/>
                  <a:pt x="98544" y="44456"/>
                </a:cubicBezTo>
                <a:cubicBezTo>
                  <a:pt x="98445" y="44505"/>
                  <a:pt x="98395" y="44530"/>
                  <a:pt x="98295" y="44580"/>
                </a:cubicBezTo>
                <a:cubicBezTo>
                  <a:pt x="98046" y="44704"/>
                  <a:pt x="97797" y="44829"/>
                  <a:pt x="97524" y="44929"/>
                </a:cubicBezTo>
                <a:cubicBezTo>
                  <a:pt x="97449" y="44953"/>
                  <a:pt x="97399" y="45003"/>
                  <a:pt x="97300" y="45028"/>
                </a:cubicBezTo>
                <a:cubicBezTo>
                  <a:pt x="97026" y="45153"/>
                  <a:pt x="96752" y="45252"/>
                  <a:pt x="96503" y="45327"/>
                </a:cubicBezTo>
                <a:cubicBezTo>
                  <a:pt x="96428" y="45377"/>
                  <a:pt x="96379" y="45377"/>
                  <a:pt x="96329" y="45401"/>
                </a:cubicBezTo>
                <a:cubicBezTo>
                  <a:pt x="96080" y="45501"/>
                  <a:pt x="95831" y="45551"/>
                  <a:pt x="95632" y="45650"/>
                </a:cubicBezTo>
                <a:cubicBezTo>
                  <a:pt x="94711" y="44754"/>
                  <a:pt x="93591" y="44008"/>
                  <a:pt x="92321" y="43460"/>
                </a:cubicBezTo>
                <a:cubicBezTo>
                  <a:pt x="95134" y="42190"/>
                  <a:pt x="97772" y="40199"/>
                  <a:pt x="99938" y="37660"/>
                </a:cubicBezTo>
                <a:close/>
                <a:moveTo>
                  <a:pt x="14638" y="40456"/>
                </a:moveTo>
                <a:cubicBezTo>
                  <a:pt x="14595" y="40521"/>
                  <a:pt x="14553" y="40584"/>
                  <a:pt x="14512" y="40647"/>
                </a:cubicBezTo>
                <a:cubicBezTo>
                  <a:pt x="14039" y="41319"/>
                  <a:pt x="13541" y="42066"/>
                  <a:pt x="13043" y="42838"/>
                </a:cubicBezTo>
                <a:cubicBezTo>
                  <a:pt x="12944" y="42962"/>
                  <a:pt x="12869" y="43136"/>
                  <a:pt x="12769" y="43261"/>
                </a:cubicBezTo>
                <a:cubicBezTo>
                  <a:pt x="12228" y="44059"/>
                  <a:pt x="11702" y="44882"/>
                  <a:pt x="11207" y="45673"/>
                </a:cubicBezTo>
                <a:lnTo>
                  <a:pt x="11207" y="45673"/>
                </a:lnTo>
                <a:cubicBezTo>
                  <a:pt x="11728" y="44828"/>
                  <a:pt x="12253" y="43947"/>
                  <a:pt x="12819" y="43087"/>
                </a:cubicBezTo>
                <a:cubicBezTo>
                  <a:pt x="12869" y="43037"/>
                  <a:pt x="12919" y="42962"/>
                  <a:pt x="12944" y="42912"/>
                </a:cubicBezTo>
                <a:cubicBezTo>
                  <a:pt x="13441" y="42166"/>
                  <a:pt x="13939" y="41444"/>
                  <a:pt x="14437" y="40722"/>
                </a:cubicBezTo>
                <a:cubicBezTo>
                  <a:pt x="14505" y="40635"/>
                  <a:pt x="14571" y="40546"/>
                  <a:pt x="14638" y="40456"/>
                </a:cubicBezTo>
                <a:close/>
                <a:moveTo>
                  <a:pt x="42838" y="27903"/>
                </a:moveTo>
                <a:cubicBezTo>
                  <a:pt x="44281" y="30517"/>
                  <a:pt x="45999" y="33304"/>
                  <a:pt x="47891" y="35968"/>
                </a:cubicBezTo>
                <a:cubicBezTo>
                  <a:pt x="44306" y="39054"/>
                  <a:pt x="40921" y="42290"/>
                  <a:pt x="37785" y="45675"/>
                </a:cubicBezTo>
                <a:cubicBezTo>
                  <a:pt x="35171" y="43634"/>
                  <a:pt x="32483" y="41693"/>
                  <a:pt x="29994" y="40100"/>
                </a:cubicBezTo>
                <a:cubicBezTo>
                  <a:pt x="33578" y="35669"/>
                  <a:pt x="37934" y="31462"/>
                  <a:pt x="42838" y="27903"/>
                </a:cubicBezTo>
                <a:close/>
                <a:moveTo>
                  <a:pt x="92072" y="43559"/>
                </a:moveTo>
                <a:cubicBezTo>
                  <a:pt x="93342" y="44057"/>
                  <a:pt x="94462" y="44804"/>
                  <a:pt x="95408" y="45700"/>
                </a:cubicBezTo>
                <a:lnTo>
                  <a:pt x="95308" y="45700"/>
                </a:lnTo>
                <a:cubicBezTo>
                  <a:pt x="94387" y="44804"/>
                  <a:pt x="93292" y="44082"/>
                  <a:pt x="91973" y="43584"/>
                </a:cubicBezTo>
                <a:cubicBezTo>
                  <a:pt x="92023" y="43584"/>
                  <a:pt x="92048" y="43559"/>
                  <a:pt x="92072" y="43559"/>
                </a:cubicBezTo>
                <a:close/>
                <a:moveTo>
                  <a:pt x="106730" y="41502"/>
                </a:moveTo>
                <a:cubicBezTo>
                  <a:pt x="108006" y="42414"/>
                  <a:pt x="109135" y="43398"/>
                  <a:pt x="110168" y="44431"/>
                </a:cubicBezTo>
                <a:cubicBezTo>
                  <a:pt x="110143" y="44456"/>
                  <a:pt x="110118" y="44530"/>
                  <a:pt x="110094" y="44605"/>
                </a:cubicBezTo>
                <a:cubicBezTo>
                  <a:pt x="109994" y="44704"/>
                  <a:pt x="109870" y="44804"/>
                  <a:pt x="109770" y="44904"/>
                </a:cubicBezTo>
                <a:cubicBezTo>
                  <a:pt x="109695" y="45003"/>
                  <a:pt x="109596" y="45053"/>
                  <a:pt x="109471" y="45153"/>
                </a:cubicBezTo>
                <a:cubicBezTo>
                  <a:pt x="109322" y="45277"/>
                  <a:pt x="109123" y="45401"/>
                  <a:pt x="108973" y="45526"/>
                </a:cubicBezTo>
                <a:cubicBezTo>
                  <a:pt x="108874" y="45576"/>
                  <a:pt x="108774" y="45650"/>
                  <a:pt x="108700" y="45725"/>
                </a:cubicBezTo>
                <a:cubicBezTo>
                  <a:pt x="108700" y="45675"/>
                  <a:pt x="108650" y="45650"/>
                  <a:pt x="108650" y="45576"/>
                </a:cubicBezTo>
                <a:cubicBezTo>
                  <a:pt x="108600" y="45377"/>
                  <a:pt x="108525" y="45153"/>
                  <a:pt x="108476" y="44953"/>
                </a:cubicBezTo>
                <a:lnTo>
                  <a:pt x="108376" y="44680"/>
                </a:lnTo>
                <a:cubicBezTo>
                  <a:pt x="108351" y="44605"/>
                  <a:pt x="108301" y="44530"/>
                  <a:pt x="108277" y="44456"/>
                </a:cubicBezTo>
                <a:cubicBezTo>
                  <a:pt x="108252" y="44356"/>
                  <a:pt x="108177" y="44256"/>
                  <a:pt x="108152" y="44157"/>
                </a:cubicBezTo>
                <a:cubicBezTo>
                  <a:pt x="108127" y="44082"/>
                  <a:pt x="108127" y="44057"/>
                  <a:pt x="108102" y="43983"/>
                </a:cubicBezTo>
                <a:cubicBezTo>
                  <a:pt x="108102" y="43958"/>
                  <a:pt x="108052" y="43933"/>
                  <a:pt x="108052" y="43933"/>
                </a:cubicBezTo>
                <a:cubicBezTo>
                  <a:pt x="108003" y="43808"/>
                  <a:pt x="107978" y="43684"/>
                  <a:pt x="107903" y="43584"/>
                </a:cubicBezTo>
                <a:cubicBezTo>
                  <a:pt x="107903" y="43559"/>
                  <a:pt x="107878" y="43535"/>
                  <a:pt x="107878" y="43510"/>
                </a:cubicBezTo>
                <a:lnTo>
                  <a:pt x="107779" y="43311"/>
                </a:lnTo>
                <a:cubicBezTo>
                  <a:pt x="107679" y="43136"/>
                  <a:pt x="107604" y="42912"/>
                  <a:pt x="107480" y="42713"/>
                </a:cubicBezTo>
                <a:cubicBezTo>
                  <a:pt x="107430" y="42663"/>
                  <a:pt x="107380" y="42589"/>
                  <a:pt x="107356" y="42514"/>
                </a:cubicBezTo>
                <a:cubicBezTo>
                  <a:pt x="107281" y="42415"/>
                  <a:pt x="107231" y="42290"/>
                  <a:pt x="107156" y="42190"/>
                </a:cubicBezTo>
                <a:cubicBezTo>
                  <a:pt x="107107" y="42066"/>
                  <a:pt x="107032" y="41966"/>
                  <a:pt x="106932" y="41842"/>
                </a:cubicBezTo>
                <a:cubicBezTo>
                  <a:pt x="106883" y="41718"/>
                  <a:pt x="106783" y="41643"/>
                  <a:pt x="106733" y="41518"/>
                </a:cubicBezTo>
                <a:cubicBezTo>
                  <a:pt x="106733" y="41518"/>
                  <a:pt x="106733" y="41511"/>
                  <a:pt x="106730" y="41502"/>
                </a:cubicBezTo>
                <a:close/>
                <a:moveTo>
                  <a:pt x="55507" y="45426"/>
                </a:moveTo>
                <a:lnTo>
                  <a:pt x="55557" y="45451"/>
                </a:lnTo>
                <a:lnTo>
                  <a:pt x="55582" y="45476"/>
                </a:lnTo>
                <a:cubicBezTo>
                  <a:pt x="55569" y="45473"/>
                  <a:pt x="55556" y="45471"/>
                  <a:pt x="55543" y="45471"/>
                </a:cubicBezTo>
                <a:cubicBezTo>
                  <a:pt x="55456" y="45471"/>
                  <a:pt x="55367" y="45539"/>
                  <a:pt x="55258" y="45625"/>
                </a:cubicBezTo>
                <a:cubicBezTo>
                  <a:pt x="55201" y="45663"/>
                  <a:pt x="55130" y="45716"/>
                  <a:pt x="55055" y="45772"/>
                </a:cubicBezTo>
                <a:lnTo>
                  <a:pt x="55055" y="45772"/>
                </a:lnTo>
                <a:cubicBezTo>
                  <a:pt x="55183" y="45673"/>
                  <a:pt x="55315" y="45575"/>
                  <a:pt x="55458" y="45476"/>
                </a:cubicBezTo>
                <a:cubicBezTo>
                  <a:pt x="55482" y="45476"/>
                  <a:pt x="55482" y="45451"/>
                  <a:pt x="55507" y="45426"/>
                </a:cubicBezTo>
                <a:close/>
                <a:moveTo>
                  <a:pt x="29870" y="40199"/>
                </a:moveTo>
                <a:cubicBezTo>
                  <a:pt x="32408" y="41842"/>
                  <a:pt x="35047" y="43759"/>
                  <a:pt x="37660" y="45800"/>
                </a:cubicBezTo>
                <a:lnTo>
                  <a:pt x="37636" y="45825"/>
                </a:lnTo>
                <a:cubicBezTo>
                  <a:pt x="35022" y="43784"/>
                  <a:pt x="32359" y="41892"/>
                  <a:pt x="29845" y="40249"/>
                </a:cubicBezTo>
                <a:cubicBezTo>
                  <a:pt x="29845" y="40224"/>
                  <a:pt x="29870" y="40224"/>
                  <a:pt x="29870" y="40199"/>
                </a:cubicBezTo>
                <a:close/>
                <a:moveTo>
                  <a:pt x="48015" y="36167"/>
                </a:moveTo>
                <a:cubicBezTo>
                  <a:pt x="48015" y="36192"/>
                  <a:pt x="48040" y="36192"/>
                  <a:pt x="48040" y="36217"/>
                </a:cubicBezTo>
                <a:cubicBezTo>
                  <a:pt x="44481" y="39228"/>
                  <a:pt x="41120" y="42464"/>
                  <a:pt x="38009" y="45825"/>
                </a:cubicBezTo>
                <a:cubicBezTo>
                  <a:pt x="37959" y="45825"/>
                  <a:pt x="37959" y="45800"/>
                  <a:pt x="37934" y="45800"/>
                </a:cubicBezTo>
                <a:cubicBezTo>
                  <a:pt x="41071" y="42439"/>
                  <a:pt x="44431" y="39204"/>
                  <a:pt x="48015" y="36167"/>
                </a:cubicBezTo>
                <a:close/>
                <a:moveTo>
                  <a:pt x="98619" y="44630"/>
                </a:moveTo>
                <a:cubicBezTo>
                  <a:pt x="98619" y="44630"/>
                  <a:pt x="98619" y="44655"/>
                  <a:pt x="98569" y="44655"/>
                </a:cubicBezTo>
                <a:cubicBezTo>
                  <a:pt x="98569" y="44655"/>
                  <a:pt x="98569" y="44680"/>
                  <a:pt x="98544" y="44680"/>
                </a:cubicBezTo>
                <a:cubicBezTo>
                  <a:pt x="97673" y="45153"/>
                  <a:pt x="96752" y="45526"/>
                  <a:pt x="95781" y="45825"/>
                </a:cubicBezTo>
                <a:lnTo>
                  <a:pt x="95707" y="45775"/>
                </a:lnTo>
                <a:cubicBezTo>
                  <a:pt x="96677" y="45451"/>
                  <a:pt x="97623" y="45078"/>
                  <a:pt x="98544" y="44655"/>
                </a:cubicBezTo>
                <a:cubicBezTo>
                  <a:pt x="98569" y="44655"/>
                  <a:pt x="98569" y="44630"/>
                  <a:pt x="98619" y="44630"/>
                </a:cubicBezTo>
                <a:close/>
                <a:moveTo>
                  <a:pt x="106061" y="40846"/>
                </a:moveTo>
                <a:lnTo>
                  <a:pt x="106061" y="40846"/>
                </a:lnTo>
                <a:cubicBezTo>
                  <a:pt x="106111" y="40896"/>
                  <a:pt x="106136" y="40896"/>
                  <a:pt x="106161" y="40921"/>
                </a:cubicBezTo>
                <a:cubicBezTo>
                  <a:pt x="106186" y="40946"/>
                  <a:pt x="106235" y="40946"/>
                  <a:pt x="106260" y="40971"/>
                </a:cubicBezTo>
                <a:cubicBezTo>
                  <a:pt x="106310" y="41070"/>
                  <a:pt x="106385" y="41145"/>
                  <a:pt x="106435" y="41220"/>
                </a:cubicBezTo>
                <a:cubicBezTo>
                  <a:pt x="106484" y="41294"/>
                  <a:pt x="106509" y="41319"/>
                  <a:pt x="106534" y="41394"/>
                </a:cubicBezTo>
                <a:cubicBezTo>
                  <a:pt x="106584" y="41419"/>
                  <a:pt x="106584" y="41444"/>
                  <a:pt x="106609" y="41469"/>
                </a:cubicBezTo>
                <a:cubicBezTo>
                  <a:pt x="106659" y="41543"/>
                  <a:pt x="106708" y="41643"/>
                  <a:pt x="106758" y="41693"/>
                </a:cubicBezTo>
                <a:cubicBezTo>
                  <a:pt x="106858" y="41842"/>
                  <a:pt x="106982" y="42016"/>
                  <a:pt x="107057" y="42190"/>
                </a:cubicBezTo>
                <a:cubicBezTo>
                  <a:pt x="107107" y="42215"/>
                  <a:pt x="107132" y="42290"/>
                  <a:pt x="107156" y="42315"/>
                </a:cubicBezTo>
                <a:cubicBezTo>
                  <a:pt x="107231" y="42415"/>
                  <a:pt x="107256" y="42514"/>
                  <a:pt x="107331" y="42564"/>
                </a:cubicBezTo>
                <a:cubicBezTo>
                  <a:pt x="107430" y="42763"/>
                  <a:pt x="107530" y="42962"/>
                  <a:pt x="107629" y="43186"/>
                </a:cubicBezTo>
                <a:cubicBezTo>
                  <a:pt x="107679" y="43286"/>
                  <a:pt x="107729" y="43410"/>
                  <a:pt x="107779" y="43510"/>
                </a:cubicBezTo>
                <a:cubicBezTo>
                  <a:pt x="107828" y="43559"/>
                  <a:pt x="107853" y="43634"/>
                  <a:pt x="107878" y="43709"/>
                </a:cubicBezTo>
                <a:cubicBezTo>
                  <a:pt x="107978" y="43908"/>
                  <a:pt x="108028" y="44082"/>
                  <a:pt x="108127" y="44306"/>
                </a:cubicBezTo>
                <a:cubicBezTo>
                  <a:pt x="108152" y="44406"/>
                  <a:pt x="108202" y="44505"/>
                  <a:pt x="108252" y="44580"/>
                </a:cubicBezTo>
                <a:cubicBezTo>
                  <a:pt x="108277" y="44655"/>
                  <a:pt x="108277" y="44680"/>
                  <a:pt x="108301" y="44754"/>
                </a:cubicBezTo>
                <a:cubicBezTo>
                  <a:pt x="108301" y="44779"/>
                  <a:pt x="108351" y="44804"/>
                  <a:pt x="108351" y="44804"/>
                </a:cubicBezTo>
                <a:cubicBezTo>
                  <a:pt x="108401" y="45028"/>
                  <a:pt x="108501" y="45252"/>
                  <a:pt x="108575" y="45501"/>
                </a:cubicBezTo>
                <a:cubicBezTo>
                  <a:pt x="108476" y="45650"/>
                  <a:pt x="108525" y="45750"/>
                  <a:pt x="108525" y="45849"/>
                </a:cubicBezTo>
                <a:cubicBezTo>
                  <a:pt x="108401" y="45576"/>
                  <a:pt x="108351" y="45302"/>
                  <a:pt x="108252" y="45028"/>
                </a:cubicBezTo>
                <a:cubicBezTo>
                  <a:pt x="108227" y="44953"/>
                  <a:pt x="108227" y="44904"/>
                  <a:pt x="108202" y="44879"/>
                </a:cubicBezTo>
                <a:cubicBezTo>
                  <a:pt x="108152" y="44804"/>
                  <a:pt x="108127" y="44754"/>
                  <a:pt x="108102" y="44655"/>
                </a:cubicBezTo>
                <a:cubicBezTo>
                  <a:pt x="108077" y="44555"/>
                  <a:pt x="108028" y="44456"/>
                  <a:pt x="108003" y="44331"/>
                </a:cubicBezTo>
                <a:lnTo>
                  <a:pt x="108003" y="44306"/>
                </a:lnTo>
                <a:cubicBezTo>
                  <a:pt x="107953" y="44182"/>
                  <a:pt x="107903" y="44057"/>
                  <a:pt x="107853" y="43933"/>
                </a:cubicBezTo>
                <a:cubicBezTo>
                  <a:pt x="107828" y="43833"/>
                  <a:pt x="107779" y="43784"/>
                  <a:pt x="107754" y="43684"/>
                </a:cubicBezTo>
                <a:cubicBezTo>
                  <a:pt x="107754" y="43659"/>
                  <a:pt x="107729" y="43634"/>
                  <a:pt x="107729" y="43584"/>
                </a:cubicBezTo>
                <a:cubicBezTo>
                  <a:pt x="107604" y="43311"/>
                  <a:pt x="107480" y="43062"/>
                  <a:pt x="107331" y="42788"/>
                </a:cubicBezTo>
                <a:lnTo>
                  <a:pt x="107331" y="42763"/>
                </a:lnTo>
                <a:cubicBezTo>
                  <a:pt x="107331" y="42713"/>
                  <a:pt x="107281" y="42713"/>
                  <a:pt x="107281" y="42688"/>
                </a:cubicBezTo>
                <a:cubicBezTo>
                  <a:pt x="107256" y="42663"/>
                  <a:pt x="107256" y="42639"/>
                  <a:pt x="107231" y="42589"/>
                </a:cubicBezTo>
                <a:cubicBezTo>
                  <a:pt x="107181" y="42514"/>
                  <a:pt x="107132" y="42439"/>
                  <a:pt x="107057" y="42390"/>
                </a:cubicBezTo>
                <a:cubicBezTo>
                  <a:pt x="106982" y="42190"/>
                  <a:pt x="106858" y="42016"/>
                  <a:pt x="106733" y="41817"/>
                </a:cubicBezTo>
                <a:cubicBezTo>
                  <a:pt x="106683" y="41767"/>
                  <a:pt x="106634" y="41668"/>
                  <a:pt x="106609" y="41593"/>
                </a:cubicBezTo>
                <a:cubicBezTo>
                  <a:pt x="106559" y="41543"/>
                  <a:pt x="106509" y="41469"/>
                  <a:pt x="106484" y="41419"/>
                </a:cubicBezTo>
                <a:lnTo>
                  <a:pt x="106435" y="41394"/>
                </a:lnTo>
                <a:cubicBezTo>
                  <a:pt x="106435" y="41344"/>
                  <a:pt x="106410" y="41344"/>
                  <a:pt x="106410" y="41319"/>
                </a:cubicBezTo>
                <a:cubicBezTo>
                  <a:pt x="106310" y="41195"/>
                  <a:pt x="106235" y="41095"/>
                  <a:pt x="106161" y="40971"/>
                </a:cubicBezTo>
                <a:cubicBezTo>
                  <a:pt x="106136" y="40946"/>
                  <a:pt x="106111" y="40921"/>
                  <a:pt x="106061" y="40846"/>
                </a:cubicBezTo>
                <a:close/>
                <a:moveTo>
                  <a:pt x="95532" y="45825"/>
                </a:moveTo>
                <a:cubicBezTo>
                  <a:pt x="95532" y="45825"/>
                  <a:pt x="95557" y="45825"/>
                  <a:pt x="95557" y="45849"/>
                </a:cubicBezTo>
                <a:lnTo>
                  <a:pt x="95582" y="45899"/>
                </a:lnTo>
                <a:cubicBezTo>
                  <a:pt x="95557" y="45899"/>
                  <a:pt x="95557" y="45899"/>
                  <a:pt x="95532" y="45924"/>
                </a:cubicBezTo>
                <a:cubicBezTo>
                  <a:pt x="95532" y="45899"/>
                  <a:pt x="95507" y="45899"/>
                  <a:pt x="95458" y="45849"/>
                </a:cubicBezTo>
                <a:cubicBezTo>
                  <a:pt x="95507" y="45849"/>
                  <a:pt x="95532" y="45849"/>
                  <a:pt x="95532" y="45825"/>
                </a:cubicBezTo>
                <a:close/>
                <a:moveTo>
                  <a:pt x="37785" y="45924"/>
                </a:moveTo>
                <a:cubicBezTo>
                  <a:pt x="37810" y="45924"/>
                  <a:pt x="37810" y="45949"/>
                  <a:pt x="37835" y="45949"/>
                </a:cubicBezTo>
                <a:lnTo>
                  <a:pt x="37810" y="45999"/>
                </a:lnTo>
                <a:cubicBezTo>
                  <a:pt x="37810" y="45999"/>
                  <a:pt x="37785" y="45999"/>
                  <a:pt x="37760" y="45949"/>
                </a:cubicBezTo>
                <a:lnTo>
                  <a:pt x="37785" y="45924"/>
                </a:lnTo>
                <a:close/>
                <a:moveTo>
                  <a:pt x="109944" y="45003"/>
                </a:moveTo>
                <a:cubicBezTo>
                  <a:pt x="109944" y="45028"/>
                  <a:pt x="109894" y="45053"/>
                  <a:pt x="109894" y="45128"/>
                </a:cubicBezTo>
                <a:cubicBezTo>
                  <a:pt x="109845" y="45153"/>
                  <a:pt x="109820" y="45202"/>
                  <a:pt x="109745" y="45252"/>
                </a:cubicBezTo>
                <a:cubicBezTo>
                  <a:pt x="109471" y="45501"/>
                  <a:pt x="109123" y="45750"/>
                  <a:pt x="108774" y="45999"/>
                </a:cubicBezTo>
                <a:lnTo>
                  <a:pt x="108749" y="45924"/>
                </a:lnTo>
                <a:cubicBezTo>
                  <a:pt x="108849" y="45874"/>
                  <a:pt x="108949" y="45775"/>
                  <a:pt x="109023" y="45700"/>
                </a:cubicBezTo>
                <a:cubicBezTo>
                  <a:pt x="109197" y="45576"/>
                  <a:pt x="109347" y="45451"/>
                  <a:pt x="109496" y="45377"/>
                </a:cubicBezTo>
                <a:lnTo>
                  <a:pt x="109596" y="45277"/>
                </a:lnTo>
                <a:cubicBezTo>
                  <a:pt x="109720" y="45177"/>
                  <a:pt x="109820" y="45078"/>
                  <a:pt x="109944" y="45003"/>
                </a:cubicBezTo>
                <a:close/>
                <a:moveTo>
                  <a:pt x="73603" y="45053"/>
                </a:moveTo>
                <a:cubicBezTo>
                  <a:pt x="74051" y="45128"/>
                  <a:pt x="74549" y="45177"/>
                  <a:pt x="75047" y="45202"/>
                </a:cubicBezTo>
                <a:cubicBezTo>
                  <a:pt x="74474" y="45451"/>
                  <a:pt x="73877" y="45725"/>
                  <a:pt x="73280" y="46024"/>
                </a:cubicBezTo>
                <a:lnTo>
                  <a:pt x="73280" y="45999"/>
                </a:lnTo>
                <a:cubicBezTo>
                  <a:pt x="73404" y="45675"/>
                  <a:pt x="73504" y="45377"/>
                  <a:pt x="73603" y="45053"/>
                </a:cubicBezTo>
                <a:close/>
                <a:moveTo>
                  <a:pt x="80573" y="44431"/>
                </a:moveTo>
                <a:cubicBezTo>
                  <a:pt x="81021" y="44580"/>
                  <a:pt x="81568" y="44704"/>
                  <a:pt x="82116" y="44804"/>
                </a:cubicBezTo>
                <a:cubicBezTo>
                  <a:pt x="82141" y="44804"/>
                  <a:pt x="82191" y="44829"/>
                  <a:pt x="82216" y="44829"/>
                </a:cubicBezTo>
                <a:cubicBezTo>
                  <a:pt x="83062" y="45153"/>
                  <a:pt x="83759" y="45551"/>
                  <a:pt x="84431" y="46073"/>
                </a:cubicBezTo>
                <a:cubicBezTo>
                  <a:pt x="84306" y="46049"/>
                  <a:pt x="84182" y="46024"/>
                  <a:pt x="84082" y="45999"/>
                </a:cubicBezTo>
                <a:cubicBezTo>
                  <a:pt x="83958" y="45949"/>
                  <a:pt x="83833" y="45924"/>
                  <a:pt x="83734" y="45899"/>
                </a:cubicBezTo>
                <a:cubicBezTo>
                  <a:pt x="82738" y="45576"/>
                  <a:pt x="81767" y="45202"/>
                  <a:pt x="80871" y="44754"/>
                </a:cubicBezTo>
                <a:cubicBezTo>
                  <a:pt x="80822" y="44704"/>
                  <a:pt x="80722" y="44680"/>
                  <a:pt x="80647" y="44605"/>
                </a:cubicBezTo>
                <a:cubicBezTo>
                  <a:pt x="80573" y="44555"/>
                  <a:pt x="80473" y="44480"/>
                  <a:pt x="80349" y="44431"/>
                </a:cubicBezTo>
                <a:close/>
                <a:moveTo>
                  <a:pt x="73031" y="45849"/>
                </a:moveTo>
                <a:cubicBezTo>
                  <a:pt x="73031" y="45899"/>
                  <a:pt x="73056" y="45949"/>
                  <a:pt x="73056" y="45999"/>
                </a:cubicBezTo>
                <a:cubicBezTo>
                  <a:pt x="73056" y="46024"/>
                  <a:pt x="73031" y="46073"/>
                  <a:pt x="73031" y="46123"/>
                </a:cubicBezTo>
                <a:cubicBezTo>
                  <a:pt x="73031" y="46073"/>
                  <a:pt x="73031" y="46024"/>
                  <a:pt x="73006" y="45999"/>
                </a:cubicBezTo>
                <a:cubicBezTo>
                  <a:pt x="73006" y="45949"/>
                  <a:pt x="73031" y="45899"/>
                  <a:pt x="73031" y="45849"/>
                </a:cubicBezTo>
                <a:close/>
                <a:moveTo>
                  <a:pt x="108625" y="46049"/>
                </a:moveTo>
                <a:lnTo>
                  <a:pt x="108625" y="46073"/>
                </a:lnTo>
                <a:lnTo>
                  <a:pt x="108625" y="46123"/>
                </a:lnTo>
                <a:cubicBezTo>
                  <a:pt x="108625" y="46123"/>
                  <a:pt x="108600" y="46123"/>
                  <a:pt x="108600" y="46148"/>
                </a:cubicBezTo>
                <a:lnTo>
                  <a:pt x="108600" y="46123"/>
                </a:lnTo>
                <a:lnTo>
                  <a:pt x="108575" y="46073"/>
                </a:lnTo>
                <a:lnTo>
                  <a:pt x="108625" y="46049"/>
                </a:lnTo>
                <a:close/>
                <a:moveTo>
                  <a:pt x="48164" y="36341"/>
                </a:moveTo>
                <a:lnTo>
                  <a:pt x="48463" y="36714"/>
                </a:lnTo>
                <a:cubicBezTo>
                  <a:pt x="44630" y="39452"/>
                  <a:pt x="41245" y="42738"/>
                  <a:pt x="38457" y="46198"/>
                </a:cubicBezTo>
                <a:cubicBezTo>
                  <a:pt x="38382" y="46098"/>
                  <a:pt x="38258" y="46049"/>
                  <a:pt x="38158" y="45949"/>
                </a:cubicBezTo>
                <a:cubicBezTo>
                  <a:pt x="41245" y="42589"/>
                  <a:pt x="44605" y="39403"/>
                  <a:pt x="48164" y="36341"/>
                </a:cubicBezTo>
                <a:close/>
                <a:moveTo>
                  <a:pt x="82888" y="44929"/>
                </a:moveTo>
                <a:cubicBezTo>
                  <a:pt x="82962" y="44929"/>
                  <a:pt x="83062" y="44953"/>
                  <a:pt x="83136" y="44953"/>
                </a:cubicBezTo>
                <a:cubicBezTo>
                  <a:pt x="83833" y="45302"/>
                  <a:pt x="84431" y="45700"/>
                  <a:pt x="84954" y="46198"/>
                </a:cubicBezTo>
                <a:cubicBezTo>
                  <a:pt x="84929" y="46198"/>
                  <a:pt x="84854" y="46173"/>
                  <a:pt x="84829" y="46173"/>
                </a:cubicBezTo>
                <a:cubicBezTo>
                  <a:pt x="84257" y="45675"/>
                  <a:pt x="83609" y="45277"/>
                  <a:pt x="82888" y="44929"/>
                </a:cubicBezTo>
                <a:close/>
                <a:moveTo>
                  <a:pt x="65787" y="40448"/>
                </a:moveTo>
                <a:cubicBezTo>
                  <a:pt x="67057" y="41792"/>
                  <a:pt x="68426" y="42838"/>
                  <a:pt x="69795" y="43634"/>
                </a:cubicBezTo>
                <a:cubicBezTo>
                  <a:pt x="69646" y="43709"/>
                  <a:pt x="69496" y="43808"/>
                  <a:pt x="69372" y="43908"/>
                </a:cubicBezTo>
                <a:cubicBezTo>
                  <a:pt x="69247" y="44008"/>
                  <a:pt x="69123" y="44057"/>
                  <a:pt x="68949" y="44157"/>
                </a:cubicBezTo>
                <a:cubicBezTo>
                  <a:pt x="68749" y="44281"/>
                  <a:pt x="68525" y="44431"/>
                  <a:pt x="68301" y="44555"/>
                </a:cubicBezTo>
                <a:lnTo>
                  <a:pt x="68276" y="44580"/>
                </a:lnTo>
                <a:cubicBezTo>
                  <a:pt x="68227" y="44630"/>
                  <a:pt x="68177" y="44655"/>
                  <a:pt x="68152" y="44680"/>
                </a:cubicBezTo>
                <a:cubicBezTo>
                  <a:pt x="68028" y="44779"/>
                  <a:pt x="67903" y="44829"/>
                  <a:pt x="67729" y="44929"/>
                </a:cubicBezTo>
                <a:cubicBezTo>
                  <a:pt x="67654" y="45003"/>
                  <a:pt x="67580" y="45028"/>
                  <a:pt x="67480" y="45078"/>
                </a:cubicBezTo>
                <a:cubicBezTo>
                  <a:pt x="67156" y="45302"/>
                  <a:pt x="66833" y="45551"/>
                  <a:pt x="66484" y="45775"/>
                </a:cubicBezTo>
                <a:cubicBezTo>
                  <a:pt x="66459" y="45775"/>
                  <a:pt x="66459" y="45800"/>
                  <a:pt x="66435" y="45800"/>
                </a:cubicBezTo>
                <a:lnTo>
                  <a:pt x="66410" y="45825"/>
                </a:lnTo>
                <a:cubicBezTo>
                  <a:pt x="66186" y="45999"/>
                  <a:pt x="65962" y="46123"/>
                  <a:pt x="65738" y="46273"/>
                </a:cubicBezTo>
                <a:cubicBezTo>
                  <a:pt x="65713" y="46123"/>
                  <a:pt x="65613" y="45924"/>
                  <a:pt x="65588" y="45775"/>
                </a:cubicBezTo>
                <a:cubicBezTo>
                  <a:pt x="65538" y="45551"/>
                  <a:pt x="65464" y="45327"/>
                  <a:pt x="65364" y="45128"/>
                </a:cubicBezTo>
                <a:cubicBezTo>
                  <a:pt x="65314" y="44929"/>
                  <a:pt x="65215" y="44704"/>
                  <a:pt x="65165" y="44505"/>
                </a:cubicBezTo>
                <a:cubicBezTo>
                  <a:pt x="65066" y="44207"/>
                  <a:pt x="64966" y="43958"/>
                  <a:pt x="64842" y="43659"/>
                </a:cubicBezTo>
                <a:cubicBezTo>
                  <a:pt x="64792" y="43535"/>
                  <a:pt x="64717" y="43385"/>
                  <a:pt x="64667" y="43261"/>
                </a:cubicBezTo>
                <a:lnTo>
                  <a:pt x="64194" y="42141"/>
                </a:lnTo>
                <a:cubicBezTo>
                  <a:pt x="64194" y="42091"/>
                  <a:pt x="64169" y="42066"/>
                  <a:pt x="64169" y="42041"/>
                </a:cubicBezTo>
                <a:cubicBezTo>
                  <a:pt x="63995" y="41718"/>
                  <a:pt x="63871" y="41419"/>
                  <a:pt x="63721" y="41070"/>
                </a:cubicBezTo>
                <a:cubicBezTo>
                  <a:pt x="63796" y="41046"/>
                  <a:pt x="63871" y="41021"/>
                  <a:pt x="63945" y="40971"/>
                </a:cubicBezTo>
                <a:cubicBezTo>
                  <a:pt x="64045" y="40946"/>
                  <a:pt x="64120" y="40921"/>
                  <a:pt x="64244" y="40896"/>
                </a:cubicBezTo>
                <a:cubicBezTo>
                  <a:pt x="64319" y="40846"/>
                  <a:pt x="64369" y="40846"/>
                  <a:pt x="64443" y="40821"/>
                </a:cubicBezTo>
                <a:cubicBezTo>
                  <a:pt x="64593" y="40772"/>
                  <a:pt x="64717" y="40722"/>
                  <a:pt x="64866" y="40697"/>
                </a:cubicBezTo>
                <a:cubicBezTo>
                  <a:pt x="64941" y="40672"/>
                  <a:pt x="64991" y="40672"/>
                  <a:pt x="65090" y="40647"/>
                </a:cubicBezTo>
                <a:cubicBezTo>
                  <a:pt x="65165" y="40597"/>
                  <a:pt x="65240" y="40573"/>
                  <a:pt x="65314" y="40573"/>
                </a:cubicBezTo>
                <a:lnTo>
                  <a:pt x="65339" y="40573"/>
                </a:lnTo>
                <a:cubicBezTo>
                  <a:pt x="65464" y="40548"/>
                  <a:pt x="65613" y="40523"/>
                  <a:pt x="65738" y="40448"/>
                </a:cubicBezTo>
                <a:close/>
                <a:moveTo>
                  <a:pt x="86074" y="45003"/>
                </a:moveTo>
                <a:cubicBezTo>
                  <a:pt x="85825" y="45451"/>
                  <a:pt x="85601" y="45849"/>
                  <a:pt x="85352" y="46298"/>
                </a:cubicBezTo>
                <a:cubicBezTo>
                  <a:pt x="85327" y="46298"/>
                  <a:pt x="85327" y="46298"/>
                  <a:pt x="85302" y="46273"/>
                </a:cubicBezTo>
                <a:cubicBezTo>
                  <a:pt x="84804" y="45775"/>
                  <a:pt x="84232" y="45377"/>
                  <a:pt x="83609" y="45003"/>
                </a:cubicBezTo>
                <a:lnTo>
                  <a:pt x="83609" y="45003"/>
                </a:lnTo>
                <a:cubicBezTo>
                  <a:pt x="84082" y="45028"/>
                  <a:pt x="84555" y="45053"/>
                  <a:pt x="85003" y="45053"/>
                </a:cubicBezTo>
                <a:cubicBezTo>
                  <a:pt x="85252" y="45053"/>
                  <a:pt x="85551" y="45053"/>
                  <a:pt x="85800" y="45028"/>
                </a:cubicBezTo>
                <a:cubicBezTo>
                  <a:pt x="85875" y="45028"/>
                  <a:pt x="85974" y="45003"/>
                  <a:pt x="86074" y="45003"/>
                </a:cubicBezTo>
                <a:close/>
                <a:moveTo>
                  <a:pt x="48513" y="36864"/>
                </a:moveTo>
                <a:cubicBezTo>
                  <a:pt x="48513" y="36889"/>
                  <a:pt x="48538" y="36889"/>
                  <a:pt x="48538" y="36938"/>
                </a:cubicBezTo>
                <a:cubicBezTo>
                  <a:pt x="44779" y="39627"/>
                  <a:pt x="41394" y="42912"/>
                  <a:pt x="38631" y="46322"/>
                </a:cubicBezTo>
                <a:cubicBezTo>
                  <a:pt x="38581" y="46322"/>
                  <a:pt x="38581" y="46298"/>
                  <a:pt x="38557" y="46298"/>
                </a:cubicBezTo>
                <a:cubicBezTo>
                  <a:pt x="41319" y="42838"/>
                  <a:pt x="44729" y="39577"/>
                  <a:pt x="48513" y="36864"/>
                </a:cubicBezTo>
                <a:close/>
                <a:moveTo>
                  <a:pt x="86347" y="45053"/>
                </a:moveTo>
                <a:cubicBezTo>
                  <a:pt x="86099" y="45451"/>
                  <a:pt x="85850" y="45899"/>
                  <a:pt x="85601" y="46372"/>
                </a:cubicBezTo>
                <a:lnTo>
                  <a:pt x="85551" y="46372"/>
                </a:lnTo>
                <a:lnTo>
                  <a:pt x="86273" y="45053"/>
                </a:lnTo>
                <a:close/>
                <a:moveTo>
                  <a:pt x="38009" y="46123"/>
                </a:moveTo>
                <a:cubicBezTo>
                  <a:pt x="38084" y="46198"/>
                  <a:pt x="38208" y="46298"/>
                  <a:pt x="38308" y="46372"/>
                </a:cubicBezTo>
                <a:lnTo>
                  <a:pt x="38283" y="46397"/>
                </a:lnTo>
                <a:cubicBezTo>
                  <a:pt x="38183" y="46298"/>
                  <a:pt x="38059" y="46198"/>
                  <a:pt x="37959" y="46148"/>
                </a:cubicBezTo>
                <a:lnTo>
                  <a:pt x="38009" y="46123"/>
                </a:lnTo>
                <a:close/>
                <a:moveTo>
                  <a:pt x="79901" y="44456"/>
                </a:moveTo>
                <a:cubicBezTo>
                  <a:pt x="80100" y="44580"/>
                  <a:pt x="80274" y="44680"/>
                  <a:pt x="80473" y="44779"/>
                </a:cubicBezTo>
                <a:lnTo>
                  <a:pt x="80647" y="44879"/>
                </a:lnTo>
                <a:cubicBezTo>
                  <a:pt x="81120" y="45128"/>
                  <a:pt x="81593" y="45327"/>
                  <a:pt x="82091" y="45526"/>
                </a:cubicBezTo>
                <a:cubicBezTo>
                  <a:pt x="82141" y="45551"/>
                  <a:pt x="82216" y="45551"/>
                  <a:pt x="82265" y="45576"/>
                </a:cubicBezTo>
                <a:cubicBezTo>
                  <a:pt x="82713" y="45725"/>
                  <a:pt x="83112" y="45899"/>
                  <a:pt x="83585" y="46024"/>
                </a:cubicBezTo>
                <a:cubicBezTo>
                  <a:pt x="83709" y="46049"/>
                  <a:pt x="83833" y="46073"/>
                  <a:pt x="83958" y="46148"/>
                </a:cubicBezTo>
                <a:lnTo>
                  <a:pt x="84705" y="46322"/>
                </a:lnTo>
                <a:lnTo>
                  <a:pt x="84730" y="46347"/>
                </a:lnTo>
                <a:lnTo>
                  <a:pt x="84754" y="46397"/>
                </a:lnTo>
                <a:lnTo>
                  <a:pt x="84804" y="46422"/>
                </a:lnTo>
                <a:cubicBezTo>
                  <a:pt x="83112" y="46049"/>
                  <a:pt x="81519" y="45426"/>
                  <a:pt x="80100" y="44605"/>
                </a:cubicBezTo>
                <a:cubicBezTo>
                  <a:pt x="80075" y="44580"/>
                  <a:pt x="80025" y="44580"/>
                  <a:pt x="80000" y="44555"/>
                </a:cubicBezTo>
                <a:cubicBezTo>
                  <a:pt x="79975" y="44530"/>
                  <a:pt x="79901" y="44505"/>
                  <a:pt x="79851" y="44456"/>
                </a:cubicBezTo>
                <a:close/>
                <a:moveTo>
                  <a:pt x="85078" y="46422"/>
                </a:moveTo>
                <a:cubicBezTo>
                  <a:pt x="85087" y="46422"/>
                  <a:pt x="85102" y="46425"/>
                  <a:pt x="85119" y="46429"/>
                </a:cubicBezTo>
                <a:lnTo>
                  <a:pt x="85119" y="46429"/>
                </a:lnTo>
                <a:cubicBezTo>
                  <a:pt x="85115" y="46432"/>
                  <a:pt x="85112" y="46433"/>
                  <a:pt x="85109" y="46433"/>
                </a:cubicBezTo>
                <a:cubicBezTo>
                  <a:pt x="85100" y="46433"/>
                  <a:pt x="85095" y="46422"/>
                  <a:pt x="85078" y="46422"/>
                </a:cubicBezTo>
                <a:close/>
                <a:moveTo>
                  <a:pt x="63522" y="41195"/>
                </a:moveTo>
                <a:cubicBezTo>
                  <a:pt x="63945" y="42016"/>
                  <a:pt x="64319" y="42813"/>
                  <a:pt x="64617" y="43584"/>
                </a:cubicBezTo>
                <a:cubicBezTo>
                  <a:pt x="64667" y="43659"/>
                  <a:pt x="64692" y="43759"/>
                  <a:pt x="64717" y="43808"/>
                </a:cubicBezTo>
                <a:cubicBezTo>
                  <a:pt x="64842" y="44132"/>
                  <a:pt x="64941" y="44406"/>
                  <a:pt x="65066" y="44704"/>
                </a:cubicBezTo>
                <a:cubicBezTo>
                  <a:pt x="65140" y="44904"/>
                  <a:pt x="65190" y="45078"/>
                  <a:pt x="65265" y="45227"/>
                </a:cubicBezTo>
                <a:cubicBezTo>
                  <a:pt x="65339" y="45451"/>
                  <a:pt x="65389" y="45675"/>
                  <a:pt x="65464" y="45924"/>
                </a:cubicBezTo>
                <a:cubicBezTo>
                  <a:pt x="65538" y="46073"/>
                  <a:pt x="65563" y="46273"/>
                  <a:pt x="65638" y="46422"/>
                </a:cubicBezTo>
                <a:lnTo>
                  <a:pt x="65563" y="46447"/>
                </a:lnTo>
                <a:cubicBezTo>
                  <a:pt x="65514" y="46273"/>
                  <a:pt x="65439" y="46049"/>
                  <a:pt x="65389" y="45849"/>
                </a:cubicBezTo>
                <a:cubicBezTo>
                  <a:pt x="65314" y="45675"/>
                  <a:pt x="65290" y="45526"/>
                  <a:pt x="65215" y="45327"/>
                </a:cubicBezTo>
                <a:cubicBezTo>
                  <a:pt x="65165" y="45103"/>
                  <a:pt x="65066" y="44904"/>
                  <a:pt x="64966" y="44655"/>
                </a:cubicBezTo>
                <a:lnTo>
                  <a:pt x="64692" y="43908"/>
                </a:lnTo>
                <a:cubicBezTo>
                  <a:pt x="64667" y="43784"/>
                  <a:pt x="64593" y="43684"/>
                  <a:pt x="64543" y="43559"/>
                </a:cubicBezTo>
                <a:cubicBezTo>
                  <a:pt x="64219" y="42813"/>
                  <a:pt x="63896" y="41991"/>
                  <a:pt x="63473" y="41195"/>
                </a:cubicBezTo>
                <a:close/>
                <a:moveTo>
                  <a:pt x="85165" y="46440"/>
                </a:moveTo>
                <a:cubicBezTo>
                  <a:pt x="85180" y="46444"/>
                  <a:pt x="85194" y="46447"/>
                  <a:pt x="85202" y="46447"/>
                </a:cubicBezTo>
                <a:lnTo>
                  <a:pt x="85227" y="46472"/>
                </a:lnTo>
                <a:cubicBezTo>
                  <a:pt x="85202" y="46472"/>
                  <a:pt x="85178" y="46472"/>
                  <a:pt x="85178" y="46447"/>
                </a:cubicBezTo>
                <a:lnTo>
                  <a:pt x="85165" y="46440"/>
                </a:lnTo>
                <a:close/>
                <a:moveTo>
                  <a:pt x="28774" y="39826"/>
                </a:moveTo>
                <a:lnTo>
                  <a:pt x="29347" y="40199"/>
                </a:lnTo>
                <a:cubicBezTo>
                  <a:pt x="27704" y="42290"/>
                  <a:pt x="26260" y="44406"/>
                  <a:pt x="24991" y="46522"/>
                </a:cubicBezTo>
                <a:cubicBezTo>
                  <a:pt x="24642" y="46173"/>
                  <a:pt x="24319" y="45825"/>
                  <a:pt x="23995" y="45501"/>
                </a:cubicBezTo>
                <a:cubicBezTo>
                  <a:pt x="25066" y="44182"/>
                  <a:pt x="26136" y="42887"/>
                  <a:pt x="27256" y="41568"/>
                </a:cubicBezTo>
                <a:lnTo>
                  <a:pt x="27355" y="41469"/>
                </a:lnTo>
                <a:cubicBezTo>
                  <a:pt x="27828" y="40921"/>
                  <a:pt x="28301" y="40398"/>
                  <a:pt x="28774" y="39826"/>
                </a:cubicBezTo>
                <a:close/>
                <a:moveTo>
                  <a:pt x="38457" y="46422"/>
                </a:moveTo>
                <a:cubicBezTo>
                  <a:pt x="38482" y="46422"/>
                  <a:pt x="38482" y="46447"/>
                  <a:pt x="38532" y="46447"/>
                </a:cubicBezTo>
                <a:cubicBezTo>
                  <a:pt x="38532" y="46472"/>
                  <a:pt x="38482" y="46472"/>
                  <a:pt x="38482" y="46522"/>
                </a:cubicBezTo>
                <a:cubicBezTo>
                  <a:pt x="38457" y="46522"/>
                  <a:pt x="38432" y="46522"/>
                  <a:pt x="38432" y="46472"/>
                </a:cubicBezTo>
                <a:cubicBezTo>
                  <a:pt x="38432" y="46447"/>
                  <a:pt x="38457" y="46447"/>
                  <a:pt x="38457" y="46422"/>
                </a:cubicBezTo>
                <a:close/>
                <a:moveTo>
                  <a:pt x="69994" y="43709"/>
                </a:moveTo>
                <a:cubicBezTo>
                  <a:pt x="69994" y="43709"/>
                  <a:pt x="70019" y="43709"/>
                  <a:pt x="70019" y="43759"/>
                </a:cubicBezTo>
                <a:cubicBezTo>
                  <a:pt x="70019" y="43759"/>
                  <a:pt x="70044" y="43759"/>
                  <a:pt x="70044" y="43784"/>
                </a:cubicBezTo>
                <a:cubicBezTo>
                  <a:pt x="69521" y="44132"/>
                  <a:pt x="68973" y="44456"/>
                  <a:pt x="68426" y="44804"/>
                </a:cubicBezTo>
                <a:cubicBezTo>
                  <a:pt x="68252" y="44929"/>
                  <a:pt x="68077" y="45028"/>
                  <a:pt x="67903" y="45153"/>
                </a:cubicBezTo>
                <a:cubicBezTo>
                  <a:pt x="67206" y="45625"/>
                  <a:pt x="66534" y="46073"/>
                  <a:pt x="65812" y="46546"/>
                </a:cubicBezTo>
                <a:lnTo>
                  <a:pt x="65812" y="46522"/>
                </a:lnTo>
                <a:lnTo>
                  <a:pt x="65812" y="46497"/>
                </a:lnTo>
                <a:cubicBezTo>
                  <a:pt x="66459" y="46024"/>
                  <a:pt x="67132" y="45576"/>
                  <a:pt x="67779" y="45128"/>
                </a:cubicBezTo>
                <a:cubicBezTo>
                  <a:pt x="67928" y="45003"/>
                  <a:pt x="68127" y="44904"/>
                  <a:pt x="68276" y="44804"/>
                </a:cubicBezTo>
                <a:cubicBezTo>
                  <a:pt x="68301" y="44804"/>
                  <a:pt x="68301" y="44779"/>
                  <a:pt x="68326" y="44779"/>
                </a:cubicBezTo>
                <a:cubicBezTo>
                  <a:pt x="68899" y="44431"/>
                  <a:pt x="69421" y="44057"/>
                  <a:pt x="69994" y="43709"/>
                </a:cubicBezTo>
                <a:close/>
                <a:moveTo>
                  <a:pt x="117835" y="37760"/>
                </a:moveTo>
                <a:lnTo>
                  <a:pt x="117835" y="38731"/>
                </a:lnTo>
                <a:cubicBezTo>
                  <a:pt x="117611" y="41294"/>
                  <a:pt x="117113" y="43933"/>
                  <a:pt x="116416" y="46646"/>
                </a:cubicBezTo>
                <a:cubicBezTo>
                  <a:pt x="116416" y="46546"/>
                  <a:pt x="116416" y="46447"/>
                  <a:pt x="116441" y="46322"/>
                </a:cubicBezTo>
                <a:cubicBezTo>
                  <a:pt x="117212" y="43360"/>
                  <a:pt x="117685" y="40523"/>
                  <a:pt x="117835" y="37760"/>
                </a:cubicBezTo>
                <a:close/>
                <a:moveTo>
                  <a:pt x="29496" y="40299"/>
                </a:moveTo>
                <a:cubicBezTo>
                  <a:pt x="29546" y="40299"/>
                  <a:pt x="29546" y="40324"/>
                  <a:pt x="29571" y="40324"/>
                </a:cubicBezTo>
                <a:cubicBezTo>
                  <a:pt x="27903" y="42415"/>
                  <a:pt x="26459" y="44530"/>
                  <a:pt x="25190" y="46671"/>
                </a:cubicBezTo>
                <a:cubicBezTo>
                  <a:pt x="25140" y="46671"/>
                  <a:pt x="25140" y="46646"/>
                  <a:pt x="25140" y="46646"/>
                </a:cubicBezTo>
                <a:cubicBezTo>
                  <a:pt x="26385" y="44505"/>
                  <a:pt x="27853" y="42390"/>
                  <a:pt x="29496" y="40299"/>
                </a:cubicBezTo>
                <a:close/>
                <a:moveTo>
                  <a:pt x="115669" y="38332"/>
                </a:moveTo>
                <a:cubicBezTo>
                  <a:pt x="116242" y="40797"/>
                  <a:pt x="116441" y="43510"/>
                  <a:pt x="116242" y="46372"/>
                </a:cubicBezTo>
                <a:cubicBezTo>
                  <a:pt x="116217" y="46447"/>
                  <a:pt x="116192" y="46571"/>
                  <a:pt x="116167" y="46671"/>
                </a:cubicBezTo>
                <a:cubicBezTo>
                  <a:pt x="116416" y="43709"/>
                  <a:pt x="116217" y="40946"/>
                  <a:pt x="115619" y="38432"/>
                </a:cubicBezTo>
                <a:cubicBezTo>
                  <a:pt x="115669" y="38407"/>
                  <a:pt x="115669" y="38357"/>
                  <a:pt x="115669" y="38332"/>
                </a:cubicBezTo>
                <a:close/>
                <a:moveTo>
                  <a:pt x="65663" y="46621"/>
                </a:moveTo>
                <a:lnTo>
                  <a:pt x="65663" y="46646"/>
                </a:lnTo>
                <a:lnTo>
                  <a:pt x="65663" y="46671"/>
                </a:lnTo>
                <a:lnTo>
                  <a:pt x="65613" y="46696"/>
                </a:lnTo>
                <a:lnTo>
                  <a:pt x="65613" y="46671"/>
                </a:lnTo>
                <a:lnTo>
                  <a:pt x="65613" y="46646"/>
                </a:lnTo>
                <a:lnTo>
                  <a:pt x="65663" y="46621"/>
                </a:lnTo>
                <a:close/>
                <a:moveTo>
                  <a:pt x="91774" y="43684"/>
                </a:moveTo>
                <a:cubicBezTo>
                  <a:pt x="93068" y="44182"/>
                  <a:pt x="94188" y="44879"/>
                  <a:pt x="95134" y="45775"/>
                </a:cubicBezTo>
                <a:cubicBezTo>
                  <a:pt x="94885" y="45825"/>
                  <a:pt x="94661" y="45924"/>
                  <a:pt x="94412" y="45974"/>
                </a:cubicBezTo>
                <a:cubicBezTo>
                  <a:pt x="94387" y="45974"/>
                  <a:pt x="94313" y="46024"/>
                  <a:pt x="94288" y="46024"/>
                </a:cubicBezTo>
                <a:cubicBezTo>
                  <a:pt x="93964" y="46098"/>
                  <a:pt x="93665" y="46173"/>
                  <a:pt x="93342" y="46223"/>
                </a:cubicBezTo>
                <a:cubicBezTo>
                  <a:pt x="93317" y="46223"/>
                  <a:pt x="93292" y="46223"/>
                  <a:pt x="93217" y="46273"/>
                </a:cubicBezTo>
                <a:lnTo>
                  <a:pt x="92296" y="46447"/>
                </a:lnTo>
                <a:cubicBezTo>
                  <a:pt x="92272" y="46447"/>
                  <a:pt x="92197" y="46447"/>
                  <a:pt x="92172" y="46472"/>
                </a:cubicBezTo>
                <a:cubicBezTo>
                  <a:pt x="91848" y="46546"/>
                  <a:pt x="91550" y="46571"/>
                  <a:pt x="91226" y="46596"/>
                </a:cubicBezTo>
                <a:lnTo>
                  <a:pt x="91151" y="46596"/>
                </a:lnTo>
                <a:cubicBezTo>
                  <a:pt x="90454" y="46671"/>
                  <a:pt x="89807" y="46696"/>
                  <a:pt x="89110" y="46696"/>
                </a:cubicBezTo>
                <a:lnTo>
                  <a:pt x="89085" y="46696"/>
                </a:lnTo>
                <a:cubicBezTo>
                  <a:pt x="88563" y="46696"/>
                  <a:pt x="88040" y="46671"/>
                  <a:pt x="87542" y="46646"/>
                </a:cubicBezTo>
                <a:cubicBezTo>
                  <a:pt x="87418" y="46646"/>
                  <a:pt x="87244" y="46596"/>
                  <a:pt x="87119" y="46596"/>
                </a:cubicBezTo>
                <a:cubicBezTo>
                  <a:pt x="86696" y="46571"/>
                  <a:pt x="86248" y="46522"/>
                  <a:pt x="85825" y="46422"/>
                </a:cubicBezTo>
                <a:cubicBezTo>
                  <a:pt x="86099" y="45949"/>
                  <a:pt x="86347" y="45526"/>
                  <a:pt x="86596" y="45053"/>
                </a:cubicBezTo>
                <a:cubicBezTo>
                  <a:pt x="88314" y="44829"/>
                  <a:pt x="90081" y="44406"/>
                  <a:pt x="91774" y="43684"/>
                </a:cubicBezTo>
                <a:close/>
                <a:moveTo>
                  <a:pt x="23871" y="45650"/>
                </a:moveTo>
                <a:lnTo>
                  <a:pt x="24891" y="46671"/>
                </a:lnTo>
                <a:cubicBezTo>
                  <a:pt x="24891" y="46671"/>
                  <a:pt x="24866" y="46696"/>
                  <a:pt x="24866" y="46746"/>
                </a:cubicBezTo>
                <a:lnTo>
                  <a:pt x="23846" y="45700"/>
                </a:lnTo>
                <a:cubicBezTo>
                  <a:pt x="23846" y="45675"/>
                  <a:pt x="23871" y="45675"/>
                  <a:pt x="23871" y="45650"/>
                </a:cubicBezTo>
                <a:close/>
                <a:moveTo>
                  <a:pt x="25016" y="46795"/>
                </a:moveTo>
                <a:lnTo>
                  <a:pt x="25041" y="46820"/>
                </a:lnTo>
                <a:cubicBezTo>
                  <a:pt x="25041" y="46870"/>
                  <a:pt x="25016" y="46870"/>
                  <a:pt x="25016" y="46895"/>
                </a:cubicBezTo>
                <a:cubicBezTo>
                  <a:pt x="25016" y="46895"/>
                  <a:pt x="25016" y="46870"/>
                  <a:pt x="24991" y="46870"/>
                </a:cubicBezTo>
                <a:cubicBezTo>
                  <a:pt x="24991" y="46820"/>
                  <a:pt x="25016" y="46820"/>
                  <a:pt x="25016" y="46795"/>
                </a:cubicBezTo>
                <a:close/>
                <a:moveTo>
                  <a:pt x="95283" y="45899"/>
                </a:moveTo>
                <a:lnTo>
                  <a:pt x="95308" y="45924"/>
                </a:lnTo>
                <a:lnTo>
                  <a:pt x="95333" y="45949"/>
                </a:lnTo>
                <a:cubicBezTo>
                  <a:pt x="93292" y="46571"/>
                  <a:pt x="91201" y="46895"/>
                  <a:pt x="89110" y="46895"/>
                </a:cubicBezTo>
                <a:cubicBezTo>
                  <a:pt x="88613" y="46895"/>
                  <a:pt x="88115" y="46845"/>
                  <a:pt x="87617" y="46820"/>
                </a:cubicBezTo>
                <a:cubicBezTo>
                  <a:pt x="87492" y="46820"/>
                  <a:pt x="87418" y="46795"/>
                  <a:pt x="87293" y="46795"/>
                </a:cubicBezTo>
                <a:cubicBezTo>
                  <a:pt x="86870" y="46770"/>
                  <a:pt x="86472" y="46696"/>
                  <a:pt x="86074" y="46646"/>
                </a:cubicBezTo>
                <a:cubicBezTo>
                  <a:pt x="85974" y="46646"/>
                  <a:pt x="85875" y="46621"/>
                  <a:pt x="85800" y="46621"/>
                </a:cubicBezTo>
                <a:lnTo>
                  <a:pt x="85675" y="46621"/>
                </a:lnTo>
                <a:cubicBezTo>
                  <a:pt x="85700" y="46571"/>
                  <a:pt x="85700" y="46571"/>
                  <a:pt x="85700" y="46546"/>
                </a:cubicBezTo>
                <a:cubicBezTo>
                  <a:pt x="86123" y="46646"/>
                  <a:pt x="86596" y="46696"/>
                  <a:pt x="87069" y="46746"/>
                </a:cubicBezTo>
                <a:cubicBezTo>
                  <a:pt x="87219" y="46746"/>
                  <a:pt x="87343" y="46770"/>
                  <a:pt x="87492" y="46770"/>
                </a:cubicBezTo>
                <a:cubicBezTo>
                  <a:pt x="88040" y="46795"/>
                  <a:pt x="88563" y="46820"/>
                  <a:pt x="89085" y="46820"/>
                </a:cubicBezTo>
                <a:lnTo>
                  <a:pt x="89110" y="46820"/>
                </a:lnTo>
                <a:cubicBezTo>
                  <a:pt x="91176" y="46820"/>
                  <a:pt x="93267" y="46522"/>
                  <a:pt x="95283" y="45899"/>
                </a:cubicBezTo>
                <a:close/>
                <a:moveTo>
                  <a:pt x="109820" y="45451"/>
                </a:moveTo>
                <a:lnTo>
                  <a:pt x="109820" y="45451"/>
                </a:lnTo>
                <a:cubicBezTo>
                  <a:pt x="109596" y="46049"/>
                  <a:pt x="109347" y="46671"/>
                  <a:pt x="109098" y="47268"/>
                </a:cubicBezTo>
                <a:cubicBezTo>
                  <a:pt x="108998" y="46895"/>
                  <a:pt x="108949" y="46546"/>
                  <a:pt x="108849" y="46173"/>
                </a:cubicBezTo>
                <a:cubicBezTo>
                  <a:pt x="108973" y="46073"/>
                  <a:pt x="109073" y="46024"/>
                  <a:pt x="109197" y="45924"/>
                </a:cubicBezTo>
                <a:cubicBezTo>
                  <a:pt x="109372" y="45800"/>
                  <a:pt x="109571" y="45650"/>
                  <a:pt x="109720" y="45526"/>
                </a:cubicBezTo>
                <a:cubicBezTo>
                  <a:pt x="109745" y="45476"/>
                  <a:pt x="109770" y="45476"/>
                  <a:pt x="109820" y="45451"/>
                </a:cubicBezTo>
                <a:close/>
                <a:moveTo>
                  <a:pt x="72657" y="45128"/>
                </a:moveTo>
                <a:cubicBezTo>
                  <a:pt x="72682" y="45401"/>
                  <a:pt x="72707" y="45675"/>
                  <a:pt x="72782" y="45949"/>
                </a:cubicBezTo>
                <a:cubicBezTo>
                  <a:pt x="72782" y="46073"/>
                  <a:pt x="72707" y="46173"/>
                  <a:pt x="72682" y="46273"/>
                </a:cubicBezTo>
                <a:cubicBezTo>
                  <a:pt x="72035" y="46571"/>
                  <a:pt x="71388" y="46945"/>
                  <a:pt x="70741" y="47293"/>
                </a:cubicBezTo>
                <a:cubicBezTo>
                  <a:pt x="71114" y="46671"/>
                  <a:pt x="71463" y="46024"/>
                  <a:pt x="71811" y="45401"/>
                </a:cubicBezTo>
                <a:lnTo>
                  <a:pt x="72657" y="45128"/>
                </a:lnTo>
                <a:close/>
                <a:moveTo>
                  <a:pt x="70218" y="43883"/>
                </a:moveTo>
                <a:cubicBezTo>
                  <a:pt x="70741" y="44132"/>
                  <a:pt x="71189" y="44331"/>
                  <a:pt x="71687" y="44530"/>
                </a:cubicBezTo>
                <a:cubicBezTo>
                  <a:pt x="71637" y="44680"/>
                  <a:pt x="71537" y="44829"/>
                  <a:pt x="71438" y="45028"/>
                </a:cubicBezTo>
                <a:lnTo>
                  <a:pt x="71438" y="45053"/>
                </a:lnTo>
                <a:cubicBezTo>
                  <a:pt x="71438" y="45078"/>
                  <a:pt x="71413" y="45078"/>
                  <a:pt x="71413" y="45103"/>
                </a:cubicBezTo>
                <a:cubicBezTo>
                  <a:pt x="69670" y="45700"/>
                  <a:pt x="67853" y="46522"/>
                  <a:pt x="66061" y="47542"/>
                </a:cubicBezTo>
                <a:cubicBezTo>
                  <a:pt x="66061" y="47517"/>
                  <a:pt x="66061" y="47492"/>
                  <a:pt x="66036" y="47442"/>
                </a:cubicBezTo>
                <a:cubicBezTo>
                  <a:pt x="65987" y="47343"/>
                  <a:pt x="65987" y="47268"/>
                  <a:pt x="65962" y="47169"/>
                </a:cubicBezTo>
                <a:cubicBezTo>
                  <a:pt x="65937" y="47044"/>
                  <a:pt x="65912" y="46945"/>
                  <a:pt x="65862" y="46820"/>
                </a:cubicBezTo>
                <a:cubicBezTo>
                  <a:pt x="65937" y="46795"/>
                  <a:pt x="65987" y="46721"/>
                  <a:pt x="66061" y="46696"/>
                </a:cubicBezTo>
                <a:cubicBezTo>
                  <a:pt x="66708" y="46223"/>
                  <a:pt x="67331" y="45800"/>
                  <a:pt x="67978" y="45401"/>
                </a:cubicBezTo>
                <a:lnTo>
                  <a:pt x="68550" y="45028"/>
                </a:lnTo>
                <a:cubicBezTo>
                  <a:pt x="68550" y="45028"/>
                  <a:pt x="68575" y="45028"/>
                  <a:pt x="68575" y="45003"/>
                </a:cubicBezTo>
                <a:cubicBezTo>
                  <a:pt x="69173" y="44555"/>
                  <a:pt x="69695" y="44207"/>
                  <a:pt x="70218" y="43883"/>
                </a:cubicBezTo>
                <a:close/>
                <a:moveTo>
                  <a:pt x="71360" y="45795"/>
                </a:moveTo>
                <a:lnTo>
                  <a:pt x="71360" y="45795"/>
                </a:lnTo>
                <a:cubicBezTo>
                  <a:pt x="71175" y="46103"/>
                  <a:pt x="71032" y="46409"/>
                  <a:pt x="70890" y="46646"/>
                </a:cubicBezTo>
                <a:cubicBezTo>
                  <a:pt x="70790" y="46795"/>
                  <a:pt x="70716" y="46920"/>
                  <a:pt x="70641" y="47069"/>
                </a:cubicBezTo>
                <a:cubicBezTo>
                  <a:pt x="70616" y="47069"/>
                  <a:pt x="70616" y="47094"/>
                  <a:pt x="70566" y="47144"/>
                </a:cubicBezTo>
                <a:cubicBezTo>
                  <a:pt x="70517" y="47268"/>
                  <a:pt x="70417" y="47393"/>
                  <a:pt x="70318" y="47542"/>
                </a:cubicBezTo>
                <a:lnTo>
                  <a:pt x="70293" y="47567"/>
                </a:lnTo>
                <a:cubicBezTo>
                  <a:pt x="70656" y="46961"/>
                  <a:pt x="71020" y="46355"/>
                  <a:pt x="71360" y="45795"/>
                </a:cubicBezTo>
                <a:close/>
                <a:moveTo>
                  <a:pt x="98445" y="45028"/>
                </a:moveTo>
                <a:cubicBezTo>
                  <a:pt x="98046" y="45849"/>
                  <a:pt x="97573" y="46746"/>
                  <a:pt x="97125" y="47642"/>
                </a:cubicBezTo>
                <a:cubicBezTo>
                  <a:pt x="96777" y="47044"/>
                  <a:pt x="96403" y="46497"/>
                  <a:pt x="95931" y="45999"/>
                </a:cubicBezTo>
                <a:cubicBezTo>
                  <a:pt x="96080" y="45924"/>
                  <a:pt x="96254" y="45899"/>
                  <a:pt x="96403" y="45825"/>
                </a:cubicBezTo>
                <a:cubicBezTo>
                  <a:pt x="96453" y="45800"/>
                  <a:pt x="96553" y="45775"/>
                  <a:pt x="96627" y="45775"/>
                </a:cubicBezTo>
                <a:cubicBezTo>
                  <a:pt x="96901" y="45675"/>
                  <a:pt x="97150" y="45551"/>
                  <a:pt x="97424" y="45451"/>
                </a:cubicBezTo>
                <a:cubicBezTo>
                  <a:pt x="97524" y="45426"/>
                  <a:pt x="97573" y="45401"/>
                  <a:pt x="97673" y="45377"/>
                </a:cubicBezTo>
                <a:cubicBezTo>
                  <a:pt x="97922" y="45277"/>
                  <a:pt x="98171" y="45153"/>
                  <a:pt x="98420" y="45028"/>
                </a:cubicBezTo>
                <a:close/>
                <a:moveTo>
                  <a:pt x="65713" y="46920"/>
                </a:moveTo>
                <a:cubicBezTo>
                  <a:pt x="65762" y="47019"/>
                  <a:pt x="65762" y="47069"/>
                  <a:pt x="65787" y="47169"/>
                </a:cubicBezTo>
                <a:cubicBezTo>
                  <a:pt x="65812" y="47194"/>
                  <a:pt x="65837" y="47318"/>
                  <a:pt x="65837" y="47418"/>
                </a:cubicBezTo>
                <a:cubicBezTo>
                  <a:pt x="65837" y="47467"/>
                  <a:pt x="65887" y="47542"/>
                  <a:pt x="65887" y="47642"/>
                </a:cubicBezTo>
                <a:cubicBezTo>
                  <a:pt x="65837" y="47642"/>
                  <a:pt x="65837" y="47667"/>
                  <a:pt x="65812" y="47667"/>
                </a:cubicBezTo>
                <a:cubicBezTo>
                  <a:pt x="65812" y="47592"/>
                  <a:pt x="65787" y="47542"/>
                  <a:pt x="65787" y="47467"/>
                </a:cubicBezTo>
                <a:lnTo>
                  <a:pt x="65688" y="47094"/>
                </a:lnTo>
                <a:cubicBezTo>
                  <a:pt x="65688" y="47044"/>
                  <a:pt x="65663" y="46970"/>
                  <a:pt x="65663" y="46945"/>
                </a:cubicBezTo>
                <a:cubicBezTo>
                  <a:pt x="65688" y="46945"/>
                  <a:pt x="65688" y="46920"/>
                  <a:pt x="65713" y="46920"/>
                </a:cubicBezTo>
                <a:close/>
                <a:moveTo>
                  <a:pt x="108650" y="46322"/>
                </a:moveTo>
                <a:cubicBezTo>
                  <a:pt x="108650" y="46397"/>
                  <a:pt x="108675" y="46422"/>
                  <a:pt x="108675" y="46472"/>
                </a:cubicBezTo>
                <a:cubicBezTo>
                  <a:pt x="108774" y="46795"/>
                  <a:pt x="108874" y="47169"/>
                  <a:pt x="108949" y="47542"/>
                </a:cubicBezTo>
                <a:lnTo>
                  <a:pt x="108949" y="47592"/>
                </a:lnTo>
                <a:cubicBezTo>
                  <a:pt x="108949" y="47642"/>
                  <a:pt x="108899" y="47642"/>
                  <a:pt x="108899" y="47667"/>
                </a:cubicBezTo>
                <a:cubicBezTo>
                  <a:pt x="108899" y="47691"/>
                  <a:pt x="108899" y="47691"/>
                  <a:pt x="108874" y="47716"/>
                </a:cubicBezTo>
                <a:lnTo>
                  <a:pt x="108874" y="47642"/>
                </a:lnTo>
                <a:cubicBezTo>
                  <a:pt x="108874" y="47592"/>
                  <a:pt x="108874" y="47567"/>
                  <a:pt x="108849" y="47517"/>
                </a:cubicBezTo>
                <a:cubicBezTo>
                  <a:pt x="108849" y="47442"/>
                  <a:pt x="108799" y="47393"/>
                  <a:pt x="108799" y="47343"/>
                </a:cubicBezTo>
                <a:lnTo>
                  <a:pt x="108625" y="46522"/>
                </a:lnTo>
                <a:cubicBezTo>
                  <a:pt x="108625" y="46472"/>
                  <a:pt x="108600" y="46422"/>
                  <a:pt x="108600" y="46397"/>
                </a:cubicBezTo>
                <a:lnTo>
                  <a:pt x="108625" y="46347"/>
                </a:lnTo>
                <a:lnTo>
                  <a:pt x="108650" y="46322"/>
                </a:lnTo>
                <a:close/>
                <a:moveTo>
                  <a:pt x="110200" y="45149"/>
                </a:moveTo>
                <a:cubicBezTo>
                  <a:pt x="109857" y="46029"/>
                  <a:pt x="109490" y="46885"/>
                  <a:pt x="109148" y="47741"/>
                </a:cubicBezTo>
                <a:lnTo>
                  <a:pt x="109148" y="47642"/>
                </a:lnTo>
                <a:cubicBezTo>
                  <a:pt x="109496" y="46820"/>
                  <a:pt x="109845" y="45974"/>
                  <a:pt x="110143" y="45177"/>
                </a:cubicBezTo>
                <a:cubicBezTo>
                  <a:pt x="110169" y="45165"/>
                  <a:pt x="110188" y="45159"/>
                  <a:pt x="110200" y="45149"/>
                </a:cubicBezTo>
                <a:close/>
                <a:moveTo>
                  <a:pt x="71288" y="45327"/>
                </a:moveTo>
                <a:cubicBezTo>
                  <a:pt x="71288" y="45377"/>
                  <a:pt x="71263" y="45401"/>
                  <a:pt x="71263" y="45426"/>
                </a:cubicBezTo>
                <a:cubicBezTo>
                  <a:pt x="69571" y="46024"/>
                  <a:pt x="67878" y="46795"/>
                  <a:pt x="66136" y="47766"/>
                </a:cubicBezTo>
                <a:cubicBezTo>
                  <a:pt x="66086" y="47766"/>
                  <a:pt x="66086" y="47741"/>
                  <a:pt x="66086" y="47691"/>
                </a:cubicBezTo>
                <a:cubicBezTo>
                  <a:pt x="67878" y="46746"/>
                  <a:pt x="69621" y="45924"/>
                  <a:pt x="71288" y="45327"/>
                </a:cubicBezTo>
                <a:close/>
                <a:moveTo>
                  <a:pt x="72184" y="46820"/>
                </a:moveTo>
                <a:lnTo>
                  <a:pt x="72184" y="46820"/>
                </a:lnTo>
                <a:cubicBezTo>
                  <a:pt x="71736" y="47069"/>
                  <a:pt x="71263" y="47318"/>
                  <a:pt x="70815" y="47567"/>
                </a:cubicBezTo>
                <a:cubicBezTo>
                  <a:pt x="70790" y="47567"/>
                  <a:pt x="70790" y="47617"/>
                  <a:pt x="70766" y="47617"/>
                </a:cubicBezTo>
                <a:cubicBezTo>
                  <a:pt x="70691" y="47642"/>
                  <a:pt x="70641" y="47667"/>
                  <a:pt x="70542" y="47741"/>
                </a:cubicBezTo>
                <a:cubicBezTo>
                  <a:pt x="70517" y="47741"/>
                  <a:pt x="70492" y="47766"/>
                  <a:pt x="70492" y="47766"/>
                </a:cubicBezTo>
                <a:lnTo>
                  <a:pt x="70517" y="47741"/>
                </a:lnTo>
                <a:cubicBezTo>
                  <a:pt x="70616" y="47642"/>
                  <a:pt x="70741" y="47567"/>
                  <a:pt x="70840" y="47517"/>
                </a:cubicBezTo>
                <a:cubicBezTo>
                  <a:pt x="71363" y="47268"/>
                  <a:pt x="71786" y="47019"/>
                  <a:pt x="72184" y="46820"/>
                </a:cubicBezTo>
                <a:close/>
                <a:moveTo>
                  <a:pt x="95756" y="46049"/>
                </a:moveTo>
                <a:cubicBezTo>
                  <a:pt x="96254" y="46571"/>
                  <a:pt x="96652" y="47169"/>
                  <a:pt x="97026" y="47816"/>
                </a:cubicBezTo>
                <a:cubicBezTo>
                  <a:pt x="97026" y="47866"/>
                  <a:pt x="97001" y="47866"/>
                  <a:pt x="97001" y="47891"/>
                </a:cubicBezTo>
                <a:cubicBezTo>
                  <a:pt x="96627" y="47243"/>
                  <a:pt x="96179" y="46621"/>
                  <a:pt x="95682" y="46049"/>
                </a:cubicBezTo>
                <a:close/>
                <a:moveTo>
                  <a:pt x="98818" y="44829"/>
                </a:moveTo>
                <a:cubicBezTo>
                  <a:pt x="98320" y="45874"/>
                  <a:pt x="97822" y="46870"/>
                  <a:pt x="97300" y="47891"/>
                </a:cubicBezTo>
                <a:lnTo>
                  <a:pt x="97250" y="47816"/>
                </a:lnTo>
                <a:cubicBezTo>
                  <a:pt x="97772" y="46820"/>
                  <a:pt x="98270" y="45849"/>
                  <a:pt x="98743" y="44879"/>
                </a:cubicBezTo>
                <a:cubicBezTo>
                  <a:pt x="98768" y="44879"/>
                  <a:pt x="98793" y="44829"/>
                  <a:pt x="98818" y="44829"/>
                </a:cubicBezTo>
                <a:close/>
                <a:moveTo>
                  <a:pt x="65912" y="47816"/>
                </a:moveTo>
                <a:lnTo>
                  <a:pt x="65912" y="47891"/>
                </a:lnTo>
                <a:cubicBezTo>
                  <a:pt x="65862" y="47891"/>
                  <a:pt x="65862" y="47915"/>
                  <a:pt x="65837" y="47915"/>
                </a:cubicBezTo>
                <a:lnTo>
                  <a:pt x="65837" y="47866"/>
                </a:lnTo>
                <a:cubicBezTo>
                  <a:pt x="65862" y="47816"/>
                  <a:pt x="65912" y="47816"/>
                  <a:pt x="65912" y="47816"/>
                </a:cubicBezTo>
                <a:close/>
                <a:moveTo>
                  <a:pt x="70069" y="47915"/>
                </a:moveTo>
                <a:cubicBezTo>
                  <a:pt x="70069" y="47928"/>
                  <a:pt x="70069" y="47934"/>
                  <a:pt x="70075" y="47934"/>
                </a:cubicBezTo>
                <a:cubicBezTo>
                  <a:pt x="70081" y="47934"/>
                  <a:pt x="70094" y="47928"/>
                  <a:pt x="70118" y="47915"/>
                </a:cubicBezTo>
                <a:lnTo>
                  <a:pt x="70118" y="47915"/>
                </a:lnTo>
                <a:cubicBezTo>
                  <a:pt x="70118" y="47940"/>
                  <a:pt x="70069" y="47940"/>
                  <a:pt x="70069" y="47940"/>
                </a:cubicBezTo>
                <a:lnTo>
                  <a:pt x="70044" y="47990"/>
                </a:lnTo>
                <a:cubicBezTo>
                  <a:pt x="70044" y="47990"/>
                  <a:pt x="70044" y="47940"/>
                  <a:pt x="70069" y="47940"/>
                </a:cubicBezTo>
                <a:lnTo>
                  <a:pt x="70069" y="47915"/>
                </a:lnTo>
                <a:close/>
                <a:moveTo>
                  <a:pt x="116167" y="47368"/>
                </a:moveTo>
                <a:cubicBezTo>
                  <a:pt x="116167" y="47492"/>
                  <a:pt x="116117" y="47642"/>
                  <a:pt x="116092" y="47766"/>
                </a:cubicBezTo>
                <a:cubicBezTo>
                  <a:pt x="116067" y="47891"/>
                  <a:pt x="116043" y="48015"/>
                  <a:pt x="115993" y="48115"/>
                </a:cubicBezTo>
                <a:cubicBezTo>
                  <a:pt x="115993" y="47990"/>
                  <a:pt x="116043" y="47891"/>
                  <a:pt x="116043" y="47766"/>
                </a:cubicBezTo>
                <a:cubicBezTo>
                  <a:pt x="116092" y="47642"/>
                  <a:pt x="116117" y="47517"/>
                  <a:pt x="116167" y="47368"/>
                </a:cubicBezTo>
                <a:close/>
                <a:moveTo>
                  <a:pt x="97125" y="48015"/>
                </a:moveTo>
                <a:cubicBezTo>
                  <a:pt x="97125" y="48040"/>
                  <a:pt x="97150" y="48040"/>
                  <a:pt x="97150" y="48065"/>
                </a:cubicBezTo>
                <a:cubicBezTo>
                  <a:pt x="97150" y="48115"/>
                  <a:pt x="97150" y="48115"/>
                  <a:pt x="97125" y="48139"/>
                </a:cubicBezTo>
                <a:cubicBezTo>
                  <a:pt x="97125" y="48115"/>
                  <a:pt x="97076" y="48065"/>
                  <a:pt x="97076" y="48065"/>
                </a:cubicBezTo>
                <a:cubicBezTo>
                  <a:pt x="97076" y="48040"/>
                  <a:pt x="97125" y="48040"/>
                  <a:pt x="97125" y="48015"/>
                </a:cubicBezTo>
                <a:close/>
                <a:moveTo>
                  <a:pt x="108973" y="47915"/>
                </a:moveTo>
                <a:cubicBezTo>
                  <a:pt x="108973" y="47940"/>
                  <a:pt x="108973" y="48015"/>
                  <a:pt x="108998" y="48040"/>
                </a:cubicBezTo>
                <a:cubicBezTo>
                  <a:pt x="108998" y="48065"/>
                  <a:pt x="108973" y="48065"/>
                  <a:pt x="108973" y="48115"/>
                </a:cubicBezTo>
                <a:cubicBezTo>
                  <a:pt x="108973" y="48139"/>
                  <a:pt x="108949" y="48139"/>
                  <a:pt x="108949" y="48164"/>
                </a:cubicBezTo>
                <a:lnTo>
                  <a:pt x="108949" y="48115"/>
                </a:lnTo>
                <a:lnTo>
                  <a:pt x="108949" y="48040"/>
                </a:lnTo>
                <a:lnTo>
                  <a:pt x="108949" y="47990"/>
                </a:lnTo>
                <a:cubicBezTo>
                  <a:pt x="108949" y="47940"/>
                  <a:pt x="108973" y="47940"/>
                  <a:pt x="108973" y="47915"/>
                </a:cubicBezTo>
                <a:close/>
                <a:moveTo>
                  <a:pt x="75570" y="45576"/>
                </a:moveTo>
                <a:lnTo>
                  <a:pt x="75570" y="45576"/>
                </a:lnTo>
                <a:cubicBezTo>
                  <a:pt x="75097" y="46447"/>
                  <a:pt x="74524" y="47318"/>
                  <a:pt x="73952" y="48189"/>
                </a:cubicBezTo>
                <a:cubicBezTo>
                  <a:pt x="73703" y="47642"/>
                  <a:pt x="73529" y="47069"/>
                  <a:pt x="73379" y="46522"/>
                </a:cubicBezTo>
                <a:cubicBezTo>
                  <a:pt x="73653" y="46397"/>
                  <a:pt x="73927" y="46273"/>
                  <a:pt x="74250" y="46098"/>
                </a:cubicBezTo>
                <a:cubicBezTo>
                  <a:pt x="74350" y="46073"/>
                  <a:pt x="74474" y="46024"/>
                  <a:pt x="74549" y="45974"/>
                </a:cubicBezTo>
                <a:cubicBezTo>
                  <a:pt x="74599" y="45949"/>
                  <a:pt x="74649" y="45949"/>
                  <a:pt x="74674" y="45924"/>
                </a:cubicBezTo>
                <a:cubicBezTo>
                  <a:pt x="74997" y="45800"/>
                  <a:pt x="75296" y="45675"/>
                  <a:pt x="75570" y="45576"/>
                </a:cubicBezTo>
                <a:close/>
                <a:moveTo>
                  <a:pt x="73205" y="46621"/>
                </a:moveTo>
                <a:cubicBezTo>
                  <a:pt x="73379" y="47194"/>
                  <a:pt x="73553" y="47791"/>
                  <a:pt x="73852" y="48388"/>
                </a:cubicBezTo>
                <a:cubicBezTo>
                  <a:pt x="73852" y="48413"/>
                  <a:pt x="73802" y="48413"/>
                  <a:pt x="73802" y="48438"/>
                </a:cubicBezTo>
                <a:cubicBezTo>
                  <a:pt x="73529" y="47866"/>
                  <a:pt x="73304" y="47243"/>
                  <a:pt x="73155" y="46646"/>
                </a:cubicBezTo>
                <a:cubicBezTo>
                  <a:pt x="73180" y="46646"/>
                  <a:pt x="73180" y="46621"/>
                  <a:pt x="73205" y="46621"/>
                </a:cubicBezTo>
                <a:close/>
                <a:moveTo>
                  <a:pt x="75941" y="45497"/>
                </a:moveTo>
                <a:cubicBezTo>
                  <a:pt x="75352" y="46477"/>
                  <a:pt x="74738" y="47458"/>
                  <a:pt x="74051" y="48438"/>
                </a:cubicBezTo>
                <a:lnTo>
                  <a:pt x="74051" y="48413"/>
                </a:lnTo>
                <a:cubicBezTo>
                  <a:pt x="74723" y="47442"/>
                  <a:pt x="75346" y="46447"/>
                  <a:pt x="75918" y="45501"/>
                </a:cubicBezTo>
                <a:cubicBezTo>
                  <a:pt x="75927" y="45501"/>
                  <a:pt x="75935" y="45499"/>
                  <a:pt x="75941" y="45497"/>
                </a:cubicBezTo>
                <a:close/>
                <a:moveTo>
                  <a:pt x="79502" y="44555"/>
                </a:moveTo>
                <a:cubicBezTo>
                  <a:pt x="79751" y="44704"/>
                  <a:pt x="79975" y="44829"/>
                  <a:pt x="80224" y="44953"/>
                </a:cubicBezTo>
                <a:cubicBezTo>
                  <a:pt x="81519" y="45675"/>
                  <a:pt x="82888" y="46198"/>
                  <a:pt x="84381" y="46571"/>
                </a:cubicBezTo>
                <a:cubicBezTo>
                  <a:pt x="84431" y="46571"/>
                  <a:pt x="84456" y="46621"/>
                  <a:pt x="84481" y="46621"/>
                </a:cubicBezTo>
                <a:cubicBezTo>
                  <a:pt x="84680" y="46646"/>
                  <a:pt x="84829" y="46696"/>
                  <a:pt x="85003" y="46746"/>
                </a:cubicBezTo>
                <a:lnTo>
                  <a:pt x="85053" y="46770"/>
                </a:lnTo>
                <a:cubicBezTo>
                  <a:pt x="84705" y="47368"/>
                  <a:pt x="84331" y="48015"/>
                  <a:pt x="83933" y="48662"/>
                </a:cubicBezTo>
                <a:lnTo>
                  <a:pt x="83560" y="48488"/>
                </a:lnTo>
                <a:lnTo>
                  <a:pt x="83186" y="48289"/>
                </a:lnTo>
                <a:cubicBezTo>
                  <a:pt x="83062" y="48239"/>
                  <a:pt x="82962" y="48164"/>
                  <a:pt x="82838" y="48115"/>
                </a:cubicBezTo>
                <a:cubicBezTo>
                  <a:pt x="82763" y="48065"/>
                  <a:pt x="82713" y="48040"/>
                  <a:pt x="82614" y="47990"/>
                </a:cubicBezTo>
                <a:cubicBezTo>
                  <a:pt x="82489" y="47915"/>
                  <a:pt x="82390" y="47866"/>
                  <a:pt x="82265" y="47791"/>
                </a:cubicBezTo>
                <a:cubicBezTo>
                  <a:pt x="82091" y="47691"/>
                  <a:pt x="81917" y="47567"/>
                  <a:pt x="81743" y="47492"/>
                </a:cubicBezTo>
                <a:cubicBezTo>
                  <a:pt x="81643" y="47418"/>
                  <a:pt x="81519" y="47368"/>
                  <a:pt x="81394" y="47293"/>
                </a:cubicBezTo>
                <a:cubicBezTo>
                  <a:pt x="81245" y="47194"/>
                  <a:pt x="81095" y="47069"/>
                  <a:pt x="80921" y="46994"/>
                </a:cubicBezTo>
                <a:cubicBezTo>
                  <a:pt x="80822" y="46895"/>
                  <a:pt x="80672" y="46820"/>
                  <a:pt x="80573" y="46746"/>
                </a:cubicBezTo>
                <a:cubicBezTo>
                  <a:pt x="80448" y="46646"/>
                  <a:pt x="80274" y="46522"/>
                  <a:pt x="80150" y="46422"/>
                </a:cubicBezTo>
                <a:lnTo>
                  <a:pt x="79776" y="46148"/>
                </a:lnTo>
                <a:cubicBezTo>
                  <a:pt x="79652" y="46049"/>
                  <a:pt x="79527" y="45949"/>
                  <a:pt x="79428" y="45825"/>
                </a:cubicBezTo>
                <a:cubicBezTo>
                  <a:pt x="79303" y="45700"/>
                  <a:pt x="79179" y="45625"/>
                  <a:pt x="79054" y="45501"/>
                </a:cubicBezTo>
                <a:cubicBezTo>
                  <a:pt x="79029" y="45451"/>
                  <a:pt x="79005" y="45426"/>
                  <a:pt x="78930" y="45401"/>
                </a:cubicBezTo>
                <a:cubicBezTo>
                  <a:pt x="78880" y="45327"/>
                  <a:pt x="78830" y="45277"/>
                  <a:pt x="78731" y="45202"/>
                </a:cubicBezTo>
                <a:cubicBezTo>
                  <a:pt x="78606" y="45078"/>
                  <a:pt x="78482" y="44953"/>
                  <a:pt x="78357" y="44879"/>
                </a:cubicBezTo>
                <a:cubicBezTo>
                  <a:pt x="78357" y="44829"/>
                  <a:pt x="78308" y="44804"/>
                  <a:pt x="78308" y="44779"/>
                </a:cubicBezTo>
                <a:cubicBezTo>
                  <a:pt x="78731" y="44680"/>
                  <a:pt x="79129" y="44580"/>
                  <a:pt x="79502" y="44555"/>
                </a:cubicBezTo>
                <a:close/>
                <a:moveTo>
                  <a:pt x="73949" y="48625"/>
                </a:moveTo>
                <a:cubicBezTo>
                  <a:pt x="73951" y="48628"/>
                  <a:pt x="73952" y="48632"/>
                  <a:pt x="73952" y="48637"/>
                </a:cubicBezTo>
                <a:cubicBezTo>
                  <a:pt x="73952" y="48662"/>
                  <a:pt x="73927" y="48662"/>
                  <a:pt x="73927" y="48687"/>
                </a:cubicBezTo>
                <a:lnTo>
                  <a:pt x="73927" y="48662"/>
                </a:lnTo>
                <a:cubicBezTo>
                  <a:pt x="73927" y="48642"/>
                  <a:pt x="73943" y="48638"/>
                  <a:pt x="73949" y="48625"/>
                </a:cubicBezTo>
                <a:close/>
                <a:moveTo>
                  <a:pt x="85227" y="46820"/>
                </a:moveTo>
                <a:cubicBezTo>
                  <a:pt x="85227" y="46870"/>
                  <a:pt x="85252" y="46870"/>
                  <a:pt x="85252" y="46895"/>
                </a:cubicBezTo>
                <a:lnTo>
                  <a:pt x="84132" y="48762"/>
                </a:lnTo>
                <a:cubicBezTo>
                  <a:pt x="84107" y="48762"/>
                  <a:pt x="84107" y="48762"/>
                  <a:pt x="84082" y="48737"/>
                </a:cubicBezTo>
                <a:cubicBezTo>
                  <a:pt x="84481" y="48115"/>
                  <a:pt x="84854" y="47492"/>
                  <a:pt x="85227" y="46820"/>
                </a:cubicBezTo>
                <a:close/>
                <a:moveTo>
                  <a:pt x="78482" y="45153"/>
                </a:moveTo>
                <a:lnTo>
                  <a:pt x="78482" y="45153"/>
                </a:lnTo>
                <a:cubicBezTo>
                  <a:pt x="78631" y="45302"/>
                  <a:pt x="78781" y="45451"/>
                  <a:pt x="78930" y="45576"/>
                </a:cubicBezTo>
                <a:cubicBezTo>
                  <a:pt x="78980" y="45625"/>
                  <a:pt x="79005" y="45650"/>
                  <a:pt x="79029" y="45650"/>
                </a:cubicBezTo>
                <a:cubicBezTo>
                  <a:pt x="79154" y="45775"/>
                  <a:pt x="79278" y="45874"/>
                  <a:pt x="79403" y="45999"/>
                </a:cubicBezTo>
                <a:cubicBezTo>
                  <a:pt x="79502" y="46049"/>
                  <a:pt x="79602" y="46148"/>
                  <a:pt x="79677" y="46198"/>
                </a:cubicBezTo>
                <a:cubicBezTo>
                  <a:pt x="79751" y="46273"/>
                  <a:pt x="79801" y="46298"/>
                  <a:pt x="79876" y="46322"/>
                </a:cubicBezTo>
                <a:cubicBezTo>
                  <a:pt x="79926" y="46372"/>
                  <a:pt x="79975" y="46422"/>
                  <a:pt x="80025" y="46447"/>
                </a:cubicBezTo>
                <a:cubicBezTo>
                  <a:pt x="80100" y="46522"/>
                  <a:pt x="80174" y="46571"/>
                  <a:pt x="80249" y="46621"/>
                </a:cubicBezTo>
                <a:cubicBezTo>
                  <a:pt x="80349" y="46671"/>
                  <a:pt x="80398" y="46746"/>
                  <a:pt x="80498" y="46795"/>
                </a:cubicBezTo>
                <a:lnTo>
                  <a:pt x="80772" y="46994"/>
                </a:lnTo>
                <a:cubicBezTo>
                  <a:pt x="80871" y="47044"/>
                  <a:pt x="80971" y="47119"/>
                  <a:pt x="81095" y="47194"/>
                </a:cubicBezTo>
                <a:cubicBezTo>
                  <a:pt x="81195" y="47268"/>
                  <a:pt x="81245" y="47318"/>
                  <a:pt x="81344" y="47393"/>
                </a:cubicBezTo>
                <a:lnTo>
                  <a:pt x="81618" y="47567"/>
                </a:lnTo>
                <a:cubicBezTo>
                  <a:pt x="81817" y="47691"/>
                  <a:pt x="81991" y="47816"/>
                  <a:pt x="82216" y="47915"/>
                </a:cubicBezTo>
                <a:cubicBezTo>
                  <a:pt x="82290" y="47940"/>
                  <a:pt x="82365" y="48015"/>
                  <a:pt x="82464" y="48040"/>
                </a:cubicBezTo>
                <a:cubicBezTo>
                  <a:pt x="82514" y="48065"/>
                  <a:pt x="82589" y="48115"/>
                  <a:pt x="82664" y="48164"/>
                </a:cubicBezTo>
                <a:lnTo>
                  <a:pt x="82863" y="48264"/>
                </a:lnTo>
                <a:cubicBezTo>
                  <a:pt x="82962" y="48314"/>
                  <a:pt x="83062" y="48363"/>
                  <a:pt x="83136" y="48413"/>
                </a:cubicBezTo>
                <a:lnTo>
                  <a:pt x="83336" y="48513"/>
                </a:lnTo>
                <a:cubicBezTo>
                  <a:pt x="83510" y="48612"/>
                  <a:pt x="83709" y="48687"/>
                  <a:pt x="83883" y="48762"/>
                </a:cubicBezTo>
                <a:lnTo>
                  <a:pt x="83858" y="48787"/>
                </a:lnTo>
                <a:cubicBezTo>
                  <a:pt x="83634" y="48787"/>
                  <a:pt x="83510" y="48762"/>
                  <a:pt x="83385" y="48687"/>
                </a:cubicBezTo>
                <a:cubicBezTo>
                  <a:pt x="83336" y="48662"/>
                  <a:pt x="83311" y="48662"/>
                  <a:pt x="83236" y="48637"/>
                </a:cubicBezTo>
                <a:cubicBezTo>
                  <a:pt x="82987" y="48513"/>
                  <a:pt x="82763" y="48388"/>
                  <a:pt x="82514" y="48264"/>
                </a:cubicBezTo>
                <a:cubicBezTo>
                  <a:pt x="82464" y="48239"/>
                  <a:pt x="82365" y="48189"/>
                  <a:pt x="82315" y="48139"/>
                </a:cubicBezTo>
                <a:cubicBezTo>
                  <a:pt x="82091" y="48015"/>
                  <a:pt x="81892" y="47891"/>
                  <a:pt x="81718" y="47791"/>
                </a:cubicBezTo>
                <a:lnTo>
                  <a:pt x="81444" y="47617"/>
                </a:lnTo>
                <a:cubicBezTo>
                  <a:pt x="81245" y="47492"/>
                  <a:pt x="81095" y="47393"/>
                  <a:pt x="80946" y="47268"/>
                </a:cubicBezTo>
                <a:cubicBezTo>
                  <a:pt x="80822" y="47169"/>
                  <a:pt x="80722" y="47119"/>
                  <a:pt x="80598" y="47019"/>
                </a:cubicBezTo>
                <a:cubicBezTo>
                  <a:pt x="80448" y="46920"/>
                  <a:pt x="80324" y="46795"/>
                  <a:pt x="80150" y="46696"/>
                </a:cubicBezTo>
                <a:cubicBezTo>
                  <a:pt x="80025" y="46621"/>
                  <a:pt x="79901" y="46522"/>
                  <a:pt x="79776" y="46397"/>
                </a:cubicBezTo>
                <a:cubicBezTo>
                  <a:pt x="79726" y="46372"/>
                  <a:pt x="79702" y="46298"/>
                  <a:pt x="79627" y="46273"/>
                </a:cubicBezTo>
                <a:cubicBezTo>
                  <a:pt x="79577" y="46198"/>
                  <a:pt x="79477" y="46148"/>
                  <a:pt x="79403" y="46073"/>
                </a:cubicBezTo>
                <a:cubicBezTo>
                  <a:pt x="79278" y="45949"/>
                  <a:pt x="79129" y="45825"/>
                  <a:pt x="79005" y="45750"/>
                </a:cubicBezTo>
                <a:cubicBezTo>
                  <a:pt x="78905" y="45650"/>
                  <a:pt x="78781" y="45551"/>
                  <a:pt x="78706" y="45451"/>
                </a:cubicBezTo>
                <a:lnTo>
                  <a:pt x="78507" y="45277"/>
                </a:lnTo>
                <a:lnTo>
                  <a:pt x="78507" y="45202"/>
                </a:lnTo>
                <a:lnTo>
                  <a:pt x="78482" y="45153"/>
                </a:lnTo>
                <a:close/>
                <a:moveTo>
                  <a:pt x="84008" y="48886"/>
                </a:moveTo>
                <a:cubicBezTo>
                  <a:pt x="84008" y="48911"/>
                  <a:pt x="84008" y="48911"/>
                  <a:pt x="84057" y="48911"/>
                </a:cubicBezTo>
                <a:cubicBezTo>
                  <a:pt x="84057" y="48911"/>
                  <a:pt x="84057" y="48936"/>
                  <a:pt x="84008" y="48936"/>
                </a:cubicBezTo>
                <a:cubicBezTo>
                  <a:pt x="83983" y="48936"/>
                  <a:pt x="83983" y="48911"/>
                  <a:pt x="83958" y="48911"/>
                </a:cubicBezTo>
                <a:cubicBezTo>
                  <a:pt x="83958" y="48911"/>
                  <a:pt x="83958" y="48886"/>
                  <a:pt x="83983" y="48886"/>
                </a:cubicBezTo>
                <a:close/>
                <a:moveTo>
                  <a:pt x="63273" y="41294"/>
                </a:moveTo>
                <a:cubicBezTo>
                  <a:pt x="63697" y="42066"/>
                  <a:pt x="64045" y="42813"/>
                  <a:pt x="64319" y="43535"/>
                </a:cubicBezTo>
                <a:cubicBezTo>
                  <a:pt x="64369" y="43659"/>
                  <a:pt x="64443" y="43808"/>
                  <a:pt x="64468" y="43933"/>
                </a:cubicBezTo>
                <a:cubicBezTo>
                  <a:pt x="64568" y="44207"/>
                  <a:pt x="64667" y="44456"/>
                  <a:pt x="64742" y="44704"/>
                </a:cubicBezTo>
                <a:cubicBezTo>
                  <a:pt x="64817" y="44929"/>
                  <a:pt x="64916" y="45128"/>
                  <a:pt x="64966" y="45327"/>
                </a:cubicBezTo>
                <a:cubicBezTo>
                  <a:pt x="65041" y="45551"/>
                  <a:pt x="65090" y="45750"/>
                  <a:pt x="65165" y="45949"/>
                </a:cubicBezTo>
                <a:cubicBezTo>
                  <a:pt x="65215" y="46173"/>
                  <a:pt x="65290" y="46372"/>
                  <a:pt x="65339" y="46571"/>
                </a:cubicBezTo>
                <a:cubicBezTo>
                  <a:pt x="65041" y="46795"/>
                  <a:pt x="64717" y="47019"/>
                  <a:pt x="64443" y="47268"/>
                </a:cubicBezTo>
                <a:lnTo>
                  <a:pt x="64070" y="47542"/>
                </a:lnTo>
                <a:cubicBezTo>
                  <a:pt x="63896" y="47667"/>
                  <a:pt x="63721" y="47791"/>
                  <a:pt x="63547" y="47915"/>
                </a:cubicBezTo>
                <a:cubicBezTo>
                  <a:pt x="63473" y="47940"/>
                  <a:pt x="63423" y="48015"/>
                  <a:pt x="63348" y="48040"/>
                </a:cubicBezTo>
                <a:cubicBezTo>
                  <a:pt x="63199" y="48164"/>
                  <a:pt x="63024" y="48289"/>
                  <a:pt x="62850" y="48438"/>
                </a:cubicBezTo>
                <a:cubicBezTo>
                  <a:pt x="62800" y="48513"/>
                  <a:pt x="62726" y="48538"/>
                  <a:pt x="62676" y="48612"/>
                </a:cubicBezTo>
                <a:cubicBezTo>
                  <a:pt x="62477" y="48737"/>
                  <a:pt x="62303" y="48886"/>
                  <a:pt x="62128" y="49011"/>
                </a:cubicBezTo>
                <a:cubicBezTo>
                  <a:pt x="61979" y="49135"/>
                  <a:pt x="61855" y="49235"/>
                  <a:pt x="61705" y="49359"/>
                </a:cubicBezTo>
                <a:cubicBezTo>
                  <a:pt x="61606" y="49409"/>
                  <a:pt x="61506" y="49508"/>
                  <a:pt x="61431" y="49558"/>
                </a:cubicBezTo>
                <a:cubicBezTo>
                  <a:pt x="61332" y="49633"/>
                  <a:pt x="61282" y="49683"/>
                  <a:pt x="61183" y="49757"/>
                </a:cubicBezTo>
                <a:cubicBezTo>
                  <a:pt x="61158" y="49732"/>
                  <a:pt x="61083" y="49683"/>
                  <a:pt x="61058" y="49658"/>
                </a:cubicBezTo>
                <a:cubicBezTo>
                  <a:pt x="60934" y="49608"/>
                  <a:pt x="60834" y="49508"/>
                  <a:pt x="60710" y="49434"/>
                </a:cubicBezTo>
                <a:cubicBezTo>
                  <a:pt x="60610" y="49384"/>
                  <a:pt x="60535" y="49309"/>
                  <a:pt x="60436" y="49235"/>
                </a:cubicBezTo>
                <a:cubicBezTo>
                  <a:pt x="60336" y="49160"/>
                  <a:pt x="60286" y="49110"/>
                  <a:pt x="60187" y="49036"/>
                </a:cubicBezTo>
                <a:lnTo>
                  <a:pt x="59814" y="48762"/>
                </a:lnTo>
                <a:cubicBezTo>
                  <a:pt x="59789" y="48737"/>
                  <a:pt x="59714" y="48687"/>
                  <a:pt x="59689" y="48662"/>
                </a:cubicBezTo>
                <a:cubicBezTo>
                  <a:pt x="58793" y="47940"/>
                  <a:pt x="57822" y="47069"/>
                  <a:pt x="56827" y="46073"/>
                </a:cubicBezTo>
                <a:lnTo>
                  <a:pt x="56677" y="45924"/>
                </a:lnTo>
                <a:lnTo>
                  <a:pt x="56254" y="45526"/>
                </a:lnTo>
                <a:lnTo>
                  <a:pt x="56005" y="45277"/>
                </a:lnTo>
                <a:cubicBezTo>
                  <a:pt x="56204" y="45153"/>
                  <a:pt x="56379" y="44978"/>
                  <a:pt x="56603" y="44854"/>
                </a:cubicBezTo>
                <a:cubicBezTo>
                  <a:pt x="56677" y="44804"/>
                  <a:pt x="56752" y="44779"/>
                  <a:pt x="56827" y="44704"/>
                </a:cubicBezTo>
                <a:cubicBezTo>
                  <a:pt x="57075" y="44555"/>
                  <a:pt x="57300" y="44406"/>
                  <a:pt x="57548" y="44232"/>
                </a:cubicBezTo>
                <a:cubicBezTo>
                  <a:pt x="57573" y="44232"/>
                  <a:pt x="57573" y="44207"/>
                  <a:pt x="57598" y="44207"/>
                </a:cubicBezTo>
                <a:cubicBezTo>
                  <a:pt x="57673" y="44182"/>
                  <a:pt x="57723" y="44157"/>
                  <a:pt x="57797" y="44082"/>
                </a:cubicBezTo>
                <a:cubicBezTo>
                  <a:pt x="57996" y="43933"/>
                  <a:pt x="58245" y="43808"/>
                  <a:pt x="58469" y="43684"/>
                </a:cubicBezTo>
                <a:cubicBezTo>
                  <a:pt x="58494" y="43659"/>
                  <a:pt x="58544" y="43659"/>
                  <a:pt x="58569" y="43609"/>
                </a:cubicBezTo>
                <a:cubicBezTo>
                  <a:pt x="58594" y="43584"/>
                  <a:pt x="58619" y="43584"/>
                  <a:pt x="58669" y="43559"/>
                </a:cubicBezTo>
                <a:cubicBezTo>
                  <a:pt x="58693" y="43535"/>
                  <a:pt x="58718" y="43535"/>
                  <a:pt x="58743" y="43485"/>
                </a:cubicBezTo>
                <a:lnTo>
                  <a:pt x="59415" y="43111"/>
                </a:lnTo>
                <a:cubicBezTo>
                  <a:pt x="59440" y="43087"/>
                  <a:pt x="59490" y="43087"/>
                  <a:pt x="59540" y="43062"/>
                </a:cubicBezTo>
                <a:cubicBezTo>
                  <a:pt x="59589" y="43037"/>
                  <a:pt x="59664" y="43012"/>
                  <a:pt x="59714" y="42937"/>
                </a:cubicBezTo>
                <a:cubicBezTo>
                  <a:pt x="59913" y="42813"/>
                  <a:pt x="60112" y="42713"/>
                  <a:pt x="60311" y="42614"/>
                </a:cubicBezTo>
                <a:cubicBezTo>
                  <a:pt x="60436" y="42564"/>
                  <a:pt x="60560" y="42489"/>
                  <a:pt x="60660" y="42439"/>
                </a:cubicBezTo>
                <a:lnTo>
                  <a:pt x="61207" y="42166"/>
                </a:lnTo>
                <a:cubicBezTo>
                  <a:pt x="61332" y="42091"/>
                  <a:pt x="61481" y="42041"/>
                  <a:pt x="61606" y="41966"/>
                </a:cubicBezTo>
                <a:cubicBezTo>
                  <a:pt x="61780" y="41867"/>
                  <a:pt x="61954" y="41817"/>
                  <a:pt x="62103" y="41767"/>
                </a:cubicBezTo>
                <a:cubicBezTo>
                  <a:pt x="62278" y="41693"/>
                  <a:pt x="62402" y="41643"/>
                  <a:pt x="62552" y="41568"/>
                </a:cubicBezTo>
                <a:lnTo>
                  <a:pt x="63024" y="41394"/>
                </a:lnTo>
                <a:cubicBezTo>
                  <a:pt x="63099" y="41344"/>
                  <a:pt x="63199" y="41319"/>
                  <a:pt x="63273" y="41294"/>
                </a:cubicBezTo>
                <a:close/>
                <a:moveTo>
                  <a:pt x="85352" y="47069"/>
                </a:moveTo>
                <a:cubicBezTo>
                  <a:pt x="85974" y="47816"/>
                  <a:pt x="86472" y="48712"/>
                  <a:pt x="86795" y="49757"/>
                </a:cubicBezTo>
                <a:cubicBezTo>
                  <a:pt x="86721" y="49683"/>
                  <a:pt x="86621" y="49683"/>
                  <a:pt x="86547" y="49658"/>
                </a:cubicBezTo>
                <a:cubicBezTo>
                  <a:pt x="86347" y="49608"/>
                  <a:pt x="86198" y="49558"/>
                  <a:pt x="85999" y="49508"/>
                </a:cubicBezTo>
                <a:lnTo>
                  <a:pt x="85725" y="49409"/>
                </a:lnTo>
                <a:cubicBezTo>
                  <a:pt x="85626" y="49384"/>
                  <a:pt x="85576" y="49359"/>
                  <a:pt x="85476" y="49309"/>
                </a:cubicBezTo>
                <a:cubicBezTo>
                  <a:pt x="85327" y="49260"/>
                  <a:pt x="85178" y="49185"/>
                  <a:pt x="85003" y="49160"/>
                </a:cubicBezTo>
                <a:cubicBezTo>
                  <a:pt x="84929" y="49135"/>
                  <a:pt x="84854" y="49110"/>
                  <a:pt x="84754" y="49060"/>
                </a:cubicBezTo>
                <a:cubicBezTo>
                  <a:pt x="84680" y="49036"/>
                  <a:pt x="84580" y="48961"/>
                  <a:pt x="84456" y="48936"/>
                </a:cubicBezTo>
                <a:lnTo>
                  <a:pt x="84257" y="48836"/>
                </a:lnTo>
                <a:cubicBezTo>
                  <a:pt x="84630" y="48264"/>
                  <a:pt x="84978" y="47667"/>
                  <a:pt x="85352" y="47069"/>
                </a:cubicBezTo>
                <a:close/>
                <a:moveTo>
                  <a:pt x="85501" y="46795"/>
                </a:moveTo>
                <a:cubicBezTo>
                  <a:pt x="86223" y="47642"/>
                  <a:pt x="86746" y="48637"/>
                  <a:pt x="87094" y="49782"/>
                </a:cubicBezTo>
                <a:cubicBezTo>
                  <a:pt x="87094" y="49795"/>
                  <a:pt x="87088" y="49801"/>
                  <a:pt x="87079" y="49801"/>
                </a:cubicBezTo>
                <a:cubicBezTo>
                  <a:pt x="87069" y="49801"/>
                  <a:pt x="87057" y="49795"/>
                  <a:pt x="87044" y="49782"/>
                </a:cubicBezTo>
                <a:cubicBezTo>
                  <a:pt x="86696" y="48662"/>
                  <a:pt x="86198" y="47667"/>
                  <a:pt x="85476" y="46870"/>
                </a:cubicBezTo>
                <a:cubicBezTo>
                  <a:pt x="85476" y="46820"/>
                  <a:pt x="85501" y="46820"/>
                  <a:pt x="85501" y="46795"/>
                </a:cubicBezTo>
                <a:close/>
                <a:moveTo>
                  <a:pt x="55931" y="45377"/>
                </a:moveTo>
                <a:lnTo>
                  <a:pt x="56204" y="45650"/>
                </a:lnTo>
                <a:cubicBezTo>
                  <a:pt x="56603" y="46049"/>
                  <a:pt x="57001" y="46447"/>
                  <a:pt x="57374" y="46795"/>
                </a:cubicBezTo>
                <a:cubicBezTo>
                  <a:pt x="57474" y="46895"/>
                  <a:pt x="57573" y="46970"/>
                  <a:pt x="57673" y="47044"/>
                </a:cubicBezTo>
                <a:cubicBezTo>
                  <a:pt x="57947" y="47318"/>
                  <a:pt x="58245" y="47567"/>
                  <a:pt x="58544" y="47816"/>
                </a:cubicBezTo>
                <a:cubicBezTo>
                  <a:pt x="58718" y="47990"/>
                  <a:pt x="58868" y="48115"/>
                  <a:pt x="59042" y="48264"/>
                </a:cubicBezTo>
                <a:cubicBezTo>
                  <a:pt x="59241" y="48438"/>
                  <a:pt x="59465" y="48637"/>
                  <a:pt x="59689" y="48787"/>
                </a:cubicBezTo>
                <a:cubicBezTo>
                  <a:pt x="59863" y="48936"/>
                  <a:pt x="60062" y="49060"/>
                  <a:pt x="60212" y="49185"/>
                </a:cubicBezTo>
                <a:cubicBezTo>
                  <a:pt x="60436" y="49359"/>
                  <a:pt x="60660" y="49508"/>
                  <a:pt x="60834" y="49658"/>
                </a:cubicBezTo>
                <a:cubicBezTo>
                  <a:pt x="60909" y="49732"/>
                  <a:pt x="60983" y="49782"/>
                  <a:pt x="61058" y="49807"/>
                </a:cubicBezTo>
                <a:cubicBezTo>
                  <a:pt x="61033" y="49807"/>
                  <a:pt x="61033" y="49857"/>
                  <a:pt x="60983" y="49857"/>
                </a:cubicBezTo>
                <a:cubicBezTo>
                  <a:pt x="60062" y="49235"/>
                  <a:pt x="59042" y="48388"/>
                  <a:pt x="57922" y="47393"/>
                </a:cubicBezTo>
                <a:lnTo>
                  <a:pt x="57847" y="47318"/>
                </a:lnTo>
                <a:cubicBezTo>
                  <a:pt x="57673" y="47144"/>
                  <a:pt x="57474" y="46994"/>
                  <a:pt x="57300" y="46795"/>
                </a:cubicBezTo>
                <a:lnTo>
                  <a:pt x="57175" y="46671"/>
                </a:lnTo>
                <a:cubicBezTo>
                  <a:pt x="56976" y="46522"/>
                  <a:pt x="56802" y="46322"/>
                  <a:pt x="56627" y="46148"/>
                </a:cubicBezTo>
                <a:lnTo>
                  <a:pt x="56478" y="45999"/>
                </a:lnTo>
                <a:cubicBezTo>
                  <a:pt x="56304" y="45800"/>
                  <a:pt x="56105" y="45576"/>
                  <a:pt x="55881" y="45401"/>
                </a:cubicBezTo>
                <a:lnTo>
                  <a:pt x="55856" y="45377"/>
                </a:lnTo>
                <a:lnTo>
                  <a:pt x="55856" y="45377"/>
                </a:lnTo>
                <a:cubicBezTo>
                  <a:pt x="55868" y="45389"/>
                  <a:pt x="55887" y="45395"/>
                  <a:pt x="55902" y="45395"/>
                </a:cubicBezTo>
                <a:cubicBezTo>
                  <a:pt x="55918" y="45395"/>
                  <a:pt x="55931" y="45389"/>
                  <a:pt x="55931" y="45377"/>
                </a:cubicBezTo>
                <a:close/>
                <a:moveTo>
                  <a:pt x="65439" y="46795"/>
                </a:moveTo>
                <a:lnTo>
                  <a:pt x="65439" y="46820"/>
                </a:lnTo>
                <a:lnTo>
                  <a:pt x="65439" y="46845"/>
                </a:lnTo>
                <a:cubicBezTo>
                  <a:pt x="65290" y="46970"/>
                  <a:pt x="65140" y="47069"/>
                  <a:pt x="64966" y="47194"/>
                </a:cubicBezTo>
                <a:cubicBezTo>
                  <a:pt x="64891" y="47268"/>
                  <a:pt x="64817" y="47318"/>
                  <a:pt x="64717" y="47393"/>
                </a:cubicBezTo>
                <a:cubicBezTo>
                  <a:pt x="64692" y="47393"/>
                  <a:pt x="64692" y="47418"/>
                  <a:pt x="64667" y="47418"/>
                </a:cubicBezTo>
                <a:cubicBezTo>
                  <a:pt x="64294" y="47691"/>
                  <a:pt x="63945" y="47940"/>
                  <a:pt x="63572" y="48214"/>
                </a:cubicBezTo>
                <a:cubicBezTo>
                  <a:pt x="63323" y="48413"/>
                  <a:pt x="63099" y="48587"/>
                  <a:pt x="62850" y="48787"/>
                </a:cubicBezTo>
                <a:lnTo>
                  <a:pt x="62825" y="48811"/>
                </a:lnTo>
                <a:lnTo>
                  <a:pt x="62751" y="48886"/>
                </a:lnTo>
                <a:cubicBezTo>
                  <a:pt x="62726" y="48911"/>
                  <a:pt x="62701" y="48936"/>
                  <a:pt x="62676" y="48936"/>
                </a:cubicBezTo>
                <a:cubicBezTo>
                  <a:pt x="62352" y="49185"/>
                  <a:pt x="62004" y="49434"/>
                  <a:pt x="61705" y="49683"/>
                </a:cubicBezTo>
                <a:cubicBezTo>
                  <a:pt x="61606" y="49757"/>
                  <a:pt x="61556" y="49807"/>
                  <a:pt x="61456" y="49882"/>
                </a:cubicBezTo>
                <a:cubicBezTo>
                  <a:pt x="61431" y="49857"/>
                  <a:pt x="61431" y="49857"/>
                  <a:pt x="61407" y="49857"/>
                </a:cubicBezTo>
                <a:cubicBezTo>
                  <a:pt x="61456" y="49782"/>
                  <a:pt x="61506" y="49757"/>
                  <a:pt x="61581" y="49683"/>
                </a:cubicBezTo>
                <a:cubicBezTo>
                  <a:pt x="62029" y="49309"/>
                  <a:pt x="62477" y="48986"/>
                  <a:pt x="62950" y="48637"/>
                </a:cubicBezTo>
                <a:cubicBezTo>
                  <a:pt x="63174" y="48488"/>
                  <a:pt x="63348" y="48314"/>
                  <a:pt x="63572" y="48164"/>
                </a:cubicBezTo>
                <a:cubicBezTo>
                  <a:pt x="64194" y="47691"/>
                  <a:pt x="64817" y="47243"/>
                  <a:pt x="65439" y="46795"/>
                </a:cubicBezTo>
                <a:close/>
                <a:moveTo>
                  <a:pt x="84207" y="48986"/>
                </a:moveTo>
                <a:cubicBezTo>
                  <a:pt x="84456" y="49110"/>
                  <a:pt x="84705" y="49185"/>
                  <a:pt x="84954" y="49284"/>
                </a:cubicBezTo>
                <a:cubicBezTo>
                  <a:pt x="84978" y="49284"/>
                  <a:pt x="85003" y="49309"/>
                  <a:pt x="85053" y="49309"/>
                </a:cubicBezTo>
                <a:cubicBezTo>
                  <a:pt x="85327" y="49434"/>
                  <a:pt x="85626" y="49533"/>
                  <a:pt x="85924" y="49633"/>
                </a:cubicBezTo>
                <a:cubicBezTo>
                  <a:pt x="85949" y="49633"/>
                  <a:pt x="85949" y="49633"/>
                  <a:pt x="85974" y="49658"/>
                </a:cubicBezTo>
                <a:cubicBezTo>
                  <a:pt x="86248" y="49757"/>
                  <a:pt x="86571" y="49857"/>
                  <a:pt x="86845" y="49932"/>
                </a:cubicBezTo>
                <a:lnTo>
                  <a:pt x="86845" y="49981"/>
                </a:lnTo>
                <a:lnTo>
                  <a:pt x="86845" y="50006"/>
                </a:lnTo>
                <a:cubicBezTo>
                  <a:pt x="86248" y="49857"/>
                  <a:pt x="85675" y="49658"/>
                  <a:pt x="85103" y="49434"/>
                </a:cubicBezTo>
                <a:cubicBezTo>
                  <a:pt x="84804" y="49309"/>
                  <a:pt x="84506" y="49185"/>
                  <a:pt x="84207" y="49060"/>
                </a:cubicBezTo>
                <a:cubicBezTo>
                  <a:pt x="84232" y="49060"/>
                  <a:pt x="84207" y="49060"/>
                  <a:pt x="84182" y="49011"/>
                </a:cubicBezTo>
                <a:cubicBezTo>
                  <a:pt x="84182" y="49011"/>
                  <a:pt x="84182" y="48986"/>
                  <a:pt x="84207" y="48986"/>
                </a:cubicBezTo>
                <a:close/>
                <a:moveTo>
                  <a:pt x="61232" y="49932"/>
                </a:moveTo>
                <a:lnTo>
                  <a:pt x="61307" y="50006"/>
                </a:lnTo>
                <a:cubicBezTo>
                  <a:pt x="61257" y="50006"/>
                  <a:pt x="61257" y="50031"/>
                  <a:pt x="61232" y="50031"/>
                </a:cubicBezTo>
                <a:lnTo>
                  <a:pt x="61207" y="50031"/>
                </a:lnTo>
                <a:cubicBezTo>
                  <a:pt x="61207" y="50031"/>
                  <a:pt x="61183" y="50031"/>
                  <a:pt x="61183" y="50006"/>
                </a:cubicBezTo>
                <a:lnTo>
                  <a:pt x="61232" y="49932"/>
                </a:lnTo>
                <a:close/>
                <a:moveTo>
                  <a:pt x="65563" y="47019"/>
                </a:moveTo>
                <a:cubicBezTo>
                  <a:pt x="65563" y="47069"/>
                  <a:pt x="65588" y="47144"/>
                  <a:pt x="65588" y="47194"/>
                </a:cubicBezTo>
                <a:cubicBezTo>
                  <a:pt x="65563" y="47318"/>
                  <a:pt x="65588" y="47418"/>
                  <a:pt x="65638" y="47517"/>
                </a:cubicBezTo>
                <a:cubicBezTo>
                  <a:pt x="65663" y="47567"/>
                  <a:pt x="65663" y="47667"/>
                  <a:pt x="65663" y="47741"/>
                </a:cubicBezTo>
                <a:cubicBezTo>
                  <a:pt x="64418" y="48438"/>
                  <a:pt x="63149" y="49235"/>
                  <a:pt x="61904" y="50131"/>
                </a:cubicBezTo>
                <a:cubicBezTo>
                  <a:pt x="61805" y="50106"/>
                  <a:pt x="61730" y="50031"/>
                  <a:pt x="61680" y="50006"/>
                </a:cubicBezTo>
                <a:lnTo>
                  <a:pt x="61655" y="50006"/>
                </a:lnTo>
                <a:cubicBezTo>
                  <a:pt x="61730" y="49932"/>
                  <a:pt x="61830" y="49832"/>
                  <a:pt x="61929" y="49782"/>
                </a:cubicBezTo>
                <a:cubicBezTo>
                  <a:pt x="62178" y="49558"/>
                  <a:pt x="62452" y="49384"/>
                  <a:pt x="62701" y="49160"/>
                </a:cubicBezTo>
                <a:cubicBezTo>
                  <a:pt x="62751" y="49135"/>
                  <a:pt x="62800" y="49110"/>
                  <a:pt x="62850" y="49036"/>
                </a:cubicBezTo>
                <a:cubicBezTo>
                  <a:pt x="63174" y="48787"/>
                  <a:pt x="63473" y="48563"/>
                  <a:pt x="63796" y="48314"/>
                </a:cubicBezTo>
                <a:cubicBezTo>
                  <a:pt x="64070" y="48090"/>
                  <a:pt x="64369" y="47891"/>
                  <a:pt x="64667" y="47667"/>
                </a:cubicBezTo>
                <a:cubicBezTo>
                  <a:pt x="64692" y="47642"/>
                  <a:pt x="64717" y="47592"/>
                  <a:pt x="64792" y="47567"/>
                </a:cubicBezTo>
                <a:cubicBezTo>
                  <a:pt x="65041" y="47393"/>
                  <a:pt x="65290" y="47194"/>
                  <a:pt x="65563" y="47019"/>
                </a:cubicBezTo>
                <a:close/>
                <a:moveTo>
                  <a:pt x="71164" y="45650"/>
                </a:moveTo>
                <a:lnTo>
                  <a:pt x="71164" y="45650"/>
                </a:lnTo>
                <a:cubicBezTo>
                  <a:pt x="70940" y="46024"/>
                  <a:pt x="70790" y="46322"/>
                  <a:pt x="70641" y="46571"/>
                </a:cubicBezTo>
                <a:cubicBezTo>
                  <a:pt x="70566" y="46671"/>
                  <a:pt x="70542" y="46770"/>
                  <a:pt x="70517" y="46820"/>
                </a:cubicBezTo>
                <a:cubicBezTo>
                  <a:pt x="70442" y="46945"/>
                  <a:pt x="70367" y="47069"/>
                  <a:pt x="70293" y="47194"/>
                </a:cubicBezTo>
                <a:cubicBezTo>
                  <a:pt x="70143" y="47393"/>
                  <a:pt x="70019" y="47567"/>
                  <a:pt x="69894" y="47791"/>
                </a:cubicBezTo>
                <a:cubicBezTo>
                  <a:pt x="69297" y="48139"/>
                  <a:pt x="68700" y="48488"/>
                  <a:pt x="68152" y="48861"/>
                </a:cubicBezTo>
                <a:cubicBezTo>
                  <a:pt x="68028" y="48936"/>
                  <a:pt x="67878" y="49011"/>
                  <a:pt x="67729" y="49110"/>
                </a:cubicBezTo>
                <a:cubicBezTo>
                  <a:pt x="67331" y="49359"/>
                  <a:pt x="66907" y="49658"/>
                  <a:pt x="66435" y="49981"/>
                </a:cubicBezTo>
                <a:lnTo>
                  <a:pt x="66161" y="50156"/>
                </a:lnTo>
                <a:cubicBezTo>
                  <a:pt x="66186" y="50106"/>
                  <a:pt x="66186" y="50031"/>
                  <a:pt x="66186" y="49932"/>
                </a:cubicBezTo>
                <a:cubicBezTo>
                  <a:pt x="66211" y="49882"/>
                  <a:pt x="66211" y="49782"/>
                  <a:pt x="66211" y="49732"/>
                </a:cubicBezTo>
                <a:cubicBezTo>
                  <a:pt x="66211" y="49658"/>
                  <a:pt x="66211" y="49558"/>
                  <a:pt x="66260" y="49484"/>
                </a:cubicBezTo>
                <a:cubicBezTo>
                  <a:pt x="66260" y="49384"/>
                  <a:pt x="66285" y="49309"/>
                  <a:pt x="66285" y="49235"/>
                </a:cubicBezTo>
                <a:lnTo>
                  <a:pt x="66285" y="48936"/>
                </a:lnTo>
                <a:lnTo>
                  <a:pt x="66285" y="48662"/>
                </a:lnTo>
                <a:cubicBezTo>
                  <a:pt x="66285" y="48563"/>
                  <a:pt x="66260" y="48488"/>
                  <a:pt x="66260" y="48388"/>
                </a:cubicBezTo>
                <a:cubicBezTo>
                  <a:pt x="66260" y="48289"/>
                  <a:pt x="66211" y="48164"/>
                  <a:pt x="66211" y="48065"/>
                </a:cubicBezTo>
                <a:cubicBezTo>
                  <a:pt x="66211" y="48040"/>
                  <a:pt x="66211" y="48015"/>
                  <a:pt x="66186" y="47940"/>
                </a:cubicBezTo>
                <a:cubicBezTo>
                  <a:pt x="67878" y="47019"/>
                  <a:pt x="69546" y="46248"/>
                  <a:pt x="71164" y="45650"/>
                </a:cubicBezTo>
                <a:close/>
                <a:moveTo>
                  <a:pt x="97250" y="48289"/>
                </a:moveTo>
                <a:cubicBezTo>
                  <a:pt x="97548" y="48911"/>
                  <a:pt x="97797" y="49558"/>
                  <a:pt x="97996" y="50255"/>
                </a:cubicBezTo>
                <a:lnTo>
                  <a:pt x="97947" y="50255"/>
                </a:lnTo>
                <a:cubicBezTo>
                  <a:pt x="97772" y="49558"/>
                  <a:pt x="97524" y="48936"/>
                  <a:pt x="97200" y="48363"/>
                </a:cubicBezTo>
                <a:cubicBezTo>
                  <a:pt x="97200" y="48314"/>
                  <a:pt x="97250" y="48289"/>
                  <a:pt x="97250" y="48289"/>
                </a:cubicBezTo>
                <a:close/>
                <a:moveTo>
                  <a:pt x="105265" y="40448"/>
                </a:moveTo>
                <a:cubicBezTo>
                  <a:pt x="105290" y="40448"/>
                  <a:pt x="105364" y="40473"/>
                  <a:pt x="105464" y="40548"/>
                </a:cubicBezTo>
                <a:cubicBezTo>
                  <a:pt x="105713" y="40821"/>
                  <a:pt x="105962" y="41095"/>
                  <a:pt x="106161" y="41419"/>
                </a:cubicBezTo>
                <a:cubicBezTo>
                  <a:pt x="106235" y="41518"/>
                  <a:pt x="106285" y="41568"/>
                  <a:pt x="106360" y="41668"/>
                </a:cubicBezTo>
                <a:cubicBezTo>
                  <a:pt x="106609" y="42041"/>
                  <a:pt x="106858" y="42439"/>
                  <a:pt x="107107" y="42838"/>
                </a:cubicBezTo>
                <a:cubicBezTo>
                  <a:pt x="107156" y="42937"/>
                  <a:pt x="107206" y="43037"/>
                  <a:pt x="107256" y="43136"/>
                </a:cubicBezTo>
                <a:cubicBezTo>
                  <a:pt x="107455" y="43460"/>
                  <a:pt x="107604" y="43808"/>
                  <a:pt x="107754" y="44182"/>
                </a:cubicBezTo>
                <a:cubicBezTo>
                  <a:pt x="107779" y="44256"/>
                  <a:pt x="107779" y="44281"/>
                  <a:pt x="107828" y="44331"/>
                </a:cubicBezTo>
                <a:lnTo>
                  <a:pt x="107903" y="44630"/>
                </a:lnTo>
                <a:cubicBezTo>
                  <a:pt x="108077" y="45028"/>
                  <a:pt x="108202" y="45401"/>
                  <a:pt x="108326" y="45825"/>
                </a:cubicBezTo>
                <a:cubicBezTo>
                  <a:pt x="108351" y="45899"/>
                  <a:pt x="108351" y="45949"/>
                  <a:pt x="108376" y="46024"/>
                </a:cubicBezTo>
                <a:cubicBezTo>
                  <a:pt x="108077" y="46248"/>
                  <a:pt x="107754" y="46422"/>
                  <a:pt x="107480" y="46621"/>
                </a:cubicBezTo>
                <a:cubicBezTo>
                  <a:pt x="107256" y="46770"/>
                  <a:pt x="107032" y="46895"/>
                  <a:pt x="106833" y="47044"/>
                </a:cubicBezTo>
                <a:cubicBezTo>
                  <a:pt x="106484" y="47243"/>
                  <a:pt x="106136" y="47418"/>
                  <a:pt x="105837" y="47617"/>
                </a:cubicBezTo>
                <a:cubicBezTo>
                  <a:pt x="105588" y="47741"/>
                  <a:pt x="105339" y="47891"/>
                  <a:pt x="105090" y="48015"/>
                </a:cubicBezTo>
                <a:cubicBezTo>
                  <a:pt x="104742" y="48164"/>
                  <a:pt x="104418" y="48314"/>
                  <a:pt x="104095" y="48438"/>
                </a:cubicBezTo>
                <a:cubicBezTo>
                  <a:pt x="103796" y="48563"/>
                  <a:pt x="103547" y="48687"/>
                  <a:pt x="103273" y="48811"/>
                </a:cubicBezTo>
                <a:cubicBezTo>
                  <a:pt x="102975" y="48936"/>
                  <a:pt x="102626" y="49060"/>
                  <a:pt x="102303" y="49160"/>
                </a:cubicBezTo>
                <a:cubicBezTo>
                  <a:pt x="102004" y="49260"/>
                  <a:pt x="101730" y="49384"/>
                  <a:pt x="101407" y="49484"/>
                </a:cubicBezTo>
                <a:cubicBezTo>
                  <a:pt x="101133" y="49558"/>
                  <a:pt x="100859" y="49633"/>
                  <a:pt x="100560" y="49732"/>
                </a:cubicBezTo>
                <a:cubicBezTo>
                  <a:pt x="100535" y="49732"/>
                  <a:pt x="100535" y="49732"/>
                  <a:pt x="100510" y="49757"/>
                </a:cubicBezTo>
                <a:lnTo>
                  <a:pt x="100486" y="49757"/>
                </a:lnTo>
                <a:cubicBezTo>
                  <a:pt x="100162" y="49857"/>
                  <a:pt x="99863" y="49932"/>
                  <a:pt x="99515" y="50006"/>
                </a:cubicBezTo>
                <a:cubicBezTo>
                  <a:pt x="99141" y="50106"/>
                  <a:pt x="98793" y="50156"/>
                  <a:pt x="98420" y="50230"/>
                </a:cubicBezTo>
                <a:cubicBezTo>
                  <a:pt x="98395" y="50230"/>
                  <a:pt x="98370" y="50230"/>
                  <a:pt x="98295" y="50255"/>
                </a:cubicBezTo>
                <a:cubicBezTo>
                  <a:pt x="98071" y="49484"/>
                  <a:pt x="97797" y="48762"/>
                  <a:pt x="97449" y="48115"/>
                </a:cubicBezTo>
                <a:cubicBezTo>
                  <a:pt x="98046" y="46994"/>
                  <a:pt x="98619" y="45874"/>
                  <a:pt x="99166" y="44754"/>
                </a:cubicBezTo>
                <a:cubicBezTo>
                  <a:pt x="99291" y="44680"/>
                  <a:pt x="99415" y="44630"/>
                  <a:pt x="99515" y="44555"/>
                </a:cubicBezTo>
                <a:cubicBezTo>
                  <a:pt x="99614" y="44505"/>
                  <a:pt x="99739" y="44456"/>
                  <a:pt x="99814" y="44406"/>
                </a:cubicBezTo>
                <a:lnTo>
                  <a:pt x="100486" y="44032"/>
                </a:lnTo>
                <a:cubicBezTo>
                  <a:pt x="100610" y="43958"/>
                  <a:pt x="100735" y="43908"/>
                  <a:pt x="100809" y="43833"/>
                </a:cubicBezTo>
                <a:cubicBezTo>
                  <a:pt x="101008" y="43709"/>
                  <a:pt x="101232" y="43584"/>
                  <a:pt x="101407" y="43460"/>
                </a:cubicBezTo>
                <a:cubicBezTo>
                  <a:pt x="101531" y="43385"/>
                  <a:pt x="101655" y="43311"/>
                  <a:pt x="101780" y="43211"/>
                </a:cubicBezTo>
                <a:cubicBezTo>
                  <a:pt x="101979" y="43087"/>
                  <a:pt x="102153" y="42962"/>
                  <a:pt x="102303" y="42838"/>
                </a:cubicBezTo>
                <a:cubicBezTo>
                  <a:pt x="102427" y="42763"/>
                  <a:pt x="102601" y="42663"/>
                  <a:pt x="102726" y="42564"/>
                </a:cubicBezTo>
                <a:cubicBezTo>
                  <a:pt x="102875" y="42439"/>
                  <a:pt x="103049" y="42315"/>
                  <a:pt x="103224" y="42190"/>
                </a:cubicBezTo>
                <a:cubicBezTo>
                  <a:pt x="103373" y="42066"/>
                  <a:pt x="103497" y="41966"/>
                  <a:pt x="103647" y="41842"/>
                </a:cubicBezTo>
                <a:cubicBezTo>
                  <a:pt x="103796" y="41718"/>
                  <a:pt x="103970" y="41593"/>
                  <a:pt x="104095" y="41469"/>
                </a:cubicBezTo>
                <a:lnTo>
                  <a:pt x="104543" y="41095"/>
                </a:lnTo>
                <a:cubicBezTo>
                  <a:pt x="104717" y="40971"/>
                  <a:pt x="104842" y="40846"/>
                  <a:pt x="104966" y="40722"/>
                </a:cubicBezTo>
                <a:cubicBezTo>
                  <a:pt x="105041" y="40647"/>
                  <a:pt x="105165" y="40548"/>
                  <a:pt x="105265" y="40448"/>
                </a:cubicBezTo>
                <a:close/>
                <a:moveTo>
                  <a:pt x="61506" y="50131"/>
                </a:moveTo>
                <a:cubicBezTo>
                  <a:pt x="61556" y="50156"/>
                  <a:pt x="61581" y="50156"/>
                  <a:pt x="61606" y="50180"/>
                </a:cubicBezTo>
                <a:cubicBezTo>
                  <a:pt x="61606" y="50180"/>
                  <a:pt x="61680" y="50230"/>
                  <a:pt x="61705" y="50280"/>
                </a:cubicBezTo>
                <a:cubicBezTo>
                  <a:pt x="61606" y="50255"/>
                  <a:pt x="61506" y="50230"/>
                  <a:pt x="61456" y="50156"/>
                </a:cubicBezTo>
                <a:cubicBezTo>
                  <a:pt x="61481" y="50156"/>
                  <a:pt x="61481" y="50131"/>
                  <a:pt x="61506" y="50131"/>
                </a:cubicBezTo>
                <a:close/>
                <a:moveTo>
                  <a:pt x="65688" y="47940"/>
                </a:moveTo>
                <a:lnTo>
                  <a:pt x="65688" y="48015"/>
                </a:lnTo>
                <a:cubicBezTo>
                  <a:pt x="64518" y="48687"/>
                  <a:pt x="63323" y="49434"/>
                  <a:pt x="62128" y="50280"/>
                </a:cubicBezTo>
                <a:cubicBezTo>
                  <a:pt x="62103" y="50280"/>
                  <a:pt x="62103" y="50255"/>
                  <a:pt x="62079" y="50255"/>
                </a:cubicBezTo>
                <a:cubicBezTo>
                  <a:pt x="63298" y="49409"/>
                  <a:pt x="64518" y="48637"/>
                  <a:pt x="65688" y="47940"/>
                </a:cubicBezTo>
                <a:close/>
                <a:moveTo>
                  <a:pt x="65987" y="48065"/>
                </a:moveTo>
                <a:cubicBezTo>
                  <a:pt x="65987" y="48164"/>
                  <a:pt x="66036" y="48264"/>
                  <a:pt x="66036" y="48363"/>
                </a:cubicBezTo>
                <a:cubicBezTo>
                  <a:pt x="66036" y="48488"/>
                  <a:pt x="66061" y="48563"/>
                  <a:pt x="66061" y="48687"/>
                </a:cubicBezTo>
                <a:lnTo>
                  <a:pt x="66061" y="48911"/>
                </a:lnTo>
                <a:lnTo>
                  <a:pt x="66061" y="49210"/>
                </a:lnTo>
                <a:lnTo>
                  <a:pt x="66061" y="49434"/>
                </a:lnTo>
                <a:cubicBezTo>
                  <a:pt x="66061" y="49533"/>
                  <a:pt x="66061" y="49633"/>
                  <a:pt x="66036" y="49708"/>
                </a:cubicBezTo>
                <a:cubicBezTo>
                  <a:pt x="66036" y="49782"/>
                  <a:pt x="65987" y="49832"/>
                  <a:pt x="65987" y="49932"/>
                </a:cubicBezTo>
                <a:cubicBezTo>
                  <a:pt x="65987" y="50006"/>
                  <a:pt x="65962" y="50081"/>
                  <a:pt x="65962" y="50156"/>
                </a:cubicBezTo>
                <a:cubicBezTo>
                  <a:pt x="65937" y="50255"/>
                  <a:pt x="65912" y="50305"/>
                  <a:pt x="65862" y="50380"/>
                </a:cubicBezTo>
                <a:cubicBezTo>
                  <a:pt x="65862" y="50380"/>
                  <a:pt x="65862" y="50405"/>
                  <a:pt x="65837" y="50405"/>
                </a:cubicBezTo>
                <a:cubicBezTo>
                  <a:pt x="65812" y="50429"/>
                  <a:pt x="65787" y="50429"/>
                  <a:pt x="65738" y="50454"/>
                </a:cubicBezTo>
                <a:cubicBezTo>
                  <a:pt x="65738" y="50429"/>
                  <a:pt x="65787" y="50405"/>
                  <a:pt x="65787" y="50380"/>
                </a:cubicBezTo>
                <a:cubicBezTo>
                  <a:pt x="65812" y="50255"/>
                  <a:pt x="65837" y="50180"/>
                  <a:pt x="65862" y="50106"/>
                </a:cubicBezTo>
                <a:cubicBezTo>
                  <a:pt x="65862" y="50031"/>
                  <a:pt x="65912" y="50006"/>
                  <a:pt x="65912" y="49932"/>
                </a:cubicBezTo>
                <a:cubicBezTo>
                  <a:pt x="65937" y="49857"/>
                  <a:pt x="65937" y="49782"/>
                  <a:pt x="65962" y="49683"/>
                </a:cubicBezTo>
                <a:lnTo>
                  <a:pt x="65962" y="49484"/>
                </a:lnTo>
                <a:cubicBezTo>
                  <a:pt x="65962" y="49384"/>
                  <a:pt x="65962" y="49284"/>
                  <a:pt x="66011" y="49185"/>
                </a:cubicBezTo>
                <a:lnTo>
                  <a:pt x="66011" y="48936"/>
                </a:lnTo>
                <a:lnTo>
                  <a:pt x="66011" y="48662"/>
                </a:lnTo>
                <a:cubicBezTo>
                  <a:pt x="66011" y="48563"/>
                  <a:pt x="65962" y="48488"/>
                  <a:pt x="65962" y="48388"/>
                </a:cubicBezTo>
                <a:cubicBezTo>
                  <a:pt x="65962" y="48289"/>
                  <a:pt x="65937" y="48189"/>
                  <a:pt x="65937" y="48090"/>
                </a:cubicBezTo>
                <a:cubicBezTo>
                  <a:pt x="65962" y="48090"/>
                  <a:pt x="65962" y="48065"/>
                  <a:pt x="65987" y="48065"/>
                </a:cubicBezTo>
                <a:close/>
                <a:moveTo>
                  <a:pt x="97100" y="48538"/>
                </a:moveTo>
                <a:cubicBezTo>
                  <a:pt x="97374" y="49110"/>
                  <a:pt x="97573" y="49658"/>
                  <a:pt x="97772" y="50280"/>
                </a:cubicBezTo>
                <a:cubicBezTo>
                  <a:pt x="97673" y="50305"/>
                  <a:pt x="97548" y="50355"/>
                  <a:pt x="97449" y="50355"/>
                </a:cubicBezTo>
                <a:cubicBezTo>
                  <a:pt x="97001" y="50405"/>
                  <a:pt x="96478" y="50479"/>
                  <a:pt x="96030" y="50504"/>
                </a:cubicBezTo>
                <a:cubicBezTo>
                  <a:pt x="96403" y="49857"/>
                  <a:pt x="96777" y="49185"/>
                  <a:pt x="97100" y="48538"/>
                </a:cubicBezTo>
                <a:close/>
                <a:moveTo>
                  <a:pt x="108401" y="46273"/>
                </a:moveTo>
                <a:lnTo>
                  <a:pt x="108401" y="46298"/>
                </a:lnTo>
                <a:lnTo>
                  <a:pt x="108401" y="46322"/>
                </a:lnTo>
                <a:cubicBezTo>
                  <a:pt x="108152" y="46522"/>
                  <a:pt x="107878" y="46671"/>
                  <a:pt x="107629" y="46820"/>
                </a:cubicBezTo>
                <a:cubicBezTo>
                  <a:pt x="107380" y="46994"/>
                  <a:pt x="107132" y="47169"/>
                  <a:pt x="106858" y="47318"/>
                </a:cubicBezTo>
                <a:cubicBezTo>
                  <a:pt x="106584" y="47492"/>
                  <a:pt x="106260" y="47642"/>
                  <a:pt x="105987" y="47791"/>
                </a:cubicBezTo>
                <a:cubicBezTo>
                  <a:pt x="105713" y="47940"/>
                  <a:pt x="105389" y="48115"/>
                  <a:pt x="105115" y="48264"/>
                </a:cubicBezTo>
                <a:cubicBezTo>
                  <a:pt x="104842" y="48388"/>
                  <a:pt x="104543" y="48513"/>
                  <a:pt x="104294" y="48637"/>
                </a:cubicBezTo>
                <a:cubicBezTo>
                  <a:pt x="103945" y="48787"/>
                  <a:pt x="103647" y="48936"/>
                  <a:pt x="103298" y="49060"/>
                </a:cubicBezTo>
                <a:lnTo>
                  <a:pt x="102552" y="49359"/>
                </a:lnTo>
                <a:cubicBezTo>
                  <a:pt x="102178" y="49484"/>
                  <a:pt x="101805" y="49633"/>
                  <a:pt x="101431" y="49757"/>
                </a:cubicBezTo>
                <a:cubicBezTo>
                  <a:pt x="101183" y="49807"/>
                  <a:pt x="100934" y="49882"/>
                  <a:pt x="100735" y="49932"/>
                </a:cubicBezTo>
                <a:cubicBezTo>
                  <a:pt x="100311" y="50056"/>
                  <a:pt x="99913" y="50180"/>
                  <a:pt x="99515" y="50280"/>
                </a:cubicBezTo>
                <a:cubicBezTo>
                  <a:pt x="99266" y="50355"/>
                  <a:pt x="99017" y="50380"/>
                  <a:pt x="98743" y="50429"/>
                </a:cubicBezTo>
                <a:cubicBezTo>
                  <a:pt x="98619" y="50479"/>
                  <a:pt x="98445" y="50504"/>
                  <a:pt x="98320" y="50529"/>
                </a:cubicBezTo>
                <a:lnTo>
                  <a:pt x="98270" y="50405"/>
                </a:lnTo>
                <a:cubicBezTo>
                  <a:pt x="98320" y="50405"/>
                  <a:pt x="98370" y="50380"/>
                  <a:pt x="98420" y="50380"/>
                </a:cubicBezTo>
                <a:cubicBezTo>
                  <a:pt x="98445" y="50380"/>
                  <a:pt x="98519" y="50355"/>
                  <a:pt x="98544" y="50355"/>
                </a:cubicBezTo>
                <a:cubicBezTo>
                  <a:pt x="98868" y="50280"/>
                  <a:pt x="99166" y="50255"/>
                  <a:pt x="99490" y="50156"/>
                </a:cubicBezTo>
                <a:cubicBezTo>
                  <a:pt x="99565" y="50131"/>
                  <a:pt x="99664" y="50106"/>
                  <a:pt x="99739" y="50106"/>
                </a:cubicBezTo>
                <a:cubicBezTo>
                  <a:pt x="99938" y="50031"/>
                  <a:pt x="100137" y="49981"/>
                  <a:pt x="100361" y="49907"/>
                </a:cubicBezTo>
                <a:lnTo>
                  <a:pt x="100386" y="49907"/>
                </a:lnTo>
                <a:cubicBezTo>
                  <a:pt x="100411" y="49907"/>
                  <a:pt x="100486" y="49882"/>
                  <a:pt x="100510" y="49882"/>
                </a:cubicBezTo>
                <a:cubicBezTo>
                  <a:pt x="100560" y="49857"/>
                  <a:pt x="100635" y="49857"/>
                  <a:pt x="100685" y="49807"/>
                </a:cubicBezTo>
                <a:cubicBezTo>
                  <a:pt x="100934" y="49757"/>
                  <a:pt x="101183" y="49683"/>
                  <a:pt x="101407" y="49633"/>
                </a:cubicBezTo>
                <a:cubicBezTo>
                  <a:pt x="101680" y="49533"/>
                  <a:pt x="101929" y="49434"/>
                  <a:pt x="102228" y="49359"/>
                </a:cubicBezTo>
                <a:cubicBezTo>
                  <a:pt x="102253" y="49359"/>
                  <a:pt x="102278" y="49309"/>
                  <a:pt x="102303" y="49309"/>
                </a:cubicBezTo>
                <a:cubicBezTo>
                  <a:pt x="102651" y="49185"/>
                  <a:pt x="102975" y="49110"/>
                  <a:pt x="103298" y="48986"/>
                </a:cubicBezTo>
                <a:cubicBezTo>
                  <a:pt x="103497" y="48911"/>
                  <a:pt x="103647" y="48811"/>
                  <a:pt x="103796" y="48762"/>
                </a:cubicBezTo>
                <a:cubicBezTo>
                  <a:pt x="103871" y="48737"/>
                  <a:pt x="103970" y="48687"/>
                  <a:pt x="104020" y="48662"/>
                </a:cubicBezTo>
                <a:cubicBezTo>
                  <a:pt x="104045" y="48637"/>
                  <a:pt x="104120" y="48637"/>
                  <a:pt x="104145" y="48612"/>
                </a:cubicBezTo>
                <a:cubicBezTo>
                  <a:pt x="104169" y="48612"/>
                  <a:pt x="104219" y="48563"/>
                  <a:pt x="104244" y="48563"/>
                </a:cubicBezTo>
                <a:cubicBezTo>
                  <a:pt x="104518" y="48438"/>
                  <a:pt x="104842" y="48314"/>
                  <a:pt x="105115" y="48189"/>
                </a:cubicBezTo>
                <a:cubicBezTo>
                  <a:pt x="105339" y="48115"/>
                  <a:pt x="105538" y="47940"/>
                  <a:pt x="105763" y="47866"/>
                </a:cubicBezTo>
                <a:cubicBezTo>
                  <a:pt x="105837" y="47816"/>
                  <a:pt x="105862" y="47791"/>
                  <a:pt x="105912" y="47766"/>
                </a:cubicBezTo>
                <a:cubicBezTo>
                  <a:pt x="105962" y="47766"/>
                  <a:pt x="105962" y="47741"/>
                  <a:pt x="105987" y="47741"/>
                </a:cubicBezTo>
                <a:cubicBezTo>
                  <a:pt x="106161" y="47642"/>
                  <a:pt x="106385" y="47517"/>
                  <a:pt x="106584" y="47418"/>
                </a:cubicBezTo>
                <a:cubicBezTo>
                  <a:pt x="106659" y="47368"/>
                  <a:pt x="106783" y="47318"/>
                  <a:pt x="106883" y="47268"/>
                </a:cubicBezTo>
                <a:cubicBezTo>
                  <a:pt x="107082" y="47144"/>
                  <a:pt x="107256" y="47019"/>
                  <a:pt x="107480" y="46895"/>
                </a:cubicBezTo>
                <a:cubicBezTo>
                  <a:pt x="107530" y="46870"/>
                  <a:pt x="107604" y="46795"/>
                  <a:pt x="107654" y="46770"/>
                </a:cubicBezTo>
                <a:cubicBezTo>
                  <a:pt x="107903" y="46621"/>
                  <a:pt x="108152" y="46447"/>
                  <a:pt x="108401" y="46273"/>
                </a:cubicBezTo>
                <a:close/>
                <a:moveTo>
                  <a:pt x="97026" y="48289"/>
                </a:moveTo>
                <a:cubicBezTo>
                  <a:pt x="97026" y="48314"/>
                  <a:pt x="97051" y="48363"/>
                  <a:pt x="97051" y="48363"/>
                </a:cubicBezTo>
                <a:cubicBezTo>
                  <a:pt x="96627" y="49060"/>
                  <a:pt x="96204" y="49807"/>
                  <a:pt x="95806" y="50554"/>
                </a:cubicBezTo>
                <a:lnTo>
                  <a:pt x="95756" y="50554"/>
                </a:lnTo>
                <a:cubicBezTo>
                  <a:pt x="96179" y="49807"/>
                  <a:pt x="96627" y="49036"/>
                  <a:pt x="97026" y="48289"/>
                </a:cubicBezTo>
                <a:close/>
                <a:moveTo>
                  <a:pt x="69646" y="48239"/>
                </a:moveTo>
                <a:cubicBezTo>
                  <a:pt x="69646" y="48264"/>
                  <a:pt x="69621" y="48264"/>
                  <a:pt x="69621" y="48289"/>
                </a:cubicBezTo>
                <a:cubicBezTo>
                  <a:pt x="69496" y="48363"/>
                  <a:pt x="69372" y="48438"/>
                  <a:pt x="69247" y="48513"/>
                </a:cubicBezTo>
                <a:cubicBezTo>
                  <a:pt x="69197" y="48513"/>
                  <a:pt x="69197" y="48538"/>
                  <a:pt x="69173" y="48538"/>
                </a:cubicBezTo>
                <a:cubicBezTo>
                  <a:pt x="68077" y="49160"/>
                  <a:pt x="67032" y="49882"/>
                  <a:pt x="65937" y="50629"/>
                </a:cubicBezTo>
                <a:lnTo>
                  <a:pt x="65962" y="50604"/>
                </a:lnTo>
                <a:lnTo>
                  <a:pt x="65962" y="50554"/>
                </a:lnTo>
                <a:cubicBezTo>
                  <a:pt x="66708" y="50031"/>
                  <a:pt x="67704" y="49384"/>
                  <a:pt x="68650" y="48811"/>
                </a:cubicBezTo>
                <a:cubicBezTo>
                  <a:pt x="68774" y="48762"/>
                  <a:pt x="68874" y="48687"/>
                  <a:pt x="68998" y="48637"/>
                </a:cubicBezTo>
                <a:lnTo>
                  <a:pt x="69073" y="48563"/>
                </a:lnTo>
                <a:cubicBezTo>
                  <a:pt x="69272" y="48488"/>
                  <a:pt x="69446" y="48363"/>
                  <a:pt x="69646" y="48239"/>
                </a:cubicBezTo>
                <a:close/>
                <a:moveTo>
                  <a:pt x="95408" y="46173"/>
                </a:moveTo>
                <a:cubicBezTo>
                  <a:pt x="96030" y="46696"/>
                  <a:pt x="96503" y="47368"/>
                  <a:pt x="96901" y="48065"/>
                </a:cubicBezTo>
                <a:cubicBezTo>
                  <a:pt x="96453" y="48911"/>
                  <a:pt x="96005" y="49757"/>
                  <a:pt x="95507" y="50554"/>
                </a:cubicBezTo>
                <a:lnTo>
                  <a:pt x="95458" y="50554"/>
                </a:lnTo>
                <a:cubicBezTo>
                  <a:pt x="94810" y="50629"/>
                  <a:pt x="94138" y="50653"/>
                  <a:pt x="93466" y="50653"/>
                </a:cubicBezTo>
                <a:cubicBezTo>
                  <a:pt x="92968" y="50653"/>
                  <a:pt x="92471" y="50629"/>
                  <a:pt x="91973" y="50604"/>
                </a:cubicBezTo>
                <a:lnTo>
                  <a:pt x="91649" y="50604"/>
                </a:lnTo>
                <a:cubicBezTo>
                  <a:pt x="91151" y="50554"/>
                  <a:pt x="90654" y="50504"/>
                  <a:pt x="90181" y="50429"/>
                </a:cubicBezTo>
                <a:lnTo>
                  <a:pt x="90081" y="50429"/>
                </a:lnTo>
                <a:cubicBezTo>
                  <a:pt x="89733" y="50405"/>
                  <a:pt x="89434" y="50355"/>
                  <a:pt x="89085" y="50280"/>
                </a:cubicBezTo>
                <a:cubicBezTo>
                  <a:pt x="88986" y="50255"/>
                  <a:pt x="88911" y="50255"/>
                  <a:pt x="88812" y="50230"/>
                </a:cubicBezTo>
                <a:cubicBezTo>
                  <a:pt x="88563" y="50156"/>
                  <a:pt x="88314" y="50131"/>
                  <a:pt x="88065" y="50056"/>
                </a:cubicBezTo>
                <a:lnTo>
                  <a:pt x="87990" y="50056"/>
                </a:lnTo>
                <a:lnTo>
                  <a:pt x="87617" y="49981"/>
                </a:lnTo>
                <a:cubicBezTo>
                  <a:pt x="87542" y="49932"/>
                  <a:pt x="87418" y="49907"/>
                  <a:pt x="87318" y="49882"/>
                </a:cubicBezTo>
                <a:cubicBezTo>
                  <a:pt x="86995" y="48687"/>
                  <a:pt x="86472" y="47667"/>
                  <a:pt x="85750" y="46820"/>
                </a:cubicBezTo>
                <a:lnTo>
                  <a:pt x="85825" y="46820"/>
                </a:lnTo>
                <a:cubicBezTo>
                  <a:pt x="85924" y="46870"/>
                  <a:pt x="85999" y="46870"/>
                  <a:pt x="86099" y="46895"/>
                </a:cubicBezTo>
                <a:cubicBezTo>
                  <a:pt x="86497" y="46945"/>
                  <a:pt x="86870" y="46994"/>
                  <a:pt x="87293" y="47044"/>
                </a:cubicBezTo>
                <a:cubicBezTo>
                  <a:pt x="87368" y="47044"/>
                  <a:pt x="87492" y="47069"/>
                  <a:pt x="87592" y="47069"/>
                </a:cubicBezTo>
                <a:cubicBezTo>
                  <a:pt x="88090" y="47094"/>
                  <a:pt x="88588" y="47144"/>
                  <a:pt x="89085" y="47144"/>
                </a:cubicBezTo>
                <a:cubicBezTo>
                  <a:pt x="89733" y="47144"/>
                  <a:pt x="90405" y="47094"/>
                  <a:pt x="91027" y="47044"/>
                </a:cubicBezTo>
                <a:cubicBezTo>
                  <a:pt x="91077" y="47044"/>
                  <a:pt x="91176" y="47044"/>
                  <a:pt x="91226" y="47019"/>
                </a:cubicBezTo>
                <a:lnTo>
                  <a:pt x="92072" y="46920"/>
                </a:lnTo>
                <a:cubicBezTo>
                  <a:pt x="92172" y="46920"/>
                  <a:pt x="92222" y="46895"/>
                  <a:pt x="92321" y="46895"/>
                </a:cubicBezTo>
                <a:cubicBezTo>
                  <a:pt x="92595" y="46845"/>
                  <a:pt x="92894" y="46795"/>
                  <a:pt x="93168" y="46721"/>
                </a:cubicBezTo>
                <a:cubicBezTo>
                  <a:pt x="93217" y="46721"/>
                  <a:pt x="93317" y="46696"/>
                  <a:pt x="93392" y="46696"/>
                </a:cubicBezTo>
                <a:lnTo>
                  <a:pt x="94213" y="46522"/>
                </a:lnTo>
                <a:cubicBezTo>
                  <a:pt x="94288" y="46472"/>
                  <a:pt x="94387" y="46472"/>
                  <a:pt x="94437" y="46447"/>
                </a:cubicBezTo>
                <a:cubicBezTo>
                  <a:pt x="94711" y="46397"/>
                  <a:pt x="95010" y="46298"/>
                  <a:pt x="95283" y="46198"/>
                </a:cubicBezTo>
                <a:cubicBezTo>
                  <a:pt x="95308" y="46198"/>
                  <a:pt x="95333" y="46173"/>
                  <a:pt x="95408" y="46173"/>
                </a:cubicBezTo>
                <a:close/>
                <a:moveTo>
                  <a:pt x="97797" y="50529"/>
                </a:moveTo>
                <a:lnTo>
                  <a:pt x="97797" y="50554"/>
                </a:lnTo>
                <a:lnTo>
                  <a:pt x="97797" y="50604"/>
                </a:lnTo>
                <a:cubicBezTo>
                  <a:pt x="97673" y="50629"/>
                  <a:pt x="97548" y="50653"/>
                  <a:pt x="97424" y="50653"/>
                </a:cubicBezTo>
                <a:cubicBezTo>
                  <a:pt x="97150" y="50678"/>
                  <a:pt x="96876" y="50728"/>
                  <a:pt x="96553" y="50753"/>
                </a:cubicBezTo>
                <a:cubicBezTo>
                  <a:pt x="96379" y="50753"/>
                  <a:pt x="96130" y="50778"/>
                  <a:pt x="95881" y="50778"/>
                </a:cubicBezTo>
                <a:lnTo>
                  <a:pt x="95906" y="50753"/>
                </a:lnTo>
                <a:cubicBezTo>
                  <a:pt x="96030" y="50753"/>
                  <a:pt x="96130" y="50728"/>
                  <a:pt x="96254" y="50728"/>
                </a:cubicBezTo>
                <a:lnTo>
                  <a:pt x="96379" y="50728"/>
                </a:lnTo>
                <a:cubicBezTo>
                  <a:pt x="96752" y="50678"/>
                  <a:pt x="97125" y="50653"/>
                  <a:pt x="97499" y="50604"/>
                </a:cubicBezTo>
                <a:lnTo>
                  <a:pt x="97524" y="50604"/>
                </a:lnTo>
                <a:cubicBezTo>
                  <a:pt x="97623" y="50554"/>
                  <a:pt x="97698" y="50554"/>
                  <a:pt x="97797" y="50529"/>
                </a:cubicBezTo>
                <a:close/>
                <a:moveTo>
                  <a:pt x="95682" y="50753"/>
                </a:moveTo>
                <a:cubicBezTo>
                  <a:pt x="95682" y="50753"/>
                  <a:pt x="95682" y="50778"/>
                  <a:pt x="95657" y="50778"/>
                </a:cubicBezTo>
                <a:lnTo>
                  <a:pt x="95657" y="50803"/>
                </a:lnTo>
                <a:lnTo>
                  <a:pt x="95582" y="50803"/>
                </a:lnTo>
                <a:cubicBezTo>
                  <a:pt x="95582" y="50803"/>
                  <a:pt x="95582" y="50778"/>
                  <a:pt x="95632" y="50778"/>
                </a:cubicBezTo>
                <a:cubicBezTo>
                  <a:pt x="95632" y="50778"/>
                  <a:pt x="95632" y="50753"/>
                  <a:pt x="95657" y="50753"/>
                </a:cubicBezTo>
                <a:close/>
                <a:moveTo>
                  <a:pt x="65613" y="50778"/>
                </a:moveTo>
                <a:cubicBezTo>
                  <a:pt x="65588" y="50803"/>
                  <a:pt x="65563" y="50853"/>
                  <a:pt x="65514" y="50853"/>
                </a:cubicBezTo>
                <a:cubicBezTo>
                  <a:pt x="65538" y="50803"/>
                  <a:pt x="65563" y="50778"/>
                  <a:pt x="65613" y="50778"/>
                </a:cubicBezTo>
                <a:close/>
                <a:moveTo>
                  <a:pt x="87368" y="50056"/>
                </a:moveTo>
                <a:cubicBezTo>
                  <a:pt x="87542" y="50106"/>
                  <a:pt x="87692" y="50156"/>
                  <a:pt x="87841" y="50180"/>
                </a:cubicBezTo>
                <a:cubicBezTo>
                  <a:pt x="87916" y="50180"/>
                  <a:pt x="87940" y="50230"/>
                  <a:pt x="87990" y="50230"/>
                </a:cubicBezTo>
                <a:cubicBezTo>
                  <a:pt x="88339" y="50305"/>
                  <a:pt x="88712" y="50380"/>
                  <a:pt x="89061" y="50429"/>
                </a:cubicBezTo>
                <a:cubicBezTo>
                  <a:pt x="89110" y="50429"/>
                  <a:pt x="89160" y="50454"/>
                  <a:pt x="89210" y="50454"/>
                </a:cubicBezTo>
                <a:cubicBezTo>
                  <a:pt x="89334" y="50504"/>
                  <a:pt x="89459" y="50504"/>
                  <a:pt x="89558" y="50529"/>
                </a:cubicBezTo>
                <a:lnTo>
                  <a:pt x="90106" y="50629"/>
                </a:lnTo>
                <a:cubicBezTo>
                  <a:pt x="90206" y="50629"/>
                  <a:pt x="90305" y="50653"/>
                  <a:pt x="90355" y="50653"/>
                </a:cubicBezTo>
                <a:lnTo>
                  <a:pt x="90454" y="50653"/>
                </a:lnTo>
                <a:cubicBezTo>
                  <a:pt x="90579" y="50678"/>
                  <a:pt x="90728" y="50678"/>
                  <a:pt x="90853" y="50703"/>
                </a:cubicBezTo>
                <a:cubicBezTo>
                  <a:pt x="90977" y="50703"/>
                  <a:pt x="91077" y="50753"/>
                  <a:pt x="91201" y="50753"/>
                </a:cubicBezTo>
                <a:cubicBezTo>
                  <a:pt x="91351" y="50753"/>
                  <a:pt x="91525" y="50778"/>
                  <a:pt x="91674" y="50778"/>
                </a:cubicBezTo>
                <a:lnTo>
                  <a:pt x="91799" y="50778"/>
                </a:lnTo>
                <a:cubicBezTo>
                  <a:pt x="91923" y="50778"/>
                  <a:pt x="92048" y="50803"/>
                  <a:pt x="92172" y="50803"/>
                </a:cubicBezTo>
                <a:lnTo>
                  <a:pt x="92321" y="50803"/>
                </a:lnTo>
                <a:cubicBezTo>
                  <a:pt x="92695" y="50828"/>
                  <a:pt x="93068" y="50828"/>
                  <a:pt x="93441" y="50828"/>
                </a:cubicBezTo>
                <a:cubicBezTo>
                  <a:pt x="94089" y="50828"/>
                  <a:pt x="94711" y="50803"/>
                  <a:pt x="95333" y="50778"/>
                </a:cubicBezTo>
                <a:lnTo>
                  <a:pt x="95333" y="50778"/>
                </a:lnTo>
                <a:cubicBezTo>
                  <a:pt x="95333" y="50778"/>
                  <a:pt x="95333" y="50803"/>
                  <a:pt x="95308" y="50803"/>
                </a:cubicBezTo>
                <a:cubicBezTo>
                  <a:pt x="95308" y="50803"/>
                  <a:pt x="95308" y="50828"/>
                  <a:pt x="95283" y="50828"/>
                </a:cubicBezTo>
                <a:cubicBezTo>
                  <a:pt x="94960" y="50877"/>
                  <a:pt x="94636" y="50877"/>
                  <a:pt x="94313" y="50877"/>
                </a:cubicBezTo>
                <a:lnTo>
                  <a:pt x="94263" y="50877"/>
                </a:lnTo>
                <a:cubicBezTo>
                  <a:pt x="93964" y="50877"/>
                  <a:pt x="93690" y="50902"/>
                  <a:pt x="93417" y="50902"/>
                </a:cubicBezTo>
                <a:lnTo>
                  <a:pt x="92321" y="50902"/>
                </a:lnTo>
                <a:cubicBezTo>
                  <a:pt x="92023" y="50902"/>
                  <a:pt x="91724" y="50877"/>
                  <a:pt x="91425" y="50828"/>
                </a:cubicBezTo>
                <a:lnTo>
                  <a:pt x="91226" y="50828"/>
                </a:lnTo>
                <a:cubicBezTo>
                  <a:pt x="90903" y="50803"/>
                  <a:pt x="90579" y="50778"/>
                  <a:pt x="90230" y="50703"/>
                </a:cubicBezTo>
                <a:lnTo>
                  <a:pt x="90181" y="50703"/>
                </a:lnTo>
                <a:cubicBezTo>
                  <a:pt x="89832" y="50653"/>
                  <a:pt x="89459" y="50629"/>
                  <a:pt x="89110" y="50554"/>
                </a:cubicBezTo>
                <a:cubicBezTo>
                  <a:pt x="88538" y="50454"/>
                  <a:pt x="87940" y="50305"/>
                  <a:pt x="87343" y="50156"/>
                </a:cubicBezTo>
                <a:lnTo>
                  <a:pt x="87343" y="50131"/>
                </a:lnTo>
                <a:cubicBezTo>
                  <a:pt x="87368" y="50131"/>
                  <a:pt x="87368" y="50106"/>
                  <a:pt x="87368" y="50056"/>
                </a:cubicBezTo>
                <a:close/>
                <a:moveTo>
                  <a:pt x="115445" y="38681"/>
                </a:moveTo>
                <a:cubicBezTo>
                  <a:pt x="116067" y="41444"/>
                  <a:pt x="116192" y="44530"/>
                  <a:pt x="115819" y="47766"/>
                </a:cubicBezTo>
                <a:cubicBezTo>
                  <a:pt x="115495" y="48811"/>
                  <a:pt x="115146" y="49907"/>
                  <a:pt x="114748" y="51002"/>
                </a:cubicBezTo>
                <a:cubicBezTo>
                  <a:pt x="114201" y="48811"/>
                  <a:pt x="112881" y="46621"/>
                  <a:pt x="110940" y="44505"/>
                </a:cubicBezTo>
                <a:lnTo>
                  <a:pt x="111015" y="44406"/>
                </a:lnTo>
                <a:cubicBezTo>
                  <a:pt x="111139" y="44281"/>
                  <a:pt x="111263" y="44182"/>
                  <a:pt x="111363" y="44057"/>
                </a:cubicBezTo>
                <a:lnTo>
                  <a:pt x="111836" y="43584"/>
                </a:lnTo>
                <a:lnTo>
                  <a:pt x="112110" y="43311"/>
                </a:lnTo>
                <a:cubicBezTo>
                  <a:pt x="112259" y="43161"/>
                  <a:pt x="112433" y="42962"/>
                  <a:pt x="112583" y="42813"/>
                </a:cubicBezTo>
                <a:cubicBezTo>
                  <a:pt x="112632" y="42713"/>
                  <a:pt x="112732" y="42663"/>
                  <a:pt x="112807" y="42564"/>
                </a:cubicBezTo>
                <a:lnTo>
                  <a:pt x="113255" y="41991"/>
                </a:lnTo>
                <a:cubicBezTo>
                  <a:pt x="113329" y="41942"/>
                  <a:pt x="113354" y="41867"/>
                  <a:pt x="113429" y="41792"/>
                </a:cubicBezTo>
                <a:cubicBezTo>
                  <a:pt x="113578" y="41568"/>
                  <a:pt x="113728" y="41369"/>
                  <a:pt x="113877" y="41170"/>
                </a:cubicBezTo>
                <a:cubicBezTo>
                  <a:pt x="113927" y="41145"/>
                  <a:pt x="113952" y="41095"/>
                  <a:pt x="113977" y="41046"/>
                </a:cubicBezTo>
                <a:cubicBezTo>
                  <a:pt x="114549" y="40249"/>
                  <a:pt x="115047" y="39477"/>
                  <a:pt x="115445" y="38681"/>
                </a:cubicBezTo>
                <a:close/>
                <a:moveTo>
                  <a:pt x="65812" y="48214"/>
                </a:moveTo>
                <a:cubicBezTo>
                  <a:pt x="65812" y="48314"/>
                  <a:pt x="65837" y="48388"/>
                  <a:pt x="65837" y="48463"/>
                </a:cubicBezTo>
                <a:cubicBezTo>
                  <a:pt x="65837" y="48563"/>
                  <a:pt x="65887" y="48637"/>
                  <a:pt x="65887" y="48712"/>
                </a:cubicBezTo>
                <a:lnTo>
                  <a:pt x="65887" y="49011"/>
                </a:lnTo>
                <a:lnTo>
                  <a:pt x="65887" y="49210"/>
                </a:lnTo>
                <a:cubicBezTo>
                  <a:pt x="65787" y="49284"/>
                  <a:pt x="65787" y="49359"/>
                  <a:pt x="65787" y="49434"/>
                </a:cubicBezTo>
                <a:lnTo>
                  <a:pt x="65787" y="49633"/>
                </a:lnTo>
                <a:cubicBezTo>
                  <a:pt x="65787" y="49732"/>
                  <a:pt x="65762" y="49782"/>
                  <a:pt x="65762" y="49832"/>
                </a:cubicBezTo>
                <a:cubicBezTo>
                  <a:pt x="65762" y="49907"/>
                  <a:pt x="65713" y="49932"/>
                  <a:pt x="65713" y="50006"/>
                </a:cubicBezTo>
                <a:cubicBezTo>
                  <a:pt x="65688" y="50106"/>
                  <a:pt x="65663" y="50156"/>
                  <a:pt x="65663" y="50205"/>
                </a:cubicBezTo>
                <a:cubicBezTo>
                  <a:pt x="65663" y="50255"/>
                  <a:pt x="65613" y="50280"/>
                  <a:pt x="65613" y="50305"/>
                </a:cubicBezTo>
                <a:cubicBezTo>
                  <a:pt x="65588" y="50405"/>
                  <a:pt x="65538" y="50504"/>
                  <a:pt x="65464" y="50579"/>
                </a:cubicBezTo>
                <a:cubicBezTo>
                  <a:pt x="65439" y="50653"/>
                  <a:pt x="65364" y="50678"/>
                  <a:pt x="65314" y="50753"/>
                </a:cubicBezTo>
                <a:lnTo>
                  <a:pt x="65290" y="50778"/>
                </a:lnTo>
                <a:lnTo>
                  <a:pt x="65215" y="50828"/>
                </a:lnTo>
                <a:cubicBezTo>
                  <a:pt x="64991" y="50952"/>
                  <a:pt x="64742" y="51052"/>
                  <a:pt x="64468" y="51052"/>
                </a:cubicBezTo>
                <a:cubicBezTo>
                  <a:pt x="64319" y="51052"/>
                  <a:pt x="64120" y="51027"/>
                  <a:pt x="63945" y="51002"/>
                </a:cubicBezTo>
                <a:lnTo>
                  <a:pt x="63896" y="51002"/>
                </a:lnTo>
                <a:cubicBezTo>
                  <a:pt x="63448" y="50902"/>
                  <a:pt x="62950" y="50678"/>
                  <a:pt x="62402" y="50405"/>
                </a:cubicBezTo>
                <a:cubicBezTo>
                  <a:pt x="63547" y="49583"/>
                  <a:pt x="64667" y="48886"/>
                  <a:pt x="65812" y="48214"/>
                </a:cubicBezTo>
                <a:close/>
                <a:moveTo>
                  <a:pt x="65389" y="50977"/>
                </a:moveTo>
                <a:lnTo>
                  <a:pt x="65414" y="51002"/>
                </a:lnTo>
                <a:lnTo>
                  <a:pt x="65389" y="51027"/>
                </a:lnTo>
                <a:cubicBezTo>
                  <a:pt x="65339" y="51027"/>
                  <a:pt x="65339" y="51052"/>
                  <a:pt x="65339" y="51052"/>
                </a:cubicBezTo>
                <a:lnTo>
                  <a:pt x="65314" y="51101"/>
                </a:lnTo>
                <a:cubicBezTo>
                  <a:pt x="65290" y="51126"/>
                  <a:pt x="65240" y="51126"/>
                  <a:pt x="65215" y="51126"/>
                </a:cubicBezTo>
                <a:cubicBezTo>
                  <a:pt x="65140" y="51151"/>
                  <a:pt x="65066" y="51176"/>
                  <a:pt x="65016" y="51176"/>
                </a:cubicBezTo>
                <a:lnTo>
                  <a:pt x="65290" y="51002"/>
                </a:lnTo>
                <a:cubicBezTo>
                  <a:pt x="65314" y="51002"/>
                  <a:pt x="65314" y="50977"/>
                  <a:pt x="65339" y="50977"/>
                </a:cubicBezTo>
                <a:close/>
                <a:moveTo>
                  <a:pt x="62178" y="50504"/>
                </a:moveTo>
                <a:cubicBezTo>
                  <a:pt x="62228" y="50529"/>
                  <a:pt x="62303" y="50554"/>
                  <a:pt x="62328" y="50604"/>
                </a:cubicBezTo>
                <a:cubicBezTo>
                  <a:pt x="62576" y="50728"/>
                  <a:pt x="62800" y="50803"/>
                  <a:pt x="63024" y="50902"/>
                </a:cubicBezTo>
                <a:cubicBezTo>
                  <a:pt x="63049" y="50902"/>
                  <a:pt x="63074" y="50927"/>
                  <a:pt x="63099" y="50927"/>
                </a:cubicBezTo>
                <a:cubicBezTo>
                  <a:pt x="63323" y="51027"/>
                  <a:pt x="63547" y="51101"/>
                  <a:pt x="63771" y="51126"/>
                </a:cubicBezTo>
                <a:lnTo>
                  <a:pt x="63821" y="51126"/>
                </a:lnTo>
                <a:cubicBezTo>
                  <a:pt x="64045" y="51151"/>
                  <a:pt x="64219" y="51176"/>
                  <a:pt x="64418" y="51176"/>
                </a:cubicBezTo>
                <a:cubicBezTo>
                  <a:pt x="64518" y="51176"/>
                  <a:pt x="64568" y="51176"/>
                  <a:pt x="64667" y="51151"/>
                </a:cubicBezTo>
                <a:lnTo>
                  <a:pt x="64667" y="51151"/>
                </a:lnTo>
                <a:cubicBezTo>
                  <a:pt x="64617" y="51176"/>
                  <a:pt x="64593" y="51176"/>
                  <a:pt x="64568" y="51201"/>
                </a:cubicBezTo>
                <a:cubicBezTo>
                  <a:pt x="64444" y="51230"/>
                  <a:pt x="64313" y="51244"/>
                  <a:pt x="64176" y="51244"/>
                </a:cubicBezTo>
                <a:cubicBezTo>
                  <a:pt x="63592" y="51244"/>
                  <a:pt x="62884" y="50992"/>
                  <a:pt x="62079" y="50529"/>
                </a:cubicBezTo>
                <a:cubicBezTo>
                  <a:pt x="62103" y="50529"/>
                  <a:pt x="62103" y="50504"/>
                  <a:pt x="62128" y="50504"/>
                </a:cubicBezTo>
                <a:close/>
                <a:moveTo>
                  <a:pt x="110766" y="44630"/>
                </a:moveTo>
                <a:cubicBezTo>
                  <a:pt x="112807" y="46795"/>
                  <a:pt x="114126" y="49110"/>
                  <a:pt x="114698" y="51301"/>
                </a:cubicBezTo>
                <a:cubicBezTo>
                  <a:pt x="114698" y="51350"/>
                  <a:pt x="114674" y="51375"/>
                  <a:pt x="114674" y="51400"/>
                </a:cubicBezTo>
                <a:cubicBezTo>
                  <a:pt x="114101" y="49160"/>
                  <a:pt x="112757" y="46870"/>
                  <a:pt x="110741" y="44655"/>
                </a:cubicBezTo>
                <a:cubicBezTo>
                  <a:pt x="110766" y="44655"/>
                  <a:pt x="110766" y="44630"/>
                  <a:pt x="110766" y="44630"/>
                </a:cubicBezTo>
                <a:close/>
                <a:moveTo>
                  <a:pt x="115744" y="48737"/>
                </a:moveTo>
                <a:cubicBezTo>
                  <a:pt x="115719" y="48861"/>
                  <a:pt x="115719" y="49011"/>
                  <a:pt x="115694" y="49135"/>
                </a:cubicBezTo>
                <a:cubicBezTo>
                  <a:pt x="115445" y="49882"/>
                  <a:pt x="115196" y="50629"/>
                  <a:pt x="114947" y="51400"/>
                </a:cubicBezTo>
                <a:cubicBezTo>
                  <a:pt x="114947" y="51375"/>
                  <a:pt x="114922" y="51350"/>
                  <a:pt x="114922" y="51301"/>
                </a:cubicBezTo>
                <a:cubicBezTo>
                  <a:pt x="115196" y="50429"/>
                  <a:pt x="115470" y="49608"/>
                  <a:pt x="115744" y="48737"/>
                </a:cubicBezTo>
                <a:close/>
                <a:moveTo>
                  <a:pt x="114748" y="51624"/>
                </a:moveTo>
                <a:cubicBezTo>
                  <a:pt x="114748" y="51649"/>
                  <a:pt x="114748" y="51674"/>
                  <a:pt x="114798" y="51749"/>
                </a:cubicBezTo>
                <a:cubicBezTo>
                  <a:pt x="114798" y="51774"/>
                  <a:pt x="114748" y="51848"/>
                  <a:pt x="114748" y="51873"/>
                </a:cubicBezTo>
                <a:cubicBezTo>
                  <a:pt x="114748" y="51798"/>
                  <a:pt x="114748" y="51774"/>
                  <a:pt x="114723" y="51749"/>
                </a:cubicBezTo>
                <a:cubicBezTo>
                  <a:pt x="114723" y="51724"/>
                  <a:pt x="114748" y="51649"/>
                  <a:pt x="114748" y="51624"/>
                </a:cubicBezTo>
                <a:close/>
                <a:moveTo>
                  <a:pt x="115470" y="50405"/>
                </a:moveTo>
                <a:cubicBezTo>
                  <a:pt x="115346" y="51002"/>
                  <a:pt x="115221" y="51624"/>
                  <a:pt x="115097" y="52222"/>
                </a:cubicBezTo>
                <a:lnTo>
                  <a:pt x="114997" y="51749"/>
                </a:lnTo>
                <a:cubicBezTo>
                  <a:pt x="115171" y="51301"/>
                  <a:pt x="115321" y="50877"/>
                  <a:pt x="115470" y="50405"/>
                </a:cubicBezTo>
                <a:close/>
                <a:moveTo>
                  <a:pt x="29720" y="40423"/>
                </a:moveTo>
                <a:cubicBezTo>
                  <a:pt x="32234" y="41991"/>
                  <a:pt x="34898" y="43908"/>
                  <a:pt x="37511" y="45999"/>
                </a:cubicBezTo>
                <a:cubicBezTo>
                  <a:pt x="35520" y="48139"/>
                  <a:pt x="33603" y="50355"/>
                  <a:pt x="31836" y="52595"/>
                </a:cubicBezTo>
                <a:cubicBezTo>
                  <a:pt x="29546" y="50728"/>
                  <a:pt x="27331" y="48762"/>
                  <a:pt x="25339" y="46820"/>
                </a:cubicBezTo>
                <a:cubicBezTo>
                  <a:pt x="26584" y="44680"/>
                  <a:pt x="28077" y="42539"/>
                  <a:pt x="29720" y="40423"/>
                </a:cubicBezTo>
                <a:close/>
                <a:moveTo>
                  <a:pt x="64717" y="51500"/>
                </a:moveTo>
                <a:lnTo>
                  <a:pt x="64443" y="51674"/>
                </a:lnTo>
                <a:cubicBezTo>
                  <a:pt x="64418" y="51724"/>
                  <a:pt x="64393" y="51749"/>
                  <a:pt x="64344" y="51749"/>
                </a:cubicBezTo>
                <a:cubicBezTo>
                  <a:pt x="64169" y="51873"/>
                  <a:pt x="63995" y="51998"/>
                  <a:pt x="63846" y="52122"/>
                </a:cubicBezTo>
                <a:cubicBezTo>
                  <a:pt x="63600" y="52294"/>
                  <a:pt x="63379" y="52490"/>
                  <a:pt x="63181" y="52639"/>
                </a:cubicBezTo>
                <a:lnTo>
                  <a:pt x="63181" y="52639"/>
                </a:lnTo>
                <a:cubicBezTo>
                  <a:pt x="63541" y="52296"/>
                  <a:pt x="63978" y="51972"/>
                  <a:pt x="64393" y="51649"/>
                </a:cubicBezTo>
                <a:cubicBezTo>
                  <a:pt x="64418" y="51624"/>
                  <a:pt x="64468" y="51599"/>
                  <a:pt x="64518" y="51550"/>
                </a:cubicBezTo>
                <a:cubicBezTo>
                  <a:pt x="64543" y="51525"/>
                  <a:pt x="64568" y="51500"/>
                  <a:pt x="64593" y="51500"/>
                </a:cubicBezTo>
                <a:close/>
                <a:moveTo>
                  <a:pt x="37636" y="46123"/>
                </a:moveTo>
                <a:cubicBezTo>
                  <a:pt x="37660" y="46123"/>
                  <a:pt x="37660" y="46148"/>
                  <a:pt x="37685" y="46148"/>
                </a:cubicBezTo>
                <a:cubicBezTo>
                  <a:pt x="35694" y="48289"/>
                  <a:pt x="33802" y="50504"/>
                  <a:pt x="32035" y="52744"/>
                </a:cubicBezTo>
                <a:cubicBezTo>
                  <a:pt x="31985" y="52744"/>
                  <a:pt x="31985" y="52719"/>
                  <a:pt x="31960" y="52719"/>
                </a:cubicBezTo>
                <a:cubicBezTo>
                  <a:pt x="33728" y="50479"/>
                  <a:pt x="35644" y="48264"/>
                  <a:pt x="37636" y="46123"/>
                </a:cubicBezTo>
                <a:close/>
                <a:moveTo>
                  <a:pt x="63099" y="52719"/>
                </a:moveTo>
                <a:lnTo>
                  <a:pt x="63074" y="52744"/>
                </a:lnTo>
                <a:cubicBezTo>
                  <a:pt x="63069" y="52747"/>
                  <a:pt x="63064" y="52750"/>
                  <a:pt x="63059" y="52753"/>
                </a:cubicBezTo>
                <a:lnTo>
                  <a:pt x="63059" y="52753"/>
                </a:lnTo>
                <a:lnTo>
                  <a:pt x="63099" y="52719"/>
                </a:lnTo>
                <a:close/>
                <a:moveTo>
                  <a:pt x="25215" y="46945"/>
                </a:moveTo>
                <a:cubicBezTo>
                  <a:pt x="27206" y="48911"/>
                  <a:pt x="29421" y="50853"/>
                  <a:pt x="31711" y="52719"/>
                </a:cubicBezTo>
                <a:cubicBezTo>
                  <a:pt x="31687" y="52744"/>
                  <a:pt x="31687" y="52769"/>
                  <a:pt x="31662" y="52769"/>
                </a:cubicBezTo>
                <a:cubicBezTo>
                  <a:pt x="29372" y="50927"/>
                  <a:pt x="27181" y="48986"/>
                  <a:pt x="25190" y="47019"/>
                </a:cubicBezTo>
                <a:cubicBezTo>
                  <a:pt x="25190" y="46994"/>
                  <a:pt x="25215" y="46994"/>
                  <a:pt x="25215" y="46945"/>
                </a:cubicBezTo>
                <a:close/>
                <a:moveTo>
                  <a:pt x="48662" y="37088"/>
                </a:moveTo>
                <a:cubicBezTo>
                  <a:pt x="50330" y="39303"/>
                  <a:pt x="52023" y="41469"/>
                  <a:pt x="53765" y="43435"/>
                </a:cubicBezTo>
                <a:cubicBezTo>
                  <a:pt x="53889" y="43559"/>
                  <a:pt x="53989" y="43709"/>
                  <a:pt x="54113" y="43833"/>
                </a:cubicBezTo>
                <a:cubicBezTo>
                  <a:pt x="54313" y="44032"/>
                  <a:pt x="54487" y="44207"/>
                  <a:pt x="54636" y="44431"/>
                </a:cubicBezTo>
                <a:cubicBezTo>
                  <a:pt x="51525" y="47119"/>
                  <a:pt x="48588" y="49932"/>
                  <a:pt x="45874" y="52869"/>
                </a:cubicBezTo>
                <a:cubicBezTo>
                  <a:pt x="43734" y="50728"/>
                  <a:pt x="41295" y="48538"/>
                  <a:pt x="38756" y="46497"/>
                </a:cubicBezTo>
                <a:cubicBezTo>
                  <a:pt x="41519" y="43062"/>
                  <a:pt x="44879" y="39826"/>
                  <a:pt x="48662" y="37088"/>
                </a:cubicBezTo>
                <a:close/>
                <a:moveTo>
                  <a:pt x="31836" y="52844"/>
                </a:moveTo>
                <a:cubicBezTo>
                  <a:pt x="31861" y="52844"/>
                  <a:pt x="31861" y="52869"/>
                  <a:pt x="31911" y="52869"/>
                </a:cubicBezTo>
                <a:cubicBezTo>
                  <a:pt x="31911" y="52894"/>
                  <a:pt x="31861" y="52894"/>
                  <a:pt x="31861" y="52919"/>
                </a:cubicBezTo>
                <a:cubicBezTo>
                  <a:pt x="31836" y="52919"/>
                  <a:pt x="31836" y="52894"/>
                  <a:pt x="31811" y="52894"/>
                </a:cubicBezTo>
                <a:cubicBezTo>
                  <a:pt x="31811" y="52869"/>
                  <a:pt x="31836" y="52869"/>
                  <a:pt x="31836" y="52844"/>
                </a:cubicBezTo>
                <a:close/>
                <a:moveTo>
                  <a:pt x="114848" y="52097"/>
                </a:moveTo>
                <a:cubicBezTo>
                  <a:pt x="114873" y="52296"/>
                  <a:pt x="114922" y="52545"/>
                  <a:pt x="114947" y="52769"/>
                </a:cubicBezTo>
                <a:cubicBezTo>
                  <a:pt x="114947" y="52819"/>
                  <a:pt x="114922" y="52894"/>
                  <a:pt x="114922" y="52919"/>
                </a:cubicBezTo>
                <a:cubicBezTo>
                  <a:pt x="114922" y="52719"/>
                  <a:pt x="114873" y="52470"/>
                  <a:pt x="114823" y="52222"/>
                </a:cubicBezTo>
                <a:cubicBezTo>
                  <a:pt x="114823" y="52172"/>
                  <a:pt x="114848" y="52122"/>
                  <a:pt x="114848" y="52097"/>
                </a:cubicBezTo>
                <a:close/>
                <a:moveTo>
                  <a:pt x="115968" y="48762"/>
                </a:moveTo>
                <a:cubicBezTo>
                  <a:pt x="115769" y="50131"/>
                  <a:pt x="115495" y="51525"/>
                  <a:pt x="115146" y="52968"/>
                </a:cubicBezTo>
                <a:cubicBezTo>
                  <a:pt x="115146" y="52894"/>
                  <a:pt x="115146" y="52844"/>
                  <a:pt x="115122" y="52769"/>
                </a:cubicBezTo>
                <a:cubicBezTo>
                  <a:pt x="115445" y="51550"/>
                  <a:pt x="115694" y="50380"/>
                  <a:pt x="115843" y="49185"/>
                </a:cubicBezTo>
                <a:cubicBezTo>
                  <a:pt x="115868" y="49036"/>
                  <a:pt x="115943" y="48911"/>
                  <a:pt x="115968" y="48762"/>
                </a:cubicBezTo>
                <a:close/>
                <a:moveTo>
                  <a:pt x="38656" y="46621"/>
                </a:moveTo>
                <a:cubicBezTo>
                  <a:pt x="41170" y="48662"/>
                  <a:pt x="43609" y="50803"/>
                  <a:pt x="45750" y="52968"/>
                </a:cubicBezTo>
                <a:cubicBezTo>
                  <a:pt x="45750" y="52993"/>
                  <a:pt x="45725" y="52993"/>
                  <a:pt x="45725" y="53018"/>
                </a:cubicBezTo>
                <a:cubicBezTo>
                  <a:pt x="43560" y="50877"/>
                  <a:pt x="41145" y="48687"/>
                  <a:pt x="38631" y="46671"/>
                </a:cubicBezTo>
                <a:cubicBezTo>
                  <a:pt x="38631" y="46646"/>
                  <a:pt x="38656" y="46646"/>
                  <a:pt x="38656" y="46621"/>
                </a:cubicBezTo>
                <a:close/>
                <a:moveTo>
                  <a:pt x="54810" y="44555"/>
                </a:moveTo>
                <a:cubicBezTo>
                  <a:pt x="54810" y="44580"/>
                  <a:pt x="54835" y="44580"/>
                  <a:pt x="54835" y="44605"/>
                </a:cubicBezTo>
                <a:cubicBezTo>
                  <a:pt x="51724" y="47268"/>
                  <a:pt x="48787" y="50106"/>
                  <a:pt x="46049" y="53018"/>
                </a:cubicBezTo>
                <a:lnTo>
                  <a:pt x="46024" y="52993"/>
                </a:lnTo>
                <a:cubicBezTo>
                  <a:pt x="48762" y="50056"/>
                  <a:pt x="51699" y="47243"/>
                  <a:pt x="54810" y="44555"/>
                </a:cubicBezTo>
                <a:close/>
                <a:moveTo>
                  <a:pt x="77860" y="44879"/>
                </a:moveTo>
                <a:cubicBezTo>
                  <a:pt x="77909" y="44929"/>
                  <a:pt x="77959" y="45003"/>
                  <a:pt x="78009" y="45028"/>
                </a:cubicBezTo>
                <a:lnTo>
                  <a:pt x="78108" y="45401"/>
                </a:lnTo>
                <a:cubicBezTo>
                  <a:pt x="78133" y="45501"/>
                  <a:pt x="78133" y="45576"/>
                  <a:pt x="78158" y="45675"/>
                </a:cubicBezTo>
                <a:cubicBezTo>
                  <a:pt x="78208" y="45775"/>
                  <a:pt x="78208" y="45849"/>
                  <a:pt x="78208" y="45949"/>
                </a:cubicBezTo>
                <a:lnTo>
                  <a:pt x="78208" y="46049"/>
                </a:lnTo>
                <a:cubicBezTo>
                  <a:pt x="78233" y="46173"/>
                  <a:pt x="78233" y="46298"/>
                  <a:pt x="78258" y="46397"/>
                </a:cubicBezTo>
                <a:cubicBezTo>
                  <a:pt x="78258" y="46497"/>
                  <a:pt x="78258" y="46571"/>
                  <a:pt x="78283" y="46646"/>
                </a:cubicBezTo>
                <a:cubicBezTo>
                  <a:pt x="78283" y="46795"/>
                  <a:pt x="78333" y="46945"/>
                  <a:pt x="78333" y="47144"/>
                </a:cubicBezTo>
                <a:lnTo>
                  <a:pt x="78333" y="47243"/>
                </a:lnTo>
                <a:cubicBezTo>
                  <a:pt x="78357" y="48115"/>
                  <a:pt x="78258" y="49036"/>
                  <a:pt x="78084" y="50006"/>
                </a:cubicBezTo>
                <a:lnTo>
                  <a:pt x="78084" y="50056"/>
                </a:lnTo>
                <a:cubicBezTo>
                  <a:pt x="77884" y="51027"/>
                  <a:pt x="77636" y="52022"/>
                  <a:pt x="77287" y="53018"/>
                </a:cubicBezTo>
                <a:cubicBezTo>
                  <a:pt x="75968" y="51599"/>
                  <a:pt x="74922" y="50131"/>
                  <a:pt x="74225" y="48662"/>
                </a:cubicBezTo>
                <a:cubicBezTo>
                  <a:pt x="74972" y="47542"/>
                  <a:pt x="75669" y="46447"/>
                  <a:pt x="76341" y="45327"/>
                </a:cubicBezTo>
                <a:cubicBezTo>
                  <a:pt x="76441" y="45277"/>
                  <a:pt x="76615" y="45227"/>
                  <a:pt x="76789" y="45177"/>
                </a:cubicBezTo>
                <a:cubicBezTo>
                  <a:pt x="77163" y="45053"/>
                  <a:pt x="77511" y="44953"/>
                  <a:pt x="77860" y="44879"/>
                </a:cubicBezTo>
                <a:close/>
                <a:moveTo>
                  <a:pt x="69795" y="48388"/>
                </a:moveTo>
                <a:cubicBezTo>
                  <a:pt x="69372" y="49060"/>
                  <a:pt x="68824" y="49907"/>
                  <a:pt x="68177" y="50853"/>
                </a:cubicBezTo>
                <a:cubicBezTo>
                  <a:pt x="68077" y="50977"/>
                  <a:pt x="68003" y="51126"/>
                  <a:pt x="67903" y="51251"/>
                </a:cubicBezTo>
                <a:cubicBezTo>
                  <a:pt x="67580" y="51649"/>
                  <a:pt x="67206" y="52172"/>
                  <a:pt x="66659" y="52919"/>
                </a:cubicBezTo>
                <a:cubicBezTo>
                  <a:pt x="66659" y="52919"/>
                  <a:pt x="66634" y="52968"/>
                  <a:pt x="66634" y="52993"/>
                </a:cubicBezTo>
                <a:cubicBezTo>
                  <a:pt x="66634" y="53018"/>
                  <a:pt x="66584" y="53018"/>
                  <a:pt x="66584" y="53043"/>
                </a:cubicBezTo>
                <a:lnTo>
                  <a:pt x="66484" y="53043"/>
                </a:lnTo>
                <a:cubicBezTo>
                  <a:pt x="66484" y="53018"/>
                  <a:pt x="66534" y="52993"/>
                  <a:pt x="66534" y="52993"/>
                </a:cubicBezTo>
                <a:cubicBezTo>
                  <a:pt x="66559" y="52919"/>
                  <a:pt x="66584" y="52894"/>
                  <a:pt x="66584" y="52894"/>
                </a:cubicBezTo>
                <a:lnTo>
                  <a:pt x="66659" y="52844"/>
                </a:lnTo>
                <a:cubicBezTo>
                  <a:pt x="67082" y="52271"/>
                  <a:pt x="67480" y="51724"/>
                  <a:pt x="67853" y="51176"/>
                </a:cubicBezTo>
                <a:cubicBezTo>
                  <a:pt x="67928" y="51126"/>
                  <a:pt x="67953" y="51027"/>
                  <a:pt x="68028" y="50977"/>
                </a:cubicBezTo>
                <a:cubicBezTo>
                  <a:pt x="68152" y="50803"/>
                  <a:pt x="68227" y="50653"/>
                  <a:pt x="68326" y="50529"/>
                </a:cubicBezTo>
                <a:cubicBezTo>
                  <a:pt x="68650" y="50106"/>
                  <a:pt x="68849" y="49782"/>
                  <a:pt x="69197" y="49260"/>
                </a:cubicBezTo>
                <a:lnTo>
                  <a:pt x="69770" y="48413"/>
                </a:lnTo>
                <a:lnTo>
                  <a:pt x="69795" y="48388"/>
                </a:lnTo>
                <a:close/>
                <a:moveTo>
                  <a:pt x="45874" y="53093"/>
                </a:moveTo>
                <a:lnTo>
                  <a:pt x="45899" y="53118"/>
                </a:lnTo>
                <a:cubicBezTo>
                  <a:pt x="45899" y="53143"/>
                  <a:pt x="45874" y="53143"/>
                  <a:pt x="45874" y="53167"/>
                </a:cubicBezTo>
                <a:cubicBezTo>
                  <a:pt x="45874" y="53167"/>
                  <a:pt x="45874" y="53143"/>
                  <a:pt x="45850" y="53143"/>
                </a:cubicBezTo>
                <a:cubicBezTo>
                  <a:pt x="45850" y="53118"/>
                  <a:pt x="45874" y="53118"/>
                  <a:pt x="45874" y="53093"/>
                </a:cubicBezTo>
                <a:close/>
                <a:moveTo>
                  <a:pt x="72384" y="47019"/>
                </a:moveTo>
                <a:lnTo>
                  <a:pt x="72384" y="47019"/>
                </a:lnTo>
                <a:cubicBezTo>
                  <a:pt x="71562" y="49036"/>
                  <a:pt x="70492" y="51126"/>
                  <a:pt x="69123" y="53167"/>
                </a:cubicBezTo>
                <a:cubicBezTo>
                  <a:pt x="68409" y="52979"/>
                  <a:pt x="67808" y="52891"/>
                  <a:pt x="67321" y="52891"/>
                </a:cubicBezTo>
                <a:cubicBezTo>
                  <a:pt x="67163" y="52891"/>
                  <a:pt x="67017" y="52900"/>
                  <a:pt x="66883" y="52919"/>
                </a:cubicBezTo>
                <a:cubicBezTo>
                  <a:pt x="67156" y="52595"/>
                  <a:pt x="67405" y="52246"/>
                  <a:pt x="67629" y="51923"/>
                </a:cubicBezTo>
                <a:cubicBezTo>
                  <a:pt x="67704" y="51798"/>
                  <a:pt x="67804" y="51674"/>
                  <a:pt x="67878" y="51550"/>
                </a:cubicBezTo>
                <a:cubicBezTo>
                  <a:pt x="68003" y="51400"/>
                  <a:pt x="68077" y="51251"/>
                  <a:pt x="68177" y="51126"/>
                </a:cubicBezTo>
                <a:cubicBezTo>
                  <a:pt x="68252" y="51052"/>
                  <a:pt x="68276" y="50977"/>
                  <a:pt x="68326" y="50902"/>
                </a:cubicBezTo>
                <a:cubicBezTo>
                  <a:pt x="68376" y="50877"/>
                  <a:pt x="68401" y="50803"/>
                  <a:pt x="68426" y="50778"/>
                </a:cubicBezTo>
                <a:cubicBezTo>
                  <a:pt x="68501" y="50678"/>
                  <a:pt x="68550" y="50604"/>
                  <a:pt x="68650" y="50504"/>
                </a:cubicBezTo>
                <a:lnTo>
                  <a:pt x="69023" y="49932"/>
                </a:lnTo>
                <a:cubicBezTo>
                  <a:pt x="69123" y="49807"/>
                  <a:pt x="69173" y="49683"/>
                  <a:pt x="69272" y="49533"/>
                </a:cubicBezTo>
                <a:cubicBezTo>
                  <a:pt x="69571" y="49060"/>
                  <a:pt x="69870" y="48637"/>
                  <a:pt x="70168" y="48164"/>
                </a:cubicBezTo>
                <a:cubicBezTo>
                  <a:pt x="70442" y="48015"/>
                  <a:pt x="70691" y="47891"/>
                  <a:pt x="70940" y="47716"/>
                </a:cubicBezTo>
                <a:cubicBezTo>
                  <a:pt x="71512" y="47442"/>
                  <a:pt x="71985" y="47194"/>
                  <a:pt x="72384" y="47019"/>
                </a:cubicBezTo>
                <a:close/>
                <a:moveTo>
                  <a:pt x="78208" y="45202"/>
                </a:moveTo>
                <a:lnTo>
                  <a:pt x="78233" y="45227"/>
                </a:lnTo>
                <a:lnTo>
                  <a:pt x="78258" y="45277"/>
                </a:lnTo>
                <a:cubicBezTo>
                  <a:pt x="78258" y="45302"/>
                  <a:pt x="78258" y="45327"/>
                  <a:pt x="78283" y="45352"/>
                </a:cubicBezTo>
                <a:cubicBezTo>
                  <a:pt x="78333" y="45451"/>
                  <a:pt x="78333" y="45526"/>
                  <a:pt x="78333" y="45601"/>
                </a:cubicBezTo>
                <a:cubicBezTo>
                  <a:pt x="78333" y="45650"/>
                  <a:pt x="78333" y="45675"/>
                  <a:pt x="78357" y="45700"/>
                </a:cubicBezTo>
                <a:cubicBezTo>
                  <a:pt x="78382" y="45825"/>
                  <a:pt x="78382" y="45924"/>
                  <a:pt x="78407" y="46049"/>
                </a:cubicBezTo>
                <a:cubicBezTo>
                  <a:pt x="78482" y="46273"/>
                  <a:pt x="78482" y="46372"/>
                  <a:pt x="78482" y="46447"/>
                </a:cubicBezTo>
                <a:lnTo>
                  <a:pt x="78482" y="46546"/>
                </a:lnTo>
                <a:cubicBezTo>
                  <a:pt x="78482" y="46671"/>
                  <a:pt x="78507" y="46770"/>
                  <a:pt x="78507" y="46895"/>
                </a:cubicBezTo>
                <a:lnTo>
                  <a:pt x="78507" y="47243"/>
                </a:lnTo>
                <a:lnTo>
                  <a:pt x="78507" y="47293"/>
                </a:lnTo>
                <a:lnTo>
                  <a:pt x="78507" y="47667"/>
                </a:lnTo>
                <a:lnTo>
                  <a:pt x="78507" y="48040"/>
                </a:lnTo>
                <a:lnTo>
                  <a:pt x="78507" y="48065"/>
                </a:lnTo>
                <a:cubicBezTo>
                  <a:pt x="78507" y="48189"/>
                  <a:pt x="78507" y="48314"/>
                  <a:pt x="78482" y="48438"/>
                </a:cubicBezTo>
                <a:cubicBezTo>
                  <a:pt x="78482" y="48563"/>
                  <a:pt x="78432" y="48687"/>
                  <a:pt x="78432" y="48836"/>
                </a:cubicBezTo>
                <a:cubicBezTo>
                  <a:pt x="78432" y="48961"/>
                  <a:pt x="78407" y="49135"/>
                  <a:pt x="78382" y="49260"/>
                </a:cubicBezTo>
                <a:cubicBezTo>
                  <a:pt x="78357" y="49384"/>
                  <a:pt x="78357" y="49508"/>
                  <a:pt x="78308" y="49633"/>
                </a:cubicBezTo>
                <a:cubicBezTo>
                  <a:pt x="78283" y="49782"/>
                  <a:pt x="78258" y="49907"/>
                  <a:pt x="78258" y="50056"/>
                </a:cubicBezTo>
                <a:cubicBezTo>
                  <a:pt x="78233" y="50180"/>
                  <a:pt x="78233" y="50305"/>
                  <a:pt x="78208" y="50429"/>
                </a:cubicBezTo>
                <a:cubicBezTo>
                  <a:pt x="78158" y="50579"/>
                  <a:pt x="78133" y="50753"/>
                  <a:pt x="78108" y="50877"/>
                </a:cubicBezTo>
                <a:lnTo>
                  <a:pt x="78009" y="51251"/>
                </a:lnTo>
                <a:cubicBezTo>
                  <a:pt x="77984" y="51400"/>
                  <a:pt x="77909" y="51550"/>
                  <a:pt x="77884" y="51674"/>
                </a:cubicBezTo>
                <a:lnTo>
                  <a:pt x="77785" y="52047"/>
                </a:lnTo>
                <a:lnTo>
                  <a:pt x="77785" y="52072"/>
                </a:lnTo>
                <a:cubicBezTo>
                  <a:pt x="77760" y="52246"/>
                  <a:pt x="77685" y="52371"/>
                  <a:pt x="77660" y="52520"/>
                </a:cubicBezTo>
                <a:cubicBezTo>
                  <a:pt x="77636" y="52645"/>
                  <a:pt x="77586" y="52794"/>
                  <a:pt x="77536" y="52919"/>
                </a:cubicBezTo>
                <a:lnTo>
                  <a:pt x="77536" y="52943"/>
                </a:lnTo>
                <a:cubicBezTo>
                  <a:pt x="77511" y="53043"/>
                  <a:pt x="77486" y="53118"/>
                  <a:pt x="77461" y="53192"/>
                </a:cubicBezTo>
                <a:lnTo>
                  <a:pt x="77412" y="53167"/>
                </a:lnTo>
                <a:lnTo>
                  <a:pt x="77387" y="53143"/>
                </a:lnTo>
                <a:cubicBezTo>
                  <a:pt x="77387" y="53118"/>
                  <a:pt x="77387" y="53118"/>
                  <a:pt x="77412" y="53068"/>
                </a:cubicBezTo>
                <a:cubicBezTo>
                  <a:pt x="77461" y="52993"/>
                  <a:pt x="77486" y="52894"/>
                  <a:pt x="77511" y="52819"/>
                </a:cubicBezTo>
                <a:cubicBezTo>
                  <a:pt x="77611" y="52620"/>
                  <a:pt x="77660" y="52371"/>
                  <a:pt x="77735" y="52147"/>
                </a:cubicBezTo>
                <a:lnTo>
                  <a:pt x="77735" y="52122"/>
                </a:lnTo>
                <a:cubicBezTo>
                  <a:pt x="77760" y="52022"/>
                  <a:pt x="77785" y="51898"/>
                  <a:pt x="77835" y="51798"/>
                </a:cubicBezTo>
                <a:cubicBezTo>
                  <a:pt x="77835" y="51774"/>
                  <a:pt x="77835" y="51774"/>
                  <a:pt x="77860" y="51749"/>
                </a:cubicBezTo>
                <a:cubicBezTo>
                  <a:pt x="77909" y="51525"/>
                  <a:pt x="77984" y="51276"/>
                  <a:pt x="78034" y="51052"/>
                </a:cubicBezTo>
                <a:lnTo>
                  <a:pt x="78034" y="51027"/>
                </a:lnTo>
                <a:cubicBezTo>
                  <a:pt x="78084" y="50927"/>
                  <a:pt x="78108" y="50803"/>
                  <a:pt x="78108" y="50728"/>
                </a:cubicBezTo>
                <a:lnTo>
                  <a:pt x="78108" y="50678"/>
                </a:lnTo>
                <a:cubicBezTo>
                  <a:pt x="78158" y="50429"/>
                  <a:pt x="78208" y="50180"/>
                  <a:pt x="78258" y="49932"/>
                </a:cubicBezTo>
                <a:cubicBezTo>
                  <a:pt x="78258" y="49857"/>
                  <a:pt x="78283" y="49757"/>
                  <a:pt x="78283" y="49683"/>
                </a:cubicBezTo>
                <a:cubicBezTo>
                  <a:pt x="78283" y="49633"/>
                  <a:pt x="78333" y="49533"/>
                  <a:pt x="78333" y="49484"/>
                </a:cubicBezTo>
                <a:lnTo>
                  <a:pt x="78333" y="49434"/>
                </a:lnTo>
                <a:cubicBezTo>
                  <a:pt x="78357" y="49235"/>
                  <a:pt x="78382" y="49011"/>
                  <a:pt x="78407" y="48762"/>
                </a:cubicBezTo>
                <a:lnTo>
                  <a:pt x="78407" y="48737"/>
                </a:lnTo>
                <a:lnTo>
                  <a:pt x="78407" y="48637"/>
                </a:lnTo>
                <a:cubicBezTo>
                  <a:pt x="78457" y="48438"/>
                  <a:pt x="78457" y="48264"/>
                  <a:pt x="78457" y="48065"/>
                </a:cubicBezTo>
                <a:lnTo>
                  <a:pt x="78457" y="47816"/>
                </a:lnTo>
                <a:lnTo>
                  <a:pt x="78457" y="47791"/>
                </a:lnTo>
                <a:lnTo>
                  <a:pt x="78457" y="47393"/>
                </a:lnTo>
                <a:lnTo>
                  <a:pt x="78457" y="47069"/>
                </a:lnTo>
                <a:lnTo>
                  <a:pt x="78457" y="47044"/>
                </a:lnTo>
                <a:lnTo>
                  <a:pt x="78457" y="46945"/>
                </a:lnTo>
                <a:cubicBezTo>
                  <a:pt x="78457" y="46845"/>
                  <a:pt x="78457" y="46795"/>
                  <a:pt x="78407" y="46696"/>
                </a:cubicBezTo>
                <a:cubicBezTo>
                  <a:pt x="78407" y="46571"/>
                  <a:pt x="78407" y="46422"/>
                  <a:pt x="78382" y="46298"/>
                </a:cubicBezTo>
                <a:cubicBezTo>
                  <a:pt x="78382" y="46198"/>
                  <a:pt x="78357" y="46098"/>
                  <a:pt x="78357" y="46024"/>
                </a:cubicBezTo>
                <a:cubicBezTo>
                  <a:pt x="78333" y="45849"/>
                  <a:pt x="78333" y="45700"/>
                  <a:pt x="78283" y="45576"/>
                </a:cubicBezTo>
                <a:cubicBezTo>
                  <a:pt x="78283" y="45551"/>
                  <a:pt x="78258" y="45476"/>
                  <a:pt x="78258" y="45451"/>
                </a:cubicBezTo>
                <a:cubicBezTo>
                  <a:pt x="78258" y="45426"/>
                  <a:pt x="78258" y="45401"/>
                  <a:pt x="78233" y="45352"/>
                </a:cubicBezTo>
                <a:lnTo>
                  <a:pt x="78233" y="45327"/>
                </a:lnTo>
                <a:cubicBezTo>
                  <a:pt x="78233" y="45302"/>
                  <a:pt x="78208" y="45227"/>
                  <a:pt x="78208" y="45202"/>
                </a:cubicBezTo>
                <a:close/>
                <a:moveTo>
                  <a:pt x="72757" y="46820"/>
                </a:moveTo>
                <a:cubicBezTo>
                  <a:pt x="71911" y="48936"/>
                  <a:pt x="70766" y="51101"/>
                  <a:pt x="69372" y="53267"/>
                </a:cubicBezTo>
                <a:cubicBezTo>
                  <a:pt x="69322" y="53267"/>
                  <a:pt x="69322" y="53267"/>
                  <a:pt x="69297" y="53242"/>
                </a:cubicBezTo>
                <a:cubicBezTo>
                  <a:pt x="70691" y="51126"/>
                  <a:pt x="71811" y="48936"/>
                  <a:pt x="72657" y="46870"/>
                </a:cubicBezTo>
                <a:cubicBezTo>
                  <a:pt x="72682" y="46870"/>
                  <a:pt x="72732" y="46820"/>
                  <a:pt x="72757" y="46820"/>
                </a:cubicBezTo>
                <a:close/>
                <a:moveTo>
                  <a:pt x="74026" y="48861"/>
                </a:moveTo>
                <a:cubicBezTo>
                  <a:pt x="74773" y="50355"/>
                  <a:pt x="75819" y="51798"/>
                  <a:pt x="77163" y="53242"/>
                </a:cubicBezTo>
                <a:cubicBezTo>
                  <a:pt x="77163" y="53267"/>
                  <a:pt x="77138" y="53267"/>
                  <a:pt x="77138" y="53292"/>
                </a:cubicBezTo>
                <a:cubicBezTo>
                  <a:pt x="75794" y="51873"/>
                  <a:pt x="74748" y="50380"/>
                  <a:pt x="74001" y="48911"/>
                </a:cubicBezTo>
                <a:cubicBezTo>
                  <a:pt x="74001" y="48886"/>
                  <a:pt x="74026" y="48886"/>
                  <a:pt x="74026" y="48861"/>
                </a:cubicBezTo>
                <a:close/>
                <a:moveTo>
                  <a:pt x="67331" y="53068"/>
                </a:moveTo>
                <a:cubicBezTo>
                  <a:pt x="67779" y="53068"/>
                  <a:pt x="68326" y="53167"/>
                  <a:pt x="68998" y="53367"/>
                </a:cubicBezTo>
                <a:cubicBezTo>
                  <a:pt x="68998" y="53391"/>
                  <a:pt x="68949" y="53391"/>
                  <a:pt x="68949" y="53416"/>
                </a:cubicBezTo>
                <a:cubicBezTo>
                  <a:pt x="68325" y="53249"/>
                  <a:pt x="67794" y="53165"/>
                  <a:pt x="67356" y="53165"/>
                </a:cubicBezTo>
                <a:cubicBezTo>
                  <a:pt x="67078" y="53165"/>
                  <a:pt x="66837" y="53199"/>
                  <a:pt x="66634" y="53267"/>
                </a:cubicBezTo>
                <a:cubicBezTo>
                  <a:pt x="66659" y="53242"/>
                  <a:pt x="66683" y="53217"/>
                  <a:pt x="66683" y="53167"/>
                </a:cubicBezTo>
                <a:cubicBezTo>
                  <a:pt x="66883" y="53118"/>
                  <a:pt x="67082" y="53068"/>
                  <a:pt x="67331" y="53068"/>
                </a:cubicBezTo>
                <a:close/>
                <a:moveTo>
                  <a:pt x="54960" y="44704"/>
                </a:moveTo>
                <a:cubicBezTo>
                  <a:pt x="55109" y="44879"/>
                  <a:pt x="55234" y="45028"/>
                  <a:pt x="55383" y="45177"/>
                </a:cubicBezTo>
                <a:cubicBezTo>
                  <a:pt x="55209" y="45302"/>
                  <a:pt x="55059" y="45426"/>
                  <a:pt x="54860" y="45551"/>
                </a:cubicBezTo>
                <a:lnTo>
                  <a:pt x="54835" y="45551"/>
                </a:lnTo>
                <a:cubicBezTo>
                  <a:pt x="54761" y="45576"/>
                  <a:pt x="54736" y="45601"/>
                  <a:pt x="54686" y="45650"/>
                </a:cubicBezTo>
                <a:cubicBezTo>
                  <a:pt x="54636" y="45675"/>
                  <a:pt x="54586" y="45700"/>
                  <a:pt x="54561" y="45750"/>
                </a:cubicBezTo>
                <a:lnTo>
                  <a:pt x="53715" y="46397"/>
                </a:lnTo>
                <a:lnTo>
                  <a:pt x="53641" y="46447"/>
                </a:lnTo>
                <a:cubicBezTo>
                  <a:pt x="53616" y="46472"/>
                  <a:pt x="53591" y="46522"/>
                  <a:pt x="53566" y="46522"/>
                </a:cubicBezTo>
                <a:cubicBezTo>
                  <a:pt x="53018" y="46945"/>
                  <a:pt x="52496" y="47393"/>
                  <a:pt x="51973" y="47866"/>
                </a:cubicBezTo>
                <a:lnTo>
                  <a:pt x="51873" y="47940"/>
                </a:lnTo>
                <a:cubicBezTo>
                  <a:pt x="51823" y="48015"/>
                  <a:pt x="51749" y="48040"/>
                  <a:pt x="51699" y="48115"/>
                </a:cubicBezTo>
                <a:cubicBezTo>
                  <a:pt x="51624" y="48139"/>
                  <a:pt x="51599" y="48189"/>
                  <a:pt x="51525" y="48239"/>
                </a:cubicBezTo>
                <a:lnTo>
                  <a:pt x="51450" y="48314"/>
                </a:lnTo>
                <a:cubicBezTo>
                  <a:pt x="51002" y="48737"/>
                  <a:pt x="50604" y="49110"/>
                  <a:pt x="50156" y="49508"/>
                </a:cubicBezTo>
                <a:lnTo>
                  <a:pt x="49982" y="49683"/>
                </a:lnTo>
                <a:lnTo>
                  <a:pt x="49658" y="50006"/>
                </a:lnTo>
                <a:lnTo>
                  <a:pt x="49384" y="50280"/>
                </a:lnTo>
                <a:cubicBezTo>
                  <a:pt x="49235" y="50429"/>
                  <a:pt x="49085" y="50629"/>
                  <a:pt x="48911" y="50778"/>
                </a:cubicBezTo>
                <a:cubicBezTo>
                  <a:pt x="48662" y="51027"/>
                  <a:pt x="48413" y="51276"/>
                  <a:pt x="48214" y="51550"/>
                </a:cubicBezTo>
                <a:cubicBezTo>
                  <a:pt x="48164" y="51599"/>
                  <a:pt x="48140" y="51624"/>
                  <a:pt x="48140" y="51649"/>
                </a:cubicBezTo>
                <a:lnTo>
                  <a:pt x="48090" y="51724"/>
                </a:lnTo>
                <a:cubicBezTo>
                  <a:pt x="47542" y="52296"/>
                  <a:pt x="47019" y="52894"/>
                  <a:pt x="46547" y="53491"/>
                </a:cubicBezTo>
                <a:lnTo>
                  <a:pt x="46148" y="53093"/>
                </a:lnTo>
                <a:cubicBezTo>
                  <a:pt x="48911" y="50230"/>
                  <a:pt x="51848" y="47393"/>
                  <a:pt x="54960" y="44704"/>
                </a:cubicBezTo>
                <a:close/>
                <a:moveTo>
                  <a:pt x="69197" y="53391"/>
                </a:moveTo>
                <a:cubicBezTo>
                  <a:pt x="69197" y="53391"/>
                  <a:pt x="69247" y="53416"/>
                  <a:pt x="69272" y="53416"/>
                </a:cubicBezTo>
                <a:cubicBezTo>
                  <a:pt x="69272" y="53466"/>
                  <a:pt x="69247" y="53466"/>
                  <a:pt x="69247" y="53491"/>
                </a:cubicBezTo>
                <a:cubicBezTo>
                  <a:pt x="69197" y="53491"/>
                  <a:pt x="69197" y="53491"/>
                  <a:pt x="69173" y="53466"/>
                </a:cubicBezTo>
                <a:cubicBezTo>
                  <a:pt x="69173" y="53416"/>
                  <a:pt x="69197" y="53416"/>
                  <a:pt x="69197" y="53391"/>
                </a:cubicBezTo>
                <a:close/>
                <a:moveTo>
                  <a:pt x="73006" y="46696"/>
                </a:moveTo>
                <a:cubicBezTo>
                  <a:pt x="73180" y="47318"/>
                  <a:pt x="73404" y="47990"/>
                  <a:pt x="73678" y="48612"/>
                </a:cubicBezTo>
                <a:cubicBezTo>
                  <a:pt x="72558" y="50255"/>
                  <a:pt x="71388" y="51873"/>
                  <a:pt x="70118" y="53491"/>
                </a:cubicBezTo>
                <a:cubicBezTo>
                  <a:pt x="69894" y="53416"/>
                  <a:pt x="69695" y="53367"/>
                  <a:pt x="69546" y="53292"/>
                </a:cubicBezTo>
                <a:cubicBezTo>
                  <a:pt x="70990" y="51101"/>
                  <a:pt x="72135" y="48861"/>
                  <a:pt x="73006" y="46696"/>
                </a:cubicBezTo>
                <a:close/>
                <a:moveTo>
                  <a:pt x="73777" y="48811"/>
                </a:moveTo>
                <a:cubicBezTo>
                  <a:pt x="73777" y="48811"/>
                  <a:pt x="73777" y="48861"/>
                  <a:pt x="73802" y="48861"/>
                </a:cubicBezTo>
                <a:cubicBezTo>
                  <a:pt x="72732" y="50429"/>
                  <a:pt x="71562" y="51998"/>
                  <a:pt x="70367" y="53541"/>
                </a:cubicBezTo>
                <a:lnTo>
                  <a:pt x="70318" y="53541"/>
                </a:lnTo>
                <a:cubicBezTo>
                  <a:pt x="71512" y="52022"/>
                  <a:pt x="72682" y="50429"/>
                  <a:pt x="73777" y="48811"/>
                </a:cubicBezTo>
                <a:close/>
                <a:moveTo>
                  <a:pt x="23522" y="45650"/>
                </a:moveTo>
                <a:lnTo>
                  <a:pt x="23572" y="45675"/>
                </a:lnTo>
                <a:cubicBezTo>
                  <a:pt x="21506" y="48264"/>
                  <a:pt x="19589" y="50902"/>
                  <a:pt x="17772" y="53591"/>
                </a:cubicBezTo>
                <a:lnTo>
                  <a:pt x="17723" y="53591"/>
                </a:lnTo>
                <a:cubicBezTo>
                  <a:pt x="19515" y="50927"/>
                  <a:pt x="21456" y="48264"/>
                  <a:pt x="23522" y="45650"/>
                </a:cubicBezTo>
                <a:close/>
                <a:moveTo>
                  <a:pt x="117710" y="41344"/>
                </a:moveTo>
                <a:lnTo>
                  <a:pt x="117710" y="41344"/>
                </a:lnTo>
                <a:cubicBezTo>
                  <a:pt x="117685" y="41593"/>
                  <a:pt x="117660" y="41842"/>
                  <a:pt x="117660" y="42066"/>
                </a:cubicBezTo>
                <a:cubicBezTo>
                  <a:pt x="117461" y="43584"/>
                  <a:pt x="117212" y="45327"/>
                  <a:pt x="116988" y="46671"/>
                </a:cubicBezTo>
                <a:cubicBezTo>
                  <a:pt x="116839" y="47642"/>
                  <a:pt x="116540" y="49060"/>
                  <a:pt x="116217" y="50156"/>
                </a:cubicBezTo>
                <a:cubicBezTo>
                  <a:pt x="116117" y="50479"/>
                  <a:pt x="116043" y="50778"/>
                  <a:pt x="115943" y="51126"/>
                </a:cubicBezTo>
                <a:cubicBezTo>
                  <a:pt x="115719" y="51923"/>
                  <a:pt x="115470" y="52869"/>
                  <a:pt x="115196" y="53715"/>
                </a:cubicBezTo>
                <a:lnTo>
                  <a:pt x="115196" y="53541"/>
                </a:lnTo>
                <a:cubicBezTo>
                  <a:pt x="115719" y="51599"/>
                  <a:pt x="116067" y="49658"/>
                  <a:pt x="116291" y="47816"/>
                </a:cubicBezTo>
                <a:cubicBezTo>
                  <a:pt x="116914" y="45625"/>
                  <a:pt x="117412" y="43460"/>
                  <a:pt x="117710" y="41344"/>
                </a:cubicBezTo>
                <a:close/>
                <a:moveTo>
                  <a:pt x="46049" y="53267"/>
                </a:moveTo>
                <a:lnTo>
                  <a:pt x="46472" y="53665"/>
                </a:lnTo>
                <a:cubicBezTo>
                  <a:pt x="46472" y="53715"/>
                  <a:pt x="46472" y="53715"/>
                  <a:pt x="46422" y="53740"/>
                </a:cubicBezTo>
                <a:lnTo>
                  <a:pt x="46024" y="53342"/>
                </a:lnTo>
                <a:cubicBezTo>
                  <a:pt x="46024" y="53292"/>
                  <a:pt x="46049" y="53292"/>
                  <a:pt x="46049" y="53267"/>
                </a:cubicBezTo>
                <a:close/>
                <a:moveTo>
                  <a:pt x="69421" y="53491"/>
                </a:moveTo>
                <a:cubicBezTo>
                  <a:pt x="69621" y="53541"/>
                  <a:pt x="69770" y="53615"/>
                  <a:pt x="69944" y="53665"/>
                </a:cubicBezTo>
                <a:cubicBezTo>
                  <a:pt x="69944" y="53690"/>
                  <a:pt x="69919" y="53690"/>
                  <a:pt x="69919" y="53740"/>
                </a:cubicBezTo>
                <a:cubicBezTo>
                  <a:pt x="69720" y="53665"/>
                  <a:pt x="69571" y="53615"/>
                  <a:pt x="69397" y="53541"/>
                </a:cubicBezTo>
                <a:cubicBezTo>
                  <a:pt x="69421" y="53516"/>
                  <a:pt x="69421" y="53491"/>
                  <a:pt x="69421" y="53491"/>
                </a:cubicBezTo>
                <a:close/>
                <a:moveTo>
                  <a:pt x="54494" y="46213"/>
                </a:moveTo>
                <a:cubicBezTo>
                  <a:pt x="54460" y="46240"/>
                  <a:pt x="54425" y="46268"/>
                  <a:pt x="54387" y="46298"/>
                </a:cubicBezTo>
                <a:cubicBezTo>
                  <a:pt x="54238" y="46422"/>
                  <a:pt x="54064" y="46546"/>
                  <a:pt x="53889" y="46696"/>
                </a:cubicBezTo>
                <a:cubicBezTo>
                  <a:pt x="53865" y="46746"/>
                  <a:pt x="53840" y="46746"/>
                  <a:pt x="53815" y="46770"/>
                </a:cubicBezTo>
                <a:cubicBezTo>
                  <a:pt x="53740" y="46820"/>
                  <a:pt x="53641" y="46895"/>
                  <a:pt x="53591" y="46945"/>
                </a:cubicBezTo>
                <a:cubicBezTo>
                  <a:pt x="53566" y="46970"/>
                  <a:pt x="53516" y="46970"/>
                  <a:pt x="53491" y="47019"/>
                </a:cubicBezTo>
                <a:lnTo>
                  <a:pt x="53466" y="47044"/>
                </a:lnTo>
                <a:cubicBezTo>
                  <a:pt x="53267" y="47194"/>
                  <a:pt x="53068" y="47343"/>
                  <a:pt x="52869" y="47542"/>
                </a:cubicBezTo>
                <a:lnTo>
                  <a:pt x="52844" y="47567"/>
                </a:lnTo>
                <a:lnTo>
                  <a:pt x="52769" y="47642"/>
                </a:lnTo>
                <a:cubicBezTo>
                  <a:pt x="52744" y="47642"/>
                  <a:pt x="52744" y="47667"/>
                  <a:pt x="52720" y="47667"/>
                </a:cubicBezTo>
                <a:cubicBezTo>
                  <a:pt x="52122" y="48164"/>
                  <a:pt x="51575" y="48687"/>
                  <a:pt x="51002" y="49210"/>
                </a:cubicBezTo>
                <a:cubicBezTo>
                  <a:pt x="51002" y="49210"/>
                  <a:pt x="50977" y="49210"/>
                  <a:pt x="50977" y="49260"/>
                </a:cubicBezTo>
                <a:lnTo>
                  <a:pt x="50878" y="49334"/>
                </a:lnTo>
                <a:lnTo>
                  <a:pt x="49658" y="50554"/>
                </a:lnTo>
                <a:lnTo>
                  <a:pt x="49608" y="50629"/>
                </a:lnTo>
                <a:lnTo>
                  <a:pt x="49509" y="50703"/>
                </a:lnTo>
                <a:lnTo>
                  <a:pt x="49359" y="50877"/>
                </a:lnTo>
                <a:cubicBezTo>
                  <a:pt x="49011" y="51251"/>
                  <a:pt x="48637" y="51624"/>
                  <a:pt x="48289" y="51998"/>
                </a:cubicBezTo>
                <a:lnTo>
                  <a:pt x="48140" y="52147"/>
                </a:lnTo>
                <a:lnTo>
                  <a:pt x="48040" y="52246"/>
                </a:lnTo>
                <a:cubicBezTo>
                  <a:pt x="48015" y="52271"/>
                  <a:pt x="47990" y="52321"/>
                  <a:pt x="47965" y="52371"/>
                </a:cubicBezTo>
                <a:cubicBezTo>
                  <a:pt x="47916" y="52396"/>
                  <a:pt x="47916" y="52421"/>
                  <a:pt x="47891" y="52421"/>
                </a:cubicBezTo>
                <a:cubicBezTo>
                  <a:pt x="47517" y="52869"/>
                  <a:pt x="47119" y="53317"/>
                  <a:pt x="46746" y="53765"/>
                </a:cubicBezTo>
                <a:lnTo>
                  <a:pt x="46721" y="53740"/>
                </a:lnTo>
                <a:cubicBezTo>
                  <a:pt x="46870" y="53541"/>
                  <a:pt x="46995" y="53367"/>
                  <a:pt x="47144" y="53217"/>
                </a:cubicBezTo>
                <a:cubicBezTo>
                  <a:pt x="47219" y="53118"/>
                  <a:pt x="47293" y="53018"/>
                  <a:pt x="47368" y="52943"/>
                </a:cubicBezTo>
                <a:cubicBezTo>
                  <a:pt x="47766" y="52446"/>
                  <a:pt x="48214" y="51998"/>
                  <a:pt x="48637" y="51500"/>
                </a:cubicBezTo>
                <a:cubicBezTo>
                  <a:pt x="48737" y="51400"/>
                  <a:pt x="48787" y="51301"/>
                  <a:pt x="48886" y="51251"/>
                </a:cubicBezTo>
                <a:cubicBezTo>
                  <a:pt x="49334" y="50778"/>
                  <a:pt x="49782" y="50305"/>
                  <a:pt x="50255" y="49832"/>
                </a:cubicBezTo>
                <a:lnTo>
                  <a:pt x="50479" y="49633"/>
                </a:lnTo>
                <a:cubicBezTo>
                  <a:pt x="50977" y="49160"/>
                  <a:pt x="51450" y="48687"/>
                  <a:pt x="51973" y="48264"/>
                </a:cubicBezTo>
                <a:cubicBezTo>
                  <a:pt x="52023" y="48239"/>
                  <a:pt x="52072" y="48164"/>
                  <a:pt x="52122" y="48139"/>
                </a:cubicBezTo>
                <a:lnTo>
                  <a:pt x="53242" y="47194"/>
                </a:lnTo>
                <a:lnTo>
                  <a:pt x="53715" y="46820"/>
                </a:lnTo>
                <a:lnTo>
                  <a:pt x="53815" y="46721"/>
                </a:lnTo>
                <a:cubicBezTo>
                  <a:pt x="54033" y="46546"/>
                  <a:pt x="54271" y="46371"/>
                  <a:pt x="54494" y="46213"/>
                </a:cubicBezTo>
                <a:close/>
                <a:moveTo>
                  <a:pt x="114997" y="53342"/>
                </a:moveTo>
                <a:lnTo>
                  <a:pt x="114997" y="53541"/>
                </a:lnTo>
                <a:cubicBezTo>
                  <a:pt x="114997" y="53615"/>
                  <a:pt x="114972" y="53715"/>
                  <a:pt x="114947" y="53765"/>
                </a:cubicBezTo>
                <a:lnTo>
                  <a:pt x="114947" y="53541"/>
                </a:lnTo>
                <a:cubicBezTo>
                  <a:pt x="114972" y="53491"/>
                  <a:pt x="114972" y="53391"/>
                  <a:pt x="114997" y="53342"/>
                </a:cubicBezTo>
                <a:close/>
                <a:moveTo>
                  <a:pt x="17673" y="53765"/>
                </a:moveTo>
                <a:cubicBezTo>
                  <a:pt x="17673" y="53790"/>
                  <a:pt x="17648" y="53790"/>
                  <a:pt x="17648" y="53839"/>
                </a:cubicBezTo>
                <a:lnTo>
                  <a:pt x="17598" y="53839"/>
                </a:lnTo>
                <a:cubicBezTo>
                  <a:pt x="17598" y="53790"/>
                  <a:pt x="17623" y="53790"/>
                  <a:pt x="17623" y="53765"/>
                </a:cubicBezTo>
                <a:close/>
                <a:moveTo>
                  <a:pt x="66293" y="53362"/>
                </a:moveTo>
                <a:cubicBezTo>
                  <a:pt x="66172" y="53507"/>
                  <a:pt x="66031" y="53673"/>
                  <a:pt x="65912" y="53839"/>
                </a:cubicBezTo>
                <a:cubicBezTo>
                  <a:pt x="65912" y="53790"/>
                  <a:pt x="65937" y="53765"/>
                  <a:pt x="65937" y="53740"/>
                </a:cubicBezTo>
                <a:lnTo>
                  <a:pt x="65937" y="53690"/>
                </a:lnTo>
                <a:cubicBezTo>
                  <a:pt x="65937" y="53665"/>
                  <a:pt x="65962" y="53640"/>
                  <a:pt x="65962" y="53615"/>
                </a:cubicBezTo>
                <a:cubicBezTo>
                  <a:pt x="66036" y="53516"/>
                  <a:pt x="66086" y="53416"/>
                  <a:pt x="66186" y="53367"/>
                </a:cubicBezTo>
                <a:lnTo>
                  <a:pt x="66211" y="53367"/>
                </a:lnTo>
                <a:cubicBezTo>
                  <a:pt x="66252" y="53367"/>
                  <a:pt x="66278" y="53367"/>
                  <a:pt x="66293" y="53362"/>
                </a:cubicBezTo>
                <a:close/>
                <a:moveTo>
                  <a:pt x="23721" y="45800"/>
                </a:moveTo>
                <a:cubicBezTo>
                  <a:pt x="24070" y="46173"/>
                  <a:pt x="24393" y="46546"/>
                  <a:pt x="24767" y="46895"/>
                </a:cubicBezTo>
                <a:cubicBezTo>
                  <a:pt x="23398" y="49235"/>
                  <a:pt x="22278" y="51599"/>
                  <a:pt x="21456" y="53864"/>
                </a:cubicBezTo>
                <a:cubicBezTo>
                  <a:pt x="20286" y="53715"/>
                  <a:pt x="19166" y="53615"/>
                  <a:pt x="18046" y="53591"/>
                </a:cubicBezTo>
                <a:cubicBezTo>
                  <a:pt x="19789" y="50977"/>
                  <a:pt x="21705" y="48388"/>
                  <a:pt x="23721" y="45800"/>
                </a:cubicBezTo>
                <a:close/>
                <a:moveTo>
                  <a:pt x="24891" y="47019"/>
                </a:moveTo>
                <a:lnTo>
                  <a:pt x="24916" y="47044"/>
                </a:lnTo>
                <a:cubicBezTo>
                  <a:pt x="23597" y="49359"/>
                  <a:pt x="22502" y="51649"/>
                  <a:pt x="21655" y="53889"/>
                </a:cubicBezTo>
                <a:lnTo>
                  <a:pt x="21606" y="53889"/>
                </a:lnTo>
                <a:cubicBezTo>
                  <a:pt x="22452" y="51649"/>
                  <a:pt x="23572" y="49359"/>
                  <a:pt x="24891" y="47019"/>
                </a:cubicBezTo>
                <a:close/>
                <a:moveTo>
                  <a:pt x="37835" y="46273"/>
                </a:moveTo>
                <a:cubicBezTo>
                  <a:pt x="37959" y="46372"/>
                  <a:pt x="38059" y="46447"/>
                  <a:pt x="38183" y="46546"/>
                </a:cubicBezTo>
                <a:cubicBezTo>
                  <a:pt x="36291" y="48936"/>
                  <a:pt x="34698" y="51425"/>
                  <a:pt x="33454" y="53889"/>
                </a:cubicBezTo>
                <a:cubicBezTo>
                  <a:pt x="33031" y="53541"/>
                  <a:pt x="32583" y="53217"/>
                  <a:pt x="32184" y="52869"/>
                </a:cubicBezTo>
                <a:cubicBezTo>
                  <a:pt x="33952" y="50629"/>
                  <a:pt x="35818" y="48413"/>
                  <a:pt x="37835" y="46273"/>
                </a:cubicBezTo>
                <a:close/>
                <a:moveTo>
                  <a:pt x="38308" y="46646"/>
                </a:moveTo>
                <a:cubicBezTo>
                  <a:pt x="38332" y="46646"/>
                  <a:pt x="38332" y="46671"/>
                  <a:pt x="38382" y="46671"/>
                </a:cubicBezTo>
                <a:cubicBezTo>
                  <a:pt x="36466" y="49060"/>
                  <a:pt x="34898" y="51550"/>
                  <a:pt x="33653" y="54014"/>
                </a:cubicBezTo>
                <a:cubicBezTo>
                  <a:pt x="33603" y="54014"/>
                  <a:pt x="33603" y="53989"/>
                  <a:pt x="33578" y="53989"/>
                </a:cubicBezTo>
                <a:cubicBezTo>
                  <a:pt x="34823" y="51525"/>
                  <a:pt x="36416" y="49036"/>
                  <a:pt x="38308" y="46646"/>
                </a:cubicBezTo>
                <a:close/>
                <a:moveTo>
                  <a:pt x="17897" y="53790"/>
                </a:moveTo>
                <a:cubicBezTo>
                  <a:pt x="19017" y="53839"/>
                  <a:pt x="20212" y="53889"/>
                  <a:pt x="21357" y="54039"/>
                </a:cubicBezTo>
                <a:lnTo>
                  <a:pt x="21357" y="54113"/>
                </a:lnTo>
                <a:cubicBezTo>
                  <a:pt x="20162" y="53964"/>
                  <a:pt x="19017" y="53864"/>
                  <a:pt x="17872" y="53864"/>
                </a:cubicBezTo>
                <a:cubicBezTo>
                  <a:pt x="17872" y="53839"/>
                  <a:pt x="17897" y="53839"/>
                  <a:pt x="17897" y="53790"/>
                </a:cubicBezTo>
                <a:close/>
                <a:moveTo>
                  <a:pt x="32035" y="52993"/>
                </a:moveTo>
                <a:cubicBezTo>
                  <a:pt x="32483" y="53342"/>
                  <a:pt x="32931" y="53715"/>
                  <a:pt x="33354" y="54039"/>
                </a:cubicBezTo>
                <a:cubicBezTo>
                  <a:pt x="33354" y="54088"/>
                  <a:pt x="33329" y="54088"/>
                  <a:pt x="33329" y="54113"/>
                </a:cubicBezTo>
                <a:cubicBezTo>
                  <a:pt x="32906" y="53765"/>
                  <a:pt x="32433" y="53391"/>
                  <a:pt x="31985" y="53043"/>
                </a:cubicBezTo>
                <a:cubicBezTo>
                  <a:pt x="31985" y="53018"/>
                  <a:pt x="32035" y="53018"/>
                  <a:pt x="32035" y="52993"/>
                </a:cubicBezTo>
                <a:close/>
                <a:moveTo>
                  <a:pt x="21606" y="54088"/>
                </a:moveTo>
                <a:cubicBezTo>
                  <a:pt x="21606" y="54113"/>
                  <a:pt x="21606" y="54113"/>
                  <a:pt x="21581" y="54138"/>
                </a:cubicBezTo>
                <a:lnTo>
                  <a:pt x="21506" y="54138"/>
                </a:lnTo>
                <a:cubicBezTo>
                  <a:pt x="21506" y="54113"/>
                  <a:pt x="21506" y="54113"/>
                  <a:pt x="21531" y="54088"/>
                </a:cubicBezTo>
                <a:close/>
                <a:moveTo>
                  <a:pt x="19042" y="40174"/>
                </a:moveTo>
                <a:lnTo>
                  <a:pt x="19042" y="40199"/>
                </a:lnTo>
                <a:lnTo>
                  <a:pt x="19092" y="40224"/>
                </a:lnTo>
                <a:cubicBezTo>
                  <a:pt x="18992" y="40448"/>
                  <a:pt x="18893" y="40573"/>
                  <a:pt x="18793" y="40722"/>
                </a:cubicBezTo>
                <a:lnTo>
                  <a:pt x="17673" y="42415"/>
                </a:lnTo>
                <a:cubicBezTo>
                  <a:pt x="17499" y="42713"/>
                  <a:pt x="17275" y="43037"/>
                  <a:pt x="17100" y="43311"/>
                </a:cubicBezTo>
                <a:cubicBezTo>
                  <a:pt x="16802" y="43759"/>
                  <a:pt x="16553" y="44182"/>
                  <a:pt x="16304" y="44580"/>
                </a:cubicBezTo>
                <a:cubicBezTo>
                  <a:pt x="16154" y="44829"/>
                  <a:pt x="16030" y="45053"/>
                  <a:pt x="15881" y="45277"/>
                </a:cubicBezTo>
                <a:cubicBezTo>
                  <a:pt x="15507" y="45899"/>
                  <a:pt x="15184" y="46472"/>
                  <a:pt x="14860" y="47094"/>
                </a:cubicBezTo>
                <a:cubicBezTo>
                  <a:pt x="14561" y="47592"/>
                  <a:pt x="14313" y="48090"/>
                  <a:pt x="14064" y="48612"/>
                </a:cubicBezTo>
                <a:cubicBezTo>
                  <a:pt x="14064" y="48612"/>
                  <a:pt x="14064" y="48637"/>
                  <a:pt x="14039" y="48637"/>
                </a:cubicBezTo>
                <a:cubicBezTo>
                  <a:pt x="13939" y="48811"/>
                  <a:pt x="13865" y="49011"/>
                  <a:pt x="13765" y="49235"/>
                </a:cubicBezTo>
                <a:cubicBezTo>
                  <a:pt x="13541" y="49683"/>
                  <a:pt x="13317" y="50131"/>
                  <a:pt x="13118" y="50604"/>
                </a:cubicBezTo>
                <a:cubicBezTo>
                  <a:pt x="13043" y="50753"/>
                  <a:pt x="12944" y="50902"/>
                  <a:pt x="12894" y="51052"/>
                </a:cubicBezTo>
                <a:cubicBezTo>
                  <a:pt x="12421" y="52122"/>
                  <a:pt x="11948" y="53217"/>
                  <a:pt x="11575" y="54238"/>
                </a:cubicBezTo>
                <a:lnTo>
                  <a:pt x="11525" y="54238"/>
                </a:lnTo>
                <a:cubicBezTo>
                  <a:pt x="13192" y="49658"/>
                  <a:pt x="15781" y="44879"/>
                  <a:pt x="19042" y="40174"/>
                </a:cubicBezTo>
                <a:close/>
                <a:moveTo>
                  <a:pt x="19216" y="40473"/>
                </a:moveTo>
                <a:cubicBezTo>
                  <a:pt x="20212" y="41917"/>
                  <a:pt x="21606" y="43634"/>
                  <a:pt x="23398" y="45501"/>
                </a:cubicBezTo>
                <a:cubicBezTo>
                  <a:pt x="21282" y="48139"/>
                  <a:pt x="19341" y="50853"/>
                  <a:pt x="17499" y="53591"/>
                </a:cubicBezTo>
                <a:cubicBezTo>
                  <a:pt x="15507" y="53591"/>
                  <a:pt x="13566" y="53765"/>
                  <a:pt x="11799" y="54238"/>
                </a:cubicBezTo>
                <a:cubicBezTo>
                  <a:pt x="12670" y="51898"/>
                  <a:pt x="13765" y="49508"/>
                  <a:pt x="15109" y="47094"/>
                </a:cubicBezTo>
                <a:cubicBezTo>
                  <a:pt x="15258" y="46820"/>
                  <a:pt x="15408" y="46546"/>
                  <a:pt x="15557" y="46298"/>
                </a:cubicBezTo>
                <a:cubicBezTo>
                  <a:pt x="15731" y="46024"/>
                  <a:pt x="15881" y="45775"/>
                  <a:pt x="16030" y="45501"/>
                </a:cubicBezTo>
                <a:cubicBezTo>
                  <a:pt x="16304" y="45028"/>
                  <a:pt x="16603" y="44555"/>
                  <a:pt x="16876" y="44057"/>
                </a:cubicBezTo>
                <a:cubicBezTo>
                  <a:pt x="16926" y="44008"/>
                  <a:pt x="16976" y="43908"/>
                  <a:pt x="17001" y="43833"/>
                </a:cubicBezTo>
                <a:cubicBezTo>
                  <a:pt x="17349" y="43286"/>
                  <a:pt x="17723" y="42713"/>
                  <a:pt x="18046" y="42166"/>
                </a:cubicBezTo>
                <a:cubicBezTo>
                  <a:pt x="18420" y="41568"/>
                  <a:pt x="18793" y="41046"/>
                  <a:pt x="19216" y="40473"/>
                </a:cubicBezTo>
                <a:close/>
                <a:moveTo>
                  <a:pt x="33528" y="54138"/>
                </a:moveTo>
                <a:cubicBezTo>
                  <a:pt x="33553" y="54138"/>
                  <a:pt x="33553" y="54163"/>
                  <a:pt x="33578" y="54163"/>
                </a:cubicBezTo>
                <a:cubicBezTo>
                  <a:pt x="33578" y="54213"/>
                  <a:pt x="33553" y="54213"/>
                  <a:pt x="33553" y="54238"/>
                </a:cubicBezTo>
                <a:cubicBezTo>
                  <a:pt x="33528" y="54238"/>
                  <a:pt x="33479" y="54238"/>
                  <a:pt x="33479" y="54213"/>
                </a:cubicBezTo>
                <a:cubicBezTo>
                  <a:pt x="33479" y="54163"/>
                  <a:pt x="33528" y="54163"/>
                  <a:pt x="33528" y="54138"/>
                </a:cubicBezTo>
                <a:close/>
                <a:moveTo>
                  <a:pt x="17399" y="53790"/>
                </a:moveTo>
                <a:cubicBezTo>
                  <a:pt x="17374" y="53790"/>
                  <a:pt x="17374" y="53790"/>
                  <a:pt x="17349" y="53839"/>
                </a:cubicBezTo>
                <a:cubicBezTo>
                  <a:pt x="15358" y="53839"/>
                  <a:pt x="13441" y="54039"/>
                  <a:pt x="11699" y="54512"/>
                </a:cubicBezTo>
                <a:cubicBezTo>
                  <a:pt x="11699" y="54487"/>
                  <a:pt x="11749" y="54487"/>
                  <a:pt x="11749" y="54462"/>
                </a:cubicBezTo>
                <a:cubicBezTo>
                  <a:pt x="13516" y="53989"/>
                  <a:pt x="15408" y="53790"/>
                  <a:pt x="17399" y="53790"/>
                </a:cubicBezTo>
                <a:close/>
                <a:moveTo>
                  <a:pt x="118084" y="37735"/>
                </a:moveTo>
                <a:lnTo>
                  <a:pt x="118084" y="38482"/>
                </a:lnTo>
                <a:cubicBezTo>
                  <a:pt x="118059" y="39452"/>
                  <a:pt x="118034" y="40647"/>
                  <a:pt x="117909" y="41842"/>
                </a:cubicBezTo>
                <a:cubicBezTo>
                  <a:pt x="117909" y="41942"/>
                  <a:pt x="117860" y="42016"/>
                  <a:pt x="117860" y="42091"/>
                </a:cubicBezTo>
                <a:cubicBezTo>
                  <a:pt x="117660" y="43709"/>
                  <a:pt x="117436" y="45401"/>
                  <a:pt x="117212" y="46671"/>
                </a:cubicBezTo>
                <a:cubicBezTo>
                  <a:pt x="117188" y="46820"/>
                  <a:pt x="117163" y="46945"/>
                  <a:pt x="117113" y="47119"/>
                </a:cubicBezTo>
                <a:cubicBezTo>
                  <a:pt x="116964" y="47940"/>
                  <a:pt x="116764" y="48861"/>
                  <a:pt x="116540" y="49857"/>
                </a:cubicBezTo>
                <a:cubicBezTo>
                  <a:pt x="116491" y="49981"/>
                  <a:pt x="116466" y="50106"/>
                  <a:pt x="116441" y="50180"/>
                </a:cubicBezTo>
                <a:cubicBezTo>
                  <a:pt x="116366" y="50405"/>
                  <a:pt x="116316" y="50629"/>
                  <a:pt x="116242" y="50877"/>
                </a:cubicBezTo>
                <a:lnTo>
                  <a:pt x="116142" y="51151"/>
                </a:lnTo>
                <a:cubicBezTo>
                  <a:pt x="116043" y="51624"/>
                  <a:pt x="115868" y="52172"/>
                  <a:pt x="115719" y="52719"/>
                </a:cubicBezTo>
                <a:cubicBezTo>
                  <a:pt x="115520" y="53292"/>
                  <a:pt x="115346" y="53914"/>
                  <a:pt x="115122" y="54586"/>
                </a:cubicBezTo>
                <a:cubicBezTo>
                  <a:pt x="115122" y="54611"/>
                  <a:pt x="115097" y="54611"/>
                  <a:pt x="115097" y="54636"/>
                </a:cubicBezTo>
                <a:cubicBezTo>
                  <a:pt x="115097" y="54586"/>
                  <a:pt x="115122" y="54536"/>
                  <a:pt x="115122" y="54487"/>
                </a:cubicBezTo>
                <a:lnTo>
                  <a:pt x="115122" y="54362"/>
                </a:lnTo>
                <a:cubicBezTo>
                  <a:pt x="115470" y="53391"/>
                  <a:pt x="115819" y="52147"/>
                  <a:pt x="116092" y="51151"/>
                </a:cubicBezTo>
                <a:cubicBezTo>
                  <a:pt x="116192" y="50803"/>
                  <a:pt x="116291" y="50504"/>
                  <a:pt x="116366" y="50180"/>
                </a:cubicBezTo>
                <a:cubicBezTo>
                  <a:pt x="116690" y="49110"/>
                  <a:pt x="116964" y="47667"/>
                  <a:pt x="117163" y="46671"/>
                </a:cubicBezTo>
                <a:cubicBezTo>
                  <a:pt x="117412" y="45327"/>
                  <a:pt x="117611" y="43584"/>
                  <a:pt x="117810" y="42066"/>
                </a:cubicBezTo>
                <a:cubicBezTo>
                  <a:pt x="117934" y="41120"/>
                  <a:pt x="117984" y="39801"/>
                  <a:pt x="118034" y="38731"/>
                </a:cubicBezTo>
                <a:cubicBezTo>
                  <a:pt x="118059" y="38556"/>
                  <a:pt x="118059" y="38357"/>
                  <a:pt x="118059" y="38208"/>
                </a:cubicBezTo>
                <a:lnTo>
                  <a:pt x="118059" y="38083"/>
                </a:lnTo>
                <a:cubicBezTo>
                  <a:pt x="118059" y="37959"/>
                  <a:pt x="118059" y="37859"/>
                  <a:pt x="118084" y="37735"/>
                </a:cubicBezTo>
                <a:close/>
                <a:moveTo>
                  <a:pt x="62952" y="52842"/>
                </a:moveTo>
                <a:lnTo>
                  <a:pt x="62952" y="52842"/>
                </a:lnTo>
                <a:cubicBezTo>
                  <a:pt x="62941" y="52853"/>
                  <a:pt x="62931" y="52862"/>
                  <a:pt x="62925" y="52869"/>
                </a:cubicBezTo>
                <a:lnTo>
                  <a:pt x="62352" y="53342"/>
                </a:lnTo>
                <a:cubicBezTo>
                  <a:pt x="61979" y="53615"/>
                  <a:pt x="61606" y="53914"/>
                  <a:pt x="61307" y="54213"/>
                </a:cubicBezTo>
                <a:cubicBezTo>
                  <a:pt x="61034" y="54445"/>
                  <a:pt x="60760" y="54670"/>
                  <a:pt x="60495" y="54896"/>
                </a:cubicBezTo>
                <a:lnTo>
                  <a:pt x="60495" y="54896"/>
                </a:lnTo>
                <a:cubicBezTo>
                  <a:pt x="60654" y="54753"/>
                  <a:pt x="60809" y="54615"/>
                  <a:pt x="60959" y="54487"/>
                </a:cubicBezTo>
                <a:cubicBezTo>
                  <a:pt x="61058" y="54387"/>
                  <a:pt x="61183" y="54288"/>
                  <a:pt x="61282" y="54213"/>
                </a:cubicBezTo>
                <a:cubicBezTo>
                  <a:pt x="61307" y="54213"/>
                  <a:pt x="61307" y="54163"/>
                  <a:pt x="61332" y="54163"/>
                </a:cubicBezTo>
                <a:cubicBezTo>
                  <a:pt x="61606" y="53914"/>
                  <a:pt x="61929" y="53665"/>
                  <a:pt x="62228" y="53416"/>
                </a:cubicBezTo>
                <a:cubicBezTo>
                  <a:pt x="62352" y="53342"/>
                  <a:pt x="62452" y="53242"/>
                  <a:pt x="62576" y="53143"/>
                </a:cubicBezTo>
                <a:cubicBezTo>
                  <a:pt x="62651" y="53093"/>
                  <a:pt x="62726" y="53018"/>
                  <a:pt x="62800" y="52968"/>
                </a:cubicBezTo>
                <a:lnTo>
                  <a:pt x="62952" y="52842"/>
                </a:lnTo>
                <a:close/>
                <a:moveTo>
                  <a:pt x="78606" y="45675"/>
                </a:moveTo>
                <a:lnTo>
                  <a:pt x="78656" y="45725"/>
                </a:lnTo>
                <a:lnTo>
                  <a:pt x="78656" y="45700"/>
                </a:lnTo>
                <a:cubicBezTo>
                  <a:pt x="78706" y="45725"/>
                  <a:pt x="78731" y="45725"/>
                  <a:pt x="78731" y="45775"/>
                </a:cubicBezTo>
                <a:cubicBezTo>
                  <a:pt x="78756" y="45800"/>
                  <a:pt x="78830" y="45849"/>
                  <a:pt x="78880" y="45899"/>
                </a:cubicBezTo>
                <a:cubicBezTo>
                  <a:pt x="78930" y="45924"/>
                  <a:pt x="78980" y="45999"/>
                  <a:pt x="79029" y="46024"/>
                </a:cubicBezTo>
                <a:lnTo>
                  <a:pt x="79079" y="46049"/>
                </a:lnTo>
                <a:cubicBezTo>
                  <a:pt x="79204" y="46173"/>
                  <a:pt x="79328" y="46273"/>
                  <a:pt x="79477" y="46397"/>
                </a:cubicBezTo>
                <a:cubicBezTo>
                  <a:pt x="79602" y="46472"/>
                  <a:pt x="79726" y="46571"/>
                  <a:pt x="79851" y="46696"/>
                </a:cubicBezTo>
                <a:cubicBezTo>
                  <a:pt x="79901" y="46770"/>
                  <a:pt x="80000" y="46820"/>
                  <a:pt x="80075" y="46845"/>
                </a:cubicBezTo>
                <a:cubicBezTo>
                  <a:pt x="80125" y="46895"/>
                  <a:pt x="80174" y="46945"/>
                  <a:pt x="80224" y="46970"/>
                </a:cubicBezTo>
                <a:cubicBezTo>
                  <a:pt x="80374" y="47094"/>
                  <a:pt x="80523" y="47194"/>
                  <a:pt x="80697" y="47293"/>
                </a:cubicBezTo>
                <a:cubicBezTo>
                  <a:pt x="80722" y="47293"/>
                  <a:pt x="80722" y="47318"/>
                  <a:pt x="80747" y="47318"/>
                </a:cubicBezTo>
                <a:cubicBezTo>
                  <a:pt x="80822" y="47343"/>
                  <a:pt x="80847" y="47393"/>
                  <a:pt x="80896" y="47418"/>
                </a:cubicBezTo>
                <a:lnTo>
                  <a:pt x="80946" y="47442"/>
                </a:lnTo>
                <a:cubicBezTo>
                  <a:pt x="80971" y="47467"/>
                  <a:pt x="80996" y="47467"/>
                  <a:pt x="81021" y="47517"/>
                </a:cubicBezTo>
                <a:lnTo>
                  <a:pt x="81319" y="47691"/>
                </a:lnTo>
                <a:cubicBezTo>
                  <a:pt x="81394" y="47766"/>
                  <a:pt x="81469" y="47791"/>
                  <a:pt x="81568" y="47841"/>
                </a:cubicBezTo>
                <a:cubicBezTo>
                  <a:pt x="81643" y="47915"/>
                  <a:pt x="81743" y="47965"/>
                  <a:pt x="81842" y="48015"/>
                </a:cubicBezTo>
                <a:cubicBezTo>
                  <a:pt x="82016" y="48139"/>
                  <a:pt x="82240" y="48214"/>
                  <a:pt x="82440" y="48339"/>
                </a:cubicBezTo>
                <a:cubicBezTo>
                  <a:pt x="82489" y="48388"/>
                  <a:pt x="82589" y="48438"/>
                  <a:pt x="82639" y="48463"/>
                </a:cubicBezTo>
                <a:cubicBezTo>
                  <a:pt x="82763" y="48538"/>
                  <a:pt x="82888" y="48587"/>
                  <a:pt x="82987" y="48662"/>
                </a:cubicBezTo>
                <a:cubicBezTo>
                  <a:pt x="83087" y="48712"/>
                  <a:pt x="83211" y="48787"/>
                  <a:pt x="83311" y="48811"/>
                </a:cubicBezTo>
                <a:lnTo>
                  <a:pt x="83485" y="48911"/>
                </a:lnTo>
                <a:lnTo>
                  <a:pt x="83684" y="49011"/>
                </a:lnTo>
                <a:cubicBezTo>
                  <a:pt x="82390" y="51052"/>
                  <a:pt x="80996" y="53118"/>
                  <a:pt x="79477" y="55134"/>
                </a:cubicBezTo>
                <a:cubicBezTo>
                  <a:pt x="78830" y="54586"/>
                  <a:pt x="78208" y="54014"/>
                  <a:pt x="77611" y="53416"/>
                </a:cubicBezTo>
                <a:cubicBezTo>
                  <a:pt x="78407" y="51151"/>
                  <a:pt x="78830" y="48986"/>
                  <a:pt x="78731" y="47019"/>
                </a:cubicBezTo>
                <a:lnTo>
                  <a:pt x="78731" y="46920"/>
                </a:lnTo>
                <a:cubicBezTo>
                  <a:pt x="78731" y="46770"/>
                  <a:pt x="78706" y="46621"/>
                  <a:pt x="78706" y="46447"/>
                </a:cubicBezTo>
                <a:lnTo>
                  <a:pt x="78706" y="46322"/>
                </a:lnTo>
                <a:lnTo>
                  <a:pt x="78606" y="45675"/>
                </a:lnTo>
                <a:close/>
                <a:moveTo>
                  <a:pt x="83833" y="49135"/>
                </a:moveTo>
                <a:cubicBezTo>
                  <a:pt x="83858" y="49135"/>
                  <a:pt x="83858" y="49160"/>
                  <a:pt x="83883" y="49160"/>
                </a:cubicBezTo>
                <a:cubicBezTo>
                  <a:pt x="82589" y="51176"/>
                  <a:pt x="81195" y="53242"/>
                  <a:pt x="79652" y="55283"/>
                </a:cubicBezTo>
                <a:cubicBezTo>
                  <a:pt x="79627" y="55283"/>
                  <a:pt x="79627" y="55258"/>
                  <a:pt x="79602" y="55258"/>
                </a:cubicBezTo>
                <a:cubicBezTo>
                  <a:pt x="81120" y="53242"/>
                  <a:pt x="82514" y="51176"/>
                  <a:pt x="83833" y="49135"/>
                </a:cubicBezTo>
                <a:close/>
                <a:moveTo>
                  <a:pt x="77536" y="53615"/>
                </a:moveTo>
                <a:cubicBezTo>
                  <a:pt x="78108" y="54213"/>
                  <a:pt x="78731" y="54736"/>
                  <a:pt x="79378" y="55258"/>
                </a:cubicBezTo>
                <a:cubicBezTo>
                  <a:pt x="79378" y="55283"/>
                  <a:pt x="79353" y="55283"/>
                  <a:pt x="79353" y="55333"/>
                </a:cubicBezTo>
                <a:cubicBezTo>
                  <a:pt x="78706" y="54785"/>
                  <a:pt x="78084" y="54238"/>
                  <a:pt x="77511" y="53665"/>
                </a:cubicBezTo>
                <a:cubicBezTo>
                  <a:pt x="77511" y="53640"/>
                  <a:pt x="77536" y="53640"/>
                  <a:pt x="77536" y="53615"/>
                </a:cubicBezTo>
                <a:close/>
                <a:moveTo>
                  <a:pt x="79477" y="55383"/>
                </a:moveTo>
                <a:cubicBezTo>
                  <a:pt x="79502" y="55383"/>
                  <a:pt x="79527" y="55408"/>
                  <a:pt x="79527" y="55408"/>
                </a:cubicBezTo>
                <a:cubicBezTo>
                  <a:pt x="79527" y="55457"/>
                  <a:pt x="79502" y="55457"/>
                  <a:pt x="79502" y="55482"/>
                </a:cubicBezTo>
                <a:cubicBezTo>
                  <a:pt x="79477" y="55482"/>
                  <a:pt x="79477" y="55457"/>
                  <a:pt x="79453" y="55457"/>
                </a:cubicBezTo>
                <a:cubicBezTo>
                  <a:pt x="79453" y="55408"/>
                  <a:pt x="79477" y="55408"/>
                  <a:pt x="79477" y="55383"/>
                </a:cubicBezTo>
                <a:close/>
                <a:moveTo>
                  <a:pt x="18644" y="39627"/>
                </a:moveTo>
                <a:cubicBezTo>
                  <a:pt x="18743" y="39801"/>
                  <a:pt x="18818" y="39925"/>
                  <a:pt x="18917" y="40075"/>
                </a:cubicBezTo>
                <a:cubicBezTo>
                  <a:pt x="18021" y="41344"/>
                  <a:pt x="17150" y="42663"/>
                  <a:pt x="16379" y="43958"/>
                </a:cubicBezTo>
                <a:cubicBezTo>
                  <a:pt x="14188" y="47517"/>
                  <a:pt x="12520" y="51002"/>
                  <a:pt x="11276" y="54362"/>
                </a:cubicBezTo>
                <a:cubicBezTo>
                  <a:pt x="10131" y="54711"/>
                  <a:pt x="9061" y="55109"/>
                  <a:pt x="8140" y="55607"/>
                </a:cubicBezTo>
                <a:cubicBezTo>
                  <a:pt x="10952" y="50280"/>
                  <a:pt x="14512" y="44879"/>
                  <a:pt x="18644" y="39627"/>
                </a:cubicBezTo>
                <a:close/>
                <a:moveTo>
                  <a:pt x="18519" y="39428"/>
                </a:moveTo>
                <a:cubicBezTo>
                  <a:pt x="18519" y="39452"/>
                  <a:pt x="18544" y="39452"/>
                  <a:pt x="18544" y="39477"/>
                </a:cubicBezTo>
                <a:cubicBezTo>
                  <a:pt x="14313" y="44804"/>
                  <a:pt x="10703" y="50305"/>
                  <a:pt x="7841" y="55781"/>
                </a:cubicBezTo>
                <a:cubicBezTo>
                  <a:pt x="7816" y="55831"/>
                  <a:pt x="7791" y="55831"/>
                  <a:pt x="7766" y="55856"/>
                </a:cubicBezTo>
                <a:cubicBezTo>
                  <a:pt x="10629" y="50355"/>
                  <a:pt x="14263" y="44804"/>
                  <a:pt x="18519" y="39428"/>
                </a:cubicBezTo>
                <a:close/>
                <a:moveTo>
                  <a:pt x="25090" y="47194"/>
                </a:moveTo>
                <a:cubicBezTo>
                  <a:pt x="27082" y="49135"/>
                  <a:pt x="29297" y="51101"/>
                  <a:pt x="31562" y="52919"/>
                </a:cubicBezTo>
                <a:cubicBezTo>
                  <a:pt x="30790" y="53889"/>
                  <a:pt x="30044" y="54860"/>
                  <a:pt x="29322" y="55856"/>
                </a:cubicBezTo>
                <a:cubicBezTo>
                  <a:pt x="26883" y="54960"/>
                  <a:pt x="24369" y="54288"/>
                  <a:pt x="21879" y="53914"/>
                </a:cubicBezTo>
                <a:cubicBezTo>
                  <a:pt x="22701" y="51724"/>
                  <a:pt x="23746" y="49484"/>
                  <a:pt x="25090" y="47194"/>
                </a:cubicBezTo>
                <a:close/>
                <a:moveTo>
                  <a:pt x="31687" y="53018"/>
                </a:moveTo>
                <a:cubicBezTo>
                  <a:pt x="31711" y="53018"/>
                  <a:pt x="31711" y="53043"/>
                  <a:pt x="31736" y="53043"/>
                </a:cubicBezTo>
                <a:cubicBezTo>
                  <a:pt x="30990" y="54014"/>
                  <a:pt x="30243" y="54935"/>
                  <a:pt x="29546" y="55905"/>
                </a:cubicBezTo>
                <a:cubicBezTo>
                  <a:pt x="29496" y="55905"/>
                  <a:pt x="29496" y="55881"/>
                  <a:pt x="29471" y="55881"/>
                </a:cubicBezTo>
                <a:cubicBezTo>
                  <a:pt x="30193" y="54960"/>
                  <a:pt x="30940" y="53989"/>
                  <a:pt x="31687" y="53018"/>
                </a:cubicBezTo>
                <a:close/>
                <a:moveTo>
                  <a:pt x="11176" y="54611"/>
                </a:moveTo>
                <a:cubicBezTo>
                  <a:pt x="11176" y="54611"/>
                  <a:pt x="11176" y="54636"/>
                  <a:pt x="11151" y="54661"/>
                </a:cubicBezTo>
                <a:cubicBezTo>
                  <a:pt x="9932" y="55009"/>
                  <a:pt x="8837" y="55482"/>
                  <a:pt x="7916" y="56030"/>
                </a:cubicBezTo>
                <a:cubicBezTo>
                  <a:pt x="7940" y="56005"/>
                  <a:pt x="7940" y="55980"/>
                  <a:pt x="7965" y="55955"/>
                </a:cubicBezTo>
                <a:cubicBezTo>
                  <a:pt x="8911" y="55408"/>
                  <a:pt x="10006" y="54960"/>
                  <a:pt x="11176" y="54611"/>
                </a:cubicBezTo>
                <a:close/>
                <a:moveTo>
                  <a:pt x="21780" y="54088"/>
                </a:moveTo>
                <a:cubicBezTo>
                  <a:pt x="24244" y="54462"/>
                  <a:pt x="26758" y="55084"/>
                  <a:pt x="29173" y="55980"/>
                </a:cubicBezTo>
                <a:cubicBezTo>
                  <a:pt x="29173" y="56005"/>
                  <a:pt x="29173" y="56030"/>
                  <a:pt x="29123" y="56030"/>
                </a:cubicBezTo>
                <a:cubicBezTo>
                  <a:pt x="26733" y="55134"/>
                  <a:pt x="24244" y="54512"/>
                  <a:pt x="21755" y="54138"/>
                </a:cubicBezTo>
                <a:cubicBezTo>
                  <a:pt x="21755" y="54113"/>
                  <a:pt x="21755" y="54113"/>
                  <a:pt x="21780" y="54088"/>
                </a:cubicBezTo>
                <a:close/>
                <a:moveTo>
                  <a:pt x="29347" y="56080"/>
                </a:moveTo>
                <a:cubicBezTo>
                  <a:pt x="29372" y="56080"/>
                  <a:pt x="29372" y="56105"/>
                  <a:pt x="29421" y="56105"/>
                </a:cubicBezTo>
                <a:cubicBezTo>
                  <a:pt x="29421" y="56129"/>
                  <a:pt x="29372" y="56129"/>
                  <a:pt x="29372" y="56154"/>
                </a:cubicBezTo>
                <a:cubicBezTo>
                  <a:pt x="29347" y="56129"/>
                  <a:pt x="29347" y="56129"/>
                  <a:pt x="29322" y="56129"/>
                </a:cubicBezTo>
                <a:cubicBezTo>
                  <a:pt x="29322" y="56105"/>
                  <a:pt x="29347" y="56105"/>
                  <a:pt x="29347" y="56080"/>
                </a:cubicBezTo>
                <a:close/>
                <a:moveTo>
                  <a:pt x="59807" y="55507"/>
                </a:moveTo>
                <a:cubicBezTo>
                  <a:pt x="59599" y="55690"/>
                  <a:pt x="59374" y="55874"/>
                  <a:pt x="59191" y="56080"/>
                </a:cubicBezTo>
                <a:cubicBezTo>
                  <a:pt x="59146" y="56110"/>
                  <a:pt x="59110" y="56131"/>
                  <a:pt x="59077" y="56160"/>
                </a:cubicBezTo>
                <a:lnTo>
                  <a:pt x="59077" y="56160"/>
                </a:lnTo>
                <a:cubicBezTo>
                  <a:pt x="59123" y="56117"/>
                  <a:pt x="59170" y="56073"/>
                  <a:pt x="59216" y="56030"/>
                </a:cubicBezTo>
                <a:cubicBezTo>
                  <a:pt x="59406" y="55864"/>
                  <a:pt x="59596" y="55675"/>
                  <a:pt x="59807" y="55507"/>
                </a:cubicBezTo>
                <a:close/>
                <a:moveTo>
                  <a:pt x="7667" y="56105"/>
                </a:moveTo>
                <a:cubicBezTo>
                  <a:pt x="7642" y="56129"/>
                  <a:pt x="7642" y="56154"/>
                  <a:pt x="7592" y="56229"/>
                </a:cubicBezTo>
                <a:cubicBezTo>
                  <a:pt x="7567" y="56229"/>
                  <a:pt x="7542" y="56254"/>
                  <a:pt x="7517" y="56279"/>
                </a:cubicBezTo>
                <a:cubicBezTo>
                  <a:pt x="7542" y="56254"/>
                  <a:pt x="7542" y="56229"/>
                  <a:pt x="7567" y="56154"/>
                </a:cubicBezTo>
                <a:cubicBezTo>
                  <a:pt x="7592" y="56129"/>
                  <a:pt x="7642" y="56129"/>
                  <a:pt x="7667" y="56105"/>
                </a:cubicBezTo>
                <a:close/>
                <a:moveTo>
                  <a:pt x="73877" y="49110"/>
                </a:moveTo>
                <a:cubicBezTo>
                  <a:pt x="74624" y="50604"/>
                  <a:pt x="75669" y="52097"/>
                  <a:pt x="77038" y="53516"/>
                </a:cubicBezTo>
                <a:cubicBezTo>
                  <a:pt x="76739" y="54412"/>
                  <a:pt x="76341" y="55383"/>
                  <a:pt x="75868" y="56329"/>
                </a:cubicBezTo>
                <a:cubicBezTo>
                  <a:pt x="73902" y="55159"/>
                  <a:pt x="72060" y="54263"/>
                  <a:pt x="70517" y="53665"/>
                </a:cubicBezTo>
                <a:cubicBezTo>
                  <a:pt x="71687" y="52172"/>
                  <a:pt x="72856" y="50653"/>
                  <a:pt x="73877" y="49110"/>
                </a:cubicBezTo>
                <a:close/>
                <a:moveTo>
                  <a:pt x="77237" y="53665"/>
                </a:moveTo>
                <a:cubicBezTo>
                  <a:pt x="77262" y="53715"/>
                  <a:pt x="77262" y="53715"/>
                  <a:pt x="77287" y="53715"/>
                </a:cubicBezTo>
                <a:cubicBezTo>
                  <a:pt x="77287" y="53740"/>
                  <a:pt x="77262" y="53765"/>
                  <a:pt x="77262" y="53790"/>
                </a:cubicBezTo>
                <a:cubicBezTo>
                  <a:pt x="77262" y="53839"/>
                  <a:pt x="77237" y="53864"/>
                  <a:pt x="77237" y="53889"/>
                </a:cubicBezTo>
                <a:cubicBezTo>
                  <a:pt x="77188" y="53989"/>
                  <a:pt x="77138" y="54088"/>
                  <a:pt x="77113" y="54163"/>
                </a:cubicBezTo>
                <a:cubicBezTo>
                  <a:pt x="77038" y="54337"/>
                  <a:pt x="76988" y="54487"/>
                  <a:pt x="76914" y="54611"/>
                </a:cubicBezTo>
                <a:cubicBezTo>
                  <a:pt x="76889" y="54661"/>
                  <a:pt x="76889" y="54736"/>
                  <a:pt x="76864" y="54760"/>
                </a:cubicBezTo>
                <a:cubicBezTo>
                  <a:pt x="76814" y="54785"/>
                  <a:pt x="76814" y="54860"/>
                  <a:pt x="76789" y="54885"/>
                </a:cubicBezTo>
                <a:cubicBezTo>
                  <a:pt x="76789" y="54910"/>
                  <a:pt x="76764" y="54910"/>
                  <a:pt x="76764" y="54960"/>
                </a:cubicBezTo>
                <a:cubicBezTo>
                  <a:pt x="76690" y="55109"/>
                  <a:pt x="76615" y="55258"/>
                  <a:pt x="76540" y="55457"/>
                </a:cubicBezTo>
                <a:cubicBezTo>
                  <a:pt x="76515" y="55532"/>
                  <a:pt x="76491" y="55607"/>
                  <a:pt x="76416" y="55706"/>
                </a:cubicBezTo>
                <a:cubicBezTo>
                  <a:pt x="76416" y="55731"/>
                  <a:pt x="76391" y="55756"/>
                  <a:pt x="76391" y="55756"/>
                </a:cubicBezTo>
                <a:cubicBezTo>
                  <a:pt x="76291" y="55955"/>
                  <a:pt x="76192" y="56129"/>
                  <a:pt x="76117" y="56279"/>
                </a:cubicBezTo>
                <a:cubicBezTo>
                  <a:pt x="76117" y="56329"/>
                  <a:pt x="76067" y="56353"/>
                  <a:pt x="76067" y="56378"/>
                </a:cubicBezTo>
                <a:lnTo>
                  <a:pt x="76043" y="56378"/>
                </a:lnTo>
                <a:cubicBezTo>
                  <a:pt x="76043" y="56378"/>
                  <a:pt x="76018" y="56378"/>
                  <a:pt x="76018" y="56353"/>
                </a:cubicBezTo>
                <a:cubicBezTo>
                  <a:pt x="76491" y="55482"/>
                  <a:pt x="76889" y="54586"/>
                  <a:pt x="77237" y="53665"/>
                </a:cubicBezTo>
                <a:close/>
                <a:moveTo>
                  <a:pt x="67311" y="53370"/>
                </a:moveTo>
                <a:cubicBezTo>
                  <a:pt x="67732" y="53370"/>
                  <a:pt x="68256" y="53453"/>
                  <a:pt x="68874" y="53615"/>
                </a:cubicBezTo>
                <a:cubicBezTo>
                  <a:pt x="68202" y="54536"/>
                  <a:pt x="67530" y="55482"/>
                  <a:pt x="66783" y="56453"/>
                </a:cubicBezTo>
                <a:cubicBezTo>
                  <a:pt x="66136" y="55208"/>
                  <a:pt x="65912" y="54288"/>
                  <a:pt x="66211" y="53790"/>
                </a:cubicBezTo>
                <a:cubicBezTo>
                  <a:pt x="66393" y="53509"/>
                  <a:pt x="66766" y="53370"/>
                  <a:pt x="67311" y="53370"/>
                </a:cubicBezTo>
                <a:close/>
                <a:moveTo>
                  <a:pt x="70417" y="53839"/>
                </a:moveTo>
                <a:cubicBezTo>
                  <a:pt x="71985" y="54412"/>
                  <a:pt x="73802" y="55333"/>
                  <a:pt x="75794" y="56503"/>
                </a:cubicBezTo>
                <a:cubicBezTo>
                  <a:pt x="75794" y="56528"/>
                  <a:pt x="75769" y="56528"/>
                  <a:pt x="75769" y="56577"/>
                </a:cubicBezTo>
                <a:cubicBezTo>
                  <a:pt x="73777" y="55408"/>
                  <a:pt x="71935" y="54487"/>
                  <a:pt x="70392" y="53889"/>
                </a:cubicBezTo>
                <a:cubicBezTo>
                  <a:pt x="70392" y="53864"/>
                  <a:pt x="70392" y="53839"/>
                  <a:pt x="70417" y="53839"/>
                </a:cubicBezTo>
                <a:close/>
                <a:moveTo>
                  <a:pt x="65912" y="54163"/>
                </a:moveTo>
                <a:cubicBezTo>
                  <a:pt x="65837" y="54760"/>
                  <a:pt x="66086" y="55582"/>
                  <a:pt x="66659" y="56602"/>
                </a:cubicBezTo>
                <a:lnTo>
                  <a:pt x="66584" y="56652"/>
                </a:lnTo>
                <a:cubicBezTo>
                  <a:pt x="66061" y="55657"/>
                  <a:pt x="65787" y="54860"/>
                  <a:pt x="65812" y="54263"/>
                </a:cubicBezTo>
                <a:lnTo>
                  <a:pt x="65912" y="54163"/>
                </a:lnTo>
                <a:close/>
                <a:moveTo>
                  <a:pt x="69048" y="53615"/>
                </a:moveTo>
                <a:cubicBezTo>
                  <a:pt x="69073" y="53615"/>
                  <a:pt x="69073" y="53615"/>
                  <a:pt x="69098" y="53640"/>
                </a:cubicBezTo>
                <a:cubicBezTo>
                  <a:pt x="68426" y="54661"/>
                  <a:pt x="67679" y="55657"/>
                  <a:pt x="66907" y="56652"/>
                </a:cubicBezTo>
                <a:cubicBezTo>
                  <a:pt x="66907" y="56627"/>
                  <a:pt x="66858" y="56627"/>
                  <a:pt x="66858" y="56602"/>
                </a:cubicBezTo>
                <a:cubicBezTo>
                  <a:pt x="67654" y="55607"/>
                  <a:pt x="68351" y="54611"/>
                  <a:pt x="69048" y="53615"/>
                </a:cubicBezTo>
                <a:close/>
                <a:moveTo>
                  <a:pt x="75918" y="56577"/>
                </a:moveTo>
                <a:cubicBezTo>
                  <a:pt x="75968" y="56602"/>
                  <a:pt x="75968" y="56602"/>
                  <a:pt x="75993" y="56602"/>
                </a:cubicBezTo>
                <a:cubicBezTo>
                  <a:pt x="75993" y="56627"/>
                  <a:pt x="75943" y="56627"/>
                  <a:pt x="75943" y="56652"/>
                </a:cubicBezTo>
                <a:lnTo>
                  <a:pt x="75918" y="56652"/>
                </a:lnTo>
                <a:cubicBezTo>
                  <a:pt x="75918" y="56652"/>
                  <a:pt x="75893" y="56652"/>
                  <a:pt x="75893" y="56627"/>
                </a:cubicBezTo>
                <a:cubicBezTo>
                  <a:pt x="75893" y="56602"/>
                  <a:pt x="75918" y="56602"/>
                  <a:pt x="75918" y="56577"/>
                </a:cubicBezTo>
                <a:close/>
                <a:moveTo>
                  <a:pt x="66758" y="56752"/>
                </a:moveTo>
                <a:cubicBezTo>
                  <a:pt x="66758" y="56777"/>
                  <a:pt x="66783" y="56777"/>
                  <a:pt x="66783" y="56826"/>
                </a:cubicBezTo>
                <a:lnTo>
                  <a:pt x="66708" y="56876"/>
                </a:lnTo>
                <a:cubicBezTo>
                  <a:pt x="66708" y="56876"/>
                  <a:pt x="66708" y="56851"/>
                  <a:pt x="66683" y="56826"/>
                </a:cubicBezTo>
                <a:lnTo>
                  <a:pt x="66758" y="56752"/>
                </a:lnTo>
                <a:close/>
                <a:moveTo>
                  <a:pt x="31861" y="53167"/>
                </a:moveTo>
                <a:cubicBezTo>
                  <a:pt x="32334" y="53541"/>
                  <a:pt x="32782" y="53889"/>
                  <a:pt x="33230" y="54263"/>
                </a:cubicBezTo>
                <a:cubicBezTo>
                  <a:pt x="32807" y="55208"/>
                  <a:pt x="32408" y="56105"/>
                  <a:pt x="32060" y="57001"/>
                </a:cubicBezTo>
                <a:cubicBezTo>
                  <a:pt x="31288" y="56627"/>
                  <a:pt x="30492" y="56279"/>
                  <a:pt x="29695" y="56005"/>
                </a:cubicBezTo>
                <a:cubicBezTo>
                  <a:pt x="30417" y="55084"/>
                  <a:pt x="31164" y="54113"/>
                  <a:pt x="31861" y="53167"/>
                </a:cubicBezTo>
                <a:close/>
                <a:moveTo>
                  <a:pt x="69272" y="53665"/>
                </a:moveTo>
                <a:cubicBezTo>
                  <a:pt x="69421" y="53740"/>
                  <a:pt x="69621" y="53765"/>
                  <a:pt x="69770" y="53839"/>
                </a:cubicBezTo>
                <a:cubicBezTo>
                  <a:pt x="68899" y="54885"/>
                  <a:pt x="68028" y="55955"/>
                  <a:pt x="67082" y="57001"/>
                </a:cubicBezTo>
                <a:cubicBezTo>
                  <a:pt x="67082" y="56976"/>
                  <a:pt x="67057" y="56876"/>
                  <a:pt x="67007" y="56826"/>
                </a:cubicBezTo>
                <a:cubicBezTo>
                  <a:pt x="67804" y="55781"/>
                  <a:pt x="68575" y="54736"/>
                  <a:pt x="69272" y="53665"/>
                </a:cubicBezTo>
                <a:close/>
                <a:moveTo>
                  <a:pt x="33404" y="54387"/>
                </a:moveTo>
                <a:cubicBezTo>
                  <a:pt x="33429" y="54387"/>
                  <a:pt x="33429" y="54412"/>
                  <a:pt x="33454" y="54412"/>
                </a:cubicBezTo>
                <a:cubicBezTo>
                  <a:pt x="33031" y="55333"/>
                  <a:pt x="32608" y="56229"/>
                  <a:pt x="32309" y="57125"/>
                </a:cubicBezTo>
                <a:cubicBezTo>
                  <a:pt x="32284" y="57125"/>
                  <a:pt x="32284" y="57100"/>
                  <a:pt x="32234" y="57100"/>
                </a:cubicBezTo>
                <a:cubicBezTo>
                  <a:pt x="32558" y="56204"/>
                  <a:pt x="32956" y="55283"/>
                  <a:pt x="33404" y="54387"/>
                </a:cubicBezTo>
                <a:close/>
                <a:moveTo>
                  <a:pt x="70019" y="53889"/>
                </a:moveTo>
                <a:cubicBezTo>
                  <a:pt x="69148" y="55034"/>
                  <a:pt x="68252" y="56154"/>
                  <a:pt x="67256" y="57225"/>
                </a:cubicBezTo>
                <a:cubicBezTo>
                  <a:pt x="67331" y="57075"/>
                  <a:pt x="67430" y="56951"/>
                  <a:pt x="67555" y="56801"/>
                </a:cubicBezTo>
                <a:cubicBezTo>
                  <a:pt x="67704" y="56652"/>
                  <a:pt x="67828" y="56503"/>
                  <a:pt x="68003" y="56329"/>
                </a:cubicBezTo>
                <a:cubicBezTo>
                  <a:pt x="68351" y="55905"/>
                  <a:pt x="68700" y="55482"/>
                  <a:pt x="69048" y="55084"/>
                </a:cubicBezTo>
                <a:cubicBezTo>
                  <a:pt x="69148" y="54984"/>
                  <a:pt x="69197" y="54885"/>
                  <a:pt x="69297" y="54760"/>
                </a:cubicBezTo>
                <a:cubicBezTo>
                  <a:pt x="69546" y="54487"/>
                  <a:pt x="69770" y="54188"/>
                  <a:pt x="69969" y="53889"/>
                </a:cubicBezTo>
                <a:close/>
                <a:moveTo>
                  <a:pt x="29596" y="56154"/>
                </a:moveTo>
                <a:cubicBezTo>
                  <a:pt x="30392" y="56478"/>
                  <a:pt x="31214" y="56826"/>
                  <a:pt x="32035" y="57200"/>
                </a:cubicBezTo>
                <a:cubicBezTo>
                  <a:pt x="31985" y="57225"/>
                  <a:pt x="31985" y="57225"/>
                  <a:pt x="31985" y="57250"/>
                </a:cubicBezTo>
                <a:cubicBezTo>
                  <a:pt x="31189" y="56876"/>
                  <a:pt x="30367" y="56528"/>
                  <a:pt x="29571" y="56229"/>
                </a:cubicBezTo>
                <a:cubicBezTo>
                  <a:pt x="29571" y="56204"/>
                  <a:pt x="29596" y="56204"/>
                  <a:pt x="29596" y="56154"/>
                </a:cubicBezTo>
                <a:close/>
                <a:moveTo>
                  <a:pt x="66883" y="57001"/>
                </a:moveTo>
                <a:cubicBezTo>
                  <a:pt x="66907" y="57075"/>
                  <a:pt x="66932" y="57125"/>
                  <a:pt x="67007" y="57200"/>
                </a:cubicBezTo>
                <a:cubicBezTo>
                  <a:pt x="66957" y="57200"/>
                  <a:pt x="66957" y="57225"/>
                  <a:pt x="66932" y="57250"/>
                </a:cubicBezTo>
                <a:cubicBezTo>
                  <a:pt x="66907" y="57200"/>
                  <a:pt x="66883" y="57125"/>
                  <a:pt x="66808" y="57075"/>
                </a:cubicBezTo>
                <a:lnTo>
                  <a:pt x="66883" y="57001"/>
                </a:lnTo>
                <a:close/>
                <a:moveTo>
                  <a:pt x="32184" y="57250"/>
                </a:moveTo>
                <a:cubicBezTo>
                  <a:pt x="32209" y="57250"/>
                  <a:pt x="32209" y="57274"/>
                  <a:pt x="32234" y="57274"/>
                </a:cubicBezTo>
                <a:cubicBezTo>
                  <a:pt x="32234" y="57324"/>
                  <a:pt x="32234" y="57324"/>
                  <a:pt x="32209" y="57349"/>
                </a:cubicBezTo>
                <a:cubicBezTo>
                  <a:pt x="32184" y="57349"/>
                  <a:pt x="32184" y="57349"/>
                  <a:pt x="32159" y="57324"/>
                </a:cubicBezTo>
                <a:cubicBezTo>
                  <a:pt x="32159" y="57274"/>
                  <a:pt x="32159" y="57274"/>
                  <a:pt x="32184" y="57250"/>
                </a:cubicBezTo>
                <a:close/>
                <a:moveTo>
                  <a:pt x="77436" y="53864"/>
                </a:moveTo>
                <a:cubicBezTo>
                  <a:pt x="78009" y="54412"/>
                  <a:pt x="78606" y="54960"/>
                  <a:pt x="79229" y="55482"/>
                </a:cubicBezTo>
                <a:cubicBezTo>
                  <a:pt x="78706" y="56129"/>
                  <a:pt x="78208" y="56777"/>
                  <a:pt x="77685" y="57449"/>
                </a:cubicBezTo>
                <a:cubicBezTo>
                  <a:pt x="77188" y="57125"/>
                  <a:pt x="76739" y="56851"/>
                  <a:pt x="76267" y="56577"/>
                </a:cubicBezTo>
                <a:cubicBezTo>
                  <a:pt x="76739" y="55657"/>
                  <a:pt x="77113" y="54760"/>
                  <a:pt x="77436" y="53864"/>
                </a:cubicBezTo>
                <a:close/>
                <a:moveTo>
                  <a:pt x="67082" y="57349"/>
                </a:moveTo>
                <a:cubicBezTo>
                  <a:pt x="67082" y="57374"/>
                  <a:pt x="67107" y="57374"/>
                  <a:pt x="67107" y="57399"/>
                </a:cubicBezTo>
                <a:lnTo>
                  <a:pt x="67057" y="57474"/>
                </a:lnTo>
                <a:lnTo>
                  <a:pt x="67057" y="57449"/>
                </a:lnTo>
                <a:cubicBezTo>
                  <a:pt x="67057" y="57449"/>
                  <a:pt x="67057" y="57399"/>
                  <a:pt x="67032" y="57399"/>
                </a:cubicBezTo>
                <a:lnTo>
                  <a:pt x="67082" y="57349"/>
                </a:lnTo>
                <a:close/>
                <a:moveTo>
                  <a:pt x="17548" y="36938"/>
                </a:moveTo>
                <a:cubicBezTo>
                  <a:pt x="17573" y="37561"/>
                  <a:pt x="17897" y="38332"/>
                  <a:pt x="18395" y="39228"/>
                </a:cubicBezTo>
                <a:cubicBezTo>
                  <a:pt x="14039" y="44754"/>
                  <a:pt x="10305" y="50405"/>
                  <a:pt x="7418" y="56005"/>
                </a:cubicBezTo>
                <a:cubicBezTo>
                  <a:pt x="6696" y="56478"/>
                  <a:pt x="6049" y="56976"/>
                  <a:pt x="5526" y="57523"/>
                </a:cubicBezTo>
                <a:cubicBezTo>
                  <a:pt x="7219" y="53167"/>
                  <a:pt x="9558" y="48662"/>
                  <a:pt x="12421" y="44207"/>
                </a:cubicBezTo>
                <a:cubicBezTo>
                  <a:pt x="12769" y="43684"/>
                  <a:pt x="13118" y="43186"/>
                  <a:pt x="13416" y="42663"/>
                </a:cubicBezTo>
                <a:cubicBezTo>
                  <a:pt x="14686" y="40722"/>
                  <a:pt x="16105" y="38830"/>
                  <a:pt x="17548" y="36938"/>
                </a:cubicBezTo>
                <a:close/>
                <a:moveTo>
                  <a:pt x="114748" y="54288"/>
                </a:moveTo>
                <a:cubicBezTo>
                  <a:pt x="114748" y="54462"/>
                  <a:pt x="114723" y="54586"/>
                  <a:pt x="114698" y="54736"/>
                </a:cubicBezTo>
                <a:cubicBezTo>
                  <a:pt x="114450" y="55532"/>
                  <a:pt x="114201" y="56353"/>
                  <a:pt x="113927" y="57200"/>
                </a:cubicBezTo>
                <a:cubicBezTo>
                  <a:pt x="113852" y="57324"/>
                  <a:pt x="113802" y="57449"/>
                  <a:pt x="113728" y="57523"/>
                </a:cubicBezTo>
                <a:cubicBezTo>
                  <a:pt x="114101" y="56453"/>
                  <a:pt x="114450" y="55383"/>
                  <a:pt x="114748" y="54288"/>
                </a:cubicBezTo>
                <a:close/>
                <a:moveTo>
                  <a:pt x="79328" y="55607"/>
                </a:moveTo>
                <a:cubicBezTo>
                  <a:pt x="79353" y="55607"/>
                  <a:pt x="79353" y="55632"/>
                  <a:pt x="79378" y="55632"/>
                </a:cubicBezTo>
                <a:cubicBezTo>
                  <a:pt x="78905" y="56279"/>
                  <a:pt x="78407" y="56901"/>
                  <a:pt x="77884" y="57573"/>
                </a:cubicBezTo>
                <a:cubicBezTo>
                  <a:pt x="77860" y="57573"/>
                  <a:pt x="77860" y="57523"/>
                  <a:pt x="77835" y="57523"/>
                </a:cubicBezTo>
                <a:cubicBezTo>
                  <a:pt x="78333" y="56876"/>
                  <a:pt x="78830" y="56254"/>
                  <a:pt x="79328" y="55607"/>
                </a:cubicBezTo>
                <a:close/>
                <a:moveTo>
                  <a:pt x="114823" y="55283"/>
                </a:moveTo>
                <a:lnTo>
                  <a:pt x="114823" y="55283"/>
                </a:lnTo>
                <a:cubicBezTo>
                  <a:pt x="114848" y="55358"/>
                  <a:pt x="114823" y="55457"/>
                  <a:pt x="114798" y="55507"/>
                </a:cubicBezTo>
                <a:cubicBezTo>
                  <a:pt x="114798" y="55557"/>
                  <a:pt x="114748" y="55607"/>
                  <a:pt x="114748" y="55657"/>
                </a:cubicBezTo>
                <a:cubicBezTo>
                  <a:pt x="114748" y="55706"/>
                  <a:pt x="114748" y="55731"/>
                  <a:pt x="114723" y="55756"/>
                </a:cubicBezTo>
                <a:cubicBezTo>
                  <a:pt x="114574" y="56154"/>
                  <a:pt x="114425" y="56602"/>
                  <a:pt x="114250" y="57075"/>
                </a:cubicBezTo>
                <a:cubicBezTo>
                  <a:pt x="114250" y="57075"/>
                  <a:pt x="114250" y="57100"/>
                  <a:pt x="114225" y="57100"/>
                </a:cubicBezTo>
                <a:cubicBezTo>
                  <a:pt x="114201" y="57200"/>
                  <a:pt x="114126" y="57250"/>
                  <a:pt x="114101" y="57349"/>
                </a:cubicBezTo>
                <a:cubicBezTo>
                  <a:pt x="114076" y="57399"/>
                  <a:pt x="114051" y="57474"/>
                  <a:pt x="113977" y="57573"/>
                </a:cubicBezTo>
                <a:cubicBezTo>
                  <a:pt x="114051" y="57374"/>
                  <a:pt x="114101" y="57225"/>
                  <a:pt x="114176" y="57026"/>
                </a:cubicBezTo>
                <a:cubicBezTo>
                  <a:pt x="114250" y="56826"/>
                  <a:pt x="114375" y="56577"/>
                  <a:pt x="114450" y="56353"/>
                </a:cubicBezTo>
                <a:lnTo>
                  <a:pt x="114624" y="55781"/>
                </a:lnTo>
                <a:lnTo>
                  <a:pt x="114624" y="55756"/>
                </a:lnTo>
                <a:lnTo>
                  <a:pt x="114823" y="55283"/>
                </a:lnTo>
                <a:close/>
                <a:moveTo>
                  <a:pt x="76167" y="56727"/>
                </a:moveTo>
                <a:cubicBezTo>
                  <a:pt x="76640" y="57001"/>
                  <a:pt x="77113" y="57274"/>
                  <a:pt x="77586" y="57598"/>
                </a:cubicBezTo>
                <a:cubicBezTo>
                  <a:pt x="77586" y="57623"/>
                  <a:pt x="77536" y="57623"/>
                  <a:pt x="77536" y="57648"/>
                </a:cubicBezTo>
                <a:cubicBezTo>
                  <a:pt x="77063" y="57349"/>
                  <a:pt x="76615" y="57075"/>
                  <a:pt x="76142" y="56826"/>
                </a:cubicBezTo>
                <a:cubicBezTo>
                  <a:pt x="76142" y="56752"/>
                  <a:pt x="76167" y="56727"/>
                  <a:pt x="76167" y="56727"/>
                </a:cubicBezTo>
                <a:close/>
                <a:moveTo>
                  <a:pt x="77735" y="57698"/>
                </a:moveTo>
                <a:cubicBezTo>
                  <a:pt x="77735" y="57698"/>
                  <a:pt x="77760" y="57698"/>
                  <a:pt x="77785" y="57722"/>
                </a:cubicBezTo>
                <a:cubicBezTo>
                  <a:pt x="77785" y="57747"/>
                  <a:pt x="77760" y="57747"/>
                  <a:pt x="77760" y="57772"/>
                </a:cubicBezTo>
                <a:cubicBezTo>
                  <a:pt x="77735" y="57772"/>
                  <a:pt x="77735" y="57747"/>
                  <a:pt x="77685" y="57747"/>
                </a:cubicBezTo>
                <a:cubicBezTo>
                  <a:pt x="77685" y="57722"/>
                  <a:pt x="77735" y="57722"/>
                  <a:pt x="77735" y="57698"/>
                </a:cubicBezTo>
                <a:close/>
                <a:moveTo>
                  <a:pt x="6347" y="55109"/>
                </a:moveTo>
                <a:lnTo>
                  <a:pt x="6347" y="55109"/>
                </a:lnTo>
                <a:cubicBezTo>
                  <a:pt x="5949" y="56030"/>
                  <a:pt x="5551" y="56976"/>
                  <a:pt x="5202" y="57897"/>
                </a:cubicBezTo>
                <a:cubicBezTo>
                  <a:pt x="5178" y="57971"/>
                  <a:pt x="5103" y="57996"/>
                  <a:pt x="5078" y="58071"/>
                </a:cubicBezTo>
                <a:cubicBezTo>
                  <a:pt x="5103" y="57996"/>
                  <a:pt x="5103" y="57971"/>
                  <a:pt x="5128" y="57897"/>
                </a:cubicBezTo>
                <a:cubicBezTo>
                  <a:pt x="5800" y="56229"/>
                  <a:pt x="6323" y="55134"/>
                  <a:pt x="6347" y="55109"/>
                </a:cubicBezTo>
                <a:close/>
                <a:moveTo>
                  <a:pt x="7268" y="56353"/>
                </a:moveTo>
                <a:cubicBezTo>
                  <a:pt x="7219" y="56403"/>
                  <a:pt x="7219" y="56453"/>
                  <a:pt x="7194" y="56478"/>
                </a:cubicBezTo>
                <a:cubicBezTo>
                  <a:pt x="6447" y="57001"/>
                  <a:pt x="5800" y="57573"/>
                  <a:pt x="5277" y="58220"/>
                </a:cubicBezTo>
                <a:cubicBezTo>
                  <a:pt x="5302" y="58146"/>
                  <a:pt x="5302" y="58096"/>
                  <a:pt x="5327" y="58021"/>
                </a:cubicBezTo>
                <a:cubicBezTo>
                  <a:pt x="5850" y="57399"/>
                  <a:pt x="6522" y="56851"/>
                  <a:pt x="7268" y="56353"/>
                </a:cubicBezTo>
                <a:close/>
                <a:moveTo>
                  <a:pt x="113603" y="58096"/>
                </a:moveTo>
                <a:lnTo>
                  <a:pt x="113603" y="58096"/>
                </a:lnTo>
                <a:cubicBezTo>
                  <a:pt x="113578" y="58146"/>
                  <a:pt x="113578" y="58220"/>
                  <a:pt x="113553" y="58245"/>
                </a:cubicBezTo>
                <a:cubicBezTo>
                  <a:pt x="113553" y="58270"/>
                  <a:pt x="113553" y="58270"/>
                  <a:pt x="113504" y="58320"/>
                </a:cubicBezTo>
                <a:cubicBezTo>
                  <a:pt x="113479" y="58370"/>
                  <a:pt x="113429" y="58444"/>
                  <a:pt x="113379" y="58494"/>
                </a:cubicBezTo>
                <a:cubicBezTo>
                  <a:pt x="113429" y="58444"/>
                  <a:pt x="113454" y="58345"/>
                  <a:pt x="113454" y="58270"/>
                </a:cubicBezTo>
                <a:cubicBezTo>
                  <a:pt x="113504" y="58220"/>
                  <a:pt x="113553" y="58146"/>
                  <a:pt x="113603" y="58096"/>
                </a:cubicBezTo>
                <a:close/>
                <a:moveTo>
                  <a:pt x="6273" y="54835"/>
                </a:moveTo>
                <a:lnTo>
                  <a:pt x="6273" y="54835"/>
                </a:lnTo>
                <a:cubicBezTo>
                  <a:pt x="6074" y="55258"/>
                  <a:pt x="5850" y="55706"/>
                  <a:pt x="5700" y="56154"/>
                </a:cubicBezTo>
                <a:cubicBezTo>
                  <a:pt x="5650" y="56329"/>
                  <a:pt x="5576" y="56453"/>
                  <a:pt x="5551" y="56602"/>
                </a:cubicBezTo>
                <a:cubicBezTo>
                  <a:pt x="5451" y="56851"/>
                  <a:pt x="5327" y="57125"/>
                  <a:pt x="5227" y="57374"/>
                </a:cubicBezTo>
                <a:cubicBezTo>
                  <a:pt x="5202" y="57474"/>
                  <a:pt x="5178" y="57523"/>
                  <a:pt x="5153" y="57623"/>
                </a:cubicBezTo>
                <a:cubicBezTo>
                  <a:pt x="5028" y="57971"/>
                  <a:pt x="4854" y="58320"/>
                  <a:pt x="4705" y="58693"/>
                </a:cubicBezTo>
                <a:cubicBezTo>
                  <a:pt x="4705" y="58716"/>
                  <a:pt x="4685" y="58718"/>
                  <a:pt x="4680" y="58736"/>
                </a:cubicBezTo>
                <a:lnTo>
                  <a:pt x="4680" y="58736"/>
                </a:lnTo>
                <a:cubicBezTo>
                  <a:pt x="4731" y="58266"/>
                  <a:pt x="4905" y="57870"/>
                  <a:pt x="5078" y="57474"/>
                </a:cubicBezTo>
                <a:cubicBezTo>
                  <a:pt x="5277" y="56976"/>
                  <a:pt x="5476" y="56478"/>
                  <a:pt x="5675" y="56030"/>
                </a:cubicBezTo>
                <a:cubicBezTo>
                  <a:pt x="5725" y="55881"/>
                  <a:pt x="5800" y="55731"/>
                  <a:pt x="5899" y="55582"/>
                </a:cubicBezTo>
                <a:cubicBezTo>
                  <a:pt x="5949" y="55408"/>
                  <a:pt x="6049" y="55233"/>
                  <a:pt x="6148" y="55034"/>
                </a:cubicBezTo>
                <a:cubicBezTo>
                  <a:pt x="6173" y="54960"/>
                  <a:pt x="6198" y="54885"/>
                  <a:pt x="6273" y="54835"/>
                </a:cubicBezTo>
                <a:close/>
                <a:moveTo>
                  <a:pt x="5028" y="58444"/>
                </a:moveTo>
                <a:cubicBezTo>
                  <a:pt x="4978" y="58494"/>
                  <a:pt x="4953" y="58594"/>
                  <a:pt x="4953" y="58643"/>
                </a:cubicBezTo>
                <a:cubicBezTo>
                  <a:pt x="4854" y="58718"/>
                  <a:pt x="4829" y="58768"/>
                  <a:pt x="4804" y="58843"/>
                </a:cubicBezTo>
                <a:cubicBezTo>
                  <a:pt x="4829" y="58768"/>
                  <a:pt x="4854" y="58693"/>
                  <a:pt x="4904" y="58619"/>
                </a:cubicBezTo>
                <a:cubicBezTo>
                  <a:pt x="4929" y="58569"/>
                  <a:pt x="4978" y="58494"/>
                  <a:pt x="5028" y="58444"/>
                </a:cubicBezTo>
                <a:close/>
                <a:moveTo>
                  <a:pt x="38507" y="46795"/>
                </a:moveTo>
                <a:cubicBezTo>
                  <a:pt x="41021" y="48861"/>
                  <a:pt x="43435" y="51002"/>
                  <a:pt x="45601" y="53143"/>
                </a:cubicBezTo>
                <a:cubicBezTo>
                  <a:pt x="43858" y="55034"/>
                  <a:pt x="42166" y="56976"/>
                  <a:pt x="40622" y="58942"/>
                </a:cubicBezTo>
                <a:cubicBezTo>
                  <a:pt x="38407" y="57523"/>
                  <a:pt x="36092" y="55881"/>
                  <a:pt x="33802" y="54113"/>
                </a:cubicBezTo>
                <a:cubicBezTo>
                  <a:pt x="35022" y="51674"/>
                  <a:pt x="36590" y="49185"/>
                  <a:pt x="38507" y="46795"/>
                </a:cubicBezTo>
                <a:close/>
                <a:moveTo>
                  <a:pt x="45675" y="53292"/>
                </a:moveTo>
                <a:lnTo>
                  <a:pt x="45725" y="53342"/>
                </a:lnTo>
                <a:cubicBezTo>
                  <a:pt x="44033" y="55208"/>
                  <a:pt x="42390" y="57125"/>
                  <a:pt x="40797" y="59091"/>
                </a:cubicBezTo>
                <a:cubicBezTo>
                  <a:pt x="40772" y="59091"/>
                  <a:pt x="40772" y="59067"/>
                  <a:pt x="40747" y="59067"/>
                </a:cubicBezTo>
                <a:cubicBezTo>
                  <a:pt x="42290" y="57100"/>
                  <a:pt x="43933" y="55159"/>
                  <a:pt x="45675" y="53292"/>
                </a:cubicBezTo>
                <a:close/>
                <a:moveTo>
                  <a:pt x="33728" y="54337"/>
                </a:moveTo>
                <a:cubicBezTo>
                  <a:pt x="36018" y="56105"/>
                  <a:pt x="38308" y="57722"/>
                  <a:pt x="40523" y="59116"/>
                </a:cubicBezTo>
                <a:cubicBezTo>
                  <a:pt x="40448" y="59116"/>
                  <a:pt x="40448" y="59116"/>
                  <a:pt x="40448" y="59141"/>
                </a:cubicBezTo>
                <a:cubicBezTo>
                  <a:pt x="38283" y="57747"/>
                  <a:pt x="35968" y="56129"/>
                  <a:pt x="33703" y="54387"/>
                </a:cubicBezTo>
                <a:cubicBezTo>
                  <a:pt x="33703" y="54362"/>
                  <a:pt x="33728" y="54362"/>
                  <a:pt x="33728" y="54337"/>
                </a:cubicBezTo>
                <a:close/>
                <a:moveTo>
                  <a:pt x="55731" y="45526"/>
                </a:moveTo>
                <a:cubicBezTo>
                  <a:pt x="55806" y="45576"/>
                  <a:pt x="55856" y="45675"/>
                  <a:pt x="55955" y="45725"/>
                </a:cubicBezTo>
                <a:lnTo>
                  <a:pt x="56379" y="46173"/>
                </a:lnTo>
                <a:lnTo>
                  <a:pt x="56677" y="46447"/>
                </a:lnTo>
                <a:lnTo>
                  <a:pt x="57075" y="46870"/>
                </a:lnTo>
                <a:cubicBezTo>
                  <a:pt x="57175" y="46945"/>
                  <a:pt x="57250" y="47019"/>
                  <a:pt x="57349" y="47119"/>
                </a:cubicBezTo>
                <a:cubicBezTo>
                  <a:pt x="57474" y="47243"/>
                  <a:pt x="57623" y="47368"/>
                  <a:pt x="57748" y="47492"/>
                </a:cubicBezTo>
                <a:cubicBezTo>
                  <a:pt x="57822" y="47542"/>
                  <a:pt x="57922" y="47617"/>
                  <a:pt x="57972" y="47667"/>
                </a:cubicBezTo>
                <a:cubicBezTo>
                  <a:pt x="58121" y="47791"/>
                  <a:pt x="58295" y="47940"/>
                  <a:pt x="58420" y="48065"/>
                </a:cubicBezTo>
                <a:cubicBezTo>
                  <a:pt x="58469" y="48115"/>
                  <a:pt x="58494" y="48164"/>
                  <a:pt x="58569" y="48189"/>
                </a:cubicBezTo>
                <a:cubicBezTo>
                  <a:pt x="58743" y="48363"/>
                  <a:pt x="58917" y="48513"/>
                  <a:pt x="59092" y="48637"/>
                </a:cubicBezTo>
                <a:cubicBezTo>
                  <a:pt x="59117" y="48637"/>
                  <a:pt x="59117" y="48662"/>
                  <a:pt x="59166" y="48662"/>
                </a:cubicBezTo>
                <a:cubicBezTo>
                  <a:pt x="59789" y="49160"/>
                  <a:pt x="60361" y="49633"/>
                  <a:pt x="60934" y="50006"/>
                </a:cubicBezTo>
                <a:cubicBezTo>
                  <a:pt x="60734" y="50156"/>
                  <a:pt x="60585" y="50305"/>
                  <a:pt x="60411" y="50429"/>
                </a:cubicBezTo>
                <a:cubicBezTo>
                  <a:pt x="60286" y="50529"/>
                  <a:pt x="60162" y="50653"/>
                  <a:pt x="60038" y="50753"/>
                </a:cubicBezTo>
                <a:cubicBezTo>
                  <a:pt x="59963" y="50803"/>
                  <a:pt x="59913" y="50853"/>
                  <a:pt x="59863" y="50902"/>
                </a:cubicBezTo>
                <a:cubicBezTo>
                  <a:pt x="59465" y="51251"/>
                  <a:pt x="59092" y="51599"/>
                  <a:pt x="58693" y="51923"/>
                </a:cubicBezTo>
                <a:cubicBezTo>
                  <a:pt x="58569" y="52022"/>
                  <a:pt x="58469" y="52122"/>
                  <a:pt x="58345" y="52246"/>
                </a:cubicBezTo>
                <a:cubicBezTo>
                  <a:pt x="58320" y="52271"/>
                  <a:pt x="58295" y="52271"/>
                  <a:pt x="58295" y="52296"/>
                </a:cubicBezTo>
                <a:lnTo>
                  <a:pt x="58245" y="52346"/>
                </a:lnTo>
                <a:cubicBezTo>
                  <a:pt x="57772" y="52769"/>
                  <a:pt x="57324" y="53167"/>
                  <a:pt x="56851" y="53615"/>
                </a:cubicBezTo>
                <a:cubicBezTo>
                  <a:pt x="56802" y="53665"/>
                  <a:pt x="56727" y="53740"/>
                  <a:pt x="56677" y="53765"/>
                </a:cubicBezTo>
                <a:cubicBezTo>
                  <a:pt x="56130" y="54263"/>
                  <a:pt x="55607" y="54760"/>
                  <a:pt x="55084" y="55283"/>
                </a:cubicBezTo>
                <a:lnTo>
                  <a:pt x="54935" y="55457"/>
                </a:lnTo>
                <a:lnTo>
                  <a:pt x="54835" y="55532"/>
                </a:lnTo>
                <a:lnTo>
                  <a:pt x="54810" y="55582"/>
                </a:lnTo>
                <a:lnTo>
                  <a:pt x="53516" y="56851"/>
                </a:lnTo>
                <a:cubicBezTo>
                  <a:pt x="53392" y="56976"/>
                  <a:pt x="53267" y="57100"/>
                  <a:pt x="53143" y="57250"/>
                </a:cubicBezTo>
                <a:cubicBezTo>
                  <a:pt x="52769" y="57648"/>
                  <a:pt x="52396" y="58071"/>
                  <a:pt x="52023" y="58444"/>
                </a:cubicBezTo>
                <a:cubicBezTo>
                  <a:pt x="51973" y="58494"/>
                  <a:pt x="51948" y="58569"/>
                  <a:pt x="51873" y="58619"/>
                </a:cubicBezTo>
                <a:cubicBezTo>
                  <a:pt x="51823" y="58693"/>
                  <a:pt x="51749" y="58743"/>
                  <a:pt x="51724" y="58818"/>
                </a:cubicBezTo>
                <a:cubicBezTo>
                  <a:pt x="51599" y="58942"/>
                  <a:pt x="51475" y="59067"/>
                  <a:pt x="51351" y="59216"/>
                </a:cubicBezTo>
                <a:cubicBezTo>
                  <a:pt x="50355" y="57722"/>
                  <a:pt x="48886" y="55905"/>
                  <a:pt x="46970" y="53889"/>
                </a:cubicBezTo>
                <a:cubicBezTo>
                  <a:pt x="47343" y="53416"/>
                  <a:pt x="47716" y="52968"/>
                  <a:pt x="48115" y="52520"/>
                </a:cubicBezTo>
                <a:lnTo>
                  <a:pt x="48140" y="52495"/>
                </a:lnTo>
                <a:cubicBezTo>
                  <a:pt x="48513" y="52097"/>
                  <a:pt x="48886" y="51649"/>
                  <a:pt x="49260" y="51251"/>
                </a:cubicBezTo>
                <a:lnTo>
                  <a:pt x="49285" y="51226"/>
                </a:lnTo>
                <a:cubicBezTo>
                  <a:pt x="49384" y="51126"/>
                  <a:pt x="49484" y="51002"/>
                  <a:pt x="49583" y="50902"/>
                </a:cubicBezTo>
                <a:cubicBezTo>
                  <a:pt x="49882" y="50604"/>
                  <a:pt x="50156" y="50280"/>
                  <a:pt x="50479" y="49981"/>
                </a:cubicBezTo>
                <a:cubicBezTo>
                  <a:pt x="50629" y="49807"/>
                  <a:pt x="50828" y="49633"/>
                  <a:pt x="51002" y="49484"/>
                </a:cubicBezTo>
                <a:cubicBezTo>
                  <a:pt x="51251" y="49235"/>
                  <a:pt x="51500" y="49011"/>
                  <a:pt x="51774" y="48762"/>
                </a:cubicBezTo>
                <a:lnTo>
                  <a:pt x="52819" y="47816"/>
                </a:lnTo>
                <a:cubicBezTo>
                  <a:pt x="52869" y="47766"/>
                  <a:pt x="52944" y="47741"/>
                  <a:pt x="52993" y="47667"/>
                </a:cubicBezTo>
                <a:cubicBezTo>
                  <a:pt x="53018" y="47642"/>
                  <a:pt x="53093" y="47617"/>
                  <a:pt x="53118" y="47567"/>
                </a:cubicBezTo>
                <a:cubicBezTo>
                  <a:pt x="53242" y="47492"/>
                  <a:pt x="53367" y="47393"/>
                  <a:pt x="53466" y="47293"/>
                </a:cubicBezTo>
                <a:lnTo>
                  <a:pt x="53516" y="47243"/>
                </a:lnTo>
                <a:cubicBezTo>
                  <a:pt x="53641" y="47144"/>
                  <a:pt x="53765" y="47019"/>
                  <a:pt x="53939" y="46920"/>
                </a:cubicBezTo>
                <a:lnTo>
                  <a:pt x="54313" y="46646"/>
                </a:lnTo>
                <a:cubicBezTo>
                  <a:pt x="54337" y="46621"/>
                  <a:pt x="54362" y="46571"/>
                  <a:pt x="54387" y="46571"/>
                </a:cubicBezTo>
                <a:cubicBezTo>
                  <a:pt x="54561" y="46447"/>
                  <a:pt x="54736" y="46322"/>
                  <a:pt x="54885" y="46173"/>
                </a:cubicBezTo>
                <a:lnTo>
                  <a:pt x="55258" y="45899"/>
                </a:lnTo>
                <a:cubicBezTo>
                  <a:pt x="55383" y="45775"/>
                  <a:pt x="55557" y="45650"/>
                  <a:pt x="55731" y="45526"/>
                </a:cubicBezTo>
                <a:close/>
                <a:moveTo>
                  <a:pt x="40647" y="59191"/>
                </a:moveTo>
                <a:cubicBezTo>
                  <a:pt x="40672" y="59191"/>
                  <a:pt x="40672" y="59216"/>
                  <a:pt x="40697" y="59216"/>
                </a:cubicBezTo>
                <a:cubicBezTo>
                  <a:pt x="40697" y="59241"/>
                  <a:pt x="40672" y="59241"/>
                  <a:pt x="40672" y="59266"/>
                </a:cubicBezTo>
                <a:cubicBezTo>
                  <a:pt x="40647" y="59266"/>
                  <a:pt x="40622" y="59241"/>
                  <a:pt x="40622" y="59241"/>
                </a:cubicBezTo>
                <a:cubicBezTo>
                  <a:pt x="40622" y="59216"/>
                  <a:pt x="40647" y="59216"/>
                  <a:pt x="40647" y="59191"/>
                </a:cubicBezTo>
                <a:close/>
                <a:moveTo>
                  <a:pt x="84082" y="49185"/>
                </a:moveTo>
                <a:cubicBezTo>
                  <a:pt x="84132" y="49235"/>
                  <a:pt x="84182" y="49235"/>
                  <a:pt x="84232" y="49260"/>
                </a:cubicBezTo>
                <a:cubicBezTo>
                  <a:pt x="84306" y="49284"/>
                  <a:pt x="84331" y="49284"/>
                  <a:pt x="84381" y="49309"/>
                </a:cubicBezTo>
                <a:cubicBezTo>
                  <a:pt x="84431" y="49309"/>
                  <a:pt x="84456" y="49334"/>
                  <a:pt x="84481" y="49334"/>
                </a:cubicBezTo>
                <a:cubicBezTo>
                  <a:pt x="84705" y="49434"/>
                  <a:pt x="84929" y="49533"/>
                  <a:pt x="85178" y="49633"/>
                </a:cubicBezTo>
                <a:cubicBezTo>
                  <a:pt x="85227" y="49658"/>
                  <a:pt x="85252" y="49658"/>
                  <a:pt x="85327" y="49683"/>
                </a:cubicBezTo>
                <a:cubicBezTo>
                  <a:pt x="85601" y="49782"/>
                  <a:pt x="85850" y="49882"/>
                  <a:pt x="86123" y="49956"/>
                </a:cubicBezTo>
                <a:cubicBezTo>
                  <a:pt x="86173" y="49956"/>
                  <a:pt x="86198" y="50006"/>
                  <a:pt x="86248" y="50006"/>
                </a:cubicBezTo>
                <a:lnTo>
                  <a:pt x="86298" y="50006"/>
                </a:lnTo>
                <a:cubicBezTo>
                  <a:pt x="86497" y="50056"/>
                  <a:pt x="86721" y="50156"/>
                  <a:pt x="86970" y="50205"/>
                </a:cubicBezTo>
                <a:cubicBezTo>
                  <a:pt x="87617" y="52844"/>
                  <a:pt x="87244" y="56005"/>
                  <a:pt x="86074" y="59340"/>
                </a:cubicBezTo>
                <a:cubicBezTo>
                  <a:pt x="83809" y="58245"/>
                  <a:pt x="81693" y="56901"/>
                  <a:pt x="79826" y="55383"/>
                </a:cubicBezTo>
                <a:cubicBezTo>
                  <a:pt x="81344" y="53342"/>
                  <a:pt x="82763" y="51276"/>
                  <a:pt x="84082" y="49185"/>
                </a:cubicBezTo>
                <a:close/>
                <a:moveTo>
                  <a:pt x="46771" y="54014"/>
                </a:moveTo>
                <a:cubicBezTo>
                  <a:pt x="48737" y="56030"/>
                  <a:pt x="50206" y="57847"/>
                  <a:pt x="51151" y="59315"/>
                </a:cubicBezTo>
                <a:lnTo>
                  <a:pt x="51102" y="59365"/>
                </a:lnTo>
                <a:cubicBezTo>
                  <a:pt x="50156" y="57872"/>
                  <a:pt x="48712" y="56080"/>
                  <a:pt x="46746" y="54088"/>
                </a:cubicBezTo>
                <a:cubicBezTo>
                  <a:pt x="46746" y="54039"/>
                  <a:pt x="46771" y="54039"/>
                  <a:pt x="46771" y="54014"/>
                </a:cubicBezTo>
                <a:close/>
                <a:moveTo>
                  <a:pt x="60983" y="50156"/>
                </a:moveTo>
                <a:cubicBezTo>
                  <a:pt x="60983" y="50156"/>
                  <a:pt x="61033" y="50156"/>
                  <a:pt x="61033" y="50180"/>
                </a:cubicBezTo>
                <a:lnTo>
                  <a:pt x="61058" y="50180"/>
                </a:lnTo>
                <a:cubicBezTo>
                  <a:pt x="60934" y="50305"/>
                  <a:pt x="60784" y="50479"/>
                  <a:pt x="60585" y="50604"/>
                </a:cubicBezTo>
                <a:cubicBezTo>
                  <a:pt x="60486" y="50653"/>
                  <a:pt x="60436" y="50728"/>
                  <a:pt x="60386" y="50753"/>
                </a:cubicBezTo>
                <a:cubicBezTo>
                  <a:pt x="60262" y="50877"/>
                  <a:pt x="60137" y="50977"/>
                  <a:pt x="59988" y="51101"/>
                </a:cubicBezTo>
                <a:cubicBezTo>
                  <a:pt x="59589" y="51425"/>
                  <a:pt x="59216" y="51749"/>
                  <a:pt x="58843" y="52097"/>
                </a:cubicBezTo>
                <a:lnTo>
                  <a:pt x="58768" y="52147"/>
                </a:lnTo>
                <a:lnTo>
                  <a:pt x="58743" y="52147"/>
                </a:lnTo>
                <a:cubicBezTo>
                  <a:pt x="58693" y="52197"/>
                  <a:pt x="58619" y="52246"/>
                  <a:pt x="58594" y="52296"/>
                </a:cubicBezTo>
                <a:cubicBezTo>
                  <a:pt x="58519" y="52371"/>
                  <a:pt x="58445" y="52421"/>
                  <a:pt x="58370" y="52495"/>
                </a:cubicBezTo>
                <a:cubicBezTo>
                  <a:pt x="57847" y="52943"/>
                  <a:pt x="57349" y="53416"/>
                  <a:pt x="56851" y="53889"/>
                </a:cubicBezTo>
                <a:lnTo>
                  <a:pt x="56777" y="53939"/>
                </a:lnTo>
                <a:cubicBezTo>
                  <a:pt x="56254" y="54437"/>
                  <a:pt x="55756" y="54935"/>
                  <a:pt x="55234" y="55432"/>
                </a:cubicBezTo>
                <a:lnTo>
                  <a:pt x="54835" y="55856"/>
                </a:lnTo>
                <a:lnTo>
                  <a:pt x="54786" y="55881"/>
                </a:lnTo>
                <a:lnTo>
                  <a:pt x="54761" y="55905"/>
                </a:lnTo>
                <a:lnTo>
                  <a:pt x="53740" y="56951"/>
                </a:lnTo>
                <a:cubicBezTo>
                  <a:pt x="53541" y="57125"/>
                  <a:pt x="53392" y="57274"/>
                  <a:pt x="53242" y="57474"/>
                </a:cubicBezTo>
                <a:lnTo>
                  <a:pt x="53217" y="57498"/>
                </a:lnTo>
                <a:cubicBezTo>
                  <a:pt x="52894" y="57797"/>
                  <a:pt x="52595" y="58146"/>
                  <a:pt x="52272" y="58494"/>
                </a:cubicBezTo>
                <a:cubicBezTo>
                  <a:pt x="52147" y="58643"/>
                  <a:pt x="52023" y="58768"/>
                  <a:pt x="51873" y="58917"/>
                </a:cubicBezTo>
                <a:cubicBezTo>
                  <a:pt x="51848" y="58967"/>
                  <a:pt x="51799" y="58992"/>
                  <a:pt x="51799" y="59017"/>
                </a:cubicBezTo>
                <a:lnTo>
                  <a:pt x="51774" y="59042"/>
                </a:lnTo>
                <a:lnTo>
                  <a:pt x="51749" y="59091"/>
                </a:lnTo>
                <a:cubicBezTo>
                  <a:pt x="51649" y="59216"/>
                  <a:pt x="51525" y="59291"/>
                  <a:pt x="51425" y="59415"/>
                </a:cubicBezTo>
                <a:cubicBezTo>
                  <a:pt x="51425" y="59415"/>
                  <a:pt x="51425" y="59390"/>
                  <a:pt x="51400" y="59390"/>
                </a:cubicBezTo>
                <a:lnTo>
                  <a:pt x="51400" y="59365"/>
                </a:lnTo>
                <a:cubicBezTo>
                  <a:pt x="52097" y="58619"/>
                  <a:pt x="52769" y="57872"/>
                  <a:pt x="53466" y="57150"/>
                </a:cubicBezTo>
                <a:lnTo>
                  <a:pt x="53491" y="57125"/>
                </a:lnTo>
                <a:lnTo>
                  <a:pt x="53516" y="57100"/>
                </a:lnTo>
                <a:cubicBezTo>
                  <a:pt x="54238" y="56353"/>
                  <a:pt x="54985" y="55607"/>
                  <a:pt x="55731" y="54885"/>
                </a:cubicBezTo>
                <a:lnTo>
                  <a:pt x="56005" y="54611"/>
                </a:lnTo>
                <a:cubicBezTo>
                  <a:pt x="56752" y="53889"/>
                  <a:pt x="57524" y="53167"/>
                  <a:pt x="58320" y="52446"/>
                </a:cubicBezTo>
                <a:lnTo>
                  <a:pt x="58494" y="52271"/>
                </a:lnTo>
                <a:cubicBezTo>
                  <a:pt x="58967" y="51873"/>
                  <a:pt x="59440" y="51475"/>
                  <a:pt x="59938" y="51052"/>
                </a:cubicBezTo>
                <a:cubicBezTo>
                  <a:pt x="60062" y="50927"/>
                  <a:pt x="60212" y="50853"/>
                  <a:pt x="60336" y="50728"/>
                </a:cubicBezTo>
                <a:lnTo>
                  <a:pt x="60983" y="50156"/>
                </a:lnTo>
                <a:close/>
                <a:moveTo>
                  <a:pt x="87169" y="50280"/>
                </a:moveTo>
                <a:cubicBezTo>
                  <a:pt x="87194" y="50280"/>
                  <a:pt x="87194" y="50280"/>
                  <a:pt x="87219" y="50305"/>
                </a:cubicBezTo>
                <a:cubicBezTo>
                  <a:pt x="87841" y="52919"/>
                  <a:pt x="87468" y="56105"/>
                  <a:pt x="86298" y="59465"/>
                </a:cubicBezTo>
                <a:cubicBezTo>
                  <a:pt x="86248" y="59465"/>
                  <a:pt x="86248" y="59440"/>
                  <a:pt x="86223" y="59440"/>
                </a:cubicBezTo>
                <a:cubicBezTo>
                  <a:pt x="87418" y="56080"/>
                  <a:pt x="87791" y="52919"/>
                  <a:pt x="87169" y="50280"/>
                </a:cubicBezTo>
                <a:close/>
                <a:moveTo>
                  <a:pt x="79702" y="55532"/>
                </a:moveTo>
                <a:cubicBezTo>
                  <a:pt x="81593" y="57075"/>
                  <a:pt x="83709" y="58395"/>
                  <a:pt x="85999" y="59515"/>
                </a:cubicBezTo>
                <a:cubicBezTo>
                  <a:pt x="85999" y="59564"/>
                  <a:pt x="85999" y="59564"/>
                  <a:pt x="85974" y="59589"/>
                </a:cubicBezTo>
                <a:cubicBezTo>
                  <a:pt x="83684" y="58469"/>
                  <a:pt x="81519" y="57125"/>
                  <a:pt x="79627" y="55607"/>
                </a:cubicBezTo>
                <a:lnTo>
                  <a:pt x="79702" y="55532"/>
                </a:lnTo>
                <a:close/>
                <a:moveTo>
                  <a:pt x="51326" y="59490"/>
                </a:moveTo>
                <a:lnTo>
                  <a:pt x="51326" y="59515"/>
                </a:lnTo>
                <a:cubicBezTo>
                  <a:pt x="51326" y="59515"/>
                  <a:pt x="51326" y="59564"/>
                  <a:pt x="51351" y="59564"/>
                </a:cubicBezTo>
                <a:lnTo>
                  <a:pt x="51276" y="59614"/>
                </a:lnTo>
                <a:cubicBezTo>
                  <a:pt x="51276" y="59589"/>
                  <a:pt x="51276" y="59589"/>
                  <a:pt x="51251" y="59564"/>
                </a:cubicBezTo>
                <a:lnTo>
                  <a:pt x="51326" y="59490"/>
                </a:lnTo>
                <a:close/>
                <a:moveTo>
                  <a:pt x="4232" y="59614"/>
                </a:moveTo>
                <a:lnTo>
                  <a:pt x="4232" y="59614"/>
                </a:lnTo>
                <a:cubicBezTo>
                  <a:pt x="4223" y="59637"/>
                  <a:pt x="4214" y="59660"/>
                  <a:pt x="4205" y="59684"/>
                </a:cubicBezTo>
                <a:lnTo>
                  <a:pt x="4205" y="59684"/>
                </a:lnTo>
                <a:cubicBezTo>
                  <a:pt x="4212" y="59656"/>
                  <a:pt x="4218" y="59628"/>
                  <a:pt x="4232" y="59614"/>
                </a:cubicBezTo>
                <a:close/>
                <a:moveTo>
                  <a:pt x="86173" y="59589"/>
                </a:moveTo>
                <a:cubicBezTo>
                  <a:pt x="86198" y="59614"/>
                  <a:pt x="86198" y="59614"/>
                  <a:pt x="86223" y="59614"/>
                </a:cubicBezTo>
                <a:cubicBezTo>
                  <a:pt x="86223" y="59639"/>
                  <a:pt x="86198" y="59639"/>
                  <a:pt x="86198" y="59689"/>
                </a:cubicBezTo>
                <a:cubicBezTo>
                  <a:pt x="86173" y="59689"/>
                  <a:pt x="86173" y="59639"/>
                  <a:pt x="86123" y="59639"/>
                </a:cubicBezTo>
                <a:cubicBezTo>
                  <a:pt x="86123" y="59614"/>
                  <a:pt x="86173" y="59614"/>
                  <a:pt x="86173" y="59589"/>
                </a:cubicBezTo>
                <a:close/>
                <a:moveTo>
                  <a:pt x="61282" y="50280"/>
                </a:moveTo>
                <a:cubicBezTo>
                  <a:pt x="61332" y="50355"/>
                  <a:pt x="61431" y="50380"/>
                  <a:pt x="61481" y="50405"/>
                </a:cubicBezTo>
                <a:cubicBezTo>
                  <a:pt x="57748" y="53118"/>
                  <a:pt x="54387" y="56353"/>
                  <a:pt x="51649" y="59739"/>
                </a:cubicBezTo>
                <a:cubicBezTo>
                  <a:pt x="51624" y="59689"/>
                  <a:pt x="51599" y="59614"/>
                  <a:pt x="51525" y="59564"/>
                </a:cubicBezTo>
                <a:cubicBezTo>
                  <a:pt x="51624" y="59465"/>
                  <a:pt x="51699" y="59365"/>
                  <a:pt x="51774" y="59266"/>
                </a:cubicBezTo>
                <a:cubicBezTo>
                  <a:pt x="52023" y="59017"/>
                  <a:pt x="52247" y="58743"/>
                  <a:pt x="52496" y="58494"/>
                </a:cubicBezTo>
                <a:cubicBezTo>
                  <a:pt x="52620" y="58370"/>
                  <a:pt x="52720" y="58245"/>
                  <a:pt x="52844" y="58146"/>
                </a:cubicBezTo>
                <a:cubicBezTo>
                  <a:pt x="52968" y="58021"/>
                  <a:pt x="53093" y="57872"/>
                  <a:pt x="53217" y="57747"/>
                </a:cubicBezTo>
                <a:cubicBezTo>
                  <a:pt x="53242" y="57722"/>
                  <a:pt x="53267" y="57698"/>
                  <a:pt x="53317" y="57623"/>
                </a:cubicBezTo>
                <a:cubicBezTo>
                  <a:pt x="53491" y="57399"/>
                  <a:pt x="53715" y="57200"/>
                  <a:pt x="53939" y="57001"/>
                </a:cubicBezTo>
                <a:lnTo>
                  <a:pt x="54761" y="56154"/>
                </a:lnTo>
                <a:lnTo>
                  <a:pt x="54885" y="56030"/>
                </a:lnTo>
                <a:cubicBezTo>
                  <a:pt x="55059" y="55881"/>
                  <a:pt x="55209" y="55706"/>
                  <a:pt x="55383" y="55532"/>
                </a:cubicBezTo>
                <a:cubicBezTo>
                  <a:pt x="55881" y="55034"/>
                  <a:pt x="56379" y="54586"/>
                  <a:pt x="56876" y="54113"/>
                </a:cubicBezTo>
                <a:cubicBezTo>
                  <a:pt x="56976" y="54039"/>
                  <a:pt x="57051" y="53964"/>
                  <a:pt x="57125" y="53889"/>
                </a:cubicBezTo>
                <a:lnTo>
                  <a:pt x="57175" y="53864"/>
                </a:lnTo>
                <a:lnTo>
                  <a:pt x="58469" y="52645"/>
                </a:lnTo>
                <a:cubicBezTo>
                  <a:pt x="58619" y="52520"/>
                  <a:pt x="58793" y="52371"/>
                  <a:pt x="58942" y="52246"/>
                </a:cubicBezTo>
                <a:cubicBezTo>
                  <a:pt x="59341" y="51898"/>
                  <a:pt x="59714" y="51550"/>
                  <a:pt x="60112" y="51226"/>
                </a:cubicBezTo>
                <a:cubicBezTo>
                  <a:pt x="60311" y="51052"/>
                  <a:pt x="60461" y="50927"/>
                  <a:pt x="60660" y="50778"/>
                </a:cubicBezTo>
                <a:cubicBezTo>
                  <a:pt x="60859" y="50629"/>
                  <a:pt x="61083" y="50479"/>
                  <a:pt x="61282" y="50280"/>
                </a:cubicBezTo>
                <a:close/>
                <a:moveTo>
                  <a:pt x="4185" y="59735"/>
                </a:moveTo>
                <a:cubicBezTo>
                  <a:pt x="4162" y="59797"/>
                  <a:pt x="4138" y="59858"/>
                  <a:pt x="4114" y="59920"/>
                </a:cubicBezTo>
                <a:lnTo>
                  <a:pt x="4114" y="59920"/>
                </a:lnTo>
                <a:cubicBezTo>
                  <a:pt x="4136" y="59859"/>
                  <a:pt x="4159" y="59799"/>
                  <a:pt x="4182" y="59739"/>
                </a:cubicBezTo>
                <a:cubicBezTo>
                  <a:pt x="4183" y="59737"/>
                  <a:pt x="4184" y="59736"/>
                  <a:pt x="4185" y="59735"/>
                </a:cubicBezTo>
                <a:close/>
                <a:moveTo>
                  <a:pt x="51450" y="59714"/>
                </a:moveTo>
                <a:cubicBezTo>
                  <a:pt x="51475" y="59764"/>
                  <a:pt x="51525" y="59838"/>
                  <a:pt x="51575" y="59888"/>
                </a:cubicBezTo>
                <a:lnTo>
                  <a:pt x="51500" y="59963"/>
                </a:lnTo>
                <a:cubicBezTo>
                  <a:pt x="51475" y="59888"/>
                  <a:pt x="51450" y="59838"/>
                  <a:pt x="51375" y="59764"/>
                </a:cubicBezTo>
                <a:cubicBezTo>
                  <a:pt x="51400" y="59739"/>
                  <a:pt x="51400" y="59714"/>
                  <a:pt x="51450" y="59714"/>
                </a:cubicBezTo>
                <a:close/>
                <a:moveTo>
                  <a:pt x="61680" y="50529"/>
                </a:moveTo>
                <a:cubicBezTo>
                  <a:pt x="61705" y="50529"/>
                  <a:pt x="61705" y="50554"/>
                  <a:pt x="61730" y="50554"/>
                </a:cubicBezTo>
                <a:cubicBezTo>
                  <a:pt x="57947" y="53292"/>
                  <a:pt x="54561" y="56528"/>
                  <a:pt x="51823" y="59988"/>
                </a:cubicBezTo>
                <a:cubicBezTo>
                  <a:pt x="51823" y="59963"/>
                  <a:pt x="51774" y="59963"/>
                  <a:pt x="51774" y="59938"/>
                </a:cubicBezTo>
                <a:cubicBezTo>
                  <a:pt x="54561" y="56503"/>
                  <a:pt x="57922" y="53267"/>
                  <a:pt x="61680" y="50529"/>
                </a:cubicBezTo>
                <a:close/>
                <a:moveTo>
                  <a:pt x="45899" y="53466"/>
                </a:moveTo>
                <a:lnTo>
                  <a:pt x="46347" y="53889"/>
                </a:lnTo>
                <a:cubicBezTo>
                  <a:pt x="44754" y="55881"/>
                  <a:pt x="43410" y="57971"/>
                  <a:pt x="42315" y="60012"/>
                </a:cubicBezTo>
                <a:cubicBezTo>
                  <a:pt x="41892" y="59739"/>
                  <a:pt x="41419" y="59490"/>
                  <a:pt x="40946" y="59191"/>
                </a:cubicBezTo>
                <a:cubicBezTo>
                  <a:pt x="42514" y="57250"/>
                  <a:pt x="44157" y="55333"/>
                  <a:pt x="45899" y="53466"/>
                </a:cubicBezTo>
                <a:close/>
                <a:moveTo>
                  <a:pt x="114698" y="52595"/>
                </a:moveTo>
                <a:cubicBezTo>
                  <a:pt x="114723" y="52894"/>
                  <a:pt x="114748" y="53217"/>
                  <a:pt x="114748" y="53541"/>
                </a:cubicBezTo>
                <a:cubicBezTo>
                  <a:pt x="114350" y="55084"/>
                  <a:pt x="113877" y="56602"/>
                  <a:pt x="113305" y="58195"/>
                </a:cubicBezTo>
                <a:cubicBezTo>
                  <a:pt x="112757" y="58892"/>
                  <a:pt x="112110" y="59564"/>
                  <a:pt x="111363" y="60112"/>
                </a:cubicBezTo>
                <a:cubicBezTo>
                  <a:pt x="112632" y="57598"/>
                  <a:pt x="113753" y="55084"/>
                  <a:pt x="114698" y="52595"/>
                </a:cubicBezTo>
                <a:close/>
                <a:moveTo>
                  <a:pt x="46397" y="53939"/>
                </a:moveTo>
                <a:lnTo>
                  <a:pt x="46422" y="53989"/>
                </a:lnTo>
                <a:cubicBezTo>
                  <a:pt x="46497" y="54088"/>
                  <a:pt x="46497" y="54113"/>
                  <a:pt x="46472" y="54113"/>
                </a:cubicBezTo>
                <a:cubicBezTo>
                  <a:pt x="46123" y="54536"/>
                  <a:pt x="45800" y="54984"/>
                  <a:pt x="45476" y="55408"/>
                </a:cubicBezTo>
                <a:cubicBezTo>
                  <a:pt x="45377" y="55557"/>
                  <a:pt x="45252" y="55706"/>
                  <a:pt x="45153" y="55856"/>
                </a:cubicBezTo>
                <a:cubicBezTo>
                  <a:pt x="44929" y="56154"/>
                  <a:pt x="44680" y="56503"/>
                  <a:pt x="44481" y="56851"/>
                </a:cubicBezTo>
                <a:cubicBezTo>
                  <a:pt x="44381" y="57001"/>
                  <a:pt x="44281" y="57125"/>
                  <a:pt x="44182" y="57274"/>
                </a:cubicBezTo>
                <a:cubicBezTo>
                  <a:pt x="44132" y="57349"/>
                  <a:pt x="44107" y="57424"/>
                  <a:pt x="44033" y="57498"/>
                </a:cubicBezTo>
                <a:cubicBezTo>
                  <a:pt x="43809" y="57872"/>
                  <a:pt x="43560" y="58245"/>
                  <a:pt x="43385" y="58594"/>
                </a:cubicBezTo>
                <a:cubicBezTo>
                  <a:pt x="43062" y="59116"/>
                  <a:pt x="42788" y="59639"/>
                  <a:pt x="42514" y="60137"/>
                </a:cubicBezTo>
                <a:cubicBezTo>
                  <a:pt x="42514" y="60137"/>
                  <a:pt x="42489" y="60137"/>
                  <a:pt x="42489" y="60112"/>
                </a:cubicBezTo>
                <a:lnTo>
                  <a:pt x="42440" y="60112"/>
                </a:lnTo>
                <a:cubicBezTo>
                  <a:pt x="42564" y="59863"/>
                  <a:pt x="42688" y="59639"/>
                  <a:pt x="42813" y="59390"/>
                </a:cubicBezTo>
                <a:cubicBezTo>
                  <a:pt x="42813" y="59365"/>
                  <a:pt x="42863" y="59340"/>
                  <a:pt x="42888" y="59291"/>
                </a:cubicBezTo>
                <a:lnTo>
                  <a:pt x="43360" y="58469"/>
                </a:lnTo>
                <a:cubicBezTo>
                  <a:pt x="43360" y="58469"/>
                  <a:pt x="43360" y="58419"/>
                  <a:pt x="43385" y="58419"/>
                </a:cubicBezTo>
                <a:cubicBezTo>
                  <a:pt x="43560" y="58121"/>
                  <a:pt x="43759" y="57847"/>
                  <a:pt x="43933" y="57523"/>
                </a:cubicBezTo>
                <a:cubicBezTo>
                  <a:pt x="44132" y="57225"/>
                  <a:pt x="44306" y="56926"/>
                  <a:pt x="44505" y="56627"/>
                </a:cubicBezTo>
                <a:cubicBezTo>
                  <a:pt x="44530" y="56602"/>
                  <a:pt x="44555" y="56553"/>
                  <a:pt x="44555" y="56503"/>
                </a:cubicBezTo>
                <a:cubicBezTo>
                  <a:pt x="44754" y="56229"/>
                  <a:pt x="44929" y="55980"/>
                  <a:pt x="45128" y="55681"/>
                </a:cubicBezTo>
                <a:cubicBezTo>
                  <a:pt x="45352" y="55408"/>
                  <a:pt x="45526" y="55109"/>
                  <a:pt x="45750" y="54810"/>
                </a:cubicBezTo>
                <a:cubicBezTo>
                  <a:pt x="45800" y="54760"/>
                  <a:pt x="45850" y="54686"/>
                  <a:pt x="45899" y="54611"/>
                </a:cubicBezTo>
                <a:cubicBezTo>
                  <a:pt x="46049" y="54387"/>
                  <a:pt x="46248" y="54163"/>
                  <a:pt x="46397" y="53939"/>
                </a:cubicBezTo>
                <a:close/>
                <a:moveTo>
                  <a:pt x="51649" y="60062"/>
                </a:moveTo>
                <a:cubicBezTo>
                  <a:pt x="51649" y="60087"/>
                  <a:pt x="51699" y="60112"/>
                  <a:pt x="51699" y="60112"/>
                </a:cubicBezTo>
                <a:lnTo>
                  <a:pt x="51624" y="60187"/>
                </a:lnTo>
                <a:cubicBezTo>
                  <a:pt x="51624" y="60137"/>
                  <a:pt x="51599" y="60137"/>
                  <a:pt x="51599" y="60112"/>
                </a:cubicBezTo>
                <a:lnTo>
                  <a:pt x="51649" y="60062"/>
                </a:lnTo>
                <a:close/>
                <a:moveTo>
                  <a:pt x="40822" y="59315"/>
                </a:moveTo>
                <a:cubicBezTo>
                  <a:pt x="41295" y="59589"/>
                  <a:pt x="41767" y="59888"/>
                  <a:pt x="42240" y="60137"/>
                </a:cubicBezTo>
                <a:cubicBezTo>
                  <a:pt x="42240" y="60187"/>
                  <a:pt x="42191" y="60187"/>
                  <a:pt x="42191" y="60212"/>
                </a:cubicBezTo>
                <a:cubicBezTo>
                  <a:pt x="41743" y="59963"/>
                  <a:pt x="41270" y="59689"/>
                  <a:pt x="40797" y="59365"/>
                </a:cubicBezTo>
                <a:cubicBezTo>
                  <a:pt x="40797" y="59340"/>
                  <a:pt x="40822" y="59340"/>
                  <a:pt x="40822" y="59315"/>
                </a:cubicBezTo>
                <a:close/>
                <a:moveTo>
                  <a:pt x="42440" y="60261"/>
                </a:moveTo>
                <a:cubicBezTo>
                  <a:pt x="42440" y="60261"/>
                  <a:pt x="42489" y="60261"/>
                  <a:pt x="42489" y="60311"/>
                </a:cubicBezTo>
                <a:cubicBezTo>
                  <a:pt x="42489" y="60336"/>
                  <a:pt x="42440" y="60336"/>
                  <a:pt x="42440" y="60361"/>
                </a:cubicBezTo>
                <a:cubicBezTo>
                  <a:pt x="42415" y="60361"/>
                  <a:pt x="42415" y="60361"/>
                  <a:pt x="42390" y="60336"/>
                </a:cubicBezTo>
                <a:cubicBezTo>
                  <a:pt x="42390" y="60311"/>
                  <a:pt x="42415" y="60311"/>
                  <a:pt x="42415" y="60261"/>
                </a:cubicBezTo>
                <a:close/>
                <a:moveTo>
                  <a:pt x="114599" y="52097"/>
                </a:moveTo>
                <a:cubicBezTo>
                  <a:pt x="114599" y="52122"/>
                  <a:pt x="114624" y="52172"/>
                  <a:pt x="114624" y="52222"/>
                </a:cubicBezTo>
                <a:cubicBezTo>
                  <a:pt x="113628" y="54885"/>
                  <a:pt x="112433" y="57598"/>
                  <a:pt x="111064" y="60336"/>
                </a:cubicBezTo>
                <a:cubicBezTo>
                  <a:pt x="111015" y="60361"/>
                  <a:pt x="110990" y="60386"/>
                  <a:pt x="110965" y="60386"/>
                </a:cubicBezTo>
                <a:cubicBezTo>
                  <a:pt x="112359" y="57598"/>
                  <a:pt x="113603" y="54835"/>
                  <a:pt x="114599" y="52097"/>
                </a:cubicBezTo>
                <a:close/>
                <a:moveTo>
                  <a:pt x="87443" y="50355"/>
                </a:moveTo>
                <a:lnTo>
                  <a:pt x="87443" y="50355"/>
                </a:lnTo>
                <a:cubicBezTo>
                  <a:pt x="87692" y="50405"/>
                  <a:pt x="87916" y="50479"/>
                  <a:pt x="88164" y="50529"/>
                </a:cubicBezTo>
                <a:cubicBezTo>
                  <a:pt x="88214" y="50529"/>
                  <a:pt x="88289" y="50554"/>
                  <a:pt x="88339" y="50554"/>
                </a:cubicBezTo>
                <a:cubicBezTo>
                  <a:pt x="88438" y="50579"/>
                  <a:pt x="88563" y="50579"/>
                  <a:pt x="88662" y="50629"/>
                </a:cubicBezTo>
                <a:cubicBezTo>
                  <a:pt x="88812" y="50653"/>
                  <a:pt x="88986" y="50678"/>
                  <a:pt x="89160" y="50728"/>
                </a:cubicBezTo>
                <a:cubicBezTo>
                  <a:pt x="89210" y="50728"/>
                  <a:pt x="89285" y="50753"/>
                  <a:pt x="89359" y="50753"/>
                </a:cubicBezTo>
                <a:lnTo>
                  <a:pt x="89409" y="50753"/>
                </a:lnTo>
                <a:cubicBezTo>
                  <a:pt x="89434" y="50753"/>
                  <a:pt x="89484" y="50753"/>
                  <a:pt x="89534" y="50778"/>
                </a:cubicBezTo>
                <a:lnTo>
                  <a:pt x="90181" y="50877"/>
                </a:lnTo>
                <a:cubicBezTo>
                  <a:pt x="90305" y="50902"/>
                  <a:pt x="90430" y="50902"/>
                  <a:pt x="90554" y="50902"/>
                </a:cubicBezTo>
                <a:cubicBezTo>
                  <a:pt x="90778" y="50927"/>
                  <a:pt x="91027" y="50952"/>
                  <a:pt x="91226" y="50952"/>
                </a:cubicBezTo>
                <a:lnTo>
                  <a:pt x="91351" y="50952"/>
                </a:lnTo>
                <a:cubicBezTo>
                  <a:pt x="91450" y="50952"/>
                  <a:pt x="91575" y="50952"/>
                  <a:pt x="91674" y="51002"/>
                </a:cubicBezTo>
                <a:lnTo>
                  <a:pt x="91799" y="51002"/>
                </a:lnTo>
                <a:cubicBezTo>
                  <a:pt x="91898" y="51002"/>
                  <a:pt x="91948" y="51002"/>
                  <a:pt x="92048" y="51027"/>
                </a:cubicBezTo>
                <a:cubicBezTo>
                  <a:pt x="92147" y="51027"/>
                  <a:pt x="92222" y="51027"/>
                  <a:pt x="92321" y="51052"/>
                </a:cubicBezTo>
                <a:lnTo>
                  <a:pt x="93417" y="51052"/>
                </a:lnTo>
                <a:cubicBezTo>
                  <a:pt x="93989" y="51052"/>
                  <a:pt x="94586" y="51027"/>
                  <a:pt x="95184" y="51002"/>
                </a:cubicBezTo>
                <a:lnTo>
                  <a:pt x="95184" y="51002"/>
                </a:lnTo>
                <a:cubicBezTo>
                  <a:pt x="93392" y="54238"/>
                  <a:pt x="91276" y="57449"/>
                  <a:pt x="88936" y="60585"/>
                </a:cubicBezTo>
                <a:cubicBezTo>
                  <a:pt x="88090" y="60261"/>
                  <a:pt x="87244" y="59888"/>
                  <a:pt x="86447" y="59515"/>
                </a:cubicBezTo>
                <a:cubicBezTo>
                  <a:pt x="87617" y="56154"/>
                  <a:pt x="88040" y="53018"/>
                  <a:pt x="87443" y="50355"/>
                </a:cubicBezTo>
                <a:close/>
                <a:moveTo>
                  <a:pt x="113105" y="58718"/>
                </a:moveTo>
                <a:lnTo>
                  <a:pt x="113105" y="58718"/>
                </a:lnTo>
                <a:cubicBezTo>
                  <a:pt x="113081" y="58768"/>
                  <a:pt x="113081" y="58843"/>
                  <a:pt x="113056" y="58892"/>
                </a:cubicBezTo>
                <a:cubicBezTo>
                  <a:pt x="112508" y="59515"/>
                  <a:pt x="111861" y="60087"/>
                  <a:pt x="111114" y="60585"/>
                </a:cubicBezTo>
                <a:cubicBezTo>
                  <a:pt x="111139" y="60560"/>
                  <a:pt x="111139" y="60510"/>
                  <a:pt x="111189" y="60460"/>
                </a:cubicBezTo>
                <a:cubicBezTo>
                  <a:pt x="111936" y="59938"/>
                  <a:pt x="112583" y="59365"/>
                  <a:pt x="113105" y="58718"/>
                </a:cubicBezTo>
                <a:close/>
                <a:moveTo>
                  <a:pt x="95532" y="51027"/>
                </a:moveTo>
                <a:cubicBezTo>
                  <a:pt x="93665" y="54263"/>
                  <a:pt x="91525" y="57498"/>
                  <a:pt x="89185" y="60684"/>
                </a:cubicBezTo>
                <a:cubicBezTo>
                  <a:pt x="89160" y="60684"/>
                  <a:pt x="89160" y="60635"/>
                  <a:pt x="89110" y="60635"/>
                </a:cubicBezTo>
                <a:cubicBezTo>
                  <a:pt x="91475" y="57474"/>
                  <a:pt x="93591" y="54238"/>
                  <a:pt x="95458" y="51027"/>
                </a:cubicBezTo>
                <a:close/>
                <a:moveTo>
                  <a:pt x="86372" y="59714"/>
                </a:moveTo>
                <a:cubicBezTo>
                  <a:pt x="87194" y="60087"/>
                  <a:pt x="87990" y="60436"/>
                  <a:pt x="88812" y="60734"/>
                </a:cubicBezTo>
                <a:cubicBezTo>
                  <a:pt x="88812" y="60759"/>
                  <a:pt x="88787" y="60759"/>
                  <a:pt x="88787" y="60809"/>
                </a:cubicBezTo>
                <a:cubicBezTo>
                  <a:pt x="87965" y="60485"/>
                  <a:pt x="87169" y="60137"/>
                  <a:pt x="86347" y="59764"/>
                </a:cubicBezTo>
                <a:cubicBezTo>
                  <a:pt x="86372" y="59739"/>
                  <a:pt x="86372" y="59714"/>
                  <a:pt x="86372" y="59714"/>
                </a:cubicBezTo>
                <a:close/>
                <a:moveTo>
                  <a:pt x="110865" y="60685"/>
                </a:moveTo>
                <a:lnTo>
                  <a:pt x="110865" y="60685"/>
                </a:lnTo>
                <a:cubicBezTo>
                  <a:pt x="110840" y="60709"/>
                  <a:pt x="110840" y="60734"/>
                  <a:pt x="110815" y="60809"/>
                </a:cubicBezTo>
                <a:cubicBezTo>
                  <a:pt x="110766" y="60834"/>
                  <a:pt x="110741" y="60834"/>
                  <a:pt x="110716" y="60859"/>
                </a:cubicBezTo>
                <a:cubicBezTo>
                  <a:pt x="110741" y="60834"/>
                  <a:pt x="110741" y="60809"/>
                  <a:pt x="110766" y="60734"/>
                </a:cubicBezTo>
                <a:cubicBezTo>
                  <a:pt x="110815" y="60709"/>
                  <a:pt x="110840" y="60709"/>
                  <a:pt x="110865" y="60685"/>
                </a:cubicBezTo>
                <a:close/>
                <a:moveTo>
                  <a:pt x="88986" y="60809"/>
                </a:moveTo>
                <a:cubicBezTo>
                  <a:pt x="89036" y="60809"/>
                  <a:pt x="89061" y="60834"/>
                  <a:pt x="89061" y="60834"/>
                </a:cubicBezTo>
                <a:cubicBezTo>
                  <a:pt x="89061" y="60859"/>
                  <a:pt x="89011" y="60859"/>
                  <a:pt x="89011" y="60884"/>
                </a:cubicBezTo>
                <a:cubicBezTo>
                  <a:pt x="88986" y="60884"/>
                  <a:pt x="88986" y="60884"/>
                  <a:pt x="88961" y="60859"/>
                </a:cubicBezTo>
                <a:cubicBezTo>
                  <a:pt x="88961" y="60834"/>
                  <a:pt x="88986" y="60834"/>
                  <a:pt x="88986" y="60809"/>
                </a:cubicBezTo>
                <a:close/>
                <a:moveTo>
                  <a:pt x="33578" y="54536"/>
                </a:moveTo>
                <a:cubicBezTo>
                  <a:pt x="35843" y="56279"/>
                  <a:pt x="38133" y="57897"/>
                  <a:pt x="40299" y="59315"/>
                </a:cubicBezTo>
                <a:cubicBezTo>
                  <a:pt x="39801" y="59963"/>
                  <a:pt x="39303" y="60585"/>
                  <a:pt x="38805" y="61232"/>
                </a:cubicBezTo>
                <a:cubicBezTo>
                  <a:pt x="36914" y="59689"/>
                  <a:pt x="34723" y="58345"/>
                  <a:pt x="32433" y="57225"/>
                </a:cubicBezTo>
                <a:cubicBezTo>
                  <a:pt x="32782" y="56329"/>
                  <a:pt x="33180" y="55408"/>
                  <a:pt x="33578" y="54536"/>
                </a:cubicBezTo>
                <a:close/>
                <a:moveTo>
                  <a:pt x="40498" y="59365"/>
                </a:moveTo>
                <a:cubicBezTo>
                  <a:pt x="40523" y="59365"/>
                  <a:pt x="40523" y="59390"/>
                  <a:pt x="40548" y="59390"/>
                </a:cubicBezTo>
                <a:cubicBezTo>
                  <a:pt x="40050" y="60062"/>
                  <a:pt x="39527" y="60709"/>
                  <a:pt x="39054" y="61357"/>
                </a:cubicBezTo>
                <a:cubicBezTo>
                  <a:pt x="39029" y="61357"/>
                  <a:pt x="39029" y="61332"/>
                  <a:pt x="39005" y="61332"/>
                </a:cubicBezTo>
                <a:cubicBezTo>
                  <a:pt x="39453" y="60684"/>
                  <a:pt x="39950" y="60012"/>
                  <a:pt x="40498" y="59365"/>
                </a:cubicBezTo>
                <a:close/>
                <a:moveTo>
                  <a:pt x="3612" y="61301"/>
                </a:moveTo>
                <a:cubicBezTo>
                  <a:pt x="3605" y="61323"/>
                  <a:pt x="3598" y="61344"/>
                  <a:pt x="3592" y="61365"/>
                </a:cubicBezTo>
                <a:lnTo>
                  <a:pt x="3592" y="61365"/>
                </a:lnTo>
                <a:cubicBezTo>
                  <a:pt x="3596" y="61344"/>
                  <a:pt x="3601" y="61323"/>
                  <a:pt x="3609" y="61307"/>
                </a:cubicBezTo>
                <a:cubicBezTo>
                  <a:pt x="3610" y="61305"/>
                  <a:pt x="3611" y="61303"/>
                  <a:pt x="3612" y="61301"/>
                </a:cubicBezTo>
                <a:close/>
                <a:moveTo>
                  <a:pt x="32408" y="57374"/>
                </a:moveTo>
                <a:cubicBezTo>
                  <a:pt x="34698" y="58469"/>
                  <a:pt x="36839" y="59838"/>
                  <a:pt x="38706" y="61357"/>
                </a:cubicBezTo>
                <a:lnTo>
                  <a:pt x="38681" y="61381"/>
                </a:lnTo>
                <a:cubicBezTo>
                  <a:pt x="36789" y="59863"/>
                  <a:pt x="34649" y="58519"/>
                  <a:pt x="32359" y="57449"/>
                </a:cubicBezTo>
                <a:cubicBezTo>
                  <a:pt x="32359" y="57399"/>
                  <a:pt x="32359" y="57399"/>
                  <a:pt x="32408" y="57374"/>
                </a:cubicBezTo>
                <a:close/>
                <a:moveTo>
                  <a:pt x="38880" y="61481"/>
                </a:moveTo>
                <a:cubicBezTo>
                  <a:pt x="38905" y="61481"/>
                  <a:pt x="38905" y="61506"/>
                  <a:pt x="38930" y="61506"/>
                </a:cubicBezTo>
                <a:lnTo>
                  <a:pt x="38905" y="61556"/>
                </a:lnTo>
                <a:cubicBezTo>
                  <a:pt x="38880" y="61556"/>
                  <a:pt x="38830" y="61506"/>
                  <a:pt x="38830" y="61506"/>
                </a:cubicBezTo>
                <a:lnTo>
                  <a:pt x="38880" y="61481"/>
                </a:lnTo>
                <a:close/>
                <a:moveTo>
                  <a:pt x="113305" y="58942"/>
                </a:moveTo>
                <a:cubicBezTo>
                  <a:pt x="112956" y="59813"/>
                  <a:pt x="112583" y="60709"/>
                  <a:pt x="112234" y="61481"/>
                </a:cubicBezTo>
                <a:cubicBezTo>
                  <a:pt x="112217" y="61533"/>
                  <a:pt x="112197" y="61581"/>
                  <a:pt x="112176" y="61630"/>
                </a:cubicBezTo>
                <a:lnTo>
                  <a:pt x="112176" y="61630"/>
                </a:lnTo>
                <a:cubicBezTo>
                  <a:pt x="112515" y="60759"/>
                  <a:pt x="112870" y="59888"/>
                  <a:pt x="113205" y="59017"/>
                </a:cubicBezTo>
                <a:lnTo>
                  <a:pt x="113305" y="58942"/>
                </a:lnTo>
                <a:close/>
                <a:moveTo>
                  <a:pt x="113804" y="58252"/>
                </a:moveTo>
                <a:cubicBezTo>
                  <a:pt x="113489" y="59031"/>
                  <a:pt x="113197" y="59832"/>
                  <a:pt x="112856" y="60610"/>
                </a:cubicBezTo>
                <a:cubicBezTo>
                  <a:pt x="112732" y="60884"/>
                  <a:pt x="112608" y="61207"/>
                  <a:pt x="112483" y="61481"/>
                </a:cubicBezTo>
                <a:cubicBezTo>
                  <a:pt x="112483" y="61506"/>
                  <a:pt x="112458" y="61556"/>
                  <a:pt x="112458" y="61581"/>
                </a:cubicBezTo>
                <a:cubicBezTo>
                  <a:pt x="112458" y="61605"/>
                  <a:pt x="112408" y="61605"/>
                  <a:pt x="112408" y="61630"/>
                </a:cubicBezTo>
                <a:cubicBezTo>
                  <a:pt x="112368" y="61773"/>
                  <a:pt x="112294" y="61899"/>
                  <a:pt x="112241" y="62022"/>
                </a:cubicBezTo>
                <a:lnTo>
                  <a:pt x="112241" y="62022"/>
                </a:lnTo>
                <a:cubicBezTo>
                  <a:pt x="112434" y="61526"/>
                  <a:pt x="112669" y="61029"/>
                  <a:pt x="112881" y="60510"/>
                </a:cubicBezTo>
                <a:cubicBezTo>
                  <a:pt x="112881" y="60485"/>
                  <a:pt x="112931" y="60460"/>
                  <a:pt x="112931" y="60386"/>
                </a:cubicBezTo>
                <a:cubicBezTo>
                  <a:pt x="113180" y="59764"/>
                  <a:pt x="113429" y="59116"/>
                  <a:pt x="113653" y="58494"/>
                </a:cubicBezTo>
                <a:cubicBezTo>
                  <a:pt x="113653" y="58469"/>
                  <a:pt x="113703" y="58444"/>
                  <a:pt x="113703" y="58395"/>
                </a:cubicBezTo>
                <a:cubicBezTo>
                  <a:pt x="113728" y="58370"/>
                  <a:pt x="113753" y="58345"/>
                  <a:pt x="113753" y="58320"/>
                </a:cubicBezTo>
                <a:cubicBezTo>
                  <a:pt x="113782" y="58290"/>
                  <a:pt x="113794" y="58270"/>
                  <a:pt x="113804" y="58252"/>
                </a:cubicBezTo>
                <a:close/>
                <a:moveTo>
                  <a:pt x="110616" y="44804"/>
                </a:moveTo>
                <a:cubicBezTo>
                  <a:pt x="112732" y="47069"/>
                  <a:pt x="114076" y="49484"/>
                  <a:pt x="114574" y="51749"/>
                </a:cubicBezTo>
                <a:cubicBezTo>
                  <a:pt x="113479" y="54636"/>
                  <a:pt x="112184" y="57623"/>
                  <a:pt x="110641" y="60610"/>
                </a:cubicBezTo>
                <a:cubicBezTo>
                  <a:pt x="109695" y="61207"/>
                  <a:pt x="108575" y="61705"/>
                  <a:pt x="107331" y="62078"/>
                </a:cubicBezTo>
                <a:cubicBezTo>
                  <a:pt x="108376" y="59017"/>
                  <a:pt x="109073" y="56129"/>
                  <a:pt x="109322" y="53391"/>
                </a:cubicBezTo>
                <a:lnTo>
                  <a:pt x="109322" y="53342"/>
                </a:lnTo>
                <a:lnTo>
                  <a:pt x="109322" y="53292"/>
                </a:lnTo>
                <a:lnTo>
                  <a:pt x="109322" y="53217"/>
                </a:lnTo>
                <a:cubicBezTo>
                  <a:pt x="109347" y="52794"/>
                  <a:pt x="109372" y="52396"/>
                  <a:pt x="109372" y="51998"/>
                </a:cubicBezTo>
                <a:lnTo>
                  <a:pt x="109372" y="51973"/>
                </a:lnTo>
                <a:lnTo>
                  <a:pt x="109372" y="51823"/>
                </a:lnTo>
                <a:lnTo>
                  <a:pt x="109372" y="51774"/>
                </a:lnTo>
                <a:lnTo>
                  <a:pt x="109372" y="51550"/>
                </a:lnTo>
                <a:lnTo>
                  <a:pt x="109372" y="50429"/>
                </a:lnTo>
                <a:lnTo>
                  <a:pt x="109372" y="50355"/>
                </a:lnTo>
                <a:cubicBezTo>
                  <a:pt x="109372" y="50230"/>
                  <a:pt x="109372" y="50106"/>
                  <a:pt x="109347" y="49981"/>
                </a:cubicBezTo>
                <a:cubicBezTo>
                  <a:pt x="109347" y="49658"/>
                  <a:pt x="109297" y="49359"/>
                  <a:pt x="109272" y="49060"/>
                </a:cubicBezTo>
                <a:lnTo>
                  <a:pt x="109272" y="48886"/>
                </a:lnTo>
                <a:cubicBezTo>
                  <a:pt x="109272" y="48787"/>
                  <a:pt x="109247" y="48687"/>
                  <a:pt x="109247" y="48563"/>
                </a:cubicBezTo>
                <a:lnTo>
                  <a:pt x="109247" y="48513"/>
                </a:lnTo>
                <a:cubicBezTo>
                  <a:pt x="109222" y="48388"/>
                  <a:pt x="109222" y="48239"/>
                  <a:pt x="109222" y="48115"/>
                </a:cubicBezTo>
                <a:cubicBezTo>
                  <a:pt x="109670" y="47019"/>
                  <a:pt x="110118" y="45924"/>
                  <a:pt x="110517" y="44879"/>
                </a:cubicBezTo>
                <a:cubicBezTo>
                  <a:pt x="110542" y="44829"/>
                  <a:pt x="110591" y="44804"/>
                  <a:pt x="110616" y="44804"/>
                </a:cubicBezTo>
                <a:close/>
                <a:moveTo>
                  <a:pt x="109073" y="48513"/>
                </a:moveTo>
                <a:cubicBezTo>
                  <a:pt x="109073" y="48563"/>
                  <a:pt x="109098" y="48637"/>
                  <a:pt x="109098" y="48737"/>
                </a:cubicBezTo>
                <a:cubicBezTo>
                  <a:pt x="109123" y="48886"/>
                  <a:pt x="109123" y="49036"/>
                  <a:pt x="109148" y="49185"/>
                </a:cubicBezTo>
                <a:lnTo>
                  <a:pt x="109148" y="49309"/>
                </a:lnTo>
                <a:cubicBezTo>
                  <a:pt x="109197" y="49633"/>
                  <a:pt x="109197" y="49932"/>
                  <a:pt x="109222" y="50230"/>
                </a:cubicBezTo>
                <a:lnTo>
                  <a:pt x="109222" y="50554"/>
                </a:lnTo>
                <a:lnTo>
                  <a:pt x="109222" y="51848"/>
                </a:lnTo>
                <a:lnTo>
                  <a:pt x="109222" y="51923"/>
                </a:lnTo>
                <a:cubicBezTo>
                  <a:pt x="109222" y="52122"/>
                  <a:pt x="109197" y="52346"/>
                  <a:pt x="109197" y="52520"/>
                </a:cubicBezTo>
                <a:cubicBezTo>
                  <a:pt x="109197" y="52620"/>
                  <a:pt x="109197" y="52744"/>
                  <a:pt x="109148" y="52844"/>
                </a:cubicBezTo>
                <a:cubicBezTo>
                  <a:pt x="109148" y="52919"/>
                  <a:pt x="109148" y="53043"/>
                  <a:pt x="109123" y="53143"/>
                </a:cubicBezTo>
                <a:cubicBezTo>
                  <a:pt x="109098" y="53342"/>
                  <a:pt x="109098" y="53541"/>
                  <a:pt x="109073" y="53740"/>
                </a:cubicBezTo>
                <a:cubicBezTo>
                  <a:pt x="109023" y="54138"/>
                  <a:pt x="108973" y="54536"/>
                  <a:pt x="108899" y="54960"/>
                </a:cubicBezTo>
                <a:cubicBezTo>
                  <a:pt x="108849" y="55408"/>
                  <a:pt x="108749" y="55881"/>
                  <a:pt x="108650" y="56329"/>
                </a:cubicBezTo>
                <a:cubicBezTo>
                  <a:pt x="108625" y="56528"/>
                  <a:pt x="108575" y="56777"/>
                  <a:pt x="108525" y="57026"/>
                </a:cubicBezTo>
                <a:cubicBezTo>
                  <a:pt x="108351" y="57847"/>
                  <a:pt x="108152" y="58643"/>
                  <a:pt x="107903" y="59490"/>
                </a:cubicBezTo>
                <a:cubicBezTo>
                  <a:pt x="107853" y="59714"/>
                  <a:pt x="107779" y="59963"/>
                  <a:pt x="107704" y="60187"/>
                </a:cubicBezTo>
                <a:cubicBezTo>
                  <a:pt x="107505" y="60759"/>
                  <a:pt x="107281" y="61456"/>
                  <a:pt x="107032" y="62128"/>
                </a:cubicBezTo>
                <a:cubicBezTo>
                  <a:pt x="107007" y="62128"/>
                  <a:pt x="107007" y="62128"/>
                  <a:pt x="106982" y="62178"/>
                </a:cubicBezTo>
                <a:cubicBezTo>
                  <a:pt x="107032" y="62004"/>
                  <a:pt x="107082" y="61854"/>
                  <a:pt x="107132" y="61680"/>
                </a:cubicBezTo>
                <a:cubicBezTo>
                  <a:pt x="107132" y="61630"/>
                  <a:pt x="107156" y="61605"/>
                  <a:pt x="107156" y="61605"/>
                </a:cubicBezTo>
                <a:lnTo>
                  <a:pt x="107256" y="61332"/>
                </a:lnTo>
                <a:cubicBezTo>
                  <a:pt x="107356" y="61008"/>
                  <a:pt x="107480" y="60684"/>
                  <a:pt x="107580" y="60361"/>
                </a:cubicBezTo>
                <a:cubicBezTo>
                  <a:pt x="107604" y="60236"/>
                  <a:pt x="107654" y="60087"/>
                  <a:pt x="107704" y="59963"/>
                </a:cubicBezTo>
                <a:cubicBezTo>
                  <a:pt x="107779" y="59714"/>
                  <a:pt x="107853" y="59440"/>
                  <a:pt x="107903" y="59191"/>
                </a:cubicBezTo>
                <a:cubicBezTo>
                  <a:pt x="107953" y="59116"/>
                  <a:pt x="107953" y="59017"/>
                  <a:pt x="107978" y="58967"/>
                </a:cubicBezTo>
                <a:cubicBezTo>
                  <a:pt x="108003" y="58867"/>
                  <a:pt x="108003" y="58818"/>
                  <a:pt x="108028" y="58718"/>
                </a:cubicBezTo>
                <a:cubicBezTo>
                  <a:pt x="108077" y="58594"/>
                  <a:pt x="108102" y="58444"/>
                  <a:pt x="108127" y="58320"/>
                </a:cubicBezTo>
                <a:cubicBezTo>
                  <a:pt x="108127" y="58270"/>
                  <a:pt x="108152" y="58220"/>
                  <a:pt x="108152" y="58195"/>
                </a:cubicBezTo>
                <a:lnTo>
                  <a:pt x="108152" y="58146"/>
                </a:lnTo>
                <a:cubicBezTo>
                  <a:pt x="108227" y="57946"/>
                  <a:pt x="108252" y="57747"/>
                  <a:pt x="108326" y="57523"/>
                </a:cubicBezTo>
                <a:lnTo>
                  <a:pt x="108326" y="57498"/>
                </a:lnTo>
                <a:cubicBezTo>
                  <a:pt x="108376" y="57250"/>
                  <a:pt x="108451" y="56976"/>
                  <a:pt x="108501" y="56727"/>
                </a:cubicBezTo>
                <a:cubicBezTo>
                  <a:pt x="108501" y="56702"/>
                  <a:pt x="108501" y="56652"/>
                  <a:pt x="108525" y="56627"/>
                </a:cubicBezTo>
                <a:cubicBezTo>
                  <a:pt x="108525" y="56602"/>
                  <a:pt x="108525" y="56528"/>
                  <a:pt x="108575" y="56503"/>
                </a:cubicBezTo>
                <a:lnTo>
                  <a:pt x="108575" y="56478"/>
                </a:lnTo>
                <a:lnTo>
                  <a:pt x="108650" y="56005"/>
                </a:lnTo>
                <a:cubicBezTo>
                  <a:pt x="108700" y="55881"/>
                  <a:pt x="108700" y="55756"/>
                  <a:pt x="108725" y="55632"/>
                </a:cubicBezTo>
                <a:cubicBezTo>
                  <a:pt x="108749" y="55482"/>
                  <a:pt x="108774" y="55283"/>
                  <a:pt x="108824" y="55134"/>
                </a:cubicBezTo>
                <a:cubicBezTo>
                  <a:pt x="108849" y="54910"/>
                  <a:pt x="108874" y="54736"/>
                  <a:pt x="108899" y="54536"/>
                </a:cubicBezTo>
                <a:cubicBezTo>
                  <a:pt x="108949" y="54412"/>
                  <a:pt x="108949" y="54288"/>
                  <a:pt x="108973" y="54163"/>
                </a:cubicBezTo>
                <a:cubicBezTo>
                  <a:pt x="108973" y="54113"/>
                  <a:pt x="108998" y="54039"/>
                  <a:pt x="108998" y="53964"/>
                </a:cubicBezTo>
                <a:cubicBezTo>
                  <a:pt x="108998" y="53839"/>
                  <a:pt x="109023" y="53715"/>
                  <a:pt x="109023" y="53591"/>
                </a:cubicBezTo>
                <a:cubicBezTo>
                  <a:pt x="109023" y="53516"/>
                  <a:pt x="109023" y="53491"/>
                  <a:pt x="109073" y="53416"/>
                </a:cubicBezTo>
                <a:cubicBezTo>
                  <a:pt x="109073" y="53292"/>
                  <a:pt x="109098" y="53167"/>
                  <a:pt x="109098" y="53043"/>
                </a:cubicBezTo>
                <a:cubicBezTo>
                  <a:pt x="109098" y="52968"/>
                  <a:pt x="109123" y="52894"/>
                  <a:pt x="109123" y="52794"/>
                </a:cubicBezTo>
                <a:cubicBezTo>
                  <a:pt x="109123" y="52670"/>
                  <a:pt x="109148" y="52520"/>
                  <a:pt x="109148" y="52396"/>
                </a:cubicBezTo>
                <a:lnTo>
                  <a:pt x="109148" y="52147"/>
                </a:lnTo>
                <a:lnTo>
                  <a:pt x="109148" y="51898"/>
                </a:lnTo>
                <a:lnTo>
                  <a:pt x="109148" y="51624"/>
                </a:lnTo>
                <a:lnTo>
                  <a:pt x="109148" y="51475"/>
                </a:lnTo>
                <a:lnTo>
                  <a:pt x="109148" y="50877"/>
                </a:lnTo>
                <a:lnTo>
                  <a:pt x="109148" y="50728"/>
                </a:lnTo>
                <a:lnTo>
                  <a:pt x="109148" y="50405"/>
                </a:lnTo>
                <a:lnTo>
                  <a:pt x="109148" y="50180"/>
                </a:lnTo>
                <a:lnTo>
                  <a:pt x="109148" y="50131"/>
                </a:lnTo>
                <a:cubicBezTo>
                  <a:pt x="109148" y="49882"/>
                  <a:pt x="109123" y="49658"/>
                  <a:pt x="109098" y="49409"/>
                </a:cubicBezTo>
                <a:cubicBezTo>
                  <a:pt x="109098" y="49309"/>
                  <a:pt x="109098" y="49185"/>
                  <a:pt x="109073" y="49110"/>
                </a:cubicBezTo>
                <a:lnTo>
                  <a:pt x="109073" y="49060"/>
                </a:lnTo>
                <a:cubicBezTo>
                  <a:pt x="109073" y="49011"/>
                  <a:pt x="109073" y="48936"/>
                  <a:pt x="109023" y="48911"/>
                </a:cubicBezTo>
                <a:lnTo>
                  <a:pt x="109023" y="48811"/>
                </a:lnTo>
                <a:cubicBezTo>
                  <a:pt x="109023" y="48762"/>
                  <a:pt x="109023" y="48687"/>
                  <a:pt x="108998" y="48637"/>
                </a:cubicBezTo>
                <a:lnTo>
                  <a:pt x="108998" y="48612"/>
                </a:lnTo>
                <a:cubicBezTo>
                  <a:pt x="108998" y="48612"/>
                  <a:pt x="108998" y="48563"/>
                  <a:pt x="109023" y="48563"/>
                </a:cubicBezTo>
                <a:cubicBezTo>
                  <a:pt x="109023" y="48538"/>
                  <a:pt x="109023" y="48538"/>
                  <a:pt x="109073" y="48513"/>
                </a:cubicBezTo>
                <a:close/>
                <a:moveTo>
                  <a:pt x="110467" y="60933"/>
                </a:moveTo>
                <a:cubicBezTo>
                  <a:pt x="110442" y="60958"/>
                  <a:pt x="110442" y="60983"/>
                  <a:pt x="110392" y="61008"/>
                </a:cubicBezTo>
                <a:cubicBezTo>
                  <a:pt x="109471" y="61556"/>
                  <a:pt x="108376" y="62004"/>
                  <a:pt x="107206" y="62352"/>
                </a:cubicBezTo>
                <a:cubicBezTo>
                  <a:pt x="107206" y="62352"/>
                  <a:pt x="107206" y="62327"/>
                  <a:pt x="107231" y="62302"/>
                </a:cubicBezTo>
                <a:cubicBezTo>
                  <a:pt x="108451" y="61954"/>
                  <a:pt x="109521" y="61481"/>
                  <a:pt x="110467" y="60933"/>
                </a:cubicBezTo>
                <a:close/>
                <a:moveTo>
                  <a:pt x="79552" y="55756"/>
                </a:moveTo>
                <a:cubicBezTo>
                  <a:pt x="81469" y="57274"/>
                  <a:pt x="83634" y="58643"/>
                  <a:pt x="85949" y="59764"/>
                </a:cubicBezTo>
                <a:cubicBezTo>
                  <a:pt x="85601" y="60635"/>
                  <a:pt x="85227" y="61506"/>
                  <a:pt x="84804" y="62427"/>
                </a:cubicBezTo>
                <a:cubicBezTo>
                  <a:pt x="82514" y="60684"/>
                  <a:pt x="80249" y="59067"/>
                  <a:pt x="78059" y="57648"/>
                </a:cubicBezTo>
                <a:cubicBezTo>
                  <a:pt x="78581" y="57026"/>
                  <a:pt x="79054" y="56378"/>
                  <a:pt x="79552" y="55756"/>
                </a:cubicBezTo>
                <a:close/>
                <a:moveTo>
                  <a:pt x="61855" y="50728"/>
                </a:moveTo>
                <a:cubicBezTo>
                  <a:pt x="62825" y="51176"/>
                  <a:pt x="63647" y="51475"/>
                  <a:pt x="64294" y="51500"/>
                </a:cubicBezTo>
                <a:cubicBezTo>
                  <a:pt x="64095" y="51649"/>
                  <a:pt x="63896" y="51774"/>
                  <a:pt x="63697" y="51923"/>
                </a:cubicBezTo>
                <a:cubicBezTo>
                  <a:pt x="63448" y="52122"/>
                  <a:pt x="63199" y="52296"/>
                  <a:pt x="62975" y="52495"/>
                </a:cubicBezTo>
                <a:lnTo>
                  <a:pt x="62925" y="52520"/>
                </a:lnTo>
                <a:cubicBezTo>
                  <a:pt x="62676" y="52719"/>
                  <a:pt x="62427" y="52919"/>
                  <a:pt x="62178" y="53118"/>
                </a:cubicBezTo>
                <a:cubicBezTo>
                  <a:pt x="61805" y="53416"/>
                  <a:pt x="61407" y="53740"/>
                  <a:pt x="61033" y="54039"/>
                </a:cubicBezTo>
                <a:cubicBezTo>
                  <a:pt x="60162" y="54760"/>
                  <a:pt x="59341" y="55482"/>
                  <a:pt x="58743" y="56080"/>
                </a:cubicBezTo>
                <a:lnTo>
                  <a:pt x="58594" y="56229"/>
                </a:lnTo>
                <a:cubicBezTo>
                  <a:pt x="57947" y="56851"/>
                  <a:pt x="57474" y="57324"/>
                  <a:pt x="57100" y="57698"/>
                </a:cubicBezTo>
                <a:lnTo>
                  <a:pt x="56851" y="57946"/>
                </a:lnTo>
                <a:lnTo>
                  <a:pt x="56802" y="57996"/>
                </a:lnTo>
                <a:cubicBezTo>
                  <a:pt x="56503" y="58270"/>
                  <a:pt x="55333" y="59465"/>
                  <a:pt x="53690" y="61357"/>
                </a:cubicBezTo>
                <a:lnTo>
                  <a:pt x="53591" y="61456"/>
                </a:lnTo>
                <a:cubicBezTo>
                  <a:pt x="53491" y="61581"/>
                  <a:pt x="53392" y="61680"/>
                  <a:pt x="53317" y="61805"/>
                </a:cubicBezTo>
                <a:cubicBezTo>
                  <a:pt x="53093" y="62078"/>
                  <a:pt x="52869" y="62327"/>
                  <a:pt x="52695" y="62551"/>
                </a:cubicBezTo>
                <a:cubicBezTo>
                  <a:pt x="52645" y="61929"/>
                  <a:pt x="52371" y="61133"/>
                  <a:pt x="51848" y="60212"/>
                </a:cubicBezTo>
                <a:cubicBezTo>
                  <a:pt x="54611" y="56752"/>
                  <a:pt x="58046" y="53466"/>
                  <a:pt x="61855" y="50728"/>
                </a:cubicBezTo>
                <a:close/>
                <a:moveTo>
                  <a:pt x="3388" y="62565"/>
                </a:moveTo>
                <a:lnTo>
                  <a:pt x="3388" y="62565"/>
                </a:lnTo>
                <a:cubicBezTo>
                  <a:pt x="3385" y="62573"/>
                  <a:pt x="3385" y="62576"/>
                  <a:pt x="3385" y="62576"/>
                </a:cubicBezTo>
                <a:lnTo>
                  <a:pt x="3385" y="62576"/>
                </a:lnTo>
                <a:cubicBezTo>
                  <a:pt x="3385" y="62573"/>
                  <a:pt x="3386" y="62569"/>
                  <a:pt x="3388" y="62565"/>
                </a:cubicBezTo>
                <a:close/>
                <a:moveTo>
                  <a:pt x="86074" y="59863"/>
                </a:moveTo>
                <a:cubicBezTo>
                  <a:pt x="86099" y="59863"/>
                  <a:pt x="86099" y="59888"/>
                  <a:pt x="86123" y="59888"/>
                </a:cubicBezTo>
                <a:cubicBezTo>
                  <a:pt x="85825" y="60759"/>
                  <a:pt x="85426" y="61680"/>
                  <a:pt x="84978" y="62576"/>
                </a:cubicBezTo>
                <a:cubicBezTo>
                  <a:pt x="84954" y="62576"/>
                  <a:pt x="84954" y="62551"/>
                  <a:pt x="84929" y="62551"/>
                </a:cubicBezTo>
                <a:cubicBezTo>
                  <a:pt x="85352" y="61630"/>
                  <a:pt x="85725" y="60734"/>
                  <a:pt x="86074" y="59863"/>
                </a:cubicBezTo>
                <a:close/>
                <a:moveTo>
                  <a:pt x="4655" y="59390"/>
                </a:moveTo>
                <a:cubicBezTo>
                  <a:pt x="4281" y="60485"/>
                  <a:pt x="3933" y="61556"/>
                  <a:pt x="3609" y="62601"/>
                </a:cubicBezTo>
                <a:cubicBezTo>
                  <a:pt x="3609" y="62452"/>
                  <a:pt x="3634" y="62327"/>
                  <a:pt x="3684" y="62178"/>
                </a:cubicBezTo>
                <a:cubicBezTo>
                  <a:pt x="3908" y="61357"/>
                  <a:pt x="4182" y="60560"/>
                  <a:pt x="4456" y="59739"/>
                </a:cubicBezTo>
                <a:cubicBezTo>
                  <a:pt x="4530" y="59639"/>
                  <a:pt x="4580" y="59515"/>
                  <a:pt x="4655" y="59390"/>
                </a:cubicBezTo>
                <a:close/>
                <a:moveTo>
                  <a:pt x="97922" y="50753"/>
                </a:moveTo>
                <a:cubicBezTo>
                  <a:pt x="98743" y="54138"/>
                  <a:pt x="98245" y="58245"/>
                  <a:pt x="96677" y="62601"/>
                </a:cubicBezTo>
                <a:cubicBezTo>
                  <a:pt x="94213" y="62253"/>
                  <a:pt x="91774" y="61630"/>
                  <a:pt x="89359" y="60734"/>
                </a:cubicBezTo>
                <a:cubicBezTo>
                  <a:pt x="91724" y="57498"/>
                  <a:pt x="93889" y="54238"/>
                  <a:pt x="95781" y="51002"/>
                </a:cubicBezTo>
                <a:cubicBezTo>
                  <a:pt x="96005" y="50977"/>
                  <a:pt x="96179" y="50927"/>
                  <a:pt x="96403" y="50927"/>
                </a:cubicBezTo>
                <a:cubicBezTo>
                  <a:pt x="96777" y="50902"/>
                  <a:pt x="97150" y="50877"/>
                  <a:pt x="97499" y="50803"/>
                </a:cubicBezTo>
                <a:lnTo>
                  <a:pt x="97524" y="50803"/>
                </a:lnTo>
                <a:cubicBezTo>
                  <a:pt x="97648" y="50778"/>
                  <a:pt x="97772" y="50753"/>
                  <a:pt x="97922" y="50753"/>
                </a:cubicBezTo>
                <a:close/>
                <a:moveTo>
                  <a:pt x="77959" y="57822"/>
                </a:moveTo>
                <a:cubicBezTo>
                  <a:pt x="80125" y="59216"/>
                  <a:pt x="82440" y="60834"/>
                  <a:pt x="84705" y="62576"/>
                </a:cubicBezTo>
                <a:cubicBezTo>
                  <a:pt x="84705" y="62601"/>
                  <a:pt x="84655" y="62601"/>
                  <a:pt x="84655" y="62626"/>
                </a:cubicBezTo>
                <a:cubicBezTo>
                  <a:pt x="82390" y="60859"/>
                  <a:pt x="80100" y="59241"/>
                  <a:pt x="77884" y="57847"/>
                </a:cubicBezTo>
                <a:cubicBezTo>
                  <a:pt x="77909" y="57847"/>
                  <a:pt x="77909" y="57822"/>
                  <a:pt x="77959" y="57822"/>
                </a:cubicBezTo>
                <a:close/>
                <a:moveTo>
                  <a:pt x="98121" y="50678"/>
                </a:moveTo>
                <a:cubicBezTo>
                  <a:pt x="98992" y="54113"/>
                  <a:pt x="98494" y="58245"/>
                  <a:pt x="96901" y="62626"/>
                </a:cubicBezTo>
                <a:lnTo>
                  <a:pt x="96827" y="62626"/>
                </a:lnTo>
                <a:cubicBezTo>
                  <a:pt x="98395" y="58245"/>
                  <a:pt x="98893" y="54113"/>
                  <a:pt x="98046" y="50678"/>
                </a:cubicBezTo>
                <a:close/>
                <a:moveTo>
                  <a:pt x="70293" y="54014"/>
                </a:moveTo>
                <a:cubicBezTo>
                  <a:pt x="71861" y="54611"/>
                  <a:pt x="73728" y="55532"/>
                  <a:pt x="75719" y="56702"/>
                </a:cubicBezTo>
                <a:cubicBezTo>
                  <a:pt x="74649" y="58718"/>
                  <a:pt x="73329" y="60734"/>
                  <a:pt x="71786" y="62726"/>
                </a:cubicBezTo>
                <a:cubicBezTo>
                  <a:pt x="69820" y="60734"/>
                  <a:pt x="68326" y="58942"/>
                  <a:pt x="67380" y="57399"/>
                </a:cubicBezTo>
                <a:cubicBezTo>
                  <a:pt x="67555" y="57200"/>
                  <a:pt x="67729" y="56976"/>
                  <a:pt x="67953" y="56752"/>
                </a:cubicBezTo>
                <a:lnTo>
                  <a:pt x="68052" y="56652"/>
                </a:lnTo>
                <a:cubicBezTo>
                  <a:pt x="68301" y="56378"/>
                  <a:pt x="68525" y="56105"/>
                  <a:pt x="68774" y="55831"/>
                </a:cubicBezTo>
                <a:cubicBezTo>
                  <a:pt x="68874" y="55731"/>
                  <a:pt x="68924" y="55632"/>
                  <a:pt x="69023" y="55532"/>
                </a:cubicBezTo>
                <a:cubicBezTo>
                  <a:pt x="69297" y="55233"/>
                  <a:pt x="69546" y="54885"/>
                  <a:pt x="69820" y="54586"/>
                </a:cubicBezTo>
                <a:lnTo>
                  <a:pt x="70293" y="54014"/>
                </a:lnTo>
                <a:close/>
                <a:moveTo>
                  <a:pt x="51774" y="60311"/>
                </a:moveTo>
                <a:cubicBezTo>
                  <a:pt x="52321" y="61307"/>
                  <a:pt x="52595" y="62103"/>
                  <a:pt x="52570" y="62701"/>
                </a:cubicBezTo>
                <a:lnTo>
                  <a:pt x="52471" y="62800"/>
                </a:lnTo>
                <a:cubicBezTo>
                  <a:pt x="52520" y="62203"/>
                  <a:pt x="52272" y="61357"/>
                  <a:pt x="51724" y="60361"/>
                </a:cubicBezTo>
                <a:lnTo>
                  <a:pt x="51774" y="60311"/>
                </a:lnTo>
                <a:close/>
                <a:moveTo>
                  <a:pt x="84829" y="62701"/>
                </a:moveTo>
                <a:cubicBezTo>
                  <a:pt x="84854" y="62701"/>
                  <a:pt x="84879" y="62726"/>
                  <a:pt x="84879" y="62726"/>
                </a:cubicBezTo>
                <a:cubicBezTo>
                  <a:pt x="84879" y="62750"/>
                  <a:pt x="84854" y="62750"/>
                  <a:pt x="84854" y="62800"/>
                </a:cubicBezTo>
                <a:cubicBezTo>
                  <a:pt x="84829" y="62800"/>
                  <a:pt x="84829" y="62750"/>
                  <a:pt x="84804" y="62750"/>
                </a:cubicBezTo>
                <a:cubicBezTo>
                  <a:pt x="84804" y="62726"/>
                  <a:pt x="84829" y="62726"/>
                  <a:pt x="84829" y="62701"/>
                </a:cubicBezTo>
                <a:close/>
                <a:moveTo>
                  <a:pt x="89235" y="60884"/>
                </a:moveTo>
                <a:cubicBezTo>
                  <a:pt x="91649" y="61805"/>
                  <a:pt x="94163" y="62427"/>
                  <a:pt x="96627" y="62800"/>
                </a:cubicBezTo>
                <a:cubicBezTo>
                  <a:pt x="96627" y="62825"/>
                  <a:pt x="96578" y="62825"/>
                  <a:pt x="96578" y="62850"/>
                </a:cubicBezTo>
                <a:cubicBezTo>
                  <a:pt x="94089" y="62477"/>
                  <a:pt x="91599" y="61854"/>
                  <a:pt x="89210" y="60958"/>
                </a:cubicBezTo>
                <a:cubicBezTo>
                  <a:pt x="89210" y="60933"/>
                  <a:pt x="89210" y="60933"/>
                  <a:pt x="89235" y="60884"/>
                </a:cubicBezTo>
                <a:close/>
                <a:moveTo>
                  <a:pt x="46621" y="54163"/>
                </a:moveTo>
                <a:cubicBezTo>
                  <a:pt x="48538" y="56204"/>
                  <a:pt x="50031" y="58021"/>
                  <a:pt x="51002" y="59515"/>
                </a:cubicBezTo>
                <a:cubicBezTo>
                  <a:pt x="50828" y="59714"/>
                  <a:pt x="50654" y="59938"/>
                  <a:pt x="50479" y="60112"/>
                </a:cubicBezTo>
                <a:lnTo>
                  <a:pt x="50280" y="60311"/>
                </a:lnTo>
                <a:cubicBezTo>
                  <a:pt x="50031" y="60585"/>
                  <a:pt x="49832" y="60859"/>
                  <a:pt x="49608" y="61108"/>
                </a:cubicBezTo>
                <a:cubicBezTo>
                  <a:pt x="49533" y="61207"/>
                  <a:pt x="49459" y="61257"/>
                  <a:pt x="49384" y="61357"/>
                </a:cubicBezTo>
                <a:cubicBezTo>
                  <a:pt x="48961" y="61854"/>
                  <a:pt x="48513" y="62352"/>
                  <a:pt x="48115" y="62875"/>
                </a:cubicBezTo>
                <a:cubicBezTo>
                  <a:pt x="46547" y="62302"/>
                  <a:pt x="44680" y="61357"/>
                  <a:pt x="42688" y="60212"/>
                </a:cubicBezTo>
                <a:cubicBezTo>
                  <a:pt x="43759" y="58195"/>
                  <a:pt x="45053" y="56154"/>
                  <a:pt x="46621" y="54163"/>
                </a:cubicBezTo>
                <a:close/>
                <a:moveTo>
                  <a:pt x="96827" y="62825"/>
                </a:moveTo>
                <a:cubicBezTo>
                  <a:pt x="96827" y="62850"/>
                  <a:pt x="96827" y="62850"/>
                  <a:pt x="96802" y="62875"/>
                </a:cubicBezTo>
                <a:lnTo>
                  <a:pt x="96752" y="62875"/>
                </a:lnTo>
                <a:cubicBezTo>
                  <a:pt x="96752" y="62850"/>
                  <a:pt x="96777" y="62850"/>
                  <a:pt x="96777" y="62825"/>
                </a:cubicBezTo>
                <a:close/>
                <a:moveTo>
                  <a:pt x="59062" y="56174"/>
                </a:moveTo>
                <a:cubicBezTo>
                  <a:pt x="59047" y="56189"/>
                  <a:pt x="59032" y="56207"/>
                  <a:pt x="59017" y="56229"/>
                </a:cubicBezTo>
                <a:lnTo>
                  <a:pt x="58917" y="56353"/>
                </a:lnTo>
                <a:cubicBezTo>
                  <a:pt x="58220" y="57026"/>
                  <a:pt x="57723" y="57498"/>
                  <a:pt x="57324" y="57872"/>
                </a:cubicBezTo>
                <a:lnTo>
                  <a:pt x="57100" y="58096"/>
                </a:lnTo>
                <a:lnTo>
                  <a:pt x="57075" y="58121"/>
                </a:lnTo>
                <a:lnTo>
                  <a:pt x="56727" y="58469"/>
                </a:lnTo>
                <a:lnTo>
                  <a:pt x="56478" y="58718"/>
                </a:lnTo>
                <a:cubicBezTo>
                  <a:pt x="56453" y="58743"/>
                  <a:pt x="56453" y="58743"/>
                  <a:pt x="56453" y="58768"/>
                </a:cubicBezTo>
                <a:cubicBezTo>
                  <a:pt x="56354" y="58867"/>
                  <a:pt x="56254" y="58967"/>
                  <a:pt x="56179" y="59091"/>
                </a:cubicBezTo>
                <a:cubicBezTo>
                  <a:pt x="55706" y="59589"/>
                  <a:pt x="55109" y="60236"/>
                  <a:pt x="54387" y="61058"/>
                </a:cubicBezTo>
                <a:cubicBezTo>
                  <a:pt x="53765" y="61755"/>
                  <a:pt x="53217" y="62427"/>
                  <a:pt x="52819" y="62925"/>
                </a:cubicBezTo>
                <a:lnTo>
                  <a:pt x="52819" y="62850"/>
                </a:lnTo>
                <a:lnTo>
                  <a:pt x="52819" y="62800"/>
                </a:lnTo>
                <a:lnTo>
                  <a:pt x="52844" y="62750"/>
                </a:lnTo>
                <a:lnTo>
                  <a:pt x="53217" y="62302"/>
                </a:lnTo>
                <a:cubicBezTo>
                  <a:pt x="54462" y="60809"/>
                  <a:pt x="55806" y="59340"/>
                  <a:pt x="57200" y="57946"/>
                </a:cubicBezTo>
                <a:cubicBezTo>
                  <a:pt x="57778" y="57392"/>
                  <a:pt x="58398" y="56794"/>
                  <a:pt x="59062" y="56174"/>
                </a:cubicBezTo>
                <a:close/>
                <a:moveTo>
                  <a:pt x="108476" y="46447"/>
                </a:moveTo>
                <a:cubicBezTo>
                  <a:pt x="108476" y="46646"/>
                  <a:pt x="108525" y="46795"/>
                  <a:pt x="108575" y="46994"/>
                </a:cubicBezTo>
                <a:cubicBezTo>
                  <a:pt x="108600" y="47144"/>
                  <a:pt x="108625" y="47318"/>
                  <a:pt x="108650" y="47492"/>
                </a:cubicBezTo>
                <a:cubicBezTo>
                  <a:pt x="108650" y="47517"/>
                  <a:pt x="108650" y="47542"/>
                  <a:pt x="108700" y="47567"/>
                </a:cubicBezTo>
                <a:lnTo>
                  <a:pt x="108700" y="47642"/>
                </a:lnTo>
                <a:cubicBezTo>
                  <a:pt x="108725" y="47766"/>
                  <a:pt x="108725" y="47891"/>
                  <a:pt x="108749" y="48015"/>
                </a:cubicBezTo>
                <a:cubicBezTo>
                  <a:pt x="106659" y="52919"/>
                  <a:pt x="103921" y="57946"/>
                  <a:pt x="100635" y="62925"/>
                </a:cubicBezTo>
                <a:cubicBezTo>
                  <a:pt x="99490" y="62925"/>
                  <a:pt x="98295" y="62825"/>
                  <a:pt x="97076" y="62676"/>
                </a:cubicBezTo>
                <a:cubicBezTo>
                  <a:pt x="98644" y="58245"/>
                  <a:pt x="99141" y="54088"/>
                  <a:pt x="98295" y="50629"/>
                </a:cubicBezTo>
                <a:cubicBezTo>
                  <a:pt x="98370" y="50629"/>
                  <a:pt x="98420" y="50604"/>
                  <a:pt x="98494" y="50604"/>
                </a:cubicBezTo>
                <a:lnTo>
                  <a:pt x="98519" y="50604"/>
                </a:lnTo>
                <a:lnTo>
                  <a:pt x="99440" y="50405"/>
                </a:lnTo>
                <a:cubicBezTo>
                  <a:pt x="99764" y="50355"/>
                  <a:pt x="100062" y="50255"/>
                  <a:pt x="100411" y="50156"/>
                </a:cubicBezTo>
                <a:lnTo>
                  <a:pt x="100486" y="50156"/>
                </a:lnTo>
                <a:cubicBezTo>
                  <a:pt x="100510" y="50156"/>
                  <a:pt x="100510" y="50156"/>
                  <a:pt x="100535" y="50131"/>
                </a:cubicBezTo>
                <a:cubicBezTo>
                  <a:pt x="100809" y="50031"/>
                  <a:pt x="101133" y="49981"/>
                  <a:pt x="101407" y="49882"/>
                </a:cubicBezTo>
                <a:cubicBezTo>
                  <a:pt x="101730" y="49782"/>
                  <a:pt x="102004" y="49658"/>
                  <a:pt x="102303" y="49558"/>
                </a:cubicBezTo>
                <a:cubicBezTo>
                  <a:pt x="102352" y="49558"/>
                  <a:pt x="102352" y="49558"/>
                  <a:pt x="102377" y="49533"/>
                </a:cubicBezTo>
                <a:cubicBezTo>
                  <a:pt x="102676" y="49409"/>
                  <a:pt x="103024" y="49309"/>
                  <a:pt x="103348" y="49185"/>
                </a:cubicBezTo>
                <a:cubicBezTo>
                  <a:pt x="103622" y="49060"/>
                  <a:pt x="103896" y="48936"/>
                  <a:pt x="104145" y="48811"/>
                </a:cubicBezTo>
                <a:cubicBezTo>
                  <a:pt x="104145" y="48811"/>
                  <a:pt x="104169" y="48811"/>
                  <a:pt x="104169" y="48787"/>
                </a:cubicBezTo>
                <a:cubicBezTo>
                  <a:pt x="104219" y="48787"/>
                  <a:pt x="104244" y="48762"/>
                  <a:pt x="104269" y="48762"/>
                </a:cubicBezTo>
                <a:cubicBezTo>
                  <a:pt x="104543" y="48637"/>
                  <a:pt x="104866" y="48513"/>
                  <a:pt x="105140" y="48363"/>
                </a:cubicBezTo>
                <a:cubicBezTo>
                  <a:pt x="105389" y="48239"/>
                  <a:pt x="105638" y="48065"/>
                  <a:pt x="105887" y="47940"/>
                </a:cubicBezTo>
                <a:lnTo>
                  <a:pt x="105912" y="47940"/>
                </a:lnTo>
                <a:cubicBezTo>
                  <a:pt x="106111" y="47866"/>
                  <a:pt x="106260" y="47766"/>
                  <a:pt x="106459" y="47667"/>
                </a:cubicBezTo>
                <a:cubicBezTo>
                  <a:pt x="106609" y="47567"/>
                  <a:pt x="106758" y="47517"/>
                  <a:pt x="106908" y="47418"/>
                </a:cubicBezTo>
                <a:cubicBezTo>
                  <a:pt x="107007" y="47368"/>
                  <a:pt x="107082" y="47318"/>
                  <a:pt x="107156" y="47268"/>
                </a:cubicBezTo>
                <a:cubicBezTo>
                  <a:pt x="107331" y="47169"/>
                  <a:pt x="107480" y="47044"/>
                  <a:pt x="107654" y="46945"/>
                </a:cubicBezTo>
                <a:cubicBezTo>
                  <a:pt x="107953" y="46770"/>
                  <a:pt x="108227" y="46621"/>
                  <a:pt x="108476" y="46447"/>
                </a:cubicBezTo>
                <a:close/>
                <a:moveTo>
                  <a:pt x="108774" y="48413"/>
                </a:moveTo>
                <a:lnTo>
                  <a:pt x="108774" y="48488"/>
                </a:lnTo>
                <a:cubicBezTo>
                  <a:pt x="106733" y="53267"/>
                  <a:pt x="104095" y="58121"/>
                  <a:pt x="100909" y="62925"/>
                </a:cubicBezTo>
                <a:lnTo>
                  <a:pt x="100859" y="62925"/>
                </a:lnTo>
                <a:cubicBezTo>
                  <a:pt x="104020" y="58121"/>
                  <a:pt x="106708" y="53242"/>
                  <a:pt x="108774" y="48413"/>
                </a:cubicBezTo>
                <a:close/>
                <a:moveTo>
                  <a:pt x="67281" y="57598"/>
                </a:moveTo>
                <a:cubicBezTo>
                  <a:pt x="68202" y="59067"/>
                  <a:pt x="69695" y="60859"/>
                  <a:pt x="71637" y="62875"/>
                </a:cubicBezTo>
                <a:cubicBezTo>
                  <a:pt x="71637" y="62925"/>
                  <a:pt x="71587" y="62925"/>
                  <a:pt x="71587" y="62950"/>
                </a:cubicBezTo>
                <a:cubicBezTo>
                  <a:pt x="69670" y="60933"/>
                  <a:pt x="68177" y="59116"/>
                  <a:pt x="67206" y="57648"/>
                </a:cubicBezTo>
                <a:lnTo>
                  <a:pt x="67281" y="57598"/>
                </a:lnTo>
                <a:close/>
                <a:moveTo>
                  <a:pt x="75819" y="56826"/>
                </a:moveTo>
                <a:cubicBezTo>
                  <a:pt x="75819" y="56826"/>
                  <a:pt x="75868" y="56826"/>
                  <a:pt x="75868" y="56851"/>
                </a:cubicBezTo>
                <a:lnTo>
                  <a:pt x="75893" y="56851"/>
                </a:lnTo>
                <a:cubicBezTo>
                  <a:pt x="75843" y="57001"/>
                  <a:pt x="75744" y="57125"/>
                  <a:pt x="75669" y="57274"/>
                </a:cubicBezTo>
                <a:cubicBezTo>
                  <a:pt x="75619" y="57399"/>
                  <a:pt x="75545" y="57498"/>
                  <a:pt x="75495" y="57623"/>
                </a:cubicBezTo>
                <a:cubicBezTo>
                  <a:pt x="75395" y="57822"/>
                  <a:pt x="75271" y="57996"/>
                  <a:pt x="75171" y="58195"/>
                </a:cubicBezTo>
                <a:cubicBezTo>
                  <a:pt x="75122" y="58320"/>
                  <a:pt x="75047" y="58444"/>
                  <a:pt x="74972" y="58519"/>
                </a:cubicBezTo>
                <a:cubicBezTo>
                  <a:pt x="74773" y="58843"/>
                  <a:pt x="74549" y="59141"/>
                  <a:pt x="74375" y="59465"/>
                </a:cubicBezTo>
                <a:cubicBezTo>
                  <a:pt x="74176" y="59764"/>
                  <a:pt x="74001" y="60087"/>
                  <a:pt x="73777" y="60361"/>
                </a:cubicBezTo>
                <a:cubicBezTo>
                  <a:pt x="73603" y="60684"/>
                  <a:pt x="73354" y="60958"/>
                  <a:pt x="73155" y="61257"/>
                </a:cubicBezTo>
                <a:cubicBezTo>
                  <a:pt x="72931" y="61581"/>
                  <a:pt x="72757" y="61854"/>
                  <a:pt x="72533" y="62178"/>
                </a:cubicBezTo>
                <a:cubicBezTo>
                  <a:pt x="72508" y="62203"/>
                  <a:pt x="72508" y="62228"/>
                  <a:pt x="72483" y="62253"/>
                </a:cubicBezTo>
                <a:cubicBezTo>
                  <a:pt x="72284" y="62502"/>
                  <a:pt x="72110" y="62726"/>
                  <a:pt x="71911" y="62950"/>
                </a:cubicBezTo>
                <a:lnTo>
                  <a:pt x="71886" y="62925"/>
                </a:lnTo>
                <a:cubicBezTo>
                  <a:pt x="73429" y="60884"/>
                  <a:pt x="74773" y="58843"/>
                  <a:pt x="75819" y="56826"/>
                </a:cubicBezTo>
                <a:close/>
                <a:moveTo>
                  <a:pt x="108874" y="48936"/>
                </a:moveTo>
                <a:lnTo>
                  <a:pt x="108874" y="49036"/>
                </a:lnTo>
                <a:cubicBezTo>
                  <a:pt x="108899" y="49235"/>
                  <a:pt x="108899" y="49409"/>
                  <a:pt x="108899" y="49558"/>
                </a:cubicBezTo>
                <a:cubicBezTo>
                  <a:pt x="108949" y="49882"/>
                  <a:pt x="108949" y="50156"/>
                  <a:pt x="108973" y="50479"/>
                </a:cubicBezTo>
                <a:lnTo>
                  <a:pt x="108973" y="50554"/>
                </a:lnTo>
                <a:lnTo>
                  <a:pt x="108973" y="50853"/>
                </a:lnTo>
                <a:lnTo>
                  <a:pt x="108973" y="51923"/>
                </a:lnTo>
                <a:lnTo>
                  <a:pt x="108973" y="52222"/>
                </a:lnTo>
                <a:lnTo>
                  <a:pt x="108874" y="53416"/>
                </a:lnTo>
                <a:cubicBezTo>
                  <a:pt x="108874" y="53491"/>
                  <a:pt x="108874" y="53591"/>
                  <a:pt x="108849" y="53640"/>
                </a:cubicBezTo>
                <a:cubicBezTo>
                  <a:pt x="108824" y="54088"/>
                  <a:pt x="108749" y="54512"/>
                  <a:pt x="108700" y="54960"/>
                </a:cubicBezTo>
                <a:cubicBezTo>
                  <a:pt x="108700" y="55009"/>
                  <a:pt x="108700" y="55034"/>
                  <a:pt x="108650" y="55109"/>
                </a:cubicBezTo>
                <a:lnTo>
                  <a:pt x="108650" y="55134"/>
                </a:lnTo>
                <a:cubicBezTo>
                  <a:pt x="108600" y="55607"/>
                  <a:pt x="108501" y="56080"/>
                  <a:pt x="108401" y="56577"/>
                </a:cubicBezTo>
                <a:lnTo>
                  <a:pt x="108401" y="56602"/>
                </a:lnTo>
                <a:lnTo>
                  <a:pt x="108401" y="56627"/>
                </a:lnTo>
                <a:lnTo>
                  <a:pt x="108401" y="56702"/>
                </a:lnTo>
                <a:cubicBezTo>
                  <a:pt x="108301" y="57200"/>
                  <a:pt x="108202" y="57722"/>
                  <a:pt x="108052" y="58245"/>
                </a:cubicBezTo>
                <a:cubicBezTo>
                  <a:pt x="107654" y="59515"/>
                  <a:pt x="107256" y="60859"/>
                  <a:pt x="106758" y="62228"/>
                </a:cubicBezTo>
                <a:cubicBezTo>
                  <a:pt x="105016" y="62701"/>
                  <a:pt x="103124" y="62925"/>
                  <a:pt x="101158" y="62950"/>
                </a:cubicBezTo>
                <a:cubicBezTo>
                  <a:pt x="104219" y="58320"/>
                  <a:pt x="106833" y="53615"/>
                  <a:pt x="108874" y="48936"/>
                </a:cubicBezTo>
                <a:close/>
                <a:moveTo>
                  <a:pt x="51127" y="59714"/>
                </a:moveTo>
                <a:lnTo>
                  <a:pt x="51127" y="59714"/>
                </a:lnTo>
                <a:cubicBezTo>
                  <a:pt x="51027" y="59863"/>
                  <a:pt x="50952" y="59988"/>
                  <a:pt x="50828" y="60112"/>
                </a:cubicBezTo>
                <a:cubicBezTo>
                  <a:pt x="50828" y="60137"/>
                  <a:pt x="50778" y="60137"/>
                  <a:pt x="50778" y="60187"/>
                </a:cubicBezTo>
                <a:cubicBezTo>
                  <a:pt x="50654" y="60311"/>
                  <a:pt x="50529" y="60460"/>
                  <a:pt x="50405" y="60585"/>
                </a:cubicBezTo>
                <a:cubicBezTo>
                  <a:pt x="50031" y="60983"/>
                  <a:pt x="49708" y="61431"/>
                  <a:pt x="49359" y="61829"/>
                </a:cubicBezTo>
                <a:cubicBezTo>
                  <a:pt x="49260" y="61929"/>
                  <a:pt x="49210" y="62004"/>
                  <a:pt x="49110" y="62128"/>
                </a:cubicBezTo>
                <a:cubicBezTo>
                  <a:pt x="48861" y="62427"/>
                  <a:pt x="48637" y="62701"/>
                  <a:pt x="48413" y="62999"/>
                </a:cubicBezTo>
                <a:lnTo>
                  <a:pt x="48388" y="62999"/>
                </a:lnTo>
                <a:cubicBezTo>
                  <a:pt x="49235" y="61879"/>
                  <a:pt x="50156" y="60809"/>
                  <a:pt x="51127" y="59714"/>
                </a:cubicBezTo>
                <a:close/>
                <a:moveTo>
                  <a:pt x="40672" y="59515"/>
                </a:moveTo>
                <a:cubicBezTo>
                  <a:pt x="41170" y="59838"/>
                  <a:pt x="41643" y="60112"/>
                  <a:pt x="42116" y="60386"/>
                </a:cubicBezTo>
                <a:cubicBezTo>
                  <a:pt x="41668" y="61307"/>
                  <a:pt x="41270" y="62203"/>
                  <a:pt x="40921" y="63099"/>
                </a:cubicBezTo>
                <a:cubicBezTo>
                  <a:pt x="40349" y="62551"/>
                  <a:pt x="39776" y="62004"/>
                  <a:pt x="39154" y="61481"/>
                </a:cubicBezTo>
                <a:cubicBezTo>
                  <a:pt x="39652" y="60834"/>
                  <a:pt x="40150" y="60187"/>
                  <a:pt x="40672" y="59515"/>
                </a:cubicBezTo>
                <a:close/>
                <a:moveTo>
                  <a:pt x="42614" y="60386"/>
                </a:moveTo>
                <a:cubicBezTo>
                  <a:pt x="44605" y="61556"/>
                  <a:pt x="46422" y="62477"/>
                  <a:pt x="47990" y="63074"/>
                </a:cubicBezTo>
                <a:cubicBezTo>
                  <a:pt x="47990" y="63099"/>
                  <a:pt x="47990" y="63099"/>
                  <a:pt x="47965" y="63124"/>
                </a:cubicBezTo>
                <a:cubicBezTo>
                  <a:pt x="46397" y="62551"/>
                  <a:pt x="44555" y="61630"/>
                  <a:pt x="42564" y="60460"/>
                </a:cubicBezTo>
                <a:cubicBezTo>
                  <a:pt x="42564" y="60436"/>
                  <a:pt x="42614" y="60436"/>
                  <a:pt x="42614" y="60386"/>
                </a:cubicBezTo>
                <a:close/>
                <a:moveTo>
                  <a:pt x="97026" y="62850"/>
                </a:moveTo>
                <a:cubicBezTo>
                  <a:pt x="98196" y="62999"/>
                  <a:pt x="99365" y="63099"/>
                  <a:pt x="100510" y="63099"/>
                </a:cubicBezTo>
                <a:cubicBezTo>
                  <a:pt x="100510" y="63124"/>
                  <a:pt x="100486" y="63124"/>
                  <a:pt x="100486" y="63174"/>
                </a:cubicBezTo>
                <a:cubicBezTo>
                  <a:pt x="99316" y="63124"/>
                  <a:pt x="98171" y="63049"/>
                  <a:pt x="97026" y="62925"/>
                </a:cubicBezTo>
                <a:lnTo>
                  <a:pt x="97026" y="62850"/>
                </a:lnTo>
                <a:close/>
                <a:moveTo>
                  <a:pt x="100784" y="63099"/>
                </a:moveTo>
                <a:cubicBezTo>
                  <a:pt x="100759" y="63124"/>
                  <a:pt x="100759" y="63174"/>
                  <a:pt x="100735" y="63174"/>
                </a:cubicBezTo>
                <a:lnTo>
                  <a:pt x="100660" y="63174"/>
                </a:lnTo>
                <a:cubicBezTo>
                  <a:pt x="100660" y="63124"/>
                  <a:pt x="100685" y="63124"/>
                  <a:pt x="100735" y="63099"/>
                </a:cubicBezTo>
                <a:close/>
                <a:moveTo>
                  <a:pt x="106659" y="62427"/>
                </a:moveTo>
                <a:cubicBezTo>
                  <a:pt x="106659" y="62452"/>
                  <a:pt x="106634" y="62477"/>
                  <a:pt x="106634" y="62477"/>
                </a:cubicBezTo>
                <a:cubicBezTo>
                  <a:pt x="104916" y="62925"/>
                  <a:pt x="103000" y="63174"/>
                  <a:pt x="100983" y="63174"/>
                </a:cubicBezTo>
                <a:cubicBezTo>
                  <a:pt x="101008" y="63174"/>
                  <a:pt x="101033" y="63124"/>
                  <a:pt x="101033" y="63099"/>
                </a:cubicBezTo>
                <a:cubicBezTo>
                  <a:pt x="103024" y="63099"/>
                  <a:pt x="104916" y="62875"/>
                  <a:pt x="106659" y="62427"/>
                </a:cubicBezTo>
                <a:close/>
                <a:moveTo>
                  <a:pt x="51276" y="59963"/>
                </a:moveTo>
                <a:cubicBezTo>
                  <a:pt x="51276" y="59988"/>
                  <a:pt x="51326" y="60062"/>
                  <a:pt x="51375" y="60112"/>
                </a:cubicBezTo>
                <a:cubicBezTo>
                  <a:pt x="50579" y="61133"/>
                  <a:pt x="49782" y="62203"/>
                  <a:pt x="49110" y="63248"/>
                </a:cubicBezTo>
                <a:cubicBezTo>
                  <a:pt x="48961" y="63198"/>
                  <a:pt x="48762" y="63124"/>
                  <a:pt x="48588" y="63099"/>
                </a:cubicBezTo>
                <a:cubicBezTo>
                  <a:pt x="48762" y="62875"/>
                  <a:pt x="48961" y="62626"/>
                  <a:pt x="49135" y="62427"/>
                </a:cubicBezTo>
                <a:lnTo>
                  <a:pt x="49160" y="62377"/>
                </a:lnTo>
                <a:lnTo>
                  <a:pt x="49733" y="61730"/>
                </a:lnTo>
                <a:cubicBezTo>
                  <a:pt x="49982" y="61456"/>
                  <a:pt x="50230" y="61133"/>
                  <a:pt x="50479" y="60859"/>
                </a:cubicBezTo>
                <a:lnTo>
                  <a:pt x="51127" y="60112"/>
                </a:lnTo>
                <a:cubicBezTo>
                  <a:pt x="51201" y="60062"/>
                  <a:pt x="51226" y="59988"/>
                  <a:pt x="51276" y="59963"/>
                </a:cubicBezTo>
                <a:close/>
                <a:moveTo>
                  <a:pt x="39054" y="61630"/>
                </a:moveTo>
                <a:cubicBezTo>
                  <a:pt x="39677" y="62178"/>
                  <a:pt x="40299" y="62726"/>
                  <a:pt x="40871" y="63298"/>
                </a:cubicBezTo>
                <a:cubicBezTo>
                  <a:pt x="40871" y="63323"/>
                  <a:pt x="40822" y="63323"/>
                  <a:pt x="40822" y="63348"/>
                </a:cubicBezTo>
                <a:cubicBezTo>
                  <a:pt x="40274" y="62750"/>
                  <a:pt x="39652" y="62228"/>
                  <a:pt x="39029" y="61680"/>
                </a:cubicBezTo>
                <a:lnTo>
                  <a:pt x="39054" y="61630"/>
                </a:lnTo>
                <a:close/>
                <a:moveTo>
                  <a:pt x="42365" y="60560"/>
                </a:moveTo>
                <a:cubicBezTo>
                  <a:pt x="42365" y="60560"/>
                  <a:pt x="42390" y="60560"/>
                  <a:pt x="42390" y="60585"/>
                </a:cubicBezTo>
                <a:cubicBezTo>
                  <a:pt x="41917" y="61506"/>
                  <a:pt x="41519" y="62427"/>
                  <a:pt x="41170" y="63348"/>
                </a:cubicBezTo>
                <a:lnTo>
                  <a:pt x="41145" y="63323"/>
                </a:lnTo>
                <a:lnTo>
                  <a:pt x="41120" y="63298"/>
                </a:lnTo>
                <a:cubicBezTo>
                  <a:pt x="41120" y="63198"/>
                  <a:pt x="41145" y="63124"/>
                  <a:pt x="41170" y="63074"/>
                </a:cubicBezTo>
                <a:cubicBezTo>
                  <a:pt x="41245" y="62950"/>
                  <a:pt x="41295" y="62800"/>
                  <a:pt x="41319" y="62676"/>
                </a:cubicBezTo>
                <a:lnTo>
                  <a:pt x="41519" y="62203"/>
                </a:lnTo>
                <a:cubicBezTo>
                  <a:pt x="41543" y="62103"/>
                  <a:pt x="41618" y="61979"/>
                  <a:pt x="41668" y="61879"/>
                </a:cubicBezTo>
                <a:cubicBezTo>
                  <a:pt x="41767" y="61705"/>
                  <a:pt x="41867" y="61481"/>
                  <a:pt x="41942" y="61307"/>
                </a:cubicBezTo>
                <a:cubicBezTo>
                  <a:pt x="41991" y="61232"/>
                  <a:pt x="42016" y="61133"/>
                  <a:pt x="42066" y="61083"/>
                </a:cubicBezTo>
                <a:cubicBezTo>
                  <a:pt x="42166" y="60884"/>
                  <a:pt x="42240" y="60734"/>
                  <a:pt x="42315" y="60560"/>
                </a:cubicBezTo>
                <a:close/>
                <a:moveTo>
                  <a:pt x="51475" y="60311"/>
                </a:moveTo>
                <a:cubicBezTo>
                  <a:pt x="51475" y="60336"/>
                  <a:pt x="51500" y="60336"/>
                  <a:pt x="51500" y="60361"/>
                </a:cubicBezTo>
                <a:cubicBezTo>
                  <a:pt x="50728" y="61357"/>
                  <a:pt x="50006" y="62352"/>
                  <a:pt x="49334" y="63348"/>
                </a:cubicBezTo>
                <a:cubicBezTo>
                  <a:pt x="49285" y="63348"/>
                  <a:pt x="49285" y="63348"/>
                  <a:pt x="49260" y="63323"/>
                </a:cubicBezTo>
                <a:cubicBezTo>
                  <a:pt x="49957" y="62302"/>
                  <a:pt x="50703" y="61307"/>
                  <a:pt x="51475" y="60311"/>
                </a:cubicBezTo>
                <a:close/>
                <a:moveTo>
                  <a:pt x="48463" y="63223"/>
                </a:moveTo>
                <a:cubicBezTo>
                  <a:pt x="48637" y="63298"/>
                  <a:pt x="48837" y="63348"/>
                  <a:pt x="48986" y="63422"/>
                </a:cubicBezTo>
                <a:cubicBezTo>
                  <a:pt x="48986" y="63447"/>
                  <a:pt x="48961" y="63447"/>
                  <a:pt x="48961" y="63472"/>
                </a:cubicBezTo>
                <a:cubicBezTo>
                  <a:pt x="48762" y="63422"/>
                  <a:pt x="48613" y="63348"/>
                  <a:pt x="48413" y="63298"/>
                </a:cubicBezTo>
                <a:cubicBezTo>
                  <a:pt x="48413" y="63248"/>
                  <a:pt x="48463" y="63248"/>
                  <a:pt x="48463" y="63223"/>
                </a:cubicBezTo>
                <a:close/>
                <a:moveTo>
                  <a:pt x="76043" y="56951"/>
                </a:moveTo>
                <a:cubicBezTo>
                  <a:pt x="76491" y="57225"/>
                  <a:pt x="76963" y="57474"/>
                  <a:pt x="77412" y="57772"/>
                </a:cubicBezTo>
                <a:cubicBezTo>
                  <a:pt x="75868" y="59714"/>
                  <a:pt x="74225" y="61605"/>
                  <a:pt x="72483" y="63497"/>
                </a:cubicBezTo>
                <a:lnTo>
                  <a:pt x="72035" y="63074"/>
                </a:lnTo>
                <a:cubicBezTo>
                  <a:pt x="73628" y="61083"/>
                  <a:pt x="74972" y="58992"/>
                  <a:pt x="76043" y="56951"/>
                </a:cubicBezTo>
                <a:close/>
                <a:moveTo>
                  <a:pt x="49160" y="63472"/>
                </a:moveTo>
                <a:cubicBezTo>
                  <a:pt x="49210" y="63472"/>
                  <a:pt x="49210" y="63472"/>
                  <a:pt x="49235" y="63497"/>
                </a:cubicBezTo>
                <a:cubicBezTo>
                  <a:pt x="49235" y="63547"/>
                  <a:pt x="49210" y="63547"/>
                  <a:pt x="49210" y="63572"/>
                </a:cubicBezTo>
                <a:cubicBezTo>
                  <a:pt x="49160" y="63547"/>
                  <a:pt x="49135" y="63547"/>
                  <a:pt x="49135" y="63547"/>
                </a:cubicBezTo>
                <a:cubicBezTo>
                  <a:pt x="49135" y="63497"/>
                  <a:pt x="49160" y="63497"/>
                  <a:pt x="49160" y="63472"/>
                </a:cubicBezTo>
                <a:close/>
                <a:moveTo>
                  <a:pt x="51599" y="60510"/>
                </a:moveTo>
                <a:cubicBezTo>
                  <a:pt x="52247" y="61755"/>
                  <a:pt x="52471" y="62676"/>
                  <a:pt x="52147" y="63174"/>
                </a:cubicBezTo>
                <a:cubicBezTo>
                  <a:pt x="51978" y="63455"/>
                  <a:pt x="51604" y="63593"/>
                  <a:pt x="51063" y="63593"/>
                </a:cubicBezTo>
                <a:cubicBezTo>
                  <a:pt x="50646" y="63593"/>
                  <a:pt x="50130" y="63510"/>
                  <a:pt x="49533" y="63348"/>
                </a:cubicBezTo>
                <a:cubicBezTo>
                  <a:pt x="50156" y="62427"/>
                  <a:pt x="50853" y="61456"/>
                  <a:pt x="51599" y="60510"/>
                </a:cubicBezTo>
                <a:close/>
                <a:moveTo>
                  <a:pt x="3435" y="63174"/>
                </a:moveTo>
                <a:lnTo>
                  <a:pt x="3435" y="63373"/>
                </a:lnTo>
                <a:cubicBezTo>
                  <a:pt x="3410" y="63447"/>
                  <a:pt x="3410" y="63547"/>
                  <a:pt x="3360" y="63597"/>
                </a:cubicBezTo>
                <a:lnTo>
                  <a:pt x="3360" y="63373"/>
                </a:lnTo>
                <a:cubicBezTo>
                  <a:pt x="3385" y="63323"/>
                  <a:pt x="3385" y="63248"/>
                  <a:pt x="3435" y="63174"/>
                </a:cubicBezTo>
                <a:close/>
                <a:moveTo>
                  <a:pt x="52471" y="63099"/>
                </a:moveTo>
                <a:cubicBezTo>
                  <a:pt x="52471" y="63124"/>
                  <a:pt x="52446" y="63174"/>
                  <a:pt x="52396" y="63198"/>
                </a:cubicBezTo>
                <a:lnTo>
                  <a:pt x="52396" y="63223"/>
                </a:lnTo>
                <a:cubicBezTo>
                  <a:pt x="52396" y="63248"/>
                  <a:pt x="52371" y="63298"/>
                  <a:pt x="52371" y="63323"/>
                </a:cubicBezTo>
                <a:cubicBezTo>
                  <a:pt x="52321" y="63422"/>
                  <a:pt x="52247" y="63497"/>
                  <a:pt x="52147" y="63572"/>
                </a:cubicBezTo>
                <a:lnTo>
                  <a:pt x="52122" y="63572"/>
                </a:lnTo>
                <a:cubicBezTo>
                  <a:pt x="52122" y="63572"/>
                  <a:pt x="52097" y="63597"/>
                  <a:pt x="52072" y="63597"/>
                </a:cubicBezTo>
                <a:cubicBezTo>
                  <a:pt x="52197" y="63447"/>
                  <a:pt x="52321" y="63248"/>
                  <a:pt x="52471" y="63099"/>
                </a:cubicBezTo>
                <a:close/>
                <a:moveTo>
                  <a:pt x="71935" y="63198"/>
                </a:moveTo>
                <a:lnTo>
                  <a:pt x="72359" y="63597"/>
                </a:lnTo>
                <a:cubicBezTo>
                  <a:pt x="72359" y="63622"/>
                  <a:pt x="72309" y="63622"/>
                  <a:pt x="72309" y="63622"/>
                </a:cubicBezTo>
                <a:lnTo>
                  <a:pt x="71920" y="63232"/>
                </a:lnTo>
                <a:lnTo>
                  <a:pt x="71920" y="63232"/>
                </a:lnTo>
                <a:cubicBezTo>
                  <a:pt x="71927" y="63228"/>
                  <a:pt x="71935" y="63213"/>
                  <a:pt x="71935" y="63198"/>
                </a:cubicBezTo>
                <a:close/>
                <a:moveTo>
                  <a:pt x="77586" y="57872"/>
                </a:moveTo>
                <a:cubicBezTo>
                  <a:pt x="77611" y="57872"/>
                  <a:pt x="77611" y="57897"/>
                  <a:pt x="77636" y="57897"/>
                </a:cubicBezTo>
                <a:cubicBezTo>
                  <a:pt x="76092" y="59863"/>
                  <a:pt x="74425" y="61805"/>
                  <a:pt x="72682" y="63671"/>
                </a:cubicBezTo>
                <a:lnTo>
                  <a:pt x="72657" y="63622"/>
                </a:lnTo>
                <a:cubicBezTo>
                  <a:pt x="74375" y="61730"/>
                  <a:pt x="76018" y="59813"/>
                  <a:pt x="77586" y="57872"/>
                </a:cubicBezTo>
                <a:close/>
                <a:moveTo>
                  <a:pt x="86323" y="59913"/>
                </a:moveTo>
                <a:cubicBezTo>
                  <a:pt x="87094" y="60286"/>
                  <a:pt x="87866" y="60610"/>
                  <a:pt x="88687" y="60909"/>
                </a:cubicBezTo>
                <a:cubicBezTo>
                  <a:pt x="87965" y="61879"/>
                  <a:pt x="87244" y="62825"/>
                  <a:pt x="86497" y="63746"/>
                </a:cubicBezTo>
                <a:cubicBezTo>
                  <a:pt x="86049" y="63373"/>
                  <a:pt x="85601" y="63024"/>
                  <a:pt x="85128" y="62676"/>
                </a:cubicBezTo>
                <a:cubicBezTo>
                  <a:pt x="85576" y="61730"/>
                  <a:pt x="85974" y="60834"/>
                  <a:pt x="86323" y="59913"/>
                </a:cubicBezTo>
                <a:close/>
                <a:moveTo>
                  <a:pt x="72508" y="63796"/>
                </a:moveTo>
                <a:lnTo>
                  <a:pt x="72533" y="63821"/>
                </a:lnTo>
                <a:cubicBezTo>
                  <a:pt x="72533" y="63846"/>
                  <a:pt x="72508" y="63846"/>
                  <a:pt x="72508" y="63846"/>
                </a:cubicBezTo>
                <a:lnTo>
                  <a:pt x="72458" y="63821"/>
                </a:lnTo>
                <a:cubicBezTo>
                  <a:pt x="72458" y="63796"/>
                  <a:pt x="72508" y="63796"/>
                  <a:pt x="72508" y="63796"/>
                </a:cubicBezTo>
                <a:close/>
                <a:moveTo>
                  <a:pt x="49384" y="63547"/>
                </a:moveTo>
                <a:cubicBezTo>
                  <a:pt x="50038" y="63714"/>
                  <a:pt x="50581" y="63798"/>
                  <a:pt x="51023" y="63798"/>
                </a:cubicBezTo>
                <a:cubicBezTo>
                  <a:pt x="51305" y="63798"/>
                  <a:pt x="51546" y="63764"/>
                  <a:pt x="51749" y="63696"/>
                </a:cubicBezTo>
                <a:lnTo>
                  <a:pt x="51749" y="63696"/>
                </a:lnTo>
                <a:cubicBezTo>
                  <a:pt x="51724" y="63721"/>
                  <a:pt x="51699" y="63746"/>
                  <a:pt x="51699" y="63796"/>
                </a:cubicBezTo>
                <a:cubicBezTo>
                  <a:pt x="51500" y="63846"/>
                  <a:pt x="51276" y="63871"/>
                  <a:pt x="51002" y="63871"/>
                </a:cubicBezTo>
                <a:cubicBezTo>
                  <a:pt x="50579" y="63871"/>
                  <a:pt x="50006" y="63796"/>
                  <a:pt x="49359" y="63597"/>
                </a:cubicBezTo>
                <a:cubicBezTo>
                  <a:pt x="49359" y="63572"/>
                  <a:pt x="49384" y="63572"/>
                  <a:pt x="49384" y="63547"/>
                </a:cubicBezTo>
                <a:close/>
                <a:moveTo>
                  <a:pt x="88837" y="61008"/>
                </a:moveTo>
                <a:cubicBezTo>
                  <a:pt x="88861" y="61008"/>
                  <a:pt x="88861" y="61008"/>
                  <a:pt x="88911" y="61058"/>
                </a:cubicBezTo>
                <a:cubicBezTo>
                  <a:pt x="88189" y="62004"/>
                  <a:pt x="87443" y="62950"/>
                  <a:pt x="86696" y="63920"/>
                </a:cubicBezTo>
                <a:cubicBezTo>
                  <a:pt x="86671" y="63920"/>
                  <a:pt x="86671" y="63871"/>
                  <a:pt x="86621" y="63871"/>
                </a:cubicBezTo>
                <a:cubicBezTo>
                  <a:pt x="87368" y="62950"/>
                  <a:pt x="88115" y="61979"/>
                  <a:pt x="88837" y="61008"/>
                </a:cubicBezTo>
                <a:close/>
                <a:moveTo>
                  <a:pt x="85053" y="62850"/>
                </a:moveTo>
                <a:cubicBezTo>
                  <a:pt x="85476" y="63198"/>
                  <a:pt x="85949" y="63572"/>
                  <a:pt x="86372" y="63920"/>
                </a:cubicBezTo>
                <a:cubicBezTo>
                  <a:pt x="86372" y="63945"/>
                  <a:pt x="86347" y="63945"/>
                  <a:pt x="86347" y="63970"/>
                </a:cubicBezTo>
                <a:cubicBezTo>
                  <a:pt x="85924" y="63597"/>
                  <a:pt x="85451" y="63248"/>
                  <a:pt x="85003" y="62925"/>
                </a:cubicBezTo>
                <a:cubicBezTo>
                  <a:pt x="85003" y="62875"/>
                  <a:pt x="85053" y="62875"/>
                  <a:pt x="85053" y="62850"/>
                </a:cubicBezTo>
                <a:close/>
                <a:moveTo>
                  <a:pt x="86497" y="64045"/>
                </a:moveTo>
                <a:cubicBezTo>
                  <a:pt x="86547" y="64045"/>
                  <a:pt x="86571" y="64045"/>
                  <a:pt x="86571" y="64070"/>
                </a:cubicBezTo>
                <a:cubicBezTo>
                  <a:pt x="86571" y="64095"/>
                  <a:pt x="86522" y="64095"/>
                  <a:pt x="86522" y="64119"/>
                </a:cubicBezTo>
                <a:cubicBezTo>
                  <a:pt x="86497" y="64119"/>
                  <a:pt x="86497" y="64095"/>
                  <a:pt x="86472" y="64095"/>
                </a:cubicBezTo>
                <a:cubicBezTo>
                  <a:pt x="86472" y="64070"/>
                  <a:pt x="86497" y="64070"/>
                  <a:pt x="86497" y="64045"/>
                </a:cubicBezTo>
                <a:close/>
                <a:moveTo>
                  <a:pt x="7019" y="56851"/>
                </a:moveTo>
                <a:lnTo>
                  <a:pt x="7019" y="56851"/>
                </a:lnTo>
                <a:cubicBezTo>
                  <a:pt x="5725" y="59365"/>
                  <a:pt x="4605" y="61879"/>
                  <a:pt x="3684" y="64343"/>
                </a:cubicBezTo>
                <a:cubicBezTo>
                  <a:pt x="3659" y="64045"/>
                  <a:pt x="3609" y="63721"/>
                  <a:pt x="3609" y="63373"/>
                </a:cubicBezTo>
                <a:cubicBezTo>
                  <a:pt x="4033" y="61879"/>
                  <a:pt x="4481" y="60336"/>
                  <a:pt x="5078" y="58768"/>
                </a:cubicBezTo>
                <a:cubicBezTo>
                  <a:pt x="5601" y="58046"/>
                  <a:pt x="6223" y="57399"/>
                  <a:pt x="7019" y="56851"/>
                </a:cubicBezTo>
                <a:close/>
                <a:moveTo>
                  <a:pt x="3460" y="63970"/>
                </a:moveTo>
                <a:cubicBezTo>
                  <a:pt x="3485" y="64244"/>
                  <a:pt x="3535" y="64468"/>
                  <a:pt x="3560" y="64717"/>
                </a:cubicBezTo>
                <a:cubicBezTo>
                  <a:pt x="3560" y="64742"/>
                  <a:pt x="3535" y="64816"/>
                  <a:pt x="3535" y="64841"/>
                </a:cubicBezTo>
                <a:cubicBezTo>
                  <a:pt x="3485" y="64617"/>
                  <a:pt x="3460" y="64368"/>
                  <a:pt x="3435" y="64169"/>
                </a:cubicBezTo>
                <a:cubicBezTo>
                  <a:pt x="3435" y="64095"/>
                  <a:pt x="3460" y="64045"/>
                  <a:pt x="3460" y="63970"/>
                </a:cubicBezTo>
                <a:close/>
                <a:moveTo>
                  <a:pt x="7443" y="56528"/>
                </a:moveTo>
                <a:cubicBezTo>
                  <a:pt x="6024" y="59340"/>
                  <a:pt x="4779" y="62128"/>
                  <a:pt x="3784" y="64841"/>
                </a:cubicBezTo>
                <a:cubicBezTo>
                  <a:pt x="3784" y="64816"/>
                  <a:pt x="3734" y="64742"/>
                  <a:pt x="3734" y="64717"/>
                </a:cubicBezTo>
                <a:cubicBezTo>
                  <a:pt x="4729" y="62053"/>
                  <a:pt x="5949" y="59340"/>
                  <a:pt x="7318" y="56602"/>
                </a:cubicBezTo>
                <a:cubicBezTo>
                  <a:pt x="7343" y="56577"/>
                  <a:pt x="7393" y="56528"/>
                  <a:pt x="7443" y="56528"/>
                </a:cubicBezTo>
                <a:close/>
                <a:moveTo>
                  <a:pt x="3609" y="65090"/>
                </a:moveTo>
                <a:cubicBezTo>
                  <a:pt x="3609" y="65115"/>
                  <a:pt x="3609" y="65165"/>
                  <a:pt x="3659" y="65215"/>
                </a:cubicBezTo>
                <a:cubicBezTo>
                  <a:pt x="3659" y="65240"/>
                  <a:pt x="3609" y="65314"/>
                  <a:pt x="3609" y="65339"/>
                </a:cubicBezTo>
                <a:cubicBezTo>
                  <a:pt x="3609" y="65314"/>
                  <a:pt x="3609" y="65240"/>
                  <a:pt x="3584" y="65215"/>
                </a:cubicBezTo>
                <a:cubicBezTo>
                  <a:pt x="3584" y="65190"/>
                  <a:pt x="3609" y="65115"/>
                  <a:pt x="3609" y="65090"/>
                </a:cubicBezTo>
                <a:close/>
                <a:moveTo>
                  <a:pt x="65713" y="54039"/>
                </a:moveTo>
                <a:lnTo>
                  <a:pt x="65713" y="54113"/>
                </a:lnTo>
                <a:lnTo>
                  <a:pt x="65713" y="54163"/>
                </a:lnTo>
                <a:cubicBezTo>
                  <a:pt x="65713" y="54163"/>
                  <a:pt x="65713" y="54213"/>
                  <a:pt x="65688" y="54213"/>
                </a:cubicBezTo>
                <a:cubicBezTo>
                  <a:pt x="65538" y="54387"/>
                  <a:pt x="65414" y="54536"/>
                  <a:pt x="65290" y="54711"/>
                </a:cubicBezTo>
                <a:cubicBezTo>
                  <a:pt x="64045" y="56204"/>
                  <a:pt x="62701" y="57623"/>
                  <a:pt x="61307" y="59017"/>
                </a:cubicBezTo>
                <a:cubicBezTo>
                  <a:pt x="60635" y="59639"/>
                  <a:pt x="59938" y="60336"/>
                  <a:pt x="59191" y="61008"/>
                </a:cubicBezTo>
                <a:cubicBezTo>
                  <a:pt x="58992" y="61207"/>
                  <a:pt x="58768" y="61381"/>
                  <a:pt x="58569" y="61581"/>
                </a:cubicBezTo>
                <a:cubicBezTo>
                  <a:pt x="58196" y="61929"/>
                  <a:pt x="57847" y="62228"/>
                  <a:pt x="57499" y="62551"/>
                </a:cubicBezTo>
                <a:cubicBezTo>
                  <a:pt x="57399" y="62626"/>
                  <a:pt x="57324" y="62726"/>
                  <a:pt x="57225" y="62800"/>
                </a:cubicBezTo>
                <a:lnTo>
                  <a:pt x="57200" y="62825"/>
                </a:lnTo>
                <a:cubicBezTo>
                  <a:pt x="56901" y="63049"/>
                  <a:pt x="56627" y="63248"/>
                  <a:pt x="56379" y="63497"/>
                </a:cubicBezTo>
                <a:cubicBezTo>
                  <a:pt x="55482" y="64219"/>
                  <a:pt x="54611" y="64916"/>
                  <a:pt x="53889" y="65439"/>
                </a:cubicBezTo>
                <a:cubicBezTo>
                  <a:pt x="53815" y="65439"/>
                  <a:pt x="53765" y="65464"/>
                  <a:pt x="53740" y="65464"/>
                </a:cubicBezTo>
                <a:lnTo>
                  <a:pt x="53616" y="65464"/>
                </a:lnTo>
                <a:cubicBezTo>
                  <a:pt x="53641" y="65439"/>
                  <a:pt x="53690" y="65414"/>
                  <a:pt x="53740" y="65364"/>
                </a:cubicBezTo>
                <a:cubicBezTo>
                  <a:pt x="53740" y="65364"/>
                  <a:pt x="53765" y="65364"/>
                  <a:pt x="53765" y="65339"/>
                </a:cubicBezTo>
                <a:cubicBezTo>
                  <a:pt x="53840" y="65289"/>
                  <a:pt x="53939" y="65240"/>
                  <a:pt x="53989" y="65190"/>
                </a:cubicBezTo>
                <a:cubicBezTo>
                  <a:pt x="54188" y="65040"/>
                  <a:pt x="54362" y="64891"/>
                  <a:pt x="54561" y="64767"/>
                </a:cubicBezTo>
                <a:cubicBezTo>
                  <a:pt x="54810" y="64592"/>
                  <a:pt x="55010" y="64443"/>
                  <a:pt x="55234" y="64244"/>
                </a:cubicBezTo>
                <a:lnTo>
                  <a:pt x="55308" y="64219"/>
                </a:lnTo>
                <a:cubicBezTo>
                  <a:pt x="55358" y="64169"/>
                  <a:pt x="55433" y="64119"/>
                  <a:pt x="55482" y="64070"/>
                </a:cubicBezTo>
                <a:cubicBezTo>
                  <a:pt x="55557" y="64045"/>
                  <a:pt x="55582" y="63970"/>
                  <a:pt x="55632" y="63945"/>
                </a:cubicBezTo>
                <a:lnTo>
                  <a:pt x="56105" y="63572"/>
                </a:lnTo>
                <a:cubicBezTo>
                  <a:pt x="56453" y="63298"/>
                  <a:pt x="56827" y="62999"/>
                  <a:pt x="57125" y="62726"/>
                </a:cubicBezTo>
                <a:cubicBezTo>
                  <a:pt x="57225" y="62676"/>
                  <a:pt x="57324" y="62576"/>
                  <a:pt x="57374" y="62502"/>
                </a:cubicBezTo>
                <a:lnTo>
                  <a:pt x="57424" y="62502"/>
                </a:lnTo>
                <a:cubicBezTo>
                  <a:pt x="57797" y="62203"/>
                  <a:pt x="58196" y="61854"/>
                  <a:pt x="58544" y="61556"/>
                </a:cubicBezTo>
                <a:cubicBezTo>
                  <a:pt x="58793" y="61332"/>
                  <a:pt x="58992" y="61108"/>
                  <a:pt x="59241" y="60884"/>
                </a:cubicBezTo>
                <a:cubicBezTo>
                  <a:pt x="59316" y="60834"/>
                  <a:pt x="59415" y="60759"/>
                  <a:pt x="59465" y="60709"/>
                </a:cubicBezTo>
                <a:cubicBezTo>
                  <a:pt x="59490" y="60684"/>
                  <a:pt x="59565" y="60635"/>
                  <a:pt x="59589" y="60585"/>
                </a:cubicBezTo>
                <a:cubicBezTo>
                  <a:pt x="60311" y="59888"/>
                  <a:pt x="60809" y="59390"/>
                  <a:pt x="61207" y="59017"/>
                </a:cubicBezTo>
                <a:cubicBezTo>
                  <a:pt x="61257" y="58967"/>
                  <a:pt x="61357" y="58892"/>
                  <a:pt x="61431" y="58843"/>
                </a:cubicBezTo>
                <a:lnTo>
                  <a:pt x="61456" y="58818"/>
                </a:lnTo>
                <a:lnTo>
                  <a:pt x="61830" y="58444"/>
                </a:lnTo>
                <a:lnTo>
                  <a:pt x="61879" y="58370"/>
                </a:lnTo>
                <a:cubicBezTo>
                  <a:pt x="61979" y="58270"/>
                  <a:pt x="62079" y="58195"/>
                  <a:pt x="62128" y="58096"/>
                </a:cubicBezTo>
                <a:lnTo>
                  <a:pt x="62253" y="57971"/>
                </a:lnTo>
                <a:cubicBezTo>
                  <a:pt x="62751" y="57449"/>
                  <a:pt x="63448" y="56727"/>
                  <a:pt x="64244" y="55781"/>
                </a:cubicBezTo>
                <a:cubicBezTo>
                  <a:pt x="64319" y="55731"/>
                  <a:pt x="64369" y="55632"/>
                  <a:pt x="64443" y="55582"/>
                </a:cubicBezTo>
                <a:cubicBezTo>
                  <a:pt x="64493" y="55482"/>
                  <a:pt x="64593" y="55408"/>
                  <a:pt x="64667" y="55333"/>
                </a:cubicBezTo>
                <a:cubicBezTo>
                  <a:pt x="64717" y="55258"/>
                  <a:pt x="64742" y="55208"/>
                  <a:pt x="64817" y="55134"/>
                </a:cubicBezTo>
                <a:cubicBezTo>
                  <a:pt x="65041" y="54860"/>
                  <a:pt x="65240" y="54611"/>
                  <a:pt x="65439" y="54387"/>
                </a:cubicBezTo>
                <a:cubicBezTo>
                  <a:pt x="65464" y="54337"/>
                  <a:pt x="65538" y="54288"/>
                  <a:pt x="65563" y="54238"/>
                </a:cubicBezTo>
                <a:cubicBezTo>
                  <a:pt x="65613" y="54163"/>
                  <a:pt x="65663" y="54113"/>
                  <a:pt x="65713" y="54039"/>
                </a:cubicBezTo>
                <a:close/>
                <a:moveTo>
                  <a:pt x="29197" y="56254"/>
                </a:moveTo>
                <a:cubicBezTo>
                  <a:pt x="29222" y="56254"/>
                  <a:pt x="29222" y="56279"/>
                  <a:pt x="29247" y="56279"/>
                </a:cubicBezTo>
                <a:cubicBezTo>
                  <a:pt x="26907" y="59465"/>
                  <a:pt x="24767" y="62701"/>
                  <a:pt x="22900" y="65912"/>
                </a:cubicBezTo>
                <a:lnTo>
                  <a:pt x="22850" y="65912"/>
                </a:lnTo>
                <a:cubicBezTo>
                  <a:pt x="24717" y="62701"/>
                  <a:pt x="26858" y="59465"/>
                  <a:pt x="29197" y="56254"/>
                </a:cubicBezTo>
                <a:close/>
                <a:moveTo>
                  <a:pt x="53367" y="65737"/>
                </a:moveTo>
                <a:cubicBezTo>
                  <a:pt x="53342" y="65787"/>
                  <a:pt x="53267" y="65812"/>
                  <a:pt x="53242" y="65837"/>
                </a:cubicBezTo>
                <a:cubicBezTo>
                  <a:pt x="53217" y="65862"/>
                  <a:pt x="53192" y="65862"/>
                  <a:pt x="53143" y="65912"/>
                </a:cubicBezTo>
                <a:cubicBezTo>
                  <a:pt x="53118" y="65936"/>
                  <a:pt x="53043" y="65961"/>
                  <a:pt x="53018" y="65986"/>
                </a:cubicBezTo>
                <a:lnTo>
                  <a:pt x="52993" y="65961"/>
                </a:lnTo>
                <a:cubicBezTo>
                  <a:pt x="52993" y="65961"/>
                  <a:pt x="52993" y="65936"/>
                  <a:pt x="53018" y="65936"/>
                </a:cubicBezTo>
                <a:cubicBezTo>
                  <a:pt x="53043" y="65936"/>
                  <a:pt x="53043" y="65912"/>
                  <a:pt x="53093" y="65912"/>
                </a:cubicBezTo>
                <a:lnTo>
                  <a:pt x="53118" y="65862"/>
                </a:lnTo>
                <a:cubicBezTo>
                  <a:pt x="53143" y="65837"/>
                  <a:pt x="53168" y="65837"/>
                  <a:pt x="53217" y="65812"/>
                </a:cubicBezTo>
                <a:cubicBezTo>
                  <a:pt x="53242" y="65812"/>
                  <a:pt x="53317" y="65787"/>
                  <a:pt x="53367" y="65737"/>
                </a:cubicBezTo>
                <a:close/>
                <a:moveTo>
                  <a:pt x="52869" y="66086"/>
                </a:moveTo>
                <a:lnTo>
                  <a:pt x="52869" y="66086"/>
                </a:lnTo>
                <a:cubicBezTo>
                  <a:pt x="52849" y="66106"/>
                  <a:pt x="52828" y="66126"/>
                  <a:pt x="52795" y="66133"/>
                </a:cubicBezTo>
                <a:lnTo>
                  <a:pt x="52795" y="66133"/>
                </a:lnTo>
                <a:cubicBezTo>
                  <a:pt x="52814" y="66121"/>
                  <a:pt x="52841" y="66100"/>
                  <a:pt x="52869" y="66086"/>
                </a:cubicBezTo>
                <a:close/>
                <a:moveTo>
                  <a:pt x="21730" y="54337"/>
                </a:moveTo>
                <a:cubicBezTo>
                  <a:pt x="24194" y="54661"/>
                  <a:pt x="26634" y="55283"/>
                  <a:pt x="29048" y="56204"/>
                </a:cubicBezTo>
                <a:cubicBezTo>
                  <a:pt x="26683" y="59440"/>
                  <a:pt x="24518" y="62701"/>
                  <a:pt x="22626" y="65936"/>
                </a:cubicBezTo>
                <a:cubicBezTo>
                  <a:pt x="22452" y="65961"/>
                  <a:pt x="22253" y="65961"/>
                  <a:pt x="22079" y="65986"/>
                </a:cubicBezTo>
                <a:cubicBezTo>
                  <a:pt x="21655" y="66036"/>
                  <a:pt x="21257" y="66086"/>
                  <a:pt x="20884" y="66111"/>
                </a:cubicBezTo>
                <a:cubicBezTo>
                  <a:pt x="20759" y="66161"/>
                  <a:pt x="20635" y="66185"/>
                  <a:pt x="20486" y="66185"/>
                </a:cubicBezTo>
                <a:cubicBezTo>
                  <a:pt x="19664" y="62825"/>
                  <a:pt x="20137" y="58718"/>
                  <a:pt x="21730" y="54337"/>
                </a:cubicBezTo>
                <a:close/>
                <a:moveTo>
                  <a:pt x="22776" y="66111"/>
                </a:moveTo>
                <a:cubicBezTo>
                  <a:pt x="22776" y="66161"/>
                  <a:pt x="22751" y="66161"/>
                  <a:pt x="22751" y="66185"/>
                </a:cubicBezTo>
                <a:lnTo>
                  <a:pt x="22701" y="66185"/>
                </a:lnTo>
                <a:cubicBezTo>
                  <a:pt x="22701" y="66161"/>
                  <a:pt x="22726" y="66161"/>
                  <a:pt x="22726" y="66111"/>
                </a:cubicBezTo>
                <a:close/>
                <a:moveTo>
                  <a:pt x="21531" y="54288"/>
                </a:moveTo>
                <a:cubicBezTo>
                  <a:pt x="19988" y="58693"/>
                  <a:pt x="19490" y="62825"/>
                  <a:pt x="20311" y="66235"/>
                </a:cubicBezTo>
                <a:lnTo>
                  <a:pt x="20262" y="66235"/>
                </a:lnTo>
                <a:cubicBezTo>
                  <a:pt x="19415" y="62825"/>
                  <a:pt x="19888" y="58693"/>
                  <a:pt x="21481" y="54288"/>
                </a:cubicBezTo>
                <a:close/>
                <a:moveTo>
                  <a:pt x="65663" y="54462"/>
                </a:moveTo>
                <a:cubicBezTo>
                  <a:pt x="65688" y="55084"/>
                  <a:pt x="65962" y="55856"/>
                  <a:pt x="66484" y="56777"/>
                </a:cubicBezTo>
                <a:cubicBezTo>
                  <a:pt x="63721" y="60236"/>
                  <a:pt x="60311" y="63522"/>
                  <a:pt x="56478" y="66285"/>
                </a:cubicBezTo>
                <a:cubicBezTo>
                  <a:pt x="55557" y="65787"/>
                  <a:pt x="54736" y="65488"/>
                  <a:pt x="54089" y="65464"/>
                </a:cubicBezTo>
                <a:cubicBezTo>
                  <a:pt x="54263" y="65314"/>
                  <a:pt x="54462" y="65190"/>
                  <a:pt x="54686" y="65040"/>
                </a:cubicBezTo>
                <a:cubicBezTo>
                  <a:pt x="54935" y="64841"/>
                  <a:pt x="55184" y="64667"/>
                  <a:pt x="55383" y="64468"/>
                </a:cubicBezTo>
                <a:lnTo>
                  <a:pt x="55458" y="64418"/>
                </a:lnTo>
                <a:cubicBezTo>
                  <a:pt x="55706" y="64219"/>
                  <a:pt x="55955" y="64045"/>
                  <a:pt x="56204" y="63821"/>
                </a:cubicBezTo>
                <a:cubicBezTo>
                  <a:pt x="56603" y="63497"/>
                  <a:pt x="57001" y="63174"/>
                  <a:pt x="57374" y="62850"/>
                </a:cubicBezTo>
                <a:cubicBezTo>
                  <a:pt x="58196" y="62178"/>
                  <a:pt x="58967" y="61481"/>
                  <a:pt x="59589" y="60884"/>
                </a:cubicBezTo>
                <a:cubicBezTo>
                  <a:pt x="59664" y="60859"/>
                  <a:pt x="59689" y="60784"/>
                  <a:pt x="59714" y="60759"/>
                </a:cubicBezTo>
                <a:cubicBezTo>
                  <a:pt x="60361" y="60137"/>
                  <a:pt x="60859" y="59664"/>
                  <a:pt x="61232" y="59291"/>
                </a:cubicBezTo>
                <a:lnTo>
                  <a:pt x="61506" y="59017"/>
                </a:lnTo>
                <a:lnTo>
                  <a:pt x="61556" y="58992"/>
                </a:lnTo>
                <a:lnTo>
                  <a:pt x="61929" y="58619"/>
                </a:lnTo>
                <a:lnTo>
                  <a:pt x="62128" y="58395"/>
                </a:lnTo>
                <a:cubicBezTo>
                  <a:pt x="62178" y="58370"/>
                  <a:pt x="62178" y="58345"/>
                  <a:pt x="62203" y="58345"/>
                </a:cubicBezTo>
                <a:lnTo>
                  <a:pt x="62477" y="58071"/>
                </a:lnTo>
                <a:cubicBezTo>
                  <a:pt x="62950" y="57573"/>
                  <a:pt x="63597" y="56876"/>
                  <a:pt x="64344" y="56030"/>
                </a:cubicBezTo>
                <a:cubicBezTo>
                  <a:pt x="64493" y="55856"/>
                  <a:pt x="64692" y="55657"/>
                  <a:pt x="64842" y="55457"/>
                </a:cubicBezTo>
                <a:cubicBezTo>
                  <a:pt x="64891" y="55408"/>
                  <a:pt x="64916" y="55358"/>
                  <a:pt x="64941" y="55333"/>
                </a:cubicBezTo>
                <a:cubicBezTo>
                  <a:pt x="65190" y="55009"/>
                  <a:pt x="65439" y="54736"/>
                  <a:pt x="65663" y="54462"/>
                </a:cubicBezTo>
                <a:close/>
                <a:moveTo>
                  <a:pt x="53840" y="65613"/>
                </a:moveTo>
                <a:cubicBezTo>
                  <a:pt x="54462" y="65613"/>
                  <a:pt x="55308" y="65862"/>
                  <a:pt x="56304" y="66409"/>
                </a:cubicBezTo>
                <a:cubicBezTo>
                  <a:pt x="56254" y="66409"/>
                  <a:pt x="56254" y="66434"/>
                  <a:pt x="56229" y="66434"/>
                </a:cubicBezTo>
                <a:cubicBezTo>
                  <a:pt x="56179" y="66409"/>
                  <a:pt x="56130" y="66409"/>
                  <a:pt x="56105" y="66360"/>
                </a:cubicBezTo>
                <a:cubicBezTo>
                  <a:pt x="55955" y="66285"/>
                  <a:pt x="55756" y="66210"/>
                  <a:pt x="55607" y="66111"/>
                </a:cubicBezTo>
                <a:cubicBezTo>
                  <a:pt x="55582" y="66111"/>
                  <a:pt x="55557" y="66086"/>
                  <a:pt x="55557" y="66086"/>
                </a:cubicBezTo>
                <a:cubicBezTo>
                  <a:pt x="55358" y="65986"/>
                  <a:pt x="55184" y="65936"/>
                  <a:pt x="54985" y="65862"/>
                </a:cubicBezTo>
                <a:cubicBezTo>
                  <a:pt x="54960" y="65862"/>
                  <a:pt x="54935" y="65837"/>
                  <a:pt x="54885" y="65837"/>
                </a:cubicBezTo>
                <a:cubicBezTo>
                  <a:pt x="54711" y="65787"/>
                  <a:pt x="54561" y="65737"/>
                  <a:pt x="54387" y="65712"/>
                </a:cubicBezTo>
                <a:cubicBezTo>
                  <a:pt x="54238" y="65688"/>
                  <a:pt x="54113" y="65688"/>
                  <a:pt x="53989" y="65688"/>
                </a:cubicBezTo>
                <a:lnTo>
                  <a:pt x="53740" y="65688"/>
                </a:lnTo>
                <a:cubicBezTo>
                  <a:pt x="53740" y="65688"/>
                  <a:pt x="53765" y="65688"/>
                  <a:pt x="53765" y="65663"/>
                </a:cubicBezTo>
                <a:cubicBezTo>
                  <a:pt x="53815" y="65613"/>
                  <a:pt x="53815" y="65613"/>
                  <a:pt x="53840" y="65613"/>
                </a:cubicBezTo>
                <a:close/>
                <a:moveTo>
                  <a:pt x="66584" y="56976"/>
                </a:moveTo>
                <a:cubicBezTo>
                  <a:pt x="66584" y="57001"/>
                  <a:pt x="66634" y="57001"/>
                  <a:pt x="66634" y="57026"/>
                </a:cubicBezTo>
                <a:cubicBezTo>
                  <a:pt x="63846" y="60460"/>
                  <a:pt x="60486" y="63696"/>
                  <a:pt x="56727" y="66434"/>
                </a:cubicBezTo>
                <a:cubicBezTo>
                  <a:pt x="56702" y="66434"/>
                  <a:pt x="56702" y="66409"/>
                  <a:pt x="56677" y="66409"/>
                </a:cubicBezTo>
                <a:cubicBezTo>
                  <a:pt x="60436" y="63671"/>
                  <a:pt x="63821" y="60386"/>
                  <a:pt x="66584" y="56976"/>
                </a:cubicBezTo>
                <a:close/>
                <a:moveTo>
                  <a:pt x="22502" y="66161"/>
                </a:moveTo>
                <a:cubicBezTo>
                  <a:pt x="22502" y="66185"/>
                  <a:pt x="22477" y="66210"/>
                  <a:pt x="22477" y="66210"/>
                </a:cubicBezTo>
                <a:cubicBezTo>
                  <a:pt x="21954" y="66285"/>
                  <a:pt x="21407" y="66310"/>
                  <a:pt x="20884" y="66409"/>
                </a:cubicBezTo>
                <a:cubicBezTo>
                  <a:pt x="20759" y="66434"/>
                  <a:pt x="20660" y="66434"/>
                  <a:pt x="20535" y="66459"/>
                </a:cubicBezTo>
                <a:cubicBezTo>
                  <a:pt x="20535" y="66434"/>
                  <a:pt x="20535" y="66434"/>
                  <a:pt x="20510" y="66409"/>
                </a:cubicBezTo>
                <a:cubicBezTo>
                  <a:pt x="20635" y="66360"/>
                  <a:pt x="20759" y="66335"/>
                  <a:pt x="20884" y="66335"/>
                </a:cubicBezTo>
                <a:cubicBezTo>
                  <a:pt x="21232" y="66285"/>
                  <a:pt x="21606" y="66235"/>
                  <a:pt x="21954" y="66210"/>
                </a:cubicBezTo>
                <a:cubicBezTo>
                  <a:pt x="22128" y="66185"/>
                  <a:pt x="22327" y="66161"/>
                  <a:pt x="22502" y="66161"/>
                </a:cubicBezTo>
                <a:close/>
                <a:moveTo>
                  <a:pt x="3286" y="64717"/>
                </a:moveTo>
                <a:cubicBezTo>
                  <a:pt x="3311" y="64866"/>
                  <a:pt x="3336" y="65040"/>
                  <a:pt x="3360" y="65215"/>
                </a:cubicBezTo>
                <a:lnTo>
                  <a:pt x="2912" y="66534"/>
                </a:lnTo>
                <a:cubicBezTo>
                  <a:pt x="3037" y="65936"/>
                  <a:pt x="3161" y="65314"/>
                  <a:pt x="3286" y="64717"/>
                </a:cubicBezTo>
                <a:close/>
                <a:moveTo>
                  <a:pt x="29446" y="56353"/>
                </a:moveTo>
                <a:cubicBezTo>
                  <a:pt x="30293" y="56652"/>
                  <a:pt x="31114" y="57026"/>
                  <a:pt x="31935" y="57399"/>
                </a:cubicBezTo>
                <a:cubicBezTo>
                  <a:pt x="30741" y="60759"/>
                  <a:pt x="30342" y="63920"/>
                  <a:pt x="30940" y="66584"/>
                </a:cubicBezTo>
                <a:cubicBezTo>
                  <a:pt x="30691" y="66534"/>
                  <a:pt x="30467" y="66459"/>
                  <a:pt x="30218" y="66409"/>
                </a:cubicBezTo>
                <a:cubicBezTo>
                  <a:pt x="30168" y="66409"/>
                  <a:pt x="30094" y="66360"/>
                  <a:pt x="30044" y="66360"/>
                </a:cubicBezTo>
                <a:cubicBezTo>
                  <a:pt x="29745" y="66310"/>
                  <a:pt x="29471" y="66235"/>
                  <a:pt x="29197" y="66210"/>
                </a:cubicBezTo>
                <a:cubicBezTo>
                  <a:pt x="29098" y="66210"/>
                  <a:pt x="29048" y="66185"/>
                  <a:pt x="28949" y="66185"/>
                </a:cubicBezTo>
                <a:cubicBezTo>
                  <a:pt x="28700" y="66161"/>
                  <a:pt x="28426" y="66086"/>
                  <a:pt x="28177" y="66061"/>
                </a:cubicBezTo>
                <a:cubicBezTo>
                  <a:pt x="28052" y="66036"/>
                  <a:pt x="27928" y="66036"/>
                  <a:pt x="27828" y="66036"/>
                </a:cubicBezTo>
                <a:cubicBezTo>
                  <a:pt x="27580" y="65986"/>
                  <a:pt x="27355" y="65961"/>
                  <a:pt x="27107" y="65961"/>
                </a:cubicBezTo>
                <a:cubicBezTo>
                  <a:pt x="26932" y="65936"/>
                  <a:pt x="26733" y="65936"/>
                  <a:pt x="26584" y="65936"/>
                </a:cubicBezTo>
                <a:cubicBezTo>
                  <a:pt x="26385" y="65936"/>
                  <a:pt x="26211" y="65912"/>
                  <a:pt x="26011" y="65912"/>
                </a:cubicBezTo>
                <a:cubicBezTo>
                  <a:pt x="25638" y="65862"/>
                  <a:pt x="25314" y="65862"/>
                  <a:pt x="24941" y="65862"/>
                </a:cubicBezTo>
                <a:cubicBezTo>
                  <a:pt x="24369" y="65862"/>
                  <a:pt x="23821" y="65912"/>
                  <a:pt x="23224" y="65936"/>
                </a:cubicBezTo>
                <a:lnTo>
                  <a:pt x="23149" y="65936"/>
                </a:lnTo>
                <a:cubicBezTo>
                  <a:pt x="24991" y="62726"/>
                  <a:pt x="27107" y="59515"/>
                  <a:pt x="29446" y="56353"/>
                </a:cubicBezTo>
                <a:close/>
                <a:moveTo>
                  <a:pt x="66708" y="57200"/>
                </a:moveTo>
                <a:cubicBezTo>
                  <a:pt x="66758" y="57250"/>
                  <a:pt x="66783" y="57324"/>
                  <a:pt x="66808" y="57349"/>
                </a:cubicBezTo>
                <a:cubicBezTo>
                  <a:pt x="64642" y="59764"/>
                  <a:pt x="62278" y="62128"/>
                  <a:pt x="59739" y="64368"/>
                </a:cubicBezTo>
                <a:lnTo>
                  <a:pt x="59664" y="64468"/>
                </a:lnTo>
                <a:lnTo>
                  <a:pt x="59614" y="64493"/>
                </a:lnTo>
                <a:cubicBezTo>
                  <a:pt x="59589" y="64543"/>
                  <a:pt x="59565" y="64567"/>
                  <a:pt x="59540" y="64567"/>
                </a:cubicBezTo>
                <a:cubicBezTo>
                  <a:pt x="59067" y="64966"/>
                  <a:pt x="58619" y="65364"/>
                  <a:pt x="58171" y="65737"/>
                </a:cubicBezTo>
                <a:cubicBezTo>
                  <a:pt x="57996" y="65862"/>
                  <a:pt x="57872" y="65986"/>
                  <a:pt x="57723" y="66086"/>
                </a:cubicBezTo>
                <a:cubicBezTo>
                  <a:pt x="57548" y="66310"/>
                  <a:pt x="57324" y="66484"/>
                  <a:pt x="57100" y="66658"/>
                </a:cubicBezTo>
                <a:cubicBezTo>
                  <a:pt x="57051" y="66584"/>
                  <a:pt x="56951" y="66559"/>
                  <a:pt x="56876" y="66534"/>
                </a:cubicBezTo>
                <a:cubicBezTo>
                  <a:pt x="60610" y="63821"/>
                  <a:pt x="63970" y="60585"/>
                  <a:pt x="66708" y="57200"/>
                </a:cubicBezTo>
                <a:close/>
                <a:moveTo>
                  <a:pt x="32085" y="57498"/>
                </a:moveTo>
                <a:cubicBezTo>
                  <a:pt x="32110" y="57498"/>
                  <a:pt x="32110" y="57523"/>
                  <a:pt x="32159" y="57523"/>
                </a:cubicBezTo>
                <a:cubicBezTo>
                  <a:pt x="30965" y="60884"/>
                  <a:pt x="30591" y="64045"/>
                  <a:pt x="31214" y="66683"/>
                </a:cubicBezTo>
                <a:cubicBezTo>
                  <a:pt x="31189" y="66683"/>
                  <a:pt x="31189" y="66683"/>
                  <a:pt x="31164" y="66658"/>
                </a:cubicBezTo>
                <a:cubicBezTo>
                  <a:pt x="30542" y="63995"/>
                  <a:pt x="30915" y="60859"/>
                  <a:pt x="32085" y="57498"/>
                </a:cubicBezTo>
                <a:close/>
                <a:moveTo>
                  <a:pt x="56702" y="66683"/>
                </a:moveTo>
                <a:cubicBezTo>
                  <a:pt x="56802" y="66708"/>
                  <a:pt x="56876" y="66733"/>
                  <a:pt x="56951" y="66808"/>
                </a:cubicBezTo>
                <a:cubicBezTo>
                  <a:pt x="56926" y="66808"/>
                  <a:pt x="56926" y="66833"/>
                  <a:pt x="56876" y="66833"/>
                </a:cubicBezTo>
                <a:cubicBezTo>
                  <a:pt x="56827" y="66808"/>
                  <a:pt x="56752" y="66783"/>
                  <a:pt x="56702" y="66708"/>
                </a:cubicBezTo>
                <a:cubicBezTo>
                  <a:pt x="56677" y="66708"/>
                  <a:pt x="56677" y="66708"/>
                  <a:pt x="56702" y="66683"/>
                </a:cubicBezTo>
                <a:close/>
                <a:moveTo>
                  <a:pt x="66932" y="57523"/>
                </a:moveTo>
                <a:cubicBezTo>
                  <a:pt x="66932" y="57523"/>
                  <a:pt x="66932" y="57573"/>
                  <a:pt x="66957" y="57573"/>
                </a:cubicBezTo>
                <a:lnTo>
                  <a:pt x="66957" y="57598"/>
                </a:lnTo>
                <a:cubicBezTo>
                  <a:pt x="64817" y="59988"/>
                  <a:pt x="62477" y="62327"/>
                  <a:pt x="60038" y="64543"/>
                </a:cubicBezTo>
                <a:cubicBezTo>
                  <a:pt x="59963" y="64592"/>
                  <a:pt x="59913" y="64617"/>
                  <a:pt x="59838" y="64692"/>
                </a:cubicBezTo>
                <a:cubicBezTo>
                  <a:pt x="59365" y="65090"/>
                  <a:pt x="58917" y="65513"/>
                  <a:pt x="58395" y="65936"/>
                </a:cubicBezTo>
                <a:cubicBezTo>
                  <a:pt x="58245" y="66061"/>
                  <a:pt x="58096" y="66185"/>
                  <a:pt x="57972" y="66310"/>
                </a:cubicBezTo>
                <a:cubicBezTo>
                  <a:pt x="57748" y="66484"/>
                  <a:pt x="57524" y="66633"/>
                  <a:pt x="57324" y="66833"/>
                </a:cubicBezTo>
                <a:cubicBezTo>
                  <a:pt x="57324" y="66833"/>
                  <a:pt x="57300" y="66833"/>
                  <a:pt x="57300" y="66808"/>
                </a:cubicBezTo>
                <a:lnTo>
                  <a:pt x="57250" y="66808"/>
                </a:lnTo>
                <a:cubicBezTo>
                  <a:pt x="57449" y="66609"/>
                  <a:pt x="57623" y="66459"/>
                  <a:pt x="57822" y="66310"/>
                </a:cubicBezTo>
                <a:cubicBezTo>
                  <a:pt x="57996" y="66161"/>
                  <a:pt x="58171" y="66036"/>
                  <a:pt x="58345" y="65862"/>
                </a:cubicBezTo>
                <a:cubicBezTo>
                  <a:pt x="58743" y="65538"/>
                  <a:pt x="59191" y="65165"/>
                  <a:pt x="59589" y="64816"/>
                </a:cubicBezTo>
                <a:lnTo>
                  <a:pt x="59689" y="64717"/>
                </a:lnTo>
                <a:lnTo>
                  <a:pt x="59714" y="64692"/>
                </a:lnTo>
                <a:cubicBezTo>
                  <a:pt x="59814" y="64617"/>
                  <a:pt x="59913" y="64543"/>
                  <a:pt x="59963" y="64468"/>
                </a:cubicBezTo>
                <a:cubicBezTo>
                  <a:pt x="61058" y="63497"/>
                  <a:pt x="62079" y="62551"/>
                  <a:pt x="63099" y="61506"/>
                </a:cubicBezTo>
                <a:lnTo>
                  <a:pt x="63572" y="61058"/>
                </a:lnTo>
                <a:lnTo>
                  <a:pt x="64642" y="59988"/>
                </a:lnTo>
                <a:cubicBezTo>
                  <a:pt x="64817" y="59813"/>
                  <a:pt x="65016" y="59614"/>
                  <a:pt x="65165" y="59440"/>
                </a:cubicBezTo>
                <a:cubicBezTo>
                  <a:pt x="65464" y="59091"/>
                  <a:pt x="65787" y="58768"/>
                  <a:pt x="66086" y="58444"/>
                </a:cubicBezTo>
                <a:cubicBezTo>
                  <a:pt x="66285" y="58245"/>
                  <a:pt x="66435" y="58071"/>
                  <a:pt x="66634" y="57872"/>
                </a:cubicBezTo>
                <a:cubicBezTo>
                  <a:pt x="66708" y="57747"/>
                  <a:pt x="66833" y="57648"/>
                  <a:pt x="66932" y="57523"/>
                </a:cubicBezTo>
                <a:close/>
                <a:moveTo>
                  <a:pt x="24941" y="66036"/>
                </a:moveTo>
                <a:cubicBezTo>
                  <a:pt x="25314" y="66036"/>
                  <a:pt x="25638" y="66036"/>
                  <a:pt x="26011" y="66061"/>
                </a:cubicBezTo>
                <a:cubicBezTo>
                  <a:pt x="26235" y="66061"/>
                  <a:pt x="26459" y="66086"/>
                  <a:pt x="26708" y="66086"/>
                </a:cubicBezTo>
                <a:cubicBezTo>
                  <a:pt x="26833" y="66086"/>
                  <a:pt x="26982" y="66111"/>
                  <a:pt x="27107" y="66111"/>
                </a:cubicBezTo>
                <a:cubicBezTo>
                  <a:pt x="27430" y="66136"/>
                  <a:pt x="27704" y="66185"/>
                  <a:pt x="28003" y="66210"/>
                </a:cubicBezTo>
                <a:cubicBezTo>
                  <a:pt x="28077" y="66210"/>
                  <a:pt x="28127" y="66210"/>
                  <a:pt x="28202" y="66235"/>
                </a:cubicBezTo>
                <a:cubicBezTo>
                  <a:pt x="28550" y="66285"/>
                  <a:pt x="28874" y="66335"/>
                  <a:pt x="29197" y="66409"/>
                </a:cubicBezTo>
                <a:lnTo>
                  <a:pt x="29222" y="66409"/>
                </a:lnTo>
                <a:cubicBezTo>
                  <a:pt x="29820" y="66484"/>
                  <a:pt x="30417" y="66658"/>
                  <a:pt x="30990" y="66808"/>
                </a:cubicBezTo>
                <a:lnTo>
                  <a:pt x="30990" y="66857"/>
                </a:lnTo>
                <a:cubicBezTo>
                  <a:pt x="29073" y="66360"/>
                  <a:pt x="27007" y="66086"/>
                  <a:pt x="24891" y="66086"/>
                </a:cubicBezTo>
                <a:cubicBezTo>
                  <a:pt x="24244" y="66086"/>
                  <a:pt x="23622" y="66111"/>
                  <a:pt x="23000" y="66136"/>
                </a:cubicBezTo>
                <a:cubicBezTo>
                  <a:pt x="23000" y="66111"/>
                  <a:pt x="23024" y="66111"/>
                  <a:pt x="23024" y="66086"/>
                </a:cubicBezTo>
                <a:cubicBezTo>
                  <a:pt x="23647" y="66061"/>
                  <a:pt x="24269" y="66036"/>
                  <a:pt x="24891" y="66036"/>
                </a:cubicBezTo>
                <a:close/>
                <a:moveTo>
                  <a:pt x="57150" y="66907"/>
                </a:moveTo>
                <a:cubicBezTo>
                  <a:pt x="57150" y="66907"/>
                  <a:pt x="57200" y="66907"/>
                  <a:pt x="57200" y="66932"/>
                </a:cubicBezTo>
                <a:lnTo>
                  <a:pt x="57125" y="66982"/>
                </a:lnTo>
                <a:lnTo>
                  <a:pt x="57075" y="66932"/>
                </a:lnTo>
                <a:cubicBezTo>
                  <a:pt x="57100" y="66932"/>
                  <a:pt x="57100" y="66907"/>
                  <a:pt x="57125" y="66907"/>
                </a:cubicBezTo>
                <a:close/>
                <a:moveTo>
                  <a:pt x="40846" y="63696"/>
                </a:moveTo>
                <a:lnTo>
                  <a:pt x="40896" y="63721"/>
                </a:lnTo>
                <a:lnTo>
                  <a:pt x="40921" y="63746"/>
                </a:lnTo>
                <a:lnTo>
                  <a:pt x="40822" y="64045"/>
                </a:lnTo>
                <a:cubicBezTo>
                  <a:pt x="40797" y="64119"/>
                  <a:pt x="40772" y="64194"/>
                  <a:pt x="40772" y="64244"/>
                </a:cubicBezTo>
                <a:cubicBezTo>
                  <a:pt x="40697" y="64443"/>
                  <a:pt x="40647" y="64592"/>
                  <a:pt x="40598" y="64792"/>
                </a:cubicBezTo>
                <a:cubicBezTo>
                  <a:pt x="40573" y="64916"/>
                  <a:pt x="40523" y="65040"/>
                  <a:pt x="40473" y="65165"/>
                </a:cubicBezTo>
                <a:cubicBezTo>
                  <a:pt x="40448" y="65289"/>
                  <a:pt x="40423" y="65364"/>
                  <a:pt x="40398" y="65488"/>
                </a:cubicBezTo>
                <a:cubicBezTo>
                  <a:pt x="40324" y="65688"/>
                  <a:pt x="40299" y="65862"/>
                  <a:pt x="40274" y="66061"/>
                </a:cubicBezTo>
                <a:cubicBezTo>
                  <a:pt x="40224" y="66210"/>
                  <a:pt x="40174" y="66360"/>
                  <a:pt x="40150" y="66534"/>
                </a:cubicBezTo>
                <a:cubicBezTo>
                  <a:pt x="40150" y="66559"/>
                  <a:pt x="40100" y="66584"/>
                  <a:pt x="40100" y="66609"/>
                </a:cubicBezTo>
                <a:cubicBezTo>
                  <a:pt x="40082" y="66739"/>
                  <a:pt x="40062" y="66869"/>
                  <a:pt x="40042" y="66998"/>
                </a:cubicBezTo>
                <a:lnTo>
                  <a:pt x="40042" y="66998"/>
                </a:lnTo>
                <a:cubicBezTo>
                  <a:pt x="40047" y="66941"/>
                  <a:pt x="40050" y="66885"/>
                  <a:pt x="40050" y="66833"/>
                </a:cubicBezTo>
                <a:cubicBezTo>
                  <a:pt x="40075" y="66708"/>
                  <a:pt x="40075" y="66609"/>
                  <a:pt x="40100" y="66484"/>
                </a:cubicBezTo>
                <a:cubicBezTo>
                  <a:pt x="40150" y="66335"/>
                  <a:pt x="40174" y="66161"/>
                  <a:pt x="40199" y="65986"/>
                </a:cubicBezTo>
                <a:lnTo>
                  <a:pt x="40199" y="65961"/>
                </a:lnTo>
                <a:cubicBezTo>
                  <a:pt x="40224" y="65862"/>
                  <a:pt x="40224" y="65787"/>
                  <a:pt x="40274" y="65688"/>
                </a:cubicBezTo>
                <a:cubicBezTo>
                  <a:pt x="40299" y="65538"/>
                  <a:pt x="40349" y="65339"/>
                  <a:pt x="40398" y="65190"/>
                </a:cubicBezTo>
                <a:cubicBezTo>
                  <a:pt x="40423" y="65115"/>
                  <a:pt x="40423" y="65065"/>
                  <a:pt x="40448" y="64991"/>
                </a:cubicBezTo>
                <a:cubicBezTo>
                  <a:pt x="40448" y="64941"/>
                  <a:pt x="40473" y="64916"/>
                  <a:pt x="40473" y="64841"/>
                </a:cubicBezTo>
                <a:cubicBezTo>
                  <a:pt x="40548" y="64692"/>
                  <a:pt x="40573" y="64493"/>
                  <a:pt x="40647" y="64343"/>
                </a:cubicBezTo>
                <a:cubicBezTo>
                  <a:pt x="40672" y="64219"/>
                  <a:pt x="40697" y="64095"/>
                  <a:pt x="40772" y="63970"/>
                </a:cubicBezTo>
                <a:lnTo>
                  <a:pt x="40846" y="63696"/>
                </a:lnTo>
                <a:close/>
                <a:moveTo>
                  <a:pt x="48090" y="63348"/>
                </a:moveTo>
                <a:lnTo>
                  <a:pt x="47716" y="63821"/>
                </a:lnTo>
                <a:cubicBezTo>
                  <a:pt x="47468" y="64119"/>
                  <a:pt x="47219" y="64443"/>
                  <a:pt x="46995" y="64742"/>
                </a:cubicBezTo>
                <a:cubicBezTo>
                  <a:pt x="46920" y="64841"/>
                  <a:pt x="46845" y="64941"/>
                  <a:pt x="46771" y="65065"/>
                </a:cubicBezTo>
                <a:cubicBezTo>
                  <a:pt x="46646" y="65240"/>
                  <a:pt x="46497" y="65439"/>
                  <a:pt x="46372" y="65588"/>
                </a:cubicBezTo>
                <a:cubicBezTo>
                  <a:pt x="46273" y="65712"/>
                  <a:pt x="46173" y="65862"/>
                  <a:pt x="46049" y="65986"/>
                </a:cubicBezTo>
                <a:cubicBezTo>
                  <a:pt x="45999" y="66086"/>
                  <a:pt x="45899" y="66185"/>
                  <a:pt x="45850" y="66310"/>
                </a:cubicBezTo>
                <a:cubicBezTo>
                  <a:pt x="45800" y="66335"/>
                  <a:pt x="45775" y="66409"/>
                  <a:pt x="45750" y="66434"/>
                </a:cubicBezTo>
                <a:cubicBezTo>
                  <a:pt x="45650" y="66559"/>
                  <a:pt x="45601" y="66683"/>
                  <a:pt x="45501" y="66808"/>
                </a:cubicBezTo>
                <a:lnTo>
                  <a:pt x="44916" y="67608"/>
                </a:lnTo>
                <a:lnTo>
                  <a:pt x="44916" y="67608"/>
                </a:lnTo>
                <a:cubicBezTo>
                  <a:pt x="45876" y="66176"/>
                  <a:pt x="46918" y="64762"/>
                  <a:pt x="48040" y="63348"/>
                </a:cubicBezTo>
                <a:close/>
                <a:moveTo>
                  <a:pt x="32309" y="57598"/>
                </a:moveTo>
                <a:cubicBezTo>
                  <a:pt x="34574" y="58693"/>
                  <a:pt x="36690" y="60012"/>
                  <a:pt x="38557" y="61556"/>
                </a:cubicBezTo>
                <a:cubicBezTo>
                  <a:pt x="37038" y="63597"/>
                  <a:pt x="35594" y="65663"/>
                  <a:pt x="34300" y="67729"/>
                </a:cubicBezTo>
                <a:cubicBezTo>
                  <a:pt x="34225" y="67704"/>
                  <a:pt x="34201" y="67704"/>
                  <a:pt x="34151" y="67679"/>
                </a:cubicBezTo>
                <a:cubicBezTo>
                  <a:pt x="34076" y="67654"/>
                  <a:pt x="34051" y="67654"/>
                  <a:pt x="33977" y="67604"/>
                </a:cubicBezTo>
                <a:cubicBezTo>
                  <a:pt x="33703" y="67480"/>
                  <a:pt x="33454" y="67405"/>
                  <a:pt x="33180" y="67305"/>
                </a:cubicBezTo>
                <a:cubicBezTo>
                  <a:pt x="33155" y="67305"/>
                  <a:pt x="33080" y="67281"/>
                  <a:pt x="33056" y="67281"/>
                </a:cubicBezTo>
                <a:lnTo>
                  <a:pt x="32209" y="66982"/>
                </a:lnTo>
                <a:cubicBezTo>
                  <a:pt x="32184" y="66982"/>
                  <a:pt x="32110" y="66957"/>
                  <a:pt x="32085" y="66957"/>
                </a:cubicBezTo>
                <a:cubicBezTo>
                  <a:pt x="31861" y="66907"/>
                  <a:pt x="31612" y="66808"/>
                  <a:pt x="31413" y="66733"/>
                </a:cubicBezTo>
                <a:cubicBezTo>
                  <a:pt x="30741" y="64095"/>
                  <a:pt x="31114" y="60958"/>
                  <a:pt x="32309" y="57598"/>
                </a:cubicBezTo>
                <a:close/>
                <a:moveTo>
                  <a:pt x="38706" y="61680"/>
                </a:moveTo>
                <a:cubicBezTo>
                  <a:pt x="38756" y="61680"/>
                  <a:pt x="38756" y="61705"/>
                  <a:pt x="38781" y="61705"/>
                </a:cubicBezTo>
                <a:cubicBezTo>
                  <a:pt x="37237" y="63721"/>
                  <a:pt x="35843" y="65787"/>
                  <a:pt x="34549" y="67828"/>
                </a:cubicBezTo>
                <a:cubicBezTo>
                  <a:pt x="34524" y="67828"/>
                  <a:pt x="34524" y="67803"/>
                  <a:pt x="34474" y="67803"/>
                </a:cubicBezTo>
                <a:cubicBezTo>
                  <a:pt x="35794" y="65737"/>
                  <a:pt x="37187" y="63696"/>
                  <a:pt x="38706" y="61680"/>
                </a:cubicBezTo>
                <a:close/>
                <a:moveTo>
                  <a:pt x="42514" y="60635"/>
                </a:moveTo>
                <a:cubicBezTo>
                  <a:pt x="44481" y="61780"/>
                  <a:pt x="46298" y="62701"/>
                  <a:pt x="47866" y="63298"/>
                </a:cubicBezTo>
                <a:cubicBezTo>
                  <a:pt x="47368" y="63920"/>
                  <a:pt x="46895" y="64493"/>
                  <a:pt x="46472" y="65115"/>
                </a:cubicBezTo>
                <a:cubicBezTo>
                  <a:pt x="46472" y="65165"/>
                  <a:pt x="46422" y="65165"/>
                  <a:pt x="46422" y="65190"/>
                </a:cubicBezTo>
                <a:cubicBezTo>
                  <a:pt x="46024" y="65712"/>
                  <a:pt x="45650" y="66235"/>
                  <a:pt x="45277" y="66758"/>
                </a:cubicBezTo>
                <a:cubicBezTo>
                  <a:pt x="45227" y="66857"/>
                  <a:pt x="45128" y="66982"/>
                  <a:pt x="45053" y="67081"/>
                </a:cubicBezTo>
                <a:cubicBezTo>
                  <a:pt x="45028" y="67106"/>
                  <a:pt x="45003" y="67181"/>
                  <a:pt x="44978" y="67206"/>
                </a:cubicBezTo>
                <a:lnTo>
                  <a:pt x="44505" y="67853"/>
                </a:lnTo>
                <a:cubicBezTo>
                  <a:pt x="43759" y="66360"/>
                  <a:pt x="42688" y="64866"/>
                  <a:pt x="41319" y="63447"/>
                </a:cubicBezTo>
                <a:cubicBezTo>
                  <a:pt x="41494" y="62974"/>
                  <a:pt x="41668" y="62551"/>
                  <a:pt x="41892" y="62078"/>
                </a:cubicBezTo>
                <a:cubicBezTo>
                  <a:pt x="41892" y="62078"/>
                  <a:pt x="41892" y="62053"/>
                  <a:pt x="41917" y="62053"/>
                </a:cubicBezTo>
                <a:cubicBezTo>
                  <a:pt x="42066" y="61581"/>
                  <a:pt x="42290" y="61108"/>
                  <a:pt x="42514" y="60635"/>
                </a:cubicBezTo>
                <a:close/>
                <a:moveTo>
                  <a:pt x="31463" y="66957"/>
                </a:moveTo>
                <a:lnTo>
                  <a:pt x="31463" y="66957"/>
                </a:lnTo>
                <a:cubicBezTo>
                  <a:pt x="32060" y="67106"/>
                  <a:pt x="32657" y="67305"/>
                  <a:pt x="33205" y="67530"/>
                </a:cubicBezTo>
                <a:cubicBezTo>
                  <a:pt x="33504" y="67654"/>
                  <a:pt x="33802" y="67778"/>
                  <a:pt x="34101" y="67878"/>
                </a:cubicBezTo>
                <a:cubicBezTo>
                  <a:pt x="34126" y="67878"/>
                  <a:pt x="34126" y="67928"/>
                  <a:pt x="34176" y="67928"/>
                </a:cubicBezTo>
                <a:lnTo>
                  <a:pt x="34201" y="67928"/>
                </a:lnTo>
                <a:lnTo>
                  <a:pt x="34176" y="67953"/>
                </a:lnTo>
                <a:cubicBezTo>
                  <a:pt x="34051" y="67903"/>
                  <a:pt x="33927" y="67853"/>
                  <a:pt x="33802" y="67803"/>
                </a:cubicBezTo>
                <a:cubicBezTo>
                  <a:pt x="33678" y="67729"/>
                  <a:pt x="33553" y="67679"/>
                  <a:pt x="33404" y="67654"/>
                </a:cubicBezTo>
                <a:cubicBezTo>
                  <a:pt x="33155" y="67554"/>
                  <a:pt x="32931" y="67455"/>
                  <a:pt x="32682" y="67380"/>
                </a:cubicBezTo>
                <a:cubicBezTo>
                  <a:pt x="32583" y="67355"/>
                  <a:pt x="32483" y="67330"/>
                  <a:pt x="32433" y="67305"/>
                </a:cubicBezTo>
                <a:lnTo>
                  <a:pt x="31487" y="67007"/>
                </a:lnTo>
                <a:cubicBezTo>
                  <a:pt x="31487" y="66982"/>
                  <a:pt x="31487" y="66982"/>
                  <a:pt x="31463" y="66957"/>
                </a:cubicBezTo>
                <a:close/>
                <a:moveTo>
                  <a:pt x="17225" y="54014"/>
                </a:moveTo>
                <a:lnTo>
                  <a:pt x="17225" y="54014"/>
                </a:lnTo>
                <a:cubicBezTo>
                  <a:pt x="14163" y="58643"/>
                  <a:pt x="11550" y="63348"/>
                  <a:pt x="9509" y="68002"/>
                </a:cubicBezTo>
                <a:lnTo>
                  <a:pt x="9509" y="67878"/>
                </a:lnTo>
                <a:lnTo>
                  <a:pt x="9509" y="67729"/>
                </a:lnTo>
                <a:cubicBezTo>
                  <a:pt x="9509" y="67604"/>
                  <a:pt x="9509" y="67530"/>
                  <a:pt x="9459" y="67380"/>
                </a:cubicBezTo>
                <a:cubicBezTo>
                  <a:pt x="9434" y="67081"/>
                  <a:pt x="9434" y="66758"/>
                  <a:pt x="9409" y="66434"/>
                </a:cubicBezTo>
                <a:lnTo>
                  <a:pt x="9409" y="66310"/>
                </a:lnTo>
                <a:lnTo>
                  <a:pt x="9409" y="66111"/>
                </a:lnTo>
                <a:lnTo>
                  <a:pt x="9409" y="64991"/>
                </a:lnTo>
                <a:lnTo>
                  <a:pt x="9409" y="64742"/>
                </a:lnTo>
                <a:cubicBezTo>
                  <a:pt x="9434" y="64343"/>
                  <a:pt x="9459" y="63945"/>
                  <a:pt x="9509" y="63497"/>
                </a:cubicBezTo>
                <a:cubicBezTo>
                  <a:pt x="9509" y="63447"/>
                  <a:pt x="9509" y="63348"/>
                  <a:pt x="9533" y="63298"/>
                </a:cubicBezTo>
                <a:cubicBezTo>
                  <a:pt x="9558" y="62850"/>
                  <a:pt x="9633" y="62402"/>
                  <a:pt x="9683" y="61979"/>
                </a:cubicBezTo>
                <a:cubicBezTo>
                  <a:pt x="9683" y="61929"/>
                  <a:pt x="9708" y="61854"/>
                  <a:pt x="9708" y="61805"/>
                </a:cubicBezTo>
                <a:cubicBezTo>
                  <a:pt x="9782" y="61332"/>
                  <a:pt x="9882" y="60859"/>
                  <a:pt x="9957" y="60386"/>
                </a:cubicBezTo>
                <a:cubicBezTo>
                  <a:pt x="9957" y="60361"/>
                  <a:pt x="9957" y="60336"/>
                  <a:pt x="9982" y="60311"/>
                </a:cubicBezTo>
                <a:cubicBezTo>
                  <a:pt x="10081" y="59813"/>
                  <a:pt x="10206" y="59266"/>
                  <a:pt x="10330" y="58768"/>
                </a:cubicBezTo>
                <a:cubicBezTo>
                  <a:pt x="10703" y="57449"/>
                  <a:pt x="11151" y="56105"/>
                  <a:pt x="11624" y="54736"/>
                </a:cubicBezTo>
                <a:cubicBezTo>
                  <a:pt x="13367" y="54263"/>
                  <a:pt x="15258" y="54039"/>
                  <a:pt x="17225" y="54014"/>
                </a:cubicBezTo>
                <a:close/>
                <a:moveTo>
                  <a:pt x="34350" y="67953"/>
                </a:moveTo>
                <a:cubicBezTo>
                  <a:pt x="34400" y="67953"/>
                  <a:pt x="34400" y="67978"/>
                  <a:pt x="34425" y="67978"/>
                </a:cubicBezTo>
                <a:cubicBezTo>
                  <a:pt x="34425" y="68027"/>
                  <a:pt x="34400" y="68027"/>
                  <a:pt x="34400" y="68052"/>
                </a:cubicBezTo>
                <a:lnTo>
                  <a:pt x="34350" y="68052"/>
                </a:lnTo>
                <a:lnTo>
                  <a:pt x="34325" y="68027"/>
                </a:lnTo>
                <a:cubicBezTo>
                  <a:pt x="34325" y="67978"/>
                  <a:pt x="34350" y="67978"/>
                  <a:pt x="34350" y="67953"/>
                </a:cubicBezTo>
                <a:close/>
                <a:moveTo>
                  <a:pt x="41195" y="63622"/>
                </a:moveTo>
                <a:cubicBezTo>
                  <a:pt x="42539" y="65065"/>
                  <a:pt x="43609" y="66559"/>
                  <a:pt x="44356" y="68027"/>
                </a:cubicBezTo>
                <a:cubicBezTo>
                  <a:pt x="44356" y="68052"/>
                  <a:pt x="44306" y="68052"/>
                  <a:pt x="44306" y="68077"/>
                </a:cubicBezTo>
                <a:cubicBezTo>
                  <a:pt x="43609" y="66584"/>
                  <a:pt x="42539" y="65115"/>
                  <a:pt x="41195" y="63696"/>
                </a:cubicBezTo>
                <a:lnTo>
                  <a:pt x="41195" y="63622"/>
                </a:lnTo>
                <a:close/>
                <a:moveTo>
                  <a:pt x="3211" y="63995"/>
                </a:moveTo>
                <a:cubicBezTo>
                  <a:pt x="3211" y="64070"/>
                  <a:pt x="3211" y="64119"/>
                  <a:pt x="3236" y="64194"/>
                </a:cubicBezTo>
                <a:cubicBezTo>
                  <a:pt x="2937" y="65364"/>
                  <a:pt x="2713" y="66584"/>
                  <a:pt x="2539" y="67729"/>
                </a:cubicBezTo>
                <a:cubicBezTo>
                  <a:pt x="2489" y="67903"/>
                  <a:pt x="2439" y="68027"/>
                  <a:pt x="2390" y="68177"/>
                </a:cubicBezTo>
                <a:cubicBezTo>
                  <a:pt x="2589" y="66808"/>
                  <a:pt x="2863" y="65414"/>
                  <a:pt x="3211" y="63995"/>
                </a:cubicBezTo>
                <a:close/>
                <a:moveTo>
                  <a:pt x="3460" y="65563"/>
                </a:moveTo>
                <a:cubicBezTo>
                  <a:pt x="3460" y="65588"/>
                  <a:pt x="3485" y="65613"/>
                  <a:pt x="3485" y="65663"/>
                </a:cubicBezTo>
                <a:cubicBezTo>
                  <a:pt x="3186" y="66534"/>
                  <a:pt x="2912" y="67355"/>
                  <a:pt x="2664" y="68226"/>
                </a:cubicBezTo>
                <a:cubicBezTo>
                  <a:pt x="2664" y="68077"/>
                  <a:pt x="2688" y="67928"/>
                  <a:pt x="2713" y="67803"/>
                </a:cubicBezTo>
                <a:lnTo>
                  <a:pt x="3460" y="65563"/>
                </a:lnTo>
                <a:close/>
                <a:moveTo>
                  <a:pt x="69309" y="48584"/>
                </a:moveTo>
                <a:cubicBezTo>
                  <a:pt x="68913" y="49251"/>
                  <a:pt x="68419" y="49990"/>
                  <a:pt x="67828" y="50778"/>
                </a:cubicBezTo>
                <a:cubicBezTo>
                  <a:pt x="67654" y="51027"/>
                  <a:pt x="67405" y="51375"/>
                  <a:pt x="67107" y="51774"/>
                </a:cubicBezTo>
                <a:cubicBezTo>
                  <a:pt x="66833" y="52271"/>
                  <a:pt x="66484" y="52719"/>
                  <a:pt x="66186" y="53118"/>
                </a:cubicBezTo>
                <a:cubicBezTo>
                  <a:pt x="65688" y="53765"/>
                  <a:pt x="65190" y="54362"/>
                  <a:pt x="64717" y="54885"/>
                </a:cubicBezTo>
                <a:cubicBezTo>
                  <a:pt x="64617" y="55009"/>
                  <a:pt x="64543" y="55134"/>
                  <a:pt x="64418" y="55233"/>
                </a:cubicBezTo>
                <a:cubicBezTo>
                  <a:pt x="64294" y="55358"/>
                  <a:pt x="64194" y="55507"/>
                  <a:pt x="64070" y="55632"/>
                </a:cubicBezTo>
                <a:cubicBezTo>
                  <a:pt x="63746" y="56005"/>
                  <a:pt x="63448" y="56353"/>
                  <a:pt x="63099" y="56702"/>
                </a:cubicBezTo>
                <a:lnTo>
                  <a:pt x="63074" y="56727"/>
                </a:lnTo>
                <a:cubicBezTo>
                  <a:pt x="62452" y="57399"/>
                  <a:pt x="61755" y="58096"/>
                  <a:pt x="61108" y="58768"/>
                </a:cubicBezTo>
                <a:cubicBezTo>
                  <a:pt x="59963" y="59863"/>
                  <a:pt x="58469" y="61257"/>
                  <a:pt x="57275" y="62327"/>
                </a:cubicBezTo>
                <a:cubicBezTo>
                  <a:pt x="57150" y="62427"/>
                  <a:pt x="57075" y="62502"/>
                  <a:pt x="56951" y="62626"/>
                </a:cubicBezTo>
                <a:lnTo>
                  <a:pt x="56901" y="62676"/>
                </a:lnTo>
                <a:cubicBezTo>
                  <a:pt x="56627" y="62925"/>
                  <a:pt x="56329" y="63124"/>
                  <a:pt x="56030" y="63373"/>
                </a:cubicBezTo>
                <a:cubicBezTo>
                  <a:pt x="55159" y="64070"/>
                  <a:pt x="54337" y="64717"/>
                  <a:pt x="53641" y="65215"/>
                </a:cubicBezTo>
                <a:cubicBezTo>
                  <a:pt x="53491" y="65314"/>
                  <a:pt x="53367" y="65439"/>
                  <a:pt x="53217" y="65538"/>
                </a:cubicBezTo>
                <a:lnTo>
                  <a:pt x="52919" y="65712"/>
                </a:lnTo>
                <a:lnTo>
                  <a:pt x="52894" y="65712"/>
                </a:lnTo>
                <a:cubicBezTo>
                  <a:pt x="52122" y="66235"/>
                  <a:pt x="50803" y="67156"/>
                  <a:pt x="49608" y="67903"/>
                </a:cubicBezTo>
                <a:lnTo>
                  <a:pt x="49135" y="68177"/>
                </a:lnTo>
                <a:lnTo>
                  <a:pt x="49036" y="68226"/>
                </a:lnTo>
                <a:cubicBezTo>
                  <a:pt x="49011" y="68226"/>
                  <a:pt x="49011" y="68276"/>
                  <a:pt x="48986" y="68276"/>
                </a:cubicBezTo>
                <a:cubicBezTo>
                  <a:pt x="49384" y="67604"/>
                  <a:pt x="49882" y="66857"/>
                  <a:pt x="50479" y="66036"/>
                </a:cubicBezTo>
                <a:cubicBezTo>
                  <a:pt x="50654" y="65787"/>
                  <a:pt x="50902" y="65439"/>
                  <a:pt x="51226" y="65040"/>
                </a:cubicBezTo>
                <a:cubicBezTo>
                  <a:pt x="51500" y="64667"/>
                  <a:pt x="51799" y="64244"/>
                  <a:pt x="52097" y="63871"/>
                </a:cubicBezTo>
                <a:cubicBezTo>
                  <a:pt x="52620" y="63198"/>
                  <a:pt x="53143" y="62551"/>
                  <a:pt x="53641" y="61979"/>
                </a:cubicBezTo>
                <a:cubicBezTo>
                  <a:pt x="53715" y="61929"/>
                  <a:pt x="53765" y="61829"/>
                  <a:pt x="53840" y="61755"/>
                </a:cubicBezTo>
                <a:cubicBezTo>
                  <a:pt x="53865" y="61730"/>
                  <a:pt x="53865" y="61705"/>
                  <a:pt x="53889" y="61705"/>
                </a:cubicBezTo>
                <a:cubicBezTo>
                  <a:pt x="54014" y="61556"/>
                  <a:pt x="54138" y="61381"/>
                  <a:pt x="54263" y="61257"/>
                </a:cubicBezTo>
                <a:cubicBezTo>
                  <a:pt x="54537" y="60933"/>
                  <a:pt x="54860" y="60585"/>
                  <a:pt x="55159" y="60261"/>
                </a:cubicBezTo>
                <a:cubicBezTo>
                  <a:pt x="55209" y="60236"/>
                  <a:pt x="55234" y="60187"/>
                  <a:pt x="55283" y="60137"/>
                </a:cubicBezTo>
                <a:cubicBezTo>
                  <a:pt x="55906" y="59465"/>
                  <a:pt x="56578" y="58768"/>
                  <a:pt x="57250" y="58096"/>
                </a:cubicBezTo>
                <a:cubicBezTo>
                  <a:pt x="58370" y="57001"/>
                  <a:pt x="59863" y="55632"/>
                  <a:pt x="61058" y="54586"/>
                </a:cubicBezTo>
                <a:cubicBezTo>
                  <a:pt x="61183" y="54487"/>
                  <a:pt x="61257" y="54387"/>
                  <a:pt x="61382" y="54263"/>
                </a:cubicBezTo>
                <a:cubicBezTo>
                  <a:pt x="61456" y="54238"/>
                  <a:pt x="61481" y="54163"/>
                  <a:pt x="61556" y="54138"/>
                </a:cubicBezTo>
                <a:cubicBezTo>
                  <a:pt x="61830" y="53914"/>
                  <a:pt x="62103" y="53715"/>
                  <a:pt x="62352" y="53466"/>
                </a:cubicBezTo>
                <a:cubicBezTo>
                  <a:pt x="62427" y="53391"/>
                  <a:pt x="62477" y="53367"/>
                  <a:pt x="62552" y="53292"/>
                </a:cubicBezTo>
                <a:cubicBezTo>
                  <a:pt x="62651" y="53217"/>
                  <a:pt x="62751" y="53143"/>
                  <a:pt x="62850" y="53043"/>
                </a:cubicBezTo>
                <a:lnTo>
                  <a:pt x="63174" y="52794"/>
                </a:lnTo>
                <a:cubicBezTo>
                  <a:pt x="63224" y="52744"/>
                  <a:pt x="63323" y="52670"/>
                  <a:pt x="63373" y="52620"/>
                </a:cubicBezTo>
                <a:cubicBezTo>
                  <a:pt x="63547" y="52495"/>
                  <a:pt x="63721" y="52371"/>
                  <a:pt x="63896" y="52246"/>
                </a:cubicBezTo>
                <a:cubicBezTo>
                  <a:pt x="64095" y="52097"/>
                  <a:pt x="64319" y="51923"/>
                  <a:pt x="64518" y="51774"/>
                </a:cubicBezTo>
                <a:cubicBezTo>
                  <a:pt x="64568" y="51749"/>
                  <a:pt x="64617" y="51674"/>
                  <a:pt x="64692" y="51649"/>
                </a:cubicBezTo>
                <a:cubicBezTo>
                  <a:pt x="64817" y="51550"/>
                  <a:pt x="64941" y="51475"/>
                  <a:pt x="65066" y="51400"/>
                </a:cubicBezTo>
                <a:cubicBezTo>
                  <a:pt x="65215" y="51301"/>
                  <a:pt x="65339" y="51226"/>
                  <a:pt x="65514" y="51101"/>
                </a:cubicBezTo>
                <a:cubicBezTo>
                  <a:pt x="66285" y="50554"/>
                  <a:pt x="67555" y="49683"/>
                  <a:pt x="68725" y="48936"/>
                </a:cubicBezTo>
                <a:cubicBezTo>
                  <a:pt x="68824" y="48886"/>
                  <a:pt x="68899" y="48861"/>
                  <a:pt x="68973" y="48787"/>
                </a:cubicBezTo>
                <a:lnTo>
                  <a:pt x="69247" y="48637"/>
                </a:lnTo>
                <a:cubicBezTo>
                  <a:pt x="69268" y="48617"/>
                  <a:pt x="69288" y="48613"/>
                  <a:pt x="69309" y="48584"/>
                </a:cubicBezTo>
                <a:close/>
                <a:moveTo>
                  <a:pt x="44431" y="68276"/>
                </a:moveTo>
                <a:lnTo>
                  <a:pt x="44431" y="68301"/>
                </a:lnTo>
                <a:cubicBezTo>
                  <a:pt x="44431" y="68315"/>
                  <a:pt x="44423" y="68321"/>
                  <a:pt x="44416" y="68328"/>
                </a:cubicBezTo>
                <a:lnTo>
                  <a:pt x="44416" y="68328"/>
                </a:lnTo>
                <a:cubicBezTo>
                  <a:pt x="44414" y="68327"/>
                  <a:pt x="44410" y="68326"/>
                  <a:pt x="44406" y="68326"/>
                </a:cubicBezTo>
                <a:cubicBezTo>
                  <a:pt x="44406" y="68301"/>
                  <a:pt x="44431" y="68301"/>
                  <a:pt x="44431" y="68276"/>
                </a:cubicBezTo>
                <a:close/>
                <a:moveTo>
                  <a:pt x="22352" y="66434"/>
                </a:moveTo>
                <a:lnTo>
                  <a:pt x="22352" y="66434"/>
                </a:lnTo>
                <a:cubicBezTo>
                  <a:pt x="21979" y="67081"/>
                  <a:pt x="21606" y="67729"/>
                  <a:pt x="21257" y="68401"/>
                </a:cubicBezTo>
                <a:cubicBezTo>
                  <a:pt x="21008" y="67828"/>
                  <a:pt x="20784" y="67281"/>
                  <a:pt x="20610" y="66658"/>
                </a:cubicBezTo>
                <a:cubicBezTo>
                  <a:pt x="20734" y="66658"/>
                  <a:pt x="20834" y="66609"/>
                  <a:pt x="20909" y="66584"/>
                </a:cubicBezTo>
                <a:cubicBezTo>
                  <a:pt x="21382" y="66534"/>
                  <a:pt x="21879" y="66459"/>
                  <a:pt x="22352" y="66434"/>
                </a:cubicBezTo>
                <a:close/>
                <a:moveTo>
                  <a:pt x="11397" y="54771"/>
                </a:moveTo>
                <a:lnTo>
                  <a:pt x="11397" y="54771"/>
                </a:lnTo>
                <a:cubicBezTo>
                  <a:pt x="11174" y="55390"/>
                  <a:pt x="11001" y="56008"/>
                  <a:pt x="10803" y="56602"/>
                </a:cubicBezTo>
                <a:cubicBezTo>
                  <a:pt x="10778" y="56652"/>
                  <a:pt x="10778" y="56702"/>
                  <a:pt x="10728" y="56752"/>
                </a:cubicBezTo>
                <a:cubicBezTo>
                  <a:pt x="10728" y="56826"/>
                  <a:pt x="10703" y="56851"/>
                  <a:pt x="10703" y="56901"/>
                </a:cubicBezTo>
                <a:cubicBezTo>
                  <a:pt x="10629" y="57200"/>
                  <a:pt x="10554" y="57474"/>
                  <a:pt x="10454" y="57772"/>
                </a:cubicBezTo>
                <a:lnTo>
                  <a:pt x="10380" y="58146"/>
                </a:lnTo>
                <a:cubicBezTo>
                  <a:pt x="10330" y="58270"/>
                  <a:pt x="10305" y="58444"/>
                  <a:pt x="10280" y="58569"/>
                </a:cubicBezTo>
                <a:cubicBezTo>
                  <a:pt x="10206" y="58843"/>
                  <a:pt x="10156" y="59141"/>
                  <a:pt x="10056" y="59440"/>
                </a:cubicBezTo>
                <a:cubicBezTo>
                  <a:pt x="10056" y="59490"/>
                  <a:pt x="10031" y="59564"/>
                  <a:pt x="10031" y="59589"/>
                </a:cubicBezTo>
                <a:cubicBezTo>
                  <a:pt x="10006" y="59764"/>
                  <a:pt x="9932" y="59963"/>
                  <a:pt x="9907" y="60137"/>
                </a:cubicBezTo>
                <a:cubicBezTo>
                  <a:pt x="9882" y="60236"/>
                  <a:pt x="9882" y="60336"/>
                  <a:pt x="9832" y="60436"/>
                </a:cubicBezTo>
                <a:cubicBezTo>
                  <a:pt x="9807" y="60610"/>
                  <a:pt x="9757" y="60834"/>
                  <a:pt x="9708" y="61008"/>
                </a:cubicBezTo>
                <a:cubicBezTo>
                  <a:pt x="9708" y="61083"/>
                  <a:pt x="9683" y="61108"/>
                  <a:pt x="9683" y="61182"/>
                </a:cubicBezTo>
                <a:cubicBezTo>
                  <a:pt x="9658" y="61357"/>
                  <a:pt x="9633" y="61506"/>
                  <a:pt x="9583" y="61705"/>
                </a:cubicBezTo>
                <a:cubicBezTo>
                  <a:pt x="9558" y="61854"/>
                  <a:pt x="9558" y="61979"/>
                  <a:pt x="9533" y="62128"/>
                </a:cubicBezTo>
                <a:cubicBezTo>
                  <a:pt x="9533" y="62253"/>
                  <a:pt x="9509" y="62352"/>
                  <a:pt x="9459" y="62477"/>
                </a:cubicBezTo>
                <a:cubicBezTo>
                  <a:pt x="9459" y="62576"/>
                  <a:pt x="9434" y="62676"/>
                  <a:pt x="9434" y="62750"/>
                </a:cubicBezTo>
                <a:cubicBezTo>
                  <a:pt x="9434" y="62825"/>
                  <a:pt x="9409" y="62875"/>
                  <a:pt x="9409" y="62974"/>
                </a:cubicBezTo>
                <a:cubicBezTo>
                  <a:pt x="9409" y="63074"/>
                  <a:pt x="9384" y="63174"/>
                  <a:pt x="9384" y="63248"/>
                </a:cubicBezTo>
                <a:cubicBezTo>
                  <a:pt x="9334" y="63422"/>
                  <a:pt x="9334" y="63572"/>
                  <a:pt x="9334" y="63746"/>
                </a:cubicBezTo>
                <a:cubicBezTo>
                  <a:pt x="9334" y="63821"/>
                  <a:pt x="9334" y="63871"/>
                  <a:pt x="9309" y="63945"/>
                </a:cubicBezTo>
                <a:cubicBezTo>
                  <a:pt x="9309" y="63995"/>
                  <a:pt x="9309" y="64070"/>
                  <a:pt x="9285" y="64119"/>
                </a:cubicBezTo>
                <a:cubicBezTo>
                  <a:pt x="9285" y="64294"/>
                  <a:pt x="9260" y="64418"/>
                  <a:pt x="9260" y="64543"/>
                </a:cubicBezTo>
                <a:lnTo>
                  <a:pt x="9260" y="64742"/>
                </a:lnTo>
                <a:cubicBezTo>
                  <a:pt x="9260" y="64866"/>
                  <a:pt x="9210" y="64991"/>
                  <a:pt x="9210" y="65115"/>
                </a:cubicBezTo>
                <a:lnTo>
                  <a:pt x="9210" y="65339"/>
                </a:lnTo>
                <a:lnTo>
                  <a:pt x="9210" y="65439"/>
                </a:lnTo>
                <a:lnTo>
                  <a:pt x="9210" y="66036"/>
                </a:lnTo>
                <a:lnTo>
                  <a:pt x="9210" y="66210"/>
                </a:lnTo>
                <a:lnTo>
                  <a:pt x="9210" y="66235"/>
                </a:lnTo>
                <a:lnTo>
                  <a:pt x="9210" y="66285"/>
                </a:lnTo>
                <a:lnTo>
                  <a:pt x="9210" y="66733"/>
                </a:lnTo>
                <a:cubicBezTo>
                  <a:pt x="9210" y="66982"/>
                  <a:pt x="9260" y="67231"/>
                  <a:pt x="9285" y="67480"/>
                </a:cubicBezTo>
                <a:cubicBezTo>
                  <a:pt x="9285" y="67654"/>
                  <a:pt x="9309" y="67803"/>
                  <a:pt x="9309" y="67953"/>
                </a:cubicBezTo>
                <a:cubicBezTo>
                  <a:pt x="9309" y="68027"/>
                  <a:pt x="9309" y="68052"/>
                  <a:pt x="9334" y="68102"/>
                </a:cubicBezTo>
                <a:lnTo>
                  <a:pt x="9334" y="68301"/>
                </a:lnTo>
                <a:lnTo>
                  <a:pt x="9334" y="68326"/>
                </a:lnTo>
                <a:cubicBezTo>
                  <a:pt x="9334" y="68326"/>
                  <a:pt x="9334" y="68351"/>
                  <a:pt x="9309" y="68351"/>
                </a:cubicBezTo>
                <a:cubicBezTo>
                  <a:pt x="9309" y="68401"/>
                  <a:pt x="9285" y="68401"/>
                  <a:pt x="9285" y="68426"/>
                </a:cubicBezTo>
                <a:lnTo>
                  <a:pt x="9285" y="68326"/>
                </a:lnTo>
                <a:cubicBezTo>
                  <a:pt x="9260" y="68152"/>
                  <a:pt x="9260" y="67953"/>
                  <a:pt x="9210" y="67729"/>
                </a:cubicBezTo>
                <a:cubicBezTo>
                  <a:pt x="9185" y="67455"/>
                  <a:pt x="9185" y="67181"/>
                  <a:pt x="9160" y="66907"/>
                </a:cubicBezTo>
                <a:cubicBezTo>
                  <a:pt x="9160" y="66708"/>
                  <a:pt x="9135" y="66559"/>
                  <a:pt x="9135" y="66360"/>
                </a:cubicBezTo>
                <a:lnTo>
                  <a:pt x="9135" y="65364"/>
                </a:lnTo>
                <a:lnTo>
                  <a:pt x="9135" y="64966"/>
                </a:lnTo>
                <a:cubicBezTo>
                  <a:pt x="9135" y="64567"/>
                  <a:pt x="9160" y="64169"/>
                  <a:pt x="9185" y="63721"/>
                </a:cubicBezTo>
                <a:lnTo>
                  <a:pt x="9185" y="63547"/>
                </a:lnTo>
                <a:cubicBezTo>
                  <a:pt x="9260" y="62925"/>
                  <a:pt x="9309" y="62253"/>
                  <a:pt x="9434" y="61630"/>
                </a:cubicBezTo>
                <a:cubicBezTo>
                  <a:pt x="9459" y="61481"/>
                  <a:pt x="9509" y="61357"/>
                  <a:pt x="9509" y="61207"/>
                </a:cubicBezTo>
                <a:lnTo>
                  <a:pt x="9782" y="59714"/>
                </a:lnTo>
                <a:cubicBezTo>
                  <a:pt x="9832" y="59365"/>
                  <a:pt x="9932" y="58992"/>
                  <a:pt x="10031" y="58643"/>
                </a:cubicBezTo>
                <a:cubicBezTo>
                  <a:pt x="10081" y="58345"/>
                  <a:pt x="10181" y="58021"/>
                  <a:pt x="10280" y="57747"/>
                </a:cubicBezTo>
                <a:cubicBezTo>
                  <a:pt x="10430" y="57175"/>
                  <a:pt x="10579" y="56627"/>
                  <a:pt x="10778" y="56055"/>
                </a:cubicBezTo>
                <a:cubicBezTo>
                  <a:pt x="10803" y="55930"/>
                  <a:pt x="10878" y="55806"/>
                  <a:pt x="10902" y="55706"/>
                </a:cubicBezTo>
                <a:cubicBezTo>
                  <a:pt x="11077" y="55457"/>
                  <a:pt x="11201" y="55134"/>
                  <a:pt x="11326" y="54785"/>
                </a:cubicBezTo>
                <a:cubicBezTo>
                  <a:pt x="11346" y="54785"/>
                  <a:pt x="11385" y="54785"/>
                  <a:pt x="11397" y="54771"/>
                </a:cubicBezTo>
                <a:close/>
                <a:moveTo>
                  <a:pt x="34673" y="68077"/>
                </a:moveTo>
                <a:cubicBezTo>
                  <a:pt x="34723" y="68152"/>
                  <a:pt x="34848" y="68202"/>
                  <a:pt x="34972" y="68276"/>
                </a:cubicBezTo>
                <a:cubicBezTo>
                  <a:pt x="35022" y="68301"/>
                  <a:pt x="35072" y="68301"/>
                  <a:pt x="35097" y="68326"/>
                </a:cubicBezTo>
                <a:cubicBezTo>
                  <a:pt x="35192" y="68374"/>
                  <a:pt x="35284" y="68422"/>
                  <a:pt x="35375" y="68469"/>
                </a:cubicBezTo>
                <a:lnTo>
                  <a:pt x="35375" y="68469"/>
                </a:lnTo>
                <a:cubicBezTo>
                  <a:pt x="35209" y="68418"/>
                  <a:pt x="35066" y="68324"/>
                  <a:pt x="34922" y="68276"/>
                </a:cubicBezTo>
                <a:cubicBezTo>
                  <a:pt x="34823" y="68226"/>
                  <a:pt x="34723" y="68177"/>
                  <a:pt x="34649" y="68152"/>
                </a:cubicBezTo>
                <a:cubicBezTo>
                  <a:pt x="34649" y="68102"/>
                  <a:pt x="34673" y="68102"/>
                  <a:pt x="34673" y="68077"/>
                </a:cubicBezTo>
                <a:close/>
                <a:moveTo>
                  <a:pt x="52396" y="66409"/>
                </a:moveTo>
                <a:lnTo>
                  <a:pt x="52371" y="66434"/>
                </a:lnTo>
                <a:cubicBezTo>
                  <a:pt x="52371" y="66434"/>
                  <a:pt x="52371" y="66459"/>
                  <a:pt x="52346" y="66459"/>
                </a:cubicBezTo>
                <a:cubicBezTo>
                  <a:pt x="51624" y="66932"/>
                  <a:pt x="50654" y="67579"/>
                  <a:pt x="49733" y="68177"/>
                </a:cubicBezTo>
                <a:cubicBezTo>
                  <a:pt x="49583" y="68276"/>
                  <a:pt x="49459" y="68351"/>
                  <a:pt x="49260" y="68450"/>
                </a:cubicBezTo>
                <a:cubicBezTo>
                  <a:pt x="49225" y="68470"/>
                  <a:pt x="49189" y="68491"/>
                  <a:pt x="49152" y="68513"/>
                </a:cubicBezTo>
                <a:lnTo>
                  <a:pt x="49152" y="68513"/>
                </a:lnTo>
                <a:cubicBezTo>
                  <a:pt x="49157" y="68506"/>
                  <a:pt x="49160" y="68494"/>
                  <a:pt x="49160" y="68475"/>
                </a:cubicBezTo>
                <a:cubicBezTo>
                  <a:pt x="49758" y="68152"/>
                  <a:pt x="50355" y="67729"/>
                  <a:pt x="50927" y="67355"/>
                </a:cubicBezTo>
                <a:cubicBezTo>
                  <a:pt x="51151" y="67206"/>
                  <a:pt x="51375" y="67081"/>
                  <a:pt x="51624" y="66932"/>
                </a:cubicBezTo>
                <a:cubicBezTo>
                  <a:pt x="51649" y="66907"/>
                  <a:pt x="51674" y="66907"/>
                  <a:pt x="51724" y="66857"/>
                </a:cubicBezTo>
                <a:cubicBezTo>
                  <a:pt x="51923" y="66708"/>
                  <a:pt x="52172" y="66559"/>
                  <a:pt x="52396" y="66409"/>
                </a:cubicBezTo>
                <a:close/>
                <a:moveTo>
                  <a:pt x="17524" y="54014"/>
                </a:moveTo>
                <a:cubicBezTo>
                  <a:pt x="14362" y="58818"/>
                  <a:pt x="11674" y="63696"/>
                  <a:pt x="9583" y="68525"/>
                </a:cubicBezTo>
                <a:lnTo>
                  <a:pt x="9583" y="68450"/>
                </a:lnTo>
                <a:cubicBezTo>
                  <a:pt x="11649" y="63696"/>
                  <a:pt x="14288" y="58843"/>
                  <a:pt x="17474" y="54014"/>
                </a:cubicBezTo>
                <a:close/>
                <a:moveTo>
                  <a:pt x="51898" y="63945"/>
                </a:moveTo>
                <a:cubicBezTo>
                  <a:pt x="51873" y="63970"/>
                  <a:pt x="51873" y="63995"/>
                  <a:pt x="51848" y="64045"/>
                </a:cubicBezTo>
                <a:cubicBezTo>
                  <a:pt x="51799" y="64095"/>
                  <a:pt x="51774" y="64119"/>
                  <a:pt x="51774" y="64119"/>
                </a:cubicBezTo>
                <a:cubicBezTo>
                  <a:pt x="51774" y="64169"/>
                  <a:pt x="51749" y="64169"/>
                  <a:pt x="51749" y="64194"/>
                </a:cubicBezTo>
                <a:cubicBezTo>
                  <a:pt x="51301" y="64742"/>
                  <a:pt x="50902" y="65314"/>
                  <a:pt x="50529" y="65837"/>
                </a:cubicBezTo>
                <a:cubicBezTo>
                  <a:pt x="50479" y="65912"/>
                  <a:pt x="50430" y="65961"/>
                  <a:pt x="50380" y="66061"/>
                </a:cubicBezTo>
                <a:cubicBezTo>
                  <a:pt x="50255" y="66210"/>
                  <a:pt x="50156" y="66360"/>
                  <a:pt x="50056" y="66484"/>
                </a:cubicBezTo>
                <a:cubicBezTo>
                  <a:pt x="49758" y="66932"/>
                  <a:pt x="49533" y="67281"/>
                  <a:pt x="49160" y="67803"/>
                </a:cubicBezTo>
                <a:cubicBezTo>
                  <a:pt x="48986" y="68077"/>
                  <a:pt x="48787" y="68326"/>
                  <a:pt x="48613" y="68600"/>
                </a:cubicBezTo>
                <a:lnTo>
                  <a:pt x="48563" y="68600"/>
                </a:lnTo>
                <a:cubicBezTo>
                  <a:pt x="48575" y="68575"/>
                  <a:pt x="48581" y="68569"/>
                  <a:pt x="48578" y="68569"/>
                </a:cubicBezTo>
                <a:cubicBezTo>
                  <a:pt x="48575" y="68569"/>
                  <a:pt x="48563" y="68575"/>
                  <a:pt x="48538" y="68575"/>
                </a:cubicBezTo>
                <a:cubicBezTo>
                  <a:pt x="48986" y="67853"/>
                  <a:pt x="49583" y="66957"/>
                  <a:pt x="50280" y="65961"/>
                </a:cubicBezTo>
                <a:cubicBezTo>
                  <a:pt x="50753" y="65314"/>
                  <a:pt x="51226" y="64667"/>
                  <a:pt x="51724" y="64045"/>
                </a:cubicBezTo>
                <a:lnTo>
                  <a:pt x="51749" y="63995"/>
                </a:lnTo>
                <a:lnTo>
                  <a:pt x="51799" y="63945"/>
                </a:lnTo>
                <a:close/>
                <a:moveTo>
                  <a:pt x="20411" y="66683"/>
                </a:moveTo>
                <a:cubicBezTo>
                  <a:pt x="20610" y="67355"/>
                  <a:pt x="20859" y="67978"/>
                  <a:pt x="21158" y="68575"/>
                </a:cubicBezTo>
                <a:cubicBezTo>
                  <a:pt x="21158" y="68600"/>
                  <a:pt x="21133" y="68625"/>
                  <a:pt x="21133" y="68625"/>
                </a:cubicBezTo>
                <a:cubicBezTo>
                  <a:pt x="20835" y="68005"/>
                  <a:pt x="20587" y="67361"/>
                  <a:pt x="20389" y="66693"/>
                </a:cubicBezTo>
                <a:lnTo>
                  <a:pt x="20389" y="66693"/>
                </a:lnTo>
                <a:cubicBezTo>
                  <a:pt x="20392" y="66690"/>
                  <a:pt x="20398" y="66683"/>
                  <a:pt x="20411" y="66683"/>
                </a:cubicBezTo>
                <a:close/>
                <a:moveTo>
                  <a:pt x="22651" y="66409"/>
                </a:moveTo>
                <a:cubicBezTo>
                  <a:pt x="22228" y="67156"/>
                  <a:pt x="21780" y="67928"/>
                  <a:pt x="21382" y="68674"/>
                </a:cubicBezTo>
                <a:cubicBezTo>
                  <a:pt x="21382" y="68650"/>
                  <a:pt x="21357" y="68600"/>
                  <a:pt x="21357" y="68600"/>
                </a:cubicBezTo>
                <a:cubicBezTo>
                  <a:pt x="21755" y="67853"/>
                  <a:pt x="22153" y="67106"/>
                  <a:pt x="22601" y="66409"/>
                </a:cubicBezTo>
                <a:close/>
                <a:moveTo>
                  <a:pt x="53964" y="65837"/>
                </a:moveTo>
                <a:cubicBezTo>
                  <a:pt x="54113" y="65837"/>
                  <a:pt x="54288" y="65862"/>
                  <a:pt x="54487" y="65912"/>
                </a:cubicBezTo>
                <a:cubicBezTo>
                  <a:pt x="54512" y="65912"/>
                  <a:pt x="54537" y="65912"/>
                  <a:pt x="54586" y="65936"/>
                </a:cubicBezTo>
                <a:cubicBezTo>
                  <a:pt x="54761" y="65961"/>
                  <a:pt x="54960" y="66036"/>
                  <a:pt x="55134" y="66111"/>
                </a:cubicBezTo>
                <a:cubicBezTo>
                  <a:pt x="55159" y="66111"/>
                  <a:pt x="55209" y="66161"/>
                  <a:pt x="55234" y="66161"/>
                </a:cubicBezTo>
                <a:cubicBezTo>
                  <a:pt x="55458" y="66235"/>
                  <a:pt x="55706" y="66360"/>
                  <a:pt x="55955" y="66484"/>
                </a:cubicBezTo>
                <a:cubicBezTo>
                  <a:pt x="55980" y="66534"/>
                  <a:pt x="56005" y="66534"/>
                  <a:pt x="56055" y="66559"/>
                </a:cubicBezTo>
                <a:cubicBezTo>
                  <a:pt x="54885" y="67355"/>
                  <a:pt x="53765" y="68077"/>
                  <a:pt x="52620" y="68724"/>
                </a:cubicBezTo>
                <a:cubicBezTo>
                  <a:pt x="52620" y="68674"/>
                  <a:pt x="52595" y="68600"/>
                  <a:pt x="52595" y="68525"/>
                </a:cubicBezTo>
                <a:cubicBezTo>
                  <a:pt x="52595" y="68426"/>
                  <a:pt x="52570" y="68326"/>
                  <a:pt x="52570" y="68226"/>
                </a:cubicBezTo>
                <a:lnTo>
                  <a:pt x="52570" y="67978"/>
                </a:lnTo>
                <a:lnTo>
                  <a:pt x="52570" y="67729"/>
                </a:lnTo>
                <a:cubicBezTo>
                  <a:pt x="52595" y="67679"/>
                  <a:pt x="52595" y="67604"/>
                  <a:pt x="52595" y="67554"/>
                </a:cubicBezTo>
                <a:cubicBezTo>
                  <a:pt x="52595" y="67455"/>
                  <a:pt x="52595" y="67405"/>
                  <a:pt x="52620" y="67305"/>
                </a:cubicBezTo>
                <a:cubicBezTo>
                  <a:pt x="52620" y="67231"/>
                  <a:pt x="52645" y="67181"/>
                  <a:pt x="52645" y="67106"/>
                </a:cubicBezTo>
                <a:cubicBezTo>
                  <a:pt x="52645" y="67057"/>
                  <a:pt x="52670" y="66982"/>
                  <a:pt x="52670" y="66932"/>
                </a:cubicBezTo>
                <a:cubicBezTo>
                  <a:pt x="52720" y="66857"/>
                  <a:pt x="52720" y="66808"/>
                  <a:pt x="52744" y="66733"/>
                </a:cubicBezTo>
                <a:cubicBezTo>
                  <a:pt x="52769" y="66683"/>
                  <a:pt x="52769" y="66658"/>
                  <a:pt x="52794" y="66584"/>
                </a:cubicBezTo>
                <a:cubicBezTo>
                  <a:pt x="52844" y="66484"/>
                  <a:pt x="52894" y="66409"/>
                  <a:pt x="52968" y="66310"/>
                </a:cubicBezTo>
                <a:cubicBezTo>
                  <a:pt x="52993" y="66235"/>
                  <a:pt x="53043" y="66185"/>
                  <a:pt x="53118" y="66161"/>
                </a:cubicBezTo>
                <a:lnTo>
                  <a:pt x="53143" y="66111"/>
                </a:lnTo>
                <a:cubicBezTo>
                  <a:pt x="53168" y="66086"/>
                  <a:pt x="53217" y="66086"/>
                  <a:pt x="53217" y="66061"/>
                </a:cubicBezTo>
                <a:cubicBezTo>
                  <a:pt x="53292" y="65986"/>
                  <a:pt x="53392" y="65961"/>
                  <a:pt x="53516" y="65912"/>
                </a:cubicBezTo>
                <a:cubicBezTo>
                  <a:pt x="53641" y="65862"/>
                  <a:pt x="53790" y="65837"/>
                  <a:pt x="53964" y="65837"/>
                </a:cubicBezTo>
                <a:close/>
                <a:moveTo>
                  <a:pt x="49128" y="68527"/>
                </a:moveTo>
                <a:cubicBezTo>
                  <a:pt x="48990" y="68611"/>
                  <a:pt x="48844" y="68705"/>
                  <a:pt x="48712" y="68799"/>
                </a:cubicBezTo>
                <a:cubicBezTo>
                  <a:pt x="48712" y="68774"/>
                  <a:pt x="48737" y="68774"/>
                  <a:pt x="48737" y="68724"/>
                </a:cubicBezTo>
                <a:cubicBezTo>
                  <a:pt x="48860" y="68675"/>
                  <a:pt x="48982" y="68578"/>
                  <a:pt x="49128" y="68527"/>
                </a:cubicBezTo>
                <a:close/>
                <a:moveTo>
                  <a:pt x="52620" y="66484"/>
                </a:moveTo>
                <a:cubicBezTo>
                  <a:pt x="52595" y="66559"/>
                  <a:pt x="52595" y="66584"/>
                  <a:pt x="52570" y="66658"/>
                </a:cubicBezTo>
                <a:cubicBezTo>
                  <a:pt x="52570" y="66733"/>
                  <a:pt x="52520" y="66783"/>
                  <a:pt x="52496" y="66857"/>
                </a:cubicBezTo>
                <a:cubicBezTo>
                  <a:pt x="52471" y="66932"/>
                  <a:pt x="52471" y="67032"/>
                  <a:pt x="52471" y="67081"/>
                </a:cubicBezTo>
                <a:cubicBezTo>
                  <a:pt x="52471" y="67131"/>
                  <a:pt x="52446" y="67206"/>
                  <a:pt x="52446" y="67256"/>
                </a:cubicBezTo>
                <a:cubicBezTo>
                  <a:pt x="52446" y="67355"/>
                  <a:pt x="52446" y="67430"/>
                  <a:pt x="52396" y="67530"/>
                </a:cubicBezTo>
                <a:lnTo>
                  <a:pt x="52396" y="67729"/>
                </a:lnTo>
                <a:lnTo>
                  <a:pt x="52396" y="68002"/>
                </a:lnTo>
                <a:lnTo>
                  <a:pt x="52396" y="68276"/>
                </a:lnTo>
                <a:cubicBezTo>
                  <a:pt x="52396" y="68351"/>
                  <a:pt x="52446" y="68475"/>
                  <a:pt x="52446" y="68575"/>
                </a:cubicBezTo>
                <a:cubicBezTo>
                  <a:pt x="52446" y="68674"/>
                  <a:pt x="52471" y="68774"/>
                  <a:pt x="52471" y="68849"/>
                </a:cubicBezTo>
                <a:cubicBezTo>
                  <a:pt x="52446" y="68849"/>
                  <a:pt x="52446" y="68899"/>
                  <a:pt x="52396" y="68899"/>
                </a:cubicBezTo>
                <a:cubicBezTo>
                  <a:pt x="52371" y="68699"/>
                  <a:pt x="52371" y="68550"/>
                  <a:pt x="52346" y="68401"/>
                </a:cubicBezTo>
                <a:lnTo>
                  <a:pt x="52346" y="68301"/>
                </a:lnTo>
                <a:cubicBezTo>
                  <a:pt x="52346" y="68152"/>
                  <a:pt x="52321" y="67953"/>
                  <a:pt x="52321" y="67803"/>
                </a:cubicBezTo>
                <a:lnTo>
                  <a:pt x="52321" y="67729"/>
                </a:lnTo>
                <a:cubicBezTo>
                  <a:pt x="52321" y="67579"/>
                  <a:pt x="52321" y="67430"/>
                  <a:pt x="52346" y="67281"/>
                </a:cubicBezTo>
                <a:lnTo>
                  <a:pt x="52346" y="67231"/>
                </a:lnTo>
                <a:cubicBezTo>
                  <a:pt x="52371" y="66957"/>
                  <a:pt x="52446" y="66733"/>
                  <a:pt x="52520" y="66559"/>
                </a:cubicBezTo>
                <a:cubicBezTo>
                  <a:pt x="52570" y="66534"/>
                  <a:pt x="52595" y="66534"/>
                  <a:pt x="52620" y="66484"/>
                </a:cubicBezTo>
                <a:close/>
                <a:moveTo>
                  <a:pt x="21257" y="68799"/>
                </a:moveTo>
                <a:cubicBezTo>
                  <a:pt x="21257" y="68824"/>
                  <a:pt x="21282" y="68849"/>
                  <a:pt x="21282" y="68849"/>
                </a:cubicBezTo>
                <a:cubicBezTo>
                  <a:pt x="21282" y="68899"/>
                  <a:pt x="21257" y="68899"/>
                  <a:pt x="21257" y="68923"/>
                </a:cubicBezTo>
                <a:cubicBezTo>
                  <a:pt x="21257" y="68899"/>
                  <a:pt x="21232" y="68899"/>
                  <a:pt x="21232" y="68849"/>
                </a:cubicBezTo>
                <a:cubicBezTo>
                  <a:pt x="21232" y="68849"/>
                  <a:pt x="21232" y="68824"/>
                  <a:pt x="21257" y="68799"/>
                </a:cubicBezTo>
                <a:close/>
                <a:moveTo>
                  <a:pt x="48339" y="68948"/>
                </a:moveTo>
                <a:cubicBezTo>
                  <a:pt x="48339" y="68948"/>
                  <a:pt x="48339" y="68973"/>
                  <a:pt x="48289" y="68973"/>
                </a:cubicBezTo>
                <a:lnTo>
                  <a:pt x="48339" y="68948"/>
                </a:lnTo>
                <a:close/>
                <a:moveTo>
                  <a:pt x="9434" y="68774"/>
                </a:moveTo>
                <a:lnTo>
                  <a:pt x="9434" y="68824"/>
                </a:lnTo>
                <a:lnTo>
                  <a:pt x="9434" y="68899"/>
                </a:lnTo>
                <a:lnTo>
                  <a:pt x="9434" y="68948"/>
                </a:lnTo>
                <a:cubicBezTo>
                  <a:pt x="9434" y="68973"/>
                  <a:pt x="9409" y="68973"/>
                  <a:pt x="9409" y="68998"/>
                </a:cubicBezTo>
                <a:cubicBezTo>
                  <a:pt x="9409" y="68973"/>
                  <a:pt x="9409" y="68923"/>
                  <a:pt x="9384" y="68874"/>
                </a:cubicBezTo>
                <a:cubicBezTo>
                  <a:pt x="9384" y="68849"/>
                  <a:pt x="9409" y="68849"/>
                  <a:pt x="9409" y="68824"/>
                </a:cubicBezTo>
                <a:cubicBezTo>
                  <a:pt x="9409" y="68799"/>
                  <a:pt x="9434" y="68799"/>
                  <a:pt x="9434" y="68774"/>
                </a:cubicBezTo>
                <a:close/>
                <a:moveTo>
                  <a:pt x="48289" y="68973"/>
                </a:moveTo>
                <a:cubicBezTo>
                  <a:pt x="48289" y="69023"/>
                  <a:pt x="48289" y="69023"/>
                  <a:pt x="48264" y="69023"/>
                </a:cubicBezTo>
                <a:cubicBezTo>
                  <a:pt x="48264" y="68973"/>
                  <a:pt x="48289" y="68973"/>
                  <a:pt x="48289" y="68973"/>
                </a:cubicBezTo>
                <a:close/>
                <a:moveTo>
                  <a:pt x="56229" y="66683"/>
                </a:moveTo>
                <a:cubicBezTo>
                  <a:pt x="56254" y="66683"/>
                  <a:pt x="56254" y="66708"/>
                  <a:pt x="56304" y="66708"/>
                </a:cubicBezTo>
                <a:cubicBezTo>
                  <a:pt x="55084" y="67554"/>
                  <a:pt x="53889" y="68326"/>
                  <a:pt x="52695" y="69023"/>
                </a:cubicBezTo>
                <a:lnTo>
                  <a:pt x="52695" y="68948"/>
                </a:lnTo>
                <a:cubicBezTo>
                  <a:pt x="53865" y="68276"/>
                  <a:pt x="55059" y="67530"/>
                  <a:pt x="56229" y="66683"/>
                </a:cubicBezTo>
                <a:close/>
                <a:moveTo>
                  <a:pt x="52520" y="69048"/>
                </a:moveTo>
                <a:lnTo>
                  <a:pt x="52520" y="69098"/>
                </a:lnTo>
                <a:cubicBezTo>
                  <a:pt x="52496" y="69098"/>
                  <a:pt x="52471" y="69147"/>
                  <a:pt x="52471" y="69147"/>
                </a:cubicBezTo>
                <a:lnTo>
                  <a:pt x="52471" y="69073"/>
                </a:lnTo>
                <a:cubicBezTo>
                  <a:pt x="52496" y="69073"/>
                  <a:pt x="52496" y="69048"/>
                  <a:pt x="52520" y="69048"/>
                </a:cubicBezTo>
                <a:close/>
                <a:moveTo>
                  <a:pt x="2365" y="68799"/>
                </a:moveTo>
                <a:cubicBezTo>
                  <a:pt x="2365" y="68923"/>
                  <a:pt x="2340" y="69048"/>
                  <a:pt x="2340" y="69147"/>
                </a:cubicBezTo>
                <a:cubicBezTo>
                  <a:pt x="2315" y="69297"/>
                  <a:pt x="2290" y="69421"/>
                  <a:pt x="2215" y="69571"/>
                </a:cubicBezTo>
                <a:cubicBezTo>
                  <a:pt x="2215" y="69421"/>
                  <a:pt x="2240" y="69297"/>
                  <a:pt x="2290" y="69147"/>
                </a:cubicBezTo>
                <a:cubicBezTo>
                  <a:pt x="2315" y="69048"/>
                  <a:pt x="2340" y="68923"/>
                  <a:pt x="2365" y="68799"/>
                </a:cubicBezTo>
                <a:close/>
                <a:moveTo>
                  <a:pt x="89061" y="61108"/>
                </a:moveTo>
                <a:cubicBezTo>
                  <a:pt x="91475" y="62004"/>
                  <a:pt x="93964" y="62676"/>
                  <a:pt x="96478" y="63024"/>
                </a:cubicBezTo>
                <a:cubicBezTo>
                  <a:pt x="95682" y="65215"/>
                  <a:pt x="94636" y="67480"/>
                  <a:pt x="93292" y="69770"/>
                </a:cubicBezTo>
                <a:cubicBezTo>
                  <a:pt x="91301" y="67828"/>
                  <a:pt x="89085" y="65862"/>
                  <a:pt x="86820" y="64045"/>
                </a:cubicBezTo>
                <a:cubicBezTo>
                  <a:pt x="87592" y="63074"/>
                  <a:pt x="88339" y="62103"/>
                  <a:pt x="89061" y="61108"/>
                </a:cubicBezTo>
                <a:close/>
                <a:moveTo>
                  <a:pt x="31562" y="67181"/>
                </a:moveTo>
                <a:cubicBezTo>
                  <a:pt x="31587" y="67206"/>
                  <a:pt x="31587" y="67231"/>
                  <a:pt x="31612" y="67231"/>
                </a:cubicBezTo>
                <a:cubicBezTo>
                  <a:pt x="31861" y="67305"/>
                  <a:pt x="32110" y="67405"/>
                  <a:pt x="32359" y="67455"/>
                </a:cubicBezTo>
                <a:cubicBezTo>
                  <a:pt x="32483" y="67480"/>
                  <a:pt x="32608" y="67554"/>
                  <a:pt x="32707" y="67579"/>
                </a:cubicBezTo>
                <a:cubicBezTo>
                  <a:pt x="32931" y="67654"/>
                  <a:pt x="33105" y="67729"/>
                  <a:pt x="33329" y="67803"/>
                </a:cubicBezTo>
                <a:cubicBezTo>
                  <a:pt x="33454" y="67853"/>
                  <a:pt x="33578" y="67928"/>
                  <a:pt x="33728" y="67953"/>
                </a:cubicBezTo>
                <a:cubicBezTo>
                  <a:pt x="33852" y="67978"/>
                  <a:pt x="33952" y="68052"/>
                  <a:pt x="34076" y="68077"/>
                </a:cubicBezTo>
                <a:cubicBezTo>
                  <a:pt x="33703" y="68674"/>
                  <a:pt x="33354" y="69272"/>
                  <a:pt x="32981" y="69844"/>
                </a:cubicBezTo>
                <a:cubicBezTo>
                  <a:pt x="32359" y="69098"/>
                  <a:pt x="31861" y="68202"/>
                  <a:pt x="31562" y="67181"/>
                </a:cubicBezTo>
                <a:close/>
                <a:moveTo>
                  <a:pt x="96777" y="63074"/>
                </a:moveTo>
                <a:cubicBezTo>
                  <a:pt x="95931" y="65314"/>
                  <a:pt x="94810" y="67604"/>
                  <a:pt x="93466" y="69919"/>
                </a:cubicBezTo>
                <a:lnTo>
                  <a:pt x="93441" y="69894"/>
                </a:lnTo>
                <a:cubicBezTo>
                  <a:pt x="94786" y="67579"/>
                  <a:pt x="95881" y="65289"/>
                  <a:pt x="96702" y="63074"/>
                </a:cubicBezTo>
                <a:close/>
                <a:moveTo>
                  <a:pt x="49260" y="63746"/>
                </a:moveTo>
                <a:cubicBezTo>
                  <a:pt x="49957" y="63945"/>
                  <a:pt x="50529" y="64045"/>
                  <a:pt x="51002" y="64045"/>
                </a:cubicBezTo>
                <a:cubicBezTo>
                  <a:pt x="51201" y="64045"/>
                  <a:pt x="51351" y="64045"/>
                  <a:pt x="51500" y="63995"/>
                </a:cubicBezTo>
                <a:lnTo>
                  <a:pt x="51500" y="63995"/>
                </a:lnTo>
                <a:cubicBezTo>
                  <a:pt x="51251" y="64343"/>
                  <a:pt x="51002" y="64667"/>
                  <a:pt x="50753" y="64991"/>
                </a:cubicBezTo>
                <a:cubicBezTo>
                  <a:pt x="50629" y="65190"/>
                  <a:pt x="50504" y="65339"/>
                  <a:pt x="50380" y="65513"/>
                </a:cubicBezTo>
                <a:cubicBezTo>
                  <a:pt x="50330" y="65613"/>
                  <a:pt x="50255" y="65712"/>
                  <a:pt x="50206" y="65787"/>
                </a:cubicBezTo>
                <a:cubicBezTo>
                  <a:pt x="50131" y="65862"/>
                  <a:pt x="50031" y="65986"/>
                  <a:pt x="49982" y="66086"/>
                </a:cubicBezTo>
                <a:lnTo>
                  <a:pt x="49957" y="66111"/>
                </a:lnTo>
                <a:cubicBezTo>
                  <a:pt x="49857" y="66235"/>
                  <a:pt x="49782" y="66335"/>
                  <a:pt x="49708" y="66459"/>
                </a:cubicBezTo>
                <a:lnTo>
                  <a:pt x="49334" y="67032"/>
                </a:lnTo>
                <a:cubicBezTo>
                  <a:pt x="49235" y="67156"/>
                  <a:pt x="49160" y="67281"/>
                  <a:pt x="49085" y="67430"/>
                </a:cubicBezTo>
                <a:cubicBezTo>
                  <a:pt x="48762" y="67903"/>
                  <a:pt x="48463" y="68326"/>
                  <a:pt x="48164" y="68799"/>
                </a:cubicBezTo>
                <a:cubicBezTo>
                  <a:pt x="47891" y="68948"/>
                  <a:pt x="47642" y="69098"/>
                  <a:pt x="47393" y="69222"/>
                </a:cubicBezTo>
                <a:cubicBezTo>
                  <a:pt x="46845" y="69521"/>
                  <a:pt x="46397" y="69770"/>
                  <a:pt x="45999" y="69944"/>
                </a:cubicBezTo>
                <a:cubicBezTo>
                  <a:pt x="46795" y="67928"/>
                  <a:pt x="47916" y="65837"/>
                  <a:pt x="49260" y="63746"/>
                </a:cubicBezTo>
                <a:close/>
                <a:moveTo>
                  <a:pt x="56478" y="66808"/>
                </a:moveTo>
                <a:cubicBezTo>
                  <a:pt x="56528" y="66833"/>
                  <a:pt x="56603" y="66857"/>
                  <a:pt x="56702" y="66932"/>
                </a:cubicBezTo>
                <a:cubicBezTo>
                  <a:pt x="56727" y="66932"/>
                  <a:pt x="56727" y="66957"/>
                  <a:pt x="56752" y="66957"/>
                </a:cubicBezTo>
                <a:cubicBezTo>
                  <a:pt x="56652" y="67032"/>
                  <a:pt x="56578" y="67106"/>
                  <a:pt x="56478" y="67181"/>
                </a:cubicBezTo>
                <a:cubicBezTo>
                  <a:pt x="56254" y="67355"/>
                  <a:pt x="56030" y="67530"/>
                  <a:pt x="55831" y="67704"/>
                </a:cubicBezTo>
                <a:cubicBezTo>
                  <a:pt x="55731" y="67803"/>
                  <a:pt x="55607" y="67853"/>
                  <a:pt x="55507" y="67953"/>
                </a:cubicBezTo>
                <a:cubicBezTo>
                  <a:pt x="55234" y="68177"/>
                  <a:pt x="54910" y="68426"/>
                  <a:pt x="54636" y="68650"/>
                </a:cubicBezTo>
                <a:cubicBezTo>
                  <a:pt x="54412" y="68824"/>
                  <a:pt x="54163" y="68973"/>
                  <a:pt x="53964" y="69172"/>
                </a:cubicBezTo>
                <a:cubicBezTo>
                  <a:pt x="53889" y="69222"/>
                  <a:pt x="53790" y="69272"/>
                  <a:pt x="53740" y="69322"/>
                </a:cubicBezTo>
                <a:cubicBezTo>
                  <a:pt x="53466" y="69546"/>
                  <a:pt x="53168" y="69720"/>
                  <a:pt x="52894" y="69944"/>
                </a:cubicBezTo>
                <a:cubicBezTo>
                  <a:pt x="52894" y="69894"/>
                  <a:pt x="52869" y="69819"/>
                  <a:pt x="52869" y="69770"/>
                </a:cubicBezTo>
                <a:cubicBezTo>
                  <a:pt x="52819" y="69645"/>
                  <a:pt x="52769" y="69521"/>
                  <a:pt x="52744" y="69421"/>
                </a:cubicBezTo>
                <a:cubicBezTo>
                  <a:pt x="52744" y="69347"/>
                  <a:pt x="52720" y="69272"/>
                  <a:pt x="52720" y="69197"/>
                </a:cubicBezTo>
                <a:cubicBezTo>
                  <a:pt x="53964" y="68475"/>
                  <a:pt x="55234" y="67704"/>
                  <a:pt x="56478" y="66808"/>
                </a:cubicBezTo>
                <a:close/>
                <a:moveTo>
                  <a:pt x="86721" y="64169"/>
                </a:moveTo>
                <a:cubicBezTo>
                  <a:pt x="88986" y="65986"/>
                  <a:pt x="91201" y="67953"/>
                  <a:pt x="93192" y="69919"/>
                </a:cubicBezTo>
                <a:cubicBezTo>
                  <a:pt x="93192" y="69944"/>
                  <a:pt x="93168" y="69944"/>
                  <a:pt x="93168" y="69969"/>
                </a:cubicBezTo>
                <a:cubicBezTo>
                  <a:pt x="91176" y="68002"/>
                  <a:pt x="88961" y="66086"/>
                  <a:pt x="86671" y="64219"/>
                </a:cubicBezTo>
                <a:cubicBezTo>
                  <a:pt x="86696" y="64219"/>
                  <a:pt x="86696" y="64194"/>
                  <a:pt x="86721" y="64169"/>
                </a:cubicBezTo>
                <a:close/>
                <a:moveTo>
                  <a:pt x="52570" y="69297"/>
                </a:moveTo>
                <a:cubicBezTo>
                  <a:pt x="52570" y="69347"/>
                  <a:pt x="52595" y="69421"/>
                  <a:pt x="52595" y="69471"/>
                </a:cubicBezTo>
                <a:lnTo>
                  <a:pt x="52695" y="69844"/>
                </a:lnTo>
                <a:cubicBezTo>
                  <a:pt x="52695" y="69919"/>
                  <a:pt x="52720" y="69969"/>
                  <a:pt x="52720" y="70043"/>
                </a:cubicBezTo>
                <a:cubicBezTo>
                  <a:pt x="52695" y="70043"/>
                  <a:pt x="52695" y="70068"/>
                  <a:pt x="52645" y="70068"/>
                </a:cubicBezTo>
                <a:cubicBezTo>
                  <a:pt x="52620" y="69944"/>
                  <a:pt x="52595" y="69819"/>
                  <a:pt x="52570" y="69720"/>
                </a:cubicBezTo>
                <a:cubicBezTo>
                  <a:pt x="52570" y="69670"/>
                  <a:pt x="52520" y="69595"/>
                  <a:pt x="52520" y="69546"/>
                </a:cubicBezTo>
                <a:cubicBezTo>
                  <a:pt x="52496" y="69471"/>
                  <a:pt x="52496" y="69396"/>
                  <a:pt x="52496" y="69322"/>
                </a:cubicBezTo>
                <a:cubicBezTo>
                  <a:pt x="52520" y="69322"/>
                  <a:pt x="52520" y="69297"/>
                  <a:pt x="52570" y="69297"/>
                </a:cubicBezTo>
                <a:close/>
                <a:moveTo>
                  <a:pt x="34225" y="68177"/>
                </a:moveTo>
                <a:cubicBezTo>
                  <a:pt x="34275" y="68177"/>
                  <a:pt x="34275" y="68177"/>
                  <a:pt x="34300" y="68202"/>
                </a:cubicBezTo>
                <a:cubicBezTo>
                  <a:pt x="33902" y="68849"/>
                  <a:pt x="33528" y="69471"/>
                  <a:pt x="33155" y="70093"/>
                </a:cubicBezTo>
                <a:cubicBezTo>
                  <a:pt x="33155" y="70068"/>
                  <a:pt x="33105" y="70068"/>
                  <a:pt x="33105" y="70043"/>
                </a:cubicBezTo>
                <a:lnTo>
                  <a:pt x="34225" y="68177"/>
                </a:lnTo>
                <a:close/>
                <a:moveTo>
                  <a:pt x="31338" y="67156"/>
                </a:moveTo>
                <a:cubicBezTo>
                  <a:pt x="31687" y="68276"/>
                  <a:pt x="32184" y="69272"/>
                  <a:pt x="32906" y="70068"/>
                </a:cubicBezTo>
                <a:cubicBezTo>
                  <a:pt x="32906" y="70093"/>
                  <a:pt x="32856" y="70093"/>
                  <a:pt x="32856" y="70143"/>
                </a:cubicBezTo>
                <a:cubicBezTo>
                  <a:pt x="32159" y="69297"/>
                  <a:pt x="31612" y="68301"/>
                  <a:pt x="31288" y="67156"/>
                </a:cubicBezTo>
                <a:close/>
                <a:moveTo>
                  <a:pt x="49011" y="63696"/>
                </a:moveTo>
                <a:cubicBezTo>
                  <a:pt x="49036" y="63696"/>
                  <a:pt x="49036" y="63696"/>
                  <a:pt x="49061" y="63721"/>
                </a:cubicBezTo>
                <a:cubicBezTo>
                  <a:pt x="47667" y="65837"/>
                  <a:pt x="46547" y="68027"/>
                  <a:pt x="45700" y="70093"/>
                </a:cubicBezTo>
                <a:cubicBezTo>
                  <a:pt x="45675" y="70093"/>
                  <a:pt x="45650" y="70143"/>
                  <a:pt x="45626" y="70143"/>
                </a:cubicBezTo>
                <a:cubicBezTo>
                  <a:pt x="46497" y="68027"/>
                  <a:pt x="47617" y="65837"/>
                  <a:pt x="49011" y="63696"/>
                </a:cubicBezTo>
                <a:close/>
                <a:moveTo>
                  <a:pt x="47891" y="69172"/>
                </a:moveTo>
                <a:lnTo>
                  <a:pt x="47866" y="69197"/>
                </a:lnTo>
                <a:cubicBezTo>
                  <a:pt x="47741" y="69322"/>
                  <a:pt x="47617" y="69396"/>
                  <a:pt x="47492" y="69446"/>
                </a:cubicBezTo>
                <a:cubicBezTo>
                  <a:pt x="46995" y="69695"/>
                  <a:pt x="46547" y="69944"/>
                  <a:pt x="46148" y="70143"/>
                </a:cubicBezTo>
                <a:cubicBezTo>
                  <a:pt x="46621" y="69869"/>
                  <a:pt x="47119" y="69645"/>
                  <a:pt x="47592" y="69347"/>
                </a:cubicBezTo>
                <a:cubicBezTo>
                  <a:pt x="47592" y="69347"/>
                  <a:pt x="47617" y="69347"/>
                  <a:pt x="47617" y="69322"/>
                </a:cubicBezTo>
                <a:lnTo>
                  <a:pt x="47791" y="69222"/>
                </a:lnTo>
                <a:cubicBezTo>
                  <a:pt x="47816" y="69197"/>
                  <a:pt x="47866" y="69197"/>
                  <a:pt x="47891" y="69172"/>
                </a:cubicBezTo>
                <a:close/>
                <a:moveTo>
                  <a:pt x="56926" y="67057"/>
                </a:moveTo>
                <a:cubicBezTo>
                  <a:pt x="56951" y="67081"/>
                  <a:pt x="56951" y="67081"/>
                  <a:pt x="56976" y="67081"/>
                </a:cubicBezTo>
                <a:cubicBezTo>
                  <a:pt x="56926" y="67156"/>
                  <a:pt x="56851" y="67181"/>
                  <a:pt x="56802" y="67231"/>
                </a:cubicBezTo>
                <a:cubicBezTo>
                  <a:pt x="56354" y="67579"/>
                  <a:pt x="55881" y="67953"/>
                  <a:pt x="55458" y="68301"/>
                </a:cubicBezTo>
                <a:cubicBezTo>
                  <a:pt x="55234" y="68450"/>
                  <a:pt x="55010" y="68650"/>
                  <a:pt x="54810" y="68799"/>
                </a:cubicBezTo>
                <a:cubicBezTo>
                  <a:pt x="54188" y="69272"/>
                  <a:pt x="53566" y="69720"/>
                  <a:pt x="52944" y="70168"/>
                </a:cubicBezTo>
                <a:lnTo>
                  <a:pt x="52944" y="70143"/>
                </a:lnTo>
                <a:lnTo>
                  <a:pt x="52944" y="70093"/>
                </a:lnTo>
                <a:cubicBezTo>
                  <a:pt x="53118" y="69969"/>
                  <a:pt x="53292" y="69819"/>
                  <a:pt x="53491" y="69670"/>
                </a:cubicBezTo>
                <a:lnTo>
                  <a:pt x="53566" y="69595"/>
                </a:lnTo>
                <a:lnTo>
                  <a:pt x="54586" y="68849"/>
                </a:lnTo>
                <a:cubicBezTo>
                  <a:pt x="54636" y="68824"/>
                  <a:pt x="54711" y="68774"/>
                  <a:pt x="54761" y="68724"/>
                </a:cubicBezTo>
                <a:lnTo>
                  <a:pt x="54810" y="68724"/>
                </a:lnTo>
                <a:cubicBezTo>
                  <a:pt x="55059" y="68550"/>
                  <a:pt x="55283" y="68351"/>
                  <a:pt x="55557" y="68152"/>
                </a:cubicBezTo>
                <a:cubicBezTo>
                  <a:pt x="55582" y="68152"/>
                  <a:pt x="55582" y="68102"/>
                  <a:pt x="55607" y="68102"/>
                </a:cubicBezTo>
                <a:cubicBezTo>
                  <a:pt x="55706" y="68052"/>
                  <a:pt x="55781" y="67953"/>
                  <a:pt x="55881" y="67903"/>
                </a:cubicBezTo>
                <a:cubicBezTo>
                  <a:pt x="56005" y="67803"/>
                  <a:pt x="56179" y="67679"/>
                  <a:pt x="56304" y="67579"/>
                </a:cubicBezTo>
                <a:cubicBezTo>
                  <a:pt x="56453" y="67455"/>
                  <a:pt x="56603" y="67330"/>
                  <a:pt x="56727" y="67231"/>
                </a:cubicBezTo>
                <a:cubicBezTo>
                  <a:pt x="56752" y="67181"/>
                  <a:pt x="56851" y="67106"/>
                  <a:pt x="56926" y="67057"/>
                </a:cubicBezTo>
                <a:close/>
                <a:moveTo>
                  <a:pt x="77760" y="58021"/>
                </a:moveTo>
                <a:cubicBezTo>
                  <a:pt x="79975" y="59440"/>
                  <a:pt x="82265" y="61083"/>
                  <a:pt x="84580" y="62850"/>
                </a:cubicBezTo>
                <a:cubicBezTo>
                  <a:pt x="83361" y="65240"/>
                  <a:pt x="81767" y="67729"/>
                  <a:pt x="79876" y="70168"/>
                </a:cubicBezTo>
                <a:cubicBezTo>
                  <a:pt x="77362" y="68102"/>
                  <a:pt x="74922" y="65961"/>
                  <a:pt x="72782" y="63821"/>
                </a:cubicBezTo>
                <a:cubicBezTo>
                  <a:pt x="74524" y="61929"/>
                  <a:pt x="76192" y="59988"/>
                  <a:pt x="77760" y="58021"/>
                </a:cubicBezTo>
                <a:close/>
                <a:moveTo>
                  <a:pt x="93342" y="70068"/>
                </a:moveTo>
                <a:lnTo>
                  <a:pt x="93392" y="70093"/>
                </a:lnTo>
                <a:cubicBezTo>
                  <a:pt x="93392" y="70143"/>
                  <a:pt x="93342" y="70143"/>
                  <a:pt x="93342" y="70168"/>
                </a:cubicBezTo>
                <a:lnTo>
                  <a:pt x="93317" y="70143"/>
                </a:lnTo>
                <a:cubicBezTo>
                  <a:pt x="93317" y="70093"/>
                  <a:pt x="93342" y="70093"/>
                  <a:pt x="93342" y="70068"/>
                </a:cubicBezTo>
                <a:close/>
                <a:moveTo>
                  <a:pt x="48264" y="63447"/>
                </a:moveTo>
                <a:lnTo>
                  <a:pt x="48837" y="63622"/>
                </a:lnTo>
                <a:cubicBezTo>
                  <a:pt x="47393" y="65837"/>
                  <a:pt x="46248" y="68077"/>
                  <a:pt x="45377" y="70218"/>
                </a:cubicBezTo>
                <a:cubicBezTo>
                  <a:pt x="45227" y="69595"/>
                  <a:pt x="45003" y="68948"/>
                  <a:pt x="44680" y="68326"/>
                </a:cubicBezTo>
                <a:cubicBezTo>
                  <a:pt x="45178" y="67579"/>
                  <a:pt x="45675" y="66857"/>
                  <a:pt x="46223" y="66161"/>
                </a:cubicBezTo>
                <a:cubicBezTo>
                  <a:pt x="46372" y="65936"/>
                  <a:pt x="46547" y="65688"/>
                  <a:pt x="46746" y="65464"/>
                </a:cubicBezTo>
                <a:lnTo>
                  <a:pt x="47866" y="63970"/>
                </a:lnTo>
                <a:cubicBezTo>
                  <a:pt x="47965" y="63846"/>
                  <a:pt x="48040" y="63746"/>
                  <a:pt x="48115" y="63622"/>
                </a:cubicBezTo>
                <a:cubicBezTo>
                  <a:pt x="48140" y="63572"/>
                  <a:pt x="48214" y="63547"/>
                  <a:pt x="48239" y="63472"/>
                </a:cubicBezTo>
                <a:cubicBezTo>
                  <a:pt x="48239" y="63472"/>
                  <a:pt x="48239" y="63447"/>
                  <a:pt x="48264" y="63447"/>
                </a:cubicBezTo>
                <a:close/>
                <a:moveTo>
                  <a:pt x="52744" y="70218"/>
                </a:moveTo>
                <a:lnTo>
                  <a:pt x="52744" y="70268"/>
                </a:lnTo>
                <a:lnTo>
                  <a:pt x="52744" y="70292"/>
                </a:lnTo>
                <a:lnTo>
                  <a:pt x="52720" y="70292"/>
                </a:lnTo>
                <a:lnTo>
                  <a:pt x="52720" y="70268"/>
                </a:lnTo>
                <a:lnTo>
                  <a:pt x="52744" y="70218"/>
                </a:lnTo>
                <a:close/>
                <a:moveTo>
                  <a:pt x="84730" y="62925"/>
                </a:moveTo>
                <a:cubicBezTo>
                  <a:pt x="84754" y="62925"/>
                  <a:pt x="84754" y="62950"/>
                  <a:pt x="84804" y="62950"/>
                </a:cubicBezTo>
                <a:cubicBezTo>
                  <a:pt x="83560" y="65414"/>
                  <a:pt x="81967" y="67903"/>
                  <a:pt x="80075" y="70292"/>
                </a:cubicBezTo>
                <a:cubicBezTo>
                  <a:pt x="80025" y="70292"/>
                  <a:pt x="80025" y="70268"/>
                  <a:pt x="80000" y="70268"/>
                </a:cubicBezTo>
                <a:cubicBezTo>
                  <a:pt x="81892" y="67853"/>
                  <a:pt x="83485" y="65364"/>
                  <a:pt x="84730" y="62925"/>
                </a:cubicBezTo>
                <a:close/>
                <a:moveTo>
                  <a:pt x="44555" y="68475"/>
                </a:moveTo>
                <a:cubicBezTo>
                  <a:pt x="44854" y="69098"/>
                  <a:pt x="45053" y="69695"/>
                  <a:pt x="45227" y="70292"/>
                </a:cubicBezTo>
                <a:cubicBezTo>
                  <a:pt x="45178" y="70292"/>
                  <a:pt x="45178" y="70317"/>
                  <a:pt x="45153" y="70317"/>
                </a:cubicBezTo>
                <a:cubicBezTo>
                  <a:pt x="45003" y="69770"/>
                  <a:pt x="44804" y="69172"/>
                  <a:pt x="44530" y="68550"/>
                </a:cubicBezTo>
                <a:cubicBezTo>
                  <a:pt x="44530" y="68525"/>
                  <a:pt x="44555" y="68525"/>
                  <a:pt x="44555" y="68475"/>
                </a:cubicBezTo>
                <a:close/>
                <a:moveTo>
                  <a:pt x="72657" y="63945"/>
                </a:moveTo>
                <a:cubicBezTo>
                  <a:pt x="74798" y="66086"/>
                  <a:pt x="77237" y="68276"/>
                  <a:pt x="79751" y="70292"/>
                </a:cubicBezTo>
                <a:cubicBezTo>
                  <a:pt x="79751" y="70317"/>
                  <a:pt x="79726" y="70317"/>
                  <a:pt x="79726" y="70342"/>
                </a:cubicBezTo>
                <a:cubicBezTo>
                  <a:pt x="77188" y="68301"/>
                  <a:pt x="74773" y="66161"/>
                  <a:pt x="72632" y="63995"/>
                </a:cubicBezTo>
                <a:cubicBezTo>
                  <a:pt x="72632" y="63970"/>
                  <a:pt x="72657" y="63945"/>
                  <a:pt x="72657" y="63945"/>
                </a:cubicBezTo>
                <a:close/>
                <a:moveTo>
                  <a:pt x="17748" y="54014"/>
                </a:moveTo>
                <a:cubicBezTo>
                  <a:pt x="18893" y="54014"/>
                  <a:pt x="20062" y="54113"/>
                  <a:pt x="21282" y="54263"/>
                </a:cubicBezTo>
                <a:cubicBezTo>
                  <a:pt x="19739" y="58668"/>
                  <a:pt x="19241" y="62850"/>
                  <a:pt x="20062" y="66310"/>
                </a:cubicBezTo>
                <a:cubicBezTo>
                  <a:pt x="20013" y="66310"/>
                  <a:pt x="19988" y="66335"/>
                  <a:pt x="19913" y="66335"/>
                </a:cubicBezTo>
                <a:cubicBezTo>
                  <a:pt x="19589" y="66385"/>
                  <a:pt x="19241" y="66459"/>
                  <a:pt x="18917" y="66509"/>
                </a:cubicBezTo>
                <a:cubicBezTo>
                  <a:pt x="18594" y="66609"/>
                  <a:pt x="18245" y="66708"/>
                  <a:pt x="17922" y="66808"/>
                </a:cubicBezTo>
                <a:cubicBezTo>
                  <a:pt x="17623" y="66907"/>
                  <a:pt x="17299" y="66957"/>
                  <a:pt x="17001" y="67057"/>
                </a:cubicBezTo>
                <a:cubicBezTo>
                  <a:pt x="16652" y="67156"/>
                  <a:pt x="16354" y="67256"/>
                  <a:pt x="16005" y="67380"/>
                </a:cubicBezTo>
                <a:cubicBezTo>
                  <a:pt x="15682" y="67480"/>
                  <a:pt x="15383" y="67604"/>
                  <a:pt x="15084" y="67729"/>
                </a:cubicBezTo>
                <a:cubicBezTo>
                  <a:pt x="14785" y="67853"/>
                  <a:pt x="14462" y="68002"/>
                  <a:pt x="14163" y="68152"/>
                </a:cubicBezTo>
                <a:cubicBezTo>
                  <a:pt x="13840" y="68276"/>
                  <a:pt x="13541" y="68401"/>
                  <a:pt x="13267" y="68550"/>
                </a:cubicBezTo>
                <a:cubicBezTo>
                  <a:pt x="12968" y="68699"/>
                  <a:pt x="12670" y="68849"/>
                  <a:pt x="12396" y="69023"/>
                </a:cubicBezTo>
                <a:cubicBezTo>
                  <a:pt x="12072" y="69172"/>
                  <a:pt x="11799" y="69322"/>
                  <a:pt x="11475" y="69521"/>
                </a:cubicBezTo>
                <a:cubicBezTo>
                  <a:pt x="11201" y="69670"/>
                  <a:pt x="10952" y="69844"/>
                  <a:pt x="10678" y="70019"/>
                </a:cubicBezTo>
                <a:lnTo>
                  <a:pt x="9932" y="70467"/>
                </a:lnTo>
                <a:cubicBezTo>
                  <a:pt x="9907" y="70317"/>
                  <a:pt x="9857" y="70168"/>
                  <a:pt x="9832" y="69969"/>
                </a:cubicBezTo>
                <a:cubicBezTo>
                  <a:pt x="9782" y="69795"/>
                  <a:pt x="9757" y="69571"/>
                  <a:pt x="9683" y="69347"/>
                </a:cubicBezTo>
                <a:lnTo>
                  <a:pt x="9683" y="69247"/>
                </a:lnTo>
                <a:cubicBezTo>
                  <a:pt x="9658" y="69123"/>
                  <a:pt x="9658" y="68998"/>
                  <a:pt x="9633" y="68923"/>
                </a:cubicBezTo>
                <a:cubicBezTo>
                  <a:pt x="11699" y="63995"/>
                  <a:pt x="14437" y="58992"/>
                  <a:pt x="17748" y="54014"/>
                </a:cubicBezTo>
                <a:close/>
                <a:moveTo>
                  <a:pt x="79876" y="70417"/>
                </a:moveTo>
                <a:cubicBezTo>
                  <a:pt x="79901" y="70417"/>
                  <a:pt x="79950" y="70442"/>
                  <a:pt x="79950" y="70442"/>
                </a:cubicBezTo>
                <a:cubicBezTo>
                  <a:pt x="79950" y="70467"/>
                  <a:pt x="79901" y="70467"/>
                  <a:pt x="79901" y="70492"/>
                </a:cubicBezTo>
                <a:cubicBezTo>
                  <a:pt x="79876" y="70492"/>
                  <a:pt x="79876" y="70467"/>
                  <a:pt x="79851" y="70467"/>
                </a:cubicBezTo>
                <a:cubicBezTo>
                  <a:pt x="79851" y="70442"/>
                  <a:pt x="79876" y="70442"/>
                  <a:pt x="79876" y="70417"/>
                </a:cubicBezTo>
                <a:close/>
                <a:moveTo>
                  <a:pt x="33155" y="70442"/>
                </a:moveTo>
                <a:cubicBezTo>
                  <a:pt x="33180" y="70442"/>
                  <a:pt x="33205" y="70442"/>
                  <a:pt x="33205" y="70467"/>
                </a:cubicBezTo>
                <a:lnTo>
                  <a:pt x="33280" y="70467"/>
                </a:lnTo>
                <a:lnTo>
                  <a:pt x="33304" y="70516"/>
                </a:lnTo>
                <a:cubicBezTo>
                  <a:pt x="33280" y="70516"/>
                  <a:pt x="33205" y="70467"/>
                  <a:pt x="33180" y="70467"/>
                </a:cubicBezTo>
                <a:lnTo>
                  <a:pt x="33155" y="70442"/>
                </a:lnTo>
                <a:close/>
                <a:moveTo>
                  <a:pt x="9533" y="69197"/>
                </a:moveTo>
                <a:cubicBezTo>
                  <a:pt x="9533" y="69272"/>
                  <a:pt x="9558" y="69322"/>
                  <a:pt x="9558" y="69396"/>
                </a:cubicBezTo>
                <a:cubicBezTo>
                  <a:pt x="9558" y="69446"/>
                  <a:pt x="9583" y="69546"/>
                  <a:pt x="9583" y="69595"/>
                </a:cubicBezTo>
                <a:cubicBezTo>
                  <a:pt x="9658" y="69894"/>
                  <a:pt x="9708" y="70168"/>
                  <a:pt x="9782" y="70417"/>
                </a:cubicBezTo>
                <a:cubicBezTo>
                  <a:pt x="9782" y="70442"/>
                  <a:pt x="9807" y="70516"/>
                  <a:pt x="9807" y="70541"/>
                </a:cubicBezTo>
                <a:lnTo>
                  <a:pt x="9782" y="70566"/>
                </a:lnTo>
                <a:lnTo>
                  <a:pt x="9733" y="70591"/>
                </a:lnTo>
                <a:cubicBezTo>
                  <a:pt x="9733" y="70541"/>
                  <a:pt x="9708" y="70467"/>
                  <a:pt x="9708" y="70417"/>
                </a:cubicBezTo>
                <a:lnTo>
                  <a:pt x="9708" y="70392"/>
                </a:lnTo>
                <a:cubicBezTo>
                  <a:pt x="9633" y="70193"/>
                  <a:pt x="9558" y="69969"/>
                  <a:pt x="9533" y="69770"/>
                </a:cubicBezTo>
                <a:cubicBezTo>
                  <a:pt x="9509" y="69645"/>
                  <a:pt x="9459" y="69521"/>
                  <a:pt x="9459" y="69396"/>
                </a:cubicBezTo>
                <a:lnTo>
                  <a:pt x="9459" y="69322"/>
                </a:lnTo>
                <a:cubicBezTo>
                  <a:pt x="9459" y="69297"/>
                  <a:pt x="9484" y="69297"/>
                  <a:pt x="9484" y="69272"/>
                </a:cubicBezTo>
                <a:cubicBezTo>
                  <a:pt x="9484" y="69222"/>
                  <a:pt x="9484" y="69222"/>
                  <a:pt x="9533" y="69197"/>
                </a:cubicBezTo>
                <a:close/>
                <a:moveTo>
                  <a:pt x="84954" y="63074"/>
                </a:moveTo>
                <a:cubicBezTo>
                  <a:pt x="85377" y="63422"/>
                  <a:pt x="85825" y="63746"/>
                  <a:pt x="86223" y="64095"/>
                </a:cubicBezTo>
                <a:cubicBezTo>
                  <a:pt x="84431" y="66335"/>
                  <a:pt x="82564" y="68550"/>
                  <a:pt x="80573" y="70691"/>
                </a:cubicBezTo>
                <a:cubicBezTo>
                  <a:pt x="80448" y="70591"/>
                  <a:pt x="80349" y="70516"/>
                  <a:pt x="80224" y="70417"/>
                </a:cubicBezTo>
                <a:cubicBezTo>
                  <a:pt x="82116" y="68027"/>
                  <a:pt x="83709" y="65538"/>
                  <a:pt x="84954" y="63074"/>
                </a:cubicBezTo>
                <a:close/>
                <a:moveTo>
                  <a:pt x="20137" y="66484"/>
                </a:moveTo>
                <a:lnTo>
                  <a:pt x="20137" y="66534"/>
                </a:lnTo>
                <a:lnTo>
                  <a:pt x="20112" y="66559"/>
                </a:lnTo>
                <a:cubicBezTo>
                  <a:pt x="19714" y="66609"/>
                  <a:pt x="19291" y="66708"/>
                  <a:pt x="18893" y="66808"/>
                </a:cubicBezTo>
                <a:cubicBezTo>
                  <a:pt x="18594" y="66857"/>
                  <a:pt x="18295" y="66957"/>
                  <a:pt x="18021" y="67057"/>
                </a:cubicBezTo>
                <a:cubicBezTo>
                  <a:pt x="17673" y="67156"/>
                  <a:pt x="17299" y="67231"/>
                  <a:pt x="16976" y="67330"/>
                </a:cubicBezTo>
                <a:cubicBezTo>
                  <a:pt x="16652" y="67430"/>
                  <a:pt x="16354" y="67554"/>
                  <a:pt x="16030" y="67679"/>
                </a:cubicBezTo>
                <a:cubicBezTo>
                  <a:pt x="15731" y="67803"/>
                  <a:pt x="15408" y="67903"/>
                  <a:pt x="15109" y="68027"/>
                </a:cubicBezTo>
                <a:cubicBezTo>
                  <a:pt x="14785" y="68152"/>
                  <a:pt x="14512" y="68301"/>
                  <a:pt x="14188" y="68426"/>
                </a:cubicBezTo>
                <a:cubicBezTo>
                  <a:pt x="13889" y="68550"/>
                  <a:pt x="13566" y="68699"/>
                  <a:pt x="13267" y="68849"/>
                </a:cubicBezTo>
                <a:cubicBezTo>
                  <a:pt x="12993" y="68973"/>
                  <a:pt x="12744" y="69147"/>
                  <a:pt x="12446" y="69297"/>
                </a:cubicBezTo>
                <a:cubicBezTo>
                  <a:pt x="12147" y="69471"/>
                  <a:pt x="11799" y="69645"/>
                  <a:pt x="11500" y="69819"/>
                </a:cubicBezTo>
                <a:cubicBezTo>
                  <a:pt x="11251" y="69969"/>
                  <a:pt x="11027" y="70143"/>
                  <a:pt x="10803" y="70292"/>
                </a:cubicBezTo>
                <a:cubicBezTo>
                  <a:pt x="10529" y="70467"/>
                  <a:pt x="10255" y="70641"/>
                  <a:pt x="10006" y="70815"/>
                </a:cubicBezTo>
                <a:lnTo>
                  <a:pt x="10006" y="70765"/>
                </a:lnTo>
                <a:cubicBezTo>
                  <a:pt x="10206" y="70591"/>
                  <a:pt x="10454" y="70442"/>
                  <a:pt x="10678" y="70292"/>
                </a:cubicBezTo>
                <a:lnTo>
                  <a:pt x="11525" y="69720"/>
                </a:lnTo>
                <a:lnTo>
                  <a:pt x="12371" y="69272"/>
                </a:lnTo>
                <a:cubicBezTo>
                  <a:pt x="12670" y="69098"/>
                  <a:pt x="12993" y="68923"/>
                  <a:pt x="13292" y="68774"/>
                </a:cubicBezTo>
                <a:cubicBezTo>
                  <a:pt x="13541" y="68650"/>
                  <a:pt x="13815" y="68525"/>
                  <a:pt x="14113" y="68401"/>
                </a:cubicBezTo>
                <a:lnTo>
                  <a:pt x="15134" y="67928"/>
                </a:lnTo>
                <a:cubicBezTo>
                  <a:pt x="15383" y="67828"/>
                  <a:pt x="15657" y="67729"/>
                  <a:pt x="15906" y="67654"/>
                </a:cubicBezTo>
                <a:cubicBezTo>
                  <a:pt x="16279" y="67530"/>
                  <a:pt x="16652" y="67355"/>
                  <a:pt x="17026" y="67231"/>
                </a:cubicBezTo>
                <a:cubicBezTo>
                  <a:pt x="17275" y="67156"/>
                  <a:pt x="17524" y="67106"/>
                  <a:pt x="17797" y="67032"/>
                </a:cubicBezTo>
                <a:cubicBezTo>
                  <a:pt x="18171" y="66907"/>
                  <a:pt x="18594" y="66808"/>
                  <a:pt x="18967" y="66708"/>
                </a:cubicBezTo>
                <a:cubicBezTo>
                  <a:pt x="19241" y="66658"/>
                  <a:pt x="19515" y="66609"/>
                  <a:pt x="19789" y="66559"/>
                </a:cubicBezTo>
                <a:cubicBezTo>
                  <a:pt x="19913" y="66534"/>
                  <a:pt x="20013" y="66534"/>
                  <a:pt x="20137" y="66484"/>
                </a:cubicBezTo>
                <a:close/>
                <a:moveTo>
                  <a:pt x="24941" y="66285"/>
                </a:moveTo>
                <a:cubicBezTo>
                  <a:pt x="26808" y="66285"/>
                  <a:pt x="28625" y="66484"/>
                  <a:pt x="30367" y="66907"/>
                </a:cubicBezTo>
                <a:cubicBezTo>
                  <a:pt x="30417" y="66907"/>
                  <a:pt x="30442" y="66932"/>
                  <a:pt x="30467" y="66932"/>
                </a:cubicBezTo>
                <a:cubicBezTo>
                  <a:pt x="30691" y="66982"/>
                  <a:pt x="30865" y="67032"/>
                  <a:pt x="31089" y="67081"/>
                </a:cubicBezTo>
                <a:cubicBezTo>
                  <a:pt x="31413" y="68276"/>
                  <a:pt x="31935" y="69297"/>
                  <a:pt x="32657" y="70143"/>
                </a:cubicBezTo>
                <a:lnTo>
                  <a:pt x="32608" y="70143"/>
                </a:lnTo>
                <a:cubicBezTo>
                  <a:pt x="32533" y="70093"/>
                  <a:pt x="32408" y="70093"/>
                  <a:pt x="32309" y="70068"/>
                </a:cubicBezTo>
                <a:cubicBezTo>
                  <a:pt x="31935" y="70019"/>
                  <a:pt x="31562" y="69969"/>
                  <a:pt x="31164" y="69944"/>
                </a:cubicBezTo>
                <a:cubicBezTo>
                  <a:pt x="31039" y="69944"/>
                  <a:pt x="30915" y="69919"/>
                  <a:pt x="30815" y="69919"/>
                </a:cubicBezTo>
                <a:cubicBezTo>
                  <a:pt x="30318" y="69894"/>
                  <a:pt x="29845" y="69844"/>
                  <a:pt x="29347" y="69844"/>
                </a:cubicBezTo>
                <a:cubicBezTo>
                  <a:pt x="28973" y="69844"/>
                  <a:pt x="28625" y="69844"/>
                  <a:pt x="28252" y="69894"/>
                </a:cubicBezTo>
                <a:cubicBezTo>
                  <a:pt x="28102" y="69894"/>
                  <a:pt x="27928" y="69919"/>
                  <a:pt x="27754" y="69919"/>
                </a:cubicBezTo>
                <a:cubicBezTo>
                  <a:pt x="27580" y="69919"/>
                  <a:pt x="27380" y="69944"/>
                  <a:pt x="27181" y="69944"/>
                </a:cubicBezTo>
                <a:lnTo>
                  <a:pt x="26509" y="70043"/>
                </a:lnTo>
                <a:cubicBezTo>
                  <a:pt x="26360" y="70068"/>
                  <a:pt x="26211" y="70068"/>
                  <a:pt x="26086" y="70093"/>
                </a:cubicBezTo>
                <a:cubicBezTo>
                  <a:pt x="25837" y="70143"/>
                  <a:pt x="25613" y="70193"/>
                  <a:pt x="25364" y="70218"/>
                </a:cubicBezTo>
                <a:cubicBezTo>
                  <a:pt x="25240" y="70268"/>
                  <a:pt x="25115" y="70268"/>
                  <a:pt x="24991" y="70292"/>
                </a:cubicBezTo>
                <a:lnTo>
                  <a:pt x="24244" y="70467"/>
                </a:lnTo>
                <a:cubicBezTo>
                  <a:pt x="24145" y="70492"/>
                  <a:pt x="24020" y="70541"/>
                  <a:pt x="23945" y="70541"/>
                </a:cubicBezTo>
                <a:cubicBezTo>
                  <a:pt x="23697" y="70591"/>
                  <a:pt x="23448" y="70691"/>
                  <a:pt x="23199" y="70740"/>
                </a:cubicBezTo>
                <a:cubicBezTo>
                  <a:pt x="23124" y="70790"/>
                  <a:pt x="23074" y="70790"/>
                  <a:pt x="23000" y="70815"/>
                </a:cubicBezTo>
                <a:cubicBezTo>
                  <a:pt x="22352" y="70218"/>
                  <a:pt x="21879" y="69571"/>
                  <a:pt x="21506" y="68849"/>
                </a:cubicBezTo>
                <a:cubicBezTo>
                  <a:pt x="21954" y="68027"/>
                  <a:pt x="22402" y="67181"/>
                  <a:pt x="22900" y="66360"/>
                </a:cubicBezTo>
                <a:lnTo>
                  <a:pt x="22950" y="66360"/>
                </a:lnTo>
                <a:cubicBezTo>
                  <a:pt x="23597" y="66310"/>
                  <a:pt x="24269" y="66285"/>
                  <a:pt x="24941" y="66285"/>
                </a:cubicBezTo>
                <a:close/>
                <a:moveTo>
                  <a:pt x="9807" y="70790"/>
                </a:moveTo>
                <a:lnTo>
                  <a:pt x="9807" y="70815"/>
                </a:lnTo>
                <a:lnTo>
                  <a:pt x="9807" y="70840"/>
                </a:lnTo>
                <a:lnTo>
                  <a:pt x="9757" y="70840"/>
                </a:lnTo>
                <a:lnTo>
                  <a:pt x="9757" y="70815"/>
                </a:lnTo>
                <a:lnTo>
                  <a:pt x="9782" y="70815"/>
                </a:lnTo>
                <a:cubicBezTo>
                  <a:pt x="9807" y="70815"/>
                  <a:pt x="9807" y="70790"/>
                  <a:pt x="9807" y="70790"/>
                </a:cubicBezTo>
                <a:close/>
                <a:moveTo>
                  <a:pt x="80100" y="70566"/>
                </a:moveTo>
                <a:cubicBezTo>
                  <a:pt x="80199" y="70666"/>
                  <a:pt x="80324" y="70765"/>
                  <a:pt x="80398" y="70815"/>
                </a:cubicBezTo>
                <a:lnTo>
                  <a:pt x="80374" y="70840"/>
                </a:lnTo>
                <a:cubicBezTo>
                  <a:pt x="80274" y="70765"/>
                  <a:pt x="80150" y="70666"/>
                  <a:pt x="80075" y="70591"/>
                </a:cubicBezTo>
                <a:lnTo>
                  <a:pt x="80100" y="70566"/>
                </a:lnTo>
                <a:close/>
                <a:moveTo>
                  <a:pt x="86347" y="64219"/>
                </a:moveTo>
                <a:cubicBezTo>
                  <a:pt x="86372" y="64219"/>
                  <a:pt x="86372" y="64244"/>
                  <a:pt x="86422" y="64244"/>
                </a:cubicBezTo>
                <a:cubicBezTo>
                  <a:pt x="84630" y="66484"/>
                  <a:pt x="82738" y="68699"/>
                  <a:pt x="80747" y="70840"/>
                </a:cubicBezTo>
                <a:cubicBezTo>
                  <a:pt x="80722" y="70840"/>
                  <a:pt x="80722" y="70815"/>
                  <a:pt x="80697" y="70815"/>
                </a:cubicBezTo>
                <a:cubicBezTo>
                  <a:pt x="82688" y="68674"/>
                  <a:pt x="84580" y="66459"/>
                  <a:pt x="86347" y="64219"/>
                </a:cubicBezTo>
                <a:close/>
                <a:moveTo>
                  <a:pt x="21382" y="69073"/>
                </a:moveTo>
                <a:cubicBezTo>
                  <a:pt x="21753" y="69716"/>
                  <a:pt x="22197" y="70334"/>
                  <a:pt x="22692" y="70904"/>
                </a:cubicBezTo>
                <a:lnTo>
                  <a:pt x="22692" y="70904"/>
                </a:lnTo>
                <a:cubicBezTo>
                  <a:pt x="22690" y="70904"/>
                  <a:pt x="22689" y="70904"/>
                  <a:pt x="22687" y="70904"/>
                </a:cubicBezTo>
                <a:cubicBezTo>
                  <a:pt x="22670" y="70904"/>
                  <a:pt x="22643" y="70915"/>
                  <a:pt x="22626" y="70915"/>
                </a:cubicBezTo>
                <a:cubicBezTo>
                  <a:pt x="22128" y="70392"/>
                  <a:pt x="21730" y="69795"/>
                  <a:pt x="21357" y="69147"/>
                </a:cubicBezTo>
                <a:cubicBezTo>
                  <a:pt x="21357" y="69098"/>
                  <a:pt x="21382" y="69098"/>
                  <a:pt x="21382" y="69073"/>
                </a:cubicBezTo>
                <a:close/>
                <a:moveTo>
                  <a:pt x="80573" y="70940"/>
                </a:moveTo>
                <a:cubicBezTo>
                  <a:pt x="80598" y="70940"/>
                  <a:pt x="80598" y="70964"/>
                  <a:pt x="80622" y="70964"/>
                </a:cubicBezTo>
                <a:lnTo>
                  <a:pt x="80598" y="71014"/>
                </a:lnTo>
                <a:cubicBezTo>
                  <a:pt x="80573" y="71014"/>
                  <a:pt x="80573" y="70964"/>
                  <a:pt x="80523" y="70964"/>
                </a:cubicBezTo>
                <a:lnTo>
                  <a:pt x="80573" y="70940"/>
                </a:lnTo>
                <a:close/>
                <a:moveTo>
                  <a:pt x="29297" y="70068"/>
                </a:moveTo>
                <a:cubicBezTo>
                  <a:pt x="29795" y="70068"/>
                  <a:pt x="30293" y="70093"/>
                  <a:pt x="30790" y="70143"/>
                </a:cubicBezTo>
                <a:cubicBezTo>
                  <a:pt x="30915" y="70143"/>
                  <a:pt x="31039" y="70168"/>
                  <a:pt x="31164" y="70168"/>
                </a:cubicBezTo>
                <a:cubicBezTo>
                  <a:pt x="31562" y="70193"/>
                  <a:pt x="31935" y="70268"/>
                  <a:pt x="32334" y="70317"/>
                </a:cubicBezTo>
                <a:cubicBezTo>
                  <a:pt x="32433" y="70342"/>
                  <a:pt x="32533" y="70342"/>
                  <a:pt x="32608" y="70392"/>
                </a:cubicBezTo>
                <a:cubicBezTo>
                  <a:pt x="32637" y="70347"/>
                  <a:pt x="32658" y="70338"/>
                  <a:pt x="32676" y="70338"/>
                </a:cubicBezTo>
                <a:cubicBezTo>
                  <a:pt x="32687" y="70338"/>
                  <a:pt x="32697" y="70342"/>
                  <a:pt x="32707" y="70342"/>
                </a:cubicBezTo>
                <a:cubicBezTo>
                  <a:pt x="32682" y="70392"/>
                  <a:pt x="32682" y="70392"/>
                  <a:pt x="32682" y="70417"/>
                </a:cubicBezTo>
                <a:cubicBezTo>
                  <a:pt x="32234" y="70317"/>
                  <a:pt x="31786" y="70268"/>
                  <a:pt x="31313" y="70218"/>
                </a:cubicBezTo>
                <a:cubicBezTo>
                  <a:pt x="31164" y="70218"/>
                  <a:pt x="31039" y="70193"/>
                  <a:pt x="30865" y="70193"/>
                </a:cubicBezTo>
                <a:cubicBezTo>
                  <a:pt x="30342" y="70168"/>
                  <a:pt x="29820" y="70143"/>
                  <a:pt x="29247" y="70143"/>
                </a:cubicBezTo>
                <a:lnTo>
                  <a:pt x="29197" y="70143"/>
                </a:lnTo>
                <a:cubicBezTo>
                  <a:pt x="28849" y="70143"/>
                  <a:pt x="28500" y="70143"/>
                  <a:pt x="28202" y="70168"/>
                </a:cubicBezTo>
                <a:cubicBezTo>
                  <a:pt x="27953" y="70168"/>
                  <a:pt x="27679" y="70193"/>
                  <a:pt x="27430" y="70218"/>
                </a:cubicBezTo>
                <a:cubicBezTo>
                  <a:pt x="27331" y="70218"/>
                  <a:pt x="27231" y="70218"/>
                  <a:pt x="27131" y="70268"/>
                </a:cubicBezTo>
                <a:cubicBezTo>
                  <a:pt x="26833" y="70292"/>
                  <a:pt x="26484" y="70317"/>
                  <a:pt x="26186" y="70392"/>
                </a:cubicBezTo>
                <a:lnTo>
                  <a:pt x="26061" y="70392"/>
                </a:lnTo>
                <a:cubicBezTo>
                  <a:pt x="25713" y="70442"/>
                  <a:pt x="25339" y="70516"/>
                  <a:pt x="24991" y="70566"/>
                </a:cubicBezTo>
                <a:cubicBezTo>
                  <a:pt x="24369" y="70691"/>
                  <a:pt x="23746" y="70840"/>
                  <a:pt x="23124" y="71039"/>
                </a:cubicBezTo>
                <a:lnTo>
                  <a:pt x="23099" y="71014"/>
                </a:lnTo>
                <a:lnTo>
                  <a:pt x="23074" y="70964"/>
                </a:lnTo>
                <a:cubicBezTo>
                  <a:pt x="23348" y="70890"/>
                  <a:pt x="23622" y="70815"/>
                  <a:pt x="23896" y="70716"/>
                </a:cubicBezTo>
                <a:cubicBezTo>
                  <a:pt x="23970" y="70716"/>
                  <a:pt x="23995" y="70691"/>
                  <a:pt x="24070" y="70691"/>
                </a:cubicBezTo>
                <a:cubicBezTo>
                  <a:pt x="24369" y="70641"/>
                  <a:pt x="24692" y="70541"/>
                  <a:pt x="24966" y="70467"/>
                </a:cubicBezTo>
                <a:cubicBezTo>
                  <a:pt x="25016" y="70467"/>
                  <a:pt x="25090" y="70442"/>
                  <a:pt x="25140" y="70442"/>
                </a:cubicBezTo>
                <a:cubicBezTo>
                  <a:pt x="25439" y="70392"/>
                  <a:pt x="25738" y="70317"/>
                  <a:pt x="26011" y="70292"/>
                </a:cubicBezTo>
                <a:cubicBezTo>
                  <a:pt x="26111" y="70268"/>
                  <a:pt x="26235" y="70268"/>
                  <a:pt x="26335" y="70268"/>
                </a:cubicBezTo>
                <a:cubicBezTo>
                  <a:pt x="26584" y="70218"/>
                  <a:pt x="26833" y="70193"/>
                  <a:pt x="27107" y="70168"/>
                </a:cubicBezTo>
                <a:cubicBezTo>
                  <a:pt x="27306" y="70143"/>
                  <a:pt x="27455" y="70143"/>
                  <a:pt x="27629" y="70143"/>
                </a:cubicBezTo>
                <a:cubicBezTo>
                  <a:pt x="27828" y="70143"/>
                  <a:pt x="28003" y="70093"/>
                  <a:pt x="28202" y="70093"/>
                </a:cubicBezTo>
                <a:cubicBezTo>
                  <a:pt x="28575" y="70068"/>
                  <a:pt x="28924" y="70068"/>
                  <a:pt x="29297" y="70068"/>
                </a:cubicBezTo>
                <a:close/>
                <a:moveTo>
                  <a:pt x="22891" y="71070"/>
                </a:moveTo>
                <a:cubicBezTo>
                  <a:pt x="22888" y="71070"/>
                  <a:pt x="22888" y="71077"/>
                  <a:pt x="22900" y="71089"/>
                </a:cubicBezTo>
                <a:cubicBezTo>
                  <a:pt x="22896" y="71082"/>
                  <a:pt x="22893" y="71076"/>
                  <a:pt x="22891" y="71070"/>
                </a:cubicBezTo>
                <a:close/>
                <a:moveTo>
                  <a:pt x="45377" y="70840"/>
                </a:moveTo>
                <a:cubicBezTo>
                  <a:pt x="45377" y="70890"/>
                  <a:pt x="45377" y="70940"/>
                  <a:pt x="45402" y="70964"/>
                </a:cubicBezTo>
                <a:cubicBezTo>
                  <a:pt x="45402" y="71014"/>
                  <a:pt x="45377" y="71064"/>
                  <a:pt x="45377" y="71089"/>
                </a:cubicBezTo>
                <a:cubicBezTo>
                  <a:pt x="45377" y="71064"/>
                  <a:pt x="45377" y="71014"/>
                  <a:pt x="45352" y="70964"/>
                </a:cubicBezTo>
                <a:cubicBezTo>
                  <a:pt x="45352" y="70915"/>
                  <a:pt x="45352" y="70890"/>
                  <a:pt x="45377" y="70840"/>
                </a:cubicBezTo>
                <a:close/>
                <a:moveTo>
                  <a:pt x="22850" y="71039"/>
                </a:moveTo>
                <a:cubicBezTo>
                  <a:pt x="22871" y="71039"/>
                  <a:pt x="22875" y="71039"/>
                  <a:pt x="22891" y="71070"/>
                </a:cubicBezTo>
                <a:lnTo>
                  <a:pt x="22891" y="71070"/>
                </a:lnTo>
                <a:cubicBezTo>
                  <a:pt x="22891" y="71070"/>
                  <a:pt x="22891" y="71070"/>
                  <a:pt x="22891" y="71070"/>
                </a:cubicBezTo>
                <a:cubicBezTo>
                  <a:pt x="22894" y="71070"/>
                  <a:pt x="22900" y="71076"/>
                  <a:pt x="22900" y="71089"/>
                </a:cubicBezTo>
                <a:cubicBezTo>
                  <a:pt x="22875" y="71089"/>
                  <a:pt x="22850" y="71089"/>
                  <a:pt x="22850" y="71139"/>
                </a:cubicBezTo>
                <a:lnTo>
                  <a:pt x="22825" y="71089"/>
                </a:lnTo>
                <a:cubicBezTo>
                  <a:pt x="22825" y="71089"/>
                  <a:pt x="22776" y="71089"/>
                  <a:pt x="22776" y="71064"/>
                </a:cubicBezTo>
                <a:cubicBezTo>
                  <a:pt x="22825" y="71064"/>
                  <a:pt x="22825" y="71064"/>
                  <a:pt x="22825" y="71039"/>
                </a:cubicBezTo>
                <a:close/>
                <a:moveTo>
                  <a:pt x="96926" y="63099"/>
                </a:moveTo>
                <a:cubicBezTo>
                  <a:pt x="98071" y="63248"/>
                  <a:pt x="99191" y="63348"/>
                  <a:pt x="100311" y="63373"/>
                </a:cubicBezTo>
                <a:cubicBezTo>
                  <a:pt x="98569" y="65986"/>
                  <a:pt x="96677" y="68575"/>
                  <a:pt x="94661" y="71139"/>
                </a:cubicBezTo>
                <a:cubicBezTo>
                  <a:pt x="94313" y="70765"/>
                  <a:pt x="93964" y="70417"/>
                  <a:pt x="93591" y="70068"/>
                </a:cubicBezTo>
                <a:cubicBezTo>
                  <a:pt x="94960" y="67729"/>
                  <a:pt x="96080" y="65364"/>
                  <a:pt x="96926" y="63099"/>
                </a:cubicBezTo>
                <a:close/>
                <a:moveTo>
                  <a:pt x="38905" y="61829"/>
                </a:moveTo>
                <a:cubicBezTo>
                  <a:pt x="39552" y="62377"/>
                  <a:pt x="40174" y="62950"/>
                  <a:pt x="40772" y="63547"/>
                </a:cubicBezTo>
                <a:cubicBezTo>
                  <a:pt x="40324" y="64792"/>
                  <a:pt x="40025" y="65986"/>
                  <a:pt x="39826" y="67181"/>
                </a:cubicBezTo>
                <a:cubicBezTo>
                  <a:pt x="39801" y="67281"/>
                  <a:pt x="39801" y="67380"/>
                  <a:pt x="39776" y="67480"/>
                </a:cubicBezTo>
                <a:lnTo>
                  <a:pt x="39776" y="67579"/>
                </a:lnTo>
                <a:cubicBezTo>
                  <a:pt x="39751" y="67704"/>
                  <a:pt x="39751" y="67828"/>
                  <a:pt x="39751" y="67953"/>
                </a:cubicBezTo>
                <a:cubicBezTo>
                  <a:pt x="39751" y="68077"/>
                  <a:pt x="39701" y="68226"/>
                  <a:pt x="39701" y="68351"/>
                </a:cubicBezTo>
                <a:cubicBezTo>
                  <a:pt x="39677" y="68575"/>
                  <a:pt x="39677" y="68799"/>
                  <a:pt x="39677" y="69023"/>
                </a:cubicBezTo>
                <a:lnTo>
                  <a:pt x="39677" y="69098"/>
                </a:lnTo>
                <a:lnTo>
                  <a:pt x="39677" y="69197"/>
                </a:lnTo>
                <a:lnTo>
                  <a:pt x="39677" y="69695"/>
                </a:lnTo>
                <a:cubicBezTo>
                  <a:pt x="39677" y="69844"/>
                  <a:pt x="39677" y="70043"/>
                  <a:pt x="39701" y="70193"/>
                </a:cubicBezTo>
                <a:cubicBezTo>
                  <a:pt x="39701" y="70292"/>
                  <a:pt x="39701" y="70392"/>
                  <a:pt x="39751" y="70442"/>
                </a:cubicBezTo>
                <a:lnTo>
                  <a:pt x="39751" y="70566"/>
                </a:lnTo>
                <a:lnTo>
                  <a:pt x="39751" y="70591"/>
                </a:lnTo>
                <a:cubicBezTo>
                  <a:pt x="39776" y="70765"/>
                  <a:pt x="39776" y="70890"/>
                  <a:pt x="39801" y="71039"/>
                </a:cubicBezTo>
                <a:cubicBezTo>
                  <a:pt x="39801" y="71089"/>
                  <a:pt x="39826" y="71164"/>
                  <a:pt x="39826" y="71213"/>
                </a:cubicBezTo>
                <a:lnTo>
                  <a:pt x="39776" y="71164"/>
                </a:lnTo>
                <a:lnTo>
                  <a:pt x="39776" y="71188"/>
                </a:lnTo>
                <a:lnTo>
                  <a:pt x="39701" y="71139"/>
                </a:lnTo>
                <a:cubicBezTo>
                  <a:pt x="39627" y="71039"/>
                  <a:pt x="39502" y="70940"/>
                  <a:pt x="39403" y="70840"/>
                </a:cubicBezTo>
                <a:cubicBezTo>
                  <a:pt x="39278" y="70716"/>
                  <a:pt x="39129" y="70591"/>
                  <a:pt x="39005" y="70516"/>
                </a:cubicBezTo>
                <a:cubicBezTo>
                  <a:pt x="38880" y="70417"/>
                  <a:pt x="38756" y="70292"/>
                  <a:pt x="38581" y="70193"/>
                </a:cubicBezTo>
                <a:lnTo>
                  <a:pt x="38208" y="69919"/>
                </a:lnTo>
                <a:cubicBezTo>
                  <a:pt x="38059" y="69795"/>
                  <a:pt x="37909" y="69695"/>
                  <a:pt x="37760" y="69571"/>
                </a:cubicBezTo>
                <a:cubicBezTo>
                  <a:pt x="37660" y="69521"/>
                  <a:pt x="37536" y="69421"/>
                  <a:pt x="37436" y="69347"/>
                </a:cubicBezTo>
                <a:cubicBezTo>
                  <a:pt x="37262" y="69222"/>
                  <a:pt x="37063" y="69098"/>
                  <a:pt x="36889" y="69023"/>
                </a:cubicBezTo>
                <a:cubicBezTo>
                  <a:pt x="36789" y="68948"/>
                  <a:pt x="36690" y="68899"/>
                  <a:pt x="36590" y="68849"/>
                </a:cubicBezTo>
                <a:cubicBezTo>
                  <a:pt x="36391" y="68724"/>
                  <a:pt x="36192" y="68600"/>
                  <a:pt x="35968" y="68475"/>
                </a:cubicBezTo>
                <a:cubicBezTo>
                  <a:pt x="35918" y="68450"/>
                  <a:pt x="35818" y="68401"/>
                  <a:pt x="35769" y="68351"/>
                </a:cubicBezTo>
                <a:cubicBezTo>
                  <a:pt x="35545" y="68226"/>
                  <a:pt x="35296" y="68102"/>
                  <a:pt x="35072" y="68027"/>
                </a:cubicBezTo>
                <a:lnTo>
                  <a:pt x="34898" y="67928"/>
                </a:lnTo>
                <a:cubicBezTo>
                  <a:pt x="34823" y="67903"/>
                  <a:pt x="34773" y="67853"/>
                  <a:pt x="34673" y="67828"/>
                </a:cubicBezTo>
                <a:cubicBezTo>
                  <a:pt x="36018" y="65862"/>
                  <a:pt x="37412" y="63846"/>
                  <a:pt x="38905" y="61829"/>
                </a:cubicBezTo>
                <a:close/>
                <a:moveTo>
                  <a:pt x="52272" y="66733"/>
                </a:moveTo>
                <a:lnTo>
                  <a:pt x="52272" y="66808"/>
                </a:lnTo>
                <a:lnTo>
                  <a:pt x="52197" y="67181"/>
                </a:lnTo>
                <a:lnTo>
                  <a:pt x="52197" y="67281"/>
                </a:lnTo>
                <a:cubicBezTo>
                  <a:pt x="52197" y="67405"/>
                  <a:pt x="52147" y="67530"/>
                  <a:pt x="52147" y="67679"/>
                </a:cubicBezTo>
                <a:lnTo>
                  <a:pt x="52147" y="67803"/>
                </a:lnTo>
                <a:lnTo>
                  <a:pt x="52147" y="68226"/>
                </a:lnTo>
                <a:cubicBezTo>
                  <a:pt x="52147" y="68301"/>
                  <a:pt x="52147" y="68351"/>
                  <a:pt x="52197" y="68426"/>
                </a:cubicBezTo>
                <a:cubicBezTo>
                  <a:pt x="52197" y="68575"/>
                  <a:pt x="52222" y="68699"/>
                  <a:pt x="52247" y="68849"/>
                </a:cubicBezTo>
                <a:lnTo>
                  <a:pt x="52247" y="68948"/>
                </a:lnTo>
                <a:cubicBezTo>
                  <a:pt x="50579" y="69894"/>
                  <a:pt x="48886" y="70666"/>
                  <a:pt x="47268" y="71263"/>
                </a:cubicBezTo>
                <a:cubicBezTo>
                  <a:pt x="47468" y="70940"/>
                  <a:pt x="47617" y="70666"/>
                  <a:pt x="47741" y="70442"/>
                </a:cubicBezTo>
                <a:cubicBezTo>
                  <a:pt x="47841" y="70317"/>
                  <a:pt x="47891" y="70168"/>
                  <a:pt x="47990" y="70019"/>
                </a:cubicBezTo>
                <a:cubicBezTo>
                  <a:pt x="48015" y="69944"/>
                  <a:pt x="48090" y="69894"/>
                  <a:pt x="48115" y="69819"/>
                </a:cubicBezTo>
                <a:cubicBezTo>
                  <a:pt x="48214" y="69645"/>
                  <a:pt x="48339" y="69421"/>
                  <a:pt x="48488" y="69147"/>
                </a:cubicBezTo>
                <a:cubicBezTo>
                  <a:pt x="49110" y="68799"/>
                  <a:pt x="49708" y="68401"/>
                  <a:pt x="50330" y="68027"/>
                </a:cubicBezTo>
                <a:cubicBezTo>
                  <a:pt x="50479" y="67928"/>
                  <a:pt x="50654" y="67803"/>
                  <a:pt x="50878" y="67679"/>
                </a:cubicBezTo>
                <a:cubicBezTo>
                  <a:pt x="51127" y="67530"/>
                  <a:pt x="51450" y="67330"/>
                  <a:pt x="51724" y="67106"/>
                </a:cubicBezTo>
                <a:lnTo>
                  <a:pt x="52272" y="66733"/>
                </a:lnTo>
                <a:close/>
                <a:moveTo>
                  <a:pt x="48090" y="69347"/>
                </a:moveTo>
                <a:lnTo>
                  <a:pt x="48090" y="69347"/>
                </a:lnTo>
                <a:cubicBezTo>
                  <a:pt x="47990" y="69471"/>
                  <a:pt x="47916" y="69645"/>
                  <a:pt x="47841" y="69770"/>
                </a:cubicBezTo>
                <a:cubicBezTo>
                  <a:pt x="47841" y="69787"/>
                  <a:pt x="47841" y="69805"/>
                  <a:pt x="47823" y="69805"/>
                </a:cubicBezTo>
                <a:cubicBezTo>
                  <a:pt x="47816" y="69805"/>
                  <a:pt x="47806" y="69802"/>
                  <a:pt x="47791" y="69795"/>
                </a:cubicBezTo>
                <a:lnTo>
                  <a:pt x="47791" y="69795"/>
                </a:lnTo>
                <a:cubicBezTo>
                  <a:pt x="47841" y="69819"/>
                  <a:pt x="47766" y="69919"/>
                  <a:pt x="47667" y="70068"/>
                </a:cubicBezTo>
                <a:cubicBezTo>
                  <a:pt x="47418" y="70467"/>
                  <a:pt x="47219" y="70890"/>
                  <a:pt x="46970" y="71288"/>
                </a:cubicBezTo>
                <a:cubicBezTo>
                  <a:pt x="47144" y="70915"/>
                  <a:pt x="47343" y="70591"/>
                  <a:pt x="47468" y="70342"/>
                </a:cubicBezTo>
                <a:cubicBezTo>
                  <a:pt x="47542" y="70193"/>
                  <a:pt x="47617" y="70043"/>
                  <a:pt x="47716" y="69894"/>
                </a:cubicBezTo>
                <a:cubicBezTo>
                  <a:pt x="47766" y="69844"/>
                  <a:pt x="47766" y="69819"/>
                  <a:pt x="47791" y="69795"/>
                </a:cubicBezTo>
                <a:lnTo>
                  <a:pt x="47791" y="69795"/>
                </a:lnTo>
                <a:cubicBezTo>
                  <a:pt x="47791" y="69795"/>
                  <a:pt x="47791" y="69795"/>
                  <a:pt x="47791" y="69795"/>
                </a:cubicBezTo>
                <a:cubicBezTo>
                  <a:pt x="47866" y="69670"/>
                  <a:pt x="47965" y="69546"/>
                  <a:pt x="48040" y="69396"/>
                </a:cubicBezTo>
                <a:lnTo>
                  <a:pt x="48090" y="69347"/>
                </a:lnTo>
                <a:close/>
                <a:moveTo>
                  <a:pt x="100635" y="63348"/>
                </a:moveTo>
                <a:cubicBezTo>
                  <a:pt x="98868" y="66036"/>
                  <a:pt x="96926" y="68674"/>
                  <a:pt x="94835" y="71288"/>
                </a:cubicBezTo>
                <a:lnTo>
                  <a:pt x="94810" y="71263"/>
                </a:lnTo>
                <a:cubicBezTo>
                  <a:pt x="96876" y="68674"/>
                  <a:pt x="98793" y="66036"/>
                  <a:pt x="100560" y="63348"/>
                </a:cubicBezTo>
                <a:close/>
                <a:moveTo>
                  <a:pt x="93516" y="70218"/>
                </a:moveTo>
                <a:lnTo>
                  <a:pt x="94537" y="71263"/>
                </a:lnTo>
                <a:cubicBezTo>
                  <a:pt x="94537" y="71288"/>
                  <a:pt x="94512" y="71288"/>
                  <a:pt x="94512" y="71313"/>
                </a:cubicBezTo>
                <a:lnTo>
                  <a:pt x="93466" y="70292"/>
                </a:lnTo>
                <a:cubicBezTo>
                  <a:pt x="93466" y="70268"/>
                  <a:pt x="93516" y="70218"/>
                  <a:pt x="93516" y="70218"/>
                </a:cubicBezTo>
                <a:close/>
                <a:moveTo>
                  <a:pt x="44406" y="68774"/>
                </a:moveTo>
                <a:cubicBezTo>
                  <a:pt x="44655" y="69297"/>
                  <a:pt x="44854" y="69844"/>
                  <a:pt x="45003" y="70417"/>
                </a:cubicBezTo>
                <a:cubicBezTo>
                  <a:pt x="44729" y="70541"/>
                  <a:pt x="44431" y="70666"/>
                  <a:pt x="44132" y="70815"/>
                </a:cubicBezTo>
                <a:cubicBezTo>
                  <a:pt x="44008" y="70890"/>
                  <a:pt x="43908" y="70915"/>
                  <a:pt x="43784" y="70964"/>
                </a:cubicBezTo>
                <a:cubicBezTo>
                  <a:pt x="43759" y="71014"/>
                  <a:pt x="43684" y="71014"/>
                  <a:pt x="43659" y="71039"/>
                </a:cubicBezTo>
                <a:cubicBezTo>
                  <a:pt x="43360" y="71164"/>
                  <a:pt x="43037" y="71288"/>
                  <a:pt x="42763" y="71388"/>
                </a:cubicBezTo>
                <a:lnTo>
                  <a:pt x="42763" y="71338"/>
                </a:lnTo>
                <a:cubicBezTo>
                  <a:pt x="42888" y="71164"/>
                  <a:pt x="43012" y="70940"/>
                  <a:pt x="43136" y="70765"/>
                </a:cubicBezTo>
                <a:cubicBezTo>
                  <a:pt x="43161" y="70716"/>
                  <a:pt x="43186" y="70691"/>
                  <a:pt x="43186" y="70641"/>
                </a:cubicBezTo>
                <a:cubicBezTo>
                  <a:pt x="43560" y="70019"/>
                  <a:pt x="43958" y="69396"/>
                  <a:pt x="44406" y="68774"/>
                </a:cubicBezTo>
                <a:close/>
                <a:moveTo>
                  <a:pt x="44297" y="68488"/>
                </a:moveTo>
                <a:cubicBezTo>
                  <a:pt x="44300" y="68488"/>
                  <a:pt x="44306" y="68500"/>
                  <a:pt x="44306" y="68525"/>
                </a:cubicBezTo>
                <a:lnTo>
                  <a:pt x="44306" y="68550"/>
                </a:lnTo>
                <a:cubicBezTo>
                  <a:pt x="43673" y="69499"/>
                  <a:pt x="43064" y="70472"/>
                  <a:pt x="42479" y="71400"/>
                </a:cubicBezTo>
                <a:lnTo>
                  <a:pt x="42479" y="71400"/>
                </a:lnTo>
                <a:cubicBezTo>
                  <a:pt x="43057" y="70395"/>
                  <a:pt x="43658" y="69437"/>
                  <a:pt x="44306" y="68525"/>
                </a:cubicBezTo>
                <a:cubicBezTo>
                  <a:pt x="44294" y="68500"/>
                  <a:pt x="44294" y="68488"/>
                  <a:pt x="44297" y="68488"/>
                </a:cubicBezTo>
                <a:close/>
                <a:moveTo>
                  <a:pt x="67132" y="57822"/>
                </a:moveTo>
                <a:cubicBezTo>
                  <a:pt x="68127" y="59315"/>
                  <a:pt x="69571" y="61108"/>
                  <a:pt x="71512" y="63124"/>
                </a:cubicBezTo>
                <a:cubicBezTo>
                  <a:pt x="71015" y="63721"/>
                  <a:pt x="70517" y="64319"/>
                  <a:pt x="69994" y="64891"/>
                </a:cubicBezTo>
                <a:cubicBezTo>
                  <a:pt x="69944" y="64941"/>
                  <a:pt x="69919" y="64966"/>
                  <a:pt x="69894" y="65040"/>
                </a:cubicBezTo>
                <a:lnTo>
                  <a:pt x="69795" y="65115"/>
                </a:lnTo>
                <a:cubicBezTo>
                  <a:pt x="69297" y="65663"/>
                  <a:pt x="68799" y="66185"/>
                  <a:pt x="68276" y="66708"/>
                </a:cubicBezTo>
                <a:cubicBezTo>
                  <a:pt x="68003" y="66982"/>
                  <a:pt x="67704" y="67281"/>
                  <a:pt x="67405" y="67554"/>
                </a:cubicBezTo>
                <a:lnTo>
                  <a:pt x="67306" y="67654"/>
                </a:lnTo>
                <a:cubicBezTo>
                  <a:pt x="67281" y="67679"/>
                  <a:pt x="67256" y="67704"/>
                  <a:pt x="67206" y="67704"/>
                </a:cubicBezTo>
                <a:cubicBezTo>
                  <a:pt x="67156" y="67754"/>
                  <a:pt x="67057" y="67828"/>
                  <a:pt x="67007" y="67878"/>
                </a:cubicBezTo>
                <a:cubicBezTo>
                  <a:pt x="66833" y="68002"/>
                  <a:pt x="66708" y="68152"/>
                  <a:pt x="66559" y="68301"/>
                </a:cubicBezTo>
                <a:cubicBezTo>
                  <a:pt x="66459" y="68351"/>
                  <a:pt x="66410" y="68450"/>
                  <a:pt x="66310" y="68500"/>
                </a:cubicBezTo>
                <a:lnTo>
                  <a:pt x="65762" y="68973"/>
                </a:lnTo>
                <a:cubicBezTo>
                  <a:pt x="65638" y="69073"/>
                  <a:pt x="65514" y="69197"/>
                  <a:pt x="65414" y="69297"/>
                </a:cubicBezTo>
                <a:cubicBezTo>
                  <a:pt x="65314" y="69396"/>
                  <a:pt x="65190" y="69471"/>
                  <a:pt x="65090" y="69546"/>
                </a:cubicBezTo>
                <a:cubicBezTo>
                  <a:pt x="65041" y="69595"/>
                  <a:pt x="64966" y="69645"/>
                  <a:pt x="64916" y="69695"/>
                </a:cubicBezTo>
                <a:cubicBezTo>
                  <a:pt x="64767" y="69819"/>
                  <a:pt x="64642" y="69944"/>
                  <a:pt x="64468" y="70043"/>
                </a:cubicBezTo>
                <a:cubicBezTo>
                  <a:pt x="64393" y="70143"/>
                  <a:pt x="64294" y="70193"/>
                  <a:pt x="64169" y="70243"/>
                </a:cubicBezTo>
                <a:cubicBezTo>
                  <a:pt x="64145" y="70292"/>
                  <a:pt x="64070" y="70317"/>
                  <a:pt x="64045" y="70342"/>
                </a:cubicBezTo>
                <a:cubicBezTo>
                  <a:pt x="63896" y="70467"/>
                  <a:pt x="63771" y="70566"/>
                  <a:pt x="63597" y="70691"/>
                </a:cubicBezTo>
                <a:cubicBezTo>
                  <a:pt x="63572" y="70716"/>
                  <a:pt x="63547" y="70716"/>
                  <a:pt x="63522" y="70740"/>
                </a:cubicBezTo>
                <a:cubicBezTo>
                  <a:pt x="63473" y="70740"/>
                  <a:pt x="63473" y="70790"/>
                  <a:pt x="63448" y="70790"/>
                </a:cubicBezTo>
                <a:lnTo>
                  <a:pt x="63074" y="71064"/>
                </a:lnTo>
                <a:cubicBezTo>
                  <a:pt x="62950" y="71188"/>
                  <a:pt x="62825" y="71313"/>
                  <a:pt x="62676" y="71437"/>
                </a:cubicBezTo>
                <a:lnTo>
                  <a:pt x="62477" y="71263"/>
                </a:lnTo>
                <a:lnTo>
                  <a:pt x="61979" y="70765"/>
                </a:lnTo>
                <a:lnTo>
                  <a:pt x="61805" y="70566"/>
                </a:lnTo>
                <a:lnTo>
                  <a:pt x="61307" y="70068"/>
                </a:lnTo>
                <a:cubicBezTo>
                  <a:pt x="61232" y="70019"/>
                  <a:pt x="61183" y="69969"/>
                  <a:pt x="61133" y="69919"/>
                </a:cubicBezTo>
                <a:cubicBezTo>
                  <a:pt x="60959" y="69770"/>
                  <a:pt x="60809" y="69595"/>
                  <a:pt x="60610" y="69446"/>
                </a:cubicBezTo>
                <a:lnTo>
                  <a:pt x="60486" y="69322"/>
                </a:lnTo>
                <a:cubicBezTo>
                  <a:pt x="60311" y="69172"/>
                  <a:pt x="60112" y="69023"/>
                  <a:pt x="59963" y="68849"/>
                </a:cubicBezTo>
                <a:cubicBezTo>
                  <a:pt x="59938" y="68824"/>
                  <a:pt x="59913" y="68799"/>
                  <a:pt x="59863" y="68799"/>
                </a:cubicBezTo>
                <a:cubicBezTo>
                  <a:pt x="59689" y="68650"/>
                  <a:pt x="59490" y="68450"/>
                  <a:pt x="59316" y="68301"/>
                </a:cubicBezTo>
                <a:lnTo>
                  <a:pt x="59266" y="68276"/>
                </a:lnTo>
                <a:cubicBezTo>
                  <a:pt x="58644" y="67729"/>
                  <a:pt x="58071" y="67305"/>
                  <a:pt x="57499" y="66932"/>
                </a:cubicBezTo>
                <a:cubicBezTo>
                  <a:pt x="57698" y="66783"/>
                  <a:pt x="57872" y="66609"/>
                  <a:pt x="58096" y="66434"/>
                </a:cubicBezTo>
                <a:cubicBezTo>
                  <a:pt x="58196" y="66335"/>
                  <a:pt x="58320" y="66285"/>
                  <a:pt x="58395" y="66185"/>
                </a:cubicBezTo>
                <a:cubicBezTo>
                  <a:pt x="58469" y="66111"/>
                  <a:pt x="58519" y="66061"/>
                  <a:pt x="58594" y="66036"/>
                </a:cubicBezTo>
                <a:cubicBezTo>
                  <a:pt x="59017" y="65663"/>
                  <a:pt x="59440" y="65314"/>
                  <a:pt x="59863" y="64941"/>
                </a:cubicBezTo>
                <a:cubicBezTo>
                  <a:pt x="59963" y="64841"/>
                  <a:pt x="60062" y="64742"/>
                  <a:pt x="60187" y="64692"/>
                </a:cubicBezTo>
                <a:lnTo>
                  <a:pt x="60212" y="64667"/>
                </a:lnTo>
                <a:cubicBezTo>
                  <a:pt x="61307" y="63671"/>
                  <a:pt x="62402" y="62676"/>
                  <a:pt x="63448" y="61630"/>
                </a:cubicBezTo>
                <a:lnTo>
                  <a:pt x="63473" y="61605"/>
                </a:lnTo>
                <a:lnTo>
                  <a:pt x="64966" y="60112"/>
                </a:lnTo>
                <a:cubicBezTo>
                  <a:pt x="65066" y="60012"/>
                  <a:pt x="65140" y="59938"/>
                  <a:pt x="65215" y="59863"/>
                </a:cubicBezTo>
                <a:cubicBezTo>
                  <a:pt x="65663" y="59440"/>
                  <a:pt x="66061" y="58967"/>
                  <a:pt x="66509" y="58519"/>
                </a:cubicBezTo>
                <a:cubicBezTo>
                  <a:pt x="66559" y="58444"/>
                  <a:pt x="66659" y="58370"/>
                  <a:pt x="66708" y="58270"/>
                </a:cubicBezTo>
                <a:cubicBezTo>
                  <a:pt x="66833" y="58121"/>
                  <a:pt x="67007" y="57971"/>
                  <a:pt x="67132" y="57822"/>
                </a:cubicBezTo>
                <a:close/>
                <a:moveTo>
                  <a:pt x="9285" y="69670"/>
                </a:moveTo>
                <a:cubicBezTo>
                  <a:pt x="9384" y="70043"/>
                  <a:pt x="9459" y="70417"/>
                  <a:pt x="9533" y="70765"/>
                </a:cubicBezTo>
                <a:cubicBezTo>
                  <a:pt x="9409" y="70840"/>
                  <a:pt x="9260" y="70964"/>
                  <a:pt x="9135" y="71064"/>
                </a:cubicBezTo>
                <a:cubicBezTo>
                  <a:pt x="8961" y="71188"/>
                  <a:pt x="8812" y="71313"/>
                  <a:pt x="8662" y="71413"/>
                </a:cubicBezTo>
                <a:cubicBezTo>
                  <a:pt x="8637" y="71437"/>
                  <a:pt x="8588" y="71437"/>
                  <a:pt x="8563" y="71462"/>
                </a:cubicBezTo>
                <a:cubicBezTo>
                  <a:pt x="8787" y="70865"/>
                  <a:pt x="9036" y="70243"/>
                  <a:pt x="9285" y="69670"/>
                </a:cubicBezTo>
                <a:close/>
                <a:moveTo>
                  <a:pt x="57349" y="67057"/>
                </a:moveTo>
                <a:cubicBezTo>
                  <a:pt x="58320" y="67679"/>
                  <a:pt x="59341" y="68525"/>
                  <a:pt x="60461" y="69546"/>
                </a:cubicBezTo>
                <a:lnTo>
                  <a:pt x="60486" y="69571"/>
                </a:lnTo>
                <a:cubicBezTo>
                  <a:pt x="60685" y="69770"/>
                  <a:pt x="60909" y="69944"/>
                  <a:pt x="61083" y="70143"/>
                </a:cubicBezTo>
                <a:lnTo>
                  <a:pt x="61183" y="70218"/>
                </a:lnTo>
                <a:cubicBezTo>
                  <a:pt x="61357" y="70417"/>
                  <a:pt x="61556" y="70566"/>
                  <a:pt x="61730" y="70765"/>
                </a:cubicBezTo>
                <a:lnTo>
                  <a:pt x="61904" y="70915"/>
                </a:lnTo>
                <a:cubicBezTo>
                  <a:pt x="62079" y="71089"/>
                  <a:pt x="62228" y="71288"/>
                  <a:pt x="62427" y="71437"/>
                </a:cubicBezTo>
                <a:lnTo>
                  <a:pt x="62527" y="71537"/>
                </a:lnTo>
                <a:cubicBezTo>
                  <a:pt x="62477" y="71562"/>
                  <a:pt x="62477" y="71562"/>
                  <a:pt x="62452" y="71562"/>
                </a:cubicBezTo>
                <a:lnTo>
                  <a:pt x="61979" y="71089"/>
                </a:lnTo>
                <a:lnTo>
                  <a:pt x="61855" y="70964"/>
                </a:lnTo>
                <a:lnTo>
                  <a:pt x="61606" y="70716"/>
                </a:lnTo>
                <a:cubicBezTo>
                  <a:pt x="60013" y="69172"/>
                  <a:pt x="58594" y="67953"/>
                  <a:pt x="57300" y="67081"/>
                </a:cubicBezTo>
                <a:cubicBezTo>
                  <a:pt x="57324" y="67081"/>
                  <a:pt x="57324" y="67057"/>
                  <a:pt x="57349" y="67057"/>
                </a:cubicBezTo>
                <a:close/>
                <a:moveTo>
                  <a:pt x="52247" y="69172"/>
                </a:moveTo>
                <a:lnTo>
                  <a:pt x="52247" y="69222"/>
                </a:lnTo>
                <a:cubicBezTo>
                  <a:pt x="50507" y="70191"/>
                  <a:pt x="48768" y="70986"/>
                  <a:pt x="47054" y="71583"/>
                </a:cubicBezTo>
                <a:lnTo>
                  <a:pt x="47054" y="71583"/>
                </a:lnTo>
                <a:cubicBezTo>
                  <a:pt x="47119" y="71560"/>
                  <a:pt x="47119" y="71537"/>
                  <a:pt x="47119" y="71537"/>
                </a:cubicBezTo>
                <a:cubicBezTo>
                  <a:pt x="48787" y="70940"/>
                  <a:pt x="50504" y="70168"/>
                  <a:pt x="52247" y="69172"/>
                </a:cubicBezTo>
                <a:close/>
                <a:moveTo>
                  <a:pt x="39985" y="67375"/>
                </a:moveTo>
                <a:cubicBezTo>
                  <a:pt x="39970" y="67487"/>
                  <a:pt x="39958" y="67596"/>
                  <a:pt x="39950" y="67704"/>
                </a:cubicBezTo>
                <a:lnTo>
                  <a:pt x="39950" y="67803"/>
                </a:lnTo>
                <a:cubicBezTo>
                  <a:pt x="39950" y="67928"/>
                  <a:pt x="39926" y="68027"/>
                  <a:pt x="39926" y="68152"/>
                </a:cubicBezTo>
                <a:cubicBezTo>
                  <a:pt x="39901" y="68351"/>
                  <a:pt x="39901" y="68575"/>
                  <a:pt x="39851" y="68774"/>
                </a:cubicBezTo>
                <a:lnTo>
                  <a:pt x="39851" y="68824"/>
                </a:lnTo>
                <a:cubicBezTo>
                  <a:pt x="39851" y="68899"/>
                  <a:pt x="39851" y="68973"/>
                  <a:pt x="39826" y="69048"/>
                </a:cubicBezTo>
                <a:cubicBezTo>
                  <a:pt x="39901" y="69073"/>
                  <a:pt x="39901" y="69098"/>
                  <a:pt x="39901" y="69098"/>
                </a:cubicBezTo>
                <a:lnTo>
                  <a:pt x="39901" y="69446"/>
                </a:lnTo>
                <a:lnTo>
                  <a:pt x="39901" y="69595"/>
                </a:lnTo>
                <a:lnTo>
                  <a:pt x="39901" y="69844"/>
                </a:lnTo>
                <a:cubicBezTo>
                  <a:pt x="39901" y="70043"/>
                  <a:pt x="39926" y="70193"/>
                  <a:pt x="39926" y="70342"/>
                </a:cubicBezTo>
                <a:lnTo>
                  <a:pt x="39926" y="70442"/>
                </a:lnTo>
                <a:lnTo>
                  <a:pt x="39926" y="70566"/>
                </a:lnTo>
                <a:cubicBezTo>
                  <a:pt x="39926" y="70666"/>
                  <a:pt x="39950" y="70765"/>
                  <a:pt x="39950" y="70890"/>
                </a:cubicBezTo>
                <a:lnTo>
                  <a:pt x="39950" y="70964"/>
                </a:lnTo>
                <a:cubicBezTo>
                  <a:pt x="39950" y="71064"/>
                  <a:pt x="40000" y="71188"/>
                  <a:pt x="40000" y="71288"/>
                </a:cubicBezTo>
                <a:cubicBezTo>
                  <a:pt x="40000" y="71338"/>
                  <a:pt x="40025" y="71413"/>
                  <a:pt x="40025" y="71437"/>
                </a:cubicBezTo>
                <a:cubicBezTo>
                  <a:pt x="40025" y="71512"/>
                  <a:pt x="40050" y="71537"/>
                  <a:pt x="40050" y="71587"/>
                </a:cubicBezTo>
                <a:lnTo>
                  <a:pt x="40050" y="71637"/>
                </a:lnTo>
                <a:lnTo>
                  <a:pt x="40025" y="71587"/>
                </a:lnTo>
                <a:lnTo>
                  <a:pt x="40000" y="71562"/>
                </a:lnTo>
                <a:cubicBezTo>
                  <a:pt x="40000" y="71537"/>
                  <a:pt x="40000" y="71512"/>
                  <a:pt x="39950" y="71462"/>
                </a:cubicBezTo>
                <a:lnTo>
                  <a:pt x="39950" y="71413"/>
                </a:lnTo>
                <a:cubicBezTo>
                  <a:pt x="39926" y="71313"/>
                  <a:pt x="39926" y="71213"/>
                  <a:pt x="39901" y="71089"/>
                </a:cubicBezTo>
                <a:lnTo>
                  <a:pt x="39901" y="71064"/>
                </a:lnTo>
                <a:cubicBezTo>
                  <a:pt x="39901" y="70964"/>
                  <a:pt x="39876" y="70840"/>
                  <a:pt x="39876" y="70765"/>
                </a:cubicBezTo>
                <a:cubicBezTo>
                  <a:pt x="39876" y="70641"/>
                  <a:pt x="39826" y="70516"/>
                  <a:pt x="39826" y="70392"/>
                </a:cubicBezTo>
                <a:cubicBezTo>
                  <a:pt x="39826" y="70268"/>
                  <a:pt x="39801" y="70168"/>
                  <a:pt x="39801" y="70043"/>
                </a:cubicBezTo>
                <a:lnTo>
                  <a:pt x="39801" y="69894"/>
                </a:lnTo>
                <a:lnTo>
                  <a:pt x="39801" y="69670"/>
                </a:lnTo>
                <a:lnTo>
                  <a:pt x="39801" y="69297"/>
                </a:lnTo>
                <a:lnTo>
                  <a:pt x="39801" y="69073"/>
                </a:lnTo>
                <a:lnTo>
                  <a:pt x="39801" y="68899"/>
                </a:lnTo>
                <a:cubicBezTo>
                  <a:pt x="39801" y="68774"/>
                  <a:pt x="39801" y="68650"/>
                  <a:pt x="39826" y="68475"/>
                </a:cubicBezTo>
                <a:cubicBezTo>
                  <a:pt x="39826" y="68351"/>
                  <a:pt x="39876" y="68226"/>
                  <a:pt x="39876" y="68102"/>
                </a:cubicBezTo>
                <a:cubicBezTo>
                  <a:pt x="39876" y="67953"/>
                  <a:pt x="39901" y="67828"/>
                  <a:pt x="39926" y="67679"/>
                </a:cubicBezTo>
                <a:cubicBezTo>
                  <a:pt x="39926" y="67604"/>
                  <a:pt x="39926" y="67579"/>
                  <a:pt x="39950" y="67530"/>
                </a:cubicBezTo>
                <a:cubicBezTo>
                  <a:pt x="39950" y="67482"/>
                  <a:pt x="39971" y="67424"/>
                  <a:pt x="39985" y="67375"/>
                </a:cubicBezTo>
                <a:close/>
                <a:moveTo>
                  <a:pt x="71512" y="63323"/>
                </a:moveTo>
                <a:lnTo>
                  <a:pt x="71537" y="63348"/>
                </a:lnTo>
                <a:cubicBezTo>
                  <a:pt x="71388" y="63572"/>
                  <a:pt x="71239" y="63746"/>
                  <a:pt x="71039" y="63970"/>
                </a:cubicBezTo>
                <a:cubicBezTo>
                  <a:pt x="71015" y="63995"/>
                  <a:pt x="70990" y="64070"/>
                  <a:pt x="70915" y="64095"/>
                </a:cubicBezTo>
                <a:cubicBezTo>
                  <a:pt x="70691" y="64343"/>
                  <a:pt x="70442" y="64617"/>
                  <a:pt x="70243" y="64866"/>
                </a:cubicBezTo>
                <a:cubicBezTo>
                  <a:pt x="69994" y="65165"/>
                  <a:pt x="69770" y="65414"/>
                  <a:pt x="69521" y="65688"/>
                </a:cubicBezTo>
                <a:lnTo>
                  <a:pt x="69397" y="65812"/>
                </a:lnTo>
                <a:cubicBezTo>
                  <a:pt x="69148" y="66061"/>
                  <a:pt x="68899" y="66310"/>
                  <a:pt x="68650" y="66584"/>
                </a:cubicBezTo>
                <a:cubicBezTo>
                  <a:pt x="68401" y="66833"/>
                  <a:pt x="68152" y="67106"/>
                  <a:pt x="67903" y="67355"/>
                </a:cubicBezTo>
                <a:lnTo>
                  <a:pt x="67804" y="67455"/>
                </a:lnTo>
                <a:cubicBezTo>
                  <a:pt x="67530" y="67729"/>
                  <a:pt x="67256" y="67978"/>
                  <a:pt x="66957" y="68226"/>
                </a:cubicBezTo>
                <a:cubicBezTo>
                  <a:pt x="66708" y="68475"/>
                  <a:pt x="66435" y="68724"/>
                  <a:pt x="66186" y="68948"/>
                </a:cubicBezTo>
                <a:cubicBezTo>
                  <a:pt x="65887" y="69222"/>
                  <a:pt x="65538" y="69521"/>
                  <a:pt x="65190" y="69795"/>
                </a:cubicBezTo>
                <a:cubicBezTo>
                  <a:pt x="65041" y="69919"/>
                  <a:pt x="64891" y="70068"/>
                  <a:pt x="64717" y="70193"/>
                </a:cubicBezTo>
                <a:cubicBezTo>
                  <a:pt x="64642" y="70292"/>
                  <a:pt x="64543" y="70342"/>
                  <a:pt x="64443" y="70442"/>
                </a:cubicBezTo>
                <a:lnTo>
                  <a:pt x="63323" y="71288"/>
                </a:lnTo>
                <a:cubicBezTo>
                  <a:pt x="63149" y="71437"/>
                  <a:pt x="62925" y="71587"/>
                  <a:pt x="62726" y="71711"/>
                </a:cubicBezTo>
                <a:lnTo>
                  <a:pt x="62701" y="71686"/>
                </a:lnTo>
                <a:lnTo>
                  <a:pt x="62676" y="71661"/>
                </a:lnTo>
                <a:cubicBezTo>
                  <a:pt x="62950" y="71437"/>
                  <a:pt x="63099" y="71338"/>
                  <a:pt x="63224" y="71213"/>
                </a:cubicBezTo>
                <a:cubicBezTo>
                  <a:pt x="63298" y="71188"/>
                  <a:pt x="63323" y="71114"/>
                  <a:pt x="63373" y="71089"/>
                </a:cubicBezTo>
                <a:cubicBezTo>
                  <a:pt x="63448" y="71064"/>
                  <a:pt x="63497" y="70989"/>
                  <a:pt x="63572" y="70964"/>
                </a:cubicBezTo>
                <a:lnTo>
                  <a:pt x="63597" y="70964"/>
                </a:lnTo>
                <a:cubicBezTo>
                  <a:pt x="63796" y="70840"/>
                  <a:pt x="63970" y="70691"/>
                  <a:pt x="64145" y="70541"/>
                </a:cubicBezTo>
                <a:cubicBezTo>
                  <a:pt x="64169" y="70492"/>
                  <a:pt x="64219" y="70467"/>
                  <a:pt x="64269" y="70442"/>
                </a:cubicBezTo>
                <a:cubicBezTo>
                  <a:pt x="64344" y="70367"/>
                  <a:pt x="64418" y="70317"/>
                  <a:pt x="64518" y="70243"/>
                </a:cubicBezTo>
                <a:cubicBezTo>
                  <a:pt x="64518" y="70243"/>
                  <a:pt x="64543" y="70243"/>
                  <a:pt x="64543" y="70218"/>
                </a:cubicBezTo>
                <a:cubicBezTo>
                  <a:pt x="64692" y="70093"/>
                  <a:pt x="64817" y="69969"/>
                  <a:pt x="64966" y="69869"/>
                </a:cubicBezTo>
                <a:cubicBezTo>
                  <a:pt x="65140" y="69745"/>
                  <a:pt x="65314" y="69595"/>
                  <a:pt x="65464" y="69471"/>
                </a:cubicBezTo>
                <a:cubicBezTo>
                  <a:pt x="65563" y="69421"/>
                  <a:pt x="65663" y="69322"/>
                  <a:pt x="65762" y="69222"/>
                </a:cubicBezTo>
                <a:cubicBezTo>
                  <a:pt x="65837" y="69172"/>
                  <a:pt x="65937" y="69073"/>
                  <a:pt x="66036" y="68998"/>
                </a:cubicBezTo>
                <a:cubicBezTo>
                  <a:pt x="66161" y="68923"/>
                  <a:pt x="66285" y="68799"/>
                  <a:pt x="66385" y="68699"/>
                </a:cubicBezTo>
                <a:lnTo>
                  <a:pt x="66435" y="68625"/>
                </a:lnTo>
                <a:lnTo>
                  <a:pt x="66484" y="68575"/>
                </a:lnTo>
                <a:cubicBezTo>
                  <a:pt x="66534" y="68550"/>
                  <a:pt x="66584" y="68525"/>
                  <a:pt x="66609" y="68450"/>
                </a:cubicBezTo>
                <a:cubicBezTo>
                  <a:pt x="66833" y="68276"/>
                  <a:pt x="67032" y="68077"/>
                  <a:pt x="67231" y="67878"/>
                </a:cubicBezTo>
                <a:lnTo>
                  <a:pt x="67331" y="67803"/>
                </a:lnTo>
                <a:cubicBezTo>
                  <a:pt x="67604" y="67554"/>
                  <a:pt x="67853" y="67256"/>
                  <a:pt x="68152" y="67007"/>
                </a:cubicBezTo>
                <a:lnTo>
                  <a:pt x="68301" y="66857"/>
                </a:lnTo>
                <a:lnTo>
                  <a:pt x="68351" y="66808"/>
                </a:lnTo>
                <a:cubicBezTo>
                  <a:pt x="68824" y="66335"/>
                  <a:pt x="69297" y="65837"/>
                  <a:pt x="69770" y="65339"/>
                </a:cubicBezTo>
                <a:cubicBezTo>
                  <a:pt x="69770" y="65314"/>
                  <a:pt x="69795" y="65314"/>
                  <a:pt x="69795" y="65289"/>
                </a:cubicBezTo>
                <a:cubicBezTo>
                  <a:pt x="69919" y="65165"/>
                  <a:pt x="70044" y="64991"/>
                  <a:pt x="70168" y="64866"/>
                </a:cubicBezTo>
                <a:cubicBezTo>
                  <a:pt x="70193" y="64841"/>
                  <a:pt x="70193" y="64816"/>
                  <a:pt x="70218" y="64816"/>
                </a:cubicBezTo>
                <a:cubicBezTo>
                  <a:pt x="70566" y="64443"/>
                  <a:pt x="70890" y="64045"/>
                  <a:pt x="71214" y="63671"/>
                </a:cubicBezTo>
                <a:cubicBezTo>
                  <a:pt x="71288" y="63572"/>
                  <a:pt x="71338" y="63497"/>
                  <a:pt x="71413" y="63447"/>
                </a:cubicBezTo>
                <a:cubicBezTo>
                  <a:pt x="71438" y="63422"/>
                  <a:pt x="71463" y="63348"/>
                  <a:pt x="71512" y="63323"/>
                </a:cubicBezTo>
                <a:close/>
                <a:moveTo>
                  <a:pt x="52520" y="70342"/>
                </a:moveTo>
                <a:lnTo>
                  <a:pt x="52520" y="70367"/>
                </a:lnTo>
                <a:lnTo>
                  <a:pt x="52520" y="70417"/>
                </a:lnTo>
                <a:cubicBezTo>
                  <a:pt x="51878" y="70862"/>
                  <a:pt x="51235" y="71307"/>
                  <a:pt x="50568" y="71728"/>
                </a:cubicBezTo>
                <a:lnTo>
                  <a:pt x="50568" y="71728"/>
                </a:lnTo>
                <a:cubicBezTo>
                  <a:pt x="50646" y="71671"/>
                  <a:pt x="50711" y="71611"/>
                  <a:pt x="50803" y="71537"/>
                </a:cubicBezTo>
                <a:cubicBezTo>
                  <a:pt x="51375" y="71164"/>
                  <a:pt x="51973" y="70765"/>
                  <a:pt x="52520" y="70342"/>
                </a:cubicBezTo>
                <a:close/>
                <a:moveTo>
                  <a:pt x="35430" y="68498"/>
                </a:moveTo>
                <a:lnTo>
                  <a:pt x="35430" y="68498"/>
                </a:lnTo>
                <a:cubicBezTo>
                  <a:pt x="35557" y="68565"/>
                  <a:pt x="35684" y="68632"/>
                  <a:pt x="35818" y="68699"/>
                </a:cubicBezTo>
                <a:cubicBezTo>
                  <a:pt x="35893" y="68724"/>
                  <a:pt x="35943" y="68749"/>
                  <a:pt x="36042" y="68824"/>
                </a:cubicBezTo>
                <a:cubicBezTo>
                  <a:pt x="36267" y="68948"/>
                  <a:pt x="36441" y="69073"/>
                  <a:pt x="36665" y="69197"/>
                </a:cubicBezTo>
                <a:cubicBezTo>
                  <a:pt x="36764" y="69247"/>
                  <a:pt x="36839" y="69322"/>
                  <a:pt x="36939" y="69347"/>
                </a:cubicBezTo>
                <a:cubicBezTo>
                  <a:pt x="37138" y="69471"/>
                  <a:pt x="37287" y="69571"/>
                  <a:pt x="37461" y="69695"/>
                </a:cubicBezTo>
                <a:cubicBezTo>
                  <a:pt x="37586" y="69745"/>
                  <a:pt x="37685" y="69844"/>
                  <a:pt x="37810" y="69919"/>
                </a:cubicBezTo>
                <a:cubicBezTo>
                  <a:pt x="37959" y="69994"/>
                  <a:pt x="38084" y="70118"/>
                  <a:pt x="38258" y="70218"/>
                </a:cubicBezTo>
                <a:lnTo>
                  <a:pt x="38631" y="70492"/>
                </a:lnTo>
                <a:cubicBezTo>
                  <a:pt x="38756" y="70591"/>
                  <a:pt x="38880" y="70691"/>
                  <a:pt x="38980" y="70815"/>
                </a:cubicBezTo>
                <a:cubicBezTo>
                  <a:pt x="39104" y="70940"/>
                  <a:pt x="39278" y="71039"/>
                  <a:pt x="39403" y="71164"/>
                </a:cubicBezTo>
                <a:cubicBezTo>
                  <a:pt x="39502" y="71238"/>
                  <a:pt x="39602" y="71338"/>
                  <a:pt x="39701" y="71437"/>
                </a:cubicBezTo>
                <a:lnTo>
                  <a:pt x="39901" y="71612"/>
                </a:lnTo>
                <a:lnTo>
                  <a:pt x="39926" y="71736"/>
                </a:lnTo>
                <a:lnTo>
                  <a:pt x="39477" y="71313"/>
                </a:lnTo>
                <a:cubicBezTo>
                  <a:pt x="39403" y="71213"/>
                  <a:pt x="39303" y="71164"/>
                  <a:pt x="39204" y="71064"/>
                </a:cubicBezTo>
                <a:cubicBezTo>
                  <a:pt x="39054" y="70940"/>
                  <a:pt x="38905" y="70790"/>
                  <a:pt x="38731" y="70666"/>
                </a:cubicBezTo>
                <a:cubicBezTo>
                  <a:pt x="38656" y="70566"/>
                  <a:pt x="38557" y="70492"/>
                  <a:pt x="38432" y="70442"/>
                </a:cubicBezTo>
                <a:cubicBezTo>
                  <a:pt x="38283" y="70317"/>
                  <a:pt x="38108" y="70193"/>
                  <a:pt x="37934" y="70068"/>
                </a:cubicBezTo>
                <a:cubicBezTo>
                  <a:pt x="37835" y="69969"/>
                  <a:pt x="37710" y="69919"/>
                  <a:pt x="37586" y="69844"/>
                </a:cubicBezTo>
                <a:cubicBezTo>
                  <a:pt x="37436" y="69720"/>
                  <a:pt x="37237" y="69620"/>
                  <a:pt x="37088" y="69496"/>
                </a:cubicBezTo>
                <a:cubicBezTo>
                  <a:pt x="36963" y="69446"/>
                  <a:pt x="36839" y="69347"/>
                  <a:pt x="36764" y="69297"/>
                </a:cubicBezTo>
                <a:cubicBezTo>
                  <a:pt x="36590" y="69197"/>
                  <a:pt x="36416" y="69073"/>
                  <a:pt x="36267" y="68973"/>
                </a:cubicBezTo>
                <a:cubicBezTo>
                  <a:pt x="36142" y="68923"/>
                  <a:pt x="35993" y="68824"/>
                  <a:pt x="35893" y="68774"/>
                </a:cubicBezTo>
                <a:cubicBezTo>
                  <a:pt x="35732" y="68682"/>
                  <a:pt x="35571" y="68590"/>
                  <a:pt x="35430" y="68498"/>
                </a:cubicBezTo>
                <a:close/>
                <a:moveTo>
                  <a:pt x="62601" y="71686"/>
                </a:moveTo>
                <a:cubicBezTo>
                  <a:pt x="62651" y="71686"/>
                  <a:pt x="62651" y="71686"/>
                  <a:pt x="62676" y="71711"/>
                </a:cubicBezTo>
                <a:cubicBezTo>
                  <a:pt x="62651" y="71761"/>
                  <a:pt x="62651" y="71761"/>
                  <a:pt x="62601" y="71761"/>
                </a:cubicBezTo>
                <a:lnTo>
                  <a:pt x="62576" y="71711"/>
                </a:lnTo>
                <a:lnTo>
                  <a:pt x="62601" y="71686"/>
                </a:lnTo>
                <a:close/>
                <a:moveTo>
                  <a:pt x="9260" y="69197"/>
                </a:moveTo>
                <a:lnTo>
                  <a:pt x="9260" y="69297"/>
                </a:lnTo>
                <a:cubicBezTo>
                  <a:pt x="8911" y="70093"/>
                  <a:pt x="8563" y="70940"/>
                  <a:pt x="8264" y="71761"/>
                </a:cubicBezTo>
                <a:cubicBezTo>
                  <a:pt x="8229" y="71778"/>
                  <a:pt x="8207" y="71784"/>
                  <a:pt x="8196" y="71794"/>
                </a:cubicBezTo>
                <a:lnTo>
                  <a:pt x="8196" y="71794"/>
                </a:lnTo>
                <a:cubicBezTo>
                  <a:pt x="8542" y="70928"/>
                  <a:pt x="8889" y="70063"/>
                  <a:pt x="9260" y="69197"/>
                </a:cubicBezTo>
                <a:close/>
                <a:moveTo>
                  <a:pt x="47642" y="69645"/>
                </a:moveTo>
                <a:cubicBezTo>
                  <a:pt x="47268" y="70268"/>
                  <a:pt x="46895" y="70915"/>
                  <a:pt x="46547" y="71537"/>
                </a:cubicBezTo>
                <a:lnTo>
                  <a:pt x="45725" y="71811"/>
                </a:lnTo>
                <a:cubicBezTo>
                  <a:pt x="45675" y="71537"/>
                  <a:pt x="45650" y="71263"/>
                  <a:pt x="45601" y="71014"/>
                </a:cubicBezTo>
                <a:cubicBezTo>
                  <a:pt x="45626" y="70890"/>
                  <a:pt x="45650" y="70765"/>
                  <a:pt x="45675" y="70666"/>
                </a:cubicBezTo>
                <a:cubicBezTo>
                  <a:pt x="46347" y="70342"/>
                  <a:pt x="46995" y="70019"/>
                  <a:pt x="47642" y="69645"/>
                </a:cubicBezTo>
                <a:close/>
                <a:moveTo>
                  <a:pt x="45426" y="71313"/>
                </a:moveTo>
                <a:cubicBezTo>
                  <a:pt x="45476" y="71512"/>
                  <a:pt x="45501" y="71661"/>
                  <a:pt x="45501" y="71836"/>
                </a:cubicBezTo>
                <a:lnTo>
                  <a:pt x="45476" y="71885"/>
                </a:lnTo>
                <a:cubicBezTo>
                  <a:pt x="45426" y="71711"/>
                  <a:pt x="45426" y="71587"/>
                  <a:pt x="45402" y="71437"/>
                </a:cubicBezTo>
                <a:cubicBezTo>
                  <a:pt x="45402" y="71413"/>
                  <a:pt x="45426" y="71338"/>
                  <a:pt x="45426" y="71313"/>
                </a:cubicBezTo>
                <a:close/>
                <a:moveTo>
                  <a:pt x="32832" y="70591"/>
                </a:moveTo>
                <a:lnTo>
                  <a:pt x="32085" y="71910"/>
                </a:lnTo>
                <a:lnTo>
                  <a:pt x="32035" y="71910"/>
                </a:lnTo>
                <a:lnTo>
                  <a:pt x="32782" y="70591"/>
                </a:lnTo>
                <a:close/>
                <a:moveTo>
                  <a:pt x="45103" y="70940"/>
                </a:moveTo>
                <a:lnTo>
                  <a:pt x="45103" y="70964"/>
                </a:lnTo>
                <a:cubicBezTo>
                  <a:pt x="44978" y="71288"/>
                  <a:pt x="44879" y="71587"/>
                  <a:pt x="44779" y="71910"/>
                </a:cubicBezTo>
                <a:cubicBezTo>
                  <a:pt x="44306" y="71811"/>
                  <a:pt x="43858" y="71761"/>
                  <a:pt x="43360" y="71761"/>
                </a:cubicBezTo>
                <a:cubicBezTo>
                  <a:pt x="43933" y="71512"/>
                  <a:pt x="44530" y="71213"/>
                  <a:pt x="45103" y="70940"/>
                </a:cubicBezTo>
                <a:close/>
                <a:moveTo>
                  <a:pt x="21257" y="69322"/>
                </a:moveTo>
                <a:cubicBezTo>
                  <a:pt x="21606" y="69919"/>
                  <a:pt x="21979" y="70467"/>
                  <a:pt x="22452" y="70964"/>
                </a:cubicBezTo>
                <a:cubicBezTo>
                  <a:pt x="22327" y="71014"/>
                  <a:pt x="22153" y="71064"/>
                  <a:pt x="22029" y="71089"/>
                </a:cubicBezTo>
                <a:cubicBezTo>
                  <a:pt x="21929" y="71139"/>
                  <a:pt x="21855" y="71164"/>
                  <a:pt x="21730" y="71188"/>
                </a:cubicBezTo>
                <a:lnTo>
                  <a:pt x="20983" y="71462"/>
                </a:lnTo>
                <a:cubicBezTo>
                  <a:pt x="20884" y="71512"/>
                  <a:pt x="20759" y="71562"/>
                  <a:pt x="20660" y="71587"/>
                </a:cubicBezTo>
                <a:cubicBezTo>
                  <a:pt x="20411" y="71686"/>
                  <a:pt x="20212" y="71811"/>
                  <a:pt x="19938" y="71910"/>
                </a:cubicBezTo>
                <a:cubicBezTo>
                  <a:pt x="19913" y="71910"/>
                  <a:pt x="19888" y="71935"/>
                  <a:pt x="19888" y="71935"/>
                </a:cubicBezTo>
                <a:cubicBezTo>
                  <a:pt x="20361" y="71089"/>
                  <a:pt x="20784" y="70193"/>
                  <a:pt x="21257" y="69322"/>
                </a:cubicBezTo>
                <a:close/>
                <a:moveTo>
                  <a:pt x="45277" y="71836"/>
                </a:moveTo>
                <a:lnTo>
                  <a:pt x="45277" y="71910"/>
                </a:lnTo>
                <a:cubicBezTo>
                  <a:pt x="45277" y="71935"/>
                  <a:pt x="45252" y="71935"/>
                  <a:pt x="45252" y="71935"/>
                </a:cubicBezTo>
                <a:cubicBezTo>
                  <a:pt x="45252" y="71910"/>
                  <a:pt x="45277" y="71885"/>
                  <a:pt x="45277" y="71836"/>
                </a:cubicBezTo>
                <a:close/>
                <a:moveTo>
                  <a:pt x="9558" y="70964"/>
                </a:moveTo>
                <a:lnTo>
                  <a:pt x="9583" y="71014"/>
                </a:lnTo>
                <a:cubicBezTo>
                  <a:pt x="9509" y="71064"/>
                  <a:pt x="9384" y="71164"/>
                  <a:pt x="9285" y="71263"/>
                </a:cubicBezTo>
                <a:cubicBezTo>
                  <a:pt x="9135" y="71388"/>
                  <a:pt x="8961" y="71462"/>
                  <a:pt x="8837" y="71587"/>
                </a:cubicBezTo>
                <a:cubicBezTo>
                  <a:pt x="8712" y="71686"/>
                  <a:pt x="8588" y="71786"/>
                  <a:pt x="8463" y="71910"/>
                </a:cubicBezTo>
                <a:cubicBezTo>
                  <a:pt x="8438" y="71935"/>
                  <a:pt x="8413" y="71960"/>
                  <a:pt x="8388" y="71960"/>
                </a:cubicBezTo>
                <a:cubicBezTo>
                  <a:pt x="8388" y="71935"/>
                  <a:pt x="8413" y="71910"/>
                  <a:pt x="8413" y="71836"/>
                </a:cubicBezTo>
                <a:cubicBezTo>
                  <a:pt x="8438" y="71811"/>
                  <a:pt x="8488" y="71786"/>
                  <a:pt x="8538" y="71711"/>
                </a:cubicBezTo>
                <a:cubicBezTo>
                  <a:pt x="8911" y="71462"/>
                  <a:pt x="9210" y="71213"/>
                  <a:pt x="9558" y="70964"/>
                </a:cubicBezTo>
                <a:close/>
                <a:moveTo>
                  <a:pt x="33031" y="70666"/>
                </a:moveTo>
                <a:cubicBezTo>
                  <a:pt x="33056" y="70666"/>
                  <a:pt x="33056" y="70666"/>
                  <a:pt x="33080" y="70691"/>
                </a:cubicBezTo>
                <a:cubicBezTo>
                  <a:pt x="33578" y="71188"/>
                  <a:pt x="34151" y="71587"/>
                  <a:pt x="34723" y="71960"/>
                </a:cubicBezTo>
                <a:cubicBezTo>
                  <a:pt x="34213" y="71924"/>
                  <a:pt x="33690" y="71901"/>
                  <a:pt x="33162" y="71901"/>
                </a:cubicBezTo>
                <a:cubicBezTo>
                  <a:pt x="32969" y="71901"/>
                  <a:pt x="32776" y="71904"/>
                  <a:pt x="32583" y="71910"/>
                </a:cubicBezTo>
                <a:cubicBezTo>
                  <a:pt x="32483" y="71910"/>
                  <a:pt x="32408" y="71935"/>
                  <a:pt x="32309" y="71935"/>
                </a:cubicBezTo>
                <a:cubicBezTo>
                  <a:pt x="32558" y="71512"/>
                  <a:pt x="32782" y="71064"/>
                  <a:pt x="33031" y="70666"/>
                </a:cubicBezTo>
                <a:close/>
                <a:moveTo>
                  <a:pt x="45178" y="71313"/>
                </a:moveTo>
                <a:cubicBezTo>
                  <a:pt x="45178" y="71338"/>
                  <a:pt x="45227" y="71413"/>
                  <a:pt x="45227" y="71437"/>
                </a:cubicBezTo>
                <a:cubicBezTo>
                  <a:pt x="45153" y="71637"/>
                  <a:pt x="45103" y="71786"/>
                  <a:pt x="45053" y="71960"/>
                </a:cubicBezTo>
                <a:lnTo>
                  <a:pt x="45003" y="71960"/>
                </a:lnTo>
                <a:cubicBezTo>
                  <a:pt x="45053" y="71711"/>
                  <a:pt x="45128" y="71537"/>
                  <a:pt x="45178" y="71313"/>
                </a:cubicBezTo>
                <a:close/>
                <a:moveTo>
                  <a:pt x="33454" y="70765"/>
                </a:moveTo>
                <a:cubicBezTo>
                  <a:pt x="33479" y="70765"/>
                  <a:pt x="33553" y="70790"/>
                  <a:pt x="33578" y="70790"/>
                </a:cubicBezTo>
                <a:cubicBezTo>
                  <a:pt x="34151" y="71288"/>
                  <a:pt x="34773" y="71686"/>
                  <a:pt x="35445" y="72010"/>
                </a:cubicBezTo>
                <a:cubicBezTo>
                  <a:pt x="35346" y="72010"/>
                  <a:pt x="35296" y="71960"/>
                  <a:pt x="35196" y="71960"/>
                </a:cubicBezTo>
                <a:cubicBezTo>
                  <a:pt x="34549" y="71637"/>
                  <a:pt x="33952" y="71213"/>
                  <a:pt x="33454" y="70765"/>
                </a:cubicBezTo>
                <a:close/>
                <a:moveTo>
                  <a:pt x="41120" y="63871"/>
                </a:moveTo>
                <a:cubicBezTo>
                  <a:pt x="42440" y="65314"/>
                  <a:pt x="43485" y="66783"/>
                  <a:pt x="44182" y="68226"/>
                </a:cubicBezTo>
                <a:cubicBezTo>
                  <a:pt x="43435" y="69347"/>
                  <a:pt x="42738" y="70442"/>
                  <a:pt x="42066" y="71562"/>
                </a:cubicBezTo>
                <a:lnTo>
                  <a:pt x="42041" y="71562"/>
                </a:lnTo>
                <a:cubicBezTo>
                  <a:pt x="42016" y="71562"/>
                  <a:pt x="41991" y="71587"/>
                  <a:pt x="41991" y="71587"/>
                </a:cubicBezTo>
                <a:cubicBezTo>
                  <a:pt x="41867" y="71686"/>
                  <a:pt x="41743" y="71711"/>
                  <a:pt x="41618" y="71761"/>
                </a:cubicBezTo>
                <a:cubicBezTo>
                  <a:pt x="41245" y="71885"/>
                  <a:pt x="40896" y="71960"/>
                  <a:pt x="40523" y="72060"/>
                </a:cubicBezTo>
                <a:cubicBezTo>
                  <a:pt x="40448" y="72010"/>
                  <a:pt x="40423" y="71935"/>
                  <a:pt x="40374" y="71910"/>
                </a:cubicBezTo>
                <a:lnTo>
                  <a:pt x="40274" y="71437"/>
                </a:lnTo>
                <a:cubicBezTo>
                  <a:pt x="40274" y="71388"/>
                  <a:pt x="40249" y="71313"/>
                  <a:pt x="40249" y="71213"/>
                </a:cubicBezTo>
                <a:cubicBezTo>
                  <a:pt x="40199" y="71064"/>
                  <a:pt x="40199" y="70915"/>
                  <a:pt x="40174" y="70765"/>
                </a:cubicBezTo>
                <a:lnTo>
                  <a:pt x="40174" y="70716"/>
                </a:lnTo>
                <a:lnTo>
                  <a:pt x="40174" y="70691"/>
                </a:lnTo>
                <a:cubicBezTo>
                  <a:pt x="40174" y="70641"/>
                  <a:pt x="40150" y="70566"/>
                  <a:pt x="40150" y="70467"/>
                </a:cubicBezTo>
                <a:cubicBezTo>
                  <a:pt x="40150" y="70342"/>
                  <a:pt x="40150" y="70268"/>
                  <a:pt x="40125" y="70143"/>
                </a:cubicBezTo>
                <a:cubicBezTo>
                  <a:pt x="40125" y="70019"/>
                  <a:pt x="40075" y="69919"/>
                  <a:pt x="40075" y="69795"/>
                </a:cubicBezTo>
                <a:lnTo>
                  <a:pt x="40075" y="69720"/>
                </a:lnTo>
                <a:lnTo>
                  <a:pt x="40075" y="69645"/>
                </a:lnTo>
                <a:lnTo>
                  <a:pt x="40075" y="69571"/>
                </a:lnTo>
                <a:cubicBezTo>
                  <a:pt x="40075" y="69197"/>
                  <a:pt x="40075" y="68799"/>
                  <a:pt x="40125" y="68401"/>
                </a:cubicBezTo>
                <a:cubicBezTo>
                  <a:pt x="40125" y="68301"/>
                  <a:pt x="40125" y="68226"/>
                  <a:pt x="40150" y="68152"/>
                </a:cubicBezTo>
                <a:cubicBezTo>
                  <a:pt x="40249" y="67231"/>
                  <a:pt x="40398" y="66310"/>
                  <a:pt x="40647" y="65364"/>
                </a:cubicBezTo>
                <a:cubicBezTo>
                  <a:pt x="40772" y="64866"/>
                  <a:pt x="40921" y="64368"/>
                  <a:pt x="41120" y="63871"/>
                </a:cubicBezTo>
                <a:close/>
                <a:moveTo>
                  <a:pt x="46422" y="71786"/>
                </a:moveTo>
                <a:cubicBezTo>
                  <a:pt x="46422" y="71811"/>
                  <a:pt x="46397" y="71836"/>
                  <a:pt x="46397" y="71836"/>
                </a:cubicBezTo>
                <a:cubicBezTo>
                  <a:pt x="46173" y="71910"/>
                  <a:pt x="45924" y="71960"/>
                  <a:pt x="45725" y="72060"/>
                </a:cubicBezTo>
                <a:lnTo>
                  <a:pt x="45725" y="72010"/>
                </a:lnTo>
                <a:cubicBezTo>
                  <a:pt x="45974" y="71935"/>
                  <a:pt x="46173" y="71836"/>
                  <a:pt x="46422" y="71786"/>
                </a:cubicBezTo>
                <a:close/>
                <a:moveTo>
                  <a:pt x="40125" y="71935"/>
                </a:moveTo>
                <a:lnTo>
                  <a:pt x="40150" y="71960"/>
                </a:lnTo>
                <a:lnTo>
                  <a:pt x="40174" y="72010"/>
                </a:lnTo>
                <a:lnTo>
                  <a:pt x="40199" y="72085"/>
                </a:lnTo>
                <a:lnTo>
                  <a:pt x="40150" y="72035"/>
                </a:lnTo>
                <a:cubicBezTo>
                  <a:pt x="40150" y="72010"/>
                  <a:pt x="40150" y="71960"/>
                  <a:pt x="40125" y="71935"/>
                </a:cubicBezTo>
                <a:close/>
                <a:moveTo>
                  <a:pt x="21058" y="69073"/>
                </a:moveTo>
                <a:cubicBezTo>
                  <a:pt x="21133" y="69098"/>
                  <a:pt x="21133" y="69098"/>
                  <a:pt x="21133" y="69147"/>
                </a:cubicBezTo>
                <a:cubicBezTo>
                  <a:pt x="20610" y="70143"/>
                  <a:pt x="20112" y="71089"/>
                  <a:pt x="19639" y="72085"/>
                </a:cubicBezTo>
                <a:cubicBezTo>
                  <a:pt x="19614" y="72085"/>
                  <a:pt x="19589" y="72134"/>
                  <a:pt x="19540" y="72134"/>
                </a:cubicBezTo>
                <a:cubicBezTo>
                  <a:pt x="20038" y="71089"/>
                  <a:pt x="20535" y="70093"/>
                  <a:pt x="21058" y="69073"/>
                </a:cubicBezTo>
                <a:close/>
                <a:moveTo>
                  <a:pt x="42912" y="71935"/>
                </a:moveTo>
                <a:cubicBezTo>
                  <a:pt x="43510" y="71935"/>
                  <a:pt x="44132" y="71960"/>
                  <a:pt x="44729" y="72085"/>
                </a:cubicBezTo>
                <a:cubicBezTo>
                  <a:pt x="44655" y="72085"/>
                  <a:pt x="44630" y="72134"/>
                  <a:pt x="44555" y="72134"/>
                </a:cubicBezTo>
                <a:cubicBezTo>
                  <a:pt x="44131" y="72042"/>
                  <a:pt x="43679" y="71991"/>
                  <a:pt x="43230" y="71991"/>
                </a:cubicBezTo>
                <a:cubicBezTo>
                  <a:pt x="43073" y="71991"/>
                  <a:pt x="42917" y="71997"/>
                  <a:pt x="42763" y="72010"/>
                </a:cubicBezTo>
                <a:cubicBezTo>
                  <a:pt x="42813" y="71960"/>
                  <a:pt x="42863" y="71960"/>
                  <a:pt x="42912" y="71935"/>
                </a:cubicBezTo>
                <a:close/>
                <a:moveTo>
                  <a:pt x="11077" y="54885"/>
                </a:moveTo>
                <a:lnTo>
                  <a:pt x="11077" y="54885"/>
                </a:lnTo>
                <a:cubicBezTo>
                  <a:pt x="9807" y="58519"/>
                  <a:pt x="9085" y="62004"/>
                  <a:pt x="9011" y="65190"/>
                </a:cubicBezTo>
                <a:lnTo>
                  <a:pt x="9011" y="65464"/>
                </a:lnTo>
                <a:lnTo>
                  <a:pt x="9011" y="66584"/>
                </a:lnTo>
                <a:cubicBezTo>
                  <a:pt x="9011" y="66733"/>
                  <a:pt x="9011" y="66907"/>
                  <a:pt x="9036" y="67032"/>
                </a:cubicBezTo>
                <a:cubicBezTo>
                  <a:pt x="9036" y="67106"/>
                  <a:pt x="9036" y="67206"/>
                  <a:pt x="9061" y="67305"/>
                </a:cubicBezTo>
                <a:cubicBezTo>
                  <a:pt x="9061" y="67530"/>
                  <a:pt x="9085" y="67729"/>
                  <a:pt x="9085" y="67928"/>
                </a:cubicBezTo>
                <a:cubicBezTo>
                  <a:pt x="9110" y="68102"/>
                  <a:pt x="9110" y="68301"/>
                  <a:pt x="9160" y="68450"/>
                </a:cubicBezTo>
                <a:cubicBezTo>
                  <a:pt x="9160" y="68575"/>
                  <a:pt x="9185" y="68699"/>
                  <a:pt x="9185" y="68824"/>
                </a:cubicBezTo>
                <a:cubicBezTo>
                  <a:pt x="8712" y="69894"/>
                  <a:pt x="8289" y="70964"/>
                  <a:pt x="7866" y="72060"/>
                </a:cubicBezTo>
                <a:lnTo>
                  <a:pt x="7791" y="72159"/>
                </a:lnTo>
                <a:cubicBezTo>
                  <a:pt x="5675" y="69894"/>
                  <a:pt x="4331" y="67480"/>
                  <a:pt x="3833" y="65215"/>
                </a:cubicBezTo>
                <a:cubicBezTo>
                  <a:pt x="4904" y="62302"/>
                  <a:pt x="6198" y="59340"/>
                  <a:pt x="7766" y="56353"/>
                </a:cubicBezTo>
                <a:cubicBezTo>
                  <a:pt x="8712" y="55756"/>
                  <a:pt x="9832" y="55258"/>
                  <a:pt x="11077" y="54885"/>
                </a:cubicBezTo>
                <a:close/>
                <a:moveTo>
                  <a:pt x="31985" y="72134"/>
                </a:moveTo>
                <a:cubicBezTo>
                  <a:pt x="31985" y="72159"/>
                  <a:pt x="31960" y="72159"/>
                  <a:pt x="31960" y="72184"/>
                </a:cubicBezTo>
                <a:lnTo>
                  <a:pt x="31911" y="72184"/>
                </a:lnTo>
                <a:cubicBezTo>
                  <a:pt x="31911" y="72159"/>
                  <a:pt x="31935" y="72159"/>
                  <a:pt x="31935" y="72134"/>
                </a:cubicBezTo>
                <a:close/>
                <a:moveTo>
                  <a:pt x="45153" y="72159"/>
                </a:moveTo>
                <a:cubicBezTo>
                  <a:pt x="45178" y="72159"/>
                  <a:pt x="45227" y="72159"/>
                  <a:pt x="45252" y="72184"/>
                </a:cubicBezTo>
                <a:cubicBezTo>
                  <a:pt x="45227" y="72184"/>
                  <a:pt x="45178" y="72209"/>
                  <a:pt x="45153" y="72209"/>
                </a:cubicBezTo>
                <a:lnTo>
                  <a:pt x="45153" y="72159"/>
                </a:lnTo>
                <a:close/>
                <a:moveTo>
                  <a:pt x="71811" y="63348"/>
                </a:moveTo>
                <a:lnTo>
                  <a:pt x="72234" y="63746"/>
                </a:lnTo>
                <a:cubicBezTo>
                  <a:pt x="69446" y="66733"/>
                  <a:pt x="66534" y="69546"/>
                  <a:pt x="63423" y="72209"/>
                </a:cubicBezTo>
                <a:cubicBezTo>
                  <a:pt x="63273" y="72060"/>
                  <a:pt x="63149" y="71910"/>
                  <a:pt x="62975" y="71761"/>
                </a:cubicBezTo>
                <a:lnTo>
                  <a:pt x="63348" y="71462"/>
                </a:lnTo>
                <a:cubicBezTo>
                  <a:pt x="63522" y="71338"/>
                  <a:pt x="63697" y="71213"/>
                  <a:pt x="63846" y="71089"/>
                </a:cubicBezTo>
                <a:cubicBezTo>
                  <a:pt x="64045" y="70940"/>
                  <a:pt x="64219" y="70815"/>
                  <a:pt x="64418" y="70666"/>
                </a:cubicBezTo>
                <a:cubicBezTo>
                  <a:pt x="64443" y="70641"/>
                  <a:pt x="64518" y="70591"/>
                  <a:pt x="64543" y="70566"/>
                </a:cubicBezTo>
                <a:cubicBezTo>
                  <a:pt x="64568" y="70541"/>
                  <a:pt x="64642" y="70516"/>
                  <a:pt x="64667" y="70467"/>
                </a:cubicBezTo>
                <a:lnTo>
                  <a:pt x="64767" y="70367"/>
                </a:lnTo>
                <a:cubicBezTo>
                  <a:pt x="65314" y="69944"/>
                  <a:pt x="65837" y="69471"/>
                  <a:pt x="66385" y="68998"/>
                </a:cubicBezTo>
                <a:lnTo>
                  <a:pt x="66410" y="68973"/>
                </a:lnTo>
                <a:lnTo>
                  <a:pt x="66459" y="68923"/>
                </a:lnTo>
                <a:cubicBezTo>
                  <a:pt x="66957" y="68475"/>
                  <a:pt x="67430" y="68052"/>
                  <a:pt x="67903" y="67579"/>
                </a:cubicBezTo>
                <a:cubicBezTo>
                  <a:pt x="68003" y="67530"/>
                  <a:pt x="68052" y="67430"/>
                  <a:pt x="68152" y="67355"/>
                </a:cubicBezTo>
                <a:lnTo>
                  <a:pt x="68202" y="67305"/>
                </a:lnTo>
                <a:lnTo>
                  <a:pt x="68301" y="67206"/>
                </a:lnTo>
                <a:cubicBezTo>
                  <a:pt x="68700" y="66808"/>
                  <a:pt x="69123" y="66409"/>
                  <a:pt x="69521" y="65961"/>
                </a:cubicBezTo>
                <a:cubicBezTo>
                  <a:pt x="69646" y="65837"/>
                  <a:pt x="69745" y="65712"/>
                  <a:pt x="69870" y="65588"/>
                </a:cubicBezTo>
                <a:cubicBezTo>
                  <a:pt x="69894" y="65563"/>
                  <a:pt x="69894" y="65538"/>
                  <a:pt x="69919" y="65538"/>
                </a:cubicBezTo>
                <a:cubicBezTo>
                  <a:pt x="70193" y="65215"/>
                  <a:pt x="70492" y="64916"/>
                  <a:pt x="70766" y="64567"/>
                </a:cubicBezTo>
                <a:cubicBezTo>
                  <a:pt x="70865" y="64468"/>
                  <a:pt x="70940" y="64368"/>
                  <a:pt x="71015" y="64294"/>
                </a:cubicBezTo>
                <a:cubicBezTo>
                  <a:pt x="71139" y="64119"/>
                  <a:pt x="71263" y="63995"/>
                  <a:pt x="71388" y="63846"/>
                </a:cubicBezTo>
                <a:lnTo>
                  <a:pt x="71413" y="63821"/>
                </a:lnTo>
                <a:cubicBezTo>
                  <a:pt x="71537" y="63671"/>
                  <a:pt x="71687" y="63497"/>
                  <a:pt x="71811" y="63348"/>
                </a:cubicBezTo>
                <a:close/>
                <a:moveTo>
                  <a:pt x="33221" y="72051"/>
                </a:moveTo>
                <a:cubicBezTo>
                  <a:pt x="33878" y="72051"/>
                  <a:pt x="34525" y="72083"/>
                  <a:pt x="35171" y="72159"/>
                </a:cubicBezTo>
                <a:cubicBezTo>
                  <a:pt x="35221" y="72184"/>
                  <a:pt x="35321" y="72209"/>
                  <a:pt x="35370" y="72259"/>
                </a:cubicBezTo>
                <a:cubicBezTo>
                  <a:pt x="34706" y="72166"/>
                  <a:pt x="34028" y="72115"/>
                  <a:pt x="33336" y="72115"/>
                </a:cubicBezTo>
                <a:cubicBezTo>
                  <a:pt x="33095" y="72115"/>
                  <a:pt x="32852" y="72121"/>
                  <a:pt x="32608" y="72134"/>
                </a:cubicBezTo>
                <a:cubicBezTo>
                  <a:pt x="32458" y="72134"/>
                  <a:pt x="32334" y="72159"/>
                  <a:pt x="32184" y="72159"/>
                </a:cubicBezTo>
                <a:cubicBezTo>
                  <a:pt x="32184" y="72134"/>
                  <a:pt x="32209" y="72134"/>
                  <a:pt x="32209" y="72085"/>
                </a:cubicBezTo>
                <a:cubicBezTo>
                  <a:pt x="32334" y="72085"/>
                  <a:pt x="32483" y="72060"/>
                  <a:pt x="32608" y="72060"/>
                </a:cubicBezTo>
                <a:cubicBezTo>
                  <a:pt x="32813" y="72054"/>
                  <a:pt x="33017" y="72051"/>
                  <a:pt x="33221" y="72051"/>
                </a:cubicBezTo>
                <a:close/>
                <a:moveTo>
                  <a:pt x="46248" y="72085"/>
                </a:moveTo>
                <a:lnTo>
                  <a:pt x="46248" y="72085"/>
                </a:lnTo>
                <a:cubicBezTo>
                  <a:pt x="46223" y="72159"/>
                  <a:pt x="46173" y="72209"/>
                  <a:pt x="46148" y="72259"/>
                </a:cubicBezTo>
                <a:cubicBezTo>
                  <a:pt x="46099" y="72209"/>
                  <a:pt x="46024" y="72184"/>
                  <a:pt x="45924" y="72184"/>
                </a:cubicBezTo>
                <a:cubicBezTo>
                  <a:pt x="46024" y="72159"/>
                  <a:pt x="46148" y="72134"/>
                  <a:pt x="46248" y="72085"/>
                </a:cubicBezTo>
                <a:close/>
                <a:moveTo>
                  <a:pt x="8164" y="72060"/>
                </a:moveTo>
                <a:cubicBezTo>
                  <a:pt x="8164" y="72134"/>
                  <a:pt x="8164" y="72159"/>
                  <a:pt x="8140" y="72184"/>
                </a:cubicBezTo>
                <a:lnTo>
                  <a:pt x="8090" y="72209"/>
                </a:lnTo>
                <a:lnTo>
                  <a:pt x="8040" y="72284"/>
                </a:lnTo>
                <a:cubicBezTo>
                  <a:pt x="8040" y="72259"/>
                  <a:pt x="8065" y="72184"/>
                  <a:pt x="8065" y="72159"/>
                </a:cubicBezTo>
                <a:lnTo>
                  <a:pt x="8164" y="72060"/>
                </a:lnTo>
                <a:close/>
                <a:moveTo>
                  <a:pt x="3709" y="65513"/>
                </a:moveTo>
                <a:cubicBezTo>
                  <a:pt x="4281" y="67754"/>
                  <a:pt x="5601" y="70068"/>
                  <a:pt x="7617" y="72284"/>
                </a:cubicBezTo>
                <a:cubicBezTo>
                  <a:pt x="7592" y="72284"/>
                  <a:pt x="7592" y="72309"/>
                  <a:pt x="7567" y="72309"/>
                </a:cubicBezTo>
                <a:cubicBezTo>
                  <a:pt x="5576" y="70168"/>
                  <a:pt x="4232" y="67853"/>
                  <a:pt x="3684" y="65613"/>
                </a:cubicBezTo>
                <a:cubicBezTo>
                  <a:pt x="3684" y="65588"/>
                  <a:pt x="3709" y="65563"/>
                  <a:pt x="3709" y="65513"/>
                </a:cubicBezTo>
                <a:close/>
                <a:moveTo>
                  <a:pt x="22601" y="71089"/>
                </a:moveTo>
                <a:lnTo>
                  <a:pt x="22626" y="71139"/>
                </a:lnTo>
                <a:lnTo>
                  <a:pt x="22651" y="71164"/>
                </a:lnTo>
                <a:cubicBezTo>
                  <a:pt x="22029" y="71388"/>
                  <a:pt x="21407" y="71587"/>
                  <a:pt x="20784" y="71836"/>
                </a:cubicBezTo>
                <a:cubicBezTo>
                  <a:pt x="20486" y="71960"/>
                  <a:pt x="20137" y="72134"/>
                  <a:pt x="19813" y="72284"/>
                </a:cubicBezTo>
                <a:cubicBezTo>
                  <a:pt x="19789" y="72284"/>
                  <a:pt x="19789" y="72309"/>
                  <a:pt x="19764" y="72309"/>
                </a:cubicBezTo>
                <a:cubicBezTo>
                  <a:pt x="19764" y="72309"/>
                  <a:pt x="19764" y="72284"/>
                  <a:pt x="19789" y="72284"/>
                </a:cubicBezTo>
                <a:cubicBezTo>
                  <a:pt x="19789" y="72284"/>
                  <a:pt x="19789" y="72259"/>
                  <a:pt x="19813" y="72259"/>
                </a:cubicBezTo>
                <a:cubicBezTo>
                  <a:pt x="19838" y="72209"/>
                  <a:pt x="19888" y="72184"/>
                  <a:pt x="19913" y="72159"/>
                </a:cubicBezTo>
                <a:cubicBezTo>
                  <a:pt x="20212" y="72035"/>
                  <a:pt x="20436" y="71910"/>
                  <a:pt x="20734" y="71786"/>
                </a:cubicBezTo>
                <a:cubicBezTo>
                  <a:pt x="20784" y="71761"/>
                  <a:pt x="20859" y="71761"/>
                  <a:pt x="20909" y="71711"/>
                </a:cubicBezTo>
                <a:cubicBezTo>
                  <a:pt x="21183" y="71587"/>
                  <a:pt x="21506" y="71462"/>
                  <a:pt x="21780" y="71388"/>
                </a:cubicBezTo>
                <a:cubicBezTo>
                  <a:pt x="21805" y="71338"/>
                  <a:pt x="21879" y="71338"/>
                  <a:pt x="21904" y="71313"/>
                </a:cubicBezTo>
                <a:cubicBezTo>
                  <a:pt x="22128" y="71213"/>
                  <a:pt x="22352" y="71164"/>
                  <a:pt x="22601" y="71089"/>
                </a:cubicBezTo>
                <a:close/>
                <a:moveTo>
                  <a:pt x="41295" y="72134"/>
                </a:moveTo>
                <a:cubicBezTo>
                  <a:pt x="41270" y="72134"/>
                  <a:pt x="41170" y="72159"/>
                  <a:pt x="41071" y="72184"/>
                </a:cubicBezTo>
                <a:cubicBezTo>
                  <a:pt x="40946" y="72209"/>
                  <a:pt x="40822" y="72259"/>
                  <a:pt x="40697" y="72309"/>
                </a:cubicBezTo>
                <a:cubicBezTo>
                  <a:pt x="40697" y="72309"/>
                  <a:pt x="40697" y="72284"/>
                  <a:pt x="40672" y="72284"/>
                </a:cubicBezTo>
                <a:lnTo>
                  <a:pt x="40647" y="72259"/>
                </a:lnTo>
                <a:cubicBezTo>
                  <a:pt x="40797" y="72209"/>
                  <a:pt x="40996" y="72159"/>
                  <a:pt x="41145" y="72134"/>
                </a:cubicBezTo>
                <a:close/>
                <a:moveTo>
                  <a:pt x="45551" y="72284"/>
                </a:moveTo>
                <a:lnTo>
                  <a:pt x="45551" y="72309"/>
                </a:lnTo>
                <a:cubicBezTo>
                  <a:pt x="45526" y="72309"/>
                  <a:pt x="45526" y="72309"/>
                  <a:pt x="45501" y="72284"/>
                </a:cubicBezTo>
                <a:lnTo>
                  <a:pt x="45501" y="72284"/>
                </a:lnTo>
                <a:cubicBezTo>
                  <a:pt x="45509" y="72292"/>
                  <a:pt x="45515" y="72295"/>
                  <a:pt x="45520" y="72295"/>
                </a:cubicBezTo>
                <a:cubicBezTo>
                  <a:pt x="45529" y="72295"/>
                  <a:pt x="45534" y="72284"/>
                  <a:pt x="45551" y="72284"/>
                </a:cubicBezTo>
                <a:close/>
                <a:moveTo>
                  <a:pt x="62825" y="71836"/>
                </a:moveTo>
                <a:cubicBezTo>
                  <a:pt x="62975" y="72010"/>
                  <a:pt x="63149" y="72159"/>
                  <a:pt x="63298" y="72333"/>
                </a:cubicBezTo>
                <a:cubicBezTo>
                  <a:pt x="63273" y="72333"/>
                  <a:pt x="63224" y="72383"/>
                  <a:pt x="63224" y="72383"/>
                </a:cubicBezTo>
                <a:cubicBezTo>
                  <a:pt x="63074" y="72209"/>
                  <a:pt x="62925" y="72035"/>
                  <a:pt x="62751" y="71885"/>
                </a:cubicBezTo>
                <a:lnTo>
                  <a:pt x="62800" y="71885"/>
                </a:lnTo>
                <a:lnTo>
                  <a:pt x="62825" y="71836"/>
                </a:lnTo>
                <a:close/>
                <a:moveTo>
                  <a:pt x="72309" y="63945"/>
                </a:moveTo>
                <a:lnTo>
                  <a:pt x="72359" y="63970"/>
                </a:lnTo>
                <a:cubicBezTo>
                  <a:pt x="69621" y="66907"/>
                  <a:pt x="66683" y="69720"/>
                  <a:pt x="63572" y="72408"/>
                </a:cubicBezTo>
                <a:lnTo>
                  <a:pt x="63547" y="72383"/>
                </a:lnTo>
                <a:lnTo>
                  <a:pt x="63522" y="72333"/>
                </a:lnTo>
                <a:cubicBezTo>
                  <a:pt x="66659" y="69695"/>
                  <a:pt x="69571" y="66857"/>
                  <a:pt x="72309" y="63945"/>
                </a:cubicBezTo>
                <a:close/>
                <a:moveTo>
                  <a:pt x="34474" y="68276"/>
                </a:moveTo>
                <a:cubicBezTo>
                  <a:pt x="34574" y="68301"/>
                  <a:pt x="34649" y="68326"/>
                  <a:pt x="34723" y="68401"/>
                </a:cubicBezTo>
                <a:cubicBezTo>
                  <a:pt x="34898" y="68475"/>
                  <a:pt x="35072" y="68550"/>
                  <a:pt x="35221" y="68650"/>
                </a:cubicBezTo>
                <a:cubicBezTo>
                  <a:pt x="35395" y="68699"/>
                  <a:pt x="35520" y="68799"/>
                  <a:pt x="35644" y="68849"/>
                </a:cubicBezTo>
                <a:cubicBezTo>
                  <a:pt x="35794" y="68948"/>
                  <a:pt x="35943" y="69023"/>
                  <a:pt x="36092" y="69098"/>
                </a:cubicBezTo>
                <a:cubicBezTo>
                  <a:pt x="36267" y="69197"/>
                  <a:pt x="36391" y="69272"/>
                  <a:pt x="36540" y="69347"/>
                </a:cubicBezTo>
                <a:cubicBezTo>
                  <a:pt x="36690" y="69446"/>
                  <a:pt x="36814" y="69546"/>
                  <a:pt x="36963" y="69645"/>
                </a:cubicBezTo>
                <a:cubicBezTo>
                  <a:pt x="37088" y="69720"/>
                  <a:pt x="37262" y="69819"/>
                  <a:pt x="37387" y="69919"/>
                </a:cubicBezTo>
                <a:cubicBezTo>
                  <a:pt x="37511" y="70019"/>
                  <a:pt x="37660" y="70093"/>
                  <a:pt x="37785" y="70193"/>
                </a:cubicBezTo>
                <a:cubicBezTo>
                  <a:pt x="37909" y="70292"/>
                  <a:pt x="38034" y="70392"/>
                  <a:pt x="38183" y="70516"/>
                </a:cubicBezTo>
                <a:cubicBezTo>
                  <a:pt x="38308" y="70591"/>
                  <a:pt x="38432" y="70691"/>
                  <a:pt x="38557" y="70815"/>
                </a:cubicBezTo>
                <a:cubicBezTo>
                  <a:pt x="38681" y="70915"/>
                  <a:pt x="38805" y="71039"/>
                  <a:pt x="38930" y="71139"/>
                </a:cubicBezTo>
                <a:cubicBezTo>
                  <a:pt x="39054" y="71213"/>
                  <a:pt x="39179" y="71338"/>
                  <a:pt x="39303" y="71437"/>
                </a:cubicBezTo>
                <a:cubicBezTo>
                  <a:pt x="39428" y="71562"/>
                  <a:pt x="39552" y="71686"/>
                  <a:pt x="39677" y="71786"/>
                </a:cubicBezTo>
                <a:lnTo>
                  <a:pt x="40000" y="72085"/>
                </a:lnTo>
                <a:cubicBezTo>
                  <a:pt x="40000" y="72134"/>
                  <a:pt x="40000" y="72134"/>
                  <a:pt x="40025" y="72134"/>
                </a:cubicBezTo>
                <a:lnTo>
                  <a:pt x="40025" y="72159"/>
                </a:lnTo>
                <a:cubicBezTo>
                  <a:pt x="39577" y="72309"/>
                  <a:pt x="39204" y="72383"/>
                  <a:pt x="38830" y="72433"/>
                </a:cubicBezTo>
                <a:cubicBezTo>
                  <a:pt x="38631" y="72309"/>
                  <a:pt x="38382" y="72159"/>
                  <a:pt x="38158" y="72035"/>
                </a:cubicBezTo>
                <a:lnTo>
                  <a:pt x="38133" y="72010"/>
                </a:lnTo>
                <a:cubicBezTo>
                  <a:pt x="36839" y="71288"/>
                  <a:pt x="35445" y="70765"/>
                  <a:pt x="33977" y="70392"/>
                </a:cubicBezTo>
                <a:cubicBezTo>
                  <a:pt x="33927" y="70392"/>
                  <a:pt x="33902" y="70342"/>
                  <a:pt x="33827" y="70342"/>
                </a:cubicBezTo>
                <a:cubicBezTo>
                  <a:pt x="33678" y="70317"/>
                  <a:pt x="33479" y="70268"/>
                  <a:pt x="33329" y="70218"/>
                </a:cubicBezTo>
                <a:cubicBezTo>
                  <a:pt x="33329" y="70218"/>
                  <a:pt x="33304" y="70218"/>
                  <a:pt x="33304" y="70193"/>
                </a:cubicBezTo>
                <a:cubicBezTo>
                  <a:pt x="33678" y="69546"/>
                  <a:pt x="34076" y="68899"/>
                  <a:pt x="34474" y="68276"/>
                </a:cubicBezTo>
                <a:close/>
                <a:moveTo>
                  <a:pt x="35843" y="72259"/>
                </a:moveTo>
                <a:lnTo>
                  <a:pt x="35843" y="72259"/>
                </a:lnTo>
                <a:cubicBezTo>
                  <a:pt x="35943" y="72284"/>
                  <a:pt x="36067" y="72284"/>
                  <a:pt x="36167" y="72309"/>
                </a:cubicBezTo>
                <a:cubicBezTo>
                  <a:pt x="36328" y="72362"/>
                  <a:pt x="36476" y="72403"/>
                  <a:pt x="36638" y="72449"/>
                </a:cubicBezTo>
                <a:lnTo>
                  <a:pt x="36638" y="72449"/>
                </a:lnTo>
                <a:cubicBezTo>
                  <a:pt x="36493" y="72417"/>
                  <a:pt x="36335" y="72400"/>
                  <a:pt x="36167" y="72383"/>
                </a:cubicBezTo>
                <a:cubicBezTo>
                  <a:pt x="36142" y="72383"/>
                  <a:pt x="36092" y="72383"/>
                  <a:pt x="36092" y="72333"/>
                </a:cubicBezTo>
                <a:cubicBezTo>
                  <a:pt x="36018" y="72309"/>
                  <a:pt x="35943" y="72284"/>
                  <a:pt x="35843" y="72259"/>
                </a:cubicBezTo>
                <a:close/>
                <a:moveTo>
                  <a:pt x="33977" y="70890"/>
                </a:moveTo>
                <a:lnTo>
                  <a:pt x="33977" y="70890"/>
                </a:lnTo>
                <a:cubicBezTo>
                  <a:pt x="34101" y="70915"/>
                  <a:pt x="34225" y="70940"/>
                  <a:pt x="34325" y="70964"/>
                </a:cubicBezTo>
                <a:lnTo>
                  <a:pt x="34698" y="71064"/>
                </a:lnTo>
                <a:cubicBezTo>
                  <a:pt x="35196" y="71213"/>
                  <a:pt x="35694" y="71388"/>
                  <a:pt x="36167" y="71562"/>
                </a:cubicBezTo>
                <a:lnTo>
                  <a:pt x="36192" y="71562"/>
                </a:lnTo>
                <a:cubicBezTo>
                  <a:pt x="36665" y="71761"/>
                  <a:pt x="37113" y="71960"/>
                  <a:pt x="37586" y="72209"/>
                </a:cubicBezTo>
                <a:cubicBezTo>
                  <a:pt x="37660" y="72259"/>
                  <a:pt x="37710" y="72284"/>
                  <a:pt x="37810" y="72309"/>
                </a:cubicBezTo>
                <a:cubicBezTo>
                  <a:pt x="37909" y="72383"/>
                  <a:pt x="37984" y="72433"/>
                  <a:pt x="38084" y="72458"/>
                </a:cubicBezTo>
                <a:lnTo>
                  <a:pt x="37909" y="72458"/>
                </a:lnTo>
                <a:cubicBezTo>
                  <a:pt x="37337" y="72383"/>
                  <a:pt x="36789" y="72209"/>
                  <a:pt x="36192" y="72134"/>
                </a:cubicBezTo>
                <a:cubicBezTo>
                  <a:pt x="35346" y="71811"/>
                  <a:pt x="34599" y="71413"/>
                  <a:pt x="33977" y="70890"/>
                </a:cubicBezTo>
                <a:close/>
                <a:moveTo>
                  <a:pt x="39926" y="72458"/>
                </a:moveTo>
                <a:lnTo>
                  <a:pt x="39926" y="72458"/>
                </a:lnTo>
                <a:cubicBezTo>
                  <a:pt x="39926" y="72458"/>
                  <a:pt x="39926" y="72458"/>
                  <a:pt x="39926" y="72458"/>
                </a:cubicBezTo>
                <a:lnTo>
                  <a:pt x="39901" y="72458"/>
                </a:lnTo>
                <a:cubicBezTo>
                  <a:pt x="39908" y="72458"/>
                  <a:pt x="39917" y="72458"/>
                  <a:pt x="39926" y="72458"/>
                </a:cubicBezTo>
                <a:close/>
                <a:moveTo>
                  <a:pt x="45750" y="72309"/>
                </a:moveTo>
                <a:cubicBezTo>
                  <a:pt x="45874" y="72333"/>
                  <a:pt x="45949" y="72383"/>
                  <a:pt x="46099" y="72408"/>
                </a:cubicBezTo>
                <a:cubicBezTo>
                  <a:pt x="46099" y="72433"/>
                  <a:pt x="46049" y="72433"/>
                  <a:pt x="46049" y="72458"/>
                </a:cubicBezTo>
                <a:cubicBezTo>
                  <a:pt x="45974" y="72433"/>
                  <a:pt x="45850" y="72408"/>
                  <a:pt x="45750" y="72383"/>
                </a:cubicBezTo>
                <a:lnTo>
                  <a:pt x="45750" y="72309"/>
                </a:lnTo>
                <a:close/>
                <a:moveTo>
                  <a:pt x="7791" y="72433"/>
                </a:moveTo>
                <a:cubicBezTo>
                  <a:pt x="7791" y="72458"/>
                  <a:pt x="7766" y="72458"/>
                  <a:pt x="7766" y="72508"/>
                </a:cubicBezTo>
                <a:lnTo>
                  <a:pt x="7716" y="72458"/>
                </a:lnTo>
                <a:cubicBezTo>
                  <a:pt x="7766" y="72458"/>
                  <a:pt x="7766" y="72433"/>
                  <a:pt x="7791" y="72433"/>
                </a:cubicBezTo>
                <a:close/>
                <a:moveTo>
                  <a:pt x="19515" y="72383"/>
                </a:moveTo>
                <a:cubicBezTo>
                  <a:pt x="19515" y="72383"/>
                  <a:pt x="19515" y="72408"/>
                  <a:pt x="19490" y="72408"/>
                </a:cubicBezTo>
                <a:cubicBezTo>
                  <a:pt x="19490" y="72433"/>
                  <a:pt x="19465" y="72433"/>
                  <a:pt x="19465" y="72458"/>
                </a:cubicBezTo>
                <a:cubicBezTo>
                  <a:pt x="19440" y="72458"/>
                  <a:pt x="19415" y="72458"/>
                  <a:pt x="19390" y="72508"/>
                </a:cubicBezTo>
                <a:cubicBezTo>
                  <a:pt x="19390" y="72458"/>
                  <a:pt x="19415" y="72458"/>
                  <a:pt x="19415" y="72433"/>
                </a:cubicBezTo>
                <a:lnTo>
                  <a:pt x="19415" y="72408"/>
                </a:lnTo>
                <a:cubicBezTo>
                  <a:pt x="19440" y="72408"/>
                  <a:pt x="19490" y="72383"/>
                  <a:pt x="19515" y="72383"/>
                </a:cubicBezTo>
                <a:close/>
                <a:moveTo>
                  <a:pt x="33592" y="70544"/>
                </a:moveTo>
                <a:cubicBezTo>
                  <a:pt x="35230" y="70918"/>
                  <a:pt x="36818" y="71539"/>
                  <a:pt x="38283" y="72333"/>
                </a:cubicBezTo>
                <a:cubicBezTo>
                  <a:pt x="38308" y="72383"/>
                  <a:pt x="38382" y="72383"/>
                  <a:pt x="38407" y="72408"/>
                </a:cubicBezTo>
                <a:cubicBezTo>
                  <a:pt x="38432" y="72433"/>
                  <a:pt x="38507" y="72458"/>
                  <a:pt x="38532" y="72508"/>
                </a:cubicBezTo>
                <a:lnTo>
                  <a:pt x="38457" y="72508"/>
                </a:lnTo>
                <a:cubicBezTo>
                  <a:pt x="38283" y="72408"/>
                  <a:pt x="38084" y="72284"/>
                  <a:pt x="37909" y="72184"/>
                </a:cubicBezTo>
                <a:cubicBezTo>
                  <a:pt x="37835" y="72159"/>
                  <a:pt x="37785" y="72134"/>
                  <a:pt x="37685" y="72060"/>
                </a:cubicBezTo>
                <a:cubicBezTo>
                  <a:pt x="37212" y="71811"/>
                  <a:pt x="36764" y="71587"/>
                  <a:pt x="36267" y="71413"/>
                </a:cubicBezTo>
                <a:cubicBezTo>
                  <a:pt x="36192" y="71388"/>
                  <a:pt x="36142" y="71338"/>
                  <a:pt x="36067" y="71338"/>
                </a:cubicBezTo>
                <a:cubicBezTo>
                  <a:pt x="35669" y="71188"/>
                  <a:pt x="35221" y="71039"/>
                  <a:pt x="34798" y="70915"/>
                </a:cubicBezTo>
                <a:cubicBezTo>
                  <a:pt x="34673" y="70890"/>
                  <a:pt x="34549" y="70815"/>
                  <a:pt x="34425" y="70790"/>
                </a:cubicBezTo>
                <a:lnTo>
                  <a:pt x="33678" y="70591"/>
                </a:lnTo>
                <a:lnTo>
                  <a:pt x="33653" y="70566"/>
                </a:lnTo>
                <a:cubicBezTo>
                  <a:pt x="33614" y="70566"/>
                  <a:pt x="33606" y="70551"/>
                  <a:pt x="33592" y="70544"/>
                </a:cubicBezTo>
                <a:close/>
                <a:moveTo>
                  <a:pt x="41419" y="72284"/>
                </a:moveTo>
                <a:cubicBezTo>
                  <a:pt x="41245" y="72408"/>
                  <a:pt x="41071" y="72433"/>
                  <a:pt x="40921" y="72508"/>
                </a:cubicBezTo>
                <a:cubicBezTo>
                  <a:pt x="40921" y="72458"/>
                  <a:pt x="40896" y="72458"/>
                  <a:pt x="40896" y="72433"/>
                </a:cubicBezTo>
                <a:cubicBezTo>
                  <a:pt x="40921" y="72433"/>
                  <a:pt x="40921" y="72433"/>
                  <a:pt x="40946" y="72408"/>
                </a:cubicBezTo>
                <a:cubicBezTo>
                  <a:pt x="41046" y="72383"/>
                  <a:pt x="41170" y="72333"/>
                  <a:pt x="41270" y="72309"/>
                </a:cubicBezTo>
                <a:cubicBezTo>
                  <a:pt x="41319" y="72309"/>
                  <a:pt x="41369" y="72284"/>
                  <a:pt x="41419" y="72284"/>
                </a:cubicBezTo>
                <a:close/>
                <a:moveTo>
                  <a:pt x="63423" y="72458"/>
                </a:moveTo>
                <a:cubicBezTo>
                  <a:pt x="63423" y="72508"/>
                  <a:pt x="63423" y="72508"/>
                  <a:pt x="63448" y="72533"/>
                </a:cubicBezTo>
                <a:cubicBezTo>
                  <a:pt x="63423" y="72533"/>
                  <a:pt x="63423" y="72557"/>
                  <a:pt x="63398" y="72557"/>
                </a:cubicBezTo>
                <a:cubicBezTo>
                  <a:pt x="63398" y="72533"/>
                  <a:pt x="63348" y="72533"/>
                  <a:pt x="63348" y="72508"/>
                </a:cubicBezTo>
                <a:cubicBezTo>
                  <a:pt x="63398" y="72508"/>
                  <a:pt x="63398" y="72458"/>
                  <a:pt x="63423" y="72458"/>
                </a:cubicBezTo>
                <a:close/>
                <a:moveTo>
                  <a:pt x="43334" y="72176"/>
                </a:moveTo>
                <a:cubicBezTo>
                  <a:pt x="43592" y="72176"/>
                  <a:pt x="43849" y="72188"/>
                  <a:pt x="44107" y="72209"/>
                </a:cubicBezTo>
                <a:cubicBezTo>
                  <a:pt x="43385" y="72383"/>
                  <a:pt x="42688" y="72508"/>
                  <a:pt x="42016" y="72582"/>
                </a:cubicBezTo>
                <a:cubicBezTo>
                  <a:pt x="42016" y="72557"/>
                  <a:pt x="42041" y="72533"/>
                  <a:pt x="42041" y="72533"/>
                </a:cubicBezTo>
                <a:cubicBezTo>
                  <a:pt x="42041" y="72533"/>
                  <a:pt x="42041" y="72508"/>
                  <a:pt x="42066" y="72508"/>
                </a:cubicBezTo>
                <a:cubicBezTo>
                  <a:pt x="42066" y="72508"/>
                  <a:pt x="42066" y="72458"/>
                  <a:pt x="42116" y="72458"/>
                </a:cubicBezTo>
                <a:cubicBezTo>
                  <a:pt x="42141" y="72408"/>
                  <a:pt x="42191" y="72309"/>
                  <a:pt x="42240" y="72259"/>
                </a:cubicBezTo>
                <a:cubicBezTo>
                  <a:pt x="42605" y="72200"/>
                  <a:pt x="42969" y="72176"/>
                  <a:pt x="43334" y="72176"/>
                </a:cubicBezTo>
                <a:close/>
                <a:moveTo>
                  <a:pt x="40672" y="72533"/>
                </a:moveTo>
                <a:cubicBezTo>
                  <a:pt x="40672" y="72533"/>
                  <a:pt x="40697" y="72557"/>
                  <a:pt x="40697" y="72582"/>
                </a:cubicBezTo>
                <a:cubicBezTo>
                  <a:pt x="40672" y="72582"/>
                  <a:pt x="40672" y="72582"/>
                  <a:pt x="40647" y="72632"/>
                </a:cubicBezTo>
                <a:cubicBezTo>
                  <a:pt x="40647" y="72582"/>
                  <a:pt x="40622" y="72582"/>
                  <a:pt x="40622" y="72557"/>
                </a:cubicBezTo>
                <a:cubicBezTo>
                  <a:pt x="40647" y="72557"/>
                  <a:pt x="40647" y="72557"/>
                  <a:pt x="40672" y="72533"/>
                </a:cubicBezTo>
                <a:close/>
                <a:moveTo>
                  <a:pt x="41942" y="72309"/>
                </a:moveTo>
                <a:cubicBezTo>
                  <a:pt x="41892" y="72408"/>
                  <a:pt x="41817" y="72533"/>
                  <a:pt x="41767" y="72632"/>
                </a:cubicBezTo>
                <a:lnTo>
                  <a:pt x="41743" y="72632"/>
                </a:lnTo>
                <a:cubicBezTo>
                  <a:pt x="41767" y="72533"/>
                  <a:pt x="41817" y="72433"/>
                  <a:pt x="41892" y="72333"/>
                </a:cubicBezTo>
                <a:cubicBezTo>
                  <a:pt x="41917" y="72333"/>
                  <a:pt x="41942" y="72309"/>
                  <a:pt x="41942" y="72309"/>
                </a:cubicBezTo>
                <a:close/>
                <a:moveTo>
                  <a:pt x="39204" y="72582"/>
                </a:moveTo>
                <a:cubicBezTo>
                  <a:pt x="39204" y="72582"/>
                  <a:pt x="39179" y="72582"/>
                  <a:pt x="39154" y="72632"/>
                </a:cubicBezTo>
                <a:cubicBezTo>
                  <a:pt x="39129" y="72632"/>
                  <a:pt x="39129" y="72657"/>
                  <a:pt x="39079" y="72657"/>
                </a:cubicBezTo>
                <a:lnTo>
                  <a:pt x="39054" y="72657"/>
                </a:lnTo>
                <a:cubicBezTo>
                  <a:pt x="39054" y="72657"/>
                  <a:pt x="39029" y="72657"/>
                  <a:pt x="39029" y="72632"/>
                </a:cubicBezTo>
                <a:cubicBezTo>
                  <a:pt x="39079" y="72632"/>
                  <a:pt x="39154" y="72582"/>
                  <a:pt x="39204" y="72582"/>
                </a:cubicBezTo>
                <a:close/>
                <a:moveTo>
                  <a:pt x="38756" y="72657"/>
                </a:moveTo>
                <a:lnTo>
                  <a:pt x="38781" y="72682"/>
                </a:lnTo>
                <a:lnTo>
                  <a:pt x="38756" y="72682"/>
                </a:lnTo>
                <a:cubicBezTo>
                  <a:pt x="38756" y="72657"/>
                  <a:pt x="38706" y="72657"/>
                  <a:pt x="38681" y="72657"/>
                </a:cubicBezTo>
                <a:close/>
                <a:moveTo>
                  <a:pt x="40398" y="72632"/>
                </a:moveTo>
                <a:cubicBezTo>
                  <a:pt x="40398" y="72657"/>
                  <a:pt x="40398" y="72657"/>
                  <a:pt x="40423" y="72682"/>
                </a:cubicBezTo>
                <a:lnTo>
                  <a:pt x="40374" y="72682"/>
                </a:lnTo>
                <a:lnTo>
                  <a:pt x="40374" y="72657"/>
                </a:lnTo>
                <a:cubicBezTo>
                  <a:pt x="40398" y="72657"/>
                  <a:pt x="40398" y="72657"/>
                  <a:pt x="40398" y="72632"/>
                </a:cubicBezTo>
                <a:close/>
                <a:moveTo>
                  <a:pt x="41543" y="72458"/>
                </a:moveTo>
                <a:cubicBezTo>
                  <a:pt x="41543" y="72533"/>
                  <a:pt x="41494" y="72582"/>
                  <a:pt x="41444" y="72657"/>
                </a:cubicBezTo>
                <a:cubicBezTo>
                  <a:pt x="41319" y="72657"/>
                  <a:pt x="41195" y="72657"/>
                  <a:pt x="41046" y="72682"/>
                </a:cubicBezTo>
                <a:lnTo>
                  <a:pt x="41021" y="72657"/>
                </a:lnTo>
                <a:cubicBezTo>
                  <a:pt x="41195" y="72582"/>
                  <a:pt x="41369" y="72533"/>
                  <a:pt x="41543" y="72458"/>
                </a:cubicBezTo>
                <a:close/>
                <a:moveTo>
                  <a:pt x="37810" y="72757"/>
                </a:moveTo>
                <a:cubicBezTo>
                  <a:pt x="37835" y="72757"/>
                  <a:pt x="37860" y="72757"/>
                  <a:pt x="37909" y="72782"/>
                </a:cubicBezTo>
                <a:cubicBezTo>
                  <a:pt x="37959" y="72782"/>
                  <a:pt x="38009" y="72806"/>
                  <a:pt x="38059" y="72806"/>
                </a:cubicBezTo>
                <a:cubicBezTo>
                  <a:pt x="38133" y="72831"/>
                  <a:pt x="38183" y="72831"/>
                  <a:pt x="38208" y="72856"/>
                </a:cubicBezTo>
                <a:cubicBezTo>
                  <a:pt x="38256" y="72856"/>
                  <a:pt x="38281" y="72902"/>
                  <a:pt x="38304" y="72906"/>
                </a:cubicBezTo>
                <a:lnTo>
                  <a:pt x="38304" y="72906"/>
                </a:lnTo>
                <a:cubicBezTo>
                  <a:pt x="38257" y="72904"/>
                  <a:pt x="38195" y="72897"/>
                  <a:pt x="38133" y="72856"/>
                </a:cubicBezTo>
                <a:cubicBezTo>
                  <a:pt x="38059" y="72856"/>
                  <a:pt x="38034" y="72856"/>
                  <a:pt x="37959" y="72831"/>
                </a:cubicBezTo>
                <a:cubicBezTo>
                  <a:pt x="37934" y="72806"/>
                  <a:pt x="37884" y="72782"/>
                  <a:pt x="37810" y="72782"/>
                </a:cubicBezTo>
                <a:lnTo>
                  <a:pt x="37810" y="72757"/>
                </a:lnTo>
                <a:close/>
                <a:moveTo>
                  <a:pt x="41319" y="72831"/>
                </a:moveTo>
                <a:cubicBezTo>
                  <a:pt x="41319" y="72881"/>
                  <a:pt x="41319" y="72906"/>
                  <a:pt x="41295" y="72906"/>
                </a:cubicBezTo>
                <a:lnTo>
                  <a:pt x="41270" y="72906"/>
                </a:lnTo>
                <a:lnTo>
                  <a:pt x="41245" y="72881"/>
                </a:lnTo>
                <a:cubicBezTo>
                  <a:pt x="41245" y="72881"/>
                  <a:pt x="41245" y="72831"/>
                  <a:pt x="41195" y="72831"/>
                </a:cubicBezTo>
                <a:close/>
                <a:moveTo>
                  <a:pt x="41643" y="72831"/>
                </a:moveTo>
                <a:cubicBezTo>
                  <a:pt x="41643" y="72881"/>
                  <a:pt x="41618" y="72881"/>
                  <a:pt x="41618" y="72906"/>
                </a:cubicBezTo>
                <a:lnTo>
                  <a:pt x="41568" y="72906"/>
                </a:lnTo>
                <a:cubicBezTo>
                  <a:pt x="41568" y="72881"/>
                  <a:pt x="41618" y="72881"/>
                  <a:pt x="41618" y="72831"/>
                </a:cubicBezTo>
                <a:close/>
                <a:moveTo>
                  <a:pt x="44555" y="72309"/>
                </a:moveTo>
                <a:cubicBezTo>
                  <a:pt x="44605" y="72309"/>
                  <a:pt x="44630" y="72309"/>
                  <a:pt x="44680" y="72333"/>
                </a:cubicBezTo>
                <a:lnTo>
                  <a:pt x="44680" y="72383"/>
                </a:lnTo>
                <a:cubicBezTo>
                  <a:pt x="43734" y="72632"/>
                  <a:pt x="42788" y="72806"/>
                  <a:pt x="41867" y="72906"/>
                </a:cubicBezTo>
                <a:cubicBezTo>
                  <a:pt x="41867" y="72831"/>
                  <a:pt x="41892" y="72806"/>
                  <a:pt x="41892" y="72806"/>
                </a:cubicBezTo>
                <a:cubicBezTo>
                  <a:pt x="42763" y="72707"/>
                  <a:pt x="43634" y="72533"/>
                  <a:pt x="44555" y="72309"/>
                </a:cubicBezTo>
                <a:close/>
                <a:moveTo>
                  <a:pt x="40971" y="72881"/>
                </a:moveTo>
                <a:lnTo>
                  <a:pt x="41046" y="72931"/>
                </a:lnTo>
                <a:lnTo>
                  <a:pt x="40971" y="72931"/>
                </a:lnTo>
                <a:cubicBezTo>
                  <a:pt x="40946" y="72931"/>
                  <a:pt x="40921" y="72906"/>
                  <a:pt x="40921" y="72881"/>
                </a:cubicBezTo>
                <a:close/>
                <a:moveTo>
                  <a:pt x="39751" y="72906"/>
                </a:moveTo>
                <a:cubicBezTo>
                  <a:pt x="39677" y="72931"/>
                  <a:pt x="39652" y="72931"/>
                  <a:pt x="39577" y="72956"/>
                </a:cubicBezTo>
                <a:cubicBezTo>
                  <a:pt x="39552" y="72956"/>
                  <a:pt x="39552" y="72931"/>
                  <a:pt x="39527" y="72931"/>
                </a:cubicBezTo>
                <a:lnTo>
                  <a:pt x="39552" y="72931"/>
                </a:lnTo>
                <a:cubicBezTo>
                  <a:pt x="39627" y="72906"/>
                  <a:pt x="39677" y="72906"/>
                  <a:pt x="39751" y="72906"/>
                </a:cubicBezTo>
                <a:close/>
                <a:moveTo>
                  <a:pt x="40249" y="72931"/>
                </a:moveTo>
                <a:lnTo>
                  <a:pt x="40249" y="72956"/>
                </a:lnTo>
                <a:lnTo>
                  <a:pt x="40125" y="72956"/>
                </a:lnTo>
                <a:cubicBezTo>
                  <a:pt x="40174" y="72956"/>
                  <a:pt x="40199" y="72956"/>
                  <a:pt x="40249" y="72931"/>
                </a:cubicBezTo>
                <a:close/>
                <a:moveTo>
                  <a:pt x="40498" y="72906"/>
                </a:moveTo>
                <a:cubicBezTo>
                  <a:pt x="40498" y="72931"/>
                  <a:pt x="40523" y="72931"/>
                  <a:pt x="40523" y="72956"/>
                </a:cubicBezTo>
                <a:lnTo>
                  <a:pt x="40448" y="72956"/>
                </a:lnTo>
                <a:cubicBezTo>
                  <a:pt x="40448" y="72931"/>
                  <a:pt x="40448" y="72931"/>
                  <a:pt x="40423" y="72906"/>
                </a:cubicBezTo>
                <a:close/>
                <a:moveTo>
                  <a:pt x="45750" y="72557"/>
                </a:moveTo>
                <a:cubicBezTo>
                  <a:pt x="45850" y="72582"/>
                  <a:pt x="45899" y="72632"/>
                  <a:pt x="45974" y="72632"/>
                </a:cubicBezTo>
                <a:cubicBezTo>
                  <a:pt x="45899" y="72757"/>
                  <a:pt x="45800" y="72906"/>
                  <a:pt x="45750" y="73030"/>
                </a:cubicBezTo>
                <a:lnTo>
                  <a:pt x="45750" y="72557"/>
                </a:lnTo>
                <a:close/>
                <a:moveTo>
                  <a:pt x="52321" y="69396"/>
                </a:moveTo>
                <a:cubicBezTo>
                  <a:pt x="52321" y="69421"/>
                  <a:pt x="52346" y="69471"/>
                  <a:pt x="52346" y="69521"/>
                </a:cubicBezTo>
                <a:cubicBezTo>
                  <a:pt x="52371" y="69595"/>
                  <a:pt x="52371" y="69695"/>
                  <a:pt x="52396" y="69795"/>
                </a:cubicBezTo>
                <a:lnTo>
                  <a:pt x="52496" y="70168"/>
                </a:lnTo>
                <a:cubicBezTo>
                  <a:pt x="52396" y="70218"/>
                  <a:pt x="52346" y="70268"/>
                  <a:pt x="52247" y="70317"/>
                </a:cubicBezTo>
                <a:cubicBezTo>
                  <a:pt x="51624" y="70765"/>
                  <a:pt x="51002" y="71188"/>
                  <a:pt x="50355" y="71637"/>
                </a:cubicBezTo>
                <a:lnTo>
                  <a:pt x="49782" y="72010"/>
                </a:lnTo>
                <a:cubicBezTo>
                  <a:pt x="49235" y="72383"/>
                  <a:pt x="48662" y="72707"/>
                  <a:pt x="48140" y="73055"/>
                </a:cubicBezTo>
                <a:cubicBezTo>
                  <a:pt x="47642" y="72806"/>
                  <a:pt x="47169" y="72582"/>
                  <a:pt x="46671" y="72408"/>
                </a:cubicBezTo>
                <a:cubicBezTo>
                  <a:pt x="46771" y="72259"/>
                  <a:pt x="46845" y="72060"/>
                  <a:pt x="46920" y="71885"/>
                </a:cubicBezTo>
                <a:cubicBezTo>
                  <a:pt x="46920" y="71836"/>
                  <a:pt x="46970" y="71836"/>
                  <a:pt x="46970" y="71811"/>
                </a:cubicBezTo>
                <a:cubicBezTo>
                  <a:pt x="48712" y="71188"/>
                  <a:pt x="50504" y="70392"/>
                  <a:pt x="52321" y="69396"/>
                </a:cubicBezTo>
                <a:close/>
                <a:moveTo>
                  <a:pt x="41519" y="73080"/>
                </a:moveTo>
                <a:cubicBezTo>
                  <a:pt x="41494" y="73130"/>
                  <a:pt x="41494" y="73155"/>
                  <a:pt x="41444" y="73155"/>
                </a:cubicBezTo>
                <a:cubicBezTo>
                  <a:pt x="41444" y="73130"/>
                  <a:pt x="41444" y="73130"/>
                  <a:pt x="41494" y="73080"/>
                </a:cubicBezTo>
                <a:close/>
                <a:moveTo>
                  <a:pt x="50495" y="71776"/>
                </a:moveTo>
                <a:lnTo>
                  <a:pt x="50006" y="72109"/>
                </a:lnTo>
                <a:cubicBezTo>
                  <a:pt x="49484" y="72458"/>
                  <a:pt x="48911" y="72806"/>
                  <a:pt x="48388" y="73155"/>
                </a:cubicBezTo>
                <a:cubicBezTo>
                  <a:pt x="48388" y="73167"/>
                  <a:pt x="48382" y="73174"/>
                  <a:pt x="48373" y="73174"/>
                </a:cubicBezTo>
                <a:cubicBezTo>
                  <a:pt x="48364" y="73174"/>
                  <a:pt x="48351" y="73167"/>
                  <a:pt x="48339" y="73155"/>
                </a:cubicBezTo>
                <a:lnTo>
                  <a:pt x="48339" y="73155"/>
                </a:lnTo>
                <a:cubicBezTo>
                  <a:pt x="48339" y="73155"/>
                  <a:pt x="48339" y="73155"/>
                  <a:pt x="48339" y="73155"/>
                </a:cubicBezTo>
                <a:lnTo>
                  <a:pt x="48339" y="73155"/>
                </a:lnTo>
                <a:cubicBezTo>
                  <a:pt x="48351" y="73167"/>
                  <a:pt x="48351" y="73174"/>
                  <a:pt x="48348" y="73174"/>
                </a:cubicBezTo>
                <a:cubicBezTo>
                  <a:pt x="48345" y="73174"/>
                  <a:pt x="48339" y="73167"/>
                  <a:pt x="48339" y="73155"/>
                </a:cubicBezTo>
                <a:lnTo>
                  <a:pt x="48339" y="73155"/>
                </a:lnTo>
                <a:cubicBezTo>
                  <a:pt x="48339" y="73155"/>
                  <a:pt x="48339" y="73155"/>
                  <a:pt x="48339" y="73155"/>
                </a:cubicBezTo>
                <a:cubicBezTo>
                  <a:pt x="48488" y="73055"/>
                  <a:pt x="48637" y="72956"/>
                  <a:pt x="48837" y="72831"/>
                </a:cubicBezTo>
                <a:cubicBezTo>
                  <a:pt x="49036" y="72707"/>
                  <a:pt x="49235" y="72557"/>
                  <a:pt x="49459" y="72433"/>
                </a:cubicBezTo>
                <a:cubicBezTo>
                  <a:pt x="49608" y="72333"/>
                  <a:pt x="49782" y="72209"/>
                  <a:pt x="49957" y="72134"/>
                </a:cubicBezTo>
                <a:cubicBezTo>
                  <a:pt x="50131" y="72010"/>
                  <a:pt x="50305" y="71910"/>
                  <a:pt x="50479" y="71786"/>
                </a:cubicBezTo>
                <a:cubicBezTo>
                  <a:pt x="50485" y="71783"/>
                  <a:pt x="50490" y="71779"/>
                  <a:pt x="50495" y="71776"/>
                </a:cubicBezTo>
                <a:close/>
                <a:moveTo>
                  <a:pt x="41170" y="73130"/>
                </a:moveTo>
                <a:lnTo>
                  <a:pt x="41195" y="73155"/>
                </a:lnTo>
                <a:cubicBezTo>
                  <a:pt x="41195" y="73180"/>
                  <a:pt x="41170" y="73180"/>
                  <a:pt x="41170" y="73205"/>
                </a:cubicBezTo>
                <a:cubicBezTo>
                  <a:pt x="41145" y="73180"/>
                  <a:pt x="41145" y="73155"/>
                  <a:pt x="41120" y="73130"/>
                </a:cubicBezTo>
                <a:close/>
                <a:moveTo>
                  <a:pt x="46596" y="72582"/>
                </a:moveTo>
                <a:cubicBezTo>
                  <a:pt x="47044" y="72757"/>
                  <a:pt x="47492" y="72956"/>
                  <a:pt x="47916" y="73180"/>
                </a:cubicBezTo>
                <a:cubicBezTo>
                  <a:pt x="47891" y="73180"/>
                  <a:pt x="47891" y="73205"/>
                  <a:pt x="47866" y="73205"/>
                </a:cubicBezTo>
                <a:cubicBezTo>
                  <a:pt x="47468" y="73006"/>
                  <a:pt x="46995" y="72806"/>
                  <a:pt x="46547" y="72657"/>
                </a:cubicBezTo>
                <a:cubicBezTo>
                  <a:pt x="46547" y="72632"/>
                  <a:pt x="46596" y="72632"/>
                  <a:pt x="46596" y="72582"/>
                </a:cubicBezTo>
                <a:close/>
                <a:moveTo>
                  <a:pt x="29247" y="70292"/>
                </a:moveTo>
                <a:cubicBezTo>
                  <a:pt x="29770" y="70292"/>
                  <a:pt x="30318" y="70317"/>
                  <a:pt x="30840" y="70342"/>
                </a:cubicBezTo>
                <a:cubicBezTo>
                  <a:pt x="30965" y="70342"/>
                  <a:pt x="31114" y="70392"/>
                  <a:pt x="31239" y="70392"/>
                </a:cubicBezTo>
                <a:cubicBezTo>
                  <a:pt x="31687" y="70417"/>
                  <a:pt x="32110" y="70467"/>
                  <a:pt x="32558" y="70566"/>
                </a:cubicBezTo>
                <a:cubicBezTo>
                  <a:pt x="32259" y="71039"/>
                  <a:pt x="32035" y="71462"/>
                  <a:pt x="31786" y="71935"/>
                </a:cubicBezTo>
                <a:cubicBezTo>
                  <a:pt x="30069" y="72134"/>
                  <a:pt x="28326" y="72557"/>
                  <a:pt x="26609" y="73254"/>
                </a:cubicBezTo>
                <a:cubicBezTo>
                  <a:pt x="25314" y="72757"/>
                  <a:pt x="24169" y="72060"/>
                  <a:pt x="23248" y="71164"/>
                </a:cubicBezTo>
                <a:cubicBezTo>
                  <a:pt x="23497" y="71089"/>
                  <a:pt x="23721" y="71039"/>
                  <a:pt x="23970" y="70964"/>
                </a:cubicBezTo>
                <a:cubicBezTo>
                  <a:pt x="24020" y="70940"/>
                  <a:pt x="24120" y="70940"/>
                  <a:pt x="24169" y="70915"/>
                </a:cubicBezTo>
                <a:lnTo>
                  <a:pt x="25016" y="70716"/>
                </a:lnTo>
                <a:cubicBezTo>
                  <a:pt x="25115" y="70691"/>
                  <a:pt x="25215" y="70691"/>
                  <a:pt x="25265" y="70666"/>
                </a:cubicBezTo>
                <a:cubicBezTo>
                  <a:pt x="25538" y="70591"/>
                  <a:pt x="25787" y="70566"/>
                  <a:pt x="26086" y="70516"/>
                </a:cubicBezTo>
                <a:cubicBezTo>
                  <a:pt x="26211" y="70467"/>
                  <a:pt x="26285" y="70467"/>
                  <a:pt x="26410" y="70467"/>
                </a:cubicBezTo>
                <a:cubicBezTo>
                  <a:pt x="26659" y="70442"/>
                  <a:pt x="26907" y="70417"/>
                  <a:pt x="27131" y="70392"/>
                </a:cubicBezTo>
                <a:cubicBezTo>
                  <a:pt x="27281" y="70342"/>
                  <a:pt x="27480" y="70342"/>
                  <a:pt x="27629" y="70342"/>
                </a:cubicBezTo>
                <a:cubicBezTo>
                  <a:pt x="27828" y="70342"/>
                  <a:pt x="28003" y="70317"/>
                  <a:pt x="28202" y="70317"/>
                </a:cubicBezTo>
                <a:cubicBezTo>
                  <a:pt x="28525" y="70292"/>
                  <a:pt x="28874" y="70292"/>
                  <a:pt x="29222" y="70292"/>
                </a:cubicBezTo>
                <a:close/>
                <a:moveTo>
                  <a:pt x="38557" y="73180"/>
                </a:moveTo>
                <a:lnTo>
                  <a:pt x="38557" y="73180"/>
                </a:lnTo>
                <a:cubicBezTo>
                  <a:pt x="38532" y="73205"/>
                  <a:pt x="38457" y="73254"/>
                  <a:pt x="38432" y="73279"/>
                </a:cubicBezTo>
                <a:cubicBezTo>
                  <a:pt x="38398" y="73296"/>
                  <a:pt x="38340" y="73302"/>
                  <a:pt x="38283" y="73311"/>
                </a:cubicBezTo>
                <a:lnTo>
                  <a:pt x="38283" y="73311"/>
                </a:lnTo>
                <a:cubicBezTo>
                  <a:pt x="38312" y="73299"/>
                  <a:pt x="38344" y="73280"/>
                  <a:pt x="38382" y="73254"/>
                </a:cubicBezTo>
                <a:cubicBezTo>
                  <a:pt x="38432" y="73205"/>
                  <a:pt x="38507" y="73205"/>
                  <a:pt x="38557" y="73180"/>
                </a:cubicBezTo>
                <a:close/>
                <a:moveTo>
                  <a:pt x="48214" y="73304"/>
                </a:moveTo>
                <a:cubicBezTo>
                  <a:pt x="48187" y="73304"/>
                  <a:pt x="48174" y="73312"/>
                  <a:pt x="48165" y="73319"/>
                </a:cubicBezTo>
                <a:lnTo>
                  <a:pt x="48165" y="73319"/>
                </a:lnTo>
                <a:cubicBezTo>
                  <a:pt x="48166" y="73304"/>
                  <a:pt x="48173" y="73304"/>
                  <a:pt x="48214" y="73304"/>
                </a:cubicBezTo>
                <a:close/>
                <a:moveTo>
                  <a:pt x="39253" y="73254"/>
                </a:moveTo>
                <a:cubicBezTo>
                  <a:pt x="39278" y="73254"/>
                  <a:pt x="39278" y="73254"/>
                  <a:pt x="39278" y="73279"/>
                </a:cubicBezTo>
                <a:cubicBezTo>
                  <a:pt x="39303" y="73304"/>
                  <a:pt x="39328" y="73304"/>
                  <a:pt x="39378" y="73329"/>
                </a:cubicBezTo>
                <a:cubicBezTo>
                  <a:pt x="39303" y="73304"/>
                  <a:pt x="39278" y="73304"/>
                  <a:pt x="39204" y="73279"/>
                </a:cubicBezTo>
                <a:cubicBezTo>
                  <a:pt x="39253" y="73279"/>
                  <a:pt x="39253" y="73279"/>
                  <a:pt x="39253" y="73254"/>
                </a:cubicBezTo>
                <a:close/>
                <a:moveTo>
                  <a:pt x="48140" y="73304"/>
                </a:moveTo>
                <a:cubicBezTo>
                  <a:pt x="48140" y="73304"/>
                  <a:pt x="48158" y="73304"/>
                  <a:pt x="48163" y="73320"/>
                </a:cubicBezTo>
                <a:lnTo>
                  <a:pt x="48163" y="73320"/>
                </a:lnTo>
                <a:cubicBezTo>
                  <a:pt x="48156" y="73325"/>
                  <a:pt x="48150" y="73329"/>
                  <a:pt x="48140" y="73329"/>
                </a:cubicBezTo>
                <a:lnTo>
                  <a:pt x="48090" y="73329"/>
                </a:lnTo>
                <a:cubicBezTo>
                  <a:pt x="48115" y="73329"/>
                  <a:pt x="48115" y="73304"/>
                  <a:pt x="48140" y="73304"/>
                </a:cubicBezTo>
                <a:close/>
                <a:moveTo>
                  <a:pt x="23074" y="71213"/>
                </a:moveTo>
                <a:cubicBezTo>
                  <a:pt x="23995" y="72134"/>
                  <a:pt x="25090" y="72831"/>
                  <a:pt x="26385" y="73329"/>
                </a:cubicBezTo>
                <a:cubicBezTo>
                  <a:pt x="26360" y="73329"/>
                  <a:pt x="26335" y="73379"/>
                  <a:pt x="26285" y="73379"/>
                </a:cubicBezTo>
                <a:cubicBezTo>
                  <a:pt x="25033" y="72888"/>
                  <a:pt x="23926" y="72154"/>
                  <a:pt x="23012" y="71251"/>
                </a:cubicBezTo>
                <a:lnTo>
                  <a:pt x="23012" y="71251"/>
                </a:lnTo>
                <a:cubicBezTo>
                  <a:pt x="23013" y="71251"/>
                  <a:pt x="23014" y="71251"/>
                  <a:pt x="23015" y="71251"/>
                </a:cubicBezTo>
                <a:cubicBezTo>
                  <a:pt x="23031" y="71251"/>
                  <a:pt x="23049" y="71238"/>
                  <a:pt x="23074" y="71213"/>
                </a:cubicBezTo>
                <a:close/>
                <a:moveTo>
                  <a:pt x="31711" y="72134"/>
                </a:moveTo>
                <a:cubicBezTo>
                  <a:pt x="31711" y="72159"/>
                  <a:pt x="31687" y="72159"/>
                  <a:pt x="31687" y="72184"/>
                </a:cubicBezTo>
                <a:cubicBezTo>
                  <a:pt x="30094" y="72333"/>
                  <a:pt x="28550" y="72757"/>
                  <a:pt x="27007" y="73379"/>
                </a:cubicBezTo>
                <a:cubicBezTo>
                  <a:pt x="26982" y="73379"/>
                  <a:pt x="26957" y="73329"/>
                  <a:pt x="26907" y="73329"/>
                </a:cubicBezTo>
                <a:cubicBezTo>
                  <a:pt x="28476" y="72707"/>
                  <a:pt x="30069" y="72309"/>
                  <a:pt x="31711" y="72134"/>
                </a:cubicBezTo>
                <a:close/>
                <a:moveTo>
                  <a:pt x="41319" y="73304"/>
                </a:moveTo>
                <a:cubicBezTo>
                  <a:pt x="41369" y="73329"/>
                  <a:pt x="41369" y="73329"/>
                  <a:pt x="41369" y="73379"/>
                </a:cubicBezTo>
                <a:cubicBezTo>
                  <a:pt x="41369" y="73404"/>
                  <a:pt x="41319" y="73404"/>
                  <a:pt x="41319" y="73429"/>
                </a:cubicBezTo>
                <a:lnTo>
                  <a:pt x="41319" y="73404"/>
                </a:lnTo>
                <a:lnTo>
                  <a:pt x="41295" y="73379"/>
                </a:lnTo>
                <a:cubicBezTo>
                  <a:pt x="41295" y="73329"/>
                  <a:pt x="41319" y="73329"/>
                  <a:pt x="41319" y="73304"/>
                </a:cubicBezTo>
                <a:close/>
                <a:moveTo>
                  <a:pt x="40896" y="73130"/>
                </a:moveTo>
                <a:cubicBezTo>
                  <a:pt x="40921" y="73205"/>
                  <a:pt x="40996" y="73304"/>
                  <a:pt x="41046" y="73379"/>
                </a:cubicBezTo>
                <a:cubicBezTo>
                  <a:pt x="41021" y="73404"/>
                  <a:pt x="40996" y="73454"/>
                  <a:pt x="40996" y="73503"/>
                </a:cubicBezTo>
                <a:cubicBezTo>
                  <a:pt x="40921" y="73379"/>
                  <a:pt x="40871" y="73254"/>
                  <a:pt x="40822" y="73130"/>
                </a:cubicBezTo>
                <a:close/>
                <a:moveTo>
                  <a:pt x="26609" y="73454"/>
                </a:moveTo>
                <a:cubicBezTo>
                  <a:pt x="26683" y="73454"/>
                  <a:pt x="26708" y="73454"/>
                  <a:pt x="26708" y="73503"/>
                </a:cubicBezTo>
                <a:cubicBezTo>
                  <a:pt x="26683" y="73503"/>
                  <a:pt x="26634" y="73528"/>
                  <a:pt x="26609" y="73528"/>
                </a:cubicBezTo>
                <a:lnTo>
                  <a:pt x="26584" y="73528"/>
                </a:lnTo>
                <a:cubicBezTo>
                  <a:pt x="26559" y="73528"/>
                  <a:pt x="26559" y="73503"/>
                  <a:pt x="26509" y="73503"/>
                </a:cubicBezTo>
                <a:cubicBezTo>
                  <a:pt x="26559" y="73503"/>
                  <a:pt x="26584" y="73454"/>
                  <a:pt x="26609" y="73454"/>
                </a:cubicBezTo>
                <a:close/>
                <a:moveTo>
                  <a:pt x="40324" y="73155"/>
                </a:moveTo>
                <a:cubicBezTo>
                  <a:pt x="40349" y="73205"/>
                  <a:pt x="40349" y="73254"/>
                  <a:pt x="40398" y="73304"/>
                </a:cubicBezTo>
                <a:lnTo>
                  <a:pt x="40398" y="73329"/>
                </a:lnTo>
                <a:cubicBezTo>
                  <a:pt x="40423" y="73404"/>
                  <a:pt x="40448" y="73503"/>
                  <a:pt x="40498" y="73553"/>
                </a:cubicBezTo>
                <a:lnTo>
                  <a:pt x="40498" y="73578"/>
                </a:lnTo>
                <a:lnTo>
                  <a:pt x="40299" y="73478"/>
                </a:lnTo>
                <a:cubicBezTo>
                  <a:pt x="40150" y="73354"/>
                  <a:pt x="40000" y="73279"/>
                  <a:pt x="39826" y="73155"/>
                </a:cubicBezTo>
                <a:close/>
                <a:moveTo>
                  <a:pt x="45501" y="72508"/>
                </a:moveTo>
                <a:cubicBezTo>
                  <a:pt x="45526" y="72508"/>
                  <a:pt x="45526" y="72508"/>
                  <a:pt x="45551" y="72533"/>
                </a:cubicBezTo>
                <a:cubicBezTo>
                  <a:pt x="45551" y="72831"/>
                  <a:pt x="45551" y="73180"/>
                  <a:pt x="45526" y="73503"/>
                </a:cubicBezTo>
                <a:cubicBezTo>
                  <a:pt x="45506" y="73544"/>
                  <a:pt x="45486" y="73568"/>
                  <a:pt x="45479" y="73615"/>
                </a:cubicBezTo>
                <a:lnTo>
                  <a:pt x="45479" y="73615"/>
                </a:lnTo>
                <a:cubicBezTo>
                  <a:pt x="45503" y="73253"/>
                  <a:pt x="45525" y="72869"/>
                  <a:pt x="45501" y="72508"/>
                </a:cubicBezTo>
                <a:close/>
                <a:moveTo>
                  <a:pt x="41170" y="73553"/>
                </a:moveTo>
                <a:lnTo>
                  <a:pt x="41195" y="73578"/>
                </a:lnTo>
                <a:lnTo>
                  <a:pt x="41120" y="73777"/>
                </a:lnTo>
                <a:lnTo>
                  <a:pt x="41071" y="73752"/>
                </a:lnTo>
                <a:lnTo>
                  <a:pt x="41170" y="73553"/>
                </a:lnTo>
                <a:close/>
                <a:moveTo>
                  <a:pt x="40622" y="73205"/>
                </a:moveTo>
                <a:cubicBezTo>
                  <a:pt x="40647" y="73254"/>
                  <a:pt x="40672" y="73329"/>
                  <a:pt x="40747" y="73429"/>
                </a:cubicBezTo>
                <a:lnTo>
                  <a:pt x="40822" y="73628"/>
                </a:lnTo>
                <a:cubicBezTo>
                  <a:pt x="40871" y="73653"/>
                  <a:pt x="40871" y="73702"/>
                  <a:pt x="40896" y="73752"/>
                </a:cubicBezTo>
                <a:cubicBezTo>
                  <a:pt x="40896" y="73752"/>
                  <a:pt x="40896" y="73777"/>
                  <a:pt x="40871" y="73777"/>
                </a:cubicBezTo>
                <a:lnTo>
                  <a:pt x="40871" y="73802"/>
                </a:lnTo>
                <a:cubicBezTo>
                  <a:pt x="40772" y="73653"/>
                  <a:pt x="40697" y="73503"/>
                  <a:pt x="40622" y="73329"/>
                </a:cubicBezTo>
                <a:cubicBezTo>
                  <a:pt x="40573" y="73279"/>
                  <a:pt x="40573" y="73254"/>
                  <a:pt x="40548" y="73205"/>
                </a:cubicBezTo>
                <a:close/>
                <a:moveTo>
                  <a:pt x="31562" y="72408"/>
                </a:moveTo>
                <a:cubicBezTo>
                  <a:pt x="31239" y="72956"/>
                  <a:pt x="30965" y="73503"/>
                  <a:pt x="30691" y="74051"/>
                </a:cubicBezTo>
                <a:cubicBezTo>
                  <a:pt x="29471" y="74001"/>
                  <a:pt x="28351" y="73777"/>
                  <a:pt x="27306" y="73454"/>
                </a:cubicBezTo>
                <a:cubicBezTo>
                  <a:pt x="28700" y="72931"/>
                  <a:pt x="30118" y="72557"/>
                  <a:pt x="31562" y="72408"/>
                </a:cubicBezTo>
                <a:close/>
                <a:moveTo>
                  <a:pt x="31861" y="72383"/>
                </a:moveTo>
                <a:cubicBezTo>
                  <a:pt x="31562" y="72931"/>
                  <a:pt x="31239" y="73503"/>
                  <a:pt x="30965" y="74051"/>
                </a:cubicBezTo>
                <a:lnTo>
                  <a:pt x="30915" y="74051"/>
                </a:lnTo>
                <a:cubicBezTo>
                  <a:pt x="31189" y="73503"/>
                  <a:pt x="31487" y="72931"/>
                  <a:pt x="31811" y="72383"/>
                </a:cubicBezTo>
                <a:close/>
                <a:moveTo>
                  <a:pt x="33230" y="72321"/>
                </a:moveTo>
                <a:cubicBezTo>
                  <a:pt x="34209" y="72321"/>
                  <a:pt x="35167" y="72414"/>
                  <a:pt x="36092" y="72557"/>
                </a:cubicBezTo>
                <a:cubicBezTo>
                  <a:pt x="36565" y="72707"/>
                  <a:pt x="37088" y="72881"/>
                  <a:pt x="37636" y="72956"/>
                </a:cubicBezTo>
                <a:lnTo>
                  <a:pt x="37710" y="72956"/>
                </a:lnTo>
                <a:cubicBezTo>
                  <a:pt x="37884" y="73006"/>
                  <a:pt x="38034" y="73030"/>
                  <a:pt x="38183" y="73080"/>
                </a:cubicBezTo>
                <a:cubicBezTo>
                  <a:pt x="38208" y="73080"/>
                  <a:pt x="38208" y="73080"/>
                  <a:pt x="38258" y="73130"/>
                </a:cubicBezTo>
                <a:cubicBezTo>
                  <a:pt x="35945" y="73742"/>
                  <a:pt x="33757" y="74086"/>
                  <a:pt x="31748" y="74086"/>
                </a:cubicBezTo>
                <a:cubicBezTo>
                  <a:pt x="31552" y="74086"/>
                  <a:pt x="31357" y="74082"/>
                  <a:pt x="31164" y="74076"/>
                </a:cubicBezTo>
                <a:cubicBezTo>
                  <a:pt x="31463" y="73503"/>
                  <a:pt x="31736" y="72931"/>
                  <a:pt x="32060" y="72383"/>
                </a:cubicBezTo>
                <a:cubicBezTo>
                  <a:pt x="32234" y="72383"/>
                  <a:pt x="32433" y="72333"/>
                  <a:pt x="32608" y="72333"/>
                </a:cubicBezTo>
                <a:cubicBezTo>
                  <a:pt x="32816" y="72325"/>
                  <a:pt x="33023" y="72321"/>
                  <a:pt x="33230" y="72321"/>
                </a:cubicBezTo>
                <a:close/>
                <a:moveTo>
                  <a:pt x="27007" y="73553"/>
                </a:moveTo>
                <a:cubicBezTo>
                  <a:pt x="28102" y="73926"/>
                  <a:pt x="29322" y="74151"/>
                  <a:pt x="30591" y="74200"/>
                </a:cubicBezTo>
                <a:cubicBezTo>
                  <a:pt x="30591" y="74225"/>
                  <a:pt x="30566" y="74225"/>
                  <a:pt x="30566" y="74275"/>
                </a:cubicBezTo>
                <a:cubicBezTo>
                  <a:pt x="29247" y="74175"/>
                  <a:pt x="28003" y="73951"/>
                  <a:pt x="26932" y="73578"/>
                </a:cubicBezTo>
                <a:cubicBezTo>
                  <a:pt x="26957" y="73578"/>
                  <a:pt x="26982" y="73578"/>
                  <a:pt x="27007" y="73553"/>
                </a:cubicBezTo>
                <a:close/>
                <a:moveTo>
                  <a:pt x="30840" y="74250"/>
                </a:moveTo>
                <a:cubicBezTo>
                  <a:pt x="30840" y="74275"/>
                  <a:pt x="30815" y="74275"/>
                  <a:pt x="30815" y="74300"/>
                </a:cubicBezTo>
                <a:lnTo>
                  <a:pt x="30741" y="74300"/>
                </a:lnTo>
                <a:cubicBezTo>
                  <a:pt x="30790" y="74275"/>
                  <a:pt x="30790" y="74275"/>
                  <a:pt x="30790" y="74250"/>
                </a:cubicBezTo>
                <a:close/>
                <a:moveTo>
                  <a:pt x="41369" y="73777"/>
                </a:moveTo>
                <a:cubicBezTo>
                  <a:pt x="41394" y="73827"/>
                  <a:pt x="41444" y="73902"/>
                  <a:pt x="41519" y="73951"/>
                </a:cubicBezTo>
                <a:cubicBezTo>
                  <a:pt x="41618" y="74076"/>
                  <a:pt x="41668" y="74200"/>
                  <a:pt x="41767" y="74300"/>
                </a:cubicBezTo>
                <a:cubicBezTo>
                  <a:pt x="41568" y="74200"/>
                  <a:pt x="41419" y="74126"/>
                  <a:pt x="41270" y="74026"/>
                </a:cubicBezTo>
                <a:cubicBezTo>
                  <a:pt x="41270" y="74001"/>
                  <a:pt x="41245" y="74001"/>
                  <a:pt x="41245" y="73951"/>
                </a:cubicBezTo>
                <a:cubicBezTo>
                  <a:pt x="41270" y="73902"/>
                  <a:pt x="41295" y="73827"/>
                  <a:pt x="41369" y="73777"/>
                </a:cubicBezTo>
                <a:close/>
                <a:moveTo>
                  <a:pt x="37835" y="73404"/>
                </a:moveTo>
                <a:lnTo>
                  <a:pt x="37835" y="73404"/>
                </a:lnTo>
                <a:cubicBezTo>
                  <a:pt x="37785" y="73429"/>
                  <a:pt x="37760" y="73454"/>
                  <a:pt x="37685" y="73503"/>
                </a:cubicBezTo>
                <a:cubicBezTo>
                  <a:pt x="35570" y="74026"/>
                  <a:pt x="33528" y="74325"/>
                  <a:pt x="31662" y="74325"/>
                </a:cubicBezTo>
                <a:cubicBezTo>
                  <a:pt x="31438" y="74325"/>
                  <a:pt x="31239" y="74300"/>
                  <a:pt x="31039" y="74300"/>
                </a:cubicBezTo>
                <a:cubicBezTo>
                  <a:pt x="31039" y="74275"/>
                  <a:pt x="31064" y="74275"/>
                  <a:pt x="31064" y="74250"/>
                </a:cubicBezTo>
                <a:cubicBezTo>
                  <a:pt x="31225" y="74254"/>
                  <a:pt x="31386" y="74256"/>
                  <a:pt x="31548" y="74256"/>
                </a:cubicBezTo>
                <a:cubicBezTo>
                  <a:pt x="33503" y="74256"/>
                  <a:pt x="35605" y="73978"/>
                  <a:pt x="37835" y="73404"/>
                </a:cubicBezTo>
                <a:close/>
                <a:moveTo>
                  <a:pt x="46497" y="72806"/>
                </a:moveTo>
                <a:cubicBezTo>
                  <a:pt x="46895" y="72956"/>
                  <a:pt x="47293" y="73130"/>
                  <a:pt x="47716" y="73329"/>
                </a:cubicBezTo>
                <a:cubicBezTo>
                  <a:pt x="47667" y="73379"/>
                  <a:pt x="47642" y="73379"/>
                  <a:pt x="47617" y="73404"/>
                </a:cubicBezTo>
                <a:cubicBezTo>
                  <a:pt x="46995" y="73777"/>
                  <a:pt x="46372" y="74151"/>
                  <a:pt x="45725" y="74499"/>
                </a:cubicBezTo>
                <a:cubicBezTo>
                  <a:pt x="45974" y="73902"/>
                  <a:pt x="46223" y="73404"/>
                  <a:pt x="46497" y="72806"/>
                </a:cubicBezTo>
                <a:close/>
                <a:moveTo>
                  <a:pt x="41494" y="73503"/>
                </a:moveTo>
                <a:cubicBezTo>
                  <a:pt x="41519" y="73528"/>
                  <a:pt x="41543" y="73553"/>
                  <a:pt x="41543" y="73578"/>
                </a:cubicBezTo>
                <a:cubicBezTo>
                  <a:pt x="41743" y="73877"/>
                  <a:pt x="41917" y="74126"/>
                  <a:pt x="42116" y="74399"/>
                </a:cubicBezTo>
                <a:cubicBezTo>
                  <a:pt x="42166" y="74499"/>
                  <a:pt x="42191" y="74549"/>
                  <a:pt x="42265" y="74648"/>
                </a:cubicBezTo>
                <a:cubicBezTo>
                  <a:pt x="42240" y="74623"/>
                  <a:pt x="42191" y="74574"/>
                  <a:pt x="42141" y="74549"/>
                </a:cubicBezTo>
                <a:cubicBezTo>
                  <a:pt x="41942" y="74250"/>
                  <a:pt x="41743" y="73951"/>
                  <a:pt x="41519" y="73653"/>
                </a:cubicBezTo>
                <a:cubicBezTo>
                  <a:pt x="41494" y="73628"/>
                  <a:pt x="41494" y="73578"/>
                  <a:pt x="41444" y="73553"/>
                </a:cubicBezTo>
                <a:cubicBezTo>
                  <a:pt x="41444" y="73528"/>
                  <a:pt x="41494" y="73528"/>
                  <a:pt x="41494" y="73503"/>
                </a:cubicBezTo>
                <a:close/>
                <a:moveTo>
                  <a:pt x="47916" y="73454"/>
                </a:moveTo>
                <a:cubicBezTo>
                  <a:pt x="47866" y="73503"/>
                  <a:pt x="47816" y="73528"/>
                  <a:pt x="47766" y="73553"/>
                </a:cubicBezTo>
                <a:cubicBezTo>
                  <a:pt x="47069" y="73951"/>
                  <a:pt x="46372" y="74399"/>
                  <a:pt x="45675" y="74773"/>
                </a:cubicBezTo>
                <a:cubicBezTo>
                  <a:pt x="45655" y="74793"/>
                  <a:pt x="45634" y="74797"/>
                  <a:pt x="45600" y="74811"/>
                </a:cubicBezTo>
                <a:lnTo>
                  <a:pt x="45600" y="74811"/>
                </a:lnTo>
                <a:cubicBezTo>
                  <a:pt x="45601" y="74808"/>
                  <a:pt x="45601" y="74803"/>
                  <a:pt x="45601" y="74798"/>
                </a:cubicBezTo>
                <a:lnTo>
                  <a:pt x="45601" y="74773"/>
                </a:lnTo>
                <a:cubicBezTo>
                  <a:pt x="45899" y="74574"/>
                  <a:pt x="46223" y="74399"/>
                  <a:pt x="46522" y="74250"/>
                </a:cubicBezTo>
                <a:cubicBezTo>
                  <a:pt x="46895" y="74026"/>
                  <a:pt x="47293" y="73802"/>
                  <a:pt x="47667" y="73553"/>
                </a:cubicBezTo>
                <a:lnTo>
                  <a:pt x="47866" y="73454"/>
                </a:lnTo>
                <a:close/>
                <a:moveTo>
                  <a:pt x="41519" y="74375"/>
                </a:moveTo>
                <a:lnTo>
                  <a:pt x="41519" y="74375"/>
                </a:lnTo>
                <a:cubicBezTo>
                  <a:pt x="41668" y="74449"/>
                  <a:pt x="41817" y="74549"/>
                  <a:pt x="41991" y="74673"/>
                </a:cubicBezTo>
                <a:cubicBezTo>
                  <a:pt x="42016" y="74748"/>
                  <a:pt x="42041" y="74773"/>
                  <a:pt x="42066" y="74823"/>
                </a:cubicBezTo>
                <a:cubicBezTo>
                  <a:pt x="41917" y="74748"/>
                  <a:pt x="41792" y="74623"/>
                  <a:pt x="41643" y="74524"/>
                </a:cubicBezTo>
                <a:cubicBezTo>
                  <a:pt x="41568" y="74449"/>
                  <a:pt x="41543" y="74424"/>
                  <a:pt x="41519" y="74375"/>
                </a:cubicBezTo>
                <a:close/>
                <a:moveTo>
                  <a:pt x="45544" y="74860"/>
                </a:moveTo>
                <a:cubicBezTo>
                  <a:pt x="45539" y="74867"/>
                  <a:pt x="45534" y="74872"/>
                  <a:pt x="45526" y="74872"/>
                </a:cubicBezTo>
                <a:cubicBezTo>
                  <a:pt x="45532" y="74868"/>
                  <a:pt x="45538" y="74864"/>
                  <a:pt x="45544" y="74860"/>
                </a:cubicBezTo>
                <a:close/>
                <a:moveTo>
                  <a:pt x="41519" y="74773"/>
                </a:moveTo>
                <a:lnTo>
                  <a:pt x="41693" y="74947"/>
                </a:lnTo>
                <a:cubicBezTo>
                  <a:pt x="41743" y="74997"/>
                  <a:pt x="41792" y="75047"/>
                  <a:pt x="41867" y="75071"/>
                </a:cubicBezTo>
                <a:lnTo>
                  <a:pt x="41817" y="75121"/>
                </a:lnTo>
                <a:cubicBezTo>
                  <a:pt x="41767" y="75047"/>
                  <a:pt x="41743" y="74997"/>
                  <a:pt x="41668" y="74947"/>
                </a:cubicBezTo>
                <a:cubicBezTo>
                  <a:pt x="41618" y="74897"/>
                  <a:pt x="41543" y="74823"/>
                  <a:pt x="41519" y="74773"/>
                </a:cubicBezTo>
                <a:close/>
                <a:moveTo>
                  <a:pt x="42415" y="74997"/>
                </a:moveTo>
                <a:lnTo>
                  <a:pt x="42415" y="74997"/>
                </a:lnTo>
                <a:cubicBezTo>
                  <a:pt x="42440" y="75022"/>
                  <a:pt x="42489" y="75022"/>
                  <a:pt x="42514" y="75047"/>
                </a:cubicBezTo>
                <a:cubicBezTo>
                  <a:pt x="42539" y="75071"/>
                  <a:pt x="42564" y="75146"/>
                  <a:pt x="42564" y="75171"/>
                </a:cubicBezTo>
                <a:cubicBezTo>
                  <a:pt x="42539" y="75146"/>
                  <a:pt x="42514" y="75146"/>
                  <a:pt x="42489" y="75121"/>
                </a:cubicBezTo>
                <a:cubicBezTo>
                  <a:pt x="42440" y="75071"/>
                  <a:pt x="42415" y="75022"/>
                  <a:pt x="42415" y="74997"/>
                </a:cubicBezTo>
                <a:close/>
                <a:moveTo>
                  <a:pt x="45128" y="72433"/>
                </a:moveTo>
                <a:cubicBezTo>
                  <a:pt x="45178" y="72433"/>
                  <a:pt x="45252" y="72458"/>
                  <a:pt x="45302" y="72458"/>
                </a:cubicBezTo>
                <a:cubicBezTo>
                  <a:pt x="45327" y="73055"/>
                  <a:pt x="45302" y="73653"/>
                  <a:pt x="45202" y="74200"/>
                </a:cubicBezTo>
                <a:cubicBezTo>
                  <a:pt x="45078" y="74449"/>
                  <a:pt x="45003" y="74698"/>
                  <a:pt x="44879" y="74997"/>
                </a:cubicBezTo>
                <a:cubicBezTo>
                  <a:pt x="44729" y="75022"/>
                  <a:pt x="44605" y="75071"/>
                  <a:pt x="44481" y="75171"/>
                </a:cubicBezTo>
                <a:cubicBezTo>
                  <a:pt x="44605" y="74275"/>
                  <a:pt x="44804" y="73379"/>
                  <a:pt x="45103" y="72433"/>
                </a:cubicBezTo>
                <a:close/>
                <a:moveTo>
                  <a:pt x="44729" y="75246"/>
                </a:moveTo>
                <a:cubicBezTo>
                  <a:pt x="44729" y="75246"/>
                  <a:pt x="44729" y="75270"/>
                  <a:pt x="44681" y="75271"/>
                </a:cubicBezTo>
                <a:lnTo>
                  <a:pt x="44681" y="75271"/>
                </a:lnTo>
                <a:cubicBezTo>
                  <a:pt x="44698" y="75262"/>
                  <a:pt x="44714" y="75253"/>
                  <a:pt x="44729" y="75246"/>
                </a:cubicBezTo>
                <a:close/>
                <a:moveTo>
                  <a:pt x="44868" y="72496"/>
                </a:moveTo>
                <a:cubicBezTo>
                  <a:pt x="44599" y="73453"/>
                  <a:pt x="44379" y="74386"/>
                  <a:pt x="44257" y="75271"/>
                </a:cubicBezTo>
                <a:cubicBezTo>
                  <a:pt x="44232" y="75271"/>
                  <a:pt x="44232" y="75295"/>
                  <a:pt x="44182" y="75295"/>
                </a:cubicBezTo>
                <a:cubicBezTo>
                  <a:pt x="44306" y="74399"/>
                  <a:pt x="44530" y="73454"/>
                  <a:pt x="44804" y="72508"/>
                </a:cubicBezTo>
                <a:cubicBezTo>
                  <a:pt x="44835" y="72508"/>
                  <a:pt x="44857" y="72508"/>
                  <a:pt x="44868" y="72496"/>
                </a:cubicBezTo>
                <a:close/>
                <a:moveTo>
                  <a:pt x="42198" y="75129"/>
                </a:moveTo>
                <a:cubicBezTo>
                  <a:pt x="42249" y="75166"/>
                  <a:pt x="42313" y="75194"/>
                  <a:pt x="42365" y="75246"/>
                </a:cubicBezTo>
                <a:cubicBezTo>
                  <a:pt x="42390" y="75271"/>
                  <a:pt x="42390" y="75295"/>
                  <a:pt x="42415" y="75320"/>
                </a:cubicBezTo>
                <a:cubicBezTo>
                  <a:pt x="42315" y="75271"/>
                  <a:pt x="42265" y="75246"/>
                  <a:pt x="42240" y="75171"/>
                </a:cubicBezTo>
                <a:lnTo>
                  <a:pt x="42198" y="75129"/>
                </a:lnTo>
                <a:close/>
                <a:moveTo>
                  <a:pt x="3161" y="63298"/>
                </a:moveTo>
                <a:lnTo>
                  <a:pt x="3161" y="63422"/>
                </a:lnTo>
                <a:cubicBezTo>
                  <a:pt x="2664" y="65364"/>
                  <a:pt x="2290" y="67305"/>
                  <a:pt x="2066" y="69147"/>
                </a:cubicBezTo>
                <a:cubicBezTo>
                  <a:pt x="1469" y="71263"/>
                  <a:pt x="996" y="73379"/>
                  <a:pt x="697" y="75395"/>
                </a:cubicBezTo>
                <a:cubicBezTo>
                  <a:pt x="797" y="74175"/>
                  <a:pt x="946" y="72906"/>
                  <a:pt x="1170" y="71562"/>
                </a:cubicBezTo>
                <a:cubicBezTo>
                  <a:pt x="1618" y="68824"/>
                  <a:pt x="2290" y="66061"/>
                  <a:pt x="3161" y="63298"/>
                </a:cubicBezTo>
                <a:close/>
                <a:moveTo>
                  <a:pt x="9683" y="71188"/>
                </a:moveTo>
                <a:cubicBezTo>
                  <a:pt x="9708" y="71263"/>
                  <a:pt x="9708" y="71313"/>
                  <a:pt x="9757" y="71388"/>
                </a:cubicBezTo>
                <a:cubicBezTo>
                  <a:pt x="9807" y="71587"/>
                  <a:pt x="9882" y="71786"/>
                  <a:pt x="9932" y="71960"/>
                </a:cubicBezTo>
                <a:cubicBezTo>
                  <a:pt x="9957" y="72060"/>
                  <a:pt x="10006" y="72159"/>
                  <a:pt x="10031" y="72209"/>
                </a:cubicBezTo>
                <a:cubicBezTo>
                  <a:pt x="10056" y="72309"/>
                  <a:pt x="10081" y="72408"/>
                  <a:pt x="10131" y="72458"/>
                </a:cubicBezTo>
                <a:cubicBezTo>
                  <a:pt x="10181" y="72657"/>
                  <a:pt x="10280" y="72831"/>
                  <a:pt x="10330" y="73030"/>
                </a:cubicBezTo>
                <a:cubicBezTo>
                  <a:pt x="10380" y="73130"/>
                  <a:pt x="10430" y="73254"/>
                  <a:pt x="10454" y="73329"/>
                </a:cubicBezTo>
                <a:cubicBezTo>
                  <a:pt x="10454" y="73379"/>
                  <a:pt x="10504" y="73404"/>
                  <a:pt x="10504" y="73429"/>
                </a:cubicBezTo>
                <a:cubicBezTo>
                  <a:pt x="10529" y="73528"/>
                  <a:pt x="10579" y="73578"/>
                  <a:pt x="10629" y="73678"/>
                </a:cubicBezTo>
                <a:lnTo>
                  <a:pt x="10902" y="74250"/>
                </a:lnTo>
                <a:lnTo>
                  <a:pt x="11002" y="74424"/>
                </a:lnTo>
                <a:cubicBezTo>
                  <a:pt x="11052" y="74549"/>
                  <a:pt x="11126" y="74648"/>
                  <a:pt x="11176" y="74773"/>
                </a:cubicBezTo>
                <a:cubicBezTo>
                  <a:pt x="11251" y="74897"/>
                  <a:pt x="11326" y="75022"/>
                  <a:pt x="11400" y="75121"/>
                </a:cubicBezTo>
                <a:cubicBezTo>
                  <a:pt x="11450" y="75196"/>
                  <a:pt x="11525" y="75320"/>
                  <a:pt x="11624" y="75420"/>
                </a:cubicBezTo>
                <a:lnTo>
                  <a:pt x="11649" y="75445"/>
                </a:lnTo>
                <a:cubicBezTo>
                  <a:pt x="10380" y="74549"/>
                  <a:pt x="9210" y="73553"/>
                  <a:pt x="8164" y="72508"/>
                </a:cubicBezTo>
                <a:cubicBezTo>
                  <a:pt x="8214" y="72508"/>
                  <a:pt x="8264" y="72408"/>
                  <a:pt x="8289" y="72309"/>
                </a:cubicBezTo>
                <a:cubicBezTo>
                  <a:pt x="8388" y="72209"/>
                  <a:pt x="8463" y="72159"/>
                  <a:pt x="8563" y="72060"/>
                </a:cubicBezTo>
                <a:cubicBezTo>
                  <a:pt x="8687" y="71960"/>
                  <a:pt x="8812" y="71885"/>
                  <a:pt x="8936" y="71736"/>
                </a:cubicBezTo>
                <a:cubicBezTo>
                  <a:pt x="9085" y="71612"/>
                  <a:pt x="9210" y="71537"/>
                  <a:pt x="9384" y="71413"/>
                </a:cubicBezTo>
                <a:cubicBezTo>
                  <a:pt x="9459" y="71338"/>
                  <a:pt x="9558" y="71263"/>
                  <a:pt x="9683" y="71188"/>
                </a:cubicBezTo>
                <a:close/>
                <a:moveTo>
                  <a:pt x="44680" y="75271"/>
                </a:moveTo>
                <a:lnTo>
                  <a:pt x="44680" y="75295"/>
                </a:lnTo>
                <a:lnTo>
                  <a:pt x="44406" y="75495"/>
                </a:lnTo>
                <a:lnTo>
                  <a:pt x="44406" y="75445"/>
                </a:lnTo>
                <a:lnTo>
                  <a:pt x="44406" y="75420"/>
                </a:lnTo>
                <a:cubicBezTo>
                  <a:pt x="44489" y="75378"/>
                  <a:pt x="44591" y="75319"/>
                  <a:pt x="44680" y="75271"/>
                </a:cubicBezTo>
                <a:close/>
                <a:moveTo>
                  <a:pt x="41917" y="75271"/>
                </a:moveTo>
                <a:cubicBezTo>
                  <a:pt x="42016" y="75271"/>
                  <a:pt x="42041" y="75295"/>
                  <a:pt x="42066" y="75370"/>
                </a:cubicBezTo>
                <a:cubicBezTo>
                  <a:pt x="42116" y="75395"/>
                  <a:pt x="42116" y="75395"/>
                  <a:pt x="42116" y="75420"/>
                </a:cubicBezTo>
                <a:cubicBezTo>
                  <a:pt x="42166" y="75470"/>
                  <a:pt x="42191" y="75544"/>
                  <a:pt x="42265" y="75619"/>
                </a:cubicBezTo>
                <a:cubicBezTo>
                  <a:pt x="42191" y="75569"/>
                  <a:pt x="42166" y="75520"/>
                  <a:pt x="42116" y="75445"/>
                </a:cubicBezTo>
                <a:lnTo>
                  <a:pt x="42041" y="75395"/>
                </a:lnTo>
                <a:lnTo>
                  <a:pt x="41917" y="75271"/>
                </a:lnTo>
                <a:close/>
                <a:moveTo>
                  <a:pt x="44232" y="75520"/>
                </a:moveTo>
                <a:lnTo>
                  <a:pt x="44232" y="75544"/>
                </a:lnTo>
                <a:lnTo>
                  <a:pt x="44232" y="75569"/>
                </a:lnTo>
                <a:cubicBezTo>
                  <a:pt x="44182" y="75569"/>
                  <a:pt x="44157" y="75619"/>
                  <a:pt x="44157" y="75619"/>
                </a:cubicBezTo>
                <a:lnTo>
                  <a:pt x="44157" y="75569"/>
                </a:lnTo>
                <a:lnTo>
                  <a:pt x="44157" y="75544"/>
                </a:lnTo>
                <a:cubicBezTo>
                  <a:pt x="44182" y="75544"/>
                  <a:pt x="44182" y="75520"/>
                  <a:pt x="44232" y="75520"/>
                </a:cubicBezTo>
                <a:close/>
                <a:moveTo>
                  <a:pt x="44630" y="72533"/>
                </a:moveTo>
                <a:cubicBezTo>
                  <a:pt x="44331" y="73528"/>
                  <a:pt x="44132" y="74449"/>
                  <a:pt x="44008" y="75395"/>
                </a:cubicBezTo>
                <a:cubicBezTo>
                  <a:pt x="43858" y="75495"/>
                  <a:pt x="43684" y="75569"/>
                  <a:pt x="43535" y="75644"/>
                </a:cubicBezTo>
                <a:cubicBezTo>
                  <a:pt x="43261" y="75395"/>
                  <a:pt x="42987" y="75171"/>
                  <a:pt x="42664" y="74922"/>
                </a:cubicBezTo>
                <a:cubicBezTo>
                  <a:pt x="42614" y="74823"/>
                  <a:pt x="42564" y="74773"/>
                  <a:pt x="42514" y="74673"/>
                </a:cubicBezTo>
                <a:cubicBezTo>
                  <a:pt x="42440" y="74549"/>
                  <a:pt x="42365" y="74449"/>
                  <a:pt x="42290" y="74325"/>
                </a:cubicBezTo>
                <a:lnTo>
                  <a:pt x="41743" y="73503"/>
                </a:lnTo>
                <a:cubicBezTo>
                  <a:pt x="41668" y="73429"/>
                  <a:pt x="41643" y="73379"/>
                  <a:pt x="41593" y="73304"/>
                </a:cubicBezTo>
                <a:cubicBezTo>
                  <a:pt x="41668" y="73205"/>
                  <a:pt x="41693" y="73130"/>
                  <a:pt x="41767" y="73055"/>
                </a:cubicBezTo>
                <a:cubicBezTo>
                  <a:pt x="42688" y="72956"/>
                  <a:pt x="43659" y="72782"/>
                  <a:pt x="44630" y="72533"/>
                </a:cubicBezTo>
                <a:close/>
                <a:moveTo>
                  <a:pt x="42688" y="75520"/>
                </a:moveTo>
                <a:lnTo>
                  <a:pt x="42788" y="75619"/>
                </a:lnTo>
                <a:cubicBezTo>
                  <a:pt x="42805" y="75636"/>
                  <a:pt x="42822" y="75664"/>
                  <a:pt x="42831" y="75696"/>
                </a:cubicBezTo>
                <a:lnTo>
                  <a:pt x="42831" y="75696"/>
                </a:lnTo>
                <a:cubicBezTo>
                  <a:pt x="42818" y="75687"/>
                  <a:pt x="42800" y="75681"/>
                  <a:pt x="42788" y="75669"/>
                </a:cubicBezTo>
                <a:cubicBezTo>
                  <a:pt x="42763" y="75619"/>
                  <a:pt x="42738" y="75569"/>
                  <a:pt x="42688" y="75520"/>
                </a:cubicBezTo>
                <a:close/>
                <a:moveTo>
                  <a:pt x="57075" y="67206"/>
                </a:moveTo>
                <a:cubicBezTo>
                  <a:pt x="57100" y="67231"/>
                  <a:pt x="57125" y="67256"/>
                  <a:pt x="57200" y="67305"/>
                </a:cubicBezTo>
                <a:cubicBezTo>
                  <a:pt x="57324" y="67355"/>
                  <a:pt x="57424" y="67455"/>
                  <a:pt x="57548" y="67530"/>
                </a:cubicBezTo>
                <a:cubicBezTo>
                  <a:pt x="57623" y="67579"/>
                  <a:pt x="57723" y="67654"/>
                  <a:pt x="57822" y="67729"/>
                </a:cubicBezTo>
                <a:cubicBezTo>
                  <a:pt x="57922" y="67803"/>
                  <a:pt x="57972" y="67853"/>
                  <a:pt x="58071" y="67928"/>
                </a:cubicBezTo>
                <a:cubicBezTo>
                  <a:pt x="58196" y="68002"/>
                  <a:pt x="58320" y="68102"/>
                  <a:pt x="58469" y="68226"/>
                </a:cubicBezTo>
                <a:cubicBezTo>
                  <a:pt x="58494" y="68251"/>
                  <a:pt x="58544" y="68301"/>
                  <a:pt x="58594" y="68326"/>
                </a:cubicBezTo>
                <a:cubicBezTo>
                  <a:pt x="59440" y="68998"/>
                  <a:pt x="60361" y="69819"/>
                  <a:pt x="61307" y="70765"/>
                </a:cubicBezTo>
                <a:cubicBezTo>
                  <a:pt x="61431" y="70890"/>
                  <a:pt x="61556" y="70964"/>
                  <a:pt x="61680" y="71089"/>
                </a:cubicBezTo>
                <a:lnTo>
                  <a:pt x="61879" y="71313"/>
                </a:lnTo>
                <a:lnTo>
                  <a:pt x="62303" y="71711"/>
                </a:lnTo>
                <a:cubicBezTo>
                  <a:pt x="62128" y="71811"/>
                  <a:pt x="61979" y="71935"/>
                  <a:pt x="61830" y="72035"/>
                </a:cubicBezTo>
                <a:cubicBezTo>
                  <a:pt x="61705" y="72134"/>
                  <a:pt x="61581" y="72184"/>
                  <a:pt x="61456" y="72284"/>
                </a:cubicBezTo>
                <a:cubicBezTo>
                  <a:pt x="61257" y="72408"/>
                  <a:pt x="61083" y="72533"/>
                  <a:pt x="60859" y="72657"/>
                </a:cubicBezTo>
                <a:lnTo>
                  <a:pt x="60585" y="72831"/>
                </a:lnTo>
                <a:cubicBezTo>
                  <a:pt x="60560" y="72856"/>
                  <a:pt x="60535" y="72906"/>
                  <a:pt x="60461" y="72906"/>
                </a:cubicBezTo>
                <a:cubicBezTo>
                  <a:pt x="60286" y="73030"/>
                  <a:pt x="60087" y="73105"/>
                  <a:pt x="59913" y="73230"/>
                </a:cubicBezTo>
                <a:cubicBezTo>
                  <a:pt x="59814" y="73304"/>
                  <a:pt x="59714" y="73354"/>
                  <a:pt x="59614" y="73404"/>
                </a:cubicBezTo>
                <a:cubicBezTo>
                  <a:pt x="59589" y="73429"/>
                  <a:pt x="59540" y="73454"/>
                  <a:pt x="59490" y="73478"/>
                </a:cubicBezTo>
                <a:cubicBezTo>
                  <a:pt x="59341" y="73578"/>
                  <a:pt x="59166" y="73678"/>
                  <a:pt x="58992" y="73777"/>
                </a:cubicBezTo>
                <a:cubicBezTo>
                  <a:pt x="58942" y="73802"/>
                  <a:pt x="58843" y="73877"/>
                  <a:pt x="58793" y="73902"/>
                </a:cubicBezTo>
                <a:cubicBezTo>
                  <a:pt x="58718" y="73926"/>
                  <a:pt x="58619" y="74001"/>
                  <a:pt x="58569" y="74026"/>
                </a:cubicBezTo>
                <a:cubicBezTo>
                  <a:pt x="58420" y="74126"/>
                  <a:pt x="58245" y="74175"/>
                  <a:pt x="58096" y="74275"/>
                </a:cubicBezTo>
                <a:cubicBezTo>
                  <a:pt x="57947" y="74375"/>
                  <a:pt x="57797" y="74424"/>
                  <a:pt x="57623" y="74524"/>
                </a:cubicBezTo>
                <a:cubicBezTo>
                  <a:pt x="57474" y="74574"/>
                  <a:pt x="57349" y="74673"/>
                  <a:pt x="57200" y="74748"/>
                </a:cubicBezTo>
                <a:cubicBezTo>
                  <a:pt x="57175" y="74773"/>
                  <a:pt x="57125" y="74773"/>
                  <a:pt x="57100" y="74798"/>
                </a:cubicBezTo>
                <a:cubicBezTo>
                  <a:pt x="56976" y="74847"/>
                  <a:pt x="56827" y="74922"/>
                  <a:pt x="56702" y="74997"/>
                </a:cubicBezTo>
                <a:cubicBezTo>
                  <a:pt x="56578" y="75047"/>
                  <a:pt x="56428" y="75121"/>
                  <a:pt x="56304" y="75171"/>
                </a:cubicBezTo>
                <a:cubicBezTo>
                  <a:pt x="56105" y="75271"/>
                  <a:pt x="55955" y="75320"/>
                  <a:pt x="55756" y="75420"/>
                </a:cubicBezTo>
                <a:cubicBezTo>
                  <a:pt x="55632" y="75470"/>
                  <a:pt x="55507" y="75520"/>
                  <a:pt x="55383" y="75569"/>
                </a:cubicBezTo>
                <a:cubicBezTo>
                  <a:pt x="55258" y="75644"/>
                  <a:pt x="55134" y="75669"/>
                  <a:pt x="55059" y="75744"/>
                </a:cubicBezTo>
                <a:cubicBezTo>
                  <a:pt x="54686" y="74872"/>
                  <a:pt x="54313" y="74051"/>
                  <a:pt x="53989" y="73304"/>
                </a:cubicBezTo>
                <a:cubicBezTo>
                  <a:pt x="53964" y="73205"/>
                  <a:pt x="53889" y="73130"/>
                  <a:pt x="53865" y="73030"/>
                </a:cubicBezTo>
                <a:cubicBezTo>
                  <a:pt x="53740" y="72757"/>
                  <a:pt x="53641" y="72458"/>
                  <a:pt x="53566" y="72184"/>
                </a:cubicBezTo>
                <a:cubicBezTo>
                  <a:pt x="53491" y="72010"/>
                  <a:pt x="53392" y="71811"/>
                  <a:pt x="53342" y="71637"/>
                </a:cubicBezTo>
                <a:lnTo>
                  <a:pt x="53143" y="70964"/>
                </a:lnTo>
                <a:cubicBezTo>
                  <a:pt x="53093" y="70790"/>
                  <a:pt x="53018" y="70566"/>
                  <a:pt x="52968" y="70392"/>
                </a:cubicBezTo>
                <a:cubicBezTo>
                  <a:pt x="53441" y="70043"/>
                  <a:pt x="53889" y="69695"/>
                  <a:pt x="54337" y="69347"/>
                </a:cubicBezTo>
                <a:lnTo>
                  <a:pt x="54711" y="69073"/>
                </a:lnTo>
                <a:cubicBezTo>
                  <a:pt x="54761" y="69023"/>
                  <a:pt x="54835" y="68973"/>
                  <a:pt x="54935" y="68923"/>
                </a:cubicBezTo>
                <a:lnTo>
                  <a:pt x="55383" y="68550"/>
                </a:lnTo>
                <a:cubicBezTo>
                  <a:pt x="55607" y="68401"/>
                  <a:pt x="55831" y="68202"/>
                  <a:pt x="56005" y="68052"/>
                </a:cubicBezTo>
                <a:cubicBezTo>
                  <a:pt x="56179" y="67928"/>
                  <a:pt x="56354" y="67803"/>
                  <a:pt x="56503" y="67654"/>
                </a:cubicBezTo>
                <a:cubicBezTo>
                  <a:pt x="56603" y="67554"/>
                  <a:pt x="56702" y="67480"/>
                  <a:pt x="56827" y="67380"/>
                </a:cubicBezTo>
                <a:cubicBezTo>
                  <a:pt x="56926" y="67330"/>
                  <a:pt x="56976" y="67256"/>
                  <a:pt x="57075" y="67206"/>
                </a:cubicBezTo>
                <a:close/>
                <a:moveTo>
                  <a:pt x="42912" y="75320"/>
                </a:moveTo>
                <a:lnTo>
                  <a:pt x="43385" y="75694"/>
                </a:lnTo>
                <a:cubicBezTo>
                  <a:pt x="43360" y="75768"/>
                  <a:pt x="43311" y="75768"/>
                  <a:pt x="43311" y="75768"/>
                </a:cubicBezTo>
                <a:cubicBezTo>
                  <a:pt x="43186" y="75669"/>
                  <a:pt x="43112" y="75569"/>
                  <a:pt x="42987" y="75495"/>
                </a:cubicBezTo>
                <a:cubicBezTo>
                  <a:pt x="42937" y="75420"/>
                  <a:pt x="42912" y="75395"/>
                  <a:pt x="42912" y="75320"/>
                </a:cubicBezTo>
                <a:close/>
                <a:moveTo>
                  <a:pt x="52844" y="70516"/>
                </a:moveTo>
                <a:cubicBezTo>
                  <a:pt x="52869" y="70641"/>
                  <a:pt x="52944" y="70790"/>
                  <a:pt x="52968" y="70915"/>
                </a:cubicBezTo>
                <a:cubicBezTo>
                  <a:pt x="53018" y="71164"/>
                  <a:pt x="53093" y="71388"/>
                  <a:pt x="53192" y="71661"/>
                </a:cubicBezTo>
                <a:cubicBezTo>
                  <a:pt x="53217" y="71786"/>
                  <a:pt x="53267" y="71935"/>
                  <a:pt x="53342" y="72060"/>
                </a:cubicBezTo>
                <a:cubicBezTo>
                  <a:pt x="53740" y="73205"/>
                  <a:pt x="54263" y="74449"/>
                  <a:pt x="54885" y="75793"/>
                </a:cubicBezTo>
                <a:lnTo>
                  <a:pt x="54835" y="75793"/>
                </a:lnTo>
                <a:cubicBezTo>
                  <a:pt x="54437" y="74922"/>
                  <a:pt x="54064" y="74126"/>
                  <a:pt x="53740" y="73329"/>
                </a:cubicBezTo>
                <a:cubicBezTo>
                  <a:pt x="53715" y="73279"/>
                  <a:pt x="53690" y="73180"/>
                  <a:pt x="53641" y="73130"/>
                </a:cubicBezTo>
                <a:cubicBezTo>
                  <a:pt x="53516" y="72806"/>
                  <a:pt x="53441" y="72533"/>
                  <a:pt x="53317" y="72259"/>
                </a:cubicBezTo>
                <a:cubicBezTo>
                  <a:pt x="53242" y="72060"/>
                  <a:pt x="53143" y="71885"/>
                  <a:pt x="53118" y="71686"/>
                </a:cubicBezTo>
                <a:cubicBezTo>
                  <a:pt x="53068" y="71462"/>
                  <a:pt x="52993" y="71263"/>
                  <a:pt x="52944" y="71064"/>
                </a:cubicBezTo>
                <a:cubicBezTo>
                  <a:pt x="52869" y="70890"/>
                  <a:pt x="52819" y="70691"/>
                  <a:pt x="52769" y="70541"/>
                </a:cubicBezTo>
                <a:lnTo>
                  <a:pt x="52844" y="70516"/>
                </a:lnTo>
                <a:close/>
                <a:moveTo>
                  <a:pt x="43983" y="75669"/>
                </a:moveTo>
                <a:lnTo>
                  <a:pt x="43983" y="75694"/>
                </a:lnTo>
                <a:lnTo>
                  <a:pt x="43983" y="75744"/>
                </a:lnTo>
                <a:cubicBezTo>
                  <a:pt x="43883" y="75768"/>
                  <a:pt x="43809" y="75793"/>
                  <a:pt x="43759" y="75818"/>
                </a:cubicBezTo>
                <a:lnTo>
                  <a:pt x="43734" y="75793"/>
                </a:lnTo>
                <a:cubicBezTo>
                  <a:pt x="43809" y="75768"/>
                  <a:pt x="43883" y="75694"/>
                  <a:pt x="43983" y="75669"/>
                </a:cubicBezTo>
                <a:close/>
                <a:moveTo>
                  <a:pt x="62477" y="71836"/>
                </a:moveTo>
                <a:lnTo>
                  <a:pt x="62527" y="71885"/>
                </a:lnTo>
                <a:lnTo>
                  <a:pt x="62552" y="71910"/>
                </a:lnTo>
                <a:cubicBezTo>
                  <a:pt x="62427" y="72010"/>
                  <a:pt x="62328" y="72060"/>
                  <a:pt x="62203" y="72159"/>
                </a:cubicBezTo>
                <a:cubicBezTo>
                  <a:pt x="62054" y="72284"/>
                  <a:pt x="61855" y="72358"/>
                  <a:pt x="61705" y="72508"/>
                </a:cubicBezTo>
                <a:cubicBezTo>
                  <a:pt x="61581" y="72582"/>
                  <a:pt x="61431" y="72682"/>
                  <a:pt x="61307" y="72782"/>
                </a:cubicBezTo>
                <a:lnTo>
                  <a:pt x="60734" y="73155"/>
                </a:lnTo>
                <a:cubicBezTo>
                  <a:pt x="60660" y="73205"/>
                  <a:pt x="60535" y="73279"/>
                  <a:pt x="60436" y="73329"/>
                </a:cubicBezTo>
                <a:cubicBezTo>
                  <a:pt x="60311" y="73404"/>
                  <a:pt x="60187" y="73478"/>
                  <a:pt x="60062" y="73553"/>
                </a:cubicBezTo>
                <a:lnTo>
                  <a:pt x="59789" y="73727"/>
                </a:lnTo>
                <a:cubicBezTo>
                  <a:pt x="59689" y="73777"/>
                  <a:pt x="59614" y="73827"/>
                  <a:pt x="59540" y="73852"/>
                </a:cubicBezTo>
                <a:cubicBezTo>
                  <a:pt x="59291" y="74026"/>
                  <a:pt x="59042" y="74151"/>
                  <a:pt x="58818" y="74275"/>
                </a:cubicBezTo>
                <a:lnTo>
                  <a:pt x="58619" y="74375"/>
                </a:lnTo>
                <a:cubicBezTo>
                  <a:pt x="58594" y="74375"/>
                  <a:pt x="58594" y="74399"/>
                  <a:pt x="58569" y="74399"/>
                </a:cubicBezTo>
                <a:cubicBezTo>
                  <a:pt x="58494" y="74424"/>
                  <a:pt x="58469" y="74449"/>
                  <a:pt x="58420" y="74499"/>
                </a:cubicBezTo>
                <a:lnTo>
                  <a:pt x="58046" y="74673"/>
                </a:lnTo>
                <a:lnTo>
                  <a:pt x="57847" y="74773"/>
                </a:lnTo>
                <a:cubicBezTo>
                  <a:pt x="57797" y="74798"/>
                  <a:pt x="57748" y="74823"/>
                  <a:pt x="57698" y="74823"/>
                </a:cubicBezTo>
                <a:cubicBezTo>
                  <a:pt x="57449" y="74947"/>
                  <a:pt x="57175" y="75071"/>
                  <a:pt x="56926" y="75196"/>
                </a:cubicBezTo>
                <a:cubicBezTo>
                  <a:pt x="56926" y="75196"/>
                  <a:pt x="56876" y="75196"/>
                  <a:pt x="56876" y="75221"/>
                </a:cubicBezTo>
                <a:cubicBezTo>
                  <a:pt x="56354" y="75470"/>
                  <a:pt x="55831" y="75694"/>
                  <a:pt x="55333" y="75918"/>
                </a:cubicBezTo>
                <a:cubicBezTo>
                  <a:pt x="55209" y="75893"/>
                  <a:pt x="55184" y="75893"/>
                  <a:pt x="55184" y="75893"/>
                </a:cubicBezTo>
                <a:cubicBezTo>
                  <a:pt x="55184" y="75893"/>
                  <a:pt x="55184" y="75868"/>
                  <a:pt x="55134" y="75868"/>
                </a:cubicBezTo>
                <a:lnTo>
                  <a:pt x="55134" y="75818"/>
                </a:lnTo>
                <a:cubicBezTo>
                  <a:pt x="55308" y="75768"/>
                  <a:pt x="55458" y="75694"/>
                  <a:pt x="55632" y="75644"/>
                </a:cubicBezTo>
                <a:cubicBezTo>
                  <a:pt x="55731" y="75619"/>
                  <a:pt x="55806" y="75569"/>
                  <a:pt x="55881" y="75544"/>
                </a:cubicBezTo>
                <a:cubicBezTo>
                  <a:pt x="55931" y="75544"/>
                  <a:pt x="55955" y="75520"/>
                  <a:pt x="55980" y="75495"/>
                </a:cubicBezTo>
                <a:cubicBezTo>
                  <a:pt x="56055" y="75445"/>
                  <a:pt x="56130" y="75420"/>
                  <a:pt x="56204" y="75395"/>
                </a:cubicBezTo>
                <a:cubicBezTo>
                  <a:pt x="56229" y="75395"/>
                  <a:pt x="56254" y="75370"/>
                  <a:pt x="56304" y="75370"/>
                </a:cubicBezTo>
                <a:lnTo>
                  <a:pt x="56478" y="75271"/>
                </a:lnTo>
                <a:lnTo>
                  <a:pt x="56503" y="75271"/>
                </a:lnTo>
                <a:cubicBezTo>
                  <a:pt x="56603" y="75246"/>
                  <a:pt x="56702" y="75171"/>
                  <a:pt x="56827" y="75146"/>
                </a:cubicBezTo>
                <a:cubicBezTo>
                  <a:pt x="56876" y="75121"/>
                  <a:pt x="56926" y="75121"/>
                  <a:pt x="56976" y="75071"/>
                </a:cubicBezTo>
                <a:cubicBezTo>
                  <a:pt x="57075" y="75047"/>
                  <a:pt x="57125" y="74997"/>
                  <a:pt x="57225" y="74947"/>
                </a:cubicBezTo>
                <a:cubicBezTo>
                  <a:pt x="57250" y="74922"/>
                  <a:pt x="57324" y="74922"/>
                  <a:pt x="57349" y="74897"/>
                </a:cubicBezTo>
                <a:cubicBezTo>
                  <a:pt x="57374" y="74897"/>
                  <a:pt x="57374" y="74872"/>
                  <a:pt x="57424" y="74872"/>
                </a:cubicBezTo>
                <a:lnTo>
                  <a:pt x="57449" y="74872"/>
                </a:lnTo>
                <a:lnTo>
                  <a:pt x="57822" y="74673"/>
                </a:lnTo>
                <a:cubicBezTo>
                  <a:pt x="57972" y="74574"/>
                  <a:pt x="58121" y="74524"/>
                  <a:pt x="58320" y="74424"/>
                </a:cubicBezTo>
                <a:lnTo>
                  <a:pt x="58345" y="74424"/>
                </a:lnTo>
                <a:cubicBezTo>
                  <a:pt x="58494" y="74325"/>
                  <a:pt x="58669" y="74275"/>
                  <a:pt x="58818" y="74175"/>
                </a:cubicBezTo>
                <a:cubicBezTo>
                  <a:pt x="58942" y="74126"/>
                  <a:pt x="59067" y="74051"/>
                  <a:pt x="59191" y="73951"/>
                </a:cubicBezTo>
                <a:cubicBezTo>
                  <a:pt x="59191" y="73951"/>
                  <a:pt x="59216" y="73951"/>
                  <a:pt x="59216" y="73926"/>
                </a:cubicBezTo>
                <a:lnTo>
                  <a:pt x="59241" y="73926"/>
                </a:lnTo>
                <a:cubicBezTo>
                  <a:pt x="59440" y="73827"/>
                  <a:pt x="59614" y="73752"/>
                  <a:pt x="59789" y="73628"/>
                </a:cubicBezTo>
                <a:cubicBezTo>
                  <a:pt x="59838" y="73578"/>
                  <a:pt x="59913" y="73553"/>
                  <a:pt x="59963" y="73503"/>
                </a:cubicBezTo>
                <a:cubicBezTo>
                  <a:pt x="60038" y="73454"/>
                  <a:pt x="60062" y="73429"/>
                  <a:pt x="60112" y="73404"/>
                </a:cubicBezTo>
                <a:cubicBezTo>
                  <a:pt x="60336" y="73279"/>
                  <a:pt x="60535" y="73155"/>
                  <a:pt x="60734" y="73030"/>
                </a:cubicBezTo>
                <a:cubicBezTo>
                  <a:pt x="60784" y="73006"/>
                  <a:pt x="60809" y="73006"/>
                  <a:pt x="60834" y="72956"/>
                </a:cubicBezTo>
                <a:cubicBezTo>
                  <a:pt x="60859" y="72931"/>
                  <a:pt x="60934" y="72906"/>
                  <a:pt x="60959" y="72881"/>
                </a:cubicBezTo>
                <a:cubicBezTo>
                  <a:pt x="60959" y="72881"/>
                  <a:pt x="60983" y="72881"/>
                  <a:pt x="60983" y="72831"/>
                </a:cubicBezTo>
                <a:cubicBezTo>
                  <a:pt x="61207" y="72682"/>
                  <a:pt x="61456" y="72533"/>
                  <a:pt x="61680" y="72383"/>
                </a:cubicBezTo>
                <a:cubicBezTo>
                  <a:pt x="61705" y="72383"/>
                  <a:pt x="61705" y="72333"/>
                  <a:pt x="61730" y="72333"/>
                </a:cubicBezTo>
                <a:cubicBezTo>
                  <a:pt x="61780" y="72309"/>
                  <a:pt x="61830" y="72284"/>
                  <a:pt x="61855" y="72259"/>
                </a:cubicBezTo>
                <a:cubicBezTo>
                  <a:pt x="62079" y="72134"/>
                  <a:pt x="62278" y="71960"/>
                  <a:pt x="62477" y="71836"/>
                </a:cubicBezTo>
                <a:close/>
                <a:moveTo>
                  <a:pt x="43535" y="75893"/>
                </a:moveTo>
                <a:lnTo>
                  <a:pt x="43560" y="75918"/>
                </a:lnTo>
                <a:lnTo>
                  <a:pt x="43609" y="75943"/>
                </a:lnTo>
                <a:cubicBezTo>
                  <a:pt x="43560" y="75943"/>
                  <a:pt x="43560" y="75992"/>
                  <a:pt x="43535" y="75992"/>
                </a:cubicBezTo>
                <a:lnTo>
                  <a:pt x="43485" y="75918"/>
                </a:lnTo>
                <a:cubicBezTo>
                  <a:pt x="43510" y="75918"/>
                  <a:pt x="43510" y="75893"/>
                  <a:pt x="43535" y="75893"/>
                </a:cubicBezTo>
                <a:close/>
                <a:moveTo>
                  <a:pt x="54960" y="75943"/>
                </a:moveTo>
                <a:lnTo>
                  <a:pt x="54960" y="75992"/>
                </a:lnTo>
                <a:cubicBezTo>
                  <a:pt x="54972" y="75968"/>
                  <a:pt x="54978" y="75955"/>
                  <a:pt x="54982" y="75955"/>
                </a:cubicBezTo>
                <a:cubicBezTo>
                  <a:pt x="54985" y="75955"/>
                  <a:pt x="54985" y="75968"/>
                  <a:pt x="54985" y="75992"/>
                </a:cubicBezTo>
                <a:cubicBezTo>
                  <a:pt x="54960" y="75992"/>
                  <a:pt x="54960" y="76017"/>
                  <a:pt x="54935" y="76017"/>
                </a:cubicBezTo>
                <a:cubicBezTo>
                  <a:pt x="54935" y="76017"/>
                  <a:pt x="54935" y="75992"/>
                  <a:pt x="54885" y="75992"/>
                </a:cubicBezTo>
                <a:lnTo>
                  <a:pt x="54885" y="75943"/>
                </a:lnTo>
                <a:close/>
                <a:moveTo>
                  <a:pt x="9832" y="71064"/>
                </a:moveTo>
                <a:cubicBezTo>
                  <a:pt x="9932" y="71288"/>
                  <a:pt x="10006" y="71512"/>
                  <a:pt x="10056" y="71711"/>
                </a:cubicBezTo>
                <a:cubicBezTo>
                  <a:pt x="10081" y="71786"/>
                  <a:pt x="10131" y="71836"/>
                  <a:pt x="10131" y="71935"/>
                </a:cubicBezTo>
                <a:cubicBezTo>
                  <a:pt x="10156" y="71985"/>
                  <a:pt x="10156" y="72060"/>
                  <a:pt x="10181" y="72085"/>
                </a:cubicBezTo>
                <a:cubicBezTo>
                  <a:pt x="10206" y="72159"/>
                  <a:pt x="10206" y="72209"/>
                  <a:pt x="10255" y="72284"/>
                </a:cubicBezTo>
                <a:lnTo>
                  <a:pt x="10330" y="72557"/>
                </a:lnTo>
                <a:cubicBezTo>
                  <a:pt x="10405" y="72682"/>
                  <a:pt x="10454" y="72806"/>
                  <a:pt x="10504" y="72956"/>
                </a:cubicBezTo>
                <a:cubicBezTo>
                  <a:pt x="10504" y="72981"/>
                  <a:pt x="10504" y="72981"/>
                  <a:pt x="10529" y="73030"/>
                </a:cubicBezTo>
                <a:cubicBezTo>
                  <a:pt x="10554" y="73080"/>
                  <a:pt x="10579" y="73180"/>
                  <a:pt x="10629" y="73230"/>
                </a:cubicBezTo>
                <a:cubicBezTo>
                  <a:pt x="10629" y="73279"/>
                  <a:pt x="10654" y="73304"/>
                  <a:pt x="10654" y="73304"/>
                </a:cubicBezTo>
                <a:cubicBezTo>
                  <a:pt x="10654" y="73329"/>
                  <a:pt x="10678" y="73329"/>
                  <a:pt x="10678" y="73354"/>
                </a:cubicBezTo>
                <a:cubicBezTo>
                  <a:pt x="10728" y="73478"/>
                  <a:pt x="10803" y="73653"/>
                  <a:pt x="10853" y="73777"/>
                </a:cubicBezTo>
                <a:lnTo>
                  <a:pt x="11052" y="74151"/>
                </a:lnTo>
                <a:cubicBezTo>
                  <a:pt x="11052" y="74175"/>
                  <a:pt x="11077" y="74175"/>
                  <a:pt x="11077" y="74200"/>
                </a:cubicBezTo>
                <a:cubicBezTo>
                  <a:pt x="11102" y="74225"/>
                  <a:pt x="11102" y="74275"/>
                  <a:pt x="11151" y="74300"/>
                </a:cubicBezTo>
                <a:cubicBezTo>
                  <a:pt x="11176" y="74350"/>
                  <a:pt x="11226" y="74449"/>
                  <a:pt x="11276" y="74524"/>
                </a:cubicBezTo>
                <a:cubicBezTo>
                  <a:pt x="11326" y="74648"/>
                  <a:pt x="11400" y="74773"/>
                  <a:pt x="11475" y="74847"/>
                </a:cubicBezTo>
                <a:cubicBezTo>
                  <a:pt x="11525" y="74922"/>
                  <a:pt x="11575" y="75022"/>
                  <a:pt x="11649" y="75071"/>
                </a:cubicBezTo>
                <a:cubicBezTo>
                  <a:pt x="11674" y="75146"/>
                  <a:pt x="11724" y="75196"/>
                  <a:pt x="11774" y="75295"/>
                </a:cubicBezTo>
                <a:cubicBezTo>
                  <a:pt x="11799" y="75345"/>
                  <a:pt x="11823" y="75395"/>
                  <a:pt x="11848" y="75445"/>
                </a:cubicBezTo>
                <a:cubicBezTo>
                  <a:pt x="11898" y="75470"/>
                  <a:pt x="11923" y="75544"/>
                  <a:pt x="11948" y="75569"/>
                </a:cubicBezTo>
                <a:cubicBezTo>
                  <a:pt x="12047" y="75694"/>
                  <a:pt x="12147" y="75793"/>
                  <a:pt x="12222" y="75918"/>
                </a:cubicBezTo>
                <a:lnTo>
                  <a:pt x="12271" y="75943"/>
                </a:lnTo>
                <a:cubicBezTo>
                  <a:pt x="12296" y="75968"/>
                  <a:pt x="12296" y="76017"/>
                  <a:pt x="12321" y="76042"/>
                </a:cubicBezTo>
                <a:cubicBezTo>
                  <a:pt x="12296" y="76017"/>
                  <a:pt x="12271" y="76017"/>
                  <a:pt x="12222" y="75968"/>
                </a:cubicBezTo>
                <a:cubicBezTo>
                  <a:pt x="12197" y="75943"/>
                  <a:pt x="12172" y="75943"/>
                  <a:pt x="12147" y="75918"/>
                </a:cubicBezTo>
                <a:cubicBezTo>
                  <a:pt x="12122" y="75843"/>
                  <a:pt x="12047" y="75793"/>
                  <a:pt x="12023" y="75768"/>
                </a:cubicBezTo>
                <a:cubicBezTo>
                  <a:pt x="11948" y="75669"/>
                  <a:pt x="11898" y="75594"/>
                  <a:pt x="11823" y="75520"/>
                </a:cubicBezTo>
                <a:cubicBezTo>
                  <a:pt x="11774" y="75420"/>
                  <a:pt x="11699" y="75320"/>
                  <a:pt x="11599" y="75196"/>
                </a:cubicBezTo>
                <a:cubicBezTo>
                  <a:pt x="11525" y="75071"/>
                  <a:pt x="11450" y="74947"/>
                  <a:pt x="11400" y="74823"/>
                </a:cubicBezTo>
                <a:cubicBezTo>
                  <a:pt x="11326" y="74723"/>
                  <a:pt x="11276" y="74648"/>
                  <a:pt x="11201" y="74524"/>
                </a:cubicBezTo>
                <a:cubicBezTo>
                  <a:pt x="11176" y="74449"/>
                  <a:pt x="11126" y="74350"/>
                  <a:pt x="11077" y="74300"/>
                </a:cubicBezTo>
                <a:cubicBezTo>
                  <a:pt x="10977" y="74151"/>
                  <a:pt x="10927" y="73976"/>
                  <a:pt x="10828" y="73827"/>
                </a:cubicBezTo>
                <a:cubicBezTo>
                  <a:pt x="10728" y="73678"/>
                  <a:pt x="10654" y="73478"/>
                  <a:pt x="10579" y="73329"/>
                </a:cubicBezTo>
                <a:cubicBezTo>
                  <a:pt x="10554" y="73304"/>
                  <a:pt x="10554" y="73230"/>
                  <a:pt x="10529" y="73205"/>
                </a:cubicBezTo>
                <a:cubicBezTo>
                  <a:pt x="10454" y="73055"/>
                  <a:pt x="10405" y="72931"/>
                  <a:pt x="10330" y="72782"/>
                </a:cubicBezTo>
                <a:cubicBezTo>
                  <a:pt x="10280" y="72607"/>
                  <a:pt x="10206" y="72433"/>
                  <a:pt x="10156" y="72284"/>
                </a:cubicBezTo>
                <a:cubicBezTo>
                  <a:pt x="10131" y="72209"/>
                  <a:pt x="10081" y="72159"/>
                  <a:pt x="10081" y="72060"/>
                </a:cubicBezTo>
                <a:cubicBezTo>
                  <a:pt x="10031" y="71910"/>
                  <a:pt x="10006" y="71736"/>
                  <a:pt x="9932" y="71612"/>
                </a:cubicBezTo>
                <a:cubicBezTo>
                  <a:pt x="9932" y="71437"/>
                  <a:pt x="9882" y="71288"/>
                  <a:pt x="9832" y="71064"/>
                </a:cubicBezTo>
                <a:close/>
                <a:moveTo>
                  <a:pt x="43261" y="76017"/>
                </a:moveTo>
                <a:lnTo>
                  <a:pt x="43261" y="76017"/>
                </a:lnTo>
                <a:cubicBezTo>
                  <a:pt x="43286" y="76017"/>
                  <a:pt x="43311" y="76017"/>
                  <a:pt x="43311" y="76042"/>
                </a:cubicBezTo>
                <a:cubicBezTo>
                  <a:pt x="43286" y="76017"/>
                  <a:pt x="43286" y="76017"/>
                  <a:pt x="43261" y="76017"/>
                </a:cubicBezTo>
                <a:close/>
                <a:moveTo>
                  <a:pt x="8090" y="72757"/>
                </a:moveTo>
                <a:cubicBezTo>
                  <a:pt x="9285" y="73951"/>
                  <a:pt x="10579" y="75047"/>
                  <a:pt x="12023" y="76017"/>
                </a:cubicBezTo>
                <a:cubicBezTo>
                  <a:pt x="12047" y="76067"/>
                  <a:pt x="12122" y="76142"/>
                  <a:pt x="12147" y="76167"/>
                </a:cubicBezTo>
                <a:cubicBezTo>
                  <a:pt x="10654" y="75146"/>
                  <a:pt x="9285" y="74026"/>
                  <a:pt x="8065" y="72806"/>
                </a:cubicBezTo>
                <a:cubicBezTo>
                  <a:pt x="8065" y="72782"/>
                  <a:pt x="8090" y="72782"/>
                  <a:pt x="8090" y="72757"/>
                </a:cubicBezTo>
                <a:close/>
                <a:moveTo>
                  <a:pt x="43062" y="76142"/>
                </a:moveTo>
                <a:lnTo>
                  <a:pt x="43062" y="76167"/>
                </a:lnTo>
                <a:lnTo>
                  <a:pt x="43037" y="76167"/>
                </a:lnTo>
                <a:cubicBezTo>
                  <a:pt x="43037" y="76167"/>
                  <a:pt x="43062" y="76167"/>
                  <a:pt x="43062" y="76142"/>
                </a:cubicBezTo>
                <a:close/>
                <a:moveTo>
                  <a:pt x="43097" y="76156"/>
                </a:moveTo>
                <a:cubicBezTo>
                  <a:pt x="43112" y="76156"/>
                  <a:pt x="43112" y="76167"/>
                  <a:pt x="43112" y="76167"/>
                </a:cubicBezTo>
                <a:lnTo>
                  <a:pt x="43062" y="76167"/>
                </a:lnTo>
                <a:cubicBezTo>
                  <a:pt x="43078" y="76158"/>
                  <a:pt x="43089" y="76156"/>
                  <a:pt x="43097" y="76156"/>
                </a:cubicBezTo>
                <a:close/>
                <a:moveTo>
                  <a:pt x="44182" y="75818"/>
                </a:moveTo>
                <a:cubicBezTo>
                  <a:pt x="44182" y="75943"/>
                  <a:pt x="44157" y="76067"/>
                  <a:pt x="44157" y="76192"/>
                </a:cubicBezTo>
                <a:lnTo>
                  <a:pt x="44107" y="76142"/>
                </a:lnTo>
                <a:cubicBezTo>
                  <a:pt x="44107" y="76042"/>
                  <a:pt x="44132" y="75943"/>
                  <a:pt x="44132" y="75868"/>
                </a:cubicBezTo>
                <a:cubicBezTo>
                  <a:pt x="44157" y="75868"/>
                  <a:pt x="44157" y="75818"/>
                  <a:pt x="44182" y="75818"/>
                </a:cubicBezTo>
                <a:close/>
                <a:moveTo>
                  <a:pt x="44555" y="75619"/>
                </a:moveTo>
                <a:cubicBezTo>
                  <a:pt x="44481" y="75818"/>
                  <a:pt x="44381" y="76042"/>
                  <a:pt x="44306" y="76266"/>
                </a:cubicBezTo>
                <a:cubicBezTo>
                  <a:pt x="44356" y="76067"/>
                  <a:pt x="44356" y="75893"/>
                  <a:pt x="44381" y="75694"/>
                </a:cubicBezTo>
                <a:lnTo>
                  <a:pt x="44555" y="75619"/>
                </a:lnTo>
                <a:close/>
                <a:moveTo>
                  <a:pt x="45078" y="75541"/>
                </a:moveTo>
                <a:lnTo>
                  <a:pt x="44904" y="76017"/>
                </a:lnTo>
                <a:lnTo>
                  <a:pt x="44904" y="76042"/>
                </a:lnTo>
                <a:cubicBezTo>
                  <a:pt x="44879" y="76117"/>
                  <a:pt x="44854" y="76192"/>
                  <a:pt x="44804" y="76266"/>
                </a:cubicBezTo>
                <a:cubicBezTo>
                  <a:pt x="44804" y="76241"/>
                  <a:pt x="44829" y="76192"/>
                  <a:pt x="44829" y="76167"/>
                </a:cubicBezTo>
                <a:cubicBezTo>
                  <a:pt x="44879" y="76042"/>
                  <a:pt x="44929" y="75893"/>
                  <a:pt x="44978" y="75768"/>
                </a:cubicBezTo>
                <a:cubicBezTo>
                  <a:pt x="45007" y="75698"/>
                  <a:pt x="45043" y="75619"/>
                  <a:pt x="45078" y="75541"/>
                </a:cubicBezTo>
                <a:close/>
                <a:moveTo>
                  <a:pt x="42813" y="76241"/>
                </a:moveTo>
                <a:cubicBezTo>
                  <a:pt x="42813" y="76241"/>
                  <a:pt x="42813" y="76266"/>
                  <a:pt x="42862" y="76291"/>
                </a:cubicBezTo>
                <a:lnTo>
                  <a:pt x="42862" y="76291"/>
                </a:lnTo>
                <a:cubicBezTo>
                  <a:pt x="42838" y="76279"/>
                  <a:pt x="42838" y="76272"/>
                  <a:pt x="42844" y="76272"/>
                </a:cubicBezTo>
                <a:cubicBezTo>
                  <a:pt x="42850" y="76272"/>
                  <a:pt x="42863" y="76279"/>
                  <a:pt x="42863" y="76291"/>
                </a:cubicBezTo>
                <a:cubicBezTo>
                  <a:pt x="42813" y="76291"/>
                  <a:pt x="42813" y="76291"/>
                  <a:pt x="42813" y="76266"/>
                </a:cubicBezTo>
                <a:lnTo>
                  <a:pt x="42788" y="76241"/>
                </a:lnTo>
                <a:close/>
                <a:moveTo>
                  <a:pt x="43734" y="76042"/>
                </a:moveTo>
                <a:lnTo>
                  <a:pt x="43883" y="76192"/>
                </a:lnTo>
                <a:lnTo>
                  <a:pt x="43883" y="76291"/>
                </a:lnTo>
                <a:cubicBezTo>
                  <a:pt x="43809" y="76192"/>
                  <a:pt x="43759" y="76142"/>
                  <a:pt x="43659" y="76067"/>
                </a:cubicBezTo>
                <a:cubicBezTo>
                  <a:pt x="43684" y="76067"/>
                  <a:pt x="43684" y="76042"/>
                  <a:pt x="43734" y="76042"/>
                </a:cubicBezTo>
                <a:close/>
                <a:moveTo>
                  <a:pt x="44873" y="75437"/>
                </a:moveTo>
                <a:lnTo>
                  <a:pt x="44873" y="75437"/>
                </a:lnTo>
                <a:cubicBezTo>
                  <a:pt x="44750" y="75778"/>
                  <a:pt x="44627" y="76072"/>
                  <a:pt x="44481" y="76366"/>
                </a:cubicBezTo>
                <a:cubicBezTo>
                  <a:pt x="44605" y="76042"/>
                  <a:pt x="44729" y="75768"/>
                  <a:pt x="44854" y="75445"/>
                </a:cubicBezTo>
                <a:cubicBezTo>
                  <a:pt x="44854" y="75445"/>
                  <a:pt x="44865" y="75445"/>
                  <a:pt x="44873" y="75437"/>
                </a:cubicBezTo>
                <a:close/>
                <a:moveTo>
                  <a:pt x="44057" y="76391"/>
                </a:moveTo>
                <a:cubicBezTo>
                  <a:pt x="44107" y="76391"/>
                  <a:pt x="44107" y="76416"/>
                  <a:pt x="44132" y="76416"/>
                </a:cubicBezTo>
                <a:lnTo>
                  <a:pt x="44057" y="76416"/>
                </a:lnTo>
                <a:lnTo>
                  <a:pt x="44057" y="76391"/>
                </a:lnTo>
                <a:close/>
                <a:moveTo>
                  <a:pt x="52595" y="70641"/>
                </a:moveTo>
                <a:cubicBezTo>
                  <a:pt x="52645" y="70815"/>
                  <a:pt x="52720" y="71014"/>
                  <a:pt x="52744" y="71164"/>
                </a:cubicBezTo>
                <a:cubicBezTo>
                  <a:pt x="52819" y="71388"/>
                  <a:pt x="52869" y="71562"/>
                  <a:pt x="52944" y="71786"/>
                </a:cubicBezTo>
                <a:cubicBezTo>
                  <a:pt x="52993" y="72010"/>
                  <a:pt x="53093" y="72209"/>
                  <a:pt x="53143" y="72408"/>
                </a:cubicBezTo>
                <a:cubicBezTo>
                  <a:pt x="53242" y="72682"/>
                  <a:pt x="53342" y="72931"/>
                  <a:pt x="53466" y="73205"/>
                </a:cubicBezTo>
                <a:cubicBezTo>
                  <a:pt x="53516" y="73329"/>
                  <a:pt x="53591" y="73503"/>
                  <a:pt x="53641" y="73628"/>
                </a:cubicBezTo>
                <a:cubicBezTo>
                  <a:pt x="53815" y="74001"/>
                  <a:pt x="53964" y="74375"/>
                  <a:pt x="54138" y="74748"/>
                </a:cubicBezTo>
                <a:cubicBezTo>
                  <a:pt x="54138" y="74773"/>
                  <a:pt x="54188" y="74773"/>
                  <a:pt x="54188" y="74798"/>
                </a:cubicBezTo>
                <a:cubicBezTo>
                  <a:pt x="54337" y="75121"/>
                  <a:pt x="54487" y="75445"/>
                  <a:pt x="54636" y="75793"/>
                </a:cubicBezTo>
                <a:cubicBezTo>
                  <a:pt x="54611" y="75818"/>
                  <a:pt x="54537" y="75818"/>
                  <a:pt x="54512" y="75868"/>
                </a:cubicBezTo>
                <a:cubicBezTo>
                  <a:pt x="54337" y="75918"/>
                  <a:pt x="54188" y="75992"/>
                  <a:pt x="53989" y="76042"/>
                </a:cubicBezTo>
                <a:lnTo>
                  <a:pt x="53964" y="76042"/>
                </a:lnTo>
                <a:cubicBezTo>
                  <a:pt x="53840" y="76067"/>
                  <a:pt x="53740" y="76092"/>
                  <a:pt x="53616" y="76142"/>
                </a:cubicBezTo>
                <a:lnTo>
                  <a:pt x="53591" y="76142"/>
                </a:lnTo>
                <a:cubicBezTo>
                  <a:pt x="53392" y="76192"/>
                  <a:pt x="53242" y="76266"/>
                  <a:pt x="53068" y="76291"/>
                </a:cubicBezTo>
                <a:cubicBezTo>
                  <a:pt x="52968" y="76316"/>
                  <a:pt x="52844" y="76366"/>
                  <a:pt x="52744" y="76391"/>
                </a:cubicBezTo>
                <a:cubicBezTo>
                  <a:pt x="52720" y="76391"/>
                  <a:pt x="52695" y="76416"/>
                  <a:pt x="52645" y="76416"/>
                </a:cubicBezTo>
                <a:cubicBezTo>
                  <a:pt x="51326" y="75146"/>
                  <a:pt x="49957" y="74076"/>
                  <a:pt x="48588" y="73304"/>
                </a:cubicBezTo>
                <a:cubicBezTo>
                  <a:pt x="48737" y="73205"/>
                  <a:pt x="48886" y="73130"/>
                  <a:pt x="49036" y="73006"/>
                </a:cubicBezTo>
                <a:cubicBezTo>
                  <a:pt x="49285" y="72831"/>
                  <a:pt x="49509" y="72682"/>
                  <a:pt x="49758" y="72533"/>
                </a:cubicBezTo>
                <a:cubicBezTo>
                  <a:pt x="49957" y="72408"/>
                  <a:pt x="50106" y="72309"/>
                  <a:pt x="50280" y="72184"/>
                </a:cubicBezTo>
                <a:cubicBezTo>
                  <a:pt x="50380" y="72134"/>
                  <a:pt x="50504" y="72060"/>
                  <a:pt x="50604" y="72010"/>
                </a:cubicBezTo>
                <a:cubicBezTo>
                  <a:pt x="50703" y="71935"/>
                  <a:pt x="50828" y="71885"/>
                  <a:pt x="50902" y="71786"/>
                </a:cubicBezTo>
                <a:cubicBezTo>
                  <a:pt x="51151" y="71637"/>
                  <a:pt x="51400" y="71437"/>
                  <a:pt x="51624" y="71288"/>
                </a:cubicBezTo>
                <a:cubicBezTo>
                  <a:pt x="51948" y="71064"/>
                  <a:pt x="52272" y="70840"/>
                  <a:pt x="52595" y="70641"/>
                </a:cubicBezTo>
                <a:close/>
                <a:moveTo>
                  <a:pt x="106559" y="62726"/>
                </a:moveTo>
                <a:lnTo>
                  <a:pt x="106559" y="62726"/>
                </a:lnTo>
                <a:cubicBezTo>
                  <a:pt x="106360" y="63298"/>
                  <a:pt x="106136" y="63871"/>
                  <a:pt x="105887" y="64443"/>
                </a:cubicBezTo>
                <a:cubicBezTo>
                  <a:pt x="105887" y="64468"/>
                  <a:pt x="105862" y="64493"/>
                  <a:pt x="105862" y="64543"/>
                </a:cubicBezTo>
                <a:cubicBezTo>
                  <a:pt x="105638" y="65065"/>
                  <a:pt x="105389" y="65613"/>
                  <a:pt x="105140" y="66161"/>
                </a:cubicBezTo>
                <a:lnTo>
                  <a:pt x="105041" y="66335"/>
                </a:lnTo>
                <a:cubicBezTo>
                  <a:pt x="104792" y="66857"/>
                  <a:pt x="104543" y="67355"/>
                  <a:pt x="104294" y="67903"/>
                </a:cubicBezTo>
                <a:lnTo>
                  <a:pt x="104194" y="68077"/>
                </a:lnTo>
                <a:cubicBezTo>
                  <a:pt x="104194" y="68077"/>
                  <a:pt x="104194" y="68102"/>
                  <a:pt x="104169" y="68102"/>
                </a:cubicBezTo>
                <a:cubicBezTo>
                  <a:pt x="104020" y="68401"/>
                  <a:pt x="103871" y="68699"/>
                  <a:pt x="103697" y="69023"/>
                </a:cubicBezTo>
                <a:cubicBezTo>
                  <a:pt x="103522" y="69396"/>
                  <a:pt x="103323" y="69720"/>
                  <a:pt x="103124" y="70093"/>
                </a:cubicBezTo>
                <a:cubicBezTo>
                  <a:pt x="103024" y="70292"/>
                  <a:pt x="102900" y="70467"/>
                  <a:pt x="102800" y="70666"/>
                </a:cubicBezTo>
                <a:cubicBezTo>
                  <a:pt x="102776" y="70765"/>
                  <a:pt x="102701" y="70815"/>
                  <a:pt x="102676" y="70915"/>
                </a:cubicBezTo>
                <a:cubicBezTo>
                  <a:pt x="102502" y="71213"/>
                  <a:pt x="102303" y="71562"/>
                  <a:pt x="102128" y="71885"/>
                </a:cubicBezTo>
                <a:cubicBezTo>
                  <a:pt x="101929" y="72209"/>
                  <a:pt x="101705" y="72557"/>
                  <a:pt x="101531" y="72881"/>
                </a:cubicBezTo>
                <a:cubicBezTo>
                  <a:pt x="101382" y="73130"/>
                  <a:pt x="101257" y="73329"/>
                  <a:pt x="101108" y="73553"/>
                </a:cubicBezTo>
                <a:cubicBezTo>
                  <a:pt x="100834" y="73951"/>
                  <a:pt x="100585" y="74375"/>
                  <a:pt x="100311" y="74773"/>
                </a:cubicBezTo>
                <a:cubicBezTo>
                  <a:pt x="100286" y="74823"/>
                  <a:pt x="100262" y="74897"/>
                  <a:pt x="100187" y="74922"/>
                </a:cubicBezTo>
                <a:cubicBezTo>
                  <a:pt x="99888" y="75445"/>
                  <a:pt x="99540" y="75943"/>
                  <a:pt x="99166" y="76440"/>
                </a:cubicBezTo>
                <a:cubicBezTo>
                  <a:pt x="98171" y="75022"/>
                  <a:pt x="96777" y="73304"/>
                  <a:pt x="94960" y="71437"/>
                </a:cubicBezTo>
                <a:cubicBezTo>
                  <a:pt x="97076" y="68799"/>
                  <a:pt x="99042" y="66086"/>
                  <a:pt x="100834" y="63373"/>
                </a:cubicBezTo>
                <a:lnTo>
                  <a:pt x="100959" y="63373"/>
                </a:lnTo>
                <a:cubicBezTo>
                  <a:pt x="102950" y="63373"/>
                  <a:pt x="104866" y="63174"/>
                  <a:pt x="106559" y="62726"/>
                </a:cubicBezTo>
                <a:close/>
                <a:moveTo>
                  <a:pt x="42968" y="76453"/>
                </a:moveTo>
                <a:cubicBezTo>
                  <a:pt x="42975" y="76453"/>
                  <a:pt x="42987" y="76465"/>
                  <a:pt x="42987" y="76490"/>
                </a:cubicBezTo>
                <a:cubicBezTo>
                  <a:pt x="42962" y="76465"/>
                  <a:pt x="42962" y="76453"/>
                  <a:pt x="42968" y="76453"/>
                </a:cubicBezTo>
                <a:close/>
                <a:moveTo>
                  <a:pt x="86547" y="64343"/>
                </a:moveTo>
                <a:cubicBezTo>
                  <a:pt x="88837" y="66210"/>
                  <a:pt x="91052" y="68177"/>
                  <a:pt x="93043" y="70093"/>
                </a:cubicBezTo>
                <a:cubicBezTo>
                  <a:pt x="91799" y="72284"/>
                  <a:pt x="90305" y="74424"/>
                  <a:pt x="88662" y="76515"/>
                </a:cubicBezTo>
                <a:cubicBezTo>
                  <a:pt x="86123" y="74922"/>
                  <a:pt x="83485" y="73030"/>
                  <a:pt x="80871" y="70940"/>
                </a:cubicBezTo>
                <a:cubicBezTo>
                  <a:pt x="82863" y="68799"/>
                  <a:pt x="84754" y="66584"/>
                  <a:pt x="86547" y="64343"/>
                </a:cubicBezTo>
                <a:close/>
                <a:moveTo>
                  <a:pt x="20137" y="66708"/>
                </a:moveTo>
                <a:cubicBezTo>
                  <a:pt x="20361" y="67480"/>
                  <a:pt x="20635" y="68202"/>
                  <a:pt x="20983" y="68849"/>
                </a:cubicBezTo>
                <a:cubicBezTo>
                  <a:pt x="20386" y="69969"/>
                  <a:pt x="19838" y="71089"/>
                  <a:pt x="19266" y="72234"/>
                </a:cubicBezTo>
                <a:cubicBezTo>
                  <a:pt x="19166" y="72309"/>
                  <a:pt x="19042" y="72333"/>
                  <a:pt x="18967" y="72408"/>
                </a:cubicBezTo>
                <a:lnTo>
                  <a:pt x="18594" y="72582"/>
                </a:lnTo>
                <a:cubicBezTo>
                  <a:pt x="18370" y="72707"/>
                  <a:pt x="18171" y="72806"/>
                  <a:pt x="17972" y="72931"/>
                </a:cubicBezTo>
                <a:cubicBezTo>
                  <a:pt x="17847" y="72981"/>
                  <a:pt x="17723" y="73080"/>
                  <a:pt x="17548" y="73155"/>
                </a:cubicBezTo>
                <a:cubicBezTo>
                  <a:pt x="17374" y="73279"/>
                  <a:pt x="17175" y="73354"/>
                  <a:pt x="17001" y="73478"/>
                </a:cubicBezTo>
                <a:cubicBezTo>
                  <a:pt x="16876" y="73578"/>
                  <a:pt x="16727" y="73678"/>
                  <a:pt x="16603" y="73727"/>
                </a:cubicBezTo>
                <a:cubicBezTo>
                  <a:pt x="16403" y="73852"/>
                  <a:pt x="16254" y="73976"/>
                  <a:pt x="16055" y="74076"/>
                </a:cubicBezTo>
                <a:cubicBezTo>
                  <a:pt x="15906" y="74175"/>
                  <a:pt x="15781" y="74275"/>
                  <a:pt x="15632" y="74399"/>
                </a:cubicBezTo>
                <a:cubicBezTo>
                  <a:pt x="15482" y="74524"/>
                  <a:pt x="15308" y="74648"/>
                  <a:pt x="15134" y="74773"/>
                </a:cubicBezTo>
                <a:cubicBezTo>
                  <a:pt x="14985" y="74897"/>
                  <a:pt x="14810" y="74972"/>
                  <a:pt x="14686" y="75096"/>
                </a:cubicBezTo>
                <a:lnTo>
                  <a:pt x="14238" y="75470"/>
                </a:lnTo>
                <a:cubicBezTo>
                  <a:pt x="14064" y="75594"/>
                  <a:pt x="13914" y="75719"/>
                  <a:pt x="13790" y="75843"/>
                </a:cubicBezTo>
                <a:cubicBezTo>
                  <a:pt x="13640" y="75968"/>
                  <a:pt x="13516" y="76092"/>
                  <a:pt x="13367" y="76266"/>
                </a:cubicBezTo>
                <a:cubicBezTo>
                  <a:pt x="13267" y="76341"/>
                  <a:pt x="13168" y="76440"/>
                  <a:pt x="13043" y="76540"/>
                </a:cubicBezTo>
                <a:cubicBezTo>
                  <a:pt x="13068" y="76515"/>
                  <a:pt x="13018" y="76440"/>
                  <a:pt x="12919" y="76416"/>
                </a:cubicBezTo>
                <a:cubicBezTo>
                  <a:pt x="12670" y="76142"/>
                  <a:pt x="12421" y="75818"/>
                  <a:pt x="12197" y="75520"/>
                </a:cubicBezTo>
                <a:cubicBezTo>
                  <a:pt x="12147" y="75420"/>
                  <a:pt x="12072" y="75345"/>
                  <a:pt x="12023" y="75271"/>
                </a:cubicBezTo>
                <a:cubicBezTo>
                  <a:pt x="11749" y="74897"/>
                  <a:pt x="11525" y="74474"/>
                  <a:pt x="11276" y="74051"/>
                </a:cubicBezTo>
                <a:cubicBezTo>
                  <a:pt x="11201" y="73951"/>
                  <a:pt x="11151" y="73827"/>
                  <a:pt x="11126" y="73702"/>
                </a:cubicBezTo>
                <a:cubicBezTo>
                  <a:pt x="10927" y="73354"/>
                  <a:pt x="10778" y="72981"/>
                  <a:pt x="10629" y="72607"/>
                </a:cubicBezTo>
                <a:cubicBezTo>
                  <a:pt x="10629" y="72582"/>
                  <a:pt x="10579" y="72557"/>
                  <a:pt x="10579" y="72533"/>
                </a:cubicBezTo>
                <a:cubicBezTo>
                  <a:pt x="10554" y="72433"/>
                  <a:pt x="10504" y="72309"/>
                  <a:pt x="10454" y="72209"/>
                </a:cubicBezTo>
                <a:cubicBezTo>
                  <a:pt x="10305" y="71786"/>
                  <a:pt x="10156" y="71338"/>
                  <a:pt x="10031" y="70865"/>
                </a:cubicBezTo>
                <a:cubicBezTo>
                  <a:pt x="10280" y="70691"/>
                  <a:pt x="10529" y="70541"/>
                  <a:pt x="10778" y="70367"/>
                </a:cubicBezTo>
                <a:cubicBezTo>
                  <a:pt x="11052" y="70193"/>
                  <a:pt x="11326" y="69994"/>
                  <a:pt x="11624" y="69844"/>
                </a:cubicBezTo>
                <a:cubicBezTo>
                  <a:pt x="11898" y="69695"/>
                  <a:pt x="12172" y="69546"/>
                  <a:pt x="12446" y="69421"/>
                </a:cubicBezTo>
                <a:cubicBezTo>
                  <a:pt x="12769" y="69247"/>
                  <a:pt x="13043" y="69073"/>
                  <a:pt x="13367" y="68923"/>
                </a:cubicBezTo>
                <a:lnTo>
                  <a:pt x="14188" y="68550"/>
                </a:lnTo>
                <a:cubicBezTo>
                  <a:pt x="14512" y="68376"/>
                  <a:pt x="14860" y="68226"/>
                  <a:pt x="15159" y="68102"/>
                </a:cubicBezTo>
                <a:cubicBezTo>
                  <a:pt x="15433" y="67978"/>
                  <a:pt x="15756" y="67878"/>
                  <a:pt x="16030" y="67803"/>
                </a:cubicBezTo>
                <a:cubicBezTo>
                  <a:pt x="16379" y="67679"/>
                  <a:pt x="16677" y="67554"/>
                  <a:pt x="17026" y="67455"/>
                </a:cubicBezTo>
                <a:cubicBezTo>
                  <a:pt x="17349" y="67355"/>
                  <a:pt x="17673" y="67256"/>
                  <a:pt x="17996" y="67181"/>
                </a:cubicBezTo>
                <a:cubicBezTo>
                  <a:pt x="18295" y="67081"/>
                  <a:pt x="18619" y="66982"/>
                  <a:pt x="18917" y="66932"/>
                </a:cubicBezTo>
                <a:cubicBezTo>
                  <a:pt x="19341" y="66833"/>
                  <a:pt x="19714" y="66758"/>
                  <a:pt x="20112" y="66708"/>
                </a:cubicBezTo>
                <a:close/>
                <a:moveTo>
                  <a:pt x="43383" y="76281"/>
                </a:moveTo>
                <a:cubicBezTo>
                  <a:pt x="43410" y="76293"/>
                  <a:pt x="43448" y="76297"/>
                  <a:pt x="43485" y="76316"/>
                </a:cubicBezTo>
                <a:lnTo>
                  <a:pt x="43510" y="76316"/>
                </a:lnTo>
                <a:cubicBezTo>
                  <a:pt x="43609" y="76391"/>
                  <a:pt x="43734" y="76440"/>
                  <a:pt x="43809" y="76515"/>
                </a:cubicBezTo>
                <a:cubicBezTo>
                  <a:pt x="43858" y="76515"/>
                  <a:pt x="43858" y="76540"/>
                  <a:pt x="43883" y="76540"/>
                </a:cubicBezTo>
                <a:lnTo>
                  <a:pt x="43858" y="76565"/>
                </a:lnTo>
                <a:cubicBezTo>
                  <a:pt x="43684" y="76515"/>
                  <a:pt x="43535" y="76416"/>
                  <a:pt x="43385" y="76316"/>
                </a:cubicBezTo>
                <a:lnTo>
                  <a:pt x="43385" y="76291"/>
                </a:lnTo>
                <a:cubicBezTo>
                  <a:pt x="43385" y="76291"/>
                  <a:pt x="43385" y="76286"/>
                  <a:pt x="43383" y="76281"/>
                </a:cubicBezTo>
                <a:close/>
                <a:moveTo>
                  <a:pt x="48388" y="73429"/>
                </a:moveTo>
                <a:cubicBezTo>
                  <a:pt x="49758" y="74200"/>
                  <a:pt x="51127" y="75246"/>
                  <a:pt x="52446" y="76565"/>
                </a:cubicBezTo>
                <a:cubicBezTo>
                  <a:pt x="52396" y="76565"/>
                  <a:pt x="52371" y="76565"/>
                  <a:pt x="52371" y="76615"/>
                </a:cubicBezTo>
                <a:cubicBezTo>
                  <a:pt x="51077" y="75271"/>
                  <a:pt x="49708" y="74200"/>
                  <a:pt x="48339" y="73454"/>
                </a:cubicBezTo>
                <a:cubicBezTo>
                  <a:pt x="48364" y="73454"/>
                  <a:pt x="48364" y="73429"/>
                  <a:pt x="48388" y="73429"/>
                </a:cubicBezTo>
                <a:close/>
                <a:moveTo>
                  <a:pt x="93192" y="70268"/>
                </a:moveTo>
                <a:lnTo>
                  <a:pt x="93217" y="70292"/>
                </a:lnTo>
                <a:cubicBezTo>
                  <a:pt x="91973" y="72433"/>
                  <a:pt x="90529" y="74574"/>
                  <a:pt x="88861" y="76640"/>
                </a:cubicBezTo>
                <a:cubicBezTo>
                  <a:pt x="88837" y="76640"/>
                  <a:pt x="88837" y="76615"/>
                  <a:pt x="88812" y="76615"/>
                </a:cubicBezTo>
                <a:cubicBezTo>
                  <a:pt x="90454" y="74524"/>
                  <a:pt x="91923" y="72408"/>
                  <a:pt x="93192" y="70268"/>
                </a:cubicBezTo>
                <a:close/>
                <a:moveTo>
                  <a:pt x="54711" y="75968"/>
                </a:moveTo>
                <a:lnTo>
                  <a:pt x="54711" y="76017"/>
                </a:lnTo>
                <a:lnTo>
                  <a:pt x="54711" y="76042"/>
                </a:lnTo>
                <a:lnTo>
                  <a:pt x="54661" y="76042"/>
                </a:lnTo>
                <a:cubicBezTo>
                  <a:pt x="54362" y="76167"/>
                  <a:pt x="54089" y="76266"/>
                  <a:pt x="53765" y="76341"/>
                </a:cubicBezTo>
                <a:lnTo>
                  <a:pt x="53715" y="76341"/>
                </a:lnTo>
                <a:cubicBezTo>
                  <a:pt x="53392" y="76440"/>
                  <a:pt x="53118" y="76540"/>
                  <a:pt x="52844" y="76640"/>
                </a:cubicBezTo>
                <a:lnTo>
                  <a:pt x="52794" y="76640"/>
                </a:lnTo>
                <a:cubicBezTo>
                  <a:pt x="52805" y="76661"/>
                  <a:pt x="52811" y="76668"/>
                  <a:pt x="52811" y="76668"/>
                </a:cubicBezTo>
                <a:cubicBezTo>
                  <a:pt x="52810" y="76668"/>
                  <a:pt x="52798" y="76654"/>
                  <a:pt x="52769" y="76640"/>
                </a:cubicBezTo>
                <a:cubicBezTo>
                  <a:pt x="52819" y="76640"/>
                  <a:pt x="52844" y="76615"/>
                  <a:pt x="52869" y="76615"/>
                </a:cubicBezTo>
                <a:cubicBezTo>
                  <a:pt x="52894" y="76615"/>
                  <a:pt x="52944" y="76615"/>
                  <a:pt x="52944" y="76565"/>
                </a:cubicBezTo>
                <a:lnTo>
                  <a:pt x="52993" y="76565"/>
                </a:lnTo>
                <a:cubicBezTo>
                  <a:pt x="53018" y="76565"/>
                  <a:pt x="53068" y="76540"/>
                  <a:pt x="53093" y="76540"/>
                </a:cubicBezTo>
                <a:cubicBezTo>
                  <a:pt x="53317" y="76465"/>
                  <a:pt x="53566" y="76391"/>
                  <a:pt x="53765" y="76316"/>
                </a:cubicBezTo>
                <a:cubicBezTo>
                  <a:pt x="53815" y="76316"/>
                  <a:pt x="53815" y="76316"/>
                  <a:pt x="53840" y="76291"/>
                </a:cubicBezTo>
                <a:cubicBezTo>
                  <a:pt x="53865" y="76291"/>
                  <a:pt x="53889" y="76266"/>
                  <a:pt x="53939" y="76266"/>
                </a:cubicBezTo>
                <a:cubicBezTo>
                  <a:pt x="53964" y="76266"/>
                  <a:pt x="53964" y="76266"/>
                  <a:pt x="53989" y="76241"/>
                </a:cubicBezTo>
                <a:lnTo>
                  <a:pt x="54014" y="76241"/>
                </a:lnTo>
                <a:cubicBezTo>
                  <a:pt x="54238" y="76167"/>
                  <a:pt x="54462" y="76067"/>
                  <a:pt x="54711" y="75968"/>
                </a:cubicBezTo>
                <a:close/>
                <a:moveTo>
                  <a:pt x="94835" y="71587"/>
                </a:moveTo>
                <a:cubicBezTo>
                  <a:pt x="96677" y="73503"/>
                  <a:pt x="98071" y="75196"/>
                  <a:pt x="99067" y="76640"/>
                </a:cubicBezTo>
                <a:cubicBezTo>
                  <a:pt x="99067" y="76665"/>
                  <a:pt x="99042" y="76665"/>
                  <a:pt x="99042" y="76689"/>
                </a:cubicBezTo>
                <a:cubicBezTo>
                  <a:pt x="98071" y="75271"/>
                  <a:pt x="96652" y="73553"/>
                  <a:pt x="94835" y="71661"/>
                </a:cubicBezTo>
                <a:lnTo>
                  <a:pt x="94835" y="71587"/>
                </a:lnTo>
                <a:close/>
                <a:moveTo>
                  <a:pt x="106883" y="62676"/>
                </a:moveTo>
                <a:cubicBezTo>
                  <a:pt x="105165" y="67231"/>
                  <a:pt x="102626" y="72035"/>
                  <a:pt x="99341" y="76689"/>
                </a:cubicBezTo>
                <a:lnTo>
                  <a:pt x="99316" y="76665"/>
                </a:lnTo>
                <a:cubicBezTo>
                  <a:pt x="99415" y="76490"/>
                  <a:pt x="99515" y="76316"/>
                  <a:pt x="99639" y="76167"/>
                </a:cubicBezTo>
                <a:cubicBezTo>
                  <a:pt x="100013" y="75644"/>
                  <a:pt x="100361" y="75121"/>
                  <a:pt x="100685" y="74574"/>
                </a:cubicBezTo>
                <a:cubicBezTo>
                  <a:pt x="100909" y="74275"/>
                  <a:pt x="101108" y="73951"/>
                  <a:pt x="101307" y="73628"/>
                </a:cubicBezTo>
                <a:cubicBezTo>
                  <a:pt x="101556" y="73205"/>
                  <a:pt x="101805" y="72782"/>
                  <a:pt x="102054" y="72383"/>
                </a:cubicBezTo>
                <a:lnTo>
                  <a:pt x="102527" y="71637"/>
                </a:lnTo>
                <a:cubicBezTo>
                  <a:pt x="103199" y="70467"/>
                  <a:pt x="103796" y="69322"/>
                  <a:pt x="104394" y="68177"/>
                </a:cubicBezTo>
                <a:cubicBezTo>
                  <a:pt x="104443" y="68027"/>
                  <a:pt x="104543" y="67853"/>
                  <a:pt x="104618" y="67729"/>
                </a:cubicBezTo>
                <a:cubicBezTo>
                  <a:pt x="104866" y="67231"/>
                  <a:pt x="105066" y="66733"/>
                  <a:pt x="105314" y="66285"/>
                </a:cubicBezTo>
                <a:cubicBezTo>
                  <a:pt x="105389" y="66161"/>
                  <a:pt x="105414" y="66061"/>
                  <a:pt x="105489" y="65936"/>
                </a:cubicBezTo>
                <a:cubicBezTo>
                  <a:pt x="105987" y="64841"/>
                  <a:pt x="106435" y="63746"/>
                  <a:pt x="106858" y="62676"/>
                </a:cubicBezTo>
                <a:close/>
                <a:moveTo>
                  <a:pt x="12570" y="76416"/>
                </a:moveTo>
                <a:cubicBezTo>
                  <a:pt x="12620" y="76440"/>
                  <a:pt x="12645" y="76440"/>
                  <a:pt x="12670" y="76465"/>
                </a:cubicBezTo>
                <a:cubicBezTo>
                  <a:pt x="12695" y="76515"/>
                  <a:pt x="12744" y="76515"/>
                  <a:pt x="12769" y="76540"/>
                </a:cubicBezTo>
                <a:cubicBezTo>
                  <a:pt x="12869" y="76615"/>
                  <a:pt x="12894" y="76665"/>
                  <a:pt x="12944" y="76714"/>
                </a:cubicBezTo>
                <a:cubicBezTo>
                  <a:pt x="12919" y="76689"/>
                  <a:pt x="12894" y="76689"/>
                  <a:pt x="12869" y="76665"/>
                </a:cubicBezTo>
                <a:cubicBezTo>
                  <a:pt x="12819" y="76640"/>
                  <a:pt x="12794" y="76640"/>
                  <a:pt x="12769" y="76615"/>
                </a:cubicBezTo>
                <a:lnTo>
                  <a:pt x="12744" y="76565"/>
                </a:lnTo>
                <a:lnTo>
                  <a:pt x="12570" y="76416"/>
                </a:lnTo>
                <a:close/>
                <a:moveTo>
                  <a:pt x="19166" y="72557"/>
                </a:moveTo>
                <a:cubicBezTo>
                  <a:pt x="19166" y="72582"/>
                  <a:pt x="19141" y="72582"/>
                  <a:pt x="19141" y="72632"/>
                </a:cubicBezTo>
                <a:cubicBezTo>
                  <a:pt x="19042" y="72657"/>
                  <a:pt x="18967" y="72707"/>
                  <a:pt x="18893" y="72757"/>
                </a:cubicBezTo>
                <a:cubicBezTo>
                  <a:pt x="18868" y="72782"/>
                  <a:pt x="18793" y="72782"/>
                  <a:pt x="18768" y="72806"/>
                </a:cubicBezTo>
                <a:cubicBezTo>
                  <a:pt x="18494" y="72956"/>
                  <a:pt x="18245" y="73080"/>
                  <a:pt x="17996" y="73254"/>
                </a:cubicBezTo>
                <a:cubicBezTo>
                  <a:pt x="17922" y="73279"/>
                  <a:pt x="17872" y="73304"/>
                  <a:pt x="17772" y="73379"/>
                </a:cubicBezTo>
                <a:cubicBezTo>
                  <a:pt x="17524" y="73528"/>
                  <a:pt x="17299" y="73653"/>
                  <a:pt x="17100" y="73802"/>
                </a:cubicBezTo>
                <a:lnTo>
                  <a:pt x="16802" y="74001"/>
                </a:lnTo>
                <a:cubicBezTo>
                  <a:pt x="16578" y="74126"/>
                  <a:pt x="16403" y="74275"/>
                  <a:pt x="16179" y="74424"/>
                </a:cubicBezTo>
                <a:cubicBezTo>
                  <a:pt x="16055" y="74524"/>
                  <a:pt x="15955" y="74574"/>
                  <a:pt x="15856" y="74673"/>
                </a:cubicBezTo>
                <a:cubicBezTo>
                  <a:pt x="15657" y="74798"/>
                  <a:pt x="15507" y="74947"/>
                  <a:pt x="15308" y="75071"/>
                </a:cubicBezTo>
                <a:cubicBezTo>
                  <a:pt x="15184" y="75171"/>
                  <a:pt x="15059" y="75271"/>
                  <a:pt x="14910" y="75395"/>
                </a:cubicBezTo>
                <a:lnTo>
                  <a:pt x="14437" y="75768"/>
                </a:lnTo>
                <a:cubicBezTo>
                  <a:pt x="14288" y="75893"/>
                  <a:pt x="14163" y="76017"/>
                  <a:pt x="14014" y="76142"/>
                </a:cubicBezTo>
                <a:cubicBezTo>
                  <a:pt x="13889" y="76266"/>
                  <a:pt x="13715" y="76391"/>
                  <a:pt x="13616" y="76515"/>
                </a:cubicBezTo>
                <a:cubicBezTo>
                  <a:pt x="13541" y="76565"/>
                  <a:pt x="13441" y="76640"/>
                  <a:pt x="13392" y="76714"/>
                </a:cubicBezTo>
                <a:lnTo>
                  <a:pt x="13367" y="76714"/>
                </a:lnTo>
                <a:cubicBezTo>
                  <a:pt x="13367" y="76714"/>
                  <a:pt x="13317" y="76714"/>
                  <a:pt x="13317" y="76689"/>
                </a:cubicBezTo>
                <a:cubicBezTo>
                  <a:pt x="13392" y="76640"/>
                  <a:pt x="13491" y="76565"/>
                  <a:pt x="13541" y="76465"/>
                </a:cubicBezTo>
                <a:cubicBezTo>
                  <a:pt x="13690" y="76366"/>
                  <a:pt x="13815" y="76216"/>
                  <a:pt x="13989" y="76067"/>
                </a:cubicBezTo>
                <a:cubicBezTo>
                  <a:pt x="14138" y="75943"/>
                  <a:pt x="14288" y="75818"/>
                  <a:pt x="14412" y="75694"/>
                </a:cubicBezTo>
                <a:cubicBezTo>
                  <a:pt x="14561" y="75569"/>
                  <a:pt x="14736" y="75445"/>
                  <a:pt x="14860" y="75320"/>
                </a:cubicBezTo>
                <a:cubicBezTo>
                  <a:pt x="15010" y="75196"/>
                  <a:pt x="15134" y="75121"/>
                  <a:pt x="15283" y="74997"/>
                </a:cubicBezTo>
                <a:cubicBezTo>
                  <a:pt x="15433" y="74847"/>
                  <a:pt x="15607" y="74723"/>
                  <a:pt x="15781" y="74623"/>
                </a:cubicBezTo>
                <a:cubicBezTo>
                  <a:pt x="15906" y="74524"/>
                  <a:pt x="16055" y="74424"/>
                  <a:pt x="16179" y="74325"/>
                </a:cubicBezTo>
                <a:cubicBezTo>
                  <a:pt x="16379" y="74200"/>
                  <a:pt x="16553" y="74076"/>
                  <a:pt x="16727" y="73951"/>
                </a:cubicBezTo>
                <a:cubicBezTo>
                  <a:pt x="16851" y="73877"/>
                  <a:pt x="16976" y="73802"/>
                  <a:pt x="17100" y="73752"/>
                </a:cubicBezTo>
                <a:cubicBezTo>
                  <a:pt x="17275" y="73628"/>
                  <a:pt x="17499" y="73503"/>
                  <a:pt x="17673" y="73379"/>
                </a:cubicBezTo>
                <a:cubicBezTo>
                  <a:pt x="17772" y="73304"/>
                  <a:pt x="17897" y="73254"/>
                  <a:pt x="17996" y="73180"/>
                </a:cubicBezTo>
                <a:cubicBezTo>
                  <a:pt x="18220" y="73055"/>
                  <a:pt x="18420" y="72931"/>
                  <a:pt x="18668" y="72806"/>
                </a:cubicBezTo>
                <a:cubicBezTo>
                  <a:pt x="18768" y="72757"/>
                  <a:pt x="18868" y="72707"/>
                  <a:pt x="18967" y="72682"/>
                </a:cubicBezTo>
                <a:cubicBezTo>
                  <a:pt x="19042" y="72582"/>
                  <a:pt x="19117" y="72557"/>
                  <a:pt x="19166" y="72557"/>
                </a:cubicBezTo>
                <a:close/>
                <a:moveTo>
                  <a:pt x="80747" y="71089"/>
                </a:moveTo>
                <a:cubicBezTo>
                  <a:pt x="83361" y="73155"/>
                  <a:pt x="85999" y="75047"/>
                  <a:pt x="88538" y="76665"/>
                </a:cubicBezTo>
                <a:cubicBezTo>
                  <a:pt x="88538" y="76689"/>
                  <a:pt x="88488" y="76689"/>
                  <a:pt x="88488" y="76714"/>
                </a:cubicBezTo>
                <a:cubicBezTo>
                  <a:pt x="85974" y="75121"/>
                  <a:pt x="83336" y="73205"/>
                  <a:pt x="80722" y="71139"/>
                </a:cubicBezTo>
                <a:lnTo>
                  <a:pt x="80747" y="71089"/>
                </a:lnTo>
                <a:close/>
                <a:moveTo>
                  <a:pt x="88687" y="76764"/>
                </a:moveTo>
                <a:cubicBezTo>
                  <a:pt x="88712" y="76764"/>
                  <a:pt x="88712" y="76789"/>
                  <a:pt x="88737" y="76789"/>
                </a:cubicBezTo>
                <a:cubicBezTo>
                  <a:pt x="88737" y="76814"/>
                  <a:pt x="88712" y="76814"/>
                  <a:pt x="88712" y="76864"/>
                </a:cubicBezTo>
                <a:cubicBezTo>
                  <a:pt x="88687" y="76864"/>
                  <a:pt x="88687" y="76814"/>
                  <a:pt x="88662" y="76814"/>
                </a:cubicBezTo>
                <a:cubicBezTo>
                  <a:pt x="88662" y="76789"/>
                  <a:pt x="88687" y="76789"/>
                  <a:pt x="88687" y="76764"/>
                </a:cubicBezTo>
                <a:close/>
                <a:moveTo>
                  <a:pt x="99191" y="76814"/>
                </a:moveTo>
                <a:cubicBezTo>
                  <a:pt x="99191" y="76814"/>
                  <a:pt x="99191" y="76864"/>
                  <a:pt x="99241" y="76864"/>
                </a:cubicBezTo>
                <a:cubicBezTo>
                  <a:pt x="99241" y="76864"/>
                  <a:pt x="99191" y="76889"/>
                  <a:pt x="99191" y="76913"/>
                </a:cubicBezTo>
                <a:lnTo>
                  <a:pt x="99166" y="76889"/>
                </a:lnTo>
                <a:cubicBezTo>
                  <a:pt x="99166" y="76839"/>
                  <a:pt x="99191" y="76839"/>
                  <a:pt x="99191" y="76814"/>
                </a:cubicBezTo>
                <a:close/>
                <a:moveTo>
                  <a:pt x="44033" y="76889"/>
                </a:moveTo>
                <a:cubicBezTo>
                  <a:pt x="44033" y="76889"/>
                  <a:pt x="44057" y="76889"/>
                  <a:pt x="44057" y="76913"/>
                </a:cubicBezTo>
                <a:cubicBezTo>
                  <a:pt x="44057" y="76938"/>
                  <a:pt x="44033" y="76988"/>
                  <a:pt x="44033" y="77013"/>
                </a:cubicBezTo>
                <a:lnTo>
                  <a:pt x="44033" y="76889"/>
                </a:lnTo>
                <a:close/>
                <a:moveTo>
                  <a:pt x="93392" y="70417"/>
                </a:moveTo>
                <a:cubicBezTo>
                  <a:pt x="93715" y="70765"/>
                  <a:pt x="94064" y="71089"/>
                  <a:pt x="94387" y="71437"/>
                </a:cubicBezTo>
                <a:cubicBezTo>
                  <a:pt x="93317" y="72757"/>
                  <a:pt x="92222" y="74076"/>
                  <a:pt x="91102" y="75370"/>
                </a:cubicBezTo>
                <a:cubicBezTo>
                  <a:pt x="91077" y="75395"/>
                  <a:pt x="91077" y="75420"/>
                  <a:pt x="91052" y="75420"/>
                </a:cubicBezTo>
                <a:cubicBezTo>
                  <a:pt x="90579" y="76017"/>
                  <a:pt x="90081" y="76565"/>
                  <a:pt x="89583" y="77113"/>
                </a:cubicBezTo>
                <a:lnTo>
                  <a:pt x="89036" y="76739"/>
                </a:lnTo>
                <a:cubicBezTo>
                  <a:pt x="90678" y="74648"/>
                  <a:pt x="92147" y="72533"/>
                  <a:pt x="93392" y="70417"/>
                </a:cubicBezTo>
                <a:close/>
                <a:moveTo>
                  <a:pt x="48214" y="73578"/>
                </a:moveTo>
                <a:cubicBezTo>
                  <a:pt x="49583" y="74325"/>
                  <a:pt x="50902" y="75345"/>
                  <a:pt x="52197" y="76640"/>
                </a:cubicBezTo>
                <a:cubicBezTo>
                  <a:pt x="52097" y="76665"/>
                  <a:pt x="51998" y="76665"/>
                  <a:pt x="51898" y="76689"/>
                </a:cubicBezTo>
                <a:cubicBezTo>
                  <a:pt x="51774" y="76714"/>
                  <a:pt x="51624" y="76764"/>
                  <a:pt x="51500" y="76789"/>
                </a:cubicBezTo>
                <a:cubicBezTo>
                  <a:pt x="51475" y="76789"/>
                  <a:pt x="51400" y="76814"/>
                  <a:pt x="51375" y="76814"/>
                </a:cubicBezTo>
                <a:cubicBezTo>
                  <a:pt x="51251" y="76864"/>
                  <a:pt x="51127" y="76864"/>
                  <a:pt x="51002" y="76889"/>
                </a:cubicBezTo>
                <a:cubicBezTo>
                  <a:pt x="50952" y="76889"/>
                  <a:pt x="50878" y="76913"/>
                  <a:pt x="50828" y="76913"/>
                </a:cubicBezTo>
                <a:cubicBezTo>
                  <a:pt x="50728" y="76938"/>
                  <a:pt x="50629" y="76938"/>
                  <a:pt x="50504" y="76988"/>
                </a:cubicBezTo>
                <a:cubicBezTo>
                  <a:pt x="50380" y="77013"/>
                  <a:pt x="50230" y="77013"/>
                  <a:pt x="50106" y="77038"/>
                </a:cubicBezTo>
                <a:lnTo>
                  <a:pt x="50006" y="77038"/>
                </a:lnTo>
                <a:cubicBezTo>
                  <a:pt x="49882" y="77063"/>
                  <a:pt x="49758" y="77063"/>
                  <a:pt x="49658" y="77088"/>
                </a:cubicBezTo>
                <a:cubicBezTo>
                  <a:pt x="49509" y="77137"/>
                  <a:pt x="49334" y="77137"/>
                  <a:pt x="49160" y="77137"/>
                </a:cubicBezTo>
                <a:lnTo>
                  <a:pt x="49061" y="77137"/>
                </a:lnTo>
                <a:cubicBezTo>
                  <a:pt x="49011" y="77137"/>
                  <a:pt x="48911" y="77137"/>
                  <a:pt x="48861" y="77162"/>
                </a:cubicBezTo>
                <a:cubicBezTo>
                  <a:pt x="48588" y="77162"/>
                  <a:pt x="48339" y="77187"/>
                  <a:pt x="48040" y="77187"/>
                </a:cubicBezTo>
                <a:cubicBezTo>
                  <a:pt x="47642" y="77187"/>
                  <a:pt x="47244" y="77162"/>
                  <a:pt x="46870" y="77137"/>
                </a:cubicBezTo>
                <a:cubicBezTo>
                  <a:pt x="46771" y="77137"/>
                  <a:pt x="46671" y="77113"/>
                  <a:pt x="46571" y="77113"/>
                </a:cubicBezTo>
                <a:cubicBezTo>
                  <a:pt x="46497" y="77113"/>
                  <a:pt x="46422" y="77063"/>
                  <a:pt x="46323" y="77063"/>
                </a:cubicBezTo>
                <a:cubicBezTo>
                  <a:pt x="46074" y="77038"/>
                  <a:pt x="45874" y="77013"/>
                  <a:pt x="45626" y="76938"/>
                </a:cubicBezTo>
                <a:cubicBezTo>
                  <a:pt x="45576" y="76938"/>
                  <a:pt x="45526" y="76913"/>
                  <a:pt x="45501" y="76913"/>
                </a:cubicBezTo>
                <a:cubicBezTo>
                  <a:pt x="45327" y="76889"/>
                  <a:pt x="45202" y="76814"/>
                  <a:pt x="45053" y="76789"/>
                </a:cubicBezTo>
                <a:cubicBezTo>
                  <a:pt x="45028" y="76789"/>
                  <a:pt x="45003" y="76764"/>
                  <a:pt x="44929" y="76764"/>
                </a:cubicBezTo>
                <a:cubicBezTo>
                  <a:pt x="44954" y="76640"/>
                  <a:pt x="45028" y="76490"/>
                  <a:pt x="45053" y="76366"/>
                </a:cubicBezTo>
                <a:cubicBezTo>
                  <a:pt x="45178" y="75893"/>
                  <a:pt x="45352" y="75495"/>
                  <a:pt x="45476" y="75146"/>
                </a:cubicBezTo>
                <a:cubicBezTo>
                  <a:pt x="45601" y="75071"/>
                  <a:pt x="45675" y="75022"/>
                  <a:pt x="45800" y="74947"/>
                </a:cubicBezTo>
                <a:lnTo>
                  <a:pt x="45999" y="74872"/>
                </a:lnTo>
                <a:cubicBezTo>
                  <a:pt x="46049" y="74823"/>
                  <a:pt x="46099" y="74798"/>
                  <a:pt x="46148" y="74773"/>
                </a:cubicBezTo>
                <a:cubicBezTo>
                  <a:pt x="46522" y="74549"/>
                  <a:pt x="46870" y="74375"/>
                  <a:pt x="47244" y="74151"/>
                </a:cubicBezTo>
                <a:cubicBezTo>
                  <a:pt x="47492" y="74001"/>
                  <a:pt x="47741" y="73827"/>
                  <a:pt x="47990" y="73702"/>
                </a:cubicBezTo>
                <a:cubicBezTo>
                  <a:pt x="48040" y="73678"/>
                  <a:pt x="48115" y="73603"/>
                  <a:pt x="48214" y="73578"/>
                </a:cubicBezTo>
                <a:close/>
                <a:moveTo>
                  <a:pt x="94537" y="71587"/>
                </a:moveTo>
                <a:lnTo>
                  <a:pt x="94562" y="71637"/>
                </a:lnTo>
                <a:cubicBezTo>
                  <a:pt x="94213" y="72035"/>
                  <a:pt x="93914" y="72458"/>
                  <a:pt x="93566" y="72881"/>
                </a:cubicBezTo>
                <a:lnTo>
                  <a:pt x="93093" y="73429"/>
                </a:lnTo>
                <a:cubicBezTo>
                  <a:pt x="92545" y="74076"/>
                  <a:pt x="91973" y="74773"/>
                  <a:pt x="91425" y="75420"/>
                </a:cubicBezTo>
                <a:cubicBezTo>
                  <a:pt x="91176" y="75694"/>
                  <a:pt x="90952" y="75943"/>
                  <a:pt x="90703" y="76241"/>
                </a:cubicBezTo>
                <a:cubicBezTo>
                  <a:pt x="90405" y="76565"/>
                  <a:pt x="90106" y="76913"/>
                  <a:pt x="89807" y="77237"/>
                </a:cubicBezTo>
                <a:cubicBezTo>
                  <a:pt x="89782" y="77237"/>
                  <a:pt x="89782" y="77187"/>
                  <a:pt x="89733" y="77187"/>
                </a:cubicBezTo>
                <a:cubicBezTo>
                  <a:pt x="91425" y="75370"/>
                  <a:pt x="93018" y="73503"/>
                  <a:pt x="94537" y="71587"/>
                </a:cubicBezTo>
                <a:close/>
                <a:moveTo>
                  <a:pt x="43560" y="76689"/>
                </a:moveTo>
                <a:cubicBezTo>
                  <a:pt x="43609" y="76689"/>
                  <a:pt x="43609" y="76739"/>
                  <a:pt x="43634" y="76739"/>
                </a:cubicBezTo>
                <a:cubicBezTo>
                  <a:pt x="43684" y="76764"/>
                  <a:pt x="43784" y="76789"/>
                  <a:pt x="43833" y="76814"/>
                </a:cubicBezTo>
                <a:cubicBezTo>
                  <a:pt x="43858" y="76938"/>
                  <a:pt x="43858" y="77113"/>
                  <a:pt x="43809" y="77262"/>
                </a:cubicBezTo>
                <a:cubicBezTo>
                  <a:pt x="43784" y="77237"/>
                  <a:pt x="43784" y="77187"/>
                  <a:pt x="43759" y="77187"/>
                </a:cubicBezTo>
                <a:cubicBezTo>
                  <a:pt x="43734" y="77162"/>
                  <a:pt x="43684" y="77113"/>
                  <a:pt x="43659" y="77063"/>
                </a:cubicBezTo>
                <a:cubicBezTo>
                  <a:pt x="43634" y="76938"/>
                  <a:pt x="43560" y="76814"/>
                  <a:pt x="43535" y="76739"/>
                </a:cubicBezTo>
                <a:lnTo>
                  <a:pt x="43560" y="76739"/>
                </a:lnTo>
                <a:lnTo>
                  <a:pt x="43560" y="76689"/>
                </a:lnTo>
                <a:close/>
                <a:moveTo>
                  <a:pt x="88911" y="76889"/>
                </a:moveTo>
                <a:cubicBezTo>
                  <a:pt x="89085" y="77013"/>
                  <a:pt x="89285" y="77137"/>
                  <a:pt x="89459" y="77237"/>
                </a:cubicBezTo>
                <a:cubicBezTo>
                  <a:pt x="89459" y="77262"/>
                  <a:pt x="89434" y="77262"/>
                  <a:pt x="89434" y="77287"/>
                </a:cubicBezTo>
                <a:cubicBezTo>
                  <a:pt x="89235" y="77162"/>
                  <a:pt x="89061" y="77063"/>
                  <a:pt x="88861" y="76938"/>
                </a:cubicBezTo>
                <a:cubicBezTo>
                  <a:pt x="88861" y="76913"/>
                  <a:pt x="88911" y="76913"/>
                  <a:pt x="88911" y="76889"/>
                </a:cubicBezTo>
                <a:close/>
                <a:moveTo>
                  <a:pt x="110243" y="61357"/>
                </a:moveTo>
                <a:lnTo>
                  <a:pt x="110243" y="61357"/>
                </a:lnTo>
                <a:cubicBezTo>
                  <a:pt x="107455" y="66683"/>
                  <a:pt x="103896" y="72060"/>
                  <a:pt x="99739" y="77312"/>
                </a:cubicBezTo>
                <a:cubicBezTo>
                  <a:pt x="99639" y="77162"/>
                  <a:pt x="99540" y="77038"/>
                  <a:pt x="99440" y="76889"/>
                </a:cubicBezTo>
                <a:cubicBezTo>
                  <a:pt x="100361" y="75619"/>
                  <a:pt x="101232" y="74300"/>
                  <a:pt x="102004" y="73006"/>
                </a:cubicBezTo>
                <a:cubicBezTo>
                  <a:pt x="104169" y="69446"/>
                  <a:pt x="105862" y="65961"/>
                  <a:pt x="107107" y="62601"/>
                </a:cubicBezTo>
                <a:cubicBezTo>
                  <a:pt x="108252" y="62253"/>
                  <a:pt x="109322" y="61854"/>
                  <a:pt x="110243" y="61357"/>
                </a:cubicBezTo>
                <a:close/>
                <a:moveTo>
                  <a:pt x="52272" y="76764"/>
                </a:moveTo>
                <a:lnTo>
                  <a:pt x="52296" y="76789"/>
                </a:lnTo>
                <a:lnTo>
                  <a:pt x="52272" y="76789"/>
                </a:lnTo>
                <a:cubicBezTo>
                  <a:pt x="52023" y="76839"/>
                  <a:pt x="51749" y="76913"/>
                  <a:pt x="51500" y="76988"/>
                </a:cubicBezTo>
                <a:cubicBezTo>
                  <a:pt x="51425" y="76988"/>
                  <a:pt x="51400" y="77013"/>
                  <a:pt x="51351" y="77013"/>
                </a:cubicBezTo>
                <a:cubicBezTo>
                  <a:pt x="51102" y="77063"/>
                  <a:pt x="50853" y="77113"/>
                  <a:pt x="50554" y="77162"/>
                </a:cubicBezTo>
                <a:cubicBezTo>
                  <a:pt x="50529" y="77162"/>
                  <a:pt x="50479" y="77187"/>
                  <a:pt x="50430" y="77187"/>
                </a:cubicBezTo>
                <a:cubicBezTo>
                  <a:pt x="50056" y="77262"/>
                  <a:pt x="49683" y="77287"/>
                  <a:pt x="49309" y="77312"/>
                </a:cubicBezTo>
                <a:cubicBezTo>
                  <a:pt x="49235" y="77312"/>
                  <a:pt x="49135" y="77361"/>
                  <a:pt x="49036" y="77361"/>
                </a:cubicBezTo>
                <a:cubicBezTo>
                  <a:pt x="48662" y="77386"/>
                  <a:pt x="48289" y="77411"/>
                  <a:pt x="47940" y="77411"/>
                </a:cubicBezTo>
                <a:lnTo>
                  <a:pt x="47916" y="77411"/>
                </a:lnTo>
                <a:cubicBezTo>
                  <a:pt x="47542" y="77411"/>
                  <a:pt x="47169" y="77386"/>
                  <a:pt x="46795" y="77361"/>
                </a:cubicBezTo>
                <a:lnTo>
                  <a:pt x="46696" y="77361"/>
                </a:lnTo>
                <a:cubicBezTo>
                  <a:pt x="46621" y="77361"/>
                  <a:pt x="46522" y="77312"/>
                  <a:pt x="46422" y="77312"/>
                </a:cubicBezTo>
                <a:cubicBezTo>
                  <a:pt x="46372" y="77312"/>
                  <a:pt x="46298" y="77287"/>
                  <a:pt x="46248" y="77287"/>
                </a:cubicBezTo>
                <a:cubicBezTo>
                  <a:pt x="45924" y="77262"/>
                  <a:pt x="45626" y="77187"/>
                  <a:pt x="45327" y="77137"/>
                </a:cubicBezTo>
                <a:cubicBezTo>
                  <a:pt x="45202" y="77088"/>
                  <a:pt x="45053" y="77038"/>
                  <a:pt x="44929" y="77013"/>
                </a:cubicBezTo>
                <a:lnTo>
                  <a:pt x="44904" y="77013"/>
                </a:lnTo>
                <a:lnTo>
                  <a:pt x="44879" y="76988"/>
                </a:lnTo>
                <a:lnTo>
                  <a:pt x="44829" y="76938"/>
                </a:lnTo>
                <a:lnTo>
                  <a:pt x="45003" y="76938"/>
                </a:lnTo>
                <a:cubicBezTo>
                  <a:pt x="45053" y="76988"/>
                  <a:pt x="45128" y="76988"/>
                  <a:pt x="45227" y="77013"/>
                </a:cubicBezTo>
                <a:cubicBezTo>
                  <a:pt x="45252" y="77013"/>
                  <a:pt x="45302" y="77038"/>
                  <a:pt x="45352" y="77038"/>
                </a:cubicBezTo>
                <a:lnTo>
                  <a:pt x="45402" y="77038"/>
                </a:lnTo>
                <a:cubicBezTo>
                  <a:pt x="45501" y="77063"/>
                  <a:pt x="45601" y="77063"/>
                  <a:pt x="45650" y="77113"/>
                </a:cubicBezTo>
                <a:cubicBezTo>
                  <a:pt x="45725" y="77113"/>
                  <a:pt x="45775" y="77137"/>
                  <a:pt x="45850" y="77137"/>
                </a:cubicBezTo>
                <a:cubicBezTo>
                  <a:pt x="45974" y="77162"/>
                  <a:pt x="46049" y="77187"/>
                  <a:pt x="46173" y="77187"/>
                </a:cubicBezTo>
                <a:cubicBezTo>
                  <a:pt x="46273" y="77187"/>
                  <a:pt x="46372" y="77237"/>
                  <a:pt x="46472" y="77237"/>
                </a:cubicBezTo>
                <a:cubicBezTo>
                  <a:pt x="46522" y="77237"/>
                  <a:pt x="46596" y="77262"/>
                  <a:pt x="46646" y="77262"/>
                </a:cubicBezTo>
                <a:lnTo>
                  <a:pt x="46845" y="77262"/>
                </a:lnTo>
                <a:cubicBezTo>
                  <a:pt x="46920" y="77262"/>
                  <a:pt x="46995" y="77287"/>
                  <a:pt x="47094" y="77287"/>
                </a:cubicBezTo>
                <a:cubicBezTo>
                  <a:pt x="47393" y="77312"/>
                  <a:pt x="47716" y="77312"/>
                  <a:pt x="48015" y="77312"/>
                </a:cubicBezTo>
                <a:cubicBezTo>
                  <a:pt x="48289" y="77312"/>
                  <a:pt x="48538" y="77312"/>
                  <a:pt x="48837" y="77287"/>
                </a:cubicBezTo>
                <a:lnTo>
                  <a:pt x="48961" y="77287"/>
                </a:lnTo>
                <a:cubicBezTo>
                  <a:pt x="49011" y="77287"/>
                  <a:pt x="49085" y="77287"/>
                  <a:pt x="49135" y="77262"/>
                </a:cubicBezTo>
                <a:lnTo>
                  <a:pt x="49235" y="77262"/>
                </a:lnTo>
                <a:cubicBezTo>
                  <a:pt x="49359" y="77262"/>
                  <a:pt x="49509" y="77237"/>
                  <a:pt x="49633" y="77237"/>
                </a:cubicBezTo>
                <a:cubicBezTo>
                  <a:pt x="49832" y="77187"/>
                  <a:pt x="49982" y="77162"/>
                  <a:pt x="50156" y="77162"/>
                </a:cubicBezTo>
                <a:lnTo>
                  <a:pt x="50230" y="77162"/>
                </a:lnTo>
                <a:cubicBezTo>
                  <a:pt x="50280" y="77162"/>
                  <a:pt x="50380" y="77137"/>
                  <a:pt x="50430" y="77137"/>
                </a:cubicBezTo>
                <a:cubicBezTo>
                  <a:pt x="50479" y="77137"/>
                  <a:pt x="50529" y="77137"/>
                  <a:pt x="50554" y="77113"/>
                </a:cubicBezTo>
                <a:cubicBezTo>
                  <a:pt x="50629" y="77113"/>
                  <a:pt x="50678" y="77063"/>
                  <a:pt x="50753" y="77063"/>
                </a:cubicBezTo>
                <a:lnTo>
                  <a:pt x="50778" y="77063"/>
                </a:lnTo>
                <a:cubicBezTo>
                  <a:pt x="50878" y="77038"/>
                  <a:pt x="50977" y="77038"/>
                  <a:pt x="51052" y="77013"/>
                </a:cubicBezTo>
                <a:lnTo>
                  <a:pt x="51127" y="77013"/>
                </a:lnTo>
                <a:cubicBezTo>
                  <a:pt x="51176" y="77013"/>
                  <a:pt x="51226" y="76988"/>
                  <a:pt x="51276" y="76988"/>
                </a:cubicBezTo>
                <a:cubicBezTo>
                  <a:pt x="51500" y="76938"/>
                  <a:pt x="51724" y="76889"/>
                  <a:pt x="51923" y="76814"/>
                </a:cubicBezTo>
                <a:lnTo>
                  <a:pt x="52023" y="76814"/>
                </a:lnTo>
                <a:cubicBezTo>
                  <a:pt x="52097" y="76814"/>
                  <a:pt x="52122" y="76789"/>
                  <a:pt x="52172" y="76789"/>
                </a:cubicBezTo>
                <a:cubicBezTo>
                  <a:pt x="52222" y="76789"/>
                  <a:pt x="52247" y="76789"/>
                  <a:pt x="52272" y="76764"/>
                </a:cubicBezTo>
                <a:close/>
                <a:moveTo>
                  <a:pt x="89608" y="77337"/>
                </a:moveTo>
                <a:cubicBezTo>
                  <a:pt x="89658" y="77337"/>
                  <a:pt x="89683" y="77337"/>
                  <a:pt x="89683" y="77386"/>
                </a:cubicBezTo>
                <a:cubicBezTo>
                  <a:pt x="89633" y="77411"/>
                  <a:pt x="89633" y="77411"/>
                  <a:pt x="89633" y="77436"/>
                </a:cubicBezTo>
                <a:cubicBezTo>
                  <a:pt x="89608" y="77436"/>
                  <a:pt x="89608" y="77411"/>
                  <a:pt x="89583" y="77411"/>
                </a:cubicBezTo>
                <a:cubicBezTo>
                  <a:pt x="89583" y="77386"/>
                  <a:pt x="89608" y="77386"/>
                  <a:pt x="89608" y="77337"/>
                </a:cubicBezTo>
                <a:close/>
                <a:moveTo>
                  <a:pt x="44057" y="77386"/>
                </a:moveTo>
                <a:lnTo>
                  <a:pt x="44057" y="77486"/>
                </a:lnTo>
                <a:cubicBezTo>
                  <a:pt x="44033" y="77511"/>
                  <a:pt x="44033" y="77536"/>
                  <a:pt x="44008" y="77536"/>
                </a:cubicBezTo>
                <a:cubicBezTo>
                  <a:pt x="44033" y="77486"/>
                  <a:pt x="44057" y="77436"/>
                  <a:pt x="44057" y="77386"/>
                </a:cubicBezTo>
                <a:close/>
                <a:moveTo>
                  <a:pt x="99316" y="77038"/>
                </a:moveTo>
                <a:cubicBezTo>
                  <a:pt x="99415" y="77187"/>
                  <a:pt x="99515" y="77312"/>
                  <a:pt x="99614" y="77486"/>
                </a:cubicBezTo>
                <a:lnTo>
                  <a:pt x="99540" y="77536"/>
                </a:lnTo>
                <a:cubicBezTo>
                  <a:pt x="99490" y="77386"/>
                  <a:pt x="99390" y="77237"/>
                  <a:pt x="99291" y="77113"/>
                </a:cubicBezTo>
                <a:cubicBezTo>
                  <a:pt x="99291" y="77063"/>
                  <a:pt x="99316" y="77063"/>
                  <a:pt x="99316" y="77038"/>
                </a:cubicBezTo>
                <a:close/>
                <a:moveTo>
                  <a:pt x="110616" y="61108"/>
                </a:moveTo>
                <a:lnTo>
                  <a:pt x="110616" y="61108"/>
                </a:lnTo>
                <a:cubicBezTo>
                  <a:pt x="107754" y="66609"/>
                  <a:pt x="104120" y="72159"/>
                  <a:pt x="99863" y="77536"/>
                </a:cubicBezTo>
                <a:cubicBezTo>
                  <a:pt x="99863" y="77511"/>
                  <a:pt x="99814" y="77511"/>
                  <a:pt x="99814" y="77486"/>
                </a:cubicBezTo>
                <a:cubicBezTo>
                  <a:pt x="104095" y="72134"/>
                  <a:pt x="107704" y="66609"/>
                  <a:pt x="110517" y="61182"/>
                </a:cubicBezTo>
                <a:cubicBezTo>
                  <a:pt x="110567" y="61133"/>
                  <a:pt x="110591" y="61133"/>
                  <a:pt x="110616" y="61108"/>
                </a:cubicBezTo>
                <a:close/>
                <a:moveTo>
                  <a:pt x="40896" y="74549"/>
                </a:moveTo>
                <a:cubicBezTo>
                  <a:pt x="40946" y="74574"/>
                  <a:pt x="40996" y="74648"/>
                  <a:pt x="41046" y="74673"/>
                </a:cubicBezTo>
                <a:cubicBezTo>
                  <a:pt x="41270" y="74897"/>
                  <a:pt x="41519" y="75071"/>
                  <a:pt x="41743" y="75295"/>
                </a:cubicBezTo>
                <a:lnTo>
                  <a:pt x="41767" y="75320"/>
                </a:lnTo>
                <a:cubicBezTo>
                  <a:pt x="41892" y="75445"/>
                  <a:pt x="42016" y="75619"/>
                  <a:pt x="42091" y="75744"/>
                </a:cubicBezTo>
                <a:cubicBezTo>
                  <a:pt x="42240" y="75893"/>
                  <a:pt x="42365" y="76042"/>
                  <a:pt x="42440" y="76192"/>
                </a:cubicBezTo>
                <a:cubicBezTo>
                  <a:pt x="41419" y="76689"/>
                  <a:pt x="40398" y="77162"/>
                  <a:pt x="39403" y="77561"/>
                </a:cubicBezTo>
                <a:cubicBezTo>
                  <a:pt x="39876" y="76565"/>
                  <a:pt x="40349" y="75569"/>
                  <a:pt x="40896" y="74549"/>
                </a:cubicBezTo>
                <a:close/>
                <a:moveTo>
                  <a:pt x="99739" y="77610"/>
                </a:moveTo>
                <a:cubicBezTo>
                  <a:pt x="99739" y="77635"/>
                  <a:pt x="99739" y="77660"/>
                  <a:pt x="99764" y="77660"/>
                </a:cubicBezTo>
                <a:lnTo>
                  <a:pt x="99689" y="77710"/>
                </a:lnTo>
                <a:cubicBezTo>
                  <a:pt x="99689" y="77685"/>
                  <a:pt x="99664" y="77685"/>
                  <a:pt x="99664" y="77660"/>
                </a:cubicBezTo>
                <a:lnTo>
                  <a:pt x="99739" y="77610"/>
                </a:lnTo>
                <a:close/>
                <a:moveTo>
                  <a:pt x="40747" y="74424"/>
                </a:moveTo>
                <a:lnTo>
                  <a:pt x="40772" y="74449"/>
                </a:lnTo>
                <a:cubicBezTo>
                  <a:pt x="40174" y="75544"/>
                  <a:pt x="39652" y="76640"/>
                  <a:pt x="39154" y="77685"/>
                </a:cubicBezTo>
                <a:cubicBezTo>
                  <a:pt x="39129" y="77685"/>
                  <a:pt x="39129" y="77685"/>
                  <a:pt x="39079" y="77735"/>
                </a:cubicBezTo>
                <a:cubicBezTo>
                  <a:pt x="39577" y="76615"/>
                  <a:pt x="40150" y="75520"/>
                  <a:pt x="40747" y="74424"/>
                </a:cubicBezTo>
                <a:close/>
                <a:moveTo>
                  <a:pt x="42614" y="76366"/>
                </a:moveTo>
                <a:lnTo>
                  <a:pt x="42614" y="76391"/>
                </a:lnTo>
                <a:lnTo>
                  <a:pt x="42639" y="76416"/>
                </a:lnTo>
                <a:cubicBezTo>
                  <a:pt x="41494" y="76938"/>
                  <a:pt x="40374" y="77436"/>
                  <a:pt x="39278" y="77884"/>
                </a:cubicBezTo>
                <a:cubicBezTo>
                  <a:pt x="39278" y="77859"/>
                  <a:pt x="39278" y="77859"/>
                  <a:pt x="39303" y="77859"/>
                </a:cubicBezTo>
                <a:cubicBezTo>
                  <a:pt x="40398" y="77386"/>
                  <a:pt x="41494" y="76889"/>
                  <a:pt x="42614" y="76366"/>
                </a:cubicBezTo>
                <a:close/>
                <a:moveTo>
                  <a:pt x="62477" y="72085"/>
                </a:moveTo>
                <a:cubicBezTo>
                  <a:pt x="62651" y="72259"/>
                  <a:pt x="62800" y="72433"/>
                  <a:pt x="62950" y="72582"/>
                </a:cubicBezTo>
                <a:cubicBezTo>
                  <a:pt x="60734" y="74449"/>
                  <a:pt x="58445" y="76266"/>
                  <a:pt x="56055" y="77984"/>
                </a:cubicBezTo>
                <a:cubicBezTo>
                  <a:pt x="55856" y="77287"/>
                  <a:pt x="55557" y="76665"/>
                  <a:pt x="55234" y="76067"/>
                </a:cubicBezTo>
                <a:lnTo>
                  <a:pt x="55706" y="75893"/>
                </a:lnTo>
                <a:cubicBezTo>
                  <a:pt x="55756" y="75868"/>
                  <a:pt x="55831" y="75818"/>
                  <a:pt x="55906" y="75793"/>
                </a:cubicBezTo>
                <a:cubicBezTo>
                  <a:pt x="56055" y="75744"/>
                  <a:pt x="56204" y="75669"/>
                  <a:pt x="56354" y="75619"/>
                </a:cubicBezTo>
                <a:cubicBezTo>
                  <a:pt x="56403" y="75569"/>
                  <a:pt x="56478" y="75544"/>
                  <a:pt x="56503" y="75544"/>
                </a:cubicBezTo>
                <a:cubicBezTo>
                  <a:pt x="56528" y="75520"/>
                  <a:pt x="56578" y="75520"/>
                  <a:pt x="56603" y="75495"/>
                </a:cubicBezTo>
                <a:cubicBezTo>
                  <a:pt x="56677" y="75445"/>
                  <a:pt x="56752" y="75420"/>
                  <a:pt x="56827" y="75395"/>
                </a:cubicBezTo>
                <a:lnTo>
                  <a:pt x="56851" y="75395"/>
                </a:lnTo>
                <a:cubicBezTo>
                  <a:pt x="56876" y="75370"/>
                  <a:pt x="56951" y="75370"/>
                  <a:pt x="56976" y="75320"/>
                </a:cubicBezTo>
                <a:cubicBezTo>
                  <a:pt x="57100" y="75271"/>
                  <a:pt x="57250" y="75196"/>
                  <a:pt x="57374" y="75121"/>
                </a:cubicBezTo>
                <a:cubicBezTo>
                  <a:pt x="57374" y="75121"/>
                  <a:pt x="57424" y="75121"/>
                  <a:pt x="57424" y="75071"/>
                </a:cubicBezTo>
                <a:cubicBezTo>
                  <a:pt x="57449" y="75071"/>
                  <a:pt x="57474" y="75047"/>
                  <a:pt x="57474" y="75047"/>
                </a:cubicBezTo>
                <a:cubicBezTo>
                  <a:pt x="57573" y="75022"/>
                  <a:pt x="57648" y="74947"/>
                  <a:pt x="57748" y="74922"/>
                </a:cubicBezTo>
                <a:cubicBezTo>
                  <a:pt x="57947" y="74823"/>
                  <a:pt x="58146" y="74698"/>
                  <a:pt x="58345" y="74623"/>
                </a:cubicBezTo>
                <a:cubicBezTo>
                  <a:pt x="58345" y="74623"/>
                  <a:pt x="58370" y="74623"/>
                  <a:pt x="58370" y="74574"/>
                </a:cubicBezTo>
                <a:cubicBezTo>
                  <a:pt x="58469" y="74524"/>
                  <a:pt x="58594" y="74499"/>
                  <a:pt x="58693" y="74424"/>
                </a:cubicBezTo>
                <a:cubicBezTo>
                  <a:pt x="58718" y="74424"/>
                  <a:pt x="58743" y="74399"/>
                  <a:pt x="58743" y="74399"/>
                </a:cubicBezTo>
                <a:cubicBezTo>
                  <a:pt x="58942" y="74300"/>
                  <a:pt x="59092" y="74200"/>
                  <a:pt x="59291" y="74126"/>
                </a:cubicBezTo>
                <a:lnTo>
                  <a:pt x="59316" y="74126"/>
                </a:lnTo>
                <a:cubicBezTo>
                  <a:pt x="59440" y="74051"/>
                  <a:pt x="59540" y="74001"/>
                  <a:pt x="59664" y="73926"/>
                </a:cubicBezTo>
                <a:cubicBezTo>
                  <a:pt x="59838" y="73802"/>
                  <a:pt x="60038" y="73702"/>
                  <a:pt x="60237" y="73578"/>
                </a:cubicBezTo>
                <a:cubicBezTo>
                  <a:pt x="60286" y="73553"/>
                  <a:pt x="60336" y="73528"/>
                  <a:pt x="60361" y="73503"/>
                </a:cubicBezTo>
                <a:cubicBezTo>
                  <a:pt x="60461" y="73429"/>
                  <a:pt x="60560" y="73404"/>
                  <a:pt x="60610" y="73329"/>
                </a:cubicBezTo>
                <a:cubicBezTo>
                  <a:pt x="60809" y="73205"/>
                  <a:pt x="60983" y="73080"/>
                  <a:pt x="61183" y="73006"/>
                </a:cubicBezTo>
                <a:cubicBezTo>
                  <a:pt x="61307" y="72906"/>
                  <a:pt x="61456" y="72806"/>
                  <a:pt x="61581" y="72707"/>
                </a:cubicBezTo>
                <a:lnTo>
                  <a:pt x="62153" y="72333"/>
                </a:lnTo>
                <a:cubicBezTo>
                  <a:pt x="62278" y="72259"/>
                  <a:pt x="62402" y="72184"/>
                  <a:pt x="62477" y="72085"/>
                </a:cubicBezTo>
                <a:close/>
                <a:moveTo>
                  <a:pt x="39029" y="77934"/>
                </a:moveTo>
                <a:lnTo>
                  <a:pt x="39029" y="77959"/>
                </a:lnTo>
                <a:lnTo>
                  <a:pt x="39029" y="78009"/>
                </a:lnTo>
                <a:cubicBezTo>
                  <a:pt x="39017" y="78021"/>
                  <a:pt x="38998" y="78027"/>
                  <a:pt x="38983" y="78027"/>
                </a:cubicBezTo>
                <a:cubicBezTo>
                  <a:pt x="38967" y="78027"/>
                  <a:pt x="38955" y="78021"/>
                  <a:pt x="38955" y="78009"/>
                </a:cubicBezTo>
                <a:cubicBezTo>
                  <a:pt x="38955" y="77959"/>
                  <a:pt x="38955" y="77959"/>
                  <a:pt x="39005" y="77959"/>
                </a:cubicBezTo>
                <a:cubicBezTo>
                  <a:pt x="39005" y="77959"/>
                  <a:pt x="39029" y="77959"/>
                  <a:pt x="39029" y="77934"/>
                </a:cubicBezTo>
                <a:close/>
                <a:moveTo>
                  <a:pt x="55084" y="76142"/>
                </a:moveTo>
                <a:cubicBezTo>
                  <a:pt x="55383" y="76764"/>
                  <a:pt x="55706" y="77386"/>
                  <a:pt x="56055" y="78009"/>
                </a:cubicBezTo>
                <a:lnTo>
                  <a:pt x="56005" y="78034"/>
                </a:lnTo>
                <a:cubicBezTo>
                  <a:pt x="55632" y="77411"/>
                  <a:pt x="55333" y="76789"/>
                  <a:pt x="55010" y="76167"/>
                </a:cubicBezTo>
                <a:cubicBezTo>
                  <a:pt x="55059" y="76167"/>
                  <a:pt x="55059" y="76167"/>
                  <a:pt x="55084" y="76142"/>
                </a:cubicBezTo>
                <a:close/>
                <a:moveTo>
                  <a:pt x="44505" y="77212"/>
                </a:moveTo>
                <a:lnTo>
                  <a:pt x="44530" y="77262"/>
                </a:lnTo>
                <a:lnTo>
                  <a:pt x="44555" y="77287"/>
                </a:lnTo>
                <a:cubicBezTo>
                  <a:pt x="44505" y="77486"/>
                  <a:pt x="44431" y="77760"/>
                  <a:pt x="44381" y="78058"/>
                </a:cubicBezTo>
                <a:lnTo>
                  <a:pt x="44356" y="78034"/>
                </a:lnTo>
                <a:cubicBezTo>
                  <a:pt x="44356" y="78034"/>
                  <a:pt x="44356" y="78009"/>
                  <a:pt x="44306" y="78009"/>
                </a:cubicBezTo>
                <a:cubicBezTo>
                  <a:pt x="44306" y="77934"/>
                  <a:pt x="44356" y="77884"/>
                  <a:pt x="44356" y="77834"/>
                </a:cubicBezTo>
                <a:lnTo>
                  <a:pt x="44431" y="77461"/>
                </a:lnTo>
                <a:cubicBezTo>
                  <a:pt x="44481" y="77386"/>
                  <a:pt x="44481" y="77312"/>
                  <a:pt x="44505" y="77212"/>
                </a:cubicBezTo>
                <a:close/>
                <a:moveTo>
                  <a:pt x="63199" y="72657"/>
                </a:moveTo>
                <a:cubicBezTo>
                  <a:pt x="63199" y="72682"/>
                  <a:pt x="63224" y="72682"/>
                  <a:pt x="63224" y="72707"/>
                </a:cubicBezTo>
                <a:cubicBezTo>
                  <a:pt x="60983" y="74623"/>
                  <a:pt x="58693" y="76416"/>
                  <a:pt x="56304" y="78133"/>
                </a:cubicBezTo>
                <a:cubicBezTo>
                  <a:pt x="56304" y="78083"/>
                  <a:pt x="56254" y="78083"/>
                  <a:pt x="56254" y="78058"/>
                </a:cubicBezTo>
                <a:cubicBezTo>
                  <a:pt x="58669" y="76366"/>
                  <a:pt x="60983" y="74524"/>
                  <a:pt x="63199" y="72657"/>
                </a:cubicBezTo>
                <a:close/>
                <a:moveTo>
                  <a:pt x="3584" y="65936"/>
                </a:moveTo>
                <a:cubicBezTo>
                  <a:pt x="4207" y="68102"/>
                  <a:pt x="5526" y="70317"/>
                  <a:pt x="7467" y="72433"/>
                </a:cubicBezTo>
                <a:cubicBezTo>
                  <a:pt x="5551" y="74175"/>
                  <a:pt x="4033" y="76142"/>
                  <a:pt x="2912" y="78258"/>
                </a:cubicBezTo>
                <a:cubicBezTo>
                  <a:pt x="2240" y="75495"/>
                  <a:pt x="2141" y="72433"/>
                  <a:pt x="2539" y="69172"/>
                </a:cubicBezTo>
                <a:cubicBezTo>
                  <a:pt x="2838" y="68102"/>
                  <a:pt x="3186" y="67032"/>
                  <a:pt x="3584" y="65936"/>
                </a:cubicBezTo>
                <a:close/>
                <a:moveTo>
                  <a:pt x="43809" y="78158"/>
                </a:moveTo>
                <a:cubicBezTo>
                  <a:pt x="43858" y="78183"/>
                  <a:pt x="43858" y="78233"/>
                  <a:pt x="43858" y="78258"/>
                </a:cubicBezTo>
                <a:cubicBezTo>
                  <a:pt x="43809" y="78233"/>
                  <a:pt x="43809" y="78183"/>
                  <a:pt x="43809" y="78158"/>
                </a:cubicBezTo>
                <a:close/>
                <a:moveTo>
                  <a:pt x="18967" y="72931"/>
                </a:moveTo>
                <a:cubicBezTo>
                  <a:pt x="18121" y="74798"/>
                  <a:pt x="17349" y="76665"/>
                  <a:pt x="16652" y="78506"/>
                </a:cubicBezTo>
                <a:cubicBezTo>
                  <a:pt x="15557" y="77984"/>
                  <a:pt x="14537" y="77411"/>
                  <a:pt x="13516" y="76789"/>
                </a:cubicBezTo>
                <a:cubicBezTo>
                  <a:pt x="13616" y="76739"/>
                  <a:pt x="13665" y="76640"/>
                  <a:pt x="13765" y="76565"/>
                </a:cubicBezTo>
                <a:cubicBezTo>
                  <a:pt x="13889" y="76440"/>
                  <a:pt x="14014" y="76316"/>
                  <a:pt x="14138" y="76241"/>
                </a:cubicBezTo>
                <a:lnTo>
                  <a:pt x="14611" y="75868"/>
                </a:lnTo>
                <a:cubicBezTo>
                  <a:pt x="14761" y="75744"/>
                  <a:pt x="14885" y="75619"/>
                  <a:pt x="15034" y="75520"/>
                </a:cubicBezTo>
                <a:cubicBezTo>
                  <a:pt x="15184" y="75395"/>
                  <a:pt x="15308" y="75295"/>
                  <a:pt x="15482" y="75171"/>
                </a:cubicBezTo>
                <a:lnTo>
                  <a:pt x="15930" y="74798"/>
                </a:lnTo>
                <a:cubicBezTo>
                  <a:pt x="16055" y="74698"/>
                  <a:pt x="16229" y="74623"/>
                  <a:pt x="16354" y="74524"/>
                </a:cubicBezTo>
                <a:cubicBezTo>
                  <a:pt x="16528" y="74399"/>
                  <a:pt x="16677" y="74275"/>
                  <a:pt x="16876" y="74151"/>
                </a:cubicBezTo>
                <a:cubicBezTo>
                  <a:pt x="17001" y="74051"/>
                  <a:pt x="17125" y="74001"/>
                  <a:pt x="17250" y="73926"/>
                </a:cubicBezTo>
                <a:cubicBezTo>
                  <a:pt x="17424" y="73802"/>
                  <a:pt x="17648" y="73678"/>
                  <a:pt x="17847" y="73553"/>
                </a:cubicBezTo>
                <a:cubicBezTo>
                  <a:pt x="17922" y="73503"/>
                  <a:pt x="18046" y="73429"/>
                  <a:pt x="18146" y="73379"/>
                </a:cubicBezTo>
                <a:lnTo>
                  <a:pt x="18793" y="73006"/>
                </a:lnTo>
                <a:cubicBezTo>
                  <a:pt x="18868" y="72956"/>
                  <a:pt x="18893" y="72931"/>
                  <a:pt x="18967" y="72931"/>
                </a:cubicBezTo>
                <a:close/>
                <a:moveTo>
                  <a:pt x="2215" y="70292"/>
                </a:moveTo>
                <a:cubicBezTo>
                  <a:pt x="1967" y="73205"/>
                  <a:pt x="2141" y="75992"/>
                  <a:pt x="2738" y="78531"/>
                </a:cubicBezTo>
                <a:cubicBezTo>
                  <a:pt x="2713" y="78556"/>
                  <a:pt x="2713" y="78581"/>
                  <a:pt x="2713" y="78631"/>
                </a:cubicBezTo>
                <a:cubicBezTo>
                  <a:pt x="2116" y="76167"/>
                  <a:pt x="1942" y="73454"/>
                  <a:pt x="2116" y="70591"/>
                </a:cubicBezTo>
                <a:cubicBezTo>
                  <a:pt x="2141" y="70492"/>
                  <a:pt x="2191" y="70392"/>
                  <a:pt x="2215" y="70292"/>
                </a:cubicBezTo>
                <a:close/>
                <a:moveTo>
                  <a:pt x="19365" y="72757"/>
                </a:moveTo>
                <a:cubicBezTo>
                  <a:pt x="18420" y="74698"/>
                  <a:pt x="17598" y="76665"/>
                  <a:pt x="16901" y="78631"/>
                </a:cubicBezTo>
                <a:cubicBezTo>
                  <a:pt x="16876" y="78631"/>
                  <a:pt x="16876" y="78581"/>
                  <a:pt x="16851" y="78581"/>
                </a:cubicBezTo>
                <a:cubicBezTo>
                  <a:pt x="17548" y="76665"/>
                  <a:pt x="18370" y="74723"/>
                  <a:pt x="19266" y="72782"/>
                </a:cubicBezTo>
                <a:cubicBezTo>
                  <a:pt x="19291" y="72782"/>
                  <a:pt x="19316" y="72757"/>
                  <a:pt x="19365" y="72757"/>
                </a:cubicBezTo>
                <a:close/>
                <a:moveTo>
                  <a:pt x="7592" y="72582"/>
                </a:moveTo>
                <a:lnTo>
                  <a:pt x="7642" y="72632"/>
                </a:lnTo>
                <a:cubicBezTo>
                  <a:pt x="5650" y="74424"/>
                  <a:pt x="4082" y="76440"/>
                  <a:pt x="2987" y="78656"/>
                </a:cubicBezTo>
                <a:cubicBezTo>
                  <a:pt x="2987" y="78631"/>
                  <a:pt x="2987" y="78581"/>
                  <a:pt x="2962" y="78581"/>
                </a:cubicBezTo>
                <a:cubicBezTo>
                  <a:pt x="4057" y="76416"/>
                  <a:pt x="5650" y="74399"/>
                  <a:pt x="7592" y="72582"/>
                </a:cubicBezTo>
                <a:close/>
                <a:moveTo>
                  <a:pt x="13416" y="76938"/>
                </a:moveTo>
                <a:lnTo>
                  <a:pt x="13416" y="76938"/>
                </a:lnTo>
                <a:cubicBezTo>
                  <a:pt x="14437" y="77561"/>
                  <a:pt x="15507" y="78158"/>
                  <a:pt x="16603" y="78681"/>
                </a:cubicBezTo>
                <a:cubicBezTo>
                  <a:pt x="16603" y="78730"/>
                  <a:pt x="16603" y="78730"/>
                  <a:pt x="16553" y="78755"/>
                </a:cubicBezTo>
                <a:cubicBezTo>
                  <a:pt x="15557" y="78282"/>
                  <a:pt x="14611" y="77760"/>
                  <a:pt x="13690" y="77187"/>
                </a:cubicBezTo>
                <a:cubicBezTo>
                  <a:pt x="13616" y="77088"/>
                  <a:pt x="13516" y="77038"/>
                  <a:pt x="13416" y="76938"/>
                </a:cubicBezTo>
                <a:close/>
                <a:moveTo>
                  <a:pt x="16777" y="78755"/>
                </a:moveTo>
                <a:cubicBezTo>
                  <a:pt x="16802" y="78755"/>
                  <a:pt x="16802" y="78780"/>
                  <a:pt x="16851" y="78780"/>
                </a:cubicBezTo>
                <a:cubicBezTo>
                  <a:pt x="16851" y="78805"/>
                  <a:pt x="16802" y="78805"/>
                  <a:pt x="16802" y="78855"/>
                </a:cubicBezTo>
                <a:cubicBezTo>
                  <a:pt x="16777" y="78855"/>
                  <a:pt x="16752" y="78855"/>
                  <a:pt x="16752" y="78805"/>
                </a:cubicBezTo>
                <a:cubicBezTo>
                  <a:pt x="16752" y="78780"/>
                  <a:pt x="16777" y="78780"/>
                  <a:pt x="16777" y="78755"/>
                </a:cubicBezTo>
                <a:close/>
                <a:moveTo>
                  <a:pt x="54835" y="76192"/>
                </a:moveTo>
                <a:cubicBezTo>
                  <a:pt x="55134" y="76814"/>
                  <a:pt x="55482" y="77486"/>
                  <a:pt x="55831" y="78133"/>
                </a:cubicBezTo>
                <a:cubicBezTo>
                  <a:pt x="55458" y="78407"/>
                  <a:pt x="55084" y="78656"/>
                  <a:pt x="54711" y="78905"/>
                </a:cubicBezTo>
                <a:cubicBezTo>
                  <a:pt x="54138" y="78233"/>
                  <a:pt x="53591" y="77511"/>
                  <a:pt x="52968" y="76864"/>
                </a:cubicBezTo>
                <a:cubicBezTo>
                  <a:pt x="53018" y="76814"/>
                  <a:pt x="53093" y="76814"/>
                  <a:pt x="53143" y="76789"/>
                </a:cubicBezTo>
                <a:cubicBezTo>
                  <a:pt x="53192" y="76789"/>
                  <a:pt x="53192" y="76789"/>
                  <a:pt x="53217" y="76764"/>
                </a:cubicBezTo>
                <a:cubicBezTo>
                  <a:pt x="53367" y="76714"/>
                  <a:pt x="53491" y="76665"/>
                  <a:pt x="53641" y="76615"/>
                </a:cubicBezTo>
                <a:lnTo>
                  <a:pt x="53690" y="76615"/>
                </a:lnTo>
                <a:cubicBezTo>
                  <a:pt x="53740" y="76565"/>
                  <a:pt x="53840" y="76565"/>
                  <a:pt x="53889" y="76540"/>
                </a:cubicBezTo>
                <a:cubicBezTo>
                  <a:pt x="53964" y="76515"/>
                  <a:pt x="54014" y="76515"/>
                  <a:pt x="54089" y="76490"/>
                </a:cubicBezTo>
                <a:lnTo>
                  <a:pt x="54537" y="76291"/>
                </a:lnTo>
                <a:cubicBezTo>
                  <a:pt x="54586" y="76291"/>
                  <a:pt x="54586" y="76291"/>
                  <a:pt x="54611" y="76266"/>
                </a:cubicBezTo>
                <a:cubicBezTo>
                  <a:pt x="54661" y="76241"/>
                  <a:pt x="54736" y="76241"/>
                  <a:pt x="54786" y="76192"/>
                </a:cubicBezTo>
                <a:close/>
                <a:moveTo>
                  <a:pt x="52769" y="76913"/>
                </a:moveTo>
                <a:cubicBezTo>
                  <a:pt x="53392" y="77561"/>
                  <a:pt x="53989" y="78282"/>
                  <a:pt x="54561" y="79054"/>
                </a:cubicBezTo>
                <a:cubicBezTo>
                  <a:pt x="54512" y="79054"/>
                  <a:pt x="54512" y="79104"/>
                  <a:pt x="54487" y="79104"/>
                </a:cubicBezTo>
                <a:cubicBezTo>
                  <a:pt x="53939" y="78357"/>
                  <a:pt x="53342" y="77610"/>
                  <a:pt x="52695" y="76938"/>
                </a:cubicBezTo>
                <a:cubicBezTo>
                  <a:pt x="52720" y="76913"/>
                  <a:pt x="52744" y="76913"/>
                  <a:pt x="52769" y="76913"/>
                </a:cubicBezTo>
                <a:close/>
                <a:moveTo>
                  <a:pt x="14487" y="77809"/>
                </a:moveTo>
                <a:lnTo>
                  <a:pt x="14487" y="77809"/>
                </a:lnTo>
                <a:cubicBezTo>
                  <a:pt x="15134" y="78233"/>
                  <a:pt x="15806" y="78581"/>
                  <a:pt x="16528" y="78930"/>
                </a:cubicBezTo>
                <a:cubicBezTo>
                  <a:pt x="16503" y="79004"/>
                  <a:pt x="16503" y="79054"/>
                  <a:pt x="16478" y="79129"/>
                </a:cubicBezTo>
                <a:cubicBezTo>
                  <a:pt x="16403" y="79104"/>
                  <a:pt x="16329" y="79054"/>
                  <a:pt x="16279" y="79004"/>
                </a:cubicBezTo>
                <a:cubicBezTo>
                  <a:pt x="16055" y="78880"/>
                  <a:pt x="15806" y="78755"/>
                  <a:pt x="15607" y="78631"/>
                </a:cubicBezTo>
                <a:cubicBezTo>
                  <a:pt x="15607" y="78631"/>
                  <a:pt x="15557" y="78631"/>
                  <a:pt x="15557" y="78606"/>
                </a:cubicBezTo>
                <a:cubicBezTo>
                  <a:pt x="15383" y="78482"/>
                  <a:pt x="15234" y="78357"/>
                  <a:pt x="15034" y="78233"/>
                </a:cubicBezTo>
                <a:cubicBezTo>
                  <a:pt x="14860" y="78108"/>
                  <a:pt x="14661" y="77984"/>
                  <a:pt x="14487" y="77809"/>
                </a:cubicBezTo>
                <a:close/>
                <a:moveTo>
                  <a:pt x="55931" y="78307"/>
                </a:moveTo>
                <a:cubicBezTo>
                  <a:pt x="55931" y="78357"/>
                  <a:pt x="55955" y="78357"/>
                  <a:pt x="55955" y="78382"/>
                </a:cubicBezTo>
                <a:cubicBezTo>
                  <a:pt x="55582" y="78631"/>
                  <a:pt x="55209" y="78880"/>
                  <a:pt x="54860" y="79129"/>
                </a:cubicBezTo>
                <a:cubicBezTo>
                  <a:pt x="54835" y="79129"/>
                  <a:pt x="54835" y="79104"/>
                  <a:pt x="54810" y="79104"/>
                </a:cubicBezTo>
                <a:cubicBezTo>
                  <a:pt x="55184" y="78855"/>
                  <a:pt x="55557" y="78581"/>
                  <a:pt x="55931" y="78307"/>
                </a:cubicBezTo>
                <a:close/>
                <a:moveTo>
                  <a:pt x="16691" y="79018"/>
                </a:moveTo>
                <a:cubicBezTo>
                  <a:pt x="16708" y="79018"/>
                  <a:pt x="16735" y="79029"/>
                  <a:pt x="16752" y="79029"/>
                </a:cubicBezTo>
                <a:cubicBezTo>
                  <a:pt x="16727" y="79104"/>
                  <a:pt x="16677" y="79154"/>
                  <a:pt x="16677" y="79253"/>
                </a:cubicBezTo>
                <a:cubicBezTo>
                  <a:pt x="16652" y="79253"/>
                  <a:pt x="16652" y="79203"/>
                  <a:pt x="16627" y="79203"/>
                </a:cubicBezTo>
                <a:cubicBezTo>
                  <a:pt x="16652" y="79154"/>
                  <a:pt x="16677" y="79104"/>
                  <a:pt x="16677" y="79029"/>
                </a:cubicBezTo>
                <a:cubicBezTo>
                  <a:pt x="16677" y="79021"/>
                  <a:pt x="16683" y="79018"/>
                  <a:pt x="16691" y="79018"/>
                </a:cubicBezTo>
                <a:close/>
                <a:moveTo>
                  <a:pt x="22776" y="71288"/>
                </a:moveTo>
                <a:cubicBezTo>
                  <a:pt x="23672" y="72184"/>
                  <a:pt x="24792" y="72931"/>
                  <a:pt x="26086" y="73454"/>
                </a:cubicBezTo>
                <a:cubicBezTo>
                  <a:pt x="23273" y="74723"/>
                  <a:pt x="20635" y="76714"/>
                  <a:pt x="18444" y="79278"/>
                </a:cubicBezTo>
                <a:cubicBezTo>
                  <a:pt x="17996" y="79079"/>
                  <a:pt x="17524" y="78880"/>
                  <a:pt x="17051" y="78656"/>
                </a:cubicBezTo>
                <a:cubicBezTo>
                  <a:pt x="17772" y="76665"/>
                  <a:pt x="18644" y="74648"/>
                  <a:pt x="19614" y="72582"/>
                </a:cubicBezTo>
                <a:cubicBezTo>
                  <a:pt x="19664" y="72557"/>
                  <a:pt x="19764" y="72508"/>
                  <a:pt x="19813" y="72458"/>
                </a:cubicBezTo>
                <a:cubicBezTo>
                  <a:pt x="19913" y="72433"/>
                  <a:pt x="19988" y="72408"/>
                  <a:pt x="20062" y="72333"/>
                </a:cubicBezTo>
                <a:cubicBezTo>
                  <a:pt x="20336" y="72209"/>
                  <a:pt x="20560" y="72134"/>
                  <a:pt x="20859" y="72010"/>
                </a:cubicBezTo>
                <a:cubicBezTo>
                  <a:pt x="20909" y="71960"/>
                  <a:pt x="21008" y="71935"/>
                  <a:pt x="21058" y="71910"/>
                </a:cubicBezTo>
                <a:cubicBezTo>
                  <a:pt x="21357" y="71786"/>
                  <a:pt x="21606" y="71686"/>
                  <a:pt x="21879" y="71587"/>
                </a:cubicBezTo>
                <a:cubicBezTo>
                  <a:pt x="21929" y="71562"/>
                  <a:pt x="22004" y="71562"/>
                  <a:pt x="22054" y="71537"/>
                </a:cubicBezTo>
                <a:cubicBezTo>
                  <a:pt x="22303" y="71437"/>
                  <a:pt x="22527" y="71388"/>
                  <a:pt x="22776" y="71288"/>
                </a:cubicBezTo>
                <a:close/>
                <a:moveTo>
                  <a:pt x="54636" y="79203"/>
                </a:moveTo>
                <a:cubicBezTo>
                  <a:pt x="54686" y="79203"/>
                  <a:pt x="54686" y="79203"/>
                  <a:pt x="54686" y="79253"/>
                </a:cubicBezTo>
                <a:cubicBezTo>
                  <a:pt x="54636" y="79253"/>
                  <a:pt x="54636" y="79278"/>
                  <a:pt x="54611" y="79278"/>
                </a:cubicBezTo>
                <a:lnTo>
                  <a:pt x="54586" y="79253"/>
                </a:lnTo>
                <a:cubicBezTo>
                  <a:pt x="54611" y="79253"/>
                  <a:pt x="54611" y="79203"/>
                  <a:pt x="54636" y="79203"/>
                </a:cubicBezTo>
                <a:close/>
                <a:moveTo>
                  <a:pt x="44057" y="78805"/>
                </a:moveTo>
                <a:cubicBezTo>
                  <a:pt x="44057" y="78880"/>
                  <a:pt x="44107" y="78930"/>
                  <a:pt x="44132" y="79004"/>
                </a:cubicBezTo>
                <a:cubicBezTo>
                  <a:pt x="44157" y="79104"/>
                  <a:pt x="44157" y="79178"/>
                  <a:pt x="44182" y="79278"/>
                </a:cubicBezTo>
                <a:lnTo>
                  <a:pt x="44182" y="79328"/>
                </a:lnTo>
                <a:lnTo>
                  <a:pt x="44132" y="79328"/>
                </a:lnTo>
                <a:cubicBezTo>
                  <a:pt x="44107" y="79178"/>
                  <a:pt x="44107" y="79054"/>
                  <a:pt x="44057" y="78905"/>
                </a:cubicBezTo>
                <a:lnTo>
                  <a:pt x="44057" y="78805"/>
                </a:lnTo>
                <a:close/>
                <a:moveTo>
                  <a:pt x="13292" y="77162"/>
                </a:moveTo>
                <a:cubicBezTo>
                  <a:pt x="13317" y="77187"/>
                  <a:pt x="13367" y="77187"/>
                  <a:pt x="13416" y="77237"/>
                </a:cubicBezTo>
                <a:lnTo>
                  <a:pt x="13441" y="77262"/>
                </a:lnTo>
                <a:cubicBezTo>
                  <a:pt x="13466" y="77287"/>
                  <a:pt x="13516" y="77287"/>
                  <a:pt x="13516" y="77312"/>
                </a:cubicBezTo>
                <a:cubicBezTo>
                  <a:pt x="13690" y="77511"/>
                  <a:pt x="13889" y="77660"/>
                  <a:pt x="14064" y="77809"/>
                </a:cubicBezTo>
                <a:cubicBezTo>
                  <a:pt x="14138" y="77859"/>
                  <a:pt x="14188" y="77909"/>
                  <a:pt x="14238" y="77934"/>
                </a:cubicBezTo>
                <a:lnTo>
                  <a:pt x="14263" y="77984"/>
                </a:lnTo>
                <a:lnTo>
                  <a:pt x="14313" y="78034"/>
                </a:lnTo>
                <a:cubicBezTo>
                  <a:pt x="14537" y="78183"/>
                  <a:pt x="14761" y="78382"/>
                  <a:pt x="14960" y="78531"/>
                </a:cubicBezTo>
                <a:cubicBezTo>
                  <a:pt x="15059" y="78606"/>
                  <a:pt x="15134" y="78631"/>
                  <a:pt x="15209" y="78681"/>
                </a:cubicBezTo>
                <a:cubicBezTo>
                  <a:pt x="15258" y="78730"/>
                  <a:pt x="15283" y="78730"/>
                  <a:pt x="15308" y="78755"/>
                </a:cubicBezTo>
                <a:lnTo>
                  <a:pt x="15333" y="78780"/>
                </a:lnTo>
                <a:lnTo>
                  <a:pt x="15383" y="78780"/>
                </a:lnTo>
                <a:cubicBezTo>
                  <a:pt x="15408" y="78780"/>
                  <a:pt x="15408" y="78805"/>
                  <a:pt x="15433" y="78805"/>
                </a:cubicBezTo>
                <a:cubicBezTo>
                  <a:pt x="15582" y="78905"/>
                  <a:pt x="15781" y="79029"/>
                  <a:pt x="15930" y="79129"/>
                </a:cubicBezTo>
                <a:cubicBezTo>
                  <a:pt x="16030" y="79154"/>
                  <a:pt x="16080" y="79228"/>
                  <a:pt x="16179" y="79253"/>
                </a:cubicBezTo>
                <a:cubicBezTo>
                  <a:pt x="16254" y="79278"/>
                  <a:pt x="16279" y="79303"/>
                  <a:pt x="16329" y="79303"/>
                </a:cubicBezTo>
                <a:lnTo>
                  <a:pt x="16329" y="79353"/>
                </a:lnTo>
                <a:lnTo>
                  <a:pt x="16329" y="79378"/>
                </a:lnTo>
                <a:cubicBezTo>
                  <a:pt x="16005" y="79178"/>
                  <a:pt x="15657" y="79029"/>
                  <a:pt x="15333" y="78805"/>
                </a:cubicBezTo>
                <a:cubicBezTo>
                  <a:pt x="15308" y="78805"/>
                  <a:pt x="15308" y="78780"/>
                  <a:pt x="15283" y="78780"/>
                </a:cubicBezTo>
                <a:cubicBezTo>
                  <a:pt x="14561" y="78307"/>
                  <a:pt x="13889" y="77785"/>
                  <a:pt x="13292" y="77162"/>
                </a:cubicBezTo>
                <a:close/>
                <a:moveTo>
                  <a:pt x="3236" y="62327"/>
                </a:moveTo>
                <a:lnTo>
                  <a:pt x="3236" y="62377"/>
                </a:lnTo>
                <a:lnTo>
                  <a:pt x="3236" y="62477"/>
                </a:lnTo>
                <a:lnTo>
                  <a:pt x="3236" y="62551"/>
                </a:lnTo>
                <a:cubicBezTo>
                  <a:pt x="3186" y="62750"/>
                  <a:pt x="3087" y="62999"/>
                  <a:pt x="3012" y="63223"/>
                </a:cubicBezTo>
                <a:cubicBezTo>
                  <a:pt x="2141" y="65986"/>
                  <a:pt x="1494" y="68799"/>
                  <a:pt x="1021" y="71537"/>
                </a:cubicBezTo>
                <a:cubicBezTo>
                  <a:pt x="622" y="73902"/>
                  <a:pt x="473" y="76142"/>
                  <a:pt x="398" y="78108"/>
                </a:cubicBezTo>
                <a:cubicBezTo>
                  <a:pt x="349" y="78357"/>
                  <a:pt x="324" y="78556"/>
                  <a:pt x="324" y="78805"/>
                </a:cubicBezTo>
                <a:lnTo>
                  <a:pt x="324" y="78880"/>
                </a:lnTo>
                <a:cubicBezTo>
                  <a:pt x="324" y="79054"/>
                  <a:pt x="299" y="79253"/>
                  <a:pt x="299" y="79403"/>
                </a:cubicBezTo>
                <a:lnTo>
                  <a:pt x="299" y="79129"/>
                </a:lnTo>
                <a:cubicBezTo>
                  <a:pt x="299" y="78432"/>
                  <a:pt x="324" y="77735"/>
                  <a:pt x="349" y="76988"/>
                </a:cubicBezTo>
                <a:lnTo>
                  <a:pt x="349" y="76913"/>
                </a:lnTo>
                <a:cubicBezTo>
                  <a:pt x="423" y="76017"/>
                  <a:pt x="498" y="74947"/>
                  <a:pt x="598" y="73951"/>
                </a:cubicBezTo>
                <a:cubicBezTo>
                  <a:pt x="697" y="73180"/>
                  <a:pt x="797" y="72383"/>
                  <a:pt x="946" y="71537"/>
                </a:cubicBezTo>
                <a:lnTo>
                  <a:pt x="946" y="71512"/>
                </a:lnTo>
                <a:cubicBezTo>
                  <a:pt x="996" y="71213"/>
                  <a:pt x="1070" y="70890"/>
                  <a:pt x="1120" y="70541"/>
                </a:cubicBezTo>
                <a:cubicBezTo>
                  <a:pt x="1195" y="70143"/>
                  <a:pt x="1295" y="69770"/>
                  <a:pt x="1344" y="69347"/>
                </a:cubicBezTo>
                <a:cubicBezTo>
                  <a:pt x="1743" y="67330"/>
                  <a:pt x="2315" y="65289"/>
                  <a:pt x="2937" y="63223"/>
                </a:cubicBezTo>
                <a:lnTo>
                  <a:pt x="2937" y="63198"/>
                </a:lnTo>
                <a:cubicBezTo>
                  <a:pt x="3012" y="62925"/>
                  <a:pt x="3112" y="62626"/>
                  <a:pt x="3236" y="62327"/>
                </a:cubicBezTo>
                <a:close/>
                <a:moveTo>
                  <a:pt x="26335" y="73578"/>
                </a:moveTo>
                <a:cubicBezTo>
                  <a:pt x="26360" y="73578"/>
                  <a:pt x="26385" y="73603"/>
                  <a:pt x="26435" y="73603"/>
                </a:cubicBezTo>
                <a:cubicBezTo>
                  <a:pt x="23597" y="74847"/>
                  <a:pt x="20958" y="76814"/>
                  <a:pt x="18743" y="79403"/>
                </a:cubicBezTo>
                <a:cubicBezTo>
                  <a:pt x="18668" y="79403"/>
                  <a:pt x="18644" y="79403"/>
                  <a:pt x="18644" y="79378"/>
                </a:cubicBezTo>
                <a:cubicBezTo>
                  <a:pt x="20859" y="76789"/>
                  <a:pt x="23497" y="74823"/>
                  <a:pt x="26335" y="73578"/>
                </a:cubicBezTo>
                <a:close/>
                <a:moveTo>
                  <a:pt x="1967" y="70292"/>
                </a:moveTo>
                <a:cubicBezTo>
                  <a:pt x="1967" y="70392"/>
                  <a:pt x="1967" y="70467"/>
                  <a:pt x="1942" y="70591"/>
                </a:cubicBezTo>
                <a:cubicBezTo>
                  <a:pt x="1120" y="73653"/>
                  <a:pt x="672" y="76615"/>
                  <a:pt x="498" y="79427"/>
                </a:cubicBezTo>
                <a:lnTo>
                  <a:pt x="498" y="79427"/>
                </a:lnTo>
                <a:cubicBezTo>
                  <a:pt x="498" y="79004"/>
                  <a:pt x="498" y="78531"/>
                  <a:pt x="548" y="78058"/>
                </a:cubicBezTo>
                <a:cubicBezTo>
                  <a:pt x="797" y="75544"/>
                  <a:pt x="1245" y="72956"/>
                  <a:pt x="1967" y="70292"/>
                </a:cubicBezTo>
                <a:close/>
                <a:moveTo>
                  <a:pt x="16503" y="79403"/>
                </a:moveTo>
                <a:cubicBezTo>
                  <a:pt x="16553" y="79403"/>
                  <a:pt x="16603" y="79403"/>
                  <a:pt x="16603" y="79427"/>
                </a:cubicBezTo>
                <a:cubicBezTo>
                  <a:pt x="16603" y="79477"/>
                  <a:pt x="16553" y="79502"/>
                  <a:pt x="16553" y="79502"/>
                </a:cubicBezTo>
                <a:cubicBezTo>
                  <a:pt x="16528" y="79502"/>
                  <a:pt x="16528" y="79477"/>
                  <a:pt x="16503" y="79477"/>
                </a:cubicBezTo>
                <a:lnTo>
                  <a:pt x="16503" y="79427"/>
                </a:lnTo>
                <a:lnTo>
                  <a:pt x="16503" y="79403"/>
                </a:lnTo>
                <a:close/>
                <a:moveTo>
                  <a:pt x="17001" y="78880"/>
                </a:moveTo>
                <a:cubicBezTo>
                  <a:pt x="17424" y="79104"/>
                  <a:pt x="17872" y="79278"/>
                  <a:pt x="18345" y="79477"/>
                </a:cubicBezTo>
                <a:cubicBezTo>
                  <a:pt x="18345" y="79502"/>
                  <a:pt x="18295" y="79502"/>
                  <a:pt x="18295" y="79527"/>
                </a:cubicBezTo>
                <a:cubicBezTo>
                  <a:pt x="17847" y="79353"/>
                  <a:pt x="17399" y="79129"/>
                  <a:pt x="16976" y="78930"/>
                </a:cubicBezTo>
                <a:cubicBezTo>
                  <a:pt x="16976" y="78905"/>
                  <a:pt x="17001" y="78880"/>
                  <a:pt x="17001" y="78880"/>
                </a:cubicBezTo>
                <a:close/>
                <a:moveTo>
                  <a:pt x="38930" y="73379"/>
                </a:moveTo>
                <a:cubicBezTo>
                  <a:pt x="39005" y="73404"/>
                  <a:pt x="39079" y="73429"/>
                  <a:pt x="39154" y="73454"/>
                </a:cubicBezTo>
                <a:cubicBezTo>
                  <a:pt x="39179" y="73503"/>
                  <a:pt x="39253" y="73503"/>
                  <a:pt x="39278" y="73528"/>
                </a:cubicBezTo>
                <a:cubicBezTo>
                  <a:pt x="39403" y="73578"/>
                  <a:pt x="39502" y="73653"/>
                  <a:pt x="39577" y="73678"/>
                </a:cubicBezTo>
                <a:cubicBezTo>
                  <a:pt x="39701" y="73752"/>
                  <a:pt x="39826" y="73827"/>
                  <a:pt x="39950" y="73902"/>
                </a:cubicBezTo>
                <a:cubicBezTo>
                  <a:pt x="40050" y="73951"/>
                  <a:pt x="40125" y="74001"/>
                  <a:pt x="40174" y="74051"/>
                </a:cubicBezTo>
                <a:cubicBezTo>
                  <a:pt x="40199" y="74051"/>
                  <a:pt x="40224" y="74076"/>
                  <a:pt x="40224" y="74076"/>
                </a:cubicBezTo>
                <a:cubicBezTo>
                  <a:pt x="40349" y="74151"/>
                  <a:pt x="40448" y="74225"/>
                  <a:pt x="40548" y="74300"/>
                </a:cubicBezTo>
                <a:cubicBezTo>
                  <a:pt x="39926" y="75470"/>
                  <a:pt x="39328" y="76665"/>
                  <a:pt x="38805" y="77809"/>
                </a:cubicBezTo>
                <a:cubicBezTo>
                  <a:pt x="37138" y="78506"/>
                  <a:pt x="35470" y="79104"/>
                  <a:pt x="33852" y="79552"/>
                </a:cubicBezTo>
                <a:cubicBezTo>
                  <a:pt x="34947" y="76789"/>
                  <a:pt x="36540" y="74698"/>
                  <a:pt x="38532" y="73503"/>
                </a:cubicBezTo>
                <a:cubicBezTo>
                  <a:pt x="38656" y="73454"/>
                  <a:pt x="38805" y="73429"/>
                  <a:pt x="38930" y="73379"/>
                </a:cubicBezTo>
                <a:close/>
                <a:moveTo>
                  <a:pt x="18519" y="79527"/>
                </a:moveTo>
                <a:cubicBezTo>
                  <a:pt x="18544" y="79527"/>
                  <a:pt x="18544" y="79552"/>
                  <a:pt x="18569" y="79552"/>
                </a:cubicBezTo>
                <a:lnTo>
                  <a:pt x="18519" y="79627"/>
                </a:lnTo>
                <a:cubicBezTo>
                  <a:pt x="18494" y="79627"/>
                  <a:pt x="18494" y="79602"/>
                  <a:pt x="18469" y="79602"/>
                </a:cubicBezTo>
                <a:lnTo>
                  <a:pt x="18519" y="79527"/>
                </a:lnTo>
                <a:close/>
                <a:moveTo>
                  <a:pt x="37934" y="73653"/>
                </a:moveTo>
                <a:cubicBezTo>
                  <a:pt x="36142" y="74947"/>
                  <a:pt x="34649" y="76988"/>
                  <a:pt x="33653" y="79627"/>
                </a:cubicBezTo>
                <a:cubicBezTo>
                  <a:pt x="33603" y="79627"/>
                  <a:pt x="33578" y="79651"/>
                  <a:pt x="33553" y="79651"/>
                </a:cubicBezTo>
                <a:cubicBezTo>
                  <a:pt x="34549" y="77013"/>
                  <a:pt x="35968" y="74997"/>
                  <a:pt x="37760" y="73678"/>
                </a:cubicBezTo>
                <a:cubicBezTo>
                  <a:pt x="37810" y="73678"/>
                  <a:pt x="37884" y="73653"/>
                  <a:pt x="37934" y="73653"/>
                </a:cubicBezTo>
                <a:close/>
                <a:moveTo>
                  <a:pt x="16876" y="79104"/>
                </a:moveTo>
                <a:cubicBezTo>
                  <a:pt x="17275" y="79278"/>
                  <a:pt x="17723" y="79477"/>
                  <a:pt x="18121" y="79651"/>
                </a:cubicBezTo>
                <a:cubicBezTo>
                  <a:pt x="18096" y="79726"/>
                  <a:pt x="18021" y="79751"/>
                  <a:pt x="17996" y="79801"/>
                </a:cubicBezTo>
                <a:cubicBezTo>
                  <a:pt x="17872" y="79776"/>
                  <a:pt x="17748" y="79726"/>
                  <a:pt x="17598" y="79651"/>
                </a:cubicBezTo>
                <a:cubicBezTo>
                  <a:pt x="17349" y="79552"/>
                  <a:pt x="17051" y="79427"/>
                  <a:pt x="16802" y="79303"/>
                </a:cubicBezTo>
                <a:cubicBezTo>
                  <a:pt x="16851" y="79253"/>
                  <a:pt x="16876" y="79154"/>
                  <a:pt x="16876" y="79104"/>
                </a:cubicBezTo>
                <a:close/>
                <a:moveTo>
                  <a:pt x="38756" y="78108"/>
                </a:moveTo>
                <a:lnTo>
                  <a:pt x="38756" y="78133"/>
                </a:lnTo>
                <a:lnTo>
                  <a:pt x="38756" y="78158"/>
                </a:lnTo>
                <a:cubicBezTo>
                  <a:pt x="37063" y="78855"/>
                  <a:pt x="35420" y="79403"/>
                  <a:pt x="33827" y="79851"/>
                </a:cubicBezTo>
                <a:cubicBezTo>
                  <a:pt x="33728" y="79826"/>
                  <a:pt x="33728" y="79826"/>
                  <a:pt x="33777" y="79801"/>
                </a:cubicBezTo>
                <a:cubicBezTo>
                  <a:pt x="34076" y="79676"/>
                  <a:pt x="34400" y="79602"/>
                  <a:pt x="34698" y="79502"/>
                </a:cubicBezTo>
                <a:lnTo>
                  <a:pt x="35271" y="79303"/>
                </a:lnTo>
                <a:lnTo>
                  <a:pt x="35321" y="79303"/>
                </a:lnTo>
                <a:cubicBezTo>
                  <a:pt x="35968" y="79104"/>
                  <a:pt x="36665" y="78880"/>
                  <a:pt x="37337" y="78631"/>
                </a:cubicBezTo>
                <a:cubicBezTo>
                  <a:pt x="37387" y="78631"/>
                  <a:pt x="37387" y="78631"/>
                  <a:pt x="37412" y="78581"/>
                </a:cubicBezTo>
                <a:cubicBezTo>
                  <a:pt x="37461" y="78556"/>
                  <a:pt x="37511" y="78556"/>
                  <a:pt x="37561" y="78531"/>
                </a:cubicBezTo>
                <a:cubicBezTo>
                  <a:pt x="37959" y="78382"/>
                  <a:pt x="38332" y="78258"/>
                  <a:pt x="38756" y="78108"/>
                </a:cubicBezTo>
                <a:close/>
                <a:moveTo>
                  <a:pt x="72458" y="64095"/>
                </a:moveTo>
                <a:cubicBezTo>
                  <a:pt x="74624" y="66235"/>
                  <a:pt x="77038" y="68426"/>
                  <a:pt x="79602" y="70467"/>
                </a:cubicBezTo>
                <a:cubicBezTo>
                  <a:pt x="76814" y="73902"/>
                  <a:pt x="73454" y="77137"/>
                  <a:pt x="69670" y="79875"/>
                </a:cubicBezTo>
                <a:cubicBezTo>
                  <a:pt x="69546" y="79726"/>
                  <a:pt x="69421" y="79527"/>
                  <a:pt x="69297" y="79378"/>
                </a:cubicBezTo>
                <a:cubicBezTo>
                  <a:pt x="68874" y="78755"/>
                  <a:pt x="68401" y="78158"/>
                  <a:pt x="67928" y="77561"/>
                </a:cubicBezTo>
                <a:cubicBezTo>
                  <a:pt x="67779" y="77386"/>
                  <a:pt x="67654" y="77187"/>
                  <a:pt x="67505" y="77013"/>
                </a:cubicBezTo>
                <a:cubicBezTo>
                  <a:pt x="66883" y="76216"/>
                  <a:pt x="66260" y="75445"/>
                  <a:pt x="65638" y="74698"/>
                </a:cubicBezTo>
                <a:cubicBezTo>
                  <a:pt x="65638" y="74673"/>
                  <a:pt x="65588" y="74673"/>
                  <a:pt x="65588" y="74648"/>
                </a:cubicBezTo>
                <a:cubicBezTo>
                  <a:pt x="65314" y="74300"/>
                  <a:pt x="65016" y="73976"/>
                  <a:pt x="64717" y="73653"/>
                </a:cubicBezTo>
                <a:cubicBezTo>
                  <a:pt x="64568" y="73454"/>
                  <a:pt x="64369" y="73279"/>
                  <a:pt x="64219" y="73080"/>
                </a:cubicBezTo>
                <a:cubicBezTo>
                  <a:pt x="64045" y="72906"/>
                  <a:pt x="63871" y="72707"/>
                  <a:pt x="63697" y="72533"/>
                </a:cubicBezTo>
                <a:cubicBezTo>
                  <a:pt x="66808" y="69844"/>
                  <a:pt x="69770" y="67007"/>
                  <a:pt x="72458" y="64095"/>
                </a:cubicBezTo>
                <a:close/>
                <a:moveTo>
                  <a:pt x="18345" y="79751"/>
                </a:moveTo>
                <a:cubicBezTo>
                  <a:pt x="18370" y="79751"/>
                  <a:pt x="18370" y="79776"/>
                  <a:pt x="18395" y="79776"/>
                </a:cubicBezTo>
                <a:cubicBezTo>
                  <a:pt x="18370" y="79851"/>
                  <a:pt x="18295" y="79875"/>
                  <a:pt x="18270" y="79925"/>
                </a:cubicBezTo>
                <a:lnTo>
                  <a:pt x="18196" y="79925"/>
                </a:lnTo>
                <a:cubicBezTo>
                  <a:pt x="18245" y="79826"/>
                  <a:pt x="18295" y="79801"/>
                  <a:pt x="18345" y="79751"/>
                </a:cubicBezTo>
                <a:close/>
                <a:moveTo>
                  <a:pt x="112856" y="59440"/>
                </a:moveTo>
                <a:cubicBezTo>
                  <a:pt x="111114" y="63871"/>
                  <a:pt x="108700" y="68550"/>
                  <a:pt x="105713" y="73155"/>
                </a:cubicBezTo>
                <a:cubicBezTo>
                  <a:pt x="105489" y="73503"/>
                  <a:pt x="105240" y="73877"/>
                  <a:pt x="105016" y="74200"/>
                </a:cubicBezTo>
                <a:cubicBezTo>
                  <a:pt x="103721" y="76167"/>
                  <a:pt x="102303" y="78108"/>
                  <a:pt x="100809" y="80025"/>
                </a:cubicBezTo>
                <a:cubicBezTo>
                  <a:pt x="100784" y="79403"/>
                  <a:pt x="100486" y="78631"/>
                  <a:pt x="99988" y="77735"/>
                </a:cubicBezTo>
                <a:cubicBezTo>
                  <a:pt x="104344" y="72209"/>
                  <a:pt x="108077" y="66559"/>
                  <a:pt x="110965" y="60958"/>
                </a:cubicBezTo>
                <a:cubicBezTo>
                  <a:pt x="111687" y="60485"/>
                  <a:pt x="112334" y="59988"/>
                  <a:pt x="112856" y="59440"/>
                </a:cubicBezTo>
                <a:close/>
                <a:moveTo>
                  <a:pt x="16752" y="79527"/>
                </a:moveTo>
                <a:cubicBezTo>
                  <a:pt x="16851" y="79552"/>
                  <a:pt x="16926" y="79602"/>
                  <a:pt x="17026" y="79651"/>
                </a:cubicBezTo>
                <a:cubicBezTo>
                  <a:pt x="17125" y="79676"/>
                  <a:pt x="17175" y="79726"/>
                  <a:pt x="17275" y="79751"/>
                </a:cubicBezTo>
                <a:cubicBezTo>
                  <a:pt x="17474" y="79851"/>
                  <a:pt x="17673" y="79900"/>
                  <a:pt x="17872" y="80000"/>
                </a:cubicBezTo>
                <a:lnTo>
                  <a:pt x="17872" y="80025"/>
                </a:lnTo>
                <a:lnTo>
                  <a:pt x="17872" y="80050"/>
                </a:lnTo>
                <a:lnTo>
                  <a:pt x="16752" y="79602"/>
                </a:lnTo>
                <a:lnTo>
                  <a:pt x="16752" y="79552"/>
                </a:lnTo>
                <a:lnTo>
                  <a:pt x="16752" y="79527"/>
                </a:lnTo>
                <a:close/>
                <a:moveTo>
                  <a:pt x="79751" y="70591"/>
                </a:moveTo>
                <a:cubicBezTo>
                  <a:pt x="79776" y="70591"/>
                  <a:pt x="79776" y="70641"/>
                  <a:pt x="79826" y="70641"/>
                </a:cubicBezTo>
                <a:cubicBezTo>
                  <a:pt x="77038" y="74076"/>
                  <a:pt x="73653" y="77337"/>
                  <a:pt x="69870" y="80050"/>
                </a:cubicBezTo>
                <a:cubicBezTo>
                  <a:pt x="69870" y="80025"/>
                  <a:pt x="69820" y="80025"/>
                  <a:pt x="69820" y="80000"/>
                </a:cubicBezTo>
                <a:cubicBezTo>
                  <a:pt x="73603" y="77287"/>
                  <a:pt x="76988" y="74051"/>
                  <a:pt x="79751" y="70591"/>
                </a:cubicBezTo>
                <a:close/>
                <a:moveTo>
                  <a:pt x="63572" y="72707"/>
                </a:moveTo>
                <a:cubicBezTo>
                  <a:pt x="63721" y="72906"/>
                  <a:pt x="63896" y="73055"/>
                  <a:pt x="64070" y="73254"/>
                </a:cubicBezTo>
                <a:cubicBezTo>
                  <a:pt x="64219" y="73404"/>
                  <a:pt x="64393" y="73578"/>
                  <a:pt x="64543" y="73777"/>
                </a:cubicBezTo>
                <a:cubicBezTo>
                  <a:pt x="66260" y="75694"/>
                  <a:pt x="67953" y="77859"/>
                  <a:pt x="69571" y="80050"/>
                </a:cubicBezTo>
                <a:cubicBezTo>
                  <a:pt x="69571" y="80050"/>
                  <a:pt x="69546" y="80050"/>
                  <a:pt x="69546" y="80099"/>
                </a:cubicBezTo>
                <a:cubicBezTo>
                  <a:pt x="68177" y="78233"/>
                  <a:pt x="66808" y="76490"/>
                  <a:pt x="65439" y="74872"/>
                </a:cubicBezTo>
                <a:lnTo>
                  <a:pt x="65339" y="74773"/>
                </a:lnTo>
                <a:cubicBezTo>
                  <a:pt x="65090" y="74449"/>
                  <a:pt x="64817" y="74175"/>
                  <a:pt x="64568" y="73902"/>
                </a:cubicBezTo>
                <a:cubicBezTo>
                  <a:pt x="64369" y="73678"/>
                  <a:pt x="64194" y="73454"/>
                  <a:pt x="63970" y="73254"/>
                </a:cubicBezTo>
                <a:cubicBezTo>
                  <a:pt x="63821" y="73055"/>
                  <a:pt x="63672" y="72906"/>
                  <a:pt x="63522" y="72757"/>
                </a:cubicBezTo>
                <a:cubicBezTo>
                  <a:pt x="63547" y="72757"/>
                  <a:pt x="63547" y="72707"/>
                  <a:pt x="63572" y="72707"/>
                </a:cubicBezTo>
                <a:close/>
                <a:moveTo>
                  <a:pt x="18295" y="80174"/>
                </a:moveTo>
                <a:cubicBezTo>
                  <a:pt x="18367" y="80174"/>
                  <a:pt x="18393" y="80174"/>
                  <a:pt x="18417" y="80219"/>
                </a:cubicBezTo>
                <a:lnTo>
                  <a:pt x="18417" y="80219"/>
                </a:lnTo>
                <a:cubicBezTo>
                  <a:pt x="18376" y="80204"/>
                  <a:pt x="18336" y="80189"/>
                  <a:pt x="18295" y="80174"/>
                </a:cubicBezTo>
                <a:close/>
                <a:moveTo>
                  <a:pt x="99888" y="77859"/>
                </a:moveTo>
                <a:cubicBezTo>
                  <a:pt x="100411" y="78805"/>
                  <a:pt x="100685" y="79627"/>
                  <a:pt x="100660" y="80249"/>
                </a:cubicBezTo>
                <a:cubicBezTo>
                  <a:pt x="100616" y="80271"/>
                  <a:pt x="100572" y="80293"/>
                  <a:pt x="100562" y="80332"/>
                </a:cubicBezTo>
                <a:lnTo>
                  <a:pt x="100562" y="80332"/>
                </a:lnTo>
                <a:cubicBezTo>
                  <a:pt x="100630" y="79736"/>
                  <a:pt x="100356" y="78920"/>
                  <a:pt x="99814" y="77909"/>
                </a:cubicBezTo>
                <a:lnTo>
                  <a:pt x="99888" y="77859"/>
                </a:lnTo>
                <a:close/>
                <a:moveTo>
                  <a:pt x="44232" y="79527"/>
                </a:moveTo>
                <a:cubicBezTo>
                  <a:pt x="44257" y="79751"/>
                  <a:pt x="44281" y="79925"/>
                  <a:pt x="44356" y="80124"/>
                </a:cubicBezTo>
                <a:cubicBezTo>
                  <a:pt x="44381" y="80199"/>
                  <a:pt x="44381" y="80299"/>
                  <a:pt x="44406" y="80423"/>
                </a:cubicBezTo>
                <a:lnTo>
                  <a:pt x="44381" y="80423"/>
                </a:lnTo>
                <a:cubicBezTo>
                  <a:pt x="44356" y="80124"/>
                  <a:pt x="44257" y="79826"/>
                  <a:pt x="44182" y="79527"/>
                </a:cubicBezTo>
                <a:close/>
                <a:moveTo>
                  <a:pt x="18594" y="79826"/>
                </a:moveTo>
                <a:cubicBezTo>
                  <a:pt x="19117" y="80050"/>
                  <a:pt x="19639" y="80274"/>
                  <a:pt x="20212" y="80448"/>
                </a:cubicBezTo>
                <a:lnTo>
                  <a:pt x="19739" y="80373"/>
                </a:lnTo>
                <a:lnTo>
                  <a:pt x="19092" y="80174"/>
                </a:lnTo>
                <a:cubicBezTo>
                  <a:pt x="18868" y="80124"/>
                  <a:pt x="18668" y="80050"/>
                  <a:pt x="18494" y="80000"/>
                </a:cubicBezTo>
                <a:cubicBezTo>
                  <a:pt x="18494" y="79925"/>
                  <a:pt x="18519" y="79900"/>
                  <a:pt x="18594" y="79826"/>
                </a:cubicBezTo>
                <a:close/>
                <a:moveTo>
                  <a:pt x="108127" y="69595"/>
                </a:moveTo>
                <a:lnTo>
                  <a:pt x="108127" y="69595"/>
                </a:lnTo>
                <a:cubicBezTo>
                  <a:pt x="107878" y="70093"/>
                  <a:pt x="107580" y="70591"/>
                  <a:pt x="107256" y="71089"/>
                </a:cubicBezTo>
                <a:cubicBezTo>
                  <a:pt x="106708" y="72035"/>
                  <a:pt x="106111" y="72931"/>
                  <a:pt x="105514" y="73877"/>
                </a:cubicBezTo>
                <a:cubicBezTo>
                  <a:pt x="105489" y="73926"/>
                  <a:pt x="105464" y="74001"/>
                  <a:pt x="105389" y="74051"/>
                </a:cubicBezTo>
                <a:cubicBezTo>
                  <a:pt x="104966" y="74698"/>
                  <a:pt x="104493" y="75395"/>
                  <a:pt x="104045" y="76042"/>
                </a:cubicBezTo>
                <a:cubicBezTo>
                  <a:pt x="103995" y="76117"/>
                  <a:pt x="103945" y="76192"/>
                  <a:pt x="103896" y="76266"/>
                </a:cubicBezTo>
                <a:cubicBezTo>
                  <a:pt x="103846" y="76366"/>
                  <a:pt x="103771" y="76416"/>
                  <a:pt x="103746" y="76515"/>
                </a:cubicBezTo>
                <a:lnTo>
                  <a:pt x="103000" y="77536"/>
                </a:lnTo>
                <a:cubicBezTo>
                  <a:pt x="102800" y="77785"/>
                  <a:pt x="102651" y="78034"/>
                  <a:pt x="102477" y="78258"/>
                </a:cubicBezTo>
                <a:cubicBezTo>
                  <a:pt x="102402" y="78307"/>
                  <a:pt x="102377" y="78382"/>
                  <a:pt x="102303" y="78482"/>
                </a:cubicBezTo>
                <a:cubicBezTo>
                  <a:pt x="102104" y="78755"/>
                  <a:pt x="101904" y="79004"/>
                  <a:pt x="101680" y="79278"/>
                </a:cubicBezTo>
                <a:cubicBezTo>
                  <a:pt x="101382" y="79676"/>
                  <a:pt x="101108" y="80099"/>
                  <a:pt x="100784" y="80473"/>
                </a:cubicBezTo>
                <a:lnTo>
                  <a:pt x="100784" y="80423"/>
                </a:lnTo>
                <a:lnTo>
                  <a:pt x="100784" y="80373"/>
                </a:lnTo>
                <a:cubicBezTo>
                  <a:pt x="100909" y="80224"/>
                  <a:pt x="101058" y="80025"/>
                  <a:pt x="101183" y="79851"/>
                </a:cubicBezTo>
                <a:cubicBezTo>
                  <a:pt x="102104" y="78681"/>
                  <a:pt x="103099" y="77386"/>
                  <a:pt x="103796" y="76316"/>
                </a:cubicBezTo>
                <a:cubicBezTo>
                  <a:pt x="104294" y="75619"/>
                  <a:pt x="104792" y="74823"/>
                  <a:pt x="105339" y="74026"/>
                </a:cubicBezTo>
                <a:cubicBezTo>
                  <a:pt x="105364" y="74001"/>
                  <a:pt x="105389" y="73951"/>
                  <a:pt x="105389" y="73902"/>
                </a:cubicBezTo>
                <a:cubicBezTo>
                  <a:pt x="106360" y="72408"/>
                  <a:pt x="107331" y="70890"/>
                  <a:pt x="108127" y="69595"/>
                </a:cubicBezTo>
                <a:close/>
                <a:moveTo>
                  <a:pt x="94686" y="71811"/>
                </a:moveTo>
                <a:cubicBezTo>
                  <a:pt x="96503" y="73702"/>
                  <a:pt x="97922" y="75420"/>
                  <a:pt x="98893" y="76889"/>
                </a:cubicBezTo>
                <a:cubicBezTo>
                  <a:pt x="98196" y="77859"/>
                  <a:pt x="97499" y="78805"/>
                  <a:pt x="96752" y="79776"/>
                </a:cubicBezTo>
                <a:cubicBezTo>
                  <a:pt x="96702" y="79801"/>
                  <a:pt x="96702" y="79826"/>
                  <a:pt x="96677" y="79875"/>
                </a:cubicBezTo>
                <a:cubicBezTo>
                  <a:pt x="96503" y="80099"/>
                  <a:pt x="96304" y="80348"/>
                  <a:pt x="96155" y="80547"/>
                </a:cubicBezTo>
                <a:cubicBezTo>
                  <a:pt x="94412" y="79826"/>
                  <a:pt x="92272" y="78730"/>
                  <a:pt x="89957" y="77337"/>
                </a:cubicBezTo>
                <a:cubicBezTo>
                  <a:pt x="90355" y="76913"/>
                  <a:pt x="90778" y="76440"/>
                  <a:pt x="91151" y="76017"/>
                </a:cubicBezTo>
                <a:cubicBezTo>
                  <a:pt x="91226" y="75918"/>
                  <a:pt x="91326" y="75793"/>
                  <a:pt x="91425" y="75694"/>
                </a:cubicBezTo>
                <a:cubicBezTo>
                  <a:pt x="92072" y="74922"/>
                  <a:pt x="92720" y="74175"/>
                  <a:pt x="93392" y="73404"/>
                </a:cubicBezTo>
                <a:cubicBezTo>
                  <a:pt x="93441" y="73329"/>
                  <a:pt x="93466" y="73279"/>
                  <a:pt x="93541" y="73205"/>
                </a:cubicBezTo>
                <a:cubicBezTo>
                  <a:pt x="93914" y="72732"/>
                  <a:pt x="94313" y="72284"/>
                  <a:pt x="94686" y="71811"/>
                </a:cubicBezTo>
                <a:close/>
                <a:moveTo>
                  <a:pt x="99042" y="77038"/>
                </a:moveTo>
                <a:lnTo>
                  <a:pt x="99067" y="77063"/>
                </a:lnTo>
                <a:cubicBezTo>
                  <a:pt x="98245" y="78258"/>
                  <a:pt x="97374" y="79427"/>
                  <a:pt x="96428" y="80597"/>
                </a:cubicBezTo>
                <a:lnTo>
                  <a:pt x="96379" y="80597"/>
                </a:lnTo>
                <a:cubicBezTo>
                  <a:pt x="97300" y="79403"/>
                  <a:pt x="98196" y="78233"/>
                  <a:pt x="99042" y="77038"/>
                </a:cubicBezTo>
                <a:close/>
                <a:moveTo>
                  <a:pt x="79950" y="70765"/>
                </a:moveTo>
                <a:cubicBezTo>
                  <a:pt x="80025" y="70840"/>
                  <a:pt x="80150" y="70915"/>
                  <a:pt x="80249" y="71014"/>
                </a:cubicBezTo>
                <a:cubicBezTo>
                  <a:pt x="77138" y="74325"/>
                  <a:pt x="73777" y="77561"/>
                  <a:pt x="70243" y="80622"/>
                </a:cubicBezTo>
                <a:lnTo>
                  <a:pt x="69944" y="80249"/>
                </a:lnTo>
                <a:cubicBezTo>
                  <a:pt x="73777" y="77511"/>
                  <a:pt x="77163" y="74225"/>
                  <a:pt x="79950" y="70765"/>
                </a:cubicBezTo>
                <a:close/>
                <a:moveTo>
                  <a:pt x="44406" y="80622"/>
                </a:moveTo>
                <a:cubicBezTo>
                  <a:pt x="44406" y="80640"/>
                  <a:pt x="44406" y="80659"/>
                  <a:pt x="44407" y="80677"/>
                </a:cubicBezTo>
                <a:lnTo>
                  <a:pt x="44407" y="80677"/>
                </a:lnTo>
                <a:cubicBezTo>
                  <a:pt x="44399" y="80659"/>
                  <a:pt x="44390" y="80640"/>
                  <a:pt x="44381" y="80622"/>
                </a:cubicBezTo>
                <a:close/>
                <a:moveTo>
                  <a:pt x="89832" y="77486"/>
                </a:moveTo>
                <a:cubicBezTo>
                  <a:pt x="92147" y="78880"/>
                  <a:pt x="94263" y="79975"/>
                  <a:pt x="96030" y="80647"/>
                </a:cubicBezTo>
                <a:cubicBezTo>
                  <a:pt x="96030" y="80672"/>
                  <a:pt x="96005" y="80672"/>
                  <a:pt x="96005" y="80722"/>
                </a:cubicBezTo>
                <a:cubicBezTo>
                  <a:pt x="94213" y="80025"/>
                  <a:pt x="92097" y="78905"/>
                  <a:pt x="89807" y="77536"/>
                </a:cubicBezTo>
                <a:cubicBezTo>
                  <a:pt x="89807" y="77511"/>
                  <a:pt x="89832" y="77511"/>
                  <a:pt x="89832" y="77486"/>
                </a:cubicBezTo>
                <a:close/>
                <a:moveTo>
                  <a:pt x="18743" y="79627"/>
                </a:moveTo>
                <a:cubicBezTo>
                  <a:pt x="19764" y="80050"/>
                  <a:pt x="20834" y="80423"/>
                  <a:pt x="21879" y="80747"/>
                </a:cubicBezTo>
                <a:cubicBezTo>
                  <a:pt x="21780" y="80747"/>
                  <a:pt x="21655" y="80747"/>
                  <a:pt x="21531" y="80722"/>
                </a:cubicBezTo>
                <a:cubicBezTo>
                  <a:pt x="20585" y="80398"/>
                  <a:pt x="19614" y="80050"/>
                  <a:pt x="18668" y="79676"/>
                </a:cubicBezTo>
                <a:lnTo>
                  <a:pt x="18743" y="79627"/>
                </a:lnTo>
                <a:close/>
                <a:moveTo>
                  <a:pt x="37337" y="73777"/>
                </a:moveTo>
                <a:lnTo>
                  <a:pt x="37337" y="73777"/>
                </a:lnTo>
                <a:cubicBezTo>
                  <a:pt x="35669" y="75146"/>
                  <a:pt x="34300" y="77137"/>
                  <a:pt x="33329" y="79726"/>
                </a:cubicBezTo>
                <a:cubicBezTo>
                  <a:pt x="32608" y="79900"/>
                  <a:pt x="31911" y="80099"/>
                  <a:pt x="31214" y="80249"/>
                </a:cubicBezTo>
                <a:cubicBezTo>
                  <a:pt x="30666" y="80373"/>
                  <a:pt x="30094" y="80448"/>
                  <a:pt x="29546" y="80547"/>
                </a:cubicBezTo>
                <a:cubicBezTo>
                  <a:pt x="29347" y="80597"/>
                  <a:pt x="29197" y="80622"/>
                  <a:pt x="28998" y="80647"/>
                </a:cubicBezTo>
                <a:cubicBezTo>
                  <a:pt x="28924" y="80647"/>
                  <a:pt x="28824" y="80672"/>
                  <a:pt x="28749" y="80672"/>
                </a:cubicBezTo>
                <a:cubicBezTo>
                  <a:pt x="28550" y="80722"/>
                  <a:pt x="28351" y="80722"/>
                  <a:pt x="28152" y="80747"/>
                </a:cubicBezTo>
                <a:cubicBezTo>
                  <a:pt x="28924" y="78656"/>
                  <a:pt x="29845" y="76565"/>
                  <a:pt x="30940" y="74499"/>
                </a:cubicBezTo>
                <a:cubicBezTo>
                  <a:pt x="31189" y="74499"/>
                  <a:pt x="31413" y="74524"/>
                  <a:pt x="31662" y="74524"/>
                </a:cubicBezTo>
                <a:cubicBezTo>
                  <a:pt x="33429" y="74524"/>
                  <a:pt x="35346" y="74275"/>
                  <a:pt x="37337" y="73777"/>
                </a:cubicBezTo>
                <a:close/>
                <a:moveTo>
                  <a:pt x="99191" y="77262"/>
                </a:moveTo>
                <a:cubicBezTo>
                  <a:pt x="99291" y="77411"/>
                  <a:pt x="99365" y="77536"/>
                  <a:pt x="99440" y="77660"/>
                </a:cubicBezTo>
                <a:cubicBezTo>
                  <a:pt x="98619" y="78730"/>
                  <a:pt x="97772" y="79751"/>
                  <a:pt x="96901" y="80747"/>
                </a:cubicBezTo>
                <a:cubicBezTo>
                  <a:pt x="96802" y="80722"/>
                  <a:pt x="96752" y="80672"/>
                  <a:pt x="96652" y="80647"/>
                </a:cubicBezTo>
                <a:cubicBezTo>
                  <a:pt x="97524" y="79527"/>
                  <a:pt x="98395" y="78407"/>
                  <a:pt x="99191" y="77262"/>
                </a:cubicBezTo>
                <a:close/>
                <a:moveTo>
                  <a:pt x="30716" y="74499"/>
                </a:moveTo>
                <a:cubicBezTo>
                  <a:pt x="29621" y="76615"/>
                  <a:pt x="28700" y="78681"/>
                  <a:pt x="27878" y="80772"/>
                </a:cubicBezTo>
                <a:lnTo>
                  <a:pt x="27828" y="80772"/>
                </a:lnTo>
                <a:cubicBezTo>
                  <a:pt x="28625" y="78681"/>
                  <a:pt x="29596" y="76615"/>
                  <a:pt x="30666" y="74499"/>
                </a:cubicBezTo>
                <a:close/>
                <a:moveTo>
                  <a:pt x="69770" y="80323"/>
                </a:moveTo>
                <a:cubicBezTo>
                  <a:pt x="69870" y="80448"/>
                  <a:pt x="69944" y="80572"/>
                  <a:pt x="70044" y="80747"/>
                </a:cubicBezTo>
                <a:cubicBezTo>
                  <a:pt x="70044" y="80747"/>
                  <a:pt x="70044" y="80772"/>
                  <a:pt x="70019" y="80772"/>
                </a:cubicBezTo>
                <a:cubicBezTo>
                  <a:pt x="69919" y="80647"/>
                  <a:pt x="69820" y="80498"/>
                  <a:pt x="69745" y="80373"/>
                </a:cubicBezTo>
                <a:lnTo>
                  <a:pt x="69770" y="80323"/>
                </a:lnTo>
                <a:close/>
                <a:moveTo>
                  <a:pt x="80398" y="71139"/>
                </a:moveTo>
                <a:cubicBezTo>
                  <a:pt x="80448" y="71139"/>
                  <a:pt x="80448" y="71164"/>
                  <a:pt x="80473" y="71164"/>
                </a:cubicBezTo>
                <a:cubicBezTo>
                  <a:pt x="77337" y="74524"/>
                  <a:pt x="73977" y="77760"/>
                  <a:pt x="70392" y="80796"/>
                </a:cubicBezTo>
                <a:cubicBezTo>
                  <a:pt x="70392" y="80772"/>
                  <a:pt x="70367" y="80772"/>
                  <a:pt x="70367" y="80747"/>
                </a:cubicBezTo>
                <a:cubicBezTo>
                  <a:pt x="73902" y="77735"/>
                  <a:pt x="77262" y="74499"/>
                  <a:pt x="80398" y="71139"/>
                </a:cubicBezTo>
                <a:close/>
                <a:moveTo>
                  <a:pt x="99540" y="77859"/>
                </a:moveTo>
                <a:cubicBezTo>
                  <a:pt x="99540" y="77884"/>
                  <a:pt x="99565" y="77884"/>
                  <a:pt x="99565" y="77909"/>
                </a:cubicBezTo>
                <a:cubicBezTo>
                  <a:pt x="98768" y="78880"/>
                  <a:pt x="97947" y="79875"/>
                  <a:pt x="97150" y="80846"/>
                </a:cubicBezTo>
                <a:cubicBezTo>
                  <a:pt x="97100" y="80846"/>
                  <a:pt x="97100" y="80846"/>
                  <a:pt x="97076" y="80796"/>
                </a:cubicBezTo>
                <a:cubicBezTo>
                  <a:pt x="97922" y="79801"/>
                  <a:pt x="98743" y="78855"/>
                  <a:pt x="99540" y="77859"/>
                </a:cubicBezTo>
                <a:close/>
                <a:moveTo>
                  <a:pt x="26634" y="73752"/>
                </a:moveTo>
                <a:cubicBezTo>
                  <a:pt x="27804" y="74151"/>
                  <a:pt x="29073" y="74399"/>
                  <a:pt x="30467" y="74499"/>
                </a:cubicBezTo>
                <a:cubicBezTo>
                  <a:pt x="29372" y="76615"/>
                  <a:pt x="28451" y="78730"/>
                  <a:pt x="27629" y="80796"/>
                </a:cubicBezTo>
                <a:cubicBezTo>
                  <a:pt x="27455" y="80846"/>
                  <a:pt x="27231" y="80871"/>
                  <a:pt x="27057" y="80871"/>
                </a:cubicBezTo>
                <a:cubicBezTo>
                  <a:pt x="26883" y="80871"/>
                  <a:pt x="26758" y="80896"/>
                  <a:pt x="26609" y="80896"/>
                </a:cubicBezTo>
                <a:cubicBezTo>
                  <a:pt x="25986" y="80921"/>
                  <a:pt x="25364" y="80971"/>
                  <a:pt x="24742" y="80971"/>
                </a:cubicBezTo>
                <a:lnTo>
                  <a:pt x="24642" y="80971"/>
                </a:lnTo>
                <a:cubicBezTo>
                  <a:pt x="24145" y="80971"/>
                  <a:pt x="23622" y="80921"/>
                  <a:pt x="23124" y="80896"/>
                </a:cubicBezTo>
                <a:lnTo>
                  <a:pt x="23074" y="80896"/>
                </a:lnTo>
                <a:cubicBezTo>
                  <a:pt x="21655" y="80523"/>
                  <a:pt x="20262" y="80050"/>
                  <a:pt x="18893" y="79502"/>
                </a:cubicBezTo>
                <a:cubicBezTo>
                  <a:pt x="21133" y="76913"/>
                  <a:pt x="23821" y="74947"/>
                  <a:pt x="26634" y="73752"/>
                </a:cubicBezTo>
                <a:close/>
                <a:moveTo>
                  <a:pt x="70193" y="80871"/>
                </a:moveTo>
                <a:cubicBezTo>
                  <a:pt x="70193" y="80896"/>
                  <a:pt x="70193" y="80921"/>
                  <a:pt x="70218" y="80921"/>
                </a:cubicBezTo>
                <a:lnTo>
                  <a:pt x="70193" y="80971"/>
                </a:lnTo>
                <a:cubicBezTo>
                  <a:pt x="70193" y="80921"/>
                  <a:pt x="70168" y="80921"/>
                  <a:pt x="70168" y="80896"/>
                </a:cubicBezTo>
                <a:lnTo>
                  <a:pt x="70193" y="80871"/>
                </a:lnTo>
                <a:close/>
                <a:moveTo>
                  <a:pt x="18454" y="80232"/>
                </a:moveTo>
                <a:cubicBezTo>
                  <a:pt x="18763" y="80306"/>
                  <a:pt x="19028" y="80402"/>
                  <a:pt x="19341" y="80498"/>
                </a:cubicBezTo>
                <a:cubicBezTo>
                  <a:pt x="19415" y="80523"/>
                  <a:pt x="19540" y="80523"/>
                  <a:pt x="19639" y="80547"/>
                </a:cubicBezTo>
                <a:lnTo>
                  <a:pt x="19664" y="80547"/>
                </a:lnTo>
                <a:cubicBezTo>
                  <a:pt x="19988" y="80622"/>
                  <a:pt x="20262" y="80722"/>
                  <a:pt x="20610" y="80772"/>
                </a:cubicBezTo>
                <a:cubicBezTo>
                  <a:pt x="20759" y="80796"/>
                  <a:pt x="20909" y="80821"/>
                  <a:pt x="21108" y="80821"/>
                </a:cubicBezTo>
                <a:cubicBezTo>
                  <a:pt x="21158" y="80821"/>
                  <a:pt x="21207" y="80871"/>
                  <a:pt x="21257" y="80871"/>
                </a:cubicBezTo>
                <a:cubicBezTo>
                  <a:pt x="21307" y="80871"/>
                  <a:pt x="21382" y="80871"/>
                  <a:pt x="21456" y="80896"/>
                </a:cubicBezTo>
                <a:cubicBezTo>
                  <a:pt x="21481" y="80896"/>
                  <a:pt x="21506" y="80896"/>
                  <a:pt x="21531" y="80921"/>
                </a:cubicBezTo>
                <a:cubicBezTo>
                  <a:pt x="21581" y="80921"/>
                  <a:pt x="21631" y="80971"/>
                  <a:pt x="21655" y="80971"/>
                </a:cubicBezTo>
                <a:lnTo>
                  <a:pt x="21705" y="80971"/>
                </a:lnTo>
                <a:cubicBezTo>
                  <a:pt x="21722" y="80971"/>
                  <a:pt x="21749" y="80982"/>
                  <a:pt x="21780" y="80989"/>
                </a:cubicBezTo>
                <a:lnTo>
                  <a:pt x="21780" y="80989"/>
                </a:lnTo>
                <a:cubicBezTo>
                  <a:pt x="21631" y="80970"/>
                  <a:pt x="21516" y="80966"/>
                  <a:pt x="21382" y="80921"/>
                </a:cubicBezTo>
                <a:cubicBezTo>
                  <a:pt x="21257" y="80896"/>
                  <a:pt x="21158" y="80896"/>
                  <a:pt x="21083" y="80871"/>
                </a:cubicBezTo>
                <a:cubicBezTo>
                  <a:pt x="20171" y="80754"/>
                  <a:pt x="19281" y="80527"/>
                  <a:pt x="18454" y="80232"/>
                </a:cubicBezTo>
                <a:close/>
                <a:moveTo>
                  <a:pt x="27828" y="80971"/>
                </a:moveTo>
                <a:lnTo>
                  <a:pt x="27828" y="80996"/>
                </a:lnTo>
                <a:lnTo>
                  <a:pt x="27754" y="80996"/>
                </a:lnTo>
                <a:lnTo>
                  <a:pt x="27754" y="80971"/>
                </a:lnTo>
                <a:close/>
                <a:moveTo>
                  <a:pt x="33230" y="79975"/>
                </a:moveTo>
                <a:lnTo>
                  <a:pt x="33230" y="80000"/>
                </a:lnTo>
                <a:lnTo>
                  <a:pt x="33230" y="80025"/>
                </a:lnTo>
                <a:cubicBezTo>
                  <a:pt x="31811" y="80398"/>
                  <a:pt x="30392" y="80722"/>
                  <a:pt x="29073" y="80896"/>
                </a:cubicBezTo>
                <a:cubicBezTo>
                  <a:pt x="28973" y="80896"/>
                  <a:pt x="28899" y="80921"/>
                  <a:pt x="28824" y="80921"/>
                </a:cubicBezTo>
                <a:cubicBezTo>
                  <a:pt x="28550" y="80921"/>
                  <a:pt x="28252" y="80971"/>
                  <a:pt x="28003" y="80996"/>
                </a:cubicBezTo>
                <a:cubicBezTo>
                  <a:pt x="28301" y="80921"/>
                  <a:pt x="28525" y="80896"/>
                  <a:pt x="28774" y="80871"/>
                </a:cubicBezTo>
                <a:cubicBezTo>
                  <a:pt x="28849" y="80871"/>
                  <a:pt x="28924" y="80846"/>
                  <a:pt x="28998" y="80846"/>
                </a:cubicBezTo>
                <a:cubicBezTo>
                  <a:pt x="30367" y="80647"/>
                  <a:pt x="31811" y="80348"/>
                  <a:pt x="33230" y="79975"/>
                </a:cubicBezTo>
                <a:close/>
                <a:moveTo>
                  <a:pt x="96503" y="80846"/>
                </a:moveTo>
                <a:cubicBezTo>
                  <a:pt x="96578" y="80871"/>
                  <a:pt x="96652" y="80896"/>
                  <a:pt x="96752" y="80921"/>
                </a:cubicBezTo>
                <a:cubicBezTo>
                  <a:pt x="96752" y="80971"/>
                  <a:pt x="96702" y="80971"/>
                  <a:pt x="96702" y="80996"/>
                </a:cubicBezTo>
                <a:cubicBezTo>
                  <a:pt x="96627" y="80971"/>
                  <a:pt x="96553" y="80921"/>
                  <a:pt x="96453" y="80896"/>
                </a:cubicBezTo>
                <a:cubicBezTo>
                  <a:pt x="96503" y="80871"/>
                  <a:pt x="96503" y="80846"/>
                  <a:pt x="96503" y="80846"/>
                </a:cubicBezTo>
                <a:close/>
                <a:moveTo>
                  <a:pt x="96951" y="80971"/>
                </a:moveTo>
                <a:cubicBezTo>
                  <a:pt x="96951" y="80971"/>
                  <a:pt x="97001" y="80996"/>
                  <a:pt x="97026" y="80996"/>
                </a:cubicBezTo>
                <a:cubicBezTo>
                  <a:pt x="97026" y="81020"/>
                  <a:pt x="97001" y="81020"/>
                  <a:pt x="97001" y="81045"/>
                </a:cubicBezTo>
                <a:cubicBezTo>
                  <a:pt x="96951" y="81045"/>
                  <a:pt x="96951" y="81045"/>
                  <a:pt x="96926" y="81020"/>
                </a:cubicBezTo>
                <a:cubicBezTo>
                  <a:pt x="96926" y="80996"/>
                  <a:pt x="96951" y="80996"/>
                  <a:pt x="96951" y="80971"/>
                </a:cubicBezTo>
                <a:close/>
                <a:moveTo>
                  <a:pt x="44406" y="78656"/>
                </a:moveTo>
                <a:lnTo>
                  <a:pt x="44879" y="79602"/>
                </a:lnTo>
                <a:cubicBezTo>
                  <a:pt x="44978" y="79776"/>
                  <a:pt x="45053" y="79975"/>
                  <a:pt x="45128" y="80149"/>
                </a:cubicBezTo>
                <a:cubicBezTo>
                  <a:pt x="45252" y="80473"/>
                  <a:pt x="45377" y="80747"/>
                  <a:pt x="45476" y="81045"/>
                </a:cubicBezTo>
                <a:cubicBezTo>
                  <a:pt x="45479" y="81053"/>
                  <a:pt x="45481" y="81061"/>
                  <a:pt x="45483" y="81069"/>
                </a:cubicBezTo>
                <a:lnTo>
                  <a:pt x="45483" y="81069"/>
                </a:lnTo>
                <a:cubicBezTo>
                  <a:pt x="45385" y="80794"/>
                  <a:pt x="45279" y="80517"/>
                  <a:pt x="45153" y="80249"/>
                </a:cubicBezTo>
                <a:cubicBezTo>
                  <a:pt x="45128" y="80174"/>
                  <a:pt x="45103" y="80124"/>
                  <a:pt x="45053" y="80025"/>
                </a:cubicBezTo>
                <a:cubicBezTo>
                  <a:pt x="44879" y="79627"/>
                  <a:pt x="44680" y="79228"/>
                  <a:pt x="44481" y="78855"/>
                </a:cubicBezTo>
                <a:cubicBezTo>
                  <a:pt x="44431" y="78805"/>
                  <a:pt x="44431" y="78755"/>
                  <a:pt x="44406" y="78730"/>
                </a:cubicBezTo>
                <a:lnTo>
                  <a:pt x="44406" y="78681"/>
                </a:lnTo>
                <a:lnTo>
                  <a:pt x="44406" y="78656"/>
                </a:lnTo>
                <a:close/>
                <a:moveTo>
                  <a:pt x="22651" y="81045"/>
                </a:moveTo>
                <a:cubicBezTo>
                  <a:pt x="22751" y="81045"/>
                  <a:pt x="22850" y="81095"/>
                  <a:pt x="22950" y="81095"/>
                </a:cubicBezTo>
                <a:lnTo>
                  <a:pt x="23024" y="81095"/>
                </a:lnTo>
                <a:cubicBezTo>
                  <a:pt x="23074" y="81095"/>
                  <a:pt x="23124" y="81120"/>
                  <a:pt x="23149" y="81120"/>
                </a:cubicBezTo>
                <a:lnTo>
                  <a:pt x="23199" y="81120"/>
                </a:lnTo>
                <a:cubicBezTo>
                  <a:pt x="23248" y="81145"/>
                  <a:pt x="23273" y="81145"/>
                  <a:pt x="23323" y="81145"/>
                </a:cubicBezTo>
                <a:lnTo>
                  <a:pt x="22975" y="81145"/>
                </a:lnTo>
                <a:cubicBezTo>
                  <a:pt x="22900" y="81145"/>
                  <a:pt x="22875" y="81120"/>
                  <a:pt x="22825" y="81120"/>
                </a:cubicBezTo>
                <a:cubicBezTo>
                  <a:pt x="22751" y="81070"/>
                  <a:pt x="22701" y="81070"/>
                  <a:pt x="22626" y="81045"/>
                </a:cubicBezTo>
                <a:close/>
                <a:moveTo>
                  <a:pt x="100535" y="80672"/>
                </a:moveTo>
                <a:cubicBezTo>
                  <a:pt x="100535" y="80747"/>
                  <a:pt x="100510" y="80772"/>
                  <a:pt x="100486" y="80796"/>
                </a:cubicBezTo>
                <a:cubicBezTo>
                  <a:pt x="100386" y="80921"/>
                  <a:pt x="100286" y="81020"/>
                  <a:pt x="100237" y="81145"/>
                </a:cubicBezTo>
                <a:cubicBezTo>
                  <a:pt x="100187" y="81145"/>
                  <a:pt x="100187" y="81170"/>
                  <a:pt x="100162" y="81170"/>
                </a:cubicBezTo>
                <a:cubicBezTo>
                  <a:pt x="100286" y="81020"/>
                  <a:pt x="100411" y="80871"/>
                  <a:pt x="100535" y="80672"/>
                </a:cubicBezTo>
                <a:close/>
                <a:moveTo>
                  <a:pt x="99664" y="78108"/>
                </a:moveTo>
                <a:cubicBezTo>
                  <a:pt x="100311" y="79303"/>
                  <a:pt x="100535" y="80224"/>
                  <a:pt x="100262" y="80722"/>
                </a:cubicBezTo>
                <a:cubicBezTo>
                  <a:pt x="100187" y="80772"/>
                  <a:pt x="100162" y="80821"/>
                  <a:pt x="100112" y="80896"/>
                </a:cubicBezTo>
                <a:cubicBezTo>
                  <a:pt x="99901" y="81083"/>
                  <a:pt x="99546" y="81176"/>
                  <a:pt x="99073" y="81176"/>
                </a:cubicBezTo>
                <a:cubicBezTo>
                  <a:pt x="98600" y="81176"/>
                  <a:pt x="98009" y="81083"/>
                  <a:pt x="97324" y="80896"/>
                </a:cubicBezTo>
                <a:lnTo>
                  <a:pt x="99664" y="78108"/>
                </a:lnTo>
                <a:close/>
                <a:moveTo>
                  <a:pt x="27530" y="80996"/>
                </a:moveTo>
                <a:lnTo>
                  <a:pt x="27530" y="81020"/>
                </a:lnTo>
                <a:lnTo>
                  <a:pt x="27530" y="81045"/>
                </a:lnTo>
                <a:cubicBezTo>
                  <a:pt x="27380" y="81045"/>
                  <a:pt x="27256" y="81095"/>
                  <a:pt x="27107" y="81120"/>
                </a:cubicBezTo>
                <a:cubicBezTo>
                  <a:pt x="26957" y="81120"/>
                  <a:pt x="26783" y="81145"/>
                  <a:pt x="26659" y="81145"/>
                </a:cubicBezTo>
                <a:cubicBezTo>
                  <a:pt x="26011" y="81170"/>
                  <a:pt x="25389" y="81220"/>
                  <a:pt x="24767" y="81220"/>
                </a:cubicBezTo>
                <a:lnTo>
                  <a:pt x="24667" y="81220"/>
                </a:lnTo>
                <a:cubicBezTo>
                  <a:pt x="24518" y="81220"/>
                  <a:pt x="24344" y="81220"/>
                  <a:pt x="24169" y="81170"/>
                </a:cubicBezTo>
                <a:cubicBezTo>
                  <a:pt x="24145" y="81170"/>
                  <a:pt x="24095" y="81145"/>
                  <a:pt x="24045" y="81145"/>
                </a:cubicBezTo>
                <a:lnTo>
                  <a:pt x="24020" y="81145"/>
                </a:lnTo>
                <a:cubicBezTo>
                  <a:pt x="23995" y="81145"/>
                  <a:pt x="23970" y="81120"/>
                  <a:pt x="23921" y="81120"/>
                </a:cubicBezTo>
                <a:cubicBezTo>
                  <a:pt x="24169" y="81120"/>
                  <a:pt x="24418" y="81145"/>
                  <a:pt x="24717" y="81145"/>
                </a:cubicBezTo>
                <a:lnTo>
                  <a:pt x="24891" y="81145"/>
                </a:lnTo>
                <a:cubicBezTo>
                  <a:pt x="25489" y="81145"/>
                  <a:pt x="26086" y="81120"/>
                  <a:pt x="26659" y="81095"/>
                </a:cubicBezTo>
                <a:lnTo>
                  <a:pt x="26708" y="81095"/>
                </a:lnTo>
                <a:cubicBezTo>
                  <a:pt x="26783" y="81095"/>
                  <a:pt x="26858" y="81095"/>
                  <a:pt x="26957" y="81045"/>
                </a:cubicBezTo>
                <a:lnTo>
                  <a:pt x="27107" y="81045"/>
                </a:lnTo>
                <a:cubicBezTo>
                  <a:pt x="27231" y="81020"/>
                  <a:pt x="27380" y="81020"/>
                  <a:pt x="27530" y="80996"/>
                </a:cubicBezTo>
                <a:close/>
                <a:moveTo>
                  <a:pt x="42738" y="76565"/>
                </a:moveTo>
                <a:cubicBezTo>
                  <a:pt x="42912" y="76864"/>
                  <a:pt x="43062" y="77113"/>
                  <a:pt x="43236" y="77361"/>
                </a:cubicBezTo>
                <a:cubicBezTo>
                  <a:pt x="43311" y="77536"/>
                  <a:pt x="43410" y="77685"/>
                  <a:pt x="43485" y="77884"/>
                </a:cubicBezTo>
                <a:cubicBezTo>
                  <a:pt x="42191" y="79378"/>
                  <a:pt x="40299" y="80523"/>
                  <a:pt x="37909" y="81244"/>
                </a:cubicBezTo>
                <a:cubicBezTo>
                  <a:pt x="37909" y="81220"/>
                  <a:pt x="37934" y="81170"/>
                  <a:pt x="37934" y="81145"/>
                </a:cubicBezTo>
                <a:cubicBezTo>
                  <a:pt x="37959" y="81095"/>
                  <a:pt x="37959" y="81020"/>
                  <a:pt x="38009" y="80971"/>
                </a:cubicBezTo>
                <a:cubicBezTo>
                  <a:pt x="38158" y="80523"/>
                  <a:pt x="38332" y="80099"/>
                  <a:pt x="38532" y="79676"/>
                </a:cubicBezTo>
                <a:cubicBezTo>
                  <a:pt x="38557" y="79577"/>
                  <a:pt x="38581" y="79502"/>
                  <a:pt x="38656" y="79403"/>
                </a:cubicBezTo>
                <a:cubicBezTo>
                  <a:pt x="38656" y="79378"/>
                  <a:pt x="38681" y="79378"/>
                  <a:pt x="38681" y="79353"/>
                </a:cubicBezTo>
                <a:lnTo>
                  <a:pt x="38681" y="79303"/>
                </a:lnTo>
                <a:cubicBezTo>
                  <a:pt x="38805" y="78930"/>
                  <a:pt x="38955" y="78556"/>
                  <a:pt x="39154" y="78183"/>
                </a:cubicBezTo>
                <a:cubicBezTo>
                  <a:pt x="39403" y="78108"/>
                  <a:pt x="39652" y="77984"/>
                  <a:pt x="39901" y="77884"/>
                </a:cubicBezTo>
                <a:cubicBezTo>
                  <a:pt x="40199" y="77760"/>
                  <a:pt x="40523" y="77610"/>
                  <a:pt x="40822" y="77486"/>
                </a:cubicBezTo>
                <a:cubicBezTo>
                  <a:pt x="41120" y="77361"/>
                  <a:pt x="41419" y="77237"/>
                  <a:pt x="41693" y="77063"/>
                </a:cubicBezTo>
                <a:cubicBezTo>
                  <a:pt x="41991" y="76938"/>
                  <a:pt x="42290" y="76789"/>
                  <a:pt x="42564" y="76640"/>
                </a:cubicBezTo>
                <a:cubicBezTo>
                  <a:pt x="42639" y="76615"/>
                  <a:pt x="42664" y="76565"/>
                  <a:pt x="42738" y="76565"/>
                </a:cubicBezTo>
                <a:close/>
                <a:moveTo>
                  <a:pt x="38905" y="78282"/>
                </a:moveTo>
                <a:cubicBezTo>
                  <a:pt x="38457" y="79303"/>
                  <a:pt x="38059" y="80299"/>
                  <a:pt x="37685" y="81269"/>
                </a:cubicBezTo>
                <a:lnTo>
                  <a:pt x="37660" y="81269"/>
                </a:lnTo>
                <a:cubicBezTo>
                  <a:pt x="37959" y="80299"/>
                  <a:pt x="38382" y="79303"/>
                  <a:pt x="38830" y="78307"/>
                </a:cubicBezTo>
                <a:cubicBezTo>
                  <a:pt x="38880" y="78307"/>
                  <a:pt x="38880" y="78307"/>
                  <a:pt x="38905" y="78282"/>
                </a:cubicBezTo>
                <a:close/>
                <a:moveTo>
                  <a:pt x="97200" y="81045"/>
                </a:moveTo>
                <a:cubicBezTo>
                  <a:pt x="97929" y="81267"/>
                  <a:pt x="98556" y="81378"/>
                  <a:pt x="99058" y="81378"/>
                </a:cubicBezTo>
                <a:cubicBezTo>
                  <a:pt x="99344" y="81378"/>
                  <a:pt x="99590" y="81342"/>
                  <a:pt x="99789" y="81269"/>
                </a:cubicBezTo>
                <a:lnTo>
                  <a:pt x="99789" y="81269"/>
                </a:lnTo>
                <a:cubicBezTo>
                  <a:pt x="99764" y="81294"/>
                  <a:pt x="99739" y="81344"/>
                  <a:pt x="99739" y="81369"/>
                </a:cubicBezTo>
                <a:cubicBezTo>
                  <a:pt x="99554" y="81415"/>
                  <a:pt x="99343" y="81438"/>
                  <a:pt x="99106" y="81438"/>
                </a:cubicBezTo>
                <a:cubicBezTo>
                  <a:pt x="98578" y="81438"/>
                  <a:pt x="97924" y="81326"/>
                  <a:pt x="97150" y="81120"/>
                </a:cubicBezTo>
                <a:lnTo>
                  <a:pt x="97200" y="81045"/>
                </a:lnTo>
                <a:close/>
                <a:moveTo>
                  <a:pt x="43560" y="78034"/>
                </a:moveTo>
                <a:cubicBezTo>
                  <a:pt x="43560" y="78058"/>
                  <a:pt x="43609" y="78058"/>
                  <a:pt x="43609" y="78108"/>
                </a:cubicBezTo>
                <a:cubicBezTo>
                  <a:pt x="42265" y="79627"/>
                  <a:pt x="40299" y="80772"/>
                  <a:pt x="37810" y="81518"/>
                </a:cubicBezTo>
                <a:cubicBezTo>
                  <a:pt x="37785" y="81493"/>
                  <a:pt x="37785" y="81468"/>
                  <a:pt x="37810" y="81419"/>
                </a:cubicBezTo>
                <a:cubicBezTo>
                  <a:pt x="40274" y="80722"/>
                  <a:pt x="42215" y="79527"/>
                  <a:pt x="43560" y="78034"/>
                </a:cubicBezTo>
                <a:close/>
                <a:moveTo>
                  <a:pt x="99988" y="81518"/>
                </a:moveTo>
                <a:cubicBezTo>
                  <a:pt x="99938" y="81554"/>
                  <a:pt x="99893" y="81589"/>
                  <a:pt x="99851" y="81624"/>
                </a:cubicBezTo>
                <a:lnTo>
                  <a:pt x="99851" y="81624"/>
                </a:lnTo>
                <a:cubicBezTo>
                  <a:pt x="99880" y="81589"/>
                  <a:pt x="99909" y="81554"/>
                  <a:pt x="99938" y="81518"/>
                </a:cubicBezTo>
                <a:close/>
                <a:moveTo>
                  <a:pt x="27455" y="81269"/>
                </a:moveTo>
                <a:cubicBezTo>
                  <a:pt x="27380" y="81419"/>
                  <a:pt x="27331" y="81618"/>
                  <a:pt x="27256" y="81767"/>
                </a:cubicBezTo>
                <a:cubicBezTo>
                  <a:pt x="26559" y="81668"/>
                  <a:pt x="25837" y="81518"/>
                  <a:pt x="25115" y="81394"/>
                </a:cubicBezTo>
                <a:cubicBezTo>
                  <a:pt x="25638" y="81394"/>
                  <a:pt x="26136" y="81369"/>
                  <a:pt x="26683" y="81344"/>
                </a:cubicBezTo>
                <a:cubicBezTo>
                  <a:pt x="26808" y="81344"/>
                  <a:pt x="26957" y="81294"/>
                  <a:pt x="27082" y="81294"/>
                </a:cubicBezTo>
                <a:cubicBezTo>
                  <a:pt x="27206" y="81294"/>
                  <a:pt x="27331" y="81269"/>
                  <a:pt x="27455" y="81269"/>
                </a:cubicBezTo>
                <a:close/>
                <a:moveTo>
                  <a:pt x="27704" y="81244"/>
                </a:moveTo>
                <a:cubicBezTo>
                  <a:pt x="27629" y="81419"/>
                  <a:pt x="27580" y="81618"/>
                  <a:pt x="27480" y="81792"/>
                </a:cubicBezTo>
                <a:lnTo>
                  <a:pt x="27455" y="81792"/>
                </a:lnTo>
                <a:lnTo>
                  <a:pt x="27629" y="81244"/>
                </a:lnTo>
                <a:close/>
                <a:moveTo>
                  <a:pt x="23871" y="81344"/>
                </a:moveTo>
                <a:cubicBezTo>
                  <a:pt x="23970" y="81369"/>
                  <a:pt x="24095" y="81369"/>
                  <a:pt x="24194" y="81369"/>
                </a:cubicBezTo>
                <a:cubicBezTo>
                  <a:pt x="25190" y="81618"/>
                  <a:pt x="26211" y="81767"/>
                  <a:pt x="27206" y="81916"/>
                </a:cubicBezTo>
                <a:cubicBezTo>
                  <a:pt x="27206" y="81966"/>
                  <a:pt x="27181" y="81966"/>
                  <a:pt x="27181" y="81991"/>
                </a:cubicBezTo>
                <a:cubicBezTo>
                  <a:pt x="26086" y="81842"/>
                  <a:pt x="24966" y="81618"/>
                  <a:pt x="23871" y="81344"/>
                </a:cubicBezTo>
                <a:close/>
                <a:moveTo>
                  <a:pt x="27455" y="81966"/>
                </a:moveTo>
                <a:cubicBezTo>
                  <a:pt x="27455" y="81991"/>
                  <a:pt x="27455" y="81991"/>
                  <a:pt x="27405" y="82016"/>
                </a:cubicBezTo>
                <a:lnTo>
                  <a:pt x="27355" y="82016"/>
                </a:lnTo>
                <a:cubicBezTo>
                  <a:pt x="27355" y="82016"/>
                  <a:pt x="27380" y="81991"/>
                  <a:pt x="27380" y="81966"/>
                </a:cubicBezTo>
                <a:close/>
                <a:moveTo>
                  <a:pt x="33423" y="80140"/>
                </a:moveTo>
                <a:lnTo>
                  <a:pt x="33423" y="80140"/>
                </a:lnTo>
                <a:cubicBezTo>
                  <a:pt x="33202" y="80757"/>
                  <a:pt x="33029" y="81374"/>
                  <a:pt x="32856" y="82016"/>
                </a:cubicBezTo>
                <a:lnTo>
                  <a:pt x="32807" y="82016"/>
                </a:lnTo>
                <a:cubicBezTo>
                  <a:pt x="32981" y="81394"/>
                  <a:pt x="33155" y="80772"/>
                  <a:pt x="33354" y="80149"/>
                </a:cubicBezTo>
                <a:cubicBezTo>
                  <a:pt x="33391" y="80149"/>
                  <a:pt x="33414" y="80149"/>
                  <a:pt x="33423" y="80140"/>
                </a:cubicBezTo>
                <a:close/>
                <a:moveTo>
                  <a:pt x="38532" y="78382"/>
                </a:moveTo>
                <a:lnTo>
                  <a:pt x="38532" y="78382"/>
                </a:lnTo>
                <a:cubicBezTo>
                  <a:pt x="38084" y="79378"/>
                  <a:pt x="37685" y="80348"/>
                  <a:pt x="37337" y="81344"/>
                </a:cubicBezTo>
                <a:cubicBezTo>
                  <a:pt x="36018" y="81742"/>
                  <a:pt x="34574" y="81916"/>
                  <a:pt x="33080" y="82016"/>
                </a:cubicBezTo>
                <a:cubicBezTo>
                  <a:pt x="33230" y="81369"/>
                  <a:pt x="33429" y="80672"/>
                  <a:pt x="33678" y="80050"/>
                </a:cubicBezTo>
                <a:lnTo>
                  <a:pt x="34051" y="79950"/>
                </a:lnTo>
                <a:cubicBezTo>
                  <a:pt x="34225" y="79900"/>
                  <a:pt x="34425" y="79875"/>
                  <a:pt x="34574" y="79801"/>
                </a:cubicBezTo>
                <a:lnTo>
                  <a:pt x="35694" y="79427"/>
                </a:lnTo>
                <a:cubicBezTo>
                  <a:pt x="35918" y="79378"/>
                  <a:pt x="36142" y="79303"/>
                  <a:pt x="36316" y="79203"/>
                </a:cubicBezTo>
                <a:cubicBezTo>
                  <a:pt x="36665" y="79104"/>
                  <a:pt x="36988" y="78954"/>
                  <a:pt x="37387" y="78855"/>
                </a:cubicBezTo>
                <a:cubicBezTo>
                  <a:pt x="37636" y="78755"/>
                  <a:pt x="37835" y="78656"/>
                  <a:pt x="38084" y="78556"/>
                </a:cubicBezTo>
                <a:cubicBezTo>
                  <a:pt x="38258" y="78506"/>
                  <a:pt x="38382" y="78432"/>
                  <a:pt x="38532" y="78382"/>
                </a:cubicBezTo>
                <a:close/>
                <a:moveTo>
                  <a:pt x="33105" y="80199"/>
                </a:moveTo>
                <a:lnTo>
                  <a:pt x="33105" y="80199"/>
                </a:lnTo>
                <a:cubicBezTo>
                  <a:pt x="32931" y="80796"/>
                  <a:pt x="32732" y="81419"/>
                  <a:pt x="32583" y="82041"/>
                </a:cubicBezTo>
                <a:cubicBezTo>
                  <a:pt x="32188" y="82060"/>
                  <a:pt x="31786" y="82069"/>
                  <a:pt x="31378" y="82069"/>
                </a:cubicBezTo>
                <a:cubicBezTo>
                  <a:pt x="30187" y="82069"/>
                  <a:pt x="28946" y="81990"/>
                  <a:pt x="27704" y="81842"/>
                </a:cubicBezTo>
                <a:cubicBezTo>
                  <a:pt x="27754" y="81618"/>
                  <a:pt x="27853" y="81419"/>
                  <a:pt x="27903" y="81220"/>
                </a:cubicBezTo>
                <a:cubicBezTo>
                  <a:pt x="28227" y="81170"/>
                  <a:pt x="28525" y="81120"/>
                  <a:pt x="28824" y="81095"/>
                </a:cubicBezTo>
                <a:cubicBezTo>
                  <a:pt x="28874" y="81095"/>
                  <a:pt x="28973" y="81045"/>
                  <a:pt x="29023" y="81045"/>
                </a:cubicBezTo>
                <a:cubicBezTo>
                  <a:pt x="29123" y="81045"/>
                  <a:pt x="29197" y="81020"/>
                  <a:pt x="29272" y="81020"/>
                </a:cubicBezTo>
                <a:cubicBezTo>
                  <a:pt x="29347" y="81020"/>
                  <a:pt x="29446" y="80996"/>
                  <a:pt x="29496" y="80996"/>
                </a:cubicBezTo>
                <a:cubicBezTo>
                  <a:pt x="29944" y="80921"/>
                  <a:pt x="30367" y="80821"/>
                  <a:pt x="30815" y="80747"/>
                </a:cubicBezTo>
                <a:cubicBezTo>
                  <a:pt x="30940" y="80697"/>
                  <a:pt x="31014" y="80697"/>
                  <a:pt x="31139" y="80672"/>
                </a:cubicBezTo>
                <a:cubicBezTo>
                  <a:pt x="31562" y="80572"/>
                  <a:pt x="31985" y="80498"/>
                  <a:pt x="32384" y="80398"/>
                </a:cubicBezTo>
                <a:cubicBezTo>
                  <a:pt x="32558" y="80373"/>
                  <a:pt x="32707" y="80348"/>
                  <a:pt x="32832" y="80299"/>
                </a:cubicBezTo>
                <a:lnTo>
                  <a:pt x="33105" y="80199"/>
                </a:lnTo>
                <a:close/>
                <a:moveTo>
                  <a:pt x="32832" y="82240"/>
                </a:moveTo>
                <a:cubicBezTo>
                  <a:pt x="32832" y="82265"/>
                  <a:pt x="32832" y="82290"/>
                  <a:pt x="32807" y="82290"/>
                </a:cubicBezTo>
                <a:lnTo>
                  <a:pt x="32732" y="82290"/>
                </a:lnTo>
                <a:cubicBezTo>
                  <a:pt x="32782" y="82265"/>
                  <a:pt x="32782" y="82265"/>
                  <a:pt x="32782" y="82240"/>
                </a:cubicBezTo>
                <a:close/>
                <a:moveTo>
                  <a:pt x="37287" y="81593"/>
                </a:moveTo>
                <a:cubicBezTo>
                  <a:pt x="37287" y="81618"/>
                  <a:pt x="37262" y="81643"/>
                  <a:pt x="37262" y="81643"/>
                </a:cubicBezTo>
                <a:cubicBezTo>
                  <a:pt x="35943" y="81991"/>
                  <a:pt x="34524" y="82215"/>
                  <a:pt x="33031" y="82290"/>
                </a:cubicBezTo>
                <a:cubicBezTo>
                  <a:pt x="33031" y="82265"/>
                  <a:pt x="33031" y="82240"/>
                  <a:pt x="33056" y="82215"/>
                </a:cubicBezTo>
                <a:cubicBezTo>
                  <a:pt x="34524" y="82116"/>
                  <a:pt x="35943" y="81916"/>
                  <a:pt x="37287" y="81593"/>
                </a:cubicBezTo>
                <a:close/>
                <a:moveTo>
                  <a:pt x="27629" y="82016"/>
                </a:moveTo>
                <a:cubicBezTo>
                  <a:pt x="28990" y="82196"/>
                  <a:pt x="30334" y="82280"/>
                  <a:pt x="31637" y="82280"/>
                </a:cubicBezTo>
                <a:cubicBezTo>
                  <a:pt x="31955" y="82280"/>
                  <a:pt x="32270" y="82275"/>
                  <a:pt x="32583" y="82265"/>
                </a:cubicBezTo>
                <a:lnTo>
                  <a:pt x="32583" y="82315"/>
                </a:lnTo>
                <a:cubicBezTo>
                  <a:pt x="32234" y="82315"/>
                  <a:pt x="31911" y="82365"/>
                  <a:pt x="31562" y="82365"/>
                </a:cubicBezTo>
                <a:cubicBezTo>
                  <a:pt x="30243" y="82365"/>
                  <a:pt x="28949" y="82265"/>
                  <a:pt x="27604" y="82091"/>
                </a:cubicBezTo>
                <a:cubicBezTo>
                  <a:pt x="27604" y="82041"/>
                  <a:pt x="27629" y="82016"/>
                  <a:pt x="27629" y="82016"/>
                </a:cubicBezTo>
                <a:close/>
                <a:moveTo>
                  <a:pt x="52471" y="76963"/>
                </a:moveTo>
                <a:cubicBezTo>
                  <a:pt x="53118" y="77660"/>
                  <a:pt x="53715" y="78407"/>
                  <a:pt x="54313" y="79178"/>
                </a:cubicBezTo>
                <a:cubicBezTo>
                  <a:pt x="52371" y="80498"/>
                  <a:pt x="50454" y="81742"/>
                  <a:pt x="48513" y="82813"/>
                </a:cubicBezTo>
                <a:cubicBezTo>
                  <a:pt x="47741" y="80796"/>
                  <a:pt x="46646" y="78905"/>
                  <a:pt x="45227" y="77287"/>
                </a:cubicBezTo>
                <a:lnTo>
                  <a:pt x="45252" y="77287"/>
                </a:lnTo>
                <a:cubicBezTo>
                  <a:pt x="45302" y="77287"/>
                  <a:pt x="45352" y="77312"/>
                  <a:pt x="45402" y="77312"/>
                </a:cubicBezTo>
                <a:cubicBezTo>
                  <a:pt x="45426" y="77312"/>
                  <a:pt x="45501" y="77361"/>
                  <a:pt x="45526" y="77361"/>
                </a:cubicBezTo>
                <a:cubicBezTo>
                  <a:pt x="45626" y="77386"/>
                  <a:pt x="45750" y="77386"/>
                  <a:pt x="45850" y="77411"/>
                </a:cubicBezTo>
                <a:cubicBezTo>
                  <a:pt x="46024" y="77436"/>
                  <a:pt x="46173" y="77486"/>
                  <a:pt x="46372" y="77511"/>
                </a:cubicBezTo>
                <a:cubicBezTo>
                  <a:pt x="46472" y="77511"/>
                  <a:pt x="46522" y="77536"/>
                  <a:pt x="46621" y="77536"/>
                </a:cubicBezTo>
                <a:lnTo>
                  <a:pt x="46870" y="77536"/>
                </a:lnTo>
                <a:cubicBezTo>
                  <a:pt x="47194" y="77561"/>
                  <a:pt x="47542" y="77610"/>
                  <a:pt x="47891" y="77610"/>
                </a:cubicBezTo>
                <a:lnTo>
                  <a:pt x="47990" y="77610"/>
                </a:lnTo>
                <a:cubicBezTo>
                  <a:pt x="48239" y="77610"/>
                  <a:pt x="48488" y="77610"/>
                  <a:pt x="48762" y="77561"/>
                </a:cubicBezTo>
                <a:cubicBezTo>
                  <a:pt x="48861" y="77561"/>
                  <a:pt x="48936" y="77536"/>
                  <a:pt x="49061" y="77536"/>
                </a:cubicBezTo>
                <a:cubicBezTo>
                  <a:pt x="49160" y="77536"/>
                  <a:pt x="49235" y="77536"/>
                  <a:pt x="49334" y="77511"/>
                </a:cubicBezTo>
                <a:cubicBezTo>
                  <a:pt x="49409" y="77511"/>
                  <a:pt x="49509" y="77511"/>
                  <a:pt x="49608" y="77461"/>
                </a:cubicBezTo>
                <a:cubicBezTo>
                  <a:pt x="49782" y="77436"/>
                  <a:pt x="49982" y="77411"/>
                  <a:pt x="50156" y="77411"/>
                </a:cubicBezTo>
                <a:cubicBezTo>
                  <a:pt x="50255" y="77411"/>
                  <a:pt x="50355" y="77386"/>
                  <a:pt x="50479" y="77386"/>
                </a:cubicBezTo>
                <a:cubicBezTo>
                  <a:pt x="50504" y="77386"/>
                  <a:pt x="50579" y="77337"/>
                  <a:pt x="50604" y="77337"/>
                </a:cubicBezTo>
                <a:lnTo>
                  <a:pt x="51077" y="77262"/>
                </a:lnTo>
                <a:cubicBezTo>
                  <a:pt x="51151" y="77262"/>
                  <a:pt x="51226" y="77212"/>
                  <a:pt x="51326" y="77212"/>
                </a:cubicBezTo>
                <a:lnTo>
                  <a:pt x="51351" y="77212"/>
                </a:lnTo>
                <a:cubicBezTo>
                  <a:pt x="51400" y="77212"/>
                  <a:pt x="51475" y="77187"/>
                  <a:pt x="51525" y="77187"/>
                </a:cubicBezTo>
                <a:cubicBezTo>
                  <a:pt x="51699" y="77162"/>
                  <a:pt x="51873" y="77137"/>
                  <a:pt x="52023" y="77063"/>
                </a:cubicBezTo>
                <a:cubicBezTo>
                  <a:pt x="52097" y="77038"/>
                  <a:pt x="52147" y="77038"/>
                  <a:pt x="52222" y="77038"/>
                </a:cubicBezTo>
                <a:cubicBezTo>
                  <a:pt x="52321" y="77013"/>
                  <a:pt x="52371" y="77013"/>
                  <a:pt x="52471" y="76963"/>
                </a:cubicBezTo>
                <a:close/>
                <a:moveTo>
                  <a:pt x="44779" y="77162"/>
                </a:moveTo>
                <a:cubicBezTo>
                  <a:pt x="44804" y="77162"/>
                  <a:pt x="44804" y="77162"/>
                  <a:pt x="44854" y="77187"/>
                </a:cubicBezTo>
                <a:cubicBezTo>
                  <a:pt x="46372" y="78880"/>
                  <a:pt x="47542" y="80796"/>
                  <a:pt x="48364" y="82962"/>
                </a:cubicBezTo>
                <a:cubicBezTo>
                  <a:pt x="48339" y="82962"/>
                  <a:pt x="48339" y="82987"/>
                  <a:pt x="48289" y="82987"/>
                </a:cubicBezTo>
                <a:cubicBezTo>
                  <a:pt x="47492" y="80846"/>
                  <a:pt x="46298" y="78880"/>
                  <a:pt x="44779" y="77162"/>
                </a:cubicBezTo>
                <a:close/>
                <a:moveTo>
                  <a:pt x="54462" y="79353"/>
                </a:moveTo>
                <a:lnTo>
                  <a:pt x="54487" y="79378"/>
                </a:lnTo>
                <a:cubicBezTo>
                  <a:pt x="52520" y="80722"/>
                  <a:pt x="50604" y="81916"/>
                  <a:pt x="48637" y="83037"/>
                </a:cubicBezTo>
                <a:cubicBezTo>
                  <a:pt x="48637" y="83012"/>
                  <a:pt x="48637" y="83012"/>
                  <a:pt x="48613" y="82987"/>
                </a:cubicBezTo>
                <a:cubicBezTo>
                  <a:pt x="50529" y="81892"/>
                  <a:pt x="52496" y="80647"/>
                  <a:pt x="54462" y="79353"/>
                </a:cubicBezTo>
                <a:close/>
                <a:moveTo>
                  <a:pt x="48463" y="83111"/>
                </a:moveTo>
                <a:cubicBezTo>
                  <a:pt x="48463" y="83136"/>
                  <a:pt x="48463" y="83136"/>
                  <a:pt x="48488" y="83161"/>
                </a:cubicBezTo>
                <a:cubicBezTo>
                  <a:pt x="48463" y="83161"/>
                  <a:pt x="48413" y="83161"/>
                  <a:pt x="48413" y="83211"/>
                </a:cubicBezTo>
                <a:cubicBezTo>
                  <a:pt x="48413" y="83161"/>
                  <a:pt x="48413" y="83161"/>
                  <a:pt x="48388" y="83136"/>
                </a:cubicBezTo>
                <a:cubicBezTo>
                  <a:pt x="48413" y="83136"/>
                  <a:pt x="48413" y="83111"/>
                  <a:pt x="48463" y="83111"/>
                </a:cubicBezTo>
                <a:close/>
                <a:moveTo>
                  <a:pt x="44406" y="79054"/>
                </a:moveTo>
                <a:cubicBezTo>
                  <a:pt x="44406" y="79104"/>
                  <a:pt x="44431" y="79104"/>
                  <a:pt x="44431" y="79129"/>
                </a:cubicBezTo>
                <a:cubicBezTo>
                  <a:pt x="44655" y="79527"/>
                  <a:pt x="44854" y="79925"/>
                  <a:pt x="45003" y="80348"/>
                </a:cubicBezTo>
                <a:cubicBezTo>
                  <a:pt x="45028" y="80423"/>
                  <a:pt x="45053" y="80523"/>
                  <a:pt x="45128" y="80622"/>
                </a:cubicBezTo>
                <a:cubicBezTo>
                  <a:pt x="45302" y="81045"/>
                  <a:pt x="45476" y="81518"/>
                  <a:pt x="45601" y="81966"/>
                </a:cubicBezTo>
                <a:cubicBezTo>
                  <a:pt x="45601" y="81991"/>
                  <a:pt x="45601" y="81991"/>
                  <a:pt x="45626" y="82016"/>
                </a:cubicBezTo>
                <a:cubicBezTo>
                  <a:pt x="45750" y="82414"/>
                  <a:pt x="45825" y="82862"/>
                  <a:pt x="45924" y="83261"/>
                </a:cubicBezTo>
                <a:cubicBezTo>
                  <a:pt x="45302" y="82464"/>
                  <a:pt x="44879" y="81518"/>
                  <a:pt x="44605" y="80448"/>
                </a:cubicBezTo>
                <a:cubicBezTo>
                  <a:pt x="44605" y="80423"/>
                  <a:pt x="44555" y="80373"/>
                  <a:pt x="44555" y="80348"/>
                </a:cubicBezTo>
                <a:lnTo>
                  <a:pt x="44481" y="79875"/>
                </a:lnTo>
                <a:cubicBezTo>
                  <a:pt x="44431" y="79676"/>
                  <a:pt x="44406" y="79502"/>
                  <a:pt x="44381" y="79353"/>
                </a:cubicBezTo>
                <a:cubicBezTo>
                  <a:pt x="44381" y="79253"/>
                  <a:pt x="44381" y="79154"/>
                  <a:pt x="44406" y="79054"/>
                </a:cubicBezTo>
                <a:close/>
                <a:moveTo>
                  <a:pt x="7567" y="72956"/>
                </a:moveTo>
                <a:lnTo>
                  <a:pt x="7567" y="72956"/>
                </a:lnTo>
                <a:cubicBezTo>
                  <a:pt x="6298" y="76565"/>
                  <a:pt x="5402" y="80050"/>
                  <a:pt x="4904" y="83385"/>
                </a:cubicBezTo>
                <a:cubicBezTo>
                  <a:pt x="4107" y="82041"/>
                  <a:pt x="3485" y="80597"/>
                  <a:pt x="3087" y="78979"/>
                </a:cubicBezTo>
                <a:cubicBezTo>
                  <a:pt x="4057" y="76938"/>
                  <a:pt x="5426" y="75022"/>
                  <a:pt x="7169" y="73329"/>
                </a:cubicBezTo>
                <a:cubicBezTo>
                  <a:pt x="7318" y="73180"/>
                  <a:pt x="7443" y="73080"/>
                  <a:pt x="7567" y="72956"/>
                </a:cubicBezTo>
                <a:close/>
                <a:moveTo>
                  <a:pt x="16677" y="79751"/>
                </a:moveTo>
                <a:cubicBezTo>
                  <a:pt x="16777" y="79776"/>
                  <a:pt x="16876" y="79851"/>
                  <a:pt x="16976" y="79900"/>
                </a:cubicBezTo>
                <a:cubicBezTo>
                  <a:pt x="17100" y="79975"/>
                  <a:pt x="17250" y="80025"/>
                  <a:pt x="17374" y="80050"/>
                </a:cubicBezTo>
                <a:cubicBezTo>
                  <a:pt x="17499" y="80124"/>
                  <a:pt x="17623" y="80149"/>
                  <a:pt x="17748" y="80224"/>
                </a:cubicBezTo>
                <a:cubicBezTo>
                  <a:pt x="16901" y="81294"/>
                  <a:pt x="16130" y="82464"/>
                  <a:pt x="15482" y="83634"/>
                </a:cubicBezTo>
                <a:cubicBezTo>
                  <a:pt x="15806" y="82365"/>
                  <a:pt x="16229" y="81045"/>
                  <a:pt x="16677" y="79751"/>
                </a:cubicBezTo>
                <a:close/>
                <a:moveTo>
                  <a:pt x="46118" y="83555"/>
                </a:moveTo>
                <a:cubicBezTo>
                  <a:pt x="46128" y="83612"/>
                  <a:pt x="46138" y="83669"/>
                  <a:pt x="46147" y="83726"/>
                </a:cubicBezTo>
                <a:lnTo>
                  <a:pt x="46147" y="83726"/>
                </a:lnTo>
                <a:cubicBezTo>
                  <a:pt x="46145" y="83719"/>
                  <a:pt x="46139" y="83709"/>
                  <a:pt x="46123" y="83709"/>
                </a:cubicBezTo>
                <a:lnTo>
                  <a:pt x="46099" y="83659"/>
                </a:lnTo>
                <a:cubicBezTo>
                  <a:pt x="46107" y="83623"/>
                  <a:pt x="46114" y="83589"/>
                  <a:pt x="46118" y="83555"/>
                </a:cubicBezTo>
                <a:close/>
                <a:moveTo>
                  <a:pt x="7816" y="72831"/>
                </a:moveTo>
                <a:lnTo>
                  <a:pt x="7841" y="72881"/>
                </a:lnTo>
                <a:cubicBezTo>
                  <a:pt x="6472" y="76640"/>
                  <a:pt x="5551" y="80274"/>
                  <a:pt x="5053" y="83734"/>
                </a:cubicBezTo>
                <a:cubicBezTo>
                  <a:pt x="5053" y="83709"/>
                  <a:pt x="5053" y="83659"/>
                  <a:pt x="5028" y="83634"/>
                </a:cubicBezTo>
                <a:cubicBezTo>
                  <a:pt x="5103" y="82962"/>
                  <a:pt x="5227" y="82240"/>
                  <a:pt x="5352" y="81543"/>
                </a:cubicBezTo>
                <a:lnTo>
                  <a:pt x="5352" y="81518"/>
                </a:lnTo>
                <a:cubicBezTo>
                  <a:pt x="5924" y="78730"/>
                  <a:pt x="6721" y="75793"/>
                  <a:pt x="7816" y="72831"/>
                </a:cubicBezTo>
                <a:close/>
                <a:moveTo>
                  <a:pt x="44680" y="81294"/>
                </a:moveTo>
                <a:cubicBezTo>
                  <a:pt x="45003" y="82165"/>
                  <a:pt x="45476" y="82987"/>
                  <a:pt x="46024" y="83634"/>
                </a:cubicBezTo>
                <a:cubicBezTo>
                  <a:pt x="46024" y="83658"/>
                  <a:pt x="46024" y="83729"/>
                  <a:pt x="46047" y="83756"/>
                </a:cubicBezTo>
                <a:lnTo>
                  <a:pt x="46047" y="83756"/>
                </a:lnTo>
                <a:cubicBezTo>
                  <a:pt x="45475" y="83134"/>
                  <a:pt x="45028" y="82413"/>
                  <a:pt x="44729" y="81593"/>
                </a:cubicBezTo>
                <a:cubicBezTo>
                  <a:pt x="44729" y="81493"/>
                  <a:pt x="44680" y="81394"/>
                  <a:pt x="44680" y="81294"/>
                </a:cubicBezTo>
                <a:close/>
                <a:moveTo>
                  <a:pt x="2937" y="79203"/>
                </a:moveTo>
                <a:cubicBezTo>
                  <a:pt x="3385" y="80821"/>
                  <a:pt x="4033" y="82315"/>
                  <a:pt x="4829" y="83659"/>
                </a:cubicBezTo>
                <a:cubicBezTo>
                  <a:pt x="4829" y="83709"/>
                  <a:pt x="4829" y="83734"/>
                  <a:pt x="4804" y="83758"/>
                </a:cubicBezTo>
                <a:cubicBezTo>
                  <a:pt x="3983" y="82414"/>
                  <a:pt x="3336" y="80921"/>
                  <a:pt x="2863" y="79278"/>
                </a:cubicBezTo>
                <a:cubicBezTo>
                  <a:pt x="2912" y="79278"/>
                  <a:pt x="2937" y="79253"/>
                  <a:pt x="2937" y="79203"/>
                </a:cubicBezTo>
                <a:close/>
                <a:moveTo>
                  <a:pt x="44754" y="77386"/>
                </a:moveTo>
                <a:cubicBezTo>
                  <a:pt x="46248" y="79029"/>
                  <a:pt x="47393" y="80921"/>
                  <a:pt x="48164" y="83037"/>
                </a:cubicBezTo>
                <a:cubicBezTo>
                  <a:pt x="47617" y="83360"/>
                  <a:pt x="47094" y="83659"/>
                  <a:pt x="46522" y="83958"/>
                </a:cubicBezTo>
                <a:lnTo>
                  <a:pt x="46497" y="83908"/>
                </a:lnTo>
                <a:cubicBezTo>
                  <a:pt x="46472" y="83833"/>
                  <a:pt x="46472" y="83734"/>
                  <a:pt x="46422" y="83634"/>
                </a:cubicBezTo>
                <a:cubicBezTo>
                  <a:pt x="46372" y="83385"/>
                  <a:pt x="46347" y="83111"/>
                  <a:pt x="46273" y="82862"/>
                </a:cubicBezTo>
                <a:cubicBezTo>
                  <a:pt x="46223" y="82613"/>
                  <a:pt x="46148" y="82389"/>
                  <a:pt x="46099" y="82165"/>
                </a:cubicBezTo>
                <a:cubicBezTo>
                  <a:pt x="45999" y="81867"/>
                  <a:pt x="45899" y="81518"/>
                  <a:pt x="45800" y="81220"/>
                </a:cubicBezTo>
                <a:cubicBezTo>
                  <a:pt x="45750" y="81020"/>
                  <a:pt x="45650" y="80796"/>
                  <a:pt x="45601" y="80622"/>
                </a:cubicBezTo>
                <a:cubicBezTo>
                  <a:pt x="45476" y="80274"/>
                  <a:pt x="45352" y="79975"/>
                  <a:pt x="45178" y="79627"/>
                </a:cubicBezTo>
                <a:cubicBezTo>
                  <a:pt x="45103" y="79427"/>
                  <a:pt x="45003" y="79253"/>
                  <a:pt x="44904" y="79029"/>
                </a:cubicBezTo>
                <a:cubicBezTo>
                  <a:pt x="44779" y="78780"/>
                  <a:pt x="44680" y="78531"/>
                  <a:pt x="44530" y="78307"/>
                </a:cubicBezTo>
                <a:lnTo>
                  <a:pt x="44530" y="78258"/>
                </a:lnTo>
                <a:cubicBezTo>
                  <a:pt x="44530" y="78233"/>
                  <a:pt x="44555" y="78158"/>
                  <a:pt x="44555" y="78133"/>
                </a:cubicBezTo>
                <a:lnTo>
                  <a:pt x="44754" y="77386"/>
                </a:lnTo>
                <a:close/>
                <a:moveTo>
                  <a:pt x="46248" y="83958"/>
                </a:moveTo>
                <a:lnTo>
                  <a:pt x="46273" y="83982"/>
                </a:lnTo>
                <a:lnTo>
                  <a:pt x="46273" y="84032"/>
                </a:lnTo>
                <a:lnTo>
                  <a:pt x="46248" y="84007"/>
                </a:lnTo>
                <a:cubicBezTo>
                  <a:pt x="46273" y="84007"/>
                  <a:pt x="46273" y="83982"/>
                  <a:pt x="46248" y="83958"/>
                </a:cubicBezTo>
                <a:close/>
                <a:moveTo>
                  <a:pt x="4978" y="83908"/>
                </a:moveTo>
                <a:cubicBezTo>
                  <a:pt x="5028" y="83958"/>
                  <a:pt x="5028" y="83982"/>
                  <a:pt x="5053" y="84007"/>
                </a:cubicBezTo>
                <a:lnTo>
                  <a:pt x="5053" y="84107"/>
                </a:lnTo>
                <a:cubicBezTo>
                  <a:pt x="5028" y="84082"/>
                  <a:pt x="5028" y="84032"/>
                  <a:pt x="4978" y="84032"/>
                </a:cubicBezTo>
                <a:lnTo>
                  <a:pt x="4978" y="83908"/>
                </a:lnTo>
                <a:close/>
                <a:moveTo>
                  <a:pt x="48239" y="83261"/>
                </a:moveTo>
                <a:lnTo>
                  <a:pt x="48239" y="83286"/>
                </a:lnTo>
                <a:cubicBezTo>
                  <a:pt x="47741" y="83559"/>
                  <a:pt x="47194" y="83883"/>
                  <a:pt x="46721" y="84157"/>
                </a:cubicBezTo>
                <a:lnTo>
                  <a:pt x="46671" y="84132"/>
                </a:lnTo>
                <a:cubicBezTo>
                  <a:pt x="47194" y="83858"/>
                  <a:pt x="47716" y="83559"/>
                  <a:pt x="48239" y="83261"/>
                </a:cubicBezTo>
                <a:close/>
                <a:moveTo>
                  <a:pt x="16478" y="79627"/>
                </a:moveTo>
                <a:cubicBezTo>
                  <a:pt x="16503" y="79627"/>
                  <a:pt x="16503" y="79651"/>
                  <a:pt x="16528" y="79651"/>
                </a:cubicBezTo>
                <a:cubicBezTo>
                  <a:pt x="15980" y="81244"/>
                  <a:pt x="15507" y="82788"/>
                  <a:pt x="15109" y="84356"/>
                </a:cubicBezTo>
                <a:cubicBezTo>
                  <a:pt x="15059" y="84455"/>
                  <a:pt x="15010" y="84505"/>
                  <a:pt x="14985" y="84605"/>
                </a:cubicBezTo>
                <a:cubicBezTo>
                  <a:pt x="15383" y="82987"/>
                  <a:pt x="15881" y="81344"/>
                  <a:pt x="16478" y="79627"/>
                </a:cubicBezTo>
                <a:close/>
                <a:moveTo>
                  <a:pt x="17897" y="80274"/>
                </a:moveTo>
                <a:cubicBezTo>
                  <a:pt x="17922" y="80274"/>
                  <a:pt x="17922" y="80299"/>
                  <a:pt x="17972" y="80299"/>
                </a:cubicBezTo>
                <a:cubicBezTo>
                  <a:pt x="16876" y="81717"/>
                  <a:pt x="15930" y="83211"/>
                  <a:pt x="15159" y="84754"/>
                </a:cubicBezTo>
                <a:cubicBezTo>
                  <a:pt x="15184" y="84655"/>
                  <a:pt x="15234" y="84580"/>
                  <a:pt x="15234" y="84480"/>
                </a:cubicBezTo>
                <a:cubicBezTo>
                  <a:pt x="16005" y="82987"/>
                  <a:pt x="16876" y="81593"/>
                  <a:pt x="17897" y="80274"/>
                </a:cubicBezTo>
                <a:close/>
                <a:moveTo>
                  <a:pt x="63348" y="72831"/>
                </a:moveTo>
                <a:cubicBezTo>
                  <a:pt x="63522" y="73030"/>
                  <a:pt x="63697" y="73180"/>
                  <a:pt x="63846" y="73354"/>
                </a:cubicBezTo>
                <a:cubicBezTo>
                  <a:pt x="64070" y="73578"/>
                  <a:pt x="64269" y="73827"/>
                  <a:pt x="64468" y="74051"/>
                </a:cubicBezTo>
                <a:cubicBezTo>
                  <a:pt x="64717" y="74325"/>
                  <a:pt x="64966" y="74599"/>
                  <a:pt x="65190" y="74897"/>
                </a:cubicBezTo>
                <a:cubicBezTo>
                  <a:pt x="65290" y="75022"/>
                  <a:pt x="65389" y="75096"/>
                  <a:pt x="65464" y="75221"/>
                </a:cubicBezTo>
                <a:cubicBezTo>
                  <a:pt x="66783" y="76789"/>
                  <a:pt x="68052" y="78432"/>
                  <a:pt x="69297" y="80124"/>
                </a:cubicBezTo>
                <a:cubicBezTo>
                  <a:pt x="66310" y="82240"/>
                  <a:pt x="63273" y="83808"/>
                  <a:pt x="60411" y="84879"/>
                </a:cubicBezTo>
                <a:cubicBezTo>
                  <a:pt x="58942" y="82663"/>
                  <a:pt x="57573" y="80423"/>
                  <a:pt x="56379" y="78282"/>
                </a:cubicBezTo>
                <a:cubicBezTo>
                  <a:pt x="58793" y="76565"/>
                  <a:pt x="61108" y="74723"/>
                  <a:pt x="63348" y="72831"/>
                </a:cubicBezTo>
                <a:close/>
                <a:moveTo>
                  <a:pt x="44729" y="82066"/>
                </a:moveTo>
                <a:cubicBezTo>
                  <a:pt x="45053" y="82862"/>
                  <a:pt x="45526" y="83534"/>
                  <a:pt x="46049" y="84107"/>
                </a:cubicBezTo>
                <a:lnTo>
                  <a:pt x="46049" y="84182"/>
                </a:lnTo>
                <a:cubicBezTo>
                  <a:pt x="45551" y="84480"/>
                  <a:pt x="45028" y="84729"/>
                  <a:pt x="44530" y="85003"/>
                </a:cubicBezTo>
                <a:cubicBezTo>
                  <a:pt x="44530" y="84978"/>
                  <a:pt x="44530" y="84953"/>
                  <a:pt x="44555" y="84903"/>
                </a:cubicBezTo>
                <a:cubicBezTo>
                  <a:pt x="44680" y="84032"/>
                  <a:pt x="44729" y="83211"/>
                  <a:pt x="44729" y="82365"/>
                </a:cubicBezTo>
                <a:lnTo>
                  <a:pt x="44729" y="82265"/>
                </a:lnTo>
                <a:lnTo>
                  <a:pt x="44729" y="82066"/>
                </a:lnTo>
                <a:close/>
                <a:moveTo>
                  <a:pt x="56229" y="78407"/>
                </a:moveTo>
                <a:cubicBezTo>
                  <a:pt x="57374" y="80523"/>
                  <a:pt x="58743" y="82763"/>
                  <a:pt x="60237" y="84978"/>
                </a:cubicBezTo>
                <a:cubicBezTo>
                  <a:pt x="60212" y="84978"/>
                  <a:pt x="60212" y="84978"/>
                  <a:pt x="60187" y="85003"/>
                </a:cubicBezTo>
                <a:cubicBezTo>
                  <a:pt x="58718" y="82763"/>
                  <a:pt x="57349" y="80547"/>
                  <a:pt x="56204" y="78432"/>
                </a:cubicBezTo>
                <a:lnTo>
                  <a:pt x="56229" y="78407"/>
                </a:lnTo>
                <a:close/>
                <a:moveTo>
                  <a:pt x="97624" y="84234"/>
                </a:moveTo>
                <a:cubicBezTo>
                  <a:pt x="97399" y="84491"/>
                  <a:pt x="97172" y="84749"/>
                  <a:pt x="96940" y="85010"/>
                </a:cubicBezTo>
                <a:lnTo>
                  <a:pt x="96940" y="85010"/>
                </a:lnTo>
                <a:cubicBezTo>
                  <a:pt x="97182" y="84723"/>
                  <a:pt x="97413" y="84456"/>
                  <a:pt x="97624" y="84234"/>
                </a:cubicBezTo>
                <a:close/>
                <a:moveTo>
                  <a:pt x="69446" y="80274"/>
                </a:moveTo>
                <a:cubicBezTo>
                  <a:pt x="69446" y="80299"/>
                  <a:pt x="69446" y="80299"/>
                  <a:pt x="69496" y="80348"/>
                </a:cubicBezTo>
                <a:cubicBezTo>
                  <a:pt x="66534" y="82414"/>
                  <a:pt x="63473" y="84032"/>
                  <a:pt x="60585" y="85103"/>
                </a:cubicBezTo>
                <a:cubicBezTo>
                  <a:pt x="60585" y="85078"/>
                  <a:pt x="60560" y="85078"/>
                  <a:pt x="60560" y="85028"/>
                </a:cubicBezTo>
                <a:cubicBezTo>
                  <a:pt x="63423" y="83982"/>
                  <a:pt x="66459" y="82365"/>
                  <a:pt x="69446" y="80274"/>
                </a:cubicBezTo>
                <a:close/>
                <a:moveTo>
                  <a:pt x="44428" y="81464"/>
                </a:moveTo>
                <a:cubicBezTo>
                  <a:pt x="44438" y="81506"/>
                  <a:pt x="44450" y="81557"/>
                  <a:pt x="44481" y="81618"/>
                </a:cubicBezTo>
                <a:cubicBezTo>
                  <a:pt x="44530" y="82788"/>
                  <a:pt x="44505" y="83982"/>
                  <a:pt x="44281" y="85152"/>
                </a:cubicBezTo>
                <a:cubicBezTo>
                  <a:pt x="44281" y="85152"/>
                  <a:pt x="44257" y="85152"/>
                  <a:pt x="44257" y="85177"/>
                </a:cubicBezTo>
                <a:cubicBezTo>
                  <a:pt x="44257" y="85103"/>
                  <a:pt x="44281" y="85003"/>
                  <a:pt x="44306" y="84903"/>
                </a:cubicBezTo>
                <a:cubicBezTo>
                  <a:pt x="44481" y="83958"/>
                  <a:pt x="44505" y="83012"/>
                  <a:pt x="44481" y="82116"/>
                </a:cubicBezTo>
                <a:lnTo>
                  <a:pt x="44481" y="81867"/>
                </a:lnTo>
                <a:cubicBezTo>
                  <a:pt x="44481" y="81767"/>
                  <a:pt x="44431" y="81643"/>
                  <a:pt x="44431" y="81543"/>
                </a:cubicBezTo>
                <a:cubicBezTo>
                  <a:pt x="44431" y="81520"/>
                  <a:pt x="44431" y="81490"/>
                  <a:pt x="44428" y="81464"/>
                </a:cubicBezTo>
                <a:close/>
                <a:moveTo>
                  <a:pt x="60361" y="85127"/>
                </a:moveTo>
                <a:cubicBezTo>
                  <a:pt x="60361" y="85127"/>
                  <a:pt x="60411" y="85152"/>
                  <a:pt x="60411" y="85202"/>
                </a:cubicBezTo>
                <a:cubicBezTo>
                  <a:pt x="60361" y="85202"/>
                  <a:pt x="60361" y="85202"/>
                  <a:pt x="60336" y="85227"/>
                </a:cubicBezTo>
                <a:cubicBezTo>
                  <a:pt x="60336" y="85202"/>
                  <a:pt x="60311" y="85202"/>
                  <a:pt x="60311" y="85152"/>
                </a:cubicBezTo>
                <a:cubicBezTo>
                  <a:pt x="60336" y="85152"/>
                  <a:pt x="60336" y="85152"/>
                  <a:pt x="60361" y="85127"/>
                </a:cubicBezTo>
                <a:close/>
                <a:moveTo>
                  <a:pt x="46123" y="84381"/>
                </a:moveTo>
                <a:lnTo>
                  <a:pt x="46123" y="84455"/>
                </a:lnTo>
                <a:cubicBezTo>
                  <a:pt x="45607" y="84726"/>
                  <a:pt x="45042" y="84996"/>
                  <a:pt x="44525" y="85267"/>
                </a:cubicBezTo>
                <a:lnTo>
                  <a:pt x="44525" y="85267"/>
                </a:lnTo>
                <a:cubicBezTo>
                  <a:pt x="44530" y="85257"/>
                  <a:pt x="44530" y="85242"/>
                  <a:pt x="44530" y="85227"/>
                </a:cubicBezTo>
                <a:lnTo>
                  <a:pt x="46123" y="84381"/>
                </a:lnTo>
                <a:close/>
                <a:moveTo>
                  <a:pt x="1917" y="71537"/>
                </a:moveTo>
                <a:lnTo>
                  <a:pt x="1917" y="71537"/>
                </a:lnTo>
                <a:cubicBezTo>
                  <a:pt x="1792" y="74151"/>
                  <a:pt x="1991" y="76640"/>
                  <a:pt x="2589" y="78930"/>
                </a:cubicBezTo>
                <a:cubicBezTo>
                  <a:pt x="1867" y="80448"/>
                  <a:pt x="1369" y="82091"/>
                  <a:pt x="1120" y="83709"/>
                </a:cubicBezTo>
                <a:cubicBezTo>
                  <a:pt x="1095" y="83709"/>
                  <a:pt x="1095" y="83734"/>
                  <a:pt x="1095" y="83758"/>
                </a:cubicBezTo>
                <a:lnTo>
                  <a:pt x="996" y="84605"/>
                </a:lnTo>
                <a:lnTo>
                  <a:pt x="996" y="84704"/>
                </a:lnTo>
                <a:cubicBezTo>
                  <a:pt x="996" y="84804"/>
                  <a:pt x="971" y="84978"/>
                  <a:pt x="971" y="85103"/>
                </a:cubicBezTo>
                <a:cubicBezTo>
                  <a:pt x="971" y="85152"/>
                  <a:pt x="971" y="85252"/>
                  <a:pt x="946" y="85327"/>
                </a:cubicBezTo>
                <a:cubicBezTo>
                  <a:pt x="349" y="81120"/>
                  <a:pt x="722" y="76490"/>
                  <a:pt x="1917" y="71537"/>
                </a:cubicBezTo>
                <a:close/>
                <a:moveTo>
                  <a:pt x="44281" y="85351"/>
                </a:moveTo>
                <a:lnTo>
                  <a:pt x="44281" y="85401"/>
                </a:lnTo>
                <a:lnTo>
                  <a:pt x="44257" y="85401"/>
                </a:lnTo>
                <a:cubicBezTo>
                  <a:pt x="44257" y="85401"/>
                  <a:pt x="44257" y="85376"/>
                  <a:pt x="44281" y="85351"/>
                </a:cubicBezTo>
                <a:close/>
                <a:moveTo>
                  <a:pt x="48289" y="83460"/>
                </a:moveTo>
                <a:cubicBezTo>
                  <a:pt x="48538" y="84132"/>
                  <a:pt x="48762" y="84854"/>
                  <a:pt x="48911" y="85575"/>
                </a:cubicBezTo>
                <a:cubicBezTo>
                  <a:pt x="48140" y="85227"/>
                  <a:pt x="47418" y="84779"/>
                  <a:pt x="46845" y="84256"/>
                </a:cubicBezTo>
                <a:cubicBezTo>
                  <a:pt x="47343" y="84007"/>
                  <a:pt x="47841" y="83734"/>
                  <a:pt x="48289" y="83460"/>
                </a:cubicBezTo>
                <a:close/>
                <a:moveTo>
                  <a:pt x="56055" y="78531"/>
                </a:moveTo>
                <a:cubicBezTo>
                  <a:pt x="57200" y="80647"/>
                  <a:pt x="58544" y="82862"/>
                  <a:pt x="60038" y="85078"/>
                </a:cubicBezTo>
                <a:cubicBezTo>
                  <a:pt x="59490" y="85252"/>
                  <a:pt x="58967" y="85451"/>
                  <a:pt x="58445" y="85575"/>
                </a:cubicBezTo>
                <a:cubicBezTo>
                  <a:pt x="57499" y="83286"/>
                  <a:pt x="56329" y="81170"/>
                  <a:pt x="54960" y="79278"/>
                </a:cubicBezTo>
                <a:cubicBezTo>
                  <a:pt x="55333" y="79029"/>
                  <a:pt x="55682" y="78780"/>
                  <a:pt x="56055" y="78531"/>
                </a:cubicBezTo>
                <a:close/>
                <a:moveTo>
                  <a:pt x="54810" y="79378"/>
                </a:moveTo>
                <a:cubicBezTo>
                  <a:pt x="56179" y="81244"/>
                  <a:pt x="57324" y="83360"/>
                  <a:pt x="58245" y="85600"/>
                </a:cubicBezTo>
                <a:cubicBezTo>
                  <a:pt x="58220" y="85600"/>
                  <a:pt x="58220" y="85600"/>
                  <a:pt x="58196" y="85625"/>
                </a:cubicBezTo>
                <a:cubicBezTo>
                  <a:pt x="57250" y="83385"/>
                  <a:pt x="56105" y="81294"/>
                  <a:pt x="54736" y="79427"/>
                </a:cubicBezTo>
                <a:lnTo>
                  <a:pt x="54810" y="79378"/>
                </a:lnTo>
                <a:close/>
                <a:moveTo>
                  <a:pt x="48538" y="83310"/>
                </a:moveTo>
                <a:cubicBezTo>
                  <a:pt x="48837" y="84107"/>
                  <a:pt x="49036" y="84879"/>
                  <a:pt x="49235" y="85700"/>
                </a:cubicBezTo>
                <a:cubicBezTo>
                  <a:pt x="49210" y="85700"/>
                  <a:pt x="49160" y="85650"/>
                  <a:pt x="49160" y="85650"/>
                </a:cubicBezTo>
                <a:cubicBezTo>
                  <a:pt x="48986" y="84879"/>
                  <a:pt x="48737" y="84107"/>
                  <a:pt x="48488" y="83360"/>
                </a:cubicBezTo>
                <a:cubicBezTo>
                  <a:pt x="48513" y="83360"/>
                  <a:pt x="48513" y="83310"/>
                  <a:pt x="48538" y="83310"/>
                </a:cubicBezTo>
                <a:close/>
                <a:moveTo>
                  <a:pt x="60112" y="85202"/>
                </a:moveTo>
                <a:cubicBezTo>
                  <a:pt x="60112" y="85227"/>
                  <a:pt x="60162" y="85227"/>
                  <a:pt x="60162" y="85252"/>
                </a:cubicBezTo>
                <a:cubicBezTo>
                  <a:pt x="59589" y="85451"/>
                  <a:pt x="59067" y="85625"/>
                  <a:pt x="58494" y="85775"/>
                </a:cubicBezTo>
                <a:lnTo>
                  <a:pt x="58494" y="85725"/>
                </a:lnTo>
                <a:cubicBezTo>
                  <a:pt x="59017" y="85575"/>
                  <a:pt x="59589" y="85376"/>
                  <a:pt x="60112" y="85202"/>
                </a:cubicBezTo>
                <a:close/>
                <a:moveTo>
                  <a:pt x="14860" y="85252"/>
                </a:moveTo>
                <a:lnTo>
                  <a:pt x="14860" y="85252"/>
                </a:lnTo>
                <a:cubicBezTo>
                  <a:pt x="14810" y="85351"/>
                  <a:pt x="14810" y="85451"/>
                  <a:pt x="14785" y="85526"/>
                </a:cubicBezTo>
                <a:cubicBezTo>
                  <a:pt x="14761" y="85625"/>
                  <a:pt x="14736" y="85725"/>
                  <a:pt x="14661" y="85824"/>
                </a:cubicBezTo>
                <a:cubicBezTo>
                  <a:pt x="14686" y="85725"/>
                  <a:pt x="14686" y="85625"/>
                  <a:pt x="14736" y="85501"/>
                </a:cubicBezTo>
                <a:cubicBezTo>
                  <a:pt x="14761" y="85401"/>
                  <a:pt x="14810" y="85327"/>
                  <a:pt x="14860" y="85252"/>
                </a:cubicBezTo>
                <a:close/>
                <a:moveTo>
                  <a:pt x="46671" y="84356"/>
                </a:moveTo>
                <a:cubicBezTo>
                  <a:pt x="47343" y="84928"/>
                  <a:pt x="48115" y="85426"/>
                  <a:pt x="48986" y="85775"/>
                </a:cubicBezTo>
                <a:cubicBezTo>
                  <a:pt x="48986" y="85809"/>
                  <a:pt x="48986" y="85832"/>
                  <a:pt x="48994" y="85842"/>
                </a:cubicBezTo>
                <a:lnTo>
                  <a:pt x="48994" y="85842"/>
                </a:lnTo>
                <a:cubicBezTo>
                  <a:pt x="48107" y="85471"/>
                  <a:pt x="47294" y="84977"/>
                  <a:pt x="46627" y="84361"/>
                </a:cubicBezTo>
                <a:lnTo>
                  <a:pt x="46627" y="84361"/>
                </a:lnTo>
                <a:cubicBezTo>
                  <a:pt x="46637" y="84370"/>
                  <a:pt x="46648" y="84374"/>
                  <a:pt x="46655" y="84374"/>
                </a:cubicBezTo>
                <a:cubicBezTo>
                  <a:pt x="46665" y="84374"/>
                  <a:pt x="46671" y="84368"/>
                  <a:pt x="46671" y="84356"/>
                </a:cubicBezTo>
                <a:close/>
                <a:moveTo>
                  <a:pt x="58320" y="85750"/>
                </a:moveTo>
                <a:cubicBezTo>
                  <a:pt x="58320" y="85775"/>
                  <a:pt x="58320" y="85775"/>
                  <a:pt x="58345" y="85799"/>
                </a:cubicBezTo>
                <a:cubicBezTo>
                  <a:pt x="58320" y="85849"/>
                  <a:pt x="58320" y="85849"/>
                  <a:pt x="58295" y="85849"/>
                </a:cubicBezTo>
                <a:cubicBezTo>
                  <a:pt x="58295" y="85799"/>
                  <a:pt x="58295" y="85799"/>
                  <a:pt x="58245" y="85775"/>
                </a:cubicBezTo>
                <a:cubicBezTo>
                  <a:pt x="58295" y="85775"/>
                  <a:pt x="58295" y="85775"/>
                  <a:pt x="58320" y="85750"/>
                </a:cubicBezTo>
                <a:close/>
                <a:moveTo>
                  <a:pt x="43809" y="78880"/>
                </a:moveTo>
                <a:lnTo>
                  <a:pt x="43908" y="79353"/>
                </a:lnTo>
                <a:lnTo>
                  <a:pt x="43908" y="79427"/>
                </a:lnTo>
                <a:lnTo>
                  <a:pt x="43908" y="79527"/>
                </a:lnTo>
                <a:lnTo>
                  <a:pt x="43933" y="79527"/>
                </a:lnTo>
                <a:cubicBezTo>
                  <a:pt x="44008" y="79851"/>
                  <a:pt x="44033" y="80149"/>
                  <a:pt x="44132" y="80473"/>
                </a:cubicBezTo>
                <a:cubicBezTo>
                  <a:pt x="44182" y="80846"/>
                  <a:pt x="44232" y="81220"/>
                  <a:pt x="44257" y="81593"/>
                </a:cubicBezTo>
                <a:cubicBezTo>
                  <a:pt x="44257" y="81717"/>
                  <a:pt x="44281" y="81792"/>
                  <a:pt x="44281" y="81916"/>
                </a:cubicBezTo>
                <a:lnTo>
                  <a:pt x="44281" y="82016"/>
                </a:lnTo>
                <a:lnTo>
                  <a:pt x="44281" y="83037"/>
                </a:lnTo>
                <a:cubicBezTo>
                  <a:pt x="44257" y="83783"/>
                  <a:pt x="44182" y="84530"/>
                  <a:pt x="44033" y="85277"/>
                </a:cubicBezTo>
                <a:cubicBezTo>
                  <a:pt x="43560" y="85526"/>
                  <a:pt x="43062" y="85750"/>
                  <a:pt x="42614" y="85974"/>
                </a:cubicBezTo>
                <a:cubicBezTo>
                  <a:pt x="42639" y="83758"/>
                  <a:pt x="43037" y="81369"/>
                  <a:pt x="43809" y="78880"/>
                </a:cubicBezTo>
                <a:close/>
                <a:moveTo>
                  <a:pt x="49235" y="85899"/>
                </a:moveTo>
                <a:cubicBezTo>
                  <a:pt x="49235" y="85899"/>
                  <a:pt x="49260" y="85899"/>
                  <a:pt x="49285" y="85949"/>
                </a:cubicBezTo>
                <a:cubicBezTo>
                  <a:pt x="49285" y="85974"/>
                  <a:pt x="49285" y="85999"/>
                  <a:pt x="49334" y="85999"/>
                </a:cubicBezTo>
                <a:lnTo>
                  <a:pt x="49260" y="85999"/>
                </a:lnTo>
                <a:cubicBezTo>
                  <a:pt x="49260" y="85974"/>
                  <a:pt x="49260" y="85949"/>
                  <a:pt x="49235" y="85899"/>
                </a:cubicBezTo>
                <a:close/>
                <a:moveTo>
                  <a:pt x="43734" y="78482"/>
                </a:moveTo>
                <a:cubicBezTo>
                  <a:pt x="43734" y="78506"/>
                  <a:pt x="43759" y="78531"/>
                  <a:pt x="43759" y="78556"/>
                </a:cubicBezTo>
                <a:cubicBezTo>
                  <a:pt x="42912" y="81170"/>
                  <a:pt x="42440" y="83709"/>
                  <a:pt x="42440" y="86024"/>
                </a:cubicBezTo>
                <a:cubicBezTo>
                  <a:pt x="42415" y="86048"/>
                  <a:pt x="42390" y="86048"/>
                  <a:pt x="42390" y="86048"/>
                </a:cubicBezTo>
                <a:cubicBezTo>
                  <a:pt x="42390" y="83684"/>
                  <a:pt x="42863" y="81145"/>
                  <a:pt x="43734" y="78482"/>
                </a:cubicBezTo>
                <a:close/>
                <a:moveTo>
                  <a:pt x="44008" y="85476"/>
                </a:moveTo>
                <a:lnTo>
                  <a:pt x="44008" y="85526"/>
                </a:lnTo>
                <a:cubicBezTo>
                  <a:pt x="43535" y="85750"/>
                  <a:pt x="43062" y="85999"/>
                  <a:pt x="42639" y="86223"/>
                </a:cubicBezTo>
                <a:lnTo>
                  <a:pt x="42639" y="86148"/>
                </a:lnTo>
                <a:cubicBezTo>
                  <a:pt x="43062" y="85949"/>
                  <a:pt x="43535" y="85725"/>
                  <a:pt x="44008" y="85476"/>
                </a:cubicBezTo>
                <a:close/>
                <a:moveTo>
                  <a:pt x="54586" y="79527"/>
                </a:moveTo>
                <a:cubicBezTo>
                  <a:pt x="55931" y="81394"/>
                  <a:pt x="57075" y="83460"/>
                  <a:pt x="57996" y="85650"/>
                </a:cubicBezTo>
                <a:cubicBezTo>
                  <a:pt x="56284" y="86108"/>
                  <a:pt x="54653" y="86346"/>
                  <a:pt x="53148" y="86346"/>
                </a:cubicBezTo>
                <a:cubicBezTo>
                  <a:pt x="51789" y="86346"/>
                  <a:pt x="50531" y="86151"/>
                  <a:pt x="49409" y="85750"/>
                </a:cubicBezTo>
                <a:cubicBezTo>
                  <a:pt x="49235" y="84879"/>
                  <a:pt x="48986" y="84032"/>
                  <a:pt x="48662" y="83211"/>
                </a:cubicBezTo>
                <a:cubicBezTo>
                  <a:pt x="50654" y="82116"/>
                  <a:pt x="52620" y="80871"/>
                  <a:pt x="54586" y="79527"/>
                </a:cubicBezTo>
                <a:close/>
                <a:moveTo>
                  <a:pt x="42440" y="86248"/>
                </a:moveTo>
                <a:lnTo>
                  <a:pt x="42440" y="86322"/>
                </a:lnTo>
                <a:cubicBezTo>
                  <a:pt x="42415" y="86322"/>
                  <a:pt x="42415" y="86347"/>
                  <a:pt x="42390" y="86347"/>
                </a:cubicBezTo>
                <a:lnTo>
                  <a:pt x="42390" y="86272"/>
                </a:lnTo>
                <a:cubicBezTo>
                  <a:pt x="42390" y="86272"/>
                  <a:pt x="42415" y="86248"/>
                  <a:pt x="42440" y="86248"/>
                </a:cubicBezTo>
                <a:close/>
                <a:moveTo>
                  <a:pt x="58071" y="85849"/>
                </a:moveTo>
                <a:cubicBezTo>
                  <a:pt x="58071" y="85874"/>
                  <a:pt x="58071" y="85874"/>
                  <a:pt x="58096" y="85899"/>
                </a:cubicBezTo>
                <a:cubicBezTo>
                  <a:pt x="56354" y="86372"/>
                  <a:pt x="54686" y="86621"/>
                  <a:pt x="53143" y="86621"/>
                </a:cubicBezTo>
                <a:cubicBezTo>
                  <a:pt x="51823" y="86621"/>
                  <a:pt x="50579" y="86422"/>
                  <a:pt x="49484" y="86048"/>
                </a:cubicBezTo>
                <a:cubicBezTo>
                  <a:pt x="49484" y="86030"/>
                  <a:pt x="49484" y="86012"/>
                  <a:pt x="49474" y="86003"/>
                </a:cubicBezTo>
                <a:lnTo>
                  <a:pt x="49474" y="86003"/>
                </a:lnTo>
                <a:cubicBezTo>
                  <a:pt x="50592" y="86363"/>
                  <a:pt x="51841" y="86542"/>
                  <a:pt x="53185" y="86542"/>
                </a:cubicBezTo>
                <a:cubicBezTo>
                  <a:pt x="54709" y="86542"/>
                  <a:pt x="56355" y="86311"/>
                  <a:pt x="58071" y="85849"/>
                </a:cubicBezTo>
                <a:close/>
                <a:moveTo>
                  <a:pt x="2664" y="79203"/>
                </a:moveTo>
                <a:cubicBezTo>
                  <a:pt x="2664" y="79253"/>
                  <a:pt x="2664" y="79278"/>
                  <a:pt x="2688" y="79278"/>
                </a:cubicBezTo>
                <a:cubicBezTo>
                  <a:pt x="2041" y="80722"/>
                  <a:pt x="1593" y="82190"/>
                  <a:pt x="1344" y="83734"/>
                </a:cubicBezTo>
                <a:lnTo>
                  <a:pt x="1344" y="83783"/>
                </a:lnTo>
                <a:cubicBezTo>
                  <a:pt x="1319" y="84082"/>
                  <a:pt x="1295" y="84356"/>
                  <a:pt x="1245" y="84605"/>
                </a:cubicBezTo>
                <a:lnTo>
                  <a:pt x="1245" y="84704"/>
                </a:lnTo>
                <a:cubicBezTo>
                  <a:pt x="1245" y="84854"/>
                  <a:pt x="1220" y="84978"/>
                  <a:pt x="1220" y="85127"/>
                </a:cubicBezTo>
                <a:cubicBezTo>
                  <a:pt x="1220" y="85227"/>
                  <a:pt x="1195" y="85327"/>
                  <a:pt x="1195" y="85401"/>
                </a:cubicBezTo>
                <a:lnTo>
                  <a:pt x="1195" y="85451"/>
                </a:lnTo>
                <a:cubicBezTo>
                  <a:pt x="1170" y="85874"/>
                  <a:pt x="1170" y="86322"/>
                  <a:pt x="1195" y="86745"/>
                </a:cubicBezTo>
                <a:cubicBezTo>
                  <a:pt x="1170" y="86646"/>
                  <a:pt x="1170" y="86571"/>
                  <a:pt x="1120" y="86472"/>
                </a:cubicBezTo>
                <a:cubicBezTo>
                  <a:pt x="1120" y="86123"/>
                  <a:pt x="1095" y="85775"/>
                  <a:pt x="1120" y="85451"/>
                </a:cubicBezTo>
                <a:cubicBezTo>
                  <a:pt x="1120" y="85327"/>
                  <a:pt x="1120" y="85227"/>
                  <a:pt x="1170" y="85103"/>
                </a:cubicBezTo>
                <a:cubicBezTo>
                  <a:pt x="1170" y="84953"/>
                  <a:pt x="1195" y="84779"/>
                  <a:pt x="1195" y="84605"/>
                </a:cubicBezTo>
                <a:cubicBezTo>
                  <a:pt x="1220" y="84331"/>
                  <a:pt x="1245" y="84032"/>
                  <a:pt x="1295" y="83783"/>
                </a:cubicBezTo>
                <a:lnTo>
                  <a:pt x="1295" y="83684"/>
                </a:lnTo>
                <a:cubicBezTo>
                  <a:pt x="1519" y="82165"/>
                  <a:pt x="1991" y="80647"/>
                  <a:pt x="2664" y="79203"/>
                </a:cubicBezTo>
                <a:close/>
                <a:moveTo>
                  <a:pt x="448" y="82091"/>
                </a:moveTo>
                <a:cubicBezTo>
                  <a:pt x="573" y="84406"/>
                  <a:pt x="846" y="85999"/>
                  <a:pt x="946" y="86521"/>
                </a:cubicBezTo>
                <a:lnTo>
                  <a:pt x="946" y="86745"/>
                </a:lnTo>
                <a:lnTo>
                  <a:pt x="946" y="86770"/>
                </a:lnTo>
                <a:cubicBezTo>
                  <a:pt x="896" y="86646"/>
                  <a:pt x="871" y="86496"/>
                  <a:pt x="846" y="86347"/>
                </a:cubicBezTo>
                <a:cubicBezTo>
                  <a:pt x="846" y="86248"/>
                  <a:pt x="822" y="86148"/>
                  <a:pt x="822" y="86073"/>
                </a:cubicBezTo>
                <a:cubicBezTo>
                  <a:pt x="797" y="85974"/>
                  <a:pt x="797" y="85849"/>
                  <a:pt x="747" y="85750"/>
                </a:cubicBezTo>
                <a:cubicBezTo>
                  <a:pt x="672" y="85127"/>
                  <a:pt x="573" y="84480"/>
                  <a:pt x="548" y="83833"/>
                </a:cubicBezTo>
                <a:lnTo>
                  <a:pt x="548" y="83634"/>
                </a:lnTo>
                <a:cubicBezTo>
                  <a:pt x="498" y="83111"/>
                  <a:pt x="473" y="82613"/>
                  <a:pt x="448" y="82091"/>
                </a:cubicBezTo>
                <a:close/>
                <a:moveTo>
                  <a:pt x="69571" y="80473"/>
                </a:moveTo>
                <a:cubicBezTo>
                  <a:pt x="69670" y="80597"/>
                  <a:pt x="69770" y="80747"/>
                  <a:pt x="69894" y="80871"/>
                </a:cubicBezTo>
                <a:cubicBezTo>
                  <a:pt x="67331" y="83012"/>
                  <a:pt x="64692" y="85103"/>
                  <a:pt x="61979" y="87069"/>
                </a:cubicBezTo>
                <a:cubicBezTo>
                  <a:pt x="61506" y="86496"/>
                  <a:pt x="61108" y="85874"/>
                  <a:pt x="60685" y="85252"/>
                </a:cubicBezTo>
                <a:cubicBezTo>
                  <a:pt x="63572" y="84157"/>
                  <a:pt x="66634" y="82539"/>
                  <a:pt x="69571" y="80473"/>
                </a:cubicBezTo>
                <a:close/>
                <a:moveTo>
                  <a:pt x="60486" y="85351"/>
                </a:moveTo>
                <a:lnTo>
                  <a:pt x="61805" y="87218"/>
                </a:lnTo>
                <a:lnTo>
                  <a:pt x="61780" y="87243"/>
                </a:lnTo>
                <a:lnTo>
                  <a:pt x="60461" y="85376"/>
                </a:lnTo>
                <a:cubicBezTo>
                  <a:pt x="60461" y="85351"/>
                  <a:pt x="60486" y="85351"/>
                  <a:pt x="60486" y="85351"/>
                </a:cubicBezTo>
                <a:close/>
                <a:moveTo>
                  <a:pt x="70019" y="81045"/>
                </a:moveTo>
                <a:cubicBezTo>
                  <a:pt x="70019" y="81070"/>
                  <a:pt x="70019" y="81070"/>
                  <a:pt x="70044" y="81120"/>
                </a:cubicBezTo>
                <a:cubicBezTo>
                  <a:pt x="67505" y="83261"/>
                  <a:pt x="64842" y="85351"/>
                  <a:pt x="62153" y="87293"/>
                </a:cubicBezTo>
                <a:cubicBezTo>
                  <a:pt x="62153" y="87268"/>
                  <a:pt x="62103" y="87268"/>
                  <a:pt x="62103" y="87243"/>
                </a:cubicBezTo>
                <a:cubicBezTo>
                  <a:pt x="64842" y="85277"/>
                  <a:pt x="67505" y="83236"/>
                  <a:pt x="70019" y="81045"/>
                </a:cubicBezTo>
                <a:close/>
                <a:moveTo>
                  <a:pt x="43485" y="78407"/>
                </a:moveTo>
                <a:lnTo>
                  <a:pt x="43485" y="78407"/>
                </a:lnTo>
                <a:cubicBezTo>
                  <a:pt x="42639" y="81145"/>
                  <a:pt x="42166" y="83758"/>
                  <a:pt x="42191" y="86148"/>
                </a:cubicBezTo>
                <a:cubicBezTo>
                  <a:pt x="40050" y="87144"/>
                  <a:pt x="37934" y="88015"/>
                  <a:pt x="35843" y="88737"/>
                </a:cubicBezTo>
                <a:cubicBezTo>
                  <a:pt x="35918" y="88438"/>
                  <a:pt x="35943" y="88089"/>
                  <a:pt x="36018" y="87766"/>
                </a:cubicBezTo>
                <a:cubicBezTo>
                  <a:pt x="36042" y="87617"/>
                  <a:pt x="36067" y="87467"/>
                  <a:pt x="36092" y="87268"/>
                </a:cubicBezTo>
                <a:lnTo>
                  <a:pt x="36092" y="87243"/>
                </a:lnTo>
                <a:cubicBezTo>
                  <a:pt x="36167" y="86895"/>
                  <a:pt x="36267" y="86521"/>
                  <a:pt x="36341" y="86148"/>
                </a:cubicBezTo>
                <a:cubicBezTo>
                  <a:pt x="36391" y="86024"/>
                  <a:pt x="36416" y="85874"/>
                  <a:pt x="36441" y="85750"/>
                </a:cubicBezTo>
                <a:cubicBezTo>
                  <a:pt x="36515" y="85526"/>
                  <a:pt x="36565" y="85302"/>
                  <a:pt x="36640" y="85053"/>
                </a:cubicBezTo>
                <a:cubicBezTo>
                  <a:pt x="36690" y="84879"/>
                  <a:pt x="36715" y="84679"/>
                  <a:pt x="36789" y="84505"/>
                </a:cubicBezTo>
                <a:cubicBezTo>
                  <a:pt x="36814" y="84381"/>
                  <a:pt x="36839" y="84281"/>
                  <a:pt x="36889" y="84157"/>
                </a:cubicBezTo>
                <a:cubicBezTo>
                  <a:pt x="37013" y="83734"/>
                  <a:pt x="37138" y="83286"/>
                  <a:pt x="37287" y="82862"/>
                </a:cubicBezTo>
                <a:lnTo>
                  <a:pt x="37287" y="82813"/>
                </a:lnTo>
                <a:cubicBezTo>
                  <a:pt x="37312" y="82763"/>
                  <a:pt x="37312" y="82688"/>
                  <a:pt x="37337" y="82613"/>
                </a:cubicBezTo>
                <a:lnTo>
                  <a:pt x="37337" y="82564"/>
                </a:lnTo>
                <a:cubicBezTo>
                  <a:pt x="37436" y="82290"/>
                  <a:pt x="37561" y="82016"/>
                  <a:pt x="37660" y="81692"/>
                </a:cubicBezTo>
                <a:cubicBezTo>
                  <a:pt x="40125" y="80996"/>
                  <a:pt x="42116" y="79875"/>
                  <a:pt x="43485" y="78407"/>
                </a:cubicBezTo>
                <a:close/>
                <a:moveTo>
                  <a:pt x="60262" y="85451"/>
                </a:moveTo>
                <a:cubicBezTo>
                  <a:pt x="60710" y="86098"/>
                  <a:pt x="61158" y="86720"/>
                  <a:pt x="61606" y="87368"/>
                </a:cubicBezTo>
                <a:cubicBezTo>
                  <a:pt x="60934" y="87841"/>
                  <a:pt x="60237" y="88313"/>
                  <a:pt x="59589" y="88762"/>
                </a:cubicBezTo>
                <a:cubicBezTo>
                  <a:pt x="59291" y="87816"/>
                  <a:pt x="58967" y="86870"/>
                  <a:pt x="58594" y="85974"/>
                </a:cubicBezTo>
                <a:cubicBezTo>
                  <a:pt x="59166" y="85824"/>
                  <a:pt x="59714" y="85625"/>
                  <a:pt x="60262" y="85451"/>
                </a:cubicBezTo>
                <a:close/>
                <a:moveTo>
                  <a:pt x="37461" y="81792"/>
                </a:moveTo>
                <a:cubicBezTo>
                  <a:pt x="36963" y="83236"/>
                  <a:pt x="36565" y="84605"/>
                  <a:pt x="36217" y="85974"/>
                </a:cubicBezTo>
                <a:lnTo>
                  <a:pt x="36217" y="85999"/>
                </a:lnTo>
                <a:cubicBezTo>
                  <a:pt x="36092" y="86496"/>
                  <a:pt x="36018" y="86969"/>
                  <a:pt x="35918" y="87467"/>
                </a:cubicBezTo>
                <a:cubicBezTo>
                  <a:pt x="35918" y="87517"/>
                  <a:pt x="35893" y="87592"/>
                  <a:pt x="35893" y="87641"/>
                </a:cubicBezTo>
                <a:cubicBezTo>
                  <a:pt x="35818" y="88015"/>
                  <a:pt x="35769" y="88438"/>
                  <a:pt x="35694" y="88811"/>
                </a:cubicBezTo>
                <a:cubicBezTo>
                  <a:pt x="35644" y="88836"/>
                  <a:pt x="35644" y="88836"/>
                  <a:pt x="35594" y="88836"/>
                </a:cubicBezTo>
                <a:cubicBezTo>
                  <a:pt x="35769" y="87741"/>
                  <a:pt x="35968" y="86621"/>
                  <a:pt x="36291" y="85476"/>
                </a:cubicBezTo>
                <a:cubicBezTo>
                  <a:pt x="36316" y="85376"/>
                  <a:pt x="36341" y="85277"/>
                  <a:pt x="36391" y="85152"/>
                </a:cubicBezTo>
                <a:cubicBezTo>
                  <a:pt x="36690" y="84032"/>
                  <a:pt x="37038" y="82912"/>
                  <a:pt x="37436" y="81792"/>
                </a:cubicBezTo>
                <a:close/>
                <a:moveTo>
                  <a:pt x="58395" y="85999"/>
                </a:moveTo>
                <a:cubicBezTo>
                  <a:pt x="58768" y="86944"/>
                  <a:pt x="59117" y="87865"/>
                  <a:pt x="59390" y="88836"/>
                </a:cubicBezTo>
                <a:cubicBezTo>
                  <a:pt x="59365" y="88836"/>
                  <a:pt x="59365" y="88861"/>
                  <a:pt x="59341" y="88861"/>
                </a:cubicBezTo>
                <a:cubicBezTo>
                  <a:pt x="59067" y="87915"/>
                  <a:pt x="58718" y="86969"/>
                  <a:pt x="58345" y="86024"/>
                </a:cubicBezTo>
                <a:cubicBezTo>
                  <a:pt x="58370" y="86024"/>
                  <a:pt x="58370" y="86024"/>
                  <a:pt x="58395" y="85999"/>
                </a:cubicBezTo>
                <a:close/>
                <a:moveTo>
                  <a:pt x="42191" y="86372"/>
                </a:moveTo>
                <a:lnTo>
                  <a:pt x="42191" y="86422"/>
                </a:lnTo>
                <a:cubicBezTo>
                  <a:pt x="40050" y="87417"/>
                  <a:pt x="37909" y="88289"/>
                  <a:pt x="35818" y="89010"/>
                </a:cubicBezTo>
                <a:lnTo>
                  <a:pt x="35818" y="88961"/>
                </a:lnTo>
                <a:cubicBezTo>
                  <a:pt x="37909" y="88239"/>
                  <a:pt x="40050" y="87368"/>
                  <a:pt x="42191" y="86372"/>
                </a:cubicBezTo>
                <a:close/>
                <a:moveTo>
                  <a:pt x="61705" y="87492"/>
                </a:moveTo>
                <a:cubicBezTo>
                  <a:pt x="61705" y="87517"/>
                  <a:pt x="61730" y="87517"/>
                  <a:pt x="61730" y="87567"/>
                </a:cubicBezTo>
                <a:cubicBezTo>
                  <a:pt x="61058" y="88065"/>
                  <a:pt x="60336" y="88513"/>
                  <a:pt x="59664" y="89010"/>
                </a:cubicBezTo>
                <a:cubicBezTo>
                  <a:pt x="59664" y="88986"/>
                  <a:pt x="59664" y="88986"/>
                  <a:pt x="59614" y="88961"/>
                </a:cubicBezTo>
                <a:cubicBezTo>
                  <a:pt x="60336" y="88463"/>
                  <a:pt x="61033" y="87990"/>
                  <a:pt x="61705" y="87492"/>
                </a:cubicBezTo>
                <a:close/>
                <a:moveTo>
                  <a:pt x="80598" y="71263"/>
                </a:moveTo>
                <a:cubicBezTo>
                  <a:pt x="83211" y="73304"/>
                  <a:pt x="85875" y="75246"/>
                  <a:pt x="88364" y="76814"/>
                </a:cubicBezTo>
                <a:cubicBezTo>
                  <a:pt x="84804" y="81269"/>
                  <a:pt x="80448" y="85476"/>
                  <a:pt x="75520" y="89010"/>
                </a:cubicBezTo>
                <a:cubicBezTo>
                  <a:pt x="74101" y="86447"/>
                  <a:pt x="72384" y="83659"/>
                  <a:pt x="70492" y="80971"/>
                </a:cubicBezTo>
                <a:cubicBezTo>
                  <a:pt x="74051" y="77884"/>
                  <a:pt x="77436" y="74648"/>
                  <a:pt x="80598" y="71263"/>
                </a:cubicBezTo>
                <a:close/>
                <a:moveTo>
                  <a:pt x="88948" y="88600"/>
                </a:moveTo>
                <a:lnTo>
                  <a:pt x="88948" y="88600"/>
                </a:lnTo>
                <a:cubicBezTo>
                  <a:pt x="88796" y="88744"/>
                  <a:pt x="88644" y="88888"/>
                  <a:pt x="88488" y="89035"/>
                </a:cubicBezTo>
                <a:lnTo>
                  <a:pt x="88470" y="89071"/>
                </a:lnTo>
                <a:lnTo>
                  <a:pt x="88470" y="89071"/>
                </a:lnTo>
                <a:lnTo>
                  <a:pt x="88563" y="88986"/>
                </a:lnTo>
                <a:lnTo>
                  <a:pt x="88948" y="88600"/>
                </a:lnTo>
                <a:close/>
                <a:moveTo>
                  <a:pt x="35594" y="89010"/>
                </a:moveTo>
                <a:lnTo>
                  <a:pt x="35594" y="89085"/>
                </a:lnTo>
                <a:lnTo>
                  <a:pt x="35545" y="89085"/>
                </a:lnTo>
                <a:lnTo>
                  <a:pt x="35545" y="89060"/>
                </a:lnTo>
                <a:cubicBezTo>
                  <a:pt x="35570" y="89060"/>
                  <a:pt x="35594" y="89010"/>
                  <a:pt x="35594" y="89010"/>
                </a:cubicBezTo>
                <a:close/>
                <a:moveTo>
                  <a:pt x="43983" y="85775"/>
                </a:moveTo>
                <a:lnTo>
                  <a:pt x="43983" y="85775"/>
                </a:lnTo>
                <a:cubicBezTo>
                  <a:pt x="43734" y="86895"/>
                  <a:pt x="43410" y="87990"/>
                  <a:pt x="42937" y="89085"/>
                </a:cubicBezTo>
                <a:cubicBezTo>
                  <a:pt x="42738" y="88239"/>
                  <a:pt x="42639" y="87343"/>
                  <a:pt x="42639" y="86447"/>
                </a:cubicBezTo>
                <a:cubicBezTo>
                  <a:pt x="43062" y="86223"/>
                  <a:pt x="43535" y="85999"/>
                  <a:pt x="43983" y="85775"/>
                </a:cubicBezTo>
                <a:close/>
                <a:moveTo>
                  <a:pt x="59490" y="89060"/>
                </a:moveTo>
                <a:cubicBezTo>
                  <a:pt x="59490" y="89085"/>
                  <a:pt x="59490" y="89085"/>
                  <a:pt x="59540" y="89110"/>
                </a:cubicBezTo>
                <a:cubicBezTo>
                  <a:pt x="59490" y="89110"/>
                  <a:pt x="59490" y="89135"/>
                  <a:pt x="59465" y="89135"/>
                </a:cubicBezTo>
                <a:cubicBezTo>
                  <a:pt x="59440" y="89110"/>
                  <a:pt x="59440" y="89085"/>
                  <a:pt x="59440" y="89085"/>
                </a:cubicBezTo>
                <a:cubicBezTo>
                  <a:pt x="59465" y="89085"/>
                  <a:pt x="59465" y="89060"/>
                  <a:pt x="59490" y="89060"/>
                </a:cubicBezTo>
                <a:close/>
                <a:moveTo>
                  <a:pt x="70318" y="81120"/>
                </a:moveTo>
                <a:cubicBezTo>
                  <a:pt x="72234" y="83833"/>
                  <a:pt x="73927" y="86571"/>
                  <a:pt x="75370" y="89160"/>
                </a:cubicBezTo>
                <a:lnTo>
                  <a:pt x="75346" y="89210"/>
                </a:lnTo>
                <a:cubicBezTo>
                  <a:pt x="73902" y="86596"/>
                  <a:pt x="72184" y="83833"/>
                  <a:pt x="70293" y="81145"/>
                </a:cubicBezTo>
                <a:lnTo>
                  <a:pt x="70318" y="81120"/>
                </a:lnTo>
                <a:close/>
                <a:moveTo>
                  <a:pt x="88538" y="76938"/>
                </a:moveTo>
                <a:cubicBezTo>
                  <a:pt x="88563" y="76938"/>
                  <a:pt x="88563" y="76988"/>
                  <a:pt x="88588" y="76988"/>
                </a:cubicBezTo>
                <a:cubicBezTo>
                  <a:pt x="84978" y="81468"/>
                  <a:pt x="80598" y="85700"/>
                  <a:pt x="75644" y="89234"/>
                </a:cubicBezTo>
                <a:cubicBezTo>
                  <a:pt x="75619" y="89234"/>
                  <a:pt x="75619" y="89234"/>
                  <a:pt x="75619" y="89210"/>
                </a:cubicBezTo>
                <a:cubicBezTo>
                  <a:pt x="80573" y="85650"/>
                  <a:pt x="84954" y="81419"/>
                  <a:pt x="88538" y="76938"/>
                </a:cubicBezTo>
                <a:close/>
                <a:moveTo>
                  <a:pt x="42440" y="86496"/>
                </a:moveTo>
                <a:cubicBezTo>
                  <a:pt x="42489" y="87492"/>
                  <a:pt x="42614" y="88413"/>
                  <a:pt x="42788" y="89334"/>
                </a:cubicBezTo>
                <a:cubicBezTo>
                  <a:pt x="42788" y="89359"/>
                  <a:pt x="42763" y="89384"/>
                  <a:pt x="42763" y="89434"/>
                </a:cubicBezTo>
                <a:cubicBezTo>
                  <a:pt x="42514" y="88513"/>
                  <a:pt x="42390" y="87567"/>
                  <a:pt x="42390" y="86521"/>
                </a:cubicBezTo>
                <a:cubicBezTo>
                  <a:pt x="42415" y="86521"/>
                  <a:pt x="42415" y="86496"/>
                  <a:pt x="42440" y="86496"/>
                </a:cubicBezTo>
                <a:close/>
                <a:moveTo>
                  <a:pt x="44173" y="85695"/>
                </a:moveTo>
                <a:lnTo>
                  <a:pt x="44173" y="85695"/>
                </a:lnTo>
                <a:cubicBezTo>
                  <a:pt x="43924" y="86974"/>
                  <a:pt x="43528" y="88228"/>
                  <a:pt x="42987" y="89458"/>
                </a:cubicBezTo>
                <a:lnTo>
                  <a:pt x="42987" y="89434"/>
                </a:lnTo>
                <a:cubicBezTo>
                  <a:pt x="43528" y="88228"/>
                  <a:pt x="43924" y="86974"/>
                  <a:pt x="44173" y="85695"/>
                </a:cubicBezTo>
                <a:close/>
                <a:moveTo>
                  <a:pt x="37187" y="81867"/>
                </a:moveTo>
                <a:lnTo>
                  <a:pt x="37187" y="81867"/>
                </a:lnTo>
                <a:cubicBezTo>
                  <a:pt x="36316" y="84306"/>
                  <a:pt x="35719" y="86671"/>
                  <a:pt x="35395" y="88911"/>
                </a:cubicBezTo>
                <a:cubicBezTo>
                  <a:pt x="34400" y="89259"/>
                  <a:pt x="33404" y="89558"/>
                  <a:pt x="32433" y="89832"/>
                </a:cubicBezTo>
                <a:cubicBezTo>
                  <a:pt x="32284" y="87268"/>
                  <a:pt x="32458" y="84779"/>
                  <a:pt x="32981" y="82489"/>
                </a:cubicBezTo>
                <a:cubicBezTo>
                  <a:pt x="34474" y="82389"/>
                  <a:pt x="35893" y="82215"/>
                  <a:pt x="37187" y="81867"/>
                </a:cubicBezTo>
                <a:close/>
                <a:moveTo>
                  <a:pt x="93631" y="88605"/>
                </a:moveTo>
                <a:lnTo>
                  <a:pt x="93631" y="88605"/>
                </a:lnTo>
                <a:cubicBezTo>
                  <a:pt x="93444" y="88800"/>
                  <a:pt x="93259" y="88988"/>
                  <a:pt x="93093" y="89185"/>
                </a:cubicBezTo>
                <a:cubicBezTo>
                  <a:pt x="92862" y="89418"/>
                  <a:pt x="92629" y="89652"/>
                  <a:pt x="92395" y="89884"/>
                </a:cubicBezTo>
                <a:lnTo>
                  <a:pt x="92395" y="89884"/>
                </a:lnTo>
                <a:cubicBezTo>
                  <a:pt x="92440" y="89839"/>
                  <a:pt x="92482" y="89796"/>
                  <a:pt x="92520" y="89757"/>
                </a:cubicBezTo>
                <a:cubicBezTo>
                  <a:pt x="92794" y="89458"/>
                  <a:pt x="93143" y="89135"/>
                  <a:pt x="93441" y="88786"/>
                </a:cubicBezTo>
                <a:lnTo>
                  <a:pt x="93631" y="88605"/>
                </a:lnTo>
                <a:close/>
                <a:moveTo>
                  <a:pt x="32807" y="82489"/>
                </a:moveTo>
                <a:cubicBezTo>
                  <a:pt x="32284" y="84804"/>
                  <a:pt x="32110" y="87293"/>
                  <a:pt x="32284" y="89882"/>
                </a:cubicBezTo>
                <a:cubicBezTo>
                  <a:pt x="32234" y="89882"/>
                  <a:pt x="32234" y="89882"/>
                  <a:pt x="32209" y="89931"/>
                </a:cubicBezTo>
                <a:cubicBezTo>
                  <a:pt x="32035" y="87343"/>
                  <a:pt x="32209" y="84804"/>
                  <a:pt x="32732" y="82489"/>
                </a:cubicBezTo>
                <a:close/>
                <a:moveTo>
                  <a:pt x="35346" y="89110"/>
                </a:moveTo>
                <a:lnTo>
                  <a:pt x="35346" y="89160"/>
                </a:lnTo>
                <a:cubicBezTo>
                  <a:pt x="34400" y="89508"/>
                  <a:pt x="33429" y="89782"/>
                  <a:pt x="32458" y="90081"/>
                </a:cubicBezTo>
                <a:lnTo>
                  <a:pt x="32458" y="90031"/>
                </a:lnTo>
                <a:cubicBezTo>
                  <a:pt x="33404" y="89757"/>
                  <a:pt x="34350" y="89458"/>
                  <a:pt x="35346" y="89110"/>
                </a:cubicBezTo>
                <a:close/>
                <a:moveTo>
                  <a:pt x="88737" y="77063"/>
                </a:moveTo>
                <a:cubicBezTo>
                  <a:pt x="88936" y="77187"/>
                  <a:pt x="89110" y="77312"/>
                  <a:pt x="89309" y="77411"/>
                </a:cubicBezTo>
                <a:cubicBezTo>
                  <a:pt x="89285" y="77436"/>
                  <a:pt x="89235" y="77511"/>
                  <a:pt x="89185" y="77536"/>
                </a:cubicBezTo>
                <a:cubicBezTo>
                  <a:pt x="89061" y="77685"/>
                  <a:pt x="88936" y="77809"/>
                  <a:pt x="88787" y="77959"/>
                </a:cubicBezTo>
                <a:cubicBezTo>
                  <a:pt x="88189" y="78631"/>
                  <a:pt x="87567" y="79278"/>
                  <a:pt x="86970" y="79900"/>
                </a:cubicBezTo>
                <a:cubicBezTo>
                  <a:pt x="86721" y="80149"/>
                  <a:pt x="86497" y="80398"/>
                  <a:pt x="86248" y="80647"/>
                </a:cubicBezTo>
                <a:cubicBezTo>
                  <a:pt x="85800" y="81145"/>
                  <a:pt x="85302" y="81618"/>
                  <a:pt x="84829" y="82116"/>
                </a:cubicBezTo>
                <a:cubicBezTo>
                  <a:pt x="84481" y="82439"/>
                  <a:pt x="84107" y="82788"/>
                  <a:pt x="83759" y="83136"/>
                </a:cubicBezTo>
                <a:cubicBezTo>
                  <a:pt x="83336" y="83534"/>
                  <a:pt x="82937" y="83933"/>
                  <a:pt x="82489" y="84381"/>
                </a:cubicBezTo>
                <a:cubicBezTo>
                  <a:pt x="82191" y="84655"/>
                  <a:pt x="81867" y="84978"/>
                  <a:pt x="81568" y="85252"/>
                </a:cubicBezTo>
                <a:cubicBezTo>
                  <a:pt x="80971" y="85775"/>
                  <a:pt x="80398" y="86297"/>
                  <a:pt x="79826" y="86845"/>
                </a:cubicBezTo>
                <a:cubicBezTo>
                  <a:pt x="79502" y="87119"/>
                  <a:pt x="79204" y="87368"/>
                  <a:pt x="78905" y="87641"/>
                </a:cubicBezTo>
                <a:lnTo>
                  <a:pt x="77511" y="88861"/>
                </a:lnTo>
                <a:cubicBezTo>
                  <a:pt x="77212" y="89135"/>
                  <a:pt x="76864" y="89434"/>
                  <a:pt x="76515" y="89707"/>
                </a:cubicBezTo>
                <a:lnTo>
                  <a:pt x="76043" y="90081"/>
                </a:lnTo>
                <a:cubicBezTo>
                  <a:pt x="75968" y="89857"/>
                  <a:pt x="75819" y="89633"/>
                  <a:pt x="75744" y="89434"/>
                </a:cubicBezTo>
                <a:cubicBezTo>
                  <a:pt x="80722" y="85849"/>
                  <a:pt x="85128" y="81593"/>
                  <a:pt x="88737" y="77063"/>
                </a:cubicBezTo>
                <a:close/>
                <a:moveTo>
                  <a:pt x="32284" y="90081"/>
                </a:moveTo>
                <a:lnTo>
                  <a:pt x="32284" y="90106"/>
                </a:lnTo>
                <a:cubicBezTo>
                  <a:pt x="32234" y="90106"/>
                  <a:pt x="32234" y="90106"/>
                  <a:pt x="32209" y="90131"/>
                </a:cubicBezTo>
                <a:lnTo>
                  <a:pt x="32209" y="90081"/>
                </a:lnTo>
                <a:close/>
                <a:moveTo>
                  <a:pt x="8040" y="73055"/>
                </a:moveTo>
                <a:cubicBezTo>
                  <a:pt x="9384" y="74424"/>
                  <a:pt x="10927" y="75669"/>
                  <a:pt x="12645" y="76789"/>
                </a:cubicBezTo>
                <a:lnTo>
                  <a:pt x="12670" y="76814"/>
                </a:lnTo>
                <a:cubicBezTo>
                  <a:pt x="12695" y="76864"/>
                  <a:pt x="12744" y="76913"/>
                  <a:pt x="12769" y="76938"/>
                </a:cubicBezTo>
                <a:lnTo>
                  <a:pt x="12894" y="77063"/>
                </a:lnTo>
                <a:cubicBezTo>
                  <a:pt x="12944" y="77162"/>
                  <a:pt x="13043" y="77237"/>
                  <a:pt x="13118" y="77312"/>
                </a:cubicBezTo>
                <a:cubicBezTo>
                  <a:pt x="13242" y="77411"/>
                  <a:pt x="13317" y="77536"/>
                  <a:pt x="13441" y="77635"/>
                </a:cubicBezTo>
                <a:cubicBezTo>
                  <a:pt x="13616" y="77785"/>
                  <a:pt x="13790" y="77934"/>
                  <a:pt x="13989" y="78108"/>
                </a:cubicBezTo>
                <a:cubicBezTo>
                  <a:pt x="14113" y="78183"/>
                  <a:pt x="14238" y="78282"/>
                  <a:pt x="14313" y="78382"/>
                </a:cubicBezTo>
                <a:cubicBezTo>
                  <a:pt x="14512" y="78531"/>
                  <a:pt x="14686" y="78656"/>
                  <a:pt x="14910" y="78805"/>
                </a:cubicBezTo>
                <a:cubicBezTo>
                  <a:pt x="15034" y="78905"/>
                  <a:pt x="15159" y="78954"/>
                  <a:pt x="15283" y="79029"/>
                </a:cubicBezTo>
                <a:cubicBezTo>
                  <a:pt x="15507" y="79154"/>
                  <a:pt x="15682" y="79303"/>
                  <a:pt x="15906" y="79427"/>
                </a:cubicBezTo>
                <a:lnTo>
                  <a:pt x="16279" y="79627"/>
                </a:lnTo>
                <a:lnTo>
                  <a:pt x="16304" y="79627"/>
                </a:lnTo>
                <a:cubicBezTo>
                  <a:pt x="15632" y="81618"/>
                  <a:pt x="15034" y="83559"/>
                  <a:pt x="14561" y="85501"/>
                </a:cubicBezTo>
                <a:cubicBezTo>
                  <a:pt x="13889" y="87019"/>
                  <a:pt x="13367" y="88587"/>
                  <a:pt x="12944" y="90155"/>
                </a:cubicBezTo>
                <a:cubicBezTo>
                  <a:pt x="9658" y="88861"/>
                  <a:pt x="7044" y="86770"/>
                  <a:pt x="5227" y="83958"/>
                </a:cubicBezTo>
                <a:lnTo>
                  <a:pt x="5227" y="83858"/>
                </a:lnTo>
                <a:lnTo>
                  <a:pt x="5227" y="83833"/>
                </a:lnTo>
                <a:cubicBezTo>
                  <a:pt x="5327" y="83111"/>
                  <a:pt x="5451" y="82389"/>
                  <a:pt x="5601" y="81668"/>
                </a:cubicBezTo>
                <a:cubicBezTo>
                  <a:pt x="5650" y="81593"/>
                  <a:pt x="5650" y="81493"/>
                  <a:pt x="5675" y="81419"/>
                </a:cubicBezTo>
                <a:cubicBezTo>
                  <a:pt x="6198" y="78730"/>
                  <a:pt x="7019" y="75918"/>
                  <a:pt x="8040" y="73055"/>
                </a:cubicBezTo>
                <a:close/>
                <a:moveTo>
                  <a:pt x="14362" y="86397"/>
                </a:moveTo>
                <a:cubicBezTo>
                  <a:pt x="14313" y="86521"/>
                  <a:pt x="14288" y="86646"/>
                  <a:pt x="14288" y="86745"/>
                </a:cubicBezTo>
                <a:cubicBezTo>
                  <a:pt x="13865" y="87865"/>
                  <a:pt x="13491" y="89010"/>
                  <a:pt x="13192" y="90205"/>
                </a:cubicBezTo>
                <a:cubicBezTo>
                  <a:pt x="13168" y="90205"/>
                  <a:pt x="13143" y="90180"/>
                  <a:pt x="13143" y="90180"/>
                </a:cubicBezTo>
                <a:cubicBezTo>
                  <a:pt x="13441" y="88886"/>
                  <a:pt x="13865" y="87617"/>
                  <a:pt x="14362" y="86397"/>
                </a:cubicBezTo>
                <a:close/>
                <a:moveTo>
                  <a:pt x="75570" y="89533"/>
                </a:moveTo>
                <a:cubicBezTo>
                  <a:pt x="75694" y="89757"/>
                  <a:pt x="75794" y="89981"/>
                  <a:pt x="75918" y="90205"/>
                </a:cubicBezTo>
                <a:lnTo>
                  <a:pt x="75893" y="90230"/>
                </a:lnTo>
                <a:lnTo>
                  <a:pt x="75520" y="89583"/>
                </a:lnTo>
                <a:lnTo>
                  <a:pt x="75570" y="89533"/>
                </a:lnTo>
                <a:close/>
                <a:moveTo>
                  <a:pt x="89459" y="77511"/>
                </a:moveTo>
                <a:cubicBezTo>
                  <a:pt x="89484" y="77511"/>
                  <a:pt x="89484" y="77536"/>
                  <a:pt x="89509" y="77536"/>
                </a:cubicBezTo>
                <a:cubicBezTo>
                  <a:pt x="89110" y="77984"/>
                  <a:pt x="88737" y="78407"/>
                  <a:pt x="88339" y="78805"/>
                </a:cubicBezTo>
                <a:cubicBezTo>
                  <a:pt x="87990" y="79178"/>
                  <a:pt x="87642" y="79552"/>
                  <a:pt x="87318" y="79900"/>
                </a:cubicBezTo>
                <a:cubicBezTo>
                  <a:pt x="86945" y="80299"/>
                  <a:pt x="86522" y="80722"/>
                  <a:pt x="86148" y="81120"/>
                </a:cubicBezTo>
                <a:cubicBezTo>
                  <a:pt x="85949" y="81344"/>
                  <a:pt x="85750" y="81543"/>
                  <a:pt x="85526" y="81742"/>
                </a:cubicBezTo>
                <a:cubicBezTo>
                  <a:pt x="84879" y="82414"/>
                  <a:pt x="84207" y="83086"/>
                  <a:pt x="83510" y="83734"/>
                </a:cubicBezTo>
                <a:lnTo>
                  <a:pt x="82863" y="84381"/>
                </a:lnTo>
                <a:cubicBezTo>
                  <a:pt x="82340" y="84879"/>
                  <a:pt x="81792" y="85376"/>
                  <a:pt x="81245" y="85874"/>
                </a:cubicBezTo>
                <a:cubicBezTo>
                  <a:pt x="80847" y="86248"/>
                  <a:pt x="80473" y="86596"/>
                  <a:pt x="80050" y="86969"/>
                </a:cubicBezTo>
                <a:cubicBezTo>
                  <a:pt x="79677" y="87318"/>
                  <a:pt x="79303" y="87617"/>
                  <a:pt x="78930" y="87965"/>
                </a:cubicBezTo>
                <a:cubicBezTo>
                  <a:pt x="78532" y="88338"/>
                  <a:pt x="78108" y="88712"/>
                  <a:pt x="77660" y="89060"/>
                </a:cubicBezTo>
                <a:lnTo>
                  <a:pt x="76441" y="90081"/>
                </a:lnTo>
                <a:cubicBezTo>
                  <a:pt x="76366" y="90131"/>
                  <a:pt x="76291" y="90205"/>
                  <a:pt x="76192" y="90255"/>
                </a:cubicBezTo>
                <a:cubicBezTo>
                  <a:pt x="76192" y="90230"/>
                  <a:pt x="76167" y="90230"/>
                  <a:pt x="76167" y="90205"/>
                </a:cubicBezTo>
                <a:cubicBezTo>
                  <a:pt x="76341" y="90106"/>
                  <a:pt x="76491" y="89981"/>
                  <a:pt x="76640" y="89857"/>
                </a:cubicBezTo>
                <a:cubicBezTo>
                  <a:pt x="76914" y="89608"/>
                  <a:pt x="77212" y="89384"/>
                  <a:pt x="77511" y="89135"/>
                </a:cubicBezTo>
                <a:cubicBezTo>
                  <a:pt x="78034" y="88712"/>
                  <a:pt x="78581" y="88239"/>
                  <a:pt x="79079" y="87766"/>
                </a:cubicBezTo>
                <a:lnTo>
                  <a:pt x="79901" y="87019"/>
                </a:lnTo>
                <a:cubicBezTo>
                  <a:pt x="80523" y="86472"/>
                  <a:pt x="81145" y="85899"/>
                  <a:pt x="81743" y="85351"/>
                </a:cubicBezTo>
                <a:cubicBezTo>
                  <a:pt x="81991" y="85103"/>
                  <a:pt x="82265" y="84854"/>
                  <a:pt x="82514" y="84605"/>
                </a:cubicBezTo>
                <a:cubicBezTo>
                  <a:pt x="83062" y="84107"/>
                  <a:pt x="83560" y="83609"/>
                  <a:pt x="84082" y="83111"/>
                </a:cubicBezTo>
                <a:lnTo>
                  <a:pt x="84655" y="82514"/>
                </a:lnTo>
                <a:cubicBezTo>
                  <a:pt x="85277" y="81892"/>
                  <a:pt x="85899" y="81269"/>
                  <a:pt x="86497" y="80647"/>
                </a:cubicBezTo>
                <a:lnTo>
                  <a:pt x="86995" y="80149"/>
                </a:lnTo>
                <a:cubicBezTo>
                  <a:pt x="87692" y="79427"/>
                  <a:pt x="88364" y="78730"/>
                  <a:pt x="89011" y="78009"/>
                </a:cubicBezTo>
                <a:cubicBezTo>
                  <a:pt x="89061" y="77984"/>
                  <a:pt x="89085" y="77934"/>
                  <a:pt x="89085" y="77909"/>
                </a:cubicBezTo>
                <a:cubicBezTo>
                  <a:pt x="89210" y="77785"/>
                  <a:pt x="89334" y="77635"/>
                  <a:pt x="89459" y="77511"/>
                </a:cubicBezTo>
                <a:close/>
                <a:moveTo>
                  <a:pt x="5202" y="84256"/>
                </a:moveTo>
                <a:cubicBezTo>
                  <a:pt x="7044" y="86994"/>
                  <a:pt x="9633" y="89060"/>
                  <a:pt x="12919" y="90305"/>
                </a:cubicBezTo>
                <a:lnTo>
                  <a:pt x="12919" y="90355"/>
                </a:lnTo>
                <a:cubicBezTo>
                  <a:pt x="9658" y="89110"/>
                  <a:pt x="7044" y="87094"/>
                  <a:pt x="5202" y="84356"/>
                </a:cubicBezTo>
                <a:cubicBezTo>
                  <a:pt x="5178" y="84331"/>
                  <a:pt x="5202" y="84281"/>
                  <a:pt x="5202" y="84256"/>
                </a:cubicBezTo>
                <a:close/>
                <a:moveTo>
                  <a:pt x="14064" y="87890"/>
                </a:moveTo>
                <a:lnTo>
                  <a:pt x="14064" y="87890"/>
                </a:lnTo>
                <a:cubicBezTo>
                  <a:pt x="13914" y="88737"/>
                  <a:pt x="13790" y="89558"/>
                  <a:pt x="13690" y="90355"/>
                </a:cubicBezTo>
                <a:cubicBezTo>
                  <a:pt x="13616" y="90330"/>
                  <a:pt x="13491" y="90305"/>
                  <a:pt x="13392" y="90255"/>
                </a:cubicBezTo>
                <a:cubicBezTo>
                  <a:pt x="13566" y="89483"/>
                  <a:pt x="13790" y="88662"/>
                  <a:pt x="14064" y="87890"/>
                </a:cubicBezTo>
                <a:close/>
                <a:moveTo>
                  <a:pt x="13118" y="90355"/>
                </a:moveTo>
                <a:cubicBezTo>
                  <a:pt x="13143" y="90379"/>
                  <a:pt x="13168" y="90379"/>
                  <a:pt x="13168" y="90379"/>
                </a:cubicBezTo>
                <a:lnTo>
                  <a:pt x="13168" y="90454"/>
                </a:lnTo>
                <a:lnTo>
                  <a:pt x="13118" y="90454"/>
                </a:lnTo>
                <a:cubicBezTo>
                  <a:pt x="13068" y="90379"/>
                  <a:pt x="13068" y="90379"/>
                  <a:pt x="13118" y="90355"/>
                </a:cubicBezTo>
                <a:close/>
                <a:moveTo>
                  <a:pt x="14611" y="86496"/>
                </a:moveTo>
                <a:lnTo>
                  <a:pt x="14611" y="86496"/>
                </a:lnTo>
                <a:cubicBezTo>
                  <a:pt x="14313" y="87841"/>
                  <a:pt x="14113" y="89135"/>
                  <a:pt x="13939" y="90454"/>
                </a:cubicBezTo>
                <a:cubicBezTo>
                  <a:pt x="13914" y="90454"/>
                  <a:pt x="13889" y="90404"/>
                  <a:pt x="13865" y="90404"/>
                </a:cubicBezTo>
                <a:cubicBezTo>
                  <a:pt x="14014" y="89234"/>
                  <a:pt x="14188" y="88040"/>
                  <a:pt x="14437" y="86845"/>
                </a:cubicBezTo>
                <a:cubicBezTo>
                  <a:pt x="14487" y="86720"/>
                  <a:pt x="14537" y="86621"/>
                  <a:pt x="14611" y="86496"/>
                </a:cubicBezTo>
                <a:close/>
                <a:moveTo>
                  <a:pt x="75993" y="90379"/>
                </a:moveTo>
                <a:cubicBezTo>
                  <a:pt x="75993" y="90404"/>
                  <a:pt x="76018" y="90404"/>
                  <a:pt x="76018" y="90454"/>
                </a:cubicBezTo>
                <a:lnTo>
                  <a:pt x="75993" y="90479"/>
                </a:lnTo>
                <a:cubicBezTo>
                  <a:pt x="75993" y="90454"/>
                  <a:pt x="75993" y="90404"/>
                  <a:pt x="75968" y="90404"/>
                </a:cubicBezTo>
                <a:lnTo>
                  <a:pt x="75993" y="90379"/>
                </a:lnTo>
                <a:close/>
                <a:moveTo>
                  <a:pt x="13317" y="90454"/>
                </a:moveTo>
                <a:cubicBezTo>
                  <a:pt x="13441" y="90479"/>
                  <a:pt x="13541" y="90504"/>
                  <a:pt x="13665" y="90579"/>
                </a:cubicBezTo>
                <a:lnTo>
                  <a:pt x="13665" y="90628"/>
                </a:lnTo>
                <a:cubicBezTo>
                  <a:pt x="13541" y="90603"/>
                  <a:pt x="13441" y="90579"/>
                  <a:pt x="13317" y="90529"/>
                </a:cubicBezTo>
                <a:lnTo>
                  <a:pt x="13317" y="90454"/>
                </a:lnTo>
                <a:close/>
                <a:moveTo>
                  <a:pt x="88470" y="89071"/>
                </a:moveTo>
                <a:lnTo>
                  <a:pt x="88239" y="89284"/>
                </a:lnTo>
                <a:lnTo>
                  <a:pt x="87044" y="90404"/>
                </a:lnTo>
                <a:cubicBezTo>
                  <a:pt x="86970" y="90479"/>
                  <a:pt x="86895" y="90563"/>
                  <a:pt x="86820" y="90634"/>
                </a:cubicBezTo>
                <a:lnTo>
                  <a:pt x="86820" y="90634"/>
                </a:lnTo>
                <a:cubicBezTo>
                  <a:pt x="86870" y="90588"/>
                  <a:pt x="86920" y="90544"/>
                  <a:pt x="86970" y="90504"/>
                </a:cubicBezTo>
                <a:cubicBezTo>
                  <a:pt x="87368" y="90131"/>
                  <a:pt x="87791" y="89757"/>
                  <a:pt x="88189" y="89359"/>
                </a:cubicBezTo>
                <a:lnTo>
                  <a:pt x="88289" y="89259"/>
                </a:lnTo>
                <a:lnTo>
                  <a:pt x="88463" y="89085"/>
                </a:lnTo>
                <a:lnTo>
                  <a:pt x="88470" y="89071"/>
                </a:lnTo>
                <a:close/>
                <a:moveTo>
                  <a:pt x="86820" y="90634"/>
                </a:moveTo>
                <a:lnTo>
                  <a:pt x="86820" y="90634"/>
                </a:lnTo>
                <a:cubicBezTo>
                  <a:pt x="86813" y="90640"/>
                  <a:pt x="86806" y="90647"/>
                  <a:pt x="86799" y="90654"/>
                </a:cubicBezTo>
                <a:lnTo>
                  <a:pt x="86799" y="90654"/>
                </a:lnTo>
                <a:cubicBezTo>
                  <a:pt x="86806" y="90647"/>
                  <a:pt x="86813" y="90641"/>
                  <a:pt x="86820" y="90634"/>
                </a:cubicBezTo>
                <a:close/>
                <a:moveTo>
                  <a:pt x="13865" y="90603"/>
                </a:moveTo>
                <a:cubicBezTo>
                  <a:pt x="13889" y="90603"/>
                  <a:pt x="13889" y="90603"/>
                  <a:pt x="13914" y="90628"/>
                </a:cubicBezTo>
                <a:lnTo>
                  <a:pt x="13914" y="90678"/>
                </a:lnTo>
                <a:cubicBezTo>
                  <a:pt x="13889" y="90678"/>
                  <a:pt x="13889" y="90678"/>
                  <a:pt x="13865" y="90628"/>
                </a:cubicBezTo>
                <a:cubicBezTo>
                  <a:pt x="13815" y="90628"/>
                  <a:pt x="13865" y="90628"/>
                  <a:pt x="13865" y="90603"/>
                </a:cubicBezTo>
                <a:close/>
                <a:moveTo>
                  <a:pt x="27505" y="82265"/>
                </a:moveTo>
                <a:cubicBezTo>
                  <a:pt x="28849" y="82464"/>
                  <a:pt x="30193" y="82539"/>
                  <a:pt x="31537" y="82539"/>
                </a:cubicBezTo>
                <a:cubicBezTo>
                  <a:pt x="31861" y="82539"/>
                  <a:pt x="32184" y="82514"/>
                  <a:pt x="32533" y="82514"/>
                </a:cubicBezTo>
                <a:cubicBezTo>
                  <a:pt x="32035" y="84854"/>
                  <a:pt x="31861" y="87368"/>
                  <a:pt x="31985" y="89956"/>
                </a:cubicBezTo>
                <a:cubicBezTo>
                  <a:pt x="29621" y="90603"/>
                  <a:pt x="27355" y="91027"/>
                  <a:pt x="25190" y="91300"/>
                </a:cubicBezTo>
                <a:cubicBezTo>
                  <a:pt x="25613" y="88388"/>
                  <a:pt x="26385" y="85376"/>
                  <a:pt x="27505" y="82265"/>
                </a:cubicBezTo>
                <a:close/>
                <a:moveTo>
                  <a:pt x="1743" y="90504"/>
                </a:moveTo>
                <a:lnTo>
                  <a:pt x="1743" y="90504"/>
                </a:lnTo>
                <a:cubicBezTo>
                  <a:pt x="1792" y="90579"/>
                  <a:pt x="1792" y="90603"/>
                  <a:pt x="1817" y="90678"/>
                </a:cubicBezTo>
                <a:lnTo>
                  <a:pt x="1817" y="90703"/>
                </a:lnTo>
                <a:cubicBezTo>
                  <a:pt x="1842" y="90803"/>
                  <a:pt x="1917" y="90877"/>
                  <a:pt x="1942" y="90977"/>
                </a:cubicBezTo>
                <a:cubicBezTo>
                  <a:pt x="1964" y="91090"/>
                  <a:pt x="1997" y="91204"/>
                  <a:pt x="2036" y="91318"/>
                </a:cubicBezTo>
                <a:lnTo>
                  <a:pt x="2036" y="91318"/>
                </a:lnTo>
                <a:cubicBezTo>
                  <a:pt x="1991" y="91249"/>
                  <a:pt x="1991" y="91224"/>
                  <a:pt x="1967" y="91176"/>
                </a:cubicBezTo>
                <a:cubicBezTo>
                  <a:pt x="1917" y="90952"/>
                  <a:pt x="1817" y="90728"/>
                  <a:pt x="1743" y="90504"/>
                </a:cubicBezTo>
                <a:close/>
                <a:moveTo>
                  <a:pt x="27355" y="82240"/>
                </a:moveTo>
                <a:cubicBezTo>
                  <a:pt x="26235" y="85351"/>
                  <a:pt x="25439" y="88388"/>
                  <a:pt x="24991" y="91325"/>
                </a:cubicBezTo>
                <a:cubicBezTo>
                  <a:pt x="24991" y="91313"/>
                  <a:pt x="24985" y="91307"/>
                  <a:pt x="24975" y="91307"/>
                </a:cubicBezTo>
                <a:cubicBezTo>
                  <a:pt x="24966" y="91307"/>
                  <a:pt x="24954" y="91313"/>
                  <a:pt x="24941" y="91325"/>
                </a:cubicBezTo>
                <a:cubicBezTo>
                  <a:pt x="25364" y="88388"/>
                  <a:pt x="26186" y="85351"/>
                  <a:pt x="27306" y="82240"/>
                </a:cubicBezTo>
                <a:close/>
                <a:moveTo>
                  <a:pt x="18146" y="80373"/>
                </a:moveTo>
                <a:cubicBezTo>
                  <a:pt x="18270" y="80398"/>
                  <a:pt x="18395" y="80473"/>
                  <a:pt x="18544" y="80498"/>
                </a:cubicBezTo>
                <a:cubicBezTo>
                  <a:pt x="18793" y="80597"/>
                  <a:pt x="19042" y="80647"/>
                  <a:pt x="19291" y="80747"/>
                </a:cubicBezTo>
                <a:cubicBezTo>
                  <a:pt x="19465" y="80772"/>
                  <a:pt x="19639" y="80846"/>
                  <a:pt x="19838" y="80871"/>
                </a:cubicBezTo>
                <a:lnTo>
                  <a:pt x="20585" y="81045"/>
                </a:lnTo>
                <a:cubicBezTo>
                  <a:pt x="20734" y="81095"/>
                  <a:pt x="20909" y="81120"/>
                  <a:pt x="21083" y="81145"/>
                </a:cubicBezTo>
                <a:cubicBezTo>
                  <a:pt x="21158" y="81170"/>
                  <a:pt x="21257" y="81170"/>
                  <a:pt x="21357" y="81170"/>
                </a:cubicBezTo>
                <a:lnTo>
                  <a:pt x="21904" y="81269"/>
                </a:lnTo>
                <a:cubicBezTo>
                  <a:pt x="22153" y="81294"/>
                  <a:pt x="22402" y="81344"/>
                  <a:pt x="22651" y="81344"/>
                </a:cubicBezTo>
                <a:cubicBezTo>
                  <a:pt x="22751" y="81344"/>
                  <a:pt x="22850" y="81369"/>
                  <a:pt x="22975" y="81369"/>
                </a:cubicBezTo>
                <a:cubicBezTo>
                  <a:pt x="24344" y="81742"/>
                  <a:pt x="25738" y="82016"/>
                  <a:pt x="27131" y="82240"/>
                </a:cubicBezTo>
                <a:cubicBezTo>
                  <a:pt x="26011" y="85376"/>
                  <a:pt x="25215" y="88463"/>
                  <a:pt x="24767" y="91375"/>
                </a:cubicBezTo>
                <a:cubicBezTo>
                  <a:pt x="23653" y="91474"/>
                  <a:pt x="22564" y="91525"/>
                  <a:pt x="21506" y="91525"/>
                </a:cubicBezTo>
                <a:cubicBezTo>
                  <a:pt x="18829" y="91525"/>
                  <a:pt x="16343" y="91200"/>
                  <a:pt x="14113" y="90504"/>
                </a:cubicBezTo>
                <a:cubicBezTo>
                  <a:pt x="14288" y="88911"/>
                  <a:pt x="14561" y="87268"/>
                  <a:pt x="14985" y="85625"/>
                </a:cubicBezTo>
                <a:cubicBezTo>
                  <a:pt x="15806" y="83783"/>
                  <a:pt x="16876" y="82016"/>
                  <a:pt x="18146" y="80373"/>
                </a:cubicBezTo>
                <a:close/>
                <a:moveTo>
                  <a:pt x="32035" y="90131"/>
                </a:moveTo>
                <a:lnTo>
                  <a:pt x="32035" y="90205"/>
                </a:lnTo>
                <a:cubicBezTo>
                  <a:pt x="29670" y="90852"/>
                  <a:pt x="27355" y="91300"/>
                  <a:pt x="25140" y="91549"/>
                </a:cubicBezTo>
                <a:cubicBezTo>
                  <a:pt x="25140" y="91500"/>
                  <a:pt x="25140" y="91475"/>
                  <a:pt x="25190" y="91475"/>
                </a:cubicBezTo>
                <a:cubicBezTo>
                  <a:pt x="27380" y="91226"/>
                  <a:pt x="29670" y="90803"/>
                  <a:pt x="32035" y="90131"/>
                </a:cubicBezTo>
                <a:close/>
                <a:moveTo>
                  <a:pt x="24966" y="91500"/>
                </a:moveTo>
                <a:lnTo>
                  <a:pt x="24966" y="91574"/>
                </a:lnTo>
                <a:lnTo>
                  <a:pt x="24891" y="91574"/>
                </a:lnTo>
                <a:lnTo>
                  <a:pt x="24891" y="91500"/>
                </a:lnTo>
                <a:close/>
                <a:moveTo>
                  <a:pt x="2041" y="91332"/>
                </a:moveTo>
                <a:cubicBezTo>
                  <a:pt x="2071" y="91418"/>
                  <a:pt x="2104" y="91504"/>
                  <a:pt x="2138" y="91591"/>
                </a:cubicBezTo>
                <a:lnTo>
                  <a:pt x="2138" y="91591"/>
                </a:lnTo>
                <a:cubicBezTo>
                  <a:pt x="2119" y="91560"/>
                  <a:pt x="2101" y="91530"/>
                  <a:pt x="2091" y="91500"/>
                </a:cubicBezTo>
                <a:cubicBezTo>
                  <a:pt x="2091" y="91475"/>
                  <a:pt x="2091" y="91475"/>
                  <a:pt x="2066" y="91450"/>
                </a:cubicBezTo>
                <a:cubicBezTo>
                  <a:pt x="2043" y="91404"/>
                  <a:pt x="2041" y="91359"/>
                  <a:pt x="2041" y="91332"/>
                </a:cubicBezTo>
                <a:close/>
                <a:moveTo>
                  <a:pt x="14064" y="90703"/>
                </a:moveTo>
                <a:cubicBezTo>
                  <a:pt x="16298" y="91389"/>
                  <a:pt x="18732" y="91715"/>
                  <a:pt x="21355" y="91715"/>
                </a:cubicBezTo>
                <a:cubicBezTo>
                  <a:pt x="22444" y="91715"/>
                  <a:pt x="23564" y="91659"/>
                  <a:pt x="24717" y="91549"/>
                </a:cubicBezTo>
                <a:lnTo>
                  <a:pt x="24717" y="91599"/>
                </a:lnTo>
                <a:cubicBezTo>
                  <a:pt x="23572" y="91724"/>
                  <a:pt x="22402" y="91798"/>
                  <a:pt x="21332" y="91798"/>
                </a:cubicBezTo>
                <a:cubicBezTo>
                  <a:pt x="18668" y="91798"/>
                  <a:pt x="16254" y="91450"/>
                  <a:pt x="14064" y="90753"/>
                </a:cubicBezTo>
                <a:lnTo>
                  <a:pt x="14064" y="90703"/>
                </a:lnTo>
                <a:close/>
                <a:moveTo>
                  <a:pt x="46397" y="84505"/>
                </a:moveTo>
                <a:cubicBezTo>
                  <a:pt x="46422" y="84655"/>
                  <a:pt x="46422" y="84779"/>
                  <a:pt x="46447" y="84928"/>
                </a:cubicBezTo>
                <a:cubicBezTo>
                  <a:pt x="46497" y="85252"/>
                  <a:pt x="46522" y="85600"/>
                  <a:pt x="46547" y="85899"/>
                </a:cubicBezTo>
                <a:cubicBezTo>
                  <a:pt x="46547" y="85999"/>
                  <a:pt x="46547" y="86123"/>
                  <a:pt x="46571" y="86223"/>
                </a:cubicBezTo>
                <a:lnTo>
                  <a:pt x="46571" y="86372"/>
                </a:lnTo>
                <a:cubicBezTo>
                  <a:pt x="46571" y="86720"/>
                  <a:pt x="46621" y="87094"/>
                  <a:pt x="46571" y="87417"/>
                </a:cubicBezTo>
                <a:lnTo>
                  <a:pt x="46571" y="87865"/>
                </a:lnTo>
                <a:lnTo>
                  <a:pt x="46571" y="88139"/>
                </a:lnTo>
                <a:cubicBezTo>
                  <a:pt x="46571" y="88463"/>
                  <a:pt x="46547" y="88786"/>
                  <a:pt x="46522" y="89110"/>
                </a:cubicBezTo>
                <a:lnTo>
                  <a:pt x="46422" y="89857"/>
                </a:lnTo>
                <a:cubicBezTo>
                  <a:pt x="46397" y="90205"/>
                  <a:pt x="46323" y="90529"/>
                  <a:pt x="46273" y="90877"/>
                </a:cubicBezTo>
                <a:cubicBezTo>
                  <a:pt x="46248" y="91126"/>
                  <a:pt x="46173" y="91350"/>
                  <a:pt x="46123" y="91599"/>
                </a:cubicBezTo>
                <a:cubicBezTo>
                  <a:pt x="46072" y="91840"/>
                  <a:pt x="46008" y="92070"/>
                  <a:pt x="45949" y="92304"/>
                </a:cubicBezTo>
                <a:lnTo>
                  <a:pt x="45949" y="92304"/>
                </a:lnTo>
                <a:cubicBezTo>
                  <a:pt x="46584" y="89689"/>
                  <a:pt x="46716" y="87036"/>
                  <a:pt x="46372" y="84530"/>
                </a:cubicBezTo>
                <a:cubicBezTo>
                  <a:pt x="46372" y="84530"/>
                  <a:pt x="46397" y="84530"/>
                  <a:pt x="46397" y="84505"/>
                </a:cubicBezTo>
                <a:close/>
                <a:moveTo>
                  <a:pt x="45914" y="92446"/>
                </a:moveTo>
                <a:cubicBezTo>
                  <a:pt x="45900" y="92503"/>
                  <a:pt x="45887" y="92561"/>
                  <a:pt x="45874" y="92620"/>
                </a:cubicBezTo>
                <a:cubicBezTo>
                  <a:pt x="45866" y="92645"/>
                  <a:pt x="45858" y="92670"/>
                  <a:pt x="45850" y="92695"/>
                </a:cubicBezTo>
                <a:lnTo>
                  <a:pt x="45850" y="92695"/>
                </a:lnTo>
                <a:cubicBezTo>
                  <a:pt x="45872" y="92612"/>
                  <a:pt x="45893" y="92529"/>
                  <a:pt x="45914" y="92446"/>
                </a:cubicBezTo>
                <a:close/>
                <a:moveTo>
                  <a:pt x="45626" y="93490"/>
                </a:moveTo>
                <a:cubicBezTo>
                  <a:pt x="45626" y="93490"/>
                  <a:pt x="45626" y="93490"/>
                  <a:pt x="45626" y="93491"/>
                </a:cubicBezTo>
                <a:cubicBezTo>
                  <a:pt x="45624" y="93495"/>
                  <a:pt x="45623" y="93499"/>
                  <a:pt x="45622" y="93503"/>
                </a:cubicBezTo>
                <a:lnTo>
                  <a:pt x="45622" y="93503"/>
                </a:lnTo>
                <a:cubicBezTo>
                  <a:pt x="45623" y="93498"/>
                  <a:pt x="45624" y="93494"/>
                  <a:pt x="45626" y="93490"/>
                </a:cubicBezTo>
                <a:close/>
                <a:moveTo>
                  <a:pt x="70143" y="81244"/>
                </a:moveTo>
                <a:cubicBezTo>
                  <a:pt x="72035" y="83908"/>
                  <a:pt x="73753" y="86696"/>
                  <a:pt x="75146" y="89259"/>
                </a:cubicBezTo>
                <a:cubicBezTo>
                  <a:pt x="72558" y="91101"/>
                  <a:pt x="69944" y="92620"/>
                  <a:pt x="67405" y="93864"/>
                </a:cubicBezTo>
                <a:cubicBezTo>
                  <a:pt x="65638" y="91923"/>
                  <a:pt x="63846" y="89707"/>
                  <a:pt x="62228" y="87442"/>
                </a:cubicBezTo>
                <a:cubicBezTo>
                  <a:pt x="64966" y="85476"/>
                  <a:pt x="67629" y="83410"/>
                  <a:pt x="70143" y="81244"/>
                </a:cubicBezTo>
                <a:close/>
                <a:moveTo>
                  <a:pt x="46148" y="84655"/>
                </a:moveTo>
                <a:lnTo>
                  <a:pt x="46148" y="84655"/>
                </a:lnTo>
                <a:cubicBezTo>
                  <a:pt x="46547" y="87666"/>
                  <a:pt x="46223" y="90852"/>
                  <a:pt x="45227" y="93939"/>
                </a:cubicBezTo>
                <a:cubicBezTo>
                  <a:pt x="44232" y="92819"/>
                  <a:pt x="43510" y="91450"/>
                  <a:pt x="43062" y="89832"/>
                </a:cubicBezTo>
                <a:cubicBezTo>
                  <a:pt x="43734" y="88438"/>
                  <a:pt x="44182" y="86994"/>
                  <a:pt x="44481" y="85526"/>
                </a:cubicBezTo>
                <a:cubicBezTo>
                  <a:pt x="45028" y="85252"/>
                  <a:pt x="45601" y="84953"/>
                  <a:pt x="46148" y="84655"/>
                </a:cubicBezTo>
                <a:close/>
                <a:moveTo>
                  <a:pt x="62079" y="87567"/>
                </a:moveTo>
                <a:cubicBezTo>
                  <a:pt x="63721" y="89832"/>
                  <a:pt x="65464" y="91997"/>
                  <a:pt x="67256" y="93964"/>
                </a:cubicBezTo>
                <a:cubicBezTo>
                  <a:pt x="67206" y="93964"/>
                  <a:pt x="67206" y="93989"/>
                  <a:pt x="67181" y="93989"/>
                </a:cubicBezTo>
                <a:lnTo>
                  <a:pt x="67156" y="93964"/>
                </a:lnTo>
                <a:cubicBezTo>
                  <a:pt x="65389" y="91997"/>
                  <a:pt x="63647" y="89832"/>
                  <a:pt x="62054" y="87592"/>
                </a:cubicBezTo>
                <a:lnTo>
                  <a:pt x="62079" y="87567"/>
                </a:lnTo>
                <a:close/>
                <a:moveTo>
                  <a:pt x="75246" y="89458"/>
                </a:moveTo>
                <a:cubicBezTo>
                  <a:pt x="75246" y="89483"/>
                  <a:pt x="75271" y="89483"/>
                  <a:pt x="75271" y="89508"/>
                </a:cubicBezTo>
                <a:cubicBezTo>
                  <a:pt x="72732" y="91325"/>
                  <a:pt x="70118" y="92844"/>
                  <a:pt x="67555" y="94088"/>
                </a:cubicBezTo>
                <a:cubicBezTo>
                  <a:pt x="67555" y="94088"/>
                  <a:pt x="67530" y="94063"/>
                  <a:pt x="67530" y="94038"/>
                </a:cubicBezTo>
                <a:cubicBezTo>
                  <a:pt x="70069" y="92819"/>
                  <a:pt x="72657" y="91300"/>
                  <a:pt x="75246" y="89458"/>
                </a:cubicBezTo>
                <a:close/>
                <a:moveTo>
                  <a:pt x="45568" y="93678"/>
                </a:moveTo>
                <a:cubicBezTo>
                  <a:pt x="45521" y="93837"/>
                  <a:pt x="45480" y="93988"/>
                  <a:pt x="45426" y="94113"/>
                </a:cubicBezTo>
                <a:cubicBezTo>
                  <a:pt x="45475" y="93968"/>
                  <a:pt x="45522" y="93823"/>
                  <a:pt x="45568" y="93678"/>
                </a:cubicBezTo>
                <a:close/>
                <a:moveTo>
                  <a:pt x="42987" y="90056"/>
                </a:moveTo>
                <a:cubicBezTo>
                  <a:pt x="43435" y="91624"/>
                  <a:pt x="44157" y="92993"/>
                  <a:pt x="45153" y="94113"/>
                </a:cubicBezTo>
                <a:cubicBezTo>
                  <a:pt x="45153" y="94163"/>
                  <a:pt x="45128" y="94188"/>
                  <a:pt x="45128" y="94188"/>
                </a:cubicBezTo>
                <a:cubicBezTo>
                  <a:pt x="44132" y="93068"/>
                  <a:pt x="43385" y="91724"/>
                  <a:pt x="42912" y="90131"/>
                </a:cubicBezTo>
                <a:cubicBezTo>
                  <a:pt x="42937" y="90106"/>
                  <a:pt x="42937" y="90081"/>
                  <a:pt x="42987" y="90056"/>
                </a:cubicBezTo>
                <a:close/>
                <a:moveTo>
                  <a:pt x="67331" y="94113"/>
                </a:moveTo>
                <a:cubicBezTo>
                  <a:pt x="67331" y="94138"/>
                  <a:pt x="67380" y="94138"/>
                  <a:pt x="67380" y="94188"/>
                </a:cubicBezTo>
                <a:cubicBezTo>
                  <a:pt x="67331" y="94188"/>
                  <a:pt x="67331" y="94213"/>
                  <a:pt x="67306" y="94213"/>
                </a:cubicBezTo>
                <a:cubicBezTo>
                  <a:pt x="67306" y="94188"/>
                  <a:pt x="67306" y="94138"/>
                  <a:pt x="67281" y="94138"/>
                </a:cubicBezTo>
                <a:cubicBezTo>
                  <a:pt x="67306" y="94138"/>
                  <a:pt x="67306" y="94113"/>
                  <a:pt x="67331" y="94113"/>
                </a:cubicBezTo>
                <a:close/>
                <a:moveTo>
                  <a:pt x="45352" y="94312"/>
                </a:moveTo>
                <a:cubicBezTo>
                  <a:pt x="45377" y="94362"/>
                  <a:pt x="45352" y="94362"/>
                  <a:pt x="45352" y="94412"/>
                </a:cubicBezTo>
                <a:lnTo>
                  <a:pt x="45302" y="94362"/>
                </a:lnTo>
                <a:cubicBezTo>
                  <a:pt x="45302" y="94337"/>
                  <a:pt x="45302" y="94337"/>
                  <a:pt x="45352" y="94312"/>
                </a:cubicBezTo>
                <a:close/>
                <a:moveTo>
                  <a:pt x="91319" y="90945"/>
                </a:moveTo>
                <a:cubicBezTo>
                  <a:pt x="90031" y="92197"/>
                  <a:pt x="88707" y="93432"/>
                  <a:pt x="87337" y="94644"/>
                </a:cubicBezTo>
                <a:lnTo>
                  <a:pt x="87337" y="94644"/>
                </a:lnTo>
                <a:cubicBezTo>
                  <a:pt x="88780" y="93361"/>
                  <a:pt x="90261" y="91967"/>
                  <a:pt x="91319" y="90945"/>
                </a:cubicBezTo>
                <a:close/>
                <a:moveTo>
                  <a:pt x="58171" y="86098"/>
                </a:moveTo>
                <a:cubicBezTo>
                  <a:pt x="58544" y="87069"/>
                  <a:pt x="58917" y="88015"/>
                  <a:pt x="59191" y="89010"/>
                </a:cubicBezTo>
                <a:cubicBezTo>
                  <a:pt x="56055" y="91126"/>
                  <a:pt x="52869" y="93018"/>
                  <a:pt x="49733" y="94661"/>
                </a:cubicBezTo>
                <a:cubicBezTo>
                  <a:pt x="50131" y="91823"/>
                  <a:pt x="50081" y="88961"/>
                  <a:pt x="49509" y="86272"/>
                </a:cubicBezTo>
                <a:lnTo>
                  <a:pt x="49509" y="86272"/>
                </a:lnTo>
                <a:cubicBezTo>
                  <a:pt x="50629" y="86621"/>
                  <a:pt x="51848" y="86820"/>
                  <a:pt x="53143" y="86820"/>
                </a:cubicBezTo>
                <a:cubicBezTo>
                  <a:pt x="54711" y="86820"/>
                  <a:pt x="56379" y="86571"/>
                  <a:pt x="58171" y="86098"/>
                </a:cubicBezTo>
                <a:close/>
                <a:moveTo>
                  <a:pt x="49286" y="86180"/>
                </a:moveTo>
                <a:cubicBezTo>
                  <a:pt x="49295" y="86198"/>
                  <a:pt x="49337" y="86200"/>
                  <a:pt x="49359" y="86223"/>
                </a:cubicBezTo>
                <a:cubicBezTo>
                  <a:pt x="49907" y="88961"/>
                  <a:pt x="50006" y="91848"/>
                  <a:pt x="49583" y="94735"/>
                </a:cubicBezTo>
                <a:cubicBezTo>
                  <a:pt x="49533" y="94735"/>
                  <a:pt x="49533" y="94760"/>
                  <a:pt x="49509" y="94760"/>
                </a:cubicBezTo>
                <a:cubicBezTo>
                  <a:pt x="49956" y="91850"/>
                  <a:pt x="49882" y="88916"/>
                  <a:pt x="49286" y="86180"/>
                </a:cubicBezTo>
                <a:close/>
                <a:moveTo>
                  <a:pt x="59291" y="89160"/>
                </a:moveTo>
                <a:cubicBezTo>
                  <a:pt x="59291" y="89210"/>
                  <a:pt x="59291" y="89210"/>
                  <a:pt x="59316" y="89234"/>
                </a:cubicBezTo>
                <a:cubicBezTo>
                  <a:pt x="56130" y="91375"/>
                  <a:pt x="52944" y="93267"/>
                  <a:pt x="49733" y="94959"/>
                </a:cubicBezTo>
                <a:lnTo>
                  <a:pt x="49733" y="94860"/>
                </a:lnTo>
                <a:cubicBezTo>
                  <a:pt x="52894" y="93217"/>
                  <a:pt x="56080" y="91325"/>
                  <a:pt x="59291" y="89160"/>
                </a:cubicBezTo>
                <a:close/>
                <a:moveTo>
                  <a:pt x="49509" y="94959"/>
                </a:moveTo>
                <a:lnTo>
                  <a:pt x="49509" y="95059"/>
                </a:lnTo>
                <a:cubicBezTo>
                  <a:pt x="49484" y="95059"/>
                  <a:pt x="49484" y="95084"/>
                  <a:pt x="49459" y="95084"/>
                </a:cubicBezTo>
                <a:lnTo>
                  <a:pt x="49459" y="94984"/>
                </a:lnTo>
                <a:cubicBezTo>
                  <a:pt x="49484" y="94984"/>
                  <a:pt x="49484" y="94959"/>
                  <a:pt x="49509" y="94959"/>
                </a:cubicBezTo>
                <a:close/>
                <a:moveTo>
                  <a:pt x="2763" y="79552"/>
                </a:moveTo>
                <a:cubicBezTo>
                  <a:pt x="3261" y="81195"/>
                  <a:pt x="3933" y="82688"/>
                  <a:pt x="4754" y="84032"/>
                </a:cubicBezTo>
                <a:cubicBezTo>
                  <a:pt x="4680" y="84679"/>
                  <a:pt x="4605" y="85302"/>
                  <a:pt x="4555" y="85974"/>
                </a:cubicBezTo>
                <a:cubicBezTo>
                  <a:pt x="4555" y="86098"/>
                  <a:pt x="4505" y="86173"/>
                  <a:pt x="4505" y="86297"/>
                </a:cubicBezTo>
                <a:cubicBezTo>
                  <a:pt x="4456" y="86969"/>
                  <a:pt x="4431" y="87617"/>
                  <a:pt x="4381" y="88264"/>
                </a:cubicBezTo>
                <a:lnTo>
                  <a:pt x="4381" y="88712"/>
                </a:lnTo>
                <a:lnTo>
                  <a:pt x="4381" y="90255"/>
                </a:lnTo>
                <a:lnTo>
                  <a:pt x="4381" y="90703"/>
                </a:lnTo>
                <a:cubicBezTo>
                  <a:pt x="4431" y="91276"/>
                  <a:pt x="4456" y="91873"/>
                  <a:pt x="4505" y="92470"/>
                </a:cubicBezTo>
                <a:cubicBezTo>
                  <a:pt x="4505" y="92620"/>
                  <a:pt x="4555" y="92769"/>
                  <a:pt x="4580" y="92968"/>
                </a:cubicBezTo>
                <a:cubicBezTo>
                  <a:pt x="4655" y="93565"/>
                  <a:pt x="4729" y="94138"/>
                  <a:pt x="4829" y="94735"/>
                </a:cubicBezTo>
                <a:cubicBezTo>
                  <a:pt x="4829" y="94760"/>
                  <a:pt x="4854" y="94835"/>
                  <a:pt x="4854" y="94860"/>
                </a:cubicBezTo>
                <a:cubicBezTo>
                  <a:pt x="4879" y="95009"/>
                  <a:pt x="4929" y="95134"/>
                  <a:pt x="4953" y="95308"/>
                </a:cubicBezTo>
                <a:cubicBezTo>
                  <a:pt x="3360" y="93317"/>
                  <a:pt x="2215" y="90952"/>
                  <a:pt x="1494" y="88214"/>
                </a:cubicBezTo>
                <a:cubicBezTo>
                  <a:pt x="1444" y="87766"/>
                  <a:pt x="1419" y="87368"/>
                  <a:pt x="1369" y="86944"/>
                </a:cubicBezTo>
                <a:lnTo>
                  <a:pt x="1369" y="86745"/>
                </a:lnTo>
                <a:cubicBezTo>
                  <a:pt x="1344" y="86322"/>
                  <a:pt x="1344" y="85874"/>
                  <a:pt x="1369" y="85426"/>
                </a:cubicBezTo>
                <a:cubicBezTo>
                  <a:pt x="1369" y="85351"/>
                  <a:pt x="1369" y="85227"/>
                  <a:pt x="1394" y="85127"/>
                </a:cubicBezTo>
                <a:cubicBezTo>
                  <a:pt x="1394" y="84978"/>
                  <a:pt x="1444" y="84804"/>
                  <a:pt x="1444" y="84630"/>
                </a:cubicBezTo>
                <a:cubicBezTo>
                  <a:pt x="1593" y="82887"/>
                  <a:pt x="2066" y="81195"/>
                  <a:pt x="2763" y="79552"/>
                </a:cubicBezTo>
                <a:close/>
                <a:moveTo>
                  <a:pt x="75395" y="89707"/>
                </a:moveTo>
                <a:cubicBezTo>
                  <a:pt x="75520" y="89907"/>
                  <a:pt x="75644" y="90155"/>
                  <a:pt x="75744" y="90379"/>
                </a:cubicBezTo>
                <a:cubicBezTo>
                  <a:pt x="75420" y="90628"/>
                  <a:pt x="75122" y="90902"/>
                  <a:pt x="74773" y="91151"/>
                </a:cubicBezTo>
                <a:cubicBezTo>
                  <a:pt x="74524" y="91375"/>
                  <a:pt x="74275" y="91574"/>
                  <a:pt x="74026" y="91773"/>
                </a:cubicBezTo>
                <a:cubicBezTo>
                  <a:pt x="73304" y="92346"/>
                  <a:pt x="72608" y="92893"/>
                  <a:pt x="71886" y="93441"/>
                </a:cubicBezTo>
                <a:cubicBezTo>
                  <a:pt x="71687" y="93590"/>
                  <a:pt x="71512" y="93715"/>
                  <a:pt x="71313" y="93864"/>
                </a:cubicBezTo>
                <a:cubicBezTo>
                  <a:pt x="70641" y="94387"/>
                  <a:pt x="69919" y="94934"/>
                  <a:pt x="69197" y="95432"/>
                </a:cubicBezTo>
                <a:cubicBezTo>
                  <a:pt x="69123" y="95457"/>
                  <a:pt x="69023" y="95532"/>
                  <a:pt x="68949" y="95582"/>
                </a:cubicBezTo>
                <a:cubicBezTo>
                  <a:pt x="68824" y="95457"/>
                  <a:pt x="68700" y="95308"/>
                  <a:pt x="68575" y="95183"/>
                </a:cubicBezTo>
                <a:cubicBezTo>
                  <a:pt x="68301" y="94860"/>
                  <a:pt x="68003" y="94561"/>
                  <a:pt x="67704" y="94238"/>
                </a:cubicBezTo>
                <a:cubicBezTo>
                  <a:pt x="70268" y="92993"/>
                  <a:pt x="72856" y="91475"/>
                  <a:pt x="75395" y="89707"/>
                </a:cubicBezTo>
                <a:close/>
                <a:moveTo>
                  <a:pt x="4929" y="84331"/>
                </a:moveTo>
                <a:cubicBezTo>
                  <a:pt x="4953" y="84356"/>
                  <a:pt x="4953" y="84381"/>
                  <a:pt x="4978" y="84381"/>
                </a:cubicBezTo>
                <a:cubicBezTo>
                  <a:pt x="4929" y="84903"/>
                  <a:pt x="4854" y="85426"/>
                  <a:pt x="4804" y="85949"/>
                </a:cubicBezTo>
                <a:cubicBezTo>
                  <a:pt x="4804" y="86048"/>
                  <a:pt x="4779" y="86223"/>
                  <a:pt x="4779" y="86347"/>
                </a:cubicBezTo>
                <a:cubicBezTo>
                  <a:pt x="4705" y="86969"/>
                  <a:pt x="4680" y="87592"/>
                  <a:pt x="4655" y="88214"/>
                </a:cubicBezTo>
                <a:lnTo>
                  <a:pt x="4655" y="88388"/>
                </a:lnTo>
                <a:cubicBezTo>
                  <a:pt x="4605" y="89010"/>
                  <a:pt x="4655" y="89633"/>
                  <a:pt x="4655" y="90255"/>
                </a:cubicBezTo>
                <a:cubicBezTo>
                  <a:pt x="4655" y="90454"/>
                  <a:pt x="4655" y="90628"/>
                  <a:pt x="4680" y="90852"/>
                </a:cubicBezTo>
                <a:cubicBezTo>
                  <a:pt x="4705" y="91375"/>
                  <a:pt x="4729" y="91923"/>
                  <a:pt x="4779" y="92420"/>
                </a:cubicBezTo>
                <a:cubicBezTo>
                  <a:pt x="4779" y="92495"/>
                  <a:pt x="4779" y="92595"/>
                  <a:pt x="4804" y="92719"/>
                </a:cubicBezTo>
                <a:cubicBezTo>
                  <a:pt x="4854" y="93317"/>
                  <a:pt x="4953" y="93914"/>
                  <a:pt x="5053" y="94462"/>
                </a:cubicBezTo>
                <a:cubicBezTo>
                  <a:pt x="5078" y="94611"/>
                  <a:pt x="5103" y="94785"/>
                  <a:pt x="5128" y="94959"/>
                </a:cubicBezTo>
                <a:cubicBezTo>
                  <a:pt x="5202" y="95208"/>
                  <a:pt x="5227" y="95457"/>
                  <a:pt x="5302" y="95706"/>
                </a:cubicBezTo>
                <a:cubicBezTo>
                  <a:pt x="5277" y="95681"/>
                  <a:pt x="5277" y="95656"/>
                  <a:pt x="5227" y="95607"/>
                </a:cubicBezTo>
                <a:cubicBezTo>
                  <a:pt x="5178" y="95358"/>
                  <a:pt x="5103" y="95084"/>
                  <a:pt x="5053" y="94835"/>
                </a:cubicBezTo>
                <a:cubicBezTo>
                  <a:pt x="5028" y="94735"/>
                  <a:pt x="5028" y="94611"/>
                  <a:pt x="4978" y="94536"/>
                </a:cubicBezTo>
                <a:cubicBezTo>
                  <a:pt x="4904" y="94038"/>
                  <a:pt x="4829" y="93491"/>
                  <a:pt x="4754" y="92968"/>
                </a:cubicBezTo>
                <a:cubicBezTo>
                  <a:pt x="4729" y="92819"/>
                  <a:pt x="4729" y="92694"/>
                  <a:pt x="4705" y="92545"/>
                </a:cubicBezTo>
                <a:cubicBezTo>
                  <a:pt x="4630" y="91972"/>
                  <a:pt x="4605" y="91375"/>
                  <a:pt x="4580" y="90803"/>
                </a:cubicBezTo>
                <a:cubicBezTo>
                  <a:pt x="4580" y="90603"/>
                  <a:pt x="4580" y="90429"/>
                  <a:pt x="4555" y="90205"/>
                </a:cubicBezTo>
                <a:lnTo>
                  <a:pt x="4555" y="88712"/>
                </a:lnTo>
                <a:lnTo>
                  <a:pt x="4555" y="88264"/>
                </a:lnTo>
                <a:cubicBezTo>
                  <a:pt x="4580" y="87641"/>
                  <a:pt x="4605" y="87019"/>
                  <a:pt x="4680" y="86372"/>
                </a:cubicBezTo>
                <a:cubicBezTo>
                  <a:pt x="4680" y="86223"/>
                  <a:pt x="4705" y="86024"/>
                  <a:pt x="4705" y="85874"/>
                </a:cubicBezTo>
                <a:cubicBezTo>
                  <a:pt x="4804" y="85376"/>
                  <a:pt x="4854" y="84854"/>
                  <a:pt x="4929" y="84331"/>
                </a:cubicBezTo>
                <a:close/>
                <a:moveTo>
                  <a:pt x="67530" y="94312"/>
                </a:moveTo>
                <a:lnTo>
                  <a:pt x="68650" y="95507"/>
                </a:lnTo>
                <a:lnTo>
                  <a:pt x="68799" y="95681"/>
                </a:lnTo>
                <a:lnTo>
                  <a:pt x="68774" y="95681"/>
                </a:lnTo>
                <a:cubicBezTo>
                  <a:pt x="68774" y="95706"/>
                  <a:pt x="68774" y="95706"/>
                  <a:pt x="68749" y="95706"/>
                </a:cubicBezTo>
                <a:cubicBezTo>
                  <a:pt x="68525" y="95482"/>
                  <a:pt x="68326" y="95283"/>
                  <a:pt x="68127" y="95059"/>
                </a:cubicBezTo>
                <a:cubicBezTo>
                  <a:pt x="67903" y="94835"/>
                  <a:pt x="67679" y="94611"/>
                  <a:pt x="67505" y="94362"/>
                </a:cubicBezTo>
                <a:lnTo>
                  <a:pt x="67455" y="94337"/>
                </a:lnTo>
                <a:cubicBezTo>
                  <a:pt x="67505" y="94337"/>
                  <a:pt x="67505" y="94312"/>
                  <a:pt x="67530" y="94312"/>
                </a:cubicBezTo>
                <a:close/>
                <a:moveTo>
                  <a:pt x="46621" y="84630"/>
                </a:moveTo>
                <a:cubicBezTo>
                  <a:pt x="47293" y="85252"/>
                  <a:pt x="48140" y="85725"/>
                  <a:pt x="49085" y="86098"/>
                </a:cubicBezTo>
                <a:cubicBezTo>
                  <a:pt x="49708" y="88886"/>
                  <a:pt x="49758" y="91873"/>
                  <a:pt x="49285" y="94860"/>
                </a:cubicBezTo>
                <a:cubicBezTo>
                  <a:pt x="48712" y="95183"/>
                  <a:pt x="48090" y="95482"/>
                  <a:pt x="47492" y="95781"/>
                </a:cubicBezTo>
                <a:cubicBezTo>
                  <a:pt x="46771" y="95358"/>
                  <a:pt x="46148" y="94860"/>
                  <a:pt x="45601" y="94287"/>
                </a:cubicBezTo>
                <a:cubicBezTo>
                  <a:pt x="46099" y="92844"/>
                  <a:pt x="46422" y="91375"/>
                  <a:pt x="46621" y="89882"/>
                </a:cubicBezTo>
                <a:cubicBezTo>
                  <a:pt x="46845" y="88114"/>
                  <a:pt x="46845" y="86372"/>
                  <a:pt x="46621" y="84729"/>
                </a:cubicBezTo>
                <a:lnTo>
                  <a:pt x="46621" y="84630"/>
                </a:lnTo>
                <a:close/>
                <a:moveTo>
                  <a:pt x="75819" y="90504"/>
                </a:moveTo>
                <a:cubicBezTo>
                  <a:pt x="75819" y="90554"/>
                  <a:pt x="75868" y="90554"/>
                  <a:pt x="75868" y="90579"/>
                </a:cubicBezTo>
                <a:cubicBezTo>
                  <a:pt x="75520" y="90852"/>
                  <a:pt x="75171" y="91126"/>
                  <a:pt x="74873" y="91425"/>
                </a:cubicBezTo>
                <a:cubicBezTo>
                  <a:pt x="74624" y="91599"/>
                  <a:pt x="74400" y="91798"/>
                  <a:pt x="74151" y="91997"/>
                </a:cubicBezTo>
                <a:cubicBezTo>
                  <a:pt x="73429" y="92570"/>
                  <a:pt x="72682" y="93167"/>
                  <a:pt x="71985" y="93715"/>
                </a:cubicBezTo>
                <a:cubicBezTo>
                  <a:pt x="71786" y="93839"/>
                  <a:pt x="71637" y="93989"/>
                  <a:pt x="71438" y="94113"/>
                </a:cubicBezTo>
                <a:cubicBezTo>
                  <a:pt x="70691" y="94686"/>
                  <a:pt x="69944" y="95233"/>
                  <a:pt x="69173" y="95781"/>
                </a:cubicBezTo>
                <a:lnTo>
                  <a:pt x="69148" y="95731"/>
                </a:lnTo>
                <a:cubicBezTo>
                  <a:pt x="69123" y="95681"/>
                  <a:pt x="69148" y="95656"/>
                  <a:pt x="69197" y="95607"/>
                </a:cubicBezTo>
                <a:cubicBezTo>
                  <a:pt x="69919" y="95084"/>
                  <a:pt x="70666" y="94561"/>
                  <a:pt x="71388" y="94038"/>
                </a:cubicBezTo>
                <a:cubicBezTo>
                  <a:pt x="71562" y="93864"/>
                  <a:pt x="71761" y="93740"/>
                  <a:pt x="71985" y="93590"/>
                </a:cubicBezTo>
                <a:lnTo>
                  <a:pt x="74126" y="91923"/>
                </a:lnTo>
                <a:cubicBezTo>
                  <a:pt x="74375" y="91724"/>
                  <a:pt x="74574" y="91549"/>
                  <a:pt x="74848" y="91325"/>
                </a:cubicBezTo>
                <a:cubicBezTo>
                  <a:pt x="75171" y="91051"/>
                  <a:pt x="75495" y="90803"/>
                  <a:pt x="75819" y="90504"/>
                </a:cubicBezTo>
                <a:close/>
                <a:moveTo>
                  <a:pt x="2041" y="90404"/>
                </a:moveTo>
                <a:lnTo>
                  <a:pt x="2041" y="90404"/>
                </a:lnTo>
                <a:cubicBezTo>
                  <a:pt x="2788" y="92396"/>
                  <a:pt x="3809" y="94138"/>
                  <a:pt x="5053" y="95681"/>
                </a:cubicBezTo>
                <a:cubicBezTo>
                  <a:pt x="5053" y="95706"/>
                  <a:pt x="5078" y="95756"/>
                  <a:pt x="5078" y="95806"/>
                </a:cubicBezTo>
                <a:cubicBezTo>
                  <a:pt x="4057" y="94561"/>
                  <a:pt x="3186" y="93192"/>
                  <a:pt x="2489" y="91649"/>
                </a:cubicBezTo>
                <a:cubicBezTo>
                  <a:pt x="2315" y="91251"/>
                  <a:pt x="2141" y="90852"/>
                  <a:pt x="2041" y="90404"/>
                </a:cubicBezTo>
                <a:close/>
                <a:moveTo>
                  <a:pt x="45526" y="94486"/>
                </a:moveTo>
                <a:cubicBezTo>
                  <a:pt x="46049" y="95034"/>
                  <a:pt x="46646" y="95482"/>
                  <a:pt x="47293" y="95855"/>
                </a:cubicBezTo>
                <a:cubicBezTo>
                  <a:pt x="47268" y="95855"/>
                  <a:pt x="47268" y="95905"/>
                  <a:pt x="47244" y="95905"/>
                </a:cubicBezTo>
                <a:cubicBezTo>
                  <a:pt x="46596" y="95532"/>
                  <a:pt x="46024" y="95084"/>
                  <a:pt x="45501" y="94561"/>
                </a:cubicBezTo>
                <a:cubicBezTo>
                  <a:pt x="45501" y="94511"/>
                  <a:pt x="45501" y="94511"/>
                  <a:pt x="45526" y="94486"/>
                </a:cubicBezTo>
                <a:close/>
                <a:moveTo>
                  <a:pt x="68874" y="95806"/>
                </a:moveTo>
                <a:cubicBezTo>
                  <a:pt x="68924" y="95831"/>
                  <a:pt x="68924" y="95831"/>
                  <a:pt x="68949" y="95855"/>
                </a:cubicBezTo>
                <a:lnTo>
                  <a:pt x="68899" y="95905"/>
                </a:lnTo>
                <a:lnTo>
                  <a:pt x="68874" y="95855"/>
                </a:lnTo>
                <a:lnTo>
                  <a:pt x="68824" y="95831"/>
                </a:lnTo>
                <a:lnTo>
                  <a:pt x="68874" y="95806"/>
                </a:lnTo>
                <a:close/>
                <a:moveTo>
                  <a:pt x="49235" y="95084"/>
                </a:moveTo>
                <a:lnTo>
                  <a:pt x="49235" y="95183"/>
                </a:lnTo>
                <a:cubicBezTo>
                  <a:pt x="48737" y="95457"/>
                  <a:pt x="48264" y="95706"/>
                  <a:pt x="47766" y="95930"/>
                </a:cubicBezTo>
                <a:cubicBezTo>
                  <a:pt x="47741" y="95905"/>
                  <a:pt x="47716" y="95905"/>
                  <a:pt x="47667" y="95855"/>
                </a:cubicBezTo>
                <a:cubicBezTo>
                  <a:pt x="48189" y="95607"/>
                  <a:pt x="48712" y="95333"/>
                  <a:pt x="49235" y="95084"/>
                </a:cubicBezTo>
                <a:close/>
                <a:moveTo>
                  <a:pt x="47492" y="95980"/>
                </a:moveTo>
                <a:cubicBezTo>
                  <a:pt x="47517" y="96005"/>
                  <a:pt x="47542" y="96005"/>
                  <a:pt x="47592" y="96055"/>
                </a:cubicBezTo>
                <a:cubicBezTo>
                  <a:pt x="47542" y="96055"/>
                  <a:pt x="47542" y="96079"/>
                  <a:pt x="47517" y="96079"/>
                </a:cubicBezTo>
                <a:cubicBezTo>
                  <a:pt x="47492" y="96055"/>
                  <a:pt x="47468" y="96055"/>
                  <a:pt x="47418" y="96030"/>
                </a:cubicBezTo>
                <a:cubicBezTo>
                  <a:pt x="47468" y="96030"/>
                  <a:pt x="47468" y="95980"/>
                  <a:pt x="47492" y="95980"/>
                </a:cubicBezTo>
                <a:close/>
                <a:moveTo>
                  <a:pt x="5302" y="96005"/>
                </a:moveTo>
                <a:lnTo>
                  <a:pt x="5302" y="96005"/>
                </a:lnTo>
                <a:cubicBezTo>
                  <a:pt x="5327" y="96055"/>
                  <a:pt x="5352" y="96079"/>
                  <a:pt x="5352" y="96104"/>
                </a:cubicBezTo>
                <a:cubicBezTo>
                  <a:pt x="5352" y="96154"/>
                  <a:pt x="5402" y="96204"/>
                  <a:pt x="5402" y="96229"/>
                </a:cubicBezTo>
                <a:lnTo>
                  <a:pt x="5302" y="96129"/>
                </a:lnTo>
                <a:cubicBezTo>
                  <a:pt x="5327" y="96104"/>
                  <a:pt x="5327" y="96055"/>
                  <a:pt x="5302" y="96005"/>
                </a:cubicBezTo>
                <a:close/>
                <a:moveTo>
                  <a:pt x="61855" y="87666"/>
                </a:moveTo>
                <a:cubicBezTo>
                  <a:pt x="61979" y="87865"/>
                  <a:pt x="62128" y="88040"/>
                  <a:pt x="62303" y="88239"/>
                </a:cubicBezTo>
                <a:cubicBezTo>
                  <a:pt x="62726" y="88836"/>
                  <a:pt x="63174" y="89434"/>
                  <a:pt x="63597" y="89981"/>
                </a:cubicBezTo>
                <a:cubicBezTo>
                  <a:pt x="63746" y="90205"/>
                  <a:pt x="63921" y="90379"/>
                  <a:pt x="64070" y="90603"/>
                </a:cubicBezTo>
                <a:cubicBezTo>
                  <a:pt x="64692" y="91375"/>
                  <a:pt x="65314" y="92172"/>
                  <a:pt x="65937" y="92893"/>
                </a:cubicBezTo>
                <a:cubicBezTo>
                  <a:pt x="66211" y="93242"/>
                  <a:pt x="66484" y="93565"/>
                  <a:pt x="66783" y="93864"/>
                </a:cubicBezTo>
                <a:cubicBezTo>
                  <a:pt x="66833" y="93939"/>
                  <a:pt x="66907" y="93989"/>
                  <a:pt x="66932" y="94063"/>
                </a:cubicBezTo>
                <a:cubicBezTo>
                  <a:pt x="64866" y="95034"/>
                  <a:pt x="62875" y="95806"/>
                  <a:pt x="60959" y="96328"/>
                </a:cubicBezTo>
                <a:cubicBezTo>
                  <a:pt x="60834" y="93964"/>
                  <a:pt x="60411" y="91549"/>
                  <a:pt x="59714" y="89160"/>
                </a:cubicBezTo>
                <a:cubicBezTo>
                  <a:pt x="60436" y="88662"/>
                  <a:pt x="61158" y="88214"/>
                  <a:pt x="61855" y="87666"/>
                </a:cubicBezTo>
                <a:close/>
                <a:moveTo>
                  <a:pt x="2763" y="92844"/>
                </a:moveTo>
                <a:cubicBezTo>
                  <a:pt x="3186" y="93615"/>
                  <a:pt x="3634" y="94362"/>
                  <a:pt x="4182" y="95084"/>
                </a:cubicBezTo>
                <a:cubicBezTo>
                  <a:pt x="4207" y="95109"/>
                  <a:pt x="4232" y="95158"/>
                  <a:pt x="4257" y="95208"/>
                </a:cubicBezTo>
                <a:cubicBezTo>
                  <a:pt x="4555" y="95582"/>
                  <a:pt x="4829" y="95930"/>
                  <a:pt x="5128" y="96279"/>
                </a:cubicBezTo>
                <a:cubicBezTo>
                  <a:pt x="5153" y="96279"/>
                  <a:pt x="5153" y="96303"/>
                  <a:pt x="5178" y="96303"/>
                </a:cubicBezTo>
                <a:lnTo>
                  <a:pt x="5202" y="96403"/>
                </a:lnTo>
                <a:lnTo>
                  <a:pt x="4456" y="95557"/>
                </a:lnTo>
                <a:lnTo>
                  <a:pt x="4381" y="95482"/>
                </a:lnTo>
                <a:cubicBezTo>
                  <a:pt x="4082" y="95084"/>
                  <a:pt x="3809" y="94686"/>
                  <a:pt x="3510" y="94287"/>
                </a:cubicBezTo>
                <a:cubicBezTo>
                  <a:pt x="3510" y="94238"/>
                  <a:pt x="3485" y="94238"/>
                  <a:pt x="3485" y="94213"/>
                </a:cubicBezTo>
                <a:cubicBezTo>
                  <a:pt x="3261" y="93864"/>
                  <a:pt x="3087" y="93541"/>
                  <a:pt x="2888" y="93192"/>
                </a:cubicBezTo>
                <a:cubicBezTo>
                  <a:pt x="2863" y="93068"/>
                  <a:pt x="2813" y="92968"/>
                  <a:pt x="2763" y="92844"/>
                </a:cubicBezTo>
                <a:close/>
                <a:moveTo>
                  <a:pt x="59565" y="89284"/>
                </a:moveTo>
                <a:cubicBezTo>
                  <a:pt x="60237" y="91624"/>
                  <a:pt x="60685" y="94063"/>
                  <a:pt x="60834" y="96428"/>
                </a:cubicBezTo>
                <a:cubicBezTo>
                  <a:pt x="60809" y="96428"/>
                  <a:pt x="60809" y="96428"/>
                  <a:pt x="60784" y="96453"/>
                </a:cubicBezTo>
                <a:cubicBezTo>
                  <a:pt x="60585" y="94063"/>
                  <a:pt x="60187" y="91649"/>
                  <a:pt x="59490" y="89334"/>
                </a:cubicBezTo>
                <a:cubicBezTo>
                  <a:pt x="59540" y="89334"/>
                  <a:pt x="59540" y="89284"/>
                  <a:pt x="59565" y="89284"/>
                </a:cubicBezTo>
                <a:close/>
                <a:moveTo>
                  <a:pt x="49210" y="95432"/>
                </a:moveTo>
                <a:cubicBezTo>
                  <a:pt x="49135" y="95781"/>
                  <a:pt x="49085" y="96154"/>
                  <a:pt x="48986" y="96478"/>
                </a:cubicBezTo>
                <a:cubicBezTo>
                  <a:pt x="48637" y="96353"/>
                  <a:pt x="48289" y="96204"/>
                  <a:pt x="47990" y="96055"/>
                </a:cubicBezTo>
                <a:cubicBezTo>
                  <a:pt x="48388" y="95855"/>
                  <a:pt x="48787" y="95656"/>
                  <a:pt x="49210" y="95432"/>
                </a:cubicBezTo>
                <a:close/>
                <a:moveTo>
                  <a:pt x="67132" y="94213"/>
                </a:moveTo>
                <a:lnTo>
                  <a:pt x="67132" y="94213"/>
                </a:lnTo>
                <a:cubicBezTo>
                  <a:pt x="67107" y="94238"/>
                  <a:pt x="67156" y="94287"/>
                  <a:pt x="67156" y="94287"/>
                </a:cubicBezTo>
                <a:cubicBezTo>
                  <a:pt x="65066" y="95283"/>
                  <a:pt x="63024" y="96030"/>
                  <a:pt x="61033" y="96577"/>
                </a:cubicBezTo>
                <a:lnTo>
                  <a:pt x="61033" y="96528"/>
                </a:lnTo>
                <a:cubicBezTo>
                  <a:pt x="62975" y="95955"/>
                  <a:pt x="65041" y="95183"/>
                  <a:pt x="67132" y="94213"/>
                </a:cubicBezTo>
                <a:close/>
                <a:moveTo>
                  <a:pt x="49484" y="95308"/>
                </a:moveTo>
                <a:cubicBezTo>
                  <a:pt x="49409" y="95731"/>
                  <a:pt x="49334" y="96179"/>
                  <a:pt x="49235" y="96602"/>
                </a:cubicBezTo>
                <a:cubicBezTo>
                  <a:pt x="49210" y="96602"/>
                  <a:pt x="49160" y="96577"/>
                  <a:pt x="49160" y="96577"/>
                </a:cubicBezTo>
                <a:cubicBezTo>
                  <a:pt x="49260" y="96179"/>
                  <a:pt x="49359" y="95731"/>
                  <a:pt x="49409" y="95333"/>
                </a:cubicBezTo>
                <a:cubicBezTo>
                  <a:pt x="49459" y="95333"/>
                  <a:pt x="49459" y="95308"/>
                  <a:pt x="49484" y="95308"/>
                </a:cubicBezTo>
                <a:close/>
                <a:moveTo>
                  <a:pt x="60834" y="96577"/>
                </a:moveTo>
                <a:lnTo>
                  <a:pt x="60834" y="96627"/>
                </a:lnTo>
                <a:cubicBezTo>
                  <a:pt x="60809" y="96627"/>
                  <a:pt x="60809" y="96627"/>
                  <a:pt x="60784" y="96677"/>
                </a:cubicBezTo>
                <a:cubicBezTo>
                  <a:pt x="60809" y="96627"/>
                  <a:pt x="60784" y="96627"/>
                  <a:pt x="60784" y="96602"/>
                </a:cubicBezTo>
                <a:cubicBezTo>
                  <a:pt x="60809" y="96602"/>
                  <a:pt x="60809" y="96602"/>
                  <a:pt x="60834" y="96577"/>
                </a:cubicBezTo>
                <a:close/>
                <a:moveTo>
                  <a:pt x="47791" y="96129"/>
                </a:moveTo>
                <a:cubicBezTo>
                  <a:pt x="48140" y="96353"/>
                  <a:pt x="48538" y="96528"/>
                  <a:pt x="48961" y="96677"/>
                </a:cubicBezTo>
                <a:lnTo>
                  <a:pt x="48961" y="96727"/>
                </a:lnTo>
                <a:cubicBezTo>
                  <a:pt x="48513" y="96577"/>
                  <a:pt x="48115" y="96378"/>
                  <a:pt x="47741" y="96179"/>
                </a:cubicBezTo>
                <a:cubicBezTo>
                  <a:pt x="47766" y="96179"/>
                  <a:pt x="47766" y="96129"/>
                  <a:pt x="47791" y="96129"/>
                </a:cubicBezTo>
                <a:close/>
                <a:moveTo>
                  <a:pt x="5451" y="96602"/>
                </a:moveTo>
                <a:lnTo>
                  <a:pt x="5526" y="96702"/>
                </a:lnTo>
                <a:lnTo>
                  <a:pt x="5526" y="96727"/>
                </a:lnTo>
                <a:lnTo>
                  <a:pt x="5551" y="96826"/>
                </a:lnTo>
                <a:lnTo>
                  <a:pt x="5551" y="96826"/>
                </a:lnTo>
                <a:lnTo>
                  <a:pt x="5451" y="96727"/>
                </a:lnTo>
                <a:lnTo>
                  <a:pt x="5451" y="96602"/>
                </a:lnTo>
                <a:close/>
                <a:moveTo>
                  <a:pt x="49110" y="96776"/>
                </a:moveTo>
                <a:cubicBezTo>
                  <a:pt x="49135" y="96776"/>
                  <a:pt x="49135" y="96776"/>
                  <a:pt x="49160" y="96801"/>
                </a:cubicBezTo>
                <a:lnTo>
                  <a:pt x="49160" y="96851"/>
                </a:lnTo>
                <a:lnTo>
                  <a:pt x="49135" y="96851"/>
                </a:lnTo>
                <a:cubicBezTo>
                  <a:pt x="49135" y="96826"/>
                  <a:pt x="49110" y="96826"/>
                  <a:pt x="49110" y="96826"/>
                </a:cubicBezTo>
                <a:lnTo>
                  <a:pt x="49110" y="96776"/>
                </a:lnTo>
                <a:close/>
                <a:moveTo>
                  <a:pt x="89658" y="77685"/>
                </a:moveTo>
                <a:cubicBezTo>
                  <a:pt x="91948" y="79079"/>
                  <a:pt x="94064" y="80174"/>
                  <a:pt x="95881" y="80896"/>
                </a:cubicBezTo>
                <a:cubicBezTo>
                  <a:pt x="95781" y="81020"/>
                  <a:pt x="95682" y="81145"/>
                  <a:pt x="95557" y="81269"/>
                </a:cubicBezTo>
                <a:cubicBezTo>
                  <a:pt x="95383" y="81493"/>
                  <a:pt x="95209" y="81692"/>
                  <a:pt x="95034" y="81916"/>
                </a:cubicBezTo>
                <a:cubicBezTo>
                  <a:pt x="94711" y="82290"/>
                  <a:pt x="94437" y="82663"/>
                  <a:pt x="94138" y="83012"/>
                </a:cubicBezTo>
                <a:cubicBezTo>
                  <a:pt x="94014" y="83136"/>
                  <a:pt x="93889" y="83286"/>
                  <a:pt x="93790" y="83410"/>
                </a:cubicBezTo>
                <a:cubicBezTo>
                  <a:pt x="93068" y="84231"/>
                  <a:pt x="92346" y="85028"/>
                  <a:pt x="91599" y="85849"/>
                </a:cubicBezTo>
                <a:cubicBezTo>
                  <a:pt x="91550" y="85899"/>
                  <a:pt x="91475" y="85974"/>
                  <a:pt x="91425" y="86048"/>
                </a:cubicBezTo>
                <a:cubicBezTo>
                  <a:pt x="91052" y="86422"/>
                  <a:pt x="90703" y="86845"/>
                  <a:pt x="90330" y="87218"/>
                </a:cubicBezTo>
                <a:cubicBezTo>
                  <a:pt x="90106" y="87417"/>
                  <a:pt x="89932" y="87641"/>
                  <a:pt x="89708" y="87841"/>
                </a:cubicBezTo>
                <a:lnTo>
                  <a:pt x="88948" y="88600"/>
                </a:lnTo>
                <a:lnTo>
                  <a:pt x="88948" y="88600"/>
                </a:lnTo>
                <a:cubicBezTo>
                  <a:pt x="89233" y="88330"/>
                  <a:pt x="89515" y="88058"/>
                  <a:pt x="89807" y="87766"/>
                </a:cubicBezTo>
                <a:lnTo>
                  <a:pt x="89982" y="87592"/>
                </a:lnTo>
                <a:cubicBezTo>
                  <a:pt x="90405" y="87168"/>
                  <a:pt x="90778" y="86770"/>
                  <a:pt x="91176" y="86372"/>
                </a:cubicBezTo>
                <a:lnTo>
                  <a:pt x="91326" y="86223"/>
                </a:lnTo>
                <a:cubicBezTo>
                  <a:pt x="91351" y="86173"/>
                  <a:pt x="91400" y="86123"/>
                  <a:pt x="91450" y="86098"/>
                </a:cubicBezTo>
                <a:lnTo>
                  <a:pt x="91525" y="86024"/>
                </a:lnTo>
                <a:cubicBezTo>
                  <a:pt x="93093" y="84356"/>
                  <a:pt x="94586" y="82638"/>
                  <a:pt x="96030" y="80871"/>
                </a:cubicBezTo>
                <a:lnTo>
                  <a:pt x="96080" y="80871"/>
                </a:lnTo>
                <a:cubicBezTo>
                  <a:pt x="95084" y="82066"/>
                  <a:pt x="94064" y="83286"/>
                  <a:pt x="93018" y="84505"/>
                </a:cubicBezTo>
                <a:cubicBezTo>
                  <a:pt x="92944" y="84605"/>
                  <a:pt x="92894" y="84655"/>
                  <a:pt x="92794" y="84754"/>
                </a:cubicBezTo>
                <a:cubicBezTo>
                  <a:pt x="91674" y="85999"/>
                  <a:pt x="90479" y="87218"/>
                  <a:pt x="89285" y="88413"/>
                </a:cubicBezTo>
                <a:lnTo>
                  <a:pt x="89235" y="88463"/>
                </a:lnTo>
                <a:cubicBezTo>
                  <a:pt x="88737" y="88911"/>
                  <a:pt x="88239" y="89409"/>
                  <a:pt x="87741" y="89882"/>
                </a:cubicBezTo>
                <a:lnTo>
                  <a:pt x="87617" y="90006"/>
                </a:lnTo>
                <a:lnTo>
                  <a:pt x="87567" y="90081"/>
                </a:lnTo>
                <a:cubicBezTo>
                  <a:pt x="87119" y="90479"/>
                  <a:pt x="86671" y="90902"/>
                  <a:pt x="86198" y="91325"/>
                </a:cubicBezTo>
                <a:lnTo>
                  <a:pt x="86123" y="91375"/>
                </a:lnTo>
                <a:cubicBezTo>
                  <a:pt x="86049" y="91475"/>
                  <a:pt x="85949" y="91524"/>
                  <a:pt x="85850" y="91624"/>
                </a:cubicBezTo>
                <a:cubicBezTo>
                  <a:pt x="85426" y="91997"/>
                  <a:pt x="85003" y="92371"/>
                  <a:pt x="84580" y="92719"/>
                </a:cubicBezTo>
                <a:cubicBezTo>
                  <a:pt x="84431" y="92844"/>
                  <a:pt x="84257" y="92968"/>
                  <a:pt x="84132" y="93093"/>
                </a:cubicBezTo>
                <a:cubicBezTo>
                  <a:pt x="83734" y="93441"/>
                  <a:pt x="83311" y="93765"/>
                  <a:pt x="82888" y="94113"/>
                </a:cubicBezTo>
                <a:cubicBezTo>
                  <a:pt x="82738" y="94238"/>
                  <a:pt x="82564" y="94387"/>
                  <a:pt x="82390" y="94511"/>
                </a:cubicBezTo>
                <a:cubicBezTo>
                  <a:pt x="82327" y="94564"/>
                  <a:pt x="82264" y="94616"/>
                  <a:pt x="82200" y="94667"/>
                </a:cubicBezTo>
                <a:lnTo>
                  <a:pt x="82200" y="94667"/>
                </a:lnTo>
                <a:lnTo>
                  <a:pt x="82216" y="94636"/>
                </a:lnTo>
                <a:cubicBezTo>
                  <a:pt x="82589" y="94362"/>
                  <a:pt x="82962" y="94063"/>
                  <a:pt x="83311" y="93740"/>
                </a:cubicBezTo>
                <a:cubicBezTo>
                  <a:pt x="83336" y="93715"/>
                  <a:pt x="83385" y="93690"/>
                  <a:pt x="83435" y="93615"/>
                </a:cubicBezTo>
                <a:cubicBezTo>
                  <a:pt x="83560" y="93516"/>
                  <a:pt x="83684" y="93416"/>
                  <a:pt x="83809" y="93317"/>
                </a:cubicBezTo>
                <a:lnTo>
                  <a:pt x="83833" y="93267"/>
                </a:lnTo>
                <a:cubicBezTo>
                  <a:pt x="83958" y="93192"/>
                  <a:pt x="84082" y="93068"/>
                  <a:pt x="84207" y="92968"/>
                </a:cubicBezTo>
                <a:cubicBezTo>
                  <a:pt x="84431" y="92769"/>
                  <a:pt x="84630" y="92595"/>
                  <a:pt x="84829" y="92445"/>
                </a:cubicBezTo>
                <a:cubicBezTo>
                  <a:pt x="84879" y="92371"/>
                  <a:pt x="84954" y="92346"/>
                  <a:pt x="84978" y="92271"/>
                </a:cubicBezTo>
                <a:cubicBezTo>
                  <a:pt x="85053" y="92221"/>
                  <a:pt x="85103" y="92196"/>
                  <a:pt x="85178" y="92122"/>
                </a:cubicBezTo>
                <a:cubicBezTo>
                  <a:pt x="85227" y="92072"/>
                  <a:pt x="85302" y="92022"/>
                  <a:pt x="85352" y="91972"/>
                </a:cubicBezTo>
                <a:lnTo>
                  <a:pt x="85451" y="91873"/>
                </a:lnTo>
                <a:cubicBezTo>
                  <a:pt x="85850" y="91524"/>
                  <a:pt x="86223" y="91201"/>
                  <a:pt x="86596" y="90852"/>
                </a:cubicBezTo>
                <a:cubicBezTo>
                  <a:pt x="86664" y="90785"/>
                  <a:pt x="86731" y="90718"/>
                  <a:pt x="86799" y="90654"/>
                </a:cubicBezTo>
                <a:lnTo>
                  <a:pt x="86799" y="90654"/>
                </a:lnTo>
                <a:cubicBezTo>
                  <a:pt x="86756" y="90693"/>
                  <a:pt x="86714" y="90727"/>
                  <a:pt x="86671" y="90753"/>
                </a:cubicBezTo>
                <a:cubicBezTo>
                  <a:pt x="86248" y="91101"/>
                  <a:pt x="85875" y="91475"/>
                  <a:pt x="85476" y="91823"/>
                </a:cubicBezTo>
                <a:cubicBezTo>
                  <a:pt x="85327" y="91948"/>
                  <a:pt x="85178" y="92097"/>
                  <a:pt x="85003" y="92221"/>
                </a:cubicBezTo>
                <a:cubicBezTo>
                  <a:pt x="84630" y="92545"/>
                  <a:pt x="84257" y="92869"/>
                  <a:pt x="83883" y="93192"/>
                </a:cubicBezTo>
                <a:lnTo>
                  <a:pt x="83336" y="93665"/>
                </a:lnTo>
                <a:cubicBezTo>
                  <a:pt x="82987" y="93939"/>
                  <a:pt x="82614" y="94238"/>
                  <a:pt x="82240" y="94536"/>
                </a:cubicBezTo>
                <a:cubicBezTo>
                  <a:pt x="82016" y="94710"/>
                  <a:pt x="81817" y="94860"/>
                  <a:pt x="81568" y="95059"/>
                </a:cubicBezTo>
                <a:cubicBezTo>
                  <a:pt x="81220" y="95308"/>
                  <a:pt x="80871" y="95582"/>
                  <a:pt x="80523" y="95831"/>
                </a:cubicBezTo>
                <a:lnTo>
                  <a:pt x="79776" y="96403"/>
                </a:lnTo>
                <a:cubicBezTo>
                  <a:pt x="79751" y="96428"/>
                  <a:pt x="79702" y="96453"/>
                  <a:pt x="79652" y="96478"/>
                </a:cubicBezTo>
                <a:cubicBezTo>
                  <a:pt x="79453" y="96652"/>
                  <a:pt x="79204" y="96826"/>
                  <a:pt x="78980" y="96976"/>
                </a:cubicBezTo>
                <a:cubicBezTo>
                  <a:pt x="78905" y="96776"/>
                  <a:pt x="78855" y="96577"/>
                  <a:pt x="78781" y="96403"/>
                </a:cubicBezTo>
                <a:cubicBezTo>
                  <a:pt x="78731" y="96179"/>
                  <a:pt x="78656" y="95980"/>
                  <a:pt x="78606" y="95781"/>
                </a:cubicBezTo>
                <a:cubicBezTo>
                  <a:pt x="78532" y="95557"/>
                  <a:pt x="78432" y="95333"/>
                  <a:pt x="78382" y="95109"/>
                </a:cubicBezTo>
                <a:cubicBezTo>
                  <a:pt x="78283" y="94860"/>
                  <a:pt x="78183" y="94586"/>
                  <a:pt x="78059" y="94312"/>
                </a:cubicBezTo>
                <a:cubicBezTo>
                  <a:pt x="78009" y="94138"/>
                  <a:pt x="77959" y="93989"/>
                  <a:pt x="77884" y="93864"/>
                </a:cubicBezTo>
                <a:cubicBezTo>
                  <a:pt x="77735" y="93491"/>
                  <a:pt x="77561" y="93167"/>
                  <a:pt x="77412" y="92794"/>
                </a:cubicBezTo>
                <a:cubicBezTo>
                  <a:pt x="77412" y="92744"/>
                  <a:pt x="77387" y="92719"/>
                  <a:pt x="77362" y="92694"/>
                </a:cubicBezTo>
                <a:cubicBezTo>
                  <a:pt x="77038" y="91972"/>
                  <a:pt x="76665" y="91226"/>
                  <a:pt x="76291" y="90479"/>
                </a:cubicBezTo>
                <a:cubicBezTo>
                  <a:pt x="76416" y="90379"/>
                  <a:pt x="76540" y="90280"/>
                  <a:pt x="76640" y="90205"/>
                </a:cubicBezTo>
                <a:cubicBezTo>
                  <a:pt x="76988" y="89931"/>
                  <a:pt x="77287" y="89633"/>
                  <a:pt x="77636" y="89359"/>
                </a:cubicBezTo>
                <a:cubicBezTo>
                  <a:pt x="78133" y="88936"/>
                  <a:pt x="78631" y="88513"/>
                  <a:pt x="79104" y="88089"/>
                </a:cubicBezTo>
                <a:cubicBezTo>
                  <a:pt x="79453" y="87766"/>
                  <a:pt x="79776" y="87492"/>
                  <a:pt x="80125" y="87193"/>
                </a:cubicBezTo>
                <a:cubicBezTo>
                  <a:pt x="80697" y="86671"/>
                  <a:pt x="81220" y="86198"/>
                  <a:pt x="81743" y="85700"/>
                </a:cubicBezTo>
                <a:cubicBezTo>
                  <a:pt x="82116" y="85351"/>
                  <a:pt x="82489" y="85003"/>
                  <a:pt x="82838" y="84655"/>
                </a:cubicBezTo>
                <a:cubicBezTo>
                  <a:pt x="83136" y="84381"/>
                  <a:pt x="83460" y="84082"/>
                  <a:pt x="83734" y="83783"/>
                </a:cubicBezTo>
                <a:cubicBezTo>
                  <a:pt x="84306" y="83261"/>
                  <a:pt x="84829" y="82738"/>
                  <a:pt x="85352" y="82165"/>
                </a:cubicBezTo>
                <a:lnTo>
                  <a:pt x="86323" y="81195"/>
                </a:lnTo>
                <a:cubicBezTo>
                  <a:pt x="86671" y="80871"/>
                  <a:pt x="86970" y="80523"/>
                  <a:pt x="87318" y="80174"/>
                </a:cubicBezTo>
                <a:lnTo>
                  <a:pt x="88911" y="78506"/>
                </a:lnTo>
                <a:cubicBezTo>
                  <a:pt x="89160" y="78258"/>
                  <a:pt x="89359" y="77959"/>
                  <a:pt x="89608" y="77710"/>
                </a:cubicBezTo>
                <a:lnTo>
                  <a:pt x="89658" y="77685"/>
                </a:lnTo>
                <a:close/>
                <a:moveTo>
                  <a:pt x="76117" y="90603"/>
                </a:moveTo>
                <a:cubicBezTo>
                  <a:pt x="76764" y="91873"/>
                  <a:pt x="77312" y="93093"/>
                  <a:pt x="77785" y="94238"/>
                </a:cubicBezTo>
                <a:lnTo>
                  <a:pt x="77884" y="94437"/>
                </a:lnTo>
                <a:cubicBezTo>
                  <a:pt x="78009" y="94735"/>
                  <a:pt x="78108" y="95059"/>
                  <a:pt x="78233" y="95333"/>
                </a:cubicBezTo>
                <a:cubicBezTo>
                  <a:pt x="78283" y="95507"/>
                  <a:pt x="78357" y="95681"/>
                  <a:pt x="78407" y="95855"/>
                </a:cubicBezTo>
                <a:cubicBezTo>
                  <a:pt x="78507" y="96079"/>
                  <a:pt x="78532" y="96303"/>
                  <a:pt x="78631" y="96552"/>
                </a:cubicBezTo>
                <a:cubicBezTo>
                  <a:pt x="78681" y="96702"/>
                  <a:pt x="78731" y="96876"/>
                  <a:pt x="78781" y="97050"/>
                </a:cubicBezTo>
                <a:cubicBezTo>
                  <a:pt x="78756" y="97050"/>
                  <a:pt x="78756" y="97075"/>
                  <a:pt x="78731" y="97075"/>
                </a:cubicBezTo>
                <a:cubicBezTo>
                  <a:pt x="78706" y="96926"/>
                  <a:pt x="78631" y="96727"/>
                  <a:pt x="78581" y="96577"/>
                </a:cubicBezTo>
                <a:cubicBezTo>
                  <a:pt x="78507" y="96353"/>
                  <a:pt x="78457" y="96179"/>
                  <a:pt x="78382" y="95955"/>
                </a:cubicBezTo>
                <a:cubicBezTo>
                  <a:pt x="78308" y="95756"/>
                  <a:pt x="78258" y="95582"/>
                  <a:pt x="78183" y="95432"/>
                </a:cubicBezTo>
                <a:cubicBezTo>
                  <a:pt x="78108" y="95158"/>
                  <a:pt x="77984" y="94860"/>
                  <a:pt x="77884" y="94561"/>
                </a:cubicBezTo>
                <a:cubicBezTo>
                  <a:pt x="77860" y="94511"/>
                  <a:pt x="77860" y="94462"/>
                  <a:pt x="77810" y="94412"/>
                </a:cubicBezTo>
                <a:cubicBezTo>
                  <a:pt x="77362" y="93217"/>
                  <a:pt x="76764" y="91948"/>
                  <a:pt x="76067" y="90628"/>
                </a:cubicBezTo>
                <a:lnTo>
                  <a:pt x="76117" y="90603"/>
                </a:lnTo>
                <a:close/>
                <a:moveTo>
                  <a:pt x="80528" y="95978"/>
                </a:moveTo>
                <a:cubicBezTo>
                  <a:pt x="80053" y="96453"/>
                  <a:pt x="79518" y="96826"/>
                  <a:pt x="79005" y="97200"/>
                </a:cubicBezTo>
                <a:lnTo>
                  <a:pt x="79005" y="97175"/>
                </a:lnTo>
                <a:lnTo>
                  <a:pt x="79005" y="97125"/>
                </a:lnTo>
                <a:cubicBezTo>
                  <a:pt x="79328" y="96926"/>
                  <a:pt x="79627" y="96702"/>
                  <a:pt x="79901" y="96453"/>
                </a:cubicBezTo>
                <a:cubicBezTo>
                  <a:pt x="80125" y="96303"/>
                  <a:pt x="80324" y="96129"/>
                  <a:pt x="80523" y="95980"/>
                </a:cubicBezTo>
                <a:cubicBezTo>
                  <a:pt x="80525" y="95979"/>
                  <a:pt x="80526" y="95978"/>
                  <a:pt x="80528" y="95978"/>
                </a:cubicBezTo>
                <a:close/>
                <a:moveTo>
                  <a:pt x="45426" y="94760"/>
                </a:moveTo>
                <a:cubicBezTo>
                  <a:pt x="45899" y="95233"/>
                  <a:pt x="46422" y="95656"/>
                  <a:pt x="47019" y="96005"/>
                </a:cubicBezTo>
                <a:cubicBezTo>
                  <a:pt x="46123" y="96453"/>
                  <a:pt x="45252" y="96851"/>
                  <a:pt x="44356" y="97224"/>
                </a:cubicBezTo>
                <a:cubicBezTo>
                  <a:pt x="44779" y="96428"/>
                  <a:pt x="45128" y="95607"/>
                  <a:pt x="45426" y="94760"/>
                </a:cubicBezTo>
                <a:close/>
                <a:moveTo>
                  <a:pt x="78855" y="97249"/>
                </a:moveTo>
                <a:lnTo>
                  <a:pt x="78855" y="97299"/>
                </a:lnTo>
                <a:lnTo>
                  <a:pt x="78830" y="97299"/>
                </a:lnTo>
                <a:cubicBezTo>
                  <a:pt x="78830" y="97324"/>
                  <a:pt x="78830" y="97324"/>
                  <a:pt x="78781" y="97349"/>
                </a:cubicBezTo>
                <a:lnTo>
                  <a:pt x="78781" y="97324"/>
                </a:lnTo>
                <a:lnTo>
                  <a:pt x="78781" y="97299"/>
                </a:lnTo>
                <a:lnTo>
                  <a:pt x="78830" y="97299"/>
                </a:lnTo>
                <a:lnTo>
                  <a:pt x="78855" y="97249"/>
                </a:lnTo>
                <a:close/>
                <a:moveTo>
                  <a:pt x="45252" y="94561"/>
                </a:moveTo>
                <a:lnTo>
                  <a:pt x="45277" y="94586"/>
                </a:lnTo>
                <a:cubicBezTo>
                  <a:pt x="45252" y="94611"/>
                  <a:pt x="45252" y="94686"/>
                  <a:pt x="45227" y="94710"/>
                </a:cubicBezTo>
                <a:lnTo>
                  <a:pt x="45227" y="94735"/>
                </a:lnTo>
                <a:cubicBezTo>
                  <a:pt x="45153" y="94860"/>
                  <a:pt x="45128" y="95034"/>
                  <a:pt x="45053" y="95158"/>
                </a:cubicBezTo>
                <a:lnTo>
                  <a:pt x="44680" y="96079"/>
                </a:lnTo>
                <a:cubicBezTo>
                  <a:pt x="44605" y="96279"/>
                  <a:pt x="44505" y="96478"/>
                  <a:pt x="44406" y="96677"/>
                </a:cubicBezTo>
                <a:cubicBezTo>
                  <a:pt x="44381" y="96727"/>
                  <a:pt x="44356" y="96776"/>
                  <a:pt x="44356" y="96826"/>
                </a:cubicBezTo>
                <a:cubicBezTo>
                  <a:pt x="44281" y="96976"/>
                  <a:pt x="44182" y="97100"/>
                  <a:pt x="44132" y="97249"/>
                </a:cubicBezTo>
                <a:cubicBezTo>
                  <a:pt x="44107" y="97299"/>
                  <a:pt x="44107" y="97324"/>
                  <a:pt x="44057" y="97374"/>
                </a:cubicBezTo>
                <a:cubicBezTo>
                  <a:pt x="44057" y="97374"/>
                  <a:pt x="44057" y="97374"/>
                  <a:pt x="44055" y="97374"/>
                </a:cubicBezTo>
                <a:lnTo>
                  <a:pt x="44055" y="97374"/>
                </a:lnTo>
                <a:cubicBezTo>
                  <a:pt x="44495" y="96421"/>
                  <a:pt x="44910" y="95515"/>
                  <a:pt x="45252" y="94561"/>
                </a:cubicBezTo>
                <a:close/>
                <a:moveTo>
                  <a:pt x="59341" y="89434"/>
                </a:moveTo>
                <a:cubicBezTo>
                  <a:pt x="59988" y="91724"/>
                  <a:pt x="60436" y="94113"/>
                  <a:pt x="60585" y="96453"/>
                </a:cubicBezTo>
                <a:cubicBezTo>
                  <a:pt x="58312" y="97064"/>
                  <a:pt x="56153" y="97378"/>
                  <a:pt x="54164" y="97378"/>
                </a:cubicBezTo>
                <a:cubicBezTo>
                  <a:pt x="52428" y="97378"/>
                  <a:pt x="50822" y="97139"/>
                  <a:pt x="49384" y="96652"/>
                </a:cubicBezTo>
                <a:cubicBezTo>
                  <a:pt x="49509" y="96179"/>
                  <a:pt x="49608" y="95681"/>
                  <a:pt x="49658" y="95183"/>
                </a:cubicBezTo>
                <a:cubicBezTo>
                  <a:pt x="52869" y="93491"/>
                  <a:pt x="56105" y="91574"/>
                  <a:pt x="59341" y="89434"/>
                </a:cubicBezTo>
                <a:close/>
                <a:moveTo>
                  <a:pt x="42215" y="86646"/>
                </a:moveTo>
                <a:cubicBezTo>
                  <a:pt x="42265" y="87741"/>
                  <a:pt x="42415" y="88762"/>
                  <a:pt x="42639" y="89732"/>
                </a:cubicBezTo>
                <a:cubicBezTo>
                  <a:pt x="41419" y="92246"/>
                  <a:pt x="39602" y="94611"/>
                  <a:pt x="37212" y="96602"/>
                </a:cubicBezTo>
                <a:cubicBezTo>
                  <a:pt x="37187" y="96627"/>
                  <a:pt x="37163" y="96677"/>
                  <a:pt x="37088" y="96702"/>
                </a:cubicBezTo>
                <a:cubicBezTo>
                  <a:pt x="36739" y="96976"/>
                  <a:pt x="36416" y="97249"/>
                  <a:pt x="36042" y="97523"/>
                </a:cubicBezTo>
                <a:cubicBezTo>
                  <a:pt x="35968" y="97299"/>
                  <a:pt x="35918" y="97075"/>
                  <a:pt x="35893" y="96901"/>
                </a:cubicBezTo>
                <a:cubicBezTo>
                  <a:pt x="35843" y="96727"/>
                  <a:pt x="35818" y="96577"/>
                  <a:pt x="35794" y="96378"/>
                </a:cubicBezTo>
                <a:cubicBezTo>
                  <a:pt x="35719" y="96104"/>
                  <a:pt x="35694" y="95806"/>
                  <a:pt x="35669" y="95482"/>
                </a:cubicBezTo>
                <a:cubicBezTo>
                  <a:pt x="35669" y="95383"/>
                  <a:pt x="35644" y="95333"/>
                  <a:pt x="35644" y="95233"/>
                </a:cubicBezTo>
                <a:cubicBezTo>
                  <a:pt x="35644" y="95183"/>
                  <a:pt x="35594" y="95109"/>
                  <a:pt x="35594" y="95059"/>
                </a:cubicBezTo>
                <a:cubicBezTo>
                  <a:pt x="35570" y="94611"/>
                  <a:pt x="35545" y="94138"/>
                  <a:pt x="35520" y="93715"/>
                </a:cubicBezTo>
                <a:lnTo>
                  <a:pt x="35520" y="93491"/>
                </a:lnTo>
                <a:lnTo>
                  <a:pt x="35520" y="93317"/>
                </a:lnTo>
                <a:lnTo>
                  <a:pt x="35520" y="92321"/>
                </a:lnTo>
                <a:cubicBezTo>
                  <a:pt x="35520" y="92122"/>
                  <a:pt x="35545" y="91948"/>
                  <a:pt x="35545" y="91748"/>
                </a:cubicBezTo>
                <a:cubicBezTo>
                  <a:pt x="35545" y="91450"/>
                  <a:pt x="35570" y="91151"/>
                  <a:pt x="35594" y="90852"/>
                </a:cubicBezTo>
                <a:lnTo>
                  <a:pt x="35594" y="90827"/>
                </a:lnTo>
                <a:cubicBezTo>
                  <a:pt x="35594" y="90628"/>
                  <a:pt x="35619" y="90479"/>
                  <a:pt x="35669" y="90280"/>
                </a:cubicBezTo>
                <a:cubicBezTo>
                  <a:pt x="35694" y="89981"/>
                  <a:pt x="35719" y="89658"/>
                  <a:pt x="35794" y="89359"/>
                </a:cubicBezTo>
                <a:cubicBezTo>
                  <a:pt x="35794" y="89334"/>
                  <a:pt x="35794" y="89284"/>
                  <a:pt x="35818" y="89259"/>
                </a:cubicBezTo>
                <a:cubicBezTo>
                  <a:pt x="37934" y="88537"/>
                  <a:pt x="40075" y="87666"/>
                  <a:pt x="42215" y="86646"/>
                </a:cubicBezTo>
                <a:close/>
                <a:moveTo>
                  <a:pt x="60610" y="96627"/>
                </a:moveTo>
                <a:lnTo>
                  <a:pt x="60610" y="96702"/>
                </a:lnTo>
                <a:cubicBezTo>
                  <a:pt x="58345" y="97324"/>
                  <a:pt x="56179" y="97623"/>
                  <a:pt x="54188" y="97623"/>
                </a:cubicBezTo>
                <a:cubicBezTo>
                  <a:pt x="52396" y="97623"/>
                  <a:pt x="50778" y="97374"/>
                  <a:pt x="49359" y="96901"/>
                </a:cubicBezTo>
                <a:cubicBezTo>
                  <a:pt x="49334" y="96901"/>
                  <a:pt x="49359" y="96851"/>
                  <a:pt x="49359" y="96826"/>
                </a:cubicBezTo>
                <a:cubicBezTo>
                  <a:pt x="50807" y="97317"/>
                  <a:pt x="52430" y="97561"/>
                  <a:pt x="54188" y="97561"/>
                </a:cubicBezTo>
                <a:cubicBezTo>
                  <a:pt x="56177" y="97561"/>
                  <a:pt x="58337" y="97248"/>
                  <a:pt x="60610" y="96627"/>
                </a:cubicBezTo>
                <a:close/>
                <a:moveTo>
                  <a:pt x="47219" y="96104"/>
                </a:moveTo>
                <a:cubicBezTo>
                  <a:pt x="47244" y="96154"/>
                  <a:pt x="47268" y="96154"/>
                  <a:pt x="47293" y="96179"/>
                </a:cubicBezTo>
                <a:cubicBezTo>
                  <a:pt x="46248" y="96677"/>
                  <a:pt x="45227" y="97175"/>
                  <a:pt x="44157" y="97648"/>
                </a:cubicBezTo>
                <a:cubicBezTo>
                  <a:pt x="44182" y="97573"/>
                  <a:pt x="44232" y="97548"/>
                  <a:pt x="44232" y="97473"/>
                </a:cubicBezTo>
                <a:cubicBezTo>
                  <a:pt x="45227" y="97050"/>
                  <a:pt x="46223" y="96577"/>
                  <a:pt x="47219" y="96104"/>
                </a:cubicBezTo>
                <a:close/>
                <a:moveTo>
                  <a:pt x="35570" y="89334"/>
                </a:moveTo>
                <a:cubicBezTo>
                  <a:pt x="35520" y="89707"/>
                  <a:pt x="35470" y="90106"/>
                  <a:pt x="35445" y="90479"/>
                </a:cubicBezTo>
                <a:cubicBezTo>
                  <a:pt x="35445" y="90579"/>
                  <a:pt x="35420" y="90678"/>
                  <a:pt x="35420" y="90753"/>
                </a:cubicBezTo>
                <a:lnTo>
                  <a:pt x="35420" y="90852"/>
                </a:lnTo>
                <a:cubicBezTo>
                  <a:pt x="35395" y="91126"/>
                  <a:pt x="35395" y="91375"/>
                  <a:pt x="35346" y="91649"/>
                </a:cubicBezTo>
                <a:lnTo>
                  <a:pt x="35346" y="91923"/>
                </a:lnTo>
                <a:cubicBezTo>
                  <a:pt x="35346" y="92072"/>
                  <a:pt x="35321" y="92196"/>
                  <a:pt x="35321" y="92346"/>
                </a:cubicBezTo>
                <a:lnTo>
                  <a:pt x="35321" y="92371"/>
                </a:lnTo>
                <a:lnTo>
                  <a:pt x="35321" y="93366"/>
                </a:lnTo>
                <a:lnTo>
                  <a:pt x="35321" y="93839"/>
                </a:lnTo>
                <a:cubicBezTo>
                  <a:pt x="35321" y="94213"/>
                  <a:pt x="35346" y="94586"/>
                  <a:pt x="35395" y="94934"/>
                </a:cubicBezTo>
                <a:lnTo>
                  <a:pt x="35395" y="94984"/>
                </a:lnTo>
                <a:cubicBezTo>
                  <a:pt x="35395" y="95084"/>
                  <a:pt x="35395" y="95134"/>
                  <a:pt x="35420" y="95233"/>
                </a:cubicBezTo>
                <a:cubicBezTo>
                  <a:pt x="35445" y="95681"/>
                  <a:pt x="35520" y="96129"/>
                  <a:pt x="35594" y="96577"/>
                </a:cubicBezTo>
                <a:cubicBezTo>
                  <a:pt x="35644" y="96727"/>
                  <a:pt x="35669" y="96851"/>
                  <a:pt x="35694" y="97000"/>
                </a:cubicBezTo>
                <a:cubicBezTo>
                  <a:pt x="35769" y="97224"/>
                  <a:pt x="35794" y="97473"/>
                  <a:pt x="35843" y="97697"/>
                </a:cubicBezTo>
                <a:lnTo>
                  <a:pt x="35818" y="97722"/>
                </a:lnTo>
                <a:cubicBezTo>
                  <a:pt x="35818" y="97722"/>
                  <a:pt x="35794" y="97722"/>
                  <a:pt x="35794" y="97772"/>
                </a:cubicBezTo>
                <a:cubicBezTo>
                  <a:pt x="35769" y="97448"/>
                  <a:pt x="35694" y="97224"/>
                  <a:pt x="35669" y="97025"/>
                </a:cubicBezTo>
                <a:cubicBezTo>
                  <a:pt x="35644" y="96851"/>
                  <a:pt x="35594" y="96702"/>
                  <a:pt x="35570" y="96528"/>
                </a:cubicBezTo>
                <a:cubicBezTo>
                  <a:pt x="35545" y="96403"/>
                  <a:pt x="35545" y="96303"/>
                  <a:pt x="35520" y="96179"/>
                </a:cubicBezTo>
                <a:cubicBezTo>
                  <a:pt x="35470" y="96055"/>
                  <a:pt x="35470" y="95905"/>
                  <a:pt x="35445" y="95731"/>
                </a:cubicBezTo>
                <a:cubicBezTo>
                  <a:pt x="35420" y="95557"/>
                  <a:pt x="35395" y="95333"/>
                  <a:pt x="35346" y="95158"/>
                </a:cubicBezTo>
                <a:cubicBezTo>
                  <a:pt x="35346" y="95034"/>
                  <a:pt x="35321" y="94910"/>
                  <a:pt x="35321" y="94735"/>
                </a:cubicBezTo>
                <a:lnTo>
                  <a:pt x="35321" y="94561"/>
                </a:lnTo>
                <a:cubicBezTo>
                  <a:pt x="35296" y="94287"/>
                  <a:pt x="35296" y="93989"/>
                  <a:pt x="35271" y="93715"/>
                </a:cubicBezTo>
                <a:lnTo>
                  <a:pt x="35271" y="93366"/>
                </a:lnTo>
                <a:lnTo>
                  <a:pt x="35271" y="92221"/>
                </a:lnTo>
                <a:lnTo>
                  <a:pt x="35271" y="92022"/>
                </a:lnTo>
                <a:cubicBezTo>
                  <a:pt x="35296" y="91574"/>
                  <a:pt x="35296" y="91126"/>
                  <a:pt x="35346" y="90678"/>
                </a:cubicBezTo>
                <a:cubicBezTo>
                  <a:pt x="35395" y="90230"/>
                  <a:pt x="35445" y="89757"/>
                  <a:pt x="35520" y="89334"/>
                </a:cubicBezTo>
                <a:close/>
                <a:moveTo>
                  <a:pt x="42688" y="90057"/>
                </a:moveTo>
                <a:cubicBezTo>
                  <a:pt x="41493" y="92496"/>
                  <a:pt x="39676" y="94810"/>
                  <a:pt x="37337" y="96776"/>
                </a:cubicBezTo>
                <a:lnTo>
                  <a:pt x="37262" y="96851"/>
                </a:lnTo>
                <a:cubicBezTo>
                  <a:pt x="36889" y="97175"/>
                  <a:pt x="36466" y="97473"/>
                  <a:pt x="36067" y="97772"/>
                </a:cubicBezTo>
                <a:lnTo>
                  <a:pt x="36067" y="97697"/>
                </a:lnTo>
                <a:cubicBezTo>
                  <a:pt x="36441" y="97424"/>
                  <a:pt x="36814" y="97150"/>
                  <a:pt x="37187" y="96826"/>
                </a:cubicBezTo>
                <a:cubicBezTo>
                  <a:pt x="37212" y="96801"/>
                  <a:pt x="37287" y="96776"/>
                  <a:pt x="37312" y="96727"/>
                </a:cubicBezTo>
                <a:cubicBezTo>
                  <a:pt x="39651" y="94761"/>
                  <a:pt x="41493" y="92496"/>
                  <a:pt x="42688" y="90057"/>
                </a:cubicBezTo>
                <a:close/>
                <a:moveTo>
                  <a:pt x="43933" y="97648"/>
                </a:moveTo>
                <a:cubicBezTo>
                  <a:pt x="43908" y="97672"/>
                  <a:pt x="43908" y="97722"/>
                  <a:pt x="43883" y="97772"/>
                </a:cubicBezTo>
                <a:cubicBezTo>
                  <a:pt x="43858" y="97772"/>
                  <a:pt x="43858" y="97772"/>
                  <a:pt x="43809" y="97797"/>
                </a:cubicBezTo>
                <a:cubicBezTo>
                  <a:pt x="43858" y="97772"/>
                  <a:pt x="43858" y="97697"/>
                  <a:pt x="43883" y="97672"/>
                </a:cubicBezTo>
                <a:cubicBezTo>
                  <a:pt x="43883" y="97648"/>
                  <a:pt x="43908" y="97648"/>
                  <a:pt x="43933" y="97648"/>
                </a:cubicBezTo>
                <a:close/>
                <a:moveTo>
                  <a:pt x="96329" y="81070"/>
                </a:moveTo>
                <a:cubicBezTo>
                  <a:pt x="96428" y="81120"/>
                  <a:pt x="96478" y="81145"/>
                  <a:pt x="96578" y="81170"/>
                </a:cubicBezTo>
                <a:cubicBezTo>
                  <a:pt x="91475" y="87119"/>
                  <a:pt x="85601" y="92744"/>
                  <a:pt x="79154" y="97797"/>
                </a:cubicBezTo>
                <a:cubicBezTo>
                  <a:pt x="79129" y="97598"/>
                  <a:pt x="79104" y="97523"/>
                  <a:pt x="79079" y="97399"/>
                </a:cubicBezTo>
                <a:cubicBezTo>
                  <a:pt x="79652" y="96976"/>
                  <a:pt x="80224" y="96552"/>
                  <a:pt x="80772" y="96104"/>
                </a:cubicBezTo>
                <a:cubicBezTo>
                  <a:pt x="80847" y="96079"/>
                  <a:pt x="80896" y="96005"/>
                  <a:pt x="80971" y="95980"/>
                </a:cubicBezTo>
                <a:cubicBezTo>
                  <a:pt x="80996" y="95955"/>
                  <a:pt x="81021" y="95930"/>
                  <a:pt x="81071" y="95930"/>
                </a:cubicBezTo>
                <a:cubicBezTo>
                  <a:pt x="81568" y="95557"/>
                  <a:pt x="82066" y="95183"/>
                  <a:pt x="82514" y="94785"/>
                </a:cubicBezTo>
                <a:cubicBezTo>
                  <a:pt x="82564" y="94785"/>
                  <a:pt x="82564" y="94735"/>
                  <a:pt x="82589" y="94735"/>
                </a:cubicBezTo>
                <a:cubicBezTo>
                  <a:pt x="82738" y="94611"/>
                  <a:pt x="82863" y="94486"/>
                  <a:pt x="83012" y="94412"/>
                </a:cubicBezTo>
                <a:lnTo>
                  <a:pt x="83062" y="94362"/>
                </a:lnTo>
                <a:cubicBezTo>
                  <a:pt x="83460" y="94014"/>
                  <a:pt x="83858" y="93715"/>
                  <a:pt x="84257" y="93366"/>
                </a:cubicBezTo>
                <a:cubicBezTo>
                  <a:pt x="84381" y="93267"/>
                  <a:pt x="84481" y="93192"/>
                  <a:pt x="84605" y="93068"/>
                </a:cubicBezTo>
                <a:cubicBezTo>
                  <a:pt x="84630" y="93018"/>
                  <a:pt x="84705" y="92993"/>
                  <a:pt x="84730" y="92943"/>
                </a:cubicBezTo>
                <a:cubicBezTo>
                  <a:pt x="84730" y="92943"/>
                  <a:pt x="84754" y="92943"/>
                  <a:pt x="84754" y="92893"/>
                </a:cubicBezTo>
                <a:lnTo>
                  <a:pt x="85974" y="91873"/>
                </a:lnTo>
                <a:cubicBezTo>
                  <a:pt x="86074" y="91773"/>
                  <a:pt x="86173" y="91699"/>
                  <a:pt x="86298" y="91599"/>
                </a:cubicBezTo>
                <a:cubicBezTo>
                  <a:pt x="86323" y="91574"/>
                  <a:pt x="86347" y="91549"/>
                  <a:pt x="86422" y="91500"/>
                </a:cubicBezTo>
                <a:lnTo>
                  <a:pt x="86447" y="91475"/>
                </a:lnTo>
                <a:cubicBezTo>
                  <a:pt x="86870" y="91101"/>
                  <a:pt x="87293" y="90703"/>
                  <a:pt x="87716" y="90330"/>
                </a:cubicBezTo>
                <a:lnTo>
                  <a:pt x="87741" y="90280"/>
                </a:lnTo>
                <a:lnTo>
                  <a:pt x="87816" y="90230"/>
                </a:lnTo>
                <a:cubicBezTo>
                  <a:pt x="87866" y="90155"/>
                  <a:pt x="87940" y="90106"/>
                  <a:pt x="88040" y="90031"/>
                </a:cubicBezTo>
                <a:cubicBezTo>
                  <a:pt x="88488" y="89608"/>
                  <a:pt x="88961" y="89160"/>
                  <a:pt x="89409" y="88712"/>
                </a:cubicBezTo>
                <a:lnTo>
                  <a:pt x="89558" y="88537"/>
                </a:lnTo>
                <a:lnTo>
                  <a:pt x="89957" y="88139"/>
                </a:lnTo>
                <a:cubicBezTo>
                  <a:pt x="90081" y="88015"/>
                  <a:pt x="90181" y="87890"/>
                  <a:pt x="90305" y="87791"/>
                </a:cubicBezTo>
                <a:lnTo>
                  <a:pt x="90430" y="87666"/>
                </a:lnTo>
                <a:cubicBezTo>
                  <a:pt x="90529" y="87542"/>
                  <a:pt x="90654" y="87467"/>
                  <a:pt x="90728" y="87343"/>
                </a:cubicBezTo>
                <a:lnTo>
                  <a:pt x="91326" y="86745"/>
                </a:lnTo>
                <a:cubicBezTo>
                  <a:pt x="91450" y="86621"/>
                  <a:pt x="91575" y="86472"/>
                  <a:pt x="91699" y="86347"/>
                </a:cubicBezTo>
                <a:cubicBezTo>
                  <a:pt x="92048" y="85999"/>
                  <a:pt x="92346" y="85625"/>
                  <a:pt x="92695" y="85252"/>
                </a:cubicBezTo>
                <a:lnTo>
                  <a:pt x="92794" y="85152"/>
                </a:lnTo>
                <a:lnTo>
                  <a:pt x="93068" y="84879"/>
                </a:lnTo>
                <a:lnTo>
                  <a:pt x="93118" y="84804"/>
                </a:lnTo>
                <a:cubicBezTo>
                  <a:pt x="94263" y="83609"/>
                  <a:pt x="95308" y="82365"/>
                  <a:pt x="96329" y="81070"/>
                </a:cubicBezTo>
                <a:close/>
                <a:moveTo>
                  <a:pt x="78905" y="97523"/>
                </a:moveTo>
                <a:cubicBezTo>
                  <a:pt x="78955" y="97598"/>
                  <a:pt x="78955" y="97697"/>
                  <a:pt x="78980" y="97797"/>
                </a:cubicBezTo>
                <a:lnTo>
                  <a:pt x="78980" y="97847"/>
                </a:lnTo>
                <a:cubicBezTo>
                  <a:pt x="78930" y="97847"/>
                  <a:pt x="78930" y="97872"/>
                  <a:pt x="78905" y="97872"/>
                </a:cubicBezTo>
                <a:cubicBezTo>
                  <a:pt x="78905" y="97847"/>
                  <a:pt x="78880" y="97797"/>
                  <a:pt x="78880" y="97772"/>
                </a:cubicBezTo>
                <a:cubicBezTo>
                  <a:pt x="78855" y="97697"/>
                  <a:pt x="78855" y="97598"/>
                  <a:pt x="78830" y="97548"/>
                </a:cubicBezTo>
                <a:lnTo>
                  <a:pt x="78905" y="97523"/>
                </a:lnTo>
                <a:close/>
                <a:moveTo>
                  <a:pt x="35893" y="97822"/>
                </a:moveTo>
                <a:lnTo>
                  <a:pt x="35893" y="97847"/>
                </a:lnTo>
                <a:lnTo>
                  <a:pt x="35893" y="97897"/>
                </a:lnTo>
                <a:lnTo>
                  <a:pt x="35843" y="97897"/>
                </a:lnTo>
                <a:cubicBezTo>
                  <a:pt x="35843" y="97897"/>
                  <a:pt x="35818" y="97897"/>
                  <a:pt x="35818" y="97921"/>
                </a:cubicBezTo>
                <a:lnTo>
                  <a:pt x="35818" y="97897"/>
                </a:lnTo>
                <a:lnTo>
                  <a:pt x="35843" y="97847"/>
                </a:lnTo>
                <a:lnTo>
                  <a:pt x="35893" y="97822"/>
                </a:lnTo>
                <a:close/>
                <a:moveTo>
                  <a:pt x="96777" y="81170"/>
                </a:moveTo>
                <a:cubicBezTo>
                  <a:pt x="96802" y="81170"/>
                  <a:pt x="96802" y="81170"/>
                  <a:pt x="96827" y="81220"/>
                </a:cubicBezTo>
                <a:cubicBezTo>
                  <a:pt x="91674" y="87218"/>
                  <a:pt x="85725" y="92918"/>
                  <a:pt x="79204" y="98021"/>
                </a:cubicBezTo>
                <a:cubicBezTo>
                  <a:pt x="79204" y="97971"/>
                  <a:pt x="79204" y="97946"/>
                  <a:pt x="79154" y="97946"/>
                </a:cubicBezTo>
                <a:cubicBezTo>
                  <a:pt x="85700" y="92844"/>
                  <a:pt x="91599" y="87144"/>
                  <a:pt x="96777" y="81170"/>
                </a:cubicBezTo>
                <a:close/>
                <a:moveTo>
                  <a:pt x="79029" y="98046"/>
                </a:moveTo>
                <a:lnTo>
                  <a:pt x="79029" y="98096"/>
                </a:lnTo>
                <a:cubicBezTo>
                  <a:pt x="79005" y="98096"/>
                  <a:pt x="79005" y="98145"/>
                  <a:pt x="78980" y="98145"/>
                </a:cubicBezTo>
                <a:lnTo>
                  <a:pt x="78980" y="98071"/>
                </a:lnTo>
                <a:cubicBezTo>
                  <a:pt x="78980" y="98071"/>
                  <a:pt x="79005" y="98046"/>
                  <a:pt x="79029" y="98046"/>
                </a:cubicBezTo>
                <a:close/>
                <a:moveTo>
                  <a:pt x="35321" y="89384"/>
                </a:moveTo>
                <a:cubicBezTo>
                  <a:pt x="35271" y="89832"/>
                  <a:pt x="35221" y="90255"/>
                  <a:pt x="35171" y="90703"/>
                </a:cubicBezTo>
                <a:lnTo>
                  <a:pt x="35171" y="90778"/>
                </a:lnTo>
                <a:cubicBezTo>
                  <a:pt x="35146" y="91226"/>
                  <a:pt x="35097" y="91649"/>
                  <a:pt x="35097" y="92097"/>
                </a:cubicBezTo>
                <a:lnTo>
                  <a:pt x="35097" y="92147"/>
                </a:lnTo>
                <a:lnTo>
                  <a:pt x="35097" y="92346"/>
                </a:lnTo>
                <a:lnTo>
                  <a:pt x="35097" y="93441"/>
                </a:lnTo>
                <a:lnTo>
                  <a:pt x="35097" y="93640"/>
                </a:lnTo>
                <a:lnTo>
                  <a:pt x="35097" y="93839"/>
                </a:lnTo>
                <a:cubicBezTo>
                  <a:pt x="35097" y="94138"/>
                  <a:pt x="35146" y="94462"/>
                  <a:pt x="35171" y="94735"/>
                </a:cubicBezTo>
                <a:cubicBezTo>
                  <a:pt x="35171" y="94860"/>
                  <a:pt x="35171" y="94984"/>
                  <a:pt x="35196" y="95109"/>
                </a:cubicBezTo>
                <a:lnTo>
                  <a:pt x="35196" y="95258"/>
                </a:lnTo>
                <a:cubicBezTo>
                  <a:pt x="35221" y="95557"/>
                  <a:pt x="35246" y="95806"/>
                  <a:pt x="35296" y="96055"/>
                </a:cubicBezTo>
                <a:cubicBezTo>
                  <a:pt x="35321" y="96204"/>
                  <a:pt x="35321" y="96353"/>
                  <a:pt x="35346" y="96503"/>
                </a:cubicBezTo>
                <a:cubicBezTo>
                  <a:pt x="35346" y="96552"/>
                  <a:pt x="35346" y="96577"/>
                  <a:pt x="35370" y="96627"/>
                </a:cubicBezTo>
                <a:cubicBezTo>
                  <a:pt x="35420" y="96876"/>
                  <a:pt x="35470" y="97100"/>
                  <a:pt x="35545" y="97349"/>
                </a:cubicBezTo>
                <a:cubicBezTo>
                  <a:pt x="35570" y="97498"/>
                  <a:pt x="35594" y="97623"/>
                  <a:pt x="35644" y="97797"/>
                </a:cubicBezTo>
                <a:cubicBezTo>
                  <a:pt x="35346" y="97996"/>
                  <a:pt x="35047" y="98195"/>
                  <a:pt x="34723" y="98369"/>
                </a:cubicBezTo>
                <a:cubicBezTo>
                  <a:pt x="34549" y="98494"/>
                  <a:pt x="34350" y="98618"/>
                  <a:pt x="34126" y="98743"/>
                </a:cubicBezTo>
                <a:cubicBezTo>
                  <a:pt x="33230" y="95955"/>
                  <a:pt x="32657" y="93093"/>
                  <a:pt x="32458" y="90255"/>
                </a:cubicBezTo>
                <a:cubicBezTo>
                  <a:pt x="33404" y="90006"/>
                  <a:pt x="34350" y="89707"/>
                  <a:pt x="35321" y="89384"/>
                </a:cubicBezTo>
                <a:close/>
                <a:moveTo>
                  <a:pt x="32284" y="90305"/>
                </a:moveTo>
                <a:cubicBezTo>
                  <a:pt x="32458" y="93167"/>
                  <a:pt x="33056" y="96055"/>
                  <a:pt x="33977" y="98817"/>
                </a:cubicBezTo>
                <a:cubicBezTo>
                  <a:pt x="33952" y="98817"/>
                  <a:pt x="33952" y="98842"/>
                  <a:pt x="33927" y="98842"/>
                </a:cubicBezTo>
                <a:cubicBezTo>
                  <a:pt x="32981" y="96079"/>
                  <a:pt x="32408" y="93167"/>
                  <a:pt x="32209" y="90330"/>
                </a:cubicBezTo>
                <a:cubicBezTo>
                  <a:pt x="32234" y="90330"/>
                  <a:pt x="32284" y="90305"/>
                  <a:pt x="32284" y="90305"/>
                </a:cubicBezTo>
                <a:close/>
                <a:moveTo>
                  <a:pt x="35694" y="97971"/>
                </a:moveTo>
                <a:lnTo>
                  <a:pt x="35719" y="98046"/>
                </a:lnTo>
                <a:cubicBezTo>
                  <a:pt x="35520" y="98195"/>
                  <a:pt x="35296" y="98320"/>
                  <a:pt x="35072" y="98444"/>
                </a:cubicBezTo>
                <a:cubicBezTo>
                  <a:pt x="34798" y="98643"/>
                  <a:pt x="34549" y="98817"/>
                  <a:pt x="34275" y="98967"/>
                </a:cubicBezTo>
                <a:cubicBezTo>
                  <a:pt x="34275" y="98942"/>
                  <a:pt x="34275" y="98942"/>
                  <a:pt x="34225" y="98917"/>
                </a:cubicBezTo>
                <a:cubicBezTo>
                  <a:pt x="34400" y="98793"/>
                  <a:pt x="34574" y="98668"/>
                  <a:pt x="34773" y="98569"/>
                </a:cubicBezTo>
                <a:cubicBezTo>
                  <a:pt x="35072" y="98394"/>
                  <a:pt x="35395" y="98195"/>
                  <a:pt x="35694" y="97971"/>
                </a:cubicBezTo>
                <a:close/>
                <a:moveTo>
                  <a:pt x="34051" y="99017"/>
                </a:moveTo>
                <a:cubicBezTo>
                  <a:pt x="34051" y="99041"/>
                  <a:pt x="34051" y="99041"/>
                  <a:pt x="34076" y="99066"/>
                </a:cubicBezTo>
                <a:cubicBezTo>
                  <a:pt x="34051" y="99066"/>
                  <a:pt x="34051" y="99091"/>
                  <a:pt x="34026" y="99091"/>
                </a:cubicBezTo>
                <a:cubicBezTo>
                  <a:pt x="34026" y="99066"/>
                  <a:pt x="34026" y="99066"/>
                  <a:pt x="33977" y="99041"/>
                </a:cubicBezTo>
                <a:cubicBezTo>
                  <a:pt x="34026" y="99041"/>
                  <a:pt x="34026" y="99017"/>
                  <a:pt x="34051" y="99017"/>
                </a:cubicBezTo>
                <a:close/>
                <a:moveTo>
                  <a:pt x="5700" y="96403"/>
                </a:moveTo>
                <a:cubicBezTo>
                  <a:pt x="6670" y="97445"/>
                  <a:pt x="7781" y="98393"/>
                  <a:pt x="8988" y="99201"/>
                </a:cubicBezTo>
                <a:lnTo>
                  <a:pt x="8988" y="99201"/>
                </a:lnTo>
                <a:cubicBezTo>
                  <a:pt x="8877" y="99173"/>
                  <a:pt x="8795" y="99128"/>
                  <a:pt x="8712" y="99066"/>
                </a:cubicBezTo>
                <a:cubicBezTo>
                  <a:pt x="8563" y="98967"/>
                  <a:pt x="8413" y="98842"/>
                  <a:pt x="8289" y="98768"/>
                </a:cubicBezTo>
                <a:cubicBezTo>
                  <a:pt x="8214" y="98693"/>
                  <a:pt x="8140" y="98668"/>
                  <a:pt x="8065" y="98593"/>
                </a:cubicBezTo>
                <a:cubicBezTo>
                  <a:pt x="7891" y="98444"/>
                  <a:pt x="7692" y="98320"/>
                  <a:pt x="7517" y="98170"/>
                </a:cubicBezTo>
                <a:cubicBezTo>
                  <a:pt x="7293" y="97971"/>
                  <a:pt x="7044" y="97822"/>
                  <a:pt x="6820" y="97598"/>
                </a:cubicBezTo>
                <a:cubicBezTo>
                  <a:pt x="6447" y="97249"/>
                  <a:pt x="6049" y="96901"/>
                  <a:pt x="5700" y="96528"/>
                </a:cubicBezTo>
                <a:lnTo>
                  <a:pt x="5700" y="96453"/>
                </a:lnTo>
                <a:lnTo>
                  <a:pt x="5700" y="96403"/>
                </a:lnTo>
                <a:close/>
                <a:moveTo>
                  <a:pt x="9069" y="99255"/>
                </a:moveTo>
                <a:cubicBezTo>
                  <a:pt x="9075" y="99258"/>
                  <a:pt x="9080" y="99262"/>
                  <a:pt x="9085" y="99266"/>
                </a:cubicBezTo>
                <a:cubicBezTo>
                  <a:pt x="9085" y="99266"/>
                  <a:pt x="9077" y="99266"/>
                  <a:pt x="9069" y="99255"/>
                </a:cubicBezTo>
                <a:close/>
                <a:moveTo>
                  <a:pt x="5800" y="96951"/>
                </a:moveTo>
                <a:lnTo>
                  <a:pt x="5800" y="96951"/>
                </a:lnTo>
                <a:cubicBezTo>
                  <a:pt x="5924" y="97050"/>
                  <a:pt x="6024" y="97175"/>
                  <a:pt x="6148" y="97249"/>
                </a:cubicBezTo>
                <a:lnTo>
                  <a:pt x="6223" y="97349"/>
                </a:lnTo>
                <a:cubicBezTo>
                  <a:pt x="6347" y="97473"/>
                  <a:pt x="6522" y="97598"/>
                  <a:pt x="6671" y="97722"/>
                </a:cubicBezTo>
                <a:cubicBezTo>
                  <a:pt x="6696" y="97772"/>
                  <a:pt x="6721" y="97772"/>
                  <a:pt x="6771" y="97797"/>
                </a:cubicBezTo>
                <a:cubicBezTo>
                  <a:pt x="6845" y="97847"/>
                  <a:pt x="6920" y="97946"/>
                  <a:pt x="7019" y="97996"/>
                </a:cubicBezTo>
                <a:cubicBezTo>
                  <a:pt x="7044" y="98046"/>
                  <a:pt x="7094" y="98071"/>
                  <a:pt x="7144" y="98096"/>
                </a:cubicBezTo>
                <a:cubicBezTo>
                  <a:pt x="7592" y="98569"/>
                  <a:pt x="8164" y="98967"/>
                  <a:pt x="8712" y="99390"/>
                </a:cubicBezTo>
                <a:cubicBezTo>
                  <a:pt x="8563" y="99290"/>
                  <a:pt x="8413" y="99166"/>
                  <a:pt x="8264" y="99066"/>
                </a:cubicBezTo>
                <a:cubicBezTo>
                  <a:pt x="8140" y="98967"/>
                  <a:pt x="8015" y="98917"/>
                  <a:pt x="7916" y="98817"/>
                </a:cubicBezTo>
                <a:cubicBezTo>
                  <a:pt x="7766" y="98718"/>
                  <a:pt x="7642" y="98593"/>
                  <a:pt x="7467" y="98494"/>
                </a:cubicBezTo>
                <a:cubicBezTo>
                  <a:pt x="7343" y="98419"/>
                  <a:pt x="7219" y="98320"/>
                  <a:pt x="7094" y="98195"/>
                </a:cubicBezTo>
                <a:cubicBezTo>
                  <a:pt x="6970" y="98096"/>
                  <a:pt x="6845" y="97996"/>
                  <a:pt x="6721" y="97872"/>
                </a:cubicBezTo>
                <a:cubicBezTo>
                  <a:pt x="6596" y="97772"/>
                  <a:pt x="6472" y="97672"/>
                  <a:pt x="6323" y="97548"/>
                </a:cubicBezTo>
                <a:cubicBezTo>
                  <a:pt x="6198" y="97448"/>
                  <a:pt x="6098" y="97324"/>
                  <a:pt x="5974" y="97224"/>
                </a:cubicBezTo>
                <a:lnTo>
                  <a:pt x="5825" y="97075"/>
                </a:lnTo>
                <a:cubicBezTo>
                  <a:pt x="5825" y="97050"/>
                  <a:pt x="5800" y="96976"/>
                  <a:pt x="5800" y="96951"/>
                </a:cubicBezTo>
                <a:close/>
                <a:moveTo>
                  <a:pt x="68700" y="95955"/>
                </a:moveTo>
                <a:lnTo>
                  <a:pt x="68749" y="95980"/>
                </a:lnTo>
                <a:cubicBezTo>
                  <a:pt x="68675" y="96030"/>
                  <a:pt x="68625" y="96079"/>
                  <a:pt x="68550" y="96104"/>
                </a:cubicBezTo>
                <a:cubicBezTo>
                  <a:pt x="67281" y="97000"/>
                  <a:pt x="66036" y="97847"/>
                  <a:pt x="64767" y="98693"/>
                </a:cubicBezTo>
                <a:cubicBezTo>
                  <a:pt x="64386" y="98934"/>
                  <a:pt x="64010" y="99174"/>
                  <a:pt x="63637" y="99410"/>
                </a:cubicBezTo>
                <a:lnTo>
                  <a:pt x="63637" y="99410"/>
                </a:lnTo>
                <a:cubicBezTo>
                  <a:pt x="63778" y="99319"/>
                  <a:pt x="63911" y="99225"/>
                  <a:pt x="64045" y="99141"/>
                </a:cubicBezTo>
                <a:cubicBezTo>
                  <a:pt x="64717" y="98693"/>
                  <a:pt x="65439" y="98220"/>
                  <a:pt x="66136" y="97772"/>
                </a:cubicBezTo>
                <a:cubicBezTo>
                  <a:pt x="66459" y="97548"/>
                  <a:pt x="66808" y="97299"/>
                  <a:pt x="67156" y="97050"/>
                </a:cubicBezTo>
                <a:cubicBezTo>
                  <a:pt x="67679" y="96677"/>
                  <a:pt x="68202" y="96328"/>
                  <a:pt x="68700" y="95955"/>
                </a:cubicBezTo>
                <a:close/>
                <a:moveTo>
                  <a:pt x="42813" y="90429"/>
                </a:moveTo>
                <a:cubicBezTo>
                  <a:pt x="43311" y="91972"/>
                  <a:pt x="44057" y="93317"/>
                  <a:pt x="45053" y="94437"/>
                </a:cubicBezTo>
                <a:cubicBezTo>
                  <a:pt x="44680" y="95482"/>
                  <a:pt x="44232" y="96552"/>
                  <a:pt x="43684" y="97573"/>
                </a:cubicBezTo>
                <a:cubicBezTo>
                  <a:pt x="41394" y="98569"/>
                  <a:pt x="39104" y="99415"/>
                  <a:pt x="36914" y="100087"/>
                </a:cubicBezTo>
                <a:cubicBezTo>
                  <a:pt x="36839" y="99938"/>
                  <a:pt x="36764" y="99813"/>
                  <a:pt x="36715" y="99689"/>
                </a:cubicBezTo>
                <a:cubicBezTo>
                  <a:pt x="36690" y="99589"/>
                  <a:pt x="36615" y="99465"/>
                  <a:pt x="36590" y="99390"/>
                </a:cubicBezTo>
                <a:lnTo>
                  <a:pt x="36590" y="99340"/>
                </a:lnTo>
                <a:cubicBezTo>
                  <a:pt x="36441" y="98917"/>
                  <a:pt x="36291" y="98444"/>
                  <a:pt x="36167" y="97971"/>
                </a:cubicBezTo>
                <a:cubicBezTo>
                  <a:pt x="36192" y="97946"/>
                  <a:pt x="36217" y="97921"/>
                  <a:pt x="36267" y="97921"/>
                </a:cubicBezTo>
                <a:cubicBezTo>
                  <a:pt x="36665" y="97598"/>
                  <a:pt x="37063" y="97324"/>
                  <a:pt x="37436" y="96976"/>
                </a:cubicBezTo>
                <a:cubicBezTo>
                  <a:pt x="37461" y="96951"/>
                  <a:pt x="37511" y="96951"/>
                  <a:pt x="37511" y="96926"/>
                </a:cubicBezTo>
                <a:cubicBezTo>
                  <a:pt x="39776" y="95034"/>
                  <a:pt x="41568" y="92819"/>
                  <a:pt x="42813" y="90429"/>
                </a:cubicBezTo>
                <a:close/>
                <a:moveTo>
                  <a:pt x="35968" y="98046"/>
                </a:moveTo>
                <a:lnTo>
                  <a:pt x="36167" y="98693"/>
                </a:lnTo>
                <a:cubicBezTo>
                  <a:pt x="36167" y="98718"/>
                  <a:pt x="36167" y="98718"/>
                  <a:pt x="36192" y="98743"/>
                </a:cubicBezTo>
                <a:cubicBezTo>
                  <a:pt x="36217" y="98842"/>
                  <a:pt x="36242" y="98917"/>
                  <a:pt x="36291" y="98992"/>
                </a:cubicBezTo>
                <a:lnTo>
                  <a:pt x="36391" y="99290"/>
                </a:lnTo>
                <a:lnTo>
                  <a:pt x="36466" y="99564"/>
                </a:lnTo>
                <a:cubicBezTo>
                  <a:pt x="36466" y="99589"/>
                  <a:pt x="36515" y="99614"/>
                  <a:pt x="36515" y="99664"/>
                </a:cubicBezTo>
                <a:cubicBezTo>
                  <a:pt x="36565" y="99813"/>
                  <a:pt x="36640" y="99938"/>
                  <a:pt x="36690" y="100087"/>
                </a:cubicBezTo>
                <a:lnTo>
                  <a:pt x="36690" y="100112"/>
                </a:lnTo>
                <a:lnTo>
                  <a:pt x="36640" y="100112"/>
                </a:lnTo>
                <a:cubicBezTo>
                  <a:pt x="36590" y="100087"/>
                  <a:pt x="36590" y="100037"/>
                  <a:pt x="36565" y="99987"/>
                </a:cubicBezTo>
                <a:cubicBezTo>
                  <a:pt x="36466" y="99788"/>
                  <a:pt x="36391" y="99539"/>
                  <a:pt x="36291" y="99290"/>
                </a:cubicBezTo>
                <a:cubicBezTo>
                  <a:pt x="36267" y="99191"/>
                  <a:pt x="36217" y="99066"/>
                  <a:pt x="36167" y="98967"/>
                </a:cubicBezTo>
                <a:lnTo>
                  <a:pt x="36167" y="98942"/>
                </a:lnTo>
                <a:cubicBezTo>
                  <a:pt x="36067" y="98668"/>
                  <a:pt x="35968" y="98369"/>
                  <a:pt x="35918" y="98096"/>
                </a:cubicBezTo>
                <a:lnTo>
                  <a:pt x="35943" y="98071"/>
                </a:lnTo>
                <a:lnTo>
                  <a:pt x="35968" y="98046"/>
                </a:lnTo>
                <a:close/>
                <a:moveTo>
                  <a:pt x="5551" y="97075"/>
                </a:moveTo>
                <a:lnTo>
                  <a:pt x="5601" y="97175"/>
                </a:lnTo>
                <a:cubicBezTo>
                  <a:pt x="5675" y="97374"/>
                  <a:pt x="5725" y="97573"/>
                  <a:pt x="5800" y="97797"/>
                </a:cubicBezTo>
                <a:cubicBezTo>
                  <a:pt x="5899" y="98096"/>
                  <a:pt x="5974" y="98369"/>
                  <a:pt x="6074" y="98668"/>
                </a:cubicBezTo>
                <a:cubicBezTo>
                  <a:pt x="6173" y="98942"/>
                  <a:pt x="6298" y="99216"/>
                  <a:pt x="6397" y="99465"/>
                </a:cubicBezTo>
                <a:cubicBezTo>
                  <a:pt x="6497" y="99704"/>
                  <a:pt x="6565" y="99928"/>
                  <a:pt x="6652" y="100148"/>
                </a:cubicBezTo>
                <a:lnTo>
                  <a:pt x="6652" y="100148"/>
                </a:lnTo>
                <a:cubicBezTo>
                  <a:pt x="6626" y="100095"/>
                  <a:pt x="6591" y="100021"/>
                  <a:pt x="6571" y="99962"/>
                </a:cubicBezTo>
                <a:cubicBezTo>
                  <a:pt x="6347" y="99514"/>
                  <a:pt x="6173" y="98992"/>
                  <a:pt x="5974" y="98469"/>
                </a:cubicBezTo>
                <a:cubicBezTo>
                  <a:pt x="5974" y="98444"/>
                  <a:pt x="5974" y="98444"/>
                  <a:pt x="5949" y="98419"/>
                </a:cubicBezTo>
                <a:cubicBezTo>
                  <a:pt x="5800" y="97971"/>
                  <a:pt x="5675" y="97548"/>
                  <a:pt x="5551" y="97075"/>
                </a:cubicBezTo>
                <a:close/>
                <a:moveTo>
                  <a:pt x="75868" y="90753"/>
                </a:moveTo>
                <a:cubicBezTo>
                  <a:pt x="76491" y="91972"/>
                  <a:pt x="77038" y="93167"/>
                  <a:pt x="77486" y="94287"/>
                </a:cubicBezTo>
                <a:cubicBezTo>
                  <a:pt x="77511" y="94362"/>
                  <a:pt x="77586" y="94462"/>
                  <a:pt x="77611" y="94561"/>
                </a:cubicBezTo>
                <a:cubicBezTo>
                  <a:pt x="77735" y="94835"/>
                  <a:pt x="77835" y="95109"/>
                  <a:pt x="77909" y="95432"/>
                </a:cubicBezTo>
                <a:cubicBezTo>
                  <a:pt x="77984" y="95607"/>
                  <a:pt x="78084" y="95806"/>
                  <a:pt x="78133" y="95980"/>
                </a:cubicBezTo>
                <a:lnTo>
                  <a:pt x="78333" y="96652"/>
                </a:lnTo>
                <a:cubicBezTo>
                  <a:pt x="78382" y="96826"/>
                  <a:pt x="78457" y="97050"/>
                  <a:pt x="78507" y="97224"/>
                </a:cubicBezTo>
                <a:cubicBezTo>
                  <a:pt x="77860" y="97697"/>
                  <a:pt x="77163" y="98170"/>
                  <a:pt x="76491" y="98593"/>
                </a:cubicBezTo>
                <a:lnTo>
                  <a:pt x="76217" y="98793"/>
                </a:lnTo>
                <a:cubicBezTo>
                  <a:pt x="76142" y="98842"/>
                  <a:pt x="76043" y="98892"/>
                  <a:pt x="75993" y="98942"/>
                </a:cubicBezTo>
                <a:cubicBezTo>
                  <a:pt x="75420" y="99315"/>
                  <a:pt x="74873" y="99664"/>
                  <a:pt x="74300" y="100012"/>
                </a:cubicBezTo>
                <a:cubicBezTo>
                  <a:pt x="74275" y="100037"/>
                  <a:pt x="74176" y="100087"/>
                  <a:pt x="74101" y="100162"/>
                </a:cubicBezTo>
                <a:cubicBezTo>
                  <a:pt x="73902" y="100037"/>
                  <a:pt x="73728" y="99913"/>
                  <a:pt x="73529" y="99763"/>
                </a:cubicBezTo>
                <a:cubicBezTo>
                  <a:pt x="73479" y="99689"/>
                  <a:pt x="73404" y="99664"/>
                  <a:pt x="73304" y="99589"/>
                </a:cubicBezTo>
                <a:cubicBezTo>
                  <a:pt x="73180" y="99514"/>
                  <a:pt x="73105" y="99415"/>
                  <a:pt x="72981" y="99315"/>
                </a:cubicBezTo>
                <a:lnTo>
                  <a:pt x="72508" y="98942"/>
                </a:lnTo>
                <a:cubicBezTo>
                  <a:pt x="72458" y="98917"/>
                  <a:pt x="72433" y="98892"/>
                  <a:pt x="72384" y="98842"/>
                </a:cubicBezTo>
                <a:cubicBezTo>
                  <a:pt x="72184" y="98693"/>
                  <a:pt x="72035" y="98544"/>
                  <a:pt x="71861" y="98394"/>
                </a:cubicBezTo>
                <a:lnTo>
                  <a:pt x="71786" y="98320"/>
                </a:lnTo>
                <a:cubicBezTo>
                  <a:pt x="71637" y="98170"/>
                  <a:pt x="71438" y="98021"/>
                  <a:pt x="71263" y="97847"/>
                </a:cubicBezTo>
                <a:cubicBezTo>
                  <a:pt x="71239" y="97822"/>
                  <a:pt x="71189" y="97797"/>
                  <a:pt x="71139" y="97772"/>
                </a:cubicBezTo>
                <a:cubicBezTo>
                  <a:pt x="70990" y="97648"/>
                  <a:pt x="70815" y="97473"/>
                  <a:pt x="70666" y="97324"/>
                </a:cubicBezTo>
                <a:lnTo>
                  <a:pt x="70492" y="97150"/>
                </a:lnTo>
                <a:lnTo>
                  <a:pt x="70118" y="96776"/>
                </a:lnTo>
                <a:cubicBezTo>
                  <a:pt x="70019" y="96677"/>
                  <a:pt x="69894" y="96577"/>
                  <a:pt x="69795" y="96453"/>
                </a:cubicBezTo>
                <a:cubicBezTo>
                  <a:pt x="69695" y="96353"/>
                  <a:pt x="69621" y="96229"/>
                  <a:pt x="69496" y="96154"/>
                </a:cubicBezTo>
                <a:lnTo>
                  <a:pt x="69197" y="95855"/>
                </a:lnTo>
                <a:cubicBezTo>
                  <a:pt x="69994" y="95308"/>
                  <a:pt x="70741" y="94735"/>
                  <a:pt x="71512" y="94188"/>
                </a:cubicBezTo>
                <a:cubicBezTo>
                  <a:pt x="71662" y="94063"/>
                  <a:pt x="71811" y="93939"/>
                  <a:pt x="71985" y="93839"/>
                </a:cubicBezTo>
                <a:cubicBezTo>
                  <a:pt x="72732" y="93292"/>
                  <a:pt x="73504" y="92694"/>
                  <a:pt x="74225" y="92097"/>
                </a:cubicBezTo>
                <a:cubicBezTo>
                  <a:pt x="74425" y="91948"/>
                  <a:pt x="74624" y="91748"/>
                  <a:pt x="74848" y="91599"/>
                </a:cubicBezTo>
                <a:lnTo>
                  <a:pt x="75868" y="90753"/>
                </a:lnTo>
                <a:close/>
                <a:moveTo>
                  <a:pt x="69123" y="95980"/>
                </a:moveTo>
                <a:cubicBezTo>
                  <a:pt x="69197" y="96079"/>
                  <a:pt x="69272" y="96179"/>
                  <a:pt x="69372" y="96229"/>
                </a:cubicBezTo>
                <a:lnTo>
                  <a:pt x="69695" y="96577"/>
                </a:lnTo>
                <a:lnTo>
                  <a:pt x="69894" y="96776"/>
                </a:lnTo>
                <a:cubicBezTo>
                  <a:pt x="71363" y="98195"/>
                  <a:pt x="72732" y="99390"/>
                  <a:pt x="73927" y="100211"/>
                </a:cubicBezTo>
                <a:cubicBezTo>
                  <a:pt x="73902" y="100286"/>
                  <a:pt x="73902" y="100286"/>
                  <a:pt x="73877" y="100286"/>
                </a:cubicBezTo>
                <a:cubicBezTo>
                  <a:pt x="72433" y="99290"/>
                  <a:pt x="70815" y="97847"/>
                  <a:pt x="69048" y="96030"/>
                </a:cubicBezTo>
                <a:lnTo>
                  <a:pt x="69123" y="95980"/>
                </a:lnTo>
                <a:close/>
                <a:moveTo>
                  <a:pt x="78606" y="97424"/>
                </a:moveTo>
                <a:lnTo>
                  <a:pt x="78606" y="97448"/>
                </a:lnTo>
                <a:lnTo>
                  <a:pt x="78606" y="97473"/>
                </a:lnTo>
                <a:cubicBezTo>
                  <a:pt x="78482" y="97573"/>
                  <a:pt x="78357" y="97672"/>
                  <a:pt x="78233" y="97722"/>
                </a:cubicBezTo>
                <a:cubicBezTo>
                  <a:pt x="77735" y="98071"/>
                  <a:pt x="77188" y="98444"/>
                  <a:pt x="76715" y="98793"/>
                </a:cubicBezTo>
                <a:cubicBezTo>
                  <a:pt x="76441" y="98942"/>
                  <a:pt x="76242" y="99091"/>
                  <a:pt x="75993" y="99266"/>
                </a:cubicBezTo>
                <a:lnTo>
                  <a:pt x="74947" y="99913"/>
                </a:lnTo>
                <a:cubicBezTo>
                  <a:pt x="74848" y="99962"/>
                  <a:pt x="74698" y="100062"/>
                  <a:pt x="74574" y="100137"/>
                </a:cubicBezTo>
                <a:cubicBezTo>
                  <a:pt x="74524" y="100186"/>
                  <a:pt x="74425" y="100261"/>
                  <a:pt x="74300" y="100286"/>
                </a:cubicBezTo>
                <a:cubicBezTo>
                  <a:pt x="74350" y="100211"/>
                  <a:pt x="74400" y="100186"/>
                  <a:pt x="74425" y="100162"/>
                </a:cubicBezTo>
                <a:cubicBezTo>
                  <a:pt x="74499" y="100137"/>
                  <a:pt x="74574" y="100062"/>
                  <a:pt x="74649" y="100037"/>
                </a:cubicBezTo>
                <a:cubicBezTo>
                  <a:pt x="74773" y="99938"/>
                  <a:pt x="74922" y="99888"/>
                  <a:pt x="75047" y="99788"/>
                </a:cubicBezTo>
                <a:cubicBezTo>
                  <a:pt x="75097" y="99788"/>
                  <a:pt x="75097" y="99763"/>
                  <a:pt x="75122" y="99763"/>
                </a:cubicBezTo>
                <a:cubicBezTo>
                  <a:pt x="75470" y="99539"/>
                  <a:pt x="75794" y="99315"/>
                  <a:pt x="76117" y="99091"/>
                </a:cubicBezTo>
                <a:cubicBezTo>
                  <a:pt x="76291" y="98967"/>
                  <a:pt x="76441" y="98892"/>
                  <a:pt x="76640" y="98768"/>
                </a:cubicBezTo>
                <a:cubicBezTo>
                  <a:pt x="76739" y="98693"/>
                  <a:pt x="76814" y="98643"/>
                  <a:pt x="76889" y="98593"/>
                </a:cubicBezTo>
                <a:cubicBezTo>
                  <a:pt x="77312" y="98320"/>
                  <a:pt x="77735" y="98021"/>
                  <a:pt x="78158" y="97722"/>
                </a:cubicBezTo>
                <a:cubicBezTo>
                  <a:pt x="78308" y="97623"/>
                  <a:pt x="78482" y="97548"/>
                  <a:pt x="78606" y="97424"/>
                </a:cubicBezTo>
                <a:close/>
                <a:moveTo>
                  <a:pt x="43560" y="97797"/>
                </a:moveTo>
                <a:cubicBezTo>
                  <a:pt x="43535" y="97822"/>
                  <a:pt x="43535" y="97897"/>
                  <a:pt x="43510" y="97921"/>
                </a:cubicBezTo>
                <a:cubicBezTo>
                  <a:pt x="41319" y="98842"/>
                  <a:pt x="39154" y="99664"/>
                  <a:pt x="37038" y="100311"/>
                </a:cubicBezTo>
                <a:cubicBezTo>
                  <a:pt x="37038" y="100286"/>
                  <a:pt x="37013" y="100261"/>
                  <a:pt x="37013" y="100211"/>
                </a:cubicBezTo>
                <a:cubicBezTo>
                  <a:pt x="39129" y="99564"/>
                  <a:pt x="41319" y="98718"/>
                  <a:pt x="43560" y="97797"/>
                </a:cubicBezTo>
                <a:close/>
                <a:moveTo>
                  <a:pt x="36789" y="100311"/>
                </a:moveTo>
                <a:lnTo>
                  <a:pt x="36789" y="100336"/>
                </a:lnTo>
                <a:cubicBezTo>
                  <a:pt x="36789" y="100336"/>
                  <a:pt x="36789" y="100386"/>
                  <a:pt x="36814" y="100386"/>
                </a:cubicBezTo>
                <a:cubicBezTo>
                  <a:pt x="36789" y="100386"/>
                  <a:pt x="36764" y="100386"/>
                  <a:pt x="36764" y="100410"/>
                </a:cubicBezTo>
                <a:cubicBezTo>
                  <a:pt x="36764" y="100386"/>
                  <a:pt x="36715" y="100336"/>
                  <a:pt x="36715" y="100311"/>
                </a:cubicBezTo>
                <a:close/>
                <a:moveTo>
                  <a:pt x="74126" y="100386"/>
                </a:moveTo>
                <a:cubicBezTo>
                  <a:pt x="74126" y="100386"/>
                  <a:pt x="74151" y="100386"/>
                  <a:pt x="74151" y="100410"/>
                </a:cubicBezTo>
                <a:cubicBezTo>
                  <a:pt x="74126" y="100410"/>
                  <a:pt x="74126" y="100435"/>
                  <a:pt x="74101" y="100435"/>
                </a:cubicBezTo>
                <a:cubicBezTo>
                  <a:pt x="74101" y="100435"/>
                  <a:pt x="74051" y="100435"/>
                  <a:pt x="74026" y="100411"/>
                </a:cubicBezTo>
                <a:lnTo>
                  <a:pt x="74026" y="100411"/>
                </a:lnTo>
                <a:cubicBezTo>
                  <a:pt x="74026" y="100411"/>
                  <a:pt x="74026" y="100411"/>
                  <a:pt x="74026" y="100411"/>
                </a:cubicBezTo>
                <a:lnTo>
                  <a:pt x="74026" y="100411"/>
                </a:lnTo>
                <a:cubicBezTo>
                  <a:pt x="74039" y="100423"/>
                  <a:pt x="74039" y="100429"/>
                  <a:pt x="74036" y="100429"/>
                </a:cubicBezTo>
                <a:cubicBezTo>
                  <a:pt x="74033" y="100429"/>
                  <a:pt x="74026" y="100423"/>
                  <a:pt x="74026" y="100410"/>
                </a:cubicBezTo>
                <a:lnTo>
                  <a:pt x="74026" y="100410"/>
                </a:lnTo>
                <a:cubicBezTo>
                  <a:pt x="74026" y="100410"/>
                  <a:pt x="74026" y="100410"/>
                  <a:pt x="74026" y="100410"/>
                </a:cubicBezTo>
                <a:cubicBezTo>
                  <a:pt x="74051" y="100410"/>
                  <a:pt x="74051" y="100386"/>
                  <a:pt x="74101" y="100386"/>
                </a:cubicBezTo>
                <a:close/>
                <a:moveTo>
                  <a:pt x="35719" y="98220"/>
                </a:moveTo>
                <a:cubicBezTo>
                  <a:pt x="35769" y="98345"/>
                  <a:pt x="35794" y="98444"/>
                  <a:pt x="35818" y="98544"/>
                </a:cubicBezTo>
                <a:cubicBezTo>
                  <a:pt x="35843" y="98668"/>
                  <a:pt x="35893" y="98768"/>
                  <a:pt x="35918" y="98892"/>
                </a:cubicBezTo>
                <a:cubicBezTo>
                  <a:pt x="35918" y="98917"/>
                  <a:pt x="35943" y="98942"/>
                  <a:pt x="35943" y="98942"/>
                </a:cubicBezTo>
                <a:cubicBezTo>
                  <a:pt x="35943" y="98942"/>
                  <a:pt x="35943" y="98967"/>
                  <a:pt x="35968" y="98967"/>
                </a:cubicBezTo>
                <a:cubicBezTo>
                  <a:pt x="36018" y="99091"/>
                  <a:pt x="36067" y="99191"/>
                  <a:pt x="36092" y="99315"/>
                </a:cubicBezTo>
                <a:cubicBezTo>
                  <a:pt x="36092" y="99340"/>
                  <a:pt x="36142" y="99415"/>
                  <a:pt x="36142" y="99440"/>
                </a:cubicBezTo>
                <a:cubicBezTo>
                  <a:pt x="36167" y="99564"/>
                  <a:pt x="36217" y="99664"/>
                  <a:pt x="36267" y="99788"/>
                </a:cubicBezTo>
                <a:cubicBezTo>
                  <a:pt x="36316" y="99913"/>
                  <a:pt x="36341" y="100037"/>
                  <a:pt x="36416" y="100162"/>
                </a:cubicBezTo>
                <a:lnTo>
                  <a:pt x="34823" y="100635"/>
                </a:lnTo>
                <a:cubicBezTo>
                  <a:pt x="34673" y="100162"/>
                  <a:pt x="34474" y="99664"/>
                  <a:pt x="34300" y="99166"/>
                </a:cubicBezTo>
                <a:cubicBezTo>
                  <a:pt x="34549" y="99017"/>
                  <a:pt x="34773" y="98842"/>
                  <a:pt x="34972" y="98693"/>
                </a:cubicBezTo>
                <a:lnTo>
                  <a:pt x="35719" y="98220"/>
                </a:lnTo>
                <a:close/>
                <a:moveTo>
                  <a:pt x="34126" y="99241"/>
                </a:moveTo>
                <a:cubicBezTo>
                  <a:pt x="34325" y="99763"/>
                  <a:pt x="34499" y="100211"/>
                  <a:pt x="34698" y="100709"/>
                </a:cubicBezTo>
                <a:cubicBezTo>
                  <a:pt x="34673" y="100709"/>
                  <a:pt x="34673" y="100709"/>
                  <a:pt x="34649" y="100759"/>
                </a:cubicBezTo>
                <a:cubicBezTo>
                  <a:pt x="34449" y="100261"/>
                  <a:pt x="34275" y="99788"/>
                  <a:pt x="34076" y="99290"/>
                </a:cubicBezTo>
                <a:cubicBezTo>
                  <a:pt x="34101" y="99290"/>
                  <a:pt x="34101" y="99241"/>
                  <a:pt x="34126" y="99241"/>
                </a:cubicBezTo>
                <a:close/>
                <a:moveTo>
                  <a:pt x="67306" y="94437"/>
                </a:moveTo>
                <a:lnTo>
                  <a:pt x="67380" y="94486"/>
                </a:lnTo>
                <a:cubicBezTo>
                  <a:pt x="67555" y="94710"/>
                  <a:pt x="67779" y="94934"/>
                  <a:pt x="67953" y="95134"/>
                </a:cubicBezTo>
                <a:cubicBezTo>
                  <a:pt x="68177" y="95358"/>
                  <a:pt x="68401" y="95607"/>
                  <a:pt x="68625" y="95831"/>
                </a:cubicBezTo>
                <a:cubicBezTo>
                  <a:pt x="68077" y="96204"/>
                  <a:pt x="67555" y="96577"/>
                  <a:pt x="67032" y="96926"/>
                </a:cubicBezTo>
                <a:cubicBezTo>
                  <a:pt x="66683" y="97125"/>
                  <a:pt x="66335" y="97374"/>
                  <a:pt x="66036" y="97598"/>
                </a:cubicBezTo>
                <a:cubicBezTo>
                  <a:pt x="65364" y="98046"/>
                  <a:pt x="64717" y="98444"/>
                  <a:pt x="64070" y="98892"/>
                </a:cubicBezTo>
                <a:cubicBezTo>
                  <a:pt x="63821" y="99041"/>
                  <a:pt x="63572" y="99216"/>
                  <a:pt x="63323" y="99390"/>
                </a:cubicBezTo>
                <a:cubicBezTo>
                  <a:pt x="62576" y="99838"/>
                  <a:pt x="61830" y="100311"/>
                  <a:pt x="61058" y="100759"/>
                </a:cubicBezTo>
                <a:cubicBezTo>
                  <a:pt x="61108" y="99465"/>
                  <a:pt x="61108" y="98145"/>
                  <a:pt x="61058" y="96801"/>
                </a:cubicBezTo>
                <a:cubicBezTo>
                  <a:pt x="63074" y="96229"/>
                  <a:pt x="65165" y="95432"/>
                  <a:pt x="67306" y="94437"/>
                </a:cubicBezTo>
                <a:close/>
                <a:moveTo>
                  <a:pt x="97026" y="81269"/>
                </a:moveTo>
                <a:cubicBezTo>
                  <a:pt x="97822" y="81518"/>
                  <a:pt x="98544" y="81643"/>
                  <a:pt x="99092" y="81643"/>
                </a:cubicBezTo>
                <a:cubicBezTo>
                  <a:pt x="99266" y="81643"/>
                  <a:pt x="99415" y="81643"/>
                  <a:pt x="99540" y="81618"/>
                </a:cubicBezTo>
                <a:lnTo>
                  <a:pt x="99540" y="81618"/>
                </a:lnTo>
                <a:cubicBezTo>
                  <a:pt x="98942" y="82365"/>
                  <a:pt x="98320" y="83061"/>
                  <a:pt x="97698" y="83833"/>
                </a:cubicBezTo>
                <a:cubicBezTo>
                  <a:pt x="97200" y="84406"/>
                  <a:pt x="96677" y="85003"/>
                  <a:pt x="96155" y="85600"/>
                </a:cubicBezTo>
                <a:cubicBezTo>
                  <a:pt x="95283" y="86571"/>
                  <a:pt x="94412" y="87517"/>
                  <a:pt x="93466" y="88488"/>
                </a:cubicBezTo>
                <a:lnTo>
                  <a:pt x="93441" y="88513"/>
                </a:lnTo>
                <a:cubicBezTo>
                  <a:pt x="89708" y="92371"/>
                  <a:pt x="85601" y="96055"/>
                  <a:pt x="81220" y="99390"/>
                </a:cubicBezTo>
                <a:lnTo>
                  <a:pt x="80100" y="100211"/>
                </a:lnTo>
                <a:cubicBezTo>
                  <a:pt x="79851" y="100410"/>
                  <a:pt x="79552" y="100585"/>
                  <a:pt x="79303" y="100784"/>
                </a:cubicBezTo>
                <a:cubicBezTo>
                  <a:pt x="79303" y="100759"/>
                  <a:pt x="79353" y="100684"/>
                  <a:pt x="79353" y="100659"/>
                </a:cubicBezTo>
                <a:cubicBezTo>
                  <a:pt x="79378" y="100560"/>
                  <a:pt x="79378" y="100460"/>
                  <a:pt x="79403" y="100386"/>
                </a:cubicBezTo>
                <a:cubicBezTo>
                  <a:pt x="79403" y="100311"/>
                  <a:pt x="79403" y="100261"/>
                  <a:pt x="79428" y="100186"/>
                </a:cubicBezTo>
                <a:cubicBezTo>
                  <a:pt x="79428" y="100087"/>
                  <a:pt x="79477" y="100012"/>
                  <a:pt x="79477" y="99888"/>
                </a:cubicBezTo>
                <a:cubicBezTo>
                  <a:pt x="79403" y="99813"/>
                  <a:pt x="79403" y="99714"/>
                  <a:pt x="79403" y="99664"/>
                </a:cubicBezTo>
                <a:lnTo>
                  <a:pt x="79403" y="99315"/>
                </a:lnTo>
                <a:cubicBezTo>
                  <a:pt x="79403" y="99216"/>
                  <a:pt x="79378" y="99141"/>
                  <a:pt x="79378" y="99066"/>
                </a:cubicBezTo>
                <a:cubicBezTo>
                  <a:pt x="79378" y="98942"/>
                  <a:pt x="79353" y="98842"/>
                  <a:pt x="79353" y="98718"/>
                </a:cubicBezTo>
                <a:cubicBezTo>
                  <a:pt x="79353" y="98618"/>
                  <a:pt x="79303" y="98544"/>
                  <a:pt x="79278" y="98444"/>
                </a:cubicBezTo>
                <a:cubicBezTo>
                  <a:pt x="79278" y="98345"/>
                  <a:pt x="79253" y="98295"/>
                  <a:pt x="79253" y="98195"/>
                </a:cubicBezTo>
                <a:cubicBezTo>
                  <a:pt x="85825" y="93068"/>
                  <a:pt x="91823" y="87293"/>
                  <a:pt x="97026" y="81269"/>
                </a:cubicBezTo>
                <a:close/>
                <a:moveTo>
                  <a:pt x="78731" y="97697"/>
                </a:moveTo>
                <a:cubicBezTo>
                  <a:pt x="78731" y="97747"/>
                  <a:pt x="78756" y="97822"/>
                  <a:pt x="78756" y="97872"/>
                </a:cubicBezTo>
                <a:cubicBezTo>
                  <a:pt x="78756" y="97946"/>
                  <a:pt x="78781" y="97971"/>
                  <a:pt x="78781" y="98046"/>
                </a:cubicBezTo>
                <a:cubicBezTo>
                  <a:pt x="77561" y="98967"/>
                  <a:pt x="76316" y="99913"/>
                  <a:pt x="75072" y="100809"/>
                </a:cubicBezTo>
                <a:cubicBezTo>
                  <a:pt x="74898" y="100659"/>
                  <a:pt x="74723" y="100560"/>
                  <a:pt x="74524" y="100435"/>
                </a:cubicBezTo>
                <a:cubicBezTo>
                  <a:pt x="74574" y="100336"/>
                  <a:pt x="74674" y="100286"/>
                  <a:pt x="74798" y="100211"/>
                </a:cubicBezTo>
                <a:cubicBezTo>
                  <a:pt x="74922" y="100162"/>
                  <a:pt x="75047" y="100062"/>
                  <a:pt x="75171" y="100012"/>
                </a:cubicBezTo>
                <a:cubicBezTo>
                  <a:pt x="75196" y="100012"/>
                  <a:pt x="75196" y="99962"/>
                  <a:pt x="75246" y="99962"/>
                </a:cubicBezTo>
                <a:cubicBezTo>
                  <a:pt x="75420" y="99838"/>
                  <a:pt x="75570" y="99714"/>
                  <a:pt x="75769" y="99639"/>
                </a:cubicBezTo>
                <a:lnTo>
                  <a:pt x="76043" y="99440"/>
                </a:lnTo>
                <a:cubicBezTo>
                  <a:pt x="76291" y="99290"/>
                  <a:pt x="76565" y="99091"/>
                  <a:pt x="76814" y="98942"/>
                </a:cubicBezTo>
                <a:cubicBezTo>
                  <a:pt x="76889" y="98917"/>
                  <a:pt x="76939" y="98842"/>
                  <a:pt x="77038" y="98793"/>
                </a:cubicBezTo>
                <a:cubicBezTo>
                  <a:pt x="77262" y="98668"/>
                  <a:pt x="77436" y="98494"/>
                  <a:pt x="77660" y="98369"/>
                </a:cubicBezTo>
                <a:cubicBezTo>
                  <a:pt x="77785" y="98295"/>
                  <a:pt x="77909" y="98195"/>
                  <a:pt x="78034" y="98121"/>
                </a:cubicBezTo>
                <a:cubicBezTo>
                  <a:pt x="78059" y="98121"/>
                  <a:pt x="78059" y="98096"/>
                  <a:pt x="78108" y="98096"/>
                </a:cubicBezTo>
                <a:lnTo>
                  <a:pt x="78133" y="98096"/>
                </a:lnTo>
                <a:cubicBezTo>
                  <a:pt x="78308" y="97971"/>
                  <a:pt x="78507" y="97847"/>
                  <a:pt x="78731" y="97697"/>
                </a:cubicBezTo>
                <a:close/>
                <a:moveTo>
                  <a:pt x="60859" y="96826"/>
                </a:moveTo>
                <a:lnTo>
                  <a:pt x="60859" y="96826"/>
                </a:lnTo>
                <a:cubicBezTo>
                  <a:pt x="60959" y="98195"/>
                  <a:pt x="60934" y="99539"/>
                  <a:pt x="60834" y="100883"/>
                </a:cubicBezTo>
                <a:cubicBezTo>
                  <a:pt x="60809" y="100883"/>
                  <a:pt x="60809" y="100908"/>
                  <a:pt x="60784" y="100908"/>
                </a:cubicBezTo>
                <a:cubicBezTo>
                  <a:pt x="60859" y="99589"/>
                  <a:pt x="60884" y="98220"/>
                  <a:pt x="60809" y="96851"/>
                </a:cubicBezTo>
                <a:cubicBezTo>
                  <a:pt x="60834" y="96851"/>
                  <a:pt x="60834" y="96851"/>
                  <a:pt x="60859" y="96826"/>
                </a:cubicBezTo>
                <a:close/>
                <a:moveTo>
                  <a:pt x="78830" y="98195"/>
                </a:moveTo>
                <a:lnTo>
                  <a:pt x="78830" y="98245"/>
                </a:lnTo>
                <a:cubicBezTo>
                  <a:pt x="77660" y="99166"/>
                  <a:pt x="76491" y="100062"/>
                  <a:pt x="75296" y="100908"/>
                </a:cubicBezTo>
                <a:cubicBezTo>
                  <a:pt x="75271" y="100908"/>
                  <a:pt x="75271" y="100883"/>
                  <a:pt x="75246" y="100883"/>
                </a:cubicBezTo>
                <a:cubicBezTo>
                  <a:pt x="76441" y="100012"/>
                  <a:pt x="77636" y="99141"/>
                  <a:pt x="78830" y="98195"/>
                </a:cubicBezTo>
                <a:close/>
                <a:moveTo>
                  <a:pt x="36540" y="100386"/>
                </a:moveTo>
                <a:cubicBezTo>
                  <a:pt x="36540" y="100410"/>
                  <a:pt x="36565" y="100410"/>
                  <a:pt x="36565" y="100435"/>
                </a:cubicBezTo>
                <a:lnTo>
                  <a:pt x="36565" y="100460"/>
                </a:lnTo>
                <a:lnTo>
                  <a:pt x="34972" y="100933"/>
                </a:lnTo>
                <a:cubicBezTo>
                  <a:pt x="34972" y="100908"/>
                  <a:pt x="34947" y="100883"/>
                  <a:pt x="34947" y="100834"/>
                </a:cubicBezTo>
                <a:lnTo>
                  <a:pt x="36540" y="100386"/>
                </a:lnTo>
                <a:close/>
                <a:moveTo>
                  <a:pt x="74325" y="100535"/>
                </a:moveTo>
                <a:cubicBezTo>
                  <a:pt x="74524" y="100659"/>
                  <a:pt x="74748" y="100784"/>
                  <a:pt x="74922" y="100908"/>
                </a:cubicBezTo>
                <a:cubicBezTo>
                  <a:pt x="74898" y="100908"/>
                  <a:pt x="74898" y="100933"/>
                  <a:pt x="74873" y="100933"/>
                </a:cubicBezTo>
                <a:cubicBezTo>
                  <a:pt x="74649" y="100809"/>
                  <a:pt x="74474" y="100684"/>
                  <a:pt x="74275" y="100560"/>
                </a:cubicBezTo>
                <a:cubicBezTo>
                  <a:pt x="74300" y="100560"/>
                  <a:pt x="74300" y="100535"/>
                  <a:pt x="74325" y="100535"/>
                </a:cubicBezTo>
                <a:close/>
                <a:moveTo>
                  <a:pt x="5153" y="84729"/>
                </a:moveTo>
                <a:cubicBezTo>
                  <a:pt x="7019" y="87393"/>
                  <a:pt x="9583" y="89384"/>
                  <a:pt x="12869" y="90603"/>
                </a:cubicBezTo>
                <a:cubicBezTo>
                  <a:pt x="12072" y="94088"/>
                  <a:pt x="12023" y="97672"/>
                  <a:pt x="12695" y="100958"/>
                </a:cubicBezTo>
                <a:cubicBezTo>
                  <a:pt x="9832" y="99813"/>
                  <a:pt x="7443" y="98170"/>
                  <a:pt x="5576" y="96055"/>
                </a:cubicBezTo>
                <a:cubicBezTo>
                  <a:pt x="5476" y="95681"/>
                  <a:pt x="5402" y="95308"/>
                  <a:pt x="5327" y="94934"/>
                </a:cubicBezTo>
                <a:cubicBezTo>
                  <a:pt x="5302" y="94760"/>
                  <a:pt x="5277" y="94586"/>
                  <a:pt x="5227" y="94437"/>
                </a:cubicBezTo>
                <a:cubicBezTo>
                  <a:pt x="5153" y="93864"/>
                  <a:pt x="5053" y="93317"/>
                  <a:pt x="4978" y="92719"/>
                </a:cubicBezTo>
                <a:cubicBezTo>
                  <a:pt x="4978" y="92595"/>
                  <a:pt x="4953" y="92445"/>
                  <a:pt x="4953" y="92321"/>
                </a:cubicBezTo>
                <a:lnTo>
                  <a:pt x="4854" y="90902"/>
                </a:lnTo>
                <a:cubicBezTo>
                  <a:pt x="4854" y="90703"/>
                  <a:pt x="4829" y="90479"/>
                  <a:pt x="4829" y="90255"/>
                </a:cubicBezTo>
                <a:cubicBezTo>
                  <a:pt x="4829" y="89658"/>
                  <a:pt x="4804" y="89110"/>
                  <a:pt x="4829" y="88513"/>
                </a:cubicBezTo>
                <a:cubicBezTo>
                  <a:pt x="4829" y="88363"/>
                  <a:pt x="4854" y="88164"/>
                  <a:pt x="4854" y="88015"/>
                </a:cubicBezTo>
                <a:lnTo>
                  <a:pt x="4953" y="86521"/>
                </a:lnTo>
                <a:cubicBezTo>
                  <a:pt x="4978" y="86297"/>
                  <a:pt x="4978" y="86098"/>
                  <a:pt x="5028" y="85899"/>
                </a:cubicBezTo>
                <a:cubicBezTo>
                  <a:pt x="5053" y="85501"/>
                  <a:pt x="5103" y="85127"/>
                  <a:pt x="5153" y="84729"/>
                </a:cubicBezTo>
                <a:close/>
                <a:moveTo>
                  <a:pt x="34798" y="100859"/>
                </a:moveTo>
                <a:lnTo>
                  <a:pt x="34798" y="100859"/>
                </a:lnTo>
                <a:cubicBezTo>
                  <a:pt x="34773" y="100933"/>
                  <a:pt x="34798" y="100958"/>
                  <a:pt x="34798" y="101008"/>
                </a:cubicBezTo>
                <a:lnTo>
                  <a:pt x="34773" y="101008"/>
                </a:lnTo>
                <a:cubicBezTo>
                  <a:pt x="34773" y="100958"/>
                  <a:pt x="34723" y="100933"/>
                  <a:pt x="34723" y="100908"/>
                </a:cubicBezTo>
                <a:cubicBezTo>
                  <a:pt x="34773" y="100908"/>
                  <a:pt x="34773" y="100908"/>
                  <a:pt x="34798" y="100859"/>
                </a:cubicBezTo>
                <a:close/>
                <a:moveTo>
                  <a:pt x="63566" y="99455"/>
                </a:moveTo>
                <a:lnTo>
                  <a:pt x="63566" y="99455"/>
                </a:lnTo>
                <a:cubicBezTo>
                  <a:pt x="62717" y="99992"/>
                  <a:pt x="61880" y="100514"/>
                  <a:pt x="61033" y="101014"/>
                </a:cubicBezTo>
                <a:lnTo>
                  <a:pt x="61033" y="101014"/>
                </a:lnTo>
                <a:cubicBezTo>
                  <a:pt x="61033" y="101012"/>
                  <a:pt x="61033" y="101010"/>
                  <a:pt x="61033" y="101008"/>
                </a:cubicBezTo>
                <a:cubicBezTo>
                  <a:pt x="61830" y="100535"/>
                  <a:pt x="62601" y="100037"/>
                  <a:pt x="63423" y="99539"/>
                </a:cubicBezTo>
                <a:cubicBezTo>
                  <a:pt x="63472" y="99512"/>
                  <a:pt x="63519" y="99484"/>
                  <a:pt x="63566" y="99455"/>
                </a:cubicBezTo>
                <a:close/>
                <a:moveTo>
                  <a:pt x="13043" y="90603"/>
                </a:moveTo>
                <a:cubicBezTo>
                  <a:pt x="13068" y="90603"/>
                  <a:pt x="13068" y="90603"/>
                  <a:pt x="13118" y="90628"/>
                </a:cubicBezTo>
                <a:cubicBezTo>
                  <a:pt x="12321" y="94113"/>
                  <a:pt x="12296" y="97697"/>
                  <a:pt x="12993" y="101033"/>
                </a:cubicBezTo>
                <a:cubicBezTo>
                  <a:pt x="12944" y="101033"/>
                  <a:pt x="12919" y="101008"/>
                  <a:pt x="12919" y="101008"/>
                </a:cubicBezTo>
                <a:cubicBezTo>
                  <a:pt x="12197" y="97672"/>
                  <a:pt x="12271" y="94088"/>
                  <a:pt x="13043" y="90603"/>
                </a:cubicBezTo>
                <a:close/>
                <a:moveTo>
                  <a:pt x="79104" y="98320"/>
                </a:moveTo>
                <a:cubicBezTo>
                  <a:pt x="79104" y="98345"/>
                  <a:pt x="79104" y="98394"/>
                  <a:pt x="79129" y="98444"/>
                </a:cubicBezTo>
                <a:cubicBezTo>
                  <a:pt x="79154" y="98544"/>
                  <a:pt x="79154" y="98643"/>
                  <a:pt x="79204" y="98718"/>
                </a:cubicBezTo>
                <a:cubicBezTo>
                  <a:pt x="79229" y="98842"/>
                  <a:pt x="79229" y="98942"/>
                  <a:pt x="79229" y="99066"/>
                </a:cubicBezTo>
                <a:cubicBezTo>
                  <a:pt x="79229" y="99166"/>
                  <a:pt x="79253" y="99266"/>
                  <a:pt x="79253" y="99340"/>
                </a:cubicBezTo>
                <a:lnTo>
                  <a:pt x="79253" y="99614"/>
                </a:lnTo>
                <a:lnTo>
                  <a:pt x="79253" y="99863"/>
                </a:lnTo>
                <a:cubicBezTo>
                  <a:pt x="79253" y="99962"/>
                  <a:pt x="79253" y="100037"/>
                  <a:pt x="79229" y="100137"/>
                </a:cubicBezTo>
                <a:cubicBezTo>
                  <a:pt x="79229" y="100211"/>
                  <a:pt x="79229" y="100286"/>
                  <a:pt x="79204" y="100386"/>
                </a:cubicBezTo>
                <a:cubicBezTo>
                  <a:pt x="79204" y="100435"/>
                  <a:pt x="79154" y="100485"/>
                  <a:pt x="79154" y="100585"/>
                </a:cubicBezTo>
                <a:cubicBezTo>
                  <a:pt x="79154" y="100659"/>
                  <a:pt x="79129" y="100759"/>
                  <a:pt x="79129" y="100809"/>
                </a:cubicBezTo>
                <a:cubicBezTo>
                  <a:pt x="79104" y="100809"/>
                  <a:pt x="79079" y="100834"/>
                  <a:pt x="79079" y="100908"/>
                </a:cubicBezTo>
                <a:cubicBezTo>
                  <a:pt x="79079" y="100933"/>
                  <a:pt x="79079" y="100933"/>
                  <a:pt x="79029" y="100958"/>
                </a:cubicBezTo>
                <a:cubicBezTo>
                  <a:pt x="79005" y="101008"/>
                  <a:pt x="78980" y="101008"/>
                  <a:pt x="78930" y="101033"/>
                </a:cubicBezTo>
                <a:cubicBezTo>
                  <a:pt x="78930" y="101008"/>
                  <a:pt x="78930" y="101008"/>
                  <a:pt x="78980" y="100958"/>
                </a:cubicBezTo>
                <a:cubicBezTo>
                  <a:pt x="79005" y="100883"/>
                  <a:pt x="79029" y="100809"/>
                  <a:pt x="79079" y="100709"/>
                </a:cubicBezTo>
                <a:cubicBezTo>
                  <a:pt x="79079" y="100659"/>
                  <a:pt x="79104" y="100585"/>
                  <a:pt x="79104" y="100535"/>
                </a:cubicBezTo>
                <a:cubicBezTo>
                  <a:pt x="79104" y="100460"/>
                  <a:pt x="79129" y="100386"/>
                  <a:pt x="79129" y="100311"/>
                </a:cubicBezTo>
                <a:cubicBezTo>
                  <a:pt x="79129" y="100261"/>
                  <a:pt x="79129" y="100162"/>
                  <a:pt x="79154" y="100062"/>
                </a:cubicBezTo>
                <a:lnTo>
                  <a:pt x="79154" y="99838"/>
                </a:lnTo>
                <a:lnTo>
                  <a:pt x="79154" y="99564"/>
                </a:lnTo>
                <a:lnTo>
                  <a:pt x="79154" y="99315"/>
                </a:lnTo>
                <a:cubicBezTo>
                  <a:pt x="79154" y="99216"/>
                  <a:pt x="79129" y="99141"/>
                  <a:pt x="79129" y="99017"/>
                </a:cubicBezTo>
                <a:cubicBezTo>
                  <a:pt x="79129" y="98917"/>
                  <a:pt x="79104" y="98817"/>
                  <a:pt x="79104" y="98718"/>
                </a:cubicBezTo>
                <a:cubicBezTo>
                  <a:pt x="79104" y="98643"/>
                  <a:pt x="79079" y="98519"/>
                  <a:pt x="79029" y="98419"/>
                </a:cubicBezTo>
                <a:lnTo>
                  <a:pt x="79029" y="98345"/>
                </a:lnTo>
                <a:cubicBezTo>
                  <a:pt x="79079" y="98345"/>
                  <a:pt x="79079" y="98320"/>
                  <a:pt x="79104" y="98320"/>
                </a:cubicBezTo>
                <a:close/>
                <a:moveTo>
                  <a:pt x="3236" y="94287"/>
                </a:moveTo>
                <a:cubicBezTo>
                  <a:pt x="3311" y="94287"/>
                  <a:pt x="3311" y="94312"/>
                  <a:pt x="3336" y="94312"/>
                </a:cubicBezTo>
                <a:cubicBezTo>
                  <a:pt x="3336" y="94337"/>
                  <a:pt x="3360" y="94337"/>
                  <a:pt x="3360" y="94362"/>
                </a:cubicBezTo>
                <a:cubicBezTo>
                  <a:pt x="3659" y="94810"/>
                  <a:pt x="3933" y="95208"/>
                  <a:pt x="4281" y="95607"/>
                </a:cubicBezTo>
                <a:lnTo>
                  <a:pt x="4331" y="95681"/>
                </a:lnTo>
                <a:cubicBezTo>
                  <a:pt x="4655" y="96079"/>
                  <a:pt x="4978" y="96453"/>
                  <a:pt x="5327" y="96826"/>
                </a:cubicBezTo>
                <a:cubicBezTo>
                  <a:pt x="5451" y="97324"/>
                  <a:pt x="5601" y="97797"/>
                  <a:pt x="5775" y="98245"/>
                </a:cubicBezTo>
                <a:cubicBezTo>
                  <a:pt x="5800" y="98345"/>
                  <a:pt x="5825" y="98469"/>
                  <a:pt x="5850" y="98593"/>
                </a:cubicBezTo>
                <a:cubicBezTo>
                  <a:pt x="6024" y="99041"/>
                  <a:pt x="6173" y="99465"/>
                  <a:pt x="6347" y="99888"/>
                </a:cubicBezTo>
                <a:cubicBezTo>
                  <a:pt x="6422" y="100037"/>
                  <a:pt x="6472" y="100162"/>
                  <a:pt x="6522" y="100311"/>
                </a:cubicBezTo>
                <a:cubicBezTo>
                  <a:pt x="6646" y="100560"/>
                  <a:pt x="6771" y="100809"/>
                  <a:pt x="6895" y="101083"/>
                </a:cubicBezTo>
                <a:cubicBezTo>
                  <a:pt x="6771" y="100908"/>
                  <a:pt x="6646" y="100709"/>
                  <a:pt x="6472" y="100510"/>
                </a:cubicBezTo>
                <a:cubicBezTo>
                  <a:pt x="5924" y="99639"/>
                  <a:pt x="4281" y="96926"/>
                  <a:pt x="3410" y="94661"/>
                </a:cubicBezTo>
                <a:cubicBezTo>
                  <a:pt x="3336" y="94536"/>
                  <a:pt x="3311" y="94412"/>
                  <a:pt x="3236" y="94287"/>
                </a:cubicBezTo>
                <a:close/>
                <a:moveTo>
                  <a:pt x="85823" y="95956"/>
                </a:moveTo>
                <a:cubicBezTo>
                  <a:pt x="85716" y="96047"/>
                  <a:pt x="85609" y="96138"/>
                  <a:pt x="85501" y="96229"/>
                </a:cubicBezTo>
                <a:cubicBezTo>
                  <a:pt x="85476" y="96279"/>
                  <a:pt x="85426" y="96303"/>
                  <a:pt x="85377" y="96353"/>
                </a:cubicBezTo>
                <a:cubicBezTo>
                  <a:pt x="84854" y="96801"/>
                  <a:pt x="84331" y="97224"/>
                  <a:pt x="83833" y="97648"/>
                </a:cubicBezTo>
                <a:cubicBezTo>
                  <a:pt x="83585" y="97822"/>
                  <a:pt x="83361" y="98046"/>
                  <a:pt x="83112" y="98220"/>
                </a:cubicBezTo>
                <a:cubicBezTo>
                  <a:pt x="82589" y="98668"/>
                  <a:pt x="82016" y="99091"/>
                  <a:pt x="81469" y="99514"/>
                </a:cubicBezTo>
                <a:cubicBezTo>
                  <a:pt x="81071" y="99813"/>
                  <a:pt x="80697" y="100087"/>
                  <a:pt x="80274" y="100386"/>
                </a:cubicBezTo>
                <a:lnTo>
                  <a:pt x="79627" y="100834"/>
                </a:lnTo>
                <a:cubicBezTo>
                  <a:pt x="79602" y="100883"/>
                  <a:pt x="79552" y="100883"/>
                  <a:pt x="79527" y="100908"/>
                </a:cubicBezTo>
                <a:cubicBezTo>
                  <a:pt x="79420" y="100994"/>
                  <a:pt x="79332" y="101043"/>
                  <a:pt x="79230" y="101118"/>
                </a:cubicBezTo>
                <a:lnTo>
                  <a:pt x="79230" y="101118"/>
                </a:lnTo>
                <a:cubicBezTo>
                  <a:pt x="79232" y="101103"/>
                  <a:pt x="79237" y="101083"/>
                  <a:pt x="79253" y="101083"/>
                </a:cubicBezTo>
                <a:cubicBezTo>
                  <a:pt x="79552" y="100883"/>
                  <a:pt x="79851" y="100659"/>
                  <a:pt x="80125" y="100435"/>
                </a:cubicBezTo>
                <a:cubicBezTo>
                  <a:pt x="80573" y="100137"/>
                  <a:pt x="80996" y="99813"/>
                  <a:pt x="81394" y="99514"/>
                </a:cubicBezTo>
                <a:cubicBezTo>
                  <a:pt x="81718" y="99290"/>
                  <a:pt x="81991" y="99066"/>
                  <a:pt x="82265" y="98842"/>
                </a:cubicBezTo>
                <a:cubicBezTo>
                  <a:pt x="83385" y="97996"/>
                  <a:pt x="84853" y="96753"/>
                  <a:pt x="85823" y="95956"/>
                </a:cubicBezTo>
                <a:close/>
                <a:moveTo>
                  <a:pt x="79209" y="101134"/>
                </a:moveTo>
                <a:cubicBezTo>
                  <a:pt x="79199" y="101141"/>
                  <a:pt x="79189" y="101149"/>
                  <a:pt x="79179" y="101157"/>
                </a:cubicBezTo>
                <a:cubicBezTo>
                  <a:pt x="79179" y="101157"/>
                  <a:pt x="79179" y="101140"/>
                  <a:pt x="79209" y="101134"/>
                </a:cubicBezTo>
                <a:close/>
                <a:moveTo>
                  <a:pt x="60834" y="101107"/>
                </a:moveTo>
                <a:lnTo>
                  <a:pt x="60834" y="101207"/>
                </a:lnTo>
                <a:cubicBezTo>
                  <a:pt x="60809" y="101207"/>
                  <a:pt x="60809" y="101257"/>
                  <a:pt x="60784" y="101257"/>
                </a:cubicBezTo>
                <a:lnTo>
                  <a:pt x="60784" y="101157"/>
                </a:lnTo>
                <a:cubicBezTo>
                  <a:pt x="60809" y="101157"/>
                  <a:pt x="60809" y="101107"/>
                  <a:pt x="60834" y="101107"/>
                </a:cubicBezTo>
                <a:close/>
                <a:moveTo>
                  <a:pt x="78835" y="101389"/>
                </a:moveTo>
                <a:cubicBezTo>
                  <a:pt x="78826" y="101395"/>
                  <a:pt x="78816" y="101403"/>
                  <a:pt x="78795" y="101405"/>
                </a:cubicBezTo>
                <a:lnTo>
                  <a:pt x="78795" y="101405"/>
                </a:lnTo>
                <a:cubicBezTo>
                  <a:pt x="78807" y="101400"/>
                  <a:pt x="78820" y="101394"/>
                  <a:pt x="78835" y="101389"/>
                </a:cubicBezTo>
                <a:close/>
                <a:moveTo>
                  <a:pt x="13267" y="90678"/>
                </a:moveTo>
                <a:cubicBezTo>
                  <a:pt x="13392" y="90703"/>
                  <a:pt x="13516" y="90728"/>
                  <a:pt x="13640" y="90778"/>
                </a:cubicBezTo>
                <a:cubicBezTo>
                  <a:pt x="13192" y="94586"/>
                  <a:pt x="13367" y="98170"/>
                  <a:pt x="14138" y="101406"/>
                </a:cubicBezTo>
                <a:cubicBezTo>
                  <a:pt x="13815" y="101307"/>
                  <a:pt x="13516" y="101182"/>
                  <a:pt x="13192" y="101083"/>
                </a:cubicBezTo>
                <a:cubicBezTo>
                  <a:pt x="12446" y="97772"/>
                  <a:pt x="12496" y="94188"/>
                  <a:pt x="13267" y="90678"/>
                </a:cubicBezTo>
                <a:close/>
                <a:moveTo>
                  <a:pt x="13790" y="90852"/>
                </a:moveTo>
                <a:cubicBezTo>
                  <a:pt x="13815" y="90852"/>
                  <a:pt x="13815" y="90852"/>
                  <a:pt x="13865" y="90877"/>
                </a:cubicBezTo>
                <a:cubicBezTo>
                  <a:pt x="13443" y="94672"/>
                  <a:pt x="13565" y="98219"/>
                  <a:pt x="14378" y="101470"/>
                </a:cubicBezTo>
                <a:lnTo>
                  <a:pt x="14378" y="101470"/>
                </a:lnTo>
                <a:cubicBezTo>
                  <a:pt x="14367" y="101456"/>
                  <a:pt x="14345" y="101456"/>
                  <a:pt x="14313" y="101456"/>
                </a:cubicBezTo>
                <a:cubicBezTo>
                  <a:pt x="13541" y="98220"/>
                  <a:pt x="13392" y="94661"/>
                  <a:pt x="13790" y="90852"/>
                </a:cubicBezTo>
                <a:close/>
                <a:moveTo>
                  <a:pt x="78768" y="101419"/>
                </a:moveTo>
                <a:lnTo>
                  <a:pt x="78681" y="101506"/>
                </a:lnTo>
                <a:lnTo>
                  <a:pt x="78681" y="101456"/>
                </a:lnTo>
                <a:cubicBezTo>
                  <a:pt x="78718" y="101443"/>
                  <a:pt x="78743" y="101431"/>
                  <a:pt x="78768" y="101419"/>
                </a:cubicBezTo>
                <a:close/>
                <a:moveTo>
                  <a:pt x="33827" y="99091"/>
                </a:moveTo>
                <a:cubicBezTo>
                  <a:pt x="33827" y="99141"/>
                  <a:pt x="33827" y="99141"/>
                  <a:pt x="33852" y="99166"/>
                </a:cubicBezTo>
                <a:cubicBezTo>
                  <a:pt x="33678" y="99241"/>
                  <a:pt x="33504" y="99340"/>
                  <a:pt x="33329" y="99440"/>
                </a:cubicBezTo>
                <a:cubicBezTo>
                  <a:pt x="33031" y="99589"/>
                  <a:pt x="32707" y="99788"/>
                  <a:pt x="32408" y="99938"/>
                </a:cubicBezTo>
                <a:lnTo>
                  <a:pt x="31562" y="100311"/>
                </a:lnTo>
                <a:cubicBezTo>
                  <a:pt x="31214" y="100460"/>
                  <a:pt x="30915" y="100610"/>
                  <a:pt x="30566" y="100734"/>
                </a:cubicBezTo>
                <a:cubicBezTo>
                  <a:pt x="30318" y="100834"/>
                  <a:pt x="30044" y="100933"/>
                  <a:pt x="29745" y="101033"/>
                </a:cubicBezTo>
                <a:cubicBezTo>
                  <a:pt x="29372" y="101157"/>
                  <a:pt x="29048" y="101307"/>
                  <a:pt x="28675" y="101406"/>
                </a:cubicBezTo>
                <a:cubicBezTo>
                  <a:pt x="28509" y="101456"/>
                  <a:pt x="28342" y="101495"/>
                  <a:pt x="28161" y="101537"/>
                </a:cubicBezTo>
                <a:lnTo>
                  <a:pt x="28161" y="101537"/>
                </a:lnTo>
                <a:cubicBezTo>
                  <a:pt x="28330" y="101489"/>
                  <a:pt x="28497" y="101444"/>
                  <a:pt x="28650" y="101406"/>
                </a:cubicBezTo>
                <a:cubicBezTo>
                  <a:pt x="28949" y="101307"/>
                  <a:pt x="29222" y="101207"/>
                  <a:pt x="29496" y="101083"/>
                </a:cubicBezTo>
                <a:cubicBezTo>
                  <a:pt x="29845" y="100958"/>
                  <a:pt x="30218" y="100834"/>
                  <a:pt x="30566" y="100709"/>
                </a:cubicBezTo>
                <a:cubicBezTo>
                  <a:pt x="30815" y="100635"/>
                  <a:pt x="31064" y="100510"/>
                  <a:pt x="31313" y="100386"/>
                </a:cubicBezTo>
                <a:cubicBezTo>
                  <a:pt x="31687" y="100211"/>
                  <a:pt x="32060" y="100062"/>
                  <a:pt x="32408" y="99863"/>
                </a:cubicBezTo>
                <a:cubicBezTo>
                  <a:pt x="32608" y="99763"/>
                  <a:pt x="32832" y="99614"/>
                  <a:pt x="33056" y="99539"/>
                </a:cubicBezTo>
                <a:cubicBezTo>
                  <a:pt x="33304" y="99415"/>
                  <a:pt x="33578" y="99241"/>
                  <a:pt x="33827" y="99091"/>
                </a:cubicBezTo>
                <a:close/>
                <a:moveTo>
                  <a:pt x="78905" y="98494"/>
                </a:moveTo>
                <a:cubicBezTo>
                  <a:pt x="78955" y="98593"/>
                  <a:pt x="78955" y="98693"/>
                  <a:pt x="78955" y="98793"/>
                </a:cubicBezTo>
                <a:cubicBezTo>
                  <a:pt x="78955" y="98867"/>
                  <a:pt x="78980" y="98967"/>
                  <a:pt x="78980" y="99066"/>
                </a:cubicBezTo>
                <a:cubicBezTo>
                  <a:pt x="78980" y="99166"/>
                  <a:pt x="79005" y="99241"/>
                  <a:pt x="79005" y="99340"/>
                </a:cubicBezTo>
                <a:lnTo>
                  <a:pt x="79005" y="99589"/>
                </a:lnTo>
                <a:lnTo>
                  <a:pt x="79005" y="99838"/>
                </a:lnTo>
                <a:lnTo>
                  <a:pt x="79005" y="100062"/>
                </a:lnTo>
                <a:cubicBezTo>
                  <a:pt x="79005" y="100112"/>
                  <a:pt x="79005" y="100211"/>
                  <a:pt x="78980" y="100286"/>
                </a:cubicBezTo>
                <a:cubicBezTo>
                  <a:pt x="78980" y="100336"/>
                  <a:pt x="78955" y="100410"/>
                  <a:pt x="78955" y="100485"/>
                </a:cubicBezTo>
                <a:cubicBezTo>
                  <a:pt x="78905" y="100535"/>
                  <a:pt x="78880" y="100585"/>
                  <a:pt x="78880" y="100659"/>
                </a:cubicBezTo>
                <a:cubicBezTo>
                  <a:pt x="78855" y="100709"/>
                  <a:pt x="78830" y="100809"/>
                  <a:pt x="78830" y="100883"/>
                </a:cubicBezTo>
                <a:cubicBezTo>
                  <a:pt x="78830" y="100908"/>
                  <a:pt x="78781" y="100933"/>
                  <a:pt x="78781" y="101008"/>
                </a:cubicBezTo>
                <a:cubicBezTo>
                  <a:pt x="78756" y="101083"/>
                  <a:pt x="78681" y="101182"/>
                  <a:pt x="78631" y="101282"/>
                </a:cubicBezTo>
                <a:cubicBezTo>
                  <a:pt x="78606" y="101331"/>
                  <a:pt x="78532" y="101381"/>
                  <a:pt x="78482" y="101431"/>
                </a:cubicBezTo>
                <a:cubicBezTo>
                  <a:pt x="78407" y="101456"/>
                  <a:pt x="78357" y="101531"/>
                  <a:pt x="78308" y="101555"/>
                </a:cubicBezTo>
                <a:cubicBezTo>
                  <a:pt x="78127" y="101650"/>
                  <a:pt x="77906" y="101697"/>
                  <a:pt x="77651" y="101697"/>
                </a:cubicBezTo>
                <a:cubicBezTo>
                  <a:pt x="77097" y="101697"/>
                  <a:pt x="76379" y="101476"/>
                  <a:pt x="75545" y="101033"/>
                </a:cubicBezTo>
                <a:cubicBezTo>
                  <a:pt x="76715" y="100211"/>
                  <a:pt x="77835" y="99365"/>
                  <a:pt x="78905" y="98494"/>
                </a:cubicBezTo>
                <a:close/>
                <a:moveTo>
                  <a:pt x="27535" y="101708"/>
                </a:moveTo>
                <a:cubicBezTo>
                  <a:pt x="27457" y="101731"/>
                  <a:pt x="27379" y="101753"/>
                  <a:pt x="27301" y="101774"/>
                </a:cubicBezTo>
                <a:lnTo>
                  <a:pt x="27301" y="101774"/>
                </a:lnTo>
                <a:cubicBezTo>
                  <a:pt x="27378" y="101750"/>
                  <a:pt x="27456" y="101727"/>
                  <a:pt x="27535" y="101708"/>
                </a:cubicBezTo>
                <a:close/>
                <a:moveTo>
                  <a:pt x="78507" y="101630"/>
                </a:moveTo>
                <a:lnTo>
                  <a:pt x="78507" y="101655"/>
                </a:lnTo>
                <a:cubicBezTo>
                  <a:pt x="78507" y="101655"/>
                  <a:pt x="78457" y="101705"/>
                  <a:pt x="78382" y="101755"/>
                </a:cubicBezTo>
                <a:cubicBezTo>
                  <a:pt x="78357" y="101755"/>
                  <a:pt x="78357" y="101779"/>
                  <a:pt x="78333" y="101779"/>
                </a:cubicBezTo>
                <a:cubicBezTo>
                  <a:pt x="78283" y="101779"/>
                  <a:pt x="78258" y="101804"/>
                  <a:pt x="78233" y="101804"/>
                </a:cubicBezTo>
                <a:cubicBezTo>
                  <a:pt x="78217" y="101821"/>
                  <a:pt x="78190" y="101826"/>
                  <a:pt x="78159" y="101842"/>
                </a:cubicBezTo>
                <a:lnTo>
                  <a:pt x="78159" y="101842"/>
                </a:lnTo>
                <a:lnTo>
                  <a:pt x="78382" y="101680"/>
                </a:lnTo>
                <a:cubicBezTo>
                  <a:pt x="78407" y="101655"/>
                  <a:pt x="78482" y="101655"/>
                  <a:pt x="78507" y="101630"/>
                </a:cubicBezTo>
                <a:close/>
                <a:moveTo>
                  <a:pt x="75296" y="101107"/>
                </a:moveTo>
                <a:cubicBezTo>
                  <a:pt x="75370" y="101157"/>
                  <a:pt x="75395" y="101182"/>
                  <a:pt x="75470" y="101207"/>
                </a:cubicBezTo>
                <a:cubicBezTo>
                  <a:pt x="75520" y="101257"/>
                  <a:pt x="75545" y="101282"/>
                  <a:pt x="75619" y="101282"/>
                </a:cubicBezTo>
                <a:cubicBezTo>
                  <a:pt x="75719" y="101307"/>
                  <a:pt x="75794" y="101381"/>
                  <a:pt x="75868" y="101406"/>
                </a:cubicBezTo>
                <a:cubicBezTo>
                  <a:pt x="75918" y="101431"/>
                  <a:pt x="76018" y="101456"/>
                  <a:pt x="76092" y="101481"/>
                </a:cubicBezTo>
                <a:cubicBezTo>
                  <a:pt x="76142" y="101531"/>
                  <a:pt x="76167" y="101531"/>
                  <a:pt x="76242" y="101555"/>
                </a:cubicBezTo>
                <a:lnTo>
                  <a:pt x="76515" y="101655"/>
                </a:lnTo>
                <a:lnTo>
                  <a:pt x="76540" y="101655"/>
                </a:lnTo>
                <a:cubicBezTo>
                  <a:pt x="76914" y="101779"/>
                  <a:pt x="77262" y="101829"/>
                  <a:pt x="77586" y="101829"/>
                </a:cubicBezTo>
                <a:cubicBezTo>
                  <a:pt x="77636" y="101829"/>
                  <a:pt x="77710" y="101829"/>
                  <a:pt x="77760" y="101804"/>
                </a:cubicBezTo>
                <a:lnTo>
                  <a:pt x="77760" y="101804"/>
                </a:lnTo>
                <a:cubicBezTo>
                  <a:pt x="77735" y="101829"/>
                  <a:pt x="77710" y="101829"/>
                  <a:pt x="77660" y="101854"/>
                </a:cubicBezTo>
                <a:cubicBezTo>
                  <a:pt x="77574" y="101869"/>
                  <a:pt x="77483" y="101876"/>
                  <a:pt x="77388" y="101876"/>
                </a:cubicBezTo>
                <a:cubicBezTo>
                  <a:pt x="76823" y="101876"/>
                  <a:pt x="76102" y="101626"/>
                  <a:pt x="75271" y="101157"/>
                </a:cubicBezTo>
                <a:lnTo>
                  <a:pt x="75296" y="101107"/>
                </a:lnTo>
                <a:close/>
                <a:moveTo>
                  <a:pt x="24966" y="91748"/>
                </a:moveTo>
                <a:cubicBezTo>
                  <a:pt x="24468" y="95457"/>
                  <a:pt x="24543" y="98917"/>
                  <a:pt x="25339" y="102053"/>
                </a:cubicBezTo>
                <a:lnTo>
                  <a:pt x="25265" y="102053"/>
                </a:lnTo>
                <a:cubicBezTo>
                  <a:pt x="24493" y="98917"/>
                  <a:pt x="24393" y="95457"/>
                  <a:pt x="24891" y="91748"/>
                </a:cubicBezTo>
                <a:close/>
                <a:moveTo>
                  <a:pt x="32060" y="90379"/>
                </a:moveTo>
                <a:cubicBezTo>
                  <a:pt x="32259" y="93242"/>
                  <a:pt x="32856" y="96179"/>
                  <a:pt x="33802" y="98967"/>
                </a:cubicBezTo>
                <a:cubicBezTo>
                  <a:pt x="33553" y="99141"/>
                  <a:pt x="33304" y="99266"/>
                  <a:pt x="33056" y="99390"/>
                </a:cubicBezTo>
                <a:cubicBezTo>
                  <a:pt x="32807" y="99514"/>
                  <a:pt x="32558" y="99664"/>
                  <a:pt x="32309" y="99788"/>
                </a:cubicBezTo>
                <a:cubicBezTo>
                  <a:pt x="31960" y="99938"/>
                  <a:pt x="31612" y="100087"/>
                  <a:pt x="31313" y="100261"/>
                </a:cubicBezTo>
                <a:cubicBezTo>
                  <a:pt x="31014" y="100386"/>
                  <a:pt x="30790" y="100510"/>
                  <a:pt x="30492" y="100585"/>
                </a:cubicBezTo>
                <a:cubicBezTo>
                  <a:pt x="30168" y="100709"/>
                  <a:pt x="29845" y="100834"/>
                  <a:pt x="29496" y="100958"/>
                </a:cubicBezTo>
                <a:cubicBezTo>
                  <a:pt x="29222" y="101058"/>
                  <a:pt x="28924" y="101182"/>
                  <a:pt x="28625" y="101282"/>
                </a:cubicBezTo>
                <a:cubicBezTo>
                  <a:pt x="28326" y="101381"/>
                  <a:pt x="27978" y="101456"/>
                  <a:pt x="27679" y="101555"/>
                </a:cubicBezTo>
                <a:cubicBezTo>
                  <a:pt x="27355" y="101655"/>
                  <a:pt x="27057" y="101755"/>
                  <a:pt x="26733" y="101804"/>
                </a:cubicBezTo>
                <a:lnTo>
                  <a:pt x="25812" y="102004"/>
                </a:lnTo>
                <a:cubicBezTo>
                  <a:pt x="25713" y="102028"/>
                  <a:pt x="25638" y="102028"/>
                  <a:pt x="25538" y="102053"/>
                </a:cubicBezTo>
                <a:cubicBezTo>
                  <a:pt x="24742" y="98892"/>
                  <a:pt x="24617" y="95432"/>
                  <a:pt x="25140" y="91724"/>
                </a:cubicBezTo>
                <a:cubicBezTo>
                  <a:pt x="27355" y="91475"/>
                  <a:pt x="29695" y="91002"/>
                  <a:pt x="32060" y="90379"/>
                </a:cubicBezTo>
                <a:close/>
                <a:moveTo>
                  <a:pt x="25538" y="102103"/>
                </a:moveTo>
                <a:cubicBezTo>
                  <a:pt x="25588" y="102128"/>
                  <a:pt x="25638" y="102134"/>
                  <a:pt x="25688" y="102134"/>
                </a:cubicBezTo>
                <a:cubicBezTo>
                  <a:pt x="25702" y="102134"/>
                  <a:pt x="25716" y="102134"/>
                  <a:pt x="25730" y="102133"/>
                </a:cubicBezTo>
                <a:lnTo>
                  <a:pt x="25730" y="102133"/>
                </a:lnTo>
                <a:cubicBezTo>
                  <a:pt x="25662" y="102150"/>
                  <a:pt x="25595" y="102166"/>
                  <a:pt x="25538" y="102178"/>
                </a:cubicBezTo>
                <a:lnTo>
                  <a:pt x="25538" y="102153"/>
                </a:lnTo>
                <a:lnTo>
                  <a:pt x="25538" y="102103"/>
                </a:lnTo>
                <a:close/>
                <a:moveTo>
                  <a:pt x="33927" y="99365"/>
                </a:moveTo>
                <a:cubicBezTo>
                  <a:pt x="34076" y="99838"/>
                  <a:pt x="34275" y="100311"/>
                  <a:pt x="34449" y="100784"/>
                </a:cubicBezTo>
                <a:cubicBezTo>
                  <a:pt x="31459" y="101575"/>
                  <a:pt x="28517" y="102145"/>
                  <a:pt x="25771" y="102396"/>
                </a:cubicBezTo>
                <a:lnTo>
                  <a:pt x="25771" y="102396"/>
                </a:lnTo>
                <a:cubicBezTo>
                  <a:pt x="25797" y="102391"/>
                  <a:pt x="25824" y="102378"/>
                  <a:pt x="25837" y="102352"/>
                </a:cubicBezTo>
                <a:lnTo>
                  <a:pt x="26758" y="102178"/>
                </a:lnTo>
                <a:lnTo>
                  <a:pt x="27804" y="101904"/>
                </a:lnTo>
                <a:cubicBezTo>
                  <a:pt x="28102" y="101804"/>
                  <a:pt x="28376" y="101730"/>
                  <a:pt x="28700" y="101655"/>
                </a:cubicBezTo>
                <a:cubicBezTo>
                  <a:pt x="29048" y="101555"/>
                  <a:pt x="29347" y="101431"/>
                  <a:pt x="29695" y="101307"/>
                </a:cubicBezTo>
                <a:cubicBezTo>
                  <a:pt x="29994" y="101182"/>
                  <a:pt x="30318" y="101083"/>
                  <a:pt x="30591" y="100958"/>
                </a:cubicBezTo>
                <a:cubicBezTo>
                  <a:pt x="30915" y="100834"/>
                  <a:pt x="31189" y="100684"/>
                  <a:pt x="31487" y="100560"/>
                </a:cubicBezTo>
                <a:cubicBezTo>
                  <a:pt x="31811" y="100435"/>
                  <a:pt x="32110" y="100286"/>
                  <a:pt x="32433" y="100162"/>
                </a:cubicBezTo>
                <a:cubicBezTo>
                  <a:pt x="32707" y="99987"/>
                  <a:pt x="32981" y="99838"/>
                  <a:pt x="33280" y="99714"/>
                </a:cubicBezTo>
                <a:cubicBezTo>
                  <a:pt x="33479" y="99589"/>
                  <a:pt x="33703" y="99490"/>
                  <a:pt x="33927" y="99365"/>
                </a:cubicBezTo>
                <a:close/>
                <a:moveTo>
                  <a:pt x="14039" y="90927"/>
                </a:moveTo>
                <a:lnTo>
                  <a:pt x="14039" y="90927"/>
                </a:lnTo>
                <a:cubicBezTo>
                  <a:pt x="16229" y="91574"/>
                  <a:pt x="18644" y="91948"/>
                  <a:pt x="21282" y="91948"/>
                </a:cubicBezTo>
                <a:cubicBezTo>
                  <a:pt x="22377" y="91948"/>
                  <a:pt x="23522" y="91873"/>
                  <a:pt x="24692" y="91748"/>
                </a:cubicBezTo>
                <a:lnTo>
                  <a:pt x="24692" y="91748"/>
                </a:lnTo>
                <a:cubicBezTo>
                  <a:pt x="24194" y="95457"/>
                  <a:pt x="24269" y="98942"/>
                  <a:pt x="25041" y="102053"/>
                </a:cubicBezTo>
                <a:cubicBezTo>
                  <a:pt x="24916" y="102078"/>
                  <a:pt x="24841" y="102128"/>
                  <a:pt x="24717" y="102128"/>
                </a:cubicBezTo>
                <a:cubicBezTo>
                  <a:pt x="24418" y="102153"/>
                  <a:pt x="24145" y="102178"/>
                  <a:pt x="23846" y="102203"/>
                </a:cubicBezTo>
                <a:cubicBezTo>
                  <a:pt x="23472" y="102252"/>
                  <a:pt x="23099" y="102302"/>
                  <a:pt x="22726" y="102327"/>
                </a:cubicBezTo>
                <a:cubicBezTo>
                  <a:pt x="22552" y="102327"/>
                  <a:pt x="22402" y="102327"/>
                  <a:pt x="22253" y="102377"/>
                </a:cubicBezTo>
                <a:cubicBezTo>
                  <a:pt x="21780" y="102427"/>
                  <a:pt x="21282" y="102427"/>
                  <a:pt x="20759" y="102427"/>
                </a:cubicBezTo>
                <a:cubicBezTo>
                  <a:pt x="20137" y="102427"/>
                  <a:pt x="19540" y="102402"/>
                  <a:pt x="18917" y="102377"/>
                </a:cubicBezTo>
                <a:cubicBezTo>
                  <a:pt x="17399" y="102203"/>
                  <a:pt x="15980" y="101929"/>
                  <a:pt x="14611" y="101531"/>
                </a:cubicBezTo>
                <a:cubicBezTo>
                  <a:pt x="13790" y="98295"/>
                  <a:pt x="13640" y="94710"/>
                  <a:pt x="14039" y="90927"/>
                </a:cubicBezTo>
                <a:close/>
                <a:moveTo>
                  <a:pt x="6744" y="100357"/>
                </a:moveTo>
                <a:lnTo>
                  <a:pt x="6744" y="100357"/>
                </a:lnTo>
                <a:cubicBezTo>
                  <a:pt x="6861" y="100590"/>
                  <a:pt x="6977" y="100823"/>
                  <a:pt x="7094" y="101033"/>
                </a:cubicBezTo>
                <a:cubicBezTo>
                  <a:pt x="7268" y="101307"/>
                  <a:pt x="7393" y="101580"/>
                  <a:pt x="7542" y="101879"/>
                </a:cubicBezTo>
                <a:cubicBezTo>
                  <a:pt x="7660" y="102068"/>
                  <a:pt x="7778" y="102278"/>
                  <a:pt x="7896" y="102469"/>
                </a:cubicBezTo>
                <a:lnTo>
                  <a:pt x="7896" y="102469"/>
                </a:lnTo>
                <a:cubicBezTo>
                  <a:pt x="7838" y="102403"/>
                  <a:pt x="7772" y="102330"/>
                  <a:pt x="7716" y="102252"/>
                </a:cubicBezTo>
                <a:lnTo>
                  <a:pt x="7443" y="101779"/>
                </a:lnTo>
                <a:cubicBezTo>
                  <a:pt x="7393" y="101680"/>
                  <a:pt x="7318" y="101555"/>
                  <a:pt x="7293" y="101431"/>
                </a:cubicBezTo>
                <a:cubicBezTo>
                  <a:pt x="7099" y="101086"/>
                  <a:pt x="6905" y="100723"/>
                  <a:pt x="6744" y="100357"/>
                </a:cubicBezTo>
                <a:close/>
                <a:moveTo>
                  <a:pt x="25115" y="102252"/>
                </a:moveTo>
                <a:lnTo>
                  <a:pt x="25115" y="102302"/>
                </a:lnTo>
                <a:cubicBezTo>
                  <a:pt x="24991" y="102327"/>
                  <a:pt x="24866" y="102352"/>
                  <a:pt x="24742" y="102352"/>
                </a:cubicBezTo>
                <a:cubicBezTo>
                  <a:pt x="24468" y="102402"/>
                  <a:pt x="24145" y="102427"/>
                  <a:pt x="23871" y="102452"/>
                </a:cubicBezTo>
                <a:cubicBezTo>
                  <a:pt x="23771" y="102452"/>
                  <a:pt x="23647" y="102501"/>
                  <a:pt x="23572" y="102501"/>
                </a:cubicBezTo>
                <a:cubicBezTo>
                  <a:pt x="23382" y="102501"/>
                  <a:pt x="23207" y="102501"/>
                  <a:pt x="23024" y="102512"/>
                </a:cubicBezTo>
                <a:lnTo>
                  <a:pt x="23024" y="102512"/>
                </a:lnTo>
                <a:cubicBezTo>
                  <a:pt x="23359" y="102480"/>
                  <a:pt x="23680" y="102423"/>
                  <a:pt x="24020" y="102402"/>
                </a:cubicBezTo>
                <a:cubicBezTo>
                  <a:pt x="24269" y="102377"/>
                  <a:pt x="24493" y="102327"/>
                  <a:pt x="24742" y="102302"/>
                </a:cubicBezTo>
                <a:cubicBezTo>
                  <a:pt x="24891" y="102302"/>
                  <a:pt x="24991" y="102277"/>
                  <a:pt x="25115" y="102252"/>
                </a:cubicBezTo>
                <a:close/>
                <a:moveTo>
                  <a:pt x="25464" y="102576"/>
                </a:moveTo>
                <a:cubicBezTo>
                  <a:pt x="25489" y="102626"/>
                  <a:pt x="25489" y="102651"/>
                  <a:pt x="25489" y="102676"/>
                </a:cubicBezTo>
                <a:lnTo>
                  <a:pt x="25439" y="102676"/>
                </a:lnTo>
                <a:cubicBezTo>
                  <a:pt x="25439" y="102651"/>
                  <a:pt x="25389" y="102626"/>
                  <a:pt x="25389" y="102576"/>
                </a:cubicBezTo>
                <a:close/>
                <a:moveTo>
                  <a:pt x="34524" y="100958"/>
                </a:moveTo>
                <a:cubicBezTo>
                  <a:pt x="34524" y="101008"/>
                  <a:pt x="34549" y="101033"/>
                  <a:pt x="34549" y="101058"/>
                </a:cubicBezTo>
                <a:cubicBezTo>
                  <a:pt x="31463" y="101904"/>
                  <a:pt x="28500" y="102427"/>
                  <a:pt x="25663" y="102676"/>
                </a:cubicBezTo>
                <a:cubicBezTo>
                  <a:pt x="25663" y="102651"/>
                  <a:pt x="25638" y="102626"/>
                  <a:pt x="25638" y="102576"/>
                </a:cubicBezTo>
                <a:cubicBezTo>
                  <a:pt x="28476" y="102327"/>
                  <a:pt x="31438" y="101779"/>
                  <a:pt x="34524" y="100958"/>
                </a:cubicBezTo>
                <a:close/>
                <a:moveTo>
                  <a:pt x="16503" y="102228"/>
                </a:moveTo>
                <a:cubicBezTo>
                  <a:pt x="16827" y="102302"/>
                  <a:pt x="17175" y="102327"/>
                  <a:pt x="17524" y="102402"/>
                </a:cubicBezTo>
                <a:cubicBezTo>
                  <a:pt x="17573" y="102402"/>
                  <a:pt x="17648" y="102427"/>
                  <a:pt x="17673" y="102427"/>
                </a:cubicBezTo>
                <a:cubicBezTo>
                  <a:pt x="18071" y="102476"/>
                  <a:pt x="18519" y="102526"/>
                  <a:pt x="18967" y="102551"/>
                </a:cubicBezTo>
                <a:cubicBezTo>
                  <a:pt x="19540" y="102626"/>
                  <a:pt x="20162" y="102676"/>
                  <a:pt x="20784" y="102700"/>
                </a:cubicBezTo>
                <a:lnTo>
                  <a:pt x="20759" y="102700"/>
                </a:lnTo>
                <a:cubicBezTo>
                  <a:pt x="20386" y="102700"/>
                  <a:pt x="20038" y="102700"/>
                  <a:pt x="19664" y="102676"/>
                </a:cubicBezTo>
                <a:cubicBezTo>
                  <a:pt x="19490" y="102676"/>
                  <a:pt x="19291" y="102651"/>
                  <a:pt x="19117" y="102651"/>
                </a:cubicBezTo>
                <a:cubicBezTo>
                  <a:pt x="19017" y="102651"/>
                  <a:pt x="18917" y="102651"/>
                  <a:pt x="18818" y="102601"/>
                </a:cubicBezTo>
                <a:cubicBezTo>
                  <a:pt x="18021" y="102526"/>
                  <a:pt x="17250" y="102402"/>
                  <a:pt x="16503" y="102228"/>
                </a:cubicBezTo>
                <a:close/>
                <a:moveTo>
                  <a:pt x="25215" y="102626"/>
                </a:moveTo>
                <a:cubicBezTo>
                  <a:pt x="25215" y="102651"/>
                  <a:pt x="25240" y="102676"/>
                  <a:pt x="25240" y="102700"/>
                </a:cubicBezTo>
                <a:cubicBezTo>
                  <a:pt x="24393" y="102775"/>
                  <a:pt x="23597" y="102800"/>
                  <a:pt x="22776" y="102800"/>
                </a:cubicBezTo>
                <a:lnTo>
                  <a:pt x="23622" y="102700"/>
                </a:lnTo>
                <a:lnTo>
                  <a:pt x="25215" y="102626"/>
                </a:lnTo>
                <a:close/>
                <a:moveTo>
                  <a:pt x="2593" y="92982"/>
                </a:moveTo>
                <a:cubicBezTo>
                  <a:pt x="2596" y="92988"/>
                  <a:pt x="2602" y="92993"/>
                  <a:pt x="2614" y="92993"/>
                </a:cubicBezTo>
                <a:cubicBezTo>
                  <a:pt x="2639" y="93068"/>
                  <a:pt x="2688" y="93093"/>
                  <a:pt x="2688" y="93167"/>
                </a:cubicBezTo>
                <a:cubicBezTo>
                  <a:pt x="2713" y="93217"/>
                  <a:pt x="2738" y="93267"/>
                  <a:pt x="2763" y="93366"/>
                </a:cubicBezTo>
                <a:cubicBezTo>
                  <a:pt x="2937" y="93839"/>
                  <a:pt x="3112" y="94312"/>
                  <a:pt x="3261" y="94710"/>
                </a:cubicBezTo>
                <a:cubicBezTo>
                  <a:pt x="4132" y="96976"/>
                  <a:pt x="5800" y="99714"/>
                  <a:pt x="6347" y="100585"/>
                </a:cubicBezTo>
                <a:cubicBezTo>
                  <a:pt x="6771" y="101207"/>
                  <a:pt x="7194" y="101804"/>
                  <a:pt x="7567" y="102327"/>
                </a:cubicBezTo>
                <a:cubicBezTo>
                  <a:pt x="7642" y="102427"/>
                  <a:pt x="7692" y="102526"/>
                  <a:pt x="7716" y="102651"/>
                </a:cubicBezTo>
                <a:lnTo>
                  <a:pt x="7766" y="102651"/>
                </a:lnTo>
                <a:cubicBezTo>
                  <a:pt x="7791" y="102700"/>
                  <a:pt x="7816" y="102775"/>
                  <a:pt x="7891" y="102825"/>
                </a:cubicBezTo>
                <a:cubicBezTo>
                  <a:pt x="7891" y="102875"/>
                  <a:pt x="7916" y="102875"/>
                  <a:pt x="7916" y="102900"/>
                </a:cubicBezTo>
                <a:cubicBezTo>
                  <a:pt x="7841" y="102800"/>
                  <a:pt x="7791" y="102700"/>
                  <a:pt x="7716" y="102651"/>
                </a:cubicBezTo>
                <a:cubicBezTo>
                  <a:pt x="7692" y="102626"/>
                  <a:pt x="7667" y="102576"/>
                  <a:pt x="7667" y="102551"/>
                </a:cubicBezTo>
                <a:cubicBezTo>
                  <a:pt x="7467" y="102302"/>
                  <a:pt x="7268" y="102028"/>
                  <a:pt x="7069" y="101730"/>
                </a:cubicBezTo>
                <a:cubicBezTo>
                  <a:pt x="6820" y="101381"/>
                  <a:pt x="6571" y="101033"/>
                  <a:pt x="6323" y="100659"/>
                </a:cubicBezTo>
                <a:cubicBezTo>
                  <a:pt x="6323" y="100659"/>
                  <a:pt x="6323" y="100610"/>
                  <a:pt x="6298" y="100610"/>
                </a:cubicBezTo>
                <a:lnTo>
                  <a:pt x="6298" y="100585"/>
                </a:lnTo>
                <a:lnTo>
                  <a:pt x="5825" y="99838"/>
                </a:lnTo>
                <a:cubicBezTo>
                  <a:pt x="5352" y="99066"/>
                  <a:pt x="4705" y="97921"/>
                  <a:pt x="4107" y="96727"/>
                </a:cubicBezTo>
                <a:cubicBezTo>
                  <a:pt x="3983" y="96478"/>
                  <a:pt x="3858" y="96229"/>
                  <a:pt x="3784" y="95980"/>
                </a:cubicBezTo>
                <a:cubicBezTo>
                  <a:pt x="3709" y="95831"/>
                  <a:pt x="3609" y="95681"/>
                  <a:pt x="3560" y="95557"/>
                </a:cubicBezTo>
                <a:cubicBezTo>
                  <a:pt x="3435" y="95283"/>
                  <a:pt x="3336" y="95034"/>
                  <a:pt x="3211" y="94760"/>
                </a:cubicBezTo>
                <a:lnTo>
                  <a:pt x="3211" y="94735"/>
                </a:lnTo>
                <a:cubicBezTo>
                  <a:pt x="2989" y="94217"/>
                  <a:pt x="2766" y="93600"/>
                  <a:pt x="2593" y="92982"/>
                </a:cubicBezTo>
                <a:close/>
                <a:moveTo>
                  <a:pt x="43311" y="98170"/>
                </a:moveTo>
                <a:cubicBezTo>
                  <a:pt x="42514" y="99589"/>
                  <a:pt x="41543" y="101008"/>
                  <a:pt x="40423" y="102277"/>
                </a:cubicBezTo>
                <a:lnTo>
                  <a:pt x="40423" y="102302"/>
                </a:lnTo>
                <a:cubicBezTo>
                  <a:pt x="40050" y="102700"/>
                  <a:pt x="39677" y="103124"/>
                  <a:pt x="39303" y="103497"/>
                </a:cubicBezTo>
                <a:lnTo>
                  <a:pt x="39179" y="103621"/>
                </a:lnTo>
                <a:lnTo>
                  <a:pt x="39054" y="103497"/>
                </a:lnTo>
                <a:cubicBezTo>
                  <a:pt x="38781" y="103173"/>
                  <a:pt x="38482" y="102825"/>
                  <a:pt x="38258" y="102501"/>
                </a:cubicBezTo>
                <a:cubicBezTo>
                  <a:pt x="38208" y="102452"/>
                  <a:pt x="38183" y="102402"/>
                  <a:pt x="38158" y="102377"/>
                </a:cubicBezTo>
                <a:cubicBezTo>
                  <a:pt x="38133" y="102327"/>
                  <a:pt x="38133" y="102302"/>
                  <a:pt x="38084" y="102277"/>
                </a:cubicBezTo>
                <a:cubicBezTo>
                  <a:pt x="37810" y="101904"/>
                  <a:pt x="37586" y="101506"/>
                  <a:pt x="37337" y="101083"/>
                </a:cubicBezTo>
                <a:cubicBezTo>
                  <a:pt x="37287" y="101008"/>
                  <a:pt x="37237" y="100908"/>
                  <a:pt x="37187" y="100784"/>
                </a:cubicBezTo>
                <a:cubicBezTo>
                  <a:pt x="37138" y="100684"/>
                  <a:pt x="37088" y="100585"/>
                  <a:pt x="37063" y="100460"/>
                </a:cubicBezTo>
                <a:cubicBezTo>
                  <a:pt x="39104" y="99813"/>
                  <a:pt x="41195" y="99041"/>
                  <a:pt x="43311" y="98170"/>
                </a:cubicBezTo>
                <a:close/>
                <a:moveTo>
                  <a:pt x="36839" y="100560"/>
                </a:moveTo>
                <a:lnTo>
                  <a:pt x="36839" y="100560"/>
                </a:lnTo>
                <a:cubicBezTo>
                  <a:pt x="36939" y="100709"/>
                  <a:pt x="37038" y="100883"/>
                  <a:pt x="37088" y="101008"/>
                </a:cubicBezTo>
                <a:cubicBezTo>
                  <a:pt x="37138" y="101058"/>
                  <a:pt x="37163" y="101083"/>
                  <a:pt x="37163" y="101157"/>
                </a:cubicBezTo>
                <a:cubicBezTo>
                  <a:pt x="37163" y="101182"/>
                  <a:pt x="37187" y="101207"/>
                  <a:pt x="37187" y="101207"/>
                </a:cubicBezTo>
                <a:cubicBezTo>
                  <a:pt x="37212" y="101282"/>
                  <a:pt x="37237" y="101331"/>
                  <a:pt x="37287" y="101381"/>
                </a:cubicBezTo>
                <a:cubicBezTo>
                  <a:pt x="37387" y="101531"/>
                  <a:pt x="37436" y="101655"/>
                  <a:pt x="37536" y="101779"/>
                </a:cubicBezTo>
                <a:cubicBezTo>
                  <a:pt x="37536" y="101804"/>
                  <a:pt x="37561" y="101804"/>
                  <a:pt x="37561" y="101829"/>
                </a:cubicBezTo>
                <a:cubicBezTo>
                  <a:pt x="37586" y="101879"/>
                  <a:pt x="37586" y="101904"/>
                  <a:pt x="37636" y="101929"/>
                </a:cubicBezTo>
                <a:cubicBezTo>
                  <a:pt x="37660" y="101954"/>
                  <a:pt x="37685" y="102028"/>
                  <a:pt x="37710" y="102053"/>
                </a:cubicBezTo>
                <a:cubicBezTo>
                  <a:pt x="37785" y="102178"/>
                  <a:pt x="37884" y="102277"/>
                  <a:pt x="37934" y="102402"/>
                </a:cubicBezTo>
                <a:cubicBezTo>
                  <a:pt x="37959" y="102427"/>
                  <a:pt x="38009" y="102501"/>
                  <a:pt x="38034" y="102526"/>
                </a:cubicBezTo>
                <a:cubicBezTo>
                  <a:pt x="38059" y="102576"/>
                  <a:pt x="38133" y="102651"/>
                  <a:pt x="38158" y="102700"/>
                </a:cubicBezTo>
                <a:lnTo>
                  <a:pt x="38258" y="102800"/>
                </a:lnTo>
                <a:cubicBezTo>
                  <a:pt x="38283" y="102875"/>
                  <a:pt x="38308" y="102900"/>
                  <a:pt x="38382" y="102949"/>
                </a:cubicBezTo>
                <a:cubicBezTo>
                  <a:pt x="38382" y="102949"/>
                  <a:pt x="38382" y="102999"/>
                  <a:pt x="38407" y="102999"/>
                </a:cubicBezTo>
                <a:cubicBezTo>
                  <a:pt x="38457" y="103049"/>
                  <a:pt x="38507" y="103124"/>
                  <a:pt x="38557" y="103173"/>
                </a:cubicBezTo>
                <a:cubicBezTo>
                  <a:pt x="38631" y="103248"/>
                  <a:pt x="38681" y="103323"/>
                  <a:pt x="38756" y="103397"/>
                </a:cubicBezTo>
                <a:lnTo>
                  <a:pt x="38805" y="103447"/>
                </a:lnTo>
                <a:cubicBezTo>
                  <a:pt x="38880" y="103522"/>
                  <a:pt x="38930" y="103621"/>
                  <a:pt x="39005" y="103696"/>
                </a:cubicBezTo>
                <a:lnTo>
                  <a:pt x="38955" y="103746"/>
                </a:lnTo>
                <a:lnTo>
                  <a:pt x="38930" y="103771"/>
                </a:lnTo>
                <a:cubicBezTo>
                  <a:pt x="38781" y="103621"/>
                  <a:pt x="38656" y="103447"/>
                  <a:pt x="38532" y="103298"/>
                </a:cubicBezTo>
                <a:cubicBezTo>
                  <a:pt x="38432" y="103173"/>
                  <a:pt x="38308" y="103049"/>
                  <a:pt x="38208" y="102900"/>
                </a:cubicBezTo>
                <a:cubicBezTo>
                  <a:pt x="38084" y="102750"/>
                  <a:pt x="38009" y="102626"/>
                  <a:pt x="37909" y="102452"/>
                </a:cubicBezTo>
                <a:cubicBezTo>
                  <a:pt x="37810" y="102327"/>
                  <a:pt x="37710" y="102203"/>
                  <a:pt x="37636" y="102053"/>
                </a:cubicBezTo>
                <a:cubicBezTo>
                  <a:pt x="37511" y="101879"/>
                  <a:pt x="37412" y="101680"/>
                  <a:pt x="37287" y="101506"/>
                </a:cubicBezTo>
                <a:cubicBezTo>
                  <a:pt x="37262" y="101431"/>
                  <a:pt x="37187" y="101331"/>
                  <a:pt x="37163" y="101282"/>
                </a:cubicBezTo>
                <a:lnTo>
                  <a:pt x="37063" y="101083"/>
                </a:lnTo>
                <a:cubicBezTo>
                  <a:pt x="37013" y="100958"/>
                  <a:pt x="36914" y="100784"/>
                  <a:pt x="36839" y="100560"/>
                </a:cubicBezTo>
                <a:close/>
                <a:moveTo>
                  <a:pt x="43784" y="98046"/>
                </a:moveTo>
                <a:cubicBezTo>
                  <a:pt x="43759" y="98071"/>
                  <a:pt x="43759" y="98096"/>
                  <a:pt x="43734" y="98145"/>
                </a:cubicBezTo>
                <a:cubicBezTo>
                  <a:pt x="43609" y="98345"/>
                  <a:pt x="43460" y="98569"/>
                  <a:pt x="43311" y="98793"/>
                </a:cubicBezTo>
                <a:cubicBezTo>
                  <a:pt x="43311" y="98793"/>
                  <a:pt x="43311" y="98817"/>
                  <a:pt x="43286" y="98817"/>
                </a:cubicBezTo>
                <a:cubicBezTo>
                  <a:pt x="43161" y="99041"/>
                  <a:pt x="43037" y="99266"/>
                  <a:pt x="42912" y="99440"/>
                </a:cubicBezTo>
                <a:lnTo>
                  <a:pt x="42738" y="99714"/>
                </a:lnTo>
                <a:cubicBezTo>
                  <a:pt x="42440" y="100162"/>
                  <a:pt x="42141" y="100585"/>
                  <a:pt x="41817" y="101033"/>
                </a:cubicBezTo>
                <a:cubicBezTo>
                  <a:pt x="41767" y="101083"/>
                  <a:pt x="41693" y="101182"/>
                  <a:pt x="41643" y="101257"/>
                </a:cubicBezTo>
                <a:cubicBezTo>
                  <a:pt x="41295" y="101680"/>
                  <a:pt x="40946" y="102078"/>
                  <a:pt x="40573" y="102526"/>
                </a:cubicBezTo>
                <a:cubicBezTo>
                  <a:pt x="40523" y="102576"/>
                  <a:pt x="40448" y="102651"/>
                  <a:pt x="40423" y="102700"/>
                </a:cubicBezTo>
                <a:cubicBezTo>
                  <a:pt x="40075" y="103074"/>
                  <a:pt x="39751" y="103447"/>
                  <a:pt x="39378" y="103821"/>
                </a:cubicBezTo>
                <a:lnTo>
                  <a:pt x="39328" y="103796"/>
                </a:lnTo>
                <a:cubicBezTo>
                  <a:pt x="39303" y="103771"/>
                  <a:pt x="39303" y="103771"/>
                  <a:pt x="39328" y="103746"/>
                </a:cubicBezTo>
                <a:cubicBezTo>
                  <a:pt x="39701" y="103373"/>
                  <a:pt x="40075" y="102949"/>
                  <a:pt x="40448" y="102576"/>
                </a:cubicBezTo>
                <a:lnTo>
                  <a:pt x="40548" y="102501"/>
                </a:lnTo>
                <a:cubicBezTo>
                  <a:pt x="41792" y="101083"/>
                  <a:pt x="42813" y="99639"/>
                  <a:pt x="43684" y="98071"/>
                </a:cubicBezTo>
                <a:cubicBezTo>
                  <a:pt x="43734" y="98071"/>
                  <a:pt x="43734" y="98071"/>
                  <a:pt x="43759" y="98046"/>
                </a:cubicBezTo>
                <a:close/>
                <a:moveTo>
                  <a:pt x="39179" y="103821"/>
                </a:moveTo>
                <a:cubicBezTo>
                  <a:pt x="39179" y="103895"/>
                  <a:pt x="39179" y="103895"/>
                  <a:pt x="39204" y="103920"/>
                </a:cubicBezTo>
                <a:lnTo>
                  <a:pt x="39204" y="103920"/>
                </a:lnTo>
                <a:lnTo>
                  <a:pt x="39204" y="103920"/>
                </a:lnTo>
                <a:cubicBezTo>
                  <a:pt x="39204" y="103933"/>
                  <a:pt x="39197" y="103939"/>
                  <a:pt x="39194" y="103939"/>
                </a:cubicBezTo>
                <a:cubicBezTo>
                  <a:pt x="39191" y="103939"/>
                  <a:pt x="39191" y="103933"/>
                  <a:pt x="39204" y="103920"/>
                </a:cubicBezTo>
                <a:lnTo>
                  <a:pt x="39204" y="103920"/>
                </a:lnTo>
                <a:lnTo>
                  <a:pt x="39179" y="103945"/>
                </a:lnTo>
                <a:lnTo>
                  <a:pt x="39154" y="103920"/>
                </a:lnTo>
                <a:cubicBezTo>
                  <a:pt x="39154" y="103920"/>
                  <a:pt x="39154" y="103895"/>
                  <a:pt x="39129" y="103895"/>
                </a:cubicBezTo>
                <a:lnTo>
                  <a:pt x="39154" y="103870"/>
                </a:lnTo>
                <a:lnTo>
                  <a:pt x="39179" y="103821"/>
                </a:lnTo>
                <a:close/>
                <a:moveTo>
                  <a:pt x="39303" y="104069"/>
                </a:moveTo>
                <a:cubicBezTo>
                  <a:pt x="39378" y="104069"/>
                  <a:pt x="39403" y="104119"/>
                  <a:pt x="39403" y="104144"/>
                </a:cubicBezTo>
                <a:cubicBezTo>
                  <a:pt x="39627" y="104368"/>
                  <a:pt x="39826" y="104542"/>
                  <a:pt x="40075" y="104766"/>
                </a:cubicBezTo>
                <a:cubicBezTo>
                  <a:pt x="40150" y="104816"/>
                  <a:pt x="40199" y="104866"/>
                  <a:pt x="40274" y="104916"/>
                </a:cubicBezTo>
                <a:cubicBezTo>
                  <a:pt x="40498" y="105115"/>
                  <a:pt x="40697" y="105264"/>
                  <a:pt x="40946" y="105414"/>
                </a:cubicBezTo>
                <a:cubicBezTo>
                  <a:pt x="40958" y="105426"/>
                  <a:pt x="40971" y="105436"/>
                  <a:pt x="40984" y="105446"/>
                </a:cubicBezTo>
                <a:lnTo>
                  <a:pt x="40984" y="105446"/>
                </a:lnTo>
                <a:cubicBezTo>
                  <a:pt x="40334" y="105064"/>
                  <a:pt x="39787" y="104599"/>
                  <a:pt x="39303" y="104069"/>
                </a:cubicBezTo>
                <a:close/>
                <a:moveTo>
                  <a:pt x="77884" y="102128"/>
                </a:moveTo>
                <a:cubicBezTo>
                  <a:pt x="77163" y="102626"/>
                  <a:pt x="76416" y="103074"/>
                  <a:pt x="75719" y="103572"/>
                </a:cubicBezTo>
                <a:cubicBezTo>
                  <a:pt x="75669" y="103572"/>
                  <a:pt x="75669" y="103621"/>
                  <a:pt x="75644" y="103621"/>
                </a:cubicBezTo>
                <a:cubicBezTo>
                  <a:pt x="75296" y="103821"/>
                  <a:pt x="74997" y="104045"/>
                  <a:pt x="74649" y="104269"/>
                </a:cubicBezTo>
                <a:cubicBezTo>
                  <a:pt x="74499" y="104368"/>
                  <a:pt x="74300" y="104493"/>
                  <a:pt x="74151" y="104567"/>
                </a:cubicBezTo>
                <a:cubicBezTo>
                  <a:pt x="74101" y="104617"/>
                  <a:pt x="74026" y="104642"/>
                  <a:pt x="73952" y="104692"/>
                </a:cubicBezTo>
                <a:cubicBezTo>
                  <a:pt x="73777" y="104816"/>
                  <a:pt x="73603" y="104916"/>
                  <a:pt x="73429" y="105015"/>
                </a:cubicBezTo>
                <a:cubicBezTo>
                  <a:pt x="73080" y="105237"/>
                  <a:pt x="72710" y="105450"/>
                  <a:pt x="72347" y="105664"/>
                </a:cubicBezTo>
                <a:lnTo>
                  <a:pt x="72347" y="105664"/>
                </a:lnTo>
                <a:cubicBezTo>
                  <a:pt x="73812" y="104769"/>
                  <a:pt x="75333" y="103810"/>
                  <a:pt x="76491" y="103024"/>
                </a:cubicBezTo>
                <a:cubicBezTo>
                  <a:pt x="76889" y="102750"/>
                  <a:pt x="77287" y="102452"/>
                  <a:pt x="77760" y="102128"/>
                </a:cubicBezTo>
                <a:close/>
                <a:moveTo>
                  <a:pt x="41444" y="105737"/>
                </a:moveTo>
                <a:cubicBezTo>
                  <a:pt x="41446" y="105737"/>
                  <a:pt x="41462" y="105738"/>
                  <a:pt x="41467" y="105752"/>
                </a:cubicBezTo>
                <a:lnTo>
                  <a:pt x="41467" y="105752"/>
                </a:lnTo>
                <a:cubicBezTo>
                  <a:pt x="41459" y="105747"/>
                  <a:pt x="41452" y="105742"/>
                  <a:pt x="41444" y="105737"/>
                </a:cubicBezTo>
                <a:close/>
                <a:moveTo>
                  <a:pt x="68899" y="96154"/>
                </a:moveTo>
                <a:lnTo>
                  <a:pt x="68949" y="96204"/>
                </a:lnTo>
                <a:cubicBezTo>
                  <a:pt x="69795" y="97075"/>
                  <a:pt x="70641" y="97847"/>
                  <a:pt x="71413" y="98569"/>
                </a:cubicBezTo>
                <a:cubicBezTo>
                  <a:pt x="72234" y="99290"/>
                  <a:pt x="72981" y="99888"/>
                  <a:pt x="73678" y="100410"/>
                </a:cubicBezTo>
                <a:cubicBezTo>
                  <a:pt x="73603" y="100460"/>
                  <a:pt x="73529" y="100510"/>
                  <a:pt x="73429" y="100560"/>
                </a:cubicBezTo>
                <a:cubicBezTo>
                  <a:pt x="73080" y="100759"/>
                  <a:pt x="72782" y="100958"/>
                  <a:pt x="72433" y="101157"/>
                </a:cubicBezTo>
                <a:cubicBezTo>
                  <a:pt x="72259" y="101257"/>
                  <a:pt x="72085" y="101331"/>
                  <a:pt x="71911" y="101456"/>
                </a:cubicBezTo>
                <a:cubicBezTo>
                  <a:pt x="67804" y="103771"/>
                  <a:pt x="63721" y="105513"/>
                  <a:pt x="59863" y="106608"/>
                </a:cubicBezTo>
                <a:cubicBezTo>
                  <a:pt x="60461" y="104916"/>
                  <a:pt x="60834" y="103149"/>
                  <a:pt x="60983" y="101307"/>
                </a:cubicBezTo>
                <a:cubicBezTo>
                  <a:pt x="61058" y="101282"/>
                  <a:pt x="61108" y="101257"/>
                  <a:pt x="61183" y="101182"/>
                </a:cubicBezTo>
                <a:cubicBezTo>
                  <a:pt x="63398" y="99888"/>
                  <a:pt x="65588" y="98444"/>
                  <a:pt x="67804" y="96901"/>
                </a:cubicBezTo>
                <a:cubicBezTo>
                  <a:pt x="68177" y="96627"/>
                  <a:pt x="68525" y="96378"/>
                  <a:pt x="68899" y="96154"/>
                </a:cubicBezTo>
                <a:close/>
                <a:moveTo>
                  <a:pt x="60809" y="101431"/>
                </a:moveTo>
                <a:cubicBezTo>
                  <a:pt x="60610" y="103273"/>
                  <a:pt x="60262" y="105015"/>
                  <a:pt x="59689" y="106658"/>
                </a:cubicBezTo>
                <a:cubicBezTo>
                  <a:pt x="59652" y="106658"/>
                  <a:pt x="59629" y="106658"/>
                  <a:pt x="59620" y="106668"/>
                </a:cubicBezTo>
                <a:lnTo>
                  <a:pt x="59620" y="106668"/>
                </a:lnTo>
                <a:cubicBezTo>
                  <a:pt x="60189" y="105029"/>
                  <a:pt x="60561" y="103267"/>
                  <a:pt x="60734" y="101456"/>
                </a:cubicBezTo>
                <a:cubicBezTo>
                  <a:pt x="60784" y="101456"/>
                  <a:pt x="60784" y="101431"/>
                  <a:pt x="60809" y="101431"/>
                </a:cubicBezTo>
                <a:close/>
                <a:moveTo>
                  <a:pt x="47468" y="96328"/>
                </a:moveTo>
                <a:cubicBezTo>
                  <a:pt x="47891" y="96577"/>
                  <a:pt x="48364" y="96801"/>
                  <a:pt x="48837" y="96976"/>
                </a:cubicBezTo>
                <a:cubicBezTo>
                  <a:pt x="47990" y="100510"/>
                  <a:pt x="46397" y="103920"/>
                  <a:pt x="44033" y="106882"/>
                </a:cubicBezTo>
                <a:cubicBezTo>
                  <a:pt x="43933" y="106783"/>
                  <a:pt x="43809" y="106733"/>
                  <a:pt x="43659" y="106658"/>
                </a:cubicBezTo>
                <a:cubicBezTo>
                  <a:pt x="43410" y="106559"/>
                  <a:pt x="43136" y="106434"/>
                  <a:pt x="42888" y="106359"/>
                </a:cubicBezTo>
                <a:cubicBezTo>
                  <a:pt x="42688" y="106260"/>
                  <a:pt x="42514" y="106135"/>
                  <a:pt x="42290" y="106036"/>
                </a:cubicBezTo>
                <a:cubicBezTo>
                  <a:pt x="42041" y="105911"/>
                  <a:pt x="41817" y="105787"/>
                  <a:pt x="41618" y="105662"/>
                </a:cubicBezTo>
                <a:lnTo>
                  <a:pt x="41568" y="105662"/>
                </a:lnTo>
                <a:cubicBezTo>
                  <a:pt x="41394" y="105538"/>
                  <a:pt x="41245" y="105414"/>
                  <a:pt x="41046" y="105289"/>
                </a:cubicBezTo>
                <a:lnTo>
                  <a:pt x="40398" y="104816"/>
                </a:lnTo>
                <a:cubicBezTo>
                  <a:pt x="40249" y="104692"/>
                  <a:pt x="40075" y="104542"/>
                  <a:pt x="39926" y="104393"/>
                </a:cubicBezTo>
                <a:cubicBezTo>
                  <a:pt x="39776" y="104244"/>
                  <a:pt x="39577" y="104119"/>
                  <a:pt x="39428" y="103945"/>
                </a:cubicBezTo>
                <a:cubicBezTo>
                  <a:pt x="39801" y="103572"/>
                  <a:pt x="40174" y="103198"/>
                  <a:pt x="40523" y="102800"/>
                </a:cubicBezTo>
                <a:lnTo>
                  <a:pt x="40647" y="102676"/>
                </a:lnTo>
                <a:cubicBezTo>
                  <a:pt x="41046" y="102203"/>
                  <a:pt x="41419" y="101755"/>
                  <a:pt x="41792" y="101282"/>
                </a:cubicBezTo>
                <a:cubicBezTo>
                  <a:pt x="42614" y="100211"/>
                  <a:pt x="43360" y="99091"/>
                  <a:pt x="43983" y="97921"/>
                </a:cubicBezTo>
                <a:cubicBezTo>
                  <a:pt x="45128" y="97424"/>
                  <a:pt x="46273" y="96901"/>
                  <a:pt x="47468" y="96328"/>
                </a:cubicBezTo>
                <a:close/>
                <a:moveTo>
                  <a:pt x="73877" y="100535"/>
                </a:moveTo>
                <a:lnTo>
                  <a:pt x="73902" y="100560"/>
                </a:lnTo>
                <a:cubicBezTo>
                  <a:pt x="73902" y="100560"/>
                  <a:pt x="73927" y="100560"/>
                  <a:pt x="73927" y="100585"/>
                </a:cubicBezTo>
                <a:cubicBezTo>
                  <a:pt x="73877" y="100635"/>
                  <a:pt x="73802" y="100684"/>
                  <a:pt x="73753" y="100709"/>
                </a:cubicBezTo>
                <a:cubicBezTo>
                  <a:pt x="73529" y="100834"/>
                  <a:pt x="73304" y="100958"/>
                  <a:pt x="73130" y="101083"/>
                </a:cubicBezTo>
                <a:lnTo>
                  <a:pt x="72856" y="101282"/>
                </a:lnTo>
                <a:cubicBezTo>
                  <a:pt x="72657" y="101406"/>
                  <a:pt x="72433" y="101506"/>
                  <a:pt x="72259" y="101630"/>
                </a:cubicBezTo>
                <a:cubicBezTo>
                  <a:pt x="71637" y="101954"/>
                  <a:pt x="71015" y="102302"/>
                  <a:pt x="70417" y="102626"/>
                </a:cubicBezTo>
                <a:lnTo>
                  <a:pt x="69870" y="102900"/>
                </a:lnTo>
                <a:cubicBezTo>
                  <a:pt x="69421" y="103124"/>
                  <a:pt x="68998" y="103323"/>
                  <a:pt x="68575" y="103547"/>
                </a:cubicBezTo>
                <a:cubicBezTo>
                  <a:pt x="68028" y="103821"/>
                  <a:pt x="67505" y="104069"/>
                  <a:pt x="66932" y="104318"/>
                </a:cubicBezTo>
                <a:cubicBezTo>
                  <a:pt x="66883" y="104368"/>
                  <a:pt x="66783" y="104393"/>
                  <a:pt x="66708" y="104418"/>
                </a:cubicBezTo>
                <a:cubicBezTo>
                  <a:pt x="64418" y="105438"/>
                  <a:pt x="62103" y="106285"/>
                  <a:pt x="59913" y="106907"/>
                </a:cubicBezTo>
                <a:lnTo>
                  <a:pt x="59913" y="106882"/>
                </a:lnTo>
                <a:lnTo>
                  <a:pt x="59913" y="106857"/>
                </a:lnTo>
                <a:cubicBezTo>
                  <a:pt x="59938" y="106783"/>
                  <a:pt x="60038" y="106758"/>
                  <a:pt x="60112" y="106733"/>
                </a:cubicBezTo>
                <a:cubicBezTo>
                  <a:pt x="60311" y="106658"/>
                  <a:pt x="60461" y="106633"/>
                  <a:pt x="60635" y="106559"/>
                </a:cubicBezTo>
                <a:cubicBezTo>
                  <a:pt x="61083" y="106434"/>
                  <a:pt x="61506" y="106285"/>
                  <a:pt x="61954" y="106135"/>
                </a:cubicBezTo>
                <a:cubicBezTo>
                  <a:pt x="61979" y="106135"/>
                  <a:pt x="62004" y="106111"/>
                  <a:pt x="62079" y="106111"/>
                </a:cubicBezTo>
                <a:cubicBezTo>
                  <a:pt x="62203" y="106061"/>
                  <a:pt x="62303" y="106036"/>
                  <a:pt x="62427" y="106011"/>
                </a:cubicBezTo>
                <a:cubicBezTo>
                  <a:pt x="62925" y="105812"/>
                  <a:pt x="63448" y="105638"/>
                  <a:pt x="63945" y="105438"/>
                </a:cubicBezTo>
                <a:cubicBezTo>
                  <a:pt x="63995" y="105414"/>
                  <a:pt x="64095" y="105389"/>
                  <a:pt x="64169" y="105364"/>
                </a:cubicBezTo>
                <a:cubicBezTo>
                  <a:pt x="64692" y="105140"/>
                  <a:pt x="65240" y="104916"/>
                  <a:pt x="65787" y="104692"/>
                </a:cubicBezTo>
                <a:cubicBezTo>
                  <a:pt x="65837" y="104667"/>
                  <a:pt x="65862" y="104667"/>
                  <a:pt x="65937" y="104642"/>
                </a:cubicBezTo>
                <a:cubicBezTo>
                  <a:pt x="66484" y="104393"/>
                  <a:pt x="67032" y="104144"/>
                  <a:pt x="67580" y="103895"/>
                </a:cubicBezTo>
                <a:cubicBezTo>
                  <a:pt x="67654" y="103870"/>
                  <a:pt x="67679" y="103870"/>
                  <a:pt x="67729" y="103821"/>
                </a:cubicBezTo>
                <a:cubicBezTo>
                  <a:pt x="68276" y="103572"/>
                  <a:pt x="68824" y="103298"/>
                  <a:pt x="69347" y="103024"/>
                </a:cubicBezTo>
                <a:lnTo>
                  <a:pt x="69546" y="102924"/>
                </a:lnTo>
                <a:cubicBezTo>
                  <a:pt x="70069" y="102676"/>
                  <a:pt x="70566" y="102402"/>
                  <a:pt x="71089" y="102078"/>
                </a:cubicBezTo>
                <a:lnTo>
                  <a:pt x="71139" y="102078"/>
                </a:lnTo>
                <a:cubicBezTo>
                  <a:pt x="71214" y="102053"/>
                  <a:pt x="71288" y="102004"/>
                  <a:pt x="71388" y="101954"/>
                </a:cubicBezTo>
                <a:cubicBezTo>
                  <a:pt x="71637" y="101804"/>
                  <a:pt x="71911" y="101680"/>
                  <a:pt x="72160" y="101531"/>
                </a:cubicBezTo>
                <a:cubicBezTo>
                  <a:pt x="72309" y="101431"/>
                  <a:pt x="72458" y="101331"/>
                  <a:pt x="72657" y="101257"/>
                </a:cubicBezTo>
                <a:cubicBezTo>
                  <a:pt x="72757" y="101182"/>
                  <a:pt x="72856" y="101157"/>
                  <a:pt x="72906" y="101083"/>
                </a:cubicBezTo>
                <a:cubicBezTo>
                  <a:pt x="73006" y="101033"/>
                  <a:pt x="73130" y="100958"/>
                  <a:pt x="73230" y="100908"/>
                </a:cubicBezTo>
                <a:lnTo>
                  <a:pt x="73255" y="100883"/>
                </a:lnTo>
                <a:cubicBezTo>
                  <a:pt x="73404" y="100784"/>
                  <a:pt x="73529" y="100684"/>
                  <a:pt x="73678" y="100635"/>
                </a:cubicBezTo>
                <a:lnTo>
                  <a:pt x="73877" y="100535"/>
                </a:lnTo>
                <a:close/>
                <a:moveTo>
                  <a:pt x="49135" y="96976"/>
                </a:moveTo>
                <a:cubicBezTo>
                  <a:pt x="48289" y="100510"/>
                  <a:pt x="46721" y="103920"/>
                  <a:pt x="44381" y="106882"/>
                </a:cubicBezTo>
                <a:cubicBezTo>
                  <a:pt x="44366" y="106911"/>
                  <a:pt x="44343" y="106923"/>
                  <a:pt x="44327" y="106923"/>
                </a:cubicBezTo>
                <a:cubicBezTo>
                  <a:pt x="44315" y="106923"/>
                  <a:pt x="44306" y="106917"/>
                  <a:pt x="44306" y="106907"/>
                </a:cubicBezTo>
                <a:cubicBezTo>
                  <a:pt x="46621" y="103920"/>
                  <a:pt x="48214" y="100485"/>
                  <a:pt x="49085" y="96976"/>
                </a:cubicBezTo>
                <a:close/>
                <a:moveTo>
                  <a:pt x="41519" y="105762"/>
                </a:moveTo>
                <a:cubicBezTo>
                  <a:pt x="41668" y="105862"/>
                  <a:pt x="41792" y="105936"/>
                  <a:pt x="41942" y="106036"/>
                </a:cubicBezTo>
                <a:lnTo>
                  <a:pt x="42141" y="106135"/>
                </a:lnTo>
                <a:cubicBezTo>
                  <a:pt x="42440" y="106310"/>
                  <a:pt x="42763" y="106484"/>
                  <a:pt x="43087" y="106633"/>
                </a:cubicBezTo>
                <a:cubicBezTo>
                  <a:pt x="43211" y="106683"/>
                  <a:pt x="43385" y="106758"/>
                  <a:pt x="43535" y="106807"/>
                </a:cubicBezTo>
                <a:lnTo>
                  <a:pt x="44008" y="107007"/>
                </a:lnTo>
                <a:lnTo>
                  <a:pt x="44008" y="107031"/>
                </a:lnTo>
                <a:cubicBezTo>
                  <a:pt x="43096" y="106684"/>
                  <a:pt x="42260" y="106261"/>
                  <a:pt x="41483" y="105762"/>
                </a:cubicBezTo>
                <a:close/>
                <a:moveTo>
                  <a:pt x="9011" y="104169"/>
                </a:moveTo>
                <a:lnTo>
                  <a:pt x="9011" y="104169"/>
                </a:lnTo>
                <a:cubicBezTo>
                  <a:pt x="9782" y="105065"/>
                  <a:pt x="10305" y="105613"/>
                  <a:pt x="10380" y="105662"/>
                </a:cubicBezTo>
                <a:lnTo>
                  <a:pt x="10405" y="105687"/>
                </a:lnTo>
                <a:lnTo>
                  <a:pt x="10678" y="105986"/>
                </a:lnTo>
                <a:cubicBezTo>
                  <a:pt x="10753" y="106036"/>
                  <a:pt x="10828" y="106135"/>
                  <a:pt x="10927" y="106185"/>
                </a:cubicBezTo>
                <a:cubicBezTo>
                  <a:pt x="11258" y="106516"/>
                  <a:pt x="11589" y="106827"/>
                  <a:pt x="11936" y="107153"/>
                </a:cubicBezTo>
                <a:lnTo>
                  <a:pt x="11936" y="107153"/>
                </a:lnTo>
                <a:cubicBezTo>
                  <a:pt x="11892" y="107121"/>
                  <a:pt x="11845" y="107091"/>
                  <a:pt x="11799" y="107056"/>
                </a:cubicBezTo>
                <a:cubicBezTo>
                  <a:pt x="11799" y="107056"/>
                  <a:pt x="11774" y="107031"/>
                  <a:pt x="11749" y="107031"/>
                </a:cubicBezTo>
                <a:lnTo>
                  <a:pt x="11599" y="106907"/>
                </a:lnTo>
                <a:cubicBezTo>
                  <a:pt x="11400" y="106708"/>
                  <a:pt x="11176" y="106534"/>
                  <a:pt x="10977" y="106310"/>
                </a:cubicBezTo>
                <a:cubicBezTo>
                  <a:pt x="10927" y="106260"/>
                  <a:pt x="10853" y="106235"/>
                  <a:pt x="10803" y="106160"/>
                </a:cubicBezTo>
                <a:cubicBezTo>
                  <a:pt x="10678" y="106036"/>
                  <a:pt x="10554" y="105911"/>
                  <a:pt x="10405" y="105787"/>
                </a:cubicBezTo>
                <a:cubicBezTo>
                  <a:pt x="10330" y="105737"/>
                  <a:pt x="10280" y="105662"/>
                  <a:pt x="10255" y="105613"/>
                </a:cubicBezTo>
                <a:cubicBezTo>
                  <a:pt x="10106" y="105488"/>
                  <a:pt x="10031" y="105364"/>
                  <a:pt x="9907" y="105239"/>
                </a:cubicBezTo>
                <a:cubicBezTo>
                  <a:pt x="9708" y="105040"/>
                  <a:pt x="9533" y="104816"/>
                  <a:pt x="9384" y="104642"/>
                </a:cubicBezTo>
                <a:lnTo>
                  <a:pt x="9285" y="104542"/>
                </a:lnTo>
                <a:lnTo>
                  <a:pt x="9011" y="104169"/>
                </a:lnTo>
                <a:close/>
                <a:moveTo>
                  <a:pt x="60685" y="96951"/>
                </a:moveTo>
                <a:lnTo>
                  <a:pt x="60685" y="96951"/>
                </a:lnTo>
                <a:cubicBezTo>
                  <a:pt x="60784" y="98345"/>
                  <a:pt x="60734" y="99714"/>
                  <a:pt x="60635" y="101083"/>
                </a:cubicBezTo>
                <a:cubicBezTo>
                  <a:pt x="56055" y="103696"/>
                  <a:pt x="51525" y="105911"/>
                  <a:pt x="47094" y="107654"/>
                </a:cubicBezTo>
                <a:cubicBezTo>
                  <a:pt x="46970" y="107629"/>
                  <a:pt x="46845" y="107604"/>
                  <a:pt x="46721" y="107604"/>
                </a:cubicBezTo>
                <a:cubicBezTo>
                  <a:pt x="46397" y="107529"/>
                  <a:pt x="46099" y="107480"/>
                  <a:pt x="45800" y="107405"/>
                </a:cubicBezTo>
                <a:lnTo>
                  <a:pt x="45153" y="107231"/>
                </a:lnTo>
                <a:cubicBezTo>
                  <a:pt x="44978" y="107156"/>
                  <a:pt x="44754" y="107106"/>
                  <a:pt x="44555" y="107031"/>
                </a:cubicBezTo>
                <a:cubicBezTo>
                  <a:pt x="46895" y="104045"/>
                  <a:pt x="48488" y="100610"/>
                  <a:pt x="49334" y="97125"/>
                </a:cubicBezTo>
                <a:cubicBezTo>
                  <a:pt x="50778" y="97623"/>
                  <a:pt x="52396" y="97872"/>
                  <a:pt x="54213" y="97872"/>
                </a:cubicBezTo>
                <a:cubicBezTo>
                  <a:pt x="56204" y="97872"/>
                  <a:pt x="58370" y="97573"/>
                  <a:pt x="60685" y="96951"/>
                </a:cubicBezTo>
                <a:close/>
                <a:moveTo>
                  <a:pt x="60560" y="101282"/>
                </a:moveTo>
                <a:lnTo>
                  <a:pt x="60560" y="101331"/>
                </a:lnTo>
                <a:cubicBezTo>
                  <a:pt x="56204" y="103895"/>
                  <a:pt x="51848" y="106036"/>
                  <a:pt x="47542" y="107728"/>
                </a:cubicBezTo>
                <a:lnTo>
                  <a:pt x="47418" y="107728"/>
                </a:lnTo>
                <a:cubicBezTo>
                  <a:pt x="51749" y="106036"/>
                  <a:pt x="56130" y="103895"/>
                  <a:pt x="60560" y="101282"/>
                </a:cubicBezTo>
                <a:close/>
                <a:moveTo>
                  <a:pt x="44381" y="107156"/>
                </a:moveTo>
                <a:cubicBezTo>
                  <a:pt x="44481" y="107181"/>
                  <a:pt x="44530" y="107231"/>
                  <a:pt x="44630" y="107256"/>
                </a:cubicBezTo>
                <a:cubicBezTo>
                  <a:pt x="44779" y="107305"/>
                  <a:pt x="44929" y="107355"/>
                  <a:pt x="45103" y="107405"/>
                </a:cubicBezTo>
                <a:lnTo>
                  <a:pt x="45750" y="107604"/>
                </a:lnTo>
                <a:lnTo>
                  <a:pt x="46223" y="107679"/>
                </a:lnTo>
                <a:cubicBezTo>
                  <a:pt x="46422" y="107728"/>
                  <a:pt x="46596" y="107753"/>
                  <a:pt x="46721" y="107778"/>
                </a:cubicBezTo>
                <a:cubicBezTo>
                  <a:pt x="46671" y="107778"/>
                  <a:pt x="46671" y="107778"/>
                  <a:pt x="46646" y="107803"/>
                </a:cubicBezTo>
                <a:cubicBezTo>
                  <a:pt x="45850" y="107654"/>
                  <a:pt x="45103" y="107480"/>
                  <a:pt x="44356" y="107181"/>
                </a:cubicBezTo>
                <a:lnTo>
                  <a:pt x="44381" y="107156"/>
                </a:lnTo>
                <a:close/>
                <a:moveTo>
                  <a:pt x="47163" y="107859"/>
                </a:moveTo>
                <a:cubicBezTo>
                  <a:pt x="47175" y="107859"/>
                  <a:pt x="47194" y="107865"/>
                  <a:pt x="47219" y="107878"/>
                </a:cubicBezTo>
                <a:cubicBezTo>
                  <a:pt x="47219" y="107878"/>
                  <a:pt x="47169" y="107878"/>
                  <a:pt x="47169" y="107903"/>
                </a:cubicBezTo>
                <a:cubicBezTo>
                  <a:pt x="47169" y="107903"/>
                  <a:pt x="47144" y="107903"/>
                  <a:pt x="47144" y="107928"/>
                </a:cubicBezTo>
                <a:cubicBezTo>
                  <a:pt x="47119" y="107928"/>
                  <a:pt x="47094" y="107903"/>
                  <a:pt x="47019" y="107903"/>
                </a:cubicBezTo>
                <a:lnTo>
                  <a:pt x="47094" y="107903"/>
                </a:lnTo>
                <a:cubicBezTo>
                  <a:pt x="47119" y="107903"/>
                  <a:pt x="47119" y="107903"/>
                  <a:pt x="47144" y="107878"/>
                </a:cubicBezTo>
                <a:cubicBezTo>
                  <a:pt x="47144" y="107865"/>
                  <a:pt x="47150" y="107859"/>
                  <a:pt x="47163" y="107859"/>
                </a:cubicBezTo>
                <a:close/>
                <a:moveTo>
                  <a:pt x="60535" y="101630"/>
                </a:moveTo>
                <a:lnTo>
                  <a:pt x="60535" y="101630"/>
                </a:lnTo>
                <a:cubicBezTo>
                  <a:pt x="60336" y="103422"/>
                  <a:pt x="59963" y="105165"/>
                  <a:pt x="59415" y="106758"/>
                </a:cubicBezTo>
                <a:cubicBezTo>
                  <a:pt x="57847" y="107131"/>
                  <a:pt x="56329" y="107480"/>
                  <a:pt x="54860" y="107679"/>
                </a:cubicBezTo>
                <a:lnTo>
                  <a:pt x="54810" y="107679"/>
                </a:lnTo>
                <a:cubicBezTo>
                  <a:pt x="54736" y="107679"/>
                  <a:pt x="54686" y="107728"/>
                  <a:pt x="54586" y="107728"/>
                </a:cubicBezTo>
                <a:cubicBezTo>
                  <a:pt x="54238" y="107753"/>
                  <a:pt x="53939" y="107803"/>
                  <a:pt x="53591" y="107853"/>
                </a:cubicBezTo>
                <a:cubicBezTo>
                  <a:pt x="53342" y="107878"/>
                  <a:pt x="53118" y="107878"/>
                  <a:pt x="52894" y="107903"/>
                </a:cubicBezTo>
                <a:cubicBezTo>
                  <a:pt x="52819" y="107903"/>
                  <a:pt x="52720" y="107903"/>
                  <a:pt x="52620" y="107928"/>
                </a:cubicBezTo>
                <a:cubicBezTo>
                  <a:pt x="52496" y="107928"/>
                  <a:pt x="52371" y="107977"/>
                  <a:pt x="52247" y="107977"/>
                </a:cubicBezTo>
                <a:cubicBezTo>
                  <a:pt x="51973" y="107977"/>
                  <a:pt x="51649" y="108002"/>
                  <a:pt x="51375" y="108002"/>
                </a:cubicBezTo>
                <a:lnTo>
                  <a:pt x="50853" y="108002"/>
                </a:lnTo>
                <a:cubicBezTo>
                  <a:pt x="50280" y="108002"/>
                  <a:pt x="49733" y="107977"/>
                  <a:pt x="49160" y="107928"/>
                </a:cubicBezTo>
                <a:lnTo>
                  <a:pt x="49135" y="107928"/>
                </a:lnTo>
                <a:cubicBezTo>
                  <a:pt x="49011" y="107928"/>
                  <a:pt x="48886" y="107903"/>
                  <a:pt x="48762" y="107903"/>
                </a:cubicBezTo>
                <a:cubicBezTo>
                  <a:pt x="48662" y="107903"/>
                  <a:pt x="48588" y="107878"/>
                  <a:pt x="48488" y="107878"/>
                </a:cubicBezTo>
                <a:cubicBezTo>
                  <a:pt x="48289" y="107853"/>
                  <a:pt x="48140" y="107853"/>
                  <a:pt x="47965" y="107803"/>
                </a:cubicBezTo>
                <a:cubicBezTo>
                  <a:pt x="52072" y="106160"/>
                  <a:pt x="56254" y="104119"/>
                  <a:pt x="60535" y="101630"/>
                </a:cubicBezTo>
                <a:close/>
                <a:moveTo>
                  <a:pt x="59316" y="106957"/>
                </a:moveTo>
                <a:lnTo>
                  <a:pt x="59316" y="107007"/>
                </a:lnTo>
                <a:lnTo>
                  <a:pt x="59316" y="107031"/>
                </a:lnTo>
                <a:cubicBezTo>
                  <a:pt x="58594" y="107206"/>
                  <a:pt x="57847" y="107405"/>
                  <a:pt x="57125" y="107554"/>
                </a:cubicBezTo>
                <a:cubicBezTo>
                  <a:pt x="57001" y="107579"/>
                  <a:pt x="56876" y="107579"/>
                  <a:pt x="56752" y="107629"/>
                </a:cubicBezTo>
                <a:cubicBezTo>
                  <a:pt x="56155" y="107753"/>
                  <a:pt x="55582" y="107828"/>
                  <a:pt x="54985" y="107928"/>
                </a:cubicBezTo>
                <a:cubicBezTo>
                  <a:pt x="54960" y="107928"/>
                  <a:pt x="54910" y="107928"/>
                  <a:pt x="54860" y="107952"/>
                </a:cubicBezTo>
                <a:cubicBezTo>
                  <a:pt x="54761" y="107952"/>
                  <a:pt x="54661" y="108002"/>
                  <a:pt x="54611" y="108002"/>
                </a:cubicBezTo>
                <a:cubicBezTo>
                  <a:pt x="54263" y="108027"/>
                  <a:pt x="53914" y="108077"/>
                  <a:pt x="53616" y="108127"/>
                </a:cubicBezTo>
                <a:cubicBezTo>
                  <a:pt x="53367" y="108152"/>
                  <a:pt x="53143" y="108152"/>
                  <a:pt x="52894" y="108176"/>
                </a:cubicBezTo>
                <a:cubicBezTo>
                  <a:pt x="52844" y="108176"/>
                  <a:pt x="52744" y="108176"/>
                  <a:pt x="52670" y="108201"/>
                </a:cubicBezTo>
                <a:cubicBezTo>
                  <a:pt x="52520" y="108201"/>
                  <a:pt x="52371" y="108251"/>
                  <a:pt x="52247" y="108251"/>
                </a:cubicBezTo>
                <a:cubicBezTo>
                  <a:pt x="51774" y="108276"/>
                  <a:pt x="51301" y="108276"/>
                  <a:pt x="50853" y="108276"/>
                </a:cubicBezTo>
                <a:lnTo>
                  <a:pt x="50430" y="108276"/>
                </a:lnTo>
                <a:cubicBezTo>
                  <a:pt x="49982" y="108276"/>
                  <a:pt x="49509" y="108251"/>
                  <a:pt x="49061" y="108226"/>
                </a:cubicBezTo>
                <a:cubicBezTo>
                  <a:pt x="48986" y="108226"/>
                  <a:pt x="48911" y="108226"/>
                  <a:pt x="48812" y="108176"/>
                </a:cubicBezTo>
                <a:cubicBezTo>
                  <a:pt x="48538" y="108152"/>
                  <a:pt x="48289" y="108127"/>
                  <a:pt x="48015" y="108077"/>
                </a:cubicBezTo>
                <a:cubicBezTo>
                  <a:pt x="47816" y="108052"/>
                  <a:pt x="47642" y="108052"/>
                  <a:pt x="47492" y="108027"/>
                </a:cubicBezTo>
                <a:cubicBezTo>
                  <a:pt x="47517" y="107977"/>
                  <a:pt x="47517" y="107977"/>
                  <a:pt x="47542" y="107928"/>
                </a:cubicBezTo>
                <a:cubicBezTo>
                  <a:pt x="47592" y="107928"/>
                  <a:pt x="47592" y="107928"/>
                  <a:pt x="47617" y="107903"/>
                </a:cubicBezTo>
                <a:lnTo>
                  <a:pt x="47716" y="107903"/>
                </a:lnTo>
                <a:cubicBezTo>
                  <a:pt x="48090" y="107952"/>
                  <a:pt x="48463" y="108002"/>
                  <a:pt x="48837" y="108027"/>
                </a:cubicBezTo>
                <a:cubicBezTo>
                  <a:pt x="48911" y="108027"/>
                  <a:pt x="48986" y="108052"/>
                  <a:pt x="49036" y="108052"/>
                </a:cubicBezTo>
                <a:lnTo>
                  <a:pt x="49235" y="108052"/>
                </a:lnTo>
                <a:cubicBezTo>
                  <a:pt x="49758" y="108102"/>
                  <a:pt x="50280" y="108127"/>
                  <a:pt x="50803" y="108127"/>
                </a:cubicBezTo>
                <a:cubicBezTo>
                  <a:pt x="51276" y="108127"/>
                  <a:pt x="51749" y="108077"/>
                  <a:pt x="52222" y="108077"/>
                </a:cubicBezTo>
                <a:lnTo>
                  <a:pt x="52247" y="108077"/>
                </a:lnTo>
                <a:cubicBezTo>
                  <a:pt x="52346" y="108077"/>
                  <a:pt x="52471" y="108077"/>
                  <a:pt x="52545" y="108052"/>
                </a:cubicBezTo>
                <a:cubicBezTo>
                  <a:pt x="52645" y="108052"/>
                  <a:pt x="52744" y="108052"/>
                  <a:pt x="52844" y="108027"/>
                </a:cubicBezTo>
                <a:lnTo>
                  <a:pt x="52968" y="108027"/>
                </a:lnTo>
                <a:cubicBezTo>
                  <a:pt x="53168" y="108002"/>
                  <a:pt x="53367" y="108002"/>
                  <a:pt x="53591" y="107952"/>
                </a:cubicBezTo>
                <a:lnTo>
                  <a:pt x="53616" y="107952"/>
                </a:lnTo>
                <a:cubicBezTo>
                  <a:pt x="53765" y="107928"/>
                  <a:pt x="53964" y="107928"/>
                  <a:pt x="54113" y="107903"/>
                </a:cubicBezTo>
                <a:cubicBezTo>
                  <a:pt x="54238" y="107878"/>
                  <a:pt x="54387" y="107878"/>
                  <a:pt x="54512" y="107828"/>
                </a:cubicBezTo>
                <a:lnTo>
                  <a:pt x="54636" y="107828"/>
                </a:lnTo>
                <a:cubicBezTo>
                  <a:pt x="54711" y="107828"/>
                  <a:pt x="54810" y="107803"/>
                  <a:pt x="54860" y="107803"/>
                </a:cubicBezTo>
                <a:lnTo>
                  <a:pt x="55607" y="107704"/>
                </a:lnTo>
                <a:lnTo>
                  <a:pt x="55657" y="107704"/>
                </a:lnTo>
                <a:cubicBezTo>
                  <a:pt x="55731" y="107704"/>
                  <a:pt x="55781" y="107679"/>
                  <a:pt x="55856" y="107679"/>
                </a:cubicBezTo>
                <a:cubicBezTo>
                  <a:pt x="56329" y="107579"/>
                  <a:pt x="56777" y="107529"/>
                  <a:pt x="57250" y="107430"/>
                </a:cubicBezTo>
                <a:cubicBezTo>
                  <a:pt x="57349" y="107405"/>
                  <a:pt x="57474" y="107380"/>
                  <a:pt x="57573" y="107380"/>
                </a:cubicBezTo>
                <a:cubicBezTo>
                  <a:pt x="57648" y="107330"/>
                  <a:pt x="57772" y="107305"/>
                  <a:pt x="57872" y="107305"/>
                </a:cubicBezTo>
                <a:cubicBezTo>
                  <a:pt x="57947" y="107305"/>
                  <a:pt x="57972" y="107280"/>
                  <a:pt x="58021" y="107280"/>
                </a:cubicBezTo>
                <a:cubicBezTo>
                  <a:pt x="58345" y="107206"/>
                  <a:pt x="58619" y="107156"/>
                  <a:pt x="58942" y="107056"/>
                </a:cubicBezTo>
                <a:lnTo>
                  <a:pt x="59316" y="106957"/>
                </a:lnTo>
                <a:close/>
                <a:moveTo>
                  <a:pt x="44232" y="107380"/>
                </a:moveTo>
                <a:cubicBezTo>
                  <a:pt x="44257" y="107380"/>
                  <a:pt x="44281" y="107405"/>
                  <a:pt x="44306" y="107405"/>
                </a:cubicBezTo>
                <a:cubicBezTo>
                  <a:pt x="44381" y="107430"/>
                  <a:pt x="44431" y="107430"/>
                  <a:pt x="44505" y="107480"/>
                </a:cubicBezTo>
                <a:cubicBezTo>
                  <a:pt x="44879" y="107604"/>
                  <a:pt x="45252" y="107679"/>
                  <a:pt x="45626" y="107778"/>
                </a:cubicBezTo>
                <a:cubicBezTo>
                  <a:pt x="45725" y="107803"/>
                  <a:pt x="45850" y="107853"/>
                  <a:pt x="45924" y="107853"/>
                </a:cubicBezTo>
                <a:cubicBezTo>
                  <a:pt x="46024" y="107878"/>
                  <a:pt x="46148" y="107903"/>
                  <a:pt x="46248" y="107928"/>
                </a:cubicBezTo>
                <a:cubicBezTo>
                  <a:pt x="45003" y="108400"/>
                  <a:pt x="43759" y="108799"/>
                  <a:pt x="42539" y="109172"/>
                </a:cubicBezTo>
                <a:cubicBezTo>
                  <a:pt x="43161" y="108625"/>
                  <a:pt x="43734" y="108027"/>
                  <a:pt x="44232" y="107380"/>
                </a:cubicBezTo>
                <a:close/>
                <a:moveTo>
                  <a:pt x="43983" y="107280"/>
                </a:moveTo>
                <a:cubicBezTo>
                  <a:pt x="44008" y="107280"/>
                  <a:pt x="44008" y="107305"/>
                  <a:pt x="44033" y="107305"/>
                </a:cubicBezTo>
                <a:cubicBezTo>
                  <a:pt x="43435" y="108027"/>
                  <a:pt x="42813" y="108724"/>
                  <a:pt x="42191" y="109346"/>
                </a:cubicBezTo>
                <a:cubicBezTo>
                  <a:pt x="42166" y="109346"/>
                  <a:pt x="42091" y="109371"/>
                  <a:pt x="42066" y="109371"/>
                </a:cubicBezTo>
                <a:cubicBezTo>
                  <a:pt x="42738" y="108724"/>
                  <a:pt x="43385" y="108027"/>
                  <a:pt x="43983" y="107280"/>
                </a:cubicBezTo>
                <a:close/>
                <a:moveTo>
                  <a:pt x="46621" y="108027"/>
                </a:moveTo>
                <a:cubicBezTo>
                  <a:pt x="46646" y="108027"/>
                  <a:pt x="46671" y="108027"/>
                  <a:pt x="46721" y="108052"/>
                </a:cubicBezTo>
                <a:cubicBezTo>
                  <a:pt x="45178" y="108649"/>
                  <a:pt x="43659" y="109147"/>
                  <a:pt x="42166" y="109620"/>
                </a:cubicBezTo>
                <a:cubicBezTo>
                  <a:pt x="42240" y="109595"/>
                  <a:pt x="42240" y="109545"/>
                  <a:pt x="42265" y="109521"/>
                </a:cubicBezTo>
                <a:cubicBezTo>
                  <a:pt x="43684" y="109097"/>
                  <a:pt x="45153" y="108600"/>
                  <a:pt x="46621" y="108027"/>
                </a:cubicBezTo>
                <a:close/>
                <a:moveTo>
                  <a:pt x="5924" y="97424"/>
                </a:moveTo>
                <a:lnTo>
                  <a:pt x="5949" y="97448"/>
                </a:lnTo>
                <a:cubicBezTo>
                  <a:pt x="6074" y="97548"/>
                  <a:pt x="6173" y="97672"/>
                  <a:pt x="6298" y="97772"/>
                </a:cubicBezTo>
                <a:cubicBezTo>
                  <a:pt x="6422" y="97897"/>
                  <a:pt x="6547" y="97971"/>
                  <a:pt x="6671" y="98096"/>
                </a:cubicBezTo>
                <a:cubicBezTo>
                  <a:pt x="6795" y="98220"/>
                  <a:pt x="6945" y="98320"/>
                  <a:pt x="7069" y="98419"/>
                </a:cubicBezTo>
                <a:cubicBezTo>
                  <a:pt x="7194" y="98519"/>
                  <a:pt x="7318" y="98593"/>
                  <a:pt x="7418" y="98693"/>
                </a:cubicBezTo>
                <a:cubicBezTo>
                  <a:pt x="7567" y="98817"/>
                  <a:pt x="7716" y="98917"/>
                  <a:pt x="7866" y="99041"/>
                </a:cubicBezTo>
                <a:cubicBezTo>
                  <a:pt x="7965" y="99091"/>
                  <a:pt x="8090" y="99191"/>
                  <a:pt x="8189" y="99266"/>
                </a:cubicBezTo>
                <a:cubicBezTo>
                  <a:pt x="8364" y="99390"/>
                  <a:pt x="8563" y="99514"/>
                  <a:pt x="8737" y="99589"/>
                </a:cubicBezTo>
                <a:cubicBezTo>
                  <a:pt x="8837" y="99664"/>
                  <a:pt x="8936" y="99714"/>
                  <a:pt x="9036" y="99763"/>
                </a:cubicBezTo>
                <a:cubicBezTo>
                  <a:pt x="9210" y="99888"/>
                  <a:pt x="9434" y="100012"/>
                  <a:pt x="9658" y="100087"/>
                </a:cubicBezTo>
                <a:cubicBezTo>
                  <a:pt x="9708" y="100137"/>
                  <a:pt x="9807" y="100186"/>
                  <a:pt x="9907" y="100211"/>
                </a:cubicBezTo>
                <a:cubicBezTo>
                  <a:pt x="10106" y="100336"/>
                  <a:pt x="10330" y="100435"/>
                  <a:pt x="10579" y="100560"/>
                </a:cubicBezTo>
                <a:cubicBezTo>
                  <a:pt x="10654" y="100585"/>
                  <a:pt x="10703" y="100635"/>
                  <a:pt x="10803" y="100659"/>
                </a:cubicBezTo>
                <a:cubicBezTo>
                  <a:pt x="11052" y="100784"/>
                  <a:pt x="11301" y="100883"/>
                  <a:pt x="11525" y="101008"/>
                </a:cubicBezTo>
                <a:cubicBezTo>
                  <a:pt x="11575" y="101033"/>
                  <a:pt x="11649" y="101058"/>
                  <a:pt x="11699" y="101058"/>
                </a:cubicBezTo>
                <a:cubicBezTo>
                  <a:pt x="11948" y="101157"/>
                  <a:pt x="12197" y="101282"/>
                  <a:pt x="12471" y="101381"/>
                </a:cubicBezTo>
                <a:cubicBezTo>
                  <a:pt x="12545" y="101406"/>
                  <a:pt x="12595" y="101406"/>
                  <a:pt x="12645" y="101431"/>
                </a:cubicBezTo>
                <a:cubicBezTo>
                  <a:pt x="12695" y="101456"/>
                  <a:pt x="12769" y="101456"/>
                  <a:pt x="12819" y="101506"/>
                </a:cubicBezTo>
                <a:cubicBezTo>
                  <a:pt x="13541" y="104567"/>
                  <a:pt x="14910" y="107405"/>
                  <a:pt x="16926" y="109745"/>
                </a:cubicBezTo>
                <a:cubicBezTo>
                  <a:pt x="16777" y="109670"/>
                  <a:pt x="16578" y="109620"/>
                  <a:pt x="16428" y="109545"/>
                </a:cubicBezTo>
                <a:cubicBezTo>
                  <a:pt x="16105" y="109396"/>
                  <a:pt x="15756" y="109247"/>
                  <a:pt x="15408" y="109048"/>
                </a:cubicBezTo>
                <a:cubicBezTo>
                  <a:pt x="15234" y="108973"/>
                  <a:pt x="15059" y="108898"/>
                  <a:pt x="14885" y="108799"/>
                </a:cubicBezTo>
                <a:lnTo>
                  <a:pt x="13939" y="108251"/>
                </a:lnTo>
                <a:cubicBezTo>
                  <a:pt x="13790" y="108152"/>
                  <a:pt x="13616" y="108052"/>
                  <a:pt x="13441" y="107928"/>
                </a:cubicBezTo>
                <a:cubicBezTo>
                  <a:pt x="13168" y="107778"/>
                  <a:pt x="12894" y="107554"/>
                  <a:pt x="12620" y="107355"/>
                </a:cubicBezTo>
                <a:lnTo>
                  <a:pt x="12147" y="106982"/>
                </a:lnTo>
                <a:cubicBezTo>
                  <a:pt x="11898" y="106758"/>
                  <a:pt x="11649" y="106534"/>
                  <a:pt x="11375" y="106310"/>
                </a:cubicBezTo>
                <a:cubicBezTo>
                  <a:pt x="11201" y="106185"/>
                  <a:pt x="11052" y="106036"/>
                  <a:pt x="10927" y="105911"/>
                </a:cubicBezTo>
                <a:lnTo>
                  <a:pt x="10878" y="105862"/>
                </a:lnTo>
                <a:cubicBezTo>
                  <a:pt x="10654" y="105638"/>
                  <a:pt x="10430" y="105414"/>
                  <a:pt x="10206" y="105165"/>
                </a:cubicBezTo>
                <a:cubicBezTo>
                  <a:pt x="10056" y="105015"/>
                  <a:pt x="9907" y="104816"/>
                  <a:pt x="9757" y="104667"/>
                </a:cubicBezTo>
                <a:cubicBezTo>
                  <a:pt x="9558" y="104418"/>
                  <a:pt x="9334" y="104169"/>
                  <a:pt x="9160" y="103945"/>
                </a:cubicBezTo>
                <a:cubicBezTo>
                  <a:pt x="9011" y="103771"/>
                  <a:pt x="8837" y="103547"/>
                  <a:pt x="8712" y="103373"/>
                </a:cubicBezTo>
                <a:cubicBezTo>
                  <a:pt x="8563" y="103124"/>
                  <a:pt x="8388" y="102875"/>
                  <a:pt x="8214" y="102626"/>
                </a:cubicBezTo>
                <a:cubicBezTo>
                  <a:pt x="8065" y="102402"/>
                  <a:pt x="7940" y="102178"/>
                  <a:pt x="7816" y="101929"/>
                </a:cubicBezTo>
                <a:cubicBezTo>
                  <a:pt x="7667" y="101680"/>
                  <a:pt x="7542" y="101431"/>
                  <a:pt x="7418" y="101157"/>
                </a:cubicBezTo>
                <a:cubicBezTo>
                  <a:pt x="7293" y="100908"/>
                  <a:pt x="7169" y="100659"/>
                  <a:pt x="7044" y="100386"/>
                </a:cubicBezTo>
                <a:cubicBezTo>
                  <a:pt x="6920" y="100137"/>
                  <a:pt x="6820" y="99838"/>
                  <a:pt x="6696" y="99564"/>
                </a:cubicBezTo>
                <a:cubicBezTo>
                  <a:pt x="6571" y="99290"/>
                  <a:pt x="6472" y="99017"/>
                  <a:pt x="6347" y="98718"/>
                </a:cubicBezTo>
                <a:lnTo>
                  <a:pt x="6074" y="97897"/>
                </a:lnTo>
                <a:cubicBezTo>
                  <a:pt x="6024" y="97722"/>
                  <a:pt x="5974" y="97573"/>
                  <a:pt x="5924" y="97424"/>
                </a:cubicBezTo>
                <a:close/>
                <a:moveTo>
                  <a:pt x="41892" y="109645"/>
                </a:moveTo>
                <a:lnTo>
                  <a:pt x="41792" y="109745"/>
                </a:lnTo>
                <a:cubicBezTo>
                  <a:pt x="41743" y="109745"/>
                  <a:pt x="41693" y="109770"/>
                  <a:pt x="41643" y="109770"/>
                </a:cubicBezTo>
                <a:lnTo>
                  <a:pt x="41743" y="109670"/>
                </a:lnTo>
                <a:cubicBezTo>
                  <a:pt x="41792" y="109670"/>
                  <a:pt x="41817" y="109645"/>
                  <a:pt x="41892" y="109645"/>
                </a:cubicBezTo>
                <a:close/>
                <a:moveTo>
                  <a:pt x="36665" y="100635"/>
                </a:moveTo>
                <a:lnTo>
                  <a:pt x="36939" y="101182"/>
                </a:lnTo>
                <a:cubicBezTo>
                  <a:pt x="36963" y="101207"/>
                  <a:pt x="36963" y="101257"/>
                  <a:pt x="37013" y="101282"/>
                </a:cubicBezTo>
                <a:cubicBezTo>
                  <a:pt x="37038" y="101331"/>
                  <a:pt x="37063" y="101406"/>
                  <a:pt x="37138" y="101506"/>
                </a:cubicBezTo>
                <a:cubicBezTo>
                  <a:pt x="37212" y="101655"/>
                  <a:pt x="37312" y="101829"/>
                  <a:pt x="37436" y="102004"/>
                </a:cubicBezTo>
                <a:cubicBezTo>
                  <a:pt x="37436" y="102028"/>
                  <a:pt x="37461" y="102028"/>
                  <a:pt x="37461" y="102053"/>
                </a:cubicBezTo>
                <a:cubicBezTo>
                  <a:pt x="37511" y="102128"/>
                  <a:pt x="37536" y="102178"/>
                  <a:pt x="37561" y="102203"/>
                </a:cubicBezTo>
                <a:cubicBezTo>
                  <a:pt x="37586" y="102277"/>
                  <a:pt x="37636" y="102327"/>
                  <a:pt x="37685" y="102402"/>
                </a:cubicBezTo>
                <a:cubicBezTo>
                  <a:pt x="37909" y="102700"/>
                  <a:pt x="38084" y="102999"/>
                  <a:pt x="38332" y="103273"/>
                </a:cubicBezTo>
                <a:cubicBezTo>
                  <a:pt x="38382" y="103323"/>
                  <a:pt x="38432" y="103373"/>
                  <a:pt x="38457" y="103397"/>
                </a:cubicBezTo>
                <a:cubicBezTo>
                  <a:pt x="38581" y="103547"/>
                  <a:pt x="38756" y="103696"/>
                  <a:pt x="38880" y="103870"/>
                </a:cubicBezTo>
                <a:lnTo>
                  <a:pt x="38955" y="103945"/>
                </a:lnTo>
                <a:cubicBezTo>
                  <a:pt x="39005" y="103995"/>
                  <a:pt x="39029" y="104020"/>
                  <a:pt x="39029" y="104045"/>
                </a:cubicBezTo>
                <a:lnTo>
                  <a:pt x="39278" y="104293"/>
                </a:lnTo>
                <a:cubicBezTo>
                  <a:pt x="39428" y="104443"/>
                  <a:pt x="39627" y="104617"/>
                  <a:pt x="39801" y="104766"/>
                </a:cubicBezTo>
                <a:cubicBezTo>
                  <a:pt x="39901" y="104866"/>
                  <a:pt x="40000" y="104941"/>
                  <a:pt x="40125" y="105015"/>
                </a:cubicBezTo>
                <a:cubicBezTo>
                  <a:pt x="40299" y="105165"/>
                  <a:pt x="40498" y="105314"/>
                  <a:pt x="40697" y="105438"/>
                </a:cubicBezTo>
                <a:cubicBezTo>
                  <a:pt x="40822" y="105538"/>
                  <a:pt x="40996" y="105638"/>
                  <a:pt x="41145" y="105762"/>
                </a:cubicBezTo>
                <a:cubicBezTo>
                  <a:pt x="41369" y="105911"/>
                  <a:pt x="41568" y="106036"/>
                  <a:pt x="41817" y="106185"/>
                </a:cubicBezTo>
                <a:cubicBezTo>
                  <a:pt x="41991" y="106285"/>
                  <a:pt x="42166" y="106384"/>
                  <a:pt x="42315" y="106484"/>
                </a:cubicBezTo>
                <a:cubicBezTo>
                  <a:pt x="42489" y="106534"/>
                  <a:pt x="42614" y="106633"/>
                  <a:pt x="42763" y="106683"/>
                </a:cubicBezTo>
                <a:cubicBezTo>
                  <a:pt x="42937" y="106783"/>
                  <a:pt x="43136" y="106882"/>
                  <a:pt x="43311" y="106932"/>
                </a:cubicBezTo>
                <a:cubicBezTo>
                  <a:pt x="43435" y="107007"/>
                  <a:pt x="43560" y="107031"/>
                  <a:pt x="43734" y="107106"/>
                </a:cubicBezTo>
                <a:cubicBezTo>
                  <a:pt x="43759" y="107131"/>
                  <a:pt x="43809" y="107131"/>
                  <a:pt x="43858" y="107156"/>
                </a:cubicBezTo>
                <a:cubicBezTo>
                  <a:pt x="43136" y="108027"/>
                  <a:pt x="42415" y="108774"/>
                  <a:pt x="41668" y="109496"/>
                </a:cubicBezTo>
                <a:cubicBezTo>
                  <a:pt x="41295" y="109620"/>
                  <a:pt x="40921" y="109720"/>
                  <a:pt x="40548" y="109794"/>
                </a:cubicBezTo>
                <a:cubicBezTo>
                  <a:pt x="38283" y="107405"/>
                  <a:pt x="36416" y="104393"/>
                  <a:pt x="35047" y="101083"/>
                </a:cubicBezTo>
                <a:cubicBezTo>
                  <a:pt x="35570" y="100933"/>
                  <a:pt x="36092" y="100784"/>
                  <a:pt x="36665" y="100635"/>
                </a:cubicBezTo>
                <a:close/>
                <a:moveTo>
                  <a:pt x="34848" y="101157"/>
                </a:moveTo>
                <a:cubicBezTo>
                  <a:pt x="36217" y="104443"/>
                  <a:pt x="38059" y="107480"/>
                  <a:pt x="40349" y="109869"/>
                </a:cubicBezTo>
                <a:cubicBezTo>
                  <a:pt x="40324" y="109869"/>
                  <a:pt x="40324" y="109869"/>
                  <a:pt x="40299" y="109894"/>
                </a:cubicBezTo>
                <a:cubicBezTo>
                  <a:pt x="38034" y="107480"/>
                  <a:pt x="36167" y="104443"/>
                  <a:pt x="34798" y="101182"/>
                </a:cubicBezTo>
                <a:cubicBezTo>
                  <a:pt x="34823" y="101182"/>
                  <a:pt x="34823" y="101182"/>
                  <a:pt x="34848" y="101157"/>
                </a:cubicBezTo>
                <a:close/>
                <a:moveTo>
                  <a:pt x="13043" y="101630"/>
                </a:moveTo>
                <a:lnTo>
                  <a:pt x="13043" y="101630"/>
                </a:lnTo>
                <a:cubicBezTo>
                  <a:pt x="13068" y="101655"/>
                  <a:pt x="13118" y="101655"/>
                  <a:pt x="13118" y="101655"/>
                </a:cubicBezTo>
                <a:cubicBezTo>
                  <a:pt x="13889" y="104791"/>
                  <a:pt x="15308" y="107679"/>
                  <a:pt x="17474" y="110018"/>
                </a:cubicBezTo>
                <a:cubicBezTo>
                  <a:pt x="17424" y="109994"/>
                  <a:pt x="17374" y="109994"/>
                  <a:pt x="17349" y="109969"/>
                </a:cubicBezTo>
                <a:cubicBezTo>
                  <a:pt x="15234" y="107629"/>
                  <a:pt x="13815" y="104766"/>
                  <a:pt x="13043" y="101630"/>
                </a:cubicBezTo>
                <a:close/>
                <a:moveTo>
                  <a:pt x="41319" y="109794"/>
                </a:moveTo>
                <a:lnTo>
                  <a:pt x="41245" y="109894"/>
                </a:lnTo>
                <a:cubicBezTo>
                  <a:pt x="41071" y="109919"/>
                  <a:pt x="40921" y="109969"/>
                  <a:pt x="40747" y="110018"/>
                </a:cubicBezTo>
                <a:lnTo>
                  <a:pt x="40697" y="109994"/>
                </a:lnTo>
                <a:cubicBezTo>
                  <a:pt x="40921" y="109919"/>
                  <a:pt x="41120" y="109869"/>
                  <a:pt x="41319" y="109794"/>
                </a:cubicBezTo>
                <a:close/>
                <a:moveTo>
                  <a:pt x="13317" y="108102"/>
                </a:moveTo>
                <a:lnTo>
                  <a:pt x="13317" y="108102"/>
                </a:lnTo>
                <a:cubicBezTo>
                  <a:pt x="13416" y="108152"/>
                  <a:pt x="13516" y="108226"/>
                  <a:pt x="13616" y="108251"/>
                </a:cubicBezTo>
                <a:cubicBezTo>
                  <a:pt x="13989" y="108500"/>
                  <a:pt x="14362" y="108724"/>
                  <a:pt x="14736" y="108923"/>
                </a:cubicBezTo>
                <a:cubicBezTo>
                  <a:pt x="14810" y="108998"/>
                  <a:pt x="14935" y="109023"/>
                  <a:pt x="15034" y="109097"/>
                </a:cubicBezTo>
                <a:cubicBezTo>
                  <a:pt x="15433" y="109297"/>
                  <a:pt x="15856" y="109521"/>
                  <a:pt x="16279" y="109720"/>
                </a:cubicBezTo>
                <a:cubicBezTo>
                  <a:pt x="16379" y="109770"/>
                  <a:pt x="16503" y="109794"/>
                  <a:pt x="16627" y="109844"/>
                </a:cubicBezTo>
                <a:cubicBezTo>
                  <a:pt x="16802" y="109919"/>
                  <a:pt x="17026" y="109994"/>
                  <a:pt x="17250" y="110093"/>
                </a:cubicBezTo>
                <a:cubicBezTo>
                  <a:pt x="17275" y="110168"/>
                  <a:pt x="17299" y="110218"/>
                  <a:pt x="17349" y="110242"/>
                </a:cubicBezTo>
                <a:lnTo>
                  <a:pt x="16403" y="109869"/>
                </a:lnTo>
                <a:cubicBezTo>
                  <a:pt x="16304" y="109844"/>
                  <a:pt x="16229" y="109794"/>
                  <a:pt x="16130" y="109745"/>
                </a:cubicBezTo>
                <a:cubicBezTo>
                  <a:pt x="15731" y="109545"/>
                  <a:pt x="15308" y="109346"/>
                  <a:pt x="14910" y="109122"/>
                </a:cubicBezTo>
                <a:cubicBezTo>
                  <a:pt x="14785" y="109048"/>
                  <a:pt x="14661" y="108998"/>
                  <a:pt x="14561" y="108923"/>
                </a:cubicBezTo>
                <a:cubicBezTo>
                  <a:pt x="14263" y="108774"/>
                  <a:pt x="14014" y="108600"/>
                  <a:pt x="13690" y="108400"/>
                </a:cubicBezTo>
                <a:cubicBezTo>
                  <a:pt x="13566" y="108301"/>
                  <a:pt x="13441" y="108176"/>
                  <a:pt x="13317" y="108102"/>
                </a:cubicBezTo>
                <a:close/>
                <a:moveTo>
                  <a:pt x="40697" y="110218"/>
                </a:moveTo>
                <a:cubicBezTo>
                  <a:pt x="40747" y="110242"/>
                  <a:pt x="40747" y="110267"/>
                  <a:pt x="40772" y="110292"/>
                </a:cubicBezTo>
                <a:lnTo>
                  <a:pt x="40747" y="110342"/>
                </a:lnTo>
                <a:lnTo>
                  <a:pt x="40647" y="110242"/>
                </a:lnTo>
                <a:cubicBezTo>
                  <a:pt x="40672" y="110242"/>
                  <a:pt x="40672" y="110242"/>
                  <a:pt x="40697" y="110218"/>
                </a:cubicBezTo>
                <a:close/>
                <a:moveTo>
                  <a:pt x="41494" y="110018"/>
                </a:moveTo>
                <a:cubicBezTo>
                  <a:pt x="41369" y="110143"/>
                  <a:pt x="41245" y="110242"/>
                  <a:pt x="41120" y="110367"/>
                </a:cubicBezTo>
                <a:lnTo>
                  <a:pt x="41046" y="110292"/>
                </a:lnTo>
                <a:cubicBezTo>
                  <a:pt x="41145" y="110218"/>
                  <a:pt x="41245" y="110143"/>
                  <a:pt x="41319" y="110043"/>
                </a:cubicBezTo>
                <a:cubicBezTo>
                  <a:pt x="41394" y="110043"/>
                  <a:pt x="41419" y="110018"/>
                  <a:pt x="41494" y="110018"/>
                </a:cubicBezTo>
                <a:close/>
                <a:moveTo>
                  <a:pt x="17822" y="110392"/>
                </a:moveTo>
                <a:cubicBezTo>
                  <a:pt x="17847" y="110417"/>
                  <a:pt x="17872" y="110417"/>
                  <a:pt x="17872" y="110466"/>
                </a:cubicBezTo>
                <a:cubicBezTo>
                  <a:pt x="17847" y="110466"/>
                  <a:pt x="17797" y="110466"/>
                  <a:pt x="17797" y="110417"/>
                </a:cubicBezTo>
                <a:lnTo>
                  <a:pt x="17822" y="110392"/>
                </a:lnTo>
                <a:close/>
                <a:moveTo>
                  <a:pt x="40896" y="110417"/>
                </a:moveTo>
                <a:cubicBezTo>
                  <a:pt x="40921" y="110417"/>
                  <a:pt x="40921" y="110466"/>
                  <a:pt x="40946" y="110466"/>
                </a:cubicBezTo>
                <a:lnTo>
                  <a:pt x="40921" y="110491"/>
                </a:lnTo>
                <a:cubicBezTo>
                  <a:pt x="40896" y="110491"/>
                  <a:pt x="40896" y="110466"/>
                  <a:pt x="40871" y="110466"/>
                </a:cubicBezTo>
                <a:lnTo>
                  <a:pt x="40896" y="110417"/>
                </a:lnTo>
                <a:close/>
                <a:moveTo>
                  <a:pt x="13292" y="101730"/>
                </a:moveTo>
                <a:cubicBezTo>
                  <a:pt x="13317" y="101730"/>
                  <a:pt x="13392" y="101779"/>
                  <a:pt x="13416" y="101779"/>
                </a:cubicBezTo>
                <a:cubicBezTo>
                  <a:pt x="13491" y="101804"/>
                  <a:pt x="13541" y="101804"/>
                  <a:pt x="13616" y="101829"/>
                </a:cubicBezTo>
                <a:cubicBezTo>
                  <a:pt x="13815" y="101904"/>
                  <a:pt x="14014" y="101954"/>
                  <a:pt x="14238" y="102028"/>
                </a:cubicBezTo>
                <a:cubicBezTo>
                  <a:pt x="15134" y="105414"/>
                  <a:pt x="16727" y="108276"/>
                  <a:pt x="18893" y="110516"/>
                </a:cubicBezTo>
                <a:cubicBezTo>
                  <a:pt x="18793" y="110491"/>
                  <a:pt x="18743" y="110466"/>
                  <a:pt x="18644" y="110466"/>
                </a:cubicBezTo>
                <a:cubicBezTo>
                  <a:pt x="18420" y="110392"/>
                  <a:pt x="18245" y="110342"/>
                  <a:pt x="18021" y="110267"/>
                </a:cubicBezTo>
                <a:cubicBezTo>
                  <a:pt x="17996" y="110242"/>
                  <a:pt x="17922" y="110218"/>
                  <a:pt x="17847" y="110168"/>
                </a:cubicBezTo>
                <a:cubicBezTo>
                  <a:pt x="15607" y="107853"/>
                  <a:pt x="14113" y="104916"/>
                  <a:pt x="13292" y="101730"/>
                </a:cubicBezTo>
                <a:close/>
                <a:moveTo>
                  <a:pt x="14487" y="102053"/>
                </a:moveTo>
                <a:cubicBezTo>
                  <a:pt x="14512" y="102053"/>
                  <a:pt x="14537" y="102053"/>
                  <a:pt x="14537" y="102078"/>
                </a:cubicBezTo>
                <a:cubicBezTo>
                  <a:pt x="15482" y="105513"/>
                  <a:pt x="17125" y="108400"/>
                  <a:pt x="19415" y="110666"/>
                </a:cubicBezTo>
                <a:cubicBezTo>
                  <a:pt x="19390" y="110666"/>
                  <a:pt x="19316" y="110641"/>
                  <a:pt x="19291" y="110641"/>
                </a:cubicBezTo>
                <a:cubicBezTo>
                  <a:pt x="17026" y="108376"/>
                  <a:pt x="15408" y="105488"/>
                  <a:pt x="14487" y="102053"/>
                </a:cubicBezTo>
                <a:close/>
                <a:moveTo>
                  <a:pt x="74101" y="100659"/>
                </a:moveTo>
                <a:cubicBezTo>
                  <a:pt x="74275" y="100784"/>
                  <a:pt x="74499" y="100908"/>
                  <a:pt x="74674" y="101033"/>
                </a:cubicBezTo>
                <a:cubicBezTo>
                  <a:pt x="69048" y="105015"/>
                  <a:pt x="63398" y="108251"/>
                  <a:pt x="57872" y="110715"/>
                </a:cubicBezTo>
                <a:cubicBezTo>
                  <a:pt x="58594" y="109670"/>
                  <a:pt x="59216" y="108475"/>
                  <a:pt x="59739" y="107106"/>
                </a:cubicBezTo>
                <a:cubicBezTo>
                  <a:pt x="59838" y="107056"/>
                  <a:pt x="59963" y="107031"/>
                  <a:pt x="60062" y="107007"/>
                </a:cubicBezTo>
                <a:cubicBezTo>
                  <a:pt x="60635" y="106857"/>
                  <a:pt x="61207" y="106658"/>
                  <a:pt x="61805" y="106484"/>
                </a:cubicBezTo>
                <a:cubicBezTo>
                  <a:pt x="62178" y="106359"/>
                  <a:pt x="62576" y="106185"/>
                  <a:pt x="62950" y="106061"/>
                </a:cubicBezTo>
                <a:cubicBezTo>
                  <a:pt x="63298" y="105936"/>
                  <a:pt x="63597" y="105862"/>
                  <a:pt x="63945" y="105737"/>
                </a:cubicBezTo>
                <a:cubicBezTo>
                  <a:pt x="64070" y="105687"/>
                  <a:pt x="64169" y="105662"/>
                  <a:pt x="64294" y="105613"/>
                </a:cubicBezTo>
                <a:cubicBezTo>
                  <a:pt x="64792" y="105414"/>
                  <a:pt x="65290" y="105190"/>
                  <a:pt x="65787" y="104990"/>
                </a:cubicBezTo>
                <a:cubicBezTo>
                  <a:pt x="65812" y="104990"/>
                  <a:pt x="65837" y="104941"/>
                  <a:pt x="65912" y="104916"/>
                </a:cubicBezTo>
                <a:cubicBezTo>
                  <a:pt x="66061" y="104866"/>
                  <a:pt x="66211" y="104791"/>
                  <a:pt x="66385" y="104692"/>
                </a:cubicBezTo>
                <a:lnTo>
                  <a:pt x="67580" y="104144"/>
                </a:lnTo>
                <a:cubicBezTo>
                  <a:pt x="67679" y="104119"/>
                  <a:pt x="67779" y="104045"/>
                  <a:pt x="67903" y="104020"/>
                </a:cubicBezTo>
                <a:lnTo>
                  <a:pt x="68077" y="103920"/>
                </a:lnTo>
                <a:cubicBezTo>
                  <a:pt x="68650" y="103671"/>
                  <a:pt x="69173" y="103397"/>
                  <a:pt x="69745" y="103124"/>
                </a:cubicBezTo>
                <a:cubicBezTo>
                  <a:pt x="70168" y="102900"/>
                  <a:pt x="70566" y="102676"/>
                  <a:pt x="71015" y="102427"/>
                </a:cubicBezTo>
                <a:cubicBezTo>
                  <a:pt x="71438" y="102178"/>
                  <a:pt x="71886" y="101954"/>
                  <a:pt x="72284" y="101705"/>
                </a:cubicBezTo>
                <a:cubicBezTo>
                  <a:pt x="72483" y="101630"/>
                  <a:pt x="72657" y="101506"/>
                  <a:pt x="72856" y="101406"/>
                </a:cubicBezTo>
                <a:cubicBezTo>
                  <a:pt x="73105" y="101257"/>
                  <a:pt x="73379" y="101083"/>
                  <a:pt x="73628" y="100933"/>
                </a:cubicBezTo>
                <a:cubicBezTo>
                  <a:pt x="73678" y="100908"/>
                  <a:pt x="73753" y="100883"/>
                  <a:pt x="73802" y="100809"/>
                </a:cubicBezTo>
                <a:cubicBezTo>
                  <a:pt x="73902" y="100759"/>
                  <a:pt x="74001" y="100684"/>
                  <a:pt x="74101" y="100659"/>
                </a:cubicBezTo>
                <a:close/>
                <a:moveTo>
                  <a:pt x="18171" y="110491"/>
                </a:moveTo>
                <a:cubicBezTo>
                  <a:pt x="18245" y="110516"/>
                  <a:pt x="18270" y="110516"/>
                  <a:pt x="18345" y="110516"/>
                </a:cubicBezTo>
                <a:cubicBezTo>
                  <a:pt x="18619" y="110616"/>
                  <a:pt x="18917" y="110715"/>
                  <a:pt x="19216" y="110790"/>
                </a:cubicBezTo>
                <a:lnTo>
                  <a:pt x="19291" y="110890"/>
                </a:lnTo>
                <a:cubicBezTo>
                  <a:pt x="18967" y="110790"/>
                  <a:pt x="18619" y="110666"/>
                  <a:pt x="18270" y="110591"/>
                </a:cubicBezTo>
                <a:lnTo>
                  <a:pt x="18171" y="110491"/>
                </a:lnTo>
                <a:close/>
                <a:moveTo>
                  <a:pt x="59484" y="107172"/>
                </a:moveTo>
                <a:cubicBezTo>
                  <a:pt x="58962" y="108609"/>
                  <a:pt x="58292" y="109848"/>
                  <a:pt x="57499" y="110890"/>
                </a:cubicBezTo>
                <a:cubicBezTo>
                  <a:pt x="57474" y="110914"/>
                  <a:pt x="57449" y="110914"/>
                  <a:pt x="57374" y="110964"/>
                </a:cubicBezTo>
                <a:cubicBezTo>
                  <a:pt x="58196" y="109869"/>
                  <a:pt x="58868" y="108625"/>
                  <a:pt x="59440" y="107181"/>
                </a:cubicBezTo>
                <a:cubicBezTo>
                  <a:pt x="59458" y="107181"/>
                  <a:pt x="59475" y="107181"/>
                  <a:pt x="59484" y="107172"/>
                </a:cubicBezTo>
                <a:close/>
                <a:moveTo>
                  <a:pt x="19614" y="110914"/>
                </a:moveTo>
                <a:cubicBezTo>
                  <a:pt x="19639" y="110914"/>
                  <a:pt x="19664" y="110914"/>
                  <a:pt x="19714" y="110964"/>
                </a:cubicBezTo>
                <a:lnTo>
                  <a:pt x="19764" y="110964"/>
                </a:lnTo>
                <a:cubicBezTo>
                  <a:pt x="19764" y="110989"/>
                  <a:pt x="19789" y="111014"/>
                  <a:pt x="19838" y="111039"/>
                </a:cubicBezTo>
                <a:cubicBezTo>
                  <a:pt x="19789" y="111039"/>
                  <a:pt x="19739" y="111014"/>
                  <a:pt x="19714" y="111014"/>
                </a:cubicBezTo>
                <a:lnTo>
                  <a:pt x="19614" y="110914"/>
                </a:lnTo>
                <a:close/>
                <a:moveTo>
                  <a:pt x="74848" y="101157"/>
                </a:moveTo>
                <a:cubicBezTo>
                  <a:pt x="74873" y="101157"/>
                  <a:pt x="74873" y="101182"/>
                  <a:pt x="74898" y="101182"/>
                </a:cubicBezTo>
                <a:cubicBezTo>
                  <a:pt x="69148" y="105264"/>
                  <a:pt x="63273" y="108649"/>
                  <a:pt x="57524" y="111163"/>
                </a:cubicBezTo>
                <a:cubicBezTo>
                  <a:pt x="57573" y="111114"/>
                  <a:pt x="57598" y="111089"/>
                  <a:pt x="57623" y="111014"/>
                </a:cubicBezTo>
                <a:cubicBezTo>
                  <a:pt x="63273" y="108525"/>
                  <a:pt x="69073" y="105239"/>
                  <a:pt x="74848" y="101157"/>
                </a:cubicBezTo>
                <a:close/>
                <a:moveTo>
                  <a:pt x="57300" y="111163"/>
                </a:moveTo>
                <a:lnTo>
                  <a:pt x="57300" y="111163"/>
                </a:lnTo>
                <a:cubicBezTo>
                  <a:pt x="57250" y="111238"/>
                  <a:pt x="57200" y="111263"/>
                  <a:pt x="57175" y="111338"/>
                </a:cubicBezTo>
                <a:cubicBezTo>
                  <a:pt x="57125" y="111363"/>
                  <a:pt x="57075" y="111363"/>
                  <a:pt x="57051" y="111387"/>
                </a:cubicBezTo>
                <a:cubicBezTo>
                  <a:pt x="57075" y="111338"/>
                  <a:pt x="57125" y="111288"/>
                  <a:pt x="57175" y="111238"/>
                </a:cubicBezTo>
                <a:cubicBezTo>
                  <a:pt x="57200" y="111213"/>
                  <a:pt x="57250" y="111213"/>
                  <a:pt x="57300" y="111163"/>
                </a:cubicBezTo>
                <a:close/>
                <a:moveTo>
                  <a:pt x="34599" y="101257"/>
                </a:moveTo>
                <a:cubicBezTo>
                  <a:pt x="35968" y="104542"/>
                  <a:pt x="37810" y="107529"/>
                  <a:pt x="40075" y="109969"/>
                </a:cubicBezTo>
                <a:cubicBezTo>
                  <a:pt x="38905" y="110267"/>
                  <a:pt x="37760" y="110541"/>
                  <a:pt x="36590" y="110790"/>
                </a:cubicBezTo>
                <a:cubicBezTo>
                  <a:pt x="36466" y="110840"/>
                  <a:pt x="36391" y="110840"/>
                  <a:pt x="36267" y="110865"/>
                </a:cubicBezTo>
                <a:cubicBezTo>
                  <a:pt x="35594" y="110989"/>
                  <a:pt x="34947" y="111114"/>
                  <a:pt x="34325" y="111213"/>
                </a:cubicBezTo>
                <a:lnTo>
                  <a:pt x="33578" y="111288"/>
                </a:lnTo>
                <a:cubicBezTo>
                  <a:pt x="33080" y="111363"/>
                  <a:pt x="32558" y="111462"/>
                  <a:pt x="32060" y="111487"/>
                </a:cubicBezTo>
                <a:cubicBezTo>
                  <a:pt x="31960" y="111487"/>
                  <a:pt x="31911" y="111487"/>
                  <a:pt x="31811" y="111512"/>
                </a:cubicBezTo>
                <a:cubicBezTo>
                  <a:pt x="28874" y="109471"/>
                  <a:pt x="26833" y="106534"/>
                  <a:pt x="25738" y="102875"/>
                </a:cubicBezTo>
                <a:cubicBezTo>
                  <a:pt x="28575" y="102626"/>
                  <a:pt x="31537" y="102078"/>
                  <a:pt x="34599" y="101257"/>
                </a:cubicBezTo>
                <a:close/>
                <a:moveTo>
                  <a:pt x="25538" y="102875"/>
                </a:moveTo>
                <a:cubicBezTo>
                  <a:pt x="26634" y="106534"/>
                  <a:pt x="28650" y="109471"/>
                  <a:pt x="31512" y="111537"/>
                </a:cubicBezTo>
                <a:lnTo>
                  <a:pt x="31438" y="111537"/>
                </a:lnTo>
                <a:cubicBezTo>
                  <a:pt x="28600" y="109471"/>
                  <a:pt x="26584" y="106534"/>
                  <a:pt x="25489" y="102875"/>
                </a:cubicBezTo>
                <a:close/>
                <a:moveTo>
                  <a:pt x="40199" y="110118"/>
                </a:moveTo>
                <a:cubicBezTo>
                  <a:pt x="40249" y="110118"/>
                  <a:pt x="40274" y="110118"/>
                  <a:pt x="40274" y="110143"/>
                </a:cubicBezTo>
                <a:cubicBezTo>
                  <a:pt x="37461" y="110890"/>
                  <a:pt x="34773" y="111462"/>
                  <a:pt x="32159" y="111736"/>
                </a:cubicBezTo>
                <a:lnTo>
                  <a:pt x="32110" y="111736"/>
                </a:lnTo>
                <a:cubicBezTo>
                  <a:pt x="32085" y="111711"/>
                  <a:pt x="32060" y="111711"/>
                  <a:pt x="32060" y="111661"/>
                </a:cubicBezTo>
                <a:lnTo>
                  <a:pt x="32110" y="111661"/>
                </a:lnTo>
                <a:cubicBezTo>
                  <a:pt x="32682" y="111611"/>
                  <a:pt x="33280" y="111512"/>
                  <a:pt x="33827" y="111462"/>
                </a:cubicBezTo>
                <a:lnTo>
                  <a:pt x="34400" y="111363"/>
                </a:lnTo>
                <a:cubicBezTo>
                  <a:pt x="35146" y="111238"/>
                  <a:pt x="35918" y="111114"/>
                  <a:pt x="36665" y="110964"/>
                </a:cubicBezTo>
                <a:lnTo>
                  <a:pt x="36690" y="110964"/>
                </a:lnTo>
                <a:cubicBezTo>
                  <a:pt x="37835" y="110715"/>
                  <a:pt x="39029" y="110417"/>
                  <a:pt x="40199" y="110118"/>
                </a:cubicBezTo>
                <a:close/>
                <a:moveTo>
                  <a:pt x="31736" y="111711"/>
                </a:moveTo>
                <a:cubicBezTo>
                  <a:pt x="31786" y="111736"/>
                  <a:pt x="31811" y="111736"/>
                  <a:pt x="31836" y="111761"/>
                </a:cubicBezTo>
                <a:lnTo>
                  <a:pt x="31736" y="111761"/>
                </a:lnTo>
                <a:cubicBezTo>
                  <a:pt x="31711" y="111736"/>
                  <a:pt x="31687" y="111736"/>
                  <a:pt x="31637" y="111711"/>
                </a:cubicBezTo>
                <a:close/>
                <a:moveTo>
                  <a:pt x="14761" y="102153"/>
                </a:moveTo>
                <a:lnTo>
                  <a:pt x="14761" y="102153"/>
                </a:lnTo>
                <a:cubicBezTo>
                  <a:pt x="14985" y="102203"/>
                  <a:pt x="15234" y="102277"/>
                  <a:pt x="15433" y="102302"/>
                </a:cubicBezTo>
                <a:cubicBezTo>
                  <a:pt x="15532" y="102327"/>
                  <a:pt x="15607" y="102327"/>
                  <a:pt x="15682" y="102352"/>
                </a:cubicBezTo>
                <a:cubicBezTo>
                  <a:pt x="15930" y="102427"/>
                  <a:pt x="16229" y="102452"/>
                  <a:pt x="16478" y="102526"/>
                </a:cubicBezTo>
                <a:cubicBezTo>
                  <a:pt x="16553" y="102551"/>
                  <a:pt x="16677" y="102551"/>
                  <a:pt x="16777" y="102576"/>
                </a:cubicBezTo>
                <a:cubicBezTo>
                  <a:pt x="17026" y="102626"/>
                  <a:pt x="17250" y="102676"/>
                  <a:pt x="17499" y="102700"/>
                </a:cubicBezTo>
                <a:cubicBezTo>
                  <a:pt x="17648" y="102725"/>
                  <a:pt x="17772" y="102725"/>
                  <a:pt x="17922" y="102775"/>
                </a:cubicBezTo>
                <a:cubicBezTo>
                  <a:pt x="18146" y="102800"/>
                  <a:pt x="18370" y="102825"/>
                  <a:pt x="18544" y="102825"/>
                </a:cubicBezTo>
                <a:cubicBezTo>
                  <a:pt x="18644" y="102825"/>
                  <a:pt x="18743" y="102825"/>
                  <a:pt x="18843" y="102850"/>
                </a:cubicBezTo>
                <a:cubicBezTo>
                  <a:pt x="19988" y="102974"/>
                  <a:pt x="21158" y="103049"/>
                  <a:pt x="22377" y="103049"/>
                </a:cubicBezTo>
                <a:cubicBezTo>
                  <a:pt x="23323" y="103049"/>
                  <a:pt x="24269" y="103024"/>
                  <a:pt x="25265" y="102924"/>
                </a:cubicBezTo>
                <a:cubicBezTo>
                  <a:pt x="26335" y="106559"/>
                  <a:pt x="28326" y="109521"/>
                  <a:pt x="31114" y="111611"/>
                </a:cubicBezTo>
                <a:cubicBezTo>
                  <a:pt x="31039" y="111611"/>
                  <a:pt x="30940" y="111636"/>
                  <a:pt x="30840" y="111636"/>
                </a:cubicBezTo>
                <a:lnTo>
                  <a:pt x="29820" y="111736"/>
                </a:lnTo>
                <a:cubicBezTo>
                  <a:pt x="29073" y="111761"/>
                  <a:pt x="28326" y="111786"/>
                  <a:pt x="27604" y="111786"/>
                </a:cubicBezTo>
                <a:cubicBezTo>
                  <a:pt x="26883" y="111786"/>
                  <a:pt x="26211" y="111761"/>
                  <a:pt x="25514" y="111736"/>
                </a:cubicBezTo>
                <a:cubicBezTo>
                  <a:pt x="25240" y="111686"/>
                  <a:pt x="24966" y="111661"/>
                  <a:pt x="24692" y="111661"/>
                </a:cubicBezTo>
                <a:cubicBezTo>
                  <a:pt x="24269" y="111636"/>
                  <a:pt x="23896" y="111611"/>
                  <a:pt x="23522" y="111587"/>
                </a:cubicBezTo>
                <a:cubicBezTo>
                  <a:pt x="23199" y="111537"/>
                  <a:pt x="22850" y="111487"/>
                  <a:pt x="22502" y="111412"/>
                </a:cubicBezTo>
                <a:cubicBezTo>
                  <a:pt x="22228" y="111387"/>
                  <a:pt x="21904" y="111338"/>
                  <a:pt x="21631" y="111288"/>
                </a:cubicBezTo>
                <a:cubicBezTo>
                  <a:pt x="21257" y="111238"/>
                  <a:pt x="20884" y="111139"/>
                  <a:pt x="20535" y="111039"/>
                </a:cubicBezTo>
                <a:cubicBezTo>
                  <a:pt x="20262" y="110890"/>
                  <a:pt x="20038" y="110865"/>
                  <a:pt x="19838" y="110790"/>
                </a:cubicBezTo>
                <a:cubicBezTo>
                  <a:pt x="17424" y="108550"/>
                  <a:pt x="15731" y="105638"/>
                  <a:pt x="14761" y="102153"/>
                </a:cubicBezTo>
                <a:close/>
                <a:moveTo>
                  <a:pt x="20162" y="111039"/>
                </a:moveTo>
                <a:lnTo>
                  <a:pt x="20162" y="111039"/>
                </a:lnTo>
                <a:cubicBezTo>
                  <a:pt x="20610" y="111163"/>
                  <a:pt x="21083" y="111263"/>
                  <a:pt x="21531" y="111363"/>
                </a:cubicBezTo>
                <a:lnTo>
                  <a:pt x="22203" y="111462"/>
                </a:lnTo>
                <a:cubicBezTo>
                  <a:pt x="22626" y="111512"/>
                  <a:pt x="23024" y="111611"/>
                  <a:pt x="23472" y="111636"/>
                </a:cubicBezTo>
                <a:cubicBezTo>
                  <a:pt x="23771" y="111661"/>
                  <a:pt x="24120" y="111711"/>
                  <a:pt x="24468" y="111736"/>
                </a:cubicBezTo>
                <a:lnTo>
                  <a:pt x="25489" y="111835"/>
                </a:lnTo>
                <a:cubicBezTo>
                  <a:pt x="26161" y="111860"/>
                  <a:pt x="26883" y="111885"/>
                  <a:pt x="27604" y="111885"/>
                </a:cubicBezTo>
                <a:cubicBezTo>
                  <a:pt x="28351" y="111885"/>
                  <a:pt x="29098" y="111860"/>
                  <a:pt x="29845" y="111835"/>
                </a:cubicBezTo>
                <a:cubicBezTo>
                  <a:pt x="30218" y="111786"/>
                  <a:pt x="30616" y="111761"/>
                  <a:pt x="30990" y="111736"/>
                </a:cubicBezTo>
                <a:cubicBezTo>
                  <a:pt x="31114" y="111736"/>
                  <a:pt x="31239" y="111711"/>
                  <a:pt x="31413" y="111711"/>
                </a:cubicBezTo>
                <a:cubicBezTo>
                  <a:pt x="31438" y="111736"/>
                  <a:pt x="31463" y="111736"/>
                  <a:pt x="31487" y="111761"/>
                </a:cubicBezTo>
                <a:lnTo>
                  <a:pt x="31338" y="111761"/>
                </a:lnTo>
                <a:cubicBezTo>
                  <a:pt x="30840" y="111786"/>
                  <a:pt x="30367" y="111860"/>
                  <a:pt x="29919" y="111885"/>
                </a:cubicBezTo>
                <a:cubicBezTo>
                  <a:pt x="29123" y="111910"/>
                  <a:pt x="28376" y="111960"/>
                  <a:pt x="27629" y="111960"/>
                </a:cubicBezTo>
                <a:cubicBezTo>
                  <a:pt x="26883" y="111960"/>
                  <a:pt x="26186" y="111910"/>
                  <a:pt x="25489" y="111885"/>
                </a:cubicBezTo>
                <a:lnTo>
                  <a:pt x="24468" y="111786"/>
                </a:lnTo>
                <a:lnTo>
                  <a:pt x="23423" y="111686"/>
                </a:lnTo>
                <a:cubicBezTo>
                  <a:pt x="23000" y="111636"/>
                  <a:pt x="22601" y="111587"/>
                  <a:pt x="22153" y="111512"/>
                </a:cubicBezTo>
                <a:cubicBezTo>
                  <a:pt x="21929" y="111487"/>
                  <a:pt x="21680" y="111437"/>
                  <a:pt x="21481" y="111387"/>
                </a:cubicBezTo>
                <a:cubicBezTo>
                  <a:pt x="21033" y="111288"/>
                  <a:pt x="20635" y="111188"/>
                  <a:pt x="20237" y="111114"/>
                </a:cubicBezTo>
                <a:lnTo>
                  <a:pt x="20162" y="111039"/>
                </a:lnTo>
                <a:close/>
                <a:moveTo>
                  <a:pt x="14942" y="109369"/>
                </a:moveTo>
                <a:cubicBezTo>
                  <a:pt x="14951" y="109371"/>
                  <a:pt x="14963" y="109371"/>
                  <a:pt x="14985" y="109371"/>
                </a:cubicBezTo>
                <a:cubicBezTo>
                  <a:pt x="15308" y="109545"/>
                  <a:pt x="15682" y="109745"/>
                  <a:pt x="16055" y="109919"/>
                </a:cubicBezTo>
                <a:cubicBezTo>
                  <a:pt x="16229" y="109994"/>
                  <a:pt x="16403" y="110043"/>
                  <a:pt x="16603" y="110143"/>
                </a:cubicBezTo>
                <a:cubicBezTo>
                  <a:pt x="16926" y="110292"/>
                  <a:pt x="17299" y="110466"/>
                  <a:pt x="17648" y="110591"/>
                </a:cubicBezTo>
                <a:cubicBezTo>
                  <a:pt x="18220" y="111139"/>
                  <a:pt x="18793" y="111661"/>
                  <a:pt x="19415" y="112134"/>
                </a:cubicBezTo>
                <a:cubicBezTo>
                  <a:pt x="18619" y="111736"/>
                  <a:pt x="17748" y="111238"/>
                  <a:pt x="16876" y="110666"/>
                </a:cubicBezTo>
                <a:cubicBezTo>
                  <a:pt x="16143" y="110226"/>
                  <a:pt x="15530" y="109786"/>
                  <a:pt x="14942" y="109369"/>
                </a:cubicBezTo>
                <a:close/>
                <a:moveTo>
                  <a:pt x="18046" y="110715"/>
                </a:moveTo>
                <a:cubicBezTo>
                  <a:pt x="18096" y="110715"/>
                  <a:pt x="18146" y="110740"/>
                  <a:pt x="18171" y="110740"/>
                </a:cubicBezTo>
                <a:cubicBezTo>
                  <a:pt x="19017" y="111537"/>
                  <a:pt x="19913" y="112234"/>
                  <a:pt x="20859" y="112831"/>
                </a:cubicBezTo>
                <a:lnTo>
                  <a:pt x="20486" y="112632"/>
                </a:lnTo>
                <a:cubicBezTo>
                  <a:pt x="19614" y="112109"/>
                  <a:pt x="18793" y="111462"/>
                  <a:pt x="18046" y="110715"/>
                </a:cubicBezTo>
                <a:close/>
                <a:moveTo>
                  <a:pt x="75097" y="101307"/>
                </a:moveTo>
                <a:cubicBezTo>
                  <a:pt x="75993" y="101804"/>
                  <a:pt x="76764" y="102078"/>
                  <a:pt x="77412" y="102128"/>
                </a:cubicBezTo>
                <a:cubicBezTo>
                  <a:pt x="70143" y="107156"/>
                  <a:pt x="62751" y="110840"/>
                  <a:pt x="55931" y="112881"/>
                </a:cubicBezTo>
                <a:cubicBezTo>
                  <a:pt x="56428" y="112483"/>
                  <a:pt x="56851" y="112010"/>
                  <a:pt x="57300" y="111487"/>
                </a:cubicBezTo>
                <a:cubicBezTo>
                  <a:pt x="63174" y="108923"/>
                  <a:pt x="69173" y="105513"/>
                  <a:pt x="75097" y="101307"/>
                </a:cubicBezTo>
                <a:close/>
                <a:moveTo>
                  <a:pt x="13192" y="108301"/>
                </a:moveTo>
                <a:lnTo>
                  <a:pt x="13192" y="108301"/>
                </a:lnTo>
                <a:cubicBezTo>
                  <a:pt x="13267" y="108376"/>
                  <a:pt x="13367" y="108401"/>
                  <a:pt x="13416" y="108425"/>
                </a:cubicBezTo>
                <a:cubicBezTo>
                  <a:pt x="13441" y="108475"/>
                  <a:pt x="13491" y="108475"/>
                  <a:pt x="13516" y="108500"/>
                </a:cubicBezTo>
                <a:cubicBezTo>
                  <a:pt x="13541" y="108525"/>
                  <a:pt x="13616" y="108550"/>
                  <a:pt x="13640" y="108550"/>
                </a:cubicBezTo>
                <a:cubicBezTo>
                  <a:pt x="14512" y="109247"/>
                  <a:pt x="15507" y="109994"/>
                  <a:pt x="16802" y="110790"/>
                </a:cubicBezTo>
                <a:cubicBezTo>
                  <a:pt x="18096" y="111611"/>
                  <a:pt x="19341" y="112259"/>
                  <a:pt x="20411" y="112781"/>
                </a:cubicBezTo>
                <a:cubicBezTo>
                  <a:pt x="20510" y="112856"/>
                  <a:pt x="20585" y="112881"/>
                  <a:pt x="20660" y="112931"/>
                </a:cubicBezTo>
                <a:cubicBezTo>
                  <a:pt x="20710" y="112980"/>
                  <a:pt x="20759" y="113005"/>
                  <a:pt x="20784" y="113005"/>
                </a:cubicBezTo>
                <a:cubicBezTo>
                  <a:pt x="20797" y="113012"/>
                  <a:pt x="20811" y="113019"/>
                  <a:pt x="20823" y="113025"/>
                </a:cubicBezTo>
                <a:lnTo>
                  <a:pt x="20823" y="113025"/>
                </a:lnTo>
                <a:cubicBezTo>
                  <a:pt x="19925" y="112699"/>
                  <a:pt x="18934" y="112190"/>
                  <a:pt x="17897" y="111587"/>
                </a:cubicBezTo>
                <a:cubicBezTo>
                  <a:pt x="17872" y="111537"/>
                  <a:pt x="17847" y="111537"/>
                  <a:pt x="17797" y="111512"/>
                </a:cubicBezTo>
                <a:cubicBezTo>
                  <a:pt x="17499" y="111338"/>
                  <a:pt x="17150" y="111139"/>
                  <a:pt x="16851" y="110914"/>
                </a:cubicBezTo>
                <a:cubicBezTo>
                  <a:pt x="16777" y="110890"/>
                  <a:pt x="16677" y="110840"/>
                  <a:pt x="16627" y="110765"/>
                </a:cubicBezTo>
                <a:cubicBezTo>
                  <a:pt x="16379" y="110616"/>
                  <a:pt x="16130" y="110466"/>
                  <a:pt x="15906" y="110292"/>
                </a:cubicBezTo>
                <a:lnTo>
                  <a:pt x="14686" y="109471"/>
                </a:lnTo>
                <a:cubicBezTo>
                  <a:pt x="14263" y="109147"/>
                  <a:pt x="13815" y="108799"/>
                  <a:pt x="13392" y="108475"/>
                </a:cubicBezTo>
                <a:cubicBezTo>
                  <a:pt x="13317" y="108401"/>
                  <a:pt x="13267" y="108376"/>
                  <a:pt x="13192" y="108301"/>
                </a:cubicBezTo>
                <a:close/>
                <a:moveTo>
                  <a:pt x="56926" y="111636"/>
                </a:moveTo>
                <a:lnTo>
                  <a:pt x="56926" y="111636"/>
                </a:lnTo>
                <a:cubicBezTo>
                  <a:pt x="56453" y="112159"/>
                  <a:pt x="55955" y="112607"/>
                  <a:pt x="55458" y="113005"/>
                </a:cubicBezTo>
                <a:cubicBezTo>
                  <a:pt x="55383" y="113030"/>
                  <a:pt x="55333" y="113030"/>
                  <a:pt x="55258" y="113080"/>
                </a:cubicBezTo>
                <a:cubicBezTo>
                  <a:pt x="55806" y="112657"/>
                  <a:pt x="56304" y="112234"/>
                  <a:pt x="56752" y="111711"/>
                </a:cubicBezTo>
                <a:cubicBezTo>
                  <a:pt x="56827" y="111661"/>
                  <a:pt x="56851" y="111661"/>
                  <a:pt x="56926" y="111636"/>
                </a:cubicBezTo>
                <a:close/>
                <a:moveTo>
                  <a:pt x="61730" y="110989"/>
                </a:moveTo>
                <a:cubicBezTo>
                  <a:pt x="60734" y="111412"/>
                  <a:pt x="59639" y="111835"/>
                  <a:pt x="58121" y="112408"/>
                </a:cubicBezTo>
                <a:cubicBezTo>
                  <a:pt x="57225" y="112732"/>
                  <a:pt x="56329" y="113005"/>
                  <a:pt x="55408" y="113254"/>
                </a:cubicBezTo>
                <a:cubicBezTo>
                  <a:pt x="55458" y="113229"/>
                  <a:pt x="55507" y="113204"/>
                  <a:pt x="55557" y="113155"/>
                </a:cubicBezTo>
                <a:cubicBezTo>
                  <a:pt x="57573" y="112582"/>
                  <a:pt x="59614" y="111860"/>
                  <a:pt x="61730" y="110989"/>
                </a:cubicBezTo>
                <a:close/>
                <a:moveTo>
                  <a:pt x="40423" y="110292"/>
                </a:moveTo>
                <a:cubicBezTo>
                  <a:pt x="40498" y="110367"/>
                  <a:pt x="40523" y="110392"/>
                  <a:pt x="40573" y="110417"/>
                </a:cubicBezTo>
                <a:cubicBezTo>
                  <a:pt x="39029" y="111711"/>
                  <a:pt x="37337" y="112732"/>
                  <a:pt x="35594" y="113478"/>
                </a:cubicBezTo>
                <a:cubicBezTo>
                  <a:pt x="34449" y="113030"/>
                  <a:pt x="33354" y="112508"/>
                  <a:pt x="32359" y="111885"/>
                </a:cubicBezTo>
                <a:cubicBezTo>
                  <a:pt x="34947" y="111611"/>
                  <a:pt x="37660" y="111039"/>
                  <a:pt x="40423" y="110292"/>
                </a:cubicBezTo>
                <a:close/>
                <a:moveTo>
                  <a:pt x="54985" y="113354"/>
                </a:moveTo>
                <a:cubicBezTo>
                  <a:pt x="54960" y="113379"/>
                  <a:pt x="54935" y="113404"/>
                  <a:pt x="54885" y="113404"/>
                </a:cubicBezTo>
                <a:cubicBezTo>
                  <a:pt x="54835" y="113453"/>
                  <a:pt x="54736" y="113453"/>
                  <a:pt x="54686" y="113478"/>
                </a:cubicBezTo>
                <a:cubicBezTo>
                  <a:pt x="54736" y="113453"/>
                  <a:pt x="54761" y="113404"/>
                  <a:pt x="54835" y="113379"/>
                </a:cubicBezTo>
                <a:cubicBezTo>
                  <a:pt x="54885" y="113379"/>
                  <a:pt x="54935" y="113354"/>
                  <a:pt x="54985" y="113354"/>
                </a:cubicBezTo>
                <a:close/>
                <a:moveTo>
                  <a:pt x="40697" y="110591"/>
                </a:moveTo>
                <a:cubicBezTo>
                  <a:pt x="40747" y="110591"/>
                  <a:pt x="40747" y="110616"/>
                  <a:pt x="40772" y="110616"/>
                </a:cubicBezTo>
                <a:cubicBezTo>
                  <a:pt x="39278" y="111860"/>
                  <a:pt x="37660" y="112856"/>
                  <a:pt x="35968" y="113603"/>
                </a:cubicBezTo>
                <a:cubicBezTo>
                  <a:pt x="35943" y="113603"/>
                  <a:pt x="35918" y="113578"/>
                  <a:pt x="35868" y="113578"/>
                </a:cubicBezTo>
                <a:cubicBezTo>
                  <a:pt x="37561" y="112831"/>
                  <a:pt x="39204" y="111835"/>
                  <a:pt x="40697" y="110591"/>
                </a:cubicBezTo>
                <a:close/>
                <a:moveTo>
                  <a:pt x="32085" y="111910"/>
                </a:moveTo>
                <a:cubicBezTo>
                  <a:pt x="33080" y="112582"/>
                  <a:pt x="34201" y="113130"/>
                  <a:pt x="35395" y="113603"/>
                </a:cubicBezTo>
                <a:cubicBezTo>
                  <a:pt x="35346" y="113603"/>
                  <a:pt x="35321" y="113628"/>
                  <a:pt x="35296" y="113628"/>
                </a:cubicBezTo>
                <a:cubicBezTo>
                  <a:pt x="34101" y="113155"/>
                  <a:pt x="32981" y="112607"/>
                  <a:pt x="31985" y="111960"/>
                </a:cubicBezTo>
                <a:cubicBezTo>
                  <a:pt x="32035" y="111910"/>
                  <a:pt x="32060" y="111910"/>
                  <a:pt x="32085" y="111910"/>
                </a:cubicBezTo>
                <a:close/>
                <a:moveTo>
                  <a:pt x="35644" y="113702"/>
                </a:moveTo>
                <a:cubicBezTo>
                  <a:pt x="35669" y="113702"/>
                  <a:pt x="35694" y="113727"/>
                  <a:pt x="35694" y="113727"/>
                </a:cubicBezTo>
                <a:cubicBezTo>
                  <a:pt x="35669" y="113727"/>
                  <a:pt x="35644" y="113752"/>
                  <a:pt x="35594" y="113752"/>
                </a:cubicBezTo>
                <a:cubicBezTo>
                  <a:pt x="35570" y="113752"/>
                  <a:pt x="35545" y="113727"/>
                  <a:pt x="35520" y="113727"/>
                </a:cubicBezTo>
                <a:cubicBezTo>
                  <a:pt x="35545" y="113727"/>
                  <a:pt x="35570" y="113702"/>
                  <a:pt x="35594" y="113702"/>
                </a:cubicBezTo>
                <a:close/>
                <a:moveTo>
                  <a:pt x="18594" y="110865"/>
                </a:moveTo>
                <a:cubicBezTo>
                  <a:pt x="18893" y="110964"/>
                  <a:pt x="19216" y="111089"/>
                  <a:pt x="19515" y="111139"/>
                </a:cubicBezTo>
                <a:cubicBezTo>
                  <a:pt x="19540" y="111139"/>
                  <a:pt x="19589" y="111139"/>
                  <a:pt x="19614" y="111163"/>
                </a:cubicBezTo>
                <a:cubicBezTo>
                  <a:pt x="20734" y="112234"/>
                  <a:pt x="22004" y="113130"/>
                  <a:pt x="23398" y="113877"/>
                </a:cubicBezTo>
                <a:cubicBezTo>
                  <a:pt x="21631" y="113204"/>
                  <a:pt x="20013" y="112209"/>
                  <a:pt x="18594" y="110865"/>
                </a:cubicBezTo>
                <a:close/>
                <a:moveTo>
                  <a:pt x="61701" y="111266"/>
                </a:moveTo>
                <a:lnTo>
                  <a:pt x="61701" y="111266"/>
                </a:lnTo>
                <a:cubicBezTo>
                  <a:pt x="61626" y="111299"/>
                  <a:pt x="61548" y="111344"/>
                  <a:pt x="61456" y="111363"/>
                </a:cubicBezTo>
                <a:cubicBezTo>
                  <a:pt x="61332" y="111412"/>
                  <a:pt x="61207" y="111487"/>
                  <a:pt x="61083" y="111512"/>
                </a:cubicBezTo>
                <a:cubicBezTo>
                  <a:pt x="59963" y="111985"/>
                  <a:pt x="58669" y="112458"/>
                  <a:pt x="56752" y="113155"/>
                </a:cubicBezTo>
                <a:cubicBezTo>
                  <a:pt x="56702" y="113204"/>
                  <a:pt x="56627" y="113204"/>
                  <a:pt x="56603" y="113229"/>
                </a:cubicBezTo>
                <a:cubicBezTo>
                  <a:pt x="55995" y="113448"/>
                  <a:pt x="55173" y="113715"/>
                  <a:pt x="54300" y="113982"/>
                </a:cubicBezTo>
                <a:lnTo>
                  <a:pt x="54300" y="113982"/>
                </a:lnTo>
                <a:cubicBezTo>
                  <a:pt x="54308" y="113979"/>
                  <a:pt x="54313" y="113976"/>
                  <a:pt x="54313" y="113976"/>
                </a:cubicBezTo>
                <a:cubicBezTo>
                  <a:pt x="54337" y="113976"/>
                  <a:pt x="54362" y="113926"/>
                  <a:pt x="54387" y="113926"/>
                </a:cubicBezTo>
                <a:cubicBezTo>
                  <a:pt x="54437" y="113926"/>
                  <a:pt x="54437" y="113901"/>
                  <a:pt x="54462" y="113901"/>
                </a:cubicBezTo>
                <a:cubicBezTo>
                  <a:pt x="55582" y="113553"/>
                  <a:pt x="56329" y="113279"/>
                  <a:pt x="56752" y="113130"/>
                </a:cubicBezTo>
                <a:cubicBezTo>
                  <a:pt x="57300" y="112906"/>
                  <a:pt x="57797" y="112756"/>
                  <a:pt x="58220" y="112557"/>
                </a:cubicBezTo>
                <a:lnTo>
                  <a:pt x="59988" y="111910"/>
                </a:lnTo>
                <a:cubicBezTo>
                  <a:pt x="60187" y="111860"/>
                  <a:pt x="60336" y="111786"/>
                  <a:pt x="60535" y="111736"/>
                </a:cubicBezTo>
                <a:cubicBezTo>
                  <a:pt x="60909" y="111573"/>
                  <a:pt x="61304" y="111409"/>
                  <a:pt x="61701" y="111266"/>
                </a:cubicBezTo>
                <a:close/>
                <a:moveTo>
                  <a:pt x="59241" y="107156"/>
                </a:moveTo>
                <a:lnTo>
                  <a:pt x="59241" y="107156"/>
                </a:lnTo>
                <a:cubicBezTo>
                  <a:pt x="58619" y="108724"/>
                  <a:pt x="57922" y="110018"/>
                  <a:pt x="57051" y="111089"/>
                </a:cubicBezTo>
                <a:cubicBezTo>
                  <a:pt x="53889" y="112458"/>
                  <a:pt x="50828" y="113528"/>
                  <a:pt x="47791" y="114349"/>
                </a:cubicBezTo>
                <a:cubicBezTo>
                  <a:pt x="45601" y="113827"/>
                  <a:pt x="43311" y="112508"/>
                  <a:pt x="41195" y="110466"/>
                </a:cubicBezTo>
                <a:cubicBezTo>
                  <a:pt x="41419" y="110267"/>
                  <a:pt x="41643" y="110093"/>
                  <a:pt x="41867" y="109869"/>
                </a:cubicBezTo>
                <a:cubicBezTo>
                  <a:pt x="43609" y="109346"/>
                  <a:pt x="45352" y="108749"/>
                  <a:pt x="47119" y="108052"/>
                </a:cubicBezTo>
                <a:lnTo>
                  <a:pt x="47219" y="108052"/>
                </a:lnTo>
                <a:cubicBezTo>
                  <a:pt x="47268" y="108052"/>
                  <a:pt x="47343" y="108102"/>
                  <a:pt x="47368" y="108102"/>
                </a:cubicBezTo>
                <a:cubicBezTo>
                  <a:pt x="47791" y="108152"/>
                  <a:pt x="48239" y="108226"/>
                  <a:pt x="48662" y="108251"/>
                </a:cubicBezTo>
                <a:cubicBezTo>
                  <a:pt x="48762" y="108251"/>
                  <a:pt x="48861" y="108276"/>
                  <a:pt x="48961" y="108276"/>
                </a:cubicBezTo>
                <a:lnTo>
                  <a:pt x="49110" y="108276"/>
                </a:lnTo>
                <a:cubicBezTo>
                  <a:pt x="49658" y="108301"/>
                  <a:pt x="50230" y="108351"/>
                  <a:pt x="50828" y="108351"/>
                </a:cubicBezTo>
                <a:lnTo>
                  <a:pt x="51002" y="108351"/>
                </a:lnTo>
                <a:cubicBezTo>
                  <a:pt x="51400" y="108351"/>
                  <a:pt x="51823" y="108351"/>
                  <a:pt x="52222" y="108301"/>
                </a:cubicBezTo>
                <a:lnTo>
                  <a:pt x="52272" y="108301"/>
                </a:lnTo>
                <a:cubicBezTo>
                  <a:pt x="52496" y="108301"/>
                  <a:pt x="52720" y="108276"/>
                  <a:pt x="52944" y="108251"/>
                </a:cubicBezTo>
                <a:lnTo>
                  <a:pt x="53068" y="108251"/>
                </a:lnTo>
                <a:cubicBezTo>
                  <a:pt x="53242" y="108251"/>
                  <a:pt x="53416" y="108226"/>
                  <a:pt x="53616" y="108176"/>
                </a:cubicBezTo>
                <a:cubicBezTo>
                  <a:pt x="53765" y="108176"/>
                  <a:pt x="53889" y="108152"/>
                  <a:pt x="54064" y="108127"/>
                </a:cubicBezTo>
                <a:cubicBezTo>
                  <a:pt x="54238" y="108102"/>
                  <a:pt x="54462" y="108102"/>
                  <a:pt x="54686" y="108052"/>
                </a:cubicBezTo>
                <a:lnTo>
                  <a:pt x="54711" y="108052"/>
                </a:lnTo>
                <a:cubicBezTo>
                  <a:pt x="54761" y="108052"/>
                  <a:pt x="54835" y="108027"/>
                  <a:pt x="54885" y="108027"/>
                </a:cubicBezTo>
                <a:lnTo>
                  <a:pt x="54960" y="108027"/>
                </a:lnTo>
                <a:lnTo>
                  <a:pt x="55433" y="107928"/>
                </a:lnTo>
                <a:cubicBezTo>
                  <a:pt x="55731" y="107878"/>
                  <a:pt x="56055" y="107803"/>
                  <a:pt x="56354" y="107778"/>
                </a:cubicBezTo>
                <a:cubicBezTo>
                  <a:pt x="56603" y="107753"/>
                  <a:pt x="56851" y="107679"/>
                  <a:pt x="57100" y="107654"/>
                </a:cubicBezTo>
                <a:cubicBezTo>
                  <a:pt x="57822" y="107529"/>
                  <a:pt x="58544" y="107355"/>
                  <a:pt x="59241" y="107156"/>
                </a:cubicBezTo>
                <a:close/>
                <a:moveTo>
                  <a:pt x="56329" y="111910"/>
                </a:moveTo>
                <a:cubicBezTo>
                  <a:pt x="55831" y="112383"/>
                  <a:pt x="55308" y="112856"/>
                  <a:pt x="54736" y="113229"/>
                </a:cubicBezTo>
                <a:cubicBezTo>
                  <a:pt x="52968" y="113727"/>
                  <a:pt x="51201" y="114101"/>
                  <a:pt x="49509" y="114374"/>
                </a:cubicBezTo>
                <a:cubicBezTo>
                  <a:pt x="51749" y="113702"/>
                  <a:pt x="54014" y="112881"/>
                  <a:pt x="56329" y="111910"/>
                </a:cubicBezTo>
                <a:close/>
                <a:moveTo>
                  <a:pt x="19988" y="111288"/>
                </a:moveTo>
                <a:cubicBezTo>
                  <a:pt x="20013" y="111288"/>
                  <a:pt x="20087" y="111338"/>
                  <a:pt x="20112" y="111338"/>
                </a:cubicBezTo>
                <a:cubicBezTo>
                  <a:pt x="21531" y="112607"/>
                  <a:pt x="23199" y="113628"/>
                  <a:pt x="25066" y="114449"/>
                </a:cubicBezTo>
                <a:cubicBezTo>
                  <a:pt x="24941" y="114399"/>
                  <a:pt x="24817" y="114374"/>
                  <a:pt x="24717" y="114349"/>
                </a:cubicBezTo>
                <a:cubicBezTo>
                  <a:pt x="22950" y="113528"/>
                  <a:pt x="21357" y="112508"/>
                  <a:pt x="19988" y="111288"/>
                </a:cubicBezTo>
                <a:close/>
                <a:moveTo>
                  <a:pt x="41071" y="110616"/>
                </a:moveTo>
                <a:cubicBezTo>
                  <a:pt x="43136" y="112582"/>
                  <a:pt x="45277" y="113877"/>
                  <a:pt x="47468" y="114474"/>
                </a:cubicBezTo>
                <a:cubicBezTo>
                  <a:pt x="47418" y="114474"/>
                  <a:pt x="47393" y="114499"/>
                  <a:pt x="47343" y="114499"/>
                </a:cubicBezTo>
                <a:cubicBezTo>
                  <a:pt x="45178" y="113901"/>
                  <a:pt x="43062" y="112607"/>
                  <a:pt x="41046" y="110641"/>
                </a:cubicBezTo>
                <a:lnTo>
                  <a:pt x="41071" y="110616"/>
                </a:lnTo>
                <a:close/>
                <a:moveTo>
                  <a:pt x="56802" y="111412"/>
                </a:moveTo>
                <a:cubicBezTo>
                  <a:pt x="56752" y="111487"/>
                  <a:pt x="56702" y="111512"/>
                  <a:pt x="56677" y="111587"/>
                </a:cubicBezTo>
                <a:cubicBezTo>
                  <a:pt x="53840" y="112732"/>
                  <a:pt x="51102" y="113727"/>
                  <a:pt x="48388" y="114499"/>
                </a:cubicBezTo>
                <a:cubicBezTo>
                  <a:pt x="48339" y="114499"/>
                  <a:pt x="48264" y="114474"/>
                  <a:pt x="48214" y="114474"/>
                </a:cubicBezTo>
                <a:cubicBezTo>
                  <a:pt x="51002" y="113702"/>
                  <a:pt x="53865" y="112657"/>
                  <a:pt x="56802" y="111412"/>
                </a:cubicBezTo>
                <a:close/>
                <a:moveTo>
                  <a:pt x="22300" y="113641"/>
                </a:moveTo>
                <a:cubicBezTo>
                  <a:pt x="22877" y="113870"/>
                  <a:pt x="23339" y="114032"/>
                  <a:pt x="23622" y="114150"/>
                </a:cubicBezTo>
                <a:cubicBezTo>
                  <a:pt x="24020" y="114325"/>
                  <a:pt x="24393" y="114449"/>
                  <a:pt x="24817" y="114573"/>
                </a:cubicBezTo>
                <a:cubicBezTo>
                  <a:pt x="24717" y="114573"/>
                  <a:pt x="24593" y="114524"/>
                  <a:pt x="24418" y="114499"/>
                </a:cubicBezTo>
                <a:lnTo>
                  <a:pt x="24393" y="114499"/>
                </a:lnTo>
                <a:cubicBezTo>
                  <a:pt x="24269" y="114474"/>
                  <a:pt x="24194" y="114449"/>
                  <a:pt x="24070" y="114374"/>
                </a:cubicBezTo>
                <a:cubicBezTo>
                  <a:pt x="24020" y="114374"/>
                  <a:pt x="24020" y="114349"/>
                  <a:pt x="23995" y="114349"/>
                </a:cubicBezTo>
                <a:cubicBezTo>
                  <a:pt x="23522" y="114200"/>
                  <a:pt x="23099" y="114026"/>
                  <a:pt x="22651" y="113827"/>
                </a:cubicBezTo>
                <a:cubicBezTo>
                  <a:pt x="22534" y="113768"/>
                  <a:pt x="22417" y="113695"/>
                  <a:pt x="22300" y="113641"/>
                </a:cubicBezTo>
                <a:close/>
                <a:moveTo>
                  <a:pt x="47791" y="114573"/>
                </a:moveTo>
                <a:cubicBezTo>
                  <a:pt x="47841" y="114573"/>
                  <a:pt x="47866" y="114598"/>
                  <a:pt x="47916" y="114598"/>
                </a:cubicBezTo>
                <a:lnTo>
                  <a:pt x="47667" y="114598"/>
                </a:lnTo>
                <a:cubicBezTo>
                  <a:pt x="47716" y="114598"/>
                  <a:pt x="47766" y="114573"/>
                  <a:pt x="47791" y="114573"/>
                </a:cubicBezTo>
                <a:close/>
                <a:moveTo>
                  <a:pt x="54188" y="113553"/>
                </a:moveTo>
                <a:cubicBezTo>
                  <a:pt x="54089" y="113603"/>
                  <a:pt x="54014" y="113628"/>
                  <a:pt x="53939" y="113702"/>
                </a:cubicBezTo>
                <a:cubicBezTo>
                  <a:pt x="52396" y="114101"/>
                  <a:pt x="50902" y="114399"/>
                  <a:pt x="49484" y="114623"/>
                </a:cubicBezTo>
                <a:cubicBezTo>
                  <a:pt x="49384" y="114623"/>
                  <a:pt x="49285" y="114623"/>
                  <a:pt x="49235" y="114598"/>
                </a:cubicBezTo>
                <a:cubicBezTo>
                  <a:pt x="50853" y="114349"/>
                  <a:pt x="52496" y="114001"/>
                  <a:pt x="54188" y="113553"/>
                </a:cubicBezTo>
                <a:close/>
                <a:moveTo>
                  <a:pt x="53068" y="114101"/>
                </a:moveTo>
                <a:lnTo>
                  <a:pt x="53068" y="114101"/>
                </a:lnTo>
                <a:cubicBezTo>
                  <a:pt x="52645" y="114250"/>
                  <a:pt x="52247" y="114374"/>
                  <a:pt x="51848" y="114474"/>
                </a:cubicBezTo>
                <a:cubicBezTo>
                  <a:pt x="51400" y="114524"/>
                  <a:pt x="50977" y="114598"/>
                  <a:pt x="50529" y="114623"/>
                </a:cubicBezTo>
                <a:cubicBezTo>
                  <a:pt x="51375" y="114474"/>
                  <a:pt x="52222" y="114275"/>
                  <a:pt x="53068" y="114101"/>
                </a:cubicBezTo>
                <a:close/>
                <a:moveTo>
                  <a:pt x="48488" y="114698"/>
                </a:moveTo>
                <a:cubicBezTo>
                  <a:pt x="48538" y="114698"/>
                  <a:pt x="48613" y="114723"/>
                  <a:pt x="48662" y="114723"/>
                </a:cubicBezTo>
                <a:cubicBezTo>
                  <a:pt x="48637" y="114723"/>
                  <a:pt x="48538" y="114748"/>
                  <a:pt x="48488" y="114748"/>
                </a:cubicBezTo>
                <a:cubicBezTo>
                  <a:pt x="48413" y="114748"/>
                  <a:pt x="48388" y="114723"/>
                  <a:pt x="48339" y="114723"/>
                </a:cubicBezTo>
                <a:cubicBezTo>
                  <a:pt x="48388" y="114723"/>
                  <a:pt x="48463" y="114698"/>
                  <a:pt x="48488" y="114698"/>
                </a:cubicBezTo>
                <a:close/>
                <a:moveTo>
                  <a:pt x="53342" y="114225"/>
                </a:moveTo>
                <a:lnTo>
                  <a:pt x="53143" y="114325"/>
                </a:lnTo>
                <a:cubicBezTo>
                  <a:pt x="53118" y="114325"/>
                  <a:pt x="53093" y="114349"/>
                  <a:pt x="53068" y="114349"/>
                </a:cubicBezTo>
                <a:cubicBezTo>
                  <a:pt x="52869" y="114399"/>
                  <a:pt x="52720" y="114474"/>
                  <a:pt x="52520" y="114524"/>
                </a:cubicBezTo>
                <a:lnTo>
                  <a:pt x="52471" y="114524"/>
                </a:lnTo>
                <a:cubicBezTo>
                  <a:pt x="52272" y="114598"/>
                  <a:pt x="52072" y="114623"/>
                  <a:pt x="51873" y="114698"/>
                </a:cubicBezTo>
                <a:cubicBezTo>
                  <a:pt x="51823" y="114698"/>
                  <a:pt x="51774" y="114698"/>
                  <a:pt x="51724" y="114723"/>
                </a:cubicBezTo>
                <a:lnTo>
                  <a:pt x="51624" y="114723"/>
                </a:lnTo>
                <a:cubicBezTo>
                  <a:pt x="51500" y="114748"/>
                  <a:pt x="51400" y="114748"/>
                  <a:pt x="51276" y="114773"/>
                </a:cubicBezTo>
                <a:cubicBezTo>
                  <a:pt x="52023" y="114598"/>
                  <a:pt x="52720" y="114399"/>
                  <a:pt x="53342" y="114225"/>
                </a:cubicBezTo>
                <a:close/>
                <a:moveTo>
                  <a:pt x="40896" y="110740"/>
                </a:moveTo>
                <a:cubicBezTo>
                  <a:pt x="42863" y="112632"/>
                  <a:pt x="44904" y="113951"/>
                  <a:pt x="46995" y="114573"/>
                </a:cubicBezTo>
                <a:cubicBezTo>
                  <a:pt x="46795" y="114623"/>
                  <a:pt x="46621" y="114648"/>
                  <a:pt x="46422" y="114723"/>
                </a:cubicBezTo>
                <a:cubicBezTo>
                  <a:pt x="45529" y="114794"/>
                  <a:pt x="44652" y="114830"/>
                  <a:pt x="43794" y="114830"/>
                </a:cubicBezTo>
                <a:cubicBezTo>
                  <a:pt x="41045" y="114830"/>
                  <a:pt x="38494" y="114461"/>
                  <a:pt x="36217" y="113702"/>
                </a:cubicBezTo>
                <a:cubicBezTo>
                  <a:pt x="37884" y="112956"/>
                  <a:pt x="39428" y="111960"/>
                  <a:pt x="40896" y="110740"/>
                </a:cubicBezTo>
                <a:close/>
                <a:moveTo>
                  <a:pt x="49484" y="114797"/>
                </a:moveTo>
                <a:cubicBezTo>
                  <a:pt x="49633" y="114822"/>
                  <a:pt x="49789" y="114835"/>
                  <a:pt x="49944" y="114835"/>
                </a:cubicBezTo>
                <a:cubicBezTo>
                  <a:pt x="50100" y="114835"/>
                  <a:pt x="50255" y="114822"/>
                  <a:pt x="50405" y="114797"/>
                </a:cubicBezTo>
                <a:lnTo>
                  <a:pt x="50405" y="114797"/>
                </a:lnTo>
                <a:cubicBezTo>
                  <a:pt x="50330" y="114847"/>
                  <a:pt x="50230" y="114847"/>
                  <a:pt x="50131" y="114872"/>
                </a:cubicBezTo>
                <a:lnTo>
                  <a:pt x="50031" y="114872"/>
                </a:lnTo>
                <a:cubicBezTo>
                  <a:pt x="49758" y="114872"/>
                  <a:pt x="49484" y="114847"/>
                  <a:pt x="49235" y="114847"/>
                </a:cubicBezTo>
                <a:cubicBezTo>
                  <a:pt x="49334" y="114847"/>
                  <a:pt x="49384" y="114797"/>
                  <a:pt x="49484" y="114797"/>
                </a:cubicBezTo>
                <a:close/>
                <a:moveTo>
                  <a:pt x="20486" y="111387"/>
                </a:moveTo>
                <a:lnTo>
                  <a:pt x="20486" y="111387"/>
                </a:lnTo>
                <a:cubicBezTo>
                  <a:pt x="20784" y="111462"/>
                  <a:pt x="21083" y="111537"/>
                  <a:pt x="21382" y="111611"/>
                </a:cubicBezTo>
                <a:cubicBezTo>
                  <a:pt x="21631" y="111661"/>
                  <a:pt x="21904" y="111711"/>
                  <a:pt x="22153" y="111736"/>
                </a:cubicBezTo>
                <a:cubicBezTo>
                  <a:pt x="22576" y="111786"/>
                  <a:pt x="22975" y="111885"/>
                  <a:pt x="23373" y="111910"/>
                </a:cubicBezTo>
                <a:cubicBezTo>
                  <a:pt x="23771" y="111985"/>
                  <a:pt x="24219" y="112010"/>
                  <a:pt x="24642" y="112035"/>
                </a:cubicBezTo>
                <a:cubicBezTo>
                  <a:pt x="24941" y="112084"/>
                  <a:pt x="25190" y="112109"/>
                  <a:pt x="25464" y="112109"/>
                </a:cubicBezTo>
                <a:cubicBezTo>
                  <a:pt x="26186" y="112134"/>
                  <a:pt x="26883" y="112159"/>
                  <a:pt x="27629" y="112159"/>
                </a:cubicBezTo>
                <a:cubicBezTo>
                  <a:pt x="28376" y="112159"/>
                  <a:pt x="29123" y="112134"/>
                  <a:pt x="29919" y="112109"/>
                </a:cubicBezTo>
                <a:cubicBezTo>
                  <a:pt x="30367" y="112059"/>
                  <a:pt x="30840" y="112035"/>
                  <a:pt x="31338" y="111985"/>
                </a:cubicBezTo>
                <a:cubicBezTo>
                  <a:pt x="31463" y="111985"/>
                  <a:pt x="31587" y="111960"/>
                  <a:pt x="31736" y="111960"/>
                </a:cubicBezTo>
                <a:cubicBezTo>
                  <a:pt x="32782" y="112632"/>
                  <a:pt x="33852" y="113229"/>
                  <a:pt x="35072" y="113727"/>
                </a:cubicBezTo>
                <a:cubicBezTo>
                  <a:pt x="33329" y="114399"/>
                  <a:pt x="31487" y="114797"/>
                  <a:pt x="29670" y="114897"/>
                </a:cubicBezTo>
                <a:cubicBezTo>
                  <a:pt x="29396" y="114914"/>
                  <a:pt x="29125" y="114922"/>
                  <a:pt x="28856" y="114922"/>
                </a:cubicBezTo>
                <a:cubicBezTo>
                  <a:pt x="27952" y="114922"/>
                  <a:pt x="27074" y="114832"/>
                  <a:pt x="26211" y="114698"/>
                </a:cubicBezTo>
                <a:cubicBezTo>
                  <a:pt x="24020" y="113877"/>
                  <a:pt x="22128" y="112781"/>
                  <a:pt x="20486" y="111387"/>
                </a:cubicBezTo>
                <a:close/>
                <a:moveTo>
                  <a:pt x="46995" y="114872"/>
                </a:moveTo>
                <a:cubicBezTo>
                  <a:pt x="46895" y="114897"/>
                  <a:pt x="46795" y="114947"/>
                  <a:pt x="46721" y="114947"/>
                </a:cubicBezTo>
                <a:cubicBezTo>
                  <a:pt x="46497" y="114972"/>
                  <a:pt x="46298" y="114972"/>
                  <a:pt x="46099" y="114997"/>
                </a:cubicBezTo>
                <a:lnTo>
                  <a:pt x="46472" y="114897"/>
                </a:lnTo>
                <a:cubicBezTo>
                  <a:pt x="46646" y="114897"/>
                  <a:pt x="46795" y="114872"/>
                  <a:pt x="46995" y="114872"/>
                </a:cubicBezTo>
                <a:close/>
                <a:moveTo>
                  <a:pt x="35968" y="113827"/>
                </a:moveTo>
                <a:cubicBezTo>
                  <a:pt x="38360" y="114638"/>
                  <a:pt x="41027" y="115028"/>
                  <a:pt x="43938" y="115028"/>
                </a:cubicBezTo>
                <a:cubicBezTo>
                  <a:pt x="44419" y="115028"/>
                  <a:pt x="44907" y="115018"/>
                  <a:pt x="45402" y="114997"/>
                </a:cubicBezTo>
                <a:lnTo>
                  <a:pt x="45402" y="114997"/>
                </a:lnTo>
                <a:cubicBezTo>
                  <a:pt x="45302" y="115021"/>
                  <a:pt x="45227" y="115021"/>
                  <a:pt x="45128" y="115071"/>
                </a:cubicBezTo>
                <a:cubicBezTo>
                  <a:pt x="44680" y="115096"/>
                  <a:pt x="44281" y="115096"/>
                  <a:pt x="43883" y="115096"/>
                </a:cubicBezTo>
                <a:cubicBezTo>
                  <a:pt x="40946" y="115096"/>
                  <a:pt x="38283" y="114648"/>
                  <a:pt x="35918" y="113852"/>
                </a:cubicBezTo>
                <a:cubicBezTo>
                  <a:pt x="35918" y="113827"/>
                  <a:pt x="35943" y="113827"/>
                  <a:pt x="35968" y="113827"/>
                </a:cubicBezTo>
                <a:close/>
                <a:moveTo>
                  <a:pt x="35296" y="113852"/>
                </a:moveTo>
                <a:cubicBezTo>
                  <a:pt x="35321" y="113852"/>
                  <a:pt x="35346" y="113877"/>
                  <a:pt x="35395" y="113877"/>
                </a:cubicBezTo>
                <a:cubicBezTo>
                  <a:pt x="33528" y="114623"/>
                  <a:pt x="31587" y="115071"/>
                  <a:pt x="29670" y="115146"/>
                </a:cubicBezTo>
                <a:cubicBezTo>
                  <a:pt x="29421" y="115146"/>
                  <a:pt x="29123" y="115196"/>
                  <a:pt x="28924" y="115196"/>
                </a:cubicBezTo>
                <a:cubicBezTo>
                  <a:pt x="28426" y="115196"/>
                  <a:pt x="27953" y="115146"/>
                  <a:pt x="27480" y="115121"/>
                </a:cubicBezTo>
                <a:cubicBezTo>
                  <a:pt x="27355" y="115071"/>
                  <a:pt x="27256" y="115021"/>
                  <a:pt x="27181" y="114997"/>
                </a:cubicBezTo>
                <a:lnTo>
                  <a:pt x="27181" y="114997"/>
                </a:lnTo>
                <a:cubicBezTo>
                  <a:pt x="27790" y="115073"/>
                  <a:pt x="28398" y="115105"/>
                  <a:pt x="29029" y="115105"/>
                </a:cubicBezTo>
                <a:cubicBezTo>
                  <a:pt x="29224" y="115105"/>
                  <a:pt x="29421" y="115102"/>
                  <a:pt x="29621" y="115096"/>
                </a:cubicBezTo>
                <a:cubicBezTo>
                  <a:pt x="31562" y="114997"/>
                  <a:pt x="33454" y="114573"/>
                  <a:pt x="35296" y="113852"/>
                </a:cubicBezTo>
                <a:close/>
                <a:moveTo>
                  <a:pt x="35644" y="113951"/>
                </a:moveTo>
                <a:cubicBezTo>
                  <a:pt x="38059" y="114822"/>
                  <a:pt x="40822" y="115246"/>
                  <a:pt x="43858" y="115246"/>
                </a:cubicBezTo>
                <a:lnTo>
                  <a:pt x="44057" y="115246"/>
                </a:lnTo>
                <a:cubicBezTo>
                  <a:pt x="41096" y="115870"/>
                  <a:pt x="38258" y="116185"/>
                  <a:pt x="35584" y="116185"/>
                </a:cubicBezTo>
                <a:cubicBezTo>
                  <a:pt x="34099" y="116185"/>
                  <a:pt x="32665" y="116088"/>
                  <a:pt x="31288" y="115893"/>
                </a:cubicBezTo>
                <a:cubicBezTo>
                  <a:pt x="31114" y="115868"/>
                  <a:pt x="30940" y="115843"/>
                  <a:pt x="30790" y="115843"/>
                </a:cubicBezTo>
                <a:cubicBezTo>
                  <a:pt x="29919" y="115718"/>
                  <a:pt x="29098" y="115519"/>
                  <a:pt x="28301" y="115320"/>
                </a:cubicBezTo>
                <a:cubicBezTo>
                  <a:pt x="28476" y="115320"/>
                  <a:pt x="28700" y="115345"/>
                  <a:pt x="28874" y="115345"/>
                </a:cubicBezTo>
                <a:cubicBezTo>
                  <a:pt x="29123" y="115345"/>
                  <a:pt x="29372" y="115345"/>
                  <a:pt x="29670" y="115320"/>
                </a:cubicBezTo>
                <a:cubicBezTo>
                  <a:pt x="31687" y="115221"/>
                  <a:pt x="33703" y="114748"/>
                  <a:pt x="35644" y="113951"/>
                </a:cubicBezTo>
                <a:close/>
                <a:moveTo>
                  <a:pt x="48513" y="114947"/>
                </a:moveTo>
                <a:cubicBezTo>
                  <a:pt x="48787" y="114997"/>
                  <a:pt x="49135" y="114997"/>
                  <a:pt x="49459" y="115021"/>
                </a:cubicBezTo>
                <a:cubicBezTo>
                  <a:pt x="49110" y="115121"/>
                  <a:pt x="48737" y="115196"/>
                  <a:pt x="48364" y="115270"/>
                </a:cubicBezTo>
                <a:cubicBezTo>
                  <a:pt x="46497" y="115694"/>
                  <a:pt x="43410" y="116191"/>
                  <a:pt x="40448" y="116316"/>
                </a:cubicBezTo>
                <a:cubicBezTo>
                  <a:pt x="42489" y="116067"/>
                  <a:pt x="44605" y="115644"/>
                  <a:pt x="46771" y="115121"/>
                </a:cubicBezTo>
                <a:cubicBezTo>
                  <a:pt x="47343" y="115071"/>
                  <a:pt x="47916" y="114997"/>
                  <a:pt x="48513" y="114947"/>
                </a:cubicBezTo>
                <a:close/>
                <a:moveTo>
                  <a:pt x="27596" y="115399"/>
                </a:moveTo>
                <a:cubicBezTo>
                  <a:pt x="28936" y="115729"/>
                  <a:pt x="30005" y="115919"/>
                  <a:pt x="30392" y="115967"/>
                </a:cubicBezTo>
                <a:cubicBezTo>
                  <a:pt x="30542" y="115992"/>
                  <a:pt x="30666" y="115992"/>
                  <a:pt x="30741" y="116017"/>
                </a:cubicBezTo>
                <a:cubicBezTo>
                  <a:pt x="30890" y="116042"/>
                  <a:pt x="31014" y="116042"/>
                  <a:pt x="31189" y="116092"/>
                </a:cubicBezTo>
                <a:cubicBezTo>
                  <a:pt x="31985" y="116216"/>
                  <a:pt x="32757" y="116291"/>
                  <a:pt x="33578" y="116391"/>
                </a:cubicBezTo>
                <a:cubicBezTo>
                  <a:pt x="33329" y="116366"/>
                  <a:pt x="33056" y="116341"/>
                  <a:pt x="32782" y="116341"/>
                </a:cubicBezTo>
                <a:cubicBezTo>
                  <a:pt x="32608" y="116341"/>
                  <a:pt x="32483" y="116316"/>
                  <a:pt x="32334" y="116316"/>
                </a:cubicBezTo>
                <a:cubicBezTo>
                  <a:pt x="32159" y="116266"/>
                  <a:pt x="31960" y="116266"/>
                  <a:pt x="31786" y="116241"/>
                </a:cubicBezTo>
                <a:cubicBezTo>
                  <a:pt x="31413" y="116191"/>
                  <a:pt x="31064" y="116142"/>
                  <a:pt x="30691" y="116092"/>
                </a:cubicBezTo>
                <a:cubicBezTo>
                  <a:pt x="30591" y="116092"/>
                  <a:pt x="30492" y="116042"/>
                  <a:pt x="30442" y="116042"/>
                </a:cubicBezTo>
                <a:cubicBezTo>
                  <a:pt x="29695" y="115942"/>
                  <a:pt x="28949" y="115768"/>
                  <a:pt x="28227" y="115594"/>
                </a:cubicBezTo>
                <a:cubicBezTo>
                  <a:pt x="28202" y="115594"/>
                  <a:pt x="28127" y="115544"/>
                  <a:pt x="28102" y="115544"/>
                </a:cubicBezTo>
                <a:cubicBezTo>
                  <a:pt x="27918" y="115503"/>
                  <a:pt x="27768" y="115446"/>
                  <a:pt x="27596" y="115399"/>
                </a:cubicBezTo>
                <a:close/>
                <a:moveTo>
                  <a:pt x="45601" y="115221"/>
                </a:moveTo>
                <a:cubicBezTo>
                  <a:pt x="42813" y="115868"/>
                  <a:pt x="40150" y="116241"/>
                  <a:pt x="37586" y="116391"/>
                </a:cubicBezTo>
                <a:cubicBezTo>
                  <a:pt x="37088" y="116391"/>
                  <a:pt x="36665" y="116391"/>
                  <a:pt x="36217" y="116366"/>
                </a:cubicBezTo>
                <a:cubicBezTo>
                  <a:pt x="39029" y="116316"/>
                  <a:pt x="42016" y="115942"/>
                  <a:pt x="45128" y="115221"/>
                </a:cubicBezTo>
                <a:close/>
                <a:moveTo>
                  <a:pt x="50479" y="115021"/>
                </a:moveTo>
                <a:cubicBezTo>
                  <a:pt x="50031" y="115146"/>
                  <a:pt x="49583" y="115270"/>
                  <a:pt x="49085" y="115370"/>
                </a:cubicBezTo>
                <a:cubicBezTo>
                  <a:pt x="48264" y="115519"/>
                  <a:pt x="47293" y="115743"/>
                  <a:pt x="46372" y="115893"/>
                </a:cubicBezTo>
                <a:cubicBezTo>
                  <a:pt x="45924" y="115967"/>
                  <a:pt x="45426" y="116067"/>
                  <a:pt x="44929" y="116117"/>
                </a:cubicBezTo>
                <a:lnTo>
                  <a:pt x="44879" y="116117"/>
                </a:lnTo>
                <a:cubicBezTo>
                  <a:pt x="44406" y="116191"/>
                  <a:pt x="43908" y="116216"/>
                  <a:pt x="43385" y="116266"/>
                </a:cubicBezTo>
                <a:cubicBezTo>
                  <a:pt x="42191" y="116391"/>
                  <a:pt x="40871" y="116490"/>
                  <a:pt x="39577" y="116565"/>
                </a:cubicBezTo>
                <a:cubicBezTo>
                  <a:pt x="39204" y="116590"/>
                  <a:pt x="38830" y="116590"/>
                  <a:pt x="38457" y="116615"/>
                </a:cubicBezTo>
                <a:lnTo>
                  <a:pt x="37685" y="116615"/>
                </a:lnTo>
                <a:cubicBezTo>
                  <a:pt x="37187" y="116615"/>
                  <a:pt x="36764" y="116615"/>
                  <a:pt x="36316" y="116590"/>
                </a:cubicBezTo>
                <a:lnTo>
                  <a:pt x="37038" y="116590"/>
                </a:lnTo>
                <a:cubicBezTo>
                  <a:pt x="37187" y="116590"/>
                  <a:pt x="37387" y="116540"/>
                  <a:pt x="37536" y="116540"/>
                </a:cubicBezTo>
                <a:lnTo>
                  <a:pt x="37660" y="116540"/>
                </a:lnTo>
                <a:cubicBezTo>
                  <a:pt x="38208" y="116540"/>
                  <a:pt x="38880" y="116540"/>
                  <a:pt x="39552" y="116515"/>
                </a:cubicBezTo>
                <a:lnTo>
                  <a:pt x="39577" y="116515"/>
                </a:lnTo>
                <a:cubicBezTo>
                  <a:pt x="40822" y="116490"/>
                  <a:pt x="42166" y="116366"/>
                  <a:pt x="43410" y="116241"/>
                </a:cubicBezTo>
                <a:cubicBezTo>
                  <a:pt x="45352" y="116017"/>
                  <a:pt x="47119" y="115718"/>
                  <a:pt x="48364" y="115420"/>
                </a:cubicBezTo>
                <a:cubicBezTo>
                  <a:pt x="48986" y="115295"/>
                  <a:pt x="49583" y="115146"/>
                  <a:pt x="50106" y="115021"/>
                </a:cubicBezTo>
                <a:close/>
                <a:moveTo>
                  <a:pt x="80647" y="0"/>
                </a:moveTo>
                <a:cubicBezTo>
                  <a:pt x="79950" y="0"/>
                  <a:pt x="79278" y="25"/>
                  <a:pt x="78706" y="50"/>
                </a:cubicBezTo>
                <a:lnTo>
                  <a:pt x="78606" y="50"/>
                </a:lnTo>
                <a:cubicBezTo>
                  <a:pt x="77212" y="125"/>
                  <a:pt x="75520" y="249"/>
                  <a:pt x="73603" y="498"/>
                </a:cubicBezTo>
                <a:cubicBezTo>
                  <a:pt x="73529" y="498"/>
                  <a:pt x="73479" y="523"/>
                  <a:pt x="73404" y="523"/>
                </a:cubicBezTo>
                <a:cubicBezTo>
                  <a:pt x="72209" y="672"/>
                  <a:pt x="70691" y="971"/>
                  <a:pt x="69894" y="1145"/>
                </a:cubicBezTo>
                <a:cubicBezTo>
                  <a:pt x="69471" y="1245"/>
                  <a:pt x="69073" y="1295"/>
                  <a:pt x="68700" y="1394"/>
                </a:cubicBezTo>
                <a:lnTo>
                  <a:pt x="68675" y="1394"/>
                </a:lnTo>
                <a:cubicBezTo>
                  <a:pt x="68326" y="1494"/>
                  <a:pt x="67978" y="1544"/>
                  <a:pt x="67679" y="1643"/>
                </a:cubicBezTo>
                <a:cubicBezTo>
                  <a:pt x="65215" y="2240"/>
                  <a:pt x="63248" y="2863"/>
                  <a:pt x="62228" y="3236"/>
                </a:cubicBezTo>
                <a:cubicBezTo>
                  <a:pt x="61357" y="3535"/>
                  <a:pt x="60834" y="3734"/>
                  <a:pt x="60809" y="3734"/>
                </a:cubicBezTo>
                <a:cubicBezTo>
                  <a:pt x="60461" y="3858"/>
                  <a:pt x="60087" y="4008"/>
                  <a:pt x="59689" y="4157"/>
                </a:cubicBezTo>
                <a:lnTo>
                  <a:pt x="59639" y="4157"/>
                </a:lnTo>
                <a:cubicBezTo>
                  <a:pt x="58868" y="4456"/>
                  <a:pt x="57947" y="4829"/>
                  <a:pt x="57150" y="5153"/>
                </a:cubicBezTo>
                <a:cubicBezTo>
                  <a:pt x="54960" y="6074"/>
                  <a:pt x="53466" y="6820"/>
                  <a:pt x="49633" y="8812"/>
                </a:cubicBezTo>
                <a:cubicBezTo>
                  <a:pt x="49185" y="9011"/>
                  <a:pt x="48637" y="9334"/>
                  <a:pt x="47990" y="9708"/>
                </a:cubicBezTo>
                <a:cubicBezTo>
                  <a:pt x="47891" y="9782"/>
                  <a:pt x="47791" y="9807"/>
                  <a:pt x="47692" y="9857"/>
                </a:cubicBezTo>
                <a:cubicBezTo>
                  <a:pt x="45800" y="10977"/>
                  <a:pt x="43336" y="12471"/>
                  <a:pt x="41668" y="13665"/>
                </a:cubicBezTo>
                <a:cubicBezTo>
                  <a:pt x="41593" y="13715"/>
                  <a:pt x="41519" y="13740"/>
                  <a:pt x="41444" y="13815"/>
                </a:cubicBezTo>
                <a:cubicBezTo>
                  <a:pt x="40971" y="14113"/>
                  <a:pt x="40548" y="14437"/>
                  <a:pt x="40174" y="14711"/>
                </a:cubicBezTo>
                <a:lnTo>
                  <a:pt x="39701" y="15034"/>
                </a:lnTo>
                <a:lnTo>
                  <a:pt x="39677" y="15034"/>
                </a:lnTo>
                <a:cubicBezTo>
                  <a:pt x="38407" y="15906"/>
                  <a:pt x="37362" y="16677"/>
                  <a:pt x="36167" y="17648"/>
                </a:cubicBezTo>
                <a:cubicBezTo>
                  <a:pt x="36092" y="17698"/>
                  <a:pt x="36042" y="17723"/>
                  <a:pt x="35943" y="17797"/>
                </a:cubicBezTo>
                <a:cubicBezTo>
                  <a:pt x="34798" y="18669"/>
                  <a:pt x="33255" y="19938"/>
                  <a:pt x="32359" y="20685"/>
                </a:cubicBezTo>
                <a:lnTo>
                  <a:pt x="32334" y="20685"/>
                </a:lnTo>
                <a:cubicBezTo>
                  <a:pt x="31861" y="21083"/>
                  <a:pt x="31189" y="21680"/>
                  <a:pt x="30442" y="22327"/>
                </a:cubicBezTo>
                <a:cubicBezTo>
                  <a:pt x="29397" y="23248"/>
                  <a:pt x="28376" y="24194"/>
                  <a:pt x="27530" y="25016"/>
                </a:cubicBezTo>
                <a:cubicBezTo>
                  <a:pt x="26883" y="25638"/>
                  <a:pt x="26285" y="26186"/>
                  <a:pt x="25887" y="26634"/>
                </a:cubicBezTo>
                <a:lnTo>
                  <a:pt x="25663" y="26858"/>
                </a:lnTo>
                <a:cubicBezTo>
                  <a:pt x="25389" y="27156"/>
                  <a:pt x="25041" y="27480"/>
                  <a:pt x="24717" y="27853"/>
                </a:cubicBezTo>
                <a:cubicBezTo>
                  <a:pt x="23970" y="28625"/>
                  <a:pt x="23174" y="29397"/>
                  <a:pt x="22552" y="30118"/>
                </a:cubicBezTo>
                <a:cubicBezTo>
                  <a:pt x="22054" y="30666"/>
                  <a:pt x="21631" y="31164"/>
                  <a:pt x="21257" y="31587"/>
                </a:cubicBezTo>
                <a:cubicBezTo>
                  <a:pt x="20983" y="31886"/>
                  <a:pt x="20734" y="32159"/>
                  <a:pt x="20510" y="32408"/>
                </a:cubicBezTo>
                <a:cubicBezTo>
                  <a:pt x="20386" y="32558"/>
                  <a:pt x="20286" y="32707"/>
                  <a:pt x="20162" y="32782"/>
                </a:cubicBezTo>
                <a:cubicBezTo>
                  <a:pt x="19988" y="33006"/>
                  <a:pt x="19789" y="33205"/>
                  <a:pt x="19614" y="33404"/>
                </a:cubicBezTo>
                <a:cubicBezTo>
                  <a:pt x="19390" y="33653"/>
                  <a:pt x="19166" y="33952"/>
                  <a:pt x="18917" y="34225"/>
                </a:cubicBezTo>
                <a:cubicBezTo>
                  <a:pt x="18196" y="35072"/>
                  <a:pt x="17748" y="35644"/>
                  <a:pt x="16827" y="36839"/>
                </a:cubicBezTo>
                <a:lnTo>
                  <a:pt x="16802" y="36864"/>
                </a:lnTo>
                <a:cubicBezTo>
                  <a:pt x="16802" y="36864"/>
                  <a:pt x="16627" y="37113"/>
                  <a:pt x="16304" y="37511"/>
                </a:cubicBezTo>
                <a:cubicBezTo>
                  <a:pt x="15632" y="38432"/>
                  <a:pt x="14810" y="39477"/>
                  <a:pt x="14213" y="40349"/>
                </a:cubicBezTo>
                <a:cubicBezTo>
                  <a:pt x="14213" y="40373"/>
                  <a:pt x="14188" y="40373"/>
                  <a:pt x="14188" y="40423"/>
                </a:cubicBezTo>
                <a:cubicBezTo>
                  <a:pt x="13441" y="41469"/>
                  <a:pt x="12595" y="42688"/>
                  <a:pt x="11774" y="44032"/>
                </a:cubicBezTo>
                <a:cubicBezTo>
                  <a:pt x="10927" y="45352"/>
                  <a:pt x="10181" y="46546"/>
                  <a:pt x="9583" y="47592"/>
                </a:cubicBezTo>
                <a:cubicBezTo>
                  <a:pt x="9110" y="48339"/>
                  <a:pt x="8712" y="49135"/>
                  <a:pt x="8239" y="49956"/>
                </a:cubicBezTo>
                <a:cubicBezTo>
                  <a:pt x="7791" y="50828"/>
                  <a:pt x="7492" y="51400"/>
                  <a:pt x="7443" y="51525"/>
                </a:cubicBezTo>
                <a:cubicBezTo>
                  <a:pt x="7293" y="51798"/>
                  <a:pt x="7119" y="52122"/>
                  <a:pt x="6970" y="52446"/>
                </a:cubicBezTo>
                <a:lnTo>
                  <a:pt x="6845" y="52670"/>
                </a:lnTo>
                <a:cubicBezTo>
                  <a:pt x="6472" y="53416"/>
                  <a:pt x="6049" y="54288"/>
                  <a:pt x="5700" y="55109"/>
                </a:cubicBezTo>
                <a:cubicBezTo>
                  <a:pt x="5675" y="55159"/>
                  <a:pt x="5626" y="55258"/>
                  <a:pt x="5601" y="55358"/>
                </a:cubicBezTo>
                <a:cubicBezTo>
                  <a:pt x="5078" y="56528"/>
                  <a:pt x="3734" y="59589"/>
                  <a:pt x="2639" y="63024"/>
                </a:cubicBezTo>
                <a:lnTo>
                  <a:pt x="2639" y="63074"/>
                </a:lnTo>
                <a:cubicBezTo>
                  <a:pt x="2191" y="64443"/>
                  <a:pt x="1718" y="66235"/>
                  <a:pt x="1344" y="67853"/>
                </a:cubicBezTo>
                <a:cubicBezTo>
                  <a:pt x="1245" y="68251"/>
                  <a:pt x="1145" y="68724"/>
                  <a:pt x="1070" y="69222"/>
                </a:cubicBezTo>
                <a:cubicBezTo>
                  <a:pt x="996" y="69620"/>
                  <a:pt x="896" y="69994"/>
                  <a:pt x="846" y="70367"/>
                </a:cubicBezTo>
                <a:lnTo>
                  <a:pt x="846" y="70417"/>
                </a:lnTo>
                <a:cubicBezTo>
                  <a:pt x="772" y="70716"/>
                  <a:pt x="722" y="71064"/>
                  <a:pt x="647" y="71363"/>
                </a:cubicBezTo>
                <a:lnTo>
                  <a:pt x="647" y="71437"/>
                </a:lnTo>
                <a:cubicBezTo>
                  <a:pt x="523" y="72159"/>
                  <a:pt x="398" y="72981"/>
                  <a:pt x="324" y="73827"/>
                </a:cubicBezTo>
                <a:cubicBezTo>
                  <a:pt x="199" y="74897"/>
                  <a:pt x="100" y="75918"/>
                  <a:pt x="75" y="76889"/>
                </a:cubicBezTo>
                <a:lnTo>
                  <a:pt x="75" y="76963"/>
                </a:lnTo>
                <a:cubicBezTo>
                  <a:pt x="25" y="77585"/>
                  <a:pt x="0" y="78332"/>
                  <a:pt x="0" y="79054"/>
                </a:cubicBezTo>
                <a:lnTo>
                  <a:pt x="0" y="79776"/>
                </a:lnTo>
                <a:lnTo>
                  <a:pt x="0" y="80323"/>
                </a:lnTo>
                <a:cubicBezTo>
                  <a:pt x="0" y="80946"/>
                  <a:pt x="25" y="81668"/>
                  <a:pt x="100" y="82365"/>
                </a:cubicBezTo>
                <a:cubicBezTo>
                  <a:pt x="249" y="84505"/>
                  <a:pt x="498" y="85999"/>
                  <a:pt x="598" y="86496"/>
                </a:cubicBezTo>
                <a:lnTo>
                  <a:pt x="622" y="86745"/>
                </a:lnTo>
                <a:cubicBezTo>
                  <a:pt x="622" y="86770"/>
                  <a:pt x="622" y="86845"/>
                  <a:pt x="647" y="86870"/>
                </a:cubicBezTo>
                <a:cubicBezTo>
                  <a:pt x="772" y="87741"/>
                  <a:pt x="1070" y="88961"/>
                  <a:pt x="1319" y="89882"/>
                </a:cubicBezTo>
                <a:cubicBezTo>
                  <a:pt x="1319" y="89907"/>
                  <a:pt x="1344" y="89981"/>
                  <a:pt x="1344" y="90006"/>
                </a:cubicBezTo>
                <a:cubicBezTo>
                  <a:pt x="1369" y="90081"/>
                  <a:pt x="1369" y="90131"/>
                  <a:pt x="1394" y="90205"/>
                </a:cubicBezTo>
                <a:cubicBezTo>
                  <a:pt x="1444" y="90255"/>
                  <a:pt x="1444" y="90355"/>
                  <a:pt x="1469" y="90404"/>
                </a:cubicBezTo>
                <a:cubicBezTo>
                  <a:pt x="1618" y="90952"/>
                  <a:pt x="1817" y="91500"/>
                  <a:pt x="1991" y="92072"/>
                </a:cubicBezTo>
                <a:cubicBezTo>
                  <a:pt x="2016" y="92122"/>
                  <a:pt x="2066" y="92221"/>
                  <a:pt x="2066" y="92271"/>
                </a:cubicBezTo>
                <a:cubicBezTo>
                  <a:pt x="2066" y="92321"/>
                  <a:pt x="2066" y="92321"/>
                  <a:pt x="2091" y="92346"/>
                </a:cubicBezTo>
                <a:cubicBezTo>
                  <a:pt x="2191" y="92620"/>
                  <a:pt x="2265" y="92943"/>
                  <a:pt x="2365" y="93217"/>
                </a:cubicBezTo>
                <a:cubicBezTo>
                  <a:pt x="2439" y="93441"/>
                  <a:pt x="2514" y="93615"/>
                  <a:pt x="2589" y="93839"/>
                </a:cubicBezTo>
                <a:cubicBezTo>
                  <a:pt x="2688" y="94138"/>
                  <a:pt x="2813" y="94437"/>
                  <a:pt x="2888" y="94710"/>
                </a:cubicBezTo>
                <a:lnTo>
                  <a:pt x="2888" y="94735"/>
                </a:lnTo>
                <a:cubicBezTo>
                  <a:pt x="2962" y="94885"/>
                  <a:pt x="3087" y="95183"/>
                  <a:pt x="3236" y="95557"/>
                </a:cubicBezTo>
                <a:cubicBezTo>
                  <a:pt x="3311" y="95681"/>
                  <a:pt x="3360" y="95831"/>
                  <a:pt x="3460" y="96005"/>
                </a:cubicBezTo>
                <a:cubicBezTo>
                  <a:pt x="3560" y="96229"/>
                  <a:pt x="3684" y="96478"/>
                  <a:pt x="3809" y="96752"/>
                </a:cubicBezTo>
                <a:cubicBezTo>
                  <a:pt x="4232" y="97623"/>
                  <a:pt x="4804" y="98693"/>
                  <a:pt x="5501" y="99863"/>
                </a:cubicBezTo>
                <a:cubicBezTo>
                  <a:pt x="5725" y="100211"/>
                  <a:pt x="5874" y="100485"/>
                  <a:pt x="5999" y="100684"/>
                </a:cubicBezTo>
                <a:cubicBezTo>
                  <a:pt x="6248" y="101083"/>
                  <a:pt x="6547" y="101456"/>
                  <a:pt x="6795" y="101804"/>
                </a:cubicBezTo>
                <a:cubicBezTo>
                  <a:pt x="6970" y="102078"/>
                  <a:pt x="7194" y="102327"/>
                  <a:pt x="7368" y="102626"/>
                </a:cubicBezTo>
                <a:cubicBezTo>
                  <a:pt x="7418" y="102676"/>
                  <a:pt x="7467" y="102750"/>
                  <a:pt x="7492" y="102775"/>
                </a:cubicBezTo>
                <a:cubicBezTo>
                  <a:pt x="7841" y="103198"/>
                  <a:pt x="8189" y="103621"/>
                  <a:pt x="8463" y="103995"/>
                </a:cubicBezTo>
                <a:cubicBezTo>
                  <a:pt x="8612" y="104169"/>
                  <a:pt x="8812" y="104393"/>
                  <a:pt x="8961" y="104567"/>
                </a:cubicBezTo>
                <a:cubicBezTo>
                  <a:pt x="9085" y="104742"/>
                  <a:pt x="9235" y="104891"/>
                  <a:pt x="9334" y="105015"/>
                </a:cubicBezTo>
                <a:cubicBezTo>
                  <a:pt x="9683" y="105389"/>
                  <a:pt x="9932" y="105662"/>
                  <a:pt x="10056" y="105762"/>
                </a:cubicBezTo>
                <a:cubicBezTo>
                  <a:pt x="10106" y="105812"/>
                  <a:pt x="10181" y="105911"/>
                  <a:pt x="10280" y="105961"/>
                </a:cubicBezTo>
                <a:lnTo>
                  <a:pt x="10405" y="106086"/>
                </a:lnTo>
                <a:cubicBezTo>
                  <a:pt x="10554" y="106260"/>
                  <a:pt x="10728" y="106409"/>
                  <a:pt x="10902" y="106559"/>
                </a:cubicBezTo>
                <a:cubicBezTo>
                  <a:pt x="11226" y="106907"/>
                  <a:pt x="11599" y="107256"/>
                  <a:pt x="11973" y="107579"/>
                </a:cubicBezTo>
                <a:cubicBezTo>
                  <a:pt x="12296" y="107878"/>
                  <a:pt x="12645" y="108152"/>
                  <a:pt x="12944" y="108425"/>
                </a:cubicBezTo>
                <a:cubicBezTo>
                  <a:pt x="13018" y="108450"/>
                  <a:pt x="13043" y="108525"/>
                  <a:pt x="13093" y="108550"/>
                </a:cubicBezTo>
                <a:cubicBezTo>
                  <a:pt x="13815" y="109147"/>
                  <a:pt x="14661" y="109770"/>
                  <a:pt x="15657" y="110417"/>
                </a:cubicBezTo>
                <a:cubicBezTo>
                  <a:pt x="15756" y="110491"/>
                  <a:pt x="15806" y="110541"/>
                  <a:pt x="15906" y="110616"/>
                </a:cubicBezTo>
                <a:cubicBezTo>
                  <a:pt x="16055" y="110690"/>
                  <a:pt x="16204" y="110790"/>
                  <a:pt x="16379" y="110914"/>
                </a:cubicBezTo>
                <a:cubicBezTo>
                  <a:pt x="16428" y="110939"/>
                  <a:pt x="16453" y="110989"/>
                  <a:pt x="16503" y="111014"/>
                </a:cubicBezTo>
                <a:cubicBezTo>
                  <a:pt x="16528" y="111039"/>
                  <a:pt x="16553" y="111039"/>
                  <a:pt x="16578" y="111064"/>
                </a:cubicBezTo>
                <a:cubicBezTo>
                  <a:pt x="16901" y="111288"/>
                  <a:pt x="17250" y="111487"/>
                  <a:pt x="17548" y="111661"/>
                </a:cubicBezTo>
                <a:cubicBezTo>
                  <a:pt x="17573" y="111686"/>
                  <a:pt x="17623" y="111686"/>
                  <a:pt x="17648" y="111736"/>
                </a:cubicBezTo>
                <a:cubicBezTo>
                  <a:pt x="19789" y="112980"/>
                  <a:pt x="21481" y="113652"/>
                  <a:pt x="21855" y="113777"/>
                </a:cubicBezTo>
                <a:cubicBezTo>
                  <a:pt x="22029" y="113852"/>
                  <a:pt x="22178" y="113926"/>
                  <a:pt x="22402" y="114001"/>
                </a:cubicBezTo>
                <a:lnTo>
                  <a:pt x="22427" y="114026"/>
                </a:lnTo>
                <a:cubicBezTo>
                  <a:pt x="22651" y="114125"/>
                  <a:pt x="22875" y="114175"/>
                  <a:pt x="23049" y="114275"/>
                </a:cubicBezTo>
                <a:cubicBezTo>
                  <a:pt x="23174" y="114349"/>
                  <a:pt x="23298" y="114374"/>
                  <a:pt x="23423" y="114399"/>
                </a:cubicBezTo>
                <a:lnTo>
                  <a:pt x="24169" y="114673"/>
                </a:lnTo>
                <a:cubicBezTo>
                  <a:pt x="25787" y="115246"/>
                  <a:pt x="27455" y="115644"/>
                  <a:pt x="28650" y="115893"/>
                </a:cubicBezTo>
                <a:cubicBezTo>
                  <a:pt x="28849" y="115918"/>
                  <a:pt x="29023" y="115967"/>
                  <a:pt x="29197" y="116017"/>
                </a:cubicBezTo>
                <a:cubicBezTo>
                  <a:pt x="29695" y="116117"/>
                  <a:pt x="30069" y="116166"/>
                  <a:pt x="30243" y="116216"/>
                </a:cubicBezTo>
                <a:lnTo>
                  <a:pt x="30342" y="116216"/>
                </a:lnTo>
                <a:cubicBezTo>
                  <a:pt x="30517" y="116241"/>
                  <a:pt x="30691" y="116266"/>
                  <a:pt x="30865" y="116266"/>
                </a:cubicBezTo>
                <a:lnTo>
                  <a:pt x="30990" y="116266"/>
                </a:lnTo>
                <a:cubicBezTo>
                  <a:pt x="31711" y="116366"/>
                  <a:pt x="32483" y="116490"/>
                  <a:pt x="33130" y="116540"/>
                </a:cubicBezTo>
                <a:lnTo>
                  <a:pt x="33205" y="116540"/>
                </a:lnTo>
                <a:cubicBezTo>
                  <a:pt x="33255" y="116540"/>
                  <a:pt x="33354" y="116540"/>
                  <a:pt x="33429" y="116590"/>
                </a:cubicBezTo>
                <a:cubicBezTo>
                  <a:pt x="34176" y="116639"/>
                  <a:pt x="34997" y="116714"/>
                  <a:pt x="35918" y="116739"/>
                </a:cubicBezTo>
                <a:cubicBezTo>
                  <a:pt x="36441" y="116764"/>
                  <a:pt x="36963" y="116764"/>
                  <a:pt x="37461" y="116764"/>
                </a:cubicBezTo>
                <a:lnTo>
                  <a:pt x="38357" y="116764"/>
                </a:lnTo>
                <a:cubicBezTo>
                  <a:pt x="38706" y="116764"/>
                  <a:pt x="39079" y="116764"/>
                  <a:pt x="39477" y="116739"/>
                </a:cubicBezTo>
                <a:cubicBezTo>
                  <a:pt x="41270" y="116664"/>
                  <a:pt x="43136" y="116490"/>
                  <a:pt x="44779" y="116266"/>
                </a:cubicBezTo>
                <a:cubicBezTo>
                  <a:pt x="45252" y="116216"/>
                  <a:pt x="45750" y="116142"/>
                  <a:pt x="46273" y="116042"/>
                </a:cubicBezTo>
                <a:cubicBezTo>
                  <a:pt x="47019" y="115918"/>
                  <a:pt x="47741" y="115793"/>
                  <a:pt x="48289" y="115669"/>
                </a:cubicBezTo>
                <a:cubicBezTo>
                  <a:pt x="48538" y="115619"/>
                  <a:pt x="48762" y="115594"/>
                  <a:pt x="48986" y="115519"/>
                </a:cubicBezTo>
                <a:cubicBezTo>
                  <a:pt x="49036" y="115519"/>
                  <a:pt x="49135" y="115494"/>
                  <a:pt x="49185" y="115494"/>
                </a:cubicBezTo>
                <a:lnTo>
                  <a:pt x="49484" y="115420"/>
                </a:lnTo>
                <a:cubicBezTo>
                  <a:pt x="50305" y="115246"/>
                  <a:pt x="51351" y="114997"/>
                  <a:pt x="52371" y="114723"/>
                </a:cubicBezTo>
                <a:lnTo>
                  <a:pt x="52421" y="114723"/>
                </a:lnTo>
                <a:cubicBezTo>
                  <a:pt x="54462" y="114150"/>
                  <a:pt x="55831" y="113727"/>
                  <a:pt x="56528" y="113428"/>
                </a:cubicBezTo>
                <a:cubicBezTo>
                  <a:pt x="56876" y="113304"/>
                  <a:pt x="57200" y="113229"/>
                  <a:pt x="57374" y="113130"/>
                </a:cubicBezTo>
                <a:cubicBezTo>
                  <a:pt x="57698" y="113005"/>
                  <a:pt x="57996" y="112881"/>
                  <a:pt x="58345" y="112756"/>
                </a:cubicBezTo>
                <a:lnTo>
                  <a:pt x="58519" y="112682"/>
                </a:lnTo>
                <a:cubicBezTo>
                  <a:pt x="59316" y="112408"/>
                  <a:pt x="60212" y="112059"/>
                  <a:pt x="60983" y="111736"/>
                </a:cubicBezTo>
                <a:cubicBezTo>
                  <a:pt x="63224" y="110815"/>
                  <a:pt x="64717" y="110068"/>
                  <a:pt x="68550" y="108077"/>
                </a:cubicBezTo>
                <a:cubicBezTo>
                  <a:pt x="68824" y="107928"/>
                  <a:pt x="69197" y="107753"/>
                  <a:pt x="69571" y="107529"/>
                </a:cubicBezTo>
                <a:cubicBezTo>
                  <a:pt x="70069" y="107256"/>
                  <a:pt x="70641" y="106932"/>
                  <a:pt x="71214" y="106559"/>
                </a:cubicBezTo>
                <a:cubicBezTo>
                  <a:pt x="73006" y="105513"/>
                  <a:pt x="75022" y="104219"/>
                  <a:pt x="76491" y="103223"/>
                </a:cubicBezTo>
                <a:cubicBezTo>
                  <a:pt x="76565" y="103173"/>
                  <a:pt x="76690" y="103074"/>
                  <a:pt x="76789" y="103024"/>
                </a:cubicBezTo>
                <a:cubicBezTo>
                  <a:pt x="77188" y="102725"/>
                  <a:pt x="77561" y="102476"/>
                  <a:pt x="77934" y="102228"/>
                </a:cubicBezTo>
                <a:lnTo>
                  <a:pt x="78482" y="101854"/>
                </a:lnTo>
                <a:cubicBezTo>
                  <a:pt x="79677" y="101033"/>
                  <a:pt x="80896" y="100087"/>
                  <a:pt x="82041" y="99191"/>
                </a:cubicBezTo>
                <a:cubicBezTo>
                  <a:pt x="82091" y="99166"/>
                  <a:pt x="82141" y="99116"/>
                  <a:pt x="82216" y="99091"/>
                </a:cubicBezTo>
                <a:cubicBezTo>
                  <a:pt x="83336" y="98245"/>
                  <a:pt x="84754" y="97050"/>
                  <a:pt x="85725" y="96229"/>
                </a:cubicBezTo>
                <a:cubicBezTo>
                  <a:pt x="85750" y="96229"/>
                  <a:pt x="85750" y="96204"/>
                  <a:pt x="85775" y="96204"/>
                </a:cubicBezTo>
                <a:lnTo>
                  <a:pt x="85825" y="96179"/>
                </a:lnTo>
                <a:cubicBezTo>
                  <a:pt x="86347" y="95731"/>
                  <a:pt x="87020" y="95134"/>
                  <a:pt x="87741" y="94486"/>
                </a:cubicBezTo>
                <a:lnTo>
                  <a:pt x="87766" y="94462"/>
                </a:lnTo>
                <a:cubicBezTo>
                  <a:pt x="87866" y="94362"/>
                  <a:pt x="87965" y="94262"/>
                  <a:pt x="88090" y="94188"/>
                </a:cubicBezTo>
                <a:cubicBezTo>
                  <a:pt x="88712" y="93615"/>
                  <a:pt x="89309" y="93068"/>
                  <a:pt x="89882" y="92520"/>
                </a:cubicBezTo>
                <a:cubicBezTo>
                  <a:pt x="90006" y="92396"/>
                  <a:pt x="90131" y="92321"/>
                  <a:pt x="90255" y="92196"/>
                </a:cubicBezTo>
                <a:cubicBezTo>
                  <a:pt x="91201" y="91276"/>
                  <a:pt x="92048" y="90479"/>
                  <a:pt x="92545" y="89981"/>
                </a:cubicBezTo>
                <a:cubicBezTo>
                  <a:pt x="92744" y="89732"/>
                  <a:pt x="92993" y="89483"/>
                  <a:pt x="93242" y="89234"/>
                </a:cubicBezTo>
                <a:lnTo>
                  <a:pt x="93466" y="89010"/>
                </a:lnTo>
                <a:cubicBezTo>
                  <a:pt x="94213" y="88239"/>
                  <a:pt x="94985" y="87467"/>
                  <a:pt x="95607" y="86770"/>
                </a:cubicBezTo>
                <a:cubicBezTo>
                  <a:pt x="96080" y="86248"/>
                  <a:pt x="96478" y="85775"/>
                  <a:pt x="96851" y="85376"/>
                </a:cubicBezTo>
                <a:cubicBezTo>
                  <a:pt x="97175" y="85028"/>
                  <a:pt x="97424" y="84754"/>
                  <a:pt x="97673" y="84480"/>
                </a:cubicBezTo>
                <a:cubicBezTo>
                  <a:pt x="97797" y="84306"/>
                  <a:pt x="97922" y="84182"/>
                  <a:pt x="98021" y="84057"/>
                </a:cubicBezTo>
                <a:cubicBezTo>
                  <a:pt x="98196" y="83858"/>
                  <a:pt x="98395" y="83659"/>
                  <a:pt x="98544" y="83485"/>
                </a:cubicBezTo>
                <a:cubicBezTo>
                  <a:pt x="98818" y="83161"/>
                  <a:pt x="99092" y="82813"/>
                  <a:pt x="99390" y="82489"/>
                </a:cubicBezTo>
                <a:cubicBezTo>
                  <a:pt x="100013" y="81742"/>
                  <a:pt x="100436" y="81170"/>
                  <a:pt x="101207" y="80174"/>
                </a:cubicBezTo>
                <a:cubicBezTo>
                  <a:pt x="101257" y="80149"/>
                  <a:pt x="101282" y="80075"/>
                  <a:pt x="101307" y="80050"/>
                </a:cubicBezTo>
                <a:lnTo>
                  <a:pt x="101332" y="80025"/>
                </a:lnTo>
                <a:cubicBezTo>
                  <a:pt x="102203" y="78905"/>
                  <a:pt x="103199" y="77585"/>
                  <a:pt x="103896" y="76590"/>
                </a:cubicBezTo>
                <a:cubicBezTo>
                  <a:pt x="103945" y="76515"/>
                  <a:pt x="104045" y="76391"/>
                  <a:pt x="104120" y="76291"/>
                </a:cubicBezTo>
                <a:cubicBezTo>
                  <a:pt x="105663" y="74076"/>
                  <a:pt x="107107" y="71836"/>
                  <a:pt x="108401" y="69595"/>
                </a:cubicBezTo>
                <a:cubicBezTo>
                  <a:pt x="108401" y="69571"/>
                  <a:pt x="108426" y="69546"/>
                  <a:pt x="108476" y="69546"/>
                </a:cubicBezTo>
                <a:cubicBezTo>
                  <a:pt x="108525" y="69421"/>
                  <a:pt x="108675" y="69197"/>
                  <a:pt x="108849" y="68923"/>
                </a:cubicBezTo>
                <a:cubicBezTo>
                  <a:pt x="108899" y="68799"/>
                  <a:pt x="108998" y="68625"/>
                  <a:pt x="109098" y="68475"/>
                </a:cubicBezTo>
                <a:cubicBezTo>
                  <a:pt x="109347" y="68077"/>
                  <a:pt x="109621" y="67554"/>
                  <a:pt x="109919" y="66982"/>
                </a:cubicBezTo>
                <a:cubicBezTo>
                  <a:pt x="110118" y="66609"/>
                  <a:pt x="110342" y="66235"/>
                  <a:pt x="110542" y="65837"/>
                </a:cubicBezTo>
                <a:cubicBezTo>
                  <a:pt x="110766" y="65439"/>
                  <a:pt x="110990" y="65016"/>
                  <a:pt x="111164" y="64592"/>
                </a:cubicBezTo>
                <a:cubicBezTo>
                  <a:pt x="111288" y="64368"/>
                  <a:pt x="111388" y="64119"/>
                  <a:pt x="111512" y="63871"/>
                </a:cubicBezTo>
                <a:cubicBezTo>
                  <a:pt x="111836" y="63223"/>
                  <a:pt x="112135" y="62526"/>
                  <a:pt x="112458" y="61879"/>
                </a:cubicBezTo>
                <a:lnTo>
                  <a:pt x="112458" y="61854"/>
                </a:lnTo>
                <a:cubicBezTo>
                  <a:pt x="112458" y="61829"/>
                  <a:pt x="112483" y="61829"/>
                  <a:pt x="112483" y="61780"/>
                </a:cubicBezTo>
                <a:cubicBezTo>
                  <a:pt x="112632" y="61481"/>
                  <a:pt x="112757" y="61157"/>
                  <a:pt x="112881" y="60859"/>
                </a:cubicBezTo>
                <a:cubicBezTo>
                  <a:pt x="113504" y="59415"/>
                  <a:pt x="114076" y="58046"/>
                  <a:pt x="114524" y="56752"/>
                </a:cubicBezTo>
                <a:cubicBezTo>
                  <a:pt x="114574" y="56627"/>
                  <a:pt x="114599" y="56528"/>
                  <a:pt x="114649" y="56428"/>
                </a:cubicBezTo>
                <a:lnTo>
                  <a:pt x="115221" y="54860"/>
                </a:lnTo>
                <a:cubicBezTo>
                  <a:pt x="115246" y="54785"/>
                  <a:pt x="115271" y="54686"/>
                  <a:pt x="115271" y="54636"/>
                </a:cubicBezTo>
                <a:cubicBezTo>
                  <a:pt x="115470" y="54138"/>
                  <a:pt x="115619" y="53541"/>
                  <a:pt x="115819" y="52993"/>
                </a:cubicBezTo>
                <a:cubicBezTo>
                  <a:pt x="116117" y="51948"/>
                  <a:pt x="116391" y="50952"/>
                  <a:pt x="116615" y="50056"/>
                </a:cubicBezTo>
                <a:cubicBezTo>
                  <a:pt x="116839" y="49185"/>
                  <a:pt x="117063" y="48189"/>
                  <a:pt x="117212" y="47393"/>
                </a:cubicBezTo>
                <a:lnTo>
                  <a:pt x="117312" y="46920"/>
                </a:lnTo>
                <a:lnTo>
                  <a:pt x="117312" y="46895"/>
                </a:lnTo>
                <a:cubicBezTo>
                  <a:pt x="117586" y="45401"/>
                  <a:pt x="117735" y="44207"/>
                  <a:pt x="117835" y="43360"/>
                </a:cubicBezTo>
                <a:cubicBezTo>
                  <a:pt x="117860" y="43037"/>
                  <a:pt x="117934" y="42663"/>
                  <a:pt x="117959" y="42315"/>
                </a:cubicBezTo>
                <a:cubicBezTo>
                  <a:pt x="117959" y="42215"/>
                  <a:pt x="117984" y="42116"/>
                  <a:pt x="117984" y="42066"/>
                </a:cubicBezTo>
                <a:cubicBezTo>
                  <a:pt x="118084" y="41120"/>
                  <a:pt x="118183" y="39950"/>
                  <a:pt x="118183" y="38980"/>
                </a:cubicBezTo>
                <a:lnTo>
                  <a:pt x="118183" y="38731"/>
                </a:lnTo>
                <a:cubicBezTo>
                  <a:pt x="118308" y="37113"/>
                  <a:pt x="118283" y="36167"/>
                  <a:pt x="118283" y="36117"/>
                </a:cubicBezTo>
                <a:cubicBezTo>
                  <a:pt x="118233" y="35818"/>
                  <a:pt x="118233" y="35445"/>
                  <a:pt x="118208" y="35072"/>
                </a:cubicBezTo>
                <a:cubicBezTo>
                  <a:pt x="118183" y="34474"/>
                  <a:pt x="118158" y="33927"/>
                  <a:pt x="118109" y="33429"/>
                </a:cubicBezTo>
                <a:cubicBezTo>
                  <a:pt x="118084" y="33105"/>
                  <a:pt x="117984" y="31836"/>
                  <a:pt x="117660" y="29994"/>
                </a:cubicBezTo>
                <a:cubicBezTo>
                  <a:pt x="117586" y="29571"/>
                  <a:pt x="117486" y="29098"/>
                  <a:pt x="117362" y="28600"/>
                </a:cubicBezTo>
                <a:cubicBezTo>
                  <a:pt x="117287" y="28127"/>
                  <a:pt x="117163" y="27654"/>
                  <a:pt x="117038" y="27156"/>
                </a:cubicBezTo>
                <a:lnTo>
                  <a:pt x="116964" y="26957"/>
                </a:lnTo>
                <a:cubicBezTo>
                  <a:pt x="116715" y="26111"/>
                  <a:pt x="116441" y="25115"/>
                  <a:pt x="116043" y="23921"/>
                </a:cubicBezTo>
                <a:cubicBezTo>
                  <a:pt x="115918" y="23597"/>
                  <a:pt x="115819" y="23273"/>
                  <a:pt x="115694" y="23000"/>
                </a:cubicBezTo>
                <a:cubicBezTo>
                  <a:pt x="115445" y="22352"/>
                  <a:pt x="114798" y="20660"/>
                  <a:pt x="114126" y="19440"/>
                </a:cubicBezTo>
                <a:cubicBezTo>
                  <a:pt x="112732" y="16677"/>
                  <a:pt x="111214" y="14661"/>
                  <a:pt x="111189" y="14661"/>
                </a:cubicBezTo>
                <a:cubicBezTo>
                  <a:pt x="110318" y="13441"/>
                  <a:pt x="109073" y="12048"/>
                  <a:pt x="108227" y="11127"/>
                </a:cubicBezTo>
                <a:cubicBezTo>
                  <a:pt x="108127" y="11052"/>
                  <a:pt x="108077" y="10952"/>
                  <a:pt x="107978" y="10853"/>
                </a:cubicBezTo>
                <a:cubicBezTo>
                  <a:pt x="107953" y="10828"/>
                  <a:pt x="107878" y="10803"/>
                  <a:pt x="107853" y="10728"/>
                </a:cubicBezTo>
                <a:cubicBezTo>
                  <a:pt x="107480" y="10330"/>
                  <a:pt x="107007" y="9932"/>
                  <a:pt x="106609" y="9558"/>
                </a:cubicBezTo>
                <a:cubicBezTo>
                  <a:pt x="106410" y="9409"/>
                  <a:pt x="106260" y="9235"/>
                  <a:pt x="106111" y="9110"/>
                </a:cubicBezTo>
                <a:cubicBezTo>
                  <a:pt x="105763" y="8812"/>
                  <a:pt x="105414" y="8563"/>
                  <a:pt x="105115" y="8289"/>
                </a:cubicBezTo>
                <a:cubicBezTo>
                  <a:pt x="105016" y="8214"/>
                  <a:pt x="104916" y="8115"/>
                  <a:pt x="104842" y="8065"/>
                </a:cubicBezTo>
                <a:cubicBezTo>
                  <a:pt x="104269" y="7617"/>
                  <a:pt x="103746" y="7219"/>
                  <a:pt x="103249" y="6870"/>
                </a:cubicBezTo>
                <a:cubicBezTo>
                  <a:pt x="103000" y="6696"/>
                  <a:pt x="102751" y="6522"/>
                  <a:pt x="102502" y="6347"/>
                </a:cubicBezTo>
                <a:cubicBezTo>
                  <a:pt x="102477" y="6347"/>
                  <a:pt x="102477" y="6323"/>
                  <a:pt x="102427" y="6323"/>
                </a:cubicBezTo>
                <a:cubicBezTo>
                  <a:pt x="101481" y="5700"/>
                  <a:pt x="100635" y="5178"/>
                  <a:pt x="99938" y="4779"/>
                </a:cubicBezTo>
                <a:cubicBezTo>
                  <a:pt x="99764" y="4705"/>
                  <a:pt x="99614" y="4605"/>
                  <a:pt x="99415" y="4506"/>
                </a:cubicBezTo>
                <a:cubicBezTo>
                  <a:pt x="99291" y="4456"/>
                  <a:pt x="99191" y="4381"/>
                  <a:pt x="99067" y="4331"/>
                </a:cubicBezTo>
                <a:cubicBezTo>
                  <a:pt x="98818" y="4207"/>
                  <a:pt x="98569" y="4082"/>
                  <a:pt x="98295" y="3958"/>
                </a:cubicBezTo>
                <a:cubicBezTo>
                  <a:pt x="98171" y="3883"/>
                  <a:pt x="98046" y="3833"/>
                  <a:pt x="97897" y="3759"/>
                </a:cubicBezTo>
                <a:cubicBezTo>
                  <a:pt x="97648" y="3634"/>
                  <a:pt x="97399" y="3535"/>
                  <a:pt x="97150" y="3410"/>
                </a:cubicBezTo>
                <a:cubicBezTo>
                  <a:pt x="97001" y="3361"/>
                  <a:pt x="96876" y="3286"/>
                  <a:pt x="96702" y="3236"/>
                </a:cubicBezTo>
                <a:cubicBezTo>
                  <a:pt x="96528" y="3137"/>
                  <a:pt x="96329" y="3087"/>
                  <a:pt x="96155" y="2987"/>
                </a:cubicBezTo>
                <a:cubicBezTo>
                  <a:pt x="95756" y="2838"/>
                  <a:pt x="95383" y="2664"/>
                  <a:pt x="95034" y="2539"/>
                </a:cubicBezTo>
                <a:cubicBezTo>
                  <a:pt x="95010" y="2539"/>
                  <a:pt x="95010" y="2514"/>
                  <a:pt x="94960" y="2514"/>
                </a:cubicBezTo>
                <a:cubicBezTo>
                  <a:pt x="94835" y="2464"/>
                  <a:pt x="94711" y="2415"/>
                  <a:pt x="94586" y="2365"/>
                </a:cubicBezTo>
                <a:cubicBezTo>
                  <a:pt x="94188" y="2216"/>
                  <a:pt x="93790" y="2091"/>
                  <a:pt x="93417" y="1967"/>
                </a:cubicBezTo>
                <a:cubicBezTo>
                  <a:pt x="92944" y="1792"/>
                  <a:pt x="92471" y="1668"/>
                  <a:pt x="92048" y="1519"/>
                </a:cubicBezTo>
                <a:cubicBezTo>
                  <a:pt x="92023" y="1519"/>
                  <a:pt x="91973" y="1494"/>
                  <a:pt x="91948" y="1494"/>
                </a:cubicBezTo>
                <a:cubicBezTo>
                  <a:pt x="91052" y="1220"/>
                  <a:pt x="89932" y="996"/>
                  <a:pt x="88861" y="772"/>
                </a:cubicBezTo>
                <a:cubicBezTo>
                  <a:pt x="88737" y="747"/>
                  <a:pt x="88662" y="747"/>
                  <a:pt x="88538" y="722"/>
                </a:cubicBezTo>
                <a:lnTo>
                  <a:pt x="88463" y="722"/>
                </a:lnTo>
                <a:cubicBezTo>
                  <a:pt x="88413" y="722"/>
                  <a:pt x="88364" y="672"/>
                  <a:pt x="88314" y="672"/>
                </a:cubicBezTo>
                <a:cubicBezTo>
                  <a:pt x="88189" y="647"/>
                  <a:pt x="88090" y="647"/>
                  <a:pt x="87965" y="623"/>
                </a:cubicBezTo>
                <a:cubicBezTo>
                  <a:pt x="87368" y="523"/>
                  <a:pt x="86696" y="423"/>
                  <a:pt x="85999" y="349"/>
                </a:cubicBezTo>
                <a:cubicBezTo>
                  <a:pt x="85850" y="299"/>
                  <a:pt x="85700" y="299"/>
                  <a:pt x="85576" y="274"/>
                </a:cubicBezTo>
                <a:lnTo>
                  <a:pt x="85551" y="274"/>
                </a:lnTo>
                <a:lnTo>
                  <a:pt x="84954" y="224"/>
                </a:lnTo>
                <a:cubicBezTo>
                  <a:pt x="83734" y="50"/>
                  <a:pt x="82141" y="0"/>
                  <a:pt x="8064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18" name="Shape 8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" name="Google Shape;819;p40"/>
          <p:cNvSpPr txBox="1"/>
          <p:nvPr>
            <p:ph type="title"/>
          </p:nvPr>
        </p:nvSpPr>
        <p:spPr>
          <a:xfrm>
            <a:off x="411725" y="652050"/>
            <a:ext cx="2630400" cy="1080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Return Values</a:t>
            </a:r>
            <a:endParaRPr/>
          </a:p>
        </p:txBody>
      </p:sp>
      <p:sp>
        <p:nvSpPr>
          <p:cNvPr id="820" name="Google Shape;820;p40"/>
          <p:cNvSpPr txBox="1"/>
          <p:nvPr>
            <p:ph idx="1" type="subTitle"/>
          </p:nvPr>
        </p:nvSpPr>
        <p:spPr>
          <a:xfrm>
            <a:off x="411725" y="1732350"/>
            <a:ext cx="2708100" cy="1080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/>
              <a:t>Lockheed Martin</a:t>
            </a:r>
            <a:endParaRPr b="1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2000/01/03  ~10.34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2026/07/17  ~524.04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600"/>
              <a:t>4864%</a:t>
            </a:r>
            <a:endParaRPr sz="2600"/>
          </a:p>
        </p:txBody>
      </p:sp>
      <p:sp>
        <p:nvSpPr>
          <p:cNvPr id="821" name="Google Shape;821;p40"/>
          <p:cNvSpPr txBox="1"/>
          <p:nvPr>
            <p:ph idx="1" type="subTitle"/>
          </p:nvPr>
        </p:nvSpPr>
        <p:spPr>
          <a:xfrm>
            <a:off x="3663200" y="1732350"/>
            <a:ext cx="2708100" cy="1080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/>
              <a:t>Raytheon</a:t>
            </a:r>
            <a:endParaRPr b="1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2000/01/03  </a:t>
            </a:r>
            <a:r>
              <a:rPr lang="en"/>
              <a:t>~</a:t>
            </a:r>
            <a:r>
              <a:rPr lang="en"/>
              <a:t>11.28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2026/07/17  ~</a:t>
            </a:r>
            <a:r>
              <a:rPr lang="en"/>
              <a:t>197.35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600"/>
              <a:t>1623</a:t>
            </a:r>
            <a:r>
              <a:rPr lang="en" sz="2600"/>
              <a:t>%</a:t>
            </a:r>
            <a:endParaRPr sz="2600"/>
          </a:p>
        </p:txBody>
      </p:sp>
      <p:sp>
        <p:nvSpPr>
          <p:cNvPr id="822" name="Google Shape;822;p40"/>
          <p:cNvSpPr txBox="1"/>
          <p:nvPr>
            <p:ph idx="1" type="subTitle"/>
          </p:nvPr>
        </p:nvSpPr>
        <p:spPr>
          <a:xfrm>
            <a:off x="411725" y="3009825"/>
            <a:ext cx="2708100" cy="1080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/>
              <a:t>Northrop Grumman</a:t>
            </a:r>
            <a:endParaRPr b="1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2000/01/03  ~13.87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2026/07/17  ~535.90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600"/>
              <a:t>3639</a:t>
            </a:r>
            <a:r>
              <a:rPr lang="en" sz="2600"/>
              <a:t>%</a:t>
            </a:r>
            <a:endParaRPr sz="2600"/>
          </a:p>
        </p:txBody>
      </p:sp>
      <p:sp>
        <p:nvSpPr>
          <p:cNvPr id="823" name="Google Shape;823;p40"/>
          <p:cNvSpPr txBox="1"/>
          <p:nvPr>
            <p:ph idx="1" type="subTitle"/>
          </p:nvPr>
        </p:nvSpPr>
        <p:spPr>
          <a:xfrm>
            <a:off x="3663200" y="3009825"/>
            <a:ext cx="2708100" cy="1080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/>
              <a:t>General Dynamics</a:t>
            </a:r>
            <a:endParaRPr b="1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2000/01/03  ~</a:t>
            </a:r>
            <a:r>
              <a:rPr lang="en"/>
              <a:t>14.14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2026/07/17  ~</a:t>
            </a:r>
            <a:r>
              <a:rPr lang="en"/>
              <a:t>375.33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600"/>
              <a:t>2508</a:t>
            </a:r>
            <a:r>
              <a:rPr lang="en" sz="2600"/>
              <a:t>%</a:t>
            </a:r>
            <a:endParaRPr sz="2600"/>
          </a:p>
        </p:txBody>
      </p:sp>
      <p:grpSp>
        <p:nvGrpSpPr>
          <p:cNvPr id="824" name="Google Shape;824;p40"/>
          <p:cNvGrpSpPr/>
          <p:nvPr/>
        </p:nvGrpSpPr>
        <p:grpSpPr>
          <a:xfrm rot="-5400000">
            <a:off x="5825380" y="1727435"/>
            <a:ext cx="4290286" cy="3465987"/>
            <a:chOff x="2623904" y="1198803"/>
            <a:chExt cx="1364248" cy="1102133"/>
          </a:xfrm>
        </p:grpSpPr>
        <p:grpSp>
          <p:nvGrpSpPr>
            <p:cNvPr id="825" name="Google Shape;825;p40"/>
            <p:cNvGrpSpPr/>
            <p:nvPr/>
          </p:nvGrpSpPr>
          <p:grpSpPr>
            <a:xfrm>
              <a:off x="2623907" y="1198803"/>
              <a:ext cx="1364245" cy="273000"/>
              <a:chOff x="2623907" y="1198803"/>
              <a:chExt cx="1364245" cy="273000"/>
            </a:xfrm>
          </p:grpSpPr>
          <p:sp>
            <p:nvSpPr>
              <p:cNvPr id="826" name="Google Shape;826;p40"/>
              <p:cNvSpPr/>
              <p:nvPr/>
            </p:nvSpPr>
            <p:spPr>
              <a:xfrm>
                <a:off x="3715152" y="1198803"/>
                <a:ext cx="273000" cy="273000"/>
              </a:xfrm>
              <a:prstGeom prst="diamond">
                <a:avLst/>
              </a:prstGeom>
              <a:noFill/>
              <a:ln cap="flat" cmpd="sng" w="9525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287525" lIns="287525" spcFirstLastPara="1" rIns="287525" wrap="square" tIns="2875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chemeClr val="dk1"/>
                  </a:solidFill>
                </a:endParaRPr>
              </a:p>
            </p:txBody>
          </p:sp>
          <p:sp>
            <p:nvSpPr>
              <p:cNvPr id="827" name="Google Shape;827;p40"/>
              <p:cNvSpPr/>
              <p:nvPr/>
            </p:nvSpPr>
            <p:spPr>
              <a:xfrm>
                <a:off x="2623907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 cap="flat" cmpd="sng" w="9525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287525" lIns="287525" spcFirstLastPara="1" rIns="287525" wrap="square" tIns="2875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chemeClr val="dk1"/>
                  </a:solidFill>
                </a:endParaRPr>
              </a:p>
            </p:txBody>
          </p:sp>
          <p:sp>
            <p:nvSpPr>
              <p:cNvPr id="828" name="Google Shape;828;p40"/>
              <p:cNvSpPr/>
              <p:nvPr/>
            </p:nvSpPr>
            <p:spPr>
              <a:xfrm>
                <a:off x="2896718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 cap="flat" cmpd="sng" w="9525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287525" lIns="287525" spcFirstLastPara="1" rIns="287525" wrap="square" tIns="2875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chemeClr val="dk1"/>
                  </a:solidFill>
                </a:endParaRPr>
              </a:p>
            </p:txBody>
          </p:sp>
          <p:sp>
            <p:nvSpPr>
              <p:cNvPr id="829" name="Google Shape;829;p40"/>
              <p:cNvSpPr/>
              <p:nvPr/>
            </p:nvSpPr>
            <p:spPr>
              <a:xfrm>
                <a:off x="3169529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 cap="flat" cmpd="sng" w="9525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287525" lIns="287525" spcFirstLastPara="1" rIns="287525" wrap="square" tIns="2875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chemeClr val="dk1"/>
                  </a:solidFill>
                </a:endParaRPr>
              </a:p>
            </p:txBody>
          </p:sp>
          <p:sp>
            <p:nvSpPr>
              <p:cNvPr id="830" name="Google Shape;830;p40"/>
              <p:cNvSpPr/>
              <p:nvPr/>
            </p:nvSpPr>
            <p:spPr>
              <a:xfrm>
                <a:off x="3442341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 cap="flat" cmpd="sng" w="9525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287525" lIns="287525" spcFirstLastPara="1" rIns="287525" wrap="square" tIns="2875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chemeClr val="dk1"/>
                  </a:solidFill>
                </a:endParaRPr>
              </a:p>
            </p:txBody>
          </p:sp>
        </p:grpSp>
        <p:grpSp>
          <p:nvGrpSpPr>
            <p:cNvPr id="831" name="Google Shape;831;p40"/>
            <p:cNvGrpSpPr/>
            <p:nvPr/>
          </p:nvGrpSpPr>
          <p:grpSpPr>
            <a:xfrm>
              <a:off x="2623904" y="1476964"/>
              <a:ext cx="1364245" cy="273000"/>
              <a:chOff x="2623904" y="1476964"/>
              <a:chExt cx="1364245" cy="273000"/>
            </a:xfrm>
          </p:grpSpPr>
          <p:sp>
            <p:nvSpPr>
              <p:cNvPr id="832" name="Google Shape;832;p40"/>
              <p:cNvSpPr/>
              <p:nvPr/>
            </p:nvSpPr>
            <p:spPr>
              <a:xfrm>
                <a:off x="3169527" y="1476964"/>
                <a:ext cx="273000" cy="273000"/>
              </a:xfrm>
              <a:prstGeom prst="diamond">
                <a:avLst/>
              </a:prstGeom>
              <a:noFill/>
              <a:ln cap="flat" cmpd="sng" w="9525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287525" lIns="287525" spcFirstLastPara="1" rIns="287525" wrap="square" tIns="2875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chemeClr val="dk1"/>
                  </a:solidFill>
                </a:endParaRPr>
              </a:p>
            </p:txBody>
          </p:sp>
          <p:sp>
            <p:nvSpPr>
              <p:cNvPr id="833" name="Google Shape;833;p40"/>
              <p:cNvSpPr/>
              <p:nvPr/>
            </p:nvSpPr>
            <p:spPr>
              <a:xfrm>
                <a:off x="3442338" y="1476964"/>
                <a:ext cx="273000" cy="273000"/>
              </a:xfrm>
              <a:prstGeom prst="diamond">
                <a:avLst/>
              </a:prstGeom>
              <a:noFill/>
              <a:ln cap="flat" cmpd="sng" w="9525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287525" lIns="287525" spcFirstLastPara="1" rIns="287525" wrap="square" tIns="2875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chemeClr val="dk1"/>
                  </a:solidFill>
                </a:endParaRPr>
              </a:p>
            </p:txBody>
          </p:sp>
          <p:sp>
            <p:nvSpPr>
              <p:cNvPr id="834" name="Google Shape;834;p40"/>
              <p:cNvSpPr/>
              <p:nvPr/>
            </p:nvSpPr>
            <p:spPr>
              <a:xfrm>
                <a:off x="3715149" y="1476964"/>
                <a:ext cx="273000" cy="273000"/>
              </a:xfrm>
              <a:prstGeom prst="diamond">
                <a:avLst/>
              </a:prstGeom>
              <a:noFill/>
              <a:ln cap="flat" cmpd="sng" w="9525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287525" lIns="287525" spcFirstLastPara="1" rIns="287525" wrap="square" tIns="2875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chemeClr val="dk1"/>
                  </a:solidFill>
                </a:endParaRPr>
              </a:p>
            </p:txBody>
          </p:sp>
          <p:sp>
            <p:nvSpPr>
              <p:cNvPr id="835" name="Google Shape;835;p40"/>
              <p:cNvSpPr/>
              <p:nvPr/>
            </p:nvSpPr>
            <p:spPr>
              <a:xfrm>
                <a:off x="2623904" y="1476964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 cap="flat" cmpd="sng" w="9525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287525" lIns="287525" spcFirstLastPara="1" rIns="287525" wrap="square" tIns="2875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chemeClr val="dk1"/>
                  </a:solidFill>
                </a:endParaRPr>
              </a:p>
            </p:txBody>
          </p:sp>
          <p:sp>
            <p:nvSpPr>
              <p:cNvPr id="836" name="Google Shape;836;p40"/>
              <p:cNvSpPr/>
              <p:nvPr/>
            </p:nvSpPr>
            <p:spPr>
              <a:xfrm>
                <a:off x="2896716" y="1476964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 cap="flat" cmpd="sng" w="9525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287525" lIns="287525" spcFirstLastPara="1" rIns="287525" wrap="square" tIns="2875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chemeClr val="dk1"/>
                  </a:solidFill>
                </a:endParaRPr>
              </a:p>
            </p:txBody>
          </p:sp>
        </p:grpSp>
        <p:grpSp>
          <p:nvGrpSpPr>
            <p:cNvPr id="837" name="Google Shape;837;p40"/>
            <p:cNvGrpSpPr/>
            <p:nvPr/>
          </p:nvGrpSpPr>
          <p:grpSpPr>
            <a:xfrm>
              <a:off x="2623907" y="1749775"/>
              <a:ext cx="1364245" cy="273000"/>
              <a:chOff x="2623907" y="1749775"/>
              <a:chExt cx="1364245" cy="273000"/>
            </a:xfrm>
          </p:grpSpPr>
          <p:sp>
            <p:nvSpPr>
              <p:cNvPr id="838" name="Google Shape;838;p40"/>
              <p:cNvSpPr/>
              <p:nvPr/>
            </p:nvSpPr>
            <p:spPr>
              <a:xfrm>
                <a:off x="3442341" y="1749775"/>
                <a:ext cx="273000" cy="273000"/>
              </a:xfrm>
              <a:prstGeom prst="diamond">
                <a:avLst/>
              </a:prstGeom>
              <a:noFill/>
              <a:ln cap="flat" cmpd="sng" w="9525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287525" lIns="287525" spcFirstLastPara="1" rIns="287525" wrap="square" tIns="2875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chemeClr val="dk1"/>
                  </a:solidFill>
                </a:endParaRPr>
              </a:p>
            </p:txBody>
          </p:sp>
          <p:sp>
            <p:nvSpPr>
              <p:cNvPr id="839" name="Google Shape;839;p40"/>
              <p:cNvSpPr/>
              <p:nvPr/>
            </p:nvSpPr>
            <p:spPr>
              <a:xfrm>
                <a:off x="3715152" y="1749775"/>
                <a:ext cx="273000" cy="273000"/>
              </a:xfrm>
              <a:prstGeom prst="diamond">
                <a:avLst/>
              </a:prstGeom>
              <a:noFill/>
              <a:ln cap="flat" cmpd="sng" w="9525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287525" lIns="287525" spcFirstLastPara="1" rIns="287525" wrap="square" tIns="2875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chemeClr val="dk1"/>
                  </a:solidFill>
                </a:endParaRPr>
              </a:p>
            </p:txBody>
          </p:sp>
          <p:sp>
            <p:nvSpPr>
              <p:cNvPr id="840" name="Google Shape;840;p40"/>
              <p:cNvSpPr/>
              <p:nvPr/>
            </p:nvSpPr>
            <p:spPr>
              <a:xfrm>
                <a:off x="2623907" y="1749775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 cap="flat" cmpd="sng" w="9525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287525" lIns="287525" spcFirstLastPara="1" rIns="287525" wrap="square" tIns="2875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chemeClr val="dk1"/>
                  </a:solidFill>
                </a:endParaRPr>
              </a:p>
            </p:txBody>
          </p:sp>
          <p:sp>
            <p:nvSpPr>
              <p:cNvPr id="841" name="Google Shape;841;p40"/>
              <p:cNvSpPr/>
              <p:nvPr/>
            </p:nvSpPr>
            <p:spPr>
              <a:xfrm>
                <a:off x="2896718" y="1749775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 cap="flat" cmpd="sng" w="9525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287525" lIns="287525" spcFirstLastPara="1" rIns="287525" wrap="square" tIns="2875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chemeClr val="dk1"/>
                  </a:solidFill>
                </a:endParaRPr>
              </a:p>
            </p:txBody>
          </p:sp>
          <p:sp>
            <p:nvSpPr>
              <p:cNvPr id="842" name="Google Shape;842;p40"/>
              <p:cNvSpPr/>
              <p:nvPr/>
            </p:nvSpPr>
            <p:spPr>
              <a:xfrm>
                <a:off x="3169529" y="1749775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 cap="flat" cmpd="sng" w="9525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287525" lIns="287525" spcFirstLastPara="1" rIns="287525" wrap="square" tIns="2875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chemeClr val="dk1"/>
                  </a:solidFill>
                </a:endParaRPr>
              </a:p>
            </p:txBody>
          </p:sp>
        </p:grpSp>
        <p:grpSp>
          <p:nvGrpSpPr>
            <p:cNvPr id="843" name="Google Shape;843;p40"/>
            <p:cNvGrpSpPr/>
            <p:nvPr/>
          </p:nvGrpSpPr>
          <p:grpSpPr>
            <a:xfrm>
              <a:off x="2623904" y="2027936"/>
              <a:ext cx="1364245" cy="273000"/>
              <a:chOff x="2623904" y="2027936"/>
              <a:chExt cx="1364245" cy="273000"/>
            </a:xfrm>
          </p:grpSpPr>
          <p:sp>
            <p:nvSpPr>
              <p:cNvPr id="844" name="Google Shape;844;p40"/>
              <p:cNvSpPr/>
              <p:nvPr/>
            </p:nvSpPr>
            <p:spPr>
              <a:xfrm>
                <a:off x="2623904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 cap="flat" cmpd="sng" w="9525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287525" lIns="287525" spcFirstLastPara="1" rIns="287525" wrap="square" tIns="2875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chemeClr val="dk1"/>
                  </a:solidFill>
                </a:endParaRPr>
              </a:p>
            </p:txBody>
          </p:sp>
          <p:sp>
            <p:nvSpPr>
              <p:cNvPr id="845" name="Google Shape;845;p40"/>
              <p:cNvSpPr/>
              <p:nvPr/>
            </p:nvSpPr>
            <p:spPr>
              <a:xfrm>
                <a:off x="2896716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 cap="flat" cmpd="sng" w="9525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287525" lIns="287525" spcFirstLastPara="1" rIns="287525" wrap="square" tIns="2875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chemeClr val="dk1"/>
                  </a:solidFill>
                </a:endParaRPr>
              </a:p>
            </p:txBody>
          </p:sp>
          <p:sp>
            <p:nvSpPr>
              <p:cNvPr id="846" name="Google Shape;846;p40"/>
              <p:cNvSpPr/>
              <p:nvPr/>
            </p:nvSpPr>
            <p:spPr>
              <a:xfrm>
                <a:off x="3169527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 cap="flat" cmpd="sng" w="9525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287525" lIns="287525" spcFirstLastPara="1" rIns="287525" wrap="square" tIns="2875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chemeClr val="dk1"/>
                  </a:solidFill>
                </a:endParaRPr>
              </a:p>
            </p:txBody>
          </p:sp>
          <p:sp>
            <p:nvSpPr>
              <p:cNvPr id="847" name="Google Shape;847;p40"/>
              <p:cNvSpPr/>
              <p:nvPr/>
            </p:nvSpPr>
            <p:spPr>
              <a:xfrm>
                <a:off x="3442338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 cap="flat" cmpd="sng" w="9525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287525" lIns="287525" spcFirstLastPara="1" rIns="287525" wrap="square" tIns="2875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chemeClr val="dk1"/>
                  </a:solidFill>
                </a:endParaRPr>
              </a:p>
            </p:txBody>
          </p:sp>
          <p:sp>
            <p:nvSpPr>
              <p:cNvPr id="848" name="Google Shape;848;p40"/>
              <p:cNvSpPr/>
              <p:nvPr/>
            </p:nvSpPr>
            <p:spPr>
              <a:xfrm>
                <a:off x="3715149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 cap="flat" cmpd="sng" w="9525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287525" lIns="287525" spcFirstLastPara="1" rIns="287525" wrap="square" tIns="2875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chemeClr val="dk1"/>
                  </a:solidFill>
                </a:endParaRPr>
              </a:p>
            </p:txBody>
          </p:sp>
        </p:grpSp>
      </p:grp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52" name="Shape 8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3" name="Google Shape;853;p41"/>
          <p:cNvSpPr txBox="1"/>
          <p:nvPr>
            <p:ph type="title"/>
          </p:nvPr>
        </p:nvSpPr>
        <p:spPr>
          <a:xfrm>
            <a:off x="720000" y="416850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It’s Worth It!</a:t>
            </a:r>
            <a:endParaRPr/>
          </a:p>
        </p:txBody>
      </p:sp>
      <p:sp>
        <p:nvSpPr>
          <p:cNvPr id="854" name="Google Shape;854;p41"/>
          <p:cNvSpPr txBox="1"/>
          <p:nvPr/>
        </p:nvSpPr>
        <p:spPr>
          <a:xfrm>
            <a:off x="1317575" y="1076150"/>
            <a:ext cx="3975600" cy="1970100"/>
          </a:xfrm>
          <a:prstGeom prst="rect">
            <a:avLst/>
          </a:prstGeom>
          <a:noFill/>
          <a:ln cap="flat" cmpd="sng" w="19050">
            <a:solidFill>
              <a:srgbClr val="21212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600">
                <a:solidFill>
                  <a:schemeClr val="dk2"/>
                </a:solidFill>
                <a:latin typeface="Inter"/>
                <a:ea typeface="Inter"/>
                <a:cs typeface="Inter"/>
                <a:sym typeface="Inter"/>
              </a:rPr>
              <a:t>S&amp;P500</a:t>
            </a:r>
            <a:endParaRPr b="1" sz="2600">
              <a:solidFill>
                <a:schemeClr val="dk2"/>
              </a:solidFill>
              <a:latin typeface="Inter"/>
              <a:ea typeface="Inter"/>
              <a:cs typeface="Inter"/>
              <a:sym typeface="Inter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600">
                <a:solidFill>
                  <a:schemeClr val="dk2"/>
                </a:solidFill>
                <a:latin typeface="Inter"/>
                <a:ea typeface="Inter"/>
                <a:cs typeface="Inter"/>
                <a:sym typeface="Inter"/>
              </a:rPr>
              <a:t>2000/01/03  ~1455.22</a:t>
            </a:r>
            <a:endParaRPr sz="2600">
              <a:solidFill>
                <a:schemeClr val="dk2"/>
              </a:solidFill>
              <a:latin typeface="Inter"/>
              <a:ea typeface="Inter"/>
              <a:cs typeface="Inter"/>
              <a:sym typeface="Inter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600">
                <a:solidFill>
                  <a:schemeClr val="dk2"/>
                </a:solidFill>
                <a:latin typeface="Inter"/>
                <a:ea typeface="Inter"/>
                <a:cs typeface="Inter"/>
                <a:sym typeface="Inter"/>
              </a:rPr>
              <a:t>2026/07/17  ~7456.60</a:t>
            </a:r>
            <a:endParaRPr sz="2600">
              <a:solidFill>
                <a:schemeClr val="dk2"/>
              </a:solidFill>
              <a:latin typeface="Inter"/>
              <a:ea typeface="Inter"/>
              <a:cs typeface="Inter"/>
              <a:sym typeface="Inter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3800">
                <a:solidFill>
                  <a:schemeClr val="dk2"/>
                </a:solidFill>
                <a:latin typeface="Inter"/>
                <a:ea typeface="Inter"/>
                <a:cs typeface="Inter"/>
                <a:sym typeface="Inter"/>
              </a:rPr>
              <a:t>418%</a:t>
            </a:r>
            <a:endParaRPr sz="3800">
              <a:solidFill>
                <a:schemeClr val="dk2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855" name="Google Shape;855;p41"/>
          <p:cNvSpPr txBox="1"/>
          <p:nvPr/>
        </p:nvSpPr>
        <p:spPr>
          <a:xfrm>
            <a:off x="3875425" y="2532550"/>
            <a:ext cx="3951000" cy="2046600"/>
          </a:xfrm>
          <a:prstGeom prst="rect">
            <a:avLst/>
          </a:prstGeom>
          <a:solidFill>
            <a:schemeClr val="accent6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dk2"/>
                </a:solidFill>
                <a:latin typeface="Inter"/>
                <a:ea typeface="Inter"/>
                <a:cs typeface="Inter"/>
                <a:sym typeface="Inter"/>
              </a:rPr>
              <a:t>From a long-term point of view, investing in defense has frequently been more valuable than investing in the S&amp;P 500. However, doing so </a:t>
            </a:r>
            <a:r>
              <a:rPr lang="en" sz="1700">
                <a:solidFill>
                  <a:schemeClr val="dk2"/>
                </a:solidFill>
                <a:latin typeface="Inter"/>
                <a:ea typeface="Inter"/>
                <a:cs typeface="Inter"/>
                <a:sym typeface="Inter"/>
              </a:rPr>
              <a:t>comes</a:t>
            </a:r>
            <a:r>
              <a:rPr lang="en" sz="1700">
                <a:solidFill>
                  <a:schemeClr val="dk2"/>
                </a:solidFill>
                <a:latin typeface="Inter"/>
                <a:ea typeface="Inter"/>
                <a:cs typeface="Inter"/>
                <a:sym typeface="Inter"/>
              </a:rPr>
              <a:t> with problems such as higher volatility and risk, government intervention, and ethical problems.</a:t>
            </a:r>
            <a:endParaRPr sz="1700">
              <a:solidFill>
                <a:schemeClr val="dk2"/>
              </a:solidFill>
              <a:latin typeface="Inter"/>
              <a:ea typeface="Inter"/>
              <a:cs typeface="Inter"/>
              <a:sym typeface="Inter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dk2"/>
              </a:solidFill>
              <a:latin typeface="Inter"/>
              <a:ea typeface="Inter"/>
              <a:cs typeface="Inter"/>
              <a:sym typeface="Inter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dk2"/>
              </a:solidFill>
              <a:latin typeface="Inter"/>
              <a:ea typeface="Inter"/>
              <a:cs typeface="Inter"/>
              <a:sym typeface="Inter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dk2"/>
              </a:solidFill>
              <a:latin typeface="Inter"/>
              <a:ea typeface="Inter"/>
              <a:cs typeface="Inter"/>
              <a:sym typeface="Inter"/>
            </a:endParaRP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59" name="Shape 8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0" name="Google Shape;860;p42"/>
          <p:cNvSpPr txBox="1"/>
          <p:nvPr>
            <p:ph type="title"/>
          </p:nvPr>
        </p:nvSpPr>
        <p:spPr>
          <a:xfrm>
            <a:off x="3239225" y="755700"/>
            <a:ext cx="4770600" cy="3632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/>
              <a:t>What are oil's 20 largest single day percentage moves, and how many of them coincide with the dates of wars?</a:t>
            </a:r>
            <a:endParaRPr sz="2000"/>
          </a:p>
        </p:txBody>
      </p:sp>
      <p:sp>
        <p:nvSpPr>
          <p:cNvPr id="861" name="Google Shape;861;p42"/>
          <p:cNvSpPr txBox="1"/>
          <p:nvPr>
            <p:ph idx="2" type="title"/>
          </p:nvPr>
        </p:nvSpPr>
        <p:spPr>
          <a:xfrm>
            <a:off x="1227150" y="754863"/>
            <a:ext cx="2076000" cy="1083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03</a:t>
            </a:r>
            <a:endParaRPr/>
          </a:p>
        </p:txBody>
      </p:sp>
      <p:sp>
        <p:nvSpPr>
          <p:cNvPr id="862" name="Google Shape;862;p42"/>
          <p:cNvSpPr/>
          <p:nvPr/>
        </p:nvSpPr>
        <p:spPr>
          <a:xfrm rot="1913091">
            <a:off x="-904286" y="2414166"/>
            <a:ext cx="3710747" cy="3662319"/>
          </a:xfrm>
          <a:custGeom>
            <a:rect b="b" l="l" r="r" t="t"/>
            <a:pathLst>
              <a:path extrusionOk="0" h="116764" w="118308">
                <a:moveTo>
                  <a:pt x="85119" y="611"/>
                </a:moveTo>
                <a:cubicBezTo>
                  <a:pt x="85338" y="611"/>
                  <a:pt x="85543" y="623"/>
                  <a:pt x="85725" y="623"/>
                </a:cubicBezTo>
                <a:lnTo>
                  <a:pt x="85850" y="623"/>
                </a:lnTo>
                <a:lnTo>
                  <a:pt x="86596" y="722"/>
                </a:lnTo>
                <a:cubicBezTo>
                  <a:pt x="87119" y="772"/>
                  <a:pt x="87642" y="871"/>
                  <a:pt x="88214" y="971"/>
                </a:cubicBezTo>
                <a:cubicBezTo>
                  <a:pt x="88314" y="996"/>
                  <a:pt x="88389" y="996"/>
                  <a:pt x="88488" y="1021"/>
                </a:cubicBezTo>
                <a:cubicBezTo>
                  <a:pt x="88861" y="1095"/>
                  <a:pt x="89260" y="1195"/>
                  <a:pt x="89633" y="1270"/>
                </a:cubicBezTo>
                <a:cubicBezTo>
                  <a:pt x="89807" y="1320"/>
                  <a:pt x="89982" y="1369"/>
                  <a:pt x="90131" y="1394"/>
                </a:cubicBezTo>
                <a:cubicBezTo>
                  <a:pt x="90230" y="1444"/>
                  <a:pt x="90305" y="1469"/>
                  <a:pt x="90380" y="1469"/>
                </a:cubicBezTo>
                <a:cubicBezTo>
                  <a:pt x="90547" y="1493"/>
                  <a:pt x="90691" y="1562"/>
                  <a:pt x="90812" y="1590"/>
                </a:cubicBezTo>
                <a:lnTo>
                  <a:pt x="90812" y="1590"/>
                </a:lnTo>
                <a:cubicBezTo>
                  <a:pt x="90120" y="1441"/>
                  <a:pt x="89428" y="1269"/>
                  <a:pt x="88712" y="1145"/>
                </a:cubicBezTo>
                <a:cubicBezTo>
                  <a:pt x="88637" y="1145"/>
                  <a:pt x="88563" y="1120"/>
                  <a:pt x="88488" y="1120"/>
                </a:cubicBezTo>
                <a:lnTo>
                  <a:pt x="87940" y="1021"/>
                </a:lnTo>
                <a:cubicBezTo>
                  <a:pt x="87219" y="896"/>
                  <a:pt x="86273" y="772"/>
                  <a:pt x="85451" y="697"/>
                </a:cubicBezTo>
                <a:lnTo>
                  <a:pt x="84904" y="623"/>
                </a:lnTo>
                <a:lnTo>
                  <a:pt x="84779" y="623"/>
                </a:lnTo>
                <a:cubicBezTo>
                  <a:pt x="84895" y="614"/>
                  <a:pt x="85009" y="611"/>
                  <a:pt x="85119" y="611"/>
                </a:cubicBezTo>
                <a:close/>
                <a:moveTo>
                  <a:pt x="81195" y="573"/>
                </a:moveTo>
                <a:cubicBezTo>
                  <a:pt x="81693" y="573"/>
                  <a:pt x="82216" y="598"/>
                  <a:pt x="82713" y="598"/>
                </a:cubicBezTo>
                <a:cubicBezTo>
                  <a:pt x="79726" y="598"/>
                  <a:pt x="76590" y="971"/>
                  <a:pt x="73304" y="1718"/>
                </a:cubicBezTo>
                <a:cubicBezTo>
                  <a:pt x="73155" y="1718"/>
                  <a:pt x="72981" y="1718"/>
                  <a:pt x="72807" y="1743"/>
                </a:cubicBezTo>
                <a:cubicBezTo>
                  <a:pt x="75744" y="1071"/>
                  <a:pt x="78532" y="697"/>
                  <a:pt x="81195" y="573"/>
                </a:cubicBezTo>
                <a:close/>
                <a:moveTo>
                  <a:pt x="80996" y="349"/>
                </a:moveTo>
                <a:cubicBezTo>
                  <a:pt x="81245" y="349"/>
                  <a:pt x="81469" y="349"/>
                  <a:pt x="81718" y="374"/>
                </a:cubicBezTo>
                <a:cubicBezTo>
                  <a:pt x="81568" y="374"/>
                  <a:pt x="81369" y="374"/>
                  <a:pt x="81220" y="399"/>
                </a:cubicBezTo>
                <a:lnTo>
                  <a:pt x="80747" y="399"/>
                </a:lnTo>
                <a:cubicBezTo>
                  <a:pt x="80025" y="399"/>
                  <a:pt x="79378" y="423"/>
                  <a:pt x="78781" y="473"/>
                </a:cubicBezTo>
                <a:cubicBezTo>
                  <a:pt x="77113" y="548"/>
                  <a:pt x="74997" y="747"/>
                  <a:pt x="73504" y="921"/>
                </a:cubicBezTo>
                <a:cubicBezTo>
                  <a:pt x="72309" y="1095"/>
                  <a:pt x="70790" y="1369"/>
                  <a:pt x="70019" y="1519"/>
                </a:cubicBezTo>
                <a:cubicBezTo>
                  <a:pt x="69397" y="1643"/>
                  <a:pt x="68799" y="1768"/>
                  <a:pt x="68202" y="1917"/>
                </a:cubicBezTo>
                <a:lnTo>
                  <a:pt x="67903" y="1917"/>
                </a:lnTo>
                <a:cubicBezTo>
                  <a:pt x="68177" y="1817"/>
                  <a:pt x="68451" y="1743"/>
                  <a:pt x="68749" y="1693"/>
                </a:cubicBezTo>
                <a:lnTo>
                  <a:pt x="68799" y="1693"/>
                </a:lnTo>
                <a:cubicBezTo>
                  <a:pt x="70542" y="1270"/>
                  <a:pt x="72184" y="996"/>
                  <a:pt x="73678" y="797"/>
                </a:cubicBezTo>
                <a:cubicBezTo>
                  <a:pt x="75146" y="623"/>
                  <a:pt x="77113" y="473"/>
                  <a:pt x="78706" y="374"/>
                </a:cubicBezTo>
                <a:cubicBezTo>
                  <a:pt x="79204" y="349"/>
                  <a:pt x="79702" y="349"/>
                  <a:pt x="80125" y="349"/>
                </a:cubicBezTo>
                <a:close/>
                <a:moveTo>
                  <a:pt x="77586" y="697"/>
                </a:moveTo>
                <a:cubicBezTo>
                  <a:pt x="75669" y="946"/>
                  <a:pt x="73728" y="1320"/>
                  <a:pt x="71662" y="1817"/>
                </a:cubicBezTo>
                <a:cubicBezTo>
                  <a:pt x="71064" y="1867"/>
                  <a:pt x="70492" y="1942"/>
                  <a:pt x="69870" y="1992"/>
                </a:cubicBezTo>
                <a:cubicBezTo>
                  <a:pt x="69546" y="1942"/>
                  <a:pt x="69247" y="1892"/>
                  <a:pt x="68924" y="1892"/>
                </a:cubicBezTo>
                <a:cubicBezTo>
                  <a:pt x="69272" y="1817"/>
                  <a:pt x="69646" y="1743"/>
                  <a:pt x="70019" y="1693"/>
                </a:cubicBezTo>
                <a:cubicBezTo>
                  <a:pt x="70815" y="1519"/>
                  <a:pt x="72309" y="1220"/>
                  <a:pt x="73504" y="1095"/>
                </a:cubicBezTo>
                <a:cubicBezTo>
                  <a:pt x="74649" y="946"/>
                  <a:pt x="76167" y="822"/>
                  <a:pt x="77586" y="697"/>
                </a:cubicBezTo>
                <a:close/>
                <a:moveTo>
                  <a:pt x="72284" y="1942"/>
                </a:moveTo>
                <a:cubicBezTo>
                  <a:pt x="72184" y="1967"/>
                  <a:pt x="72035" y="1992"/>
                  <a:pt x="71911" y="2016"/>
                </a:cubicBezTo>
                <a:cubicBezTo>
                  <a:pt x="71736" y="2016"/>
                  <a:pt x="71537" y="2066"/>
                  <a:pt x="71363" y="2066"/>
                </a:cubicBezTo>
                <a:cubicBezTo>
                  <a:pt x="71463" y="2016"/>
                  <a:pt x="71562" y="1992"/>
                  <a:pt x="71687" y="1967"/>
                </a:cubicBezTo>
                <a:cubicBezTo>
                  <a:pt x="71886" y="1942"/>
                  <a:pt x="72110" y="1942"/>
                  <a:pt x="72284" y="1942"/>
                </a:cubicBezTo>
                <a:close/>
                <a:moveTo>
                  <a:pt x="68508" y="2070"/>
                </a:moveTo>
                <a:cubicBezTo>
                  <a:pt x="68737" y="2070"/>
                  <a:pt x="68967" y="2099"/>
                  <a:pt x="69173" y="2116"/>
                </a:cubicBezTo>
                <a:cubicBezTo>
                  <a:pt x="69073" y="2116"/>
                  <a:pt x="68973" y="2141"/>
                  <a:pt x="68874" y="2141"/>
                </a:cubicBezTo>
                <a:cubicBezTo>
                  <a:pt x="68712" y="2128"/>
                  <a:pt x="68557" y="2122"/>
                  <a:pt x="68401" y="2122"/>
                </a:cubicBezTo>
                <a:cubicBezTo>
                  <a:pt x="68245" y="2122"/>
                  <a:pt x="68090" y="2128"/>
                  <a:pt x="67928" y="2141"/>
                </a:cubicBezTo>
                <a:cubicBezTo>
                  <a:pt x="68028" y="2116"/>
                  <a:pt x="68127" y="2116"/>
                  <a:pt x="68202" y="2091"/>
                </a:cubicBezTo>
                <a:cubicBezTo>
                  <a:pt x="68302" y="2076"/>
                  <a:pt x="68405" y="2070"/>
                  <a:pt x="68508" y="2070"/>
                </a:cubicBezTo>
                <a:close/>
                <a:moveTo>
                  <a:pt x="69870" y="2166"/>
                </a:moveTo>
                <a:cubicBezTo>
                  <a:pt x="69919" y="2216"/>
                  <a:pt x="70019" y="2216"/>
                  <a:pt x="70069" y="2216"/>
                </a:cubicBezTo>
                <a:cubicBezTo>
                  <a:pt x="70019" y="2216"/>
                  <a:pt x="69919" y="2240"/>
                  <a:pt x="69870" y="2240"/>
                </a:cubicBezTo>
                <a:cubicBezTo>
                  <a:pt x="69795" y="2240"/>
                  <a:pt x="69695" y="2216"/>
                  <a:pt x="69646" y="2216"/>
                </a:cubicBezTo>
                <a:cubicBezTo>
                  <a:pt x="69695" y="2216"/>
                  <a:pt x="69795" y="2166"/>
                  <a:pt x="69870" y="2166"/>
                </a:cubicBezTo>
                <a:close/>
                <a:moveTo>
                  <a:pt x="70691" y="2340"/>
                </a:moveTo>
                <a:cubicBezTo>
                  <a:pt x="70666" y="2340"/>
                  <a:pt x="70591" y="2365"/>
                  <a:pt x="70566" y="2365"/>
                </a:cubicBezTo>
                <a:cubicBezTo>
                  <a:pt x="70558" y="2365"/>
                  <a:pt x="70547" y="2362"/>
                  <a:pt x="70535" y="2359"/>
                </a:cubicBezTo>
                <a:lnTo>
                  <a:pt x="70535" y="2359"/>
                </a:lnTo>
                <a:cubicBezTo>
                  <a:pt x="70537" y="2359"/>
                  <a:pt x="70539" y="2359"/>
                  <a:pt x="70542" y="2359"/>
                </a:cubicBezTo>
                <a:cubicBezTo>
                  <a:pt x="70573" y="2359"/>
                  <a:pt x="70604" y="2352"/>
                  <a:pt x="70641" y="2340"/>
                </a:cubicBezTo>
                <a:close/>
                <a:moveTo>
                  <a:pt x="67057" y="2141"/>
                </a:moveTo>
                <a:cubicBezTo>
                  <a:pt x="66310" y="2340"/>
                  <a:pt x="65663" y="2514"/>
                  <a:pt x="65041" y="2713"/>
                </a:cubicBezTo>
                <a:cubicBezTo>
                  <a:pt x="65140" y="2664"/>
                  <a:pt x="65190" y="2639"/>
                  <a:pt x="65290" y="2614"/>
                </a:cubicBezTo>
                <a:cubicBezTo>
                  <a:pt x="65314" y="2614"/>
                  <a:pt x="65339" y="2589"/>
                  <a:pt x="65389" y="2589"/>
                </a:cubicBezTo>
                <a:cubicBezTo>
                  <a:pt x="65762" y="2464"/>
                  <a:pt x="66136" y="2340"/>
                  <a:pt x="66509" y="2240"/>
                </a:cubicBezTo>
                <a:cubicBezTo>
                  <a:pt x="66559" y="2240"/>
                  <a:pt x="66634" y="2216"/>
                  <a:pt x="66683" y="2216"/>
                </a:cubicBezTo>
                <a:lnTo>
                  <a:pt x="66708" y="2216"/>
                </a:lnTo>
                <a:cubicBezTo>
                  <a:pt x="66833" y="2166"/>
                  <a:pt x="66932" y="2166"/>
                  <a:pt x="67057" y="2141"/>
                </a:cubicBezTo>
                <a:close/>
                <a:moveTo>
                  <a:pt x="67729" y="2340"/>
                </a:moveTo>
                <a:cubicBezTo>
                  <a:pt x="67007" y="2464"/>
                  <a:pt x="66211" y="2639"/>
                  <a:pt x="65439" y="2838"/>
                </a:cubicBezTo>
                <a:cubicBezTo>
                  <a:pt x="65812" y="2713"/>
                  <a:pt x="66161" y="2589"/>
                  <a:pt x="66559" y="2514"/>
                </a:cubicBezTo>
                <a:cubicBezTo>
                  <a:pt x="66932" y="2440"/>
                  <a:pt x="67331" y="2365"/>
                  <a:pt x="67729" y="2340"/>
                </a:cubicBezTo>
                <a:close/>
                <a:moveTo>
                  <a:pt x="82881" y="760"/>
                </a:moveTo>
                <a:cubicBezTo>
                  <a:pt x="84830" y="760"/>
                  <a:pt x="86687" y="922"/>
                  <a:pt x="88438" y="1245"/>
                </a:cubicBezTo>
                <a:cubicBezTo>
                  <a:pt x="88538" y="1270"/>
                  <a:pt x="88613" y="1270"/>
                  <a:pt x="88712" y="1320"/>
                </a:cubicBezTo>
                <a:cubicBezTo>
                  <a:pt x="89135" y="1394"/>
                  <a:pt x="89608" y="1494"/>
                  <a:pt x="90006" y="1618"/>
                </a:cubicBezTo>
                <a:cubicBezTo>
                  <a:pt x="89795" y="1606"/>
                  <a:pt x="89577" y="1600"/>
                  <a:pt x="89356" y="1600"/>
                </a:cubicBezTo>
                <a:cubicBezTo>
                  <a:pt x="89135" y="1600"/>
                  <a:pt x="88911" y="1606"/>
                  <a:pt x="88687" y="1618"/>
                </a:cubicBezTo>
                <a:cubicBezTo>
                  <a:pt x="86646" y="1718"/>
                  <a:pt x="84630" y="2191"/>
                  <a:pt x="82713" y="2987"/>
                </a:cubicBezTo>
                <a:cubicBezTo>
                  <a:pt x="80302" y="2136"/>
                  <a:pt x="77643" y="1689"/>
                  <a:pt x="74737" y="1689"/>
                </a:cubicBezTo>
                <a:cubicBezTo>
                  <a:pt x="74584" y="1689"/>
                  <a:pt x="74430" y="1690"/>
                  <a:pt x="74275" y="1693"/>
                </a:cubicBezTo>
                <a:cubicBezTo>
                  <a:pt x="77298" y="1071"/>
                  <a:pt x="80178" y="760"/>
                  <a:pt x="82881" y="760"/>
                </a:cubicBezTo>
                <a:close/>
                <a:moveTo>
                  <a:pt x="89362" y="1797"/>
                </a:moveTo>
                <a:cubicBezTo>
                  <a:pt x="89882" y="1797"/>
                  <a:pt x="90392" y="1832"/>
                  <a:pt x="90903" y="1867"/>
                </a:cubicBezTo>
                <a:cubicBezTo>
                  <a:pt x="91027" y="1867"/>
                  <a:pt x="91102" y="1892"/>
                  <a:pt x="91201" y="1942"/>
                </a:cubicBezTo>
                <a:cubicBezTo>
                  <a:pt x="90670" y="1875"/>
                  <a:pt x="90128" y="1842"/>
                  <a:pt x="89575" y="1842"/>
                </a:cubicBezTo>
                <a:cubicBezTo>
                  <a:pt x="89298" y="1842"/>
                  <a:pt x="89019" y="1851"/>
                  <a:pt x="88737" y="1867"/>
                </a:cubicBezTo>
                <a:cubicBezTo>
                  <a:pt x="86820" y="1967"/>
                  <a:pt x="84929" y="2390"/>
                  <a:pt x="83087" y="3112"/>
                </a:cubicBezTo>
                <a:cubicBezTo>
                  <a:pt x="83062" y="3112"/>
                  <a:pt x="83012" y="3087"/>
                  <a:pt x="82987" y="3087"/>
                </a:cubicBezTo>
                <a:cubicBezTo>
                  <a:pt x="84854" y="2340"/>
                  <a:pt x="86795" y="1892"/>
                  <a:pt x="88712" y="1817"/>
                </a:cubicBezTo>
                <a:cubicBezTo>
                  <a:pt x="88931" y="1803"/>
                  <a:pt x="89147" y="1797"/>
                  <a:pt x="89362" y="1797"/>
                </a:cubicBezTo>
                <a:close/>
                <a:moveTo>
                  <a:pt x="74489" y="1870"/>
                </a:moveTo>
                <a:cubicBezTo>
                  <a:pt x="77392" y="1870"/>
                  <a:pt x="80073" y="2278"/>
                  <a:pt x="82464" y="3112"/>
                </a:cubicBezTo>
                <a:cubicBezTo>
                  <a:pt x="82464" y="3112"/>
                  <a:pt x="82440" y="3137"/>
                  <a:pt x="82390" y="3137"/>
                </a:cubicBezTo>
                <a:cubicBezTo>
                  <a:pt x="80063" y="2319"/>
                  <a:pt x="77437" y="1925"/>
                  <a:pt x="74599" y="1925"/>
                </a:cubicBezTo>
                <a:cubicBezTo>
                  <a:pt x="74067" y="1925"/>
                  <a:pt x="73527" y="1939"/>
                  <a:pt x="72981" y="1967"/>
                </a:cubicBezTo>
                <a:cubicBezTo>
                  <a:pt x="73080" y="1917"/>
                  <a:pt x="73180" y="1892"/>
                  <a:pt x="73304" y="1892"/>
                </a:cubicBezTo>
                <a:cubicBezTo>
                  <a:pt x="73703" y="1877"/>
                  <a:pt x="74098" y="1870"/>
                  <a:pt x="74489" y="1870"/>
                </a:cubicBezTo>
                <a:close/>
                <a:moveTo>
                  <a:pt x="82763" y="3211"/>
                </a:moveTo>
                <a:cubicBezTo>
                  <a:pt x="82813" y="3211"/>
                  <a:pt x="82838" y="3236"/>
                  <a:pt x="82863" y="3236"/>
                </a:cubicBezTo>
                <a:cubicBezTo>
                  <a:pt x="82838" y="3236"/>
                  <a:pt x="82813" y="3261"/>
                  <a:pt x="82763" y="3261"/>
                </a:cubicBezTo>
                <a:lnTo>
                  <a:pt x="82738" y="3261"/>
                </a:lnTo>
                <a:cubicBezTo>
                  <a:pt x="82713" y="3236"/>
                  <a:pt x="82688" y="3236"/>
                  <a:pt x="82688" y="3236"/>
                </a:cubicBezTo>
                <a:cubicBezTo>
                  <a:pt x="82713" y="3236"/>
                  <a:pt x="82738" y="3211"/>
                  <a:pt x="82763" y="3211"/>
                </a:cubicBezTo>
                <a:close/>
                <a:moveTo>
                  <a:pt x="68874" y="2340"/>
                </a:moveTo>
                <a:cubicBezTo>
                  <a:pt x="68949" y="2340"/>
                  <a:pt x="69048" y="2340"/>
                  <a:pt x="69173" y="2365"/>
                </a:cubicBezTo>
                <a:cubicBezTo>
                  <a:pt x="67555" y="2614"/>
                  <a:pt x="65912" y="2962"/>
                  <a:pt x="64219" y="3385"/>
                </a:cubicBezTo>
                <a:cubicBezTo>
                  <a:pt x="64294" y="3336"/>
                  <a:pt x="64393" y="3311"/>
                  <a:pt x="64468" y="3261"/>
                </a:cubicBezTo>
                <a:cubicBezTo>
                  <a:pt x="65962" y="2888"/>
                  <a:pt x="67430" y="2589"/>
                  <a:pt x="68874" y="2340"/>
                </a:cubicBezTo>
                <a:close/>
                <a:moveTo>
                  <a:pt x="93466" y="2315"/>
                </a:moveTo>
                <a:cubicBezTo>
                  <a:pt x="93541" y="2340"/>
                  <a:pt x="93591" y="2340"/>
                  <a:pt x="93665" y="2365"/>
                </a:cubicBezTo>
                <a:cubicBezTo>
                  <a:pt x="93790" y="2390"/>
                  <a:pt x="93914" y="2464"/>
                  <a:pt x="94064" y="2489"/>
                </a:cubicBezTo>
                <a:lnTo>
                  <a:pt x="94636" y="2664"/>
                </a:lnTo>
                <a:cubicBezTo>
                  <a:pt x="95034" y="2788"/>
                  <a:pt x="95408" y="2962"/>
                  <a:pt x="95781" y="3137"/>
                </a:cubicBezTo>
                <a:cubicBezTo>
                  <a:pt x="95831" y="3186"/>
                  <a:pt x="95906" y="3211"/>
                  <a:pt x="95931" y="3211"/>
                </a:cubicBezTo>
                <a:lnTo>
                  <a:pt x="96304" y="3385"/>
                </a:lnTo>
                <a:cubicBezTo>
                  <a:pt x="95308" y="2987"/>
                  <a:pt x="94412" y="2639"/>
                  <a:pt x="93566" y="2390"/>
                </a:cubicBezTo>
                <a:lnTo>
                  <a:pt x="93392" y="2315"/>
                </a:lnTo>
                <a:close/>
                <a:moveTo>
                  <a:pt x="63746" y="3460"/>
                </a:moveTo>
                <a:cubicBezTo>
                  <a:pt x="63697" y="3485"/>
                  <a:pt x="63647" y="3510"/>
                  <a:pt x="63572" y="3585"/>
                </a:cubicBezTo>
                <a:cubicBezTo>
                  <a:pt x="63522" y="3585"/>
                  <a:pt x="63448" y="3585"/>
                  <a:pt x="63373" y="3609"/>
                </a:cubicBezTo>
                <a:cubicBezTo>
                  <a:pt x="63448" y="3585"/>
                  <a:pt x="63473" y="3560"/>
                  <a:pt x="63547" y="3510"/>
                </a:cubicBezTo>
                <a:cubicBezTo>
                  <a:pt x="63597" y="3485"/>
                  <a:pt x="63696" y="3485"/>
                  <a:pt x="63746" y="3460"/>
                </a:cubicBezTo>
                <a:close/>
                <a:moveTo>
                  <a:pt x="64194" y="2888"/>
                </a:moveTo>
                <a:lnTo>
                  <a:pt x="64194" y="2888"/>
                </a:lnTo>
                <a:cubicBezTo>
                  <a:pt x="64169" y="2937"/>
                  <a:pt x="64095" y="2937"/>
                  <a:pt x="64070" y="2962"/>
                </a:cubicBezTo>
                <a:lnTo>
                  <a:pt x="64045" y="2962"/>
                </a:lnTo>
                <a:cubicBezTo>
                  <a:pt x="63995" y="2987"/>
                  <a:pt x="63970" y="2987"/>
                  <a:pt x="63921" y="3012"/>
                </a:cubicBezTo>
                <a:cubicBezTo>
                  <a:pt x="62651" y="3410"/>
                  <a:pt x="61805" y="3709"/>
                  <a:pt x="61606" y="3784"/>
                </a:cubicBezTo>
                <a:cubicBezTo>
                  <a:pt x="61207" y="3958"/>
                  <a:pt x="60809" y="4107"/>
                  <a:pt x="60436" y="4232"/>
                </a:cubicBezTo>
                <a:cubicBezTo>
                  <a:pt x="60183" y="4316"/>
                  <a:pt x="59918" y="4412"/>
                  <a:pt x="59643" y="4504"/>
                </a:cubicBezTo>
                <a:lnTo>
                  <a:pt x="59643" y="4504"/>
                </a:lnTo>
                <a:cubicBezTo>
                  <a:pt x="60223" y="4283"/>
                  <a:pt x="60869" y="4040"/>
                  <a:pt x="61606" y="3759"/>
                </a:cubicBezTo>
                <a:cubicBezTo>
                  <a:pt x="61680" y="3734"/>
                  <a:pt x="61855" y="3684"/>
                  <a:pt x="62103" y="3585"/>
                </a:cubicBezTo>
                <a:cubicBezTo>
                  <a:pt x="62651" y="3385"/>
                  <a:pt x="63348" y="3161"/>
                  <a:pt x="64194" y="2888"/>
                </a:cubicBezTo>
                <a:close/>
                <a:moveTo>
                  <a:pt x="83087" y="3311"/>
                </a:moveTo>
                <a:cubicBezTo>
                  <a:pt x="84257" y="3759"/>
                  <a:pt x="85377" y="4331"/>
                  <a:pt x="86372" y="4978"/>
                </a:cubicBezTo>
                <a:cubicBezTo>
                  <a:pt x="86347" y="5003"/>
                  <a:pt x="86323" y="5003"/>
                  <a:pt x="86298" y="5003"/>
                </a:cubicBezTo>
                <a:cubicBezTo>
                  <a:pt x="85302" y="4356"/>
                  <a:pt x="84182" y="3809"/>
                  <a:pt x="82987" y="3336"/>
                </a:cubicBezTo>
                <a:cubicBezTo>
                  <a:pt x="83012" y="3336"/>
                  <a:pt x="83062" y="3311"/>
                  <a:pt x="83087" y="3311"/>
                </a:cubicBezTo>
                <a:close/>
                <a:moveTo>
                  <a:pt x="68899" y="2589"/>
                </a:moveTo>
                <a:lnTo>
                  <a:pt x="68899" y="2589"/>
                </a:lnTo>
                <a:cubicBezTo>
                  <a:pt x="66659" y="3261"/>
                  <a:pt x="64369" y="4082"/>
                  <a:pt x="62054" y="5078"/>
                </a:cubicBezTo>
                <a:cubicBezTo>
                  <a:pt x="62552" y="4555"/>
                  <a:pt x="63074" y="4107"/>
                  <a:pt x="63647" y="3734"/>
                </a:cubicBezTo>
                <a:cubicBezTo>
                  <a:pt x="65439" y="3236"/>
                  <a:pt x="67181" y="2863"/>
                  <a:pt x="68899" y="2589"/>
                </a:cubicBezTo>
                <a:close/>
                <a:moveTo>
                  <a:pt x="86621" y="5202"/>
                </a:moveTo>
                <a:cubicBezTo>
                  <a:pt x="86671" y="5227"/>
                  <a:pt x="86696" y="5227"/>
                  <a:pt x="86721" y="5252"/>
                </a:cubicBezTo>
                <a:lnTo>
                  <a:pt x="86621" y="5252"/>
                </a:lnTo>
                <a:cubicBezTo>
                  <a:pt x="86596" y="5227"/>
                  <a:pt x="86571" y="5202"/>
                  <a:pt x="86547" y="5202"/>
                </a:cubicBezTo>
                <a:close/>
                <a:moveTo>
                  <a:pt x="63099" y="3858"/>
                </a:moveTo>
                <a:lnTo>
                  <a:pt x="63099" y="3858"/>
                </a:lnTo>
                <a:cubicBezTo>
                  <a:pt x="62576" y="4257"/>
                  <a:pt x="62079" y="4730"/>
                  <a:pt x="61606" y="5227"/>
                </a:cubicBezTo>
                <a:cubicBezTo>
                  <a:pt x="61556" y="5252"/>
                  <a:pt x="61506" y="5252"/>
                  <a:pt x="61456" y="5302"/>
                </a:cubicBezTo>
                <a:cubicBezTo>
                  <a:pt x="61929" y="4754"/>
                  <a:pt x="62402" y="4331"/>
                  <a:pt x="62925" y="3933"/>
                </a:cubicBezTo>
                <a:cubicBezTo>
                  <a:pt x="62975" y="3883"/>
                  <a:pt x="63049" y="3883"/>
                  <a:pt x="63099" y="3858"/>
                </a:cubicBezTo>
                <a:close/>
                <a:moveTo>
                  <a:pt x="69994" y="2464"/>
                </a:moveTo>
                <a:cubicBezTo>
                  <a:pt x="70044" y="2464"/>
                  <a:pt x="70118" y="2489"/>
                  <a:pt x="70168" y="2489"/>
                </a:cubicBezTo>
                <a:cubicBezTo>
                  <a:pt x="67380" y="3261"/>
                  <a:pt x="64518" y="4306"/>
                  <a:pt x="61581" y="5551"/>
                </a:cubicBezTo>
                <a:cubicBezTo>
                  <a:pt x="61606" y="5476"/>
                  <a:pt x="61680" y="5451"/>
                  <a:pt x="61705" y="5377"/>
                </a:cubicBezTo>
                <a:cubicBezTo>
                  <a:pt x="64543" y="4207"/>
                  <a:pt x="67281" y="3236"/>
                  <a:pt x="69994" y="2464"/>
                </a:cubicBezTo>
                <a:close/>
                <a:moveTo>
                  <a:pt x="89101" y="2013"/>
                </a:moveTo>
                <a:cubicBezTo>
                  <a:pt x="90165" y="2013"/>
                  <a:pt x="91191" y="2109"/>
                  <a:pt x="92197" y="2265"/>
                </a:cubicBezTo>
                <a:cubicBezTo>
                  <a:pt x="94387" y="3062"/>
                  <a:pt x="96279" y="4182"/>
                  <a:pt x="97897" y="5551"/>
                </a:cubicBezTo>
                <a:cubicBezTo>
                  <a:pt x="97573" y="5476"/>
                  <a:pt x="97300" y="5377"/>
                  <a:pt x="97001" y="5327"/>
                </a:cubicBezTo>
                <a:cubicBezTo>
                  <a:pt x="96702" y="5252"/>
                  <a:pt x="96428" y="5227"/>
                  <a:pt x="96179" y="5202"/>
                </a:cubicBezTo>
                <a:cubicBezTo>
                  <a:pt x="95806" y="5128"/>
                  <a:pt x="95408" y="5078"/>
                  <a:pt x="95034" y="5003"/>
                </a:cubicBezTo>
                <a:cubicBezTo>
                  <a:pt x="94586" y="4954"/>
                  <a:pt x="94163" y="4929"/>
                  <a:pt x="93715" y="4879"/>
                </a:cubicBezTo>
                <a:cubicBezTo>
                  <a:pt x="93466" y="4854"/>
                  <a:pt x="93217" y="4829"/>
                  <a:pt x="92944" y="4829"/>
                </a:cubicBezTo>
                <a:cubicBezTo>
                  <a:pt x="92222" y="4804"/>
                  <a:pt x="91525" y="4754"/>
                  <a:pt x="90778" y="4754"/>
                </a:cubicBezTo>
                <a:cubicBezTo>
                  <a:pt x="90031" y="4754"/>
                  <a:pt x="89285" y="4804"/>
                  <a:pt x="88488" y="4829"/>
                </a:cubicBezTo>
                <a:cubicBezTo>
                  <a:pt x="88040" y="4854"/>
                  <a:pt x="87542" y="4879"/>
                  <a:pt x="87069" y="4954"/>
                </a:cubicBezTo>
                <a:cubicBezTo>
                  <a:pt x="86945" y="4954"/>
                  <a:pt x="86820" y="4978"/>
                  <a:pt x="86671" y="4978"/>
                </a:cubicBezTo>
                <a:cubicBezTo>
                  <a:pt x="85626" y="4306"/>
                  <a:pt x="84555" y="3709"/>
                  <a:pt x="83336" y="3211"/>
                </a:cubicBezTo>
                <a:cubicBezTo>
                  <a:pt x="85078" y="2514"/>
                  <a:pt x="86920" y="2116"/>
                  <a:pt x="88737" y="2016"/>
                </a:cubicBezTo>
                <a:cubicBezTo>
                  <a:pt x="88859" y="2014"/>
                  <a:pt x="88980" y="2013"/>
                  <a:pt x="89101" y="2013"/>
                </a:cubicBezTo>
                <a:close/>
                <a:moveTo>
                  <a:pt x="93317" y="2514"/>
                </a:moveTo>
                <a:cubicBezTo>
                  <a:pt x="93441" y="2564"/>
                  <a:pt x="93541" y="2589"/>
                  <a:pt x="93665" y="2614"/>
                </a:cubicBezTo>
                <a:cubicBezTo>
                  <a:pt x="95433" y="3435"/>
                  <a:pt x="97026" y="4456"/>
                  <a:pt x="98395" y="5675"/>
                </a:cubicBezTo>
                <a:cubicBezTo>
                  <a:pt x="98345" y="5675"/>
                  <a:pt x="98295" y="5626"/>
                  <a:pt x="98270" y="5626"/>
                </a:cubicBezTo>
                <a:cubicBezTo>
                  <a:pt x="96827" y="4356"/>
                  <a:pt x="95184" y="3311"/>
                  <a:pt x="93317" y="2514"/>
                </a:cubicBezTo>
                <a:close/>
                <a:moveTo>
                  <a:pt x="61332" y="5551"/>
                </a:moveTo>
                <a:lnTo>
                  <a:pt x="61332" y="5551"/>
                </a:lnTo>
                <a:cubicBezTo>
                  <a:pt x="61307" y="5601"/>
                  <a:pt x="61232" y="5626"/>
                  <a:pt x="61207" y="5700"/>
                </a:cubicBezTo>
                <a:cubicBezTo>
                  <a:pt x="61183" y="5725"/>
                  <a:pt x="61108" y="5750"/>
                  <a:pt x="61083" y="5750"/>
                </a:cubicBezTo>
                <a:cubicBezTo>
                  <a:pt x="61108" y="5700"/>
                  <a:pt x="61183" y="5675"/>
                  <a:pt x="61207" y="5601"/>
                </a:cubicBezTo>
                <a:cubicBezTo>
                  <a:pt x="61232" y="5576"/>
                  <a:pt x="61307" y="5576"/>
                  <a:pt x="61332" y="5551"/>
                </a:cubicBezTo>
                <a:close/>
                <a:moveTo>
                  <a:pt x="90728" y="4978"/>
                </a:moveTo>
                <a:cubicBezTo>
                  <a:pt x="91475" y="4978"/>
                  <a:pt x="92197" y="5003"/>
                  <a:pt x="92869" y="5053"/>
                </a:cubicBezTo>
                <a:cubicBezTo>
                  <a:pt x="93242" y="5078"/>
                  <a:pt x="93591" y="5103"/>
                  <a:pt x="93939" y="5128"/>
                </a:cubicBezTo>
                <a:cubicBezTo>
                  <a:pt x="94288" y="5178"/>
                  <a:pt x="94611" y="5202"/>
                  <a:pt x="94935" y="5227"/>
                </a:cubicBezTo>
                <a:cubicBezTo>
                  <a:pt x="95433" y="5302"/>
                  <a:pt x="95931" y="5377"/>
                  <a:pt x="96428" y="5476"/>
                </a:cubicBezTo>
                <a:cubicBezTo>
                  <a:pt x="96578" y="5501"/>
                  <a:pt x="96727" y="5501"/>
                  <a:pt x="96901" y="5551"/>
                </a:cubicBezTo>
                <a:cubicBezTo>
                  <a:pt x="97324" y="5626"/>
                  <a:pt x="97723" y="5725"/>
                  <a:pt x="98146" y="5825"/>
                </a:cubicBezTo>
                <a:lnTo>
                  <a:pt x="98180" y="5870"/>
                </a:lnTo>
                <a:lnTo>
                  <a:pt x="98180" y="5870"/>
                </a:lnTo>
                <a:cubicBezTo>
                  <a:pt x="97761" y="5748"/>
                  <a:pt x="97319" y="5674"/>
                  <a:pt x="96876" y="5576"/>
                </a:cubicBezTo>
                <a:cubicBezTo>
                  <a:pt x="96652" y="5551"/>
                  <a:pt x="96403" y="5501"/>
                  <a:pt x="96179" y="5476"/>
                </a:cubicBezTo>
                <a:cubicBezTo>
                  <a:pt x="95781" y="5427"/>
                  <a:pt x="95383" y="5327"/>
                  <a:pt x="94935" y="5277"/>
                </a:cubicBezTo>
                <a:lnTo>
                  <a:pt x="93914" y="5202"/>
                </a:lnTo>
                <a:cubicBezTo>
                  <a:pt x="93566" y="5153"/>
                  <a:pt x="93267" y="5128"/>
                  <a:pt x="92894" y="5103"/>
                </a:cubicBezTo>
                <a:cubicBezTo>
                  <a:pt x="92197" y="5078"/>
                  <a:pt x="91475" y="5028"/>
                  <a:pt x="90778" y="5028"/>
                </a:cubicBezTo>
                <a:cubicBezTo>
                  <a:pt x="90031" y="5028"/>
                  <a:pt x="89285" y="5078"/>
                  <a:pt x="88538" y="5103"/>
                </a:cubicBezTo>
                <a:cubicBezTo>
                  <a:pt x="88164" y="5128"/>
                  <a:pt x="87791" y="5153"/>
                  <a:pt x="87368" y="5202"/>
                </a:cubicBezTo>
                <a:cubicBezTo>
                  <a:pt x="87244" y="5202"/>
                  <a:pt x="87094" y="5227"/>
                  <a:pt x="86970" y="5227"/>
                </a:cubicBezTo>
                <a:cubicBezTo>
                  <a:pt x="86945" y="5202"/>
                  <a:pt x="86920" y="5202"/>
                  <a:pt x="86870" y="5178"/>
                </a:cubicBezTo>
                <a:lnTo>
                  <a:pt x="86945" y="5178"/>
                </a:lnTo>
                <a:cubicBezTo>
                  <a:pt x="87468" y="5103"/>
                  <a:pt x="87965" y="5078"/>
                  <a:pt x="88463" y="5053"/>
                </a:cubicBezTo>
                <a:cubicBezTo>
                  <a:pt x="89235" y="5003"/>
                  <a:pt x="89982" y="4978"/>
                  <a:pt x="90728" y="4978"/>
                </a:cubicBezTo>
                <a:close/>
                <a:moveTo>
                  <a:pt x="62975" y="3684"/>
                </a:moveTo>
                <a:lnTo>
                  <a:pt x="62975" y="3684"/>
                </a:lnTo>
                <a:cubicBezTo>
                  <a:pt x="62925" y="3709"/>
                  <a:pt x="62900" y="3734"/>
                  <a:pt x="62825" y="3809"/>
                </a:cubicBezTo>
                <a:cubicBezTo>
                  <a:pt x="60809" y="4381"/>
                  <a:pt x="58743" y="5103"/>
                  <a:pt x="56627" y="5974"/>
                </a:cubicBezTo>
                <a:cubicBezTo>
                  <a:pt x="57723" y="5501"/>
                  <a:pt x="58868" y="5053"/>
                  <a:pt x="60560" y="4431"/>
                </a:cubicBezTo>
                <a:cubicBezTo>
                  <a:pt x="61357" y="4132"/>
                  <a:pt x="62178" y="3883"/>
                  <a:pt x="62975" y="3684"/>
                </a:cubicBezTo>
                <a:close/>
                <a:moveTo>
                  <a:pt x="98544" y="5924"/>
                </a:moveTo>
                <a:cubicBezTo>
                  <a:pt x="98569" y="5924"/>
                  <a:pt x="98644" y="5949"/>
                  <a:pt x="98669" y="5949"/>
                </a:cubicBezTo>
                <a:lnTo>
                  <a:pt x="98768" y="6049"/>
                </a:lnTo>
                <a:cubicBezTo>
                  <a:pt x="98718" y="6049"/>
                  <a:pt x="98693" y="6049"/>
                  <a:pt x="98669" y="5999"/>
                </a:cubicBezTo>
                <a:lnTo>
                  <a:pt x="98619" y="5999"/>
                </a:lnTo>
                <a:cubicBezTo>
                  <a:pt x="98619" y="5949"/>
                  <a:pt x="98569" y="5924"/>
                  <a:pt x="98544" y="5924"/>
                </a:cubicBezTo>
                <a:close/>
                <a:moveTo>
                  <a:pt x="94960" y="3062"/>
                </a:moveTo>
                <a:lnTo>
                  <a:pt x="94960" y="3062"/>
                </a:lnTo>
                <a:cubicBezTo>
                  <a:pt x="96752" y="3734"/>
                  <a:pt x="98370" y="4754"/>
                  <a:pt x="99789" y="6074"/>
                </a:cubicBezTo>
                <a:cubicBezTo>
                  <a:pt x="99490" y="5974"/>
                  <a:pt x="99166" y="5850"/>
                  <a:pt x="98868" y="5800"/>
                </a:cubicBezTo>
                <a:cubicBezTo>
                  <a:pt x="98818" y="5800"/>
                  <a:pt x="98793" y="5800"/>
                  <a:pt x="98768" y="5750"/>
                </a:cubicBezTo>
                <a:cubicBezTo>
                  <a:pt x="97648" y="4705"/>
                  <a:pt x="96379" y="3809"/>
                  <a:pt x="94960" y="3062"/>
                </a:cubicBezTo>
                <a:close/>
                <a:moveTo>
                  <a:pt x="74446" y="2122"/>
                </a:moveTo>
                <a:cubicBezTo>
                  <a:pt x="77248" y="2122"/>
                  <a:pt x="79829" y="2490"/>
                  <a:pt x="82141" y="3261"/>
                </a:cubicBezTo>
                <a:cubicBezTo>
                  <a:pt x="80498" y="4008"/>
                  <a:pt x="78930" y="5003"/>
                  <a:pt x="77486" y="6198"/>
                </a:cubicBezTo>
                <a:cubicBezTo>
                  <a:pt x="75520" y="4306"/>
                  <a:pt x="73479" y="3012"/>
                  <a:pt x="71388" y="2365"/>
                </a:cubicBezTo>
                <a:cubicBezTo>
                  <a:pt x="71562" y="2315"/>
                  <a:pt x="71761" y="2265"/>
                  <a:pt x="71935" y="2216"/>
                </a:cubicBezTo>
                <a:cubicBezTo>
                  <a:pt x="72790" y="2154"/>
                  <a:pt x="73628" y="2122"/>
                  <a:pt x="74446" y="2122"/>
                </a:cubicBezTo>
                <a:close/>
                <a:moveTo>
                  <a:pt x="97449" y="4082"/>
                </a:moveTo>
                <a:cubicBezTo>
                  <a:pt x="97648" y="4182"/>
                  <a:pt x="97822" y="4257"/>
                  <a:pt x="97996" y="4331"/>
                </a:cubicBezTo>
                <a:cubicBezTo>
                  <a:pt x="98818" y="4879"/>
                  <a:pt x="99614" y="5501"/>
                  <a:pt x="100311" y="6223"/>
                </a:cubicBezTo>
                <a:cubicBezTo>
                  <a:pt x="100286" y="6223"/>
                  <a:pt x="100237" y="6198"/>
                  <a:pt x="100187" y="6198"/>
                </a:cubicBezTo>
                <a:cubicBezTo>
                  <a:pt x="99365" y="5377"/>
                  <a:pt x="98445" y="4655"/>
                  <a:pt x="97449" y="4082"/>
                </a:cubicBezTo>
                <a:close/>
                <a:moveTo>
                  <a:pt x="71064" y="2464"/>
                </a:moveTo>
                <a:cubicBezTo>
                  <a:pt x="73180" y="3062"/>
                  <a:pt x="75321" y="4356"/>
                  <a:pt x="77362" y="6323"/>
                </a:cubicBezTo>
                <a:cubicBezTo>
                  <a:pt x="77312" y="6323"/>
                  <a:pt x="77312" y="6347"/>
                  <a:pt x="77287" y="6347"/>
                </a:cubicBezTo>
                <a:cubicBezTo>
                  <a:pt x="75246" y="4381"/>
                  <a:pt x="73105" y="3087"/>
                  <a:pt x="70940" y="2489"/>
                </a:cubicBezTo>
                <a:cubicBezTo>
                  <a:pt x="70990" y="2489"/>
                  <a:pt x="71015" y="2464"/>
                  <a:pt x="71064" y="2464"/>
                </a:cubicBezTo>
                <a:close/>
                <a:moveTo>
                  <a:pt x="82440" y="3361"/>
                </a:moveTo>
                <a:cubicBezTo>
                  <a:pt x="82464" y="3361"/>
                  <a:pt x="82489" y="3385"/>
                  <a:pt x="82514" y="3385"/>
                </a:cubicBezTo>
                <a:cubicBezTo>
                  <a:pt x="80822" y="4107"/>
                  <a:pt x="79204" y="5128"/>
                  <a:pt x="77660" y="6372"/>
                </a:cubicBezTo>
                <a:lnTo>
                  <a:pt x="77636" y="6347"/>
                </a:lnTo>
                <a:cubicBezTo>
                  <a:pt x="79129" y="5103"/>
                  <a:pt x="80747" y="4107"/>
                  <a:pt x="82440" y="3361"/>
                </a:cubicBezTo>
                <a:close/>
                <a:moveTo>
                  <a:pt x="99067" y="6049"/>
                </a:moveTo>
                <a:lnTo>
                  <a:pt x="99067" y="6049"/>
                </a:lnTo>
                <a:cubicBezTo>
                  <a:pt x="99415" y="6123"/>
                  <a:pt x="99764" y="6248"/>
                  <a:pt x="100112" y="6347"/>
                </a:cubicBezTo>
                <a:lnTo>
                  <a:pt x="100187" y="6447"/>
                </a:lnTo>
                <a:cubicBezTo>
                  <a:pt x="100162" y="6447"/>
                  <a:pt x="100112" y="6447"/>
                  <a:pt x="100038" y="6422"/>
                </a:cubicBezTo>
                <a:cubicBezTo>
                  <a:pt x="99764" y="6323"/>
                  <a:pt x="99490" y="6223"/>
                  <a:pt x="99166" y="6123"/>
                </a:cubicBezTo>
                <a:lnTo>
                  <a:pt x="99067" y="6049"/>
                </a:lnTo>
                <a:close/>
                <a:moveTo>
                  <a:pt x="77486" y="6447"/>
                </a:moveTo>
                <a:lnTo>
                  <a:pt x="77511" y="6472"/>
                </a:lnTo>
                <a:cubicBezTo>
                  <a:pt x="77486" y="6472"/>
                  <a:pt x="77486" y="6497"/>
                  <a:pt x="77461" y="6497"/>
                </a:cubicBezTo>
                <a:lnTo>
                  <a:pt x="77412" y="6472"/>
                </a:lnTo>
                <a:cubicBezTo>
                  <a:pt x="77461" y="6472"/>
                  <a:pt x="77461" y="6447"/>
                  <a:pt x="77486" y="6447"/>
                </a:cubicBezTo>
                <a:close/>
                <a:moveTo>
                  <a:pt x="82763" y="3460"/>
                </a:moveTo>
                <a:cubicBezTo>
                  <a:pt x="83933" y="3883"/>
                  <a:pt x="85003" y="4431"/>
                  <a:pt x="85999" y="5053"/>
                </a:cubicBezTo>
                <a:cubicBezTo>
                  <a:pt x="83410" y="5352"/>
                  <a:pt x="80722" y="5875"/>
                  <a:pt x="77984" y="6621"/>
                </a:cubicBezTo>
                <a:lnTo>
                  <a:pt x="77810" y="6472"/>
                </a:lnTo>
                <a:cubicBezTo>
                  <a:pt x="79353" y="5227"/>
                  <a:pt x="81021" y="4207"/>
                  <a:pt x="82763" y="3460"/>
                </a:cubicBezTo>
                <a:close/>
                <a:moveTo>
                  <a:pt x="77660" y="6621"/>
                </a:moveTo>
                <a:lnTo>
                  <a:pt x="77760" y="6721"/>
                </a:lnTo>
                <a:cubicBezTo>
                  <a:pt x="77735" y="6721"/>
                  <a:pt x="77710" y="6721"/>
                  <a:pt x="77710" y="6746"/>
                </a:cubicBezTo>
                <a:lnTo>
                  <a:pt x="77611" y="6671"/>
                </a:lnTo>
                <a:cubicBezTo>
                  <a:pt x="77636" y="6671"/>
                  <a:pt x="77636" y="6621"/>
                  <a:pt x="77660" y="6621"/>
                </a:cubicBezTo>
                <a:close/>
                <a:moveTo>
                  <a:pt x="86248" y="5227"/>
                </a:moveTo>
                <a:cubicBezTo>
                  <a:pt x="86298" y="5252"/>
                  <a:pt x="86323" y="5252"/>
                  <a:pt x="86347" y="5302"/>
                </a:cubicBezTo>
                <a:lnTo>
                  <a:pt x="86298" y="5302"/>
                </a:lnTo>
                <a:cubicBezTo>
                  <a:pt x="85725" y="5352"/>
                  <a:pt x="85128" y="5451"/>
                  <a:pt x="84580" y="5501"/>
                </a:cubicBezTo>
                <a:cubicBezTo>
                  <a:pt x="84381" y="5551"/>
                  <a:pt x="84207" y="5576"/>
                  <a:pt x="83983" y="5601"/>
                </a:cubicBezTo>
                <a:cubicBezTo>
                  <a:pt x="83236" y="5725"/>
                  <a:pt x="82464" y="5850"/>
                  <a:pt x="81718" y="5999"/>
                </a:cubicBezTo>
                <a:lnTo>
                  <a:pt x="81693" y="5999"/>
                </a:lnTo>
                <a:cubicBezTo>
                  <a:pt x="80523" y="6248"/>
                  <a:pt x="79353" y="6547"/>
                  <a:pt x="78158" y="6845"/>
                </a:cubicBezTo>
                <a:cubicBezTo>
                  <a:pt x="78133" y="6845"/>
                  <a:pt x="78108" y="6820"/>
                  <a:pt x="78108" y="6820"/>
                </a:cubicBezTo>
                <a:cubicBezTo>
                  <a:pt x="80896" y="6074"/>
                  <a:pt x="83609" y="5501"/>
                  <a:pt x="86223" y="5227"/>
                </a:cubicBezTo>
                <a:close/>
                <a:moveTo>
                  <a:pt x="77262" y="6596"/>
                </a:moveTo>
                <a:cubicBezTo>
                  <a:pt x="77287" y="6621"/>
                  <a:pt x="77337" y="6621"/>
                  <a:pt x="77337" y="6671"/>
                </a:cubicBezTo>
                <a:cubicBezTo>
                  <a:pt x="77237" y="6746"/>
                  <a:pt x="77138" y="6820"/>
                  <a:pt x="77038" y="6920"/>
                </a:cubicBezTo>
                <a:cubicBezTo>
                  <a:pt x="76988" y="6920"/>
                  <a:pt x="76963" y="6945"/>
                  <a:pt x="76889" y="6945"/>
                </a:cubicBezTo>
                <a:cubicBezTo>
                  <a:pt x="77013" y="6820"/>
                  <a:pt x="77138" y="6721"/>
                  <a:pt x="77262" y="6596"/>
                </a:cubicBezTo>
                <a:close/>
                <a:moveTo>
                  <a:pt x="77636" y="6945"/>
                </a:moveTo>
                <a:lnTo>
                  <a:pt x="77660" y="6970"/>
                </a:lnTo>
                <a:cubicBezTo>
                  <a:pt x="77461" y="7044"/>
                  <a:pt x="77262" y="7094"/>
                  <a:pt x="77038" y="7169"/>
                </a:cubicBezTo>
                <a:lnTo>
                  <a:pt x="77138" y="7069"/>
                </a:lnTo>
                <a:cubicBezTo>
                  <a:pt x="77287" y="7044"/>
                  <a:pt x="77461" y="6970"/>
                  <a:pt x="77636" y="6945"/>
                </a:cubicBezTo>
                <a:close/>
                <a:moveTo>
                  <a:pt x="76715" y="7194"/>
                </a:moveTo>
                <a:lnTo>
                  <a:pt x="76615" y="7268"/>
                </a:lnTo>
                <a:cubicBezTo>
                  <a:pt x="76590" y="7293"/>
                  <a:pt x="76540" y="7293"/>
                  <a:pt x="76491" y="7318"/>
                </a:cubicBezTo>
                <a:lnTo>
                  <a:pt x="76590" y="7219"/>
                </a:lnTo>
                <a:cubicBezTo>
                  <a:pt x="76640" y="7219"/>
                  <a:pt x="76665" y="7194"/>
                  <a:pt x="76715" y="7194"/>
                </a:cubicBezTo>
                <a:close/>
                <a:moveTo>
                  <a:pt x="99067" y="4879"/>
                </a:moveTo>
                <a:lnTo>
                  <a:pt x="99067" y="4879"/>
                </a:lnTo>
                <a:cubicBezTo>
                  <a:pt x="99316" y="5003"/>
                  <a:pt x="99540" y="5128"/>
                  <a:pt x="99814" y="5252"/>
                </a:cubicBezTo>
                <a:cubicBezTo>
                  <a:pt x="100784" y="5775"/>
                  <a:pt x="102054" y="6572"/>
                  <a:pt x="103497" y="7592"/>
                </a:cubicBezTo>
                <a:cubicBezTo>
                  <a:pt x="103099" y="7418"/>
                  <a:pt x="102726" y="7194"/>
                  <a:pt x="102352" y="7044"/>
                </a:cubicBezTo>
                <a:cubicBezTo>
                  <a:pt x="102228" y="6970"/>
                  <a:pt x="102054" y="6920"/>
                  <a:pt x="101904" y="6845"/>
                </a:cubicBezTo>
                <a:cubicBezTo>
                  <a:pt x="101531" y="6696"/>
                  <a:pt x="101133" y="6497"/>
                  <a:pt x="100759" y="6372"/>
                </a:cubicBezTo>
                <a:cubicBezTo>
                  <a:pt x="100237" y="5825"/>
                  <a:pt x="99664" y="5327"/>
                  <a:pt x="99067" y="4879"/>
                </a:cubicBezTo>
                <a:close/>
                <a:moveTo>
                  <a:pt x="97648" y="3933"/>
                </a:moveTo>
                <a:cubicBezTo>
                  <a:pt x="97698" y="3933"/>
                  <a:pt x="97797" y="3958"/>
                  <a:pt x="97897" y="4008"/>
                </a:cubicBezTo>
                <a:cubicBezTo>
                  <a:pt x="98021" y="4082"/>
                  <a:pt x="98146" y="4132"/>
                  <a:pt x="98295" y="4207"/>
                </a:cubicBezTo>
                <a:lnTo>
                  <a:pt x="99042" y="4580"/>
                </a:lnTo>
                <a:cubicBezTo>
                  <a:pt x="99166" y="4630"/>
                  <a:pt x="99266" y="4705"/>
                  <a:pt x="99390" y="4754"/>
                </a:cubicBezTo>
                <a:cubicBezTo>
                  <a:pt x="100411" y="5327"/>
                  <a:pt x="101431" y="5924"/>
                  <a:pt x="102402" y="6572"/>
                </a:cubicBezTo>
                <a:cubicBezTo>
                  <a:pt x="102402" y="6572"/>
                  <a:pt x="102427" y="6572"/>
                  <a:pt x="102427" y="6596"/>
                </a:cubicBezTo>
                <a:cubicBezTo>
                  <a:pt x="102726" y="6796"/>
                  <a:pt x="103000" y="6970"/>
                  <a:pt x="103249" y="7144"/>
                </a:cubicBezTo>
                <a:lnTo>
                  <a:pt x="105115" y="8563"/>
                </a:lnTo>
                <a:cubicBezTo>
                  <a:pt x="105120" y="8568"/>
                  <a:pt x="105125" y="8573"/>
                  <a:pt x="105131" y="8578"/>
                </a:cubicBezTo>
                <a:lnTo>
                  <a:pt x="105131" y="8578"/>
                </a:lnTo>
                <a:cubicBezTo>
                  <a:pt x="105094" y="8558"/>
                  <a:pt x="105059" y="8532"/>
                  <a:pt x="105016" y="8488"/>
                </a:cubicBezTo>
                <a:lnTo>
                  <a:pt x="104966" y="8488"/>
                </a:lnTo>
                <a:cubicBezTo>
                  <a:pt x="104866" y="8438"/>
                  <a:pt x="104792" y="8413"/>
                  <a:pt x="104717" y="8339"/>
                </a:cubicBezTo>
                <a:cubicBezTo>
                  <a:pt x="102800" y="6820"/>
                  <a:pt x="101058" y="5750"/>
                  <a:pt x="99863" y="5103"/>
                </a:cubicBezTo>
                <a:cubicBezTo>
                  <a:pt x="99241" y="4754"/>
                  <a:pt x="98644" y="4456"/>
                  <a:pt x="98046" y="4207"/>
                </a:cubicBezTo>
                <a:cubicBezTo>
                  <a:pt x="97996" y="4132"/>
                  <a:pt x="97897" y="4107"/>
                  <a:pt x="97822" y="4058"/>
                </a:cubicBezTo>
                <a:cubicBezTo>
                  <a:pt x="97772" y="4008"/>
                  <a:pt x="97698" y="3958"/>
                  <a:pt x="97648" y="3933"/>
                </a:cubicBezTo>
                <a:close/>
                <a:moveTo>
                  <a:pt x="101033" y="6696"/>
                </a:moveTo>
                <a:lnTo>
                  <a:pt x="101033" y="6696"/>
                </a:lnTo>
                <a:cubicBezTo>
                  <a:pt x="101431" y="6845"/>
                  <a:pt x="101855" y="6995"/>
                  <a:pt x="102228" y="7144"/>
                </a:cubicBezTo>
                <a:cubicBezTo>
                  <a:pt x="103049" y="7542"/>
                  <a:pt x="103846" y="7990"/>
                  <a:pt x="104618" y="8463"/>
                </a:cubicBezTo>
                <a:cubicBezTo>
                  <a:pt x="104742" y="8563"/>
                  <a:pt x="104891" y="8687"/>
                  <a:pt x="105016" y="8787"/>
                </a:cubicBezTo>
                <a:lnTo>
                  <a:pt x="104742" y="8588"/>
                </a:lnTo>
                <a:cubicBezTo>
                  <a:pt x="104369" y="8339"/>
                  <a:pt x="104020" y="8115"/>
                  <a:pt x="103622" y="7891"/>
                </a:cubicBezTo>
                <a:cubicBezTo>
                  <a:pt x="103522" y="7841"/>
                  <a:pt x="103398" y="7766"/>
                  <a:pt x="103273" y="7741"/>
                </a:cubicBezTo>
                <a:cubicBezTo>
                  <a:pt x="102875" y="7517"/>
                  <a:pt x="102452" y="7343"/>
                  <a:pt x="102054" y="7144"/>
                </a:cubicBezTo>
                <a:cubicBezTo>
                  <a:pt x="101929" y="7094"/>
                  <a:pt x="101805" y="7069"/>
                  <a:pt x="101730" y="6995"/>
                </a:cubicBezTo>
                <a:cubicBezTo>
                  <a:pt x="101531" y="6920"/>
                  <a:pt x="101307" y="6845"/>
                  <a:pt x="101133" y="6746"/>
                </a:cubicBezTo>
                <a:cubicBezTo>
                  <a:pt x="101133" y="6760"/>
                  <a:pt x="101126" y="6766"/>
                  <a:pt x="101117" y="6766"/>
                </a:cubicBezTo>
                <a:cubicBezTo>
                  <a:pt x="101093" y="6766"/>
                  <a:pt x="101051" y="6731"/>
                  <a:pt x="101033" y="6696"/>
                </a:cubicBezTo>
                <a:close/>
                <a:moveTo>
                  <a:pt x="76217" y="7318"/>
                </a:moveTo>
                <a:lnTo>
                  <a:pt x="76217" y="7318"/>
                </a:lnTo>
                <a:cubicBezTo>
                  <a:pt x="76167" y="7368"/>
                  <a:pt x="76142" y="7418"/>
                  <a:pt x="76117" y="7418"/>
                </a:cubicBezTo>
                <a:cubicBezTo>
                  <a:pt x="74674" y="7841"/>
                  <a:pt x="73230" y="8339"/>
                  <a:pt x="71761" y="8911"/>
                </a:cubicBezTo>
                <a:cubicBezTo>
                  <a:pt x="71736" y="8911"/>
                  <a:pt x="71687" y="8911"/>
                  <a:pt x="71662" y="8861"/>
                </a:cubicBezTo>
                <a:cubicBezTo>
                  <a:pt x="73180" y="8289"/>
                  <a:pt x="74723" y="7766"/>
                  <a:pt x="76217" y="7318"/>
                </a:cubicBezTo>
                <a:close/>
                <a:moveTo>
                  <a:pt x="71239" y="9011"/>
                </a:moveTo>
                <a:cubicBezTo>
                  <a:pt x="71263" y="9011"/>
                  <a:pt x="71288" y="9061"/>
                  <a:pt x="71363" y="9061"/>
                </a:cubicBezTo>
                <a:lnTo>
                  <a:pt x="71288" y="9061"/>
                </a:lnTo>
                <a:cubicBezTo>
                  <a:pt x="71263" y="9061"/>
                  <a:pt x="71263" y="9061"/>
                  <a:pt x="71214" y="9085"/>
                </a:cubicBezTo>
                <a:lnTo>
                  <a:pt x="71164" y="9085"/>
                </a:lnTo>
                <a:cubicBezTo>
                  <a:pt x="71164" y="9085"/>
                  <a:pt x="71189" y="9085"/>
                  <a:pt x="71189" y="9061"/>
                </a:cubicBezTo>
                <a:cubicBezTo>
                  <a:pt x="71189" y="9061"/>
                  <a:pt x="71239" y="9061"/>
                  <a:pt x="71239" y="9011"/>
                </a:cubicBezTo>
                <a:close/>
                <a:moveTo>
                  <a:pt x="75769" y="7766"/>
                </a:moveTo>
                <a:lnTo>
                  <a:pt x="75769" y="7766"/>
                </a:lnTo>
                <a:cubicBezTo>
                  <a:pt x="75196" y="8314"/>
                  <a:pt x="74674" y="8936"/>
                  <a:pt x="74151" y="9583"/>
                </a:cubicBezTo>
                <a:cubicBezTo>
                  <a:pt x="74126" y="9583"/>
                  <a:pt x="74101" y="9558"/>
                  <a:pt x="74051" y="9558"/>
                </a:cubicBezTo>
                <a:cubicBezTo>
                  <a:pt x="74026" y="9534"/>
                  <a:pt x="73952" y="9534"/>
                  <a:pt x="73902" y="9534"/>
                </a:cubicBezTo>
                <a:cubicBezTo>
                  <a:pt x="73529" y="9409"/>
                  <a:pt x="73155" y="9310"/>
                  <a:pt x="72782" y="9185"/>
                </a:cubicBezTo>
                <a:cubicBezTo>
                  <a:pt x="72757" y="9185"/>
                  <a:pt x="72707" y="9185"/>
                  <a:pt x="72682" y="9135"/>
                </a:cubicBezTo>
                <a:cubicBezTo>
                  <a:pt x="72583" y="9110"/>
                  <a:pt x="72458" y="9085"/>
                  <a:pt x="72384" y="9085"/>
                </a:cubicBezTo>
                <a:cubicBezTo>
                  <a:pt x="72284" y="9061"/>
                  <a:pt x="72184" y="9011"/>
                  <a:pt x="72060" y="9011"/>
                </a:cubicBezTo>
                <a:cubicBezTo>
                  <a:pt x="73304" y="8563"/>
                  <a:pt x="74549" y="8140"/>
                  <a:pt x="75769" y="7766"/>
                </a:cubicBezTo>
                <a:close/>
                <a:moveTo>
                  <a:pt x="76291" y="7592"/>
                </a:moveTo>
                <a:cubicBezTo>
                  <a:pt x="75644" y="8214"/>
                  <a:pt x="74997" y="8936"/>
                  <a:pt x="74400" y="9683"/>
                </a:cubicBezTo>
                <a:cubicBezTo>
                  <a:pt x="74375" y="9683"/>
                  <a:pt x="74375" y="9658"/>
                  <a:pt x="74350" y="9658"/>
                </a:cubicBezTo>
                <a:cubicBezTo>
                  <a:pt x="74922" y="8936"/>
                  <a:pt x="75545" y="8239"/>
                  <a:pt x="76167" y="7617"/>
                </a:cubicBezTo>
                <a:cubicBezTo>
                  <a:pt x="76217" y="7617"/>
                  <a:pt x="76267" y="7592"/>
                  <a:pt x="76291" y="7592"/>
                </a:cubicBezTo>
                <a:close/>
                <a:moveTo>
                  <a:pt x="70566" y="2589"/>
                </a:moveTo>
                <a:cubicBezTo>
                  <a:pt x="72782" y="3112"/>
                  <a:pt x="75022" y="4431"/>
                  <a:pt x="77163" y="6472"/>
                </a:cubicBezTo>
                <a:cubicBezTo>
                  <a:pt x="76963" y="6671"/>
                  <a:pt x="76739" y="6845"/>
                  <a:pt x="76515" y="7069"/>
                </a:cubicBezTo>
                <a:cubicBezTo>
                  <a:pt x="74773" y="7592"/>
                  <a:pt x="73031" y="8189"/>
                  <a:pt x="71263" y="8861"/>
                </a:cubicBezTo>
                <a:lnTo>
                  <a:pt x="71164" y="8861"/>
                </a:lnTo>
                <a:cubicBezTo>
                  <a:pt x="71114" y="8861"/>
                  <a:pt x="71039" y="8837"/>
                  <a:pt x="70940" y="8837"/>
                </a:cubicBezTo>
                <a:cubicBezTo>
                  <a:pt x="70542" y="8762"/>
                  <a:pt x="70118" y="8712"/>
                  <a:pt x="69670" y="8687"/>
                </a:cubicBezTo>
                <a:cubicBezTo>
                  <a:pt x="69571" y="8687"/>
                  <a:pt x="69471" y="8637"/>
                  <a:pt x="69397" y="8637"/>
                </a:cubicBezTo>
                <a:lnTo>
                  <a:pt x="69247" y="8637"/>
                </a:lnTo>
                <a:cubicBezTo>
                  <a:pt x="68675" y="8613"/>
                  <a:pt x="68102" y="8588"/>
                  <a:pt x="67530" y="8588"/>
                </a:cubicBezTo>
                <a:cubicBezTo>
                  <a:pt x="67057" y="8588"/>
                  <a:pt x="66584" y="8613"/>
                  <a:pt x="66136" y="8613"/>
                </a:cubicBezTo>
                <a:cubicBezTo>
                  <a:pt x="65862" y="8613"/>
                  <a:pt x="65613" y="8637"/>
                  <a:pt x="65389" y="8687"/>
                </a:cubicBezTo>
                <a:cubicBezTo>
                  <a:pt x="65165" y="8712"/>
                  <a:pt x="64966" y="8712"/>
                  <a:pt x="64767" y="8737"/>
                </a:cubicBezTo>
                <a:cubicBezTo>
                  <a:pt x="64418" y="8787"/>
                  <a:pt x="64045" y="8812"/>
                  <a:pt x="63697" y="8861"/>
                </a:cubicBezTo>
                <a:cubicBezTo>
                  <a:pt x="63647" y="8861"/>
                  <a:pt x="63547" y="8911"/>
                  <a:pt x="63473" y="8911"/>
                </a:cubicBezTo>
                <a:cubicBezTo>
                  <a:pt x="63348" y="8911"/>
                  <a:pt x="63273" y="8936"/>
                  <a:pt x="63149" y="8961"/>
                </a:cubicBezTo>
                <a:cubicBezTo>
                  <a:pt x="62427" y="9061"/>
                  <a:pt x="61680" y="9210"/>
                  <a:pt x="60934" y="9359"/>
                </a:cubicBezTo>
                <a:cubicBezTo>
                  <a:pt x="60336" y="9484"/>
                  <a:pt x="59739" y="9608"/>
                  <a:pt x="59166" y="9782"/>
                </a:cubicBezTo>
                <a:cubicBezTo>
                  <a:pt x="59739" y="8214"/>
                  <a:pt x="60461" y="6945"/>
                  <a:pt x="61332" y="5850"/>
                </a:cubicBezTo>
                <a:cubicBezTo>
                  <a:pt x="64468" y="4481"/>
                  <a:pt x="67580" y="3385"/>
                  <a:pt x="70566" y="2589"/>
                </a:cubicBezTo>
                <a:close/>
                <a:moveTo>
                  <a:pt x="71736" y="9110"/>
                </a:moveTo>
                <a:cubicBezTo>
                  <a:pt x="72533" y="9285"/>
                  <a:pt x="73280" y="9459"/>
                  <a:pt x="74026" y="9733"/>
                </a:cubicBezTo>
                <a:lnTo>
                  <a:pt x="74001" y="9782"/>
                </a:lnTo>
                <a:cubicBezTo>
                  <a:pt x="73902" y="9733"/>
                  <a:pt x="73827" y="9708"/>
                  <a:pt x="73753" y="9708"/>
                </a:cubicBezTo>
                <a:cubicBezTo>
                  <a:pt x="73578" y="9658"/>
                  <a:pt x="73429" y="9608"/>
                  <a:pt x="73255" y="9558"/>
                </a:cubicBezTo>
                <a:cubicBezTo>
                  <a:pt x="73080" y="9484"/>
                  <a:pt x="72906" y="9459"/>
                  <a:pt x="72757" y="9434"/>
                </a:cubicBezTo>
                <a:cubicBezTo>
                  <a:pt x="72707" y="9434"/>
                  <a:pt x="72682" y="9409"/>
                  <a:pt x="72657" y="9409"/>
                </a:cubicBezTo>
                <a:lnTo>
                  <a:pt x="72632" y="9409"/>
                </a:lnTo>
                <a:cubicBezTo>
                  <a:pt x="72458" y="9359"/>
                  <a:pt x="72284" y="9310"/>
                  <a:pt x="72135" y="9285"/>
                </a:cubicBezTo>
                <a:cubicBezTo>
                  <a:pt x="71935" y="9235"/>
                  <a:pt x="71786" y="9185"/>
                  <a:pt x="71662" y="9160"/>
                </a:cubicBezTo>
                <a:cubicBezTo>
                  <a:pt x="71687" y="9160"/>
                  <a:pt x="71687" y="9160"/>
                  <a:pt x="71736" y="9110"/>
                </a:cubicBezTo>
                <a:close/>
                <a:moveTo>
                  <a:pt x="60983" y="5999"/>
                </a:moveTo>
                <a:cubicBezTo>
                  <a:pt x="60187" y="7069"/>
                  <a:pt x="59490" y="8339"/>
                  <a:pt x="58942" y="9782"/>
                </a:cubicBezTo>
                <a:cubicBezTo>
                  <a:pt x="58922" y="9782"/>
                  <a:pt x="58884" y="9782"/>
                  <a:pt x="58872" y="9796"/>
                </a:cubicBezTo>
                <a:lnTo>
                  <a:pt x="58872" y="9796"/>
                </a:lnTo>
                <a:cubicBezTo>
                  <a:pt x="59419" y="8357"/>
                  <a:pt x="60089" y="7116"/>
                  <a:pt x="60859" y="6074"/>
                </a:cubicBezTo>
                <a:cubicBezTo>
                  <a:pt x="60909" y="6049"/>
                  <a:pt x="60934" y="6049"/>
                  <a:pt x="60983" y="5999"/>
                </a:cubicBezTo>
                <a:close/>
                <a:moveTo>
                  <a:pt x="106582" y="9856"/>
                </a:moveTo>
                <a:lnTo>
                  <a:pt x="106582" y="9856"/>
                </a:lnTo>
                <a:cubicBezTo>
                  <a:pt x="106582" y="9857"/>
                  <a:pt x="106583" y="9857"/>
                  <a:pt x="106584" y="9857"/>
                </a:cubicBezTo>
                <a:cubicBezTo>
                  <a:pt x="106595" y="9857"/>
                  <a:pt x="106601" y="9867"/>
                  <a:pt x="106607" y="9878"/>
                </a:cubicBezTo>
                <a:lnTo>
                  <a:pt x="106607" y="9878"/>
                </a:lnTo>
                <a:cubicBezTo>
                  <a:pt x="106598" y="9871"/>
                  <a:pt x="106590" y="9864"/>
                  <a:pt x="106582" y="9856"/>
                </a:cubicBezTo>
                <a:close/>
                <a:moveTo>
                  <a:pt x="67430" y="8712"/>
                </a:moveTo>
                <a:cubicBezTo>
                  <a:pt x="68028" y="8712"/>
                  <a:pt x="68625" y="8737"/>
                  <a:pt x="69173" y="8762"/>
                </a:cubicBezTo>
                <a:cubicBezTo>
                  <a:pt x="69272" y="8762"/>
                  <a:pt x="69397" y="8812"/>
                  <a:pt x="69496" y="8812"/>
                </a:cubicBezTo>
                <a:cubicBezTo>
                  <a:pt x="69670" y="8837"/>
                  <a:pt x="69820" y="8837"/>
                  <a:pt x="70019" y="8861"/>
                </a:cubicBezTo>
                <a:lnTo>
                  <a:pt x="70766" y="8961"/>
                </a:lnTo>
                <a:cubicBezTo>
                  <a:pt x="70840" y="8986"/>
                  <a:pt x="70840" y="8986"/>
                  <a:pt x="70815" y="8986"/>
                </a:cubicBezTo>
                <a:cubicBezTo>
                  <a:pt x="70790" y="8986"/>
                  <a:pt x="70790" y="8986"/>
                  <a:pt x="70766" y="9036"/>
                </a:cubicBezTo>
                <a:lnTo>
                  <a:pt x="70641" y="9036"/>
                </a:lnTo>
                <a:cubicBezTo>
                  <a:pt x="70293" y="8961"/>
                  <a:pt x="69919" y="8936"/>
                  <a:pt x="69571" y="8911"/>
                </a:cubicBezTo>
                <a:cubicBezTo>
                  <a:pt x="69496" y="8911"/>
                  <a:pt x="69397" y="8861"/>
                  <a:pt x="69297" y="8861"/>
                </a:cubicBezTo>
                <a:lnTo>
                  <a:pt x="69073" y="8861"/>
                </a:lnTo>
                <a:cubicBezTo>
                  <a:pt x="68550" y="8837"/>
                  <a:pt x="68028" y="8812"/>
                  <a:pt x="67505" y="8812"/>
                </a:cubicBezTo>
                <a:cubicBezTo>
                  <a:pt x="67032" y="8812"/>
                  <a:pt x="66559" y="8837"/>
                  <a:pt x="66086" y="8837"/>
                </a:cubicBezTo>
                <a:lnTo>
                  <a:pt x="65937" y="8837"/>
                </a:lnTo>
                <a:cubicBezTo>
                  <a:pt x="65812" y="8837"/>
                  <a:pt x="65713" y="8861"/>
                  <a:pt x="65588" y="8861"/>
                </a:cubicBezTo>
                <a:cubicBezTo>
                  <a:pt x="65538" y="8861"/>
                  <a:pt x="65439" y="8861"/>
                  <a:pt x="65389" y="8911"/>
                </a:cubicBezTo>
                <a:cubicBezTo>
                  <a:pt x="65165" y="8936"/>
                  <a:pt x="64966" y="8936"/>
                  <a:pt x="64767" y="8961"/>
                </a:cubicBezTo>
                <a:cubicBezTo>
                  <a:pt x="64642" y="8961"/>
                  <a:pt x="64518" y="8986"/>
                  <a:pt x="64344" y="8986"/>
                </a:cubicBezTo>
                <a:lnTo>
                  <a:pt x="63697" y="9085"/>
                </a:lnTo>
                <a:cubicBezTo>
                  <a:pt x="63647" y="9085"/>
                  <a:pt x="63547" y="9110"/>
                  <a:pt x="63473" y="9110"/>
                </a:cubicBezTo>
                <a:lnTo>
                  <a:pt x="62726" y="9210"/>
                </a:lnTo>
                <a:lnTo>
                  <a:pt x="61805" y="9409"/>
                </a:lnTo>
                <a:cubicBezTo>
                  <a:pt x="61556" y="9434"/>
                  <a:pt x="61307" y="9484"/>
                  <a:pt x="61058" y="9534"/>
                </a:cubicBezTo>
                <a:cubicBezTo>
                  <a:pt x="60710" y="9583"/>
                  <a:pt x="60336" y="9683"/>
                  <a:pt x="59963" y="9782"/>
                </a:cubicBezTo>
                <a:cubicBezTo>
                  <a:pt x="59739" y="9832"/>
                  <a:pt x="59565" y="9857"/>
                  <a:pt x="59341" y="9932"/>
                </a:cubicBezTo>
                <a:lnTo>
                  <a:pt x="58967" y="10031"/>
                </a:lnTo>
                <a:lnTo>
                  <a:pt x="58967" y="9982"/>
                </a:lnTo>
                <a:lnTo>
                  <a:pt x="58967" y="9957"/>
                </a:lnTo>
                <a:cubicBezTo>
                  <a:pt x="60486" y="9558"/>
                  <a:pt x="61954" y="9235"/>
                  <a:pt x="63398" y="9011"/>
                </a:cubicBezTo>
                <a:cubicBezTo>
                  <a:pt x="63448" y="9011"/>
                  <a:pt x="63547" y="8986"/>
                  <a:pt x="63597" y="8986"/>
                </a:cubicBezTo>
                <a:cubicBezTo>
                  <a:pt x="63945" y="8936"/>
                  <a:pt x="64319" y="8911"/>
                  <a:pt x="64667" y="8861"/>
                </a:cubicBezTo>
                <a:cubicBezTo>
                  <a:pt x="64891" y="8837"/>
                  <a:pt x="65066" y="8837"/>
                  <a:pt x="65290" y="8812"/>
                </a:cubicBezTo>
                <a:cubicBezTo>
                  <a:pt x="65538" y="8762"/>
                  <a:pt x="65787" y="8762"/>
                  <a:pt x="66036" y="8737"/>
                </a:cubicBezTo>
                <a:cubicBezTo>
                  <a:pt x="66509" y="8712"/>
                  <a:pt x="66957" y="8712"/>
                  <a:pt x="67430" y="8712"/>
                </a:cubicBezTo>
                <a:close/>
                <a:moveTo>
                  <a:pt x="74474" y="9932"/>
                </a:moveTo>
                <a:cubicBezTo>
                  <a:pt x="75370" y="10255"/>
                  <a:pt x="76217" y="10679"/>
                  <a:pt x="76988" y="11176"/>
                </a:cubicBezTo>
                <a:cubicBezTo>
                  <a:pt x="77735" y="11649"/>
                  <a:pt x="78457" y="12222"/>
                  <a:pt x="79079" y="12844"/>
                </a:cubicBezTo>
                <a:cubicBezTo>
                  <a:pt x="79005" y="12844"/>
                  <a:pt x="78980" y="12819"/>
                  <a:pt x="78955" y="12794"/>
                </a:cubicBezTo>
                <a:cubicBezTo>
                  <a:pt x="78731" y="12570"/>
                  <a:pt x="78507" y="12396"/>
                  <a:pt x="78283" y="12197"/>
                </a:cubicBezTo>
                <a:cubicBezTo>
                  <a:pt x="78233" y="12147"/>
                  <a:pt x="78158" y="12097"/>
                  <a:pt x="78108" y="12048"/>
                </a:cubicBezTo>
                <a:lnTo>
                  <a:pt x="78034" y="11973"/>
                </a:lnTo>
                <a:cubicBezTo>
                  <a:pt x="77860" y="11824"/>
                  <a:pt x="77636" y="11674"/>
                  <a:pt x="77461" y="11550"/>
                </a:cubicBezTo>
                <a:cubicBezTo>
                  <a:pt x="77387" y="11475"/>
                  <a:pt x="77287" y="11450"/>
                  <a:pt x="77237" y="11400"/>
                </a:cubicBezTo>
                <a:cubicBezTo>
                  <a:pt x="77138" y="11326"/>
                  <a:pt x="77088" y="11301"/>
                  <a:pt x="76988" y="11226"/>
                </a:cubicBezTo>
                <a:cubicBezTo>
                  <a:pt x="76963" y="11226"/>
                  <a:pt x="76963" y="11201"/>
                  <a:pt x="76914" y="11201"/>
                </a:cubicBezTo>
                <a:cubicBezTo>
                  <a:pt x="76889" y="11176"/>
                  <a:pt x="76864" y="11176"/>
                  <a:pt x="76864" y="11127"/>
                </a:cubicBezTo>
                <a:cubicBezTo>
                  <a:pt x="76739" y="11077"/>
                  <a:pt x="76640" y="10977"/>
                  <a:pt x="76515" y="10927"/>
                </a:cubicBezTo>
                <a:cubicBezTo>
                  <a:pt x="76466" y="10878"/>
                  <a:pt x="76391" y="10828"/>
                  <a:pt x="76341" y="10803"/>
                </a:cubicBezTo>
                <a:cubicBezTo>
                  <a:pt x="76117" y="10679"/>
                  <a:pt x="75893" y="10579"/>
                  <a:pt x="75669" y="10479"/>
                </a:cubicBezTo>
                <a:cubicBezTo>
                  <a:pt x="75570" y="10430"/>
                  <a:pt x="75470" y="10355"/>
                  <a:pt x="75370" y="10330"/>
                </a:cubicBezTo>
                <a:cubicBezTo>
                  <a:pt x="75196" y="10255"/>
                  <a:pt x="75097" y="10206"/>
                  <a:pt x="74922" y="10131"/>
                </a:cubicBezTo>
                <a:lnTo>
                  <a:pt x="74474" y="9957"/>
                </a:lnTo>
                <a:lnTo>
                  <a:pt x="74474" y="9932"/>
                </a:lnTo>
                <a:close/>
                <a:moveTo>
                  <a:pt x="106687" y="9948"/>
                </a:moveTo>
                <a:cubicBezTo>
                  <a:pt x="106865" y="10088"/>
                  <a:pt x="107027" y="10249"/>
                  <a:pt x="107231" y="10430"/>
                </a:cubicBezTo>
                <a:lnTo>
                  <a:pt x="107256" y="10454"/>
                </a:lnTo>
                <a:cubicBezTo>
                  <a:pt x="107405" y="10604"/>
                  <a:pt x="107580" y="10728"/>
                  <a:pt x="107729" y="10903"/>
                </a:cubicBezTo>
                <a:lnTo>
                  <a:pt x="108028" y="11201"/>
                </a:lnTo>
                <a:cubicBezTo>
                  <a:pt x="108127" y="11301"/>
                  <a:pt x="108227" y="11425"/>
                  <a:pt x="108301" y="11525"/>
                </a:cubicBezTo>
                <a:cubicBezTo>
                  <a:pt x="108575" y="11799"/>
                  <a:pt x="108849" y="12097"/>
                  <a:pt x="109098" y="12421"/>
                </a:cubicBezTo>
                <a:cubicBezTo>
                  <a:pt x="109123" y="12446"/>
                  <a:pt x="109123" y="12471"/>
                  <a:pt x="109148" y="12520"/>
                </a:cubicBezTo>
                <a:cubicBezTo>
                  <a:pt x="109222" y="12595"/>
                  <a:pt x="109297" y="12695"/>
                  <a:pt x="109372" y="12794"/>
                </a:cubicBezTo>
                <a:cubicBezTo>
                  <a:pt x="109496" y="12944"/>
                  <a:pt x="109596" y="13068"/>
                  <a:pt x="109720" y="13217"/>
                </a:cubicBezTo>
                <a:lnTo>
                  <a:pt x="109048" y="12471"/>
                </a:lnTo>
                <a:cubicBezTo>
                  <a:pt x="108998" y="12396"/>
                  <a:pt x="108899" y="12296"/>
                  <a:pt x="108849" y="12197"/>
                </a:cubicBezTo>
                <a:cubicBezTo>
                  <a:pt x="108725" y="12048"/>
                  <a:pt x="108600" y="11923"/>
                  <a:pt x="108476" y="11774"/>
                </a:cubicBezTo>
                <a:cubicBezTo>
                  <a:pt x="108401" y="11699"/>
                  <a:pt x="108351" y="11649"/>
                  <a:pt x="108277" y="11550"/>
                </a:cubicBezTo>
                <a:cubicBezTo>
                  <a:pt x="108177" y="11450"/>
                  <a:pt x="108127" y="11351"/>
                  <a:pt x="108028" y="11276"/>
                </a:cubicBezTo>
                <a:lnTo>
                  <a:pt x="107978" y="11201"/>
                </a:lnTo>
                <a:cubicBezTo>
                  <a:pt x="107903" y="11127"/>
                  <a:pt x="107878" y="11077"/>
                  <a:pt x="107804" y="11052"/>
                </a:cubicBezTo>
                <a:cubicBezTo>
                  <a:pt x="107461" y="10670"/>
                  <a:pt x="107054" y="10271"/>
                  <a:pt x="106687" y="9948"/>
                </a:cubicBezTo>
                <a:close/>
                <a:moveTo>
                  <a:pt x="86845" y="5402"/>
                </a:moveTo>
                <a:lnTo>
                  <a:pt x="86945" y="5427"/>
                </a:lnTo>
                <a:cubicBezTo>
                  <a:pt x="89782" y="7492"/>
                  <a:pt x="91799" y="10430"/>
                  <a:pt x="92894" y="14089"/>
                </a:cubicBezTo>
                <a:lnTo>
                  <a:pt x="92819" y="14089"/>
                </a:lnTo>
                <a:cubicBezTo>
                  <a:pt x="91724" y="10430"/>
                  <a:pt x="89708" y="7492"/>
                  <a:pt x="86845" y="5402"/>
                </a:cubicBezTo>
                <a:close/>
                <a:moveTo>
                  <a:pt x="110392" y="14313"/>
                </a:moveTo>
                <a:cubicBezTo>
                  <a:pt x="110395" y="14318"/>
                  <a:pt x="110397" y="14323"/>
                  <a:pt x="110400" y="14328"/>
                </a:cubicBezTo>
                <a:lnTo>
                  <a:pt x="110400" y="14328"/>
                </a:lnTo>
                <a:cubicBezTo>
                  <a:pt x="110395" y="14323"/>
                  <a:pt x="110392" y="14319"/>
                  <a:pt x="110392" y="14313"/>
                </a:cubicBezTo>
                <a:close/>
                <a:moveTo>
                  <a:pt x="95582" y="14163"/>
                </a:moveTo>
                <a:lnTo>
                  <a:pt x="94761" y="14238"/>
                </a:lnTo>
                <a:cubicBezTo>
                  <a:pt x="94213" y="14288"/>
                  <a:pt x="93690" y="14313"/>
                  <a:pt x="93143" y="14337"/>
                </a:cubicBezTo>
                <a:cubicBezTo>
                  <a:pt x="93143" y="14313"/>
                  <a:pt x="93093" y="14288"/>
                  <a:pt x="93093" y="14238"/>
                </a:cubicBezTo>
                <a:cubicBezTo>
                  <a:pt x="93922" y="14189"/>
                  <a:pt x="94775" y="14164"/>
                  <a:pt x="95582" y="14163"/>
                </a:cubicBezTo>
                <a:close/>
                <a:moveTo>
                  <a:pt x="92944" y="14288"/>
                </a:moveTo>
                <a:cubicBezTo>
                  <a:pt x="92944" y="14313"/>
                  <a:pt x="92968" y="14337"/>
                  <a:pt x="92968" y="14387"/>
                </a:cubicBezTo>
                <a:lnTo>
                  <a:pt x="92919" y="14387"/>
                </a:lnTo>
                <a:cubicBezTo>
                  <a:pt x="92894" y="14313"/>
                  <a:pt x="92894" y="14288"/>
                  <a:pt x="92894" y="14288"/>
                </a:cubicBezTo>
                <a:close/>
                <a:moveTo>
                  <a:pt x="95557" y="14362"/>
                </a:moveTo>
                <a:cubicBezTo>
                  <a:pt x="95134" y="14412"/>
                  <a:pt x="94686" y="14462"/>
                  <a:pt x="94263" y="14537"/>
                </a:cubicBezTo>
                <a:cubicBezTo>
                  <a:pt x="94064" y="14562"/>
                  <a:pt x="93840" y="14562"/>
                  <a:pt x="93665" y="14586"/>
                </a:cubicBezTo>
                <a:cubicBezTo>
                  <a:pt x="93466" y="14661"/>
                  <a:pt x="93392" y="14686"/>
                  <a:pt x="93267" y="14686"/>
                </a:cubicBezTo>
                <a:lnTo>
                  <a:pt x="93267" y="14636"/>
                </a:lnTo>
                <a:cubicBezTo>
                  <a:pt x="93367" y="14586"/>
                  <a:pt x="93516" y="14562"/>
                  <a:pt x="93641" y="14562"/>
                </a:cubicBezTo>
                <a:cubicBezTo>
                  <a:pt x="93964" y="14487"/>
                  <a:pt x="94313" y="14462"/>
                  <a:pt x="94661" y="14437"/>
                </a:cubicBezTo>
                <a:cubicBezTo>
                  <a:pt x="94711" y="14437"/>
                  <a:pt x="94786" y="14412"/>
                  <a:pt x="94835" y="14412"/>
                </a:cubicBezTo>
                <a:cubicBezTo>
                  <a:pt x="95010" y="14412"/>
                  <a:pt x="95134" y="14412"/>
                  <a:pt x="95283" y="14362"/>
                </a:cubicBezTo>
                <a:close/>
                <a:moveTo>
                  <a:pt x="97623" y="14263"/>
                </a:moveTo>
                <a:cubicBezTo>
                  <a:pt x="97996" y="14263"/>
                  <a:pt x="98345" y="14263"/>
                  <a:pt x="98743" y="14288"/>
                </a:cubicBezTo>
                <a:cubicBezTo>
                  <a:pt x="98942" y="14288"/>
                  <a:pt x="99166" y="14313"/>
                  <a:pt x="99390" y="14313"/>
                </a:cubicBezTo>
                <a:lnTo>
                  <a:pt x="99614" y="14313"/>
                </a:lnTo>
                <a:cubicBezTo>
                  <a:pt x="100411" y="14412"/>
                  <a:pt x="101232" y="14537"/>
                  <a:pt x="102004" y="14686"/>
                </a:cubicBezTo>
                <a:cubicBezTo>
                  <a:pt x="101158" y="14537"/>
                  <a:pt x="100311" y="14437"/>
                  <a:pt x="99490" y="14387"/>
                </a:cubicBezTo>
                <a:cubicBezTo>
                  <a:pt x="98868" y="14313"/>
                  <a:pt x="98245" y="14288"/>
                  <a:pt x="97623" y="14263"/>
                </a:cubicBezTo>
                <a:close/>
                <a:moveTo>
                  <a:pt x="90778" y="5252"/>
                </a:moveTo>
                <a:cubicBezTo>
                  <a:pt x="91475" y="5252"/>
                  <a:pt x="92172" y="5302"/>
                  <a:pt x="92844" y="5327"/>
                </a:cubicBezTo>
                <a:cubicBezTo>
                  <a:pt x="93143" y="5352"/>
                  <a:pt x="93417" y="5377"/>
                  <a:pt x="93690" y="5377"/>
                </a:cubicBezTo>
                <a:cubicBezTo>
                  <a:pt x="94064" y="5427"/>
                  <a:pt x="94462" y="5451"/>
                  <a:pt x="94835" y="5476"/>
                </a:cubicBezTo>
                <a:cubicBezTo>
                  <a:pt x="95184" y="5501"/>
                  <a:pt x="95532" y="5576"/>
                  <a:pt x="95881" y="5626"/>
                </a:cubicBezTo>
                <a:cubicBezTo>
                  <a:pt x="96155" y="5675"/>
                  <a:pt x="96453" y="5725"/>
                  <a:pt x="96752" y="5750"/>
                </a:cubicBezTo>
                <a:cubicBezTo>
                  <a:pt x="97125" y="5825"/>
                  <a:pt x="97499" y="5924"/>
                  <a:pt x="97872" y="5999"/>
                </a:cubicBezTo>
                <a:cubicBezTo>
                  <a:pt x="98121" y="6074"/>
                  <a:pt x="98320" y="6099"/>
                  <a:pt x="98544" y="6173"/>
                </a:cubicBezTo>
                <a:cubicBezTo>
                  <a:pt x="100934" y="8413"/>
                  <a:pt x="102651" y="11326"/>
                  <a:pt x="103622" y="14810"/>
                </a:cubicBezTo>
                <a:cubicBezTo>
                  <a:pt x="103398" y="14761"/>
                  <a:pt x="103149" y="14686"/>
                  <a:pt x="102900" y="14661"/>
                </a:cubicBezTo>
                <a:cubicBezTo>
                  <a:pt x="102850" y="14661"/>
                  <a:pt x="102751" y="14636"/>
                  <a:pt x="102676" y="14636"/>
                </a:cubicBezTo>
                <a:cubicBezTo>
                  <a:pt x="102402" y="14562"/>
                  <a:pt x="102153" y="14512"/>
                  <a:pt x="101880" y="14462"/>
                </a:cubicBezTo>
                <a:cubicBezTo>
                  <a:pt x="101780" y="14437"/>
                  <a:pt x="101680" y="14437"/>
                  <a:pt x="101606" y="14437"/>
                </a:cubicBezTo>
                <a:cubicBezTo>
                  <a:pt x="101357" y="14412"/>
                  <a:pt x="101108" y="14337"/>
                  <a:pt x="100859" y="14313"/>
                </a:cubicBezTo>
                <a:cubicBezTo>
                  <a:pt x="100735" y="14288"/>
                  <a:pt x="100610" y="14288"/>
                  <a:pt x="100486" y="14288"/>
                </a:cubicBezTo>
                <a:cubicBezTo>
                  <a:pt x="100262" y="14263"/>
                  <a:pt x="100038" y="14213"/>
                  <a:pt x="99789" y="14213"/>
                </a:cubicBezTo>
                <a:lnTo>
                  <a:pt x="99565" y="14213"/>
                </a:lnTo>
                <a:cubicBezTo>
                  <a:pt x="98377" y="14097"/>
                  <a:pt x="97138" y="14032"/>
                  <a:pt x="95864" y="14032"/>
                </a:cubicBezTo>
                <a:cubicBezTo>
                  <a:pt x="94949" y="14032"/>
                  <a:pt x="94015" y="14066"/>
                  <a:pt x="93068" y="14138"/>
                </a:cubicBezTo>
                <a:cubicBezTo>
                  <a:pt x="92023" y="10479"/>
                  <a:pt x="90031" y="7542"/>
                  <a:pt x="87219" y="5451"/>
                </a:cubicBezTo>
                <a:cubicBezTo>
                  <a:pt x="87318" y="5451"/>
                  <a:pt x="87418" y="5427"/>
                  <a:pt x="87542" y="5427"/>
                </a:cubicBezTo>
                <a:lnTo>
                  <a:pt x="88563" y="5327"/>
                </a:lnTo>
                <a:cubicBezTo>
                  <a:pt x="89309" y="5302"/>
                  <a:pt x="90056" y="5252"/>
                  <a:pt x="90778" y="5252"/>
                </a:cubicBezTo>
                <a:close/>
                <a:moveTo>
                  <a:pt x="48115" y="10056"/>
                </a:moveTo>
                <a:cubicBezTo>
                  <a:pt x="46173" y="11176"/>
                  <a:pt x="43609" y="12769"/>
                  <a:pt x="41867" y="13964"/>
                </a:cubicBezTo>
                <a:cubicBezTo>
                  <a:pt x="41444" y="14263"/>
                  <a:pt x="41046" y="14537"/>
                  <a:pt x="40573" y="14885"/>
                </a:cubicBezTo>
                <a:lnTo>
                  <a:pt x="40448" y="14885"/>
                </a:lnTo>
                <a:cubicBezTo>
                  <a:pt x="41892" y="13889"/>
                  <a:pt x="43311" y="12944"/>
                  <a:pt x="44729" y="12048"/>
                </a:cubicBezTo>
                <a:cubicBezTo>
                  <a:pt x="45153" y="11774"/>
                  <a:pt x="45601" y="11525"/>
                  <a:pt x="45999" y="11276"/>
                </a:cubicBezTo>
                <a:cubicBezTo>
                  <a:pt x="46721" y="10828"/>
                  <a:pt x="47393" y="10430"/>
                  <a:pt x="48115" y="10056"/>
                </a:cubicBezTo>
                <a:close/>
                <a:moveTo>
                  <a:pt x="98942" y="6248"/>
                </a:moveTo>
                <a:cubicBezTo>
                  <a:pt x="99017" y="6298"/>
                  <a:pt x="99042" y="6323"/>
                  <a:pt x="99067" y="6323"/>
                </a:cubicBezTo>
                <a:cubicBezTo>
                  <a:pt x="101357" y="8588"/>
                  <a:pt x="102975" y="11450"/>
                  <a:pt x="103896" y="14885"/>
                </a:cubicBezTo>
                <a:cubicBezTo>
                  <a:pt x="103871" y="14885"/>
                  <a:pt x="103846" y="14885"/>
                  <a:pt x="103846" y="14835"/>
                </a:cubicBezTo>
                <a:cubicBezTo>
                  <a:pt x="102900" y="11400"/>
                  <a:pt x="101257" y="8538"/>
                  <a:pt x="98942" y="6248"/>
                </a:cubicBezTo>
                <a:close/>
                <a:moveTo>
                  <a:pt x="99440" y="6472"/>
                </a:moveTo>
                <a:lnTo>
                  <a:pt x="99440" y="6472"/>
                </a:lnTo>
                <a:cubicBezTo>
                  <a:pt x="99540" y="6497"/>
                  <a:pt x="99614" y="6522"/>
                  <a:pt x="99689" y="6522"/>
                </a:cubicBezTo>
                <a:cubicBezTo>
                  <a:pt x="99888" y="6596"/>
                  <a:pt x="100112" y="6646"/>
                  <a:pt x="100311" y="6721"/>
                </a:cubicBezTo>
                <a:cubicBezTo>
                  <a:pt x="100386" y="6721"/>
                  <a:pt x="100436" y="6746"/>
                  <a:pt x="100535" y="6796"/>
                </a:cubicBezTo>
                <a:cubicBezTo>
                  <a:pt x="102776" y="9110"/>
                  <a:pt x="104269" y="12048"/>
                  <a:pt x="105090" y="15209"/>
                </a:cubicBezTo>
                <a:cubicBezTo>
                  <a:pt x="105016" y="15184"/>
                  <a:pt x="104991" y="15184"/>
                  <a:pt x="104916" y="15184"/>
                </a:cubicBezTo>
                <a:cubicBezTo>
                  <a:pt x="104866" y="15184"/>
                  <a:pt x="104842" y="15159"/>
                  <a:pt x="104767" y="15159"/>
                </a:cubicBezTo>
                <a:lnTo>
                  <a:pt x="104120" y="14960"/>
                </a:lnTo>
                <a:cubicBezTo>
                  <a:pt x="103224" y="11575"/>
                  <a:pt x="101631" y="8712"/>
                  <a:pt x="99440" y="6472"/>
                </a:cubicBezTo>
                <a:close/>
                <a:moveTo>
                  <a:pt x="100909" y="6920"/>
                </a:moveTo>
                <a:cubicBezTo>
                  <a:pt x="100934" y="6945"/>
                  <a:pt x="101008" y="6945"/>
                  <a:pt x="101033" y="6970"/>
                </a:cubicBezTo>
                <a:cubicBezTo>
                  <a:pt x="103149" y="9310"/>
                  <a:pt x="104543" y="12172"/>
                  <a:pt x="105339" y="15308"/>
                </a:cubicBezTo>
                <a:cubicBezTo>
                  <a:pt x="105290" y="15308"/>
                  <a:pt x="105290" y="15308"/>
                  <a:pt x="105265" y="15283"/>
                </a:cubicBezTo>
                <a:cubicBezTo>
                  <a:pt x="104493" y="12147"/>
                  <a:pt x="103049" y="9235"/>
                  <a:pt x="100909" y="6920"/>
                </a:cubicBezTo>
                <a:close/>
                <a:moveTo>
                  <a:pt x="67530" y="8961"/>
                </a:moveTo>
                <a:cubicBezTo>
                  <a:pt x="68077" y="8961"/>
                  <a:pt x="68650" y="8986"/>
                  <a:pt x="69173" y="9011"/>
                </a:cubicBezTo>
                <a:lnTo>
                  <a:pt x="69272" y="9011"/>
                </a:lnTo>
                <a:cubicBezTo>
                  <a:pt x="69397" y="9011"/>
                  <a:pt x="69521" y="9061"/>
                  <a:pt x="69621" y="9061"/>
                </a:cubicBezTo>
                <a:cubicBezTo>
                  <a:pt x="69745" y="9061"/>
                  <a:pt x="69820" y="9085"/>
                  <a:pt x="69944" y="9085"/>
                </a:cubicBezTo>
                <a:cubicBezTo>
                  <a:pt x="70118" y="9110"/>
                  <a:pt x="70268" y="9110"/>
                  <a:pt x="70417" y="9160"/>
                </a:cubicBezTo>
                <a:cubicBezTo>
                  <a:pt x="66310" y="10803"/>
                  <a:pt x="62103" y="12844"/>
                  <a:pt x="57847" y="15333"/>
                </a:cubicBezTo>
                <a:cubicBezTo>
                  <a:pt x="58046" y="13541"/>
                  <a:pt x="58420" y="11799"/>
                  <a:pt x="58967" y="10206"/>
                </a:cubicBezTo>
                <a:cubicBezTo>
                  <a:pt x="60560" y="9807"/>
                  <a:pt x="62079" y="9484"/>
                  <a:pt x="63547" y="9285"/>
                </a:cubicBezTo>
                <a:cubicBezTo>
                  <a:pt x="63572" y="9285"/>
                  <a:pt x="63647" y="9285"/>
                  <a:pt x="63672" y="9235"/>
                </a:cubicBezTo>
                <a:lnTo>
                  <a:pt x="63746" y="9235"/>
                </a:lnTo>
                <a:cubicBezTo>
                  <a:pt x="64095" y="9185"/>
                  <a:pt x="64443" y="9160"/>
                  <a:pt x="64792" y="9110"/>
                </a:cubicBezTo>
                <a:cubicBezTo>
                  <a:pt x="64991" y="9085"/>
                  <a:pt x="65190" y="9085"/>
                  <a:pt x="65414" y="9061"/>
                </a:cubicBezTo>
                <a:cubicBezTo>
                  <a:pt x="65663" y="9011"/>
                  <a:pt x="65862" y="9011"/>
                  <a:pt x="66136" y="8986"/>
                </a:cubicBezTo>
                <a:cubicBezTo>
                  <a:pt x="66584" y="8961"/>
                  <a:pt x="67057" y="8961"/>
                  <a:pt x="67530" y="8961"/>
                </a:cubicBezTo>
                <a:close/>
                <a:moveTo>
                  <a:pt x="40274" y="15084"/>
                </a:moveTo>
                <a:lnTo>
                  <a:pt x="40000" y="15283"/>
                </a:lnTo>
                <a:cubicBezTo>
                  <a:pt x="39950" y="15308"/>
                  <a:pt x="39901" y="15333"/>
                  <a:pt x="39876" y="15383"/>
                </a:cubicBezTo>
                <a:lnTo>
                  <a:pt x="39876" y="15333"/>
                </a:lnTo>
                <a:cubicBezTo>
                  <a:pt x="39876" y="15283"/>
                  <a:pt x="39926" y="15258"/>
                  <a:pt x="40000" y="15209"/>
                </a:cubicBezTo>
                <a:cubicBezTo>
                  <a:pt x="40025" y="15209"/>
                  <a:pt x="40025" y="15184"/>
                  <a:pt x="40050" y="15184"/>
                </a:cubicBezTo>
                <a:cubicBezTo>
                  <a:pt x="40075" y="15184"/>
                  <a:pt x="40100" y="15159"/>
                  <a:pt x="40150" y="15159"/>
                </a:cubicBezTo>
                <a:cubicBezTo>
                  <a:pt x="40174" y="15134"/>
                  <a:pt x="40199" y="15134"/>
                  <a:pt x="40274" y="15084"/>
                </a:cubicBezTo>
                <a:close/>
                <a:moveTo>
                  <a:pt x="110591" y="14163"/>
                </a:moveTo>
                <a:lnTo>
                  <a:pt x="110591" y="14163"/>
                </a:lnTo>
                <a:cubicBezTo>
                  <a:pt x="110741" y="14412"/>
                  <a:pt x="110890" y="14636"/>
                  <a:pt x="111064" y="14810"/>
                </a:cubicBezTo>
                <a:cubicBezTo>
                  <a:pt x="111201" y="15021"/>
                  <a:pt x="111347" y="15245"/>
                  <a:pt x="111496" y="15472"/>
                </a:cubicBezTo>
                <a:lnTo>
                  <a:pt x="111496" y="15472"/>
                </a:lnTo>
                <a:cubicBezTo>
                  <a:pt x="111250" y="15117"/>
                  <a:pt x="111073" y="14883"/>
                  <a:pt x="111015" y="14810"/>
                </a:cubicBezTo>
                <a:cubicBezTo>
                  <a:pt x="110965" y="14761"/>
                  <a:pt x="110940" y="14686"/>
                  <a:pt x="110865" y="14636"/>
                </a:cubicBezTo>
                <a:cubicBezTo>
                  <a:pt x="110840" y="14562"/>
                  <a:pt x="110766" y="14512"/>
                  <a:pt x="110741" y="14412"/>
                </a:cubicBezTo>
                <a:cubicBezTo>
                  <a:pt x="110741" y="14412"/>
                  <a:pt x="110741" y="14387"/>
                  <a:pt x="110716" y="14387"/>
                </a:cubicBezTo>
                <a:cubicBezTo>
                  <a:pt x="110691" y="14337"/>
                  <a:pt x="110691" y="14313"/>
                  <a:pt x="110641" y="14288"/>
                </a:cubicBezTo>
                <a:cubicBezTo>
                  <a:pt x="110616" y="14263"/>
                  <a:pt x="110591" y="14188"/>
                  <a:pt x="110591" y="14163"/>
                </a:cubicBezTo>
                <a:close/>
                <a:moveTo>
                  <a:pt x="58738" y="10296"/>
                </a:moveTo>
                <a:lnTo>
                  <a:pt x="58738" y="10296"/>
                </a:lnTo>
                <a:cubicBezTo>
                  <a:pt x="58193" y="11934"/>
                  <a:pt x="57822" y="13671"/>
                  <a:pt x="57623" y="15507"/>
                </a:cubicBezTo>
                <a:cubicBezTo>
                  <a:pt x="57598" y="15507"/>
                  <a:pt x="57598" y="15532"/>
                  <a:pt x="57573" y="15532"/>
                </a:cubicBezTo>
                <a:cubicBezTo>
                  <a:pt x="57748" y="13690"/>
                  <a:pt x="58096" y="11948"/>
                  <a:pt x="58693" y="10305"/>
                </a:cubicBezTo>
                <a:cubicBezTo>
                  <a:pt x="58711" y="10305"/>
                  <a:pt x="58730" y="10305"/>
                  <a:pt x="58738" y="10296"/>
                </a:cubicBezTo>
                <a:close/>
                <a:moveTo>
                  <a:pt x="39677" y="15458"/>
                </a:moveTo>
                <a:lnTo>
                  <a:pt x="39677" y="15507"/>
                </a:lnTo>
                <a:cubicBezTo>
                  <a:pt x="39627" y="15532"/>
                  <a:pt x="39577" y="15557"/>
                  <a:pt x="39527" y="15582"/>
                </a:cubicBezTo>
                <a:cubicBezTo>
                  <a:pt x="39552" y="15557"/>
                  <a:pt x="39552" y="15557"/>
                  <a:pt x="39577" y="15557"/>
                </a:cubicBezTo>
                <a:lnTo>
                  <a:pt x="39677" y="15458"/>
                </a:lnTo>
                <a:close/>
                <a:moveTo>
                  <a:pt x="62452" y="4082"/>
                </a:moveTo>
                <a:lnTo>
                  <a:pt x="62452" y="4082"/>
                </a:lnTo>
                <a:cubicBezTo>
                  <a:pt x="61954" y="4481"/>
                  <a:pt x="61506" y="4954"/>
                  <a:pt x="61083" y="5476"/>
                </a:cubicBezTo>
                <a:cubicBezTo>
                  <a:pt x="55209" y="8015"/>
                  <a:pt x="49210" y="11450"/>
                  <a:pt x="43286" y="15657"/>
                </a:cubicBezTo>
                <a:cubicBezTo>
                  <a:pt x="42390" y="15159"/>
                  <a:pt x="41618" y="14885"/>
                  <a:pt x="40946" y="14835"/>
                </a:cubicBezTo>
                <a:cubicBezTo>
                  <a:pt x="48239" y="9782"/>
                  <a:pt x="55632" y="6123"/>
                  <a:pt x="62452" y="4082"/>
                </a:cubicBezTo>
                <a:close/>
                <a:moveTo>
                  <a:pt x="70915" y="9235"/>
                </a:moveTo>
                <a:cubicBezTo>
                  <a:pt x="66659" y="10927"/>
                  <a:pt x="62228" y="13068"/>
                  <a:pt x="57822" y="15682"/>
                </a:cubicBezTo>
                <a:lnTo>
                  <a:pt x="57822" y="15632"/>
                </a:lnTo>
                <a:cubicBezTo>
                  <a:pt x="62178" y="13068"/>
                  <a:pt x="66534" y="10927"/>
                  <a:pt x="70815" y="9235"/>
                </a:cubicBezTo>
                <a:close/>
                <a:moveTo>
                  <a:pt x="86571" y="5451"/>
                </a:moveTo>
                <a:cubicBezTo>
                  <a:pt x="89484" y="7468"/>
                  <a:pt x="91550" y="10430"/>
                  <a:pt x="92645" y="14089"/>
                </a:cubicBezTo>
                <a:cubicBezTo>
                  <a:pt x="89832" y="14337"/>
                  <a:pt x="86845" y="14885"/>
                  <a:pt x="83759" y="15706"/>
                </a:cubicBezTo>
                <a:cubicBezTo>
                  <a:pt x="82390" y="12421"/>
                  <a:pt x="80573" y="9434"/>
                  <a:pt x="78283" y="6995"/>
                </a:cubicBezTo>
                <a:cubicBezTo>
                  <a:pt x="79477" y="6696"/>
                  <a:pt x="80622" y="6422"/>
                  <a:pt x="81767" y="6173"/>
                </a:cubicBezTo>
                <a:cubicBezTo>
                  <a:pt x="81892" y="6123"/>
                  <a:pt x="81991" y="6123"/>
                  <a:pt x="82116" y="6099"/>
                </a:cubicBezTo>
                <a:cubicBezTo>
                  <a:pt x="82763" y="5974"/>
                  <a:pt x="83410" y="5850"/>
                  <a:pt x="84033" y="5750"/>
                </a:cubicBezTo>
                <a:cubicBezTo>
                  <a:pt x="84306" y="5725"/>
                  <a:pt x="84555" y="5700"/>
                  <a:pt x="84829" y="5675"/>
                </a:cubicBezTo>
                <a:cubicBezTo>
                  <a:pt x="85327" y="5601"/>
                  <a:pt x="85825" y="5501"/>
                  <a:pt x="86323" y="5476"/>
                </a:cubicBezTo>
                <a:cubicBezTo>
                  <a:pt x="86422" y="5451"/>
                  <a:pt x="86472" y="5451"/>
                  <a:pt x="86571" y="5451"/>
                </a:cubicBezTo>
                <a:close/>
                <a:moveTo>
                  <a:pt x="60834" y="5750"/>
                </a:moveTo>
                <a:lnTo>
                  <a:pt x="60834" y="5750"/>
                </a:lnTo>
                <a:cubicBezTo>
                  <a:pt x="60809" y="5825"/>
                  <a:pt x="60784" y="5875"/>
                  <a:pt x="60734" y="5924"/>
                </a:cubicBezTo>
                <a:cubicBezTo>
                  <a:pt x="55109" y="8389"/>
                  <a:pt x="49285" y="11699"/>
                  <a:pt x="43535" y="15781"/>
                </a:cubicBezTo>
                <a:cubicBezTo>
                  <a:pt x="43510" y="15781"/>
                  <a:pt x="43510" y="15756"/>
                  <a:pt x="43460" y="15756"/>
                </a:cubicBezTo>
                <a:cubicBezTo>
                  <a:pt x="49235" y="11674"/>
                  <a:pt x="55109" y="8289"/>
                  <a:pt x="60834" y="5750"/>
                </a:cubicBezTo>
                <a:close/>
                <a:moveTo>
                  <a:pt x="40921" y="15034"/>
                </a:moveTo>
                <a:cubicBezTo>
                  <a:pt x="41046" y="15034"/>
                  <a:pt x="41170" y="15059"/>
                  <a:pt x="41319" y="15059"/>
                </a:cubicBezTo>
                <a:cubicBezTo>
                  <a:pt x="41867" y="15184"/>
                  <a:pt x="42440" y="15408"/>
                  <a:pt x="43112" y="15781"/>
                </a:cubicBezTo>
                <a:lnTo>
                  <a:pt x="43062" y="15806"/>
                </a:lnTo>
                <a:cubicBezTo>
                  <a:pt x="43012" y="15781"/>
                  <a:pt x="42987" y="15756"/>
                  <a:pt x="42912" y="15706"/>
                </a:cubicBezTo>
                <a:cubicBezTo>
                  <a:pt x="42863" y="15682"/>
                  <a:pt x="42813" y="15657"/>
                  <a:pt x="42763" y="15657"/>
                </a:cubicBezTo>
                <a:cubicBezTo>
                  <a:pt x="42664" y="15632"/>
                  <a:pt x="42564" y="15557"/>
                  <a:pt x="42489" y="15532"/>
                </a:cubicBezTo>
                <a:cubicBezTo>
                  <a:pt x="42415" y="15507"/>
                  <a:pt x="42365" y="15458"/>
                  <a:pt x="42265" y="15433"/>
                </a:cubicBezTo>
                <a:cubicBezTo>
                  <a:pt x="42191" y="15408"/>
                  <a:pt x="42141" y="15383"/>
                  <a:pt x="42066" y="15383"/>
                </a:cubicBezTo>
                <a:cubicBezTo>
                  <a:pt x="41991" y="15333"/>
                  <a:pt x="41917" y="15308"/>
                  <a:pt x="41867" y="15283"/>
                </a:cubicBezTo>
                <a:cubicBezTo>
                  <a:pt x="41792" y="15258"/>
                  <a:pt x="41767" y="15258"/>
                  <a:pt x="41693" y="15209"/>
                </a:cubicBezTo>
                <a:cubicBezTo>
                  <a:pt x="41643" y="15184"/>
                  <a:pt x="41543" y="15159"/>
                  <a:pt x="41494" y="15159"/>
                </a:cubicBezTo>
                <a:cubicBezTo>
                  <a:pt x="41419" y="15159"/>
                  <a:pt x="41369" y="15134"/>
                  <a:pt x="41295" y="15134"/>
                </a:cubicBezTo>
                <a:cubicBezTo>
                  <a:pt x="41245" y="15134"/>
                  <a:pt x="41170" y="15084"/>
                  <a:pt x="41120" y="15084"/>
                </a:cubicBezTo>
                <a:cubicBezTo>
                  <a:pt x="40996" y="15084"/>
                  <a:pt x="40896" y="15059"/>
                  <a:pt x="40772" y="15059"/>
                </a:cubicBezTo>
                <a:cubicBezTo>
                  <a:pt x="40697" y="15059"/>
                  <a:pt x="40647" y="15059"/>
                  <a:pt x="40573" y="15084"/>
                </a:cubicBezTo>
                <a:cubicBezTo>
                  <a:pt x="40622" y="15059"/>
                  <a:pt x="40647" y="15059"/>
                  <a:pt x="40672" y="15034"/>
                </a:cubicBezTo>
                <a:close/>
                <a:moveTo>
                  <a:pt x="78084" y="7069"/>
                </a:moveTo>
                <a:cubicBezTo>
                  <a:pt x="80374" y="9459"/>
                  <a:pt x="82216" y="12471"/>
                  <a:pt x="83585" y="15781"/>
                </a:cubicBezTo>
                <a:cubicBezTo>
                  <a:pt x="83560" y="15781"/>
                  <a:pt x="83560" y="15781"/>
                  <a:pt x="83510" y="15806"/>
                </a:cubicBezTo>
                <a:cubicBezTo>
                  <a:pt x="82141" y="12520"/>
                  <a:pt x="80324" y="9534"/>
                  <a:pt x="78009" y="7094"/>
                </a:cubicBezTo>
                <a:cubicBezTo>
                  <a:pt x="78034" y="7094"/>
                  <a:pt x="78034" y="7094"/>
                  <a:pt x="78084" y="7069"/>
                </a:cubicBezTo>
                <a:close/>
                <a:moveTo>
                  <a:pt x="57623" y="15756"/>
                </a:moveTo>
                <a:lnTo>
                  <a:pt x="57623" y="15806"/>
                </a:lnTo>
                <a:cubicBezTo>
                  <a:pt x="57598" y="15806"/>
                  <a:pt x="57598" y="15831"/>
                  <a:pt x="57573" y="15831"/>
                </a:cubicBezTo>
                <a:lnTo>
                  <a:pt x="57573" y="15781"/>
                </a:lnTo>
                <a:cubicBezTo>
                  <a:pt x="57598" y="15781"/>
                  <a:pt x="57598" y="15756"/>
                  <a:pt x="57623" y="15756"/>
                </a:cubicBezTo>
                <a:close/>
                <a:moveTo>
                  <a:pt x="92695" y="14288"/>
                </a:moveTo>
                <a:cubicBezTo>
                  <a:pt x="92695" y="14313"/>
                  <a:pt x="92720" y="14337"/>
                  <a:pt x="92720" y="14387"/>
                </a:cubicBezTo>
                <a:cubicBezTo>
                  <a:pt x="89907" y="14636"/>
                  <a:pt x="86945" y="15159"/>
                  <a:pt x="83858" y="16005"/>
                </a:cubicBezTo>
                <a:cubicBezTo>
                  <a:pt x="83858" y="15955"/>
                  <a:pt x="83833" y="15931"/>
                  <a:pt x="83833" y="15906"/>
                </a:cubicBezTo>
                <a:cubicBezTo>
                  <a:pt x="86895" y="15059"/>
                  <a:pt x="89907" y="14537"/>
                  <a:pt x="92695" y="14288"/>
                </a:cubicBezTo>
                <a:close/>
                <a:moveTo>
                  <a:pt x="110635" y="14700"/>
                </a:moveTo>
                <a:cubicBezTo>
                  <a:pt x="110653" y="14721"/>
                  <a:pt x="110672" y="14742"/>
                  <a:pt x="110691" y="14761"/>
                </a:cubicBezTo>
                <a:cubicBezTo>
                  <a:pt x="110766" y="14885"/>
                  <a:pt x="110840" y="15010"/>
                  <a:pt x="110940" y="15159"/>
                </a:cubicBezTo>
                <a:cubicBezTo>
                  <a:pt x="111073" y="15425"/>
                  <a:pt x="111206" y="15712"/>
                  <a:pt x="111340" y="16018"/>
                </a:cubicBezTo>
                <a:lnTo>
                  <a:pt x="111340" y="16018"/>
                </a:lnTo>
                <a:cubicBezTo>
                  <a:pt x="111306" y="15954"/>
                  <a:pt x="111272" y="15892"/>
                  <a:pt x="111239" y="15831"/>
                </a:cubicBezTo>
                <a:cubicBezTo>
                  <a:pt x="111089" y="15557"/>
                  <a:pt x="110965" y="15283"/>
                  <a:pt x="110815" y="15010"/>
                </a:cubicBezTo>
                <a:cubicBezTo>
                  <a:pt x="110755" y="14902"/>
                  <a:pt x="110695" y="14799"/>
                  <a:pt x="110635" y="14700"/>
                </a:cubicBezTo>
                <a:close/>
                <a:moveTo>
                  <a:pt x="83634" y="15955"/>
                </a:moveTo>
                <a:cubicBezTo>
                  <a:pt x="83634" y="16005"/>
                  <a:pt x="83684" y="16030"/>
                  <a:pt x="83684" y="16055"/>
                </a:cubicBezTo>
                <a:cubicBezTo>
                  <a:pt x="83634" y="16055"/>
                  <a:pt x="83634" y="16055"/>
                  <a:pt x="83609" y="16080"/>
                </a:cubicBezTo>
                <a:cubicBezTo>
                  <a:pt x="83609" y="16030"/>
                  <a:pt x="83609" y="16005"/>
                  <a:pt x="83585" y="15955"/>
                </a:cubicBezTo>
                <a:close/>
                <a:moveTo>
                  <a:pt x="60486" y="6223"/>
                </a:moveTo>
                <a:lnTo>
                  <a:pt x="60486" y="6223"/>
                </a:lnTo>
                <a:cubicBezTo>
                  <a:pt x="59789" y="7244"/>
                  <a:pt x="59166" y="8488"/>
                  <a:pt x="58619" y="9857"/>
                </a:cubicBezTo>
                <a:cubicBezTo>
                  <a:pt x="57847" y="10081"/>
                  <a:pt x="57051" y="10330"/>
                  <a:pt x="56229" y="10604"/>
                </a:cubicBezTo>
                <a:cubicBezTo>
                  <a:pt x="55433" y="10903"/>
                  <a:pt x="54611" y="11176"/>
                  <a:pt x="53815" y="11525"/>
                </a:cubicBezTo>
                <a:cubicBezTo>
                  <a:pt x="52520" y="12023"/>
                  <a:pt x="51201" y="12645"/>
                  <a:pt x="49882" y="13267"/>
                </a:cubicBezTo>
                <a:cubicBezTo>
                  <a:pt x="49708" y="13342"/>
                  <a:pt x="49484" y="13441"/>
                  <a:pt x="49285" y="13541"/>
                </a:cubicBezTo>
                <a:cubicBezTo>
                  <a:pt x="49260" y="13541"/>
                  <a:pt x="49260" y="13566"/>
                  <a:pt x="49235" y="13566"/>
                </a:cubicBezTo>
                <a:cubicBezTo>
                  <a:pt x="48861" y="13765"/>
                  <a:pt x="48463" y="13939"/>
                  <a:pt x="48090" y="14163"/>
                </a:cubicBezTo>
                <a:cubicBezTo>
                  <a:pt x="48040" y="14163"/>
                  <a:pt x="48040" y="14188"/>
                  <a:pt x="48015" y="14188"/>
                </a:cubicBezTo>
                <a:cubicBezTo>
                  <a:pt x="47916" y="14263"/>
                  <a:pt x="47841" y="14313"/>
                  <a:pt x="47741" y="14337"/>
                </a:cubicBezTo>
                <a:cubicBezTo>
                  <a:pt x="47169" y="14636"/>
                  <a:pt x="46646" y="14935"/>
                  <a:pt x="46099" y="15258"/>
                </a:cubicBezTo>
                <a:cubicBezTo>
                  <a:pt x="45899" y="15333"/>
                  <a:pt x="45750" y="15433"/>
                  <a:pt x="45551" y="15532"/>
                </a:cubicBezTo>
                <a:cubicBezTo>
                  <a:pt x="45227" y="15706"/>
                  <a:pt x="44904" y="15931"/>
                  <a:pt x="44555" y="16105"/>
                </a:cubicBezTo>
                <a:cubicBezTo>
                  <a:pt x="44481" y="16179"/>
                  <a:pt x="44381" y="16204"/>
                  <a:pt x="44281" y="16279"/>
                </a:cubicBezTo>
                <a:cubicBezTo>
                  <a:pt x="44107" y="16155"/>
                  <a:pt x="43883" y="16030"/>
                  <a:pt x="43684" y="15906"/>
                </a:cubicBezTo>
                <a:cubicBezTo>
                  <a:pt x="49334" y="11923"/>
                  <a:pt x="54985" y="8687"/>
                  <a:pt x="60486" y="6223"/>
                </a:cubicBezTo>
                <a:close/>
                <a:moveTo>
                  <a:pt x="92844" y="14761"/>
                </a:moveTo>
                <a:lnTo>
                  <a:pt x="92844" y="14786"/>
                </a:lnTo>
                <a:lnTo>
                  <a:pt x="92844" y="14810"/>
                </a:lnTo>
                <a:cubicBezTo>
                  <a:pt x="92670" y="14810"/>
                  <a:pt x="92545" y="14835"/>
                  <a:pt x="92396" y="14885"/>
                </a:cubicBezTo>
                <a:cubicBezTo>
                  <a:pt x="92147" y="14935"/>
                  <a:pt x="91898" y="14960"/>
                  <a:pt x="91649" y="15034"/>
                </a:cubicBezTo>
                <a:cubicBezTo>
                  <a:pt x="91276" y="15134"/>
                  <a:pt x="90903" y="15209"/>
                  <a:pt x="90529" y="15333"/>
                </a:cubicBezTo>
                <a:cubicBezTo>
                  <a:pt x="90230" y="15408"/>
                  <a:pt x="89957" y="15507"/>
                  <a:pt x="89683" y="15557"/>
                </a:cubicBezTo>
                <a:cubicBezTo>
                  <a:pt x="89334" y="15657"/>
                  <a:pt x="89036" y="15806"/>
                  <a:pt x="88687" y="15906"/>
                </a:cubicBezTo>
                <a:cubicBezTo>
                  <a:pt x="88364" y="16005"/>
                  <a:pt x="88090" y="16130"/>
                  <a:pt x="87791" y="16204"/>
                </a:cubicBezTo>
                <a:cubicBezTo>
                  <a:pt x="87722" y="16231"/>
                  <a:pt x="87656" y="16257"/>
                  <a:pt x="87591" y="16284"/>
                </a:cubicBezTo>
                <a:lnTo>
                  <a:pt x="87591" y="16284"/>
                </a:lnTo>
                <a:cubicBezTo>
                  <a:pt x="87673" y="16248"/>
                  <a:pt x="87756" y="16213"/>
                  <a:pt x="87841" y="16179"/>
                </a:cubicBezTo>
                <a:lnTo>
                  <a:pt x="88588" y="15906"/>
                </a:lnTo>
                <a:cubicBezTo>
                  <a:pt x="88961" y="15781"/>
                  <a:pt x="89334" y="15632"/>
                  <a:pt x="89733" y="15507"/>
                </a:cubicBezTo>
                <a:lnTo>
                  <a:pt x="90479" y="15308"/>
                </a:lnTo>
                <a:cubicBezTo>
                  <a:pt x="90878" y="15184"/>
                  <a:pt x="91301" y="15084"/>
                  <a:pt x="91699" y="14960"/>
                </a:cubicBezTo>
                <a:cubicBezTo>
                  <a:pt x="91948" y="14910"/>
                  <a:pt x="92222" y="14885"/>
                  <a:pt x="92471" y="14810"/>
                </a:cubicBezTo>
                <a:cubicBezTo>
                  <a:pt x="92595" y="14786"/>
                  <a:pt x="92720" y="14761"/>
                  <a:pt x="92844" y="14761"/>
                </a:cubicBezTo>
                <a:close/>
                <a:moveTo>
                  <a:pt x="77835" y="7144"/>
                </a:moveTo>
                <a:cubicBezTo>
                  <a:pt x="80100" y="9558"/>
                  <a:pt x="81967" y="12570"/>
                  <a:pt x="83336" y="15881"/>
                </a:cubicBezTo>
                <a:cubicBezTo>
                  <a:pt x="82813" y="16030"/>
                  <a:pt x="82265" y="16179"/>
                  <a:pt x="81718" y="16329"/>
                </a:cubicBezTo>
                <a:cubicBezTo>
                  <a:pt x="81718" y="16304"/>
                  <a:pt x="81693" y="16304"/>
                  <a:pt x="81693" y="16279"/>
                </a:cubicBezTo>
                <a:cubicBezTo>
                  <a:pt x="81593" y="16080"/>
                  <a:pt x="81519" y="15931"/>
                  <a:pt x="81444" y="15781"/>
                </a:cubicBezTo>
                <a:cubicBezTo>
                  <a:pt x="81394" y="15731"/>
                  <a:pt x="81394" y="15682"/>
                  <a:pt x="81369" y="15657"/>
                </a:cubicBezTo>
                <a:cubicBezTo>
                  <a:pt x="81344" y="15582"/>
                  <a:pt x="81270" y="15482"/>
                  <a:pt x="81245" y="15433"/>
                </a:cubicBezTo>
                <a:lnTo>
                  <a:pt x="80971" y="14960"/>
                </a:lnTo>
                <a:cubicBezTo>
                  <a:pt x="80946" y="14935"/>
                  <a:pt x="80896" y="14860"/>
                  <a:pt x="80871" y="14835"/>
                </a:cubicBezTo>
                <a:cubicBezTo>
                  <a:pt x="80847" y="14810"/>
                  <a:pt x="80847" y="14786"/>
                  <a:pt x="80822" y="14761"/>
                </a:cubicBezTo>
                <a:cubicBezTo>
                  <a:pt x="80747" y="14686"/>
                  <a:pt x="80722" y="14586"/>
                  <a:pt x="80647" y="14537"/>
                </a:cubicBezTo>
                <a:cubicBezTo>
                  <a:pt x="80598" y="14437"/>
                  <a:pt x="80498" y="14337"/>
                  <a:pt x="80448" y="14238"/>
                </a:cubicBezTo>
                <a:cubicBezTo>
                  <a:pt x="80448" y="14238"/>
                  <a:pt x="80448" y="14213"/>
                  <a:pt x="80398" y="14213"/>
                </a:cubicBezTo>
                <a:cubicBezTo>
                  <a:pt x="80274" y="14039"/>
                  <a:pt x="80150" y="13865"/>
                  <a:pt x="80000" y="13690"/>
                </a:cubicBezTo>
                <a:cubicBezTo>
                  <a:pt x="79950" y="13616"/>
                  <a:pt x="79901" y="13566"/>
                  <a:pt x="79851" y="13491"/>
                </a:cubicBezTo>
                <a:cubicBezTo>
                  <a:pt x="79726" y="13342"/>
                  <a:pt x="79602" y="13217"/>
                  <a:pt x="79477" y="13068"/>
                </a:cubicBezTo>
                <a:lnTo>
                  <a:pt x="79378" y="12944"/>
                </a:lnTo>
                <a:lnTo>
                  <a:pt x="79328" y="12869"/>
                </a:lnTo>
                <a:lnTo>
                  <a:pt x="79229" y="12794"/>
                </a:lnTo>
                <a:lnTo>
                  <a:pt x="79204" y="12720"/>
                </a:lnTo>
                <a:lnTo>
                  <a:pt x="79079" y="12595"/>
                </a:lnTo>
                <a:cubicBezTo>
                  <a:pt x="78905" y="12446"/>
                  <a:pt x="78756" y="12296"/>
                  <a:pt x="78581" y="12122"/>
                </a:cubicBezTo>
                <a:cubicBezTo>
                  <a:pt x="78482" y="12048"/>
                  <a:pt x="78357" y="11948"/>
                  <a:pt x="78258" y="11848"/>
                </a:cubicBezTo>
                <a:cubicBezTo>
                  <a:pt x="78059" y="11699"/>
                  <a:pt x="77884" y="11575"/>
                  <a:pt x="77685" y="11425"/>
                </a:cubicBezTo>
                <a:cubicBezTo>
                  <a:pt x="77536" y="11301"/>
                  <a:pt x="77387" y="11201"/>
                  <a:pt x="77188" y="11077"/>
                </a:cubicBezTo>
                <a:cubicBezTo>
                  <a:pt x="76988" y="10952"/>
                  <a:pt x="76789" y="10803"/>
                  <a:pt x="76565" y="10679"/>
                </a:cubicBezTo>
                <a:cubicBezTo>
                  <a:pt x="76416" y="10579"/>
                  <a:pt x="76242" y="10479"/>
                  <a:pt x="76067" y="10405"/>
                </a:cubicBezTo>
                <a:cubicBezTo>
                  <a:pt x="75943" y="10330"/>
                  <a:pt x="75794" y="10230"/>
                  <a:pt x="75669" y="10181"/>
                </a:cubicBezTo>
                <a:cubicBezTo>
                  <a:pt x="75495" y="10081"/>
                  <a:pt x="75296" y="9982"/>
                  <a:pt x="75072" y="9882"/>
                </a:cubicBezTo>
                <a:cubicBezTo>
                  <a:pt x="74947" y="9832"/>
                  <a:pt x="74823" y="9807"/>
                  <a:pt x="74698" y="9733"/>
                </a:cubicBezTo>
                <a:cubicBezTo>
                  <a:pt x="74649" y="9708"/>
                  <a:pt x="74624" y="9708"/>
                  <a:pt x="74549" y="9683"/>
                </a:cubicBezTo>
                <a:cubicBezTo>
                  <a:pt x="75246" y="8936"/>
                  <a:pt x="75968" y="8165"/>
                  <a:pt x="76715" y="7468"/>
                </a:cubicBezTo>
                <a:cubicBezTo>
                  <a:pt x="77063" y="7343"/>
                  <a:pt x="77436" y="7244"/>
                  <a:pt x="77835" y="7144"/>
                </a:cubicBezTo>
                <a:close/>
                <a:moveTo>
                  <a:pt x="58619" y="10031"/>
                </a:moveTo>
                <a:lnTo>
                  <a:pt x="58619" y="10056"/>
                </a:lnTo>
                <a:lnTo>
                  <a:pt x="58619" y="10081"/>
                </a:lnTo>
                <a:cubicBezTo>
                  <a:pt x="58469" y="10181"/>
                  <a:pt x="58370" y="10181"/>
                  <a:pt x="58320" y="10206"/>
                </a:cubicBezTo>
                <a:cubicBezTo>
                  <a:pt x="58121" y="10280"/>
                  <a:pt x="57922" y="10305"/>
                  <a:pt x="57723" y="10355"/>
                </a:cubicBezTo>
                <a:lnTo>
                  <a:pt x="56603" y="10728"/>
                </a:lnTo>
                <a:cubicBezTo>
                  <a:pt x="56379" y="10803"/>
                  <a:pt x="56204" y="10853"/>
                  <a:pt x="55980" y="10927"/>
                </a:cubicBezTo>
                <a:cubicBezTo>
                  <a:pt x="55607" y="11052"/>
                  <a:pt x="55209" y="11201"/>
                  <a:pt x="54810" y="11351"/>
                </a:cubicBezTo>
                <a:cubicBezTo>
                  <a:pt x="54611" y="11425"/>
                  <a:pt x="54387" y="11525"/>
                  <a:pt x="54213" y="11575"/>
                </a:cubicBezTo>
                <a:cubicBezTo>
                  <a:pt x="53815" y="11724"/>
                  <a:pt x="53392" y="11898"/>
                  <a:pt x="53018" y="12072"/>
                </a:cubicBezTo>
                <a:cubicBezTo>
                  <a:pt x="52844" y="12172"/>
                  <a:pt x="52620" y="12222"/>
                  <a:pt x="52446" y="12321"/>
                </a:cubicBezTo>
                <a:cubicBezTo>
                  <a:pt x="52023" y="12471"/>
                  <a:pt x="51649" y="12670"/>
                  <a:pt x="51251" y="12844"/>
                </a:cubicBezTo>
                <a:cubicBezTo>
                  <a:pt x="51027" y="12944"/>
                  <a:pt x="50853" y="13043"/>
                  <a:pt x="50629" y="13143"/>
                </a:cubicBezTo>
                <a:cubicBezTo>
                  <a:pt x="50255" y="13317"/>
                  <a:pt x="49857" y="13516"/>
                  <a:pt x="49484" y="13690"/>
                </a:cubicBezTo>
                <a:cubicBezTo>
                  <a:pt x="49260" y="13790"/>
                  <a:pt x="49036" y="13914"/>
                  <a:pt x="48837" y="14014"/>
                </a:cubicBezTo>
                <a:cubicBezTo>
                  <a:pt x="48463" y="14188"/>
                  <a:pt x="48040" y="14412"/>
                  <a:pt x="47667" y="14636"/>
                </a:cubicBezTo>
                <a:cubicBezTo>
                  <a:pt x="47468" y="14761"/>
                  <a:pt x="47244" y="14835"/>
                  <a:pt x="47019" y="14960"/>
                </a:cubicBezTo>
                <a:cubicBezTo>
                  <a:pt x="46771" y="15084"/>
                  <a:pt x="46522" y="15258"/>
                  <a:pt x="46273" y="15408"/>
                </a:cubicBezTo>
                <a:cubicBezTo>
                  <a:pt x="46099" y="15507"/>
                  <a:pt x="45924" y="15582"/>
                  <a:pt x="45750" y="15706"/>
                </a:cubicBezTo>
                <a:cubicBezTo>
                  <a:pt x="45551" y="15831"/>
                  <a:pt x="45377" y="15931"/>
                  <a:pt x="45178" y="16030"/>
                </a:cubicBezTo>
                <a:cubicBezTo>
                  <a:pt x="45028" y="16130"/>
                  <a:pt x="44904" y="16204"/>
                  <a:pt x="44754" y="16279"/>
                </a:cubicBezTo>
                <a:cubicBezTo>
                  <a:pt x="44680" y="16304"/>
                  <a:pt x="44630" y="16329"/>
                  <a:pt x="44555" y="16403"/>
                </a:cubicBezTo>
                <a:lnTo>
                  <a:pt x="44530" y="16379"/>
                </a:lnTo>
                <a:cubicBezTo>
                  <a:pt x="44530" y="16379"/>
                  <a:pt x="44505" y="16379"/>
                  <a:pt x="44505" y="16329"/>
                </a:cubicBezTo>
                <a:cubicBezTo>
                  <a:pt x="44555" y="16304"/>
                  <a:pt x="44605" y="16279"/>
                  <a:pt x="44655" y="16254"/>
                </a:cubicBezTo>
                <a:cubicBezTo>
                  <a:pt x="44779" y="16155"/>
                  <a:pt x="44929" y="16080"/>
                  <a:pt x="45053" y="16005"/>
                </a:cubicBezTo>
                <a:cubicBezTo>
                  <a:pt x="45277" y="15881"/>
                  <a:pt x="45476" y="15756"/>
                  <a:pt x="45675" y="15632"/>
                </a:cubicBezTo>
                <a:cubicBezTo>
                  <a:pt x="45850" y="15532"/>
                  <a:pt x="45999" y="15433"/>
                  <a:pt x="46173" y="15333"/>
                </a:cubicBezTo>
                <a:lnTo>
                  <a:pt x="46223" y="15333"/>
                </a:lnTo>
                <a:cubicBezTo>
                  <a:pt x="50454" y="12944"/>
                  <a:pt x="54636" y="11151"/>
                  <a:pt x="58619" y="10031"/>
                </a:cubicBezTo>
                <a:close/>
                <a:moveTo>
                  <a:pt x="43510" y="16030"/>
                </a:moveTo>
                <a:cubicBezTo>
                  <a:pt x="43734" y="16130"/>
                  <a:pt x="43908" y="16254"/>
                  <a:pt x="44107" y="16403"/>
                </a:cubicBezTo>
                <a:cubicBezTo>
                  <a:pt x="44057" y="16403"/>
                  <a:pt x="44057" y="16428"/>
                  <a:pt x="44033" y="16428"/>
                </a:cubicBezTo>
                <a:cubicBezTo>
                  <a:pt x="43933" y="16379"/>
                  <a:pt x="43883" y="16329"/>
                  <a:pt x="43809" y="16279"/>
                </a:cubicBezTo>
                <a:lnTo>
                  <a:pt x="43784" y="16279"/>
                </a:lnTo>
                <a:cubicBezTo>
                  <a:pt x="43659" y="16204"/>
                  <a:pt x="43560" y="16155"/>
                  <a:pt x="43435" y="16055"/>
                </a:cubicBezTo>
                <a:cubicBezTo>
                  <a:pt x="43485" y="16055"/>
                  <a:pt x="43485" y="16030"/>
                  <a:pt x="43510" y="16030"/>
                </a:cubicBezTo>
                <a:close/>
                <a:moveTo>
                  <a:pt x="44281" y="16503"/>
                </a:moveTo>
                <a:cubicBezTo>
                  <a:pt x="44306" y="16503"/>
                  <a:pt x="44306" y="16503"/>
                  <a:pt x="44356" y="16528"/>
                </a:cubicBezTo>
                <a:cubicBezTo>
                  <a:pt x="44306" y="16528"/>
                  <a:pt x="44306" y="16553"/>
                  <a:pt x="44281" y="16553"/>
                </a:cubicBezTo>
                <a:lnTo>
                  <a:pt x="44257" y="16553"/>
                </a:lnTo>
                <a:cubicBezTo>
                  <a:pt x="44257" y="16553"/>
                  <a:pt x="44232" y="16553"/>
                  <a:pt x="44232" y="16528"/>
                </a:cubicBezTo>
                <a:cubicBezTo>
                  <a:pt x="44257" y="16528"/>
                  <a:pt x="44257" y="16503"/>
                  <a:pt x="44281" y="16503"/>
                </a:cubicBezTo>
                <a:close/>
                <a:moveTo>
                  <a:pt x="83385" y="16030"/>
                </a:moveTo>
                <a:cubicBezTo>
                  <a:pt x="83385" y="16055"/>
                  <a:pt x="83435" y="16080"/>
                  <a:pt x="83435" y="16105"/>
                </a:cubicBezTo>
                <a:lnTo>
                  <a:pt x="81842" y="16578"/>
                </a:lnTo>
                <a:cubicBezTo>
                  <a:pt x="81842" y="16553"/>
                  <a:pt x="81817" y="16553"/>
                  <a:pt x="81817" y="16553"/>
                </a:cubicBezTo>
                <a:cubicBezTo>
                  <a:pt x="81842" y="16528"/>
                  <a:pt x="81817" y="16503"/>
                  <a:pt x="81817" y="16503"/>
                </a:cubicBezTo>
                <a:lnTo>
                  <a:pt x="83385" y="16030"/>
                </a:lnTo>
                <a:close/>
                <a:moveTo>
                  <a:pt x="92659" y="14538"/>
                </a:moveTo>
                <a:lnTo>
                  <a:pt x="92659" y="14538"/>
                </a:lnTo>
                <a:cubicBezTo>
                  <a:pt x="92628" y="14542"/>
                  <a:pt x="92567" y="14562"/>
                  <a:pt x="92545" y="14562"/>
                </a:cubicBezTo>
                <a:lnTo>
                  <a:pt x="91599" y="14761"/>
                </a:lnTo>
                <a:cubicBezTo>
                  <a:pt x="91276" y="14835"/>
                  <a:pt x="90903" y="14935"/>
                  <a:pt x="90554" y="15034"/>
                </a:cubicBezTo>
                <a:cubicBezTo>
                  <a:pt x="90280" y="15134"/>
                  <a:pt x="89957" y="15184"/>
                  <a:pt x="89683" y="15283"/>
                </a:cubicBezTo>
                <a:lnTo>
                  <a:pt x="88662" y="15657"/>
                </a:lnTo>
                <a:cubicBezTo>
                  <a:pt x="88364" y="15756"/>
                  <a:pt x="88090" y="15831"/>
                  <a:pt x="87816" y="15955"/>
                </a:cubicBezTo>
                <a:cubicBezTo>
                  <a:pt x="87468" y="16080"/>
                  <a:pt x="87169" y="16254"/>
                  <a:pt x="86845" y="16403"/>
                </a:cubicBezTo>
                <a:cubicBezTo>
                  <a:pt x="86571" y="16528"/>
                  <a:pt x="86248" y="16652"/>
                  <a:pt x="85974" y="16777"/>
                </a:cubicBezTo>
                <a:cubicBezTo>
                  <a:pt x="85675" y="16926"/>
                  <a:pt x="85377" y="17075"/>
                  <a:pt x="85078" y="17250"/>
                </a:cubicBezTo>
                <a:cubicBezTo>
                  <a:pt x="84879" y="17324"/>
                  <a:pt x="84680" y="17449"/>
                  <a:pt x="84481" y="17548"/>
                </a:cubicBezTo>
                <a:lnTo>
                  <a:pt x="83933" y="16155"/>
                </a:lnTo>
                <a:cubicBezTo>
                  <a:pt x="86966" y="15309"/>
                  <a:pt x="89899" y="14787"/>
                  <a:pt x="92659" y="14538"/>
                </a:cubicBezTo>
                <a:close/>
                <a:moveTo>
                  <a:pt x="83734" y="16179"/>
                </a:moveTo>
                <a:cubicBezTo>
                  <a:pt x="83958" y="16677"/>
                  <a:pt x="84132" y="17175"/>
                  <a:pt x="84306" y="17648"/>
                </a:cubicBezTo>
                <a:cubicBezTo>
                  <a:pt x="84257" y="17648"/>
                  <a:pt x="84257" y="17673"/>
                  <a:pt x="84232" y="17673"/>
                </a:cubicBezTo>
                <a:cubicBezTo>
                  <a:pt x="84057" y="17175"/>
                  <a:pt x="83858" y="16677"/>
                  <a:pt x="83684" y="16204"/>
                </a:cubicBezTo>
                <a:cubicBezTo>
                  <a:pt x="83709" y="16204"/>
                  <a:pt x="83709" y="16204"/>
                  <a:pt x="83734" y="16179"/>
                </a:cubicBezTo>
                <a:close/>
                <a:moveTo>
                  <a:pt x="111549" y="16427"/>
                </a:moveTo>
                <a:cubicBezTo>
                  <a:pt x="111605" y="16527"/>
                  <a:pt x="111662" y="16627"/>
                  <a:pt x="111711" y="16727"/>
                </a:cubicBezTo>
                <a:cubicBezTo>
                  <a:pt x="111836" y="17026"/>
                  <a:pt x="111960" y="17324"/>
                  <a:pt x="112060" y="17648"/>
                </a:cubicBezTo>
                <a:cubicBezTo>
                  <a:pt x="112075" y="17699"/>
                  <a:pt x="112092" y="17750"/>
                  <a:pt x="112111" y="17802"/>
                </a:cubicBezTo>
                <a:lnTo>
                  <a:pt x="112111" y="17802"/>
                </a:lnTo>
                <a:cubicBezTo>
                  <a:pt x="112061" y="17678"/>
                  <a:pt x="112008" y="17554"/>
                  <a:pt x="111960" y="17424"/>
                </a:cubicBezTo>
                <a:cubicBezTo>
                  <a:pt x="111836" y="17150"/>
                  <a:pt x="111736" y="16827"/>
                  <a:pt x="111612" y="16553"/>
                </a:cubicBezTo>
                <a:cubicBezTo>
                  <a:pt x="111591" y="16511"/>
                  <a:pt x="111570" y="16469"/>
                  <a:pt x="111549" y="16427"/>
                </a:cubicBezTo>
                <a:close/>
                <a:moveTo>
                  <a:pt x="109646" y="17573"/>
                </a:moveTo>
                <a:cubicBezTo>
                  <a:pt x="109769" y="17644"/>
                  <a:pt x="109892" y="17727"/>
                  <a:pt x="110006" y="17813"/>
                </a:cubicBezTo>
                <a:lnTo>
                  <a:pt x="110006" y="17813"/>
                </a:lnTo>
                <a:cubicBezTo>
                  <a:pt x="109889" y="17731"/>
                  <a:pt x="109769" y="17650"/>
                  <a:pt x="109646" y="17573"/>
                </a:cubicBezTo>
                <a:close/>
                <a:moveTo>
                  <a:pt x="87278" y="16426"/>
                </a:moveTo>
                <a:cubicBezTo>
                  <a:pt x="87156" y="16486"/>
                  <a:pt x="87038" y="16552"/>
                  <a:pt x="86920" y="16627"/>
                </a:cubicBezTo>
                <a:cubicBezTo>
                  <a:pt x="86596" y="16777"/>
                  <a:pt x="86298" y="16901"/>
                  <a:pt x="85974" y="17051"/>
                </a:cubicBezTo>
                <a:cubicBezTo>
                  <a:pt x="85700" y="17175"/>
                  <a:pt x="85451" y="17324"/>
                  <a:pt x="85178" y="17499"/>
                </a:cubicBezTo>
                <a:cubicBezTo>
                  <a:pt x="84954" y="17623"/>
                  <a:pt x="84730" y="17698"/>
                  <a:pt x="84555" y="17822"/>
                </a:cubicBezTo>
                <a:lnTo>
                  <a:pt x="84555" y="17797"/>
                </a:lnTo>
                <a:lnTo>
                  <a:pt x="84555" y="17772"/>
                </a:lnTo>
                <a:cubicBezTo>
                  <a:pt x="84730" y="17673"/>
                  <a:pt x="84879" y="17573"/>
                  <a:pt x="85078" y="17499"/>
                </a:cubicBezTo>
                <a:cubicBezTo>
                  <a:pt x="85377" y="17324"/>
                  <a:pt x="85700" y="17150"/>
                  <a:pt x="85999" y="17001"/>
                </a:cubicBezTo>
                <a:cubicBezTo>
                  <a:pt x="86248" y="16876"/>
                  <a:pt x="86547" y="16752"/>
                  <a:pt x="86795" y="16652"/>
                </a:cubicBezTo>
                <a:cubicBezTo>
                  <a:pt x="86951" y="16581"/>
                  <a:pt x="87112" y="16503"/>
                  <a:pt x="87278" y="16426"/>
                </a:cubicBezTo>
                <a:close/>
                <a:moveTo>
                  <a:pt x="84356" y="17872"/>
                </a:moveTo>
                <a:lnTo>
                  <a:pt x="84356" y="17897"/>
                </a:lnTo>
                <a:lnTo>
                  <a:pt x="84356" y="17922"/>
                </a:lnTo>
                <a:cubicBezTo>
                  <a:pt x="84331" y="17922"/>
                  <a:pt x="84331" y="17947"/>
                  <a:pt x="84306" y="17947"/>
                </a:cubicBezTo>
                <a:lnTo>
                  <a:pt x="84306" y="17922"/>
                </a:lnTo>
                <a:lnTo>
                  <a:pt x="84306" y="17897"/>
                </a:lnTo>
                <a:cubicBezTo>
                  <a:pt x="84331" y="17872"/>
                  <a:pt x="84331" y="17872"/>
                  <a:pt x="84356" y="17872"/>
                </a:cubicBezTo>
                <a:close/>
                <a:moveTo>
                  <a:pt x="40772" y="15209"/>
                </a:moveTo>
                <a:cubicBezTo>
                  <a:pt x="40946" y="15209"/>
                  <a:pt x="41170" y="15258"/>
                  <a:pt x="41394" y="15308"/>
                </a:cubicBezTo>
                <a:lnTo>
                  <a:pt x="41419" y="15308"/>
                </a:lnTo>
                <a:cubicBezTo>
                  <a:pt x="41643" y="15383"/>
                  <a:pt x="41892" y="15433"/>
                  <a:pt x="42141" y="15557"/>
                </a:cubicBezTo>
                <a:cubicBezTo>
                  <a:pt x="42390" y="15657"/>
                  <a:pt x="42639" y="15781"/>
                  <a:pt x="42888" y="15931"/>
                </a:cubicBezTo>
                <a:cubicBezTo>
                  <a:pt x="41743" y="16727"/>
                  <a:pt x="40622" y="17573"/>
                  <a:pt x="39527" y="18445"/>
                </a:cubicBezTo>
                <a:cubicBezTo>
                  <a:pt x="39502" y="18370"/>
                  <a:pt x="39502" y="18270"/>
                  <a:pt x="39502" y="18171"/>
                </a:cubicBezTo>
                <a:cubicBezTo>
                  <a:pt x="39502" y="18071"/>
                  <a:pt x="39453" y="17972"/>
                  <a:pt x="39453" y="17897"/>
                </a:cubicBezTo>
                <a:cubicBezTo>
                  <a:pt x="39453" y="17797"/>
                  <a:pt x="39428" y="17698"/>
                  <a:pt x="39428" y="17598"/>
                </a:cubicBezTo>
                <a:lnTo>
                  <a:pt x="39428" y="17399"/>
                </a:lnTo>
                <a:lnTo>
                  <a:pt x="39428" y="17100"/>
                </a:lnTo>
                <a:lnTo>
                  <a:pt x="39428" y="16926"/>
                </a:lnTo>
                <a:cubicBezTo>
                  <a:pt x="39428" y="16827"/>
                  <a:pt x="39428" y="16777"/>
                  <a:pt x="39453" y="16677"/>
                </a:cubicBezTo>
                <a:cubicBezTo>
                  <a:pt x="39453" y="16603"/>
                  <a:pt x="39502" y="16553"/>
                  <a:pt x="39502" y="16478"/>
                </a:cubicBezTo>
                <a:cubicBezTo>
                  <a:pt x="39453" y="16428"/>
                  <a:pt x="39502" y="16329"/>
                  <a:pt x="39502" y="16279"/>
                </a:cubicBezTo>
                <a:cubicBezTo>
                  <a:pt x="39527" y="16204"/>
                  <a:pt x="39527" y="16155"/>
                  <a:pt x="39552" y="16080"/>
                </a:cubicBezTo>
                <a:cubicBezTo>
                  <a:pt x="39577" y="16030"/>
                  <a:pt x="39577" y="16005"/>
                  <a:pt x="39602" y="15931"/>
                </a:cubicBezTo>
                <a:cubicBezTo>
                  <a:pt x="39652" y="15831"/>
                  <a:pt x="39701" y="15756"/>
                  <a:pt x="39776" y="15657"/>
                </a:cubicBezTo>
                <a:lnTo>
                  <a:pt x="39901" y="15532"/>
                </a:lnTo>
                <a:cubicBezTo>
                  <a:pt x="40000" y="15458"/>
                  <a:pt x="40075" y="15408"/>
                  <a:pt x="40150" y="15333"/>
                </a:cubicBezTo>
                <a:cubicBezTo>
                  <a:pt x="40324" y="15258"/>
                  <a:pt x="40523" y="15209"/>
                  <a:pt x="40772" y="15209"/>
                </a:cubicBezTo>
                <a:close/>
                <a:moveTo>
                  <a:pt x="39428" y="15906"/>
                </a:moveTo>
                <a:cubicBezTo>
                  <a:pt x="39403" y="15931"/>
                  <a:pt x="39403" y="16005"/>
                  <a:pt x="39403" y="16030"/>
                </a:cubicBezTo>
                <a:cubicBezTo>
                  <a:pt x="39378" y="16080"/>
                  <a:pt x="39328" y="16155"/>
                  <a:pt x="39328" y="16204"/>
                </a:cubicBezTo>
                <a:cubicBezTo>
                  <a:pt x="39303" y="16279"/>
                  <a:pt x="39303" y="16379"/>
                  <a:pt x="39303" y="16428"/>
                </a:cubicBezTo>
                <a:cubicBezTo>
                  <a:pt x="39303" y="16503"/>
                  <a:pt x="39278" y="16553"/>
                  <a:pt x="39278" y="16627"/>
                </a:cubicBezTo>
                <a:cubicBezTo>
                  <a:pt x="39278" y="16702"/>
                  <a:pt x="39278" y="16802"/>
                  <a:pt x="39253" y="16876"/>
                </a:cubicBezTo>
                <a:lnTo>
                  <a:pt x="39253" y="17075"/>
                </a:lnTo>
                <a:lnTo>
                  <a:pt x="39253" y="17374"/>
                </a:lnTo>
                <a:lnTo>
                  <a:pt x="39253" y="17623"/>
                </a:lnTo>
                <a:cubicBezTo>
                  <a:pt x="39253" y="17698"/>
                  <a:pt x="39278" y="17822"/>
                  <a:pt x="39278" y="17922"/>
                </a:cubicBezTo>
                <a:cubicBezTo>
                  <a:pt x="39278" y="18021"/>
                  <a:pt x="39303" y="18121"/>
                  <a:pt x="39303" y="18196"/>
                </a:cubicBezTo>
                <a:cubicBezTo>
                  <a:pt x="39303" y="18295"/>
                  <a:pt x="39328" y="18420"/>
                  <a:pt x="39378" y="18544"/>
                </a:cubicBezTo>
                <a:lnTo>
                  <a:pt x="39378" y="18569"/>
                </a:lnTo>
                <a:cubicBezTo>
                  <a:pt x="39328" y="18569"/>
                  <a:pt x="39328" y="18594"/>
                  <a:pt x="39303" y="18594"/>
                </a:cubicBezTo>
                <a:lnTo>
                  <a:pt x="39303" y="18519"/>
                </a:lnTo>
                <a:cubicBezTo>
                  <a:pt x="39278" y="18420"/>
                  <a:pt x="39278" y="18295"/>
                  <a:pt x="39253" y="18196"/>
                </a:cubicBezTo>
                <a:cubicBezTo>
                  <a:pt x="39253" y="18121"/>
                  <a:pt x="39204" y="18021"/>
                  <a:pt x="39204" y="17922"/>
                </a:cubicBezTo>
                <a:cubicBezTo>
                  <a:pt x="39204" y="17822"/>
                  <a:pt x="39179" y="17698"/>
                  <a:pt x="39179" y="17598"/>
                </a:cubicBezTo>
                <a:lnTo>
                  <a:pt x="39179" y="17399"/>
                </a:lnTo>
                <a:lnTo>
                  <a:pt x="39179" y="17075"/>
                </a:lnTo>
                <a:lnTo>
                  <a:pt x="39179" y="16851"/>
                </a:lnTo>
                <a:cubicBezTo>
                  <a:pt x="39179" y="16777"/>
                  <a:pt x="39179" y="16677"/>
                  <a:pt x="39204" y="16578"/>
                </a:cubicBezTo>
                <a:cubicBezTo>
                  <a:pt x="39204" y="16528"/>
                  <a:pt x="39253" y="16453"/>
                  <a:pt x="39253" y="16403"/>
                </a:cubicBezTo>
                <a:cubicBezTo>
                  <a:pt x="39253" y="16329"/>
                  <a:pt x="39278" y="16229"/>
                  <a:pt x="39278" y="16179"/>
                </a:cubicBezTo>
                <a:cubicBezTo>
                  <a:pt x="39278" y="16130"/>
                  <a:pt x="39303" y="16055"/>
                  <a:pt x="39328" y="16005"/>
                </a:cubicBezTo>
                <a:lnTo>
                  <a:pt x="39428" y="15906"/>
                </a:lnTo>
                <a:close/>
                <a:moveTo>
                  <a:pt x="43062" y="16030"/>
                </a:moveTo>
                <a:cubicBezTo>
                  <a:pt x="43112" y="16030"/>
                  <a:pt x="43112" y="16055"/>
                  <a:pt x="43136" y="16055"/>
                </a:cubicBezTo>
                <a:cubicBezTo>
                  <a:pt x="41917" y="16926"/>
                  <a:pt x="40747" y="17797"/>
                  <a:pt x="39577" y="18693"/>
                </a:cubicBezTo>
                <a:lnTo>
                  <a:pt x="39577" y="18644"/>
                </a:lnTo>
                <a:cubicBezTo>
                  <a:pt x="40697" y="17772"/>
                  <a:pt x="41892" y="16901"/>
                  <a:pt x="43062" y="16030"/>
                </a:cubicBezTo>
                <a:close/>
                <a:moveTo>
                  <a:pt x="83585" y="16279"/>
                </a:moveTo>
                <a:cubicBezTo>
                  <a:pt x="83709" y="16777"/>
                  <a:pt x="83883" y="17275"/>
                  <a:pt x="84082" y="17797"/>
                </a:cubicBezTo>
                <a:cubicBezTo>
                  <a:pt x="83833" y="17947"/>
                  <a:pt x="83609" y="18121"/>
                  <a:pt x="83361" y="18270"/>
                </a:cubicBezTo>
                <a:cubicBezTo>
                  <a:pt x="83112" y="18420"/>
                  <a:pt x="82863" y="18569"/>
                  <a:pt x="82639" y="18743"/>
                </a:cubicBezTo>
                <a:cubicBezTo>
                  <a:pt x="82614" y="18644"/>
                  <a:pt x="82589" y="18569"/>
                  <a:pt x="82589" y="18494"/>
                </a:cubicBezTo>
                <a:cubicBezTo>
                  <a:pt x="82514" y="18295"/>
                  <a:pt x="82464" y="18121"/>
                  <a:pt x="82440" y="17947"/>
                </a:cubicBezTo>
                <a:lnTo>
                  <a:pt x="82440" y="17922"/>
                </a:lnTo>
                <a:cubicBezTo>
                  <a:pt x="82440" y="17897"/>
                  <a:pt x="82390" y="17822"/>
                  <a:pt x="82390" y="17797"/>
                </a:cubicBezTo>
                <a:cubicBezTo>
                  <a:pt x="82365" y="17698"/>
                  <a:pt x="82340" y="17648"/>
                  <a:pt x="82290" y="17548"/>
                </a:cubicBezTo>
                <a:lnTo>
                  <a:pt x="82116" y="17075"/>
                </a:lnTo>
                <a:cubicBezTo>
                  <a:pt x="82091" y="16951"/>
                  <a:pt x="82016" y="16876"/>
                  <a:pt x="81991" y="16752"/>
                </a:cubicBezTo>
                <a:lnTo>
                  <a:pt x="83585" y="16279"/>
                </a:lnTo>
                <a:close/>
                <a:moveTo>
                  <a:pt x="79229" y="13342"/>
                </a:moveTo>
                <a:cubicBezTo>
                  <a:pt x="79253" y="13417"/>
                  <a:pt x="79303" y="13441"/>
                  <a:pt x="79353" y="13516"/>
                </a:cubicBezTo>
                <a:cubicBezTo>
                  <a:pt x="79602" y="13790"/>
                  <a:pt x="79851" y="14089"/>
                  <a:pt x="80100" y="14412"/>
                </a:cubicBezTo>
                <a:cubicBezTo>
                  <a:pt x="80150" y="14462"/>
                  <a:pt x="80174" y="14537"/>
                  <a:pt x="80249" y="14636"/>
                </a:cubicBezTo>
                <a:cubicBezTo>
                  <a:pt x="80523" y="15010"/>
                  <a:pt x="80772" y="15408"/>
                  <a:pt x="80996" y="15806"/>
                </a:cubicBezTo>
                <a:cubicBezTo>
                  <a:pt x="81046" y="15906"/>
                  <a:pt x="81095" y="16005"/>
                  <a:pt x="81145" y="16130"/>
                </a:cubicBezTo>
                <a:cubicBezTo>
                  <a:pt x="81220" y="16254"/>
                  <a:pt x="81245" y="16329"/>
                  <a:pt x="81295" y="16453"/>
                </a:cubicBezTo>
                <a:cubicBezTo>
                  <a:pt x="79229" y="17125"/>
                  <a:pt x="77138" y="17897"/>
                  <a:pt x="75022" y="18768"/>
                </a:cubicBezTo>
                <a:cubicBezTo>
                  <a:pt x="75221" y="18420"/>
                  <a:pt x="75420" y="18071"/>
                  <a:pt x="75644" y="17748"/>
                </a:cubicBezTo>
                <a:cubicBezTo>
                  <a:pt x="75719" y="17648"/>
                  <a:pt x="75744" y="17573"/>
                  <a:pt x="75794" y="17499"/>
                </a:cubicBezTo>
                <a:cubicBezTo>
                  <a:pt x="76092" y="17051"/>
                  <a:pt x="76391" y="16627"/>
                  <a:pt x="76715" y="16204"/>
                </a:cubicBezTo>
                <a:cubicBezTo>
                  <a:pt x="76764" y="16130"/>
                  <a:pt x="76814" y="16055"/>
                  <a:pt x="76889" y="15955"/>
                </a:cubicBezTo>
                <a:cubicBezTo>
                  <a:pt x="77212" y="15532"/>
                  <a:pt x="77536" y="15134"/>
                  <a:pt x="77909" y="14711"/>
                </a:cubicBezTo>
                <a:lnTo>
                  <a:pt x="78034" y="14586"/>
                </a:lnTo>
                <a:cubicBezTo>
                  <a:pt x="78382" y="14213"/>
                  <a:pt x="78756" y="13815"/>
                  <a:pt x="79104" y="13466"/>
                </a:cubicBezTo>
                <a:lnTo>
                  <a:pt x="79229" y="13342"/>
                </a:lnTo>
                <a:close/>
                <a:moveTo>
                  <a:pt x="39403" y="18818"/>
                </a:moveTo>
                <a:lnTo>
                  <a:pt x="39403" y="18893"/>
                </a:lnTo>
                <a:cubicBezTo>
                  <a:pt x="39403" y="18893"/>
                  <a:pt x="39378" y="18893"/>
                  <a:pt x="39328" y="18917"/>
                </a:cubicBezTo>
                <a:lnTo>
                  <a:pt x="39328" y="18843"/>
                </a:lnTo>
                <a:cubicBezTo>
                  <a:pt x="39378" y="18843"/>
                  <a:pt x="39378" y="18818"/>
                  <a:pt x="39403" y="18818"/>
                </a:cubicBezTo>
                <a:close/>
                <a:moveTo>
                  <a:pt x="84132" y="17972"/>
                </a:moveTo>
                <a:lnTo>
                  <a:pt x="84132" y="18021"/>
                </a:lnTo>
                <a:lnTo>
                  <a:pt x="84132" y="18046"/>
                </a:lnTo>
                <a:cubicBezTo>
                  <a:pt x="83933" y="18171"/>
                  <a:pt x="83684" y="18320"/>
                  <a:pt x="83460" y="18494"/>
                </a:cubicBezTo>
                <a:cubicBezTo>
                  <a:pt x="83211" y="18644"/>
                  <a:pt x="82962" y="18793"/>
                  <a:pt x="82713" y="18992"/>
                </a:cubicBezTo>
                <a:lnTo>
                  <a:pt x="82688" y="18917"/>
                </a:lnTo>
                <a:cubicBezTo>
                  <a:pt x="82888" y="18768"/>
                  <a:pt x="83136" y="18594"/>
                  <a:pt x="83361" y="18469"/>
                </a:cubicBezTo>
                <a:cubicBezTo>
                  <a:pt x="83609" y="18320"/>
                  <a:pt x="83858" y="18146"/>
                  <a:pt x="84132" y="17972"/>
                </a:cubicBezTo>
                <a:close/>
                <a:moveTo>
                  <a:pt x="81369" y="16627"/>
                </a:moveTo>
                <a:cubicBezTo>
                  <a:pt x="81369" y="16652"/>
                  <a:pt x="81394" y="16677"/>
                  <a:pt x="81394" y="16702"/>
                </a:cubicBezTo>
                <a:cubicBezTo>
                  <a:pt x="79253" y="17399"/>
                  <a:pt x="77013" y="18196"/>
                  <a:pt x="74773" y="19166"/>
                </a:cubicBezTo>
                <a:cubicBezTo>
                  <a:pt x="74798" y="19117"/>
                  <a:pt x="74848" y="19067"/>
                  <a:pt x="74848" y="19042"/>
                </a:cubicBezTo>
                <a:cubicBezTo>
                  <a:pt x="77038" y="18121"/>
                  <a:pt x="79229" y="17300"/>
                  <a:pt x="81369" y="16627"/>
                </a:cubicBezTo>
                <a:close/>
                <a:moveTo>
                  <a:pt x="43286" y="16155"/>
                </a:moveTo>
                <a:lnTo>
                  <a:pt x="43858" y="16528"/>
                </a:lnTo>
                <a:cubicBezTo>
                  <a:pt x="43784" y="16578"/>
                  <a:pt x="43734" y="16652"/>
                  <a:pt x="43634" y="16677"/>
                </a:cubicBezTo>
                <a:cubicBezTo>
                  <a:pt x="43136" y="17001"/>
                  <a:pt x="42664" y="17300"/>
                  <a:pt x="42166" y="17623"/>
                </a:cubicBezTo>
                <a:cubicBezTo>
                  <a:pt x="41991" y="17748"/>
                  <a:pt x="41792" y="17872"/>
                  <a:pt x="41568" y="17996"/>
                </a:cubicBezTo>
                <a:lnTo>
                  <a:pt x="40747" y="18544"/>
                </a:lnTo>
                <a:cubicBezTo>
                  <a:pt x="40523" y="18693"/>
                  <a:pt x="40324" y="18818"/>
                  <a:pt x="40125" y="18942"/>
                </a:cubicBezTo>
                <a:cubicBezTo>
                  <a:pt x="39950" y="19042"/>
                  <a:pt x="39801" y="19166"/>
                  <a:pt x="39652" y="19266"/>
                </a:cubicBezTo>
                <a:cubicBezTo>
                  <a:pt x="39652" y="19191"/>
                  <a:pt x="39627" y="19141"/>
                  <a:pt x="39627" y="19067"/>
                </a:cubicBezTo>
                <a:cubicBezTo>
                  <a:pt x="39627" y="19017"/>
                  <a:pt x="39577" y="18942"/>
                  <a:pt x="39577" y="18917"/>
                </a:cubicBezTo>
                <a:cubicBezTo>
                  <a:pt x="40797" y="17996"/>
                  <a:pt x="42016" y="17051"/>
                  <a:pt x="43286" y="16155"/>
                </a:cubicBezTo>
                <a:close/>
                <a:moveTo>
                  <a:pt x="39428" y="19117"/>
                </a:moveTo>
                <a:cubicBezTo>
                  <a:pt x="39428" y="19166"/>
                  <a:pt x="39453" y="19191"/>
                  <a:pt x="39453" y="19266"/>
                </a:cubicBezTo>
                <a:cubicBezTo>
                  <a:pt x="39453" y="19316"/>
                  <a:pt x="39502" y="19390"/>
                  <a:pt x="39502" y="19440"/>
                </a:cubicBezTo>
                <a:lnTo>
                  <a:pt x="39453" y="19440"/>
                </a:lnTo>
                <a:cubicBezTo>
                  <a:pt x="39428" y="19365"/>
                  <a:pt x="39428" y="19266"/>
                  <a:pt x="39403" y="19191"/>
                </a:cubicBezTo>
                <a:cubicBezTo>
                  <a:pt x="39403" y="19166"/>
                  <a:pt x="39403" y="19166"/>
                  <a:pt x="39378" y="19141"/>
                </a:cubicBezTo>
                <a:cubicBezTo>
                  <a:pt x="39403" y="19141"/>
                  <a:pt x="39403" y="19117"/>
                  <a:pt x="39428" y="19117"/>
                </a:cubicBezTo>
                <a:close/>
                <a:moveTo>
                  <a:pt x="101456" y="7094"/>
                </a:moveTo>
                <a:lnTo>
                  <a:pt x="101456" y="7094"/>
                </a:lnTo>
                <a:cubicBezTo>
                  <a:pt x="101631" y="7144"/>
                  <a:pt x="101805" y="7219"/>
                  <a:pt x="101954" y="7268"/>
                </a:cubicBezTo>
                <a:cubicBezTo>
                  <a:pt x="102303" y="7443"/>
                  <a:pt x="102651" y="7617"/>
                  <a:pt x="103000" y="7766"/>
                </a:cubicBezTo>
                <a:cubicBezTo>
                  <a:pt x="103149" y="7866"/>
                  <a:pt x="103323" y="7941"/>
                  <a:pt x="103497" y="8015"/>
                </a:cubicBezTo>
                <a:cubicBezTo>
                  <a:pt x="103846" y="8214"/>
                  <a:pt x="104145" y="8389"/>
                  <a:pt x="104468" y="8588"/>
                </a:cubicBezTo>
                <a:cubicBezTo>
                  <a:pt x="104618" y="8687"/>
                  <a:pt x="104767" y="8762"/>
                  <a:pt x="104916" y="8886"/>
                </a:cubicBezTo>
                <a:cubicBezTo>
                  <a:pt x="105240" y="9085"/>
                  <a:pt x="105514" y="9310"/>
                  <a:pt x="105787" y="9509"/>
                </a:cubicBezTo>
                <a:cubicBezTo>
                  <a:pt x="105912" y="9708"/>
                  <a:pt x="106111" y="9832"/>
                  <a:pt x="106235" y="9957"/>
                </a:cubicBezTo>
                <a:cubicBezTo>
                  <a:pt x="106509" y="10181"/>
                  <a:pt x="106758" y="10405"/>
                  <a:pt x="107007" y="10654"/>
                </a:cubicBezTo>
                <a:cubicBezTo>
                  <a:pt x="107156" y="10778"/>
                  <a:pt x="107331" y="10927"/>
                  <a:pt x="107480" y="11052"/>
                </a:cubicBezTo>
                <a:cubicBezTo>
                  <a:pt x="107729" y="11276"/>
                  <a:pt x="107953" y="11525"/>
                  <a:pt x="108152" y="11749"/>
                </a:cubicBezTo>
                <a:cubicBezTo>
                  <a:pt x="108277" y="11873"/>
                  <a:pt x="108376" y="11998"/>
                  <a:pt x="108501" y="12147"/>
                </a:cubicBezTo>
                <a:cubicBezTo>
                  <a:pt x="108525" y="12172"/>
                  <a:pt x="108575" y="12222"/>
                  <a:pt x="108625" y="12272"/>
                </a:cubicBezTo>
                <a:cubicBezTo>
                  <a:pt x="108849" y="12496"/>
                  <a:pt x="109023" y="12769"/>
                  <a:pt x="109222" y="12993"/>
                </a:cubicBezTo>
                <a:cubicBezTo>
                  <a:pt x="109372" y="13193"/>
                  <a:pt x="109496" y="13392"/>
                  <a:pt x="109646" y="13566"/>
                </a:cubicBezTo>
                <a:cubicBezTo>
                  <a:pt x="109845" y="13815"/>
                  <a:pt x="109994" y="14064"/>
                  <a:pt x="110143" y="14337"/>
                </a:cubicBezTo>
                <a:cubicBezTo>
                  <a:pt x="110268" y="14562"/>
                  <a:pt x="110442" y="14786"/>
                  <a:pt x="110567" y="14985"/>
                </a:cubicBezTo>
                <a:cubicBezTo>
                  <a:pt x="110716" y="15234"/>
                  <a:pt x="110840" y="15532"/>
                  <a:pt x="110990" y="15781"/>
                </a:cubicBezTo>
                <a:lnTo>
                  <a:pt x="111363" y="16528"/>
                </a:lnTo>
                <a:cubicBezTo>
                  <a:pt x="111487" y="16802"/>
                  <a:pt x="111612" y="17051"/>
                  <a:pt x="111711" y="17324"/>
                </a:cubicBezTo>
                <a:cubicBezTo>
                  <a:pt x="111836" y="17598"/>
                  <a:pt x="111936" y="17847"/>
                  <a:pt x="112010" y="18146"/>
                </a:cubicBezTo>
                <a:lnTo>
                  <a:pt x="112309" y="18967"/>
                </a:lnTo>
                <a:cubicBezTo>
                  <a:pt x="112359" y="19141"/>
                  <a:pt x="112384" y="19291"/>
                  <a:pt x="112458" y="19440"/>
                </a:cubicBezTo>
                <a:lnTo>
                  <a:pt x="112408" y="19415"/>
                </a:lnTo>
                <a:cubicBezTo>
                  <a:pt x="112309" y="19291"/>
                  <a:pt x="112160" y="19191"/>
                  <a:pt x="112035" y="19067"/>
                </a:cubicBezTo>
                <a:cubicBezTo>
                  <a:pt x="111936" y="18992"/>
                  <a:pt x="111836" y="18843"/>
                  <a:pt x="111711" y="18768"/>
                </a:cubicBezTo>
                <a:cubicBezTo>
                  <a:pt x="111537" y="18644"/>
                  <a:pt x="111413" y="18544"/>
                  <a:pt x="111263" y="18420"/>
                </a:cubicBezTo>
                <a:cubicBezTo>
                  <a:pt x="111139" y="18320"/>
                  <a:pt x="111064" y="18245"/>
                  <a:pt x="110915" y="18171"/>
                </a:cubicBezTo>
                <a:cubicBezTo>
                  <a:pt x="110766" y="18046"/>
                  <a:pt x="110591" y="17922"/>
                  <a:pt x="110417" y="17822"/>
                </a:cubicBezTo>
                <a:lnTo>
                  <a:pt x="110143" y="17648"/>
                </a:lnTo>
                <a:lnTo>
                  <a:pt x="109596" y="17275"/>
                </a:lnTo>
                <a:cubicBezTo>
                  <a:pt x="109496" y="17200"/>
                  <a:pt x="109422" y="17175"/>
                  <a:pt x="109347" y="17125"/>
                </a:cubicBezTo>
                <a:cubicBezTo>
                  <a:pt x="109123" y="17001"/>
                  <a:pt x="108899" y="16876"/>
                  <a:pt x="108725" y="16752"/>
                </a:cubicBezTo>
                <a:cubicBezTo>
                  <a:pt x="108650" y="16702"/>
                  <a:pt x="108600" y="16677"/>
                  <a:pt x="108501" y="16627"/>
                </a:cubicBezTo>
                <a:cubicBezTo>
                  <a:pt x="108277" y="16503"/>
                  <a:pt x="108028" y="16379"/>
                  <a:pt x="107804" y="16279"/>
                </a:cubicBezTo>
                <a:lnTo>
                  <a:pt x="107629" y="16179"/>
                </a:lnTo>
                <a:cubicBezTo>
                  <a:pt x="107380" y="16055"/>
                  <a:pt x="107132" y="15955"/>
                  <a:pt x="106883" y="15831"/>
                </a:cubicBezTo>
                <a:cubicBezTo>
                  <a:pt x="106808" y="15806"/>
                  <a:pt x="106783" y="15806"/>
                  <a:pt x="106733" y="15781"/>
                </a:cubicBezTo>
                <a:cubicBezTo>
                  <a:pt x="106484" y="15657"/>
                  <a:pt x="106186" y="15557"/>
                  <a:pt x="105912" y="15458"/>
                </a:cubicBezTo>
                <a:cubicBezTo>
                  <a:pt x="105862" y="15433"/>
                  <a:pt x="105812" y="15433"/>
                  <a:pt x="105763" y="15408"/>
                </a:cubicBezTo>
                <a:cubicBezTo>
                  <a:pt x="105688" y="15383"/>
                  <a:pt x="105638" y="15333"/>
                  <a:pt x="105563" y="15333"/>
                </a:cubicBezTo>
                <a:cubicBezTo>
                  <a:pt x="104866" y="12272"/>
                  <a:pt x="103497" y="9434"/>
                  <a:pt x="101456" y="7094"/>
                </a:cubicBezTo>
                <a:close/>
                <a:moveTo>
                  <a:pt x="44057" y="16652"/>
                </a:moveTo>
                <a:cubicBezTo>
                  <a:pt x="44033" y="16702"/>
                  <a:pt x="43983" y="16727"/>
                  <a:pt x="43908" y="16802"/>
                </a:cubicBezTo>
                <a:cubicBezTo>
                  <a:pt x="43734" y="16926"/>
                  <a:pt x="43510" y="17051"/>
                  <a:pt x="43311" y="17175"/>
                </a:cubicBezTo>
                <a:lnTo>
                  <a:pt x="42290" y="17822"/>
                </a:lnTo>
                <a:cubicBezTo>
                  <a:pt x="42116" y="17947"/>
                  <a:pt x="41917" y="18046"/>
                  <a:pt x="41767" y="18171"/>
                </a:cubicBezTo>
                <a:lnTo>
                  <a:pt x="41494" y="18345"/>
                </a:lnTo>
                <a:cubicBezTo>
                  <a:pt x="41120" y="18594"/>
                  <a:pt x="40697" y="18893"/>
                  <a:pt x="40324" y="19166"/>
                </a:cubicBezTo>
                <a:cubicBezTo>
                  <a:pt x="40150" y="19291"/>
                  <a:pt x="39950" y="19415"/>
                  <a:pt x="39801" y="19540"/>
                </a:cubicBezTo>
                <a:lnTo>
                  <a:pt x="39801" y="19515"/>
                </a:lnTo>
                <a:lnTo>
                  <a:pt x="39801" y="19465"/>
                </a:lnTo>
                <a:cubicBezTo>
                  <a:pt x="39901" y="19415"/>
                  <a:pt x="40025" y="19316"/>
                  <a:pt x="40125" y="19266"/>
                </a:cubicBezTo>
                <a:cubicBezTo>
                  <a:pt x="40672" y="18893"/>
                  <a:pt x="41195" y="18519"/>
                  <a:pt x="41767" y="18146"/>
                </a:cubicBezTo>
                <a:lnTo>
                  <a:pt x="42315" y="17772"/>
                </a:lnTo>
                <a:cubicBezTo>
                  <a:pt x="42863" y="17424"/>
                  <a:pt x="43360" y="17075"/>
                  <a:pt x="43883" y="16777"/>
                </a:cubicBezTo>
                <a:cubicBezTo>
                  <a:pt x="43908" y="16727"/>
                  <a:pt x="43983" y="16677"/>
                  <a:pt x="44057" y="16652"/>
                </a:cubicBezTo>
                <a:close/>
                <a:moveTo>
                  <a:pt x="39552" y="19614"/>
                </a:moveTo>
                <a:lnTo>
                  <a:pt x="39577" y="19639"/>
                </a:lnTo>
                <a:lnTo>
                  <a:pt x="39577" y="19664"/>
                </a:lnTo>
                <a:lnTo>
                  <a:pt x="39552" y="19689"/>
                </a:lnTo>
                <a:lnTo>
                  <a:pt x="39552" y="19664"/>
                </a:lnTo>
                <a:lnTo>
                  <a:pt x="39552" y="19639"/>
                </a:lnTo>
                <a:cubicBezTo>
                  <a:pt x="39527" y="19639"/>
                  <a:pt x="39527" y="19639"/>
                  <a:pt x="39552" y="19614"/>
                </a:cubicBezTo>
                <a:close/>
                <a:moveTo>
                  <a:pt x="112202" y="18038"/>
                </a:moveTo>
                <a:cubicBezTo>
                  <a:pt x="112254" y="18167"/>
                  <a:pt x="112309" y="18296"/>
                  <a:pt x="112359" y="18420"/>
                </a:cubicBezTo>
                <a:cubicBezTo>
                  <a:pt x="112458" y="18693"/>
                  <a:pt x="112508" y="18992"/>
                  <a:pt x="112608" y="19266"/>
                </a:cubicBezTo>
                <a:lnTo>
                  <a:pt x="112807" y="19814"/>
                </a:lnTo>
                <a:lnTo>
                  <a:pt x="112732" y="19739"/>
                </a:lnTo>
                <a:cubicBezTo>
                  <a:pt x="112682" y="19515"/>
                  <a:pt x="112608" y="19316"/>
                  <a:pt x="112558" y="19141"/>
                </a:cubicBezTo>
                <a:cubicBezTo>
                  <a:pt x="112458" y="18818"/>
                  <a:pt x="112359" y="18544"/>
                  <a:pt x="112259" y="18220"/>
                </a:cubicBezTo>
                <a:cubicBezTo>
                  <a:pt x="112242" y="18159"/>
                  <a:pt x="112223" y="18098"/>
                  <a:pt x="112202" y="18038"/>
                </a:cubicBezTo>
                <a:close/>
                <a:moveTo>
                  <a:pt x="74051" y="10031"/>
                </a:moveTo>
                <a:lnTo>
                  <a:pt x="74051" y="10031"/>
                </a:lnTo>
                <a:cubicBezTo>
                  <a:pt x="71761" y="13018"/>
                  <a:pt x="70168" y="16428"/>
                  <a:pt x="69322" y="19938"/>
                </a:cubicBezTo>
                <a:lnTo>
                  <a:pt x="69272" y="19938"/>
                </a:lnTo>
                <a:cubicBezTo>
                  <a:pt x="70094" y="16428"/>
                  <a:pt x="71687" y="13018"/>
                  <a:pt x="74026" y="10056"/>
                </a:cubicBezTo>
                <a:lnTo>
                  <a:pt x="74051" y="10031"/>
                </a:lnTo>
                <a:close/>
                <a:moveTo>
                  <a:pt x="110214" y="17963"/>
                </a:moveTo>
                <a:lnTo>
                  <a:pt x="110442" y="18096"/>
                </a:lnTo>
                <a:cubicBezTo>
                  <a:pt x="110591" y="18220"/>
                  <a:pt x="110741" y="18345"/>
                  <a:pt x="110890" y="18445"/>
                </a:cubicBezTo>
                <a:cubicBezTo>
                  <a:pt x="110990" y="18544"/>
                  <a:pt x="111114" y="18594"/>
                  <a:pt x="111214" y="18693"/>
                </a:cubicBezTo>
                <a:cubicBezTo>
                  <a:pt x="111363" y="18818"/>
                  <a:pt x="111487" y="18917"/>
                  <a:pt x="111637" y="19042"/>
                </a:cubicBezTo>
                <a:cubicBezTo>
                  <a:pt x="111761" y="19141"/>
                  <a:pt x="111861" y="19216"/>
                  <a:pt x="111985" y="19316"/>
                </a:cubicBezTo>
                <a:cubicBezTo>
                  <a:pt x="112110" y="19440"/>
                  <a:pt x="112234" y="19565"/>
                  <a:pt x="112384" y="19689"/>
                </a:cubicBezTo>
                <a:cubicBezTo>
                  <a:pt x="112458" y="19714"/>
                  <a:pt x="112483" y="19789"/>
                  <a:pt x="112508" y="19814"/>
                </a:cubicBezTo>
                <a:cubicBezTo>
                  <a:pt x="112508" y="19838"/>
                  <a:pt x="112558" y="19913"/>
                  <a:pt x="112558" y="19938"/>
                </a:cubicBezTo>
                <a:lnTo>
                  <a:pt x="112334" y="19714"/>
                </a:lnTo>
                <a:lnTo>
                  <a:pt x="112110" y="19515"/>
                </a:lnTo>
                <a:cubicBezTo>
                  <a:pt x="111985" y="19390"/>
                  <a:pt x="111836" y="19266"/>
                  <a:pt x="111687" y="19141"/>
                </a:cubicBezTo>
                <a:cubicBezTo>
                  <a:pt x="111637" y="19141"/>
                  <a:pt x="111637" y="19092"/>
                  <a:pt x="111612" y="19092"/>
                </a:cubicBezTo>
                <a:cubicBezTo>
                  <a:pt x="111512" y="19017"/>
                  <a:pt x="111438" y="18942"/>
                  <a:pt x="111338" y="18843"/>
                </a:cubicBezTo>
                <a:cubicBezTo>
                  <a:pt x="111313" y="18818"/>
                  <a:pt x="111239" y="18793"/>
                  <a:pt x="111214" y="18768"/>
                </a:cubicBezTo>
                <a:cubicBezTo>
                  <a:pt x="110914" y="18518"/>
                  <a:pt x="110580" y="18235"/>
                  <a:pt x="110214" y="17963"/>
                </a:cubicBezTo>
                <a:close/>
                <a:moveTo>
                  <a:pt x="71288" y="9310"/>
                </a:moveTo>
                <a:cubicBezTo>
                  <a:pt x="71438" y="9334"/>
                  <a:pt x="71562" y="9359"/>
                  <a:pt x="71736" y="9409"/>
                </a:cubicBezTo>
                <a:cubicBezTo>
                  <a:pt x="72010" y="9459"/>
                  <a:pt x="72284" y="9484"/>
                  <a:pt x="72558" y="9583"/>
                </a:cubicBezTo>
                <a:cubicBezTo>
                  <a:pt x="72807" y="9658"/>
                  <a:pt x="73056" y="9733"/>
                  <a:pt x="73304" y="9807"/>
                </a:cubicBezTo>
                <a:cubicBezTo>
                  <a:pt x="73504" y="9857"/>
                  <a:pt x="73653" y="9907"/>
                  <a:pt x="73827" y="9957"/>
                </a:cubicBezTo>
                <a:cubicBezTo>
                  <a:pt x="71512" y="12944"/>
                  <a:pt x="69919" y="16379"/>
                  <a:pt x="69073" y="19863"/>
                </a:cubicBezTo>
                <a:cubicBezTo>
                  <a:pt x="67613" y="19361"/>
                  <a:pt x="65978" y="19116"/>
                  <a:pt x="64209" y="19116"/>
                </a:cubicBezTo>
                <a:cubicBezTo>
                  <a:pt x="62207" y="19116"/>
                  <a:pt x="60033" y="19430"/>
                  <a:pt x="57748" y="20038"/>
                </a:cubicBezTo>
                <a:cubicBezTo>
                  <a:pt x="57648" y="18644"/>
                  <a:pt x="57698" y="17275"/>
                  <a:pt x="57772" y="15906"/>
                </a:cubicBezTo>
                <a:cubicBezTo>
                  <a:pt x="62328" y="13217"/>
                  <a:pt x="66833" y="11027"/>
                  <a:pt x="71288" y="9310"/>
                </a:cubicBezTo>
                <a:close/>
                <a:moveTo>
                  <a:pt x="57598" y="16030"/>
                </a:moveTo>
                <a:cubicBezTo>
                  <a:pt x="57499" y="17349"/>
                  <a:pt x="57474" y="18693"/>
                  <a:pt x="57573" y="20062"/>
                </a:cubicBezTo>
                <a:cubicBezTo>
                  <a:pt x="57548" y="20062"/>
                  <a:pt x="57548" y="20062"/>
                  <a:pt x="57499" y="20087"/>
                </a:cubicBezTo>
                <a:cubicBezTo>
                  <a:pt x="57424" y="18718"/>
                  <a:pt x="57449" y="17399"/>
                  <a:pt x="57548" y="16055"/>
                </a:cubicBezTo>
                <a:cubicBezTo>
                  <a:pt x="57573" y="16055"/>
                  <a:pt x="57573" y="16030"/>
                  <a:pt x="57598" y="16030"/>
                </a:cubicBezTo>
                <a:close/>
                <a:moveTo>
                  <a:pt x="69247" y="20112"/>
                </a:moveTo>
                <a:cubicBezTo>
                  <a:pt x="69272" y="20112"/>
                  <a:pt x="69272" y="20137"/>
                  <a:pt x="69272" y="20137"/>
                </a:cubicBezTo>
                <a:lnTo>
                  <a:pt x="69272" y="20187"/>
                </a:lnTo>
                <a:cubicBezTo>
                  <a:pt x="69247" y="20187"/>
                  <a:pt x="69247" y="20187"/>
                  <a:pt x="69197" y="20162"/>
                </a:cubicBezTo>
                <a:lnTo>
                  <a:pt x="69197" y="20112"/>
                </a:lnTo>
                <a:close/>
                <a:moveTo>
                  <a:pt x="64192" y="19303"/>
                </a:moveTo>
                <a:cubicBezTo>
                  <a:pt x="65952" y="19303"/>
                  <a:pt x="67575" y="19547"/>
                  <a:pt x="69023" y="20038"/>
                </a:cubicBezTo>
                <a:cubicBezTo>
                  <a:pt x="69048" y="20062"/>
                  <a:pt x="69048" y="20112"/>
                  <a:pt x="69023" y="20112"/>
                </a:cubicBezTo>
                <a:cubicBezTo>
                  <a:pt x="67575" y="19610"/>
                  <a:pt x="65952" y="19365"/>
                  <a:pt x="64192" y="19365"/>
                </a:cubicBezTo>
                <a:cubicBezTo>
                  <a:pt x="62200" y="19365"/>
                  <a:pt x="60033" y="19679"/>
                  <a:pt x="57748" y="20286"/>
                </a:cubicBezTo>
                <a:lnTo>
                  <a:pt x="57748" y="20237"/>
                </a:lnTo>
                <a:cubicBezTo>
                  <a:pt x="60034" y="19616"/>
                  <a:pt x="62200" y="19303"/>
                  <a:pt x="64192" y="19303"/>
                </a:cubicBezTo>
                <a:close/>
                <a:moveTo>
                  <a:pt x="57598" y="20262"/>
                </a:moveTo>
                <a:lnTo>
                  <a:pt x="57598" y="20311"/>
                </a:lnTo>
                <a:cubicBezTo>
                  <a:pt x="57573" y="20311"/>
                  <a:pt x="57573" y="20311"/>
                  <a:pt x="57548" y="20336"/>
                </a:cubicBezTo>
                <a:lnTo>
                  <a:pt x="57548" y="20286"/>
                </a:lnTo>
                <a:cubicBezTo>
                  <a:pt x="57573" y="20286"/>
                  <a:pt x="57573" y="20286"/>
                  <a:pt x="57598" y="20262"/>
                </a:cubicBezTo>
                <a:close/>
                <a:moveTo>
                  <a:pt x="112881" y="20162"/>
                </a:moveTo>
                <a:lnTo>
                  <a:pt x="112981" y="20262"/>
                </a:lnTo>
                <a:cubicBezTo>
                  <a:pt x="112931" y="20262"/>
                  <a:pt x="112931" y="20311"/>
                  <a:pt x="112956" y="20361"/>
                </a:cubicBezTo>
                <a:lnTo>
                  <a:pt x="112881" y="20286"/>
                </a:lnTo>
                <a:lnTo>
                  <a:pt x="112881" y="20237"/>
                </a:lnTo>
                <a:lnTo>
                  <a:pt x="112881" y="20162"/>
                </a:lnTo>
                <a:close/>
                <a:moveTo>
                  <a:pt x="109397" y="17772"/>
                </a:moveTo>
                <a:lnTo>
                  <a:pt x="109397" y="17772"/>
                </a:lnTo>
                <a:cubicBezTo>
                  <a:pt x="109521" y="17797"/>
                  <a:pt x="109596" y="17822"/>
                  <a:pt x="109646" y="17897"/>
                </a:cubicBezTo>
                <a:cubicBezTo>
                  <a:pt x="109770" y="17972"/>
                  <a:pt x="109894" y="18046"/>
                  <a:pt x="110019" y="18146"/>
                </a:cubicBezTo>
                <a:cubicBezTo>
                  <a:pt x="110118" y="18196"/>
                  <a:pt x="110218" y="18270"/>
                  <a:pt x="110318" y="18370"/>
                </a:cubicBezTo>
                <a:cubicBezTo>
                  <a:pt x="110492" y="18519"/>
                  <a:pt x="110691" y="18644"/>
                  <a:pt x="110865" y="18793"/>
                </a:cubicBezTo>
                <a:cubicBezTo>
                  <a:pt x="111089" y="18992"/>
                  <a:pt x="111338" y="19141"/>
                  <a:pt x="111512" y="19316"/>
                </a:cubicBezTo>
                <a:cubicBezTo>
                  <a:pt x="111936" y="19664"/>
                  <a:pt x="112309" y="20038"/>
                  <a:pt x="112632" y="20436"/>
                </a:cubicBezTo>
                <a:lnTo>
                  <a:pt x="112632" y="20461"/>
                </a:lnTo>
                <a:cubicBezTo>
                  <a:pt x="112632" y="20481"/>
                  <a:pt x="112632" y="20497"/>
                  <a:pt x="112636" y="20510"/>
                </a:cubicBezTo>
                <a:lnTo>
                  <a:pt x="112636" y="20510"/>
                </a:lnTo>
                <a:cubicBezTo>
                  <a:pt x="111677" y="19485"/>
                  <a:pt x="110597" y="18556"/>
                  <a:pt x="109397" y="17772"/>
                </a:cubicBezTo>
                <a:close/>
                <a:moveTo>
                  <a:pt x="74350" y="10056"/>
                </a:moveTo>
                <a:cubicBezTo>
                  <a:pt x="74425" y="10181"/>
                  <a:pt x="74624" y="10230"/>
                  <a:pt x="74773" y="10305"/>
                </a:cubicBezTo>
                <a:cubicBezTo>
                  <a:pt x="74997" y="10405"/>
                  <a:pt x="75246" y="10479"/>
                  <a:pt x="75470" y="10579"/>
                </a:cubicBezTo>
                <a:cubicBezTo>
                  <a:pt x="75669" y="10679"/>
                  <a:pt x="75893" y="10803"/>
                  <a:pt x="76117" y="10927"/>
                </a:cubicBezTo>
                <a:cubicBezTo>
                  <a:pt x="76341" y="11052"/>
                  <a:pt x="76515" y="11151"/>
                  <a:pt x="76715" y="11276"/>
                </a:cubicBezTo>
                <a:cubicBezTo>
                  <a:pt x="76739" y="11276"/>
                  <a:pt x="76739" y="11301"/>
                  <a:pt x="76764" y="11301"/>
                </a:cubicBezTo>
                <a:lnTo>
                  <a:pt x="77337" y="11674"/>
                </a:lnTo>
                <a:cubicBezTo>
                  <a:pt x="77511" y="11824"/>
                  <a:pt x="77735" y="11948"/>
                  <a:pt x="77909" y="12097"/>
                </a:cubicBezTo>
                <a:cubicBezTo>
                  <a:pt x="78108" y="12272"/>
                  <a:pt x="78258" y="12421"/>
                  <a:pt x="78407" y="12570"/>
                </a:cubicBezTo>
                <a:cubicBezTo>
                  <a:pt x="78581" y="12720"/>
                  <a:pt x="78731" y="12844"/>
                  <a:pt x="78880" y="13018"/>
                </a:cubicBezTo>
                <a:lnTo>
                  <a:pt x="78407" y="13466"/>
                </a:lnTo>
                <a:lnTo>
                  <a:pt x="78208" y="13690"/>
                </a:lnTo>
                <a:cubicBezTo>
                  <a:pt x="77984" y="13914"/>
                  <a:pt x="77760" y="14163"/>
                  <a:pt x="77586" y="14387"/>
                </a:cubicBezTo>
                <a:cubicBezTo>
                  <a:pt x="77536" y="14412"/>
                  <a:pt x="77511" y="14437"/>
                  <a:pt x="77486" y="14512"/>
                </a:cubicBezTo>
                <a:cubicBezTo>
                  <a:pt x="77237" y="14786"/>
                  <a:pt x="77013" y="15034"/>
                  <a:pt x="76789" y="15308"/>
                </a:cubicBezTo>
                <a:cubicBezTo>
                  <a:pt x="76715" y="15433"/>
                  <a:pt x="76615" y="15532"/>
                  <a:pt x="76540" y="15657"/>
                </a:cubicBezTo>
                <a:cubicBezTo>
                  <a:pt x="76416" y="15806"/>
                  <a:pt x="76291" y="16005"/>
                  <a:pt x="76167" y="16155"/>
                </a:cubicBezTo>
                <a:cubicBezTo>
                  <a:pt x="76092" y="16279"/>
                  <a:pt x="75993" y="16428"/>
                  <a:pt x="75893" y="16553"/>
                </a:cubicBezTo>
                <a:cubicBezTo>
                  <a:pt x="75794" y="16702"/>
                  <a:pt x="75669" y="16876"/>
                  <a:pt x="75594" y="17001"/>
                </a:cubicBezTo>
                <a:cubicBezTo>
                  <a:pt x="75495" y="17150"/>
                  <a:pt x="75395" y="17275"/>
                  <a:pt x="75296" y="17424"/>
                </a:cubicBezTo>
                <a:cubicBezTo>
                  <a:pt x="75221" y="17573"/>
                  <a:pt x="75122" y="17698"/>
                  <a:pt x="75022" y="17872"/>
                </a:cubicBezTo>
                <a:cubicBezTo>
                  <a:pt x="74922" y="18021"/>
                  <a:pt x="74848" y="18146"/>
                  <a:pt x="74773" y="18295"/>
                </a:cubicBezTo>
                <a:cubicBezTo>
                  <a:pt x="74674" y="18445"/>
                  <a:pt x="74599" y="18619"/>
                  <a:pt x="74524" y="18768"/>
                </a:cubicBezTo>
                <a:cubicBezTo>
                  <a:pt x="74499" y="18868"/>
                  <a:pt x="74425" y="18917"/>
                  <a:pt x="74400" y="19017"/>
                </a:cubicBezTo>
                <a:cubicBezTo>
                  <a:pt x="73255" y="19515"/>
                  <a:pt x="72110" y="20038"/>
                  <a:pt x="70940" y="20610"/>
                </a:cubicBezTo>
                <a:cubicBezTo>
                  <a:pt x="70517" y="20361"/>
                  <a:pt x="70044" y="20137"/>
                  <a:pt x="69571" y="19938"/>
                </a:cubicBezTo>
                <a:cubicBezTo>
                  <a:pt x="70417" y="16428"/>
                  <a:pt x="72010" y="13018"/>
                  <a:pt x="74350" y="10056"/>
                </a:cubicBezTo>
                <a:close/>
                <a:moveTo>
                  <a:pt x="58494" y="10405"/>
                </a:moveTo>
                <a:lnTo>
                  <a:pt x="58494" y="10405"/>
                </a:lnTo>
                <a:cubicBezTo>
                  <a:pt x="57922" y="12023"/>
                  <a:pt x="57548" y="13790"/>
                  <a:pt x="57374" y="15657"/>
                </a:cubicBezTo>
                <a:cubicBezTo>
                  <a:pt x="57225" y="15756"/>
                  <a:pt x="57051" y="15831"/>
                  <a:pt x="56876" y="15955"/>
                </a:cubicBezTo>
                <a:lnTo>
                  <a:pt x="54736" y="17275"/>
                </a:lnTo>
                <a:cubicBezTo>
                  <a:pt x="53865" y="17822"/>
                  <a:pt x="52968" y="18395"/>
                  <a:pt x="52097" y="18992"/>
                </a:cubicBezTo>
                <a:lnTo>
                  <a:pt x="51251" y="19540"/>
                </a:lnTo>
                <a:cubicBezTo>
                  <a:pt x="50654" y="19938"/>
                  <a:pt x="50081" y="20336"/>
                  <a:pt x="49484" y="20784"/>
                </a:cubicBezTo>
                <a:cubicBezTo>
                  <a:pt x="49484" y="20759"/>
                  <a:pt x="49459" y="20759"/>
                  <a:pt x="49459" y="20759"/>
                </a:cubicBezTo>
                <a:cubicBezTo>
                  <a:pt x="48588" y="19888"/>
                  <a:pt x="47766" y="19067"/>
                  <a:pt x="46995" y="18395"/>
                </a:cubicBezTo>
                <a:cubicBezTo>
                  <a:pt x="46173" y="17673"/>
                  <a:pt x="45426" y="17051"/>
                  <a:pt x="44729" y="16553"/>
                </a:cubicBezTo>
                <a:cubicBezTo>
                  <a:pt x="44779" y="16528"/>
                  <a:pt x="44879" y="16453"/>
                  <a:pt x="44929" y="16428"/>
                </a:cubicBezTo>
                <a:cubicBezTo>
                  <a:pt x="45277" y="16254"/>
                  <a:pt x="45601" y="16030"/>
                  <a:pt x="45924" y="15831"/>
                </a:cubicBezTo>
                <a:lnTo>
                  <a:pt x="46123" y="15756"/>
                </a:lnTo>
                <a:cubicBezTo>
                  <a:pt x="46248" y="15682"/>
                  <a:pt x="46323" y="15632"/>
                  <a:pt x="46447" y="15557"/>
                </a:cubicBezTo>
                <a:cubicBezTo>
                  <a:pt x="46895" y="15308"/>
                  <a:pt x="47293" y="15084"/>
                  <a:pt x="47741" y="14835"/>
                </a:cubicBezTo>
                <a:lnTo>
                  <a:pt x="47766" y="14835"/>
                </a:lnTo>
                <a:cubicBezTo>
                  <a:pt x="51425" y="12894"/>
                  <a:pt x="55034" y="11400"/>
                  <a:pt x="58494" y="10405"/>
                </a:cubicBezTo>
                <a:close/>
                <a:moveTo>
                  <a:pt x="69446" y="20187"/>
                </a:moveTo>
                <a:cubicBezTo>
                  <a:pt x="69894" y="20361"/>
                  <a:pt x="70293" y="20535"/>
                  <a:pt x="70666" y="20759"/>
                </a:cubicBezTo>
                <a:cubicBezTo>
                  <a:pt x="70641" y="20759"/>
                  <a:pt x="70641" y="20784"/>
                  <a:pt x="70591" y="20784"/>
                </a:cubicBezTo>
                <a:cubicBezTo>
                  <a:pt x="70218" y="20610"/>
                  <a:pt x="69870" y="20411"/>
                  <a:pt x="69446" y="20262"/>
                </a:cubicBezTo>
                <a:lnTo>
                  <a:pt x="69446" y="20187"/>
                </a:lnTo>
                <a:close/>
                <a:moveTo>
                  <a:pt x="74225" y="19291"/>
                </a:moveTo>
                <a:cubicBezTo>
                  <a:pt x="74176" y="19316"/>
                  <a:pt x="74176" y="19390"/>
                  <a:pt x="74151" y="19415"/>
                </a:cubicBezTo>
                <a:lnTo>
                  <a:pt x="71164" y="20809"/>
                </a:lnTo>
                <a:cubicBezTo>
                  <a:pt x="71139" y="20784"/>
                  <a:pt x="71114" y="20784"/>
                  <a:pt x="71064" y="20759"/>
                </a:cubicBezTo>
                <a:cubicBezTo>
                  <a:pt x="72135" y="20262"/>
                  <a:pt x="73155" y="19764"/>
                  <a:pt x="74225" y="19291"/>
                </a:cubicBezTo>
                <a:close/>
                <a:moveTo>
                  <a:pt x="44505" y="16652"/>
                </a:moveTo>
                <a:cubicBezTo>
                  <a:pt x="45924" y="17673"/>
                  <a:pt x="47542" y="19067"/>
                  <a:pt x="49334" y="20909"/>
                </a:cubicBezTo>
                <a:lnTo>
                  <a:pt x="49260" y="20934"/>
                </a:lnTo>
                <a:cubicBezTo>
                  <a:pt x="49110" y="20784"/>
                  <a:pt x="48986" y="20635"/>
                  <a:pt x="48837" y="20510"/>
                </a:cubicBezTo>
                <a:lnTo>
                  <a:pt x="48712" y="20386"/>
                </a:lnTo>
                <a:lnTo>
                  <a:pt x="48339" y="20013"/>
                </a:lnTo>
                <a:lnTo>
                  <a:pt x="47990" y="19664"/>
                </a:lnTo>
                <a:lnTo>
                  <a:pt x="47891" y="19565"/>
                </a:lnTo>
                <a:cubicBezTo>
                  <a:pt x="46646" y="18395"/>
                  <a:pt x="45501" y="17424"/>
                  <a:pt x="44431" y="16677"/>
                </a:cubicBezTo>
                <a:cubicBezTo>
                  <a:pt x="44481" y="16677"/>
                  <a:pt x="44505" y="16677"/>
                  <a:pt x="44505" y="16652"/>
                </a:cubicBezTo>
                <a:close/>
                <a:moveTo>
                  <a:pt x="112981" y="20710"/>
                </a:moveTo>
                <a:lnTo>
                  <a:pt x="113081" y="20809"/>
                </a:lnTo>
                <a:cubicBezTo>
                  <a:pt x="113056" y="20859"/>
                  <a:pt x="113056" y="20884"/>
                  <a:pt x="113081" y="20934"/>
                </a:cubicBezTo>
                <a:cubicBezTo>
                  <a:pt x="113056" y="20909"/>
                  <a:pt x="113006" y="20884"/>
                  <a:pt x="113006" y="20859"/>
                </a:cubicBezTo>
                <a:cubicBezTo>
                  <a:pt x="113006" y="20809"/>
                  <a:pt x="112981" y="20759"/>
                  <a:pt x="112981" y="20710"/>
                </a:cubicBezTo>
                <a:close/>
                <a:moveTo>
                  <a:pt x="57354" y="15918"/>
                </a:moveTo>
                <a:lnTo>
                  <a:pt x="57354" y="15918"/>
                </a:lnTo>
                <a:cubicBezTo>
                  <a:pt x="57349" y="15927"/>
                  <a:pt x="57349" y="15941"/>
                  <a:pt x="57349" y="15955"/>
                </a:cubicBezTo>
                <a:cubicBezTo>
                  <a:pt x="56553" y="16428"/>
                  <a:pt x="55756" y="16926"/>
                  <a:pt x="54960" y="17424"/>
                </a:cubicBezTo>
                <a:cubicBezTo>
                  <a:pt x="54736" y="17548"/>
                  <a:pt x="54512" y="17698"/>
                  <a:pt x="54313" y="17872"/>
                </a:cubicBezTo>
                <a:cubicBezTo>
                  <a:pt x="53616" y="18295"/>
                  <a:pt x="52944" y="18743"/>
                  <a:pt x="52247" y="19191"/>
                </a:cubicBezTo>
                <a:cubicBezTo>
                  <a:pt x="51898" y="19415"/>
                  <a:pt x="51599" y="19664"/>
                  <a:pt x="51251" y="19888"/>
                </a:cubicBezTo>
                <a:cubicBezTo>
                  <a:pt x="50728" y="20262"/>
                  <a:pt x="50206" y="20610"/>
                  <a:pt x="49658" y="20983"/>
                </a:cubicBezTo>
                <a:lnTo>
                  <a:pt x="49633" y="20934"/>
                </a:lnTo>
                <a:cubicBezTo>
                  <a:pt x="50156" y="20560"/>
                  <a:pt x="50703" y="20187"/>
                  <a:pt x="51226" y="19863"/>
                </a:cubicBezTo>
                <a:cubicBezTo>
                  <a:pt x="51575" y="19639"/>
                  <a:pt x="51873" y="19390"/>
                  <a:pt x="52222" y="19166"/>
                </a:cubicBezTo>
                <a:lnTo>
                  <a:pt x="53068" y="18619"/>
                </a:lnTo>
                <a:cubicBezTo>
                  <a:pt x="54480" y="17653"/>
                  <a:pt x="55941" y="16761"/>
                  <a:pt x="57354" y="15918"/>
                </a:cubicBezTo>
                <a:close/>
                <a:moveTo>
                  <a:pt x="70840" y="20884"/>
                </a:moveTo>
                <a:cubicBezTo>
                  <a:pt x="70890" y="20909"/>
                  <a:pt x="70915" y="20909"/>
                  <a:pt x="70940" y="20934"/>
                </a:cubicBezTo>
                <a:cubicBezTo>
                  <a:pt x="70915" y="20934"/>
                  <a:pt x="70915" y="20983"/>
                  <a:pt x="70890" y="20983"/>
                </a:cubicBezTo>
                <a:cubicBezTo>
                  <a:pt x="70840" y="20934"/>
                  <a:pt x="70815" y="20909"/>
                  <a:pt x="70790" y="20909"/>
                </a:cubicBezTo>
                <a:cubicBezTo>
                  <a:pt x="70815" y="20909"/>
                  <a:pt x="70815" y="20884"/>
                  <a:pt x="70840" y="20884"/>
                </a:cubicBezTo>
                <a:close/>
                <a:moveTo>
                  <a:pt x="49484" y="21033"/>
                </a:moveTo>
                <a:lnTo>
                  <a:pt x="49509" y="21058"/>
                </a:lnTo>
                <a:lnTo>
                  <a:pt x="49533" y="21083"/>
                </a:lnTo>
                <a:lnTo>
                  <a:pt x="49509" y="21133"/>
                </a:lnTo>
                <a:lnTo>
                  <a:pt x="49484" y="21158"/>
                </a:lnTo>
                <a:lnTo>
                  <a:pt x="49409" y="21058"/>
                </a:lnTo>
                <a:lnTo>
                  <a:pt x="49484" y="21033"/>
                </a:lnTo>
                <a:close/>
                <a:moveTo>
                  <a:pt x="69421" y="20436"/>
                </a:moveTo>
                <a:cubicBezTo>
                  <a:pt x="69745" y="20560"/>
                  <a:pt x="70069" y="20734"/>
                  <a:pt x="70417" y="20884"/>
                </a:cubicBezTo>
                <a:cubicBezTo>
                  <a:pt x="70019" y="21058"/>
                  <a:pt x="69596" y="21282"/>
                  <a:pt x="69197" y="21506"/>
                </a:cubicBezTo>
                <a:cubicBezTo>
                  <a:pt x="69272" y="21158"/>
                  <a:pt x="69322" y="20784"/>
                  <a:pt x="69421" y="20436"/>
                </a:cubicBezTo>
                <a:close/>
                <a:moveTo>
                  <a:pt x="69173" y="20336"/>
                </a:moveTo>
                <a:cubicBezTo>
                  <a:pt x="69173" y="20361"/>
                  <a:pt x="69197" y="20361"/>
                  <a:pt x="69247" y="20386"/>
                </a:cubicBezTo>
                <a:cubicBezTo>
                  <a:pt x="69148" y="20784"/>
                  <a:pt x="69048" y="21232"/>
                  <a:pt x="68973" y="21631"/>
                </a:cubicBezTo>
                <a:cubicBezTo>
                  <a:pt x="68949" y="21631"/>
                  <a:pt x="68949" y="21655"/>
                  <a:pt x="68924" y="21655"/>
                </a:cubicBezTo>
                <a:cubicBezTo>
                  <a:pt x="68973" y="21207"/>
                  <a:pt x="69073" y="20784"/>
                  <a:pt x="69173" y="20336"/>
                </a:cubicBezTo>
                <a:close/>
                <a:moveTo>
                  <a:pt x="70616" y="21008"/>
                </a:moveTo>
                <a:cubicBezTo>
                  <a:pt x="70641" y="21033"/>
                  <a:pt x="70666" y="21033"/>
                  <a:pt x="70691" y="21058"/>
                </a:cubicBezTo>
                <a:cubicBezTo>
                  <a:pt x="70168" y="21307"/>
                  <a:pt x="69670" y="21606"/>
                  <a:pt x="69148" y="21855"/>
                </a:cubicBezTo>
                <a:lnTo>
                  <a:pt x="69148" y="21755"/>
                </a:lnTo>
                <a:cubicBezTo>
                  <a:pt x="69646" y="21506"/>
                  <a:pt x="70118" y="21257"/>
                  <a:pt x="70616" y="21008"/>
                </a:cubicBezTo>
                <a:close/>
                <a:moveTo>
                  <a:pt x="68924" y="21855"/>
                </a:moveTo>
                <a:lnTo>
                  <a:pt x="68924" y="21929"/>
                </a:lnTo>
                <a:cubicBezTo>
                  <a:pt x="68899" y="21929"/>
                  <a:pt x="68899" y="21954"/>
                  <a:pt x="68874" y="21954"/>
                </a:cubicBezTo>
                <a:lnTo>
                  <a:pt x="68874" y="21879"/>
                </a:lnTo>
                <a:cubicBezTo>
                  <a:pt x="68899" y="21879"/>
                  <a:pt x="68899" y="21855"/>
                  <a:pt x="68924" y="21855"/>
                </a:cubicBezTo>
                <a:close/>
                <a:moveTo>
                  <a:pt x="74026" y="19714"/>
                </a:moveTo>
                <a:lnTo>
                  <a:pt x="74026" y="19764"/>
                </a:lnTo>
                <a:cubicBezTo>
                  <a:pt x="73977" y="19913"/>
                  <a:pt x="73902" y="20038"/>
                  <a:pt x="73802" y="20187"/>
                </a:cubicBezTo>
                <a:cubicBezTo>
                  <a:pt x="73728" y="20336"/>
                  <a:pt x="73653" y="20535"/>
                  <a:pt x="73553" y="20685"/>
                </a:cubicBezTo>
                <a:cubicBezTo>
                  <a:pt x="73504" y="20809"/>
                  <a:pt x="73429" y="20958"/>
                  <a:pt x="73379" y="21083"/>
                </a:cubicBezTo>
                <a:cubicBezTo>
                  <a:pt x="73304" y="21257"/>
                  <a:pt x="73230" y="21431"/>
                  <a:pt x="73155" y="21631"/>
                </a:cubicBezTo>
                <a:cubicBezTo>
                  <a:pt x="73105" y="21755"/>
                  <a:pt x="73056" y="21904"/>
                  <a:pt x="73006" y="22029"/>
                </a:cubicBezTo>
                <a:cubicBezTo>
                  <a:pt x="72981" y="22103"/>
                  <a:pt x="72981" y="22128"/>
                  <a:pt x="72931" y="22178"/>
                </a:cubicBezTo>
                <a:cubicBezTo>
                  <a:pt x="72483" y="21705"/>
                  <a:pt x="71935" y="21307"/>
                  <a:pt x="71363" y="20934"/>
                </a:cubicBezTo>
                <a:cubicBezTo>
                  <a:pt x="72259" y="20510"/>
                  <a:pt x="73130" y="20087"/>
                  <a:pt x="74026" y="19714"/>
                </a:cubicBezTo>
                <a:close/>
                <a:moveTo>
                  <a:pt x="71139" y="21033"/>
                </a:moveTo>
                <a:cubicBezTo>
                  <a:pt x="71761" y="21407"/>
                  <a:pt x="72359" y="21879"/>
                  <a:pt x="72856" y="22377"/>
                </a:cubicBezTo>
                <a:cubicBezTo>
                  <a:pt x="72881" y="22402"/>
                  <a:pt x="72856" y="22427"/>
                  <a:pt x="72856" y="22427"/>
                </a:cubicBezTo>
                <a:cubicBezTo>
                  <a:pt x="72309" y="21904"/>
                  <a:pt x="71736" y="21431"/>
                  <a:pt x="71064" y="21058"/>
                </a:cubicBezTo>
                <a:cubicBezTo>
                  <a:pt x="71114" y="21058"/>
                  <a:pt x="71114" y="21033"/>
                  <a:pt x="71139" y="21033"/>
                </a:cubicBezTo>
                <a:close/>
                <a:moveTo>
                  <a:pt x="57374" y="16179"/>
                </a:moveTo>
                <a:lnTo>
                  <a:pt x="57374" y="16179"/>
                </a:lnTo>
                <a:cubicBezTo>
                  <a:pt x="57250" y="17499"/>
                  <a:pt x="57250" y="18793"/>
                  <a:pt x="57324" y="20137"/>
                </a:cubicBezTo>
                <a:cubicBezTo>
                  <a:pt x="55308" y="20685"/>
                  <a:pt x="53217" y="21506"/>
                  <a:pt x="51102" y="22502"/>
                </a:cubicBezTo>
                <a:cubicBezTo>
                  <a:pt x="51102" y="22477"/>
                  <a:pt x="51077" y="22477"/>
                  <a:pt x="51077" y="22427"/>
                </a:cubicBezTo>
                <a:cubicBezTo>
                  <a:pt x="50853" y="22178"/>
                  <a:pt x="50629" y="21954"/>
                  <a:pt x="50405" y="21705"/>
                </a:cubicBezTo>
                <a:cubicBezTo>
                  <a:pt x="50230" y="21506"/>
                  <a:pt x="50006" y="21282"/>
                  <a:pt x="49832" y="21058"/>
                </a:cubicBezTo>
                <a:cubicBezTo>
                  <a:pt x="50355" y="20685"/>
                  <a:pt x="50878" y="20311"/>
                  <a:pt x="51400" y="19988"/>
                </a:cubicBezTo>
                <a:cubicBezTo>
                  <a:pt x="51749" y="19764"/>
                  <a:pt x="52097" y="19515"/>
                  <a:pt x="52446" y="19291"/>
                </a:cubicBezTo>
                <a:lnTo>
                  <a:pt x="54313" y="18071"/>
                </a:lnTo>
                <a:cubicBezTo>
                  <a:pt x="54586" y="17897"/>
                  <a:pt x="54860" y="17698"/>
                  <a:pt x="55134" y="17548"/>
                </a:cubicBezTo>
                <a:cubicBezTo>
                  <a:pt x="55881" y="17075"/>
                  <a:pt x="56627" y="16603"/>
                  <a:pt x="57374" y="16179"/>
                </a:cubicBezTo>
                <a:close/>
                <a:moveTo>
                  <a:pt x="111508" y="15961"/>
                </a:moveTo>
                <a:lnTo>
                  <a:pt x="111508" y="15961"/>
                </a:lnTo>
                <a:cubicBezTo>
                  <a:pt x="112181" y="16960"/>
                  <a:pt x="113240" y="18615"/>
                  <a:pt x="114201" y="20635"/>
                </a:cubicBezTo>
                <a:cubicBezTo>
                  <a:pt x="114534" y="21324"/>
                  <a:pt x="114788" y="21974"/>
                  <a:pt x="115034" y="22566"/>
                </a:cubicBezTo>
                <a:lnTo>
                  <a:pt x="115034" y="22566"/>
                </a:lnTo>
                <a:cubicBezTo>
                  <a:pt x="115026" y="22557"/>
                  <a:pt x="115014" y="22552"/>
                  <a:pt x="114997" y="22552"/>
                </a:cubicBezTo>
                <a:cubicBezTo>
                  <a:pt x="114723" y="22153"/>
                  <a:pt x="114450" y="21755"/>
                  <a:pt x="114126" y="21332"/>
                </a:cubicBezTo>
                <a:lnTo>
                  <a:pt x="114051" y="21257"/>
                </a:lnTo>
                <a:cubicBezTo>
                  <a:pt x="113728" y="20884"/>
                  <a:pt x="113429" y="20510"/>
                  <a:pt x="113081" y="20137"/>
                </a:cubicBezTo>
                <a:cubicBezTo>
                  <a:pt x="113006" y="19838"/>
                  <a:pt x="112881" y="19565"/>
                  <a:pt x="112832" y="19291"/>
                </a:cubicBezTo>
                <a:lnTo>
                  <a:pt x="112558" y="18370"/>
                </a:lnTo>
                <a:cubicBezTo>
                  <a:pt x="112458" y="18071"/>
                  <a:pt x="112334" y="17822"/>
                  <a:pt x="112234" y="17573"/>
                </a:cubicBezTo>
                <a:cubicBezTo>
                  <a:pt x="112110" y="17275"/>
                  <a:pt x="112010" y="16951"/>
                  <a:pt x="111861" y="16677"/>
                </a:cubicBezTo>
                <a:cubicBezTo>
                  <a:pt x="111761" y="16428"/>
                  <a:pt x="111637" y="16204"/>
                  <a:pt x="111512" y="15980"/>
                </a:cubicBezTo>
                <a:cubicBezTo>
                  <a:pt x="111512" y="15974"/>
                  <a:pt x="111511" y="15967"/>
                  <a:pt x="111508" y="15961"/>
                </a:cubicBezTo>
                <a:close/>
                <a:moveTo>
                  <a:pt x="49633" y="21232"/>
                </a:moveTo>
                <a:cubicBezTo>
                  <a:pt x="49832" y="21407"/>
                  <a:pt x="50006" y="21631"/>
                  <a:pt x="50206" y="21805"/>
                </a:cubicBezTo>
                <a:cubicBezTo>
                  <a:pt x="50405" y="22054"/>
                  <a:pt x="50654" y="22278"/>
                  <a:pt x="50878" y="22527"/>
                </a:cubicBezTo>
                <a:lnTo>
                  <a:pt x="50902" y="22552"/>
                </a:lnTo>
                <a:cubicBezTo>
                  <a:pt x="50878" y="22552"/>
                  <a:pt x="50878" y="22601"/>
                  <a:pt x="50853" y="22601"/>
                </a:cubicBezTo>
                <a:lnTo>
                  <a:pt x="50778" y="22527"/>
                </a:lnTo>
                <a:cubicBezTo>
                  <a:pt x="50703" y="22402"/>
                  <a:pt x="50579" y="22303"/>
                  <a:pt x="50479" y="22178"/>
                </a:cubicBezTo>
                <a:cubicBezTo>
                  <a:pt x="50156" y="21855"/>
                  <a:pt x="49882" y="21531"/>
                  <a:pt x="49583" y="21232"/>
                </a:cubicBezTo>
                <a:lnTo>
                  <a:pt x="49583" y="21232"/>
                </a:lnTo>
                <a:cubicBezTo>
                  <a:pt x="49592" y="21241"/>
                  <a:pt x="49597" y="21243"/>
                  <a:pt x="49602" y="21243"/>
                </a:cubicBezTo>
                <a:cubicBezTo>
                  <a:pt x="49611" y="21243"/>
                  <a:pt x="49616" y="21232"/>
                  <a:pt x="49633" y="21232"/>
                </a:cubicBezTo>
                <a:close/>
                <a:moveTo>
                  <a:pt x="57349" y="20311"/>
                </a:moveTo>
                <a:lnTo>
                  <a:pt x="57349" y="20386"/>
                </a:lnTo>
                <a:cubicBezTo>
                  <a:pt x="55383" y="20934"/>
                  <a:pt x="53342" y="21705"/>
                  <a:pt x="51251" y="22676"/>
                </a:cubicBezTo>
                <a:cubicBezTo>
                  <a:pt x="51251" y="22676"/>
                  <a:pt x="51226" y="22676"/>
                  <a:pt x="51226" y="22651"/>
                </a:cubicBezTo>
                <a:cubicBezTo>
                  <a:pt x="53317" y="21655"/>
                  <a:pt x="55358" y="20884"/>
                  <a:pt x="57349" y="20311"/>
                </a:cubicBezTo>
                <a:close/>
                <a:moveTo>
                  <a:pt x="51077" y="22751"/>
                </a:moveTo>
                <a:cubicBezTo>
                  <a:pt x="51077" y="22776"/>
                  <a:pt x="51077" y="22776"/>
                  <a:pt x="51102" y="22800"/>
                </a:cubicBezTo>
                <a:cubicBezTo>
                  <a:pt x="51077" y="22800"/>
                  <a:pt x="51077" y="22825"/>
                  <a:pt x="51027" y="22825"/>
                </a:cubicBezTo>
                <a:cubicBezTo>
                  <a:pt x="51027" y="22800"/>
                  <a:pt x="51002" y="22800"/>
                  <a:pt x="51002" y="22776"/>
                </a:cubicBezTo>
                <a:cubicBezTo>
                  <a:pt x="51027" y="22776"/>
                  <a:pt x="51027" y="22751"/>
                  <a:pt x="51077" y="22751"/>
                </a:cubicBezTo>
                <a:close/>
                <a:moveTo>
                  <a:pt x="113329" y="18395"/>
                </a:moveTo>
                <a:lnTo>
                  <a:pt x="113329" y="18395"/>
                </a:lnTo>
                <a:cubicBezTo>
                  <a:pt x="113603" y="18893"/>
                  <a:pt x="113852" y="19316"/>
                  <a:pt x="113977" y="19540"/>
                </a:cubicBezTo>
                <a:cubicBezTo>
                  <a:pt x="114126" y="19814"/>
                  <a:pt x="114300" y="20137"/>
                  <a:pt x="114425" y="20436"/>
                </a:cubicBezTo>
                <a:cubicBezTo>
                  <a:pt x="115047" y="21780"/>
                  <a:pt x="115495" y="22975"/>
                  <a:pt x="115868" y="23995"/>
                </a:cubicBezTo>
                <a:cubicBezTo>
                  <a:pt x="115868" y="24020"/>
                  <a:pt x="115918" y="24045"/>
                  <a:pt x="115918" y="24095"/>
                </a:cubicBezTo>
                <a:cubicBezTo>
                  <a:pt x="115868" y="24045"/>
                  <a:pt x="115843" y="23995"/>
                  <a:pt x="115843" y="23970"/>
                </a:cubicBezTo>
                <a:cubicBezTo>
                  <a:pt x="115843" y="23970"/>
                  <a:pt x="115843" y="23921"/>
                  <a:pt x="115819" y="23921"/>
                </a:cubicBezTo>
                <a:lnTo>
                  <a:pt x="115819" y="23896"/>
                </a:lnTo>
                <a:cubicBezTo>
                  <a:pt x="115769" y="23846"/>
                  <a:pt x="115744" y="23771"/>
                  <a:pt x="115719" y="23672"/>
                </a:cubicBezTo>
                <a:cubicBezTo>
                  <a:pt x="115370" y="22726"/>
                  <a:pt x="114947" y="21655"/>
                  <a:pt x="114375" y="20436"/>
                </a:cubicBezTo>
                <a:cubicBezTo>
                  <a:pt x="114026" y="19739"/>
                  <a:pt x="113653" y="19017"/>
                  <a:pt x="113329" y="18395"/>
                </a:cubicBezTo>
                <a:close/>
                <a:moveTo>
                  <a:pt x="113180" y="20535"/>
                </a:moveTo>
                <a:lnTo>
                  <a:pt x="113180" y="20535"/>
                </a:lnTo>
                <a:cubicBezTo>
                  <a:pt x="113429" y="20809"/>
                  <a:pt x="113678" y="21058"/>
                  <a:pt x="113877" y="21382"/>
                </a:cubicBezTo>
                <a:cubicBezTo>
                  <a:pt x="113927" y="21407"/>
                  <a:pt x="113952" y="21431"/>
                  <a:pt x="113952" y="21481"/>
                </a:cubicBezTo>
                <a:cubicBezTo>
                  <a:pt x="114250" y="21879"/>
                  <a:pt x="114524" y="22278"/>
                  <a:pt x="114823" y="22676"/>
                </a:cubicBezTo>
                <a:cubicBezTo>
                  <a:pt x="114823" y="22726"/>
                  <a:pt x="114848" y="22726"/>
                  <a:pt x="114848" y="22751"/>
                </a:cubicBezTo>
                <a:cubicBezTo>
                  <a:pt x="115097" y="23124"/>
                  <a:pt x="115296" y="23497"/>
                  <a:pt x="115495" y="23871"/>
                </a:cubicBezTo>
                <a:cubicBezTo>
                  <a:pt x="115545" y="23995"/>
                  <a:pt x="115595" y="24120"/>
                  <a:pt x="115619" y="24244"/>
                </a:cubicBezTo>
                <a:cubicBezTo>
                  <a:pt x="115221" y="23398"/>
                  <a:pt x="114723" y="22626"/>
                  <a:pt x="114176" y="21855"/>
                </a:cubicBezTo>
                <a:cubicBezTo>
                  <a:pt x="114126" y="21805"/>
                  <a:pt x="114101" y="21755"/>
                  <a:pt x="114076" y="21705"/>
                </a:cubicBezTo>
                <a:cubicBezTo>
                  <a:pt x="113802" y="21332"/>
                  <a:pt x="113504" y="21008"/>
                  <a:pt x="113205" y="20660"/>
                </a:cubicBezTo>
                <a:cubicBezTo>
                  <a:pt x="113230" y="20660"/>
                  <a:pt x="113230" y="20660"/>
                  <a:pt x="113205" y="20635"/>
                </a:cubicBezTo>
                <a:lnTo>
                  <a:pt x="113180" y="20535"/>
                </a:lnTo>
                <a:close/>
                <a:moveTo>
                  <a:pt x="93143" y="14935"/>
                </a:moveTo>
                <a:cubicBezTo>
                  <a:pt x="93889" y="18021"/>
                  <a:pt x="94014" y="21506"/>
                  <a:pt x="93516" y="25215"/>
                </a:cubicBezTo>
                <a:lnTo>
                  <a:pt x="93441" y="25215"/>
                </a:lnTo>
                <a:cubicBezTo>
                  <a:pt x="93939" y="21506"/>
                  <a:pt x="93840" y="18046"/>
                  <a:pt x="93068" y="14935"/>
                </a:cubicBezTo>
                <a:close/>
                <a:moveTo>
                  <a:pt x="93466" y="25389"/>
                </a:moveTo>
                <a:lnTo>
                  <a:pt x="93466" y="25464"/>
                </a:lnTo>
                <a:lnTo>
                  <a:pt x="93417" y="25464"/>
                </a:lnTo>
                <a:lnTo>
                  <a:pt x="93417" y="25389"/>
                </a:lnTo>
                <a:close/>
                <a:moveTo>
                  <a:pt x="97623" y="14512"/>
                </a:moveTo>
                <a:cubicBezTo>
                  <a:pt x="98245" y="14512"/>
                  <a:pt x="98868" y="14537"/>
                  <a:pt x="99490" y="14562"/>
                </a:cubicBezTo>
                <a:cubicBezTo>
                  <a:pt x="100983" y="14711"/>
                  <a:pt x="102427" y="15010"/>
                  <a:pt x="103771" y="15383"/>
                </a:cubicBezTo>
                <a:cubicBezTo>
                  <a:pt x="104593" y="18619"/>
                  <a:pt x="104742" y="22178"/>
                  <a:pt x="104344" y="25986"/>
                </a:cubicBezTo>
                <a:cubicBezTo>
                  <a:pt x="102139" y="25309"/>
                  <a:pt x="99740" y="24983"/>
                  <a:pt x="97155" y="24983"/>
                </a:cubicBezTo>
                <a:cubicBezTo>
                  <a:pt x="96035" y="24983"/>
                  <a:pt x="94880" y="25045"/>
                  <a:pt x="93690" y="25165"/>
                </a:cubicBezTo>
                <a:cubicBezTo>
                  <a:pt x="94188" y="21481"/>
                  <a:pt x="94089" y="17996"/>
                  <a:pt x="93317" y="14885"/>
                </a:cubicBezTo>
                <a:cubicBezTo>
                  <a:pt x="93441" y="14835"/>
                  <a:pt x="93541" y="14810"/>
                  <a:pt x="93665" y="14810"/>
                </a:cubicBezTo>
                <a:cubicBezTo>
                  <a:pt x="93939" y="14786"/>
                  <a:pt x="94263" y="14761"/>
                  <a:pt x="94537" y="14711"/>
                </a:cubicBezTo>
                <a:cubicBezTo>
                  <a:pt x="94910" y="14686"/>
                  <a:pt x="95283" y="14636"/>
                  <a:pt x="95657" y="14586"/>
                </a:cubicBezTo>
                <a:cubicBezTo>
                  <a:pt x="95955" y="14562"/>
                  <a:pt x="96279" y="14562"/>
                  <a:pt x="96627" y="14562"/>
                </a:cubicBezTo>
                <a:cubicBezTo>
                  <a:pt x="96926" y="14537"/>
                  <a:pt x="97275" y="14512"/>
                  <a:pt x="97623" y="14512"/>
                </a:cubicBezTo>
                <a:close/>
                <a:moveTo>
                  <a:pt x="103995" y="15433"/>
                </a:moveTo>
                <a:cubicBezTo>
                  <a:pt x="104020" y="15433"/>
                  <a:pt x="104045" y="15433"/>
                  <a:pt x="104045" y="15458"/>
                </a:cubicBezTo>
                <a:cubicBezTo>
                  <a:pt x="104842" y="18693"/>
                  <a:pt x="104991" y="22278"/>
                  <a:pt x="104593" y="26086"/>
                </a:cubicBezTo>
                <a:cubicBezTo>
                  <a:pt x="104543" y="26086"/>
                  <a:pt x="104543" y="26086"/>
                  <a:pt x="104518" y="26036"/>
                </a:cubicBezTo>
                <a:cubicBezTo>
                  <a:pt x="104916" y="22253"/>
                  <a:pt x="104792" y="18669"/>
                  <a:pt x="103995" y="15433"/>
                </a:cubicBezTo>
                <a:close/>
                <a:moveTo>
                  <a:pt x="116247" y="25401"/>
                </a:moveTo>
                <a:cubicBezTo>
                  <a:pt x="116259" y="25416"/>
                  <a:pt x="116291" y="25424"/>
                  <a:pt x="116291" y="25464"/>
                </a:cubicBezTo>
                <a:lnTo>
                  <a:pt x="116291" y="25489"/>
                </a:lnTo>
                <a:cubicBezTo>
                  <a:pt x="116366" y="25711"/>
                  <a:pt x="116440" y="25934"/>
                  <a:pt x="116490" y="26156"/>
                </a:cubicBezTo>
                <a:lnTo>
                  <a:pt x="116490" y="26156"/>
                </a:lnTo>
                <a:cubicBezTo>
                  <a:pt x="116481" y="26132"/>
                  <a:pt x="116473" y="26109"/>
                  <a:pt x="116466" y="26086"/>
                </a:cubicBezTo>
                <a:cubicBezTo>
                  <a:pt x="116392" y="25866"/>
                  <a:pt x="116343" y="25645"/>
                  <a:pt x="116247" y="25401"/>
                </a:cubicBezTo>
                <a:close/>
                <a:moveTo>
                  <a:pt x="44281" y="16802"/>
                </a:moveTo>
                <a:cubicBezTo>
                  <a:pt x="44481" y="16926"/>
                  <a:pt x="44630" y="17051"/>
                  <a:pt x="44804" y="17175"/>
                </a:cubicBezTo>
                <a:lnTo>
                  <a:pt x="45277" y="17548"/>
                </a:lnTo>
                <a:cubicBezTo>
                  <a:pt x="45302" y="17573"/>
                  <a:pt x="45327" y="17573"/>
                  <a:pt x="45327" y="17623"/>
                </a:cubicBezTo>
                <a:cubicBezTo>
                  <a:pt x="45700" y="17922"/>
                  <a:pt x="46123" y="18245"/>
                  <a:pt x="46497" y="18569"/>
                </a:cubicBezTo>
                <a:cubicBezTo>
                  <a:pt x="46497" y="18569"/>
                  <a:pt x="46522" y="18569"/>
                  <a:pt x="46522" y="18594"/>
                </a:cubicBezTo>
                <a:cubicBezTo>
                  <a:pt x="46671" y="18768"/>
                  <a:pt x="46870" y="18917"/>
                  <a:pt x="47044" y="19067"/>
                </a:cubicBezTo>
                <a:cubicBezTo>
                  <a:pt x="47069" y="19092"/>
                  <a:pt x="47144" y="19141"/>
                  <a:pt x="47169" y="19191"/>
                </a:cubicBezTo>
                <a:cubicBezTo>
                  <a:pt x="47293" y="19316"/>
                  <a:pt x="47443" y="19440"/>
                  <a:pt x="47567" y="19565"/>
                </a:cubicBezTo>
                <a:cubicBezTo>
                  <a:pt x="47667" y="19664"/>
                  <a:pt x="47766" y="19739"/>
                  <a:pt x="47816" y="19814"/>
                </a:cubicBezTo>
                <a:lnTo>
                  <a:pt x="48115" y="20112"/>
                </a:lnTo>
                <a:cubicBezTo>
                  <a:pt x="48239" y="20237"/>
                  <a:pt x="48388" y="20361"/>
                  <a:pt x="48513" y="20510"/>
                </a:cubicBezTo>
                <a:lnTo>
                  <a:pt x="48712" y="20685"/>
                </a:lnTo>
                <a:lnTo>
                  <a:pt x="49061" y="21058"/>
                </a:lnTo>
                <a:cubicBezTo>
                  <a:pt x="48289" y="21631"/>
                  <a:pt x="47542" y="22178"/>
                  <a:pt x="46771" y="22751"/>
                </a:cubicBezTo>
                <a:cubicBezTo>
                  <a:pt x="46621" y="22875"/>
                  <a:pt x="46447" y="22975"/>
                  <a:pt x="46298" y="23099"/>
                </a:cubicBezTo>
                <a:cubicBezTo>
                  <a:pt x="45551" y="23672"/>
                  <a:pt x="44779" y="24244"/>
                  <a:pt x="44033" y="24841"/>
                </a:cubicBezTo>
                <a:cubicBezTo>
                  <a:pt x="43809" y="24991"/>
                  <a:pt x="43634" y="25165"/>
                  <a:pt x="43410" y="25314"/>
                </a:cubicBezTo>
                <a:lnTo>
                  <a:pt x="42390" y="26161"/>
                </a:lnTo>
                <a:cubicBezTo>
                  <a:pt x="41718" y="24916"/>
                  <a:pt x="41170" y="23696"/>
                  <a:pt x="40722" y="22601"/>
                </a:cubicBezTo>
                <a:cubicBezTo>
                  <a:pt x="40697" y="22527"/>
                  <a:pt x="40672" y="22452"/>
                  <a:pt x="40647" y="22377"/>
                </a:cubicBezTo>
                <a:cubicBezTo>
                  <a:pt x="40523" y="22054"/>
                  <a:pt x="40423" y="21755"/>
                  <a:pt x="40299" y="21431"/>
                </a:cubicBezTo>
                <a:cubicBezTo>
                  <a:pt x="40224" y="21282"/>
                  <a:pt x="40174" y="21083"/>
                  <a:pt x="40100" y="20934"/>
                </a:cubicBezTo>
                <a:cubicBezTo>
                  <a:pt x="40025" y="20685"/>
                  <a:pt x="39950" y="20461"/>
                  <a:pt x="39901" y="20237"/>
                </a:cubicBezTo>
                <a:cubicBezTo>
                  <a:pt x="39826" y="20038"/>
                  <a:pt x="39776" y="19838"/>
                  <a:pt x="39726" y="19689"/>
                </a:cubicBezTo>
                <a:cubicBezTo>
                  <a:pt x="40398" y="19216"/>
                  <a:pt x="41071" y="18768"/>
                  <a:pt x="41718" y="18320"/>
                </a:cubicBezTo>
                <a:cubicBezTo>
                  <a:pt x="41917" y="18196"/>
                  <a:pt x="42141" y="18071"/>
                  <a:pt x="42315" y="17947"/>
                </a:cubicBezTo>
                <a:cubicBezTo>
                  <a:pt x="42838" y="17598"/>
                  <a:pt x="43336" y="17300"/>
                  <a:pt x="43883" y="16951"/>
                </a:cubicBezTo>
                <a:cubicBezTo>
                  <a:pt x="44057" y="16926"/>
                  <a:pt x="44157" y="16876"/>
                  <a:pt x="44281" y="16802"/>
                </a:cubicBezTo>
                <a:close/>
                <a:moveTo>
                  <a:pt x="97037" y="25188"/>
                </a:moveTo>
                <a:cubicBezTo>
                  <a:pt x="99657" y="25188"/>
                  <a:pt x="102099" y="25526"/>
                  <a:pt x="104294" y="26210"/>
                </a:cubicBezTo>
                <a:lnTo>
                  <a:pt x="104294" y="26260"/>
                </a:lnTo>
                <a:cubicBezTo>
                  <a:pt x="102077" y="25574"/>
                  <a:pt x="99636" y="25249"/>
                  <a:pt x="97015" y="25249"/>
                </a:cubicBezTo>
                <a:cubicBezTo>
                  <a:pt x="95929" y="25249"/>
                  <a:pt x="94811" y="25305"/>
                  <a:pt x="93665" y="25414"/>
                </a:cubicBezTo>
                <a:lnTo>
                  <a:pt x="93665" y="25364"/>
                </a:lnTo>
                <a:cubicBezTo>
                  <a:pt x="94817" y="25247"/>
                  <a:pt x="95943" y="25188"/>
                  <a:pt x="97037" y="25188"/>
                </a:cubicBezTo>
                <a:close/>
                <a:moveTo>
                  <a:pt x="104244" y="15532"/>
                </a:moveTo>
                <a:lnTo>
                  <a:pt x="104244" y="15532"/>
                </a:lnTo>
                <a:cubicBezTo>
                  <a:pt x="104543" y="15607"/>
                  <a:pt x="104866" y="15756"/>
                  <a:pt x="105165" y="15831"/>
                </a:cubicBezTo>
                <a:cubicBezTo>
                  <a:pt x="105912" y="19166"/>
                  <a:pt x="105887" y="22751"/>
                  <a:pt x="105115" y="26260"/>
                </a:cubicBezTo>
                <a:cubicBezTo>
                  <a:pt x="104991" y="26235"/>
                  <a:pt x="104866" y="26161"/>
                  <a:pt x="104742" y="26136"/>
                </a:cubicBezTo>
                <a:cubicBezTo>
                  <a:pt x="105165" y="22352"/>
                  <a:pt x="105016" y="18768"/>
                  <a:pt x="104244" y="15532"/>
                </a:cubicBezTo>
                <a:close/>
                <a:moveTo>
                  <a:pt x="39652" y="19863"/>
                </a:moveTo>
                <a:lnTo>
                  <a:pt x="39751" y="20137"/>
                </a:lnTo>
                <a:cubicBezTo>
                  <a:pt x="39801" y="20411"/>
                  <a:pt x="39901" y="20685"/>
                  <a:pt x="40000" y="21008"/>
                </a:cubicBezTo>
                <a:cubicBezTo>
                  <a:pt x="40025" y="21058"/>
                  <a:pt x="40050" y="21158"/>
                  <a:pt x="40075" y="21232"/>
                </a:cubicBezTo>
                <a:cubicBezTo>
                  <a:pt x="40622" y="22751"/>
                  <a:pt x="41369" y="24493"/>
                  <a:pt x="42290" y="26285"/>
                </a:cubicBezTo>
                <a:lnTo>
                  <a:pt x="42265" y="26335"/>
                </a:lnTo>
                <a:cubicBezTo>
                  <a:pt x="41618" y="25041"/>
                  <a:pt x="41046" y="23846"/>
                  <a:pt x="40573" y="22726"/>
                </a:cubicBezTo>
                <a:cubicBezTo>
                  <a:pt x="40548" y="22626"/>
                  <a:pt x="40523" y="22552"/>
                  <a:pt x="40498" y="22477"/>
                </a:cubicBezTo>
                <a:cubicBezTo>
                  <a:pt x="40349" y="22153"/>
                  <a:pt x="40274" y="21879"/>
                  <a:pt x="40150" y="21606"/>
                </a:cubicBezTo>
                <a:lnTo>
                  <a:pt x="39950" y="21033"/>
                </a:lnTo>
                <a:cubicBezTo>
                  <a:pt x="39901" y="20809"/>
                  <a:pt x="39826" y="20610"/>
                  <a:pt x="39751" y="20386"/>
                </a:cubicBezTo>
                <a:cubicBezTo>
                  <a:pt x="39677" y="20237"/>
                  <a:pt x="39652" y="20038"/>
                  <a:pt x="39577" y="19888"/>
                </a:cubicBezTo>
                <a:cubicBezTo>
                  <a:pt x="39627" y="19888"/>
                  <a:pt x="39627" y="19863"/>
                  <a:pt x="39652" y="19863"/>
                </a:cubicBezTo>
                <a:close/>
                <a:moveTo>
                  <a:pt x="104493" y="26235"/>
                </a:moveTo>
                <a:cubicBezTo>
                  <a:pt x="104518" y="26235"/>
                  <a:pt x="104518" y="26235"/>
                  <a:pt x="104543" y="26260"/>
                </a:cubicBezTo>
                <a:lnTo>
                  <a:pt x="104543" y="26335"/>
                </a:lnTo>
                <a:cubicBezTo>
                  <a:pt x="104518" y="26335"/>
                  <a:pt x="104518" y="26335"/>
                  <a:pt x="104493" y="26285"/>
                </a:cubicBezTo>
                <a:lnTo>
                  <a:pt x="104493" y="26235"/>
                </a:lnTo>
                <a:close/>
                <a:moveTo>
                  <a:pt x="105414" y="15931"/>
                </a:moveTo>
                <a:cubicBezTo>
                  <a:pt x="105464" y="15931"/>
                  <a:pt x="105489" y="15955"/>
                  <a:pt x="105489" y="15955"/>
                </a:cubicBezTo>
                <a:cubicBezTo>
                  <a:pt x="106161" y="19266"/>
                  <a:pt x="106136" y="22850"/>
                  <a:pt x="105364" y="26360"/>
                </a:cubicBezTo>
                <a:cubicBezTo>
                  <a:pt x="105339" y="26360"/>
                  <a:pt x="105339" y="26360"/>
                  <a:pt x="105290" y="26335"/>
                </a:cubicBezTo>
                <a:cubicBezTo>
                  <a:pt x="106086" y="22850"/>
                  <a:pt x="106111" y="19266"/>
                  <a:pt x="105414" y="15931"/>
                </a:cubicBezTo>
                <a:close/>
                <a:moveTo>
                  <a:pt x="116518" y="26231"/>
                </a:moveTo>
                <a:lnTo>
                  <a:pt x="116518" y="26231"/>
                </a:lnTo>
                <a:cubicBezTo>
                  <a:pt x="116524" y="26234"/>
                  <a:pt x="116531" y="26235"/>
                  <a:pt x="116540" y="26235"/>
                </a:cubicBezTo>
                <a:cubicBezTo>
                  <a:pt x="116559" y="26272"/>
                  <a:pt x="116564" y="26323"/>
                  <a:pt x="116575" y="26367"/>
                </a:cubicBezTo>
                <a:lnTo>
                  <a:pt x="116575" y="26367"/>
                </a:lnTo>
                <a:cubicBezTo>
                  <a:pt x="116570" y="26356"/>
                  <a:pt x="116565" y="26346"/>
                  <a:pt x="116565" y="26335"/>
                </a:cubicBezTo>
                <a:cubicBezTo>
                  <a:pt x="116546" y="26297"/>
                  <a:pt x="116531" y="26263"/>
                  <a:pt x="116518" y="26231"/>
                </a:cubicBezTo>
                <a:close/>
                <a:moveTo>
                  <a:pt x="49260" y="21183"/>
                </a:moveTo>
                <a:cubicBezTo>
                  <a:pt x="49260" y="21183"/>
                  <a:pt x="49260" y="21232"/>
                  <a:pt x="49285" y="21257"/>
                </a:cubicBezTo>
                <a:cubicBezTo>
                  <a:pt x="48513" y="21805"/>
                  <a:pt x="47741" y="22402"/>
                  <a:pt x="46970" y="22975"/>
                </a:cubicBezTo>
                <a:cubicBezTo>
                  <a:pt x="46795" y="23099"/>
                  <a:pt x="46646" y="23224"/>
                  <a:pt x="46472" y="23348"/>
                </a:cubicBezTo>
                <a:cubicBezTo>
                  <a:pt x="45725" y="23896"/>
                  <a:pt x="44978" y="24493"/>
                  <a:pt x="44257" y="25041"/>
                </a:cubicBezTo>
                <a:cubicBezTo>
                  <a:pt x="44033" y="25240"/>
                  <a:pt x="43809" y="25389"/>
                  <a:pt x="43609" y="25588"/>
                </a:cubicBezTo>
                <a:lnTo>
                  <a:pt x="42564" y="26410"/>
                </a:lnTo>
                <a:cubicBezTo>
                  <a:pt x="42564" y="26385"/>
                  <a:pt x="42539" y="26385"/>
                  <a:pt x="42539" y="26360"/>
                </a:cubicBezTo>
                <a:cubicBezTo>
                  <a:pt x="42888" y="26086"/>
                  <a:pt x="43236" y="25762"/>
                  <a:pt x="43609" y="25489"/>
                </a:cubicBezTo>
                <a:cubicBezTo>
                  <a:pt x="43809" y="25290"/>
                  <a:pt x="44033" y="25140"/>
                  <a:pt x="44257" y="24966"/>
                </a:cubicBezTo>
                <a:cubicBezTo>
                  <a:pt x="45003" y="24369"/>
                  <a:pt x="45750" y="23771"/>
                  <a:pt x="46497" y="23224"/>
                </a:cubicBezTo>
                <a:cubicBezTo>
                  <a:pt x="46646" y="23099"/>
                  <a:pt x="46795" y="23000"/>
                  <a:pt x="46970" y="22875"/>
                </a:cubicBezTo>
                <a:cubicBezTo>
                  <a:pt x="47741" y="22303"/>
                  <a:pt x="48488" y="21730"/>
                  <a:pt x="49260" y="21183"/>
                </a:cubicBezTo>
                <a:close/>
                <a:moveTo>
                  <a:pt x="81519" y="16827"/>
                </a:moveTo>
                <a:cubicBezTo>
                  <a:pt x="81568" y="16926"/>
                  <a:pt x="81618" y="17026"/>
                  <a:pt x="81643" y="17125"/>
                </a:cubicBezTo>
                <a:cubicBezTo>
                  <a:pt x="81718" y="17250"/>
                  <a:pt x="81743" y="17374"/>
                  <a:pt x="81817" y="17499"/>
                </a:cubicBezTo>
                <a:cubicBezTo>
                  <a:pt x="81942" y="17972"/>
                  <a:pt x="82091" y="18420"/>
                  <a:pt x="82216" y="18868"/>
                </a:cubicBezTo>
                <a:cubicBezTo>
                  <a:pt x="82216" y="18893"/>
                  <a:pt x="82240" y="18942"/>
                  <a:pt x="82240" y="18992"/>
                </a:cubicBezTo>
                <a:cubicBezTo>
                  <a:pt x="82191" y="19017"/>
                  <a:pt x="82141" y="19042"/>
                  <a:pt x="82091" y="19117"/>
                </a:cubicBezTo>
                <a:cubicBezTo>
                  <a:pt x="81817" y="19316"/>
                  <a:pt x="81519" y="19515"/>
                  <a:pt x="81270" y="19739"/>
                </a:cubicBezTo>
                <a:cubicBezTo>
                  <a:pt x="81220" y="19789"/>
                  <a:pt x="81120" y="19863"/>
                  <a:pt x="81071" y="19913"/>
                </a:cubicBezTo>
                <a:cubicBezTo>
                  <a:pt x="81021" y="19938"/>
                  <a:pt x="80996" y="19988"/>
                  <a:pt x="80946" y="20013"/>
                </a:cubicBezTo>
                <a:cubicBezTo>
                  <a:pt x="80896" y="20038"/>
                  <a:pt x="80871" y="20038"/>
                  <a:pt x="80871" y="20062"/>
                </a:cubicBezTo>
                <a:cubicBezTo>
                  <a:pt x="80622" y="20262"/>
                  <a:pt x="80398" y="20486"/>
                  <a:pt x="80199" y="20660"/>
                </a:cubicBezTo>
                <a:cubicBezTo>
                  <a:pt x="80125" y="20734"/>
                  <a:pt x="80025" y="20784"/>
                  <a:pt x="79975" y="20859"/>
                </a:cubicBezTo>
                <a:cubicBezTo>
                  <a:pt x="79652" y="21158"/>
                  <a:pt x="79353" y="21431"/>
                  <a:pt x="79029" y="21755"/>
                </a:cubicBezTo>
                <a:lnTo>
                  <a:pt x="78855" y="21929"/>
                </a:lnTo>
                <a:cubicBezTo>
                  <a:pt x="78606" y="22178"/>
                  <a:pt x="78382" y="22427"/>
                  <a:pt x="78158" y="22676"/>
                </a:cubicBezTo>
                <a:cubicBezTo>
                  <a:pt x="78084" y="22776"/>
                  <a:pt x="77984" y="22900"/>
                  <a:pt x="77909" y="23000"/>
                </a:cubicBezTo>
                <a:cubicBezTo>
                  <a:pt x="77710" y="23248"/>
                  <a:pt x="77511" y="23522"/>
                  <a:pt x="77287" y="23771"/>
                </a:cubicBezTo>
                <a:cubicBezTo>
                  <a:pt x="77237" y="23871"/>
                  <a:pt x="77138" y="23995"/>
                  <a:pt x="77088" y="24095"/>
                </a:cubicBezTo>
                <a:cubicBezTo>
                  <a:pt x="76889" y="24369"/>
                  <a:pt x="76665" y="24642"/>
                  <a:pt x="76515" y="24916"/>
                </a:cubicBezTo>
                <a:cubicBezTo>
                  <a:pt x="76391" y="25115"/>
                  <a:pt x="76291" y="25265"/>
                  <a:pt x="76167" y="25464"/>
                </a:cubicBezTo>
                <a:cubicBezTo>
                  <a:pt x="76092" y="25588"/>
                  <a:pt x="76018" y="25738"/>
                  <a:pt x="75918" y="25862"/>
                </a:cubicBezTo>
                <a:lnTo>
                  <a:pt x="75545" y="26509"/>
                </a:lnTo>
                <a:cubicBezTo>
                  <a:pt x="75047" y="24916"/>
                  <a:pt x="74300" y="23597"/>
                  <a:pt x="73280" y="22477"/>
                </a:cubicBezTo>
                <a:cubicBezTo>
                  <a:pt x="73329" y="22352"/>
                  <a:pt x="73379" y="22178"/>
                  <a:pt x="73429" y="22054"/>
                </a:cubicBezTo>
                <a:cubicBezTo>
                  <a:pt x="73603" y="21655"/>
                  <a:pt x="73777" y="21232"/>
                  <a:pt x="73952" y="20809"/>
                </a:cubicBezTo>
                <a:lnTo>
                  <a:pt x="74151" y="20436"/>
                </a:lnTo>
                <a:cubicBezTo>
                  <a:pt x="74300" y="20112"/>
                  <a:pt x="74499" y="19764"/>
                  <a:pt x="74674" y="19390"/>
                </a:cubicBezTo>
                <a:cubicBezTo>
                  <a:pt x="76988" y="18395"/>
                  <a:pt x="79278" y="17548"/>
                  <a:pt x="81519" y="16827"/>
                </a:cubicBezTo>
                <a:close/>
                <a:moveTo>
                  <a:pt x="104717" y="26335"/>
                </a:moveTo>
                <a:cubicBezTo>
                  <a:pt x="104842" y="26360"/>
                  <a:pt x="104916" y="26385"/>
                  <a:pt x="105041" y="26459"/>
                </a:cubicBezTo>
                <a:lnTo>
                  <a:pt x="105041" y="26509"/>
                </a:lnTo>
                <a:cubicBezTo>
                  <a:pt x="104916" y="26484"/>
                  <a:pt x="104842" y="26459"/>
                  <a:pt x="104717" y="26385"/>
                </a:cubicBezTo>
                <a:lnTo>
                  <a:pt x="104717" y="26335"/>
                </a:lnTo>
                <a:close/>
                <a:moveTo>
                  <a:pt x="113329" y="21133"/>
                </a:moveTo>
                <a:lnTo>
                  <a:pt x="113329" y="21133"/>
                </a:lnTo>
                <a:cubicBezTo>
                  <a:pt x="114350" y="22377"/>
                  <a:pt x="115221" y="23746"/>
                  <a:pt x="115918" y="25265"/>
                </a:cubicBezTo>
                <a:cubicBezTo>
                  <a:pt x="116067" y="25663"/>
                  <a:pt x="116217" y="26111"/>
                  <a:pt x="116366" y="26509"/>
                </a:cubicBezTo>
                <a:cubicBezTo>
                  <a:pt x="115619" y="24543"/>
                  <a:pt x="114599" y="22776"/>
                  <a:pt x="113354" y="21257"/>
                </a:cubicBezTo>
                <a:cubicBezTo>
                  <a:pt x="113354" y="21232"/>
                  <a:pt x="113329" y="21158"/>
                  <a:pt x="113329" y="21133"/>
                </a:cubicBezTo>
                <a:close/>
                <a:moveTo>
                  <a:pt x="42390" y="26484"/>
                </a:moveTo>
                <a:cubicBezTo>
                  <a:pt x="42390" y="26509"/>
                  <a:pt x="42415" y="26509"/>
                  <a:pt x="42415" y="26534"/>
                </a:cubicBezTo>
                <a:lnTo>
                  <a:pt x="42390" y="26559"/>
                </a:lnTo>
                <a:cubicBezTo>
                  <a:pt x="42390" y="26534"/>
                  <a:pt x="42365" y="26534"/>
                  <a:pt x="42365" y="26509"/>
                </a:cubicBezTo>
                <a:lnTo>
                  <a:pt x="42390" y="26484"/>
                </a:lnTo>
                <a:close/>
                <a:moveTo>
                  <a:pt x="92869" y="15010"/>
                </a:moveTo>
                <a:cubicBezTo>
                  <a:pt x="93641" y="18071"/>
                  <a:pt x="93765" y="21531"/>
                  <a:pt x="93267" y="25240"/>
                </a:cubicBezTo>
                <a:cubicBezTo>
                  <a:pt x="91052" y="25489"/>
                  <a:pt x="88737" y="25912"/>
                  <a:pt x="86347" y="26584"/>
                </a:cubicBezTo>
                <a:cubicBezTo>
                  <a:pt x="86123" y="23721"/>
                  <a:pt x="85551" y="20784"/>
                  <a:pt x="84605" y="18021"/>
                </a:cubicBezTo>
                <a:cubicBezTo>
                  <a:pt x="84829" y="17897"/>
                  <a:pt x="85028" y="17797"/>
                  <a:pt x="85227" y="17673"/>
                </a:cubicBezTo>
                <a:lnTo>
                  <a:pt x="86074" y="17200"/>
                </a:lnTo>
                <a:cubicBezTo>
                  <a:pt x="86372" y="17051"/>
                  <a:pt x="86646" y="16926"/>
                  <a:pt x="86970" y="16802"/>
                </a:cubicBezTo>
                <a:cubicBezTo>
                  <a:pt x="87268" y="16677"/>
                  <a:pt x="87567" y="16528"/>
                  <a:pt x="87866" y="16403"/>
                </a:cubicBezTo>
                <a:cubicBezTo>
                  <a:pt x="88140" y="16279"/>
                  <a:pt x="88463" y="16179"/>
                  <a:pt x="88762" y="16080"/>
                </a:cubicBezTo>
                <a:cubicBezTo>
                  <a:pt x="89110" y="15955"/>
                  <a:pt x="89434" y="15831"/>
                  <a:pt x="89758" y="15756"/>
                </a:cubicBezTo>
                <a:cubicBezTo>
                  <a:pt x="90056" y="15657"/>
                  <a:pt x="90355" y="15582"/>
                  <a:pt x="90629" y="15507"/>
                </a:cubicBezTo>
                <a:cubicBezTo>
                  <a:pt x="90977" y="15408"/>
                  <a:pt x="91326" y="15283"/>
                  <a:pt x="91699" y="15209"/>
                </a:cubicBezTo>
                <a:cubicBezTo>
                  <a:pt x="91973" y="15159"/>
                  <a:pt x="92247" y="15084"/>
                  <a:pt x="92545" y="15059"/>
                </a:cubicBezTo>
                <a:cubicBezTo>
                  <a:pt x="92670" y="15034"/>
                  <a:pt x="92744" y="15034"/>
                  <a:pt x="92869" y="15010"/>
                </a:cubicBezTo>
                <a:close/>
                <a:moveTo>
                  <a:pt x="105290" y="26509"/>
                </a:moveTo>
                <a:lnTo>
                  <a:pt x="105290" y="26584"/>
                </a:lnTo>
                <a:lnTo>
                  <a:pt x="105240" y="26584"/>
                </a:lnTo>
                <a:lnTo>
                  <a:pt x="105240" y="26509"/>
                </a:lnTo>
                <a:close/>
                <a:moveTo>
                  <a:pt x="84456" y="18121"/>
                </a:moveTo>
                <a:cubicBezTo>
                  <a:pt x="85377" y="20884"/>
                  <a:pt x="85974" y="23771"/>
                  <a:pt x="86173" y="26634"/>
                </a:cubicBezTo>
                <a:cubicBezTo>
                  <a:pt x="86157" y="26625"/>
                  <a:pt x="86143" y="26623"/>
                  <a:pt x="86132" y="26623"/>
                </a:cubicBezTo>
                <a:cubicBezTo>
                  <a:pt x="86110" y="26623"/>
                  <a:pt x="86099" y="26634"/>
                  <a:pt x="86099" y="26634"/>
                </a:cubicBezTo>
                <a:cubicBezTo>
                  <a:pt x="85899" y="23796"/>
                  <a:pt x="85327" y="20909"/>
                  <a:pt x="84381" y="18146"/>
                </a:cubicBezTo>
                <a:cubicBezTo>
                  <a:pt x="84431" y="18146"/>
                  <a:pt x="84431" y="18121"/>
                  <a:pt x="84456" y="18121"/>
                </a:cubicBezTo>
                <a:close/>
                <a:moveTo>
                  <a:pt x="93253" y="25416"/>
                </a:moveTo>
                <a:lnTo>
                  <a:pt x="93253" y="25416"/>
                </a:lnTo>
                <a:cubicBezTo>
                  <a:pt x="93217" y="25424"/>
                  <a:pt x="93217" y="25466"/>
                  <a:pt x="93217" y="25489"/>
                </a:cubicBezTo>
                <a:cubicBezTo>
                  <a:pt x="91027" y="25738"/>
                  <a:pt x="88737" y="26161"/>
                  <a:pt x="86372" y="26833"/>
                </a:cubicBezTo>
                <a:lnTo>
                  <a:pt x="86372" y="26758"/>
                </a:lnTo>
                <a:cubicBezTo>
                  <a:pt x="88732" y="26112"/>
                  <a:pt x="91042" y="25665"/>
                  <a:pt x="93253" y="25416"/>
                </a:cubicBezTo>
                <a:close/>
                <a:moveTo>
                  <a:pt x="73255" y="22726"/>
                </a:moveTo>
                <a:cubicBezTo>
                  <a:pt x="74275" y="23846"/>
                  <a:pt x="75022" y="25215"/>
                  <a:pt x="75495" y="26783"/>
                </a:cubicBezTo>
                <a:cubicBezTo>
                  <a:pt x="75420" y="26833"/>
                  <a:pt x="75420" y="26858"/>
                  <a:pt x="75420" y="26883"/>
                </a:cubicBezTo>
                <a:cubicBezTo>
                  <a:pt x="74972" y="25290"/>
                  <a:pt x="74225" y="23896"/>
                  <a:pt x="73230" y="22776"/>
                </a:cubicBezTo>
                <a:cubicBezTo>
                  <a:pt x="73230" y="22751"/>
                  <a:pt x="73230" y="22751"/>
                  <a:pt x="73255" y="22726"/>
                </a:cubicBezTo>
                <a:close/>
                <a:moveTo>
                  <a:pt x="86173" y="26783"/>
                </a:moveTo>
                <a:lnTo>
                  <a:pt x="86173" y="26858"/>
                </a:lnTo>
                <a:cubicBezTo>
                  <a:pt x="86173" y="26858"/>
                  <a:pt x="86123" y="26883"/>
                  <a:pt x="86099" y="26883"/>
                </a:cubicBezTo>
                <a:lnTo>
                  <a:pt x="86099" y="26833"/>
                </a:lnTo>
                <a:cubicBezTo>
                  <a:pt x="86123" y="26833"/>
                  <a:pt x="86123" y="26833"/>
                  <a:pt x="86173" y="26783"/>
                </a:cubicBezTo>
                <a:close/>
                <a:moveTo>
                  <a:pt x="49409" y="21382"/>
                </a:moveTo>
                <a:cubicBezTo>
                  <a:pt x="49708" y="21680"/>
                  <a:pt x="49982" y="21979"/>
                  <a:pt x="50280" y="22278"/>
                </a:cubicBezTo>
                <a:cubicBezTo>
                  <a:pt x="50405" y="22427"/>
                  <a:pt x="50579" y="22552"/>
                  <a:pt x="50703" y="22726"/>
                </a:cubicBezTo>
                <a:cubicBezTo>
                  <a:pt x="48164" y="23921"/>
                  <a:pt x="45601" y="25464"/>
                  <a:pt x="43012" y="27256"/>
                </a:cubicBezTo>
                <a:cubicBezTo>
                  <a:pt x="42888" y="27032"/>
                  <a:pt x="42763" y="26783"/>
                  <a:pt x="42664" y="26584"/>
                </a:cubicBezTo>
                <a:cubicBezTo>
                  <a:pt x="43012" y="26285"/>
                  <a:pt x="43311" y="26011"/>
                  <a:pt x="43659" y="25762"/>
                </a:cubicBezTo>
                <a:cubicBezTo>
                  <a:pt x="43883" y="25588"/>
                  <a:pt x="44132" y="25389"/>
                  <a:pt x="44356" y="25215"/>
                </a:cubicBezTo>
                <a:cubicBezTo>
                  <a:pt x="45053" y="24617"/>
                  <a:pt x="45800" y="24045"/>
                  <a:pt x="46547" y="23497"/>
                </a:cubicBezTo>
                <a:cubicBezTo>
                  <a:pt x="46721" y="23373"/>
                  <a:pt x="46870" y="23248"/>
                  <a:pt x="47019" y="23149"/>
                </a:cubicBezTo>
                <a:cubicBezTo>
                  <a:pt x="47766" y="22601"/>
                  <a:pt x="48538" y="22029"/>
                  <a:pt x="49285" y="21481"/>
                </a:cubicBezTo>
                <a:cubicBezTo>
                  <a:pt x="49334" y="21431"/>
                  <a:pt x="49384" y="21407"/>
                  <a:pt x="49409" y="21382"/>
                </a:cubicBezTo>
                <a:close/>
                <a:moveTo>
                  <a:pt x="42514" y="26733"/>
                </a:moveTo>
                <a:cubicBezTo>
                  <a:pt x="42614" y="26907"/>
                  <a:pt x="42738" y="27156"/>
                  <a:pt x="42863" y="27380"/>
                </a:cubicBezTo>
                <a:lnTo>
                  <a:pt x="42813" y="27405"/>
                </a:lnTo>
                <a:cubicBezTo>
                  <a:pt x="42688" y="27181"/>
                  <a:pt x="42614" y="26982"/>
                  <a:pt x="42489" y="26758"/>
                </a:cubicBezTo>
                <a:lnTo>
                  <a:pt x="42514" y="26733"/>
                </a:lnTo>
                <a:close/>
                <a:moveTo>
                  <a:pt x="50828" y="22825"/>
                </a:moveTo>
                <a:cubicBezTo>
                  <a:pt x="50828" y="22875"/>
                  <a:pt x="50853" y="22875"/>
                  <a:pt x="50853" y="22900"/>
                </a:cubicBezTo>
                <a:cubicBezTo>
                  <a:pt x="48289" y="24145"/>
                  <a:pt x="45725" y="25663"/>
                  <a:pt x="43136" y="27480"/>
                </a:cubicBezTo>
                <a:cubicBezTo>
                  <a:pt x="43136" y="27455"/>
                  <a:pt x="43112" y="27455"/>
                  <a:pt x="43112" y="27405"/>
                </a:cubicBezTo>
                <a:cubicBezTo>
                  <a:pt x="45675" y="25613"/>
                  <a:pt x="48264" y="24070"/>
                  <a:pt x="50828" y="22825"/>
                </a:cubicBezTo>
                <a:close/>
                <a:moveTo>
                  <a:pt x="64177" y="19540"/>
                </a:moveTo>
                <a:cubicBezTo>
                  <a:pt x="65925" y="19540"/>
                  <a:pt x="67537" y="19784"/>
                  <a:pt x="68973" y="20286"/>
                </a:cubicBezTo>
                <a:cubicBezTo>
                  <a:pt x="68874" y="20784"/>
                  <a:pt x="68774" y="21257"/>
                  <a:pt x="68700" y="21755"/>
                </a:cubicBezTo>
                <a:cubicBezTo>
                  <a:pt x="65514" y="23423"/>
                  <a:pt x="62278" y="25364"/>
                  <a:pt x="59017" y="27505"/>
                </a:cubicBezTo>
                <a:cubicBezTo>
                  <a:pt x="58370" y="25215"/>
                  <a:pt x="57947" y="22800"/>
                  <a:pt x="57772" y="20461"/>
                </a:cubicBezTo>
                <a:cubicBezTo>
                  <a:pt x="60045" y="19853"/>
                  <a:pt x="62199" y="19540"/>
                  <a:pt x="64177" y="19540"/>
                </a:cubicBezTo>
                <a:close/>
                <a:moveTo>
                  <a:pt x="84257" y="18171"/>
                </a:moveTo>
                <a:cubicBezTo>
                  <a:pt x="85128" y="20983"/>
                  <a:pt x="85725" y="23846"/>
                  <a:pt x="85924" y="26659"/>
                </a:cubicBezTo>
                <a:cubicBezTo>
                  <a:pt x="84978" y="26907"/>
                  <a:pt x="84008" y="27231"/>
                  <a:pt x="83087" y="27530"/>
                </a:cubicBezTo>
                <a:cubicBezTo>
                  <a:pt x="83136" y="27107"/>
                  <a:pt x="83186" y="26659"/>
                  <a:pt x="83236" y="26235"/>
                </a:cubicBezTo>
                <a:lnTo>
                  <a:pt x="83236" y="26161"/>
                </a:lnTo>
                <a:cubicBezTo>
                  <a:pt x="83261" y="25738"/>
                  <a:pt x="83311" y="25290"/>
                  <a:pt x="83311" y="24866"/>
                </a:cubicBezTo>
                <a:lnTo>
                  <a:pt x="83311" y="24767"/>
                </a:lnTo>
                <a:lnTo>
                  <a:pt x="83311" y="24593"/>
                </a:lnTo>
                <a:lnTo>
                  <a:pt x="83311" y="23497"/>
                </a:lnTo>
                <a:lnTo>
                  <a:pt x="83311" y="23248"/>
                </a:lnTo>
                <a:lnTo>
                  <a:pt x="83311" y="23099"/>
                </a:lnTo>
                <a:cubicBezTo>
                  <a:pt x="83311" y="22776"/>
                  <a:pt x="83261" y="22502"/>
                  <a:pt x="83236" y="22178"/>
                </a:cubicBezTo>
                <a:cubicBezTo>
                  <a:pt x="83236" y="22054"/>
                  <a:pt x="83236" y="21929"/>
                  <a:pt x="83211" y="21805"/>
                </a:cubicBezTo>
                <a:lnTo>
                  <a:pt x="83211" y="21655"/>
                </a:lnTo>
                <a:cubicBezTo>
                  <a:pt x="83161" y="21407"/>
                  <a:pt x="83136" y="21133"/>
                  <a:pt x="83112" y="20884"/>
                </a:cubicBezTo>
                <a:cubicBezTo>
                  <a:pt x="83087" y="20710"/>
                  <a:pt x="83087" y="20560"/>
                  <a:pt x="83062" y="20386"/>
                </a:cubicBezTo>
                <a:cubicBezTo>
                  <a:pt x="83062" y="20361"/>
                  <a:pt x="83062" y="20311"/>
                  <a:pt x="83012" y="20286"/>
                </a:cubicBezTo>
                <a:cubicBezTo>
                  <a:pt x="82987" y="20038"/>
                  <a:pt x="82912" y="19814"/>
                  <a:pt x="82863" y="19614"/>
                </a:cubicBezTo>
                <a:lnTo>
                  <a:pt x="82763" y="19141"/>
                </a:lnTo>
                <a:cubicBezTo>
                  <a:pt x="83012" y="18942"/>
                  <a:pt x="83286" y="18793"/>
                  <a:pt x="83585" y="18594"/>
                </a:cubicBezTo>
                <a:cubicBezTo>
                  <a:pt x="83784" y="18445"/>
                  <a:pt x="84008" y="18295"/>
                  <a:pt x="84257" y="18171"/>
                </a:cubicBezTo>
                <a:close/>
                <a:moveTo>
                  <a:pt x="82614" y="19291"/>
                </a:moveTo>
                <a:cubicBezTo>
                  <a:pt x="82614" y="19490"/>
                  <a:pt x="82639" y="19664"/>
                  <a:pt x="82713" y="19838"/>
                </a:cubicBezTo>
                <a:cubicBezTo>
                  <a:pt x="82738" y="20038"/>
                  <a:pt x="82813" y="20237"/>
                  <a:pt x="82838" y="20411"/>
                </a:cubicBezTo>
                <a:cubicBezTo>
                  <a:pt x="82863" y="20535"/>
                  <a:pt x="82863" y="20660"/>
                  <a:pt x="82888" y="20784"/>
                </a:cubicBezTo>
                <a:cubicBezTo>
                  <a:pt x="82937" y="20884"/>
                  <a:pt x="82937" y="21008"/>
                  <a:pt x="82937" y="21083"/>
                </a:cubicBezTo>
                <a:cubicBezTo>
                  <a:pt x="82962" y="21307"/>
                  <a:pt x="82987" y="21531"/>
                  <a:pt x="83012" y="21780"/>
                </a:cubicBezTo>
                <a:cubicBezTo>
                  <a:pt x="83012" y="21904"/>
                  <a:pt x="83062" y="22054"/>
                  <a:pt x="83062" y="22178"/>
                </a:cubicBezTo>
                <a:lnTo>
                  <a:pt x="83062" y="22303"/>
                </a:lnTo>
                <a:cubicBezTo>
                  <a:pt x="83087" y="22626"/>
                  <a:pt x="83112" y="22900"/>
                  <a:pt x="83112" y="23224"/>
                </a:cubicBezTo>
                <a:lnTo>
                  <a:pt x="83112" y="23547"/>
                </a:lnTo>
                <a:lnTo>
                  <a:pt x="83112" y="24717"/>
                </a:lnTo>
                <a:lnTo>
                  <a:pt x="83112" y="24891"/>
                </a:lnTo>
                <a:cubicBezTo>
                  <a:pt x="83087" y="25787"/>
                  <a:pt x="82987" y="26708"/>
                  <a:pt x="82863" y="27629"/>
                </a:cubicBezTo>
                <a:lnTo>
                  <a:pt x="82788" y="27629"/>
                </a:lnTo>
                <a:cubicBezTo>
                  <a:pt x="82863" y="27256"/>
                  <a:pt x="82888" y="26883"/>
                  <a:pt x="82912" y="26509"/>
                </a:cubicBezTo>
                <a:cubicBezTo>
                  <a:pt x="82912" y="26459"/>
                  <a:pt x="82912" y="26410"/>
                  <a:pt x="82962" y="26360"/>
                </a:cubicBezTo>
                <a:cubicBezTo>
                  <a:pt x="82962" y="26285"/>
                  <a:pt x="82962" y="26235"/>
                  <a:pt x="82987" y="26161"/>
                </a:cubicBezTo>
                <a:lnTo>
                  <a:pt x="82987" y="26111"/>
                </a:lnTo>
                <a:cubicBezTo>
                  <a:pt x="83012" y="25762"/>
                  <a:pt x="83012" y="25414"/>
                  <a:pt x="83062" y="25090"/>
                </a:cubicBezTo>
                <a:lnTo>
                  <a:pt x="83062" y="24991"/>
                </a:lnTo>
                <a:lnTo>
                  <a:pt x="83062" y="24866"/>
                </a:lnTo>
                <a:lnTo>
                  <a:pt x="83062" y="24617"/>
                </a:lnTo>
                <a:lnTo>
                  <a:pt x="83062" y="23672"/>
                </a:lnTo>
                <a:lnTo>
                  <a:pt x="83062" y="23373"/>
                </a:lnTo>
                <a:lnTo>
                  <a:pt x="83062" y="23174"/>
                </a:lnTo>
                <a:cubicBezTo>
                  <a:pt x="83062" y="22900"/>
                  <a:pt x="83012" y="22601"/>
                  <a:pt x="82987" y="22303"/>
                </a:cubicBezTo>
                <a:cubicBezTo>
                  <a:pt x="82987" y="22178"/>
                  <a:pt x="82987" y="22054"/>
                  <a:pt x="82962" y="21904"/>
                </a:cubicBezTo>
                <a:lnTo>
                  <a:pt x="82962" y="21780"/>
                </a:lnTo>
                <a:cubicBezTo>
                  <a:pt x="82912" y="21506"/>
                  <a:pt x="82888" y="21232"/>
                  <a:pt x="82838" y="20934"/>
                </a:cubicBezTo>
                <a:cubicBezTo>
                  <a:pt x="82788" y="20809"/>
                  <a:pt x="82788" y="20685"/>
                  <a:pt x="82763" y="20560"/>
                </a:cubicBezTo>
                <a:lnTo>
                  <a:pt x="82763" y="20486"/>
                </a:lnTo>
                <a:lnTo>
                  <a:pt x="82763" y="20436"/>
                </a:lnTo>
                <a:cubicBezTo>
                  <a:pt x="82738" y="20311"/>
                  <a:pt x="82713" y="20187"/>
                  <a:pt x="82713" y="20112"/>
                </a:cubicBezTo>
                <a:cubicBezTo>
                  <a:pt x="82713" y="20062"/>
                  <a:pt x="82713" y="20038"/>
                  <a:pt x="82688" y="20013"/>
                </a:cubicBezTo>
                <a:cubicBezTo>
                  <a:pt x="82639" y="19789"/>
                  <a:pt x="82589" y="19565"/>
                  <a:pt x="82564" y="19365"/>
                </a:cubicBezTo>
                <a:lnTo>
                  <a:pt x="82589" y="19316"/>
                </a:lnTo>
                <a:cubicBezTo>
                  <a:pt x="82589" y="19316"/>
                  <a:pt x="82614" y="19316"/>
                  <a:pt x="82614" y="19291"/>
                </a:cubicBezTo>
                <a:close/>
                <a:moveTo>
                  <a:pt x="57598" y="20510"/>
                </a:moveTo>
                <a:cubicBezTo>
                  <a:pt x="57797" y="22900"/>
                  <a:pt x="58196" y="25290"/>
                  <a:pt x="58868" y="27629"/>
                </a:cubicBezTo>
                <a:cubicBezTo>
                  <a:pt x="58843" y="27629"/>
                  <a:pt x="58843" y="27654"/>
                  <a:pt x="58818" y="27654"/>
                </a:cubicBezTo>
                <a:cubicBezTo>
                  <a:pt x="58121" y="25314"/>
                  <a:pt x="57698" y="22900"/>
                  <a:pt x="57548" y="20535"/>
                </a:cubicBezTo>
                <a:cubicBezTo>
                  <a:pt x="57573" y="20535"/>
                  <a:pt x="57573" y="20535"/>
                  <a:pt x="57598" y="20510"/>
                </a:cubicBezTo>
                <a:close/>
                <a:moveTo>
                  <a:pt x="68650" y="22004"/>
                </a:moveTo>
                <a:cubicBezTo>
                  <a:pt x="68675" y="22029"/>
                  <a:pt x="68650" y="22054"/>
                  <a:pt x="68650" y="22103"/>
                </a:cubicBezTo>
                <a:cubicBezTo>
                  <a:pt x="65464" y="23746"/>
                  <a:pt x="62303" y="25638"/>
                  <a:pt x="59092" y="27779"/>
                </a:cubicBezTo>
                <a:cubicBezTo>
                  <a:pt x="59092" y="27754"/>
                  <a:pt x="59092" y="27754"/>
                  <a:pt x="59067" y="27729"/>
                </a:cubicBezTo>
                <a:cubicBezTo>
                  <a:pt x="62228" y="25563"/>
                  <a:pt x="65439" y="23672"/>
                  <a:pt x="68650" y="22004"/>
                </a:cubicBezTo>
                <a:close/>
                <a:moveTo>
                  <a:pt x="85924" y="26858"/>
                </a:moveTo>
                <a:lnTo>
                  <a:pt x="85924" y="26907"/>
                </a:lnTo>
                <a:cubicBezTo>
                  <a:pt x="84978" y="27206"/>
                  <a:pt x="84008" y="27505"/>
                  <a:pt x="83012" y="27828"/>
                </a:cubicBezTo>
                <a:lnTo>
                  <a:pt x="83012" y="27754"/>
                </a:lnTo>
                <a:cubicBezTo>
                  <a:pt x="83983" y="27405"/>
                  <a:pt x="84954" y="27131"/>
                  <a:pt x="85924" y="26858"/>
                </a:cubicBezTo>
                <a:close/>
                <a:moveTo>
                  <a:pt x="58917" y="27828"/>
                </a:moveTo>
                <a:cubicBezTo>
                  <a:pt x="58942" y="27828"/>
                  <a:pt x="58942" y="27853"/>
                  <a:pt x="58942" y="27878"/>
                </a:cubicBezTo>
                <a:cubicBezTo>
                  <a:pt x="58917" y="27878"/>
                  <a:pt x="58917" y="27903"/>
                  <a:pt x="58868" y="27903"/>
                </a:cubicBezTo>
                <a:cubicBezTo>
                  <a:pt x="58868" y="27878"/>
                  <a:pt x="58868" y="27878"/>
                  <a:pt x="58843" y="27853"/>
                </a:cubicBezTo>
                <a:cubicBezTo>
                  <a:pt x="58868" y="27853"/>
                  <a:pt x="58868" y="27828"/>
                  <a:pt x="58917" y="27828"/>
                </a:cubicBezTo>
                <a:close/>
                <a:moveTo>
                  <a:pt x="82838" y="27878"/>
                </a:moveTo>
                <a:lnTo>
                  <a:pt x="82838" y="27903"/>
                </a:lnTo>
                <a:cubicBezTo>
                  <a:pt x="82788" y="27903"/>
                  <a:pt x="82763" y="27953"/>
                  <a:pt x="82763" y="27953"/>
                </a:cubicBezTo>
                <a:lnTo>
                  <a:pt x="82763" y="27878"/>
                </a:lnTo>
                <a:close/>
                <a:moveTo>
                  <a:pt x="117011" y="28311"/>
                </a:moveTo>
                <a:cubicBezTo>
                  <a:pt x="117028" y="28360"/>
                  <a:pt x="117049" y="28409"/>
                  <a:pt x="117063" y="28451"/>
                </a:cubicBezTo>
                <a:cubicBezTo>
                  <a:pt x="117088" y="28500"/>
                  <a:pt x="117088" y="28575"/>
                  <a:pt x="117113" y="28625"/>
                </a:cubicBezTo>
                <a:lnTo>
                  <a:pt x="117063" y="28625"/>
                </a:lnTo>
                <a:lnTo>
                  <a:pt x="117063" y="28575"/>
                </a:lnTo>
                <a:lnTo>
                  <a:pt x="117063" y="28500"/>
                </a:lnTo>
                <a:cubicBezTo>
                  <a:pt x="117033" y="28441"/>
                  <a:pt x="117021" y="28373"/>
                  <a:pt x="117011" y="28311"/>
                </a:cubicBezTo>
                <a:close/>
                <a:moveTo>
                  <a:pt x="104717" y="26584"/>
                </a:moveTo>
                <a:cubicBezTo>
                  <a:pt x="104792" y="26609"/>
                  <a:pt x="104916" y="26634"/>
                  <a:pt x="105016" y="26659"/>
                </a:cubicBezTo>
                <a:cubicBezTo>
                  <a:pt x="104842" y="27455"/>
                  <a:pt x="104618" y="28252"/>
                  <a:pt x="104344" y="29023"/>
                </a:cubicBezTo>
                <a:cubicBezTo>
                  <a:pt x="104468" y="28227"/>
                  <a:pt x="104593" y="27380"/>
                  <a:pt x="104717" y="26584"/>
                </a:cubicBezTo>
                <a:close/>
                <a:moveTo>
                  <a:pt x="117113" y="28849"/>
                </a:moveTo>
                <a:cubicBezTo>
                  <a:pt x="117113" y="28940"/>
                  <a:pt x="117154" y="29051"/>
                  <a:pt x="117162" y="29127"/>
                </a:cubicBezTo>
                <a:lnTo>
                  <a:pt x="117162" y="29127"/>
                </a:lnTo>
                <a:cubicBezTo>
                  <a:pt x="117159" y="29109"/>
                  <a:pt x="117149" y="29091"/>
                  <a:pt x="117113" y="29073"/>
                </a:cubicBezTo>
                <a:cubicBezTo>
                  <a:pt x="117088" y="28998"/>
                  <a:pt x="117088" y="28899"/>
                  <a:pt x="117088" y="28849"/>
                </a:cubicBezTo>
                <a:close/>
                <a:moveTo>
                  <a:pt x="57424" y="20635"/>
                </a:moveTo>
                <a:cubicBezTo>
                  <a:pt x="57548" y="22975"/>
                  <a:pt x="57972" y="25389"/>
                  <a:pt x="58669" y="27754"/>
                </a:cubicBezTo>
                <a:cubicBezTo>
                  <a:pt x="57947" y="28252"/>
                  <a:pt x="57225" y="28724"/>
                  <a:pt x="56503" y="29247"/>
                </a:cubicBezTo>
                <a:cubicBezTo>
                  <a:pt x="56379" y="29073"/>
                  <a:pt x="56254" y="28899"/>
                  <a:pt x="56130" y="28749"/>
                </a:cubicBezTo>
                <a:cubicBezTo>
                  <a:pt x="55706" y="28127"/>
                  <a:pt x="55234" y="27530"/>
                  <a:pt x="54761" y="26957"/>
                </a:cubicBezTo>
                <a:cubicBezTo>
                  <a:pt x="54636" y="26758"/>
                  <a:pt x="54487" y="26584"/>
                  <a:pt x="54362" y="26410"/>
                </a:cubicBezTo>
                <a:cubicBezTo>
                  <a:pt x="53740" y="25638"/>
                  <a:pt x="53118" y="24866"/>
                  <a:pt x="52496" y="24120"/>
                </a:cubicBezTo>
                <a:cubicBezTo>
                  <a:pt x="52471" y="24095"/>
                  <a:pt x="52471" y="24045"/>
                  <a:pt x="52446" y="24045"/>
                </a:cubicBezTo>
                <a:cubicBezTo>
                  <a:pt x="52147" y="23721"/>
                  <a:pt x="51873" y="23398"/>
                  <a:pt x="51599" y="23099"/>
                </a:cubicBezTo>
                <a:cubicBezTo>
                  <a:pt x="51525" y="23024"/>
                  <a:pt x="51500" y="22975"/>
                  <a:pt x="51450" y="22900"/>
                </a:cubicBezTo>
                <a:cubicBezTo>
                  <a:pt x="53491" y="21929"/>
                  <a:pt x="55482" y="21183"/>
                  <a:pt x="57424" y="20635"/>
                </a:cubicBezTo>
                <a:close/>
                <a:moveTo>
                  <a:pt x="51251" y="22925"/>
                </a:moveTo>
                <a:cubicBezTo>
                  <a:pt x="51251" y="22975"/>
                  <a:pt x="51276" y="22975"/>
                  <a:pt x="51276" y="23000"/>
                </a:cubicBezTo>
                <a:cubicBezTo>
                  <a:pt x="52993" y="24966"/>
                  <a:pt x="54736" y="27131"/>
                  <a:pt x="56354" y="29372"/>
                </a:cubicBezTo>
                <a:lnTo>
                  <a:pt x="56329" y="29397"/>
                </a:lnTo>
                <a:cubicBezTo>
                  <a:pt x="55084" y="27729"/>
                  <a:pt x="53815" y="26086"/>
                  <a:pt x="52496" y="24493"/>
                </a:cubicBezTo>
                <a:cubicBezTo>
                  <a:pt x="52396" y="24369"/>
                  <a:pt x="52272" y="24244"/>
                  <a:pt x="52197" y="24120"/>
                </a:cubicBezTo>
                <a:lnTo>
                  <a:pt x="51624" y="23472"/>
                </a:lnTo>
                <a:cubicBezTo>
                  <a:pt x="51475" y="23298"/>
                  <a:pt x="51351" y="23124"/>
                  <a:pt x="51201" y="22975"/>
                </a:cubicBezTo>
                <a:cubicBezTo>
                  <a:pt x="51226" y="22975"/>
                  <a:pt x="51226" y="22925"/>
                  <a:pt x="51251" y="22925"/>
                </a:cubicBezTo>
                <a:close/>
                <a:moveTo>
                  <a:pt x="58718" y="27953"/>
                </a:moveTo>
                <a:cubicBezTo>
                  <a:pt x="58718" y="27978"/>
                  <a:pt x="58718" y="27978"/>
                  <a:pt x="58743" y="28003"/>
                </a:cubicBezTo>
                <a:cubicBezTo>
                  <a:pt x="58046" y="28476"/>
                  <a:pt x="57349" y="28973"/>
                  <a:pt x="56677" y="29471"/>
                </a:cubicBezTo>
                <a:cubicBezTo>
                  <a:pt x="56677" y="29446"/>
                  <a:pt x="56627" y="29446"/>
                  <a:pt x="56627" y="29397"/>
                </a:cubicBezTo>
                <a:cubicBezTo>
                  <a:pt x="57324" y="28899"/>
                  <a:pt x="58046" y="28451"/>
                  <a:pt x="58718" y="27953"/>
                </a:cubicBezTo>
                <a:close/>
                <a:moveTo>
                  <a:pt x="82340" y="19440"/>
                </a:moveTo>
                <a:lnTo>
                  <a:pt x="82440" y="19913"/>
                </a:lnTo>
                <a:cubicBezTo>
                  <a:pt x="82514" y="20162"/>
                  <a:pt x="82564" y="20386"/>
                  <a:pt x="82614" y="20635"/>
                </a:cubicBezTo>
                <a:cubicBezTo>
                  <a:pt x="82639" y="20859"/>
                  <a:pt x="82688" y="21033"/>
                  <a:pt x="82713" y="21257"/>
                </a:cubicBezTo>
                <a:lnTo>
                  <a:pt x="82813" y="22004"/>
                </a:lnTo>
                <a:cubicBezTo>
                  <a:pt x="82838" y="22178"/>
                  <a:pt x="82838" y="22377"/>
                  <a:pt x="82838" y="22552"/>
                </a:cubicBezTo>
                <a:cubicBezTo>
                  <a:pt x="82863" y="22850"/>
                  <a:pt x="82863" y="23124"/>
                  <a:pt x="82863" y="23398"/>
                </a:cubicBezTo>
                <a:lnTo>
                  <a:pt x="82863" y="23672"/>
                </a:lnTo>
                <a:lnTo>
                  <a:pt x="82863" y="23871"/>
                </a:lnTo>
                <a:lnTo>
                  <a:pt x="82863" y="23921"/>
                </a:lnTo>
                <a:lnTo>
                  <a:pt x="82863" y="24891"/>
                </a:lnTo>
                <a:cubicBezTo>
                  <a:pt x="82863" y="24991"/>
                  <a:pt x="82863" y="25115"/>
                  <a:pt x="82838" y="25240"/>
                </a:cubicBezTo>
                <a:lnTo>
                  <a:pt x="82838" y="25314"/>
                </a:lnTo>
                <a:cubicBezTo>
                  <a:pt x="82813" y="25713"/>
                  <a:pt x="82813" y="26086"/>
                  <a:pt x="82738" y="26435"/>
                </a:cubicBezTo>
                <a:cubicBezTo>
                  <a:pt x="82738" y="26534"/>
                  <a:pt x="82713" y="26634"/>
                  <a:pt x="82713" y="26683"/>
                </a:cubicBezTo>
                <a:cubicBezTo>
                  <a:pt x="82688" y="27032"/>
                  <a:pt x="82614" y="27380"/>
                  <a:pt x="82589" y="27729"/>
                </a:cubicBezTo>
                <a:cubicBezTo>
                  <a:pt x="80473" y="28426"/>
                  <a:pt x="78357" y="29297"/>
                  <a:pt x="76167" y="30293"/>
                </a:cubicBezTo>
                <a:cubicBezTo>
                  <a:pt x="76142" y="29222"/>
                  <a:pt x="75993" y="28177"/>
                  <a:pt x="75769" y="27231"/>
                </a:cubicBezTo>
                <a:cubicBezTo>
                  <a:pt x="75868" y="27007"/>
                  <a:pt x="75993" y="26758"/>
                  <a:pt x="76117" y="26534"/>
                </a:cubicBezTo>
                <a:cubicBezTo>
                  <a:pt x="76142" y="26484"/>
                  <a:pt x="76167" y="26410"/>
                  <a:pt x="76242" y="26360"/>
                </a:cubicBezTo>
                <a:cubicBezTo>
                  <a:pt x="76416" y="25986"/>
                  <a:pt x="76640" y="25638"/>
                  <a:pt x="76864" y="25290"/>
                </a:cubicBezTo>
                <a:cubicBezTo>
                  <a:pt x="76963" y="25165"/>
                  <a:pt x="77013" y="25041"/>
                  <a:pt x="77113" y="24916"/>
                </a:cubicBezTo>
                <a:cubicBezTo>
                  <a:pt x="77287" y="24642"/>
                  <a:pt x="77511" y="24319"/>
                  <a:pt x="77685" y="24045"/>
                </a:cubicBezTo>
                <a:cubicBezTo>
                  <a:pt x="77785" y="23896"/>
                  <a:pt x="77909" y="23771"/>
                  <a:pt x="78009" y="23622"/>
                </a:cubicBezTo>
                <a:cubicBezTo>
                  <a:pt x="78233" y="23373"/>
                  <a:pt x="78407" y="23074"/>
                  <a:pt x="78631" y="22825"/>
                </a:cubicBezTo>
                <a:cubicBezTo>
                  <a:pt x="78756" y="22676"/>
                  <a:pt x="78880" y="22552"/>
                  <a:pt x="79005" y="22402"/>
                </a:cubicBezTo>
                <a:cubicBezTo>
                  <a:pt x="79229" y="22153"/>
                  <a:pt x="79477" y="21904"/>
                  <a:pt x="79677" y="21680"/>
                </a:cubicBezTo>
                <a:lnTo>
                  <a:pt x="80100" y="21282"/>
                </a:lnTo>
                <a:lnTo>
                  <a:pt x="80921" y="20535"/>
                </a:lnTo>
                <a:cubicBezTo>
                  <a:pt x="81046" y="20436"/>
                  <a:pt x="81195" y="20311"/>
                  <a:pt x="81295" y="20212"/>
                </a:cubicBezTo>
                <a:cubicBezTo>
                  <a:pt x="81643" y="19938"/>
                  <a:pt x="81991" y="19689"/>
                  <a:pt x="82340" y="19440"/>
                </a:cubicBezTo>
                <a:close/>
                <a:moveTo>
                  <a:pt x="75644" y="27505"/>
                </a:moveTo>
                <a:cubicBezTo>
                  <a:pt x="75868" y="28451"/>
                  <a:pt x="75993" y="29372"/>
                  <a:pt x="76018" y="30392"/>
                </a:cubicBezTo>
                <a:cubicBezTo>
                  <a:pt x="75993" y="30392"/>
                  <a:pt x="75968" y="30392"/>
                  <a:pt x="75968" y="30442"/>
                </a:cubicBezTo>
                <a:cubicBezTo>
                  <a:pt x="75918" y="29446"/>
                  <a:pt x="75794" y="28500"/>
                  <a:pt x="75619" y="27604"/>
                </a:cubicBezTo>
                <a:cubicBezTo>
                  <a:pt x="75619" y="27579"/>
                  <a:pt x="75644" y="27530"/>
                  <a:pt x="75644" y="27505"/>
                </a:cubicBezTo>
                <a:close/>
                <a:moveTo>
                  <a:pt x="104468" y="26509"/>
                </a:moveTo>
                <a:cubicBezTo>
                  <a:pt x="104493" y="26509"/>
                  <a:pt x="104493" y="26509"/>
                  <a:pt x="104518" y="26534"/>
                </a:cubicBezTo>
                <a:cubicBezTo>
                  <a:pt x="104369" y="27729"/>
                  <a:pt x="104169" y="28899"/>
                  <a:pt x="103921" y="30118"/>
                </a:cubicBezTo>
                <a:cubicBezTo>
                  <a:pt x="103896" y="30243"/>
                  <a:pt x="103846" y="30342"/>
                  <a:pt x="103796" y="30467"/>
                </a:cubicBezTo>
                <a:cubicBezTo>
                  <a:pt x="104095" y="29098"/>
                  <a:pt x="104294" y="27779"/>
                  <a:pt x="104468" y="26509"/>
                </a:cubicBezTo>
                <a:close/>
                <a:moveTo>
                  <a:pt x="105165" y="26733"/>
                </a:moveTo>
                <a:cubicBezTo>
                  <a:pt x="105215" y="26758"/>
                  <a:pt x="105240" y="26758"/>
                  <a:pt x="105240" y="26758"/>
                </a:cubicBezTo>
                <a:cubicBezTo>
                  <a:pt x="104916" y="28028"/>
                  <a:pt x="104518" y="29322"/>
                  <a:pt x="104020" y="30517"/>
                </a:cubicBezTo>
                <a:cubicBezTo>
                  <a:pt x="104045" y="30392"/>
                  <a:pt x="104095" y="30268"/>
                  <a:pt x="104095" y="30193"/>
                </a:cubicBezTo>
                <a:cubicBezTo>
                  <a:pt x="104518" y="29073"/>
                  <a:pt x="104891" y="27878"/>
                  <a:pt x="105165" y="26733"/>
                </a:cubicBezTo>
                <a:close/>
                <a:moveTo>
                  <a:pt x="82564" y="27953"/>
                </a:moveTo>
                <a:lnTo>
                  <a:pt x="82564" y="28003"/>
                </a:lnTo>
                <a:cubicBezTo>
                  <a:pt x="80473" y="28724"/>
                  <a:pt x="78308" y="29596"/>
                  <a:pt x="76167" y="30591"/>
                </a:cubicBezTo>
                <a:lnTo>
                  <a:pt x="76167" y="30517"/>
                </a:lnTo>
                <a:cubicBezTo>
                  <a:pt x="78308" y="29521"/>
                  <a:pt x="80473" y="28650"/>
                  <a:pt x="82564" y="27953"/>
                </a:cubicBezTo>
                <a:close/>
                <a:moveTo>
                  <a:pt x="76018" y="30616"/>
                </a:moveTo>
                <a:lnTo>
                  <a:pt x="76018" y="30691"/>
                </a:lnTo>
                <a:cubicBezTo>
                  <a:pt x="75993" y="30691"/>
                  <a:pt x="75968" y="30691"/>
                  <a:pt x="75968" y="30716"/>
                </a:cubicBezTo>
                <a:lnTo>
                  <a:pt x="75968" y="30641"/>
                </a:lnTo>
                <a:cubicBezTo>
                  <a:pt x="75993" y="30641"/>
                  <a:pt x="75993" y="30616"/>
                  <a:pt x="76018" y="30616"/>
                </a:cubicBezTo>
                <a:close/>
                <a:moveTo>
                  <a:pt x="68874" y="22153"/>
                </a:moveTo>
                <a:cubicBezTo>
                  <a:pt x="68426" y="25090"/>
                  <a:pt x="68501" y="28003"/>
                  <a:pt x="69073" y="30741"/>
                </a:cubicBezTo>
                <a:lnTo>
                  <a:pt x="69023" y="30741"/>
                </a:lnTo>
                <a:cubicBezTo>
                  <a:pt x="68451" y="28003"/>
                  <a:pt x="68351" y="25115"/>
                  <a:pt x="68799" y="22178"/>
                </a:cubicBezTo>
                <a:cubicBezTo>
                  <a:pt x="68824" y="22178"/>
                  <a:pt x="68824" y="22153"/>
                  <a:pt x="68874" y="22153"/>
                </a:cubicBezTo>
                <a:close/>
                <a:moveTo>
                  <a:pt x="68650" y="22303"/>
                </a:moveTo>
                <a:lnTo>
                  <a:pt x="68650" y="22303"/>
                </a:lnTo>
                <a:cubicBezTo>
                  <a:pt x="68227" y="25140"/>
                  <a:pt x="68301" y="28003"/>
                  <a:pt x="68849" y="30691"/>
                </a:cubicBezTo>
                <a:cubicBezTo>
                  <a:pt x="67741" y="30325"/>
                  <a:pt x="66511" y="30148"/>
                  <a:pt x="65193" y="30148"/>
                </a:cubicBezTo>
                <a:cubicBezTo>
                  <a:pt x="63640" y="30148"/>
                  <a:pt x="61962" y="30394"/>
                  <a:pt x="60212" y="30865"/>
                </a:cubicBezTo>
                <a:cubicBezTo>
                  <a:pt x="59838" y="29894"/>
                  <a:pt x="59465" y="28948"/>
                  <a:pt x="59191" y="27953"/>
                </a:cubicBezTo>
                <a:cubicBezTo>
                  <a:pt x="62328" y="25837"/>
                  <a:pt x="65514" y="23921"/>
                  <a:pt x="68650" y="22303"/>
                </a:cubicBezTo>
                <a:close/>
                <a:moveTo>
                  <a:pt x="59042" y="28077"/>
                </a:moveTo>
                <a:cubicBezTo>
                  <a:pt x="59316" y="29023"/>
                  <a:pt x="59639" y="29969"/>
                  <a:pt x="60038" y="30940"/>
                </a:cubicBezTo>
                <a:lnTo>
                  <a:pt x="59963" y="30940"/>
                </a:lnTo>
                <a:cubicBezTo>
                  <a:pt x="59589" y="29994"/>
                  <a:pt x="59241" y="29073"/>
                  <a:pt x="58967" y="28102"/>
                </a:cubicBezTo>
                <a:cubicBezTo>
                  <a:pt x="58992" y="28102"/>
                  <a:pt x="58992" y="28077"/>
                  <a:pt x="59042" y="28077"/>
                </a:cubicBezTo>
                <a:close/>
                <a:moveTo>
                  <a:pt x="69148" y="30965"/>
                </a:moveTo>
                <a:cubicBezTo>
                  <a:pt x="69148" y="30990"/>
                  <a:pt x="69148" y="31014"/>
                  <a:pt x="69173" y="31014"/>
                </a:cubicBezTo>
                <a:cubicBezTo>
                  <a:pt x="69164" y="31031"/>
                  <a:pt x="69156" y="31037"/>
                  <a:pt x="69149" y="31037"/>
                </a:cubicBezTo>
                <a:cubicBezTo>
                  <a:pt x="69134" y="31037"/>
                  <a:pt x="69123" y="31014"/>
                  <a:pt x="69123" y="31014"/>
                </a:cubicBezTo>
                <a:cubicBezTo>
                  <a:pt x="69123" y="30990"/>
                  <a:pt x="69123" y="30965"/>
                  <a:pt x="69073" y="30965"/>
                </a:cubicBezTo>
                <a:close/>
                <a:moveTo>
                  <a:pt x="65230" y="30358"/>
                </a:moveTo>
                <a:cubicBezTo>
                  <a:pt x="66548" y="30358"/>
                  <a:pt x="67770" y="30533"/>
                  <a:pt x="68874" y="30890"/>
                </a:cubicBezTo>
                <a:cubicBezTo>
                  <a:pt x="68874" y="30911"/>
                  <a:pt x="68874" y="30949"/>
                  <a:pt x="68889" y="30961"/>
                </a:cubicBezTo>
                <a:lnTo>
                  <a:pt x="68889" y="30961"/>
                </a:lnTo>
                <a:cubicBezTo>
                  <a:pt x="67796" y="30583"/>
                  <a:pt x="66575" y="30401"/>
                  <a:pt x="65257" y="30401"/>
                </a:cubicBezTo>
                <a:cubicBezTo>
                  <a:pt x="63725" y="30401"/>
                  <a:pt x="62061" y="30646"/>
                  <a:pt x="60311" y="31114"/>
                </a:cubicBezTo>
                <a:cubicBezTo>
                  <a:pt x="60311" y="31089"/>
                  <a:pt x="60262" y="31089"/>
                  <a:pt x="60262" y="31064"/>
                </a:cubicBezTo>
                <a:cubicBezTo>
                  <a:pt x="62029" y="30596"/>
                  <a:pt x="63695" y="30358"/>
                  <a:pt x="65230" y="30358"/>
                </a:cubicBezTo>
                <a:close/>
                <a:moveTo>
                  <a:pt x="60087" y="31089"/>
                </a:moveTo>
                <a:cubicBezTo>
                  <a:pt x="60087" y="31114"/>
                  <a:pt x="60087" y="31114"/>
                  <a:pt x="60112" y="31139"/>
                </a:cubicBezTo>
                <a:cubicBezTo>
                  <a:pt x="60087" y="31139"/>
                  <a:pt x="60087" y="31139"/>
                  <a:pt x="60062" y="31189"/>
                </a:cubicBezTo>
                <a:cubicBezTo>
                  <a:pt x="60062" y="31139"/>
                  <a:pt x="60038" y="31139"/>
                  <a:pt x="60038" y="31114"/>
                </a:cubicBezTo>
                <a:cubicBezTo>
                  <a:pt x="60062" y="31089"/>
                  <a:pt x="60062" y="31089"/>
                  <a:pt x="60087" y="31089"/>
                </a:cubicBezTo>
                <a:close/>
                <a:moveTo>
                  <a:pt x="75470" y="27903"/>
                </a:moveTo>
                <a:cubicBezTo>
                  <a:pt x="75644" y="28724"/>
                  <a:pt x="75744" y="29596"/>
                  <a:pt x="75769" y="30517"/>
                </a:cubicBezTo>
                <a:cubicBezTo>
                  <a:pt x="75346" y="30741"/>
                  <a:pt x="74898" y="30965"/>
                  <a:pt x="74425" y="31189"/>
                </a:cubicBezTo>
                <a:cubicBezTo>
                  <a:pt x="74474" y="31089"/>
                  <a:pt x="74474" y="30965"/>
                  <a:pt x="74499" y="30865"/>
                </a:cubicBezTo>
                <a:cubicBezTo>
                  <a:pt x="74499" y="30815"/>
                  <a:pt x="74524" y="30766"/>
                  <a:pt x="74524" y="30716"/>
                </a:cubicBezTo>
                <a:cubicBezTo>
                  <a:pt x="74748" y="29770"/>
                  <a:pt x="75047" y="28824"/>
                  <a:pt x="75470" y="27903"/>
                </a:cubicBezTo>
                <a:close/>
                <a:moveTo>
                  <a:pt x="75744" y="30716"/>
                </a:moveTo>
                <a:lnTo>
                  <a:pt x="75744" y="30766"/>
                </a:lnTo>
                <a:cubicBezTo>
                  <a:pt x="75296" y="30990"/>
                  <a:pt x="74848" y="31238"/>
                  <a:pt x="74375" y="31462"/>
                </a:cubicBezTo>
                <a:lnTo>
                  <a:pt x="74375" y="31363"/>
                </a:lnTo>
                <a:cubicBezTo>
                  <a:pt x="74848" y="31139"/>
                  <a:pt x="75271" y="30890"/>
                  <a:pt x="75744" y="30716"/>
                </a:cubicBezTo>
                <a:close/>
                <a:moveTo>
                  <a:pt x="58793" y="28202"/>
                </a:moveTo>
                <a:cubicBezTo>
                  <a:pt x="59092" y="29148"/>
                  <a:pt x="59440" y="30069"/>
                  <a:pt x="59789" y="30990"/>
                </a:cubicBezTo>
                <a:cubicBezTo>
                  <a:pt x="59216" y="31139"/>
                  <a:pt x="58669" y="31338"/>
                  <a:pt x="58096" y="31512"/>
                </a:cubicBezTo>
                <a:cubicBezTo>
                  <a:pt x="57673" y="30865"/>
                  <a:pt x="57225" y="30243"/>
                  <a:pt x="56752" y="29596"/>
                </a:cubicBezTo>
                <a:cubicBezTo>
                  <a:pt x="57449" y="29123"/>
                  <a:pt x="58121" y="28650"/>
                  <a:pt x="58793" y="28202"/>
                </a:cubicBezTo>
                <a:close/>
                <a:moveTo>
                  <a:pt x="56603" y="29720"/>
                </a:moveTo>
                <a:lnTo>
                  <a:pt x="57922" y="31587"/>
                </a:lnTo>
                <a:lnTo>
                  <a:pt x="57872" y="31612"/>
                </a:lnTo>
                <a:lnTo>
                  <a:pt x="56578" y="29745"/>
                </a:lnTo>
                <a:lnTo>
                  <a:pt x="56603" y="29720"/>
                </a:lnTo>
                <a:close/>
                <a:moveTo>
                  <a:pt x="103721" y="31139"/>
                </a:moveTo>
                <a:lnTo>
                  <a:pt x="103721" y="31139"/>
                </a:lnTo>
                <a:cubicBezTo>
                  <a:pt x="103672" y="31239"/>
                  <a:pt x="103672" y="31338"/>
                  <a:pt x="103647" y="31462"/>
                </a:cubicBezTo>
                <a:cubicBezTo>
                  <a:pt x="103622" y="31562"/>
                  <a:pt x="103547" y="31637"/>
                  <a:pt x="103522" y="31711"/>
                </a:cubicBezTo>
                <a:cubicBezTo>
                  <a:pt x="103547" y="31612"/>
                  <a:pt x="103547" y="31512"/>
                  <a:pt x="103597" y="31438"/>
                </a:cubicBezTo>
                <a:cubicBezTo>
                  <a:pt x="103622" y="31338"/>
                  <a:pt x="103672" y="31239"/>
                  <a:pt x="103721" y="31139"/>
                </a:cubicBezTo>
                <a:close/>
                <a:moveTo>
                  <a:pt x="117461" y="30143"/>
                </a:moveTo>
                <a:cubicBezTo>
                  <a:pt x="117461" y="30268"/>
                  <a:pt x="117486" y="30367"/>
                  <a:pt x="117536" y="30492"/>
                </a:cubicBezTo>
                <a:cubicBezTo>
                  <a:pt x="117561" y="30616"/>
                  <a:pt x="117561" y="30766"/>
                  <a:pt x="117586" y="30890"/>
                </a:cubicBezTo>
                <a:cubicBezTo>
                  <a:pt x="117617" y="31170"/>
                  <a:pt x="117648" y="31440"/>
                  <a:pt x="117679" y="31719"/>
                </a:cubicBezTo>
                <a:lnTo>
                  <a:pt x="117679" y="31719"/>
                </a:lnTo>
                <a:cubicBezTo>
                  <a:pt x="117646" y="31477"/>
                  <a:pt x="117603" y="31212"/>
                  <a:pt x="117561" y="30915"/>
                </a:cubicBezTo>
                <a:cubicBezTo>
                  <a:pt x="117511" y="30766"/>
                  <a:pt x="117486" y="30616"/>
                  <a:pt x="117461" y="30442"/>
                </a:cubicBezTo>
                <a:lnTo>
                  <a:pt x="117461" y="30218"/>
                </a:lnTo>
                <a:lnTo>
                  <a:pt x="117461" y="30143"/>
                </a:lnTo>
                <a:close/>
                <a:moveTo>
                  <a:pt x="59863" y="31139"/>
                </a:moveTo>
                <a:lnTo>
                  <a:pt x="59863" y="31214"/>
                </a:lnTo>
                <a:cubicBezTo>
                  <a:pt x="59341" y="31363"/>
                  <a:pt x="58793" y="31537"/>
                  <a:pt x="58245" y="31736"/>
                </a:cubicBezTo>
                <a:cubicBezTo>
                  <a:pt x="58245" y="31711"/>
                  <a:pt x="58220" y="31711"/>
                  <a:pt x="58220" y="31687"/>
                </a:cubicBezTo>
                <a:cubicBezTo>
                  <a:pt x="58793" y="31487"/>
                  <a:pt x="59316" y="31313"/>
                  <a:pt x="59863" y="31139"/>
                </a:cubicBezTo>
                <a:close/>
                <a:moveTo>
                  <a:pt x="58046" y="31736"/>
                </a:moveTo>
                <a:cubicBezTo>
                  <a:pt x="58046" y="31761"/>
                  <a:pt x="58071" y="31761"/>
                  <a:pt x="58071" y="31811"/>
                </a:cubicBezTo>
                <a:cubicBezTo>
                  <a:pt x="58046" y="31811"/>
                  <a:pt x="58046" y="31811"/>
                  <a:pt x="57996" y="31836"/>
                </a:cubicBezTo>
                <a:cubicBezTo>
                  <a:pt x="57996" y="31811"/>
                  <a:pt x="57972" y="31811"/>
                  <a:pt x="57972" y="31761"/>
                </a:cubicBezTo>
                <a:cubicBezTo>
                  <a:pt x="57996" y="31761"/>
                  <a:pt x="57996" y="31761"/>
                  <a:pt x="58046" y="31736"/>
                </a:cubicBezTo>
                <a:close/>
                <a:moveTo>
                  <a:pt x="70890" y="21158"/>
                </a:moveTo>
                <a:cubicBezTo>
                  <a:pt x="71612" y="21556"/>
                  <a:pt x="72234" y="22054"/>
                  <a:pt x="72782" y="22626"/>
                </a:cubicBezTo>
                <a:cubicBezTo>
                  <a:pt x="72757" y="22751"/>
                  <a:pt x="72732" y="22850"/>
                  <a:pt x="72657" y="22975"/>
                </a:cubicBezTo>
                <a:lnTo>
                  <a:pt x="72483" y="23522"/>
                </a:lnTo>
                <a:cubicBezTo>
                  <a:pt x="72433" y="23647"/>
                  <a:pt x="72384" y="23796"/>
                  <a:pt x="72359" y="23921"/>
                </a:cubicBezTo>
                <a:cubicBezTo>
                  <a:pt x="72284" y="24120"/>
                  <a:pt x="72259" y="24294"/>
                  <a:pt x="72184" y="24493"/>
                </a:cubicBezTo>
                <a:cubicBezTo>
                  <a:pt x="72160" y="24617"/>
                  <a:pt x="72135" y="24767"/>
                  <a:pt x="72110" y="24891"/>
                </a:cubicBezTo>
                <a:cubicBezTo>
                  <a:pt x="72060" y="25066"/>
                  <a:pt x="72010" y="25265"/>
                  <a:pt x="71985" y="25439"/>
                </a:cubicBezTo>
                <a:cubicBezTo>
                  <a:pt x="71935" y="25613"/>
                  <a:pt x="71911" y="25738"/>
                  <a:pt x="71886" y="25887"/>
                </a:cubicBezTo>
                <a:cubicBezTo>
                  <a:pt x="71861" y="26061"/>
                  <a:pt x="71811" y="26235"/>
                  <a:pt x="71786" y="26410"/>
                </a:cubicBezTo>
                <a:cubicBezTo>
                  <a:pt x="71761" y="26559"/>
                  <a:pt x="71736" y="26733"/>
                  <a:pt x="71736" y="26858"/>
                </a:cubicBezTo>
                <a:cubicBezTo>
                  <a:pt x="71736" y="26883"/>
                  <a:pt x="71736" y="26957"/>
                  <a:pt x="71687" y="26982"/>
                </a:cubicBezTo>
                <a:lnTo>
                  <a:pt x="71687" y="27107"/>
                </a:lnTo>
                <a:cubicBezTo>
                  <a:pt x="71637" y="27654"/>
                  <a:pt x="71562" y="28227"/>
                  <a:pt x="71537" y="28749"/>
                </a:cubicBezTo>
                <a:lnTo>
                  <a:pt x="71537" y="28948"/>
                </a:lnTo>
                <a:cubicBezTo>
                  <a:pt x="71512" y="29496"/>
                  <a:pt x="71512" y="30069"/>
                  <a:pt x="71537" y="30591"/>
                </a:cubicBezTo>
                <a:lnTo>
                  <a:pt x="71537" y="30691"/>
                </a:lnTo>
                <a:cubicBezTo>
                  <a:pt x="71562" y="31214"/>
                  <a:pt x="71637" y="31711"/>
                  <a:pt x="71687" y="32209"/>
                </a:cubicBezTo>
                <a:cubicBezTo>
                  <a:pt x="71015" y="31587"/>
                  <a:pt x="70168" y="31114"/>
                  <a:pt x="69247" y="30741"/>
                </a:cubicBezTo>
                <a:cubicBezTo>
                  <a:pt x="68625" y="27953"/>
                  <a:pt x="68550" y="24966"/>
                  <a:pt x="69023" y="21954"/>
                </a:cubicBezTo>
                <a:cubicBezTo>
                  <a:pt x="69695" y="21755"/>
                  <a:pt x="70293" y="21481"/>
                  <a:pt x="70890" y="21158"/>
                </a:cubicBezTo>
                <a:close/>
                <a:moveTo>
                  <a:pt x="73130" y="23000"/>
                </a:moveTo>
                <a:cubicBezTo>
                  <a:pt x="74126" y="24120"/>
                  <a:pt x="74873" y="25514"/>
                  <a:pt x="75271" y="27131"/>
                </a:cubicBezTo>
                <a:cubicBezTo>
                  <a:pt x="74624" y="28525"/>
                  <a:pt x="74126" y="29969"/>
                  <a:pt x="73877" y="31413"/>
                </a:cubicBezTo>
                <a:cubicBezTo>
                  <a:pt x="73304" y="31711"/>
                  <a:pt x="72757" y="32010"/>
                  <a:pt x="72184" y="32284"/>
                </a:cubicBezTo>
                <a:cubicBezTo>
                  <a:pt x="72160" y="32110"/>
                  <a:pt x="72135" y="31886"/>
                  <a:pt x="72135" y="31711"/>
                </a:cubicBezTo>
                <a:cubicBezTo>
                  <a:pt x="72110" y="31487"/>
                  <a:pt x="72110" y="31288"/>
                  <a:pt x="72060" y="31089"/>
                </a:cubicBezTo>
                <a:cubicBezTo>
                  <a:pt x="72035" y="30716"/>
                  <a:pt x="72010" y="30293"/>
                  <a:pt x="72010" y="29894"/>
                </a:cubicBezTo>
                <a:lnTo>
                  <a:pt x="72010" y="29397"/>
                </a:lnTo>
                <a:cubicBezTo>
                  <a:pt x="72010" y="28998"/>
                  <a:pt x="72035" y="28600"/>
                  <a:pt x="72060" y="28177"/>
                </a:cubicBezTo>
                <a:cubicBezTo>
                  <a:pt x="72060" y="28003"/>
                  <a:pt x="72110" y="27804"/>
                  <a:pt x="72110" y="27629"/>
                </a:cubicBezTo>
                <a:cubicBezTo>
                  <a:pt x="72135" y="27380"/>
                  <a:pt x="72160" y="27107"/>
                  <a:pt x="72184" y="26858"/>
                </a:cubicBezTo>
                <a:cubicBezTo>
                  <a:pt x="72234" y="26509"/>
                  <a:pt x="72284" y="26186"/>
                  <a:pt x="72359" y="25862"/>
                </a:cubicBezTo>
                <a:cubicBezTo>
                  <a:pt x="72384" y="25613"/>
                  <a:pt x="72433" y="25364"/>
                  <a:pt x="72508" y="25140"/>
                </a:cubicBezTo>
                <a:cubicBezTo>
                  <a:pt x="72558" y="24891"/>
                  <a:pt x="72632" y="24617"/>
                  <a:pt x="72682" y="24369"/>
                </a:cubicBezTo>
                <a:cubicBezTo>
                  <a:pt x="72782" y="24095"/>
                  <a:pt x="72856" y="23846"/>
                  <a:pt x="72931" y="23597"/>
                </a:cubicBezTo>
                <a:cubicBezTo>
                  <a:pt x="73006" y="23398"/>
                  <a:pt x="73056" y="23174"/>
                  <a:pt x="73130" y="23000"/>
                </a:cubicBezTo>
                <a:close/>
                <a:moveTo>
                  <a:pt x="105663" y="16080"/>
                </a:moveTo>
                <a:lnTo>
                  <a:pt x="105663" y="16080"/>
                </a:lnTo>
                <a:cubicBezTo>
                  <a:pt x="108525" y="17150"/>
                  <a:pt x="110940" y="18768"/>
                  <a:pt x="112807" y="20909"/>
                </a:cubicBezTo>
                <a:cubicBezTo>
                  <a:pt x="112881" y="21282"/>
                  <a:pt x="112981" y="21655"/>
                  <a:pt x="113056" y="22054"/>
                </a:cubicBezTo>
                <a:cubicBezTo>
                  <a:pt x="113081" y="22228"/>
                  <a:pt x="113105" y="22402"/>
                  <a:pt x="113130" y="22552"/>
                </a:cubicBezTo>
                <a:cubicBezTo>
                  <a:pt x="113230" y="23124"/>
                  <a:pt x="113329" y="23672"/>
                  <a:pt x="113379" y="24269"/>
                </a:cubicBezTo>
                <a:cubicBezTo>
                  <a:pt x="113379" y="24418"/>
                  <a:pt x="113429" y="24543"/>
                  <a:pt x="113429" y="24717"/>
                </a:cubicBezTo>
                <a:lnTo>
                  <a:pt x="113504" y="26111"/>
                </a:lnTo>
                <a:cubicBezTo>
                  <a:pt x="113504" y="26335"/>
                  <a:pt x="113553" y="26534"/>
                  <a:pt x="113553" y="26783"/>
                </a:cubicBezTo>
                <a:cubicBezTo>
                  <a:pt x="113553" y="27355"/>
                  <a:pt x="113578" y="27953"/>
                  <a:pt x="113553" y="28500"/>
                </a:cubicBezTo>
                <a:cubicBezTo>
                  <a:pt x="113553" y="28700"/>
                  <a:pt x="113504" y="28849"/>
                  <a:pt x="113504" y="29023"/>
                </a:cubicBezTo>
                <a:lnTo>
                  <a:pt x="113429" y="30517"/>
                </a:lnTo>
                <a:cubicBezTo>
                  <a:pt x="113379" y="30741"/>
                  <a:pt x="113379" y="30965"/>
                  <a:pt x="113354" y="31139"/>
                </a:cubicBezTo>
                <a:cubicBezTo>
                  <a:pt x="113329" y="31562"/>
                  <a:pt x="113255" y="31935"/>
                  <a:pt x="113230" y="32334"/>
                </a:cubicBezTo>
                <a:cubicBezTo>
                  <a:pt x="111363" y="29645"/>
                  <a:pt x="108774" y="27654"/>
                  <a:pt x="105514" y="26459"/>
                </a:cubicBezTo>
                <a:cubicBezTo>
                  <a:pt x="106285" y="22975"/>
                  <a:pt x="106360" y="19390"/>
                  <a:pt x="105663" y="16080"/>
                </a:cubicBezTo>
                <a:close/>
                <a:moveTo>
                  <a:pt x="69389" y="31096"/>
                </a:moveTo>
                <a:lnTo>
                  <a:pt x="69389" y="31096"/>
                </a:lnTo>
                <a:cubicBezTo>
                  <a:pt x="70278" y="31469"/>
                  <a:pt x="71069" y="31964"/>
                  <a:pt x="71761" y="32558"/>
                </a:cubicBezTo>
                <a:cubicBezTo>
                  <a:pt x="71736" y="32558"/>
                  <a:pt x="71687" y="32583"/>
                  <a:pt x="71687" y="32583"/>
                </a:cubicBezTo>
                <a:cubicBezTo>
                  <a:pt x="71039" y="31985"/>
                  <a:pt x="70268" y="31487"/>
                  <a:pt x="69397" y="31139"/>
                </a:cubicBezTo>
                <a:cubicBezTo>
                  <a:pt x="69397" y="31122"/>
                  <a:pt x="69397" y="31106"/>
                  <a:pt x="69389" y="31096"/>
                </a:cubicBezTo>
                <a:close/>
                <a:moveTo>
                  <a:pt x="73852" y="31687"/>
                </a:moveTo>
                <a:lnTo>
                  <a:pt x="73852" y="31736"/>
                </a:lnTo>
                <a:cubicBezTo>
                  <a:pt x="73304" y="31985"/>
                  <a:pt x="72782" y="32259"/>
                  <a:pt x="72234" y="32583"/>
                </a:cubicBezTo>
                <a:lnTo>
                  <a:pt x="72234" y="32508"/>
                </a:lnTo>
                <a:cubicBezTo>
                  <a:pt x="72757" y="32234"/>
                  <a:pt x="73304" y="31960"/>
                  <a:pt x="73852" y="31687"/>
                </a:cubicBezTo>
                <a:close/>
                <a:moveTo>
                  <a:pt x="113081" y="21232"/>
                </a:moveTo>
                <a:cubicBezTo>
                  <a:pt x="113105" y="21257"/>
                  <a:pt x="113105" y="21282"/>
                  <a:pt x="113130" y="21307"/>
                </a:cubicBezTo>
                <a:cubicBezTo>
                  <a:pt x="113205" y="21556"/>
                  <a:pt x="113255" y="21805"/>
                  <a:pt x="113280" y="22103"/>
                </a:cubicBezTo>
                <a:cubicBezTo>
                  <a:pt x="113329" y="22228"/>
                  <a:pt x="113329" y="22352"/>
                  <a:pt x="113354" y="22477"/>
                </a:cubicBezTo>
                <a:cubicBezTo>
                  <a:pt x="113454" y="22925"/>
                  <a:pt x="113504" y="23423"/>
                  <a:pt x="113578" y="23921"/>
                </a:cubicBezTo>
                <a:cubicBezTo>
                  <a:pt x="113603" y="24095"/>
                  <a:pt x="113603" y="24244"/>
                  <a:pt x="113628" y="24418"/>
                </a:cubicBezTo>
                <a:cubicBezTo>
                  <a:pt x="113703" y="24991"/>
                  <a:pt x="113728" y="25538"/>
                  <a:pt x="113753" y="26136"/>
                </a:cubicBezTo>
                <a:cubicBezTo>
                  <a:pt x="113753" y="26360"/>
                  <a:pt x="113753" y="26584"/>
                  <a:pt x="113777" y="26783"/>
                </a:cubicBezTo>
                <a:lnTo>
                  <a:pt x="113777" y="28152"/>
                </a:lnTo>
                <a:lnTo>
                  <a:pt x="113777" y="28724"/>
                </a:lnTo>
                <a:cubicBezTo>
                  <a:pt x="113753" y="29322"/>
                  <a:pt x="113728" y="29894"/>
                  <a:pt x="113703" y="30517"/>
                </a:cubicBezTo>
                <a:cubicBezTo>
                  <a:pt x="113653" y="30741"/>
                  <a:pt x="113653" y="30940"/>
                  <a:pt x="113628" y="31139"/>
                </a:cubicBezTo>
                <a:cubicBezTo>
                  <a:pt x="113578" y="31612"/>
                  <a:pt x="113504" y="32110"/>
                  <a:pt x="113454" y="32632"/>
                </a:cubicBezTo>
                <a:cubicBezTo>
                  <a:pt x="113429" y="32607"/>
                  <a:pt x="113429" y="32583"/>
                  <a:pt x="113379" y="32583"/>
                </a:cubicBezTo>
                <a:lnTo>
                  <a:pt x="113578" y="30990"/>
                </a:lnTo>
                <a:cubicBezTo>
                  <a:pt x="113578" y="30865"/>
                  <a:pt x="113603" y="30741"/>
                  <a:pt x="113603" y="30616"/>
                </a:cubicBezTo>
                <a:cubicBezTo>
                  <a:pt x="113678" y="29994"/>
                  <a:pt x="113703" y="29347"/>
                  <a:pt x="113728" y="28724"/>
                </a:cubicBezTo>
                <a:lnTo>
                  <a:pt x="113728" y="28525"/>
                </a:lnTo>
                <a:cubicBezTo>
                  <a:pt x="113753" y="27903"/>
                  <a:pt x="113728" y="27281"/>
                  <a:pt x="113728" y="26659"/>
                </a:cubicBezTo>
                <a:cubicBezTo>
                  <a:pt x="113728" y="26484"/>
                  <a:pt x="113728" y="26285"/>
                  <a:pt x="113703" y="26111"/>
                </a:cubicBezTo>
                <a:lnTo>
                  <a:pt x="113603" y="24518"/>
                </a:lnTo>
                <a:cubicBezTo>
                  <a:pt x="113603" y="24418"/>
                  <a:pt x="113603" y="24344"/>
                  <a:pt x="113578" y="24244"/>
                </a:cubicBezTo>
                <a:cubicBezTo>
                  <a:pt x="113504" y="23647"/>
                  <a:pt x="113429" y="23049"/>
                  <a:pt x="113329" y="22477"/>
                </a:cubicBezTo>
                <a:lnTo>
                  <a:pt x="113230" y="22004"/>
                </a:lnTo>
                <a:cubicBezTo>
                  <a:pt x="113180" y="21755"/>
                  <a:pt x="113130" y="21481"/>
                  <a:pt x="113081" y="21232"/>
                </a:cubicBezTo>
                <a:close/>
                <a:moveTo>
                  <a:pt x="105464" y="26609"/>
                </a:moveTo>
                <a:cubicBezTo>
                  <a:pt x="108725" y="27853"/>
                  <a:pt x="111338" y="29869"/>
                  <a:pt x="113180" y="32607"/>
                </a:cubicBezTo>
                <a:lnTo>
                  <a:pt x="113180" y="32707"/>
                </a:lnTo>
                <a:cubicBezTo>
                  <a:pt x="111363" y="29944"/>
                  <a:pt x="108749" y="27878"/>
                  <a:pt x="105464" y="26659"/>
                </a:cubicBezTo>
                <a:lnTo>
                  <a:pt x="105464" y="26609"/>
                </a:lnTo>
                <a:close/>
                <a:moveTo>
                  <a:pt x="113329" y="32831"/>
                </a:moveTo>
                <a:cubicBezTo>
                  <a:pt x="113354" y="32856"/>
                  <a:pt x="113354" y="32881"/>
                  <a:pt x="113379" y="32881"/>
                </a:cubicBezTo>
                <a:lnTo>
                  <a:pt x="113379" y="33006"/>
                </a:lnTo>
                <a:cubicBezTo>
                  <a:pt x="113354" y="32981"/>
                  <a:pt x="113354" y="32956"/>
                  <a:pt x="113329" y="32931"/>
                </a:cubicBezTo>
                <a:lnTo>
                  <a:pt x="113329" y="32831"/>
                </a:lnTo>
                <a:close/>
                <a:moveTo>
                  <a:pt x="69446" y="31363"/>
                </a:moveTo>
                <a:lnTo>
                  <a:pt x="69446" y="31363"/>
                </a:lnTo>
                <a:cubicBezTo>
                  <a:pt x="70218" y="31711"/>
                  <a:pt x="70940" y="32135"/>
                  <a:pt x="71537" y="32682"/>
                </a:cubicBezTo>
                <a:cubicBezTo>
                  <a:pt x="71039" y="32931"/>
                  <a:pt x="70542" y="33205"/>
                  <a:pt x="70069" y="33479"/>
                </a:cubicBezTo>
                <a:cubicBezTo>
                  <a:pt x="69820" y="32807"/>
                  <a:pt x="69596" y="32085"/>
                  <a:pt x="69446" y="31363"/>
                </a:cubicBezTo>
                <a:close/>
                <a:moveTo>
                  <a:pt x="69148" y="31238"/>
                </a:moveTo>
                <a:cubicBezTo>
                  <a:pt x="69173" y="31238"/>
                  <a:pt x="69197" y="31263"/>
                  <a:pt x="69197" y="31263"/>
                </a:cubicBezTo>
                <a:cubicBezTo>
                  <a:pt x="69397" y="32060"/>
                  <a:pt x="69646" y="32831"/>
                  <a:pt x="69894" y="33578"/>
                </a:cubicBezTo>
                <a:cubicBezTo>
                  <a:pt x="69870" y="33578"/>
                  <a:pt x="69870" y="33603"/>
                  <a:pt x="69820" y="33603"/>
                </a:cubicBezTo>
                <a:cubicBezTo>
                  <a:pt x="69546" y="32831"/>
                  <a:pt x="69322" y="32060"/>
                  <a:pt x="69148" y="31238"/>
                </a:cubicBezTo>
                <a:close/>
                <a:moveTo>
                  <a:pt x="71662" y="32831"/>
                </a:moveTo>
                <a:cubicBezTo>
                  <a:pt x="71687" y="32831"/>
                  <a:pt x="71687" y="32856"/>
                  <a:pt x="71736" y="32881"/>
                </a:cubicBezTo>
                <a:cubicBezTo>
                  <a:pt x="71189" y="33180"/>
                  <a:pt x="70691" y="33454"/>
                  <a:pt x="70168" y="33752"/>
                </a:cubicBezTo>
                <a:cubicBezTo>
                  <a:pt x="70143" y="33703"/>
                  <a:pt x="70143" y="33678"/>
                  <a:pt x="70143" y="33678"/>
                </a:cubicBezTo>
                <a:cubicBezTo>
                  <a:pt x="70641" y="33379"/>
                  <a:pt x="71164" y="33105"/>
                  <a:pt x="71662" y="32831"/>
                </a:cubicBezTo>
                <a:close/>
                <a:moveTo>
                  <a:pt x="69944" y="33752"/>
                </a:moveTo>
                <a:cubicBezTo>
                  <a:pt x="69944" y="33802"/>
                  <a:pt x="69944" y="33802"/>
                  <a:pt x="69994" y="33827"/>
                </a:cubicBezTo>
                <a:cubicBezTo>
                  <a:pt x="69944" y="33827"/>
                  <a:pt x="69944" y="33852"/>
                  <a:pt x="69919" y="33852"/>
                </a:cubicBezTo>
                <a:cubicBezTo>
                  <a:pt x="69919" y="33827"/>
                  <a:pt x="69894" y="33827"/>
                  <a:pt x="69894" y="33802"/>
                </a:cubicBezTo>
                <a:cubicBezTo>
                  <a:pt x="69919" y="33752"/>
                  <a:pt x="69944" y="33752"/>
                  <a:pt x="69944" y="33752"/>
                </a:cubicBezTo>
                <a:close/>
                <a:moveTo>
                  <a:pt x="117188" y="30168"/>
                </a:moveTo>
                <a:cubicBezTo>
                  <a:pt x="117188" y="30243"/>
                  <a:pt x="117212" y="30293"/>
                  <a:pt x="117212" y="30342"/>
                </a:cubicBezTo>
                <a:cubicBezTo>
                  <a:pt x="117212" y="30367"/>
                  <a:pt x="117237" y="30392"/>
                  <a:pt x="117237" y="30467"/>
                </a:cubicBezTo>
                <a:lnTo>
                  <a:pt x="117237" y="31338"/>
                </a:lnTo>
                <a:lnTo>
                  <a:pt x="117237" y="31711"/>
                </a:lnTo>
                <a:lnTo>
                  <a:pt x="117237" y="31761"/>
                </a:lnTo>
                <a:cubicBezTo>
                  <a:pt x="117237" y="31886"/>
                  <a:pt x="117212" y="32010"/>
                  <a:pt x="117212" y="32159"/>
                </a:cubicBezTo>
                <a:cubicBezTo>
                  <a:pt x="117212" y="32309"/>
                  <a:pt x="117188" y="32408"/>
                  <a:pt x="117188" y="32583"/>
                </a:cubicBezTo>
                <a:cubicBezTo>
                  <a:pt x="117163" y="32757"/>
                  <a:pt x="117163" y="32906"/>
                  <a:pt x="117113" y="33105"/>
                </a:cubicBezTo>
                <a:lnTo>
                  <a:pt x="117113" y="33230"/>
                </a:lnTo>
                <a:cubicBezTo>
                  <a:pt x="117113" y="33304"/>
                  <a:pt x="117088" y="33354"/>
                  <a:pt x="117088" y="33404"/>
                </a:cubicBezTo>
                <a:cubicBezTo>
                  <a:pt x="117050" y="33632"/>
                  <a:pt x="117007" y="33860"/>
                  <a:pt x="116958" y="34087"/>
                </a:cubicBezTo>
                <a:lnTo>
                  <a:pt x="116958" y="34087"/>
                </a:lnTo>
                <a:lnTo>
                  <a:pt x="117038" y="33628"/>
                </a:lnTo>
                <a:cubicBezTo>
                  <a:pt x="117063" y="33504"/>
                  <a:pt x="117063" y="33379"/>
                  <a:pt x="117088" y="33255"/>
                </a:cubicBezTo>
                <a:lnTo>
                  <a:pt x="117088" y="33230"/>
                </a:lnTo>
                <a:lnTo>
                  <a:pt x="117088" y="33205"/>
                </a:lnTo>
                <a:cubicBezTo>
                  <a:pt x="117113" y="33056"/>
                  <a:pt x="117113" y="32856"/>
                  <a:pt x="117163" y="32707"/>
                </a:cubicBezTo>
                <a:cubicBezTo>
                  <a:pt x="117163" y="32583"/>
                  <a:pt x="117188" y="32458"/>
                  <a:pt x="117188" y="32334"/>
                </a:cubicBezTo>
                <a:lnTo>
                  <a:pt x="117188" y="32259"/>
                </a:lnTo>
                <a:lnTo>
                  <a:pt x="117188" y="32110"/>
                </a:lnTo>
                <a:cubicBezTo>
                  <a:pt x="117188" y="31985"/>
                  <a:pt x="117212" y="31861"/>
                  <a:pt x="117212" y="31761"/>
                </a:cubicBezTo>
                <a:lnTo>
                  <a:pt x="117212" y="31587"/>
                </a:lnTo>
                <a:cubicBezTo>
                  <a:pt x="117188" y="31512"/>
                  <a:pt x="117188" y="31512"/>
                  <a:pt x="117188" y="31487"/>
                </a:cubicBezTo>
                <a:lnTo>
                  <a:pt x="117188" y="31064"/>
                </a:lnTo>
                <a:lnTo>
                  <a:pt x="117188" y="30840"/>
                </a:lnTo>
                <a:lnTo>
                  <a:pt x="117188" y="30716"/>
                </a:lnTo>
                <a:lnTo>
                  <a:pt x="117188" y="30243"/>
                </a:lnTo>
                <a:lnTo>
                  <a:pt x="117188" y="30168"/>
                </a:lnTo>
                <a:close/>
                <a:moveTo>
                  <a:pt x="86198" y="27032"/>
                </a:moveTo>
                <a:lnTo>
                  <a:pt x="86198" y="27032"/>
                </a:lnTo>
                <a:cubicBezTo>
                  <a:pt x="86347" y="29621"/>
                  <a:pt x="86173" y="32135"/>
                  <a:pt x="85675" y="34474"/>
                </a:cubicBezTo>
                <a:lnTo>
                  <a:pt x="85601" y="34474"/>
                </a:lnTo>
                <a:cubicBezTo>
                  <a:pt x="86123" y="32135"/>
                  <a:pt x="86298" y="29645"/>
                  <a:pt x="86123" y="27082"/>
                </a:cubicBezTo>
                <a:cubicBezTo>
                  <a:pt x="86173" y="27082"/>
                  <a:pt x="86173" y="27082"/>
                  <a:pt x="86198" y="27032"/>
                </a:cubicBezTo>
                <a:close/>
                <a:moveTo>
                  <a:pt x="85601" y="34624"/>
                </a:moveTo>
                <a:lnTo>
                  <a:pt x="85601" y="34698"/>
                </a:lnTo>
                <a:lnTo>
                  <a:pt x="85551" y="34698"/>
                </a:lnTo>
                <a:lnTo>
                  <a:pt x="85551" y="34624"/>
                </a:lnTo>
                <a:close/>
                <a:moveTo>
                  <a:pt x="93192" y="25663"/>
                </a:moveTo>
                <a:lnTo>
                  <a:pt x="93192" y="25663"/>
                </a:lnTo>
                <a:cubicBezTo>
                  <a:pt x="92769" y="28575"/>
                  <a:pt x="91973" y="31612"/>
                  <a:pt x="90853" y="34698"/>
                </a:cubicBezTo>
                <a:cubicBezTo>
                  <a:pt x="89535" y="34524"/>
                  <a:pt x="88232" y="34425"/>
                  <a:pt x="86956" y="34425"/>
                </a:cubicBezTo>
                <a:cubicBezTo>
                  <a:pt x="86593" y="34425"/>
                  <a:pt x="86233" y="34433"/>
                  <a:pt x="85875" y="34449"/>
                </a:cubicBezTo>
                <a:cubicBezTo>
                  <a:pt x="86347" y="32110"/>
                  <a:pt x="86547" y="29596"/>
                  <a:pt x="86372" y="27007"/>
                </a:cubicBezTo>
                <a:cubicBezTo>
                  <a:pt x="88737" y="26360"/>
                  <a:pt x="91027" y="25912"/>
                  <a:pt x="93192" y="25663"/>
                </a:cubicBezTo>
                <a:close/>
                <a:moveTo>
                  <a:pt x="93441" y="25638"/>
                </a:moveTo>
                <a:cubicBezTo>
                  <a:pt x="93018" y="28575"/>
                  <a:pt x="92197" y="31612"/>
                  <a:pt x="91077" y="34748"/>
                </a:cubicBezTo>
                <a:lnTo>
                  <a:pt x="91027" y="34748"/>
                </a:lnTo>
                <a:cubicBezTo>
                  <a:pt x="92147" y="31637"/>
                  <a:pt x="92944" y="28600"/>
                  <a:pt x="93392" y="25663"/>
                </a:cubicBezTo>
                <a:cubicBezTo>
                  <a:pt x="93392" y="25638"/>
                  <a:pt x="93417" y="25638"/>
                  <a:pt x="93441" y="25638"/>
                </a:cubicBezTo>
                <a:close/>
                <a:moveTo>
                  <a:pt x="73802" y="31960"/>
                </a:moveTo>
                <a:lnTo>
                  <a:pt x="73802" y="32060"/>
                </a:lnTo>
                <a:lnTo>
                  <a:pt x="73802" y="32085"/>
                </a:lnTo>
                <a:cubicBezTo>
                  <a:pt x="73753" y="32458"/>
                  <a:pt x="73703" y="32856"/>
                  <a:pt x="73678" y="33230"/>
                </a:cubicBezTo>
                <a:cubicBezTo>
                  <a:pt x="73653" y="33479"/>
                  <a:pt x="73653" y="33703"/>
                  <a:pt x="73653" y="33952"/>
                </a:cubicBezTo>
                <a:lnTo>
                  <a:pt x="73653" y="33976"/>
                </a:lnTo>
                <a:lnTo>
                  <a:pt x="73653" y="34026"/>
                </a:lnTo>
                <a:cubicBezTo>
                  <a:pt x="73653" y="34325"/>
                  <a:pt x="73628" y="34599"/>
                  <a:pt x="73653" y="34848"/>
                </a:cubicBezTo>
                <a:cubicBezTo>
                  <a:pt x="73304" y="34076"/>
                  <a:pt x="72832" y="33404"/>
                  <a:pt x="72284" y="32831"/>
                </a:cubicBezTo>
                <a:lnTo>
                  <a:pt x="72284" y="32757"/>
                </a:lnTo>
                <a:cubicBezTo>
                  <a:pt x="72782" y="32483"/>
                  <a:pt x="73280" y="32209"/>
                  <a:pt x="73802" y="31960"/>
                </a:cubicBezTo>
                <a:close/>
                <a:moveTo>
                  <a:pt x="86708" y="34609"/>
                </a:moveTo>
                <a:cubicBezTo>
                  <a:pt x="88023" y="34609"/>
                  <a:pt x="89368" y="34692"/>
                  <a:pt x="90728" y="34873"/>
                </a:cubicBezTo>
                <a:cubicBezTo>
                  <a:pt x="90778" y="34922"/>
                  <a:pt x="90778" y="34922"/>
                  <a:pt x="90728" y="34947"/>
                </a:cubicBezTo>
                <a:cubicBezTo>
                  <a:pt x="89434" y="34748"/>
                  <a:pt x="88090" y="34649"/>
                  <a:pt x="86820" y="34649"/>
                </a:cubicBezTo>
                <a:cubicBezTo>
                  <a:pt x="86472" y="34649"/>
                  <a:pt x="86099" y="34698"/>
                  <a:pt x="85750" y="34698"/>
                </a:cubicBezTo>
                <a:lnTo>
                  <a:pt x="85750" y="34624"/>
                </a:lnTo>
                <a:cubicBezTo>
                  <a:pt x="86067" y="34614"/>
                  <a:pt x="86387" y="34609"/>
                  <a:pt x="86708" y="34609"/>
                </a:cubicBezTo>
                <a:close/>
                <a:moveTo>
                  <a:pt x="91027" y="34922"/>
                </a:moveTo>
                <a:cubicBezTo>
                  <a:pt x="91027" y="34947"/>
                  <a:pt x="91027" y="34947"/>
                  <a:pt x="90977" y="34972"/>
                </a:cubicBezTo>
                <a:lnTo>
                  <a:pt x="90927" y="34972"/>
                </a:lnTo>
                <a:cubicBezTo>
                  <a:pt x="90927" y="34947"/>
                  <a:pt x="90927" y="34947"/>
                  <a:pt x="90952" y="34922"/>
                </a:cubicBezTo>
                <a:close/>
                <a:moveTo>
                  <a:pt x="85949" y="27107"/>
                </a:moveTo>
                <a:lnTo>
                  <a:pt x="85949" y="27107"/>
                </a:lnTo>
                <a:cubicBezTo>
                  <a:pt x="86099" y="29645"/>
                  <a:pt x="85899" y="32135"/>
                  <a:pt x="85377" y="34474"/>
                </a:cubicBezTo>
                <a:cubicBezTo>
                  <a:pt x="83933" y="34574"/>
                  <a:pt x="82514" y="34748"/>
                  <a:pt x="81195" y="35097"/>
                </a:cubicBezTo>
                <a:cubicBezTo>
                  <a:pt x="82066" y="32632"/>
                  <a:pt x="82639" y="30268"/>
                  <a:pt x="82987" y="28028"/>
                </a:cubicBezTo>
                <a:cubicBezTo>
                  <a:pt x="83983" y="27704"/>
                  <a:pt x="84978" y="27380"/>
                  <a:pt x="85949" y="27107"/>
                </a:cubicBezTo>
                <a:close/>
                <a:moveTo>
                  <a:pt x="82738" y="28102"/>
                </a:moveTo>
                <a:cubicBezTo>
                  <a:pt x="82738" y="28127"/>
                  <a:pt x="82763" y="28127"/>
                  <a:pt x="82763" y="28127"/>
                </a:cubicBezTo>
                <a:cubicBezTo>
                  <a:pt x="82464" y="30367"/>
                  <a:pt x="81817" y="32732"/>
                  <a:pt x="80971" y="35171"/>
                </a:cubicBezTo>
                <a:lnTo>
                  <a:pt x="80921" y="35171"/>
                </a:lnTo>
                <a:cubicBezTo>
                  <a:pt x="81270" y="34225"/>
                  <a:pt x="81543" y="33304"/>
                  <a:pt x="81817" y="32383"/>
                </a:cubicBezTo>
                <a:cubicBezTo>
                  <a:pt x="81867" y="32184"/>
                  <a:pt x="81917" y="31960"/>
                  <a:pt x="81991" y="31711"/>
                </a:cubicBezTo>
                <a:cubicBezTo>
                  <a:pt x="82066" y="31462"/>
                  <a:pt x="82116" y="31238"/>
                  <a:pt x="82191" y="30990"/>
                </a:cubicBezTo>
                <a:cubicBezTo>
                  <a:pt x="82191" y="30965"/>
                  <a:pt x="82191" y="30940"/>
                  <a:pt x="82216" y="30890"/>
                </a:cubicBezTo>
                <a:cubicBezTo>
                  <a:pt x="82216" y="30840"/>
                  <a:pt x="82240" y="30815"/>
                  <a:pt x="82240" y="30741"/>
                </a:cubicBezTo>
                <a:cubicBezTo>
                  <a:pt x="82240" y="30716"/>
                  <a:pt x="82265" y="30641"/>
                  <a:pt x="82265" y="30616"/>
                </a:cubicBezTo>
                <a:cubicBezTo>
                  <a:pt x="82365" y="30218"/>
                  <a:pt x="82464" y="29845"/>
                  <a:pt x="82514" y="29446"/>
                </a:cubicBezTo>
                <a:cubicBezTo>
                  <a:pt x="82514" y="29397"/>
                  <a:pt x="82564" y="29347"/>
                  <a:pt x="82564" y="29322"/>
                </a:cubicBezTo>
                <a:lnTo>
                  <a:pt x="82564" y="29247"/>
                </a:lnTo>
                <a:cubicBezTo>
                  <a:pt x="82614" y="28874"/>
                  <a:pt x="82688" y="28476"/>
                  <a:pt x="82738" y="28102"/>
                </a:cubicBezTo>
                <a:close/>
                <a:moveTo>
                  <a:pt x="85361" y="34699"/>
                </a:moveTo>
                <a:cubicBezTo>
                  <a:pt x="85352" y="34700"/>
                  <a:pt x="85352" y="34705"/>
                  <a:pt x="85352" y="34723"/>
                </a:cubicBezTo>
                <a:cubicBezTo>
                  <a:pt x="83858" y="34823"/>
                  <a:pt x="82464" y="35047"/>
                  <a:pt x="81120" y="35370"/>
                </a:cubicBezTo>
                <a:cubicBezTo>
                  <a:pt x="81120" y="35345"/>
                  <a:pt x="81145" y="35345"/>
                  <a:pt x="81145" y="35321"/>
                </a:cubicBezTo>
                <a:cubicBezTo>
                  <a:pt x="82485" y="34973"/>
                  <a:pt x="83874" y="34750"/>
                  <a:pt x="85361" y="34699"/>
                </a:cubicBezTo>
                <a:close/>
                <a:moveTo>
                  <a:pt x="117785" y="32906"/>
                </a:moveTo>
                <a:lnTo>
                  <a:pt x="117785" y="32906"/>
                </a:lnTo>
                <a:cubicBezTo>
                  <a:pt x="117835" y="33255"/>
                  <a:pt x="117860" y="33678"/>
                  <a:pt x="117909" y="34001"/>
                </a:cubicBezTo>
                <a:cubicBezTo>
                  <a:pt x="117909" y="34225"/>
                  <a:pt x="117934" y="34449"/>
                  <a:pt x="117934" y="34649"/>
                </a:cubicBezTo>
                <a:lnTo>
                  <a:pt x="117934" y="34698"/>
                </a:lnTo>
                <a:lnTo>
                  <a:pt x="117934" y="34873"/>
                </a:lnTo>
                <a:lnTo>
                  <a:pt x="117934" y="35395"/>
                </a:lnTo>
                <a:cubicBezTo>
                  <a:pt x="117909" y="34997"/>
                  <a:pt x="117909" y="34599"/>
                  <a:pt x="117860" y="34225"/>
                </a:cubicBezTo>
                <a:cubicBezTo>
                  <a:pt x="117860" y="33976"/>
                  <a:pt x="117835" y="33728"/>
                  <a:pt x="117835" y="33479"/>
                </a:cubicBezTo>
                <a:cubicBezTo>
                  <a:pt x="117835" y="33354"/>
                  <a:pt x="117810" y="33155"/>
                  <a:pt x="117785" y="32906"/>
                </a:cubicBezTo>
                <a:close/>
                <a:moveTo>
                  <a:pt x="39253" y="15756"/>
                </a:moveTo>
                <a:cubicBezTo>
                  <a:pt x="39253" y="15781"/>
                  <a:pt x="39253" y="15781"/>
                  <a:pt x="39204" y="15806"/>
                </a:cubicBezTo>
                <a:lnTo>
                  <a:pt x="39204" y="15831"/>
                </a:lnTo>
                <a:cubicBezTo>
                  <a:pt x="38905" y="16055"/>
                  <a:pt x="38631" y="16304"/>
                  <a:pt x="38308" y="16528"/>
                </a:cubicBezTo>
                <a:cubicBezTo>
                  <a:pt x="37860" y="16827"/>
                  <a:pt x="37436" y="17175"/>
                  <a:pt x="37038" y="17499"/>
                </a:cubicBezTo>
                <a:cubicBezTo>
                  <a:pt x="36764" y="17698"/>
                  <a:pt x="36466" y="17922"/>
                  <a:pt x="36217" y="18121"/>
                </a:cubicBezTo>
                <a:cubicBezTo>
                  <a:pt x="35072" y="18992"/>
                  <a:pt x="33578" y="20262"/>
                  <a:pt x="32682" y="21008"/>
                </a:cubicBezTo>
                <a:cubicBezTo>
                  <a:pt x="30094" y="23124"/>
                  <a:pt x="26858" y="26210"/>
                  <a:pt x="25937" y="27206"/>
                </a:cubicBezTo>
                <a:cubicBezTo>
                  <a:pt x="25638" y="27505"/>
                  <a:pt x="25314" y="27828"/>
                  <a:pt x="24966" y="28152"/>
                </a:cubicBezTo>
                <a:lnTo>
                  <a:pt x="24941" y="28202"/>
                </a:lnTo>
                <a:cubicBezTo>
                  <a:pt x="24767" y="28351"/>
                  <a:pt x="24617" y="28500"/>
                  <a:pt x="24468" y="28675"/>
                </a:cubicBezTo>
                <a:cubicBezTo>
                  <a:pt x="23871" y="29272"/>
                  <a:pt x="23323" y="29869"/>
                  <a:pt x="22850" y="30392"/>
                </a:cubicBezTo>
                <a:cubicBezTo>
                  <a:pt x="22601" y="30691"/>
                  <a:pt x="22377" y="30915"/>
                  <a:pt x="22203" y="31139"/>
                </a:cubicBezTo>
                <a:cubicBezTo>
                  <a:pt x="22029" y="31313"/>
                  <a:pt x="21904" y="31462"/>
                  <a:pt x="21780" y="31587"/>
                </a:cubicBezTo>
                <a:cubicBezTo>
                  <a:pt x="21382" y="32060"/>
                  <a:pt x="21008" y="32458"/>
                  <a:pt x="20710" y="32831"/>
                </a:cubicBezTo>
                <a:cubicBezTo>
                  <a:pt x="19639" y="34051"/>
                  <a:pt x="19092" y="34698"/>
                  <a:pt x="18519" y="35420"/>
                </a:cubicBezTo>
                <a:lnTo>
                  <a:pt x="18494" y="35420"/>
                </a:lnTo>
                <a:cubicBezTo>
                  <a:pt x="18619" y="35246"/>
                  <a:pt x="18743" y="35072"/>
                  <a:pt x="18893" y="34873"/>
                </a:cubicBezTo>
                <a:cubicBezTo>
                  <a:pt x="19415" y="34225"/>
                  <a:pt x="19988" y="33553"/>
                  <a:pt x="20535" y="32881"/>
                </a:cubicBezTo>
                <a:cubicBezTo>
                  <a:pt x="21033" y="32334"/>
                  <a:pt x="21606" y="31711"/>
                  <a:pt x="22128" y="31114"/>
                </a:cubicBezTo>
                <a:cubicBezTo>
                  <a:pt x="22875" y="30317"/>
                  <a:pt x="23622" y="29471"/>
                  <a:pt x="24369" y="28700"/>
                </a:cubicBezTo>
                <a:cubicBezTo>
                  <a:pt x="24692" y="28351"/>
                  <a:pt x="24966" y="28028"/>
                  <a:pt x="25265" y="27729"/>
                </a:cubicBezTo>
                <a:cubicBezTo>
                  <a:pt x="27629" y="25290"/>
                  <a:pt x="30168" y="22925"/>
                  <a:pt x="32807" y="20734"/>
                </a:cubicBezTo>
                <a:cubicBezTo>
                  <a:pt x="33703" y="19938"/>
                  <a:pt x="34649" y="19191"/>
                  <a:pt x="35570" y="18494"/>
                </a:cubicBezTo>
                <a:cubicBezTo>
                  <a:pt x="36042" y="18121"/>
                  <a:pt x="36515" y="17748"/>
                  <a:pt x="37013" y="17399"/>
                </a:cubicBezTo>
                <a:cubicBezTo>
                  <a:pt x="37436" y="17075"/>
                  <a:pt x="37884" y="16752"/>
                  <a:pt x="38308" y="16428"/>
                </a:cubicBezTo>
                <a:cubicBezTo>
                  <a:pt x="38557" y="16254"/>
                  <a:pt x="38781" y="16080"/>
                  <a:pt x="39029" y="15906"/>
                </a:cubicBezTo>
                <a:cubicBezTo>
                  <a:pt x="39079" y="15831"/>
                  <a:pt x="39154" y="15806"/>
                  <a:pt x="39253" y="15756"/>
                </a:cubicBezTo>
                <a:close/>
                <a:moveTo>
                  <a:pt x="91201" y="34947"/>
                </a:moveTo>
                <a:cubicBezTo>
                  <a:pt x="92296" y="35097"/>
                  <a:pt x="93417" y="35321"/>
                  <a:pt x="94512" y="35569"/>
                </a:cubicBezTo>
                <a:lnTo>
                  <a:pt x="94163" y="35569"/>
                </a:lnTo>
                <a:cubicBezTo>
                  <a:pt x="93168" y="35321"/>
                  <a:pt x="92172" y="35121"/>
                  <a:pt x="91176" y="34997"/>
                </a:cubicBezTo>
                <a:cubicBezTo>
                  <a:pt x="91176" y="34972"/>
                  <a:pt x="91176" y="34972"/>
                  <a:pt x="91201" y="34947"/>
                </a:cubicBezTo>
                <a:close/>
                <a:moveTo>
                  <a:pt x="72350" y="33225"/>
                </a:moveTo>
                <a:cubicBezTo>
                  <a:pt x="72903" y="33836"/>
                  <a:pt x="73337" y="34519"/>
                  <a:pt x="73653" y="35345"/>
                </a:cubicBezTo>
                <a:lnTo>
                  <a:pt x="73653" y="35495"/>
                </a:lnTo>
                <a:lnTo>
                  <a:pt x="73653" y="35594"/>
                </a:lnTo>
                <a:cubicBezTo>
                  <a:pt x="73329" y="34723"/>
                  <a:pt x="72881" y="33976"/>
                  <a:pt x="72359" y="33304"/>
                </a:cubicBezTo>
                <a:cubicBezTo>
                  <a:pt x="72359" y="33276"/>
                  <a:pt x="72359" y="33248"/>
                  <a:pt x="72350" y="33225"/>
                </a:cubicBezTo>
                <a:close/>
                <a:moveTo>
                  <a:pt x="51002" y="23024"/>
                </a:moveTo>
                <a:cubicBezTo>
                  <a:pt x="51151" y="23248"/>
                  <a:pt x="51326" y="23423"/>
                  <a:pt x="51475" y="23622"/>
                </a:cubicBezTo>
                <a:cubicBezTo>
                  <a:pt x="51649" y="23846"/>
                  <a:pt x="51848" y="24020"/>
                  <a:pt x="52023" y="24244"/>
                </a:cubicBezTo>
                <a:cubicBezTo>
                  <a:pt x="52197" y="24418"/>
                  <a:pt x="52371" y="24642"/>
                  <a:pt x="52520" y="24841"/>
                </a:cubicBezTo>
                <a:cubicBezTo>
                  <a:pt x="52819" y="25165"/>
                  <a:pt x="53093" y="25489"/>
                  <a:pt x="53367" y="25837"/>
                </a:cubicBezTo>
                <a:lnTo>
                  <a:pt x="53392" y="25862"/>
                </a:lnTo>
                <a:cubicBezTo>
                  <a:pt x="54337" y="27032"/>
                  <a:pt x="55258" y="28227"/>
                  <a:pt x="56179" y="29471"/>
                </a:cubicBezTo>
                <a:cubicBezTo>
                  <a:pt x="53416" y="31438"/>
                  <a:pt x="50778" y="33479"/>
                  <a:pt x="48264" y="35669"/>
                </a:cubicBezTo>
                <a:cubicBezTo>
                  <a:pt x="46372" y="32981"/>
                  <a:pt x="44655" y="30218"/>
                  <a:pt x="43261" y="27629"/>
                </a:cubicBezTo>
                <a:cubicBezTo>
                  <a:pt x="45850" y="25787"/>
                  <a:pt x="48438" y="24269"/>
                  <a:pt x="51002" y="23024"/>
                </a:cubicBezTo>
                <a:close/>
                <a:moveTo>
                  <a:pt x="91102" y="35196"/>
                </a:moveTo>
                <a:cubicBezTo>
                  <a:pt x="91823" y="35296"/>
                  <a:pt x="92545" y="35420"/>
                  <a:pt x="93267" y="35569"/>
                </a:cubicBezTo>
                <a:lnTo>
                  <a:pt x="93217" y="35569"/>
                </a:lnTo>
                <a:cubicBezTo>
                  <a:pt x="92844" y="35569"/>
                  <a:pt x="92446" y="35569"/>
                  <a:pt x="92048" y="35594"/>
                </a:cubicBezTo>
                <a:lnTo>
                  <a:pt x="91699" y="35594"/>
                </a:lnTo>
                <a:cubicBezTo>
                  <a:pt x="91550" y="35594"/>
                  <a:pt x="91425" y="35619"/>
                  <a:pt x="91251" y="35619"/>
                </a:cubicBezTo>
                <a:cubicBezTo>
                  <a:pt x="91151" y="35619"/>
                  <a:pt x="91002" y="35669"/>
                  <a:pt x="90927" y="35669"/>
                </a:cubicBezTo>
                <a:cubicBezTo>
                  <a:pt x="90977" y="35545"/>
                  <a:pt x="91052" y="35345"/>
                  <a:pt x="91102" y="35196"/>
                </a:cubicBezTo>
                <a:close/>
                <a:moveTo>
                  <a:pt x="39054" y="16155"/>
                </a:moveTo>
                <a:cubicBezTo>
                  <a:pt x="39054" y="16204"/>
                  <a:pt x="39029" y="16279"/>
                  <a:pt x="39029" y="16304"/>
                </a:cubicBezTo>
                <a:cubicBezTo>
                  <a:pt x="39029" y="16379"/>
                  <a:pt x="39005" y="16453"/>
                  <a:pt x="39005" y="16528"/>
                </a:cubicBezTo>
                <a:cubicBezTo>
                  <a:pt x="39005" y="16627"/>
                  <a:pt x="39005" y="16677"/>
                  <a:pt x="38955" y="16777"/>
                </a:cubicBezTo>
                <a:cubicBezTo>
                  <a:pt x="38955" y="16876"/>
                  <a:pt x="38955" y="16926"/>
                  <a:pt x="38930" y="17026"/>
                </a:cubicBezTo>
                <a:cubicBezTo>
                  <a:pt x="38955" y="17150"/>
                  <a:pt x="38955" y="17250"/>
                  <a:pt x="38955" y="17324"/>
                </a:cubicBezTo>
                <a:lnTo>
                  <a:pt x="38955" y="17623"/>
                </a:lnTo>
                <a:cubicBezTo>
                  <a:pt x="38955" y="17698"/>
                  <a:pt x="39005" y="17822"/>
                  <a:pt x="39005" y="17922"/>
                </a:cubicBezTo>
                <a:cubicBezTo>
                  <a:pt x="39005" y="18021"/>
                  <a:pt x="39029" y="18121"/>
                  <a:pt x="39029" y="18245"/>
                </a:cubicBezTo>
                <a:cubicBezTo>
                  <a:pt x="39029" y="18320"/>
                  <a:pt x="39054" y="18445"/>
                  <a:pt x="39079" y="18544"/>
                </a:cubicBezTo>
                <a:cubicBezTo>
                  <a:pt x="39079" y="18619"/>
                  <a:pt x="39104" y="18693"/>
                  <a:pt x="39104" y="18768"/>
                </a:cubicBezTo>
                <a:cubicBezTo>
                  <a:pt x="32558" y="23896"/>
                  <a:pt x="26534" y="29645"/>
                  <a:pt x="21357" y="35694"/>
                </a:cubicBezTo>
                <a:cubicBezTo>
                  <a:pt x="20527" y="35443"/>
                  <a:pt x="19832" y="35312"/>
                  <a:pt x="19272" y="35312"/>
                </a:cubicBezTo>
                <a:cubicBezTo>
                  <a:pt x="19109" y="35312"/>
                  <a:pt x="18958" y="35323"/>
                  <a:pt x="18818" y="35345"/>
                </a:cubicBezTo>
                <a:cubicBezTo>
                  <a:pt x="19440" y="34599"/>
                  <a:pt x="20038" y="33852"/>
                  <a:pt x="20685" y="33105"/>
                </a:cubicBezTo>
                <a:cubicBezTo>
                  <a:pt x="21158" y="32558"/>
                  <a:pt x="21655" y="32010"/>
                  <a:pt x="22128" y="31462"/>
                </a:cubicBezTo>
                <a:cubicBezTo>
                  <a:pt x="26584" y="26484"/>
                  <a:pt x="31612" y="21780"/>
                  <a:pt x="37138" y="17573"/>
                </a:cubicBezTo>
                <a:cubicBezTo>
                  <a:pt x="37511" y="17300"/>
                  <a:pt x="37909" y="17001"/>
                  <a:pt x="38283" y="16702"/>
                </a:cubicBezTo>
                <a:cubicBezTo>
                  <a:pt x="38532" y="16528"/>
                  <a:pt x="38781" y="16329"/>
                  <a:pt x="39054" y="16155"/>
                </a:cubicBezTo>
                <a:close/>
                <a:moveTo>
                  <a:pt x="90952" y="35171"/>
                </a:moveTo>
                <a:cubicBezTo>
                  <a:pt x="90853" y="35345"/>
                  <a:pt x="90803" y="35545"/>
                  <a:pt x="90728" y="35719"/>
                </a:cubicBezTo>
                <a:lnTo>
                  <a:pt x="90678" y="35719"/>
                </a:lnTo>
                <a:cubicBezTo>
                  <a:pt x="90728" y="35545"/>
                  <a:pt x="90803" y="35345"/>
                  <a:pt x="90903" y="35171"/>
                </a:cubicBezTo>
                <a:close/>
                <a:moveTo>
                  <a:pt x="39179" y="18942"/>
                </a:moveTo>
                <a:cubicBezTo>
                  <a:pt x="39179" y="18992"/>
                  <a:pt x="39179" y="19017"/>
                  <a:pt x="39204" y="19017"/>
                </a:cubicBezTo>
                <a:cubicBezTo>
                  <a:pt x="32682" y="24120"/>
                  <a:pt x="26758" y="29770"/>
                  <a:pt x="21606" y="35794"/>
                </a:cubicBezTo>
                <a:cubicBezTo>
                  <a:pt x="21581" y="35794"/>
                  <a:pt x="21581" y="35794"/>
                  <a:pt x="21531" y="35744"/>
                </a:cubicBezTo>
                <a:cubicBezTo>
                  <a:pt x="26708" y="29745"/>
                  <a:pt x="32657" y="24045"/>
                  <a:pt x="39179" y="18942"/>
                </a:cubicBezTo>
                <a:close/>
                <a:moveTo>
                  <a:pt x="43037" y="27754"/>
                </a:moveTo>
                <a:cubicBezTo>
                  <a:pt x="44481" y="30367"/>
                  <a:pt x="46223" y="33105"/>
                  <a:pt x="48090" y="35818"/>
                </a:cubicBezTo>
                <a:lnTo>
                  <a:pt x="48040" y="35843"/>
                </a:lnTo>
                <a:cubicBezTo>
                  <a:pt x="46148" y="33130"/>
                  <a:pt x="44431" y="30392"/>
                  <a:pt x="43012" y="27779"/>
                </a:cubicBezTo>
                <a:lnTo>
                  <a:pt x="43037" y="27754"/>
                </a:lnTo>
                <a:close/>
                <a:moveTo>
                  <a:pt x="95333" y="35794"/>
                </a:moveTo>
                <a:cubicBezTo>
                  <a:pt x="95408" y="35794"/>
                  <a:pt x="95433" y="35818"/>
                  <a:pt x="95507" y="35818"/>
                </a:cubicBezTo>
                <a:lnTo>
                  <a:pt x="95532" y="35818"/>
                </a:lnTo>
                <a:cubicBezTo>
                  <a:pt x="95582" y="35843"/>
                  <a:pt x="95657" y="35843"/>
                  <a:pt x="95707" y="35868"/>
                </a:cubicBezTo>
                <a:lnTo>
                  <a:pt x="95682" y="35868"/>
                </a:lnTo>
                <a:cubicBezTo>
                  <a:pt x="95582" y="35868"/>
                  <a:pt x="95532" y="35843"/>
                  <a:pt x="95433" y="35843"/>
                </a:cubicBezTo>
                <a:lnTo>
                  <a:pt x="95383" y="35843"/>
                </a:lnTo>
                <a:cubicBezTo>
                  <a:pt x="95333" y="35843"/>
                  <a:pt x="95283" y="35818"/>
                  <a:pt x="95258" y="35818"/>
                </a:cubicBezTo>
                <a:lnTo>
                  <a:pt x="95209" y="35818"/>
                </a:lnTo>
                <a:cubicBezTo>
                  <a:pt x="95159" y="35818"/>
                  <a:pt x="95134" y="35818"/>
                  <a:pt x="95084" y="35794"/>
                </a:cubicBezTo>
                <a:close/>
                <a:moveTo>
                  <a:pt x="56254" y="29645"/>
                </a:moveTo>
                <a:cubicBezTo>
                  <a:pt x="56254" y="29670"/>
                  <a:pt x="56304" y="29670"/>
                  <a:pt x="56304" y="29720"/>
                </a:cubicBezTo>
                <a:cubicBezTo>
                  <a:pt x="53566" y="31687"/>
                  <a:pt x="50902" y="33728"/>
                  <a:pt x="48388" y="35893"/>
                </a:cubicBezTo>
                <a:cubicBezTo>
                  <a:pt x="48364" y="35868"/>
                  <a:pt x="48364" y="35843"/>
                  <a:pt x="48364" y="35843"/>
                </a:cubicBezTo>
                <a:cubicBezTo>
                  <a:pt x="50902" y="33703"/>
                  <a:pt x="53566" y="31612"/>
                  <a:pt x="56254" y="29645"/>
                </a:cubicBezTo>
                <a:close/>
                <a:moveTo>
                  <a:pt x="19266" y="35495"/>
                </a:moveTo>
                <a:cubicBezTo>
                  <a:pt x="19789" y="35495"/>
                  <a:pt x="20461" y="35619"/>
                  <a:pt x="21183" y="35843"/>
                </a:cubicBezTo>
                <a:lnTo>
                  <a:pt x="21133" y="35918"/>
                </a:lnTo>
                <a:cubicBezTo>
                  <a:pt x="20404" y="35696"/>
                  <a:pt x="19786" y="35585"/>
                  <a:pt x="19286" y="35585"/>
                </a:cubicBezTo>
                <a:cubicBezTo>
                  <a:pt x="19000" y="35585"/>
                  <a:pt x="18752" y="35622"/>
                  <a:pt x="18544" y="35694"/>
                </a:cubicBezTo>
                <a:lnTo>
                  <a:pt x="18644" y="35594"/>
                </a:lnTo>
                <a:cubicBezTo>
                  <a:pt x="18818" y="35545"/>
                  <a:pt x="19042" y="35495"/>
                  <a:pt x="19266" y="35495"/>
                </a:cubicBezTo>
                <a:close/>
                <a:moveTo>
                  <a:pt x="93641" y="35744"/>
                </a:moveTo>
                <a:cubicBezTo>
                  <a:pt x="93815" y="35744"/>
                  <a:pt x="94014" y="35794"/>
                  <a:pt x="94213" y="35794"/>
                </a:cubicBezTo>
                <a:cubicBezTo>
                  <a:pt x="94263" y="35794"/>
                  <a:pt x="94313" y="35818"/>
                  <a:pt x="94337" y="35818"/>
                </a:cubicBezTo>
                <a:lnTo>
                  <a:pt x="94387" y="35818"/>
                </a:lnTo>
                <a:cubicBezTo>
                  <a:pt x="94412" y="35818"/>
                  <a:pt x="94437" y="35843"/>
                  <a:pt x="94462" y="35843"/>
                </a:cubicBezTo>
                <a:cubicBezTo>
                  <a:pt x="94188" y="35843"/>
                  <a:pt x="93914" y="35818"/>
                  <a:pt x="93591" y="35818"/>
                </a:cubicBezTo>
                <a:cubicBezTo>
                  <a:pt x="92968" y="35818"/>
                  <a:pt x="92346" y="35843"/>
                  <a:pt x="91699" y="35868"/>
                </a:cubicBezTo>
                <a:cubicBezTo>
                  <a:pt x="91550" y="35868"/>
                  <a:pt x="91425" y="35893"/>
                  <a:pt x="91276" y="35893"/>
                </a:cubicBezTo>
                <a:cubicBezTo>
                  <a:pt x="91102" y="35893"/>
                  <a:pt x="90952" y="35943"/>
                  <a:pt x="90803" y="35943"/>
                </a:cubicBezTo>
                <a:lnTo>
                  <a:pt x="90803" y="35893"/>
                </a:lnTo>
                <a:lnTo>
                  <a:pt x="90803" y="35868"/>
                </a:lnTo>
                <a:cubicBezTo>
                  <a:pt x="90927" y="35868"/>
                  <a:pt x="91077" y="35843"/>
                  <a:pt x="91201" y="35818"/>
                </a:cubicBezTo>
                <a:cubicBezTo>
                  <a:pt x="91351" y="35818"/>
                  <a:pt x="91525" y="35794"/>
                  <a:pt x="91674" y="35794"/>
                </a:cubicBezTo>
                <a:cubicBezTo>
                  <a:pt x="92346" y="35794"/>
                  <a:pt x="92968" y="35744"/>
                  <a:pt x="93591" y="35744"/>
                </a:cubicBezTo>
                <a:close/>
                <a:moveTo>
                  <a:pt x="39253" y="19266"/>
                </a:moveTo>
                <a:cubicBezTo>
                  <a:pt x="39278" y="19341"/>
                  <a:pt x="39278" y="19465"/>
                  <a:pt x="39303" y="19565"/>
                </a:cubicBezTo>
                <a:cubicBezTo>
                  <a:pt x="38706" y="19988"/>
                  <a:pt x="38158" y="20411"/>
                  <a:pt x="37561" y="20809"/>
                </a:cubicBezTo>
                <a:cubicBezTo>
                  <a:pt x="37461" y="20884"/>
                  <a:pt x="37387" y="20983"/>
                  <a:pt x="37287" y="21033"/>
                </a:cubicBezTo>
                <a:cubicBezTo>
                  <a:pt x="36789" y="21407"/>
                  <a:pt x="36291" y="21805"/>
                  <a:pt x="35794" y="22178"/>
                </a:cubicBezTo>
                <a:lnTo>
                  <a:pt x="35221" y="22651"/>
                </a:lnTo>
                <a:cubicBezTo>
                  <a:pt x="34823" y="22975"/>
                  <a:pt x="34449" y="23273"/>
                  <a:pt x="34051" y="23622"/>
                </a:cubicBezTo>
                <a:cubicBezTo>
                  <a:pt x="34051" y="23622"/>
                  <a:pt x="34001" y="23622"/>
                  <a:pt x="34001" y="23647"/>
                </a:cubicBezTo>
                <a:cubicBezTo>
                  <a:pt x="33852" y="23771"/>
                  <a:pt x="33728" y="23896"/>
                  <a:pt x="33578" y="24020"/>
                </a:cubicBezTo>
                <a:lnTo>
                  <a:pt x="33479" y="24120"/>
                </a:lnTo>
                <a:cubicBezTo>
                  <a:pt x="33105" y="24468"/>
                  <a:pt x="32707" y="24767"/>
                  <a:pt x="32334" y="25115"/>
                </a:cubicBezTo>
                <a:lnTo>
                  <a:pt x="32309" y="25140"/>
                </a:lnTo>
                <a:cubicBezTo>
                  <a:pt x="32309" y="25140"/>
                  <a:pt x="32259" y="25140"/>
                  <a:pt x="32259" y="25165"/>
                </a:cubicBezTo>
                <a:cubicBezTo>
                  <a:pt x="32135" y="25265"/>
                  <a:pt x="32010" y="25389"/>
                  <a:pt x="31911" y="25489"/>
                </a:cubicBezTo>
                <a:cubicBezTo>
                  <a:pt x="31861" y="25514"/>
                  <a:pt x="31836" y="25514"/>
                  <a:pt x="31836" y="25538"/>
                </a:cubicBezTo>
                <a:lnTo>
                  <a:pt x="30616" y="26659"/>
                </a:lnTo>
                <a:cubicBezTo>
                  <a:pt x="30566" y="26733"/>
                  <a:pt x="30467" y="26783"/>
                  <a:pt x="30417" y="26883"/>
                </a:cubicBezTo>
                <a:lnTo>
                  <a:pt x="30318" y="26982"/>
                </a:lnTo>
                <a:lnTo>
                  <a:pt x="30243" y="27032"/>
                </a:lnTo>
                <a:cubicBezTo>
                  <a:pt x="29820" y="27480"/>
                  <a:pt x="29347" y="27878"/>
                  <a:pt x="28924" y="28301"/>
                </a:cubicBezTo>
                <a:lnTo>
                  <a:pt x="28874" y="28351"/>
                </a:lnTo>
                <a:lnTo>
                  <a:pt x="28749" y="28476"/>
                </a:lnTo>
                <a:lnTo>
                  <a:pt x="28725" y="28500"/>
                </a:lnTo>
                <a:cubicBezTo>
                  <a:pt x="28227" y="28998"/>
                  <a:pt x="27729" y="29496"/>
                  <a:pt x="27256" y="29994"/>
                </a:cubicBezTo>
                <a:lnTo>
                  <a:pt x="27231" y="30019"/>
                </a:lnTo>
                <a:cubicBezTo>
                  <a:pt x="27131" y="30118"/>
                  <a:pt x="27082" y="30218"/>
                  <a:pt x="26982" y="30293"/>
                </a:cubicBezTo>
                <a:cubicBezTo>
                  <a:pt x="26957" y="30342"/>
                  <a:pt x="26957" y="30367"/>
                  <a:pt x="26932" y="30367"/>
                </a:cubicBezTo>
                <a:cubicBezTo>
                  <a:pt x="26883" y="30392"/>
                  <a:pt x="26883" y="30417"/>
                  <a:pt x="26858" y="30417"/>
                </a:cubicBezTo>
                <a:cubicBezTo>
                  <a:pt x="26360" y="30965"/>
                  <a:pt x="25862" y="31487"/>
                  <a:pt x="25389" y="32010"/>
                </a:cubicBezTo>
                <a:cubicBezTo>
                  <a:pt x="25314" y="32135"/>
                  <a:pt x="25190" y="32259"/>
                  <a:pt x="25090" y="32359"/>
                </a:cubicBezTo>
                <a:cubicBezTo>
                  <a:pt x="25016" y="32408"/>
                  <a:pt x="24966" y="32508"/>
                  <a:pt x="24891" y="32583"/>
                </a:cubicBezTo>
                <a:cubicBezTo>
                  <a:pt x="24518" y="32981"/>
                  <a:pt x="24194" y="33379"/>
                  <a:pt x="23846" y="33777"/>
                </a:cubicBezTo>
                <a:cubicBezTo>
                  <a:pt x="23746" y="33902"/>
                  <a:pt x="23622" y="34026"/>
                  <a:pt x="23522" y="34151"/>
                </a:cubicBezTo>
                <a:lnTo>
                  <a:pt x="23149" y="34624"/>
                </a:lnTo>
                <a:cubicBezTo>
                  <a:pt x="22776" y="35072"/>
                  <a:pt x="22402" y="35495"/>
                  <a:pt x="22029" y="35968"/>
                </a:cubicBezTo>
                <a:cubicBezTo>
                  <a:pt x="21954" y="35943"/>
                  <a:pt x="21879" y="35893"/>
                  <a:pt x="21780" y="35868"/>
                </a:cubicBezTo>
                <a:cubicBezTo>
                  <a:pt x="26883" y="29919"/>
                  <a:pt x="32782" y="24294"/>
                  <a:pt x="39253" y="19266"/>
                </a:cubicBezTo>
                <a:close/>
                <a:moveTo>
                  <a:pt x="39378" y="19764"/>
                </a:moveTo>
                <a:lnTo>
                  <a:pt x="39378" y="19789"/>
                </a:lnTo>
                <a:lnTo>
                  <a:pt x="39378" y="19814"/>
                </a:lnTo>
                <a:cubicBezTo>
                  <a:pt x="39154" y="19963"/>
                  <a:pt x="38905" y="20162"/>
                  <a:pt x="38681" y="20311"/>
                </a:cubicBezTo>
                <a:cubicBezTo>
                  <a:pt x="38407" y="20535"/>
                  <a:pt x="38084" y="20710"/>
                  <a:pt x="37810" y="20934"/>
                </a:cubicBezTo>
                <a:cubicBezTo>
                  <a:pt x="37785" y="20958"/>
                  <a:pt x="37710" y="21008"/>
                  <a:pt x="37685" y="21033"/>
                </a:cubicBezTo>
                <a:cubicBezTo>
                  <a:pt x="37337" y="21282"/>
                  <a:pt x="37013" y="21556"/>
                  <a:pt x="36665" y="21830"/>
                </a:cubicBezTo>
                <a:cubicBezTo>
                  <a:pt x="36491" y="21954"/>
                  <a:pt x="36316" y="22079"/>
                  <a:pt x="36167" y="22203"/>
                </a:cubicBezTo>
                <a:lnTo>
                  <a:pt x="36142" y="22253"/>
                </a:lnTo>
                <a:cubicBezTo>
                  <a:pt x="35769" y="22552"/>
                  <a:pt x="35346" y="22875"/>
                  <a:pt x="34972" y="23174"/>
                </a:cubicBezTo>
                <a:cubicBezTo>
                  <a:pt x="34898" y="23273"/>
                  <a:pt x="34773" y="23323"/>
                  <a:pt x="34673" y="23423"/>
                </a:cubicBezTo>
                <a:cubicBezTo>
                  <a:pt x="34649" y="23448"/>
                  <a:pt x="34599" y="23448"/>
                  <a:pt x="34574" y="23497"/>
                </a:cubicBezTo>
                <a:cubicBezTo>
                  <a:pt x="34549" y="23522"/>
                  <a:pt x="34524" y="23547"/>
                  <a:pt x="34474" y="23547"/>
                </a:cubicBezTo>
                <a:cubicBezTo>
                  <a:pt x="34051" y="23921"/>
                  <a:pt x="33578" y="24294"/>
                  <a:pt x="33130" y="24667"/>
                </a:cubicBezTo>
                <a:cubicBezTo>
                  <a:pt x="33056" y="24742"/>
                  <a:pt x="32981" y="24792"/>
                  <a:pt x="32881" y="24891"/>
                </a:cubicBezTo>
                <a:cubicBezTo>
                  <a:pt x="32832" y="24941"/>
                  <a:pt x="32757" y="24991"/>
                  <a:pt x="32707" y="25041"/>
                </a:cubicBezTo>
                <a:cubicBezTo>
                  <a:pt x="32583" y="25140"/>
                  <a:pt x="32458" y="25265"/>
                  <a:pt x="32359" y="25364"/>
                </a:cubicBezTo>
                <a:cubicBezTo>
                  <a:pt x="32060" y="25638"/>
                  <a:pt x="31761" y="25912"/>
                  <a:pt x="31463" y="26161"/>
                </a:cubicBezTo>
                <a:lnTo>
                  <a:pt x="31388" y="26235"/>
                </a:lnTo>
                <a:lnTo>
                  <a:pt x="31363" y="26260"/>
                </a:lnTo>
                <a:cubicBezTo>
                  <a:pt x="31014" y="26559"/>
                  <a:pt x="30716" y="26883"/>
                  <a:pt x="30367" y="27181"/>
                </a:cubicBezTo>
                <a:cubicBezTo>
                  <a:pt x="29919" y="27629"/>
                  <a:pt x="29421" y="28102"/>
                  <a:pt x="28949" y="28525"/>
                </a:cubicBezTo>
                <a:cubicBezTo>
                  <a:pt x="28749" y="28724"/>
                  <a:pt x="28600" y="28899"/>
                  <a:pt x="28426" y="29048"/>
                </a:cubicBezTo>
                <a:cubicBezTo>
                  <a:pt x="26211" y="31263"/>
                  <a:pt x="24120" y="33578"/>
                  <a:pt x="22228" y="35968"/>
                </a:cubicBezTo>
                <a:lnTo>
                  <a:pt x="22153" y="35968"/>
                </a:lnTo>
                <a:lnTo>
                  <a:pt x="22228" y="35893"/>
                </a:lnTo>
                <a:cubicBezTo>
                  <a:pt x="22701" y="35321"/>
                  <a:pt x="23174" y="34723"/>
                  <a:pt x="23672" y="34126"/>
                </a:cubicBezTo>
                <a:cubicBezTo>
                  <a:pt x="23871" y="33902"/>
                  <a:pt x="24095" y="33653"/>
                  <a:pt x="24269" y="33454"/>
                </a:cubicBezTo>
                <a:cubicBezTo>
                  <a:pt x="24642" y="33006"/>
                  <a:pt x="25041" y="32583"/>
                  <a:pt x="25414" y="32135"/>
                </a:cubicBezTo>
                <a:cubicBezTo>
                  <a:pt x="26036" y="31462"/>
                  <a:pt x="26659" y="30790"/>
                  <a:pt x="27281" y="30118"/>
                </a:cubicBezTo>
                <a:lnTo>
                  <a:pt x="27405" y="29994"/>
                </a:lnTo>
                <a:cubicBezTo>
                  <a:pt x="27853" y="29521"/>
                  <a:pt x="28326" y="29048"/>
                  <a:pt x="28774" y="28625"/>
                </a:cubicBezTo>
                <a:lnTo>
                  <a:pt x="29073" y="28351"/>
                </a:lnTo>
                <a:cubicBezTo>
                  <a:pt x="29471" y="27928"/>
                  <a:pt x="29919" y="27530"/>
                  <a:pt x="30342" y="27131"/>
                </a:cubicBezTo>
                <a:lnTo>
                  <a:pt x="30716" y="26758"/>
                </a:lnTo>
                <a:cubicBezTo>
                  <a:pt x="31114" y="26385"/>
                  <a:pt x="31512" y="26011"/>
                  <a:pt x="31935" y="25663"/>
                </a:cubicBezTo>
                <a:cubicBezTo>
                  <a:pt x="32085" y="25514"/>
                  <a:pt x="32234" y="25389"/>
                  <a:pt x="32408" y="25240"/>
                </a:cubicBezTo>
                <a:cubicBezTo>
                  <a:pt x="32807" y="24891"/>
                  <a:pt x="33205" y="24543"/>
                  <a:pt x="33578" y="24194"/>
                </a:cubicBezTo>
                <a:cubicBezTo>
                  <a:pt x="33728" y="24045"/>
                  <a:pt x="33927" y="23921"/>
                  <a:pt x="34076" y="23771"/>
                </a:cubicBezTo>
                <a:cubicBezTo>
                  <a:pt x="34474" y="23423"/>
                  <a:pt x="34922" y="23074"/>
                  <a:pt x="35346" y="22751"/>
                </a:cubicBezTo>
                <a:lnTo>
                  <a:pt x="35818" y="22377"/>
                </a:lnTo>
                <a:cubicBezTo>
                  <a:pt x="36341" y="21929"/>
                  <a:pt x="36914" y="21506"/>
                  <a:pt x="37461" y="21083"/>
                </a:cubicBezTo>
                <a:cubicBezTo>
                  <a:pt x="37511" y="21058"/>
                  <a:pt x="37536" y="21033"/>
                  <a:pt x="37586" y="21008"/>
                </a:cubicBezTo>
                <a:cubicBezTo>
                  <a:pt x="38258" y="20560"/>
                  <a:pt x="38805" y="20162"/>
                  <a:pt x="39378" y="19764"/>
                </a:cubicBezTo>
                <a:close/>
                <a:moveTo>
                  <a:pt x="90654" y="35918"/>
                </a:moveTo>
                <a:cubicBezTo>
                  <a:pt x="90654" y="35943"/>
                  <a:pt x="90604" y="35943"/>
                  <a:pt x="90604" y="35968"/>
                </a:cubicBezTo>
                <a:lnTo>
                  <a:pt x="90554" y="35968"/>
                </a:lnTo>
                <a:lnTo>
                  <a:pt x="90554" y="35943"/>
                </a:lnTo>
                <a:cubicBezTo>
                  <a:pt x="90604" y="35943"/>
                  <a:pt x="90604" y="35943"/>
                  <a:pt x="90654" y="35918"/>
                </a:cubicBezTo>
                <a:close/>
                <a:moveTo>
                  <a:pt x="21382" y="35918"/>
                </a:moveTo>
                <a:cubicBezTo>
                  <a:pt x="21407" y="35918"/>
                  <a:pt x="21407" y="35918"/>
                  <a:pt x="21456" y="35943"/>
                </a:cubicBezTo>
                <a:cubicBezTo>
                  <a:pt x="21456" y="35968"/>
                  <a:pt x="21407" y="35968"/>
                  <a:pt x="21407" y="35993"/>
                </a:cubicBezTo>
                <a:cubicBezTo>
                  <a:pt x="21407" y="35968"/>
                  <a:pt x="21382" y="35968"/>
                  <a:pt x="21357" y="35968"/>
                </a:cubicBezTo>
                <a:cubicBezTo>
                  <a:pt x="21357" y="35943"/>
                  <a:pt x="21382" y="35943"/>
                  <a:pt x="21382" y="35918"/>
                </a:cubicBezTo>
                <a:close/>
                <a:moveTo>
                  <a:pt x="48214" y="35968"/>
                </a:moveTo>
                <a:cubicBezTo>
                  <a:pt x="48214" y="35993"/>
                  <a:pt x="48239" y="35993"/>
                  <a:pt x="48239" y="36042"/>
                </a:cubicBezTo>
                <a:lnTo>
                  <a:pt x="48214" y="36067"/>
                </a:lnTo>
                <a:cubicBezTo>
                  <a:pt x="48164" y="36042"/>
                  <a:pt x="48164" y="36042"/>
                  <a:pt x="48164" y="35993"/>
                </a:cubicBezTo>
                <a:lnTo>
                  <a:pt x="48214" y="35968"/>
                </a:lnTo>
                <a:close/>
                <a:moveTo>
                  <a:pt x="21655" y="35968"/>
                </a:moveTo>
                <a:cubicBezTo>
                  <a:pt x="21755" y="35993"/>
                  <a:pt x="21805" y="36042"/>
                  <a:pt x="21904" y="36067"/>
                </a:cubicBezTo>
                <a:cubicBezTo>
                  <a:pt x="21904" y="36092"/>
                  <a:pt x="21879" y="36092"/>
                  <a:pt x="21879" y="36117"/>
                </a:cubicBezTo>
                <a:cubicBezTo>
                  <a:pt x="21780" y="36092"/>
                  <a:pt x="21730" y="36067"/>
                  <a:pt x="21631" y="36042"/>
                </a:cubicBezTo>
                <a:cubicBezTo>
                  <a:pt x="21631" y="35993"/>
                  <a:pt x="21655" y="35993"/>
                  <a:pt x="21655" y="35968"/>
                </a:cubicBezTo>
                <a:close/>
                <a:moveTo>
                  <a:pt x="18230" y="35762"/>
                </a:moveTo>
                <a:lnTo>
                  <a:pt x="18230" y="35762"/>
                </a:lnTo>
                <a:cubicBezTo>
                  <a:pt x="18123" y="35893"/>
                  <a:pt x="18014" y="36041"/>
                  <a:pt x="17872" y="36190"/>
                </a:cubicBezTo>
                <a:lnTo>
                  <a:pt x="17872" y="36190"/>
                </a:lnTo>
                <a:cubicBezTo>
                  <a:pt x="17873" y="36167"/>
                  <a:pt x="17897" y="36166"/>
                  <a:pt x="17897" y="36117"/>
                </a:cubicBezTo>
                <a:cubicBezTo>
                  <a:pt x="17897" y="36092"/>
                  <a:pt x="17922" y="36092"/>
                  <a:pt x="17972" y="36067"/>
                </a:cubicBezTo>
                <a:cubicBezTo>
                  <a:pt x="18021" y="35968"/>
                  <a:pt x="18121" y="35868"/>
                  <a:pt x="18171" y="35769"/>
                </a:cubicBezTo>
                <a:lnTo>
                  <a:pt x="18196" y="35769"/>
                </a:lnTo>
                <a:cubicBezTo>
                  <a:pt x="18196" y="35769"/>
                  <a:pt x="18215" y="35769"/>
                  <a:pt x="18230" y="35762"/>
                </a:cubicBezTo>
                <a:close/>
                <a:moveTo>
                  <a:pt x="56379" y="29869"/>
                </a:moveTo>
                <a:cubicBezTo>
                  <a:pt x="56851" y="30467"/>
                  <a:pt x="57250" y="31064"/>
                  <a:pt x="57698" y="31687"/>
                </a:cubicBezTo>
                <a:cubicBezTo>
                  <a:pt x="54810" y="32732"/>
                  <a:pt x="51774" y="34350"/>
                  <a:pt x="48787" y="36466"/>
                </a:cubicBezTo>
                <a:cubicBezTo>
                  <a:pt x="48712" y="36341"/>
                  <a:pt x="48613" y="36192"/>
                  <a:pt x="48488" y="36067"/>
                </a:cubicBezTo>
                <a:cubicBezTo>
                  <a:pt x="51027" y="33927"/>
                  <a:pt x="53690" y="31836"/>
                  <a:pt x="56379" y="29869"/>
                </a:cubicBezTo>
                <a:close/>
                <a:moveTo>
                  <a:pt x="116812" y="34716"/>
                </a:moveTo>
                <a:lnTo>
                  <a:pt x="116812" y="34716"/>
                </a:lnTo>
                <a:cubicBezTo>
                  <a:pt x="116659" y="35317"/>
                  <a:pt x="116473" y="35912"/>
                  <a:pt x="116258" y="36496"/>
                </a:cubicBezTo>
                <a:lnTo>
                  <a:pt x="116258" y="36496"/>
                </a:lnTo>
                <a:cubicBezTo>
                  <a:pt x="116461" y="35898"/>
                  <a:pt x="116650" y="35312"/>
                  <a:pt x="116812" y="34716"/>
                </a:cubicBezTo>
                <a:close/>
                <a:moveTo>
                  <a:pt x="48364" y="36167"/>
                </a:moveTo>
                <a:cubicBezTo>
                  <a:pt x="48463" y="36291"/>
                  <a:pt x="48538" y="36416"/>
                  <a:pt x="48637" y="36565"/>
                </a:cubicBezTo>
                <a:lnTo>
                  <a:pt x="48613" y="36590"/>
                </a:lnTo>
                <a:cubicBezTo>
                  <a:pt x="48513" y="36466"/>
                  <a:pt x="48413" y="36341"/>
                  <a:pt x="48339" y="36192"/>
                </a:cubicBezTo>
                <a:lnTo>
                  <a:pt x="48364" y="36167"/>
                </a:lnTo>
                <a:close/>
                <a:moveTo>
                  <a:pt x="97037" y="25437"/>
                </a:moveTo>
                <a:cubicBezTo>
                  <a:pt x="99657" y="25437"/>
                  <a:pt x="102099" y="25775"/>
                  <a:pt x="104294" y="26459"/>
                </a:cubicBezTo>
                <a:cubicBezTo>
                  <a:pt x="104095" y="28028"/>
                  <a:pt x="103796" y="29645"/>
                  <a:pt x="103398" y="31338"/>
                </a:cubicBezTo>
                <a:cubicBezTo>
                  <a:pt x="102552" y="33180"/>
                  <a:pt x="101506" y="34947"/>
                  <a:pt x="100237" y="36590"/>
                </a:cubicBezTo>
                <a:cubicBezTo>
                  <a:pt x="100112" y="36565"/>
                  <a:pt x="99988" y="36490"/>
                  <a:pt x="99863" y="36466"/>
                </a:cubicBezTo>
                <a:cubicBezTo>
                  <a:pt x="99614" y="36366"/>
                  <a:pt x="99365" y="36316"/>
                  <a:pt x="99067" y="36217"/>
                </a:cubicBezTo>
                <a:cubicBezTo>
                  <a:pt x="98917" y="36192"/>
                  <a:pt x="98743" y="36117"/>
                  <a:pt x="98569" y="36092"/>
                </a:cubicBezTo>
                <a:lnTo>
                  <a:pt x="97822" y="35918"/>
                </a:lnTo>
                <a:cubicBezTo>
                  <a:pt x="97673" y="35868"/>
                  <a:pt x="97499" y="35843"/>
                  <a:pt x="97324" y="35818"/>
                </a:cubicBezTo>
                <a:cubicBezTo>
                  <a:pt x="97250" y="35818"/>
                  <a:pt x="97150" y="35794"/>
                  <a:pt x="97076" y="35794"/>
                </a:cubicBezTo>
                <a:lnTo>
                  <a:pt x="96528" y="35694"/>
                </a:lnTo>
                <a:cubicBezTo>
                  <a:pt x="96279" y="35669"/>
                  <a:pt x="96030" y="35619"/>
                  <a:pt x="95756" y="35619"/>
                </a:cubicBezTo>
                <a:cubicBezTo>
                  <a:pt x="95632" y="35619"/>
                  <a:pt x="95507" y="35594"/>
                  <a:pt x="95408" y="35594"/>
                </a:cubicBezTo>
                <a:cubicBezTo>
                  <a:pt x="94039" y="35221"/>
                  <a:pt x="92670" y="34947"/>
                  <a:pt x="91301" y="34748"/>
                </a:cubicBezTo>
                <a:cubicBezTo>
                  <a:pt x="92421" y="31612"/>
                  <a:pt x="93217" y="28525"/>
                  <a:pt x="93665" y="25613"/>
                </a:cubicBezTo>
                <a:cubicBezTo>
                  <a:pt x="94817" y="25496"/>
                  <a:pt x="95943" y="25437"/>
                  <a:pt x="97037" y="25437"/>
                </a:cubicBezTo>
                <a:close/>
                <a:moveTo>
                  <a:pt x="57797" y="31836"/>
                </a:moveTo>
                <a:cubicBezTo>
                  <a:pt x="57797" y="31861"/>
                  <a:pt x="57822" y="31861"/>
                  <a:pt x="57822" y="31886"/>
                </a:cubicBezTo>
                <a:cubicBezTo>
                  <a:pt x="54960" y="32956"/>
                  <a:pt x="51898" y="34574"/>
                  <a:pt x="48911" y="36665"/>
                </a:cubicBezTo>
                <a:cubicBezTo>
                  <a:pt x="48911" y="36665"/>
                  <a:pt x="48911" y="36615"/>
                  <a:pt x="48886" y="36615"/>
                </a:cubicBezTo>
                <a:cubicBezTo>
                  <a:pt x="51873" y="34499"/>
                  <a:pt x="54885" y="32931"/>
                  <a:pt x="57797" y="31836"/>
                </a:cubicBezTo>
                <a:close/>
                <a:moveTo>
                  <a:pt x="103224" y="32209"/>
                </a:moveTo>
                <a:cubicBezTo>
                  <a:pt x="103174" y="32309"/>
                  <a:pt x="103149" y="32383"/>
                  <a:pt x="103149" y="32483"/>
                </a:cubicBezTo>
                <a:cubicBezTo>
                  <a:pt x="102377" y="33952"/>
                  <a:pt x="101506" y="35345"/>
                  <a:pt x="100486" y="36690"/>
                </a:cubicBezTo>
                <a:cubicBezTo>
                  <a:pt x="100436" y="36690"/>
                  <a:pt x="100436" y="36665"/>
                  <a:pt x="100411" y="36665"/>
                </a:cubicBezTo>
                <a:cubicBezTo>
                  <a:pt x="101506" y="35246"/>
                  <a:pt x="102427" y="33752"/>
                  <a:pt x="103224" y="32209"/>
                </a:cubicBezTo>
                <a:close/>
                <a:moveTo>
                  <a:pt x="87061" y="34883"/>
                </a:moveTo>
                <a:cubicBezTo>
                  <a:pt x="88227" y="34883"/>
                  <a:pt x="89439" y="34976"/>
                  <a:pt x="90678" y="35121"/>
                </a:cubicBezTo>
                <a:cubicBezTo>
                  <a:pt x="90604" y="35345"/>
                  <a:pt x="90529" y="35545"/>
                  <a:pt x="90454" y="35744"/>
                </a:cubicBezTo>
                <a:cubicBezTo>
                  <a:pt x="90156" y="35794"/>
                  <a:pt x="89857" y="35843"/>
                  <a:pt x="89558" y="35868"/>
                </a:cubicBezTo>
                <a:cubicBezTo>
                  <a:pt x="89459" y="35868"/>
                  <a:pt x="89409" y="35918"/>
                  <a:pt x="89309" y="35918"/>
                </a:cubicBezTo>
                <a:lnTo>
                  <a:pt x="89210" y="35918"/>
                </a:lnTo>
                <a:cubicBezTo>
                  <a:pt x="89085" y="35943"/>
                  <a:pt x="88986" y="35943"/>
                  <a:pt x="88861" y="35968"/>
                </a:cubicBezTo>
                <a:lnTo>
                  <a:pt x="88314" y="36067"/>
                </a:lnTo>
                <a:cubicBezTo>
                  <a:pt x="88239" y="36067"/>
                  <a:pt x="88189" y="36092"/>
                  <a:pt x="88115" y="36092"/>
                </a:cubicBezTo>
                <a:lnTo>
                  <a:pt x="87667" y="36192"/>
                </a:lnTo>
                <a:cubicBezTo>
                  <a:pt x="87492" y="36217"/>
                  <a:pt x="87368" y="36242"/>
                  <a:pt x="87219" y="36291"/>
                </a:cubicBezTo>
                <a:cubicBezTo>
                  <a:pt x="86945" y="36341"/>
                  <a:pt x="86671" y="36416"/>
                  <a:pt x="86347" y="36466"/>
                </a:cubicBezTo>
                <a:cubicBezTo>
                  <a:pt x="86223" y="36490"/>
                  <a:pt x="86099" y="36515"/>
                  <a:pt x="85999" y="36565"/>
                </a:cubicBezTo>
                <a:lnTo>
                  <a:pt x="85551" y="36665"/>
                </a:lnTo>
                <a:lnTo>
                  <a:pt x="85252" y="36739"/>
                </a:lnTo>
                <a:cubicBezTo>
                  <a:pt x="85451" y="36167"/>
                  <a:pt x="85626" y="35545"/>
                  <a:pt x="85800" y="34922"/>
                </a:cubicBezTo>
                <a:cubicBezTo>
                  <a:pt x="86213" y="34896"/>
                  <a:pt x="86634" y="34883"/>
                  <a:pt x="87061" y="34883"/>
                </a:cubicBezTo>
                <a:close/>
                <a:moveTo>
                  <a:pt x="85576" y="34922"/>
                </a:moveTo>
                <a:cubicBezTo>
                  <a:pt x="85426" y="35545"/>
                  <a:pt x="85227" y="36192"/>
                  <a:pt x="85003" y="36789"/>
                </a:cubicBezTo>
                <a:cubicBezTo>
                  <a:pt x="84986" y="36789"/>
                  <a:pt x="84968" y="36789"/>
                  <a:pt x="84959" y="36798"/>
                </a:cubicBezTo>
                <a:lnTo>
                  <a:pt x="84959" y="36798"/>
                </a:lnTo>
                <a:cubicBezTo>
                  <a:pt x="85181" y="36181"/>
                  <a:pt x="85353" y="35564"/>
                  <a:pt x="85501" y="34922"/>
                </a:cubicBezTo>
                <a:close/>
                <a:moveTo>
                  <a:pt x="96542" y="35920"/>
                </a:moveTo>
                <a:lnTo>
                  <a:pt x="96542" y="35920"/>
                </a:lnTo>
                <a:cubicBezTo>
                  <a:pt x="96689" y="35943"/>
                  <a:pt x="96881" y="35944"/>
                  <a:pt x="97026" y="35968"/>
                </a:cubicBezTo>
                <a:cubicBezTo>
                  <a:pt x="97125" y="35968"/>
                  <a:pt x="97200" y="35993"/>
                  <a:pt x="97300" y="35993"/>
                </a:cubicBezTo>
                <a:cubicBezTo>
                  <a:pt x="98270" y="36217"/>
                  <a:pt x="99191" y="36441"/>
                  <a:pt x="100062" y="36789"/>
                </a:cubicBezTo>
                <a:cubicBezTo>
                  <a:pt x="100054" y="36797"/>
                  <a:pt x="100049" y="36800"/>
                  <a:pt x="100046" y="36800"/>
                </a:cubicBezTo>
                <a:cubicBezTo>
                  <a:pt x="100040" y="36800"/>
                  <a:pt x="100046" y="36789"/>
                  <a:pt x="100062" y="36789"/>
                </a:cubicBezTo>
                <a:cubicBezTo>
                  <a:pt x="99689" y="36690"/>
                  <a:pt x="99390" y="36565"/>
                  <a:pt x="99017" y="36466"/>
                </a:cubicBezTo>
                <a:cubicBezTo>
                  <a:pt x="98942" y="36441"/>
                  <a:pt x="98868" y="36441"/>
                  <a:pt x="98793" y="36416"/>
                </a:cubicBezTo>
                <a:cubicBezTo>
                  <a:pt x="98445" y="36316"/>
                  <a:pt x="98121" y="36242"/>
                  <a:pt x="97772" y="36167"/>
                </a:cubicBezTo>
                <a:cubicBezTo>
                  <a:pt x="97648" y="36117"/>
                  <a:pt x="97548" y="36117"/>
                  <a:pt x="97424" y="36092"/>
                </a:cubicBezTo>
                <a:cubicBezTo>
                  <a:pt x="97374" y="36092"/>
                  <a:pt x="97324" y="36067"/>
                  <a:pt x="97275" y="36067"/>
                </a:cubicBezTo>
                <a:cubicBezTo>
                  <a:pt x="97200" y="36067"/>
                  <a:pt x="97175" y="36042"/>
                  <a:pt x="97125" y="36042"/>
                </a:cubicBezTo>
                <a:cubicBezTo>
                  <a:pt x="97051" y="36042"/>
                  <a:pt x="97026" y="36042"/>
                  <a:pt x="96951" y="35993"/>
                </a:cubicBezTo>
                <a:cubicBezTo>
                  <a:pt x="96901" y="35993"/>
                  <a:pt x="96827" y="35968"/>
                  <a:pt x="96777" y="35968"/>
                </a:cubicBezTo>
                <a:cubicBezTo>
                  <a:pt x="96752" y="35968"/>
                  <a:pt x="96677" y="35943"/>
                  <a:pt x="96652" y="35943"/>
                </a:cubicBezTo>
                <a:lnTo>
                  <a:pt x="96627" y="35943"/>
                </a:lnTo>
                <a:cubicBezTo>
                  <a:pt x="96587" y="35943"/>
                  <a:pt x="96563" y="35926"/>
                  <a:pt x="96542" y="35920"/>
                </a:cubicBezTo>
                <a:close/>
                <a:moveTo>
                  <a:pt x="90380" y="35943"/>
                </a:moveTo>
                <a:lnTo>
                  <a:pt x="90380" y="35968"/>
                </a:lnTo>
                <a:lnTo>
                  <a:pt x="90380" y="35993"/>
                </a:lnTo>
                <a:cubicBezTo>
                  <a:pt x="90106" y="36042"/>
                  <a:pt x="89857" y="36067"/>
                  <a:pt x="89608" y="36092"/>
                </a:cubicBezTo>
                <a:cubicBezTo>
                  <a:pt x="89534" y="36092"/>
                  <a:pt x="89434" y="36117"/>
                  <a:pt x="89359" y="36117"/>
                </a:cubicBezTo>
                <a:cubicBezTo>
                  <a:pt x="88662" y="36217"/>
                  <a:pt x="87940" y="36341"/>
                  <a:pt x="87219" y="36490"/>
                </a:cubicBezTo>
                <a:cubicBezTo>
                  <a:pt x="86870" y="36565"/>
                  <a:pt x="86547" y="36665"/>
                  <a:pt x="86198" y="36739"/>
                </a:cubicBezTo>
                <a:cubicBezTo>
                  <a:pt x="85850" y="36839"/>
                  <a:pt x="85501" y="36938"/>
                  <a:pt x="85178" y="36988"/>
                </a:cubicBezTo>
                <a:lnTo>
                  <a:pt x="85178" y="36963"/>
                </a:lnTo>
                <a:lnTo>
                  <a:pt x="85178" y="36938"/>
                </a:lnTo>
                <a:cubicBezTo>
                  <a:pt x="86596" y="36565"/>
                  <a:pt x="87965" y="36242"/>
                  <a:pt x="89334" y="36067"/>
                </a:cubicBezTo>
                <a:cubicBezTo>
                  <a:pt x="89434" y="36067"/>
                  <a:pt x="89534" y="36042"/>
                  <a:pt x="89608" y="36042"/>
                </a:cubicBezTo>
                <a:cubicBezTo>
                  <a:pt x="89857" y="35993"/>
                  <a:pt x="90131" y="35968"/>
                  <a:pt x="90380" y="35943"/>
                </a:cubicBezTo>
                <a:close/>
                <a:moveTo>
                  <a:pt x="98121" y="36466"/>
                </a:moveTo>
                <a:lnTo>
                  <a:pt x="98121" y="36466"/>
                </a:lnTo>
                <a:cubicBezTo>
                  <a:pt x="98295" y="36490"/>
                  <a:pt x="98494" y="36515"/>
                  <a:pt x="98669" y="36590"/>
                </a:cubicBezTo>
                <a:cubicBezTo>
                  <a:pt x="98917" y="36665"/>
                  <a:pt x="99141" y="36739"/>
                  <a:pt x="99390" y="36814"/>
                </a:cubicBezTo>
                <a:cubicBezTo>
                  <a:pt x="99565" y="36864"/>
                  <a:pt x="99764" y="36914"/>
                  <a:pt x="99913" y="36963"/>
                </a:cubicBezTo>
                <a:cubicBezTo>
                  <a:pt x="99888" y="37038"/>
                  <a:pt x="99814" y="37063"/>
                  <a:pt x="99789" y="37113"/>
                </a:cubicBezTo>
                <a:lnTo>
                  <a:pt x="98121" y="36466"/>
                </a:lnTo>
                <a:close/>
                <a:moveTo>
                  <a:pt x="102925" y="33304"/>
                </a:moveTo>
                <a:lnTo>
                  <a:pt x="102925" y="33304"/>
                </a:lnTo>
                <a:cubicBezTo>
                  <a:pt x="102552" y="34599"/>
                  <a:pt x="102153" y="35918"/>
                  <a:pt x="101730" y="37187"/>
                </a:cubicBezTo>
                <a:cubicBezTo>
                  <a:pt x="101631" y="37163"/>
                  <a:pt x="101531" y="37088"/>
                  <a:pt x="101431" y="37038"/>
                </a:cubicBezTo>
                <a:cubicBezTo>
                  <a:pt x="101307" y="36963"/>
                  <a:pt x="101183" y="36938"/>
                  <a:pt x="101033" y="36864"/>
                </a:cubicBezTo>
                <a:cubicBezTo>
                  <a:pt x="100909" y="36814"/>
                  <a:pt x="100784" y="36789"/>
                  <a:pt x="100660" y="36714"/>
                </a:cubicBezTo>
                <a:cubicBezTo>
                  <a:pt x="101506" y="35619"/>
                  <a:pt x="102278" y="34474"/>
                  <a:pt x="102925" y="33304"/>
                </a:cubicBezTo>
                <a:close/>
                <a:moveTo>
                  <a:pt x="100162" y="37038"/>
                </a:moveTo>
                <a:cubicBezTo>
                  <a:pt x="100137" y="37088"/>
                  <a:pt x="100062" y="37138"/>
                  <a:pt x="100038" y="37212"/>
                </a:cubicBezTo>
                <a:cubicBezTo>
                  <a:pt x="100013" y="37212"/>
                  <a:pt x="100013" y="37187"/>
                  <a:pt x="99988" y="37187"/>
                </a:cubicBezTo>
                <a:cubicBezTo>
                  <a:pt x="100013" y="37113"/>
                  <a:pt x="100062" y="37088"/>
                  <a:pt x="100112" y="37038"/>
                </a:cubicBezTo>
                <a:close/>
                <a:moveTo>
                  <a:pt x="96478" y="36167"/>
                </a:moveTo>
                <a:lnTo>
                  <a:pt x="96478" y="36167"/>
                </a:lnTo>
                <a:cubicBezTo>
                  <a:pt x="96578" y="36192"/>
                  <a:pt x="96677" y="36217"/>
                  <a:pt x="96777" y="36217"/>
                </a:cubicBezTo>
                <a:cubicBezTo>
                  <a:pt x="97748" y="36515"/>
                  <a:pt x="98693" y="36864"/>
                  <a:pt x="99664" y="37237"/>
                </a:cubicBezTo>
                <a:lnTo>
                  <a:pt x="99639" y="37287"/>
                </a:lnTo>
                <a:cubicBezTo>
                  <a:pt x="98619" y="36839"/>
                  <a:pt x="97548" y="36466"/>
                  <a:pt x="96478" y="36167"/>
                </a:cubicBezTo>
                <a:close/>
                <a:moveTo>
                  <a:pt x="103423" y="32334"/>
                </a:moveTo>
                <a:cubicBezTo>
                  <a:pt x="103024" y="33976"/>
                  <a:pt x="102502" y="35619"/>
                  <a:pt x="101929" y="37312"/>
                </a:cubicBezTo>
                <a:cubicBezTo>
                  <a:pt x="101904" y="37312"/>
                  <a:pt x="101904" y="37287"/>
                  <a:pt x="101880" y="37287"/>
                </a:cubicBezTo>
                <a:cubicBezTo>
                  <a:pt x="102427" y="35694"/>
                  <a:pt x="102900" y="34126"/>
                  <a:pt x="103298" y="32583"/>
                </a:cubicBezTo>
                <a:cubicBezTo>
                  <a:pt x="103348" y="32483"/>
                  <a:pt x="103398" y="32433"/>
                  <a:pt x="103423" y="32334"/>
                </a:cubicBezTo>
                <a:close/>
                <a:moveTo>
                  <a:pt x="113479" y="21631"/>
                </a:moveTo>
                <a:lnTo>
                  <a:pt x="113479" y="21631"/>
                </a:lnTo>
                <a:cubicBezTo>
                  <a:pt x="115072" y="23622"/>
                  <a:pt x="116217" y="26011"/>
                  <a:pt x="116939" y="28724"/>
                </a:cubicBezTo>
                <a:cubicBezTo>
                  <a:pt x="116939" y="29148"/>
                  <a:pt x="116964" y="29596"/>
                  <a:pt x="116988" y="30019"/>
                </a:cubicBezTo>
                <a:lnTo>
                  <a:pt x="116988" y="30218"/>
                </a:lnTo>
                <a:cubicBezTo>
                  <a:pt x="117038" y="30591"/>
                  <a:pt x="116988" y="30965"/>
                  <a:pt x="116988" y="31338"/>
                </a:cubicBezTo>
                <a:lnTo>
                  <a:pt x="116988" y="31662"/>
                </a:lnTo>
                <a:lnTo>
                  <a:pt x="116988" y="31786"/>
                </a:lnTo>
                <a:cubicBezTo>
                  <a:pt x="116988" y="31886"/>
                  <a:pt x="116988" y="32010"/>
                  <a:pt x="116964" y="32110"/>
                </a:cubicBezTo>
                <a:cubicBezTo>
                  <a:pt x="116964" y="32234"/>
                  <a:pt x="116939" y="32383"/>
                  <a:pt x="116939" y="32508"/>
                </a:cubicBezTo>
                <a:cubicBezTo>
                  <a:pt x="116889" y="32707"/>
                  <a:pt x="116889" y="32906"/>
                  <a:pt x="116864" y="33105"/>
                </a:cubicBezTo>
                <a:cubicBezTo>
                  <a:pt x="116864" y="33130"/>
                  <a:pt x="116864" y="33180"/>
                  <a:pt x="116839" y="33205"/>
                </a:cubicBezTo>
                <a:cubicBezTo>
                  <a:pt x="116839" y="33230"/>
                  <a:pt x="116839" y="33255"/>
                  <a:pt x="116814" y="33329"/>
                </a:cubicBezTo>
                <a:cubicBezTo>
                  <a:pt x="116764" y="33603"/>
                  <a:pt x="116715" y="33877"/>
                  <a:pt x="116640" y="34176"/>
                </a:cubicBezTo>
                <a:cubicBezTo>
                  <a:pt x="116615" y="34225"/>
                  <a:pt x="116615" y="34325"/>
                  <a:pt x="116615" y="34375"/>
                </a:cubicBezTo>
                <a:cubicBezTo>
                  <a:pt x="116366" y="35370"/>
                  <a:pt x="116067" y="36416"/>
                  <a:pt x="115619" y="37362"/>
                </a:cubicBezTo>
                <a:cubicBezTo>
                  <a:pt x="115122" y="35719"/>
                  <a:pt x="114474" y="34225"/>
                  <a:pt x="113628" y="32881"/>
                </a:cubicBezTo>
                <a:cubicBezTo>
                  <a:pt x="113728" y="32234"/>
                  <a:pt x="113777" y="31612"/>
                  <a:pt x="113852" y="30990"/>
                </a:cubicBezTo>
                <a:cubicBezTo>
                  <a:pt x="113852" y="30865"/>
                  <a:pt x="113877" y="30741"/>
                  <a:pt x="113877" y="30616"/>
                </a:cubicBezTo>
                <a:cubicBezTo>
                  <a:pt x="113952" y="29969"/>
                  <a:pt x="113977" y="29347"/>
                  <a:pt x="114001" y="28700"/>
                </a:cubicBezTo>
                <a:lnTo>
                  <a:pt x="114001" y="28202"/>
                </a:lnTo>
                <a:lnTo>
                  <a:pt x="114001" y="26708"/>
                </a:lnTo>
                <a:lnTo>
                  <a:pt x="114001" y="26210"/>
                </a:lnTo>
                <a:cubicBezTo>
                  <a:pt x="113977" y="25613"/>
                  <a:pt x="113952" y="25041"/>
                  <a:pt x="113877" y="24468"/>
                </a:cubicBezTo>
                <a:cubicBezTo>
                  <a:pt x="113852" y="24269"/>
                  <a:pt x="113852" y="24120"/>
                  <a:pt x="113827" y="23921"/>
                </a:cubicBezTo>
                <a:cubicBezTo>
                  <a:pt x="113753" y="23348"/>
                  <a:pt x="113653" y="22751"/>
                  <a:pt x="113578" y="22178"/>
                </a:cubicBezTo>
                <a:cubicBezTo>
                  <a:pt x="113578" y="22128"/>
                  <a:pt x="113529" y="22054"/>
                  <a:pt x="113529" y="22004"/>
                </a:cubicBezTo>
                <a:cubicBezTo>
                  <a:pt x="113504" y="21879"/>
                  <a:pt x="113479" y="21755"/>
                  <a:pt x="113479" y="21631"/>
                </a:cubicBezTo>
                <a:close/>
                <a:moveTo>
                  <a:pt x="65156" y="30581"/>
                </a:moveTo>
                <a:cubicBezTo>
                  <a:pt x="66537" y="30581"/>
                  <a:pt x="67809" y="30781"/>
                  <a:pt x="68949" y="31189"/>
                </a:cubicBezTo>
                <a:cubicBezTo>
                  <a:pt x="69148" y="32060"/>
                  <a:pt x="69397" y="32881"/>
                  <a:pt x="69695" y="33703"/>
                </a:cubicBezTo>
                <a:cubicBezTo>
                  <a:pt x="67704" y="34823"/>
                  <a:pt x="65762" y="36067"/>
                  <a:pt x="63796" y="37411"/>
                </a:cubicBezTo>
                <a:cubicBezTo>
                  <a:pt x="62452" y="35545"/>
                  <a:pt x="61307" y="33479"/>
                  <a:pt x="60361" y="31263"/>
                </a:cubicBezTo>
                <a:cubicBezTo>
                  <a:pt x="62063" y="30812"/>
                  <a:pt x="63672" y="30581"/>
                  <a:pt x="65156" y="30581"/>
                </a:cubicBezTo>
                <a:close/>
                <a:moveTo>
                  <a:pt x="100510" y="36864"/>
                </a:moveTo>
                <a:cubicBezTo>
                  <a:pt x="100909" y="37063"/>
                  <a:pt x="101282" y="37212"/>
                  <a:pt x="101631" y="37411"/>
                </a:cubicBezTo>
                <a:cubicBezTo>
                  <a:pt x="101531" y="37362"/>
                  <a:pt x="101431" y="37337"/>
                  <a:pt x="101357" y="37287"/>
                </a:cubicBezTo>
                <a:cubicBezTo>
                  <a:pt x="101307" y="37237"/>
                  <a:pt x="101257" y="37237"/>
                  <a:pt x="101232" y="37212"/>
                </a:cubicBezTo>
                <a:cubicBezTo>
                  <a:pt x="101008" y="37113"/>
                  <a:pt x="100759" y="37038"/>
                  <a:pt x="100510" y="36938"/>
                </a:cubicBezTo>
                <a:lnTo>
                  <a:pt x="100510" y="36914"/>
                </a:lnTo>
                <a:lnTo>
                  <a:pt x="100510" y="36864"/>
                </a:lnTo>
                <a:close/>
                <a:moveTo>
                  <a:pt x="99888" y="37343"/>
                </a:moveTo>
                <a:cubicBezTo>
                  <a:pt x="99894" y="37343"/>
                  <a:pt x="99901" y="37349"/>
                  <a:pt x="99913" y="37362"/>
                </a:cubicBezTo>
                <a:cubicBezTo>
                  <a:pt x="99913" y="37411"/>
                  <a:pt x="99888" y="37411"/>
                  <a:pt x="99888" y="37436"/>
                </a:cubicBezTo>
                <a:cubicBezTo>
                  <a:pt x="99863" y="37436"/>
                  <a:pt x="99863" y="37411"/>
                  <a:pt x="99814" y="37411"/>
                </a:cubicBezTo>
                <a:lnTo>
                  <a:pt x="99863" y="37362"/>
                </a:lnTo>
                <a:cubicBezTo>
                  <a:pt x="99876" y="37349"/>
                  <a:pt x="99882" y="37343"/>
                  <a:pt x="99888" y="37343"/>
                </a:cubicBezTo>
                <a:close/>
                <a:moveTo>
                  <a:pt x="60187" y="31313"/>
                </a:moveTo>
                <a:cubicBezTo>
                  <a:pt x="61108" y="33553"/>
                  <a:pt x="62253" y="35619"/>
                  <a:pt x="63647" y="37486"/>
                </a:cubicBezTo>
                <a:lnTo>
                  <a:pt x="63572" y="37561"/>
                </a:lnTo>
                <a:cubicBezTo>
                  <a:pt x="62203" y="35694"/>
                  <a:pt x="61058" y="33578"/>
                  <a:pt x="60112" y="31338"/>
                </a:cubicBezTo>
                <a:cubicBezTo>
                  <a:pt x="60162" y="31338"/>
                  <a:pt x="60162" y="31338"/>
                  <a:pt x="60187" y="31313"/>
                </a:cubicBezTo>
                <a:close/>
                <a:moveTo>
                  <a:pt x="101805" y="37461"/>
                </a:moveTo>
                <a:cubicBezTo>
                  <a:pt x="101855" y="37461"/>
                  <a:pt x="101855" y="37486"/>
                  <a:pt x="101880" y="37486"/>
                </a:cubicBezTo>
                <a:lnTo>
                  <a:pt x="101880" y="37536"/>
                </a:lnTo>
                <a:lnTo>
                  <a:pt x="101880" y="37561"/>
                </a:lnTo>
                <a:cubicBezTo>
                  <a:pt x="101805" y="37536"/>
                  <a:pt x="101805" y="37536"/>
                  <a:pt x="101780" y="37536"/>
                </a:cubicBezTo>
                <a:cubicBezTo>
                  <a:pt x="101780" y="37486"/>
                  <a:pt x="101805" y="37461"/>
                  <a:pt x="101805" y="37461"/>
                </a:cubicBezTo>
                <a:close/>
                <a:moveTo>
                  <a:pt x="69745" y="33852"/>
                </a:moveTo>
                <a:cubicBezTo>
                  <a:pt x="69745" y="33877"/>
                  <a:pt x="69770" y="33877"/>
                  <a:pt x="69770" y="33927"/>
                </a:cubicBezTo>
                <a:cubicBezTo>
                  <a:pt x="67828" y="35072"/>
                  <a:pt x="65862" y="36291"/>
                  <a:pt x="63921" y="37611"/>
                </a:cubicBezTo>
                <a:cubicBezTo>
                  <a:pt x="63921" y="37586"/>
                  <a:pt x="63896" y="37586"/>
                  <a:pt x="63896" y="37561"/>
                </a:cubicBezTo>
                <a:cubicBezTo>
                  <a:pt x="65837" y="36217"/>
                  <a:pt x="67804" y="34997"/>
                  <a:pt x="69745" y="33852"/>
                </a:cubicBezTo>
                <a:close/>
                <a:moveTo>
                  <a:pt x="113553" y="33180"/>
                </a:moveTo>
                <a:cubicBezTo>
                  <a:pt x="114350" y="34499"/>
                  <a:pt x="114997" y="35993"/>
                  <a:pt x="115470" y="37660"/>
                </a:cubicBezTo>
                <a:cubicBezTo>
                  <a:pt x="115470" y="37685"/>
                  <a:pt x="115445" y="37710"/>
                  <a:pt x="115445" y="37735"/>
                </a:cubicBezTo>
                <a:cubicBezTo>
                  <a:pt x="114997" y="36092"/>
                  <a:pt x="114350" y="34599"/>
                  <a:pt x="113553" y="33255"/>
                </a:cubicBezTo>
                <a:lnTo>
                  <a:pt x="113553" y="33180"/>
                </a:lnTo>
                <a:close/>
                <a:moveTo>
                  <a:pt x="63746" y="37685"/>
                </a:moveTo>
                <a:cubicBezTo>
                  <a:pt x="63746" y="37710"/>
                  <a:pt x="63796" y="37710"/>
                  <a:pt x="63796" y="37735"/>
                </a:cubicBezTo>
                <a:cubicBezTo>
                  <a:pt x="63746" y="37735"/>
                  <a:pt x="63746" y="37760"/>
                  <a:pt x="63721" y="37760"/>
                </a:cubicBezTo>
                <a:cubicBezTo>
                  <a:pt x="63697" y="37735"/>
                  <a:pt x="63697" y="37710"/>
                  <a:pt x="63697" y="37710"/>
                </a:cubicBezTo>
                <a:cubicBezTo>
                  <a:pt x="63721" y="37710"/>
                  <a:pt x="63721" y="37685"/>
                  <a:pt x="63746" y="37685"/>
                </a:cubicBezTo>
                <a:close/>
                <a:moveTo>
                  <a:pt x="116152" y="36779"/>
                </a:moveTo>
                <a:cubicBezTo>
                  <a:pt x="116024" y="37110"/>
                  <a:pt x="115888" y="37437"/>
                  <a:pt x="115744" y="37760"/>
                </a:cubicBezTo>
                <a:cubicBezTo>
                  <a:pt x="115744" y="37735"/>
                  <a:pt x="115744" y="37710"/>
                  <a:pt x="115719" y="37710"/>
                </a:cubicBezTo>
                <a:cubicBezTo>
                  <a:pt x="115719" y="37710"/>
                  <a:pt x="115719" y="37685"/>
                  <a:pt x="115744" y="37685"/>
                </a:cubicBezTo>
                <a:cubicBezTo>
                  <a:pt x="115794" y="37660"/>
                  <a:pt x="115794" y="37586"/>
                  <a:pt x="115819" y="37561"/>
                </a:cubicBezTo>
                <a:cubicBezTo>
                  <a:pt x="115918" y="37312"/>
                  <a:pt x="116043" y="37063"/>
                  <a:pt x="116117" y="36814"/>
                </a:cubicBezTo>
                <a:cubicBezTo>
                  <a:pt x="116133" y="36806"/>
                  <a:pt x="116143" y="36794"/>
                  <a:pt x="116152" y="36779"/>
                </a:cubicBezTo>
                <a:close/>
                <a:moveTo>
                  <a:pt x="100311" y="37113"/>
                </a:moveTo>
                <a:cubicBezTo>
                  <a:pt x="100510" y="37187"/>
                  <a:pt x="100660" y="37237"/>
                  <a:pt x="100809" y="37312"/>
                </a:cubicBezTo>
                <a:cubicBezTo>
                  <a:pt x="101058" y="37411"/>
                  <a:pt x="101307" y="37486"/>
                  <a:pt x="101531" y="37611"/>
                </a:cubicBezTo>
                <a:cubicBezTo>
                  <a:pt x="101506" y="37685"/>
                  <a:pt x="101481" y="37760"/>
                  <a:pt x="101431" y="37835"/>
                </a:cubicBezTo>
                <a:cubicBezTo>
                  <a:pt x="101033" y="37635"/>
                  <a:pt x="100610" y="37461"/>
                  <a:pt x="100187" y="37262"/>
                </a:cubicBezTo>
                <a:cubicBezTo>
                  <a:pt x="100237" y="37212"/>
                  <a:pt x="100286" y="37187"/>
                  <a:pt x="100311" y="37113"/>
                </a:cubicBezTo>
                <a:close/>
                <a:moveTo>
                  <a:pt x="72408" y="33678"/>
                </a:moveTo>
                <a:lnTo>
                  <a:pt x="72408" y="33678"/>
                </a:lnTo>
                <a:cubicBezTo>
                  <a:pt x="73031" y="34474"/>
                  <a:pt x="73504" y="35420"/>
                  <a:pt x="73777" y="36466"/>
                </a:cubicBezTo>
                <a:lnTo>
                  <a:pt x="73777" y="36490"/>
                </a:lnTo>
                <a:cubicBezTo>
                  <a:pt x="73777" y="36515"/>
                  <a:pt x="73777" y="36565"/>
                  <a:pt x="73802" y="36590"/>
                </a:cubicBezTo>
                <a:lnTo>
                  <a:pt x="73802" y="36690"/>
                </a:lnTo>
                <a:cubicBezTo>
                  <a:pt x="73852" y="36864"/>
                  <a:pt x="73877" y="37038"/>
                  <a:pt x="73902" y="37212"/>
                </a:cubicBezTo>
                <a:cubicBezTo>
                  <a:pt x="73902" y="37287"/>
                  <a:pt x="73927" y="37337"/>
                  <a:pt x="73927" y="37411"/>
                </a:cubicBezTo>
                <a:lnTo>
                  <a:pt x="73927" y="37486"/>
                </a:lnTo>
                <a:cubicBezTo>
                  <a:pt x="73927" y="37561"/>
                  <a:pt x="73977" y="37586"/>
                  <a:pt x="73977" y="37660"/>
                </a:cubicBezTo>
                <a:cubicBezTo>
                  <a:pt x="73977" y="37710"/>
                  <a:pt x="73977" y="37810"/>
                  <a:pt x="73927" y="37859"/>
                </a:cubicBezTo>
                <a:cubicBezTo>
                  <a:pt x="73753" y="37536"/>
                  <a:pt x="73603" y="37187"/>
                  <a:pt x="73429" y="36814"/>
                </a:cubicBezTo>
                <a:cubicBezTo>
                  <a:pt x="73404" y="36714"/>
                  <a:pt x="73354" y="36615"/>
                  <a:pt x="73304" y="36490"/>
                </a:cubicBezTo>
                <a:cubicBezTo>
                  <a:pt x="73155" y="36117"/>
                  <a:pt x="73031" y="35794"/>
                  <a:pt x="72906" y="35420"/>
                </a:cubicBezTo>
                <a:cubicBezTo>
                  <a:pt x="72856" y="35246"/>
                  <a:pt x="72807" y="35097"/>
                  <a:pt x="72757" y="34947"/>
                </a:cubicBezTo>
                <a:cubicBezTo>
                  <a:pt x="72657" y="34624"/>
                  <a:pt x="72558" y="34325"/>
                  <a:pt x="72508" y="34001"/>
                </a:cubicBezTo>
                <a:cubicBezTo>
                  <a:pt x="72483" y="33877"/>
                  <a:pt x="72433" y="33802"/>
                  <a:pt x="72408" y="33678"/>
                </a:cubicBezTo>
                <a:close/>
                <a:moveTo>
                  <a:pt x="101730" y="37710"/>
                </a:moveTo>
                <a:cubicBezTo>
                  <a:pt x="101755" y="37710"/>
                  <a:pt x="101755" y="37735"/>
                  <a:pt x="101780" y="37735"/>
                </a:cubicBezTo>
                <a:cubicBezTo>
                  <a:pt x="101755" y="37810"/>
                  <a:pt x="101730" y="37909"/>
                  <a:pt x="101730" y="37959"/>
                </a:cubicBezTo>
                <a:cubicBezTo>
                  <a:pt x="101680" y="37959"/>
                  <a:pt x="101680" y="37934"/>
                  <a:pt x="101655" y="37934"/>
                </a:cubicBezTo>
                <a:cubicBezTo>
                  <a:pt x="101655" y="37859"/>
                  <a:pt x="101680" y="37760"/>
                  <a:pt x="101730" y="37710"/>
                </a:cubicBezTo>
                <a:close/>
                <a:moveTo>
                  <a:pt x="75769" y="31039"/>
                </a:moveTo>
                <a:lnTo>
                  <a:pt x="75769" y="31039"/>
                </a:lnTo>
                <a:cubicBezTo>
                  <a:pt x="75744" y="33205"/>
                  <a:pt x="75346" y="35569"/>
                  <a:pt x="74549" y="38059"/>
                </a:cubicBezTo>
                <a:cubicBezTo>
                  <a:pt x="74524" y="37909"/>
                  <a:pt x="74499" y="37710"/>
                  <a:pt x="74425" y="37561"/>
                </a:cubicBezTo>
                <a:lnTo>
                  <a:pt x="74425" y="37536"/>
                </a:lnTo>
                <a:lnTo>
                  <a:pt x="74425" y="37436"/>
                </a:lnTo>
                <a:cubicBezTo>
                  <a:pt x="74375" y="37113"/>
                  <a:pt x="74350" y="36839"/>
                  <a:pt x="74250" y="36565"/>
                </a:cubicBezTo>
                <a:lnTo>
                  <a:pt x="74250" y="36441"/>
                </a:lnTo>
                <a:lnTo>
                  <a:pt x="74151" y="35594"/>
                </a:lnTo>
                <a:cubicBezTo>
                  <a:pt x="74151" y="35470"/>
                  <a:pt x="74126" y="35345"/>
                  <a:pt x="74126" y="35221"/>
                </a:cubicBezTo>
                <a:lnTo>
                  <a:pt x="74126" y="35072"/>
                </a:lnTo>
                <a:lnTo>
                  <a:pt x="74126" y="34997"/>
                </a:lnTo>
                <a:lnTo>
                  <a:pt x="74126" y="34873"/>
                </a:lnTo>
                <a:lnTo>
                  <a:pt x="74126" y="33827"/>
                </a:lnTo>
                <a:lnTo>
                  <a:pt x="74126" y="33703"/>
                </a:lnTo>
                <a:lnTo>
                  <a:pt x="74126" y="33479"/>
                </a:lnTo>
                <a:cubicBezTo>
                  <a:pt x="74151" y="33105"/>
                  <a:pt x="74176" y="32732"/>
                  <a:pt x="74250" y="32359"/>
                </a:cubicBezTo>
                <a:cubicBezTo>
                  <a:pt x="74250" y="32259"/>
                  <a:pt x="74275" y="32159"/>
                  <a:pt x="74275" y="32110"/>
                </a:cubicBezTo>
                <a:cubicBezTo>
                  <a:pt x="74300" y="31985"/>
                  <a:pt x="74325" y="31861"/>
                  <a:pt x="74325" y="31736"/>
                </a:cubicBezTo>
                <a:cubicBezTo>
                  <a:pt x="74798" y="31487"/>
                  <a:pt x="75296" y="31263"/>
                  <a:pt x="75769" y="31039"/>
                </a:cubicBezTo>
                <a:close/>
                <a:moveTo>
                  <a:pt x="100062" y="37436"/>
                </a:moveTo>
                <a:cubicBezTo>
                  <a:pt x="100535" y="37611"/>
                  <a:pt x="100983" y="37810"/>
                  <a:pt x="101407" y="38034"/>
                </a:cubicBezTo>
                <a:cubicBezTo>
                  <a:pt x="101407" y="38059"/>
                  <a:pt x="101407" y="38059"/>
                  <a:pt x="101382" y="38083"/>
                </a:cubicBezTo>
                <a:cubicBezTo>
                  <a:pt x="100934" y="37859"/>
                  <a:pt x="100486" y="37685"/>
                  <a:pt x="100038" y="37486"/>
                </a:cubicBezTo>
                <a:cubicBezTo>
                  <a:pt x="100038" y="37461"/>
                  <a:pt x="100062" y="37461"/>
                  <a:pt x="100062" y="37436"/>
                </a:cubicBezTo>
                <a:close/>
                <a:moveTo>
                  <a:pt x="101556" y="38083"/>
                </a:moveTo>
                <a:cubicBezTo>
                  <a:pt x="101606" y="38083"/>
                  <a:pt x="101606" y="38108"/>
                  <a:pt x="101631" y="38108"/>
                </a:cubicBezTo>
                <a:cubicBezTo>
                  <a:pt x="101631" y="38133"/>
                  <a:pt x="101631" y="38133"/>
                  <a:pt x="101606" y="38183"/>
                </a:cubicBezTo>
                <a:cubicBezTo>
                  <a:pt x="101567" y="38183"/>
                  <a:pt x="101558" y="38153"/>
                  <a:pt x="101545" y="38140"/>
                </a:cubicBezTo>
                <a:lnTo>
                  <a:pt x="101545" y="38140"/>
                </a:lnTo>
                <a:cubicBezTo>
                  <a:pt x="101556" y="38136"/>
                  <a:pt x="101556" y="38102"/>
                  <a:pt x="101556" y="38083"/>
                </a:cubicBezTo>
                <a:close/>
                <a:moveTo>
                  <a:pt x="59938" y="31363"/>
                </a:moveTo>
                <a:cubicBezTo>
                  <a:pt x="60859" y="33628"/>
                  <a:pt x="62054" y="35744"/>
                  <a:pt x="63423" y="37660"/>
                </a:cubicBezTo>
                <a:cubicBezTo>
                  <a:pt x="63049" y="37909"/>
                  <a:pt x="62701" y="38158"/>
                  <a:pt x="62328" y="38407"/>
                </a:cubicBezTo>
                <a:cubicBezTo>
                  <a:pt x="61183" y="36291"/>
                  <a:pt x="59838" y="34076"/>
                  <a:pt x="58345" y="31861"/>
                </a:cubicBezTo>
                <a:cubicBezTo>
                  <a:pt x="58868" y="31687"/>
                  <a:pt x="59390" y="31487"/>
                  <a:pt x="59938" y="31363"/>
                </a:cubicBezTo>
                <a:close/>
                <a:moveTo>
                  <a:pt x="76018" y="30865"/>
                </a:moveTo>
                <a:cubicBezTo>
                  <a:pt x="76018" y="33230"/>
                  <a:pt x="75545" y="35794"/>
                  <a:pt x="74674" y="38457"/>
                </a:cubicBezTo>
                <a:cubicBezTo>
                  <a:pt x="74674" y="38432"/>
                  <a:pt x="74649" y="38407"/>
                  <a:pt x="74649" y="38357"/>
                </a:cubicBezTo>
                <a:cubicBezTo>
                  <a:pt x="75495" y="35744"/>
                  <a:pt x="75943" y="33230"/>
                  <a:pt x="75943" y="30890"/>
                </a:cubicBezTo>
                <a:cubicBezTo>
                  <a:pt x="75968" y="30890"/>
                  <a:pt x="75993" y="30890"/>
                  <a:pt x="76018" y="30865"/>
                </a:cubicBezTo>
                <a:close/>
                <a:moveTo>
                  <a:pt x="85302" y="34922"/>
                </a:moveTo>
                <a:lnTo>
                  <a:pt x="85302" y="34922"/>
                </a:lnTo>
                <a:cubicBezTo>
                  <a:pt x="85128" y="35569"/>
                  <a:pt x="84954" y="36242"/>
                  <a:pt x="84705" y="36864"/>
                </a:cubicBezTo>
                <a:cubicBezTo>
                  <a:pt x="84555" y="36914"/>
                  <a:pt x="84381" y="36963"/>
                  <a:pt x="84257" y="36988"/>
                </a:cubicBezTo>
                <a:cubicBezTo>
                  <a:pt x="84107" y="37038"/>
                  <a:pt x="83958" y="37088"/>
                  <a:pt x="83809" y="37113"/>
                </a:cubicBezTo>
                <a:cubicBezTo>
                  <a:pt x="83385" y="37237"/>
                  <a:pt x="82987" y="37362"/>
                  <a:pt x="82564" y="37536"/>
                </a:cubicBezTo>
                <a:cubicBezTo>
                  <a:pt x="82365" y="37586"/>
                  <a:pt x="82216" y="37611"/>
                  <a:pt x="82066" y="37685"/>
                </a:cubicBezTo>
                <a:cubicBezTo>
                  <a:pt x="81718" y="37810"/>
                  <a:pt x="81394" y="37934"/>
                  <a:pt x="81071" y="38059"/>
                </a:cubicBezTo>
                <a:cubicBezTo>
                  <a:pt x="80996" y="38083"/>
                  <a:pt x="80946" y="38108"/>
                  <a:pt x="80871" y="38108"/>
                </a:cubicBezTo>
                <a:cubicBezTo>
                  <a:pt x="80697" y="38183"/>
                  <a:pt x="80498" y="38233"/>
                  <a:pt x="80324" y="38332"/>
                </a:cubicBezTo>
                <a:cubicBezTo>
                  <a:pt x="80150" y="38382"/>
                  <a:pt x="80000" y="38457"/>
                  <a:pt x="79876" y="38532"/>
                </a:cubicBezTo>
                <a:cubicBezTo>
                  <a:pt x="80324" y="37536"/>
                  <a:pt x="80722" y="36565"/>
                  <a:pt x="81071" y="35569"/>
                </a:cubicBezTo>
                <a:cubicBezTo>
                  <a:pt x="82365" y="35221"/>
                  <a:pt x="83809" y="34997"/>
                  <a:pt x="85302" y="34922"/>
                </a:cubicBezTo>
                <a:close/>
                <a:moveTo>
                  <a:pt x="17524" y="36490"/>
                </a:moveTo>
                <a:lnTo>
                  <a:pt x="17524" y="36540"/>
                </a:lnTo>
                <a:lnTo>
                  <a:pt x="17524" y="36565"/>
                </a:lnTo>
                <a:lnTo>
                  <a:pt x="17524" y="36590"/>
                </a:lnTo>
                <a:cubicBezTo>
                  <a:pt x="17399" y="36739"/>
                  <a:pt x="17250" y="36938"/>
                  <a:pt x="17125" y="37113"/>
                </a:cubicBezTo>
                <a:cubicBezTo>
                  <a:pt x="16805" y="37529"/>
                  <a:pt x="16417" y="38027"/>
                  <a:pt x="16019" y="38550"/>
                </a:cubicBezTo>
                <a:lnTo>
                  <a:pt x="16019" y="38550"/>
                </a:lnTo>
                <a:lnTo>
                  <a:pt x="16154" y="38357"/>
                </a:lnTo>
                <a:cubicBezTo>
                  <a:pt x="16379" y="38083"/>
                  <a:pt x="16553" y="37810"/>
                  <a:pt x="16777" y="37536"/>
                </a:cubicBezTo>
                <a:cubicBezTo>
                  <a:pt x="16802" y="37461"/>
                  <a:pt x="16851" y="37436"/>
                  <a:pt x="16876" y="37362"/>
                </a:cubicBezTo>
                <a:cubicBezTo>
                  <a:pt x="17100" y="37088"/>
                  <a:pt x="17299" y="36814"/>
                  <a:pt x="17524" y="36490"/>
                </a:cubicBezTo>
                <a:close/>
                <a:moveTo>
                  <a:pt x="58196" y="31960"/>
                </a:moveTo>
                <a:cubicBezTo>
                  <a:pt x="59639" y="34176"/>
                  <a:pt x="61033" y="36416"/>
                  <a:pt x="62178" y="38532"/>
                </a:cubicBezTo>
                <a:lnTo>
                  <a:pt x="62128" y="38556"/>
                </a:lnTo>
                <a:cubicBezTo>
                  <a:pt x="60983" y="36441"/>
                  <a:pt x="59614" y="34200"/>
                  <a:pt x="58121" y="31985"/>
                </a:cubicBezTo>
                <a:cubicBezTo>
                  <a:pt x="58171" y="31985"/>
                  <a:pt x="58171" y="31985"/>
                  <a:pt x="58196" y="31960"/>
                </a:cubicBezTo>
                <a:close/>
                <a:moveTo>
                  <a:pt x="82514" y="28227"/>
                </a:moveTo>
                <a:lnTo>
                  <a:pt x="82514" y="28227"/>
                </a:lnTo>
                <a:cubicBezTo>
                  <a:pt x="82166" y="30467"/>
                  <a:pt x="81519" y="32831"/>
                  <a:pt x="80647" y="35246"/>
                </a:cubicBezTo>
                <a:cubicBezTo>
                  <a:pt x="78208" y="35968"/>
                  <a:pt x="76192" y="37088"/>
                  <a:pt x="74848" y="38556"/>
                </a:cubicBezTo>
                <a:cubicBezTo>
                  <a:pt x="75744" y="35818"/>
                  <a:pt x="76217" y="33205"/>
                  <a:pt x="76167" y="30815"/>
                </a:cubicBezTo>
                <a:cubicBezTo>
                  <a:pt x="78308" y="29820"/>
                  <a:pt x="80448" y="28948"/>
                  <a:pt x="82514" y="28227"/>
                </a:cubicBezTo>
                <a:close/>
                <a:moveTo>
                  <a:pt x="63497" y="37810"/>
                </a:moveTo>
                <a:lnTo>
                  <a:pt x="63572" y="37859"/>
                </a:lnTo>
                <a:cubicBezTo>
                  <a:pt x="63199" y="38108"/>
                  <a:pt x="62825" y="38357"/>
                  <a:pt x="62452" y="38656"/>
                </a:cubicBezTo>
                <a:cubicBezTo>
                  <a:pt x="62452" y="38606"/>
                  <a:pt x="62427" y="38606"/>
                  <a:pt x="62427" y="38581"/>
                </a:cubicBezTo>
                <a:cubicBezTo>
                  <a:pt x="62800" y="38332"/>
                  <a:pt x="63174" y="38059"/>
                  <a:pt x="63497" y="37810"/>
                </a:cubicBezTo>
                <a:close/>
                <a:moveTo>
                  <a:pt x="80747" y="35694"/>
                </a:moveTo>
                <a:cubicBezTo>
                  <a:pt x="80398" y="36615"/>
                  <a:pt x="80000" y="37611"/>
                  <a:pt x="79552" y="38656"/>
                </a:cubicBezTo>
                <a:cubicBezTo>
                  <a:pt x="79527" y="38656"/>
                  <a:pt x="79527" y="38656"/>
                  <a:pt x="79502" y="38681"/>
                </a:cubicBezTo>
                <a:cubicBezTo>
                  <a:pt x="79926" y="37635"/>
                  <a:pt x="80349" y="36665"/>
                  <a:pt x="80722" y="35694"/>
                </a:cubicBezTo>
                <a:close/>
                <a:moveTo>
                  <a:pt x="84680" y="37063"/>
                </a:moveTo>
                <a:lnTo>
                  <a:pt x="84630" y="37113"/>
                </a:lnTo>
                <a:cubicBezTo>
                  <a:pt x="84356" y="37212"/>
                  <a:pt x="84082" y="37337"/>
                  <a:pt x="83809" y="37411"/>
                </a:cubicBezTo>
                <a:cubicBezTo>
                  <a:pt x="83585" y="37461"/>
                  <a:pt x="83336" y="37561"/>
                  <a:pt x="83112" y="37611"/>
                </a:cubicBezTo>
                <a:cubicBezTo>
                  <a:pt x="82464" y="37835"/>
                  <a:pt x="81817" y="38059"/>
                  <a:pt x="81120" y="38308"/>
                </a:cubicBezTo>
                <a:lnTo>
                  <a:pt x="80847" y="38382"/>
                </a:lnTo>
                <a:cubicBezTo>
                  <a:pt x="80473" y="38532"/>
                  <a:pt x="80100" y="38681"/>
                  <a:pt x="79726" y="38805"/>
                </a:cubicBezTo>
                <a:lnTo>
                  <a:pt x="79726" y="38780"/>
                </a:lnTo>
                <a:cubicBezTo>
                  <a:pt x="79726" y="38780"/>
                  <a:pt x="79726" y="38731"/>
                  <a:pt x="79751" y="38731"/>
                </a:cubicBezTo>
                <a:cubicBezTo>
                  <a:pt x="81444" y="38059"/>
                  <a:pt x="83087" y="37486"/>
                  <a:pt x="84680" y="37063"/>
                </a:cubicBezTo>
                <a:close/>
                <a:moveTo>
                  <a:pt x="19306" y="35769"/>
                </a:moveTo>
                <a:cubicBezTo>
                  <a:pt x="19770" y="35769"/>
                  <a:pt x="20349" y="35868"/>
                  <a:pt x="21033" y="36067"/>
                </a:cubicBezTo>
                <a:lnTo>
                  <a:pt x="18718" y="38855"/>
                </a:lnTo>
                <a:cubicBezTo>
                  <a:pt x="18046" y="37635"/>
                  <a:pt x="17847" y="36739"/>
                  <a:pt x="18121" y="36242"/>
                </a:cubicBezTo>
                <a:cubicBezTo>
                  <a:pt x="18171" y="36192"/>
                  <a:pt x="18220" y="36117"/>
                  <a:pt x="18270" y="36067"/>
                </a:cubicBezTo>
                <a:cubicBezTo>
                  <a:pt x="18494" y="35868"/>
                  <a:pt x="18843" y="35769"/>
                  <a:pt x="19306" y="35769"/>
                </a:cubicBezTo>
                <a:close/>
                <a:moveTo>
                  <a:pt x="80598" y="35445"/>
                </a:moveTo>
                <a:cubicBezTo>
                  <a:pt x="80598" y="35470"/>
                  <a:pt x="80573" y="35495"/>
                  <a:pt x="80573" y="35495"/>
                </a:cubicBezTo>
                <a:cubicBezTo>
                  <a:pt x="78108" y="36217"/>
                  <a:pt x="76142" y="37411"/>
                  <a:pt x="74848" y="38905"/>
                </a:cubicBezTo>
                <a:cubicBezTo>
                  <a:pt x="74848" y="38855"/>
                  <a:pt x="74798" y="38855"/>
                  <a:pt x="74798" y="38830"/>
                </a:cubicBezTo>
                <a:cubicBezTo>
                  <a:pt x="76142" y="37312"/>
                  <a:pt x="78108" y="36167"/>
                  <a:pt x="80598" y="35445"/>
                </a:cubicBezTo>
                <a:close/>
                <a:moveTo>
                  <a:pt x="79403" y="38930"/>
                </a:moveTo>
                <a:cubicBezTo>
                  <a:pt x="79403" y="38955"/>
                  <a:pt x="79403" y="38955"/>
                  <a:pt x="79378" y="38955"/>
                </a:cubicBezTo>
                <a:cubicBezTo>
                  <a:pt x="79378" y="38955"/>
                  <a:pt x="79353" y="38955"/>
                  <a:pt x="79353" y="38980"/>
                </a:cubicBezTo>
                <a:lnTo>
                  <a:pt x="79353" y="38955"/>
                </a:lnTo>
                <a:lnTo>
                  <a:pt x="79353" y="38930"/>
                </a:lnTo>
                <a:close/>
                <a:moveTo>
                  <a:pt x="17847" y="36615"/>
                </a:moveTo>
                <a:lnTo>
                  <a:pt x="17847" y="36615"/>
                </a:lnTo>
                <a:cubicBezTo>
                  <a:pt x="17772" y="37212"/>
                  <a:pt x="18046" y="38034"/>
                  <a:pt x="18594" y="39054"/>
                </a:cubicBezTo>
                <a:lnTo>
                  <a:pt x="18519" y="39104"/>
                </a:lnTo>
                <a:cubicBezTo>
                  <a:pt x="17996" y="38158"/>
                  <a:pt x="17723" y="37337"/>
                  <a:pt x="17748" y="36714"/>
                </a:cubicBezTo>
                <a:lnTo>
                  <a:pt x="17847" y="36615"/>
                </a:lnTo>
                <a:close/>
                <a:moveTo>
                  <a:pt x="21232" y="36117"/>
                </a:moveTo>
                <a:cubicBezTo>
                  <a:pt x="21257" y="36117"/>
                  <a:pt x="21257" y="36117"/>
                  <a:pt x="21282" y="36167"/>
                </a:cubicBezTo>
                <a:cubicBezTo>
                  <a:pt x="20461" y="37138"/>
                  <a:pt x="19639" y="38108"/>
                  <a:pt x="18818" y="39104"/>
                </a:cubicBezTo>
                <a:cubicBezTo>
                  <a:pt x="18818" y="39079"/>
                  <a:pt x="18793" y="39079"/>
                  <a:pt x="18793" y="39054"/>
                </a:cubicBezTo>
                <a:cubicBezTo>
                  <a:pt x="19614" y="38059"/>
                  <a:pt x="20411" y="37088"/>
                  <a:pt x="21232" y="36117"/>
                </a:cubicBezTo>
                <a:close/>
                <a:moveTo>
                  <a:pt x="101904" y="37835"/>
                </a:moveTo>
                <a:cubicBezTo>
                  <a:pt x="102004" y="37859"/>
                  <a:pt x="102054" y="37934"/>
                  <a:pt x="102153" y="37959"/>
                </a:cubicBezTo>
                <a:lnTo>
                  <a:pt x="102800" y="38332"/>
                </a:lnTo>
                <a:lnTo>
                  <a:pt x="102850" y="38332"/>
                </a:lnTo>
                <a:cubicBezTo>
                  <a:pt x="103024" y="38457"/>
                  <a:pt x="103224" y="38581"/>
                  <a:pt x="103373" y="38706"/>
                </a:cubicBezTo>
                <a:cubicBezTo>
                  <a:pt x="103547" y="38830"/>
                  <a:pt x="103746" y="38955"/>
                  <a:pt x="103921" y="39104"/>
                </a:cubicBezTo>
                <a:cubicBezTo>
                  <a:pt x="103273" y="38731"/>
                  <a:pt x="102552" y="38357"/>
                  <a:pt x="101855" y="38034"/>
                </a:cubicBezTo>
                <a:cubicBezTo>
                  <a:pt x="101880" y="37959"/>
                  <a:pt x="101904" y="37909"/>
                  <a:pt x="101904" y="37835"/>
                </a:cubicBezTo>
                <a:close/>
                <a:moveTo>
                  <a:pt x="18693" y="39204"/>
                </a:moveTo>
                <a:cubicBezTo>
                  <a:pt x="18693" y="39228"/>
                  <a:pt x="18743" y="39228"/>
                  <a:pt x="18743" y="39278"/>
                </a:cubicBezTo>
                <a:lnTo>
                  <a:pt x="18668" y="39328"/>
                </a:lnTo>
                <a:cubicBezTo>
                  <a:pt x="18644" y="39303"/>
                  <a:pt x="18644" y="39303"/>
                  <a:pt x="18644" y="39278"/>
                </a:cubicBezTo>
                <a:lnTo>
                  <a:pt x="18693" y="39204"/>
                </a:lnTo>
                <a:close/>
                <a:moveTo>
                  <a:pt x="39428" y="20062"/>
                </a:moveTo>
                <a:cubicBezTo>
                  <a:pt x="39453" y="20237"/>
                  <a:pt x="39527" y="20411"/>
                  <a:pt x="39577" y="20560"/>
                </a:cubicBezTo>
                <a:cubicBezTo>
                  <a:pt x="39652" y="20734"/>
                  <a:pt x="39701" y="20934"/>
                  <a:pt x="39801" y="21183"/>
                </a:cubicBezTo>
                <a:cubicBezTo>
                  <a:pt x="39876" y="21382"/>
                  <a:pt x="39950" y="21606"/>
                  <a:pt x="40025" y="21780"/>
                </a:cubicBezTo>
                <a:cubicBezTo>
                  <a:pt x="40125" y="22054"/>
                  <a:pt x="40224" y="22352"/>
                  <a:pt x="40324" y="22626"/>
                </a:cubicBezTo>
                <a:cubicBezTo>
                  <a:pt x="40398" y="22751"/>
                  <a:pt x="40448" y="22875"/>
                  <a:pt x="40498" y="23024"/>
                </a:cubicBezTo>
                <a:cubicBezTo>
                  <a:pt x="40647" y="23398"/>
                  <a:pt x="40797" y="23771"/>
                  <a:pt x="40971" y="24169"/>
                </a:cubicBezTo>
                <a:cubicBezTo>
                  <a:pt x="40971" y="24169"/>
                  <a:pt x="40971" y="24219"/>
                  <a:pt x="41021" y="24219"/>
                </a:cubicBezTo>
                <a:cubicBezTo>
                  <a:pt x="41344" y="24916"/>
                  <a:pt x="41693" y="25713"/>
                  <a:pt x="42091" y="26484"/>
                </a:cubicBezTo>
                <a:cubicBezTo>
                  <a:pt x="41967" y="26584"/>
                  <a:pt x="41892" y="26659"/>
                  <a:pt x="41767" y="26758"/>
                </a:cubicBezTo>
                <a:cubicBezTo>
                  <a:pt x="41419" y="27032"/>
                  <a:pt x="41071" y="27331"/>
                  <a:pt x="40722" y="27629"/>
                </a:cubicBezTo>
                <a:cubicBezTo>
                  <a:pt x="40224" y="28028"/>
                  <a:pt x="39776" y="28476"/>
                  <a:pt x="39278" y="28874"/>
                </a:cubicBezTo>
                <a:cubicBezTo>
                  <a:pt x="38930" y="29197"/>
                  <a:pt x="38581" y="29471"/>
                  <a:pt x="38233" y="29770"/>
                </a:cubicBezTo>
                <a:cubicBezTo>
                  <a:pt x="37685" y="30268"/>
                  <a:pt x="37163" y="30766"/>
                  <a:pt x="36615" y="31263"/>
                </a:cubicBezTo>
                <a:cubicBezTo>
                  <a:pt x="36267" y="31612"/>
                  <a:pt x="35868" y="31960"/>
                  <a:pt x="35520" y="32334"/>
                </a:cubicBezTo>
                <a:cubicBezTo>
                  <a:pt x="35196" y="32607"/>
                  <a:pt x="34922" y="32881"/>
                  <a:pt x="34599" y="33205"/>
                </a:cubicBezTo>
                <a:cubicBezTo>
                  <a:pt x="34051" y="33728"/>
                  <a:pt x="33479" y="34300"/>
                  <a:pt x="32956" y="34848"/>
                </a:cubicBezTo>
                <a:lnTo>
                  <a:pt x="32010" y="35794"/>
                </a:lnTo>
                <a:cubicBezTo>
                  <a:pt x="31687" y="36117"/>
                  <a:pt x="31363" y="36466"/>
                  <a:pt x="31014" y="36814"/>
                </a:cubicBezTo>
                <a:lnTo>
                  <a:pt x="29446" y="38482"/>
                </a:lnTo>
                <a:cubicBezTo>
                  <a:pt x="29197" y="38780"/>
                  <a:pt x="28949" y="39029"/>
                  <a:pt x="28700" y="39303"/>
                </a:cubicBezTo>
                <a:lnTo>
                  <a:pt x="28650" y="39328"/>
                </a:lnTo>
                <a:cubicBezTo>
                  <a:pt x="26360" y="37934"/>
                  <a:pt x="24244" y="36839"/>
                  <a:pt x="22427" y="36117"/>
                </a:cubicBezTo>
                <a:cubicBezTo>
                  <a:pt x="22552" y="35993"/>
                  <a:pt x="22651" y="35843"/>
                  <a:pt x="22776" y="35719"/>
                </a:cubicBezTo>
                <a:cubicBezTo>
                  <a:pt x="22800" y="35669"/>
                  <a:pt x="22875" y="35594"/>
                  <a:pt x="22900" y="35569"/>
                </a:cubicBezTo>
                <a:cubicBezTo>
                  <a:pt x="23273" y="35097"/>
                  <a:pt x="23672" y="34624"/>
                  <a:pt x="24095" y="34176"/>
                </a:cubicBezTo>
                <a:cubicBezTo>
                  <a:pt x="24145" y="34101"/>
                  <a:pt x="24219" y="34001"/>
                  <a:pt x="24269" y="33952"/>
                </a:cubicBezTo>
                <a:cubicBezTo>
                  <a:pt x="24617" y="33578"/>
                  <a:pt x="24916" y="33205"/>
                  <a:pt x="25265" y="32831"/>
                </a:cubicBezTo>
                <a:cubicBezTo>
                  <a:pt x="25514" y="32558"/>
                  <a:pt x="25787" y="32259"/>
                  <a:pt x="26036" y="31960"/>
                </a:cubicBezTo>
                <a:cubicBezTo>
                  <a:pt x="26285" y="31687"/>
                  <a:pt x="26584" y="31363"/>
                  <a:pt x="26858" y="31089"/>
                </a:cubicBezTo>
                <a:cubicBezTo>
                  <a:pt x="26957" y="30990"/>
                  <a:pt x="27032" y="30890"/>
                  <a:pt x="27131" y="30766"/>
                </a:cubicBezTo>
                <a:cubicBezTo>
                  <a:pt x="27654" y="30218"/>
                  <a:pt x="28202" y="29645"/>
                  <a:pt x="28749" y="29123"/>
                </a:cubicBezTo>
                <a:lnTo>
                  <a:pt x="29496" y="28376"/>
                </a:lnTo>
                <a:cubicBezTo>
                  <a:pt x="30118" y="27779"/>
                  <a:pt x="30716" y="27206"/>
                  <a:pt x="31363" y="26609"/>
                </a:cubicBezTo>
                <a:cubicBezTo>
                  <a:pt x="31487" y="26484"/>
                  <a:pt x="31637" y="26360"/>
                  <a:pt x="31786" y="26235"/>
                </a:cubicBezTo>
                <a:cubicBezTo>
                  <a:pt x="32135" y="25887"/>
                  <a:pt x="32483" y="25588"/>
                  <a:pt x="32856" y="25265"/>
                </a:cubicBezTo>
                <a:cubicBezTo>
                  <a:pt x="33056" y="25115"/>
                  <a:pt x="33230" y="24916"/>
                  <a:pt x="33429" y="24767"/>
                </a:cubicBezTo>
                <a:cubicBezTo>
                  <a:pt x="33777" y="24468"/>
                  <a:pt x="34101" y="24169"/>
                  <a:pt x="34449" y="23896"/>
                </a:cubicBezTo>
                <a:cubicBezTo>
                  <a:pt x="34673" y="23721"/>
                  <a:pt x="34898" y="23522"/>
                  <a:pt x="35146" y="23348"/>
                </a:cubicBezTo>
                <a:cubicBezTo>
                  <a:pt x="35445" y="23099"/>
                  <a:pt x="35794" y="22800"/>
                  <a:pt x="36092" y="22552"/>
                </a:cubicBezTo>
                <a:cubicBezTo>
                  <a:pt x="36341" y="22377"/>
                  <a:pt x="36565" y="22178"/>
                  <a:pt x="36814" y="22004"/>
                </a:cubicBezTo>
                <a:cubicBezTo>
                  <a:pt x="36889" y="21929"/>
                  <a:pt x="36939" y="21904"/>
                  <a:pt x="37038" y="21855"/>
                </a:cubicBezTo>
                <a:cubicBezTo>
                  <a:pt x="37287" y="21655"/>
                  <a:pt x="37561" y="21431"/>
                  <a:pt x="37810" y="21257"/>
                </a:cubicBezTo>
                <a:cubicBezTo>
                  <a:pt x="38059" y="21058"/>
                  <a:pt x="38283" y="20909"/>
                  <a:pt x="38532" y="20734"/>
                </a:cubicBezTo>
                <a:cubicBezTo>
                  <a:pt x="38830" y="20510"/>
                  <a:pt x="39129" y="20286"/>
                  <a:pt x="39428" y="20062"/>
                </a:cubicBezTo>
                <a:close/>
                <a:moveTo>
                  <a:pt x="42215" y="26559"/>
                </a:moveTo>
                <a:cubicBezTo>
                  <a:pt x="42215" y="26609"/>
                  <a:pt x="42265" y="26609"/>
                  <a:pt x="42265" y="26634"/>
                </a:cubicBezTo>
                <a:cubicBezTo>
                  <a:pt x="42041" y="26858"/>
                  <a:pt x="41867" y="27007"/>
                  <a:pt x="41668" y="27131"/>
                </a:cubicBezTo>
                <a:cubicBezTo>
                  <a:pt x="41419" y="27355"/>
                  <a:pt x="41170" y="27530"/>
                  <a:pt x="40921" y="27754"/>
                </a:cubicBezTo>
                <a:cubicBezTo>
                  <a:pt x="40349" y="28227"/>
                  <a:pt x="39826" y="28700"/>
                  <a:pt x="39278" y="29197"/>
                </a:cubicBezTo>
                <a:cubicBezTo>
                  <a:pt x="38980" y="29446"/>
                  <a:pt x="38756" y="29645"/>
                  <a:pt x="38457" y="29894"/>
                </a:cubicBezTo>
                <a:cubicBezTo>
                  <a:pt x="37835" y="30467"/>
                  <a:pt x="37212" y="31014"/>
                  <a:pt x="36590" y="31612"/>
                </a:cubicBezTo>
                <a:cubicBezTo>
                  <a:pt x="36341" y="31861"/>
                  <a:pt x="36092" y="32085"/>
                  <a:pt x="35843" y="32334"/>
                </a:cubicBezTo>
                <a:cubicBezTo>
                  <a:pt x="35321" y="32831"/>
                  <a:pt x="34798" y="33329"/>
                  <a:pt x="34300" y="33827"/>
                </a:cubicBezTo>
                <a:lnTo>
                  <a:pt x="33728" y="34375"/>
                </a:lnTo>
                <a:cubicBezTo>
                  <a:pt x="33105" y="34997"/>
                  <a:pt x="32483" y="35619"/>
                  <a:pt x="31861" y="36266"/>
                </a:cubicBezTo>
                <a:lnTo>
                  <a:pt x="31363" y="36764"/>
                </a:lnTo>
                <a:cubicBezTo>
                  <a:pt x="30691" y="37486"/>
                  <a:pt x="29994" y="38208"/>
                  <a:pt x="29347" y="38930"/>
                </a:cubicBezTo>
                <a:lnTo>
                  <a:pt x="29247" y="39004"/>
                </a:lnTo>
                <a:cubicBezTo>
                  <a:pt x="29123" y="39154"/>
                  <a:pt x="28998" y="39278"/>
                  <a:pt x="28899" y="39378"/>
                </a:cubicBezTo>
                <a:cubicBezTo>
                  <a:pt x="28874" y="39378"/>
                  <a:pt x="28874" y="39353"/>
                  <a:pt x="28849" y="39353"/>
                </a:cubicBezTo>
                <a:lnTo>
                  <a:pt x="29969" y="38133"/>
                </a:lnTo>
                <a:cubicBezTo>
                  <a:pt x="30342" y="37735"/>
                  <a:pt x="30716" y="37362"/>
                  <a:pt x="31089" y="36963"/>
                </a:cubicBezTo>
                <a:cubicBezTo>
                  <a:pt x="31463" y="36565"/>
                  <a:pt x="31861" y="36142"/>
                  <a:pt x="32234" y="35769"/>
                </a:cubicBezTo>
                <a:lnTo>
                  <a:pt x="32881" y="35121"/>
                </a:lnTo>
                <a:cubicBezTo>
                  <a:pt x="33553" y="34474"/>
                  <a:pt x="34201" y="33827"/>
                  <a:pt x="34873" y="33155"/>
                </a:cubicBezTo>
                <a:cubicBezTo>
                  <a:pt x="35097" y="32956"/>
                  <a:pt x="35346" y="32732"/>
                  <a:pt x="35594" y="32483"/>
                </a:cubicBezTo>
                <a:lnTo>
                  <a:pt x="36988" y="31164"/>
                </a:lnTo>
                <a:cubicBezTo>
                  <a:pt x="37461" y="30741"/>
                  <a:pt x="37934" y="30342"/>
                  <a:pt x="38407" y="29894"/>
                </a:cubicBezTo>
                <a:cubicBezTo>
                  <a:pt x="38731" y="29596"/>
                  <a:pt x="39104" y="29272"/>
                  <a:pt x="39453" y="28924"/>
                </a:cubicBezTo>
                <a:cubicBezTo>
                  <a:pt x="39926" y="28525"/>
                  <a:pt x="40349" y="28152"/>
                  <a:pt x="40822" y="27754"/>
                </a:cubicBezTo>
                <a:cubicBezTo>
                  <a:pt x="41195" y="27430"/>
                  <a:pt x="41543" y="27131"/>
                  <a:pt x="41917" y="26808"/>
                </a:cubicBezTo>
                <a:cubicBezTo>
                  <a:pt x="42016" y="26733"/>
                  <a:pt x="42091" y="26659"/>
                  <a:pt x="42215" y="26559"/>
                </a:cubicBezTo>
                <a:close/>
                <a:moveTo>
                  <a:pt x="22377" y="36242"/>
                </a:moveTo>
                <a:cubicBezTo>
                  <a:pt x="24145" y="36938"/>
                  <a:pt x="26260" y="38034"/>
                  <a:pt x="28575" y="39428"/>
                </a:cubicBezTo>
                <a:cubicBezTo>
                  <a:pt x="28575" y="39452"/>
                  <a:pt x="28550" y="39452"/>
                  <a:pt x="28550" y="39477"/>
                </a:cubicBezTo>
                <a:cubicBezTo>
                  <a:pt x="26235" y="38083"/>
                  <a:pt x="24120" y="36988"/>
                  <a:pt x="22352" y="36316"/>
                </a:cubicBezTo>
                <a:cubicBezTo>
                  <a:pt x="22352" y="36291"/>
                  <a:pt x="22377" y="36291"/>
                  <a:pt x="22377" y="36242"/>
                </a:cubicBezTo>
                <a:close/>
                <a:moveTo>
                  <a:pt x="74350" y="39428"/>
                </a:moveTo>
                <a:cubicBezTo>
                  <a:pt x="74350" y="39453"/>
                  <a:pt x="74300" y="39527"/>
                  <a:pt x="74300" y="39552"/>
                </a:cubicBezTo>
                <a:lnTo>
                  <a:pt x="74300" y="39477"/>
                </a:lnTo>
                <a:cubicBezTo>
                  <a:pt x="74300" y="39453"/>
                  <a:pt x="74350" y="39452"/>
                  <a:pt x="74350" y="39428"/>
                </a:cubicBezTo>
                <a:close/>
                <a:moveTo>
                  <a:pt x="71886" y="33006"/>
                </a:moveTo>
                <a:lnTo>
                  <a:pt x="71911" y="33031"/>
                </a:lnTo>
                <a:cubicBezTo>
                  <a:pt x="71935" y="33354"/>
                  <a:pt x="72010" y="33703"/>
                  <a:pt x="72060" y="34051"/>
                </a:cubicBezTo>
                <a:cubicBezTo>
                  <a:pt x="72110" y="34126"/>
                  <a:pt x="72110" y="34225"/>
                  <a:pt x="72135" y="34325"/>
                </a:cubicBezTo>
                <a:cubicBezTo>
                  <a:pt x="72259" y="34823"/>
                  <a:pt x="72384" y="35296"/>
                  <a:pt x="72558" y="35744"/>
                </a:cubicBezTo>
                <a:cubicBezTo>
                  <a:pt x="72608" y="35843"/>
                  <a:pt x="72632" y="35943"/>
                  <a:pt x="72657" y="35993"/>
                </a:cubicBezTo>
                <a:cubicBezTo>
                  <a:pt x="72807" y="36466"/>
                  <a:pt x="73006" y="36938"/>
                  <a:pt x="73230" y="37362"/>
                </a:cubicBezTo>
                <a:cubicBezTo>
                  <a:pt x="73255" y="37436"/>
                  <a:pt x="73280" y="37486"/>
                  <a:pt x="73304" y="37586"/>
                </a:cubicBezTo>
                <a:cubicBezTo>
                  <a:pt x="73479" y="37934"/>
                  <a:pt x="73653" y="38308"/>
                  <a:pt x="73877" y="38656"/>
                </a:cubicBezTo>
                <a:lnTo>
                  <a:pt x="73877" y="38706"/>
                </a:lnTo>
                <a:cubicBezTo>
                  <a:pt x="73852" y="38805"/>
                  <a:pt x="73852" y="38855"/>
                  <a:pt x="73852" y="38955"/>
                </a:cubicBezTo>
                <a:cubicBezTo>
                  <a:pt x="73802" y="39179"/>
                  <a:pt x="73753" y="39353"/>
                  <a:pt x="73678" y="39577"/>
                </a:cubicBezTo>
                <a:cubicBezTo>
                  <a:pt x="72184" y="37934"/>
                  <a:pt x="71039" y="36042"/>
                  <a:pt x="70268" y="33927"/>
                </a:cubicBezTo>
                <a:cubicBezTo>
                  <a:pt x="70790" y="33603"/>
                  <a:pt x="71363" y="33304"/>
                  <a:pt x="71886" y="33006"/>
                </a:cubicBezTo>
                <a:close/>
                <a:moveTo>
                  <a:pt x="28725" y="39552"/>
                </a:moveTo>
                <a:cubicBezTo>
                  <a:pt x="28749" y="39552"/>
                  <a:pt x="28749" y="39577"/>
                  <a:pt x="28774" y="39577"/>
                </a:cubicBezTo>
                <a:cubicBezTo>
                  <a:pt x="28774" y="39602"/>
                  <a:pt x="28749" y="39602"/>
                  <a:pt x="28749" y="39627"/>
                </a:cubicBezTo>
                <a:cubicBezTo>
                  <a:pt x="28725" y="39577"/>
                  <a:pt x="28725" y="39577"/>
                  <a:pt x="28700" y="39577"/>
                </a:cubicBezTo>
                <a:lnTo>
                  <a:pt x="28725" y="39552"/>
                </a:lnTo>
                <a:close/>
                <a:moveTo>
                  <a:pt x="21481" y="36192"/>
                </a:moveTo>
                <a:cubicBezTo>
                  <a:pt x="21581" y="36217"/>
                  <a:pt x="21631" y="36242"/>
                  <a:pt x="21730" y="36291"/>
                </a:cubicBezTo>
                <a:cubicBezTo>
                  <a:pt x="20859" y="37411"/>
                  <a:pt x="19988" y="38532"/>
                  <a:pt x="19166" y="39677"/>
                </a:cubicBezTo>
                <a:cubicBezTo>
                  <a:pt x="19092" y="39502"/>
                  <a:pt x="19017" y="39378"/>
                  <a:pt x="18917" y="39253"/>
                </a:cubicBezTo>
                <a:cubicBezTo>
                  <a:pt x="19764" y="38233"/>
                  <a:pt x="20610" y="37212"/>
                  <a:pt x="21481" y="36192"/>
                </a:cubicBezTo>
                <a:close/>
                <a:moveTo>
                  <a:pt x="74026" y="38855"/>
                </a:moveTo>
                <a:lnTo>
                  <a:pt x="74051" y="38880"/>
                </a:lnTo>
                <a:lnTo>
                  <a:pt x="74051" y="38930"/>
                </a:lnTo>
                <a:lnTo>
                  <a:pt x="74051" y="38980"/>
                </a:lnTo>
                <a:lnTo>
                  <a:pt x="73877" y="39726"/>
                </a:lnTo>
                <a:lnTo>
                  <a:pt x="73852" y="39701"/>
                </a:lnTo>
                <a:lnTo>
                  <a:pt x="73802" y="39677"/>
                </a:lnTo>
                <a:cubicBezTo>
                  <a:pt x="73877" y="39477"/>
                  <a:pt x="73927" y="39228"/>
                  <a:pt x="74001" y="38955"/>
                </a:cubicBezTo>
                <a:cubicBezTo>
                  <a:pt x="74001" y="38930"/>
                  <a:pt x="74001" y="38905"/>
                  <a:pt x="74026" y="38855"/>
                </a:cubicBezTo>
                <a:close/>
                <a:moveTo>
                  <a:pt x="102004" y="37561"/>
                </a:moveTo>
                <a:cubicBezTo>
                  <a:pt x="102352" y="37735"/>
                  <a:pt x="102676" y="37909"/>
                  <a:pt x="103000" y="38108"/>
                </a:cubicBezTo>
                <a:cubicBezTo>
                  <a:pt x="103024" y="38108"/>
                  <a:pt x="103024" y="38158"/>
                  <a:pt x="103049" y="38158"/>
                </a:cubicBezTo>
                <a:cubicBezTo>
                  <a:pt x="103796" y="38606"/>
                  <a:pt x="104493" y="39179"/>
                  <a:pt x="105066" y="39776"/>
                </a:cubicBezTo>
                <a:cubicBezTo>
                  <a:pt x="105072" y="39783"/>
                  <a:pt x="105074" y="39786"/>
                  <a:pt x="105071" y="39786"/>
                </a:cubicBezTo>
                <a:cubicBezTo>
                  <a:pt x="105064" y="39786"/>
                  <a:pt x="105027" y="39763"/>
                  <a:pt x="104991" y="39726"/>
                </a:cubicBezTo>
                <a:lnTo>
                  <a:pt x="104966" y="39701"/>
                </a:lnTo>
                <a:cubicBezTo>
                  <a:pt x="104916" y="39677"/>
                  <a:pt x="104891" y="39677"/>
                  <a:pt x="104866" y="39652"/>
                </a:cubicBezTo>
                <a:cubicBezTo>
                  <a:pt x="104667" y="39452"/>
                  <a:pt x="104493" y="39278"/>
                  <a:pt x="104269" y="39104"/>
                </a:cubicBezTo>
                <a:cubicBezTo>
                  <a:pt x="104219" y="39079"/>
                  <a:pt x="104145" y="39029"/>
                  <a:pt x="104120" y="38980"/>
                </a:cubicBezTo>
                <a:cubicBezTo>
                  <a:pt x="103871" y="38805"/>
                  <a:pt x="103647" y="38606"/>
                  <a:pt x="103373" y="38432"/>
                </a:cubicBezTo>
                <a:cubicBezTo>
                  <a:pt x="103348" y="38407"/>
                  <a:pt x="103273" y="38357"/>
                  <a:pt x="103224" y="38332"/>
                </a:cubicBezTo>
                <a:cubicBezTo>
                  <a:pt x="103149" y="38308"/>
                  <a:pt x="103099" y="38233"/>
                  <a:pt x="103024" y="38208"/>
                </a:cubicBezTo>
                <a:lnTo>
                  <a:pt x="103000" y="38183"/>
                </a:lnTo>
                <a:lnTo>
                  <a:pt x="102975" y="38158"/>
                </a:lnTo>
                <a:lnTo>
                  <a:pt x="102925" y="38108"/>
                </a:lnTo>
                <a:cubicBezTo>
                  <a:pt x="102751" y="38034"/>
                  <a:pt x="102576" y="37909"/>
                  <a:pt x="102402" y="37810"/>
                </a:cubicBezTo>
                <a:cubicBezTo>
                  <a:pt x="102377" y="37785"/>
                  <a:pt x="102303" y="37785"/>
                  <a:pt x="102253" y="37735"/>
                </a:cubicBezTo>
                <a:cubicBezTo>
                  <a:pt x="102153" y="37710"/>
                  <a:pt x="102079" y="37660"/>
                  <a:pt x="102004" y="37611"/>
                </a:cubicBezTo>
                <a:lnTo>
                  <a:pt x="102004" y="37586"/>
                </a:lnTo>
                <a:lnTo>
                  <a:pt x="102004" y="37561"/>
                </a:lnTo>
                <a:close/>
                <a:moveTo>
                  <a:pt x="70069" y="34001"/>
                </a:moveTo>
                <a:cubicBezTo>
                  <a:pt x="70890" y="36117"/>
                  <a:pt x="72060" y="38083"/>
                  <a:pt x="73603" y="39801"/>
                </a:cubicBezTo>
                <a:lnTo>
                  <a:pt x="73529" y="39801"/>
                </a:lnTo>
                <a:cubicBezTo>
                  <a:pt x="72010" y="38108"/>
                  <a:pt x="70815" y="36192"/>
                  <a:pt x="70019" y="34026"/>
                </a:cubicBezTo>
                <a:cubicBezTo>
                  <a:pt x="70044" y="34026"/>
                  <a:pt x="70044" y="34001"/>
                  <a:pt x="70069" y="34001"/>
                </a:cubicBezTo>
                <a:close/>
                <a:moveTo>
                  <a:pt x="42265" y="26907"/>
                </a:moveTo>
                <a:cubicBezTo>
                  <a:pt x="42415" y="27107"/>
                  <a:pt x="42539" y="27281"/>
                  <a:pt x="42639" y="27505"/>
                </a:cubicBezTo>
                <a:cubicBezTo>
                  <a:pt x="37660" y="31089"/>
                  <a:pt x="33230" y="35345"/>
                  <a:pt x="29621" y="39851"/>
                </a:cubicBezTo>
                <a:cubicBezTo>
                  <a:pt x="29446" y="39726"/>
                  <a:pt x="29247" y="39602"/>
                  <a:pt x="29073" y="39527"/>
                </a:cubicBezTo>
                <a:cubicBezTo>
                  <a:pt x="29098" y="39477"/>
                  <a:pt x="29123" y="39428"/>
                  <a:pt x="29148" y="39403"/>
                </a:cubicBezTo>
                <a:cubicBezTo>
                  <a:pt x="29272" y="39228"/>
                  <a:pt x="29421" y="39104"/>
                  <a:pt x="29571" y="38955"/>
                </a:cubicBezTo>
                <a:cubicBezTo>
                  <a:pt x="30168" y="38308"/>
                  <a:pt x="30790" y="37660"/>
                  <a:pt x="31363" y="37038"/>
                </a:cubicBezTo>
                <a:cubicBezTo>
                  <a:pt x="31612" y="36789"/>
                  <a:pt x="31836" y="36540"/>
                  <a:pt x="32085" y="36316"/>
                </a:cubicBezTo>
                <a:cubicBezTo>
                  <a:pt x="32558" y="35818"/>
                  <a:pt x="33056" y="35345"/>
                  <a:pt x="33528" y="34848"/>
                </a:cubicBezTo>
                <a:lnTo>
                  <a:pt x="34549" y="33827"/>
                </a:lnTo>
                <a:cubicBezTo>
                  <a:pt x="34972" y="33429"/>
                  <a:pt x="35420" y="32981"/>
                  <a:pt x="35843" y="32583"/>
                </a:cubicBezTo>
                <a:cubicBezTo>
                  <a:pt x="36167" y="32309"/>
                  <a:pt x="36441" y="32010"/>
                  <a:pt x="36764" y="31736"/>
                </a:cubicBezTo>
                <a:cubicBezTo>
                  <a:pt x="37337" y="31214"/>
                  <a:pt x="37934" y="30641"/>
                  <a:pt x="38532" y="30118"/>
                </a:cubicBezTo>
                <a:cubicBezTo>
                  <a:pt x="38805" y="29869"/>
                  <a:pt x="39129" y="29596"/>
                  <a:pt x="39403" y="29347"/>
                </a:cubicBezTo>
                <a:cubicBezTo>
                  <a:pt x="39901" y="28899"/>
                  <a:pt x="40374" y="28500"/>
                  <a:pt x="40871" y="28077"/>
                </a:cubicBezTo>
                <a:cubicBezTo>
                  <a:pt x="41145" y="27828"/>
                  <a:pt x="41419" y="27579"/>
                  <a:pt x="41693" y="27355"/>
                </a:cubicBezTo>
                <a:cubicBezTo>
                  <a:pt x="41892" y="27206"/>
                  <a:pt x="42066" y="27032"/>
                  <a:pt x="42265" y="26907"/>
                </a:cubicBezTo>
                <a:close/>
                <a:moveTo>
                  <a:pt x="22004" y="36316"/>
                </a:moveTo>
                <a:cubicBezTo>
                  <a:pt x="21083" y="37536"/>
                  <a:pt x="20212" y="38706"/>
                  <a:pt x="19341" y="39901"/>
                </a:cubicBezTo>
                <a:cubicBezTo>
                  <a:pt x="19291" y="39851"/>
                  <a:pt x="19291" y="39851"/>
                  <a:pt x="19291" y="39826"/>
                </a:cubicBezTo>
                <a:cubicBezTo>
                  <a:pt x="20137" y="38656"/>
                  <a:pt x="21008" y="37486"/>
                  <a:pt x="21954" y="36316"/>
                </a:cubicBezTo>
                <a:close/>
                <a:moveTo>
                  <a:pt x="18818" y="39428"/>
                </a:moveTo>
                <a:cubicBezTo>
                  <a:pt x="18893" y="39577"/>
                  <a:pt x="18992" y="39701"/>
                  <a:pt x="19092" y="39851"/>
                </a:cubicBezTo>
                <a:cubicBezTo>
                  <a:pt x="19092" y="39901"/>
                  <a:pt x="19042" y="39901"/>
                  <a:pt x="19042" y="39925"/>
                </a:cubicBezTo>
                <a:cubicBezTo>
                  <a:pt x="18967" y="39776"/>
                  <a:pt x="18868" y="39627"/>
                  <a:pt x="18768" y="39477"/>
                </a:cubicBezTo>
                <a:lnTo>
                  <a:pt x="18818" y="39428"/>
                </a:lnTo>
                <a:close/>
                <a:moveTo>
                  <a:pt x="69870" y="34151"/>
                </a:moveTo>
                <a:cubicBezTo>
                  <a:pt x="70641" y="36167"/>
                  <a:pt x="71736" y="38034"/>
                  <a:pt x="73155" y="39677"/>
                </a:cubicBezTo>
                <a:lnTo>
                  <a:pt x="73130" y="39677"/>
                </a:lnTo>
                <a:cubicBezTo>
                  <a:pt x="73056" y="39677"/>
                  <a:pt x="73031" y="39652"/>
                  <a:pt x="72981" y="39652"/>
                </a:cubicBezTo>
                <a:cubicBezTo>
                  <a:pt x="72906" y="39652"/>
                  <a:pt x="72881" y="39602"/>
                  <a:pt x="72807" y="39602"/>
                </a:cubicBezTo>
                <a:cubicBezTo>
                  <a:pt x="72707" y="39577"/>
                  <a:pt x="72608" y="39577"/>
                  <a:pt x="72508" y="39552"/>
                </a:cubicBezTo>
                <a:lnTo>
                  <a:pt x="71935" y="39452"/>
                </a:lnTo>
                <a:cubicBezTo>
                  <a:pt x="71836" y="39452"/>
                  <a:pt x="71786" y="39428"/>
                  <a:pt x="71687" y="39428"/>
                </a:cubicBezTo>
                <a:lnTo>
                  <a:pt x="71438" y="39428"/>
                </a:lnTo>
                <a:cubicBezTo>
                  <a:pt x="71089" y="39403"/>
                  <a:pt x="70716" y="39353"/>
                  <a:pt x="70392" y="39353"/>
                </a:cubicBezTo>
                <a:lnTo>
                  <a:pt x="70342" y="39353"/>
                </a:lnTo>
                <a:cubicBezTo>
                  <a:pt x="70069" y="39353"/>
                  <a:pt x="69820" y="39353"/>
                  <a:pt x="69546" y="39403"/>
                </a:cubicBezTo>
                <a:cubicBezTo>
                  <a:pt x="69421" y="39403"/>
                  <a:pt x="69297" y="39428"/>
                  <a:pt x="69173" y="39428"/>
                </a:cubicBezTo>
                <a:cubicBezTo>
                  <a:pt x="69023" y="39428"/>
                  <a:pt x="68849" y="39452"/>
                  <a:pt x="68700" y="39452"/>
                </a:cubicBezTo>
                <a:cubicBezTo>
                  <a:pt x="68650" y="39452"/>
                  <a:pt x="68600" y="39452"/>
                  <a:pt x="68550" y="39477"/>
                </a:cubicBezTo>
                <a:cubicBezTo>
                  <a:pt x="68451" y="39477"/>
                  <a:pt x="68351" y="39527"/>
                  <a:pt x="68276" y="39527"/>
                </a:cubicBezTo>
                <a:cubicBezTo>
                  <a:pt x="68152" y="39552"/>
                  <a:pt x="68003" y="39552"/>
                  <a:pt x="67853" y="39577"/>
                </a:cubicBezTo>
                <a:cubicBezTo>
                  <a:pt x="67779" y="39577"/>
                  <a:pt x="67679" y="39602"/>
                  <a:pt x="67580" y="39627"/>
                </a:cubicBezTo>
                <a:lnTo>
                  <a:pt x="67530" y="39627"/>
                </a:lnTo>
                <a:cubicBezTo>
                  <a:pt x="67455" y="39627"/>
                  <a:pt x="67430" y="39677"/>
                  <a:pt x="67380" y="39677"/>
                </a:cubicBezTo>
                <a:cubicBezTo>
                  <a:pt x="67256" y="39701"/>
                  <a:pt x="67107" y="39701"/>
                  <a:pt x="67007" y="39726"/>
                </a:cubicBezTo>
                <a:lnTo>
                  <a:pt x="66957" y="39726"/>
                </a:lnTo>
                <a:cubicBezTo>
                  <a:pt x="66808" y="39751"/>
                  <a:pt x="66609" y="39826"/>
                  <a:pt x="66459" y="39851"/>
                </a:cubicBezTo>
                <a:cubicBezTo>
                  <a:pt x="66335" y="39876"/>
                  <a:pt x="66211" y="39925"/>
                  <a:pt x="66111" y="39950"/>
                </a:cubicBezTo>
                <a:cubicBezTo>
                  <a:pt x="66061" y="39975"/>
                  <a:pt x="65962" y="39975"/>
                  <a:pt x="65912" y="40000"/>
                </a:cubicBezTo>
                <a:cubicBezTo>
                  <a:pt x="65240" y="39328"/>
                  <a:pt x="64667" y="38581"/>
                  <a:pt x="64070" y="37810"/>
                </a:cubicBezTo>
                <a:cubicBezTo>
                  <a:pt x="65987" y="36490"/>
                  <a:pt x="67928" y="35246"/>
                  <a:pt x="69870" y="34151"/>
                </a:cubicBezTo>
                <a:close/>
                <a:moveTo>
                  <a:pt x="42754" y="27719"/>
                </a:moveTo>
                <a:cubicBezTo>
                  <a:pt x="42763" y="27719"/>
                  <a:pt x="42763" y="27736"/>
                  <a:pt x="42763" y="27754"/>
                </a:cubicBezTo>
                <a:cubicBezTo>
                  <a:pt x="37810" y="31313"/>
                  <a:pt x="33429" y="35545"/>
                  <a:pt x="29845" y="40025"/>
                </a:cubicBezTo>
                <a:cubicBezTo>
                  <a:pt x="29820" y="40025"/>
                  <a:pt x="29820" y="39975"/>
                  <a:pt x="29795" y="39975"/>
                </a:cubicBezTo>
                <a:cubicBezTo>
                  <a:pt x="33404" y="35495"/>
                  <a:pt x="37785" y="31263"/>
                  <a:pt x="42738" y="27729"/>
                </a:cubicBezTo>
                <a:cubicBezTo>
                  <a:pt x="42745" y="27722"/>
                  <a:pt x="42751" y="27719"/>
                  <a:pt x="42754" y="27719"/>
                </a:cubicBezTo>
                <a:close/>
                <a:moveTo>
                  <a:pt x="101805" y="38208"/>
                </a:moveTo>
                <a:cubicBezTo>
                  <a:pt x="102800" y="38681"/>
                  <a:pt x="103771" y="39204"/>
                  <a:pt x="104717" y="39801"/>
                </a:cubicBezTo>
                <a:cubicBezTo>
                  <a:pt x="104767" y="39851"/>
                  <a:pt x="104866" y="39925"/>
                  <a:pt x="104916" y="40025"/>
                </a:cubicBezTo>
                <a:cubicBezTo>
                  <a:pt x="103896" y="39353"/>
                  <a:pt x="102875" y="38780"/>
                  <a:pt x="101780" y="38283"/>
                </a:cubicBezTo>
                <a:cubicBezTo>
                  <a:pt x="101780" y="38233"/>
                  <a:pt x="101780" y="38233"/>
                  <a:pt x="101805" y="38208"/>
                </a:cubicBezTo>
                <a:close/>
                <a:moveTo>
                  <a:pt x="28949" y="39652"/>
                </a:moveTo>
                <a:cubicBezTo>
                  <a:pt x="29123" y="39776"/>
                  <a:pt x="29322" y="39851"/>
                  <a:pt x="29496" y="39975"/>
                </a:cubicBezTo>
                <a:cubicBezTo>
                  <a:pt x="29496" y="40025"/>
                  <a:pt x="29496" y="40050"/>
                  <a:pt x="29471" y="40050"/>
                </a:cubicBezTo>
                <a:cubicBezTo>
                  <a:pt x="29297" y="39925"/>
                  <a:pt x="29098" y="39801"/>
                  <a:pt x="28924" y="39701"/>
                </a:cubicBezTo>
                <a:cubicBezTo>
                  <a:pt x="28924" y="39677"/>
                  <a:pt x="28949" y="39677"/>
                  <a:pt x="28949" y="39652"/>
                </a:cubicBezTo>
                <a:close/>
                <a:moveTo>
                  <a:pt x="63896" y="37859"/>
                </a:moveTo>
                <a:cubicBezTo>
                  <a:pt x="64443" y="38606"/>
                  <a:pt x="65041" y="39353"/>
                  <a:pt x="65688" y="40025"/>
                </a:cubicBezTo>
                <a:cubicBezTo>
                  <a:pt x="65663" y="40025"/>
                  <a:pt x="65638" y="40025"/>
                  <a:pt x="65588" y="40050"/>
                </a:cubicBezTo>
                <a:cubicBezTo>
                  <a:pt x="64966" y="39403"/>
                  <a:pt x="64393" y="38681"/>
                  <a:pt x="63821" y="37909"/>
                </a:cubicBezTo>
                <a:cubicBezTo>
                  <a:pt x="63846" y="37909"/>
                  <a:pt x="63846" y="37859"/>
                  <a:pt x="63896" y="37859"/>
                </a:cubicBezTo>
                <a:close/>
                <a:moveTo>
                  <a:pt x="74350" y="39925"/>
                </a:moveTo>
                <a:lnTo>
                  <a:pt x="74350" y="40050"/>
                </a:lnTo>
                <a:cubicBezTo>
                  <a:pt x="74350" y="40050"/>
                  <a:pt x="74300" y="40050"/>
                  <a:pt x="74300" y="40025"/>
                </a:cubicBezTo>
                <a:cubicBezTo>
                  <a:pt x="74300" y="39975"/>
                  <a:pt x="74350" y="39950"/>
                  <a:pt x="74350" y="39925"/>
                </a:cubicBezTo>
                <a:close/>
                <a:moveTo>
                  <a:pt x="19166" y="40050"/>
                </a:moveTo>
                <a:cubicBezTo>
                  <a:pt x="19216" y="40075"/>
                  <a:pt x="19216" y="40075"/>
                  <a:pt x="19216" y="40100"/>
                </a:cubicBezTo>
                <a:cubicBezTo>
                  <a:pt x="19216" y="40125"/>
                  <a:pt x="19166" y="40125"/>
                  <a:pt x="19166" y="40174"/>
                </a:cubicBezTo>
                <a:cubicBezTo>
                  <a:pt x="19166" y="40174"/>
                  <a:pt x="19166" y="40125"/>
                  <a:pt x="19141" y="40125"/>
                </a:cubicBezTo>
                <a:lnTo>
                  <a:pt x="19141" y="40100"/>
                </a:lnTo>
                <a:cubicBezTo>
                  <a:pt x="19141" y="40075"/>
                  <a:pt x="19166" y="40050"/>
                  <a:pt x="19166" y="40050"/>
                </a:cubicBezTo>
                <a:close/>
                <a:moveTo>
                  <a:pt x="29670" y="40075"/>
                </a:moveTo>
                <a:cubicBezTo>
                  <a:pt x="29695" y="40075"/>
                  <a:pt x="29695" y="40100"/>
                  <a:pt x="29720" y="40100"/>
                </a:cubicBezTo>
                <a:cubicBezTo>
                  <a:pt x="29720" y="40149"/>
                  <a:pt x="29695" y="40149"/>
                  <a:pt x="29695" y="40174"/>
                </a:cubicBezTo>
                <a:cubicBezTo>
                  <a:pt x="29670" y="40174"/>
                  <a:pt x="29670" y="40174"/>
                  <a:pt x="29621" y="40149"/>
                </a:cubicBezTo>
                <a:cubicBezTo>
                  <a:pt x="29621" y="40100"/>
                  <a:pt x="29670" y="40100"/>
                  <a:pt x="29670" y="40075"/>
                </a:cubicBezTo>
                <a:close/>
                <a:moveTo>
                  <a:pt x="70392" y="39577"/>
                </a:moveTo>
                <a:cubicBezTo>
                  <a:pt x="70815" y="39577"/>
                  <a:pt x="71189" y="39602"/>
                  <a:pt x="71587" y="39627"/>
                </a:cubicBezTo>
                <a:cubicBezTo>
                  <a:pt x="71687" y="39627"/>
                  <a:pt x="71786" y="39677"/>
                  <a:pt x="71886" y="39677"/>
                </a:cubicBezTo>
                <a:cubicBezTo>
                  <a:pt x="71960" y="39677"/>
                  <a:pt x="72035" y="39701"/>
                  <a:pt x="72135" y="39701"/>
                </a:cubicBezTo>
                <a:cubicBezTo>
                  <a:pt x="72408" y="39726"/>
                  <a:pt x="72707" y="39801"/>
                  <a:pt x="73006" y="39851"/>
                </a:cubicBezTo>
                <a:cubicBezTo>
                  <a:pt x="73155" y="39876"/>
                  <a:pt x="73280" y="39950"/>
                  <a:pt x="73429" y="39975"/>
                </a:cubicBezTo>
                <a:lnTo>
                  <a:pt x="73454" y="40000"/>
                </a:lnTo>
                <a:lnTo>
                  <a:pt x="73504" y="40050"/>
                </a:lnTo>
                <a:cubicBezTo>
                  <a:pt x="73479" y="40025"/>
                  <a:pt x="73404" y="39975"/>
                  <a:pt x="73379" y="39975"/>
                </a:cubicBezTo>
                <a:cubicBezTo>
                  <a:pt x="73304" y="39950"/>
                  <a:pt x="73255" y="39950"/>
                  <a:pt x="73180" y="39925"/>
                </a:cubicBezTo>
                <a:cubicBezTo>
                  <a:pt x="73155" y="39925"/>
                  <a:pt x="73080" y="39901"/>
                  <a:pt x="73056" y="39901"/>
                </a:cubicBezTo>
                <a:lnTo>
                  <a:pt x="73006" y="39901"/>
                </a:lnTo>
                <a:cubicBezTo>
                  <a:pt x="72906" y="39851"/>
                  <a:pt x="72807" y="39851"/>
                  <a:pt x="72707" y="39826"/>
                </a:cubicBezTo>
                <a:cubicBezTo>
                  <a:pt x="72657" y="39826"/>
                  <a:pt x="72608" y="39801"/>
                  <a:pt x="72533" y="39801"/>
                </a:cubicBezTo>
                <a:cubicBezTo>
                  <a:pt x="72408" y="39776"/>
                  <a:pt x="72309" y="39726"/>
                  <a:pt x="72184" y="39726"/>
                </a:cubicBezTo>
                <a:cubicBezTo>
                  <a:pt x="72085" y="39726"/>
                  <a:pt x="72010" y="39701"/>
                  <a:pt x="71911" y="39701"/>
                </a:cubicBezTo>
                <a:cubicBezTo>
                  <a:pt x="71836" y="39701"/>
                  <a:pt x="71786" y="39677"/>
                  <a:pt x="71711" y="39677"/>
                </a:cubicBezTo>
                <a:lnTo>
                  <a:pt x="71537" y="39677"/>
                </a:lnTo>
                <a:cubicBezTo>
                  <a:pt x="71438" y="39677"/>
                  <a:pt x="71388" y="39652"/>
                  <a:pt x="71288" y="39652"/>
                </a:cubicBezTo>
                <a:lnTo>
                  <a:pt x="71064" y="39652"/>
                </a:lnTo>
                <a:cubicBezTo>
                  <a:pt x="70840" y="39652"/>
                  <a:pt x="70641" y="39602"/>
                  <a:pt x="70417" y="39602"/>
                </a:cubicBezTo>
                <a:lnTo>
                  <a:pt x="70318" y="39602"/>
                </a:lnTo>
                <a:cubicBezTo>
                  <a:pt x="70069" y="39602"/>
                  <a:pt x="69795" y="39602"/>
                  <a:pt x="69546" y="39652"/>
                </a:cubicBezTo>
                <a:cubicBezTo>
                  <a:pt x="69446" y="39652"/>
                  <a:pt x="69347" y="39652"/>
                  <a:pt x="69272" y="39677"/>
                </a:cubicBezTo>
                <a:lnTo>
                  <a:pt x="68973" y="39677"/>
                </a:lnTo>
                <a:cubicBezTo>
                  <a:pt x="68899" y="39677"/>
                  <a:pt x="68799" y="39677"/>
                  <a:pt x="68700" y="39701"/>
                </a:cubicBezTo>
                <a:cubicBezTo>
                  <a:pt x="68550" y="39726"/>
                  <a:pt x="68401" y="39726"/>
                  <a:pt x="68202" y="39776"/>
                </a:cubicBezTo>
                <a:cubicBezTo>
                  <a:pt x="68077" y="39801"/>
                  <a:pt x="67978" y="39801"/>
                  <a:pt x="67853" y="39801"/>
                </a:cubicBezTo>
                <a:cubicBezTo>
                  <a:pt x="67779" y="39801"/>
                  <a:pt x="67679" y="39826"/>
                  <a:pt x="67580" y="39851"/>
                </a:cubicBezTo>
                <a:cubicBezTo>
                  <a:pt x="67480" y="39901"/>
                  <a:pt x="67405" y="39901"/>
                  <a:pt x="67331" y="39925"/>
                </a:cubicBezTo>
                <a:cubicBezTo>
                  <a:pt x="67281" y="39925"/>
                  <a:pt x="67181" y="39950"/>
                  <a:pt x="67107" y="39950"/>
                </a:cubicBezTo>
                <a:cubicBezTo>
                  <a:pt x="67082" y="39950"/>
                  <a:pt x="67057" y="39950"/>
                  <a:pt x="67032" y="39975"/>
                </a:cubicBezTo>
                <a:lnTo>
                  <a:pt x="66982" y="39975"/>
                </a:lnTo>
                <a:cubicBezTo>
                  <a:pt x="66808" y="40025"/>
                  <a:pt x="66609" y="40075"/>
                  <a:pt x="66435" y="40100"/>
                </a:cubicBezTo>
                <a:cubicBezTo>
                  <a:pt x="66360" y="40100"/>
                  <a:pt x="66335" y="40149"/>
                  <a:pt x="66285" y="40149"/>
                </a:cubicBezTo>
                <a:cubicBezTo>
                  <a:pt x="66211" y="40149"/>
                  <a:pt x="66186" y="40174"/>
                  <a:pt x="66111" y="40174"/>
                </a:cubicBezTo>
                <a:cubicBezTo>
                  <a:pt x="66086" y="40174"/>
                  <a:pt x="66061" y="40174"/>
                  <a:pt x="66036" y="40199"/>
                </a:cubicBezTo>
                <a:lnTo>
                  <a:pt x="65987" y="40174"/>
                </a:lnTo>
                <a:cubicBezTo>
                  <a:pt x="66036" y="40174"/>
                  <a:pt x="66061" y="40149"/>
                  <a:pt x="66111" y="40149"/>
                </a:cubicBezTo>
                <a:cubicBezTo>
                  <a:pt x="66211" y="40100"/>
                  <a:pt x="66310" y="40100"/>
                  <a:pt x="66410" y="40075"/>
                </a:cubicBezTo>
                <a:cubicBezTo>
                  <a:pt x="66584" y="40025"/>
                  <a:pt x="66808" y="39975"/>
                  <a:pt x="66982" y="39950"/>
                </a:cubicBezTo>
                <a:cubicBezTo>
                  <a:pt x="67156" y="39925"/>
                  <a:pt x="67306" y="39901"/>
                  <a:pt x="67430" y="39851"/>
                </a:cubicBezTo>
                <a:cubicBezTo>
                  <a:pt x="67555" y="39826"/>
                  <a:pt x="67704" y="39801"/>
                  <a:pt x="67828" y="39801"/>
                </a:cubicBezTo>
                <a:cubicBezTo>
                  <a:pt x="68052" y="39776"/>
                  <a:pt x="68301" y="39726"/>
                  <a:pt x="68525" y="39701"/>
                </a:cubicBezTo>
                <a:cubicBezTo>
                  <a:pt x="68575" y="39701"/>
                  <a:pt x="68650" y="39677"/>
                  <a:pt x="68700" y="39677"/>
                </a:cubicBezTo>
                <a:cubicBezTo>
                  <a:pt x="69272" y="39602"/>
                  <a:pt x="69820" y="39577"/>
                  <a:pt x="70342" y="39577"/>
                </a:cubicBezTo>
                <a:close/>
                <a:moveTo>
                  <a:pt x="74549" y="39726"/>
                </a:moveTo>
                <a:cubicBezTo>
                  <a:pt x="74599" y="39801"/>
                  <a:pt x="74649" y="39851"/>
                  <a:pt x="74674" y="39925"/>
                </a:cubicBezTo>
                <a:cubicBezTo>
                  <a:pt x="74723" y="40000"/>
                  <a:pt x="74748" y="40100"/>
                  <a:pt x="74773" y="40174"/>
                </a:cubicBezTo>
                <a:cubicBezTo>
                  <a:pt x="74773" y="40199"/>
                  <a:pt x="74773" y="40199"/>
                  <a:pt x="74798" y="40224"/>
                </a:cubicBezTo>
                <a:lnTo>
                  <a:pt x="74773" y="40199"/>
                </a:lnTo>
                <a:lnTo>
                  <a:pt x="74798" y="40249"/>
                </a:lnTo>
                <a:cubicBezTo>
                  <a:pt x="74773" y="40249"/>
                  <a:pt x="74773" y="40249"/>
                  <a:pt x="74748" y="40224"/>
                </a:cubicBezTo>
                <a:cubicBezTo>
                  <a:pt x="74674" y="40199"/>
                  <a:pt x="74599" y="40174"/>
                  <a:pt x="74524" y="40125"/>
                </a:cubicBezTo>
                <a:cubicBezTo>
                  <a:pt x="74524" y="40000"/>
                  <a:pt x="74549" y="39851"/>
                  <a:pt x="74549" y="39726"/>
                </a:cubicBezTo>
                <a:close/>
                <a:moveTo>
                  <a:pt x="80498" y="35694"/>
                </a:moveTo>
                <a:cubicBezTo>
                  <a:pt x="80100" y="36739"/>
                  <a:pt x="79702" y="37735"/>
                  <a:pt x="79229" y="38780"/>
                </a:cubicBezTo>
                <a:cubicBezTo>
                  <a:pt x="79204" y="38805"/>
                  <a:pt x="79129" y="38805"/>
                  <a:pt x="79104" y="38830"/>
                </a:cubicBezTo>
                <a:cubicBezTo>
                  <a:pt x="78905" y="38930"/>
                  <a:pt x="78706" y="38980"/>
                  <a:pt x="78507" y="39079"/>
                </a:cubicBezTo>
                <a:cubicBezTo>
                  <a:pt x="78258" y="39179"/>
                  <a:pt x="78034" y="39303"/>
                  <a:pt x="77785" y="39403"/>
                </a:cubicBezTo>
                <a:lnTo>
                  <a:pt x="77760" y="39403"/>
                </a:lnTo>
                <a:cubicBezTo>
                  <a:pt x="77636" y="39452"/>
                  <a:pt x="77511" y="39527"/>
                  <a:pt x="77362" y="39577"/>
                </a:cubicBezTo>
                <a:cubicBezTo>
                  <a:pt x="77138" y="39677"/>
                  <a:pt x="76914" y="39776"/>
                  <a:pt x="76739" y="39851"/>
                </a:cubicBezTo>
                <a:cubicBezTo>
                  <a:pt x="76391" y="40025"/>
                  <a:pt x="76043" y="40199"/>
                  <a:pt x="75669" y="40349"/>
                </a:cubicBezTo>
                <a:cubicBezTo>
                  <a:pt x="75495" y="40075"/>
                  <a:pt x="75296" y="39801"/>
                  <a:pt x="75171" y="39527"/>
                </a:cubicBezTo>
                <a:cubicBezTo>
                  <a:pt x="75146" y="39452"/>
                  <a:pt x="75122" y="39428"/>
                  <a:pt x="75097" y="39353"/>
                </a:cubicBezTo>
                <a:cubicBezTo>
                  <a:pt x="75022" y="39278"/>
                  <a:pt x="74997" y="39154"/>
                  <a:pt x="74922" y="39054"/>
                </a:cubicBezTo>
                <a:cubicBezTo>
                  <a:pt x="76217" y="37561"/>
                  <a:pt x="78108" y="36416"/>
                  <a:pt x="80498" y="35694"/>
                </a:cubicBezTo>
                <a:close/>
                <a:moveTo>
                  <a:pt x="105414" y="40224"/>
                </a:moveTo>
                <a:lnTo>
                  <a:pt x="105414" y="40224"/>
                </a:lnTo>
                <a:cubicBezTo>
                  <a:pt x="105464" y="40249"/>
                  <a:pt x="105489" y="40249"/>
                  <a:pt x="105514" y="40299"/>
                </a:cubicBezTo>
                <a:cubicBezTo>
                  <a:pt x="105538" y="40324"/>
                  <a:pt x="105588" y="40324"/>
                  <a:pt x="105613" y="40349"/>
                </a:cubicBezTo>
                <a:cubicBezTo>
                  <a:pt x="105638" y="40373"/>
                  <a:pt x="105663" y="40423"/>
                  <a:pt x="105663" y="40448"/>
                </a:cubicBezTo>
                <a:lnTo>
                  <a:pt x="105696" y="40481"/>
                </a:lnTo>
                <a:lnTo>
                  <a:pt x="105696" y="40481"/>
                </a:lnTo>
                <a:cubicBezTo>
                  <a:pt x="105686" y="40476"/>
                  <a:pt x="105675" y="40473"/>
                  <a:pt x="105663" y="40473"/>
                </a:cubicBezTo>
                <a:cubicBezTo>
                  <a:pt x="105638" y="40448"/>
                  <a:pt x="105613" y="40423"/>
                  <a:pt x="105538" y="40398"/>
                </a:cubicBezTo>
                <a:cubicBezTo>
                  <a:pt x="105538" y="40324"/>
                  <a:pt x="105489" y="40299"/>
                  <a:pt x="105414" y="40224"/>
                </a:cubicBezTo>
                <a:close/>
                <a:moveTo>
                  <a:pt x="74250" y="40523"/>
                </a:moveTo>
                <a:cubicBezTo>
                  <a:pt x="74275" y="40523"/>
                  <a:pt x="74300" y="40548"/>
                  <a:pt x="74300" y="40548"/>
                </a:cubicBezTo>
                <a:cubicBezTo>
                  <a:pt x="74275" y="40548"/>
                  <a:pt x="74275" y="40548"/>
                  <a:pt x="74250" y="40523"/>
                </a:cubicBezTo>
                <a:close/>
                <a:moveTo>
                  <a:pt x="79104" y="39079"/>
                </a:moveTo>
                <a:cubicBezTo>
                  <a:pt x="79104" y="39079"/>
                  <a:pt x="79104" y="39104"/>
                  <a:pt x="79054" y="39104"/>
                </a:cubicBezTo>
                <a:cubicBezTo>
                  <a:pt x="78283" y="39452"/>
                  <a:pt x="77486" y="39801"/>
                  <a:pt x="76665" y="40174"/>
                </a:cubicBezTo>
                <a:cubicBezTo>
                  <a:pt x="76391" y="40299"/>
                  <a:pt x="76092" y="40448"/>
                  <a:pt x="75769" y="40597"/>
                </a:cubicBezTo>
                <a:lnTo>
                  <a:pt x="75769" y="40573"/>
                </a:lnTo>
                <a:cubicBezTo>
                  <a:pt x="75769" y="40573"/>
                  <a:pt x="75769" y="40548"/>
                  <a:pt x="75744" y="40548"/>
                </a:cubicBezTo>
                <a:cubicBezTo>
                  <a:pt x="76889" y="40025"/>
                  <a:pt x="78009" y="39527"/>
                  <a:pt x="79104" y="39079"/>
                </a:cubicBezTo>
                <a:close/>
                <a:moveTo>
                  <a:pt x="74524" y="40349"/>
                </a:moveTo>
                <a:cubicBezTo>
                  <a:pt x="74549" y="40349"/>
                  <a:pt x="74549" y="40398"/>
                  <a:pt x="74549" y="40398"/>
                </a:cubicBezTo>
                <a:cubicBezTo>
                  <a:pt x="74674" y="40448"/>
                  <a:pt x="74798" y="40523"/>
                  <a:pt x="74922" y="40597"/>
                </a:cubicBezTo>
                <a:lnTo>
                  <a:pt x="74922" y="40622"/>
                </a:lnTo>
                <a:cubicBezTo>
                  <a:pt x="74922" y="40622"/>
                  <a:pt x="74922" y="40672"/>
                  <a:pt x="74972" y="40672"/>
                </a:cubicBezTo>
                <a:cubicBezTo>
                  <a:pt x="74922" y="40672"/>
                  <a:pt x="74898" y="40622"/>
                  <a:pt x="74873" y="40622"/>
                </a:cubicBezTo>
                <a:cubicBezTo>
                  <a:pt x="74848" y="40622"/>
                  <a:pt x="74848" y="40597"/>
                  <a:pt x="74798" y="40597"/>
                </a:cubicBezTo>
                <a:cubicBezTo>
                  <a:pt x="74723" y="40548"/>
                  <a:pt x="74624" y="40498"/>
                  <a:pt x="74524" y="40448"/>
                </a:cubicBezTo>
                <a:cubicBezTo>
                  <a:pt x="74499" y="40448"/>
                  <a:pt x="74499" y="40423"/>
                  <a:pt x="74474" y="40423"/>
                </a:cubicBezTo>
                <a:lnTo>
                  <a:pt x="74524" y="40349"/>
                </a:lnTo>
                <a:close/>
                <a:moveTo>
                  <a:pt x="63697" y="37984"/>
                </a:moveTo>
                <a:cubicBezTo>
                  <a:pt x="64219" y="38731"/>
                  <a:pt x="64817" y="39452"/>
                  <a:pt x="65414" y="40075"/>
                </a:cubicBezTo>
                <a:cubicBezTo>
                  <a:pt x="65339" y="40100"/>
                  <a:pt x="65290" y="40100"/>
                  <a:pt x="65215" y="40125"/>
                </a:cubicBezTo>
                <a:cubicBezTo>
                  <a:pt x="65090" y="40174"/>
                  <a:pt x="64966" y="40224"/>
                  <a:pt x="64842" y="40249"/>
                </a:cubicBezTo>
                <a:cubicBezTo>
                  <a:pt x="64792" y="40299"/>
                  <a:pt x="64717" y="40299"/>
                  <a:pt x="64667" y="40324"/>
                </a:cubicBezTo>
                <a:lnTo>
                  <a:pt x="64617" y="40324"/>
                </a:lnTo>
                <a:cubicBezTo>
                  <a:pt x="64543" y="40349"/>
                  <a:pt x="64418" y="40373"/>
                  <a:pt x="64319" y="40423"/>
                </a:cubicBezTo>
                <a:cubicBezTo>
                  <a:pt x="64219" y="40448"/>
                  <a:pt x="64095" y="40473"/>
                  <a:pt x="63995" y="40548"/>
                </a:cubicBezTo>
                <a:cubicBezTo>
                  <a:pt x="63921" y="40573"/>
                  <a:pt x="63846" y="40597"/>
                  <a:pt x="63746" y="40647"/>
                </a:cubicBezTo>
                <a:cubicBezTo>
                  <a:pt x="63697" y="40672"/>
                  <a:pt x="63622" y="40672"/>
                  <a:pt x="63572" y="40697"/>
                </a:cubicBezTo>
                <a:cubicBezTo>
                  <a:pt x="63248" y="40075"/>
                  <a:pt x="62925" y="39428"/>
                  <a:pt x="62576" y="38780"/>
                </a:cubicBezTo>
                <a:cubicBezTo>
                  <a:pt x="62950" y="38482"/>
                  <a:pt x="63323" y="38233"/>
                  <a:pt x="63697" y="37984"/>
                </a:cubicBezTo>
                <a:close/>
                <a:moveTo>
                  <a:pt x="73603" y="40697"/>
                </a:moveTo>
                <a:cubicBezTo>
                  <a:pt x="73603" y="40718"/>
                  <a:pt x="73603" y="40721"/>
                  <a:pt x="73573" y="40737"/>
                </a:cubicBezTo>
                <a:lnTo>
                  <a:pt x="73573" y="40737"/>
                </a:lnTo>
                <a:cubicBezTo>
                  <a:pt x="73582" y="40722"/>
                  <a:pt x="73592" y="40708"/>
                  <a:pt x="73603" y="40697"/>
                </a:cubicBezTo>
                <a:close/>
                <a:moveTo>
                  <a:pt x="62402" y="38930"/>
                </a:moveTo>
                <a:cubicBezTo>
                  <a:pt x="62726" y="39552"/>
                  <a:pt x="63074" y="40174"/>
                  <a:pt x="63348" y="40797"/>
                </a:cubicBezTo>
                <a:cubicBezTo>
                  <a:pt x="63323" y="40797"/>
                  <a:pt x="63323" y="40797"/>
                  <a:pt x="63298" y="40821"/>
                </a:cubicBezTo>
                <a:cubicBezTo>
                  <a:pt x="62975" y="40199"/>
                  <a:pt x="62676" y="39577"/>
                  <a:pt x="62328" y="38955"/>
                </a:cubicBezTo>
                <a:cubicBezTo>
                  <a:pt x="62352" y="38955"/>
                  <a:pt x="62352" y="38930"/>
                  <a:pt x="62402" y="38930"/>
                </a:cubicBezTo>
                <a:close/>
                <a:moveTo>
                  <a:pt x="75296" y="40797"/>
                </a:moveTo>
                <a:cubicBezTo>
                  <a:pt x="75296" y="40797"/>
                  <a:pt x="75346" y="40797"/>
                  <a:pt x="75346" y="40821"/>
                </a:cubicBezTo>
                <a:lnTo>
                  <a:pt x="75346" y="40846"/>
                </a:lnTo>
                <a:lnTo>
                  <a:pt x="75296" y="40846"/>
                </a:lnTo>
                <a:lnTo>
                  <a:pt x="75296" y="40821"/>
                </a:lnTo>
                <a:lnTo>
                  <a:pt x="75271" y="40797"/>
                </a:lnTo>
                <a:close/>
                <a:moveTo>
                  <a:pt x="74474" y="40672"/>
                </a:moveTo>
                <a:cubicBezTo>
                  <a:pt x="74549" y="40722"/>
                  <a:pt x="74624" y="40797"/>
                  <a:pt x="74723" y="40846"/>
                </a:cubicBezTo>
                <a:cubicBezTo>
                  <a:pt x="74674" y="40846"/>
                  <a:pt x="74674" y="40871"/>
                  <a:pt x="74649" y="40871"/>
                </a:cubicBezTo>
                <a:cubicBezTo>
                  <a:pt x="74599" y="40821"/>
                  <a:pt x="74524" y="40797"/>
                  <a:pt x="74474" y="40722"/>
                </a:cubicBezTo>
                <a:lnTo>
                  <a:pt x="74474" y="40672"/>
                </a:lnTo>
                <a:close/>
                <a:moveTo>
                  <a:pt x="65581" y="40284"/>
                </a:moveTo>
                <a:lnTo>
                  <a:pt x="65581" y="40284"/>
                </a:lnTo>
                <a:cubicBezTo>
                  <a:pt x="65583" y="40288"/>
                  <a:pt x="65585" y="40293"/>
                  <a:pt x="65588" y="40299"/>
                </a:cubicBezTo>
                <a:cubicBezTo>
                  <a:pt x="65538" y="40299"/>
                  <a:pt x="65514" y="40324"/>
                  <a:pt x="65439" y="40324"/>
                </a:cubicBezTo>
                <a:cubicBezTo>
                  <a:pt x="65389" y="40349"/>
                  <a:pt x="65314" y="40349"/>
                  <a:pt x="65240" y="40398"/>
                </a:cubicBezTo>
                <a:cubicBezTo>
                  <a:pt x="65215" y="40398"/>
                  <a:pt x="65190" y="40423"/>
                  <a:pt x="65165" y="40423"/>
                </a:cubicBezTo>
                <a:cubicBezTo>
                  <a:pt x="64966" y="40473"/>
                  <a:pt x="64792" y="40548"/>
                  <a:pt x="64617" y="40597"/>
                </a:cubicBezTo>
                <a:cubicBezTo>
                  <a:pt x="64543" y="40622"/>
                  <a:pt x="64443" y="40672"/>
                  <a:pt x="64369" y="40697"/>
                </a:cubicBezTo>
                <a:cubicBezTo>
                  <a:pt x="64194" y="40747"/>
                  <a:pt x="63970" y="40846"/>
                  <a:pt x="63746" y="40921"/>
                </a:cubicBezTo>
                <a:cubicBezTo>
                  <a:pt x="63721" y="40921"/>
                  <a:pt x="63697" y="40946"/>
                  <a:pt x="63672" y="40946"/>
                </a:cubicBezTo>
                <a:lnTo>
                  <a:pt x="63672" y="40921"/>
                </a:lnTo>
                <a:lnTo>
                  <a:pt x="63672" y="40871"/>
                </a:lnTo>
                <a:cubicBezTo>
                  <a:pt x="63921" y="40797"/>
                  <a:pt x="64120" y="40697"/>
                  <a:pt x="64369" y="40622"/>
                </a:cubicBezTo>
                <a:cubicBezTo>
                  <a:pt x="64443" y="40597"/>
                  <a:pt x="64493" y="40597"/>
                  <a:pt x="64568" y="40573"/>
                </a:cubicBezTo>
                <a:cubicBezTo>
                  <a:pt x="64692" y="40523"/>
                  <a:pt x="64842" y="40473"/>
                  <a:pt x="64966" y="40448"/>
                </a:cubicBezTo>
                <a:cubicBezTo>
                  <a:pt x="65066" y="40423"/>
                  <a:pt x="65165" y="40398"/>
                  <a:pt x="65290" y="40349"/>
                </a:cubicBezTo>
                <a:cubicBezTo>
                  <a:pt x="65389" y="40324"/>
                  <a:pt x="65439" y="40324"/>
                  <a:pt x="65538" y="40299"/>
                </a:cubicBezTo>
                <a:cubicBezTo>
                  <a:pt x="65555" y="40299"/>
                  <a:pt x="65572" y="40299"/>
                  <a:pt x="65581" y="40284"/>
                </a:cubicBezTo>
                <a:close/>
                <a:moveTo>
                  <a:pt x="63448" y="40946"/>
                </a:moveTo>
                <a:cubicBezTo>
                  <a:pt x="63448" y="40946"/>
                  <a:pt x="63448" y="40971"/>
                  <a:pt x="63473" y="40971"/>
                </a:cubicBezTo>
                <a:lnTo>
                  <a:pt x="63473" y="41021"/>
                </a:lnTo>
                <a:lnTo>
                  <a:pt x="63423" y="41021"/>
                </a:lnTo>
                <a:lnTo>
                  <a:pt x="63423" y="40971"/>
                </a:lnTo>
                <a:cubicBezTo>
                  <a:pt x="63406" y="40987"/>
                  <a:pt x="63395" y="40993"/>
                  <a:pt x="63388" y="40993"/>
                </a:cubicBezTo>
                <a:cubicBezTo>
                  <a:pt x="63373" y="40993"/>
                  <a:pt x="63373" y="40971"/>
                  <a:pt x="63373" y="40971"/>
                </a:cubicBezTo>
                <a:cubicBezTo>
                  <a:pt x="63423" y="40971"/>
                  <a:pt x="63423" y="40946"/>
                  <a:pt x="63448" y="40946"/>
                </a:cubicBezTo>
                <a:close/>
                <a:moveTo>
                  <a:pt x="74823" y="40971"/>
                </a:moveTo>
                <a:lnTo>
                  <a:pt x="74898" y="41046"/>
                </a:lnTo>
                <a:cubicBezTo>
                  <a:pt x="74873" y="41046"/>
                  <a:pt x="74873" y="41070"/>
                  <a:pt x="74848" y="41070"/>
                </a:cubicBezTo>
                <a:lnTo>
                  <a:pt x="74798" y="41046"/>
                </a:lnTo>
                <a:lnTo>
                  <a:pt x="74773" y="41021"/>
                </a:lnTo>
                <a:cubicBezTo>
                  <a:pt x="74798" y="41021"/>
                  <a:pt x="74798" y="40971"/>
                  <a:pt x="74823" y="40971"/>
                </a:cubicBezTo>
                <a:close/>
                <a:moveTo>
                  <a:pt x="74250" y="40722"/>
                </a:moveTo>
                <a:cubicBezTo>
                  <a:pt x="74250" y="40772"/>
                  <a:pt x="74275" y="40797"/>
                  <a:pt x="74300" y="40797"/>
                </a:cubicBezTo>
                <a:cubicBezTo>
                  <a:pt x="74300" y="40896"/>
                  <a:pt x="74275" y="40971"/>
                  <a:pt x="74275" y="41070"/>
                </a:cubicBezTo>
                <a:cubicBezTo>
                  <a:pt x="74250" y="41070"/>
                  <a:pt x="74250" y="41095"/>
                  <a:pt x="74225" y="41095"/>
                </a:cubicBezTo>
                <a:cubicBezTo>
                  <a:pt x="74225" y="40971"/>
                  <a:pt x="74250" y="40846"/>
                  <a:pt x="74250" y="40722"/>
                </a:cubicBezTo>
                <a:close/>
                <a:moveTo>
                  <a:pt x="74649" y="41095"/>
                </a:moveTo>
                <a:lnTo>
                  <a:pt x="74674" y="41145"/>
                </a:lnTo>
                <a:cubicBezTo>
                  <a:pt x="74599" y="41170"/>
                  <a:pt x="74524" y="41220"/>
                  <a:pt x="74425" y="41270"/>
                </a:cubicBezTo>
                <a:lnTo>
                  <a:pt x="74425" y="41220"/>
                </a:lnTo>
                <a:lnTo>
                  <a:pt x="74425" y="41195"/>
                </a:lnTo>
                <a:cubicBezTo>
                  <a:pt x="74499" y="41195"/>
                  <a:pt x="74549" y="41170"/>
                  <a:pt x="74649" y="41095"/>
                </a:cubicBezTo>
                <a:close/>
                <a:moveTo>
                  <a:pt x="74051" y="40672"/>
                </a:moveTo>
                <a:cubicBezTo>
                  <a:pt x="74026" y="40846"/>
                  <a:pt x="74026" y="41046"/>
                  <a:pt x="74001" y="41220"/>
                </a:cubicBezTo>
                <a:lnTo>
                  <a:pt x="73802" y="41319"/>
                </a:lnTo>
                <a:cubicBezTo>
                  <a:pt x="73902" y="41095"/>
                  <a:pt x="74001" y="40896"/>
                  <a:pt x="74051" y="40672"/>
                </a:cubicBezTo>
                <a:close/>
                <a:moveTo>
                  <a:pt x="74250" y="41319"/>
                </a:moveTo>
                <a:lnTo>
                  <a:pt x="74250" y="41344"/>
                </a:lnTo>
                <a:lnTo>
                  <a:pt x="74250" y="41369"/>
                </a:lnTo>
                <a:cubicBezTo>
                  <a:pt x="74225" y="41369"/>
                  <a:pt x="74225" y="41419"/>
                  <a:pt x="74176" y="41419"/>
                </a:cubicBezTo>
                <a:lnTo>
                  <a:pt x="74176" y="41369"/>
                </a:lnTo>
                <a:lnTo>
                  <a:pt x="74176" y="41344"/>
                </a:lnTo>
                <a:cubicBezTo>
                  <a:pt x="74176" y="41344"/>
                  <a:pt x="74225" y="41344"/>
                  <a:pt x="74250" y="41319"/>
                </a:cubicBezTo>
                <a:close/>
                <a:moveTo>
                  <a:pt x="75520" y="41220"/>
                </a:moveTo>
                <a:lnTo>
                  <a:pt x="75545" y="41270"/>
                </a:lnTo>
                <a:lnTo>
                  <a:pt x="75594" y="41294"/>
                </a:lnTo>
                <a:cubicBezTo>
                  <a:pt x="75619" y="41319"/>
                  <a:pt x="75619" y="41344"/>
                  <a:pt x="75669" y="41419"/>
                </a:cubicBezTo>
                <a:cubicBezTo>
                  <a:pt x="75644" y="41419"/>
                  <a:pt x="75644" y="41394"/>
                  <a:pt x="75619" y="41394"/>
                </a:cubicBezTo>
                <a:lnTo>
                  <a:pt x="75570" y="41344"/>
                </a:lnTo>
                <a:cubicBezTo>
                  <a:pt x="75545" y="41319"/>
                  <a:pt x="75520" y="41270"/>
                  <a:pt x="75520" y="41220"/>
                </a:cubicBezTo>
                <a:close/>
                <a:moveTo>
                  <a:pt x="73902" y="40573"/>
                </a:moveTo>
                <a:lnTo>
                  <a:pt x="73902" y="40573"/>
                </a:lnTo>
                <a:cubicBezTo>
                  <a:pt x="73777" y="40871"/>
                  <a:pt x="73653" y="41170"/>
                  <a:pt x="73529" y="41469"/>
                </a:cubicBezTo>
                <a:lnTo>
                  <a:pt x="73504" y="41494"/>
                </a:lnTo>
                <a:cubicBezTo>
                  <a:pt x="73628" y="41170"/>
                  <a:pt x="73753" y="40871"/>
                  <a:pt x="73902" y="40573"/>
                </a:cubicBezTo>
                <a:close/>
                <a:moveTo>
                  <a:pt x="75047" y="41170"/>
                </a:moveTo>
                <a:cubicBezTo>
                  <a:pt x="75146" y="41270"/>
                  <a:pt x="75271" y="41344"/>
                  <a:pt x="75370" y="41419"/>
                </a:cubicBezTo>
                <a:cubicBezTo>
                  <a:pt x="75395" y="41444"/>
                  <a:pt x="75395" y="41518"/>
                  <a:pt x="75420" y="41543"/>
                </a:cubicBezTo>
                <a:cubicBezTo>
                  <a:pt x="75271" y="41419"/>
                  <a:pt x="75122" y="41319"/>
                  <a:pt x="74997" y="41195"/>
                </a:cubicBezTo>
                <a:cubicBezTo>
                  <a:pt x="75022" y="41195"/>
                  <a:pt x="75047" y="41195"/>
                  <a:pt x="75047" y="41170"/>
                </a:cubicBezTo>
                <a:close/>
                <a:moveTo>
                  <a:pt x="73499" y="40921"/>
                </a:moveTo>
                <a:cubicBezTo>
                  <a:pt x="73475" y="41011"/>
                  <a:pt x="73448" y="41107"/>
                  <a:pt x="73404" y="41195"/>
                </a:cubicBezTo>
                <a:cubicBezTo>
                  <a:pt x="73354" y="41319"/>
                  <a:pt x="73280" y="41469"/>
                  <a:pt x="73230" y="41593"/>
                </a:cubicBezTo>
                <a:cubicBezTo>
                  <a:pt x="73230" y="41638"/>
                  <a:pt x="73230" y="41642"/>
                  <a:pt x="73192" y="41662"/>
                </a:cubicBezTo>
                <a:lnTo>
                  <a:pt x="73192" y="41662"/>
                </a:lnTo>
                <a:cubicBezTo>
                  <a:pt x="73284" y="41423"/>
                  <a:pt x="73335" y="41185"/>
                  <a:pt x="73454" y="40946"/>
                </a:cubicBezTo>
                <a:cubicBezTo>
                  <a:pt x="73454" y="40946"/>
                  <a:pt x="73454" y="40923"/>
                  <a:pt x="73499" y="40921"/>
                </a:cubicBezTo>
                <a:close/>
                <a:moveTo>
                  <a:pt x="73977" y="41469"/>
                </a:moveTo>
                <a:lnTo>
                  <a:pt x="73977" y="41518"/>
                </a:lnTo>
                <a:lnTo>
                  <a:pt x="73977" y="41543"/>
                </a:lnTo>
                <a:cubicBezTo>
                  <a:pt x="73852" y="41593"/>
                  <a:pt x="73753" y="41668"/>
                  <a:pt x="73628" y="41693"/>
                </a:cubicBezTo>
                <a:cubicBezTo>
                  <a:pt x="73628" y="41693"/>
                  <a:pt x="73628" y="41668"/>
                  <a:pt x="73653" y="41668"/>
                </a:cubicBezTo>
                <a:lnTo>
                  <a:pt x="73653" y="41643"/>
                </a:lnTo>
                <a:cubicBezTo>
                  <a:pt x="73753" y="41568"/>
                  <a:pt x="73852" y="41543"/>
                  <a:pt x="73977" y="41469"/>
                </a:cubicBezTo>
                <a:close/>
                <a:moveTo>
                  <a:pt x="75993" y="41643"/>
                </a:moveTo>
                <a:lnTo>
                  <a:pt x="75993" y="41643"/>
                </a:lnTo>
                <a:cubicBezTo>
                  <a:pt x="76043" y="41668"/>
                  <a:pt x="76092" y="41693"/>
                  <a:pt x="76142" y="41767"/>
                </a:cubicBezTo>
                <a:lnTo>
                  <a:pt x="76267" y="41892"/>
                </a:lnTo>
                <a:cubicBezTo>
                  <a:pt x="76192" y="41817"/>
                  <a:pt x="76142" y="41792"/>
                  <a:pt x="76043" y="41718"/>
                </a:cubicBezTo>
                <a:cubicBezTo>
                  <a:pt x="76018" y="41693"/>
                  <a:pt x="76018" y="41668"/>
                  <a:pt x="75993" y="41643"/>
                </a:cubicBezTo>
                <a:close/>
                <a:moveTo>
                  <a:pt x="75819" y="41792"/>
                </a:moveTo>
                <a:cubicBezTo>
                  <a:pt x="75868" y="41792"/>
                  <a:pt x="75868" y="41817"/>
                  <a:pt x="75893" y="41817"/>
                </a:cubicBezTo>
                <a:cubicBezTo>
                  <a:pt x="75918" y="41842"/>
                  <a:pt x="75918" y="41867"/>
                  <a:pt x="75943" y="41917"/>
                </a:cubicBezTo>
                <a:lnTo>
                  <a:pt x="75893" y="41842"/>
                </a:lnTo>
                <a:lnTo>
                  <a:pt x="75868" y="41817"/>
                </a:lnTo>
                <a:cubicBezTo>
                  <a:pt x="75819" y="41817"/>
                  <a:pt x="75819" y="41792"/>
                  <a:pt x="75819" y="41792"/>
                </a:cubicBezTo>
                <a:close/>
                <a:moveTo>
                  <a:pt x="76540" y="41817"/>
                </a:moveTo>
                <a:cubicBezTo>
                  <a:pt x="76590" y="41842"/>
                  <a:pt x="76640" y="41917"/>
                  <a:pt x="76665" y="41966"/>
                </a:cubicBezTo>
                <a:cubicBezTo>
                  <a:pt x="76665" y="41966"/>
                  <a:pt x="76665" y="42016"/>
                  <a:pt x="76715" y="42016"/>
                </a:cubicBezTo>
                <a:cubicBezTo>
                  <a:pt x="76739" y="42066"/>
                  <a:pt x="76789" y="42091"/>
                  <a:pt x="76839" y="42166"/>
                </a:cubicBezTo>
                <a:cubicBezTo>
                  <a:pt x="76764" y="42091"/>
                  <a:pt x="76715" y="42041"/>
                  <a:pt x="76640" y="42016"/>
                </a:cubicBezTo>
                <a:cubicBezTo>
                  <a:pt x="76615" y="41942"/>
                  <a:pt x="76590" y="41917"/>
                  <a:pt x="76515" y="41842"/>
                </a:cubicBezTo>
                <a:lnTo>
                  <a:pt x="76540" y="41817"/>
                </a:lnTo>
                <a:close/>
                <a:moveTo>
                  <a:pt x="78955" y="39353"/>
                </a:moveTo>
                <a:lnTo>
                  <a:pt x="78955" y="39353"/>
                </a:lnTo>
                <a:cubicBezTo>
                  <a:pt x="78482" y="40349"/>
                  <a:pt x="77984" y="41344"/>
                  <a:pt x="77461" y="42340"/>
                </a:cubicBezTo>
                <a:cubicBezTo>
                  <a:pt x="77387" y="42315"/>
                  <a:pt x="77362" y="42265"/>
                  <a:pt x="77287" y="42215"/>
                </a:cubicBezTo>
                <a:cubicBezTo>
                  <a:pt x="77138" y="42066"/>
                  <a:pt x="76963" y="41917"/>
                  <a:pt x="76764" y="41718"/>
                </a:cubicBezTo>
                <a:lnTo>
                  <a:pt x="76665" y="41643"/>
                </a:lnTo>
                <a:lnTo>
                  <a:pt x="76665" y="41444"/>
                </a:lnTo>
                <a:lnTo>
                  <a:pt x="76590" y="41543"/>
                </a:lnTo>
                <a:cubicBezTo>
                  <a:pt x="76491" y="41419"/>
                  <a:pt x="76391" y="41319"/>
                  <a:pt x="76291" y="41195"/>
                </a:cubicBezTo>
                <a:lnTo>
                  <a:pt x="76242" y="41145"/>
                </a:lnTo>
                <a:cubicBezTo>
                  <a:pt x="76117" y="41021"/>
                  <a:pt x="76018" y="40871"/>
                  <a:pt x="75893" y="40772"/>
                </a:cubicBezTo>
                <a:cubicBezTo>
                  <a:pt x="76391" y="40523"/>
                  <a:pt x="76864" y="40299"/>
                  <a:pt x="77362" y="40075"/>
                </a:cubicBezTo>
                <a:lnTo>
                  <a:pt x="77536" y="39975"/>
                </a:lnTo>
                <a:cubicBezTo>
                  <a:pt x="78009" y="39776"/>
                  <a:pt x="78482" y="39577"/>
                  <a:pt x="78955" y="39353"/>
                </a:cubicBezTo>
                <a:close/>
                <a:moveTo>
                  <a:pt x="90554" y="36217"/>
                </a:moveTo>
                <a:cubicBezTo>
                  <a:pt x="89733" y="38233"/>
                  <a:pt x="88787" y="40349"/>
                  <a:pt x="87716" y="42464"/>
                </a:cubicBezTo>
                <a:lnTo>
                  <a:pt x="87667" y="42464"/>
                </a:lnTo>
                <a:cubicBezTo>
                  <a:pt x="88737" y="40349"/>
                  <a:pt x="89683" y="38283"/>
                  <a:pt x="90479" y="36217"/>
                </a:cubicBezTo>
                <a:close/>
                <a:moveTo>
                  <a:pt x="76288" y="42150"/>
                </a:moveTo>
                <a:lnTo>
                  <a:pt x="76288" y="42150"/>
                </a:lnTo>
                <a:cubicBezTo>
                  <a:pt x="76455" y="42224"/>
                  <a:pt x="76620" y="42319"/>
                  <a:pt x="76739" y="42415"/>
                </a:cubicBezTo>
                <a:cubicBezTo>
                  <a:pt x="76764" y="42439"/>
                  <a:pt x="76789" y="42464"/>
                  <a:pt x="76839" y="42539"/>
                </a:cubicBezTo>
                <a:lnTo>
                  <a:pt x="76366" y="42265"/>
                </a:lnTo>
                <a:cubicBezTo>
                  <a:pt x="76366" y="42215"/>
                  <a:pt x="76341" y="42215"/>
                  <a:pt x="76341" y="42190"/>
                </a:cubicBezTo>
                <a:cubicBezTo>
                  <a:pt x="76310" y="42175"/>
                  <a:pt x="76299" y="42160"/>
                  <a:pt x="76288" y="42150"/>
                </a:cubicBezTo>
                <a:close/>
                <a:moveTo>
                  <a:pt x="79303" y="39228"/>
                </a:moveTo>
                <a:lnTo>
                  <a:pt x="79303" y="39228"/>
                </a:lnTo>
                <a:cubicBezTo>
                  <a:pt x="78781" y="40324"/>
                  <a:pt x="78233" y="41419"/>
                  <a:pt x="77660" y="42539"/>
                </a:cubicBezTo>
                <a:lnTo>
                  <a:pt x="77636" y="42514"/>
                </a:lnTo>
                <a:cubicBezTo>
                  <a:pt x="78233" y="41419"/>
                  <a:pt x="78756" y="40324"/>
                  <a:pt x="79253" y="39278"/>
                </a:cubicBezTo>
                <a:cubicBezTo>
                  <a:pt x="79278" y="39278"/>
                  <a:pt x="79278" y="39278"/>
                  <a:pt x="79303" y="39228"/>
                </a:cubicBezTo>
                <a:close/>
                <a:moveTo>
                  <a:pt x="87617" y="42663"/>
                </a:moveTo>
                <a:cubicBezTo>
                  <a:pt x="87592" y="42663"/>
                  <a:pt x="87592" y="42688"/>
                  <a:pt x="87592" y="42713"/>
                </a:cubicBezTo>
                <a:lnTo>
                  <a:pt x="87542" y="42713"/>
                </a:lnTo>
                <a:cubicBezTo>
                  <a:pt x="87542" y="42688"/>
                  <a:pt x="87567" y="42688"/>
                  <a:pt x="87567" y="42663"/>
                </a:cubicBezTo>
                <a:close/>
                <a:moveTo>
                  <a:pt x="72782" y="42166"/>
                </a:moveTo>
                <a:cubicBezTo>
                  <a:pt x="72782" y="42190"/>
                  <a:pt x="72782" y="42191"/>
                  <a:pt x="72757" y="42215"/>
                </a:cubicBezTo>
                <a:lnTo>
                  <a:pt x="72757" y="42265"/>
                </a:lnTo>
                <a:cubicBezTo>
                  <a:pt x="72404" y="42417"/>
                  <a:pt x="72057" y="42594"/>
                  <a:pt x="71710" y="42790"/>
                </a:cubicBezTo>
                <a:lnTo>
                  <a:pt x="71710" y="42790"/>
                </a:lnTo>
                <a:cubicBezTo>
                  <a:pt x="72019" y="42611"/>
                  <a:pt x="72326" y="42436"/>
                  <a:pt x="72632" y="42265"/>
                </a:cubicBezTo>
                <a:cubicBezTo>
                  <a:pt x="72657" y="42215"/>
                  <a:pt x="72707" y="42190"/>
                  <a:pt x="72757" y="42190"/>
                </a:cubicBezTo>
                <a:cubicBezTo>
                  <a:pt x="72757" y="42190"/>
                  <a:pt x="72782" y="42190"/>
                  <a:pt x="72782" y="42166"/>
                </a:cubicBezTo>
                <a:close/>
                <a:moveTo>
                  <a:pt x="76615" y="42589"/>
                </a:moveTo>
                <a:lnTo>
                  <a:pt x="76615" y="42589"/>
                </a:lnTo>
                <a:cubicBezTo>
                  <a:pt x="76764" y="42713"/>
                  <a:pt x="76914" y="42813"/>
                  <a:pt x="77063" y="42912"/>
                </a:cubicBezTo>
                <a:cubicBezTo>
                  <a:pt x="77113" y="42937"/>
                  <a:pt x="77113" y="42962"/>
                  <a:pt x="77138" y="42962"/>
                </a:cubicBezTo>
                <a:cubicBezTo>
                  <a:pt x="77113" y="43037"/>
                  <a:pt x="77063" y="43087"/>
                  <a:pt x="77013" y="43161"/>
                </a:cubicBezTo>
                <a:cubicBezTo>
                  <a:pt x="76963" y="43087"/>
                  <a:pt x="76914" y="43037"/>
                  <a:pt x="76864" y="42962"/>
                </a:cubicBezTo>
                <a:cubicBezTo>
                  <a:pt x="76764" y="42838"/>
                  <a:pt x="76715" y="42713"/>
                  <a:pt x="76615" y="42589"/>
                </a:cubicBezTo>
                <a:close/>
                <a:moveTo>
                  <a:pt x="90255" y="36242"/>
                </a:moveTo>
                <a:lnTo>
                  <a:pt x="90255" y="36242"/>
                </a:lnTo>
                <a:cubicBezTo>
                  <a:pt x="89459" y="38283"/>
                  <a:pt x="88538" y="40349"/>
                  <a:pt x="87443" y="42464"/>
                </a:cubicBezTo>
                <a:cubicBezTo>
                  <a:pt x="87265" y="42460"/>
                  <a:pt x="87086" y="42458"/>
                  <a:pt x="86906" y="42458"/>
                </a:cubicBezTo>
                <a:cubicBezTo>
                  <a:pt x="85085" y="42458"/>
                  <a:pt x="83109" y="42688"/>
                  <a:pt x="81071" y="43186"/>
                </a:cubicBezTo>
                <a:cubicBezTo>
                  <a:pt x="82738" y="41817"/>
                  <a:pt x="84107" y="39826"/>
                  <a:pt x="85078" y="37237"/>
                </a:cubicBezTo>
                <a:cubicBezTo>
                  <a:pt x="86571" y="36839"/>
                  <a:pt x="87990" y="36540"/>
                  <a:pt x="89384" y="36341"/>
                </a:cubicBezTo>
                <a:cubicBezTo>
                  <a:pt x="89484" y="36341"/>
                  <a:pt x="89583" y="36316"/>
                  <a:pt x="89683" y="36316"/>
                </a:cubicBezTo>
                <a:cubicBezTo>
                  <a:pt x="89857" y="36291"/>
                  <a:pt x="90081" y="36291"/>
                  <a:pt x="90255" y="36242"/>
                </a:cubicBezTo>
                <a:close/>
                <a:moveTo>
                  <a:pt x="93641" y="35993"/>
                </a:moveTo>
                <a:cubicBezTo>
                  <a:pt x="94188" y="35993"/>
                  <a:pt x="94761" y="35993"/>
                  <a:pt x="95283" y="36067"/>
                </a:cubicBezTo>
                <a:lnTo>
                  <a:pt x="95308" y="36067"/>
                </a:lnTo>
                <a:cubicBezTo>
                  <a:pt x="96702" y="36441"/>
                  <a:pt x="98121" y="36914"/>
                  <a:pt x="99490" y="37461"/>
                </a:cubicBezTo>
                <a:cubicBezTo>
                  <a:pt x="97250" y="40050"/>
                  <a:pt x="94562" y="41991"/>
                  <a:pt x="91724" y="43211"/>
                </a:cubicBezTo>
                <a:cubicBezTo>
                  <a:pt x="90554" y="42813"/>
                  <a:pt x="89285" y="42564"/>
                  <a:pt x="87916" y="42464"/>
                </a:cubicBezTo>
                <a:cubicBezTo>
                  <a:pt x="88986" y="40349"/>
                  <a:pt x="89932" y="38233"/>
                  <a:pt x="90728" y="36142"/>
                </a:cubicBezTo>
                <a:cubicBezTo>
                  <a:pt x="90927" y="36117"/>
                  <a:pt x="91102" y="36092"/>
                  <a:pt x="91301" y="36092"/>
                </a:cubicBezTo>
                <a:cubicBezTo>
                  <a:pt x="91450" y="36092"/>
                  <a:pt x="91599" y="36067"/>
                  <a:pt x="91774" y="36067"/>
                </a:cubicBezTo>
                <a:cubicBezTo>
                  <a:pt x="92396" y="36042"/>
                  <a:pt x="92968" y="35993"/>
                  <a:pt x="93591" y="35993"/>
                </a:cubicBezTo>
                <a:close/>
                <a:moveTo>
                  <a:pt x="84829" y="37287"/>
                </a:moveTo>
                <a:cubicBezTo>
                  <a:pt x="83833" y="39925"/>
                  <a:pt x="82390" y="41966"/>
                  <a:pt x="80598" y="43286"/>
                </a:cubicBezTo>
                <a:cubicBezTo>
                  <a:pt x="80523" y="43286"/>
                  <a:pt x="80473" y="43311"/>
                  <a:pt x="80398" y="43311"/>
                </a:cubicBezTo>
                <a:cubicBezTo>
                  <a:pt x="82240" y="42016"/>
                  <a:pt x="83709" y="39975"/>
                  <a:pt x="84730" y="37312"/>
                </a:cubicBezTo>
                <a:cubicBezTo>
                  <a:pt x="84754" y="37312"/>
                  <a:pt x="84779" y="37287"/>
                  <a:pt x="84829" y="37287"/>
                </a:cubicBezTo>
                <a:close/>
                <a:moveTo>
                  <a:pt x="99664" y="37536"/>
                </a:moveTo>
                <a:cubicBezTo>
                  <a:pt x="99689" y="37561"/>
                  <a:pt x="99739" y="37561"/>
                  <a:pt x="99764" y="37561"/>
                </a:cubicBezTo>
                <a:cubicBezTo>
                  <a:pt x="97548" y="40149"/>
                  <a:pt x="94910" y="42091"/>
                  <a:pt x="92072" y="43335"/>
                </a:cubicBezTo>
                <a:cubicBezTo>
                  <a:pt x="92048" y="43335"/>
                  <a:pt x="92023" y="43311"/>
                  <a:pt x="91973" y="43311"/>
                </a:cubicBezTo>
                <a:cubicBezTo>
                  <a:pt x="94810" y="42066"/>
                  <a:pt x="97449" y="40100"/>
                  <a:pt x="99664" y="37536"/>
                </a:cubicBezTo>
                <a:close/>
                <a:moveTo>
                  <a:pt x="87816" y="42663"/>
                </a:moveTo>
                <a:cubicBezTo>
                  <a:pt x="89110" y="42763"/>
                  <a:pt x="90330" y="42962"/>
                  <a:pt x="91450" y="43335"/>
                </a:cubicBezTo>
                <a:cubicBezTo>
                  <a:pt x="91425" y="43335"/>
                  <a:pt x="91400" y="43360"/>
                  <a:pt x="91351" y="43360"/>
                </a:cubicBezTo>
                <a:cubicBezTo>
                  <a:pt x="90280" y="43012"/>
                  <a:pt x="89061" y="42788"/>
                  <a:pt x="87791" y="42713"/>
                </a:cubicBezTo>
                <a:cubicBezTo>
                  <a:pt x="87791" y="42688"/>
                  <a:pt x="87816" y="42688"/>
                  <a:pt x="87816" y="42663"/>
                </a:cubicBezTo>
                <a:close/>
                <a:moveTo>
                  <a:pt x="70417" y="39801"/>
                </a:moveTo>
                <a:cubicBezTo>
                  <a:pt x="70815" y="39801"/>
                  <a:pt x="71239" y="39826"/>
                  <a:pt x="71612" y="39851"/>
                </a:cubicBezTo>
                <a:cubicBezTo>
                  <a:pt x="71687" y="39851"/>
                  <a:pt x="71786" y="39901"/>
                  <a:pt x="71886" y="39901"/>
                </a:cubicBezTo>
                <a:cubicBezTo>
                  <a:pt x="71985" y="39901"/>
                  <a:pt x="72035" y="39925"/>
                  <a:pt x="72135" y="39925"/>
                </a:cubicBezTo>
                <a:cubicBezTo>
                  <a:pt x="72384" y="39950"/>
                  <a:pt x="72608" y="39975"/>
                  <a:pt x="72856" y="40050"/>
                </a:cubicBezTo>
                <a:cubicBezTo>
                  <a:pt x="72881" y="40050"/>
                  <a:pt x="72931" y="40050"/>
                  <a:pt x="72981" y="40075"/>
                </a:cubicBezTo>
                <a:cubicBezTo>
                  <a:pt x="73130" y="40100"/>
                  <a:pt x="73255" y="40174"/>
                  <a:pt x="73379" y="40199"/>
                </a:cubicBezTo>
                <a:cubicBezTo>
                  <a:pt x="73404" y="40199"/>
                  <a:pt x="73479" y="40224"/>
                  <a:pt x="73504" y="40224"/>
                </a:cubicBezTo>
                <a:cubicBezTo>
                  <a:pt x="73479" y="40398"/>
                  <a:pt x="73404" y="40523"/>
                  <a:pt x="73379" y="40672"/>
                </a:cubicBezTo>
                <a:cubicBezTo>
                  <a:pt x="73180" y="41070"/>
                  <a:pt x="73031" y="41469"/>
                  <a:pt x="72906" y="41817"/>
                </a:cubicBezTo>
                <a:cubicBezTo>
                  <a:pt x="72782" y="41867"/>
                  <a:pt x="72657" y="41942"/>
                  <a:pt x="72533" y="42041"/>
                </a:cubicBezTo>
                <a:cubicBezTo>
                  <a:pt x="72508" y="42066"/>
                  <a:pt x="72433" y="42066"/>
                  <a:pt x="72408" y="42091"/>
                </a:cubicBezTo>
                <a:lnTo>
                  <a:pt x="71935" y="42365"/>
                </a:lnTo>
                <a:cubicBezTo>
                  <a:pt x="71687" y="42539"/>
                  <a:pt x="71438" y="42663"/>
                  <a:pt x="71189" y="42813"/>
                </a:cubicBezTo>
                <a:cubicBezTo>
                  <a:pt x="70915" y="42962"/>
                  <a:pt x="70666" y="43111"/>
                  <a:pt x="70392" y="43311"/>
                </a:cubicBezTo>
                <a:lnTo>
                  <a:pt x="70193" y="43410"/>
                </a:lnTo>
                <a:cubicBezTo>
                  <a:pt x="68824" y="42663"/>
                  <a:pt x="67505" y="41643"/>
                  <a:pt x="66211" y="40349"/>
                </a:cubicBezTo>
                <a:lnTo>
                  <a:pt x="66584" y="40249"/>
                </a:lnTo>
                <a:lnTo>
                  <a:pt x="66659" y="40249"/>
                </a:lnTo>
                <a:cubicBezTo>
                  <a:pt x="66808" y="40224"/>
                  <a:pt x="66932" y="40199"/>
                  <a:pt x="67082" y="40174"/>
                </a:cubicBezTo>
                <a:cubicBezTo>
                  <a:pt x="67206" y="40125"/>
                  <a:pt x="67380" y="40100"/>
                  <a:pt x="67505" y="40100"/>
                </a:cubicBezTo>
                <a:cubicBezTo>
                  <a:pt x="67580" y="40075"/>
                  <a:pt x="67679" y="40075"/>
                  <a:pt x="67779" y="40050"/>
                </a:cubicBezTo>
                <a:cubicBezTo>
                  <a:pt x="67828" y="40050"/>
                  <a:pt x="67903" y="40000"/>
                  <a:pt x="67953" y="40000"/>
                </a:cubicBezTo>
                <a:cubicBezTo>
                  <a:pt x="68127" y="39975"/>
                  <a:pt x="68252" y="39975"/>
                  <a:pt x="68401" y="39950"/>
                </a:cubicBezTo>
                <a:lnTo>
                  <a:pt x="68501" y="39950"/>
                </a:lnTo>
                <a:cubicBezTo>
                  <a:pt x="68575" y="39950"/>
                  <a:pt x="68700" y="39925"/>
                  <a:pt x="68799" y="39925"/>
                </a:cubicBezTo>
                <a:cubicBezTo>
                  <a:pt x="68899" y="39925"/>
                  <a:pt x="68949" y="39925"/>
                  <a:pt x="69048" y="39901"/>
                </a:cubicBezTo>
                <a:cubicBezTo>
                  <a:pt x="69272" y="39851"/>
                  <a:pt x="69496" y="39851"/>
                  <a:pt x="69695" y="39826"/>
                </a:cubicBezTo>
                <a:cubicBezTo>
                  <a:pt x="69944" y="39826"/>
                  <a:pt x="70193" y="39801"/>
                  <a:pt x="70417" y="39801"/>
                </a:cubicBezTo>
                <a:close/>
                <a:moveTo>
                  <a:pt x="76043" y="42240"/>
                </a:moveTo>
                <a:cubicBezTo>
                  <a:pt x="76117" y="42290"/>
                  <a:pt x="76142" y="42315"/>
                  <a:pt x="76142" y="42315"/>
                </a:cubicBezTo>
                <a:cubicBezTo>
                  <a:pt x="76167" y="42315"/>
                  <a:pt x="76167" y="42340"/>
                  <a:pt x="76192" y="42340"/>
                </a:cubicBezTo>
                <a:cubicBezTo>
                  <a:pt x="76267" y="42415"/>
                  <a:pt x="76291" y="42514"/>
                  <a:pt x="76316" y="42564"/>
                </a:cubicBezTo>
                <a:cubicBezTo>
                  <a:pt x="76366" y="42614"/>
                  <a:pt x="76391" y="42663"/>
                  <a:pt x="76416" y="42713"/>
                </a:cubicBezTo>
                <a:cubicBezTo>
                  <a:pt x="76416" y="42738"/>
                  <a:pt x="76441" y="42738"/>
                  <a:pt x="76441" y="42788"/>
                </a:cubicBezTo>
                <a:cubicBezTo>
                  <a:pt x="76515" y="42887"/>
                  <a:pt x="76615" y="42987"/>
                  <a:pt x="76665" y="43087"/>
                </a:cubicBezTo>
                <a:cubicBezTo>
                  <a:pt x="76739" y="43186"/>
                  <a:pt x="76789" y="43286"/>
                  <a:pt x="76864" y="43335"/>
                </a:cubicBezTo>
                <a:cubicBezTo>
                  <a:pt x="76864" y="43335"/>
                  <a:pt x="76864" y="43360"/>
                  <a:pt x="76814" y="43360"/>
                </a:cubicBezTo>
                <a:lnTo>
                  <a:pt x="76814" y="43410"/>
                </a:lnTo>
                <a:cubicBezTo>
                  <a:pt x="76789" y="43360"/>
                  <a:pt x="76789" y="43335"/>
                  <a:pt x="76764" y="43311"/>
                </a:cubicBezTo>
                <a:cubicBezTo>
                  <a:pt x="76565" y="43037"/>
                  <a:pt x="76366" y="42788"/>
                  <a:pt x="76192" y="42489"/>
                </a:cubicBezTo>
                <a:cubicBezTo>
                  <a:pt x="76142" y="42415"/>
                  <a:pt x="76117" y="42340"/>
                  <a:pt x="76043" y="42240"/>
                </a:cubicBezTo>
                <a:close/>
                <a:moveTo>
                  <a:pt x="77262" y="43186"/>
                </a:moveTo>
                <a:lnTo>
                  <a:pt x="77287" y="43211"/>
                </a:lnTo>
                <a:lnTo>
                  <a:pt x="77212" y="43410"/>
                </a:lnTo>
                <a:lnTo>
                  <a:pt x="77163" y="43360"/>
                </a:lnTo>
                <a:cubicBezTo>
                  <a:pt x="77212" y="43286"/>
                  <a:pt x="77237" y="43261"/>
                  <a:pt x="77262" y="43186"/>
                </a:cubicBezTo>
                <a:close/>
                <a:moveTo>
                  <a:pt x="91799" y="43435"/>
                </a:moveTo>
                <a:cubicBezTo>
                  <a:pt x="91823" y="43435"/>
                  <a:pt x="91823" y="43460"/>
                  <a:pt x="91848" y="43460"/>
                </a:cubicBezTo>
                <a:cubicBezTo>
                  <a:pt x="91823" y="43460"/>
                  <a:pt x="91799" y="43510"/>
                  <a:pt x="91774" y="43510"/>
                </a:cubicBezTo>
                <a:cubicBezTo>
                  <a:pt x="91724" y="43460"/>
                  <a:pt x="91699" y="43460"/>
                  <a:pt x="91674" y="43460"/>
                </a:cubicBezTo>
                <a:cubicBezTo>
                  <a:pt x="91699" y="43460"/>
                  <a:pt x="91724" y="43435"/>
                  <a:pt x="91774" y="43435"/>
                </a:cubicBezTo>
                <a:close/>
                <a:moveTo>
                  <a:pt x="86678" y="42626"/>
                </a:moveTo>
                <a:cubicBezTo>
                  <a:pt x="86902" y="42626"/>
                  <a:pt x="87124" y="42630"/>
                  <a:pt x="87343" y="42639"/>
                </a:cubicBezTo>
                <a:cubicBezTo>
                  <a:pt x="87343" y="42663"/>
                  <a:pt x="87318" y="42663"/>
                  <a:pt x="87318" y="42688"/>
                </a:cubicBezTo>
                <a:cubicBezTo>
                  <a:pt x="87158" y="42684"/>
                  <a:pt x="86996" y="42683"/>
                  <a:pt x="86834" y="42683"/>
                </a:cubicBezTo>
                <a:cubicBezTo>
                  <a:pt x="84895" y="42683"/>
                  <a:pt x="82810" y="42955"/>
                  <a:pt x="80579" y="43520"/>
                </a:cubicBezTo>
                <a:lnTo>
                  <a:pt x="80579" y="43520"/>
                </a:lnTo>
                <a:cubicBezTo>
                  <a:pt x="80625" y="43497"/>
                  <a:pt x="80661" y="43453"/>
                  <a:pt x="80697" y="43435"/>
                </a:cubicBezTo>
                <a:cubicBezTo>
                  <a:pt x="82807" y="42902"/>
                  <a:pt x="84819" y="42626"/>
                  <a:pt x="86678" y="42626"/>
                </a:cubicBezTo>
                <a:close/>
                <a:moveTo>
                  <a:pt x="66011" y="40349"/>
                </a:moveTo>
                <a:cubicBezTo>
                  <a:pt x="67306" y="41693"/>
                  <a:pt x="68675" y="42713"/>
                  <a:pt x="70044" y="43510"/>
                </a:cubicBezTo>
                <a:cubicBezTo>
                  <a:pt x="70019" y="43510"/>
                  <a:pt x="70019" y="43535"/>
                  <a:pt x="69994" y="43535"/>
                </a:cubicBezTo>
                <a:cubicBezTo>
                  <a:pt x="68625" y="42738"/>
                  <a:pt x="67256" y="41718"/>
                  <a:pt x="65937" y="40398"/>
                </a:cubicBezTo>
                <a:cubicBezTo>
                  <a:pt x="65962" y="40398"/>
                  <a:pt x="65962" y="40398"/>
                  <a:pt x="66011" y="40349"/>
                </a:cubicBezTo>
                <a:close/>
                <a:moveTo>
                  <a:pt x="71451" y="42939"/>
                </a:moveTo>
                <a:cubicBezTo>
                  <a:pt x="71199" y="43088"/>
                  <a:pt x="70947" y="43246"/>
                  <a:pt x="70691" y="43410"/>
                </a:cubicBezTo>
                <a:cubicBezTo>
                  <a:pt x="70591" y="43460"/>
                  <a:pt x="70542" y="43510"/>
                  <a:pt x="70492" y="43535"/>
                </a:cubicBezTo>
                <a:lnTo>
                  <a:pt x="70417" y="43535"/>
                </a:lnTo>
                <a:lnTo>
                  <a:pt x="70591" y="43435"/>
                </a:lnTo>
                <a:cubicBezTo>
                  <a:pt x="70882" y="43269"/>
                  <a:pt x="71167" y="43103"/>
                  <a:pt x="71451" y="42939"/>
                </a:cubicBezTo>
                <a:close/>
                <a:moveTo>
                  <a:pt x="84506" y="37411"/>
                </a:moveTo>
                <a:lnTo>
                  <a:pt x="84506" y="37411"/>
                </a:lnTo>
                <a:cubicBezTo>
                  <a:pt x="83435" y="40174"/>
                  <a:pt x="81842" y="42215"/>
                  <a:pt x="79876" y="43460"/>
                </a:cubicBezTo>
                <a:cubicBezTo>
                  <a:pt x="79726" y="43510"/>
                  <a:pt x="79577" y="43559"/>
                  <a:pt x="79453" y="43584"/>
                </a:cubicBezTo>
                <a:cubicBezTo>
                  <a:pt x="79353" y="43559"/>
                  <a:pt x="79278" y="43535"/>
                  <a:pt x="79204" y="43510"/>
                </a:cubicBezTo>
                <a:cubicBezTo>
                  <a:pt x="79154" y="43510"/>
                  <a:pt x="79129" y="43460"/>
                  <a:pt x="79104" y="43460"/>
                </a:cubicBezTo>
                <a:cubicBezTo>
                  <a:pt x="78980" y="43410"/>
                  <a:pt x="78855" y="43335"/>
                  <a:pt x="78781" y="43286"/>
                </a:cubicBezTo>
                <a:cubicBezTo>
                  <a:pt x="78382" y="43062"/>
                  <a:pt x="78108" y="42838"/>
                  <a:pt x="77835" y="42663"/>
                </a:cubicBezTo>
                <a:cubicBezTo>
                  <a:pt x="78457" y="41469"/>
                  <a:pt x="79029" y="40299"/>
                  <a:pt x="79577" y="39154"/>
                </a:cubicBezTo>
                <a:cubicBezTo>
                  <a:pt x="81245" y="38432"/>
                  <a:pt x="82888" y="37859"/>
                  <a:pt x="84506" y="37411"/>
                </a:cubicBezTo>
                <a:close/>
                <a:moveTo>
                  <a:pt x="70293" y="43584"/>
                </a:moveTo>
                <a:cubicBezTo>
                  <a:pt x="70268" y="43584"/>
                  <a:pt x="70268" y="43634"/>
                  <a:pt x="70243" y="43634"/>
                </a:cubicBezTo>
                <a:cubicBezTo>
                  <a:pt x="70243" y="43634"/>
                  <a:pt x="70207" y="43634"/>
                  <a:pt x="70196" y="43603"/>
                </a:cubicBezTo>
                <a:lnTo>
                  <a:pt x="70196" y="43603"/>
                </a:lnTo>
                <a:cubicBezTo>
                  <a:pt x="70201" y="43593"/>
                  <a:pt x="70208" y="43584"/>
                  <a:pt x="70218" y="43584"/>
                </a:cubicBezTo>
                <a:close/>
                <a:moveTo>
                  <a:pt x="70193" y="43609"/>
                </a:moveTo>
                <a:cubicBezTo>
                  <a:pt x="70193" y="43638"/>
                  <a:pt x="70192" y="43649"/>
                  <a:pt x="70187" y="43649"/>
                </a:cubicBezTo>
                <a:cubicBezTo>
                  <a:pt x="70183" y="43649"/>
                  <a:pt x="70177" y="43643"/>
                  <a:pt x="70168" y="43634"/>
                </a:cubicBezTo>
                <a:lnTo>
                  <a:pt x="70168" y="43634"/>
                </a:lnTo>
                <a:cubicBezTo>
                  <a:pt x="70177" y="43642"/>
                  <a:pt x="70182" y="43645"/>
                  <a:pt x="70185" y="43645"/>
                </a:cubicBezTo>
                <a:cubicBezTo>
                  <a:pt x="70190" y="43645"/>
                  <a:pt x="70185" y="43634"/>
                  <a:pt x="70168" y="43634"/>
                </a:cubicBezTo>
                <a:cubicBezTo>
                  <a:pt x="70181" y="43634"/>
                  <a:pt x="70187" y="43622"/>
                  <a:pt x="70193" y="43609"/>
                </a:cubicBezTo>
                <a:close/>
                <a:moveTo>
                  <a:pt x="77038" y="43535"/>
                </a:moveTo>
                <a:lnTo>
                  <a:pt x="77038" y="43559"/>
                </a:lnTo>
                <a:lnTo>
                  <a:pt x="77038" y="43584"/>
                </a:lnTo>
                <a:lnTo>
                  <a:pt x="77038" y="43634"/>
                </a:lnTo>
                <a:lnTo>
                  <a:pt x="77038" y="43659"/>
                </a:lnTo>
                <a:cubicBezTo>
                  <a:pt x="77013" y="43634"/>
                  <a:pt x="77013" y="43584"/>
                  <a:pt x="77013" y="43584"/>
                </a:cubicBezTo>
                <a:cubicBezTo>
                  <a:pt x="77038" y="43559"/>
                  <a:pt x="77038" y="43559"/>
                  <a:pt x="77038" y="43535"/>
                </a:cubicBezTo>
                <a:close/>
                <a:moveTo>
                  <a:pt x="79062" y="43652"/>
                </a:moveTo>
                <a:cubicBezTo>
                  <a:pt x="79097" y="43661"/>
                  <a:pt x="79120" y="43667"/>
                  <a:pt x="79154" y="43684"/>
                </a:cubicBezTo>
                <a:lnTo>
                  <a:pt x="79129" y="43684"/>
                </a:lnTo>
                <a:cubicBezTo>
                  <a:pt x="79106" y="43672"/>
                  <a:pt x="79082" y="43661"/>
                  <a:pt x="79062" y="43652"/>
                </a:cubicBezTo>
                <a:close/>
                <a:moveTo>
                  <a:pt x="80174" y="43584"/>
                </a:moveTo>
                <a:lnTo>
                  <a:pt x="80000" y="43684"/>
                </a:lnTo>
                <a:cubicBezTo>
                  <a:pt x="79950" y="43709"/>
                  <a:pt x="79876" y="43709"/>
                  <a:pt x="79826" y="43734"/>
                </a:cubicBezTo>
                <a:cubicBezTo>
                  <a:pt x="79876" y="43709"/>
                  <a:pt x="79926" y="43684"/>
                  <a:pt x="79975" y="43659"/>
                </a:cubicBezTo>
                <a:cubicBezTo>
                  <a:pt x="80025" y="43609"/>
                  <a:pt x="80100" y="43609"/>
                  <a:pt x="80174" y="43584"/>
                </a:cubicBezTo>
                <a:close/>
                <a:moveTo>
                  <a:pt x="77810" y="43311"/>
                </a:moveTo>
                <a:cubicBezTo>
                  <a:pt x="77860" y="43335"/>
                  <a:pt x="77909" y="43335"/>
                  <a:pt x="77934" y="43385"/>
                </a:cubicBezTo>
                <a:cubicBezTo>
                  <a:pt x="78133" y="43535"/>
                  <a:pt x="78308" y="43659"/>
                  <a:pt x="78507" y="43784"/>
                </a:cubicBezTo>
                <a:lnTo>
                  <a:pt x="78034" y="43784"/>
                </a:lnTo>
                <a:cubicBezTo>
                  <a:pt x="78009" y="43759"/>
                  <a:pt x="78009" y="43684"/>
                  <a:pt x="77984" y="43659"/>
                </a:cubicBezTo>
                <a:cubicBezTo>
                  <a:pt x="77984" y="43634"/>
                  <a:pt x="77984" y="43634"/>
                  <a:pt x="77959" y="43584"/>
                </a:cubicBezTo>
                <a:cubicBezTo>
                  <a:pt x="77909" y="43535"/>
                  <a:pt x="77884" y="43435"/>
                  <a:pt x="77860" y="43385"/>
                </a:cubicBezTo>
                <a:cubicBezTo>
                  <a:pt x="77860" y="43335"/>
                  <a:pt x="77810" y="43335"/>
                  <a:pt x="77810" y="43311"/>
                </a:cubicBezTo>
                <a:close/>
                <a:moveTo>
                  <a:pt x="77586" y="43161"/>
                </a:moveTo>
                <a:cubicBezTo>
                  <a:pt x="77660" y="43311"/>
                  <a:pt x="77735" y="43460"/>
                  <a:pt x="77835" y="43634"/>
                </a:cubicBezTo>
                <a:cubicBezTo>
                  <a:pt x="77785" y="43684"/>
                  <a:pt x="77835" y="43759"/>
                  <a:pt x="77860" y="43808"/>
                </a:cubicBezTo>
                <a:lnTo>
                  <a:pt x="77785" y="43808"/>
                </a:lnTo>
                <a:cubicBezTo>
                  <a:pt x="77760" y="43709"/>
                  <a:pt x="77685" y="43634"/>
                  <a:pt x="77660" y="43535"/>
                </a:cubicBezTo>
                <a:cubicBezTo>
                  <a:pt x="77636" y="43460"/>
                  <a:pt x="77611" y="43435"/>
                  <a:pt x="77611" y="43360"/>
                </a:cubicBezTo>
                <a:lnTo>
                  <a:pt x="77611" y="43335"/>
                </a:lnTo>
                <a:cubicBezTo>
                  <a:pt x="77561" y="43311"/>
                  <a:pt x="77561" y="43286"/>
                  <a:pt x="77536" y="43211"/>
                </a:cubicBezTo>
                <a:cubicBezTo>
                  <a:pt x="77536" y="43211"/>
                  <a:pt x="77536" y="43186"/>
                  <a:pt x="77586" y="43186"/>
                </a:cubicBezTo>
                <a:lnTo>
                  <a:pt x="77586" y="43161"/>
                </a:lnTo>
                <a:close/>
                <a:moveTo>
                  <a:pt x="76914" y="43808"/>
                </a:moveTo>
                <a:cubicBezTo>
                  <a:pt x="76914" y="43833"/>
                  <a:pt x="76914" y="43833"/>
                  <a:pt x="76889" y="43833"/>
                </a:cubicBezTo>
                <a:lnTo>
                  <a:pt x="76864" y="43833"/>
                </a:lnTo>
                <a:cubicBezTo>
                  <a:pt x="76889" y="43833"/>
                  <a:pt x="76889" y="43808"/>
                  <a:pt x="76914" y="43808"/>
                </a:cubicBezTo>
                <a:close/>
                <a:moveTo>
                  <a:pt x="77188" y="43759"/>
                </a:moveTo>
                <a:cubicBezTo>
                  <a:pt x="77237" y="43784"/>
                  <a:pt x="77262" y="43808"/>
                  <a:pt x="77262" y="43833"/>
                </a:cubicBezTo>
                <a:lnTo>
                  <a:pt x="77188" y="43833"/>
                </a:lnTo>
                <a:lnTo>
                  <a:pt x="77163" y="43808"/>
                </a:lnTo>
                <a:cubicBezTo>
                  <a:pt x="77163" y="43808"/>
                  <a:pt x="77163" y="43784"/>
                  <a:pt x="77188" y="43784"/>
                </a:cubicBezTo>
                <a:lnTo>
                  <a:pt x="77188" y="43759"/>
                </a:lnTo>
                <a:close/>
                <a:moveTo>
                  <a:pt x="77387" y="43460"/>
                </a:moveTo>
                <a:lnTo>
                  <a:pt x="77586" y="43833"/>
                </a:lnTo>
                <a:lnTo>
                  <a:pt x="77511" y="43833"/>
                </a:lnTo>
                <a:cubicBezTo>
                  <a:pt x="77486" y="43784"/>
                  <a:pt x="77486" y="43784"/>
                  <a:pt x="77461" y="43759"/>
                </a:cubicBezTo>
                <a:cubicBezTo>
                  <a:pt x="77412" y="43684"/>
                  <a:pt x="77362" y="43634"/>
                  <a:pt x="77337" y="43584"/>
                </a:cubicBezTo>
                <a:cubicBezTo>
                  <a:pt x="77362" y="43559"/>
                  <a:pt x="77387" y="43510"/>
                  <a:pt x="77387" y="43460"/>
                </a:cubicBezTo>
                <a:close/>
                <a:moveTo>
                  <a:pt x="105439" y="26858"/>
                </a:moveTo>
                <a:cubicBezTo>
                  <a:pt x="108774" y="28102"/>
                  <a:pt x="111363" y="30193"/>
                  <a:pt x="113205" y="33006"/>
                </a:cubicBezTo>
                <a:lnTo>
                  <a:pt x="113205" y="33130"/>
                </a:lnTo>
                <a:lnTo>
                  <a:pt x="113205" y="33180"/>
                </a:lnTo>
                <a:cubicBezTo>
                  <a:pt x="113105" y="33877"/>
                  <a:pt x="112981" y="34599"/>
                  <a:pt x="112832" y="35345"/>
                </a:cubicBezTo>
                <a:cubicBezTo>
                  <a:pt x="112782" y="35445"/>
                  <a:pt x="112782" y="35495"/>
                  <a:pt x="112757" y="35594"/>
                </a:cubicBezTo>
                <a:cubicBezTo>
                  <a:pt x="112234" y="38308"/>
                  <a:pt x="111413" y="41095"/>
                  <a:pt x="110392" y="43958"/>
                </a:cubicBezTo>
                <a:cubicBezTo>
                  <a:pt x="108998" y="42564"/>
                  <a:pt x="107455" y="41319"/>
                  <a:pt x="105763" y="40224"/>
                </a:cubicBezTo>
                <a:lnTo>
                  <a:pt x="105738" y="40199"/>
                </a:lnTo>
                <a:cubicBezTo>
                  <a:pt x="105713" y="40149"/>
                  <a:pt x="105638" y="40100"/>
                  <a:pt x="105613" y="40050"/>
                </a:cubicBezTo>
                <a:lnTo>
                  <a:pt x="105514" y="39925"/>
                </a:lnTo>
                <a:lnTo>
                  <a:pt x="105489" y="39901"/>
                </a:lnTo>
                <a:lnTo>
                  <a:pt x="105464" y="39851"/>
                </a:lnTo>
                <a:lnTo>
                  <a:pt x="105265" y="39677"/>
                </a:lnTo>
                <a:cubicBezTo>
                  <a:pt x="105165" y="39577"/>
                  <a:pt x="105041" y="39477"/>
                  <a:pt x="104941" y="39403"/>
                </a:cubicBezTo>
                <a:cubicBezTo>
                  <a:pt x="104767" y="39228"/>
                  <a:pt x="104618" y="39054"/>
                  <a:pt x="104418" y="38930"/>
                </a:cubicBezTo>
                <a:cubicBezTo>
                  <a:pt x="104319" y="38830"/>
                  <a:pt x="104219" y="38780"/>
                  <a:pt x="104070" y="38681"/>
                </a:cubicBezTo>
                <a:cubicBezTo>
                  <a:pt x="103896" y="38532"/>
                  <a:pt x="103672" y="38357"/>
                  <a:pt x="103497" y="38233"/>
                </a:cubicBezTo>
                <a:cubicBezTo>
                  <a:pt x="103373" y="38183"/>
                  <a:pt x="103273" y="38083"/>
                  <a:pt x="103149" y="38034"/>
                </a:cubicBezTo>
                <a:cubicBezTo>
                  <a:pt x="102925" y="37909"/>
                  <a:pt x="102701" y="37735"/>
                  <a:pt x="102502" y="37611"/>
                </a:cubicBezTo>
                <a:lnTo>
                  <a:pt x="102128" y="37436"/>
                </a:lnTo>
                <a:cubicBezTo>
                  <a:pt x="102128" y="37436"/>
                  <a:pt x="102079" y="37436"/>
                  <a:pt x="102079" y="37411"/>
                </a:cubicBezTo>
                <a:cubicBezTo>
                  <a:pt x="102776" y="35420"/>
                  <a:pt x="103373" y="33454"/>
                  <a:pt x="103821" y="31512"/>
                </a:cubicBezTo>
                <a:cubicBezTo>
                  <a:pt x="104518" y="29994"/>
                  <a:pt x="105041" y="28426"/>
                  <a:pt x="105439" y="26858"/>
                </a:cubicBezTo>
                <a:close/>
                <a:moveTo>
                  <a:pt x="113504" y="33553"/>
                </a:moveTo>
                <a:cubicBezTo>
                  <a:pt x="114300" y="34873"/>
                  <a:pt x="114922" y="36341"/>
                  <a:pt x="115321" y="37959"/>
                </a:cubicBezTo>
                <a:cubicBezTo>
                  <a:pt x="114250" y="40125"/>
                  <a:pt x="112732" y="42166"/>
                  <a:pt x="110815" y="43958"/>
                </a:cubicBezTo>
                <a:cubicBezTo>
                  <a:pt x="112110" y="40349"/>
                  <a:pt x="113006" y="36864"/>
                  <a:pt x="113504" y="33553"/>
                </a:cubicBezTo>
                <a:close/>
                <a:moveTo>
                  <a:pt x="78233" y="43958"/>
                </a:moveTo>
                <a:cubicBezTo>
                  <a:pt x="78208" y="43983"/>
                  <a:pt x="78158" y="43983"/>
                  <a:pt x="78133" y="43983"/>
                </a:cubicBezTo>
                <a:cubicBezTo>
                  <a:pt x="78158" y="43958"/>
                  <a:pt x="78208" y="43958"/>
                  <a:pt x="78233" y="43958"/>
                </a:cubicBezTo>
                <a:close/>
                <a:moveTo>
                  <a:pt x="101730" y="38432"/>
                </a:moveTo>
                <a:cubicBezTo>
                  <a:pt x="102800" y="38955"/>
                  <a:pt x="103846" y="39527"/>
                  <a:pt x="104866" y="40149"/>
                </a:cubicBezTo>
                <a:cubicBezTo>
                  <a:pt x="104767" y="40224"/>
                  <a:pt x="104667" y="40299"/>
                  <a:pt x="104618" y="40398"/>
                </a:cubicBezTo>
                <a:cubicBezTo>
                  <a:pt x="104493" y="40473"/>
                  <a:pt x="104369" y="40597"/>
                  <a:pt x="104244" y="40697"/>
                </a:cubicBezTo>
                <a:cubicBezTo>
                  <a:pt x="104095" y="40846"/>
                  <a:pt x="103896" y="40971"/>
                  <a:pt x="103746" y="41095"/>
                </a:cubicBezTo>
                <a:cubicBezTo>
                  <a:pt x="103622" y="41195"/>
                  <a:pt x="103497" y="41319"/>
                  <a:pt x="103348" y="41419"/>
                </a:cubicBezTo>
                <a:lnTo>
                  <a:pt x="102875" y="41792"/>
                </a:lnTo>
                <a:cubicBezTo>
                  <a:pt x="102726" y="41917"/>
                  <a:pt x="102601" y="42016"/>
                  <a:pt x="102427" y="42141"/>
                </a:cubicBezTo>
                <a:cubicBezTo>
                  <a:pt x="102278" y="42215"/>
                  <a:pt x="102153" y="42340"/>
                  <a:pt x="102004" y="42439"/>
                </a:cubicBezTo>
                <a:cubicBezTo>
                  <a:pt x="101855" y="42564"/>
                  <a:pt x="101655" y="42663"/>
                  <a:pt x="101506" y="42788"/>
                </a:cubicBezTo>
                <a:cubicBezTo>
                  <a:pt x="101382" y="42887"/>
                  <a:pt x="101232" y="42937"/>
                  <a:pt x="101108" y="43037"/>
                </a:cubicBezTo>
                <a:cubicBezTo>
                  <a:pt x="100909" y="43161"/>
                  <a:pt x="100735" y="43286"/>
                  <a:pt x="100535" y="43385"/>
                </a:cubicBezTo>
                <a:cubicBezTo>
                  <a:pt x="100411" y="43435"/>
                  <a:pt x="100286" y="43510"/>
                  <a:pt x="100187" y="43584"/>
                </a:cubicBezTo>
                <a:cubicBezTo>
                  <a:pt x="99988" y="43709"/>
                  <a:pt x="99789" y="43833"/>
                  <a:pt x="99565" y="43933"/>
                </a:cubicBezTo>
                <a:cubicBezTo>
                  <a:pt x="99515" y="43958"/>
                  <a:pt x="99490" y="43983"/>
                  <a:pt x="99415" y="44032"/>
                </a:cubicBezTo>
                <a:cubicBezTo>
                  <a:pt x="100262" y="42166"/>
                  <a:pt x="101033" y="40299"/>
                  <a:pt x="101730" y="38432"/>
                </a:cubicBezTo>
                <a:close/>
                <a:moveTo>
                  <a:pt x="77436" y="44008"/>
                </a:moveTo>
                <a:cubicBezTo>
                  <a:pt x="77461" y="44032"/>
                  <a:pt x="77461" y="44057"/>
                  <a:pt x="77486" y="44057"/>
                </a:cubicBezTo>
                <a:lnTo>
                  <a:pt x="77412" y="44057"/>
                </a:lnTo>
                <a:lnTo>
                  <a:pt x="77412" y="44032"/>
                </a:lnTo>
                <a:lnTo>
                  <a:pt x="77387" y="44008"/>
                </a:lnTo>
                <a:close/>
                <a:moveTo>
                  <a:pt x="77909" y="43983"/>
                </a:moveTo>
                <a:cubicBezTo>
                  <a:pt x="77909" y="44032"/>
                  <a:pt x="77909" y="44032"/>
                  <a:pt x="77959" y="44057"/>
                </a:cubicBezTo>
                <a:lnTo>
                  <a:pt x="77884" y="44057"/>
                </a:lnTo>
                <a:cubicBezTo>
                  <a:pt x="77884" y="44032"/>
                  <a:pt x="77860" y="43983"/>
                  <a:pt x="77860" y="43983"/>
                </a:cubicBezTo>
                <a:close/>
                <a:moveTo>
                  <a:pt x="78781" y="44008"/>
                </a:moveTo>
                <a:cubicBezTo>
                  <a:pt x="78830" y="44008"/>
                  <a:pt x="78830" y="44032"/>
                  <a:pt x="78855" y="44032"/>
                </a:cubicBezTo>
                <a:cubicBezTo>
                  <a:pt x="78855" y="44032"/>
                  <a:pt x="78805" y="44032"/>
                  <a:pt x="78805" y="44057"/>
                </a:cubicBezTo>
                <a:lnTo>
                  <a:pt x="78631" y="44057"/>
                </a:lnTo>
                <a:cubicBezTo>
                  <a:pt x="78681" y="44032"/>
                  <a:pt x="78756" y="44032"/>
                  <a:pt x="78781" y="44008"/>
                </a:cubicBezTo>
                <a:close/>
                <a:moveTo>
                  <a:pt x="77113" y="44032"/>
                </a:moveTo>
                <a:lnTo>
                  <a:pt x="77138" y="44057"/>
                </a:lnTo>
                <a:cubicBezTo>
                  <a:pt x="77138" y="44057"/>
                  <a:pt x="77138" y="44082"/>
                  <a:pt x="77163" y="44082"/>
                </a:cubicBezTo>
                <a:lnTo>
                  <a:pt x="77038" y="44082"/>
                </a:lnTo>
                <a:cubicBezTo>
                  <a:pt x="77038" y="44057"/>
                  <a:pt x="77038" y="44057"/>
                  <a:pt x="77063" y="44032"/>
                </a:cubicBezTo>
                <a:close/>
                <a:moveTo>
                  <a:pt x="57947" y="32085"/>
                </a:moveTo>
                <a:cubicBezTo>
                  <a:pt x="59440" y="34300"/>
                  <a:pt x="60809" y="36515"/>
                  <a:pt x="61979" y="38681"/>
                </a:cubicBezTo>
                <a:cubicBezTo>
                  <a:pt x="59589" y="40398"/>
                  <a:pt x="57250" y="42215"/>
                  <a:pt x="55010" y="44132"/>
                </a:cubicBezTo>
                <a:lnTo>
                  <a:pt x="54985" y="44082"/>
                </a:lnTo>
                <a:cubicBezTo>
                  <a:pt x="54835" y="43933"/>
                  <a:pt x="54661" y="43759"/>
                  <a:pt x="54512" y="43584"/>
                </a:cubicBezTo>
                <a:cubicBezTo>
                  <a:pt x="54313" y="43335"/>
                  <a:pt x="54089" y="43087"/>
                  <a:pt x="53865" y="42887"/>
                </a:cubicBezTo>
                <a:cubicBezTo>
                  <a:pt x="53616" y="42589"/>
                  <a:pt x="53392" y="42340"/>
                  <a:pt x="53143" y="42066"/>
                </a:cubicBezTo>
                <a:cubicBezTo>
                  <a:pt x="53043" y="41966"/>
                  <a:pt x="52993" y="41892"/>
                  <a:pt x="52894" y="41792"/>
                </a:cubicBezTo>
                <a:cubicBezTo>
                  <a:pt x="51550" y="40224"/>
                  <a:pt x="50280" y="38556"/>
                  <a:pt x="49036" y="36839"/>
                </a:cubicBezTo>
                <a:cubicBezTo>
                  <a:pt x="52023" y="34723"/>
                  <a:pt x="55084" y="33130"/>
                  <a:pt x="57947" y="32085"/>
                </a:cubicBezTo>
                <a:close/>
                <a:moveTo>
                  <a:pt x="72657" y="42464"/>
                </a:moveTo>
                <a:lnTo>
                  <a:pt x="72657" y="42464"/>
                </a:lnTo>
                <a:cubicBezTo>
                  <a:pt x="72433" y="43037"/>
                  <a:pt x="72184" y="43559"/>
                  <a:pt x="71911" y="44132"/>
                </a:cubicBezTo>
                <a:cubicBezTo>
                  <a:pt x="71463" y="43983"/>
                  <a:pt x="71114" y="43808"/>
                  <a:pt x="70691" y="43634"/>
                </a:cubicBezTo>
                <a:cubicBezTo>
                  <a:pt x="70741" y="43584"/>
                  <a:pt x="70766" y="43584"/>
                  <a:pt x="70790" y="43559"/>
                </a:cubicBezTo>
                <a:cubicBezTo>
                  <a:pt x="71413" y="43186"/>
                  <a:pt x="72035" y="42813"/>
                  <a:pt x="72657" y="42464"/>
                </a:cubicBezTo>
                <a:close/>
                <a:moveTo>
                  <a:pt x="76789" y="44057"/>
                </a:moveTo>
                <a:cubicBezTo>
                  <a:pt x="76789" y="44082"/>
                  <a:pt x="76764" y="44082"/>
                  <a:pt x="76764" y="44132"/>
                </a:cubicBezTo>
                <a:lnTo>
                  <a:pt x="76739" y="44132"/>
                </a:lnTo>
                <a:cubicBezTo>
                  <a:pt x="76739" y="44082"/>
                  <a:pt x="76764" y="44082"/>
                  <a:pt x="76764" y="44057"/>
                </a:cubicBezTo>
                <a:close/>
                <a:moveTo>
                  <a:pt x="113329" y="33230"/>
                </a:moveTo>
                <a:cubicBezTo>
                  <a:pt x="113329" y="33255"/>
                  <a:pt x="113354" y="33304"/>
                  <a:pt x="113379" y="33304"/>
                </a:cubicBezTo>
                <a:cubicBezTo>
                  <a:pt x="113280" y="33976"/>
                  <a:pt x="113180" y="34624"/>
                  <a:pt x="113031" y="35321"/>
                </a:cubicBezTo>
                <a:cubicBezTo>
                  <a:pt x="113031" y="35370"/>
                  <a:pt x="113006" y="35420"/>
                  <a:pt x="113006" y="35470"/>
                </a:cubicBezTo>
                <a:cubicBezTo>
                  <a:pt x="112433" y="38283"/>
                  <a:pt x="111612" y="41170"/>
                  <a:pt x="110567" y="44132"/>
                </a:cubicBezTo>
                <a:lnTo>
                  <a:pt x="110517" y="44082"/>
                </a:lnTo>
                <a:cubicBezTo>
                  <a:pt x="111886" y="40324"/>
                  <a:pt x="112832" y="36690"/>
                  <a:pt x="113329" y="33230"/>
                </a:cubicBezTo>
                <a:close/>
                <a:moveTo>
                  <a:pt x="106211" y="40772"/>
                </a:moveTo>
                <a:cubicBezTo>
                  <a:pt x="107704" y="41792"/>
                  <a:pt x="109073" y="42912"/>
                  <a:pt x="110243" y="44132"/>
                </a:cubicBezTo>
                <a:cubicBezTo>
                  <a:pt x="110243" y="44157"/>
                  <a:pt x="110243" y="44157"/>
                  <a:pt x="110218" y="44182"/>
                </a:cubicBezTo>
                <a:cubicBezTo>
                  <a:pt x="109098" y="43012"/>
                  <a:pt x="107779" y="41917"/>
                  <a:pt x="106335" y="40921"/>
                </a:cubicBezTo>
                <a:cubicBezTo>
                  <a:pt x="106285" y="40846"/>
                  <a:pt x="106260" y="40821"/>
                  <a:pt x="106211" y="40772"/>
                </a:cubicBezTo>
                <a:close/>
                <a:moveTo>
                  <a:pt x="80199" y="44082"/>
                </a:moveTo>
                <a:cubicBezTo>
                  <a:pt x="80249" y="44082"/>
                  <a:pt x="80274" y="44082"/>
                  <a:pt x="80349" y="44132"/>
                </a:cubicBezTo>
                <a:cubicBezTo>
                  <a:pt x="80398" y="44132"/>
                  <a:pt x="80473" y="44157"/>
                  <a:pt x="80573" y="44182"/>
                </a:cubicBezTo>
                <a:cubicBezTo>
                  <a:pt x="80556" y="44190"/>
                  <a:pt x="80542" y="44193"/>
                  <a:pt x="80529" y="44193"/>
                </a:cubicBezTo>
                <a:cubicBezTo>
                  <a:pt x="80504" y="44193"/>
                  <a:pt x="80481" y="44182"/>
                  <a:pt x="80448" y="44182"/>
                </a:cubicBezTo>
                <a:lnTo>
                  <a:pt x="80374" y="44182"/>
                </a:lnTo>
                <a:lnTo>
                  <a:pt x="80100" y="44082"/>
                </a:lnTo>
                <a:close/>
                <a:moveTo>
                  <a:pt x="101506" y="38332"/>
                </a:moveTo>
                <a:cubicBezTo>
                  <a:pt x="101531" y="38332"/>
                  <a:pt x="101531" y="38357"/>
                  <a:pt x="101556" y="38357"/>
                </a:cubicBezTo>
                <a:cubicBezTo>
                  <a:pt x="100834" y="40299"/>
                  <a:pt x="100038" y="42215"/>
                  <a:pt x="99141" y="44182"/>
                </a:cubicBezTo>
                <a:cubicBezTo>
                  <a:pt x="99092" y="44182"/>
                  <a:pt x="99067" y="44207"/>
                  <a:pt x="99042" y="44207"/>
                </a:cubicBezTo>
                <a:cubicBezTo>
                  <a:pt x="99938" y="42265"/>
                  <a:pt x="100784" y="40249"/>
                  <a:pt x="101506" y="38332"/>
                </a:cubicBezTo>
                <a:close/>
                <a:moveTo>
                  <a:pt x="48886" y="36889"/>
                </a:moveTo>
                <a:cubicBezTo>
                  <a:pt x="50206" y="38731"/>
                  <a:pt x="51599" y="40473"/>
                  <a:pt x="52993" y="42116"/>
                </a:cubicBezTo>
                <a:cubicBezTo>
                  <a:pt x="52993" y="42166"/>
                  <a:pt x="53018" y="42166"/>
                  <a:pt x="53018" y="42190"/>
                </a:cubicBezTo>
                <a:cubicBezTo>
                  <a:pt x="53267" y="42489"/>
                  <a:pt x="53566" y="42788"/>
                  <a:pt x="53815" y="43087"/>
                </a:cubicBezTo>
                <a:cubicBezTo>
                  <a:pt x="53989" y="43311"/>
                  <a:pt x="54188" y="43535"/>
                  <a:pt x="54387" y="43734"/>
                </a:cubicBezTo>
                <a:cubicBezTo>
                  <a:pt x="54561" y="43908"/>
                  <a:pt x="54711" y="44057"/>
                  <a:pt x="54860" y="44232"/>
                </a:cubicBezTo>
                <a:cubicBezTo>
                  <a:pt x="54835" y="44232"/>
                  <a:pt x="54835" y="44281"/>
                  <a:pt x="54810" y="44281"/>
                </a:cubicBezTo>
                <a:cubicBezTo>
                  <a:pt x="54636" y="44082"/>
                  <a:pt x="54462" y="43908"/>
                  <a:pt x="54313" y="43709"/>
                </a:cubicBezTo>
                <a:cubicBezTo>
                  <a:pt x="54263" y="43684"/>
                  <a:pt x="54238" y="43659"/>
                  <a:pt x="54238" y="43609"/>
                </a:cubicBezTo>
                <a:cubicBezTo>
                  <a:pt x="52396" y="41568"/>
                  <a:pt x="50579" y="39303"/>
                  <a:pt x="48861" y="36938"/>
                </a:cubicBezTo>
                <a:cubicBezTo>
                  <a:pt x="48861" y="36938"/>
                  <a:pt x="48886" y="36938"/>
                  <a:pt x="48886" y="36889"/>
                </a:cubicBezTo>
                <a:close/>
                <a:moveTo>
                  <a:pt x="80747" y="44256"/>
                </a:moveTo>
                <a:cubicBezTo>
                  <a:pt x="80822" y="44256"/>
                  <a:pt x="80896" y="44281"/>
                  <a:pt x="80971" y="44281"/>
                </a:cubicBezTo>
                <a:cubicBezTo>
                  <a:pt x="80896" y="44281"/>
                  <a:pt x="80822" y="44281"/>
                  <a:pt x="80747" y="44256"/>
                </a:cubicBezTo>
                <a:close/>
                <a:moveTo>
                  <a:pt x="62079" y="38830"/>
                </a:moveTo>
                <a:cubicBezTo>
                  <a:pt x="62079" y="38855"/>
                  <a:pt x="62103" y="38855"/>
                  <a:pt x="62103" y="38880"/>
                </a:cubicBezTo>
                <a:cubicBezTo>
                  <a:pt x="59714" y="40597"/>
                  <a:pt x="57424" y="42415"/>
                  <a:pt x="55184" y="44306"/>
                </a:cubicBezTo>
                <a:cubicBezTo>
                  <a:pt x="55184" y="44281"/>
                  <a:pt x="55134" y="44281"/>
                  <a:pt x="55134" y="44256"/>
                </a:cubicBezTo>
                <a:cubicBezTo>
                  <a:pt x="57374" y="42340"/>
                  <a:pt x="59689" y="40548"/>
                  <a:pt x="62079" y="38830"/>
                </a:cubicBezTo>
                <a:close/>
                <a:moveTo>
                  <a:pt x="79627" y="44281"/>
                </a:moveTo>
                <a:cubicBezTo>
                  <a:pt x="79627" y="44281"/>
                  <a:pt x="79652" y="44281"/>
                  <a:pt x="79702" y="44306"/>
                </a:cubicBezTo>
                <a:lnTo>
                  <a:pt x="79627" y="44306"/>
                </a:lnTo>
                <a:lnTo>
                  <a:pt x="79602" y="44281"/>
                </a:lnTo>
                <a:close/>
                <a:moveTo>
                  <a:pt x="78034" y="44281"/>
                </a:moveTo>
                <a:cubicBezTo>
                  <a:pt x="78009" y="44281"/>
                  <a:pt x="78009" y="44281"/>
                  <a:pt x="78034" y="44306"/>
                </a:cubicBezTo>
                <a:cubicBezTo>
                  <a:pt x="78009" y="44306"/>
                  <a:pt x="78009" y="44306"/>
                  <a:pt x="78009" y="44331"/>
                </a:cubicBezTo>
                <a:cubicBezTo>
                  <a:pt x="78009" y="44306"/>
                  <a:pt x="78009" y="44306"/>
                  <a:pt x="77984" y="44281"/>
                </a:cubicBezTo>
                <a:close/>
                <a:moveTo>
                  <a:pt x="70492" y="43734"/>
                </a:moveTo>
                <a:cubicBezTo>
                  <a:pt x="70940" y="43933"/>
                  <a:pt x="71388" y="44157"/>
                  <a:pt x="71811" y="44306"/>
                </a:cubicBezTo>
                <a:cubicBezTo>
                  <a:pt x="71811" y="44331"/>
                  <a:pt x="71786" y="44331"/>
                  <a:pt x="71786" y="44356"/>
                </a:cubicBezTo>
                <a:cubicBezTo>
                  <a:pt x="71313" y="44207"/>
                  <a:pt x="70890" y="43983"/>
                  <a:pt x="70417" y="43784"/>
                </a:cubicBezTo>
                <a:cubicBezTo>
                  <a:pt x="70442" y="43784"/>
                  <a:pt x="70442" y="43734"/>
                  <a:pt x="70492" y="43734"/>
                </a:cubicBezTo>
                <a:close/>
                <a:moveTo>
                  <a:pt x="72632" y="43908"/>
                </a:moveTo>
                <a:lnTo>
                  <a:pt x="72632" y="44356"/>
                </a:lnTo>
                <a:cubicBezTo>
                  <a:pt x="72558" y="44331"/>
                  <a:pt x="72483" y="44331"/>
                  <a:pt x="72408" y="44306"/>
                </a:cubicBezTo>
                <a:cubicBezTo>
                  <a:pt x="72458" y="44182"/>
                  <a:pt x="72558" y="44032"/>
                  <a:pt x="72632" y="43908"/>
                </a:cubicBezTo>
                <a:close/>
                <a:moveTo>
                  <a:pt x="115370" y="38308"/>
                </a:moveTo>
                <a:lnTo>
                  <a:pt x="115370" y="38357"/>
                </a:lnTo>
                <a:cubicBezTo>
                  <a:pt x="114350" y="40373"/>
                  <a:pt x="112956" y="42290"/>
                  <a:pt x="111214" y="43933"/>
                </a:cubicBezTo>
                <a:lnTo>
                  <a:pt x="111164" y="43958"/>
                </a:lnTo>
                <a:lnTo>
                  <a:pt x="111089" y="44057"/>
                </a:lnTo>
                <a:cubicBezTo>
                  <a:pt x="110965" y="44157"/>
                  <a:pt x="110865" y="44281"/>
                  <a:pt x="110741" y="44356"/>
                </a:cubicBezTo>
                <a:cubicBezTo>
                  <a:pt x="110766" y="44331"/>
                  <a:pt x="110766" y="44331"/>
                  <a:pt x="110741" y="44306"/>
                </a:cubicBezTo>
                <a:lnTo>
                  <a:pt x="110815" y="44256"/>
                </a:lnTo>
                <a:cubicBezTo>
                  <a:pt x="110990" y="44057"/>
                  <a:pt x="111214" y="43883"/>
                  <a:pt x="111388" y="43684"/>
                </a:cubicBezTo>
                <a:lnTo>
                  <a:pt x="111861" y="43211"/>
                </a:lnTo>
                <a:lnTo>
                  <a:pt x="112135" y="42937"/>
                </a:lnTo>
                <a:cubicBezTo>
                  <a:pt x="112309" y="42738"/>
                  <a:pt x="112458" y="42589"/>
                  <a:pt x="112608" y="42415"/>
                </a:cubicBezTo>
                <a:cubicBezTo>
                  <a:pt x="112657" y="42315"/>
                  <a:pt x="112732" y="42265"/>
                  <a:pt x="112832" y="42166"/>
                </a:cubicBezTo>
                <a:cubicBezTo>
                  <a:pt x="112981" y="41966"/>
                  <a:pt x="113130" y="41792"/>
                  <a:pt x="113280" y="41568"/>
                </a:cubicBezTo>
                <a:cubicBezTo>
                  <a:pt x="113329" y="41494"/>
                  <a:pt x="113379" y="41444"/>
                  <a:pt x="113404" y="41419"/>
                </a:cubicBezTo>
                <a:cubicBezTo>
                  <a:pt x="113578" y="41195"/>
                  <a:pt x="113703" y="40996"/>
                  <a:pt x="113852" y="40797"/>
                </a:cubicBezTo>
                <a:cubicBezTo>
                  <a:pt x="113902" y="40697"/>
                  <a:pt x="113977" y="40622"/>
                  <a:pt x="114001" y="40548"/>
                </a:cubicBezTo>
                <a:cubicBezTo>
                  <a:pt x="114325" y="40075"/>
                  <a:pt x="114624" y="39602"/>
                  <a:pt x="114873" y="39129"/>
                </a:cubicBezTo>
                <a:cubicBezTo>
                  <a:pt x="114898" y="39104"/>
                  <a:pt x="114898" y="39079"/>
                  <a:pt x="114947" y="39054"/>
                </a:cubicBezTo>
                <a:cubicBezTo>
                  <a:pt x="115072" y="38830"/>
                  <a:pt x="115196" y="38631"/>
                  <a:pt x="115321" y="38432"/>
                </a:cubicBezTo>
                <a:lnTo>
                  <a:pt x="115321" y="38382"/>
                </a:lnTo>
                <a:cubicBezTo>
                  <a:pt x="115346" y="38357"/>
                  <a:pt x="115346" y="38332"/>
                  <a:pt x="115370" y="38308"/>
                </a:cubicBezTo>
                <a:close/>
                <a:moveTo>
                  <a:pt x="79278" y="44306"/>
                </a:moveTo>
                <a:cubicBezTo>
                  <a:pt x="79278" y="44306"/>
                  <a:pt x="79328" y="44306"/>
                  <a:pt x="79328" y="44331"/>
                </a:cubicBezTo>
                <a:cubicBezTo>
                  <a:pt x="79253" y="44331"/>
                  <a:pt x="79204" y="44381"/>
                  <a:pt x="79129" y="44381"/>
                </a:cubicBezTo>
                <a:cubicBezTo>
                  <a:pt x="79154" y="44381"/>
                  <a:pt x="79204" y="44331"/>
                  <a:pt x="79204" y="44331"/>
                </a:cubicBezTo>
                <a:cubicBezTo>
                  <a:pt x="79229" y="44306"/>
                  <a:pt x="79229" y="44306"/>
                  <a:pt x="79253" y="44306"/>
                </a:cubicBezTo>
                <a:close/>
                <a:moveTo>
                  <a:pt x="105090" y="40174"/>
                </a:moveTo>
                <a:cubicBezTo>
                  <a:pt x="105090" y="40174"/>
                  <a:pt x="105115" y="40174"/>
                  <a:pt x="105115" y="40199"/>
                </a:cubicBezTo>
                <a:cubicBezTo>
                  <a:pt x="105016" y="40274"/>
                  <a:pt x="104966" y="40349"/>
                  <a:pt x="104866" y="40423"/>
                </a:cubicBezTo>
                <a:cubicBezTo>
                  <a:pt x="104742" y="40548"/>
                  <a:pt x="104618" y="40672"/>
                  <a:pt x="104468" y="40797"/>
                </a:cubicBezTo>
                <a:lnTo>
                  <a:pt x="103995" y="41170"/>
                </a:lnTo>
                <a:cubicBezTo>
                  <a:pt x="103846" y="41294"/>
                  <a:pt x="103721" y="41419"/>
                  <a:pt x="103547" y="41543"/>
                </a:cubicBezTo>
                <a:cubicBezTo>
                  <a:pt x="103423" y="41643"/>
                  <a:pt x="103273" y="41742"/>
                  <a:pt x="103149" y="41842"/>
                </a:cubicBezTo>
                <a:cubicBezTo>
                  <a:pt x="102975" y="41966"/>
                  <a:pt x="102800" y="42116"/>
                  <a:pt x="102626" y="42265"/>
                </a:cubicBezTo>
                <a:cubicBezTo>
                  <a:pt x="102502" y="42340"/>
                  <a:pt x="102377" y="42415"/>
                  <a:pt x="102278" y="42514"/>
                </a:cubicBezTo>
                <a:cubicBezTo>
                  <a:pt x="102104" y="42639"/>
                  <a:pt x="101880" y="42788"/>
                  <a:pt x="101680" y="42912"/>
                </a:cubicBezTo>
                <a:lnTo>
                  <a:pt x="101407" y="43087"/>
                </a:lnTo>
                <a:cubicBezTo>
                  <a:pt x="101183" y="43261"/>
                  <a:pt x="100934" y="43385"/>
                  <a:pt x="100735" y="43535"/>
                </a:cubicBezTo>
                <a:cubicBezTo>
                  <a:pt x="100660" y="43559"/>
                  <a:pt x="100560" y="43634"/>
                  <a:pt x="100510" y="43659"/>
                </a:cubicBezTo>
                <a:cubicBezTo>
                  <a:pt x="100262" y="43808"/>
                  <a:pt x="99988" y="43958"/>
                  <a:pt x="99739" y="44082"/>
                </a:cubicBezTo>
                <a:cubicBezTo>
                  <a:pt x="99689" y="44132"/>
                  <a:pt x="99639" y="44132"/>
                  <a:pt x="99614" y="44157"/>
                </a:cubicBezTo>
                <a:cubicBezTo>
                  <a:pt x="99415" y="44306"/>
                  <a:pt x="99316" y="44381"/>
                  <a:pt x="99241" y="44381"/>
                </a:cubicBezTo>
                <a:cubicBezTo>
                  <a:pt x="99241" y="44331"/>
                  <a:pt x="99266" y="44331"/>
                  <a:pt x="99266" y="44306"/>
                </a:cubicBezTo>
                <a:cubicBezTo>
                  <a:pt x="99365" y="44281"/>
                  <a:pt x="99415" y="44207"/>
                  <a:pt x="99515" y="44182"/>
                </a:cubicBezTo>
                <a:cubicBezTo>
                  <a:pt x="99565" y="44157"/>
                  <a:pt x="99614" y="44132"/>
                  <a:pt x="99664" y="44082"/>
                </a:cubicBezTo>
                <a:cubicBezTo>
                  <a:pt x="99913" y="43958"/>
                  <a:pt x="100162" y="43808"/>
                  <a:pt x="100411" y="43659"/>
                </a:cubicBezTo>
                <a:cubicBezTo>
                  <a:pt x="100510" y="43584"/>
                  <a:pt x="100560" y="43559"/>
                  <a:pt x="100660" y="43510"/>
                </a:cubicBezTo>
                <a:cubicBezTo>
                  <a:pt x="100884" y="43360"/>
                  <a:pt x="101108" y="43211"/>
                  <a:pt x="101307" y="43087"/>
                </a:cubicBezTo>
                <a:cubicBezTo>
                  <a:pt x="101407" y="43037"/>
                  <a:pt x="101531" y="42962"/>
                  <a:pt x="101631" y="42912"/>
                </a:cubicBezTo>
                <a:cubicBezTo>
                  <a:pt x="101805" y="42788"/>
                  <a:pt x="102004" y="42663"/>
                  <a:pt x="102178" y="42489"/>
                </a:cubicBezTo>
                <a:lnTo>
                  <a:pt x="102552" y="42215"/>
                </a:lnTo>
                <a:cubicBezTo>
                  <a:pt x="102726" y="42091"/>
                  <a:pt x="102900" y="41966"/>
                  <a:pt x="103049" y="41842"/>
                </a:cubicBezTo>
                <a:cubicBezTo>
                  <a:pt x="103224" y="41718"/>
                  <a:pt x="103348" y="41643"/>
                  <a:pt x="103497" y="41494"/>
                </a:cubicBezTo>
                <a:cubicBezTo>
                  <a:pt x="103647" y="41369"/>
                  <a:pt x="103771" y="41245"/>
                  <a:pt x="103921" y="41145"/>
                </a:cubicBezTo>
                <a:lnTo>
                  <a:pt x="104394" y="40772"/>
                </a:lnTo>
                <a:cubicBezTo>
                  <a:pt x="104518" y="40647"/>
                  <a:pt x="104642" y="40523"/>
                  <a:pt x="104792" y="40398"/>
                </a:cubicBezTo>
                <a:cubicBezTo>
                  <a:pt x="104891" y="40324"/>
                  <a:pt x="104966" y="40224"/>
                  <a:pt x="105041" y="40174"/>
                </a:cubicBezTo>
                <a:close/>
                <a:moveTo>
                  <a:pt x="77735" y="44331"/>
                </a:moveTo>
                <a:lnTo>
                  <a:pt x="77760" y="44381"/>
                </a:lnTo>
                <a:cubicBezTo>
                  <a:pt x="77760" y="44381"/>
                  <a:pt x="77760" y="44406"/>
                  <a:pt x="77785" y="44406"/>
                </a:cubicBezTo>
                <a:lnTo>
                  <a:pt x="77735" y="44406"/>
                </a:lnTo>
                <a:cubicBezTo>
                  <a:pt x="77685" y="44406"/>
                  <a:pt x="77660" y="44406"/>
                  <a:pt x="77660" y="44381"/>
                </a:cubicBezTo>
                <a:cubicBezTo>
                  <a:pt x="77710" y="44381"/>
                  <a:pt x="77735" y="44331"/>
                  <a:pt x="77735" y="44331"/>
                </a:cubicBezTo>
                <a:close/>
                <a:moveTo>
                  <a:pt x="72905" y="43305"/>
                </a:moveTo>
                <a:lnTo>
                  <a:pt x="72905" y="43305"/>
                </a:lnTo>
                <a:cubicBezTo>
                  <a:pt x="72881" y="43696"/>
                  <a:pt x="72857" y="44063"/>
                  <a:pt x="72881" y="44431"/>
                </a:cubicBezTo>
                <a:cubicBezTo>
                  <a:pt x="72832" y="44431"/>
                  <a:pt x="72832" y="44431"/>
                  <a:pt x="72807" y="44406"/>
                </a:cubicBezTo>
                <a:cubicBezTo>
                  <a:pt x="72807" y="44082"/>
                  <a:pt x="72807" y="43759"/>
                  <a:pt x="72856" y="43435"/>
                </a:cubicBezTo>
                <a:cubicBezTo>
                  <a:pt x="72878" y="43392"/>
                  <a:pt x="72900" y="43349"/>
                  <a:pt x="72905" y="43305"/>
                </a:cubicBezTo>
                <a:close/>
                <a:moveTo>
                  <a:pt x="74848" y="41294"/>
                </a:moveTo>
                <a:cubicBezTo>
                  <a:pt x="75122" y="41543"/>
                  <a:pt x="75395" y="41718"/>
                  <a:pt x="75669" y="41942"/>
                </a:cubicBezTo>
                <a:cubicBezTo>
                  <a:pt x="75744" y="42066"/>
                  <a:pt x="75819" y="42190"/>
                  <a:pt x="75893" y="42315"/>
                </a:cubicBezTo>
                <a:cubicBezTo>
                  <a:pt x="75893" y="42340"/>
                  <a:pt x="75918" y="42340"/>
                  <a:pt x="75918" y="42365"/>
                </a:cubicBezTo>
                <a:cubicBezTo>
                  <a:pt x="75918" y="42415"/>
                  <a:pt x="75968" y="42415"/>
                  <a:pt x="75968" y="42439"/>
                </a:cubicBezTo>
                <a:cubicBezTo>
                  <a:pt x="76018" y="42564"/>
                  <a:pt x="76092" y="42663"/>
                  <a:pt x="76167" y="42788"/>
                </a:cubicBezTo>
                <a:lnTo>
                  <a:pt x="76366" y="43062"/>
                </a:lnTo>
                <a:cubicBezTo>
                  <a:pt x="76391" y="43111"/>
                  <a:pt x="76466" y="43186"/>
                  <a:pt x="76491" y="43236"/>
                </a:cubicBezTo>
                <a:cubicBezTo>
                  <a:pt x="76491" y="43286"/>
                  <a:pt x="76515" y="43286"/>
                  <a:pt x="76515" y="43311"/>
                </a:cubicBezTo>
                <a:lnTo>
                  <a:pt x="76715" y="43584"/>
                </a:lnTo>
                <a:lnTo>
                  <a:pt x="76739" y="43609"/>
                </a:lnTo>
                <a:cubicBezTo>
                  <a:pt x="76665" y="43709"/>
                  <a:pt x="76640" y="43808"/>
                  <a:pt x="76590" y="43908"/>
                </a:cubicBezTo>
                <a:cubicBezTo>
                  <a:pt x="75669" y="43983"/>
                  <a:pt x="74723" y="44182"/>
                  <a:pt x="73728" y="44431"/>
                </a:cubicBezTo>
                <a:cubicBezTo>
                  <a:pt x="74001" y="43435"/>
                  <a:pt x="74225" y="42489"/>
                  <a:pt x="74350" y="41568"/>
                </a:cubicBezTo>
                <a:cubicBezTo>
                  <a:pt x="74524" y="41444"/>
                  <a:pt x="74674" y="41394"/>
                  <a:pt x="74848" y="41294"/>
                </a:cubicBezTo>
                <a:close/>
                <a:moveTo>
                  <a:pt x="77287" y="44256"/>
                </a:moveTo>
                <a:cubicBezTo>
                  <a:pt x="77287" y="44256"/>
                  <a:pt x="77287" y="44281"/>
                  <a:pt x="77337" y="44281"/>
                </a:cubicBezTo>
                <a:cubicBezTo>
                  <a:pt x="77138" y="44331"/>
                  <a:pt x="76988" y="44406"/>
                  <a:pt x="76789" y="44456"/>
                </a:cubicBezTo>
                <a:cubicBezTo>
                  <a:pt x="76839" y="44431"/>
                  <a:pt x="76889" y="44331"/>
                  <a:pt x="76914" y="44281"/>
                </a:cubicBezTo>
                <a:cubicBezTo>
                  <a:pt x="77038" y="44281"/>
                  <a:pt x="77163" y="44281"/>
                  <a:pt x="77287" y="44256"/>
                </a:cubicBezTo>
                <a:close/>
                <a:moveTo>
                  <a:pt x="55010" y="44406"/>
                </a:moveTo>
                <a:cubicBezTo>
                  <a:pt x="55010" y="44431"/>
                  <a:pt x="55059" y="44431"/>
                  <a:pt x="55059" y="44456"/>
                </a:cubicBezTo>
                <a:cubicBezTo>
                  <a:pt x="55010" y="44456"/>
                  <a:pt x="55010" y="44480"/>
                  <a:pt x="54985" y="44480"/>
                </a:cubicBezTo>
                <a:cubicBezTo>
                  <a:pt x="54960" y="44456"/>
                  <a:pt x="54960" y="44431"/>
                  <a:pt x="54960" y="44431"/>
                </a:cubicBezTo>
                <a:cubicBezTo>
                  <a:pt x="54985" y="44431"/>
                  <a:pt x="54985" y="44406"/>
                  <a:pt x="55010" y="44406"/>
                </a:cubicBezTo>
                <a:close/>
                <a:moveTo>
                  <a:pt x="74175" y="41651"/>
                </a:moveTo>
                <a:cubicBezTo>
                  <a:pt x="74050" y="42545"/>
                  <a:pt x="73851" y="43513"/>
                  <a:pt x="73553" y="44456"/>
                </a:cubicBezTo>
                <a:cubicBezTo>
                  <a:pt x="73529" y="44456"/>
                  <a:pt x="73529" y="44456"/>
                  <a:pt x="73504" y="44480"/>
                </a:cubicBezTo>
                <a:cubicBezTo>
                  <a:pt x="73777" y="43535"/>
                  <a:pt x="74001" y="42589"/>
                  <a:pt x="74126" y="41693"/>
                </a:cubicBezTo>
                <a:cubicBezTo>
                  <a:pt x="74148" y="41671"/>
                  <a:pt x="74169" y="41668"/>
                  <a:pt x="74175" y="41651"/>
                </a:cubicBezTo>
                <a:close/>
                <a:moveTo>
                  <a:pt x="110639" y="44480"/>
                </a:moveTo>
                <a:cubicBezTo>
                  <a:pt x="110640" y="44487"/>
                  <a:pt x="110641" y="44495"/>
                  <a:pt x="110641" y="44505"/>
                </a:cubicBezTo>
                <a:cubicBezTo>
                  <a:pt x="110616" y="44505"/>
                  <a:pt x="110616" y="44530"/>
                  <a:pt x="110616" y="44530"/>
                </a:cubicBezTo>
                <a:lnTo>
                  <a:pt x="110616" y="44530"/>
                </a:lnTo>
                <a:cubicBezTo>
                  <a:pt x="110616" y="44510"/>
                  <a:pt x="110632" y="44506"/>
                  <a:pt x="110639" y="44480"/>
                </a:cubicBezTo>
                <a:close/>
                <a:moveTo>
                  <a:pt x="73927" y="41792"/>
                </a:moveTo>
                <a:lnTo>
                  <a:pt x="73927" y="41792"/>
                </a:lnTo>
                <a:cubicBezTo>
                  <a:pt x="73802" y="42688"/>
                  <a:pt x="73603" y="43584"/>
                  <a:pt x="73304" y="44530"/>
                </a:cubicBezTo>
                <a:lnTo>
                  <a:pt x="73280" y="44530"/>
                </a:lnTo>
                <a:cubicBezTo>
                  <a:pt x="73230" y="44530"/>
                  <a:pt x="73155" y="44505"/>
                  <a:pt x="73080" y="44505"/>
                </a:cubicBezTo>
                <a:cubicBezTo>
                  <a:pt x="73056" y="43908"/>
                  <a:pt x="73080" y="43335"/>
                  <a:pt x="73180" y="42788"/>
                </a:cubicBezTo>
                <a:cubicBezTo>
                  <a:pt x="73304" y="42539"/>
                  <a:pt x="73404" y="42290"/>
                  <a:pt x="73529" y="42016"/>
                </a:cubicBezTo>
                <a:cubicBezTo>
                  <a:pt x="73653" y="41917"/>
                  <a:pt x="73777" y="41842"/>
                  <a:pt x="73927" y="41792"/>
                </a:cubicBezTo>
                <a:close/>
                <a:moveTo>
                  <a:pt x="78407" y="44505"/>
                </a:moveTo>
                <a:cubicBezTo>
                  <a:pt x="78382" y="44505"/>
                  <a:pt x="78357" y="44505"/>
                  <a:pt x="78283" y="44530"/>
                </a:cubicBezTo>
                <a:cubicBezTo>
                  <a:pt x="78333" y="44505"/>
                  <a:pt x="78357" y="44505"/>
                  <a:pt x="78407" y="44505"/>
                </a:cubicBezTo>
                <a:close/>
                <a:moveTo>
                  <a:pt x="87468" y="42887"/>
                </a:moveTo>
                <a:cubicBezTo>
                  <a:pt x="87194" y="43435"/>
                  <a:pt x="86870" y="43983"/>
                  <a:pt x="86571" y="44555"/>
                </a:cubicBezTo>
                <a:lnTo>
                  <a:pt x="86497" y="44555"/>
                </a:lnTo>
                <a:cubicBezTo>
                  <a:pt x="86845" y="43983"/>
                  <a:pt x="87119" y="43435"/>
                  <a:pt x="87418" y="42887"/>
                </a:cubicBezTo>
                <a:close/>
                <a:moveTo>
                  <a:pt x="87692" y="42912"/>
                </a:moveTo>
                <a:cubicBezTo>
                  <a:pt x="88911" y="42962"/>
                  <a:pt x="90031" y="43186"/>
                  <a:pt x="91077" y="43510"/>
                </a:cubicBezTo>
                <a:cubicBezTo>
                  <a:pt x="89683" y="44032"/>
                  <a:pt x="88239" y="44406"/>
                  <a:pt x="86820" y="44555"/>
                </a:cubicBezTo>
                <a:cubicBezTo>
                  <a:pt x="87119" y="43983"/>
                  <a:pt x="87418" y="43435"/>
                  <a:pt x="87692" y="42912"/>
                </a:cubicBezTo>
                <a:close/>
                <a:moveTo>
                  <a:pt x="98992" y="44456"/>
                </a:moveTo>
                <a:cubicBezTo>
                  <a:pt x="98992" y="44480"/>
                  <a:pt x="98942" y="44480"/>
                  <a:pt x="98942" y="44530"/>
                </a:cubicBezTo>
                <a:lnTo>
                  <a:pt x="98942" y="44555"/>
                </a:lnTo>
                <a:cubicBezTo>
                  <a:pt x="98917" y="44555"/>
                  <a:pt x="98893" y="44580"/>
                  <a:pt x="98868" y="44580"/>
                </a:cubicBezTo>
                <a:cubicBezTo>
                  <a:pt x="98868" y="44580"/>
                  <a:pt x="98868" y="44555"/>
                  <a:pt x="98893" y="44555"/>
                </a:cubicBezTo>
                <a:cubicBezTo>
                  <a:pt x="98893" y="44530"/>
                  <a:pt x="98893" y="44530"/>
                  <a:pt x="98917" y="44480"/>
                </a:cubicBezTo>
                <a:cubicBezTo>
                  <a:pt x="98917" y="44485"/>
                  <a:pt x="98918" y="44487"/>
                  <a:pt x="98920" y="44487"/>
                </a:cubicBezTo>
                <a:cubicBezTo>
                  <a:pt x="98928" y="44487"/>
                  <a:pt x="98952" y="44456"/>
                  <a:pt x="98992" y="44456"/>
                </a:cubicBezTo>
                <a:close/>
                <a:moveTo>
                  <a:pt x="76665" y="44306"/>
                </a:moveTo>
                <a:cubicBezTo>
                  <a:pt x="76615" y="44406"/>
                  <a:pt x="76540" y="44505"/>
                  <a:pt x="76515" y="44580"/>
                </a:cubicBezTo>
                <a:cubicBezTo>
                  <a:pt x="76491" y="44580"/>
                  <a:pt x="76466" y="44605"/>
                  <a:pt x="76466" y="44605"/>
                </a:cubicBezTo>
                <a:cubicBezTo>
                  <a:pt x="76515" y="44530"/>
                  <a:pt x="76590" y="44431"/>
                  <a:pt x="76640" y="44306"/>
                </a:cubicBezTo>
                <a:close/>
                <a:moveTo>
                  <a:pt x="77461" y="44431"/>
                </a:moveTo>
                <a:cubicBezTo>
                  <a:pt x="77461" y="44456"/>
                  <a:pt x="77486" y="44456"/>
                  <a:pt x="77486" y="44480"/>
                </a:cubicBezTo>
                <a:cubicBezTo>
                  <a:pt x="77461" y="44480"/>
                  <a:pt x="77461" y="44480"/>
                  <a:pt x="77412" y="44530"/>
                </a:cubicBezTo>
                <a:cubicBezTo>
                  <a:pt x="77337" y="44555"/>
                  <a:pt x="77212" y="44580"/>
                  <a:pt x="77113" y="44580"/>
                </a:cubicBezTo>
                <a:cubicBezTo>
                  <a:pt x="77038" y="44580"/>
                  <a:pt x="76988" y="44605"/>
                  <a:pt x="76963" y="44605"/>
                </a:cubicBezTo>
                <a:cubicBezTo>
                  <a:pt x="77138" y="44555"/>
                  <a:pt x="77287" y="44505"/>
                  <a:pt x="77461" y="44431"/>
                </a:cubicBezTo>
                <a:close/>
                <a:moveTo>
                  <a:pt x="81618" y="44456"/>
                </a:moveTo>
                <a:cubicBezTo>
                  <a:pt x="81842" y="44480"/>
                  <a:pt x="82016" y="44555"/>
                  <a:pt x="82240" y="44580"/>
                </a:cubicBezTo>
                <a:lnTo>
                  <a:pt x="82265" y="44580"/>
                </a:lnTo>
                <a:cubicBezTo>
                  <a:pt x="82298" y="44591"/>
                  <a:pt x="82321" y="44606"/>
                  <a:pt x="82343" y="44620"/>
                </a:cubicBezTo>
                <a:lnTo>
                  <a:pt x="82343" y="44620"/>
                </a:lnTo>
                <a:cubicBezTo>
                  <a:pt x="82273" y="44605"/>
                  <a:pt x="82200" y="44605"/>
                  <a:pt x="82116" y="44605"/>
                </a:cubicBezTo>
                <a:cubicBezTo>
                  <a:pt x="81991" y="44555"/>
                  <a:pt x="81817" y="44530"/>
                  <a:pt x="81618" y="44456"/>
                </a:cubicBezTo>
                <a:close/>
                <a:moveTo>
                  <a:pt x="72309" y="44456"/>
                </a:moveTo>
                <a:cubicBezTo>
                  <a:pt x="72408" y="44505"/>
                  <a:pt x="72533" y="44530"/>
                  <a:pt x="72632" y="44555"/>
                </a:cubicBezTo>
                <a:lnTo>
                  <a:pt x="72632" y="44630"/>
                </a:lnTo>
                <a:cubicBezTo>
                  <a:pt x="72508" y="44580"/>
                  <a:pt x="72408" y="44555"/>
                  <a:pt x="72284" y="44530"/>
                </a:cubicBezTo>
                <a:cubicBezTo>
                  <a:pt x="72284" y="44505"/>
                  <a:pt x="72309" y="44505"/>
                  <a:pt x="72309" y="44456"/>
                </a:cubicBezTo>
                <a:close/>
                <a:moveTo>
                  <a:pt x="86633" y="42877"/>
                </a:moveTo>
                <a:cubicBezTo>
                  <a:pt x="86830" y="42877"/>
                  <a:pt x="87026" y="42881"/>
                  <a:pt x="87219" y="42887"/>
                </a:cubicBezTo>
                <a:cubicBezTo>
                  <a:pt x="86920" y="43435"/>
                  <a:pt x="86621" y="44032"/>
                  <a:pt x="86323" y="44580"/>
                </a:cubicBezTo>
                <a:cubicBezTo>
                  <a:pt x="86123" y="44580"/>
                  <a:pt x="85949" y="44605"/>
                  <a:pt x="85750" y="44605"/>
                </a:cubicBezTo>
                <a:cubicBezTo>
                  <a:pt x="85482" y="44622"/>
                  <a:pt x="85215" y="44630"/>
                  <a:pt x="84949" y="44630"/>
                </a:cubicBezTo>
                <a:cubicBezTo>
                  <a:pt x="84054" y="44630"/>
                  <a:pt x="83167" y="44540"/>
                  <a:pt x="82265" y="44406"/>
                </a:cubicBezTo>
                <a:cubicBezTo>
                  <a:pt x="81767" y="44256"/>
                  <a:pt x="81270" y="44082"/>
                  <a:pt x="80747" y="43983"/>
                </a:cubicBezTo>
                <a:lnTo>
                  <a:pt x="80747" y="43958"/>
                </a:lnTo>
                <a:lnTo>
                  <a:pt x="80647" y="43958"/>
                </a:lnTo>
                <a:cubicBezTo>
                  <a:pt x="80498" y="43933"/>
                  <a:pt x="80324" y="43908"/>
                  <a:pt x="80150" y="43833"/>
                </a:cubicBezTo>
                <a:lnTo>
                  <a:pt x="80125" y="43833"/>
                </a:lnTo>
                <a:cubicBezTo>
                  <a:pt x="82414" y="43221"/>
                  <a:pt x="84622" y="42877"/>
                  <a:pt x="86633" y="42877"/>
                </a:cubicBezTo>
                <a:close/>
                <a:moveTo>
                  <a:pt x="76491" y="44057"/>
                </a:moveTo>
                <a:cubicBezTo>
                  <a:pt x="76491" y="44132"/>
                  <a:pt x="76491" y="44132"/>
                  <a:pt x="76441" y="44157"/>
                </a:cubicBezTo>
                <a:cubicBezTo>
                  <a:pt x="75619" y="44256"/>
                  <a:pt x="74698" y="44431"/>
                  <a:pt x="73802" y="44655"/>
                </a:cubicBezTo>
                <a:cubicBezTo>
                  <a:pt x="73777" y="44655"/>
                  <a:pt x="73703" y="44655"/>
                  <a:pt x="73678" y="44605"/>
                </a:cubicBezTo>
                <a:lnTo>
                  <a:pt x="73678" y="44580"/>
                </a:lnTo>
                <a:cubicBezTo>
                  <a:pt x="74649" y="44331"/>
                  <a:pt x="75594" y="44182"/>
                  <a:pt x="76491" y="44057"/>
                </a:cubicBezTo>
                <a:close/>
                <a:moveTo>
                  <a:pt x="72853" y="44617"/>
                </a:moveTo>
                <a:cubicBezTo>
                  <a:pt x="72863" y="44617"/>
                  <a:pt x="72869" y="44630"/>
                  <a:pt x="72881" y="44655"/>
                </a:cubicBezTo>
                <a:cubicBezTo>
                  <a:pt x="72832" y="44655"/>
                  <a:pt x="72832" y="44655"/>
                  <a:pt x="72807" y="44680"/>
                </a:cubicBezTo>
                <a:lnTo>
                  <a:pt x="72807" y="44655"/>
                </a:lnTo>
                <a:cubicBezTo>
                  <a:pt x="72832" y="44630"/>
                  <a:pt x="72844" y="44617"/>
                  <a:pt x="72853" y="44617"/>
                </a:cubicBezTo>
                <a:close/>
                <a:moveTo>
                  <a:pt x="76341" y="44331"/>
                </a:moveTo>
                <a:cubicBezTo>
                  <a:pt x="76267" y="44456"/>
                  <a:pt x="76167" y="44580"/>
                  <a:pt x="76117" y="44704"/>
                </a:cubicBezTo>
                <a:cubicBezTo>
                  <a:pt x="75840" y="44751"/>
                  <a:pt x="75556" y="44770"/>
                  <a:pt x="75271" y="44770"/>
                </a:cubicBezTo>
                <a:cubicBezTo>
                  <a:pt x="74941" y="44770"/>
                  <a:pt x="74608" y="44744"/>
                  <a:pt x="74275" y="44704"/>
                </a:cubicBezTo>
                <a:cubicBezTo>
                  <a:pt x="74997" y="44555"/>
                  <a:pt x="75669" y="44431"/>
                  <a:pt x="76341" y="44331"/>
                </a:cubicBezTo>
                <a:close/>
                <a:moveTo>
                  <a:pt x="73230" y="44754"/>
                </a:moveTo>
                <a:lnTo>
                  <a:pt x="73230" y="44804"/>
                </a:lnTo>
                <a:cubicBezTo>
                  <a:pt x="73180" y="44779"/>
                  <a:pt x="73155" y="44779"/>
                  <a:pt x="73105" y="44779"/>
                </a:cubicBezTo>
                <a:cubicBezTo>
                  <a:pt x="73130" y="44779"/>
                  <a:pt x="73155" y="44754"/>
                  <a:pt x="73230" y="44754"/>
                </a:cubicBezTo>
                <a:close/>
                <a:moveTo>
                  <a:pt x="86447" y="44754"/>
                </a:moveTo>
                <a:cubicBezTo>
                  <a:pt x="86447" y="44767"/>
                  <a:pt x="86453" y="44773"/>
                  <a:pt x="86463" y="44773"/>
                </a:cubicBezTo>
                <a:cubicBezTo>
                  <a:pt x="86472" y="44773"/>
                  <a:pt x="86484" y="44767"/>
                  <a:pt x="86497" y="44754"/>
                </a:cubicBezTo>
                <a:lnTo>
                  <a:pt x="86497" y="44754"/>
                </a:lnTo>
                <a:cubicBezTo>
                  <a:pt x="86497" y="44779"/>
                  <a:pt x="86472" y="44779"/>
                  <a:pt x="86472" y="44804"/>
                </a:cubicBezTo>
                <a:lnTo>
                  <a:pt x="86422" y="44804"/>
                </a:lnTo>
                <a:cubicBezTo>
                  <a:pt x="86422" y="44779"/>
                  <a:pt x="86447" y="44779"/>
                  <a:pt x="86447" y="44754"/>
                </a:cubicBezTo>
                <a:close/>
                <a:moveTo>
                  <a:pt x="91351" y="43559"/>
                </a:moveTo>
                <a:cubicBezTo>
                  <a:pt x="91400" y="43559"/>
                  <a:pt x="91425" y="43584"/>
                  <a:pt x="91450" y="43584"/>
                </a:cubicBezTo>
                <a:cubicBezTo>
                  <a:pt x="89932" y="44256"/>
                  <a:pt x="88314" y="44655"/>
                  <a:pt x="86671" y="44804"/>
                </a:cubicBezTo>
                <a:cubicBezTo>
                  <a:pt x="86671" y="44779"/>
                  <a:pt x="86696" y="44779"/>
                  <a:pt x="86696" y="44754"/>
                </a:cubicBezTo>
                <a:cubicBezTo>
                  <a:pt x="88289" y="44580"/>
                  <a:pt x="89832" y="44182"/>
                  <a:pt x="91351" y="43559"/>
                </a:cubicBezTo>
                <a:close/>
                <a:moveTo>
                  <a:pt x="77660" y="44655"/>
                </a:moveTo>
                <a:lnTo>
                  <a:pt x="77685" y="44680"/>
                </a:lnTo>
                <a:lnTo>
                  <a:pt x="77735" y="44704"/>
                </a:lnTo>
                <a:cubicBezTo>
                  <a:pt x="77586" y="44729"/>
                  <a:pt x="77387" y="44804"/>
                  <a:pt x="77237" y="44829"/>
                </a:cubicBezTo>
                <a:lnTo>
                  <a:pt x="77063" y="44829"/>
                </a:lnTo>
                <a:cubicBezTo>
                  <a:pt x="77113" y="44829"/>
                  <a:pt x="77163" y="44804"/>
                  <a:pt x="77237" y="44779"/>
                </a:cubicBezTo>
                <a:cubicBezTo>
                  <a:pt x="77387" y="44754"/>
                  <a:pt x="77511" y="44680"/>
                  <a:pt x="77660" y="44655"/>
                </a:cubicBezTo>
                <a:close/>
                <a:moveTo>
                  <a:pt x="72184" y="44680"/>
                </a:moveTo>
                <a:cubicBezTo>
                  <a:pt x="72284" y="44704"/>
                  <a:pt x="72384" y="44754"/>
                  <a:pt x="72433" y="44779"/>
                </a:cubicBezTo>
                <a:cubicBezTo>
                  <a:pt x="72309" y="44804"/>
                  <a:pt x="72234" y="44829"/>
                  <a:pt x="72085" y="44879"/>
                </a:cubicBezTo>
                <a:lnTo>
                  <a:pt x="72184" y="44680"/>
                </a:lnTo>
                <a:close/>
                <a:moveTo>
                  <a:pt x="110342" y="44655"/>
                </a:moveTo>
                <a:cubicBezTo>
                  <a:pt x="110342" y="44680"/>
                  <a:pt x="110318" y="44754"/>
                  <a:pt x="110318" y="44779"/>
                </a:cubicBezTo>
                <a:lnTo>
                  <a:pt x="110218" y="44879"/>
                </a:lnTo>
                <a:cubicBezTo>
                  <a:pt x="110218" y="44829"/>
                  <a:pt x="110243" y="44804"/>
                  <a:pt x="110243" y="44754"/>
                </a:cubicBezTo>
                <a:lnTo>
                  <a:pt x="110268" y="44704"/>
                </a:lnTo>
                <a:lnTo>
                  <a:pt x="110318" y="44680"/>
                </a:lnTo>
                <a:lnTo>
                  <a:pt x="110342" y="44655"/>
                </a:lnTo>
                <a:close/>
                <a:moveTo>
                  <a:pt x="83033" y="44711"/>
                </a:moveTo>
                <a:cubicBezTo>
                  <a:pt x="83683" y="44799"/>
                  <a:pt x="84359" y="44848"/>
                  <a:pt x="85033" y="44848"/>
                </a:cubicBezTo>
                <a:cubicBezTo>
                  <a:pt x="85273" y="44848"/>
                  <a:pt x="85512" y="44842"/>
                  <a:pt x="85750" y="44829"/>
                </a:cubicBezTo>
                <a:cubicBezTo>
                  <a:pt x="85924" y="44829"/>
                  <a:pt x="86049" y="44804"/>
                  <a:pt x="86198" y="44804"/>
                </a:cubicBezTo>
                <a:cubicBezTo>
                  <a:pt x="86198" y="44829"/>
                  <a:pt x="86173" y="44829"/>
                  <a:pt x="86173" y="44879"/>
                </a:cubicBezTo>
                <a:lnTo>
                  <a:pt x="85750" y="44879"/>
                </a:lnTo>
                <a:cubicBezTo>
                  <a:pt x="85501" y="44879"/>
                  <a:pt x="85252" y="44904"/>
                  <a:pt x="85003" y="44904"/>
                </a:cubicBezTo>
                <a:cubicBezTo>
                  <a:pt x="84381" y="44904"/>
                  <a:pt x="83809" y="44829"/>
                  <a:pt x="83186" y="44779"/>
                </a:cubicBezTo>
                <a:cubicBezTo>
                  <a:pt x="83128" y="44760"/>
                  <a:pt x="83085" y="44725"/>
                  <a:pt x="83033" y="44711"/>
                </a:cubicBezTo>
                <a:close/>
                <a:moveTo>
                  <a:pt x="62103" y="39079"/>
                </a:moveTo>
                <a:cubicBezTo>
                  <a:pt x="62527" y="39677"/>
                  <a:pt x="62825" y="40299"/>
                  <a:pt x="63149" y="40871"/>
                </a:cubicBezTo>
                <a:cubicBezTo>
                  <a:pt x="63024" y="40921"/>
                  <a:pt x="62925" y="40971"/>
                  <a:pt x="62800" y="41046"/>
                </a:cubicBezTo>
                <a:cubicBezTo>
                  <a:pt x="62676" y="41095"/>
                  <a:pt x="62552" y="41145"/>
                  <a:pt x="62452" y="41195"/>
                </a:cubicBezTo>
                <a:cubicBezTo>
                  <a:pt x="62352" y="41220"/>
                  <a:pt x="62253" y="41294"/>
                  <a:pt x="62178" y="41319"/>
                </a:cubicBezTo>
                <a:cubicBezTo>
                  <a:pt x="62079" y="41344"/>
                  <a:pt x="62029" y="41369"/>
                  <a:pt x="61929" y="41444"/>
                </a:cubicBezTo>
                <a:lnTo>
                  <a:pt x="61855" y="41444"/>
                </a:lnTo>
                <a:cubicBezTo>
                  <a:pt x="61730" y="41494"/>
                  <a:pt x="61606" y="41543"/>
                  <a:pt x="61481" y="41593"/>
                </a:cubicBezTo>
                <a:cubicBezTo>
                  <a:pt x="61332" y="41668"/>
                  <a:pt x="61133" y="41767"/>
                  <a:pt x="60983" y="41842"/>
                </a:cubicBezTo>
                <a:lnTo>
                  <a:pt x="60959" y="41842"/>
                </a:lnTo>
                <a:cubicBezTo>
                  <a:pt x="60959" y="41842"/>
                  <a:pt x="60934" y="41842"/>
                  <a:pt x="60934" y="41892"/>
                </a:cubicBezTo>
                <a:cubicBezTo>
                  <a:pt x="60809" y="41942"/>
                  <a:pt x="60685" y="42016"/>
                  <a:pt x="60510" y="42066"/>
                </a:cubicBezTo>
                <a:cubicBezTo>
                  <a:pt x="60486" y="42066"/>
                  <a:pt x="60461" y="42091"/>
                  <a:pt x="60436" y="42116"/>
                </a:cubicBezTo>
                <a:cubicBezTo>
                  <a:pt x="60386" y="42166"/>
                  <a:pt x="60361" y="42166"/>
                  <a:pt x="60336" y="42190"/>
                </a:cubicBezTo>
                <a:cubicBezTo>
                  <a:pt x="60336" y="42190"/>
                  <a:pt x="60311" y="42190"/>
                  <a:pt x="60311" y="42215"/>
                </a:cubicBezTo>
                <a:cubicBezTo>
                  <a:pt x="60212" y="42240"/>
                  <a:pt x="60137" y="42315"/>
                  <a:pt x="60062" y="42340"/>
                </a:cubicBezTo>
                <a:lnTo>
                  <a:pt x="60013" y="42340"/>
                </a:lnTo>
                <a:cubicBezTo>
                  <a:pt x="60013" y="42340"/>
                  <a:pt x="59988" y="42340"/>
                  <a:pt x="59988" y="42365"/>
                </a:cubicBezTo>
                <a:cubicBezTo>
                  <a:pt x="59838" y="42439"/>
                  <a:pt x="59714" y="42539"/>
                  <a:pt x="59565" y="42589"/>
                </a:cubicBezTo>
                <a:cubicBezTo>
                  <a:pt x="59465" y="42614"/>
                  <a:pt x="59390" y="42688"/>
                  <a:pt x="59316" y="42713"/>
                </a:cubicBezTo>
                <a:cubicBezTo>
                  <a:pt x="59216" y="42788"/>
                  <a:pt x="59117" y="42813"/>
                  <a:pt x="59017" y="42863"/>
                </a:cubicBezTo>
                <a:cubicBezTo>
                  <a:pt x="58868" y="42962"/>
                  <a:pt x="58718" y="43037"/>
                  <a:pt x="58569" y="43111"/>
                </a:cubicBezTo>
                <a:lnTo>
                  <a:pt x="58096" y="43410"/>
                </a:lnTo>
                <a:lnTo>
                  <a:pt x="58071" y="43410"/>
                </a:lnTo>
                <a:cubicBezTo>
                  <a:pt x="57897" y="43510"/>
                  <a:pt x="57748" y="43584"/>
                  <a:pt x="57573" y="43709"/>
                </a:cubicBezTo>
                <a:cubicBezTo>
                  <a:pt x="57399" y="43808"/>
                  <a:pt x="57250" y="43908"/>
                  <a:pt x="57125" y="43983"/>
                </a:cubicBezTo>
                <a:cubicBezTo>
                  <a:pt x="56976" y="44082"/>
                  <a:pt x="56827" y="44182"/>
                  <a:pt x="56652" y="44306"/>
                </a:cubicBezTo>
                <a:cubicBezTo>
                  <a:pt x="56627" y="44306"/>
                  <a:pt x="56627" y="44331"/>
                  <a:pt x="56603" y="44331"/>
                </a:cubicBezTo>
                <a:cubicBezTo>
                  <a:pt x="56528" y="44356"/>
                  <a:pt x="56503" y="44406"/>
                  <a:pt x="56453" y="44431"/>
                </a:cubicBezTo>
                <a:cubicBezTo>
                  <a:pt x="56379" y="44480"/>
                  <a:pt x="56329" y="44530"/>
                  <a:pt x="56229" y="44580"/>
                </a:cubicBezTo>
                <a:cubicBezTo>
                  <a:pt x="56204" y="44580"/>
                  <a:pt x="56204" y="44605"/>
                  <a:pt x="56155" y="44605"/>
                </a:cubicBezTo>
                <a:cubicBezTo>
                  <a:pt x="56155" y="44605"/>
                  <a:pt x="56130" y="44605"/>
                  <a:pt x="56130" y="44655"/>
                </a:cubicBezTo>
                <a:cubicBezTo>
                  <a:pt x="55980" y="44754"/>
                  <a:pt x="55831" y="44854"/>
                  <a:pt x="55657" y="44953"/>
                </a:cubicBezTo>
                <a:cubicBezTo>
                  <a:pt x="55507" y="44804"/>
                  <a:pt x="55358" y="44605"/>
                  <a:pt x="55209" y="44456"/>
                </a:cubicBezTo>
                <a:cubicBezTo>
                  <a:pt x="57399" y="42589"/>
                  <a:pt x="59714" y="40797"/>
                  <a:pt x="62103" y="39079"/>
                </a:cubicBezTo>
                <a:close/>
                <a:moveTo>
                  <a:pt x="73802" y="44829"/>
                </a:moveTo>
                <a:cubicBezTo>
                  <a:pt x="74400" y="44929"/>
                  <a:pt x="75022" y="44953"/>
                  <a:pt x="75619" y="44953"/>
                </a:cubicBezTo>
                <a:cubicBezTo>
                  <a:pt x="75545" y="45003"/>
                  <a:pt x="75520" y="45003"/>
                  <a:pt x="75470" y="45028"/>
                </a:cubicBezTo>
                <a:lnTo>
                  <a:pt x="75346" y="45028"/>
                </a:lnTo>
                <a:cubicBezTo>
                  <a:pt x="74773" y="45028"/>
                  <a:pt x="74250" y="44953"/>
                  <a:pt x="73678" y="44879"/>
                </a:cubicBezTo>
                <a:cubicBezTo>
                  <a:pt x="73728" y="44879"/>
                  <a:pt x="73777" y="44829"/>
                  <a:pt x="73802" y="44829"/>
                </a:cubicBezTo>
                <a:close/>
                <a:moveTo>
                  <a:pt x="78158" y="44829"/>
                </a:moveTo>
                <a:lnTo>
                  <a:pt x="78233" y="44904"/>
                </a:lnTo>
                <a:lnTo>
                  <a:pt x="78233" y="44953"/>
                </a:lnTo>
                <a:lnTo>
                  <a:pt x="78233" y="45028"/>
                </a:lnTo>
                <a:lnTo>
                  <a:pt x="78183" y="44978"/>
                </a:lnTo>
                <a:lnTo>
                  <a:pt x="78158" y="44953"/>
                </a:lnTo>
                <a:lnTo>
                  <a:pt x="78158" y="44929"/>
                </a:lnTo>
                <a:lnTo>
                  <a:pt x="78158" y="44829"/>
                </a:lnTo>
                <a:close/>
                <a:moveTo>
                  <a:pt x="55184" y="44555"/>
                </a:moveTo>
                <a:cubicBezTo>
                  <a:pt x="55333" y="44704"/>
                  <a:pt x="55482" y="44904"/>
                  <a:pt x="55632" y="45053"/>
                </a:cubicBezTo>
                <a:lnTo>
                  <a:pt x="55607" y="45053"/>
                </a:lnTo>
                <a:lnTo>
                  <a:pt x="55582" y="45078"/>
                </a:lnTo>
                <a:lnTo>
                  <a:pt x="55308" y="44804"/>
                </a:lnTo>
                <a:lnTo>
                  <a:pt x="55109" y="44605"/>
                </a:lnTo>
                <a:lnTo>
                  <a:pt x="55184" y="44555"/>
                </a:lnTo>
                <a:close/>
                <a:moveTo>
                  <a:pt x="63224" y="41046"/>
                </a:moveTo>
                <a:lnTo>
                  <a:pt x="63224" y="41070"/>
                </a:lnTo>
                <a:cubicBezTo>
                  <a:pt x="63099" y="41145"/>
                  <a:pt x="62975" y="41195"/>
                  <a:pt x="62875" y="41270"/>
                </a:cubicBezTo>
                <a:cubicBezTo>
                  <a:pt x="62751" y="41319"/>
                  <a:pt x="62626" y="41344"/>
                  <a:pt x="62502" y="41419"/>
                </a:cubicBezTo>
                <a:cubicBezTo>
                  <a:pt x="62427" y="41444"/>
                  <a:pt x="62328" y="41518"/>
                  <a:pt x="62228" y="41543"/>
                </a:cubicBezTo>
                <a:cubicBezTo>
                  <a:pt x="62178" y="41568"/>
                  <a:pt x="62079" y="41593"/>
                  <a:pt x="62029" y="41643"/>
                </a:cubicBezTo>
                <a:cubicBezTo>
                  <a:pt x="61855" y="41693"/>
                  <a:pt x="61730" y="41767"/>
                  <a:pt x="61581" y="41817"/>
                </a:cubicBezTo>
                <a:cubicBezTo>
                  <a:pt x="61431" y="41892"/>
                  <a:pt x="61282" y="41966"/>
                  <a:pt x="61108" y="42041"/>
                </a:cubicBezTo>
                <a:cubicBezTo>
                  <a:pt x="60959" y="42141"/>
                  <a:pt x="60809" y="42190"/>
                  <a:pt x="60610" y="42290"/>
                </a:cubicBezTo>
                <a:cubicBezTo>
                  <a:pt x="60486" y="42340"/>
                  <a:pt x="60361" y="42415"/>
                  <a:pt x="60262" y="42464"/>
                </a:cubicBezTo>
                <a:cubicBezTo>
                  <a:pt x="60237" y="42464"/>
                  <a:pt x="60237" y="42514"/>
                  <a:pt x="60212" y="42514"/>
                </a:cubicBezTo>
                <a:cubicBezTo>
                  <a:pt x="60013" y="42589"/>
                  <a:pt x="59838" y="42688"/>
                  <a:pt x="59689" y="42788"/>
                </a:cubicBezTo>
                <a:cubicBezTo>
                  <a:pt x="59614" y="42813"/>
                  <a:pt x="59540" y="42887"/>
                  <a:pt x="59465" y="42912"/>
                </a:cubicBezTo>
                <a:cubicBezTo>
                  <a:pt x="59440" y="42912"/>
                  <a:pt x="59440" y="42937"/>
                  <a:pt x="59415" y="42937"/>
                </a:cubicBezTo>
                <a:cubicBezTo>
                  <a:pt x="59365" y="42937"/>
                  <a:pt x="59365" y="42962"/>
                  <a:pt x="59341" y="42962"/>
                </a:cubicBezTo>
                <a:cubicBezTo>
                  <a:pt x="59316" y="42962"/>
                  <a:pt x="59316" y="43012"/>
                  <a:pt x="59291" y="43012"/>
                </a:cubicBezTo>
                <a:cubicBezTo>
                  <a:pt x="59092" y="43136"/>
                  <a:pt x="58917" y="43211"/>
                  <a:pt x="58693" y="43335"/>
                </a:cubicBezTo>
                <a:cubicBezTo>
                  <a:pt x="58669" y="43335"/>
                  <a:pt x="58669" y="43360"/>
                  <a:pt x="58619" y="43360"/>
                </a:cubicBezTo>
                <a:cubicBezTo>
                  <a:pt x="58594" y="43360"/>
                  <a:pt x="58594" y="43410"/>
                  <a:pt x="58569" y="43410"/>
                </a:cubicBezTo>
                <a:lnTo>
                  <a:pt x="58544" y="43435"/>
                </a:lnTo>
                <a:cubicBezTo>
                  <a:pt x="58494" y="43435"/>
                  <a:pt x="58494" y="43460"/>
                  <a:pt x="58469" y="43460"/>
                </a:cubicBezTo>
                <a:cubicBezTo>
                  <a:pt x="58469" y="43460"/>
                  <a:pt x="58445" y="43460"/>
                  <a:pt x="58445" y="43485"/>
                </a:cubicBezTo>
                <a:cubicBezTo>
                  <a:pt x="58420" y="43535"/>
                  <a:pt x="58370" y="43535"/>
                  <a:pt x="58345" y="43559"/>
                </a:cubicBezTo>
                <a:cubicBezTo>
                  <a:pt x="58121" y="43684"/>
                  <a:pt x="57947" y="43808"/>
                  <a:pt x="57723" y="43933"/>
                </a:cubicBezTo>
                <a:cubicBezTo>
                  <a:pt x="57698" y="43958"/>
                  <a:pt x="57673" y="43958"/>
                  <a:pt x="57623" y="43983"/>
                </a:cubicBezTo>
                <a:cubicBezTo>
                  <a:pt x="57598" y="44032"/>
                  <a:pt x="57573" y="44032"/>
                  <a:pt x="57548" y="44057"/>
                </a:cubicBezTo>
                <a:cubicBezTo>
                  <a:pt x="57499" y="44057"/>
                  <a:pt x="57499" y="44082"/>
                  <a:pt x="57474" y="44082"/>
                </a:cubicBezTo>
                <a:cubicBezTo>
                  <a:pt x="57449" y="44107"/>
                  <a:pt x="57424" y="44107"/>
                  <a:pt x="57374" y="44157"/>
                </a:cubicBezTo>
                <a:cubicBezTo>
                  <a:pt x="57175" y="44281"/>
                  <a:pt x="56951" y="44431"/>
                  <a:pt x="56752" y="44555"/>
                </a:cubicBezTo>
                <a:cubicBezTo>
                  <a:pt x="56702" y="44580"/>
                  <a:pt x="56627" y="44655"/>
                  <a:pt x="56553" y="44704"/>
                </a:cubicBezTo>
                <a:cubicBezTo>
                  <a:pt x="56503" y="44729"/>
                  <a:pt x="56478" y="44779"/>
                  <a:pt x="56453" y="44779"/>
                </a:cubicBezTo>
                <a:cubicBezTo>
                  <a:pt x="56304" y="44904"/>
                  <a:pt x="56105" y="44978"/>
                  <a:pt x="55955" y="45103"/>
                </a:cubicBezTo>
                <a:lnTo>
                  <a:pt x="55931" y="45078"/>
                </a:lnTo>
                <a:lnTo>
                  <a:pt x="55881" y="45053"/>
                </a:lnTo>
                <a:cubicBezTo>
                  <a:pt x="56080" y="44929"/>
                  <a:pt x="56229" y="44804"/>
                  <a:pt x="56428" y="44680"/>
                </a:cubicBezTo>
                <a:lnTo>
                  <a:pt x="56702" y="44480"/>
                </a:lnTo>
                <a:cubicBezTo>
                  <a:pt x="56752" y="44456"/>
                  <a:pt x="56827" y="44406"/>
                  <a:pt x="56876" y="44356"/>
                </a:cubicBezTo>
                <a:cubicBezTo>
                  <a:pt x="57051" y="44281"/>
                  <a:pt x="57175" y="44182"/>
                  <a:pt x="57324" y="44082"/>
                </a:cubicBezTo>
                <a:cubicBezTo>
                  <a:pt x="57449" y="44032"/>
                  <a:pt x="57548" y="43933"/>
                  <a:pt x="57673" y="43858"/>
                </a:cubicBezTo>
                <a:cubicBezTo>
                  <a:pt x="57847" y="43734"/>
                  <a:pt x="58046" y="43609"/>
                  <a:pt x="58220" y="43535"/>
                </a:cubicBezTo>
                <a:cubicBezTo>
                  <a:pt x="58345" y="43435"/>
                  <a:pt x="58469" y="43360"/>
                  <a:pt x="58619" y="43286"/>
                </a:cubicBezTo>
                <a:cubicBezTo>
                  <a:pt x="58818" y="43186"/>
                  <a:pt x="58967" y="43087"/>
                  <a:pt x="59166" y="42987"/>
                </a:cubicBezTo>
                <a:cubicBezTo>
                  <a:pt x="59316" y="42912"/>
                  <a:pt x="59465" y="42813"/>
                  <a:pt x="59589" y="42738"/>
                </a:cubicBezTo>
                <a:cubicBezTo>
                  <a:pt x="59739" y="42663"/>
                  <a:pt x="59913" y="42589"/>
                  <a:pt x="60062" y="42489"/>
                </a:cubicBezTo>
                <a:cubicBezTo>
                  <a:pt x="60087" y="42464"/>
                  <a:pt x="60162" y="42464"/>
                  <a:pt x="60187" y="42439"/>
                </a:cubicBezTo>
                <a:lnTo>
                  <a:pt x="60560" y="42240"/>
                </a:lnTo>
                <a:lnTo>
                  <a:pt x="60934" y="42066"/>
                </a:lnTo>
                <a:cubicBezTo>
                  <a:pt x="60983" y="42041"/>
                  <a:pt x="61008" y="42041"/>
                  <a:pt x="61083" y="41991"/>
                </a:cubicBezTo>
                <a:cubicBezTo>
                  <a:pt x="61232" y="41942"/>
                  <a:pt x="61357" y="41842"/>
                  <a:pt x="61506" y="41792"/>
                </a:cubicBezTo>
                <a:cubicBezTo>
                  <a:pt x="61631" y="41718"/>
                  <a:pt x="61730" y="41693"/>
                  <a:pt x="61855" y="41618"/>
                </a:cubicBezTo>
                <a:cubicBezTo>
                  <a:pt x="62079" y="41543"/>
                  <a:pt x="62253" y="41444"/>
                  <a:pt x="62477" y="41344"/>
                </a:cubicBezTo>
                <a:cubicBezTo>
                  <a:pt x="62576" y="41319"/>
                  <a:pt x="62676" y="41294"/>
                  <a:pt x="62751" y="41220"/>
                </a:cubicBezTo>
                <a:lnTo>
                  <a:pt x="63224" y="41046"/>
                </a:lnTo>
                <a:close/>
                <a:moveTo>
                  <a:pt x="73130" y="45028"/>
                </a:moveTo>
                <a:cubicBezTo>
                  <a:pt x="73130" y="45053"/>
                  <a:pt x="73080" y="45078"/>
                  <a:pt x="73080" y="45128"/>
                </a:cubicBezTo>
                <a:lnTo>
                  <a:pt x="73080" y="45053"/>
                </a:lnTo>
                <a:lnTo>
                  <a:pt x="73130" y="45028"/>
                </a:lnTo>
                <a:close/>
                <a:moveTo>
                  <a:pt x="22228" y="36466"/>
                </a:moveTo>
                <a:cubicBezTo>
                  <a:pt x="23970" y="37113"/>
                  <a:pt x="26111" y="38208"/>
                  <a:pt x="28426" y="39602"/>
                </a:cubicBezTo>
                <a:cubicBezTo>
                  <a:pt x="28003" y="40050"/>
                  <a:pt x="27629" y="40473"/>
                  <a:pt x="27231" y="40946"/>
                </a:cubicBezTo>
                <a:cubicBezTo>
                  <a:pt x="27131" y="41070"/>
                  <a:pt x="27057" y="41170"/>
                  <a:pt x="26907" y="41294"/>
                </a:cubicBezTo>
                <a:cubicBezTo>
                  <a:pt x="26260" y="42041"/>
                  <a:pt x="25613" y="42813"/>
                  <a:pt x="24966" y="43584"/>
                </a:cubicBezTo>
                <a:cubicBezTo>
                  <a:pt x="24891" y="43659"/>
                  <a:pt x="24866" y="43709"/>
                  <a:pt x="24792" y="43784"/>
                </a:cubicBezTo>
                <a:lnTo>
                  <a:pt x="23672" y="45177"/>
                </a:lnTo>
                <a:cubicBezTo>
                  <a:pt x="21879" y="43286"/>
                  <a:pt x="20436" y="41568"/>
                  <a:pt x="19490" y="40100"/>
                </a:cubicBezTo>
                <a:cubicBezTo>
                  <a:pt x="19789" y="39677"/>
                  <a:pt x="20062" y="39278"/>
                  <a:pt x="20386" y="38830"/>
                </a:cubicBezTo>
                <a:lnTo>
                  <a:pt x="20411" y="38805"/>
                </a:lnTo>
                <a:cubicBezTo>
                  <a:pt x="20784" y="38283"/>
                  <a:pt x="21183" y="37760"/>
                  <a:pt x="21606" y="37237"/>
                </a:cubicBezTo>
                <a:cubicBezTo>
                  <a:pt x="21631" y="37212"/>
                  <a:pt x="21655" y="37187"/>
                  <a:pt x="21655" y="37138"/>
                </a:cubicBezTo>
                <a:cubicBezTo>
                  <a:pt x="21855" y="36889"/>
                  <a:pt x="22029" y="36690"/>
                  <a:pt x="22228" y="36466"/>
                </a:cubicBezTo>
                <a:close/>
                <a:moveTo>
                  <a:pt x="72657" y="44904"/>
                </a:moveTo>
                <a:lnTo>
                  <a:pt x="72657" y="44953"/>
                </a:lnTo>
                <a:cubicBezTo>
                  <a:pt x="72408" y="45028"/>
                  <a:pt x="72184" y="45128"/>
                  <a:pt x="71935" y="45177"/>
                </a:cubicBezTo>
                <a:cubicBezTo>
                  <a:pt x="71985" y="45153"/>
                  <a:pt x="71985" y="45128"/>
                  <a:pt x="72010" y="45128"/>
                </a:cubicBezTo>
                <a:cubicBezTo>
                  <a:pt x="72234" y="45053"/>
                  <a:pt x="72433" y="45003"/>
                  <a:pt x="72657" y="44904"/>
                </a:cubicBezTo>
                <a:close/>
                <a:moveTo>
                  <a:pt x="55756" y="45202"/>
                </a:moveTo>
                <a:lnTo>
                  <a:pt x="55781" y="45227"/>
                </a:lnTo>
                <a:cubicBezTo>
                  <a:pt x="55781" y="45227"/>
                  <a:pt x="55756" y="45227"/>
                  <a:pt x="55756" y="45277"/>
                </a:cubicBezTo>
                <a:lnTo>
                  <a:pt x="55731" y="45302"/>
                </a:lnTo>
                <a:cubicBezTo>
                  <a:pt x="55731" y="45277"/>
                  <a:pt x="55731" y="45277"/>
                  <a:pt x="55706" y="45227"/>
                </a:cubicBezTo>
                <a:cubicBezTo>
                  <a:pt x="55731" y="45202"/>
                  <a:pt x="55731" y="45202"/>
                  <a:pt x="55756" y="45202"/>
                </a:cubicBezTo>
                <a:close/>
                <a:moveTo>
                  <a:pt x="28575" y="39701"/>
                </a:moveTo>
                <a:cubicBezTo>
                  <a:pt x="28600" y="39701"/>
                  <a:pt x="28600" y="39726"/>
                  <a:pt x="28625" y="39726"/>
                </a:cubicBezTo>
                <a:cubicBezTo>
                  <a:pt x="26957" y="41568"/>
                  <a:pt x="25364" y="43435"/>
                  <a:pt x="23846" y="45327"/>
                </a:cubicBezTo>
                <a:lnTo>
                  <a:pt x="23821" y="45302"/>
                </a:lnTo>
                <a:cubicBezTo>
                  <a:pt x="24145" y="44879"/>
                  <a:pt x="24493" y="44456"/>
                  <a:pt x="24841" y="44032"/>
                </a:cubicBezTo>
                <a:cubicBezTo>
                  <a:pt x="24991" y="43833"/>
                  <a:pt x="25115" y="43684"/>
                  <a:pt x="25265" y="43510"/>
                </a:cubicBezTo>
                <a:cubicBezTo>
                  <a:pt x="25837" y="42813"/>
                  <a:pt x="26385" y="42166"/>
                  <a:pt x="26982" y="41518"/>
                </a:cubicBezTo>
                <a:cubicBezTo>
                  <a:pt x="27206" y="41270"/>
                  <a:pt x="27455" y="40971"/>
                  <a:pt x="27679" y="40722"/>
                </a:cubicBezTo>
                <a:cubicBezTo>
                  <a:pt x="27978" y="40398"/>
                  <a:pt x="28252" y="40050"/>
                  <a:pt x="28575" y="39701"/>
                </a:cubicBezTo>
                <a:close/>
                <a:moveTo>
                  <a:pt x="19341" y="40274"/>
                </a:moveTo>
                <a:cubicBezTo>
                  <a:pt x="20286" y="41693"/>
                  <a:pt x="21730" y="43410"/>
                  <a:pt x="23522" y="45302"/>
                </a:cubicBezTo>
                <a:cubicBezTo>
                  <a:pt x="23572" y="45327"/>
                  <a:pt x="23522" y="45327"/>
                  <a:pt x="23522" y="45377"/>
                </a:cubicBezTo>
                <a:cubicBezTo>
                  <a:pt x="21705" y="43460"/>
                  <a:pt x="20286" y="41767"/>
                  <a:pt x="19291" y="40324"/>
                </a:cubicBezTo>
                <a:cubicBezTo>
                  <a:pt x="19291" y="40299"/>
                  <a:pt x="19341" y="40299"/>
                  <a:pt x="19341" y="40274"/>
                </a:cubicBezTo>
                <a:close/>
                <a:moveTo>
                  <a:pt x="117436" y="31687"/>
                </a:moveTo>
                <a:lnTo>
                  <a:pt x="117436" y="31687"/>
                </a:lnTo>
                <a:cubicBezTo>
                  <a:pt x="118034" y="35868"/>
                  <a:pt x="117660" y="40548"/>
                  <a:pt x="116466" y="45451"/>
                </a:cubicBezTo>
                <a:cubicBezTo>
                  <a:pt x="116590" y="42838"/>
                  <a:pt x="116366" y="40349"/>
                  <a:pt x="115794" y="38059"/>
                </a:cubicBezTo>
                <a:cubicBezTo>
                  <a:pt x="115819" y="37984"/>
                  <a:pt x="115819" y="37959"/>
                  <a:pt x="115843" y="37909"/>
                </a:cubicBezTo>
                <a:cubicBezTo>
                  <a:pt x="115843" y="37859"/>
                  <a:pt x="115868" y="37835"/>
                  <a:pt x="115868" y="37810"/>
                </a:cubicBezTo>
                <a:cubicBezTo>
                  <a:pt x="115968" y="37586"/>
                  <a:pt x="116092" y="37337"/>
                  <a:pt x="116192" y="37113"/>
                </a:cubicBezTo>
                <a:cubicBezTo>
                  <a:pt x="116217" y="37063"/>
                  <a:pt x="116242" y="36963"/>
                  <a:pt x="116291" y="36914"/>
                </a:cubicBezTo>
                <a:cubicBezTo>
                  <a:pt x="116366" y="36690"/>
                  <a:pt x="116441" y="36466"/>
                  <a:pt x="116540" y="36242"/>
                </a:cubicBezTo>
                <a:lnTo>
                  <a:pt x="116615" y="35968"/>
                </a:lnTo>
                <a:cubicBezTo>
                  <a:pt x="116690" y="35744"/>
                  <a:pt x="116739" y="35569"/>
                  <a:pt x="116814" y="35345"/>
                </a:cubicBezTo>
                <a:cubicBezTo>
                  <a:pt x="116839" y="35246"/>
                  <a:pt x="116864" y="35121"/>
                  <a:pt x="116914" y="35047"/>
                </a:cubicBezTo>
                <a:cubicBezTo>
                  <a:pt x="116964" y="34848"/>
                  <a:pt x="116988" y="34624"/>
                  <a:pt x="117063" y="34449"/>
                </a:cubicBezTo>
                <a:cubicBezTo>
                  <a:pt x="117088" y="34325"/>
                  <a:pt x="117113" y="34200"/>
                  <a:pt x="117113" y="34076"/>
                </a:cubicBezTo>
                <a:lnTo>
                  <a:pt x="117212" y="33504"/>
                </a:lnTo>
                <a:cubicBezTo>
                  <a:pt x="117212" y="33454"/>
                  <a:pt x="117237" y="33379"/>
                  <a:pt x="117237" y="33329"/>
                </a:cubicBezTo>
                <a:cubicBezTo>
                  <a:pt x="117287" y="33255"/>
                  <a:pt x="117287" y="33230"/>
                  <a:pt x="117287" y="33205"/>
                </a:cubicBezTo>
                <a:cubicBezTo>
                  <a:pt x="117287" y="33130"/>
                  <a:pt x="117312" y="33080"/>
                  <a:pt x="117312" y="33006"/>
                </a:cubicBezTo>
                <a:cubicBezTo>
                  <a:pt x="117337" y="32856"/>
                  <a:pt x="117362" y="32682"/>
                  <a:pt x="117362" y="32508"/>
                </a:cubicBezTo>
                <a:lnTo>
                  <a:pt x="117362" y="32359"/>
                </a:lnTo>
                <a:lnTo>
                  <a:pt x="117362" y="32309"/>
                </a:lnTo>
                <a:cubicBezTo>
                  <a:pt x="117362" y="32184"/>
                  <a:pt x="117412" y="32010"/>
                  <a:pt x="117412" y="31886"/>
                </a:cubicBezTo>
                <a:cubicBezTo>
                  <a:pt x="117412" y="31836"/>
                  <a:pt x="117412" y="31761"/>
                  <a:pt x="117436" y="31687"/>
                </a:cubicBezTo>
                <a:close/>
                <a:moveTo>
                  <a:pt x="72906" y="45078"/>
                </a:moveTo>
                <a:cubicBezTo>
                  <a:pt x="72931" y="45227"/>
                  <a:pt x="72931" y="45377"/>
                  <a:pt x="72981" y="45526"/>
                </a:cubicBezTo>
                <a:cubicBezTo>
                  <a:pt x="72981" y="45551"/>
                  <a:pt x="72931" y="45625"/>
                  <a:pt x="72931" y="45650"/>
                </a:cubicBezTo>
                <a:cubicBezTo>
                  <a:pt x="72906" y="45451"/>
                  <a:pt x="72881" y="45302"/>
                  <a:pt x="72881" y="45128"/>
                </a:cubicBezTo>
                <a:cubicBezTo>
                  <a:pt x="72881" y="45078"/>
                  <a:pt x="72906" y="45078"/>
                  <a:pt x="72906" y="45078"/>
                </a:cubicBezTo>
                <a:close/>
                <a:moveTo>
                  <a:pt x="73379" y="45003"/>
                </a:moveTo>
                <a:lnTo>
                  <a:pt x="73180" y="45650"/>
                </a:lnTo>
                <a:cubicBezTo>
                  <a:pt x="73180" y="45625"/>
                  <a:pt x="73155" y="45551"/>
                  <a:pt x="73155" y="45526"/>
                </a:cubicBezTo>
                <a:cubicBezTo>
                  <a:pt x="73205" y="45327"/>
                  <a:pt x="73280" y="45177"/>
                  <a:pt x="73304" y="45003"/>
                </a:cubicBezTo>
                <a:close/>
                <a:moveTo>
                  <a:pt x="99938" y="37660"/>
                </a:moveTo>
                <a:cubicBezTo>
                  <a:pt x="100411" y="37835"/>
                  <a:pt x="100884" y="38059"/>
                  <a:pt x="101357" y="38283"/>
                </a:cubicBezTo>
                <a:cubicBezTo>
                  <a:pt x="100610" y="40249"/>
                  <a:pt x="99739" y="42315"/>
                  <a:pt x="98768" y="44331"/>
                </a:cubicBezTo>
                <a:cubicBezTo>
                  <a:pt x="98693" y="44381"/>
                  <a:pt x="98619" y="44431"/>
                  <a:pt x="98544" y="44456"/>
                </a:cubicBezTo>
                <a:cubicBezTo>
                  <a:pt x="98445" y="44505"/>
                  <a:pt x="98395" y="44530"/>
                  <a:pt x="98295" y="44580"/>
                </a:cubicBezTo>
                <a:cubicBezTo>
                  <a:pt x="98046" y="44704"/>
                  <a:pt x="97797" y="44829"/>
                  <a:pt x="97524" y="44929"/>
                </a:cubicBezTo>
                <a:cubicBezTo>
                  <a:pt x="97449" y="44953"/>
                  <a:pt x="97399" y="45003"/>
                  <a:pt x="97300" y="45028"/>
                </a:cubicBezTo>
                <a:cubicBezTo>
                  <a:pt x="97026" y="45153"/>
                  <a:pt x="96752" y="45252"/>
                  <a:pt x="96503" y="45327"/>
                </a:cubicBezTo>
                <a:cubicBezTo>
                  <a:pt x="96428" y="45377"/>
                  <a:pt x="96379" y="45377"/>
                  <a:pt x="96329" y="45401"/>
                </a:cubicBezTo>
                <a:cubicBezTo>
                  <a:pt x="96080" y="45501"/>
                  <a:pt x="95831" y="45551"/>
                  <a:pt x="95632" y="45650"/>
                </a:cubicBezTo>
                <a:cubicBezTo>
                  <a:pt x="94711" y="44754"/>
                  <a:pt x="93591" y="44008"/>
                  <a:pt x="92321" y="43460"/>
                </a:cubicBezTo>
                <a:cubicBezTo>
                  <a:pt x="95134" y="42190"/>
                  <a:pt x="97772" y="40199"/>
                  <a:pt x="99938" y="37660"/>
                </a:cubicBezTo>
                <a:close/>
                <a:moveTo>
                  <a:pt x="14638" y="40456"/>
                </a:moveTo>
                <a:cubicBezTo>
                  <a:pt x="14595" y="40521"/>
                  <a:pt x="14553" y="40584"/>
                  <a:pt x="14512" y="40647"/>
                </a:cubicBezTo>
                <a:cubicBezTo>
                  <a:pt x="14039" y="41319"/>
                  <a:pt x="13541" y="42066"/>
                  <a:pt x="13043" y="42838"/>
                </a:cubicBezTo>
                <a:cubicBezTo>
                  <a:pt x="12944" y="42962"/>
                  <a:pt x="12869" y="43136"/>
                  <a:pt x="12769" y="43261"/>
                </a:cubicBezTo>
                <a:cubicBezTo>
                  <a:pt x="12228" y="44059"/>
                  <a:pt x="11702" y="44882"/>
                  <a:pt x="11207" y="45673"/>
                </a:cubicBezTo>
                <a:lnTo>
                  <a:pt x="11207" y="45673"/>
                </a:lnTo>
                <a:cubicBezTo>
                  <a:pt x="11728" y="44828"/>
                  <a:pt x="12253" y="43947"/>
                  <a:pt x="12819" y="43087"/>
                </a:cubicBezTo>
                <a:cubicBezTo>
                  <a:pt x="12869" y="43037"/>
                  <a:pt x="12919" y="42962"/>
                  <a:pt x="12944" y="42912"/>
                </a:cubicBezTo>
                <a:cubicBezTo>
                  <a:pt x="13441" y="42166"/>
                  <a:pt x="13939" y="41444"/>
                  <a:pt x="14437" y="40722"/>
                </a:cubicBezTo>
                <a:cubicBezTo>
                  <a:pt x="14505" y="40635"/>
                  <a:pt x="14571" y="40546"/>
                  <a:pt x="14638" y="40456"/>
                </a:cubicBezTo>
                <a:close/>
                <a:moveTo>
                  <a:pt x="42838" y="27903"/>
                </a:moveTo>
                <a:cubicBezTo>
                  <a:pt x="44281" y="30517"/>
                  <a:pt x="45999" y="33304"/>
                  <a:pt x="47891" y="35968"/>
                </a:cubicBezTo>
                <a:cubicBezTo>
                  <a:pt x="44306" y="39054"/>
                  <a:pt x="40921" y="42290"/>
                  <a:pt x="37785" y="45675"/>
                </a:cubicBezTo>
                <a:cubicBezTo>
                  <a:pt x="35171" y="43634"/>
                  <a:pt x="32483" y="41693"/>
                  <a:pt x="29994" y="40100"/>
                </a:cubicBezTo>
                <a:cubicBezTo>
                  <a:pt x="33578" y="35669"/>
                  <a:pt x="37934" y="31462"/>
                  <a:pt x="42838" y="27903"/>
                </a:cubicBezTo>
                <a:close/>
                <a:moveTo>
                  <a:pt x="92072" y="43559"/>
                </a:moveTo>
                <a:cubicBezTo>
                  <a:pt x="93342" y="44057"/>
                  <a:pt x="94462" y="44804"/>
                  <a:pt x="95408" y="45700"/>
                </a:cubicBezTo>
                <a:lnTo>
                  <a:pt x="95308" y="45700"/>
                </a:lnTo>
                <a:cubicBezTo>
                  <a:pt x="94387" y="44804"/>
                  <a:pt x="93292" y="44082"/>
                  <a:pt x="91973" y="43584"/>
                </a:cubicBezTo>
                <a:cubicBezTo>
                  <a:pt x="92023" y="43584"/>
                  <a:pt x="92048" y="43559"/>
                  <a:pt x="92072" y="43559"/>
                </a:cubicBezTo>
                <a:close/>
                <a:moveTo>
                  <a:pt x="106730" y="41502"/>
                </a:moveTo>
                <a:cubicBezTo>
                  <a:pt x="108006" y="42414"/>
                  <a:pt x="109135" y="43398"/>
                  <a:pt x="110168" y="44431"/>
                </a:cubicBezTo>
                <a:cubicBezTo>
                  <a:pt x="110143" y="44456"/>
                  <a:pt x="110118" y="44530"/>
                  <a:pt x="110094" y="44605"/>
                </a:cubicBezTo>
                <a:cubicBezTo>
                  <a:pt x="109994" y="44704"/>
                  <a:pt x="109870" y="44804"/>
                  <a:pt x="109770" y="44904"/>
                </a:cubicBezTo>
                <a:cubicBezTo>
                  <a:pt x="109695" y="45003"/>
                  <a:pt x="109596" y="45053"/>
                  <a:pt x="109471" y="45153"/>
                </a:cubicBezTo>
                <a:cubicBezTo>
                  <a:pt x="109322" y="45277"/>
                  <a:pt x="109123" y="45401"/>
                  <a:pt x="108973" y="45526"/>
                </a:cubicBezTo>
                <a:cubicBezTo>
                  <a:pt x="108874" y="45576"/>
                  <a:pt x="108774" y="45650"/>
                  <a:pt x="108700" y="45725"/>
                </a:cubicBezTo>
                <a:cubicBezTo>
                  <a:pt x="108700" y="45675"/>
                  <a:pt x="108650" y="45650"/>
                  <a:pt x="108650" y="45576"/>
                </a:cubicBezTo>
                <a:cubicBezTo>
                  <a:pt x="108600" y="45377"/>
                  <a:pt x="108525" y="45153"/>
                  <a:pt x="108476" y="44953"/>
                </a:cubicBezTo>
                <a:lnTo>
                  <a:pt x="108376" y="44680"/>
                </a:lnTo>
                <a:cubicBezTo>
                  <a:pt x="108351" y="44605"/>
                  <a:pt x="108301" y="44530"/>
                  <a:pt x="108277" y="44456"/>
                </a:cubicBezTo>
                <a:cubicBezTo>
                  <a:pt x="108252" y="44356"/>
                  <a:pt x="108177" y="44256"/>
                  <a:pt x="108152" y="44157"/>
                </a:cubicBezTo>
                <a:cubicBezTo>
                  <a:pt x="108127" y="44082"/>
                  <a:pt x="108127" y="44057"/>
                  <a:pt x="108102" y="43983"/>
                </a:cubicBezTo>
                <a:cubicBezTo>
                  <a:pt x="108102" y="43958"/>
                  <a:pt x="108052" y="43933"/>
                  <a:pt x="108052" y="43933"/>
                </a:cubicBezTo>
                <a:cubicBezTo>
                  <a:pt x="108003" y="43808"/>
                  <a:pt x="107978" y="43684"/>
                  <a:pt x="107903" y="43584"/>
                </a:cubicBezTo>
                <a:cubicBezTo>
                  <a:pt x="107903" y="43559"/>
                  <a:pt x="107878" y="43535"/>
                  <a:pt x="107878" y="43510"/>
                </a:cubicBezTo>
                <a:lnTo>
                  <a:pt x="107779" y="43311"/>
                </a:lnTo>
                <a:cubicBezTo>
                  <a:pt x="107679" y="43136"/>
                  <a:pt x="107604" y="42912"/>
                  <a:pt x="107480" y="42713"/>
                </a:cubicBezTo>
                <a:cubicBezTo>
                  <a:pt x="107430" y="42663"/>
                  <a:pt x="107380" y="42589"/>
                  <a:pt x="107356" y="42514"/>
                </a:cubicBezTo>
                <a:cubicBezTo>
                  <a:pt x="107281" y="42415"/>
                  <a:pt x="107231" y="42290"/>
                  <a:pt x="107156" y="42190"/>
                </a:cubicBezTo>
                <a:cubicBezTo>
                  <a:pt x="107107" y="42066"/>
                  <a:pt x="107032" y="41966"/>
                  <a:pt x="106932" y="41842"/>
                </a:cubicBezTo>
                <a:cubicBezTo>
                  <a:pt x="106883" y="41718"/>
                  <a:pt x="106783" y="41643"/>
                  <a:pt x="106733" y="41518"/>
                </a:cubicBezTo>
                <a:cubicBezTo>
                  <a:pt x="106733" y="41518"/>
                  <a:pt x="106733" y="41511"/>
                  <a:pt x="106730" y="41502"/>
                </a:cubicBezTo>
                <a:close/>
                <a:moveTo>
                  <a:pt x="55507" y="45426"/>
                </a:moveTo>
                <a:lnTo>
                  <a:pt x="55557" y="45451"/>
                </a:lnTo>
                <a:lnTo>
                  <a:pt x="55582" y="45476"/>
                </a:lnTo>
                <a:cubicBezTo>
                  <a:pt x="55569" y="45473"/>
                  <a:pt x="55556" y="45471"/>
                  <a:pt x="55543" y="45471"/>
                </a:cubicBezTo>
                <a:cubicBezTo>
                  <a:pt x="55456" y="45471"/>
                  <a:pt x="55367" y="45539"/>
                  <a:pt x="55258" y="45625"/>
                </a:cubicBezTo>
                <a:cubicBezTo>
                  <a:pt x="55201" y="45663"/>
                  <a:pt x="55130" y="45716"/>
                  <a:pt x="55055" y="45772"/>
                </a:cubicBezTo>
                <a:lnTo>
                  <a:pt x="55055" y="45772"/>
                </a:lnTo>
                <a:cubicBezTo>
                  <a:pt x="55183" y="45673"/>
                  <a:pt x="55315" y="45575"/>
                  <a:pt x="55458" y="45476"/>
                </a:cubicBezTo>
                <a:cubicBezTo>
                  <a:pt x="55482" y="45476"/>
                  <a:pt x="55482" y="45451"/>
                  <a:pt x="55507" y="45426"/>
                </a:cubicBezTo>
                <a:close/>
                <a:moveTo>
                  <a:pt x="29870" y="40199"/>
                </a:moveTo>
                <a:cubicBezTo>
                  <a:pt x="32408" y="41842"/>
                  <a:pt x="35047" y="43759"/>
                  <a:pt x="37660" y="45800"/>
                </a:cubicBezTo>
                <a:lnTo>
                  <a:pt x="37636" y="45825"/>
                </a:lnTo>
                <a:cubicBezTo>
                  <a:pt x="35022" y="43784"/>
                  <a:pt x="32359" y="41892"/>
                  <a:pt x="29845" y="40249"/>
                </a:cubicBezTo>
                <a:cubicBezTo>
                  <a:pt x="29845" y="40224"/>
                  <a:pt x="29870" y="40224"/>
                  <a:pt x="29870" y="40199"/>
                </a:cubicBezTo>
                <a:close/>
                <a:moveTo>
                  <a:pt x="48015" y="36167"/>
                </a:moveTo>
                <a:cubicBezTo>
                  <a:pt x="48015" y="36192"/>
                  <a:pt x="48040" y="36192"/>
                  <a:pt x="48040" y="36217"/>
                </a:cubicBezTo>
                <a:cubicBezTo>
                  <a:pt x="44481" y="39228"/>
                  <a:pt x="41120" y="42464"/>
                  <a:pt x="38009" y="45825"/>
                </a:cubicBezTo>
                <a:cubicBezTo>
                  <a:pt x="37959" y="45825"/>
                  <a:pt x="37959" y="45800"/>
                  <a:pt x="37934" y="45800"/>
                </a:cubicBezTo>
                <a:cubicBezTo>
                  <a:pt x="41071" y="42439"/>
                  <a:pt x="44431" y="39204"/>
                  <a:pt x="48015" y="36167"/>
                </a:cubicBezTo>
                <a:close/>
                <a:moveTo>
                  <a:pt x="98619" y="44630"/>
                </a:moveTo>
                <a:cubicBezTo>
                  <a:pt x="98619" y="44630"/>
                  <a:pt x="98619" y="44655"/>
                  <a:pt x="98569" y="44655"/>
                </a:cubicBezTo>
                <a:cubicBezTo>
                  <a:pt x="98569" y="44655"/>
                  <a:pt x="98569" y="44680"/>
                  <a:pt x="98544" y="44680"/>
                </a:cubicBezTo>
                <a:cubicBezTo>
                  <a:pt x="97673" y="45153"/>
                  <a:pt x="96752" y="45526"/>
                  <a:pt x="95781" y="45825"/>
                </a:cubicBezTo>
                <a:lnTo>
                  <a:pt x="95707" y="45775"/>
                </a:lnTo>
                <a:cubicBezTo>
                  <a:pt x="96677" y="45451"/>
                  <a:pt x="97623" y="45078"/>
                  <a:pt x="98544" y="44655"/>
                </a:cubicBezTo>
                <a:cubicBezTo>
                  <a:pt x="98569" y="44655"/>
                  <a:pt x="98569" y="44630"/>
                  <a:pt x="98619" y="44630"/>
                </a:cubicBezTo>
                <a:close/>
                <a:moveTo>
                  <a:pt x="106061" y="40846"/>
                </a:moveTo>
                <a:lnTo>
                  <a:pt x="106061" y="40846"/>
                </a:lnTo>
                <a:cubicBezTo>
                  <a:pt x="106111" y="40896"/>
                  <a:pt x="106136" y="40896"/>
                  <a:pt x="106161" y="40921"/>
                </a:cubicBezTo>
                <a:cubicBezTo>
                  <a:pt x="106186" y="40946"/>
                  <a:pt x="106235" y="40946"/>
                  <a:pt x="106260" y="40971"/>
                </a:cubicBezTo>
                <a:cubicBezTo>
                  <a:pt x="106310" y="41070"/>
                  <a:pt x="106385" y="41145"/>
                  <a:pt x="106435" y="41220"/>
                </a:cubicBezTo>
                <a:cubicBezTo>
                  <a:pt x="106484" y="41294"/>
                  <a:pt x="106509" y="41319"/>
                  <a:pt x="106534" y="41394"/>
                </a:cubicBezTo>
                <a:cubicBezTo>
                  <a:pt x="106584" y="41419"/>
                  <a:pt x="106584" y="41444"/>
                  <a:pt x="106609" y="41469"/>
                </a:cubicBezTo>
                <a:cubicBezTo>
                  <a:pt x="106659" y="41543"/>
                  <a:pt x="106708" y="41643"/>
                  <a:pt x="106758" y="41693"/>
                </a:cubicBezTo>
                <a:cubicBezTo>
                  <a:pt x="106858" y="41842"/>
                  <a:pt x="106982" y="42016"/>
                  <a:pt x="107057" y="42190"/>
                </a:cubicBezTo>
                <a:cubicBezTo>
                  <a:pt x="107107" y="42215"/>
                  <a:pt x="107132" y="42290"/>
                  <a:pt x="107156" y="42315"/>
                </a:cubicBezTo>
                <a:cubicBezTo>
                  <a:pt x="107231" y="42415"/>
                  <a:pt x="107256" y="42514"/>
                  <a:pt x="107331" y="42564"/>
                </a:cubicBezTo>
                <a:cubicBezTo>
                  <a:pt x="107430" y="42763"/>
                  <a:pt x="107530" y="42962"/>
                  <a:pt x="107629" y="43186"/>
                </a:cubicBezTo>
                <a:cubicBezTo>
                  <a:pt x="107679" y="43286"/>
                  <a:pt x="107729" y="43410"/>
                  <a:pt x="107779" y="43510"/>
                </a:cubicBezTo>
                <a:cubicBezTo>
                  <a:pt x="107828" y="43559"/>
                  <a:pt x="107853" y="43634"/>
                  <a:pt x="107878" y="43709"/>
                </a:cubicBezTo>
                <a:cubicBezTo>
                  <a:pt x="107978" y="43908"/>
                  <a:pt x="108028" y="44082"/>
                  <a:pt x="108127" y="44306"/>
                </a:cubicBezTo>
                <a:cubicBezTo>
                  <a:pt x="108152" y="44406"/>
                  <a:pt x="108202" y="44505"/>
                  <a:pt x="108252" y="44580"/>
                </a:cubicBezTo>
                <a:cubicBezTo>
                  <a:pt x="108277" y="44655"/>
                  <a:pt x="108277" y="44680"/>
                  <a:pt x="108301" y="44754"/>
                </a:cubicBezTo>
                <a:cubicBezTo>
                  <a:pt x="108301" y="44779"/>
                  <a:pt x="108351" y="44804"/>
                  <a:pt x="108351" y="44804"/>
                </a:cubicBezTo>
                <a:cubicBezTo>
                  <a:pt x="108401" y="45028"/>
                  <a:pt x="108501" y="45252"/>
                  <a:pt x="108575" y="45501"/>
                </a:cubicBezTo>
                <a:cubicBezTo>
                  <a:pt x="108476" y="45650"/>
                  <a:pt x="108525" y="45750"/>
                  <a:pt x="108525" y="45849"/>
                </a:cubicBezTo>
                <a:cubicBezTo>
                  <a:pt x="108401" y="45576"/>
                  <a:pt x="108351" y="45302"/>
                  <a:pt x="108252" y="45028"/>
                </a:cubicBezTo>
                <a:cubicBezTo>
                  <a:pt x="108227" y="44953"/>
                  <a:pt x="108227" y="44904"/>
                  <a:pt x="108202" y="44879"/>
                </a:cubicBezTo>
                <a:cubicBezTo>
                  <a:pt x="108152" y="44804"/>
                  <a:pt x="108127" y="44754"/>
                  <a:pt x="108102" y="44655"/>
                </a:cubicBezTo>
                <a:cubicBezTo>
                  <a:pt x="108077" y="44555"/>
                  <a:pt x="108028" y="44456"/>
                  <a:pt x="108003" y="44331"/>
                </a:cubicBezTo>
                <a:lnTo>
                  <a:pt x="108003" y="44306"/>
                </a:lnTo>
                <a:cubicBezTo>
                  <a:pt x="107953" y="44182"/>
                  <a:pt x="107903" y="44057"/>
                  <a:pt x="107853" y="43933"/>
                </a:cubicBezTo>
                <a:cubicBezTo>
                  <a:pt x="107828" y="43833"/>
                  <a:pt x="107779" y="43784"/>
                  <a:pt x="107754" y="43684"/>
                </a:cubicBezTo>
                <a:cubicBezTo>
                  <a:pt x="107754" y="43659"/>
                  <a:pt x="107729" y="43634"/>
                  <a:pt x="107729" y="43584"/>
                </a:cubicBezTo>
                <a:cubicBezTo>
                  <a:pt x="107604" y="43311"/>
                  <a:pt x="107480" y="43062"/>
                  <a:pt x="107331" y="42788"/>
                </a:cubicBezTo>
                <a:lnTo>
                  <a:pt x="107331" y="42763"/>
                </a:lnTo>
                <a:cubicBezTo>
                  <a:pt x="107331" y="42713"/>
                  <a:pt x="107281" y="42713"/>
                  <a:pt x="107281" y="42688"/>
                </a:cubicBezTo>
                <a:cubicBezTo>
                  <a:pt x="107256" y="42663"/>
                  <a:pt x="107256" y="42639"/>
                  <a:pt x="107231" y="42589"/>
                </a:cubicBezTo>
                <a:cubicBezTo>
                  <a:pt x="107181" y="42514"/>
                  <a:pt x="107132" y="42439"/>
                  <a:pt x="107057" y="42390"/>
                </a:cubicBezTo>
                <a:cubicBezTo>
                  <a:pt x="106982" y="42190"/>
                  <a:pt x="106858" y="42016"/>
                  <a:pt x="106733" y="41817"/>
                </a:cubicBezTo>
                <a:cubicBezTo>
                  <a:pt x="106683" y="41767"/>
                  <a:pt x="106634" y="41668"/>
                  <a:pt x="106609" y="41593"/>
                </a:cubicBezTo>
                <a:cubicBezTo>
                  <a:pt x="106559" y="41543"/>
                  <a:pt x="106509" y="41469"/>
                  <a:pt x="106484" y="41419"/>
                </a:cubicBezTo>
                <a:lnTo>
                  <a:pt x="106435" y="41394"/>
                </a:lnTo>
                <a:cubicBezTo>
                  <a:pt x="106435" y="41344"/>
                  <a:pt x="106410" y="41344"/>
                  <a:pt x="106410" y="41319"/>
                </a:cubicBezTo>
                <a:cubicBezTo>
                  <a:pt x="106310" y="41195"/>
                  <a:pt x="106235" y="41095"/>
                  <a:pt x="106161" y="40971"/>
                </a:cubicBezTo>
                <a:cubicBezTo>
                  <a:pt x="106136" y="40946"/>
                  <a:pt x="106111" y="40921"/>
                  <a:pt x="106061" y="40846"/>
                </a:cubicBezTo>
                <a:close/>
                <a:moveTo>
                  <a:pt x="95532" y="45825"/>
                </a:moveTo>
                <a:cubicBezTo>
                  <a:pt x="95532" y="45825"/>
                  <a:pt x="95557" y="45825"/>
                  <a:pt x="95557" y="45849"/>
                </a:cubicBezTo>
                <a:lnTo>
                  <a:pt x="95582" y="45899"/>
                </a:lnTo>
                <a:cubicBezTo>
                  <a:pt x="95557" y="45899"/>
                  <a:pt x="95557" y="45899"/>
                  <a:pt x="95532" y="45924"/>
                </a:cubicBezTo>
                <a:cubicBezTo>
                  <a:pt x="95532" y="45899"/>
                  <a:pt x="95507" y="45899"/>
                  <a:pt x="95458" y="45849"/>
                </a:cubicBezTo>
                <a:cubicBezTo>
                  <a:pt x="95507" y="45849"/>
                  <a:pt x="95532" y="45849"/>
                  <a:pt x="95532" y="45825"/>
                </a:cubicBezTo>
                <a:close/>
                <a:moveTo>
                  <a:pt x="37785" y="45924"/>
                </a:moveTo>
                <a:cubicBezTo>
                  <a:pt x="37810" y="45924"/>
                  <a:pt x="37810" y="45949"/>
                  <a:pt x="37835" y="45949"/>
                </a:cubicBezTo>
                <a:lnTo>
                  <a:pt x="37810" y="45999"/>
                </a:lnTo>
                <a:cubicBezTo>
                  <a:pt x="37810" y="45999"/>
                  <a:pt x="37785" y="45999"/>
                  <a:pt x="37760" y="45949"/>
                </a:cubicBezTo>
                <a:lnTo>
                  <a:pt x="37785" y="45924"/>
                </a:lnTo>
                <a:close/>
                <a:moveTo>
                  <a:pt x="109944" y="45003"/>
                </a:moveTo>
                <a:cubicBezTo>
                  <a:pt x="109944" y="45028"/>
                  <a:pt x="109894" y="45053"/>
                  <a:pt x="109894" y="45128"/>
                </a:cubicBezTo>
                <a:cubicBezTo>
                  <a:pt x="109845" y="45153"/>
                  <a:pt x="109820" y="45202"/>
                  <a:pt x="109745" y="45252"/>
                </a:cubicBezTo>
                <a:cubicBezTo>
                  <a:pt x="109471" y="45501"/>
                  <a:pt x="109123" y="45750"/>
                  <a:pt x="108774" y="45999"/>
                </a:cubicBezTo>
                <a:lnTo>
                  <a:pt x="108749" y="45924"/>
                </a:lnTo>
                <a:cubicBezTo>
                  <a:pt x="108849" y="45874"/>
                  <a:pt x="108949" y="45775"/>
                  <a:pt x="109023" y="45700"/>
                </a:cubicBezTo>
                <a:cubicBezTo>
                  <a:pt x="109197" y="45576"/>
                  <a:pt x="109347" y="45451"/>
                  <a:pt x="109496" y="45377"/>
                </a:cubicBezTo>
                <a:lnTo>
                  <a:pt x="109596" y="45277"/>
                </a:lnTo>
                <a:cubicBezTo>
                  <a:pt x="109720" y="45177"/>
                  <a:pt x="109820" y="45078"/>
                  <a:pt x="109944" y="45003"/>
                </a:cubicBezTo>
                <a:close/>
                <a:moveTo>
                  <a:pt x="73603" y="45053"/>
                </a:moveTo>
                <a:cubicBezTo>
                  <a:pt x="74051" y="45128"/>
                  <a:pt x="74549" y="45177"/>
                  <a:pt x="75047" y="45202"/>
                </a:cubicBezTo>
                <a:cubicBezTo>
                  <a:pt x="74474" y="45451"/>
                  <a:pt x="73877" y="45725"/>
                  <a:pt x="73280" y="46024"/>
                </a:cubicBezTo>
                <a:lnTo>
                  <a:pt x="73280" y="45999"/>
                </a:lnTo>
                <a:cubicBezTo>
                  <a:pt x="73404" y="45675"/>
                  <a:pt x="73504" y="45377"/>
                  <a:pt x="73603" y="45053"/>
                </a:cubicBezTo>
                <a:close/>
                <a:moveTo>
                  <a:pt x="80573" y="44431"/>
                </a:moveTo>
                <a:cubicBezTo>
                  <a:pt x="81021" y="44580"/>
                  <a:pt x="81568" y="44704"/>
                  <a:pt x="82116" y="44804"/>
                </a:cubicBezTo>
                <a:cubicBezTo>
                  <a:pt x="82141" y="44804"/>
                  <a:pt x="82191" y="44829"/>
                  <a:pt x="82216" y="44829"/>
                </a:cubicBezTo>
                <a:cubicBezTo>
                  <a:pt x="83062" y="45153"/>
                  <a:pt x="83759" y="45551"/>
                  <a:pt x="84431" y="46073"/>
                </a:cubicBezTo>
                <a:cubicBezTo>
                  <a:pt x="84306" y="46049"/>
                  <a:pt x="84182" y="46024"/>
                  <a:pt x="84082" y="45999"/>
                </a:cubicBezTo>
                <a:cubicBezTo>
                  <a:pt x="83958" y="45949"/>
                  <a:pt x="83833" y="45924"/>
                  <a:pt x="83734" y="45899"/>
                </a:cubicBezTo>
                <a:cubicBezTo>
                  <a:pt x="82738" y="45576"/>
                  <a:pt x="81767" y="45202"/>
                  <a:pt x="80871" y="44754"/>
                </a:cubicBezTo>
                <a:cubicBezTo>
                  <a:pt x="80822" y="44704"/>
                  <a:pt x="80722" y="44680"/>
                  <a:pt x="80647" y="44605"/>
                </a:cubicBezTo>
                <a:cubicBezTo>
                  <a:pt x="80573" y="44555"/>
                  <a:pt x="80473" y="44480"/>
                  <a:pt x="80349" y="44431"/>
                </a:cubicBezTo>
                <a:close/>
                <a:moveTo>
                  <a:pt x="73031" y="45849"/>
                </a:moveTo>
                <a:cubicBezTo>
                  <a:pt x="73031" y="45899"/>
                  <a:pt x="73056" y="45949"/>
                  <a:pt x="73056" y="45999"/>
                </a:cubicBezTo>
                <a:cubicBezTo>
                  <a:pt x="73056" y="46024"/>
                  <a:pt x="73031" y="46073"/>
                  <a:pt x="73031" y="46123"/>
                </a:cubicBezTo>
                <a:cubicBezTo>
                  <a:pt x="73031" y="46073"/>
                  <a:pt x="73031" y="46024"/>
                  <a:pt x="73006" y="45999"/>
                </a:cubicBezTo>
                <a:cubicBezTo>
                  <a:pt x="73006" y="45949"/>
                  <a:pt x="73031" y="45899"/>
                  <a:pt x="73031" y="45849"/>
                </a:cubicBezTo>
                <a:close/>
                <a:moveTo>
                  <a:pt x="108625" y="46049"/>
                </a:moveTo>
                <a:lnTo>
                  <a:pt x="108625" y="46073"/>
                </a:lnTo>
                <a:lnTo>
                  <a:pt x="108625" y="46123"/>
                </a:lnTo>
                <a:cubicBezTo>
                  <a:pt x="108625" y="46123"/>
                  <a:pt x="108600" y="46123"/>
                  <a:pt x="108600" y="46148"/>
                </a:cubicBezTo>
                <a:lnTo>
                  <a:pt x="108600" y="46123"/>
                </a:lnTo>
                <a:lnTo>
                  <a:pt x="108575" y="46073"/>
                </a:lnTo>
                <a:lnTo>
                  <a:pt x="108625" y="46049"/>
                </a:lnTo>
                <a:close/>
                <a:moveTo>
                  <a:pt x="48164" y="36341"/>
                </a:moveTo>
                <a:lnTo>
                  <a:pt x="48463" y="36714"/>
                </a:lnTo>
                <a:cubicBezTo>
                  <a:pt x="44630" y="39452"/>
                  <a:pt x="41245" y="42738"/>
                  <a:pt x="38457" y="46198"/>
                </a:cubicBezTo>
                <a:cubicBezTo>
                  <a:pt x="38382" y="46098"/>
                  <a:pt x="38258" y="46049"/>
                  <a:pt x="38158" y="45949"/>
                </a:cubicBezTo>
                <a:cubicBezTo>
                  <a:pt x="41245" y="42589"/>
                  <a:pt x="44605" y="39403"/>
                  <a:pt x="48164" y="36341"/>
                </a:cubicBezTo>
                <a:close/>
                <a:moveTo>
                  <a:pt x="82888" y="44929"/>
                </a:moveTo>
                <a:cubicBezTo>
                  <a:pt x="82962" y="44929"/>
                  <a:pt x="83062" y="44953"/>
                  <a:pt x="83136" y="44953"/>
                </a:cubicBezTo>
                <a:cubicBezTo>
                  <a:pt x="83833" y="45302"/>
                  <a:pt x="84431" y="45700"/>
                  <a:pt x="84954" y="46198"/>
                </a:cubicBezTo>
                <a:cubicBezTo>
                  <a:pt x="84929" y="46198"/>
                  <a:pt x="84854" y="46173"/>
                  <a:pt x="84829" y="46173"/>
                </a:cubicBezTo>
                <a:cubicBezTo>
                  <a:pt x="84257" y="45675"/>
                  <a:pt x="83609" y="45277"/>
                  <a:pt x="82888" y="44929"/>
                </a:cubicBezTo>
                <a:close/>
                <a:moveTo>
                  <a:pt x="65787" y="40448"/>
                </a:moveTo>
                <a:cubicBezTo>
                  <a:pt x="67057" y="41792"/>
                  <a:pt x="68426" y="42838"/>
                  <a:pt x="69795" y="43634"/>
                </a:cubicBezTo>
                <a:cubicBezTo>
                  <a:pt x="69646" y="43709"/>
                  <a:pt x="69496" y="43808"/>
                  <a:pt x="69372" y="43908"/>
                </a:cubicBezTo>
                <a:cubicBezTo>
                  <a:pt x="69247" y="44008"/>
                  <a:pt x="69123" y="44057"/>
                  <a:pt x="68949" y="44157"/>
                </a:cubicBezTo>
                <a:cubicBezTo>
                  <a:pt x="68749" y="44281"/>
                  <a:pt x="68525" y="44431"/>
                  <a:pt x="68301" y="44555"/>
                </a:cubicBezTo>
                <a:lnTo>
                  <a:pt x="68276" y="44580"/>
                </a:lnTo>
                <a:cubicBezTo>
                  <a:pt x="68227" y="44630"/>
                  <a:pt x="68177" y="44655"/>
                  <a:pt x="68152" y="44680"/>
                </a:cubicBezTo>
                <a:cubicBezTo>
                  <a:pt x="68028" y="44779"/>
                  <a:pt x="67903" y="44829"/>
                  <a:pt x="67729" y="44929"/>
                </a:cubicBezTo>
                <a:cubicBezTo>
                  <a:pt x="67654" y="45003"/>
                  <a:pt x="67580" y="45028"/>
                  <a:pt x="67480" y="45078"/>
                </a:cubicBezTo>
                <a:cubicBezTo>
                  <a:pt x="67156" y="45302"/>
                  <a:pt x="66833" y="45551"/>
                  <a:pt x="66484" y="45775"/>
                </a:cubicBezTo>
                <a:cubicBezTo>
                  <a:pt x="66459" y="45775"/>
                  <a:pt x="66459" y="45800"/>
                  <a:pt x="66435" y="45800"/>
                </a:cubicBezTo>
                <a:lnTo>
                  <a:pt x="66410" y="45825"/>
                </a:lnTo>
                <a:cubicBezTo>
                  <a:pt x="66186" y="45999"/>
                  <a:pt x="65962" y="46123"/>
                  <a:pt x="65738" y="46273"/>
                </a:cubicBezTo>
                <a:cubicBezTo>
                  <a:pt x="65713" y="46123"/>
                  <a:pt x="65613" y="45924"/>
                  <a:pt x="65588" y="45775"/>
                </a:cubicBezTo>
                <a:cubicBezTo>
                  <a:pt x="65538" y="45551"/>
                  <a:pt x="65464" y="45327"/>
                  <a:pt x="65364" y="45128"/>
                </a:cubicBezTo>
                <a:cubicBezTo>
                  <a:pt x="65314" y="44929"/>
                  <a:pt x="65215" y="44704"/>
                  <a:pt x="65165" y="44505"/>
                </a:cubicBezTo>
                <a:cubicBezTo>
                  <a:pt x="65066" y="44207"/>
                  <a:pt x="64966" y="43958"/>
                  <a:pt x="64842" y="43659"/>
                </a:cubicBezTo>
                <a:cubicBezTo>
                  <a:pt x="64792" y="43535"/>
                  <a:pt x="64717" y="43385"/>
                  <a:pt x="64667" y="43261"/>
                </a:cubicBezTo>
                <a:lnTo>
                  <a:pt x="64194" y="42141"/>
                </a:lnTo>
                <a:cubicBezTo>
                  <a:pt x="64194" y="42091"/>
                  <a:pt x="64169" y="42066"/>
                  <a:pt x="64169" y="42041"/>
                </a:cubicBezTo>
                <a:cubicBezTo>
                  <a:pt x="63995" y="41718"/>
                  <a:pt x="63871" y="41419"/>
                  <a:pt x="63721" y="41070"/>
                </a:cubicBezTo>
                <a:cubicBezTo>
                  <a:pt x="63796" y="41046"/>
                  <a:pt x="63871" y="41021"/>
                  <a:pt x="63945" y="40971"/>
                </a:cubicBezTo>
                <a:cubicBezTo>
                  <a:pt x="64045" y="40946"/>
                  <a:pt x="64120" y="40921"/>
                  <a:pt x="64244" y="40896"/>
                </a:cubicBezTo>
                <a:cubicBezTo>
                  <a:pt x="64319" y="40846"/>
                  <a:pt x="64369" y="40846"/>
                  <a:pt x="64443" y="40821"/>
                </a:cubicBezTo>
                <a:cubicBezTo>
                  <a:pt x="64593" y="40772"/>
                  <a:pt x="64717" y="40722"/>
                  <a:pt x="64866" y="40697"/>
                </a:cubicBezTo>
                <a:cubicBezTo>
                  <a:pt x="64941" y="40672"/>
                  <a:pt x="64991" y="40672"/>
                  <a:pt x="65090" y="40647"/>
                </a:cubicBezTo>
                <a:cubicBezTo>
                  <a:pt x="65165" y="40597"/>
                  <a:pt x="65240" y="40573"/>
                  <a:pt x="65314" y="40573"/>
                </a:cubicBezTo>
                <a:lnTo>
                  <a:pt x="65339" y="40573"/>
                </a:lnTo>
                <a:cubicBezTo>
                  <a:pt x="65464" y="40548"/>
                  <a:pt x="65613" y="40523"/>
                  <a:pt x="65738" y="40448"/>
                </a:cubicBezTo>
                <a:close/>
                <a:moveTo>
                  <a:pt x="86074" y="45003"/>
                </a:moveTo>
                <a:cubicBezTo>
                  <a:pt x="85825" y="45451"/>
                  <a:pt x="85601" y="45849"/>
                  <a:pt x="85352" y="46298"/>
                </a:cubicBezTo>
                <a:cubicBezTo>
                  <a:pt x="85327" y="46298"/>
                  <a:pt x="85327" y="46298"/>
                  <a:pt x="85302" y="46273"/>
                </a:cubicBezTo>
                <a:cubicBezTo>
                  <a:pt x="84804" y="45775"/>
                  <a:pt x="84232" y="45377"/>
                  <a:pt x="83609" y="45003"/>
                </a:cubicBezTo>
                <a:lnTo>
                  <a:pt x="83609" y="45003"/>
                </a:lnTo>
                <a:cubicBezTo>
                  <a:pt x="84082" y="45028"/>
                  <a:pt x="84555" y="45053"/>
                  <a:pt x="85003" y="45053"/>
                </a:cubicBezTo>
                <a:cubicBezTo>
                  <a:pt x="85252" y="45053"/>
                  <a:pt x="85551" y="45053"/>
                  <a:pt x="85800" y="45028"/>
                </a:cubicBezTo>
                <a:cubicBezTo>
                  <a:pt x="85875" y="45028"/>
                  <a:pt x="85974" y="45003"/>
                  <a:pt x="86074" y="45003"/>
                </a:cubicBezTo>
                <a:close/>
                <a:moveTo>
                  <a:pt x="48513" y="36864"/>
                </a:moveTo>
                <a:cubicBezTo>
                  <a:pt x="48513" y="36889"/>
                  <a:pt x="48538" y="36889"/>
                  <a:pt x="48538" y="36938"/>
                </a:cubicBezTo>
                <a:cubicBezTo>
                  <a:pt x="44779" y="39627"/>
                  <a:pt x="41394" y="42912"/>
                  <a:pt x="38631" y="46322"/>
                </a:cubicBezTo>
                <a:cubicBezTo>
                  <a:pt x="38581" y="46322"/>
                  <a:pt x="38581" y="46298"/>
                  <a:pt x="38557" y="46298"/>
                </a:cubicBezTo>
                <a:cubicBezTo>
                  <a:pt x="41319" y="42838"/>
                  <a:pt x="44729" y="39577"/>
                  <a:pt x="48513" y="36864"/>
                </a:cubicBezTo>
                <a:close/>
                <a:moveTo>
                  <a:pt x="86347" y="45053"/>
                </a:moveTo>
                <a:cubicBezTo>
                  <a:pt x="86099" y="45451"/>
                  <a:pt x="85850" y="45899"/>
                  <a:pt x="85601" y="46372"/>
                </a:cubicBezTo>
                <a:lnTo>
                  <a:pt x="85551" y="46372"/>
                </a:lnTo>
                <a:lnTo>
                  <a:pt x="86273" y="45053"/>
                </a:lnTo>
                <a:close/>
                <a:moveTo>
                  <a:pt x="38009" y="46123"/>
                </a:moveTo>
                <a:cubicBezTo>
                  <a:pt x="38084" y="46198"/>
                  <a:pt x="38208" y="46298"/>
                  <a:pt x="38308" y="46372"/>
                </a:cubicBezTo>
                <a:lnTo>
                  <a:pt x="38283" y="46397"/>
                </a:lnTo>
                <a:cubicBezTo>
                  <a:pt x="38183" y="46298"/>
                  <a:pt x="38059" y="46198"/>
                  <a:pt x="37959" y="46148"/>
                </a:cubicBezTo>
                <a:lnTo>
                  <a:pt x="38009" y="46123"/>
                </a:lnTo>
                <a:close/>
                <a:moveTo>
                  <a:pt x="79901" y="44456"/>
                </a:moveTo>
                <a:cubicBezTo>
                  <a:pt x="80100" y="44580"/>
                  <a:pt x="80274" y="44680"/>
                  <a:pt x="80473" y="44779"/>
                </a:cubicBezTo>
                <a:lnTo>
                  <a:pt x="80647" y="44879"/>
                </a:lnTo>
                <a:cubicBezTo>
                  <a:pt x="81120" y="45128"/>
                  <a:pt x="81593" y="45327"/>
                  <a:pt x="82091" y="45526"/>
                </a:cubicBezTo>
                <a:cubicBezTo>
                  <a:pt x="82141" y="45551"/>
                  <a:pt x="82216" y="45551"/>
                  <a:pt x="82265" y="45576"/>
                </a:cubicBezTo>
                <a:cubicBezTo>
                  <a:pt x="82713" y="45725"/>
                  <a:pt x="83112" y="45899"/>
                  <a:pt x="83585" y="46024"/>
                </a:cubicBezTo>
                <a:cubicBezTo>
                  <a:pt x="83709" y="46049"/>
                  <a:pt x="83833" y="46073"/>
                  <a:pt x="83958" y="46148"/>
                </a:cubicBezTo>
                <a:lnTo>
                  <a:pt x="84705" y="46322"/>
                </a:lnTo>
                <a:lnTo>
                  <a:pt x="84730" y="46347"/>
                </a:lnTo>
                <a:lnTo>
                  <a:pt x="84754" y="46397"/>
                </a:lnTo>
                <a:lnTo>
                  <a:pt x="84804" y="46422"/>
                </a:lnTo>
                <a:cubicBezTo>
                  <a:pt x="83112" y="46049"/>
                  <a:pt x="81519" y="45426"/>
                  <a:pt x="80100" y="44605"/>
                </a:cubicBezTo>
                <a:cubicBezTo>
                  <a:pt x="80075" y="44580"/>
                  <a:pt x="80025" y="44580"/>
                  <a:pt x="80000" y="44555"/>
                </a:cubicBezTo>
                <a:cubicBezTo>
                  <a:pt x="79975" y="44530"/>
                  <a:pt x="79901" y="44505"/>
                  <a:pt x="79851" y="44456"/>
                </a:cubicBezTo>
                <a:close/>
                <a:moveTo>
                  <a:pt x="85078" y="46422"/>
                </a:moveTo>
                <a:cubicBezTo>
                  <a:pt x="85087" y="46422"/>
                  <a:pt x="85102" y="46425"/>
                  <a:pt x="85119" y="46429"/>
                </a:cubicBezTo>
                <a:lnTo>
                  <a:pt x="85119" y="46429"/>
                </a:lnTo>
                <a:cubicBezTo>
                  <a:pt x="85115" y="46432"/>
                  <a:pt x="85112" y="46433"/>
                  <a:pt x="85109" y="46433"/>
                </a:cubicBezTo>
                <a:cubicBezTo>
                  <a:pt x="85100" y="46433"/>
                  <a:pt x="85095" y="46422"/>
                  <a:pt x="85078" y="46422"/>
                </a:cubicBezTo>
                <a:close/>
                <a:moveTo>
                  <a:pt x="63522" y="41195"/>
                </a:moveTo>
                <a:cubicBezTo>
                  <a:pt x="63945" y="42016"/>
                  <a:pt x="64319" y="42813"/>
                  <a:pt x="64617" y="43584"/>
                </a:cubicBezTo>
                <a:cubicBezTo>
                  <a:pt x="64667" y="43659"/>
                  <a:pt x="64692" y="43759"/>
                  <a:pt x="64717" y="43808"/>
                </a:cubicBezTo>
                <a:cubicBezTo>
                  <a:pt x="64842" y="44132"/>
                  <a:pt x="64941" y="44406"/>
                  <a:pt x="65066" y="44704"/>
                </a:cubicBezTo>
                <a:cubicBezTo>
                  <a:pt x="65140" y="44904"/>
                  <a:pt x="65190" y="45078"/>
                  <a:pt x="65265" y="45227"/>
                </a:cubicBezTo>
                <a:cubicBezTo>
                  <a:pt x="65339" y="45451"/>
                  <a:pt x="65389" y="45675"/>
                  <a:pt x="65464" y="45924"/>
                </a:cubicBezTo>
                <a:cubicBezTo>
                  <a:pt x="65538" y="46073"/>
                  <a:pt x="65563" y="46273"/>
                  <a:pt x="65638" y="46422"/>
                </a:cubicBezTo>
                <a:lnTo>
                  <a:pt x="65563" y="46447"/>
                </a:lnTo>
                <a:cubicBezTo>
                  <a:pt x="65514" y="46273"/>
                  <a:pt x="65439" y="46049"/>
                  <a:pt x="65389" y="45849"/>
                </a:cubicBezTo>
                <a:cubicBezTo>
                  <a:pt x="65314" y="45675"/>
                  <a:pt x="65290" y="45526"/>
                  <a:pt x="65215" y="45327"/>
                </a:cubicBezTo>
                <a:cubicBezTo>
                  <a:pt x="65165" y="45103"/>
                  <a:pt x="65066" y="44904"/>
                  <a:pt x="64966" y="44655"/>
                </a:cubicBezTo>
                <a:lnTo>
                  <a:pt x="64692" y="43908"/>
                </a:lnTo>
                <a:cubicBezTo>
                  <a:pt x="64667" y="43784"/>
                  <a:pt x="64593" y="43684"/>
                  <a:pt x="64543" y="43559"/>
                </a:cubicBezTo>
                <a:cubicBezTo>
                  <a:pt x="64219" y="42813"/>
                  <a:pt x="63896" y="41991"/>
                  <a:pt x="63473" y="41195"/>
                </a:cubicBezTo>
                <a:close/>
                <a:moveTo>
                  <a:pt x="85165" y="46440"/>
                </a:moveTo>
                <a:cubicBezTo>
                  <a:pt x="85180" y="46444"/>
                  <a:pt x="85194" y="46447"/>
                  <a:pt x="85202" y="46447"/>
                </a:cubicBezTo>
                <a:lnTo>
                  <a:pt x="85227" y="46472"/>
                </a:lnTo>
                <a:cubicBezTo>
                  <a:pt x="85202" y="46472"/>
                  <a:pt x="85178" y="46472"/>
                  <a:pt x="85178" y="46447"/>
                </a:cubicBezTo>
                <a:lnTo>
                  <a:pt x="85165" y="46440"/>
                </a:lnTo>
                <a:close/>
                <a:moveTo>
                  <a:pt x="28774" y="39826"/>
                </a:moveTo>
                <a:lnTo>
                  <a:pt x="29347" y="40199"/>
                </a:lnTo>
                <a:cubicBezTo>
                  <a:pt x="27704" y="42290"/>
                  <a:pt x="26260" y="44406"/>
                  <a:pt x="24991" y="46522"/>
                </a:cubicBezTo>
                <a:cubicBezTo>
                  <a:pt x="24642" y="46173"/>
                  <a:pt x="24319" y="45825"/>
                  <a:pt x="23995" y="45501"/>
                </a:cubicBezTo>
                <a:cubicBezTo>
                  <a:pt x="25066" y="44182"/>
                  <a:pt x="26136" y="42887"/>
                  <a:pt x="27256" y="41568"/>
                </a:cubicBezTo>
                <a:lnTo>
                  <a:pt x="27355" y="41469"/>
                </a:lnTo>
                <a:cubicBezTo>
                  <a:pt x="27828" y="40921"/>
                  <a:pt x="28301" y="40398"/>
                  <a:pt x="28774" y="39826"/>
                </a:cubicBezTo>
                <a:close/>
                <a:moveTo>
                  <a:pt x="38457" y="46422"/>
                </a:moveTo>
                <a:cubicBezTo>
                  <a:pt x="38482" y="46422"/>
                  <a:pt x="38482" y="46447"/>
                  <a:pt x="38532" y="46447"/>
                </a:cubicBezTo>
                <a:cubicBezTo>
                  <a:pt x="38532" y="46472"/>
                  <a:pt x="38482" y="46472"/>
                  <a:pt x="38482" y="46522"/>
                </a:cubicBezTo>
                <a:cubicBezTo>
                  <a:pt x="38457" y="46522"/>
                  <a:pt x="38432" y="46522"/>
                  <a:pt x="38432" y="46472"/>
                </a:cubicBezTo>
                <a:cubicBezTo>
                  <a:pt x="38432" y="46447"/>
                  <a:pt x="38457" y="46447"/>
                  <a:pt x="38457" y="46422"/>
                </a:cubicBezTo>
                <a:close/>
                <a:moveTo>
                  <a:pt x="69994" y="43709"/>
                </a:moveTo>
                <a:cubicBezTo>
                  <a:pt x="69994" y="43709"/>
                  <a:pt x="70019" y="43709"/>
                  <a:pt x="70019" y="43759"/>
                </a:cubicBezTo>
                <a:cubicBezTo>
                  <a:pt x="70019" y="43759"/>
                  <a:pt x="70044" y="43759"/>
                  <a:pt x="70044" y="43784"/>
                </a:cubicBezTo>
                <a:cubicBezTo>
                  <a:pt x="69521" y="44132"/>
                  <a:pt x="68973" y="44456"/>
                  <a:pt x="68426" y="44804"/>
                </a:cubicBezTo>
                <a:cubicBezTo>
                  <a:pt x="68252" y="44929"/>
                  <a:pt x="68077" y="45028"/>
                  <a:pt x="67903" y="45153"/>
                </a:cubicBezTo>
                <a:cubicBezTo>
                  <a:pt x="67206" y="45625"/>
                  <a:pt x="66534" y="46073"/>
                  <a:pt x="65812" y="46546"/>
                </a:cubicBezTo>
                <a:lnTo>
                  <a:pt x="65812" y="46522"/>
                </a:lnTo>
                <a:lnTo>
                  <a:pt x="65812" y="46497"/>
                </a:lnTo>
                <a:cubicBezTo>
                  <a:pt x="66459" y="46024"/>
                  <a:pt x="67132" y="45576"/>
                  <a:pt x="67779" y="45128"/>
                </a:cubicBezTo>
                <a:cubicBezTo>
                  <a:pt x="67928" y="45003"/>
                  <a:pt x="68127" y="44904"/>
                  <a:pt x="68276" y="44804"/>
                </a:cubicBezTo>
                <a:cubicBezTo>
                  <a:pt x="68301" y="44804"/>
                  <a:pt x="68301" y="44779"/>
                  <a:pt x="68326" y="44779"/>
                </a:cubicBezTo>
                <a:cubicBezTo>
                  <a:pt x="68899" y="44431"/>
                  <a:pt x="69421" y="44057"/>
                  <a:pt x="69994" y="43709"/>
                </a:cubicBezTo>
                <a:close/>
                <a:moveTo>
                  <a:pt x="117835" y="37760"/>
                </a:moveTo>
                <a:lnTo>
                  <a:pt x="117835" y="38731"/>
                </a:lnTo>
                <a:cubicBezTo>
                  <a:pt x="117611" y="41294"/>
                  <a:pt x="117113" y="43933"/>
                  <a:pt x="116416" y="46646"/>
                </a:cubicBezTo>
                <a:cubicBezTo>
                  <a:pt x="116416" y="46546"/>
                  <a:pt x="116416" y="46447"/>
                  <a:pt x="116441" y="46322"/>
                </a:cubicBezTo>
                <a:cubicBezTo>
                  <a:pt x="117212" y="43360"/>
                  <a:pt x="117685" y="40523"/>
                  <a:pt x="117835" y="37760"/>
                </a:cubicBezTo>
                <a:close/>
                <a:moveTo>
                  <a:pt x="29496" y="40299"/>
                </a:moveTo>
                <a:cubicBezTo>
                  <a:pt x="29546" y="40299"/>
                  <a:pt x="29546" y="40324"/>
                  <a:pt x="29571" y="40324"/>
                </a:cubicBezTo>
                <a:cubicBezTo>
                  <a:pt x="27903" y="42415"/>
                  <a:pt x="26459" y="44530"/>
                  <a:pt x="25190" y="46671"/>
                </a:cubicBezTo>
                <a:cubicBezTo>
                  <a:pt x="25140" y="46671"/>
                  <a:pt x="25140" y="46646"/>
                  <a:pt x="25140" y="46646"/>
                </a:cubicBezTo>
                <a:cubicBezTo>
                  <a:pt x="26385" y="44505"/>
                  <a:pt x="27853" y="42390"/>
                  <a:pt x="29496" y="40299"/>
                </a:cubicBezTo>
                <a:close/>
                <a:moveTo>
                  <a:pt x="115669" y="38332"/>
                </a:moveTo>
                <a:cubicBezTo>
                  <a:pt x="116242" y="40797"/>
                  <a:pt x="116441" y="43510"/>
                  <a:pt x="116242" y="46372"/>
                </a:cubicBezTo>
                <a:cubicBezTo>
                  <a:pt x="116217" y="46447"/>
                  <a:pt x="116192" y="46571"/>
                  <a:pt x="116167" y="46671"/>
                </a:cubicBezTo>
                <a:cubicBezTo>
                  <a:pt x="116416" y="43709"/>
                  <a:pt x="116217" y="40946"/>
                  <a:pt x="115619" y="38432"/>
                </a:cubicBezTo>
                <a:cubicBezTo>
                  <a:pt x="115669" y="38407"/>
                  <a:pt x="115669" y="38357"/>
                  <a:pt x="115669" y="38332"/>
                </a:cubicBezTo>
                <a:close/>
                <a:moveTo>
                  <a:pt x="65663" y="46621"/>
                </a:moveTo>
                <a:lnTo>
                  <a:pt x="65663" y="46646"/>
                </a:lnTo>
                <a:lnTo>
                  <a:pt x="65663" y="46671"/>
                </a:lnTo>
                <a:lnTo>
                  <a:pt x="65613" y="46696"/>
                </a:lnTo>
                <a:lnTo>
                  <a:pt x="65613" y="46671"/>
                </a:lnTo>
                <a:lnTo>
                  <a:pt x="65613" y="46646"/>
                </a:lnTo>
                <a:lnTo>
                  <a:pt x="65663" y="46621"/>
                </a:lnTo>
                <a:close/>
                <a:moveTo>
                  <a:pt x="91774" y="43684"/>
                </a:moveTo>
                <a:cubicBezTo>
                  <a:pt x="93068" y="44182"/>
                  <a:pt x="94188" y="44879"/>
                  <a:pt x="95134" y="45775"/>
                </a:cubicBezTo>
                <a:cubicBezTo>
                  <a:pt x="94885" y="45825"/>
                  <a:pt x="94661" y="45924"/>
                  <a:pt x="94412" y="45974"/>
                </a:cubicBezTo>
                <a:cubicBezTo>
                  <a:pt x="94387" y="45974"/>
                  <a:pt x="94313" y="46024"/>
                  <a:pt x="94288" y="46024"/>
                </a:cubicBezTo>
                <a:cubicBezTo>
                  <a:pt x="93964" y="46098"/>
                  <a:pt x="93665" y="46173"/>
                  <a:pt x="93342" y="46223"/>
                </a:cubicBezTo>
                <a:cubicBezTo>
                  <a:pt x="93317" y="46223"/>
                  <a:pt x="93292" y="46223"/>
                  <a:pt x="93217" y="46273"/>
                </a:cubicBezTo>
                <a:lnTo>
                  <a:pt x="92296" y="46447"/>
                </a:lnTo>
                <a:cubicBezTo>
                  <a:pt x="92272" y="46447"/>
                  <a:pt x="92197" y="46447"/>
                  <a:pt x="92172" y="46472"/>
                </a:cubicBezTo>
                <a:cubicBezTo>
                  <a:pt x="91848" y="46546"/>
                  <a:pt x="91550" y="46571"/>
                  <a:pt x="91226" y="46596"/>
                </a:cubicBezTo>
                <a:lnTo>
                  <a:pt x="91151" y="46596"/>
                </a:lnTo>
                <a:cubicBezTo>
                  <a:pt x="90454" y="46671"/>
                  <a:pt x="89807" y="46696"/>
                  <a:pt x="89110" y="46696"/>
                </a:cubicBezTo>
                <a:lnTo>
                  <a:pt x="89085" y="46696"/>
                </a:lnTo>
                <a:cubicBezTo>
                  <a:pt x="88563" y="46696"/>
                  <a:pt x="88040" y="46671"/>
                  <a:pt x="87542" y="46646"/>
                </a:cubicBezTo>
                <a:cubicBezTo>
                  <a:pt x="87418" y="46646"/>
                  <a:pt x="87244" y="46596"/>
                  <a:pt x="87119" y="46596"/>
                </a:cubicBezTo>
                <a:cubicBezTo>
                  <a:pt x="86696" y="46571"/>
                  <a:pt x="86248" y="46522"/>
                  <a:pt x="85825" y="46422"/>
                </a:cubicBezTo>
                <a:cubicBezTo>
                  <a:pt x="86099" y="45949"/>
                  <a:pt x="86347" y="45526"/>
                  <a:pt x="86596" y="45053"/>
                </a:cubicBezTo>
                <a:cubicBezTo>
                  <a:pt x="88314" y="44829"/>
                  <a:pt x="90081" y="44406"/>
                  <a:pt x="91774" y="43684"/>
                </a:cubicBezTo>
                <a:close/>
                <a:moveTo>
                  <a:pt x="23871" y="45650"/>
                </a:moveTo>
                <a:lnTo>
                  <a:pt x="24891" y="46671"/>
                </a:lnTo>
                <a:cubicBezTo>
                  <a:pt x="24891" y="46671"/>
                  <a:pt x="24866" y="46696"/>
                  <a:pt x="24866" y="46746"/>
                </a:cubicBezTo>
                <a:lnTo>
                  <a:pt x="23846" y="45700"/>
                </a:lnTo>
                <a:cubicBezTo>
                  <a:pt x="23846" y="45675"/>
                  <a:pt x="23871" y="45675"/>
                  <a:pt x="23871" y="45650"/>
                </a:cubicBezTo>
                <a:close/>
                <a:moveTo>
                  <a:pt x="25016" y="46795"/>
                </a:moveTo>
                <a:lnTo>
                  <a:pt x="25041" y="46820"/>
                </a:lnTo>
                <a:cubicBezTo>
                  <a:pt x="25041" y="46870"/>
                  <a:pt x="25016" y="46870"/>
                  <a:pt x="25016" y="46895"/>
                </a:cubicBezTo>
                <a:cubicBezTo>
                  <a:pt x="25016" y="46895"/>
                  <a:pt x="25016" y="46870"/>
                  <a:pt x="24991" y="46870"/>
                </a:cubicBezTo>
                <a:cubicBezTo>
                  <a:pt x="24991" y="46820"/>
                  <a:pt x="25016" y="46820"/>
                  <a:pt x="25016" y="46795"/>
                </a:cubicBezTo>
                <a:close/>
                <a:moveTo>
                  <a:pt x="95283" y="45899"/>
                </a:moveTo>
                <a:lnTo>
                  <a:pt x="95308" y="45924"/>
                </a:lnTo>
                <a:lnTo>
                  <a:pt x="95333" y="45949"/>
                </a:lnTo>
                <a:cubicBezTo>
                  <a:pt x="93292" y="46571"/>
                  <a:pt x="91201" y="46895"/>
                  <a:pt x="89110" y="46895"/>
                </a:cubicBezTo>
                <a:cubicBezTo>
                  <a:pt x="88613" y="46895"/>
                  <a:pt x="88115" y="46845"/>
                  <a:pt x="87617" y="46820"/>
                </a:cubicBezTo>
                <a:cubicBezTo>
                  <a:pt x="87492" y="46820"/>
                  <a:pt x="87418" y="46795"/>
                  <a:pt x="87293" y="46795"/>
                </a:cubicBezTo>
                <a:cubicBezTo>
                  <a:pt x="86870" y="46770"/>
                  <a:pt x="86472" y="46696"/>
                  <a:pt x="86074" y="46646"/>
                </a:cubicBezTo>
                <a:cubicBezTo>
                  <a:pt x="85974" y="46646"/>
                  <a:pt x="85875" y="46621"/>
                  <a:pt x="85800" y="46621"/>
                </a:cubicBezTo>
                <a:lnTo>
                  <a:pt x="85675" y="46621"/>
                </a:lnTo>
                <a:cubicBezTo>
                  <a:pt x="85700" y="46571"/>
                  <a:pt x="85700" y="46571"/>
                  <a:pt x="85700" y="46546"/>
                </a:cubicBezTo>
                <a:cubicBezTo>
                  <a:pt x="86123" y="46646"/>
                  <a:pt x="86596" y="46696"/>
                  <a:pt x="87069" y="46746"/>
                </a:cubicBezTo>
                <a:cubicBezTo>
                  <a:pt x="87219" y="46746"/>
                  <a:pt x="87343" y="46770"/>
                  <a:pt x="87492" y="46770"/>
                </a:cubicBezTo>
                <a:cubicBezTo>
                  <a:pt x="88040" y="46795"/>
                  <a:pt x="88563" y="46820"/>
                  <a:pt x="89085" y="46820"/>
                </a:cubicBezTo>
                <a:lnTo>
                  <a:pt x="89110" y="46820"/>
                </a:lnTo>
                <a:cubicBezTo>
                  <a:pt x="91176" y="46820"/>
                  <a:pt x="93267" y="46522"/>
                  <a:pt x="95283" y="45899"/>
                </a:cubicBezTo>
                <a:close/>
                <a:moveTo>
                  <a:pt x="109820" y="45451"/>
                </a:moveTo>
                <a:lnTo>
                  <a:pt x="109820" y="45451"/>
                </a:lnTo>
                <a:cubicBezTo>
                  <a:pt x="109596" y="46049"/>
                  <a:pt x="109347" y="46671"/>
                  <a:pt x="109098" y="47268"/>
                </a:cubicBezTo>
                <a:cubicBezTo>
                  <a:pt x="108998" y="46895"/>
                  <a:pt x="108949" y="46546"/>
                  <a:pt x="108849" y="46173"/>
                </a:cubicBezTo>
                <a:cubicBezTo>
                  <a:pt x="108973" y="46073"/>
                  <a:pt x="109073" y="46024"/>
                  <a:pt x="109197" y="45924"/>
                </a:cubicBezTo>
                <a:cubicBezTo>
                  <a:pt x="109372" y="45800"/>
                  <a:pt x="109571" y="45650"/>
                  <a:pt x="109720" y="45526"/>
                </a:cubicBezTo>
                <a:cubicBezTo>
                  <a:pt x="109745" y="45476"/>
                  <a:pt x="109770" y="45476"/>
                  <a:pt x="109820" y="45451"/>
                </a:cubicBezTo>
                <a:close/>
                <a:moveTo>
                  <a:pt x="72657" y="45128"/>
                </a:moveTo>
                <a:cubicBezTo>
                  <a:pt x="72682" y="45401"/>
                  <a:pt x="72707" y="45675"/>
                  <a:pt x="72782" y="45949"/>
                </a:cubicBezTo>
                <a:cubicBezTo>
                  <a:pt x="72782" y="46073"/>
                  <a:pt x="72707" y="46173"/>
                  <a:pt x="72682" y="46273"/>
                </a:cubicBezTo>
                <a:cubicBezTo>
                  <a:pt x="72035" y="46571"/>
                  <a:pt x="71388" y="46945"/>
                  <a:pt x="70741" y="47293"/>
                </a:cubicBezTo>
                <a:cubicBezTo>
                  <a:pt x="71114" y="46671"/>
                  <a:pt x="71463" y="46024"/>
                  <a:pt x="71811" y="45401"/>
                </a:cubicBezTo>
                <a:lnTo>
                  <a:pt x="72657" y="45128"/>
                </a:lnTo>
                <a:close/>
                <a:moveTo>
                  <a:pt x="70218" y="43883"/>
                </a:moveTo>
                <a:cubicBezTo>
                  <a:pt x="70741" y="44132"/>
                  <a:pt x="71189" y="44331"/>
                  <a:pt x="71687" y="44530"/>
                </a:cubicBezTo>
                <a:cubicBezTo>
                  <a:pt x="71637" y="44680"/>
                  <a:pt x="71537" y="44829"/>
                  <a:pt x="71438" y="45028"/>
                </a:cubicBezTo>
                <a:lnTo>
                  <a:pt x="71438" y="45053"/>
                </a:lnTo>
                <a:cubicBezTo>
                  <a:pt x="71438" y="45078"/>
                  <a:pt x="71413" y="45078"/>
                  <a:pt x="71413" y="45103"/>
                </a:cubicBezTo>
                <a:cubicBezTo>
                  <a:pt x="69670" y="45700"/>
                  <a:pt x="67853" y="46522"/>
                  <a:pt x="66061" y="47542"/>
                </a:cubicBezTo>
                <a:cubicBezTo>
                  <a:pt x="66061" y="47517"/>
                  <a:pt x="66061" y="47492"/>
                  <a:pt x="66036" y="47442"/>
                </a:cubicBezTo>
                <a:cubicBezTo>
                  <a:pt x="65987" y="47343"/>
                  <a:pt x="65987" y="47268"/>
                  <a:pt x="65962" y="47169"/>
                </a:cubicBezTo>
                <a:cubicBezTo>
                  <a:pt x="65937" y="47044"/>
                  <a:pt x="65912" y="46945"/>
                  <a:pt x="65862" y="46820"/>
                </a:cubicBezTo>
                <a:cubicBezTo>
                  <a:pt x="65937" y="46795"/>
                  <a:pt x="65987" y="46721"/>
                  <a:pt x="66061" y="46696"/>
                </a:cubicBezTo>
                <a:cubicBezTo>
                  <a:pt x="66708" y="46223"/>
                  <a:pt x="67331" y="45800"/>
                  <a:pt x="67978" y="45401"/>
                </a:cubicBezTo>
                <a:lnTo>
                  <a:pt x="68550" y="45028"/>
                </a:lnTo>
                <a:cubicBezTo>
                  <a:pt x="68550" y="45028"/>
                  <a:pt x="68575" y="45028"/>
                  <a:pt x="68575" y="45003"/>
                </a:cubicBezTo>
                <a:cubicBezTo>
                  <a:pt x="69173" y="44555"/>
                  <a:pt x="69695" y="44207"/>
                  <a:pt x="70218" y="43883"/>
                </a:cubicBezTo>
                <a:close/>
                <a:moveTo>
                  <a:pt x="71360" y="45795"/>
                </a:moveTo>
                <a:lnTo>
                  <a:pt x="71360" y="45795"/>
                </a:lnTo>
                <a:cubicBezTo>
                  <a:pt x="71175" y="46103"/>
                  <a:pt x="71032" y="46409"/>
                  <a:pt x="70890" y="46646"/>
                </a:cubicBezTo>
                <a:cubicBezTo>
                  <a:pt x="70790" y="46795"/>
                  <a:pt x="70716" y="46920"/>
                  <a:pt x="70641" y="47069"/>
                </a:cubicBezTo>
                <a:cubicBezTo>
                  <a:pt x="70616" y="47069"/>
                  <a:pt x="70616" y="47094"/>
                  <a:pt x="70566" y="47144"/>
                </a:cubicBezTo>
                <a:cubicBezTo>
                  <a:pt x="70517" y="47268"/>
                  <a:pt x="70417" y="47393"/>
                  <a:pt x="70318" y="47542"/>
                </a:cubicBezTo>
                <a:lnTo>
                  <a:pt x="70293" y="47567"/>
                </a:lnTo>
                <a:cubicBezTo>
                  <a:pt x="70656" y="46961"/>
                  <a:pt x="71020" y="46355"/>
                  <a:pt x="71360" y="45795"/>
                </a:cubicBezTo>
                <a:close/>
                <a:moveTo>
                  <a:pt x="98445" y="45028"/>
                </a:moveTo>
                <a:cubicBezTo>
                  <a:pt x="98046" y="45849"/>
                  <a:pt x="97573" y="46746"/>
                  <a:pt x="97125" y="47642"/>
                </a:cubicBezTo>
                <a:cubicBezTo>
                  <a:pt x="96777" y="47044"/>
                  <a:pt x="96403" y="46497"/>
                  <a:pt x="95931" y="45999"/>
                </a:cubicBezTo>
                <a:cubicBezTo>
                  <a:pt x="96080" y="45924"/>
                  <a:pt x="96254" y="45899"/>
                  <a:pt x="96403" y="45825"/>
                </a:cubicBezTo>
                <a:cubicBezTo>
                  <a:pt x="96453" y="45800"/>
                  <a:pt x="96553" y="45775"/>
                  <a:pt x="96627" y="45775"/>
                </a:cubicBezTo>
                <a:cubicBezTo>
                  <a:pt x="96901" y="45675"/>
                  <a:pt x="97150" y="45551"/>
                  <a:pt x="97424" y="45451"/>
                </a:cubicBezTo>
                <a:cubicBezTo>
                  <a:pt x="97524" y="45426"/>
                  <a:pt x="97573" y="45401"/>
                  <a:pt x="97673" y="45377"/>
                </a:cubicBezTo>
                <a:cubicBezTo>
                  <a:pt x="97922" y="45277"/>
                  <a:pt x="98171" y="45153"/>
                  <a:pt x="98420" y="45028"/>
                </a:cubicBezTo>
                <a:close/>
                <a:moveTo>
                  <a:pt x="65713" y="46920"/>
                </a:moveTo>
                <a:cubicBezTo>
                  <a:pt x="65762" y="47019"/>
                  <a:pt x="65762" y="47069"/>
                  <a:pt x="65787" y="47169"/>
                </a:cubicBezTo>
                <a:cubicBezTo>
                  <a:pt x="65812" y="47194"/>
                  <a:pt x="65837" y="47318"/>
                  <a:pt x="65837" y="47418"/>
                </a:cubicBezTo>
                <a:cubicBezTo>
                  <a:pt x="65837" y="47467"/>
                  <a:pt x="65887" y="47542"/>
                  <a:pt x="65887" y="47642"/>
                </a:cubicBezTo>
                <a:cubicBezTo>
                  <a:pt x="65837" y="47642"/>
                  <a:pt x="65837" y="47667"/>
                  <a:pt x="65812" y="47667"/>
                </a:cubicBezTo>
                <a:cubicBezTo>
                  <a:pt x="65812" y="47592"/>
                  <a:pt x="65787" y="47542"/>
                  <a:pt x="65787" y="47467"/>
                </a:cubicBezTo>
                <a:lnTo>
                  <a:pt x="65688" y="47094"/>
                </a:lnTo>
                <a:cubicBezTo>
                  <a:pt x="65688" y="47044"/>
                  <a:pt x="65663" y="46970"/>
                  <a:pt x="65663" y="46945"/>
                </a:cubicBezTo>
                <a:cubicBezTo>
                  <a:pt x="65688" y="46945"/>
                  <a:pt x="65688" y="46920"/>
                  <a:pt x="65713" y="46920"/>
                </a:cubicBezTo>
                <a:close/>
                <a:moveTo>
                  <a:pt x="108650" y="46322"/>
                </a:moveTo>
                <a:cubicBezTo>
                  <a:pt x="108650" y="46397"/>
                  <a:pt x="108675" y="46422"/>
                  <a:pt x="108675" y="46472"/>
                </a:cubicBezTo>
                <a:cubicBezTo>
                  <a:pt x="108774" y="46795"/>
                  <a:pt x="108874" y="47169"/>
                  <a:pt x="108949" y="47542"/>
                </a:cubicBezTo>
                <a:lnTo>
                  <a:pt x="108949" y="47592"/>
                </a:lnTo>
                <a:cubicBezTo>
                  <a:pt x="108949" y="47642"/>
                  <a:pt x="108899" y="47642"/>
                  <a:pt x="108899" y="47667"/>
                </a:cubicBezTo>
                <a:cubicBezTo>
                  <a:pt x="108899" y="47691"/>
                  <a:pt x="108899" y="47691"/>
                  <a:pt x="108874" y="47716"/>
                </a:cubicBezTo>
                <a:lnTo>
                  <a:pt x="108874" y="47642"/>
                </a:lnTo>
                <a:cubicBezTo>
                  <a:pt x="108874" y="47592"/>
                  <a:pt x="108874" y="47567"/>
                  <a:pt x="108849" y="47517"/>
                </a:cubicBezTo>
                <a:cubicBezTo>
                  <a:pt x="108849" y="47442"/>
                  <a:pt x="108799" y="47393"/>
                  <a:pt x="108799" y="47343"/>
                </a:cubicBezTo>
                <a:lnTo>
                  <a:pt x="108625" y="46522"/>
                </a:lnTo>
                <a:cubicBezTo>
                  <a:pt x="108625" y="46472"/>
                  <a:pt x="108600" y="46422"/>
                  <a:pt x="108600" y="46397"/>
                </a:cubicBezTo>
                <a:lnTo>
                  <a:pt x="108625" y="46347"/>
                </a:lnTo>
                <a:lnTo>
                  <a:pt x="108650" y="46322"/>
                </a:lnTo>
                <a:close/>
                <a:moveTo>
                  <a:pt x="110200" y="45149"/>
                </a:moveTo>
                <a:cubicBezTo>
                  <a:pt x="109857" y="46029"/>
                  <a:pt x="109490" y="46885"/>
                  <a:pt x="109148" y="47741"/>
                </a:cubicBezTo>
                <a:lnTo>
                  <a:pt x="109148" y="47642"/>
                </a:lnTo>
                <a:cubicBezTo>
                  <a:pt x="109496" y="46820"/>
                  <a:pt x="109845" y="45974"/>
                  <a:pt x="110143" y="45177"/>
                </a:cubicBezTo>
                <a:cubicBezTo>
                  <a:pt x="110169" y="45165"/>
                  <a:pt x="110188" y="45159"/>
                  <a:pt x="110200" y="45149"/>
                </a:cubicBezTo>
                <a:close/>
                <a:moveTo>
                  <a:pt x="71288" y="45327"/>
                </a:moveTo>
                <a:cubicBezTo>
                  <a:pt x="71288" y="45377"/>
                  <a:pt x="71263" y="45401"/>
                  <a:pt x="71263" y="45426"/>
                </a:cubicBezTo>
                <a:cubicBezTo>
                  <a:pt x="69571" y="46024"/>
                  <a:pt x="67878" y="46795"/>
                  <a:pt x="66136" y="47766"/>
                </a:cubicBezTo>
                <a:cubicBezTo>
                  <a:pt x="66086" y="47766"/>
                  <a:pt x="66086" y="47741"/>
                  <a:pt x="66086" y="47691"/>
                </a:cubicBezTo>
                <a:cubicBezTo>
                  <a:pt x="67878" y="46746"/>
                  <a:pt x="69621" y="45924"/>
                  <a:pt x="71288" y="45327"/>
                </a:cubicBezTo>
                <a:close/>
                <a:moveTo>
                  <a:pt x="72184" y="46820"/>
                </a:moveTo>
                <a:lnTo>
                  <a:pt x="72184" y="46820"/>
                </a:lnTo>
                <a:cubicBezTo>
                  <a:pt x="71736" y="47069"/>
                  <a:pt x="71263" y="47318"/>
                  <a:pt x="70815" y="47567"/>
                </a:cubicBezTo>
                <a:cubicBezTo>
                  <a:pt x="70790" y="47567"/>
                  <a:pt x="70790" y="47617"/>
                  <a:pt x="70766" y="47617"/>
                </a:cubicBezTo>
                <a:cubicBezTo>
                  <a:pt x="70691" y="47642"/>
                  <a:pt x="70641" y="47667"/>
                  <a:pt x="70542" y="47741"/>
                </a:cubicBezTo>
                <a:cubicBezTo>
                  <a:pt x="70517" y="47741"/>
                  <a:pt x="70492" y="47766"/>
                  <a:pt x="70492" y="47766"/>
                </a:cubicBezTo>
                <a:lnTo>
                  <a:pt x="70517" y="47741"/>
                </a:lnTo>
                <a:cubicBezTo>
                  <a:pt x="70616" y="47642"/>
                  <a:pt x="70741" y="47567"/>
                  <a:pt x="70840" y="47517"/>
                </a:cubicBezTo>
                <a:cubicBezTo>
                  <a:pt x="71363" y="47268"/>
                  <a:pt x="71786" y="47019"/>
                  <a:pt x="72184" y="46820"/>
                </a:cubicBezTo>
                <a:close/>
                <a:moveTo>
                  <a:pt x="95756" y="46049"/>
                </a:moveTo>
                <a:cubicBezTo>
                  <a:pt x="96254" y="46571"/>
                  <a:pt x="96652" y="47169"/>
                  <a:pt x="97026" y="47816"/>
                </a:cubicBezTo>
                <a:cubicBezTo>
                  <a:pt x="97026" y="47866"/>
                  <a:pt x="97001" y="47866"/>
                  <a:pt x="97001" y="47891"/>
                </a:cubicBezTo>
                <a:cubicBezTo>
                  <a:pt x="96627" y="47243"/>
                  <a:pt x="96179" y="46621"/>
                  <a:pt x="95682" y="46049"/>
                </a:cubicBezTo>
                <a:close/>
                <a:moveTo>
                  <a:pt x="98818" y="44829"/>
                </a:moveTo>
                <a:cubicBezTo>
                  <a:pt x="98320" y="45874"/>
                  <a:pt x="97822" y="46870"/>
                  <a:pt x="97300" y="47891"/>
                </a:cubicBezTo>
                <a:lnTo>
                  <a:pt x="97250" y="47816"/>
                </a:lnTo>
                <a:cubicBezTo>
                  <a:pt x="97772" y="46820"/>
                  <a:pt x="98270" y="45849"/>
                  <a:pt x="98743" y="44879"/>
                </a:cubicBezTo>
                <a:cubicBezTo>
                  <a:pt x="98768" y="44879"/>
                  <a:pt x="98793" y="44829"/>
                  <a:pt x="98818" y="44829"/>
                </a:cubicBezTo>
                <a:close/>
                <a:moveTo>
                  <a:pt x="65912" y="47816"/>
                </a:moveTo>
                <a:lnTo>
                  <a:pt x="65912" y="47891"/>
                </a:lnTo>
                <a:cubicBezTo>
                  <a:pt x="65862" y="47891"/>
                  <a:pt x="65862" y="47915"/>
                  <a:pt x="65837" y="47915"/>
                </a:cubicBezTo>
                <a:lnTo>
                  <a:pt x="65837" y="47866"/>
                </a:lnTo>
                <a:cubicBezTo>
                  <a:pt x="65862" y="47816"/>
                  <a:pt x="65912" y="47816"/>
                  <a:pt x="65912" y="47816"/>
                </a:cubicBezTo>
                <a:close/>
                <a:moveTo>
                  <a:pt x="70069" y="47915"/>
                </a:moveTo>
                <a:cubicBezTo>
                  <a:pt x="70069" y="47928"/>
                  <a:pt x="70069" y="47934"/>
                  <a:pt x="70075" y="47934"/>
                </a:cubicBezTo>
                <a:cubicBezTo>
                  <a:pt x="70081" y="47934"/>
                  <a:pt x="70094" y="47928"/>
                  <a:pt x="70118" y="47915"/>
                </a:cubicBezTo>
                <a:lnTo>
                  <a:pt x="70118" y="47915"/>
                </a:lnTo>
                <a:cubicBezTo>
                  <a:pt x="70118" y="47940"/>
                  <a:pt x="70069" y="47940"/>
                  <a:pt x="70069" y="47940"/>
                </a:cubicBezTo>
                <a:lnTo>
                  <a:pt x="70044" y="47990"/>
                </a:lnTo>
                <a:cubicBezTo>
                  <a:pt x="70044" y="47990"/>
                  <a:pt x="70044" y="47940"/>
                  <a:pt x="70069" y="47940"/>
                </a:cubicBezTo>
                <a:lnTo>
                  <a:pt x="70069" y="47915"/>
                </a:lnTo>
                <a:close/>
                <a:moveTo>
                  <a:pt x="116167" y="47368"/>
                </a:moveTo>
                <a:cubicBezTo>
                  <a:pt x="116167" y="47492"/>
                  <a:pt x="116117" y="47642"/>
                  <a:pt x="116092" y="47766"/>
                </a:cubicBezTo>
                <a:cubicBezTo>
                  <a:pt x="116067" y="47891"/>
                  <a:pt x="116043" y="48015"/>
                  <a:pt x="115993" y="48115"/>
                </a:cubicBezTo>
                <a:cubicBezTo>
                  <a:pt x="115993" y="47990"/>
                  <a:pt x="116043" y="47891"/>
                  <a:pt x="116043" y="47766"/>
                </a:cubicBezTo>
                <a:cubicBezTo>
                  <a:pt x="116092" y="47642"/>
                  <a:pt x="116117" y="47517"/>
                  <a:pt x="116167" y="47368"/>
                </a:cubicBezTo>
                <a:close/>
                <a:moveTo>
                  <a:pt x="97125" y="48015"/>
                </a:moveTo>
                <a:cubicBezTo>
                  <a:pt x="97125" y="48040"/>
                  <a:pt x="97150" y="48040"/>
                  <a:pt x="97150" y="48065"/>
                </a:cubicBezTo>
                <a:cubicBezTo>
                  <a:pt x="97150" y="48115"/>
                  <a:pt x="97150" y="48115"/>
                  <a:pt x="97125" y="48139"/>
                </a:cubicBezTo>
                <a:cubicBezTo>
                  <a:pt x="97125" y="48115"/>
                  <a:pt x="97076" y="48065"/>
                  <a:pt x="97076" y="48065"/>
                </a:cubicBezTo>
                <a:cubicBezTo>
                  <a:pt x="97076" y="48040"/>
                  <a:pt x="97125" y="48040"/>
                  <a:pt x="97125" y="48015"/>
                </a:cubicBezTo>
                <a:close/>
                <a:moveTo>
                  <a:pt x="108973" y="47915"/>
                </a:moveTo>
                <a:cubicBezTo>
                  <a:pt x="108973" y="47940"/>
                  <a:pt x="108973" y="48015"/>
                  <a:pt x="108998" y="48040"/>
                </a:cubicBezTo>
                <a:cubicBezTo>
                  <a:pt x="108998" y="48065"/>
                  <a:pt x="108973" y="48065"/>
                  <a:pt x="108973" y="48115"/>
                </a:cubicBezTo>
                <a:cubicBezTo>
                  <a:pt x="108973" y="48139"/>
                  <a:pt x="108949" y="48139"/>
                  <a:pt x="108949" y="48164"/>
                </a:cubicBezTo>
                <a:lnTo>
                  <a:pt x="108949" y="48115"/>
                </a:lnTo>
                <a:lnTo>
                  <a:pt x="108949" y="48040"/>
                </a:lnTo>
                <a:lnTo>
                  <a:pt x="108949" y="47990"/>
                </a:lnTo>
                <a:cubicBezTo>
                  <a:pt x="108949" y="47940"/>
                  <a:pt x="108973" y="47940"/>
                  <a:pt x="108973" y="47915"/>
                </a:cubicBezTo>
                <a:close/>
                <a:moveTo>
                  <a:pt x="75570" y="45576"/>
                </a:moveTo>
                <a:lnTo>
                  <a:pt x="75570" y="45576"/>
                </a:lnTo>
                <a:cubicBezTo>
                  <a:pt x="75097" y="46447"/>
                  <a:pt x="74524" y="47318"/>
                  <a:pt x="73952" y="48189"/>
                </a:cubicBezTo>
                <a:cubicBezTo>
                  <a:pt x="73703" y="47642"/>
                  <a:pt x="73529" y="47069"/>
                  <a:pt x="73379" y="46522"/>
                </a:cubicBezTo>
                <a:cubicBezTo>
                  <a:pt x="73653" y="46397"/>
                  <a:pt x="73927" y="46273"/>
                  <a:pt x="74250" y="46098"/>
                </a:cubicBezTo>
                <a:cubicBezTo>
                  <a:pt x="74350" y="46073"/>
                  <a:pt x="74474" y="46024"/>
                  <a:pt x="74549" y="45974"/>
                </a:cubicBezTo>
                <a:cubicBezTo>
                  <a:pt x="74599" y="45949"/>
                  <a:pt x="74649" y="45949"/>
                  <a:pt x="74674" y="45924"/>
                </a:cubicBezTo>
                <a:cubicBezTo>
                  <a:pt x="74997" y="45800"/>
                  <a:pt x="75296" y="45675"/>
                  <a:pt x="75570" y="45576"/>
                </a:cubicBezTo>
                <a:close/>
                <a:moveTo>
                  <a:pt x="73205" y="46621"/>
                </a:moveTo>
                <a:cubicBezTo>
                  <a:pt x="73379" y="47194"/>
                  <a:pt x="73553" y="47791"/>
                  <a:pt x="73852" y="48388"/>
                </a:cubicBezTo>
                <a:cubicBezTo>
                  <a:pt x="73852" y="48413"/>
                  <a:pt x="73802" y="48413"/>
                  <a:pt x="73802" y="48438"/>
                </a:cubicBezTo>
                <a:cubicBezTo>
                  <a:pt x="73529" y="47866"/>
                  <a:pt x="73304" y="47243"/>
                  <a:pt x="73155" y="46646"/>
                </a:cubicBezTo>
                <a:cubicBezTo>
                  <a:pt x="73180" y="46646"/>
                  <a:pt x="73180" y="46621"/>
                  <a:pt x="73205" y="46621"/>
                </a:cubicBezTo>
                <a:close/>
                <a:moveTo>
                  <a:pt x="75941" y="45497"/>
                </a:moveTo>
                <a:cubicBezTo>
                  <a:pt x="75352" y="46477"/>
                  <a:pt x="74738" y="47458"/>
                  <a:pt x="74051" y="48438"/>
                </a:cubicBezTo>
                <a:lnTo>
                  <a:pt x="74051" y="48413"/>
                </a:lnTo>
                <a:cubicBezTo>
                  <a:pt x="74723" y="47442"/>
                  <a:pt x="75346" y="46447"/>
                  <a:pt x="75918" y="45501"/>
                </a:cubicBezTo>
                <a:cubicBezTo>
                  <a:pt x="75927" y="45501"/>
                  <a:pt x="75935" y="45499"/>
                  <a:pt x="75941" y="45497"/>
                </a:cubicBezTo>
                <a:close/>
                <a:moveTo>
                  <a:pt x="79502" y="44555"/>
                </a:moveTo>
                <a:cubicBezTo>
                  <a:pt x="79751" y="44704"/>
                  <a:pt x="79975" y="44829"/>
                  <a:pt x="80224" y="44953"/>
                </a:cubicBezTo>
                <a:cubicBezTo>
                  <a:pt x="81519" y="45675"/>
                  <a:pt x="82888" y="46198"/>
                  <a:pt x="84381" y="46571"/>
                </a:cubicBezTo>
                <a:cubicBezTo>
                  <a:pt x="84431" y="46571"/>
                  <a:pt x="84456" y="46621"/>
                  <a:pt x="84481" y="46621"/>
                </a:cubicBezTo>
                <a:cubicBezTo>
                  <a:pt x="84680" y="46646"/>
                  <a:pt x="84829" y="46696"/>
                  <a:pt x="85003" y="46746"/>
                </a:cubicBezTo>
                <a:lnTo>
                  <a:pt x="85053" y="46770"/>
                </a:lnTo>
                <a:cubicBezTo>
                  <a:pt x="84705" y="47368"/>
                  <a:pt x="84331" y="48015"/>
                  <a:pt x="83933" y="48662"/>
                </a:cubicBezTo>
                <a:lnTo>
                  <a:pt x="83560" y="48488"/>
                </a:lnTo>
                <a:lnTo>
                  <a:pt x="83186" y="48289"/>
                </a:lnTo>
                <a:cubicBezTo>
                  <a:pt x="83062" y="48239"/>
                  <a:pt x="82962" y="48164"/>
                  <a:pt x="82838" y="48115"/>
                </a:cubicBezTo>
                <a:cubicBezTo>
                  <a:pt x="82763" y="48065"/>
                  <a:pt x="82713" y="48040"/>
                  <a:pt x="82614" y="47990"/>
                </a:cubicBezTo>
                <a:cubicBezTo>
                  <a:pt x="82489" y="47915"/>
                  <a:pt x="82390" y="47866"/>
                  <a:pt x="82265" y="47791"/>
                </a:cubicBezTo>
                <a:cubicBezTo>
                  <a:pt x="82091" y="47691"/>
                  <a:pt x="81917" y="47567"/>
                  <a:pt x="81743" y="47492"/>
                </a:cubicBezTo>
                <a:cubicBezTo>
                  <a:pt x="81643" y="47418"/>
                  <a:pt x="81519" y="47368"/>
                  <a:pt x="81394" y="47293"/>
                </a:cubicBezTo>
                <a:cubicBezTo>
                  <a:pt x="81245" y="47194"/>
                  <a:pt x="81095" y="47069"/>
                  <a:pt x="80921" y="46994"/>
                </a:cubicBezTo>
                <a:cubicBezTo>
                  <a:pt x="80822" y="46895"/>
                  <a:pt x="80672" y="46820"/>
                  <a:pt x="80573" y="46746"/>
                </a:cubicBezTo>
                <a:cubicBezTo>
                  <a:pt x="80448" y="46646"/>
                  <a:pt x="80274" y="46522"/>
                  <a:pt x="80150" y="46422"/>
                </a:cubicBezTo>
                <a:lnTo>
                  <a:pt x="79776" y="46148"/>
                </a:lnTo>
                <a:cubicBezTo>
                  <a:pt x="79652" y="46049"/>
                  <a:pt x="79527" y="45949"/>
                  <a:pt x="79428" y="45825"/>
                </a:cubicBezTo>
                <a:cubicBezTo>
                  <a:pt x="79303" y="45700"/>
                  <a:pt x="79179" y="45625"/>
                  <a:pt x="79054" y="45501"/>
                </a:cubicBezTo>
                <a:cubicBezTo>
                  <a:pt x="79029" y="45451"/>
                  <a:pt x="79005" y="45426"/>
                  <a:pt x="78930" y="45401"/>
                </a:cubicBezTo>
                <a:cubicBezTo>
                  <a:pt x="78880" y="45327"/>
                  <a:pt x="78830" y="45277"/>
                  <a:pt x="78731" y="45202"/>
                </a:cubicBezTo>
                <a:cubicBezTo>
                  <a:pt x="78606" y="45078"/>
                  <a:pt x="78482" y="44953"/>
                  <a:pt x="78357" y="44879"/>
                </a:cubicBezTo>
                <a:cubicBezTo>
                  <a:pt x="78357" y="44829"/>
                  <a:pt x="78308" y="44804"/>
                  <a:pt x="78308" y="44779"/>
                </a:cubicBezTo>
                <a:cubicBezTo>
                  <a:pt x="78731" y="44680"/>
                  <a:pt x="79129" y="44580"/>
                  <a:pt x="79502" y="44555"/>
                </a:cubicBezTo>
                <a:close/>
                <a:moveTo>
                  <a:pt x="73949" y="48625"/>
                </a:moveTo>
                <a:cubicBezTo>
                  <a:pt x="73951" y="48628"/>
                  <a:pt x="73952" y="48632"/>
                  <a:pt x="73952" y="48637"/>
                </a:cubicBezTo>
                <a:cubicBezTo>
                  <a:pt x="73952" y="48662"/>
                  <a:pt x="73927" y="48662"/>
                  <a:pt x="73927" y="48687"/>
                </a:cubicBezTo>
                <a:lnTo>
                  <a:pt x="73927" y="48662"/>
                </a:lnTo>
                <a:cubicBezTo>
                  <a:pt x="73927" y="48642"/>
                  <a:pt x="73943" y="48638"/>
                  <a:pt x="73949" y="48625"/>
                </a:cubicBezTo>
                <a:close/>
                <a:moveTo>
                  <a:pt x="85227" y="46820"/>
                </a:moveTo>
                <a:cubicBezTo>
                  <a:pt x="85227" y="46870"/>
                  <a:pt x="85252" y="46870"/>
                  <a:pt x="85252" y="46895"/>
                </a:cubicBezTo>
                <a:lnTo>
                  <a:pt x="84132" y="48762"/>
                </a:lnTo>
                <a:cubicBezTo>
                  <a:pt x="84107" y="48762"/>
                  <a:pt x="84107" y="48762"/>
                  <a:pt x="84082" y="48737"/>
                </a:cubicBezTo>
                <a:cubicBezTo>
                  <a:pt x="84481" y="48115"/>
                  <a:pt x="84854" y="47492"/>
                  <a:pt x="85227" y="46820"/>
                </a:cubicBezTo>
                <a:close/>
                <a:moveTo>
                  <a:pt x="78482" y="45153"/>
                </a:moveTo>
                <a:lnTo>
                  <a:pt x="78482" y="45153"/>
                </a:lnTo>
                <a:cubicBezTo>
                  <a:pt x="78631" y="45302"/>
                  <a:pt x="78781" y="45451"/>
                  <a:pt x="78930" y="45576"/>
                </a:cubicBezTo>
                <a:cubicBezTo>
                  <a:pt x="78980" y="45625"/>
                  <a:pt x="79005" y="45650"/>
                  <a:pt x="79029" y="45650"/>
                </a:cubicBezTo>
                <a:cubicBezTo>
                  <a:pt x="79154" y="45775"/>
                  <a:pt x="79278" y="45874"/>
                  <a:pt x="79403" y="45999"/>
                </a:cubicBezTo>
                <a:cubicBezTo>
                  <a:pt x="79502" y="46049"/>
                  <a:pt x="79602" y="46148"/>
                  <a:pt x="79677" y="46198"/>
                </a:cubicBezTo>
                <a:cubicBezTo>
                  <a:pt x="79751" y="46273"/>
                  <a:pt x="79801" y="46298"/>
                  <a:pt x="79876" y="46322"/>
                </a:cubicBezTo>
                <a:cubicBezTo>
                  <a:pt x="79926" y="46372"/>
                  <a:pt x="79975" y="46422"/>
                  <a:pt x="80025" y="46447"/>
                </a:cubicBezTo>
                <a:cubicBezTo>
                  <a:pt x="80100" y="46522"/>
                  <a:pt x="80174" y="46571"/>
                  <a:pt x="80249" y="46621"/>
                </a:cubicBezTo>
                <a:cubicBezTo>
                  <a:pt x="80349" y="46671"/>
                  <a:pt x="80398" y="46746"/>
                  <a:pt x="80498" y="46795"/>
                </a:cubicBezTo>
                <a:lnTo>
                  <a:pt x="80772" y="46994"/>
                </a:lnTo>
                <a:cubicBezTo>
                  <a:pt x="80871" y="47044"/>
                  <a:pt x="80971" y="47119"/>
                  <a:pt x="81095" y="47194"/>
                </a:cubicBezTo>
                <a:cubicBezTo>
                  <a:pt x="81195" y="47268"/>
                  <a:pt x="81245" y="47318"/>
                  <a:pt x="81344" y="47393"/>
                </a:cubicBezTo>
                <a:lnTo>
                  <a:pt x="81618" y="47567"/>
                </a:lnTo>
                <a:cubicBezTo>
                  <a:pt x="81817" y="47691"/>
                  <a:pt x="81991" y="47816"/>
                  <a:pt x="82216" y="47915"/>
                </a:cubicBezTo>
                <a:cubicBezTo>
                  <a:pt x="82290" y="47940"/>
                  <a:pt x="82365" y="48015"/>
                  <a:pt x="82464" y="48040"/>
                </a:cubicBezTo>
                <a:cubicBezTo>
                  <a:pt x="82514" y="48065"/>
                  <a:pt x="82589" y="48115"/>
                  <a:pt x="82664" y="48164"/>
                </a:cubicBezTo>
                <a:lnTo>
                  <a:pt x="82863" y="48264"/>
                </a:lnTo>
                <a:cubicBezTo>
                  <a:pt x="82962" y="48314"/>
                  <a:pt x="83062" y="48363"/>
                  <a:pt x="83136" y="48413"/>
                </a:cubicBezTo>
                <a:lnTo>
                  <a:pt x="83336" y="48513"/>
                </a:lnTo>
                <a:cubicBezTo>
                  <a:pt x="83510" y="48612"/>
                  <a:pt x="83709" y="48687"/>
                  <a:pt x="83883" y="48762"/>
                </a:cubicBezTo>
                <a:lnTo>
                  <a:pt x="83858" y="48787"/>
                </a:lnTo>
                <a:cubicBezTo>
                  <a:pt x="83634" y="48787"/>
                  <a:pt x="83510" y="48762"/>
                  <a:pt x="83385" y="48687"/>
                </a:cubicBezTo>
                <a:cubicBezTo>
                  <a:pt x="83336" y="48662"/>
                  <a:pt x="83311" y="48662"/>
                  <a:pt x="83236" y="48637"/>
                </a:cubicBezTo>
                <a:cubicBezTo>
                  <a:pt x="82987" y="48513"/>
                  <a:pt x="82763" y="48388"/>
                  <a:pt x="82514" y="48264"/>
                </a:cubicBezTo>
                <a:cubicBezTo>
                  <a:pt x="82464" y="48239"/>
                  <a:pt x="82365" y="48189"/>
                  <a:pt x="82315" y="48139"/>
                </a:cubicBezTo>
                <a:cubicBezTo>
                  <a:pt x="82091" y="48015"/>
                  <a:pt x="81892" y="47891"/>
                  <a:pt x="81718" y="47791"/>
                </a:cubicBezTo>
                <a:lnTo>
                  <a:pt x="81444" y="47617"/>
                </a:lnTo>
                <a:cubicBezTo>
                  <a:pt x="81245" y="47492"/>
                  <a:pt x="81095" y="47393"/>
                  <a:pt x="80946" y="47268"/>
                </a:cubicBezTo>
                <a:cubicBezTo>
                  <a:pt x="80822" y="47169"/>
                  <a:pt x="80722" y="47119"/>
                  <a:pt x="80598" y="47019"/>
                </a:cubicBezTo>
                <a:cubicBezTo>
                  <a:pt x="80448" y="46920"/>
                  <a:pt x="80324" y="46795"/>
                  <a:pt x="80150" y="46696"/>
                </a:cubicBezTo>
                <a:cubicBezTo>
                  <a:pt x="80025" y="46621"/>
                  <a:pt x="79901" y="46522"/>
                  <a:pt x="79776" y="46397"/>
                </a:cubicBezTo>
                <a:cubicBezTo>
                  <a:pt x="79726" y="46372"/>
                  <a:pt x="79702" y="46298"/>
                  <a:pt x="79627" y="46273"/>
                </a:cubicBezTo>
                <a:cubicBezTo>
                  <a:pt x="79577" y="46198"/>
                  <a:pt x="79477" y="46148"/>
                  <a:pt x="79403" y="46073"/>
                </a:cubicBezTo>
                <a:cubicBezTo>
                  <a:pt x="79278" y="45949"/>
                  <a:pt x="79129" y="45825"/>
                  <a:pt x="79005" y="45750"/>
                </a:cubicBezTo>
                <a:cubicBezTo>
                  <a:pt x="78905" y="45650"/>
                  <a:pt x="78781" y="45551"/>
                  <a:pt x="78706" y="45451"/>
                </a:cubicBezTo>
                <a:lnTo>
                  <a:pt x="78507" y="45277"/>
                </a:lnTo>
                <a:lnTo>
                  <a:pt x="78507" y="45202"/>
                </a:lnTo>
                <a:lnTo>
                  <a:pt x="78482" y="45153"/>
                </a:lnTo>
                <a:close/>
                <a:moveTo>
                  <a:pt x="84008" y="48886"/>
                </a:moveTo>
                <a:cubicBezTo>
                  <a:pt x="84008" y="48911"/>
                  <a:pt x="84008" y="48911"/>
                  <a:pt x="84057" y="48911"/>
                </a:cubicBezTo>
                <a:cubicBezTo>
                  <a:pt x="84057" y="48911"/>
                  <a:pt x="84057" y="48936"/>
                  <a:pt x="84008" y="48936"/>
                </a:cubicBezTo>
                <a:cubicBezTo>
                  <a:pt x="83983" y="48936"/>
                  <a:pt x="83983" y="48911"/>
                  <a:pt x="83958" y="48911"/>
                </a:cubicBezTo>
                <a:cubicBezTo>
                  <a:pt x="83958" y="48911"/>
                  <a:pt x="83958" y="48886"/>
                  <a:pt x="83983" y="48886"/>
                </a:cubicBezTo>
                <a:close/>
                <a:moveTo>
                  <a:pt x="63273" y="41294"/>
                </a:moveTo>
                <a:cubicBezTo>
                  <a:pt x="63697" y="42066"/>
                  <a:pt x="64045" y="42813"/>
                  <a:pt x="64319" y="43535"/>
                </a:cubicBezTo>
                <a:cubicBezTo>
                  <a:pt x="64369" y="43659"/>
                  <a:pt x="64443" y="43808"/>
                  <a:pt x="64468" y="43933"/>
                </a:cubicBezTo>
                <a:cubicBezTo>
                  <a:pt x="64568" y="44207"/>
                  <a:pt x="64667" y="44456"/>
                  <a:pt x="64742" y="44704"/>
                </a:cubicBezTo>
                <a:cubicBezTo>
                  <a:pt x="64817" y="44929"/>
                  <a:pt x="64916" y="45128"/>
                  <a:pt x="64966" y="45327"/>
                </a:cubicBezTo>
                <a:cubicBezTo>
                  <a:pt x="65041" y="45551"/>
                  <a:pt x="65090" y="45750"/>
                  <a:pt x="65165" y="45949"/>
                </a:cubicBezTo>
                <a:cubicBezTo>
                  <a:pt x="65215" y="46173"/>
                  <a:pt x="65290" y="46372"/>
                  <a:pt x="65339" y="46571"/>
                </a:cubicBezTo>
                <a:cubicBezTo>
                  <a:pt x="65041" y="46795"/>
                  <a:pt x="64717" y="47019"/>
                  <a:pt x="64443" y="47268"/>
                </a:cubicBezTo>
                <a:lnTo>
                  <a:pt x="64070" y="47542"/>
                </a:lnTo>
                <a:cubicBezTo>
                  <a:pt x="63896" y="47667"/>
                  <a:pt x="63721" y="47791"/>
                  <a:pt x="63547" y="47915"/>
                </a:cubicBezTo>
                <a:cubicBezTo>
                  <a:pt x="63473" y="47940"/>
                  <a:pt x="63423" y="48015"/>
                  <a:pt x="63348" y="48040"/>
                </a:cubicBezTo>
                <a:cubicBezTo>
                  <a:pt x="63199" y="48164"/>
                  <a:pt x="63024" y="48289"/>
                  <a:pt x="62850" y="48438"/>
                </a:cubicBezTo>
                <a:cubicBezTo>
                  <a:pt x="62800" y="48513"/>
                  <a:pt x="62726" y="48538"/>
                  <a:pt x="62676" y="48612"/>
                </a:cubicBezTo>
                <a:cubicBezTo>
                  <a:pt x="62477" y="48737"/>
                  <a:pt x="62303" y="48886"/>
                  <a:pt x="62128" y="49011"/>
                </a:cubicBezTo>
                <a:cubicBezTo>
                  <a:pt x="61979" y="49135"/>
                  <a:pt x="61855" y="49235"/>
                  <a:pt x="61705" y="49359"/>
                </a:cubicBezTo>
                <a:cubicBezTo>
                  <a:pt x="61606" y="49409"/>
                  <a:pt x="61506" y="49508"/>
                  <a:pt x="61431" y="49558"/>
                </a:cubicBezTo>
                <a:cubicBezTo>
                  <a:pt x="61332" y="49633"/>
                  <a:pt x="61282" y="49683"/>
                  <a:pt x="61183" y="49757"/>
                </a:cubicBezTo>
                <a:cubicBezTo>
                  <a:pt x="61158" y="49732"/>
                  <a:pt x="61083" y="49683"/>
                  <a:pt x="61058" y="49658"/>
                </a:cubicBezTo>
                <a:cubicBezTo>
                  <a:pt x="60934" y="49608"/>
                  <a:pt x="60834" y="49508"/>
                  <a:pt x="60710" y="49434"/>
                </a:cubicBezTo>
                <a:cubicBezTo>
                  <a:pt x="60610" y="49384"/>
                  <a:pt x="60535" y="49309"/>
                  <a:pt x="60436" y="49235"/>
                </a:cubicBezTo>
                <a:cubicBezTo>
                  <a:pt x="60336" y="49160"/>
                  <a:pt x="60286" y="49110"/>
                  <a:pt x="60187" y="49036"/>
                </a:cubicBezTo>
                <a:lnTo>
                  <a:pt x="59814" y="48762"/>
                </a:lnTo>
                <a:cubicBezTo>
                  <a:pt x="59789" y="48737"/>
                  <a:pt x="59714" y="48687"/>
                  <a:pt x="59689" y="48662"/>
                </a:cubicBezTo>
                <a:cubicBezTo>
                  <a:pt x="58793" y="47940"/>
                  <a:pt x="57822" y="47069"/>
                  <a:pt x="56827" y="46073"/>
                </a:cubicBezTo>
                <a:lnTo>
                  <a:pt x="56677" y="45924"/>
                </a:lnTo>
                <a:lnTo>
                  <a:pt x="56254" y="45526"/>
                </a:lnTo>
                <a:lnTo>
                  <a:pt x="56005" y="45277"/>
                </a:lnTo>
                <a:cubicBezTo>
                  <a:pt x="56204" y="45153"/>
                  <a:pt x="56379" y="44978"/>
                  <a:pt x="56603" y="44854"/>
                </a:cubicBezTo>
                <a:cubicBezTo>
                  <a:pt x="56677" y="44804"/>
                  <a:pt x="56752" y="44779"/>
                  <a:pt x="56827" y="44704"/>
                </a:cubicBezTo>
                <a:cubicBezTo>
                  <a:pt x="57075" y="44555"/>
                  <a:pt x="57300" y="44406"/>
                  <a:pt x="57548" y="44232"/>
                </a:cubicBezTo>
                <a:cubicBezTo>
                  <a:pt x="57573" y="44232"/>
                  <a:pt x="57573" y="44207"/>
                  <a:pt x="57598" y="44207"/>
                </a:cubicBezTo>
                <a:cubicBezTo>
                  <a:pt x="57673" y="44182"/>
                  <a:pt x="57723" y="44157"/>
                  <a:pt x="57797" y="44082"/>
                </a:cubicBezTo>
                <a:cubicBezTo>
                  <a:pt x="57996" y="43933"/>
                  <a:pt x="58245" y="43808"/>
                  <a:pt x="58469" y="43684"/>
                </a:cubicBezTo>
                <a:cubicBezTo>
                  <a:pt x="58494" y="43659"/>
                  <a:pt x="58544" y="43659"/>
                  <a:pt x="58569" y="43609"/>
                </a:cubicBezTo>
                <a:cubicBezTo>
                  <a:pt x="58594" y="43584"/>
                  <a:pt x="58619" y="43584"/>
                  <a:pt x="58669" y="43559"/>
                </a:cubicBezTo>
                <a:cubicBezTo>
                  <a:pt x="58693" y="43535"/>
                  <a:pt x="58718" y="43535"/>
                  <a:pt x="58743" y="43485"/>
                </a:cubicBezTo>
                <a:lnTo>
                  <a:pt x="59415" y="43111"/>
                </a:lnTo>
                <a:cubicBezTo>
                  <a:pt x="59440" y="43087"/>
                  <a:pt x="59490" y="43087"/>
                  <a:pt x="59540" y="43062"/>
                </a:cubicBezTo>
                <a:cubicBezTo>
                  <a:pt x="59589" y="43037"/>
                  <a:pt x="59664" y="43012"/>
                  <a:pt x="59714" y="42937"/>
                </a:cubicBezTo>
                <a:cubicBezTo>
                  <a:pt x="59913" y="42813"/>
                  <a:pt x="60112" y="42713"/>
                  <a:pt x="60311" y="42614"/>
                </a:cubicBezTo>
                <a:cubicBezTo>
                  <a:pt x="60436" y="42564"/>
                  <a:pt x="60560" y="42489"/>
                  <a:pt x="60660" y="42439"/>
                </a:cubicBezTo>
                <a:lnTo>
                  <a:pt x="61207" y="42166"/>
                </a:lnTo>
                <a:cubicBezTo>
                  <a:pt x="61332" y="42091"/>
                  <a:pt x="61481" y="42041"/>
                  <a:pt x="61606" y="41966"/>
                </a:cubicBezTo>
                <a:cubicBezTo>
                  <a:pt x="61780" y="41867"/>
                  <a:pt x="61954" y="41817"/>
                  <a:pt x="62103" y="41767"/>
                </a:cubicBezTo>
                <a:cubicBezTo>
                  <a:pt x="62278" y="41693"/>
                  <a:pt x="62402" y="41643"/>
                  <a:pt x="62552" y="41568"/>
                </a:cubicBezTo>
                <a:lnTo>
                  <a:pt x="63024" y="41394"/>
                </a:lnTo>
                <a:cubicBezTo>
                  <a:pt x="63099" y="41344"/>
                  <a:pt x="63199" y="41319"/>
                  <a:pt x="63273" y="41294"/>
                </a:cubicBezTo>
                <a:close/>
                <a:moveTo>
                  <a:pt x="85352" y="47069"/>
                </a:moveTo>
                <a:cubicBezTo>
                  <a:pt x="85974" y="47816"/>
                  <a:pt x="86472" y="48712"/>
                  <a:pt x="86795" y="49757"/>
                </a:cubicBezTo>
                <a:cubicBezTo>
                  <a:pt x="86721" y="49683"/>
                  <a:pt x="86621" y="49683"/>
                  <a:pt x="86547" y="49658"/>
                </a:cubicBezTo>
                <a:cubicBezTo>
                  <a:pt x="86347" y="49608"/>
                  <a:pt x="86198" y="49558"/>
                  <a:pt x="85999" y="49508"/>
                </a:cubicBezTo>
                <a:lnTo>
                  <a:pt x="85725" y="49409"/>
                </a:lnTo>
                <a:cubicBezTo>
                  <a:pt x="85626" y="49384"/>
                  <a:pt x="85576" y="49359"/>
                  <a:pt x="85476" y="49309"/>
                </a:cubicBezTo>
                <a:cubicBezTo>
                  <a:pt x="85327" y="49260"/>
                  <a:pt x="85178" y="49185"/>
                  <a:pt x="85003" y="49160"/>
                </a:cubicBezTo>
                <a:cubicBezTo>
                  <a:pt x="84929" y="49135"/>
                  <a:pt x="84854" y="49110"/>
                  <a:pt x="84754" y="49060"/>
                </a:cubicBezTo>
                <a:cubicBezTo>
                  <a:pt x="84680" y="49036"/>
                  <a:pt x="84580" y="48961"/>
                  <a:pt x="84456" y="48936"/>
                </a:cubicBezTo>
                <a:lnTo>
                  <a:pt x="84257" y="48836"/>
                </a:lnTo>
                <a:cubicBezTo>
                  <a:pt x="84630" y="48264"/>
                  <a:pt x="84978" y="47667"/>
                  <a:pt x="85352" y="47069"/>
                </a:cubicBezTo>
                <a:close/>
                <a:moveTo>
                  <a:pt x="85501" y="46795"/>
                </a:moveTo>
                <a:cubicBezTo>
                  <a:pt x="86223" y="47642"/>
                  <a:pt x="86746" y="48637"/>
                  <a:pt x="87094" y="49782"/>
                </a:cubicBezTo>
                <a:cubicBezTo>
                  <a:pt x="87094" y="49795"/>
                  <a:pt x="87088" y="49801"/>
                  <a:pt x="87079" y="49801"/>
                </a:cubicBezTo>
                <a:cubicBezTo>
                  <a:pt x="87069" y="49801"/>
                  <a:pt x="87057" y="49795"/>
                  <a:pt x="87044" y="49782"/>
                </a:cubicBezTo>
                <a:cubicBezTo>
                  <a:pt x="86696" y="48662"/>
                  <a:pt x="86198" y="47667"/>
                  <a:pt x="85476" y="46870"/>
                </a:cubicBezTo>
                <a:cubicBezTo>
                  <a:pt x="85476" y="46820"/>
                  <a:pt x="85501" y="46820"/>
                  <a:pt x="85501" y="46795"/>
                </a:cubicBezTo>
                <a:close/>
                <a:moveTo>
                  <a:pt x="55931" y="45377"/>
                </a:moveTo>
                <a:lnTo>
                  <a:pt x="56204" y="45650"/>
                </a:lnTo>
                <a:cubicBezTo>
                  <a:pt x="56603" y="46049"/>
                  <a:pt x="57001" y="46447"/>
                  <a:pt x="57374" y="46795"/>
                </a:cubicBezTo>
                <a:cubicBezTo>
                  <a:pt x="57474" y="46895"/>
                  <a:pt x="57573" y="46970"/>
                  <a:pt x="57673" y="47044"/>
                </a:cubicBezTo>
                <a:cubicBezTo>
                  <a:pt x="57947" y="47318"/>
                  <a:pt x="58245" y="47567"/>
                  <a:pt x="58544" y="47816"/>
                </a:cubicBezTo>
                <a:cubicBezTo>
                  <a:pt x="58718" y="47990"/>
                  <a:pt x="58868" y="48115"/>
                  <a:pt x="59042" y="48264"/>
                </a:cubicBezTo>
                <a:cubicBezTo>
                  <a:pt x="59241" y="48438"/>
                  <a:pt x="59465" y="48637"/>
                  <a:pt x="59689" y="48787"/>
                </a:cubicBezTo>
                <a:cubicBezTo>
                  <a:pt x="59863" y="48936"/>
                  <a:pt x="60062" y="49060"/>
                  <a:pt x="60212" y="49185"/>
                </a:cubicBezTo>
                <a:cubicBezTo>
                  <a:pt x="60436" y="49359"/>
                  <a:pt x="60660" y="49508"/>
                  <a:pt x="60834" y="49658"/>
                </a:cubicBezTo>
                <a:cubicBezTo>
                  <a:pt x="60909" y="49732"/>
                  <a:pt x="60983" y="49782"/>
                  <a:pt x="61058" y="49807"/>
                </a:cubicBezTo>
                <a:cubicBezTo>
                  <a:pt x="61033" y="49807"/>
                  <a:pt x="61033" y="49857"/>
                  <a:pt x="60983" y="49857"/>
                </a:cubicBezTo>
                <a:cubicBezTo>
                  <a:pt x="60062" y="49235"/>
                  <a:pt x="59042" y="48388"/>
                  <a:pt x="57922" y="47393"/>
                </a:cubicBezTo>
                <a:lnTo>
                  <a:pt x="57847" y="47318"/>
                </a:lnTo>
                <a:cubicBezTo>
                  <a:pt x="57673" y="47144"/>
                  <a:pt x="57474" y="46994"/>
                  <a:pt x="57300" y="46795"/>
                </a:cubicBezTo>
                <a:lnTo>
                  <a:pt x="57175" y="46671"/>
                </a:lnTo>
                <a:cubicBezTo>
                  <a:pt x="56976" y="46522"/>
                  <a:pt x="56802" y="46322"/>
                  <a:pt x="56627" y="46148"/>
                </a:cubicBezTo>
                <a:lnTo>
                  <a:pt x="56478" y="45999"/>
                </a:lnTo>
                <a:cubicBezTo>
                  <a:pt x="56304" y="45800"/>
                  <a:pt x="56105" y="45576"/>
                  <a:pt x="55881" y="45401"/>
                </a:cubicBezTo>
                <a:lnTo>
                  <a:pt x="55856" y="45377"/>
                </a:lnTo>
                <a:lnTo>
                  <a:pt x="55856" y="45377"/>
                </a:lnTo>
                <a:cubicBezTo>
                  <a:pt x="55868" y="45389"/>
                  <a:pt x="55887" y="45395"/>
                  <a:pt x="55902" y="45395"/>
                </a:cubicBezTo>
                <a:cubicBezTo>
                  <a:pt x="55918" y="45395"/>
                  <a:pt x="55931" y="45389"/>
                  <a:pt x="55931" y="45377"/>
                </a:cubicBezTo>
                <a:close/>
                <a:moveTo>
                  <a:pt x="65439" y="46795"/>
                </a:moveTo>
                <a:lnTo>
                  <a:pt x="65439" y="46820"/>
                </a:lnTo>
                <a:lnTo>
                  <a:pt x="65439" y="46845"/>
                </a:lnTo>
                <a:cubicBezTo>
                  <a:pt x="65290" y="46970"/>
                  <a:pt x="65140" y="47069"/>
                  <a:pt x="64966" y="47194"/>
                </a:cubicBezTo>
                <a:cubicBezTo>
                  <a:pt x="64891" y="47268"/>
                  <a:pt x="64817" y="47318"/>
                  <a:pt x="64717" y="47393"/>
                </a:cubicBezTo>
                <a:cubicBezTo>
                  <a:pt x="64692" y="47393"/>
                  <a:pt x="64692" y="47418"/>
                  <a:pt x="64667" y="47418"/>
                </a:cubicBezTo>
                <a:cubicBezTo>
                  <a:pt x="64294" y="47691"/>
                  <a:pt x="63945" y="47940"/>
                  <a:pt x="63572" y="48214"/>
                </a:cubicBezTo>
                <a:cubicBezTo>
                  <a:pt x="63323" y="48413"/>
                  <a:pt x="63099" y="48587"/>
                  <a:pt x="62850" y="48787"/>
                </a:cubicBezTo>
                <a:lnTo>
                  <a:pt x="62825" y="48811"/>
                </a:lnTo>
                <a:lnTo>
                  <a:pt x="62751" y="48886"/>
                </a:lnTo>
                <a:cubicBezTo>
                  <a:pt x="62726" y="48911"/>
                  <a:pt x="62701" y="48936"/>
                  <a:pt x="62676" y="48936"/>
                </a:cubicBezTo>
                <a:cubicBezTo>
                  <a:pt x="62352" y="49185"/>
                  <a:pt x="62004" y="49434"/>
                  <a:pt x="61705" y="49683"/>
                </a:cubicBezTo>
                <a:cubicBezTo>
                  <a:pt x="61606" y="49757"/>
                  <a:pt x="61556" y="49807"/>
                  <a:pt x="61456" y="49882"/>
                </a:cubicBezTo>
                <a:cubicBezTo>
                  <a:pt x="61431" y="49857"/>
                  <a:pt x="61431" y="49857"/>
                  <a:pt x="61407" y="49857"/>
                </a:cubicBezTo>
                <a:cubicBezTo>
                  <a:pt x="61456" y="49782"/>
                  <a:pt x="61506" y="49757"/>
                  <a:pt x="61581" y="49683"/>
                </a:cubicBezTo>
                <a:cubicBezTo>
                  <a:pt x="62029" y="49309"/>
                  <a:pt x="62477" y="48986"/>
                  <a:pt x="62950" y="48637"/>
                </a:cubicBezTo>
                <a:cubicBezTo>
                  <a:pt x="63174" y="48488"/>
                  <a:pt x="63348" y="48314"/>
                  <a:pt x="63572" y="48164"/>
                </a:cubicBezTo>
                <a:cubicBezTo>
                  <a:pt x="64194" y="47691"/>
                  <a:pt x="64817" y="47243"/>
                  <a:pt x="65439" y="46795"/>
                </a:cubicBezTo>
                <a:close/>
                <a:moveTo>
                  <a:pt x="84207" y="48986"/>
                </a:moveTo>
                <a:cubicBezTo>
                  <a:pt x="84456" y="49110"/>
                  <a:pt x="84705" y="49185"/>
                  <a:pt x="84954" y="49284"/>
                </a:cubicBezTo>
                <a:cubicBezTo>
                  <a:pt x="84978" y="49284"/>
                  <a:pt x="85003" y="49309"/>
                  <a:pt x="85053" y="49309"/>
                </a:cubicBezTo>
                <a:cubicBezTo>
                  <a:pt x="85327" y="49434"/>
                  <a:pt x="85626" y="49533"/>
                  <a:pt x="85924" y="49633"/>
                </a:cubicBezTo>
                <a:cubicBezTo>
                  <a:pt x="85949" y="49633"/>
                  <a:pt x="85949" y="49633"/>
                  <a:pt x="85974" y="49658"/>
                </a:cubicBezTo>
                <a:cubicBezTo>
                  <a:pt x="86248" y="49757"/>
                  <a:pt x="86571" y="49857"/>
                  <a:pt x="86845" y="49932"/>
                </a:cubicBezTo>
                <a:lnTo>
                  <a:pt x="86845" y="49981"/>
                </a:lnTo>
                <a:lnTo>
                  <a:pt x="86845" y="50006"/>
                </a:lnTo>
                <a:cubicBezTo>
                  <a:pt x="86248" y="49857"/>
                  <a:pt x="85675" y="49658"/>
                  <a:pt x="85103" y="49434"/>
                </a:cubicBezTo>
                <a:cubicBezTo>
                  <a:pt x="84804" y="49309"/>
                  <a:pt x="84506" y="49185"/>
                  <a:pt x="84207" y="49060"/>
                </a:cubicBezTo>
                <a:cubicBezTo>
                  <a:pt x="84232" y="49060"/>
                  <a:pt x="84207" y="49060"/>
                  <a:pt x="84182" y="49011"/>
                </a:cubicBezTo>
                <a:cubicBezTo>
                  <a:pt x="84182" y="49011"/>
                  <a:pt x="84182" y="48986"/>
                  <a:pt x="84207" y="48986"/>
                </a:cubicBezTo>
                <a:close/>
                <a:moveTo>
                  <a:pt x="61232" y="49932"/>
                </a:moveTo>
                <a:lnTo>
                  <a:pt x="61307" y="50006"/>
                </a:lnTo>
                <a:cubicBezTo>
                  <a:pt x="61257" y="50006"/>
                  <a:pt x="61257" y="50031"/>
                  <a:pt x="61232" y="50031"/>
                </a:cubicBezTo>
                <a:lnTo>
                  <a:pt x="61207" y="50031"/>
                </a:lnTo>
                <a:cubicBezTo>
                  <a:pt x="61207" y="50031"/>
                  <a:pt x="61183" y="50031"/>
                  <a:pt x="61183" y="50006"/>
                </a:cubicBezTo>
                <a:lnTo>
                  <a:pt x="61232" y="49932"/>
                </a:lnTo>
                <a:close/>
                <a:moveTo>
                  <a:pt x="65563" y="47019"/>
                </a:moveTo>
                <a:cubicBezTo>
                  <a:pt x="65563" y="47069"/>
                  <a:pt x="65588" y="47144"/>
                  <a:pt x="65588" y="47194"/>
                </a:cubicBezTo>
                <a:cubicBezTo>
                  <a:pt x="65563" y="47318"/>
                  <a:pt x="65588" y="47418"/>
                  <a:pt x="65638" y="47517"/>
                </a:cubicBezTo>
                <a:cubicBezTo>
                  <a:pt x="65663" y="47567"/>
                  <a:pt x="65663" y="47667"/>
                  <a:pt x="65663" y="47741"/>
                </a:cubicBezTo>
                <a:cubicBezTo>
                  <a:pt x="64418" y="48438"/>
                  <a:pt x="63149" y="49235"/>
                  <a:pt x="61904" y="50131"/>
                </a:cubicBezTo>
                <a:cubicBezTo>
                  <a:pt x="61805" y="50106"/>
                  <a:pt x="61730" y="50031"/>
                  <a:pt x="61680" y="50006"/>
                </a:cubicBezTo>
                <a:lnTo>
                  <a:pt x="61655" y="50006"/>
                </a:lnTo>
                <a:cubicBezTo>
                  <a:pt x="61730" y="49932"/>
                  <a:pt x="61830" y="49832"/>
                  <a:pt x="61929" y="49782"/>
                </a:cubicBezTo>
                <a:cubicBezTo>
                  <a:pt x="62178" y="49558"/>
                  <a:pt x="62452" y="49384"/>
                  <a:pt x="62701" y="49160"/>
                </a:cubicBezTo>
                <a:cubicBezTo>
                  <a:pt x="62751" y="49135"/>
                  <a:pt x="62800" y="49110"/>
                  <a:pt x="62850" y="49036"/>
                </a:cubicBezTo>
                <a:cubicBezTo>
                  <a:pt x="63174" y="48787"/>
                  <a:pt x="63473" y="48563"/>
                  <a:pt x="63796" y="48314"/>
                </a:cubicBezTo>
                <a:cubicBezTo>
                  <a:pt x="64070" y="48090"/>
                  <a:pt x="64369" y="47891"/>
                  <a:pt x="64667" y="47667"/>
                </a:cubicBezTo>
                <a:cubicBezTo>
                  <a:pt x="64692" y="47642"/>
                  <a:pt x="64717" y="47592"/>
                  <a:pt x="64792" y="47567"/>
                </a:cubicBezTo>
                <a:cubicBezTo>
                  <a:pt x="65041" y="47393"/>
                  <a:pt x="65290" y="47194"/>
                  <a:pt x="65563" y="47019"/>
                </a:cubicBezTo>
                <a:close/>
                <a:moveTo>
                  <a:pt x="71164" y="45650"/>
                </a:moveTo>
                <a:lnTo>
                  <a:pt x="71164" y="45650"/>
                </a:lnTo>
                <a:cubicBezTo>
                  <a:pt x="70940" y="46024"/>
                  <a:pt x="70790" y="46322"/>
                  <a:pt x="70641" y="46571"/>
                </a:cubicBezTo>
                <a:cubicBezTo>
                  <a:pt x="70566" y="46671"/>
                  <a:pt x="70542" y="46770"/>
                  <a:pt x="70517" y="46820"/>
                </a:cubicBezTo>
                <a:cubicBezTo>
                  <a:pt x="70442" y="46945"/>
                  <a:pt x="70367" y="47069"/>
                  <a:pt x="70293" y="47194"/>
                </a:cubicBezTo>
                <a:cubicBezTo>
                  <a:pt x="70143" y="47393"/>
                  <a:pt x="70019" y="47567"/>
                  <a:pt x="69894" y="47791"/>
                </a:cubicBezTo>
                <a:cubicBezTo>
                  <a:pt x="69297" y="48139"/>
                  <a:pt x="68700" y="48488"/>
                  <a:pt x="68152" y="48861"/>
                </a:cubicBezTo>
                <a:cubicBezTo>
                  <a:pt x="68028" y="48936"/>
                  <a:pt x="67878" y="49011"/>
                  <a:pt x="67729" y="49110"/>
                </a:cubicBezTo>
                <a:cubicBezTo>
                  <a:pt x="67331" y="49359"/>
                  <a:pt x="66907" y="49658"/>
                  <a:pt x="66435" y="49981"/>
                </a:cubicBezTo>
                <a:lnTo>
                  <a:pt x="66161" y="50156"/>
                </a:lnTo>
                <a:cubicBezTo>
                  <a:pt x="66186" y="50106"/>
                  <a:pt x="66186" y="50031"/>
                  <a:pt x="66186" y="49932"/>
                </a:cubicBezTo>
                <a:cubicBezTo>
                  <a:pt x="66211" y="49882"/>
                  <a:pt x="66211" y="49782"/>
                  <a:pt x="66211" y="49732"/>
                </a:cubicBezTo>
                <a:cubicBezTo>
                  <a:pt x="66211" y="49658"/>
                  <a:pt x="66211" y="49558"/>
                  <a:pt x="66260" y="49484"/>
                </a:cubicBezTo>
                <a:cubicBezTo>
                  <a:pt x="66260" y="49384"/>
                  <a:pt x="66285" y="49309"/>
                  <a:pt x="66285" y="49235"/>
                </a:cubicBezTo>
                <a:lnTo>
                  <a:pt x="66285" y="48936"/>
                </a:lnTo>
                <a:lnTo>
                  <a:pt x="66285" y="48662"/>
                </a:lnTo>
                <a:cubicBezTo>
                  <a:pt x="66285" y="48563"/>
                  <a:pt x="66260" y="48488"/>
                  <a:pt x="66260" y="48388"/>
                </a:cubicBezTo>
                <a:cubicBezTo>
                  <a:pt x="66260" y="48289"/>
                  <a:pt x="66211" y="48164"/>
                  <a:pt x="66211" y="48065"/>
                </a:cubicBezTo>
                <a:cubicBezTo>
                  <a:pt x="66211" y="48040"/>
                  <a:pt x="66211" y="48015"/>
                  <a:pt x="66186" y="47940"/>
                </a:cubicBezTo>
                <a:cubicBezTo>
                  <a:pt x="67878" y="47019"/>
                  <a:pt x="69546" y="46248"/>
                  <a:pt x="71164" y="45650"/>
                </a:cubicBezTo>
                <a:close/>
                <a:moveTo>
                  <a:pt x="97250" y="48289"/>
                </a:moveTo>
                <a:cubicBezTo>
                  <a:pt x="97548" y="48911"/>
                  <a:pt x="97797" y="49558"/>
                  <a:pt x="97996" y="50255"/>
                </a:cubicBezTo>
                <a:lnTo>
                  <a:pt x="97947" y="50255"/>
                </a:lnTo>
                <a:cubicBezTo>
                  <a:pt x="97772" y="49558"/>
                  <a:pt x="97524" y="48936"/>
                  <a:pt x="97200" y="48363"/>
                </a:cubicBezTo>
                <a:cubicBezTo>
                  <a:pt x="97200" y="48314"/>
                  <a:pt x="97250" y="48289"/>
                  <a:pt x="97250" y="48289"/>
                </a:cubicBezTo>
                <a:close/>
                <a:moveTo>
                  <a:pt x="105265" y="40448"/>
                </a:moveTo>
                <a:cubicBezTo>
                  <a:pt x="105290" y="40448"/>
                  <a:pt x="105364" y="40473"/>
                  <a:pt x="105464" y="40548"/>
                </a:cubicBezTo>
                <a:cubicBezTo>
                  <a:pt x="105713" y="40821"/>
                  <a:pt x="105962" y="41095"/>
                  <a:pt x="106161" y="41419"/>
                </a:cubicBezTo>
                <a:cubicBezTo>
                  <a:pt x="106235" y="41518"/>
                  <a:pt x="106285" y="41568"/>
                  <a:pt x="106360" y="41668"/>
                </a:cubicBezTo>
                <a:cubicBezTo>
                  <a:pt x="106609" y="42041"/>
                  <a:pt x="106858" y="42439"/>
                  <a:pt x="107107" y="42838"/>
                </a:cubicBezTo>
                <a:cubicBezTo>
                  <a:pt x="107156" y="42937"/>
                  <a:pt x="107206" y="43037"/>
                  <a:pt x="107256" y="43136"/>
                </a:cubicBezTo>
                <a:cubicBezTo>
                  <a:pt x="107455" y="43460"/>
                  <a:pt x="107604" y="43808"/>
                  <a:pt x="107754" y="44182"/>
                </a:cubicBezTo>
                <a:cubicBezTo>
                  <a:pt x="107779" y="44256"/>
                  <a:pt x="107779" y="44281"/>
                  <a:pt x="107828" y="44331"/>
                </a:cubicBezTo>
                <a:lnTo>
                  <a:pt x="107903" y="44630"/>
                </a:lnTo>
                <a:cubicBezTo>
                  <a:pt x="108077" y="45028"/>
                  <a:pt x="108202" y="45401"/>
                  <a:pt x="108326" y="45825"/>
                </a:cubicBezTo>
                <a:cubicBezTo>
                  <a:pt x="108351" y="45899"/>
                  <a:pt x="108351" y="45949"/>
                  <a:pt x="108376" y="46024"/>
                </a:cubicBezTo>
                <a:cubicBezTo>
                  <a:pt x="108077" y="46248"/>
                  <a:pt x="107754" y="46422"/>
                  <a:pt x="107480" y="46621"/>
                </a:cubicBezTo>
                <a:cubicBezTo>
                  <a:pt x="107256" y="46770"/>
                  <a:pt x="107032" y="46895"/>
                  <a:pt x="106833" y="47044"/>
                </a:cubicBezTo>
                <a:cubicBezTo>
                  <a:pt x="106484" y="47243"/>
                  <a:pt x="106136" y="47418"/>
                  <a:pt x="105837" y="47617"/>
                </a:cubicBezTo>
                <a:cubicBezTo>
                  <a:pt x="105588" y="47741"/>
                  <a:pt x="105339" y="47891"/>
                  <a:pt x="105090" y="48015"/>
                </a:cubicBezTo>
                <a:cubicBezTo>
                  <a:pt x="104742" y="48164"/>
                  <a:pt x="104418" y="48314"/>
                  <a:pt x="104095" y="48438"/>
                </a:cubicBezTo>
                <a:cubicBezTo>
                  <a:pt x="103796" y="48563"/>
                  <a:pt x="103547" y="48687"/>
                  <a:pt x="103273" y="48811"/>
                </a:cubicBezTo>
                <a:cubicBezTo>
                  <a:pt x="102975" y="48936"/>
                  <a:pt x="102626" y="49060"/>
                  <a:pt x="102303" y="49160"/>
                </a:cubicBezTo>
                <a:cubicBezTo>
                  <a:pt x="102004" y="49260"/>
                  <a:pt x="101730" y="49384"/>
                  <a:pt x="101407" y="49484"/>
                </a:cubicBezTo>
                <a:cubicBezTo>
                  <a:pt x="101133" y="49558"/>
                  <a:pt x="100859" y="49633"/>
                  <a:pt x="100560" y="49732"/>
                </a:cubicBezTo>
                <a:cubicBezTo>
                  <a:pt x="100535" y="49732"/>
                  <a:pt x="100535" y="49732"/>
                  <a:pt x="100510" y="49757"/>
                </a:cubicBezTo>
                <a:lnTo>
                  <a:pt x="100486" y="49757"/>
                </a:lnTo>
                <a:cubicBezTo>
                  <a:pt x="100162" y="49857"/>
                  <a:pt x="99863" y="49932"/>
                  <a:pt x="99515" y="50006"/>
                </a:cubicBezTo>
                <a:cubicBezTo>
                  <a:pt x="99141" y="50106"/>
                  <a:pt x="98793" y="50156"/>
                  <a:pt x="98420" y="50230"/>
                </a:cubicBezTo>
                <a:cubicBezTo>
                  <a:pt x="98395" y="50230"/>
                  <a:pt x="98370" y="50230"/>
                  <a:pt x="98295" y="50255"/>
                </a:cubicBezTo>
                <a:cubicBezTo>
                  <a:pt x="98071" y="49484"/>
                  <a:pt x="97797" y="48762"/>
                  <a:pt x="97449" y="48115"/>
                </a:cubicBezTo>
                <a:cubicBezTo>
                  <a:pt x="98046" y="46994"/>
                  <a:pt x="98619" y="45874"/>
                  <a:pt x="99166" y="44754"/>
                </a:cubicBezTo>
                <a:cubicBezTo>
                  <a:pt x="99291" y="44680"/>
                  <a:pt x="99415" y="44630"/>
                  <a:pt x="99515" y="44555"/>
                </a:cubicBezTo>
                <a:cubicBezTo>
                  <a:pt x="99614" y="44505"/>
                  <a:pt x="99739" y="44456"/>
                  <a:pt x="99814" y="44406"/>
                </a:cubicBezTo>
                <a:lnTo>
                  <a:pt x="100486" y="44032"/>
                </a:lnTo>
                <a:cubicBezTo>
                  <a:pt x="100610" y="43958"/>
                  <a:pt x="100735" y="43908"/>
                  <a:pt x="100809" y="43833"/>
                </a:cubicBezTo>
                <a:cubicBezTo>
                  <a:pt x="101008" y="43709"/>
                  <a:pt x="101232" y="43584"/>
                  <a:pt x="101407" y="43460"/>
                </a:cubicBezTo>
                <a:cubicBezTo>
                  <a:pt x="101531" y="43385"/>
                  <a:pt x="101655" y="43311"/>
                  <a:pt x="101780" y="43211"/>
                </a:cubicBezTo>
                <a:cubicBezTo>
                  <a:pt x="101979" y="43087"/>
                  <a:pt x="102153" y="42962"/>
                  <a:pt x="102303" y="42838"/>
                </a:cubicBezTo>
                <a:cubicBezTo>
                  <a:pt x="102427" y="42763"/>
                  <a:pt x="102601" y="42663"/>
                  <a:pt x="102726" y="42564"/>
                </a:cubicBezTo>
                <a:cubicBezTo>
                  <a:pt x="102875" y="42439"/>
                  <a:pt x="103049" y="42315"/>
                  <a:pt x="103224" y="42190"/>
                </a:cubicBezTo>
                <a:cubicBezTo>
                  <a:pt x="103373" y="42066"/>
                  <a:pt x="103497" y="41966"/>
                  <a:pt x="103647" y="41842"/>
                </a:cubicBezTo>
                <a:cubicBezTo>
                  <a:pt x="103796" y="41718"/>
                  <a:pt x="103970" y="41593"/>
                  <a:pt x="104095" y="41469"/>
                </a:cubicBezTo>
                <a:lnTo>
                  <a:pt x="104543" y="41095"/>
                </a:lnTo>
                <a:cubicBezTo>
                  <a:pt x="104717" y="40971"/>
                  <a:pt x="104842" y="40846"/>
                  <a:pt x="104966" y="40722"/>
                </a:cubicBezTo>
                <a:cubicBezTo>
                  <a:pt x="105041" y="40647"/>
                  <a:pt x="105165" y="40548"/>
                  <a:pt x="105265" y="40448"/>
                </a:cubicBezTo>
                <a:close/>
                <a:moveTo>
                  <a:pt x="61506" y="50131"/>
                </a:moveTo>
                <a:cubicBezTo>
                  <a:pt x="61556" y="50156"/>
                  <a:pt x="61581" y="50156"/>
                  <a:pt x="61606" y="50180"/>
                </a:cubicBezTo>
                <a:cubicBezTo>
                  <a:pt x="61606" y="50180"/>
                  <a:pt x="61680" y="50230"/>
                  <a:pt x="61705" y="50280"/>
                </a:cubicBezTo>
                <a:cubicBezTo>
                  <a:pt x="61606" y="50255"/>
                  <a:pt x="61506" y="50230"/>
                  <a:pt x="61456" y="50156"/>
                </a:cubicBezTo>
                <a:cubicBezTo>
                  <a:pt x="61481" y="50156"/>
                  <a:pt x="61481" y="50131"/>
                  <a:pt x="61506" y="50131"/>
                </a:cubicBezTo>
                <a:close/>
                <a:moveTo>
                  <a:pt x="65688" y="47940"/>
                </a:moveTo>
                <a:lnTo>
                  <a:pt x="65688" y="48015"/>
                </a:lnTo>
                <a:cubicBezTo>
                  <a:pt x="64518" y="48687"/>
                  <a:pt x="63323" y="49434"/>
                  <a:pt x="62128" y="50280"/>
                </a:cubicBezTo>
                <a:cubicBezTo>
                  <a:pt x="62103" y="50280"/>
                  <a:pt x="62103" y="50255"/>
                  <a:pt x="62079" y="50255"/>
                </a:cubicBezTo>
                <a:cubicBezTo>
                  <a:pt x="63298" y="49409"/>
                  <a:pt x="64518" y="48637"/>
                  <a:pt x="65688" y="47940"/>
                </a:cubicBezTo>
                <a:close/>
                <a:moveTo>
                  <a:pt x="65987" y="48065"/>
                </a:moveTo>
                <a:cubicBezTo>
                  <a:pt x="65987" y="48164"/>
                  <a:pt x="66036" y="48264"/>
                  <a:pt x="66036" y="48363"/>
                </a:cubicBezTo>
                <a:cubicBezTo>
                  <a:pt x="66036" y="48488"/>
                  <a:pt x="66061" y="48563"/>
                  <a:pt x="66061" y="48687"/>
                </a:cubicBezTo>
                <a:lnTo>
                  <a:pt x="66061" y="48911"/>
                </a:lnTo>
                <a:lnTo>
                  <a:pt x="66061" y="49210"/>
                </a:lnTo>
                <a:lnTo>
                  <a:pt x="66061" y="49434"/>
                </a:lnTo>
                <a:cubicBezTo>
                  <a:pt x="66061" y="49533"/>
                  <a:pt x="66061" y="49633"/>
                  <a:pt x="66036" y="49708"/>
                </a:cubicBezTo>
                <a:cubicBezTo>
                  <a:pt x="66036" y="49782"/>
                  <a:pt x="65987" y="49832"/>
                  <a:pt x="65987" y="49932"/>
                </a:cubicBezTo>
                <a:cubicBezTo>
                  <a:pt x="65987" y="50006"/>
                  <a:pt x="65962" y="50081"/>
                  <a:pt x="65962" y="50156"/>
                </a:cubicBezTo>
                <a:cubicBezTo>
                  <a:pt x="65937" y="50255"/>
                  <a:pt x="65912" y="50305"/>
                  <a:pt x="65862" y="50380"/>
                </a:cubicBezTo>
                <a:cubicBezTo>
                  <a:pt x="65862" y="50380"/>
                  <a:pt x="65862" y="50405"/>
                  <a:pt x="65837" y="50405"/>
                </a:cubicBezTo>
                <a:cubicBezTo>
                  <a:pt x="65812" y="50429"/>
                  <a:pt x="65787" y="50429"/>
                  <a:pt x="65738" y="50454"/>
                </a:cubicBezTo>
                <a:cubicBezTo>
                  <a:pt x="65738" y="50429"/>
                  <a:pt x="65787" y="50405"/>
                  <a:pt x="65787" y="50380"/>
                </a:cubicBezTo>
                <a:cubicBezTo>
                  <a:pt x="65812" y="50255"/>
                  <a:pt x="65837" y="50180"/>
                  <a:pt x="65862" y="50106"/>
                </a:cubicBezTo>
                <a:cubicBezTo>
                  <a:pt x="65862" y="50031"/>
                  <a:pt x="65912" y="50006"/>
                  <a:pt x="65912" y="49932"/>
                </a:cubicBezTo>
                <a:cubicBezTo>
                  <a:pt x="65937" y="49857"/>
                  <a:pt x="65937" y="49782"/>
                  <a:pt x="65962" y="49683"/>
                </a:cubicBezTo>
                <a:lnTo>
                  <a:pt x="65962" y="49484"/>
                </a:lnTo>
                <a:cubicBezTo>
                  <a:pt x="65962" y="49384"/>
                  <a:pt x="65962" y="49284"/>
                  <a:pt x="66011" y="49185"/>
                </a:cubicBezTo>
                <a:lnTo>
                  <a:pt x="66011" y="48936"/>
                </a:lnTo>
                <a:lnTo>
                  <a:pt x="66011" y="48662"/>
                </a:lnTo>
                <a:cubicBezTo>
                  <a:pt x="66011" y="48563"/>
                  <a:pt x="65962" y="48488"/>
                  <a:pt x="65962" y="48388"/>
                </a:cubicBezTo>
                <a:cubicBezTo>
                  <a:pt x="65962" y="48289"/>
                  <a:pt x="65937" y="48189"/>
                  <a:pt x="65937" y="48090"/>
                </a:cubicBezTo>
                <a:cubicBezTo>
                  <a:pt x="65962" y="48090"/>
                  <a:pt x="65962" y="48065"/>
                  <a:pt x="65987" y="48065"/>
                </a:cubicBezTo>
                <a:close/>
                <a:moveTo>
                  <a:pt x="97100" y="48538"/>
                </a:moveTo>
                <a:cubicBezTo>
                  <a:pt x="97374" y="49110"/>
                  <a:pt x="97573" y="49658"/>
                  <a:pt x="97772" y="50280"/>
                </a:cubicBezTo>
                <a:cubicBezTo>
                  <a:pt x="97673" y="50305"/>
                  <a:pt x="97548" y="50355"/>
                  <a:pt x="97449" y="50355"/>
                </a:cubicBezTo>
                <a:cubicBezTo>
                  <a:pt x="97001" y="50405"/>
                  <a:pt x="96478" y="50479"/>
                  <a:pt x="96030" y="50504"/>
                </a:cubicBezTo>
                <a:cubicBezTo>
                  <a:pt x="96403" y="49857"/>
                  <a:pt x="96777" y="49185"/>
                  <a:pt x="97100" y="48538"/>
                </a:cubicBezTo>
                <a:close/>
                <a:moveTo>
                  <a:pt x="108401" y="46273"/>
                </a:moveTo>
                <a:lnTo>
                  <a:pt x="108401" y="46298"/>
                </a:lnTo>
                <a:lnTo>
                  <a:pt x="108401" y="46322"/>
                </a:lnTo>
                <a:cubicBezTo>
                  <a:pt x="108152" y="46522"/>
                  <a:pt x="107878" y="46671"/>
                  <a:pt x="107629" y="46820"/>
                </a:cubicBezTo>
                <a:cubicBezTo>
                  <a:pt x="107380" y="46994"/>
                  <a:pt x="107132" y="47169"/>
                  <a:pt x="106858" y="47318"/>
                </a:cubicBezTo>
                <a:cubicBezTo>
                  <a:pt x="106584" y="47492"/>
                  <a:pt x="106260" y="47642"/>
                  <a:pt x="105987" y="47791"/>
                </a:cubicBezTo>
                <a:cubicBezTo>
                  <a:pt x="105713" y="47940"/>
                  <a:pt x="105389" y="48115"/>
                  <a:pt x="105115" y="48264"/>
                </a:cubicBezTo>
                <a:cubicBezTo>
                  <a:pt x="104842" y="48388"/>
                  <a:pt x="104543" y="48513"/>
                  <a:pt x="104294" y="48637"/>
                </a:cubicBezTo>
                <a:cubicBezTo>
                  <a:pt x="103945" y="48787"/>
                  <a:pt x="103647" y="48936"/>
                  <a:pt x="103298" y="49060"/>
                </a:cubicBezTo>
                <a:lnTo>
                  <a:pt x="102552" y="49359"/>
                </a:lnTo>
                <a:cubicBezTo>
                  <a:pt x="102178" y="49484"/>
                  <a:pt x="101805" y="49633"/>
                  <a:pt x="101431" y="49757"/>
                </a:cubicBezTo>
                <a:cubicBezTo>
                  <a:pt x="101183" y="49807"/>
                  <a:pt x="100934" y="49882"/>
                  <a:pt x="100735" y="49932"/>
                </a:cubicBezTo>
                <a:cubicBezTo>
                  <a:pt x="100311" y="50056"/>
                  <a:pt x="99913" y="50180"/>
                  <a:pt x="99515" y="50280"/>
                </a:cubicBezTo>
                <a:cubicBezTo>
                  <a:pt x="99266" y="50355"/>
                  <a:pt x="99017" y="50380"/>
                  <a:pt x="98743" y="50429"/>
                </a:cubicBezTo>
                <a:cubicBezTo>
                  <a:pt x="98619" y="50479"/>
                  <a:pt x="98445" y="50504"/>
                  <a:pt x="98320" y="50529"/>
                </a:cubicBezTo>
                <a:lnTo>
                  <a:pt x="98270" y="50405"/>
                </a:lnTo>
                <a:cubicBezTo>
                  <a:pt x="98320" y="50405"/>
                  <a:pt x="98370" y="50380"/>
                  <a:pt x="98420" y="50380"/>
                </a:cubicBezTo>
                <a:cubicBezTo>
                  <a:pt x="98445" y="50380"/>
                  <a:pt x="98519" y="50355"/>
                  <a:pt x="98544" y="50355"/>
                </a:cubicBezTo>
                <a:cubicBezTo>
                  <a:pt x="98868" y="50280"/>
                  <a:pt x="99166" y="50255"/>
                  <a:pt x="99490" y="50156"/>
                </a:cubicBezTo>
                <a:cubicBezTo>
                  <a:pt x="99565" y="50131"/>
                  <a:pt x="99664" y="50106"/>
                  <a:pt x="99739" y="50106"/>
                </a:cubicBezTo>
                <a:cubicBezTo>
                  <a:pt x="99938" y="50031"/>
                  <a:pt x="100137" y="49981"/>
                  <a:pt x="100361" y="49907"/>
                </a:cubicBezTo>
                <a:lnTo>
                  <a:pt x="100386" y="49907"/>
                </a:lnTo>
                <a:cubicBezTo>
                  <a:pt x="100411" y="49907"/>
                  <a:pt x="100486" y="49882"/>
                  <a:pt x="100510" y="49882"/>
                </a:cubicBezTo>
                <a:cubicBezTo>
                  <a:pt x="100560" y="49857"/>
                  <a:pt x="100635" y="49857"/>
                  <a:pt x="100685" y="49807"/>
                </a:cubicBezTo>
                <a:cubicBezTo>
                  <a:pt x="100934" y="49757"/>
                  <a:pt x="101183" y="49683"/>
                  <a:pt x="101407" y="49633"/>
                </a:cubicBezTo>
                <a:cubicBezTo>
                  <a:pt x="101680" y="49533"/>
                  <a:pt x="101929" y="49434"/>
                  <a:pt x="102228" y="49359"/>
                </a:cubicBezTo>
                <a:cubicBezTo>
                  <a:pt x="102253" y="49359"/>
                  <a:pt x="102278" y="49309"/>
                  <a:pt x="102303" y="49309"/>
                </a:cubicBezTo>
                <a:cubicBezTo>
                  <a:pt x="102651" y="49185"/>
                  <a:pt x="102975" y="49110"/>
                  <a:pt x="103298" y="48986"/>
                </a:cubicBezTo>
                <a:cubicBezTo>
                  <a:pt x="103497" y="48911"/>
                  <a:pt x="103647" y="48811"/>
                  <a:pt x="103796" y="48762"/>
                </a:cubicBezTo>
                <a:cubicBezTo>
                  <a:pt x="103871" y="48737"/>
                  <a:pt x="103970" y="48687"/>
                  <a:pt x="104020" y="48662"/>
                </a:cubicBezTo>
                <a:cubicBezTo>
                  <a:pt x="104045" y="48637"/>
                  <a:pt x="104120" y="48637"/>
                  <a:pt x="104145" y="48612"/>
                </a:cubicBezTo>
                <a:cubicBezTo>
                  <a:pt x="104169" y="48612"/>
                  <a:pt x="104219" y="48563"/>
                  <a:pt x="104244" y="48563"/>
                </a:cubicBezTo>
                <a:cubicBezTo>
                  <a:pt x="104518" y="48438"/>
                  <a:pt x="104842" y="48314"/>
                  <a:pt x="105115" y="48189"/>
                </a:cubicBezTo>
                <a:cubicBezTo>
                  <a:pt x="105339" y="48115"/>
                  <a:pt x="105538" y="47940"/>
                  <a:pt x="105763" y="47866"/>
                </a:cubicBezTo>
                <a:cubicBezTo>
                  <a:pt x="105837" y="47816"/>
                  <a:pt x="105862" y="47791"/>
                  <a:pt x="105912" y="47766"/>
                </a:cubicBezTo>
                <a:cubicBezTo>
                  <a:pt x="105962" y="47766"/>
                  <a:pt x="105962" y="47741"/>
                  <a:pt x="105987" y="47741"/>
                </a:cubicBezTo>
                <a:cubicBezTo>
                  <a:pt x="106161" y="47642"/>
                  <a:pt x="106385" y="47517"/>
                  <a:pt x="106584" y="47418"/>
                </a:cubicBezTo>
                <a:cubicBezTo>
                  <a:pt x="106659" y="47368"/>
                  <a:pt x="106783" y="47318"/>
                  <a:pt x="106883" y="47268"/>
                </a:cubicBezTo>
                <a:cubicBezTo>
                  <a:pt x="107082" y="47144"/>
                  <a:pt x="107256" y="47019"/>
                  <a:pt x="107480" y="46895"/>
                </a:cubicBezTo>
                <a:cubicBezTo>
                  <a:pt x="107530" y="46870"/>
                  <a:pt x="107604" y="46795"/>
                  <a:pt x="107654" y="46770"/>
                </a:cubicBezTo>
                <a:cubicBezTo>
                  <a:pt x="107903" y="46621"/>
                  <a:pt x="108152" y="46447"/>
                  <a:pt x="108401" y="46273"/>
                </a:cubicBezTo>
                <a:close/>
                <a:moveTo>
                  <a:pt x="97026" y="48289"/>
                </a:moveTo>
                <a:cubicBezTo>
                  <a:pt x="97026" y="48314"/>
                  <a:pt x="97051" y="48363"/>
                  <a:pt x="97051" y="48363"/>
                </a:cubicBezTo>
                <a:cubicBezTo>
                  <a:pt x="96627" y="49060"/>
                  <a:pt x="96204" y="49807"/>
                  <a:pt x="95806" y="50554"/>
                </a:cubicBezTo>
                <a:lnTo>
                  <a:pt x="95756" y="50554"/>
                </a:lnTo>
                <a:cubicBezTo>
                  <a:pt x="96179" y="49807"/>
                  <a:pt x="96627" y="49036"/>
                  <a:pt x="97026" y="48289"/>
                </a:cubicBezTo>
                <a:close/>
                <a:moveTo>
                  <a:pt x="69646" y="48239"/>
                </a:moveTo>
                <a:cubicBezTo>
                  <a:pt x="69646" y="48264"/>
                  <a:pt x="69621" y="48264"/>
                  <a:pt x="69621" y="48289"/>
                </a:cubicBezTo>
                <a:cubicBezTo>
                  <a:pt x="69496" y="48363"/>
                  <a:pt x="69372" y="48438"/>
                  <a:pt x="69247" y="48513"/>
                </a:cubicBezTo>
                <a:cubicBezTo>
                  <a:pt x="69197" y="48513"/>
                  <a:pt x="69197" y="48538"/>
                  <a:pt x="69173" y="48538"/>
                </a:cubicBezTo>
                <a:cubicBezTo>
                  <a:pt x="68077" y="49160"/>
                  <a:pt x="67032" y="49882"/>
                  <a:pt x="65937" y="50629"/>
                </a:cubicBezTo>
                <a:lnTo>
                  <a:pt x="65962" y="50604"/>
                </a:lnTo>
                <a:lnTo>
                  <a:pt x="65962" y="50554"/>
                </a:lnTo>
                <a:cubicBezTo>
                  <a:pt x="66708" y="50031"/>
                  <a:pt x="67704" y="49384"/>
                  <a:pt x="68650" y="48811"/>
                </a:cubicBezTo>
                <a:cubicBezTo>
                  <a:pt x="68774" y="48762"/>
                  <a:pt x="68874" y="48687"/>
                  <a:pt x="68998" y="48637"/>
                </a:cubicBezTo>
                <a:lnTo>
                  <a:pt x="69073" y="48563"/>
                </a:lnTo>
                <a:cubicBezTo>
                  <a:pt x="69272" y="48488"/>
                  <a:pt x="69446" y="48363"/>
                  <a:pt x="69646" y="48239"/>
                </a:cubicBezTo>
                <a:close/>
                <a:moveTo>
                  <a:pt x="95408" y="46173"/>
                </a:moveTo>
                <a:cubicBezTo>
                  <a:pt x="96030" y="46696"/>
                  <a:pt x="96503" y="47368"/>
                  <a:pt x="96901" y="48065"/>
                </a:cubicBezTo>
                <a:cubicBezTo>
                  <a:pt x="96453" y="48911"/>
                  <a:pt x="96005" y="49757"/>
                  <a:pt x="95507" y="50554"/>
                </a:cubicBezTo>
                <a:lnTo>
                  <a:pt x="95458" y="50554"/>
                </a:lnTo>
                <a:cubicBezTo>
                  <a:pt x="94810" y="50629"/>
                  <a:pt x="94138" y="50653"/>
                  <a:pt x="93466" y="50653"/>
                </a:cubicBezTo>
                <a:cubicBezTo>
                  <a:pt x="92968" y="50653"/>
                  <a:pt x="92471" y="50629"/>
                  <a:pt x="91973" y="50604"/>
                </a:cubicBezTo>
                <a:lnTo>
                  <a:pt x="91649" y="50604"/>
                </a:lnTo>
                <a:cubicBezTo>
                  <a:pt x="91151" y="50554"/>
                  <a:pt x="90654" y="50504"/>
                  <a:pt x="90181" y="50429"/>
                </a:cubicBezTo>
                <a:lnTo>
                  <a:pt x="90081" y="50429"/>
                </a:lnTo>
                <a:cubicBezTo>
                  <a:pt x="89733" y="50405"/>
                  <a:pt x="89434" y="50355"/>
                  <a:pt x="89085" y="50280"/>
                </a:cubicBezTo>
                <a:cubicBezTo>
                  <a:pt x="88986" y="50255"/>
                  <a:pt x="88911" y="50255"/>
                  <a:pt x="88812" y="50230"/>
                </a:cubicBezTo>
                <a:cubicBezTo>
                  <a:pt x="88563" y="50156"/>
                  <a:pt x="88314" y="50131"/>
                  <a:pt x="88065" y="50056"/>
                </a:cubicBezTo>
                <a:lnTo>
                  <a:pt x="87990" y="50056"/>
                </a:lnTo>
                <a:lnTo>
                  <a:pt x="87617" y="49981"/>
                </a:lnTo>
                <a:cubicBezTo>
                  <a:pt x="87542" y="49932"/>
                  <a:pt x="87418" y="49907"/>
                  <a:pt x="87318" y="49882"/>
                </a:cubicBezTo>
                <a:cubicBezTo>
                  <a:pt x="86995" y="48687"/>
                  <a:pt x="86472" y="47667"/>
                  <a:pt x="85750" y="46820"/>
                </a:cubicBezTo>
                <a:lnTo>
                  <a:pt x="85825" y="46820"/>
                </a:lnTo>
                <a:cubicBezTo>
                  <a:pt x="85924" y="46870"/>
                  <a:pt x="85999" y="46870"/>
                  <a:pt x="86099" y="46895"/>
                </a:cubicBezTo>
                <a:cubicBezTo>
                  <a:pt x="86497" y="46945"/>
                  <a:pt x="86870" y="46994"/>
                  <a:pt x="87293" y="47044"/>
                </a:cubicBezTo>
                <a:cubicBezTo>
                  <a:pt x="87368" y="47044"/>
                  <a:pt x="87492" y="47069"/>
                  <a:pt x="87592" y="47069"/>
                </a:cubicBezTo>
                <a:cubicBezTo>
                  <a:pt x="88090" y="47094"/>
                  <a:pt x="88588" y="47144"/>
                  <a:pt x="89085" y="47144"/>
                </a:cubicBezTo>
                <a:cubicBezTo>
                  <a:pt x="89733" y="47144"/>
                  <a:pt x="90405" y="47094"/>
                  <a:pt x="91027" y="47044"/>
                </a:cubicBezTo>
                <a:cubicBezTo>
                  <a:pt x="91077" y="47044"/>
                  <a:pt x="91176" y="47044"/>
                  <a:pt x="91226" y="47019"/>
                </a:cubicBezTo>
                <a:lnTo>
                  <a:pt x="92072" y="46920"/>
                </a:lnTo>
                <a:cubicBezTo>
                  <a:pt x="92172" y="46920"/>
                  <a:pt x="92222" y="46895"/>
                  <a:pt x="92321" y="46895"/>
                </a:cubicBezTo>
                <a:cubicBezTo>
                  <a:pt x="92595" y="46845"/>
                  <a:pt x="92894" y="46795"/>
                  <a:pt x="93168" y="46721"/>
                </a:cubicBezTo>
                <a:cubicBezTo>
                  <a:pt x="93217" y="46721"/>
                  <a:pt x="93317" y="46696"/>
                  <a:pt x="93392" y="46696"/>
                </a:cubicBezTo>
                <a:lnTo>
                  <a:pt x="94213" y="46522"/>
                </a:lnTo>
                <a:cubicBezTo>
                  <a:pt x="94288" y="46472"/>
                  <a:pt x="94387" y="46472"/>
                  <a:pt x="94437" y="46447"/>
                </a:cubicBezTo>
                <a:cubicBezTo>
                  <a:pt x="94711" y="46397"/>
                  <a:pt x="95010" y="46298"/>
                  <a:pt x="95283" y="46198"/>
                </a:cubicBezTo>
                <a:cubicBezTo>
                  <a:pt x="95308" y="46198"/>
                  <a:pt x="95333" y="46173"/>
                  <a:pt x="95408" y="46173"/>
                </a:cubicBezTo>
                <a:close/>
                <a:moveTo>
                  <a:pt x="97797" y="50529"/>
                </a:moveTo>
                <a:lnTo>
                  <a:pt x="97797" y="50554"/>
                </a:lnTo>
                <a:lnTo>
                  <a:pt x="97797" y="50604"/>
                </a:lnTo>
                <a:cubicBezTo>
                  <a:pt x="97673" y="50629"/>
                  <a:pt x="97548" y="50653"/>
                  <a:pt x="97424" y="50653"/>
                </a:cubicBezTo>
                <a:cubicBezTo>
                  <a:pt x="97150" y="50678"/>
                  <a:pt x="96876" y="50728"/>
                  <a:pt x="96553" y="50753"/>
                </a:cubicBezTo>
                <a:cubicBezTo>
                  <a:pt x="96379" y="50753"/>
                  <a:pt x="96130" y="50778"/>
                  <a:pt x="95881" y="50778"/>
                </a:cubicBezTo>
                <a:lnTo>
                  <a:pt x="95906" y="50753"/>
                </a:lnTo>
                <a:cubicBezTo>
                  <a:pt x="96030" y="50753"/>
                  <a:pt x="96130" y="50728"/>
                  <a:pt x="96254" y="50728"/>
                </a:cubicBezTo>
                <a:lnTo>
                  <a:pt x="96379" y="50728"/>
                </a:lnTo>
                <a:cubicBezTo>
                  <a:pt x="96752" y="50678"/>
                  <a:pt x="97125" y="50653"/>
                  <a:pt x="97499" y="50604"/>
                </a:cubicBezTo>
                <a:lnTo>
                  <a:pt x="97524" y="50604"/>
                </a:lnTo>
                <a:cubicBezTo>
                  <a:pt x="97623" y="50554"/>
                  <a:pt x="97698" y="50554"/>
                  <a:pt x="97797" y="50529"/>
                </a:cubicBezTo>
                <a:close/>
                <a:moveTo>
                  <a:pt x="95682" y="50753"/>
                </a:moveTo>
                <a:cubicBezTo>
                  <a:pt x="95682" y="50753"/>
                  <a:pt x="95682" y="50778"/>
                  <a:pt x="95657" y="50778"/>
                </a:cubicBezTo>
                <a:lnTo>
                  <a:pt x="95657" y="50803"/>
                </a:lnTo>
                <a:lnTo>
                  <a:pt x="95582" y="50803"/>
                </a:lnTo>
                <a:cubicBezTo>
                  <a:pt x="95582" y="50803"/>
                  <a:pt x="95582" y="50778"/>
                  <a:pt x="95632" y="50778"/>
                </a:cubicBezTo>
                <a:cubicBezTo>
                  <a:pt x="95632" y="50778"/>
                  <a:pt x="95632" y="50753"/>
                  <a:pt x="95657" y="50753"/>
                </a:cubicBezTo>
                <a:close/>
                <a:moveTo>
                  <a:pt x="65613" y="50778"/>
                </a:moveTo>
                <a:cubicBezTo>
                  <a:pt x="65588" y="50803"/>
                  <a:pt x="65563" y="50853"/>
                  <a:pt x="65514" y="50853"/>
                </a:cubicBezTo>
                <a:cubicBezTo>
                  <a:pt x="65538" y="50803"/>
                  <a:pt x="65563" y="50778"/>
                  <a:pt x="65613" y="50778"/>
                </a:cubicBezTo>
                <a:close/>
                <a:moveTo>
                  <a:pt x="87368" y="50056"/>
                </a:moveTo>
                <a:cubicBezTo>
                  <a:pt x="87542" y="50106"/>
                  <a:pt x="87692" y="50156"/>
                  <a:pt x="87841" y="50180"/>
                </a:cubicBezTo>
                <a:cubicBezTo>
                  <a:pt x="87916" y="50180"/>
                  <a:pt x="87940" y="50230"/>
                  <a:pt x="87990" y="50230"/>
                </a:cubicBezTo>
                <a:cubicBezTo>
                  <a:pt x="88339" y="50305"/>
                  <a:pt x="88712" y="50380"/>
                  <a:pt x="89061" y="50429"/>
                </a:cubicBezTo>
                <a:cubicBezTo>
                  <a:pt x="89110" y="50429"/>
                  <a:pt x="89160" y="50454"/>
                  <a:pt x="89210" y="50454"/>
                </a:cubicBezTo>
                <a:cubicBezTo>
                  <a:pt x="89334" y="50504"/>
                  <a:pt x="89459" y="50504"/>
                  <a:pt x="89558" y="50529"/>
                </a:cubicBezTo>
                <a:lnTo>
                  <a:pt x="90106" y="50629"/>
                </a:lnTo>
                <a:cubicBezTo>
                  <a:pt x="90206" y="50629"/>
                  <a:pt x="90305" y="50653"/>
                  <a:pt x="90355" y="50653"/>
                </a:cubicBezTo>
                <a:lnTo>
                  <a:pt x="90454" y="50653"/>
                </a:lnTo>
                <a:cubicBezTo>
                  <a:pt x="90579" y="50678"/>
                  <a:pt x="90728" y="50678"/>
                  <a:pt x="90853" y="50703"/>
                </a:cubicBezTo>
                <a:cubicBezTo>
                  <a:pt x="90977" y="50703"/>
                  <a:pt x="91077" y="50753"/>
                  <a:pt x="91201" y="50753"/>
                </a:cubicBezTo>
                <a:cubicBezTo>
                  <a:pt x="91351" y="50753"/>
                  <a:pt x="91525" y="50778"/>
                  <a:pt x="91674" y="50778"/>
                </a:cubicBezTo>
                <a:lnTo>
                  <a:pt x="91799" y="50778"/>
                </a:lnTo>
                <a:cubicBezTo>
                  <a:pt x="91923" y="50778"/>
                  <a:pt x="92048" y="50803"/>
                  <a:pt x="92172" y="50803"/>
                </a:cubicBezTo>
                <a:lnTo>
                  <a:pt x="92321" y="50803"/>
                </a:lnTo>
                <a:cubicBezTo>
                  <a:pt x="92695" y="50828"/>
                  <a:pt x="93068" y="50828"/>
                  <a:pt x="93441" y="50828"/>
                </a:cubicBezTo>
                <a:cubicBezTo>
                  <a:pt x="94089" y="50828"/>
                  <a:pt x="94711" y="50803"/>
                  <a:pt x="95333" y="50778"/>
                </a:cubicBezTo>
                <a:lnTo>
                  <a:pt x="95333" y="50778"/>
                </a:lnTo>
                <a:cubicBezTo>
                  <a:pt x="95333" y="50778"/>
                  <a:pt x="95333" y="50803"/>
                  <a:pt x="95308" y="50803"/>
                </a:cubicBezTo>
                <a:cubicBezTo>
                  <a:pt x="95308" y="50803"/>
                  <a:pt x="95308" y="50828"/>
                  <a:pt x="95283" y="50828"/>
                </a:cubicBezTo>
                <a:cubicBezTo>
                  <a:pt x="94960" y="50877"/>
                  <a:pt x="94636" y="50877"/>
                  <a:pt x="94313" y="50877"/>
                </a:cubicBezTo>
                <a:lnTo>
                  <a:pt x="94263" y="50877"/>
                </a:lnTo>
                <a:cubicBezTo>
                  <a:pt x="93964" y="50877"/>
                  <a:pt x="93690" y="50902"/>
                  <a:pt x="93417" y="50902"/>
                </a:cubicBezTo>
                <a:lnTo>
                  <a:pt x="92321" y="50902"/>
                </a:lnTo>
                <a:cubicBezTo>
                  <a:pt x="92023" y="50902"/>
                  <a:pt x="91724" y="50877"/>
                  <a:pt x="91425" y="50828"/>
                </a:cubicBezTo>
                <a:lnTo>
                  <a:pt x="91226" y="50828"/>
                </a:lnTo>
                <a:cubicBezTo>
                  <a:pt x="90903" y="50803"/>
                  <a:pt x="90579" y="50778"/>
                  <a:pt x="90230" y="50703"/>
                </a:cubicBezTo>
                <a:lnTo>
                  <a:pt x="90181" y="50703"/>
                </a:lnTo>
                <a:cubicBezTo>
                  <a:pt x="89832" y="50653"/>
                  <a:pt x="89459" y="50629"/>
                  <a:pt x="89110" y="50554"/>
                </a:cubicBezTo>
                <a:cubicBezTo>
                  <a:pt x="88538" y="50454"/>
                  <a:pt x="87940" y="50305"/>
                  <a:pt x="87343" y="50156"/>
                </a:cubicBezTo>
                <a:lnTo>
                  <a:pt x="87343" y="50131"/>
                </a:lnTo>
                <a:cubicBezTo>
                  <a:pt x="87368" y="50131"/>
                  <a:pt x="87368" y="50106"/>
                  <a:pt x="87368" y="50056"/>
                </a:cubicBezTo>
                <a:close/>
                <a:moveTo>
                  <a:pt x="115445" y="38681"/>
                </a:moveTo>
                <a:cubicBezTo>
                  <a:pt x="116067" y="41444"/>
                  <a:pt x="116192" y="44530"/>
                  <a:pt x="115819" y="47766"/>
                </a:cubicBezTo>
                <a:cubicBezTo>
                  <a:pt x="115495" y="48811"/>
                  <a:pt x="115146" y="49907"/>
                  <a:pt x="114748" y="51002"/>
                </a:cubicBezTo>
                <a:cubicBezTo>
                  <a:pt x="114201" y="48811"/>
                  <a:pt x="112881" y="46621"/>
                  <a:pt x="110940" y="44505"/>
                </a:cubicBezTo>
                <a:lnTo>
                  <a:pt x="111015" y="44406"/>
                </a:lnTo>
                <a:cubicBezTo>
                  <a:pt x="111139" y="44281"/>
                  <a:pt x="111263" y="44182"/>
                  <a:pt x="111363" y="44057"/>
                </a:cubicBezTo>
                <a:lnTo>
                  <a:pt x="111836" y="43584"/>
                </a:lnTo>
                <a:lnTo>
                  <a:pt x="112110" y="43311"/>
                </a:lnTo>
                <a:cubicBezTo>
                  <a:pt x="112259" y="43161"/>
                  <a:pt x="112433" y="42962"/>
                  <a:pt x="112583" y="42813"/>
                </a:cubicBezTo>
                <a:cubicBezTo>
                  <a:pt x="112632" y="42713"/>
                  <a:pt x="112732" y="42663"/>
                  <a:pt x="112807" y="42564"/>
                </a:cubicBezTo>
                <a:lnTo>
                  <a:pt x="113255" y="41991"/>
                </a:lnTo>
                <a:cubicBezTo>
                  <a:pt x="113329" y="41942"/>
                  <a:pt x="113354" y="41867"/>
                  <a:pt x="113429" y="41792"/>
                </a:cubicBezTo>
                <a:cubicBezTo>
                  <a:pt x="113578" y="41568"/>
                  <a:pt x="113728" y="41369"/>
                  <a:pt x="113877" y="41170"/>
                </a:cubicBezTo>
                <a:cubicBezTo>
                  <a:pt x="113927" y="41145"/>
                  <a:pt x="113952" y="41095"/>
                  <a:pt x="113977" y="41046"/>
                </a:cubicBezTo>
                <a:cubicBezTo>
                  <a:pt x="114549" y="40249"/>
                  <a:pt x="115047" y="39477"/>
                  <a:pt x="115445" y="38681"/>
                </a:cubicBezTo>
                <a:close/>
                <a:moveTo>
                  <a:pt x="65812" y="48214"/>
                </a:moveTo>
                <a:cubicBezTo>
                  <a:pt x="65812" y="48314"/>
                  <a:pt x="65837" y="48388"/>
                  <a:pt x="65837" y="48463"/>
                </a:cubicBezTo>
                <a:cubicBezTo>
                  <a:pt x="65837" y="48563"/>
                  <a:pt x="65887" y="48637"/>
                  <a:pt x="65887" y="48712"/>
                </a:cubicBezTo>
                <a:lnTo>
                  <a:pt x="65887" y="49011"/>
                </a:lnTo>
                <a:lnTo>
                  <a:pt x="65887" y="49210"/>
                </a:lnTo>
                <a:cubicBezTo>
                  <a:pt x="65787" y="49284"/>
                  <a:pt x="65787" y="49359"/>
                  <a:pt x="65787" y="49434"/>
                </a:cubicBezTo>
                <a:lnTo>
                  <a:pt x="65787" y="49633"/>
                </a:lnTo>
                <a:cubicBezTo>
                  <a:pt x="65787" y="49732"/>
                  <a:pt x="65762" y="49782"/>
                  <a:pt x="65762" y="49832"/>
                </a:cubicBezTo>
                <a:cubicBezTo>
                  <a:pt x="65762" y="49907"/>
                  <a:pt x="65713" y="49932"/>
                  <a:pt x="65713" y="50006"/>
                </a:cubicBezTo>
                <a:cubicBezTo>
                  <a:pt x="65688" y="50106"/>
                  <a:pt x="65663" y="50156"/>
                  <a:pt x="65663" y="50205"/>
                </a:cubicBezTo>
                <a:cubicBezTo>
                  <a:pt x="65663" y="50255"/>
                  <a:pt x="65613" y="50280"/>
                  <a:pt x="65613" y="50305"/>
                </a:cubicBezTo>
                <a:cubicBezTo>
                  <a:pt x="65588" y="50405"/>
                  <a:pt x="65538" y="50504"/>
                  <a:pt x="65464" y="50579"/>
                </a:cubicBezTo>
                <a:cubicBezTo>
                  <a:pt x="65439" y="50653"/>
                  <a:pt x="65364" y="50678"/>
                  <a:pt x="65314" y="50753"/>
                </a:cubicBezTo>
                <a:lnTo>
                  <a:pt x="65290" y="50778"/>
                </a:lnTo>
                <a:lnTo>
                  <a:pt x="65215" y="50828"/>
                </a:lnTo>
                <a:cubicBezTo>
                  <a:pt x="64991" y="50952"/>
                  <a:pt x="64742" y="51052"/>
                  <a:pt x="64468" y="51052"/>
                </a:cubicBezTo>
                <a:cubicBezTo>
                  <a:pt x="64319" y="51052"/>
                  <a:pt x="64120" y="51027"/>
                  <a:pt x="63945" y="51002"/>
                </a:cubicBezTo>
                <a:lnTo>
                  <a:pt x="63896" y="51002"/>
                </a:lnTo>
                <a:cubicBezTo>
                  <a:pt x="63448" y="50902"/>
                  <a:pt x="62950" y="50678"/>
                  <a:pt x="62402" y="50405"/>
                </a:cubicBezTo>
                <a:cubicBezTo>
                  <a:pt x="63547" y="49583"/>
                  <a:pt x="64667" y="48886"/>
                  <a:pt x="65812" y="48214"/>
                </a:cubicBezTo>
                <a:close/>
                <a:moveTo>
                  <a:pt x="65389" y="50977"/>
                </a:moveTo>
                <a:lnTo>
                  <a:pt x="65414" y="51002"/>
                </a:lnTo>
                <a:lnTo>
                  <a:pt x="65389" y="51027"/>
                </a:lnTo>
                <a:cubicBezTo>
                  <a:pt x="65339" y="51027"/>
                  <a:pt x="65339" y="51052"/>
                  <a:pt x="65339" y="51052"/>
                </a:cubicBezTo>
                <a:lnTo>
                  <a:pt x="65314" y="51101"/>
                </a:lnTo>
                <a:cubicBezTo>
                  <a:pt x="65290" y="51126"/>
                  <a:pt x="65240" y="51126"/>
                  <a:pt x="65215" y="51126"/>
                </a:cubicBezTo>
                <a:cubicBezTo>
                  <a:pt x="65140" y="51151"/>
                  <a:pt x="65066" y="51176"/>
                  <a:pt x="65016" y="51176"/>
                </a:cubicBezTo>
                <a:lnTo>
                  <a:pt x="65290" y="51002"/>
                </a:lnTo>
                <a:cubicBezTo>
                  <a:pt x="65314" y="51002"/>
                  <a:pt x="65314" y="50977"/>
                  <a:pt x="65339" y="50977"/>
                </a:cubicBezTo>
                <a:close/>
                <a:moveTo>
                  <a:pt x="62178" y="50504"/>
                </a:moveTo>
                <a:cubicBezTo>
                  <a:pt x="62228" y="50529"/>
                  <a:pt x="62303" y="50554"/>
                  <a:pt x="62328" y="50604"/>
                </a:cubicBezTo>
                <a:cubicBezTo>
                  <a:pt x="62576" y="50728"/>
                  <a:pt x="62800" y="50803"/>
                  <a:pt x="63024" y="50902"/>
                </a:cubicBezTo>
                <a:cubicBezTo>
                  <a:pt x="63049" y="50902"/>
                  <a:pt x="63074" y="50927"/>
                  <a:pt x="63099" y="50927"/>
                </a:cubicBezTo>
                <a:cubicBezTo>
                  <a:pt x="63323" y="51027"/>
                  <a:pt x="63547" y="51101"/>
                  <a:pt x="63771" y="51126"/>
                </a:cubicBezTo>
                <a:lnTo>
                  <a:pt x="63821" y="51126"/>
                </a:lnTo>
                <a:cubicBezTo>
                  <a:pt x="64045" y="51151"/>
                  <a:pt x="64219" y="51176"/>
                  <a:pt x="64418" y="51176"/>
                </a:cubicBezTo>
                <a:cubicBezTo>
                  <a:pt x="64518" y="51176"/>
                  <a:pt x="64568" y="51176"/>
                  <a:pt x="64667" y="51151"/>
                </a:cubicBezTo>
                <a:lnTo>
                  <a:pt x="64667" y="51151"/>
                </a:lnTo>
                <a:cubicBezTo>
                  <a:pt x="64617" y="51176"/>
                  <a:pt x="64593" y="51176"/>
                  <a:pt x="64568" y="51201"/>
                </a:cubicBezTo>
                <a:cubicBezTo>
                  <a:pt x="64444" y="51230"/>
                  <a:pt x="64313" y="51244"/>
                  <a:pt x="64176" y="51244"/>
                </a:cubicBezTo>
                <a:cubicBezTo>
                  <a:pt x="63592" y="51244"/>
                  <a:pt x="62884" y="50992"/>
                  <a:pt x="62079" y="50529"/>
                </a:cubicBezTo>
                <a:cubicBezTo>
                  <a:pt x="62103" y="50529"/>
                  <a:pt x="62103" y="50504"/>
                  <a:pt x="62128" y="50504"/>
                </a:cubicBezTo>
                <a:close/>
                <a:moveTo>
                  <a:pt x="110766" y="44630"/>
                </a:moveTo>
                <a:cubicBezTo>
                  <a:pt x="112807" y="46795"/>
                  <a:pt x="114126" y="49110"/>
                  <a:pt x="114698" y="51301"/>
                </a:cubicBezTo>
                <a:cubicBezTo>
                  <a:pt x="114698" y="51350"/>
                  <a:pt x="114674" y="51375"/>
                  <a:pt x="114674" y="51400"/>
                </a:cubicBezTo>
                <a:cubicBezTo>
                  <a:pt x="114101" y="49160"/>
                  <a:pt x="112757" y="46870"/>
                  <a:pt x="110741" y="44655"/>
                </a:cubicBezTo>
                <a:cubicBezTo>
                  <a:pt x="110766" y="44655"/>
                  <a:pt x="110766" y="44630"/>
                  <a:pt x="110766" y="44630"/>
                </a:cubicBezTo>
                <a:close/>
                <a:moveTo>
                  <a:pt x="115744" y="48737"/>
                </a:moveTo>
                <a:cubicBezTo>
                  <a:pt x="115719" y="48861"/>
                  <a:pt x="115719" y="49011"/>
                  <a:pt x="115694" y="49135"/>
                </a:cubicBezTo>
                <a:cubicBezTo>
                  <a:pt x="115445" y="49882"/>
                  <a:pt x="115196" y="50629"/>
                  <a:pt x="114947" y="51400"/>
                </a:cubicBezTo>
                <a:cubicBezTo>
                  <a:pt x="114947" y="51375"/>
                  <a:pt x="114922" y="51350"/>
                  <a:pt x="114922" y="51301"/>
                </a:cubicBezTo>
                <a:cubicBezTo>
                  <a:pt x="115196" y="50429"/>
                  <a:pt x="115470" y="49608"/>
                  <a:pt x="115744" y="48737"/>
                </a:cubicBezTo>
                <a:close/>
                <a:moveTo>
                  <a:pt x="114748" y="51624"/>
                </a:moveTo>
                <a:cubicBezTo>
                  <a:pt x="114748" y="51649"/>
                  <a:pt x="114748" y="51674"/>
                  <a:pt x="114798" y="51749"/>
                </a:cubicBezTo>
                <a:cubicBezTo>
                  <a:pt x="114798" y="51774"/>
                  <a:pt x="114748" y="51848"/>
                  <a:pt x="114748" y="51873"/>
                </a:cubicBezTo>
                <a:cubicBezTo>
                  <a:pt x="114748" y="51798"/>
                  <a:pt x="114748" y="51774"/>
                  <a:pt x="114723" y="51749"/>
                </a:cubicBezTo>
                <a:cubicBezTo>
                  <a:pt x="114723" y="51724"/>
                  <a:pt x="114748" y="51649"/>
                  <a:pt x="114748" y="51624"/>
                </a:cubicBezTo>
                <a:close/>
                <a:moveTo>
                  <a:pt x="115470" y="50405"/>
                </a:moveTo>
                <a:cubicBezTo>
                  <a:pt x="115346" y="51002"/>
                  <a:pt x="115221" y="51624"/>
                  <a:pt x="115097" y="52222"/>
                </a:cubicBezTo>
                <a:lnTo>
                  <a:pt x="114997" y="51749"/>
                </a:lnTo>
                <a:cubicBezTo>
                  <a:pt x="115171" y="51301"/>
                  <a:pt x="115321" y="50877"/>
                  <a:pt x="115470" y="50405"/>
                </a:cubicBezTo>
                <a:close/>
                <a:moveTo>
                  <a:pt x="29720" y="40423"/>
                </a:moveTo>
                <a:cubicBezTo>
                  <a:pt x="32234" y="41991"/>
                  <a:pt x="34898" y="43908"/>
                  <a:pt x="37511" y="45999"/>
                </a:cubicBezTo>
                <a:cubicBezTo>
                  <a:pt x="35520" y="48139"/>
                  <a:pt x="33603" y="50355"/>
                  <a:pt x="31836" y="52595"/>
                </a:cubicBezTo>
                <a:cubicBezTo>
                  <a:pt x="29546" y="50728"/>
                  <a:pt x="27331" y="48762"/>
                  <a:pt x="25339" y="46820"/>
                </a:cubicBezTo>
                <a:cubicBezTo>
                  <a:pt x="26584" y="44680"/>
                  <a:pt x="28077" y="42539"/>
                  <a:pt x="29720" y="40423"/>
                </a:cubicBezTo>
                <a:close/>
                <a:moveTo>
                  <a:pt x="64717" y="51500"/>
                </a:moveTo>
                <a:lnTo>
                  <a:pt x="64443" y="51674"/>
                </a:lnTo>
                <a:cubicBezTo>
                  <a:pt x="64418" y="51724"/>
                  <a:pt x="64393" y="51749"/>
                  <a:pt x="64344" y="51749"/>
                </a:cubicBezTo>
                <a:cubicBezTo>
                  <a:pt x="64169" y="51873"/>
                  <a:pt x="63995" y="51998"/>
                  <a:pt x="63846" y="52122"/>
                </a:cubicBezTo>
                <a:cubicBezTo>
                  <a:pt x="63600" y="52294"/>
                  <a:pt x="63379" y="52490"/>
                  <a:pt x="63181" y="52639"/>
                </a:cubicBezTo>
                <a:lnTo>
                  <a:pt x="63181" y="52639"/>
                </a:lnTo>
                <a:cubicBezTo>
                  <a:pt x="63541" y="52296"/>
                  <a:pt x="63978" y="51972"/>
                  <a:pt x="64393" y="51649"/>
                </a:cubicBezTo>
                <a:cubicBezTo>
                  <a:pt x="64418" y="51624"/>
                  <a:pt x="64468" y="51599"/>
                  <a:pt x="64518" y="51550"/>
                </a:cubicBezTo>
                <a:cubicBezTo>
                  <a:pt x="64543" y="51525"/>
                  <a:pt x="64568" y="51500"/>
                  <a:pt x="64593" y="51500"/>
                </a:cubicBezTo>
                <a:close/>
                <a:moveTo>
                  <a:pt x="37636" y="46123"/>
                </a:moveTo>
                <a:cubicBezTo>
                  <a:pt x="37660" y="46123"/>
                  <a:pt x="37660" y="46148"/>
                  <a:pt x="37685" y="46148"/>
                </a:cubicBezTo>
                <a:cubicBezTo>
                  <a:pt x="35694" y="48289"/>
                  <a:pt x="33802" y="50504"/>
                  <a:pt x="32035" y="52744"/>
                </a:cubicBezTo>
                <a:cubicBezTo>
                  <a:pt x="31985" y="52744"/>
                  <a:pt x="31985" y="52719"/>
                  <a:pt x="31960" y="52719"/>
                </a:cubicBezTo>
                <a:cubicBezTo>
                  <a:pt x="33728" y="50479"/>
                  <a:pt x="35644" y="48264"/>
                  <a:pt x="37636" y="46123"/>
                </a:cubicBezTo>
                <a:close/>
                <a:moveTo>
                  <a:pt x="63099" y="52719"/>
                </a:moveTo>
                <a:lnTo>
                  <a:pt x="63074" y="52744"/>
                </a:lnTo>
                <a:cubicBezTo>
                  <a:pt x="63069" y="52747"/>
                  <a:pt x="63064" y="52750"/>
                  <a:pt x="63059" y="52753"/>
                </a:cubicBezTo>
                <a:lnTo>
                  <a:pt x="63059" y="52753"/>
                </a:lnTo>
                <a:lnTo>
                  <a:pt x="63099" y="52719"/>
                </a:lnTo>
                <a:close/>
                <a:moveTo>
                  <a:pt x="25215" y="46945"/>
                </a:moveTo>
                <a:cubicBezTo>
                  <a:pt x="27206" y="48911"/>
                  <a:pt x="29421" y="50853"/>
                  <a:pt x="31711" y="52719"/>
                </a:cubicBezTo>
                <a:cubicBezTo>
                  <a:pt x="31687" y="52744"/>
                  <a:pt x="31687" y="52769"/>
                  <a:pt x="31662" y="52769"/>
                </a:cubicBezTo>
                <a:cubicBezTo>
                  <a:pt x="29372" y="50927"/>
                  <a:pt x="27181" y="48986"/>
                  <a:pt x="25190" y="47019"/>
                </a:cubicBezTo>
                <a:cubicBezTo>
                  <a:pt x="25190" y="46994"/>
                  <a:pt x="25215" y="46994"/>
                  <a:pt x="25215" y="46945"/>
                </a:cubicBezTo>
                <a:close/>
                <a:moveTo>
                  <a:pt x="48662" y="37088"/>
                </a:moveTo>
                <a:cubicBezTo>
                  <a:pt x="50330" y="39303"/>
                  <a:pt x="52023" y="41469"/>
                  <a:pt x="53765" y="43435"/>
                </a:cubicBezTo>
                <a:cubicBezTo>
                  <a:pt x="53889" y="43559"/>
                  <a:pt x="53989" y="43709"/>
                  <a:pt x="54113" y="43833"/>
                </a:cubicBezTo>
                <a:cubicBezTo>
                  <a:pt x="54313" y="44032"/>
                  <a:pt x="54487" y="44207"/>
                  <a:pt x="54636" y="44431"/>
                </a:cubicBezTo>
                <a:cubicBezTo>
                  <a:pt x="51525" y="47119"/>
                  <a:pt x="48588" y="49932"/>
                  <a:pt x="45874" y="52869"/>
                </a:cubicBezTo>
                <a:cubicBezTo>
                  <a:pt x="43734" y="50728"/>
                  <a:pt x="41295" y="48538"/>
                  <a:pt x="38756" y="46497"/>
                </a:cubicBezTo>
                <a:cubicBezTo>
                  <a:pt x="41519" y="43062"/>
                  <a:pt x="44879" y="39826"/>
                  <a:pt x="48662" y="37088"/>
                </a:cubicBezTo>
                <a:close/>
                <a:moveTo>
                  <a:pt x="31836" y="52844"/>
                </a:moveTo>
                <a:cubicBezTo>
                  <a:pt x="31861" y="52844"/>
                  <a:pt x="31861" y="52869"/>
                  <a:pt x="31911" y="52869"/>
                </a:cubicBezTo>
                <a:cubicBezTo>
                  <a:pt x="31911" y="52894"/>
                  <a:pt x="31861" y="52894"/>
                  <a:pt x="31861" y="52919"/>
                </a:cubicBezTo>
                <a:cubicBezTo>
                  <a:pt x="31836" y="52919"/>
                  <a:pt x="31836" y="52894"/>
                  <a:pt x="31811" y="52894"/>
                </a:cubicBezTo>
                <a:cubicBezTo>
                  <a:pt x="31811" y="52869"/>
                  <a:pt x="31836" y="52869"/>
                  <a:pt x="31836" y="52844"/>
                </a:cubicBezTo>
                <a:close/>
                <a:moveTo>
                  <a:pt x="114848" y="52097"/>
                </a:moveTo>
                <a:cubicBezTo>
                  <a:pt x="114873" y="52296"/>
                  <a:pt x="114922" y="52545"/>
                  <a:pt x="114947" y="52769"/>
                </a:cubicBezTo>
                <a:cubicBezTo>
                  <a:pt x="114947" y="52819"/>
                  <a:pt x="114922" y="52894"/>
                  <a:pt x="114922" y="52919"/>
                </a:cubicBezTo>
                <a:cubicBezTo>
                  <a:pt x="114922" y="52719"/>
                  <a:pt x="114873" y="52470"/>
                  <a:pt x="114823" y="52222"/>
                </a:cubicBezTo>
                <a:cubicBezTo>
                  <a:pt x="114823" y="52172"/>
                  <a:pt x="114848" y="52122"/>
                  <a:pt x="114848" y="52097"/>
                </a:cubicBezTo>
                <a:close/>
                <a:moveTo>
                  <a:pt x="115968" y="48762"/>
                </a:moveTo>
                <a:cubicBezTo>
                  <a:pt x="115769" y="50131"/>
                  <a:pt x="115495" y="51525"/>
                  <a:pt x="115146" y="52968"/>
                </a:cubicBezTo>
                <a:cubicBezTo>
                  <a:pt x="115146" y="52894"/>
                  <a:pt x="115146" y="52844"/>
                  <a:pt x="115122" y="52769"/>
                </a:cubicBezTo>
                <a:cubicBezTo>
                  <a:pt x="115445" y="51550"/>
                  <a:pt x="115694" y="50380"/>
                  <a:pt x="115843" y="49185"/>
                </a:cubicBezTo>
                <a:cubicBezTo>
                  <a:pt x="115868" y="49036"/>
                  <a:pt x="115943" y="48911"/>
                  <a:pt x="115968" y="48762"/>
                </a:cubicBezTo>
                <a:close/>
                <a:moveTo>
                  <a:pt x="38656" y="46621"/>
                </a:moveTo>
                <a:cubicBezTo>
                  <a:pt x="41170" y="48662"/>
                  <a:pt x="43609" y="50803"/>
                  <a:pt x="45750" y="52968"/>
                </a:cubicBezTo>
                <a:cubicBezTo>
                  <a:pt x="45750" y="52993"/>
                  <a:pt x="45725" y="52993"/>
                  <a:pt x="45725" y="53018"/>
                </a:cubicBezTo>
                <a:cubicBezTo>
                  <a:pt x="43560" y="50877"/>
                  <a:pt x="41145" y="48687"/>
                  <a:pt x="38631" y="46671"/>
                </a:cubicBezTo>
                <a:cubicBezTo>
                  <a:pt x="38631" y="46646"/>
                  <a:pt x="38656" y="46646"/>
                  <a:pt x="38656" y="46621"/>
                </a:cubicBezTo>
                <a:close/>
                <a:moveTo>
                  <a:pt x="54810" y="44555"/>
                </a:moveTo>
                <a:cubicBezTo>
                  <a:pt x="54810" y="44580"/>
                  <a:pt x="54835" y="44580"/>
                  <a:pt x="54835" y="44605"/>
                </a:cubicBezTo>
                <a:cubicBezTo>
                  <a:pt x="51724" y="47268"/>
                  <a:pt x="48787" y="50106"/>
                  <a:pt x="46049" y="53018"/>
                </a:cubicBezTo>
                <a:lnTo>
                  <a:pt x="46024" y="52993"/>
                </a:lnTo>
                <a:cubicBezTo>
                  <a:pt x="48762" y="50056"/>
                  <a:pt x="51699" y="47243"/>
                  <a:pt x="54810" y="44555"/>
                </a:cubicBezTo>
                <a:close/>
                <a:moveTo>
                  <a:pt x="77860" y="44879"/>
                </a:moveTo>
                <a:cubicBezTo>
                  <a:pt x="77909" y="44929"/>
                  <a:pt x="77959" y="45003"/>
                  <a:pt x="78009" y="45028"/>
                </a:cubicBezTo>
                <a:lnTo>
                  <a:pt x="78108" y="45401"/>
                </a:lnTo>
                <a:cubicBezTo>
                  <a:pt x="78133" y="45501"/>
                  <a:pt x="78133" y="45576"/>
                  <a:pt x="78158" y="45675"/>
                </a:cubicBezTo>
                <a:cubicBezTo>
                  <a:pt x="78208" y="45775"/>
                  <a:pt x="78208" y="45849"/>
                  <a:pt x="78208" y="45949"/>
                </a:cubicBezTo>
                <a:lnTo>
                  <a:pt x="78208" y="46049"/>
                </a:lnTo>
                <a:cubicBezTo>
                  <a:pt x="78233" y="46173"/>
                  <a:pt x="78233" y="46298"/>
                  <a:pt x="78258" y="46397"/>
                </a:cubicBezTo>
                <a:cubicBezTo>
                  <a:pt x="78258" y="46497"/>
                  <a:pt x="78258" y="46571"/>
                  <a:pt x="78283" y="46646"/>
                </a:cubicBezTo>
                <a:cubicBezTo>
                  <a:pt x="78283" y="46795"/>
                  <a:pt x="78333" y="46945"/>
                  <a:pt x="78333" y="47144"/>
                </a:cubicBezTo>
                <a:lnTo>
                  <a:pt x="78333" y="47243"/>
                </a:lnTo>
                <a:cubicBezTo>
                  <a:pt x="78357" y="48115"/>
                  <a:pt x="78258" y="49036"/>
                  <a:pt x="78084" y="50006"/>
                </a:cubicBezTo>
                <a:lnTo>
                  <a:pt x="78084" y="50056"/>
                </a:lnTo>
                <a:cubicBezTo>
                  <a:pt x="77884" y="51027"/>
                  <a:pt x="77636" y="52022"/>
                  <a:pt x="77287" y="53018"/>
                </a:cubicBezTo>
                <a:cubicBezTo>
                  <a:pt x="75968" y="51599"/>
                  <a:pt x="74922" y="50131"/>
                  <a:pt x="74225" y="48662"/>
                </a:cubicBezTo>
                <a:cubicBezTo>
                  <a:pt x="74972" y="47542"/>
                  <a:pt x="75669" y="46447"/>
                  <a:pt x="76341" y="45327"/>
                </a:cubicBezTo>
                <a:cubicBezTo>
                  <a:pt x="76441" y="45277"/>
                  <a:pt x="76615" y="45227"/>
                  <a:pt x="76789" y="45177"/>
                </a:cubicBezTo>
                <a:cubicBezTo>
                  <a:pt x="77163" y="45053"/>
                  <a:pt x="77511" y="44953"/>
                  <a:pt x="77860" y="44879"/>
                </a:cubicBezTo>
                <a:close/>
                <a:moveTo>
                  <a:pt x="69795" y="48388"/>
                </a:moveTo>
                <a:cubicBezTo>
                  <a:pt x="69372" y="49060"/>
                  <a:pt x="68824" y="49907"/>
                  <a:pt x="68177" y="50853"/>
                </a:cubicBezTo>
                <a:cubicBezTo>
                  <a:pt x="68077" y="50977"/>
                  <a:pt x="68003" y="51126"/>
                  <a:pt x="67903" y="51251"/>
                </a:cubicBezTo>
                <a:cubicBezTo>
                  <a:pt x="67580" y="51649"/>
                  <a:pt x="67206" y="52172"/>
                  <a:pt x="66659" y="52919"/>
                </a:cubicBezTo>
                <a:cubicBezTo>
                  <a:pt x="66659" y="52919"/>
                  <a:pt x="66634" y="52968"/>
                  <a:pt x="66634" y="52993"/>
                </a:cubicBezTo>
                <a:cubicBezTo>
                  <a:pt x="66634" y="53018"/>
                  <a:pt x="66584" y="53018"/>
                  <a:pt x="66584" y="53043"/>
                </a:cubicBezTo>
                <a:lnTo>
                  <a:pt x="66484" y="53043"/>
                </a:lnTo>
                <a:cubicBezTo>
                  <a:pt x="66484" y="53018"/>
                  <a:pt x="66534" y="52993"/>
                  <a:pt x="66534" y="52993"/>
                </a:cubicBezTo>
                <a:cubicBezTo>
                  <a:pt x="66559" y="52919"/>
                  <a:pt x="66584" y="52894"/>
                  <a:pt x="66584" y="52894"/>
                </a:cubicBezTo>
                <a:lnTo>
                  <a:pt x="66659" y="52844"/>
                </a:lnTo>
                <a:cubicBezTo>
                  <a:pt x="67082" y="52271"/>
                  <a:pt x="67480" y="51724"/>
                  <a:pt x="67853" y="51176"/>
                </a:cubicBezTo>
                <a:cubicBezTo>
                  <a:pt x="67928" y="51126"/>
                  <a:pt x="67953" y="51027"/>
                  <a:pt x="68028" y="50977"/>
                </a:cubicBezTo>
                <a:cubicBezTo>
                  <a:pt x="68152" y="50803"/>
                  <a:pt x="68227" y="50653"/>
                  <a:pt x="68326" y="50529"/>
                </a:cubicBezTo>
                <a:cubicBezTo>
                  <a:pt x="68650" y="50106"/>
                  <a:pt x="68849" y="49782"/>
                  <a:pt x="69197" y="49260"/>
                </a:cubicBezTo>
                <a:lnTo>
                  <a:pt x="69770" y="48413"/>
                </a:lnTo>
                <a:lnTo>
                  <a:pt x="69795" y="48388"/>
                </a:lnTo>
                <a:close/>
                <a:moveTo>
                  <a:pt x="45874" y="53093"/>
                </a:moveTo>
                <a:lnTo>
                  <a:pt x="45899" y="53118"/>
                </a:lnTo>
                <a:cubicBezTo>
                  <a:pt x="45899" y="53143"/>
                  <a:pt x="45874" y="53143"/>
                  <a:pt x="45874" y="53167"/>
                </a:cubicBezTo>
                <a:cubicBezTo>
                  <a:pt x="45874" y="53167"/>
                  <a:pt x="45874" y="53143"/>
                  <a:pt x="45850" y="53143"/>
                </a:cubicBezTo>
                <a:cubicBezTo>
                  <a:pt x="45850" y="53118"/>
                  <a:pt x="45874" y="53118"/>
                  <a:pt x="45874" y="53093"/>
                </a:cubicBezTo>
                <a:close/>
                <a:moveTo>
                  <a:pt x="72384" y="47019"/>
                </a:moveTo>
                <a:lnTo>
                  <a:pt x="72384" y="47019"/>
                </a:lnTo>
                <a:cubicBezTo>
                  <a:pt x="71562" y="49036"/>
                  <a:pt x="70492" y="51126"/>
                  <a:pt x="69123" y="53167"/>
                </a:cubicBezTo>
                <a:cubicBezTo>
                  <a:pt x="68409" y="52979"/>
                  <a:pt x="67808" y="52891"/>
                  <a:pt x="67321" y="52891"/>
                </a:cubicBezTo>
                <a:cubicBezTo>
                  <a:pt x="67163" y="52891"/>
                  <a:pt x="67017" y="52900"/>
                  <a:pt x="66883" y="52919"/>
                </a:cubicBezTo>
                <a:cubicBezTo>
                  <a:pt x="67156" y="52595"/>
                  <a:pt x="67405" y="52246"/>
                  <a:pt x="67629" y="51923"/>
                </a:cubicBezTo>
                <a:cubicBezTo>
                  <a:pt x="67704" y="51798"/>
                  <a:pt x="67804" y="51674"/>
                  <a:pt x="67878" y="51550"/>
                </a:cubicBezTo>
                <a:cubicBezTo>
                  <a:pt x="68003" y="51400"/>
                  <a:pt x="68077" y="51251"/>
                  <a:pt x="68177" y="51126"/>
                </a:cubicBezTo>
                <a:cubicBezTo>
                  <a:pt x="68252" y="51052"/>
                  <a:pt x="68276" y="50977"/>
                  <a:pt x="68326" y="50902"/>
                </a:cubicBezTo>
                <a:cubicBezTo>
                  <a:pt x="68376" y="50877"/>
                  <a:pt x="68401" y="50803"/>
                  <a:pt x="68426" y="50778"/>
                </a:cubicBezTo>
                <a:cubicBezTo>
                  <a:pt x="68501" y="50678"/>
                  <a:pt x="68550" y="50604"/>
                  <a:pt x="68650" y="50504"/>
                </a:cubicBezTo>
                <a:lnTo>
                  <a:pt x="69023" y="49932"/>
                </a:lnTo>
                <a:cubicBezTo>
                  <a:pt x="69123" y="49807"/>
                  <a:pt x="69173" y="49683"/>
                  <a:pt x="69272" y="49533"/>
                </a:cubicBezTo>
                <a:cubicBezTo>
                  <a:pt x="69571" y="49060"/>
                  <a:pt x="69870" y="48637"/>
                  <a:pt x="70168" y="48164"/>
                </a:cubicBezTo>
                <a:cubicBezTo>
                  <a:pt x="70442" y="48015"/>
                  <a:pt x="70691" y="47891"/>
                  <a:pt x="70940" y="47716"/>
                </a:cubicBezTo>
                <a:cubicBezTo>
                  <a:pt x="71512" y="47442"/>
                  <a:pt x="71985" y="47194"/>
                  <a:pt x="72384" y="47019"/>
                </a:cubicBezTo>
                <a:close/>
                <a:moveTo>
                  <a:pt x="78208" y="45202"/>
                </a:moveTo>
                <a:lnTo>
                  <a:pt x="78233" y="45227"/>
                </a:lnTo>
                <a:lnTo>
                  <a:pt x="78258" y="45277"/>
                </a:lnTo>
                <a:cubicBezTo>
                  <a:pt x="78258" y="45302"/>
                  <a:pt x="78258" y="45327"/>
                  <a:pt x="78283" y="45352"/>
                </a:cubicBezTo>
                <a:cubicBezTo>
                  <a:pt x="78333" y="45451"/>
                  <a:pt x="78333" y="45526"/>
                  <a:pt x="78333" y="45601"/>
                </a:cubicBezTo>
                <a:cubicBezTo>
                  <a:pt x="78333" y="45650"/>
                  <a:pt x="78333" y="45675"/>
                  <a:pt x="78357" y="45700"/>
                </a:cubicBezTo>
                <a:cubicBezTo>
                  <a:pt x="78382" y="45825"/>
                  <a:pt x="78382" y="45924"/>
                  <a:pt x="78407" y="46049"/>
                </a:cubicBezTo>
                <a:cubicBezTo>
                  <a:pt x="78482" y="46273"/>
                  <a:pt x="78482" y="46372"/>
                  <a:pt x="78482" y="46447"/>
                </a:cubicBezTo>
                <a:lnTo>
                  <a:pt x="78482" y="46546"/>
                </a:lnTo>
                <a:cubicBezTo>
                  <a:pt x="78482" y="46671"/>
                  <a:pt x="78507" y="46770"/>
                  <a:pt x="78507" y="46895"/>
                </a:cubicBezTo>
                <a:lnTo>
                  <a:pt x="78507" y="47243"/>
                </a:lnTo>
                <a:lnTo>
                  <a:pt x="78507" y="47293"/>
                </a:lnTo>
                <a:lnTo>
                  <a:pt x="78507" y="47667"/>
                </a:lnTo>
                <a:lnTo>
                  <a:pt x="78507" y="48040"/>
                </a:lnTo>
                <a:lnTo>
                  <a:pt x="78507" y="48065"/>
                </a:lnTo>
                <a:cubicBezTo>
                  <a:pt x="78507" y="48189"/>
                  <a:pt x="78507" y="48314"/>
                  <a:pt x="78482" y="48438"/>
                </a:cubicBezTo>
                <a:cubicBezTo>
                  <a:pt x="78482" y="48563"/>
                  <a:pt x="78432" y="48687"/>
                  <a:pt x="78432" y="48836"/>
                </a:cubicBezTo>
                <a:cubicBezTo>
                  <a:pt x="78432" y="48961"/>
                  <a:pt x="78407" y="49135"/>
                  <a:pt x="78382" y="49260"/>
                </a:cubicBezTo>
                <a:cubicBezTo>
                  <a:pt x="78357" y="49384"/>
                  <a:pt x="78357" y="49508"/>
                  <a:pt x="78308" y="49633"/>
                </a:cubicBezTo>
                <a:cubicBezTo>
                  <a:pt x="78283" y="49782"/>
                  <a:pt x="78258" y="49907"/>
                  <a:pt x="78258" y="50056"/>
                </a:cubicBezTo>
                <a:cubicBezTo>
                  <a:pt x="78233" y="50180"/>
                  <a:pt x="78233" y="50305"/>
                  <a:pt x="78208" y="50429"/>
                </a:cubicBezTo>
                <a:cubicBezTo>
                  <a:pt x="78158" y="50579"/>
                  <a:pt x="78133" y="50753"/>
                  <a:pt x="78108" y="50877"/>
                </a:cubicBezTo>
                <a:lnTo>
                  <a:pt x="78009" y="51251"/>
                </a:lnTo>
                <a:cubicBezTo>
                  <a:pt x="77984" y="51400"/>
                  <a:pt x="77909" y="51550"/>
                  <a:pt x="77884" y="51674"/>
                </a:cubicBezTo>
                <a:lnTo>
                  <a:pt x="77785" y="52047"/>
                </a:lnTo>
                <a:lnTo>
                  <a:pt x="77785" y="52072"/>
                </a:lnTo>
                <a:cubicBezTo>
                  <a:pt x="77760" y="52246"/>
                  <a:pt x="77685" y="52371"/>
                  <a:pt x="77660" y="52520"/>
                </a:cubicBezTo>
                <a:cubicBezTo>
                  <a:pt x="77636" y="52645"/>
                  <a:pt x="77586" y="52794"/>
                  <a:pt x="77536" y="52919"/>
                </a:cubicBezTo>
                <a:lnTo>
                  <a:pt x="77536" y="52943"/>
                </a:lnTo>
                <a:cubicBezTo>
                  <a:pt x="77511" y="53043"/>
                  <a:pt x="77486" y="53118"/>
                  <a:pt x="77461" y="53192"/>
                </a:cubicBezTo>
                <a:lnTo>
                  <a:pt x="77412" y="53167"/>
                </a:lnTo>
                <a:lnTo>
                  <a:pt x="77387" y="53143"/>
                </a:lnTo>
                <a:cubicBezTo>
                  <a:pt x="77387" y="53118"/>
                  <a:pt x="77387" y="53118"/>
                  <a:pt x="77412" y="53068"/>
                </a:cubicBezTo>
                <a:cubicBezTo>
                  <a:pt x="77461" y="52993"/>
                  <a:pt x="77486" y="52894"/>
                  <a:pt x="77511" y="52819"/>
                </a:cubicBezTo>
                <a:cubicBezTo>
                  <a:pt x="77611" y="52620"/>
                  <a:pt x="77660" y="52371"/>
                  <a:pt x="77735" y="52147"/>
                </a:cubicBezTo>
                <a:lnTo>
                  <a:pt x="77735" y="52122"/>
                </a:lnTo>
                <a:cubicBezTo>
                  <a:pt x="77760" y="52022"/>
                  <a:pt x="77785" y="51898"/>
                  <a:pt x="77835" y="51798"/>
                </a:cubicBezTo>
                <a:cubicBezTo>
                  <a:pt x="77835" y="51774"/>
                  <a:pt x="77835" y="51774"/>
                  <a:pt x="77860" y="51749"/>
                </a:cubicBezTo>
                <a:cubicBezTo>
                  <a:pt x="77909" y="51525"/>
                  <a:pt x="77984" y="51276"/>
                  <a:pt x="78034" y="51052"/>
                </a:cubicBezTo>
                <a:lnTo>
                  <a:pt x="78034" y="51027"/>
                </a:lnTo>
                <a:cubicBezTo>
                  <a:pt x="78084" y="50927"/>
                  <a:pt x="78108" y="50803"/>
                  <a:pt x="78108" y="50728"/>
                </a:cubicBezTo>
                <a:lnTo>
                  <a:pt x="78108" y="50678"/>
                </a:lnTo>
                <a:cubicBezTo>
                  <a:pt x="78158" y="50429"/>
                  <a:pt x="78208" y="50180"/>
                  <a:pt x="78258" y="49932"/>
                </a:cubicBezTo>
                <a:cubicBezTo>
                  <a:pt x="78258" y="49857"/>
                  <a:pt x="78283" y="49757"/>
                  <a:pt x="78283" y="49683"/>
                </a:cubicBezTo>
                <a:cubicBezTo>
                  <a:pt x="78283" y="49633"/>
                  <a:pt x="78333" y="49533"/>
                  <a:pt x="78333" y="49484"/>
                </a:cubicBezTo>
                <a:lnTo>
                  <a:pt x="78333" y="49434"/>
                </a:lnTo>
                <a:cubicBezTo>
                  <a:pt x="78357" y="49235"/>
                  <a:pt x="78382" y="49011"/>
                  <a:pt x="78407" y="48762"/>
                </a:cubicBezTo>
                <a:lnTo>
                  <a:pt x="78407" y="48737"/>
                </a:lnTo>
                <a:lnTo>
                  <a:pt x="78407" y="48637"/>
                </a:lnTo>
                <a:cubicBezTo>
                  <a:pt x="78457" y="48438"/>
                  <a:pt x="78457" y="48264"/>
                  <a:pt x="78457" y="48065"/>
                </a:cubicBezTo>
                <a:lnTo>
                  <a:pt x="78457" y="47816"/>
                </a:lnTo>
                <a:lnTo>
                  <a:pt x="78457" y="47791"/>
                </a:lnTo>
                <a:lnTo>
                  <a:pt x="78457" y="47393"/>
                </a:lnTo>
                <a:lnTo>
                  <a:pt x="78457" y="47069"/>
                </a:lnTo>
                <a:lnTo>
                  <a:pt x="78457" y="47044"/>
                </a:lnTo>
                <a:lnTo>
                  <a:pt x="78457" y="46945"/>
                </a:lnTo>
                <a:cubicBezTo>
                  <a:pt x="78457" y="46845"/>
                  <a:pt x="78457" y="46795"/>
                  <a:pt x="78407" y="46696"/>
                </a:cubicBezTo>
                <a:cubicBezTo>
                  <a:pt x="78407" y="46571"/>
                  <a:pt x="78407" y="46422"/>
                  <a:pt x="78382" y="46298"/>
                </a:cubicBezTo>
                <a:cubicBezTo>
                  <a:pt x="78382" y="46198"/>
                  <a:pt x="78357" y="46098"/>
                  <a:pt x="78357" y="46024"/>
                </a:cubicBezTo>
                <a:cubicBezTo>
                  <a:pt x="78333" y="45849"/>
                  <a:pt x="78333" y="45700"/>
                  <a:pt x="78283" y="45576"/>
                </a:cubicBezTo>
                <a:cubicBezTo>
                  <a:pt x="78283" y="45551"/>
                  <a:pt x="78258" y="45476"/>
                  <a:pt x="78258" y="45451"/>
                </a:cubicBezTo>
                <a:cubicBezTo>
                  <a:pt x="78258" y="45426"/>
                  <a:pt x="78258" y="45401"/>
                  <a:pt x="78233" y="45352"/>
                </a:cubicBezTo>
                <a:lnTo>
                  <a:pt x="78233" y="45327"/>
                </a:lnTo>
                <a:cubicBezTo>
                  <a:pt x="78233" y="45302"/>
                  <a:pt x="78208" y="45227"/>
                  <a:pt x="78208" y="45202"/>
                </a:cubicBezTo>
                <a:close/>
                <a:moveTo>
                  <a:pt x="72757" y="46820"/>
                </a:moveTo>
                <a:cubicBezTo>
                  <a:pt x="71911" y="48936"/>
                  <a:pt x="70766" y="51101"/>
                  <a:pt x="69372" y="53267"/>
                </a:cubicBezTo>
                <a:cubicBezTo>
                  <a:pt x="69322" y="53267"/>
                  <a:pt x="69322" y="53267"/>
                  <a:pt x="69297" y="53242"/>
                </a:cubicBezTo>
                <a:cubicBezTo>
                  <a:pt x="70691" y="51126"/>
                  <a:pt x="71811" y="48936"/>
                  <a:pt x="72657" y="46870"/>
                </a:cubicBezTo>
                <a:cubicBezTo>
                  <a:pt x="72682" y="46870"/>
                  <a:pt x="72732" y="46820"/>
                  <a:pt x="72757" y="46820"/>
                </a:cubicBezTo>
                <a:close/>
                <a:moveTo>
                  <a:pt x="74026" y="48861"/>
                </a:moveTo>
                <a:cubicBezTo>
                  <a:pt x="74773" y="50355"/>
                  <a:pt x="75819" y="51798"/>
                  <a:pt x="77163" y="53242"/>
                </a:cubicBezTo>
                <a:cubicBezTo>
                  <a:pt x="77163" y="53267"/>
                  <a:pt x="77138" y="53267"/>
                  <a:pt x="77138" y="53292"/>
                </a:cubicBezTo>
                <a:cubicBezTo>
                  <a:pt x="75794" y="51873"/>
                  <a:pt x="74748" y="50380"/>
                  <a:pt x="74001" y="48911"/>
                </a:cubicBezTo>
                <a:cubicBezTo>
                  <a:pt x="74001" y="48886"/>
                  <a:pt x="74026" y="48886"/>
                  <a:pt x="74026" y="48861"/>
                </a:cubicBezTo>
                <a:close/>
                <a:moveTo>
                  <a:pt x="67331" y="53068"/>
                </a:moveTo>
                <a:cubicBezTo>
                  <a:pt x="67779" y="53068"/>
                  <a:pt x="68326" y="53167"/>
                  <a:pt x="68998" y="53367"/>
                </a:cubicBezTo>
                <a:cubicBezTo>
                  <a:pt x="68998" y="53391"/>
                  <a:pt x="68949" y="53391"/>
                  <a:pt x="68949" y="53416"/>
                </a:cubicBezTo>
                <a:cubicBezTo>
                  <a:pt x="68325" y="53249"/>
                  <a:pt x="67794" y="53165"/>
                  <a:pt x="67356" y="53165"/>
                </a:cubicBezTo>
                <a:cubicBezTo>
                  <a:pt x="67078" y="53165"/>
                  <a:pt x="66837" y="53199"/>
                  <a:pt x="66634" y="53267"/>
                </a:cubicBezTo>
                <a:cubicBezTo>
                  <a:pt x="66659" y="53242"/>
                  <a:pt x="66683" y="53217"/>
                  <a:pt x="66683" y="53167"/>
                </a:cubicBezTo>
                <a:cubicBezTo>
                  <a:pt x="66883" y="53118"/>
                  <a:pt x="67082" y="53068"/>
                  <a:pt x="67331" y="53068"/>
                </a:cubicBezTo>
                <a:close/>
                <a:moveTo>
                  <a:pt x="54960" y="44704"/>
                </a:moveTo>
                <a:cubicBezTo>
                  <a:pt x="55109" y="44879"/>
                  <a:pt x="55234" y="45028"/>
                  <a:pt x="55383" y="45177"/>
                </a:cubicBezTo>
                <a:cubicBezTo>
                  <a:pt x="55209" y="45302"/>
                  <a:pt x="55059" y="45426"/>
                  <a:pt x="54860" y="45551"/>
                </a:cubicBezTo>
                <a:lnTo>
                  <a:pt x="54835" y="45551"/>
                </a:lnTo>
                <a:cubicBezTo>
                  <a:pt x="54761" y="45576"/>
                  <a:pt x="54736" y="45601"/>
                  <a:pt x="54686" y="45650"/>
                </a:cubicBezTo>
                <a:cubicBezTo>
                  <a:pt x="54636" y="45675"/>
                  <a:pt x="54586" y="45700"/>
                  <a:pt x="54561" y="45750"/>
                </a:cubicBezTo>
                <a:lnTo>
                  <a:pt x="53715" y="46397"/>
                </a:lnTo>
                <a:lnTo>
                  <a:pt x="53641" y="46447"/>
                </a:lnTo>
                <a:cubicBezTo>
                  <a:pt x="53616" y="46472"/>
                  <a:pt x="53591" y="46522"/>
                  <a:pt x="53566" y="46522"/>
                </a:cubicBezTo>
                <a:cubicBezTo>
                  <a:pt x="53018" y="46945"/>
                  <a:pt x="52496" y="47393"/>
                  <a:pt x="51973" y="47866"/>
                </a:cubicBezTo>
                <a:lnTo>
                  <a:pt x="51873" y="47940"/>
                </a:lnTo>
                <a:cubicBezTo>
                  <a:pt x="51823" y="48015"/>
                  <a:pt x="51749" y="48040"/>
                  <a:pt x="51699" y="48115"/>
                </a:cubicBezTo>
                <a:cubicBezTo>
                  <a:pt x="51624" y="48139"/>
                  <a:pt x="51599" y="48189"/>
                  <a:pt x="51525" y="48239"/>
                </a:cubicBezTo>
                <a:lnTo>
                  <a:pt x="51450" y="48314"/>
                </a:lnTo>
                <a:cubicBezTo>
                  <a:pt x="51002" y="48737"/>
                  <a:pt x="50604" y="49110"/>
                  <a:pt x="50156" y="49508"/>
                </a:cubicBezTo>
                <a:lnTo>
                  <a:pt x="49982" y="49683"/>
                </a:lnTo>
                <a:lnTo>
                  <a:pt x="49658" y="50006"/>
                </a:lnTo>
                <a:lnTo>
                  <a:pt x="49384" y="50280"/>
                </a:lnTo>
                <a:cubicBezTo>
                  <a:pt x="49235" y="50429"/>
                  <a:pt x="49085" y="50629"/>
                  <a:pt x="48911" y="50778"/>
                </a:cubicBezTo>
                <a:cubicBezTo>
                  <a:pt x="48662" y="51027"/>
                  <a:pt x="48413" y="51276"/>
                  <a:pt x="48214" y="51550"/>
                </a:cubicBezTo>
                <a:cubicBezTo>
                  <a:pt x="48164" y="51599"/>
                  <a:pt x="48140" y="51624"/>
                  <a:pt x="48140" y="51649"/>
                </a:cubicBezTo>
                <a:lnTo>
                  <a:pt x="48090" y="51724"/>
                </a:lnTo>
                <a:cubicBezTo>
                  <a:pt x="47542" y="52296"/>
                  <a:pt x="47019" y="52894"/>
                  <a:pt x="46547" y="53491"/>
                </a:cubicBezTo>
                <a:lnTo>
                  <a:pt x="46148" y="53093"/>
                </a:lnTo>
                <a:cubicBezTo>
                  <a:pt x="48911" y="50230"/>
                  <a:pt x="51848" y="47393"/>
                  <a:pt x="54960" y="44704"/>
                </a:cubicBezTo>
                <a:close/>
                <a:moveTo>
                  <a:pt x="69197" y="53391"/>
                </a:moveTo>
                <a:cubicBezTo>
                  <a:pt x="69197" y="53391"/>
                  <a:pt x="69247" y="53416"/>
                  <a:pt x="69272" y="53416"/>
                </a:cubicBezTo>
                <a:cubicBezTo>
                  <a:pt x="69272" y="53466"/>
                  <a:pt x="69247" y="53466"/>
                  <a:pt x="69247" y="53491"/>
                </a:cubicBezTo>
                <a:cubicBezTo>
                  <a:pt x="69197" y="53491"/>
                  <a:pt x="69197" y="53491"/>
                  <a:pt x="69173" y="53466"/>
                </a:cubicBezTo>
                <a:cubicBezTo>
                  <a:pt x="69173" y="53416"/>
                  <a:pt x="69197" y="53416"/>
                  <a:pt x="69197" y="53391"/>
                </a:cubicBezTo>
                <a:close/>
                <a:moveTo>
                  <a:pt x="73006" y="46696"/>
                </a:moveTo>
                <a:cubicBezTo>
                  <a:pt x="73180" y="47318"/>
                  <a:pt x="73404" y="47990"/>
                  <a:pt x="73678" y="48612"/>
                </a:cubicBezTo>
                <a:cubicBezTo>
                  <a:pt x="72558" y="50255"/>
                  <a:pt x="71388" y="51873"/>
                  <a:pt x="70118" y="53491"/>
                </a:cubicBezTo>
                <a:cubicBezTo>
                  <a:pt x="69894" y="53416"/>
                  <a:pt x="69695" y="53367"/>
                  <a:pt x="69546" y="53292"/>
                </a:cubicBezTo>
                <a:cubicBezTo>
                  <a:pt x="70990" y="51101"/>
                  <a:pt x="72135" y="48861"/>
                  <a:pt x="73006" y="46696"/>
                </a:cubicBezTo>
                <a:close/>
                <a:moveTo>
                  <a:pt x="73777" y="48811"/>
                </a:moveTo>
                <a:cubicBezTo>
                  <a:pt x="73777" y="48811"/>
                  <a:pt x="73777" y="48861"/>
                  <a:pt x="73802" y="48861"/>
                </a:cubicBezTo>
                <a:cubicBezTo>
                  <a:pt x="72732" y="50429"/>
                  <a:pt x="71562" y="51998"/>
                  <a:pt x="70367" y="53541"/>
                </a:cubicBezTo>
                <a:lnTo>
                  <a:pt x="70318" y="53541"/>
                </a:lnTo>
                <a:cubicBezTo>
                  <a:pt x="71512" y="52022"/>
                  <a:pt x="72682" y="50429"/>
                  <a:pt x="73777" y="48811"/>
                </a:cubicBezTo>
                <a:close/>
                <a:moveTo>
                  <a:pt x="23522" y="45650"/>
                </a:moveTo>
                <a:lnTo>
                  <a:pt x="23572" y="45675"/>
                </a:lnTo>
                <a:cubicBezTo>
                  <a:pt x="21506" y="48264"/>
                  <a:pt x="19589" y="50902"/>
                  <a:pt x="17772" y="53591"/>
                </a:cubicBezTo>
                <a:lnTo>
                  <a:pt x="17723" y="53591"/>
                </a:lnTo>
                <a:cubicBezTo>
                  <a:pt x="19515" y="50927"/>
                  <a:pt x="21456" y="48264"/>
                  <a:pt x="23522" y="45650"/>
                </a:cubicBezTo>
                <a:close/>
                <a:moveTo>
                  <a:pt x="117710" y="41344"/>
                </a:moveTo>
                <a:lnTo>
                  <a:pt x="117710" y="41344"/>
                </a:lnTo>
                <a:cubicBezTo>
                  <a:pt x="117685" y="41593"/>
                  <a:pt x="117660" y="41842"/>
                  <a:pt x="117660" y="42066"/>
                </a:cubicBezTo>
                <a:cubicBezTo>
                  <a:pt x="117461" y="43584"/>
                  <a:pt x="117212" y="45327"/>
                  <a:pt x="116988" y="46671"/>
                </a:cubicBezTo>
                <a:cubicBezTo>
                  <a:pt x="116839" y="47642"/>
                  <a:pt x="116540" y="49060"/>
                  <a:pt x="116217" y="50156"/>
                </a:cubicBezTo>
                <a:cubicBezTo>
                  <a:pt x="116117" y="50479"/>
                  <a:pt x="116043" y="50778"/>
                  <a:pt x="115943" y="51126"/>
                </a:cubicBezTo>
                <a:cubicBezTo>
                  <a:pt x="115719" y="51923"/>
                  <a:pt x="115470" y="52869"/>
                  <a:pt x="115196" y="53715"/>
                </a:cubicBezTo>
                <a:lnTo>
                  <a:pt x="115196" y="53541"/>
                </a:lnTo>
                <a:cubicBezTo>
                  <a:pt x="115719" y="51599"/>
                  <a:pt x="116067" y="49658"/>
                  <a:pt x="116291" y="47816"/>
                </a:cubicBezTo>
                <a:cubicBezTo>
                  <a:pt x="116914" y="45625"/>
                  <a:pt x="117412" y="43460"/>
                  <a:pt x="117710" y="41344"/>
                </a:cubicBezTo>
                <a:close/>
                <a:moveTo>
                  <a:pt x="46049" y="53267"/>
                </a:moveTo>
                <a:lnTo>
                  <a:pt x="46472" y="53665"/>
                </a:lnTo>
                <a:cubicBezTo>
                  <a:pt x="46472" y="53715"/>
                  <a:pt x="46472" y="53715"/>
                  <a:pt x="46422" y="53740"/>
                </a:cubicBezTo>
                <a:lnTo>
                  <a:pt x="46024" y="53342"/>
                </a:lnTo>
                <a:cubicBezTo>
                  <a:pt x="46024" y="53292"/>
                  <a:pt x="46049" y="53292"/>
                  <a:pt x="46049" y="53267"/>
                </a:cubicBezTo>
                <a:close/>
                <a:moveTo>
                  <a:pt x="69421" y="53491"/>
                </a:moveTo>
                <a:cubicBezTo>
                  <a:pt x="69621" y="53541"/>
                  <a:pt x="69770" y="53615"/>
                  <a:pt x="69944" y="53665"/>
                </a:cubicBezTo>
                <a:cubicBezTo>
                  <a:pt x="69944" y="53690"/>
                  <a:pt x="69919" y="53690"/>
                  <a:pt x="69919" y="53740"/>
                </a:cubicBezTo>
                <a:cubicBezTo>
                  <a:pt x="69720" y="53665"/>
                  <a:pt x="69571" y="53615"/>
                  <a:pt x="69397" y="53541"/>
                </a:cubicBezTo>
                <a:cubicBezTo>
                  <a:pt x="69421" y="53516"/>
                  <a:pt x="69421" y="53491"/>
                  <a:pt x="69421" y="53491"/>
                </a:cubicBezTo>
                <a:close/>
                <a:moveTo>
                  <a:pt x="54494" y="46213"/>
                </a:moveTo>
                <a:cubicBezTo>
                  <a:pt x="54460" y="46240"/>
                  <a:pt x="54425" y="46268"/>
                  <a:pt x="54387" y="46298"/>
                </a:cubicBezTo>
                <a:cubicBezTo>
                  <a:pt x="54238" y="46422"/>
                  <a:pt x="54064" y="46546"/>
                  <a:pt x="53889" y="46696"/>
                </a:cubicBezTo>
                <a:cubicBezTo>
                  <a:pt x="53865" y="46746"/>
                  <a:pt x="53840" y="46746"/>
                  <a:pt x="53815" y="46770"/>
                </a:cubicBezTo>
                <a:cubicBezTo>
                  <a:pt x="53740" y="46820"/>
                  <a:pt x="53641" y="46895"/>
                  <a:pt x="53591" y="46945"/>
                </a:cubicBezTo>
                <a:cubicBezTo>
                  <a:pt x="53566" y="46970"/>
                  <a:pt x="53516" y="46970"/>
                  <a:pt x="53491" y="47019"/>
                </a:cubicBezTo>
                <a:lnTo>
                  <a:pt x="53466" y="47044"/>
                </a:lnTo>
                <a:cubicBezTo>
                  <a:pt x="53267" y="47194"/>
                  <a:pt x="53068" y="47343"/>
                  <a:pt x="52869" y="47542"/>
                </a:cubicBezTo>
                <a:lnTo>
                  <a:pt x="52844" y="47567"/>
                </a:lnTo>
                <a:lnTo>
                  <a:pt x="52769" y="47642"/>
                </a:lnTo>
                <a:cubicBezTo>
                  <a:pt x="52744" y="47642"/>
                  <a:pt x="52744" y="47667"/>
                  <a:pt x="52720" y="47667"/>
                </a:cubicBezTo>
                <a:cubicBezTo>
                  <a:pt x="52122" y="48164"/>
                  <a:pt x="51575" y="48687"/>
                  <a:pt x="51002" y="49210"/>
                </a:cubicBezTo>
                <a:cubicBezTo>
                  <a:pt x="51002" y="49210"/>
                  <a:pt x="50977" y="49210"/>
                  <a:pt x="50977" y="49260"/>
                </a:cubicBezTo>
                <a:lnTo>
                  <a:pt x="50878" y="49334"/>
                </a:lnTo>
                <a:lnTo>
                  <a:pt x="49658" y="50554"/>
                </a:lnTo>
                <a:lnTo>
                  <a:pt x="49608" y="50629"/>
                </a:lnTo>
                <a:lnTo>
                  <a:pt x="49509" y="50703"/>
                </a:lnTo>
                <a:lnTo>
                  <a:pt x="49359" y="50877"/>
                </a:lnTo>
                <a:cubicBezTo>
                  <a:pt x="49011" y="51251"/>
                  <a:pt x="48637" y="51624"/>
                  <a:pt x="48289" y="51998"/>
                </a:cubicBezTo>
                <a:lnTo>
                  <a:pt x="48140" y="52147"/>
                </a:lnTo>
                <a:lnTo>
                  <a:pt x="48040" y="52246"/>
                </a:lnTo>
                <a:cubicBezTo>
                  <a:pt x="48015" y="52271"/>
                  <a:pt x="47990" y="52321"/>
                  <a:pt x="47965" y="52371"/>
                </a:cubicBezTo>
                <a:cubicBezTo>
                  <a:pt x="47916" y="52396"/>
                  <a:pt x="47916" y="52421"/>
                  <a:pt x="47891" y="52421"/>
                </a:cubicBezTo>
                <a:cubicBezTo>
                  <a:pt x="47517" y="52869"/>
                  <a:pt x="47119" y="53317"/>
                  <a:pt x="46746" y="53765"/>
                </a:cubicBezTo>
                <a:lnTo>
                  <a:pt x="46721" y="53740"/>
                </a:lnTo>
                <a:cubicBezTo>
                  <a:pt x="46870" y="53541"/>
                  <a:pt x="46995" y="53367"/>
                  <a:pt x="47144" y="53217"/>
                </a:cubicBezTo>
                <a:cubicBezTo>
                  <a:pt x="47219" y="53118"/>
                  <a:pt x="47293" y="53018"/>
                  <a:pt x="47368" y="52943"/>
                </a:cubicBezTo>
                <a:cubicBezTo>
                  <a:pt x="47766" y="52446"/>
                  <a:pt x="48214" y="51998"/>
                  <a:pt x="48637" y="51500"/>
                </a:cubicBezTo>
                <a:cubicBezTo>
                  <a:pt x="48737" y="51400"/>
                  <a:pt x="48787" y="51301"/>
                  <a:pt x="48886" y="51251"/>
                </a:cubicBezTo>
                <a:cubicBezTo>
                  <a:pt x="49334" y="50778"/>
                  <a:pt x="49782" y="50305"/>
                  <a:pt x="50255" y="49832"/>
                </a:cubicBezTo>
                <a:lnTo>
                  <a:pt x="50479" y="49633"/>
                </a:lnTo>
                <a:cubicBezTo>
                  <a:pt x="50977" y="49160"/>
                  <a:pt x="51450" y="48687"/>
                  <a:pt x="51973" y="48264"/>
                </a:cubicBezTo>
                <a:cubicBezTo>
                  <a:pt x="52023" y="48239"/>
                  <a:pt x="52072" y="48164"/>
                  <a:pt x="52122" y="48139"/>
                </a:cubicBezTo>
                <a:lnTo>
                  <a:pt x="53242" y="47194"/>
                </a:lnTo>
                <a:lnTo>
                  <a:pt x="53715" y="46820"/>
                </a:lnTo>
                <a:lnTo>
                  <a:pt x="53815" y="46721"/>
                </a:lnTo>
                <a:cubicBezTo>
                  <a:pt x="54033" y="46546"/>
                  <a:pt x="54271" y="46371"/>
                  <a:pt x="54494" y="46213"/>
                </a:cubicBezTo>
                <a:close/>
                <a:moveTo>
                  <a:pt x="114997" y="53342"/>
                </a:moveTo>
                <a:lnTo>
                  <a:pt x="114997" y="53541"/>
                </a:lnTo>
                <a:cubicBezTo>
                  <a:pt x="114997" y="53615"/>
                  <a:pt x="114972" y="53715"/>
                  <a:pt x="114947" y="53765"/>
                </a:cubicBezTo>
                <a:lnTo>
                  <a:pt x="114947" y="53541"/>
                </a:lnTo>
                <a:cubicBezTo>
                  <a:pt x="114972" y="53491"/>
                  <a:pt x="114972" y="53391"/>
                  <a:pt x="114997" y="53342"/>
                </a:cubicBezTo>
                <a:close/>
                <a:moveTo>
                  <a:pt x="17673" y="53765"/>
                </a:moveTo>
                <a:cubicBezTo>
                  <a:pt x="17673" y="53790"/>
                  <a:pt x="17648" y="53790"/>
                  <a:pt x="17648" y="53839"/>
                </a:cubicBezTo>
                <a:lnTo>
                  <a:pt x="17598" y="53839"/>
                </a:lnTo>
                <a:cubicBezTo>
                  <a:pt x="17598" y="53790"/>
                  <a:pt x="17623" y="53790"/>
                  <a:pt x="17623" y="53765"/>
                </a:cubicBezTo>
                <a:close/>
                <a:moveTo>
                  <a:pt x="66293" y="53362"/>
                </a:moveTo>
                <a:cubicBezTo>
                  <a:pt x="66172" y="53507"/>
                  <a:pt x="66031" y="53673"/>
                  <a:pt x="65912" y="53839"/>
                </a:cubicBezTo>
                <a:cubicBezTo>
                  <a:pt x="65912" y="53790"/>
                  <a:pt x="65937" y="53765"/>
                  <a:pt x="65937" y="53740"/>
                </a:cubicBezTo>
                <a:lnTo>
                  <a:pt x="65937" y="53690"/>
                </a:lnTo>
                <a:cubicBezTo>
                  <a:pt x="65937" y="53665"/>
                  <a:pt x="65962" y="53640"/>
                  <a:pt x="65962" y="53615"/>
                </a:cubicBezTo>
                <a:cubicBezTo>
                  <a:pt x="66036" y="53516"/>
                  <a:pt x="66086" y="53416"/>
                  <a:pt x="66186" y="53367"/>
                </a:cubicBezTo>
                <a:lnTo>
                  <a:pt x="66211" y="53367"/>
                </a:lnTo>
                <a:cubicBezTo>
                  <a:pt x="66252" y="53367"/>
                  <a:pt x="66278" y="53367"/>
                  <a:pt x="66293" y="53362"/>
                </a:cubicBezTo>
                <a:close/>
                <a:moveTo>
                  <a:pt x="23721" y="45800"/>
                </a:moveTo>
                <a:cubicBezTo>
                  <a:pt x="24070" y="46173"/>
                  <a:pt x="24393" y="46546"/>
                  <a:pt x="24767" y="46895"/>
                </a:cubicBezTo>
                <a:cubicBezTo>
                  <a:pt x="23398" y="49235"/>
                  <a:pt x="22278" y="51599"/>
                  <a:pt x="21456" y="53864"/>
                </a:cubicBezTo>
                <a:cubicBezTo>
                  <a:pt x="20286" y="53715"/>
                  <a:pt x="19166" y="53615"/>
                  <a:pt x="18046" y="53591"/>
                </a:cubicBezTo>
                <a:cubicBezTo>
                  <a:pt x="19789" y="50977"/>
                  <a:pt x="21705" y="48388"/>
                  <a:pt x="23721" y="45800"/>
                </a:cubicBezTo>
                <a:close/>
                <a:moveTo>
                  <a:pt x="24891" y="47019"/>
                </a:moveTo>
                <a:lnTo>
                  <a:pt x="24916" y="47044"/>
                </a:lnTo>
                <a:cubicBezTo>
                  <a:pt x="23597" y="49359"/>
                  <a:pt x="22502" y="51649"/>
                  <a:pt x="21655" y="53889"/>
                </a:cubicBezTo>
                <a:lnTo>
                  <a:pt x="21606" y="53889"/>
                </a:lnTo>
                <a:cubicBezTo>
                  <a:pt x="22452" y="51649"/>
                  <a:pt x="23572" y="49359"/>
                  <a:pt x="24891" y="47019"/>
                </a:cubicBezTo>
                <a:close/>
                <a:moveTo>
                  <a:pt x="37835" y="46273"/>
                </a:moveTo>
                <a:cubicBezTo>
                  <a:pt x="37959" y="46372"/>
                  <a:pt x="38059" y="46447"/>
                  <a:pt x="38183" y="46546"/>
                </a:cubicBezTo>
                <a:cubicBezTo>
                  <a:pt x="36291" y="48936"/>
                  <a:pt x="34698" y="51425"/>
                  <a:pt x="33454" y="53889"/>
                </a:cubicBezTo>
                <a:cubicBezTo>
                  <a:pt x="33031" y="53541"/>
                  <a:pt x="32583" y="53217"/>
                  <a:pt x="32184" y="52869"/>
                </a:cubicBezTo>
                <a:cubicBezTo>
                  <a:pt x="33952" y="50629"/>
                  <a:pt x="35818" y="48413"/>
                  <a:pt x="37835" y="46273"/>
                </a:cubicBezTo>
                <a:close/>
                <a:moveTo>
                  <a:pt x="38308" y="46646"/>
                </a:moveTo>
                <a:cubicBezTo>
                  <a:pt x="38332" y="46646"/>
                  <a:pt x="38332" y="46671"/>
                  <a:pt x="38382" y="46671"/>
                </a:cubicBezTo>
                <a:cubicBezTo>
                  <a:pt x="36466" y="49060"/>
                  <a:pt x="34898" y="51550"/>
                  <a:pt x="33653" y="54014"/>
                </a:cubicBezTo>
                <a:cubicBezTo>
                  <a:pt x="33603" y="54014"/>
                  <a:pt x="33603" y="53989"/>
                  <a:pt x="33578" y="53989"/>
                </a:cubicBezTo>
                <a:cubicBezTo>
                  <a:pt x="34823" y="51525"/>
                  <a:pt x="36416" y="49036"/>
                  <a:pt x="38308" y="46646"/>
                </a:cubicBezTo>
                <a:close/>
                <a:moveTo>
                  <a:pt x="17897" y="53790"/>
                </a:moveTo>
                <a:cubicBezTo>
                  <a:pt x="19017" y="53839"/>
                  <a:pt x="20212" y="53889"/>
                  <a:pt x="21357" y="54039"/>
                </a:cubicBezTo>
                <a:lnTo>
                  <a:pt x="21357" y="54113"/>
                </a:lnTo>
                <a:cubicBezTo>
                  <a:pt x="20162" y="53964"/>
                  <a:pt x="19017" y="53864"/>
                  <a:pt x="17872" y="53864"/>
                </a:cubicBezTo>
                <a:cubicBezTo>
                  <a:pt x="17872" y="53839"/>
                  <a:pt x="17897" y="53839"/>
                  <a:pt x="17897" y="53790"/>
                </a:cubicBezTo>
                <a:close/>
                <a:moveTo>
                  <a:pt x="32035" y="52993"/>
                </a:moveTo>
                <a:cubicBezTo>
                  <a:pt x="32483" y="53342"/>
                  <a:pt x="32931" y="53715"/>
                  <a:pt x="33354" y="54039"/>
                </a:cubicBezTo>
                <a:cubicBezTo>
                  <a:pt x="33354" y="54088"/>
                  <a:pt x="33329" y="54088"/>
                  <a:pt x="33329" y="54113"/>
                </a:cubicBezTo>
                <a:cubicBezTo>
                  <a:pt x="32906" y="53765"/>
                  <a:pt x="32433" y="53391"/>
                  <a:pt x="31985" y="53043"/>
                </a:cubicBezTo>
                <a:cubicBezTo>
                  <a:pt x="31985" y="53018"/>
                  <a:pt x="32035" y="53018"/>
                  <a:pt x="32035" y="52993"/>
                </a:cubicBezTo>
                <a:close/>
                <a:moveTo>
                  <a:pt x="21606" y="54088"/>
                </a:moveTo>
                <a:cubicBezTo>
                  <a:pt x="21606" y="54113"/>
                  <a:pt x="21606" y="54113"/>
                  <a:pt x="21581" y="54138"/>
                </a:cubicBezTo>
                <a:lnTo>
                  <a:pt x="21506" y="54138"/>
                </a:lnTo>
                <a:cubicBezTo>
                  <a:pt x="21506" y="54113"/>
                  <a:pt x="21506" y="54113"/>
                  <a:pt x="21531" y="54088"/>
                </a:cubicBezTo>
                <a:close/>
                <a:moveTo>
                  <a:pt x="19042" y="40174"/>
                </a:moveTo>
                <a:lnTo>
                  <a:pt x="19042" y="40199"/>
                </a:lnTo>
                <a:lnTo>
                  <a:pt x="19092" y="40224"/>
                </a:lnTo>
                <a:cubicBezTo>
                  <a:pt x="18992" y="40448"/>
                  <a:pt x="18893" y="40573"/>
                  <a:pt x="18793" y="40722"/>
                </a:cubicBezTo>
                <a:lnTo>
                  <a:pt x="17673" y="42415"/>
                </a:lnTo>
                <a:cubicBezTo>
                  <a:pt x="17499" y="42713"/>
                  <a:pt x="17275" y="43037"/>
                  <a:pt x="17100" y="43311"/>
                </a:cubicBezTo>
                <a:cubicBezTo>
                  <a:pt x="16802" y="43759"/>
                  <a:pt x="16553" y="44182"/>
                  <a:pt x="16304" y="44580"/>
                </a:cubicBezTo>
                <a:cubicBezTo>
                  <a:pt x="16154" y="44829"/>
                  <a:pt x="16030" y="45053"/>
                  <a:pt x="15881" y="45277"/>
                </a:cubicBezTo>
                <a:cubicBezTo>
                  <a:pt x="15507" y="45899"/>
                  <a:pt x="15184" y="46472"/>
                  <a:pt x="14860" y="47094"/>
                </a:cubicBezTo>
                <a:cubicBezTo>
                  <a:pt x="14561" y="47592"/>
                  <a:pt x="14313" y="48090"/>
                  <a:pt x="14064" y="48612"/>
                </a:cubicBezTo>
                <a:cubicBezTo>
                  <a:pt x="14064" y="48612"/>
                  <a:pt x="14064" y="48637"/>
                  <a:pt x="14039" y="48637"/>
                </a:cubicBezTo>
                <a:cubicBezTo>
                  <a:pt x="13939" y="48811"/>
                  <a:pt x="13865" y="49011"/>
                  <a:pt x="13765" y="49235"/>
                </a:cubicBezTo>
                <a:cubicBezTo>
                  <a:pt x="13541" y="49683"/>
                  <a:pt x="13317" y="50131"/>
                  <a:pt x="13118" y="50604"/>
                </a:cubicBezTo>
                <a:cubicBezTo>
                  <a:pt x="13043" y="50753"/>
                  <a:pt x="12944" y="50902"/>
                  <a:pt x="12894" y="51052"/>
                </a:cubicBezTo>
                <a:cubicBezTo>
                  <a:pt x="12421" y="52122"/>
                  <a:pt x="11948" y="53217"/>
                  <a:pt x="11575" y="54238"/>
                </a:cubicBezTo>
                <a:lnTo>
                  <a:pt x="11525" y="54238"/>
                </a:lnTo>
                <a:cubicBezTo>
                  <a:pt x="13192" y="49658"/>
                  <a:pt x="15781" y="44879"/>
                  <a:pt x="19042" y="40174"/>
                </a:cubicBezTo>
                <a:close/>
                <a:moveTo>
                  <a:pt x="19216" y="40473"/>
                </a:moveTo>
                <a:cubicBezTo>
                  <a:pt x="20212" y="41917"/>
                  <a:pt x="21606" y="43634"/>
                  <a:pt x="23398" y="45501"/>
                </a:cubicBezTo>
                <a:cubicBezTo>
                  <a:pt x="21282" y="48139"/>
                  <a:pt x="19341" y="50853"/>
                  <a:pt x="17499" y="53591"/>
                </a:cubicBezTo>
                <a:cubicBezTo>
                  <a:pt x="15507" y="53591"/>
                  <a:pt x="13566" y="53765"/>
                  <a:pt x="11799" y="54238"/>
                </a:cubicBezTo>
                <a:cubicBezTo>
                  <a:pt x="12670" y="51898"/>
                  <a:pt x="13765" y="49508"/>
                  <a:pt x="15109" y="47094"/>
                </a:cubicBezTo>
                <a:cubicBezTo>
                  <a:pt x="15258" y="46820"/>
                  <a:pt x="15408" y="46546"/>
                  <a:pt x="15557" y="46298"/>
                </a:cubicBezTo>
                <a:cubicBezTo>
                  <a:pt x="15731" y="46024"/>
                  <a:pt x="15881" y="45775"/>
                  <a:pt x="16030" y="45501"/>
                </a:cubicBezTo>
                <a:cubicBezTo>
                  <a:pt x="16304" y="45028"/>
                  <a:pt x="16603" y="44555"/>
                  <a:pt x="16876" y="44057"/>
                </a:cubicBezTo>
                <a:cubicBezTo>
                  <a:pt x="16926" y="44008"/>
                  <a:pt x="16976" y="43908"/>
                  <a:pt x="17001" y="43833"/>
                </a:cubicBezTo>
                <a:cubicBezTo>
                  <a:pt x="17349" y="43286"/>
                  <a:pt x="17723" y="42713"/>
                  <a:pt x="18046" y="42166"/>
                </a:cubicBezTo>
                <a:cubicBezTo>
                  <a:pt x="18420" y="41568"/>
                  <a:pt x="18793" y="41046"/>
                  <a:pt x="19216" y="40473"/>
                </a:cubicBezTo>
                <a:close/>
                <a:moveTo>
                  <a:pt x="33528" y="54138"/>
                </a:moveTo>
                <a:cubicBezTo>
                  <a:pt x="33553" y="54138"/>
                  <a:pt x="33553" y="54163"/>
                  <a:pt x="33578" y="54163"/>
                </a:cubicBezTo>
                <a:cubicBezTo>
                  <a:pt x="33578" y="54213"/>
                  <a:pt x="33553" y="54213"/>
                  <a:pt x="33553" y="54238"/>
                </a:cubicBezTo>
                <a:cubicBezTo>
                  <a:pt x="33528" y="54238"/>
                  <a:pt x="33479" y="54238"/>
                  <a:pt x="33479" y="54213"/>
                </a:cubicBezTo>
                <a:cubicBezTo>
                  <a:pt x="33479" y="54163"/>
                  <a:pt x="33528" y="54163"/>
                  <a:pt x="33528" y="54138"/>
                </a:cubicBezTo>
                <a:close/>
                <a:moveTo>
                  <a:pt x="17399" y="53790"/>
                </a:moveTo>
                <a:cubicBezTo>
                  <a:pt x="17374" y="53790"/>
                  <a:pt x="17374" y="53790"/>
                  <a:pt x="17349" y="53839"/>
                </a:cubicBezTo>
                <a:cubicBezTo>
                  <a:pt x="15358" y="53839"/>
                  <a:pt x="13441" y="54039"/>
                  <a:pt x="11699" y="54512"/>
                </a:cubicBezTo>
                <a:cubicBezTo>
                  <a:pt x="11699" y="54487"/>
                  <a:pt x="11749" y="54487"/>
                  <a:pt x="11749" y="54462"/>
                </a:cubicBezTo>
                <a:cubicBezTo>
                  <a:pt x="13516" y="53989"/>
                  <a:pt x="15408" y="53790"/>
                  <a:pt x="17399" y="53790"/>
                </a:cubicBezTo>
                <a:close/>
                <a:moveTo>
                  <a:pt x="118084" y="37735"/>
                </a:moveTo>
                <a:lnTo>
                  <a:pt x="118084" y="38482"/>
                </a:lnTo>
                <a:cubicBezTo>
                  <a:pt x="118059" y="39452"/>
                  <a:pt x="118034" y="40647"/>
                  <a:pt x="117909" y="41842"/>
                </a:cubicBezTo>
                <a:cubicBezTo>
                  <a:pt x="117909" y="41942"/>
                  <a:pt x="117860" y="42016"/>
                  <a:pt x="117860" y="42091"/>
                </a:cubicBezTo>
                <a:cubicBezTo>
                  <a:pt x="117660" y="43709"/>
                  <a:pt x="117436" y="45401"/>
                  <a:pt x="117212" y="46671"/>
                </a:cubicBezTo>
                <a:cubicBezTo>
                  <a:pt x="117188" y="46820"/>
                  <a:pt x="117163" y="46945"/>
                  <a:pt x="117113" y="47119"/>
                </a:cubicBezTo>
                <a:cubicBezTo>
                  <a:pt x="116964" y="47940"/>
                  <a:pt x="116764" y="48861"/>
                  <a:pt x="116540" y="49857"/>
                </a:cubicBezTo>
                <a:cubicBezTo>
                  <a:pt x="116491" y="49981"/>
                  <a:pt x="116466" y="50106"/>
                  <a:pt x="116441" y="50180"/>
                </a:cubicBezTo>
                <a:cubicBezTo>
                  <a:pt x="116366" y="50405"/>
                  <a:pt x="116316" y="50629"/>
                  <a:pt x="116242" y="50877"/>
                </a:cubicBezTo>
                <a:lnTo>
                  <a:pt x="116142" y="51151"/>
                </a:lnTo>
                <a:cubicBezTo>
                  <a:pt x="116043" y="51624"/>
                  <a:pt x="115868" y="52172"/>
                  <a:pt x="115719" y="52719"/>
                </a:cubicBezTo>
                <a:cubicBezTo>
                  <a:pt x="115520" y="53292"/>
                  <a:pt x="115346" y="53914"/>
                  <a:pt x="115122" y="54586"/>
                </a:cubicBezTo>
                <a:cubicBezTo>
                  <a:pt x="115122" y="54611"/>
                  <a:pt x="115097" y="54611"/>
                  <a:pt x="115097" y="54636"/>
                </a:cubicBezTo>
                <a:cubicBezTo>
                  <a:pt x="115097" y="54586"/>
                  <a:pt x="115122" y="54536"/>
                  <a:pt x="115122" y="54487"/>
                </a:cubicBezTo>
                <a:lnTo>
                  <a:pt x="115122" y="54362"/>
                </a:lnTo>
                <a:cubicBezTo>
                  <a:pt x="115470" y="53391"/>
                  <a:pt x="115819" y="52147"/>
                  <a:pt x="116092" y="51151"/>
                </a:cubicBezTo>
                <a:cubicBezTo>
                  <a:pt x="116192" y="50803"/>
                  <a:pt x="116291" y="50504"/>
                  <a:pt x="116366" y="50180"/>
                </a:cubicBezTo>
                <a:cubicBezTo>
                  <a:pt x="116690" y="49110"/>
                  <a:pt x="116964" y="47667"/>
                  <a:pt x="117163" y="46671"/>
                </a:cubicBezTo>
                <a:cubicBezTo>
                  <a:pt x="117412" y="45327"/>
                  <a:pt x="117611" y="43584"/>
                  <a:pt x="117810" y="42066"/>
                </a:cubicBezTo>
                <a:cubicBezTo>
                  <a:pt x="117934" y="41120"/>
                  <a:pt x="117984" y="39801"/>
                  <a:pt x="118034" y="38731"/>
                </a:cubicBezTo>
                <a:cubicBezTo>
                  <a:pt x="118059" y="38556"/>
                  <a:pt x="118059" y="38357"/>
                  <a:pt x="118059" y="38208"/>
                </a:cubicBezTo>
                <a:lnTo>
                  <a:pt x="118059" y="38083"/>
                </a:lnTo>
                <a:cubicBezTo>
                  <a:pt x="118059" y="37959"/>
                  <a:pt x="118059" y="37859"/>
                  <a:pt x="118084" y="37735"/>
                </a:cubicBezTo>
                <a:close/>
                <a:moveTo>
                  <a:pt x="62952" y="52842"/>
                </a:moveTo>
                <a:lnTo>
                  <a:pt x="62952" y="52842"/>
                </a:lnTo>
                <a:cubicBezTo>
                  <a:pt x="62941" y="52853"/>
                  <a:pt x="62931" y="52862"/>
                  <a:pt x="62925" y="52869"/>
                </a:cubicBezTo>
                <a:lnTo>
                  <a:pt x="62352" y="53342"/>
                </a:lnTo>
                <a:cubicBezTo>
                  <a:pt x="61979" y="53615"/>
                  <a:pt x="61606" y="53914"/>
                  <a:pt x="61307" y="54213"/>
                </a:cubicBezTo>
                <a:cubicBezTo>
                  <a:pt x="61034" y="54445"/>
                  <a:pt x="60760" y="54670"/>
                  <a:pt x="60495" y="54896"/>
                </a:cubicBezTo>
                <a:lnTo>
                  <a:pt x="60495" y="54896"/>
                </a:lnTo>
                <a:cubicBezTo>
                  <a:pt x="60654" y="54753"/>
                  <a:pt x="60809" y="54615"/>
                  <a:pt x="60959" y="54487"/>
                </a:cubicBezTo>
                <a:cubicBezTo>
                  <a:pt x="61058" y="54387"/>
                  <a:pt x="61183" y="54288"/>
                  <a:pt x="61282" y="54213"/>
                </a:cubicBezTo>
                <a:cubicBezTo>
                  <a:pt x="61307" y="54213"/>
                  <a:pt x="61307" y="54163"/>
                  <a:pt x="61332" y="54163"/>
                </a:cubicBezTo>
                <a:cubicBezTo>
                  <a:pt x="61606" y="53914"/>
                  <a:pt x="61929" y="53665"/>
                  <a:pt x="62228" y="53416"/>
                </a:cubicBezTo>
                <a:cubicBezTo>
                  <a:pt x="62352" y="53342"/>
                  <a:pt x="62452" y="53242"/>
                  <a:pt x="62576" y="53143"/>
                </a:cubicBezTo>
                <a:cubicBezTo>
                  <a:pt x="62651" y="53093"/>
                  <a:pt x="62726" y="53018"/>
                  <a:pt x="62800" y="52968"/>
                </a:cubicBezTo>
                <a:lnTo>
                  <a:pt x="62952" y="52842"/>
                </a:lnTo>
                <a:close/>
                <a:moveTo>
                  <a:pt x="78606" y="45675"/>
                </a:moveTo>
                <a:lnTo>
                  <a:pt x="78656" y="45725"/>
                </a:lnTo>
                <a:lnTo>
                  <a:pt x="78656" y="45700"/>
                </a:lnTo>
                <a:cubicBezTo>
                  <a:pt x="78706" y="45725"/>
                  <a:pt x="78731" y="45725"/>
                  <a:pt x="78731" y="45775"/>
                </a:cubicBezTo>
                <a:cubicBezTo>
                  <a:pt x="78756" y="45800"/>
                  <a:pt x="78830" y="45849"/>
                  <a:pt x="78880" y="45899"/>
                </a:cubicBezTo>
                <a:cubicBezTo>
                  <a:pt x="78930" y="45924"/>
                  <a:pt x="78980" y="45999"/>
                  <a:pt x="79029" y="46024"/>
                </a:cubicBezTo>
                <a:lnTo>
                  <a:pt x="79079" y="46049"/>
                </a:lnTo>
                <a:cubicBezTo>
                  <a:pt x="79204" y="46173"/>
                  <a:pt x="79328" y="46273"/>
                  <a:pt x="79477" y="46397"/>
                </a:cubicBezTo>
                <a:cubicBezTo>
                  <a:pt x="79602" y="46472"/>
                  <a:pt x="79726" y="46571"/>
                  <a:pt x="79851" y="46696"/>
                </a:cubicBezTo>
                <a:cubicBezTo>
                  <a:pt x="79901" y="46770"/>
                  <a:pt x="80000" y="46820"/>
                  <a:pt x="80075" y="46845"/>
                </a:cubicBezTo>
                <a:cubicBezTo>
                  <a:pt x="80125" y="46895"/>
                  <a:pt x="80174" y="46945"/>
                  <a:pt x="80224" y="46970"/>
                </a:cubicBezTo>
                <a:cubicBezTo>
                  <a:pt x="80374" y="47094"/>
                  <a:pt x="80523" y="47194"/>
                  <a:pt x="80697" y="47293"/>
                </a:cubicBezTo>
                <a:cubicBezTo>
                  <a:pt x="80722" y="47293"/>
                  <a:pt x="80722" y="47318"/>
                  <a:pt x="80747" y="47318"/>
                </a:cubicBezTo>
                <a:cubicBezTo>
                  <a:pt x="80822" y="47343"/>
                  <a:pt x="80847" y="47393"/>
                  <a:pt x="80896" y="47418"/>
                </a:cubicBezTo>
                <a:lnTo>
                  <a:pt x="80946" y="47442"/>
                </a:lnTo>
                <a:cubicBezTo>
                  <a:pt x="80971" y="47467"/>
                  <a:pt x="80996" y="47467"/>
                  <a:pt x="81021" y="47517"/>
                </a:cubicBezTo>
                <a:lnTo>
                  <a:pt x="81319" y="47691"/>
                </a:lnTo>
                <a:cubicBezTo>
                  <a:pt x="81394" y="47766"/>
                  <a:pt x="81469" y="47791"/>
                  <a:pt x="81568" y="47841"/>
                </a:cubicBezTo>
                <a:cubicBezTo>
                  <a:pt x="81643" y="47915"/>
                  <a:pt x="81743" y="47965"/>
                  <a:pt x="81842" y="48015"/>
                </a:cubicBezTo>
                <a:cubicBezTo>
                  <a:pt x="82016" y="48139"/>
                  <a:pt x="82240" y="48214"/>
                  <a:pt x="82440" y="48339"/>
                </a:cubicBezTo>
                <a:cubicBezTo>
                  <a:pt x="82489" y="48388"/>
                  <a:pt x="82589" y="48438"/>
                  <a:pt x="82639" y="48463"/>
                </a:cubicBezTo>
                <a:cubicBezTo>
                  <a:pt x="82763" y="48538"/>
                  <a:pt x="82888" y="48587"/>
                  <a:pt x="82987" y="48662"/>
                </a:cubicBezTo>
                <a:cubicBezTo>
                  <a:pt x="83087" y="48712"/>
                  <a:pt x="83211" y="48787"/>
                  <a:pt x="83311" y="48811"/>
                </a:cubicBezTo>
                <a:lnTo>
                  <a:pt x="83485" y="48911"/>
                </a:lnTo>
                <a:lnTo>
                  <a:pt x="83684" y="49011"/>
                </a:lnTo>
                <a:cubicBezTo>
                  <a:pt x="82390" y="51052"/>
                  <a:pt x="80996" y="53118"/>
                  <a:pt x="79477" y="55134"/>
                </a:cubicBezTo>
                <a:cubicBezTo>
                  <a:pt x="78830" y="54586"/>
                  <a:pt x="78208" y="54014"/>
                  <a:pt x="77611" y="53416"/>
                </a:cubicBezTo>
                <a:cubicBezTo>
                  <a:pt x="78407" y="51151"/>
                  <a:pt x="78830" y="48986"/>
                  <a:pt x="78731" y="47019"/>
                </a:cubicBezTo>
                <a:lnTo>
                  <a:pt x="78731" y="46920"/>
                </a:lnTo>
                <a:cubicBezTo>
                  <a:pt x="78731" y="46770"/>
                  <a:pt x="78706" y="46621"/>
                  <a:pt x="78706" y="46447"/>
                </a:cubicBezTo>
                <a:lnTo>
                  <a:pt x="78706" y="46322"/>
                </a:lnTo>
                <a:lnTo>
                  <a:pt x="78606" y="45675"/>
                </a:lnTo>
                <a:close/>
                <a:moveTo>
                  <a:pt x="83833" y="49135"/>
                </a:moveTo>
                <a:cubicBezTo>
                  <a:pt x="83858" y="49135"/>
                  <a:pt x="83858" y="49160"/>
                  <a:pt x="83883" y="49160"/>
                </a:cubicBezTo>
                <a:cubicBezTo>
                  <a:pt x="82589" y="51176"/>
                  <a:pt x="81195" y="53242"/>
                  <a:pt x="79652" y="55283"/>
                </a:cubicBezTo>
                <a:cubicBezTo>
                  <a:pt x="79627" y="55283"/>
                  <a:pt x="79627" y="55258"/>
                  <a:pt x="79602" y="55258"/>
                </a:cubicBezTo>
                <a:cubicBezTo>
                  <a:pt x="81120" y="53242"/>
                  <a:pt x="82514" y="51176"/>
                  <a:pt x="83833" y="49135"/>
                </a:cubicBezTo>
                <a:close/>
                <a:moveTo>
                  <a:pt x="77536" y="53615"/>
                </a:moveTo>
                <a:cubicBezTo>
                  <a:pt x="78108" y="54213"/>
                  <a:pt x="78731" y="54736"/>
                  <a:pt x="79378" y="55258"/>
                </a:cubicBezTo>
                <a:cubicBezTo>
                  <a:pt x="79378" y="55283"/>
                  <a:pt x="79353" y="55283"/>
                  <a:pt x="79353" y="55333"/>
                </a:cubicBezTo>
                <a:cubicBezTo>
                  <a:pt x="78706" y="54785"/>
                  <a:pt x="78084" y="54238"/>
                  <a:pt x="77511" y="53665"/>
                </a:cubicBezTo>
                <a:cubicBezTo>
                  <a:pt x="77511" y="53640"/>
                  <a:pt x="77536" y="53640"/>
                  <a:pt x="77536" y="53615"/>
                </a:cubicBezTo>
                <a:close/>
                <a:moveTo>
                  <a:pt x="79477" y="55383"/>
                </a:moveTo>
                <a:cubicBezTo>
                  <a:pt x="79502" y="55383"/>
                  <a:pt x="79527" y="55408"/>
                  <a:pt x="79527" y="55408"/>
                </a:cubicBezTo>
                <a:cubicBezTo>
                  <a:pt x="79527" y="55457"/>
                  <a:pt x="79502" y="55457"/>
                  <a:pt x="79502" y="55482"/>
                </a:cubicBezTo>
                <a:cubicBezTo>
                  <a:pt x="79477" y="55482"/>
                  <a:pt x="79477" y="55457"/>
                  <a:pt x="79453" y="55457"/>
                </a:cubicBezTo>
                <a:cubicBezTo>
                  <a:pt x="79453" y="55408"/>
                  <a:pt x="79477" y="55408"/>
                  <a:pt x="79477" y="55383"/>
                </a:cubicBezTo>
                <a:close/>
                <a:moveTo>
                  <a:pt x="18644" y="39627"/>
                </a:moveTo>
                <a:cubicBezTo>
                  <a:pt x="18743" y="39801"/>
                  <a:pt x="18818" y="39925"/>
                  <a:pt x="18917" y="40075"/>
                </a:cubicBezTo>
                <a:cubicBezTo>
                  <a:pt x="18021" y="41344"/>
                  <a:pt x="17150" y="42663"/>
                  <a:pt x="16379" y="43958"/>
                </a:cubicBezTo>
                <a:cubicBezTo>
                  <a:pt x="14188" y="47517"/>
                  <a:pt x="12520" y="51002"/>
                  <a:pt x="11276" y="54362"/>
                </a:cubicBezTo>
                <a:cubicBezTo>
                  <a:pt x="10131" y="54711"/>
                  <a:pt x="9061" y="55109"/>
                  <a:pt x="8140" y="55607"/>
                </a:cubicBezTo>
                <a:cubicBezTo>
                  <a:pt x="10952" y="50280"/>
                  <a:pt x="14512" y="44879"/>
                  <a:pt x="18644" y="39627"/>
                </a:cubicBezTo>
                <a:close/>
                <a:moveTo>
                  <a:pt x="18519" y="39428"/>
                </a:moveTo>
                <a:cubicBezTo>
                  <a:pt x="18519" y="39452"/>
                  <a:pt x="18544" y="39452"/>
                  <a:pt x="18544" y="39477"/>
                </a:cubicBezTo>
                <a:cubicBezTo>
                  <a:pt x="14313" y="44804"/>
                  <a:pt x="10703" y="50305"/>
                  <a:pt x="7841" y="55781"/>
                </a:cubicBezTo>
                <a:cubicBezTo>
                  <a:pt x="7816" y="55831"/>
                  <a:pt x="7791" y="55831"/>
                  <a:pt x="7766" y="55856"/>
                </a:cubicBezTo>
                <a:cubicBezTo>
                  <a:pt x="10629" y="50355"/>
                  <a:pt x="14263" y="44804"/>
                  <a:pt x="18519" y="39428"/>
                </a:cubicBezTo>
                <a:close/>
                <a:moveTo>
                  <a:pt x="25090" y="47194"/>
                </a:moveTo>
                <a:cubicBezTo>
                  <a:pt x="27082" y="49135"/>
                  <a:pt x="29297" y="51101"/>
                  <a:pt x="31562" y="52919"/>
                </a:cubicBezTo>
                <a:cubicBezTo>
                  <a:pt x="30790" y="53889"/>
                  <a:pt x="30044" y="54860"/>
                  <a:pt x="29322" y="55856"/>
                </a:cubicBezTo>
                <a:cubicBezTo>
                  <a:pt x="26883" y="54960"/>
                  <a:pt x="24369" y="54288"/>
                  <a:pt x="21879" y="53914"/>
                </a:cubicBezTo>
                <a:cubicBezTo>
                  <a:pt x="22701" y="51724"/>
                  <a:pt x="23746" y="49484"/>
                  <a:pt x="25090" y="47194"/>
                </a:cubicBezTo>
                <a:close/>
                <a:moveTo>
                  <a:pt x="31687" y="53018"/>
                </a:moveTo>
                <a:cubicBezTo>
                  <a:pt x="31711" y="53018"/>
                  <a:pt x="31711" y="53043"/>
                  <a:pt x="31736" y="53043"/>
                </a:cubicBezTo>
                <a:cubicBezTo>
                  <a:pt x="30990" y="54014"/>
                  <a:pt x="30243" y="54935"/>
                  <a:pt x="29546" y="55905"/>
                </a:cubicBezTo>
                <a:cubicBezTo>
                  <a:pt x="29496" y="55905"/>
                  <a:pt x="29496" y="55881"/>
                  <a:pt x="29471" y="55881"/>
                </a:cubicBezTo>
                <a:cubicBezTo>
                  <a:pt x="30193" y="54960"/>
                  <a:pt x="30940" y="53989"/>
                  <a:pt x="31687" y="53018"/>
                </a:cubicBezTo>
                <a:close/>
                <a:moveTo>
                  <a:pt x="11176" y="54611"/>
                </a:moveTo>
                <a:cubicBezTo>
                  <a:pt x="11176" y="54611"/>
                  <a:pt x="11176" y="54636"/>
                  <a:pt x="11151" y="54661"/>
                </a:cubicBezTo>
                <a:cubicBezTo>
                  <a:pt x="9932" y="55009"/>
                  <a:pt x="8837" y="55482"/>
                  <a:pt x="7916" y="56030"/>
                </a:cubicBezTo>
                <a:cubicBezTo>
                  <a:pt x="7940" y="56005"/>
                  <a:pt x="7940" y="55980"/>
                  <a:pt x="7965" y="55955"/>
                </a:cubicBezTo>
                <a:cubicBezTo>
                  <a:pt x="8911" y="55408"/>
                  <a:pt x="10006" y="54960"/>
                  <a:pt x="11176" y="54611"/>
                </a:cubicBezTo>
                <a:close/>
                <a:moveTo>
                  <a:pt x="21780" y="54088"/>
                </a:moveTo>
                <a:cubicBezTo>
                  <a:pt x="24244" y="54462"/>
                  <a:pt x="26758" y="55084"/>
                  <a:pt x="29173" y="55980"/>
                </a:cubicBezTo>
                <a:cubicBezTo>
                  <a:pt x="29173" y="56005"/>
                  <a:pt x="29173" y="56030"/>
                  <a:pt x="29123" y="56030"/>
                </a:cubicBezTo>
                <a:cubicBezTo>
                  <a:pt x="26733" y="55134"/>
                  <a:pt x="24244" y="54512"/>
                  <a:pt x="21755" y="54138"/>
                </a:cubicBezTo>
                <a:cubicBezTo>
                  <a:pt x="21755" y="54113"/>
                  <a:pt x="21755" y="54113"/>
                  <a:pt x="21780" y="54088"/>
                </a:cubicBezTo>
                <a:close/>
                <a:moveTo>
                  <a:pt x="29347" y="56080"/>
                </a:moveTo>
                <a:cubicBezTo>
                  <a:pt x="29372" y="56080"/>
                  <a:pt x="29372" y="56105"/>
                  <a:pt x="29421" y="56105"/>
                </a:cubicBezTo>
                <a:cubicBezTo>
                  <a:pt x="29421" y="56129"/>
                  <a:pt x="29372" y="56129"/>
                  <a:pt x="29372" y="56154"/>
                </a:cubicBezTo>
                <a:cubicBezTo>
                  <a:pt x="29347" y="56129"/>
                  <a:pt x="29347" y="56129"/>
                  <a:pt x="29322" y="56129"/>
                </a:cubicBezTo>
                <a:cubicBezTo>
                  <a:pt x="29322" y="56105"/>
                  <a:pt x="29347" y="56105"/>
                  <a:pt x="29347" y="56080"/>
                </a:cubicBezTo>
                <a:close/>
                <a:moveTo>
                  <a:pt x="59807" y="55507"/>
                </a:moveTo>
                <a:cubicBezTo>
                  <a:pt x="59599" y="55690"/>
                  <a:pt x="59374" y="55874"/>
                  <a:pt x="59191" y="56080"/>
                </a:cubicBezTo>
                <a:cubicBezTo>
                  <a:pt x="59146" y="56110"/>
                  <a:pt x="59110" y="56131"/>
                  <a:pt x="59077" y="56160"/>
                </a:cubicBezTo>
                <a:lnTo>
                  <a:pt x="59077" y="56160"/>
                </a:lnTo>
                <a:cubicBezTo>
                  <a:pt x="59123" y="56117"/>
                  <a:pt x="59170" y="56073"/>
                  <a:pt x="59216" y="56030"/>
                </a:cubicBezTo>
                <a:cubicBezTo>
                  <a:pt x="59406" y="55864"/>
                  <a:pt x="59596" y="55675"/>
                  <a:pt x="59807" y="55507"/>
                </a:cubicBezTo>
                <a:close/>
                <a:moveTo>
                  <a:pt x="7667" y="56105"/>
                </a:moveTo>
                <a:cubicBezTo>
                  <a:pt x="7642" y="56129"/>
                  <a:pt x="7642" y="56154"/>
                  <a:pt x="7592" y="56229"/>
                </a:cubicBezTo>
                <a:cubicBezTo>
                  <a:pt x="7567" y="56229"/>
                  <a:pt x="7542" y="56254"/>
                  <a:pt x="7517" y="56279"/>
                </a:cubicBezTo>
                <a:cubicBezTo>
                  <a:pt x="7542" y="56254"/>
                  <a:pt x="7542" y="56229"/>
                  <a:pt x="7567" y="56154"/>
                </a:cubicBezTo>
                <a:cubicBezTo>
                  <a:pt x="7592" y="56129"/>
                  <a:pt x="7642" y="56129"/>
                  <a:pt x="7667" y="56105"/>
                </a:cubicBezTo>
                <a:close/>
                <a:moveTo>
                  <a:pt x="73877" y="49110"/>
                </a:moveTo>
                <a:cubicBezTo>
                  <a:pt x="74624" y="50604"/>
                  <a:pt x="75669" y="52097"/>
                  <a:pt x="77038" y="53516"/>
                </a:cubicBezTo>
                <a:cubicBezTo>
                  <a:pt x="76739" y="54412"/>
                  <a:pt x="76341" y="55383"/>
                  <a:pt x="75868" y="56329"/>
                </a:cubicBezTo>
                <a:cubicBezTo>
                  <a:pt x="73902" y="55159"/>
                  <a:pt x="72060" y="54263"/>
                  <a:pt x="70517" y="53665"/>
                </a:cubicBezTo>
                <a:cubicBezTo>
                  <a:pt x="71687" y="52172"/>
                  <a:pt x="72856" y="50653"/>
                  <a:pt x="73877" y="49110"/>
                </a:cubicBezTo>
                <a:close/>
                <a:moveTo>
                  <a:pt x="77237" y="53665"/>
                </a:moveTo>
                <a:cubicBezTo>
                  <a:pt x="77262" y="53715"/>
                  <a:pt x="77262" y="53715"/>
                  <a:pt x="77287" y="53715"/>
                </a:cubicBezTo>
                <a:cubicBezTo>
                  <a:pt x="77287" y="53740"/>
                  <a:pt x="77262" y="53765"/>
                  <a:pt x="77262" y="53790"/>
                </a:cubicBezTo>
                <a:cubicBezTo>
                  <a:pt x="77262" y="53839"/>
                  <a:pt x="77237" y="53864"/>
                  <a:pt x="77237" y="53889"/>
                </a:cubicBezTo>
                <a:cubicBezTo>
                  <a:pt x="77188" y="53989"/>
                  <a:pt x="77138" y="54088"/>
                  <a:pt x="77113" y="54163"/>
                </a:cubicBezTo>
                <a:cubicBezTo>
                  <a:pt x="77038" y="54337"/>
                  <a:pt x="76988" y="54487"/>
                  <a:pt x="76914" y="54611"/>
                </a:cubicBezTo>
                <a:cubicBezTo>
                  <a:pt x="76889" y="54661"/>
                  <a:pt x="76889" y="54736"/>
                  <a:pt x="76864" y="54760"/>
                </a:cubicBezTo>
                <a:cubicBezTo>
                  <a:pt x="76814" y="54785"/>
                  <a:pt x="76814" y="54860"/>
                  <a:pt x="76789" y="54885"/>
                </a:cubicBezTo>
                <a:cubicBezTo>
                  <a:pt x="76789" y="54910"/>
                  <a:pt x="76764" y="54910"/>
                  <a:pt x="76764" y="54960"/>
                </a:cubicBezTo>
                <a:cubicBezTo>
                  <a:pt x="76690" y="55109"/>
                  <a:pt x="76615" y="55258"/>
                  <a:pt x="76540" y="55457"/>
                </a:cubicBezTo>
                <a:cubicBezTo>
                  <a:pt x="76515" y="55532"/>
                  <a:pt x="76491" y="55607"/>
                  <a:pt x="76416" y="55706"/>
                </a:cubicBezTo>
                <a:cubicBezTo>
                  <a:pt x="76416" y="55731"/>
                  <a:pt x="76391" y="55756"/>
                  <a:pt x="76391" y="55756"/>
                </a:cubicBezTo>
                <a:cubicBezTo>
                  <a:pt x="76291" y="55955"/>
                  <a:pt x="76192" y="56129"/>
                  <a:pt x="76117" y="56279"/>
                </a:cubicBezTo>
                <a:cubicBezTo>
                  <a:pt x="76117" y="56329"/>
                  <a:pt x="76067" y="56353"/>
                  <a:pt x="76067" y="56378"/>
                </a:cubicBezTo>
                <a:lnTo>
                  <a:pt x="76043" y="56378"/>
                </a:lnTo>
                <a:cubicBezTo>
                  <a:pt x="76043" y="56378"/>
                  <a:pt x="76018" y="56378"/>
                  <a:pt x="76018" y="56353"/>
                </a:cubicBezTo>
                <a:cubicBezTo>
                  <a:pt x="76491" y="55482"/>
                  <a:pt x="76889" y="54586"/>
                  <a:pt x="77237" y="53665"/>
                </a:cubicBezTo>
                <a:close/>
                <a:moveTo>
                  <a:pt x="67311" y="53370"/>
                </a:moveTo>
                <a:cubicBezTo>
                  <a:pt x="67732" y="53370"/>
                  <a:pt x="68256" y="53453"/>
                  <a:pt x="68874" y="53615"/>
                </a:cubicBezTo>
                <a:cubicBezTo>
                  <a:pt x="68202" y="54536"/>
                  <a:pt x="67530" y="55482"/>
                  <a:pt x="66783" y="56453"/>
                </a:cubicBezTo>
                <a:cubicBezTo>
                  <a:pt x="66136" y="55208"/>
                  <a:pt x="65912" y="54288"/>
                  <a:pt x="66211" y="53790"/>
                </a:cubicBezTo>
                <a:cubicBezTo>
                  <a:pt x="66393" y="53509"/>
                  <a:pt x="66766" y="53370"/>
                  <a:pt x="67311" y="53370"/>
                </a:cubicBezTo>
                <a:close/>
                <a:moveTo>
                  <a:pt x="70417" y="53839"/>
                </a:moveTo>
                <a:cubicBezTo>
                  <a:pt x="71985" y="54412"/>
                  <a:pt x="73802" y="55333"/>
                  <a:pt x="75794" y="56503"/>
                </a:cubicBezTo>
                <a:cubicBezTo>
                  <a:pt x="75794" y="56528"/>
                  <a:pt x="75769" y="56528"/>
                  <a:pt x="75769" y="56577"/>
                </a:cubicBezTo>
                <a:cubicBezTo>
                  <a:pt x="73777" y="55408"/>
                  <a:pt x="71935" y="54487"/>
                  <a:pt x="70392" y="53889"/>
                </a:cubicBezTo>
                <a:cubicBezTo>
                  <a:pt x="70392" y="53864"/>
                  <a:pt x="70392" y="53839"/>
                  <a:pt x="70417" y="53839"/>
                </a:cubicBezTo>
                <a:close/>
                <a:moveTo>
                  <a:pt x="65912" y="54163"/>
                </a:moveTo>
                <a:cubicBezTo>
                  <a:pt x="65837" y="54760"/>
                  <a:pt x="66086" y="55582"/>
                  <a:pt x="66659" y="56602"/>
                </a:cubicBezTo>
                <a:lnTo>
                  <a:pt x="66584" y="56652"/>
                </a:lnTo>
                <a:cubicBezTo>
                  <a:pt x="66061" y="55657"/>
                  <a:pt x="65787" y="54860"/>
                  <a:pt x="65812" y="54263"/>
                </a:cubicBezTo>
                <a:lnTo>
                  <a:pt x="65912" y="54163"/>
                </a:lnTo>
                <a:close/>
                <a:moveTo>
                  <a:pt x="69048" y="53615"/>
                </a:moveTo>
                <a:cubicBezTo>
                  <a:pt x="69073" y="53615"/>
                  <a:pt x="69073" y="53615"/>
                  <a:pt x="69098" y="53640"/>
                </a:cubicBezTo>
                <a:cubicBezTo>
                  <a:pt x="68426" y="54661"/>
                  <a:pt x="67679" y="55657"/>
                  <a:pt x="66907" y="56652"/>
                </a:cubicBezTo>
                <a:cubicBezTo>
                  <a:pt x="66907" y="56627"/>
                  <a:pt x="66858" y="56627"/>
                  <a:pt x="66858" y="56602"/>
                </a:cubicBezTo>
                <a:cubicBezTo>
                  <a:pt x="67654" y="55607"/>
                  <a:pt x="68351" y="54611"/>
                  <a:pt x="69048" y="53615"/>
                </a:cubicBezTo>
                <a:close/>
                <a:moveTo>
                  <a:pt x="75918" y="56577"/>
                </a:moveTo>
                <a:cubicBezTo>
                  <a:pt x="75968" y="56602"/>
                  <a:pt x="75968" y="56602"/>
                  <a:pt x="75993" y="56602"/>
                </a:cubicBezTo>
                <a:cubicBezTo>
                  <a:pt x="75993" y="56627"/>
                  <a:pt x="75943" y="56627"/>
                  <a:pt x="75943" y="56652"/>
                </a:cubicBezTo>
                <a:lnTo>
                  <a:pt x="75918" y="56652"/>
                </a:lnTo>
                <a:cubicBezTo>
                  <a:pt x="75918" y="56652"/>
                  <a:pt x="75893" y="56652"/>
                  <a:pt x="75893" y="56627"/>
                </a:cubicBezTo>
                <a:cubicBezTo>
                  <a:pt x="75893" y="56602"/>
                  <a:pt x="75918" y="56602"/>
                  <a:pt x="75918" y="56577"/>
                </a:cubicBezTo>
                <a:close/>
                <a:moveTo>
                  <a:pt x="66758" y="56752"/>
                </a:moveTo>
                <a:cubicBezTo>
                  <a:pt x="66758" y="56777"/>
                  <a:pt x="66783" y="56777"/>
                  <a:pt x="66783" y="56826"/>
                </a:cubicBezTo>
                <a:lnTo>
                  <a:pt x="66708" y="56876"/>
                </a:lnTo>
                <a:cubicBezTo>
                  <a:pt x="66708" y="56876"/>
                  <a:pt x="66708" y="56851"/>
                  <a:pt x="66683" y="56826"/>
                </a:cubicBezTo>
                <a:lnTo>
                  <a:pt x="66758" y="56752"/>
                </a:lnTo>
                <a:close/>
                <a:moveTo>
                  <a:pt x="31861" y="53167"/>
                </a:moveTo>
                <a:cubicBezTo>
                  <a:pt x="32334" y="53541"/>
                  <a:pt x="32782" y="53889"/>
                  <a:pt x="33230" y="54263"/>
                </a:cubicBezTo>
                <a:cubicBezTo>
                  <a:pt x="32807" y="55208"/>
                  <a:pt x="32408" y="56105"/>
                  <a:pt x="32060" y="57001"/>
                </a:cubicBezTo>
                <a:cubicBezTo>
                  <a:pt x="31288" y="56627"/>
                  <a:pt x="30492" y="56279"/>
                  <a:pt x="29695" y="56005"/>
                </a:cubicBezTo>
                <a:cubicBezTo>
                  <a:pt x="30417" y="55084"/>
                  <a:pt x="31164" y="54113"/>
                  <a:pt x="31861" y="53167"/>
                </a:cubicBezTo>
                <a:close/>
                <a:moveTo>
                  <a:pt x="69272" y="53665"/>
                </a:moveTo>
                <a:cubicBezTo>
                  <a:pt x="69421" y="53740"/>
                  <a:pt x="69621" y="53765"/>
                  <a:pt x="69770" y="53839"/>
                </a:cubicBezTo>
                <a:cubicBezTo>
                  <a:pt x="68899" y="54885"/>
                  <a:pt x="68028" y="55955"/>
                  <a:pt x="67082" y="57001"/>
                </a:cubicBezTo>
                <a:cubicBezTo>
                  <a:pt x="67082" y="56976"/>
                  <a:pt x="67057" y="56876"/>
                  <a:pt x="67007" y="56826"/>
                </a:cubicBezTo>
                <a:cubicBezTo>
                  <a:pt x="67804" y="55781"/>
                  <a:pt x="68575" y="54736"/>
                  <a:pt x="69272" y="53665"/>
                </a:cubicBezTo>
                <a:close/>
                <a:moveTo>
                  <a:pt x="33404" y="54387"/>
                </a:moveTo>
                <a:cubicBezTo>
                  <a:pt x="33429" y="54387"/>
                  <a:pt x="33429" y="54412"/>
                  <a:pt x="33454" y="54412"/>
                </a:cubicBezTo>
                <a:cubicBezTo>
                  <a:pt x="33031" y="55333"/>
                  <a:pt x="32608" y="56229"/>
                  <a:pt x="32309" y="57125"/>
                </a:cubicBezTo>
                <a:cubicBezTo>
                  <a:pt x="32284" y="57125"/>
                  <a:pt x="32284" y="57100"/>
                  <a:pt x="32234" y="57100"/>
                </a:cubicBezTo>
                <a:cubicBezTo>
                  <a:pt x="32558" y="56204"/>
                  <a:pt x="32956" y="55283"/>
                  <a:pt x="33404" y="54387"/>
                </a:cubicBezTo>
                <a:close/>
                <a:moveTo>
                  <a:pt x="70019" y="53889"/>
                </a:moveTo>
                <a:cubicBezTo>
                  <a:pt x="69148" y="55034"/>
                  <a:pt x="68252" y="56154"/>
                  <a:pt x="67256" y="57225"/>
                </a:cubicBezTo>
                <a:cubicBezTo>
                  <a:pt x="67331" y="57075"/>
                  <a:pt x="67430" y="56951"/>
                  <a:pt x="67555" y="56801"/>
                </a:cubicBezTo>
                <a:cubicBezTo>
                  <a:pt x="67704" y="56652"/>
                  <a:pt x="67828" y="56503"/>
                  <a:pt x="68003" y="56329"/>
                </a:cubicBezTo>
                <a:cubicBezTo>
                  <a:pt x="68351" y="55905"/>
                  <a:pt x="68700" y="55482"/>
                  <a:pt x="69048" y="55084"/>
                </a:cubicBezTo>
                <a:cubicBezTo>
                  <a:pt x="69148" y="54984"/>
                  <a:pt x="69197" y="54885"/>
                  <a:pt x="69297" y="54760"/>
                </a:cubicBezTo>
                <a:cubicBezTo>
                  <a:pt x="69546" y="54487"/>
                  <a:pt x="69770" y="54188"/>
                  <a:pt x="69969" y="53889"/>
                </a:cubicBezTo>
                <a:close/>
                <a:moveTo>
                  <a:pt x="29596" y="56154"/>
                </a:moveTo>
                <a:cubicBezTo>
                  <a:pt x="30392" y="56478"/>
                  <a:pt x="31214" y="56826"/>
                  <a:pt x="32035" y="57200"/>
                </a:cubicBezTo>
                <a:cubicBezTo>
                  <a:pt x="31985" y="57225"/>
                  <a:pt x="31985" y="57225"/>
                  <a:pt x="31985" y="57250"/>
                </a:cubicBezTo>
                <a:cubicBezTo>
                  <a:pt x="31189" y="56876"/>
                  <a:pt x="30367" y="56528"/>
                  <a:pt x="29571" y="56229"/>
                </a:cubicBezTo>
                <a:cubicBezTo>
                  <a:pt x="29571" y="56204"/>
                  <a:pt x="29596" y="56204"/>
                  <a:pt x="29596" y="56154"/>
                </a:cubicBezTo>
                <a:close/>
                <a:moveTo>
                  <a:pt x="66883" y="57001"/>
                </a:moveTo>
                <a:cubicBezTo>
                  <a:pt x="66907" y="57075"/>
                  <a:pt x="66932" y="57125"/>
                  <a:pt x="67007" y="57200"/>
                </a:cubicBezTo>
                <a:cubicBezTo>
                  <a:pt x="66957" y="57200"/>
                  <a:pt x="66957" y="57225"/>
                  <a:pt x="66932" y="57250"/>
                </a:cubicBezTo>
                <a:cubicBezTo>
                  <a:pt x="66907" y="57200"/>
                  <a:pt x="66883" y="57125"/>
                  <a:pt x="66808" y="57075"/>
                </a:cubicBezTo>
                <a:lnTo>
                  <a:pt x="66883" y="57001"/>
                </a:lnTo>
                <a:close/>
                <a:moveTo>
                  <a:pt x="32184" y="57250"/>
                </a:moveTo>
                <a:cubicBezTo>
                  <a:pt x="32209" y="57250"/>
                  <a:pt x="32209" y="57274"/>
                  <a:pt x="32234" y="57274"/>
                </a:cubicBezTo>
                <a:cubicBezTo>
                  <a:pt x="32234" y="57324"/>
                  <a:pt x="32234" y="57324"/>
                  <a:pt x="32209" y="57349"/>
                </a:cubicBezTo>
                <a:cubicBezTo>
                  <a:pt x="32184" y="57349"/>
                  <a:pt x="32184" y="57349"/>
                  <a:pt x="32159" y="57324"/>
                </a:cubicBezTo>
                <a:cubicBezTo>
                  <a:pt x="32159" y="57274"/>
                  <a:pt x="32159" y="57274"/>
                  <a:pt x="32184" y="57250"/>
                </a:cubicBezTo>
                <a:close/>
                <a:moveTo>
                  <a:pt x="77436" y="53864"/>
                </a:moveTo>
                <a:cubicBezTo>
                  <a:pt x="78009" y="54412"/>
                  <a:pt x="78606" y="54960"/>
                  <a:pt x="79229" y="55482"/>
                </a:cubicBezTo>
                <a:cubicBezTo>
                  <a:pt x="78706" y="56129"/>
                  <a:pt x="78208" y="56777"/>
                  <a:pt x="77685" y="57449"/>
                </a:cubicBezTo>
                <a:cubicBezTo>
                  <a:pt x="77188" y="57125"/>
                  <a:pt x="76739" y="56851"/>
                  <a:pt x="76267" y="56577"/>
                </a:cubicBezTo>
                <a:cubicBezTo>
                  <a:pt x="76739" y="55657"/>
                  <a:pt x="77113" y="54760"/>
                  <a:pt x="77436" y="53864"/>
                </a:cubicBezTo>
                <a:close/>
                <a:moveTo>
                  <a:pt x="67082" y="57349"/>
                </a:moveTo>
                <a:cubicBezTo>
                  <a:pt x="67082" y="57374"/>
                  <a:pt x="67107" y="57374"/>
                  <a:pt x="67107" y="57399"/>
                </a:cubicBezTo>
                <a:lnTo>
                  <a:pt x="67057" y="57474"/>
                </a:lnTo>
                <a:lnTo>
                  <a:pt x="67057" y="57449"/>
                </a:lnTo>
                <a:cubicBezTo>
                  <a:pt x="67057" y="57449"/>
                  <a:pt x="67057" y="57399"/>
                  <a:pt x="67032" y="57399"/>
                </a:cubicBezTo>
                <a:lnTo>
                  <a:pt x="67082" y="57349"/>
                </a:lnTo>
                <a:close/>
                <a:moveTo>
                  <a:pt x="17548" y="36938"/>
                </a:moveTo>
                <a:cubicBezTo>
                  <a:pt x="17573" y="37561"/>
                  <a:pt x="17897" y="38332"/>
                  <a:pt x="18395" y="39228"/>
                </a:cubicBezTo>
                <a:cubicBezTo>
                  <a:pt x="14039" y="44754"/>
                  <a:pt x="10305" y="50405"/>
                  <a:pt x="7418" y="56005"/>
                </a:cubicBezTo>
                <a:cubicBezTo>
                  <a:pt x="6696" y="56478"/>
                  <a:pt x="6049" y="56976"/>
                  <a:pt x="5526" y="57523"/>
                </a:cubicBezTo>
                <a:cubicBezTo>
                  <a:pt x="7219" y="53167"/>
                  <a:pt x="9558" y="48662"/>
                  <a:pt x="12421" y="44207"/>
                </a:cubicBezTo>
                <a:cubicBezTo>
                  <a:pt x="12769" y="43684"/>
                  <a:pt x="13118" y="43186"/>
                  <a:pt x="13416" y="42663"/>
                </a:cubicBezTo>
                <a:cubicBezTo>
                  <a:pt x="14686" y="40722"/>
                  <a:pt x="16105" y="38830"/>
                  <a:pt x="17548" y="36938"/>
                </a:cubicBezTo>
                <a:close/>
                <a:moveTo>
                  <a:pt x="114748" y="54288"/>
                </a:moveTo>
                <a:cubicBezTo>
                  <a:pt x="114748" y="54462"/>
                  <a:pt x="114723" y="54586"/>
                  <a:pt x="114698" y="54736"/>
                </a:cubicBezTo>
                <a:cubicBezTo>
                  <a:pt x="114450" y="55532"/>
                  <a:pt x="114201" y="56353"/>
                  <a:pt x="113927" y="57200"/>
                </a:cubicBezTo>
                <a:cubicBezTo>
                  <a:pt x="113852" y="57324"/>
                  <a:pt x="113802" y="57449"/>
                  <a:pt x="113728" y="57523"/>
                </a:cubicBezTo>
                <a:cubicBezTo>
                  <a:pt x="114101" y="56453"/>
                  <a:pt x="114450" y="55383"/>
                  <a:pt x="114748" y="54288"/>
                </a:cubicBezTo>
                <a:close/>
                <a:moveTo>
                  <a:pt x="79328" y="55607"/>
                </a:moveTo>
                <a:cubicBezTo>
                  <a:pt x="79353" y="55607"/>
                  <a:pt x="79353" y="55632"/>
                  <a:pt x="79378" y="55632"/>
                </a:cubicBezTo>
                <a:cubicBezTo>
                  <a:pt x="78905" y="56279"/>
                  <a:pt x="78407" y="56901"/>
                  <a:pt x="77884" y="57573"/>
                </a:cubicBezTo>
                <a:cubicBezTo>
                  <a:pt x="77860" y="57573"/>
                  <a:pt x="77860" y="57523"/>
                  <a:pt x="77835" y="57523"/>
                </a:cubicBezTo>
                <a:cubicBezTo>
                  <a:pt x="78333" y="56876"/>
                  <a:pt x="78830" y="56254"/>
                  <a:pt x="79328" y="55607"/>
                </a:cubicBezTo>
                <a:close/>
                <a:moveTo>
                  <a:pt x="114823" y="55283"/>
                </a:moveTo>
                <a:lnTo>
                  <a:pt x="114823" y="55283"/>
                </a:lnTo>
                <a:cubicBezTo>
                  <a:pt x="114848" y="55358"/>
                  <a:pt x="114823" y="55457"/>
                  <a:pt x="114798" y="55507"/>
                </a:cubicBezTo>
                <a:cubicBezTo>
                  <a:pt x="114798" y="55557"/>
                  <a:pt x="114748" y="55607"/>
                  <a:pt x="114748" y="55657"/>
                </a:cubicBezTo>
                <a:cubicBezTo>
                  <a:pt x="114748" y="55706"/>
                  <a:pt x="114748" y="55731"/>
                  <a:pt x="114723" y="55756"/>
                </a:cubicBezTo>
                <a:cubicBezTo>
                  <a:pt x="114574" y="56154"/>
                  <a:pt x="114425" y="56602"/>
                  <a:pt x="114250" y="57075"/>
                </a:cubicBezTo>
                <a:cubicBezTo>
                  <a:pt x="114250" y="57075"/>
                  <a:pt x="114250" y="57100"/>
                  <a:pt x="114225" y="57100"/>
                </a:cubicBezTo>
                <a:cubicBezTo>
                  <a:pt x="114201" y="57200"/>
                  <a:pt x="114126" y="57250"/>
                  <a:pt x="114101" y="57349"/>
                </a:cubicBezTo>
                <a:cubicBezTo>
                  <a:pt x="114076" y="57399"/>
                  <a:pt x="114051" y="57474"/>
                  <a:pt x="113977" y="57573"/>
                </a:cubicBezTo>
                <a:cubicBezTo>
                  <a:pt x="114051" y="57374"/>
                  <a:pt x="114101" y="57225"/>
                  <a:pt x="114176" y="57026"/>
                </a:cubicBezTo>
                <a:cubicBezTo>
                  <a:pt x="114250" y="56826"/>
                  <a:pt x="114375" y="56577"/>
                  <a:pt x="114450" y="56353"/>
                </a:cubicBezTo>
                <a:lnTo>
                  <a:pt x="114624" y="55781"/>
                </a:lnTo>
                <a:lnTo>
                  <a:pt x="114624" y="55756"/>
                </a:lnTo>
                <a:lnTo>
                  <a:pt x="114823" y="55283"/>
                </a:lnTo>
                <a:close/>
                <a:moveTo>
                  <a:pt x="76167" y="56727"/>
                </a:moveTo>
                <a:cubicBezTo>
                  <a:pt x="76640" y="57001"/>
                  <a:pt x="77113" y="57274"/>
                  <a:pt x="77586" y="57598"/>
                </a:cubicBezTo>
                <a:cubicBezTo>
                  <a:pt x="77586" y="57623"/>
                  <a:pt x="77536" y="57623"/>
                  <a:pt x="77536" y="57648"/>
                </a:cubicBezTo>
                <a:cubicBezTo>
                  <a:pt x="77063" y="57349"/>
                  <a:pt x="76615" y="57075"/>
                  <a:pt x="76142" y="56826"/>
                </a:cubicBezTo>
                <a:cubicBezTo>
                  <a:pt x="76142" y="56752"/>
                  <a:pt x="76167" y="56727"/>
                  <a:pt x="76167" y="56727"/>
                </a:cubicBezTo>
                <a:close/>
                <a:moveTo>
                  <a:pt x="77735" y="57698"/>
                </a:moveTo>
                <a:cubicBezTo>
                  <a:pt x="77735" y="57698"/>
                  <a:pt x="77760" y="57698"/>
                  <a:pt x="77785" y="57722"/>
                </a:cubicBezTo>
                <a:cubicBezTo>
                  <a:pt x="77785" y="57747"/>
                  <a:pt x="77760" y="57747"/>
                  <a:pt x="77760" y="57772"/>
                </a:cubicBezTo>
                <a:cubicBezTo>
                  <a:pt x="77735" y="57772"/>
                  <a:pt x="77735" y="57747"/>
                  <a:pt x="77685" y="57747"/>
                </a:cubicBezTo>
                <a:cubicBezTo>
                  <a:pt x="77685" y="57722"/>
                  <a:pt x="77735" y="57722"/>
                  <a:pt x="77735" y="57698"/>
                </a:cubicBezTo>
                <a:close/>
                <a:moveTo>
                  <a:pt x="6347" y="55109"/>
                </a:moveTo>
                <a:lnTo>
                  <a:pt x="6347" y="55109"/>
                </a:lnTo>
                <a:cubicBezTo>
                  <a:pt x="5949" y="56030"/>
                  <a:pt x="5551" y="56976"/>
                  <a:pt x="5202" y="57897"/>
                </a:cubicBezTo>
                <a:cubicBezTo>
                  <a:pt x="5178" y="57971"/>
                  <a:pt x="5103" y="57996"/>
                  <a:pt x="5078" y="58071"/>
                </a:cubicBezTo>
                <a:cubicBezTo>
                  <a:pt x="5103" y="57996"/>
                  <a:pt x="5103" y="57971"/>
                  <a:pt x="5128" y="57897"/>
                </a:cubicBezTo>
                <a:cubicBezTo>
                  <a:pt x="5800" y="56229"/>
                  <a:pt x="6323" y="55134"/>
                  <a:pt x="6347" y="55109"/>
                </a:cubicBezTo>
                <a:close/>
                <a:moveTo>
                  <a:pt x="7268" y="56353"/>
                </a:moveTo>
                <a:cubicBezTo>
                  <a:pt x="7219" y="56403"/>
                  <a:pt x="7219" y="56453"/>
                  <a:pt x="7194" y="56478"/>
                </a:cubicBezTo>
                <a:cubicBezTo>
                  <a:pt x="6447" y="57001"/>
                  <a:pt x="5800" y="57573"/>
                  <a:pt x="5277" y="58220"/>
                </a:cubicBezTo>
                <a:cubicBezTo>
                  <a:pt x="5302" y="58146"/>
                  <a:pt x="5302" y="58096"/>
                  <a:pt x="5327" y="58021"/>
                </a:cubicBezTo>
                <a:cubicBezTo>
                  <a:pt x="5850" y="57399"/>
                  <a:pt x="6522" y="56851"/>
                  <a:pt x="7268" y="56353"/>
                </a:cubicBezTo>
                <a:close/>
                <a:moveTo>
                  <a:pt x="113603" y="58096"/>
                </a:moveTo>
                <a:lnTo>
                  <a:pt x="113603" y="58096"/>
                </a:lnTo>
                <a:cubicBezTo>
                  <a:pt x="113578" y="58146"/>
                  <a:pt x="113578" y="58220"/>
                  <a:pt x="113553" y="58245"/>
                </a:cubicBezTo>
                <a:cubicBezTo>
                  <a:pt x="113553" y="58270"/>
                  <a:pt x="113553" y="58270"/>
                  <a:pt x="113504" y="58320"/>
                </a:cubicBezTo>
                <a:cubicBezTo>
                  <a:pt x="113479" y="58370"/>
                  <a:pt x="113429" y="58444"/>
                  <a:pt x="113379" y="58494"/>
                </a:cubicBezTo>
                <a:cubicBezTo>
                  <a:pt x="113429" y="58444"/>
                  <a:pt x="113454" y="58345"/>
                  <a:pt x="113454" y="58270"/>
                </a:cubicBezTo>
                <a:cubicBezTo>
                  <a:pt x="113504" y="58220"/>
                  <a:pt x="113553" y="58146"/>
                  <a:pt x="113603" y="58096"/>
                </a:cubicBezTo>
                <a:close/>
                <a:moveTo>
                  <a:pt x="6273" y="54835"/>
                </a:moveTo>
                <a:lnTo>
                  <a:pt x="6273" y="54835"/>
                </a:lnTo>
                <a:cubicBezTo>
                  <a:pt x="6074" y="55258"/>
                  <a:pt x="5850" y="55706"/>
                  <a:pt x="5700" y="56154"/>
                </a:cubicBezTo>
                <a:cubicBezTo>
                  <a:pt x="5650" y="56329"/>
                  <a:pt x="5576" y="56453"/>
                  <a:pt x="5551" y="56602"/>
                </a:cubicBezTo>
                <a:cubicBezTo>
                  <a:pt x="5451" y="56851"/>
                  <a:pt x="5327" y="57125"/>
                  <a:pt x="5227" y="57374"/>
                </a:cubicBezTo>
                <a:cubicBezTo>
                  <a:pt x="5202" y="57474"/>
                  <a:pt x="5178" y="57523"/>
                  <a:pt x="5153" y="57623"/>
                </a:cubicBezTo>
                <a:cubicBezTo>
                  <a:pt x="5028" y="57971"/>
                  <a:pt x="4854" y="58320"/>
                  <a:pt x="4705" y="58693"/>
                </a:cubicBezTo>
                <a:cubicBezTo>
                  <a:pt x="4705" y="58716"/>
                  <a:pt x="4685" y="58718"/>
                  <a:pt x="4680" y="58736"/>
                </a:cubicBezTo>
                <a:lnTo>
                  <a:pt x="4680" y="58736"/>
                </a:lnTo>
                <a:cubicBezTo>
                  <a:pt x="4731" y="58266"/>
                  <a:pt x="4905" y="57870"/>
                  <a:pt x="5078" y="57474"/>
                </a:cubicBezTo>
                <a:cubicBezTo>
                  <a:pt x="5277" y="56976"/>
                  <a:pt x="5476" y="56478"/>
                  <a:pt x="5675" y="56030"/>
                </a:cubicBezTo>
                <a:cubicBezTo>
                  <a:pt x="5725" y="55881"/>
                  <a:pt x="5800" y="55731"/>
                  <a:pt x="5899" y="55582"/>
                </a:cubicBezTo>
                <a:cubicBezTo>
                  <a:pt x="5949" y="55408"/>
                  <a:pt x="6049" y="55233"/>
                  <a:pt x="6148" y="55034"/>
                </a:cubicBezTo>
                <a:cubicBezTo>
                  <a:pt x="6173" y="54960"/>
                  <a:pt x="6198" y="54885"/>
                  <a:pt x="6273" y="54835"/>
                </a:cubicBezTo>
                <a:close/>
                <a:moveTo>
                  <a:pt x="5028" y="58444"/>
                </a:moveTo>
                <a:cubicBezTo>
                  <a:pt x="4978" y="58494"/>
                  <a:pt x="4953" y="58594"/>
                  <a:pt x="4953" y="58643"/>
                </a:cubicBezTo>
                <a:cubicBezTo>
                  <a:pt x="4854" y="58718"/>
                  <a:pt x="4829" y="58768"/>
                  <a:pt x="4804" y="58843"/>
                </a:cubicBezTo>
                <a:cubicBezTo>
                  <a:pt x="4829" y="58768"/>
                  <a:pt x="4854" y="58693"/>
                  <a:pt x="4904" y="58619"/>
                </a:cubicBezTo>
                <a:cubicBezTo>
                  <a:pt x="4929" y="58569"/>
                  <a:pt x="4978" y="58494"/>
                  <a:pt x="5028" y="58444"/>
                </a:cubicBezTo>
                <a:close/>
                <a:moveTo>
                  <a:pt x="38507" y="46795"/>
                </a:moveTo>
                <a:cubicBezTo>
                  <a:pt x="41021" y="48861"/>
                  <a:pt x="43435" y="51002"/>
                  <a:pt x="45601" y="53143"/>
                </a:cubicBezTo>
                <a:cubicBezTo>
                  <a:pt x="43858" y="55034"/>
                  <a:pt x="42166" y="56976"/>
                  <a:pt x="40622" y="58942"/>
                </a:cubicBezTo>
                <a:cubicBezTo>
                  <a:pt x="38407" y="57523"/>
                  <a:pt x="36092" y="55881"/>
                  <a:pt x="33802" y="54113"/>
                </a:cubicBezTo>
                <a:cubicBezTo>
                  <a:pt x="35022" y="51674"/>
                  <a:pt x="36590" y="49185"/>
                  <a:pt x="38507" y="46795"/>
                </a:cubicBezTo>
                <a:close/>
                <a:moveTo>
                  <a:pt x="45675" y="53292"/>
                </a:moveTo>
                <a:lnTo>
                  <a:pt x="45725" y="53342"/>
                </a:lnTo>
                <a:cubicBezTo>
                  <a:pt x="44033" y="55208"/>
                  <a:pt x="42390" y="57125"/>
                  <a:pt x="40797" y="59091"/>
                </a:cubicBezTo>
                <a:cubicBezTo>
                  <a:pt x="40772" y="59091"/>
                  <a:pt x="40772" y="59067"/>
                  <a:pt x="40747" y="59067"/>
                </a:cubicBezTo>
                <a:cubicBezTo>
                  <a:pt x="42290" y="57100"/>
                  <a:pt x="43933" y="55159"/>
                  <a:pt x="45675" y="53292"/>
                </a:cubicBezTo>
                <a:close/>
                <a:moveTo>
                  <a:pt x="33728" y="54337"/>
                </a:moveTo>
                <a:cubicBezTo>
                  <a:pt x="36018" y="56105"/>
                  <a:pt x="38308" y="57722"/>
                  <a:pt x="40523" y="59116"/>
                </a:cubicBezTo>
                <a:cubicBezTo>
                  <a:pt x="40448" y="59116"/>
                  <a:pt x="40448" y="59116"/>
                  <a:pt x="40448" y="59141"/>
                </a:cubicBezTo>
                <a:cubicBezTo>
                  <a:pt x="38283" y="57747"/>
                  <a:pt x="35968" y="56129"/>
                  <a:pt x="33703" y="54387"/>
                </a:cubicBezTo>
                <a:cubicBezTo>
                  <a:pt x="33703" y="54362"/>
                  <a:pt x="33728" y="54362"/>
                  <a:pt x="33728" y="54337"/>
                </a:cubicBezTo>
                <a:close/>
                <a:moveTo>
                  <a:pt x="55731" y="45526"/>
                </a:moveTo>
                <a:cubicBezTo>
                  <a:pt x="55806" y="45576"/>
                  <a:pt x="55856" y="45675"/>
                  <a:pt x="55955" y="45725"/>
                </a:cubicBezTo>
                <a:lnTo>
                  <a:pt x="56379" y="46173"/>
                </a:lnTo>
                <a:lnTo>
                  <a:pt x="56677" y="46447"/>
                </a:lnTo>
                <a:lnTo>
                  <a:pt x="57075" y="46870"/>
                </a:lnTo>
                <a:cubicBezTo>
                  <a:pt x="57175" y="46945"/>
                  <a:pt x="57250" y="47019"/>
                  <a:pt x="57349" y="47119"/>
                </a:cubicBezTo>
                <a:cubicBezTo>
                  <a:pt x="57474" y="47243"/>
                  <a:pt x="57623" y="47368"/>
                  <a:pt x="57748" y="47492"/>
                </a:cubicBezTo>
                <a:cubicBezTo>
                  <a:pt x="57822" y="47542"/>
                  <a:pt x="57922" y="47617"/>
                  <a:pt x="57972" y="47667"/>
                </a:cubicBezTo>
                <a:cubicBezTo>
                  <a:pt x="58121" y="47791"/>
                  <a:pt x="58295" y="47940"/>
                  <a:pt x="58420" y="48065"/>
                </a:cubicBezTo>
                <a:cubicBezTo>
                  <a:pt x="58469" y="48115"/>
                  <a:pt x="58494" y="48164"/>
                  <a:pt x="58569" y="48189"/>
                </a:cubicBezTo>
                <a:cubicBezTo>
                  <a:pt x="58743" y="48363"/>
                  <a:pt x="58917" y="48513"/>
                  <a:pt x="59092" y="48637"/>
                </a:cubicBezTo>
                <a:cubicBezTo>
                  <a:pt x="59117" y="48637"/>
                  <a:pt x="59117" y="48662"/>
                  <a:pt x="59166" y="48662"/>
                </a:cubicBezTo>
                <a:cubicBezTo>
                  <a:pt x="59789" y="49160"/>
                  <a:pt x="60361" y="49633"/>
                  <a:pt x="60934" y="50006"/>
                </a:cubicBezTo>
                <a:cubicBezTo>
                  <a:pt x="60734" y="50156"/>
                  <a:pt x="60585" y="50305"/>
                  <a:pt x="60411" y="50429"/>
                </a:cubicBezTo>
                <a:cubicBezTo>
                  <a:pt x="60286" y="50529"/>
                  <a:pt x="60162" y="50653"/>
                  <a:pt x="60038" y="50753"/>
                </a:cubicBezTo>
                <a:cubicBezTo>
                  <a:pt x="59963" y="50803"/>
                  <a:pt x="59913" y="50853"/>
                  <a:pt x="59863" y="50902"/>
                </a:cubicBezTo>
                <a:cubicBezTo>
                  <a:pt x="59465" y="51251"/>
                  <a:pt x="59092" y="51599"/>
                  <a:pt x="58693" y="51923"/>
                </a:cubicBezTo>
                <a:cubicBezTo>
                  <a:pt x="58569" y="52022"/>
                  <a:pt x="58469" y="52122"/>
                  <a:pt x="58345" y="52246"/>
                </a:cubicBezTo>
                <a:cubicBezTo>
                  <a:pt x="58320" y="52271"/>
                  <a:pt x="58295" y="52271"/>
                  <a:pt x="58295" y="52296"/>
                </a:cubicBezTo>
                <a:lnTo>
                  <a:pt x="58245" y="52346"/>
                </a:lnTo>
                <a:cubicBezTo>
                  <a:pt x="57772" y="52769"/>
                  <a:pt x="57324" y="53167"/>
                  <a:pt x="56851" y="53615"/>
                </a:cubicBezTo>
                <a:cubicBezTo>
                  <a:pt x="56802" y="53665"/>
                  <a:pt x="56727" y="53740"/>
                  <a:pt x="56677" y="53765"/>
                </a:cubicBezTo>
                <a:cubicBezTo>
                  <a:pt x="56130" y="54263"/>
                  <a:pt x="55607" y="54760"/>
                  <a:pt x="55084" y="55283"/>
                </a:cubicBezTo>
                <a:lnTo>
                  <a:pt x="54935" y="55457"/>
                </a:lnTo>
                <a:lnTo>
                  <a:pt x="54835" y="55532"/>
                </a:lnTo>
                <a:lnTo>
                  <a:pt x="54810" y="55582"/>
                </a:lnTo>
                <a:lnTo>
                  <a:pt x="53516" y="56851"/>
                </a:lnTo>
                <a:cubicBezTo>
                  <a:pt x="53392" y="56976"/>
                  <a:pt x="53267" y="57100"/>
                  <a:pt x="53143" y="57250"/>
                </a:cubicBezTo>
                <a:cubicBezTo>
                  <a:pt x="52769" y="57648"/>
                  <a:pt x="52396" y="58071"/>
                  <a:pt x="52023" y="58444"/>
                </a:cubicBezTo>
                <a:cubicBezTo>
                  <a:pt x="51973" y="58494"/>
                  <a:pt x="51948" y="58569"/>
                  <a:pt x="51873" y="58619"/>
                </a:cubicBezTo>
                <a:cubicBezTo>
                  <a:pt x="51823" y="58693"/>
                  <a:pt x="51749" y="58743"/>
                  <a:pt x="51724" y="58818"/>
                </a:cubicBezTo>
                <a:cubicBezTo>
                  <a:pt x="51599" y="58942"/>
                  <a:pt x="51475" y="59067"/>
                  <a:pt x="51351" y="59216"/>
                </a:cubicBezTo>
                <a:cubicBezTo>
                  <a:pt x="50355" y="57722"/>
                  <a:pt x="48886" y="55905"/>
                  <a:pt x="46970" y="53889"/>
                </a:cubicBezTo>
                <a:cubicBezTo>
                  <a:pt x="47343" y="53416"/>
                  <a:pt x="47716" y="52968"/>
                  <a:pt x="48115" y="52520"/>
                </a:cubicBezTo>
                <a:lnTo>
                  <a:pt x="48140" y="52495"/>
                </a:lnTo>
                <a:cubicBezTo>
                  <a:pt x="48513" y="52097"/>
                  <a:pt x="48886" y="51649"/>
                  <a:pt x="49260" y="51251"/>
                </a:cubicBezTo>
                <a:lnTo>
                  <a:pt x="49285" y="51226"/>
                </a:lnTo>
                <a:cubicBezTo>
                  <a:pt x="49384" y="51126"/>
                  <a:pt x="49484" y="51002"/>
                  <a:pt x="49583" y="50902"/>
                </a:cubicBezTo>
                <a:cubicBezTo>
                  <a:pt x="49882" y="50604"/>
                  <a:pt x="50156" y="50280"/>
                  <a:pt x="50479" y="49981"/>
                </a:cubicBezTo>
                <a:cubicBezTo>
                  <a:pt x="50629" y="49807"/>
                  <a:pt x="50828" y="49633"/>
                  <a:pt x="51002" y="49484"/>
                </a:cubicBezTo>
                <a:cubicBezTo>
                  <a:pt x="51251" y="49235"/>
                  <a:pt x="51500" y="49011"/>
                  <a:pt x="51774" y="48762"/>
                </a:cubicBezTo>
                <a:lnTo>
                  <a:pt x="52819" y="47816"/>
                </a:lnTo>
                <a:cubicBezTo>
                  <a:pt x="52869" y="47766"/>
                  <a:pt x="52944" y="47741"/>
                  <a:pt x="52993" y="47667"/>
                </a:cubicBezTo>
                <a:cubicBezTo>
                  <a:pt x="53018" y="47642"/>
                  <a:pt x="53093" y="47617"/>
                  <a:pt x="53118" y="47567"/>
                </a:cubicBezTo>
                <a:cubicBezTo>
                  <a:pt x="53242" y="47492"/>
                  <a:pt x="53367" y="47393"/>
                  <a:pt x="53466" y="47293"/>
                </a:cubicBezTo>
                <a:lnTo>
                  <a:pt x="53516" y="47243"/>
                </a:lnTo>
                <a:cubicBezTo>
                  <a:pt x="53641" y="47144"/>
                  <a:pt x="53765" y="47019"/>
                  <a:pt x="53939" y="46920"/>
                </a:cubicBezTo>
                <a:lnTo>
                  <a:pt x="54313" y="46646"/>
                </a:lnTo>
                <a:cubicBezTo>
                  <a:pt x="54337" y="46621"/>
                  <a:pt x="54362" y="46571"/>
                  <a:pt x="54387" y="46571"/>
                </a:cubicBezTo>
                <a:cubicBezTo>
                  <a:pt x="54561" y="46447"/>
                  <a:pt x="54736" y="46322"/>
                  <a:pt x="54885" y="46173"/>
                </a:cubicBezTo>
                <a:lnTo>
                  <a:pt x="55258" y="45899"/>
                </a:lnTo>
                <a:cubicBezTo>
                  <a:pt x="55383" y="45775"/>
                  <a:pt x="55557" y="45650"/>
                  <a:pt x="55731" y="45526"/>
                </a:cubicBezTo>
                <a:close/>
                <a:moveTo>
                  <a:pt x="40647" y="59191"/>
                </a:moveTo>
                <a:cubicBezTo>
                  <a:pt x="40672" y="59191"/>
                  <a:pt x="40672" y="59216"/>
                  <a:pt x="40697" y="59216"/>
                </a:cubicBezTo>
                <a:cubicBezTo>
                  <a:pt x="40697" y="59241"/>
                  <a:pt x="40672" y="59241"/>
                  <a:pt x="40672" y="59266"/>
                </a:cubicBezTo>
                <a:cubicBezTo>
                  <a:pt x="40647" y="59266"/>
                  <a:pt x="40622" y="59241"/>
                  <a:pt x="40622" y="59241"/>
                </a:cubicBezTo>
                <a:cubicBezTo>
                  <a:pt x="40622" y="59216"/>
                  <a:pt x="40647" y="59216"/>
                  <a:pt x="40647" y="59191"/>
                </a:cubicBezTo>
                <a:close/>
                <a:moveTo>
                  <a:pt x="84082" y="49185"/>
                </a:moveTo>
                <a:cubicBezTo>
                  <a:pt x="84132" y="49235"/>
                  <a:pt x="84182" y="49235"/>
                  <a:pt x="84232" y="49260"/>
                </a:cubicBezTo>
                <a:cubicBezTo>
                  <a:pt x="84306" y="49284"/>
                  <a:pt x="84331" y="49284"/>
                  <a:pt x="84381" y="49309"/>
                </a:cubicBezTo>
                <a:cubicBezTo>
                  <a:pt x="84431" y="49309"/>
                  <a:pt x="84456" y="49334"/>
                  <a:pt x="84481" y="49334"/>
                </a:cubicBezTo>
                <a:cubicBezTo>
                  <a:pt x="84705" y="49434"/>
                  <a:pt x="84929" y="49533"/>
                  <a:pt x="85178" y="49633"/>
                </a:cubicBezTo>
                <a:cubicBezTo>
                  <a:pt x="85227" y="49658"/>
                  <a:pt x="85252" y="49658"/>
                  <a:pt x="85327" y="49683"/>
                </a:cubicBezTo>
                <a:cubicBezTo>
                  <a:pt x="85601" y="49782"/>
                  <a:pt x="85850" y="49882"/>
                  <a:pt x="86123" y="49956"/>
                </a:cubicBezTo>
                <a:cubicBezTo>
                  <a:pt x="86173" y="49956"/>
                  <a:pt x="86198" y="50006"/>
                  <a:pt x="86248" y="50006"/>
                </a:cubicBezTo>
                <a:lnTo>
                  <a:pt x="86298" y="50006"/>
                </a:lnTo>
                <a:cubicBezTo>
                  <a:pt x="86497" y="50056"/>
                  <a:pt x="86721" y="50156"/>
                  <a:pt x="86970" y="50205"/>
                </a:cubicBezTo>
                <a:cubicBezTo>
                  <a:pt x="87617" y="52844"/>
                  <a:pt x="87244" y="56005"/>
                  <a:pt x="86074" y="59340"/>
                </a:cubicBezTo>
                <a:cubicBezTo>
                  <a:pt x="83809" y="58245"/>
                  <a:pt x="81693" y="56901"/>
                  <a:pt x="79826" y="55383"/>
                </a:cubicBezTo>
                <a:cubicBezTo>
                  <a:pt x="81344" y="53342"/>
                  <a:pt x="82763" y="51276"/>
                  <a:pt x="84082" y="49185"/>
                </a:cubicBezTo>
                <a:close/>
                <a:moveTo>
                  <a:pt x="46771" y="54014"/>
                </a:moveTo>
                <a:cubicBezTo>
                  <a:pt x="48737" y="56030"/>
                  <a:pt x="50206" y="57847"/>
                  <a:pt x="51151" y="59315"/>
                </a:cubicBezTo>
                <a:lnTo>
                  <a:pt x="51102" y="59365"/>
                </a:lnTo>
                <a:cubicBezTo>
                  <a:pt x="50156" y="57872"/>
                  <a:pt x="48712" y="56080"/>
                  <a:pt x="46746" y="54088"/>
                </a:cubicBezTo>
                <a:cubicBezTo>
                  <a:pt x="46746" y="54039"/>
                  <a:pt x="46771" y="54039"/>
                  <a:pt x="46771" y="54014"/>
                </a:cubicBezTo>
                <a:close/>
                <a:moveTo>
                  <a:pt x="60983" y="50156"/>
                </a:moveTo>
                <a:cubicBezTo>
                  <a:pt x="60983" y="50156"/>
                  <a:pt x="61033" y="50156"/>
                  <a:pt x="61033" y="50180"/>
                </a:cubicBezTo>
                <a:lnTo>
                  <a:pt x="61058" y="50180"/>
                </a:lnTo>
                <a:cubicBezTo>
                  <a:pt x="60934" y="50305"/>
                  <a:pt x="60784" y="50479"/>
                  <a:pt x="60585" y="50604"/>
                </a:cubicBezTo>
                <a:cubicBezTo>
                  <a:pt x="60486" y="50653"/>
                  <a:pt x="60436" y="50728"/>
                  <a:pt x="60386" y="50753"/>
                </a:cubicBezTo>
                <a:cubicBezTo>
                  <a:pt x="60262" y="50877"/>
                  <a:pt x="60137" y="50977"/>
                  <a:pt x="59988" y="51101"/>
                </a:cubicBezTo>
                <a:cubicBezTo>
                  <a:pt x="59589" y="51425"/>
                  <a:pt x="59216" y="51749"/>
                  <a:pt x="58843" y="52097"/>
                </a:cubicBezTo>
                <a:lnTo>
                  <a:pt x="58768" y="52147"/>
                </a:lnTo>
                <a:lnTo>
                  <a:pt x="58743" y="52147"/>
                </a:lnTo>
                <a:cubicBezTo>
                  <a:pt x="58693" y="52197"/>
                  <a:pt x="58619" y="52246"/>
                  <a:pt x="58594" y="52296"/>
                </a:cubicBezTo>
                <a:cubicBezTo>
                  <a:pt x="58519" y="52371"/>
                  <a:pt x="58445" y="52421"/>
                  <a:pt x="58370" y="52495"/>
                </a:cubicBezTo>
                <a:cubicBezTo>
                  <a:pt x="57847" y="52943"/>
                  <a:pt x="57349" y="53416"/>
                  <a:pt x="56851" y="53889"/>
                </a:cubicBezTo>
                <a:lnTo>
                  <a:pt x="56777" y="53939"/>
                </a:lnTo>
                <a:cubicBezTo>
                  <a:pt x="56254" y="54437"/>
                  <a:pt x="55756" y="54935"/>
                  <a:pt x="55234" y="55432"/>
                </a:cubicBezTo>
                <a:lnTo>
                  <a:pt x="54835" y="55856"/>
                </a:lnTo>
                <a:lnTo>
                  <a:pt x="54786" y="55881"/>
                </a:lnTo>
                <a:lnTo>
                  <a:pt x="54761" y="55905"/>
                </a:lnTo>
                <a:lnTo>
                  <a:pt x="53740" y="56951"/>
                </a:lnTo>
                <a:cubicBezTo>
                  <a:pt x="53541" y="57125"/>
                  <a:pt x="53392" y="57274"/>
                  <a:pt x="53242" y="57474"/>
                </a:cubicBezTo>
                <a:lnTo>
                  <a:pt x="53217" y="57498"/>
                </a:lnTo>
                <a:cubicBezTo>
                  <a:pt x="52894" y="57797"/>
                  <a:pt x="52595" y="58146"/>
                  <a:pt x="52272" y="58494"/>
                </a:cubicBezTo>
                <a:cubicBezTo>
                  <a:pt x="52147" y="58643"/>
                  <a:pt x="52023" y="58768"/>
                  <a:pt x="51873" y="58917"/>
                </a:cubicBezTo>
                <a:cubicBezTo>
                  <a:pt x="51848" y="58967"/>
                  <a:pt x="51799" y="58992"/>
                  <a:pt x="51799" y="59017"/>
                </a:cubicBezTo>
                <a:lnTo>
                  <a:pt x="51774" y="59042"/>
                </a:lnTo>
                <a:lnTo>
                  <a:pt x="51749" y="59091"/>
                </a:lnTo>
                <a:cubicBezTo>
                  <a:pt x="51649" y="59216"/>
                  <a:pt x="51525" y="59291"/>
                  <a:pt x="51425" y="59415"/>
                </a:cubicBezTo>
                <a:cubicBezTo>
                  <a:pt x="51425" y="59415"/>
                  <a:pt x="51425" y="59390"/>
                  <a:pt x="51400" y="59390"/>
                </a:cubicBezTo>
                <a:lnTo>
                  <a:pt x="51400" y="59365"/>
                </a:lnTo>
                <a:cubicBezTo>
                  <a:pt x="52097" y="58619"/>
                  <a:pt x="52769" y="57872"/>
                  <a:pt x="53466" y="57150"/>
                </a:cubicBezTo>
                <a:lnTo>
                  <a:pt x="53491" y="57125"/>
                </a:lnTo>
                <a:lnTo>
                  <a:pt x="53516" y="57100"/>
                </a:lnTo>
                <a:cubicBezTo>
                  <a:pt x="54238" y="56353"/>
                  <a:pt x="54985" y="55607"/>
                  <a:pt x="55731" y="54885"/>
                </a:cubicBezTo>
                <a:lnTo>
                  <a:pt x="56005" y="54611"/>
                </a:lnTo>
                <a:cubicBezTo>
                  <a:pt x="56752" y="53889"/>
                  <a:pt x="57524" y="53167"/>
                  <a:pt x="58320" y="52446"/>
                </a:cubicBezTo>
                <a:lnTo>
                  <a:pt x="58494" y="52271"/>
                </a:lnTo>
                <a:cubicBezTo>
                  <a:pt x="58967" y="51873"/>
                  <a:pt x="59440" y="51475"/>
                  <a:pt x="59938" y="51052"/>
                </a:cubicBezTo>
                <a:cubicBezTo>
                  <a:pt x="60062" y="50927"/>
                  <a:pt x="60212" y="50853"/>
                  <a:pt x="60336" y="50728"/>
                </a:cubicBezTo>
                <a:lnTo>
                  <a:pt x="60983" y="50156"/>
                </a:lnTo>
                <a:close/>
                <a:moveTo>
                  <a:pt x="87169" y="50280"/>
                </a:moveTo>
                <a:cubicBezTo>
                  <a:pt x="87194" y="50280"/>
                  <a:pt x="87194" y="50280"/>
                  <a:pt x="87219" y="50305"/>
                </a:cubicBezTo>
                <a:cubicBezTo>
                  <a:pt x="87841" y="52919"/>
                  <a:pt x="87468" y="56105"/>
                  <a:pt x="86298" y="59465"/>
                </a:cubicBezTo>
                <a:cubicBezTo>
                  <a:pt x="86248" y="59465"/>
                  <a:pt x="86248" y="59440"/>
                  <a:pt x="86223" y="59440"/>
                </a:cubicBezTo>
                <a:cubicBezTo>
                  <a:pt x="87418" y="56080"/>
                  <a:pt x="87791" y="52919"/>
                  <a:pt x="87169" y="50280"/>
                </a:cubicBezTo>
                <a:close/>
                <a:moveTo>
                  <a:pt x="79702" y="55532"/>
                </a:moveTo>
                <a:cubicBezTo>
                  <a:pt x="81593" y="57075"/>
                  <a:pt x="83709" y="58395"/>
                  <a:pt x="85999" y="59515"/>
                </a:cubicBezTo>
                <a:cubicBezTo>
                  <a:pt x="85999" y="59564"/>
                  <a:pt x="85999" y="59564"/>
                  <a:pt x="85974" y="59589"/>
                </a:cubicBezTo>
                <a:cubicBezTo>
                  <a:pt x="83684" y="58469"/>
                  <a:pt x="81519" y="57125"/>
                  <a:pt x="79627" y="55607"/>
                </a:cubicBezTo>
                <a:lnTo>
                  <a:pt x="79702" y="55532"/>
                </a:lnTo>
                <a:close/>
                <a:moveTo>
                  <a:pt x="51326" y="59490"/>
                </a:moveTo>
                <a:lnTo>
                  <a:pt x="51326" y="59515"/>
                </a:lnTo>
                <a:cubicBezTo>
                  <a:pt x="51326" y="59515"/>
                  <a:pt x="51326" y="59564"/>
                  <a:pt x="51351" y="59564"/>
                </a:cubicBezTo>
                <a:lnTo>
                  <a:pt x="51276" y="59614"/>
                </a:lnTo>
                <a:cubicBezTo>
                  <a:pt x="51276" y="59589"/>
                  <a:pt x="51276" y="59589"/>
                  <a:pt x="51251" y="59564"/>
                </a:cubicBezTo>
                <a:lnTo>
                  <a:pt x="51326" y="59490"/>
                </a:lnTo>
                <a:close/>
                <a:moveTo>
                  <a:pt x="4232" y="59614"/>
                </a:moveTo>
                <a:lnTo>
                  <a:pt x="4232" y="59614"/>
                </a:lnTo>
                <a:cubicBezTo>
                  <a:pt x="4223" y="59637"/>
                  <a:pt x="4214" y="59660"/>
                  <a:pt x="4205" y="59684"/>
                </a:cubicBezTo>
                <a:lnTo>
                  <a:pt x="4205" y="59684"/>
                </a:lnTo>
                <a:cubicBezTo>
                  <a:pt x="4212" y="59656"/>
                  <a:pt x="4218" y="59628"/>
                  <a:pt x="4232" y="59614"/>
                </a:cubicBezTo>
                <a:close/>
                <a:moveTo>
                  <a:pt x="86173" y="59589"/>
                </a:moveTo>
                <a:cubicBezTo>
                  <a:pt x="86198" y="59614"/>
                  <a:pt x="86198" y="59614"/>
                  <a:pt x="86223" y="59614"/>
                </a:cubicBezTo>
                <a:cubicBezTo>
                  <a:pt x="86223" y="59639"/>
                  <a:pt x="86198" y="59639"/>
                  <a:pt x="86198" y="59689"/>
                </a:cubicBezTo>
                <a:cubicBezTo>
                  <a:pt x="86173" y="59689"/>
                  <a:pt x="86173" y="59639"/>
                  <a:pt x="86123" y="59639"/>
                </a:cubicBezTo>
                <a:cubicBezTo>
                  <a:pt x="86123" y="59614"/>
                  <a:pt x="86173" y="59614"/>
                  <a:pt x="86173" y="59589"/>
                </a:cubicBezTo>
                <a:close/>
                <a:moveTo>
                  <a:pt x="61282" y="50280"/>
                </a:moveTo>
                <a:cubicBezTo>
                  <a:pt x="61332" y="50355"/>
                  <a:pt x="61431" y="50380"/>
                  <a:pt x="61481" y="50405"/>
                </a:cubicBezTo>
                <a:cubicBezTo>
                  <a:pt x="57748" y="53118"/>
                  <a:pt x="54387" y="56353"/>
                  <a:pt x="51649" y="59739"/>
                </a:cubicBezTo>
                <a:cubicBezTo>
                  <a:pt x="51624" y="59689"/>
                  <a:pt x="51599" y="59614"/>
                  <a:pt x="51525" y="59564"/>
                </a:cubicBezTo>
                <a:cubicBezTo>
                  <a:pt x="51624" y="59465"/>
                  <a:pt x="51699" y="59365"/>
                  <a:pt x="51774" y="59266"/>
                </a:cubicBezTo>
                <a:cubicBezTo>
                  <a:pt x="52023" y="59017"/>
                  <a:pt x="52247" y="58743"/>
                  <a:pt x="52496" y="58494"/>
                </a:cubicBezTo>
                <a:cubicBezTo>
                  <a:pt x="52620" y="58370"/>
                  <a:pt x="52720" y="58245"/>
                  <a:pt x="52844" y="58146"/>
                </a:cubicBezTo>
                <a:cubicBezTo>
                  <a:pt x="52968" y="58021"/>
                  <a:pt x="53093" y="57872"/>
                  <a:pt x="53217" y="57747"/>
                </a:cubicBezTo>
                <a:cubicBezTo>
                  <a:pt x="53242" y="57722"/>
                  <a:pt x="53267" y="57698"/>
                  <a:pt x="53317" y="57623"/>
                </a:cubicBezTo>
                <a:cubicBezTo>
                  <a:pt x="53491" y="57399"/>
                  <a:pt x="53715" y="57200"/>
                  <a:pt x="53939" y="57001"/>
                </a:cubicBezTo>
                <a:lnTo>
                  <a:pt x="54761" y="56154"/>
                </a:lnTo>
                <a:lnTo>
                  <a:pt x="54885" y="56030"/>
                </a:lnTo>
                <a:cubicBezTo>
                  <a:pt x="55059" y="55881"/>
                  <a:pt x="55209" y="55706"/>
                  <a:pt x="55383" y="55532"/>
                </a:cubicBezTo>
                <a:cubicBezTo>
                  <a:pt x="55881" y="55034"/>
                  <a:pt x="56379" y="54586"/>
                  <a:pt x="56876" y="54113"/>
                </a:cubicBezTo>
                <a:cubicBezTo>
                  <a:pt x="56976" y="54039"/>
                  <a:pt x="57051" y="53964"/>
                  <a:pt x="57125" y="53889"/>
                </a:cubicBezTo>
                <a:lnTo>
                  <a:pt x="57175" y="53864"/>
                </a:lnTo>
                <a:lnTo>
                  <a:pt x="58469" y="52645"/>
                </a:lnTo>
                <a:cubicBezTo>
                  <a:pt x="58619" y="52520"/>
                  <a:pt x="58793" y="52371"/>
                  <a:pt x="58942" y="52246"/>
                </a:cubicBezTo>
                <a:cubicBezTo>
                  <a:pt x="59341" y="51898"/>
                  <a:pt x="59714" y="51550"/>
                  <a:pt x="60112" y="51226"/>
                </a:cubicBezTo>
                <a:cubicBezTo>
                  <a:pt x="60311" y="51052"/>
                  <a:pt x="60461" y="50927"/>
                  <a:pt x="60660" y="50778"/>
                </a:cubicBezTo>
                <a:cubicBezTo>
                  <a:pt x="60859" y="50629"/>
                  <a:pt x="61083" y="50479"/>
                  <a:pt x="61282" y="50280"/>
                </a:cubicBezTo>
                <a:close/>
                <a:moveTo>
                  <a:pt x="4185" y="59735"/>
                </a:moveTo>
                <a:cubicBezTo>
                  <a:pt x="4162" y="59797"/>
                  <a:pt x="4138" y="59858"/>
                  <a:pt x="4114" y="59920"/>
                </a:cubicBezTo>
                <a:lnTo>
                  <a:pt x="4114" y="59920"/>
                </a:lnTo>
                <a:cubicBezTo>
                  <a:pt x="4136" y="59859"/>
                  <a:pt x="4159" y="59799"/>
                  <a:pt x="4182" y="59739"/>
                </a:cubicBezTo>
                <a:cubicBezTo>
                  <a:pt x="4183" y="59737"/>
                  <a:pt x="4184" y="59736"/>
                  <a:pt x="4185" y="59735"/>
                </a:cubicBezTo>
                <a:close/>
                <a:moveTo>
                  <a:pt x="51450" y="59714"/>
                </a:moveTo>
                <a:cubicBezTo>
                  <a:pt x="51475" y="59764"/>
                  <a:pt x="51525" y="59838"/>
                  <a:pt x="51575" y="59888"/>
                </a:cubicBezTo>
                <a:lnTo>
                  <a:pt x="51500" y="59963"/>
                </a:lnTo>
                <a:cubicBezTo>
                  <a:pt x="51475" y="59888"/>
                  <a:pt x="51450" y="59838"/>
                  <a:pt x="51375" y="59764"/>
                </a:cubicBezTo>
                <a:cubicBezTo>
                  <a:pt x="51400" y="59739"/>
                  <a:pt x="51400" y="59714"/>
                  <a:pt x="51450" y="59714"/>
                </a:cubicBezTo>
                <a:close/>
                <a:moveTo>
                  <a:pt x="61680" y="50529"/>
                </a:moveTo>
                <a:cubicBezTo>
                  <a:pt x="61705" y="50529"/>
                  <a:pt x="61705" y="50554"/>
                  <a:pt x="61730" y="50554"/>
                </a:cubicBezTo>
                <a:cubicBezTo>
                  <a:pt x="57947" y="53292"/>
                  <a:pt x="54561" y="56528"/>
                  <a:pt x="51823" y="59988"/>
                </a:cubicBezTo>
                <a:cubicBezTo>
                  <a:pt x="51823" y="59963"/>
                  <a:pt x="51774" y="59963"/>
                  <a:pt x="51774" y="59938"/>
                </a:cubicBezTo>
                <a:cubicBezTo>
                  <a:pt x="54561" y="56503"/>
                  <a:pt x="57922" y="53267"/>
                  <a:pt x="61680" y="50529"/>
                </a:cubicBezTo>
                <a:close/>
                <a:moveTo>
                  <a:pt x="45899" y="53466"/>
                </a:moveTo>
                <a:lnTo>
                  <a:pt x="46347" y="53889"/>
                </a:lnTo>
                <a:cubicBezTo>
                  <a:pt x="44754" y="55881"/>
                  <a:pt x="43410" y="57971"/>
                  <a:pt x="42315" y="60012"/>
                </a:cubicBezTo>
                <a:cubicBezTo>
                  <a:pt x="41892" y="59739"/>
                  <a:pt x="41419" y="59490"/>
                  <a:pt x="40946" y="59191"/>
                </a:cubicBezTo>
                <a:cubicBezTo>
                  <a:pt x="42514" y="57250"/>
                  <a:pt x="44157" y="55333"/>
                  <a:pt x="45899" y="53466"/>
                </a:cubicBezTo>
                <a:close/>
                <a:moveTo>
                  <a:pt x="114698" y="52595"/>
                </a:moveTo>
                <a:cubicBezTo>
                  <a:pt x="114723" y="52894"/>
                  <a:pt x="114748" y="53217"/>
                  <a:pt x="114748" y="53541"/>
                </a:cubicBezTo>
                <a:cubicBezTo>
                  <a:pt x="114350" y="55084"/>
                  <a:pt x="113877" y="56602"/>
                  <a:pt x="113305" y="58195"/>
                </a:cubicBezTo>
                <a:cubicBezTo>
                  <a:pt x="112757" y="58892"/>
                  <a:pt x="112110" y="59564"/>
                  <a:pt x="111363" y="60112"/>
                </a:cubicBezTo>
                <a:cubicBezTo>
                  <a:pt x="112632" y="57598"/>
                  <a:pt x="113753" y="55084"/>
                  <a:pt x="114698" y="52595"/>
                </a:cubicBezTo>
                <a:close/>
                <a:moveTo>
                  <a:pt x="46397" y="53939"/>
                </a:moveTo>
                <a:lnTo>
                  <a:pt x="46422" y="53989"/>
                </a:lnTo>
                <a:cubicBezTo>
                  <a:pt x="46497" y="54088"/>
                  <a:pt x="46497" y="54113"/>
                  <a:pt x="46472" y="54113"/>
                </a:cubicBezTo>
                <a:cubicBezTo>
                  <a:pt x="46123" y="54536"/>
                  <a:pt x="45800" y="54984"/>
                  <a:pt x="45476" y="55408"/>
                </a:cubicBezTo>
                <a:cubicBezTo>
                  <a:pt x="45377" y="55557"/>
                  <a:pt x="45252" y="55706"/>
                  <a:pt x="45153" y="55856"/>
                </a:cubicBezTo>
                <a:cubicBezTo>
                  <a:pt x="44929" y="56154"/>
                  <a:pt x="44680" y="56503"/>
                  <a:pt x="44481" y="56851"/>
                </a:cubicBezTo>
                <a:cubicBezTo>
                  <a:pt x="44381" y="57001"/>
                  <a:pt x="44281" y="57125"/>
                  <a:pt x="44182" y="57274"/>
                </a:cubicBezTo>
                <a:cubicBezTo>
                  <a:pt x="44132" y="57349"/>
                  <a:pt x="44107" y="57424"/>
                  <a:pt x="44033" y="57498"/>
                </a:cubicBezTo>
                <a:cubicBezTo>
                  <a:pt x="43809" y="57872"/>
                  <a:pt x="43560" y="58245"/>
                  <a:pt x="43385" y="58594"/>
                </a:cubicBezTo>
                <a:cubicBezTo>
                  <a:pt x="43062" y="59116"/>
                  <a:pt x="42788" y="59639"/>
                  <a:pt x="42514" y="60137"/>
                </a:cubicBezTo>
                <a:cubicBezTo>
                  <a:pt x="42514" y="60137"/>
                  <a:pt x="42489" y="60137"/>
                  <a:pt x="42489" y="60112"/>
                </a:cubicBezTo>
                <a:lnTo>
                  <a:pt x="42440" y="60112"/>
                </a:lnTo>
                <a:cubicBezTo>
                  <a:pt x="42564" y="59863"/>
                  <a:pt x="42688" y="59639"/>
                  <a:pt x="42813" y="59390"/>
                </a:cubicBezTo>
                <a:cubicBezTo>
                  <a:pt x="42813" y="59365"/>
                  <a:pt x="42863" y="59340"/>
                  <a:pt x="42888" y="59291"/>
                </a:cubicBezTo>
                <a:lnTo>
                  <a:pt x="43360" y="58469"/>
                </a:lnTo>
                <a:cubicBezTo>
                  <a:pt x="43360" y="58469"/>
                  <a:pt x="43360" y="58419"/>
                  <a:pt x="43385" y="58419"/>
                </a:cubicBezTo>
                <a:cubicBezTo>
                  <a:pt x="43560" y="58121"/>
                  <a:pt x="43759" y="57847"/>
                  <a:pt x="43933" y="57523"/>
                </a:cubicBezTo>
                <a:cubicBezTo>
                  <a:pt x="44132" y="57225"/>
                  <a:pt x="44306" y="56926"/>
                  <a:pt x="44505" y="56627"/>
                </a:cubicBezTo>
                <a:cubicBezTo>
                  <a:pt x="44530" y="56602"/>
                  <a:pt x="44555" y="56553"/>
                  <a:pt x="44555" y="56503"/>
                </a:cubicBezTo>
                <a:cubicBezTo>
                  <a:pt x="44754" y="56229"/>
                  <a:pt x="44929" y="55980"/>
                  <a:pt x="45128" y="55681"/>
                </a:cubicBezTo>
                <a:cubicBezTo>
                  <a:pt x="45352" y="55408"/>
                  <a:pt x="45526" y="55109"/>
                  <a:pt x="45750" y="54810"/>
                </a:cubicBezTo>
                <a:cubicBezTo>
                  <a:pt x="45800" y="54760"/>
                  <a:pt x="45850" y="54686"/>
                  <a:pt x="45899" y="54611"/>
                </a:cubicBezTo>
                <a:cubicBezTo>
                  <a:pt x="46049" y="54387"/>
                  <a:pt x="46248" y="54163"/>
                  <a:pt x="46397" y="53939"/>
                </a:cubicBezTo>
                <a:close/>
                <a:moveTo>
                  <a:pt x="51649" y="60062"/>
                </a:moveTo>
                <a:cubicBezTo>
                  <a:pt x="51649" y="60087"/>
                  <a:pt x="51699" y="60112"/>
                  <a:pt x="51699" y="60112"/>
                </a:cubicBezTo>
                <a:lnTo>
                  <a:pt x="51624" y="60187"/>
                </a:lnTo>
                <a:cubicBezTo>
                  <a:pt x="51624" y="60137"/>
                  <a:pt x="51599" y="60137"/>
                  <a:pt x="51599" y="60112"/>
                </a:cubicBezTo>
                <a:lnTo>
                  <a:pt x="51649" y="60062"/>
                </a:lnTo>
                <a:close/>
                <a:moveTo>
                  <a:pt x="40822" y="59315"/>
                </a:moveTo>
                <a:cubicBezTo>
                  <a:pt x="41295" y="59589"/>
                  <a:pt x="41767" y="59888"/>
                  <a:pt x="42240" y="60137"/>
                </a:cubicBezTo>
                <a:cubicBezTo>
                  <a:pt x="42240" y="60187"/>
                  <a:pt x="42191" y="60187"/>
                  <a:pt x="42191" y="60212"/>
                </a:cubicBezTo>
                <a:cubicBezTo>
                  <a:pt x="41743" y="59963"/>
                  <a:pt x="41270" y="59689"/>
                  <a:pt x="40797" y="59365"/>
                </a:cubicBezTo>
                <a:cubicBezTo>
                  <a:pt x="40797" y="59340"/>
                  <a:pt x="40822" y="59340"/>
                  <a:pt x="40822" y="59315"/>
                </a:cubicBezTo>
                <a:close/>
                <a:moveTo>
                  <a:pt x="42440" y="60261"/>
                </a:moveTo>
                <a:cubicBezTo>
                  <a:pt x="42440" y="60261"/>
                  <a:pt x="42489" y="60261"/>
                  <a:pt x="42489" y="60311"/>
                </a:cubicBezTo>
                <a:cubicBezTo>
                  <a:pt x="42489" y="60336"/>
                  <a:pt x="42440" y="60336"/>
                  <a:pt x="42440" y="60361"/>
                </a:cubicBezTo>
                <a:cubicBezTo>
                  <a:pt x="42415" y="60361"/>
                  <a:pt x="42415" y="60361"/>
                  <a:pt x="42390" y="60336"/>
                </a:cubicBezTo>
                <a:cubicBezTo>
                  <a:pt x="42390" y="60311"/>
                  <a:pt x="42415" y="60311"/>
                  <a:pt x="42415" y="60261"/>
                </a:cubicBezTo>
                <a:close/>
                <a:moveTo>
                  <a:pt x="114599" y="52097"/>
                </a:moveTo>
                <a:cubicBezTo>
                  <a:pt x="114599" y="52122"/>
                  <a:pt x="114624" y="52172"/>
                  <a:pt x="114624" y="52222"/>
                </a:cubicBezTo>
                <a:cubicBezTo>
                  <a:pt x="113628" y="54885"/>
                  <a:pt x="112433" y="57598"/>
                  <a:pt x="111064" y="60336"/>
                </a:cubicBezTo>
                <a:cubicBezTo>
                  <a:pt x="111015" y="60361"/>
                  <a:pt x="110990" y="60386"/>
                  <a:pt x="110965" y="60386"/>
                </a:cubicBezTo>
                <a:cubicBezTo>
                  <a:pt x="112359" y="57598"/>
                  <a:pt x="113603" y="54835"/>
                  <a:pt x="114599" y="52097"/>
                </a:cubicBezTo>
                <a:close/>
                <a:moveTo>
                  <a:pt x="87443" y="50355"/>
                </a:moveTo>
                <a:lnTo>
                  <a:pt x="87443" y="50355"/>
                </a:lnTo>
                <a:cubicBezTo>
                  <a:pt x="87692" y="50405"/>
                  <a:pt x="87916" y="50479"/>
                  <a:pt x="88164" y="50529"/>
                </a:cubicBezTo>
                <a:cubicBezTo>
                  <a:pt x="88214" y="50529"/>
                  <a:pt x="88289" y="50554"/>
                  <a:pt x="88339" y="50554"/>
                </a:cubicBezTo>
                <a:cubicBezTo>
                  <a:pt x="88438" y="50579"/>
                  <a:pt x="88563" y="50579"/>
                  <a:pt x="88662" y="50629"/>
                </a:cubicBezTo>
                <a:cubicBezTo>
                  <a:pt x="88812" y="50653"/>
                  <a:pt x="88986" y="50678"/>
                  <a:pt x="89160" y="50728"/>
                </a:cubicBezTo>
                <a:cubicBezTo>
                  <a:pt x="89210" y="50728"/>
                  <a:pt x="89285" y="50753"/>
                  <a:pt x="89359" y="50753"/>
                </a:cubicBezTo>
                <a:lnTo>
                  <a:pt x="89409" y="50753"/>
                </a:lnTo>
                <a:cubicBezTo>
                  <a:pt x="89434" y="50753"/>
                  <a:pt x="89484" y="50753"/>
                  <a:pt x="89534" y="50778"/>
                </a:cubicBezTo>
                <a:lnTo>
                  <a:pt x="90181" y="50877"/>
                </a:lnTo>
                <a:cubicBezTo>
                  <a:pt x="90305" y="50902"/>
                  <a:pt x="90430" y="50902"/>
                  <a:pt x="90554" y="50902"/>
                </a:cubicBezTo>
                <a:cubicBezTo>
                  <a:pt x="90778" y="50927"/>
                  <a:pt x="91027" y="50952"/>
                  <a:pt x="91226" y="50952"/>
                </a:cubicBezTo>
                <a:lnTo>
                  <a:pt x="91351" y="50952"/>
                </a:lnTo>
                <a:cubicBezTo>
                  <a:pt x="91450" y="50952"/>
                  <a:pt x="91575" y="50952"/>
                  <a:pt x="91674" y="51002"/>
                </a:cubicBezTo>
                <a:lnTo>
                  <a:pt x="91799" y="51002"/>
                </a:lnTo>
                <a:cubicBezTo>
                  <a:pt x="91898" y="51002"/>
                  <a:pt x="91948" y="51002"/>
                  <a:pt x="92048" y="51027"/>
                </a:cubicBezTo>
                <a:cubicBezTo>
                  <a:pt x="92147" y="51027"/>
                  <a:pt x="92222" y="51027"/>
                  <a:pt x="92321" y="51052"/>
                </a:cubicBezTo>
                <a:lnTo>
                  <a:pt x="93417" y="51052"/>
                </a:lnTo>
                <a:cubicBezTo>
                  <a:pt x="93989" y="51052"/>
                  <a:pt x="94586" y="51027"/>
                  <a:pt x="95184" y="51002"/>
                </a:cubicBezTo>
                <a:lnTo>
                  <a:pt x="95184" y="51002"/>
                </a:lnTo>
                <a:cubicBezTo>
                  <a:pt x="93392" y="54238"/>
                  <a:pt x="91276" y="57449"/>
                  <a:pt x="88936" y="60585"/>
                </a:cubicBezTo>
                <a:cubicBezTo>
                  <a:pt x="88090" y="60261"/>
                  <a:pt x="87244" y="59888"/>
                  <a:pt x="86447" y="59515"/>
                </a:cubicBezTo>
                <a:cubicBezTo>
                  <a:pt x="87617" y="56154"/>
                  <a:pt x="88040" y="53018"/>
                  <a:pt x="87443" y="50355"/>
                </a:cubicBezTo>
                <a:close/>
                <a:moveTo>
                  <a:pt x="113105" y="58718"/>
                </a:moveTo>
                <a:lnTo>
                  <a:pt x="113105" y="58718"/>
                </a:lnTo>
                <a:cubicBezTo>
                  <a:pt x="113081" y="58768"/>
                  <a:pt x="113081" y="58843"/>
                  <a:pt x="113056" y="58892"/>
                </a:cubicBezTo>
                <a:cubicBezTo>
                  <a:pt x="112508" y="59515"/>
                  <a:pt x="111861" y="60087"/>
                  <a:pt x="111114" y="60585"/>
                </a:cubicBezTo>
                <a:cubicBezTo>
                  <a:pt x="111139" y="60560"/>
                  <a:pt x="111139" y="60510"/>
                  <a:pt x="111189" y="60460"/>
                </a:cubicBezTo>
                <a:cubicBezTo>
                  <a:pt x="111936" y="59938"/>
                  <a:pt x="112583" y="59365"/>
                  <a:pt x="113105" y="58718"/>
                </a:cubicBezTo>
                <a:close/>
                <a:moveTo>
                  <a:pt x="95532" y="51027"/>
                </a:moveTo>
                <a:cubicBezTo>
                  <a:pt x="93665" y="54263"/>
                  <a:pt x="91525" y="57498"/>
                  <a:pt x="89185" y="60684"/>
                </a:cubicBezTo>
                <a:cubicBezTo>
                  <a:pt x="89160" y="60684"/>
                  <a:pt x="89160" y="60635"/>
                  <a:pt x="89110" y="60635"/>
                </a:cubicBezTo>
                <a:cubicBezTo>
                  <a:pt x="91475" y="57474"/>
                  <a:pt x="93591" y="54238"/>
                  <a:pt x="95458" y="51027"/>
                </a:cubicBezTo>
                <a:close/>
                <a:moveTo>
                  <a:pt x="86372" y="59714"/>
                </a:moveTo>
                <a:cubicBezTo>
                  <a:pt x="87194" y="60087"/>
                  <a:pt x="87990" y="60436"/>
                  <a:pt x="88812" y="60734"/>
                </a:cubicBezTo>
                <a:cubicBezTo>
                  <a:pt x="88812" y="60759"/>
                  <a:pt x="88787" y="60759"/>
                  <a:pt x="88787" y="60809"/>
                </a:cubicBezTo>
                <a:cubicBezTo>
                  <a:pt x="87965" y="60485"/>
                  <a:pt x="87169" y="60137"/>
                  <a:pt x="86347" y="59764"/>
                </a:cubicBezTo>
                <a:cubicBezTo>
                  <a:pt x="86372" y="59739"/>
                  <a:pt x="86372" y="59714"/>
                  <a:pt x="86372" y="59714"/>
                </a:cubicBezTo>
                <a:close/>
                <a:moveTo>
                  <a:pt x="110865" y="60685"/>
                </a:moveTo>
                <a:lnTo>
                  <a:pt x="110865" y="60685"/>
                </a:lnTo>
                <a:cubicBezTo>
                  <a:pt x="110840" y="60709"/>
                  <a:pt x="110840" y="60734"/>
                  <a:pt x="110815" y="60809"/>
                </a:cubicBezTo>
                <a:cubicBezTo>
                  <a:pt x="110766" y="60834"/>
                  <a:pt x="110741" y="60834"/>
                  <a:pt x="110716" y="60859"/>
                </a:cubicBezTo>
                <a:cubicBezTo>
                  <a:pt x="110741" y="60834"/>
                  <a:pt x="110741" y="60809"/>
                  <a:pt x="110766" y="60734"/>
                </a:cubicBezTo>
                <a:cubicBezTo>
                  <a:pt x="110815" y="60709"/>
                  <a:pt x="110840" y="60709"/>
                  <a:pt x="110865" y="60685"/>
                </a:cubicBezTo>
                <a:close/>
                <a:moveTo>
                  <a:pt x="88986" y="60809"/>
                </a:moveTo>
                <a:cubicBezTo>
                  <a:pt x="89036" y="60809"/>
                  <a:pt x="89061" y="60834"/>
                  <a:pt x="89061" y="60834"/>
                </a:cubicBezTo>
                <a:cubicBezTo>
                  <a:pt x="89061" y="60859"/>
                  <a:pt x="89011" y="60859"/>
                  <a:pt x="89011" y="60884"/>
                </a:cubicBezTo>
                <a:cubicBezTo>
                  <a:pt x="88986" y="60884"/>
                  <a:pt x="88986" y="60884"/>
                  <a:pt x="88961" y="60859"/>
                </a:cubicBezTo>
                <a:cubicBezTo>
                  <a:pt x="88961" y="60834"/>
                  <a:pt x="88986" y="60834"/>
                  <a:pt x="88986" y="60809"/>
                </a:cubicBezTo>
                <a:close/>
                <a:moveTo>
                  <a:pt x="33578" y="54536"/>
                </a:moveTo>
                <a:cubicBezTo>
                  <a:pt x="35843" y="56279"/>
                  <a:pt x="38133" y="57897"/>
                  <a:pt x="40299" y="59315"/>
                </a:cubicBezTo>
                <a:cubicBezTo>
                  <a:pt x="39801" y="59963"/>
                  <a:pt x="39303" y="60585"/>
                  <a:pt x="38805" y="61232"/>
                </a:cubicBezTo>
                <a:cubicBezTo>
                  <a:pt x="36914" y="59689"/>
                  <a:pt x="34723" y="58345"/>
                  <a:pt x="32433" y="57225"/>
                </a:cubicBezTo>
                <a:cubicBezTo>
                  <a:pt x="32782" y="56329"/>
                  <a:pt x="33180" y="55408"/>
                  <a:pt x="33578" y="54536"/>
                </a:cubicBezTo>
                <a:close/>
                <a:moveTo>
                  <a:pt x="40498" y="59365"/>
                </a:moveTo>
                <a:cubicBezTo>
                  <a:pt x="40523" y="59365"/>
                  <a:pt x="40523" y="59390"/>
                  <a:pt x="40548" y="59390"/>
                </a:cubicBezTo>
                <a:cubicBezTo>
                  <a:pt x="40050" y="60062"/>
                  <a:pt x="39527" y="60709"/>
                  <a:pt x="39054" y="61357"/>
                </a:cubicBezTo>
                <a:cubicBezTo>
                  <a:pt x="39029" y="61357"/>
                  <a:pt x="39029" y="61332"/>
                  <a:pt x="39005" y="61332"/>
                </a:cubicBezTo>
                <a:cubicBezTo>
                  <a:pt x="39453" y="60684"/>
                  <a:pt x="39950" y="60012"/>
                  <a:pt x="40498" y="59365"/>
                </a:cubicBezTo>
                <a:close/>
                <a:moveTo>
                  <a:pt x="3612" y="61301"/>
                </a:moveTo>
                <a:cubicBezTo>
                  <a:pt x="3605" y="61323"/>
                  <a:pt x="3598" y="61344"/>
                  <a:pt x="3592" y="61365"/>
                </a:cubicBezTo>
                <a:lnTo>
                  <a:pt x="3592" y="61365"/>
                </a:lnTo>
                <a:cubicBezTo>
                  <a:pt x="3596" y="61344"/>
                  <a:pt x="3601" y="61323"/>
                  <a:pt x="3609" y="61307"/>
                </a:cubicBezTo>
                <a:cubicBezTo>
                  <a:pt x="3610" y="61305"/>
                  <a:pt x="3611" y="61303"/>
                  <a:pt x="3612" y="61301"/>
                </a:cubicBezTo>
                <a:close/>
                <a:moveTo>
                  <a:pt x="32408" y="57374"/>
                </a:moveTo>
                <a:cubicBezTo>
                  <a:pt x="34698" y="58469"/>
                  <a:pt x="36839" y="59838"/>
                  <a:pt x="38706" y="61357"/>
                </a:cubicBezTo>
                <a:lnTo>
                  <a:pt x="38681" y="61381"/>
                </a:lnTo>
                <a:cubicBezTo>
                  <a:pt x="36789" y="59863"/>
                  <a:pt x="34649" y="58519"/>
                  <a:pt x="32359" y="57449"/>
                </a:cubicBezTo>
                <a:cubicBezTo>
                  <a:pt x="32359" y="57399"/>
                  <a:pt x="32359" y="57399"/>
                  <a:pt x="32408" y="57374"/>
                </a:cubicBezTo>
                <a:close/>
                <a:moveTo>
                  <a:pt x="38880" y="61481"/>
                </a:moveTo>
                <a:cubicBezTo>
                  <a:pt x="38905" y="61481"/>
                  <a:pt x="38905" y="61506"/>
                  <a:pt x="38930" y="61506"/>
                </a:cubicBezTo>
                <a:lnTo>
                  <a:pt x="38905" y="61556"/>
                </a:lnTo>
                <a:cubicBezTo>
                  <a:pt x="38880" y="61556"/>
                  <a:pt x="38830" y="61506"/>
                  <a:pt x="38830" y="61506"/>
                </a:cubicBezTo>
                <a:lnTo>
                  <a:pt x="38880" y="61481"/>
                </a:lnTo>
                <a:close/>
                <a:moveTo>
                  <a:pt x="113305" y="58942"/>
                </a:moveTo>
                <a:cubicBezTo>
                  <a:pt x="112956" y="59813"/>
                  <a:pt x="112583" y="60709"/>
                  <a:pt x="112234" y="61481"/>
                </a:cubicBezTo>
                <a:cubicBezTo>
                  <a:pt x="112217" y="61533"/>
                  <a:pt x="112197" y="61581"/>
                  <a:pt x="112176" y="61630"/>
                </a:cubicBezTo>
                <a:lnTo>
                  <a:pt x="112176" y="61630"/>
                </a:lnTo>
                <a:cubicBezTo>
                  <a:pt x="112515" y="60759"/>
                  <a:pt x="112870" y="59888"/>
                  <a:pt x="113205" y="59017"/>
                </a:cubicBezTo>
                <a:lnTo>
                  <a:pt x="113305" y="58942"/>
                </a:lnTo>
                <a:close/>
                <a:moveTo>
                  <a:pt x="113804" y="58252"/>
                </a:moveTo>
                <a:cubicBezTo>
                  <a:pt x="113489" y="59031"/>
                  <a:pt x="113197" y="59832"/>
                  <a:pt x="112856" y="60610"/>
                </a:cubicBezTo>
                <a:cubicBezTo>
                  <a:pt x="112732" y="60884"/>
                  <a:pt x="112608" y="61207"/>
                  <a:pt x="112483" y="61481"/>
                </a:cubicBezTo>
                <a:cubicBezTo>
                  <a:pt x="112483" y="61506"/>
                  <a:pt x="112458" y="61556"/>
                  <a:pt x="112458" y="61581"/>
                </a:cubicBezTo>
                <a:cubicBezTo>
                  <a:pt x="112458" y="61605"/>
                  <a:pt x="112408" y="61605"/>
                  <a:pt x="112408" y="61630"/>
                </a:cubicBezTo>
                <a:cubicBezTo>
                  <a:pt x="112368" y="61773"/>
                  <a:pt x="112294" y="61899"/>
                  <a:pt x="112241" y="62022"/>
                </a:cubicBezTo>
                <a:lnTo>
                  <a:pt x="112241" y="62022"/>
                </a:lnTo>
                <a:cubicBezTo>
                  <a:pt x="112434" y="61526"/>
                  <a:pt x="112669" y="61029"/>
                  <a:pt x="112881" y="60510"/>
                </a:cubicBezTo>
                <a:cubicBezTo>
                  <a:pt x="112881" y="60485"/>
                  <a:pt x="112931" y="60460"/>
                  <a:pt x="112931" y="60386"/>
                </a:cubicBezTo>
                <a:cubicBezTo>
                  <a:pt x="113180" y="59764"/>
                  <a:pt x="113429" y="59116"/>
                  <a:pt x="113653" y="58494"/>
                </a:cubicBezTo>
                <a:cubicBezTo>
                  <a:pt x="113653" y="58469"/>
                  <a:pt x="113703" y="58444"/>
                  <a:pt x="113703" y="58395"/>
                </a:cubicBezTo>
                <a:cubicBezTo>
                  <a:pt x="113728" y="58370"/>
                  <a:pt x="113753" y="58345"/>
                  <a:pt x="113753" y="58320"/>
                </a:cubicBezTo>
                <a:cubicBezTo>
                  <a:pt x="113782" y="58290"/>
                  <a:pt x="113794" y="58270"/>
                  <a:pt x="113804" y="58252"/>
                </a:cubicBezTo>
                <a:close/>
                <a:moveTo>
                  <a:pt x="110616" y="44804"/>
                </a:moveTo>
                <a:cubicBezTo>
                  <a:pt x="112732" y="47069"/>
                  <a:pt x="114076" y="49484"/>
                  <a:pt x="114574" y="51749"/>
                </a:cubicBezTo>
                <a:cubicBezTo>
                  <a:pt x="113479" y="54636"/>
                  <a:pt x="112184" y="57623"/>
                  <a:pt x="110641" y="60610"/>
                </a:cubicBezTo>
                <a:cubicBezTo>
                  <a:pt x="109695" y="61207"/>
                  <a:pt x="108575" y="61705"/>
                  <a:pt x="107331" y="62078"/>
                </a:cubicBezTo>
                <a:cubicBezTo>
                  <a:pt x="108376" y="59017"/>
                  <a:pt x="109073" y="56129"/>
                  <a:pt x="109322" y="53391"/>
                </a:cubicBezTo>
                <a:lnTo>
                  <a:pt x="109322" y="53342"/>
                </a:lnTo>
                <a:lnTo>
                  <a:pt x="109322" y="53292"/>
                </a:lnTo>
                <a:lnTo>
                  <a:pt x="109322" y="53217"/>
                </a:lnTo>
                <a:cubicBezTo>
                  <a:pt x="109347" y="52794"/>
                  <a:pt x="109372" y="52396"/>
                  <a:pt x="109372" y="51998"/>
                </a:cubicBezTo>
                <a:lnTo>
                  <a:pt x="109372" y="51973"/>
                </a:lnTo>
                <a:lnTo>
                  <a:pt x="109372" y="51823"/>
                </a:lnTo>
                <a:lnTo>
                  <a:pt x="109372" y="51774"/>
                </a:lnTo>
                <a:lnTo>
                  <a:pt x="109372" y="51550"/>
                </a:lnTo>
                <a:lnTo>
                  <a:pt x="109372" y="50429"/>
                </a:lnTo>
                <a:lnTo>
                  <a:pt x="109372" y="50355"/>
                </a:lnTo>
                <a:cubicBezTo>
                  <a:pt x="109372" y="50230"/>
                  <a:pt x="109372" y="50106"/>
                  <a:pt x="109347" y="49981"/>
                </a:cubicBezTo>
                <a:cubicBezTo>
                  <a:pt x="109347" y="49658"/>
                  <a:pt x="109297" y="49359"/>
                  <a:pt x="109272" y="49060"/>
                </a:cubicBezTo>
                <a:lnTo>
                  <a:pt x="109272" y="48886"/>
                </a:lnTo>
                <a:cubicBezTo>
                  <a:pt x="109272" y="48787"/>
                  <a:pt x="109247" y="48687"/>
                  <a:pt x="109247" y="48563"/>
                </a:cubicBezTo>
                <a:lnTo>
                  <a:pt x="109247" y="48513"/>
                </a:lnTo>
                <a:cubicBezTo>
                  <a:pt x="109222" y="48388"/>
                  <a:pt x="109222" y="48239"/>
                  <a:pt x="109222" y="48115"/>
                </a:cubicBezTo>
                <a:cubicBezTo>
                  <a:pt x="109670" y="47019"/>
                  <a:pt x="110118" y="45924"/>
                  <a:pt x="110517" y="44879"/>
                </a:cubicBezTo>
                <a:cubicBezTo>
                  <a:pt x="110542" y="44829"/>
                  <a:pt x="110591" y="44804"/>
                  <a:pt x="110616" y="44804"/>
                </a:cubicBezTo>
                <a:close/>
                <a:moveTo>
                  <a:pt x="109073" y="48513"/>
                </a:moveTo>
                <a:cubicBezTo>
                  <a:pt x="109073" y="48563"/>
                  <a:pt x="109098" y="48637"/>
                  <a:pt x="109098" y="48737"/>
                </a:cubicBezTo>
                <a:cubicBezTo>
                  <a:pt x="109123" y="48886"/>
                  <a:pt x="109123" y="49036"/>
                  <a:pt x="109148" y="49185"/>
                </a:cubicBezTo>
                <a:lnTo>
                  <a:pt x="109148" y="49309"/>
                </a:lnTo>
                <a:cubicBezTo>
                  <a:pt x="109197" y="49633"/>
                  <a:pt x="109197" y="49932"/>
                  <a:pt x="109222" y="50230"/>
                </a:cubicBezTo>
                <a:lnTo>
                  <a:pt x="109222" y="50554"/>
                </a:lnTo>
                <a:lnTo>
                  <a:pt x="109222" y="51848"/>
                </a:lnTo>
                <a:lnTo>
                  <a:pt x="109222" y="51923"/>
                </a:lnTo>
                <a:cubicBezTo>
                  <a:pt x="109222" y="52122"/>
                  <a:pt x="109197" y="52346"/>
                  <a:pt x="109197" y="52520"/>
                </a:cubicBezTo>
                <a:cubicBezTo>
                  <a:pt x="109197" y="52620"/>
                  <a:pt x="109197" y="52744"/>
                  <a:pt x="109148" y="52844"/>
                </a:cubicBezTo>
                <a:cubicBezTo>
                  <a:pt x="109148" y="52919"/>
                  <a:pt x="109148" y="53043"/>
                  <a:pt x="109123" y="53143"/>
                </a:cubicBezTo>
                <a:cubicBezTo>
                  <a:pt x="109098" y="53342"/>
                  <a:pt x="109098" y="53541"/>
                  <a:pt x="109073" y="53740"/>
                </a:cubicBezTo>
                <a:cubicBezTo>
                  <a:pt x="109023" y="54138"/>
                  <a:pt x="108973" y="54536"/>
                  <a:pt x="108899" y="54960"/>
                </a:cubicBezTo>
                <a:cubicBezTo>
                  <a:pt x="108849" y="55408"/>
                  <a:pt x="108749" y="55881"/>
                  <a:pt x="108650" y="56329"/>
                </a:cubicBezTo>
                <a:cubicBezTo>
                  <a:pt x="108625" y="56528"/>
                  <a:pt x="108575" y="56777"/>
                  <a:pt x="108525" y="57026"/>
                </a:cubicBezTo>
                <a:cubicBezTo>
                  <a:pt x="108351" y="57847"/>
                  <a:pt x="108152" y="58643"/>
                  <a:pt x="107903" y="59490"/>
                </a:cubicBezTo>
                <a:cubicBezTo>
                  <a:pt x="107853" y="59714"/>
                  <a:pt x="107779" y="59963"/>
                  <a:pt x="107704" y="60187"/>
                </a:cubicBezTo>
                <a:cubicBezTo>
                  <a:pt x="107505" y="60759"/>
                  <a:pt x="107281" y="61456"/>
                  <a:pt x="107032" y="62128"/>
                </a:cubicBezTo>
                <a:cubicBezTo>
                  <a:pt x="107007" y="62128"/>
                  <a:pt x="107007" y="62128"/>
                  <a:pt x="106982" y="62178"/>
                </a:cubicBezTo>
                <a:cubicBezTo>
                  <a:pt x="107032" y="62004"/>
                  <a:pt x="107082" y="61854"/>
                  <a:pt x="107132" y="61680"/>
                </a:cubicBezTo>
                <a:cubicBezTo>
                  <a:pt x="107132" y="61630"/>
                  <a:pt x="107156" y="61605"/>
                  <a:pt x="107156" y="61605"/>
                </a:cubicBezTo>
                <a:lnTo>
                  <a:pt x="107256" y="61332"/>
                </a:lnTo>
                <a:cubicBezTo>
                  <a:pt x="107356" y="61008"/>
                  <a:pt x="107480" y="60684"/>
                  <a:pt x="107580" y="60361"/>
                </a:cubicBezTo>
                <a:cubicBezTo>
                  <a:pt x="107604" y="60236"/>
                  <a:pt x="107654" y="60087"/>
                  <a:pt x="107704" y="59963"/>
                </a:cubicBezTo>
                <a:cubicBezTo>
                  <a:pt x="107779" y="59714"/>
                  <a:pt x="107853" y="59440"/>
                  <a:pt x="107903" y="59191"/>
                </a:cubicBezTo>
                <a:cubicBezTo>
                  <a:pt x="107953" y="59116"/>
                  <a:pt x="107953" y="59017"/>
                  <a:pt x="107978" y="58967"/>
                </a:cubicBezTo>
                <a:cubicBezTo>
                  <a:pt x="108003" y="58867"/>
                  <a:pt x="108003" y="58818"/>
                  <a:pt x="108028" y="58718"/>
                </a:cubicBezTo>
                <a:cubicBezTo>
                  <a:pt x="108077" y="58594"/>
                  <a:pt x="108102" y="58444"/>
                  <a:pt x="108127" y="58320"/>
                </a:cubicBezTo>
                <a:cubicBezTo>
                  <a:pt x="108127" y="58270"/>
                  <a:pt x="108152" y="58220"/>
                  <a:pt x="108152" y="58195"/>
                </a:cubicBezTo>
                <a:lnTo>
                  <a:pt x="108152" y="58146"/>
                </a:lnTo>
                <a:cubicBezTo>
                  <a:pt x="108227" y="57946"/>
                  <a:pt x="108252" y="57747"/>
                  <a:pt x="108326" y="57523"/>
                </a:cubicBezTo>
                <a:lnTo>
                  <a:pt x="108326" y="57498"/>
                </a:lnTo>
                <a:cubicBezTo>
                  <a:pt x="108376" y="57250"/>
                  <a:pt x="108451" y="56976"/>
                  <a:pt x="108501" y="56727"/>
                </a:cubicBezTo>
                <a:cubicBezTo>
                  <a:pt x="108501" y="56702"/>
                  <a:pt x="108501" y="56652"/>
                  <a:pt x="108525" y="56627"/>
                </a:cubicBezTo>
                <a:cubicBezTo>
                  <a:pt x="108525" y="56602"/>
                  <a:pt x="108525" y="56528"/>
                  <a:pt x="108575" y="56503"/>
                </a:cubicBezTo>
                <a:lnTo>
                  <a:pt x="108575" y="56478"/>
                </a:lnTo>
                <a:lnTo>
                  <a:pt x="108650" y="56005"/>
                </a:lnTo>
                <a:cubicBezTo>
                  <a:pt x="108700" y="55881"/>
                  <a:pt x="108700" y="55756"/>
                  <a:pt x="108725" y="55632"/>
                </a:cubicBezTo>
                <a:cubicBezTo>
                  <a:pt x="108749" y="55482"/>
                  <a:pt x="108774" y="55283"/>
                  <a:pt x="108824" y="55134"/>
                </a:cubicBezTo>
                <a:cubicBezTo>
                  <a:pt x="108849" y="54910"/>
                  <a:pt x="108874" y="54736"/>
                  <a:pt x="108899" y="54536"/>
                </a:cubicBezTo>
                <a:cubicBezTo>
                  <a:pt x="108949" y="54412"/>
                  <a:pt x="108949" y="54288"/>
                  <a:pt x="108973" y="54163"/>
                </a:cubicBezTo>
                <a:cubicBezTo>
                  <a:pt x="108973" y="54113"/>
                  <a:pt x="108998" y="54039"/>
                  <a:pt x="108998" y="53964"/>
                </a:cubicBezTo>
                <a:cubicBezTo>
                  <a:pt x="108998" y="53839"/>
                  <a:pt x="109023" y="53715"/>
                  <a:pt x="109023" y="53591"/>
                </a:cubicBezTo>
                <a:cubicBezTo>
                  <a:pt x="109023" y="53516"/>
                  <a:pt x="109023" y="53491"/>
                  <a:pt x="109073" y="53416"/>
                </a:cubicBezTo>
                <a:cubicBezTo>
                  <a:pt x="109073" y="53292"/>
                  <a:pt x="109098" y="53167"/>
                  <a:pt x="109098" y="53043"/>
                </a:cubicBezTo>
                <a:cubicBezTo>
                  <a:pt x="109098" y="52968"/>
                  <a:pt x="109123" y="52894"/>
                  <a:pt x="109123" y="52794"/>
                </a:cubicBezTo>
                <a:cubicBezTo>
                  <a:pt x="109123" y="52670"/>
                  <a:pt x="109148" y="52520"/>
                  <a:pt x="109148" y="52396"/>
                </a:cubicBezTo>
                <a:lnTo>
                  <a:pt x="109148" y="52147"/>
                </a:lnTo>
                <a:lnTo>
                  <a:pt x="109148" y="51898"/>
                </a:lnTo>
                <a:lnTo>
                  <a:pt x="109148" y="51624"/>
                </a:lnTo>
                <a:lnTo>
                  <a:pt x="109148" y="51475"/>
                </a:lnTo>
                <a:lnTo>
                  <a:pt x="109148" y="50877"/>
                </a:lnTo>
                <a:lnTo>
                  <a:pt x="109148" y="50728"/>
                </a:lnTo>
                <a:lnTo>
                  <a:pt x="109148" y="50405"/>
                </a:lnTo>
                <a:lnTo>
                  <a:pt x="109148" y="50180"/>
                </a:lnTo>
                <a:lnTo>
                  <a:pt x="109148" y="50131"/>
                </a:lnTo>
                <a:cubicBezTo>
                  <a:pt x="109148" y="49882"/>
                  <a:pt x="109123" y="49658"/>
                  <a:pt x="109098" y="49409"/>
                </a:cubicBezTo>
                <a:cubicBezTo>
                  <a:pt x="109098" y="49309"/>
                  <a:pt x="109098" y="49185"/>
                  <a:pt x="109073" y="49110"/>
                </a:cubicBezTo>
                <a:lnTo>
                  <a:pt x="109073" y="49060"/>
                </a:lnTo>
                <a:cubicBezTo>
                  <a:pt x="109073" y="49011"/>
                  <a:pt x="109073" y="48936"/>
                  <a:pt x="109023" y="48911"/>
                </a:cubicBezTo>
                <a:lnTo>
                  <a:pt x="109023" y="48811"/>
                </a:lnTo>
                <a:cubicBezTo>
                  <a:pt x="109023" y="48762"/>
                  <a:pt x="109023" y="48687"/>
                  <a:pt x="108998" y="48637"/>
                </a:cubicBezTo>
                <a:lnTo>
                  <a:pt x="108998" y="48612"/>
                </a:lnTo>
                <a:cubicBezTo>
                  <a:pt x="108998" y="48612"/>
                  <a:pt x="108998" y="48563"/>
                  <a:pt x="109023" y="48563"/>
                </a:cubicBezTo>
                <a:cubicBezTo>
                  <a:pt x="109023" y="48538"/>
                  <a:pt x="109023" y="48538"/>
                  <a:pt x="109073" y="48513"/>
                </a:cubicBezTo>
                <a:close/>
                <a:moveTo>
                  <a:pt x="110467" y="60933"/>
                </a:moveTo>
                <a:cubicBezTo>
                  <a:pt x="110442" y="60958"/>
                  <a:pt x="110442" y="60983"/>
                  <a:pt x="110392" y="61008"/>
                </a:cubicBezTo>
                <a:cubicBezTo>
                  <a:pt x="109471" y="61556"/>
                  <a:pt x="108376" y="62004"/>
                  <a:pt x="107206" y="62352"/>
                </a:cubicBezTo>
                <a:cubicBezTo>
                  <a:pt x="107206" y="62352"/>
                  <a:pt x="107206" y="62327"/>
                  <a:pt x="107231" y="62302"/>
                </a:cubicBezTo>
                <a:cubicBezTo>
                  <a:pt x="108451" y="61954"/>
                  <a:pt x="109521" y="61481"/>
                  <a:pt x="110467" y="60933"/>
                </a:cubicBezTo>
                <a:close/>
                <a:moveTo>
                  <a:pt x="79552" y="55756"/>
                </a:moveTo>
                <a:cubicBezTo>
                  <a:pt x="81469" y="57274"/>
                  <a:pt x="83634" y="58643"/>
                  <a:pt x="85949" y="59764"/>
                </a:cubicBezTo>
                <a:cubicBezTo>
                  <a:pt x="85601" y="60635"/>
                  <a:pt x="85227" y="61506"/>
                  <a:pt x="84804" y="62427"/>
                </a:cubicBezTo>
                <a:cubicBezTo>
                  <a:pt x="82514" y="60684"/>
                  <a:pt x="80249" y="59067"/>
                  <a:pt x="78059" y="57648"/>
                </a:cubicBezTo>
                <a:cubicBezTo>
                  <a:pt x="78581" y="57026"/>
                  <a:pt x="79054" y="56378"/>
                  <a:pt x="79552" y="55756"/>
                </a:cubicBezTo>
                <a:close/>
                <a:moveTo>
                  <a:pt x="61855" y="50728"/>
                </a:moveTo>
                <a:cubicBezTo>
                  <a:pt x="62825" y="51176"/>
                  <a:pt x="63647" y="51475"/>
                  <a:pt x="64294" y="51500"/>
                </a:cubicBezTo>
                <a:cubicBezTo>
                  <a:pt x="64095" y="51649"/>
                  <a:pt x="63896" y="51774"/>
                  <a:pt x="63697" y="51923"/>
                </a:cubicBezTo>
                <a:cubicBezTo>
                  <a:pt x="63448" y="52122"/>
                  <a:pt x="63199" y="52296"/>
                  <a:pt x="62975" y="52495"/>
                </a:cubicBezTo>
                <a:lnTo>
                  <a:pt x="62925" y="52520"/>
                </a:lnTo>
                <a:cubicBezTo>
                  <a:pt x="62676" y="52719"/>
                  <a:pt x="62427" y="52919"/>
                  <a:pt x="62178" y="53118"/>
                </a:cubicBezTo>
                <a:cubicBezTo>
                  <a:pt x="61805" y="53416"/>
                  <a:pt x="61407" y="53740"/>
                  <a:pt x="61033" y="54039"/>
                </a:cubicBezTo>
                <a:cubicBezTo>
                  <a:pt x="60162" y="54760"/>
                  <a:pt x="59341" y="55482"/>
                  <a:pt x="58743" y="56080"/>
                </a:cubicBezTo>
                <a:lnTo>
                  <a:pt x="58594" y="56229"/>
                </a:lnTo>
                <a:cubicBezTo>
                  <a:pt x="57947" y="56851"/>
                  <a:pt x="57474" y="57324"/>
                  <a:pt x="57100" y="57698"/>
                </a:cubicBezTo>
                <a:lnTo>
                  <a:pt x="56851" y="57946"/>
                </a:lnTo>
                <a:lnTo>
                  <a:pt x="56802" y="57996"/>
                </a:lnTo>
                <a:cubicBezTo>
                  <a:pt x="56503" y="58270"/>
                  <a:pt x="55333" y="59465"/>
                  <a:pt x="53690" y="61357"/>
                </a:cubicBezTo>
                <a:lnTo>
                  <a:pt x="53591" y="61456"/>
                </a:lnTo>
                <a:cubicBezTo>
                  <a:pt x="53491" y="61581"/>
                  <a:pt x="53392" y="61680"/>
                  <a:pt x="53317" y="61805"/>
                </a:cubicBezTo>
                <a:cubicBezTo>
                  <a:pt x="53093" y="62078"/>
                  <a:pt x="52869" y="62327"/>
                  <a:pt x="52695" y="62551"/>
                </a:cubicBezTo>
                <a:cubicBezTo>
                  <a:pt x="52645" y="61929"/>
                  <a:pt x="52371" y="61133"/>
                  <a:pt x="51848" y="60212"/>
                </a:cubicBezTo>
                <a:cubicBezTo>
                  <a:pt x="54611" y="56752"/>
                  <a:pt x="58046" y="53466"/>
                  <a:pt x="61855" y="50728"/>
                </a:cubicBezTo>
                <a:close/>
                <a:moveTo>
                  <a:pt x="3388" y="62565"/>
                </a:moveTo>
                <a:lnTo>
                  <a:pt x="3388" y="62565"/>
                </a:lnTo>
                <a:cubicBezTo>
                  <a:pt x="3385" y="62573"/>
                  <a:pt x="3385" y="62576"/>
                  <a:pt x="3385" y="62576"/>
                </a:cubicBezTo>
                <a:lnTo>
                  <a:pt x="3385" y="62576"/>
                </a:lnTo>
                <a:cubicBezTo>
                  <a:pt x="3385" y="62573"/>
                  <a:pt x="3386" y="62569"/>
                  <a:pt x="3388" y="62565"/>
                </a:cubicBezTo>
                <a:close/>
                <a:moveTo>
                  <a:pt x="86074" y="59863"/>
                </a:moveTo>
                <a:cubicBezTo>
                  <a:pt x="86099" y="59863"/>
                  <a:pt x="86099" y="59888"/>
                  <a:pt x="86123" y="59888"/>
                </a:cubicBezTo>
                <a:cubicBezTo>
                  <a:pt x="85825" y="60759"/>
                  <a:pt x="85426" y="61680"/>
                  <a:pt x="84978" y="62576"/>
                </a:cubicBezTo>
                <a:cubicBezTo>
                  <a:pt x="84954" y="62576"/>
                  <a:pt x="84954" y="62551"/>
                  <a:pt x="84929" y="62551"/>
                </a:cubicBezTo>
                <a:cubicBezTo>
                  <a:pt x="85352" y="61630"/>
                  <a:pt x="85725" y="60734"/>
                  <a:pt x="86074" y="59863"/>
                </a:cubicBezTo>
                <a:close/>
                <a:moveTo>
                  <a:pt x="4655" y="59390"/>
                </a:moveTo>
                <a:cubicBezTo>
                  <a:pt x="4281" y="60485"/>
                  <a:pt x="3933" y="61556"/>
                  <a:pt x="3609" y="62601"/>
                </a:cubicBezTo>
                <a:cubicBezTo>
                  <a:pt x="3609" y="62452"/>
                  <a:pt x="3634" y="62327"/>
                  <a:pt x="3684" y="62178"/>
                </a:cubicBezTo>
                <a:cubicBezTo>
                  <a:pt x="3908" y="61357"/>
                  <a:pt x="4182" y="60560"/>
                  <a:pt x="4456" y="59739"/>
                </a:cubicBezTo>
                <a:cubicBezTo>
                  <a:pt x="4530" y="59639"/>
                  <a:pt x="4580" y="59515"/>
                  <a:pt x="4655" y="59390"/>
                </a:cubicBezTo>
                <a:close/>
                <a:moveTo>
                  <a:pt x="97922" y="50753"/>
                </a:moveTo>
                <a:cubicBezTo>
                  <a:pt x="98743" y="54138"/>
                  <a:pt x="98245" y="58245"/>
                  <a:pt x="96677" y="62601"/>
                </a:cubicBezTo>
                <a:cubicBezTo>
                  <a:pt x="94213" y="62253"/>
                  <a:pt x="91774" y="61630"/>
                  <a:pt x="89359" y="60734"/>
                </a:cubicBezTo>
                <a:cubicBezTo>
                  <a:pt x="91724" y="57498"/>
                  <a:pt x="93889" y="54238"/>
                  <a:pt x="95781" y="51002"/>
                </a:cubicBezTo>
                <a:cubicBezTo>
                  <a:pt x="96005" y="50977"/>
                  <a:pt x="96179" y="50927"/>
                  <a:pt x="96403" y="50927"/>
                </a:cubicBezTo>
                <a:cubicBezTo>
                  <a:pt x="96777" y="50902"/>
                  <a:pt x="97150" y="50877"/>
                  <a:pt x="97499" y="50803"/>
                </a:cubicBezTo>
                <a:lnTo>
                  <a:pt x="97524" y="50803"/>
                </a:lnTo>
                <a:cubicBezTo>
                  <a:pt x="97648" y="50778"/>
                  <a:pt x="97772" y="50753"/>
                  <a:pt x="97922" y="50753"/>
                </a:cubicBezTo>
                <a:close/>
                <a:moveTo>
                  <a:pt x="77959" y="57822"/>
                </a:moveTo>
                <a:cubicBezTo>
                  <a:pt x="80125" y="59216"/>
                  <a:pt x="82440" y="60834"/>
                  <a:pt x="84705" y="62576"/>
                </a:cubicBezTo>
                <a:cubicBezTo>
                  <a:pt x="84705" y="62601"/>
                  <a:pt x="84655" y="62601"/>
                  <a:pt x="84655" y="62626"/>
                </a:cubicBezTo>
                <a:cubicBezTo>
                  <a:pt x="82390" y="60859"/>
                  <a:pt x="80100" y="59241"/>
                  <a:pt x="77884" y="57847"/>
                </a:cubicBezTo>
                <a:cubicBezTo>
                  <a:pt x="77909" y="57847"/>
                  <a:pt x="77909" y="57822"/>
                  <a:pt x="77959" y="57822"/>
                </a:cubicBezTo>
                <a:close/>
                <a:moveTo>
                  <a:pt x="98121" y="50678"/>
                </a:moveTo>
                <a:cubicBezTo>
                  <a:pt x="98992" y="54113"/>
                  <a:pt x="98494" y="58245"/>
                  <a:pt x="96901" y="62626"/>
                </a:cubicBezTo>
                <a:lnTo>
                  <a:pt x="96827" y="62626"/>
                </a:lnTo>
                <a:cubicBezTo>
                  <a:pt x="98395" y="58245"/>
                  <a:pt x="98893" y="54113"/>
                  <a:pt x="98046" y="50678"/>
                </a:cubicBezTo>
                <a:close/>
                <a:moveTo>
                  <a:pt x="70293" y="54014"/>
                </a:moveTo>
                <a:cubicBezTo>
                  <a:pt x="71861" y="54611"/>
                  <a:pt x="73728" y="55532"/>
                  <a:pt x="75719" y="56702"/>
                </a:cubicBezTo>
                <a:cubicBezTo>
                  <a:pt x="74649" y="58718"/>
                  <a:pt x="73329" y="60734"/>
                  <a:pt x="71786" y="62726"/>
                </a:cubicBezTo>
                <a:cubicBezTo>
                  <a:pt x="69820" y="60734"/>
                  <a:pt x="68326" y="58942"/>
                  <a:pt x="67380" y="57399"/>
                </a:cubicBezTo>
                <a:cubicBezTo>
                  <a:pt x="67555" y="57200"/>
                  <a:pt x="67729" y="56976"/>
                  <a:pt x="67953" y="56752"/>
                </a:cubicBezTo>
                <a:lnTo>
                  <a:pt x="68052" y="56652"/>
                </a:lnTo>
                <a:cubicBezTo>
                  <a:pt x="68301" y="56378"/>
                  <a:pt x="68525" y="56105"/>
                  <a:pt x="68774" y="55831"/>
                </a:cubicBezTo>
                <a:cubicBezTo>
                  <a:pt x="68874" y="55731"/>
                  <a:pt x="68924" y="55632"/>
                  <a:pt x="69023" y="55532"/>
                </a:cubicBezTo>
                <a:cubicBezTo>
                  <a:pt x="69297" y="55233"/>
                  <a:pt x="69546" y="54885"/>
                  <a:pt x="69820" y="54586"/>
                </a:cubicBezTo>
                <a:lnTo>
                  <a:pt x="70293" y="54014"/>
                </a:lnTo>
                <a:close/>
                <a:moveTo>
                  <a:pt x="51774" y="60311"/>
                </a:moveTo>
                <a:cubicBezTo>
                  <a:pt x="52321" y="61307"/>
                  <a:pt x="52595" y="62103"/>
                  <a:pt x="52570" y="62701"/>
                </a:cubicBezTo>
                <a:lnTo>
                  <a:pt x="52471" y="62800"/>
                </a:lnTo>
                <a:cubicBezTo>
                  <a:pt x="52520" y="62203"/>
                  <a:pt x="52272" y="61357"/>
                  <a:pt x="51724" y="60361"/>
                </a:cubicBezTo>
                <a:lnTo>
                  <a:pt x="51774" y="60311"/>
                </a:lnTo>
                <a:close/>
                <a:moveTo>
                  <a:pt x="84829" y="62701"/>
                </a:moveTo>
                <a:cubicBezTo>
                  <a:pt x="84854" y="62701"/>
                  <a:pt x="84879" y="62726"/>
                  <a:pt x="84879" y="62726"/>
                </a:cubicBezTo>
                <a:cubicBezTo>
                  <a:pt x="84879" y="62750"/>
                  <a:pt x="84854" y="62750"/>
                  <a:pt x="84854" y="62800"/>
                </a:cubicBezTo>
                <a:cubicBezTo>
                  <a:pt x="84829" y="62800"/>
                  <a:pt x="84829" y="62750"/>
                  <a:pt x="84804" y="62750"/>
                </a:cubicBezTo>
                <a:cubicBezTo>
                  <a:pt x="84804" y="62726"/>
                  <a:pt x="84829" y="62726"/>
                  <a:pt x="84829" y="62701"/>
                </a:cubicBezTo>
                <a:close/>
                <a:moveTo>
                  <a:pt x="89235" y="60884"/>
                </a:moveTo>
                <a:cubicBezTo>
                  <a:pt x="91649" y="61805"/>
                  <a:pt x="94163" y="62427"/>
                  <a:pt x="96627" y="62800"/>
                </a:cubicBezTo>
                <a:cubicBezTo>
                  <a:pt x="96627" y="62825"/>
                  <a:pt x="96578" y="62825"/>
                  <a:pt x="96578" y="62850"/>
                </a:cubicBezTo>
                <a:cubicBezTo>
                  <a:pt x="94089" y="62477"/>
                  <a:pt x="91599" y="61854"/>
                  <a:pt x="89210" y="60958"/>
                </a:cubicBezTo>
                <a:cubicBezTo>
                  <a:pt x="89210" y="60933"/>
                  <a:pt x="89210" y="60933"/>
                  <a:pt x="89235" y="60884"/>
                </a:cubicBezTo>
                <a:close/>
                <a:moveTo>
                  <a:pt x="46621" y="54163"/>
                </a:moveTo>
                <a:cubicBezTo>
                  <a:pt x="48538" y="56204"/>
                  <a:pt x="50031" y="58021"/>
                  <a:pt x="51002" y="59515"/>
                </a:cubicBezTo>
                <a:cubicBezTo>
                  <a:pt x="50828" y="59714"/>
                  <a:pt x="50654" y="59938"/>
                  <a:pt x="50479" y="60112"/>
                </a:cubicBezTo>
                <a:lnTo>
                  <a:pt x="50280" y="60311"/>
                </a:lnTo>
                <a:cubicBezTo>
                  <a:pt x="50031" y="60585"/>
                  <a:pt x="49832" y="60859"/>
                  <a:pt x="49608" y="61108"/>
                </a:cubicBezTo>
                <a:cubicBezTo>
                  <a:pt x="49533" y="61207"/>
                  <a:pt x="49459" y="61257"/>
                  <a:pt x="49384" y="61357"/>
                </a:cubicBezTo>
                <a:cubicBezTo>
                  <a:pt x="48961" y="61854"/>
                  <a:pt x="48513" y="62352"/>
                  <a:pt x="48115" y="62875"/>
                </a:cubicBezTo>
                <a:cubicBezTo>
                  <a:pt x="46547" y="62302"/>
                  <a:pt x="44680" y="61357"/>
                  <a:pt x="42688" y="60212"/>
                </a:cubicBezTo>
                <a:cubicBezTo>
                  <a:pt x="43759" y="58195"/>
                  <a:pt x="45053" y="56154"/>
                  <a:pt x="46621" y="54163"/>
                </a:cubicBezTo>
                <a:close/>
                <a:moveTo>
                  <a:pt x="96827" y="62825"/>
                </a:moveTo>
                <a:cubicBezTo>
                  <a:pt x="96827" y="62850"/>
                  <a:pt x="96827" y="62850"/>
                  <a:pt x="96802" y="62875"/>
                </a:cubicBezTo>
                <a:lnTo>
                  <a:pt x="96752" y="62875"/>
                </a:lnTo>
                <a:cubicBezTo>
                  <a:pt x="96752" y="62850"/>
                  <a:pt x="96777" y="62850"/>
                  <a:pt x="96777" y="62825"/>
                </a:cubicBezTo>
                <a:close/>
                <a:moveTo>
                  <a:pt x="59062" y="56174"/>
                </a:moveTo>
                <a:cubicBezTo>
                  <a:pt x="59047" y="56189"/>
                  <a:pt x="59032" y="56207"/>
                  <a:pt x="59017" y="56229"/>
                </a:cubicBezTo>
                <a:lnTo>
                  <a:pt x="58917" y="56353"/>
                </a:lnTo>
                <a:cubicBezTo>
                  <a:pt x="58220" y="57026"/>
                  <a:pt x="57723" y="57498"/>
                  <a:pt x="57324" y="57872"/>
                </a:cubicBezTo>
                <a:lnTo>
                  <a:pt x="57100" y="58096"/>
                </a:lnTo>
                <a:lnTo>
                  <a:pt x="57075" y="58121"/>
                </a:lnTo>
                <a:lnTo>
                  <a:pt x="56727" y="58469"/>
                </a:lnTo>
                <a:lnTo>
                  <a:pt x="56478" y="58718"/>
                </a:lnTo>
                <a:cubicBezTo>
                  <a:pt x="56453" y="58743"/>
                  <a:pt x="56453" y="58743"/>
                  <a:pt x="56453" y="58768"/>
                </a:cubicBezTo>
                <a:cubicBezTo>
                  <a:pt x="56354" y="58867"/>
                  <a:pt x="56254" y="58967"/>
                  <a:pt x="56179" y="59091"/>
                </a:cubicBezTo>
                <a:cubicBezTo>
                  <a:pt x="55706" y="59589"/>
                  <a:pt x="55109" y="60236"/>
                  <a:pt x="54387" y="61058"/>
                </a:cubicBezTo>
                <a:cubicBezTo>
                  <a:pt x="53765" y="61755"/>
                  <a:pt x="53217" y="62427"/>
                  <a:pt x="52819" y="62925"/>
                </a:cubicBezTo>
                <a:lnTo>
                  <a:pt x="52819" y="62850"/>
                </a:lnTo>
                <a:lnTo>
                  <a:pt x="52819" y="62800"/>
                </a:lnTo>
                <a:lnTo>
                  <a:pt x="52844" y="62750"/>
                </a:lnTo>
                <a:lnTo>
                  <a:pt x="53217" y="62302"/>
                </a:lnTo>
                <a:cubicBezTo>
                  <a:pt x="54462" y="60809"/>
                  <a:pt x="55806" y="59340"/>
                  <a:pt x="57200" y="57946"/>
                </a:cubicBezTo>
                <a:cubicBezTo>
                  <a:pt x="57778" y="57392"/>
                  <a:pt x="58398" y="56794"/>
                  <a:pt x="59062" y="56174"/>
                </a:cubicBezTo>
                <a:close/>
                <a:moveTo>
                  <a:pt x="108476" y="46447"/>
                </a:moveTo>
                <a:cubicBezTo>
                  <a:pt x="108476" y="46646"/>
                  <a:pt x="108525" y="46795"/>
                  <a:pt x="108575" y="46994"/>
                </a:cubicBezTo>
                <a:cubicBezTo>
                  <a:pt x="108600" y="47144"/>
                  <a:pt x="108625" y="47318"/>
                  <a:pt x="108650" y="47492"/>
                </a:cubicBezTo>
                <a:cubicBezTo>
                  <a:pt x="108650" y="47517"/>
                  <a:pt x="108650" y="47542"/>
                  <a:pt x="108700" y="47567"/>
                </a:cubicBezTo>
                <a:lnTo>
                  <a:pt x="108700" y="47642"/>
                </a:lnTo>
                <a:cubicBezTo>
                  <a:pt x="108725" y="47766"/>
                  <a:pt x="108725" y="47891"/>
                  <a:pt x="108749" y="48015"/>
                </a:cubicBezTo>
                <a:cubicBezTo>
                  <a:pt x="106659" y="52919"/>
                  <a:pt x="103921" y="57946"/>
                  <a:pt x="100635" y="62925"/>
                </a:cubicBezTo>
                <a:cubicBezTo>
                  <a:pt x="99490" y="62925"/>
                  <a:pt x="98295" y="62825"/>
                  <a:pt x="97076" y="62676"/>
                </a:cubicBezTo>
                <a:cubicBezTo>
                  <a:pt x="98644" y="58245"/>
                  <a:pt x="99141" y="54088"/>
                  <a:pt x="98295" y="50629"/>
                </a:cubicBezTo>
                <a:cubicBezTo>
                  <a:pt x="98370" y="50629"/>
                  <a:pt x="98420" y="50604"/>
                  <a:pt x="98494" y="50604"/>
                </a:cubicBezTo>
                <a:lnTo>
                  <a:pt x="98519" y="50604"/>
                </a:lnTo>
                <a:lnTo>
                  <a:pt x="99440" y="50405"/>
                </a:lnTo>
                <a:cubicBezTo>
                  <a:pt x="99764" y="50355"/>
                  <a:pt x="100062" y="50255"/>
                  <a:pt x="100411" y="50156"/>
                </a:cubicBezTo>
                <a:lnTo>
                  <a:pt x="100486" y="50156"/>
                </a:lnTo>
                <a:cubicBezTo>
                  <a:pt x="100510" y="50156"/>
                  <a:pt x="100510" y="50156"/>
                  <a:pt x="100535" y="50131"/>
                </a:cubicBezTo>
                <a:cubicBezTo>
                  <a:pt x="100809" y="50031"/>
                  <a:pt x="101133" y="49981"/>
                  <a:pt x="101407" y="49882"/>
                </a:cubicBezTo>
                <a:cubicBezTo>
                  <a:pt x="101730" y="49782"/>
                  <a:pt x="102004" y="49658"/>
                  <a:pt x="102303" y="49558"/>
                </a:cubicBezTo>
                <a:cubicBezTo>
                  <a:pt x="102352" y="49558"/>
                  <a:pt x="102352" y="49558"/>
                  <a:pt x="102377" y="49533"/>
                </a:cubicBezTo>
                <a:cubicBezTo>
                  <a:pt x="102676" y="49409"/>
                  <a:pt x="103024" y="49309"/>
                  <a:pt x="103348" y="49185"/>
                </a:cubicBezTo>
                <a:cubicBezTo>
                  <a:pt x="103622" y="49060"/>
                  <a:pt x="103896" y="48936"/>
                  <a:pt x="104145" y="48811"/>
                </a:cubicBezTo>
                <a:cubicBezTo>
                  <a:pt x="104145" y="48811"/>
                  <a:pt x="104169" y="48811"/>
                  <a:pt x="104169" y="48787"/>
                </a:cubicBezTo>
                <a:cubicBezTo>
                  <a:pt x="104219" y="48787"/>
                  <a:pt x="104244" y="48762"/>
                  <a:pt x="104269" y="48762"/>
                </a:cubicBezTo>
                <a:cubicBezTo>
                  <a:pt x="104543" y="48637"/>
                  <a:pt x="104866" y="48513"/>
                  <a:pt x="105140" y="48363"/>
                </a:cubicBezTo>
                <a:cubicBezTo>
                  <a:pt x="105389" y="48239"/>
                  <a:pt x="105638" y="48065"/>
                  <a:pt x="105887" y="47940"/>
                </a:cubicBezTo>
                <a:lnTo>
                  <a:pt x="105912" y="47940"/>
                </a:lnTo>
                <a:cubicBezTo>
                  <a:pt x="106111" y="47866"/>
                  <a:pt x="106260" y="47766"/>
                  <a:pt x="106459" y="47667"/>
                </a:cubicBezTo>
                <a:cubicBezTo>
                  <a:pt x="106609" y="47567"/>
                  <a:pt x="106758" y="47517"/>
                  <a:pt x="106908" y="47418"/>
                </a:cubicBezTo>
                <a:cubicBezTo>
                  <a:pt x="107007" y="47368"/>
                  <a:pt x="107082" y="47318"/>
                  <a:pt x="107156" y="47268"/>
                </a:cubicBezTo>
                <a:cubicBezTo>
                  <a:pt x="107331" y="47169"/>
                  <a:pt x="107480" y="47044"/>
                  <a:pt x="107654" y="46945"/>
                </a:cubicBezTo>
                <a:cubicBezTo>
                  <a:pt x="107953" y="46770"/>
                  <a:pt x="108227" y="46621"/>
                  <a:pt x="108476" y="46447"/>
                </a:cubicBezTo>
                <a:close/>
                <a:moveTo>
                  <a:pt x="108774" y="48413"/>
                </a:moveTo>
                <a:lnTo>
                  <a:pt x="108774" y="48488"/>
                </a:lnTo>
                <a:cubicBezTo>
                  <a:pt x="106733" y="53267"/>
                  <a:pt x="104095" y="58121"/>
                  <a:pt x="100909" y="62925"/>
                </a:cubicBezTo>
                <a:lnTo>
                  <a:pt x="100859" y="62925"/>
                </a:lnTo>
                <a:cubicBezTo>
                  <a:pt x="104020" y="58121"/>
                  <a:pt x="106708" y="53242"/>
                  <a:pt x="108774" y="48413"/>
                </a:cubicBezTo>
                <a:close/>
                <a:moveTo>
                  <a:pt x="67281" y="57598"/>
                </a:moveTo>
                <a:cubicBezTo>
                  <a:pt x="68202" y="59067"/>
                  <a:pt x="69695" y="60859"/>
                  <a:pt x="71637" y="62875"/>
                </a:cubicBezTo>
                <a:cubicBezTo>
                  <a:pt x="71637" y="62925"/>
                  <a:pt x="71587" y="62925"/>
                  <a:pt x="71587" y="62950"/>
                </a:cubicBezTo>
                <a:cubicBezTo>
                  <a:pt x="69670" y="60933"/>
                  <a:pt x="68177" y="59116"/>
                  <a:pt x="67206" y="57648"/>
                </a:cubicBezTo>
                <a:lnTo>
                  <a:pt x="67281" y="57598"/>
                </a:lnTo>
                <a:close/>
                <a:moveTo>
                  <a:pt x="75819" y="56826"/>
                </a:moveTo>
                <a:cubicBezTo>
                  <a:pt x="75819" y="56826"/>
                  <a:pt x="75868" y="56826"/>
                  <a:pt x="75868" y="56851"/>
                </a:cubicBezTo>
                <a:lnTo>
                  <a:pt x="75893" y="56851"/>
                </a:lnTo>
                <a:cubicBezTo>
                  <a:pt x="75843" y="57001"/>
                  <a:pt x="75744" y="57125"/>
                  <a:pt x="75669" y="57274"/>
                </a:cubicBezTo>
                <a:cubicBezTo>
                  <a:pt x="75619" y="57399"/>
                  <a:pt x="75545" y="57498"/>
                  <a:pt x="75495" y="57623"/>
                </a:cubicBezTo>
                <a:cubicBezTo>
                  <a:pt x="75395" y="57822"/>
                  <a:pt x="75271" y="57996"/>
                  <a:pt x="75171" y="58195"/>
                </a:cubicBezTo>
                <a:cubicBezTo>
                  <a:pt x="75122" y="58320"/>
                  <a:pt x="75047" y="58444"/>
                  <a:pt x="74972" y="58519"/>
                </a:cubicBezTo>
                <a:cubicBezTo>
                  <a:pt x="74773" y="58843"/>
                  <a:pt x="74549" y="59141"/>
                  <a:pt x="74375" y="59465"/>
                </a:cubicBezTo>
                <a:cubicBezTo>
                  <a:pt x="74176" y="59764"/>
                  <a:pt x="74001" y="60087"/>
                  <a:pt x="73777" y="60361"/>
                </a:cubicBezTo>
                <a:cubicBezTo>
                  <a:pt x="73603" y="60684"/>
                  <a:pt x="73354" y="60958"/>
                  <a:pt x="73155" y="61257"/>
                </a:cubicBezTo>
                <a:cubicBezTo>
                  <a:pt x="72931" y="61581"/>
                  <a:pt x="72757" y="61854"/>
                  <a:pt x="72533" y="62178"/>
                </a:cubicBezTo>
                <a:cubicBezTo>
                  <a:pt x="72508" y="62203"/>
                  <a:pt x="72508" y="62228"/>
                  <a:pt x="72483" y="62253"/>
                </a:cubicBezTo>
                <a:cubicBezTo>
                  <a:pt x="72284" y="62502"/>
                  <a:pt x="72110" y="62726"/>
                  <a:pt x="71911" y="62950"/>
                </a:cubicBezTo>
                <a:lnTo>
                  <a:pt x="71886" y="62925"/>
                </a:lnTo>
                <a:cubicBezTo>
                  <a:pt x="73429" y="60884"/>
                  <a:pt x="74773" y="58843"/>
                  <a:pt x="75819" y="56826"/>
                </a:cubicBezTo>
                <a:close/>
                <a:moveTo>
                  <a:pt x="108874" y="48936"/>
                </a:moveTo>
                <a:lnTo>
                  <a:pt x="108874" y="49036"/>
                </a:lnTo>
                <a:cubicBezTo>
                  <a:pt x="108899" y="49235"/>
                  <a:pt x="108899" y="49409"/>
                  <a:pt x="108899" y="49558"/>
                </a:cubicBezTo>
                <a:cubicBezTo>
                  <a:pt x="108949" y="49882"/>
                  <a:pt x="108949" y="50156"/>
                  <a:pt x="108973" y="50479"/>
                </a:cubicBezTo>
                <a:lnTo>
                  <a:pt x="108973" y="50554"/>
                </a:lnTo>
                <a:lnTo>
                  <a:pt x="108973" y="50853"/>
                </a:lnTo>
                <a:lnTo>
                  <a:pt x="108973" y="51923"/>
                </a:lnTo>
                <a:lnTo>
                  <a:pt x="108973" y="52222"/>
                </a:lnTo>
                <a:lnTo>
                  <a:pt x="108874" y="53416"/>
                </a:lnTo>
                <a:cubicBezTo>
                  <a:pt x="108874" y="53491"/>
                  <a:pt x="108874" y="53591"/>
                  <a:pt x="108849" y="53640"/>
                </a:cubicBezTo>
                <a:cubicBezTo>
                  <a:pt x="108824" y="54088"/>
                  <a:pt x="108749" y="54512"/>
                  <a:pt x="108700" y="54960"/>
                </a:cubicBezTo>
                <a:cubicBezTo>
                  <a:pt x="108700" y="55009"/>
                  <a:pt x="108700" y="55034"/>
                  <a:pt x="108650" y="55109"/>
                </a:cubicBezTo>
                <a:lnTo>
                  <a:pt x="108650" y="55134"/>
                </a:lnTo>
                <a:cubicBezTo>
                  <a:pt x="108600" y="55607"/>
                  <a:pt x="108501" y="56080"/>
                  <a:pt x="108401" y="56577"/>
                </a:cubicBezTo>
                <a:lnTo>
                  <a:pt x="108401" y="56602"/>
                </a:lnTo>
                <a:lnTo>
                  <a:pt x="108401" y="56627"/>
                </a:lnTo>
                <a:lnTo>
                  <a:pt x="108401" y="56702"/>
                </a:lnTo>
                <a:cubicBezTo>
                  <a:pt x="108301" y="57200"/>
                  <a:pt x="108202" y="57722"/>
                  <a:pt x="108052" y="58245"/>
                </a:cubicBezTo>
                <a:cubicBezTo>
                  <a:pt x="107654" y="59515"/>
                  <a:pt x="107256" y="60859"/>
                  <a:pt x="106758" y="62228"/>
                </a:cubicBezTo>
                <a:cubicBezTo>
                  <a:pt x="105016" y="62701"/>
                  <a:pt x="103124" y="62925"/>
                  <a:pt x="101158" y="62950"/>
                </a:cubicBezTo>
                <a:cubicBezTo>
                  <a:pt x="104219" y="58320"/>
                  <a:pt x="106833" y="53615"/>
                  <a:pt x="108874" y="48936"/>
                </a:cubicBezTo>
                <a:close/>
                <a:moveTo>
                  <a:pt x="51127" y="59714"/>
                </a:moveTo>
                <a:lnTo>
                  <a:pt x="51127" y="59714"/>
                </a:lnTo>
                <a:cubicBezTo>
                  <a:pt x="51027" y="59863"/>
                  <a:pt x="50952" y="59988"/>
                  <a:pt x="50828" y="60112"/>
                </a:cubicBezTo>
                <a:cubicBezTo>
                  <a:pt x="50828" y="60137"/>
                  <a:pt x="50778" y="60137"/>
                  <a:pt x="50778" y="60187"/>
                </a:cubicBezTo>
                <a:cubicBezTo>
                  <a:pt x="50654" y="60311"/>
                  <a:pt x="50529" y="60460"/>
                  <a:pt x="50405" y="60585"/>
                </a:cubicBezTo>
                <a:cubicBezTo>
                  <a:pt x="50031" y="60983"/>
                  <a:pt x="49708" y="61431"/>
                  <a:pt x="49359" y="61829"/>
                </a:cubicBezTo>
                <a:cubicBezTo>
                  <a:pt x="49260" y="61929"/>
                  <a:pt x="49210" y="62004"/>
                  <a:pt x="49110" y="62128"/>
                </a:cubicBezTo>
                <a:cubicBezTo>
                  <a:pt x="48861" y="62427"/>
                  <a:pt x="48637" y="62701"/>
                  <a:pt x="48413" y="62999"/>
                </a:cubicBezTo>
                <a:lnTo>
                  <a:pt x="48388" y="62999"/>
                </a:lnTo>
                <a:cubicBezTo>
                  <a:pt x="49235" y="61879"/>
                  <a:pt x="50156" y="60809"/>
                  <a:pt x="51127" y="59714"/>
                </a:cubicBezTo>
                <a:close/>
                <a:moveTo>
                  <a:pt x="40672" y="59515"/>
                </a:moveTo>
                <a:cubicBezTo>
                  <a:pt x="41170" y="59838"/>
                  <a:pt x="41643" y="60112"/>
                  <a:pt x="42116" y="60386"/>
                </a:cubicBezTo>
                <a:cubicBezTo>
                  <a:pt x="41668" y="61307"/>
                  <a:pt x="41270" y="62203"/>
                  <a:pt x="40921" y="63099"/>
                </a:cubicBezTo>
                <a:cubicBezTo>
                  <a:pt x="40349" y="62551"/>
                  <a:pt x="39776" y="62004"/>
                  <a:pt x="39154" y="61481"/>
                </a:cubicBezTo>
                <a:cubicBezTo>
                  <a:pt x="39652" y="60834"/>
                  <a:pt x="40150" y="60187"/>
                  <a:pt x="40672" y="59515"/>
                </a:cubicBezTo>
                <a:close/>
                <a:moveTo>
                  <a:pt x="42614" y="60386"/>
                </a:moveTo>
                <a:cubicBezTo>
                  <a:pt x="44605" y="61556"/>
                  <a:pt x="46422" y="62477"/>
                  <a:pt x="47990" y="63074"/>
                </a:cubicBezTo>
                <a:cubicBezTo>
                  <a:pt x="47990" y="63099"/>
                  <a:pt x="47990" y="63099"/>
                  <a:pt x="47965" y="63124"/>
                </a:cubicBezTo>
                <a:cubicBezTo>
                  <a:pt x="46397" y="62551"/>
                  <a:pt x="44555" y="61630"/>
                  <a:pt x="42564" y="60460"/>
                </a:cubicBezTo>
                <a:cubicBezTo>
                  <a:pt x="42564" y="60436"/>
                  <a:pt x="42614" y="60436"/>
                  <a:pt x="42614" y="60386"/>
                </a:cubicBezTo>
                <a:close/>
                <a:moveTo>
                  <a:pt x="97026" y="62850"/>
                </a:moveTo>
                <a:cubicBezTo>
                  <a:pt x="98196" y="62999"/>
                  <a:pt x="99365" y="63099"/>
                  <a:pt x="100510" y="63099"/>
                </a:cubicBezTo>
                <a:cubicBezTo>
                  <a:pt x="100510" y="63124"/>
                  <a:pt x="100486" y="63124"/>
                  <a:pt x="100486" y="63174"/>
                </a:cubicBezTo>
                <a:cubicBezTo>
                  <a:pt x="99316" y="63124"/>
                  <a:pt x="98171" y="63049"/>
                  <a:pt x="97026" y="62925"/>
                </a:cubicBezTo>
                <a:lnTo>
                  <a:pt x="97026" y="62850"/>
                </a:lnTo>
                <a:close/>
                <a:moveTo>
                  <a:pt x="100784" y="63099"/>
                </a:moveTo>
                <a:cubicBezTo>
                  <a:pt x="100759" y="63124"/>
                  <a:pt x="100759" y="63174"/>
                  <a:pt x="100735" y="63174"/>
                </a:cubicBezTo>
                <a:lnTo>
                  <a:pt x="100660" y="63174"/>
                </a:lnTo>
                <a:cubicBezTo>
                  <a:pt x="100660" y="63124"/>
                  <a:pt x="100685" y="63124"/>
                  <a:pt x="100735" y="63099"/>
                </a:cubicBezTo>
                <a:close/>
                <a:moveTo>
                  <a:pt x="106659" y="62427"/>
                </a:moveTo>
                <a:cubicBezTo>
                  <a:pt x="106659" y="62452"/>
                  <a:pt x="106634" y="62477"/>
                  <a:pt x="106634" y="62477"/>
                </a:cubicBezTo>
                <a:cubicBezTo>
                  <a:pt x="104916" y="62925"/>
                  <a:pt x="103000" y="63174"/>
                  <a:pt x="100983" y="63174"/>
                </a:cubicBezTo>
                <a:cubicBezTo>
                  <a:pt x="101008" y="63174"/>
                  <a:pt x="101033" y="63124"/>
                  <a:pt x="101033" y="63099"/>
                </a:cubicBezTo>
                <a:cubicBezTo>
                  <a:pt x="103024" y="63099"/>
                  <a:pt x="104916" y="62875"/>
                  <a:pt x="106659" y="62427"/>
                </a:cubicBezTo>
                <a:close/>
                <a:moveTo>
                  <a:pt x="51276" y="59963"/>
                </a:moveTo>
                <a:cubicBezTo>
                  <a:pt x="51276" y="59988"/>
                  <a:pt x="51326" y="60062"/>
                  <a:pt x="51375" y="60112"/>
                </a:cubicBezTo>
                <a:cubicBezTo>
                  <a:pt x="50579" y="61133"/>
                  <a:pt x="49782" y="62203"/>
                  <a:pt x="49110" y="63248"/>
                </a:cubicBezTo>
                <a:cubicBezTo>
                  <a:pt x="48961" y="63198"/>
                  <a:pt x="48762" y="63124"/>
                  <a:pt x="48588" y="63099"/>
                </a:cubicBezTo>
                <a:cubicBezTo>
                  <a:pt x="48762" y="62875"/>
                  <a:pt x="48961" y="62626"/>
                  <a:pt x="49135" y="62427"/>
                </a:cubicBezTo>
                <a:lnTo>
                  <a:pt x="49160" y="62377"/>
                </a:lnTo>
                <a:lnTo>
                  <a:pt x="49733" y="61730"/>
                </a:lnTo>
                <a:cubicBezTo>
                  <a:pt x="49982" y="61456"/>
                  <a:pt x="50230" y="61133"/>
                  <a:pt x="50479" y="60859"/>
                </a:cubicBezTo>
                <a:lnTo>
                  <a:pt x="51127" y="60112"/>
                </a:lnTo>
                <a:cubicBezTo>
                  <a:pt x="51201" y="60062"/>
                  <a:pt x="51226" y="59988"/>
                  <a:pt x="51276" y="59963"/>
                </a:cubicBezTo>
                <a:close/>
                <a:moveTo>
                  <a:pt x="39054" y="61630"/>
                </a:moveTo>
                <a:cubicBezTo>
                  <a:pt x="39677" y="62178"/>
                  <a:pt x="40299" y="62726"/>
                  <a:pt x="40871" y="63298"/>
                </a:cubicBezTo>
                <a:cubicBezTo>
                  <a:pt x="40871" y="63323"/>
                  <a:pt x="40822" y="63323"/>
                  <a:pt x="40822" y="63348"/>
                </a:cubicBezTo>
                <a:cubicBezTo>
                  <a:pt x="40274" y="62750"/>
                  <a:pt x="39652" y="62228"/>
                  <a:pt x="39029" y="61680"/>
                </a:cubicBezTo>
                <a:lnTo>
                  <a:pt x="39054" y="61630"/>
                </a:lnTo>
                <a:close/>
                <a:moveTo>
                  <a:pt x="42365" y="60560"/>
                </a:moveTo>
                <a:cubicBezTo>
                  <a:pt x="42365" y="60560"/>
                  <a:pt x="42390" y="60560"/>
                  <a:pt x="42390" y="60585"/>
                </a:cubicBezTo>
                <a:cubicBezTo>
                  <a:pt x="41917" y="61506"/>
                  <a:pt x="41519" y="62427"/>
                  <a:pt x="41170" y="63348"/>
                </a:cubicBezTo>
                <a:lnTo>
                  <a:pt x="41145" y="63323"/>
                </a:lnTo>
                <a:lnTo>
                  <a:pt x="41120" y="63298"/>
                </a:lnTo>
                <a:cubicBezTo>
                  <a:pt x="41120" y="63198"/>
                  <a:pt x="41145" y="63124"/>
                  <a:pt x="41170" y="63074"/>
                </a:cubicBezTo>
                <a:cubicBezTo>
                  <a:pt x="41245" y="62950"/>
                  <a:pt x="41295" y="62800"/>
                  <a:pt x="41319" y="62676"/>
                </a:cubicBezTo>
                <a:lnTo>
                  <a:pt x="41519" y="62203"/>
                </a:lnTo>
                <a:cubicBezTo>
                  <a:pt x="41543" y="62103"/>
                  <a:pt x="41618" y="61979"/>
                  <a:pt x="41668" y="61879"/>
                </a:cubicBezTo>
                <a:cubicBezTo>
                  <a:pt x="41767" y="61705"/>
                  <a:pt x="41867" y="61481"/>
                  <a:pt x="41942" y="61307"/>
                </a:cubicBezTo>
                <a:cubicBezTo>
                  <a:pt x="41991" y="61232"/>
                  <a:pt x="42016" y="61133"/>
                  <a:pt x="42066" y="61083"/>
                </a:cubicBezTo>
                <a:cubicBezTo>
                  <a:pt x="42166" y="60884"/>
                  <a:pt x="42240" y="60734"/>
                  <a:pt x="42315" y="60560"/>
                </a:cubicBezTo>
                <a:close/>
                <a:moveTo>
                  <a:pt x="51475" y="60311"/>
                </a:moveTo>
                <a:cubicBezTo>
                  <a:pt x="51475" y="60336"/>
                  <a:pt x="51500" y="60336"/>
                  <a:pt x="51500" y="60361"/>
                </a:cubicBezTo>
                <a:cubicBezTo>
                  <a:pt x="50728" y="61357"/>
                  <a:pt x="50006" y="62352"/>
                  <a:pt x="49334" y="63348"/>
                </a:cubicBezTo>
                <a:cubicBezTo>
                  <a:pt x="49285" y="63348"/>
                  <a:pt x="49285" y="63348"/>
                  <a:pt x="49260" y="63323"/>
                </a:cubicBezTo>
                <a:cubicBezTo>
                  <a:pt x="49957" y="62302"/>
                  <a:pt x="50703" y="61307"/>
                  <a:pt x="51475" y="60311"/>
                </a:cubicBezTo>
                <a:close/>
                <a:moveTo>
                  <a:pt x="48463" y="63223"/>
                </a:moveTo>
                <a:cubicBezTo>
                  <a:pt x="48637" y="63298"/>
                  <a:pt x="48837" y="63348"/>
                  <a:pt x="48986" y="63422"/>
                </a:cubicBezTo>
                <a:cubicBezTo>
                  <a:pt x="48986" y="63447"/>
                  <a:pt x="48961" y="63447"/>
                  <a:pt x="48961" y="63472"/>
                </a:cubicBezTo>
                <a:cubicBezTo>
                  <a:pt x="48762" y="63422"/>
                  <a:pt x="48613" y="63348"/>
                  <a:pt x="48413" y="63298"/>
                </a:cubicBezTo>
                <a:cubicBezTo>
                  <a:pt x="48413" y="63248"/>
                  <a:pt x="48463" y="63248"/>
                  <a:pt x="48463" y="63223"/>
                </a:cubicBezTo>
                <a:close/>
                <a:moveTo>
                  <a:pt x="76043" y="56951"/>
                </a:moveTo>
                <a:cubicBezTo>
                  <a:pt x="76491" y="57225"/>
                  <a:pt x="76963" y="57474"/>
                  <a:pt x="77412" y="57772"/>
                </a:cubicBezTo>
                <a:cubicBezTo>
                  <a:pt x="75868" y="59714"/>
                  <a:pt x="74225" y="61605"/>
                  <a:pt x="72483" y="63497"/>
                </a:cubicBezTo>
                <a:lnTo>
                  <a:pt x="72035" y="63074"/>
                </a:lnTo>
                <a:cubicBezTo>
                  <a:pt x="73628" y="61083"/>
                  <a:pt x="74972" y="58992"/>
                  <a:pt x="76043" y="56951"/>
                </a:cubicBezTo>
                <a:close/>
                <a:moveTo>
                  <a:pt x="49160" y="63472"/>
                </a:moveTo>
                <a:cubicBezTo>
                  <a:pt x="49210" y="63472"/>
                  <a:pt x="49210" y="63472"/>
                  <a:pt x="49235" y="63497"/>
                </a:cubicBezTo>
                <a:cubicBezTo>
                  <a:pt x="49235" y="63547"/>
                  <a:pt x="49210" y="63547"/>
                  <a:pt x="49210" y="63572"/>
                </a:cubicBezTo>
                <a:cubicBezTo>
                  <a:pt x="49160" y="63547"/>
                  <a:pt x="49135" y="63547"/>
                  <a:pt x="49135" y="63547"/>
                </a:cubicBezTo>
                <a:cubicBezTo>
                  <a:pt x="49135" y="63497"/>
                  <a:pt x="49160" y="63497"/>
                  <a:pt x="49160" y="63472"/>
                </a:cubicBezTo>
                <a:close/>
                <a:moveTo>
                  <a:pt x="51599" y="60510"/>
                </a:moveTo>
                <a:cubicBezTo>
                  <a:pt x="52247" y="61755"/>
                  <a:pt x="52471" y="62676"/>
                  <a:pt x="52147" y="63174"/>
                </a:cubicBezTo>
                <a:cubicBezTo>
                  <a:pt x="51978" y="63455"/>
                  <a:pt x="51604" y="63593"/>
                  <a:pt x="51063" y="63593"/>
                </a:cubicBezTo>
                <a:cubicBezTo>
                  <a:pt x="50646" y="63593"/>
                  <a:pt x="50130" y="63510"/>
                  <a:pt x="49533" y="63348"/>
                </a:cubicBezTo>
                <a:cubicBezTo>
                  <a:pt x="50156" y="62427"/>
                  <a:pt x="50853" y="61456"/>
                  <a:pt x="51599" y="60510"/>
                </a:cubicBezTo>
                <a:close/>
                <a:moveTo>
                  <a:pt x="3435" y="63174"/>
                </a:moveTo>
                <a:lnTo>
                  <a:pt x="3435" y="63373"/>
                </a:lnTo>
                <a:cubicBezTo>
                  <a:pt x="3410" y="63447"/>
                  <a:pt x="3410" y="63547"/>
                  <a:pt x="3360" y="63597"/>
                </a:cubicBezTo>
                <a:lnTo>
                  <a:pt x="3360" y="63373"/>
                </a:lnTo>
                <a:cubicBezTo>
                  <a:pt x="3385" y="63323"/>
                  <a:pt x="3385" y="63248"/>
                  <a:pt x="3435" y="63174"/>
                </a:cubicBezTo>
                <a:close/>
                <a:moveTo>
                  <a:pt x="52471" y="63099"/>
                </a:moveTo>
                <a:cubicBezTo>
                  <a:pt x="52471" y="63124"/>
                  <a:pt x="52446" y="63174"/>
                  <a:pt x="52396" y="63198"/>
                </a:cubicBezTo>
                <a:lnTo>
                  <a:pt x="52396" y="63223"/>
                </a:lnTo>
                <a:cubicBezTo>
                  <a:pt x="52396" y="63248"/>
                  <a:pt x="52371" y="63298"/>
                  <a:pt x="52371" y="63323"/>
                </a:cubicBezTo>
                <a:cubicBezTo>
                  <a:pt x="52321" y="63422"/>
                  <a:pt x="52247" y="63497"/>
                  <a:pt x="52147" y="63572"/>
                </a:cubicBezTo>
                <a:lnTo>
                  <a:pt x="52122" y="63572"/>
                </a:lnTo>
                <a:cubicBezTo>
                  <a:pt x="52122" y="63572"/>
                  <a:pt x="52097" y="63597"/>
                  <a:pt x="52072" y="63597"/>
                </a:cubicBezTo>
                <a:cubicBezTo>
                  <a:pt x="52197" y="63447"/>
                  <a:pt x="52321" y="63248"/>
                  <a:pt x="52471" y="63099"/>
                </a:cubicBezTo>
                <a:close/>
                <a:moveTo>
                  <a:pt x="71935" y="63198"/>
                </a:moveTo>
                <a:lnTo>
                  <a:pt x="72359" y="63597"/>
                </a:lnTo>
                <a:cubicBezTo>
                  <a:pt x="72359" y="63622"/>
                  <a:pt x="72309" y="63622"/>
                  <a:pt x="72309" y="63622"/>
                </a:cubicBezTo>
                <a:lnTo>
                  <a:pt x="71920" y="63232"/>
                </a:lnTo>
                <a:lnTo>
                  <a:pt x="71920" y="63232"/>
                </a:lnTo>
                <a:cubicBezTo>
                  <a:pt x="71927" y="63228"/>
                  <a:pt x="71935" y="63213"/>
                  <a:pt x="71935" y="63198"/>
                </a:cubicBezTo>
                <a:close/>
                <a:moveTo>
                  <a:pt x="77586" y="57872"/>
                </a:moveTo>
                <a:cubicBezTo>
                  <a:pt x="77611" y="57872"/>
                  <a:pt x="77611" y="57897"/>
                  <a:pt x="77636" y="57897"/>
                </a:cubicBezTo>
                <a:cubicBezTo>
                  <a:pt x="76092" y="59863"/>
                  <a:pt x="74425" y="61805"/>
                  <a:pt x="72682" y="63671"/>
                </a:cubicBezTo>
                <a:lnTo>
                  <a:pt x="72657" y="63622"/>
                </a:lnTo>
                <a:cubicBezTo>
                  <a:pt x="74375" y="61730"/>
                  <a:pt x="76018" y="59813"/>
                  <a:pt x="77586" y="57872"/>
                </a:cubicBezTo>
                <a:close/>
                <a:moveTo>
                  <a:pt x="86323" y="59913"/>
                </a:moveTo>
                <a:cubicBezTo>
                  <a:pt x="87094" y="60286"/>
                  <a:pt x="87866" y="60610"/>
                  <a:pt x="88687" y="60909"/>
                </a:cubicBezTo>
                <a:cubicBezTo>
                  <a:pt x="87965" y="61879"/>
                  <a:pt x="87244" y="62825"/>
                  <a:pt x="86497" y="63746"/>
                </a:cubicBezTo>
                <a:cubicBezTo>
                  <a:pt x="86049" y="63373"/>
                  <a:pt x="85601" y="63024"/>
                  <a:pt x="85128" y="62676"/>
                </a:cubicBezTo>
                <a:cubicBezTo>
                  <a:pt x="85576" y="61730"/>
                  <a:pt x="85974" y="60834"/>
                  <a:pt x="86323" y="59913"/>
                </a:cubicBezTo>
                <a:close/>
                <a:moveTo>
                  <a:pt x="72508" y="63796"/>
                </a:moveTo>
                <a:lnTo>
                  <a:pt x="72533" y="63821"/>
                </a:lnTo>
                <a:cubicBezTo>
                  <a:pt x="72533" y="63846"/>
                  <a:pt x="72508" y="63846"/>
                  <a:pt x="72508" y="63846"/>
                </a:cubicBezTo>
                <a:lnTo>
                  <a:pt x="72458" y="63821"/>
                </a:lnTo>
                <a:cubicBezTo>
                  <a:pt x="72458" y="63796"/>
                  <a:pt x="72508" y="63796"/>
                  <a:pt x="72508" y="63796"/>
                </a:cubicBezTo>
                <a:close/>
                <a:moveTo>
                  <a:pt x="49384" y="63547"/>
                </a:moveTo>
                <a:cubicBezTo>
                  <a:pt x="50038" y="63714"/>
                  <a:pt x="50581" y="63798"/>
                  <a:pt x="51023" y="63798"/>
                </a:cubicBezTo>
                <a:cubicBezTo>
                  <a:pt x="51305" y="63798"/>
                  <a:pt x="51546" y="63764"/>
                  <a:pt x="51749" y="63696"/>
                </a:cubicBezTo>
                <a:lnTo>
                  <a:pt x="51749" y="63696"/>
                </a:lnTo>
                <a:cubicBezTo>
                  <a:pt x="51724" y="63721"/>
                  <a:pt x="51699" y="63746"/>
                  <a:pt x="51699" y="63796"/>
                </a:cubicBezTo>
                <a:cubicBezTo>
                  <a:pt x="51500" y="63846"/>
                  <a:pt x="51276" y="63871"/>
                  <a:pt x="51002" y="63871"/>
                </a:cubicBezTo>
                <a:cubicBezTo>
                  <a:pt x="50579" y="63871"/>
                  <a:pt x="50006" y="63796"/>
                  <a:pt x="49359" y="63597"/>
                </a:cubicBezTo>
                <a:cubicBezTo>
                  <a:pt x="49359" y="63572"/>
                  <a:pt x="49384" y="63572"/>
                  <a:pt x="49384" y="63547"/>
                </a:cubicBezTo>
                <a:close/>
                <a:moveTo>
                  <a:pt x="88837" y="61008"/>
                </a:moveTo>
                <a:cubicBezTo>
                  <a:pt x="88861" y="61008"/>
                  <a:pt x="88861" y="61008"/>
                  <a:pt x="88911" y="61058"/>
                </a:cubicBezTo>
                <a:cubicBezTo>
                  <a:pt x="88189" y="62004"/>
                  <a:pt x="87443" y="62950"/>
                  <a:pt x="86696" y="63920"/>
                </a:cubicBezTo>
                <a:cubicBezTo>
                  <a:pt x="86671" y="63920"/>
                  <a:pt x="86671" y="63871"/>
                  <a:pt x="86621" y="63871"/>
                </a:cubicBezTo>
                <a:cubicBezTo>
                  <a:pt x="87368" y="62950"/>
                  <a:pt x="88115" y="61979"/>
                  <a:pt x="88837" y="61008"/>
                </a:cubicBezTo>
                <a:close/>
                <a:moveTo>
                  <a:pt x="85053" y="62850"/>
                </a:moveTo>
                <a:cubicBezTo>
                  <a:pt x="85476" y="63198"/>
                  <a:pt x="85949" y="63572"/>
                  <a:pt x="86372" y="63920"/>
                </a:cubicBezTo>
                <a:cubicBezTo>
                  <a:pt x="86372" y="63945"/>
                  <a:pt x="86347" y="63945"/>
                  <a:pt x="86347" y="63970"/>
                </a:cubicBezTo>
                <a:cubicBezTo>
                  <a:pt x="85924" y="63597"/>
                  <a:pt x="85451" y="63248"/>
                  <a:pt x="85003" y="62925"/>
                </a:cubicBezTo>
                <a:cubicBezTo>
                  <a:pt x="85003" y="62875"/>
                  <a:pt x="85053" y="62875"/>
                  <a:pt x="85053" y="62850"/>
                </a:cubicBezTo>
                <a:close/>
                <a:moveTo>
                  <a:pt x="86497" y="64045"/>
                </a:moveTo>
                <a:cubicBezTo>
                  <a:pt x="86547" y="64045"/>
                  <a:pt x="86571" y="64045"/>
                  <a:pt x="86571" y="64070"/>
                </a:cubicBezTo>
                <a:cubicBezTo>
                  <a:pt x="86571" y="64095"/>
                  <a:pt x="86522" y="64095"/>
                  <a:pt x="86522" y="64119"/>
                </a:cubicBezTo>
                <a:cubicBezTo>
                  <a:pt x="86497" y="64119"/>
                  <a:pt x="86497" y="64095"/>
                  <a:pt x="86472" y="64095"/>
                </a:cubicBezTo>
                <a:cubicBezTo>
                  <a:pt x="86472" y="64070"/>
                  <a:pt x="86497" y="64070"/>
                  <a:pt x="86497" y="64045"/>
                </a:cubicBezTo>
                <a:close/>
                <a:moveTo>
                  <a:pt x="7019" y="56851"/>
                </a:moveTo>
                <a:lnTo>
                  <a:pt x="7019" y="56851"/>
                </a:lnTo>
                <a:cubicBezTo>
                  <a:pt x="5725" y="59365"/>
                  <a:pt x="4605" y="61879"/>
                  <a:pt x="3684" y="64343"/>
                </a:cubicBezTo>
                <a:cubicBezTo>
                  <a:pt x="3659" y="64045"/>
                  <a:pt x="3609" y="63721"/>
                  <a:pt x="3609" y="63373"/>
                </a:cubicBezTo>
                <a:cubicBezTo>
                  <a:pt x="4033" y="61879"/>
                  <a:pt x="4481" y="60336"/>
                  <a:pt x="5078" y="58768"/>
                </a:cubicBezTo>
                <a:cubicBezTo>
                  <a:pt x="5601" y="58046"/>
                  <a:pt x="6223" y="57399"/>
                  <a:pt x="7019" y="56851"/>
                </a:cubicBezTo>
                <a:close/>
                <a:moveTo>
                  <a:pt x="3460" y="63970"/>
                </a:moveTo>
                <a:cubicBezTo>
                  <a:pt x="3485" y="64244"/>
                  <a:pt x="3535" y="64468"/>
                  <a:pt x="3560" y="64717"/>
                </a:cubicBezTo>
                <a:cubicBezTo>
                  <a:pt x="3560" y="64742"/>
                  <a:pt x="3535" y="64816"/>
                  <a:pt x="3535" y="64841"/>
                </a:cubicBezTo>
                <a:cubicBezTo>
                  <a:pt x="3485" y="64617"/>
                  <a:pt x="3460" y="64368"/>
                  <a:pt x="3435" y="64169"/>
                </a:cubicBezTo>
                <a:cubicBezTo>
                  <a:pt x="3435" y="64095"/>
                  <a:pt x="3460" y="64045"/>
                  <a:pt x="3460" y="63970"/>
                </a:cubicBezTo>
                <a:close/>
                <a:moveTo>
                  <a:pt x="7443" y="56528"/>
                </a:moveTo>
                <a:cubicBezTo>
                  <a:pt x="6024" y="59340"/>
                  <a:pt x="4779" y="62128"/>
                  <a:pt x="3784" y="64841"/>
                </a:cubicBezTo>
                <a:cubicBezTo>
                  <a:pt x="3784" y="64816"/>
                  <a:pt x="3734" y="64742"/>
                  <a:pt x="3734" y="64717"/>
                </a:cubicBezTo>
                <a:cubicBezTo>
                  <a:pt x="4729" y="62053"/>
                  <a:pt x="5949" y="59340"/>
                  <a:pt x="7318" y="56602"/>
                </a:cubicBezTo>
                <a:cubicBezTo>
                  <a:pt x="7343" y="56577"/>
                  <a:pt x="7393" y="56528"/>
                  <a:pt x="7443" y="56528"/>
                </a:cubicBezTo>
                <a:close/>
                <a:moveTo>
                  <a:pt x="3609" y="65090"/>
                </a:moveTo>
                <a:cubicBezTo>
                  <a:pt x="3609" y="65115"/>
                  <a:pt x="3609" y="65165"/>
                  <a:pt x="3659" y="65215"/>
                </a:cubicBezTo>
                <a:cubicBezTo>
                  <a:pt x="3659" y="65240"/>
                  <a:pt x="3609" y="65314"/>
                  <a:pt x="3609" y="65339"/>
                </a:cubicBezTo>
                <a:cubicBezTo>
                  <a:pt x="3609" y="65314"/>
                  <a:pt x="3609" y="65240"/>
                  <a:pt x="3584" y="65215"/>
                </a:cubicBezTo>
                <a:cubicBezTo>
                  <a:pt x="3584" y="65190"/>
                  <a:pt x="3609" y="65115"/>
                  <a:pt x="3609" y="65090"/>
                </a:cubicBezTo>
                <a:close/>
                <a:moveTo>
                  <a:pt x="65713" y="54039"/>
                </a:moveTo>
                <a:lnTo>
                  <a:pt x="65713" y="54113"/>
                </a:lnTo>
                <a:lnTo>
                  <a:pt x="65713" y="54163"/>
                </a:lnTo>
                <a:cubicBezTo>
                  <a:pt x="65713" y="54163"/>
                  <a:pt x="65713" y="54213"/>
                  <a:pt x="65688" y="54213"/>
                </a:cubicBezTo>
                <a:cubicBezTo>
                  <a:pt x="65538" y="54387"/>
                  <a:pt x="65414" y="54536"/>
                  <a:pt x="65290" y="54711"/>
                </a:cubicBezTo>
                <a:cubicBezTo>
                  <a:pt x="64045" y="56204"/>
                  <a:pt x="62701" y="57623"/>
                  <a:pt x="61307" y="59017"/>
                </a:cubicBezTo>
                <a:cubicBezTo>
                  <a:pt x="60635" y="59639"/>
                  <a:pt x="59938" y="60336"/>
                  <a:pt x="59191" y="61008"/>
                </a:cubicBezTo>
                <a:cubicBezTo>
                  <a:pt x="58992" y="61207"/>
                  <a:pt x="58768" y="61381"/>
                  <a:pt x="58569" y="61581"/>
                </a:cubicBezTo>
                <a:cubicBezTo>
                  <a:pt x="58196" y="61929"/>
                  <a:pt x="57847" y="62228"/>
                  <a:pt x="57499" y="62551"/>
                </a:cubicBezTo>
                <a:cubicBezTo>
                  <a:pt x="57399" y="62626"/>
                  <a:pt x="57324" y="62726"/>
                  <a:pt x="57225" y="62800"/>
                </a:cubicBezTo>
                <a:lnTo>
                  <a:pt x="57200" y="62825"/>
                </a:lnTo>
                <a:cubicBezTo>
                  <a:pt x="56901" y="63049"/>
                  <a:pt x="56627" y="63248"/>
                  <a:pt x="56379" y="63497"/>
                </a:cubicBezTo>
                <a:cubicBezTo>
                  <a:pt x="55482" y="64219"/>
                  <a:pt x="54611" y="64916"/>
                  <a:pt x="53889" y="65439"/>
                </a:cubicBezTo>
                <a:cubicBezTo>
                  <a:pt x="53815" y="65439"/>
                  <a:pt x="53765" y="65464"/>
                  <a:pt x="53740" y="65464"/>
                </a:cubicBezTo>
                <a:lnTo>
                  <a:pt x="53616" y="65464"/>
                </a:lnTo>
                <a:cubicBezTo>
                  <a:pt x="53641" y="65439"/>
                  <a:pt x="53690" y="65414"/>
                  <a:pt x="53740" y="65364"/>
                </a:cubicBezTo>
                <a:cubicBezTo>
                  <a:pt x="53740" y="65364"/>
                  <a:pt x="53765" y="65364"/>
                  <a:pt x="53765" y="65339"/>
                </a:cubicBezTo>
                <a:cubicBezTo>
                  <a:pt x="53840" y="65289"/>
                  <a:pt x="53939" y="65240"/>
                  <a:pt x="53989" y="65190"/>
                </a:cubicBezTo>
                <a:cubicBezTo>
                  <a:pt x="54188" y="65040"/>
                  <a:pt x="54362" y="64891"/>
                  <a:pt x="54561" y="64767"/>
                </a:cubicBezTo>
                <a:cubicBezTo>
                  <a:pt x="54810" y="64592"/>
                  <a:pt x="55010" y="64443"/>
                  <a:pt x="55234" y="64244"/>
                </a:cubicBezTo>
                <a:lnTo>
                  <a:pt x="55308" y="64219"/>
                </a:lnTo>
                <a:cubicBezTo>
                  <a:pt x="55358" y="64169"/>
                  <a:pt x="55433" y="64119"/>
                  <a:pt x="55482" y="64070"/>
                </a:cubicBezTo>
                <a:cubicBezTo>
                  <a:pt x="55557" y="64045"/>
                  <a:pt x="55582" y="63970"/>
                  <a:pt x="55632" y="63945"/>
                </a:cubicBezTo>
                <a:lnTo>
                  <a:pt x="56105" y="63572"/>
                </a:lnTo>
                <a:cubicBezTo>
                  <a:pt x="56453" y="63298"/>
                  <a:pt x="56827" y="62999"/>
                  <a:pt x="57125" y="62726"/>
                </a:cubicBezTo>
                <a:cubicBezTo>
                  <a:pt x="57225" y="62676"/>
                  <a:pt x="57324" y="62576"/>
                  <a:pt x="57374" y="62502"/>
                </a:cubicBezTo>
                <a:lnTo>
                  <a:pt x="57424" y="62502"/>
                </a:lnTo>
                <a:cubicBezTo>
                  <a:pt x="57797" y="62203"/>
                  <a:pt x="58196" y="61854"/>
                  <a:pt x="58544" y="61556"/>
                </a:cubicBezTo>
                <a:cubicBezTo>
                  <a:pt x="58793" y="61332"/>
                  <a:pt x="58992" y="61108"/>
                  <a:pt x="59241" y="60884"/>
                </a:cubicBezTo>
                <a:cubicBezTo>
                  <a:pt x="59316" y="60834"/>
                  <a:pt x="59415" y="60759"/>
                  <a:pt x="59465" y="60709"/>
                </a:cubicBezTo>
                <a:cubicBezTo>
                  <a:pt x="59490" y="60684"/>
                  <a:pt x="59565" y="60635"/>
                  <a:pt x="59589" y="60585"/>
                </a:cubicBezTo>
                <a:cubicBezTo>
                  <a:pt x="60311" y="59888"/>
                  <a:pt x="60809" y="59390"/>
                  <a:pt x="61207" y="59017"/>
                </a:cubicBezTo>
                <a:cubicBezTo>
                  <a:pt x="61257" y="58967"/>
                  <a:pt x="61357" y="58892"/>
                  <a:pt x="61431" y="58843"/>
                </a:cubicBezTo>
                <a:lnTo>
                  <a:pt x="61456" y="58818"/>
                </a:lnTo>
                <a:lnTo>
                  <a:pt x="61830" y="58444"/>
                </a:lnTo>
                <a:lnTo>
                  <a:pt x="61879" y="58370"/>
                </a:lnTo>
                <a:cubicBezTo>
                  <a:pt x="61979" y="58270"/>
                  <a:pt x="62079" y="58195"/>
                  <a:pt x="62128" y="58096"/>
                </a:cubicBezTo>
                <a:lnTo>
                  <a:pt x="62253" y="57971"/>
                </a:lnTo>
                <a:cubicBezTo>
                  <a:pt x="62751" y="57449"/>
                  <a:pt x="63448" y="56727"/>
                  <a:pt x="64244" y="55781"/>
                </a:cubicBezTo>
                <a:cubicBezTo>
                  <a:pt x="64319" y="55731"/>
                  <a:pt x="64369" y="55632"/>
                  <a:pt x="64443" y="55582"/>
                </a:cubicBezTo>
                <a:cubicBezTo>
                  <a:pt x="64493" y="55482"/>
                  <a:pt x="64593" y="55408"/>
                  <a:pt x="64667" y="55333"/>
                </a:cubicBezTo>
                <a:cubicBezTo>
                  <a:pt x="64717" y="55258"/>
                  <a:pt x="64742" y="55208"/>
                  <a:pt x="64817" y="55134"/>
                </a:cubicBezTo>
                <a:cubicBezTo>
                  <a:pt x="65041" y="54860"/>
                  <a:pt x="65240" y="54611"/>
                  <a:pt x="65439" y="54387"/>
                </a:cubicBezTo>
                <a:cubicBezTo>
                  <a:pt x="65464" y="54337"/>
                  <a:pt x="65538" y="54288"/>
                  <a:pt x="65563" y="54238"/>
                </a:cubicBezTo>
                <a:cubicBezTo>
                  <a:pt x="65613" y="54163"/>
                  <a:pt x="65663" y="54113"/>
                  <a:pt x="65713" y="54039"/>
                </a:cubicBezTo>
                <a:close/>
                <a:moveTo>
                  <a:pt x="29197" y="56254"/>
                </a:moveTo>
                <a:cubicBezTo>
                  <a:pt x="29222" y="56254"/>
                  <a:pt x="29222" y="56279"/>
                  <a:pt x="29247" y="56279"/>
                </a:cubicBezTo>
                <a:cubicBezTo>
                  <a:pt x="26907" y="59465"/>
                  <a:pt x="24767" y="62701"/>
                  <a:pt x="22900" y="65912"/>
                </a:cubicBezTo>
                <a:lnTo>
                  <a:pt x="22850" y="65912"/>
                </a:lnTo>
                <a:cubicBezTo>
                  <a:pt x="24717" y="62701"/>
                  <a:pt x="26858" y="59465"/>
                  <a:pt x="29197" y="56254"/>
                </a:cubicBezTo>
                <a:close/>
                <a:moveTo>
                  <a:pt x="53367" y="65737"/>
                </a:moveTo>
                <a:cubicBezTo>
                  <a:pt x="53342" y="65787"/>
                  <a:pt x="53267" y="65812"/>
                  <a:pt x="53242" y="65837"/>
                </a:cubicBezTo>
                <a:cubicBezTo>
                  <a:pt x="53217" y="65862"/>
                  <a:pt x="53192" y="65862"/>
                  <a:pt x="53143" y="65912"/>
                </a:cubicBezTo>
                <a:cubicBezTo>
                  <a:pt x="53118" y="65936"/>
                  <a:pt x="53043" y="65961"/>
                  <a:pt x="53018" y="65986"/>
                </a:cubicBezTo>
                <a:lnTo>
                  <a:pt x="52993" y="65961"/>
                </a:lnTo>
                <a:cubicBezTo>
                  <a:pt x="52993" y="65961"/>
                  <a:pt x="52993" y="65936"/>
                  <a:pt x="53018" y="65936"/>
                </a:cubicBezTo>
                <a:cubicBezTo>
                  <a:pt x="53043" y="65936"/>
                  <a:pt x="53043" y="65912"/>
                  <a:pt x="53093" y="65912"/>
                </a:cubicBezTo>
                <a:lnTo>
                  <a:pt x="53118" y="65862"/>
                </a:lnTo>
                <a:cubicBezTo>
                  <a:pt x="53143" y="65837"/>
                  <a:pt x="53168" y="65837"/>
                  <a:pt x="53217" y="65812"/>
                </a:cubicBezTo>
                <a:cubicBezTo>
                  <a:pt x="53242" y="65812"/>
                  <a:pt x="53317" y="65787"/>
                  <a:pt x="53367" y="65737"/>
                </a:cubicBezTo>
                <a:close/>
                <a:moveTo>
                  <a:pt x="52869" y="66086"/>
                </a:moveTo>
                <a:lnTo>
                  <a:pt x="52869" y="66086"/>
                </a:lnTo>
                <a:cubicBezTo>
                  <a:pt x="52849" y="66106"/>
                  <a:pt x="52828" y="66126"/>
                  <a:pt x="52795" y="66133"/>
                </a:cubicBezTo>
                <a:lnTo>
                  <a:pt x="52795" y="66133"/>
                </a:lnTo>
                <a:cubicBezTo>
                  <a:pt x="52814" y="66121"/>
                  <a:pt x="52841" y="66100"/>
                  <a:pt x="52869" y="66086"/>
                </a:cubicBezTo>
                <a:close/>
                <a:moveTo>
                  <a:pt x="21730" y="54337"/>
                </a:moveTo>
                <a:cubicBezTo>
                  <a:pt x="24194" y="54661"/>
                  <a:pt x="26634" y="55283"/>
                  <a:pt x="29048" y="56204"/>
                </a:cubicBezTo>
                <a:cubicBezTo>
                  <a:pt x="26683" y="59440"/>
                  <a:pt x="24518" y="62701"/>
                  <a:pt x="22626" y="65936"/>
                </a:cubicBezTo>
                <a:cubicBezTo>
                  <a:pt x="22452" y="65961"/>
                  <a:pt x="22253" y="65961"/>
                  <a:pt x="22079" y="65986"/>
                </a:cubicBezTo>
                <a:cubicBezTo>
                  <a:pt x="21655" y="66036"/>
                  <a:pt x="21257" y="66086"/>
                  <a:pt x="20884" y="66111"/>
                </a:cubicBezTo>
                <a:cubicBezTo>
                  <a:pt x="20759" y="66161"/>
                  <a:pt x="20635" y="66185"/>
                  <a:pt x="20486" y="66185"/>
                </a:cubicBezTo>
                <a:cubicBezTo>
                  <a:pt x="19664" y="62825"/>
                  <a:pt x="20137" y="58718"/>
                  <a:pt x="21730" y="54337"/>
                </a:cubicBezTo>
                <a:close/>
                <a:moveTo>
                  <a:pt x="22776" y="66111"/>
                </a:moveTo>
                <a:cubicBezTo>
                  <a:pt x="22776" y="66161"/>
                  <a:pt x="22751" y="66161"/>
                  <a:pt x="22751" y="66185"/>
                </a:cubicBezTo>
                <a:lnTo>
                  <a:pt x="22701" y="66185"/>
                </a:lnTo>
                <a:cubicBezTo>
                  <a:pt x="22701" y="66161"/>
                  <a:pt x="22726" y="66161"/>
                  <a:pt x="22726" y="66111"/>
                </a:cubicBezTo>
                <a:close/>
                <a:moveTo>
                  <a:pt x="21531" y="54288"/>
                </a:moveTo>
                <a:cubicBezTo>
                  <a:pt x="19988" y="58693"/>
                  <a:pt x="19490" y="62825"/>
                  <a:pt x="20311" y="66235"/>
                </a:cubicBezTo>
                <a:lnTo>
                  <a:pt x="20262" y="66235"/>
                </a:lnTo>
                <a:cubicBezTo>
                  <a:pt x="19415" y="62825"/>
                  <a:pt x="19888" y="58693"/>
                  <a:pt x="21481" y="54288"/>
                </a:cubicBezTo>
                <a:close/>
                <a:moveTo>
                  <a:pt x="65663" y="54462"/>
                </a:moveTo>
                <a:cubicBezTo>
                  <a:pt x="65688" y="55084"/>
                  <a:pt x="65962" y="55856"/>
                  <a:pt x="66484" y="56777"/>
                </a:cubicBezTo>
                <a:cubicBezTo>
                  <a:pt x="63721" y="60236"/>
                  <a:pt x="60311" y="63522"/>
                  <a:pt x="56478" y="66285"/>
                </a:cubicBezTo>
                <a:cubicBezTo>
                  <a:pt x="55557" y="65787"/>
                  <a:pt x="54736" y="65488"/>
                  <a:pt x="54089" y="65464"/>
                </a:cubicBezTo>
                <a:cubicBezTo>
                  <a:pt x="54263" y="65314"/>
                  <a:pt x="54462" y="65190"/>
                  <a:pt x="54686" y="65040"/>
                </a:cubicBezTo>
                <a:cubicBezTo>
                  <a:pt x="54935" y="64841"/>
                  <a:pt x="55184" y="64667"/>
                  <a:pt x="55383" y="64468"/>
                </a:cubicBezTo>
                <a:lnTo>
                  <a:pt x="55458" y="64418"/>
                </a:lnTo>
                <a:cubicBezTo>
                  <a:pt x="55706" y="64219"/>
                  <a:pt x="55955" y="64045"/>
                  <a:pt x="56204" y="63821"/>
                </a:cubicBezTo>
                <a:cubicBezTo>
                  <a:pt x="56603" y="63497"/>
                  <a:pt x="57001" y="63174"/>
                  <a:pt x="57374" y="62850"/>
                </a:cubicBezTo>
                <a:cubicBezTo>
                  <a:pt x="58196" y="62178"/>
                  <a:pt x="58967" y="61481"/>
                  <a:pt x="59589" y="60884"/>
                </a:cubicBezTo>
                <a:cubicBezTo>
                  <a:pt x="59664" y="60859"/>
                  <a:pt x="59689" y="60784"/>
                  <a:pt x="59714" y="60759"/>
                </a:cubicBezTo>
                <a:cubicBezTo>
                  <a:pt x="60361" y="60137"/>
                  <a:pt x="60859" y="59664"/>
                  <a:pt x="61232" y="59291"/>
                </a:cubicBezTo>
                <a:lnTo>
                  <a:pt x="61506" y="59017"/>
                </a:lnTo>
                <a:lnTo>
                  <a:pt x="61556" y="58992"/>
                </a:lnTo>
                <a:lnTo>
                  <a:pt x="61929" y="58619"/>
                </a:lnTo>
                <a:lnTo>
                  <a:pt x="62128" y="58395"/>
                </a:lnTo>
                <a:cubicBezTo>
                  <a:pt x="62178" y="58370"/>
                  <a:pt x="62178" y="58345"/>
                  <a:pt x="62203" y="58345"/>
                </a:cubicBezTo>
                <a:lnTo>
                  <a:pt x="62477" y="58071"/>
                </a:lnTo>
                <a:cubicBezTo>
                  <a:pt x="62950" y="57573"/>
                  <a:pt x="63597" y="56876"/>
                  <a:pt x="64344" y="56030"/>
                </a:cubicBezTo>
                <a:cubicBezTo>
                  <a:pt x="64493" y="55856"/>
                  <a:pt x="64692" y="55657"/>
                  <a:pt x="64842" y="55457"/>
                </a:cubicBezTo>
                <a:cubicBezTo>
                  <a:pt x="64891" y="55408"/>
                  <a:pt x="64916" y="55358"/>
                  <a:pt x="64941" y="55333"/>
                </a:cubicBezTo>
                <a:cubicBezTo>
                  <a:pt x="65190" y="55009"/>
                  <a:pt x="65439" y="54736"/>
                  <a:pt x="65663" y="54462"/>
                </a:cubicBezTo>
                <a:close/>
                <a:moveTo>
                  <a:pt x="53840" y="65613"/>
                </a:moveTo>
                <a:cubicBezTo>
                  <a:pt x="54462" y="65613"/>
                  <a:pt x="55308" y="65862"/>
                  <a:pt x="56304" y="66409"/>
                </a:cubicBezTo>
                <a:cubicBezTo>
                  <a:pt x="56254" y="66409"/>
                  <a:pt x="56254" y="66434"/>
                  <a:pt x="56229" y="66434"/>
                </a:cubicBezTo>
                <a:cubicBezTo>
                  <a:pt x="56179" y="66409"/>
                  <a:pt x="56130" y="66409"/>
                  <a:pt x="56105" y="66360"/>
                </a:cubicBezTo>
                <a:cubicBezTo>
                  <a:pt x="55955" y="66285"/>
                  <a:pt x="55756" y="66210"/>
                  <a:pt x="55607" y="66111"/>
                </a:cubicBezTo>
                <a:cubicBezTo>
                  <a:pt x="55582" y="66111"/>
                  <a:pt x="55557" y="66086"/>
                  <a:pt x="55557" y="66086"/>
                </a:cubicBezTo>
                <a:cubicBezTo>
                  <a:pt x="55358" y="65986"/>
                  <a:pt x="55184" y="65936"/>
                  <a:pt x="54985" y="65862"/>
                </a:cubicBezTo>
                <a:cubicBezTo>
                  <a:pt x="54960" y="65862"/>
                  <a:pt x="54935" y="65837"/>
                  <a:pt x="54885" y="65837"/>
                </a:cubicBezTo>
                <a:cubicBezTo>
                  <a:pt x="54711" y="65787"/>
                  <a:pt x="54561" y="65737"/>
                  <a:pt x="54387" y="65712"/>
                </a:cubicBezTo>
                <a:cubicBezTo>
                  <a:pt x="54238" y="65688"/>
                  <a:pt x="54113" y="65688"/>
                  <a:pt x="53989" y="65688"/>
                </a:cubicBezTo>
                <a:lnTo>
                  <a:pt x="53740" y="65688"/>
                </a:lnTo>
                <a:cubicBezTo>
                  <a:pt x="53740" y="65688"/>
                  <a:pt x="53765" y="65688"/>
                  <a:pt x="53765" y="65663"/>
                </a:cubicBezTo>
                <a:cubicBezTo>
                  <a:pt x="53815" y="65613"/>
                  <a:pt x="53815" y="65613"/>
                  <a:pt x="53840" y="65613"/>
                </a:cubicBezTo>
                <a:close/>
                <a:moveTo>
                  <a:pt x="66584" y="56976"/>
                </a:moveTo>
                <a:cubicBezTo>
                  <a:pt x="66584" y="57001"/>
                  <a:pt x="66634" y="57001"/>
                  <a:pt x="66634" y="57026"/>
                </a:cubicBezTo>
                <a:cubicBezTo>
                  <a:pt x="63846" y="60460"/>
                  <a:pt x="60486" y="63696"/>
                  <a:pt x="56727" y="66434"/>
                </a:cubicBezTo>
                <a:cubicBezTo>
                  <a:pt x="56702" y="66434"/>
                  <a:pt x="56702" y="66409"/>
                  <a:pt x="56677" y="66409"/>
                </a:cubicBezTo>
                <a:cubicBezTo>
                  <a:pt x="60436" y="63671"/>
                  <a:pt x="63821" y="60386"/>
                  <a:pt x="66584" y="56976"/>
                </a:cubicBezTo>
                <a:close/>
                <a:moveTo>
                  <a:pt x="22502" y="66161"/>
                </a:moveTo>
                <a:cubicBezTo>
                  <a:pt x="22502" y="66185"/>
                  <a:pt x="22477" y="66210"/>
                  <a:pt x="22477" y="66210"/>
                </a:cubicBezTo>
                <a:cubicBezTo>
                  <a:pt x="21954" y="66285"/>
                  <a:pt x="21407" y="66310"/>
                  <a:pt x="20884" y="66409"/>
                </a:cubicBezTo>
                <a:cubicBezTo>
                  <a:pt x="20759" y="66434"/>
                  <a:pt x="20660" y="66434"/>
                  <a:pt x="20535" y="66459"/>
                </a:cubicBezTo>
                <a:cubicBezTo>
                  <a:pt x="20535" y="66434"/>
                  <a:pt x="20535" y="66434"/>
                  <a:pt x="20510" y="66409"/>
                </a:cubicBezTo>
                <a:cubicBezTo>
                  <a:pt x="20635" y="66360"/>
                  <a:pt x="20759" y="66335"/>
                  <a:pt x="20884" y="66335"/>
                </a:cubicBezTo>
                <a:cubicBezTo>
                  <a:pt x="21232" y="66285"/>
                  <a:pt x="21606" y="66235"/>
                  <a:pt x="21954" y="66210"/>
                </a:cubicBezTo>
                <a:cubicBezTo>
                  <a:pt x="22128" y="66185"/>
                  <a:pt x="22327" y="66161"/>
                  <a:pt x="22502" y="66161"/>
                </a:cubicBezTo>
                <a:close/>
                <a:moveTo>
                  <a:pt x="3286" y="64717"/>
                </a:moveTo>
                <a:cubicBezTo>
                  <a:pt x="3311" y="64866"/>
                  <a:pt x="3336" y="65040"/>
                  <a:pt x="3360" y="65215"/>
                </a:cubicBezTo>
                <a:lnTo>
                  <a:pt x="2912" y="66534"/>
                </a:lnTo>
                <a:cubicBezTo>
                  <a:pt x="3037" y="65936"/>
                  <a:pt x="3161" y="65314"/>
                  <a:pt x="3286" y="64717"/>
                </a:cubicBezTo>
                <a:close/>
                <a:moveTo>
                  <a:pt x="29446" y="56353"/>
                </a:moveTo>
                <a:cubicBezTo>
                  <a:pt x="30293" y="56652"/>
                  <a:pt x="31114" y="57026"/>
                  <a:pt x="31935" y="57399"/>
                </a:cubicBezTo>
                <a:cubicBezTo>
                  <a:pt x="30741" y="60759"/>
                  <a:pt x="30342" y="63920"/>
                  <a:pt x="30940" y="66584"/>
                </a:cubicBezTo>
                <a:cubicBezTo>
                  <a:pt x="30691" y="66534"/>
                  <a:pt x="30467" y="66459"/>
                  <a:pt x="30218" y="66409"/>
                </a:cubicBezTo>
                <a:cubicBezTo>
                  <a:pt x="30168" y="66409"/>
                  <a:pt x="30094" y="66360"/>
                  <a:pt x="30044" y="66360"/>
                </a:cubicBezTo>
                <a:cubicBezTo>
                  <a:pt x="29745" y="66310"/>
                  <a:pt x="29471" y="66235"/>
                  <a:pt x="29197" y="66210"/>
                </a:cubicBezTo>
                <a:cubicBezTo>
                  <a:pt x="29098" y="66210"/>
                  <a:pt x="29048" y="66185"/>
                  <a:pt x="28949" y="66185"/>
                </a:cubicBezTo>
                <a:cubicBezTo>
                  <a:pt x="28700" y="66161"/>
                  <a:pt x="28426" y="66086"/>
                  <a:pt x="28177" y="66061"/>
                </a:cubicBezTo>
                <a:cubicBezTo>
                  <a:pt x="28052" y="66036"/>
                  <a:pt x="27928" y="66036"/>
                  <a:pt x="27828" y="66036"/>
                </a:cubicBezTo>
                <a:cubicBezTo>
                  <a:pt x="27580" y="65986"/>
                  <a:pt x="27355" y="65961"/>
                  <a:pt x="27107" y="65961"/>
                </a:cubicBezTo>
                <a:cubicBezTo>
                  <a:pt x="26932" y="65936"/>
                  <a:pt x="26733" y="65936"/>
                  <a:pt x="26584" y="65936"/>
                </a:cubicBezTo>
                <a:cubicBezTo>
                  <a:pt x="26385" y="65936"/>
                  <a:pt x="26211" y="65912"/>
                  <a:pt x="26011" y="65912"/>
                </a:cubicBezTo>
                <a:cubicBezTo>
                  <a:pt x="25638" y="65862"/>
                  <a:pt x="25314" y="65862"/>
                  <a:pt x="24941" y="65862"/>
                </a:cubicBezTo>
                <a:cubicBezTo>
                  <a:pt x="24369" y="65862"/>
                  <a:pt x="23821" y="65912"/>
                  <a:pt x="23224" y="65936"/>
                </a:cubicBezTo>
                <a:lnTo>
                  <a:pt x="23149" y="65936"/>
                </a:lnTo>
                <a:cubicBezTo>
                  <a:pt x="24991" y="62726"/>
                  <a:pt x="27107" y="59515"/>
                  <a:pt x="29446" y="56353"/>
                </a:cubicBezTo>
                <a:close/>
                <a:moveTo>
                  <a:pt x="66708" y="57200"/>
                </a:moveTo>
                <a:cubicBezTo>
                  <a:pt x="66758" y="57250"/>
                  <a:pt x="66783" y="57324"/>
                  <a:pt x="66808" y="57349"/>
                </a:cubicBezTo>
                <a:cubicBezTo>
                  <a:pt x="64642" y="59764"/>
                  <a:pt x="62278" y="62128"/>
                  <a:pt x="59739" y="64368"/>
                </a:cubicBezTo>
                <a:lnTo>
                  <a:pt x="59664" y="64468"/>
                </a:lnTo>
                <a:lnTo>
                  <a:pt x="59614" y="64493"/>
                </a:lnTo>
                <a:cubicBezTo>
                  <a:pt x="59589" y="64543"/>
                  <a:pt x="59565" y="64567"/>
                  <a:pt x="59540" y="64567"/>
                </a:cubicBezTo>
                <a:cubicBezTo>
                  <a:pt x="59067" y="64966"/>
                  <a:pt x="58619" y="65364"/>
                  <a:pt x="58171" y="65737"/>
                </a:cubicBezTo>
                <a:cubicBezTo>
                  <a:pt x="57996" y="65862"/>
                  <a:pt x="57872" y="65986"/>
                  <a:pt x="57723" y="66086"/>
                </a:cubicBezTo>
                <a:cubicBezTo>
                  <a:pt x="57548" y="66310"/>
                  <a:pt x="57324" y="66484"/>
                  <a:pt x="57100" y="66658"/>
                </a:cubicBezTo>
                <a:cubicBezTo>
                  <a:pt x="57051" y="66584"/>
                  <a:pt x="56951" y="66559"/>
                  <a:pt x="56876" y="66534"/>
                </a:cubicBezTo>
                <a:cubicBezTo>
                  <a:pt x="60610" y="63821"/>
                  <a:pt x="63970" y="60585"/>
                  <a:pt x="66708" y="57200"/>
                </a:cubicBezTo>
                <a:close/>
                <a:moveTo>
                  <a:pt x="32085" y="57498"/>
                </a:moveTo>
                <a:cubicBezTo>
                  <a:pt x="32110" y="57498"/>
                  <a:pt x="32110" y="57523"/>
                  <a:pt x="32159" y="57523"/>
                </a:cubicBezTo>
                <a:cubicBezTo>
                  <a:pt x="30965" y="60884"/>
                  <a:pt x="30591" y="64045"/>
                  <a:pt x="31214" y="66683"/>
                </a:cubicBezTo>
                <a:cubicBezTo>
                  <a:pt x="31189" y="66683"/>
                  <a:pt x="31189" y="66683"/>
                  <a:pt x="31164" y="66658"/>
                </a:cubicBezTo>
                <a:cubicBezTo>
                  <a:pt x="30542" y="63995"/>
                  <a:pt x="30915" y="60859"/>
                  <a:pt x="32085" y="57498"/>
                </a:cubicBezTo>
                <a:close/>
                <a:moveTo>
                  <a:pt x="56702" y="66683"/>
                </a:moveTo>
                <a:cubicBezTo>
                  <a:pt x="56802" y="66708"/>
                  <a:pt x="56876" y="66733"/>
                  <a:pt x="56951" y="66808"/>
                </a:cubicBezTo>
                <a:cubicBezTo>
                  <a:pt x="56926" y="66808"/>
                  <a:pt x="56926" y="66833"/>
                  <a:pt x="56876" y="66833"/>
                </a:cubicBezTo>
                <a:cubicBezTo>
                  <a:pt x="56827" y="66808"/>
                  <a:pt x="56752" y="66783"/>
                  <a:pt x="56702" y="66708"/>
                </a:cubicBezTo>
                <a:cubicBezTo>
                  <a:pt x="56677" y="66708"/>
                  <a:pt x="56677" y="66708"/>
                  <a:pt x="56702" y="66683"/>
                </a:cubicBezTo>
                <a:close/>
                <a:moveTo>
                  <a:pt x="66932" y="57523"/>
                </a:moveTo>
                <a:cubicBezTo>
                  <a:pt x="66932" y="57523"/>
                  <a:pt x="66932" y="57573"/>
                  <a:pt x="66957" y="57573"/>
                </a:cubicBezTo>
                <a:lnTo>
                  <a:pt x="66957" y="57598"/>
                </a:lnTo>
                <a:cubicBezTo>
                  <a:pt x="64817" y="59988"/>
                  <a:pt x="62477" y="62327"/>
                  <a:pt x="60038" y="64543"/>
                </a:cubicBezTo>
                <a:cubicBezTo>
                  <a:pt x="59963" y="64592"/>
                  <a:pt x="59913" y="64617"/>
                  <a:pt x="59838" y="64692"/>
                </a:cubicBezTo>
                <a:cubicBezTo>
                  <a:pt x="59365" y="65090"/>
                  <a:pt x="58917" y="65513"/>
                  <a:pt x="58395" y="65936"/>
                </a:cubicBezTo>
                <a:cubicBezTo>
                  <a:pt x="58245" y="66061"/>
                  <a:pt x="58096" y="66185"/>
                  <a:pt x="57972" y="66310"/>
                </a:cubicBezTo>
                <a:cubicBezTo>
                  <a:pt x="57748" y="66484"/>
                  <a:pt x="57524" y="66633"/>
                  <a:pt x="57324" y="66833"/>
                </a:cubicBezTo>
                <a:cubicBezTo>
                  <a:pt x="57324" y="66833"/>
                  <a:pt x="57300" y="66833"/>
                  <a:pt x="57300" y="66808"/>
                </a:cubicBezTo>
                <a:lnTo>
                  <a:pt x="57250" y="66808"/>
                </a:lnTo>
                <a:cubicBezTo>
                  <a:pt x="57449" y="66609"/>
                  <a:pt x="57623" y="66459"/>
                  <a:pt x="57822" y="66310"/>
                </a:cubicBezTo>
                <a:cubicBezTo>
                  <a:pt x="57996" y="66161"/>
                  <a:pt x="58171" y="66036"/>
                  <a:pt x="58345" y="65862"/>
                </a:cubicBezTo>
                <a:cubicBezTo>
                  <a:pt x="58743" y="65538"/>
                  <a:pt x="59191" y="65165"/>
                  <a:pt x="59589" y="64816"/>
                </a:cubicBezTo>
                <a:lnTo>
                  <a:pt x="59689" y="64717"/>
                </a:lnTo>
                <a:lnTo>
                  <a:pt x="59714" y="64692"/>
                </a:lnTo>
                <a:cubicBezTo>
                  <a:pt x="59814" y="64617"/>
                  <a:pt x="59913" y="64543"/>
                  <a:pt x="59963" y="64468"/>
                </a:cubicBezTo>
                <a:cubicBezTo>
                  <a:pt x="61058" y="63497"/>
                  <a:pt x="62079" y="62551"/>
                  <a:pt x="63099" y="61506"/>
                </a:cubicBezTo>
                <a:lnTo>
                  <a:pt x="63572" y="61058"/>
                </a:lnTo>
                <a:lnTo>
                  <a:pt x="64642" y="59988"/>
                </a:lnTo>
                <a:cubicBezTo>
                  <a:pt x="64817" y="59813"/>
                  <a:pt x="65016" y="59614"/>
                  <a:pt x="65165" y="59440"/>
                </a:cubicBezTo>
                <a:cubicBezTo>
                  <a:pt x="65464" y="59091"/>
                  <a:pt x="65787" y="58768"/>
                  <a:pt x="66086" y="58444"/>
                </a:cubicBezTo>
                <a:cubicBezTo>
                  <a:pt x="66285" y="58245"/>
                  <a:pt x="66435" y="58071"/>
                  <a:pt x="66634" y="57872"/>
                </a:cubicBezTo>
                <a:cubicBezTo>
                  <a:pt x="66708" y="57747"/>
                  <a:pt x="66833" y="57648"/>
                  <a:pt x="66932" y="57523"/>
                </a:cubicBezTo>
                <a:close/>
                <a:moveTo>
                  <a:pt x="24941" y="66036"/>
                </a:moveTo>
                <a:cubicBezTo>
                  <a:pt x="25314" y="66036"/>
                  <a:pt x="25638" y="66036"/>
                  <a:pt x="26011" y="66061"/>
                </a:cubicBezTo>
                <a:cubicBezTo>
                  <a:pt x="26235" y="66061"/>
                  <a:pt x="26459" y="66086"/>
                  <a:pt x="26708" y="66086"/>
                </a:cubicBezTo>
                <a:cubicBezTo>
                  <a:pt x="26833" y="66086"/>
                  <a:pt x="26982" y="66111"/>
                  <a:pt x="27107" y="66111"/>
                </a:cubicBezTo>
                <a:cubicBezTo>
                  <a:pt x="27430" y="66136"/>
                  <a:pt x="27704" y="66185"/>
                  <a:pt x="28003" y="66210"/>
                </a:cubicBezTo>
                <a:cubicBezTo>
                  <a:pt x="28077" y="66210"/>
                  <a:pt x="28127" y="66210"/>
                  <a:pt x="28202" y="66235"/>
                </a:cubicBezTo>
                <a:cubicBezTo>
                  <a:pt x="28550" y="66285"/>
                  <a:pt x="28874" y="66335"/>
                  <a:pt x="29197" y="66409"/>
                </a:cubicBezTo>
                <a:lnTo>
                  <a:pt x="29222" y="66409"/>
                </a:lnTo>
                <a:cubicBezTo>
                  <a:pt x="29820" y="66484"/>
                  <a:pt x="30417" y="66658"/>
                  <a:pt x="30990" y="66808"/>
                </a:cubicBezTo>
                <a:lnTo>
                  <a:pt x="30990" y="66857"/>
                </a:lnTo>
                <a:cubicBezTo>
                  <a:pt x="29073" y="66360"/>
                  <a:pt x="27007" y="66086"/>
                  <a:pt x="24891" y="66086"/>
                </a:cubicBezTo>
                <a:cubicBezTo>
                  <a:pt x="24244" y="66086"/>
                  <a:pt x="23622" y="66111"/>
                  <a:pt x="23000" y="66136"/>
                </a:cubicBezTo>
                <a:cubicBezTo>
                  <a:pt x="23000" y="66111"/>
                  <a:pt x="23024" y="66111"/>
                  <a:pt x="23024" y="66086"/>
                </a:cubicBezTo>
                <a:cubicBezTo>
                  <a:pt x="23647" y="66061"/>
                  <a:pt x="24269" y="66036"/>
                  <a:pt x="24891" y="66036"/>
                </a:cubicBezTo>
                <a:close/>
                <a:moveTo>
                  <a:pt x="57150" y="66907"/>
                </a:moveTo>
                <a:cubicBezTo>
                  <a:pt x="57150" y="66907"/>
                  <a:pt x="57200" y="66907"/>
                  <a:pt x="57200" y="66932"/>
                </a:cubicBezTo>
                <a:lnTo>
                  <a:pt x="57125" y="66982"/>
                </a:lnTo>
                <a:lnTo>
                  <a:pt x="57075" y="66932"/>
                </a:lnTo>
                <a:cubicBezTo>
                  <a:pt x="57100" y="66932"/>
                  <a:pt x="57100" y="66907"/>
                  <a:pt x="57125" y="66907"/>
                </a:cubicBezTo>
                <a:close/>
                <a:moveTo>
                  <a:pt x="40846" y="63696"/>
                </a:moveTo>
                <a:lnTo>
                  <a:pt x="40896" y="63721"/>
                </a:lnTo>
                <a:lnTo>
                  <a:pt x="40921" y="63746"/>
                </a:lnTo>
                <a:lnTo>
                  <a:pt x="40822" y="64045"/>
                </a:lnTo>
                <a:cubicBezTo>
                  <a:pt x="40797" y="64119"/>
                  <a:pt x="40772" y="64194"/>
                  <a:pt x="40772" y="64244"/>
                </a:cubicBezTo>
                <a:cubicBezTo>
                  <a:pt x="40697" y="64443"/>
                  <a:pt x="40647" y="64592"/>
                  <a:pt x="40598" y="64792"/>
                </a:cubicBezTo>
                <a:cubicBezTo>
                  <a:pt x="40573" y="64916"/>
                  <a:pt x="40523" y="65040"/>
                  <a:pt x="40473" y="65165"/>
                </a:cubicBezTo>
                <a:cubicBezTo>
                  <a:pt x="40448" y="65289"/>
                  <a:pt x="40423" y="65364"/>
                  <a:pt x="40398" y="65488"/>
                </a:cubicBezTo>
                <a:cubicBezTo>
                  <a:pt x="40324" y="65688"/>
                  <a:pt x="40299" y="65862"/>
                  <a:pt x="40274" y="66061"/>
                </a:cubicBezTo>
                <a:cubicBezTo>
                  <a:pt x="40224" y="66210"/>
                  <a:pt x="40174" y="66360"/>
                  <a:pt x="40150" y="66534"/>
                </a:cubicBezTo>
                <a:cubicBezTo>
                  <a:pt x="40150" y="66559"/>
                  <a:pt x="40100" y="66584"/>
                  <a:pt x="40100" y="66609"/>
                </a:cubicBezTo>
                <a:cubicBezTo>
                  <a:pt x="40082" y="66739"/>
                  <a:pt x="40062" y="66869"/>
                  <a:pt x="40042" y="66998"/>
                </a:cubicBezTo>
                <a:lnTo>
                  <a:pt x="40042" y="66998"/>
                </a:lnTo>
                <a:cubicBezTo>
                  <a:pt x="40047" y="66941"/>
                  <a:pt x="40050" y="66885"/>
                  <a:pt x="40050" y="66833"/>
                </a:cubicBezTo>
                <a:cubicBezTo>
                  <a:pt x="40075" y="66708"/>
                  <a:pt x="40075" y="66609"/>
                  <a:pt x="40100" y="66484"/>
                </a:cubicBezTo>
                <a:cubicBezTo>
                  <a:pt x="40150" y="66335"/>
                  <a:pt x="40174" y="66161"/>
                  <a:pt x="40199" y="65986"/>
                </a:cubicBezTo>
                <a:lnTo>
                  <a:pt x="40199" y="65961"/>
                </a:lnTo>
                <a:cubicBezTo>
                  <a:pt x="40224" y="65862"/>
                  <a:pt x="40224" y="65787"/>
                  <a:pt x="40274" y="65688"/>
                </a:cubicBezTo>
                <a:cubicBezTo>
                  <a:pt x="40299" y="65538"/>
                  <a:pt x="40349" y="65339"/>
                  <a:pt x="40398" y="65190"/>
                </a:cubicBezTo>
                <a:cubicBezTo>
                  <a:pt x="40423" y="65115"/>
                  <a:pt x="40423" y="65065"/>
                  <a:pt x="40448" y="64991"/>
                </a:cubicBezTo>
                <a:cubicBezTo>
                  <a:pt x="40448" y="64941"/>
                  <a:pt x="40473" y="64916"/>
                  <a:pt x="40473" y="64841"/>
                </a:cubicBezTo>
                <a:cubicBezTo>
                  <a:pt x="40548" y="64692"/>
                  <a:pt x="40573" y="64493"/>
                  <a:pt x="40647" y="64343"/>
                </a:cubicBezTo>
                <a:cubicBezTo>
                  <a:pt x="40672" y="64219"/>
                  <a:pt x="40697" y="64095"/>
                  <a:pt x="40772" y="63970"/>
                </a:cubicBezTo>
                <a:lnTo>
                  <a:pt x="40846" y="63696"/>
                </a:lnTo>
                <a:close/>
                <a:moveTo>
                  <a:pt x="48090" y="63348"/>
                </a:moveTo>
                <a:lnTo>
                  <a:pt x="47716" y="63821"/>
                </a:lnTo>
                <a:cubicBezTo>
                  <a:pt x="47468" y="64119"/>
                  <a:pt x="47219" y="64443"/>
                  <a:pt x="46995" y="64742"/>
                </a:cubicBezTo>
                <a:cubicBezTo>
                  <a:pt x="46920" y="64841"/>
                  <a:pt x="46845" y="64941"/>
                  <a:pt x="46771" y="65065"/>
                </a:cubicBezTo>
                <a:cubicBezTo>
                  <a:pt x="46646" y="65240"/>
                  <a:pt x="46497" y="65439"/>
                  <a:pt x="46372" y="65588"/>
                </a:cubicBezTo>
                <a:cubicBezTo>
                  <a:pt x="46273" y="65712"/>
                  <a:pt x="46173" y="65862"/>
                  <a:pt x="46049" y="65986"/>
                </a:cubicBezTo>
                <a:cubicBezTo>
                  <a:pt x="45999" y="66086"/>
                  <a:pt x="45899" y="66185"/>
                  <a:pt x="45850" y="66310"/>
                </a:cubicBezTo>
                <a:cubicBezTo>
                  <a:pt x="45800" y="66335"/>
                  <a:pt x="45775" y="66409"/>
                  <a:pt x="45750" y="66434"/>
                </a:cubicBezTo>
                <a:cubicBezTo>
                  <a:pt x="45650" y="66559"/>
                  <a:pt x="45601" y="66683"/>
                  <a:pt x="45501" y="66808"/>
                </a:cubicBezTo>
                <a:lnTo>
                  <a:pt x="44916" y="67608"/>
                </a:lnTo>
                <a:lnTo>
                  <a:pt x="44916" y="67608"/>
                </a:lnTo>
                <a:cubicBezTo>
                  <a:pt x="45876" y="66176"/>
                  <a:pt x="46918" y="64762"/>
                  <a:pt x="48040" y="63348"/>
                </a:cubicBezTo>
                <a:close/>
                <a:moveTo>
                  <a:pt x="32309" y="57598"/>
                </a:moveTo>
                <a:cubicBezTo>
                  <a:pt x="34574" y="58693"/>
                  <a:pt x="36690" y="60012"/>
                  <a:pt x="38557" y="61556"/>
                </a:cubicBezTo>
                <a:cubicBezTo>
                  <a:pt x="37038" y="63597"/>
                  <a:pt x="35594" y="65663"/>
                  <a:pt x="34300" y="67729"/>
                </a:cubicBezTo>
                <a:cubicBezTo>
                  <a:pt x="34225" y="67704"/>
                  <a:pt x="34201" y="67704"/>
                  <a:pt x="34151" y="67679"/>
                </a:cubicBezTo>
                <a:cubicBezTo>
                  <a:pt x="34076" y="67654"/>
                  <a:pt x="34051" y="67654"/>
                  <a:pt x="33977" y="67604"/>
                </a:cubicBezTo>
                <a:cubicBezTo>
                  <a:pt x="33703" y="67480"/>
                  <a:pt x="33454" y="67405"/>
                  <a:pt x="33180" y="67305"/>
                </a:cubicBezTo>
                <a:cubicBezTo>
                  <a:pt x="33155" y="67305"/>
                  <a:pt x="33080" y="67281"/>
                  <a:pt x="33056" y="67281"/>
                </a:cubicBezTo>
                <a:lnTo>
                  <a:pt x="32209" y="66982"/>
                </a:lnTo>
                <a:cubicBezTo>
                  <a:pt x="32184" y="66982"/>
                  <a:pt x="32110" y="66957"/>
                  <a:pt x="32085" y="66957"/>
                </a:cubicBezTo>
                <a:cubicBezTo>
                  <a:pt x="31861" y="66907"/>
                  <a:pt x="31612" y="66808"/>
                  <a:pt x="31413" y="66733"/>
                </a:cubicBezTo>
                <a:cubicBezTo>
                  <a:pt x="30741" y="64095"/>
                  <a:pt x="31114" y="60958"/>
                  <a:pt x="32309" y="57598"/>
                </a:cubicBezTo>
                <a:close/>
                <a:moveTo>
                  <a:pt x="38706" y="61680"/>
                </a:moveTo>
                <a:cubicBezTo>
                  <a:pt x="38756" y="61680"/>
                  <a:pt x="38756" y="61705"/>
                  <a:pt x="38781" y="61705"/>
                </a:cubicBezTo>
                <a:cubicBezTo>
                  <a:pt x="37237" y="63721"/>
                  <a:pt x="35843" y="65787"/>
                  <a:pt x="34549" y="67828"/>
                </a:cubicBezTo>
                <a:cubicBezTo>
                  <a:pt x="34524" y="67828"/>
                  <a:pt x="34524" y="67803"/>
                  <a:pt x="34474" y="67803"/>
                </a:cubicBezTo>
                <a:cubicBezTo>
                  <a:pt x="35794" y="65737"/>
                  <a:pt x="37187" y="63696"/>
                  <a:pt x="38706" y="61680"/>
                </a:cubicBezTo>
                <a:close/>
                <a:moveTo>
                  <a:pt x="42514" y="60635"/>
                </a:moveTo>
                <a:cubicBezTo>
                  <a:pt x="44481" y="61780"/>
                  <a:pt x="46298" y="62701"/>
                  <a:pt x="47866" y="63298"/>
                </a:cubicBezTo>
                <a:cubicBezTo>
                  <a:pt x="47368" y="63920"/>
                  <a:pt x="46895" y="64493"/>
                  <a:pt x="46472" y="65115"/>
                </a:cubicBezTo>
                <a:cubicBezTo>
                  <a:pt x="46472" y="65165"/>
                  <a:pt x="46422" y="65165"/>
                  <a:pt x="46422" y="65190"/>
                </a:cubicBezTo>
                <a:cubicBezTo>
                  <a:pt x="46024" y="65712"/>
                  <a:pt x="45650" y="66235"/>
                  <a:pt x="45277" y="66758"/>
                </a:cubicBezTo>
                <a:cubicBezTo>
                  <a:pt x="45227" y="66857"/>
                  <a:pt x="45128" y="66982"/>
                  <a:pt x="45053" y="67081"/>
                </a:cubicBezTo>
                <a:cubicBezTo>
                  <a:pt x="45028" y="67106"/>
                  <a:pt x="45003" y="67181"/>
                  <a:pt x="44978" y="67206"/>
                </a:cubicBezTo>
                <a:lnTo>
                  <a:pt x="44505" y="67853"/>
                </a:lnTo>
                <a:cubicBezTo>
                  <a:pt x="43759" y="66360"/>
                  <a:pt x="42688" y="64866"/>
                  <a:pt x="41319" y="63447"/>
                </a:cubicBezTo>
                <a:cubicBezTo>
                  <a:pt x="41494" y="62974"/>
                  <a:pt x="41668" y="62551"/>
                  <a:pt x="41892" y="62078"/>
                </a:cubicBezTo>
                <a:cubicBezTo>
                  <a:pt x="41892" y="62078"/>
                  <a:pt x="41892" y="62053"/>
                  <a:pt x="41917" y="62053"/>
                </a:cubicBezTo>
                <a:cubicBezTo>
                  <a:pt x="42066" y="61581"/>
                  <a:pt x="42290" y="61108"/>
                  <a:pt x="42514" y="60635"/>
                </a:cubicBezTo>
                <a:close/>
                <a:moveTo>
                  <a:pt x="31463" y="66957"/>
                </a:moveTo>
                <a:lnTo>
                  <a:pt x="31463" y="66957"/>
                </a:lnTo>
                <a:cubicBezTo>
                  <a:pt x="32060" y="67106"/>
                  <a:pt x="32657" y="67305"/>
                  <a:pt x="33205" y="67530"/>
                </a:cubicBezTo>
                <a:cubicBezTo>
                  <a:pt x="33504" y="67654"/>
                  <a:pt x="33802" y="67778"/>
                  <a:pt x="34101" y="67878"/>
                </a:cubicBezTo>
                <a:cubicBezTo>
                  <a:pt x="34126" y="67878"/>
                  <a:pt x="34126" y="67928"/>
                  <a:pt x="34176" y="67928"/>
                </a:cubicBezTo>
                <a:lnTo>
                  <a:pt x="34201" y="67928"/>
                </a:lnTo>
                <a:lnTo>
                  <a:pt x="34176" y="67953"/>
                </a:lnTo>
                <a:cubicBezTo>
                  <a:pt x="34051" y="67903"/>
                  <a:pt x="33927" y="67853"/>
                  <a:pt x="33802" y="67803"/>
                </a:cubicBezTo>
                <a:cubicBezTo>
                  <a:pt x="33678" y="67729"/>
                  <a:pt x="33553" y="67679"/>
                  <a:pt x="33404" y="67654"/>
                </a:cubicBezTo>
                <a:cubicBezTo>
                  <a:pt x="33155" y="67554"/>
                  <a:pt x="32931" y="67455"/>
                  <a:pt x="32682" y="67380"/>
                </a:cubicBezTo>
                <a:cubicBezTo>
                  <a:pt x="32583" y="67355"/>
                  <a:pt x="32483" y="67330"/>
                  <a:pt x="32433" y="67305"/>
                </a:cubicBezTo>
                <a:lnTo>
                  <a:pt x="31487" y="67007"/>
                </a:lnTo>
                <a:cubicBezTo>
                  <a:pt x="31487" y="66982"/>
                  <a:pt x="31487" y="66982"/>
                  <a:pt x="31463" y="66957"/>
                </a:cubicBezTo>
                <a:close/>
                <a:moveTo>
                  <a:pt x="17225" y="54014"/>
                </a:moveTo>
                <a:lnTo>
                  <a:pt x="17225" y="54014"/>
                </a:lnTo>
                <a:cubicBezTo>
                  <a:pt x="14163" y="58643"/>
                  <a:pt x="11550" y="63348"/>
                  <a:pt x="9509" y="68002"/>
                </a:cubicBezTo>
                <a:lnTo>
                  <a:pt x="9509" y="67878"/>
                </a:lnTo>
                <a:lnTo>
                  <a:pt x="9509" y="67729"/>
                </a:lnTo>
                <a:cubicBezTo>
                  <a:pt x="9509" y="67604"/>
                  <a:pt x="9509" y="67530"/>
                  <a:pt x="9459" y="67380"/>
                </a:cubicBezTo>
                <a:cubicBezTo>
                  <a:pt x="9434" y="67081"/>
                  <a:pt x="9434" y="66758"/>
                  <a:pt x="9409" y="66434"/>
                </a:cubicBezTo>
                <a:lnTo>
                  <a:pt x="9409" y="66310"/>
                </a:lnTo>
                <a:lnTo>
                  <a:pt x="9409" y="66111"/>
                </a:lnTo>
                <a:lnTo>
                  <a:pt x="9409" y="64991"/>
                </a:lnTo>
                <a:lnTo>
                  <a:pt x="9409" y="64742"/>
                </a:lnTo>
                <a:cubicBezTo>
                  <a:pt x="9434" y="64343"/>
                  <a:pt x="9459" y="63945"/>
                  <a:pt x="9509" y="63497"/>
                </a:cubicBezTo>
                <a:cubicBezTo>
                  <a:pt x="9509" y="63447"/>
                  <a:pt x="9509" y="63348"/>
                  <a:pt x="9533" y="63298"/>
                </a:cubicBezTo>
                <a:cubicBezTo>
                  <a:pt x="9558" y="62850"/>
                  <a:pt x="9633" y="62402"/>
                  <a:pt x="9683" y="61979"/>
                </a:cubicBezTo>
                <a:cubicBezTo>
                  <a:pt x="9683" y="61929"/>
                  <a:pt x="9708" y="61854"/>
                  <a:pt x="9708" y="61805"/>
                </a:cubicBezTo>
                <a:cubicBezTo>
                  <a:pt x="9782" y="61332"/>
                  <a:pt x="9882" y="60859"/>
                  <a:pt x="9957" y="60386"/>
                </a:cubicBezTo>
                <a:cubicBezTo>
                  <a:pt x="9957" y="60361"/>
                  <a:pt x="9957" y="60336"/>
                  <a:pt x="9982" y="60311"/>
                </a:cubicBezTo>
                <a:cubicBezTo>
                  <a:pt x="10081" y="59813"/>
                  <a:pt x="10206" y="59266"/>
                  <a:pt x="10330" y="58768"/>
                </a:cubicBezTo>
                <a:cubicBezTo>
                  <a:pt x="10703" y="57449"/>
                  <a:pt x="11151" y="56105"/>
                  <a:pt x="11624" y="54736"/>
                </a:cubicBezTo>
                <a:cubicBezTo>
                  <a:pt x="13367" y="54263"/>
                  <a:pt x="15258" y="54039"/>
                  <a:pt x="17225" y="54014"/>
                </a:cubicBezTo>
                <a:close/>
                <a:moveTo>
                  <a:pt x="34350" y="67953"/>
                </a:moveTo>
                <a:cubicBezTo>
                  <a:pt x="34400" y="67953"/>
                  <a:pt x="34400" y="67978"/>
                  <a:pt x="34425" y="67978"/>
                </a:cubicBezTo>
                <a:cubicBezTo>
                  <a:pt x="34425" y="68027"/>
                  <a:pt x="34400" y="68027"/>
                  <a:pt x="34400" y="68052"/>
                </a:cubicBezTo>
                <a:lnTo>
                  <a:pt x="34350" y="68052"/>
                </a:lnTo>
                <a:lnTo>
                  <a:pt x="34325" y="68027"/>
                </a:lnTo>
                <a:cubicBezTo>
                  <a:pt x="34325" y="67978"/>
                  <a:pt x="34350" y="67978"/>
                  <a:pt x="34350" y="67953"/>
                </a:cubicBezTo>
                <a:close/>
                <a:moveTo>
                  <a:pt x="41195" y="63622"/>
                </a:moveTo>
                <a:cubicBezTo>
                  <a:pt x="42539" y="65065"/>
                  <a:pt x="43609" y="66559"/>
                  <a:pt x="44356" y="68027"/>
                </a:cubicBezTo>
                <a:cubicBezTo>
                  <a:pt x="44356" y="68052"/>
                  <a:pt x="44306" y="68052"/>
                  <a:pt x="44306" y="68077"/>
                </a:cubicBezTo>
                <a:cubicBezTo>
                  <a:pt x="43609" y="66584"/>
                  <a:pt x="42539" y="65115"/>
                  <a:pt x="41195" y="63696"/>
                </a:cubicBezTo>
                <a:lnTo>
                  <a:pt x="41195" y="63622"/>
                </a:lnTo>
                <a:close/>
                <a:moveTo>
                  <a:pt x="3211" y="63995"/>
                </a:moveTo>
                <a:cubicBezTo>
                  <a:pt x="3211" y="64070"/>
                  <a:pt x="3211" y="64119"/>
                  <a:pt x="3236" y="64194"/>
                </a:cubicBezTo>
                <a:cubicBezTo>
                  <a:pt x="2937" y="65364"/>
                  <a:pt x="2713" y="66584"/>
                  <a:pt x="2539" y="67729"/>
                </a:cubicBezTo>
                <a:cubicBezTo>
                  <a:pt x="2489" y="67903"/>
                  <a:pt x="2439" y="68027"/>
                  <a:pt x="2390" y="68177"/>
                </a:cubicBezTo>
                <a:cubicBezTo>
                  <a:pt x="2589" y="66808"/>
                  <a:pt x="2863" y="65414"/>
                  <a:pt x="3211" y="63995"/>
                </a:cubicBezTo>
                <a:close/>
                <a:moveTo>
                  <a:pt x="3460" y="65563"/>
                </a:moveTo>
                <a:cubicBezTo>
                  <a:pt x="3460" y="65588"/>
                  <a:pt x="3485" y="65613"/>
                  <a:pt x="3485" y="65663"/>
                </a:cubicBezTo>
                <a:cubicBezTo>
                  <a:pt x="3186" y="66534"/>
                  <a:pt x="2912" y="67355"/>
                  <a:pt x="2664" y="68226"/>
                </a:cubicBezTo>
                <a:cubicBezTo>
                  <a:pt x="2664" y="68077"/>
                  <a:pt x="2688" y="67928"/>
                  <a:pt x="2713" y="67803"/>
                </a:cubicBezTo>
                <a:lnTo>
                  <a:pt x="3460" y="65563"/>
                </a:lnTo>
                <a:close/>
                <a:moveTo>
                  <a:pt x="69309" y="48584"/>
                </a:moveTo>
                <a:cubicBezTo>
                  <a:pt x="68913" y="49251"/>
                  <a:pt x="68419" y="49990"/>
                  <a:pt x="67828" y="50778"/>
                </a:cubicBezTo>
                <a:cubicBezTo>
                  <a:pt x="67654" y="51027"/>
                  <a:pt x="67405" y="51375"/>
                  <a:pt x="67107" y="51774"/>
                </a:cubicBezTo>
                <a:cubicBezTo>
                  <a:pt x="66833" y="52271"/>
                  <a:pt x="66484" y="52719"/>
                  <a:pt x="66186" y="53118"/>
                </a:cubicBezTo>
                <a:cubicBezTo>
                  <a:pt x="65688" y="53765"/>
                  <a:pt x="65190" y="54362"/>
                  <a:pt x="64717" y="54885"/>
                </a:cubicBezTo>
                <a:cubicBezTo>
                  <a:pt x="64617" y="55009"/>
                  <a:pt x="64543" y="55134"/>
                  <a:pt x="64418" y="55233"/>
                </a:cubicBezTo>
                <a:cubicBezTo>
                  <a:pt x="64294" y="55358"/>
                  <a:pt x="64194" y="55507"/>
                  <a:pt x="64070" y="55632"/>
                </a:cubicBezTo>
                <a:cubicBezTo>
                  <a:pt x="63746" y="56005"/>
                  <a:pt x="63448" y="56353"/>
                  <a:pt x="63099" y="56702"/>
                </a:cubicBezTo>
                <a:lnTo>
                  <a:pt x="63074" y="56727"/>
                </a:lnTo>
                <a:cubicBezTo>
                  <a:pt x="62452" y="57399"/>
                  <a:pt x="61755" y="58096"/>
                  <a:pt x="61108" y="58768"/>
                </a:cubicBezTo>
                <a:cubicBezTo>
                  <a:pt x="59963" y="59863"/>
                  <a:pt x="58469" y="61257"/>
                  <a:pt x="57275" y="62327"/>
                </a:cubicBezTo>
                <a:cubicBezTo>
                  <a:pt x="57150" y="62427"/>
                  <a:pt x="57075" y="62502"/>
                  <a:pt x="56951" y="62626"/>
                </a:cubicBezTo>
                <a:lnTo>
                  <a:pt x="56901" y="62676"/>
                </a:lnTo>
                <a:cubicBezTo>
                  <a:pt x="56627" y="62925"/>
                  <a:pt x="56329" y="63124"/>
                  <a:pt x="56030" y="63373"/>
                </a:cubicBezTo>
                <a:cubicBezTo>
                  <a:pt x="55159" y="64070"/>
                  <a:pt x="54337" y="64717"/>
                  <a:pt x="53641" y="65215"/>
                </a:cubicBezTo>
                <a:cubicBezTo>
                  <a:pt x="53491" y="65314"/>
                  <a:pt x="53367" y="65439"/>
                  <a:pt x="53217" y="65538"/>
                </a:cubicBezTo>
                <a:lnTo>
                  <a:pt x="52919" y="65712"/>
                </a:lnTo>
                <a:lnTo>
                  <a:pt x="52894" y="65712"/>
                </a:lnTo>
                <a:cubicBezTo>
                  <a:pt x="52122" y="66235"/>
                  <a:pt x="50803" y="67156"/>
                  <a:pt x="49608" y="67903"/>
                </a:cubicBezTo>
                <a:lnTo>
                  <a:pt x="49135" y="68177"/>
                </a:lnTo>
                <a:lnTo>
                  <a:pt x="49036" y="68226"/>
                </a:lnTo>
                <a:cubicBezTo>
                  <a:pt x="49011" y="68226"/>
                  <a:pt x="49011" y="68276"/>
                  <a:pt x="48986" y="68276"/>
                </a:cubicBezTo>
                <a:cubicBezTo>
                  <a:pt x="49384" y="67604"/>
                  <a:pt x="49882" y="66857"/>
                  <a:pt x="50479" y="66036"/>
                </a:cubicBezTo>
                <a:cubicBezTo>
                  <a:pt x="50654" y="65787"/>
                  <a:pt x="50902" y="65439"/>
                  <a:pt x="51226" y="65040"/>
                </a:cubicBezTo>
                <a:cubicBezTo>
                  <a:pt x="51500" y="64667"/>
                  <a:pt x="51799" y="64244"/>
                  <a:pt x="52097" y="63871"/>
                </a:cubicBezTo>
                <a:cubicBezTo>
                  <a:pt x="52620" y="63198"/>
                  <a:pt x="53143" y="62551"/>
                  <a:pt x="53641" y="61979"/>
                </a:cubicBezTo>
                <a:cubicBezTo>
                  <a:pt x="53715" y="61929"/>
                  <a:pt x="53765" y="61829"/>
                  <a:pt x="53840" y="61755"/>
                </a:cubicBezTo>
                <a:cubicBezTo>
                  <a:pt x="53865" y="61730"/>
                  <a:pt x="53865" y="61705"/>
                  <a:pt x="53889" y="61705"/>
                </a:cubicBezTo>
                <a:cubicBezTo>
                  <a:pt x="54014" y="61556"/>
                  <a:pt x="54138" y="61381"/>
                  <a:pt x="54263" y="61257"/>
                </a:cubicBezTo>
                <a:cubicBezTo>
                  <a:pt x="54537" y="60933"/>
                  <a:pt x="54860" y="60585"/>
                  <a:pt x="55159" y="60261"/>
                </a:cubicBezTo>
                <a:cubicBezTo>
                  <a:pt x="55209" y="60236"/>
                  <a:pt x="55234" y="60187"/>
                  <a:pt x="55283" y="60137"/>
                </a:cubicBezTo>
                <a:cubicBezTo>
                  <a:pt x="55906" y="59465"/>
                  <a:pt x="56578" y="58768"/>
                  <a:pt x="57250" y="58096"/>
                </a:cubicBezTo>
                <a:cubicBezTo>
                  <a:pt x="58370" y="57001"/>
                  <a:pt x="59863" y="55632"/>
                  <a:pt x="61058" y="54586"/>
                </a:cubicBezTo>
                <a:cubicBezTo>
                  <a:pt x="61183" y="54487"/>
                  <a:pt x="61257" y="54387"/>
                  <a:pt x="61382" y="54263"/>
                </a:cubicBezTo>
                <a:cubicBezTo>
                  <a:pt x="61456" y="54238"/>
                  <a:pt x="61481" y="54163"/>
                  <a:pt x="61556" y="54138"/>
                </a:cubicBezTo>
                <a:cubicBezTo>
                  <a:pt x="61830" y="53914"/>
                  <a:pt x="62103" y="53715"/>
                  <a:pt x="62352" y="53466"/>
                </a:cubicBezTo>
                <a:cubicBezTo>
                  <a:pt x="62427" y="53391"/>
                  <a:pt x="62477" y="53367"/>
                  <a:pt x="62552" y="53292"/>
                </a:cubicBezTo>
                <a:cubicBezTo>
                  <a:pt x="62651" y="53217"/>
                  <a:pt x="62751" y="53143"/>
                  <a:pt x="62850" y="53043"/>
                </a:cubicBezTo>
                <a:lnTo>
                  <a:pt x="63174" y="52794"/>
                </a:lnTo>
                <a:cubicBezTo>
                  <a:pt x="63224" y="52744"/>
                  <a:pt x="63323" y="52670"/>
                  <a:pt x="63373" y="52620"/>
                </a:cubicBezTo>
                <a:cubicBezTo>
                  <a:pt x="63547" y="52495"/>
                  <a:pt x="63721" y="52371"/>
                  <a:pt x="63896" y="52246"/>
                </a:cubicBezTo>
                <a:cubicBezTo>
                  <a:pt x="64095" y="52097"/>
                  <a:pt x="64319" y="51923"/>
                  <a:pt x="64518" y="51774"/>
                </a:cubicBezTo>
                <a:cubicBezTo>
                  <a:pt x="64568" y="51749"/>
                  <a:pt x="64617" y="51674"/>
                  <a:pt x="64692" y="51649"/>
                </a:cubicBezTo>
                <a:cubicBezTo>
                  <a:pt x="64817" y="51550"/>
                  <a:pt x="64941" y="51475"/>
                  <a:pt x="65066" y="51400"/>
                </a:cubicBezTo>
                <a:cubicBezTo>
                  <a:pt x="65215" y="51301"/>
                  <a:pt x="65339" y="51226"/>
                  <a:pt x="65514" y="51101"/>
                </a:cubicBezTo>
                <a:cubicBezTo>
                  <a:pt x="66285" y="50554"/>
                  <a:pt x="67555" y="49683"/>
                  <a:pt x="68725" y="48936"/>
                </a:cubicBezTo>
                <a:cubicBezTo>
                  <a:pt x="68824" y="48886"/>
                  <a:pt x="68899" y="48861"/>
                  <a:pt x="68973" y="48787"/>
                </a:cubicBezTo>
                <a:lnTo>
                  <a:pt x="69247" y="48637"/>
                </a:lnTo>
                <a:cubicBezTo>
                  <a:pt x="69268" y="48617"/>
                  <a:pt x="69288" y="48613"/>
                  <a:pt x="69309" y="48584"/>
                </a:cubicBezTo>
                <a:close/>
                <a:moveTo>
                  <a:pt x="44431" y="68276"/>
                </a:moveTo>
                <a:lnTo>
                  <a:pt x="44431" y="68301"/>
                </a:lnTo>
                <a:cubicBezTo>
                  <a:pt x="44431" y="68315"/>
                  <a:pt x="44423" y="68321"/>
                  <a:pt x="44416" y="68328"/>
                </a:cubicBezTo>
                <a:lnTo>
                  <a:pt x="44416" y="68328"/>
                </a:lnTo>
                <a:cubicBezTo>
                  <a:pt x="44414" y="68327"/>
                  <a:pt x="44410" y="68326"/>
                  <a:pt x="44406" y="68326"/>
                </a:cubicBezTo>
                <a:cubicBezTo>
                  <a:pt x="44406" y="68301"/>
                  <a:pt x="44431" y="68301"/>
                  <a:pt x="44431" y="68276"/>
                </a:cubicBezTo>
                <a:close/>
                <a:moveTo>
                  <a:pt x="22352" y="66434"/>
                </a:moveTo>
                <a:lnTo>
                  <a:pt x="22352" y="66434"/>
                </a:lnTo>
                <a:cubicBezTo>
                  <a:pt x="21979" y="67081"/>
                  <a:pt x="21606" y="67729"/>
                  <a:pt x="21257" y="68401"/>
                </a:cubicBezTo>
                <a:cubicBezTo>
                  <a:pt x="21008" y="67828"/>
                  <a:pt x="20784" y="67281"/>
                  <a:pt x="20610" y="66658"/>
                </a:cubicBezTo>
                <a:cubicBezTo>
                  <a:pt x="20734" y="66658"/>
                  <a:pt x="20834" y="66609"/>
                  <a:pt x="20909" y="66584"/>
                </a:cubicBezTo>
                <a:cubicBezTo>
                  <a:pt x="21382" y="66534"/>
                  <a:pt x="21879" y="66459"/>
                  <a:pt x="22352" y="66434"/>
                </a:cubicBezTo>
                <a:close/>
                <a:moveTo>
                  <a:pt x="11397" y="54771"/>
                </a:moveTo>
                <a:lnTo>
                  <a:pt x="11397" y="54771"/>
                </a:lnTo>
                <a:cubicBezTo>
                  <a:pt x="11174" y="55390"/>
                  <a:pt x="11001" y="56008"/>
                  <a:pt x="10803" y="56602"/>
                </a:cubicBezTo>
                <a:cubicBezTo>
                  <a:pt x="10778" y="56652"/>
                  <a:pt x="10778" y="56702"/>
                  <a:pt x="10728" y="56752"/>
                </a:cubicBezTo>
                <a:cubicBezTo>
                  <a:pt x="10728" y="56826"/>
                  <a:pt x="10703" y="56851"/>
                  <a:pt x="10703" y="56901"/>
                </a:cubicBezTo>
                <a:cubicBezTo>
                  <a:pt x="10629" y="57200"/>
                  <a:pt x="10554" y="57474"/>
                  <a:pt x="10454" y="57772"/>
                </a:cubicBezTo>
                <a:lnTo>
                  <a:pt x="10380" y="58146"/>
                </a:lnTo>
                <a:cubicBezTo>
                  <a:pt x="10330" y="58270"/>
                  <a:pt x="10305" y="58444"/>
                  <a:pt x="10280" y="58569"/>
                </a:cubicBezTo>
                <a:cubicBezTo>
                  <a:pt x="10206" y="58843"/>
                  <a:pt x="10156" y="59141"/>
                  <a:pt x="10056" y="59440"/>
                </a:cubicBezTo>
                <a:cubicBezTo>
                  <a:pt x="10056" y="59490"/>
                  <a:pt x="10031" y="59564"/>
                  <a:pt x="10031" y="59589"/>
                </a:cubicBezTo>
                <a:cubicBezTo>
                  <a:pt x="10006" y="59764"/>
                  <a:pt x="9932" y="59963"/>
                  <a:pt x="9907" y="60137"/>
                </a:cubicBezTo>
                <a:cubicBezTo>
                  <a:pt x="9882" y="60236"/>
                  <a:pt x="9882" y="60336"/>
                  <a:pt x="9832" y="60436"/>
                </a:cubicBezTo>
                <a:cubicBezTo>
                  <a:pt x="9807" y="60610"/>
                  <a:pt x="9757" y="60834"/>
                  <a:pt x="9708" y="61008"/>
                </a:cubicBezTo>
                <a:cubicBezTo>
                  <a:pt x="9708" y="61083"/>
                  <a:pt x="9683" y="61108"/>
                  <a:pt x="9683" y="61182"/>
                </a:cubicBezTo>
                <a:cubicBezTo>
                  <a:pt x="9658" y="61357"/>
                  <a:pt x="9633" y="61506"/>
                  <a:pt x="9583" y="61705"/>
                </a:cubicBezTo>
                <a:cubicBezTo>
                  <a:pt x="9558" y="61854"/>
                  <a:pt x="9558" y="61979"/>
                  <a:pt x="9533" y="62128"/>
                </a:cubicBezTo>
                <a:cubicBezTo>
                  <a:pt x="9533" y="62253"/>
                  <a:pt x="9509" y="62352"/>
                  <a:pt x="9459" y="62477"/>
                </a:cubicBezTo>
                <a:cubicBezTo>
                  <a:pt x="9459" y="62576"/>
                  <a:pt x="9434" y="62676"/>
                  <a:pt x="9434" y="62750"/>
                </a:cubicBezTo>
                <a:cubicBezTo>
                  <a:pt x="9434" y="62825"/>
                  <a:pt x="9409" y="62875"/>
                  <a:pt x="9409" y="62974"/>
                </a:cubicBezTo>
                <a:cubicBezTo>
                  <a:pt x="9409" y="63074"/>
                  <a:pt x="9384" y="63174"/>
                  <a:pt x="9384" y="63248"/>
                </a:cubicBezTo>
                <a:cubicBezTo>
                  <a:pt x="9334" y="63422"/>
                  <a:pt x="9334" y="63572"/>
                  <a:pt x="9334" y="63746"/>
                </a:cubicBezTo>
                <a:cubicBezTo>
                  <a:pt x="9334" y="63821"/>
                  <a:pt x="9334" y="63871"/>
                  <a:pt x="9309" y="63945"/>
                </a:cubicBezTo>
                <a:cubicBezTo>
                  <a:pt x="9309" y="63995"/>
                  <a:pt x="9309" y="64070"/>
                  <a:pt x="9285" y="64119"/>
                </a:cubicBezTo>
                <a:cubicBezTo>
                  <a:pt x="9285" y="64294"/>
                  <a:pt x="9260" y="64418"/>
                  <a:pt x="9260" y="64543"/>
                </a:cubicBezTo>
                <a:lnTo>
                  <a:pt x="9260" y="64742"/>
                </a:lnTo>
                <a:cubicBezTo>
                  <a:pt x="9260" y="64866"/>
                  <a:pt x="9210" y="64991"/>
                  <a:pt x="9210" y="65115"/>
                </a:cubicBezTo>
                <a:lnTo>
                  <a:pt x="9210" y="65339"/>
                </a:lnTo>
                <a:lnTo>
                  <a:pt x="9210" y="65439"/>
                </a:lnTo>
                <a:lnTo>
                  <a:pt x="9210" y="66036"/>
                </a:lnTo>
                <a:lnTo>
                  <a:pt x="9210" y="66210"/>
                </a:lnTo>
                <a:lnTo>
                  <a:pt x="9210" y="66235"/>
                </a:lnTo>
                <a:lnTo>
                  <a:pt x="9210" y="66285"/>
                </a:lnTo>
                <a:lnTo>
                  <a:pt x="9210" y="66733"/>
                </a:lnTo>
                <a:cubicBezTo>
                  <a:pt x="9210" y="66982"/>
                  <a:pt x="9260" y="67231"/>
                  <a:pt x="9285" y="67480"/>
                </a:cubicBezTo>
                <a:cubicBezTo>
                  <a:pt x="9285" y="67654"/>
                  <a:pt x="9309" y="67803"/>
                  <a:pt x="9309" y="67953"/>
                </a:cubicBezTo>
                <a:cubicBezTo>
                  <a:pt x="9309" y="68027"/>
                  <a:pt x="9309" y="68052"/>
                  <a:pt x="9334" y="68102"/>
                </a:cubicBezTo>
                <a:lnTo>
                  <a:pt x="9334" y="68301"/>
                </a:lnTo>
                <a:lnTo>
                  <a:pt x="9334" y="68326"/>
                </a:lnTo>
                <a:cubicBezTo>
                  <a:pt x="9334" y="68326"/>
                  <a:pt x="9334" y="68351"/>
                  <a:pt x="9309" y="68351"/>
                </a:cubicBezTo>
                <a:cubicBezTo>
                  <a:pt x="9309" y="68401"/>
                  <a:pt x="9285" y="68401"/>
                  <a:pt x="9285" y="68426"/>
                </a:cubicBezTo>
                <a:lnTo>
                  <a:pt x="9285" y="68326"/>
                </a:lnTo>
                <a:cubicBezTo>
                  <a:pt x="9260" y="68152"/>
                  <a:pt x="9260" y="67953"/>
                  <a:pt x="9210" y="67729"/>
                </a:cubicBezTo>
                <a:cubicBezTo>
                  <a:pt x="9185" y="67455"/>
                  <a:pt x="9185" y="67181"/>
                  <a:pt x="9160" y="66907"/>
                </a:cubicBezTo>
                <a:cubicBezTo>
                  <a:pt x="9160" y="66708"/>
                  <a:pt x="9135" y="66559"/>
                  <a:pt x="9135" y="66360"/>
                </a:cubicBezTo>
                <a:lnTo>
                  <a:pt x="9135" y="65364"/>
                </a:lnTo>
                <a:lnTo>
                  <a:pt x="9135" y="64966"/>
                </a:lnTo>
                <a:cubicBezTo>
                  <a:pt x="9135" y="64567"/>
                  <a:pt x="9160" y="64169"/>
                  <a:pt x="9185" y="63721"/>
                </a:cubicBezTo>
                <a:lnTo>
                  <a:pt x="9185" y="63547"/>
                </a:lnTo>
                <a:cubicBezTo>
                  <a:pt x="9260" y="62925"/>
                  <a:pt x="9309" y="62253"/>
                  <a:pt x="9434" y="61630"/>
                </a:cubicBezTo>
                <a:cubicBezTo>
                  <a:pt x="9459" y="61481"/>
                  <a:pt x="9509" y="61357"/>
                  <a:pt x="9509" y="61207"/>
                </a:cubicBezTo>
                <a:lnTo>
                  <a:pt x="9782" y="59714"/>
                </a:lnTo>
                <a:cubicBezTo>
                  <a:pt x="9832" y="59365"/>
                  <a:pt x="9932" y="58992"/>
                  <a:pt x="10031" y="58643"/>
                </a:cubicBezTo>
                <a:cubicBezTo>
                  <a:pt x="10081" y="58345"/>
                  <a:pt x="10181" y="58021"/>
                  <a:pt x="10280" y="57747"/>
                </a:cubicBezTo>
                <a:cubicBezTo>
                  <a:pt x="10430" y="57175"/>
                  <a:pt x="10579" y="56627"/>
                  <a:pt x="10778" y="56055"/>
                </a:cubicBezTo>
                <a:cubicBezTo>
                  <a:pt x="10803" y="55930"/>
                  <a:pt x="10878" y="55806"/>
                  <a:pt x="10902" y="55706"/>
                </a:cubicBezTo>
                <a:cubicBezTo>
                  <a:pt x="11077" y="55457"/>
                  <a:pt x="11201" y="55134"/>
                  <a:pt x="11326" y="54785"/>
                </a:cubicBezTo>
                <a:cubicBezTo>
                  <a:pt x="11346" y="54785"/>
                  <a:pt x="11385" y="54785"/>
                  <a:pt x="11397" y="54771"/>
                </a:cubicBezTo>
                <a:close/>
                <a:moveTo>
                  <a:pt x="34673" y="68077"/>
                </a:moveTo>
                <a:cubicBezTo>
                  <a:pt x="34723" y="68152"/>
                  <a:pt x="34848" y="68202"/>
                  <a:pt x="34972" y="68276"/>
                </a:cubicBezTo>
                <a:cubicBezTo>
                  <a:pt x="35022" y="68301"/>
                  <a:pt x="35072" y="68301"/>
                  <a:pt x="35097" y="68326"/>
                </a:cubicBezTo>
                <a:cubicBezTo>
                  <a:pt x="35192" y="68374"/>
                  <a:pt x="35284" y="68422"/>
                  <a:pt x="35375" y="68469"/>
                </a:cubicBezTo>
                <a:lnTo>
                  <a:pt x="35375" y="68469"/>
                </a:lnTo>
                <a:cubicBezTo>
                  <a:pt x="35209" y="68418"/>
                  <a:pt x="35066" y="68324"/>
                  <a:pt x="34922" y="68276"/>
                </a:cubicBezTo>
                <a:cubicBezTo>
                  <a:pt x="34823" y="68226"/>
                  <a:pt x="34723" y="68177"/>
                  <a:pt x="34649" y="68152"/>
                </a:cubicBezTo>
                <a:cubicBezTo>
                  <a:pt x="34649" y="68102"/>
                  <a:pt x="34673" y="68102"/>
                  <a:pt x="34673" y="68077"/>
                </a:cubicBezTo>
                <a:close/>
                <a:moveTo>
                  <a:pt x="52396" y="66409"/>
                </a:moveTo>
                <a:lnTo>
                  <a:pt x="52371" y="66434"/>
                </a:lnTo>
                <a:cubicBezTo>
                  <a:pt x="52371" y="66434"/>
                  <a:pt x="52371" y="66459"/>
                  <a:pt x="52346" y="66459"/>
                </a:cubicBezTo>
                <a:cubicBezTo>
                  <a:pt x="51624" y="66932"/>
                  <a:pt x="50654" y="67579"/>
                  <a:pt x="49733" y="68177"/>
                </a:cubicBezTo>
                <a:cubicBezTo>
                  <a:pt x="49583" y="68276"/>
                  <a:pt x="49459" y="68351"/>
                  <a:pt x="49260" y="68450"/>
                </a:cubicBezTo>
                <a:cubicBezTo>
                  <a:pt x="49225" y="68470"/>
                  <a:pt x="49189" y="68491"/>
                  <a:pt x="49152" y="68513"/>
                </a:cubicBezTo>
                <a:lnTo>
                  <a:pt x="49152" y="68513"/>
                </a:lnTo>
                <a:cubicBezTo>
                  <a:pt x="49157" y="68506"/>
                  <a:pt x="49160" y="68494"/>
                  <a:pt x="49160" y="68475"/>
                </a:cubicBezTo>
                <a:cubicBezTo>
                  <a:pt x="49758" y="68152"/>
                  <a:pt x="50355" y="67729"/>
                  <a:pt x="50927" y="67355"/>
                </a:cubicBezTo>
                <a:cubicBezTo>
                  <a:pt x="51151" y="67206"/>
                  <a:pt x="51375" y="67081"/>
                  <a:pt x="51624" y="66932"/>
                </a:cubicBezTo>
                <a:cubicBezTo>
                  <a:pt x="51649" y="66907"/>
                  <a:pt x="51674" y="66907"/>
                  <a:pt x="51724" y="66857"/>
                </a:cubicBezTo>
                <a:cubicBezTo>
                  <a:pt x="51923" y="66708"/>
                  <a:pt x="52172" y="66559"/>
                  <a:pt x="52396" y="66409"/>
                </a:cubicBezTo>
                <a:close/>
                <a:moveTo>
                  <a:pt x="17524" y="54014"/>
                </a:moveTo>
                <a:cubicBezTo>
                  <a:pt x="14362" y="58818"/>
                  <a:pt x="11674" y="63696"/>
                  <a:pt x="9583" y="68525"/>
                </a:cubicBezTo>
                <a:lnTo>
                  <a:pt x="9583" y="68450"/>
                </a:lnTo>
                <a:cubicBezTo>
                  <a:pt x="11649" y="63696"/>
                  <a:pt x="14288" y="58843"/>
                  <a:pt x="17474" y="54014"/>
                </a:cubicBezTo>
                <a:close/>
                <a:moveTo>
                  <a:pt x="51898" y="63945"/>
                </a:moveTo>
                <a:cubicBezTo>
                  <a:pt x="51873" y="63970"/>
                  <a:pt x="51873" y="63995"/>
                  <a:pt x="51848" y="64045"/>
                </a:cubicBezTo>
                <a:cubicBezTo>
                  <a:pt x="51799" y="64095"/>
                  <a:pt x="51774" y="64119"/>
                  <a:pt x="51774" y="64119"/>
                </a:cubicBezTo>
                <a:cubicBezTo>
                  <a:pt x="51774" y="64169"/>
                  <a:pt x="51749" y="64169"/>
                  <a:pt x="51749" y="64194"/>
                </a:cubicBezTo>
                <a:cubicBezTo>
                  <a:pt x="51301" y="64742"/>
                  <a:pt x="50902" y="65314"/>
                  <a:pt x="50529" y="65837"/>
                </a:cubicBezTo>
                <a:cubicBezTo>
                  <a:pt x="50479" y="65912"/>
                  <a:pt x="50430" y="65961"/>
                  <a:pt x="50380" y="66061"/>
                </a:cubicBezTo>
                <a:cubicBezTo>
                  <a:pt x="50255" y="66210"/>
                  <a:pt x="50156" y="66360"/>
                  <a:pt x="50056" y="66484"/>
                </a:cubicBezTo>
                <a:cubicBezTo>
                  <a:pt x="49758" y="66932"/>
                  <a:pt x="49533" y="67281"/>
                  <a:pt x="49160" y="67803"/>
                </a:cubicBezTo>
                <a:cubicBezTo>
                  <a:pt x="48986" y="68077"/>
                  <a:pt x="48787" y="68326"/>
                  <a:pt x="48613" y="68600"/>
                </a:cubicBezTo>
                <a:lnTo>
                  <a:pt x="48563" y="68600"/>
                </a:lnTo>
                <a:cubicBezTo>
                  <a:pt x="48575" y="68575"/>
                  <a:pt x="48581" y="68569"/>
                  <a:pt x="48578" y="68569"/>
                </a:cubicBezTo>
                <a:cubicBezTo>
                  <a:pt x="48575" y="68569"/>
                  <a:pt x="48563" y="68575"/>
                  <a:pt x="48538" y="68575"/>
                </a:cubicBezTo>
                <a:cubicBezTo>
                  <a:pt x="48986" y="67853"/>
                  <a:pt x="49583" y="66957"/>
                  <a:pt x="50280" y="65961"/>
                </a:cubicBezTo>
                <a:cubicBezTo>
                  <a:pt x="50753" y="65314"/>
                  <a:pt x="51226" y="64667"/>
                  <a:pt x="51724" y="64045"/>
                </a:cubicBezTo>
                <a:lnTo>
                  <a:pt x="51749" y="63995"/>
                </a:lnTo>
                <a:lnTo>
                  <a:pt x="51799" y="63945"/>
                </a:lnTo>
                <a:close/>
                <a:moveTo>
                  <a:pt x="20411" y="66683"/>
                </a:moveTo>
                <a:cubicBezTo>
                  <a:pt x="20610" y="67355"/>
                  <a:pt x="20859" y="67978"/>
                  <a:pt x="21158" y="68575"/>
                </a:cubicBezTo>
                <a:cubicBezTo>
                  <a:pt x="21158" y="68600"/>
                  <a:pt x="21133" y="68625"/>
                  <a:pt x="21133" y="68625"/>
                </a:cubicBezTo>
                <a:cubicBezTo>
                  <a:pt x="20835" y="68005"/>
                  <a:pt x="20587" y="67361"/>
                  <a:pt x="20389" y="66693"/>
                </a:cubicBezTo>
                <a:lnTo>
                  <a:pt x="20389" y="66693"/>
                </a:lnTo>
                <a:cubicBezTo>
                  <a:pt x="20392" y="66690"/>
                  <a:pt x="20398" y="66683"/>
                  <a:pt x="20411" y="66683"/>
                </a:cubicBezTo>
                <a:close/>
                <a:moveTo>
                  <a:pt x="22651" y="66409"/>
                </a:moveTo>
                <a:cubicBezTo>
                  <a:pt x="22228" y="67156"/>
                  <a:pt x="21780" y="67928"/>
                  <a:pt x="21382" y="68674"/>
                </a:cubicBezTo>
                <a:cubicBezTo>
                  <a:pt x="21382" y="68650"/>
                  <a:pt x="21357" y="68600"/>
                  <a:pt x="21357" y="68600"/>
                </a:cubicBezTo>
                <a:cubicBezTo>
                  <a:pt x="21755" y="67853"/>
                  <a:pt x="22153" y="67106"/>
                  <a:pt x="22601" y="66409"/>
                </a:cubicBezTo>
                <a:close/>
                <a:moveTo>
                  <a:pt x="53964" y="65837"/>
                </a:moveTo>
                <a:cubicBezTo>
                  <a:pt x="54113" y="65837"/>
                  <a:pt x="54288" y="65862"/>
                  <a:pt x="54487" y="65912"/>
                </a:cubicBezTo>
                <a:cubicBezTo>
                  <a:pt x="54512" y="65912"/>
                  <a:pt x="54537" y="65912"/>
                  <a:pt x="54586" y="65936"/>
                </a:cubicBezTo>
                <a:cubicBezTo>
                  <a:pt x="54761" y="65961"/>
                  <a:pt x="54960" y="66036"/>
                  <a:pt x="55134" y="66111"/>
                </a:cubicBezTo>
                <a:cubicBezTo>
                  <a:pt x="55159" y="66111"/>
                  <a:pt x="55209" y="66161"/>
                  <a:pt x="55234" y="66161"/>
                </a:cubicBezTo>
                <a:cubicBezTo>
                  <a:pt x="55458" y="66235"/>
                  <a:pt x="55706" y="66360"/>
                  <a:pt x="55955" y="66484"/>
                </a:cubicBezTo>
                <a:cubicBezTo>
                  <a:pt x="55980" y="66534"/>
                  <a:pt x="56005" y="66534"/>
                  <a:pt x="56055" y="66559"/>
                </a:cubicBezTo>
                <a:cubicBezTo>
                  <a:pt x="54885" y="67355"/>
                  <a:pt x="53765" y="68077"/>
                  <a:pt x="52620" y="68724"/>
                </a:cubicBezTo>
                <a:cubicBezTo>
                  <a:pt x="52620" y="68674"/>
                  <a:pt x="52595" y="68600"/>
                  <a:pt x="52595" y="68525"/>
                </a:cubicBezTo>
                <a:cubicBezTo>
                  <a:pt x="52595" y="68426"/>
                  <a:pt x="52570" y="68326"/>
                  <a:pt x="52570" y="68226"/>
                </a:cubicBezTo>
                <a:lnTo>
                  <a:pt x="52570" y="67978"/>
                </a:lnTo>
                <a:lnTo>
                  <a:pt x="52570" y="67729"/>
                </a:lnTo>
                <a:cubicBezTo>
                  <a:pt x="52595" y="67679"/>
                  <a:pt x="52595" y="67604"/>
                  <a:pt x="52595" y="67554"/>
                </a:cubicBezTo>
                <a:cubicBezTo>
                  <a:pt x="52595" y="67455"/>
                  <a:pt x="52595" y="67405"/>
                  <a:pt x="52620" y="67305"/>
                </a:cubicBezTo>
                <a:cubicBezTo>
                  <a:pt x="52620" y="67231"/>
                  <a:pt x="52645" y="67181"/>
                  <a:pt x="52645" y="67106"/>
                </a:cubicBezTo>
                <a:cubicBezTo>
                  <a:pt x="52645" y="67057"/>
                  <a:pt x="52670" y="66982"/>
                  <a:pt x="52670" y="66932"/>
                </a:cubicBezTo>
                <a:cubicBezTo>
                  <a:pt x="52720" y="66857"/>
                  <a:pt x="52720" y="66808"/>
                  <a:pt x="52744" y="66733"/>
                </a:cubicBezTo>
                <a:cubicBezTo>
                  <a:pt x="52769" y="66683"/>
                  <a:pt x="52769" y="66658"/>
                  <a:pt x="52794" y="66584"/>
                </a:cubicBezTo>
                <a:cubicBezTo>
                  <a:pt x="52844" y="66484"/>
                  <a:pt x="52894" y="66409"/>
                  <a:pt x="52968" y="66310"/>
                </a:cubicBezTo>
                <a:cubicBezTo>
                  <a:pt x="52993" y="66235"/>
                  <a:pt x="53043" y="66185"/>
                  <a:pt x="53118" y="66161"/>
                </a:cubicBezTo>
                <a:lnTo>
                  <a:pt x="53143" y="66111"/>
                </a:lnTo>
                <a:cubicBezTo>
                  <a:pt x="53168" y="66086"/>
                  <a:pt x="53217" y="66086"/>
                  <a:pt x="53217" y="66061"/>
                </a:cubicBezTo>
                <a:cubicBezTo>
                  <a:pt x="53292" y="65986"/>
                  <a:pt x="53392" y="65961"/>
                  <a:pt x="53516" y="65912"/>
                </a:cubicBezTo>
                <a:cubicBezTo>
                  <a:pt x="53641" y="65862"/>
                  <a:pt x="53790" y="65837"/>
                  <a:pt x="53964" y="65837"/>
                </a:cubicBezTo>
                <a:close/>
                <a:moveTo>
                  <a:pt x="49128" y="68527"/>
                </a:moveTo>
                <a:cubicBezTo>
                  <a:pt x="48990" y="68611"/>
                  <a:pt x="48844" y="68705"/>
                  <a:pt x="48712" y="68799"/>
                </a:cubicBezTo>
                <a:cubicBezTo>
                  <a:pt x="48712" y="68774"/>
                  <a:pt x="48737" y="68774"/>
                  <a:pt x="48737" y="68724"/>
                </a:cubicBezTo>
                <a:cubicBezTo>
                  <a:pt x="48860" y="68675"/>
                  <a:pt x="48982" y="68578"/>
                  <a:pt x="49128" y="68527"/>
                </a:cubicBezTo>
                <a:close/>
                <a:moveTo>
                  <a:pt x="52620" y="66484"/>
                </a:moveTo>
                <a:cubicBezTo>
                  <a:pt x="52595" y="66559"/>
                  <a:pt x="52595" y="66584"/>
                  <a:pt x="52570" y="66658"/>
                </a:cubicBezTo>
                <a:cubicBezTo>
                  <a:pt x="52570" y="66733"/>
                  <a:pt x="52520" y="66783"/>
                  <a:pt x="52496" y="66857"/>
                </a:cubicBezTo>
                <a:cubicBezTo>
                  <a:pt x="52471" y="66932"/>
                  <a:pt x="52471" y="67032"/>
                  <a:pt x="52471" y="67081"/>
                </a:cubicBezTo>
                <a:cubicBezTo>
                  <a:pt x="52471" y="67131"/>
                  <a:pt x="52446" y="67206"/>
                  <a:pt x="52446" y="67256"/>
                </a:cubicBezTo>
                <a:cubicBezTo>
                  <a:pt x="52446" y="67355"/>
                  <a:pt x="52446" y="67430"/>
                  <a:pt x="52396" y="67530"/>
                </a:cubicBezTo>
                <a:lnTo>
                  <a:pt x="52396" y="67729"/>
                </a:lnTo>
                <a:lnTo>
                  <a:pt x="52396" y="68002"/>
                </a:lnTo>
                <a:lnTo>
                  <a:pt x="52396" y="68276"/>
                </a:lnTo>
                <a:cubicBezTo>
                  <a:pt x="52396" y="68351"/>
                  <a:pt x="52446" y="68475"/>
                  <a:pt x="52446" y="68575"/>
                </a:cubicBezTo>
                <a:cubicBezTo>
                  <a:pt x="52446" y="68674"/>
                  <a:pt x="52471" y="68774"/>
                  <a:pt x="52471" y="68849"/>
                </a:cubicBezTo>
                <a:cubicBezTo>
                  <a:pt x="52446" y="68849"/>
                  <a:pt x="52446" y="68899"/>
                  <a:pt x="52396" y="68899"/>
                </a:cubicBezTo>
                <a:cubicBezTo>
                  <a:pt x="52371" y="68699"/>
                  <a:pt x="52371" y="68550"/>
                  <a:pt x="52346" y="68401"/>
                </a:cubicBezTo>
                <a:lnTo>
                  <a:pt x="52346" y="68301"/>
                </a:lnTo>
                <a:cubicBezTo>
                  <a:pt x="52346" y="68152"/>
                  <a:pt x="52321" y="67953"/>
                  <a:pt x="52321" y="67803"/>
                </a:cubicBezTo>
                <a:lnTo>
                  <a:pt x="52321" y="67729"/>
                </a:lnTo>
                <a:cubicBezTo>
                  <a:pt x="52321" y="67579"/>
                  <a:pt x="52321" y="67430"/>
                  <a:pt x="52346" y="67281"/>
                </a:cubicBezTo>
                <a:lnTo>
                  <a:pt x="52346" y="67231"/>
                </a:lnTo>
                <a:cubicBezTo>
                  <a:pt x="52371" y="66957"/>
                  <a:pt x="52446" y="66733"/>
                  <a:pt x="52520" y="66559"/>
                </a:cubicBezTo>
                <a:cubicBezTo>
                  <a:pt x="52570" y="66534"/>
                  <a:pt x="52595" y="66534"/>
                  <a:pt x="52620" y="66484"/>
                </a:cubicBezTo>
                <a:close/>
                <a:moveTo>
                  <a:pt x="21257" y="68799"/>
                </a:moveTo>
                <a:cubicBezTo>
                  <a:pt x="21257" y="68824"/>
                  <a:pt x="21282" y="68849"/>
                  <a:pt x="21282" y="68849"/>
                </a:cubicBezTo>
                <a:cubicBezTo>
                  <a:pt x="21282" y="68899"/>
                  <a:pt x="21257" y="68899"/>
                  <a:pt x="21257" y="68923"/>
                </a:cubicBezTo>
                <a:cubicBezTo>
                  <a:pt x="21257" y="68899"/>
                  <a:pt x="21232" y="68899"/>
                  <a:pt x="21232" y="68849"/>
                </a:cubicBezTo>
                <a:cubicBezTo>
                  <a:pt x="21232" y="68849"/>
                  <a:pt x="21232" y="68824"/>
                  <a:pt x="21257" y="68799"/>
                </a:cubicBezTo>
                <a:close/>
                <a:moveTo>
                  <a:pt x="48339" y="68948"/>
                </a:moveTo>
                <a:cubicBezTo>
                  <a:pt x="48339" y="68948"/>
                  <a:pt x="48339" y="68973"/>
                  <a:pt x="48289" y="68973"/>
                </a:cubicBezTo>
                <a:lnTo>
                  <a:pt x="48339" y="68948"/>
                </a:lnTo>
                <a:close/>
                <a:moveTo>
                  <a:pt x="9434" y="68774"/>
                </a:moveTo>
                <a:lnTo>
                  <a:pt x="9434" y="68824"/>
                </a:lnTo>
                <a:lnTo>
                  <a:pt x="9434" y="68899"/>
                </a:lnTo>
                <a:lnTo>
                  <a:pt x="9434" y="68948"/>
                </a:lnTo>
                <a:cubicBezTo>
                  <a:pt x="9434" y="68973"/>
                  <a:pt x="9409" y="68973"/>
                  <a:pt x="9409" y="68998"/>
                </a:cubicBezTo>
                <a:cubicBezTo>
                  <a:pt x="9409" y="68973"/>
                  <a:pt x="9409" y="68923"/>
                  <a:pt x="9384" y="68874"/>
                </a:cubicBezTo>
                <a:cubicBezTo>
                  <a:pt x="9384" y="68849"/>
                  <a:pt x="9409" y="68849"/>
                  <a:pt x="9409" y="68824"/>
                </a:cubicBezTo>
                <a:cubicBezTo>
                  <a:pt x="9409" y="68799"/>
                  <a:pt x="9434" y="68799"/>
                  <a:pt x="9434" y="68774"/>
                </a:cubicBezTo>
                <a:close/>
                <a:moveTo>
                  <a:pt x="48289" y="68973"/>
                </a:moveTo>
                <a:cubicBezTo>
                  <a:pt x="48289" y="69023"/>
                  <a:pt x="48289" y="69023"/>
                  <a:pt x="48264" y="69023"/>
                </a:cubicBezTo>
                <a:cubicBezTo>
                  <a:pt x="48264" y="68973"/>
                  <a:pt x="48289" y="68973"/>
                  <a:pt x="48289" y="68973"/>
                </a:cubicBezTo>
                <a:close/>
                <a:moveTo>
                  <a:pt x="56229" y="66683"/>
                </a:moveTo>
                <a:cubicBezTo>
                  <a:pt x="56254" y="66683"/>
                  <a:pt x="56254" y="66708"/>
                  <a:pt x="56304" y="66708"/>
                </a:cubicBezTo>
                <a:cubicBezTo>
                  <a:pt x="55084" y="67554"/>
                  <a:pt x="53889" y="68326"/>
                  <a:pt x="52695" y="69023"/>
                </a:cubicBezTo>
                <a:lnTo>
                  <a:pt x="52695" y="68948"/>
                </a:lnTo>
                <a:cubicBezTo>
                  <a:pt x="53865" y="68276"/>
                  <a:pt x="55059" y="67530"/>
                  <a:pt x="56229" y="66683"/>
                </a:cubicBezTo>
                <a:close/>
                <a:moveTo>
                  <a:pt x="52520" y="69048"/>
                </a:moveTo>
                <a:lnTo>
                  <a:pt x="52520" y="69098"/>
                </a:lnTo>
                <a:cubicBezTo>
                  <a:pt x="52496" y="69098"/>
                  <a:pt x="52471" y="69147"/>
                  <a:pt x="52471" y="69147"/>
                </a:cubicBezTo>
                <a:lnTo>
                  <a:pt x="52471" y="69073"/>
                </a:lnTo>
                <a:cubicBezTo>
                  <a:pt x="52496" y="69073"/>
                  <a:pt x="52496" y="69048"/>
                  <a:pt x="52520" y="69048"/>
                </a:cubicBezTo>
                <a:close/>
                <a:moveTo>
                  <a:pt x="2365" y="68799"/>
                </a:moveTo>
                <a:cubicBezTo>
                  <a:pt x="2365" y="68923"/>
                  <a:pt x="2340" y="69048"/>
                  <a:pt x="2340" y="69147"/>
                </a:cubicBezTo>
                <a:cubicBezTo>
                  <a:pt x="2315" y="69297"/>
                  <a:pt x="2290" y="69421"/>
                  <a:pt x="2215" y="69571"/>
                </a:cubicBezTo>
                <a:cubicBezTo>
                  <a:pt x="2215" y="69421"/>
                  <a:pt x="2240" y="69297"/>
                  <a:pt x="2290" y="69147"/>
                </a:cubicBezTo>
                <a:cubicBezTo>
                  <a:pt x="2315" y="69048"/>
                  <a:pt x="2340" y="68923"/>
                  <a:pt x="2365" y="68799"/>
                </a:cubicBezTo>
                <a:close/>
                <a:moveTo>
                  <a:pt x="89061" y="61108"/>
                </a:moveTo>
                <a:cubicBezTo>
                  <a:pt x="91475" y="62004"/>
                  <a:pt x="93964" y="62676"/>
                  <a:pt x="96478" y="63024"/>
                </a:cubicBezTo>
                <a:cubicBezTo>
                  <a:pt x="95682" y="65215"/>
                  <a:pt x="94636" y="67480"/>
                  <a:pt x="93292" y="69770"/>
                </a:cubicBezTo>
                <a:cubicBezTo>
                  <a:pt x="91301" y="67828"/>
                  <a:pt x="89085" y="65862"/>
                  <a:pt x="86820" y="64045"/>
                </a:cubicBezTo>
                <a:cubicBezTo>
                  <a:pt x="87592" y="63074"/>
                  <a:pt x="88339" y="62103"/>
                  <a:pt x="89061" y="61108"/>
                </a:cubicBezTo>
                <a:close/>
                <a:moveTo>
                  <a:pt x="31562" y="67181"/>
                </a:moveTo>
                <a:cubicBezTo>
                  <a:pt x="31587" y="67206"/>
                  <a:pt x="31587" y="67231"/>
                  <a:pt x="31612" y="67231"/>
                </a:cubicBezTo>
                <a:cubicBezTo>
                  <a:pt x="31861" y="67305"/>
                  <a:pt x="32110" y="67405"/>
                  <a:pt x="32359" y="67455"/>
                </a:cubicBezTo>
                <a:cubicBezTo>
                  <a:pt x="32483" y="67480"/>
                  <a:pt x="32608" y="67554"/>
                  <a:pt x="32707" y="67579"/>
                </a:cubicBezTo>
                <a:cubicBezTo>
                  <a:pt x="32931" y="67654"/>
                  <a:pt x="33105" y="67729"/>
                  <a:pt x="33329" y="67803"/>
                </a:cubicBezTo>
                <a:cubicBezTo>
                  <a:pt x="33454" y="67853"/>
                  <a:pt x="33578" y="67928"/>
                  <a:pt x="33728" y="67953"/>
                </a:cubicBezTo>
                <a:cubicBezTo>
                  <a:pt x="33852" y="67978"/>
                  <a:pt x="33952" y="68052"/>
                  <a:pt x="34076" y="68077"/>
                </a:cubicBezTo>
                <a:cubicBezTo>
                  <a:pt x="33703" y="68674"/>
                  <a:pt x="33354" y="69272"/>
                  <a:pt x="32981" y="69844"/>
                </a:cubicBezTo>
                <a:cubicBezTo>
                  <a:pt x="32359" y="69098"/>
                  <a:pt x="31861" y="68202"/>
                  <a:pt x="31562" y="67181"/>
                </a:cubicBezTo>
                <a:close/>
                <a:moveTo>
                  <a:pt x="96777" y="63074"/>
                </a:moveTo>
                <a:cubicBezTo>
                  <a:pt x="95931" y="65314"/>
                  <a:pt x="94810" y="67604"/>
                  <a:pt x="93466" y="69919"/>
                </a:cubicBezTo>
                <a:lnTo>
                  <a:pt x="93441" y="69894"/>
                </a:lnTo>
                <a:cubicBezTo>
                  <a:pt x="94786" y="67579"/>
                  <a:pt x="95881" y="65289"/>
                  <a:pt x="96702" y="63074"/>
                </a:cubicBezTo>
                <a:close/>
                <a:moveTo>
                  <a:pt x="49260" y="63746"/>
                </a:moveTo>
                <a:cubicBezTo>
                  <a:pt x="49957" y="63945"/>
                  <a:pt x="50529" y="64045"/>
                  <a:pt x="51002" y="64045"/>
                </a:cubicBezTo>
                <a:cubicBezTo>
                  <a:pt x="51201" y="64045"/>
                  <a:pt x="51351" y="64045"/>
                  <a:pt x="51500" y="63995"/>
                </a:cubicBezTo>
                <a:lnTo>
                  <a:pt x="51500" y="63995"/>
                </a:lnTo>
                <a:cubicBezTo>
                  <a:pt x="51251" y="64343"/>
                  <a:pt x="51002" y="64667"/>
                  <a:pt x="50753" y="64991"/>
                </a:cubicBezTo>
                <a:cubicBezTo>
                  <a:pt x="50629" y="65190"/>
                  <a:pt x="50504" y="65339"/>
                  <a:pt x="50380" y="65513"/>
                </a:cubicBezTo>
                <a:cubicBezTo>
                  <a:pt x="50330" y="65613"/>
                  <a:pt x="50255" y="65712"/>
                  <a:pt x="50206" y="65787"/>
                </a:cubicBezTo>
                <a:cubicBezTo>
                  <a:pt x="50131" y="65862"/>
                  <a:pt x="50031" y="65986"/>
                  <a:pt x="49982" y="66086"/>
                </a:cubicBezTo>
                <a:lnTo>
                  <a:pt x="49957" y="66111"/>
                </a:lnTo>
                <a:cubicBezTo>
                  <a:pt x="49857" y="66235"/>
                  <a:pt x="49782" y="66335"/>
                  <a:pt x="49708" y="66459"/>
                </a:cubicBezTo>
                <a:lnTo>
                  <a:pt x="49334" y="67032"/>
                </a:lnTo>
                <a:cubicBezTo>
                  <a:pt x="49235" y="67156"/>
                  <a:pt x="49160" y="67281"/>
                  <a:pt x="49085" y="67430"/>
                </a:cubicBezTo>
                <a:cubicBezTo>
                  <a:pt x="48762" y="67903"/>
                  <a:pt x="48463" y="68326"/>
                  <a:pt x="48164" y="68799"/>
                </a:cubicBezTo>
                <a:cubicBezTo>
                  <a:pt x="47891" y="68948"/>
                  <a:pt x="47642" y="69098"/>
                  <a:pt x="47393" y="69222"/>
                </a:cubicBezTo>
                <a:cubicBezTo>
                  <a:pt x="46845" y="69521"/>
                  <a:pt x="46397" y="69770"/>
                  <a:pt x="45999" y="69944"/>
                </a:cubicBezTo>
                <a:cubicBezTo>
                  <a:pt x="46795" y="67928"/>
                  <a:pt x="47916" y="65837"/>
                  <a:pt x="49260" y="63746"/>
                </a:cubicBezTo>
                <a:close/>
                <a:moveTo>
                  <a:pt x="56478" y="66808"/>
                </a:moveTo>
                <a:cubicBezTo>
                  <a:pt x="56528" y="66833"/>
                  <a:pt x="56603" y="66857"/>
                  <a:pt x="56702" y="66932"/>
                </a:cubicBezTo>
                <a:cubicBezTo>
                  <a:pt x="56727" y="66932"/>
                  <a:pt x="56727" y="66957"/>
                  <a:pt x="56752" y="66957"/>
                </a:cubicBezTo>
                <a:cubicBezTo>
                  <a:pt x="56652" y="67032"/>
                  <a:pt x="56578" y="67106"/>
                  <a:pt x="56478" y="67181"/>
                </a:cubicBezTo>
                <a:cubicBezTo>
                  <a:pt x="56254" y="67355"/>
                  <a:pt x="56030" y="67530"/>
                  <a:pt x="55831" y="67704"/>
                </a:cubicBezTo>
                <a:cubicBezTo>
                  <a:pt x="55731" y="67803"/>
                  <a:pt x="55607" y="67853"/>
                  <a:pt x="55507" y="67953"/>
                </a:cubicBezTo>
                <a:cubicBezTo>
                  <a:pt x="55234" y="68177"/>
                  <a:pt x="54910" y="68426"/>
                  <a:pt x="54636" y="68650"/>
                </a:cubicBezTo>
                <a:cubicBezTo>
                  <a:pt x="54412" y="68824"/>
                  <a:pt x="54163" y="68973"/>
                  <a:pt x="53964" y="69172"/>
                </a:cubicBezTo>
                <a:cubicBezTo>
                  <a:pt x="53889" y="69222"/>
                  <a:pt x="53790" y="69272"/>
                  <a:pt x="53740" y="69322"/>
                </a:cubicBezTo>
                <a:cubicBezTo>
                  <a:pt x="53466" y="69546"/>
                  <a:pt x="53168" y="69720"/>
                  <a:pt x="52894" y="69944"/>
                </a:cubicBezTo>
                <a:cubicBezTo>
                  <a:pt x="52894" y="69894"/>
                  <a:pt x="52869" y="69819"/>
                  <a:pt x="52869" y="69770"/>
                </a:cubicBezTo>
                <a:cubicBezTo>
                  <a:pt x="52819" y="69645"/>
                  <a:pt x="52769" y="69521"/>
                  <a:pt x="52744" y="69421"/>
                </a:cubicBezTo>
                <a:cubicBezTo>
                  <a:pt x="52744" y="69347"/>
                  <a:pt x="52720" y="69272"/>
                  <a:pt x="52720" y="69197"/>
                </a:cubicBezTo>
                <a:cubicBezTo>
                  <a:pt x="53964" y="68475"/>
                  <a:pt x="55234" y="67704"/>
                  <a:pt x="56478" y="66808"/>
                </a:cubicBezTo>
                <a:close/>
                <a:moveTo>
                  <a:pt x="86721" y="64169"/>
                </a:moveTo>
                <a:cubicBezTo>
                  <a:pt x="88986" y="65986"/>
                  <a:pt x="91201" y="67953"/>
                  <a:pt x="93192" y="69919"/>
                </a:cubicBezTo>
                <a:cubicBezTo>
                  <a:pt x="93192" y="69944"/>
                  <a:pt x="93168" y="69944"/>
                  <a:pt x="93168" y="69969"/>
                </a:cubicBezTo>
                <a:cubicBezTo>
                  <a:pt x="91176" y="68002"/>
                  <a:pt x="88961" y="66086"/>
                  <a:pt x="86671" y="64219"/>
                </a:cubicBezTo>
                <a:cubicBezTo>
                  <a:pt x="86696" y="64219"/>
                  <a:pt x="86696" y="64194"/>
                  <a:pt x="86721" y="64169"/>
                </a:cubicBezTo>
                <a:close/>
                <a:moveTo>
                  <a:pt x="52570" y="69297"/>
                </a:moveTo>
                <a:cubicBezTo>
                  <a:pt x="52570" y="69347"/>
                  <a:pt x="52595" y="69421"/>
                  <a:pt x="52595" y="69471"/>
                </a:cubicBezTo>
                <a:lnTo>
                  <a:pt x="52695" y="69844"/>
                </a:lnTo>
                <a:cubicBezTo>
                  <a:pt x="52695" y="69919"/>
                  <a:pt x="52720" y="69969"/>
                  <a:pt x="52720" y="70043"/>
                </a:cubicBezTo>
                <a:cubicBezTo>
                  <a:pt x="52695" y="70043"/>
                  <a:pt x="52695" y="70068"/>
                  <a:pt x="52645" y="70068"/>
                </a:cubicBezTo>
                <a:cubicBezTo>
                  <a:pt x="52620" y="69944"/>
                  <a:pt x="52595" y="69819"/>
                  <a:pt x="52570" y="69720"/>
                </a:cubicBezTo>
                <a:cubicBezTo>
                  <a:pt x="52570" y="69670"/>
                  <a:pt x="52520" y="69595"/>
                  <a:pt x="52520" y="69546"/>
                </a:cubicBezTo>
                <a:cubicBezTo>
                  <a:pt x="52496" y="69471"/>
                  <a:pt x="52496" y="69396"/>
                  <a:pt x="52496" y="69322"/>
                </a:cubicBezTo>
                <a:cubicBezTo>
                  <a:pt x="52520" y="69322"/>
                  <a:pt x="52520" y="69297"/>
                  <a:pt x="52570" y="69297"/>
                </a:cubicBezTo>
                <a:close/>
                <a:moveTo>
                  <a:pt x="34225" y="68177"/>
                </a:moveTo>
                <a:cubicBezTo>
                  <a:pt x="34275" y="68177"/>
                  <a:pt x="34275" y="68177"/>
                  <a:pt x="34300" y="68202"/>
                </a:cubicBezTo>
                <a:cubicBezTo>
                  <a:pt x="33902" y="68849"/>
                  <a:pt x="33528" y="69471"/>
                  <a:pt x="33155" y="70093"/>
                </a:cubicBezTo>
                <a:cubicBezTo>
                  <a:pt x="33155" y="70068"/>
                  <a:pt x="33105" y="70068"/>
                  <a:pt x="33105" y="70043"/>
                </a:cubicBezTo>
                <a:lnTo>
                  <a:pt x="34225" y="68177"/>
                </a:lnTo>
                <a:close/>
                <a:moveTo>
                  <a:pt x="31338" y="67156"/>
                </a:moveTo>
                <a:cubicBezTo>
                  <a:pt x="31687" y="68276"/>
                  <a:pt x="32184" y="69272"/>
                  <a:pt x="32906" y="70068"/>
                </a:cubicBezTo>
                <a:cubicBezTo>
                  <a:pt x="32906" y="70093"/>
                  <a:pt x="32856" y="70093"/>
                  <a:pt x="32856" y="70143"/>
                </a:cubicBezTo>
                <a:cubicBezTo>
                  <a:pt x="32159" y="69297"/>
                  <a:pt x="31612" y="68301"/>
                  <a:pt x="31288" y="67156"/>
                </a:cubicBezTo>
                <a:close/>
                <a:moveTo>
                  <a:pt x="49011" y="63696"/>
                </a:moveTo>
                <a:cubicBezTo>
                  <a:pt x="49036" y="63696"/>
                  <a:pt x="49036" y="63696"/>
                  <a:pt x="49061" y="63721"/>
                </a:cubicBezTo>
                <a:cubicBezTo>
                  <a:pt x="47667" y="65837"/>
                  <a:pt x="46547" y="68027"/>
                  <a:pt x="45700" y="70093"/>
                </a:cubicBezTo>
                <a:cubicBezTo>
                  <a:pt x="45675" y="70093"/>
                  <a:pt x="45650" y="70143"/>
                  <a:pt x="45626" y="70143"/>
                </a:cubicBezTo>
                <a:cubicBezTo>
                  <a:pt x="46497" y="68027"/>
                  <a:pt x="47617" y="65837"/>
                  <a:pt x="49011" y="63696"/>
                </a:cubicBezTo>
                <a:close/>
                <a:moveTo>
                  <a:pt x="47891" y="69172"/>
                </a:moveTo>
                <a:lnTo>
                  <a:pt x="47866" y="69197"/>
                </a:lnTo>
                <a:cubicBezTo>
                  <a:pt x="47741" y="69322"/>
                  <a:pt x="47617" y="69396"/>
                  <a:pt x="47492" y="69446"/>
                </a:cubicBezTo>
                <a:cubicBezTo>
                  <a:pt x="46995" y="69695"/>
                  <a:pt x="46547" y="69944"/>
                  <a:pt x="46148" y="70143"/>
                </a:cubicBezTo>
                <a:cubicBezTo>
                  <a:pt x="46621" y="69869"/>
                  <a:pt x="47119" y="69645"/>
                  <a:pt x="47592" y="69347"/>
                </a:cubicBezTo>
                <a:cubicBezTo>
                  <a:pt x="47592" y="69347"/>
                  <a:pt x="47617" y="69347"/>
                  <a:pt x="47617" y="69322"/>
                </a:cubicBezTo>
                <a:lnTo>
                  <a:pt x="47791" y="69222"/>
                </a:lnTo>
                <a:cubicBezTo>
                  <a:pt x="47816" y="69197"/>
                  <a:pt x="47866" y="69197"/>
                  <a:pt x="47891" y="69172"/>
                </a:cubicBezTo>
                <a:close/>
                <a:moveTo>
                  <a:pt x="56926" y="67057"/>
                </a:moveTo>
                <a:cubicBezTo>
                  <a:pt x="56951" y="67081"/>
                  <a:pt x="56951" y="67081"/>
                  <a:pt x="56976" y="67081"/>
                </a:cubicBezTo>
                <a:cubicBezTo>
                  <a:pt x="56926" y="67156"/>
                  <a:pt x="56851" y="67181"/>
                  <a:pt x="56802" y="67231"/>
                </a:cubicBezTo>
                <a:cubicBezTo>
                  <a:pt x="56354" y="67579"/>
                  <a:pt x="55881" y="67953"/>
                  <a:pt x="55458" y="68301"/>
                </a:cubicBezTo>
                <a:cubicBezTo>
                  <a:pt x="55234" y="68450"/>
                  <a:pt x="55010" y="68650"/>
                  <a:pt x="54810" y="68799"/>
                </a:cubicBezTo>
                <a:cubicBezTo>
                  <a:pt x="54188" y="69272"/>
                  <a:pt x="53566" y="69720"/>
                  <a:pt x="52944" y="70168"/>
                </a:cubicBezTo>
                <a:lnTo>
                  <a:pt x="52944" y="70143"/>
                </a:lnTo>
                <a:lnTo>
                  <a:pt x="52944" y="70093"/>
                </a:lnTo>
                <a:cubicBezTo>
                  <a:pt x="53118" y="69969"/>
                  <a:pt x="53292" y="69819"/>
                  <a:pt x="53491" y="69670"/>
                </a:cubicBezTo>
                <a:lnTo>
                  <a:pt x="53566" y="69595"/>
                </a:lnTo>
                <a:lnTo>
                  <a:pt x="54586" y="68849"/>
                </a:lnTo>
                <a:cubicBezTo>
                  <a:pt x="54636" y="68824"/>
                  <a:pt x="54711" y="68774"/>
                  <a:pt x="54761" y="68724"/>
                </a:cubicBezTo>
                <a:lnTo>
                  <a:pt x="54810" y="68724"/>
                </a:lnTo>
                <a:cubicBezTo>
                  <a:pt x="55059" y="68550"/>
                  <a:pt x="55283" y="68351"/>
                  <a:pt x="55557" y="68152"/>
                </a:cubicBezTo>
                <a:cubicBezTo>
                  <a:pt x="55582" y="68152"/>
                  <a:pt x="55582" y="68102"/>
                  <a:pt x="55607" y="68102"/>
                </a:cubicBezTo>
                <a:cubicBezTo>
                  <a:pt x="55706" y="68052"/>
                  <a:pt x="55781" y="67953"/>
                  <a:pt x="55881" y="67903"/>
                </a:cubicBezTo>
                <a:cubicBezTo>
                  <a:pt x="56005" y="67803"/>
                  <a:pt x="56179" y="67679"/>
                  <a:pt x="56304" y="67579"/>
                </a:cubicBezTo>
                <a:cubicBezTo>
                  <a:pt x="56453" y="67455"/>
                  <a:pt x="56603" y="67330"/>
                  <a:pt x="56727" y="67231"/>
                </a:cubicBezTo>
                <a:cubicBezTo>
                  <a:pt x="56752" y="67181"/>
                  <a:pt x="56851" y="67106"/>
                  <a:pt x="56926" y="67057"/>
                </a:cubicBezTo>
                <a:close/>
                <a:moveTo>
                  <a:pt x="77760" y="58021"/>
                </a:moveTo>
                <a:cubicBezTo>
                  <a:pt x="79975" y="59440"/>
                  <a:pt x="82265" y="61083"/>
                  <a:pt x="84580" y="62850"/>
                </a:cubicBezTo>
                <a:cubicBezTo>
                  <a:pt x="83361" y="65240"/>
                  <a:pt x="81767" y="67729"/>
                  <a:pt x="79876" y="70168"/>
                </a:cubicBezTo>
                <a:cubicBezTo>
                  <a:pt x="77362" y="68102"/>
                  <a:pt x="74922" y="65961"/>
                  <a:pt x="72782" y="63821"/>
                </a:cubicBezTo>
                <a:cubicBezTo>
                  <a:pt x="74524" y="61929"/>
                  <a:pt x="76192" y="59988"/>
                  <a:pt x="77760" y="58021"/>
                </a:cubicBezTo>
                <a:close/>
                <a:moveTo>
                  <a:pt x="93342" y="70068"/>
                </a:moveTo>
                <a:lnTo>
                  <a:pt x="93392" y="70093"/>
                </a:lnTo>
                <a:cubicBezTo>
                  <a:pt x="93392" y="70143"/>
                  <a:pt x="93342" y="70143"/>
                  <a:pt x="93342" y="70168"/>
                </a:cubicBezTo>
                <a:lnTo>
                  <a:pt x="93317" y="70143"/>
                </a:lnTo>
                <a:cubicBezTo>
                  <a:pt x="93317" y="70093"/>
                  <a:pt x="93342" y="70093"/>
                  <a:pt x="93342" y="70068"/>
                </a:cubicBezTo>
                <a:close/>
                <a:moveTo>
                  <a:pt x="48264" y="63447"/>
                </a:moveTo>
                <a:lnTo>
                  <a:pt x="48837" y="63622"/>
                </a:lnTo>
                <a:cubicBezTo>
                  <a:pt x="47393" y="65837"/>
                  <a:pt x="46248" y="68077"/>
                  <a:pt x="45377" y="70218"/>
                </a:cubicBezTo>
                <a:cubicBezTo>
                  <a:pt x="45227" y="69595"/>
                  <a:pt x="45003" y="68948"/>
                  <a:pt x="44680" y="68326"/>
                </a:cubicBezTo>
                <a:cubicBezTo>
                  <a:pt x="45178" y="67579"/>
                  <a:pt x="45675" y="66857"/>
                  <a:pt x="46223" y="66161"/>
                </a:cubicBezTo>
                <a:cubicBezTo>
                  <a:pt x="46372" y="65936"/>
                  <a:pt x="46547" y="65688"/>
                  <a:pt x="46746" y="65464"/>
                </a:cubicBezTo>
                <a:lnTo>
                  <a:pt x="47866" y="63970"/>
                </a:lnTo>
                <a:cubicBezTo>
                  <a:pt x="47965" y="63846"/>
                  <a:pt x="48040" y="63746"/>
                  <a:pt x="48115" y="63622"/>
                </a:cubicBezTo>
                <a:cubicBezTo>
                  <a:pt x="48140" y="63572"/>
                  <a:pt x="48214" y="63547"/>
                  <a:pt x="48239" y="63472"/>
                </a:cubicBezTo>
                <a:cubicBezTo>
                  <a:pt x="48239" y="63472"/>
                  <a:pt x="48239" y="63447"/>
                  <a:pt x="48264" y="63447"/>
                </a:cubicBezTo>
                <a:close/>
                <a:moveTo>
                  <a:pt x="52744" y="70218"/>
                </a:moveTo>
                <a:lnTo>
                  <a:pt x="52744" y="70268"/>
                </a:lnTo>
                <a:lnTo>
                  <a:pt x="52744" y="70292"/>
                </a:lnTo>
                <a:lnTo>
                  <a:pt x="52720" y="70292"/>
                </a:lnTo>
                <a:lnTo>
                  <a:pt x="52720" y="70268"/>
                </a:lnTo>
                <a:lnTo>
                  <a:pt x="52744" y="70218"/>
                </a:lnTo>
                <a:close/>
                <a:moveTo>
                  <a:pt x="84730" y="62925"/>
                </a:moveTo>
                <a:cubicBezTo>
                  <a:pt x="84754" y="62925"/>
                  <a:pt x="84754" y="62950"/>
                  <a:pt x="84804" y="62950"/>
                </a:cubicBezTo>
                <a:cubicBezTo>
                  <a:pt x="83560" y="65414"/>
                  <a:pt x="81967" y="67903"/>
                  <a:pt x="80075" y="70292"/>
                </a:cubicBezTo>
                <a:cubicBezTo>
                  <a:pt x="80025" y="70292"/>
                  <a:pt x="80025" y="70268"/>
                  <a:pt x="80000" y="70268"/>
                </a:cubicBezTo>
                <a:cubicBezTo>
                  <a:pt x="81892" y="67853"/>
                  <a:pt x="83485" y="65364"/>
                  <a:pt x="84730" y="62925"/>
                </a:cubicBezTo>
                <a:close/>
                <a:moveTo>
                  <a:pt x="44555" y="68475"/>
                </a:moveTo>
                <a:cubicBezTo>
                  <a:pt x="44854" y="69098"/>
                  <a:pt x="45053" y="69695"/>
                  <a:pt x="45227" y="70292"/>
                </a:cubicBezTo>
                <a:cubicBezTo>
                  <a:pt x="45178" y="70292"/>
                  <a:pt x="45178" y="70317"/>
                  <a:pt x="45153" y="70317"/>
                </a:cubicBezTo>
                <a:cubicBezTo>
                  <a:pt x="45003" y="69770"/>
                  <a:pt x="44804" y="69172"/>
                  <a:pt x="44530" y="68550"/>
                </a:cubicBezTo>
                <a:cubicBezTo>
                  <a:pt x="44530" y="68525"/>
                  <a:pt x="44555" y="68525"/>
                  <a:pt x="44555" y="68475"/>
                </a:cubicBezTo>
                <a:close/>
                <a:moveTo>
                  <a:pt x="72657" y="63945"/>
                </a:moveTo>
                <a:cubicBezTo>
                  <a:pt x="74798" y="66086"/>
                  <a:pt x="77237" y="68276"/>
                  <a:pt x="79751" y="70292"/>
                </a:cubicBezTo>
                <a:cubicBezTo>
                  <a:pt x="79751" y="70317"/>
                  <a:pt x="79726" y="70317"/>
                  <a:pt x="79726" y="70342"/>
                </a:cubicBezTo>
                <a:cubicBezTo>
                  <a:pt x="77188" y="68301"/>
                  <a:pt x="74773" y="66161"/>
                  <a:pt x="72632" y="63995"/>
                </a:cubicBezTo>
                <a:cubicBezTo>
                  <a:pt x="72632" y="63970"/>
                  <a:pt x="72657" y="63945"/>
                  <a:pt x="72657" y="63945"/>
                </a:cubicBezTo>
                <a:close/>
                <a:moveTo>
                  <a:pt x="17748" y="54014"/>
                </a:moveTo>
                <a:cubicBezTo>
                  <a:pt x="18893" y="54014"/>
                  <a:pt x="20062" y="54113"/>
                  <a:pt x="21282" y="54263"/>
                </a:cubicBezTo>
                <a:cubicBezTo>
                  <a:pt x="19739" y="58668"/>
                  <a:pt x="19241" y="62850"/>
                  <a:pt x="20062" y="66310"/>
                </a:cubicBezTo>
                <a:cubicBezTo>
                  <a:pt x="20013" y="66310"/>
                  <a:pt x="19988" y="66335"/>
                  <a:pt x="19913" y="66335"/>
                </a:cubicBezTo>
                <a:cubicBezTo>
                  <a:pt x="19589" y="66385"/>
                  <a:pt x="19241" y="66459"/>
                  <a:pt x="18917" y="66509"/>
                </a:cubicBezTo>
                <a:cubicBezTo>
                  <a:pt x="18594" y="66609"/>
                  <a:pt x="18245" y="66708"/>
                  <a:pt x="17922" y="66808"/>
                </a:cubicBezTo>
                <a:cubicBezTo>
                  <a:pt x="17623" y="66907"/>
                  <a:pt x="17299" y="66957"/>
                  <a:pt x="17001" y="67057"/>
                </a:cubicBezTo>
                <a:cubicBezTo>
                  <a:pt x="16652" y="67156"/>
                  <a:pt x="16354" y="67256"/>
                  <a:pt x="16005" y="67380"/>
                </a:cubicBezTo>
                <a:cubicBezTo>
                  <a:pt x="15682" y="67480"/>
                  <a:pt x="15383" y="67604"/>
                  <a:pt x="15084" y="67729"/>
                </a:cubicBezTo>
                <a:cubicBezTo>
                  <a:pt x="14785" y="67853"/>
                  <a:pt x="14462" y="68002"/>
                  <a:pt x="14163" y="68152"/>
                </a:cubicBezTo>
                <a:cubicBezTo>
                  <a:pt x="13840" y="68276"/>
                  <a:pt x="13541" y="68401"/>
                  <a:pt x="13267" y="68550"/>
                </a:cubicBezTo>
                <a:cubicBezTo>
                  <a:pt x="12968" y="68699"/>
                  <a:pt x="12670" y="68849"/>
                  <a:pt x="12396" y="69023"/>
                </a:cubicBezTo>
                <a:cubicBezTo>
                  <a:pt x="12072" y="69172"/>
                  <a:pt x="11799" y="69322"/>
                  <a:pt x="11475" y="69521"/>
                </a:cubicBezTo>
                <a:cubicBezTo>
                  <a:pt x="11201" y="69670"/>
                  <a:pt x="10952" y="69844"/>
                  <a:pt x="10678" y="70019"/>
                </a:cubicBezTo>
                <a:lnTo>
                  <a:pt x="9932" y="70467"/>
                </a:lnTo>
                <a:cubicBezTo>
                  <a:pt x="9907" y="70317"/>
                  <a:pt x="9857" y="70168"/>
                  <a:pt x="9832" y="69969"/>
                </a:cubicBezTo>
                <a:cubicBezTo>
                  <a:pt x="9782" y="69795"/>
                  <a:pt x="9757" y="69571"/>
                  <a:pt x="9683" y="69347"/>
                </a:cubicBezTo>
                <a:lnTo>
                  <a:pt x="9683" y="69247"/>
                </a:lnTo>
                <a:cubicBezTo>
                  <a:pt x="9658" y="69123"/>
                  <a:pt x="9658" y="68998"/>
                  <a:pt x="9633" y="68923"/>
                </a:cubicBezTo>
                <a:cubicBezTo>
                  <a:pt x="11699" y="63995"/>
                  <a:pt x="14437" y="58992"/>
                  <a:pt x="17748" y="54014"/>
                </a:cubicBezTo>
                <a:close/>
                <a:moveTo>
                  <a:pt x="79876" y="70417"/>
                </a:moveTo>
                <a:cubicBezTo>
                  <a:pt x="79901" y="70417"/>
                  <a:pt x="79950" y="70442"/>
                  <a:pt x="79950" y="70442"/>
                </a:cubicBezTo>
                <a:cubicBezTo>
                  <a:pt x="79950" y="70467"/>
                  <a:pt x="79901" y="70467"/>
                  <a:pt x="79901" y="70492"/>
                </a:cubicBezTo>
                <a:cubicBezTo>
                  <a:pt x="79876" y="70492"/>
                  <a:pt x="79876" y="70467"/>
                  <a:pt x="79851" y="70467"/>
                </a:cubicBezTo>
                <a:cubicBezTo>
                  <a:pt x="79851" y="70442"/>
                  <a:pt x="79876" y="70442"/>
                  <a:pt x="79876" y="70417"/>
                </a:cubicBezTo>
                <a:close/>
                <a:moveTo>
                  <a:pt x="33155" y="70442"/>
                </a:moveTo>
                <a:cubicBezTo>
                  <a:pt x="33180" y="70442"/>
                  <a:pt x="33205" y="70442"/>
                  <a:pt x="33205" y="70467"/>
                </a:cubicBezTo>
                <a:lnTo>
                  <a:pt x="33280" y="70467"/>
                </a:lnTo>
                <a:lnTo>
                  <a:pt x="33304" y="70516"/>
                </a:lnTo>
                <a:cubicBezTo>
                  <a:pt x="33280" y="70516"/>
                  <a:pt x="33205" y="70467"/>
                  <a:pt x="33180" y="70467"/>
                </a:cubicBezTo>
                <a:lnTo>
                  <a:pt x="33155" y="70442"/>
                </a:lnTo>
                <a:close/>
                <a:moveTo>
                  <a:pt x="9533" y="69197"/>
                </a:moveTo>
                <a:cubicBezTo>
                  <a:pt x="9533" y="69272"/>
                  <a:pt x="9558" y="69322"/>
                  <a:pt x="9558" y="69396"/>
                </a:cubicBezTo>
                <a:cubicBezTo>
                  <a:pt x="9558" y="69446"/>
                  <a:pt x="9583" y="69546"/>
                  <a:pt x="9583" y="69595"/>
                </a:cubicBezTo>
                <a:cubicBezTo>
                  <a:pt x="9658" y="69894"/>
                  <a:pt x="9708" y="70168"/>
                  <a:pt x="9782" y="70417"/>
                </a:cubicBezTo>
                <a:cubicBezTo>
                  <a:pt x="9782" y="70442"/>
                  <a:pt x="9807" y="70516"/>
                  <a:pt x="9807" y="70541"/>
                </a:cubicBezTo>
                <a:lnTo>
                  <a:pt x="9782" y="70566"/>
                </a:lnTo>
                <a:lnTo>
                  <a:pt x="9733" y="70591"/>
                </a:lnTo>
                <a:cubicBezTo>
                  <a:pt x="9733" y="70541"/>
                  <a:pt x="9708" y="70467"/>
                  <a:pt x="9708" y="70417"/>
                </a:cubicBezTo>
                <a:lnTo>
                  <a:pt x="9708" y="70392"/>
                </a:lnTo>
                <a:cubicBezTo>
                  <a:pt x="9633" y="70193"/>
                  <a:pt x="9558" y="69969"/>
                  <a:pt x="9533" y="69770"/>
                </a:cubicBezTo>
                <a:cubicBezTo>
                  <a:pt x="9509" y="69645"/>
                  <a:pt x="9459" y="69521"/>
                  <a:pt x="9459" y="69396"/>
                </a:cubicBezTo>
                <a:lnTo>
                  <a:pt x="9459" y="69322"/>
                </a:lnTo>
                <a:cubicBezTo>
                  <a:pt x="9459" y="69297"/>
                  <a:pt x="9484" y="69297"/>
                  <a:pt x="9484" y="69272"/>
                </a:cubicBezTo>
                <a:cubicBezTo>
                  <a:pt x="9484" y="69222"/>
                  <a:pt x="9484" y="69222"/>
                  <a:pt x="9533" y="69197"/>
                </a:cubicBezTo>
                <a:close/>
                <a:moveTo>
                  <a:pt x="84954" y="63074"/>
                </a:moveTo>
                <a:cubicBezTo>
                  <a:pt x="85377" y="63422"/>
                  <a:pt x="85825" y="63746"/>
                  <a:pt x="86223" y="64095"/>
                </a:cubicBezTo>
                <a:cubicBezTo>
                  <a:pt x="84431" y="66335"/>
                  <a:pt x="82564" y="68550"/>
                  <a:pt x="80573" y="70691"/>
                </a:cubicBezTo>
                <a:cubicBezTo>
                  <a:pt x="80448" y="70591"/>
                  <a:pt x="80349" y="70516"/>
                  <a:pt x="80224" y="70417"/>
                </a:cubicBezTo>
                <a:cubicBezTo>
                  <a:pt x="82116" y="68027"/>
                  <a:pt x="83709" y="65538"/>
                  <a:pt x="84954" y="63074"/>
                </a:cubicBezTo>
                <a:close/>
                <a:moveTo>
                  <a:pt x="20137" y="66484"/>
                </a:moveTo>
                <a:lnTo>
                  <a:pt x="20137" y="66534"/>
                </a:lnTo>
                <a:lnTo>
                  <a:pt x="20112" y="66559"/>
                </a:lnTo>
                <a:cubicBezTo>
                  <a:pt x="19714" y="66609"/>
                  <a:pt x="19291" y="66708"/>
                  <a:pt x="18893" y="66808"/>
                </a:cubicBezTo>
                <a:cubicBezTo>
                  <a:pt x="18594" y="66857"/>
                  <a:pt x="18295" y="66957"/>
                  <a:pt x="18021" y="67057"/>
                </a:cubicBezTo>
                <a:cubicBezTo>
                  <a:pt x="17673" y="67156"/>
                  <a:pt x="17299" y="67231"/>
                  <a:pt x="16976" y="67330"/>
                </a:cubicBezTo>
                <a:cubicBezTo>
                  <a:pt x="16652" y="67430"/>
                  <a:pt x="16354" y="67554"/>
                  <a:pt x="16030" y="67679"/>
                </a:cubicBezTo>
                <a:cubicBezTo>
                  <a:pt x="15731" y="67803"/>
                  <a:pt x="15408" y="67903"/>
                  <a:pt x="15109" y="68027"/>
                </a:cubicBezTo>
                <a:cubicBezTo>
                  <a:pt x="14785" y="68152"/>
                  <a:pt x="14512" y="68301"/>
                  <a:pt x="14188" y="68426"/>
                </a:cubicBezTo>
                <a:cubicBezTo>
                  <a:pt x="13889" y="68550"/>
                  <a:pt x="13566" y="68699"/>
                  <a:pt x="13267" y="68849"/>
                </a:cubicBezTo>
                <a:cubicBezTo>
                  <a:pt x="12993" y="68973"/>
                  <a:pt x="12744" y="69147"/>
                  <a:pt x="12446" y="69297"/>
                </a:cubicBezTo>
                <a:cubicBezTo>
                  <a:pt x="12147" y="69471"/>
                  <a:pt x="11799" y="69645"/>
                  <a:pt x="11500" y="69819"/>
                </a:cubicBezTo>
                <a:cubicBezTo>
                  <a:pt x="11251" y="69969"/>
                  <a:pt x="11027" y="70143"/>
                  <a:pt x="10803" y="70292"/>
                </a:cubicBezTo>
                <a:cubicBezTo>
                  <a:pt x="10529" y="70467"/>
                  <a:pt x="10255" y="70641"/>
                  <a:pt x="10006" y="70815"/>
                </a:cubicBezTo>
                <a:lnTo>
                  <a:pt x="10006" y="70765"/>
                </a:lnTo>
                <a:cubicBezTo>
                  <a:pt x="10206" y="70591"/>
                  <a:pt x="10454" y="70442"/>
                  <a:pt x="10678" y="70292"/>
                </a:cubicBezTo>
                <a:lnTo>
                  <a:pt x="11525" y="69720"/>
                </a:lnTo>
                <a:lnTo>
                  <a:pt x="12371" y="69272"/>
                </a:lnTo>
                <a:cubicBezTo>
                  <a:pt x="12670" y="69098"/>
                  <a:pt x="12993" y="68923"/>
                  <a:pt x="13292" y="68774"/>
                </a:cubicBezTo>
                <a:cubicBezTo>
                  <a:pt x="13541" y="68650"/>
                  <a:pt x="13815" y="68525"/>
                  <a:pt x="14113" y="68401"/>
                </a:cubicBezTo>
                <a:lnTo>
                  <a:pt x="15134" y="67928"/>
                </a:lnTo>
                <a:cubicBezTo>
                  <a:pt x="15383" y="67828"/>
                  <a:pt x="15657" y="67729"/>
                  <a:pt x="15906" y="67654"/>
                </a:cubicBezTo>
                <a:cubicBezTo>
                  <a:pt x="16279" y="67530"/>
                  <a:pt x="16652" y="67355"/>
                  <a:pt x="17026" y="67231"/>
                </a:cubicBezTo>
                <a:cubicBezTo>
                  <a:pt x="17275" y="67156"/>
                  <a:pt x="17524" y="67106"/>
                  <a:pt x="17797" y="67032"/>
                </a:cubicBezTo>
                <a:cubicBezTo>
                  <a:pt x="18171" y="66907"/>
                  <a:pt x="18594" y="66808"/>
                  <a:pt x="18967" y="66708"/>
                </a:cubicBezTo>
                <a:cubicBezTo>
                  <a:pt x="19241" y="66658"/>
                  <a:pt x="19515" y="66609"/>
                  <a:pt x="19789" y="66559"/>
                </a:cubicBezTo>
                <a:cubicBezTo>
                  <a:pt x="19913" y="66534"/>
                  <a:pt x="20013" y="66534"/>
                  <a:pt x="20137" y="66484"/>
                </a:cubicBezTo>
                <a:close/>
                <a:moveTo>
                  <a:pt x="24941" y="66285"/>
                </a:moveTo>
                <a:cubicBezTo>
                  <a:pt x="26808" y="66285"/>
                  <a:pt x="28625" y="66484"/>
                  <a:pt x="30367" y="66907"/>
                </a:cubicBezTo>
                <a:cubicBezTo>
                  <a:pt x="30417" y="66907"/>
                  <a:pt x="30442" y="66932"/>
                  <a:pt x="30467" y="66932"/>
                </a:cubicBezTo>
                <a:cubicBezTo>
                  <a:pt x="30691" y="66982"/>
                  <a:pt x="30865" y="67032"/>
                  <a:pt x="31089" y="67081"/>
                </a:cubicBezTo>
                <a:cubicBezTo>
                  <a:pt x="31413" y="68276"/>
                  <a:pt x="31935" y="69297"/>
                  <a:pt x="32657" y="70143"/>
                </a:cubicBezTo>
                <a:lnTo>
                  <a:pt x="32608" y="70143"/>
                </a:lnTo>
                <a:cubicBezTo>
                  <a:pt x="32533" y="70093"/>
                  <a:pt x="32408" y="70093"/>
                  <a:pt x="32309" y="70068"/>
                </a:cubicBezTo>
                <a:cubicBezTo>
                  <a:pt x="31935" y="70019"/>
                  <a:pt x="31562" y="69969"/>
                  <a:pt x="31164" y="69944"/>
                </a:cubicBezTo>
                <a:cubicBezTo>
                  <a:pt x="31039" y="69944"/>
                  <a:pt x="30915" y="69919"/>
                  <a:pt x="30815" y="69919"/>
                </a:cubicBezTo>
                <a:cubicBezTo>
                  <a:pt x="30318" y="69894"/>
                  <a:pt x="29845" y="69844"/>
                  <a:pt x="29347" y="69844"/>
                </a:cubicBezTo>
                <a:cubicBezTo>
                  <a:pt x="28973" y="69844"/>
                  <a:pt x="28625" y="69844"/>
                  <a:pt x="28252" y="69894"/>
                </a:cubicBezTo>
                <a:cubicBezTo>
                  <a:pt x="28102" y="69894"/>
                  <a:pt x="27928" y="69919"/>
                  <a:pt x="27754" y="69919"/>
                </a:cubicBezTo>
                <a:cubicBezTo>
                  <a:pt x="27580" y="69919"/>
                  <a:pt x="27380" y="69944"/>
                  <a:pt x="27181" y="69944"/>
                </a:cubicBezTo>
                <a:lnTo>
                  <a:pt x="26509" y="70043"/>
                </a:lnTo>
                <a:cubicBezTo>
                  <a:pt x="26360" y="70068"/>
                  <a:pt x="26211" y="70068"/>
                  <a:pt x="26086" y="70093"/>
                </a:cubicBezTo>
                <a:cubicBezTo>
                  <a:pt x="25837" y="70143"/>
                  <a:pt x="25613" y="70193"/>
                  <a:pt x="25364" y="70218"/>
                </a:cubicBezTo>
                <a:cubicBezTo>
                  <a:pt x="25240" y="70268"/>
                  <a:pt x="25115" y="70268"/>
                  <a:pt x="24991" y="70292"/>
                </a:cubicBezTo>
                <a:lnTo>
                  <a:pt x="24244" y="70467"/>
                </a:lnTo>
                <a:cubicBezTo>
                  <a:pt x="24145" y="70492"/>
                  <a:pt x="24020" y="70541"/>
                  <a:pt x="23945" y="70541"/>
                </a:cubicBezTo>
                <a:cubicBezTo>
                  <a:pt x="23697" y="70591"/>
                  <a:pt x="23448" y="70691"/>
                  <a:pt x="23199" y="70740"/>
                </a:cubicBezTo>
                <a:cubicBezTo>
                  <a:pt x="23124" y="70790"/>
                  <a:pt x="23074" y="70790"/>
                  <a:pt x="23000" y="70815"/>
                </a:cubicBezTo>
                <a:cubicBezTo>
                  <a:pt x="22352" y="70218"/>
                  <a:pt x="21879" y="69571"/>
                  <a:pt x="21506" y="68849"/>
                </a:cubicBezTo>
                <a:cubicBezTo>
                  <a:pt x="21954" y="68027"/>
                  <a:pt x="22402" y="67181"/>
                  <a:pt x="22900" y="66360"/>
                </a:cubicBezTo>
                <a:lnTo>
                  <a:pt x="22950" y="66360"/>
                </a:lnTo>
                <a:cubicBezTo>
                  <a:pt x="23597" y="66310"/>
                  <a:pt x="24269" y="66285"/>
                  <a:pt x="24941" y="66285"/>
                </a:cubicBezTo>
                <a:close/>
                <a:moveTo>
                  <a:pt x="9807" y="70790"/>
                </a:moveTo>
                <a:lnTo>
                  <a:pt x="9807" y="70815"/>
                </a:lnTo>
                <a:lnTo>
                  <a:pt x="9807" y="70840"/>
                </a:lnTo>
                <a:lnTo>
                  <a:pt x="9757" y="70840"/>
                </a:lnTo>
                <a:lnTo>
                  <a:pt x="9757" y="70815"/>
                </a:lnTo>
                <a:lnTo>
                  <a:pt x="9782" y="70815"/>
                </a:lnTo>
                <a:cubicBezTo>
                  <a:pt x="9807" y="70815"/>
                  <a:pt x="9807" y="70790"/>
                  <a:pt x="9807" y="70790"/>
                </a:cubicBezTo>
                <a:close/>
                <a:moveTo>
                  <a:pt x="80100" y="70566"/>
                </a:moveTo>
                <a:cubicBezTo>
                  <a:pt x="80199" y="70666"/>
                  <a:pt x="80324" y="70765"/>
                  <a:pt x="80398" y="70815"/>
                </a:cubicBezTo>
                <a:lnTo>
                  <a:pt x="80374" y="70840"/>
                </a:lnTo>
                <a:cubicBezTo>
                  <a:pt x="80274" y="70765"/>
                  <a:pt x="80150" y="70666"/>
                  <a:pt x="80075" y="70591"/>
                </a:cubicBezTo>
                <a:lnTo>
                  <a:pt x="80100" y="70566"/>
                </a:lnTo>
                <a:close/>
                <a:moveTo>
                  <a:pt x="86347" y="64219"/>
                </a:moveTo>
                <a:cubicBezTo>
                  <a:pt x="86372" y="64219"/>
                  <a:pt x="86372" y="64244"/>
                  <a:pt x="86422" y="64244"/>
                </a:cubicBezTo>
                <a:cubicBezTo>
                  <a:pt x="84630" y="66484"/>
                  <a:pt x="82738" y="68699"/>
                  <a:pt x="80747" y="70840"/>
                </a:cubicBezTo>
                <a:cubicBezTo>
                  <a:pt x="80722" y="70840"/>
                  <a:pt x="80722" y="70815"/>
                  <a:pt x="80697" y="70815"/>
                </a:cubicBezTo>
                <a:cubicBezTo>
                  <a:pt x="82688" y="68674"/>
                  <a:pt x="84580" y="66459"/>
                  <a:pt x="86347" y="64219"/>
                </a:cubicBezTo>
                <a:close/>
                <a:moveTo>
                  <a:pt x="21382" y="69073"/>
                </a:moveTo>
                <a:cubicBezTo>
                  <a:pt x="21753" y="69716"/>
                  <a:pt x="22197" y="70334"/>
                  <a:pt x="22692" y="70904"/>
                </a:cubicBezTo>
                <a:lnTo>
                  <a:pt x="22692" y="70904"/>
                </a:lnTo>
                <a:cubicBezTo>
                  <a:pt x="22690" y="70904"/>
                  <a:pt x="22689" y="70904"/>
                  <a:pt x="22687" y="70904"/>
                </a:cubicBezTo>
                <a:cubicBezTo>
                  <a:pt x="22670" y="70904"/>
                  <a:pt x="22643" y="70915"/>
                  <a:pt x="22626" y="70915"/>
                </a:cubicBezTo>
                <a:cubicBezTo>
                  <a:pt x="22128" y="70392"/>
                  <a:pt x="21730" y="69795"/>
                  <a:pt x="21357" y="69147"/>
                </a:cubicBezTo>
                <a:cubicBezTo>
                  <a:pt x="21357" y="69098"/>
                  <a:pt x="21382" y="69098"/>
                  <a:pt x="21382" y="69073"/>
                </a:cubicBezTo>
                <a:close/>
                <a:moveTo>
                  <a:pt x="80573" y="70940"/>
                </a:moveTo>
                <a:cubicBezTo>
                  <a:pt x="80598" y="70940"/>
                  <a:pt x="80598" y="70964"/>
                  <a:pt x="80622" y="70964"/>
                </a:cubicBezTo>
                <a:lnTo>
                  <a:pt x="80598" y="71014"/>
                </a:lnTo>
                <a:cubicBezTo>
                  <a:pt x="80573" y="71014"/>
                  <a:pt x="80573" y="70964"/>
                  <a:pt x="80523" y="70964"/>
                </a:cubicBezTo>
                <a:lnTo>
                  <a:pt x="80573" y="70940"/>
                </a:lnTo>
                <a:close/>
                <a:moveTo>
                  <a:pt x="29297" y="70068"/>
                </a:moveTo>
                <a:cubicBezTo>
                  <a:pt x="29795" y="70068"/>
                  <a:pt x="30293" y="70093"/>
                  <a:pt x="30790" y="70143"/>
                </a:cubicBezTo>
                <a:cubicBezTo>
                  <a:pt x="30915" y="70143"/>
                  <a:pt x="31039" y="70168"/>
                  <a:pt x="31164" y="70168"/>
                </a:cubicBezTo>
                <a:cubicBezTo>
                  <a:pt x="31562" y="70193"/>
                  <a:pt x="31935" y="70268"/>
                  <a:pt x="32334" y="70317"/>
                </a:cubicBezTo>
                <a:cubicBezTo>
                  <a:pt x="32433" y="70342"/>
                  <a:pt x="32533" y="70342"/>
                  <a:pt x="32608" y="70392"/>
                </a:cubicBezTo>
                <a:cubicBezTo>
                  <a:pt x="32637" y="70347"/>
                  <a:pt x="32658" y="70338"/>
                  <a:pt x="32676" y="70338"/>
                </a:cubicBezTo>
                <a:cubicBezTo>
                  <a:pt x="32687" y="70338"/>
                  <a:pt x="32697" y="70342"/>
                  <a:pt x="32707" y="70342"/>
                </a:cubicBezTo>
                <a:cubicBezTo>
                  <a:pt x="32682" y="70392"/>
                  <a:pt x="32682" y="70392"/>
                  <a:pt x="32682" y="70417"/>
                </a:cubicBezTo>
                <a:cubicBezTo>
                  <a:pt x="32234" y="70317"/>
                  <a:pt x="31786" y="70268"/>
                  <a:pt x="31313" y="70218"/>
                </a:cubicBezTo>
                <a:cubicBezTo>
                  <a:pt x="31164" y="70218"/>
                  <a:pt x="31039" y="70193"/>
                  <a:pt x="30865" y="70193"/>
                </a:cubicBezTo>
                <a:cubicBezTo>
                  <a:pt x="30342" y="70168"/>
                  <a:pt x="29820" y="70143"/>
                  <a:pt x="29247" y="70143"/>
                </a:cubicBezTo>
                <a:lnTo>
                  <a:pt x="29197" y="70143"/>
                </a:lnTo>
                <a:cubicBezTo>
                  <a:pt x="28849" y="70143"/>
                  <a:pt x="28500" y="70143"/>
                  <a:pt x="28202" y="70168"/>
                </a:cubicBezTo>
                <a:cubicBezTo>
                  <a:pt x="27953" y="70168"/>
                  <a:pt x="27679" y="70193"/>
                  <a:pt x="27430" y="70218"/>
                </a:cubicBezTo>
                <a:cubicBezTo>
                  <a:pt x="27331" y="70218"/>
                  <a:pt x="27231" y="70218"/>
                  <a:pt x="27131" y="70268"/>
                </a:cubicBezTo>
                <a:cubicBezTo>
                  <a:pt x="26833" y="70292"/>
                  <a:pt x="26484" y="70317"/>
                  <a:pt x="26186" y="70392"/>
                </a:cubicBezTo>
                <a:lnTo>
                  <a:pt x="26061" y="70392"/>
                </a:lnTo>
                <a:cubicBezTo>
                  <a:pt x="25713" y="70442"/>
                  <a:pt x="25339" y="70516"/>
                  <a:pt x="24991" y="70566"/>
                </a:cubicBezTo>
                <a:cubicBezTo>
                  <a:pt x="24369" y="70691"/>
                  <a:pt x="23746" y="70840"/>
                  <a:pt x="23124" y="71039"/>
                </a:cubicBezTo>
                <a:lnTo>
                  <a:pt x="23099" y="71014"/>
                </a:lnTo>
                <a:lnTo>
                  <a:pt x="23074" y="70964"/>
                </a:lnTo>
                <a:cubicBezTo>
                  <a:pt x="23348" y="70890"/>
                  <a:pt x="23622" y="70815"/>
                  <a:pt x="23896" y="70716"/>
                </a:cubicBezTo>
                <a:cubicBezTo>
                  <a:pt x="23970" y="70716"/>
                  <a:pt x="23995" y="70691"/>
                  <a:pt x="24070" y="70691"/>
                </a:cubicBezTo>
                <a:cubicBezTo>
                  <a:pt x="24369" y="70641"/>
                  <a:pt x="24692" y="70541"/>
                  <a:pt x="24966" y="70467"/>
                </a:cubicBezTo>
                <a:cubicBezTo>
                  <a:pt x="25016" y="70467"/>
                  <a:pt x="25090" y="70442"/>
                  <a:pt x="25140" y="70442"/>
                </a:cubicBezTo>
                <a:cubicBezTo>
                  <a:pt x="25439" y="70392"/>
                  <a:pt x="25738" y="70317"/>
                  <a:pt x="26011" y="70292"/>
                </a:cubicBezTo>
                <a:cubicBezTo>
                  <a:pt x="26111" y="70268"/>
                  <a:pt x="26235" y="70268"/>
                  <a:pt x="26335" y="70268"/>
                </a:cubicBezTo>
                <a:cubicBezTo>
                  <a:pt x="26584" y="70218"/>
                  <a:pt x="26833" y="70193"/>
                  <a:pt x="27107" y="70168"/>
                </a:cubicBezTo>
                <a:cubicBezTo>
                  <a:pt x="27306" y="70143"/>
                  <a:pt x="27455" y="70143"/>
                  <a:pt x="27629" y="70143"/>
                </a:cubicBezTo>
                <a:cubicBezTo>
                  <a:pt x="27828" y="70143"/>
                  <a:pt x="28003" y="70093"/>
                  <a:pt x="28202" y="70093"/>
                </a:cubicBezTo>
                <a:cubicBezTo>
                  <a:pt x="28575" y="70068"/>
                  <a:pt x="28924" y="70068"/>
                  <a:pt x="29297" y="70068"/>
                </a:cubicBezTo>
                <a:close/>
                <a:moveTo>
                  <a:pt x="22891" y="71070"/>
                </a:moveTo>
                <a:cubicBezTo>
                  <a:pt x="22888" y="71070"/>
                  <a:pt x="22888" y="71077"/>
                  <a:pt x="22900" y="71089"/>
                </a:cubicBezTo>
                <a:cubicBezTo>
                  <a:pt x="22896" y="71082"/>
                  <a:pt x="22893" y="71076"/>
                  <a:pt x="22891" y="71070"/>
                </a:cubicBezTo>
                <a:close/>
                <a:moveTo>
                  <a:pt x="45377" y="70840"/>
                </a:moveTo>
                <a:cubicBezTo>
                  <a:pt x="45377" y="70890"/>
                  <a:pt x="45377" y="70940"/>
                  <a:pt x="45402" y="70964"/>
                </a:cubicBezTo>
                <a:cubicBezTo>
                  <a:pt x="45402" y="71014"/>
                  <a:pt x="45377" y="71064"/>
                  <a:pt x="45377" y="71089"/>
                </a:cubicBezTo>
                <a:cubicBezTo>
                  <a:pt x="45377" y="71064"/>
                  <a:pt x="45377" y="71014"/>
                  <a:pt x="45352" y="70964"/>
                </a:cubicBezTo>
                <a:cubicBezTo>
                  <a:pt x="45352" y="70915"/>
                  <a:pt x="45352" y="70890"/>
                  <a:pt x="45377" y="70840"/>
                </a:cubicBezTo>
                <a:close/>
                <a:moveTo>
                  <a:pt x="22850" y="71039"/>
                </a:moveTo>
                <a:cubicBezTo>
                  <a:pt x="22871" y="71039"/>
                  <a:pt x="22875" y="71039"/>
                  <a:pt x="22891" y="71070"/>
                </a:cubicBezTo>
                <a:lnTo>
                  <a:pt x="22891" y="71070"/>
                </a:lnTo>
                <a:cubicBezTo>
                  <a:pt x="22891" y="71070"/>
                  <a:pt x="22891" y="71070"/>
                  <a:pt x="22891" y="71070"/>
                </a:cubicBezTo>
                <a:cubicBezTo>
                  <a:pt x="22894" y="71070"/>
                  <a:pt x="22900" y="71076"/>
                  <a:pt x="22900" y="71089"/>
                </a:cubicBezTo>
                <a:cubicBezTo>
                  <a:pt x="22875" y="71089"/>
                  <a:pt x="22850" y="71089"/>
                  <a:pt x="22850" y="71139"/>
                </a:cubicBezTo>
                <a:lnTo>
                  <a:pt x="22825" y="71089"/>
                </a:lnTo>
                <a:cubicBezTo>
                  <a:pt x="22825" y="71089"/>
                  <a:pt x="22776" y="71089"/>
                  <a:pt x="22776" y="71064"/>
                </a:cubicBezTo>
                <a:cubicBezTo>
                  <a:pt x="22825" y="71064"/>
                  <a:pt x="22825" y="71064"/>
                  <a:pt x="22825" y="71039"/>
                </a:cubicBezTo>
                <a:close/>
                <a:moveTo>
                  <a:pt x="96926" y="63099"/>
                </a:moveTo>
                <a:cubicBezTo>
                  <a:pt x="98071" y="63248"/>
                  <a:pt x="99191" y="63348"/>
                  <a:pt x="100311" y="63373"/>
                </a:cubicBezTo>
                <a:cubicBezTo>
                  <a:pt x="98569" y="65986"/>
                  <a:pt x="96677" y="68575"/>
                  <a:pt x="94661" y="71139"/>
                </a:cubicBezTo>
                <a:cubicBezTo>
                  <a:pt x="94313" y="70765"/>
                  <a:pt x="93964" y="70417"/>
                  <a:pt x="93591" y="70068"/>
                </a:cubicBezTo>
                <a:cubicBezTo>
                  <a:pt x="94960" y="67729"/>
                  <a:pt x="96080" y="65364"/>
                  <a:pt x="96926" y="63099"/>
                </a:cubicBezTo>
                <a:close/>
                <a:moveTo>
                  <a:pt x="38905" y="61829"/>
                </a:moveTo>
                <a:cubicBezTo>
                  <a:pt x="39552" y="62377"/>
                  <a:pt x="40174" y="62950"/>
                  <a:pt x="40772" y="63547"/>
                </a:cubicBezTo>
                <a:cubicBezTo>
                  <a:pt x="40324" y="64792"/>
                  <a:pt x="40025" y="65986"/>
                  <a:pt x="39826" y="67181"/>
                </a:cubicBezTo>
                <a:cubicBezTo>
                  <a:pt x="39801" y="67281"/>
                  <a:pt x="39801" y="67380"/>
                  <a:pt x="39776" y="67480"/>
                </a:cubicBezTo>
                <a:lnTo>
                  <a:pt x="39776" y="67579"/>
                </a:lnTo>
                <a:cubicBezTo>
                  <a:pt x="39751" y="67704"/>
                  <a:pt x="39751" y="67828"/>
                  <a:pt x="39751" y="67953"/>
                </a:cubicBezTo>
                <a:cubicBezTo>
                  <a:pt x="39751" y="68077"/>
                  <a:pt x="39701" y="68226"/>
                  <a:pt x="39701" y="68351"/>
                </a:cubicBezTo>
                <a:cubicBezTo>
                  <a:pt x="39677" y="68575"/>
                  <a:pt x="39677" y="68799"/>
                  <a:pt x="39677" y="69023"/>
                </a:cubicBezTo>
                <a:lnTo>
                  <a:pt x="39677" y="69098"/>
                </a:lnTo>
                <a:lnTo>
                  <a:pt x="39677" y="69197"/>
                </a:lnTo>
                <a:lnTo>
                  <a:pt x="39677" y="69695"/>
                </a:lnTo>
                <a:cubicBezTo>
                  <a:pt x="39677" y="69844"/>
                  <a:pt x="39677" y="70043"/>
                  <a:pt x="39701" y="70193"/>
                </a:cubicBezTo>
                <a:cubicBezTo>
                  <a:pt x="39701" y="70292"/>
                  <a:pt x="39701" y="70392"/>
                  <a:pt x="39751" y="70442"/>
                </a:cubicBezTo>
                <a:lnTo>
                  <a:pt x="39751" y="70566"/>
                </a:lnTo>
                <a:lnTo>
                  <a:pt x="39751" y="70591"/>
                </a:lnTo>
                <a:cubicBezTo>
                  <a:pt x="39776" y="70765"/>
                  <a:pt x="39776" y="70890"/>
                  <a:pt x="39801" y="71039"/>
                </a:cubicBezTo>
                <a:cubicBezTo>
                  <a:pt x="39801" y="71089"/>
                  <a:pt x="39826" y="71164"/>
                  <a:pt x="39826" y="71213"/>
                </a:cubicBezTo>
                <a:lnTo>
                  <a:pt x="39776" y="71164"/>
                </a:lnTo>
                <a:lnTo>
                  <a:pt x="39776" y="71188"/>
                </a:lnTo>
                <a:lnTo>
                  <a:pt x="39701" y="71139"/>
                </a:lnTo>
                <a:cubicBezTo>
                  <a:pt x="39627" y="71039"/>
                  <a:pt x="39502" y="70940"/>
                  <a:pt x="39403" y="70840"/>
                </a:cubicBezTo>
                <a:cubicBezTo>
                  <a:pt x="39278" y="70716"/>
                  <a:pt x="39129" y="70591"/>
                  <a:pt x="39005" y="70516"/>
                </a:cubicBezTo>
                <a:cubicBezTo>
                  <a:pt x="38880" y="70417"/>
                  <a:pt x="38756" y="70292"/>
                  <a:pt x="38581" y="70193"/>
                </a:cubicBezTo>
                <a:lnTo>
                  <a:pt x="38208" y="69919"/>
                </a:lnTo>
                <a:cubicBezTo>
                  <a:pt x="38059" y="69795"/>
                  <a:pt x="37909" y="69695"/>
                  <a:pt x="37760" y="69571"/>
                </a:cubicBezTo>
                <a:cubicBezTo>
                  <a:pt x="37660" y="69521"/>
                  <a:pt x="37536" y="69421"/>
                  <a:pt x="37436" y="69347"/>
                </a:cubicBezTo>
                <a:cubicBezTo>
                  <a:pt x="37262" y="69222"/>
                  <a:pt x="37063" y="69098"/>
                  <a:pt x="36889" y="69023"/>
                </a:cubicBezTo>
                <a:cubicBezTo>
                  <a:pt x="36789" y="68948"/>
                  <a:pt x="36690" y="68899"/>
                  <a:pt x="36590" y="68849"/>
                </a:cubicBezTo>
                <a:cubicBezTo>
                  <a:pt x="36391" y="68724"/>
                  <a:pt x="36192" y="68600"/>
                  <a:pt x="35968" y="68475"/>
                </a:cubicBezTo>
                <a:cubicBezTo>
                  <a:pt x="35918" y="68450"/>
                  <a:pt x="35818" y="68401"/>
                  <a:pt x="35769" y="68351"/>
                </a:cubicBezTo>
                <a:cubicBezTo>
                  <a:pt x="35545" y="68226"/>
                  <a:pt x="35296" y="68102"/>
                  <a:pt x="35072" y="68027"/>
                </a:cubicBezTo>
                <a:lnTo>
                  <a:pt x="34898" y="67928"/>
                </a:lnTo>
                <a:cubicBezTo>
                  <a:pt x="34823" y="67903"/>
                  <a:pt x="34773" y="67853"/>
                  <a:pt x="34673" y="67828"/>
                </a:cubicBezTo>
                <a:cubicBezTo>
                  <a:pt x="36018" y="65862"/>
                  <a:pt x="37412" y="63846"/>
                  <a:pt x="38905" y="61829"/>
                </a:cubicBezTo>
                <a:close/>
                <a:moveTo>
                  <a:pt x="52272" y="66733"/>
                </a:moveTo>
                <a:lnTo>
                  <a:pt x="52272" y="66808"/>
                </a:lnTo>
                <a:lnTo>
                  <a:pt x="52197" y="67181"/>
                </a:lnTo>
                <a:lnTo>
                  <a:pt x="52197" y="67281"/>
                </a:lnTo>
                <a:cubicBezTo>
                  <a:pt x="52197" y="67405"/>
                  <a:pt x="52147" y="67530"/>
                  <a:pt x="52147" y="67679"/>
                </a:cubicBezTo>
                <a:lnTo>
                  <a:pt x="52147" y="67803"/>
                </a:lnTo>
                <a:lnTo>
                  <a:pt x="52147" y="68226"/>
                </a:lnTo>
                <a:cubicBezTo>
                  <a:pt x="52147" y="68301"/>
                  <a:pt x="52147" y="68351"/>
                  <a:pt x="52197" y="68426"/>
                </a:cubicBezTo>
                <a:cubicBezTo>
                  <a:pt x="52197" y="68575"/>
                  <a:pt x="52222" y="68699"/>
                  <a:pt x="52247" y="68849"/>
                </a:cubicBezTo>
                <a:lnTo>
                  <a:pt x="52247" y="68948"/>
                </a:lnTo>
                <a:cubicBezTo>
                  <a:pt x="50579" y="69894"/>
                  <a:pt x="48886" y="70666"/>
                  <a:pt x="47268" y="71263"/>
                </a:cubicBezTo>
                <a:cubicBezTo>
                  <a:pt x="47468" y="70940"/>
                  <a:pt x="47617" y="70666"/>
                  <a:pt x="47741" y="70442"/>
                </a:cubicBezTo>
                <a:cubicBezTo>
                  <a:pt x="47841" y="70317"/>
                  <a:pt x="47891" y="70168"/>
                  <a:pt x="47990" y="70019"/>
                </a:cubicBezTo>
                <a:cubicBezTo>
                  <a:pt x="48015" y="69944"/>
                  <a:pt x="48090" y="69894"/>
                  <a:pt x="48115" y="69819"/>
                </a:cubicBezTo>
                <a:cubicBezTo>
                  <a:pt x="48214" y="69645"/>
                  <a:pt x="48339" y="69421"/>
                  <a:pt x="48488" y="69147"/>
                </a:cubicBezTo>
                <a:cubicBezTo>
                  <a:pt x="49110" y="68799"/>
                  <a:pt x="49708" y="68401"/>
                  <a:pt x="50330" y="68027"/>
                </a:cubicBezTo>
                <a:cubicBezTo>
                  <a:pt x="50479" y="67928"/>
                  <a:pt x="50654" y="67803"/>
                  <a:pt x="50878" y="67679"/>
                </a:cubicBezTo>
                <a:cubicBezTo>
                  <a:pt x="51127" y="67530"/>
                  <a:pt x="51450" y="67330"/>
                  <a:pt x="51724" y="67106"/>
                </a:cubicBezTo>
                <a:lnTo>
                  <a:pt x="52272" y="66733"/>
                </a:lnTo>
                <a:close/>
                <a:moveTo>
                  <a:pt x="48090" y="69347"/>
                </a:moveTo>
                <a:lnTo>
                  <a:pt x="48090" y="69347"/>
                </a:lnTo>
                <a:cubicBezTo>
                  <a:pt x="47990" y="69471"/>
                  <a:pt x="47916" y="69645"/>
                  <a:pt x="47841" y="69770"/>
                </a:cubicBezTo>
                <a:cubicBezTo>
                  <a:pt x="47841" y="69787"/>
                  <a:pt x="47841" y="69805"/>
                  <a:pt x="47823" y="69805"/>
                </a:cubicBezTo>
                <a:cubicBezTo>
                  <a:pt x="47816" y="69805"/>
                  <a:pt x="47806" y="69802"/>
                  <a:pt x="47791" y="69795"/>
                </a:cubicBezTo>
                <a:lnTo>
                  <a:pt x="47791" y="69795"/>
                </a:lnTo>
                <a:cubicBezTo>
                  <a:pt x="47841" y="69819"/>
                  <a:pt x="47766" y="69919"/>
                  <a:pt x="47667" y="70068"/>
                </a:cubicBezTo>
                <a:cubicBezTo>
                  <a:pt x="47418" y="70467"/>
                  <a:pt x="47219" y="70890"/>
                  <a:pt x="46970" y="71288"/>
                </a:cubicBezTo>
                <a:cubicBezTo>
                  <a:pt x="47144" y="70915"/>
                  <a:pt x="47343" y="70591"/>
                  <a:pt x="47468" y="70342"/>
                </a:cubicBezTo>
                <a:cubicBezTo>
                  <a:pt x="47542" y="70193"/>
                  <a:pt x="47617" y="70043"/>
                  <a:pt x="47716" y="69894"/>
                </a:cubicBezTo>
                <a:cubicBezTo>
                  <a:pt x="47766" y="69844"/>
                  <a:pt x="47766" y="69819"/>
                  <a:pt x="47791" y="69795"/>
                </a:cubicBezTo>
                <a:lnTo>
                  <a:pt x="47791" y="69795"/>
                </a:lnTo>
                <a:cubicBezTo>
                  <a:pt x="47791" y="69795"/>
                  <a:pt x="47791" y="69795"/>
                  <a:pt x="47791" y="69795"/>
                </a:cubicBezTo>
                <a:cubicBezTo>
                  <a:pt x="47866" y="69670"/>
                  <a:pt x="47965" y="69546"/>
                  <a:pt x="48040" y="69396"/>
                </a:cubicBezTo>
                <a:lnTo>
                  <a:pt x="48090" y="69347"/>
                </a:lnTo>
                <a:close/>
                <a:moveTo>
                  <a:pt x="100635" y="63348"/>
                </a:moveTo>
                <a:cubicBezTo>
                  <a:pt x="98868" y="66036"/>
                  <a:pt x="96926" y="68674"/>
                  <a:pt x="94835" y="71288"/>
                </a:cubicBezTo>
                <a:lnTo>
                  <a:pt x="94810" y="71263"/>
                </a:lnTo>
                <a:cubicBezTo>
                  <a:pt x="96876" y="68674"/>
                  <a:pt x="98793" y="66036"/>
                  <a:pt x="100560" y="63348"/>
                </a:cubicBezTo>
                <a:close/>
                <a:moveTo>
                  <a:pt x="93516" y="70218"/>
                </a:moveTo>
                <a:lnTo>
                  <a:pt x="94537" y="71263"/>
                </a:lnTo>
                <a:cubicBezTo>
                  <a:pt x="94537" y="71288"/>
                  <a:pt x="94512" y="71288"/>
                  <a:pt x="94512" y="71313"/>
                </a:cubicBezTo>
                <a:lnTo>
                  <a:pt x="93466" y="70292"/>
                </a:lnTo>
                <a:cubicBezTo>
                  <a:pt x="93466" y="70268"/>
                  <a:pt x="93516" y="70218"/>
                  <a:pt x="93516" y="70218"/>
                </a:cubicBezTo>
                <a:close/>
                <a:moveTo>
                  <a:pt x="44406" y="68774"/>
                </a:moveTo>
                <a:cubicBezTo>
                  <a:pt x="44655" y="69297"/>
                  <a:pt x="44854" y="69844"/>
                  <a:pt x="45003" y="70417"/>
                </a:cubicBezTo>
                <a:cubicBezTo>
                  <a:pt x="44729" y="70541"/>
                  <a:pt x="44431" y="70666"/>
                  <a:pt x="44132" y="70815"/>
                </a:cubicBezTo>
                <a:cubicBezTo>
                  <a:pt x="44008" y="70890"/>
                  <a:pt x="43908" y="70915"/>
                  <a:pt x="43784" y="70964"/>
                </a:cubicBezTo>
                <a:cubicBezTo>
                  <a:pt x="43759" y="71014"/>
                  <a:pt x="43684" y="71014"/>
                  <a:pt x="43659" y="71039"/>
                </a:cubicBezTo>
                <a:cubicBezTo>
                  <a:pt x="43360" y="71164"/>
                  <a:pt x="43037" y="71288"/>
                  <a:pt x="42763" y="71388"/>
                </a:cubicBezTo>
                <a:lnTo>
                  <a:pt x="42763" y="71338"/>
                </a:lnTo>
                <a:cubicBezTo>
                  <a:pt x="42888" y="71164"/>
                  <a:pt x="43012" y="70940"/>
                  <a:pt x="43136" y="70765"/>
                </a:cubicBezTo>
                <a:cubicBezTo>
                  <a:pt x="43161" y="70716"/>
                  <a:pt x="43186" y="70691"/>
                  <a:pt x="43186" y="70641"/>
                </a:cubicBezTo>
                <a:cubicBezTo>
                  <a:pt x="43560" y="70019"/>
                  <a:pt x="43958" y="69396"/>
                  <a:pt x="44406" y="68774"/>
                </a:cubicBezTo>
                <a:close/>
                <a:moveTo>
                  <a:pt x="44297" y="68488"/>
                </a:moveTo>
                <a:cubicBezTo>
                  <a:pt x="44300" y="68488"/>
                  <a:pt x="44306" y="68500"/>
                  <a:pt x="44306" y="68525"/>
                </a:cubicBezTo>
                <a:lnTo>
                  <a:pt x="44306" y="68550"/>
                </a:lnTo>
                <a:cubicBezTo>
                  <a:pt x="43673" y="69499"/>
                  <a:pt x="43064" y="70472"/>
                  <a:pt x="42479" y="71400"/>
                </a:cubicBezTo>
                <a:lnTo>
                  <a:pt x="42479" y="71400"/>
                </a:lnTo>
                <a:cubicBezTo>
                  <a:pt x="43057" y="70395"/>
                  <a:pt x="43658" y="69437"/>
                  <a:pt x="44306" y="68525"/>
                </a:cubicBezTo>
                <a:cubicBezTo>
                  <a:pt x="44294" y="68500"/>
                  <a:pt x="44294" y="68488"/>
                  <a:pt x="44297" y="68488"/>
                </a:cubicBezTo>
                <a:close/>
                <a:moveTo>
                  <a:pt x="67132" y="57822"/>
                </a:moveTo>
                <a:cubicBezTo>
                  <a:pt x="68127" y="59315"/>
                  <a:pt x="69571" y="61108"/>
                  <a:pt x="71512" y="63124"/>
                </a:cubicBezTo>
                <a:cubicBezTo>
                  <a:pt x="71015" y="63721"/>
                  <a:pt x="70517" y="64319"/>
                  <a:pt x="69994" y="64891"/>
                </a:cubicBezTo>
                <a:cubicBezTo>
                  <a:pt x="69944" y="64941"/>
                  <a:pt x="69919" y="64966"/>
                  <a:pt x="69894" y="65040"/>
                </a:cubicBezTo>
                <a:lnTo>
                  <a:pt x="69795" y="65115"/>
                </a:lnTo>
                <a:cubicBezTo>
                  <a:pt x="69297" y="65663"/>
                  <a:pt x="68799" y="66185"/>
                  <a:pt x="68276" y="66708"/>
                </a:cubicBezTo>
                <a:cubicBezTo>
                  <a:pt x="68003" y="66982"/>
                  <a:pt x="67704" y="67281"/>
                  <a:pt x="67405" y="67554"/>
                </a:cubicBezTo>
                <a:lnTo>
                  <a:pt x="67306" y="67654"/>
                </a:lnTo>
                <a:cubicBezTo>
                  <a:pt x="67281" y="67679"/>
                  <a:pt x="67256" y="67704"/>
                  <a:pt x="67206" y="67704"/>
                </a:cubicBezTo>
                <a:cubicBezTo>
                  <a:pt x="67156" y="67754"/>
                  <a:pt x="67057" y="67828"/>
                  <a:pt x="67007" y="67878"/>
                </a:cubicBezTo>
                <a:cubicBezTo>
                  <a:pt x="66833" y="68002"/>
                  <a:pt x="66708" y="68152"/>
                  <a:pt x="66559" y="68301"/>
                </a:cubicBezTo>
                <a:cubicBezTo>
                  <a:pt x="66459" y="68351"/>
                  <a:pt x="66410" y="68450"/>
                  <a:pt x="66310" y="68500"/>
                </a:cubicBezTo>
                <a:lnTo>
                  <a:pt x="65762" y="68973"/>
                </a:lnTo>
                <a:cubicBezTo>
                  <a:pt x="65638" y="69073"/>
                  <a:pt x="65514" y="69197"/>
                  <a:pt x="65414" y="69297"/>
                </a:cubicBezTo>
                <a:cubicBezTo>
                  <a:pt x="65314" y="69396"/>
                  <a:pt x="65190" y="69471"/>
                  <a:pt x="65090" y="69546"/>
                </a:cubicBezTo>
                <a:cubicBezTo>
                  <a:pt x="65041" y="69595"/>
                  <a:pt x="64966" y="69645"/>
                  <a:pt x="64916" y="69695"/>
                </a:cubicBezTo>
                <a:cubicBezTo>
                  <a:pt x="64767" y="69819"/>
                  <a:pt x="64642" y="69944"/>
                  <a:pt x="64468" y="70043"/>
                </a:cubicBezTo>
                <a:cubicBezTo>
                  <a:pt x="64393" y="70143"/>
                  <a:pt x="64294" y="70193"/>
                  <a:pt x="64169" y="70243"/>
                </a:cubicBezTo>
                <a:cubicBezTo>
                  <a:pt x="64145" y="70292"/>
                  <a:pt x="64070" y="70317"/>
                  <a:pt x="64045" y="70342"/>
                </a:cubicBezTo>
                <a:cubicBezTo>
                  <a:pt x="63896" y="70467"/>
                  <a:pt x="63771" y="70566"/>
                  <a:pt x="63597" y="70691"/>
                </a:cubicBezTo>
                <a:cubicBezTo>
                  <a:pt x="63572" y="70716"/>
                  <a:pt x="63547" y="70716"/>
                  <a:pt x="63522" y="70740"/>
                </a:cubicBezTo>
                <a:cubicBezTo>
                  <a:pt x="63473" y="70740"/>
                  <a:pt x="63473" y="70790"/>
                  <a:pt x="63448" y="70790"/>
                </a:cubicBezTo>
                <a:lnTo>
                  <a:pt x="63074" y="71064"/>
                </a:lnTo>
                <a:cubicBezTo>
                  <a:pt x="62950" y="71188"/>
                  <a:pt x="62825" y="71313"/>
                  <a:pt x="62676" y="71437"/>
                </a:cubicBezTo>
                <a:lnTo>
                  <a:pt x="62477" y="71263"/>
                </a:lnTo>
                <a:lnTo>
                  <a:pt x="61979" y="70765"/>
                </a:lnTo>
                <a:lnTo>
                  <a:pt x="61805" y="70566"/>
                </a:lnTo>
                <a:lnTo>
                  <a:pt x="61307" y="70068"/>
                </a:lnTo>
                <a:cubicBezTo>
                  <a:pt x="61232" y="70019"/>
                  <a:pt x="61183" y="69969"/>
                  <a:pt x="61133" y="69919"/>
                </a:cubicBezTo>
                <a:cubicBezTo>
                  <a:pt x="60959" y="69770"/>
                  <a:pt x="60809" y="69595"/>
                  <a:pt x="60610" y="69446"/>
                </a:cubicBezTo>
                <a:lnTo>
                  <a:pt x="60486" y="69322"/>
                </a:lnTo>
                <a:cubicBezTo>
                  <a:pt x="60311" y="69172"/>
                  <a:pt x="60112" y="69023"/>
                  <a:pt x="59963" y="68849"/>
                </a:cubicBezTo>
                <a:cubicBezTo>
                  <a:pt x="59938" y="68824"/>
                  <a:pt x="59913" y="68799"/>
                  <a:pt x="59863" y="68799"/>
                </a:cubicBezTo>
                <a:cubicBezTo>
                  <a:pt x="59689" y="68650"/>
                  <a:pt x="59490" y="68450"/>
                  <a:pt x="59316" y="68301"/>
                </a:cubicBezTo>
                <a:lnTo>
                  <a:pt x="59266" y="68276"/>
                </a:lnTo>
                <a:cubicBezTo>
                  <a:pt x="58644" y="67729"/>
                  <a:pt x="58071" y="67305"/>
                  <a:pt x="57499" y="66932"/>
                </a:cubicBezTo>
                <a:cubicBezTo>
                  <a:pt x="57698" y="66783"/>
                  <a:pt x="57872" y="66609"/>
                  <a:pt x="58096" y="66434"/>
                </a:cubicBezTo>
                <a:cubicBezTo>
                  <a:pt x="58196" y="66335"/>
                  <a:pt x="58320" y="66285"/>
                  <a:pt x="58395" y="66185"/>
                </a:cubicBezTo>
                <a:cubicBezTo>
                  <a:pt x="58469" y="66111"/>
                  <a:pt x="58519" y="66061"/>
                  <a:pt x="58594" y="66036"/>
                </a:cubicBezTo>
                <a:cubicBezTo>
                  <a:pt x="59017" y="65663"/>
                  <a:pt x="59440" y="65314"/>
                  <a:pt x="59863" y="64941"/>
                </a:cubicBezTo>
                <a:cubicBezTo>
                  <a:pt x="59963" y="64841"/>
                  <a:pt x="60062" y="64742"/>
                  <a:pt x="60187" y="64692"/>
                </a:cubicBezTo>
                <a:lnTo>
                  <a:pt x="60212" y="64667"/>
                </a:lnTo>
                <a:cubicBezTo>
                  <a:pt x="61307" y="63671"/>
                  <a:pt x="62402" y="62676"/>
                  <a:pt x="63448" y="61630"/>
                </a:cubicBezTo>
                <a:lnTo>
                  <a:pt x="63473" y="61605"/>
                </a:lnTo>
                <a:lnTo>
                  <a:pt x="64966" y="60112"/>
                </a:lnTo>
                <a:cubicBezTo>
                  <a:pt x="65066" y="60012"/>
                  <a:pt x="65140" y="59938"/>
                  <a:pt x="65215" y="59863"/>
                </a:cubicBezTo>
                <a:cubicBezTo>
                  <a:pt x="65663" y="59440"/>
                  <a:pt x="66061" y="58967"/>
                  <a:pt x="66509" y="58519"/>
                </a:cubicBezTo>
                <a:cubicBezTo>
                  <a:pt x="66559" y="58444"/>
                  <a:pt x="66659" y="58370"/>
                  <a:pt x="66708" y="58270"/>
                </a:cubicBezTo>
                <a:cubicBezTo>
                  <a:pt x="66833" y="58121"/>
                  <a:pt x="67007" y="57971"/>
                  <a:pt x="67132" y="57822"/>
                </a:cubicBezTo>
                <a:close/>
                <a:moveTo>
                  <a:pt x="9285" y="69670"/>
                </a:moveTo>
                <a:cubicBezTo>
                  <a:pt x="9384" y="70043"/>
                  <a:pt x="9459" y="70417"/>
                  <a:pt x="9533" y="70765"/>
                </a:cubicBezTo>
                <a:cubicBezTo>
                  <a:pt x="9409" y="70840"/>
                  <a:pt x="9260" y="70964"/>
                  <a:pt x="9135" y="71064"/>
                </a:cubicBezTo>
                <a:cubicBezTo>
                  <a:pt x="8961" y="71188"/>
                  <a:pt x="8812" y="71313"/>
                  <a:pt x="8662" y="71413"/>
                </a:cubicBezTo>
                <a:cubicBezTo>
                  <a:pt x="8637" y="71437"/>
                  <a:pt x="8588" y="71437"/>
                  <a:pt x="8563" y="71462"/>
                </a:cubicBezTo>
                <a:cubicBezTo>
                  <a:pt x="8787" y="70865"/>
                  <a:pt x="9036" y="70243"/>
                  <a:pt x="9285" y="69670"/>
                </a:cubicBezTo>
                <a:close/>
                <a:moveTo>
                  <a:pt x="57349" y="67057"/>
                </a:moveTo>
                <a:cubicBezTo>
                  <a:pt x="58320" y="67679"/>
                  <a:pt x="59341" y="68525"/>
                  <a:pt x="60461" y="69546"/>
                </a:cubicBezTo>
                <a:lnTo>
                  <a:pt x="60486" y="69571"/>
                </a:lnTo>
                <a:cubicBezTo>
                  <a:pt x="60685" y="69770"/>
                  <a:pt x="60909" y="69944"/>
                  <a:pt x="61083" y="70143"/>
                </a:cubicBezTo>
                <a:lnTo>
                  <a:pt x="61183" y="70218"/>
                </a:lnTo>
                <a:cubicBezTo>
                  <a:pt x="61357" y="70417"/>
                  <a:pt x="61556" y="70566"/>
                  <a:pt x="61730" y="70765"/>
                </a:cubicBezTo>
                <a:lnTo>
                  <a:pt x="61904" y="70915"/>
                </a:lnTo>
                <a:cubicBezTo>
                  <a:pt x="62079" y="71089"/>
                  <a:pt x="62228" y="71288"/>
                  <a:pt x="62427" y="71437"/>
                </a:cubicBezTo>
                <a:lnTo>
                  <a:pt x="62527" y="71537"/>
                </a:lnTo>
                <a:cubicBezTo>
                  <a:pt x="62477" y="71562"/>
                  <a:pt x="62477" y="71562"/>
                  <a:pt x="62452" y="71562"/>
                </a:cubicBezTo>
                <a:lnTo>
                  <a:pt x="61979" y="71089"/>
                </a:lnTo>
                <a:lnTo>
                  <a:pt x="61855" y="70964"/>
                </a:lnTo>
                <a:lnTo>
                  <a:pt x="61606" y="70716"/>
                </a:lnTo>
                <a:cubicBezTo>
                  <a:pt x="60013" y="69172"/>
                  <a:pt x="58594" y="67953"/>
                  <a:pt x="57300" y="67081"/>
                </a:cubicBezTo>
                <a:cubicBezTo>
                  <a:pt x="57324" y="67081"/>
                  <a:pt x="57324" y="67057"/>
                  <a:pt x="57349" y="67057"/>
                </a:cubicBezTo>
                <a:close/>
                <a:moveTo>
                  <a:pt x="52247" y="69172"/>
                </a:moveTo>
                <a:lnTo>
                  <a:pt x="52247" y="69222"/>
                </a:lnTo>
                <a:cubicBezTo>
                  <a:pt x="50507" y="70191"/>
                  <a:pt x="48768" y="70986"/>
                  <a:pt x="47054" y="71583"/>
                </a:cubicBezTo>
                <a:lnTo>
                  <a:pt x="47054" y="71583"/>
                </a:lnTo>
                <a:cubicBezTo>
                  <a:pt x="47119" y="71560"/>
                  <a:pt x="47119" y="71537"/>
                  <a:pt x="47119" y="71537"/>
                </a:cubicBezTo>
                <a:cubicBezTo>
                  <a:pt x="48787" y="70940"/>
                  <a:pt x="50504" y="70168"/>
                  <a:pt x="52247" y="69172"/>
                </a:cubicBezTo>
                <a:close/>
                <a:moveTo>
                  <a:pt x="39985" y="67375"/>
                </a:moveTo>
                <a:cubicBezTo>
                  <a:pt x="39970" y="67487"/>
                  <a:pt x="39958" y="67596"/>
                  <a:pt x="39950" y="67704"/>
                </a:cubicBezTo>
                <a:lnTo>
                  <a:pt x="39950" y="67803"/>
                </a:lnTo>
                <a:cubicBezTo>
                  <a:pt x="39950" y="67928"/>
                  <a:pt x="39926" y="68027"/>
                  <a:pt x="39926" y="68152"/>
                </a:cubicBezTo>
                <a:cubicBezTo>
                  <a:pt x="39901" y="68351"/>
                  <a:pt x="39901" y="68575"/>
                  <a:pt x="39851" y="68774"/>
                </a:cubicBezTo>
                <a:lnTo>
                  <a:pt x="39851" y="68824"/>
                </a:lnTo>
                <a:cubicBezTo>
                  <a:pt x="39851" y="68899"/>
                  <a:pt x="39851" y="68973"/>
                  <a:pt x="39826" y="69048"/>
                </a:cubicBezTo>
                <a:cubicBezTo>
                  <a:pt x="39901" y="69073"/>
                  <a:pt x="39901" y="69098"/>
                  <a:pt x="39901" y="69098"/>
                </a:cubicBezTo>
                <a:lnTo>
                  <a:pt x="39901" y="69446"/>
                </a:lnTo>
                <a:lnTo>
                  <a:pt x="39901" y="69595"/>
                </a:lnTo>
                <a:lnTo>
                  <a:pt x="39901" y="69844"/>
                </a:lnTo>
                <a:cubicBezTo>
                  <a:pt x="39901" y="70043"/>
                  <a:pt x="39926" y="70193"/>
                  <a:pt x="39926" y="70342"/>
                </a:cubicBezTo>
                <a:lnTo>
                  <a:pt x="39926" y="70442"/>
                </a:lnTo>
                <a:lnTo>
                  <a:pt x="39926" y="70566"/>
                </a:lnTo>
                <a:cubicBezTo>
                  <a:pt x="39926" y="70666"/>
                  <a:pt x="39950" y="70765"/>
                  <a:pt x="39950" y="70890"/>
                </a:cubicBezTo>
                <a:lnTo>
                  <a:pt x="39950" y="70964"/>
                </a:lnTo>
                <a:cubicBezTo>
                  <a:pt x="39950" y="71064"/>
                  <a:pt x="40000" y="71188"/>
                  <a:pt x="40000" y="71288"/>
                </a:cubicBezTo>
                <a:cubicBezTo>
                  <a:pt x="40000" y="71338"/>
                  <a:pt x="40025" y="71413"/>
                  <a:pt x="40025" y="71437"/>
                </a:cubicBezTo>
                <a:cubicBezTo>
                  <a:pt x="40025" y="71512"/>
                  <a:pt x="40050" y="71537"/>
                  <a:pt x="40050" y="71587"/>
                </a:cubicBezTo>
                <a:lnTo>
                  <a:pt x="40050" y="71637"/>
                </a:lnTo>
                <a:lnTo>
                  <a:pt x="40025" y="71587"/>
                </a:lnTo>
                <a:lnTo>
                  <a:pt x="40000" y="71562"/>
                </a:lnTo>
                <a:cubicBezTo>
                  <a:pt x="40000" y="71537"/>
                  <a:pt x="40000" y="71512"/>
                  <a:pt x="39950" y="71462"/>
                </a:cubicBezTo>
                <a:lnTo>
                  <a:pt x="39950" y="71413"/>
                </a:lnTo>
                <a:cubicBezTo>
                  <a:pt x="39926" y="71313"/>
                  <a:pt x="39926" y="71213"/>
                  <a:pt x="39901" y="71089"/>
                </a:cubicBezTo>
                <a:lnTo>
                  <a:pt x="39901" y="71064"/>
                </a:lnTo>
                <a:cubicBezTo>
                  <a:pt x="39901" y="70964"/>
                  <a:pt x="39876" y="70840"/>
                  <a:pt x="39876" y="70765"/>
                </a:cubicBezTo>
                <a:cubicBezTo>
                  <a:pt x="39876" y="70641"/>
                  <a:pt x="39826" y="70516"/>
                  <a:pt x="39826" y="70392"/>
                </a:cubicBezTo>
                <a:cubicBezTo>
                  <a:pt x="39826" y="70268"/>
                  <a:pt x="39801" y="70168"/>
                  <a:pt x="39801" y="70043"/>
                </a:cubicBezTo>
                <a:lnTo>
                  <a:pt x="39801" y="69894"/>
                </a:lnTo>
                <a:lnTo>
                  <a:pt x="39801" y="69670"/>
                </a:lnTo>
                <a:lnTo>
                  <a:pt x="39801" y="69297"/>
                </a:lnTo>
                <a:lnTo>
                  <a:pt x="39801" y="69073"/>
                </a:lnTo>
                <a:lnTo>
                  <a:pt x="39801" y="68899"/>
                </a:lnTo>
                <a:cubicBezTo>
                  <a:pt x="39801" y="68774"/>
                  <a:pt x="39801" y="68650"/>
                  <a:pt x="39826" y="68475"/>
                </a:cubicBezTo>
                <a:cubicBezTo>
                  <a:pt x="39826" y="68351"/>
                  <a:pt x="39876" y="68226"/>
                  <a:pt x="39876" y="68102"/>
                </a:cubicBezTo>
                <a:cubicBezTo>
                  <a:pt x="39876" y="67953"/>
                  <a:pt x="39901" y="67828"/>
                  <a:pt x="39926" y="67679"/>
                </a:cubicBezTo>
                <a:cubicBezTo>
                  <a:pt x="39926" y="67604"/>
                  <a:pt x="39926" y="67579"/>
                  <a:pt x="39950" y="67530"/>
                </a:cubicBezTo>
                <a:cubicBezTo>
                  <a:pt x="39950" y="67482"/>
                  <a:pt x="39971" y="67424"/>
                  <a:pt x="39985" y="67375"/>
                </a:cubicBezTo>
                <a:close/>
                <a:moveTo>
                  <a:pt x="71512" y="63323"/>
                </a:moveTo>
                <a:lnTo>
                  <a:pt x="71537" y="63348"/>
                </a:lnTo>
                <a:cubicBezTo>
                  <a:pt x="71388" y="63572"/>
                  <a:pt x="71239" y="63746"/>
                  <a:pt x="71039" y="63970"/>
                </a:cubicBezTo>
                <a:cubicBezTo>
                  <a:pt x="71015" y="63995"/>
                  <a:pt x="70990" y="64070"/>
                  <a:pt x="70915" y="64095"/>
                </a:cubicBezTo>
                <a:cubicBezTo>
                  <a:pt x="70691" y="64343"/>
                  <a:pt x="70442" y="64617"/>
                  <a:pt x="70243" y="64866"/>
                </a:cubicBezTo>
                <a:cubicBezTo>
                  <a:pt x="69994" y="65165"/>
                  <a:pt x="69770" y="65414"/>
                  <a:pt x="69521" y="65688"/>
                </a:cubicBezTo>
                <a:lnTo>
                  <a:pt x="69397" y="65812"/>
                </a:lnTo>
                <a:cubicBezTo>
                  <a:pt x="69148" y="66061"/>
                  <a:pt x="68899" y="66310"/>
                  <a:pt x="68650" y="66584"/>
                </a:cubicBezTo>
                <a:cubicBezTo>
                  <a:pt x="68401" y="66833"/>
                  <a:pt x="68152" y="67106"/>
                  <a:pt x="67903" y="67355"/>
                </a:cubicBezTo>
                <a:lnTo>
                  <a:pt x="67804" y="67455"/>
                </a:lnTo>
                <a:cubicBezTo>
                  <a:pt x="67530" y="67729"/>
                  <a:pt x="67256" y="67978"/>
                  <a:pt x="66957" y="68226"/>
                </a:cubicBezTo>
                <a:cubicBezTo>
                  <a:pt x="66708" y="68475"/>
                  <a:pt x="66435" y="68724"/>
                  <a:pt x="66186" y="68948"/>
                </a:cubicBezTo>
                <a:cubicBezTo>
                  <a:pt x="65887" y="69222"/>
                  <a:pt x="65538" y="69521"/>
                  <a:pt x="65190" y="69795"/>
                </a:cubicBezTo>
                <a:cubicBezTo>
                  <a:pt x="65041" y="69919"/>
                  <a:pt x="64891" y="70068"/>
                  <a:pt x="64717" y="70193"/>
                </a:cubicBezTo>
                <a:cubicBezTo>
                  <a:pt x="64642" y="70292"/>
                  <a:pt x="64543" y="70342"/>
                  <a:pt x="64443" y="70442"/>
                </a:cubicBezTo>
                <a:lnTo>
                  <a:pt x="63323" y="71288"/>
                </a:lnTo>
                <a:cubicBezTo>
                  <a:pt x="63149" y="71437"/>
                  <a:pt x="62925" y="71587"/>
                  <a:pt x="62726" y="71711"/>
                </a:cubicBezTo>
                <a:lnTo>
                  <a:pt x="62701" y="71686"/>
                </a:lnTo>
                <a:lnTo>
                  <a:pt x="62676" y="71661"/>
                </a:lnTo>
                <a:cubicBezTo>
                  <a:pt x="62950" y="71437"/>
                  <a:pt x="63099" y="71338"/>
                  <a:pt x="63224" y="71213"/>
                </a:cubicBezTo>
                <a:cubicBezTo>
                  <a:pt x="63298" y="71188"/>
                  <a:pt x="63323" y="71114"/>
                  <a:pt x="63373" y="71089"/>
                </a:cubicBezTo>
                <a:cubicBezTo>
                  <a:pt x="63448" y="71064"/>
                  <a:pt x="63497" y="70989"/>
                  <a:pt x="63572" y="70964"/>
                </a:cubicBezTo>
                <a:lnTo>
                  <a:pt x="63597" y="70964"/>
                </a:lnTo>
                <a:cubicBezTo>
                  <a:pt x="63796" y="70840"/>
                  <a:pt x="63970" y="70691"/>
                  <a:pt x="64145" y="70541"/>
                </a:cubicBezTo>
                <a:cubicBezTo>
                  <a:pt x="64169" y="70492"/>
                  <a:pt x="64219" y="70467"/>
                  <a:pt x="64269" y="70442"/>
                </a:cubicBezTo>
                <a:cubicBezTo>
                  <a:pt x="64344" y="70367"/>
                  <a:pt x="64418" y="70317"/>
                  <a:pt x="64518" y="70243"/>
                </a:cubicBezTo>
                <a:cubicBezTo>
                  <a:pt x="64518" y="70243"/>
                  <a:pt x="64543" y="70243"/>
                  <a:pt x="64543" y="70218"/>
                </a:cubicBezTo>
                <a:cubicBezTo>
                  <a:pt x="64692" y="70093"/>
                  <a:pt x="64817" y="69969"/>
                  <a:pt x="64966" y="69869"/>
                </a:cubicBezTo>
                <a:cubicBezTo>
                  <a:pt x="65140" y="69745"/>
                  <a:pt x="65314" y="69595"/>
                  <a:pt x="65464" y="69471"/>
                </a:cubicBezTo>
                <a:cubicBezTo>
                  <a:pt x="65563" y="69421"/>
                  <a:pt x="65663" y="69322"/>
                  <a:pt x="65762" y="69222"/>
                </a:cubicBezTo>
                <a:cubicBezTo>
                  <a:pt x="65837" y="69172"/>
                  <a:pt x="65937" y="69073"/>
                  <a:pt x="66036" y="68998"/>
                </a:cubicBezTo>
                <a:cubicBezTo>
                  <a:pt x="66161" y="68923"/>
                  <a:pt x="66285" y="68799"/>
                  <a:pt x="66385" y="68699"/>
                </a:cubicBezTo>
                <a:lnTo>
                  <a:pt x="66435" y="68625"/>
                </a:lnTo>
                <a:lnTo>
                  <a:pt x="66484" y="68575"/>
                </a:lnTo>
                <a:cubicBezTo>
                  <a:pt x="66534" y="68550"/>
                  <a:pt x="66584" y="68525"/>
                  <a:pt x="66609" y="68450"/>
                </a:cubicBezTo>
                <a:cubicBezTo>
                  <a:pt x="66833" y="68276"/>
                  <a:pt x="67032" y="68077"/>
                  <a:pt x="67231" y="67878"/>
                </a:cubicBezTo>
                <a:lnTo>
                  <a:pt x="67331" y="67803"/>
                </a:lnTo>
                <a:cubicBezTo>
                  <a:pt x="67604" y="67554"/>
                  <a:pt x="67853" y="67256"/>
                  <a:pt x="68152" y="67007"/>
                </a:cubicBezTo>
                <a:lnTo>
                  <a:pt x="68301" y="66857"/>
                </a:lnTo>
                <a:lnTo>
                  <a:pt x="68351" y="66808"/>
                </a:lnTo>
                <a:cubicBezTo>
                  <a:pt x="68824" y="66335"/>
                  <a:pt x="69297" y="65837"/>
                  <a:pt x="69770" y="65339"/>
                </a:cubicBezTo>
                <a:cubicBezTo>
                  <a:pt x="69770" y="65314"/>
                  <a:pt x="69795" y="65314"/>
                  <a:pt x="69795" y="65289"/>
                </a:cubicBezTo>
                <a:cubicBezTo>
                  <a:pt x="69919" y="65165"/>
                  <a:pt x="70044" y="64991"/>
                  <a:pt x="70168" y="64866"/>
                </a:cubicBezTo>
                <a:cubicBezTo>
                  <a:pt x="70193" y="64841"/>
                  <a:pt x="70193" y="64816"/>
                  <a:pt x="70218" y="64816"/>
                </a:cubicBezTo>
                <a:cubicBezTo>
                  <a:pt x="70566" y="64443"/>
                  <a:pt x="70890" y="64045"/>
                  <a:pt x="71214" y="63671"/>
                </a:cubicBezTo>
                <a:cubicBezTo>
                  <a:pt x="71288" y="63572"/>
                  <a:pt x="71338" y="63497"/>
                  <a:pt x="71413" y="63447"/>
                </a:cubicBezTo>
                <a:cubicBezTo>
                  <a:pt x="71438" y="63422"/>
                  <a:pt x="71463" y="63348"/>
                  <a:pt x="71512" y="63323"/>
                </a:cubicBezTo>
                <a:close/>
                <a:moveTo>
                  <a:pt x="52520" y="70342"/>
                </a:moveTo>
                <a:lnTo>
                  <a:pt x="52520" y="70367"/>
                </a:lnTo>
                <a:lnTo>
                  <a:pt x="52520" y="70417"/>
                </a:lnTo>
                <a:cubicBezTo>
                  <a:pt x="51878" y="70862"/>
                  <a:pt x="51235" y="71307"/>
                  <a:pt x="50568" y="71728"/>
                </a:cubicBezTo>
                <a:lnTo>
                  <a:pt x="50568" y="71728"/>
                </a:lnTo>
                <a:cubicBezTo>
                  <a:pt x="50646" y="71671"/>
                  <a:pt x="50711" y="71611"/>
                  <a:pt x="50803" y="71537"/>
                </a:cubicBezTo>
                <a:cubicBezTo>
                  <a:pt x="51375" y="71164"/>
                  <a:pt x="51973" y="70765"/>
                  <a:pt x="52520" y="70342"/>
                </a:cubicBezTo>
                <a:close/>
                <a:moveTo>
                  <a:pt x="35430" y="68498"/>
                </a:moveTo>
                <a:lnTo>
                  <a:pt x="35430" y="68498"/>
                </a:lnTo>
                <a:cubicBezTo>
                  <a:pt x="35557" y="68565"/>
                  <a:pt x="35684" y="68632"/>
                  <a:pt x="35818" y="68699"/>
                </a:cubicBezTo>
                <a:cubicBezTo>
                  <a:pt x="35893" y="68724"/>
                  <a:pt x="35943" y="68749"/>
                  <a:pt x="36042" y="68824"/>
                </a:cubicBezTo>
                <a:cubicBezTo>
                  <a:pt x="36267" y="68948"/>
                  <a:pt x="36441" y="69073"/>
                  <a:pt x="36665" y="69197"/>
                </a:cubicBezTo>
                <a:cubicBezTo>
                  <a:pt x="36764" y="69247"/>
                  <a:pt x="36839" y="69322"/>
                  <a:pt x="36939" y="69347"/>
                </a:cubicBezTo>
                <a:cubicBezTo>
                  <a:pt x="37138" y="69471"/>
                  <a:pt x="37287" y="69571"/>
                  <a:pt x="37461" y="69695"/>
                </a:cubicBezTo>
                <a:cubicBezTo>
                  <a:pt x="37586" y="69745"/>
                  <a:pt x="37685" y="69844"/>
                  <a:pt x="37810" y="69919"/>
                </a:cubicBezTo>
                <a:cubicBezTo>
                  <a:pt x="37959" y="69994"/>
                  <a:pt x="38084" y="70118"/>
                  <a:pt x="38258" y="70218"/>
                </a:cubicBezTo>
                <a:lnTo>
                  <a:pt x="38631" y="70492"/>
                </a:lnTo>
                <a:cubicBezTo>
                  <a:pt x="38756" y="70591"/>
                  <a:pt x="38880" y="70691"/>
                  <a:pt x="38980" y="70815"/>
                </a:cubicBezTo>
                <a:cubicBezTo>
                  <a:pt x="39104" y="70940"/>
                  <a:pt x="39278" y="71039"/>
                  <a:pt x="39403" y="71164"/>
                </a:cubicBezTo>
                <a:cubicBezTo>
                  <a:pt x="39502" y="71238"/>
                  <a:pt x="39602" y="71338"/>
                  <a:pt x="39701" y="71437"/>
                </a:cubicBezTo>
                <a:lnTo>
                  <a:pt x="39901" y="71612"/>
                </a:lnTo>
                <a:lnTo>
                  <a:pt x="39926" y="71736"/>
                </a:lnTo>
                <a:lnTo>
                  <a:pt x="39477" y="71313"/>
                </a:lnTo>
                <a:cubicBezTo>
                  <a:pt x="39403" y="71213"/>
                  <a:pt x="39303" y="71164"/>
                  <a:pt x="39204" y="71064"/>
                </a:cubicBezTo>
                <a:cubicBezTo>
                  <a:pt x="39054" y="70940"/>
                  <a:pt x="38905" y="70790"/>
                  <a:pt x="38731" y="70666"/>
                </a:cubicBezTo>
                <a:cubicBezTo>
                  <a:pt x="38656" y="70566"/>
                  <a:pt x="38557" y="70492"/>
                  <a:pt x="38432" y="70442"/>
                </a:cubicBezTo>
                <a:cubicBezTo>
                  <a:pt x="38283" y="70317"/>
                  <a:pt x="38108" y="70193"/>
                  <a:pt x="37934" y="70068"/>
                </a:cubicBezTo>
                <a:cubicBezTo>
                  <a:pt x="37835" y="69969"/>
                  <a:pt x="37710" y="69919"/>
                  <a:pt x="37586" y="69844"/>
                </a:cubicBezTo>
                <a:cubicBezTo>
                  <a:pt x="37436" y="69720"/>
                  <a:pt x="37237" y="69620"/>
                  <a:pt x="37088" y="69496"/>
                </a:cubicBezTo>
                <a:cubicBezTo>
                  <a:pt x="36963" y="69446"/>
                  <a:pt x="36839" y="69347"/>
                  <a:pt x="36764" y="69297"/>
                </a:cubicBezTo>
                <a:cubicBezTo>
                  <a:pt x="36590" y="69197"/>
                  <a:pt x="36416" y="69073"/>
                  <a:pt x="36267" y="68973"/>
                </a:cubicBezTo>
                <a:cubicBezTo>
                  <a:pt x="36142" y="68923"/>
                  <a:pt x="35993" y="68824"/>
                  <a:pt x="35893" y="68774"/>
                </a:cubicBezTo>
                <a:cubicBezTo>
                  <a:pt x="35732" y="68682"/>
                  <a:pt x="35571" y="68590"/>
                  <a:pt x="35430" y="68498"/>
                </a:cubicBezTo>
                <a:close/>
                <a:moveTo>
                  <a:pt x="62601" y="71686"/>
                </a:moveTo>
                <a:cubicBezTo>
                  <a:pt x="62651" y="71686"/>
                  <a:pt x="62651" y="71686"/>
                  <a:pt x="62676" y="71711"/>
                </a:cubicBezTo>
                <a:cubicBezTo>
                  <a:pt x="62651" y="71761"/>
                  <a:pt x="62651" y="71761"/>
                  <a:pt x="62601" y="71761"/>
                </a:cubicBezTo>
                <a:lnTo>
                  <a:pt x="62576" y="71711"/>
                </a:lnTo>
                <a:lnTo>
                  <a:pt x="62601" y="71686"/>
                </a:lnTo>
                <a:close/>
                <a:moveTo>
                  <a:pt x="9260" y="69197"/>
                </a:moveTo>
                <a:lnTo>
                  <a:pt x="9260" y="69297"/>
                </a:lnTo>
                <a:cubicBezTo>
                  <a:pt x="8911" y="70093"/>
                  <a:pt x="8563" y="70940"/>
                  <a:pt x="8264" y="71761"/>
                </a:cubicBezTo>
                <a:cubicBezTo>
                  <a:pt x="8229" y="71778"/>
                  <a:pt x="8207" y="71784"/>
                  <a:pt x="8196" y="71794"/>
                </a:cubicBezTo>
                <a:lnTo>
                  <a:pt x="8196" y="71794"/>
                </a:lnTo>
                <a:cubicBezTo>
                  <a:pt x="8542" y="70928"/>
                  <a:pt x="8889" y="70063"/>
                  <a:pt x="9260" y="69197"/>
                </a:cubicBezTo>
                <a:close/>
                <a:moveTo>
                  <a:pt x="47642" y="69645"/>
                </a:moveTo>
                <a:cubicBezTo>
                  <a:pt x="47268" y="70268"/>
                  <a:pt x="46895" y="70915"/>
                  <a:pt x="46547" y="71537"/>
                </a:cubicBezTo>
                <a:lnTo>
                  <a:pt x="45725" y="71811"/>
                </a:lnTo>
                <a:cubicBezTo>
                  <a:pt x="45675" y="71537"/>
                  <a:pt x="45650" y="71263"/>
                  <a:pt x="45601" y="71014"/>
                </a:cubicBezTo>
                <a:cubicBezTo>
                  <a:pt x="45626" y="70890"/>
                  <a:pt x="45650" y="70765"/>
                  <a:pt x="45675" y="70666"/>
                </a:cubicBezTo>
                <a:cubicBezTo>
                  <a:pt x="46347" y="70342"/>
                  <a:pt x="46995" y="70019"/>
                  <a:pt x="47642" y="69645"/>
                </a:cubicBezTo>
                <a:close/>
                <a:moveTo>
                  <a:pt x="45426" y="71313"/>
                </a:moveTo>
                <a:cubicBezTo>
                  <a:pt x="45476" y="71512"/>
                  <a:pt x="45501" y="71661"/>
                  <a:pt x="45501" y="71836"/>
                </a:cubicBezTo>
                <a:lnTo>
                  <a:pt x="45476" y="71885"/>
                </a:lnTo>
                <a:cubicBezTo>
                  <a:pt x="45426" y="71711"/>
                  <a:pt x="45426" y="71587"/>
                  <a:pt x="45402" y="71437"/>
                </a:cubicBezTo>
                <a:cubicBezTo>
                  <a:pt x="45402" y="71413"/>
                  <a:pt x="45426" y="71338"/>
                  <a:pt x="45426" y="71313"/>
                </a:cubicBezTo>
                <a:close/>
                <a:moveTo>
                  <a:pt x="32832" y="70591"/>
                </a:moveTo>
                <a:lnTo>
                  <a:pt x="32085" y="71910"/>
                </a:lnTo>
                <a:lnTo>
                  <a:pt x="32035" y="71910"/>
                </a:lnTo>
                <a:lnTo>
                  <a:pt x="32782" y="70591"/>
                </a:lnTo>
                <a:close/>
                <a:moveTo>
                  <a:pt x="45103" y="70940"/>
                </a:moveTo>
                <a:lnTo>
                  <a:pt x="45103" y="70964"/>
                </a:lnTo>
                <a:cubicBezTo>
                  <a:pt x="44978" y="71288"/>
                  <a:pt x="44879" y="71587"/>
                  <a:pt x="44779" y="71910"/>
                </a:cubicBezTo>
                <a:cubicBezTo>
                  <a:pt x="44306" y="71811"/>
                  <a:pt x="43858" y="71761"/>
                  <a:pt x="43360" y="71761"/>
                </a:cubicBezTo>
                <a:cubicBezTo>
                  <a:pt x="43933" y="71512"/>
                  <a:pt x="44530" y="71213"/>
                  <a:pt x="45103" y="70940"/>
                </a:cubicBezTo>
                <a:close/>
                <a:moveTo>
                  <a:pt x="21257" y="69322"/>
                </a:moveTo>
                <a:cubicBezTo>
                  <a:pt x="21606" y="69919"/>
                  <a:pt x="21979" y="70467"/>
                  <a:pt x="22452" y="70964"/>
                </a:cubicBezTo>
                <a:cubicBezTo>
                  <a:pt x="22327" y="71014"/>
                  <a:pt x="22153" y="71064"/>
                  <a:pt x="22029" y="71089"/>
                </a:cubicBezTo>
                <a:cubicBezTo>
                  <a:pt x="21929" y="71139"/>
                  <a:pt x="21855" y="71164"/>
                  <a:pt x="21730" y="71188"/>
                </a:cubicBezTo>
                <a:lnTo>
                  <a:pt x="20983" y="71462"/>
                </a:lnTo>
                <a:cubicBezTo>
                  <a:pt x="20884" y="71512"/>
                  <a:pt x="20759" y="71562"/>
                  <a:pt x="20660" y="71587"/>
                </a:cubicBezTo>
                <a:cubicBezTo>
                  <a:pt x="20411" y="71686"/>
                  <a:pt x="20212" y="71811"/>
                  <a:pt x="19938" y="71910"/>
                </a:cubicBezTo>
                <a:cubicBezTo>
                  <a:pt x="19913" y="71910"/>
                  <a:pt x="19888" y="71935"/>
                  <a:pt x="19888" y="71935"/>
                </a:cubicBezTo>
                <a:cubicBezTo>
                  <a:pt x="20361" y="71089"/>
                  <a:pt x="20784" y="70193"/>
                  <a:pt x="21257" y="69322"/>
                </a:cubicBezTo>
                <a:close/>
                <a:moveTo>
                  <a:pt x="45277" y="71836"/>
                </a:moveTo>
                <a:lnTo>
                  <a:pt x="45277" y="71910"/>
                </a:lnTo>
                <a:cubicBezTo>
                  <a:pt x="45277" y="71935"/>
                  <a:pt x="45252" y="71935"/>
                  <a:pt x="45252" y="71935"/>
                </a:cubicBezTo>
                <a:cubicBezTo>
                  <a:pt x="45252" y="71910"/>
                  <a:pt x="45277" y="71885"/>
                  <a:pt x="45277" y="71836"/>
                </a:cubicBezTo>
                <a:close/>
                <a:moveTo>
                  <a:pt x="9558" y="70964"/>
                </a:moveTo>
                <a:lnTo>
                  <a:pt x="9583" y="71014"/>
                </a:lnTo>
                <a:cubicBezTo>
                  <a:pt x="9509" y="71064"/>
                  <a:pt x="9384" y="71164"/>
                  <a:pt x="9285" y="71263"/>
                </a:cubicBezTo>
                <a:cubicBezTo>
                  <a:pt x="9135" y="71388"/>
                  <a:pt x="8961" y="71462"/>
                  <a:pt x="8837" y="71587"/>
                </a:cubicBezTo>
                <a:cubicBezTo>
                  <a:pt x="8712" y="71686"/>
                  <a:pt x="8588" y="71786"/>
                  <a:pt x="8463" y="71910"/>
                </a:cubicBezTo>
                <a:cubicBezTo>
                  <a:pt x="8438" y="71935"/>
                  <a:pt x="8413" y="71960"/>
                  <a:pt x="8388" y="71960"/>
                </a:cubicBezTo>
                <a:cubicBezTo>
                  <a:pt x="8388" y="71935"/>
                  <a:pt x="8413" y="71910"/>
                  <a:pt x="8413" y="71836"/>
                </a:cubicBezTo>
                <a:cubicBezTo>
                  <a:pt x="8438" y="71811"/>
                  <a:pt x="8488" y="71786"/>
                  <a:pt x="8538" y="71711"/>
                </a:cubicBezTo>
                <a:cubicBezTo>
                  <a:pt x="8911" y="71462"/>
                  <a:pt x="9210" y="71213"/>
                  <a:pt x="9558" y="70964"/>
                </a:cubicBezTo>
                <a:close/>
                <a:moveTo>
                  <a:pt x="33031" y="70666"/>
                </a:moveTo>
                <a:cubicBezTo>
                  <a:pt x="33056" y="70666"/>
                  <a:pt x="33056" y="70666"/>
                  <a:pt x="33080" y="70691"/>
                </a:cubicBezTo>
                <a:cubicBezTo>
                  <a:pt x="33578" y="71188"/>
                  <a:pt x="34151" y="71587"/>
                  <a:pt x="34723" y="71960"/>
                </a:cubicBezTo>
                <a:cubicBezTo>
                  <a:pt x="34213" y="71924"/>
                  <a:pt x="33690" y="71901"/>
                  <a:pt x="33162" y="71901"/>
                </a:cubicBezTo>
                <a:cubicBezTo>
                  <a:pt x="32969" y="71901"/>
                  <a:pt x="32776" y="71904"/>
                  <a:pt x="32583" y="71910"/>
                </a:cubicBezTo>
                <a:cubicBezTo>
                  <a:pt x="32483" y="71910"/>
                  <a:pt x="32408" y="71935"/>
                  <a:pt x="32309" y="71935"/>
                </a:cubicBezTo>
                <a:cubicBezTo>
                  <a:pt x="32558" y="71512"/>
                  <a:pt x="32782" y="71064"/>
                  <a:pt x="33031" y="70666"/>
                </a:cubicBezTo>
                <a:close/>
                <a:moveTo>
                  <a:pt x="45178" y="71313"/>
                </a:moveTo>
                <a:cubicBezTo>
                  <a:pt x="45178" y="71338"/>
                  <a:pt x="45227" y="71413"/>
                  <a:pt x="45227" y="71437"/>
                </a:cubicBezTo>
                <a:cubicBezTo>
                  <a:pt x="45153" y="71637"/>
                  <a:pt x="45103" y="71786"/>
                  <a:pt x="45053" y="71960"/>
                </a:cubicBezTo>
                <a:lnTo>
                  <a:pt x="45003" y="71960"/>
                </a:lnTo>
                <a:cubicBezTo>
                  <a:pt x="45053" y="71711"/>
                  <a:pt x="45128" y="71537"/>
                  <a:pt x="45178" y="71313"/>
                </a:cubicBezTo>
                <a:close/>
                <a:moveTo>
                  <a:pt x="33454" y="70765"/>
                </a:moveTo>
                <a:cubicBezTo>
                  <a:pt x="33479" y="70765"/>
                  <a:pt x="33553" y="70790"/>
                  <a:pt x="33578" y="70790"/>
                </a:cubicBezTo>
                <a:cubicBezTo>
                  <a:pt x="34151" y="71288"/>
                  <a:pt x="34773" y="71686"/>
                  <a:pt x="35445" y="72010"/>
                </a:cubicBezTo>
                <a:cubicBezTo>
                  <a:pt x="35346" y="72010"/>
                  <a:pt x="35296" y="71960"/>
                  <a:pt x="35196" y="71960"/>
                </a:cubicBezTo>
                <a:cubicBezTo>
                  <a:pt x="34549" y="71637"/>
                  <a:pt x="33952" y="71213"/>
                  <a:pt x="33454" y="70765"/>
                </a:cubicBezTo>
                <a:close/>
                <a:moveTo>
                  <a:pt x="41120" y="63871"/>
                </a:moveTo>
                <a:cubicBezTo>
                  <a:pt x="42440" y="65314"/>
                  <a:pt x="43485" y="66783"/>
                  <a:pt x="44182" y="68226"/>
                </a:cubicBezTo>
                <a:cubicBezTo>
                  <a:pt x="43435" y="69347"/>
                  <a:pt x="42738" y="70442"/>
                  <a:pt x="42066" y="71562"/>
                </a:cubicBezTo>
                <a:lnTo>
                  <a:pt x="42041" y="71562"/>
                </a:lnTo>
                <a:cubicBezTo>
                  <a:pt x="42016" y="71562"/>
                  <a:pt x="41991" y="71587"/>
                  <a:pt x="41991" y="71587"/>
                </a:cubicBezTo>
                <a:cubicBezTo>
                  <a:pt x="41867" y="71686"/>
                  <a:pt x="41743" y="71711"/>
                  <a:pt x="41618" y="71761"/>
                </a:cubicBezTo>
                <a:cubicBezTo>
                  <a:pt x="41245" y="71885"/>
                  <a:pt x="40896" y="71960"/>
                  <a:pt x="40523" y="72060"/>
                </a:cubicBezTo>
                <a:cubicBezTo>
                  <a:pt x="40448" y="72010"/>
                  <a:pt x="40423" y="71935"/>
                  <a:pt x="40374" y="71910"/>
                </a:cubicBezTo>
                <a:lnTo>
                  <a:pt x="40274" y="71437"/>
                </a:lnTo>
                <a:cubicBezTo>
                  <a:pt x="40274" y="71388"/>
                  <a:pt x="40249" y="71313"/>
                  <a:pt x="40249" y="71213"/>
                </a:cubicBezTo>
                <a:cubicBezTo>
                  <a:pt x="40199" y="71064"/>
                  <a:pt x="40199" y="70915"/>
                  <a:pt x="40174" y="70765"/>
                </a:cubicBezTo>
                <a:lnTo>
                  <a:pt x="40174" y="70716"/>
                </a:lnTo>
                <a:lnTo>
                  <a:pt x="40174" y="70691"/>
                </a:lnTo>
                <a:cubicBezTo>
                  <a:pt x="40174" y="70641"/>
                  <a:pt x="40150" y="70566"/>
                  <a:pt x="40150" y="70467"/>
                </a:cubicBezTo>
                <a:cubicBezTo>
                  <a:pt x="40150" y="70342"/>
                  <a:pt x="40150" y="70268"/>
                  <a:pt x="40125" y="70143"/>
                </a:cubicBezTo>
                <a:cubicBezTo>
                  <a:pt x="40125" y="70019"/>
                  <a:pt x="40075" y="69919"/>
                  <a:pt x="40075" y="69795"/>
                </a:cubicBezTo>
                <a:lnTo>
                  <a:pt x="40075" y="69720"/>
                </a:lnTo>
                <a:lnTo>
                  <a:pt x="40075" y="69645"/>
                </a:lnTo>
                <a:lnTo>
                  <a:pt x="40075" y="69571"/>
                </a:lnTo>
                <a:cubicBezTo>
                  <a:pt x="40075" y="69197"/>
                  <a:pt x="40075" y="68799"/>
                  <a:pt x="40125" y="68401"/>
                </a:cubicBezTo>
                <a:cubicBezTo>
                  <a:pt x="40125" y="68301"/>
                  <a:pt x="40125" y="68226"/>
                  <a:pt x="40150" y="68152"/>
                </a:cubicBezTo>
                <a:cubicBezTo>
                  <a:pt x="40249" y="67231"/>
                  <a:pt x="40398" y="66310"/>
                  <a:pt x="40647" y="65364"/>
                </a:cubicBezTo>
                <a:cubicBezTo>
                  <a:pt x="40772" y="64866"/>
                  <a:pt x="40921" y="64368"/>
                  <a:pt x="41120" y="63871"/>
                </a:cubicBezTo>
                <a:close/>
                <a:moveTo>
                  <a:pt x="46422" y="71786"/>
                </a:moveTo>
                <a:cubicBezTo>
                  <a:pt x="46422" y="71811"/>
                  <a:pt x="46397" y="71836"/>
                  <a:pt x="46397" y="71836"/>
                </a:cubicBezTo>
                <a:cubicBezTo>
                  <a:pt x="46173" y="71910"/>
                  <a:pt x="45924" y="71960"/>
                  <a:pt x="45725" y="72060"/>
                </a:cubicBezTo>
                <a:lnTo>
                  <a:pt x="45725" y="72010"/>
                </a:lnTo>
                <a:cubicBezTo>
                  <a:pt x="45974" y="71935"/>
                  <a:pt x="46173" y="71836"/>
                  <a:pt x="46422" y="71786"/>
                </a:cubicBezTo>
                <a:close/>
                <a:moveTo>
                  <a:pt x="40125" y="71935"/>
                </a:moveTo>
                <a:lnTo>
                  <a:pt x="40150" y="71960"/>
                </a:lnTo>
                <a:lnTo>
                  <a:pt x="40174" y="72010"/>
                </a:lnTo>
                <a:lnTo>
                  <a:pt x="40199" y="72085"/>
                </a:lnTo>
                <a:lnTo>
                  <a:pt x="40150" y="72035"/>
                </a:lnTo>
                <a:cubicBezTo>
                  <a:pt x="40150" y="72010"/>
                  <a:pt x="40150" y="71960"/>
                  <a:pt x="40125" y="71935"/>
                </a:cubicBezTo>
                <a:close/>
                <a:moveTo>
                  <a:pt x="21058" y="69073"/>
                </a:moveTo>
                <a:cubicBezTo>
                  <a:pt x="21133" y="69098"/>
                  <a:pt x="21133" y="69098"/>
                  <a:pt x="21133" y="69147"/>
                </a:cubicBezTo>
                <a:cubicBezTo>
                  <a:pt x="20610" y="70143"/>
                  <a:pt x="20112" y="71089"/>
                  <a:pt x="19639" y="72085"/>
                </a:cubicBezTo>
                <a:cubicBezTo>
                  <a:pt x="19614" y="72085"/>
                  <a:pt x="19589" y="72134"/>
                  <a:pt x="19540" y="72134"/>
                </a:cubicBezTo>
                <a:cubicBezTo>
                  <a:pt x="20038" y="71089"/>
                  <a:pt x="20535" y="70093"/>
                  <a:pt x="21058" y="69073"/>
                </a:cubicBezTo>
                <a:close/>
                <a:moveTo>
                  <a:pt x="42912" y="71935"/>
                </a:moveTo>
                <a:cubicBezTo>
                  <a:pt x="43510" y="71935"/>
                  <a:pt x="44132" y="71960"/>
                  <a:pt x="44729" y="72085"/>
                </a:cubicBezTo>
                <a:cubicBezTo>
                  <a:pt x="44655" y="72085"/>
                  <a:pt x="44630" y="72134"/>
                  <a:pt x="44555" y="72134"/>
                </a:cubicBezTo>
                <a:cubicBezTo>
                  <a:pt x="44131" y="72042"/>
                  <a:pt x="43679" y="71991"/>
                  <a:pt x="43230" y="71991"/>
                </a:cubicBezTo>
                <a:cubicBezTo>
                  <a:pt x="43073" y="71991"/>
                  <a:pt x="42917" y="71997"/>
                  <a:pt x="42763" y="72010"/>
                </a:cubicBezTo>
                <a:cubicBezTo>
                  <a:pt x="42813" y="71960"/>
                  <a:pt x="42863" y="71960"/>
                  <a:pt x="42912" y="71935"/>
                </a:cubicBezTo>
                <a:close/>
                <a:moveTo>
                  <a:pt x="11077" y="54885"/>
                </a:moveTo>
                <a:lnTo>
                  <a:pt x="11077" y="54885"/>
                </a:lnTo>
                <a:cubicBezTo>
                  <a:pt x="9807" y="58519"/>
                  <a:pt x="9085" y="62004"/>
                  <a:pt x="9011" y="65190"/>
                </a:cubicBezTo>
                <a:lnTo>
                  <a:pt x="9011" y="65464"/>
                </a:lnTo>
                <a:lnTo>
                  <a:pt x="9011" y="66584"/>
                </a:lnTo>
                <a:cubicBezTo>
                  <a:pt x="9011" y="66733"/>
                  <a:pt x="9011" y="66907"/>
                  <a:pt x="9036" y="67032"/>
                </a:cubicBezTo>
                <a:cubicBezTo>
                  <a:pt x="9036" y="67106"/>
                  <a:pt x="9036" y="67206"/>
                  <a:pt x="9061" y="67305"/>
                </a:cubicBezTo>
                <a:cubicBezTo>
                  <a:pt x="9061" y="67530"/>
                  <a:pt x="9085" y="67729"/>
                  <a:pt x="9085" y="67928"/>
                </a:cubicBezTo>
                <a:cubicBezTo>
                  <a:pt x="9110" y="68102"/>
                  <a:pt x="9110" y="68301"/>
                  <a:pt x="9160" y="68450"/>
                </a:cubicBezTo>
                <a:cubicBezTo>
                  <a:pt x="9160" y="68575"/>
                  <a:pt x="9185" y="68699"/>
                  <a:pt x="9185" y="68824"/>
                </a:cubicBezTo>
                <a:cubicBezTo>
                  <a:pt x="8712" y="69894"/>
                  <a:pt x="8289" y="70964"/>
                  <a:pt x="7866" y="72060"/>
                </a:cubicBezTo>
                <a:lnTo>
                  <a:pt x="7791" y="72159"/>
                </a:lnTo>
                <a:cubicBezTo>
                  <a:pt x="5675" y="69894"/>
                  <a:pt x="4331" y="67480"/>
                  <a:pt x="3833" y="65215"/>
                </a:cubicBezTo>
                <a:cubicBezTo>
                  <a:pt x="4904" y="62302"/>
                  <a:pt x="6198" y="59340"/>
                  <a:pt x="7766" y="56353"/>
                </a:cubicBezTo>
                <a:cubicBezTo>
                  <a:pt x="8712" y="55756"/>
                  <a:pt x="9832" y="55258"/>
                  <a:pt x="11077" y="54885"/>
                </a:cubicBezTo>
                <a:close/>
                <a:moveTo>
                  <a:pt x="31985" y="72134"/>
                </a:moveTo>
                <a:cubicBezTo>
                  <a:pt x="31985" y="72159"/>
                  <a:pt x="31960" y="72159"/>
                  <a:pt x="31960" y="72184"/>
                </a:cubicBezTo>
                <a:lnTo>
                  <a:pt x="31911" y="72184"/>
                </a:lnTo>
                <a:cubicBezTo>
                  <a:pt x="31911" y="72159"/>
                  <a:pt x="31935" y="72159"/>
                  <a:pt x="31935" y="72134"/>
                </a:cubicBezTo>
                <a:close/>
                <a:moveTo>
                  <a:pt x="45153" y="72159"/>
                </a:moveTo>
                <a:cubicBezTo>
                  <a:pt x="45178" y="72159"/>
                  <a:pt x="45227" y="72159"/>
                  <a:pt x="45252" y="72184"/>
                </a:cubicBezTo>
                <a:cubicBezTo>
                  <a:pt x="45227" y="72184"/>
                  <a:pt x="45178" y="72209"/>
                  <a:pt x="45153" y="72209"/>
                </a:cubicBezTo>
                <a:lnTo>
                  <a:pt x="45153" y="72159"/>
                </a:lnTo>
                <a:close/>
                <a:moveTo>
                  <a:pt x="71811" y="63348"/>
                </a:moveTo>
                <a:lnTo>
                  <a:pt x="72234" y="63746"/>
                </a:lnTo>
                <a:cubicBezTo>
                  <a:pt x="69446" y="66733"/>
                  <a:pt x="66534" y="69546"/>
                  <a:pt x="63423" y="72209"/>
                </a:cubicBezTo>
                <a:cubicBezTo>
                  <a:pt x="63273" y="72060"/>
                  <a:pt x="63149" y="71910"/>
                  <a:pt x="62975" y="71761"/>
                </a:cubicBezTo>
                <a:lnTo>
                  <a:pt x="63348" y="71462"/>
                </a:lnTo>
                <a:cubicBezTo>
                  <a:pt x="63522" y="71338"/>
                  <a:pt x="63697" y="71213"/>
                  <a:pt x="63846" y="71089"/>
                </a:cubicBezTo>
                <a:cubicBezTo>
                  <a:pt x="64045" y="70940"/>
                  <a:pt x="64219" y="70815"/>
                  <a:pt x="64418" y="70666"/>
                </a:cubicBezTo>
                <a:cubicBezTo>
                  <a:pt x="64443" y="70641"/>
                  <a:pt x="64518" y="70591"/>
                  <a:pt x="64543" y="70566"/>
                </a:cubicBezTo>
                <a:cubicBezTo>
                  <a:pt x="64568" y="70541"/>
                  <a:pt x="64642" y="70516"/>
                  <a:pt x="64667" y="70467"/>
                </a:cubicBezTo>
                <a:lnTo>
                  <a:pt x="64767" y="70367"/>
                </a:lnTo>
                <a:cubicBezTo>
                  <a:pt x="65314" y="69944"/>
                  <a:pt x="65837" y="69471"/>
                  <a:pt x="66385" y="68998"/>
                </a:cubicBezTo>
                <a:lnTo>
                  <a:pt x="66410" y="68973"/>
                </a:lnTo>
                <a:lnTo>
                  <a:pt x="66459" y="68923"/>
                </a:lnTo>
                <a:cubicBezTo>
                  <a:pt x="66957" y="68475"/>
                  <a:pt x="67430" y="68052"/>
                  <a:pt x="67903" y="67579"/>
                </a:cubicBezTo>
                <a:cubicBezTo>
                  <a:pt x="68003" y="67530"/>
                  <a:pt x="68052" y="67430"/>
                  <a:pt x="68152" y="67355"/>
                </a:cubicBezTo>
                <a:lnTo>
                  <a:pt x="68202" y="67305"/>
                </a:lnTo>
                <a:lnTo>
                  <a:pt x="68301" y="67206"/>
                </a:lnTo>
                <a:cubicBezTo>
                  <a:pt x="68700" y="66808"/>
                  <a:pt x="69123" y="66409"/>
                  <a:pt x="69521" y="65961"/>
                </a:cubicBezTo>
                <a:cubicBezTo>
                  <a:pt x="69646" y="65837"/>
                  <a:pt x="69745" y="65712"/>
                  <a:pt x="69870" y="65588"/>
                </a:cubicBezTo>
                <a:cubicBezTo>
                  <a:pt x="69894" y="65563"/>
                  <a:pt x="69894" y="65538"/>
                  <a:pt x="69919" y="65538"/>
                </a:cubicBezTo>
                <a:cubicBezTo>
                  <a:pt x="70193" y="65215"/>
                  <a:pt x="70492" y="64916"/>
                  <a:pt x="70766" y="64567"/>
                </a:cubicBezTo>
                <a:cubicBezTo>
                  <a:pt x="70865" y="64468"/>
                  <a:pt x="70940" y="64368"/>
                  <a:pt x="71015" y="64294"/>
                </a:cubicBezTo>
                <a:cubicBezTo>
                  <a:pt x="71139" y="64119"/>
                  <a:pt x="71263" y="63995"/>
                  <a:pt x="71388" y="63846"/>
                </a:cubicBezTo>
                <a:lnTo>
                  <a:pt x="71413" y="63821"/>
                </a:lnTo>
                <a:cubicBezTo>
                  <a:pt x="71537" y="63671"/>
                  <a:pt x="71687" y="63497"/>
                  <a:pt x="71811" y="63348"/>
                </a:cubicBezTo>
                <a:close/>
                <a:moveTo>
                  <a:pt x="33221" y="72051"/>
                </a:moveTo>
                <a:cubicBezTo>
                  <a:pt x="33878" y="72051"/>
                  <a:pt x="34525" y="72083"/>
                  <a:pt x="35171" y="72159"/>
                </a:cubicBezTo>
                <a:cubicBezTo>
                  <a:pt x="35221" y="72184"/>
                  <a:pt x="35321" y="72209"/>
                  <a:pt x="35370" y="72259"/>
                </a:cubicBezTo>
                <a:cubicBezTo>
                  <a:pt x="34706" y="72166"/>
                  <a:pt x="34028" y="72115"/>
                  <a:pt x="33336" y="72115"/>
                </a:cubicBezTo>
                <a:cubicBezTo>
                  <a:pt x="33095" y="72115"/>
                  <a:pt x="32852" y="72121"/>
                  <a:pt x="32608" y="72134"/>
                </a:cubicBezTo>
                <a:cubicBezTo>
                  <a:pt x="32458" y="72134"/>
                  <a:pt x="32334" y="72159"/>
                  <a:pt x="32184" y="72159"/>
                </a:cubicBezTo>
                <a:cubicBezTo>
                  <a:pt x="32184" y="72134"/>
                  <a:pt x="32209" y="72134"/>
                  <a:pt x="32209" y="72085"/>
                </a:cubicBezTo>
                <a:cubicBezTo>
                  <a:pt x="32334" y="72085"/>
                  <a:pt x="32483" y="72060"/>
                  <a:pt x="32608" y="72060"/>
                </a:cubicBezTo>
                <a:cubicBezTo>
                  <a:pt x="32813" y="72054"/>
                  <a:pt x="33017" y="72051"/>
                  <a:pt x="33221" y="72051"/>
                </a:cubicBezTo>
                <a:close/>
                <a:moveTo>
                  <a:pt x="46248" y="72085"/>
                </a:moveTo>
                <a:lnTo>
                  <a:pt x="46248" y="72085"/>
                </a:lnTo>
                <a:cubicBezTo>
                  <a:pt x="46223" y="72159"/>
                  <a:pt x="46173" y="72209"/>
                  <a:pt x="46148" y="72259"/>
                </a:cubicBezTo>
                <a:cubicBezTo>
                  <a:pt x="46099" y="72209"/>
                  <a:pt x="46024" y="72184"/>
                  <a:pt x="45924" y="72184"/>
                </a:cubicBezTo>
                <a:cubicBezTo>
                  <a:pt x="46024" y="72159"/>
                  <a:pt x="46148" y="72134"/>
                  <a:pt x="46248" y="72085"/>
                </a:cubicBezTo>
                <a:close/>
                <a:moveTo>
                  <a:pt x="8164" y="72060"/>
                </a:moveTo>
                <a:cubicBezTo>
                  <a:pt x="8164" y="72134"/>
                  <a:pt x="8164" y="72159"/>
                  <a:pt x="8140" y="72184"/>
                </a:cubicBezTo>
                <a:lnTo>
                  <a:pt x="8090" y="72209"/>
                </a:lnTo>
                <a:lnTo>
                  <a:pt x="8040" y="72284"/>
                </a:lnTo>
                <a:cubicBezTo>
                  <a:pt x="8040" y="72259"/>
                  <a:pt x="8065" y="72184"/>
                  <a:pt x="8065" y="72159"/>
                </a:cubicBezTo>
                <a:lnTo>
                  <a:pt x="8164" y="72060"/>
                </a:lnTo>
                <a:close/>
                <a:moveTo>
                  <a:pt x="3709" y="65513"/>
                </a:moveTo>
                <a:cubicBezTo>
                  <a:pt x="4281" y="67754"/>
                  <a:pt x="5601" y="70068"/>
                  <a:pt x="7617" y="72284"/>
                </a:cubicBezTo>
                <a:cubicBezTo>
                  <a:pt x="7592" y="72284"/>
                  <a:pt x="7592" y="72309"/>
                  <a:pt x="7567" y="72309"/>
                </a:cubicBezTo>
                <a:cubicBezTo>
                  <a:pt x="5576" y="70168"/>
                  <a:pt x="4232" y="67853"/>
                  <a:pt x="3684" y="65613"/>
                </a:cubicBezTo>
                <a:cubicBezTo>
                  <a:pt x="3684" y="65588"/>
                  <a:pt x="3709" y="65563"/>
                  <a:pt x="3709" y="65513"/>
                </a:cubicBezTo>
                <a:close/>
                <a:moveTo>
                  <a:pt x="22601" y="71089"/>
                </a:moveTo>
                <a:lnTo>
                  <a:pt x="22626" y="71139"/>
                </a:lnTo>
                <a:lnTo>
                  <a:pt x="22651" y="71164"/>
                </a:lnTo>
                <a:cubicBezTo>
                  <a:pt x="22029" y="71388"/>
                  <a:pt x="21407" y="71587"/>
                  <a:pt x="20784" y="71836"/>
                </a:cubicBezTo>
                <a:cubicBezTo>
                  <a:pt x="20486" y="71960"/>
                  <a:pt x="20137" y="72134"/>
                  <a:pt x="19813" y="72284"/>
                </a:cubicBezTo>
                <a:cubicBezTo>
                  <a:pt x="19789" y="72284"/>
                  <a:pt x="19789" y="72309"/>
                  <a:pt x="19764" y="72309"/>
                </a:cubicBezTo>
                <a:cubicBezTo>
                  <a:pt x="19764" y="72309"/>
                  <a:pt x="19764" y="72284"/>
                  <a:pt x="19789" y="72284"/>
                </a:cubicBezTo>
                <a:cubicBezTo>
                  <a:pt x="19789" y="72284"/>
                  <a:pt x="19789" y="72259"/>
                  <a:pt x="19813" y="72259"/>
                </a:cubicBezTo>
                <a:cubicBezTo>
                  <a:pt x="19838" y="72209"/>
                  <a:pt x="19888" y="72184"/>
                  <a:pt x="19913" y="72159"/>
                </a:cubicBezTo>
                <a:cubicBezTo>
                  <a:pt x="20212" y="72035"/>
                  <a:pt x="20436" y="71910"/>
                  <a:pt x="20734" y="71786"/>
                </a:cubicBezTo>
                <a:cubicBezTo>
                  <a:pt x="20784" y="71761"/>
                  <a:pt x="20859" y="71761"/>
                  <a:pt x="20909" y="71711"/>
                </a:cubicBezTo>
                <a:cubicBezTo>
                  <a:pt x="21183" y="71587"/>
                  <a:pt x="21506" y="71462"/>
                  <a:pt x="21780" y="71388"/>
                </a:cubicBezTo>
                <a:cubicBezTo>
                  <a:pt x="21805" y="71338"/>
                  <a:pt x="21879" y="71338"/>
                  <a:pt x="21904" y="71313"/>
                </a:cubicBezTo>
                <a:cubicBezTo>
                  <a:pt x="22128" y="71213"/>
                  <a:pt x="22352" y="71164"/>
                  <a:pt x="22601" y="71089"/>
                </a:cubicBezTo>
                <a:close/>
                <a:moveTo>
                  <a:pt x="41295" y="72134"/>
                </a:moveTo>
                <a:cubicBezTo>
                  <a:pt x="41270" y="72134"/>
                  <a:pt x="41170" y="72159"/>
                  <a:pt x="41071" y="72184"/>
                </a:cubicBezTo>
                <a:cubicBezTo>
                  <a:pt x="40946" y="72209"/>
                  <a:pt x="40822" y="72259"/>
                  <a:pt x="40697" y="72309"/>
                </a:cubicBezTo>
                <a:cubicBezTo>
                  <a:pt x="40697" y="72309"/>
                  <a:pt x="40697" y="72284"/>
                  <a:pt x="40672" y="72284"/>
                </a:cubicBezTo>
                <a:lnTo>
                  <a:pt x="40647" y="72259"/>
                </a:lnTo>
                <a:cubicBezTo>
                  <a:pt x="40797" y="72209"/>
                  <a:pt x="40996" y="72159"/>
                  <a:pt x="41145" y="72134"/>
                </a:cubicBezTo>
                <a:close/>
                <a:moveTo>
                  <a:pt x="45551" y="72284"/>
                </a:moveTo>
                <a:lnTo>
                  <a:pt x="45551" y="72309"/>
                </a:lnTo>
                <a:cubicBezTo>
                  <a:pt x="45526" y="72309"/>
                  <a:pt x="45526" y="72309"/>
                  <a:pt x="45501" y="72284"/>
                </a:cubicBezTo>
                <a:lnTo>
                  <a:pt x="45501" y="72284"/>
                </a:lnTo>
                <a:cubicBezTo>
                  <a:pt x="45509" y="72292"/>
                  <a:pt x="45515" y="72295"/>
                  <a:pt x="45520" y="72295"/>
                </a:cubicBezTo>
                <a:cubicBezTo>
                  <a:pt x="45529" y="72295"/>
                  <a:pt x="45534" y="72284"/>
                  <a:pt x="45551" y="72284"/>
                </a:cubicBezTo>
                <a:close/>
                <a:moveTo>
                  <a:pt x="62825" y="71836"/>
                </a:moveTo>
                <a:cubicBezTo>
                  <a:pt x="62975" y="72010"/>
                  <a:pt x="63149" y="72159"/>
                  <a:pt x="63298" y="72333"/>
                </a:cubicBezTo>
                <a:cubicBezTo>
                  <a:pt x="63273" y="72333"/>
                  <a:pt x="63224" y="72383"/>
                  <a:pt x="63224" y="72383"/>
                </a:cubicBezTo>
                <a:cubicBezTo>
                  <a:pt x="63074" y="72209"/>
                  <a:pt x="62925" y="72035"/>
                  <a:pt x="62751" y="71885"/>
                </a:cubicBezTo>
                <a:lnTo>
                  <a:pt x="62800" y="71885"/>
                </a:lnTo>
                <a:lnTo>
                  <a:pt x="62825" y="71836"/>
                </a:lnTo>
                <a:close/>
                <a:moveTo>
                  <a:pt x="72309" y="63945"/>
                </a:moveTo>
                <a:lnTo>
                  <a:pt x="72359" y="63970"/>
                </a:lnTo>
                <a:cubicBezTo>
                  <a:pt x="69621" y="66907"/>
                  <a:pt x="66683" y="69720"/>
                  <a:pt x="63572" y="72408"/>
                </a:cubicBezTo>
                <a:lnTo>
                  <a:pt x="63547" y="72383"/>
                </a:lnTo>
                <a:lnTo>
                  <a:pt x="63522" y="72333"/>
                </a:lnTo>
                <a:cubicBezTo>
                  <a:pt x="66659" y="69695"/>
                  <a:pt x="69571" y="66857"/>
                  <a:pt x="72309" y="63945"/>
                </a:cubicBezTo>
                <a:close/>
                <a:moveTo>
                  <a:pt x="34474" y="68276"/>
                </a:moveTo>
                <a:cubicBezTo>
                  <a:pt x="34574" y="68301"/>
                  <a:pt x="34649" y="68326"/>
                  <a:pt x="34723" y="68401"/>
                </a:cubicBezTo>
                <a:cubicBezTo>
                  <a:pt x="34898" y="68475"/>
                  <a:pt x="35072" y="68550"/>
                  <a:pt x="35221" y="68650"/>
                </a:cubicBezTo>
                <a:cubicBezTo>
                  <a:pt x="35395" y="68699"/>
                  <a:pt x="35520" y="68799"/>
                  <a:pt x="35644" y="68849"/>
                </a:cubicBezTo>
                <a:cubicBezTo>
                  <a:pt x="35794" y="68948"/>
                  <a:pt x="35943" y="69023"/>
                  <a:pt x="36092" y="69098"/>
                </a:cubicBezTo>
                <a:cubicBezTo>
                  <a:pt x="36267" y="69197"/>
                  <a:pt x="36391" y="69272"/>
                  <a:pt x="36540" y="69347"/>
                </a:cubicBezTo>
                <a:cubicBezTo>
                  <a:pt x="36690" y="69446"/>
                  <a:pt x="36814" y="69546"/>
                  <a:pt x="36963" y="69645"/>
                </a:cubicBezTo>
                <a:cubicBezTo>
                  <a:pt x="37088" y="69720"/>
                  <a:pt x="37262" y="69819"/>
                  <a:pt x="37387" y="69919"/>
                </a:cubicBezTo>
                <a:cubicBezTo>
                  <a:pt x="37511" y="70019"/>
                  <a:pt x="37660" y="70093"/>
                  <a:pt x="37785" y="70193"/>
                </a:cubicBezTo>
                <a:cubicBezTo>
                  <a:pt x="37909" y="70292"/>
                  <a:pt x="38034" y="70392"/>
                  <a:pt x="38183" y="70516"/>
                </a:cubicBezTo>
                <a:cubicBezTo>
                  <a:pt x="38308" y="70591"/>
                  <a:pt x="38432" y="70691"/>
                  <a:pt x="38557" y="70815"/>
                </a:cubicBezTo>
                <a:cubicBezTo>
                  <a:pt x="38681" y="70915"/>
                  <a:pt x="38805" y="71039"/>
                  <a:pt x="38930" y="71139"/>
                </a:cubicBezTo>
                <a:cubicBezTo>
                  <a:pt x="39054" y="71213"/>
                  <a:pt x="39179" y="71338"/>
                  <a:pt x="39303" y="71437"/>
                </a:cubicBezTo>
                <a:cubicBezTo>
                  <a:pt x="39428" y="71562"/>
                  <a:pt x="39552" y="71686"/>
                  <a:pt x="39677" y="71786"/>
                </a:cubicBezTo>
                <a:lnTo>
                  <a:pt x="40000" y="72085"/>
                </a:lnTo>
                <a:cubicBezTo>
                  <a:pt x="40000" y="72134"/>
                  <a:pt x="40000" y="72134"/>
                  <a:pt x="40025" y="72134"/>
                </a:cubicBezTo>
                <a:lnTo>
                  <a:pt x="40025" y="72159"/>
                </a:lnTo>
                <a:cubicBezTo>
                  <a:pt x="39577" y="72309"/>
                  <a:pt x="39204" y="72383"/>
                  <a:pt x="38830" y="72433"/>
                </a:cubicBezTo>
                <a:cubicBezTo>
                  <a:pt x="38631" y="72309"/>
                  <a:pt x="38382" y="72159"/>
                  <a:pt x="38158" y="72035"/>
                </a:cubicBezTo>
                <a:lnTo>
                  <a:pt x="38133" y="72010"/>
                </a:lnTo>
                <a:cubicBezTo>
                  <a:pt x="36839" y="71288"/>
                  <a:pt x="35445" y="70765"/>
                  <a:pt x="33977" y="70392"/>
                </a:cubicBezTo>
                <a:cubicBezTo>
                  <a:pt x="33927" y="70392"/>
                  <a:pt x="33902" y="70342"/>
                  <a:pt x="33827" y="70342"/>
                </a:cubicBezTo>
                <a:cubicBezTo>
                  <a:pt x="33678" y="70317"/>
                  <a:pt x="33479" y="70268"/>
                  <a:pt x="33329" y="70218"/>
                </a:cubicBezTo>
                <a:cubicBezTo>
                  <a:pt x="33329" y="70218"/>
                  <a:pt x="33304" y="70218"/>
                  <a:pt x="33304" y="70193"/>
                </a:cubicBezTo>
                <a:cubicBezTo>
                  <a:pt x="33678" y="69546"/>
                  <a:pt x="34076" y="68899"/>
                  <a:pt x="34474" y="68276"/>
                </a:cubicBezTo>
                <a:close/>
                <a:moveTo>
                  <a:pt x="35843" y="72259"/>
                </a:moveTo>
                <a:lnTo>
                  <a:pt x="35843" y="72259"/>
                </a:lnTo>
                <a:cubicBezTo>
                  <a:pt x="35943" y="72284"/>
                  <a:pt x="36067" y="72284"/>
                  <a:pt x="36167" y="72309"/>
                </a:cubicBezTo>
                <a:cubicBezTo>
                  <a:pt x="36328" y="72362"/>
                  <a:pt x="36476" y="72403"/>
                  <a:pt x="36638" y="72449"/>
                </a:cubicBezTo>
                <a:lnTo>
                  <a:pt x="36638" y="72449"/>
                </a:lnTo>
                <a:cubicBezTo>
                  <a:pt x="36493" y="72417"/>
                  <a:pt x="36335" y="72400"/>
                  <a:pt x="36167" y="72383"/>
                </a:cubicBezTo>
                <a:cubicBezTo>
                  <a:pt x="36142" y="72383"/>
                  <a:pt x="36092" y="72383"/>
                  <a:pt x="36092" y="72333"/>
                </a:cubicBezTo>
                <a:cubicBezTo>
                  <a:pt x="36018" y="72309"/>
                  <a:pt x="35943" y="72284"/>
                  <a:pt x="35843" y="72259"/>
                </a:cubicBezTo>
                <a:close/>
                <a:moveTo>
                  <a:pt x="33977" y="70890"/>
                </a:moveTo>
                <a:lnTo>
                  <a:pt x="33977" y="70890"/>
                </a:lnTo>
                <a:cubicBezTo>
                  <a:pt x="34101" y="70915"/>
                  <a:pt x="34225" y="70940"/>
                  <a:pt x="34325" y="70964"/>
                </a:cubicBezTo>
                <a:lnTo>
                  <a:pt x="34698" y="71064"/>
                </a:lnTo>
                <a:cubicBezTo>
                  <a:pt x="35196" y="71213"/>
                  <a:pt x="35694" y="71388"/>
                  <a:pt x="36167" y="71562"/>
                </a:cubicBezTo>
                <a:lnTo>
                  <a:pt x="36192" y="71562"/>
                </a:lnTo>
                <a:cubicBezTo>
                  <a:pt x="36665" y="71761"/>
                  <a:pt x="37113" y="71960"/>
                  <a:pt x="37586" y="72209"/>
                </a:cubicBezTo>
                <a:cubicBezTo>
                  <a:pt x="37660" y="72259"/>
                  <a:pt x="37710" y="72284"/>
                  <a:pt x="37810" y="72309"/>
                </a:cubicBezTo>
                <a:cubicBezTo>
                  <a:pt x="37909" y="72383"/>
                  <a:pt x="37984" y="72433"/>
                  <a:pt x="38084" y="72458"/>
                </a:cubicBezTo>
                <a:lnTo>
                  <a:pt x="37909" y="72458"/>
                </a:lnTo>
                <a:cubicBezTo>
                  <a:pt x="37337" y="72383"/>
                  <a:pt x="36789" y="72209"/>
                  <a:pt x="36192" y="72134"/>
                </a:cubicBezTo>
                <a:cubicBezTo>
                  <a:pt x="35346" y="71811"/>
                  <a:pt x="34599" y="71413"/>
                  <a:pt x="33977" y="70890"/>
                </a:cubicBezTo>
                <a:close/>
                <a:moveTo>
                  <a:pt x="39926" y="72458"/>
                </a:moveTo>
                <a:lnTo>
                  <a:pt x="39926" y="72458"/>
                </a:lnTo>
                <a:cubicBezTo>
                  <a:pt x="39926" y="72458"/>
                  <a:pt x="39926" y="72458"/>
                  <a:pt x="39926" y="72458"/>
                </a:cubicBezTo>
                <a:lnTo>
                  <a:pt x="39901" y="72458"/>
                </a:lnTo>
                <a:cubicBezTo>
                  <a:pt x="39908" y="72458"/>
                  <a:pt x="39917" y="72458"/>
                  <a:pt x="39926" y="72458"/>
                </a:cubicBezTo>
                <a:close/>
                <a:moveTo>
                  <a:pt x="45750" y="72309"/>
                </a:moveTo>
                <a:cubicBezTo>
                  <a:pt x="45874" y="72333"/>
                  <a:pt x="45949" y="72383"/>
                  <a:pt x="46099" y="72408"/>
                </a:cubicBezTo>
                <a:cubicBezTo>
                  <a:pt x="46099" y="72433"/>
                  <a:pt x="46049" y="72433"/>
                  <a:pt x="46049" y="72458"/>
                </a:cubicBezTo>
                <a:cubicBezTo>
                  <a:pt x="45974" y="72433"/>
                  <a:pt x="45850" y="72408"/>
                  <a:pt x="45750" y="72383"/>
                </a:cubicBezTo>
                <a:lnTo>
                  <a:pt x="45750" y="72309"/>
                </a:lnTo>
                <a:close/>
                <a:moveTo>
                  <a:pt x="7791" y="72433"/>
                </a:moveTo>
                <a:cubicBezTo>
                  <a:pt x="7791" y="72458"/>
                  <a:pt x="7766" y="72458"/>
                  <a:pt x="7766" y="72508"/>
                </a:cubicBezTo>
                <a:lnTo>
                  <a:pt x="7716" y="72458"/>
                </a:lnTo>
                <a:cubicBezTo>
                  <a:pt x="7766" y="72458"/>
                  <a:pt x="7766" y="72433"/>
                  <a:pt x="7791" y="72433"/>
                </a:cubicBezTo>
                <a:close/>
                <a:moveTo>
                  <a:pt x="19515" y="72383"/>
                </a:moveTo>
                <a:cubicBezTo>
                  <a:pt x="19515" y="72383"/>
                  <a:pt x="19515" y="72408"/>
                  <a:pt x="19490" y="72408"/>
                </a:cubicBezTo>
                <a:cubicBezTo>
                  <a:pt x="19490" y="72433"/>
                  <a:pt x="19465" y="72433"/>
                  <a:pt x="19465" y="72458"/>
                </a:cubicBezTo>
                <a:cubicBezTo>
                  <a:pt x="19440" y="72458"/>
                  <a:pt x="19415" y="72458"/>
                  <a:pt x="19390" y="72508"/>
                </a:cubicBezTo>
                <a:cubicBezTo>
                  <a:pt x="19390" y="72458"/>
                  <a:pt x="19415" y="72458"/>
                  <a:pt x="19415" y="72433"/>
                </a:cubicBezTo>
                <a:lnTo>
                  <a:pt x="19415" y="72408"/>
                </a:lnTo>
                <a:cubicBezTo>
                  <a:pt x="19440" y="72408"/>
                  <a:pt x="19490" y="72383"/>
                  <a:pt x="19515" y="72383"/>
                </a:cubicBezTo>
                <a:close/>
                <a:moveTo>
                  <a:pt x="33592" y="70544"/>
                </a:moveTo>
                <a:cubicBezTo>
                  <a:pt x="35230" y="70918"/>
                  <a:pt x="36818" y="71539"/>
                  <a:pt x="38283" y="72333"/>
                </a:cubicBezTo>
                <a:cubicBezTo>
                  <a:pt x="38308" y="72383"/>
                  <a:pt x="38382" y="72383"/>
                  <a:pt x="38407" y="72408"/>
                </a:cubicBezTo>
                <a:cubicBezTo>
                  <a:pt x="38432" y="72433"/>
                  <a:pt x="38507" y="72458"/>
                  <a:pt x="38532" y="72508"/>
                </a:cubicBezTo>
                <a:lnTo>
                  <a:pt x="38457" y="72508"/>
                </a:lnTo>
                <a:cubicBezTo>
                  <a:pt x="38283" y="72408"/>
                  <a:pt x="38084" y="72284"/>
                  <a:pt x="37909" y="72184"/>
                </a:cubicBezTo>
                <a:cubicBezTo>
                  <a:pt x="37835" y="72159"/>
                  <a:pt x="37785" y="72134"/>
                  <a:pt x="37685" y="72060"/>
                </a:cubicBezTo>
                <a:cubicBezTo>
                  <a:pt x="37212" y="71811"/>
                  <a:pt x="36764" y="71587"/>
                  <a:pt x="36267" y="71413"/>
                </a:cubicBezTo>
                <a:cubicBezTo>
                  <a:pt x="36192" y="71388"/>
                  <a:pt x="36142" y="71338"/>
                  <a:pt x="36067" y="71338"/>
                </a:cubicBezTo>
                <a:cubicBezTo>
                  <a:pt x="35669" y="71188"/>
                  <a:pt x="35221" y="71039"/>
                  <a:pt x="34798" y="70915"/>
                </a:cubicBezTo>
                <a:cubicBezTo>
                  <a:pt x="34673" y="70890"/>
                  <a:pt x="34549" y="70815"/>
                  <a:pt x="34425" y="70790"/>
                </a:cubicBezTo>
                <a:lnTo>
                  <a:pt x="33678" y="70591"/>
                </a:lnTo>
                <a:lnTo>
                  <a:pt x="33653" y="70566"/>
                </a:lnTo>
                <a:cubicBezTo>
                  <a:pt x="33614" y="70566"/>
                  <a:pt x="33606" y="70551"/>
                  <a:pt x="33592" y="70544"/>
                </a:cubicBezTo>
                <a:close/>
                <a:moveTo>
                  <a:pt x="41419" y="72284"/>
                </a:moveTo>
                <a:cubicBezTo>
                  <a:pt x="41245" y="72408"/>
                  <a:pt x="41071" y="72433"/>
                  <a:pt x="40921" y="72508"/>
                </a:cubicBezTo>
                <a:cubicBezTo>
                  <a:pt x="40921" y="72458"/>
                  <a:pt x="40896" y="72458"/>
                  <a:pt x="40896" y="72433"/>
                </a:cubicBezTo>
                <a:cubicBezTo>
                  <a:pt x="40921" y="72433"/>
                  <a:pt x="40921" y="72433"/>
                  <a:pt x="40946" y="72408"/>
                </a:cubicBezTo>
                <a:cubicBezTo>
                  <a:pt x="41046" y="72383"/>
                  <a:pt x="41170" y="72333"/>
                  <a:pt x="41270" y="72309"/>
                </a:cubicBezTo>
                <a:cubicBezTo>
                  <a:pt x="41319" y="72309"/>
                  <a:pt x="41369" y="72284"/>
                  <a:pt x="41419" y="72284"/>
                </a:cubicBezTo>
                <a:close/>
                <a:moveTo>
                  <a:pt x="63423" y="72458"/>
                </a:moveTo>
                <a:cubicBezTo>
                  <a:pt x="63423" y="72508"/>
                  <a:pt x="63423" y="72508"/>
                  <a:pt x="63448" y="72533"/>
                </a:cubicBezTo>
                <a:cubicBezTo>
                  <a:pt x="63423" y="72533"/>
                  <a:pt x="63423" y="72557"/>
                  <a:pt x="63398" y="72557"/>
                </a:cubicBezTo>
                <a:cubicBezTo>
                  <a:pt x="63398" y="72533"/>
                  <a:pt x="63348" y="72533"/>
                  <a:pt x="63348" y="72508"/>
                </a:cubicBezTo>
                <a:cubicBezTo>
                  <a:pt x="63398" y="72508"/>
                  <a:pt x="63398" y="72458"/>
                  <a:pt x="63423" y="72458"/>
                </a:cubicBezTo>
                <a:close/>
                <a:moveTo>
                  <a:pt x="43334" y="72176"/>
                </a:moveTo>
                <a:cubicBezTo>
                  <a:pt x="43592" y="72176"/>
                  <a:pt x="43849" y="72188"/>
                  <a:pt x="44107" y="72209"/>
                </a:cubicBezTo>
                <a:cubicBezTo>
                  <a:pt x="43385" y="72383"/>
                  <a:pt x="42688" y="72508"/>
                  <a:pt x="42016" y="72582"/>
                </a:cubicBezTo>
                <a:cubicBezTo>
                  <a:pt x="42016" y="72557"/>
                  <a:pt x="42041" y="72533"/>
                  <a:pt x="42041" y="72533"/>
                </a:cubicBezTo>
                <a:cubicBezTo>
                  <a:pt x="42041" y="72533"/>
                  <a:pt x="42041" y="72508"/>
                  <a:pt x="42066" y="72508"/>
                </a:cubicBezTo>
                <a:cubicBezTo>
                  <a:pt x="42066" y="72508"/>
                  <a:pt x="42066" y="72458"/>
                  <a:pt x="42116" y="72458"/>
                </a:cubicBezTo>
                <a:cubicBezTo>
                  <a:pt x="42141" y="72408"/>
                  <a:pt x="42191" y="72309"/>
                  <a:pt x="42240" y="72259"/>
                </a:cubicBezTo>
                <a:cubicBezTo>
                  <a:pt x="42605" y="72200"/>
                  <a:pt x="42969" y="72176"/>
                  <a:pt x="43334" y="72176"/>
                </a:cubicBezTo>
                <a:close/>
                <a:moveTo>
                  <a:pt x="40672" y="72533"/>
                </a:moveTo>
                <a:cubicBezTo>
                  <a:pt x="40672" y="72533"/>
                  <a:pt x="40697" y="72557"/>
                  <a:pt x="40697" y="72582"/>
                </a:cubicBezTo>
                <a:cubicBezTo>
                  <a:pt x="40672" y="72582"/>
                  <a:pt x="40672" y="72582"/>
                  <a:pt x="40647" y="72632"/>
                </a:cubicBezTo>
                <a:cubicBezTo>
                  <a:pt x="40647" y="72582"/>
                  <a:pt x="40622" y="72582"/>
                  <a:pt x="40622" y="72557"/>
                </a:cubicBezTo>
                <a:cubicBezTo>
                  <a:pt x="40647" y="72557"/>
                  <a:pt x="40647" y="72557"/>
                  <a:pt x="40672" y="72533"/>
                </a:cubicBezTo>
                <a:close/>
                <a:moveTo>
                  <a:pt x="41942" y="72309"/>
                </a:moveTo>
                <a:cubicBezTo>
                  <a:pt x="41892" y="72408"/>
                  <a:pt x="41817" y="72533"/>
                  <a:pt x="41767" y="72632"/>
                </a:cubicBezTo>
                <a:lnTo>
                  <a:pt x="41743" y="72632"/>
                </a:lnTo>
                <a:cubicBezTo>
                  <a:pt x="41767" y="72533"/>
                  <a:pt x="41817" y="72433"/>
                  <a:pt x="41892" y="72333"/>
                </a:cubicBezTo>
                <a:cubicBezTo>
                  <a:pt x="41917" y="72333"/>
                  <a:pt x="41942" y="72309"/>
                  <a:pt x="41942" y="72309"/>
                </a:cubicBezTo>
                <a:close/>
                <a:moveTo>
                  <a:pt x="39204" y="72582"/>
                </a:moveTo>
                <a:cubicBezTo>
                  <a:pt x="39204" y="72582"/>
                  <a:pt x="39179" y="72582"/>
                  <a:pt x="39154" y="72632"/>
                </a:cubicBezTo>
                <a:cubicBezTo>
                  <a:pt x="39129" y="72632"/>
                  <a:pt x="39129" y="72657"/>
                  <a:pt x="39079" y="72657"/>
                </a:cubicBezTo>
                <a:lnTo>
                  <a:pt x="39054" y="72657"/>
                </a:lnTo>
                <a:cubicBezTo>
                  <a:pt x="39054" y="72657"/>
                  <a:pt x="39029" y="72657"/>
                  <a:pt x="39029" y="72632"/>
                </a:cubicBezTo>
                <a:cubicBezTo>
                  <a:pt x="39079" y="72632"/>
                  <a:pt x="39154" y="72582"/>
                  <a:pt x="39204" y="72582"/>
                </a:cubicBezTo>
                <a:close/>
                <a:moveTo>
                  <a:pt x="38756" y="72657"/>
                </a:moveTo>
                <a:lnTo>
                  <a:pt x="38781" y="72682"/>
                </a:lnTo>
                <a:lnTo>
                  <a:pt x="38756" y="72682"/>
                </a:lnTo>
                <a:cubicBezTo>
                  <a:pt x="38756" y="72657"/>
                  <a:pt x="38706" y="72657"/>
                  <a:pt x="38681" y="72657"/>
                </a:cubicBezTo>
                <a:close/>
                <a:moveTo>
                  <a:pt x="40398" y="72632"/>
                </a:moveTo>
                <a:cubicBezTo>
                  <a:pt x="40398" y="72657"/>
                  <a:pt x="40398" y="72657"/>
                  <a:pt x="40423" y="72682"/>
                </a:cubicBezTo>
                <a:lnTo>
                  <a:pt x="40374" y="72682"/>
                </a:lnTo>
                <a:lnTo>
                  <a:pt x="40374" y="72657"/>
                </a:lnTo>
                <a:cubicBezTo>
                  <a:pt x="40398" y="72657"/>
                  <a:pt x="40398" y="72657"/>
                  <a:pt x="40398" y="72632"/>
                </a:cubicBezTo>
                <a:close/>
                <a:moveTo>
                  <a:pt x="41543" y="72458"/>
                </a:moveTo>
                <a:cubicBezTo>
                  <a:pt x="41543" y="72533"/>
                  <a:pt x="41494" y="72582"/>
                  <a:pt x="41444" y="72657"/>
                </a:cubicBezTo>
                <a:cubicBezTo>
                  <a:pt x="41319" y="72657"/>
                  <a:pt x="41195" y="72657"/>
                  <a:pt x="41046" y="72682"/>
                </a:cubicBezTo>
                <a:lnTo>
                  <a:pt x="41021" y="72657"/>
                </a:lnTo>
                <a:cubicBezTo>
                  <a:pt x="41195" y="72582"/>
                  <a:pt x="41369" y="72533"/>
                  <a:pt x="41543" y="72458"/>
                </a:cubicBezTo>
                <a:close/>
                <a:moveTo>
                  <a:pt x="37810" y="72757"/>
                </a:moveTo>
                <a:cubicBezTo>
                  <a:pt x="37835" y="72757"/>
                  <a:pt x="37860" y="72757"/>
                  <a:pt x="37909" y="72782"/>
                </a:cubicBezTo>
                <a:cubicBezTo>
                  <a:pt x="37959" y="72782"/>
                  <a:pt x="38009" y="72806"/>
                  <a:pt x="38059" y="72806"/>
                </a:cubicBezTo>
                <a:cubicBezTo>
                  <a:pt x="38133" y="72831"/>
                  <a:pt x="38183" y="72831"/>
                  <a:pt x="38208" y="72856"/>
                </a:cubicBezTo>
                <a:cubicBezTo>
                  <a:pt x="38256" y="72856"/>
                  <a:pt x="38281" y="72902"/>
                  <a:pt x="38304" y="72906"/>
                </a:cubicBezTo>
                <a:lnTo>
                  <a:pt x="38304" y="72906"/>
                </a:lnTo>
                <a:cubicBezTo>
                  <a:pt x="38257" y="72904"/>
                  <a:pt x="38195" y="72897"/>
                  <a:pt x="38133" y="72856"/>
                </a:cubicBezTo>
                <a:cubicBezTo>
                  <a:pt x="38059" y="72856"/>
                  <a:pt x="38034" y="72856"/>
                  <a:pt x="37959" y="72831"/>
                </a:cubicBezTo>
                <a:cubicBezTo>
                  <a:pt x="37934" y="72806"/>
                  <a:pt x="37884" y="72782"/>
                  <a:pt x="37810" y="72782"/>
                </a:cubicBezTo>
                <a:lnTo>
                  <a:pt x="37810" y="72757"/>
                </a:lnTo>
                <a:close/>
                <a:moveTo>
                  <a:pt x="41319" y="72831"/>
                </a:moveTo>
                <a:cubicBezTo>
                  <a:pt x="41319" y="72881"/>
                  <a:pt x="41319" y="72906"/>
                  <a:pt x="41295" y="72906"/>
                </a:cubicBezTo>
                <a:lnTo>
                  <a:pt x="41270" y="72906"/>
                </a:lnTo>
                <a:lnTo>
                  <a:pt x="41245" y="72881"/>
                </a:lnTo>
                <a:cubicBezTo>
                  <a:pt x="41245" y="72881"/>
                  <a:pt x="41245" y="72831"/>
                  <a:pt x="41195" y="72831"/>
                </a:cubicBezTo>
                <a:close/>
                <a:moveTo>
                  <a:pt x="41643" y="72831"/>
                </a:moveTo>
                <a:cubicBezTo>
                  <a:pt x="41643" y="72881"/>
                  <a:pt x="41618" y="72881"/>
                  <a:pt x="41618" y="72906"/>
                </a:cubicBezTo>
                <a:lnTo>
                  <a:pt x="41568" y="72906"/>
                </a:lnTo>
                <a:cubicBezTo>
                  <a:pt x="41568" y="72881"/>
                  <a:pt x="41618" y="72881"/>
                  <a:pt x="41618" y="72831"/>
                </a:cubicBezTo>
                <a:close/>
                <a:moveTo>
                  <a:pt x="44555" y="72309"/>
                </a:moveTo>
                <a:cubicBezTo>
                  <a:pt x="44605" y="72309"/>
                  <a:pt x="44630" y="72309"/>
                  <a:pt x="44680" y="72333"/>
                </a:cubicBezTo>
                <a:lnTo>
                  <a:pt x="44680" y="72383"/>
                </a:lnTo>
                <a:cubicBezTo>
                  <a:pt x="43734" y="72632"/>
                  <a:pt x="42788" y="72806"/>
                  <a:pt x="41867" y="72906"/>
                </a:cubicBezTo>
                <a:cubicBezTo>
                  <a:pt x="41867" y="72831"/>
                  <a:pt x="41892" y="72806"/>
                  <a:pt x="41892" y="72806"/>
                </a:cubicBezTo>
                <a:cubicBezTo>
                  <a:pt x="42763" y="72707"/>
                  <a:pt x="43634" y="72533"/>
                  <a:pt x="44555" y="72309"/>
                </a:cubicBezTo>
                <a:close/>
                <a:moveTo>
                  <a:pt x="40971" y="72881"/>
                </a:moveTo>
                <a:lnTo>
                  <a:pt x="41046" y="72931"/>
                </a:lnTo>
                <a:lnTo>
                  <a:pt x="40971" y="72931"/>
                </a:lnTo>
                <a:cubicBezTo>
                  <a:pt x="40946" y="72931"/>
                  <a:pt x="40921" y="72906"/>
                  <a:pt x="40921" y="72881"/>
                </a:cubicBezTo>
                <a:close/>
                <a:moveTo>
                  <a:pt x="39751" y="72906"/>
                </a:moveTo>
                <a:cubicBezTo>
                  <a:pt x="39677" y="72931"/>
                  <a:pt x="39652" y="72931"/>
                  <a:pt x="39577" y="72956"/>
                </a:cubicBezTo>
                <a:cubicBezTo>
                  <a:pt x="39552" y="72956"/>
                  <a:pt x="39552" y="72931"/>
                  <a:pt x="39527" y="72931"/>
                </a:cubicBezTo>
                <a:lnTo>
                  <a:pt x="39552" y="72931"/>
                </a:lnTo>
                <a:cubicBezTo>
                  <a:pt x="39627" y="72906"/>
                  <a:pt x="39677" y="72906"/>
                  <a:pt x="39751" y="72906"/>
                </a:cubicBezTo>
                <a:close/>
                <a:moveTo>
                  <a:pt x="40249" y="72931"/>
                </a:moveTo>
                <a:lnTo>
                  <a:pt x="40249" y="72956"/>
                </a:lnTo>
                <a:lnTo>
                  <a:pt x="40125" y="72956"/>
                </a:lnTo>
                <a:cubicBezTo>
                  <a:pt x="40174" y="72956"/>
                  <a:pt x="40199" y="72956"/>
                  <a:pt x="40249" y="72931"/>
                </a:cubicBezTo>
                <a:close/>
                <a:moveTo>
                  <a:pt x="40498" y="72906"/>
                </a:moveTo>
                <a:cubicBezTo>
                  <a:pt x="40498" y="72931"/>
                  <a:pt x="40523" y="72931"/>
                  <a:pt x="40523" y="72956"/>
                </a:cubicBezTo>
                <a:lnTo>
                  <a:pt x="40448" y="72956"/>
                </a:lnTo>
                <a:cubicBezTo>
                  <a:pt x="40448" y="72931"/>
                  <a:pt x="40448" y="72931"/>
                  <a:pt x="40423" y="72906"/>
                </a:cubicBezTo>
                <a:close/>
                <a:moveTo>
                  <a:pt x="45750" y="72557"/>
                </a:moveTo>
                <a:cubicBezTo>
                  <a:pt x="45850" y="72582"/>
                  <a:pt x="45899" y="72632"/>
                  <a:pt x="45974" y="72632"/>
                </a:cubicBezTo>
                <a:cubicBezTo>
                  <a:pt x="45899" y="72757"/>
                  <a:pt x="45800" y="72906"/>
                  <a:pt x="45750" y="73030"/>
                </a:cubicBezTo>
                <a:lnTo>
                  <a:pt x="45750" y="72557"/>
                </a:lnTo>
                <a:close/>
                <a:moveTo>
                  <a:pt x="52321" y="69396"/>
                </a:moveTo>
                <a:cubicBezTo>
                  <a:pt x="52321" y="69421"/>
                  <a:pt x="52346" y="69471"/>
                  <a:pt x="52346" y="69521"/>
                </a:cubicBezTo>
                <a:cubicBezTo>
                  <a:pt x="52371" y="69595"/>
                  <a:pt x="52371" y="69695"/>
                  <a:pt x="52396" y="69795"/>
                </a:cubicBezTo>
                <a:lnTo>
                  <a:pt x="52496" y="70168"/>
                </a:lnTo>
                <a:cubicBezTo>
                  <a:pt x="52396" y="70218"/>
                  <a:pt x="52346" y="70268"/>
                  <a:pt x="52247" y="70317"/>
                </a:cubicBezTo>
                <a:cubicBezTo>
                  <a:pt x="51624" y="70765"/>
                  <a:pt x="51002" y="71188"/>
                  <a:pt x="50355" y="71637"/>
                </a:cubicBezTo>
                <a:lnTo>
                  <a:pt x="49782" y="72010"/>
                </a:lnTo>
                <a:cubicBezTo>
                  <a:pt x="49235" y="72383"/>
                  <a:pt x="48662" y="72707"/>
                  <a:pt x="48140" y="73055"/>
                </a:cubicBezTo>
                <a:cubicBezTo>
                  <a:pt x="47642" y="72806"/>
                  <a:pt x="47169" y="72582"/>
                  <a:pt x="46671" y="72408"/>
                </a:cubicBezTo>
                <a:cubicBezTo>
                  <a:pt x="46771" y="72259"/>
                  <a:pt x="46845" y="72060"/>
                  <a:pt x="46920" y="71885"/>
                </a:cubicBezTo>
                <a:cubicBezTo>
                  <a:pt x="46920" y="71836"/>
                  <a:pt x="46970" y="71836"/>
                  <a:pt x="46970" y="71811"/>
                </a:cubicBezTo>
                <a:cubicBezTo>
                  <a:pt x="48712" y="71188"/>
                  <a:pt x="50504" y="70392"/>
                  <a:pt x="52321" y="69396"/>
                </a:cubicBezTo>
                <a:close/>
                <a:moveTo>
                  <a:pt x="41519" y="73080"/>
                </a:moveTo>
                <a:cubicBezTo>
                  <a:pt x="41494" y="73130"/>
                  <a:pt x="41494" y="73155"/>
                  <a:pt x="41444" y="73155"/>
                </a:cubicBezTo>
                <a:cubicBezTo>
                  <a:pt x="41444" y="73130"/>
                  <a:pt x="41444" y="73130"/>
                  <a:pt x="41494" y="73080"/>
                </a:cubicBezTo>
                <a:close/>
                <a:moveTo>
                  <a:pt x="50495" y="71776"/>
                </a:moveTo>
                <a:lnTo>
                  <a:pt x="50006" y="72109"/>
                </a:lnTo>
                <a:cubicBezTo>
                  <a:pt x="49484" y="72458"/>
                  <a:pt x="48911" y="72806"/>
                  <a:pt x="48388" y="73155"/>
                </a:cubicBezTo>
                <a:cubicBezTo>
                  <a:pt x="48388" y="73167"/>
                  <a:pt x="48382" y="73174"/>
                  <a:pt x="48373" y="73174"/>
                </a:cubicBezTo>
                <a:cubicBezTo>
                  <a:pt x="48364" y="73174"/>
                  <a:pt x="48351" y="73167"/>
                  <a:pt x="48339" y="73155"/>
                </a:cubicBezTo>
                <a:lnTo>
                  <a:pt x="48339" y="73155"/>
                </a:lnTo>
                <a:cubicBezTo>
                  <a:pt x="48339" y="73155"/>
                  <a:pt x="48339" y="73155"/>
                  <a:pt x="48339" y="73155"/>
                </a:cubicBezTo>
                <a:lnTo>
                  <a:pt x="48339" y="73155"/>
                </a:lnTo>
                <a:cubicBezTo>
                  <a:pt x="48351" y="73167"/>
                  <a:pt x="48351" y="73174"/>
                  <a:pt x="48348" y="73174"/>
                </a:cubicBezTo>
                <a:cubicBezTo>
                  <a:pt x="48345" y="73174"/>
                  <a:pt x="48339" y="73167"/>
                  <a:pt x="48339" y="73155"/>
                </a:cubicBezTo>
                <a:lnTo>
                  <a:pt x="48339" y="73155"/>
                </a:lnTo>
                <a:cubicBezTo>
                  <a:pt x="48339" y="73155"/>
                  <a:pt x="48339" y="73155"/>
                  <a:pt x="48339" y="73155"/>
                </a:cubicBezTo>
                <a:cubicBezTo>
                  <a:pt x="48488" y="73055"/>
                  <a:pt x="48637" y="72956"/>
                  <a:pt x="48837" y="72831"/>
                </a:cubicBezTo>
                <a:cubicBezTo>
                  <a:pt x="49036" y="72707"/>
                  <a:pt x="49235" y="72557"/>
                  <a:pt x="49459" y="72433"/>
                </a:cubicBezTo>
                <a:cubicBezTo>
                  <a:pt x="49608" y="72333"/>
                  <a:pt x="49782" y="72209"/>
                  <a:pt x="49957" y="72134"/>
                </a:cubicBezTo>
                <a:cubicBezTo>
                  <a:pt x="50131" y="72010"/>
                  <a:pt x="50305" y="71910"/>
                  <a:pt x="50479" y="71786"/>
                </a:cubicBezTo>
                <a:cubicBezTo>
                  <a:pt x="50485" y="71783"/>
                  <a:pt x="50490" y="71779"/>
                  <a:pt x="50495" y="71776"/>
                </a:cubicBezTo>
                <a:close/>
                <a:moveTo>
                  <a:pt x="41170" y="73130"/>
                </a:moveTo>
                <a:lnTo>
                  <a:pt x="41195" y="73155"/>
                </a:lnTo>
                <a:cubicBezTo>
                  <a:pt x="41195" y="73180"/>
                  <a:pt x="41170" y="73180"/>
                  <a:pt x="41170" y="73205"/>
                </a:cubicBezTo>
                <a:cubicBezTo>
                  <a:pt x="41145" y="73180"/>
                  <a:pt x="41145" y="73155"/>
                  <a:pt x="41120" y="73130"/>
                </a:cubicBezTo>
                <a:close/>
                <a:moveTo>
                  <a:pt x="46596" y="72582"/>
                </a:moveTo>
                <a:cubicBezTo>
                  <a:pt x="47044" y="72757"/>
                  <a:pt x="47492" y="72956"/>
                  <a:pt x="47916" y="73180"/>
                </a:cubicBezTo>
                <a:cubicBezTo>
                  <a:pt x="47891" y="73180"/>
                  <a:pt x="47891" y="73205"/>
                  <a:pt x="47866" y="73205"/>
                </a:cubicBezTo>
                <a:cubicBezTo>
                  <a:pt x="47468" y="73006"/>
                  <a:pt x="46995" y="72806"/>
                  <a:pt x="46547" y="72657"/>
                </a:cubicBezTo>
                <a:cubicBezTo>
                  <a:pt x="46547" y="72632"/>
                  <a:pt x="46596" y="72632"/>
                  <a:pt x="46596" y="72582"/>
                </a:cubicBezTo>
                <a:close/>
                <a:moveTo>
                  <a:pt x="29247" y="70292"/>
                </a:moveTo>
                <a:cubicBezTo>
                  <a:pt x="29770" y="70292"/>
                  <a:pt x="30318" y="70317"/>
                  <a:pt x="30840" y="70342"/>
                </a:cubicBezTo>
                <a:cubicBezTo>
                  <a:pt x="30965" y="70342"/>
                  <a:pt x="31114" y="70392"/>
                  <a:pt x="31239" y="70392"/>
                </a:cubicBezTo>
                <a:cubicBezTo>
                  <a:pt x="31687" y="70417"/>
                  <a:pt x="32110" y="70467"/>
                  <a:pt x="32558" y="70566"/>
                </a:cubicBezTo>
                <a:cubicBezTo>
                  <a:pt x="32259" y="71039"/>
                  <a:pt x="32035" y="71462"/>
                  <a:pt x="31786" y="71935"/>
                </a:cubicBezTo>
                <a:cubicBezTo>
                  <a:pt x="30069" y="72134"/>
                  <a:pt x="28326" y="72557"/>
                  <a:pt x="26609" y="73254"/>
                </a:cubicBezTo>
                <a:cubicBezTo>
                  <a:pt x="25314" y="72757"/>
                  <a:pt x="24169" y="72060"/>
                  <a:pt x="23248" y="71164"/>
                </a:cubicBezTo>
                <a:cubicBezTo>
                  <a:pt x="23497" y="71089"/>
                  <a:pt x="23721" y="71039"/>
                  <a:pt x="23970" y="70964"/>
                </a:cubicBezTo>
                <a:cubicBezTo>
                  <a:pt x="24020" y="70940"/>
                  <a:pt x="24120" y="70940"/>
                  <a:pt x="24169" y="70915"/>
                </a:cubicBezTo>
                <a:lnTo>
                  <a:pt x="25016" y="70716"/>
                </a:lnTo>
                <a:cubicBezTo>
                  <a:pt x="25115" y="70691"/>
                  <a:pt x="25215" y="70691"/>
                  <a:pt x="25265" y="70666"/>
                </a:cubicBezTo>
                <a:cubicBezTo>
                  <a:pt x="25538" y="70591"/>
                  <a:pt x="25787" y="70566"/>
                  <a:pt x="26086" y="70516"/>
                </a:cubicBezTo>
                <a:cubicBezTo>
                  <a:pt x="26211" y="70467"/>
                  <a:pt x="26285" y="70467"/>
                  <a:pt x="26410" y="70467"/>
                </a:cubicBezTo>
                <a:cubicBezTo>
                  <a:pt x="26659" y="70442"/>
                  <a:pt x="26907" y="70417"/>
                  <a:pt x="27131" y="70392"/>
                </a:cubicBezTo>
                <a:cubicBezTo>
                  <a:pt x="27281" y="70342"/>
                  <a:pt x="27480" y="70342"/>
                  <a:pt x="27629" y="70342"/>
                </a:cubicBezTo>
                <a:cubicBezTo>
                  <a:pt x="27828" y="70342"/>
                  <a:pt x="28003" y="70317"/>
                  <a:pt x="28202" y="70317"/>
                </a:cubicBezTo>
                <a:cubicBezTo>
                  <a:pt x="28525" y="70292"/>
                  <a:pt x="28874" y="70292"/>
                  <a:pt x="29222" y="70292"/>
                </a:cubicBezTo>
                <a:close/>
                <a:moveTo>
                  <a:pt x="38557" y="73180"/>
                </a:moveTo>
                <a:lnTo>
                  <a:pt x="38557" y="73180"/>
                </a:lnTo>
                <a:cubicBezTo>
                  <a:pt x="38532" y="73205"/>
                  <a:pt x="38457" y="73254"/>
                  <a:pt x="38432" y="73279"/>
                </a:cubicBezTo>
                <a:cubicBezTo>
                  <a:pt x="38398" y="73296"/>
                  <a:pt x="38340" y="73302"/>
                  <a:pt x="38283" y="73311"/>
                </a:cubicBezTo>
                <a:lnTo>
                  <a:pt x="38283" y="73311"/>
                </a:lnTo>
                <a:cubicBezTo>
                  <a:pt x="38312" y="73299"/>
                  <a:pt x="38344" y="73280"/>
                  <a:pt x="38382" y="73254"/>
                </a:cubicBezTo>
                <a:cubicBezTo>
                  <a:pt x="38432" y="73205"/>
                  <a:pt x="38507" y="73205"/>
                  <a:pt x="38557" y="73180"/>
                </a:cubicBezTo>
                <a:close/>
                <a:moveTo>
                  <a:pt x="48214" y="73304"/>
                </a:moveTo>
                <a:cubicBezTo>
                  <a:pt x="48187" y="73304"/>
                  <a:pt x="48174" y="73312"/>
                  <a:pt x="48165" y="73319"/>
                </a:cubicBezTo>
                <a:lnTo>
                  <a:pt x="48165" y="73319"/>
                </a:lnTo>
                <a:cubicBezTo>
                  <a:pt x="48166" y="73304"/>
                  <a:pt x="48173" y="73304"/>
                  <a:pt x="48214" y="73304"/>
                </a:cubicBezTo>
                <a:close/>
                <a:moveTo>
                  <a:pt x="39253" y="73254"/>
                </a:moveTo>
                <a:cubicBezTo>
                  <a:pt x="39278" y="73254"/>
                  <a:pt x="39278" y="73254"/>
                  <a:pt x="39278" y="73279"/>
                </a:cubicBezTo>
                <a:cubicBezTo>
                  <a:pt x="39303" y="73304"/>
                  <a:pt x="39328" y="73304"/>
                  <a:pt x="39378" y="73329"/>
                </a:cubicBezTo>
                <a:cubicBezTo>
                  <a:pt x="39303" y="73304"/>
                  <a:pt x="39278" y="73304"/>
                  <a:pt x="39204" y="73279"/>
                </a:cubicBezTo>
                <a:cubicBezTo>
                  <a:pt x="39253" y="73279"/>
                  <a:pt x="39253" y="73279"/>
                  <a:pt x="39253" y="73254"/>
                </a:cubicBezTo>
                <a:close/>
                <a:moveTo>
                  <a:pt x="48140" y="73304"/>
                </a:moveTo>
                <a:cubicBezTo>
                  <a:pt x="48140" y="73304"/>
                  <a:pt x="48158" y="73304"/>
                  <a:pt x="48163" y="73320"/>
                </a:cubicBezTo>
                <a:lnTo>
                  <a:pt x="48163" y="73320"/>
                </a:lnTo>
                <a:cubicBezTo>
                  <a:pt x="48156" y="73325"/>
                  <a:pt x="48150" y="73329"/>
                  <a:pt x="48140" y="73329"/>
                </a:cubicBezTo>
                <a:lnTo>
                  <a:pt x="48090" y="73329"/>
                </a:lnTo>
                <a:cubicBezTo>
                  <a:pt x="48115" y="73329"/>
                  <a:pt x="48115" y="73304"/>
                  <a:pt x="48140" y="73304"/>
                </a:cubicBezTo>
                <a:close/>
                <a:moveTo>
                  <a:pt x="23074" y="71213"/>
                </a:moveTo>
                <a:cubicBezTo>
                  <a:pt x="23995" y="72134"/>
                  <a:pt x="25090" y="72831"/>
                  <a:pt x="26385" y="73329"/>
                </a:cubicBezTo>
                <a:cubicBezTo>
                  <a:pt x="26360" y="73329"/>
                  <a:pt x="26335" y="73379"/>
                  <a:pt x="26285" y="73379"/>
                </a:cubicBezTo>
                <a:cubicBezTo>
                  <a:pt x="25033" y="72888"/>
                  <a:pt x="23926" y="72154"/>
                  <a:pt x="23012" y="71251"/>
                </a:cubicBezTo>
                <a:lnTo>
                  <a:pt x="23012" y="71251"/>
                </a:lnTo>
                <a:cubicBezTo>
                  <a:pt x="23013" y="71251"/>
                  <a:pt x="23014" y="71251"/>
                  <a:pt x="23015" y="71251"/>
                </a:cubicBezTo>
                <a:cubicBezTo>
                  <a:pt x="23031" y="71251"/>
                  <a:pt x="23049" y="71238"/>
                  <a:pt x="23074" y="71213"/>
                </a:cubicBezTo>
                <a:close/>
                <a:moveTo>
                  <a:pt x="31711" y="72134"/>
                </a:moveTo>
                <a:cubicBezTo>
                  <a:pt x="31711" y="72159"/>
                  <a:pt x="31687" y="72159"/>
                  <a:pt x="31687" y="72184"/>
                </a:cubicBezTo>
                <a:cubicBezTo>
                  <a:pt x="30094" y="72333"/>
                  <a:pt x="28550" y="72757"/>
                  <a:pt x="27007" y="73379"/>
                </a:cubicBezTo>
                <a:cubicBezTo>
                  <a:pt x="26982" y="73379"/>
                  <a:pt x="26957" y="73329"/>
                  <a:pt x="26907" y="73329"/>
                </a:cubicBezTo>
                <a:cubicBezTo>
                  <a:pt x="28476" y="72707"/>
                  <a:pt x="30069" y="72309"/>
                  <a:pt x="31711" y="72134"/>
                </a:cubicBezTo>
                <a:close/>
                <a:moveTo>
                  <a:pt x="41319" y="73304"/>
                </a:moveTo>
                <a:cubicBezTo>
                  <a:pt x="41369" y="73329"/>
                  <a:pt x="41369" y="73329"/>
                  <a:pt x="41369" y="73379"/>
                </a:cubicBezTo>
                <a:cubicBezTo>
                  <a:pt x="41369" y="73404"/>
                  <a:pt x="41319" y="73404"/>
                  <a:pt x="41319" y="73429"/>
                </a:cubicBezTo>
                <a:lnTo>
                  <a:pt x="41319" y="73404"/>
                </a:lnTo>
                <a:lnTo>
                  <a:pt x="41295" y="73379"/>
                </a:lnTo>
                <a:cubicBezTo>
                  <a:pt x="41295" y="73329"/>
                  <a:pt x="41319" y="73329"/>
                  <a:pt x="41319" y="73304"/>
                </a:cubicBezTo>
                <a:close/>
                <a:moveTo>
                  <a:pt x="40896" y="73130"/>
                </a:moveTo>
                <a:cubicBezTo>
                  <a:pt x="40921" y="73205"/>
                  <a:pt x="40996" y="73304"/>
                  <a:pt x="41046" y="73379"/>
                </a:cubicBezTo>
                <a:cubicBezTo>
                  <a:pt x="41021" y="73404"/>
                  <a:pt x="40996" y="73454"/>
                  <a:pt x="40996" y="73503"/>
                </a:cubicBezTo>
                <a:cubicBezTo>
                  <a:pt x="40921" y="73379"/>
                  <a:pt x="40871" y="73254"/>
                  <a:pt x="40822" y="73130"/>
                </a:cubicBezTo>
                <a:close/>
                <a:moveTo>
                  <a:pt x="26609" y="73454"/>
                </a:moveTo>
                <a:cubicBezTo>
                  <a:pt x="26683" y="73454"/>
                  <a:pt x="26708" y="73454"/>
                  <a:pt x="26708" y="73503"/>
                </a:cubicBezTo>
                <a:cubicBezTo>
                  <a:pt x="26683" y="73503"/>
                  <a:pt x="26634" y="73528"/>
                  <a:pt x="26609" y="73528"/>
                </a:cubicBezTo>
                <a:lnTo>
                  <a:pt x="26584" y="73528"/>
                </a:lnTo>
                <a:cubicBezTo>
                  <a:pt x="26559" y="73528"/>
                  <a:pt x="26559" y="73503"/>
                  <a:pt x="26509" y="73503"/>
                </a:cubicBezTo>
                <a:cubicBezTo>
                  <a:pt x="26559" y="73503"/>
                  <a:pt x="26584" y="73454"/>
                  <a:pt x="26609" y="73454"/>
                </a:cubicBezTo>
                <a:close/>
                <a:moveTo>
                  <a:pt x="40324" y="73155"/>
                </a:moveTo>
                <a:cubicBezTo>
                  <a:pt x="40349" y="73205"/>
                  <a:pt x="40349" y="73254"/>
                  <a:pt x="40398" y="73304"/>
                </a:cubicBezTo>
                <a:lnTo>
                  <a:pt x="40398" y="73329"/>
                </a:lnTo>
                <a:cubicBezTo>
                  <a:pt x="40423" y="73404"/>
                  <a:pt x="40448" y="73503"/>
                  <a:pt x="40498" y="73553"/>
                </a:cubicBezTo>
                <a:lnTo>
                  <a:pt x="40498" y="73578"/>
                </a:lnTo>
                <a:lnTo>
                  <a:pt x="40299" y="73478"/>
                </a:lnTo>
                <a:cubicBezTo>
                  <a:pt x="40150" y="73354"/>
                  <a:pt x="40000" y="73279"/>
                  <a:pt x="39826" y="73155"/>
                </a:cubicBezTo>
                <a:close/>
                <a:moveTo>
                  <a:pt x="45501" y="72508"/>
                </a:moveTo>
                <a:cubicBezTo>
                  <a:pt x="45526" y="72508"/>
                  <a:pt x="45526" y="72508"/>
                  <a:pt x="45551" y="72533"/>
                </a:cubicBezTo>
                <a:cubicBezTo>
                  <a:pt x="45551" y="72831"/>
                  <a:pt x="45551" y="73180"/>
                  <a:pt x="45526" y="73503"/>
                </a:cubicBezTo>
                <a:cubicBezTo>
                  <a:pt x="45506" y="73544"/>
                  <a:pt x="45486" y="73568"/>
                  <a:pt x="45479" y="73615"/>
                </a:cubicBezTo>
                <a:lnTo>
                  <a:pt x="45479" y="73615"/>
                </a:lnTo>
                <a:cubicBezTo>
                  <a:pt x="45503" y="73253"/>
                  <a:pt x="45525" y="72869"/>
                  <a:pt x="45501" y="72508"/>
                </a:cubicBezTo>
                <a:close/>
                <a:moveTo>
                  <a:pt x="41170" y="73553"/>
                </a:moveTo>
                <a:lnTo>
                  <a:pt x="41195" y="73578"/>
                </a:lnTo>
                <a:lnTo>
                  <a:pt x="41120" y="73777"/>
                </a:lnTo>
                <a:lnTo>
                  <a:pt x="41071" y="73752"/>
                </a:lnTo>
                <a:lnTo>
                  <a:pt x="41170" y="73553"/>
                </a:lnTo>
                <a:close/>
                <a:moveTo>
                  <a:pt x="40622" y="73205"/>
                </a:moveTo>
                <a:cubicBezTo>
                  <a:pt x="40647" y="73254"/>
                  <a:pt x="40672" y="73329"/>
                  <a:pt x="40747" y="73429"/>
                </a:cubicBezTo>
                <a:lnTo>
                  <a:pt x="40822" y="73628"/>
                </a:lnTo>
                <a:cubicBezTo>
                  <a:pt x="40871" y="73653"/>
                  <a:pt x="40871" y="73702"/>
                  <a:pt x="40896" y="73752"/>
                </a:cubicBezTo>
                <a:cubicBezTo>
                  <a:pt x="40896" y="73752"/>
                  <a:pt x="40896" y="73777"/>
                  <a:pt x="40871" y="73777"/>
                </a:cubicBezTo>
                <a:lnTo>
                  <a:pt x="40871" y="73802"/>
                </a:lnTo>
                <a:cubicBezTo>
                  <a:pt x="40772" y="73653"/>
                  <a:pt x="40697" y="73503"/>
                  <a:pt x="40622" y="73329"/>
                </a:cubicBezTo>
                <a:cubicBezTo>
                  <a:pt x="40573" y="73279"/>
                  <a:pt x="40573" y="73254"/>
                  <a:pt x="40548" y="73205"/>
                </a:cubicBezTo>
                <a:close/>
                <a:moveTo>
                  <a:pt x="31562" y="72408"/>
                </a:moveTo>
                <a:cubicBezTo>
                  <a:pt x="31239" y="72956"/>
                  <a:pt x="30965" y="73503"/>
                  <a:pt x="30691" y="74051"/>
                </a:cubicBezTo>
                <a:cubicBezTo>
                  <a:pt x="29471" y="74001"/>
                  <a:pt x="28351" y="73777"/>
                  <a:pt x="27306" y="73454"/>
                </a:cubicBezTo>
                <a:cubicBezTo>
                  <a:pt x="28700" y="72931"/>
                  <a:pt x="30118" y="72557"/>
                  <a:pt x="31562" y="72408"/>
                </a:cubicBezTo>
                <a:close/>
                <a:moveTo>
                  <a:pt x="31861" y="72383"/>
                </a:moveTo>
                <a:cubicBezTo>
                  <a:pt x="31562" y="72931"/>
                  <a:pt x="31239" y="73503"/>
                  <a:pt x="30965" y="74051"/>
                </a:cubicBezTo>
                <a:lnTo>
                  <a:pt x="30915" y="74051"/>
                </a:lnTo>
                <a:cubicBezTo>
                  <a:pt x="31189" y="73503"/>
                  <a:pt x="31487" y="72931"/>
                  <a:pt x="31811" y="72383"/>
                </a:cubicBezTo>
                <a:close/>
                <a:moveTo>
                  <a:pt x="33230" y="72321"/>
                </a:moveTo>
                <a:cubicBezTo>
                  <a:pt x="34209" y="72321"/>
                  <a:pt x="35167" y="72414"/>
                  <a:pt x="36092" y="72557"/>
                </a:cubicBezTo>
                <a:cubicBezTo>
                  <a:pt x="36565" y="72707"/>
                  <a:pt x="37088" y="72881"/>
                  <a:pt x="37636" y="72956"/>
                </a:cubicBezTo>
                <a:lnTo>
                  <a:pt x="37710" y="72956"/>
                </a:lnTo>
                <a:cubicBezTo>
                  <a:pt x="37884" y="73006"/>
                  <a:pt x="38034" y="73030"/>
                  <a:pt x="38183" y="73080"/>
                </a:cubicBezTo>
                <a:cubicBezTo>
                  <a:pt x="38208" y="73080"/>
                  <a:pt x="38208" y="73080"/>
                  <a:pt x="38258" y="73130"/>
                </a:cubicBezTo>
                <a:cubicBezTo>
                  <a:pt x="35945" y="73742"/>
                  <a:pt x="33757" y="74086"/>
                  <a:pt x="31748" y="74086"/>
                </a:cubicBezTo>
                <a:cubicBezTo>
                  <a:pt x="31552" y="74086"/>
                  <a:pt x="31357" y="74082"/>
                  <a:pt x="31164" y="74076"/>
                </a:cubicBezTo>
                <a:cubicBezTo>
                  <a:pt x="31463" y="73503"/>
                  <a:pt x="31736" y="72931"/>
                  <a:pt x="32060" y="72383"/>
                </a:cubicBezTo>
                <a:cubicBezTo>
                  <a:pt x="32234" y="72383"/>
                  <a:pt x="32433" y="72333"/>
                  <a:pt x="32608" y="72333"/>
                </a:cubicBezTo>
                <a:cubicBezTo>
                  <a:pt x="32816" y="72325"/>
                  <a:pt x="33023" y="72321"/>
                  <a:pt x="33230" y="72321"/>
                </a:cubicBezTo>
                <a:close/>
                <a:moveTo>
                  <a:pt x="27007" y="73553"/>
                </a:moveTo>
                <a:cubicBezTo>
                  <a:pt x="28102" y="73926"/>
                  <a:pt x="29322" y="74151"/>
                  <a:pt x="30591" y="74200"/>
                </a:cubicBezTo>
                <a:cubicBezTo>
                  <a:pt x="30591" y="74225"/>
                  <a:pt x="30566" y="74225"/>
                  <a:pt x="30566" y="74275"/>
                </a:cubicBezTo>
                <a:cubicBezTo>
                  <a:pt x="29247" y="74175"/>
                  <a:pt x="28003" y="73951"/>
                  <a:pt x="26932" y="73578"/>
                </a:cubicBezTo>
                <a:cubicBezTo>
                  <a:pt x="26957" y="73578"/>
                  <a:pt x="26982" y="73578"/>
                  <a:pt x="27007" y="73553"/>
                </a:cubicBezTo>
                <a:close/>
                <a:moveTo>
                  <a:pt x="30840" y="74250"/>
                </a:moveTo>
                <a:cubicBezTo>
                  <a:pt x="30840" y="74275"/>
                  <a:pt x="30815" y="74275"/>
                  <a:pt x="30815" y="74300"/>
                </a:cubicBezTo>
                <a:lnTo>
                  <a:pt x="30741" y="74300"/>
                </a:lnTo>
                <a:cubicBezTo>
                  <a:pt x="30790" y="74275"/>
                  <a:pt x="30790" y="74275"/>
                  <a:pt x="30790" y="74250"/>
                </a:cubicBezTo>
                <a:close/>
                <a:moveTo>
                  <a:pt x="41369" y="73777"/>
                </a:moveTo>
                <a:cubicBezTo>
                  <a:pt x="41394" y="73827"/>
                  <a:pt x="41444" y="73902"/>
                  <a:pt x="41519" y="73951"/>
                </a:cubicBezTo>
                <a:cubicBezTo>
                  <a:pt x="41618" y="74076"/>
                  <a:pt x="41668" y="74200"/>
                  <a:pt x="41767" y="74300"/>
                </a:cubicBezTo>
                <a:cubicBezTo>
                  <a:pt x="41568" y="74200"/>
                  <a:pt x="41419" y="74126"/>
                  <a:pt x="41270" y="74026"/>
                </a:cubicBezTo>
                <a:cubicBezTo>
                  <a:pt x="41270" y="74001"/>
                  <a:pt x="41245" y="74001"/>
                  <a:pt x="41245" y="73951"/>
                </a:cubicBezTo>
                <a:cubicBezTo>
                  <a:pt x="41270" y="73902"/>
                  <a:pt x="41295" y="73827"/>
                  <a:pt x="41369" y="73777"/>
                </a:cubicBezTo>
                <a:close/>
                <a:moveTo>
                  <a:pt x="37835" y="73404"/>
                </a:moveTo>
                <a:lnTo>
                  <a:pt x="37835" y="73404"/>
                </a:lnTo>
                <a:cubicBezTo>
                  <a:pt x="37785" y="73429"/>
                  <a:pt x="37760" y="73454"/>
                  <a:pt x="37685" y="73503"/>
                </a:cubicBezTo>
                <a:cubicBezTo>
                  <a:pt x="35570" y="74026"/>
                  <a:pt x="33528" y="74325"/>
                  <a:pt x="31662" y="74325"/>
                </a:cubicBezTo>
                <a:cubicBezTo>
                  <a:pt x="31438" y="74325"/>
                  <a:pt x="31239" y="74300"/>
                  <a:pt x="31039" y="74300"/>
                </a:cubicBezTo>
                <a:cubicBezTo>
                  <a:pt x="31039" y="74275"/>
                  <a:pt x="31064" y="74275"/>
                  <a:pt x="31064" y="74250"/>
                </a:cubicBezTo>
                <a:cubicBezTo>
                  <a:pt x="31225" y="74254"/>
                  <a:pt x="31386" y="74256"/>
                  <a:pt x="31548" y="74256"/>
                </a:cubicBezTo>
                <a:cubicBezTo>
                  <a:pt x="33503" y="74256"/>
                  <a:pt x="35605" y="73978"/>
                  <a:pt x="37835" y="73404"/>
                </a:cubicBezTo>
                <a:close/>
                <a:moveTo>
                  <a:pt x="46497" y="72806"/>
                </a:moveTo>
                <a:cubicBezTo>
                  <a:pt x="46895" y="72956"/>
                  <a:pt x="47293" y="73130"/>
                  <a:pt x="47716" y="73329"/>
                </a:cubicBezTo>
                <a:cubicBezTo>
                  <a:pt x="47667" y="73379"/>
                  <a:pt x="47642" y="73379"/>
                  <a:pt x="47617" y="73404"/>
                </a:cubicBezTo>
                <a:cubicBezTo>
                  <a:pt x="46995" y="73777"/>
                  <a:pt x="46372" y="74151"/>
                  <a:pt x="45725" y="74499"/>
                </a:cubicBezTo>
                <a:cubicBezTo>
                  <a:pt x="45974" y="73902"/>
                  <a:pt x="46223" y="73404"/>
                  <a:pt x="46497" y="72806"/>
                </a:cubicBezTo>
                <a:close/>
                <a:moveTo>
                  <a:pt x="41494" y="73503"/>
                </a:moveTo>
                <a:cubicBezTo>
                  <a:pt x="41519" y="73528"/>
                  <a:pt x="41543" y="73553"/>
                  <a:pt x="41543" y="73578"/>
                </a:cubicBezTo>
                <a:cubicBezTo>
                  <a:pt x="41743" y="73877"/>
                  <a:pt x="41917" y="74126"/>
                  <a:pt x="42116" y="74399"/>
                </a:cubicBezTo>
                <a:cubicBezTo>
                  <a:pt x="42166" y="74499"/>
                  <a:pt x="42191" y="74549"/>
                  <a:pt x="42265" y="74648"/>
                </a:cubicBezTo>
                <a:cubicBezTo>
                  <a:pt x="42240" y="74623"/>
                  <a:pt x="42191" y="74574"/>
                  <a:pt x="42141" y="74549"/>
                </a:cubicBezTo>
                <a:cubicBezTo>
                  <a:pt x="41942" y="74250"/>
                  <a:pt x="41743" y="73951"/>
                  <a:pt x="41519" y="73653"/>
                </a:cubicBezTo>
                <a:cubicBezTo>
                  <a:pt x="41494" y="73628"/>
                  <a:pt x="41494" y="73578"/>
                  <a:pt x="41444" y="73553"/>
                </a:cubicBezTo>
                <a:cubicBezTo>
                  <a:pt x="41444" y="73528"/>
                  <a:pt x="41494" y="73528"/>
                  <a:pt x="41494" y="73503"/>
                </a:cubicBezTo>
                <a:close/>
                <a:moveTo>
                  <a:pt x="47916" y="73454"/>
                </a:moveTo>
                <a:cubicBezTo>
                  <a:pt x="47866" y="73503"/>
                  <a:pt x="47816" y="73528"/>
                  <a:pt x="47766" y="73553"/>
                </a:cubicBezTo>
                <a:cubicBezTo>
                  <a:pt x="47069" y="73951"/>
                  <a:pt x="46372" y="74399"/>
                  <a:pt x="45675" y="74773"/>
                </a:cubicBezTo>
                <a:cubicBezTo>
                  <a:pt x="45655" y="74793"/>
                  <a:pt x="45634" y="74797"/>
                  <a:pt x="45600" y="74811"/>
                </a:cubicBezTo>
                <a:lnTo>
                  <a:pt x="45600" y="74811"/>
                </a:lnTo>
                <a:cubicBezTo>
                  <a:pt x="45601" y="74808"/>
                  <a:pt x="45601" y="74803"/>
                  <a:pt x="45601" y="74798"/>
                </a:cubicBezTo>
                <a:lnTo>
                  <a:pt x="45601" y="74773"/>
                </a:lnTo>
                <a:cubicBezTo>
                  <a:pt x="45899" y="74574"/>
                  <a:pt x="46223" y="74399"/>
                  <a:pt x="46522" y="74250"/>
                </a:cubicBezTo>
                <a:cubicBezTo>
                  <a:pt x="46895" y="74026"/>
                  <a:pt x="47293" y="73802"/>
                  <a:pt x="47667" y="73553"/>
                </a:cubicBezTo>
                <a:lnTo>
                  <a:pt x="47866" y="73454"/>
                </a:lnTo>
                <a:close/>
                <a:moveTo>
                  <a:pt x="41519" y="74375"/>
                </a:moveTo>
                <a:lnTo>
                  <a:pt x="41519" y="74375"/>
                </a:lnTo>
                <a:cubicBezTo>
                  <a:pt x="41668" y="74449"/>
                  <a:pt x="41817" y="74549"/>
                  <a:pt x="41991" y="74673"/>
                </a:cubicBezTo>
                <a:cubicBezTo>
                  <a:pt x="42016" y="74748"/>
                  <a:pt x="42041" y="74773"/>
                  <a:pt x="42066" y="74823"/>
                </a:cubicBezTo>
                <a:cubicBezTo>
                  <a:pt x="41917" y="74748"/>
                  <a:pt x="41792" y="74623"/>
                  <a:pt x="41643" y="74524"/>
                </a:cubicBezTo>
                <a:cubicBezTo>
                  <a:pt x="41568" y="74449"/>
                  <a:pt x="41543" y="74424"/>
                  <a:pt x="41519" y="74375"/>
                </a:cubicBezTo>
                <a:close/>
                <a:moveTo>
                  <a:pt x="45544" y="74860"/>
                </a:moveTo>
                <a:cubicBezTo>
                  <a:pt x="45539" y="74867"/>
                  <a:pt x="45534" y="74872"/>
                  <a:pt x="45526" y="74872"/>
                </a:cubicBezTo>
                <a:cubicBezTo>
                  <a:pt x="45532" y="74868"/>
                  <a:pt x="45538" y="74864"/>
                  <a:pt x="45544" y="74860"/>
                </a:cubicBezTo>
                <a:close/>
                <a:moveTo>
                  <a:pt x="41519" y="74773"/>
                </a:moveTo>
                <a:lnTo>
                  <a:pt x="41693" y="74947"/>
                </a:lnTo>
                <a:cubicBezTo>
                  <a:pt x="41743" y="74997"/>
                  <a:pt x="41792" y="75047"/>
                  <a:pt x="41867" y="75071"/>
                </a:cubicBezTo>
                <a:lnTo>
                  <a:pt x="41817" y="75121"/>
                </a:lnTo>
                <a:cubicBezTo>
                  <a:pt x="41767" y="75047"/>
                  <a:pt x="41743" y="74997"/>
                  <a:pt x="41668" y="74947"/>
                </a:cubicBezTo>
                <a:cubicBezTo>
                  <a:pt x="41618" y="74897"/>
                  <a:pt x="41543" y="74823"/>
                  <a:pt x="41519" y="74773"/>
                </a:cubicBezTo>
                <a:close/>
                <a:moveTo>
                  <a:pt x="42415" y="74997"/>
                </a:moveTo>
                <a:lnTo>
                  <a:pt x="42415" y="74997"/>
                </a:lnTo>
                <a:cubicBezTo>
                  <a:pt x="42440" y="75022"/>
                  <a:pt x="42489" y="75022"/>
                  <a:pt x="42514" y="75047"/>
                </a:cubicBezTo>
                <a:cubicBezTo>
                  <a:pt x="42539" y="75071"/>
                  <a:pt x="42564" y="75146"/>
                  <a:pt x="42564" y="75171"/>
                </a:cubicBezTo>
                <a:cubicBezTo>
                  <a:pt x="42539" y="75146"/>
                  <a:pt x="42514" y="75146"/>
                  <a:pt x="42489" y="75121"/>
                </a:cubicBezTo>
                <a:cubicBezTo>
                  <a:pt x="42440" y="75071"/>
                  <a:pt x="42415" y="75022"/>
                  <a:pt x="42415" y="74997"/>
                </a:cubicBezTo>
                <a:close/>
                <a:moveTo>
                  <a:pt x="45128" y="72433"/>
                </a:moveTo>
                <a:cubicBezTo>
                  <a:pt x="45178" y="72433"/>
                  <a:pt x="45252" y="72458"/>
                  <a:pt x="45302" y="72458"/>
                </a:cubicBezTo>
                <a:cubicBezTo>
                  <a:pt x="45327" y="73055"/>
                  <a:pt x="45302" y="73653"/>
                  <a:pt x="45202" y="74200"/>
                </a:cubicBezTo>
                <a:cubicBezTo>
                  <a:pt x="45078" y="74449"/>
                  <a:pt x="45003" y="74698"/>
                  <a:pt x="44879" y="74997"/>
                </a:cubicBezTo>
                <a:cubicBezTo>
                  <a:pt x="44729" y="75022"/>
                  <a:pt x="44605" y="75071"/>
                  <a:pt x="44481" y="75171"/>
                </a:cubicBezTo>
                <a:cubicBezTo>
                  <a:pt x="44605" y="74275"/>
                  <a:pt x="44804" y="73379"/>
                  <a:pt x="45103" y="72433"/>
                </a:cubicBezTo>
                <a:close/>
                <a:moveTo>
                  <a:pt x="44729" y="75246"/>
                </a:moveTo>
                <a:cubicBezTo>
                  <a:pt x="44729" y="75246"/>
                  <a:pt x="44729" y="75270"/>
                  <a:pt x="44681" y="75271"/>
                </a:cubicBezTo>
                <a:lnTo>
                  <a:pt x="44681" y="75271"/>
                </a:lnTo>
                <a:cubicBezTo>
                  <a:pt x="44698" y="75262"/>
                  <a:pt x="44714" y="75253"/>
                  <a:pt x="44729" y="75246"/>
                </a:cubicBezTo>
                <a:close/>
                <a:moveTo>
                  <a:pt x="44868" y="72496"/>
                </a:moveTo>
                <a:cubicBezTo>
                  <a:pt x="44599" y="73453"/>
                  <a:pt x="44379" y="74386"/>
                  <a:pt x="44257" y="75271"/>
                </a:cubicBezTo>
                <a:cubicBezTo>
                  <a:pt x="44232" y="75271"/>
                  <a:pt x="44232" y="75295"/>
                  <a:pt x="44182" y="75295"/>
                </a:cubicBezTo>
                <a:cubicBezTo>
                  <a:pt x="44306" y="74399"/>
                  <a:pt x="44530" y="73454"/>
                  <a:pt x="44804" y="72508"/>
                </a:cubicBezTo>
                <a:cubicBezTo>
                  <a:pt x="44835" y="72508"/>
                  <a:pt x="44857" y="72508"/>
                  <a:pt x="44868" y="72496"/>
                </a:cubicBezTo>
                <a:close/>
                <a:moveTo>
                  <a:pt x="42198" y="75129"/>
                </a:moveTo>
                <a:cubicBezTo>
                  <a:pt x="42249" y="75166"/>
                  <a:pt x="42313" y="75194"/>
                  <a:pt x="42365" y="75246"/>
                </a:cubicBezTo>
                <a:cubicBezTo>
                  <a:pt x="42390" y="75271"/>
                  <a:pt x="42390" y="75295"/>
                  <a:pt x="42415" y="75320"/>
                </a:cubicBezTo>
                <a:cubicBezTo>
                  <a:pt x="42315" y="75271"/>
                  <a:pt x="42265" y="75246"/>
                  <a:pt x="42240" y="75171"/>
                </a:cubicBezTo>
                <a:lnTo>
                  <a:pt x="42198" y="75129"/>
                </a:lnTo>
                <a:close/>
                <a:moveTo>
                  <a:pt x="3161" y="63298"/>
                </a:moveTo>
                <a:lnTo>
                  <a:pt x="3161" y="63422"/>
                </a:lnTo>
                <a:cubicBezTo>
                  <a:pt x="2664" y="65364"/>
                  <a:pt x="2290" y="67305"/>
                  <a:pt x="2066" y="69147"/>
                </a:cubicBezTo>
                <a:cubicBezTo>
                  <a:pt x="1469" y="71263"/>
                  <a:pt x="996" y="73379"/>
                  <a:pt x="697" y="75395"/>
                </a:cubicBezTo>
                <a:cubicBezTo>
                  <a:pt x="797" y="74175"/>
                  <a:pt x="946" y="72906"/>
                  <a:pt x="1170" y="71562"/>
                </a:cubicBezTo>
                <a:cubicBezTo>
                  <a:pt x="1618" y="68824"/>
                  <a:pt x="2290" y="66061"/>
                  <a:pt x="3161" y="63298"/>
                </a:cubicBezTo>
                <a:close/>
                <a:moveTo>
                  <a:pt x="9683" y="71188"/>
                </a:moveTo>
                <a:cubicBezTo>
                  <a:pt x="9708" y="71263"/>
                  <a:pt x="9708" y="71313"/>
                  <a:pt x="9757" y="71388"/>
                </a:cubicBezTo>
                <a:cubicBezTo>
                  <a:pt x="9807" y="71587"/>
                  <a:pt x="9882" y="71786"/>
                  <a:pt x="9932" y="71960"/>
                </a:cubicBezTo>
                <a:cubicBezTo>
                  <a:pt x="9957" y="72060"/>
                  <a:pt x="10006" y="72159"/>
                  <a:pt x="10031" y="72209"/>
                </a:cubicBezTo>
                <a:cubicBezTo>
                  <a:pt x="10056" y="72309"/>
                  <a:pt x="10081" y="72408"/>
                  <a:pt x="10131" y="72458"/>
                </a:cubicBezTo>
                <a:cubicBezTo>
                  <a:pt x="10181" y="72657"/>
                  <a:pt x="10280" y="72831"/>
                  <a:pt x="10330" y="73030"/>
                </a:cubicBezTo>
                <a:cubicBezTo>
                  <a:pt x="10380" y="73130"/>
                  <a:pt x="10430" y="73254"/>
                  <a:pt x="10454" y="73329"/>
                </a:cubicBezTo>
                <a:cubicBezTo>
                  <a:pt x="10454" y="73379"/>
                  <a:pt x="10504" y="73404"/>
                  <a:pt x="10504" y="73429"/>
                </a:cubicBezTo>
                <a:cubicBezTo>
                  <a:pt x="10529" y="73528"/>
                  <a:pt x="10579" y="73578"/>
                  <a:pt x="10629" y="73678"/>
                </a:cubicBezTo>
                <a:lnTo>
                  <a:pt x="10902" y="74250"/>
                </a:lnTo>
                <a:lnTo>
                  <a:pt x="11002" y="74424"/>
                </a:lnTo>
                <a:cubicBezTo>
                  <a:pt x="11052" y="74549"/>
                  <a:pt x="11126" y="74648"/>
                  <a:pt x="11176" y="74773"/>
                </a:cubicBezTo>
                <a:cubicBezTo>
                  <a:pt x="11251" y="74897"/>
                  <a:pt x="11326" y="75022"/>
                  <a:pt x="11400" y="75121"/>
                </a:cubicBezTo>
                <a:cubicBezTo>
                  <a:pt x="11450" y="75196"/>
                  <a:pt x="11525" y="75320"/>
                  <a:pt x="11624" y="75420"/>
                </a:cubicBezTo>
                <a:lnTo>
                  <a:pt x="11649" y="75445"/>
                </a:lnTo>
                <a:cubicBezTo>
                  <a:pt x="10380" y="74549"/>
                  <a:pt x="9210" y="73553"/>
                  <a:pt x="8164" y="72508"/>
                </a:cubicBezTo>
                <a:cubicBezTo>
                  <a:pt x="8214" y="72508"/>
                  <a:pt x="8264" y="72408"/>
                  <a:pt x="8289" y="72309"/>
                </a:cubicBezTo>
                <a:cubicBezTo>
                  <a:pt x="8388" y="72209"/>
                  <a:pt x="8463" y="72159"/>
                  <a:pt x="8563" y="72060"/>
                </a:cubicBezTo>
                <a:cubicBezTo>
                  <a:pt x="8687" y="71960"/>
                  <a:pt x="8812" y="71885"/>
                  <a:pt x="8936" y="71736"/>
                </a:cubicBezTo>
                <a:cubicBezTo>
                  <a:pt x="9085" y="71612"/>
                  <a:pt x="9210" y="71537"/>
                  <a:pt x="9384" y="71413"/>
                </a:cubicBezTo>
                <a:cubicBezTo>
                  <a:pt x="9459" y="71338"/>
                  <a:pt x="9558" y="71263"/>
                  <a:pt x="9683" y="71188"/>
                </a:cubicBezTo>
                <a:close/>
                <a:moveTo>
                  <a:pt x="44680" y="75271"/>
                </a:moveTo>
                <a:lnTo>
                  <a:pt x="44680" y="75295"/>
                </a:lnTo>
                <a:lnTo>
                  <a:pt x="44406" y="75495"/>
                </a:lnTo>
                <a:lnTo>
                  <a:pt x="44406" y="75445"/>
                </a:lnTo>
                <a:lnTo>
                  <a:pt x="44406" y="75420"/>
                </a:lnTo>
                <a:cubicBezTo>
                  <a:pt x="44489" y="75378"/>
                  <a:pt x="44591" y="75319"/>
                  <a:pt x="44680" y="75271"/>
                </a:cubicBezTo>
                <a:close/>
                <a:moveTo>
                  <a:pt x="41917" y="75271"/>
                </a:moveTo>
                <a:cubicBezTo>
                  <a:pt x="42016" y="75271"/>
                  <a:pt x="42041" y="75295"/>
                  <a:pt x="42066" y="75370"/>
                </a:cubicBezTo>
                <a:cubicBezTo>
                  <a:pt x="42116" y="75395"/>
                  <a:pt x="42116" y="75395"/>
                  <a:pt x="42116" y="75420"/>
                </a:cubicBezTo>
                <a:cubicBezTo>
                  <a:pt x="42166" y="75470"/>
                  <a:pt x="42191" y="75544"/>
                  <a:pt x="42265" y="75619"/>
                </a:cubicBezTo>
                <a:cubicBezTo>
                  <a:pt x="42191" y="75569"/>
                  <a:pt x="42166" y="75520"/>
                  <a:pt x="42116" y="75445"/>
                </a:cubicBezTo>
                <a:lnTo>
                  <a:pt x="42041" y="75395"/>
                </a:lnTo>
                <a:lnTo>
                  <a:pt x="41917" y="75271"/>
                </a:lnTo>
                <a:close/>
                <a:moveTo>
                  <a:pt x="44232" y="75520"/>
                </a:moveTo>
                <a:lnTo>
                  <a:pt x="44232" y="75544"/>
                </a:lnTo>
                <a:lnTo>
                  <a:pt x="44232" y="75569"/>
                </a:lnTo>
                <a:cubicBezTo>
                  <a:pt x="44182" y="75569"/>
                  <a:pt x="44157" y="75619"/>
                  <a:pt x="44157" y="75619"/>
                </a:cubicBezTo>
                <a:lnTo>
                  <a:pt x="44157" y="75569"/>
                </a:lnTo>
                <a:lnTo>
                  <a:pt x="44157" y="75544"/>
                </a:lnTo>
                <a:cubicBezTo>
                  <a:pt x="44182" y="75544"/>
                  <a:pt x="44182" y="75520"/>
                  <a:pt x="44232" y="75520"/>
                </a:cubicBezTo>
                <a:close/>
                <a:moveTo>
                  <a:pt x="44630" y="72533"/>
                </a:moveTo>
                <a:cubicBezTo>
                  <a:pt x="44331" y="73528"/>
                  <a:pt x="44132" y="74449"/>
                  <a:pt x="44008" y="75395"/>
                </a:cubicBezTo>
                <a:cubicBezTo>
                  <a:pt x="43858" y="75495"/>
                  <a:pt x="43684" y="75569"/>
                  <a:pt x="43535" y="75644"/>
                </a:cubicBezTo>
                <a:cubicBezTo>
                  <a:pt x="43261" y="75395"/>
                  <a:pt x="42987" y="75171"/>
                  <a:pt x="42664" y="74922"/>
                </a:cubicBezTo>
                <a:cubicBezTo>
                  <a:pt x="42614" y="74823"/>
                  <a:pt x="42564" y="74773"/>
                  <a:pt x="42514" y="74673"/>
                </a:cubicBezTo>
                <a:cubicBezTo>
                  <a:pt x="42440" y="74549"/>
                  <a:pt x="42365" y="74449"/>
                  <a:pt x="42290" y="74325"/>
                </a:cubicBezTo>
                <a:lnTo>
                  <a:pt x="41743" y="73503"/>
                </a:lnTo>
                <a:cubicBezTo>
                  <a:pt x="41668" y="73429"/>
                  <a:pt x="41643" y="73379"/>
                  <a:pt x="41593" y="73304"/>
                </a:cubicBezTo>
                <a:cubicBezTo>
                  <a:pt x="41668" y="73205"/>
                  <a:pt x="41693" y="73130"/>
                  <a:pt x="41767" y="73055"/>
                </a:cubicBezTo>
                <a:cubicBezTo>
                  <a:pt x="42688" y="72956"/>
                  <a:pt x="43659" y="72782"/>
                  <a:pt x="44630" y="72533"/>
                </a:cubicBezTo>
                <a:close/>
                <a:moveTo>
                  <a:pt x="42688" y="75520"/>
                </a:moveTo>
                <a:lnTo>
                  <a:pt x="42788" y="75619"/>
                </a:lnTo>
                <a:cubicBezTo>
                  <a:pt x="42805" y="75636"/>
                  <a:pt x="42822" y="75664"/>
                  <a:pt x="42831" y="75696"/>
                </a:cubicBezTo>
                <a:lnTo>
                  <a:pt x="42831" y="75696"/>
                </a:lnTo>
                <a:cubicBezTo>
                  <a:pt x="42818" y="75687"/>
                  <a:pt x="42800" y="75681"/>
                  <a:pt x="42788" y="75669"/>
                </a:cubicBezTo>
                <a:cubicBezTo>
                  <a:pt x="42763" y="75619"/>
                  <a:pt x="42738" y="75569"/>
                  <a:pt x="42688" y="75520"/>
                </a:cubicBezTo>
                <a:close/>
                <a:moveTo>
                  <a:pt x="57075" y="67206"/>
                </a:moveTo>
                <a:cubicBezTo>
                  <a:pt x="57100" y="67231"/>
                  <a:pt x="57125" y="67256"/>
                  <a:pt x="57200" y="67305"/>
                </a:cubicBezTo>
                <a:cubicBezTo>
                  <a:pt x="57324" y="67355"/>
                  <a:pt x="57424" y="67455"/>
                  <a:pt x="57548" y="67530"/>
                </a:cubicBezTo>
                <a:cubicBezTo>
                  <a:pt x="57623" y="67579"/>
                  <a:pt x="57723" y="67654"/>
                  <a:pt x="57822" y="67729"/>
                </a:cubicBezTo>
                <a:cubicBezTo>
                  <a:pt x="57922" y="67803"/>
                  <a:pt x="57972" y="67853"/>
                  <a:pt x="58071" y="67928"/>
                </a:cubicBezTo>
                <a:cubicBezTo>
                  <a:pt x="58196" y="68002"/>
                  <a:pt x="58320" y="68102"/>
                  <a:pt x="58469" y="68226"/>
                </a:cubicBezTo>
                <a:cubicBezTo>
                  <a:pt x="58494" y="68251"/>
                  <a:pt x="58544" y="68301"/>
                  <a:pt x="58594" y="68326"/>
                </a:cubicBezTo>
                <a:cubicBezTo>
                  <a:pt x="59440" y="68998"/>
                  <a:pt x="60361" y="69819"/>
                  <a:pt x="61307" y="70765"/>
                </a:cubicBezTo>
                <a:cubicBezTo>
                  <a:pt x="61431" y="70890"/>
                  <a:pt x="61556" y="70964"/>
                  <a:pt x="61680" y="71089"/>
                </a:cubicBezTo>
                <a:lnTo>
                  <a:pt x="61879" y="71313"/>
                </a:lnTo>
                <a:lnTo>
                  <a:pt x="62303" y="71711"/>
                </a:lnTo>
                <a:cubicBezTo>
                  <a:pt x="62128" y="71811"/>
                  <a:pt x="61979" y="71935"/>
                  <a:pt x="61830" y="72035"/>
                </a:cubicBezTo>
                <a:cubicBezTo>
                  <a:pt x="61705" y="72134"/>
                  <a:pt x="61581" y="72184"/>
                  <a:pt x="61456" y="72284"/>
                </a:cubicBezTo>
                <a:cubicBezTo>
                  <a:pt x="61257" y="72408"/>
                  <a:pt x="61083" y="72533"/>
                  <a:pt x="60859" y="72657"/>
                </a:cubicBezTo>
                <a:lnTo>
                  <a:pt x="60585" y="72831"/>
                </a:lnTo>
                <a:cubicBezTo>
                  <a:pt x="60560" y="72856"/>
                  <a:pt x="60535" y="72906"/>
                  <a:pt x="60461" y="72906"/>
                </a:cubicBezTo>
                <a:cubicBezTo>
                  <a:pt x="60286" y="73030"/>
                  <a:pt x="60087" y="73105"/>
                  <a:pt x="59913" y="73230"/>
                </a:cubicBezTo>
                <a:cubicBezTo>
                  <a:pt x="59814" y="73304"/>
                  <a:pt x="59714" y="73354"/>
                  <a:pt x="59614" y="73404"/>
                </a:cubicBezTo>
                <a:cubicBezTo>
                  <a:pt x="59589" y="73429"/>
                  <a:pt x="59540" y="73454"/>
                  <a:pt x="59490" y="73478"/>
                </a:cubicBezTo>
                <a:cubicBezTo>
                  <a:pt x="59341" y="73578"/>
                  <a:pt x="59166" y="73678"/>
                  <a:pt x="58992" y="73777"/>
                </a:cubicBezTo>
                <a:cubicBezTo>
                  <a:pt x="58942" y="73802"/>
                  <a:pt x="58843" y="73877"/>
                  <a:pt x="58793" y="73902"/>
                </a:cubicBezTo>
                <a:cubicBezTo>
                  <a:pt x="58718" y="73926"/>
                  <a:pt x="58619" y="74001"/>
                  <a:pt x="58569" y="74026"/>
                </a:cubicBezTo>
                <a:cubicBezTo>
                  <a:pt x="58420" y="74126"/>
                  <a:pt x="58245" y="74175"/>
                  <a:pt x="58096" y="74275"/>
                </a:cubicBezTo>
                <a:cubicBezTo>
                  <a:pt x="57947" y="74375"/>
                  <a:pt x="57797" y="74424"/>
                  <a:pt x="57623" y="74524"/>
                </a:cubicBezTo>
                <a:cubicBezTo>
                  <a:pt x="57474" y="74574"/>
                  <a:pt x="57349" y="74673"/>
                  <a:pt x="57200" y="74748"/>
                </a:cubicBezTo>
                <a:cubicBezTo>
                  <a:pt x="57175" y="74773"/>
                  <a:pt x="57125" y="74773"/>
                  <a:pt x="57100" y="74798"/>
                </a:cubicBezTo>
                <a:cubicBezTo>
                  <a:pt x="56976" y="74847"/>
                  <a:pt x="56827" y="74922"/>
                  <a:pt x="56702" y="74997"/>
                </a:cubicBezTo>
                <a:cubicBezTo>
                  <a:pt x="56578" y="75047"/>
                  <a:pt x="56428" y="75121"/>
                  <a:pt x="56304" y="75171"/>
                </a:cubicBezTo>
                <a:cubicBezTo>
                  <a:pt x="56105" y="75271"/>
                  <a:pt x="55955" y="75320"/>
                  <a:pt x="55756" y="75420"/>
                </a:cubicBezTo>
                <a:cubicBezTo>
                  <a:pt x="55632" y="75470"/>
                  <a:pt x="55507" y="75520"/>
                  <a:pt x="55383" y="75569"/>
                </a:cubicBezTo>
                <a:cubicBezTo>
                  <a:pt x="55258" y="75644"/>
                  <a:pt x="55134" y="75669"/>
                  <a:pt x="55059" y="75744"/>
                </a:cubicBezTo>
                <a:cubicBezTo>
                  <a:pt x="54686" y="74872"/>
                  <a:pt x="54313" y="74051"/>
                  <a:pt x="53989" y="73304"/>
                </a:cubicBezTo>
                <a:cubicBezTo>
                  <a:pt x="53964" y="73205"/>
                  <a:pt x="53889" y="73130"/>
                  <a:pt x="53865" y="73030"/>
                </a:cubicBezTo>
                <a:cubicBezTo>
                  <a:pt x="53740" y="72757"/>
                  <a:pt x="53641" y="72458"/>
                  <a:pt x="53566" y="72184"/>
                </a:cubicBezTo>
                <a:cubicBezTo>
                  <a:pt x="53491" y="72010"/>
                  <a:pt x="53392" y="71811"/>
                  <a:pt x="53342" y="71637"/>
                </a:cubicBezTo>
                <a:lnTo>
                  <a:pt x="53143" y="70964"/>
                </a:lnTo>
                <a:cubicBezTo>
                  <a:pt x="53093" y="70790"/>
                  <a:pt x="53018" y="70566"/>
                  <a:pt x="52968" y="70392"/>
                </a:cubicBezTo>
                <a:cubicBezTo>
                  <a:pt x="53441" y="70043"/>
                  <a:pt x="53889" y="69695"/>
                  <a:pt x="54337" y="69347"/>
                </a:cubicBezTo>
                <a:lnTo>
                  <a:pt x="54711" y="69073"/>
                </a:lnTo>
                <a:cubicBezTo>
                  <a:pt x="54761" y="69023"/>
                  <a:pt x="54835" y="68973"/>
                  <a:pt x="54935" y="68923"/>
                </a:cubicBezTo>
                <a:lnTo>
                  <a:pt x="55383" y="68550"/>
                </a:lnTo>
                <a:cubicBezTo>
                  <a:pt x="55607" y="68401"/>
                  <a:pt x="55831" y="68202"/>
                  <a:pt x="56005" y="68052"/>
                </a:cubicBezTo>
                <a:cubicBezTo>
                  <a:pt x="56179" y="67928"/>
                  <a:pt x="56354" y="67803"/>
                  <a:pt x="56503" y="67654"/>
                </a:cubicBezTo>
                <a:cubicBezTo>
                  <a:pt x="56603" y="67554"/>
                  <a:pt x="56702" y="67480"/>
                  <a:pt x="56827" y="67380"/>
                </a:cubicBezTo>
                <a:cubicBezTo>
                  <a:pt x="56926" y="67330"/>
                  <a:pt x="56976" y="67256"/>
                  <a:pt x="57075" y="67206"/>
                </a:cubicBezTo>
                <a:close/>
                <a:moveTo>
                  <a:pt x="42912" y="75320"/>
                </a:moveTo>
                <a:lnTo>
                  <a:pt x="43385" y="75694"/>
                </a:lnTo>
                <a:cubicBezTo>
                  <a:pt x="43360" y="75768"/>
                  <a:pt x="43311" y="75768"/>
                  <a:pt x="43311" y="75768"/>
                </a:cubicBezTo>
                <a:cubicBezTo>
                  <a:pt x="43186" y="75669"/>
                  <a:pt x="43112" y="75569"/>
                  <a:pt x="42987" y="75495"/>
                </a:cubicBezTo>
                <a:cubicBezTo>
                  <a:pt x="42937" y="75420"/>
                  <a:pt x="42912" y="75395"/>
                  <a:pt x="42912" y="75320"/>
                </a:cubicBezTo>
                <a:close/>
                <a:moveTo>
                  <a:pt x="52844" y="70516"/>
                </a:moveTo>
                <a:cubicBezTo>
                  <a:pt x="52869" y="70641"/>
                  <a:pt x="52944" y="70790"/>
                  <a:pt x="52968" y="70915"/>
                </a:cubicBezTo>
                <a:cubicBezTo>
                  <a:pt x="53018" y="71164"/>
                  <a:pt x="53093" y="71388"/>
                  <a:pt x="53192" y="71661"/>
                </a:cubicBezTo>
                <a:cubicBezTo>
                  <a:pt x="53217" y="71786"/>
                  <a:pt x="53267" y="71935"/>
                  <a:pt x="53342" y="72060"/>
                </a:cubicBezTo>
                <a:cubicBezTo>
                  <a:pt x="53740" y="73205"/>
                  <a:pt x="54263" y="74449"/>
                  <a:pt x="54885" y="75793"/>
                </a:cubicBezTo>
                <a:lnTo>
                  <a:pt x="54835" y="75793"/>
                </a:lnTo>
                <a:cubicBezTo>
                  <a:pt x="54437" y="74922"/>
                  <a:pt x="54064" y="74126"/>
                  <a:pt x="53740" y="73329"/>
                </a:cubicBezTo>
                <a:cubicBezTo>
                  <a:pt x="53715" y="73279"/>
                  <a:pt x="53690" y="73180"/>
                  <a:pt x="53641" y="73130"/>
                </a:cubicBezTo>
                <a:cubicBezTo>
                  <a:pt x="53516" y="72806"/>
                  <a:pt x="53441" y="72533"/>
                  <a:pt x="53317" y="72259"/>
                </a:cubicBezTo>
                <a:cubicBezTo>
                  <a:pt x="53242" y="72060"/>
                  <a:pt x="53143" y="71885"/>
                  <a:pt x="53118" y="71686"/>
                </a:cubicBezTo>
                <a:cubicBezTo>
                  <a:pt x="53068" y="71462"/>
                  <a:pt x="52993" y="71263"/>
                  <a:pt x="52944" y="71064"/>
                </a:cubicBezTo>
                <a:cubicBezTo>
                  <a:pt x="52869" y="70890"/>
                  <a:pt x="52819" y="70691"/>
                  <a:pt x="52769" y="70541"/>
                </a:cubicBezTo>
                <a:lnTo>
                  <a:pt x="52844" y="70516"/>
                </a:lnTo>
                <a:close/>
                <a:moveTo>
                  <a:pt x="43983" y="75669"/>
                </a:moveTo>
                <a:lnTo>
                  <a:pt x="43983" y="75694"/>
                </a:lnTo>
                <a:lnTo>
                  <a:pt x="43983" y="75744"/>
                </a:lnTo>
                <a:cubicBezTo>
                  <a:pt x="43883" y="75768"/>
                  <a:pt x="43809" y="75793"/>
                  <a:pt x="43759" y="75818"/>
                </a:cubicBezTo>
                <a:lnTo>
                  <a:pt x="43734" y="75793"/>
                </a:lnTo>
                <a:cubicBezTo>
                  <a:pt x="43809" y="75768"/>
                  <a:pt x="43883" y="75694"/>
                  <a:pt x="43983" y="75669"/>
                </a:cubicBezTo>
                <a:close/>
                <a:moveTo>
                  <a:pt x="62477" y="71836"/>
                </a:moveTo>
                <a:lnTo>
                  <a:pt x="62527" y="71885"/>
                </a:lnTo>
                <a:lnTo>
                  <a:pt x="62552" y="71910"/>
                </a:lnTo>
                <a:cubicBezTo>
                  <a:pt x="62427" y="72010"/>
                  <a:pt x="62328" y="72060"/>
                  <a:pt x="62203" y="72159"/>
                </a:cubicBezTo>
                <a:cubicBezTo>
                  <a:pt x="62054" y="72284"/>
                  <a:pt x="61855" y="72358"/>
                  <a:pt x="61705" y="72508"/>
                </a:cubicBezTo>
                <a:cubicBezTo>
                  <a:pt x="61581" y="72582"/>
                  <a:pt x="61431" y="72682"/>
                  <a:pt x="61307" y="72782"/>
                </a:cubicBezTo>
                <a:lnTo>
                  <a:pt x="60734" y="73155"/>
                </a:lnTo>
                <a:cubicBezTo>
                  <a:pt x="60660" y="73205"/>
                  <a:pt x="60535" y="73279"/>
                  <a:pt x="60436" y="73329"/>
                </a:cubicBezTo>
                <a:cubicBezTo>
                  <a:pt x="60311" y="73404"/>
                  <a:pt x="60187" y="73478"/>
                  <a:pt x="60062" y="73553"/>
                </a:cubicBezTo>
                <a:lnTo>
                  <a:pt x="59789" y="73727"/>
                </a:lnTo>
                <a:cubicBezTo>
                  <a:pt x="59689" y="73777"/>
                  <a:pt x="59614" y="73827"/>
                  <a:pt x="59540" y="73852"/>
                </a:cubicBezTo>
                <a:cubicBezTo>
                  <a:pt x="59291" y="74026"/>
                  <a:pt x="59042" y="74151"/>
                  <a:pt x="58818" y="74275"/>
                </a:cubicBezTo>
                <a:lnTo>
                  <a:pt x="58619" y="74375"/>
                </a:lnTo>
                <a:cubicBezTo>
                  <a:pt x="58594" y="74375"/>
                  <a:pt x="58594" y="74399"/>
                  <a:pt x="58569" y="74399"/>
                </a:cubicBezTo>
                <a:cubicBezTo>
                  <a:pt x="58494" y="74424"/>
                  <a:pt x="58469" y="74449"/>
                  <a:pt x="58420" y="74499"/>
                </a:cubicBezTo>
                <a:lnTo>
                  <a:pt x="58046" y="74673"/>
                </a:lnTo>
                <a:lnTo>
                  <a:pt x="57847" y="74773"/>
                </a:lnTo>
                <a:cubicBezTo>
                  <a:pt x="57797" y="74798"/>
                  <a:pt x="57748" y="74823"/>
                  <a:pt x="57698" y="74823"/>
                </a:cubicBezTo>
                <a:cubicBezTo>
                  <a:pt x="57449" y="74947"/>
                  <a:pt x="57175" y="75071"/>
                  <a:pt x="56926" y="75196"/>
                </a:cubicBezTo>
                <a:cubicBezTo>
                  <a:pt x="56926" y="75196"/>
                  <a:pt x="56876" y="75196"/>
                  <a:pt x="56876" y="75221"/>
                </a:cubicBezTo>
                <a:cubicBezTo>
                  <a:pt x="56354" y="75470"/>
                  <a:pt x="55831" y="75694"/>
                  <a:pt x="55333" y="75918"/>
                </a:cubicBezTo>
                <a:cubicBezTo>
                  <a:pt x="55209" y="75893"/>
                  <a:pt x="55184" y="75893"/>
                  <a:pt x="55184" y="75893"/>
                </a:cubicBezTo>
                <a:cubicBezTo>
                  <a:pt x="55184" y="75893"/>
                  <a:pt x="55184" y="75868"/>
                  <a:pt x="55134" y="75868"/>
                </a:cubicBezTo>
                <a:lnTo>
                  <a:pt x="55134" y="75818"/>
                </a:lnTo>
                <a:cubicBezTo>
                  <a:pt x="55308" y="75768"/>
                  <a:pt x="55458" y="75694"/>
                  <a:pt x="55632" y="75644"/>
                </a:cubicBezTo>
                <a:cubicBezTo>
                  <a:pt x="55731" y="75619"/>
                  <a:pt x="55806" y="75569"/>
                  <a:pt x="55881" y="75544"/>
                </a:cubicBezTo>
                <a:cubicBezTo>
                  <a:pt x="55931" y="75544"/>
                  <a:pt x="55955" y="75520"/>
                  <a:pt x="55980" y="75495"/>
                </a:cubicBezTo>
                <a:cubicBezTo>
                  <a:pt x="56055" y="75445"/>
                  <a:pt x="56130" y="75420"/>
                  <a:pt x="56204" y="75395"/>
                </a:cubicBezTo>
                <a:cubicBezTo>
                  <a:pt x="56229" y="75395"/>
                  <a:pt x="56254" y="75370"/>
                  <a:pt x="56304" y="75370"/>
                </a:cubicBezTo>
                <a:lnTo>
                  <a:pt x="56478" y="75271"/>
                </a:lnTo>
                <a:lnTo>
                  <a:pt x="56503" y="75271"/>
                </a:lnTo>
                <a:cubicBezTo>
                  <a:pt x="56603" y="75246"/>
                  <a:pt x="56702" y="75171"/>
                  <a:pt x="56827" y="75146"/>
                </a:cubicBezTo>
                <a:cubicBezTo>
                  <a:pt x="56876" y="75121"/>
                  <a:pt x="56926" y="75121"/>
                  <a:pt x="56976" y="75071"/>
                </a:cubicBezTo>
                <a:cubicBezTo>
                  <a:pt x="57075" y="75047"/>
                  <a:pt x="57125" y="74997"/>
                  <a:pt x="57225" y="74947"/>
                </a:cubicBezTo>
                <a:cubicBezTo>
                  <a:pt x="57250" y="74922"/>
                  <a:pt x="57324" y="74922"/>
                  <a:pt x="57349" y="74897"/>
                </a:cubicBezTo>
                <a:cubicBezTo>
                  <a:pt x="57374" y="74897"/>
                  <a:pt x="57374" y="74872"/>
                  <a:pt x="57424" y="74872"/>
                </a:cubicBezTo>
                <a:lnTo>
                  <a:pt x="57449" y="74872"/>
                </a:lnTo>
                <a:lnTo>
                  <a:pt x="57822" y="74673"/>
                </a:lnTo>
                <a:cubicBezTo>
                  <a:pt x="57972" y="74574"/>
                  <a:pt x="58121" y="74524"/>
                  <a:pt x="58320" y="74424"/>
                </a:cubicBezTo>
                <a:lnTo>
                  <a:pt x="58345" y="74424"/>
                </a:lnTo>
                <a:cubicBezTo>
                  <a:pt x="58494" y="74325"/>
                  <a:pt x="58669" y="74275"/>
                  <a:pt x="58818" y="74175"/>
                </a:cubicBezTo>
                <a:cubicBezTo>
                  <a:pt x="58942" y="74126"/>
                  <a:pt x="59067" y="74051"/>
                  <a:pt x="59191" y="73951"/>
                </a:cubicBezTo>
                <a:cubicBezTo>
                  <a:pt x="59191" y="73951"/>
                  <a:pt x="59216" y="73951"/>
                  <a:pt x="59216" y="73926"/>
                </a:cubicBezTo>
                <a:lnTo>
                  <a:pt x="59241" y="73926"/>
                </a:lnTo>
                <a:cubicBezTo>
                  <a:pt x="59440" y="73827"/>
                  <a:pt x="59614" y="73752"/>
                  <a:pt x="59789" y="73628"/>
                </a:cubicBezTo>
                <a:cubicBezTo>
                  <a:pt x="59838" y="73578"/>
                  <a:pt x="59913" y="73553"/>
                  <a:pt x="59963" y="73503"/>
                </a:cubicBezTo>
                <a:cubicBezTo>
                  <a:pt x="60038" y="73454"/>
                  <a:pt x="60062" y="73429"/>
                  <a:pt x="60112" y="73404"/>
                </a:cubicBezTo>
                <a:cubicBezTo>
                  <a:pt x="60336" y="73279"/>
                  <a:pt x="60535" y="73155"/>
                  <a:pt x="60734" y="73030"/>
                </a:cubicBezTo>
                <a:cubicBezTo>
                  <a:pt x="60784" y="73006"/>
                  <a:pt x="60809" y="73006"/>
                  <a:pt x="60834" y="72956"/>
                </a:cubicBezTo>
                <a:cubicBezTo>
                  <a:pt x="60859" y="72931"/>
                  <a:pt x="60934" y="72906"/>
                  <a:pt x="60959" y="72881"/>
                </a:cubicBezTo>
                <a:cubicBezTo>
                  <a:pt x="60959" y="72881"/>
                  <a:pt x="60983" y="72881"/>
                  <a:pt x="60983" y="72831"/>
                </a:cubicBezTo>
                <a:cubicBezTo>
                  <a:pt x="61207" y="72682"/>
                  <a:pt x="61456" y="72533"/>
                  <a:pt x="61680" y="72383"/>
                </a:cubicBezTo>
                <a:cubicBezTo>
                  <a:pt x="61705" y="72383"/>
                  <a:pt x="61705" y="72333"/>
                  <a:pt x="61730" y="72333"/>
                </a:cubicBezTo>
                <a:cubicBezTo>
                  <a:pt x="61780" y="72309"/>
                  <a:pt x="61830" y="72284"/>
                  <a:pt x="61855" y="72259"/>
                </a:cubicBezTo>
                <a:cubicBezTo>
                  <a:pt x="62079" y="72134"/>
                  <a:pt x="62278" y="71960"/>
                  <a:pt x="62477" y="71836"/>
                </a:cubicBezTo>
                <a:close/>
                <a:moveTo>
                  <a:pt x="43535" y="75893"/>
                </a:moveTo>
                <a:lnTo>
                  <a:pt x="43560" y="75918"/>
                </a:lnTo>
                <a:lnTo>
                  <a:pt x="43609" y="75943"/>
                </a:lnTo>
                <a:cubicBezTo>
                  <a:pt x="43560" y="75943"/>
                  <a:pt x="43560" y="75992"/>
                  <a:pt x="43535" y="75992"/>
                </a:cubicBezTo>
                <a:lnTo>
                  <a:pt x="43485" y="75918"/>
                </a:lnTo>
                <a:cubicBezTo>
                  <a:pt x="43510" y="75918"/>
                  <a:pt x="43510" y="75893"/>
                  <a:pt x="43535" y="75893"/>
                </a:cubicBezTo>
                <a:close/>
                <a:moveTo>
                  <a:pt x="54960" y="75943"/>
                </a:moveTo>
                <a:lnTo>
                  <a:pt x="54960" y="75992"/>
                </a:lnTo>
                <a:cubicBezTo>
                  <a:pt x="54972" y="75968"/>
                  <a:pt x="54978" y="75955"/>
                  <a:pt x="54982" y="75955"/>
                </a:cubicBezTo>
                <a:cubicBezTo>
                  <a:pt x="54985" y="75955"/>
                  <a:pt x="54985" y="75968"/>
                  <a:pt x="54985" y="75992"/>
                </a:cubicBezTo>
                <a:cubicBezTo>
                  <a:pt x="54960" y="75992"/>
                  <a:pt x="54960" y="76017"/>
                  <a:pt x="54935" y="76017"/>
                </a:cubicBezTo>
                <a:cubicBezTo>
                  <a:pt x="54935" y="76017"/>
                  <a:pt x="54935" y="75992"/>
                  <a:pt x="54885" y="75992"/>
                </a:cubicBezTo>
                <a:lnTo>
                  <a:pt x="54885" y="75943"/>
                </a:lnTo>
                <a:close/>
                <a:moveTo>
                  <a:pt x="9832" y="71064"/>
                </a:moveTo>
                <a:cubicBezTo>
                  <a:pt x="9932" y="71288"/>
                  <a:pt x="10006" y="71512"/>
                  <a:pt x="10056" y="71711"/>
                </a:cubicBezTo>
                <a:cubicBezTo>
                  <a:pt x="10081" y="71786"/>
                  <a:pt x="10131" y="71836"/>
                  <a:pt x="10131" y="71935"/>
                </a:cubicBezTo>
                <a:cubicBezTo>
                  <a:pt x="10156" y="71985"/>
                  <a:pt x="10156" y="72060"/>
                  <a:pt x="10181" y="72085"/>
                </a:cubicBezTo>
                <a:cubicBezTo>
                  <a:pt x="10206" y="72159"/>
                  <a:pt x="10206" y="72209"/>
                  <a:pt x="10255" y="72284"/>
                </a:cubicBezTo>
                <a:lnTo>
                  <a:pt x="10330" y="72557"/>
                </a:lnTo>
                <a:cubicBezTo>
                  <a:pt x="10405" y="72682"/>
                  <a:pt x="10454" y="72806"/>
                  <a:pt x="10504" y="72956"/>
                </a:cubicBezTo>
                <a:cubicBezTo>
                  <a:pt x="10504" y="72981"/>
                  <a:pt x="10504" y="72981"/>
                  <a:pt x="10529" y="73030"/>
                </a:cubicBezTo>
                <a:cubicBezTo>
                  <a:pt x="10554" y="73080"/>
                  <a:pt x="10579" y="73180"/>
                  <a:pt x="10629" y="73230"/>
                </a:cubicBezTo>
                <a:cubicBezTo>
                  <a:pt x="10629" y="73279"/>
                  <a:pt x="10654" y="73304"/>
                  <a:pt x="10654" y="73304"/>
                </a:cubicBezTo>
                <a:cubicBezTo>
                  <a:pt x="10654" y="73329"/>
                  <a:pt x="10678" y="73329"/>
                  <a:pt x="10678" y="73354"/>
                </a:cubicBezTo>
                <a:cubicBezTo>
                  <a:pt x="10728" y="73478"/>
                  <a:pt x="10803" y="73653"/>
                  <a:pt x="10853" y="73777"/>
                </a:cubicBezTo>
                <a:lnTo>
                  <a:pt x="11052" y="74151"/>
                </a:lnTo>
                <a:cubicBezTo>
                  <a:pt x="11052" y="74175"/>
                  <a:pt x="11077" y="74175"/>
                  <a:pt x="11077" y="74200"/>
                </a:cubicBezTo>
                <a:cubicBezTo>
                  <a:pt x="11102" y="74225"/>
                  <a:pt x="11102" y="74275"/>
                  <a:pt x="11151" y="74300"/>
                </a:cubicBezTo>
                <a:cubicBezTo>
                  <a:pt x="11176" y="74350"/>
                  <a:pt x="11226" y="74449"/>
                  <a:pt x="11276" y="74524"/>
                </a:cubicBezTo>
                <a:cubicBezTo>
                  <a:pt x="11326" y="74648"/>
                  <a:pt x="11400" y="74773"/>
                  <a:pt x="11475" y="74847"/>
                </a:cubicBezTo>
                <a:cubicBezTo>
                  <a:pt x="11525" y="74922"/>
                  <a:pt x="11575" y="75022"/>
                  <a:pt x="11649" y="75071"/>
                </a:cubicBezTo>
                <a:cubicBezTo>
                  <a:pt x="11674" y="75146"/>
                  <a:pt x="11724" y="75196"/>
                  <a:pt x="11774" y="75295"/>
                </a:cubicBezTo>
                <a:cubicBezTo>
                  <a:pt x="11799" y="75345"/>
                  <a:pt x="11823" y="75395"/>
                  <a:pt x="11848" y="75445"/>
                </a:cubicBezTo>
                <a:cubicBezTo>
                  <a:pt x="11898" y="75470"/>
                  <a:pt x="11923" y="75544"/>
                  <a:pt x="11948" y="75569"/>
                </a:cubicBezTo>
                <a:cubicBezTo>
                  <a:pt x="12047" y="75694"/>
                  <a:pt x="12147" y="75793"/>
                  <a:pt x="12222" y="75918"/>
                </a:cubicBezTo>
                <a:lnTo>
                  <a:pt x="12271" y="75943"/>
                </a:lnTo>
                <a:cubicBezTo>
                  <a:pt x="12296" y="75968"/>
                  <a:pt x="12296" y="76017"/>
                  <a:pt x="12321" y="76042"/>
                </a:cubicBezTo>
                <a:cubicBezTo>
                  <a:pt x="12296" y="76017"/>
                  <a:pt x="12271" y="76017"/>
                  <a:pt x="12222" y="75968"/>
                </a:cubicBezTo>
                <a:cubicBezTo>
                  <a:pt x="12197" y="75943"/>
                  <a:pt x="12172" y="75943"/>
                  <a:pt x="12147" y="75918"/>
                </a:cubicBezTo>
                <a:cubicBezTo>
                  <a:pt x="12122" y="75843"/>
                  <a:pt x="12047" y="75793"/>
                  <a:pt x="12023" y="75768"/>
                </a:cubicBezTo>
                <a:cubicBezTo>
                  <a:pt x="11948" y="75669"/>
                  <a:pt x="11898" y="75594"/>
                  <a:pt x="11823" y="75520"/>
                </a:cubicBezTo>
                <a:cubicBezTo>
                  <a:pt x="11774" y="75420"/>
                  <a:pt x="11699" y="75320"/>
                  <a:pt x="11599" y="75196"/>
                </a:cubicBezTo>
                <a:cubicBezTo>
                  <a:pt x="11525" y="75071"/>
                  <a:pt x="11450" y="74947"/>
                  <a:pt x="11400" y="74823"/>
                </a:cubicBezTo>
                <a:cubicBezTo>
                  <a:pt x="11326" y="74723"/>
                  <a:pt x="11276" y="74648"/>
                  <a:pt x="11201" y="74524"/>
                </a:cubicBezTo>
                <a:cubicBezTo>
                  <a:pt x="11176" y="74449"/>
                  <a:pt x="11126" y="74350"/>
                  <a:pt x="11077" y="74300"/>
                </a:cubicBezTo>
                <a:cubicBezTo>
                  <a:pt x="10977" y="74151"/>
                  <a:pt x="10927" y="73976"/>
                  <a:pt x="10828" y="73827"/>
                </a:cubicBezTo>
                <a:cubicBezTo>
                  <a:pt x="10728" y="73678"/>
                  <a:pt x="10654" y="73478"/>
                  <a:pt x="10579" y="73329"/>
                </a:cubicBezTo>
                <a:cubicBezTo>
                  <a:pt x="10554" y="73304"/>
                  <a:pt x="10554" y="73230"/>
                  <a:pt x="10529" y="73205"/>
                </a:cubicBezTo>
                <a:cubicBezTo>
                  <a:pt x="10454" y="73055"/>
                  <a:pt x="10405" y="72931"/>
                  <a:pt x="10330" y="72782"/>
                </a:cubicBezTo>
                <a:cubicBezTo>
                  <a:pt x="10280" y="72607"/>
                  <a:pt x="10206" y="72433"/>
                  <a:pt x="10156" y="72284"/>
                </a:cubicBezTo>
                <a:cubicBezTo>
                  <a:pt x="10131" y="72209"/>
                  <a:pt x="10081" y="72159"/>
                  <a:pt x="10081" y="72060"/>
                </a:cubicBezTo>
                <a:cubicBezTo>
                  <a:pt x="10031" y="71910"/>
                  <a:pt x="10006" y="71736"/>
                  <a:pt x="9932" y="71612"/>
                </a:cubicBezTo>
                <a:cubicBezTo>
                  <a:pt x="9932" y="71437"/>
                  <a:pt x="9882" y="71288"/>
                  <a:pt x="9832" y="71064"/>
                </a:cubicBezTo>
                <a:close/>
                <a:moveTo>
                  <a:pt x="43261" y="76017"/>
                </a:moveTo>
                <a:lnTo>
                  <a:pt x="43261" y="76017"/>
                </a:lnTo>
                <a:cubicBezTo>
                  <a:pt x="43286" y="76017"/>
                  <a:pt x="43311" y="76017"/>
                  <a:pt x="43311" y="76042"/>
                </a:cubicBezTo>
                <a:cubicBezTo>
                  <a:pt x="43286" y="76017"/>
                  <a:pt x="43286" y="76017"/>
                  <a:pt x="43261" y="76017"/>
                </a:cubicBezTo>
                <a:close/>
                <a:moveTo>
                  <a:pt x="8090" y="72757"/>
                </a:moveTo>
                <a:cubicBezTo>
                  <a:pt x="9285" y="73951"/>
                  <a:pt x="10579" y="75047"/>
                  <a:pt x="12023" y="76017"/>
                </a:cubicBezTo>
                <a:cubicBezTo>
                  <a:pt x="12047" y="76067"/>
                  <a:pt x="12122" y="76142"/>
                  <a:pt x="12147" y="76167"/>
                </a:cubicBezTo>
                <a:cubicBezTo>
                  <a:pt x="10654" y="75146"/>
                  <a:pt x="9285" y="74026"/>
                  <a:pt x="8065" y="72806"/>
                </a:cubicBezTo>
                <a:cubicBezTo>
                  <a:pt x="8065" y="72782"/>
                  <a:pt x="8090" y="72782"/>
                  <a:pt x="8090" y="72757"/>
                </a:cubicBezTo>
                <a:close/>
                <a:moveTo>
                  <a:pt x="43062" y="76142"/>
                </a:moveTo>
                <a:lnTo>
                  <a:pt x="43062" y="76167"/>
                </a:lnTo>
                <a:lnTo>
                  <a:pt x="43037" y="76167"/>
                </a:lnTo>
                <a:cubicBezTo>
                  <a:pt x="43037" y="76167"/>
                  <a:pt x="43062" y="76167"/>
                  <a:pt x="43062" y="76142"/>
                </a:cubicBezTo>
                <a:close/>
                <a:moveTo>
                  <a:pt x="43097" y="76156"/>
                </a:moveTo>
                <a:cubicBezTo>
                  <a:pt x="43112" y="76156"/>
                  <a:pt x="43112" y="76167"/>
                  <a:pt x="43112" y="76167"/>
                </a:cubicBezTo>
                <a:lnTo>
                  <a:pt x="43062" y="76167"/>
                </a:lnTo>
                <a:cubicBezTo>
                  <a:pt x="43078" y="76158"/>
                  <a:pt x="43089" y="76156"/>
                  <a:pt x="43097" y="76156"/>
                </a:cubicBezTo>
                <a:close/>
                <a:moveTo>
                  <a:pt x="44182" y="75818"/>
                </a:moveTo>
                <a:cubicBezTo>
                  <a:pt x="44182" y="75943"/>
                  <a:pt x="44157" y="76067"/>
                  <a:pt x="44157" y="76192"/>
                </a:cubicBezTo>
                <a:lnTo>
                  <a:pt x="44107" y="76142"/>
                </a:lnTo>
                <a:cubicBezTo>
                  <a:pt x="44107" y="76042"/>
                  <a:pt x="44132" y="75943"/>
                  <a:pt x="44132" y="75868"/>
                </a:cubicBezTo>
                <a:cubicBezTo>
                  <a:pt x="44157" y="75868"/>
                  <a:pt x="44157" y="75818"/>
                  <a:pt x="44182" y="75818"/>
                </a:cubicBezTo>
                <a:close/>
                <a:moveTo>
                  <a:pt x="44555" y="75619"/>
                </a:moveTo>
                <a:cubicBezTo>
                  <a:pt x="44481" y="75818"/>
                  <a:pt x="44381" y="76042"/>
                  <a:pt x="44306" y="76266"/>
                </a:cubicBezTo>
                <a:cubicBezTo>
                  <a:pt x="44356" y="76067"/>
                  <a:pt x="44356" y="75893"/>
                  <a:pt x="44381" y="75694"/>
                </a:cubicBezTo>
                <a:lnTo>
                  <a:pt x="44555" y="75619"/>
                </a:lnTo>
                <a:close/>
                <a:moveTo>
                  <a:pt x="45078" y="75541"/>
                </a:moveTo>
                <a:lnTo>
                  <a:pt x="44904" y="76017"/>
                </a:lnTo>
                <a:lnTo>
                  <a:pt x="44904" y="76042"/>
                </a:lnTo>
                <a:cubicBezTo>
                  <a:pt x="44879" y="76117"/>
                  <a:pt x="44854" y="76192"/>
                  <a:pt x="44804" y="76266"/>
                </a:cubicBezTo>
                <a:cubicBezTo>
                  <a:pt x="44804" y="76241"/>
                  <a:pt x="44829" y="76192"/>
                  <a:pt x="44829" y="76167"/>
                </a:cubicBezTo>
                <a:cubicBezTo>
                  <a:pt x="44879" y="76042"/>
                  <a:pt x="44929" y="75893"/>
                  <a:pt x="44978" y="75768"/>
                </a:cubicBezTo>
                <a:cubicBezTo>
                  <a:pt x="45007" y="75698"/>
                  <a:pt x="45043" y="75619"/>
                  <a:pt x="45078" y="75541"/>
                </a:cubicBezTo>
                <a:close/>
                <a:moveTo>
                  <a:pt x="42813" y="76241"/>
                </a:moveTo>
                <a:cubicBezTo>
                  <a:pt x="42813" y="76241"/>
                  <a:pt x="42813" y="76266"/>
                  <a:pt x="42862" y="76291"/>
                </a:cubicBezTo>
                <a:lnTo>
                  <a:pt x="42862" y="76291"/>
                </a:lnTo>
                <a:cubicBezTo>
                  <a:pt x="42838" y="76279"/>
                  <a:pt x="42838" y="76272"/>
                  <a:pt x="42844" y="76272"/>
                </a:cubicBezTo>
                <a:cubicBezTo>
                  <a:pt x="42850" y="76272"/>
                  <a:pt x="42863" y="76279"/>
                  <a:pt x="42863" y="76291"/>
                </a:cubicBezTo>
                <a:cubicBezTo>
                  <a:pt x="42813" y="76291"/>
                  <a:pt x="42813" y="76291"/>
                  <a:pt x="42813" y="76266"/>
                </a:cubicBezTo>
                <a:lnTo>
                  <a:pt x="42788" y="76241"/>
                </a:lnTo>
                <a:close/>
                <a:moveTo>
                  <a:pt x="43734" y="76042"/>
                </a:moveTo>
                <a:lnTo>
                  <a:pt x="43883" y="76192"/>
                </a:lnTo>
                <a:lnTo>
                  <a:pt x="43883" y="76291"/>
                </a:lnTo>
                <a:cubicBezTo>
                  <a:pt x="43809" y="76192"/>
                  <a:pt x="43759" y="76142"/>
                  <a:pt x="43659" y="76067"/>
                </a:cubicBezTo>
                <a:cubicBezTo>
                  <a:pt x="43684" y="76067"/>
                  <a:pt x="43684" y="76042"/>
                  <a:pt x="43734" y="76042"/>
                </a:cubicBezTo>
                <a:close/>
                <a:moveTo>
                  <a:pt x="44873" y="75437"/>
                </a:moveTo>
                <a:lnTo>
                  <a:pt x="44873" y="75437"/>
                </a:lnTo>
                <a:cubicBezTo>
                  <a:pt x="44750" y="75778"/>
                  <a:pt x="44627" y="76072"/>
                  <a:pt x="44481" y="76366"/>
                </a:cubicBezTo>
                <a:cubicBezTo>
                  <a:pt x="44605" y="76042"/>
                  <a:pt x="44729" y="75768"/>
                  <a:pt x="44854" y="75445"/>
                </a:cubicBezTo>
                <a:cubicBezTo>
                  <a:pt x="44854" y="75445"/>
                  <a:pt x="44865" y="75445"/>
                  <a:pt x="44873" y="75437"/>
                </a:cubicBezTo>
                <a:close/>
                <a:moveTo>
                  <a:pt x="44057" y="76391"/>
                </a:moveTo>
                <a:cubicBezTo>
                  <a:pt x="44107" y="76391"/>
                  <a:pt x="44107" y="76416"/>
                  <a:pt x="44132" y="76416"/>
                </a:cubicBezTo>
                <a:lnTo>
                  <a:pt x="44057" y="76416"/>
                </a:lnTo>
                <a:lnTo>
                  <a:pt x="44057" y="76391"/>
                </a:lnTo>
                <a:close/>
                <a:moveTo>
                  <a:pt x="52595" y="70641"/>
                </a:moveTo>
                <a:cubicBezTo>
                  <a:pt x="52645" y="70815"/>
                  <a:pt x="52720" y="71014"/>
                  <a:pt x="52744" y="71164"/>
                </a:cubicBezTo>
                <a:cubicBezTo>
                  <a:pt x="52819" y="71388"/>
                  <a:pt x="52869" y="71562"/>
                  <a:pt x="52944" y="71786"/>
                </a:cubicBezTo>
                <a:cubicBezTo>
                  <a:pt x="52993" y="72010"/>
                  <a:pt x="53093" y="72209"/>
                  <a:pt x="53143" y="72408"/>
                </a:cubicBezTo>
                <a:cubicBezTo>
                  <a:pt x="53242" y="72682"/>
                  <a:pt x="53342" y="72931"/>
                  <a:pt x="53466" y="73205"/>
                </a:cubicBezTo>
                <a:cubicBezTo>
                  <a:pt x="53516" y="73329"/>
                  <a:pt x="53591" y="73503"/>
                  <a:pt x="53641" y="73628"/>
                </a:cubicBezTo>
                <a:cubicBezTo>
                  <a:pt x="53815" y="74001"/>
                  <a:pt x="53964" y="74375"/>
                  <a:pt x="54138" y="74748"/>
                </a:cubicBezTo>
                <a:cubicBezTo>
                  <a:pt x="54138" y="74773"/>
                  <a:pt x="54188" y="74773"/>
                  <a:pt x="54188" y="74798"/>
                </a:cubicBezTo>
                <a:cubicBezTo>
                  <a:pt x="54337" y="75121"/>
                  <a:pt x="54487" y="75445"/>
                  <a:pt x="54636" y="75793"/>
                </a:cubicBezTo>
                <a:cubicBezTo>
                  <a:pt x="54611" y="75818"/>
                  <a:pt x="54537" y="75818"/>
                  <a:pt x="54512" y="75868"/>
                </a:cubicBezTo>
                <a:cubicBezTo>
                  <a:pt x="54337" y="75918"/>
                  <a:pt x="54188" y="75992"/>
                  <a:pt x="53989" y="76042"/>
                </a:cubicBezTo>
                <a:lnTo>
                  <a:pt x="53964" y="76042"/>
                </a:lnTo>
                <a:cubicBezTo>
                  <a:pt x="53840" y="76067"/>
                  <a:pt x="53740" y="76092"/>
                  <a:pt x="53616" y="76142"/>
                </a:cubicBezTo>
                <a:lnTo>
                  <a:pt x="53591" y="76142"/>
                </a:lnTo>
                <a:cubicBezTo>
                  <a:pt x="53392" y="76192"/>
                  <a:pt x="53242" y="76266"/>
                  <a:pt x="53068" y="76291"/>
                </a:cubicBezTo>
                <a:cubicBezTo>
                  <a:pt x="52968" y="76316"/>
                  <a:pt x="52844" y="76366"/>
                  <a:pt x="52744" y="76391"/>
                </a:cubicBezTo>
                <a:cubicBezTo>
                  <a:pt x="52720" y="76391"/>
                  <a:pt x="52695" y="76416"/>
                  <a:pt x="52645" y="76416"/>
                </a:cubicBezTo>
                <a:cubicBezTo>
                  <a:pt x="51326" y="75146"/>
                  <a:pt x="49957" y="74076"/>
                  <a:pt x="48588" y="73304"/>
                </a:cubicBezTo>
                <a:cubicBezTo>
                  <a:pt x="48737" y="73205"/>
                  <a:pt x="48886" y="73130"/>
                  <a:pt x="49036" y="73006"/>
                </a:cubicBezTo>
                <a:cubicBezTo>
                  <a:pt x="49285" y="72831"/>
                  <a:pt x="49509" y="72682"/>
                  <a:pt x="49758" y="72533"/>
                </a:cubicBezTo>
                <a:cubicBezTo>
                  <a:pt x="49957" y="72408"/>
                  <a:pt x="50106" y="72309"/>
                  <a:pt x="50280" y="72184"/>
                </a:cubicBezTo>
                <a:cubicBezTo>
                  <a:pt x="50380" y="72134"/>
                  <a:pt x="50504" y="72060"/>
                  <a:pt x="50604" y="72010"/>
                </a:cubicBezTo>
                <a:cubicBezTo>
                  <a:pt x="50703" y="71935"/>
                  <a:pt x="50828" y="71885"/>
                  <a:pt x="50902" y="71786"/>
                </a:cubicBezTo>
                <a:cubicBezTo>
                  <a:pt x="51151" y="71637"/>
                  <a:pt x="51400" y="71437"/>
                  <a:pt x="51624" y="71288"/>
                </a:cubicBezTo>
                <a:cubicBezTo>
                  <a:pt x="51948" y="71064"/>
                  <a:pt x="52272" y="70840"/>
                  <a:pt x="52595" y="70641"/>
                </a:cubicBezTo>
                <a:close/>
                <a:moveTo>
                  <a:pt x="106559" y="62726"/>
                </a:moveTo>
                <a:lnTo>
                  <a:pt x="106559" y="62726"/>
                </a:lnTo>
                <a:cubicBezTo>
                  <a:pt x="106360" y="63298"/>
                  <a:pt x="106136" y="63871"/>
                  <a:pt x="105887" y="64443"/>
                </a:cubicBezTo>
                <a:cubicBezTo>
                  <a:pt x="105887" y="64468"/>
                  <a:pt x="105862" y="64493"/>
                  <a:pt x="105862" y="64543"/>
                </a:cubicBezTo>
                <a:cubicBezTo>
                  <a:pt x="105638" y="65065"/>
                  <a:pt x="105389" y="65613"/>
                  <a:pt x="105140" y="66161"/>
                </a:cubicBezTo>
                <a:lnTo>
                  <a:pt x="105041" y="66335"/>
                </a:lnTo>
                <a:cubicBezTo>
                  <a:pt x="104792" y="66857"/>
                  <a:pt x="104543" y="67355"/>
                  <a:pt x="104294" y="67903"/>
                </a:cubicBezTo>
                <a:lnTo>
                  <a:pt x="104194" y="68077"/>
                </a:lnTo>
                <a:cubicBezTo>
                  <a:pt x="104194" y="68077"/>
                  <a:pt x="104194" y="68102"/>
                  <a:pt x="104169" y="68102"/>
                </a:cubicBezTo>
                <a:cubicBezTo>
                  <a:pt x="104020" y="68401"/>
                  <a:pt x="103871" y="68699"/>
                  <a:pt x="103697" y="69023"/>
                </a:cubicBezTo>
                <a:cubicBezTo>
                  <a:pt x="103522" y="69396"/>
                  <a:pt x="103323" y="69720"/>
                  <a:pt x="103124" y="70093"/>
                </a:cubicBezTo>
                <a:cubicBezTo>
                  <a:pt x="103024" y="70292"/>
                  <a:pt x="102900" y="70467"/>
                  <a:pt x="102800" y="70666"/>
                </a:cubicBezTo>
                <a:cubicBezTo>
                  <a:pt x="102776" y="70765"/>
                  <a:pt x="102701" y="70815"/>
                  <a:pt x="102676" y="70915"/>
                </a:cubicBezTo>
                <a:cubicBezTo>
                  <a:pt x="102502" y="71213"/>
                  <a:pt x="102303" y="71562"/>
                  <a:pt x="102128" y="71885"/>
                </a:cubicBezTo>
                <a:cubicBezTo>
                  <a:pt x="101929" y="72209"/>
                  <a:pt x="101705" y="72557"/>
                  <a:pt x="101531" y="72881"/>
                </a:cubicBezTo>
                <a:cubicBezTo>
                  <a:pt x="101382" y="73130"/>
                  <a:pt x="101257" y="73329"/>
                  <a:pt x="101108" y="73553"/>
                </a:cubicBezTo>
                <a:cubicBezTo>
                  <a:pt x="100834" y="73951"/>
                  <a:pt x="100585" y="74375"/>
                  <a:pt x="100311" y="74773"/>
                </a:cubicBezTo>
                <a:cubicBezTo>
                  <a:pt x="100286" y="74823"/>
                  <a:pt x="100262" y="74897"/>
                  <a:pt x="100187" y="74922"/>
                </a:cubicBezTo>
                <a:cubicBezTo>
                  <a:pt x="99888" y="75445"/>
                  <a:pt x="99540" y="75943"/>
                  <a:pt x="99166" y="76440"/>
                </a:cubicBezTo>
                <a:cubicBezTo>
                  <a:pt x="98171" y="75022"/>
                  <a:pt x="96777" y="73304"/>
                  <a:pt x="94960" y="71437"/>
                </a:cubicBezTo>
                <a:cubicBezTo>
                  <a:pt x="97076" y="68799"/>
                  <a:pt x="99042" y="66086"/>
                  <a:pt x="100834" y="63373"/>
                </a:cubicBezTo>
                <a:lnTo>
                  <a:pt x="100959" y="63373"/>
                </a:lnTo>
                <a:cubicBezTo>
                  <a:pt x="102950" y="63373"/>
                  <a:pt x="104866" y="63174"/>
                  <a:pt x="106559" y="62726"/>
                </a:cubicBezTo>
                <a:close/>
                <a:moveTo>
                  <a:pt x="42968" y="76453"/>
                </a:moveTo>
                <a:cubicBezTo>
                  <a:pt x="42975" y="76453"/>
                  <a:pt x="42987" y="76465"/>
                  <a:pt x="42987" y="76490"/>
                </a:cubicBezTo>
                <a:cubicBezTo>
                  <a:pt x="42962" y="76465"/>
                  <a:pt x="42962" y="76453"/>
                  <a:pt x="42968" y="76453"/>
                </a:cubicBezTo>
                <a:close/>
                <a:moveTo>
                  <a:pt x="86547" y="64343"/>
                </a:moveTo>
                <a:cubicBezTo>
                  <a:pt x="88837" y="66210"/>
                  <a:pt x="91052" y="68177"/>
                  <a:pt x="93043" y="70093"/>
                </a:cubicBezTo>
                <a:cubicBezTo>
                  <a:pt x="91799" y="72284"/>
                  <a:pt x="90305" y="74424"/>
                  <a:pt x="88662" y="76515"/>
                </a:cubicBezTo>
                <a:cubicBezTo>
                  <a:pt x="86123" y="74922"/>
                  <a:pt x="83485" y="73030"/>
                  <a:pt x="80871" y="70940"/>
                </a:cubicBezTo>
                <a:cubicBezTo>
                  <a:pt x="82863" y="68799"/>
                  <a:pt x="84754" y="66584"/>
                  <a:pt x="86547" y="64343"/>
                </a:cubicBezTo>
                <a:close/>
                <a:moveTo>
                  <a:pt x="20137" y="66708"/>
                </a:moveTo>
                <a:cubicBezTo>
                  <a:pt x="20361" y="67480"/>
                  <a:pt x="20635" y="68202"/>
                  <a:pt x="20983" y="68849"/>
                </a:cubicBezTo>
                <a:cubicBezTo>
                  <a:pt x="20386" y="69969"/>
                  <a:pt x="19838" y="71089"/>
                  <a:pt x="19266" y="72234"/>
                </a:cubicBezTo>
                <a:cubicBezTo>
                  <a:pt x="19166" y="72309"/>
                  <a:pt x="19042" y="72333"/>
                  <a:pt x="18967" y="72408"/>
                </a:cubicBezTo>
                <a:lnTo>
                  <a:pt x="18594" y="72582"/>
                </a:lnTo>
                <a:cubicBezTo>
                  <a:pt x="18370" y="72707"/>
                  <a:pt x="18171" y="72806"/>
                  <a:pt x="17972" y="72931"/>
                </a:cubicBezTo>
                <a:cubicBezTo>
                  <a:pt x="17847" y="72981"/>
                  <a:pt x="17723" y="73080"/>
                  <a:pt x="17548" y="73155"/>
                </a:cubicBezTo>
                <a:cubicBezTo>
                  <a:pt x="17374" y="73279"/>
                  <a:pt x="17175" y="73354"/>
                  <a:pt x="17001" y="73478"/>
                </a:cubicBezTo>
                <a:cubicBezTo>
                  <a:pt x="16876" y="73578"/>
                  <a:pt x="16727" y="73678"/>
                  <a:pt x="16603" y="73727"/>
                </a:cubicBezTo>
                <a:cubicBezTo>
                  <a:pt x="16403" y="73852"/>
                  <a:pt x="16254" y="73976"/>
                  <a:pt x="16055" y="74076"/>
                </a:cubicBezTo>
                <a:cubicBezTo>
                  <a:pt x="15906" y="74175"/>
                  <a:pt x="15781" y="74275"/>
                  <a:pt x="15632" y="74399"/>
                </a:cubicBezTo>
                <a:cubicBezTo>
                  <a:pt x="15482" y="74524"/>
                  <a:pt x="15308" y="74648"/>
                  <a:pt x="15134" y="74773"/>
                </a:cubicBezTo>
                <a:cubicBezTo>
                  <a:pt x="14985" y="74897"/>
                  <a:pt x="14810" y="74972"/>
                  <a:pt x="14686" y="75096"/>
                </a:cubicBezTo>
                <a:lnTo>
                  <a:pt x="14238" y="75470"/>
                </a:lnTo>
                <a:cubicBezTo>
                  <a:pt x="14064" y="75594"/>
                  <a:pt x="13914" y="75719"/>
                  <a:pt x="13790" y="75843"/>
                </a:cubicBezTo>
                <a:cubicBezTo>
                  <a:pt x="13640" y="75968"/>
                  <a:pt x="13516" y="76092"/>
                  <a:pt x="13367" y="76266"/>
                </a:cubicBezTo>
                <a:cubicBezTo>
                  <a:pt x="13267" y="76341"/>
                  <a:pt x="13168" y="76440"/>
                  <a:pt x="13043" y="76540"/>
                </a:cubicBezTo>
                <a:cubicBezTo>
                  <a:pt x="13068" y="76515"/>
                  <a:pt x="13018" y="76440"/>
                  <a:pt x="12919" y="76416"/>
                </a:cubicBezTo>
                <a:cubicBezTo>
                  <a:pt x="12670" y="76142"/>
                  <a:pt x="12421" y="75818"/>
                  <a:pt x="12197" y="75520"/>
                </a:cubicBezTo>
                <a:cubicBezTo>
                  <a:pt x="12147" y="75420"/>
                  <a:pt x="12072" y="75345"/>
                  <a:pt x="12023" y="75271"/>
                </a:cubicBezTo>
                <a:cubicBezTo>
                  <a:pt x="11749" y="74897"/>
                  <a:pt x="11525" y="74474"/>
                  <a:pt x="11276" y="74051"/>
                </a:cubicBezTo>
                <a:cubicBezTo>
                  <a:pt x="11201" y="73951"/>
                  <a:pt x="11151" y="73827"/>
                  <a:pt x="11126" y="73702"/>
                </a:cubicBezTo>
                <a:cubicBezTo>
                  <a:pt x="10927" y="73354"/>
                  <a:pt x="10778" y="72981"/>
                  <a:pt x="10629" y="72607"/>
                </a:cubicBezTo>
                <a:cubicBezTo>
                  <a:pt x="10629" y="72582"/>
                  <a:pt x="10579" y="72557"/>
                  <a:pt x="10579" y="72533"/>
                </a:cubicBezTo>
                <a:cubicBezTo>
                  <a:pt x="10554" y="72433"/>
                  <a:pt x="10504" y="72309"/>
                  <a:pt x="10454" y="72209"/>
                </a:cubicBezTo>
                <a:cubicBezTo>
                  <a:pt x="10305" y="71786"/>
                  <a:pt x="10156" y="71338"/>
                  <a:pt x="10031" y="70865"/>
                </a:cubicBezTo>
                <a:cubicBezTo>
                  <a:pt x="10280" y="70691"/>
                  <a:pt x="10529" y="70541"/>
                  <a:pt x="10778" y="70367"/>
                </a:cubicBezTo>
                <a:cubicBezTo>
                  <a:pt x="11052" y="70193"/>
                  <a:pt x="11326" y="69994"/>
                  <a:pt x="11624" y="69844"/>
                </a:cubicBezTo>
                <a:cubicBezTo>
                  <a:pt x="11898" y="69695"/>
                  <a:pt x="12172" y="69546"/>
                  <a:pt x="12446" y="69421"/>
                </a:cubicBezTo>
                <a:cubicBezTo>
                  <a:pt x="12769" y="69247"/>
                  <a:pt x="13043" y="69073"/>
                  <a:pt x="13367" y="68923"/>
                </a:cubicBezTo>
                <a:lnTo>
                  <a:pt x="14188" y="68550"/>
                </a:lnTo>
                <a:cubicBezTo>
                  <a:pt x="14512" y="68376"/>
                  <a:pt x="14860" y="68226"/>
                  <a:pt x="15159" y="68102"/>
                </a:cubicBezTo>
                <a:cubicBezTo>
                  <a:pt x="15433" y="67978"/>
                  <a:pt x="15756" y="67878"/>
                  <a:pt x="16030" y="67803"/>
                </a:cubicBezTo>
                <a:cubicBezTo>
                  <a:pt x="16379" y="67679"/>
                  <a:pt x="16677" y="67554"/>
                  <a:pt x="17026" y="67455"/>
                </a:cubicBezTo>
                <a:cubicBezTo>
                  <a:pt x="17349" y="67355"/>
                  <a:pt x="17673" y="67256"/>
                  <a:pt x="17996" y="67181"/>
                </a:cubicBezTo>
                <a:cubicBezTo>
                  <a:pt x="18295" y="67081"/>
                  <a:pt x="18619" y="66982"/>
                  <a:pt x="18917" y="66932"/>
                </a:cubicBezTo>
                <a:cubicBezTo>
                  <a:pt x="19341" y="66833"/>
                  <a:pt x="19714" y="66758"/>
                  <a:pt x="20112" y="66708"/>
                </a:cubicBezTo>
                <a:close/>
                <a:moveTo>
                  <a:pt x="43383" y="76281"/>
                </a:moveTo>
                <a:cubicBezTo>
                  <a:pt x="43410" y="76293"/>
                  <a:pt x="43448" y="76297"/>
                  <a:pt x="43485" y="76316"/>
                </a:cubicBezTo>
                <a:lnTo>
                  <a:pt x="43510" y="76316"/>
                </a:lnTo>
                <a:cubicBezTo>
                  <a:pt x="43609" y="76391"/>
                  <a:pt x="43734" y="76440"/>
                  <a:pt x="43809" y="76515"/>
                </a:cubicBezTo>
                <a:cubicBezTo>
                  <a:pt x="43858" y="76515"/>
                  <a:pt x="43858" y="76540"/>
                  <a:pt x="43883" y="76540"/>
                </a:cubicBezTo>
                <a:lnTo>
                  <a:pt x="43858" y="76565"/>
                </a:lnTo>
                <a:cubicBezTo>
                  <a:pt x="43684" y="76515"/>
                  <a:pt x="43535" y="76416"/>
                  <a:pt x="43385" y="76316"/>
                </a:cubicBezTo>
                <a:lnTo>
                  <a:pt x="43385" y="76291"/>
                </a:lnTo>
                <a:cubicBezTo>
                  <a:pt x="43385" y="76291"/>
                  <a:pt x="43385" y="76286"/>
                  <a:pt x="43383" y="76281"/>
                </a:cubicBezTo>
                <a:close/>
                <a:moveTo>
                  <a:pt x="48388" y="73429"/>
                </a:moveTo>
                <a:cubicBezTo>
                  <a:pt x="49758" y="74200"/>
                  <a:pt x="51127" y="75246"/>
                  <a:pt x="52446" y="76565"/>
                </a:cubicBezTo>
                <a:cubicBezTo>
                  <a:pt x="52396" y="76565"/>
                  <a:pt x="52371" y="76565"/>
                  <a:pt x="52371" y="76615"/>
                </a:cubicBezTo>
                <a:cubicBezTo>
                  <a:pt x="51077" y="75271"/>
                  <a:pt x="49708" y="74200"/>
                  <a:pt x="48339" y="73454"/>
                </a:cubicBezTo>
                <a:cubicBezTo>
                  <a:pt x="48364" y="73454"/>
                  <a:pt x="48364" y="73429"/>
                  <a:pt x="48388" y="73429"/>
                </a:cubicBezTo>
                <a:close/>
                <a:moveTo>
                  <a:pt x="93192" y="70268"/>
                </a:moveTo>
                <a:lnTo>
                  <a:pt x="93217" y="70292"/>
                </a:lnTo>
                <a:cubicBezTo>
                  <a:pt x="91973" y="72433"/>
                  <a:pt x="90529" y="74574"/>
                  <a:pt x="88861" y="76640"/>
                </a:cubicBezTo>
                <a:cubicBezTo>
                  <a:pt x="88837" y="76640"/>
                  <a:pt x="88837" y="76615"/>
                  <a:pt x="88812" y="76615"/>
                </a:cubicBezTo>
                <a:cubicBezTo>
                  <a:pt x="90454" y="74524"/>
                  <a:pt x="91923" y="72408"/>
                  <a:pt x="93192" y="70268"/>
                </a:cubicBezTo>
                <a:close/>
                <a:moveTo>
                  <a:pt x="54711" y="75968"/>
                </a:moveTo>
                <a:lnTo>
                  <a:pt x="54711" y="76017"/>
                </a:lnTo>
                <a:lnTo>
                  <a:pt x="54711" y="76042"/>
                </a:lnTo>
                <a:lnTo>
                  <a:pt x="54661" y="76042"/>
                </a:lnTo>
                <a:cubicBezTo>
                  <a:pt x="54362" y="76167"/>
                  <a:pt x="54089" y="76266"/>
                  <a:pt x="53765" y="76341"/>
                </a:cubicBezTo>
                <a:lnTo>
                  <a:pt x="53715" y="76341"/>
                </a:lnTo>
                <a:cubicBezTo>
                  <a:pt x="53392" y="76440"/>
                  <a:pt x="53118" y="76540"/>
                  <a:pt x="52844" y="76640"/>
                </a:cubicBezTo>
                <a:lnTo>
                  <a:pt x="52794" y="76640"/>
                </a:lnTo>
                <a:cubicBezTo>
                  <a:pt x="52805" y="76661"/>
                  <a:pt x="52811" y="76668"/>
                  <a:pt x="52811" y="76668"/>
                </a:cubicBezTo>
                <a:cubicBezTo>
                  <a:pt x="52810" y="76668"/>
                  <a:pt x="52798" y="76654"/>
                  <a:pt x="52769" y="76640"/>
                </a:cubicBezTo>
                <a:cubicBezTo>
                  <a:pt x="52819" y="76640"/>
                  <a:pt x="52844" y="76615"/>
                  <a:pt x="52869" y="76615"/>
                </a:cubicBezTo>
                <a:cubicBezTo>
                  <a:pt x="52894" y="76615"/>
                  <a:pt x="52944" y="76615"/>
                  <a:pt x="52944" y="76565"/>
                </a:cubicBezTo>
                <a:lnTo>
                  <a:pt x="52993" y="76565"/>
                </a:lnTo>
                <a:cubicBezTo>
                  <a:pt x="53018" y="76565"/>
                  <a:pt x="53068" y="76540"/>
                  <a:pt x="53093" y="76540"/>
                </a:cubicBezTo>
                <a:cubicBezTo>
                  <a:pt x="53317" y="76465"/>
                  <a:pt x="53566" y="76391"/>
                  <a:pt x="53765" y="76316"/>
                </a:cubicBezTo>
                <a:cubicBezTo>
                  <a:pt x="53815" y="76316"/>
                  <a:pt x="53815" y="76316"/>
                  <a:pt x="53840" y="76291"/>
                </a:cubicBezTo>
                <a:cubicBezTo>
                  <a:pt x="53865" y="76291"/>
                  <a:pt x="53889" y="76266"/>
                  <a:pt x="53939" y="76266"/>
                </a:cubicBezTo>
                <a:cubicBezTo>
                  <a:pt x="53964" y="76266"/>
                  <a:pt x="53964" y="76266"/>
                  <a:pt x="53989" y="76241"/>
                </a:cubicBezTo>
                <a:lnTo>
                  <a:pt x="54014" y="76241"/>
                </a:lnTo>
                <a:cubicBezTo>
                  <a:pt x="54238" y="76167"/>
                  <a:pt x="54462" y="76067"/>
                  <a:pt x="54711" y="75968"/>
                </a:cubicBezTo>
                <a:close/>
                <a:moveTo>
                  <a:pt x="94835" y="71587"/>
                </a:moveTo>
                <a:cubicBezTo>
                  <a:pt x="96677" y="73503"/>
                  <a:pt x="98071" y="75196"/>
                  <a:pt x="99067" y="76640"/>
                </a:cubicBezTo>
                <a:cubicBezTo>
                  <a:pt x="99067" y="76665"/>
                  <a:pt x="99042" y="76665"/>
                  <a:pt x="99042" y="76689"/>
                </a:cubicBezTo>
                <a:cubicBezTo>
                  <a:pt x="98071" y="75271"/>
                  <a:pt x="96652" y="73553"/>
                  <a:pt x="94835" y="71661"/>
                </a:cubicBezTo>
                <a:lnTo>
                  <a:pt x="94835" y="71587"/>
                </a:lnTo>
                <a:close/>
                <a:moveTo>
                  <a:pt x="106883" y="62676"/>
                </a:moveTo>
                <a:cubicBezTo>
                  <a:pt x="105165" y="67231"/>
                  <a:pt x="102626" y="72035"/>
                  <a:pt x="99341" y="76689"/>
                </a:cubicBezTo>
                <a:lnTo>
                  <a:pt x="99316" y="76665"/>
                </a:lnTo>
                <a:cubicBezTo>
                  <a:pt x="99415" y="76490"/>
                  <a:pt x="99515" y="76316"/>
                  <a:pt x="99639" y="76167"/>
                </a:cubicBezTo>
                <a:cubicBezTo>
                  <a:pt x="100013" y="75644"/>
                  <a:pt x="100361" y="75121"/>
                  <a:pt x="100685" y="74574"/>
                </a:cubicBezTo>
                <a:cubicBezTo>
                  <a:pt x="100909" y="74275"/>
                  <a:pt x="101108" y="73951"/>
                  <a:pt x="101307" y="73628"/>
                </a:cubicBezTo>
                <a:cubicBezTo>
                  <a:pt x="101556" y="73205"/>
                  <a:pt x="101805" y="72782"/>
                  <a:pt x="102054" y="72383"/>
                </a:cubicBezTo>
                <a:lnTo>
                  <a:pt x="102527" y="71637"/>
                </a:lnTo>
                <a:cubicBezTo>
                  <a:pt x="103199" y="70467"/>
                  <a:pt x="103796" y="69322"/>
                  <a:pt x="104394" y="68177"/>
                </a:cubicBezTo>
                <a:cubicBezTo>
                  <a:pt x="104443" y="68027"/>
                  <a:pt x="104543" y="67853"/>
                  <a:pt x="104618" y="67729"/>
                </a:cubicBezTo>
                <a:cubicBezTo>
                  <a:pt x="104866" y="67231"/>
                  <a:pt x="105066" y="66733"/>
                  <a:pt x="105314" y="66285"/>
                </a:cubicBezTo>
                <a:cubicBezTo>
                  <a:pt x="105389" y="66161"/>
                  <a:pt x="105414" y="66061"/>
                  <a:pt x="105489" y="65936"/>
                </a:cubicBezTo>
                <a:cubicBezTo>
                  <a:pt x="105987" y="64841"/>
                  <a:pt x="106435" y="63746"/>
                  <a:pt x="106858" y="62676"/>
                </a:cubicBezTo>
                <a:close/>
                <a:moveTo>
                  <a:pt x="12570" y="76416"/>
                </a:moveTo>
                <a:cubicBezTo>
                  <a:pt x="12620" y="76440"/>
                  <a:pt x="12645" y="76440"/>
                  <a:pt x="12670" y="76465"/>
                </a:cubicBezTo>
                <a:cubicBezTo>
                  <a:pt x="12695" y="76515"/>
                  <a:pt x="12744" y="76515"/>
                  <a:pt x="12769" y="76540"/>
                </a:cubicBezTo>
                <a:cubicBezTo>
                  <a:pt x="12869" y="76615"/>
                  <a:pt x="12894" y="76665"/>
                  <a:pt x="12944" y="76714"/>
                </a:cubicBezTo>
                <a:cubicBezTo>
                  <a:pt x="12919" y="76689"/>
                  <a:pt x="12894" y="76689"/>
                  <a:pt x="12869" y="76665"/>
                </a:cubicBezTo>
                <a:cubicBezTo>
                  <a:pt x="12819" y="76640"/>
                  <a:pt x="12794" y="76640"/>
                  <a:pt x="12769" y="76615"/>
                </a:cubicBezTo>
                <a:lnTo>
                  <a:pt x="12744" y="76565"/>
                </a:lnTo>
                <a:lnTo>
                  <a:pt x="12570" y="76416"/>
                </a:lnTo>
                <a:close/>
                <a:moveTo>
                  <a:pt x="19166" y="72557"/>
                </a:moveTo>
                <a:cubicBezTo>
                  <a:pt x="19166" y="72582"/>
                  <a:pt x="19141" y="72582"/>
                  <a:pt x="19141" y="72632"/>
                </a:cubicBezTo>
                <a:cubicBezTo>
                  <a:pt x="19042" y="72657"/>
                  <a:pt x="18967" y="72707"/>
                  <a:pt x="18893" y="72757"/>
                </a:cubicBezTo>
                <a:cubicBezTo>
                  <a:pt x="18868" y="72782"/>
                  <a:pt x="18793" y="72782"/>
                  <a:pt x="18768" y="72806"/>
                </a:cubicBezTo>
                <a:cubicBezTo>
                  <a:pt x="18494" y="72956"/>
                  <a:pt x="18245" y="73080"/>
                  <a:pt x="17996" y="73254"/>
                </a:cubicBezTo>
                <a:cubicBezTo>
                  <a:pt x="17922" y="73279"/>
                  <a:pt x="17872" y="73304"/>
                  <a:pt x="17772" y="73379"/>
                </a:cubicBezTo>
                <a:cubicBezTo>
                  <a:pt x="17524" y="73528"/>
                  <a:pt x="17299" y="73653"/>
                  <a:pt x="17100" y="73802"/>
                </a:cubicBezTo>
                <a:lnTo>
                  <a:pt x="16802" y="74001"/>
                </a:lnTo>
                <a:cubicBezTo>
                  <a:pt x="16578" y="74126"/>
                  <a:pt x="16403" y="74275"/>
                  <a:pt x="16179" y="74424"/>
                </a:cubicBezTo>
                <a:cubicBezTo>
                  <a:pt x="16055" y="74524"/>
                  <a:pt x="15955" y="74574"/>
                  <a:pt x="15856" y="74673"/>
                </a:cubicBezTo>
                <a:cubicBezTo>
                  <a:pt x="15657" y="74798"/>
                  <a:pt x="15507" y="74947"/>
                  <a:pt x="15308" y="75071"/>
                </a:cubicBezTo>
                <a:cubicBezTo>
                  <a:pt x="15184" y="75171"/>
                  <a:pt x="15059" y="75271"/>
                  <a:pt x="14910" y="75395"/>
                </a:cubicBezTo>
                <a:lnTo>
                  <a:pt x="14437" y="75768"/>
                </a:lnTo>
                <a:cubicBezTo>
                  <a:pt x="14288" y="75893"/>
                  <a:pt x="14163" y="76017"/>
                  <a:pt x="14014" y="76142"/>
                </a:cubicBezTo>
                <a:cubicBezTo>
                  <a:pt x="13889" y="76266"/>
                  <a:pt x="13715" y="76391"/>
                  <a:pt x="13616" y="76515"/>
                </a:cubicBezTo>
                <a:cubicBezTo>
                  <a:pt x="13541" y="76565"/>
                  <a:pt x="13441" y="76640"/>
                  <a:pt x="13392" y="76714"/>
                </a:cubicBezTo>
                <a:lnTo>
                  <a:pt x="13367" y="76714"/>
                </a:lnTo>
                <a:cubicBezTo>
                  <a:pt x="13367" y="76714"/>
                  <a:pt x="13317" y="76714"/>
                  <a:pt x="13317" y="76689"/>
                </a:cubicBezTo>
                <a:cubicBezTo>
                  <a:pt x="13392" y="76640"/>
                  <a:pt x="13491" y="76565"/>
                  <a:pt x="13541" y="76465"/>
                </a:cubicBezTo>
                <a:cubicBezTo>
                  <a:pt x="13690" y="76366"/>
                  <a:pt x="13815" y="76216"/>
                  <a:pt x="13989" y="76067"/>
                </a:cubicBezTo>
                <a:cubicBezTo>
                  <a:pt x="14138" y="75943"/>
                  <a:pt x="14288" y="75818"/>
                  <a:pt x="14412" y="75694"/>
                </a:cubicBezTo>
                <a:cubicBezTo>
                  <a:pt x="14561" y="75569"/>
                  <a:pt x="14736" y="75445"/>
                  <a:pt x="14860" y="75320"/>
                </a:cubicBezTo>
                <a:cubicBezTo>
                  <a:pt x="15010" y="75196"/>
                  <a:pt x="15134" y="75121"/>
                  <a:pt x="15283" y="74997"/>
                </a:cubicBezTo>
                <a:cubicBezTo>
                  <a:pt x="15433" y="74847"/>
                  <a:pt x="15607" y="74723"/>
                  <a:pt x="15781" y="74623"/>
                </a:cubicBezTo>
                <a:cubicBezTo>
                  <a:pt x="15906" y="74524"/>
                  <a:pt x="16055" y="74424"/>
                  <a:pt x="16179" y="74325"/>
                </a:cubicBezTo>
                <a:cubicBezTo>
                  <a:pt x="16379" y="74200"/>
                  <a:pt x="16553" y="74076"/>
                  <a:pt x="16727" y="73951"/>
                </a:cubicBezTo>
                <a:cubicBezTo>
                  <a:pt x="16851" y="73877"/>
                  <a:pt x="16976" y="73802"/>
                  <a:pt x="17100" y="73752"/>
                </a:cubicBezTo>
                <a:cubicBezTo>
                  <a:pt x="17275" y="73628"/>
                  <a:pt x="17499" y="73503"/>
                  <a:pt x="17673" y="73379"/>
                </a:cubicBezTo>
                <a:cubicBezTo>
                  <a:pt x="17772" y="73304"/>
                  <a:pt x="17897" y="73254"/>
                  <a:pt x="17996" y="73180"/>
                </a:cubicBezTo>
                <a:cubicBezTo>
                  <a:pt x="18220" y="73055"/>
                  <a:pt x="18420" y="72931"/>
                  <a:pt x="18668" y="72806"/>
                </a:cubicBezTo>
                <a:cubicBezTo>
                  <a:pt x="18768" y="72757"/>
                  <a:pt x="18868" y="72707"/>
                  <a:pt x="18967" y="72682"/>
                </a:cubicBezTo>
                <a:cubicBezTo>
                  <a:pt x="19042" y="72582"/>
                  <a:pt x="19117" y="72557"/>
                  <a:pt x="19166" y="72557"/>
                </a:cubicBezTo>
                <a:close/>
                <a:moveTo>
                  <a:pt x="80747" y="71089"/>
                </a:moveTo>
                <a:cubicBezTo>
                  <a:pt x="83361" y="73155"/>
                  <a:pt x="85999" y="75047"/>
                  <a:pt x="88538" y="76665"/>
                </a:cubicBezTo>
                <a:cubicBezTo>
                  <a:pt x="88538" y="76689"/>
                  <a:pt x="88488" y="76689"/>
                  <a:pt x="88488" y="76714"/>
                </a:cubicBezTo>
                <a:cubicBezTo>
                  <a:pt x="85974" y="75121"/>
                  <a:pt x="83336" y="73205"/>
                  <a:pt x="80722" y="71139"/>
                </a:cubicBezTo>
                <a:lnTo>
                  <a:pt x="80747" y="71089"/>
                </a:lnTo>
                <a:close/>
                <a:moveTo>
                  <a:pt x="88687" y="76764"/>
                </a:moveTo>
                <a:cubicBezTo>
                  <a:pt x="88712" y="76764"/>
                  <a:pt x="88712" y="76789"/>
                  <a:pt x="88737" y="76789"/>
                </a:cubicBezTo>
                <a:cubicBezTo>
                  <a:pt x="88737" y="76814"/>
                  <a:pt x="88712" y="76814"/>
                  <a:pt x="88712" y="76864"/>
                </a:cubicBezTo>
                <a:cubicBezTo>
                  <a:pt x="88687" y="76864"/>
                  <a:pt x="88687" y="76814"/>
                  <a:pt x="88662" y="76814"/>
                </a:cubicBezTo>
                <a:cubicBezTo>
                  <a:pt x="88662" y="76789"/>
                  <a:pt x="88687" y="76789"/>
                  <a:pt x="88687" y="76764"/>
                </a:cubicBezTo>
                <a:close/>
                <a:moveTo>
                  <a:pt x="99191" y="76814"/>
                </a:moveTo>
                <a:cubicBezTo>
                  <a:pt x="99191" y="76814"/>
                  <a:pt x="99191" y="76864"/>
                  <a:pt x="99241" y="76864"/>
                </a:cubicBezTo>
                <a:cubicBezTo>
                  <a:pt x="99241" y="76864"/>
                  <a:pt x="99191" y="76889"/>
                  <a:pt x="99191" y="76913"/>
                </a:cubicBezTo>
                <a:lnTo>
                  <a:pt x="99166" y="76889"/>
                </a:lnTo>
                <a:cubicBezTo>
                  <a:pt x="99166" y="76839"/>
                  <a:pt x="99191" y="76839"/>
                  <a:pt x="99191" y="76814"/>
                </a:cubicBezTo>
                <a:close/>
                <a:moveTo>
                  <a:pt x="44033" y="76889"/>
                </a:moveTo>
                <a:cubicBezTo>
                  <a:pt x="44033" y="76889"/>
                  <a:pt x="44057" y="76889"/>
                  <a:pt x="44057" y="76913"/>
                </a:cubicBezTo>
                <a:cubicBezTo>
                  <a:pt x="44057" y="76938"/>
                  <a:pt x="44033" y="76988"/>
                  <a:pt x="44033" y="77013"/>
                </a:cubicBezTo>
                <a:lnTo>
                  <a:pt x="44033" y="76889"/>
                </a:lnTo>
                <a:close/>
                <a:moveTo>
                  <a:pt x="93392" y="70417"/>
                </a:moveTo>
                <a:cubicBezTo>
                  <a:pt x="93715" y="70765"/>
                  <a:pt x="94064" y="71089"/>
                  <a:pt x="94387" y="71437"/>
                </a:cubicBezTo>
                <a:cubicBezTo>
                  <a:pt x="93317" y="72757"/>
                  <a:pt x="92222" y="74076"/>
                  <a:pt x="91102" y="75370"/>
                </a:cubicBezTo>
                <a:cubicBezTo>
                  <a:pt x="91077" y="75395"/>
                  <a:pt x="91077" y="75420"/>
                  <a:pt x="91052" y="75420"/>
                </a:cubicBezTo>
                <a:cubicBezTo>
                  <a:pt x="90579" y="76017"/>
                  <a:pt x="90081" y="76565"/>
                  <a:pt x="89583" y="77113"/>
                </a:cubicBezTo>
                <a:lnTo>
                  <a:pt x="89036" y="76739"/>
                </a:lnTo>
                <a:cubicBezTo>
                  <a:pt x="90678" y="74648"/>
                  <a:pt x="92147" y="72533"/>
                  <a:pt x="93392" y="70417"/>
                </a:cubicBezTo>
                <a:close/>
                <a:moveTo>
                  <a:pt x="48214" y="73578"/>
                </a:moveTo>
                <a:cubicBezTo>
                  <a:pt x="49583" y="74325"/>
                  <a:pt x="50902" y="75345"/>
                  <a:pt x="52197" y="76640"/>
                </a:cubicBezTo>
                <a:cubicBezTo>
                  <a:pt x="52097" y="76665"/>
                  <a:pt x="51998" y="76665"/>
                  <a:pt x="51898" y="76689"/>
                </a:cubicBezTo>
                <a:cubicBezTo>
                  <a:pt x="51774" y="76714"/>
                  <a:pt x="51624" y="76764"/>
                  <a:pt x="51500" y="76789"/>
                </a:cubicBezTo>
                <a:cubicBezTo>
                  <a:pt x="51475" y="76789"/>
                  <a:pt x="51400" y="76814"/>
                  <a:pt x="51375" y="76814"/>
                </a:cubicBezTo>
                <a:cubicBezTo>
                  <a:pt x="51251" y="76864"/>
                  <a:pt x="51127" y="76864"/>
                  <a:pt x="51002" y="76889"/>
                </a:cubicBezTo>
                <a:cubicBezTo>
                  <a:pt x="50952" y="76889"/>
                  <a:pt x="50878" y="76913"/>
                  <a:pt x="50828" y="76913"/>
                </a:cubicBezTo>
                <a:cubicBezTo>
                  <a:pt x="50728" y="76938"/>
                  <a:pt x="50629" y="76938"/>
                  <a:pt x="50504" y="76988"/>
                </a:cubicBezTo>
                <a:cubicBezTo>
                  <a:pt x="50380" y="77013"/>
                  <a:pt x="50230" y="77013"/>
                  <a:pt x="50106" y="77038"/>
                </a:cubicBezTo>
                <a:lnTo>
                  <a:pt x="50006" y="77038"/>
                </a:lnTo>
                <a:cubicBezTo>
                  <a:pt x="49882" y="77063"/>
                  <a:pt x="49758" y="77063"/>
                  <a:pt x="49658" y="77088"/>
                </a:cubicBezTo>
                <a:cubicBezTo>
                  <a:pt x="49509" y="77137"/>
                  <a:pt x="49334" y="77137"/>
                  <a:pt x="49160" y="77137"/>
                </a:cubicBezTo>
                <a:lnTo>
                  <a:pt x="49061" y="77137"/>
                </a:lnTo>
                <a:cubicBezTo>
                  <a:pt x="49011" y="77137"/>
                  <a:pt x="48911" y="77137"/>
                  <a:pt x="48861" y="77162"/>
                </a:cubicBezTo>
                <a:cubicBezTo>
                  <a:pt x="48588" y="77162"/>
                  <a:pt x="48339" y="77187"/>
                  <a:pt x="48040" y="77187"/>
                </a:cubicBezTo>
                <a:cubicBezTo>
                  <a:pt x="47642" y="77187"/>
                  <a:pt x="47244" y="77162"/>
                  <a:pt x="46870" y="77137"/>
                </a:cubicBezTo>
                <a:cubicBezTo>
                  <a:pt x="46771" y="77137"/>
                  <a:pt x="46671" y="77113"/>
                  <a:pt x="46571" y="77113"/>
                </a:cubicBezTo>
                <a:cubicBezTo>
                  <a:pt x="46497" y="77113"/>
                  <a:pt x="46422" y="77063"/>
                  <a:pt x="46323" y="77063"/>
                </a:cubicBezTo>
                <a:cubicBezTo>
                  <a:pt x="46074" y="77038"/>
                  <a:pt x="45874" y="77013"/>
                  <a:pt x="45626" y="76938"/>
                </a:cubicBezTo>
                <a:cubicBezTo>
                  <a:pt x="45576" y="76938"/>
                  <a:pt x="45526" y="76913"/>
                  <a:pt x="45501" y="76913"/>
                </a:cubicBezTo>
                <a:cubicBezTo>
                  <a:pt x="45327" y="76889"/>
                  <a:pt x="45202" y="76814"/>
                  <a:pt x="45053" y="76789"/>
                </a:cubicBezTo>
                <a:cubicBezTo>
                  <a:pt x="45028" y="76789"/>
                  <a:pt x="45003" y="76764"/>
                  <a:pt x="44929" y="76764"/>
                </a:cubicBezTo>
                <a:cubicBezTo>
                  <a:pt x="44954" y="76640"/>
                  <a:pt x="45028" y="76490"/>
                  <a:pt x="45053" y="76366"/>
                </a:cubicBezTo>
                <a:cubicBezTo>
                  <a:pt x="45178" y="75893"/>
                  <a:pt x="45352" y="75495"/>
                  <a:pt x="45476" y="75146"/>
                </a:cubicBezTo>
                <a:cubicBezTo>
                  <a:pt x="45601" y="75071"/>
                  <a:pt x="45675" y="75022"/>
                  <a:pt x="45800" y="74947"/>
                </a:cubicBezTo>
                <a:lnTo>
                  <a:pt x="45999" y="74872"/>
                </a:lnTo>
                <a:cubicBezTo>
                  <a:pt x="46049" y="74823"/>
                  <a:pt x="46099" y="74798"/>
                  <a:pt x="46148" y="74773"/>
                </a:cubicBezTo>
                <a:cubicBezTo>
                  <a:pt x="46522" y="74549"/>
                  <a:pt x="46870" y="74375"/>
                  <a:pt x="47244" y="74151"/>
                </a:cubicBezTo>
                <a:cubicBezTo>
                  <a:pt x="47492" y="74001"/>
                  <a:pt x="47741" y="73827"/>
                  <a:pt x="47990" y="73702"/>
                </a:cubicBezTo>
                <a:cubicBezTo>
                  <a:pt x="48040" y="73678"/>
                  <a:pt x="48115" y="73603"/>
                  <a:pt x="48214" y="73578"/>
                </a:cubicBezTo>
                <a:close/>
                <a:moveTo>
                  <a:pt x="94537" y="71587"/>
                </a:moveTo>
                <a:lnTo>
                  <a:pt x="94562" y="71637"/>
                </a:lnTo>
                <a:cubicBezTo>
                  <a:pt x="94213" y="72035"/>
                  <a:pt x="93914" y="72458"/>
                  <a:pt x="93566" y="72881"/>
                </a:cubicBezTo>
                <a:lnTo>
                  <a:pt x="93093" y="73429"/>
                </a:lnTo>
                <a:cubicBezTo>
                  <a:pt x="92545" y="74076"/>
                  <a:pt x="91973" y="74773"/>
                  <a:pt x="91425" y="75420"/>
                </a:cubicBezTo>
                <a:cubicBezTo>
                  <a:pt x="91176" y="75694"/>
                  <a:pt x="90952" y="75943"/>
                  <a:pt x="90703" y="76241"/>
                </a:cubicBezTo>
                <a:cubicBezTo>
                  <a:pt x="90405" y="76565"/>
                  <a:pt x="90106" y="76913"/>
                  <a:pt x="89807" y="77237"/>
                </a:cubicBezTo>
                <a:cubicBezTo>
                  <a:pt x="89782" y="77237"/>
                  <a:pt x="89782" y="77187"/>
                  <a:pt x="89733" y="77187"/>
                </a:cubicBezTo>
                <a:cubicBezTo>
                  <a:pt x="91425" y="75370"/>
                  <a:pt x="93018" y="73503"/>
                  <a:pt x="94537" y="71587"/>
                </a:cubicBezTo>
                <a:close/>
                <a:moveTo>
                  <a:pt x="43560" y="76689"/>
                </a:moveTo>
                <a:cubicBezTo>
                  <a:pt x="43609" y="76689"/>
                  <a:pt x="43609" y="76739"/>
                  <a:pt x="43634" y="76739"/>
                </a:cubicBezTo>
                <a:cubicBezTo>
                  <a:pt x="43684" y="76764"/>
                  <a:pt x="43784" y="76789"/>
                  <a:pt x="43833" y="76814"/>
                </a:cubicBezTo>
                <a:cubicBezTo>
                  <a:pt x="43858" y="76938"/>
                  <a:pt x="43858" y="77113"/>
                  <a:pt x="43809" y="77262"/>
                </a:cubicBezTo>
                <a:cubicBezTo>
                  <a:pt x="43784" y="77237"/>
                  <a:pt x="43784" y="77187"/>
                  <a:pt x="43759" y="77187"/>
                </a:cubicBezTo>
                <a:cubicBezTo>
                  <a:pt x="43734" y="77162"/>
                  <a:pt x="43684" y="77113"/>
                  <a:pt x="43659" y="77063"/>
                </a:cubicBezTo>
                <a:cubicBezTo>
                  <a:pt x="43634" y="76938"/>
                  <a:pt x="43560" y="76814"/>
                  <a:pt x="43535" y="76739"/>
                </a:cubicBezTo>
                <a:lnTo>
                  <a:pt x="43560" y="76739"/>
                </a:lnTo>
                <a:lnTo>
                  <a:pt x="43560" y="76689"/>
                </a:lnTo>
                <a:close/>
                <a:moveTo>
                  <a:pt x="88911" y="76889"/>
                </a:moveTo>
                <a:cubicBezTo>
                  <a:pt x="89085" y="77013"/>
                  <a:pt x="89285" y="77137"/>
                  <a:pt x="89459" y="77237"/>
                </a:cubicBezTo>
                <a:cubicBezTo>
                  <a:pt x="89459" y="77262"/>
                  <a:pt x="89434" y="77262"/>
                  <a:pt x="89434" y="77287"/>
                </a:cubicBezTo>
                <a:cubicBezTo>
                  <a:pt x="89235" y="77162"/>
                  <a:pt x="89061" y="77063"/>
                  <a:pt x="88861" y="76938"/>
                </a:cubicBezTo>
                <a:cubicBezTo>
                  <a:pt x="88861" y="76913"/>
                  <a:pt x="88911" y="76913"/>
                  <a:pt x="88911" y="76889"/>
                </a:cubicBezTo>
                <a:close/>
                <a:moveTo>
                  <a:pt x="110243" y="61357"/>
                </a:moveTo>
                <a:lnTo>
                  <a:pt x="110243" y="61357"/>
                </a:lnTo>
                <a:cubicBezTo>
                  <a:pt x="107455" y="66683"/>
                  <a:pt x="103896" y="72060"/>
                  <a:pt x="99739" y="77312"/>
                </a:cubicBezTo>
                <a:cubicBezTo>
                  <a:pt x="99639" y="77162"/>
                  <a:pt x="99540" y="77038"/>
                  <a:pt x="99440" y="76889"/>
                </a:cubicBezTo>
                <a:cubicBezTo>
                  <a:pt x="100361" y="75619"/>
                  <a:pt x="101232" y="74300"/>
                  <a:pt x="102004" y="73006"/>
                </a:cubicBezTo>
                <a:cubicBezTo>
                  <a:pt x="104169" y="69446"/>
                  <a:pt x="105862" y="65961"/>
                  <a:pt x="107107" y="62601"/>
                </a:cubicBezTo>
                <a:cubicBezTo>
                  <a:pt x="108252" y="62253"/>
                  <a:pt x="109322" y="61854"/>
                  <a:pt x="110243" y="61357"/>
                </a:cubicBezTo>
                <a:close/>
                <a:moveTo>
                  <a:pt x="52272" y="76764"/>
                </a:moveTo>
                <a:lnTo>
                  <a:pt x="52296" y="76789"/>
                </a:lnTo>
                <a:lnTo>
                  <a:pt x="52272" y="76789"/>
                </a:lnTo>
                <a:cubicBezTo>
                  <a:pt x="52023" y="76839"/>
                  <a:pt x="51749" y="76913"/>
                  <a:pt x="51500" y="76988"/>
                </a:cubicBezTo>
                <a:cubicBezTo>
                  <a:pt x="51425" y="76988"/>
                  <a:pt x="51400" y="77013"/>
                  <a:pt x="51351" y="77013"/>
                </a:cubicBezTo>
                <a:cubicBezTo>
                  <a:pt x="51102" y="77063"/>
                  <a:pt x="50853" y="77113"/>
                  <a:pt x="50554" y="77162"/>
                </a:cubicBezTo>
                <a:cubicBezTo>
                  <a:pt x="50529" y="77162"/>
                  <a:pt x="50479" y="77187"/>
                  <a:pt x="50430" y="77187"/>
                </a:cubicBezTo>
                <a:cubicBezTo>
                  <a:pt x="50056" y="77262"/>
                  <a:pt x="49683" y="77287"/>
                  <a:pt x="49309" y="77312"/>
                </a:cubicBezTo>
                <a:cubicBezTo>
                  <a:pt x="49235" y="77312"/>
                  <a:pt x="49135" y="77361"/>
                  <a:pt x="49036" y="77361"/>
                </a:cubicBezTo>
                <a:cubicBezTo>
                  <a:pt x="48662" y="77386"/>
                  <a:pt x="48289" y="77411"/>
                  <a:pt x="47940" y="77411"/>
                </a:cubicBezTo>
                <a:lnTo>
                  <a:pt x="47916" y="77411"/>
                </a:lnTo>
                <a:cubicBezTo>
                  <a:pt x="47542" y="77411"/>
                  <a:pt x="47169" y="77386"/>
                  <a:pt x="46795" y="77361"/>
                </a:cubicBezTo>
                <a:lnTo>
                  <a:pt x="46696" y="77361"/>
                </a:lnTo>
                <a:cubicBezTo>
                  <a:pt x="46621" y="77361"/>
                  <a:pt x="46522" y="77312"/>
                  <a:pt x="46422" y="77312"/>
                </a:cubicBezTo>
                <a:cubicBezTo>
                  <a:pt x="46372" y="77312"/>
                  <a:pt x="46298" y="77287"/>
                  <a:pt x="46248" y="77287"/>
                </a:cubicBezTo>
                <a:cubicBezTo>
                  <a:pt x="45924" y="77262"/>
                  <a:pt x="45626" y="77187"/>
                  <a:pt x="45327" y="77137"/>
                </a:cubicBezTo>
                <a:cubicBezTo>
                  <a:pt x="45202" y="77088"/>
                  <a:pt x="45053" y="77038"/>
                  <a:pt x="44929" y="77013"/>
                </a:cubicBezTo>
                <a:lnTo>
                  <a:pt x="44904" y="77013"/>
                </a:lnTo>
                <a:lnTo>
                  <a:pt x="44879" y="76988"/>
                </a:lnTo>
                <a:lnTo>
                  <a:pt x="44829" y="76938"/>
                </a:lnTo>
                <a:lnTo>
                  <a:pt x="45003" y="76938"/>
                </a:lnTo>
                <a:cubicBezTo>
                  <a:pt x="45053" y="76988"/>
                  <a:pt x="45128" y="76988"/>
                  <a:pt x="45227" y="77013"/>
                </a:cubicBezTo>
                <a:cubicBezTo>
                  <a:pt x="45252" y="77013"/>
                  <a:pt x="45302" y="77038"/>
                  <a:pt x="45352" y="77038"/>
                </a:cubicBezTo>
                <a:lnTo>
                  <a:pt x="45402" y="77038"/>
                </a:lnTo>
                <a:cubicBezTo>
                  <a:pt x="45501" y="77063"/>
                  <a:pt x="45601" y="77063"/>
                  <a:pt x="45650" y="77113"/>
                </a:cubicBezTo>
                <a:cubicBezTo>
                  <a:pt x="45725" y="77113"/>
                  <a:pt x="45775" y="77137"/>
                  <a:pt x="45850" y="77137"/>
                </a:cubicBezTo>
                <a:cubicBezTo>
                  <a:pt x="45974" y="77162"/>
                  <a:pt x="46049" y="77187"/>
                  <a:pt x="46173" y="77187"/>
                </a:cubicBezTo>
                <a:cubicBezTo>
                  <a:pt x="46273" y="77187"/>
                  <a:pt x="46372" y="77237"/>
                  <a:pt x="46472" y="77237"/>
                </a:cubicBezTo>
                <a:cubicBezTo>
                  <a:pt x="46522" y="77237"/>
                  <a:pt x="46596" y="77262"/>
                  <a:pt x="46646" y="77262"/>
                </a:cubicBezTo>
                <a:lnTo>
                  <a:pt x="46845" y="77262"/>
                </a:lnTo>
                <a:cubicBezTo>
                  <a:pt x="46920" y="77262"/>
                  <a:pt x="46995" y="77287"/>
                  <a:pt x="47094" y="77287"/>
                </a:cubicBezTo>
                <a:cubicBezTo>
                  <a:pt x="47393" y="77312"/>
                  <a:pt x="47716" y="77312"/>
                  <a:pt x="48015" y="77312"/>
                </a:cubicBezTo>
                <a:cubicBezTo>
                  <a:pt x="48289" y="77312"/>
                  <a:pt x="48538" y="77312"/>
                  <a:pt x="48837" y="77287"/>
                </a:cubicBezTo>
                <a:lnTo>
                  <a:pt x="48961" y="77287"/>
                </a:lnTo>
                <a:cubicBezTo>
                  <a:pt x="49011" y="77287"/>
                  <a:pt x="49085" y="77287"/>
                  <a:pt x="49135" y="77262"/>
                </a:cubicBezTo>
                <a:lnTo>
                  <a:pt x="49235" y="77262"/>
                </a:lnTo>
                <a:cubicBezTo>
                  <a:pt x="49359" y="77262"/>
                  <a:pt x="49509" y="77237"/>
                  <a:pt x="49633" y="77237"/>
                </a:cubicBezTo>
                <a:cubicBezTo>
                  <a:pt x="49832" y="77187"/>
                  <a:pt x="49982" y="77162"/>
                  <a:pt x="50156" y="77162"/>
                </a:cubicBezTo>
                <a:lnTo>
                  <a:pt x="50230" y="77162"/>
                </a:lnTo>
                <a:cubicBezTo>
                  <a:pt x="50280" y="77162"/>
                  <a:pt x="50380" y="77137"/>
                  <a:pt x="50430" y="77137"/>
                </a:cubicBezTo>
                <a:cubicBezTo>
                  <a:pt x="50479" y="77137"/>
                  <a:pt x="50529" y="77137"/>
                  <a:pt x="50554" y="77113"/>
                </a:cubicBezTo>
                <a:cubicBezTo>
                  <a:pt x="50629" y="77113"/>
                  <a:pt x="50678" y="77063"/>
                  <a:pt x="50753" y="77063"/>
                </a:cubicBezTo>
                <a:lnTo>
                  <a:pt x="50778" y="77063"/>
                </a:lnTo>
                <a:cubicBezTo>
                  <a:pt x="50878" y="77038"/>
                  <a:pt x="50977" y="77038"/>
                  <a:pt x="51052" y="77013"/>
                </a:cubicBezTo>
                <a:lnTo>
                  <a:pt x="51127" y="77013"/>
                </a:lnTo>
                <a:cubicBezTo>
                  <a:pt x="51176" y="77013"/>
                  <a:pt x="51226" y="76988"/>
                  <a:pt x="51276" y="76988"/>
                </a:cubicBezTo>
                <a:cubicBezTo>
                  <a:pt x="51500" y="76938"/>
                  <a:pt x="51724" y="76889"/>
                  <a:pt x="51923" y="76814"/>
                </a:cubicBezTo>
                <a:lnTo>
                  <a:pt x="52023" y="76814"/>
                </a:lnTo>
                <a:cubicBezTo>
                  <a:pt x="52097" y="76814"/>
                  <a:pt x="52122" y="76789"/>
                  <a:pt x="52172" y="76789"/>
                </a:cubicBezTo>
                <a:cubicBezTo>
                  <a:pt x="52222" y="76789"/>
                  <a:pt x="52247" y="76789"/>
                  <a:pt x="52272" y="76764"/>
                </a:cubicBezTo>
                <a:close/>
                <a:moveTo>
                  <a:pt x="89608" y="77337"/>
                </a:moveTo>
                <a:cubicBezTo>
                  <a:pt x="89658" y="77337"/>
                  <a:pt x="89683" y="77337"/>
                  <a:pt x="89683" y="77386"/>
                </a:cubicBezTo>
                <a:cubicBezTo>
                  <a:pt x="89633" y="77411"/>
                  <a:pt x="89633" y="77411"/>
                  <a:pt x="89633" y="77436"/>
                </a:cubicBezTo>
                <a:cubicBezTo>
                  <a:pt x="89608" y="77436"/>
                  <a:pt x="89608" y="77411"/>
                  <a:pt x="89583" y="77411"/>
                </a:cubicBezTo>
                <a:cubicBezTo>
                  <a:pt x="89583" y="77386"/>
                  <a:pt x="89608" y="77386"/>
                  <a:pt x="89608" y="77337"/>
                </a:cubicBezTo>
                <a:close/>
                <a:moveTo>
                  <a:pt x="44057" y="77386"/>
                </a:moveTo>
                <a:lnTo>
                  <a:pt x="44057" y="77486"/>
                </a:lnTo>
                <a:cubicBezTo>
                  <a:pt x="44033" y="77511"/>
                  <a:pt x="44033" y="77536"/>
                  <a:pt x="44008" y="77536"/>
                </a:cubicBezTo>
                <a:cubicBezTo>
                  <a:pt x="44033" y="77486"/>
                  <a:pt x="44057" y="77436"/>
                  <a:pt x="44057" y="77386"/>
                </a:cubicBezTo>
                <a:close/>
                <a:moveTo>
                  <a:pt x="99316" y="77038"/>
                </a:moveTo>
                <a:cubicBezTo>
                  <a:pt x="99415" y="77187"/>
                  <a:pt x="99515" y="77312"/>
                  <a:pt x="99614" y="77486"/>
                </a:cubicBezTo>
                <a:lnTo>
                  <a:pt x="99540" y="77536"/>
                </a:lnTo>
                <a:cubicBezTo>
                  <a:pt x="99490" y="77386"/>
                  <a:pt x="99390" y="77237"/>
                  <a:pt x="99291" y="77113"/>
                </a:cubicBezTo>
                <a:cubicBezTo>
                  <a:pt x="99291" y="77063"/>
                  <a:pt x="99316" y="77063"/>
                  <a:pt x="99316" y="77038"/>
                </a:cubicBezTo>
                <a:close/>
                <a:moveTo>
                  <a:pt x="110616" y="61108"/>
                </a:moveTo>
                <a:lnTo>
                  <a:pt x="110616" y="61108"/>
                </a:lnTo>
                <a:cubicBezTo>
                  <a:pt x="107754" y="66609"/>
                  <a:pt x="104120" y="72159"/>
                  <a:pt x="99863" y="77536"/>
                </a:cubicBezTo>
                <a:cubicBezTo>
                  <a:pt x="99863" y="77511"/>
                  <a:pt x="99814" y="77511"/>
                  <a:pt x="99814" y="77486"/>
                </a:cubicBezTo>
                <a:cubicBezTo>
                  <a:pt x="104095" y="72134"/>
                  <a:pt x="107704" y="66609"/>
                  <a:pt x="110517" y="61182"/>
                </a:cubicBezTo>
                <a:cubicBezTo>
                  <a:pt x="110567" y="61133"/>
                  <a:pt x="110591" y="61133"/>
                  <a:pt x="110616" y="61108"/>
                </a:cubicBezTo>
                <a:close/>
                <a:moveTo>
                  <a:pt x="40896" y="74549"/>
                </a:moveTo>
                <a:cubicBezTo>
                  <a:pt x="40946" y="74574"/>
                  <a:pt x="40996" y="74648"/>
                  <a:pt x="41046" y="74673"/>
                </a:cubicBezTo>
                <a:cubicBezTo>
                  <a:pt x="41270" y="74897"/>
                  <a:pt x="41519" y="75071"/>
                  <a:pt x="41743" y="75295"/>
                </a:cubicBezTo>
                <a:lnTo>
                  <a:pt x="41767" y="75320"/>
                </a:lnTo>
                <a:cubicBezTo>
                  <a:pt x="41892" y="75445"/>
                  <a:pt x="42016" y="75619"/>
                  <a:pt x="42091" y="75744"/>
                </a:cubicBezTo>
                <a:cubicBezTo>
                  <a:pt x="42240" y="75893"/>
                  <a:pt x="42365" y="76042"/>
                  <a:pt x="42440" y="76192"/>
                </a:cubicBezTo>
                <a:cubicBezTo>
                  <a:pt x="41419" y="76689"/>
                  <a:pt x="40398" y="77162"/>
                  <a:pt x="39403" y="77561"/>
                </a:cubicBezTo>
                <a:cubicBezTo>
                  <a:pt x="39876" y="76565"/>
                  <a:pt x="40349" y="75569"/>
                  <a:pt x="40896" y="74549"/>
                </a:cubicBezTo>
                <a:close/>
                <a:moveTo>
                  <a:pt x="99739" y="77610"/>
                </a:moveTo>
                <a:cubicBezTo>
                  <a:pt x="99739" y="77635"/>
                  <a:pt x="99739" y="77660"/>
                  <a:pt x="99764" y="77660"/>
                </a:cubicBezTo>
                <a:lnTo>
                  <a:pt x="99689" y="77710"/>
                </a:lnTo>
                <a:cubicBezTo>
                  <a:pt x="99689" y="77685"/>
                  <a:pt x="99664" y="77685"/>
                  <a:pt x="99664" y="77660"/>
                </a:cubicBezTo>
                <a:lnTo>
                  <a:pt x="99739" y="77610"/>
                </a:lnTo>
                <a:close/>
                <a:moveTo>
                  <a:pt x="40747" y="74424"/>
                </a:moveTo>
                <a:lnTo>
                  <a:pt x="40772" y="74449"/>
                </a:lnTo>
                <a:cubicBezTo>
                  <a:pt x="40174" y="75544"/>
                  <a:pt x="39652" y="76640"/>
                  <a:pt x="39154" y="77685"/>
                </a:cubicBezTo>
                <a:cubicBezTo>
                  <a:pt x="39129" y="77685"/>
                  <a:pt x="39129" y="77685"/>
                  <a:pt x="39079" y="77735"/>
                </a:cubicBezTo>
                <a:cubicBezTo>
                  <a:pt x="39577" y="76615"/>
                  <a:pt x="40150" y="75520"/>
                  <a:pt x="40747" y="74424"/>
                </a:cubicBezTo>
                <a:close/>
                <a:moveTo>
                  <a:pt x="42614" y="76366"/>
                </a:moveTo>
                <a:lnTo>
                  <a:pt x="42614" y="76391"/>
                </a:lnTo>
                <a:lnTo>
                  <a:pt x="42639" y="76416"/>
                </a:lnTo>
                <a:cubicBezTo>
                  <a:pt x="41494" y="76938"/>
                  <a:pt x="40374" y="77436"/>
                  <a:pt x="39278" y="77884"/>
                </a:cubicBezTo>
                <a:cubicBezTo>
                  <a:pt x="39278" y="77859"/>
                  <a:pt x="39278" y="77859"/>
                  <a:pt x="39303" y="77859"/>
                </a:cubicBezTo>
                <a:cubicBezTo>
                  <a:pt x="40398" y="77386"/>
                  <a:pt x="41494" y="76889"/>
                  <a:pt x="42614" y="76366"/>
                </a:cubicBezTo>
                <a:close/>
                <a:moveTo>
                  <a:pt x="62477" y="72085"/>
                </a:moveTo>
                <a:cubicBezTo>
                  <a:pt x="62651" y="72259"/>
                  <a:pt x="62800" y="72433"/>
                  <a:pt x="62950" y="72582"/>
                </a:cubicBezTo>
                <a:cubicBezTo>
                  <a:pt x="60734" y="74449"/>
                  <a:pt x="58445" y="76266"/>
                  <a:pt x="56055" y="77984"/>
                </a:cubicBezTo>
                <a:cubicBezTo>
                  <a:pt x="55856" y="77287"/>
                  <a:pt x="55557" y="76665"/>
                  <a:pt x="55234" y="76067"/>
                </a:cubicBezTo>
                <a:lnTo>
                  <a:pt x="55706" y="75893"/>
                </a:lnTo>
                <a:cubicBezTo>
                  <a:pt x="55756" y="75868"/>
                  <a:pt x="55831" y="75818"/>
                  <a:pt x="55906" y="75793"/>
                </a:cubicBezTo>
                <a:cubicBezTo>
                  <a:pt x="56055" y="75744"/>
                  <a:pt x="56204" y="75669"/>
                  <a:pt x="56354" y="75619"/>
                </a:cubicBezTo>
                <a:cubicBezTo>
                  <a:pt x="56403" y="75569"/>
                  <a:pt x="56478" y="75544"/>
                  <a:pt x="56503" y="75544"/>
                </a:cubicBezTo>
                <a:cubicBezTo>
                  <a:pt x="56528" y="75520"/>
                  <a:pt x="56578" y="75520"/>
                  <a:pt x="56603" y="75495"/>
                </a:cubicBezTo>
                <a:cubicBezTo>
                  <a:pt x="56677" y="75445"/>
                  <a:pt x="56752" y="75420"/>
                  <a:pt x="56827" y="75395"/>
                </a:cubicBezTo>
                <a:lnTo>
                  <a:pt x="56851" y="75395"/>
                </a:lnTo>
                <a:cubicBezTo>
                  <a:pt x="56876" y="75370"/>
                  <a:pt x="56951" y="75370"/>
                  <a:pt x="56976" y="75320"/>
                </a:cubicBezTo>
                <a:cubicBezTo>
                  <a:pt x="57100" y="75271"/>
                  <a:pt x="57250" y="75196"/>
                  <a:pt x="57374" y="75121"/>
                </a:cubicBezTo>
                <a:cubicBezTo>
                  <a:pt x="57374" y="75121"/>
                  <a:pt x="57424" y="75121"/>
                  <a:pt x="57424" y="75071"/>
                </a:cubicBezTo>
                <a:cubicBezTo>
                  <a:pt x="57449" y="75071"/>
                  <a:pt x="57474" y="75047"/>
                  <a:pt x="57474" y="75047"/>
                </a:cubicBezTo>
                <a:cubicBezTo>
                  <a:pt x="57573" y="75022"/>
                  <a:pt x="57648" y="74947"/>
                  <a:pt x="57748" y="74922"/>
                </a:cubicBezTo>
                <a:cubicBezTo>
                  <a:pt x="57947" y="74823"/>
                  <a:pt x="58146" y="74698"/>
                  <a:pt x="58345" y="74623"/>
                </a:cubicBezTo>
                <a:cubicBezTo>
                  <a:pt x="58345" y="74623"/>
                  <a:pt x="58370" y="74623"/>
                  <a:pt x="58370" y="74574"/>
                </a:cubicBezTo>
                <a:cubicBezTo>
                  <a:pt x="58469" y="74524"/>
                  <a:pt x="58594" y="74499"/>
                  <a:pt x="58693" y="74424"/>
                </a:cubicBezTo>
                <a:cubicBezTo>
                  <a:pt x="58718" y="74424"/>
                  <a:pt x="58743" y="74399"/>
                  <a:pt x="58743" y="74399"/>
                </a:cubicBezTo>
                <a:cubicBezTo>
                  <a:pt x="58942" y="74300"/>
                  <a:pt x="59092" y="74200"/>
                  <a:pt x="59291" y="74126"/>
                </a:cubicBezTo>
                <a:lnTo>
                  <a:pt x="59316" y="74126"/>
                </a:lnTo>
                <a:cubicBezTo>
                  <a:pt x="59440" y="74051"/>
                  <a:pt x="59540" y="74001"/>
                  <a:pt x="59664" y="73926"/>
                </a:cubicBezTo>
                <a:cubicBezTo>
                  <a:pt x="59838" y="73802"/>
                  <a:pt x="60038" y="73702"/>
                  <a:pt x="60237" y="73578"/>
                </a:cubicBezTo>
                <a:cubicBezTo>
                  <a:pt x="60286" y="73553"/>
                  <a:pt x="60336" y="73528"/>
                  <a:pt x="60361" y="73503"/>
                </a:cubicBezTo>
                <a:cubicBezTo>
                  <a:pt x="60461" y="73429"/>
                  <a:pt x="60560" y="73404"/>
                  <a:pt x="60610" y="73329"/>
                </a:cubicBezTo>
                <a:cubicBezTo>
                  <a:pt x="60809" y="73205"/>
                  <a:pt x="60983" y="73080"/>
                  <a:pt x="61183" y="73006"/>
                </a:cubicBezTo>
                <a:cubicBezTo>
                  <a:pt x="61307" y="72906"/>
                  <a:pt x="61456" y="72806"/>
                  <a:pt x="61581" y="72707"/>
                </a:cubicBezTo>
                <a:lnTo>
                  <a:pt x="62153" y="72333"/>
                </a:lnTo>
                <a:cubicBezTo>
                  <a:pt x="62278" y="72259"/>
                  <a:pt x="62402" y="72184"/>
                  <a:pt x="62477" y="72085"/>
                </a:cubicBezTo>
                <a:close/>
                <a:moveTo>
                  <a:pt x="39029" y="77934"/>
                </a:moveTo>
                <a:lnTo>
                  <a:pt x="39029" y="77959"/>
                </a:lnTo>
                <a:lnTo>
                  <a:pt x="39029" y="78009"/>
                </a:lnTo>
                <a:cubicBezTo>
                  <a:pt x="39017" y="78021"/>
                  <a:pt x="38998" y="78027"/>
                  <a:pt x="38983" y="78027"/>
                </a:cubicBezTo>
                <a:cubicBezTo>
                  <a:pt x="38967" y="78027"/>
                  <a:pt x="38955" y="78021"/>
                  <a:pt x="38955" y="78009"/>
                </a:cubicBezTo>
                <a:cubicBezTo>
                  <a:pt x="38955" y="77959"/>
                  <a:pt x="38955" y="77959"/>
                  <a:pt x="39005" y="77959"/>
                </a:cubicBezTo>
                <a:cubicBezTo>
                  <a:pt x="39005" y="77959"/>
                  <a:pt x="39029" y="77959"/>
                  <a:pt x="39029" y="77934"/>
                </a:cubicBezTo>
                <a:close/>
                <a:moveTo>
                  <a:pt x="55084" y="76142"/>
                </a:moveTo>
                <a:cubicBezTo>
                  <a:pt x="55383" y="76764"/>
                  <a:pt x="55706" y="77386"/>
                  <a:pt x="56055" y="78009"/>
                </a:cubicBezTo>
                <a:lnTo>
                  <a:pt x="56005" y="78034"/>
                </a:lnTo>
                <a:cubicBezTo>
                  <a:pt x="55632" y="77411"/>
                  <a:pt x="55333" y="76789"/>
                  <a:pt x="55010" y="76167"/>
                </a:cubicBezTo>
                <a:cubicBezTo>
                  <a:pt x="55059" y="76167"/>
                  <a:pt x="55059" y="76167"/>
                  <a:pt x="55084" y="76142"/>
                </a:cubicBezTo>
                <a:close/>
                <a:moveTo>
                  <a:pt x="44505" y="77212"/>
                </a:moveTo>
                <a:lnTo>
                  <a:pt x="44530" y="77262"/>
                </a:lnTo>
                <a:lnTo>
                  <a:pt x="44555" y="77287"/>
                </a:lnTo>
                <a:cubicBezTo>
                  <a:pt x="44505" y="77486"/>
                  <a:pt x="44431" y="77760"/>
                  <a:pt x="44381" y="78058"/>
                </a:cubicBezTo>
                <a:lnTo>
                  <a:pt x="44356" y="78034"/>
                </a:lnTo>
                <a:cubicBezTo>
                  <a:pt x="44356" y="78034"/>
                  <a:pt x="44356" y="78009"/>
                  <a:pt x="44306" y="78009"/>
                </a:cubicBezTo>
                <a:cubicBezTo>
                  <a:pt x="44306" y="77934"/>
                  <a:pt x="44356" y="77884"/>
                  <a:pt x="44356" y="77834"/>
                </a:cubicBezTo>
                <a:lnTo>
                  <a:pt x="44431" y="77461"/>
                </a:lnTo>
                <a:cubicBezTo>
                  <a:pt x="44481" y="77386"/>
                  <a:pt x="44481" y="77312"/>
                  <a:pt x="44505" y="77212"/>
                </a:cubicBezTo>
                <a:close/>
                <a:moveTo>
                  <a:pt x="63199" y="72657"/>
                </a:moveTo>
                <a:cubicBezTo>
                  <a:pt x="63199" y="72682"/>
                  <a:pt x="63224" y="72682"/>
                  <a:pt x="63224" y="72707"/>
                </a:cubicBezTo>
                <a:cubicBezTo>
                  <a:pt x="60983" y="74623"/>
                  <a:pt x="58693" y="76416"/>
                  <a:pt x="56304" y="78133"/>
                </a:cubicBezTo>
                <a:cubicBezTo>
                  <a:pt x="56304" y="78083"/>
                  <a:pt x="56254" y="78083"/>
                  <a:pt x="56254" y="78058"/>
                </a:cubicBezTo>
                <a:cubicBezTo>
                  <a:pt x="58669" y="76366"/>
                  <a:pt x="60983" y="74524"/>
                  <a:pt x="63199" y="72657"/>
                </a:cubicBezTo>
                <a:close/>
                <a:moveTo>
                  <a:pt x="3584" y="65936"/>
                </a:moveTo>
                <a:cubicBezTo>
                  <a:pt x="4207" y="68102"/>
                  <a:pt x="5526" y="70317"/>
                  <a:pt x="7467" y="72433"/>
                </a:cubicBezTo>
                <a:cubicBezTo>
                  <a:pt x="5551" y="74175"/>
                  <a:pt x="4033" y="76142"/>
                  <a:pt x="2912" y="78258"/>
                </a:cubicBezTo>
                <a:cubicBezTo>
                  <a:pt x="2240" y="75495"/>
                  <a:pt x="2141" y="72433"/>
                  <a:pt x="2539" y="69172"/>
                </a:cubicBezTo>
                <a:cubicBezTo>
                  <a:pt x="2838" y="68102"/>
                  <a:pt x="3186" y="67032"/>
                  <a:pt x="3584" y="65936"/>
                </a:cubicBezTo>
                <a:close/>
                <a:moveTo>
                  <a:pt x="43809" y="78158"/>
                </a:moveTo>
                <a:cubicBezTo>
                  <a:pt x="43858" y="78183"/>
                  <a:pt x="43858" y="78233"/>
                  <a:pt x="43858" y="78258"/>
                </a:cubicBezTo>
                <a:cubicBezTo>
                  <a:pt x="43809" y="78233"/>
                  <a:pt x="43809" y="78183"/>
                  <a:pt x="43809" y="78158"/>
                </a:cubicBezTo>
                <a:close/>
                <a:moveTo>
                  <a:pt x="18967" y="72931"/>
                </a:moveTo>
                <a:cubicBezTo>
                  <a:pt x="18121" y="74798"/>
                  <a:pt x="17349" y="76665"/>
                  <a:pt x="16652" y="78506"/>
                </a:cubicBezTo>
                <a:cubicBezTo>
                  <a:pt x="15557" y="77984"/>
                  <a:pt x="14537" y="77411"/>
                  <a:pt x="13516" y="76789"/>
                </a:cubicBezTo>
                <a:cubicBezTo>
                  <a:pt x="13616" y="76739"/>
                  <a:pt x="13665" y="76640"/>
                  <a:pt x="13765" y="76565"/>
                </a:cubicBezTo>
                <a:cubicBezTo>
                  <a:pt x="13889" y="76440"/>
                  <a:pt x="14014" y="76316"/>
                  <a:pt x="14138" y="76241"/>
                </a:cubicBezTo>
                <a:lnTo>
                  <a:pt x="14611" y="75868"/>
                </a:lnTo>
                <a:cubicBezTo>
                  <a:pt x="14761" y="75744"/>
                  <a:pt x="14885" y="75619"/>
                  <a:pt x="15034" y="75520"/>
                </a:cubicBezTo>
                <a:cubicBezTo>
                  <a:pt x="15184" y="75395"/>
                  <a:pt x="15308" y="75295"/>
                  <a:pt x="15482" y="75171"/>
                </a:cubicBezTo>
                <a:lnTo>
                  <a:pt x="15930" y="74798"/>
                </a:lnTo>
                <a:cubicBezTo>
                  <a:pt x="16055" y="74698"/>
                  <a:pt x="16229" y="74623"/>
                  <a:pt x="16354" y="74524"/>
                </a:cubicBezTo>
                <a:cubicBezTo>
                  <a:pt x="16528" y="74399"/>
                  <a:pt x="16677" y="74275"/>
                  <a:pt x="16876" y="74151"/>
                </a:cubicBezTo>
                <a:cubicBezTo>
                  <a:pt x="17001" y="74051"/>
                  <a:pt x="17125" y="74001"/>
                  <a:pt x="17250" y="73926"/>
                </a:cubicBezTo>
                <a:cubicBezTo>
                  <a:pt x="17424" y="73802"/>
                  <a:pt x="17648" y="73678"/>
                  <a:pt x="17847" y="73553"/>
                </a:cubicBezTo>
                <a:cubicBezTo>
                  <a:pt x="17922" y="73503"/>
                  <a:pt x="18046" y="73429"/>
                  <a:pt x="18146" y="73379"/>
                </a:cubicBezTo>
                <a:lnTo>
                  <a:pt x="18793" y="73006"/>
                </a:lnTo>
                <a:cubicBezTo>
                  <a:pt x="18868" y="72956"/>
                  <a:pt x="18893" y="72931"/>
                  <a:pt x="18967" y="72931"/>
                </a:cubicBezTo>
                <a:close/>
                <a:moveTo>
                  <a:pt x="2215" y="70292"/>
                </a:moveTo>
                <a:cubicBezTo>
                  <a:pt x="1967" y="73205"/>
                  <a:pt x="2141" y="75992"/>
                  <a:pt x="2738" y="78531"/>
                </a:cubicBezTo>
                <a:cubicBezTo>
                  <a:pt x="2713" y="78556"/>
                  <a:pt x="2713" y="78581"/>
                  <a:pt x="2713" y="78631"/>
                </a:cubicBezTo>
                <a:cubicBezTo>
                  <a:pt x="2116" y="76167"/>
                  <a:pt x="1942" y="73454"/>
                  <a:pt x="2116" y="70591"/>
                </a:cubicBezTo>
                <a:cubicBezTo>
                  <a:pt x="2141" y="70492"/>
                  <a:pt x="2191" y="70392"/>
                  <a:pt x="2215" y="70292"/>
                </a:cubicBezTo>
                <a:close/>
                <a:moveTo>
                  <a:pt x="19365" y="72757"/>
                </a:moveTo>
                <a:cubicBezTo>
                  <a:pt x="18420" y="74698"/>
                  <a:pt x="17598" y="76665"/>
                  <a:pt x="16901" y="78631"/>
                </a:cubicBezTo>
                <a:cubicBezTo>
                  <a:pt x="16876" y="78631"/>
                  <a:pt x="16876" y="78581"/>
                  <a:pt x="16851" y="78581"/>
                </a:cubicBezTo>
                <a:cubicBezTo>
                  <a:pt x="17548" y="76665"/>
                  <a:pt x="18370" y="74723"/>
                  <a:pt x="19266" y="72782"/>
                </a:cubicBezTo>
                <a:cubicBezTo>
                  <a:pt x="19291" y="72782"/>
                  <a:pt x="19316" y="72757"/>
                  <a:pt x="19365" y="72757"/>
                </a:cubicBezTo>
                <a:close/>
                <a:moveTo>
                  <a:pt x="7592" y="72582"/>
                </a:moveTo>
                <a:lnTo>
                  <a:pt x="7642" y="72632"/>
                </a:lnTo>
                <a:cubicBezTo>
                  <a:pt x="5650" y="74424"/>
                  <a:pt x="4082" y="76440"/>
                  <a:pt x="2987" y="78656"/>
                </a:cubicBezTo>
                <a:cubicBezTo>
                  <a:pt x="2987" y="78631"/>
                  <a:pt x="2987" y="78581"/>
                  <a:pt x="2962" y="78581"/>
                </a:cubicBezTo>
                <a:cubicBezTo>
                  <a:pt x="4057" y="76416"/>
                  <a:pt x="5650" y="74399"/>
                  <a:pt x="7592" y="72582"/>
                </a:cubicBezTo>
                <a:close/>
                <a:moveTo>
                  <a:pt x="13416" y="76938"/>
                </a:moveTo>
                <a:lnTo>
                  <a:pt x="13416" y="76938"/>
                </a:lnTo>
                <a:cubicBezTo>
                  <a:pt x="14437" y="77561"/>
                  <a:pt x="15507" y="78158"/>
                  <a:pt x="16603" y="78681"/>
                </a:cubicBezTo>
                <a:cubicBezTo>
                  <a:pt x="16603" y="78730"/>
                  <a:pt x="16603" y="78730"/>
                  <a:pt x="16553" y="78755"/>
                </a:cubicBezTo>
                <a:cubicBezTo>
                  <a:pt x="15557" y="78282"/>
                  <a:pt x="14611" y="77760"/>
                  <a:pt x="13690" y="77187"/>
                </a:cubicBezTo>
                <a:cubicBezTo>
                  <a:pt x="13616" y="77088"/>
                  <a:pt x="13516" y="77038"/>
                  <a:pt x="13416" y="76938"/>
                </a:cubicBezTo>
                <a:close/>
                <a:moveTo>
                  <a:pt x="16777" y="78755"/>
                </a:moveTo>
                <a:cubicBezTo>
                  <a:pt x="16802" y="78755"/>
                  <a:pt x="16802" y="78780"/>
                  <a:pt x="16851" y="78780"/>
                </a:cubicBezTo>
                <a:cubicBezTo>
                  <a:pt x="16851" y="78805"/>
                  <a:pt x="16802" y="78805"/>
                  <a:pt x="16802" y="78855"/>
                </a:cubicBezTo>
                <a:cubicBezTo>
                  <a:pt x="16777" y="78855"/>
                  <a:pt x="16752" y="78855"/>
                  <a:pt x="16752" y="78805"/>
                </a:cubicBezTo>
                <a:cubicBezTo>
                  <a:pt x="16752" y="78780"/>
                  <a:pt x="16777" y="78780"/>
                  <a:pt x="16777" y="78755"/>
                </a:cubicBezTo>
                <a:close/>
                <a:moveTo>
                  <a:pt x="54835" y="76192"/>
                </a:moveTo>
                <a:cubicBezTo>
                  <a:pt x="55134" y="76814"/>
                  <a:pt x="55482" y="77486"/>
                  <a:pt x="55831" y="78133"/>
                </a:cubicBezTo>
                <a:cubicBezTo>
                  <a:pt x="55458" y="78407"/>
                  <a:pt x="55084" y="78656"/>
                  <a:pt x="54711" y="78905"/>
                </a:cubicBezTo>
                <a:cubicBezTo>
                  <a:pt x="54138" y="78233"/>
                  <a:pt x="53591" y="77511"/>
                  <a:pt x="52968" y="76864"/>
                </a:cubicBezTo>
                <a:cubicBezTo>
                  <a:pt x="53018" y="76814"/>
                  <a:pt x="53093" y="76814"/>
                  <a:pt x="53143" y="76789"/>
                </a:cubicBezTo>
                <a:cubicBezTo>
                  <a:pt x="53192" y="76789"/>
                  <a:pt x="53192" y="76789"/>
                  <a:pt x="53217" y="76764"/>
                </a:cubicBezTo>
                <a:cubicBezTo>
                  <a:pt x="53367" y="76714"/>
                  <a:pt x="53491" y="76665"/>
                  <a:pt x="53641" y="76615"/>
                </a:cubicBezTo>
                <a:lnTo>
                  <a:pt x="53690" y="76615"/>
                </a:lnTo>
                <a:cubicBezTo>
                  <a:pt x="53740" y="76565"/>
                  <a:pt x="53840" y="76565"/>
                  <a:pt x="53889" y="76540"/>
                </a:cubicBezTo>
                <a:cubicBezTo>
                  <a:pt x="53964" y="76515"/>
                  <a:pt x="54014" y="76515"/>
                  <a:pt x="54089" y="76490"/>
                </a:cubicBezTo>
                <a:lnTo>
                  <a:pt x="54537" y="76291"/>
                </a:lnTo>
                <a:cubicBezTo>
                  <a:pt x="54586" y="76291"/>
                  <a:pt x="54586" y="76291"/>
                  <a:pt x="54611" y="76266"/>
                </a:cubicBezTo>
                <a:cubicBezTo>
                  <a:pt x="54661" y="76241"/>
                  <a:pt x="54736" y="76241"/>
                  <a:pt x="54786" y="76192"/>
                </a:cubicBezTo>
                <a:close/>
                <a:moveTo>
                  <a:pt x="52769" y="76913"/>
                </a:moveTo>
                <a:cubicBezTo>
                  <a:pt x="53392" y="77561"/>
                  <a:pt x="53989" y="78282"/>
                  <a:pt x="54561" y="79054"/>
                </a:cubicBezTo>
                <a:cubicBezTo>
                  <a:pt x="54512" y="79054"/>
                  <a:pt x="54512" y="79104"/>
                  <a:pt x="54487" y="79104"/>
                </a:cubicBezTo>
                <a:cubicBezTo>
                  <a:pt x="53939" y="78357"/>
                  <a:pt x="53342" y="77610"/>
                  <a:pt x="52695" y="76938"/>
                </a:cubicBezTo>
                <a:cubicBezTo>
                  <a:pt x="52720" y="76913"/>
                  <a:pt x="52744" y="76913"/>
                  <a:pt x="52769" y="76913"/>
                </a:cubicBezTo>
                <a:close/>
                <a:moveTo>
                  <a:pt x="14487" y="77809"/>
                </a:moveTo>
                <a:lnTo>
                  <a:pt x="14487" y="77809"/>
                </a:lnTo>
                <a:cubicBezTo>
                  <a:pt x="15134" y="78233"/>
                  <a:pt x="15806" y="78581"/>
                  <a:pt x="16528" y="78930"/>
                </a:cubicBezTo>
                <a:cubicBezTo>
                  <a:pt x="16503" y="79004"/>
                  <a:pt x="16503" y="79054"/>
                  <a:pt x="16478" y="79129"/>
                </a:cubicBezTo>
                <a:cubicBezTo>
                  <a:pt x="16403" y="79104"/>
                  <a:pt x="16329" y="79054"/>
                  <a:pt x="16279" y="79004"/>
                </a:cubicBezTo>
                <a:cubicBezTo>
                  <a:pt x="16055" y="78880"/>
                  <a:pt x="15806" y="78755"/>
                  <a:pt x="15607" y="78631"/>
                </a:cubicBezTo>
                <a:cubicBezTo>
                  <a:pt x="15607" y="78631"/>
                  <a:pt x="15557" y="78631"/>
                  <a:pt x="15557" y="78606"/>
                </a:cubicBezTo>
                <a:cubicBezTo>
                  <a:pt x="15383" y="78482"/>
                  <a:pt x="15234" y="78357"/>
                  <a:pt x="15034" y="78233"/>
                </a:cubicBezTo>
                <a:cubicBezTo>
                  <a:pt x="14860" y="78108"/>
                  <a:pt x="14661" y="77984"/>
                  <a:pt x="14487" y="77809"/>
                </a:cubicBezTo>
                <a:close/>
                <a:moveTo>
                  <a:pt x="55931" y="78307"/>
                </a:moveTo>
                <a:cubicBezTo>
                  <a:pt x="55931" y="78357"/>
                  <a:pt x="55955" y="78357"/>
                  <a:pt x="55955" y="78382"/>
                </a:cubicBezTo>
                <a:cubicBezTo>
                  <a:pt x="55582" y="78631"/>
                  <a:pt x="55209" y="78880"/>
                  <a:pt x="54860" y="79129"/>
                </a:cubicBezTo>
                <a:cubicBezTo>
                  <a:pt x="54835" y="79129"/>
                  <a:pt x="54835" y="79104"/>
                  <a:pt x="54810" y="79104"/>
                </a:cubicBezTo>
                <a:cubicBezTo>
                  <a:pt x="55184" y="78855"/>
                  <a:pt x="55557" y="78581"/>
                  <a:pt x="55931" y="78307"/>
                </a:cubicBezTo>
                <a:close/>
                <a:moveTo>
                  <a:pt x="16691" y="79018"/>
                </a:moveTo>
                <a:cubicBezTo>
                  <a:pt x="16708" y="79018"/>
                  <a:pt x="16735" y="79029"/>
                  <a:pt x="16752" y="79029"/>
                </a:cubicBezTo>
                <a:cubicBezTo>
                  <a:pt x="16727" y="79104"/>
                  <a:pt x="16677" y="79154"/>
                  <a:pt x="16677" y="79253"/>
                </a:cubicBezTo>
                <a:cubicBezTo>
                  <a:pt x="16652" y="79253"/>
                  <a:pt x="16652" y="79203"/>
                  <a:pt x="16627" y="79203"/>
                </a:cubicBezTo>
                <a:cubicBezTo>
                  <a:pt x="16652" y="79154"/>
                  <a:pt x="16677" y="79104"/>
                  <a:pt x="16677" y="79029"/>
                </a:cubicBezTo>
                <a:cubicBezTo>
                  <a:pt x="16677" y="79021"/>
                  <a:pt x="16683" y="79018"/>
                  <a:pt x="16691" y="79018"/>
                </a:cubicBezTo>
                <a:close/>
                <a:moveTo>
                  <a:pt x="22776" y="71288"/>
                </a:moveTo>
                <a:cubicBezTo>
                  <a:pt x="23672" y="72184"/>
                  <a:pt x="24792" y="72931"/>
                  <a:pt x="26086" y="73454"/>
                </a:cubicBezTo>
                <a:cubicBezTo>
                  <a:pt x="23273" y="74723"/>
                  <a:pt x="20635" y="76714"/>
                  <a:pt x="18444" y="79278"/>
                </a:cubicBezTo>
                <a:cubicBezTo>
                  <a:pt x="17996" y="79079"/>
                  <a:pt x="17524" y="78880"/>
                  <a:pt x="17051" y="78656"/>
                </a:cubicBezTo>
                <a:cubicBezTo>
                  <a:pt x="17772" y="76665"/>
                  <a:pt x="18644" y="74648"/>
                  <a:pt x="19614" y="72582"/>
                </a:cubicBezTo>
                <a:cubicBezTo>
                  <a:pt x="19664" y="72557"/>
                  <a:pt x="19764" y="72508"/>
                  <a:pt x="19813" y="72458"/>
                </a:cubicBezTo>
                <a:cubicBezTo>
                  <a:pt x="19913" y="72433"/>
                  <a:pt x="19988" y="72408"/>
                  <a:pt x="20062" y="72333"/>
                </a:cubicBezTo>
                <a:cubicBezTo>
                  <a:pt x="20336" y="72209"/>
                  <a:pt x="20560" y="72134"/>
                  <a:pt x="20859" y="72010"/>
                </a:cubicBezTo>
                <a:cubicBezTo>
                  <a:pt x="20909" y="71960"/>
                  <a:pt x="21008" y="71935"/>
                  <a:pt x="21058" y="71910"/>
                </a:cubicBezTo>
                <a:cubicBezTo>
                  <a:pt x="21357" y="71786"/>
                  <a:pt x="21606" y="71686"/>
                  <a:pt x="21879" y="71587"/>
                </a:cubicBezTo>
                <a:cubicBezTo>
                  <a:pt x="21929" y="71562"/>
                  <a:pt x="22004" y="71562"/>
                  <a:pt x="22054" y="71537"/>
                </a:cubicBezTo>
                <a:cubicBezTo>
                  <a:pt x="22303" y="71437"/>
                  <a:pt x="22527" y="71388"/>
                  <a:pt x="22776" y="71288"/>
                </a:cubicBezTo>
                <a:close/>
                <a:moveTo>
                  <a:pt x="54636" y="79203"/>
                </a:moveTo>
                <a:cubicBezTo>
                  <a:pt x="54686" y="79203"/>
                  <a:pt x="54686" y="79203"/>
                  <a:pt x="54686" y="79253"/>
                </a:cubicBezTo>
                <a:cubicBezTo>
                  <a:pt x="54636" y="79253"/>
                  <a:pt x="54636" y="79278"/>
                  <a:pt x="54611" y="79278"/>
                </a:cubicBezTo>
                <a:lnTo>
                  <a:pt x="54586" y="79253"/>
                </a:lnTo>
                <a:cubicBezTo>
                  <a:pt x="54611" y="79253"/>
                  <a:pt x="54611" y="79203"/>
                  <a:pt x="54636" y="79203"/>
                </a:cubicBezTo>
                <a:close/>
                <a:moveTo>
                  <a:pt x="44057" y="78805"/>
                </a:moveTo>
                <a:cubicBezTo>
                  <a:pt x="44057" y="78880"/>
                  <a:pt x="44107" y="78930"/>
                  <a:pt x="44132" y="79004"/>
                </a:cubicBezTo>
                <a:cubicBezTo>
                  <a:pt x="44157" y="79104"/>
                  <a:pt x="44157" y="79178"/>
                  <a:pt x="44182" y="79278"/>
                </a:cubicBezTo>
                <a:lnTo>
                  <a:pt x="44182" y="79328"/>
                </a:lnTo>
                <a:lnTo>
                  <a:pt x="44132" y="79328"/>
                </a:lnTo>
                <a:cubicBezTo>
                  <a:pt x="44107" y="79178"/>
                  <a:pt x="44107" y="79054"/>
                  <a:pt x="44057" y="78905"/>
                </a:cubicBezTo>
                <a:lnTo>
                  <a:pt x="44057" y="78805"/>
                </a:lnTo>
                <a:close/>
                <a:moveTo>
                  <a:pt x="13292" y="77162"/>
                </a:moveTo>
                <a:cubicBezTo>
                  <a:pt x="13317" y="77187"/>
                  <a:pt x="13367" y="77187"/>
                  <a:pt x="13416" y="77237"/>
                </a:cubicBezTo>
                <a:lnTo>
                  <a:pt x="13441" y="77262"/>
                </a:lnTo>
                <a:cubicBezTo>
                  <a:pt x="13466" y="77287"/>
                  <a:pt x="13516" y="77287"/>
                  <a:pt x="13516" y="77312"/>
                </a:cubicBezTo>
                <a:cubicBezTo>
                  <a:pt x="13690" y="77511"/>
                  <a:pt x="13889" y="77660"/>
                  <a:pt x="14064" y="77809"/>
                </a:cubicBezTo>
                <a:cubicBezTo>
                  <a:pt x="14138" y="77859"/>
                  <a:pt x="14188" y="77909"/>
                  <a:pt x="14238" y="77934"/>
                </a:cubicBezTo>
                <a:lnTo>
                  <a:pt x="14263" y="77984"/>
                </a:lnTo>
                <a:lnTo>
                  <a:pt x="14313" y="78034"/>
                </a:lnTo>
                <a:cubicBezTo>
                  <a:pt x="14537" y="78183"/>
                  <a:pt x="14761" y="78382"/>
                  <a:pt x="14960" y="78531"/>
                </a:cubicBezTo>
                <a:cubicBezTo>
                  <a:pt x="15059" y="78606"/>
                  <a:pt x="15134" y="78631"/>
                  <a:pt x="15209" y="78681"/>
                </a:cubicBezTo>
                <a:cubicBezTo>
                  <a:pt x="15258" y="78730"/>
                  <a:pt x="15283" y="78730"/>
                  <a:pt x="15308" y="78755"/>
                </a:cubicBezTo>
                <a:lnTo>
                  <a:pt x="15333" y="78780"/>
                </a:lnTo>
                <a:lnTo>
                  <a:pt x="15383" y="78780"/>
                </a:lnTo>
                <a:cubicBezTo>
                  <a:pt x="15408" y="78780"/>
                  <a:pt x="15408" y="78805"/>
                  <a:pt x="15433" y="78805"/>
                </a:cubicBezTo>
                <a:cubicBezTo>
                  <a:pt x="15582" y="78905"/>
                  <a:pt x="15781" y="79029"/>
                  <a:pt x="15930" y="79129"/>
                </a:cubicBezTo>
                <a:cubicBezTo>
                  <a:pt x="16030" y="79154"/>
                  <a:pt x="16080" y="79228"/>
                  <a:pt x="16179" y="79253"/>
                </a:cubicBezTo>
                <a:cubicBezTo>
                  <a:pt x="16254" y="79278"/>
                  <a:pt x="16279" y="79303"/>
                  <a:pt x="16329" y="79303"/>
                </a:cubicBezTo>
                <a:lnTo>
                  <a:pt x="16329" y="79353"/>
                </a:lnTo>
                <a:lnTo>
                  <a:pt x="16329" y="79378"/>
                </a:lnTo>
                <a:cubicBezTo>
                  <a:pt x="16005" y="79178"/>
                  <a:pt x="15657" y="79029"/>
                  <a:pt x="15333" y="78805"/>
                </a:cubicBezTo>
                <a:cubicBezTo>
                  <a:pt x="15308" y="78805"/>
                  <a:pt x="15308" y="78780"/>
                  <a:pt x="15283" y="78780"/>
                </a:cubicBezTo>
                <a:cubicBezTo>
                  <a:pt x="14561" y="78307"/>
                  <a:pt x="13889" y="77785"/>
                  <a:pt x="13292" y="77162"/>
                </a:cubicBezTo>
                <a:close/>
                <a:moveTo>
                  <a:pt x="3236" y="62327"/>
                </a:moveTo>
                <a:lnTo>
                  <a:pt x="3236" y="62377"/>
                </a:lnTo>
                <a:lnTo>
                  <a:pt x="3236" y="62477"/>
                </a:lnTo>
                <a:lnTo>
                  <a:pt x="3236" y="62551"/>
                </a:lnTo>
                <a:cubicBezTo>
                  <a:pt x="3186" y="62750"/>
                  <a:pt x="3087" y="62999"/>
                  <a:pt x="3012" y="63223"/>
                </a:cubicBezTo>
                <a:cubicBezTo>
                  <a:pt x="2141" y="65986"/>
                  <a:pt x="1494" y="68799"/>
                  <a:pt x="1021" y="71537"/>
                </a:cubicBezTo>
                <a:cubicBezTo>
                  <a:pt x="622" y="73902"/>
                  <a:pt x="473" y="76142"/>
                  <a:pt x="398" y="78108"/>
                </a:cubicBezTo>
                <a:cubicBezTo>
                  <a:pt x="349" y="78357"/>
                  <a:pt x="324" y="78556"/>
                  <a:pt x="324" y="78805"/>
                </a:cubicBezTo>
                <a:lnTo>
                  <a:pt x="324" y="78880"/>
                </a:lnTo>
                <a:cubicBezTo>
                  <a:pt x="324" y="79054"/>
                  <a:pt x="299" y="79253"/>
                  <a:pt x="299" y="79403"/>
                </a:cubicBezTo>
                <a:lnTo>
                  <a:pt x="299" y="79129"/>
                </a:lnTo>
                <a:cubicBezTo>
                  <a:pt x="299" y="78432"/>
                  <a:pt x="324" y="77735"/>
                  <a:pt x="349" y="76988"/>
                </a:cubicBezTo>
                <a:lnTo>
                  <a:pt x="349" y="76913"/>
                </a:lnTo>
                <a:cubicBezTo>
                  <a:pt x="423" y="76017"/>
                  <a:pt x="498" y="74947"/>
                  <a:pt x="598" y="73951"/>
                </a:cubicBezTo>
                <a:cubicBezTo>
                  <a:pt x="697" y="73180"/>
                  <a:pt x="797" y="72383"/>
                  <a:pt x="946" y="71537"/>
                </a:cubicBezTo>
                <a:lnTo>
                  <a:pt x="946" y="71512"/>
                </a:lnTo>
                <a:cubicBezTo>
                  <a:pt x="996" y="71213"/>
                  <a:pt x="1070" y="70890"/>
                  <a:pt x="1120" y="70541"/>
                </a:cubicBezTo>
                <a:cubicBezTo>
                  <a:pt x="1195" y="70143"/>
                  <a:pt x="1295" y="69770"/>
                  <a:pt x="1344" y="69347"/>
                </a:cubicBezTo>
                <a:cubicBezTo>
                  <a:pt x="1743" y="67330"/>
                  <a:pt x="2315" y="65289"/>
                  <a:pt x="2937" y="63223"/>
                </a:cubicBezTo>
                <a:lnTo>
                  <a:pt x="2937" y="63198"/>
                </a:lnTo>
                <a:cubicBezTo>
                  <a:pt x="3012" y="62925"/>
                  <a:pt x="3112" y="62626"/>
                  <a:pt x="3236" y="62327"/>
                </a:cubicBezTo>
                <a:close/>
                <a:moveTo>
                  <a:pt x="26335" y="73578"/>
                </a:moveTo>
                <a:cubicBezTo>
                  <a:pt x="26360" y="73578"/>
                  <a:pt x="26385" y="73603"/>
                  <a:pt x="26435" y="73603"/>
                </a:cubicBezTo>
                <a:cubicBezTo>
                  <a:pt x="23597" y="74847"/>
                  <a:pt x="20958" y="76814"/>
                  <a:pt x="18743" y="79403"/>
                </a:cubicBezTo>
                <a:cubicBezTo>
                  <a:pt x="18668" y="79403"/>
                  <a:pt x="18644" y="79403"/>
                  <a:pt x="18644" y="79378"/>
                </a:cubicBezTo>
                <a:cubicBezTo>
                  <a:pt x="20859" y="76789"/>
                  <a:pt x="23497" y="74823"/>
                  <a:pt x="26335" y="73578"/>
                </a:cubicBezTo>
                <a:close/>
                <a:moveTo>
                  <a:pt x="1967" y="70292"/>
                </a:moveTo>
                <a:cubicBezTo>
                  <a:pt x="1967" y="70392"/>
                  <a:pt x="1967" y="70467"/>
                  <a:pt x="1942" y="70591"/>
                </a:cubicBezTo>
                <a:cubicBezTo>
                  <a:pt x="1120" y="73653"/>
                  <a:pt x="672" y="76615"/>
                  <a:pt x="498" y="79427"/>
                </a:cubicBezTo>
                <a:lnTo>
                  <a:pt x="498" y="79427"/>
                </a:lnTo>
                <a:cubicBezTo>
                  <a:pt x="498" y="79004"/>
                  <a:pt x="498" y="78531"/>
                  <a:pt x="548" y="78058"/>
                </a:cubicBezTo>
                <a:cubicBezTo>
                  <a:pt x="797" y="75544"/>
                  <a:pt x="1245" y="72956"/>
                  <a:pt x="1967" y="70292"/>
                </a:cubicBezTo>
                <a:close/>
                <a:moveTo>
                  <a:pt x="16503" y="79403"/>
                </a:moveTo>
                <a:cubicBezTo>
                  <a:pt x="16553" y="79403"/>
                  <a:pt x="16603" y="79403"/>
                  <a:pt x="16603" y="79427"/>
                </a:cubicBezTo>
                <a:cubicBezTo>
                  <a:pt x="16603" y="79477"/>
                  <a:pt x="16553" y="79502"/>
                  <a:pt x="16553" y="79502"/>
                </a:cubicBezTo>
                <a:cubicBezTo>
                  <a:pt x="16528" y="79502"/>
                  <a:pt x="16528" y="79477"/>
                  <a:pt x="16503" y="79477"/>
                </a:cubicBezTo>
                <a:lnTo>
                  <a:pt x="16503" y="79427"/>
                </a:lnTo>
                <a:lnTo>
                  <a:pt x="16503" y="79403"/>
                </a:lnTo>
                <a:close/>
                <a:moveTo>
                  <a:pt x="17001" y="78880"/>
                </a:moveTo>
                <a:cubicBezTo>
                  <a:pt x="17424" y="79104"/>
                  <a:pt x="17872" y="79278"/>
                  <a:pt x="18345" y="79477"/>
                </a:cubicBezTo>
                <a:cubicBezTo>
                  <a:pt x="18345" y="79502"/>
                  <a:pt x="18295" y="79502"/>
                  <a:pt x="18295" y="79527"/>
                </a:cubicBezTo>
                <a:cubicBezTo>
                  <a:pt x="17847" y="79353"/>
                  <a:pt x="17399" y="79129"/>
                  <a:pt x="16976" y="78930"/>
                </a:cubicBezTo>
                <a:cubicBezTo>
                  <a:pt x="16976" y="78905"/>
                  <a:pt x="17001" y="78880"/>
                  <a:pt x="17001" y="78880"/>
                </a:cubicBezTo>
                <a:close/>
                <a:moveTo>
                  <a:pt x="38930" y="73379"/>
                </a:moveTo>
                <a:cubicBezTo>
                  <a:pt x="39005" y="73404"/>
                  <a:pt x="39079" y="73429"/>
                  <a:pt x="39154" y="73454"/>
                </a:cubicBezTo>
                <a:cubicBezTo>
                  <a:pt x="39179" y="73503"/>
                  <a:pt x="39253" y="73503"/>
                  <a:pt x="39278" y="73528"/>
                </a:cubicBezTo>
                <a:cubicBezTo>
                  <a:pt x="39403" y="73578"/>
                  <a:pt x="39502" y="73653"/>
                  <a:pt x="39577" y="73678"/>
                </a:cubicBezTo>
                <a:cubicBezTo>
                  <a:pt x="39701" y="73752"/>
                  <a:pt x="39826" y="73827"/>
                  <a:pt x="39950" y="73902"/>
                </a:cubicBezTo>
                <a:cubicBezTo>
                  <a:pt x="40050" y="73951"/>
                  <a:pt x="40125" y="74001"/>
                  <a:pt x="40174" y="74051"/>
                </a:cubicBezTo>
                <a:cubicBezTo>
                  <a:pt x="40199" y="74051"/>
                  <a:pt x="40224" y="74076"/>
                  <a:pt x="40224" y="74076"/>
                </a:cubicBezTo>
                <a:cubicBezTo>
                  <a:pt x="40349" y="74151"/>
                  <a:pt x="40448" y="74225"/>
                  <a:pt x="40548" y="74300"/>
                </a:cubicBezTo>
                <a:cubicBezTo>
                  <a:pt x="39926" y="75470"/>
                  <a:pt x="39328" y="76665"/>
                  <a:pt x="38805" y="77809"/>
                </a:cubicBezTo>
                <a:cubicBezTo>
                  <a:pt x="37138" y="78506"/>
                  <a:pt x="35470" y="79104"/>
                  <a:pt x="33852" y="79552"/>
                </a:cubicBezTo>
                <a:cubicBezTo>
                  <a:pt x="34947" y="76789"/>
                  <a:pt x="36540" y="74698"/>
                  <a:pt x="38532" y="73503"/>
                </a:cubicBezTo>
                <a:cubicBezTo>
                  <a:pt x="38656" y="73454"/>
                  <a:pt x="38805" y="73429"/>
                  <a:pt x="38930" y="73379"/>
                </a:cubicBezTo>
                <a:close/>
                <a:moveTo>
                  <a:pt x="18519" y="79527"/>
                </a:moveTo>
                <a:cubicBezTo>
                  <a:pt x="18544" y="79527"/>
                  <a:pt x="18544" y="79552"/>
                  <a:pt x="18569" y="79552"/>
                </a:cubicBezTo>
                <a:lnTo>
                  <a:pt x="18519" y="79627"/>
                </a:lnTo>
                <a:cubicBezTo>
                  <a:pt x="18494" y="79627"/>
                  <a:pt x="18494" y="79602"/>
                  <a:pt x="18469" y="79602"/>
                </a:cubicBezTo>
                <a:lnTo>
                  <a:pt x="18519" y="79527"/>
                </a:lnTo>
                <a:close/>
                <a:moveTo>
                  <a:pt x="37934" y="73653"/>
                </a:moveTo>
                <a:cubicBezTo>
                  <a:pt x="36142" y="74947"/>
                  <a:pt x="34649" y="76988"/>
                  <a:pt x="33653" y="79627"/>
                </a:cubicBezTo>
                <a:cubicBezTo>
                  <a:pt x="33603" y="79627"/>
                  <a:pt x="33578" y="79651"/>
                  <a:pt x="33553" y="79651"/>
                </a:cubicBezTo>
                <a:cubicBezTo>
                  <a:pt x="34549" y="77013"/>
                  <a:pt x="35968" y="74997"/>
                  <a:pt x="37760" y="73678"/>
                </a:cubicBezTo>
                <a:cubicBezTo>
                  <a:pt x="37810" y="73678"/>
                  <a:pt x="37884" y="73653"/>
                  <a:pt x="37934" y="73653"/>
                </a:cubicBezTo>
                <a:close/>
                <a:moveTo>
                  <a:pt x="16876" y="79104"/>
                </a:moveTo>
                <a:cubicBezTo>
                  <a:pt x="17275" y="79278"/>
                  <a:pt x="17723" y="79477"/>
                  <a:pt x="18121" y="79651"/>
                </a:cubicBezTo>
                <a:cubicBezTo>
                  <a:pt x="18096" y="79726"/>
                  <a:pt x="18021" y="79751"/>
                  <a:pt x="17996" y="79801"/>
                </a:cubicBezTo>
                <a:cubicBezTo>
                  <a:pt x="17872" y="79776"/>
                  <a:pt x="17748" y="79726"/>
                  <a:pt x="17598" y="79651"/>
                </a:cubicBezTo>
                <a:cubicBezTo>
                  <a:pt x="17349" y="79552"/>
                  <a:pt x="17051" y="79427"/>
                  <a:pt x="16802" y="79303"/>
                </a:cubicBezTo>
                <a:cubicBezTo>
                  <a:pt x="16851" y="79253"/>
                  <a:pt x="16876" y="79154"/>
                  <a:pt x="16876" y="79104"/>
                </a:cubicBezTo>
                <a:close/>
                <a:moveTo>
                  <a:pt x="38756" y="78108"/>
                </a:moveTo>
                <a:lnTo>
                  <a:pt x="38756" y="78133"/>
                </a:lnTo>
                <a:lnTo>
                  <a:pt x="38756" y="78158"/>
                </a:lnTo>
                <a:cubicBezTo>
                  <a:pt x="37063" y="78855"/>
                  <a:pt x="35420" y="79403"/>
                  <a:pt x="33827" y="79851"/>
                </a:cubicBezTo>
                <a:cubicBezTo>
                  <a:pt x="33728" y="79826"/>
                  <a:pt x="33728" y="79826"/>
                  <a:pt x="33777" y="79801"/>
                </a:cubicBezTo>
                <a:cubicBezTo>
                  <a:pt x="34076" y="79676"/>
                  <a:pt x="34400" y="79602"/>
                  <a:pt x="34698" y="79502"/>
                </a:cubicBezTo>
                <a:lnTo>
                  <a:pt x="35271" y="79303"/>
                </a:lnTo>
                <a:lnTo>
                  <a:pt x="35321" y="79303"/>
                </a:lnTo>
                <a:cubicBezTo>
                  <a:pt x="35968" y="79104"/>
                  <a:pt x="36665" y="78880"/>
                  <a:pt x="37337" y="78631"/>
                </a:cubicBezTo>
                <a:cubicBezTo>
                  <a:pt x="37387" y="78631"/>
                  <a:pt x="37387" y="78631"/>
                  <a:pt x="37412" y="78581"/>
                </a:cubicBezTo>
                <a:cubicBezTo>
                  <a:pt x="37461" y="78556"/>
                  <a:pt x="37511" y="78556"/>
                  <a:pt x="37561" y="78531"/>
                </a:cubicBezTo>
                <a:cubicBezTo>
                  <a:pt x="37959" y="78382"/>
                  <a:pt x="38332" y="78258"/>
                  <a:pt x="38756" y="78108"/>
                </a:cubicBezTo>
                <a:close/>
                <a:moveTo>
                  <a:pt x="72458" y="64095"/>
                </a:moveTo>
                <a:cubicBezTo>
                  <a:pt x="74624" y="66235"/>
                  <a:pt x="77038" y="68426"/>
                  <a:pt x="79602" y="70467"/>
                </a:cubicBezTo>
                <a:cubicBezTo>
                  <a:pt x="76814" y="73902"/>
                  <a:pt x="73454" y="77137"/>
                  <a:pt x="69670" y="79875"/>
                </a:cubicBezTo>
                <a:cubicBezTo>
                  <a:pt x="69546" y="79726"/>
                  <a:pt x="69421" y="79527"/>
                  <a:pt x="69297" y="79378"/>
                </a:cubicBezTo>
                <a:cubicBezTo>
                  <a:pt x="68874" y="78755"/>
                  <a:pt x="68401" y="78158"/>
                  <a:pt x="67928" y="77561"/>
                </a:cubicBezTo>
                <a:cubicBezTo>
                  <a:pt x="67779" y="77386"/>
                  <a:pt x="67654" y="77187"/>
                  <a:pt x="67505" y="77013"/>
                </a:cubicBezTo>
                <a:cubicBezTo>
                  <a:pt x="66883" y="76216"/>
                  <a:pt x="66260" y="75445"/>
                  <a:pt x="65638" y="74698"/>
                </a:cubicBezTo>
                <a:cubicBezTo>
                  <a:pt x="65638" y="74673"/>
                  <a:pt x="65588" y="74673"/>
                  <a:pt x="65588" y="74648"/>
                </a:cubicBezTo>
                <a:cubicBezTo>
                  <a:pt x="65314" y="74300"/>
                  <a:pt x="65016" y="73976"/>
                  <a:pt x="64717" y="73653"/>
                </a:cubicBezTo>
                <a:cubicBezTo>
                  <a:pt x="64568" y="73454"/>
                  <a:pt x="64369" y="73279"/>
                  <a:pt x="64219" y="73080"/>
                </a:cubicBezTo>
                <a:cubicBezTo>
                  <a:pt x="64045" y="72906"/>
                  <a:pt x="63871" y="72707"/>
                  <a:pt x="63697" y="72533"/>
                </a:cubicBezTo>
                <a:cubicBezTo>
                  <a:pt x="66808" y="69844"/>
                  <a:pt x="69770" y="67007"/>
                  <a:pt x="72458" y="64095"/>
                </a:cubicBezTo>
                <a:close/>
                <a:moveTo>
                  <a:pt x="18345" y="79751"/>
                </a:moveTo>
                <a:cubicBezTo>
                  <a:pt x="18370" y="79751"/>
                  <a:pt x="18370" y="79776"/>
                  <a:pt x="18395" y="79776"/>
                </a:cubicBezTo>
                <a:cubicBezTo>
                  <a:pt x="18370" y="79851"/>
                  <a:pt x="18295" y="79875"/>
                  <a:pt x="18270" y="79925"/>
                </a:cubicBezTo>
                <a:lnTo>
                  <a:pt x="18196" y="79925"/>
                </a:lnTo>
                <a:cubicBezTo>
                  <a:pt x="18245" y="79826"/>
                  <a:pt x="18295" y="79801"/>
                  <a:pt x="18345" y="79751"/>
                </a:cubicBezTo>
                <a:close/>
                <a:moveTo>
                  <a:pt x="112856" y="59440"/>
                </a:moveTo>
                <a:cubicBezTo>
                  <a:pt x="111114" y="63871"/>
                  <a:pt x="108700" y="68550"/>
                  <a:pt x="105713" y="73155"/>
                </a:cubicBezTo>
                <a:cubicBezTo>
                  <a:pt x="105489" y="73503"/>
                  <a:pt x="105240" y="73877"/>
                  <a:pt x="105016" y="74200"/>
                </a:cubicBezTo>
                <a:cubicBezTo>
                  <a:pt x="103721" y="76167"/>
                  <a:pt x="102303" y="78108"/>
                  <a:pt x="100809" y="80025"/>
                </a:cubicBezTo>
                <a:cubicBezTo>
                  <a:pt x="100784" y="79403"/>
                  <a:pt x="100486" y="78631"/>
                  <a:pt x="99988" y="77735"/>
                </a:cubicBezTo>
                <a:cubicBezTo>
                  <a:pt x="104344" y="72209"/>
                  <a:pt x="108077" y="66559"/>
                  <a:pt x="110965" y="60958"/>
                </a:cubicBezTo>
                <a:cubicBezTo>
                  <a:pt x="111687" y="60485"/>
                  <a:pt x="112334" y="59988"/>
                  <a:pt x="112856" y="59440"/>
                </a:cubicBezTo>
                <a:close/>
                <a:moveTo>
                  <a:pt x="16752" y="79527"/>
                </a:moveTo>
                <a:cubicBezTo>
                  <a:pt x="16851" y="79552"/>
                  <a:pt x="16926" y="79602"/>
                  <a:pt x="17026" y="79651"/>
                </a:cubicBezTo>
                <a:cubicBezTo>
                  <a:pt x="17125" y="79676"/>
                  <a:pt x="17175" y="79726"/>
                  <a:pt x="17275" y="79751"/>
                </a:cubicBezTo>
                <a:cubicBezTo>
                  <a:pt x="17474" y="79851"/>
                  <a:pt x="17673" y="79900"/>
                  <a:pt x="17872" y="80000"/>
                </a:cubicBezTo>
                <a:lnTo>
                  <a:pt x="17872" y="80025"/>
                </a:lnTo>
                <a:lnTo>
                  <a:pt x="17872" y="80050"/>
                </a:lnTo>
                <a:lnTo>
                  <a:pt x="16752" y="79602"/>
                </a:lnTo>
                <a:lnTo>
                  <a:pt x="16752" y="79552"/>
                </a:lnTo>
                <a:lnTo>
                  <a:pt x="16752" y="79527"/>
                </a:lnTo>
                <a:close/>
                <a:moveTo>
                  <a:pt x="79751" y="70591"/>
                </a:moveTo>
                <a:cubicBezTo>
                  <a:pt x="79776" y="70591"/>
                  <a:pt x="79776" y="70641"/>
                  <a:pt x="79826" y="70641"/>
                </a:cubicBezTo>
                <a:cubicBezTo>
                  <a:pt x="77038" y="74076"/>
                  <a:pt x="73653" y="77337"/>
                  <a:pt x="69870" y="80050"/>
                </a:cubicBezTo>
                <a:cubicBezTo>
                  <a:pt x="69870" y="80025"/>
                  <a:pt x="69820" y="80025"/>
                  <a:pt x="69820" y="80000"/>
                </a:cubicBezTo>
                <a:cubicBezTo>
                  <a:pt x="73603" y="77287"/>
                  <a:pt x="76988" y="74051"/>
                  <a:pt x="79751" y="70591"/>
                </a:cubicBezTo>
                <a:close/>
                <a:moveTo>
                  <a:pt x="63572" y="72707"/>
                </a:moveTo>
                <a:cubicBezTo>
                  <a:pt x="63721" y="72906"/>
                  <a:pt x="63896" y="73055"/>
                  <a:pt x="64070" y="73254"/>
                </a:cubicBezTo>
                <a:cubicBezTo>
                  <a:pt x="64219" y="73404"/>
                  <a:pt x="64393" y="73578"/>
                  <a:pt x="64543" y="73777"/>
                </a:cubicBezTo>
                <a:cubicBezTo>
                  <a:pt x="66260" y="75694"/>
                  <a:pt x="67953" y="77859"/>
                  <a:pt x="69571" y="80050"/>
                </a:cubicBezTo>
                <a:cubicBezTo>
                  <a:pt x="69571" y="80050"/>
                  <a:pt x="69546" y="80050"/>
                  <a:pt x="69546" y="80099"/>
                </a:cubicBezTo>
                <a:cubicBezTo>
                  <a:pt x="68177" y="78233"/>
                  <a:pt x="66808" y="76490"/>
                  <a:pt x="65439" y="74872"/>
                </a:cubicBezTo>
                <a:lnTo>
                  <a:pt x="65339" y="74773"/>
                </a:lnTo>
                <a:cubicBezTo>
                  <a:pt x="65090" y="74449"/>
                  <a:pt x="64817" y="74175"/>
                  <a:pt x="64568" y="73902"/>
                </a:cubicBezTo>
                <a:cubicBezTo>
                  <a:pt x="64369" y="73678"/>
                  <a:pt x="64194" y="73454"/>
                  <a:pt x="63970" y="73254"/>
                </a:cubicBezTo>
                <a:cubicBezTo>
                  <a:pt x="63821" y="73055"/>
                  <a:pt x="63672" y="72906"/>
                  <a:pt x="63522" y="72757"/>
                </a:cubicBezTo>
                <a:cubicBezTo>
                  <a:pt x="63547" y="72757"/>
                  <a:pt x="63547" y="72707"/>
                  <a:pt x="63572" y="72707"/>
                </a:cubicBezTo>
                <a:close/>
                <a:moveTo>
                  <a:pt x="18295" y="80174"/>
                </a:moveTo>
                <a:cubicBezTo>
                  <a:pt x="18367" y="80174"/>
                  <a:pt x="18393" y="80174"/>
                  <a:pt x="18417" y="80219"/>
                </a:cubicBezTo>
                <a:lnTo>
                  <a:pt x="18417" y="80219"/>
                </a:lnTo>
                <a:cubicBezTo>
                  <a:pt x="18376" y="80204"/>
                  <a:pt x="18336" y="80189"/>
                  <a:pt x="18295" y="80174"/>
                </a:cubicBezTo>
                <a:close/>
                <a:moveTo>
                  <a:pt x="99888" y="77859"/>
                </a:moveTo>
                <a:cubicBezTo>
                  <a:pt x="100411" y="78805"/>
                  <a:pt x="100685" y="79627"/>
                  <a:pt x="100660" y="80249"/>
                </a:cubicBezTo>
                <a:cubicBezTo>
                  <a:pt x="100616" y="80271"/>
                  <a:pt x="100572" y="80293"/>
                  <a:pt x="100562" y="80332"/>
                </a:cubicBezTo>
                <a:lnTo>
                  <a:pt x="100562" y="80332"/>
                </a:lnTo>
                <a:cubicBezTo>
                  <a:pt x="100630" y="79736"/>
                  <a:pt x="100356" y="78920"/>
                  <a:pt x="99814" y="77909"/>
                </a:cubicBezTo>
                <a:lnTo>
                  <a:pt x="99888" y="77859"/>
                </a:lnTo>
                <a:close/>
                <a:moveTo>
                  <a:pt x="44232" y="79527"/>
                </a:moveTo>
                <a:cubicBezTo>
                  <a:pt x="44257" y="79751"/>
                  <a:pt x="44281" y="79925"/>
                  <a:pt x="44356" y="80124"/>
                </a:cubicBezTo>
                <a:cubicBezTo>
                  <a:pt x="44381" y="80199"/>
                  <a:pt x="44381" y="80299"/>
                  <a:pt x="44406" y="80423"/>
                </a:cubicBezTo>
                <a:lnTo>
                  <a:pt x="44381" y="80423"/>
                </a:lnTo>
                <a:cubicBezTo>
                  <a:pt x="44356" y="80124"/>
                  <a:pt x="44257" y="79826"/>
                  <a:pt x="44182" y="79527"/>
                </a:cubicBezTo>
                <a:close/>
                <a:moveTo>
                  <a:pt x="18594" y="79826"/>
                </a:moveTo>
                <a:cubicBezTo>
                  <a:pt x="19117" y="80050"/>
                  <a:pt x="19639" y="80274"/>
                  <a:pt x="20212" y="80448"/>
                </a:cubicBezTo>
                <a:lnTo>
                  <a:pt x="19739" y="80373"/>
                </a:lnTo>
                <a:lnTo>
                  <a:pt x="19092" y="80174"/>
                </a:lnTo>
                <a:cubicBezTo>
                  <a:pt x="18868" y="80124"/>
                  <a:pt x="18668" y="80050"/>
                  <a:pt x="18494" y="80000"/>
                </a:cubicBezTo>
                <a:cubicBezTo>
                  <a:pt x="18494" y="79925"/>
                  <a:pt x="18519" y="79900"/>
                  <a:pt x="18594" y="79826"/>
                </a:cubicBezTo>
                <a:close/>
                <a:moveTo>
                  <a:pt x="108127" y="69595"/>
                </a:moveTo>
                <a:lnTo>
                  <a:pt x="108127" y="69595"/>
                </a:lnTo>
                <a:cubicBezTo>
                  <a:pt x="107878" y="70093"/>
                  <a:pt x="107580" y="70591"/>
                  <a:pt x="107256" y="71089"/>
                </a:cubicBezTo>
                <a:cubicBezTo>
                  <a:pt x="106708" y="72035"/>
                  <a:pt x="106111" y="72931"/>
                  <a:pt x="105514" y="73877"/>
                </a:cubicBezTo>
                <a:cubicBezTo>
                  <a:pt x="105489" y="73926"/>
                  <a:pt x="105464" y="74001"/>
                  <a:pt x="105389" y="74051"/>
                </a:cubicBezTo>
                <a:cubicBezTo>
                  <a:pt x="104966" y="74698"/>
                  <a:pt x="104493" y="75395"/>
                  <a:pt x="104045" y="76042"/>
                </a:cubicBezTo>
                <a:cubicBezTo>
                  <a:pt x="103995" y="76117"/>
                  <a:pt x="103945" y="76192"/>
                  <a:pt x="103896" y="76266"/>
                </a:cubicBezTo>
                <a:cubicBezTo>
                  <a:pt x="103846" y="76366"/>
                  <a:pt x="103771" y="76416"/>
                  <a:pt x="103746" y="76515"/>
                </a:cubicBezTo>
                <a:lnTo>
                  <a:pt x="103000" y="77536"/>
                </a:lnTo>
                <a:cubicBezTo>
                  <a:pt x="102800" y="77785"/>
                  <a:pt x="102651" y="78034"/>
                  <a:pt x="102477" y="78258"/>
                </a:cubicBezTo>
                <a:cubicBezTo>
                  <a:pt x="102402" y="78307"/>
                  <a:pt x="102377" y="78382"/>
                  <a:pt x="102303" y="78482"/>
                </a:cubicBezTo>
                <a:cubicBezTo>
                  <a:pt x="102104" y="78755"/>
                  <a:pt x="101904" y="79004"/>
                  <a:pt x="101680" y="79278"/>
                </a:cubicBezTo>
                <a:cubicBezTo>
                  <a:pt x="101382" y="79676"/>
                  <a:pt x="101108" y="80099"/>
                  <a:pt x="100784" y="80473"/>
                </a:cubicBezTo>
                <a:lnTo>
                  <a:pt x="100784" y="80423"/>
                </a:lnTo>
                <a:lnTo>
                  <a:pt x="100784" y="80373"/>
                </a:lnTo>
                <a:cubicBezTo>
                  <a:pt x="100909" y="80224"/>
                  <a:pt x="101058" y="80025"/>
                  <a:pt x="101183" y="79851"/>
                </a:cubicBezTo>
                <a:cubicBezTo>
                  <a:pt x="102104" y="78681"/>
                  <a:pt x="103099" y="77386"/>
                  <a:pt x="103796" y="76316"/>
                </a:cubicBezTo>
                <a:cubicBezTo>
                  <a:pt x="104294" y="75619"/>
                  <a:pt x="104792" y="74823"/>
                  <a:pt x="105339" y="74026"/>
                </a:cubicBezTo>
                <a:cubicBezTo>
                  <a:pt x="105364" y="74001"/>
                  <a:pt x="105389" y="73951"/>
                  <a:pt x="105389" y="73902"/>
                </a:cubicBezTo>
                <a:cubicBezTo>
                  <a:pt x="106360" y="72408"/>
                  <a:pt x="107331" y="70890"/>
                  <a:pt x="108127" y="69595"/>
                </a:cubicBezTo>
                <a:close/>
                <a:moveTo>
                  <a:pt x="94686" y="71811"/>
                </a:moveTo>
                <a:cubicBezTo>
                  <a:pt x="96503" y="73702"/>
                  <a:pt x="97922" y="75420"/>
                  <a:pt x="98893" y="76889"/>
                </a:cubicBezTo>
                <a:cubicBezTo>
                  <a:pt x="98196" y="77859"/>
                  <a:pt x="97499" y="78805"/>
                  <a:pt x="96752" y="79776"/>
                </a:cubicBezTo>
                <a:cubicBezTo>
                  <a:pt x="96702" y="79801"/>
                  <a:pt x="96702" y="79826"/>
                  <a:pt x="96677" y="79875"/>
                </a:cubicBezTo>
                <a:cubicBezTo>
                  <a:pt x="96503" y="80099"/>
                  <a:pt x="96304" y="80348"/>
                  <a:pt x="96155" y="80547"/>
                </a:cubicBezTo>
                <a:cubicBezTo>
                  <a:pt x="94412" y="79826"/>
                  <a:pt x="92272" y="78730"/>
                  <a:pt x="89957" y="77337"/>
                </a:cubicBezTo>
                <a:cubicBezTo>
                  <a:pt x="90355" y="76913"/>
                  <a:pt x="90778" y="76440"/>
                  <a:pt x="91151" y="76017"/>
                </a:cubicBezTo>
                <a:cubicBezTo>
                  <a:pt x="91226" y="75918"/>
                  <a:pt x="91326" y="75793"/>
                  <a:pt x="91425" y="75694"/>
                </a:cubicBezTo>
                <a:cubicBezTo>
                  <a:pt x="92072" y="74922"/>
                  <a:pt x="92720" y="74175"/>
                  <a:pt x="93392" y="73404"/>
                </a:cubicBezTo>
                <a:cubicBezTo>
                  <a:pt x="93441" y="73329"/>
                  <a:pt x="93466" y="73279"/>
                  <a:pt x="93541" y="73205"/>
                </a:cubicBezTo>
                <a:cubicBezTo>
                  <a:pt x="93914" y="72732"/>
                  <a:pt x="94313" y="72284"/>
                  <a:pt x="94686" y="71811"/>
                </a:cubicBezTo>
                <a:close/>
                <a:moveTo>
                  <a:pt x="99042" y="77038"/>
                </a:moveTo>
                <a:lnTo>
                  <a:pt x="99067" y="77063"/>
                </a:lnTo>
                <a:cubicBezTo>
                  <a:pt x="98245" y="78258"/>
                  <a:pt x="97374" y="79427"/>
                  <a:pt x="96428" y="80597"/>
                </a:cubicBezTo>
                <a:lnTo>
                  <a:pt x="96379" y="80597"/>
                </a:lnTo>
                <a:cubicBezTo>
                  <a:pt x="97300" y="79403"/>
                  <a:pt x="98196" y="78233"/>
                  <a:pt x="99042" y="77038"/>
                </a:cubicBezTo>
                <a:close/>
                <a:moveTo>
                  <a:pt x="79950" y="70765"/>
                </a:moveTo>
                <a:cubicBezTo>
                  <a:pt x="80025" y="70840"/>
                  <a:pt x="80150" y="70915"/>
                  <a:pt x="80249" y="71014"/>
                </a:cubicBezTo>
                <a:cubicBezTo>
                  <a:pt x="77138" y="74325"/>
                  <a:pt x="73777" y="77561"/>
                  <a:pt x="70243" y="80622"/>
                </a:cubicBezTo>
                <a:lnTo>
                  <a:pt x="69944" y="80249"/>
                </a:lnTo>
                <a:cubicBezTo>
                  <a:pt x="73777" y="77511"/>
                  <a:pt x="77163" y="74225"/>
                  <a:pt x="79950" y="70765"/>
                </a:cubicBezTo>
                <a:close/>
                <a:moveTo>
                  <a:pt x="44406" y="80622"/>
                </a:moveTo>
                <a:cubicBezTo>
                  <a:pt x="44406" y="80640"/>
                  <a:pt x="44406" y="80659"/>
                  <a:pt x="44407" y="80677"/>
                </a:cubicBezTo>
                <a:lnTo>
                  <a:pt x="44407" y="80677"/>
                </a:lnTo>
                <a:cubicBezTo>
                  <a:pt x="44399" y="80659"/>
                  <a:pt x="44390" y="80640"/>
                  <a:pt x="44381" y="80622"/>
                </a:cubicBezTo>
                <a:close/>
                <a:moveTo>
                  <a:pt x="89832" y="77486"/>
                </a:moveTo>
                <a:cubicBezTo>
                  <a:pt x="92147" y="78880"/>
                  <a:pt x="94263" y="79975"/>
                  <a:pt x="96030" y="80647"/>
                </a:cubicBezTo>
                <a:cubicBezTo>
                  <a:pt x="96030" y="80672"/>
                  <a:pt x="96005" y="80672"/>
                  <a:pt x="96005" y="80722"/>
                </a:cubicBezTo>
                <a:cubicBezTo>
                  <a:pt x="94213" y="80025"/>
                  <a:pt x="92097" y="78905"/>
                  <a:pt x="89807" y="77536"/>
                </a:cubicBezTo>
                <a:cubicBezTo>
                  <a:pt x="89807" y="77511"/>
                  <a:pt x="89832" y="77511"/>
                  <a:pt x="89832" y="77486"/>
                </a:cubicBezTo>
                <a:close/>
                <a:moveTo>
                  <a:pt x="18743" y="79627"/>
                </a:moveTo>
                <a:cubicBezTo>
                  <a:pt x="19764" y="80050"/>
                  <a:pt x="20834" y="80423"/>
                  <a:pt x="21879" y="80747"/>
                </a:cubicBezTo>
                <a:cubicBezTo>
                  <a:pt x="21780" y="80747"/>
                  <a:pt x="21655" y="80747"/>
                  <a:pt x="21531" y="80722"/>
                </a:cubicBezTo>
                <a:cubicBezTo>
                  <a:pt x="20585" y="80398"/>
                  <a:pt x="19614" y="80050"/>
                  <a:pt x="18668" y="79676"/>
                </a:cubicBezTo>
                <a:lnTo>
                  <a:pt x="18743" y="79627"/>
                </a:lnTo>
                <a:close/>
                <a:moveTo>
                  <a:pt x="37337" y="73777"/>
                </a:moveTo>
                <a:lnTo>
                  <a:pt x="37337" y="73777"/>
                </a:lnTo>
                <a:cubicBezTo>
                  <a:pt x="35669" y="75146"/>
                  <a:pt x="34300" y="77137"/>
                  <a:pt x="33329" y="79726"/>
                </a:cubicBezTo>
                <a:cubicBezTo>
                  <a:pt x="32608" y="79900"/>
                  <a:pt x="31911" y="80099"/>
                  <a:pt x="31214" y="80249"/>
                </a:cubicBezTo>
                <a:cubicBezTo>
                  <a:pt x="30666" y="80373"/>
                  <a:pt x="30094" y="80448"/>
                  <a:pt x="29546" y="80547"/>
                </a:cubicBezTo>
                <a:cubicBezTo>
                  <a:pt x="29347" y="80597"/>
                  <a:pt x="29197" y="80622"/>
                  <a:pt x="28998" y="80647"/>
                </a:cubicBezTo>
                <a:cubicBezTo>
                  <a:pt x="28924" y="80647"/>
                  <a:pt x="28824" y="80672"/>
                  <a:pt x="28749" y="80672"/>
                </a:cubicBezTo>
                <a:cubicBezTo>
                  <a:pt x="28550" y="80722"/>
                  <a:pt x="28351" y="80722"/>
                  <a:pt x="28152" y="80747"/>
                </a:cubicBezTo>
                <a:cubicBezTo>
                  <a:pt x="28924" y="78656"/>
                  <a:pt x="29845" y="76565"/>
                  <a:pt x="30940" y="74499"/>
                </a:cubicBezTo>
                <a:cubicBezTo>
                  <a:pt x="31189" y="74499"/>
                  <a:pt x="31413" y="74524"/>
                  <a:pt x="31662" y="74524"/>
                </a:cubicBezTo>
                <a:cubicBezTo>
                  <a:pt x="33429" y="74524"/>
                  <a:pt x="35346" y="74275"/>
                  <a:pt x="37337" y="73777"/>
                </a:cubicBezTo>
                <a:close/>
                <a:moveTo>
                  <a:pt x="99191" y="77262"/>
                </a:moveTo>
                <a:cubicBezTo>
                  <a:pt x="99291" y="77411"/>
                  <a:pt x="99365" y="77536"/>
                  <a:pt x="99440" y="77660"/>
                </a:cubicBezTo>
                <a:cubicBezTo>
                  <a:pt x="98619" y="78730"/>
                  <a:pt x="97772" y="79751"/>
                  <a:pt x="96901" y="80747"/>
                </a:cubicBezTo>
                <a:cubicBezTo>
                  <a:pt x="96802" y="80722"/>
                  <a:pt x="96752" y="80672"/>
                  <a:pt x="96652" y="80647"/>
                </a:cubicBezTo>
                <a:cubicBezTo>
                  <a:pt x="97524" y="79527"/>
                  <a:pt x="98395" y="78407"/>
                  <a:pt x="99191" y="77262"/>
                </a:cubicBezTo>
                <a:close/>
                <a:moveTo>
                  <a:pt x="30716" y="74499"/>
                </a:moveTo>
                <a:cubicBezTo>
                  <a:pt x="29621" y="76615"/>
                  <a:pt x="28700" y="78681"/>
                  <a:pt x="27878" y="80772"/>
                </a:cubicBezTo>
                <a:lnTo>
                  <a:pt x="27828" y="80772"/>
                </a:lnTo>
                <a:cubicBezTo>
                  <a:pt x="28625" y="78681"/>
                  <a:pt x="29596" y="76615"/>
                  <a:pt x="30666" y="74499"/>
                </a:cubicBezTo>
                <a:close/>
                <a:moveTo>
                  <a:pt x="69770" y="80323"/>
                </a:moveTo>
                <a:cubicBezTo>
                  <a:pt x="69870" y="80448"/>
                  <a:pt x="69944" y="80572"/>
                  <a:pt x="70044" y="80747"/>
                </a:cubicBezTo>
                <a:cubicBezTo>
                  <a:pt x="70044" y="80747"/>
                  <a:pt x="70044" y="80772"/>
                  <a:pt x="70019" y="80772"/>
                </a:cubicBezTo>
                <a:cubicBezTo>
                  <a:pt x="69919" y="80647"/>
                  <a:pt x="69820" y="80498"/>
                  <a:pt x="69745" y="80373"/>
                </a:cubicBezTo>
                <a:lnTo>
                  <a:pt x="69770" y="80323"/>
                </a:lnTo>
                <a:close/>
                <a:moveTo>
                  <a:pt x="80398" y="71139"/>
                </a:moveTo>
                <a:cubicBezTo>
                  <a:pt x="80448" y="71139"/>
                  <a:pt x="80448" y="71164"/>
                  <a:pt x="80473" y="71164"/>
                </a:cubicBezTo>
                <a:cubicBezTo>
                  <a:pt x="77337" y="74524"/>
                  <a:pt x="73977" y="77760"/>
                  <a:pt x="70392" y="80796"/>
                </a:cubicBezTo>
                <a:cubicBezTo>
                  <a:pt x="70392" y="80772"/>
                  <a:pt x="70367" y="80772"/>
                  <a:pt x="70367" y="80747"/>
                </a:cubicBezTo>
                <a:cubicBezTo>
                  <a:pt x="73902" y="77735"/>
                  <a:pt x="77262" y="74499"/>
                  <a:pt x="80398" y="71139"/>
                </a:cubicBezTo>
                <a:close/>
                <a:moveTo>
                  <a:pt x="99540" y="77859"/>
                </a:moveTo>
                <a:cubicBezTo>
                  <a:pt x="99540" y="77884"/>
                  <a:pt x="99565" y="77884"/>
                  <a:pt x="99565" y="77909"/>
                </a:cubicBezTo>
                <a:cubicBezTo>
                  <a:pt x="98768" y="78880"/>
                  <a:pt x="97947" y="79875"/>
                  <a:pt x="97150" y="80846"/>
                </a:cubicBezTo>
                <a:cubicBezTo>
                  <a:pt x="97100" y="80846"/>
                  <a:pt x="97100" y="80846"/>
                  <a:pt x="97076" y="80796"/>
                </a:cubicBezTo>
                <a:cubicBezTo>
                  <a:pt x="97922" y="79801"/>
                  <a:pt x="98743" y="78855"/>
                  <a:pt x="99540" y="77859"/>
                </a:cubicBezTo>
                <a:close/>
                <a:moveTo>
                  <a:pt x="26634" y="73752"/>
                </a:moveTo>
                <a:cubicBezTo>
                  <a:pt x="27804" y="74151"/>
                  <a:pt x="29073" y="74399"/>
                  <a:pt x="30467" y="74499"/>
                </a:cubicBezTo>
                <a:cubicBezTo>
                  <a:pt x="29372" y="76615"/>
                  <a:pt x="28451" y="78730"/>
                  <a:pt x="27629" y="80796"/>
                </a:cubicBezTo>
                <a:cubicBezTo>
                  <a:pt x="27455" y="80846"/>
                  <a:pt x="27231" y="80871"/>
                  <a:pt x="27057" y="80871"/>
                </a:cubicBezTo>
                <a:cubicBezTo>
                  <a:pt x="26883" y="80871"/>
                  <a:pt x="26758" y="80896"/>
                  <a:pt x="26609" y="80896"/>
                </a:cubicBezTo>
                <a:cubicBezTo>
                  <a:pt x="25986" y="80921"/>
                  <a:pt x="25364" y="80971"/>
                  <a:pt x="24742" y="80971"/>
                </a:cubicBezTo>
                <a:lnTo>
                  <a:pt x="24642" y="80971"/>
                </a:lnTo>
                <a:cubicBezTo>
                  <a:pt x="24145" y="80971"/>
                  <a:pt x="23622" y="80921"/>
                  <a:pt x="23124" y="80896"/>
                </a:cubicBezTo>
                <a:lnTo>
                  <a:pt x="23074" y="80896"/>
                </a:lnTo>
                <a:cubicBezTo>
                  <a:pt x="21655" y="80523"/>
                  <a:pt x="20262" y="80050"/>
                  <a:pt x="18893" y="79502"/>
                </a:cubicBezTo>
                <a:cubicBezTo>
                  <a:pt x="21133" y="76913"/>
                  <a:pt x="23821" y="74947"/>
                  <a:pt x="26634" y="73752"/>
                </a:cubicBezTo>
                <a:close/>
                <a:moveTo>
                  <a:pt x="70193" y="80871"/>
                </a:moveTo>
                <a:cubicBezTo>
                  <a:pt x="70193" y="80896"/>
                  <a:pt x="70193" y="80921"/>
                  <a:pt x="70218" y="80921"/>
                </a:cubicBezTo>
                <a:lnTo>
                  <a:pt x="70193" y="80971"/>
                </a:lnTo>
                <a:cubicBezTo>
                  <a:pt x="70193" y="80921"/>
                  <a:pt x="70168" y="80921"/>
                  <a:pt x="70168" y="80896"/>
                </a:cubicBezTo>
                <a:lnTo>
                  <a:pt x="70193" y="80871"/>
                </a:lnTo>
                <a:close/>
                <a:moveTo>
                  <a:pt x="18454" y="80232"/>
                </a:moveTo>
                <a:cubicBezTo>
                  <a:pt x="18763" y="80306"/>
                  <a:pt x="19028" y="80402"/>
                  <a:pt x="19341" y="80498"/>
                </a:cubicBezTo>
                <a:cubicBezTo>
                  <a:pt x="19415" y="80523"/>
                  <a:pt x="19540" y="80523"/>
                  <a:pt x="19639" y="80547"/>
                </a:cubicBezTo>
                <a:lnTo>
                  <a:pt x="19664" y="80547"/>
                </a:lnTo>
                <a:cubicBezTo>
                  <a:pt x="19988" y="80622"/>
                  <a:pt x="20262" y="80722"/>
                  <a:pt x="20610" y="80772"/>
                </a:cubicBezTo>
                <a:cubicBezTo>
                  <a:pt x="20759" y="80796"/>
                  <a:pt x="20909" y="80821"/>
                  <a:pt x="21108" y="80821"/>
                </a:cubicBezTo>
                <a:cubicBezTo>
                  <a:pt x="21158" y="80821"/>
                  <a:pt x="21207" y="80871"/>
                  <a:pt x="21257" y="80871"/>
                </a:cubicBezTo>
                <a:cubicBezTo>
                  <a:pt x="21307" y="80871"/>
                  <a:pt x="21382" y="80871"/>
                  <a:pt x="21456" y="80896"/>
                </a:cubicBezTo>
                <a:cubicBezTo>
                  <a:pt x="21481" y="80896"/>
                  <a:pt x="21506" y="80896"/>
                  <a:pt x="21531" y="80921"/>
                </a:cubicBezTo>
                <a:cubicBezTo>
                  <a:pt x="21581" y="80921"/>
                  <a:pt x="21631" y="80971"/>
                  <a:pt x="21655" y="80971"/>
                </a:cubicBezTo>
                <a:lnTo>
                  <a:pt x="21705" y="80971"/>
                </a:lnTo>
                <a:cubicBezTo>
                  <a:pt x="21722" y="80971"/>
                  <a:pt x="21749" y="80982"/>
                  <a:pt x="21780" y="80989"/>
                </a:cubicBezTo>
                <a:lnTo>
                  <a:pt x="21780" y="80989"/>
                </a:lnTo>
                <a:cubicBezTo>
                  <a:pt x="21631" y="80970"/>
                  <a:pt x="21516" y="80966"/>
                  <a:pt x="21382" y="80921"/>
                </a:cubicBezTo>
                <a:cubicBezTo>
                  <a:pt x="21257" y="80896"/>
                  <a:pt x="21158" y="80896"/>
                  <a:pt x="21083" y="80871"/>
                </a:cubicBezTo>
                <a:cubicBezTo>
                  <a:pt x="20171" y="80754"/>
                  <a:pt x="19281" y="80527"/>
                  <a:pt x="18454" y="80232"/>
                </a:cubicBezTo>
                <a:close/>
                <a:moveTo>
                  <a:pt x="27828" y="80971"/>
                </a:moveTo>
                <a:lnTo>
                  <a:pt x="27828" y="80996"/>
                </a:lnTo>
                <a:lnTo>
                  <a:pt x="27754" y="80996"/>
                </a:lnTo>
                <a:lnTo>
                  <a:pt x="27754" y="80971"/>
                </a:lnTo>
                <a:close/>
                <a:moveTo>
                  <a:pt x="33230" y="79975"/>
                </a:moveTo>
                <a:lnTo>
                  <a:pt x="33230" y="80000"/>
                </a:lnTo>
                <a:lnTo>
                  <a:pt x="33230" y="80025"/>
                </a:lnTo>
                <a:cubicBezTo>
                  <a:pt x="31811" y="80398"/>
                  <a:pt x="30392" y="80722"/>
                  <a:pt x="29073" y="80896"/>
                </a:cubicBezTo>
                <a:cubicBezTo>
                  <a:pt x="28973" y="80896"/>
                  <a:pt x="28899" y="80921"/>
                  <a:pt x="28824" y="80921"/>
                </a:cubicBezTo>
                <a:cubicBezTo>
                  <a:pt x="28550" y="80921"/>
                  <a:pt x="28252" y="80971"/>
                  <a:pt x="28003" y="80996"/>
                </a:cubicBezTo>
                <a:cubicBezTo>
                  <a:pt x="28301" y="80921"/>
                  <a:pt x="28525" y="80896"/>
                  <a:pt x="28774" y="80871"/>
                </a:cubicBezTo>
                <a:cubicBezTo>
                  <a:pt x="28849" y="80871"/>
                  <a:pt x="28924" y="80846"/>
                  <a:pt x="28998" y="80846"/>
                </a:cubicBezTo>
                <a:cubicBezTo>
                  <a:pt x="30367" y="80647"/>
                  <a:pt x="31811" y="80348"/>
                  <a:pt x="33230" y="79975"/>
                </a:cubicBezTo>
                <a:close/>
                <a:moveTo>
                  <a:pt x="96503" y="80846"/>
                </a:moveTo>
                <a:cubicBezTo>
                  <a:pt x="96578" y="80871"/>
                  <a:pt x="96652" y="80896"/>
                  <a:pt x="96752" y="80921"/>
                </a:cubicBezTo>
                <a:cubicBezTo>
                  <a:pt x="96752" y="80971"/>
                  <a:pt x="96702" y="80971"/>
                  <a:pt x="96702" y="80996"/>
                </a:cubicBezTo>
                <a:cubicBezTo>
                  <a:pt x="96627" y="80971"/>
                  <a:pt x="96553" y="80921"/>
                  <a:pt x="96453" y="80896"/>
                </a:cubicBezTo>
                <a:cubicBezTo>
                  <a:pt x="96503" y="80871"/>
                  <a:pt x="96503" y="80846"/>
                  <a:pt x="96503" y="80846"/>
                </a:cubicBezTo>
                <a:close/>
                <a:moveTo>
                  <a:pt x="96951" y="80971"/>
                </a:moveTo>
                <a:cubicBezTo>
                  <a:pt x="96951" y="80971"/>
                  <a:pt x="97001" y="80996"/>
                  <a:pt x="97026" y="80996"/>
                </a:cubicBezTo>
                <a:cubicBezTo>
                  <a:pt x="97026" y="81020"/>
                  <a:pt x="97001" y="81020"/>
                  <a:pt x="97001" y="81045"/>
                </a:cubicBezTo>
                <a:cubicBezTo>
                  <a:pt x="96951" y="81045"/>
                  <a:pt x="96951" y="81045"/>
                  <a:pt x="96926" y="81020"/>
                </a:cubicBezTo>
                <a:cubicBezTo>
                  <a:pt x="96926" y="80996"/>
                  <a:pt x="96951" y="80996"/>
                  <a:pt x="96951" y="80971"/>
                </a:cubicBezTo>
                <a:close/>
                <a:moveTo>
                  <a:pt x="44406" y="78656"/>
                </a:moveTo>
                <a:lnTo>
                  <a:pt x="44879" y="79602"/>
                </a:lnTo>
                <a:cubicBezTo>
                  <a:pt x="44978" y="79776"/>
                  <a:pt x="45053" y="79975"/>
                  <a:pt x="45128" y="80149"/>
                </a:cubicBezTo>
                <a:cubicBezTo>
                  <a:pt x="45252" y="80473"/>
                  <a:pt x="45377" y="80747"/>
                  <a:pt x="45476" y="81045"/>
                </a:cubicBezTo>
                <a:cubicBezTo>
                  <a:pt x="45479" y="81053"/>
                  <a:pt x="45481" y="81061"/>
                  <a:pt x="45483" y="81069"/>
                </a:cubicBezTo>
                <a:lnTo>
                  <a:pt x="45483" y="81069"/>
                </a:lnTo>
                <a:cubicBezTo>
                  <a:pt x="45385" y="80794"/>
                  <a:pt x="45279" y="80517"/>
                  <a:pt x="45153" y="80249"/>
                </a:cubicBezTo>
                <a:cubicBezTo>
                  <a:pt x="45128" y="80174"/>
                  <a:pt x="45103" y="80124"/>
                  <a:pt x="45053" y="80025"/>
                </a:cubicBezTo>
                <a:cubicBezTo>
                  <a:pt x="44879" y="79627"/>
                  <a:pt x="44680" y="79228"/>
                  <a:pt x="44481" y="78855"/>
                </a:cubicBezTo>
                <a:cubicBezTo>
                  <a:pt x="44431" y="78805"/>
                  <a:pt x="44431" y="78755"/>
                  <a:pt x="44406" y="78730"/>
                </a:cubicBezTo>
                <a:lnTo>
                  <a:pt x="44406" y="78681"/>
                </a:lnTo>
                <a:lnTo>
                  <a:pt x="44406" y="78656"/>
                </a:lnTo>
                <a:close/>
                <a:moveTo>
                  <a:pt x="22651" y="81045"/>
                </a:moveTo>
                <a:cubicBezTo>
                  <a:pt x="22751" y="81045"/>
                  <a:pt x="22850" y="81095"/>
                  <a:pt x="22950" y="81095"/>
                </a:cubicBezTo>
                <a:lnTo>
                  <a:pt x="23024" y="81095"/>
                </a:lnTo>
                <a:cubicBezTo>
                  <a:pt x="23074" y="81095"/>
                  <a:pt x="23124" y="81120"/>
                  <a:pt x="23149" y="81120"/>
                </a:cubicBezTo>
                <a:lnTo>
                  <a:pt x="23199" y="81120"/>
                </a:lnTo>
                <a:cubicBezTo>
                  <a:pt x="23248" y="81145"/>
                  <a:pt x="23273" y="81145"/>
                  <a:pt x="23323" y="81145"/>
                </a:cubicBezTo>
                <a:lnTo>
                  <a:pt x="22975" y="81145"/>
                </a:lnTo>
                <a:cubicBezTo>
                  <a:pt x="22900" y="81145"/>
                  <a:pt x="22875" y="81120"/>
                  <a:pt x="22825" y="81120"/>
                </a:cubicBezTo>
                <a:cubicBezTo>
                  <a:pt x="22751" y="81070"/>
                  <a:pt x="22701" y="81070"/>
                  <a:pt x="22626" y="81045"/>
                </a:cubicBezTo>
                <a:close/>
                <a:moveTo>
                  <a:pt x="100535" y="80672"/>
                </a:moveTo>
                <a:cubicBezTo>
                  <a:pt x="100535" y="80747"/>
                  <a:pt x="100510" y="80772"/>
                  <a:pt x="100486" y="80796"/>
                </a:cubicBezTo>
                <a:cubicBezTo>
                  <a:pt x="100386" y="80921"/>
                  <a:pt x="100286" y="81020"/>
                  <a:pt x="100237" y="81145"/>
                </a:cubicBezTo>
                <a:cubicBezTo>
                  <a:pt x="100187" y="81145"/>
                  <a:pt x="100187" y="81170"/>
                  <a:pt x="100162" y="81170"/>
                </a:cubicBezTo>
                <a:cubicBezTo>
                  <a:pt x="100286" y="81020"/>
                  <a:pt x="100411" y="80871"/>
                  <a:pt x="100535" y="80672"/>
                </a:cubicBezTo>
                <a:close/>
                <a:moveTo>
                  <a:pt x="99664" y="78108"/>
                </a:moveTo>
                <a:cubicBezTo>
                  <a:pt x="100311" y="79303"/>
                  <a:pt x="100535" y="80224"/>
                  <a:pt x="100262" y="80722"/>
                </a:cubicBezTo>
                <a:cubicBezTo>
                  <a:pt x="100187" y="80772"/>
                  <a:pt x="100162" y="80821"/>
                  <a:pt x="100112" y="80896"/>
                </a:cubicBezTo>
                <a:cubicBezTo>
                  <a:pt x="99901" y="81083"/>
                  <a:pt x="99546" y="81176"/>
                  <a:pt x="99073" y="81176"/>
                </a:cubicBezTo>
                <a:cubicBezTo>
                  <a:pt x="98600" y="81176"/>
                  <a:pt x="98009" y="81083"/>
                  <a:pt x="97324" y="80896"/>
                </a:cubicBezTo>
                <a:lnTo>
                  <a:pt x="99664" y="78108"/>
                </a:lnTo>
                <a:close/>
                <a:moveTo>
                  <a:pt x="27530" y="80996"/>
                </a:moveTo>
                <a:lnTo>
                  <a:pt x="27530" y="81020"/>
                </a:lnTo>
                <a:lnTo>
                  <a:pt x="27530" y="81045"/>
                </a:lnTo>
                <a:cubicBezTo>
                  <a:pt x="27380" y="81045"/>
                  <a:pt x="27256" y="81095"/>
                  <a:pt x="27107" y="81120"/>
                </a:cubicBezTo>
                <a:cubicBezTo>
                  <a:pt x="26957" y="81120"/>
                  <a:pt x="26783" y="81145"/>
                  <a:pt x="26659" y="81145"/>
                </a:cubicBezTo>
                <a:cubicBezTo>
                  <a:pt x="26011" y="81170"/>
                  <a:pt x="25389" y="81220"/>
                  <a:pt x="24767" y="81220"/>
                </a:cubicBezTo>
                <a:lnTo>
                  <a:pt x="24667" y="81220"/>
                </a:lnTo>
                <a:cubicBezTo>
                  <a:pt x="24518" y="81220"/>
                  <a:pt x="24344" y="81220"/>
                  <a:pt x="24169" y="81170"/>
                </a:cubicBezTo>
                <a:cubicBezTo>
                  <a:pt x="24145" y="81170"/>
                  <a:pt x="24095" y="81145"/>
                  <a:pt x="24045" y="81145"/>
                </a:cubicBezTo>
                <a:lnTo>
                  <a:pt x="24020" y="81145"/>
                </a:lnTo>
                <a:cubicBezTo>
                  <a:pt x="23995" y="81145"/>
                  <a:pt x="23970" y="81120"/>
                  <a:pt x="23921" y="81120"/>
                </a:cubicBezTo>
                <a:cubicBezTo>
                  <a:pt x="24169" y="81120"/>
                  <a:pt x="24418" y="81145"/>
                  <a:pt x="24717" y="81145"/>
                </a:cubicBezTo>
                <a:lnTo>
                  <a:pt x="24891" y="81145"/>
                </a:lnTo>
                <a:cubicBezTo>
                  <a:pt x="25489" y="81145"/>
                  <a:pt x="26086" y="81120"/>
                  <a:pt x="26659" y="81095"/>
                </a:cubicBezTo>
                <a:lnTo>
                  <a:pt x="26708" y="81095"/>
                </a:lnTo>
                <a:cubicBezTo>
                  <a:pt x="26783" y="81095"/>
                  <a:pt x="26858" y="81095"/>
                  <a:pt x="26957" y="81045"/>
                </a:cubicBezTo>
                <a:lnTo>
                  <a:pt x="27107" y="81045"/>
                </a:lnTo>
                <a:cubicBezTo>
                  <a:pt x="27231" y="81020"/>
                  <a:pt x="27380" y="81020"/>
                  <a:pt x="27530" y="80996"/>
                </a:cubicBezTo>
                <a:close/>
                <a:moveTo>
                  <a:pt x="42738" y="76565"/>
                </a:moveTo>
                <a:cubicBezTo>
                  <a:pt x="42912" y="76864"/>
                  <a:pt x="43062" y="77113"/>
                  <a:pt x="43236" y="77361"/>
                </a:cubicBezTo>
                <a:cubicBezTo>
                  <a:pt x="43311" y="77536"/>
                  <a:pt x="43410" y="77685"/>
                  <a:pt x="43485" y="77884"/>
                </a:cubicBezTo>
                <a:cubicBezTo>
                  <a:pt x="42191" y="79378"/>
                  <a:pt x="40299" y="80523"/>
                  <a:pt x="37909" y="81244"/>
                </a:cubicBezTo>
                <a:cubicBezTo>
                  <a:pt x="37909" y="81220"/>
                  <a:pt x="37934" y="81170"/>
                  <a:pt x="37934" y="81145"/>
                </a:cubicBezTo>
                <a:cubicBezTo>
                  <a:pt x="37959" y="81095"/>
                  <a:pt x="37959" y="81020"/>
                  <a:pt x="38009" y="80971"/>
                </a:cubicBezTo>
                <a:cubicBezTo>
                  <a:pt x="38158" y="80523"/>
                  <a:pt x="38332" y="80099"/>
                  <a:pt x="38532" y="79676"/>
                </a:cubicBezTo>
                <a:cubicBezTo>
                  <a:pt x="38557" y="79577"/>
                  <a:pt x="38581" y="79502"/>
                  <a:pt x="38656" y="79403"/>
                </a:cubicBezTo>
                <a:cubicBezTo>
                  <a:pt x="38656" y="79378"/>
                  <a:pt x="38681" y="79378"/>
                  <a:pt x="38681" y="79353"/>
                </a:cubicBezTo>
                <a:lnTo>
                  <a:pt x="38681" y="79303"/>
                </a:lnTo>
                <a:cubicBezTo>
                  <a:pt x="38805" y="78930"/>
                  <a:pt x="38955" y="78556"/>
                  <a:pt x="39154" y="78183"/>
                </a:cubicBezTo>
                <a:cubicBezTo>
                  <a:pt x="39403" y="78108"/>
                  <a:pt x="39652" y="77984"/>
                  <a:pt x="39901" y="77884"/>
                </a:cubicBezTo>
                <a:cubicBezTo>
                  <a:pt x="40199" y="77760"/>
                  <a:pt x="40523" y="77610"/>
                  <a:pt x="40822" y="77486"/>
                </a:cubicBezTo>
                <a:cubicBezTo>
                  <a:pt x="41120" y="77361"/>
                  <a:pt x="41419" y="77237"/>
                  <a:pt x="41693" y="77063"/>
                </a:cubicBezTo>
                <a:cubicBezTo>
                  <a:pt x="41991" y="76938"/>
                  <a:pt x="42290" y="76789"/>
                  <a:pt x="42564" y="76640"/>
                </a:cubicBezTo>
                <a:cubicBezTo>
                  <a:pt x="42639" y="76615"/>
                  <a:pt x="42664" y="76565"/>
                  <a:pt x="42738" y="76565"/>
                </a:cubicBezTo>
                <a:close/>
                <a:moveTo>
                  <a:pt x="38905" y="78282"/>
                </a:moveTo>
                <a:cubicBezTo>
                  <a:pt x="38457" y="79303"/>
                  <a:pt x="38059" y="80299"/>
                  <a:pt x="37685" y="81269"/>
                </a:cubicBezTo>
                <a:lnTo>
                  <a:pt x="37660" y="81269"/>
                </a:lnTo>
                <a:cubicBezTo>
                  <a:pt x="37959" y="80299"/>
                  <a:pt x="38382" y="79303"/>
                  <a:pt x="38830" y="78307"/>
                </a:cubicBezTo>
                <a:cubicBezTo>
                  <a:pt x="38880" y="78307"/>
                  <a:pt x="38880" y="78307"/>
                  <a:pt x="38905" y="78282"/>
                </a:cubicBezTo>
                <a:close/>
                <a:moveTo>
                  <a:pt x="97200" y="81045"/>
                </a:moveTo>
                <a:cubicBezTo>
                  <a:pt x="97929" y="81267"/>
                  <a:pt x="98556" y="81378"/>
                  <a:pt x="99058" y="81378"/>
                </a:cubicBezTo>
                <a:cubicBezTo>
                  <a:pt x="99344" y="81378"/>
                  <a:pt x="99590" y="81342"/>
                  <a:pt x="99789" y="81269"/>
                </a:cubicBezTo>
                <a:lnTo>
                  <a:pt x="99789" y="81269"/>
                </a:lnTo>
                <a:cubicBezTo>
                  <a:pt x="99764" y="81294"/>
                  <a:pt x="99739" y="81344"/>
                  <a:pt x="99739" y="81369"/>
                </a:cubicBezTo>
                <a:cubicBezTo>
                  <a:pt x="99554" y="81415"/>
                  <a:pt x="99343" y="81438"/>
                  <a:pt x="99106" y="81438"/>
                </a:cubicBezTo>
                <a:cubicBezTo>
                  <a:pt x="98578" y="81438"/>
                  <a:pt x="97924" y="81326"/>
                  <a:pt x="97150" y="81120"/>
                </a:cubicBezTo>
                <a:lnTo>
                  <a:pt x="97200" y="81045"/>
                </a:lnTo>
                <a:close/>
                <a:moveTo>
                  <a:pt x="43560" y="78034"/>
                </a:moveTo>
                <a:cubicBezTo>
                  <a:pt x="43560" y="78058"/>
                  <a:pt x="43609" y="78058"/>
                  <a:pt x="43609" y="78108"/>
                </a:cubicBezTo>
                <a:cubicBezTo>
                  <a:pt x="42265" y="79627"/>
                  <a:pt x="40299" y="80772"/>
                  <a:pt x="37810" y="81518"/>
                </a:cubicBezTo>
                <a:cubicBezTo>
                  <a:pt x="37785" y="81493"/>
                  <a:pt x="37785" y="81468"/>
                  <a:pt x="37810" y="81419"/>
                </a:cubicBezTo>
                <a:cubicBezTo>
                  <a:pt x="40274" y="80722"/>
                  <a:pt x="42215" y="79527"/>
                  <a:pt x="43560" y="78034"/>
                </a:cubicBezTo>
                <a:close/>
                <a:moveTo>
                  <a:pt x="99988" y="81518"/>
                </a:moveTo>
                <a:cubicBezTo>
                  <a:pt x="99938" y="81554"/>
                  <a:pt x="99893" y="81589"/>
                  <a:pt x="99851" y="81624"/>
                </a:cubicBezTo>
                <a:lnTo>
                  <a:pt x="99851" y="81624"/>
                </a:lnTo>
                <a:cubicBezTo>
                  <a:pt x="99880" y="81589"/>
                  <a:pt x="99909" y="81554"/>
                  <a:pt x="99938" y="81518"/>
                </a:cubicBezTo>
                <a:close/>
                <a:moveTo>
                  <a:pt x="27455" y="81269"/>
                </a:moveTo>
                <a:cubicBezTo>
                  <a:pt x="27380" y="81419"/>
                  <a:pt x="27331" y="81618"/>
                  <a:pt x="27256" y="81767"/>
                </a:cubicBezTo>
                <a:cubicBezTo>
                  <a:pt x="26559" y="81668"/>
                  <a:pt x="25837" y="81518"/>
                  <a:pt x="25115" y="81394"/>
                </a:cubicBezTo>
                <a:cubicBezTo>
                  <a:pt x="25638" y="81394"/>
                  <a:pt x="26136" y="81369"/>
                  <a:pt x="26683" y="81344"/>
                </a:cubicBezTo>
                <a:cubicBezTo>
                  <a:pt x="26808" y="81344"/>
                  <a:pt x="26957" y="81294"/>
                  <a:pt x="27082" y="81294"/>
                </a:cubicBezTo>
                <a:cubicBezTo>
                  <a:pt x="27206" y="81294"/>
                  <a:pt x="27331" y="81269"/>
                  <a:pt x="27455" y="81269"/>
                </a:cubicBezTo>
                <a:close/>
                <a:moveTo>
                  <a:pt x="27704" y="81244"/>
                </a:moveTo>
                <a:cubicBezTo>
                  <a:pt x="27629" y="81419"/>
                  <a:pt x="27580" y="81618"/>
                  <a:pt x="27480" y="81792"/>
                </a:cubicBezTo>
                <a:lnTo>
                  <a:pt x="27455" y="81792"/>
                </a:lnTo>
                <a:lnTo>
                  <a:pt x="27629" y="81244"/>
                </a:lnTo>
                <a:close/>
                <a:moveTo>
                  <a:pt x="23871" y="81344"/>
                </a:moveTo>
                <a:cubicBezTo>
                  <a:pt x="23970" y="81369"/>
                  <a:pt x="24095" y="81369"/>
                  <a:pt x="24194" y="81369"/>
                </a:cubicBezTo>
                <a:cubicBezTo>
                  <a:pt x="25190" y="81618"/>
                  <a:pt x="26211" y="81767"/>
                  <a:pt x="27206" y="81916"/>
                </a:cubicBezTo>
                <a:cubicBezTo>
                  <a:pt x="27206" y="81966"/>
                  <a:pt x="27181" y="81966"/>
                  <a:pt x="27181" y="81991"/>
                </a:cubicBezTo>
                <a:cubicBezTo>
                  <a:pt x="26086" y="81842"/>
                  <a:pt x="24966" y="81618"/>
                  <a:pt x="23871" y="81344"/>
                </a:cubicBezTo>
                <a:close/>
                <a:moveTo>
                  <a:pt x="27455" y="81966"/>
                </a:moveTo>
                <a:cubicBezTo>
                  <a:pt x="27455" y="81991"/>
                  <a:pt x="27455" y="81991"/>
                  <a:pt x="27405" y="82016"/>
                </a:cubicBezTo>
                <a:lnTo>
                  <a:pt x="27355" y="82016"/>
                </a:lnTo>
                <a:cubicBezTo>
                  <a:pt x="27355" y="82016"/>
                  <a:pt x="27380" y="81991"/>
                  <a:pt x="27380" y="81966"/>
                </a:cubicBezTo>
                <a:close/>
                <a:moveTo>
                  <a:pt x="33423" y="80140"/>
                </a:moveTo>
                <a:lnTo>
                  <a:pt x="33423" y="80140"/>
                </a:lnTo>
                <a:cubicBezTo>
                  <a:pt x="33202" y="80757"/>
                  <a:pt x="33029" y="81374"/>
                  <a:pt x="32856" y="82016"/>
                </a:cubicBezTo>
                <a:lnTo>
                  <a:pt x="32807" y="82016"/>
                </a:lnTo>
                <a:cubicBezTo>
                  <a:pt x="32981" y="81394"/>
                  <a:pt x="33155" y="80772"/>
                  <a:pt x="33354" y="80149"/>
                </a:cubicBezTo>
                <a:cubicBezTo>
                  <a:pt x="33391" y="80149"/>
                  <a:pt x="33414" y="80149"/>
                  <a:pt x="33423" y="80140"/>
                </a:cubicBezTo>
                <a:close/>
                <a:moveTo>
                  <a:pt x="38532" y="78382"/>
                </a:moveTo>
                <a:lnTo>
                  <a:pt x="38532" y="78382"/>
                </a:lnTo>
                <a:cubicBezTo>
                  <a:pt x="38084" y="79378"/>
                  <a:pt x="37685" y="80348"/>
                  <a:pt x="37337" y="81344"/>
                </a:cubicBezTo>
                <a:cubicBezTo>
                  <a:pt x="36018" y="81742"/>
                  <a:pt x="34574" y="81916"/>
                  <a:pt x="33080" y="82016"/>
                </a:cubicBezTo>
                <a:cubicBezTo>
                  <a:pt x="33230" y="81369"/>
                  <a:pt x="33429" y="80672"/>
                  <a:pt x="33678" y="80050"/>
                </a:cubicBezTo>
                <a:lnTo>
                  <a:pt x="34051" y="79950"/>
                </a:lnTo>
                <a:cubicBezTo>
                  <a:pt x="34225" y="79900"/>
                  <a:pt x="34425" y="79875"/>
                  <a:pt x="34574" y="79801"/>
                </a:cubicBezTo>
                <a:lnTo>
                  <a:pt x="35694" y="79427"/>
                </a:lnTo>
                <a:cubicBezTo>
                  <a:pt x="35918" y="79378"/>
                  <a:pt x="36142" y="79303"/>
                  <a:pt x="36316" y="79203"/>
                </a:cubicBezTo>
                <a:cubicBezTo>
                  <a:pt x="36665" y="79104"/>
                  <a:pt x="36988" y="78954"/>
                  <a:pt x="37387" y="78855"/>
                </a:cubicBezTo>
                <a:cubicBezTo>
                  <a:pt x="37636" y="78755"/>
                  <a:pt x="37835" y="78656"/>
                  <a:pt x="38084" y="78556"/>
                </a:cubicBezTo>
                <a:cubicBezTo>
                  <a:pt x="38258" y="78506"/>
                  <a:pt x="38382" y="78432"/>
                  <a:pt x="38532" y="78382"/>
                </a:cubicBezTo>
                <a:close/>
                <a:moveTo>
                  <a:pt x="33105" y="80199"/>
                </a:moveTo>
                <a:lnTo>
                  <a:pt x="33105" y="80199"/>
                </a:lnTo>
                <a:cubicBezTo>
                  <a:pt x="32931" y="80796"/>
                  <a:pt x="32732" y="81419"/>
                  <a:pt x="32583" y="82041"/>
                </a:cubicBezTo>
                <a:cubicBezTo>
                  <a:pt x="32188" y="82060"/>
                  <a:pt x="31786" y="82069"/>
                  <a:pt x="31378" y="82069"/>
                </a:cubicBezTo>
                <a:cubicBezTo>
                  <a:pt x="30187" y="82069"/>
                  <a:pt x="28946" y="81990"/>
                  <a:pt x="27704" y="81842"/>
                </a:cubicBezTo>
                <a:cubicBezTo>
                  <a:pt x="27754" y="81618"/>
                  <a:pt x="27853" y="81419"/>
                  <a:pt x="27903" y="81220"/>
                </a:cubicBezTo>
                <a:cubicBezTo>
                  <a:pt x="28227" y="81170"/>
                  <a:pt x="28525" y="81120"/>
                  <a:pt x="28824" y="81095"/>
                </a:cubicBezTo>
                <a:cubicBezTo>
                  <a:pt x="28874" y="81095"/>
                  <a:pt x="28973" y="81045"/>
                  <a:pt x="29023" y="81045"/>
                </a:cubicBezTo>
                <a:cubicBezTo>
                  <a:pt x="29123" y="81045"/>
                  <a:pt x="29197" y="81020"/>
                  <a:pt x="29272" y="81020"/>
                </a:cubicBezTo>
                <a:cubicBezTo>
                  <a:pt x="29347" y="81020"/>
                  <a:pt x="29446" y="80996"/>
                  <a:pt x="29496" y="80996"/>
                </a:cubicBezTo>
                <a:cubicBezTo>
                  <a:pt x="29944" y="80921"/>
                  <a:pt x="30367" y="80821"/>
                  <a:pt x="30815" y="80747"/>
                </a:cubicBezTo>
                <a:cubicBezTo>
                  <a:pt x="30940" y="80697"/>
                  <a:pt x="31014" y="80697"/>
                  <a:pt x="31139" y="80672"/>
                </a:cubicBezTo>
                <a:cubicBezTo>
                  <a:pt x="31562" y="80572"/>
                  <a:pt x="31985" y="80498"/>
                  <a:pt x="32384" y="80398"/>
                </a:cubicBezTo>
                <a:cubicBezTo>
                  <a:pt x="32558" y="80373"/>
                  <a:pt x="32707" y="80348"/>
                  <a:pt x="32832" y="80299"/>
                </a:cubicBezTo>
                <a:lnTo>
                  <a:pt x="33105" y="80199"/>
                </a:lnTo>
                <a:close/>
                <a:moveTo>
                  <a:pt x="32832" y="82240"/>
                </a:moveTo>
                <a:cubicBezTo>
                  <a:pt x="32832" y="82265"/>
                  <a:pt x="32832" y="82290"/>
                  <a:pt x="32807" y="82290"/>
                </a:cubicBezTo>
                <a:lnTo>
                  <a:pt x="32732" y="82290"/>
                </a:lnTo>
                <a:cubicBezTo>
                  <a:pt x="32782" y="82265"/>
                  <a:pt x="32782" y="82265"/>
                  <a:pt x="32782" y="82240"/>
                </a:cubicBezTo>
                <a:close/>
                <a:moveTo>
                  <a:pt x="37287" y="81593"/>
                </a:moveTo>
                <a:cubicBezTo>
                  <a:pt x="37287" y="81618"/>
                  <a:pt x="37262" y="81643"/>
                  <a:pt x="37262" y="81643"/>
                </a:cubicBezTo>
                <a:cubicBezTo>
                  <a:pt x="35943" y="81991"/>
                  <a:pt x="34524" y="82215"/>
                  <a:pt x="33031" y="82290"/>
                </a:cubicBezTo>
                <a:cubicBezTo>
                  <a:pt x="33031" y="82265"/>
                  <a:pt x="33031" y="82240"/>
                  <a:pt x="33056" y="82215"/>
                </a:cubicBezTo>
                <a:cubicBezTo>
                  <a:pt x="34524" y="82116"/>
                  <a:pt x="35943" y="81916"/>
                  <a:pt x="37287" y="81593"/>
                </a:cubicBezTo>
                <a:close/>
                <a:moveTo>
                  <a:pt x="27629" y="82016"/>
                </a:moveTo>
                <a:cubicBezTo>
                  <a:pt x="28990" y="82196"/>
                  <a:pt x="30334" y="82280"/>
                  <a:pt x="31637" y="82280"/>
                </a:cubicBezTo>
                <a:cubicBezTo>
                  <a:pt x="31955" y="82280"/>
                  <a:pt x="32270" y="82275"/>
                  <a:pt x="32583" y="82265"/>
                </a:cubicBezTo>
                <a:lnTo>
                  <a:pt x="32583" y="82315"/>
                </a:lnTo>
                <a:cubicBezTo>
                  <a:pt x="32234" y="82315"/>
                  <a:pt x="31911" y="82365"/>
                  <a:pt x="31562" y="82365"/>
                </a:cubicBezTo>
                <a:cubicBezTo>
                  <a:pt x="30243" y="82365"/>
                  <a:pt x="28949" y="82265"/>
                  <a:pt x="27604" y="82091"/>
                </a:cubicBezTo>
                <a:cubicBezTo>
                  <a:pt x="27604" y="82041"/>
                  <a:pt x="27629" y="82016"/>
                  <a:pt x="27629" y="82016"/>
                </a:cubicBezTo>
                <a:close/>
                <a:moveTo>
                  <a:pt x="52471" y="76963"/>
                </a:moveTo>
                <a:cubicBezTo>
                  <a:pt x="53118" y="77660"/>
                  <a:pt x="53715" y="78407"/>
                  <a:pt x="54313" y="79178"/>
                </a:cubicBezTo>
                <a:cubicBezTo>
                  <a:pt x="52371" y="80498"/>
                  <a:pt x="50454" y="81742"/>
                  <a:pt x="48513" y="82813"/>
                </a:cubicBezTo>
                <a:cubicBezTo>
                  <a:pt x="47741" y="80796"/>
                  <a:pt x="46646" y="78905"/>
                  <a:pt x="45227" y="77287"/>
                </a:cubicBezTo>
                <a:lnTo>
                  <a:pt x="45252" y="77287"/>
                </a:lnTo>
                <a:cubicBezTo>
                  <a:pt x="45302" y="77287"/>
                  <a:pt x="45352" y="77312"/>
                  <a:pt x="45402" y="77312"/>
                </a:cubicBezTo>
                <a:cubicBezTo>
                  <a:pt x="45426" y="77312"/>
                  <a:pt x="45501" y="77361"/>
                  <a:pt x="45526" y="77361"/>
                </a:cubicBezTo>
                <a:cubicBezTo>
                  <a:pt x="45626" y="77386"/>
                  <a:pt x="45750" y="77386"/>
                  <a:pt x="45850" y="77411"/>
                </a:cubicBezTo>
                <a:cubicBezTo>
                  <a:pt x="46024" y="77436"/>
                  <a:pt x="46173" y="77486"/>
                  <a:pt x="46372" y="77511"/>
                </a:cubicBezTo>
                <a:cubicBezTo>
                  <a:pt x="46472" y="77511"/>
                  <a:pt x="46522" y="77536"/>
                  <a:pt x="46621" y="77536"/>
                </a:cubicBezTo>
                <a:lnTo>
                  <a:pt x="46870" y="77536"/>
                </a:lnTo>
                <a:cubicBezTo>
                  <a:pt x="47194" y="77561"/>
                  <a:pt x="47542" y="77610"/>
                  <a:pt x="47891" y="77610"/>
                </a:cubicBezTo>
                <a:lnTo>
                  <a:pt x="47990" y="77610"/>
                </a:lnTo>
                <a:cubicBezTo>
                  <a:pt x="48239" y="77610"/>
                  <a:pt x="48488" y="77610"/>
                  <a:pt x="48762" y="77561"/>
                </a:cubicBezTo>
                <a:cubicBezTo>
                  <a:pt x="48861" y="77561"/>
                  <a:pt x="48936" y="77536"/>
                  <a:pt x="49061" y="77536"/>
                </a:cubicBezTo>
                <a:cubicBezTo>
                  <a:pt x="49160" y="77536"/>
                  <a:pt x="49235" y="77536"/>
                  <a:pt x="49334" y="77511"/>
                </a:cubicBezTo>
                <a:cubicBezTo>
                  <a:pt x="49409" y="77511"/>
                  <a:pt x="49509" y="77511"/>
                  <a:pt x="49608" y="77461"/>
                </a:cubicBezTo>
                <a:cubicBezTo>
                  <a:pt x="49782" y="77436"/>
                  <a:pt x="49982" y="77411"/>
                  <a:pt x="50156" y="77411"/>
                </a:cubicBezTo>
                <a:cubicBezTo>
                  <a:pt x="50255" y="77411"/>
                  <a:pt x="50355" y="77386"/>
                  <a:pt x="50479" y="77386"/>
                </a:cubicBezTo>
                <a:cubicBezTo>
                  <a:pt x="50504" y="77386"/>
                  <a:pt x="50579" y="77337"/>
                  <a:pt x="50604" y="77337"/>
                </a:cubicBezTo>
                <a:lnTo>
                  <a:pt x="51077" y="77262"/>
                </a:lnTo>
                <a:cubicBezTo>
                  <a:pt x="51151" y="77262"/>
                  <a:pt x="51226" y="77212"/>
                  <a:pt x="51326" y="77212"/>
                </a:cubicBezTo>
                <a:lnTo>
                  <a:pt x="51351" y="77212"/>
                </a:lnTo>
                <a:cubicBezTo>
                  <a:pt x="51400" y="77212"/>
                  <a:pt x="51475" y="77187"/>
                  <a:pt x="51525" y="77187"/>
                </a:cubicBezTo>
                <a:cubicBezTo>
                  <a:pt x="51699" y="77162"/>
                  <a:pt x="51873" y="77137"/>
                  <a:pt x="52023" y="77063"/>
                </a:cubicBezTo>
                <a:cubicBezTo>
                  <a:pt x="52097" y="77038"/>
                  <a:pt x="52147" y="77038"/>
                  <a:pt x="52222" y="77038"/>
                </a:cubicBezTo>
                <a:cubicBezTo>
                  <a:pt x="52321" y="77013"/>
                  <a:pt x="52371" y="77013"/>
                  <a:pt x="52471" y="76963"/>
                </a:cubicBezTo>
                <a:close/>
                <a:moveTo>
                  <a:pt x="44779" y="77162"/>
                </a:moveTo>
                <a:cubicBezTo>
                  <a:pt x="44804" y="77162"/>
                  <a:pt x="44804" y="77162"/>
                  <a:pt x="44854" y="77187"/>
                </a:cubicBezTo>
                <a:cubicBezTo>
                  <a:pt x="46372" y="78880"/>
                  <a:pt x="47542" y="80796"/>
                  <a:pt x="48364" y="82962"/>
                </a:cubicBezTo>
                <a:cubicBezTo>
                  <a:pt x="48339" y="82962"/>
                  <a:pt x="48339" y="82987"/>
                  <a:pt x="48289" y="82987"/>
                </a:cubicBezTo>
                <a:cubicBezTo>
                  <a:pt x="47492" y="80846"/>
                  <a:pt x="46298" y="78880"/>
                  <a:pt x="44779" y="77162"/>
                </a:cubicBezTo>
                <a:close/>
                <a:moveTo>
                  <a:pt x="54462" y="79353"/>
                </a:moveTo>
                <a:lnTo>
                  <a:pt x="54487" y="79378"/>
                </a:lnTo>
                <a:cubicBezTo>
                  <a:pt x="52520" y="80722"/>
                  <a:pt x="50604" y="81916"/>
                  <a:pt x="48637" y="83037"/>
                </a:cubicBezTo>
                <a:cubicBezTo>
                  <a:pt x="48637" y="83012"/>
                  <a:pt x="48637" y="83012"/>
                  <a:pt x="48613" y="82987"/>
                </a:cubicBezTo>
                <a:cubicBezTo>
                  <a:pt x="50529" y="81892"/>
                  <a:pt x="52496" y="80647"/>
                  <a:pt x="54462" y="79353"/>
                </a:cubicBezTo>
                <a:close/>
                <a:moveTo>
                  <a:pt x="48463" y="83111"/>
                </a:moveTo>
                <a:cubicBezTo>
                  <a:pt x="48463" y="83136"/>
                  <a:pt x="48463" y="83136"/>
                  <a:pt x="48488" y="83161"/>
                </a:cubicBezTo>
                <a:cubicBezTo>
                  <a:pt x="48463" y="83161"/>
                  <a:pt x="48413" y="83161"/>
                  <a:pt x="48413" y="83211"/>
                </a:cubicBezTo>
                <a:cubicBezTo>
                  <a:pt x="48413" y="83161"/>
                  <a:pt x="48413" y="83161"/>
                  <a:pt x="48388" y="83136"/>
                </a:cubicBezTo>
                <a:cubicBezTo>
                  <a:pt x="48413" y="83136"/>
                  <a:pt x="48413" y="83111"/>
                  <a:pt x="48463" y="83111"/>
                </a:cubicBezTo>
                <a:close/>
                <a:moveTo>
                  <a:pt x="44406" y="79054"/>
                </a:moveTo>
                <a:cubicBezTo>
                  <a:pt x="44406" y="79104"/>
                  <a:pt x="44431" y="79104"/>
                  <a:pt x="44431" y="79129"/>
                </a:cubicBezTo>
                <a:cubicBezTo>
                  <a:pt x="44655" y="79527"/>
                  <a:pt x="44854" y="79925"/>
                  <a:pt x="45003" y="80348"/>
                </a:cubicBezTo>
                <a:cubicBezTo>
                  <a:pt x="45028" y="80423"/>
                  <a:pt x="45053" y="80523"/>
                  <a:pt x="45128" y="80622"/>
                </a:cubicBezTo>
                <a:cubicBezTo>
                  <a:pt x="45302" y="81045"/>
                  <a:pt x="45476" y="81518"/>
                  <a:pt x="45601" y="81966"/>
                </a:cubicBezTo>
                <a:cubicBezTo>
                  <a:pt x="45601" y="81991"/>
                  <a:pt x="45601" y="81991"/>
                  <a:pt x="45626" y="82016"/>
                </a:cubicBezTo>
                <a:cubicBezTo>
                  <a:pt x="45750" y="82414"/>
                  <a:pt x="45825" y="82862"/>
                  <a:pt x="45924" y="83261"/>
                </a:cubicBezTo>
                <a:cubicBezTo>
                  <a:pt x="45302" y="82464"/>
                  <a:pt x="44879" y="81518"/>
                  <a:pt x="44605" y="80448"/>
                </a:cubicBezTo>
                <a:cubicBezTo>
                  <a:pt x="44605" y="80423"/>
                  <a:pt x="44555" y="80373"/>
                  <a:pt x="44555" y="80348"/>
                </a:cubicBezTo>
                <a:lnTo>
                  <a:pt x="44481" y="79875"/>
                </a:lnTo>
                <a:cubicBezTo>
                  <a:pt x="44431" y="79676"/>
                  <a:pt x="44406" y="79502"/>
                  <a:pt x="44381" y="79353"/>
                </a:cubicBezTo>
                <a:cubicBezTo>
                  <a:pt x="44381" y="79253"/>
                  <a:pt x="44381" y="79154"/>
                  <a:pt x="44406" y="79054"/>
                </a:cubicBezTo>
                <a:close/>
                <a:moveTo>
                  <a:pt x="7567" y="72956"/>
                </a:moveTo>
                <a:lnTo>
                  <a:pt x="7567" y="72956"/>
                </a:lnTo>
                <a:cubicBezTo>
                  <a:pt x="6298" y="76565"/>
                  <a:pt x="5402" y="80050"/>
                  <a:pt x="4904" y="83385"/>
                </a:cubicBezTo>
                <a:cubicBezTo>
                  <a:pt x="4107" y="82041"/>
                  <a:pt x="3485" y="80597"/>
                  <a:pt x="3087" y="78979"/>
                </a:cubicBezTo>
                <a:cubicBezTo>
                  <a:pt x="4057" y="76938"/>
                  <a:pt x="5426" y="75022"/>
                  <a:pt x="7169" y="73329"/>
                </a:cubicBezTo>
                <a:cubicBezTo>
                  <a:pt x="7318" y="73180"/>
                  <a:pt x="7443" y="73080"/>
                  <a:pt x="7567" y="72956"/>
                </a:cubicBezTo>
                <a:close/>
                <a:moveTo>
                  <a:pt x="16677" y="79751"/>
                </a:moveTo>
                <a:cubicBezTo>
                  <a:pt x="16777" y="79776"/>
                  <a:pt x="16876" y="79851"/>
                  <a:pt x="16976" y="79900"/>
                </a:cubicBezTo>
                <a:cubicBezTo>
                  <a:pt x="17100" y="79975"/>
                  <a:pt x="17250" y="80025"/>
                  <a:pt x="17374" y="80050"/>
                </a:cubicBezTo>
                <a:cubicBezTo>
                  <a:pt x="17499" y="80124"/>
                  <a:pt x="17623" y="80149"/>
                  <a:pt x="17748" y="80224"/>
                </a:cubicBezTo>
                <a:cubicBezTo>
                  <a:pt x="16901" y="81294"/>
                  <a:pt x="16130" y="82464"/>
                  <a:pt x="15482" y="83634"/>
                </a:cubicBezTo>
                <a:cubicBezTo>
                  <a:pt x="15806" y="82365"/>
                  <a:pt x="16229" y="81045"/>
                  <a:pt x="16677" y="79751"/>
                </a:cubicBezTo>
                <a:close/>
                <a:moveTo>
                  <a:pt x="46118" y="83555"/>
                </a:moveTo>
                <a:cubicBezTo>
                  <a:pt x="46128" y="83612"/>
                  <a:pt x="46138" y="83669"/>
                  <a:pt x="46147" y="83726"/>
                </a:cubicBezTo>
                <a:lnTo>
                  <a:pt x="46147" y="83726"/>
                </a:lnTo>
                <a:cubicBezTo>
                  <a:pt x="46145" y="83719"/>
                  <a:pt x="46139" y="83709"/>
                  <a:pt x="46123" y="83709"/>
                </a:cubicBezTo>
                <a:lnTo>
                  <a:pt x="46099" y="83659"/>
                </a:lnTo>
                <a:cubicBezTo>
                  <a:pt x="46107" y="83623"/>
                  <a:pt x="46114" y="83589"/>
                  <a:pt x="46118" y="83555"/>
                </a:cubicBezTo>
                <a:close/>
                <a:moveTo>
                  <a:pt x="7816" y="72831"/>
                </a:moveTo>
                <a:lnTo>
                  <a:pt x="7841" y="72881"/>
                </a:lnTo>
                <a:cubicBezTo>
                  <a:pt x="6472" y="76640"/>
                  <a:pt x="5551" y="80274"/>
                  <a:pt x="5053" y="83734"/>
                </a:cubicBezTo>
                <a:cubicBezTo>
                  <a:pt x="5053" y="83709"/>
                  <a:pt x="5053" y="83659"/>
                  <a:pt x="5028" y="83634"/>
                </a:cubicBezTo>
                <a:cubicBezTo>
                  <a:pt x="5103" y="82962"/>
                  <a:pt x="5227" y="82240"/>
                  <a:pt x="5352" y="81543"/>
                </a:cubicBezTo>
                <a:lnTo>
                  <a:pt x="5352" y="81518"/>
                </a:lnTo>
                <a:cubicBezTo>
                  <a:pt x="5924" y="78730"/>
                  <a:pt x="6721" y="75793"/>
                  <a:pt x="7816" y="72831"/>
                </a:cubicBezTo>
                <a:close/>
                <a:moveTo>
                  <a:pt x="44680" y="81294"/>
                </a:moveTo>
                <a:cubicBezTo>
                  <a:pt x="45003" y="82165"/>
                  <a:pt x="45476" y="82987"/>
                  <a:pt x="46024" y="83634"/>
                </a:cubicBezTo>
                <a:cubicBezTo>
                  <a:pt x="46024" y="83658"/>
                  <a:pt x="46024" y="83729"/>
                  <a:pt x="46047" y="83756"/>
                </a:cubicBezTo>
                <a:lnTo>
                  <a:pt x="46047" y="83756"/>
                </a:lnTo>
                <a:cubicBezTo>
                  <a:pt x="45475" y="83134"/>
                  <a:pt x="45028" y="82413"/>
                  <a:pt x="44729" y="81593"/>
                </a:cubicBezTo>
                <a:cubicBezTo>
                  <a:pt x="44729" y="81493"/>
                  <a:pt x="44680" y="81394"/>
                  <a:pt x="44680" y="81294"/>
                </a:cubicBezTo>
                <a:close/>
                <a:moveTo>
                  <a:pt x="2937" y="79203"/>
                </a:moveTo>
                <a:cubicBezTo>
                  <a:pt x="3385" y="80821"/>
                  <a:pt x="4033" y="82315"/>
                  <a:pt x="4829" y="83659"/>
                </a:cubicBezTo>
                <a:cubicBezTo>
                  <a:pt x="4829" y="83709"/>
                  <a:pt x="4829" y="83734"/>
                  <a:pt x="4804" y="83758"/>
                </a:cubicBezTo>
                <a:cubicBezTo>
                  <a:pt x="3983" y="82414"/>
                  <a:pt x="3336" y="80921"/>
                  <a:pt x="2863" y="79278"/>
                </a:cubicBezTo>
                <a:cubicBezTo>
                  <a:pt x="2912" y="79278"/>
                  <a:pt x="2937" y="79253"/>
                  <a:pt x="2937" y="79203"/>
                </a:cubicBezTo>
                <a:close/>
                <a:moveTo>
                  <a:pt x="44754" y="77386"/>
                </a:moveTo>
                <a:cubicBezTo>
                  <a:pt x="46248" y="79029"/>
                  <a:pt x="47393" y="80921"/>
                  <a:pt x="48164" y="83037"/>
                </a:cubicBezTo>
                <a:cubicBezTo>
                  <a:pt x="47617" y="83360"/>
                  <a:pt x="47094" y="83659"/>
                  <a:pt x="46522" y="83958"/>
                </a:cubicBezTo>
                <a:lnTo>
                  <a:pt x="46497" y="83908"/>
                </a:lnTo>
                <a:cubicBezTo>
                  <a:pt x="46472" y="83833"/>
                  <a:pt x="46472" y="83734"/>
                  <a:pt x="46422" y="83634"/>
                </a:cubicBezTo>
                <a:cubicBezTo>
                  <a:pt x="46372" y="83385"/>
                  <a:pt x="46347" y="83111"/>
                  <a:pt x="46273" y="82862"/>
                </a:cubicBezTo>
                <a:cubicBezTo>
                  <a:pt x="46223" y="82613"/>
                  <a:pt x="46148" y="82389"/>
                  <a:pt x="46099" y="82165"/>
                </a:cubicBezTo>
                <a:cubicBezTo>
                  <a:pt x="45999" y="81867"/>
                  <a:pt x="45899" y="81518"/>
                  <a:pt x="45800" y="81220"/>
                </a:cubicBezTo>
                <a:cubicBezTo>
                  <a:pt x="45750" y="81020"/>
                  <a:pt x="45650" y="80796"/>
                  <a:pt x="45601" y="80622"/>
                </a:cubicBezTo>
                <a:cubicBezTo>
                  <a:pt x="45476" y="80274"/>
                  <a:pt x="45352" y="79975"/>
                  <a:pt x="45178" y="79627"/>
                </a:cubicBezTo>
                <a:cubicBezTo>
                  <a:pt x="45103" y="79427"/>
                  <a:pt x="45003" y="79253"/>
                  <a:pt x="44904" y="79029"/>
                </a:cubicBezTo>
                <a:cubicBezTo>
                  <a:pt x="44779" y="78780"/>
                  <a:pt x="44680" y="78531"/>
                  <a:pt x="44530" y="78307"/>
                </a:cubicBezTo>
                <a:lnTo>
                  <a:pt x="44530" y="78258"/>
                </a:lnTo>
                <a:cubicBezTo>
                  <a:pt x="44530" y="78233"/>
                  <a:pt x="44555" y="78158"/>
                  <a:pt x="44555" y="78133"/>
                </a:cubicBezTo>
                <a:lnTo>
                  <a:pt x="44754" y="77386"/>
                </a:lnTo>
                <a:close/>
                <a:moveTo>
                  <a:pt x="46248" y="83958"/>
                </a:moveTo>
                <a:lnTo>
                  <a:pt x="46273" y="83982"/>
                </a:lnTo>
                <a:lnTo>
                  <a:pt x="46273" y="84032"/>
                </a:lnTo>
                <a:lnTo>
                  <a:pt x="46248" y="84007"/>
                </a:lnTo>
                <a:cubicBezTo>
                  <a:pt x="46273" y="84007"/>
                  <a:pt x="46273" y="83982"/>
                  <a:pt x="46248" y="83958"/>
                </a:cubicBezTo>
                <a:close/>
                <a:moveTo>
                  <a:pt x="4978" y="83908"/>
                </a:moveTo>
                <a:cubicBezTo>
                  <a:pt x="5028" y="83958"/>
                  <a:pt x="5028" y="83982"/>
                  <a:pt x="5053" y="84007"/>
                </a:cubicBezTo>
                <a:lnTo>
                  <a:pt x="5053" y="84107"/>
                </a:lnTo>
                <a:cubicBezTo>
                  <a:pt x="5028" y="84082"/>
                  <a:pt x="5028" y="84032"/>
                  <a:pt x="4978" y="84032"/>
                </a:cubicBezTo>
                <a:lnTo>
                  <a:pt x="4978" y="83908"/>
                </a:lnTo>
                <a:close/>
                <a:moveTo>
                  <a:pt x="48239" y="83261"/>
                </a:moveTo>
                <a:lnTo>
                  <a:pt x="48239" y="83286"/>
                </a:lnTo>
                <a:cubicBezTo>
                  <a:pt x="47741" y="83559"/>
                  <a:pt x="47194" y="83883"/>
                  <a:pt x="46721" y="84157"/>
                </a:cubicBezTo>
                <a:lnTo>
                  <a:pt x="46671" y="84132"/>
                </a:lnTo>
                <a:cubicBezTo>
                  <a:pt x="47194" y="83858"/>
                  <a:pt x="47716" y="83559"/>
                  <a:pt x="48239" y="83261"/>
                </a:cubicBezTo>
                <a:close/>
                <a:moveTo>
                  <a:pt x="16478" y="79627"/>
                </a:moveTo>
                <a:cubicBezTo>
                  <a:pt x="16503" y="79627"/>
                  <a:pt x="16503" y="79651"/>
                  <a:pt x="16528" y="79651"/>
                </a:cubicBezTo>
                <a:cubicBezTo>
                  <a:pt x="15980" y="81244"/>
                  <a:pt x="15507" y="82788"/>
                  <a:pt x="15109" y="84356"/>
                </a:cubicBezTo>
                <a:cubicBezTo>
                  <a:pt x="15059" y="84455"/>
                  <a:pt x="15010" y="84505"/>
                  <a:pt x="14985" y="84605"/>
                </a:cubicBezTo>
                <a:cubicBezTo>
                  <a:pt x="15383" y="82987"/>
                  <a:pt x="15881" y="81344"/>
                  <a:pt x="16478" y="79627"/>
                </a:cubicBezTo>
                <a:close/>
                <a:moveTo>
                  <a:pt x="17897" y="80274"/>
                </a:moveTo>
                <a:cubicBezTo>
                  <a:pt x="17922" y="80274"/>
                  <a:pt x="17922" y="80299"/>
                  <a:pt x="17972" y="80299"/>
                </a:cubicBezTo>
                <a:cubicBezTo>
                  <a:pt x="16876" y="81717"/>
                  <a:pt x="15930" y="83211"/>
                  <a:pt x="15159" y="84754"/>
                </a:cubicBezTo>
                <a:cubicBezTo>
                  <a:pt x="15184" y="84655"/>
                  <a:pt x="15234" y="84580"/>
                  <a:pt x="15234" y="84480"/>
                </a:cubicBezTo>
                <a:cubicBezTo>
                  <a:pt x="16005" y="82987"/>
                  <a:pt x="16876" y="81593"/>
                  <a:pt x="17897" y="80274"/>
                </a:cubicBezTo>
                <a:close/>
                <a:moveTo>
                  <a:pt x="63348" y="72831"/>
                </a:moveTo>
                <a:cubicBezTo>
                  <a:pt x="63522" y="73030"/>
                  <a:pt x="63697" y="73180"/>
                  <a:pt x="63846" y="73354"/>
                </a:cubicBezTo>
                <a:cubicBezTo>
                  <a:pt x="64070" y="73578"/>
                  <a:pt x="64269" y="73827"/>
                  <a:pt x="64468" y="74051"/>
                </a:cubicBezTo>
                <a:cubicBezTo>
                  <a:pt x="64717" y="74325"/>
                  <a:pt x="64966" y="74599"/>
                  <a:pt x="65190" y="74897"/>
                </a:cubicBezTo>
                <a:cubicBezTo>
                  <a:pt x="65290" y="75022"/>
                  <a:pt x="65389" y="75096"/>
                  <a:pt x="65464" y="75221"/>
                </a:cubicBezTo>
                <a:cubicBezTo>
                  <a:pt x="66783" y="76789"/>
                  <a:pt x="68052" y="78432"/>
                  <a:pt x="69297" y="80124"/>
                </a:cubicBezTo>
                <a:cubicBezTo>
                  <a:pt x="66310" y="82240"/>
                  <a:pt x="63273" y="83808"/>
                  <a:pt x="60411" y="84879"/>
                </a:cubicBezTo>
                <a:cubicBezTo>
                  <a:pt x="58942" y="82663"/>
                  <a:pt x="57573" y="80423"/>
                  <a:pt x="56379" y="78282"/>
                </a:cubicBezTo>
                <a:cubicBezTo>
                  <a:pt x="58793" y="76565"/>
                  <a:pt x="61108" y="74723"/>
                  <a:pt x="63348" y="72831"/>
                </a:cubicBezTo>
                <a:close/>
                <a:moveTo>
                  <a:pt x="44729" y="82066"/>
                </a:moveTo>
                <a:cubicBezTo>
                  <a:pt x="45053" y="82862"/>
                  <a:pt x="45526" y="83534"/>
                  <a:pt x="46049" y="84107"/>
                </a:cubicBezTo>
                <a:lnTo>
                  <a:pt x="46049" y="84182"/>
                </a:lnTo>
                <a:cubicBezTo>
                  <a:pt x="45551" y="84480"/>
                  <a:pt x="45028" y="84729"/>
                  <a:pt x="44530" y="85003"/>
                </a:cubicBezTo>
                <a:cubicBezTo>
                  <a:pt x="44530" y="84978"/>
                  <a:pt x="44530" y="84953"/>
                  <a:pt x="44555" y="84903"/>
                </a:cubicBezTo>
                <a:cubicBezTo>
                  <a:pt x="44680" y="84032"/>
                  <a:pt x="44729" y="83211"/>
                  <a:pt x="44729" y="82365"/>
                </a:cubicBezTo>
                <a:lnTo>
                  <a:pt x="44729" y="82265"/>
                </a:lnTo>
                <a:lnTo>
                  <a:pt x="44729" y="82066"/>
                </a:lnTo>
                <a:close/>
                <a:moveTo>
                  <a:pt x="56229" y="78407"/>
                </a:moveTo>
                <a:cubicBezTo>
                  <a:pt x="57374" y="80523"/>
                  <a:pt x="58743" y="82763"/>
                  <a:pt x="60237" y="84978"/>
                </a:cubicBezTo>
                <a:cubicBezTo>
                  <a:pt x="60212" y="84978"/>
                  <a:pt x="60212" y="84978"/>
                  <a:pt x="60187" y="85003"/>
                </a:cubicBezTo>
                <a:cubicBezTo>
                  <a:pt x="58718" y="82763"/>
                  <a:pt x="57349" y="80547"/>
                  <a:pt x="56204" y="78432"/>
                </a:cubicBezTo>
                <a:lnTo>
                  <a:pt x="56229" y="78407"/>
                </a:lnTo>
                <a:close/>
                <a:moveTo>
                  <a:pt x="97624" y="84234"/>
                </a:moveTo>
                <a:cubicBezTo>
                  <a:pt x="97399" y="84491"/>
                  <a:pt x="97172" y="84749"/>
                  <a:pt x="96940" y="85010"/>
                </a:cubicBezTo>
                <a:lnTo>
                  <a:pt x="96940" y="85010"/>
                </a:lnTo>
                <a:cubicBezTo>
                  <a:pt x="97182" y="84723"/>
                  <a:pt x="97413" y="84456"/>
                  <a:pt x="97624" y="84234"/>
                </a:cubicBezTo>
                <a:close/>
                <a:moveTo>
                  <a:pt x="69446" y="80274"/>
                </a:moveTo>
                <a:cubicBezTo>
                  <a:pt x="69446" y="80299"/>
                  <a:pt x="69446" y="80299"/>
                  <a:pt x="69496" y="80348"/>
                </a:cubicBezTo>
                <a:cubicBezTo>
                  <a:pt x="66534" y="82414"/>
                  <a:pt x="63473" y="84032"/>
                  <a:pt x="60585" y="85103"/>
                </a:cubicBezTo>
                <a:cubicBezTo>
                  <a:pt x="60585" y="85078"/>
                  <a:pt x="60560" y="85078"/>
                  <a:pt x="60560" y="85028"/>
                </a:cubicBezTo>
                <a:cubicBezTo>
                  <a:pt x="63423" y="83982"/>
                  <a:pt x="66459" y="82365"/>
                  <a:pt x="69446" y="80274"/>
                </a:cubicBezTo>
                <a:close/>
                <a:moveTo>
                  <a:pt x="44428" y="81464"/>
                </a:moveTo>
                <a:cubicBezTo>
                  <a:pt x="44438" y="81506"/>
                  <a:pt x="44450" y="81557"/>
                  <a:pt x="44481" y="81618"/>
                </a:cubicBezTo>
                <a:cubicBezTo>
                  <a:pt x="44530" y="82788"/>
                  <a:pt x="44505" y="83982"/>
                  <a:pt x="44281" y="85152"/>
                </a:cubicBezTo>
                <a:cubicBezTo>
                  <a:pt x="44281" y="85152"/>
                  <a:pt x="44257" y="85152"/>
                  <a:pt x="44257" y="85177"/>
                </a:cubicBezTo>
                <a:cubicBezTo>
                  <a:pt x="44257" y="85103"/>
                  <a:pt x="44281" y="85003"/>
                  <a:pt x="44306" y="84903"/>
                </a:cubicBezTo>
                <a:cubicBezTo>
                  <a:pt x="44481" y="83958"/>
                  <a:pt x="44505" y="83012"/>
                  <a:pt x="44481" y="82116"/>
                </a:cubicBezTo>
                <a:lnTo>
                  <a:pt x="44481" y="81867"/>
                </a:lnTo>
                <a:cubicBezTo>
                  <a:pt x="44481" y="81767"/>
                  <a:pt x="44431" y="81643"/>
                  <a:pt x="44431" y="81543"/>
                </a:cubicBezTo>
                <a:cubicBezTo>
                  <a:pt x="44431" y="81520"/>
                  <a:pt x="44431" y="81490"/>
                  <a:pt x="44428" y="81464"/>
                </a:cubicBezTo>
                <a:close/>
                <a:moveTo>
                  <a:pt x="60361" y="85127"/>
                </a:moveTo>
                <a:cubicBezTo>
                  <a:pt x="60361" y="85127"/>
                  <a:pt x="60411" y="85152"/>
                  <a:pt x="60411" y="85202"/>
                </a:cubicBezTo>
                <a:cubicBezTo>
                  <a:pt x="60361" y="85202"/>
                  <a:pt x="60361" y="85202"/>
                  <a:pt x="60336" y="85227"/>
                </a:cubicBezTo>
                <a:cubicBezTo>
                  <a:pt x="60336" y="85202"/>
                  <a:pt x="60311" y="85202"/>
                  <a:pt x="60311" y="85152"/>
                </a:cubicBezTo>
                <a:cubicBezTo>
                  <a:pt x="60336" y="85152"/>
                  <a:pt x="60336" y="85152"/>
                  <a:pt x="60361" y="85127"/>
                </a:cubicBezTo>
                <a:close/>
                <a:moveTo>
                  <a:pt x="46123" y="84381"/>
                </a:moveTo>
                <a:lnTo>
                  <a:pt x="46123" y="84455"/>
                </a:lnTo>
                <a:cubicBezTo>
                  <a:pt x="45607" y="84726"/>
                  <a:pt x="45042" y="84996"/>
                  <a:pt x="44525" y="85267"/>
                </a:cubicBezTo>
                <a:lnTo>
                  <a:pt x="44525" y="85267"/>
                </a:lnTo>
                <a:cubicBezTo>
                  <a:pt x="44530" y="85257"/>
                  <a:pt x="44530" y="85242"/>
                  <a:pt x="44530" y="85227"/>
                </a:cubicBezTo>
                <a:lnTo>
                  <a:pt x="46123" y="84381"/>
                </a:lnTo>
                <a:close/>
                <a:moveTo>
                  <a:pt x="1917" y="71537"/>
                </a:moveTo>
                <a:lnTo>
                  <a:pt x="1917" y="71537"/>
                </a:lnTo>
                <a:cubicBezTo>
                  <a:pt x="1792" y="74151"/>
                  <a:pt x="1991" y="76640"/>
                  <a:pt x="2589" y="78930"/>
                </a:cubicBezTo>
                <a:cubicBezTo>
                  <a:pt x="1867" y="80448"/>
                  <a:pt x="1369" y="82091"/>
                  <a:pt x="1120" y="83709"/>
                </a:cubicBezTo>
                <a:cubicBezTo>
                  <a:pt x="1095" y="83709"/>
                  <a:pt x="1095" y="83734"/>
                  <a:pt x="1095" y="83758"/>
                </a:cubicBezTo>
                <a:lnTo>
                  <a:pt x="996" y="84605"/>
                </a:lnTo>
                <a:lnTo>
                  <a:pt x="996" y="84704"/>
                </a:lnTo>
                <a:cubicBezTo>
                  <a:pt x="996" y="84804"/>
                  <a:pt x="971" y="84978"/>
                  <a:pt x="971" y="85103"/>
                </a:cubicBezTo>
                <a:cubicBezTo>
                  <a:pt x="971" y="85152"/>
                  <a:pt x="971" y="85252"/>
                  <a:pt x="946" y="85327"/>
                </a:cubicBezTo>
                <a:cubicBezTo>
                  <a:pt x="349" y="81120"/>
                  <a:pt x="722" y="76490"/>
                  <a:pt x="1917" y="71537"/>
                </a:cubicBezTo>
                <a:close/>
                <a:moveTo>
                  <a:pt x="44281" y="85351"/>
                </a:moveTo>
                <a:lnTo>
                  <a:pt x="44281" y="85401"/>
                </a:lnTo>
                <a:lnTo>
                  <a:pt x="44257" y="85401"/>
                </a:lnTo>
                <a:cubicBezTo>
                  <a:pt x="44257" y="85401"/>
                  <a:pt x="44257" y="85376"/>
                  <a:pt x="44281" y="85351"/>
                </a:cubicBezTo>
                <a:close/>
                <a:moveTo>
                  <a:pt x="48289" y="83460"/>
                </a:moveTo>
                <a:cubicBezTo>
                  <a:pt x="48538" y="84132"/>
                  <a:pt x="48762" y="84854"/>
                  <a:pt x="48911" y="85575"/>
                </a:cubicBezTo>
                <a:cubicBezTo>
                  <a:pt x="48140" y="85227"/>
                  <a:pt x="47418" y="84779"/>
                  <a:pt x="46845" y="84256"/>
                </a:cubicBezTo>
                <a:cubicBezTo>
                  <a:pt x="47343" y="84007"/>
                  <a:pt x="47841" y="83734"/>
                  <a:pt x="48289" y="83460"/>
                </a:cubicBezTo>
                <a:close/>
                <a:moveTo>
                  <a:pt x="56055" y="78531"/>
                </a:moveTo>
                <a:cubicBezTo>
                  <a:pt x="57200" y="80647"/>
                  <a:pt x="58544" y="82862"/>
                  <a:pt x="60038" y="85078"/>
                </a:cubicBezTo>
                <a:cubicBezTo>
                  <a:pt x="59490" y="85252"/>
                  <a:pt x="58967" y="85451"/>
                  <a:pt x="58445" y="85575"/>
                </a:cubicBezTo>
                <a:cubicBezTo>
                  <a:pt x="57499" y="83286"/>
                  <a:pt x="56329" y="81170"/>
                  <a:pt x="54960" y="79278"/>
                </a:cubicBezTo>
                <a:cubicBezTo>
                  <a:pt x="55333" y="79029"/>
                  <a:pt x="55682" y="78780"/>
                  <a:pt x="56055" y="78531"/>
                </a:cubicBezTo>
                <a:close/>
                <a:moveTo>
                  <a:pt x="54810" y="79378"/>
                </a:moveTo>
                <a:cubicBezTo>
                  <a:pt x="56179" y="81244"/>
                  <a:pt x="57324" y="83360"/>
                  <a:pt x="58245" y="85600"/>
                </a:cubicBezTo>
                <a:cubicBezTo>
                  <a:pt x="58220" y="85600"/>
                  <a:pt x="58220" y="85600"/>
                  <a:pt x="58196" y="85625"/>
                </a:cubicBezTo>
                <a:cubicBezTo>
                  <a:pt x="57250" y="83385"/>
                  <a:pt x="56105" y="81294"/>
                  <a:pt x="54736" y="79427"/>
                </a:cubicBezTo>
                <a:lnTo>
                  <a:pt x="54810" y="79378"/>
                </a:lnTo>
                <a:close/>
                <a:moveTo>
                  <a:pt x="48538" y="83310"/>
                </a:moveTo>
                <a:cubicBezTo>
                  <a:pt x="48837" y="84107"/>
                  <a:pt x="49036" y="84879"/>
                  <a:pt x="49235" y="85700"/>
                </a:cubicBezTo>
                <a:cubicBezTo>
                  <a:pt x="49210" y="85700"/>
                  <a:pt x="49160" y="85650"/>
                  <a:pt x="49160" y="85650"/>
                </a:cubicBezTo>
                <a:cubicBezTo>
                  <a:pt x="48986" y="84879"/>
                  <a:pt x="48737" y="84107"/>
                  <a:pt x="48488" y="83360"/>
                </a:cubicBezTo>
                <a:cubicBezTo>
                  <a:pt x="48513" y="83360"/>
                  <a:pt x="48513" y="83310"/>
                  <a:pt x="48538" y="83310"/>
                </a:cubicBezTo>
                <a:close/>
                <a:moveTo>
                  <a:pt x="60112" y="85202"/>
                </a:moveTo>
                <a:cubicBezTo>
                  <a:pt x="60112" y="85227"/>
                  <a:pt x="60162" y="85227"/>
                  <a:pt x="60162" y="85252"/>
                </a:cubicBezTo>
                <a:cubicBezTo>
                  <a:pt x="59589" y="85451"/>
                  <a:pt x="59067" y="85625"/>
                  <a:pt x="58494" y="85775"/>
                </a:cubicBezTo>
                <a:lnTo>
                  <a:pt x="58494" y="85725"/>
                </a:lnTo>
                <a:cubicBezTo>
                  <a:pt x="59017" y="85575"/>
                  <a:pt x="59589" y="85376"/>
                  <a:pt x="60112" y="85202"/>
                </a:cubicBezTo>
                <a:close/>
                <a:moveTo>
                  <a:pt x="14860" y="85252"/>
                </a:moveTo>
                <a:lnTo>
                  <a:pt x="14860" y="85252"/>
                </a:lnTo>
                <a:cubicBezTo>
                  <a:pt x="14810" y="85351"/>
                  <a:pt x="14810" y="85451"/>
                  <a:pt x="14785" y="85526"/>
                </a:cubicBezTo>
                <a:cubicBezTo>
                  <a:pt x="14761" y="85625"/>
                  <a:pt x="14736" y="85725"/>
                  <a:pt x="14661" y="85824"/>
                </a:cubicBezTo>
                <a:cubicBezTo>
                  <a:pt x="14686" y="85725"/>
                  <a:pt x="14686" y="85625"/>
                  <a:pt x="14736" y="85501"/>
                </a:cubicBezTo>
                <a:cubicBezTo>
                  <a:pt x="14761" y="85401"/>
                  <a:pt x="14810" y="85327"/>
                  <a:pt x="14860" y="85252"/>
                </a:cubicBezTo>
                <a:close/>
                <a:moveTo>
                  <a:pt x="46671" y="84356"/>
                </a:moveTo>
                <a:cubicBezTo>
                  <a:pt x="47343" y="84928"/>
                  <a:pt x="48115" y="85426"/>
                  <a:pt x="48986" y="85775"/>
                </a:cubicBezTo>
                <a:cubicBezTo>
                  <a:pt x="48986" y="85809"/>
                  <a:pt x="48986" y="85832"/>
                  <a:pt x="48994" y="85842"/>
                </a:cubicBezTo>
                <a:lnTo>
                  <a:pt x="48994" y="85842"/>
                </a:lnTo>
                <a:cubicBezTo>
                  <a:pt x="48107" y="85471"/>
                  <a:pt x="47294" y="84977"/>
                  <a:pt x="46627" y="84361"/>
                </a:cubicBezTo>
                <a:lnTo>
                  <a:pt x="46627" y="84361"/>
                </a:lnTo>
                <a:cubicBezTo>
                  <a:pt x="46637" y="84370"/>
                  <a:pt x="46648" y="84374"/>
                  <a:pt x="46655" y="84374"/>
                </a:cubicBezTo>
                <a:cubicBezTo>
                  <a:pt x="46665" y="84374"/>
                  <a:pt x="46671" y="84368"/>
                  <a:pt x="46671" y="84356"/>
                </a:cubicBezTo>
                <a:close/>
                <a:moveTo>
                  <a:pt x="58320" y="85750"/>
                </a:moveTo>
                <a:cubicBezTo>
                  <a:pt x="58320" y="85775"/>
                  <a:pt x="58320" y="85775"/>
                  <a:pt x="58345" y="85799"/>
                </a:cubicBezTo>
                <a:cubicBezTo>
                  <a:pt x="58320" y="85849"/>
                  <a:pt x="58320" y="85849"/>
                  <a:pt x="58295" y="85849"/>
                </a:cubicBezTo>
                <a:cubicBezTo>
                  <a:pt x="58295" y="85799"/>
                  <a:pt x="58295" y="85799"/>
                  <a:pt x="58245" y="85775"/>
                </a:cubicBezTo>
                <a:cubicBezTo>
                  <a:pt x="58295" y="85775"/>
                  <a:pt x="58295" y="85775"/>
                  <a:pt x="58320" y="85750"/>
                </a:cubicBezTo>
                <a:close/>
                <a:moveTo>
                  <a:pt x="43809" y="78880"/>
                </a:moveTo>
                <a:lnTo>
                  <a:pt x="43908" y="79353"/>
                </a:lnTo>
                <a:lnTo>
                  <a:pt x="43908" y="79427"/>
                </a:lnTo>
                <a:lnTo>
                  <a:pt x="43908" y="79527"/>
                </a:lnTo>
                <a:lnTo>
                  <a:pt x="43933" y="79527"/>
                </a:lnTo>
                <a:cubicBezTo>
                  <a:pt x="44008" y="79851"/>
                  <a:pt x="44033" y="80149"/>
                  <a:pt x="44132" y="80473"/>
                </a:cubicBezTo>
                <a:cubicBezTo>
                  <a:pt x="44182" y="80846"/>
                  <a:pt x="44232" y="81220"/>
                  <a:pt x="44257" y="81593"/>
                </a:cubicBezTo>
                <a:cubicBezTo>
                  <a:pt x="44257" y="81717"/>
                  <a:pt x="44281" y="81792"/>
                  <a:pt x="44281" y="81916"/>
                </a:cubicBezTo>
                <a:lnTo>
                  <a:pt x="44281" y="82016"/>
                </a:lnTo>
                <a:lnTo>
                  <a:pt x="44281" y="83037"/>
                </a:lnTo>
                <a:cubicBezTo>
                  <a:pt x="44257" y="83783"/>
                  <a:pt x="44182" y="84530"/>
                  <a:pt x="44033" y="85277"/>
                </a:cubicBezTo>
                <a:cubicBezTo>
                  <a:pt x="43560" y="85526"/>
                  <a:pt x="43062" y="85750"/>
                  <a:pt x="42614" y="85974"/>
                </a:cubicBezTo>
                <a:cubicBezTo>
                  <a:pt x="42639" y="83758"/>
                  <a:pt x="43037" y="81369"/>
                  <a:pt x="43809" y="78880"/>
                </a:cubicBezTo>
                <a:close/>
                <a:moveTo>
                  <a:pt x="49235" y="85899"/>
                </a:moveTo>
                <a:cubicBezTo>
                  <a:pt x="49235" y="85899"/>
                  <a:pt x="49260" y="85899"/>
                  <a:pt x="49285" y="85949"/>
                </a:cubicBezTo>
                <a:cubicBezTo>
                  <a:pt x="49285" y="85974"/>
                  <a:pt x="49285" y="85999"/>
                  <a:pt x="49334" y="85999"/>
                </a:cubicBezTo>
                <a:lnTo>
                  <a:pt x="49260" y="85999"/>
                </a:lnTo>
                <a:cubicBezTo>
                  <a:pt x="49260" y="85974"/>
                  <a:pt x="49260" y="85949"/>
                  <a:pt x="49235" y="85899"/>
                </a:cubicBezTo>
                <a:close/>
                <a:moveTo>
                  <a:pt x="43734" y="78482"/>
                </a:moveTo>
                <a:cubicBezTo>
                  <a:pt x="43734" y="78506"/>
                  <a:pt x="43759" y="78531"/>
                  <a:pt x="43759" y="78556"/>
                </a:cubicBezTo>
                <a:cubicBezTo>
                  <a:pt x="42912" y="81170"/>
                  <a:pt x="42440" y="83709"/>
                  <a:pt x="42440" y="86024"/>
                </a:cubicBezTo>
                <a:cubicBezTo>
                  <a:pt x="42415" y="86048"/>
                  <a:pt x="42390" y="86048"/>
                  <a:pt x="42390" y="86048"/>
                </a:cubicBezTo>
                <a:cubicBezTo>
                  <a:pt x="42390" y="83684"/>
                  <a:pt x="42863" y="81145"/>
                  <a:pt x="43734" y="78482"/>
                </a:cubicBezTo>
                <a:close/>
                <a:moveTo>
                  <a:pt x="44008" y="85476"/>
                </a:moveTo>
                <a:lnTo>
                  <a:pt x="44008" y="85526"/>
                </a:lnTo>
                <a:cubicBezTo>
                  <a:pt x="43535" y="85750"/>
                  <a:pt x="43062" y="85999"/>
                  <a:pt x="42639" y="86223"/>
                </a:cubicBezTo>
                <a:lnTo>
                  <a:pt x="42639" y="86148"/>
                </a:lnTo>
                <a:cubicBezTo>
                  <a:pt x="43062" y="85949"/>
                  <a:pt x="43535" y="85725"/>
                  <a:pt x="44008" y="85476"/>
                </a:cubicBezTo>
                <a:close/>
                <a:moveTo>
                  <a:pt x="54586" y="79527"/>
                </a:moveTo>
                <a:cubicBezTo>
                  <a:pt x="55931" y="81394"/>
                  <a:pt x="57075" y="83460"/>
                  <a:pt x="57996" y="85650"/>
                </a:cubicBezTo>
                <a:cubicBezTo>
                  <a:pt x="56284" y="86108"/>
                  <a:pt x="54653" y="86346"/>
                  <a:pt x="53148" y="86346"/>
                </a:cubicBezTo>
                <a:cubicBezTo>
                  <a:pt x="51789" y="86346"/>
                  <a:pt x="50531" y="86151"/>
                  <a:pt x="49409" y="85750"/>
                </a:cubicBezTo>
                <a:cubicBezTo>
                  <a:pt x="49235" y="84879"/>
                  <a:pt x="48986" y="84032"/>
                  <a:pt x="48662" y="83211"/>
                </a:cubicBezTo>
                <a:cubicBezTo>
                  <a:pt x="50654" y="82116"/>
                  <a:pt x="52620" y="80871"/>
                  <a:pt x="54586" y="79527"/>
                </a:cubicBezTo>
                <a:close/>
                <a:moveTo>
                  <a:pt x="42440" y="86248"/>
                </a:moveTo>
                <a:lnTo>
                  <a:pt x="42440" y="86322"/>
                </a:lnTo>
                <a:cubicBezTo>
                  <a:pt x="42415" y="86322"/>
                  <a:pt x="42415" y="86347"/>
                  <a:pt x="42390" y="86347"/>
                </a:cubicBezTo>
                <a:lnTo>
                  <a:pt x="42390" y="86272"/>
                </a:lnTo>
                <a:cubicBezTo>
                  <a:pt x="42390" y="86272"/>
                  <a:pt x="42415" y="86248"/>
                  <a:pt x="42440" y="86248"/>
                </a:cubicBezTo>
                <a:close/>
                <a:moveTo>
                  <a:pt x="58071" y="85849"/>
                </a:moveTo>
                <a:cubicBezTo>
                  <a:pt x="58071" y="85874"/>
                  <a:pt x="58071" y="85874"/>
                  <a:pt x="58096" y="85899"/>
                </a:cubicBezTo>
                <a:cubicBezTo>
                  <a:pt x="56354" y="86372"/>
                  <a:pt x="54686" y="86621"/>
                  <a:pt x="53143" y="86621"/>
                </a:cubicBezTo>
                <a:cubicBezTo>
                  <a:pt x="51823" y="86621"/>
                  <a:pt x="50579" y="86422"/>
                  <a:pt x="49484" y="86048"/>
                </a:cubicBezTo>
                <a:cubicBezTo>
                  <a:pt x="49484" y="86030"/>
                  <a:pt x="49484" y="86012"/>
                  <a:pt x="49474" y="86003"/>
                </a:cubicBezTo>
                <a:lnTo>
                  <a:pt x="49474" y="86003"/>
                </a:lnTo>
                <a:cubicBezTo>
                  <a:pt x="50592" y="86363"/>
                  <a:pt x="51841" y="86542"/>
                  <a:pt x="53185" y="86542"/>
                </a:cubicBezTo>
                <a:cubicBezTo>
                  <a:pt x="54709" y="86542"/>
                  <a:pt x="56355" y="86311"/>
                  <a:pt x="58071" y="85849"/>
                </a:cubicBezTo>
                <a:close/>
                <a:moveTo>
                  <a:pt x="2664" y="79203"/>
                </a:moveTo>
                <a:cubicBezTo>
                  <a:pt x="2664" y="79253"/>
                  <a:pt x="2664" y="79278"/>
                  <a:pt x="2688" y="79278"/>
                </a:cubicBezTo>
                <a:cubicBezTo>
                  <a:pt x="2041" y="80722"/>
                  <a:pt x="1593" y="82190"/>
                  <a:pt x="1344" y="83734"/>
                </a:cubicBezTo>
                <a:lnTo>
                  <a:pt x="1344" y="83783"/>
                </a:lnTo>
                <a:cubicBezTo>
                  <a:pt x="1319" y="84082"/>
                  <a:pt x="1295" y="84356"/>
                  <a:pt x="1245" y="84605"/>
                </a:cubicBezTo>
                <a:lnTo>
                  <a:pt x="1245" y="84704"/>
                </a:lnTo>
                <a:cubicBezTo>
                  <a:pt x="1245" y="84854"/>
                  <a:pt x="1220" y="84978"/>
                  <a:pt x="1220" y="85127"/>
                </a:cubicBezTo>
                <a:cubicBezTo>
                  <a:pt x="1220" y="85227"/>
                  <a:pt x="1195" y="85327"/>
                  <a:pt x="1195" y="85401"/>
                </a:cubicBezTo>
                <a:lnTo>
                  <a:pt x="1195" y="85451"/>
                </a:lnTo>
                <a:cubicBezTo>
                  <a:pt x="1170" y="85874"/>
                  <a:pt x="1170" y="86322"/>
                  <a:pt x="1195" y="86745"/>
                </a:cubicBezTo>
                <a:cubicBezTo>
                  <a:pt x="1170" y="86646"/>
                  <a:pt x="1170" y="86571"/>
                  <a:pt x="1120" y="86472"/>
                </a:cubicBezTo>
                <a:cubicBezTo>
                  <a:pt x="1120" y="86123"/>
                  <a:pt x="1095" y="85775"/>
                  <a:pt x="1120" y="85451"/>
                </a:cubicBezTo>
                <a:cubicBezTo>
                  <a:pt x="1120" y="85327"/>
                  <a:pt x="1120" y="85227"/>
                  <a:pt x="1170" y="85103"/>
                </a:cubicBezTo>
                <a:cubicBezTo>
                  <a:pt x="1170" y="84953"/>
                  <a:pt x="1195" y="84779"/>
                  <a:pt x="1195" y="84605"/>
                </a:cubicBezTo>
                <a:cubicBezTo>
                  <a:pt x="1220" y="84331"/>
                  <a:pt x="1245" y="84032"/>
                  <a:pt x="1295" y="83783"/>
                </a:cubicBezTo>
                <a:lnTo>
                  <a:pt x="1295" y="83684"/>
                </a:lnTo>
                <a:cubicBezTo>
                  <a:pt x="1519" y="82165"/>
                  <a:pt x="1991" y="80647"/>
                  <a:pt x="2664" y="79203"/>
                </a:cubicBezTo>
                <a:close/>
                <a:moveTo>
                  <a:pt x="448" y="82091"/>
                </a:moveTo>
                <a:cubicBezTo>
                  <a:pt x="573" y="84406"/>
                  <a:pt x="846" y="85999"/>
                  <a:pt x="946" y="86521"/>
                </a:cubicBezTo>
                <a:lnTo>
                  <a:pt x="946" y="86745"/>
                </a:lnTo>
                <a:lnTo>
                  <a:pt x="946" y="86770"/>
                </a:lnTo>
                <a:cubicBezTo>
                  <a:pt x="896" y="86646"/>
                  <a:pt x="871" y="86496"/>
                  <a:pt x="846" y="86347"/>
                </a:cubicBezTo>
                <a:cubicBezTo>
                  <a:pt x="846" y="86248"/>
                  <a:pt x="822" y="86148"/>
                  <a:pt x="822" y="86073"/>
                </a:cubicBezTo>
                <a:cubicBezTo>
                  <a:pt x="797" y="85974"/>
                  <a:pt x="797" y="85849"/>
                  <a:pt x="747" y="85750"/>
                </a:cubicBezTo>
                <a:cubicBezTo>
                  <a:pt x="672" y="85127"/>
                  <a:pt x="573" y="84480"/>
                  <a:pt x="548" y="83833"/>
                </a:cubicBezTo>
                <a:lnTo>
                  <a:pt x="548" y="83634"/>
                </a:lnTo>
                <a:cubicBezTo>
                  <a:pt x="498" y="83111"/>
                  <a:pt x="473" y="82613"/>
                  <a:pt x="448" y="82091"/>
                </a:cubicBezTo>
                <a:close/>
                <a:moveTo>
                  <a:pt x="69571" y="80473"/>
                </a:moveTo>
                <a:cubicBezTo>
                  <a:pt x="69670" y="80597"/>
                  <a:pt x="69770" y="80747"/>
                  <a:pt x="69894" y="80871"/>
                </a:cubicBezTo>
                <a:cubicBezTo>
                  <a:pt x="67331" y="83012"/>
                  <a:pt x="64692" y="85103"/>
                  <a:pt x="61979" y="87069"/>
                </a:cubicBezTo>
                <a:cubicBezTo>
                  <a:pt x="61506" y="86496"/>
                  <a:pt x="61108" y="85874"/>
                  <a:pt x="60685" y="85252"/>
                </a:cubicBezTo>
                <a:cubicBezTo>
                  <a:pt x="63572" y="84157"/>
                  <a:pt x="66634" y="82539"/>
                  <a:pt x="69571" y="80473"/>
                </a:cubicBezTo>
                <a:close/>
                <a:moveTo>
                  <a:pt x="60486" y="85351"/>
                </a:moveTo>
                <a:lnTo>
                  <a:pt x="61805" y="87218"/>
                </a:lnTo>
                <a:lnTo>
                  <a:pt x="61780" y="87243"/>
                </a:lnTo>
                <a:lnTo>
                  <a:pt x="60461" y="85376"/>
                </a:lnTo>
                <a:cubicBezTo>
                  <a:pt x="60461" y="85351"/>
                  <a:pt x="60486" y="85351"/>
                  <a:pt x="60486" y="85351"/>
                </a:cubicBezTo>
                <a:close/>
                <a:moveTo>
                  <a:pt x="70019" y="81045"/>
                </a:moveTo>
                <a:cubicBezTo>
                  <a:pt x="70019" y="81070"/>
                  <a:pt x="70019" y="81070"/>
                  <a:pt x="70044" y="81120"/>
                </a:cubicBezTo>
                <a:cubicBezTo>
                  <a:pt x="67505" y="83261"/>
                  <a:pt x="64842" y="85351"/>
                  <a:pt x="62153" y="87293"/>
                </a:cubicBezTo>
                <a:cubicBezTo>
                  <a:pt x="62153" y="87268"/>
                  <a:pt x="62103" y="87268"/>
                  <a:pt x="62103" y="87243"/>
                </a:cubicBezTo>
                <a:cubicBezTo>
                  <a:pt x="64842" y="85277"/>
                  <a:pt x="67505" y="83236"/>
                  <a:pt x="70019" y="81045"/>
                </a:cubicBezTo>
                <a:close/>
                <a:moveTo>
                  <a:pt x="43485" y="78407"/>
                </a:moveTo>
                <a:lnTo>
                  <a:pt x="43485" y="78407"/>
                </a:lnTo>
                <a:cubicBezTo>
                  <a:pt x="42639" y="81145"/>
                  <a:pt x="42166" y="83758"/>
                  <a:pt x="42191" y="86148"/>
                </a:cubicBezTo>
                <a:cubicBezTo>
                  <a:pt x="40050" y="87144"/>
                  <a:pt x="37934" y="88015"/>
                  <a:pt x="35843" y="88737"/>
                </a:cubicBezTo>
                <a:cubicBezTo>
                  <a:pt x="35918" y="88438"/>
                  <a:pt x="35943" y="88089"/>
                  <a:pt x="36018" y="87766"/>
                </a:cubicBezTo>
                <a:cubicBezTo>
                  <a:pt x="36042" y="87617"/>
                  <a:pt x="36067" y="87467"/>
                  <a:pt x="36092" y="87268"/>
                </a:cubicBezTo>
                <a:lnTo>
                  <a:pt x="36092" y="87243"/>
                </a:lnTo>
                <a:cubicBezTo>
                  <a:pt x="36167" y="86895"/>
                  <a:pt x="36267" y="86521"/>
                  <a:pt x="36341" y="86148"/>
                </a:cubicBezTo>
                <a:cubicBezTo>
                  <a:pt x="36391" y="86024"/>
                  <a:pt x="36416" y="85874"/>
                  <a:pt x="36441" y="85750"/>
                </a:cubicBezTo>
                <a:cubicBezTo>
                  <a:pt x="36515" y="85526"/>
                  <a:pt x="36565" y="85302"/>
                  <a:pt x="36640" y="85053"/>
                </a:cubicBezTo>
                <a:cubicBezTo>
                  <a:pt x="36690" y="84879"/>
                  <a:pt x="36715" y="84679"/>
                  <a:pt x="36789" y="84505"/>
                </a:cubicBezTo>
                <a:cubicBezTo>
                  <a:pt x="36814" y="84381"/>
                  <a:pt x="36839" y="84281"/>
                  <a:pt x="36889" y="84157"/>
                </a:cubicBezTo>
                <a:cubicBezTo>
                  <a:pt x="37013" y="83734"/>
                  <a:pt x="37138" y="83286"/>
                  <a:pt x="37287" y="82862"/>
                </a:cubicBezTo>
                <a:lnTo>
                  <a:pt x="37287" y="82813"/>
                </a:lnTo>
                <a:cubicBezTo>
                  <a:pt x="37312" y="82763"/>
                  <a:pt x="37312" y="82688"/>
                  <a:pt x="37337" y="82613"/>
                </a:cubicBezTo>
                <a:lnTo>
                  <a:pt x="37337" y="82564"/>
                </a:lnTo>
                <a:cubicBezTo>
                  <a:pt x="37436" y="82290"/>
                  <a:pt x="37561" y="82016"/>
                  <a:pt x="37660" y="81692"/>
                </a:cubicBezTo>
                <a:cubicBezTo>
                  <a:pt x="40125" y="80996"/>
                  <a:pt x="42116" y="79875"/>
                  <a:pt x="43485" y="78407"/>
                </a:cubicBezTo>
                <a:close/>
                <a:moveTo>
                  <a:pt x="60262" y="85451"/>
                </a:moveTo>
                <a:cubicBezTo>
                  <a:pt x="60710" y="86098"/>
                  <a:pt x="61158" y="86720"/>
                  <a:pt x="61606" y="87368"/>
                </a:cubicBezTo>
                <a:cubicBezTo>
                  <a:pt x="60934" y="87841"/>
                  <a:pt x="60237" y="88313"/>
                  <a:pt x="59589" y="88762"/>
                </a:cubicBezTo>
                <a:cubicBezTo>
                  <a:pt x="59291" y="87816"/>
                  <a:pt x="58967" y="86870"/>
                  <a:pt x="58594" y="85974"/>
                </a:cubicBezTo>
                <a:cubicBezTo>
                  <a:pt x="59166" y="85824"/>
                  <a:pt x="59714" y="85625"/>
                  <a:pt x="60262" y="85451"/>
                </a:cubicBezTo>
                <a:close/>
                <a:moveTo>
                  <a:pt x="37461" y="81792"/>
                </a:moveTo>
                <a:cubicBezTo>
                  <a:pt x="36963" y="83236"/>
                  <a:pt x="36565" y="84605"/>
                  <a:pt x="36217" y="85974"/>
                </a:cubicBezTo>
                <a:lnTo>
                  <a:pt x="36217" y="85999"/>
                </a:lnTo>
                <a:cubicBezTo>
                  <a:pt x="36092" y="86496"/>
                  <a:pt x="36018" y="86969"/>
                  <a:pt x="35918" y="87467"/>
                </a:cubicBezTo>
                <a:cubicBezTo>
                  <a:pt x="35918" y="87517"/>
                  <a:pt x="35893" y="87592"/>
                  <a:pt x="35893" y="87641"/>
                </a:cubicBezTo>
                <a:cubicBezTo>
                  <a:pt x="35818" y="88015"/>
                  <a:pt x="35769" y="88438"/>
                  <a:pt x="35694" y="88811"/>
                </a:cubicBezTo>
                <a:cubicBezTo>
                  <a:pt x="35644" y="88836"/>
                  <a:pt x="35644" y="88836"/>
                  <a:pt x="35594" y="88836"/>
                </a:cubicBezTo>
                <a:cubicBezTo>
                  <a:pt x="35769" y="87741"/>
                  <a:pt x="35968" y="86621"/>
                  <a:pt x="36291" y="85476"/>
                </a:cubicBezTo>
                <a:cubicBezTo>
                  <a:pt x="36316" y="85376"/>
                  <a:pt x="36341" y="85277"/>
                  <a:pt x="36391" y="85152"/>
                </a:cubicBezTo>
                <a:cubicBezTo>
                  <a:pt x="36690" y="84032"/>
                  <a:pt x="37038" y="82912"/>
                  <a:pt x="37436" y="81792"/>
                </a:cubicBezTo>
                <a:close/>
                <a:moveTo>
                  <a:pt x="58395" y="85999"/>
                </a:moveTo>
                <a:cubicBezTo>
                  <a:pt x="58768" y="86944"/>
                  <a:pt x="59117" y="87865"/>
                  <a:pt x="59390" y="88836"/>
                </a:cubicBezTo>
                <a:cubicBezTo>
                  <a:pt x="59365" y="88836"/>
                  <a:pt x="59365" y="88861"/>
                  <a:pt x="59341" y="88861"/>
                </a:cubicBezTo>
                <a:cubicBezTo>
                  <a:pt x="59067" y="87915"/>
                  <a:pt x="58718" y="86969"/>
                  <a:pt x="58345" y="86024"/>
                </a:cubicBezTo>
                <a:cubicBezTo>
                  <a:pt x="58370" y="86024"/>
                  <a:pt x="58370" y="86024"/>
                  <a:pt x="58395" y="85999"/>
                </a:cubicBezTo>
                <a:close/>
                <a:moveTo>
                  <a:pt x="42191" y="86372"/>
                </a:moveTo>
                <a:lnTo>
                  <a:pt x="42191" y="86422"/>
                </a:lnTo>
                <a:cubicBezTo>
                  <a:pt x="40050" y="87417"/>
                  <a:pt x="37909" y="88289"/>
                  <a:pt x="35818" y="89010"/>
                </a:cubicBezTo>
                <a:lnTo>
                  <a:pt x="35818" y="88961"/>
                </a:lnTo>
                <a:cubicBezTo>
                  <a:pt x="37909" y="88239"/>
                  <a:pt x="40050" y="87368"/>
                  <a:pt x="42191" y="86372"/>
                </a:cubicBezTo>
                <a:close/>
                <a:moveTo>
                  <a:pt x="61705" y="87492"/>
                </a:moveTo>
                <a:cubicBezTo>
                  <a:pt x="61705" y="87517"/>
                  <a:pt x="61730" y="87517"/>
                  <a:pt x="61730" y="87567"/>
                </a:cubicBezTo>
                <a:cubicBezTo>
                  <a:pt x="61058" y="88065"/>
                  <a:pt x="60336" y="88513"/>
                  <a:pt x="59664" y="89010"/>
                </a:cubicBezTo>
                <a:cubicBezTo>
                  <a:pt x="59664" y="88986"/>
                  <a:pt x="59664" y="88986"/>
                  <a:pt x="59614" y="88961"/>
                </a:cubicBezTo>
                <a:cubicBezTo>
                  <a:pt x="60336" y="88463"/>
                  <a:pt x="61033" y="87990"/>
                  <a:pt x="61705" y="87492"/>
                </a:cubicBezTo>
                <a:close/>
                <a:moveTo>
                  <a:pt x="80598" y="71263"/>
                </a:moveTo>
                <a:cubicBezTo>
                  <a:pt x="83211" y="73304"/>
                  <a:pt x="85875" y="75246"/>
                  <a:pt x="88364" y="76814"/>
                </a:cubicBezTo>
                <a:cubicBezTo>
                  <a:pt x="84804" y="81269"/>
                  <a:pt x="80448" y="85476"/>
                  <a:pt x="75520" y="89010"/>
                </a:cubicBezTo>
                <a:cubicBezTo>
                  <a:pt x="74101" y="86447"/>
                  <a:pt x="72384" y="83659"/>
                  <a:pt x="70492" y="80971"/>
                </a:cubicBezTo>
                <a:cubicBezTo>
                  <a:pt x="74051" y="77884"/>
                  <a:pt x="77436" y="74648"/>
                  <a:pt x="80598" y="71263"/>
                </a:cubicBezTo>
                <a:close/>
                <a:moveTo>
                  <a:pt x="88948" y="88600"/>
                </a:moveTo>
                <a:lnTo>
                  <a:pt x="88948" y="88600"/>
                </a:lnTo>
                <a:cubicBezTo>
                  <a:pt x="88796" y="88744"/>
                  <a:pt x="88644" y="88888"/>
                  <a:pt x="88488" y="89035"/>
                </a:cubicBezTo>
                <a:lnTo>
                  <a:pt x="88470" y="89071"/>
                </a:lnTo>
                <a:lnTo>
                  <a:pt x="88470" y="89071"/>
                </a:lnTo>
                <a:lnTo>
                  <a:pt x="88563" y="88986"/>
                </a:lnTo>
                <a:lnTo>
                  <a:pt x="88948" y="88600"/>
                </a:lnTo>
                <a:close/>
                <a:moveTo>
                  <a:pt x="35594" y="89010"/>
                </a:moveTo>
                <a:lnTo>
                  <a:pt x="35594" y="89085"/>
                </a:lnTo>
                <a:lnTo>
                  <a:pt x="35545" y="89085"/>
                </a:lnTo>
                <a:lnTo>
                  <a:pt x="35545" y="89060"/>
                </a:lnTo>
                <a:cubicBezTo>
                  <a:pt x="35570" y="89060"/>
                  <a:pt x="35594" y="89010"/>
                  <a:pt x="35594" y="89010"/>
                </a:cubicBezTo>
                <a:close/>
                <a:moveTo>
                  <a:pt x="43983" y="85775"/>
                </a:moveTo>
                <a:lnTo>
                  <a:pt x="43983" y="85775"/>
                </a:lnTo>
                <a:cubicBezTo>
                  <a:pt x="43734" y="86895"/>
                  <a:pt x="43410" y="87990"/>
                  <a:pt x="42937" y="89085"/>
                </a:cubicBezTo>
                <a:cubicBezTo>
                  <a:pt x="42738" y="88239"/>
                  <a:pt x="42639" y="87343"/>
                  <a:pt x="42639" y="86447"/>
                </a:cubicBezTo>
                <a:cubicBezTo>
                  <a:pt x="43062" y="86223"/>
                  <a:pt x="43535" y="85999"/>
                  <a:pt x="43983" y="85775"/>
                </a:cubicBezTo>
                <a:close/>
                <a:moveTo>
                  <a:pt x="59490" y="89060"/>
                </a:moveTo>
                <a:cubicBezTo>
                  <a:pt x="59490" y="89085"/>
                  <a:pt x="59490" y="89085"/>
                  <a:pt x="59540" y="89110"/>
                </a:cubicBezTo>
                <a:cubicBezTo>
                  <a:pt x="59490" y="89110"/>
                  <a:pt x="59490" y="89135"/>
                  <a:pt x="59465" y="89135"/>
                </a:cubicBezTo>
                <a:cubicBezTo>
                  <a:pt x="59440" y="89110"/>
                  <a:pt x="59440" y="89085"/>
                  <a:pt x="59440" y="89085"/>
                </a:cubicBezTo>
                <a:cubicBezTo>
                  <a:pt x="59465" y="89085"/>
                  <a:pt x="59465" y="89060"/>
                  <a:pt x="59490" y="89060"/>
                </a:cubicBezTo>
                <a:close/>
                <a:moveTo>
                  <a:pt x="70318" y="81120"/>
                </a:moveTo>
                <a:cubicBezTo>
                  <a:pt x="72234" y="83833"/>
                  <a:pt x="73927" y="86571"/>
                  <a:pt x="75370" y="89160"/>
                </a:cubicBezTo>
                <a:lnTo>
                  <a:pt x="75346" y="89210"/>
                </a:lnTo>
                <a:cubicBezTo>
                  <a:pt x="73902" y="86596"/>
                  <a:pt x="72184" y="83833"/>
                  <a:pt x="70293" y="81145"/>
                </a:cubicBezTo>
                <a:lnTo>
                  <a:pt x="70318" y="81120"/>
                </a:lnTo>
                <a:close/>
                <a:moveTo>
                  <a:pt x="88538" y="76938"/>
                </a:moveTo>
                <a:cubicBezTo>
                  <a:pt x="88563" y="76938"/>
                  <a:pt x="88563" y="76988"/>
                  <a:pt x="88588" y="76988"/>
                </a:cubicBezTo>
                <a:cubicBezTo>
                  <a:pt x="84978" y="81468"/>
                  <a:pt x="80598" y="85700"/>
                  <a:pt x="75644" y="89234"/>
                </a:cubicBezTo>
                <a:cubicBezTo>
                  <a:pt x="75619" y="89234"/>
                  <a:pt x="75619" y="89234"/>
                  <a:pt x="75619" y="89210"/>
                </a:cubicBezTo>
                <a:cubicBezTo>
                  <a:pt x="80573" y="85650"/>
                  <a:pt x="84954" y="81419"/>
                  <a:pt x="88538" y="76938"/>
                </a:cubicBezTo>
                <a:close/>
                <a:moveTo>
                  <a:pt x="42440" y="86496"/>
                </a:moveTo>
                <a:cubicBezTo>
                  <a:pt x="42489" y="87492"/>
                  <a:pt x="42614" y="88413"/>
                  <a:pt x="42788" y="89334"/>
                </a:cubicBezTo>
                <a:cubicBezTo>
                  <a:pt x="42788" y="89359"/>
                  <a:pt x="42763" y="89384"/>
                  <a:pt x="42763" y="89434"/>
                </a:cubicBezTo>
                <a:cubicBezTo>
                  <a:pt x="42514" y="88513"/>
                  <a:pt x="42390" y="87567"/>
                  <a:pt x="42390" y="86521"/>
                </a:cubicBezTo>
                <a:cubicBezTo>
                  <a:pt x="42415" y="86521"/>
                  <a:pt x="42415" y="86496"/>
                  <a:pt x="42440" y="86496"/>
                </a:cubicBezTo>
                <a:close/>
                <a:moveTo>
                  <a:pt x="44173" y="85695"/>
                </a:moveTo>
                <a:lnTo>
                  <a:pt x="44173" y="85695"/>
                </a:lnTo>
                <a:cubicBezTo>
                  <a:pt x="43924" y="86974"/>
                  <a:pt x="43528" y="88228"/>
                  <a:pt x="42987" y="89458"/>
                </a:cubicBezTo>
                <a:lnTo>
                  <a:pt x="42987" y="89434"/>
                </a:lnTo>
                <a:cubicBezTo>
                  <a:pt x="43528" y="88228"/>
                  <a:pt x="43924" y="86974"/>
                  <a:pt x="44173" y="85695"/>
                </a:cubicBezTo>
                <a:close/>
                <a:moveTo>
                  <a:pt x="37187" y="81867"/>
                </a:moveTo>
                <a:lnTo>
                  <a:pt x="37187" y="81867"/>
                </a:lnTo>
                <a:cubicBezTo>
                  <a:pt x="36316" y="84306"/>
                  <a:pt x="35719" y="86671"/>
                  <a:pt x="35395" y="88911"/>
                </a:cubicBezTo>
                <a:cubicBezTo>
                  <a:pt x="34400" y="89259"/>
                  <a:pt x="33404" y="89558"/>
                  <a:pt x="32433" y="89832"/>
                </a:cubicBezTo>
                <a:cubicBezTo>
                  <a:pt x="32284" y="87268"/>
                  <a:pt x="32458" y="84779"/>
                  <a:pt x="32981" y="82489"/>
                </a:cubicBezTo>
                <a:cubicBezTo>
                  <a:pt x="34474" y="82389"/>
                  <a:pt x="35893" y="82215"/>
                  <a:pt x="37187" y="81867"/>
                </a:cubicBezTo>
                <a:close/>
                <a:moveTo>
                  <a:pt x="93631" y="88605"/>
                </a:moveTo>
                <a:lnTo>
                  <a:pt x="93631" y="88605"/>
                </a:lnTo>
                <a:cubicBezTo>
                  <a:pt x="93444" y="88800"/>
                  <a:pt x="93259" y="88988"/>
                  <a:pt x="93093" y="89185"/>
                </a:cubicBezTo>
                <a:cubicBezTo>
                  <a:pt x="92862" y="89418"/>
                  <a:pt x="92629" y="89652"/>
                  <a:pt x="92395" y="89884"/>
                </a:cubicBezTo>
                <a:lnTo>
                  <a:pt x="92395" y="89884"/>
                </a:lnTo>
                <a:cubicBezTo>
                  <a:pt x="92440" y="89839"/>
                  <a:pt x="92482" y="89796"/>
                  <a:pt x="92520" y="89757"/>
                </a:cubicBezTo>
                <a:cubicBezTo>
                  <a:pt x="92794" y="89458"/>
                  <a:pt x="93143" y="89135"/>
                  <a:pt x="93441" y="88786"/>
                </a:cubicBezTo>
                <a:lnTo>
                  <a:pt x="93631" y="88605"/>
                </a:lnTo>
                <a:close/>
                <a:moveTo>
                  <a:pt x="32807" y="82489"/>
                </a:moveTo>
                <a:cubicBezTo>
                  <a:pt x="32284" y="84804"/>
                  <a:pt x="32110" y="87293"/>
                  <a:pt x="32284" y="89882"/>
                </a:cubicBezTo>
                <a:cubicBezTo>
                  <a:pt x="32234" y="89882"/>
                  <a:pt x="32234" y="89882"/>
                  <a:pt x="32209" y="89931"/>
                </a:cubicBezTo>
                <a:cubicBezTo>
                  <a:pt x="32035" y="87343"/>
                  <a:pt x="32209" y="84804"/>
                  <a:pt x="32732" y="82489"/>
                </a:cubicBezTo>
                <a:close/>
                <a:moveTo>
                  <a:pt x="35346" y="89110"/>
                </a:moveTo>
                <a:lnTo>
                  <a:pt x="35346" y="89160"/>
                </a:lnTo>
                <a:cubicBezTo>
                  <a:pt x="34400" y="89508"/>
                  <a:pt x="33429" y="89782"/>
                  <a:pt x="32458" y="90081"/>
                </a:cubicBezTo>
                <a:lnTo>
                  <a:pt x="32458" y="90031"/>
                </a:lnTo>
                <a:cubicBezTo>
                  <a:pt x="33404" y="89757"/>
                  <a:pt x="34350" y="89458"/>
                  <a:pt x="35346" y="89110"/>
                </a:cubicBezTo>
                <a:close/>
                <a:moveTo>
                  <a:pt x="88737" y="77063"/>
                </a:moveTo>
                <a:cubicBezTo>
                  <a:pt x="88936" y="77187"/>
                  <a:pt x="89110" y="77312"/>
                  <a:pt x="89309" y="77411"/>
                </a:cubicBezTo>
                <a:cubicBezTo>
                  <a:pt x="89285" y="77436"/>
                  <a:pt x="89235" y="77511"/>
                  <a:pt x="89185" y="77536"/>
                </a:cubicBezTo>
                <a:cubicBezTo>
                  <a:pt x="89061" y="77685"/>
                  <a:pt x="88936" y="77809"/>
                  <a:pt x="88787" y="77959"/>
                </a:cubicBezTo>
                <a:cubicBezTo>
                  <a:pt x="88189" y="78631"/>
                  <a:pt x="87567" y="79278"/>
                  <a:pt x="86970" y="79900"/>
                </a:cubicBezTo>
                <a:cubicBezTo>
                  <a:pt x="86721" y="80149"/>
                  <a:pt x="86497" y="80398"/>
                  <a:pt x="86248" y="80647"/>
                </a:cubicBezTo>
                <a:cubicBezTo>
                  <a:pt x="85800" y="81145"/>
                  <a:pt x="85302" y="81618"/>
                  <a:pt x="84829" y="82116"/>
                </a:cubicBezTo>
                <a:cubicBezTo>
                  <a:pt x="84481" y="82439"/>
                  <a:pt x="84107" y="82788"/>
                  <a:pt x="83759" y="83136"/>
                </a:cubicBezTo>
                <a:cubicBezTo>
                  <a:pt x="83336" y="83534"/>
                  <a:pt x="82937" y="83933"/>
                  <a:pt x="82489" y="84381"/>
                </a:cubicBezTo>
                <a:cubicBezTo>
                  <a:pt x="82191" y="84655"/>
                  <a:pt x="81867" y="84978"/>
                  <a:pt x="81568" y="85252"/>
                </a:cubicBezTo>
                <a:cubicBezTo>
                  <a:pt x="80971" y="85775"/>
                  <a:pt x="80398" y="86297"/>
                  <a:pt x="79826" y="86845"/>
                </a:cubicBezTo>
                <a:cubicBezTo>
                  <a:pt x="79502" y="87119"/>
                  <a:pt x="79204" y="87368"/>
                  <a:pt x="78905" y="87641"/>
                </a:cubicBezTo>
                <a:lnTo>
                  <a:pt x="77511" y="88861"/>
                </a:lnTo>
                <a:cubicBezTo>
                  <a:pt x="77212" y="89135"/>
                  <a:pt x="76864" y="89434"/>
                  <a:pt x="76515" y="89707"/>
                </a:cubicBezTo>
                <a:lnTo>
                  <a:pt x="76043" y="90081"/>
                </a:lnTo>
                <a:cubicBezTo>
                  <a:pt x="75968" y="89857"/>
                  <a:pt x="75819" y="89633"/>
                  <a:pt x="75744" y="89434"/>
                </a:cubicBezTo>
                <a:cubicBezTo>
                  <a:pt x="80722" y="85849"/>
                  <a:pt x="85128" y="81593"/>
                  <a:pt x="88737" y="77063"/>
                </a:cubicBezTo>
                <a:close/>
                <a:moveTo>
                  <a:pt x="32284" y="90081"/>
                </a:moveTo>
                <a:lnTo>
                  <a:pt x="32284" y="90106"/>
                </a:lnTo>
                <a:cubicBezTo>
                  <a:pt x="32234" y="90106"/>
                  <a:pt x="32234" y="90106"/>
                  <a:pt x="32209" y="90131"/>
                </a:cubicBezTo>
                <a:lnTo>
                  <a:pt x="32209" y="90081"/>
                </a:lnTo>
                <a:close/>
                <a:moveTo>
                  <a:pt x="8040" y="73055"/>
                </a:moveTo>
                <a:cubicBezTo>
                  <a:pt x="9384" y="74424"/>
                  <a:pt x="10927" y="75669"/>
                  <a:pt x="12645" y="76789"/>
                </a:cubicBezTo>
                <a:lnTo>
                  <a:pt x="12670" y="76814"/>
                </a:lnTo>
                <a:cubicBezTo>
                  <a:pt x="12695" y="76864"/>
                  <a:pt x="12744" y="76913"/>
                  <a:pt x="12769" y="76938"/>
                </a:cubicBezTo>
                <a:lnTo>
                  <a:pt x="12894" y="77063"/>
                </a:lnTo>
                <a:cubicBezTo>
                  <a:pt x="12944" y="77162"/>
                  <a:pt x="13043" y="77237"/>
                  <a:pt x="13118" y="77312"/>
                </a:cubicBezTo>
                <a:cubicBezTo>
                  <a:pt x="13242" y="77411"/>
                  <a:pt x="13317" y="77536"/>
                  <a:pt x="13441" y="77635"/>
                </a:cubicBezTo>
                <a:cubicBezTo>
                  <a:pt x="13616" y="77785"/>
                  <a:pt x="13790" y="77934"/>
                  <a:pt x="13989" y="78108"/>
                </a:cubicBezTo>
                <a:cubicBezTo>
                  <a:pt x="14113" y="78183"/>
                  <a:pt x="14238" y="78282"/>
                  <a:pt x="14313" y="78382"/>
                </a:cubicBezTo>
                <a:cubicBezTo>
                  <a:pt x="14512" y="78531"/>
                  <a:pt x="14686" y="78656"/>
                  <a:pt x="14910" y="78805"/>
                </a:cubicBezTo>
                <a:cubicBezTo>
                  <a:pt x="15034" y="78905"/>
                  <a:pt x="15159" y="78954"/>
                  <a:pt x="15283" y="79029"/>
                </a:cubicBezTo>
                <a:cubicBezTo>
                  <a:pt x="15507" y="79154"/>
                  <a:pt x="15682" y="79303"/>
                  <a:pt x="15906" y="79427"/>
                </a:cubicBezTo>
                <a:lnTo>
                  <a:pt x="16279" y="79627"/>
                </a:lnTo>
                <a:lnTo>
                  <a:pt x="16304" y="79627"/>
                </a:lnTo>
                <a:cubicBezTo>
                  <a:pt x="15632" y="81618"/>
                  <a:pt x="15034" y="83559"/>
                  <a:pt x="14561" y="85501"/>
                </a:cubicBezTo>
                <a:cubicBezTo>
                  <a:pt x="13889" y="87019"/>
                  <a:pt x="13367" y="88587"/>
                  <a:pt x="12944" y="90155"/>
                </a:cubicBezTo>
                <a:cubicBezTo>
                  <a:pt x="9658" y="88861"/>
                  <a:pt x="7044" y="86770"/>
                  <a:pt x="5227" y="83958"/>
                </a:cubicBezTo>
                <a:lnTo>
                  <a:pt x="5227" y="83858"/>
                </a:lnTo>
                <a:lnTo>
                  <a:pt x="5227" y="83833"/>
                </a:lnTo>
                <a:cubicBezTo>
                  <a:pt x="5327" y="83111"/>
                  <a:pt x="5451" y="82389"/>
                  <a:pt x="5601" y="81668"/>
                </a:cubicBezTo>
                <a:cubicBezTo>
                  <a:pt x="5650" y="81593"/>
                  <a:pt x="5650" y="81493"/>
                  <a:pt x="5675" y="81419"/>
                </a:cubicBezTo>
                <a:cubicBezTo>
                  <a:pt x="6198" y="78730"/>
                  <a:pt x="7019" y="75918"/>
                  <a:pt x="8040" y="73055"/>
                </a:cubicBezTo>
                <a:close/>
                <a:moveTo>
                  <a:pt x="14362" y="86397"/>
                </a:moveTo>
                <a:cubicBezTo>
                  <a:pt x="14313" y="86521"/>
                  <a:pt x="14288" y="86646"/>
                  <a:pt x="14288" y="86745"/>
                </a:cubicBezTo>
                <a:cubicBezTo>
                  <a:pt x="13865" y="87865"/>
                  <a:pt x="13491" y="89010"/>
                  <a:pt x="13192" y="90205"/>
                </a:cubicBezTo>
                <a:cubicBezTo>
                  <a:pt x="13168" y="90205"/>
                  <a:pt x="13143" y="90180"/>
                  <a:pt x="13143" y="90180"/>
                </a:cubicBezTo>
                <a:cubicBezTo>
                  <a:pt x="13441" y="88886"/>
                  <a:pt x="13865" y="87617"/>
                  <a:pt x="14362" y="86397"/>
                </a:cubicBezTo>
                <a:close/>
                <a:moveTo>
                  <a:pt x="75570" y="89533"/>
                </a:moveTo>
                <a:cubicBezTo>
                  <a:pt x="75694" y="89757"/>
                  <a:pt x="75794" y="89981"/>
                  <a:pt x="75918" y="90205"/>
                </a:cubicBezTo>
                <a:lnTo>
                  <a:pt x="75893" y="90230"/>
                </a:lnTo>
                <a:lnTo>
                  <a:pt x="75520" y="89583"/>
                </a:lnTo>
                <a:lnTo>
                  <a:pt x="75570" y="89533"/>
                </a:lnTo>
                <a:close/>
                <a:moveTo>
                  <a:pt x="89459" y="77511"/>
                </a:moveTo>
                <a:cubicBezTo>
                  <a:pt x="89484" y="77511"/>
                  <a:pt x="89484" y="77536"/>
                  <a:pt x="89509" y="77536"/>
                </a:cubicBezTo>
                <a:cubicBezTo>
                  <a:pt x="89110" y="77984"/>
                  <a:pt x="88737" y="78407"/>
                  <a:pt x="88339" y="78805"/>
                </a:cubicBezTo>
                <a:cubicBezTo>
                  <a:pt x="87990" y="79178"/>
                  <a:pt x="87642" y="79552"/>
                  <a:pt x="87318" y="79900"/>
                </a:cubicBezTo>
                <a:cubicBezTo>
                  <a:pt x="86945" y="80299"/>
                  <a:pt x="86522" y="80722"/>
                  <a:pt x="86148" y="81120"/>
                </a:cubicBezTo>
                <a:cubicBezTo>
                  <a:pt x="85949" y="81344"/>
                  <a:pt x="85750" y="81543"/>
                  <a:pt x="85526" y="81742"/>
                </a:cubicBezTo>
                <a:cubicBezTo>
                  <a:pt x="84879" y="82414"/>
                  <a:pt x="84207" y="83086"/>
                  <a:pt x="83510" y="83734"/>
                </a:cubicBezTo>
                <a:lnTo>
                  <a:pt x="82863" y="84381"/>
                </a:lnTo>
                <a:cubicBezTo>
                  <a:pt x="82340" y="84879"/>
                  <a:pt x="81792" y="85376"/>
                  <a:pt x="81245" y="85874"/>
                </a:cubicBezTo>
                <a:cubicBezTo>
                  <a:pt x="80847" y="86248"/>
                  <a:pt x="80473" y="86596"/>
                  <a:pt x="80050" y="86969"/>
                </a:cubicBezTo>
                <a:cubicBezTo>
                  <a:pt x="79677" y="87318"/>
                  <a:pt x="79303" y="87617"/>
                  <a:pt x="78930" y="87965"/>
                </a:cubicBezTo>
                <a:cubicBezTo>
                  <a:pt x="78532" y="88338"/>
                  <a:pt x="78108" y="88712"/>
                  <a:pt x="77660" y="89060"/>
                </a:cubicBezTo>
                <a:lnTo>
                  <a:pt x="76441" y="90081"/>
                </a:lnTo>
                <a:cubicBezTo>
                  <a:pt x="76366" y="90131"/>
                  <a:pt x="76291" y="90205"/>
                  <a:pt x="76192" y="90255"/>
                </a:cubicBezTo>
                <a:cubicBezTo>
                  <a:pt x="76192" y="90230"/>
                  <a:pt x="76167" y="90230"/>
                  <a:pt x="76167" y="90205"/>
                </a:cubicBezTo>
                <a:cubicBezTo>
                  <a:pt x="76341" y="90106"/>
                  <a:pt x="76491" y="89981"/>
                  <a:pt x="76640" y="89857"/>
                </a:cubicBezTo>
                <a:cubicBezTo>
                  <a:pt x="76914" y="89608"/>
                  <a:pt x="77212" y="89384"/>
                  <a:pt x="77511" y="89135"/>
                </a:cubicBezTo>
                <a:cubicBezTo>
                  <a:pt x="78034" y="88712"/>
                  <a:pt x="78581" y="88239"/>
                  <a:pt x="79079" y="87766"/>
                </a:cubicBezTo>
                <a:lnTo>
                  <a:pt x="79901" y="87019"/>
                </a:lnTo>
                <a:cubicBezTo>
                  <a:pt x="80523" y="86472"/>
                  <a:pt x="81145" y="85899"/>
                  <a:pt x="81743" y="85351"/>
                </a:cubicBezTo>
                <a:cubicBezTo>
                  <a:pt x="81991" y="85103"/>
                  <a:pt x="82265" y="84854"/>
                  <a:pt x="82514" y="84605"/>
                </a:cubicBezTo>
                <a:cubicBezTo>
                  <a:pt x="83062" y="84107"/>
                  <a:pt x="83560" y="83609"/>
                  <a:pt x="84082" y="83111"/>
                </a:cubicBezTo>
                <a:lnTo>
                  <a:pt x="84655" y="82514"/>
                </a:lnTo>
                <a:cubicBezTo>
                  <a:pt x="85277" y="81892"/>
                  <a:pt x="85899" y="81269"/>
                  <a:pt x="86497" y="80647"/>
                </a:cubicBezTo>
                <a:lnTo>
                  <a:pt x="86995" y="80149"/>
                </a:lnTo>
                <a:cubicBezTo>
                  <a:pt x="87692" y="79427"/>
                  <a:pt x="88364" y="78730"/>
                  <a:pt x="89011" y="78009"/>
                </a:cubicBezTo>
                <a:cubicBezTo>
                  <a:pt x="89061" y="77984"/>
                  <a:pt x="89085" y="77934"/>
                  <a:pt x="89085" y="77909"/>
                </a:cubicBezTo>
                <a:cubicBezTo>
                  <a:pt x="89210" y="77785"/>
                  <a:pt x="89334" y="77635"/>
                  <a:pt x="89459" y="77511"/>
                </a:cubicBezTo>
                <a:close/>
                <a:moveTo>
                  <a:pt x="5202" y="84256"/>
                </a:moveTo>
                <a:cubicBezTo>
                  <a:pt x="7044" y="86994"/>
                  <a:pt x="9633" y="89060"/>
                  <a:pt x="12919" y="90305"/>
                </a:cubicBezTo>
                <a:lnTo>
                  <a:pt x="12919" y="90355"/>
                </a:lnTo>
                <a:cubicBezTo>
                  <a:pt x="9658" y="89110"/>
                  <a:pt x="7044" y="87094"/>
                  <a:pt x="5202" y="84356"/>
                </a:cubicBezTo>
                <a:cubicBezTo>
                  <a:pt x="5178" y="84331"/>
                  <a:pt x="5202" y="84281"/>
                  <a:pt x="5202" y="84256"/>
                </a:cubicBezTo>
                <a:close/>
                <a:moveTo>
                  <a:pt x="14064" y="87890"/>
                </a:moveTo>
                <a:lnTo>
                  <a:pt x="14064" y="87890"/>
                </a:lnTo>
                <a:cubicBezTo>
                  <a:pt x="13914" y="88737"/>
                  <a:pt x="13790" y="89558"/>
                  <a:pt x="13690" y="90355"/>
                </a:cubicBezTo>
                <a:cubicBezTo>
                  <a:pt x="13616" y="90330"/>
                  <a:pt x="13491" y="90305"/>
                  <a:pt x="13392" y="90255"/>
                </a:cubicBezTo>
                <a:cubicBezTo>
                  <a:pt x="13566" y="89483"/>
                  <a:pt x="13790" y="88662"/>
                  <a:pt x="14064" y="87890"/>
                </a:cubicBezTo>
                <a:close/>
                <a:moveTo>
                  <a:pt x="13118" y="90355"/>
                </a:moveTo>
                <a:cubicBezTo>
                  <a:pt x="13143" y="90379"/>
                  <a:pt x="13168" y="90379"/>
                  <a:pt x="13168" y="90379"/>
                </a:cubicBezTo>
                <a:lnTo>
                  <a:pt x="13168" y="90454"/>
                </a:lnTo>
                <a:lnTo>
                  <a:pt x="13118" y="90454"/>
                </a:lnTo>
                <a:cubicBezTo>
                  <a:pt x="13068" y="90379"/>
                  <a:pt x="13068" y="90379"/>
                  <a:pt x="13118" y="90355"/>
                </a:cubicBezTo>
                <a:close/>
                <a:moveTo>
                  <a:pt x="14611" y="86496"/>
                </a:moveTo>
                <a:lnTo>
                  <a:pt x="14611" y="86496"/>
                </a:lnTo>
                <a:cubicBezTo>
                  <a:pt x="14313" y="87841"/>
                  <a:pt x="14113" y="89135"/>
                  <a:pt x="13939" y="90454"/>
                </a:cubicBezTo>
                <a:cubicBezTo>
                  <a:pt x="13914" y="90454"/>
                  <a:pt x="13889" y="90404"/>
                  <a:pt x="13865" y="90404"/>
                </a:cubicBezTo>
                <a:cubicBezTo>
                  <a:pt x="14014" y="89234"/>
                  <a:pt x="14188" y="88040"/>
                  <a:pt x="14437" y="86845"/>
                </a:cubicBezTo>
                <a:cubicBezTo>
                  <a:pt x="14487" y="86720"/>
                  <a:pt x="14537" y="86621"/>
                  <a:pt x="14611" y="86496"/>
                </a:cubicBezTo>
                <a:close/>
                <a:moveTo>
                  <a:pt x="75993" y="90379"/>
                </a:moveTo>
                <a:cubicBezTo>
                  <a:pt x="75993" y="90404"/>
                  <a:pt x="76018" y="90404"/>
                  <a:pt x="76018" y="90454"/>
                </a:cubicBezTo>
                <a:lnTo>
                  <a:pt x="75993" y="90479"/>
                </a:lnTo>
                <a:cubicBezTo>
                  <a:pt x="75993" y="90454"/>
                  <a:pt x="75993" y="90404"/>
                  <a:pt x="75968" y="90404"/>
                </a:cubicBezTo>
                <a:lnTo>
                  <a:pt x="75993" y="90379"/>
                </a:lnTo>
                <a:close/>
                <a:moveTo>
                  <a:pt x="13317" y="90454"/>
                </a:moveTo>
                <a:cubicBezTo>
                  <a:pt x="13441" y="90479"/>
                  <a:pt x="13541" y="90504"/>
                  <a:pt x="13665" y="90579"/>
                </a:cubicBezTo>
                <a:lnTo>
                  <a:pt x="13665" y="90628"/>
                </a:lnTo>
                <a:cubicBezTo>
                  <a:pt x="13541" y="90603"/>
                  <a:pt x="13441" y="90579"/>
                  <a:pt x="13317" y="90529"/>
                </a:cubicBezTo>
                <a:lnTo>
                  <a:pt x="13317" y="90454"/>
                </a:lnTo>
                <a:close/>
                <a:moveTo>
                  <a:pt x="88470" y="89071"/>
                </a:moveTo>
                <a:lnTo>
                  <a:pt x="88239" y="89284"/>
                </a:lnTo>
                <a:lnTo>
                  <a:pt x="87044" y="90404"/>
                </a:lnTo>
                <a:cubicBezTo>
                  <a:pt x="86970" y="90479"/>
                  <a:pt x="86895" y="90563"/>
                  <a:pt x="86820" y="90634"/>
                </a:cubicBezTo>
                <a:lnTo>
                  <a:pt x="86820" y="90634"/>
                </a:lnTo>
                <a:cubicBezTo>
                  <a:pt x="86870" y="90588"/>
                  <a:pt x="86920" y="90544"/>
                  <a:pt x="86970" y="90504"/>
                </a:cubicBezTo>
                <a:cubicBezTo>
                  <a:pt x="87368" y="90131"/>
                  <a:pt x="87791" y="89757"/>
                  <a:pt x="88189" y="89359"/>
                </a:cubicBezTo>
                <a:lnTo>
                  <a:pt x="88289" y="89259"/>
                </a:lnTo>
                <a:lnTo>
                  <a:pt x="88463" y="89085"/>
                </a:lnTo>
                <a:lnTo>
                  <a:pt x="88470" y="89071"/>
                </a:lnTo>
                <a:close/>
                <a:moveTo>
                  <a:pt x="86820" y="90634"/>
                </a:moveTo>
                <a:lnTo>
                  <a:pt x="86820" y="90634"/>
                </a:lnTo>
                <a:cubicBezTo>
                  <a:pt x="86813" y="90640"/>
                  <a:pt x="86806" y="90647"/>
                  <a:pt x="86799" y="90654"/>
                </a:cubicBezTo>
                <a:lnTo>
                  <a:pt x="86799" y="90654"/>
                </a:lnTo>
                <a:cubicBezTo>
                  <a:pt x="86806" y="90647"/>
                  <a:pt x="86813" y="90641"/>
                  <a:pt x="86820" y="90634"/>
                </a:cubicBezTo>
                <a:close/>
                <a:moveTo>
                  <a:pt x="13865" y="90603"/>
                </a:moveTo>
                <a:cubicBezTo>
                  <a:pt x="13889" y="90603"/>
                  <a:pt x="13889" y="90603"/>
                  <a:pt x="13914" y="90628"/>
                </a:cubicBezTo>
                <a:lnTo>
                  <a:pt x="13914" y="90678"/>
                </a:lnTo>
                <a:cubicBezTo>
                  <a:pt x="13889" y="90678"/>
                  <a:pt x="13889" y="90678"/>
                  <a:pt x="13865" y="90628"/>
                </a:cubicBezTo>
                <a:cubicBezTo>
                  <a:pt x="13815" y="90628"/>
                  <a:pt x="13865" y="90628"/>
                  <a:pt x="13865" y="90603"/>
                </a:cubicBezTo>
                <a:close/>
                <a:moveTo>
                  <a:pt x="27505" y="82265"/>
                </a:moveTo>
                <a:cubicBezTo>
                  <a:pt x="28849" y="82464"/>
                  <a:pt x="30193" y="82539"/>
                  <a:pt x="31537" y="82539"/>
                </a:cubicBezTo>
                <a:cubicBezTo>
                  <a:pt x="31861" y="82539"/>
                  <a:pt x="32184" y="82514"/>
                  <a:pt x="32533" y="82514"/>
                </a:cubicBezTo>
                <a:cubicBezTo>
                  <a:pt x="32035" y="84854"/>
                  <a:pt x="31861" y="87368"/>
                  <a:pt x="31985" y="89956"/>
                </a:cubicBezTo>
                <a:cubicBezTo>
                  <a:pt x="29621" y="90603"/>
                  <a:pt x="27355" y="91027"/>
                  <a:pt x="25190" y="91300"/>
                </a:cubicBezTo>
                <a:cubicBezTo>
                  <a:pt x="25613" y="88388"/>
                  <a:pt x="26385" y="85376"/>
                  <a:pt x="27505" y="82265"/>
                </a:cubicBezTo>
                <a:close/>
                <a:moveTo>
                  <a:pt x="1743" y="90504"/>
                </a:moveTo>
                <a:lnTo>
                  <a:pt x="1743" y="90504"/>
                </a:lnTo>
                <a:cubicBezTo>
                  <a:pt x="1792" y="90579"/>
                  <a:pt x="1792" y="90603"/>
                  <a:pt x="1817" y="90678"/>
                </a:cubicBezTo>
                <a:lnTo>
                  <a:pt x="1817" y="90703"/>
                </a:lnTo>
                <a:cubicBezTo>
                  <a:pt x="1842" y="90803"/>
                  <a:pt x="1917" y="90877"/>
                  <a:pt x="1942" y="90977"/>
                </a:cubicBezTo>
                <a:cubicBezTo>
                  <a:pt x="1964" y="91090"/>
                  <a:pt x="1997" y="91204"/>
                  <a:pt x="2036" y="91318"/>
                </a:cubicBezTo>
                <a:lnTo>
                  <a:pt x="2036" y="91318"/>
                </a:lnTo>
                <a:cubicBezTo>
                  <a:pt x="1991" y="91249"/>
                  <a:pt x="1991" y="91224"/>
                  <a:pt x="1967" y="91176"/>
                </a:cubicBezTo>
                <a:cubicBezTo>
                  <a:pt x="1917" y="90952"/>
                  <a:pt x="1817" y="90728"/>
                  <a:pt x="1743" y="90504"/>
                </a:cubicBezTo>
                <a:close/>
                <a:moveTo>
                  <a:pt x="27355" y="82240"/>
                </a:moveTo>
                <a:cubicBezTo>
                  <a:pt x="26235" y="85351"/>
                  <a:pt x="25439" y="88388"/>
                  <a:pt x="24991" y="91325"/>
                </a:cubicBezTo>
                <a:cubicBezTo>
                  <a:pt x="24991" y="91313"/>
                  <a:pt x="24985" y="91307"/>
                  <a:pt x="24975" y="91307"/>
                </a:cubicBezTo>
                <a:cubicBezTo>
                  <a:pt x="24966" y="91307"/>
                  <a:pt x="24954" y="91313"/>
                  <a:pt x="24941" y="91325"/>
                </a:cubicBezTo>
                <a:cubicBezTo>
                  <a:pt x="25364" y="88388"/>
                  <a:pt x="26186" y="85351"/>
                  <a:pt x="27306" y="82240"/>
                </a:cubicBezTo>
                <a:close/>
                <a:moveTo>
                  <a:pt x="18146" y="80373"/>
                </a:moveTo>
                <a:cubicBezTo>
                  <a:pt x="18270" y="80398"/>
                  <a:pt x="18395" y="80473"/>
                  <a:pt x="18544" y="80498"/>
                </a:cubicBezTo>
                <a:cubicBezTo>
                  <a:pt x="18793" y="80597"/>
                  <a:pt x="19042" y="80647"/>
                  <a:pt x="19291" y="80747"/>
                </a:cubicBezTo>
                <a:cubicBezTo>
                  <a:pt x="19465" y="80772"/>
                  <a:pt x="19639" y="80846"/>
                  <a:pt x="19838" y="80871"/>
                </a:cubicBezTo>
                <a:lnTo>
                  <a:pt x="20585" y="81045"/>
                </a:lnTo>
                <a:cubicBezTo>
                  <a:pt x="20734" y="81095"/>
                  <a:pt x="20909" y="81120"/>
                  <a:pt x="21083" y="81145"/>
                </a:cubicBezTo>
                <a:cubicBezTo>
                  <a:pt x="21158" y="81170"/>
                  <a:pt x="21257" y="81170"/>
                  <a:pt x="21357" y="81170"/>
                </a:cubicBezTo>
                <a:lnTo>
                  <a:pt x="21904" y="81269"/>
                </a:lnTo>
                <a:cubicBezTo>
                  <a:pt x="22153" y="81294"/>
                  <a:pt x="22402" y="81344"/>
                  <a:pt x="22651" y="81344"/>
                </a:cubicBezTo>
                <a:cubicBezTo>
                  <a:pt x="22751" y="81344"/>
                  <a:pt x="22850" y="81369"/>
                  <a:pt x="22975" y="81369"/>
                </a:cubicBezTo>
                <a:cubicBezTo>
                  <a:pt x="24344" y="81742"/>
                  <a:pt x="25738" y="82016"/>
                  <a:pt x="27131" y="82240"/>
                </a:cubicBezTo>
                <a:cubicBezTo>
                  <a:pt x="26011" y="85376"/>
                  <a:pt x="25215" y="88463"/>
                  <a:pt x="24767" y="91375"/>
                </a:cubicBezTo>
                <a:cubicBezTo>
                  <a:pt x="23653" y="91474"/>
                  <a:pt x="22564" y="91525"/>
                  <a:pt x="21506" y="91525"/>
                </a:cubicBezTo>
                <a:cubicBezTo>
                  <a:pt x="18829" y="91525"/>
                  <a:pt x="16343" y="91200"/>
                  <a:pt x="14113" y="90504"/>
                </a:cubicBezTo>
                <a:cubicBezTo>
                  <a:pt x="14288" y="88911"/>
                  <a:pt x="14561" y="87268"/>
                  <a:pt x="14985" y="85625"/>
                </a:cubicBezTo>
                <a:cubicBezTo>
                  <a:pt x="15806" y="83783"/>
                  <a:pt x="16876" y="82016"/>
                  <a:pt x="18146" y="80373"/>
                </a:cubicBezTo>
                <a:close/>
                <a:moveTo>
                  <a:pt x="32035" y="90131"/>
                </a:moveTo>
                <a:lnTo>
                  <a:pt x="32035" y="90205"/>
                </a:lnTo>
                <a:cubicBezTo>
                  <a:pt x="29670" y="90852"/>
                  <a:pt x="27355" y="91300"/>
                  <a:pt x="25140" y="91549"/>
                </a:cubicBezTo>
                <a:cubicBezTo>
                  <a:pt x="25140" y="91500"/>
                  <a:pt x="25140" y="91475"/>
                  <a:pt x="25190" y="91475"/>
                </a:cubicBezTo>
                <a:cubicBezTo>
                  <a:pt x="27380" y="91226"/>
                  <a:pt x="29670" y="90803"/>
                  <a:pt x="32035" y="90131"/>
                </a:cubicBezTo>
                <a:close/>
                <a:moveTo>
                  <a:pt x="24966" y="91500"/>
                </a:moveTo>
                <a:lnTo>
                  <a:pt x="24966" y="91574"/>
                </a:lnTo>
                <a:lnTo>
                  <a:pt x="24891" y="91574"/>
                </a:lnTo>
                <a:lnTo>
                  <a:pt x="24891" y="91500"/>
                </a:lnTo>
                <a:close/>
                <a:moveTo>
                  <a:pt x="2041" y="91332"/>
                </a:moveTo>
                <a:cubicBezTo>
                  <a:pt x="2071" y="91418"/>
                  <a:pt x="2104" y="91504"/>
                  <a:pt x="2138" y="91591"/>
                </a:cubicBezTo>
                <a:lnTo>
                  <a:pt x="2138" y="91591"/>
                </a:lnTo>
                <a:cubicBezTo>
                  <a:pt x="2119" y="91560"/>
                  <a:pt x="2101" y="91530"/>
                  <a:pt x="2091" y="91500"/>
                </a:cubicBezTo>
                <a:cubicBezTo>
                  <a:pt x="2091" y="91475"/>
                  <a:pt x="2091" y="91475"/>
                  <a:pt x="2066" y="91450"/>
                </a:cubicBezTo>
                <a:cubicBezTo>
                  <a:pt x="2043" y="91404"/>
                  <a:pt x="2041" y="91359"/>
                  <a:pt x="2041" y="91332"/>
                </a:cubicBezTo>
                <a:close/>
                <a:moveTo>
                  <a:pt x="14064" y="90703"/>
                </a:moveTo>
                <a:cubicBezTo>
                  <a:pt x="16298" y="91389"/>
                  <a:pt x="18732" y="91715"/>
                  <a:pt x="21355" y="91715"/>
                </a:cubicBezTo>
                <a:cubicBezTo>
                  <a:pt x="22444" y="91715"/>
                  <a:pt x="23564" y="91659"/>
                  <a:pt x="24717" y="91549"/>
                </a:cubicBezTo>
                <a:lnTo>
                  <a:pt x="24717" y="91599"/>
                </a:lnTo>
                <a:cubicBezTo>
                  <a:pt x="23572" y="91724"/>
                  <a:pt x="22402" y="91798"/>
                  <a:pt x="21332" y="91798"/>
                </a:cubicBezTo>
                <a:cubicBezTo>
                  <a:pt x="18668" y="91798"/>
                  <a:pt x="16254" y="91450"/>
                  <a:pt x="14064" y="90753"/>
                </a:cubicBezTo>
                <a:lnTo>
                  <a:pt x="14064" y="90703"/>
                </a:lnTo>
                <a:close/>
                <a:moveTo>
                  <a:pt x="46397" y="84505"/>
                </a:moveTo>
                <a:cubicBezTo>
                  <a:pt x="46422" y="84655"/>
                  <a:pt x="46422" y="84779"/>
                  <a:pt x="46447" y="84928"/>
                </a:cubicBezTo>
                <a:cubicBezTo>
                  <a:pt x="46497" y="85252"/>
                  <a:pt x="46522" y="85600"/>
                  <a:pt x="46547" y="85899"/>
                </a:cubicBezTo>
                <a:cubicBezTo>
                  <a:pt x="46547" y="85999"/>
                  <a:pt x="46547" y="86123"/>
                  <a:pt x="46571" y="86223"/>
                </a:cubicBezTo>
                <a:lnTo>
                  <a:pt x="46571" y="86372"/>
                </a:lnTo>
                <a:cubicBezTo>
                  <a:pt x="46571" y="86720"/>
                  <a:pt x="46621" y="87094"/>
                  <a:pt x="46571" y="87417"/>
                </a:cubicBezTo>
                <a:lnTo>
                  <a:pt x="46571" y="87865"/>
                </a:lnTo>
                <a:lnTo>
                  <a:pt x="46571" y="88139"/>
                </a:lnTo>
                <a:cubicBezTo>
                  <a:pt x="46571" y="88463"/>
                  <a:pt x="46547" y="88786"/>
                  <a:pt x="46522" y="89110"/>
                </a:cubicBezTo>
                <a:lnTo>
                  <a:pt x="46422" y="89857"/>
                </a:lnTo>
                <a:cubicBezTo>
                  <a:pt x="46397" y="90205"/>
                  <a:pt x="46323" y="90529"/>
                  <a:pt x="46273" y="90877"/>
                </a:cubicBezTo>
                <a:cubicBezTo>
                  <a:pt x="46248" y="91126"/>
                  <a:pt x="46173" y="91350"/>
                  <a:pt x="46123" y="91599"/>
                </a:cubicBezTo>
                <a:cubicBezTo>
                  <a:pt x="46072" y="91840"/>
                  <a:pt x="46008" y="92070"/>
                  <a:pt x="45949" y="92304"/>
                </a:cubicBezTo>
                <a:lnTo>
                  <a:pt x="45949" y="92304"/>
                </a:lnTo>
                <a:cubicBezTo>
                  <a:pt x="46584" y="89689"/>
                  <a:pt x="46716" y="87036"/>
                  <a:pt x="46372" y="84530"/>
                </a:cubicBezTo>
                <a:cubicBezTo>
                  <a:pt x="46372" y="84530"/>
                  <a:pt x="46397" y="84530"/>
                  <a:pt x="46397" y="84505"/>
                </a:cubicBezTo>
                <a:close/>
                <a:moveTo>
                  <a:pt x="45914" y="92446"/>
                </a:moveTo>
                <a:cubicBezTo>
                  <a:pt x="45900" y="92503"/>
                  <a:pt x="45887" y="92561"/>
                  <a:pt x="45874" y="92620"/>
                </a:cubicBezTo>
                <a:cubicBezTo>
                  <a:pt x="45866" y="92645"/>
                  <a:pt x="45858" y="92670"/>
                  <a:pt x="45850" y="92695"/>
                </a:cubicBezTo>
                <a:lnTo>
                  <a:pt x="45850" y="92695"/>
                </a:lnTo>
                <a:cubicBezTo>
                  <a:pt x="45872" y="92612"/>
                  <a:pt x="45893" y="92529"/>
                  <a:pt x="45914" y="92446"/>
                </a:cubicBezTo>
                <a:close/>
                <a:moveTo>
                  <a:pt x="45626" y="93490"/>
                </a:moveTo>
                <a:cubicBezTo>
                  <a:pt x="45626" y="93490"/>
                  <a:pt x="45626" y="93490"/>
                  <a:pt x="45626" y="93491"/>
                </a:cubicBezTo>
                <a:cubicBezTo>
                  <a:pt x="45624" y="93495"/>
                  <a:pt x="45623" y="93499"/>
                  <a:pt x="45622" y="93503"/>
                </a:cubicBezTo>
                <a:lnTo>
                  <a:pt x="45622" y="93503"/>
                </a:lnTo>
                <a:cubicBezTo>
                  <a:pt x="45623" y="93498"/>
                  <a:pt x="45624" y="93494"/>
                  <a:pt x="45626" y="93490"/>
                </a:cubicBezTo>
                <a:close/>
                <a:moveTo>
                  <a:pt x="70143" y="81244"/>
                </a:moveTo>
                <a:cubicBezTo>
                  <a:pt x="72035" y="83908"/>
                  <a:pt x="73753" y="86696"/>
                  <a:pt x="75146" y="89259"/>
                </a:cubicBezTo>
                <a:cubicBezTo>
                  <a:pt x="72558" y="91101"/>
                  <a:pt x="69944" y="92620"/>
                  <a:pt x="67405" y="93864"/>
                </a:cubicBezTo>
                <a:cubicBezTo>
                  <a:pt x="65638" y="91923"/>
                  <a:pt x="63846" y="89707"/>
                  <a:pt x="62228" y="87442"/>
                </a:cubicBezTo>
                <a:cubicBezTo>
                  <a:pt x="64966" y="85476"/>
                  <a:pt x="67629" y="83410"/>
                  <a:pt x="70143" y="81244"/>
                </a:cubicBezTo>
                <a:close/>
                <a:moveTo>
                  <a:pt x="46148" y="84655"/>
                </a:moveTo>
                <a:lnTo>
                  <a:pt x="46148" y="84655"/>
                </a:lnTo>
                <a:cubicBezTo>
                  <a:pt x="46547" y="87666"/>
                  <a:pt x="46223" y="90852"/>
                  <a:pt x="45227" y="93939"/>
                </a:cubicBezTo>
                <a:cubicBezTo>
                  <a:pt x="44232" y="92819"/>
                  <a:pt x="43510" y="91450"/>
                  <a:pt x="43062" y="89832"/>
                </a:cubicBezTo>
                <a:cubicBezTo>
                  <a:pt x="43734" y="88438"/>
                  <a:pt x="44182" y="86994"/>
                  <a:pt x="44481" y="85526"/>
                </a:cubicBezTo>
                <a:cubicBezTo>
                  <a:pt x="45028" y="85252"/>
                  <a:pt x="45601" y="84953"/>
                  <a:pt x="46148" y="84655"/>
                </a:cubicBezTo>
                <a:close/>
                <a:moveTo>
                  <a:pt x="62079" y="87567"/>
                </a:moveTo>
                <a:cubicBezTo>
                  <a:pt x="63721" y="89832"/>
                  <a:pt x="65464" y="91997"/>
                  <a:pt x="67256" y="93964"/>
                </a:cubicBezTo>
                <a:cubicBezTo>
                  <a:pt x="67206" y="93964"/>
                  <a:pt x="67206" y="93989"/>
                  <a:pt x="67181" y="93989"/>
                </a:cubicBezTo>
                <a:lnTo>
                  <a:pt x="67156" y="93964"/>
                </a:lnTo>
                <a:cubicBezTo>
                  <a:pt x="65389" y="91997"/>
                  <a:pt x="63647" y="89832"/>
                  <a:pt x="62054" y="87592"/>
                </a:cubicBezTo>
                <a:lnTo>
                  <a:pt x="62079" y="87567"/>
                </a:lnTo>
                <a:close/>
                <a:moveTo>
                  <a:pt x="75246" y="89458"/>
                </a:moveTo>
                <a:cubicBezTo>
                  <a:pt x="75246" y="89483"/>
                  <a:pt x="75271" y="89483"/>
                  <a:pt x="75271" y="89508"/>
                </a:cubicBezTo>
                <a:cubicBezTo>
                  <a:pt x="72732" y="91325"/>
                  <a:pt x="70118" y="92844"/>
                  <a:pt x="67555" y="94088"/>
                </a:cubicBezTo>
                <a:cubicBezTo>
                  <a:pt x="67555" y="94088"/>
                  <a:pt x="67530" y="94063"/>
                  <a:pt x="67530" y="94038"/>
                </a:cubicBezTo>
                <a:cubicBezTo>
                  <a:pt x="70069" y="92819"/>
                  <a:pt x="72657" y="91300"/>
                  <a:pt x="75246" y="89458"/>
                </a:cubicBezTo>
                <a:close/>
                <a:moveTo>
                  <a:pt x="45568" y="93678"/>
                </a:moveTo>
                <a:cubicBezTo>
                  <a:pt x="45521" y="93837"/>
                  <a:pt x="45480" y="93988"/>
                  <a:pt x="45426" y="94113"/>
                </a:cubicBezTo>
                <a:cubicBezTo>
                  <a:pt x="45475" y="93968"/>
                  <a:pt x="45522" y="93823"/>
                  <a:pt x="45568" y="93678"/>
                </a:cubicBezTo>
                <a:close/>
                <a:moveTo>
                  <a:pt x="42987" y="90056"/>
                </a:moveTo>
                <a:cubicBezTo>
                  <a:pt x="43435" y="91624"/>
                  <a:pt x="44157" y="92993"/>
                  <a:pt x="45153" y="94113"/>
                </a:cubicBezTo>
                <a:cubicBezTo>
                  <a:pt x="45153" y="94163"/>
                  <a:pt x="45128" y="94188"/>
                  <a:pt x="45128" y="94188"/>
                </a:cubicBezTo>
                <a:cubicBezTo>
                  <a:pt x="44132" y="93068"/>
                  <a:pt x="43385" y="91724"/>
                  <a:pt x="42912" y="90131"/>
                </a:cubicBezTo>
                <a:cubicBezTo>
                  <a:pt x="42937" y="90106"/>
                  <a:pt x="42937" y="90081"/>
                  <a:pt x="42987" y="90056"/>
                </a:cubicBezTo>
                <a:close/>
                <a:moveTo>
                  <a:pt x="67331" y="94113"/>
                </a:moveTo>
                <a:cubicBezTo>
                  <a:pt x="67331" y="94138"/>
                  <a:pt x="67380" y="94138"/>
                  <a:pt x="67380" y="94188"/>
                </a:cubicBezTo>
                <a:cubicBezTo>
                  <a:pt x="67331" y="94188"/>
                  <a:pt x="67331" y="94213"/>
                  <a:pt x="67306" y="94213"/>
                </a:cubicBezTo>
                <a:cubicBezTo>
                  <a:pt x="67306" y="94188"/>
                  <a:pt x="67306" y="94138"/>
                  <a:pt x="67281" y="94138"/>
                </a:cubicBezTo>
                <a:cubicBezTo>
                  <a:pt x="67306" y="94138"/>
                  <a:pt x="67306" y="94113"/>
                  <a:pt x="67331" y="94113"/>
                </a:cubicBezTo>
                <a:close/>
                <a:moveTo>
                  <a:pt x="45352" y="94312"/>
                </a:moveTo>
                <a:cubicBezTo>
                  <a:pt x="45377" y="94362"/>
                  <a:pt x="45352" y="94362"/>
                  <a:pt x="45352" y="94412"/>
                </a:cubicBezTo>
                <a:lnTo>
                  <a:pt x="45302" y="94362"/>
                </a:lnTo>
                <a:cubicBezTo>
                  <a:pt x="45302" y="94337"/>
                  <a:pt x="45302" y="94337"/>
                  <a:pt x="45352" y="94312"/>
                </a:cubicBezTo>
                <a:close/>
                <a:moveTo>
                  <a:pt x="91319" y="90945"/>
                </a:moveTo>
                <a:cubicBezTo>
                  <a:pt x="90031" y="92197"/>
                  <a:pt x="88707" y="93432"/>
                  <a:pt x="87337" y="94644"/>
                </a:cubicBezTo>
                <a:lnTo>
                  <a:pt x="87337" y="94644"/>
                </a:lnTo>
                <a:cubicBezTo>
                  <a:pt x="88780" y="93361"/>
                  <a:pt x="90261" y="91967"/>
                  <a:pt x="91319" y="90945"/>
                </a:cubicBezTo>
                <a:close/>
                <a:moveTo>
                  <a:pt x="58171" y="86098"/>
                </a:moveTo>
                <a:cubicBezTo>
                  <a:pt x="58544" y="87069"/>
                  <a:pt x="58917" y="88015"/>
                  <a:pt x="59191" y="89010"/>
                </a:cubicBezTo>
                <a:cubicBezTo>
                  <a:pt x="56055" y="91126"/>
                  <a:pt x="52869" y="93018"/>
                  <a:pt x="49733" y="94661"/>
                </a:cubicBezTo>
                <a:cubicBezTo>
                  <a:pt x="50131" y="91823"/>
                  <a:pt x="50081" y="88961"/>
                  <a:pt x="49509" y="86272"/>
                </a:cubicBezTo>
                <a:lnTo>
                  <a:pt x="49509" y="86272"/>
                </a:lnTo>
                <a:cubicBezTo>
                  <a:pt x="50629" y="86621"/>
                  <a:pt x="51848" y="86820"/>
                  <a:pt x="53143" y="86820"/>
                </a:cubicBezTo>
                <a:cubicBezTo>
                  <a:pt x="54711" y="86820"/>
                  <a:pt x="56379" y="86571"/>
                  <a:pt x="58171" y="86098"/>
                </a:cubicBezTo>
                <a:close/>
                <a:moveTo>
                  <a:pt x="49286" y="86180"/>
                </a:moveTo>
                <a:cubicBezTo>
                  <a:pt x="49295" y="86198"/>
                  <a:pt x="49337" y="86200"/>
                  <a:pt x="49359" y="86223"/>
                </a:cubicBezTo>
                <a:cubicBezTo>
                  <a:pt x="49907" y="88961"/>
                  <a:pt x="50006" y="91848"/>
                  <a:pt x="49583" y="94735"/>
                </a:cubicBezTo>
                <a:cubicBezTo>
                  <a:pt x="49533" y="94735"/>
                  <a:pt x="49533" y="94760"/>
                  <a:pt x="49509" y="94760"/>
                </a:cubicBezTo>
                <a:cubicBezTo>
                  <a:pt x="49956" y="91850"/>
                  <a:pt x="49882" y="88916"/>
                  <a:pt x="49286" y="86180"/>
                </a:cubicBezTo>
                <a:close/>
                <a:moveTo>
                  <a:pt x="59291" y="89160"/>
                </a:moveTo>
                <a:cubicBezTo>
                  <a:pt x="59291" y="89210"/>
                  <a:pt x="59291" y="89210"/>
                  <a:pt x="59316" y="89234"/>
                </a:cubicBezTo>
                <a:cubicBezTo>
                  <a:pt x="56130" y="91375"/>
                  <a:pt x="52944" y="93267"/>
                  <a:pt x="49733" y="94959"/>
                </a:cubicBezTo>
                <a:lnTo>
                  <a:pt x="49733" y="94860"/>
                </a:lnTo>
                <a:cubicBezTo>
                  <a:pt x="52894" y="93217"/>
                  <a:pt x="56080" y="91325"/>
                  <a:pt x="59291" y="89160"/>
                </a:cubicBezTo>
                <a:close/>
                <a:moveTo>
                  <a:pt x="49509" y="94959"/>
                </a:moveTo>
                <a:lnTo>
                  <a:pt x="49509" y="95059"/>
                </a:lnTo>
                <a:cubicBezTo>
                  <a:pt x="49484" y="95059"/>
                  <a:pt x="49484" y="95084"/>
                  <a:pt x="49459" y="95084"/>
                </a:cubicBezTo>
                <a:lnTo>
                  <a:pt x="49459" y="94984"/>
                </a:lnTo>
                <a:cubicBezTo>
                  <a:pt x="49484" y="94984"/>
                  <a:pt x="49484" y="94959"/>
                  <a:pt x="49509" y="94959"/>
                </a:cubicBezTo>
                <a:close/>
                <a:moveTo>
                  <a:pt x="2763" y="79552"/>
                </a:moveTo>
                <a:cubicBezTo>
                  <a:pt x="3261" y="81195"/>
                  <a:pt x="3933" y="82688"/>
                  <a:pt x="4754" y="84032"/>
                </a:cubicBezTo>
                <a:cubicBezTo>
                  <a:pt x="4680" y="84679"/>
                  <a:pt x="4605" y="85302"/>
                  <a:pt x="4555" y="85974"/>
                </a:cubicBezTo>
                <a:cubicBezTo>
                  <a:pt x="4555" y="86098"/>
                  <a:pt x="4505" y="86173"/>
                  <a:pt x="4505" y="86297"/>
                </a:cubicBezTo>
                <a:cubicBezTo>
                  <a:pt x="4456" y="86969"/>
                  <a:pt x="4431" y="87617"/>
                  <a:pt x="4381" y="88264"/>
                </a:cubicBezTo>
                <a:lnTo>
                  <a:pt x="4381" y="88712"/>
                </a:lnTo>
                <a:lnTo>
                  <a:pt x="4381" y="90255"/>
                </a:lnTo>
                <a:lnTo>
                  <a:pt x="4381" y="90703"/>
                </a:lnTo>
                <a:cubicBezTo>
                  <a:pt x="4431" y="91276"/>
                  <a:pt x="4456" y="91873"/>
                  <a:pt x="4505" y="92470"/>
                </a:cubicBezTo>
                <a:cubicBezTo>
                  <a:pt x="4505" y="92620"/>
                  <a:pt x="4555" y="92769"/>
                  <a:pt x="4580" y="92968"/>
                </a:cubicBezTo>
                <a:cubicBezTo>
                  <a:pt x="4655" y="93565"/>
                  <a:pt x="4729" y="94138"/>
                  <a:pt x="4829" y="94735"/>
                </a:cubicBezTo>
                <a:cubicBezTo>
                  <a:pt x="4829" y="94760"/>
                  <a:pt x="4854" y="94835"/>
                  <a:pt x="4854" y="94860"/>
                </a:cubicBezTo>
                <a:cubicBezTo>
                  <a:pt x="4879" y="95009"/>
                  <a:pt x="4929" y="95134"/>
                  <a:pt x="4953" y="95308"/>
                </a:cubicBezTo>
                <a:cubicBezTo>
                  <a:pt x="3360" y="93317"/>
                  <a:pt x="2215" y="90952"/>
                  <a:pt x="1494" y="88214"/>
                </a:cubicBezTo>
                <a:cubicBezTo>
                  <a:pt x="1444" y="87766"/>
                  <a:pt x="1419" y="87368"/>
                  <a:pt x="1369" y="86944"/>
                </a:cubicBezTo>
                <a:lnTo>
                  <a:pt x="1369" y="86745"/>
                </a:lnTo>
                <a:cubicBezTo>
                  <a:pt x="1344" y="86322"/>
                  <a:pt x="1344" y="85874"/>
                  <a:pt x="1369" y="85426"/>
                </a:cubicBezTo>
                <a:cubicBezTo>
                  <a:pt x="1369" y="85351"/>
                  <a:pt x="1369" y="85227"/>
                  <a:pt x="1394" y="85127"/>
                </a:cubicBezTo>
                <a:cubicBezTo>
                  <a:pt x="1394" y="84978"/>
                  <a:pt x="1444" y="84804"/>
                  <a:pt x="1444" y="84630"/>
                </a:cubicBezTo>
                <a:cubicBezTo>
                  <a:pt x="1593" y="82887"/>
                  <a:pt x="2066" y="81195"/>
                  <a:pt x="2763" y="79552"/>
                </a:cubicBezTo>
                <a:close/>
                <a:moveTo>
                  <a:pt x="75395" y="89707"/>
                </a:moveTo>
                <a:cubicBezTo>
                  <a:pt x="75520" y="89907"/>
                  <a:pt x="75644" y="90155"/>
                  <a:pt x="75744" y="90379"/>
                </a:cubicBezTo>
                <a:cubicBezTo>
                  <a:pt x="75420" y="90628"/>
                  <a:pt x="75122" y="90902"/>
                  <a:pt x="74773" y="91151"/>
                </a:cubicBezTo>
                <a:cubicBezTo>
                  <a:pt x="74524" y="91375"/>
                  <a:pt x="74275" y="91574"/>
                  <a:pt x="74026" y="91773"/>
                </a:cubicBezTo>
                <a:cubicBezTo>
                  <a:pt x="73304" y="92346"/>
                  <a:pt x="72608" y="92893"/>
                  <a:pt x="71886" y="93441"/>
                </a:cubicBezTo>
                <a:cubicBezTo>
                  <a:pt x="71687" y="93590"/>
                  <a:pt x="71512" y="93715"/>
                  <a:pt x="71313" y="93864"/>
                </a:cubicBezTo>
                <a:cubicBezTo>
                  <a:pt x="70641" y="94387"/>
                  <a:pt x="69919" y="94934"/>
                  <a:pt x="69197" y="95432"/>
                </a:cubicBezTo>
                <a:cubicBezTo>
                  <a:pt x="69123" y="95457"/>
                  <a:pt x="69023" y="95532"/>
                  <a:pt x="68949" y="95582"/>
                </a:cubicBezTo>
                <a:cubicBezTo>
                  <a:pt x="68824" y="95457"/>
                  <a:pt x="68700" y="95308"/>
                  <a:pt x="68575" y="95183"/>
                </a:cubicBezTo>
                <a:cubicBezTo>
                  <a:pt x="68301" y="94860"/>
                  <a:pt x="68003" y="94561"/>
                  <a:pt x="67704" y="94238"/>
                </a:cubicBezTo>
                <a:cubicBezTo>
                  <a:pt x="70268" y="92993"/>
                  <a:pt x="72856" y="91475"/>
                  <a:pt x="75395" y="89707"/>
                </a:cubicBezTo>
                <a:close/>
                <a:moveTo>
                  <a:pt x="4929" y="84331"/>
                </a:moveTo>
                <a:cubicBezTo>
                  <a:pt x="4953" y="84356"/>
                  <a:pt x="4953" y="84381"/>
                  <a:pt x="4978" y="84381"/>
                </a:cubicBezTo>
                <a:cubicBezTo>
                  <a:pt x="4929" y="84903"/>
                  <a:pt x="4854" y="85426"/>
                  <a:pt x="4804" y="85949"/>
                </a:cubicBezTo>
                <a:cubicBezTo>
                  <a:pt x="4804" y="86048"/>
                  <a:pt x="4779" y="86223"/>
                  <a:pt x="4779" y="86347"/>
                </a:cubicBezTo>
                <a:cubicBezTo>
                  <a:pt x="4705" y="86969"/>
                  <a:pt x="4680" y="87592"/>
                  <a:pt x="4655" y="88214"/>
                </a:cubicBezTo>
                <a:lnTo>
                  <a:pt x="4655" y="88388"/>
                </a:lnTo>
                <a:cubicBezTo>
                  <a:pt x="4605" y="89010"/>
                  <a:pt x="4655" y="89633"/>
                  <a:pt x="4655" y="90255"/>
                </a:cubicBezTo>
                <a:cubicBezTo>
                  <a:pt x="4655" y="90454"/>
                  <a:pt x="4655" y="90628"/>
                  <a:pt x="4680" y="90852"/>
                </a:cubicBezTo>
                <a:cubicBezTo>
                  <a:pt x="4705" y="91375"/>
                  <a:pt x="4729" y="91923"/>
                  <a:pt x="4779" y="92420"/>
                </a:cubicBezTo>
                <a:cubicBezTo>
                  <a:pt x="4779" y="92495"/>
                  <a:pt x="4779" y="92595"/>
                  <a:pt x="4804" y="92719"/>
                </a:cubicBezTo>
                <a:cubicBezTo>
                  <a:pt x="4854" y="93317"/>
                  <a:pt x="4953" y="93914"/>
                  <a:pt x="5053" y="94462"/>
                </a:cubicBezTo>
                <a:cubicBezTo>
                  <a:pt x="5078" y="94611"/>
                  <a:pt x="5103" y="94785"/>
                  <a:pt x="5128" y="94959"/>
                </a:cubicBezTo>
                <a:cubicBezTo>
                  <a:pt x="5202" y="95208"/>
                  <a:pt x="5227" y="95457"/>
                  <a:pt x="5302" y="95706"/>
                </a:cubicBezTo>
                <a:cubicBezTo>
                  <a:pt x="5277" y="95681"/>
                  <a:pt x="5277" y="95656"/>
                  <a:pt x="5227" y="95607"/>
                </a:cubicBezTo>
                <a:cubicBezTo>
                  <a:pt x="5178" y="95358"/>
                  <a:pt x="5103" y="95084"/>
                  <a:pt x="5053" y="94835"/>
                </a:cubicBezTo>
                <a:cubicBezTo>
                  <a:pt x="5028" y="94735"/>
                  <a:pt x="5028" y="94611"/>
                  <a:pt x="4978" y="94536"/>
                </a:cubicBezTo>
                <a:cubicBezTo>
                  <a:pt x="4904" y="94038"/>
                  <a:pt x="4829" y="93491"/>
                  <a:pt x="4754" y="92968"/>
                </a:cubicBezTo>
                <a:cubicBezTo>
                  <a:pt x="4729" y="92819"/>
                  <a:pt x="4729" y="92694"/>
                  <a:pt x="4705" y="92545"/>
                </a:cubicBezTo>
                <a:cubicBezTo>
                  <a:pt x="4630" y="91972"/>
                  <a:pt x="4605" y="91375"/>
                  <a:pt x="4580" y="90803"/>
                </a:cubicBezTo>
                <a:cubicBezTo>
                  <a:pt x="4580" y="90603"/>
                  <a:pt x="4580" y="90429"/>
                  <a:pt x="4555" y="90205"/>
                </a:cubicBezTo>
                <a:lnTo>
                  <a:pt x="4555" y="88712"/>
                </a:lnTo>
                <a:lnTo>
                  <a:pt x="4555" y="88264"/>
                </a:lnTo>
                <a:cubicBezTo>
                  <a:pt x="4580" y="87641"/>
                  <a:pt x="4605" y="87019"/>
                  <a:pt x="4680" y="86372"/>
                </a:cubicBezTo>
                <a:cubicBezTo>
                  <a:pt x="4680" y="86223"/>
                  <a:pt x="4705" y="86024"/>
                  <a:pt x="4705" y="85874"/>
                </a:cubicBezTo>
                <a:cubicBezTo>
                  <a:pt x="4804" y="85376"/>
                  <a:pt x="4854" y="84854"/>
                  <a:pt x="4929" y="84331"/>
                </a:cubicBezTo>
                <a:close/>
                <a:moveTo>
                  <a:pt x="67530" y="94312"/>
                </a:moveTo>
                <a:lnTo>
                  <a:pt x="68650" y="95507"/>
                </a:lnTo>
                <a:lnTo>
                  <a:pt x="68799" y="95681"/>
                </a:lnTo>
                <a:lnTo>
                  <a:pt x="68774" y="95681"/>
                </a:lnTo>
                <a:cubicBezTo>
                  <a:pt x="68774" y="95706"/>
                  <a:pt x="68774" y="95706"/>
                  <a:pt x="68749" y="95706"/>
                </a:cubicBezTo>
                <a:cubicBezTo>
                  <a:pt x="68525" y="95482"/>
                  <a:pt x="68326" y="95283"/>
                  <a:pt x="68127" y="95059"/>
                </a:cubicBezTo>
                <a:cubicBezTo>
                  <a:pt x="67903" y="94835"/>
                  <a:pt x="67679" y="94611"/>
                  <a:pt x="67505" y="94362"/>
                </a:cubicBezTo>
                <a:lnTo>
                  <a:pt x="67455" y="94337"/>
                </a:lnTo>
                <a:cubicBezTo>
                  <a:pt x="67505" y="94337"/>
                  <a:pt x="67505" y="94312"/>
                  <a:pt x="67530" y="94312"/>
                </a:cubicBezTo>
                <a:close/>
                <a:moveTo>
                  <a:pt x="46621" y="84630"/>
                </a:moveTo>
                <a:cubicBezTo>
                  <a:pt x="47293" y="85252"/>
                  <a:pt x="48140" y="85725"/>
                  <a:pt x="49085" y="86098"/>
                </a:cubicBezTo>
                <a:cubicBezTo>
                  <a:pt x="49708" y="88886"/>
                  <a:pt x="49758" y="91873"/>
                  <a:pt x="49285" y="94860"/>
                </a:cubicBezTo>
                <a:cubicBezTo>
                  <a:pt x="48712" y="95183"/>
                  <a:pt x="48090" y="95482"/>
                  <a:pt x="47492" y="95781"/>
                </a:cubicBezTo>
                <a:cubicBezTo>
                  <a:pt x="46771" y="95358"/>
                  <a:pt x="46148" y="94860"/>
                  <a:pt x="45601" y="94287"/>
                </a:cubicBezTo>
                <a:cubicBezTo>
                  <a:pt x="46099" y="92844"/>
                  <a:pt x="46422" y="91375"/>
                  <a:pt x="46621" y="89882"/>
                </a:cubicBezTo>
                <a:cubicBezTo>
                  <a:pt x="46845" y="88114"/>
                  <a:pt x="46845" y="86372"/>
                  <a:pt x="46621" y="84729"/>
                </a:cubicBezTo>
                <a:lnTo>
                  <a:pt x="46621" y="84630"/>
                </a:lnTo>
                <a:close/>
                <a:moveTo>
                  <a:pt x="75819" y="90504"/>
                </a:moveTo>
                <a:cubicBezTo>
                  <a:pt x="75819" y="90554"/>
                  <a:pt x="75868" y="90554"/>
                  <a:pt x="75868" y="90579"/>
                </a:cubicBezTo>
                <a:cubicBezTo>
                  <a:pt x="75520" y="90852"/>
                  <a:pt x="75171" y="91126"/>
                  <a:pt x="74873" y="91425"/>
                </a:cubicBezTo>
                <a:cubicBezTo>
                  <a:pt x="74624" y="91599"/>
                  <a:pt x="74400" y="91798"/>
                  <a:pt x="74151" y="91997"/>
                </a:cubicBezTo>
                <a:cubicBezTo>
                  <a:pt x="73429" y="92570"/>
                  <a:pt x="72682" y="93167"/>
                  <a:pt x="71985" y="93715"/>
                </a:cubicBezTo>
                <a:cubicBezTo>
                  <a:pt x="71786" y="93839"/>
                  <a:pt x="71637" y="93989"/>
                  <a:pt x="71438" y="94113"/>
                </a:cubicBezTo>
                <a:cubicBezTo>
                  <a:pt x="70691" y="94686"/>
                  <a:pt x="69944" y="95233"/>
                  <a:pt x="69173" y="95781"/>
                </a:cubicBezTo>
                <a:lnTo>
                  <a:pt x="69148" y="95731"/>
                </a:lnTo>
                <a:cubicBezTo>
                  <a:pt x="69123" y="95681"/>
                  <a:pt x="69148" y="95656"/>
                  <a:pt x="69197" y="95607"/>
                </a:cubicBezTo>
                <a:cubicBezTo>
                  <a:pt x="69919" y="95084"/>
                  <a:pt x="70666" y="94561"/>
                  <a:pt x="71388" y="94038"/>
                </a:cubicBezTo>
                <a:cubicBezTo>
                  <a:pt x="71562" y="93864"/>
                  <a:pt x="71761" y="93740"/>
                  <a:pt x="71985" y="93590"/>
                </a:cubicBezTo>
                <a:lnTo>
                  <a:pt x="74126" y="91923"/>
                </a:lnTo>
                <a:cubicBezTo>
                  <a:pt x="74375" y="91724"/>
                  <a:pt x="74574" y="91549"/>
                  <a:pt x="74848" y="91325"/>
                </a:cubicBezTo>
                <a:cubicBezTo>
                  <a:pt x="75171" y="91051"/>
                  <a:pt x="75495" y="90803"/>
                  <a:pt x="75819" y="90504"/>
                </a:cubicBezTo>
                <a:close/>
                <a:moveTo>
                  <a:pt x="2041" y="90404"/>
                </a:moveTo>
                <a:lnTo>
                  <a:pt x="2041" y="90404"/>
                </a:lnTo>
                <a:cubicBezTo>
                  <a:pt x="2788" y="92396"/>
                  <a:pt x="3809" y="94138"/>
                  <a:pt x="5053" y="95681"/>
                </a:cubicBezTo>
                <a:cubicBezTo>
                  <a:pt x="5053" y="95706"/>
                  <a:pt x="5078" y="95756"/>
                  <a:pt x="5078" y="95806"/>
                </a:cubicBezTo>
                <a:cubicBezTo>
                  <a:pt x="4057" y="94561"/>
                  <a:pt x="3186" y="93192"/>
                  <a:pt x="2489" y="91649"/>
                </a:cubicBezTo>
                <a:cubicBezTo>
                  <a:pt x="2315" y="91251"/>
                  <a:pt x="2141" y="90852"/>
                  <a:pt x="2041" y="90404"/>
                </a:cubicBezTo>
                <a:close/>
                <a:moveTo>
                  <a:pt x="45526" y="94486"/>
                </a:moveTo>
                <a:cubicBezTo>
                  <a:pt x="46049" y="95034"/>
                  <a:pt x="46646" y="95482"/>
                  <a:pt x="47293" y="95855"/>
                </a:cubicBezTo>
                <a:cubicBezTo>
                  <a:pt x="47268" y="95855"/>
                  <a:pt x="47268" y="95905"/>
                  <a:pt x="47244" y="95905"/>
                </a:cubicBezTo>
                <a:cubicBezTo>
                  <a:pt x="46596" y="95532"/>
                  <a:pt x="46024" y="95084"/>
                  <a:pt x="45501" y="94561"/>
                </a:cubicBezTo>
                <a:cubicBezTo>
                  <a:pt x="45501" y="94511"/>
                  <a:pt x="45501" y="94511"/>
                  <a:pt x="45526" y="94486"/>
                </a:cubicBezTo>
                <a:close/>
                <a:moveTo>
                  <a:pt x="68874" y="95806"/>
                </a:moveTo>
                <a:cubicBezTo>
                  <a:pt x="68924" y="95831"/>
                  <a:pt x="68924" y="95831"/>
                  <a:pt x="68949" y="95855"/>
                </a:cubicBezTo>
                <a:lnTo>
                  <a:pt x="68899" y="95905"/>
                </a:lnTo>
                <a:lnTo>
                  <a:pt x="68874" y="95855"/>
                </a:lnTo>
                <a:lnTo>
                  <a:pt x="68824" y="95831"/>
                </a:lnTo>
                <a:lnTo>
                  <a:pt x="68874" y="95806"/>
                </a:lnTo>
                <a:close/>
                <a:moveTo>
                  <a:pt x="49235" y="95084"/>
                </a:moveTo>
                <a:lnTo>
                  <a:pt x="49235" y="95183"/>
                </a:lnTo>
                <a:cubicBezTo>
                  <a:pt x="48737" y="95457"/>
                  <a:pt x="48264" y="95706"/>
                  <a:pt x="47766" y="95930"/>
                </a:cubicBezTo>
                <a:cubicBezTo>
                  <a:pt x="47741" y="95905"/>
                  <a:pt x="47716" y="95905"/>
                  <a:pt x="47667" y="95855"/>
                </a:cubicBezTo>
                <a:cubicBezTo>
                  <a:pt x="48189" y="95607"/>
                  <a:pt x="48712" y="95333"/>
                  <a:pt x="49235" y="95084"/>
                </a:cubicBezTo>
                <a:close/>
                <a:moveTo>
                  <a:pt x="47492" y="95980"/>
                </a:moveTo>
                <a:cubicBezTo>
                  <a:pt x="47517" y="96005"/>
                  <a:pt x="47542" y="96005"/>
                  <a:pt x="47592" y="96055"/>
                </a:cubicBezTo>
                <a:cubicBezTo>
                  <a:pt x="47542" y="96055"/>
                  <a:pt x="47542" y="96079"/>
                  <a:pt x="47517" y="96079"/>
                </a:cubicBezTo>
                <a:cubicBezTo>
                  <a:pt x="47492" y="96055"/>
                  <a:pt x="47468" y="96055"/>
                  <a:pt x="47418" y="96030"/>
                </a:cubicBezTo>
                <a:cubicBezTo>
                  <a:pt x="47468" y="96030"/>
                  <a:pt x="47468" y="95980"/>
                  <a:pt x="47492" y="95980"/>
                </a:cubicBezTo>
                <a:close/>
                <a:moveTo>
                  <a:pt x="5302" y="96005"/>
                </a:moveTo>
                <a:lnTo>
                  <a:pt x="5302" y="96005"/>
                </a:lnTo>
                <a:cubicBezTo>
                  <a:pt x="5327" y="96055"/>
                  <a:pt x="5352" y="96079"/>
                  <a:pt x="5352" y="96104"/>
                </a:cubicBezTo>
                <a:cubicBezTo>
                  <a:pt x="5352" y="96154"/>
                  <a:pt x="5402" y="96204"/>
                  <a:pt x="5402" y="96229"/>
                </a:cubicBezTo>
                <a:lnTo>
                  <a:pt x="5302" y="96129"/>
                </a:lnTo>
                <a:cubicBezTo>
                  <a:pt x="5327" y="96104"/>
                  <a:pt x="5327" y="96055"/>
                  <a:pt x="5302" y="96005"/>
                </a:cubicBezTo>
                <a:close/>
                <a:moveTo>
                  <a:pt x="61855" y="87666"/>
                </a:moveTo>
                <a:cubicBezTo>
                  <a:pt x="61979" y="87865"/>
                  <a:pt x="62128" y="88040"/>
                  <a:pt x="62303" y="88239"/>
                </a:cubicBezTo>
                <a:cubicBezTo>
                  <a:pt x="62726" y="88836"/>
                  <a:pt x="63174" y="89434"/>
                  <a:pt x="63597" y="89981"/>
                </a:cubicBezTo>
                <a:cubicBezTo>
                  <a:pt x="63746" y="90205"/>
                  <a:pt x="63921" y="90379"/>
                  <a:pt x="64070" y="90603"/>
                </a:cubicBezTo>
                <a:cubicBezTo>
                  <a:pt x="64692" y="91375"/>
                  <a:pt x="65314" y="92172"/>
                  <a:pt x="65937" y="92893"/>
                </a:cubicBezTo>
                <a:cubicBezTo>
                  <a:pt x="66211" y="93242"/>
                  <a:pt x="66484" y="93565"/>
                  <a:pt x="66783" y="93864"/>
                </a:cubicBezTo>
                <a:cubicBezTo>
                  <a:pt x="66833" y="93939"/>
                  <a:pt x="66907" y="93989"/>
                  <a:pt x="66932" y="94063"/>
                </a:cubicBezTo>
                <a:cubicBezTo>
                  <a:pt x="64866" y="95034"/>
                  <a:pt x="62875" y="95806"/>
                  <a:pt x="60959" y="96328"/>
                </a:cubicBezTo>
                <a:cubicBezTo>
                  <a:pt x="60834" y="93964"/>
                  <a:pt x="60411" y="91549"/>
                  <a:pt x="59714" y="89160"/>
                </a:cubicBezTo>
                <a:cubicBezTo>
                  <a:pt x="60436" y="88662"/>
                  <a:pt x="61158" y="88214"/>
                  <a:pt x="61855" y="87666"/>
                </a:cubicBezTo>
                <a:close/>
                <a:moveTo>
                  <a:pt x="2763" y="92844"/>
                </a:moveTo>
                <a:cubicBezTo>
                  <a:pt x="3186" y="93615"/>
                  <a:pt x="3634" y="94362"/>
                  <a:pt x="4182" y="95084"/>
                </a:cubicBezTo>
                <a:cubicBezTo>
                  <a:pt x="4207" y="95109"/>
                  <a:pt x="4232" y="95158"/>
                  <a:pt x="4257" y="95208"/>
                </a:cubicBezTo>
                <a:cubicBezTo>
                  <a:pt x="4555" y="95582"/>
                  <a:pt x="4829" y="95930"/>
                  <a:pt x="5128" y="96279"/>
                </a:cubicBezTo>
                <a:cubicBezTo>
                  <a:pt x="5153" y="96279"/>
                  <a:pt x="5153" y="96303"/>
                  <a:pt x="5178" y="96303"/>
                </a:cubicBezTo>
                <a:lnTo>
                  <a:pt x="5202" y="96403"/>
                </a:lnTo>
                <a:lnTo>
                  <a:pt x="4456" y="95557"/>
                </a:lnTo>
                <a:lnTo>
                  <a:pt x="4381" y="95482"/>
                </a:lnTo>
                <a:cubicBezTo>
                  <a:pt x="4082" y="95084"/>
                  <a:pt x="3809" y="94686"/>
                  <a:pt x="3510" y="94287"/>
                </a:cubicBezTo>
                <a:cubicBezTo>
                  <a:pt x="3510" y="94238"/>
                  <a:pt x="3485" y="94238"/>
                  <a:pt x="3485" y="94213"/>
                </a:cubicBezTo>
                <a:cubicBezTo>
                  <a:pt x="3261" y="93864"/>
                  <a:pt x="3087" y="93541"/>
                  <a:pt x="2888" y="93192"/>
                </a:cubicBezTo>
                <a:cubicBezTo>
                  <a:pt x="2863" y="93068"/>
                  <a:pt x="2813" y="92968"/>
                  <a:pt x="2763" y="92844"/>
                </a:cubicBezTo>
                <a:close/>
                <a:moveTo>
                  <a:pt x="59565" y="89284"/>
                </a:moveTo>
                <a:cubicBezTo>
                  <a:pt x="60237" y="91624"/>
                  <a:pt x="60685" y="94063"/>
                  <a:pt x="60834" y="96428"/>
                </a:cubicBezTo>
                <a:cubicBezTo>
                  <a:pt x="60809" y="96428"/>
                  <a:pt x="60809" y="96428"/>
                  <a:pt x="60784" y="96453"/>
                </a:cubicBezTo>
                <a:cubicBezTo>
                  <a:pt x="60585" y="94063"/>
                  <a:pt x="60187" y="91649"/>
                  <a:pt x="59490" y="89334"/>
                </a:cubicBezTo>
                <a:cubicBezTo>
                  <a:pt x="59540" y="89334"/>
                  <a:pt x="59540" y="89284"/>
                  <a:pt x="59565" y="89284"/>
                </a:cubicBezTo>
                <a:close/>
                <a:moveTo>
                  <a:pt x="49210" y="95432"/>
                </a:moveTo>
                <a:cubicBezTo>
                  <a:pt x="49135" y="95781"/>
                  <a:pt x="49085" y="96154"/>
                  <a:pt x="48986" y="96478"/>
                </a:cubicBezTo>
                <a:cubicBezTo>
                  <a:pt x="48637" y="96353"/>
                  <a:pt x="48289" y="96204"/>
                  <a:pt x="47990" y="96055"/>
                </a:cubicBezTo>
                <a:cubicBezTo>
                  <a:pt x="48388" y="95855"/>
                  <a:pt x="48787" y="95656"/>
                  <a:pt x="49210" y="95432"/>
                </a:cubicBezTo>
                <a:close/>
                <a:moveTo>
                  <a:pt x="67132" y="94213"/>
                </a:moveTo>
                <a:lnTo>
                  <a:pt x="67132" y="94213"/>
                </a:lnTo>
                <a:cubicBezTo>
                  <a:pt x="67107" y="94238"/>
                  <a:pt x="67156" y="94287"/>
                  <a:pt x="67156" y="94287"/>
                </a:cubicBezTo>
                <a:cubicBezTo>
                  <a:pt x="65066" y="95283"/>
                  <a:pt x="63024" y="96030"/>
                  <a:pt x="61033" y="96577"/>
                </a:cubicBezTo>
                <a:lnTo>
                  <a:pt x="61033" y="96528"/>
                </a:lnTo>
                <a:cubicBezTo>
                  <a:pt x="62975" y="95955"/>
                  <a:pt x="65041" y="95183"/>
                  <a:pt x="67132" y="94213"/>
                </a:cubicBezTo>
                <a:close/>
                <a:moveTo>
                  <a:pt x="49484" y="95308"/>
                </a:moveTo>
                <a:cubicBezTo>
                  <a:pt x="49409" y="95731"/>
                  <a:pt x="49334" y="96179"/>
                  <a:pt x="49235" y="96602"/>
                </a:cubicBezTo>
                <a:cubicBezTo>
                  <a:pt x="49210" y="96602"/>
                  <a:pt x="49160" y="96577"/>
                  <a:pt x="49160" y="96577"/>
                </a:cubicBezTo>
                <a:cubicBezTo>
                  <a:pt x="49260" y="96179"/>
                  <a:pt x="49359" y="95731"/>
                  <a:pt x="49409" y="95333"/>
                </a:cubicBezTo>
                <a:cubicBezTo>
                  <a:pt x="49459" y="95333"/>
                  <a:pt x="49459" y="95308"/>
                  <a:pt x="49484" y="95308"/>
                </a:cubicBezTo>
                <a:close/>
                <a:moveTo>
                  <a:pt x="60834" y="96577"/>
                </a:moveTo>
                <a:lnTo>
                  <a:pt x="60834" y="96627"/>
                </a:lnTo>
                <a:cubicBezTo>
                  <a:pt x="60809" y="96627"/>
                  <a:pt x="60809" y="96627"/>
                  <a:pt x="60784" y="96677"/>
                </a:cubicBezTo>
                <a:cubicBezTo>
                  <a:pt x="60809" y="96627"/>
                  <a:pt x="60784" y="96627"/>
                  <a:pt x="60784" y="96602"/>
                </a:cubicBezTo>
                <a:cubicBezTo>
                  <a:pt x="60809" y="96602"/>
                  <a:pt x="60809" y="96602"/>
                  <a:pt x="60834" y="96577"/>
                </a:cubicBezTo>
                <a:close/>
                <a:moveTo>
                  <a:pt x="47791" y="96129"/>
                </a:moveTo>
                <a:cubicBezTo>
                  <a:pt x="48140" y="96353"/>
                  <a:pt x="48538" y="96528"/>
                  <a:pt x="48961" y="96677"/>
                </a:cubicBezTo>
                <a:lnTo>
                  <a:pt x="48961" y="96727"/>
                </a:lnTo>
                <a:cubicBezTo>
                  <a:pt x="48513" y="96577"/>
                  <a:pt x="48115" y="96378"/>
                  <a:pt x="47741" y="96179"/>
                </a:cubicBezTo>
                <a:cubicBezTo>
                  <a:pt x="47766" y="96179"/>
                  <a:pt x="47766" y="96129"/>
                  <a:pt x="47791" y="96129"/>
                </a:cubicBezTo>
                <a:close/>
                <a:moveTo>
                  <a:pt x="5451" y="96602"/>
                </a:moveTo>
                <a:lnTo>
                  <a:pt x="5526" y="96702"/>
                </a:lnTo>
                <a:lnTo>
                  <a:pt x="5526" y="96727"/>
                </a:lnTo>
                <a:lnTo>
                  <a:pt x="5551" y="96826"/>
                </a:lnTo>
                <a:lnTo>
                  <a:pt x="5551" y="96826"/>
                </a:lnTo>
                <a:lnTo>
                  <a:pt x="5451" y="96727"/>
                </a:lnTo>
                <a:lnTo>
                  <a:pt x="5451" y="96602"/>
                </a:lnTo>
                <a:close/>
                <a:moveTo>
                  <a:pt x="49110" y="96776"/>
                </a:moveTo>
                <a:cubicBezTo>
                  <a:pt x="49135" y="96776"/>
                  <a:pt x="49135" y="96776"/>
                  <a:pt x="49160" y="96801"/>
                </a:cubicBezTo>
                <a:lnTo>
                  <a:pt x="49160" y="96851"/>
                </a:lnTo>
                <a:lnTo>
                  <a:pt x="49135" y="96851"/>
                </a:lnTo>
                <a:cubicBezTo>
                  <a:pt x="49135" y="96826"/>
                  <a:pt x="49110" y="96826"/>
                  <a:pt x="49110" y="96826"/>
                </a:cubicBezTo>
                <a:lnTo>
                  <a:pt x="49110" y="96776"/>
                </a:lnTo>
                <a:close/>
                <a:moveTo>
                  <a:pt x="89658" y="77685"/>
                </a:moveTo>
                <a:cubicBezTo>
                  <a:pt x="91948" y="79079"/>
                  <a:pt x="94064" y="80174"/>
                  <a:pt x="95881" y="80896"/>
                </a:cubicBezTo>
                <a:cubicBezTo>
                  <a:pt x="95781" y="81020"/>
                  <a:pt x="95682" y="81145"/>
                  <a:pt x="95557" y="81269"/>
                </a:cubicBezTo>
                <a:cubicBezTo>
                  <a:pt x="95383" y="81493"/>
                  <a:pt x="95209" y="81692"/>
                  <a:pt x="95034" y="81916"/>
                </a:cubicBezTo>
                <a:cubicBezTo>
                  <a:pt x="94711" y="82290"/>
                  <a:pt x="94437" y="82663"/>
                  <a:pt x="94138" y="83012"/>
                </a:cubicBezTo>
                <a:cubicBezTo>
                  <a:pt x="94014" y="83136"/>
                  <a:pt x="93889" y="83286"/>
                  <a:pt x="93790" y="83410"/>
                </a:cubicBezTo>
                <a:cubicBezTo>
                  <a:pt x="93068" y="84231"/>
                  <a:pt x="92346" y="85028"/>
                  <a:pt x="91599" y="85849"/>
                </a:cubicBezTo>
                <a:cubicBezTo>
                  <a:pt x="91550" y="85899"/>
                  <a:pt x="91475" y="85974"/>
                  <a:pt x="91425" y="86048"/>
                </a:cubicBezTo>
                <a:cubicBezTo>
                  <a:pt x="91052" y="86422"/>
                  <a:pt x="90703" y="86845"/>
                  <a:pt x="90330" y="87218"/>
                </a:cubicBezTo>
                <a:cubicBezTo>
                  <a:pt x="90106" y="87417"/>
                  <a:pt x="89932" y="87641"/>
                  <a:pt x="89708" y="87841"/>
                </a:cubicBezTo>
                <a:lnTo>
                  <a:pt x="88948" y="88600"/>
                </a:lnTo>
                <a:lnTo>
                  <a:pt x="88948" y="88600"/>
                </a:lnTo>
                <a:cubicBezTo>
                  <a:pt x="89233" y="88330"/>
                  <a:pt x="89515" y="88058"/>
                  <a:pt x="89807" y="87766"/>
                </a:cubicBezTo>
                <a:lnTo>
                  <a:pt x="89982" y="87592"/>
                </a:lnTo>
                <a:cubicBezTo>
                  <a:pt x="90405" y="87168"/>
                  <a:pt x="90778" y="86770"/>
                  <a:pt x="91176" y="86372"/>
                </a:cubicBezTo>
                <a:lnTo>
                  <a:pt x="91326" y="86223"/>
                </a:lnTo>
                <a:cubicBezTo>
                  <a:pt x="91351" y="86173"/>
                  <a:pt x="91400" y="86123"/>
                  <a:pt x="91450" y="86098"/>
                </a:cubicBezTo>
                <a:lnTo>
                  <a:pt x="91525" y="86024"/>
                </a:lnTo>
                <a:cubicBezTo>
                  <a:pt x="93093" y="84356"/>
                  <a:pt x="94586" y="82638"/>
                  <a:pt x="96030" y="80871"/>
                </a:cubicBezTo>
                <a:lnTo>
                  <a:pt x="96080" y="80871"/>
                </a:lnTo>
                <a:cubicBezTo>
                  <a:pt x="95084" y="82066"/>
                  <a:pt x="94064" y="83286"/>
                  <a:pt x="93018" y="84505"/>
                </a:cubicBezTo>
                <a:cubicBezTo>
                  <a:pt x="92944" y="84605"/>
                  <a:pt x="92894" y="84655"/>
                  <a:pt x="92794" y="84754"/>
                </a:cubicBezTo>
                <a:cubicBezTo>
                  <a:pt x="91674" y="85999"/>
                  <a:pt x="90479" y="87218"/>
                  <a:pt x="89285" y="88413"/>
                </a:cubicBezTo>
                <a:lnTo>
                  <a:pt x="89235" y="88463"/>
                </a:lnTo>
                <a:cubicBezTo>
                  <a:pt x="88737" y="88911"/>
                  <a:pt x="88239" y="89409"/>
                  <a:pt x="87741" y="89882"/>
                </a:cubicBezTo>
                <a:lnTo>
                  <a:pt x="87617" y="90006"/>
                </a:lnTo>
                <a:lnTo>
                  <a:pt x="87567" y="90081"/>
                </a:lnTo>
                <a:cubicBezTo>
                  <a:pt x="87119" y="90479"/>
                  <a:pt x="86671" y="90902"/>
                  <a:pt x="86198" y="91325"/>
                </a:cubicBezTo>
                <a:lnTo>
                  <a:pt x="86123" y="91375"/>
                </a:lnTo>
                <a:cubicBezTo>
                  <a:pt x="86049" y="91475"/>
                  <a:pt x="85949" y="91524"/>
                  <a:pt x="85850" y="91624"/>
                </a:cubicBezTo>
                <a:cubicBezTo>
                  <a:pt x="85426" y="91997"/>
                  <a:pt x="85003" y="92371"/>
                  <a:pt x="84580" y="92719"/>
                </a:cubicBezTo>
                <a:cubicBezTo>
                  <a:pt x="84431" y="92844"/>
                  <a:pt x="84257" y="92968"/>
                  <a:pt x="84132" y="93093"/>
                </a:cubicBezTo>
                <a:cubicBezTo>
                  <a:pt x="83734" y="93441"/>
                  <a:pt x="83311" y="93765"/>
                  <a:pt x="82888" y="94113"/>
                </a:cubicBezTo>
                <a:cubicBezTo>
                  <a:pt x="82738" y="94238"/>
                  <a:pt x="82564" y="94387"/>
                  <a:pt x="82390" y="94511"/>
                </a:cubicBezTo>
                <a:cubicBezTo>
                  <a:pt x="82327" y="94564"/>
                  <a:pt x="82264" y="94616"/>
                  <a:pt x="82200" y="94667"/>
                </a:cubicBezTo>
                <a:lnTo>
                  <a:pt x="82200" y="94667"/>
                </a:lnTo>
                <a:lnTo>
                  <a:pt x="82216" y="94636"/>
                </a:lnTo>
                <a:cubicBezTo>
                  <a:pt x="82589" y="94362"/>
                  <a:pt x="82962" y="94063"/>
                  <a:pt x="83311" y="93740"/>
                </a:cubicBezTo>
                <a:cubicBezTo>
                  <a:pt x="83336" y="93715"/>
                  <a:pt x="83385" y="93690"/>
                  <a:pt x="83435" y="93615"/>
                </a:cubicBezTo>
                <a:cubicBezTo>
                  <a:pt x="83560" y="93516"/>
                  <a:pt x="83684" y="93416"/>
                  <a:pt x="83809" y="93317"/>
                </a:cubicBezTo>
                <a:lnTo>
                  <a:pt x="83833" y="93267"/>
                </a:lnTo>
                <a:cubicBezTo>
                  <a:pt x="83958" y="93192"/>
                  <a:pt x="84082" y="93068"/>
                  <a:pt x="84207" y="92968"/>
                </a:cubicBezTo>
                <a:cubicBezTo>
                  <a:pt x="84431" y="92769"/>
                  <a:pt x="84630" y="92595"/>
                  <a:pt x="84829" y="92445"/>
                </a:cubicBezTo>
                <a:cubicBezTo>
                  <a:pt x="84879" y="92371"/>
                  <a:pt x="84954" y="92346"/>
                  <a:pt x="84978" y="92271"/>
                </a:cubicBezTo>
                <a:cubicBezTo>
                  <a:pt x="85053" y="92221"/>
                  <a:pt x="85103" y="92196"/>
                  <a:pt x="85178" y="92122"/>
                </a:cubicBezTo>
                <a:cubicBezTo>
                  <a:pt x="85227" y="92072"/>
                  <a:pt x="85302" y="92022"/>
                  <a:pt x="85352" y="91972"/>
                </a:cubicBezTo>
                <a:lnTo>
                  <a:pt x="85451" y="91873"/>
                </a:lnTo>
                <a:cubicBezTo>
                  <a:pt x="85850" y="91524"/>
                  <a:pt x="86223" y="91201"/>
                  <a:pt x="86596" y="90852"/>
                </a:cubicBezTo>
                <a:cubicBezTo>
                  <a:pt x="86664" y="90785"/>
                  <a:pt x="86731" y="90718"/>
                  <a:pt x="86799" y="90654"/>
                </a:cubicBezTo>
                <a:lnTo>
                  <a:pt x="86799" y="90654"/>
                </a:lnTo>
                <a:cubicBezTo>
                  <a:pt x="86756" y="90693"/>
                  <a:pt x="86714" y="90727"/>
                  <a:pt x="86671" y="90753"/>
                </a:cubicBezTo>
                <a:cubicBezTo>
                  <a:pt x="86248" y="91101"/>
                  <a:pt x="85875" y="91475"/>
                  <a:pt x="85476" y="91823"/>
                </a:cubicBezTo>
                <a:cubicBezTo>
                  <a:pt x="85327" y="91948"/>
                  <a:pt x="85178" y="92097"/>
                  <a:pt x="85003" y="92221"/>
                </a:cubicBezTo>
                <a:cubicBezTo>
                  <a:pt x="84630" y="92545"/>
                  <a:pt x="84257" y="92869"/>
                  <a:pt x="83883" y="93192"/>
                </a:cubicBezTo>
                <a:lnTo>
                  <a:pt x="83336" y="93665"/>
                </a:lnTo>
                <a:cubicBezTo>
                  <a:pt x="82987" y="93939"/>
                  <a:pt x="82614" y="94238"/>
                  <a:pt x="82240" y="94536"/>
                </a:cubicBezTo>
                <a:cubicBezTo>
                  <a:pt x="82016" y="94710"/>
                  <a:pt x="81817" y="94860"/>
                  <a:pt x="81568" y="95059"/>
                </a:cubicBezTo>
                <a:cubicBezTo>
                  <a:pt x="81220" y="95308"/>
                  <a:pt x="80871" y="95582"/>
                  <a:pt x="80523" y="95831"/>
                </a:cubicBezTo>
                <a:lnTo>
                  <a:pt x="79776" y="96403"/>
                </a:lnTo>
                <a:cubicBezTo>
                  <a:pt x="79751" y="96428"/>
                  <a:pt x="79702" y="96453"/>
                  <a:pt x="79652" y="96478"/>
                </a:cubicBezTo>
                <a:cubicBezTo>
                  <a:pt x="79453" y="96652"/>
                  <a:pt x="79204" y="96826"/>
                  <a:pt x="78980" y="96976"/>
                </a:cubicBezTo>
                <a:cubicBezTo>
                  <a:pt x="78905" y="96776"/>
                  <a:pt x="78855" y="96577"/>
                  <a:pt x="78781" y="96403"/>
                </a:cubicBezTo>
                <a:cubicBezTo>
                  <a:pt x="78731" y="96179"/>
                  <a:pt x="78656" y="95980"/>
                  <a:pt x="78606" y="95781"/>
                </a:cubicBezTo>
                <a:cubicBezTo>
                  <a:pt x="78532" y="95557"/>
                  <a:pt x="78432" y="95333"/>
                  <a:pt x="78382" y="95109"/>
                </a:cubicBezTo>
                <a:cubicBezTo>
                  <a:pt x="78283" y="94860"/>
                  <a:pt x="78183" y="94586"/>
                  <a:pt x="78059" y="94312"/>
                </a:cubicBezTo>
                <a:cubicBezTo>
                  <a:pt x="78009" y="94138"/>
                  <a:pt x="77959" y="93989"/>
                  <a:pt x="77884" y="93864"/>
                </a:cubicBezTo>
                <a:cubicBezTo>
                  <a:pt x="77735" y="93491"/>
                  <a:pt x="77561" y="93167"/>
                  <a:pt x="77412" y="92794"/>
                </a:cubicBezTo>
                <a:cubicBezTo>
                  <a:pt x="77412" y="92744"/>
                  <a:pt x="77387" y="92719"/>
                  <a:pt x="77362" y="92694"/>
                </a:cubicBezTo>
                <a:cubicBezTo>
                  <a:pt x="77038" y="91972"/>
                  <a:pt x="76665" y="91226"/>
                  <a:pt x="76291" y="90479"/>
                </a:cubicBezTo>
                <a:cubicBezTo>
                  <a:pt x="76416" y="90379"/>
                  <a:pt x="76540" y="90280"/>
                  <a:pt x="76640" y="90205"/>
                </a:cubicBezTo>
                <a:cubicBezTo>
                  <a:pt x="76988" y="89931"/>
                  <a:pt x="77287" y="89633"/>
                  <a:pt x="77636" y="89359"/>
                </a:cubicBezTo>
                <a:cubicBezTo>
                  <a:pt x="78133" y="88936"/>
                  <a:pt x="78631" y="88513"/>
                  <a:pt x="79104" y="88089"/>
                </a:cubicBezTo>
                <a:cubicBezTo>
                  <a:pt x="79453" y="87766"/>
                  <a:pt x="79776" y="87492"/>
                  <a:pt x="80125" y="87193"/>
                </a:cubicBezTo>
                <a:cubicBezTo>
                  <a:pt x="80697" y="86671"/>
                  <a:pt x="81220" y="86198"/>
                  <a:pt x="81743" y="85700"/>
                </a:cubicBezTo>
                <a:cubicBezTo>
                  <a:pt x="82116" y="85351"/>
                  <a:pt x="82489" y="85003"/>
                  <a:pt x="82838" y="84655"/>
                </a:cubicBezTo>
                <a:cubicBezTo>
                  <a:pt x="83136" y="84381"/>
                  <a:pt x="83460" y="84082"/>
                  <a:pt x="83734" y="83783"/>
                </a:cubicBezTo>
                <a:cubicBezTo>
                  <a:pt x="84306" y="83261"/>
                  <a:pt x="84829" y="82738"/>
                  <a:pt x="85352" y="82165"/>
                </a:cubicBezTo>
                <a:lnTo>
                  <a:pt x="86323" y="81195"/>
                </a:lnTo>
                <a:cubicBezTo>
                  <a:pt x="86671" y="80871"/>
                  <a:pt x="86970" y="80523"/>
                  <a:pt x="87318" y="80174"/>
                </a:cubicBezTo>
                <a:lnTo>
                  <a:pt x="88911" y="78506"/>
                </a:lnTo>
                <a:cubicBezTo>
                  <a:pt x="89160" y="78258"/>
                  <a:pt x="89359" y="77959"/>
                  <a:pt x="89608" y="77710"/>
                </a:cubicBezTo>
                <a:lnTo>
                  <a:pt x="89658" y="77685"/>
                </a:lnTo>
                <a:close/>
                <a:moveTo>
                  <a:pt x="76117" y="90603"/>
                </a:moveTo>
                <a:cubicBezTo>
                  <a:pt x="76764" y="91873"/>
                  <a:pt x="77312" y="93093"/>
                  <a:pt x="77785" y="94238"/>
                </a:cubicBezTo>
                <a:lnTo>
                  <a:pt x="77884" y="94437"/>
                </a:lnTo>
                <a:cubicBezTo>
                  <a:pt x="78009" y="94735"/>
                  <a:pt x="78108" y="95059"/>
                  <a:pt x="78233" y="95333"/>
                </a:cubicBezTo>
                <a:cubicBezTo>
                  <a:pt x="78283" y="95507"/>
                  <a:pt x="78357" y="95681"/>
                  <a:pt x="78407" y="95855"/>
                </a:cubicBezTo>
                <a:cubicBezTo>
                  <a:pt x="78507" y="96079"/>
                  <a:pt x="78532" y="96303"/>
                  <a:pt x="78631" y="96552"/>
                </a:cubicBezTo>
                <a:cubicBezTo>
                  <a:pt x="78681" y="96702"/>
                  <a:pt x="78731" y="96876"/>
                  <a:pt x="78781" y="97050"/>
                </a:cubicBezTo>
                <a:cubicBezTo>
                  <a:pt x="78756" y="97050"/>
                  <a:pt x="78756" y="97075"/>
                  <a:pt x="78731" y="97075"/>
                </a:cubicBezTo>
                <a:cubicBezTo>
                  <a:pt x="78706" y="96926"/>
                  <a:pt x="78631" y="96727"/>
                  <a:pt x="78581" y="96577"/>
                </a:cubicBezTo>
                <a:cubicBezTo>
                  <a:pt x="78507" y="96353"/>
                  <a:pt x="78457" y="96179"/>
                  <a:pt x="78382" y="95955"/>
                </a:cubicBezTo>
                <a:cubicBezTo>
                  <a:pt x="78308" y="95756"/>
                  <a:pt x="78258" y="95582"/>
                  <a:pt x="78183" y="95432"/>
                </a:cubicBezTo>
                <a:cubicBezTo>
                  <a:pt x="78108" y="95158"/>
                  <a:pt x="77984" y="94860"/>
                  <a:pt x="77884" y="94561"/>
                </a:cubicBezTo>
                <a:cubicBezTo>
                  <a:pt x="77860" y="94511"/>
                  <a:pt x="77860" y="94462"/>
                  <a:pt x="77810" y="94412"/>
                </a:cubicBezTo>
                <a:cubicBezTo>
                  <a:pt x="77362" y="93217"/>
                  <a:pt x="76764" y="91948"/>
                  <a:pt x="76067" y="90628"/>
                </a:cubicBezTo>
                <a:lnTo>
                  <a:pt x="76117" y="90603"/>
                </a:lnTo>
                <a:close/>
                <a:moveTo>
                  <a:pt x="80528" y="95978"/>
                </a:moveTo>
                <a:cubicBezTo>
                  <a:pt x="80053" y="96453"/>
                  <a:pt x="79518" y="96826"/>
                  <a:pt x="79005" y="97200"/>
                </a:cubicBezTo>
                <a:lnTo>
                  <a:pt x="79005" y="97175"/>
                </a:lnTo>
                <a:lnTo>
                  <a:pt x="79005" y="97125"/>
                </a:lnTo>
                <a:cubicBezTo>
                  <a:pt x="79328" y="96926"/>
                  <a:pt x="79627" y="96702"/>
                  <a:pt x="79901" y="96453"/>
                </a:cubicBezTo>
                <a:cubicBezTo>
                  <a:pt x="80125" y="96303"/>
                  <a:pt x="80324" y="96129"/>
                  <a:pt x="80523" y="95980"/>
                </a:cubicBezTo>
                <a:cubicBezTo>
                  <a:pt x="80525" y="95979"/>
                  <a:pt x="80526" y="95978"/>
                  <a:pt x="80528" y="95978"/>
                </a:cubicBezTo>
                <a:close/>
                <a:moveTo>
                  <a:pt x="45426" y="94760"/>
                </a:moveTo>
                <a:cubicBezTo>
                  <a:pt x="45899" y="95233"/>
                  <a:pt x="46422" y="95656"/>
                  <a:pt x="47019" y="96005"/>
                </a:cubicBezTo>
                <a:cubicBezTo>
                  <a:pt x="46123" y="96453"/>
                  <a:pt x="45252" y="96851"/>
                  <a:pt x="44356" y="97224"/>
                </a:cubicBezTo>
                <a:cubicBezTo>
                  <a:pt x="44779" y="96428"/>
                  <a:pt x="45128" y="95607"/>
                  <a:pt x="45426" y="94760"/>
                </a:cubicBezTo>
                <a:close/>
                <a:moveTo>
                  <a:pt x="78855" y="97249"/>
                </a:moveTo>
                <a:lnTo>
                  <a:pt x="78855" y="97299"/>
                </a:lnTo>
                <a:lnTo>
                  <a:pt x="78830" y="97299"/>
                </a:lnTo>
                <a:cubicBezTo>
                  <a:pt x="78830" y="97324"/>
                  <a:pt x="78830" y="97324"/>
                  <a:pt x="78781" y="97349"/>
                </a:cubicBezTo>
                <a:lnTo>
                  <a:pt x="78781" y="97324"/>
                </a:lnTo>
                <a:lnTo>
                  <a:pt x="78781" y="97299"/>
                </a:lnTo>
                <a:lnTo>
                  <a:pt x="78830" y="97299"/>
                </a:lnTo>
                <a:lnTo>
                  <a:pt x="78855" y="97249"/>
                </a:lnTo>
                <a:close/>
                <a:moveTo>
                  <a:pt x="45252" y="94561"/>
                </a:moveTo>
                <a:lnTo>
                  <a:pt x="45277" y="94586"/>
                </a:lnTo>
                <a:cubicBezTo>
                  <a:pt x="45252" y="94611"/>
                  <a:pt x="45252" y="94686"/>
                  <a:pt x="45227" y="94710"/>
                </a:cubicBezTo>
                <a:lnTo>
                  <a:pt x="45227" y="94735"/>
                </a:lnTo>
                <a:cubicBezTo>
                  <a:pt x="45153" y="94860"/>
                  <a:pt x="45128" y="95034"/>
                  <a:pt x="45053" y="95158"/>
                </a:cubicBezTo>
                <a:lnTo>
                  <a:pt x="44680" y="96079"/>
                </a:lnTo>
                <a:cubicBezTo>
                  <a:pt x="44605" y="96279"/>
                  <a:pt x="44505" y="96478"/>
                  <a:pt x="44406" y="96677"/>
                </a:cubicBezTo>
                <a:cubicBezTo>
                  <a:pt x="44381" y="96727"/>
                  <a:pt x="44356" y="96776"/>
                  <a:pt x="44356" y="96826"/>
                </a:cubicBezTo>
                <a:cubicBezTo>
                  <a:pt x="44281" y="96976"/>
                  <a:pt x="44182" y="97100"/>
                  <a:pt x="44132" y="97249"/>
                </a:cubicBezTo>
                <a:cubicBezTo>
                  <a:pt x="44107" y="97299"/>
                  <a:pt x="44107" y="97324"/>
                  <a:pt x="44057" y="97374"/>
                </a:cubicBezTo>
                <a:cubicBezTo>
                  <a:pt x="44057" y="97374"/>
                  <a:pt x="44057" y="97374"/>
                  <a:pt x="44055" y="97374"/>
                </a:cubicBezTo>
                <a:lnTo>
                  <a:pt x="44055" y="97374"/>
                </a:lnTo>
                <a:cubicBezTo>
                  <a:pt x="44495" y="96421"/>
                  <a:pt x="44910" y="95515"/>
                  <a:pt x="45252" y="94561"/>
                </a:cubicBezTo>
                <a:close/>
                <a:moveTo>
                  <a:pt x="59341" y="89434"/>
                </a:moveTo>
                <a:cubicBezTo>
                  <a:pt x="59988" y="91724"/>
                  <a:pt x="60436" y="94113"/>
                  <a:pt x="60585" y="96453"/>
                </a:cubicBezTo>
                <a:cubicBezTo>
                  <a:pt x="58312" y="97064"/>
                  <a:pt x="56153" y="97378"/>
                  <a:pt x="54164" y="97378"/>
                </a:cubicBezTo>
                <a:cubicBezTo>
                  <a:pt x="52428" y="97378"/>
                  <a:pt x="50822" y="97139"/>
                  <a:pt x="49384" y="96652"/>
                </a:cubicBezTo>
                <a:cubicBezTo>
                  <a:pt x="49509" y="96179"/>
                  <a:pt x="49608" y="95681"/>
                  <a:pt x="49658" y="95183"/>
                </a:cubicBezTo>
                <a:cubicBezTo>
                  <a:pt x="52869" y="93491"/>
                  <a:pt x="56105" y="91574"/>
                  <a:pt x="59341" y="89434"/>
                </a:cubicBezTo>
                <a:close/>
                <a:moveTo>
                  <a:pt x="42215" y="86646"/>
                </a:moveTo>
                <a:cubicBezTo>
                  <a:pt x="42265" y="87741"/>
                  <a:pt x="42415" y="88762"/>
                  <a:pt x="42639" y="89732"/>
                </a:cubicBezTo>
                <a:cubicBezTo>
                  <a:pt x="41419" y="92246"/>
                  <a:pt x="39602" y="94611"/>
                  <a:pt x="37212" y="96602"/>
                </a:cubicBezTo>
                <a:cubicBezTo>
                  <a:pt x="37187" y="96627"/>
                  <a:pt x="37163" y="96677"/>
                  <a:pt x="37088" y="96702"/>
                </a:cubicBezTo>
                <a:cubicBezTo>
                  <a:pt x="36739" y="96976"/>
                  <a:pt x="36416" y="97249"/>
                  <a:pt x="36042" y="97523"/>
                </a:cubicBezTo>
                <a:cubicBezTo>
                  <a:pt x="35968" y="97299"/>
                  <a:pt x="35918" y="97075"/>
                  <a:pt x="35893" y="96901"/>
                </a:cubicBezTo>
                <a:cubicBezTo>
                  <a:pt x="35843" y="96727"/>
                  <a:pt x="35818" y="96577"/>
                  <a:pt x="35794" y="96378"/>
                </a:cubicBezTo>
                <a:cubicBezTo>
                  <a:pt x="35719" y="96104"/>
                  <a:pt x="35694" y="95806"/>
                  <a:pt x="35669" y="95482"/>
                </a:cubicBezTo>
                <a:cubicBezTo>
                  <a:pt x="35669" y="95383"/>
                  <a:pt x="35644" y="95333"/>
                  <a:pt x="35644" y="95233"/>
                </a:cubicBezTo>
                <a:cubicBezTo>
                  <a:pt x="35644" y="95183"/>
                  <a:pt x="35594" y="95109"/>
                  <a:pt x="35594" y="95059"/>
                </a:cubicBezTo>
                <a:cubicBezTo>
                  <a:pt x="35570" y="94611"/>
                  <a:pt x="35545" y="94138"/>
                  <a:pt x="35520" y="93715"/>
                </a:cubicBezTo>
                <a:lnTo>
                  <a:pt x="35520" y="93491"/>
                </a:lnTo>
                <a:lnTo>
                  <a:pt x="35520" y="93317"/>
                </a:lnTo>
                <a:lnTo>
                  <a:pt x="35520" y="92321"/>
                </a:lnTo>
                <a:cubicBezTo>
                  <a:pt x="35520" y="92122"/>
                  <a:pt x="35545" y="91948"/>
                  <a:pt x="35545" y="91748"/>
                </a:cubicBezTo>
                <a:cubicBezTo>
                  <a:pt x="35545" y="91450"/>
                  <a:pt x="35570" y="91151"/>
                  <a:pt x="35594" y="90852"/>
                </a:cubicBezTo>
                <a:lnTo>
                  <a:pt x="35594" y="90827"/>
                </a:lnTo>
                <a:cubicBezTo>
                  <a:pt x="35594" y="90628"/>
                  <a:pt x="35619" y="90479"/>
                  <a:pt x="35669" y="90280"/>
                </a:cubicBezTo>
                <a:cubicBezTo>
                  <a:pt x="35694" y="89981"/>
                  <a:pt x="35719" y="89658"/>
                  <a:pt x="35794" y="89359"/>
                </a:cubicBezTo>
                <a:cubicBezTo>
                  <a:pt x="35794" y="89334"/>
                  <a:pt x="35794" y="89284"/>
                  <a:pt x="35818" y="89259"/>
                </a:cubicBezTo>
                <a:cubicBezTo>
                  <a:pt x="37934" y="88537"/>
                  <a:pt x="40075" y="87666"/>
                  <a:pt x="42215" y="86646"/>
                </a:cubicBezTo>
                <a:close/>
                <a:moveTo>
                  <a:pt x="60610" y="96627"/>
                </a:moveTo>
                <a:lnTo>
                  <a:pt x="60610" y="96702"/>
                </a:lnTo>
                <a:cubicBezTo>
                  <a:pt x="58345" y="97324"/>
                  <a:pt x="56179" y="97623"/>
                  <a:pt x="54188" y="97623"/>
                </a:cubicBezTo>
                <a:cubicBezTo>
                  <a:pt x="52396" y="97623"/>
                  <a:pt x="50778" y="97374"/>
                  <a:pt x="49359" y="96901"/>
                </a:cubicBezTo>
                <a:cubicBezTo>
                  <a:pt x="49334" y="96901"/>
                  <a:pt x="49359" y="96851"/>
                  <a:pt x="49359" y="96826"/>
                </a:cubicBezTo>
                <a:cubicBezTo>
                  <a:pt x="50807" y="97317"/>
                  <a:pt x="52430" y="97561"/>
                  <a:pt x="54188" y="97561"/>
                </a:cubicBezTo>
                <a:cubicBezTo>
                  <a:pt x="56177" y="97561"/>
                  <a:pt x="58337" y="97248"/>
                  <a:pt x="60610" y="96627"/>
                </a:cubicBezTo>
                <a:close/>
                <a:moveTo>
                  <a:pt x="47219" y="96104"/>
                </a:moveTo>
                <a:cubicBezTo>
                  <a:pt x="47244" y="96154"/>
                  <a:pt x="47268" y="96154"/>
                  <a:pt x="47293" y="96179"/>
                </a:cubicBezTo>
                <a:cubicBezTo>
                  <a:pt x="46248" y="96677"/>
                  <a:pt x="45227" y="97175"/>
                  <a:pt x="44157" y="97648"/>
                </a:cubicBezTo>
                <a:cubicBezTo>
                  <a:pt x="44182" y="97573"/>
                  <a:pt x="44232" y="97548"/>
                  <a:pt x="44232" y="97473"/>
                </a:cubicBezTo>
                <a:cubicBezTo>
                  <a:pt x="45227" y="97050"/>
                  <a:pt x="46223" y="96577"/>
                  <a:pt x="47219" y="96104"/>
                </a:cubicBezTo>
                <a:close/>
                <a:moveTo>
                  <a:pt x="35570" y="89334"/>
                </a:moveTo>
                <a:cubicBezTo>
                  <a:pt x="35520" y="89707"/>
                  <a:pt x="35470" y="90106"/>
                  <a:pt x="35445" y="90479"/>
                </a:cubicBezTo>
                <a:cubicBezTo>
                  <a:pt x="35445" y="90579"/>
                  <a:pt x="35420" y="90678"/>
                  <a:pt x="35420" y="90753"/>
                </a:cubicBezTo>
                <a:lnTo>
                  <a:pt x="35420" y="90852"/>
                </a:lnTo>
                <a:cubicBezTo>
                  <a:pt x="35395" y="91126"/>
                  <a:pt x="35395" y="91375"/>
                  <a:pt x="35346" y="91649"/>
                </a:cubicBezTo>
                <a:lnTo>
                  <a:pt x="35346" y="91923"/>
                </a:lnTo>
                <a:cubicBezTo>
                  <a:pt x="35346" y="92072"/>
                  <a:pt x="35321" y="92196"/>
                  <a:pt x="35321" y="92346"/>
                </a:cubicBezTo>
                <a:lnTo>
                  <a:pt x="35321" y="92371"/>
                </a:lnTo>
                <a:lnTo>
                  <a:pt x="35321" y="93366"/>
                </a:lnTo>
                <a:lnTo>
                  <a:pt x="35321" y="93839"/>
                </a:lnTo>
                <a:cubicBezTo>
                  <a:pt x="35321" y="94213"/>
                  <a:pt x="35346" y="94586"/>
                  <a:pt x="35395" y="94934"/>
                </a:cubicBezTo>
                <a:lnTo>
                  <a:pt x="35395" y="94984"/>
                </a:lnTo>
                <a:cubicBezTo>
                  <a:pt x="35395" y="95084"/>
                  <a:pt x="35395" y="95134"/>
                  <a:pt x="35420" y="95233"/>
                </a:cubicBezTo>
                <a:cubicBezTo>
                  <a:pt x="35445" y="95681"/>
                  <a:pt x="35520" y="96129"/>
                  <a:pt x="35594" y="96577"/>
                </a:cubicBezTo>
                <a:cubicBezTo>
                  <a:pt x="35644" y="96727"/>
                  <a:pt x="35669" y="96851"/>
                  <a:pt x="35694" y="97000"/>
                </a:cubicBezTo>
                <a:cubicBezTo>
                  <a:pt x="35769" y="97224"/>
                  <a:pt x="35794" y="97473"/>
                  <a:pt x="35843" y="97697"/>
                </a:cubicBezTo>
                <a:lnTo>
                  <a:pt x="35818" y="97722"/>
                </a:lnTo>
                <a:cubicBezTo>
                  <a:pt x="35818" y="97722"/>
                  <a:pt x="35794" y="97722"/>
                  <a:pt x="35794" y="97772"/>
                </a:cubicBezTo>
                <a:cubicBezTo>
                  <a:pt x="35769" y="97448"/>
                  <a:pt x="35694" y="97224"/>
                  <a:pt x="35669" y="97025"/>
                </a:cubicBezTo>
                <a:cubicBezTo>
                  <a:pt x="35644" y="96851"/>
                  <a:pt x="35594" y="96702"/>
                  <a:pt x="35570" y="96528"/>
                </a:cubicBezTo>
                <a:cubicBezTo>
                  <a:pt x="35545" y="96403"/>
                  <a:pt x="35545" y="96303"/>
                  <a:pt x="35520" y="96179"/>
                </a:cubicBezTo>
                <a:cubicBezTo>
                  <a:pt x="35470" y="96055"/>
                  <a:pt x="35470" y="95905"/>
                  <a:pt x="35445" y="95731"/>
                </a:cubicBezTo>
                <a:cubicBezTo>
                  <a:pt x="35420" y="95557"/>
                  <a:pt x="35395" y="95333"/>
                  <a:pt x="35346" y="95158"/>
                </a:cubicBezTo>
                <a:cubicBezTo>
                  <a:pt x="35346" y="95034"/>
                  <a:pt x="35321" y="94910"/>
                  <a:pt x="35321" y="94735"/>
                </a:cubicBezTo>
                <a:lnTo>
                  <a:pt x="35321" y="94561"/>
                </a:lnTo>
                <a:cubicBezTo>
                  <a:pt x="35296" y="94287"/>
                  <a:pt x="35296" y="93989"/>
                  <a:pt x="35271" y="93715"/>
                </a:cubicBezTo>
                <a:lnTo>
                  <a:pt x="35271" y="93366"/>
                </a:lnTo>
                <a:lnTo>
                  <a:pt x="35271" y="92221"/>
                </a:lnTo>
                <a:lnTo>
                  <a:pt x="35271" y="92022"/>
                </a:lnTo>
                <a:cubicBezTo>
                  <a:pt x="35296" y="91574"/>
                  <a:pt x="35296" y="91126"/>
                  <a:pt x="35346" y="90678"/>
                </a:cubicBezTo>
                <a:cubicBezTo>
                  <a:pt x="35395" y="90230"/>
                  <a:pt x="35445" y="89757"/>
                  <a:pt x="35520" y="89334"/>
                </a:cubicBezTo>
                <a:close/>
                <a:moveTo>
                  <a:pt x="42688" y="90057"/>
                </a:moveTo>
                <a:cubicBezTo>
                  <a:pt x="41493" y="92496"/>
                  <a:pt x="39676" y="94810"/>
                  <a:pt x="37337" y="96776"/>
                </a:cubicBezTo>
                <a:lnTo>
                  <a:pt x="37262" y="96851"/>
                </a:lnTo>
                <a:cubicBezTo>
                  <a:pt x="36889" y="97175"/>
                  <a:pt x="36466" y="97473"/>
                  <a:pt x="36067" y="97772"/>
                </a:cubicBezTo>
                <a:lnTo>
                  <a:pt x="36067" y="97697"/>
                </a:lnTo>
                <a:cubicBezTo>
                  <a:pt x="36441" y="97424"/>
                  <a:pt x="36814" y="97150"/>
                  <a:pt x="37187" y="96826"/>
                </a:cubicBezTo>
                <a:cubicBezTo>
                  <a:pt x="37212" y="96801"/>
                  <a:pt x="37287" y="96776"/>
                  <a:pt x="37312" y="96727"/>
                </a:cubicBezTo>
                <a:cubicBezTo>
                  <a:pt x="39651" y="94761"/>
                  <a:pt x="41493" y="92496"/>
                  <a:pt x="42688" y="90057"/>
                </a:cubicBezTo>
                <a:close/>
                <a:moveTo>
                  <a:pt x="43933" y="97648"/>
                </a:moveTo>
                <a:cubicBezTo>
                  <a:pt x="43908" y="97672"/>
                  <a:pt x="43908" y="97722"/>
                  <a:pt x="43883" y="97772"/>
                </a:cubicBezTo>
                <a:cubicBezTo>
                  <a:pt x="43858" y="97772"/>
                  <a:pt x="43858" y="97772"/>
                  <a:pt x="43809" y="97797"/>
                </a:cubicBezTo>
                <a:cubicBezTo>
                  <a:pt x="43858" y="97772"/>
                  <a:pt x="43858" y="97697"/>
                  <a:pt x="43883" y="97672"/>
                </a:cubicBezTo>
                <a:cubicBezTo>
                  <a:pt x="43883" y="97648"/>
                  <a:pt x="43908" y="97648"/>
                  <a:pt x="43933" y="97648"/>
                </a:cubicBezTo>
                <a:close/>
                <a:moveTo>
                  <a:pt x="96329" y="81070"/>
                </a:moveTo>
                <a:cubicBezTo>
                  <a:pt x="96428" y="81120"/>
                  <a:pt x="96478" y="81145"/>
                  <a:pt x="96578" y="81170"/>
                </a:cubicBezTo>
                <a:cubicBezTo>
                  <a:pt x="91475" y="87119"/>
                  <a:pt x="85601" y="92744"/>
                  <a:pt x="79154" y="97797"/>
                </a:cubicBezTo>
                <a:cubicBezTo>
                  <a:pt x="79129" y="97598"/>
                  <a:pt x="79104" y="97523"/>
                  <a:pt x="79079" y="97399"/>
                </a:cubicBezTo>
                <a:cubicBezTo>
                  <a:pt x="79652" y="96976"/>
                  <a:pt x="80224" y="96552"/>
                  <a:pt x="80772" y="96104"/>
                </a:cubicBezTo>
                <a:cubicBezTo>
                  <a:pt x="80847" y="96079"/>
                  <a:pt x="80896" y="96005"/>
                  <a:pt x="80971" y="95980"/>
                </a:cubicBezTo>
                <a:cubicBezTo>
                  <a:pt x="80996" y="95955"/>
                  <a:pt x="81021" y="95930"/>
                  <a:pt x="81071" y="95930"/>
                </a:cubicBezTo>
                <a:cubicBezTo>
                  <a:pt x="81568" y="95557"/>
                  <a:pt x="82066" y="95183"/>
                  <a:pt x="82514" y="94785"/>
                </a:cubicBezTo>
                <a:cubicBezTo>
                  <a:pt x="82564" y="94785"/>
                  <a:pt x="82564" y="94735"/>
                  <a:pt x="82589" y="94735"/>
                </a:cubicBezTo>
                <a:cubicBezTo>
                  <a:pt x="82738" y="94611"/>
                  <a:pt x="82863" y="94486"/>
                  <a:pt x="83012" y="94412"/>
                </a:cubicBezTo>
                <a:lnTo>
                  <a:pt x="83062" y="94362"/>
                </a:lnTo>
                <a:cubicBezTo>
                  <a:pt x="83460" y="94014"/>
                  <a:pt x="83858" y="93715"/>
                  <a:pt x="84257" y="93366"/>
                </a:cubicBezTo>
                <a:cubicBezTo>
                  <a:pt x="84381" y="93267"/>
                  <a:pt x="84481" y="93192"/>
                  <a:pt x="84605" y="93068"/>
                </a:cubicBezTo>
                <a:cubicBezTo>
                  <a:pt x="84630" y="93018"/>
                  <a:pt x="84705" y="92993"/>
                  <a:pt x="84730" y="92943"/>
                </a:cubicBezTo>
                <a:cubicBezTo>
                  <a:pt x="84730" y="92943"/>
                  <a:pt x="84754" y="92943"/>
                  <a:pt x="84754" y="92893"/>
                </a:cubicBezTo>
                <a:lnTo>
                  <a:pt x="85974" y="91873"/>
                </a:lnTo>
                <a:cubicBezTo>
                  <a:pt x="86074" y="91773"/>
                  <a:pt x="86173" y="91699"/>
                  <a:pt x="86298" y="91599"/>
                </a:cubicBezTo>
                <a:cubicBezTo>
                  <a:pt x="86323" y="91574"/>
                  <a:pt x="86347" y="91549"/>
                  <a:pt x="86422" y="91500"/>
                </a:cubicBezTo>
                <a:lnTo>
                  <a:pt x="86447" y="91475"/>
                </a:lnTo>
                <a:cubicBezTo>
                  <a:pt x="86870" y="91101"/>
                  <a:pt x="87293" y="90703"/>
                  <a:pt x="87716" y="90330"/>
                </a:cubicBezTo>
                <a:lnTo>
                  <a:pt x="87741" y="90280"/>
                </a:lnTo>
                <a:lnTo>
                  <a:pt x="87816" y="90230"/>
                </a:lnTo>
                <a:cubicBezTo>
                  <a:pt x="87866" y="90155"/>
                  <a:pt x="87940" y="90106"/>
                  <a:pt x="88040" y="90031"/>
                </a:cubicBezTo>
                <a:cubicBezTo>
                  <a:pt x="88488" y="89608"/>
                  <a:pt x="88961" y="89160"/>
                  <a:pt x="89409" y="88712"/>
                </a:cubicBezTo>
                <a:lnTo>
                  <a:pt x="89558" y="88537"/>
                </a:lnTo>
                <a:lnTo>
                  <a:pt x="89957" y="88139"/>
                </a:lnTo>
                <a:cubicBezTo>
                  <a:pt x="90081" y="88015"/>
                  <a:pt x="90181" y="87890"/>
                  <a:pt x="90305" y="87791"/>
                </a:cubicBezTo>
                <a:lnTo>
                  <a:pt x="90430" y="87666"/>
                </a:lnTo>
                <a:cubicBezTo>
                  <a:pt x="90529" y="87542"/>
                  <a:pt x="90654" y="87467"/>
                  <a:pt x="90728" y="87343"/>
                </a:cubicBezTo>
                <a:lnTo>
                  <a:pt x="91326" y="86745"/>
                </a:lnTo>
                <a:cubicBezTo>
                  <a:pt x="91450" y="86621"/>
                  <a:pt x="91575" y="86472"/>
                  <a:pt x="91699" y="86347"/>
                </a:cubicBezTo>
                <a:cubicBezTo>
                  <a:pt x="92048" y="85999"/>
                  <a:pt x="92346" y="85625"/>
                  <a:pt x="92695" y="85252"/>
                </a:cubicBezTo>
                <a:lnTo>
                  <a:pt x="92794" y="85152"/>
                </a:lnTo>
                <a:lnTo>
                  <a:pt x="93068" y="84879"/>
                </a:lnTo>
                <a:lnTo>
                  <a:pt x="93118" y="84804"/>
                </a:lnTo>
                <a:cubicBezTo>
                  <a:pt x="94263" y="83609"/>
                  <a:pt x="95308" y="82365"/>
                  <a:pt x="96329" y="81070"/>
                </a:cubicBezTo>
                <a:close/>
                <a:moveTo>
                  <a:pt x="78905" y="97523"/>
                </a:moveTo>
                <a:cubicBezTo>
                  <a:pt x="78955" y="97598"/>
                  <a:pt x="78955" y="97697"/>
                  <a:pt x="78980" y="97797"/>
                </a:cubicBezTo>
                <a:lnTo>
                  <a:pt x="78980" y="97847"/>
                </a:lnTo>
                <a:cubicBezTo>
                  <a:pt x="78930" y="97847"/>
                  <a:pt x="78930" y="97872"/>
                  <a:pt x="78905" y="97872"/>
                </a:cubicBezTo>
                <a:cubicBezTo>
                  <a:pt x="78905" y="97847"/>
                  <a:pt x="78880" y="97797"/>
                  <a:pt x="78880" y="97772"/>
                </a:cubicBezTo>
                <a:cubicBezTo>
                  <a:pt x="78855" y="97697"/>
                  <a:pt x="78855" y="97598"/>
                  <a:pt x="78830" y="97548"/>
                </a:cubicBezTo>
                <a:lnTo>
                  <a:pt x="78905" y="97523"/>
                </a:lnTo>
                <a:close/>
                <a:moveTo>
                  <a:pt x="35893" y="97822"/>
                </a:moveTo>
                <a:lnTo>
                  <a:pt x="35893" y="97847"/>
                </a:lnTo>
                <a:lnTo>
                  <a:pt x="35893" y="97897"/>
                </a:lnTo>
                <a:lnTo>
                  <a:pt x="35843" y="97897"/>
                </a:lnTo>
                <a:cubicBezTo>
                  <a:pt x="35843" y="97897"/>
                  <a:pt x="35818" y="97897"/>
                  <a:pt x="35818" y="97921"/>
                </a:cubicBezTo>
                <a:lnTo>
                  <a:pt x="35818" y="97897"/>
                </a:lnTo>
                <a:lnTo>
                  <a:pt x="35843" y="97847"/>
                </a:lnTo>
                <a:lnTo>
                  <a:pt x="35893" y="97822"/>
                </a:lnTo>
                <a:close/>
                <a:moveTo>
                  <a:pt x="96777" y="81170"/>
                </a:moveTo>
                <a:cubicBezTo>
                  <a:pt x="96802" y="81170"/>
                  <a:pt x="96802" y="81170"/>
                  <a:pt x="96827" y="81220"/>
                </a:cubicBezTo>
                <a:cubicBezTo>
                  <a:pt x="91674" y="87218"/>
                  <a:pt x="85725" y="92918"/>
                  <a:pt x="79204" y="98021"/>
                </a:cubicBezTo>
                <a:cubicBezTo>
                  <a:pt x="79204" y="97971"/>
                  <a:pt x="79204" y="97946"/>
                  <a:pt x="79154" y="97946"/>
                </a:cubicBezTo>
                <a:cubicBezTo>
                  <a:pt x="85700" y="92844"/>
                  <a:pt x="91599" y="87144"/>
                  <a:pt x="96777" y="81170"/>
                </a:cubicBezTo>
                <a:close/>
                <a:moveTo>
                  <a:pt x="79029" y="98046"/>
                </a:moveTo>
                <a:lnTo>
                  <a:pt x="79029" y="98096"/>
                </a:lnTo>
                <a:cubicBezTo>
                  <a:pt x="79005" y="98096"/>
                  <a:pt x="79005" y="98145"/>
                  <a:pt x="78980" y="98145"/>
                </a:cubicBezTo>
                <a:lnTo>
                  <a:pt x="78980" y="98071"/>
                </a:lnTo>
                <a:cubicBezTo>
                  <a:pt x="78980" y="98071"/>
                  <a:pt x="79005" y="98046"/>
                  <a:pt x="79029" y="98046"/>
                </a:cubicBezTo>
                <a:close/>
                <a:moveTo>
                  <a:pt x="35321" y="89384"/>
                </a:moveTo>
                <a:cubicBezTo>
                  <a:pt x="35271" y="89832"/>
                  <a:pt x="35221" y="90255"/>
                  <a:pt x="35171" y="90703"/>
                </a:cubicBezTo>
                <a:lnTo>
                  <a:pt x="35171" y="90778"/>
                </a:lnTo>
                <a:cubicBezTo>
                  <a:pt x="35146" y="91226"/>
                  <a:pt x="35097" y="91649"/>
                  <a:pt x="35097" y="92097"/>
                </a:cubicBezTo>
                <a:lnTo>
                  <a:pt x="35097" y="92147"/>
                </a:lnTo>
                <a:lnTo>
                  <a:pt x="35097" y="92346"/>
                </a:lnTo>
                <a:lnTo>
                  <a:pt x="35097" y="93441"/>
                </a:lnTo>
                <a:lnTo>
                  <a:pt x="35097" y="93640"/>
                </a:lnTo>
                <a:lnTo>
                  <a:pt x="35097" y="93839"/>
                </a:lnTo>
                <a:cubicBezTo>
                  <a:pt x="35097" y="94138"/>
                  <a:pt x="35146" y="94462"/>
                  <a:pt x="35171" y="94735"/>
                </a:cubicBezTo>
                <a:cubicBezTo>
                  <a:pt x="35171" y="94860"/>
                  <a:pt x="35171" y="94984"/>
                  <a:pt x="35196" y="95109"/>
                </a:cubicBezTo>
                <a:lnTo>
                  <a:pt x="35196" y="95258"/>
                </a:lnTo>
                <a:cubicBezTo>
                  <a:pt x="35221" y="95557"/>
                  <a:pt x="35246" y="95806"/>
                  <a:pt x="35296" y="96055"/>
                </a:cubicBezTo>
                <a:cubicBezTo>
                  <a:pt x="35321" y="96204"/>
                  <a:pt x="35321" y="96353"/>
                  <a:pt x="35346" y="96503"/>
                </a:cubicBezTo>
                <a:cubicBezTo>
                  <a:pt x="35346" y="96552"/>
                  <a:pt x="35346" y="96577"/>
                  <a:pt x="35370" y="96627"/>
                </a:cubicBezTo>
                <a:cubicBezTo>
                  <a:pt x="35420" y="96876"/>
                  <a:pt x="35470" y="97100"/>
                  <a:pt x="35545" y="97349"/>
                </a:cubicBezTo>
                <a:cubicBezTo>
                  <a:pt x="35570" y="97498"/>
                  <a:pt x="35594" y="97623"/>
                  <a:pt x="35644" y="97797"/>
                </a:cubicBezTo>
                <a:cubicBezTo>
                  <a:pt x="35346" y="97996"/>
                  <a:pt x="35047" y="98195"/>
                  <a:pt x="34723" y="98369"/>
                </a:cubicBezTo>
                <a:cubicBezTo>
                  <a:pt x="34549" y="98494"/>
                  <a:pt x="34350" y="98618"/>
                  <a:pt x="34126" y="98743"/>
                </a:cubicBezTo>
                <a:cubicBezTo>
                  <a:pt x="33230" y="95955"/>
                  <a:pt x="32657" y="93093"/>
                  <a:pt x="32458" y="90255"/>
                </a:cubicBezTo>
                <a:cubicBezTo>
                  <a:pt x="33404" y="90006"/>
                  <a:pt x="34350" y="89707"/>
                  <a:pt x="35321" y="89384"/>
                </a:cubicBezTo>
                <a:close/>
                <a:moveTo>
                  <a:pt x="32284" y="90305"/>
                </a:moveTo>
                <a:cubicBezTo>
                  <a:pt x="32458" y="93167"/>
                  <a:pt x="33056" y="96055"/>
                  <a:pt x="33977" y="98817"/>
                </a:cubicBezTo>
                <a:cubicBezTo>
                  <a:pt x="33952" y="98817"/>
                  <a:pt x="33952" y="98842"/>
                  <a:pt x="33927" y="98842"/>
                </a:cubicBezTo>
                <a:cubicBezTo>
                  <a:pt x="32981" y="96079"/>
                  <a:pt x="32408" y="93167"/>
                  <a:pt x="32209" y="90330"/>
                </a:cubicBezTo>
                <a:cubicBezTo>
                  <a:pt x="32234" y="90330"/>
                  <a:pt x="32284" y="90305"/>
                  <a:pt x="32284" y="90305"/>
                </a:cubicBezTo>
                <a:close/>
                <a:moveTo>
                  <a:pt x="35694" y="97971"/>
                </a:moveTo>
                <a:lnTo>
                  <a:pt x="35719" y="98046"/>
                </a:lnTo>
                <a:cubicBezTo>
                  <a:pt x="35520" y="98195"/>
                  <a:pt x="35296" y="98320"/>
                  <a:pt x="35072" y="98444"/>
                </a:cubicBezTo>
                <a:cubicBezTo>
                  <a:pt x="34798" y="98643"/>
                  <a:pt x="34549" y="98817"/>
                  <a:pt x="34275" y="98967"/>
                </a:cubicBezTo>
                <a:cubicBezTo>
                  <a:pt x="34275" y="98942"/>
                  <a:pt x="34275" y="98942"/>
                  <a:pt x="34225" y="98917"/>
                </a:cubicBezTo>
                <a:cubicBezTo>
                  <a:pt x="34400" y="98793"/>
                  <a:pt x="34574" y="98668"/>
                  <a:pt x="34773" y="98569"/>
                </a:cubicBezTo>
                <a:cubicBezTo>
                  <a:pt x="35072" y="98394"/>
                  <a:pt x="35395" y="98195"/>
                  <a:pt x="35694" y="97971"/>
                </a:cubicBezTo>
                <a:close/>
                <a:moveTo>
                  <a:pt x="34051" y="99017"/>
                </a:moveTo>
                <a:cubicBezTo>
                  <a:pt x="34051" y="99041"/>
                  <a:pt x="34051" y="99041"/>
                  <a:pt x="34076" y="99066"/>
                </a:cubicBezTo>
                <a:cubicBezTo>
                  <a:pt x="34051" y="99066"/>
                  <a:pt x="34051" y="99091"/>
                  <a:pt x="34026" y="99091"/>
                </a:cubicBezTo>
                <a:cubicBezTo>
                  <a:pt x="34026" y="99066"/>
                  <a:pt x="34026" y="99066"/>
                  <a:pt x="33977" y="99041"/>
                </a:cubicBezTo>
                <a:cubicBezTo>
                  <a:pt x="34026" y="99041"/>
                  <a:pt x="34026" y="99017"/>
                  <a:pt x="34051" y="99017"/>
                </a:cubicBezTo>
                <a:close/>
                <a:moveTo>
                  <a:pt x="5700" y="96403"/>
                </a:moveTo>
                <a:cubicBezTo>
                  <a:pt x="6670" y="97445"/>
                  <a:pt x="7781" y="98393"/>
                  <a:pt x="8988" y="99201"/>
                </a:cubicBezTo>
                <a:lnTo>
                  <a:pt x="8988" y="99201"/>
                </a:lnTo>
                <a:cubicBezTo>
                  <a:pt x="8877" y="99173"/>
                  <a:pt x="8795" y="99128"/>
                  <a:pt x="8712" y="99066"/>
                </a:cubicBezTo>
                <a:cubicBezTo>
                  <a:pt x="8563" y="98967"/>
                  <a:pt x="8413" y="98842"/>
                  <a:pt x="8289" y="98768"/>
                </a:cubicBezTo>
                <a:cubicBezTo>
                  <a:pt x="8214" y="98693"/>
                  <a:pt x="8140" y="98668"/>
                  <a:pt x="8065" y="98593"/>
                </a:cubicBezTo>
                <a:cubicBezTo>
                  <a:pt x="7891" y="98444"/>
                  <a:pt x="7692" y="98320"/>
                  <a:pt x="7517" y="98170"/>
                </a:cubicBezTo>
                <a:cubicBezTo>
                  <a:pt x="7293" y="97971"/>
                  <a:pt x="7044" y="97822"/>
                  <a:pt x="6820" y="97598"/>
                </a:cubicBezTo>
                <a:cubicBezTo>
                  <a:pt x="6447" y="97249"/>
                  <a:pt x="6049" y="96901"/>
                  <a:pt x="5700" y="96528"/>
                </a:cubicBezTo>
                <a:lnTo>
                  <a:pt x="5700" y="96453"/>
                </a:lnTo>
                <a:lnTo>
                  <a:pt x="5700" y="96403"/>
                </a:lnTo>
                <a:close/>
                <a:moveTo>
                  <a:pt x="9069" y="99255"/>
                </a:moveTo>
                <a:cubicBezTo>
                  <a:pt x="9075" y="99258"/>
                  <a:pt x="9080" y="99262"/>
                  <a:pt x="9085" y="99266"/>
                </a:cubicBezTo>
                <a:cubicBezTo>
                  <a:pt x="9085" y="99266"/>
                  <a:pt x="9077" y="99266"/>
                  <a:pt x="9069" y="99255"/>
                </a:cubicBezTo>
                <a:close/>
                <a:moveTo>
                  <a:pt x="5800" y="96951"/>
                </a:moveTo>
                <a:lnTo>
                  <a:pt x="5800" y="96951"/>
                </a:lnTo>
                <a:cubicBezTo>
                  <a:pt x="5924" y="97050"/>
                  <a:pt x="6024" y="97175"/>
                  <a:pt x="6148" y="97249"/>
                </a:cubicBezTo>
                <a:lnTo>
                  <a:pt x="6223" y="97349"/>
                </a:lnTo>
                <a:cubicBezTo>
                  <a:pt x="6347" y="97473"/>
                  <a:pt x="6522" y="97598"/>
                  <a:pt x="6671" y="97722"/>
                </a:cubicBezTo>
                <a:cubicBezTo>
                  <a:pt x="6696" y="97772"/>
                  <a:pt x="6721" y="97772"/>
                  <a:pt x="6771" y="97797"/>
                </a:cubicBezTo>
                <a:cubicBezTo>
                  <a:pt x="6845" y="97847"/>
                  <a:pt x="6920" y="97946"/>
                  <a:pt x="7019" y="97996"/>
                </a:cubicBezTo>
                <a:cubicBezTo>
                  <a:pt x="7044" y="98046"/>
                  <a:pt x="7094" y="98071"/>
                  <a:pt x="7144" y="98096"/>
                </a:cubicBezTo>
                <a:cubicBezTo>
                  <a:pt x="7592" y="98569"/>
                  <a:pt x="8164" y="98967"/>
                  <a:pt x="8712" y="99390"/>
                </a:cubicBezTo>
                <a:cubicBezTo>
                  <a:pt x="8563" y="99290"/>
                  <a:pt x="8413" y="99166"/>
                  <a:pt x="8264" y="99066"/>
                </a:cubicBezTo>
                <a:cubicBezTo>
                  <a:pt x="8140" y="98967"/>
                  <a:pt x="8015" y="98917"/>
                  <a:pt x="7916" y="98817"/>
                </a:cubicBezTo>
                <a:cubicBezTo>
                  <a:pt x="7766" y="98718"/>
                  <a:pt x="7642" y="98593"/>
                  <a:pt x="7467" y="98494"/>
                </a:cubicBezTo>
                <a:cubicBezTo>
                  <a:pt x="7343" y="98419"/>
                  <a:pt x="7219" y="98320"/>
                  <a:pt x="7094" y="98195"/>
                </a:cubicBezTo>
                <a:cubicBezTo>
                  <a:pt x="6970" y="98096"/>
                  <a:pt x="6845" y="97996"/>
                  <a:pt x="6721" y="97872"/>
                </a:cubicBezTo>
                <a:cubicBezTo>
                  <a:pt x="6596" y="97772"/>
                  <a:pt x="6472" y="97672"/>
                  <a:pt x="6323" y="97548"/>
                </a:cubicBezTo>
                <a:cubicBezTo>
                  <a:pt x="6198" y="97448"/>
                  <a:pt x="6098" y="97324"/>
                  <a:pt x="5974" y="97224"/>
                </a:cubicBezTo>
                <a:lnTo>
                  <a:pt x="5825" y="97075"/>
                </a:lnTo>
                <a:cubicBezTo>
                  <a:pt x="5825" y="97050"/>
                  <a:pt x="5800" y="96976"/>
                  <a:pt x="5800" y="96951"/>
                </a:cubicBezTo>
                <a:close/>
                <a:moveTo>
                  <a:pt x="68700" y="95955"/>
                </a:moveTo>
                <a:lnTo>
                  <a:pt x="68749" y="95980"/>
                </a:lnTo>
                <a:cubicBezTo>
                  <a:pt x="68675" y="96030"/>
                  <a:pt x="68625" y="96079"/>
                  <a:pt x="68550" y="96104"/>
                </a:cubicBezTo>
                <a:cubicBezTo>
                  <a:pt x="67281" y="97000"/>
                  <a:pt x="66036" y="97847"/>
                  <a:pt x="64767" y="98693"/>
                </a:cubicBezTo>
                <a:cubicBezTo>
                  <a:pt x="64386" y="98934"/>
                  <a:pt x="64010" y="99174"/>
                  <a:pt x="63637" y="99410"/>
                </a:cubicBezTo>
                <a:lnTo>
                  <a:pt x="63637" y="99410"/>
                </a:lnTo>
                <a:cubicBezTo>
                  <a:pt x="63778" y="99319"/>
                  <a:pt x="63911" y="99225"/>
                  <a:pt x="64045" y="99141"/>
                </a:cubicBezTo>
                <a:cubicBezTo>
                  <a:pt x="64717" y="98693"/>
                  <a:pt x="65439" y="98220"/>
                  <a:pt x="66136" y="97772"/>
                </a:cubicBezTo>
                <a:cubicBezTo>
                  <a:pt x="66459" y="97548"/>
                  <a:pt x="66808" y="97299"/>
                  <a:pt x="67156" y="97050"/>
                </a:cubicBezTo>
                <a:cubicBezTo>
                  <a:pt x="67679" y="96677"/>
                  <a:pt x="68202" y="96328"/>
                  <a:pt x="68700" y="95955"/>
                </a:cubicBezTo>
                <a:close/>
                <a:moveTo>
                  <a:pt x="42813" y="90429"/>
                </a:moveTo>
                <a:cubicBezTo>
                  <a:pt x="43311" y="91972"/>
                  <a:pt x="44057" y="93317"/>
                  <a:pt x="45053" y="94437"/>
                </a:cubicBezTo>
                <a:cubicBezTo>
                  <a:pt x="44680" y="95482"/>
                  <a:pt x="44232" y="96552"/>
                  <a:pt x="43684" y="97573"/>
                </a:cubicBezTo>
                <a:cubicBezTo>
                  <a:pt x="41394" y="98569"/>
                  <a:pt x="39104" y="99415"/>
                  <a:pt x="36914" y="100087"/>
                </a:cubicBezTo>
                <a:cubicBezTo>
                  <a:pt x="36839" y="99938"/>
                  <a:pt x="36764" y="99813"/>
                  <a:pt x="36715" y="99689"/>
                </a:cubicBezTo>
                <a:cubicBezTo>
                  <a:pt x="36690" y="99589"/>
                  <a:pt x="36615" y="99465"/>
                  <a:pt x="36590" y="99390"/>
                </a:cubicBezTo>
                <a:lnTo>
                  <a:pt x="36590" y="99340"/>
                </a:lnTo>
                <a:cubicBezTo>
                  <a:pt x="36441" y="98917"/>
                  <a:pt x="36291" y="98444"/>
                  <a:pt x="36167" y="97971"/>
                </a:cubicBezTo>
                <a:cubicBezTo>
                  <a:pt x="36192" y="97946"/>
                  <a:pt x="36217" y="97921"/>
                  <a:pt x="36267" y="97921"/>
                </a:cubicBezTo>
                <a:cubicBezTo>
                  <a:pt x="36665" y="97598"/>
                  <a:pt x="37063" y="97324"/>
                  <a:pt x="37436" y="96976"/>
                </a:cubicBezTo>
                <a:cubicBezTo>
                  <a:pt x="37461" y="96951"/>
                  <a:pt x="37511" y="96951"/>
                  <a:pt x="37511" y="96926"/>
                </a:cubicBezTo>
                <a:cubicBezTo>
                  <a:pt x="39776" y="95034"/>
                  <a:pt x="41568" y="92819"/>
                  <a:pt x="42813" y="90429"/>
                </a:cubicBezTo>
                <a:close/>
                <a:moveTo>
                  <a:pt x="35968" y="98046"/>
                </a:moveTo>
                <a:lnTo>
                  <a:pt x="36167" y="98693"/>
                </a:lnTo>
                <a:cubicBezTo>
                  <a:pt x="36167" y="98718"/>
                  <a:pt x="36167" y="98718"/>
                  <a:pt x="36192" y="98743"/>
                </a:cubicBezTo>
                <a:cubicBezTo>
                  <a:pt x="36217" y="98842"/>
                  <a:pt x="36242" y="98917"/>
                  <a:pt x="36291" y="98992"/>
                </a:cubicBezTo>
                <a:lnTo>
                  <a:pt x="36391" y="99290"/>
                </a:lnTo>
                <a:lnTo>
                  <a:pt x="36466" y="99564"/>
                </a:lnTo>
                <a:cubicBezTo>
                  <a:pt x="36466" y="99589"/>
                  <a:pt x="36515" y="99614"/>
                  <a:pt x="36515" y="99664"/>
                </a:cubicBezTo>
                <a:cubicBezTo>
                  <a:pt x="36565" y="99813"/>
                  <a:pt x="36640" y="99938"/>
                  <a:pt x="36690" y="100087"/>
                </a:cubicBezTo>
                <a:lnTo>
                  <a:pt x="36690" y="100112"/>
                </a:lnTo>
                <a:lnTo>
                  <a:pt x="36640" y="100112"/>
                </a:lnTo>
                <a:cubicBezTo>
                  <a:pt x="36590" y="100087"/>
                  <a:pt x="36590" y="100037"/>
                  <a:pt x="36565" y="99987"/>
                </a:cubicBezTo>
                <a:cubicBezTo>
                  <a:pt x="36466" y="99788"/>
                  <a:pt x="36391" y="99539"/>
                  <a:pt x="36291" y="99290"/>
                </a:cubicBezTo>
                <a:cubicBezTo>
                  <a:pt x="36267" y="99191"/>
                  <a:pt x="36217" y="99066"/>
                  <a:pt x="36167" y="98967"/>
                </a:cubicBezTo>
                <a:lnTo>
                  <a:pt x="36167" y="98942"/>
                </a:lnTo>
                <a:cubicBezTo>
                  <a:pt x="36067" y="98668"/>
                  <a:pt x="35968" y="98369"/>
                  <a:pt x="35918" y="98096"/>
                </a:cubicBezTo>
                <a:lnTo>
                  <a:pt x="35943" y="98071"/>
                </a:lnTo>
                <a:lnTo>
                  <a:pt x="35968" y="98046"/>
                </a:lnTo>
                <a:close/>
                <a:moveTo>
                  <a:pt x="5551" y="97075"/>
                </a:moveTo>
                <a:lnTo>
                  <a:pt x="5601" y="97175"/>
                </a:lnTo>
                <a:cubicBezTo>
                  <a:pt x="5675" y="97374"/>
                  <a:pt x="5725" y="97573"/>
                  <a:pt x="5800" y="97797"/>
                </a:cubicBezTo>
                <a:cubicBezTo>
                  <a:pt x="5899" y="98096"/>
                  <a:pt x="5974" y="98369"/>
                  <a:pt x="6074" y="98668"/>
                </a:cubicBezTo>
                <a:cubicBezTo>
                  <a:pt x="6173" y="98942"/>
                  <a:pt x="6298" y="99216"/>
                  <a:pt x="6397" y="99465"/>
                </a:cubicBezTo>
                <a:cubicBezTo>
                  <a:pt x="6497" y="99704"/>
                  <a:pt x="6565" y="99928"/>
                  <a:pt x="6652" y="100148"/>
                </a:cubicBezTo>
                <a:lnTo>
                  <a:pt x="6652" y="100148"/>
                </a:lnTo>
                <a:cubicBezTo>
                  <a:pt x="6626" y="100095"/>
                  <a:pt x="6591" y="100021"/>
                  <a:pt x="6571" y="99962"/>
                </a:cubicBezTo>
                <a:cubicBezTo>
                  <a:pt x="6347" y="99514"/>
                  <a:pt x="6173" y="98992"/>
                  <a:pt x="5974" y="98469"/>
                </a:cubicBezTo>
                <a:cubicBezTo>
                  <a:pt x="5974" y="98444"/>
                  <a:pt x="5974" y="98444"/>
                  <a:pt x="5949" y="98419"/>
                </a:cubicBezTo>
                <a:cubicBezTo>
                  <a:pt x="5800" y="97971"/>
                  <a:pt x="5675" y="97548"/>
                  <a:pt x="5551" y="97075"/>
                </a:cubicBezTo>
                <a:close/>
                <a:moveTo>
                  <a:pt x="75868" y="90753"/>
                </a:moveTo>
                <a:cubicBezTo>
                  <a:pt x="76491" y="91972"/>
                  <a:pt x="77038" y="93167"/>
                  <a:pt x="77486" y="94287"/>
                </a:cubicBezTo>
                <a:cubicBezTo>
                  <a:pt x="77511" y="94362"/>
                  <a:pt x="77586" y="94462"/>
                  <a:pt x="77611" y="94561"/>
                </a:cubicBezTo>
                <a:cubicBezTo>
                  <a:pt x="77735" y="94835"/>
                  <a:pt x="77835" y="95109"/>
                  <a:pt x="77909" y="95432"/>
                </a:cubicBezTo>
                <a:cubicBezTo>
                  <a:pt x="77984" y="95607"/>
                  <a:pt x="78084" y="95806"/>
                  <a:pt x="78133" y="95980"/>
                </a:cubicBezTo>
                <a:lnTo>
                  <a:pt x="78333" y="96652"/>
                </a:lnTo>
                <a:cubicBezTo>
                  <a:pt x="78382" y="96826"/>
                  <a:pt x="78457" y="97050"/>
                  <a:pt x="78507" y="97224"/>
                </a:cubicBezTo>
                <a:cubicBezTo>
                  <a:pt x="77860" y="97697"/>
                  <a:pt x="77163" y="98170"/>
                  <a:pt x="76491" y="98593"/>
                </a:cubicBezTo>
                <a:lnTo>
                  <a:pt x="76217" y="98793"/>
                </a:lnTo>
                <a:cubicBezTo>
                  <a:pt x="76142" y="98842"/>
                  <a:pt x="76043" y="98892"/>
                  <a:pt x="75993" y="98942"/>
                </a:cubicBezTo>
                <a:cubicBezTo>
                  <a:pt x="75420" y="99315"/>
                  <a:pt x="74873" y="99664"/>
                  <a:pt x="74300" y="100012"/>
                </a:cubicBezTo>
                <a:cubicBezTo>
                  <a:pt x="74275" y="100037"/>
                  <a:pt x="74176" y="100087"/>
                  <a:pt x="74101" y="100162"/>
                </a:cubicBezTo>
                <a:cubicBezTo>
                  <a:pt x="73902" y="100037"/>
                  <a:pt x="73728" y="99913"/>
                  <a:pt x="73529" y="99763"/>
                </a:cubicBezTo>
                <a:cubicBezTo>
                  <a:pt x="73479" y="99689"/>
                  <a:pt x="73404" y="99664"/>
                  <a:pt x="73304" y="99589"/>
                </a:cubicBezTo>
                <a:cubicBezTo>
                  <a:pt x="73180" y="99514"/>
                  <a:pt x="73105" y="99415"/>
                  <a:pt x="72981" y="99315"/>
                </a:cubicBezTo>
                <a:lnTo>
                  <a:pt x="72508" y="98942"/>
                </a:lnTo>
                <a:cubicBezTo>
                  <a:pt x="72458" y="98917"/>
                  <a:pt x="72433" y="98892"/>
                  <a:pt x="72384" y="98842"/>
                </a:cubicBezTo>
                <a:cubicBezTo>
                  <a:pt x="72184" y="98693"/>
                  <a:pt x="72035" y="98544"/>
                  <a:pt x="71861" y="98394"/>
                </a:cubicBezTo>
                <a:lnTo>
                  <a:pt x="71786" y="98320"/>
                </a:lnTo>
                <a:cubicBezTo>
                  <a:pt x="71637" y="98170"/>
                  <a:pt x="71438" y="98021"/>
                  <a:pt x="71263" y="97847"/>
                </a:cubicBezTo>
                <a:cubicBezTo>
                  <a:pt x="71239" y="97822"/>
                  <a:pt x="71189" y="97797"/>
                  <a:pt x="71139" y="97772"/>
                </a:cubicBezTo>
                <a:cubicBezTo>
                  <a:pt x="70990" y="97648"/>
                  <a:pt x="70815" y="97473"/>
                  <a:pt x="70666" y="97324"/>
                </a:cubicBezTo>
                <a:lnTo>
                  <a:pt x="70492" y="97150"/>
                </a:lnTo>
                <a:lnTo>
                  <a:pt x="70118" y="96776"/>
                </a:lnTo>
                <a:cubicBezTo>
                  <a:pt x="70019" y="96677"/>
                  <a:pt x="69894" y="96577"/>
                  <a:pt x="69795" y="96453"/>
                </a:cubicBezTo>
                <a:cubicBezTo>
                  <a:pt x="69695" y="96353"/>
                  <a:pt x="69621" y="96229"/>
                  <a:pt x="69496" y="96154"/>
                </a:cubicBezTo>
                <a:lnTo>
                  <a:pt x="69197" y="95855"/>
                </a:lnTo>
                <a:cubicBezTo>
                  <a:pt x="69994" y="95308"/>
                  <a:pt x="70741" y="94735"/>
                  <a:pt x="71512" y="94188"/>
                </a:cubicBezTo>
                <a:cubicBezTo>
                  <a:pt x="71662" y="94063"/>
                  <a:pt x="71811" y="93939"/>
                  <a:pt x="71985" y="93839"/>
                </a:cubicBezTo>
                <a:cubicBezTo>
                  <a:pt x="72732" y="93292"/>
                  <a:pt x="73504" y="92694"/>
                  <a:pt x="74225" y="92097"/>
                </a:cubicBezTo>
                <a:cubicBezTo>
                  <a:pt x="74425" y="91948"/>
                  <a:pt x="74624" y="91748"/>
                  <a:pt x="74848" y="91599"/>
                </a:cubicBezTo>
                <a:lnTo>
                  <a:pt x="75868" y="90753"/>
                </a:lnTo>
                <a:close/>
                <a:moveTo>
                  <a:pt x="69123" y="95980"/>
                </a:moveTo>
                <a:cubicBezTo>
                  <a:pt x="69197" y="96079"/>
                  <a:pt x="69272" y="96179"/>
                  <a:pt x="69372" y="96229"/>
                </a:cubicBezTo>
                <a:lnTo>
                  <a:pt x="69695" y="96577"/>
                </a:lnTo>
                <a:lnTo>
                  <a:pt x="69894" y="96776"/>
                </a:lnTo>
                <a:cubicBezTo>
                  <a:pt x="71363" y="98195"/>
                  <a:pt x="72732" y="99390"/>
                  <a:pt x="73927" y="100211"/>
                </a:cubicBezTo>
                <a:cubicBezTo>
                  <a:pt x="73902" y="100286"/>
                  <a:pt x="73902" y="100286"/>
                  <a:pt x="73877" y="100286"/>
                </a:cubicBezTo>
                <a:cubicBezTo>
                  <a:pt x="72433" y="99290"/>
                  <a:pt x="70815" y="97847"/>
                  <a:pt x="69048" y="96030"/>
                </a:cubicBezTo>
                <a:lnTo>
                  <a:pt x="69123" y="95980"/>
                </a:lnTo>
                <a:close/>
                <a:moveTo>
                  <a:pt x="78606" y="97424"/>
                </a:moveTo>
                <a:lnTo>
                  <a:pt x="78606" y="97448"/>
                </a:lnTo>
                <a:lnTo>
                  <a:pt x="78606" y="97473"/>
                </a:lnTo>
                <a:cubicBezTo>
                  <a:pt x="78482" y="97573"/>
                  <a:pt x="78357" y="97672"/>
                  <a:pt x="78233" y="97722"/>
                </a:cubicBezTo>
                <a:cubicBezTo>
                  <a:pt x="77735" y="98071"/>
                  <a:pt x="77188" y="98444"/>
                  <a:pt x="76715" y="98793"/>
                </a:cubicBezTo>
                <a:cubicBezTo>
                  <a:pt x="76441" y="98942"/>
                  <a:pt x="76242" y="99091"/>
                  <a:pt x="75993" y="99266"/>
                </a:cubicBezTo>
                <a:lnTo>
                  <a:pt x="74947" y="99913"/>
                </a:lnTo>
                <a:cubicBezTo>
                  <a:pt x="74848" y="99962"/>
                  <a:pt x="74698" y="100062"/>
                  <a:pt x="74574" y="100137"/>
                </a:cubicBezTo>
                <a:cubicBezTo>
                  <a:pt x="74524" y="100186"/>
                  <a:pt x="74425" y="100261"/>
                  <a:pt x="74300" y="100286"/>
                </a:cubicBezTo>
                <a:cubicBezTo>
                  <a:pt x="74350" y="100211"/>
                  <a:pt x="74400" y="100186"/>
                  <a:pt x="74425" y="100162"/>
                </a:cubicBezTo>
                <a:cubicBezTo>
                  <a:pt x="74499" y="100137"/>
                  <a:pt x="74574" y="100062"/>
                  <a:pt x="74649" y="100037"/>
                </a:cubicBezTo>
                <a:cubicBezTo>
                  <a:pt x="74773" y="99938"/>
                  <a:pt x="74922" y="99888"/>
                  <a:pt x="75047" y="99788"/>
                </a:cubicBezTo>
                <a:cubicBezTo>
                  <a:pt x="75097" y="99788"/>
                  <a:pt x="75097" y="99763"/>
                  <a:pt x="75122" y="99763"/>
                </a:cubicBezTo>
                <a:cubicBezTo>
                  <a:pt x="75470" y="99539"/>
                  <a:pt x="75794" y="99315"/>
                  <a:pt x="76117" y="99091"/>
                </a:cubicBezTo>
                <a:cubicBezTo>
                  <a:pt x="76291" y="98967"/>
                  <a:pt x="76441" y="98892"/>
                  <a:pt x="76640" y="98768"/>
                </a:cubicBezTo>
                <a:cubicBezTo>
                  <a:pt x="76739" y="98693"/>
                  <a:pt x="76814" y="98643"/>
                  <a:pt x="76889" y="98593"/>
                </a:cubicBezTo>
                <a:cubicBezTo>
                  <a:pt x="77312" y="98320"/>
                  <a:pt x="77735" y="98021"/>
                  <a:pt x="78158" y="97722"/>
                </a:cubicBezTo>
                <a:cubicBezTo>
                  <a:pt x="78308" y="97623"/>
                  <a:pt x="78482" y="97548"/>
                  <a:pt x="78606" y="97424"/>
                </a:cubicBezTo>
                <a:close/>
                <a:moveTo>
                  <a:pt x="43560" y="97797"/>
                </a:moveTo>
                <a:cubicBezTo>
                  <a:pt x="43535" y="97822"/>
                  <a:pt x="43535" y="97897"/>
                  <a:pt x="43510" y="97921"/>
                </a:cubicBezTo>
                <a:cubicBezTo>
                  <a:pt x="41319" y="98842"/>
                  <a:pt x="39154" y="99664"/>
                  <a:pt x="37038" y="100311"/>
                </a:cubicBezTo>
                <a:cubicBezTo>
                  <a:pt x="37038" y="100286"/>
                  <a:pt x="37013" y="100261"/>
                  <a:pt x="37013" y="100211"/>
                </a:cubicBezTo>
                <a:cubicBezTo>
                  <a:pt x="39129" y="99564"/>
                  <a:pt x="41319" y="98718"/>
                  <a:pt x="43560" y="97797"/>
                </a:cubicBezTo>
                <a:close/>
                <a:moveTo>
                  <a:pt x="36789" y="100311"/>
                </a:moveTo>
                <a:lnTo>
                  <a:pt x="36789" y="100336"/>
                </a:lnTo>
                <a:cubicBezTo>
                  <a:pt x="36789" y="100336"/>
                  <a:pt x="36789" y="100386"/>
                  <a:pt x="36814" y="100386"/>
                </a:cubicBezTo>
                <a:cubicBezTo>
                  <a:pt x="36789" y="100386"/>
                  <a:pt x="36764" y="100386"/>
                  <a:pt x="36764" y="100410"/>
                </a:cubicBezTo>
                <a:cubicBezTo>
                  <a:pt x="36764" y="100386"/>
                  <a:pt x="36715" y="100336"/>
                  <a:pt x="36715" y="100311"/>
                </a:cubicBezTo>
                <a:close/>
                <a:moveTo>
                  <a:pt x="74126" y="100386"/>
                </a:moveTo>
                <a:cubicBezTo>
                  <a:pt x="74126" y="100386"/>
                  <a:pt x="74151" y="100386"/>
                  <a:pt x="74151" y="100410"/>
                </a:cubicBezTo>
                <a:cubicBezTo>
                  <a:pt x="74126" y="100410"/>
                  <a:pt x="74126" y="100435"/>
                  <a:pt x="74101" y="100435"/>
                </a:cubicBezTo>
                <a:cubicBezTo>
                  <a:pt x="74101" y="100435"/>
                  <a:pt x="74051" y="100435"/>
                  <a:pt x="74026" y="100411"/>
                </a:cubicBezTo>
                <a:lnTo>
                  <a:pt x="74026" y="100411"/>
                </a:lnTo>
                <a:cubicBezTo>
                  <a:pt x="74026" y="100411"/>
                  <a:pt x="74026" y="100411"/>
                  <a:pt x="74026" y="100411"/>
                </a:cubicBezTo>
                <a:lnTo>
                  <a:pt x="74026" y="100411"/>
                </a:lnTo>
                <a:cubicBezTo>
                  <a:pt x="74039" y="100423"/>
                  <a:pt x="74039" y="100429"/>
                  <a:pt x="74036" y="100429"/>
                </a:cubicBezTo>
                <a:cubicBezTo>
                  <a:pt x="74033" y="100429"/>
                  <a:pt x="74026" y="100423"/>
                  <a:pt x="74026" y="100410"/>
                </a:cubicBezTo>
                <a:lnTo>
                  <a:pt x="74026" y="100410"/>
                </a:lnTo>
                <a:cubicBezTo>
                  <a:pt x="74026" y="100410"/>
                  <a:pt x="74026" y="100410"/>
                  <a:pt x="74026" y="100410"/>
                </a:cubicBezTo>
                <a:cubicBezTo>
                  <a:pt x="74051" y="100410"/>
                  <a:pt x="74051" y="100386"/>
                  <a:pt x="74101" y="100386"/>
                </a:cubicBezTo>
                <a:close/>
                <a:moveTo>
                  <a:pt x="35719" y="98220"/>
                </a:moveTo>
                <a:cubicBezTo>
                  <a:pt x="35769" y="98345"/>
                  <a:pt x="35794" y="98444"/>
                  <a:pt x="35818" y="98544"/>
                </a:cubicBezTo>
                <a:cubicBezTo>
                  <a:pt x="35843" y="98668"/>
                  <a:pt x="35893" y="98768"/>
                  <a:pt x="35918" y="98892"/>
                </a:cubicBezTo>
                <a:cubicBezTo>
                  <a:pt x="35918" y="98917"/>
                  <a:pt x="35943" y="98942"/>
                  <a:pt x="35943" y="98942"/>
                </a:cubicBezTo>
                <a:cubicBezTo>
                  <a:pt x="35943" y="98942"/>
                  <a:pt x="35943" y="98967"/>
                  <a:pt x="35968" y="98967"/>
                </a:cubicBezTo>
                <a:cubicBezTo>
                  <a:pt x="36018" y="99091"/>
                  <a:pt x="36067" y="99191"/>
                  <a:pt x="36092" y="99315"/>
                </a:cubicBezTo>
                <a:cubicBezTo>
                  <a:pt x="36092" y="99340"/>
                  <a:pt x="36142" y="99415"/>
                  <a:pt x="36142" y="99440"/>
                </a:cubicBezTo>
                <a:cubicBezTo>
                  <a:pt x="36167" y="99564"/>
                  <a:pt x="36217" y="99664"/>
                  <a:pt x="36267" y="99788"/>
                </a:cubicBezTo>
                <a:cubicBezTo>
                  <a:pt x="36316" y="99913"/>
                  <a:pt x="36341" y="100037"/>
                  <a:pt x="36416" y="100162"/>
                </a:cubicBezTo>
                <a:lnTo>
                  <a:pt x="34823" y="100635"/>
                </a:lnTo>
                <a:cubicBezTo>
                  <a:pt x="34673" y="100162"/>
                  <a:pt x="34474" y="99664"/>
                  <a:pt x="34300" y="99166"/>
                </a:cubicBezTo>
                <a:cubicBezTo>
                  <a:pt x="34549" y="99017"/>
                  <a:pt x="34773" y="98842"/>
                  <a:pt x="34972" y="98693"/>
                </a:cubicBezTo>
                <a:lnTo>
                  <a:pt x="35719" y="98220"/>
                </a:lnTo>
                <a:close/>
                <a:moveTo>
                  <a:pt x="34126" y="99241"/>
                </a:moveTo>
                <a:cubicBezTo>
                  <a:pt x="34325" y="99763"/>
                  <a:pt x="34499" y="100211"/>
                  <a:pt x="34698" y="100709"/>
                </a:cubicBezTo>
                <a:cubicBezTo>
                  <a:pt x="34673" y="100709"/>
                  <a:pt x="34673" y="100709"/>
                  <a:pt x="34649" y="100759"/>
                </a:cubicBezTo>
                <a:cubicBezTo>
                  <a:pt x="34449" y="100261"/>
                  <a:pt x="34275" y="99788"/>
                  <a:pt x="34076" y="99290"/>
                </a:cubicBezTo>
                <a:cubicBezTo>
                  <a:pt x="34101" y="99290"/>
                  <a:pt x="34101" y="99241"/>
                  <a:pt x="34126" y="99241"/>
                </a:cubicBezTo>
                <a:close/>
                <a:moveTo>
                  <a:pt x="67306" y="94437"/>
                </a:moveTo>
                <a:lnTo>
                  <a:pt x="67380" y="94486"/>
                </a:lnTo>
                <a:cubicBezTo>
                  <a:pt x="67555" y="94710"/>
                  <a:pt x="67779" y="94934"/>
                  <a:pt x="67953" y="95134"/>
                </a:cubicBezTo>
                <a:cubicBezTo>
                  <a:pt x="68177" y="95358"/>
                  <a:pt x="68401" y="95607"/>
                  <a:pt x="68625" y="95831"/>
                </a:cubicBezTo>
                <a:cubicBezTo>
                  <a:pt x="68077" y="96204"/>
                  <a:pt x="67555" y="96577"/>
                  <a:pt x="67032" y="96926"/>
                </a:cubicBezTo>
                <a:cubicBezTo>
                  <a:pt x="66683" y="97125"/>
                  <a:pt x="66335" y="97374"/>
                  <a:pt x="66036" y="97598"/>
                </a:cubicBezTo>
                <a:cubicBezTo>
                  <a:pt x="65364" y="98046"/>
                  <a:pt x="64717" y="98444"/>
                  <a:pt x="64070" y="98892"/>
                </a:cubicBezTo>
                <a:cubicBezTo>
                  <a:pt x="63821" y="99041"/>
                  <a:pt x="63572" y="99216"/>
                  <a:pt x="63323" y="99390"/>
                </a:cubicBezTo>
                <a:cubicBezTo>
                  <a:pt x="62576" y="99838"/>
                  <a:pt x="61830" y="100311"/>
                  <a:pt x="61058" y="100759"/>
                </a:cubicBezTo>
                <a:cubicBezTo>
                  <a:pt x="61108" y="99465"/>
                  <a:pt x="61108" y="98145"/>
                  <a:pt x="61058" y="96801"/>
                </a:cubicBezTo>
                <a:cubicBezTo>
                  <a:pt x="63074" y="96229"/>
                  <a:pt x="65165" y="95432"/>
                  <a:pt x="67306" y="94437"/>
                </a:cubicBezTo>
                <a:close/>
                <a:moveTo>
                  <a:pt x="97026" y="81269"/>
                </a:moveTo>
                <a:cubicBezTo>
                  <a:pt x="97822" y="81518"/>
                  <a:pt x="98544" y="81643"/>
                  <a:pt x="99092" y="81643"/>
                </a:cubicBezTo>
                <a:cubicBezTo>
                  <a:pt x="99266" y="81643"/>
                  <a:pt x="99415" y="81643"/>
                  <a:pt x="99540" y="81618"/>
                </a:cubicBezTo>
                <a:lnTo>
                  <a:pt x="99540" y="81618"/>
                </a:lnTo>
                <a:cubicBezTo>
                  <a:pt x="98942" y="82365"/>
                  <a:pt x="98320" y="83061"/>
                  <a:pt x="97698" y="83833"/>
                </a:cubicBezTo>
                <a:cubicBezTo>
                  <a:pt x="97200" y="84406"/>
                  <a:pt x="96677" y="85003"/>
                  <a:pt x="96155" y="85600"/>
                </a:cubicBezTo>
                <a:cubicBezTo>
                  <a:pt x="95283" y="86571"/>
                  <a:pt x="94412" y="87517"/>
                  <a:pt x="93466" y="88488"/>
                </a:cubicBezTo>
                <a:lnTo>
                  <a:pt x="93441" y="88513"/>
                </a:lnTo>
                <a:cubicBezTo>
                  <a:pt x="89708" y="92371"/>
                  <a:pt x="85601" y="96055"/>
                  <a:pt x="81220" y="99390"/>
                </a:cubicBezTo>
                <a:lnTo>
                  <a:pt x="80100" y="100211"/>
                </a:lnTo>
                <a:cubicBezTo>
                  <a:pt x="79851" y="100410"/>
                  <a:pt x="79552" y="100585"/>
                  <a:pt x="79303" y="100784"/>
                </a:cubicBezTo>
                <a:cubicBezTo>
                  <a:pt x="79303" y="100759"/>
                  <a:pt x="79353" y="100684"/>
                  <a:pt x="79353" y="100659"/>
                </a:cubicBezTo>
                <a:cubicBezTo>
                  <a:pt x="79378" y="100560"/>
                  <a:pt x="79378" y="100460"/>
                  <a:pt x="79403" y="100386"/>
                </a:cubicBezTo>
                <a:cubicBezTo>
                  <a:pt x="79403" y="100311"/>
                  <a:pt x="79403" y="100261"/>
                  <a:pt x="79428" y="100186"/>
                </a:cubicBezTo>
                <a:cubicBezTo>
                  <a:pt x="79428" y="100087"/>
                  <a:pt x="79477" y="100012"/>
                  <a:pt x="79477" y="99888"/>
                </a:cubicBezTo>
                <a:cubicBezTo>
                  <a:pt x="79403" y="99813"/>
                  <a:pt x="79403" y="99714"/>
                  <a:pt x="79403" y="99664"/>
                </a:cubicBezTo>
                <a:lnTo>
                  <a:pt x="79403" y="99315"/>
                </a:lnTo>
                <a:cubicBezTo>
                  <a:pt x="79403" y="99216"/>
                  <a:pt x="79378" y="99141"/>
                  <a:pt x="79378" y="99066"/>
                </a:cubicBezTo>
                <a:cubicBezTo>
                  <a:pt x="79378" y="98942"/>
                  <a:pt x="79353" y="98842"/>
                  <a:pt x="79353" y="98718"/>
                </a:cubicBezTo>
                <a:cubicBezTo>
                  <a:pt x="79353" y="98618"/>
                  <a:pt x="79303" y="98544"/>
                  <a:pt x="79278" y="98444"/>
                </a:cubicBezTo>
                <a:cubicBezTo>
                  <a:pt x="79278" y="98345"/>
                  <a:pt x="79253" y="98295"/>
                  <a:pt x="79253" y="98195"/>
                </a:cubicBezTo>
                <a:cubicBezTo>
                  <a:pt x="85825" y="93068"/>
                  <a:pt x="91823" y="87293"/>
                  <a:pt x="97026" y="81269"/>
                </a:cubicBezTo>
                <a:close/>
                <a:moveTo>
                  <a:pt x="78731" y="97697"/>
                </a:moveTo>
                <a:cubicBezTo>
                  <a:pt x="78731" y="97747"/>
                  <a:pt x="78756" y="97822"/>
                  <a:pt x="78756" y="97872"/>
                </a:cubicBezTo>
                <a:cubicBezTo>
                  <a:pt x="78756" y="97946"/>
                  <a:pt x="78781" y="97971"/>
                  <a:pt x="78781" y="98046"/>
                </a:cubicBezTo>
                <a:cubicBezTo>
                  <a:pt x="77561" y="98967"/>
                  <a:pt x="76316" y="99913"/>
                  <a:pt x="75072" y="100809"/>
                </a:cubicBezTo>
                <a:cubicBezTo>
                  <a:pt x="74898" y="100659"/>
                  <a:pt x="74723" y="100560"/>
                  <a:pt x="74524" y="100435"/>
                </a:cubicBezTo>
                <a:cubicBezTo>
                  <a:pt x="74574" y="100336"/>
                  <a:pt x="74674" y="100286"/>
                  <a:pt x="74798" y="100211"/>
                </a:cubicBezTo>
                <a:cubicBezTo>
                  <a:pt x="74922" y="100162"/>
                  <a:pt x="75047" y="100062"/>
                  <a:pt x="75171" y="100012"/>
                </a:cubicBezTo>
                <a:cubicBezTo>
                  <a:pt x="75196" y="100012"/>
                  <a:pt x="75196" y="99962"/>
                  <a:pt x="75246" y="99962"/>
                </a:cubicBezTo>
                <a:cubicBezTo>
                  <a:pt x="75420" y="99838"/>
                  <a:pt x="75570" y="99714"/>
                  <a:pt x="75769" y="99639"/>
                </a:cubicBezTo>
                <a:lnTo>
                  <a:pt x="76043" y="99440"/>
                </a:lnTo>
                <a:cubicBezTo>
                  <a:pt x="76291" y="99290"/>
                  <a:pt x="76565" y="99091"/>
                  <a:pt x="76814" y="98942"/>
                </a:cubicBezTo>
                <a:cubicBezTo>
                  <a:pt x="76889" y="98917"/>
                  <a:pt x="76939" y="98842"/>
                  <a:pt x="77038" y="98793"/>
                </a:cubicBezTo>
                <a:cubicBezTo>
                  <a:pt x="77262" y="98668"/>
                  <a:pt x="77436" y="98494"/>
                  <a:pt x="77660" y="98369"/>
                </a:cubicBezTo>
                <a:cubicBezTo>
                  <a:pt x="77785" y="98295"/>
                  <a:pt x="77909" y="98195"/>
                  <a:pt x="78034" y="98121"/>
                </a:cubicBezTo>
                <a:cubicBezTo>
                  <a:pt x="78059" y="98121"/>
                  <a:pt x="78059" y="98096"/>
                  <a:pt x="78108" y="98096"/>
                </a:cubicBezTo>
                <a:lnTo>
                  <a:pt x="78133" y="98096"/>
                </a:lnTo>
                <a:cubicBezTo>
                  <a:pt x="78308" y="97971"/>
                  <a:pt x="78507" y="97847"/>
                  <a:pt x="78731" y="97697"/>
                </a:cubicBezTo>
                <a:close/>
                <a:moveTo>
                  <a:pt x="60859" y="96826"/>
                </a:moveTo>
                <a:lnTo>
                  <a:pt x="60859" y="96826"/>
                </a:lnTo>
                <a:cubicBezTo>
                  <a:pt x="60959" y="98195"/>
                  <a:pt x="60934" y="99539"/>
                  <a:pt x="60834" y="100883"/>
                </a:cubicBezTo>
                <a:cubicBezTo>
                  <a:pt x="60809" y="100883"/>
                  <a:pt x="60809" y="100908"/>
                  <a:pt x="60784" y="100908"/>
                </a:cubicBezTo>
                <a:cubicBezTo>
                  <a:pt x="60859" y="99589"/>
                  <a:pt x="60884" y="98220"/>
                  <a:pt x="60809" y="96851"/>
                </a:cubicBezTo>
                <a:cubicBezTo>
                  <a:pt x="60834" y="96851"/>
                  <a:pt x="60834" y="96851"/>
                  <a:pt x="60859" y="96826"/>
                </a:cubicBezTo>
                <a:close/>
                <a:moveTo>
                  <a:pt x="78830" y="98195"/>
                </a:moveTo>
                <a:lnTo>
                  <a:pt x="78830" y="98245"/>
                </a:lnTo>
                <a:cubicBezTo>
                  <a:pt x="77660" y="99166"/>
                  <a:pt x="76491" y="100062"/>
                  <a:pt x="75296" y="100908"/>
                </a:cubicBezTo>
                <a:cubicBezTo>
                  <a:pt x="75271" y="100908"/>
                  <a:pt x="75271" y="100883"/>
                  <a:pt x="75246" y="100883"/>
                </a:cubicBezTo>
                <a:cubicBezTo>
                  <a:pt x="76441" y="100012"/>
                  <a:pt x="77636" y="99141"/>
                  <a:pt x="78830" y="98195"/>
                </a:cubicBezTo>
                <a:close/>
                <a:moveTo>
                  <a:pt x="36540" y="100386"/>
                </a:moveTo>
                <a:cubicBezTo>
                  <a:pt x="36540" y="100410"/>
                  <a:pt x="36565" y="100410"/>
                  <a:pt x="36565" y="100435"/>
                </a:cubicBezTo>
                <a:lnTo>
                  <a:pt x="36565" y="100460"/>
                </a:lnTo>
                <a:lnTo>
                  <a:pt x="34972" y="100933"/>
                </a:lnTo>
                <a:cubicBezTo>
                  <a:pt x="34972" y="100908"/>
                  <a:pt x="34947" y="100883"/>
                  <a:pt x="34947" y="100834"/>
                </a:cubicBezTo>
                <a:lnTo>
                  <a:pt x="36540" y="100386"/>
                </a:lnTo>
                <a:close/>
                <a:moveTo>
                  <a:pt x="74325" y="100535"/>
                </a:moveTo>
                <a:cubicBezTo>
                  <a:pt x="74524" y="100659"/>
                  <a:pt x="74748" y="100784"/>
                  <a:pt x="74922" y="100908"/>
                </a:cubicBezTo>
                <a:cubicBezTo>
                  <a:pt x="74898" y="100908"/>
                  <a:pt x="74898" y="100933"/>
                  <a:pt x="74873" y="100933"/>
                </a:cubicBezTo>
                <a:cubicBezTo>
                  <a:pt x="74649" y="100809"/>
                  <a:pt x="74474" y="100684"/>
                  <a:pt x="74275" y="100560"/>
                </a:cubicBezTo>
                <a:cubicBezTo>
                  <a:pt x="74300" y="100560"/>
                  <a:pt x="74300" y="100535"/>
                  <a:pt x="74325" y="100535"/>
                </a:cubicBezTo>
                <a:close/>
                <a:moveTo>
                  <a:pt x="5153" y="84729"/>
                </a:moveTo>
                <a:cubicBezTo>
                  <a:pt x="7019" y="87393"/>
                  <a:pt x="9583" y="89384"/>
                  <a:pt x="12869" y="90603"/>
                </a:cubicBezTo>
                <a:cubicBezTo>
                  <a:pt x="12072" y="94088"/>
                  <a:pt x="12023" y="97672"/>
                  <a:pt x="12695" y="100958"/>
                </a:cubicBezTo>
                <a:cubicBezTo>
                  <a:pt x="9832" y="99813"/>
                  <a:pt x="7443" y="98170"/>
                  <a:pt x="5576" y="96055"/>
                </a:cubicBezTo>
                <a:cubicBezTo>
                  <a:pt x="5476" y="95681"/>
                  <a:pt x="5402" y="95308"/>
                  <a:pt x="5327" y="94934"/>
                </a:cubicBezTo>
                <a:cubicBezTo>
                  <a:pt x="5302" y="94760"/>
                  <a:pt x="5277" y="94586"/>
                  <a:pt x="5227" y="94437"/>
                </a:cubicBezTo>
                <a:cubicBezTo>
                  <a:pt x="5153" y="93864"/>
                  <a:pt x="5053" y="93317"/>
                  <a:pt x="4978" y="92719"/>
                </a:cubicBezTo>
                <a:cubicBezTo>
                  <a:pt x="4978" y="92595"/>
                  <a:pt x="4953" y="92445"/>
                  <a:pt x="4953" y="92321"/>
                </a:cubicBezTo>
                <a:lnTo>
                  <a:pt x="4854" y="90902"/>
                </a:lnTo>
                <a:cubicBezTo>
                  <a:pt x="4854" y="90703"/>
                  <a:pt x="4829" y="90479"/>
                  <a:pt x="4829" y="90255"/>
                </a:cubicBezTo>
                <a:cubicBezTo>
                  <a:pt x="4829" y="89658"/>
                  <a:pt x="4804" y="89110"/>
                  <a:pt x="4829" y="88513"/>
                </a:cubicBezTo>
                <a:cubicBezTo>
                  <a:pt x="4829" y="88363"/>
                  <a:pt x="4854" y="88164"/>
                  <a:pt x="4854" y="88015"/>
                </a:cubicBezTo>
                <a:lnTo>
                  <a:pt x="4953" y="86521"/>
                </a:lnTo>
                <a:cubicBezTo>
                  <a:pt x="4978" y="86297"/>
                  <a:pt x="4978" y="86098"/>
                  <a:pt x="5028" y="85899"/>
                </a:cubicBezTo>
                <a:cubicBezTo>
                  <a:pt x="5053" y="85501"/>
                  <a:pt x="5103" y="85127"/>
                  <a:pt x="5153" y="84729"/>
                </a:cubicBezTo>
                <a:close/>
                <a:moveTo>
                  <a:pt x="34798" y="100859"/>
                </a:moveTo>
                <a:lnTo>
                  <a:pt x="34798" y="100859"/>
                </a:lnTo>
                <a:cubicBezTo>
                  <a:pt x="34773" y="100933"/>
                  <a:pt x="34798" y="100958"/>
                  <a:pt x="34798" y="101008"/>
                </a:cubicBezTo>
                <a:lnTo>
                  <a:pt x="34773" y="101008"/>
                </a:lnTo>
                <a:cubicBezTo>
                  <a:pt x="34773" y="100958"/>
                  <a:pt x="34723" y="100933"/>
                  <a:pt x="34723" y="100908"/>
                </a:cubicBezTo>
                <a:cubicBezTo>
                  <a:pt x="34773" y="100908"/>
                  <a:pt x="34773" y="100908"/>
                  <a:pt x="34798" y="100859"/>
                </a:cubicBezTo>
                <a:close/>
                <a:moveTo>
                  <a:pt x="63566" y="99455"/>
                </a:moveTo>
                <a:lnTo>
                  <a:pt x="63566" y="99455"/>
                </a:lnTo>
                <a:cubicBezTo>
                  <a:pt x="62717" y="99992"/>
                  <a:pt x="61880" y="100514"/>
                  <a:pt x="61033" y="101014"/>
                </a:cubicBezTo>
                <a:lnTo>
                  <a:pt x="61033" y="101014"/>
                </a:lnTo>
                <a:cubicBezTo>
                  <a:pt x="61033" y="101012"/>
                  <a:pt x="61033" y="101010"/>
                  <a:pt x="61033" y="101008"/>
                </a:cubicBezTo>
                <a:cubicBezTo>
                  <a:pt x="61830" y="100535"/>
                  <a:pt x="62601" y="100037"/>
                  <a:pt x="63423" y="99539"/>
                </a:cubicBezTo>
                <a:cubicBezTo>
                  <a:pt x="63472" y="99512"/>
                  <a:pt x="63519" y="99484"/>
                  <a:pt x="63566" y="99455"/>
                </a:cubicBezTo>
                <a:close/>
                <a:moveTo>
                  <a:pt x="13043" y="90603"/>
                </a:moveTo>
                <a:cubicBezTo>
                  <a:pt x="13068" y="90603"/>
                  <a:pt x="13068" y="90603"/>
                  <a:pt x="13118" y="90628"/>
                </a:cubicBezTo>
                <a:cubicBezTo>
                  <a:pt x="12321" y="94113"/>
                  <a:pt x="12296" y="97697"/>
                  <a:pt x="12993" y="101033"/>
                </a:cubicBezTo>
                <a:cubicBezTo>
                  <a:pt x="12944" y="101033"/>
                  <a:pt x="12919" y="101008"/>
                  <a:pt x="12919" y="101008"/>
                </a:cubicBezTo>
                <a:cubicBezTo>
                  <a:pt x="12197" y="97672"/>
                  <a:pt x="12271" y="94088"/>
                  <a:pt x="13043" y="90603"/>
                </a:cubicBezTo>
                <a:close/>
                <a:moveTo>
                  <a:pt x="79104" y="98320"/>
                </a:moveTo>
                <a:cubicBezTo>
                  <a:pt x="79104" y="98345"/>
                  <a:pt x="79104" y="98394"/>
                  <a:pt x="79129" y="98444"/>
                </a:cubicBezTo>
                <a:cubicBezTo>
                  <a:pt x="79154" y="98544"/>
                  <a:pt x="79154" y="98643"/>
                  <a:pt x="79204" y="98718"/>
                </a:cubicBezTo>
                <a:cubicBezTo>
                  <a:pt x="79229" y="98842"/>
                  <a:pt x="79229" y="98942"/>
                  <a:pt x="79229" y="99066"/>
                </a:cubicBezTo>
                <a:cubicBezTo>
                  <a:pt x="79229" y="99166"/>
                  <a:pt x="79253" y="99266"/>
                  <a:pt x="79253" y="99340"/>
                </a:cubicBezTo>
                <a:lnTo>
                  <a:pt x="79253" y="99614"/>
                </a:lnTo>
                <a:lnTo>
                  <a:pt x="79253" y="99863"/>
                </a:lnTo>
                <a:cubicBezTo>
                  <a:pt x="79253" y="99962"/>
                  <a:pt x="79253" y="100037"/>
                  <a:pt x="79229" y="100137"/>
                </a:cubicBezTo>
                <a:cubicBezTo>
                  <a:pt x="79229" y="100211"/>
                  <a:pt x="79229" y="100286"/>
                  <a:pt x="79204" y="100386"/>
                </a:cubicBezTo>
                <a:cubicBezTo>
                  <a:pt x="79204" y="100435"/>
                  <a:pt x="79154" y="100485"/>
                  <a:pt x="79154" y="100585"/>
                </a:cubicBezTo>
                <a:cubicBezTo>
                  <a:pt x="79154" y="100659"/>
                  <a:pt x="79129" y="100759"/>
                  <a:pt x="79129" y="100809"/>
                </a:cubicBezTo>
                <a:cubicBezTo>
                  <a:pt x="79104" y="100809"/>
                  <a:pt x="79079" y="100834"/>
                  <a:pt x="79079" y="100908"/>
                </a:cubicBezTo>
                <a:cubicBezTo>
                  <a:pt x="79079" y="100933"/>
                  <a:pt x="79079" y="100933"/>
                  <a:pt x="79029" y="100958"/>
                </a:cubicBezTo>
                <a:cubicBezTo>
                  <a:pt x="79005" y="101008"/>
                  <a:pt x="78980" y="101008"/>
                  <a:pt x="78930" y="101033"/>
                </a:cubicBezTo>
                <a:cubicBezTo>
                  <a:pt x="78930" y="101008"/>
                  <a:pt x="78930" y="101008"/>
                  <a:pt x="78980" y="100958"/>
                </a:cubicBezTo>
                <a:cubicBezTo>
                  <a:pt x="79005" y="100883"/>
                  <a:pt x="79029" y="100809"/>
                  <a:pt x="79079" y="100709"/>
                </a:cubicBezTo>
                <a:cubicBezTo>
                  <a:pt x="79079" y="100659"/>
                  <a:pt x="79104" y="100585"/>
                  <a:pt x="79104" y="100535"/>
                </a:cubicBezTo>
                <a:cubicBezTo>
                  <a:pt x="79104" y="100460"/>
                  <a:pt x="79129" y="100386"/>
                  <a:pt x="79129" y="100311"/>
                </a:cubicBezTo>
                <a:cubicBezTo>
                  <a:pt x="79129" y="100261"/>
                  <a:pt x="79129" y="100162"/>
                  <a:pt x="79154" y="100062"/>
                </a:cubicBezTo>
                <a:lnTo>
                  <a:pt x="79154" y="99838"/>
                </a:lnTo>
                <a:lnTo>
                  <a:pt x="79154" y="99564"/>
                </a:lnTo>
                <a:lnTo>
                  <a:pt x="79154" y="99315"/>
                </a:lnTo>
                <a:cubicBezTo>
                  <a:pt x="79154" y="99216"/>
                  <a:pt x="79129" y="99141"/>
                  <a:pt x="79129" y="99017"/>
                </a:cubicBezTo>
                <a:cubicBezTo>
                  <a:pt x="79129" y="98917"/>
                  <a:pt x="79104" y="98817"/>
                  <a:pt x="79104" y="98718"/>
                </a:cubicBezTo>
                <a:cubicBezTo>
                  <a:pt x="79104" y="98643"/>
                  <a:pt x="79079" y="98519"/>
                  <a:pt x="79029" y="98419"/>
                </a:cubicBezTo>
                <a:lnTo>
                  <a:pt x="79029" y="98345"/>
                </a:lnTo>
                <a:cubicBezTo>
                  <a:pt x="79079" y="98345"/>
                  <a:pt x="79079" y="98320"/>
                  <a:pt x="79104" y="98320"/>
                </a:cubicBezTo>
                <a:close/>
                <a:moveTo>
                  <a:pt x="3236" y="94287"/>
                </a:moveTo>
                <a:cubicBezTo>
                  <a:pt x="3311" y="94287"/>
                  <a:pt x="3311" y="94312"/>
                  <a:pt x="3336" y="94312"/>
                </a:cubicBezTo>
                <a:cubicBezTo>
                  <a:pt x="3336" y="94337"/>
                  <a:pt x="3360" y="94337"/>
                  <a:pt x="3360" y="94362"/>
                </a:cubicBezTo>
                <a:cubicBezTo>
                  <a:pt x="3659" y="94810"/>
                  <a:pt x="3933" y="95208"/>
                  <a:pt x="4281" y="95607"/>
                </a:cubicBezTo>
                <a:lnTo>
                  <a:pt x="4331" y="95681"/>
                </a:lnTo>
                <a:cubicBezTo>
                  <a:pt x="4655" y="96079"/>
                  <a:pt x="4978" y="96453"/>
                  <a:pt x="5327" y="96826"/>
                </a:cubicBezTo>
                <a:cubicBezTo>
                  <a:pt x="5451" y="97324"/>
                  <a:pt x="5601" y="97797"/>
                  <a:pt x="5775" y="98245"/>
                </a:cubicBezTo>
                <a:cubicBezTo>
                  <a:pt x="5800" y="98345"/>
                  <a:pt x="5825" y="98469"/>
                  <a:pt x="5850" y="98593"/>
                </a:cubicBezTo>
                <a:cubicBezTo>
                  <a:pt x="6024" y="99041"/>
                  <a:pt x="6173" y="99465"/>
                  <a:pt x="6347" y="99888"/>
                </a:cubicBezTo>
                <a:cubicBezTo>
                  <a:pt x="6422" y="100037"/>
                  <a:pt x="6472" y="100162"/>
                  <a:pt x="6522" y="100311"/>
                </a:cubicBezTo>
                <a:cubicBezTo>
                  <a:pt x="6646" y="100560"/>
                  <a:pt x="6771" y="100809"/>
                  <a:pt x="6895" y="101083"/>
                </a:cubicBezTo>
                <a:cubicBezTo>
                  <a:pt x="6771" y="100908"/>
                  <a:pt x="6646" y="100709"/>
                  <a:pt x="6472" y="100510"/>
                </a:cubicBezTo>
                <a:cubicBezTo>
                  <a:pt x="5924" y="99639"/>
                  <a:pt x="4281" y="96926"/>
                  <a:pt x="3410" y="94661"/>
                </a:cubicBezTo>
                <a:cubicBezTo>
                  <a:pt x="3336" y="94536"/>
                  <a:pt x="3311" y="94412"/>
                  <a:pt x="3236" y="94287"/>
                </a:cubicBezTo>
                <a:close/>
                <a:moveTo>
                  <a:pt x="85823" y="95956"/>
                </a:moveTo>
                <a:cubicBezTo>
                  <a:pt x="85716" y="96047"/>
                  <a:pt x="85609" y="96138"/>
                  <a:pt x="85501" y="96229"/>
                </a:cubicBezTo>
                <a:cubicBezTo>
                  <a:pt x="85476" y="96279"/>
                  <a:pt x="85426" y="96303"/>
                  <a:pt x="85377" y="96353"/>
                </a:cubicBezTo>
                <a:cubicBezTo>
                  <a:pt x="84854" y="96801"/>
                  <a:pt x="84331" y="97224"/>
                  <a:pt x="83833" y="97648"/>
                </a:cubicBezTo>
                <a:cubicBezTo>
                  <a:pt x="83585" y="97822"/>
                  <a:pt x="83361" y="98046"/>
                  <a:pt x="83112" y="98220"/>
                </a:cubicBezTo>
                <a:cubicBezTo>
                  <a:pt x="82589" y="98668"/>
                  <a:pt x="82016" y="99091"/>
                  <a:pt x="81469" y="99514"/>
                </a:cubicBezTo>
                <a:cubicBezTo>
                  <a:pt x="81071" y="99813"/>
                  <a:pt x="80697" y="100087"/>
                  <a:pt x="80274" y="100386"/>
                </a:cubicBezTo>
                <a:lnTo>
                  <a:pt x="79627" y="100834"/>
                </a:lnTo>
                <a:cubicBezTo>
                  <a:pt x="79602" y="100883"/>
                  <a:pt x="79552" y="100883"/>
                  <a:pt x="79527" y="100908"/>
                </a:cubicBezTo>
                <a:cubicBezTo>
                  <a:pt x="79420" y="100994"/>
                  <a:pt x="79332" y="101043"/>
                  <a:pt x="79230" y="101118"/>
                </a:cubicBezTo>
                <a:lnTo>
                  <a:pt x="79230" y="101118"/>
                </a:lnTo>
                <a:cubicBezTo>
                  <a:pt x="79232" y="101103"/>
                  <a:pt x="79237" y="101083"/>
                  <a:pt x="79253" y="101083"/>
                </a:cubicBezTo>
                <a:cubicBezTo>
                  <a:pt x="79552" y="100883"/>
                  <a:pt x="79851" y="100659"/>
                  <a:pt x="80125" y="100435"/>
                </a:cubicBezTo>
                <a:cubicBezTo>
                  <a:pt x="80573" y="100137"/>
                  <a:pt x="80996" y="99813"/>
                  <a:pt x="81394" y="99514"/>
                </a:cubicBezTo>
                <a:cubicBezTo>
                  <a:pt x="81718" y="99290"/>
                  <a:pt x="81991" y="99066"/>
                  <a:pt x="82265" y="98842"/>
                </a:cubicBezTo>
                <a:cubicBezTo>
                  <a:pt x="83385" y="97996"/>
                  <a:pt x="84853" y="96753"/>
                  <a:pt x="85823" y="95956"/>
                </a:cubicBezTo>
                <a:close/>
                <a:moveTo>
                  <a:pt x="79209" y="101134"/>
                </a:moveTo>
                <a:cubicBezTo>
                  <a:pt x="79199" y="101141"/>
                  <a:pt x="79189" y="101149"/>
                  <a:pt x="79179" y="101157"/>
                </a:cubicBezTo>
                <a:cubicBezTo>
                  <a:pt x="79179" y="101157"/>
                  <a:pt x="79179" y="101140"/>
                  <a:pt x="79209" y="101134"/>
                </a:cubicBezTo>
                <a:close/>
                <a:moveTo>
                  <a:pt x="60834" y="101107"/>
                </a:moveTo>
                <a:lnTo>
                  <a:pt x="60834" y="101207"/>
                </a:lnTo>
                <a:cubicBezTo>
                  <a:pt x="60809" y="101207"/>
                  <a:pt x="60809" y="101257"/>
                  <a:pt x="60784" y="101257"/>
                </a:cubicBezTo>
                <a:lnTo>
                  <a:pt x="60784" y="101157"/>
                </a:lnTo>
                <a:cubicBezTo>
                  <a:pt x="60809" y="101157"/>
                  <a:pt x="60809" y="101107"/>
                  <a:pt x="60834" y="101107"/>
                </a:cubicBezTo>
                <a:close/>
                <a:moveTo>
                  <a:pt x="78835" y="101389"/>
                </a:moveTo>
                <a:cubicBezTo>
                  <a:pt x="78826" y="101395"/>
                  <a:pt x="78816" y="101403"/>
                  <a:pt x="78795" y="101405"/>
                </a:cubicBezTo>
                <a:lnTo>
                  <a:pt x="78795" y="101405"/>
                </a:lnTo>
                <a:cubicBezTo>
                  <a:pt x="78807" y="101400"/>
                  <a:pt x="78820" y="101394"/>
                  <a:pt x="78835" y="101389"/>
                </a:cubicBezTo>
                <a:close/>
                <a:moveTo>
                  <a:pt x="13267" y="90678"/>
                </a:moveTo>
                <a:cubicBezTo>
                  <a:pt x="13392" y="90703"/>
                  <a:pt x="13516" y="90728"/>
                  <a:pt x="13640" y="90778"/>
                </a:cubicBezTo>
                <a:cubicBezTo>
                  <a:pt x="13192" y="94586"/>
                  <a:pt x="13367" y="98170"/>
                  <a:pt x="14138" y="101406"/>
                </a:cubicBezTo>
                <a:cubicBezTo>
                  <a:pt x="13815" y="101307"/>
                  <a:pt x="13516" y="101182"/>
                  <a:pt x="13192" y="101083"/>
                </a:cubicBezTo>
                <a:cubicBezTo>
                  <a:pt x="12446" y="97772"/>
                  <a:pt x="12496" y="94188"/>
                  <a:pt x="13267" y="90678"/>
                </a:cubicBezTo>
                <a:close/>
                <a:moveTo>
                  <a:pt x="13790" y="90852"/>
                </a:moveTo>
                <a:cubicBezTo>
                  <a:pt x="13815" y="90852"/>
                  <a:pt x="13815" y="90852"/>
                  <a:pt x="13865" y="90877"/>
                </a:cubicBezTo>
                <a:cubicBezTo>
                  <a:pt x="13443" y="94672"/>
                  <a:pt x="13565" y="98219"/>
                  <a:pt x="14378" y="101470"/>
                </a:cubicBezTo>
                <a:lnTo>
                  <a:pt x="14378" y="101470"/>
                </a:lnTo>
                <a:cubicBezTo>
                  <a:pt x="14367" y="101456"/>
                  <a:pt x="14345" y="101456"/>
                  <a:pt x="14313" y="101456"/>
                </a:cubicBezTo>
                <a:cubicBezTo>
                  <a:pt x="13541" y="98220"/>
                  <a:pt x="13392" y="94661"/>
                  <a:pt x="13790" y="90852"/>
                </a:cubicBezTo>
                <a:close/>
                <a:moveTo>
                  <a:pt x="78768" y="101419"/>
                </a:moveTo>
                <a:lnTo>
                  <a:pt x="78681" y="101506"/>
                </a:lnTo>
                <a:lnTo>
                  <a:pt x="78681" y="101456"/>
                </a:lnTo>
                <a:cubicBezTo>
                  <a:pt x="78718" y="101443"/>
                  <a:pt x="78743" y="101431"/>
                  <a:pt x="78768" y="101419"/>
                </a:cubicBezTo>
                <a:close/>
                <a:moveTo>
                  <a:pt x="33827" y="99091"/>
                </a:moveTo>
                <a:cubicBezTo>
                  <a:pt x="33827" y="99141"/>
                  <a:pt x="33827" y="99141"/>
                  <a:pt x="33852" y="99166"/>
                </a:cubicBezTo>
                <a:cubicBezTo>
                  <a:pt x="33678" y="99241"/>
                  <a:pt x="33504" y="99340"/>
                  <a:pt x="33329" y="99440"/>
                </a:cubicBezTo>
                <a:cubicBezTo>
                  <a:pt x="33031" y="99589"/>
                  <a:pt x="32707" y="99788"/>
                  <a:pt x="32408" y="99938"/>
                </a:cubicBezTo>
                <a:lnTo>
                  <a:pt x="31562" y="100311"/>
                </a:lnTo>
                <a:cubicBezTo>
                  <a:pt x="31214" y="100460"/>
                  <a:pt x="30915" y="100610"/>
                  <a:pt x="30566" y="100734"/>
                </a:cubicBezTo>
                <a:cubicBezTo>
                  <a:pt x="30318" y="100834"/>
                  <a:pt x="30044" y="100933"/>
                  <a:pt x="29745" y="101033"/>
                </a:cubicBezTo>
                <a:cubicBezTo>
                  <a:pt x="29372" y="101157"/>
                  <a:pt x="29048" y="101307"/>
                  <a:pt x="28675" y="101406"/>
                </a:cubicBezTo>
                <a:cubicBezTo>
                  <a:pt x="28509" y="101456"/>
                  <a:pt x="28342" y="101495"/>
                  <a:pt x="28161" y="101537"/>
                </a:cubicBezTo>
                <a:lnTo>
                  <a:pt x="28161" y="101537"/>
                </a:lnTo>
                <a:cubicBezTo>
                  <a:pt x="28330" y="101489"/>
                  <a:pt x="28497" y="101444"/>
                  <a:pt x="28650" y="101406"/>
                </a:cubicBezTo>
                <a:cubicBezTo>
                  <a:pt x="28949" y="101307"/>
                  <a:pt x="29222" y="101207"/>
                  <a:pt x="29496" y="101083"/>
                </a:cubicBezTo>
                <a:cubicBezTo>
                  <a:pt x="29845" y="100958"/>
                  <a:pt x="30218" y="100834"/>
                  <a:pt x="30566" y="100709"/>
                </a:cubicBezTo>
                <a:cubicBezTo>
                  <a:pt x="30815" y="100635"/>
                  <a:pt x="31064" y="100510"/>
                  <a:pt x="31313" y="100386"/>
                </a:cubicBezTo>
                <a:cubicBezTo>
                  <a:pt x="31687" y="100211"/>
                  <a:pt x="32060" y="100062"/>
                  <a:pt x="32408" y="99863"/>
                </a:cubicBezTo>
                <a:cubicBezTo>
                  <a:pt x="32608" y="99763"/>
                  <a:pt x="32832" y="99614"/>
                  <a:pt x="33056" y="99539"/>
                </a:cubicBezTo>
                <a:cubicBezTo>
                  <a:pt x="33304" y="99415"/>
                  <a:pt x="33578" y="99241"/>
                  <a:pt x="33827" y="99091"/>
                </a:cubicBezTo>
                <a:close/>
                <a:moveTo>
                  <a:pt x="78905" y="98494"/>
                </a:moveTo>
                <a:cubicBezTo>
                  <a:pt x="78955" y="98593"/>
                  <a:pt x="78955" y="98693"/>
                  <a:pt x="78955" y="98793"/>
                </a:cubicBezTo>
                <a:cubicBezTo>
                  <a:pt x="78955" y="98867"/>
                  <a:pt x="78980" y="98967"/>
                  <a:pt x="78980" y="99066"/>
                </a:cubicBezTo>
                <a:cubicBezTo>
                  <a:pt x="78980" y="99166"/>
                  <a:pt x="79005" y="99241"/>
                  <a:pt x="79005" y="99340"/>
                </a:cubicBezTo>
                <a:lnTo>
                  <a:pt x="79005" y="99589"/>
                </a:lnTo>
                <a:lnTo>
                  <a:pt x="79005" y="99838"/>
                </a:lnTo>
                <a:lnTo>
                  <a:pt x="79005" y="100062"/>
                </a:lnTo>
                <a:cubicBezTo>
                  <a:pt x="79005" y="100112"/>
                  <a:pt x="79005" y="100211"/>
                  <a:pt x="78980" y="100286"/>
                </a:cubicBezTo>
                <a:cubicBezTo>
                  <a:pt x="78980" y="100336"/>
                  <a:pt x="78955" y="100410"/>
                  <a:pt x="78955" y="100485"/>
                </a:cubicBezTo>
                <a:cubicBezTo>
                  <a:pt x="78905" y="100535"/>
                  <a:pt x="78880" y="100585"/>
                  <a:pt x="78880" y="100659"/>
                </a:cubicBezTo>
                <a:cubicBezTo>
                  <a:pt x="78855" y="100709"/>
                  <a:pt x="78830" y="100809"/>
                  <a:pt x="78830" y="100883"/>
                </a:cubicBezTo>
                <a:cubicBezTo>
                  <a:pt x="78830" y="100908"/>
                  <a:pt x="78781" y="100933"/>
                  <a:pt x="78781" y="101008"/>
                </a:cubicBezTo>
                <a:cubicBezTo>
                  <a:pt x="78756" y="101083"/>
                  <a:pt x="78681" y="101182"/>
                  <a:pt x="78631" y="101282"/>
                </a:cubicBezTo>
                <a:cubicBezTo>
                  <a:pt x="78606" y="101331"/>
                  <a:pt x="78532" y="101381"/>
                  <a:pt x="78482" y="101431"/>
                </a:cubicBezTo>
                <a:cubicBezTo>
                  <a:pt x="78407" y="101456"/>
                  <a:pt x="78357" y="101531"/>
                  <a:pt x="78308" y="101555"/>
                </a:cubicBezTo>
                <a:cubicBezTo>
                  <a:pt x="78127" y="101650"/>
                  <a:pt x="77906" y="101697"/>
                  <a:pt x="77651" y="101697"/>
                </a:cubicBezTo>
                <a:cubicBezTo>
                  <a:pt x="77097" y="101697"/>
                  <a:pt x="76379" y="101476"/>
                  <a:pt x="75545" y="101033"/>
                </a:cubicBezTo>
                <a:cubicBezTo>
                  <a:pt x="76715" y="100211"/>
                  <a:pt x="77835" y="99365"/>
                  <a:pt x="78905" y="98494"/>
                </a:cubicBezTo>
                <a:close/>
                <a:moveTo>
                  <a:pt x="27535" y="101708"/>
                </a:moveTo>
                <a:cubicBezTo>
                  <a:pt x="27457" y="101731"/>
                  <a:pt x="27379" y="101753"/>
                  <a:pt x="27301" y="101774"/>
                </a:cubicBezTo>
                <a:lnTo>
                  <a:pt x="27301" y="101774"/>
                </a:lnTo>
                <a:cubicBezTo>
                  <a:pt x="27378" y="101750"/>
                  <a:pt x="27456" y="101727"/>
                  <a:pt x="27535" y="101708"/>
                </a:cubicBezTo>
                <a:close/>
                <a:moveTo>
                  <a:pt x="78507" y="101630"/>
                </a:moveTo>
                <a:lnTo>
                  <a:pt x="78507" y="101655"/>
                </a:lnTo>
                <a:cubicBezTo>
                  <a:pt x="78507" y="101655"/>
                  <a:pt x="78457" y="101705"/>
                  <a:pt x="78382" y="101755"/>
                </a:cubicBezTo>
                <a:cubicBezTo>
                  <a:pt x="78357" y="101755"/>
                  <a:pt x="78357" y="101779"/>
                  <a:pt x="78333" y="101779"/>
                </a:cubicBezTo>
                <a:cubicBezTo>
                  <a:pt x="78283" y="101779"/>
                  <a:pt x="78258" y="101804"/>
                  <a:pt x="78233" y="101804"/>
                </a:cubicBezTo>
                <a:cubicBezTo>
                  <a:pt x="78217" y="101821"/>
                  <a:pt x="78190" y="101826"/>
                  <a:pt x="78159" y="101842"/>
                </a:cubicBezTo>
                <a:lnTo>
                  <a:pt x="78159" y="101842"/>
                </a:lnTo>
                <a:lnTo>
                  <a:pt x="78382" y="101680"/>
                </a:lnTo>
                <a:cubicBezTo>
                  <a:pt x="78407" y="101655"/>
                  <a:pt x="78482" y="101655"/>
                  <a:pt x="78507" y="101630"/>
                </a:cubicBezTo>
                <a:close/>
                <a:moveTo>
                  <a:pt x="75296" y="101107"/>
                </a:moveTo>
                <a:cubicBezTo>
                  <a:pt x="75370" y="101157"/>
                  <a:pt x="75395" y="101182"/>
                  <a:pt x="75470" y="101207"/>
                </a:cubicBezTo>
                <a:cubicBezTo>
                  <a:pt x="75520" y="101257"/>
                  <a:pt x="75545" y="101282"/>
                  <a:pt x="75619" y="101282"/>
                </a:cubicBezTo>
                <a:cubicBezTo>
                  <a:pt x="75719" y="101307"/>
                  <a:pt x="75794" y="101381"/>
                  <a:pt x="75868" y="101406"/>
                </a:cubicBezTo>
                <a:cubicBezTo>
                  <a:pt x="75918" y="101431"/>
                  <a:pt x="76018" y="101456"/>
                  <a:pt x="76092" y="101481"/>
                </a:cubicBezTo>
                <a:cubicBezTo>
                  <a:pt x="76142" y="101531"/>
                  <a:pt x="76167" y="101531"/>
                  <a:pt x="76242" y="101555"/>
                </a:cubicBezTo>
                <a:lnTo>
                  <a:pt x="76515" y="101655"/>
                </a:lnTo>
                <a:lnTo>
                  <a:pt x="76540" y="101655"/>
                </a:lnTo>
                <a:cubicBezTo>
                  <a:pt x="76914" y="101779"/>
                  <a:pt x="77262" y="101829"/>
                  <a:pt x="77586" y="101829"/>
                </a:cubicBezTo>
                <a:cubicBezTo>
                  <a:pt x="77636" y="101829"/>
                  <a:pt x="77710" y="101829"/>
                  <a:pt x="77760" y="101804"/>
                </a:cubicBezTo>
                <a:lnTo>
                  <a:pt x="77760" y="101804"/>
                </a:lnTo>
                <a:cubicBezTo>
                  <a:pt x="77735" y="101829"/>
                  <a:pt x="77710" y="101829"/>
                  <a:pt x="77660" y="101854"/>
                </a:cubicBezTo>
                <a:cubicBezTo>
                  <a:pt x="77574" y="101869"/>
                  <a:pt x="77483" y="101876"/>
                  <a:pt x="77388" y="101876"/>
                </a:cubicBezTo>
                <a:cubicBezTo>
                  <a:pt x="76823" y="101876"/>
                  <a:pt x="76102" y="101626"/>
                  <a:pt x="75271" y="101157"/>
                </a:cubicBezTo>
                <a:lnTo>
                  <a:pt x="75296" y="101107"/>
                </a:lnTo>
                <a:close/>
                <a:moveTo>
                  <a:pt x="24966" y="91748"/>
                </a:moveTo>
                <a:cubicBezTo>
                  <a:pt x="24468" y="95457"/>
                  <a:pt x="24543" y="98917"/>
                  <a:pt x="25339" y="102053"/>
                </a:cubicBezTo>
                <a:lnTo>
                  <a:pt x="25265" y="102053"/>
                </a:lnTo>
                <a:cubicBezTo>
                  <a:pt x="24493" y="98917"/>
                  <a:pt x="24393" y="95457"/>
                  <a:pt x="24891" y="91748"/>
                </a:cubicBezTo>
                <a:close/>
                <a:moveTo>
                  <a:pt x="32060" y="90379"/>
                </a:moveTo>
                <a:cubicBezTo>
                  <a:pt x="32259" y="93242"/>
                  <a:pt x="32856" y="96179"/>
                  <a:pt x="33802" y="98967"/>
                </a:cubicBezTo>
                <a:cubicBezTo>
                  <a:pt x="33553" y="99141"/>
                  <a:pt x="33304" y="99266"/>
                  <a:pt x="33056" y="99390"/>
                </a:cubicBezTo>
                <a:cubicBezTo>
                  <a:pt x="32807" y="99514"/>
                  <a:pt x="32558" y="99664"/>
                  <a:pt x="32309" y="99788"/>
                </a:cubicBezTo>
                <a:cubicBezTo>
                  <a:pt x="31960" y="99938"/>
                  <a:pt x="31612" y="100087"/>
                  <a:pt x="31313" y="100261"/>
                </a:cubicBezTo>
                <a:cubicBezTo>
                  <a:pt x="31014" y="100386"/>
                  <a:pt x="30790" y="100510"/>
                  <a:pt x="30492" y="100585"/>
                </a:cubicBezTo>
                <a:cubicBezTo>
                  <a:pt x="30168" y="100709"/>
                  <a:pt x="29845" y="100834"/>
                  <a:pt x="29496" y="100958"/>
                </a:cubicBezTo>
                <a:cubicBezTo>
                  <a:pt x="29222" y="101058"/>
                  <a:pt x="28924" y="101182"/>
                  <a:pt x="28625" y="101282"/>
                </a:cubicBezTo>
                <a:cubicBezTo>
                  <a:pt x="28326" y="101381"/>
                  <a:pt x="27978" y="101456"/>
                  <a:pt x="27679" y="101555"/>
                </a:cubicBezTo>
                <a:cubicBezTo>
                  <a:pt x="27355" y="101655"/>
                  <a:pt x="27057" y="101755"/>
                  <a:pt x="26733" y="101804"/>
                </a:cubicBezTo>
                <a:lnTo>
                  <a:pt x="25812" y="102004"/>
                </a:lnTo>
                <a:cubicBezTo>
                  <a:pt x="25713" y="102028"/>
                  <a:pt x="25638" y="102028"/>
                  <a:pt x="25538" y="102053"/>
                </a:cubicBezTo>
                <a:cubicBezTo>
                  <a:pt x="24742" y="98892"/>
                  <a:pt x="24617" y="95432"/>
                  <a:pt x="25140" y="91724"/>
                </a:cubicBezTo>
                <a:cubicBezTo>
                  <a:pt x="27355" y="91475"/>
                  <a:pt x="29695" y="91002"/>
                  <a:pt x="32060" y="90379"/>
                </a:cubicBezTo>
                <a:close/>
                <a:moveTo>
                  <a:pt x="25538" y="102103"/>
                </a:moveTo>
                <a:cubicBezTo>
                  <a:pt x="25588" y="102128"/>
                  <a:pt x="25638" y="102134"/>
                  <a:pt x="25688" y="102134"/>
                </a:cubicBezTo>
                <a:cubicBezTo>
                  <a:pt x="25702" y="102134"/>
                  <a:pt x="25716" y="102134"/>
                  <a:pt x="25730" y="102133"/>
                </a:cubicBezTo>
                <a:lnTo>
                  <a:pt x="25730" y="102133"/>
                </a:lnTo>
                <a:cubicBezTo>
                  <a:pt x="25662" y="102150"/>
                  <a:pt x="25595" y="102166"/>
                  <a:pt x="25538" y="102178"/>
                </a:cubicBezTo>
                <a:lnTo>
                  <a:pt x="25538" y="102153"/>
                </a:lnTo>
                <a:lnTo>
                  <a:pt x="25538" y="102103"/>
                </a:lnTo>
                <a:close/>
                <a:moveTo>
                  <a:pt x="33927" y="99365"/>
                </a:moveTo>
                <a:cubicBezTo>
                  <a:pt x="34076" y="99838"/>
                  <a:pt x="34275" y="100311"/>
                  <a:pt x="34449" y="100784"/>
                </a:cubicBezTo>
                <a:cubicBezTo>
                  <a:pt x="31459" y="101575"/>
                  <a:pt x="28517" y="102145"/>
                  <a:pt x="25771" y="102396"/>
                </a:cubicBezTo>
                <a:lnTo>
                  <a:pt x="25771" y="102396"/>
                </a:lnTo>
                <a:cubicBezTo>
                  <a:pt x="25797" y="102391"/>
                  <a:pt x="25824" y="102378"/>
                  <a:pt x="25837" y="102352"/>
                </a:cubicBezTo>
                <a:lnTo>
                  <a:pt x="26758" y="102178"/>
                </a:lnTo>
                <a:lnTo>
                  <a:pt x="27804" y="101904"/>
                </a:lnTo>
                <a:cubicBezTo>
                  <a:pt x="28102" y="101804"/>
                  <a:pt x="28376" y="101730"/>
                  <a:pt x="28700" y="101655"/>
                </a:cubicBezTo>
                <a:cubicBezTo>
                  <a:pt x="29048" y="101555"/>
                  <a:pt x="29347" y="101431"/>
                  <a:pt x="29695" y="101307"/>
                </a:cubicBezTo>
                <a:cubicBezTo>
                  <a:pt x="29994" y="101182"/>
                  <a:pt x="30318" y="101083"/>
                  <a:pt x="30591" y="100958"/>
                </a:cubicBezTo>
                <a:cubicBezTo>
                  <a:pt x="30915" y="100834"/>
                  <a:pt x="31189" y="100684"/>
                  <a:pt x="31487" y="100560"/>
                </a:cubicBezTo>
                <a:cubicBezTo>
                  <a:pt x="31811" y="100435"/>
                  <a:pt x="32110" y="100286"/>
                  <a:pt x="32433" y="100162"/>
                </a:cubicBezTo>
                <a:cubicBezTo>
                  <a:pt x="32707" y="99987"/>
                  <a:pt x="32981" y="99838"/>
                  <a:pt x="33280" y="99714"/>
                </a:cubicBezTo>
                <a:cubicBezTo>
                  <a:pt x="33479" y="99589"/>
                  <a:pt x="33703" y="99490"/>
                  <a:pt x="33927" y="99365"/>
                </a:cubicBezTo>
                <a:close/>
                <a:moveTo>
                  <a:pt x="14039" y="90927"/>
                </a:moveTo>
                <a:lnTo>
                  <a:pt x="14039" y="90927"/>
                </a:lnTo>
                <a:cubicBezTo>
                  <a:pt x="16229" y="91574"/>
                  <a:pt x="18644" y="91948"/>
                  <a:pt x="21282" y="91948"/>
                </a:cubicBezTo>
                <a:cubicBezTo>
                  <a:pt x="22377" y="91948"/>
                  <a:pt x="23522" y="91873"/>
                  <a:pt x="24692" y="91748"/>
                </a:cubicBezTo>
                <a:lnTo>
                  <a:pt x="24692" y="91748"/>
                </a:lnTo>
                <a:cubicBezTo>
                  <a:pt x="24194" y="95457"/>
                  <a:pt x="24269" y="98942"/>
                  <a:pt x="25041" y="102053"/>
                </a:cubicBezTo>
                <a:cubicBezTo>
                  <a:pt x="24916" y="102078"/>
                  <a:pt x="24841" y="102128"/>
                  <a:pt x="24717" y="102128"/>
                </a:cubicBezTo>
                <a:cubicBezTo>
                  <a:pt x="24418" y="102153"/>
                  <a:pt x="24145" y="102178"/>
                  <a:pt x="23846" y="102203"/>
                </a:cubicBezTo>
                <a:cubicBezTo>
                  <a:pt x="23472" y="102252"/>
                  <a:pt x="23099" y="102302"/>
                  <a:pt x="22726" y="102327"/>
                </a:cubicBezTo>
                <a:cubicBezTo>
                  <a:pt x="22552" y="102327"/>
                  <a:pt x="22402" y="102327"/>
                  <a:pt x="22253" y="102377"/>
                </a:cubicBezTo>
                <a:cubicBezTo>
                  <a:pt x="21780" y="102427"/>
                  <a:pt x="21282" y="102427"/>
                  <a:pt x="20759" y="102427"/>
                </a:cubicBezTo>
                <a:cubicBezTo>
                  <a:pt x="20137" y="102427"/>
                  <a:pt x="19540" y="102402"/>
                  <a:pt x="18917" y="102377"/>
                </a:cubicBezTo>
                <a:cubicBezTo>
                  <a:pt x="17399" y="102203"/>
                  <a:pt x="15980" y="101929"/>
                  <a:pt x="14611" y="101531"/>
                </a:cubicBezTo>
                <a:cubicBezTo>
                  <a:pt x="13790" y="98295"/>
                  <a:pt x="13640" y="94710"/>
                  <a:pt x="14039" y="90927"/>
                </a:cubicBezTo>
                <a:close/>
                <a:moveTo>
                  <a:pt x="6744" y="100357"/>
                </a:moveTo>
                <a:lnTo>
                  <a:pt x="6744" y="100357"/>
                </a:lnTo>
                <a:cubicBezTo>
                  <a:pt x="6861" y="100590"/>
                  <a:pt x="6977" y="100823"/>
                  <a:pt x="7094" y="101033"/>
                </a:cubicBezTo>
                <a:cubicBezTo>
                  <a:pt x="7268" y="101307"/>
                  <a:pt x="7393" y="101580"/>
                  <a:pt x="7542" y="101879"/>
                </a:cubicBezTo>
                <a:cubicBezTo>
                  <a:pt x="7660" y="102068"/>
                  <a:pt x="7778" y="102278"/>
                  <a:pt x="7896" y="102469"/>
                </a:cubicBezTo>
                <a:lnTo>
                  <a:pt x="7896" y="102469"/>
                </a:lnTo>
                <a:cubicBezTo>
                  <a:pt x="7838" y="102403"/>
                  <a:pt x="7772" y="102330"/>
                  <a:pt x="7716" y="102252"/>
                </a:cubicBezTo>
                <a:lnTo>
                  <a:pt x="7443" y="101779"/>
                </a:lnTo>
                <a:cubicBezTo>
                  <a:pt x="7393" y="101680"/>
                  <a:pt x="7318" y="101555"/>
                  <a:pt x="7293" y="101431"/>
                </a:cubicBezTo>
                <a:cubicBezTo>
                  <a:pt x="7099" y="101086"/>
                  <a:pt x="6905" y="100723"/>
                  <a:pt x="6744" y="100357"/>
                </a:cubicBezTo>
                <a:close/>
                <a:moveTo>
                  <a:pt x="25115" y="102252"/>
                </a:moveTo>
                <a:lnTo>
                  <a:pt x="25115" y="102302"/>
                </a:lnTo>
                <a:cubicBezTo>
                  <a:pt x="24991" y="102327"/>
                  <a:pt x="24866" y="102352"/>
                  <a:pt x="24742" y="102352"/>
                </a:cubicBezTo>
                <a:cubicBezTo>
                  <a:pt x="24468" y="102402"/>
                  <a:pt x="24145" y="102427"/>
                  <a:pt x="23871" y="102452"/>
                </a:cubicBezTo>
                <a:cubicBezTo>
                  <a:pt x="23771" y="102452"/>
                  <a:pt x="23647" y="102501"/>
                  <a:pt x="23572" y="102501"/>
                </a:cubicBezTo>
                <a:cubicBezTo>
                  <a:pt x="23382" y="102501"/>
                  <a:pt x="23207" y="102501"/>
                  <a:pt x="23024" y="102512"/>
                </a:cubicBezTo>
                <a:lnTo>
                  <a:pt x="23024" y="102512"/>
                </a:lnTo>
                <a:cubicBezTo>
                  <a:pt x="23359" y="102480"/>
                  <a:pt x="23680" y="102423"/>
                  <a:pt x="24020" y="102402"/>
                </a:cubicBezTo>
                <a:cubicBezTo>
                  <a:pt x="24269" y="102377"/>
                  <a:pt x="24493" y="102327"/>
                  <a:pt x="24742" y="102302"/>
                </a:cubicBezTo>
                <a:cubicBezTo>
                  <a:pt x="24891" y="102302"/>
                  <a:pt x="24991" y="102277"/>
                  <a:pt x="25115" y="102252"/>
                </a:cubicBezTo>
                <a:close/>
                <a:moveTo>
                  <a:pt x="25464" y="102576"/>
                </a:moveTo>
                <a:cubicBezTo>
                  <a:pt x="25489" y="102626"/>
                  <a:pt x="25489" y="102651"/>
                  <a:pt x="25489" y="102676"/>
                </a:cubicBezTo>
                <a:lnTo>
                  <a:pt x="25439" y="102676"/>
                </a:lnTo>
                <a:cubicBezTo>
                  <a:pt x="25439" y="102651"/>
                  <a:pt x="25389" y="102626"/>
                  <a:pt x="25389" y="102576"/>
                </a:cubicBezTo>
                <a:close/>
                <a:moveTo>
                  <a:pt x="34524" y="100958"/>
                </a:moveTo>
                <a:cubicBezTo>
                  <a:pt x="34524" y="101008"/>
                  <a:pt x="34549" y="101033"/>
                  <a:pt x="34549" y="101058"/>
                </a:cubicBezTo>
                <a:cubicBezTo>
                  <a:pt x="31463" y="101904"/>
                  <a:pt x="28500" y="102427"/>
                  <a:pt x="25663" y="102676"/>
                </a:cubicBezTo>
                <a:cubicBezTo>
                  <a:pt x="25663" y="102651"/>
                  <a:pt x="25638" y="102626"/>
                  <a:pt x="25638" y="102576"/>
                </a:cubicBezTo>
                <a:cubicBezTo>
                  <a:pt x="28476" y="102327"/>
                  <a:pt x="31438" y="101779"/>
                  <a:pt x="34524" y="100958"/>
                </a:cubicBezTo>
                <a:close/>
                <a:moveTo>
                  <a:pt x="16503" y="102228"/>
                </a:moveTo>
                <a:cubicBezTo>
                  <a:pt x="16827" y="102302"/>
                  <a:pt x="17175" y="102327"/>
                  <a:pt x="17524" y="102402"/>
                </a:cubicBezTo>
                <a:cubicBezTo>
                  <a:pt x="17573" y="102402"/>
                  <a:pt x="17648" y="102427"/>
                  <a:pt x="17673" y="102427"/>
                </a:cubicBezTo>
                <a:cubicBezTo>
                  <a:pt x="18071" y="102476"/>
                  <a:pt x="18519" y="102526"/>
                  <a:pt x="18967" y="102551"/>
                </a:cubicBezTo>
                <a:cubicBezTo>
                  <a:pt x="19540" y="102626"/>
                  <a:pt x="20162" y="102676"/>
                  <a:pt x="20784" y="102700"/>
                </a:cubicBezTo>
                <a:lnTo>
                  <a:pt x="20759" y="102700"/>
                </a:lnTo>
                <a:cubicBezTo>
                  <a:pt x="20386" y="102700"/>
                  <a:pt x="20038" y="102700"/>
                  <a:pt x="19664" y="102676"/>
                </a:cubicBezTo>
                <a:cubicBezTo>
                  <a:pt x="19490" y="102676"/>
                  <a:pt x="19291" y="102651"/>
                  <a:pt x="19117" y="102651"/>
                </a:cubicBezTo>
                <a:cubicBezTo>
                  <a:pt x="19017" y="102651"/>
                  <a:pt x="18917" y="102651"/>
                  <a:pt x="18818" y="102601"/>
                </a:cubicBezTo>
                <a:cubicBezTo>
                  <a:pt x="18021" y="102526"/>
                  <a:pt x="17250" y="102402"/>
                  <a:pt x="16503" y="102228"/>
                </a:cubicBezTo>
                <a:close/>
                <a:moveTo>
                  <a:pt x="25215" y="102626"/>
                </a:moveTo>
                <a:cubicBezTo>
                  <a:pt x="25215" y="102651"/>
                  <a:pt x="25240" y="102676"/>
                  <a:pt x="25240" y="102700"/>
                </a:cubicBezTo>
                <a:cubicBezTo>
                  <a:pt x="24393" y="102775"/>
                  <a:pt x="23597" y="102800"/>
                  <a:pt x="22776" y="102800"/>
                </a:cubicBezTo>
                <a:lnTo>
                  <a:pt x="23622" y="102700"/>
                </a:lnTo>
                <a:lnTo>
                  <a:pt x="25215" y="102626"/>
                </a:lnTo>
                <a:close/>
                <a:moveTo>
                  <a:pt x="2593" y="92982"/>
                </a:moveTo>
                <a:cubicBezTo>
                  <a:pt x="2596" y="92988"/>
                  <a:pt x="2602" y="92993"/>
                  <a:pt x="2614" y="92993"/>
                </a:cubicBezTo>
                <a:cubicBezTo>
                  <a:pt x="2639" y="93068"/>
                  <a:pt x="2688" y="93093"/>
                  <a:pt x="2688" y="93167"/>
                </a:cubicBezTo>
                <a:cubicBezTo>
                  <a:pt x="2713" y="93217"/>
                  <a:pt x="2738" y="93267"/>
                  <a:pt x="2763" y="93366"/>
                </a:cubicBezTo>
                <a:cubicBezTo>
                  <a:pt x="2937" y="93839"/>
                  <a:pt x="3112" y="94312"/>
                  <a:pt x="3261" y="94710"/>
                </a:cubicBezTo>
                <a:cubicBezTo>
                  <a:pt x="4132" y="96976"/>
                  <a:pt x="5800" y="99714"/>
                  <a:pt x="6347" y="100585"/>
                </a:cubicBezTo>
                <a:cubicBezTo>
                  <a:pt x="6771" y="101207"/>
                  <a:pt x="7194" y="101804"/>
                  <a:pt x="7567" y="102327"/>
                </a:cubicBezTo>
                <a:cubicBezTo>
                  <a:pt x="7642" y="102427"/>
                  <a:pt x="7692" y="102526"/>
                  <a:pt x="7716" y="102651"/>
                </a:cubicBezTo>
                <a:lnTo>
                  <a:pt x="7766" y="102651"/>
                </a:lnTo>
                <a:cubicBezTo>
                  <a:pt x="7791" y="102700"/>
                  <a:pt x="7816" y="102775"/>
                  <a:pt x="7891" y="102825"/>
                </a:cubicBezTo>
                <a:cubicBezTo>
                  <a:pt x="7891" y="102875"/>
                  <a:pt x="7916" y="102875"/>
                  <a:pt x="7916" y="102900"/>
                </a:cubicBezTo>
                <a:cubicBezTo>
                  <a:pt x="7841" y="102800"/>
                  <a:pt x="7791" y="102700"/>
                  <a:pt x="7716" y="102651"/>
                </a:cubicBezTo>
                <a:cubicBezTo>
                  <a:pt x="7692" y="102626"/>
                  <a:pt x="7667" y="102576"/>
                  <a:pt x="7667" y="102551"/>
                </a:cubicBezTo>
                <a:cubicBezTo>
                  <a:pt x="7467" y="102302"/>
                  <a:pt x="7268" y="102028"/>
                  <a:pt x="7069" y="101730"/>
                </a:cubicBezTo>
                <a:cubicBezTo>
                  <a:pt x="6820" y="101381"/>
                  <a:pt x="6571" y="101033"/>
                  <a:pt x="6323" y="100659"/>
                </a:cubicBezTo>
                <a:cubicBezTo>
                  <a:pt x="6323" y="100659"/>
                  <a:pt x="6323" y="100610"/>
                  <a:pt x="6298" y="100610"/>
                </a:cubicBezTo>
                <a:lnTo>
                  <a:pt x="6298" y="100585"/>
                </a:lnTo>
                <a:lnTo>
                  <a:pt x="5825" y="99838"/>
                </a:lnTo>
                <a:cubicBezTo>
                  <a:pt x="5352" y="99066"/>
                  <a:pt x="4705" y="97921"/>
                  <a:pt x="4107" y="96727"/>
                </a:cubicBezTo>
                <a:cubicBezTo>
                  <a:pt x="3983" y="96478"/>
                  <a:pt x="3858" y="96229"/>
                  <a:pt x="3784" y="95980"/>
                </a:cubicBezTo>
                <a:cubicBezTo>
                  <a:pt x="3709" y="95831"/>
                  <a:pt x="3609" y="95681"/>
                  <a:pt x="3560" y="95557"/>
                </a:cubicBezTo>
                <a:cubicBezTo>
                  <a:pt x="3435" y="95283"/>
                  <a:pt x="3336" y="95034"/>
                  <a:pt x="3211" y="94760"/>
                </a:cubicBezTo>
                <a:lnTo>
                  <a:pt x="3211" y="94735"/>
                </a:lnTo>
                <a:cubicBezTo>
                  <a:pt x="2989" y="94217"/>
                  <a:pt x="2766" y="93600"/>
                  <a:pt x="2593" y="92982"/>
                </a:cubicBezTo>
                <a:close/>
                <a:moveTo>
                  <a:pt x="43311" y="98170"/>
                </a:moveTo>
                <a:cubicBezTo>
                  <a:pt x="42514" y="99589"/>
                  <a:pt x="41543" y="101008"/>
                  <a:pt x="40423" y="102277"/>
                </a:cubicBezTo>
                <a:lnTo>
                  <a:pt x="40423" y="102302"/>
                </a:lnTo>
                <a:cubicBezTo>
                  <a:pt x="40050" y="102700"/>
                  <a:pt x="39677" y="103124"/>
                  <a:pt x="39303" y="103497"/>
                </a:cubicBezTo>
                <a:lnTo>
                  <a:pt x="39179" y="103621"/>
                </a:lnTo>
                <a:lnTo>
                  <a:pt x="39054" y="103497"/>
                </a:lnTo>
                <a:cubicBezTo>
                  <a:pt x="38781" y="103173"/>
                  <a:pt x="38482" y="102825"/>
                  <a:pt x="38258" y="102501"/>
                </a:cubicBezTo>
                <a:cubicBezTo>
                  <a:pt x="38208" y="102452"/>
                  <a:pt x="38183" y="102402"/>
                  <a:pt x="38158" y="102377"/>
                </a:cubicBezTo>
                <a:cubicBezTo>
                  <a:pt x="38133" y="102327"/>
                  <a:pt x="38133" y="102302"/>
                  <a:pt x="38084" y="102277"/>
                </a:cubicBezTo>
                <a:cubicBezTo>
                  <a:pt x="37810" y="101904"/>
                  <a:pt x="37586" y="101506"/>
                  <a:pt x="37337" y="101083"/>
                </a:cubicBezTo>
                <a:cubicBezTo>
                  <a:pt x="37287" y="101008"/>
                  <a:pt x="37237" y="100908"/>
                  <a:pt x="37187" y="100784"/>
                </a:cubicBezTo>
                <a:cubicBezTo>
                  <a:pt x="37138" y="100684"/>
                  <a:pt x="37088" y="100585"/>
                  <a:pt x="37063" y="100460"/>
                </a:cubicBezTo>
                <a:cubicBezTo>
                  <a:pt x="39104" y="99813"/>
                  <a:pt x="41195" y="99041"/>
                  <a:pt x="43311" y="98170"/>
                </a:cubicBezTo>
                <a:close/>
                <a:moveTo>
                  <a:pt x="36839" y="100560"/>
                </a:moveTo>
                <a:lnTo>
                  <a:pt x="36839" y="100560"/>
                </a:lnTo>
                <a:cubicBezTo>
                  <a:pt x="36939" y="100709"/>
                  <a:pt x="37038" y="100883"/>
                  <a:pt x="37088" y="101008"/>
                </a:cubicBezTo>
                <a:cubicBezTo>
                  <a:pt x="37138" y="101058"/>
                  <a:pt x="37163" y="101083"/>
                  <a:pt x="37163" y="101157"/>
                </a:cubicBezTo>
                <a:cubicBezTo>
                  <a:pt x="37163" y="101182"/>
                  <a:pt x="37187" y="101207"/>
                  <a:pt x="37187" y="101207"/>
                </a:cubicBezTo>
                <a:cubicBezTo>
                  <a:pt x="37212" y="101282"/>
                  <a:pt x="37237" y="101331"/>
                  <a:pt x="37287" y="101381"/>
                </a:cubicBezTo>
                <a:cubicBezTo>
                  <a:pt x="37387" y="101531"/>
                  <a:pt x="37436" y="101655"/>
                  <a:pt x="37536" y="101779"/>
                </a:cubicBezTo>
                <a:cubicBezTo>
                  <a:pt x="37536" y="101804"/>
                  <a:pt x="37561" y="101804"/>
                  <a:pt x="37561" y="101829"/>
                </a:cubicBezTo>
                <a:cubicBezTo>
                  <a:pt x="37586" y="101879"/>
                  <a:pt x="37586" y="101904"/>
                  <a:pt x="37636" y="101929"/>
                </a:cubicBezTo>
                <a:cubicBezTo>
                  <a:pt x="37660" y="101954"/>
                  <a:pt x="37685" y="102028"/>
                  <a:pt x="37710" y="102053"/>
                </a:cubicBezTo>
                <a:cubicBezTo>
                  <a:pt x="37785" y="102178"/>
                  <a:pt x="37884" y="102277"/>
                  <a:pt x="37934" y="102402"/>
                </a:cubicBezTo>
                <a:cubicBezTo>
                  <a:pt x="37959" y="102427"/>
                  <a:pt x="38009" y="102501"/>
                  <a:pt x="38034" y="102526"/>
                </a:cubicBezTo>
                <a:cubicBezTo>
                  <a:pt x="38059" y="102576"/>
                  <a:pt x="38133" y="102651"/>
                  <a:pt x="38158" y="102700"/>
                </a:cubicBezTo>
                <a:lnTo>
                  <a:pt x="38258" y="102800"/>
                </a:lnTo>
                <a:cubicBezTo>
                  <a:pt x="38283" y="102875"/>
                  <a:pt x="38308" y="102900"/>
                  <a:pt x="38382" y="102949"/>
                </a:cubicBezTo>
                <a:cubicBezTo>
                  <a:pt x="38382" y="102949"/>
                  <a:pt x="38382" y="102999"/>
                  <a:pt x="38407" y="102999"/>
                </a:cubicBezTo>
                <a:cubicBezTo>
                  <a:pt x="38457" y="103049"/>
                  <a:pt x="38507" y="103124"/>
                  <a:pt x="38557" y="103173"/>
                </a:cubicBezTo>
                <a:cubicBezTo>
                  <a:pt x="38631" y="103248"/>
                  <a:pt x="38681" y="103323"/>
                  <a:pt x="38756" y="103397"/>
                </a:cubicBezTo>
                <a:lnTo>
                  <a:pt x="38805" y="103447"/>
                </a:lnTo>
                <a:cubicBezTo>
                  <a:pt x="38880" y="103522"/>
                  <a:pt x="38930" y="103621"/>
                  <a:pt x="39005" y="103696"/>
                </a:cubicBezTo>
                <a:lnTo>
                  <a:pt x="38955" y="103746"/>
                </a:lnTo>
                <a:lnTo>
                  <a:pt x="38930" y="103771"/>
                </a:lnTo>
                <a:cubicBezTo>
                  <a:pt x="38781" y="103621"/>
                  <a:pt x="38656" y="103447"/>
                  <a:pt x="38532" y="103298"/>
                </a:cubicBezTo>
                <a:cubicBezTo>
                  <a:pt x="38432" y="103173"/>
                  <a:pt x="38308" y="103049"/>
                  <a:pt x="38208" y="102900"/>
                </a:cubicBezTo>
                <a:cubicBezTo>
                  <a:pt x="38084" y="102750"/>
                  <a:pt x="38009" y="102626"/>
                  <a:pt x="37909" y="102452"/>
                </a:cubicBezTo>
                <a:cubicBezTo>
                  <a:pt x="37810" y="102327"/>
                  <a:pt x="37710" y="102203"/>
                  <a:pt x="37636" y="102053"/>
                </a:cubicBezTo>
                <a:cubicBezTo>
                  <a:pt x="37511" y="101879"/>
                  <a:pt x="37412" y="101680"/>
                  <a:pt x="37287" y="101506"/>
                </a:cubicBezTo>
                <a:cubicBezTo>
                  <a:pt x="37262" y="101431"/>
                  <a:pt x="37187" y="101331"/>
                  <a:pt x="37163" y="101282"/>
                </a:cubicBezTo>
                <a:lnTo>
                  <a:pt x="37063" y="101083"/>
                </a:lnTo>
                <a:cubicBezTo>
                  <a:pt x="37013" y="100958"/>
                  <a:pt x="36914" y="100784"/>
                  <a:pt x="36839" y="100560"/>
                </a:cubicBezTo>
                <a:close/>
                <a:moveTo>
                  <a:pt x="43784" y="98046"/>
                </a:moveTo>
                <a:cubicBezTo>
                  <a:pt x="43759" y="98071"/>
                  <a:pt x="43759" y="98096"/>
                  <a:pt x="43734" y="98145"/>
                </a:cubicBezTo>
                <a:cubicBezTo>
                  <a:pt x="43609" y="98345"/>
                  <a:pt x="43460" y="98569"/>
                  <a:pt x="43311" y="98793"/>
                </a:cubicBezTo>
                <a:cubicBezTo>
                  <a:pt x="43311" y="98793"/>
                  <a:pt x="43311" y="98817"/>
                  <a:pt x="43286" y="98817"/>
                </a:cubicBezTo>
                <a:cubicBezTo>
                  <a:pt x="43161" y="99041"/>
                  <a:pt x="43037" y="99266"/>
                  <a:pt x="42912" y="99440"/>
                </a:cubicBezTo>
                <a:lnTo>
                  <a:pt x="42738" y="99714"/>
                </a:lnTo>
                <a:cubicBezTo>
                  <a:pt x="42440" y="100162"/>
                  <a:pt x="42141" y="100585"/>
                  <a:pt x="41817" y="101033"/>
                </a:cubicBezTo>
                <a:cubicBezTo>
                  <a:pt x="41767" y="101083"/>
                  <a:pt x="41693" y="101182"/>
                  <a:pt x="41643" y="101257"/>
                </a:cubicBezTo>
                <a:cubicBezTo>
                  <a:pt x="41295" y="101680"/>
                  <a:pt x="40946" y="102078"/>
                  <a:pt x="40573" y="102526"/>
                </a:cubicBezTo>
                <a:cubicBezTo>
                  <a:pt x="40523" y="102576"/>
                  <a:pt x="40448" y="102651"/>
                  <a:pt x="40423" y="102700"/>
                </a:cubicBezTo>
                <a:cubicBezTo>
                  <a:pt x="40075" y="103074"/>
                  <a:pt x="39751" y="103447"/>
                  <a:pt x="39378" y="103821"/>
                </a:cubicBezTo>
                <a:lnTo>
                  <a:pt x="39328" y="103796"/>
                </a:lnTo>
                <a:cubicBezTo>
                  <a:pt x="39303" y="103771"/>
                  <a:pt x="39303" y="103771"/>
                  <a:pt x="39328" y="103746"/>
                </a:cubicBezTo>
                <a:cubicBezTo>
                  <a:pt x="39701" y="103373"/>
                  <a:pt x="40075" y="102949"/>
                  <a:pt x="40448" y="102576"/>
                </a:cubicBezTo>
                <a:lnTo>
                  <a:pt x="40548" y="102501"/>
                </a:lnTo>
                <a:cubicBezTo>
                  <a:pt x="41792" y="101083"/>
                  <a:pt x="42813" y="99639"/>
                  <a:pt x="43684" y="98071"/>
                </a:cubicBezTo>
                <a:cubicBezTo>
                  <a:pt x="43734" y="98071"/>
                  <a:pt x="43734" y="98071"/>
                  <a:pt x="43759" y="98046"/>
                </a:cubicBezTo>
                <a:close/>
                <a:moveTo>
                  <a:pt x="39179" y="103821"/>
                </a:moveTo>
                <a:cubicBezTo>
                  <a:pt x="39179" y="103895"/>
                  <a:pt x="39179" y="103895"/>
                  <a:pt x="39204" y="103920"/>
                </a:cubicBezTo>
                <a:lnTo>
                  <a:pt x="39204" y="103920"/>
                </a:lnTo>
                <a:lnTo>
                  <a:pt x="39204" y="103920"/>
                </a:lnTo>
                <a:cubicBezTo>
                  <a:pt x="39204" y="103933"/>
                  <a:pt x="39197" y="103939"/>
                  <a:pt x="39194" y="103939"/>
                </a:cubicBezTo>
                <a:cubicBezTo>
                  <a:pt x="39191" y="103939"/>
                  <a:pt x="39191" y="103933"/>
                  <a:pt x="39204" y="103920"/>
                </a:cubicBezTo>
                <a:lnTo>
                  <a:pt x="39204" y="103920"/>
                </a:lnTo>
                <a:lnTo>
                  <a:pt x="39179" y="103945"/>
                </a:lnTo>
                <a:lnTo>
                  <a:pt x="39154" y="103920"/>
                </a:lnTo>
                <a:cubicBezTo>
                  <a:pt x="39154" y="103920"/>
                  <a:pt x="39154" y="103895"/>
                  <a:pt x="39129" y="103895"/>
                </a:cubicBezTo>
                <a:lnTo>
                  <a:pt x="39154" y="103870"/>
                </a:lnTo>
                <a:lnTo>
                  <a:pt x="39179" y="103821"/>
                </a:lnTo>
                <a:close/>
                <a:moveTo>
                  <a:pt x="39303" y="104069"/>
                </a:moveTo>
                <a:cubicBezTo>
                  <a:pt x="39378" y="104069"/>
                  <a:pt x="39403" y="104119"/>
                  <a:pt x="39403" y="104144"/>
                </a:cubicBezTo>
                <a:cubicBezTo>
                  <a:pt x="39627" y="104368"/>
                  <a:pt x="39826" y="104542"/>
                  <a:pt x="40075" y="104766"/>
                </a:cubicBezTo>
                <a:cubicBezTo>
                  <a:pt x="40150" y="104816"/>
                  <a:pt x="40199" y="104866"/>
                  <a:pt x="40274" y="104916"/>
                </a:cubicBezTo>
                <a:cubicBezTo>
                  <a:pt x="40498" y="105115"/>
                  <a:pt x="40697" y="105264"/>
                  <a:pt x="40946" y="105414"/>
                </a:cubicBezTo>
                <a:cubicBezTo>
                  <a:pt x="40958" y="105426"/>
                  <a:pt x="40971" y="105436"/>
                  <a:pt x="40984" y="105446"/>
                </a:cubicBezTo>
                <a:lnTo>
                  <a:pt x="40984" y="105446"/>
                </a:lnTo>
                <a:cubicBezTo>
                  <a:pt x="40334" y="105064"/>
                  <a:pt x="39787" y="104599"/>
                  <a:pt x="39303" y="104069"/>
                </a:cubicBezTo>
                <a:close/>
                <a:moveTo>
                  <a:pt x="77884" y="102128"/>
                </a:moveTo>
                <a:cubicBezTo>
                  <a:pt x="77163" y="102626"/>
                  <a:pt x="76416" y="103074"/>
                  <a:pt x="75719" y="103572"/>
                </a:cubicBezTo>
                <a:cubicBezTo>
                  <a:pt x="75669" y="103572"/>
                  <a:pt x="75669" y="103621"/>
                  <a:pt x="75644" y="103621"/>
                </a:cubicBezTo>
                <a:cubicBezTo>
                  <a:pt x="75296" y="103821"/>
                  <a:pt x="74997" y="104045"/>
                  <a:pt x="74649" y="104269"/>
                </a:cubicBezTo>
                <a:cubicBezTo>
                  <a:pt x="74499" y="104368"/>
                  <a:pt x="74300" y="104493"/>
                  <a:pt x="74151" y="104567"/>
                </a:cubicBezTo>
                <a:cubicBezTo>
                  <a:pt x="74101" y="104617"/>
                  <a:pt x="74026" y="104642"/>
                  <a:pt x="73952" y="104692"/>
                </a:cubicBezTo>
                <a:cubicBezTo>
                  <a:pt x="73777" y="104816"/>
                  <a:pt x="73603" y="104916"/>
                  <a:pt x="73429" y="105015"/>
                </a:cubicBezTo>
                <a:cubicBezTo>
                  <a:pt x="73080" y="105237"/>
                  <a:pt x="72710" y="105450"/>
                  <a:pt x="72347" y="105664"/>
                </a:cubicBezTo>
                <a:lnTo>
                  <a:pt x="72347" y="105664"/>
                </a:lnTo>
                <a:cubicBezTo>
                  <a:pt x="73812" y="104769"/>
                  <a:pt x="75333" y="103810"/>
                  <a:pt x="76491" y="103024"/>
                </a:cubicBezTo>
                <a:cubicBezTo>
                  <a:pt x="76889" y="102750"/>
                  <a:pt x="77287" y="102452"/>
                  <a:pt x="77760" y="102128"/>
                </a:cubicBezTo>
                <a:close/>
                <a:moveTo>
                  <a:pt x="41444" y="105737"/>
                </a:moveTo>
                <a:cubicBezTo>
                  <a:pt x="41446" y="105737"/>
                  <a:pt x="41462" y="105738"/>
                  <a:pt x="41467" y="105752"/>
                </a:cubicBezTo>
                <a:lnTo>
                  <a:pt x="41467" y="105752"/>
                </a:lnTo>
                <a:cubicBezTo>
                  <a:pt x="41459" y="105747"/>
                  <a:pt x="41452" y="105742"/>
                  <a:pt x="41444" y="105737"/>
                </a:cubicBezTo>
                <a:close/>
                <a:moveTo>
                  <a:pt x="68899" y="96154"/>
                </a:moveTo>
                <a:lnTo>
                  <a:pt x="68949" y="96204"/>
                </a:lnTo>
                <a:cubicBezTo>
                  <a:pt x="69795" y="97075"/>
                  <a:pt x="70641" y="97847"/>
                  <a:pt x="71413" y="98569"/>
                </a:cubicBezTo>
                <a:cubicBezTo>
                  <a:pt x="72234" y="99290"/>
                  <a:pt x="72981" y="99888"/>
                  <a:pt x="73678" y="100410"/>
                </a:cubicBezTo>
                <a:cubicBezTo>
                  <a:pt x="73603" y="100460"/>
                  <a:pt x="73529" y="100510"/>
                  <a:pt x="73429" y="100560"/>
                </a:cubicBezTo>
                <a:cubicBezTo>
                  <a:pt x="73080" y="100759"/>
                  <a:pt x="72782" y="100958"/>
                  <a:pt x="72433" y="101157"/>
                </a:cubicBezTo>
                <a:cubicBezTo>
                  <a:pt x="72259" y="101257"/>
                  <a:pt x="72085" y="101331"/>
                  <a:pt x="71911" y="101456"/>
                </a:cubicBezTo>
                <a:cubicBezTo>
                  <a:pt x="67804" y="103771"/>
                  <a:pt x="63721" y="105513"/>
                  <a:pt x="59863" y="106608"/>
                </a:cubicBezTo>
                <a:cubicBezTo>
                  <a:pt x="60461" y="104916"/>
                  <a:pt x="60834" y="103149"/>
                  <a:pt x="60983" y="101307"/>
                </a:cubicBezTo>
                <a:cubicBezTo>
                  <a:pt x="61058" y="101282"/>
                  <a:pt x="61108" y="101257"/>
                  <a:pt x="61183" y="101182"/>
                </a:cubicBezTo>
                <a:cubicBezTo>
                  <a:pt x="63398" y="99888"/>
                  <a:pt x="65588" y="98444"/>
                  <a:pt x="67804" y="96901"/>
                </a:cubicBezTo>
                <a:cubicBezTo>
                  <a:pt x="68177" y="96627"/>
                  <a:pt x="68525" y="96378"/>
                  <a:pt x="68899" y="96154"/>
                </a:cubicBezTo>
                <a:close/>
                <a:moveTo>
                  <a:pt x="60809" y="101431"/>
                </a:moveTo>
                <a:cubicBezTo>
                  <a:pt x="60610" y="103273"/>
                  <a:pt x="60262" y="105015"/>
                  <a:pt x="59689" y="106658"/>
                </a:cubicBezTo>
                <a:cubicBezTo>
                  <a:pt x="59652" y="106658"/>
                  <a:pt x="59629" y="106658"/>
                  <a:pt x="59620" y="106668"/>
                </a:cubicBezTo>
                <a:lnTo>
                  <a:pt x="59620" y="106668"/>
                </a:lnTo>
                <a:cubicBezTo>
                  <a:pt x="60189" y="105029"/>
                  <a:pt x="60561" y="103267"/>
                  <a:pt x="60734" y="101456"/>
                </a:cubicBezTo>
                <a:cubicBezTo>
                  <a:pt x="60784" y="101456"/>
                  <a:pt x="60784" y="101431"/>
                  <a:pt x="60809" y="101431"/>
                </a:cubicBezTo>
                <a:close/>
                <a:moveTo>
                  <a:pt x="47468" y="96328"/>
                </a:moveTo>
                <a:cubicBezTo>
                  <a:pt x="47891" y="96577"/>
                  <a:pt x="48364" y="96801"/>
                  <a:pt x="48837" y="96976"/>
                </a:cubicBezTo>
                <a:cubicBezTo>
                  <a:pt x="47990" y="100510"/>
                  <a:pt x="46397" y="103920"/>
                  <a:pt x="44033" y="106882"/>
                </a:cubicBezTo>
                <a:cubicBezTo>
                  <a:pt x="43933" y="106783"/>
                  <a:pt x="43809" y="106733"/>
                  <a:pt x="43659" y="106658"/>
                </a:cubicBezTo>
                <a:cubicBezTo>
                  <a:pt x="43410" y="106559"/>
                  <a:pt x="43136" y="106434"/>
                  <a:pt x="42888" y="106359"/>
                </a:cubicBezTo>
                <a:cubicBezTo>
                  <a:pt x="42688" y="106260"/>
                  <a:pt x="42514" y="106135"/>
                  <a:pt x="42290" y="106036"/>
                </a:cubicBezTo>
                <a:cubicBezTo>
                  <a:pt x="42041" y="105911"/>
                  <a:pt x="41817" y="105787"/>
                  <a:pt x="41618" y="105662"/>
                </a:cubicBezTo>
                <a:lnTo>
                  <a:pt x="41568" y="105662"/>
                </a:lnTo>
                <a:cubicBezTo>
                  <a:pt x="41394" y="105538"/>
                  <a:pt x="41245" y="105414"/>
                  <a:pt x="41046" y="105289"/>
                </a:cubicBezTo>
                <a:lnTo>
                  <a:pt x="40398" y="104816"/>
                </a:lnTo>
                <a:cubicBezTo>
                  <a:pt x="40249" y="104692"/>
                  <a:pt x="40075" y="104542"/>
                  <a:pt x="39926" y="104393"/>
                </a:cubicBezTo>
                <a:cubicBezTo>
                  <a:pt x="39776" y="104244"/>
                  <a:pt x="39577" y="104119"/>
                  <a:pt x="39428" y="103945"/>
                </a:cubicBezTo>
                <a:cubicBezTo>
                  <a:pt x="39801" y="103572"/>
                  <a:pt x="40174" y="103198"/>
                  <a:pt x="40523" y="102800"/>
                </a:cubicBezTo>
                <a:lnTo>
                  <a:pt x="40647" y="102676"/>
                </a:lnTo>
                <a:cubicBezTo>
                  <a:pt x="41046" y="102203"/>
                  <a:pt x="41419" y="101755"/>
                  <a:pt x="41792" y="101282"/>
                </a:cubicBezTo>
                <a:cubicBezTo>
                  <a:pt x="42614" y="100211"/>
                  <a:pt x="43360" y="99091"/>
                  <a:pt x="43983" y="97921"/>
                </a:cubicBezTo>
                <a:cubicBezTo>
                  <a:pt x="45128" y="97424"/>
                  <a:pt x="46273" y="96901"/>
                  <a:pt x="47468" y="96328"/>
                </a:cubicBezTo>
                <a:close/>
                <a:moveTo>
                  <a:pt x="73877" y="100535"/>
                </a:moveTo>
                <a:lnTo>
                  <a:pt x="73902" y="100560"/>
                </a:lnTo>
                <a:cubicBezTo>
                  <a:pt x="73902" y="100560"/>
                  <a:pt x="73927" y="100560"/>
                  <a:pt x="73927" y="100585"/>
                </a:cubicBezTo>
                <a:cubicBezTo>
                  <a:pt x="73877" y="100635"/>
                  <a:pt x="73802" y="100684"/>
                  <a:pt x="73753" y="100709"/>
                </a:cubicBezTo>
                <a:cubicBezTo>
                  <a:pt x="73529" y="100834"/>
                  <a:pt x="73304" y="100958"/>
                  <a:pt x="73130" y="101083"/>
                </a:cubicBezTo>
                <a:lnTo>
                  <a:pt x="72856" y="101282"/>
                </a:lnTo>
                <a:cubicBezTo>
                  <a:pt x="72657" y="101406"/>
                  <a:pt x="72433" y="101506"/>
                  <a:pt x="72259" y="101630"/>
                </a:cubicBezTo>
                <a:cubicBezTo>
                  <a:pt x="71637" y="101954"/>
                  <a:pt x="71015" y="102302"/>
                  <a:pt x="70417" y="102626"/>
                </a:cubicBezTo>
                <a:lnTo>
                  <a:pt x="69870" y="102900"/>
                </a:lnTo>
                <a:cubicBezTo>
                  <a:pt x="69421" y="103124"/>
                  <a:pt x="68998" y="103323"/>
                  <a:pt x="68575" y="103547"/>
                </a:cubicBezTo>
                <a:cubicBezTo>
                  <a:pt x="68028" y="103821"/>
                  <a:pt x="67505" y="104069"/>
                  <a:pt x="66932" y="104318"/>
                </a:cubicBezTo>
                <a:cubicBezTo>
                  <a:pt x="66883" y="104368"/>
                  <a:pt x="66783" y="104393"/>
                  <a:pt x="66708" y="104418"/>
                </a:cubicBezTo>
                <a:cubicBezTo>
                  <a:pt x="64418" y="105438"/>
                  <a:pt x="62103" y="106285"/>
                  <a:pt x="59913" y="106907"/>
                </a:cubicBezTo>
                <a:lnTo>
                  <a:pt x="59913" y="106882"/>
                </a:lnTo>
                <a:lnTo>
                  <a:pt x="59913" y="106857"/>
                </a:lnTo>
                <a:cubicBezTo>
                  <a:pt x="59938" y="106783"/>
                  <a:pt x="60038" y="106758"/>
                  <a:pt x="60112" y="106733"/>
                </a:cubicBezTo>
                <a:cubicBezTo>
                  <a:pt x="60311" y="106658"/>
                  <a:pt x="60461" y="106633"/>
                  <a:pt x="60635" y="106559"/>
                </a:cubicBezTo>
                <a:cubicBezTo>
                  <a:pt x="61083" y="106434"/>
                  <a:pt x="61506" y="106285"/>
                  <a:pt x="61954" y="106135"/>
                </a:cubicBezTo>
                <a:cubicBezTo>
                  <a:pt x="61979" y="106135"/>
                  <a:pt x="62004" y="106111"/>
                  <a:pt x="62079" y="106111"/>
                </a:cubicBezTo>
                <a:cubicBezTo>
                  <a:pt x="62203" y="106061"/>
                  <a:pt x="62303" y="106036"/>
                  <a:pt x="62427" y="106011"/>
                </a:cubicBezTo>
                <a:cubicBezTo>
                  <a:pt x="62925" y="105812"/>
                  <a:pt x="63448" y="105638"/>
                  <a:pt x="63945" y="105438"/>
                </a:cubicBezTo>
                <a:cubicBezTo>
                  <a:pt x="63995" y="105414"/>
                  <a:pt x="64095" y="105389"/>
                  <a:pt x="64169" y="105364"/>
                </a:cubicBezTo>
                <a:cubicBezTo>
                  <a:pt x="64692" y="105140"/>
                  <a:pt x="65240" y="104916"/>
                  <a:pt x="65787" y="104692"/>
                </a:cubicBezTo>
                <a:cubicBezTo>
                  <a:pt x="65837" y="104667"/>
                  <a:pt x="65862" y="104667"/>
                  <a:pt x="65937" y="104642"/>
                </a:cubicBezTo>
                <a:cubicBezTo>
                  <a:pt x="66484" y="104393"/>
                  <a:pt x="67032" y="104144"/>
                  <a:pt x="67580" y="103895"/>
                </a:cubicBezTo>
                <a:cubicBezTo>
                  <a:pt x="67654" y="103870"/>
                  <a:pt x="67679" y="103870"/>
                  <a:pt x="67729" y="103821"/>
                </a:cubicBezTo>
                <a:cubicBezTo>
                  <a:pt x="68276" y="103572"/>
                  <a:pt x="68824" y="103298"/>
                  <a:pt x="69347" y="103024"/>
                </a:cubicBezTo>
                <a:lnTo>
                  <a:pt x="69546" y="102924"/>
                </a:lnTo>
                <a:cubicBezTo>
                  <a:pt x="70069" y="102676"/>
                  <a:pt x="70566" y="102402"/>
                  <a:pt x="71089" y="102078"/>
                </a:cubicBezTo>
                <a:lnTo>
                  <a:pt x="71139" y="102078"/>
                </a:lnTo>
                <a:cubicBezTo>
                  <a:pt x="71214" y="102053"/>
                  <a:pt x="71288" y="102004"/>
                  <a:pt x="71388" y="101954"/>
                </a:cubicBezTo>
                <a:cubicBezTo>
                  <a:pt x="71637" y="101804"/>
                  <a:pt x="71911" y="101680"/>
                  <a:pt x="72160" y="101531"/>
                </a:cubicBezTo>
                <a:cubicBezTo>
                  <a:pt x="72309" y="101431"/>
                  <a:pt x="72458" y="101331"/>
                  <a:pt x="72657" y="101257"/>
                </a:cubicBezTo>
                <a:cubicBezTo>
                  <a:pt x="72757" y="101182"/>
                  <a:pt x="72856" y="101157"/>
                  <a:pt x="72906" y="101083"/>
                </a:cubicBezTo>
                <a:cubicBezTo>
                  <a:pt x="73006" y="101033"/>
                  <a:pt x="73130" y="100958"/>
                  <a:pt x="73230" y="100908"/>
                </a:cubicBezTo>
                <a:lnTo>
                  <a:pt x="73255" y="100883"/>
                </a:lnTo>
                <a:cubicBezTo>
                  <a:pt x="73404" y="100784"/>
                  <a:pt x="73529" y="100684"/>
                  <a:pt x="73678" y="100635"/>
                </a:cubicBezTo>
                <a:lnTo>
                  <a:pt x="73877" y="100535"/>
                </a:lnTo>
                <a:close/>
                <a:moveTo>
                  <a:pt x="49135" y="96976"/>
                </a:moveTo>
                <a:cubicBezTo>
                  <a:pt x="48289" y="100510"/>
                  <a:pt x="46721" y="103920"/>
                  <a:pt x="44381" y="106882"/>
                </a:cubicBezTo>
                <a:cubicBezTo>
                  <a:pt x="44366" y="106911"/>
                  <a:pt x="44343" y="106923"/>
                  <a:pt x="44327" y="106923"/>
                </a:cubicBezTo>
                <a:cubicBezTo>
                  <a:pt x="44315" y="106923"/>
                  <a:pt x="44306" y="106917"/>
                  <a:pt x="44306" y="106907"/>
                </a:cubicBezTo>
                <a:cubicBezTo>
                  <a:pt x="46621" y="103920"/>
                  <a:pt x="48214" y="100485"/>
                  <a:pt x="49085" y="96976"/>
                </a:cubicBezTo>
                <a:close/>
                <a:moveTo>
                  <a:pt x="41519" y="105762"/>
                </a:moveTo>
                <a:cubicBezTo>
                  <a:pt x="41668" y="105862"/>
                  <a:pt x="41792" y="105936"/>
                  <a:pt x="41942" y="106036"/>
                </a:cubicBezTo>
                <a:lnTo>
                  <a:pt x="42141" y="106135"/>
                </a:lnTo>
                <a:cubicBezTo>
                  <a:pt x="42440" y="106310"/>
                  <a:pt x="42763" y="106484"/>
                  <a:pt x="43087" y="106633"/>
                </a:cubicBezTo>
                <a:cubicBezTo>
                  <a:pt x="43211" y="106683"/>
                  <a:pt x="43385" y="106758"/>
                  <a:pt x="43535" y="106807"/>
                </a:cubicBezTo>
                <a:lnTo>
                  <a:pt x="44008" y="107007"/>
                </a:lnTo>
                <a:lnTo>
                  <a:pt x="44008" y="107031"/>
                </a:lnTo>
                <a:cubicBezTo>
                  <a:pt x="43096" y="106684"/>
                  <a:pt x="42260" y="106261"/>
                  <a:pt x="41483" y="105762"/>
                </a:cubicBezTo>
                <a:close/>
                <a:moveTo>
                  <a:pt x="9011" y="104169"/>
                </a:moveTo>
                <a:lnTo>
                  <a:pt x="9011" y="104169"/>
                </a:lnTo>
                <a:cubicBezTo>
                  <a:pt x="9782" y="105065"/>
                  <a:pt x="10305" y="105613"/>
                  <a:pt x="10380" y="105662"/>
                </a:cubicBezTo>
                <a:lnTo>
                  <a:pt x="10405" y="105687"/>
                </a:lnTo>
                <a:lnTo>
                  <a:pt x="10678" y="105986"/>
                </a:lnTo>
                <a:cubicBezTo>
                  <a:pt x="10753" y="106036"/>
                  <a:pt x="10828" y="106135"/>
                  <a:pt x="10927" y="106185"/>
                </a:cubicBezTo>
                <a:cubicBezTo>
                  <a:pt x="11258" y="106516"/>
                  <a:pt x="11589" y="106827"/>
                  <a:pt x="11936" y="107153"/>
                </a:cubicBezTo>
                <a:lnTo>
                  <a:pt x="11936" y="107153"/>
                </a:lnTo>
                <a:cubicBezTo>
                  <a:pt x="11892" y="107121"/>
                  <a:pt x="11845" y="107091"/>
                  <a:pt x="11799" y="107056"/>
                </a:cubicBezTo>
                <a:cubicBezTo>
                  <a:pt x="11799" y="107056"/>
                  <a:pt x="11774" y="107031"/>
                  <a:pt x="11749" y="107031"/>
                </a:cubicBezTo>
                <a:lnTo>
                  <a:pt x="11599" y="106907"/>
                </a:lnTo>
                <a:cubicBezTo>
                  <a:pt x="11400" y="106708"/>
                  <a:pt x="11176" y="106534"/>
                  <a:pt x="10977" y="106310"/>
                </a:cubicBezTo>
                <a:cubicBezTo>
                  <a:pt x="10927" y="106260"/>
                  <a:pt x="10853" y="106235"/>
                  <a:pt x="10803" y="106160"/>
                </a:cubicBezTo>
                <a:cubicBezTo>
                  <a:pt x="10678" y="106036"/>
                  <a:pt x="10554" y="105911"/>
                  <a:pt x="10405" y="105787"/>
                </a:cubicBezTo>
                <a:cubicBezTo>
                  <a:pt x="10330" y="105737"/>
                  <a:pt x="10280" y="105662"/>
                  <a:pt x="10255" y="105613"/>
                </a:cubicBezTo>
                <a:cubicBezTo>
                  <a:pt x="10106" y="105488"/>
                  <a:pt x="10031" y="105364"/>
                  <a:pt x="9907" y="105239"/>
                </a:cubicBezTo>
                <a:cubicBezTo>
                  <a:pt x="9708" y="105040"/>
                  <a:pt x="9533" y="104816"/>
                  <a:pt x="9384" y="104642"/>
                </a:cubicBezTo>
                <a:lnTo>
                  <a:pt x="9285" y="104542"/>
                </a:lnTo>
                <a:lnTo>
                  <a:pt x="9011" y="104169"/>
                </a:lnTo>
                <a:close/>
                <a:moveTo>
                  <a:pt x="60685" y="96951"/>
                </a:moveTo>
                <a:lnTo>
                  <a:pt x="60685" y="96951"/>
                </a:lnTo>
                <a:cubicBezTo>
                  <a:pt x="60784" y="98345"/>
                  <a:pt x="60734" y="99714"/>
                  <a:pt x="60635" y="101083"/>
                </a:cubicBezTo>
                <a:cubicBezTo>
                  <a:pt x="56055" y="103696"/>
                  <a:pt x="51525" y="105911"/>
                  <a:pt x="47094" y="107654"/>
                </a:cubicBezTo>
                <a:cubicBezTo>
                  <a:pt x="46970" y="107629"/>
                  <a:pt x="46845" y="107604"/>
                  <a:pt x="46721" y="107604"/>
                </a:cubicBezTo>
                <a:cubicBezTo>
                  <a:pt x="46397" y="107529"/>
                  <a:pt x="46099" y="107480"/>
                  <a:pt x="45800" y="107405"/>
                </a:cubicBezTo>
                <a:lnTo>
                  <a:pt x="45153" y="107231"/>
                </a:lnTo>
                <a:cubicBezTo>
                  <a:pt x="44978" y="107156"/>
                  <a:pt x="44754" y="107106"/>
                  <a:pt x="44555" y="107031"/>
                </a:cubicBezTo>
                <a:cubicBezTo>
                  <a:pt x="46895" y="104045"/>
                  <a:pt x="48488" y="100610"/>
                  <a:pt x="49334" y="97125"/>
                </a:cubicBezTo>
                <a:cubicBezTo>
                  <a:pt x="50778" y="97623"/>
                  <a:pt x="52396" y="97872"/>
                  <a:pt x="54213" y="97872"/>
                </a:cubicBezTo>
                <a:cubicBezTo>
                  <a:pt x="56204" y="97872"/>
                  <a:pt x="58370" y="97573"/>
                  <a:pt x="60685" y="96951"/>
                </a:cubicBezTo>
                <a:close/>
                <a:moveTo>
                  <a:pt x="60560" y="101282"/>
                </a:moveTo>
                <a:lnTo>
                  <a:pt x="60560" y="101331"/>
                </a:lnTo>
                <a:cubicBezTo>
                  <a:pt x="56204" y="103895"/>
                  <a:pt x="51848" y="106036"/>
                  <a:pt x="47542" y="107728"/>
                </a:cubicBezTo>
                <a:lnTo>
                  <a:pt x="47418" y="107728"/>
                </a:lnTo>
                <a:cubicBezTo>
                  <a:pt x="51749" y="106036"/>
                  <a:pt x="56130" y="103895"/>
                  <a:pt x="60560" y="101282"/>
                </a:cubicBezTo>
                <a:close/>
                <a:moveTo>
                  <a:pt x="44381" y="107156"/>
                </a:moveTo>
                <a:cubicBezTo>
                  <a:pt x="44481" y="107181"/>
                  <a:pt x="44530" y="107231"/>
                  <a:pt x="44630" y="107256"/>
                </a:cubicBezTo>
                <a:cubicBezTo>
                  <a:pt x="44779" y="107305"/>
                  <a:pt x="44929" y="107355"/>
                  <a:pt x="45103" y="107405"/>
                </a:cubicBezTo>
                <a:lnTo>
                  <a:pt x="45750" y="107604"/>
                </a:lnTo>
                <a:lnTo>
                  <a:pt x="46223" y="107679"/>
                </a:lnTo>
                <a:cubicBezTo>
                  <a:pt x="46422" y="107728"/>
                  <a:pt x="46596" y="107753"/>
                  <a:pt x="46721" y="107778"/>
                </a:cubicBezTo>
                <a:cubicBezTo>
                  <a:pt x="46671" y="107778"/>
                  <a:pt x="46671" y="107778"/>
                  <a:pt x="46646" y="107803"/>
                </a:cubicBezTo>
                <a:cubicBezTo>
                  <a:pt x="45850" y="107654"/>
                  <a:pt x="45103" y="107480"/>
                  <a:pt x="44356" y="107181"/>
                </a:cubicBezTo>
                <a:lnTo>
                  <a:pt x="44381" y="107156"/>
                </a:lnTo>
                <a:close/>
                <a:moveTo>
                  <a:pt x="47163" y="107859"/>
                </a:moveTo>
                <a:cubicBezTo>
                  <a:pt x="47175" y="107859"/>
                  <a:pt x="47194" y="107865"/>
                  <a:pt x="47219" y="107878"/>
                </a:cubicBezTo>
                <a:cubicBezTo>
                  <a:pt x="47219" y="107878"/>
                  <a:pt x="47169" y="107878"/>
                  <a:pt x="47169" y="107903"/>
                </a:cubicBezTo>
                <a:cubicBezTo>
                  <a:pt x="47169" y="107903"/>
                  <a:pt x="47144" y="107903"/>
                  <a:pt x="47144" y="107928"/>
                </a:cubicBezTo>
                <a:cubicBezTo>
                  <a:pt x="47119" y="107928"/>
                  <a:pt x="47094" y="107903"/>
                  <a:pt x="47019" y="107903"/>
                </a:cubicBezTo>
                <a:lnTo>
                  <a:pt x="47094" y="107903"/>
                </a:lnTo>
                <a:cubicBezTo>
                  <a:pt x="47119" y="107903"/>
                  <a:pt x="47119" y="107903"/>
                  <a:pt x="47144" y="107878"/>
                </a:cubicBezTo>
                <a:cubicBezTo>
                  <a:pt x="47144" y="107865"/>
                  <a:pt x="47150" y="107859"/>
                  <a:pt x="47163" y="107859"/>
                </a:cubicBezTo>
                <a:close/>
                <a:moveTo>
                  <a:pt x="60535" y="101630"/>
                </a:moveTo>
                <a:lnTo>
                  <a:pt x="60535" y="101630"/>
                </a:lnTo>
                <a:cubicBezTo>
                  <a:pt x="60336" y="103422"/>
                  <a:pt x="59963" y="105165"/>
                  <a:pt x="59415" y="106758"/>
                </a:cubicBezTo>
                <a:cubicBezTo>
                  <a:pt x="57847" y="107131"/>
                  <a:pt x="56329" y="107480"/>
                  <a:pt x="54860" y="107679"/>
                </a:cubicBezTo>
                <a:lnTo>
                  <a:pt x="54810" y="107679"/>
                </a:lnTo>
                <a:cubicBezTo>
                  <a:pt x="54736" y="107679"/>
                  <a:pt x="54686" y="107728"/>
                  <a:pt x="54586" y="107728"/>
                </a:cubicBezTo>
                <a:cubicBezTo>
                  <a:pt x="54238" y="107753"/>
                  <a:pt x="53939" y="107803"/>
                  <a:pt x="53591" y="107853"/>
                </a:cubicBezTo>
                <a:cubicBezTo>
                  <a:pt x="53342" y="107878"/>
                  <a:pt x="53118" y="107878"/>
                  <a:pt x="52894" y="107903"/>
                </a:cubicBezTo>
                <a:cubicBezTo>
                  <a:pt x="52819" y="107903"/>
                  <a:pt x="52720" y="107903"/>
                  <a:pt x="52620" y="107928"/>
                </a:cubicBezTo>
                <a:cubicBezTo>
                  <a:pt x="52496" y="107928"/>
                  <a:pt x="52371" y="107977"/>
                  <a:pt x="52247" y="107977"/>
                </a:cubicBezTo>
                <a:cubicBezTo>
                  <a:pt x="51973" y="107977"/>
                  <a:pt x="51649" y="108002"/>
                  <a:pt x="51375" y="108002"/>
                </a:cubicBezTo>
                <a:lnTo>
                  <a:pt x="50853" y="108002"/>
                </a:lnTo>
                <a:cubicBezTo>
                  <a:pt x="50280" y="108002"/>
                  <a:pt x="49733" y="107977"/>
                  <a:pt x="49160" y="107928"/>
                </a:cubicBezTo>
                <a:lnTo>
                  <a:pt x="49135" y="107928"/>
                </a:lnTo>
                <a:cubicBezTo>
                  <a:pt x="49011" y="107928"/>
                  <a:pt x="48886" y="107903"/>
                  <a:pt x="48762" y="107903"/>
                </a:cubicBezTo>
                <a:cubicBezTo>
                  <a:pt x="48662" y="107903"/>
                  <a:pt x="48588" y="107878"/>
                  <a:pt x="48488" y="107878"/>
                </a:cubicBezTo>
                <a:cubicBezTo>
                  <a:pt x="48289" y="107853"/>
                  <a:pt x="48140" y="107853"/>
                  <a:pt x="47965" y="107803"/>
                </a:cubicBezTo>
                <a:cubicBezTo>
                  <a:pt x="52072" y="106160"/>
                  <a:pt x="56254" y="104119"/>
                  <a:pt x="60535" y="101630"/>
                </a:cubicBezTo>
                <a:close/>
                <a:moveTo>
                  <a:pt x="59316" y="106957"/>
                </a:moveTo>
                <a:lnTo>
                  <a:pt x="59316" y="107007"/>
                </a:lnTo>
                <a:lnTo>
                  <a:pt x="59316" y="107031"/>
                </a:lnTo>
                <a:cubicBezTo>
                  <a:pt x="58594" y="107206"/>
                  <a:pt x="57847" y="107405"/>
                  <a:pt x="57125" y="107554"/>
                </a:cubicBezTo>
                <a:cubicBezTo>
                  <a:pt x="57001" y="107579"/>
                  <a:pt x="56876" y="107579"/>
                  <a:pt x="56752" y="107629"/>
                </a:cubicBezTo>
                <a:cubicBezTo>
                  <a:pt x="56155" y="107753"/>
                  <a:pt x="55582" y="107828"/>
                  <a:pt x="54985" y="107928"/>
                </a:cubicBezTo>
                <a:cubicBezTo>
                  <a:pt x="54960" y="107928"/>
                  <a:pt x="54910" y="107928"/>
                  <a:pt x="54860" y="107952"/>
                </a:cubicBezTo>
                <a:cubicBezTo>
                  <a:pt x="54761" y="107952"/>
                  <a:pt x="54661" y="108002"/>
                  <a:pt x="54611" y="108002"/>
                </a:cubicBezTo>
                <a:cubicBezTo>
                  <a:pt x="54263" y="108027"/>
                  <a:pt x="53914" y="108077"/>
                  <a:pt x="53616" y="108127"/>
                </a:cubicBezTo>
                <a:cubicBezTo>
                  <a:pt x="53367" y="108152"/>
                  <a:pt x="53143" y="108152"/>
                  <a:pt x="52894" y="108176"/>
                </a:cubicBezTo>
                <a:cubicBezTo>
                  <a:pt x="52844" y="108176"/>
                  <a:pt x="52744" y="108176"/>
                  <a:pt x="52670" y="108201"/>
                </a:cubicBezTo>
                <a:cubicBezTo>
                  <a:pt x="52520" y="108201"/>
                  <a:pt x="52371" y="108251"/>
                  <a:pt x="52247" y="108251"/>
                </a:cubicBezTo>
                <a:cubicBezTo>
                  <a:pt x="51774" y="108276"/>
                  <a:pt x="51301" y="108276"/>
                  <a:pt x="50853" y="108276"/>
                </a:cubicBezTo>
                <a:lnTo>
                  <a:pt x="50430" y="108276"/>
                </a:lnTo>
                <a:cubicBezTo>
                  <a:pt x="49982" y="108276"/>
                  <a:pt x="49509" y="108251"/>
                  <a:pt x="49061" y="108226"/>
                </a:cubicBezTo>
                <a:cubicBezTo>
                  <a:pt x="48986" y="108226"/>
                  <a:pt x="48911" y="108226"/>
                  <a:pt x="48812" y="108176"/>
                </a:cubicBezTo>
                <a:cubicBezTo>
                  <a:pt x="48538" y="108152"/>
                  <a:pt x="48289" y="108127"/>
                  <a:pt x="48015" y="108077"/>
                </a:cubicBezTo>
                <a:cubicBezTo>
                  <a:pt x="47816" y="108052"/>
                  <a:pt x="47642" y="108052"/>
                  <a:pt x="47492" y="108027"/>
                </a:cubicBezTo>
                <a:cubicBezTo>
                  <a:pt x="47517" y="107977"/>
                  <a:pt x="47517" y="107977"/>
                  <a:pt x="47542" y="107928"/>
                </a:cubicBezTo>
                <a:cubicBezTo>
                  <a:pt x="47592" y="107928"/>
                  <a:pt x="47592" y="107928"/>
                  <a:pt x="47617" y="107903"/>
                </a:cubicBezTo>
                <a:lnTo>
                  <a:pt x="47716" y="107903"/>
                </a:lnTo>
                <a:cubicBezTo>
                  <a:pt x="48090" y="107952"/>
                  <a:pt x="48463" y="108002"/>
                  <a:pt x="48837" y="108027"/>
                </a:cubicBezTo>
                <a:cubicBezTo>
                  <a:pt x="48911" y="108027"/>
                  <a:pt x="48986" y="108052"/>
                  <a:pt x="49036" y="108052"/>
                </a:cubicBezTo>
                <a:lnTo>
                  <a:pt x="49235" y="108052"/>
                </a:lnTo>
                <a:cubicBezTo>
                  <a:pt x="49758" y="108102"/>
                  <a:pt x="50280" y="108127"/>
                  <a:pt x="50803" y="108127"/>
                </a:cubicBezTo>
                <a:cubicBezTo>
                  <a:pt x="51276" y="108127"/>
                  <a:pt x="51749" y="108077"/>
                  <a:pt x="52222" y="108077"/>
                </a:cubicBezTo>
                <a:lnTo>
                  <a:pt x="52247" y="108077"/>
                </a:lnTo>
                <a:cubicBezTo>
                  <a:pt x="52346" y="108077"/>
                  <a:pt x="52471" y="108077"/>
                  <a:pt x="52545" y="108052"/>
                </a:cubicBezTo>
                <a:cubicBezTo>
                  <a:pt x="52645" y="108052"/>
                  <a:pt x="52744" y="108052"/>
                  <a:pt x="52844" y="108027"/>
                </a:cubicBezTo>
                <a:lnTo>
                  <a:pt x="52968" y="108027"/>
                </a:lnTo>
                <a:cubicBezTo>
                  <a:pt x="53168" y="108002"/>
                  <a:pt x="53367" y="108002"/>
                  <a:pt x="53591" y="107952"/>
                </a:cubicBezTo>
                <a:lnTo>
                  <a:pt x="53616" y="107952"/>
                </a:lnTo>
                <a:cubicBezTo>
                  <a:pt x="53765" y="107928"/>
                  <a:pt x="53964" y="107928"/>
                  <a:pt x="54113" y="107903"/>
                </a:cubicBezTo>
                <a:cubicBezTo>
                  <a:pt x="54238" y="107878"/>
                  <a:pt x="54387" y="107878"/>
                  <a:pt x="54512" y="107828"/>
                </a:cubicBezTo>
                <a:lnTo>
                  <a:pt x="54636" y="107828"/>
                </a:lnTo>
                <a:cubicBezTo>
                  <a:pt x="54711" y="107828"/>
                  <a:pt x="54810" y="107803"/>
                  <a:pt x="54860" y="107803"/>
                </a:cubicBezTo>
                <a:lnTo>
                  <a:pt x="55607" y="107704"/>
                </a:lnTo>
                <a:lnTo>
                  <a:pt x="55657" y="107704"/>
                </a:lnTo>
                <a:cubicBezTo>
                  <a:pt x="55731" y="107704"/>
                  <a:pt x="55781" y="107679"/>
                  <a:pt x="55856" y="107679"/>
                </a:cubicBezTo>
                <a:cubicBezTo>
                  <a:pt x="56329" y="107579"/>
                  <a:pt x="56777" y="107529"/>
                  <a:pt x="57250" y="107430"/>
                </a:cubicBezTo>
                <a:cubicBezTo>
                  <a:pt x="57349" y="107405"/>
                  <a:pt x="57474" y="107380"/>
                  <a:pt x="57573" y="107380"/>
                </a:cubicBezTo>
                <a:cubicBezTo>
                  <a:pt x="57648" y="107330"/>
                  <a:pt x="57772" y="107305"/>
                  <a:pt x="57872" y="107305"/>
                </a:cubicBezTo>
                <a:cubicBezTo>
                  <a:pt x="57947" y="107305"/>
                  <a:pt x="57972" y="107280"/>
                  <a:pt x="58021" y="107280"/>
                </a:cubicBezTo>
                <a:cubicBezTo>
                  <a:pt x="58345" y="107206"/>
                  <a:pt x="58619" y="107156"/>
                  <a:pt x="58942" y="107056"/>
                </a:cubicBezTo>
                <a:lnTo>
                  <a:pt x="59316" y="106957"/>
                </a:lnTo>
                <a:close/>
                <a:moveTo>
                  <a:pt x="44232" y="107380"/>
                </a:moveTo>
                <a:cubicBezTo>
                  <a:pt x="44257" y="107380"/>
                  <a:pt x="44281" y="107405"/>
                  <a:pt x="44306" y="107405"/>
                </a:cubicBezTo>
                <a:cubicBezTo>
                  <a:pt x="44381" y="107430"/>
                  <a:pt x="44431" y="107430"/>
                  <a:pt x="44505" y="107480"/>
                </a:cubicBezTo>
                <a:cubicBezTo>
                  <a:pt x="44879" y="107604"/>
                  <a:pt x="45252" y="107679"/>
                  <a:pt x="45626" y="107778"/>
                </a:cubicBezTo>
                <a:cubicBezTo>
                  <a:pt x="45725" y="107803"/>
                  <a:pt x="45850" y="107853"/>
                  <a:pt x="45924" y="107853"/>
                </a:cubicBezTo>
                <a:cubicBezTo>
                  <a:pt x="46024" y="107878"/>
                  <a:pt x="46148" y="107903"/>
                  <a:pt x="46248" y="107928"/>
                </a:cubicBezTo>
                <a:cubicBezTo>
                  <a:pt x="45003" y="108400"/>
                  <a:pt x="43759" y="108799"/>
                  <a:pt x="42539" y="109172"/>
                </a:cubicBezTo>
                <a:cubicBezTo>
                  <a:pt x="43161" y="108625"/>
                  <a:pt x="43734" y="108027"/>
                  <a:pt x="44232" y="107380"/>
                </a:cubicBezTo>
                <a:close/>
                <a:moveTo>
                  <a:pt x="43983" y="107280"/>
                </a:moveTo>
                <a:cubicBezTo>
                  <a:pt x="44008" y="107280"/>
                  <a:pt x="44008" y="107305"/>
                  <a:pt x="44033" y="107305"/>
                </a:cubicBezTo>
                <a:cubicBezTo>
                  <a:pt x="43435" y="108027"/>
                  <a:pt x="42813" y="108724"/>
                  <a:pt x="42191" y="109346"/>
                </a:cubicBezTo>
                <a:cubicBezTo>
                  <a:pt x="42166" y="109346"/>
                  <a:pt x="42091" y="109371"/>
                  <a:pt x="42066" y="109371"/>
                </a:cubicBezTo>
                <a:cubicBezTo>
                  <a:pt x="42738" y="108724"/>
                  <a:pt x="43385" y="108027"/>
                  <a:pt x="43983" y="107280"/>
                </a:cubicBezTo>
                <a:close/>
                <a:moveTo>
                  <a:pt x="46621" y="108027"/>
                </a:moveTo>
                <a:cubicBezTo>
                  <a:pt x="46646" y="108027"/>
                  <a:pt x="46671" y="108027"/>
                  <a:pt x="46721" y="108052"/>
                </a:cubicBezTo>
                <a:cubicBezTo>
                  <a:pt x="45178" y="108649"/>
                  <a:pt x="43659" y="109147"/>
                  <a:pt x="42166" y="109620"/>
                </a:cubicBezTo>
                <a:cubicBezTo>
                  <a:pt x="42240" y="109595"/>
                  <a:pt x="42240" y="109545"/>
                  <a:pt x="42265" y="109521"/>
                </a:cubicBezTo>
                <a:cubicBezTo>
                  <a:pt x="43684" y="109097"/>
                  <a:pt x="45153" y="108600"/>
                  <a:pt x="46621" y="108027"/>
                </a:cubicBezTo>
                <a:close/>
                <a:moveTo>
                  <a:pt x="5924" y="97424"/>
                </a:moveTo>
                <a:lnTo>
                  <a:pt x="5949" y="97448"/>
                </a:lnTo>
                <a:cubicBezTo>
                  <a:pt x="6074" y="97548"/>
                  <a:pt x="6173" y="97672"/>
                  <a:pt x="6298" y="97772"/>
                </a:cubicBezTo>
                <a:cubicBezTo>
                  <a:pt x="6422" y="97897"/>
                  <a:pt x="6547" y="97971"/>
                  <a:pt x="6671" y="98096"/>
                </a:cubicBezTo>
                <a:cubicBezTo>
                  <a:pt x="6795" y="98220"/>
                  <a:pt x="6945" y="98320"/>
                  <a:pt x="7069" y="98419"/>
                </a:cubicBezTo>
                <a:cubicBezTo>
                  <a:pt x="7194" y="98519"/>
                  <a:pt x="7318" y="98593"/>
                  <a:pt x="7418" y="98693"/>
                </a:cubicBezTo>
                <a:cubicBezTo>
                  <a:pt x="7567" y="98817"/>
                  <a:pt x="7716" y="98917"/>
                  <a:pt x="7866" y="99041"/>
                </a:cubicBezTo>
                <a:cubicBezTo>
                  <a:pt x="7965" y="99091"/>
                  <a:pt x="8090" y="99191"/>
                  <a:pt x="8189" y="99266"/>
                </a:cubicBezTo>
                <a:cubicBezTo>
                  <a:pt x="8364" y="99390"/>
                  <a:pt x="8563" y="99514"/>
                  <a:pt x="8737" y="99589"/>
                </a:cubicBezTo>
                <a:cubicBezTo>
                  <a:pt x="8837" y="99664"/>
                  <a:pt x="8936" y="99714"/>
                  <a:pt x="9036" y="99763"/>
                </a:cubicBezTo>
                <a:cubicBezTo>
                  <a:pt x="9210" y="99888"/>
                  <a:pt x="9434" y="100012"/>
                  <a:pt x="9658" y="100087"/>
                </a:cubicBezTo>
                <a:cubicBezTo>
                  <a:pt x="9708" y="100137"/>
                  <a:pt x="9807" y="100186"/>
                  <a:pt x="9907" y="100211"/>
                </a:cubicBezTo>
                <a:cubicBezTo>
                  <a:pt x="10106" y="100336"/>
                  <a:pt x="10330" y="100435"/>
                  <a:pt x="10579" y="100560"/>
                </a:cubicBezTo>
                <a:cubicBezTo>
                  <a:pt x="10654" y="100585"/>
                  <a:pt x="10703" y="100635"/>
                  <a:pt x="10803" y="100659"/>
                </a:cubicBezTo>
                <a:cubicBezTo>
                  <a:pt x="11052" y="100784"/>
                  <a:pt x="11301" y="100883"/>
                  <a:pt x="11525" y="101008"/>
                </a:cubicBezTo>
                <a:cubicBezTo>
                  <a:pt x="11575" y="101033"/>
                  <a:pt x="11649" y="101058"/>
                  <a:pt x="11699" y="101058"/>
                </a:cubicBezTo>
                <a:cubicBezTo>
                  <a:pt x="11948" y="101157"/>
                  <a:pt x="12197" y="101282"/>
                  <a:pt x="12471" y="101381"/>
                </a:cubicBezTo>
                <a:cubicBezTo>
                  <a:pt x="12545" y="101406"/>
                  <a:pt x="12595" y="101406"/>
                  <a:pt x="12645" y="101431"/>
                </a:cubicBezTo>
                <a:cubicBezTo>
                  <a:pt x="12695" y="101456"/>
                  <a:pt x="12769" y="101456"/>
                  <a:pt x="12819" y="101506"/>
                </a:cubicBezTo>
                <a:cubicBezTo>
                  <a:pt x="13541" y="104567"/>
                  <a:pt x="14910" y="107405"/>
                  <a:pt x="16926" y="109745"/>
                </a:cubicBezTo>
                <a:cubicBezTo>
                  <a:pt x="16777" y="109670"/>
                  <a:pt x="16578" y="109620"/>
                  <a:pt x="16428" y="109545"/>
                </a:cubicBezTo>
                <a:cubicBezTo>
                  <a:pt x="16105" y="109396"/>
                  <a:pt x="15756" y="109247"/>
                  <a:pt x="15408" y="109048"/>
                </a:cubicBezTo>
                <a:cubicBezTo>
                  <a:pt x="15234" y="108973"/>
                  <a:pt x="15059" y="108898"/>
                  <a:pt x="14885" y="108799"/>
                </a:cubicBezTo>
                <a:lnTo>
                  <a:pt x="13939" y="108251"/>
                </a:lnTo>
                <a:cubicBezTo>
                  <a:pt x="13790" y="108152"/>
                  <a:pt x="13616" y="108052"/>
                  <a:pt x="13441" y="107928"/>
                </a:cubicBezTo>
                <a:cubicBezTo>
                  <a:pt x="13168" y="107778"/>
                  <a:pt x="12894" y="107554"/>
                  <a:pt x="12620" y="107355"/>
                </a:cubicBezTo>
                <a:lnTo>
                  <a:pt x="12147" y="106982"/>
                </a:lnTo>
                <a:cubicBezTo>
                  <a:pt x="11898" y="106758"/>
                  <a:pt x="11649" y="106534"/>
                  <a:pt x="11375" y="106310"/>
                </a:cubicBezTo>
                <a:cubicBezTo>
                  <a:pt x="11201" y="106185"/>
                  <a:pt x="11052" y="106036"/>
                  <a:pt x="10927" y="105911"/>
                </a:cubicBezTo>
                <a:lnTo>
                  <a:pt x="10878" y="105862"/>
                </a:lnTo>
                <a:cubicBezTo>
                  <a:pt x="10654" y="105638"/>
                  <a:pt x="10430" y="105414"/>
                  <a:pt x="10206" y="105165"/>
                </a:cubicBezTo>
                <a:cubicBezTo>
                  <a:pt x="10056" y="105015"/>
                  <a:pt x="9907" y="104816"/>
                  <a:pt x="9757" y="104667"/>
                </a:cubicBezTo>
                <a:cubicBezTo>
                  <a:pt x="9558" y="104418"/>
                  <a:pt x="9334" y="104169"/>
                  <a:pt x="9160" y="103945"/>
                </a:cubicBezTo>
                <a:cubicBezTo>
                  <a:pt x="9011" y="103771"/>
                  <a:pt x="8837" y="103547"/>
                  <a:pt x="8712" y="103373"/>
                </a:cubicBezTo>
                <a:cubicBezTo>
                  <a:pt x="8563" y="103124"/>
                  <a:pt x="8388" y="102875"/>
                  <a:pt x="8214" y="102626"/>
                </a:cubicBezTo>
                <a:cubicBezTo>
                  <a:pt x="8065" y="102402"/>
                  <a:pt x="7940" y="102178"/>
                  <a:pt x="7816" y="101929"/>
                </a:cubicBezTo>
                <a:cubicBezTo>
                  <a:pt x="7667" y="101680"/>
                  <a:pt x="7542" y="101431"/>
                  <a:pt x="7418" y="101157"/>
                </a:cubicBezTo>
                <a:cubicBezTo>
                  <a:pt x="7293" y="100908"/>
                  <a:pt x="7169" y="100659"/>
                  <a:pt x="7044" y="100386"/>
                </a:cubicBezTo>
                <a:cubicBezTo>
                  <a:pt x="6920" y="100137"/>
                  <a:pt x="6820" y="99838"/>
                  <a:pt x="6696" y="99564"/>
                </a:cubicBezTo>
                <a:cubicBezTo>
                  <a:pt x="6571" y="99290"/>
                  <a:pt x="6472" y="99017"/>
                  <a:pt x="6347" y="98718"/>
                </a:cubicBezTo>
                <a:lnTo>
                  <a:pt x="6074" y="97897"/>
                </a:lnTo>
                <a:cubicBezTo>
                  <a:pt x="6024" y="97722"/>
                  <a:pt x="5974" y="97573"/>
                  <a:pt x="5924" y="97424"/>
                </a:cubicBezTo>
                <a:close/>
                <a:moveTo>
                  <a:pt x="41892" y="109645"/>
                </a:moveTo>
                <a:lnTo>
                  <a:pt x="41792" y="109745"/>
                </a:lnTo>
                <a:cubicBezTo>
                  <a:pt x="41743" y="109745"/>
                  <a:pt x="41693" y="109770"/>
                  <a:pt x="41643" y="109770"/>
                </a:cubicBezTo>
                <a:lnTo>
                  <a:pt x="41743" y="109670"/>
                </a:lnTo>
                <a:cubicBezTo>
                  <a:pt x="41792" y="109670"/>
                  <a:pt x="41817" y="109645"/>
                  <a:pt x="41892" y="109645"/>
                </a:cubicBezTo>
                <a:close/>
                <a:moveTo>
                  <a:pt x="36665" y="100635"/>
                </a:moveTo>
                <a:lnTo>
                  <a:pt x="36939" y="101182"/>
                </a:lnTo>
                <a:cubicBezTo>
                  <a:pt x="36963" y="101207"/>
                  <a:pt x="36963" y="101257"/>
                  <a:pt x="37013" y="101282"/>
                </a:cubicBezTo>
                <a:cubicBezTo>
                  <a:pt x="37038" y="101331"/>
                  <a:pt x="37063" y="101406"/>
                  <a:pt x="37138" y="101506"/>
                </a:cubicBezTo>
                <a:cubicBezTo>
                  <a:pt x="37212" y="101655"/>
                  <a:pt x="37312" y="101829"/>
                  <a:pt x="37436" y="102004"/>
                </a:cubicBezTo>
                <a:cubicBezTo>
                  <a:pt x="37436" y="102028"/>
                  <a:pt x="37461" y="102028"/>
                  <a:pt x="37461" y="102053"/>
                </a:cubicBezTo>
                <a:cubicBezTo>
                  <a:pt x="37511" y="102128"/>
                  <a:pt x="37536" y="102178"/>
                  <a:pt x="37561" y="102203"/>
                </a:cubicBezTo>
                <a:cubicBezTo>
                  <a:pt x="37586" y="102277"/>
                  <a:pt x="37636" y="102327"/>
                  <a:pt x="37685" y="102402"/>
                </a:cubicBezTo>
                <a:cubicBezTo>
                  <a:pt x="37909" y="102700"/>
                  <a:pt x="38084" y="102999"/>
                  <a:pt x="38332" y="103273"/>
                </a:cubicBezTo>
                <a:cubicBezTo>
                  <a:pt x="38382" y="103323"/>
                  <a:pt x="38432" y="103373"/>
                  <a:pt x="38457" y="103397"/>
                </a:cubicBezTo>
                <a:cubicBezTo>
                  <a:pt x="38581" y="103547"/>
                  <a:pt x="38756" y="103696"/>
                  <a:pt x="38880" y="103870"/>
                </a:cubicBezTo>
                <a:lnTo>
                  <a:pt x="38955" y="103945"/>
                </a:lnTo>
                <a:cubicBezTo>
                  <a:pt x="39005" y="103995"/>
                  <a:pt x="39029" y="104020"/>
                  <a:pt x="39029" y="104045"/>
                </a:cubicBezTo>
                <a:lnTo>
                  <a:pt x="39278" y="104293"/>
                </a:lnTo>
                <a:cubicBezTo>
                  <a:pt x="39428" y="104443"/>
                  <a:pt x="39627" y="104617"/>
                  <a:pt x="39801" y="104766"/>
                </a:cubicBezTo>
                <a:cubicBezTo>
                  <a:pt x="39901" y="104866"/>
                  <a:pt x="40000" y="104941"/>
                  <a:pt x="40125" y="105015"/>
                </a:cubicBezTo>
                <a:cubicBezTo>
                  <a:pt x="40299" y="105165"/>
                  <a:pt x="40498" y="105314"/>
                  <a:pt x="40697" y="105438"/>
                </a:cubicBezTo>
                <a:cubicBezTo>
                  <a:pt x="40822" y="105538"/>
                  <a:pt x="40996" y="105638"/>
                  <a:pt x="41145" y="105762"/>
                </a:cubicBezTo>
                <a:cubicBezTo>
                  <a:pt x="41369" y="105911"/>
                  <a:pt x="41568" y="106036"/>
                  <a:pt x="41817" y="106185"/>
                </a:cubicBezTo>
                <a:cubicBezTo>
                  <a:pt x="41991" y="106285"/>
                  <a:pt x="42166" y="106384"/>
                  <a:pt x="42315" y="106484"/>
                </a:cubicBezTo>
                <a:cubicBezTo>
                  <a:pt x="42489" y="106534"/>
                  <a:pt x="42614" y="106633"/>
                  <a:pt x="42763" y="106683"/>
                </a:cubicBezTo>
                <a:cubicBezTo>
                  <a:pt x="42937" y="106783"/>
                  <a:pt x="43136" y="106882"/>
                  <a:pt x="43311" y="106932"/>
                </a:cubicBezTo>
                <a:cubicBezTo>
                  <a:pt x="43435" y="107007"/>
                  <a:pt x="43560" y="107031"/>
                  <a:pt x="43734" y="107106"/>
                </a:cubicBezTo>
                <a:cubicBezTo>
                  <a:pt x="43759" y="107131"/>
                  <a:pt x="43809" y="107131"/>
                  <a:pt x="43858" y="107156"/>
                </a:cubicBezTo>
                <a:cubicBezTo>
                  <a:pt x="43136" y="108027"/>
                  <a:pt x="42415" y="108774"/>
                  <a:pt x="41668" y="109496"/>
                </a:cubicBezTo>
                <a:cubicBezTo>
                  <a:pt x="41295" y="109620"/>
                  <a:pt x="40921" y="109720"/>
                  <a:pt x="40548" y="109794"/>
                </a:cubicBezTo>
                <a:cubicBezTo>
                  <a:pt x="38283" y="107405"/>
                  <a:pt x="36416" y="104393"/>
                  <a:pt x="35047" y="101083"/>
                </a:cubicBezTo>
                <a:cubicBezTo>
                  <a:pt x="35570" y="100933"/>
                  <a:pt x="36092" y="100784"/>
                  <a:pt x="36665" y="100635"/>
                </a:cubicBezTo>
                <a:close/>
                <a:moveTo>
                  <a:pt x="34848" y="101157"/>
                </a:moveTo>
                <a:cubicBezTo>
                  <a:pt x="36217" y="104443"/>
                  <a:pt x="38059" y="107480"/>
                  <a:pt x="40349" y="109869"/>
                </a:cubicBezTo>
                <a:cubicBezTo>
                  <a:pt x="40324" y="109869"/>
                  <a:pt x="40324" y="109869"/>
                  <a:pt x="40299" y="109894"/>
                </a:cubicBezTo>
                <a:cubicBezTo>
                  <a:pt x="38034" y="107480"/>
                  <a:pt x="36167" y="104443"/>
                  <a:pt x="34798" y="101182"/>
                </a:cubicBezTo>
                <a:cubicBezTo>
                  <a:pt x="34823" y="101182"/>
                  <a:pt x="34823" y="101182"/>
                  <a:pt x="34848" y="101157"/>
                </a:cubicBezTo>
                <a:close/>
                <a:moveTo>
                  <a:pt x="13043" y="101630"/>
                </a:moveTo>
                <a:lnTo>
                  <a:pt x="13043" y="101630"/>
                </a:lnTo>
                <a:cubicBezTo>
                  <a:pt x="13068" y="101655"/>
                  <a:pt x="13118" y="101655"/>
                  <a:pt x="13118" y="101655"/>
                </a:cubicBezTo>
                <a:cubicBezTo>
                  <a:pt x="13889" y="104791"/>
                  <a:pt x="15308" y="107679"/>
                  <a:pt x="17474" y="110018"/>
                </a:cubicBezTo>
                <a:cubicBezTo>
                  <a:pt x="17424" y="109994"/>
                  <a:pt x="17374" y="109994"/>
                  <a:pt x="17349" y="109969"/>
                </a:cubicBezTo>
                <a:cubicBezTo>
                  <a:pt x="15234" y="107629"/>
                  <a:pt x="13815" y="104766"/>
                  <a:pt x="13043" y="101630"/>
                </a:cubicBezTo>
                <a:close/>
                <a:moveTo>
                  <a:pt x="41319" y="109794"/>
                </a:moveTo>
                <a:lnTo>
                  <a:pt x="41245" y="109894"/>
                </a:lnTo>
                <a:cubicBezTo>
                  <a:pt x="41071" y="109919"/>
                  <a:pt x="40921" y="109969"/>
                  <a:pt x="40747" y="110018"/>
                </a:cubicBezTo>
                <a:lnTo>
                  <a:pt x="40697" y="109994"/>
                </a:lnTo>
                <a:cubicBezTo>
                  <a:pt x="40921" y="109919"/>
                  <a:pt x="41120" y="109869"/>
                  <a:pt x="41319" y="109794"/>
                </a:cubicBezTo>
                <a:close/>
                <a:moveTo>
                  <a:pt x="13317" y="108102"/>
                </a:moveTo>
                <a:lnTo>
                  <a:pt x="13317" y="108102"/>
                </a:lnTo>
                <a:cubicBezTo>
                  <a:pt x="13416" y="108152"/>
                  <a:pt x="13516" y="108226"/>
                  <a:pt x="13616" y="108251"/>
                </a:cubicBezTo>
                <a:cubicBezTo>
                  <a:pt x="13989" y="108500"/>
                  <a:pt x="14362" y="108724"/>
                  <a:pt x="14736" y="108923"/>
                </a:cubicBezTo>
                <a:cubicBezTo>
                  <a:pt x="14810" y="108998"/>
                  <a:pt x="14935" y="109023"/>
                  <a:pt x="15034" y="109097"/>
                </a:cubicBezTo>
                <a:cubicBezTo>
                  <a:pt x="15433" y="109297"/>
                  <a:pt x="15856" y="109521"/>
                  <a:pt x="16279" y="109720"/>
                </a:cubicBezTo>
                <a:cubicBezTo>
                  <a:pt x="16379" y="109770"/>
                  <a:pt x="16503" y="109794"/>
                  <a:pt x="16627" y="109844"/>
                </a:cubicBezTo>
                <a:cubicBezTo>
                  <a:pt x="16802" y="109919"/>
                  <a:pt x="17026" y="109994"/>
                  <a:pt x="17250" y="110093"/>
                </a:cubicBezTo>
                <a:cubicBezTo>
                  <a:pt x="17275" y="110168"/>
                  <a:pt x="17299" y="110218"/>
                  <a:pt x="17349" y="110242"/>
                </a:cubicBezTo>
                <a:lnTo>
                  <a:pt x="16403" y="109869"/>
                </a:lnTo>
                <a:cubicBezTo>
                  <a:pt x="16304" y="109844"/>
                  <a:pt x="16229" y="109794"/>
                  <a:pt x="16130" y="109745"/>
                </a:cubicBezTo>
                <a:cubicBezTo>
                  <a:pt x="15731" y="109545"/>
                  <a:pt x="15308" y="109346"/>
                  <a:pt x="14910" y="109122"/>
                </a:cubicBezTo>
                <a:cubicBezTo>
                  <a:pt x="14785" y="109048"/>
                  <a:pt x="14661" y="108998"/>
                  <a:pt x="14561" y="108923"/>
                </a:cubicBezTo>
                <a:cubicBezTo>
                  <a:pt x="14263" y="108774"/>
                  <a:pt x="14014" y="108600"/>
                  <a:pt x="13690" y="108400"/>
                </a:cubicBezTo>
                <a:cubicBezTo>
                  <a:pt x="13566" y="108301"/>
                  <a:pt x="13441" y="108176"/>
                  <a:pt x="13317" y="108102"/>
                </a:cubicBezTo>
                <a:close/>
                <a:moveTo>
                  <a:pt x="40697" y="110218"/>
                </a:moveTo>
                <a:cubicBezTo>
                  <a:pt x="40747" y="110242"/>
                  <a:pt x="40747" y="110267"/>
                  <a:pt x="40772" y="110292"/>
                </a:cubicBezTo>
                <a:lnTo>
                  <a:pt x="40747" y="110342"/>
                </a:lnTo>
                <a:lnTo>
                  <a:pt x="40647" y="110242"/>
                </a:lnTo>
                <a:cubicBezTo>
                  <a:pt x="40672" y="110242"/>
                  <a:pt x="40672" y="110242"/>
                  <a:pt x="40697" y="110218"/>
                </a:cubicBezTo>
                <a:close/>
                <a:moveTo>
                  <a:pt x="41494" y="110018"/>
                </a:moveTo>
                <a:cubicBezTo>
                  <a:pt x="41369" y="110143"/>
                  <a:pt x="41245" y="110242"/>
                  <a:pt x="41120" y="110367"/>
                </a:cubicBezTo>
                <a:lnTo>
                  <a:pt x="41046" y="110292"/>
                </a:lnTo>
                <a:cubicBezTo>
                  <a:pt x="41145" y="110218"/>
                  <a:pt x="41245" y="110143"/>
                  <a:pt x="41319" y="110043"/>
                </a:cubicBezTo>
                <a:cubicBezTo>
                  <a:pt x="41394" y="110043"/>
                  <a:pt x="41419" y="110018"/>
                  <a:pt x="41494" y="110018"/>
                </a:cubicBezTo>
                <a:close/>
                <a:moveTo>
                  <a:pt x="17822" y="110392"/>
                </a:moveTo>
                <a:cubicBezTo>
                  <a:pt x="17847" y="110417"/>
                  <a:pt x="17872" y="110417"/>
                  <a:pt x="17872" y="110466"/>
                </a:cubicBezTo>
                <a:cubicBezTo>
                  <a:pt x="17847" y="110466"/>
                  <a:pt x="17797" y="110466"/>
                  <a:pt x="17797" y="110417"/>
                </a:cubicBezTo>
                <a:lnTo>
                  <a:pt x="17822" y="110392"/>
                </a:lnTo>
                <a:close/>
                <a:moveTo>
                  <a:pt x="40896" y="110417"/>
                </a:moveTo>
                <a:cubicBezTo>
                  <a:pt x="40921" y="110417"/>
                  <a:pt x="40921" y="110466"/>
                  <a:pt x="40946" y="110466"/>
                </a:cubicBezTo>
                <a:lnTo>
                  <a:pt x="40921" y="110491"/>
                </a:lnTo>
                <a:cubicBezTo>
                  <a:pt x="40896" y="110491"/>
                  <a:pt x="40896" y="110466"/>
                  <a:pt x="40871" y="110466"/>
                </a:cubicBezTo>
                <a:lnTo>
                  <a:pt x="40896" y="110417"/>
                </a:lnTo>
                <a:close/>
                <a:moveTo>
                  <a:pt x="13292" y="101730"/>
                </a:moveTo>
                <a:cubicBezTo>
                  <a:pt x="13317" y="101730"/>
                  <a:pt x="13392" y="101779"/>
                  <a:pt x="13416" y="101779"/>
                </a:cubicBezTo>
                <a:cubicBezTo>
                  <a:pt x="13491" y="101804"/>
                  <a:pt x="13541" y="101804"/>
                  <a:pt x="13616" y="101829"/>
                </a:cubicBezTo>
                <a:cubicBezTo>
                  <a:pt x="13815" y="101904"/>
                  <a:pt x="14014" y="101954"/>
                  <a:pt x="14238" y="102028"/>
                </a:cubicBezTo>
                <a:cubicBezTo>
                  <a:pt x="15134" y="105414"/>
                  <a:pt x="16727" y="108276"/>
                  <a:pt x="18893" y="110516"/>
                </a:cubicBezTo>
                <a:cubicBezTo>
                  <a:pt x="18793" y="110491"/>
                  <a:pt x="18743" y="110466"/>
                  <a:pt x="18644" y="110466"/>
                </a:cubicBezTo>
                <a:cubicBezTo>
                  <a:pt x="18420" y="110392"/>
                  <a:pt x="18245" y="110342"/>
                  <a:pt x="18021" y="110267"/>
                </a:cubicBezTo>
                <a:cubicBezTo>
                  <a:pt x="17996" y="110242"/>
                  <a:pt x="17922" y="110218"/>
                  <a:pt x="17847" y="110168"/>
                </a:cubicBezTo>
                <a:cubicBezTo>
                  <a:pt x="15607" y="107853"/>
                  <a:pt x="14113" y="104916"/>
                  <a:pt x="13292" y="101730"/>
                </a:cubicBezTo>
                <a:close/>
                <a:moveTo>
                  <a:pt x="14487" y="102053"/>
                </a:moveTo>
                <a:cubicBezTo>
                  <a:pt x="14512" y="102053"/>
                  <a:pt x="14537" y="102053"/>
                  <a:pt x="14537" y="102078"/>
                </a:cubicBezTo>
                <a:cubicBezTo>
                  <a:pt x="15482" y="105513"/>
                  <a:pt x="17125" y="108400"/>
                  <a:pt x="19415" y="110666"/>
                </a:cubicBezTo>
                <a:cubicBezTo>
                  <a:pt x="19390" y="110666"/>
                  <a:pt x="19316" y="110641"/>
                  <a:pt x="19291" y="110641"/>
                </a:cubicBezTo>
                <a:cubicBezTo>
                  <a:pt x="17026" y="108376"/>
                  <a:pt x="15408" y="105488"/>
                  <a:pt x="14487" y="102053"/>
                </a:cubicBezTo>
                <a:close/>
                <a:moveTo>
                  <a:pt x="74101" y="100659"/>
                </a:moveTo>
                <a:cubicBezTo>
                  <a:pt x="74275" y="100784"/>
                  <a:pt x="74499" y="100908"/>
                  <a:pt x="74674" y="101033"/>
                </a:cubicBezTo>
                <a:cubicBezTo>
                  <a:pt x="69048" y="105015"/>
                  <a:pt x="63398" y="108251"/>
                  <a:pt x="57872" y="110715"/>
                </a:cubicBezTo>
                <a:cubicBezTo>
                  <a:pt x="58594" y="109670"/>
                  <a:pt x="59216" y="108475"/>
                  <a:pt x="59739" y="107106"/>
                </a:cubicBezTo>
                <a:cubicBezTo>
                  <a:pt x="59838" y="107056"/>
                  <a:pt x="59963" y="107031"/>
                  <a:pt x="60062" y="107007"/>
                </a:cubicBezTo>
                <a:cubicBezTo>
                  <a:pt x="60635" y="106857"/>
                  <a:pt x="61207" y="106658"/>
                  <a:pt x="61805" y="106484"/>
                </a:cubicBezTo>
                <a:cubicBezTo>
                  <a:pt x="62178" y="106359"/>
                  <a:pt x="62576" y="106185"/>
                  <a:pt x="62950" y="106061"/>
                </a:cubicBezTo>
                <a:cubicBezTo>
                  <a:pt x="63298" y="105936"/>
                  <a:pt x="63597" y="105862"/>
                  <a:pt x="63945" y="105737"/>
                </a:cubicBezTo>
                <a:cubicBezTo>
                  <a:pt x="64070" y="105687"/>
                  <a:pt x="64169" y="105662"/>
                  <a:pt x="64294" y="105613"/>
                </a:cubicBezTo>
                <a:cubicBezTo>
                  <a:pt x="64792" y="105414"/>
                  <a:pt x="65290" y="105190"/>
                  <a:pt x="65787" y="104990"/>
                </a:cubicBezTo>
                <a:cubicBezTo>
                  <a:pt x="65812" y="104990"/>
                  <a:pt x="65837" y="104941"/>
                  <a:pt x="65912" y="104916"/>
                </a:cubicBezTo>
                <a:cubicBezTo>
                  <a:pt x="66061" y="104866"/>
                  <a:pt x="66211" y="104791"/>
                  <a:pt x="66385" y="104692"/>
                </a:cubicBezTo>
                <a:lnTo>
                  <a:pt x="67580" y="104144"/>
                </a:lnTo>
                <a:cubicBezTo>
                  <a:pt x="67679" y="104119"/>
                  <a:pt x="67779" y="104045"/>
                  <a:pt x="67903" y="104020"/>
                </a:cubicBezTo>
                <a:lnTo>
                  <a:pt x="68077" y="103920"/>
                </a:lnTo>
                <a:cubicBezTo>
                  <a:pt x="68650" y="103671"/>
                  <a:pt x="69173" y="103397"/>
                  <a:pt x="69745" y="103124"/>
                </a:cubicBezTo>
                <a:cubicBezTo>
                  <a:pt x="70168" y="102900"/>
                  <a:pt x="70566" y="102676"/>
                  <a:pt x="71015" y="102427"/>
                </a:cubicBezTo>
                <a:cubicBezTo>
                  <a:pt x="71438" y="102178"/>
                  <a:pt x="71886" y="101954"/>
                  <a:pt x="72284" y="101705"/>
                </a:cubicBezTo>
                <a:cubicBezTo>
                  <a:pt x="72483" y="101630"/>
                  <a:pt x="72657" y="101506"/>
                  <a:pt x="72856" y="101406"/>
                </a:cubicBezTo>
                <a:cubicBezTo>
                  <a:pt x="73105" y="101257"/>
                  <a:pt x="73379" y="101083"/>
                  <a:pt x="73628" y="100933"/>
                </a:cubicBezTo>
                <a:cubicBezTo>
                  <a:pt x="73678" y="100908"/>
                  <a:pt x="73753" y="100883"/>
                  <a:pt x="73802" y="100809"/>
                </a:cubicBezTo>
                <a:cubicBezTo>
                  <a:pt x="73902" y="100759"/>
                  <a:pt x="74001" y="100684"/>
                  <a:pt x="74101" y="100659"/>
                </a:cubicBezTo>
                <a:close/>
                <a:moveTo>
                  <a:pt x="18171" y="110491"/>
                </a:moveTo>
                <a:cubicBezTo>
                  <a:pt x="18245" y="110516"/>
                  <a:pt x="18270" y="110516"/>
                  <a:pt x="18345" y="110516"/>
                </a:cubicBezTo>
                <a:cubicBezTo>
                  <a:pt x="18619" y="110616"/>
                  <a:pt x="18917" y="110715"/>
                  <a:pt x="19216" y="110790"/>
                </a:cubicBezTo>
                <a:lnTo>
                  <a:pt x="19291" y="110890"/>
                </a:lnTo>
                <a:cubicBezTo>
                  <a:pt x="18967" y="110790"/>
                  <a:pt x="18619" y="110666"/>
                  <a:pt x="18270" y="110591"/>
                </a:cubicBezTo>
                <a:lnTo>
                  <a:pt x="18171" y="110491"/>
                </a:lnTo>
                <a:close/>
                <a:moveTo>
                  <a:pt x="59484" y="107172"/>
                </a:moveTo>
                <a:cubicBezTo>
                  <a:pt x="58962" y="108609"/>
                  <a:pt x="58292" y="109848"/>
                  <a:pt x="57499" y="110890"/>
                </a:cubicBezTo>
                <a:cubicBezTo>
                  <a:pt x="57474" y="110914"/>
                  <a:pt x="57449" y="110914"/>
                  <a:pt x="57374" y="110964"/>
                </a:cubicBezTo>
                <a:cubicBezTo>
                  <a:pt x="58196" y="109869"/>
                  <a:pt x="58868" y="108625"/>
                  <a:pt x="59440" y="107181"/>
                </a:cubicBezTo>
                <a:cubicBezTo>
                  <a:pt x="59458" y="107181"/>
                  <a:pt x="59475" y="107181"/>
                  <a:pt x="59484" y="107172"/>
                </a:cubicBezTo>
                <a:close/>
                <a:moveTo>
                  <a:pt x="19614" y="110914"/>
                </a:moveTo>
                <a:cubicBezTo>
                  <a:pt x="19639" y="110914"/>
                  <a:pt x="19664" y="110914"/>
                  <a:pt x="19714" y="110964"/>
                </a:cubicBezTo>
                <a:lnTo>
                  <a:pt x="19764" y="110964"/>
                </a:lnTo>
                <a:cubicBezTo>
                  <a:pt x="19764" y="110989"/>
                  <a:pt x="19789" y="111014"/>
                  <a:pt x="19838" y="111039"/>
                </a:cubicBezTo>
                <a:cubicBezTo>
                  <a:pt x="19789" y="111039"/>
                  <a:pt x="19739" y="111014"/>
                  <a:pt x="19714" y="111014"/>
                </a:cubicBezTo>
                <a:lnTo>
                  <a:pt x="19614" y="110914"/>
                </a:lnTo>
                <a:close/>
                <a:moveTo>
                  <a:pt x="74848" y="101157"/>
                </a:moveTo>
                <a:cubicBezTo>
                  <a:pt x="74873" y="101157"/>
                  <a:pt x="74873" y="101182"/>
                  <a:pt x="74898" y="101182"/>
                </a:cubicBezTo>
                <a:cubicBezTo>
                  <a:pt x="69148" y="105264"/>
                  <a:pt x="63273" y="108649"/>
                  <a:pt x="57524" y="111163"/>
                </a:cubicBezTo>
                <a:cubicBezTo>
                  <a:pt x="57573" y="111114"/>
                  <a:pt x="57598" y="111089"/>
                  <a:pt x="57623" y="111014"/>
                </a:cubicBezTo>
                <a:cubicBezTo>
                  <a:pt x="63273" y="108525"/>
                  <a:pt x="69073" y="105239"/>
                  <a:pt x="74848" y="101157"/>
                </a:cubicBezTo>
                <a:close/>
                <a:moveTo>
                  <a:pt x="57300" y="111163"/>
                </a:moveTo>
                <a:lnTo>
                  <a:pt x="57300" y="111163"/>
                </a:lnTo>
                <a:cubicBezTo>
                  <a:pt x="57250" y="111238"/>
                  <a:pt x="57200" y="111263"/>
                  <a:pt x="57175" y="111338"/>
                </a:cubicBezTo>
                <a:cubicBezTo>
                  <a:pt x="57125" y="111363"/>
                  <a:pt x="57075" y="111363"/>
                  <a:pt x="57051" y="111387"/>
                </a:cubicBezTo>
                <a:cubicBezTo>
                  <a:pt x="57075" y="111338"/>
                  <a:pt x="57125" y="111288"/>
                  <a:pt x="57175" y="111238"/>
                </a:cubicBezTo>
                <a:cubicBezTo>
                  <a:pt x="57200" y="111213"/>
                  <a:pt x="57250" y="111213"/>
                  <a:pt x="57300" y="111163"/>
                </a:cubicBezTo>
                <a:close/>
                <a:moveTo>
                  <a:pt x="34599" y="101257"/>
                </a:moveTo>
                <a:cubicBezTo>
                  <a:pt x="35968" y="104542"/>
                  <a:pt x="37810" y="107529"/>
                  <a:pt x="40075" y="109969"/>
                </a:cubicBezTo>
                <a:cubicBezTo>
                  <a:pt x="38905" y="110267"/>
                  <a:pt x="37760" y="110541"/>
                  <a:pt x="36590" y="110790"/>
                </a:cubicBezTo>
                <a:cubicBezTo>
                  <a:pt x="36466" y="110840"/>
                  <a:pt x="36391" y="110840"/>
                  <a:pt x="36267" y="110865"/>
                </a:cubicBezTo>
                <a:cubicBezTo>
                  <a:pt x="35594" y="110989"/>
                  <a:pt x="34947" y="111114"/>
                  <a:pt x="34325" y="111213"/>
                </a:cubicBezTo>
                <a:lnTo>
                  <a:pt x="33578" y="111288"/>
                </a:lnTo>
                <a:cubicBezTo>
                  <a:pt x="33080" y="111363"/>
                  <a:pt x="32558" y="111462"/>
                  <a:pt x="32060" y="111487"/>
                </a:cubicBezTo>
                <a:cubicBezTo>
                  <a:pt x="31960" y="111487"/>
                  <a:pt x="31911" y="111487"/>
                  <a:pt x="31811" y="111512"/>
                </a:cubicBezTo>
                <a:cubicBezTo>
                  <a:pt x="28874" y="109471"/>
                  <a:pt x="26833" y="106534"/>
                  <a:pt x="25738" y="102875"/>
                </a:cubicBezTo>
                <a:cubicBezTo>
                  <a:pt x="28575" y="102626"/>
                  <a:pt x="31537" y="102078"/>
                  <a:pt x="34599" y="101257"/>
                </a:cubicBezTo>
                <a:close/>
                <a:moveTo>
                  <a:pt x="25538" y="102875"/>
                </a:moveTo>
                <a:cubicBezTo>
                  <a:pt x="26634" y="106534"/>
                  <a:pt x="28650" y="109471"/>
                  <a:pt x="31512" y="111537"/>
                </a:cubicBezTo>
                <a:lnTo>
                  <a:pt x="31438" y="111537"/>
                </a:lnTo>
                <a:cubicBezTo>
                  <a:pt x="28600" y="109471"/>
                  <a:pt x="26584" y="106534"/>
                  <a:pt x="25489" y="102875"/>
                </a:cubicBezTo>
                <a:close/>
                <a:moveTo>
                  <a:pt x="40199" y="110118"/>
                </a:moveTo>
                <a:cubicBezTo>
                  <a:pt x="40249" y="110118"/>
                  <a:pt x="40274" y="110118"/>
                  <a:pt x="40274" y="110143"/>
                </a:cubicBezTo>
                <a:cubicBezTo>
                  <a:pt x="37461" y="110890"/>
                  <a:pt x="34773" y="111462"/>
                  <a:pt x="32159" y="111736"/>
                </a:cubicBezTo>
                <a:lnTo>
                  <a:pt x="32110" y="111736"/>
                </a:lnTo>
                <a:cubicBezTo>
                  <a:pt x="32085" y="111711"/>
                  <a:pt x="32060" y="111711"/>
                  <a:pt x="32060" y="111661"/>
                </a:cubicBezTo>
                <a:lnTo>
                  <a:pt x="32110" y="111661"/>
                </a:lnTo>
                <a:cubicBezTo>
                  <a:pt x="32682" y="111611"/>
                  <a:pt x="33280" y="111512"/>
                  <a:pt x="33827" y="111462"/>
                </a:cubicBezTo>
                <a:lnTo>
                  <a:pt x="34400" y="111363"/>
                </a:lnTo>
                <a:cubicBezTo>
                  <a:pt x="35146" y="111238"/>
                  <a:pt x="35918" y="111114"/>
                  <a:pt x="36665" y="110964"/>
                </a:cubicBezTo>
                <a:lnTo>
                  <a:pt x="36690" y="110964"/>
                </a:lnTo>
                <a:cubicBezTo>
                  <a:pt x="37835" y="110715"/>
                  <a:pt x="39029" y="110417"/>
                  <a:pt x="40199" y="110118"/>
                </a:cubicBezTo>
                <a:close/>
                <a:moveTo>
                  <a:pt x="31736" y="111711"/>
                </a:moveTo>
                <a:cubicBezTo>
                  <a:pt x="31786" y="111736"/>
                  <a:pt x="31811" y="111736"/>
                  <a:pt x="31836" y="111761"/>
                </a:cubicBezTo>
                <a:lnTo>
                  <a:pt x="31736" y="111761"/>
                </a:lnTo>
                <a:cubicBezTo>
                  <a:pt x="31711" y="111736"/>
                  <a:pt x="31687" y="111736"/>
                  <a:pt x="31637" y="111711"/>
                </a:cubicBezTo>
                <a:close/>
                <a:moveTo>
                  <a:pt x="14761" y="102153"/>
                </a:moveTo>
                <a:lnTo>
                  <a:pt x="14761" y="102153"/>
                </a:lnTo>
                <a:cubicBezTo>
                  <a:pt x="14985" y="102203"/>
                  <a:pt x="15234" y="102277"/>
                  <a:pt x="15433" y="102302"/>
                </a:cubicBezTo>
                <a:cubicBezTo>
                  <a:pt x="15532" y="102327"/>
                  <a:pt x="15607" y="102327"/>
                  <a:pt x="15682" y="102352"/>
                </a:cubicBezTo>
                <a:cubicBezTo>
                  <a:pt x="15930" y="102427"/>
                  <a:pt x="16229" y="102452"/>
                  <a:pt x="16478" y="102526"/>
                </a:cubicBezTo>
                <a:cubicBezTo>
                  <a:pt x="16553" y="102551"/>
                  <a:pt x="16677" y="102551"/>
                  <a:pt x="16777" y="102576"/>
                </a:cubicBezTo>
                <a:cubicBezTo>
                  <a:pt x="17026" y="102626"/>
                  <a:pt x="17250" y="102676"/>
                  <a:pt x="17499" y="102700"/>
                </a:cubicBezTo>
                <a:cubicBezTo>
                  <a:pt x="17648" y="102725"/>
                  <a:pt x="17772" y="102725"/>
                  <a:pt x="17922" y="102775"/>
                </a:cubicBezTo>
                <a:cubicBezTo>
                  <a:pt x="18146" y="102800"/>
                  <a:pt x="18370" y="102825"/>
                  <a:pt x="18544" y="102825"/>
                </a:cubicBezTo>
                <a:cubicBezTo>
                  <a:pt x="18644" y="102825"/>
                  <a:pt x="18743" y="102825"/>
                  <a:pt x="18843" y="102850"/>
                </a:cubicBezTo>
                <a:cubicBezTo>
                  <a:pt x="19988" y="102974"/>
                  <a:pt x="21158" y="103049"/>
                  <a:pt x="22377" y="103049"/>
                </a:cubicBezTo>
                <a:cubicBezTo>
                  <a:pt x="23323" y="103049"/>
                  <a:pt x="24269" y="103024"/>
                  <a:pt x="25265" y="102924"/>
                </a:cubicBezTo>
                <a:cubicBezTo>
                  <a:pt x="26335" y="106559"/>
                  <a:pt x="28326" y="109521"/>
                  <a:pt x="31114" y="111611"/>
                </a:cubicBezTo>
                <a:cubicBezTo>
                  <a:pt x="31039" y="111611"/>
                  <a:pt x="30940" y="111636"/>
                  <a:pt x="30840" y="111636"/>
                </a:cubicBezTo>
                <a:lnTo>
                  <a:pt x="29820" y="111736"/>
                </a:lnTo>
                <a:cubicBezTo>
                  <a:pt x="29073" y="111761"/>
                  <a:pt x="28326" y="111786"/>
                  <a:pt x="27604" y="111786"/>
                </a:cubicBezTo>
                <a:cubicBezTo>
                  <a:pt x="26883" y="111786"/>
                  <a:pt x="26211" y="111761"/>
                  <a:pt x="25514" y="111736"/>
                </a:cubicBezTo>
                <a:cubicBezTo>
                  <a:pt x="25240" y="111686"/>
                  <a:pt x="24966" y="111661"/>
                  <a:pt x="24692" y="111661"/>
                </a:cubicBezTo>
                <a:cubicBezTo>
                  <a:pt x="24269" y="111636"/>
                  <a:pt x="23896" y="111611"/>
                  <a:pt x="23522" y="111587"/>
                </a:cubicBezTo>
                <a:cubicBezTo>
                  <a:pt x="23199" y="111537"/>
                  <a:pt x="22850" y="111487"/>
                  <a:pt x="22502" y="111412"/>
                </a:cubicBezTo>
                <a:cubicBezTo>
                  <a:pt x="22228" y="111387"/>
                  <a:pt x="21904" y="111338"/>
                  <a:pt x="21631" y="111288"/>
                </a:cubicBezTo>
                <a:cubicBezTo>
                  <a:pt x="21257" y="111238"/>
                  <a:pt x="20884" y="111139"/>
                  <a:pt x="20535" y="111039"/>
                </a:cubicBezTo>
                <a:cubicBezTo>
                  <a:pt x="20262" y="110890"/>
                  <a:pt x="20038" y="110865"/>
                  <a:pt x="19838" y="110790"/>
                </a:cubicBezTo>
                <a:cubicBezTo>
                  <a:pt x="17424" y="108550"/>
                  <a:pt x="15731" y="105638"/>
                  <a:pt x="14761" y="102153"/>
                </a:cubicBezTo>
                <a:close/>
                <a:moveTo>
                  <a:pt x="20162" y="111039"/>
                </a:moveTo>
                <a:lnTo>
                  <a:pt x="20162" y="111039"/>
                </a:lnTo>
                <a:cubicBezTo>
                  <a:pt x="20610" y="111163"/>
                  <a:pt x="21083" y="111263"/>
                  <a:pt x="21531" y="111363"/>
                </a:cubicBezTo>
                <a:lnTo>
                  <a:pt x="22203" y="111462"/>
                </a:lnTo>
                <a:cubicBezTo>
                  <a:pt x="22626" y="111512"/>
                  <a:pt x="23024" y="111611"/>
                  <a:pt x="23472" y="111636"/>
                </a:cubicBezTo>
                <a:cubicBezTo>
                  <a:pt x="23771" y="111661"/>
                  <a:pt x="24120" y="111711"/>
                  <a:pt x="24468" y="111736"/>
                </a:cubicBezTo>
                <a:lnTo>
                  <a:pt x="25489" y="111835"/>
                </a:lnTo>
                <a:cubicBezTo>
                  <a:pt x="26161" y="111860"/>
                  <a:pt x="26883" y="111885"/>
                  <a:pt x="27604" y="111885"/>
                </a:cubicBezTo>
                <a:cubicBezTo>
                  <a:pt x="28351" y="111885"/>
                  <a:pt x="29098" y="111860"/>
                  <a:pt x="29845" y="111835"/>
                </a:cubicBezTo>
                <a:cubicBezTo>
                  <a:pt x="30218" y="111786"/>
                  <a:pt x="30616" y="111761"/>
                  <a:pt x="30990" y="111736"/>
                </a:cubicBezTo>
                <a:cubicBezTo>
                  <a:pt x="31114" y="111736"/>
                  <a:pt x="31239" y="111711"/>
                  <a:pt x="31413" y="111711"/>
                </a:cubicBezTo>
                <a:cubicBezTo>
                  <a:pt x="31438" y="111736"/>
                  <a:pt x="31463" y="111736"/>
                  <a:pt x="31487" y="111761"/>
                </a:cubicBezTo>
                <a:lnTo>
                  <a:pt x="31338" y="111761"/>
                </a:lnTo>
                <a:cubicBezTo>
                  <a:pt x="30840" y="111786"/>
                  <a:pt x="30367" y="111860"/>
                  <a:pt x="29919" y="111885"/>
                </a:cubicBezTo>
                <a:cubicBezTo>
                  <a:pt x="29123" y="111910"/>
                  <a:pt x="28376" y="111960"/>
                  <a:pt x="27629" y="111960"/>
                </a:cubicBezTo>
                <a:cubicBezTo>
                  <a:pt x="26883" y="111960"/>
                  <a:pt x="26186" y="111910"/>
                  <a:pt x="25489" y="111885"/>
                </a:cubicBezTo>
                <a:lnTo>
                  <a:pt x="24468" y="111786"/>
                </a:lnTo>
                <a:lnTo>
                  <a:pt x="23423" y="111686"/>
                </a:lnTo>
                <a:cubicBezTo>
                  <a:pt x="23000" y="111636"/>
                  <a:pt x="22601" y="111587"/>
                  <a:pt x="22153" y="111512"/>
                </a:cubicBezTo>
                <a:cubicBezTo>
                  <a:pt x="21929" y="111487"/>
                  <a:pt x="21680" y="111437"/>
                  <a:pt x="21481" y="111387"/>
                </a:cubicBezTo>
                <a:cubicBezTo>
                  <a:pt x="21033" y="111288"/>
                  <a:pt x="20635" y="111188"/>
                  <a:pt x="20237" y="111114"/>
                </a:cubicBezTo>
                <a:lnTo>
                  <a:pt x="20162" y="111039"/>
                </a:lnTo>
                <a:close/>
                <a:moveTo>
                  <a:pt x="14942" y="109369"/>
                </a:moveTo>
                <a:cubicBezTo>
                  <a:pt x="14951" y="109371"/>
                  <a:pt x="14963" y="109371"/>
                  <a:pt x="14985" y="109371"/>
                </a:cubicBezTo>
                <a:cubicBezTo>
                  <a:pt x="15308" y="109545"/>
                  <a:pt x="15682" y="109745"/>
                  <a:pt x="16055" y="109919"/>
                </a:cubicBezTo>
                <a:cubicBezTo>
                  <a:pt x="16229" y="109994"/>
                  <a:pt x="16403" y="110043"/>
                  <a:pt x="16603" y="110143"/>
                </a:cubicBezTo>
                <a:cubicBezTo>
                  <a:pt x="16926" y="110292"/>
                  <a:pt x="17299" y="110466"/>
                  <a:pt x="17648" y="110591"/>
                </a:cubicBezTo>
                <a:cubicBezTo>
                  <a:pt x="18220" y="111139"/>
                  <a:pt x="18793" y="111661"/>
                  <a:pt x="19415" y="112134"/>
                </a:cubicBezTo>
                <a:cubicBezTo>
                  <a:pt x="18619" y="111736"/>
                  <a:pt x="17748" y="111238"/>
                  <a:pt x="16876" y="110666"/>
                </a:cubicBezTo>
                <a:cubicBezTo>
                  <a:pt x="16143" y="110226"/>
                  <a:pt x="15530" y="109786"/>
                  <a:pt x="14942" y="109369"/>
                </a:cubicBezTo>
                <a:close/>
                <a:moveTo>
                  <a:pt x="18046" y="110715"/>
                </a:moveTo>
                <a:cubicBezTo>
                  <a:pt x="18096" y="110715"/>
                  <a:pt x="18146" y="110740"/>
                  <a:pt x="18171" y="110740"/>
                </a:cubicBezTo>
                <a:cubicBezTo>
                  <a:pt x="19017" y="111537"/>
                  <a:pt x="19913" y="112234"/>
                  <a:pt x="20859" y="112831"/>
                </a:cubicBezTo>
                <a:lnTo>
                  <a:pt x="20486" y="112632"/>
                </a:lnTo>
                <a:cubicBezTo>
                  <a:pt x="19614" y="112109"/>
                  <a:pt x="18793" y="111462"/>
                  <a:pt x="18046" y="110715"/>
                </a:cubicBezTo>
                <a:close/>
                <a:moveTo>
                  <a:pt x="75097" y="101307"/>
                </a:moveTo>
                <a:cubicBezTo>
                  <a:pt x="75993" y="101804"/>
                  <a:pt x="76764" y="102078"/>
                  <a:pt x="77412" y="102128"/>
                </a:cubicBezTo>
                <a:cubicBezTo>
                  <a:pt x="70143" y="107156"/>
                  <a:pt x="62751" y="110840"/>
                  <a:pt x="55931" y="112881"/>
                </a:cubicBezTo>
                <a:cubicBezTo>
                  <a:pt x="56428" y="112483"/>
                  <a:pt x="56851" y="112010"/>
                  <a:pt x="57300" y="111487"/>
                </a:cubicBezTo>
                <a:cubicBezTo>
                  <a:pt x="63174" y="108923"/>
                  <a:pt x="69173" y="105513"/>
                  <a:pt x="75097" y="101307"/>
                </a:cubicBezTo>
                <a:close/>
                <a:moveTo>
                  <a:pt x="13192" y="108301"/>
                </a:moveTo>
                <a:lnTo>
                  <a:pt x="13192" y="108301"/>
                </a:lnTo>
                <a:cubicBezTo>
                  <a:pt x="13267" y="108376"/>
                  <a:pt x="13367" y="108401"/>
                  <a:pt x="13416" y="108425"/>
                </a:cubicBezTo>
                <a:cubicBezTo>
                  <a:pt x="13441" y="108475"/>
                  <a:pt x="13491" y="108475"/>
                  <a:pt x="13516" y="108500"/>
                </a:cubicBezTo>
                <a:cubicBezTo>
                  <a:pt x="13541" y="108525"/>
                  <a:pt x="13616" y="108550"/>
                  <a:pt x="13640" y="108550"/>
                </a:cubicBezTo>
                <a:cubicBezTo>
                  <a:pt x="14512" y="109247"/>
                  <a:pt x="15507" y="109994"/>
                  <a:pt x="16802" y="110790"/>
                </a:cubicBezTo>
                <a:cubicBezTo>
                  <a:pt x="18096" y="111611"/>
                  <a:pt x="19341" y="112259"/>
                  <a:pt x="20411" y="112781"/>
                </a:cubicBezTo>
                <a:cubicBezTo>
                  <a:pt x="20510" y="112856"/>
                  <a:pt x="20585" y="112881"/>
                  <a:pt x="20660" y="112931"/>
                </a:cubicBezTo>
                <a:cubicBezTo>
                  <a:pt x="20710" y="112980"/>
                  <a:pt x="20759" y="113005"/>
                  <a:pt x="20784" y="113005"/>
                </a:cubicBezTo>
                <a:cubicBezTo>
                  <a:pt x="20797" y="113012"/>
                  <a:pt x="20811" y="113019"/>
                  <a:pt x="20823" y="113025"/>
                </a:cubicBezTo>
                <a:lnTo>
                  <a:pt x="20823" y="113025"/>
                </a:lnTo>
                <a:cubicBezTo>
                  <a:pt x="19925" y="112699"/>
                  <a:pt x="18934" y="112190"/>
                  <a:pt x="17897" y="111587"/>
                </a:cubicBezTo>
                <a:cubicBezTo>
                  <a:pt x="17872" y="111537"/>
                  <a:pt x="17847" y="111537"/>
                  <a:pt x="17797" y="111512"/>
                </a:cubicBezTo>
                <a:cubicBezTo>
                  <a:pt x="17499" y="111338"/>
                  <a:pt x="17150" y="111139"/>
                  <a:pt x="16851" y="110914"/>
                </a:cubicBezTo>
                <a:cubicBezTo>
                  <a:pt x="16777" y="110890"/>
                  <a:pt x="16677" y="110840"/>
                  <a:pt x="16627" y="110765"/>
                </a:cubicBezTo>
                <a:cubicBezTo>
                  <a:pt x="16379" y="110616"/>
                  <a:pt x="16130" y="110466"/>
                  <a:pt x="15906" y="110292"/>
                </a:cubicBezTo>
                <a:lnTo>
                  <a:pt x="14686" y="109471"/>
                </a:lnTo>
                <a:cubicBezTo>
                  <a:pt x="14263" y="109147"/>
                  <a:pt x="13815" y="108799"/>
                  <a:pt x="13392" y="108475"/>
                </a:cubicBezTo>
                <a:cubicBezTo>
                  <a:pt x="13317" y="108401"/>
                  <a:pt x="13267" y="108376"/>
                  <a:pt x="13192" y="108301"/>
                </a:cubicBezTo>
                <a:close/>
                <a:moveTo>
                  <a:pt x="56926" y="111636"/>
                </a:moveTo>
                <a:lnTo>
                  <a:pt x="56926" y="111636"/>
                </a:lnTo>
                <a:cubicBezTo>
                  <a:pt x="56453" y="112159"/>
                  <a:pt x="55955" y="112607"/>
                  <a:pt x="55458" y="113005"/>
                </a:cubicBezTo>
                <a:cubicBezTo>
                  <a:pt x="55383" y="113030"/>
                  <a:pt x="55333" y="113030"/>
                  <a:pt x="55258" y="113080"/>
                </a:cubicBezTo>
                <a:cubicBezTo>
                  <a:pt x="55806" y="112657"/>
                  <a:pt x="56304" y="112234"/>
                  <a:pt x="56752" y="111711"/>
                </a:cubicBezTo>
                <a:cubicBezTo>
                  <a:pt x="56827" y="111661"/>
                  <a:pt x="56851" y="111661"/>
                  <a:pt x="56926" y="111636"/>
                </a:cubicBezTo>
                <a:close/>
                <a:moveTo>
                  <a:pt x="61730" y="110989"/>
                </a:moveTo>
                <a:cubicBezTo>
                  <a:pt x="60734" y="111412"/>
                  <a:pt x="59639" y="111835"/>
                  <a:pt x="58121" y="112408"/>
                </a:cubicBezTo>
                <a:cubicBezTo>
                  <a:pt x="57225" y="112732"/>
                  <a:pt x="56329" y="113005"/>
                  <a:pt x="55408" y="113254"/>
                </a:cubicBezTo>
                <a:cubicBezTo>
                  <a:pt x="55458" y="113229"/>
                  <a:pt x="55507" y="113204"/>
                  <a:pt x="55557" y="113155"/>
                </a:cubicBezTo>
                <a:cubicBezTo>
                  <a:pt x="57573" y="112582"/>
                  <a:pt x="59614" y="111860"/>
                  <a:pt x="61730" y="110989"/>
                </a:cubicBezTo>
                <a:close/>
                <a:moveTo>
                  <a:pt x="40423" y="110292"/>
                </a:moveTo>
                <a:cubicBezTo>
                  <a:pt x="40498" y="110367"/>
                  <a:pt x="40523" y="110392"/>
                  <a:pt x="40573" y="110417"/>
                </a:cubicBezTo>
                <a:cubicBezTo>
                  <a:pt x="39029" y="111711"/>
                  <a:pt x="37337" y="112732"/>
                  <a:pt x="35594" y="113478"/>
                </a:cubicBezTo>
                <a:cubicBezTo>
                  <a:pt x="34449" y="113030"/>
                  <a:pt x="33354" y="112508"/>
                  <a:pt x="32359" y="111885"/>
                </a:cubicBezTo>
                <a:cubicBezTo>
                  <a:pt x="34947" y="111611"/>
                  <a:pt x="37660" y="111039"/>
                  <a:pt x="40423" y="110292"/>
                </a:cubicBezTo>
                <a:close/>
                <a:moveTo>
                  <a:pt x="54985" y="113354"/>
                </a:moveTo>
                <a:cubicBezTo>
                  <a:pt x="54960" y="113379"/>
                  <a:pt x="54935" y="113404"/>
                  <a:pt x="54885" y="113404"/>
                </a:cubicBezTo>
                <a:cubicBezTo>
                  <a:pt x="54835" y="113453"/>
                  <a:pt x="54736" y="113453"/>
                  <a:pt x="54686" y="113478"/>
                </a:cubicBezTo>
                <a:cubicBezTo>
                  <a:pt x="54736" y="113453"/>
                  <a:pt x="54761" y="113404"/>
                  <a:pt x="54835" y="113379"/>
                </a:cubicBezTo>
                <a:cubicBezTo>
                  <a:pt x="54885" y="113379"/>
                  <a:pt x="54935" y="113354"/>
                  <a:pt x="54985" y="113354"/>
                </a:cubicBezTo>
                <a:close/>
                <a:moveTo>
                  <a:pt x="40697" y="110591"/>
                </a:moveTo>
                <a:cubicBezTo>
                  <a:pt x="40747" y="110591"/>
                  <a:pt x="40747" y="110616"/>
                  <a:pt x="40772" y="110616"/>
                </a:cubicBezTo>
                <a:cubicBezTo>
                  <a:pt x="39278" y="111860"/>
                  <a:pt x="37660" y="112856"/>
                  <a:pt x="35968" y="113603"/>
                </a:cubicBezTo>
                <a:cubicBezTo>
                  <a:pt x="35943" y="113603"/>
                  <a:pt x="35918" y="113578"/>
                  <a:pt x="35868" y="113578"/>
                </a:cubicBezTo>
                <a:cubicBezTo>
                  <a:pt x="37561" y="112831"/>
                  <a:pt x="39204" y="111835"/>
                  <a:pt x="40697" y="110591"/>
                </a:cubicBezTo>
                <a:close/>
                <a:moveTo>
                  <a:pt x="32085" y="111910"/>
                </a:moveTo>
                <a:cubicBezTo>
                  <a:pt x="33080" y="112582"/>
                  <a:pt x="34201" y="113130"/>
                  <a:pt x="35395" y="113603"/>
                </a:cubicBezTo>
                <a:cubicBezTo>
                  <a:pt x="35346" y="113603"/>
                  <a:pt x="35321" y="113628"/>
                  <a:pt x="35296" y="113628"/>
                </a:cubicBezTo>
                <a:cubicBezTo>
                  <a:pt x="34101" y="113155"/>
                  <a:pt x="32981" y="112607"/>
                  <a:pt x="31985" y="111960"/>
                </a:cubicBezTo>
                <a:cubicBezTo>
                  <a:pt x="32035" y="111910"/>
                  <a:pt x="32060" y="111910"/>
                  <a:pt x="32085" y="111910"/>
                </a:cubicBezTo>
                <a:close/>
                <a:moveTo>
                  <a:pt x="35644" y="113702"/>
                </a:moveTo>
                <a:cubicBezTo>
                  <a:pt x="35669" y="113702"/>
                  <a:pt x="35694" y="113727"/>
                  <a:pt x="35694" y="113727"/>
                </a:cubicBezTo>
                <a:cubicBezTo>
                  <a:pt x="35669" y="113727"/>
                  <a:pt x="35644" y="113752"/>
                  <a:pt x="35594" y="113752"/>
                </a:cubicBezTo>
                <a:cubicBezTo>
                  <a:pt x="35570" y="113752"/>
                  <a:pt x="35545" y="113727"/>
                  <a:pt x="35520" y="113727"/>
                </a:cubicBezTo>
                <a:cubicBezTo>
                  <a:pt x="35545" y="113727"/>
                  <a:pt x="35570" y="113702"/>
                  <a:pt x="35594" y="113702"/>
                </a:cubicBezTo>
                <a:close/>
                <a:moveTo>
                  <a:pt x="18594" y="110865"/>
                </a:moveTo>
                <a:cubicBezTo>
                  <a:pt x="18893" y="110964"/>
                  <a:pt x="19216" y="111089"/>
                  <a:pt x="19515" y="111139"/>
                </a:cubicBezTo>
                <a:cubicBezTo>
                  <a:pt x="19540" y="111139"/>
                  <a:pt x="19589" y="111139"/>
                  <a:pt x="19614" y="111163"/>
                </a:cubicBezTo>
                <a:cubicBezTo>
                  <a:pt x="20734" y="112234"/>
                  <a:pt x="22004" y="113130"/>
                  <a:pt x="23398" y="113877"/>
                </a:cubicBezTo>
                <a:cubicBezTo>
                  <a:pt x="21631" y="113204"/>
                  <a:pt x="20013" y="112209"/>
                  <a:pt x="18594" y="110865"/>
                </a:cubicBezTo>
                <a:close/>
                <a:moveTo>
                  <a:pt x="61701" y="111266"/>
                </a:moveTo>
                <a:lnTo>
                  <a:pt x="61701" y="111266"/>
                </a:lnTo>
                <a:cubicBezTo>
                  <a:pt x="61626" y="111299"/>
                  <a:pt x="61548" y="111344"/>
                  <a:pt x="61456" y="111363"/>
                </a:cubicBezTo>
                <a:cubicBezTo>
                  <a:pt x="61332" y="111412"/>
                  <a:pt x="61207" y="111487"/>
                  <a:pt x="61083" y="111512"/>
                </a:cubicBezTo>
                <a:cubicBezTo>
                  <a:pt x="59963" y="111985"/>
                  <a:pt x="58669" y="112458"/>
                  <a:pt x="56752" y="113155"/>
                </a:cubicBezTo>
                <a:cubicBezTo>
                  <a:pt x="56702" y="113204"/>
                  <a:pt x="56627" y="113204"/>
                  <a:pt x="56603" y="113229"/>
                </a:cubicBezTo>
                <a:cubicBezTo>
                  <a:pt x="55995" y="113448"/>
                  <a:pt x="55173" y="113715"/>
                  <a:pt x="54300" y="113982"/>
                </a:cubicBezTo>
                <a:lnTo>
                  <a:pt x="54300" y="113982"/>
                </a:lnTo>
                <a:cubicBezTo>
                  <a:pt x="54308" y="113979"/>
                  <a:pt x="54313" y="113976"/>
                  <a:pt x="54313" y="113976"/>
                </a:cubicBezTo>
                <a:cubicBezTo>
                  <a:pt x="54337" y="113976"/>
                  <a:pt x="54362" y="113926"/>
                  <a:pt x="54387" y="113926"/>
                </a:cubicBezTo>
                <a:cubicBezTo>
                  <a:pt x="54437" y="113926"/>
                  <a:pt x="54437" y="113901"/>
                  <a:pt x="54462" y="113901"/>
                </a:cubicBezTo>
                <a:cubicBezTo>
                  <a:pt x="55582" y="113553"/>
                  <a:pt x="56329" y="113279"/>
                  <a:pt x="56752" y="113130"/>
                </a:cubicBezTo>
                <a:cubicBezTo>
                  <a:pt x="57300" y="112906"/>
                  <a:pt x="57797" y="112756"/>
                  <a:pt x="58220" y="112557"/>
                </a:cubicBezTo>
                <a:lnTo>
                  <a:pt x="59988" y="111910"/>
                </a:lnTo>
                <a:cubicBezTo>
                  <a:pt x="60187" y="111860"/>
                  <a:pt x="60336" y="111786"/>
                  <a:pt x="60535" y="111736"/>
                </a:cubicBezTo>
                <a:cubicBezTo>
                  <a:pt x="60909" y="111573"/>
                  <a:pt x="61304" y="111409"/>
                  <a:pt x="61701" y="111266"/>
                </a:cubicBezTo>
                <a:close/>
                <a:moveTo>
                  <a:pt x="59241" y="107156"/>
                </a:moveTo>
                <a:lnTo>
                  <a:pt x="59241" y="107156"/>
                </a:lnTo>
                <a:cubicBezTo>
                  <a:pt x="58619" y="108724"/>
                  <a:pt x="57922" y="110018"/>
                  <a:pt x="57051" y="111089"/>
                </a:cubicBezTo>
                <a:cubicBezTo>
                  <a:pt x="53889" y="112458"/>
                  <a:pt x="50828" y="113528"/>
                  <a:pt x="47791" y="114349"/>
                </a:cubicBezTo>
                <a:cubicBezTo>
                  <a:pt x="45601" y="113827"/>
                  <a:pt x="43311" y="112508"/>
                  <a:pt x="41195" y="110466"/>
                </a:cubicBezTo>
                <a:cubicBezTo>
                  <a:pt x="41419" y="110267"/>
                  <a:pt x="41643" y="110093"/>
                  <a:pt x="41867" y="109869"/>
                </a:cubicBezTo>
                <a:cubicBezTo>
                  <a:pt x="43609" y="109346"/>
                  <a:pt x="45352" y="108749"/>
                  <a:pt x="47119" y="108052"/>
                </a:cubicBezTo>
                <a:lnTo>
                  <a:pt x="47219" y="108052"/>
                </a:lnTo>
                <a:cubicBezTo>
                  <a:pt x="47268" y="108052"/>
                  <a:pt x="47343" y="108102"/>
                  <a:pt x="47368" y="108102"/>
                </a:cubicBezTo>
                <a:cubicBezTo>
                  <a:pt x="47791" y="108152"/>
                  <a:pt x="48239" y="108226"/>
                  <a:pt x="48662" y="108251"/>
                </a:cubicBezTo>
                <a:cubicBezTo>
                  <a:pt x="48762" y="108251"/>
                  <a:pt x="48861" y="108276"/>
                  <a:pt x="48961" y="108276"/>
                </a:cubicBezTo>
                <a:lnTo>
                  <a:pt x="49110" y="108276"/>
                </a:lnTo>
                <a:cubicBezTo>
                  <a:pt x="49658" y="108301"/>
                  <a:pt x="50230" y="108351"/>
                  <a:pt x="50828" y="108351"/>
                </a:cubicBezTo>
                <a:lnTo>
                  <a:pt x="51002" y="108351"/>
                </a:lnTo>
                <a:cubicBezTo>
                  <a:pt x="51400" y="108351"/>
                  <a:pt x="51823" y="108351"/>
                  <a:pt x="52222" y="108301"/>
                </a:cubicBezTo>
                <a:lnTo>
                  <a:pt x="52272" y="108301"/>
                </a:lnTo>
                <a:cubicBezTo>
                  <a:pt x="52496" y="108301"/>
                  <a:pt x="52720" y="108276"/>
                  <a:pt x="52944" y="108251"/>
                </a:cubicBezTo>
                <a:lnTo>
                  <a:pt x="53068" y="108251"/>
                </a:lnTo>
                <a:cubicBezTo>
                  <a:pt x="53242" y="108251"/>
                  <a:pt x="53416" y="108226"/>
                  <a:pt x="53616" y="108176"/>
                </a:cubicBezTo>
                <a:cubicBezTo>
                  <a:pt x="53765" y="108176"/>
                  <a:pt x="53889" y="108152"/>
                  <a:pt x="54064" y="108127"/>
                </a:cubicBezTo>
                <a:cubicBezTo>
                  <a:pt x="54238" y="108102"/>
                  <a:pt x="54462" y="108102"/>
                  <a:pt x="54686" y="108052"/>
                </a:cubicBezTo>
                <a:lnTo>
                  <a:pt x="54711" y="108052"/>
                </a:lnTo>
                <a:cubicBezTo>
                  <a:pt x="54761" y="108052"/>
                  <a:pt x="54835" y="108027"/>
                  <a:pt x="54885" y="108027"/>
                </a:cubicBezTo>
                <a:lnTo>
                  <a:pt x="54960" y="108027"/>
                </a:lnTo>
                <a:lnTo>
                  <a:pt x="55433" y="107928"/>
                </a:lnTo>
                <a:cubicBezTo>
                  <a:pt x="55731" y="107878"/>
                  <a:pt x="56055" y="107803"/>
                  <a:pt x="56354" y="107778"/>
                </a:cubicBezTo>
                <a:cubicBezTo>
                  <a:pt x="56603" y="107753"/>
                  <a:pt x="56851" y="107679"/>
                  <a:pt x="57100" y="107654"/>
                </a:cubicBezTo>
                <a:cubicBezTo>
                  <a:pt x="57822" y="107529"/>
                  <a:pt x="58544" y="107355"/>
                  <a:pt x="59241" y="107156"/>
                </a:cubicBezTo>
                <a:close/>
                <a:moveTo>
                  <a:pt x="56329" y="111910"/>
                </a:moveTo>
                <a:cubicBezTo>
                  <a:pt x="55831" y="112383"/>
                  <a:pt x="55308" y="112856"/>
                  <a:pt x="54736" y="113229"/>
                </a:cubicBezTo>
                <a:cubicBezTo>
                  <a:pt x="52968" y="113727"/>
                  <a:pt x="51201" y="114101"/>
                  <a:pt x="49509" y="114374"/>
                </a:cubicBezTo>
                <a:cubicBezTo>
                  <a:pt x="51749" y="113702"/>
                  <a:pt x="54014" y="112881"/>
                  <a:pt x="56329" y="111910"/>
                </a:cubicBezTo>
                <a:close/>
                <a:moveTo>
                  <a:pt x="19988" y="111288"/>
                </a:moveTo>
                <a:cubicBezTo>
                  <a:pt x="20013" y="111288"/>
                  <a:pt x="20087" y="111338"/>
                  <a:pt x="20112" y="111338"/>
                </a:cubicBezTo>
                <a:cubicBezTo>
                  <a:pt x="21531" y="112607"/>
                  <a:pt x="23199" y="113628"/>
                  <a:pt x="25066" y="114449"/>
                </a:cubicBezTo>
                <a:cubicBezTo>
                  <a:pt x="24941" y="114399"/>
                  <a:pt x="24817" y="114374"/>
                  <a:pt x="24717" y="114349"/>
                </a:cubicBezTo>
                <a:cubicBezTo>
                  <a:pt x="22950" y="113528"/>
                  <a:pt x="21357" y="112508"/>
                  <a:pt x="19988" y="111288"/>
                </a:cubicBezTo>
                <a:close/>
                <a:moveTo>
                  <a:pt x="41071" y="110616"/>
                </a:moveTo>
                <a:cubicBezTo>
                  <a:pt x="43136" y="112582"/>
                  <a:pt x="45277" y="113877"/>
                  <a:pt x="47468" y="114474"/>
                </a:cubicBezTo>
                <a:cubicBezTo>
                  <a:pt x="47418" y="114474"/>
                  <a:pt x="47393" y="114499"/>
                  <a:pt x="47343" y="114499"/>
                </a:cubicBezTo>
                <a:cubicBezTo>
                  <a:pt x="45178" y="113901"/>
                  <a:pt x="43062" y="112607"/>
                  <a:pt x="41046" y="110641"/>
                </a:cubicBezTo>
                <a:lnTo>
                  <a:pt x="41071" y="110616"/>
                </a:lnTo>
                <a:close/>
                <a:moveTo>
                  <a:pt x="56802" y="111412"/>
                </a:moveTo>
                <a:cubicBezTo>
                  <a:pt x="56752" y="111487"/>
                  <a:pt x="56702" y="111512"/>
                  <a:pt x="56677" y="111587"/>
                </a:cubicBezTo>
                <a:cubicBezTo>
                  <a:pt x="53840" y="112732"/>
                  <a:pt x="51102" y="113727"/>
                  <a:pt x="48388" y="114499"/>
                </a:cubicBezTo>
                <a:cubicBezTo>
                  <a:pt x="48339" y="114499"/>
                  <a:pt x="48264" y="114474"/>
                  <a:pt x="48214" y="114474"/>
                </a:cubicBezTo>
                <a:cubicBezTo>
                  <a:pt x="51002" y="113702"/>
                  <a:pt x="53865" y="112657"/>
                  <a:pt x="56802" y="111412"/>
                </a:cubicBezTo>
                <a:close/>
                <a:moveTo>
                  <a:pt x="22300" y="113641"/>
                </a:moveTo>
                <a:cubicBezTo>
                  <a:pt x="22877" y="113870"/>
                  <a:pt x="23339" y="114032"/>
                  <a:pt x="23622" y="114150"/>
                </a:cubicBezTo>
                <a:cubicBezTo>
                  <a:pt x="24020" y="114325"/>
                  <a:pt x="24393" y="114449"/>
                  <a:pt x="24817" y="114573"/>
                </a:cubicBezTo>
                <a:cubicBezTo>
                  <a:pt x="24717" y="114573"/>
                  <a:pt x="24593" y="114524"/>
                  <a:pt x="24418" y="114499"/>
                </a:cubicBezTo>
                <a:lnTo>
                  <a:pt x="24393" y="114499"/>
                </a:lnTo>
                <a:cubicBezTo>
                  <a:pt x="24269" y="114474"/>
                  <a:pt x="24194" y="114449"/>
                  <a:pt x="24070" y="114374"/>
                </a:cubicBezTo>
                <a:cubicBezTo>
                  <a:pt x="24020" y="114374"/>
                  <a:pt x="24020" y="114349"/>
                  <a:pt x="23995" y="114349"/>
                </a:cubicBezTo>
                <a:cubicBezTo>
                  <a:pt x="23522" y="114200"/>
                  <a:pt x="23099" y="114026"/>
                  <a:pt x="22651" y="113827"/>
                </a:cubicBezTo>
                <a:cubicBezTo>
                  <a:pt x="22534" y="113768"/>
                  <a:pt x="22417" y="113695"/>
                  <a:pt x="22300" y="113641"/>
                </a:cubicBezTo>
                <a:close/>
                <a:moveTo>
                  <a:pt x="47791" y="114573"/>
                </a:moveTo>
                <a:cubicBezTo>
                  <a:pt x="47841" y="114573"/>
                  <a:pt x="47866" y="114598"/>
                  <a:pt x="47916" y="114598"/>
                </a:cubicBezTo>
                <a:lnTo>
                  <a:pt x="47667" y="114598"/>
                </a:lnTo>
                <a:cubicBezTo>
                  <a:pt x="47716" y="114598"/>
                  <a:pt x="47766" y="114573"/>
                  <a:pt x="47791" y="114573"/>
                </a:cubicBezTo>
                <a:close/>
                <a:moveTo>
                  <a:pt x="54188" y="113553"/>
                </a:moveTo>
                <a:cubicBezTo>
                  <a:pt x="54089" y="113603"/>
                  <a:pt x="54014" y="113628"/>
                  <a:pt x="53939" y="113702"/>
                </a:cubicBezTo>
                <a:cubicBezTo>
                  <a:pt x="52396" y="114101"/>
                  <a:pt x="50902" y="114399"/>
                  <a:pt x="49484" y="114623"/>
                </a:cubicBezTo>
                <a:cubicBezTo>
                  <a:pt x="49384" y="114623"/>
                  <a:pt x="49285" y="114623"/>
                  <a:pt x="49235" y="114598"/>
                </a:cubicBezTo>
                <a:cubicBezTo>
                  <a:pt x="50853" y="114349"/>
                  <a:pt x="52496" y="114001"/>
                  <a:pt x="54188" y="113553"/>
                </a:cubicBezTo>
                <a:close/>
                <a:moveTo>
                  <a:pt x="53068" y="114101"/>
                </a:moveTo>
                <a:lnTo>
                  <a:pt x="53068" y="114101"/>
                </a:lnTo>
                <a:cubicBezTo>
                  <a:pt x="52645" y="114250"/>
                  <a:pt x="52247" y="114374"/>
                  <a:pt x="51848" y="114474"/>
                </a:cubicBezTo>
                <a:cubicBezTo>
                  <a:pt x="51400" y="114524"/>
                  <a:pt x="50977" y="114598"/>
                  <a:pt x="50529" y="114623"/>
                </a:cubicBezTo>
                <a:cubicBezTo>
                  <a:pt x="51375" y="114474"/>
                  <a:pt x="52222" y="114275"/>
                  <a:pt x="53068" y="114101"/>
                </a:cubicBezTo>
                <a:close/>
                <a:moveTo>
                  <a:pt x="48488" y="114698"/>
                </a:moveTo>
                <a:cubicBezTo>
                  <a:pt x="48538" y="114698"/>
                  <a:pt x="48613" y="114723"/>
                  <a:pt x="48662" y="114723"/>
                </a:cubicBezTo>
                <a:cubicBezTo>
                  <a:pt x="48637" y="114723"/>
                  <a:pt x="48538" y="114748"/>
                  <a:pt x="48488" y="114748"/>
                </a:cubicBezTo>
                <a:cubicBezTo>
                  <a:pt x="48413" y="114748"/>
                  <a:pt x="48388" y="114723"/>
                  <a:pt x="48339" y="114723"/>
                </a:cubicBezTo>
                <a:cubicBezTo>
                  <a:pt x="48388" y="114723"/>
                  <a:pt x="48463" y="114698"/>
                  <a:pt x="48488" y="114698"/>
                </a:cubicBezTo>
                <a:close/>
                <a:moveTo>
                  <a:pt x="53342" y="114225"/>
                </a:moveTo>
                <a:lnTo>
                  <a:pt x="53143" y="114325"/>
                </a:lnTo>
                <a:cubicBezTo>
                  <a:pt x="53118" y="114325"/>
                  <a:pt x="53093" y="114349"/>
                  <a:pt x="53068" y="114349"/>
                </a:cubicBezTo>
                <a:cubicBezTo>
                  <a:pt x="52869" y="114399"/>
                  <a:pt x="52720" y="114474"/>
                  <a:pt x="52520" y="114524"/>
                </a:cubicBezTo>
                <a:lnTo>
                  <a:pt x="52471" y="114524"/>
                </a:lnTo>
                <a:cubicBezTo>
                  <a:pt x="52272" y="114598"/>
                  <a:pt x="52072" y="114623"/>
                  <a:pt x="51873" y="114698"/>
                </a:cubicBezTo>
                <a:cubicBezTo>
                  <a:pt x="51823" y="114698"/>
                  <a:pt x="51774" y="114698"/>
                  <a:pt x="51724" y="114723"/>
                </a:cubicBezTo>
                <a:lnTo>
                  <a:pt x="51624" y="114723"/>
                </a:lnTo>
                <a:cubicBezTo>
                  <a:pt x="51500" y="114748"/>
                  <a:pt x="51400" y="114748"/>
                  <a:pt x="51276" y="114773"/>
                </a:cubicBezTo>
                <a:cubicBezTo>
                  <a:pt x="52023" y="114598"/>
                  <a:pt x="52720" y="114399"/>
                  <a:pt x="53342" y="114225"/>
                </a:cubicBezTo>
                <a:close/>
                <a:moveTo>
                  <a:pt x="40896" y="110740"/>
                </a:moveTo>
                <a:cubicBezTo>
                  <a:pt x="42863" y="112632"/>
                  <a:pt x="44904" y="113951"/>
                  <a:pt x="46995" y="114573"/>
                </a:cubicBezTo>
                <a:cubicBezTo>
                  <a:pt x="46795" y="114623"/>
                  <a:pt x="46621" y="114648"/>
                  <a:pt x="46422" y="114723"/>
                </a:cubicBezTo>
                <a:cubicBezTo>
                  <a:pt x="45529" y="114794"/>
                  <a:pt x="44652" y="114830"/>
                  <a:pt x="43794" y="114830"/>
                </a:cubicBezTo>
                <a:cubicBezTo>
                  <a:pt x="41045" y="114830"/>
                  <a:pt x="38494" y="114461"/>
                  <a:pt x="36217" y="113702"/>
                </a:cubicBezTo>
                <a:cubicBezTo>
                  <a:pt x="37884" y="112956"/>
                  <a:pt x="39428" y="111960"/>
                  <a:pt x="40896" y="110740"/>
                </a:cubicBezTo>
                <a:close/>
                <a:moveTo>
                  <a:pt x="49484" y="114797"/>
                </a:moveTo>
                <a:cubicBezTo>
                  <a:pt x="49633" y="114822"/>
                  <a:pt x="49789" y="114835"/>
                  <a:pt x="49944" y="114835"/>
                </a:cubicBezTo>
                <a:cubicBezTo>
                  <a:pt x="50100" y="114835"/>
                  <a:pt x="50255" y="114822"/>
                  <a:pt x="50405" y="114797"/>
                </a:cubicBezTo>
                <a:lnTo>
                  <a:pt x="50405" y="114797"/>
                </a:lnTo>
                <a:cubicBezTo>
                  <a:pt x="50330" y="114847"/>
                  <a:pt x="50230" y="114847"/>
                  <a:pt x="50131" y="114872"/>
                </a:cubicBezTo>
                <a:lnTo>
                  <a:pt x="50031" y="114872"/>
                </a:lnTo>
                <a:cubicBezTo>
                  <a:pt x="49758" y="114872"/>
                  <a:pt x="49484" y="114847"/>
                  <a:pt x="49235" y="114847"/>
                </a:cubicBezTo>
                <a:cubicBezTo>
                  <a:pt x="49334" y="114847"/>
                  <a:pt x="49384" y="114797"/>
                  <a:pt x="49484" y="114797"/>
                </a:cubicBezTo>
                <a:close/>
                <a:moveTo>
                  <a:pt x="20486" y="111387"/>
                </a:moveTo>
                <a:lnTo>
                  <a:pt x="20486" y="111387"/>
                </a:lnTo>
                <a:cubicBezTo>
                  <a:pt x="20784" y="111462"/>
                  <a:pt x="21083" y="111537"/>
                  <a:pt x="21382" y="111611"/>
                </a:cubicBezTo>
                <a:cubicBezTo>
                  <a:pt x="21631" y="111661"/>
                  <a:pt x="21904" y="111711"/>
                  <a:pt x="22153" y="111736"/>
                </a:cubicBezTo>
                <a:cubicBezTo>
                  <a:pt x="22576" y="111786"/>
                  <a:pt x="22975" y="111885"/>
                  <a:pt x="23373" y="111910"/>
                </a:cubicBezTo>
                <a:cubicBezTo>
                  <a:pt x="23771" y="111985"/>
                  <a:pt x="24219" y="112010"/>
                  <a:pt x="24642" y="112035"/>
                </a:cubicBezTo>
                <a:cubicBezTo>
                  <a:pt x="24941" y="112084"/>
                  <a:pt x="25190" y="112109"/>
                  <a:pt x="25464" y="112109"/>
                </a:cubicBezTo>
                <a:cubicBezTo>
                  <a:pt x="26186" y="112134"/>
                  <a:pt x="26883" y="112159"/>
                  <a:pt x="27629" y="112159"/>
                </a:cubicBezTo>
                <a:cubicBezTo>
                  <a:pt x="28376" y="112159"/>
                  <a:pt x="29123" y="112134"/>
                  <a:pt x="29919" y="112109"/>
                </a:cubicBezTo>
                <a:cubicBezTo>
                  <a:pt x="30367" y="112059"/>
                  <a:pt x="30840" y="112035"/>
                  <a:pt x="31338" y="111985"/>
                </a:cubicBezTo>
                <a:cubicBezTo>
                  <a:pt x="31463" y="111985"/>
                  <a:pt x="31587" y="111960"/>
                  <a:pt x="31736" y="111960"/>
                </a:cubicBezTo>
                <a:cubicBezTo>
                  <a:pt x="32782" y="112632"/>
                  <a:pt x="33852" y="113229"/>
                  <a:pt x="35072" y="113727"/>
                </a:cubicBezTo>
                <a:cubicBezTo>
                  <a:pt x="33329" y="114399"/>
                  <a:pt x="31487" y="114797"/>
                  <a:pt x="29670" y="114897"/>
                </a:cubicBezTo>
                <a:cubicBezTo>
                  <a:pt x="29396" y="114914"/>
                  <a:pt x="29125" y="114922"/>
                  <a:pt x="28856" y="114922"/>
                </a:cubicBezTo>
                <a:cubicBezTo>
                  <a:pt x="27952" y="114922"/>
                  <a:pt x="27074" y="114832"/>
                  <a:pt x="26211" y="114698"/>
                </a:cubicBezTo>
                <a:cubicBezTo>
                  <a:pt x="24020" y="113877"/>
                  <a:pt x="22128" y="112781"/>
                  <a:pt x="20486" y="111387"/>
                </a:cubicBezTo>
                <a:close/>
                <a:moveTo>
                  <a:pt x="46995" y="114872"/>
                </a:moveTo>
                <a:cubicBezTo>
                  <a:pt x="46895" y="114897"/>
                  <a:pt x="46795" y="114947"/>
                  <a:pt x="46721" y="114947"/>
                </a:cubicBezTo>
                <a:cubicBezTo>
                  <a:pt x="46497" y="114972"/>
                  <a:pt x="46298" y="114972"/>
                  <a:pt x="46099" y="114997"/>
                </a:cubicBezTo>
                <a:lnTo>
                  <a:pt x="46472" y="114897"/>
                </a:lnTo>
                <a:cubicBezTo>
                  <a:pt x="46646" y="114897"/>
                  <a:pt x="46795" y="114872"/>
                  <a:pt x="46995" y="114872"/>
                </a:cubicBezTo>
                <a:close/>
                <a:moveTo>
                  <a:pt x="35968" y="113827"/>
                </a:moveTo>
                <a:cubicBezTo>
                  <a:pt x="38360" y="114638"/>
                  <a:pt x="41027" y="115028"/>
                  <a:pt x="43938" y="115028"/>
                </a:cubicBezTo>
                <a:cubicBezTo>
                  <a:pt x="44419" y="115028"/>
                  <a:pt x="44907" y="115018"/>
                  <a:pt x="45402" y="114997"/>
                </a:cubicBezTo>
                <a:lnTo>
                  <a:pt x="45402" y="114997"/>
                </a:lnTo>
                <a:cubicBezTo>
                  <a:pt x="45302" y="115021"/>
                  <a:pt x="45227" y="115021"/>
                  <a:pt x="45128" y="115071"/>
                </a:cubicBezTo>
                <a:cubicBezTo>
                  <a:pt x="44680" y="115096"/>
                  <a:pt x="44281" y="115096"/>
                  <a:pt x="43883" y="115096"/>
                </a:cubicBezTo>
                <a:cubicBezTo>
                  <a:pt x="40946" y="115096"/>
                  <a:pt x="38283" y="114648"/>
                  <a:pt x="35918" y="113852"/>
                </a:cubicBezTo>
                <a:cubicBezTo>
                  <a:pt x="35918" y="113827"/>
                  <a:pt x="35943" y="113827"/>
                  <a:pt x="35968" y="113827"/>
                </a:cubicBezTo>
                <a:close/>
                <a:moveTo>
                  <a:pt x="35296" y="113852"/>
                </a:moveTo>
                <a:cubicBezTo>
                  <a:pt x="35321" y="113852"/>
                  <a:pt x="35346" y="113877"/>
                  <a:pt x="35395" y="113877"/>
                </a:cubicBezTo>
                <a:cubicBezTo>
                  <a:pt x="33528" y="114623"/>
                  <a:pt x="31587" y="115071"/>
                  <a:pt x="29670" y="115146"/>
                </a:cubicBezTo>
                <a:cubicBezTo>
                  <a:pt x="29421" y="115146"/>
                  <a:pt x="29123" y="115196"/>
                  <a:pt x="28924" y="115196"/>
                </a:cubicBezTo>
                <a:cubicBezTo>
                  <a:pt x="28426" y="115196"/>
                  <a:pt x="27953" y="115146"/>
                  <a:pt x="27480" y="115121"/>
                </a:cubicBezTo>
                <a:cubicBezTo>
                  <a:pt x="27355" y="115071"/>
                  <a:pt x="27256" y="115021"/>
                  <a:pt x="27181" y="114997"/>
                </a:cubicBezTo>
                <a:lnTo>
                  <a:pt x="27181" y="114997"/>
                </a:lnTo>
                <a:cubicBezTo>
                  <a:pt x="27790" y="115073"/>
                  <a:pt x="28398" y="115105"/>
                  <a:pt x="29029" y="115105"/>
                </a:cubicBezTo>
                <a:cubicBezTo>
                  <a:pt x="29224" y="115105"/>
                  <a:pt x="29421" y="115102"/>
                  <a:pt x="29621" y="115096"/>
                </a:cubicBezTo>
                <a:cubicBezTo>
                  <a:pt x="31562" y="114997"/>
                  <a:pt x="33454" y="114573"/>
                  <a:pt x="35296" y="113852"/>
                </a:cubicBezTo>
                <a:close/>
                <a:moveTo>
                  <a:pt x="35644" y="113951"/>
                </a:moveTo>
                <a:cubicBezTo>
                  <a:pt x="38059" y="114822"/>
                  <a:pt x="40822" y="115246"/>
                  <a:pt x="43858" y="115246"/>
                </a:cubicBezTo>
                <a:lnTo>
                  <a:pt x="44057" y="115246"/>
                </a:lnTo>
                <a:cubicBezTo>
                  <a:pt x="41096" y="115870"/>
                  <a:pt x="38258" y="116185"/>
                  <a:pt x="35584" y="116185"/>
                </a:cubicBezTo>
                <a:cubicBezTo>
                  <a:pt x="34099" y="116185"/>
                  <a:pt x="32665" y="116088"/>
                  <a:pt x="31288" y="115893"/>
                </a:cubicBezTo>
                <a:cubicBezTo>
                  <a:pt x="31114" y="115868"/>
                  <a:pt x="30940" y="115843"/>
                  <a:pt x="30790" y="115843"/>
                </a:cubicBezTo>
                <a:cubicBezTo>
                  <a:pt x="29919" y="115718"/>
                  <a:pt x="29098" y="115519"/>
                  <a:pt x="28301" y="115320"/>
                </a:cubicBezTo>
                <a:cubicBezTo>
                  <a:pt x="28476" y="115320"/>
                  <a:pt x="28700" y="115345"/>
                  <a:pt x="28874" y="115345"/>
                </a:cubicBezTo>
                <a:cubicBezTo>
                  <a:pt x="29123" y="115345"/>
                  <a:pt x="29372" y="115345"/>
                  <a:pt x="29670" y="115320"/>
                </a:cubicBezTo>
                <a:cubicBezTo>
                  <a:pt x="31687" y="115221"/>
                  <a:pt x="33703" y="114748"/>
                  <a:pt x="35644" y="113951"/>
                </a:cubicBezTo>
                <a:close/>
                <a:moveTo>
                  <a:pt x="48513" y="114947"/>
                </a:moveTo>
                <a:cubicBezTo>
                  <a:pt x="48787" y="114997"/>
                  <a:pt x="49135" y="114997"/>
                  <a:pt x="49459" y="115021"/>
                </a:cubicBezTo>
                <a:cubicBezTo>
                  <a:pt x="49110" y="115121"/>
                  <a:pt x="48737" y="115196"/>
                  <a:pt x="48364" y="115270"/>
                </a:cubicBezTo>
                <a:cubicBezTo>
                  <a:pt x="46497" y="115694"/>
                  <a:pt x="43410" y="116191"/>
                  <a:pt x="40448" y="116316"/>
                </a:cubicBezTo>
                <a:cubicBezTo>
                  <a:pt x="42489" y="116067"/>
                  <a:pt x="44605" y="115644"/>
                  <a:pt x="46771" y="115121"/>
                </a:cubicBezTo>
                <a:cubicBezTo>
                  <a:pt x="47343" y="115071"/>
                  <a:pt x="47916" y="114997"/>
                  <a:pt x="48513" y="114947"/>
                </a:cubicBezTo>
                <a:close/>
                <a:moveTo>
                  <a:pt x="27596" y="115399"/>
                </a:moveTo>
                <a:cubicBezTo>
                  <a:pt x="28936" y="115729"/>
                  <a:pt x="30005" y="115919"/>
                  <a:pt x="30392" y="115967"/>
                </a:cubicBezTo>
                <a:cubicBezTo>
                  <a:pt x="30542" y="115992"/>
                  <a:pt x="30666" y="115992"/>
                  <a:pt x="30741" y="116017"/>
                </a:cubicBezTo>
                <a:cubicBezTo>
                  <a:pt x="30890" y="116042"/>
                  <a:pt x="31014" y="116042"/>
                  <a:pt x="31189" y="116092"/>
                </a:cubicBezTo>
                <a:cubicBezTo>
                  <a:pt x="31985" y="116216"/>
                  <a:pt x="32757" y="116291"/>
                  <a:pt x="33578" y="116391"/>
                </a:cubicBezTo>
                <a:cubicBezTo>
                  <a:pt x="33329" y="116366"/>
                  <a:pt x="33056" y="116341"/>
                  <a:pt x="32782" y="116341"/>
                </a:cubicBezTo>
                <a:cubicBezTo>
                  <a:pt x="32608" y="116341"/>
                  <a:pt x="32483" y="116316"/>
                  <a:pt x="32334" y="116316"/>
                </a:cubicBezTo>
                <a:cubicBezTo>
                  <a:pt x="32159" y="116266"/>
                  <a:pt x="31960" y="116266"/>
                  <a:pt x="31786" y="116241"/>
                </a:cubicBezTo>
                <a:cubicBezTo>
                  <a:pt x="31413" y="116191"/>
                  <a:pt x="31064" y="116142"/>
                  <a:pt x="30691" y="116092"/>
                </a:cubicBezTo>
                <a:cubicBezTo>
                  <a:pt x="30591" y="116092"/>
                  <a:pt x="30492" y="116042"/>
                  <a:pt x="30442" y="116042"/>
                </a:cubicBezTo>
                <a:cubicBezTo>
                  <a:pt x="29695" y="115942"/>
                  <a:pt x="28949" y="115768"/>
                  <a:pt x="28227" y="115594"/>
                </a:cubicBezTo>
                <a:cubicBezTo>
                  <a:pt x="28202" y="115594"/>
                  <a:pt x="28127" y="115544"/>
                  <a:pt x="28102" y="115544"/>
                </a:cubicBezTo>
                <a:cubicBezTo>
                  <a:pt x="27918" y="115503"/>
                  <a:pt x="27768" y="115446"/>
                  <a:pt x="27596" y="115399"/>
                </a:cubicBezTo>
                <a:close/>
                <a:moveTo>
                  <a:pt x="45601" y="115221"/>
                </a:moveTo>
                <a:cubicBezTo>
                  <a:pt x="42813" y="115868"/>
                  <a:pt x="40150" y="116241"/>
                  <a:pt x="37586" y="116391"/>
                </a:cubicBezTo>
                <a:cubicBezTo>
                  <a:pt x="37088" y="116391"/>
                  <a:pt x="36665" y="116391"/>
                  <a:pt x="36217" y="116366"/>
                </a:cubicBezTo>
                <a:cubicBezTo>
                  <a:pt x="39029" y="116316"/>
                  <a:pt x="42016" y="115942"/>
                  <a:pt x="45128" y="115221"/>
                </a:cubicBezTo>
                <a:close/>
                <a:moveTo>
                  <a:pt x="50479" y="115021"/>
                </a:moveTo>
                <a:cubicBezTo>
                  <a:pt x="50031" y="115146"/>
                  <a:pt x="49583" y="115270"/>
                  <a:pt x="49085" y="115370"/>
                </a:cubicBezTo>
                <a:cubicBezTo>
                  <a:pt x="48264" y="115519"/>
                  <a:pt x="47293" y="115743"/>
                  <a:pt x="46372" y="115893"/>
                </a:cubicBezTo>
                <a:cubicBezTo>
                  <a:pt x="45924" y="115967"/>
                  <a:pt x="45426" y="116067"/>
                  <a:pt x="44929" y="116117"/>
                </a:cubicBezTo>
                <a:lnTo>
                  <a:pt x="44879" y="116117"/>
                </a:lnTo>
                <a:cubicBezTo>
                  <a:pt x="44406" y="116191"/>
                  <a:pt x="43908" y="116216"/>
                  <a:pt x="43385" y="116266"/>
                </a:cubicBezTo>
                <a:cubicBezTo>
                  <a:pt x="42191" y="116391"/>
                  <a:pt x="40871" y="116490"/>
                  <a:pt x="39577" y="116565"/>
                </a:cubicBezTo>
                <a:cubicBezTo>
                  <a:pt x="39204" y="116590"/>
                  <a:pt x="38830" y="116590"/>
                  <a:pt x="38457" y="116615"/>
                </a:cubicBezTo>
                <a:lnTo>
                  <a:pt x="37685" y="116615"/>
                </a:lnTo>
                <a:cubicBezTo>
                  <a:pt x="37187" y="116615"/>
                  <a:pt x="36764" y="116615"/>
                  <a:pt x="36316" y="116590"/>
                </a:cubicBezTo>
                <a:lnTo>
                  <a:pt x="37038" y="116590"/>
                </a:lnTo>
                <a:cubicBezTo>
                  <a:pt x="37187" y="116590"/>
                  <a:pt x="37387" y="116540"/>
                  <a:pt x="37536" y="116540"/>
                </a:cubicBezTo>
                <a:lnTo>
                  <a:pt x="37660" y="116540"/>
                </a:lnTo>
                <a:cubicBezTo>
                  <a:pt x="38208" y="116540"/>
                  <a:pt x="38880" y="116540"/>
                  <a:pt x="39552" y="116515"/>
                </a:cubicBezTo>
                <a:lnTo>
                  <a:pt x="39577" y="116515"/>
                </a:lnTo>
                <a:cubicBezTo>
                  <a:pt x="40822" y="116490"/>
                  <a:pt x="42166" y="116366"/>
                  <a:pt x="43410" y="116241"/>
                </a:cubicBezTo>
                <a:cubicBezTo>
                  <a:pt x="45352" y="116017"/>
                  <a:pt x="47119" y="115718"/>
                  <a:pt x="48364" y="115420"/>
                </a:cubicBezTo>
                <a:cubicBezTo>
                  <a:pt x="48986" y="115295"/>
                  <a:pt x="49583" y="115146"/>
                  <a:pt x="50106" y="115021"/>
                </a:cubicBezTo>
                <a:close/>
                <a:moveTo>
                  <a:pt x="80647" y="0"/>
                </a:moveTo>
                <a:cubicBezTo>
                  <a:pt x="79950" y="0"/>
                  <a:pt x="79278" y="25"/>
                  <a:pt x="78706" y="50"/>
                </a:cubicBezTo>
                <a:lnTo>
                  <a:pt x="78606" y="50"/>
                </a:lnTo>
                <a:cubicBezTo>
                  <a:pt x="77212" y="125"/>
                  <a:pt x="75520" y="249"/>
                  <a:pt x="73603" y="498"/>
                </a:cubicBezTo>
                <a:cubicBezTo>
                  <a:pt x="73529" y="498"/>
                  <a:pt x="73479" y="523"/>
                  <a:pt x="73404" y="523"/>
                </a:cubicBezTo>
                <a:cubicBezTo>
                  <a:pt x="72209" y="672"/>
                  <a:pt x="70691" y="971"/>
                  <a:pt x="69894" y="1145"/>
                </a:cubicBezTo>
                <a:cubicBezTo>
                  <a:pt x="69471" y="1245"/>
                  <a:pt x="69073" y="1295"/>
                  <a:pt x="68700" y="1394"/>
                </a:cubicBezTo>
                <a:lnTo>
                  <a:pt x="68675" y="1394"/>
                </a:lnTo>
                <a:cubicBezTo>
                  <a:pt x="68326" y="1494"/>
                  <a:pt x="67978" y="1544"/>
                  <a:pt x="67679" y="1643"/>
                </a:cubicBezTo>
                <a:cubicBezTo>
                  <a:pt x="65215" y="2240"/>
                  <a:pt x="63248" y="2863"/>
                  <a:pt x="62228" y="3236"/>
                </a:cubicBezTo>
                <a:cubicBezTo>
                  <a:pt x="61357" y="3535"/>
                  <a:pt x="60834" y="3734"/>
                  <a:pt x="60809" y="3734"/>
                </a:cubicBezTo>
                <a:cubicBezTo>
                  <a:pt x="60461" y="3858"/>
                  <a:pt x="60087" y="4008"/>
                  <a:pt x="59689" y="4157"/>
                </a:cubicBezTo>
                <a:lnTo>
                  <a:pt x="59639" y="4157"/>
                </a:lnTo>
                <a:cubicBezTo>
                  <a:pt x="58868" y="4456"/>
                  <a:pt x="57947" y="4829"/>
                  <a:pt x="57150" y="5153"/>
                </a:cubicBezTo>
                <a:cubicBezTo>
                  <a:pt x="54960" y="6074"/>
                  <a:pt x="53466" y="6820"/>
                  <a:pt x="49633" y="8812"/>
                </a:cubicBezTo>
                <a:cubicBezTo>
                  <a:pt x="49185" y="9011"/>
                  <a:pt x="48637" y="9334"/>
                  <a:pt x="47990" y="9708"/>
                </a:cubicBezTo>
                <a:cubicBezTo>
                  <a:pt x="47891" y="9782"/>
                  <a:pt x="47791" y="9807"/>
                  <a:pt x="47692" y="9857"/>
                </a:cubicBezTo>
                <a:cubicBezTo>
                  <a:pt x="45800" y="10977"/>
                  <a:pt x="43336" y="12471"/>
                  <a:pt x="41668" y="13665"/>
                </a:cubicBezTo>
                <a:cubicBezTo>
                  <a:pt x="41593" y="13715"/>
                  <a:pt x="41519" y="13740"/>
                  <a:pt x="41444" y="13815"/>
                </a:cubicBezTo>
                <a:cubicBezTo>
                  <a:pt x="40971" y="14113"/>
                  <a:pt x="40548" y="14437"/>
                  <a:pt x="40174" y="14711"/>
                </a:cubicBezTo>
                <a:lnTo>
                  <a:pt x="39701" y="15034"/>
                </a:lnTo>
                <a:lnTo>
                  <a:pt x="39677" y="15034"/>
                </a:lnTo>
                <a:cubicBezTo>
                  <a:pt x="38407" y="15906"/>
                  <a:pt x="37362" y="16677"/>
                  <a:pt x="36167" y="17648"/>
                </a:cubicBezTo>
                <a:cubicBezTo>
                  <a:pt x="36092" y="17698"/>
                  <a:pt x="36042" y="17723"/>
                  <a:pt x="35943" y="17797"/>
                </a:cubicBezTo>
                <a:cubicBezTo>
                  <a:pt x="34798" y="18669"/>
                  <a:pt x="33255" y="19938"/>
                  <a:pt x="32359" y="20685"/>
                </a:cubicBezTo>
                <a:lnTo>
                  <a:pt x="32334" y="20685"/>
                </a:lnTo>
                <a:cubicBezTo>
                  <a:pt x="31861" y="21083"/>
                  <a:pt x="31189" y="21680"/>
                  <a:pt x="30442" y="22327"/>
                </a:cubicBezTo>
                <a:cubicBezTo>
                  <a:pt x="29397" y="23248"/>
                  <a:pt x="28376" y="24194"/>
                  <a:pt x="27530" y="25016"/>
                </a:cubicBezTo>
                <a:cubicBezTo>
                  <a:pt x="26883" y="25638"/>
                  <a:pt x="26285" y="26186"/>
                  <a:pt x="25887" y="26634"/>
                </a:cubicBezTo>
                <a:lnTo>
                  <a:pt x="25663" y="26858"/>
                </a:lnTo>
                <a:cubicBezTo>
                  <a:pt x="25389" y="27156"/>
                  <a:pt x="25041" y="27480"/>
                  <a:pt x="24717" y="27853"/>
                </a:cubicBezTo>
                <a:cubicBezTo>
                  <a:pt x="23970" y="28625"/>
                  <a:pt x="23174" y="29397"/>
                  <a:pt x="22552" y="30118"/>
                </a:cubicBezTo>
                <a:cubicBezTo>
                  <a:pt x="22054" y="30666"/>
                  <a:pt x="21631" y="31164"/>
                  <a:pt x="21257" y="31587"/>
                </a:cubicBezTo>
                <a:cubicBezTo>
                  <a:pt x="20983" y="31886"/>
                  <a:pt x="20734" y="32159"/>
                  <a:pt x="20510" y="32408"/>
                </a:cubicBezTo>
                <a:cubicBezTo>
                  <a:pt x="20386" y="32558"/>
                  <a:pt x="20286" y="32707"/>
                  <a:pt x="20162" y="32782"/>
                </a:cubicBezTo>
                <a:cubicBezTo>
                  <a:pt x="19988" y="33006"/>
                  <a:pt x="19789" y="33205"/>
                  <a:pt x="19614" y="33404"/>
                </a:cubicBezTo>
                <a:cubicBezTo>
                  <a:pt x="19390" y="33653"/>
                  <a:pt x="19166" y="33952"/>
                  <a:pt x="18917" y="34225"/>
                </a:cubicBezTo>
                <a:cubicBezTo>
                  <a:pt x="18196" y="35072"/>
                  <a:pt x="17748" y="35644"/>
                  <a:pt x="16827" y="36839"/>
                </a:cubicBezTo>
                <a:lnTo>
                  <a:pt x="16802" y="36864"/>
                </a:lnTo>
                <a:cubicBezTo>
                  <a:pt x="16802" y="36864"/>
                  <a:pt x="16627" y="37113"/>
                  <a:pt x="16304" y="37511"/>
                </a:cubicBezTo>
                <a:cubicBezTo>
                  <a:pt x="15632" y="38432"/>
                  <a:pt x="14810" y="39477"/>
                  <a:pt x="14213" y="40349"/>
                </a:cubicBezTo>
                <a:cubicBezTo>
                  <a:pt x="14213" y="40373"/>
                  <a:pt x="14188" y="40373"/>
                  <a:pt x="14188" y="40423"/>
                </a:cubicBezTo>
                <a:cubicBezTo>
                  <a:pt x="13441" y="41469"/>
                  <a:pt x="12595" y="42688"/>
                  <a:pt x="11774" y="44032"/>
                </a:cubicBezTo>
                <a:cubicBezTo>
                  <a:pt x="10927" y="45352"/>
                  <a:pt x="10181" y="46546"/>
                  <a:pt x="9583" y="47592"/>
                </a:cubicBezTo>
                <a:cubicBezTo>
                  <a:pt x="9110" y="48339"/>
                  <a:pt x="8712" y="49135"/>
                  <a:pt x="8239" y="49956"/>
                </a:cubicBezTo>
                <a:cubicBezTo>
                  <a:pt x="7791" y="50828"/>
                  <a:pt x="7492" y="51400"/>
                  <a:pt x="7443" y="51525"/>
                </a:cubicBezTo>
                <a:cubicBezTo>
                  <a:pt x="7293" y="51798"/>
                  <a:pt x="7119" y="52122"/>
                  <a:pt x="6970" y="52446"/>
                </a:cubicBezTo>
                <a:lnTo>
                  <a:pt x="6845" y="52670"/>
                </a:lnTo>
                <a:cubicBezTo>
                  <a:pt x="6472" y="53416"/>
                  <a:pt x="6049" y="54288"/>
                  <a:pt x="5700" y="55109"/>
                </a:cubicBezTo>
                <a:cubicBezTo>
                  <a:pt x="5675" y="55159"/>
                  <a:pt x="5626" y="55258"/>
                  <a:pt x="5601" y="55358"/>
                </a:cubicBezTo>
                <a:cubicBezTo>
                  <a:pt x="5078" y="56528"/>
                  <a:pt x="3734" y="59589"/>
                  <a:pt x="2639" y="63024"/>
                </a:cubicBezTo>
                <a:lnTo>
                  <a:pt x="2639" y="63074"/>
                </a:lnTo>
                <a:cubicBezTo>
                  <a:pt x="2191" y="64443"/>
                  <a:pt x="1718" y="66235"/>
                  <a:pt x="1344" y="67853"/>
                </a:cubicBezTo>
                <a:cubicBezTo>
                  <a:pt x="1245" y="68251"/>
                  <a:pt x="1145" y="68724"/>
                  <a:pt x="1070" y="69222"/>
                </a:cubicBezTo>
                <a:cubicBezTo>
                  <a:pt x="996" y="69620"/>
                  <a:pt x="896" y="69994"/>
                  <a:pt x="846" y="70367"/>
                </a:cubicBezTo>
                <a:lnTo>
                  <a:pt x="846" y="70417"/>
                </a:lnTo>
                <a:cubicBezTo>
                  <a:pt x="772" y="70716"/>
                  <a:pt x="722" y="71064"/>
                  <a:pt x="647" y="71363"/>
                </a:cubicBezTo>
                <a:lnTo>
                  <a:pt x="647" y="71437"/>
                </a:lnTo>
                <a:cubicBezTo>
                  <a:pt x="523" y="72159"/>
                  <a:pt x="398" y="72981"/>
                  <a:pt x="324" y="73827"/>
                </a:cubicBezTo>
                <a:cubicBezTo>
                  <a:pt x="199" y="74897"/>
                  <a:pt x="100" y="75918"/>
                  <a:pt x="75" y="76889"/>
                </a:cubicBezTo>
                <a:lnTo>
                  <a:pt x="75" y="76963"/>
                </a:lnTo>
                <a:cubicBezTo>
                  <a:pt x="25" y="77585"/>
                  <a:pt x="0" y="78332"/>
                  <a:pt x="0" y="79054"/>
                </a:cubicBezTo>
                <a:lnTo>
                  <a:pt x="0" y="79776"/>
                </a:lnTo>
                <a:lnTo>
                  <a:pt x="0" y="80323"/>
                </a:lnTo>
                <a:cubicBezTo>
                  <a:pt x="0" y="80946"/>
                  <a:pt x="25" y="81668"/>
                  <a:pt x="100" y="82365"/>
                </a:cubicBezTo>
                <a:cubicBezTo>
                  <a:pt x="249" y="84505"/>
                  <a:pt x="498" y="85999"/>
                  <a:pt x="598" y="86496"/>
                </a:cubicBezTo>
                <a:lnTo>
                  <a:pt x="622" y="86745"/>
                </a:lnTo>
                <a:cubicBezTo>
                  <a:pt x="622" y="86770"/>
                  <a:pt x="622" y="86845"/>
                  <a:pt x="647" y="86870"/>
                </a:cubicBezTo>
                <a:cubicBezTo>
                  <a:pt x="772" y="87741"/>
                  <a:pt x="1070" y="88961"/>
                  <a:pt x="1319" y="89882"/>
                </a:cubicBezTo>
                <a:cubicBezTo>
                  <a:pt x="1319" y="89907"/>
                  <a:pt x="1344" y="89981"/>
                  <a:pt x="1344" y="90006"/>
                </a:cubicBezTo>
                <a:cubicBezTo>
                  <a:pt x="1369" y="90081"/>
                  <a:pt x="1369" y="90131"/>
                  <a:pt x="1394" y="90205"/>
                </a:cubicBezTo>
                <a:cubicBezTo>
                  <a:pt x="1444" y="90255"/>
                  <a:pt x="1444" y="90355"/>
                  <a:pt x="1469" y="90404"/>
                </a:cubicBezTo>
                <a:cubicBezTo>
                  <a:pt x="1618" y="90952"/>
                  <a:pt x="1817" y="91500"/>
                  <a:pt x="1991" y="92072"/>
                </a:cubicBezTo>
                <a:cubicBezTo>
                  <a:pt x="2016" y="92122"/>
                  <a:pt x="2066" y="92221"/>
                  <a:pt x="2066" y="92271"/>
                </a:cubicBezTo>
                <a:cubicBezTo>
                  <a:pt x="2066" y="92321"/>
                  <a:pt x="2066" y="92321"/>
                  <a:pt x="2091" y="92346"/>
                </a:cubicBezTo>
                <a:cubicBezTo>
                  <a:pt x="2191" y="92620"/>
                  <a:pt x="2265" y="92943"/>
                  <a:pt x="2365" y="93217"/>
                </a:cubicBezTo>
                <a:cubicBezTo>
                  <a:pt x="2439" y="93441"/>
                  <a:pt x="2514" y="93615"/>
                  <a:pt x="2589" y="93839"/>
                </a:cubicBezTo>
                <a:cubicBezTo>
                  <a:pt x="2688" y="94138"/>
                  <a:pt x="2813" y="94437"/>
                  <a:pt x="2888" y="94710"/>
                </a:cubicBezTo>
                <a:lnTo>
                  <a:pt x="2888" y="94735"/>
                </a:lnTo>
                <a:cubicBezTo>
                  <a:pt x="2962" y="94885"/>
                  <a:pt x="3087" y="95183"/>
                  <a:pt x="3236" y="95557"/>
                </a:cubicBezTo>
                <a:cubicBezTo>
                  <a:pt x="3311" y="95681"/>
                  <a:pt x="3360" y="95831"/>
                  <a:pt x="3460" y="96005"/>
                </a:cubicBezTo>
                <a:cubicBezTo>
                  <a:pt x="3560" y="96229"/>
                  <a:pt x="3684" y="96478"/>
                  <a:pt x="3809" y="96752"/>
                </a:cubicBezTo>
                <a:cubicBezTo>
                  <a:pt x="4232" y="97623"/>
                  <a:pt x="4804" y="98693"/>
                  <a:pt x="5501" y="99863"/>
                </a:cubicBezTo>
                <a:cubicBezTo>
                  <a:pt x="5725" y="100211"/>
                  <a:pt x="5874" y="100485"/>
                  <a:pt x="5999" y="100684"/>
                </a:cubicBezTo>
                <a:cubicBezTo>
                  <a:pt x="6248" y="101083"/>
                  <a:pt x="6547" y="101456"/>
                  <a:pt x="6795" y="101804"/>
                </a:cubicBezTo>
                <a:cubicBezTo>
                  <a:pt x="6970" y="102078"/>
                  <a:pt x="7194" y="102327"/>
                  <a:pt x="7368" y="102626"/>
                </a:cubicBezTo>
                <a:cubicBezTo>
                  <a:pt x="7418" y="102676"/>
                  <a:pt x="7467" y="102750"/>
                  <a:pt x="7492" y="102775"/>
                </a:cubicBezTo>
                <a:cubicBezTo>
                  <a:pt x="7841" y="103198"/>
                  <a:pt x="8189" y="103621"/>
                  <a:pt x="8463" y="103995"/>
                </a:cubicBezTo>
                <a:cubicBezTo>
                  <a:pt x="8612" y="104169"/>
                  <a:pt x="8812" y="104393"/>
                  <a:pt x="8961" y="104567"/>
                </a:cubicBezTo>
                <a:cubicBezTo>
                  <a:pt x="9085" y="104742"/>
                  <a:pt x="9235" y="104891"/>
                  <a:pt x="9334" y="105015"/>
                </a:cubicBezTo>
                <a:cubicBezTo>
                  <a:pt x="9683" y="105389"/>
                  <a:pt x="9932" y="105662"/>
                  <a:pt x="10056" y="105762"/>
                </a:cubicBezTo>
                <a:cubicBezTo>
                  <a:pt x="10106" y="105812"/>
                  <a:pt x="10181" y="105911"/>
                  <a:pt x="10280" y="105961"/>
                </a:cubicBezTo>
                <a:lnTo>
                  <a:pt x="10405" y="106086"/>
                </a:lnTo>
                <a:cubicBezTo>
                  <a:pt x="10554" y="106260"/>
                  <a:pt x="10728" y="106409"/>
                  <a:pt x="10902" y="106559"/>
                </a:cubicBezTo>
                <a:cubicBezTo>
                  <a:pt x="11226" y="106907"/>
                  <a:pt x="11599" y="107256"/>
                  <a:pt x="11973" y="107579"/>
                </a:cubicBezTo>
                <a:cubicBezTo>
                  <a:pt x="12296" y="107878"/>
                  <a:pt x="12645" y="108152"/>
                  <a:pt x="12944" y="108425"/>
                </a:cubicBezTo>
                <a:cubicBezTo>
                  <a:pt x="13018" y="108450"/>
                  <a:pt x="13043" y="108525"/>
                  <a:pt x="13093" y="108550"/>
                </a:cubicBezTo>
                <a:cubicBezTo>
                  <a:pt x="13815" y="109147"/>
                  <a:pt x="14661" y="109770"/>
                  <a:pt x="15657" y="110417"/>
                </a:cubicBezTo>
                <a:cubicBezTo>
                  <a:pt x="15756" y="110491"/>
                  <a:pt x="15806" y="110541"/>
                  <a:pt x="15906" y="110616"/>
                </a:cubicBezTo>
                <a:cubicBezTo>
                  <a:pt x="16055" y="110690"/>
                  <a:pt x="16204" y="110790"/>
                  <a:pt x="16379" y="110914"/>
                </a:cubicBezTo>
                <a:cubicBezTo>
                  <a:pt x="16428" y="110939"/>
                  <a:pt x="16453" y="110989"/>
                  <a:pt x="16503" y="111014"/>
                </a:cubicBezTo>
                <a:cubicBezTo>
                  <a:pt x="16528" y="111039"/>
                  <a:pt x="16553" y="111039"/>
                  <a:pt x="16578" y="111064"/>
                </a:cubicBezTo>
                <a:cubicBezTo>
                  <a:pt x="16901" y="111288"/>
                  <a:pt x="17250" y="111487"/>
                  <a:pt x="17548" y="111661"/>
                </a:cubicBezTo>
                <a:cubicBezTo>
                  <a:pt x="17573" y="111686"/>
                  <a:pt x="17623" y="111686"/>
                  <a:pt x="17648" y="111736"/>
                </a:cubicBezTo>
                <a:cubicBezTo>
                  <a:pt x="19789" y="112980"/>
                  <a:pt x="21481" y="113652"/>
                  <a:pt x="21855" y="113777"/>
                </a:cubicBezTo>
                <a:cubicBezTo>
                  <a:pt x="22029" y="113852"/>
                  <a:pt x="22178" y="113926"/>
                  <a:pt x="22402" y="114001"/>
                </a:cubicBezTo>
                <a:lnTo>
                  <a:pt x="22427" y="114026"/>
                </a:lnTo>
                <a:cubicBezTo>
                  <a:pt x="22651" y="114125"/>
                  <a:pt x="22875" y="114175"/>
                  <a:pt x="23049" y="114275"/>
                </a:cubicBezTo>
                <a:cubicBezTo>
                  <a:pt x="23174" y="114349"/>
                  <a:pt x="23298" y="114374"/>
                  <a:pt x="23423" y="114399"/>
                </a:cubicBezTo>
                <a:lnTo>
                  <a:pt x="24169" y="114673"/>
                </a:lnTo>
                <a:cubicBezTo>
                  <a:pt x="25787" y="115246"/>
                  <a:pt x="27455" y="115644"/>
                  <a:pt x="28650" y="115893"/>
                </a:cubicBezTo>
                <a:cubicBezTo>
                  <a:pt x="28849" y="115918"/>
                  <a:pt x="29023" y="115967"/>
                  <a:pt x="29197" y="116017"/>
                </a:cubicBezTo>
                <a:cubicBezTo>
                  <a:pt x="29695" y="116117"/>
                  <a:pt x="30069" y="116166"/>
                  <a:pt x="30243" y="116216"/>
                </a:cubicBezTo>
                <a:lnTo>
                  <a:pt x="30342" y="116216"/>
                </a:lnTo>
                <a:cubicBezTo>
                  <a:pt x="30517" y="116241"/>
                  <a:pt x="30691" y="116266"/>
                  <a:pt x="30865" y="116266"/>
                </a:cubicBezTo>
                <a:lnTo>
                  <a:pt x="30990" y="116266"/>
                </a:lnTo>
                <a:cubicBezTo>
                  <a:pt x="31711" y="116366"/>
                  <a:pt x="32483" y="116490"/>
                  <a:pt x="33130" y="116540"/>
                </a:cubicBezTo>
                <a:lnTo>
                  <a:pt x="33205" y="116540"/>
                </a:lnTo>
                <a:cubicBezTo>
                  <a:pt x="33255" y="116540"/>
                  <a:pt x="33354" y="116540"/>
                  <a:pt x="33429" y="116590"/>
                </a:cubicBezTo>
                <a:cubicBezTo>
                  <a:pt x="34176" y="116639"/>
                  <a:pt x="34997" y="116714"/>
                  <a:pt x="35918" y="116739"/>
                </a:cubicBezTo>
                <a:cubicBezTo>
                  <a:pt x="36441" y="116764"/>
                  <a:pt x="36963" y="116764"/>
                  <a:pt x="37461" y="116764"/>
                </a:cubicBezTo>
                <a:lnTo>
                  <a:pt x="38357" y="116764"/>
                </a:lnTo>
                <a:cubicBezTo>
                  <a:pt x="38706" y="116764"/>
                  <a:pt x="39079" y="116764"/>
                  <a:pt x="39477" y="116739"/>
                </a:cubicBezTo>
                <a:cubicBezTo>
                  <a:pt x="41270" y="116664"/>
                  <a:pt x="43136" y="116490"/>
                  <a:pt x="44779" y="116266"/>
                </a:cubicBezTo>
                <a:cubicBezTo>
                  <a:pt x="45252" y="116216"/>
                  <a:pt x="45750" y="116142"/>
                  <a:pt x="46273" y="116042"/>
                </a:cubicBezTo>
                <a:cubicBezTo>
                  <a:pt x="47019" y="115918"/>
                  <a:pt x="47741" y="115793"/>
                  <a:pt x="48289" y="115669"/>
                </a:cubicBezTo>
                <a:cubicBezTo>
                  <a:pt x="48538" y="115619"/>
                  <a:pt x="48762" y="115594"/>
                  <a:pt x="48986" y="115519"/>
                </a:cubicBezTo>
                <a:cubicBezTo>
                  <a:pt x="49036" y="115519"/>
                  <a:pt x="49135" y="115494"/>
                  <a:pt x="49185" y="115494"/>
                </a:cubicBezTo>
                <a:lnTo>
                  <a:pt x="49484" y="115420"/>
                </a:lnTo>
                <a:cubicBezTo>
                  <a:pt x="50305" y="115246"/>
                  <a:pt x="51351" y="114997"/>
                  <a:pt x="52371" y="114723"/>
                </a:cubicBezTo>
                <a:lnTo>
                  <a:pt x="52421" y="114723"/>
                </a:lnTo>
                <a:cubicBezTo>
                  <a:pt x="54462" y="114150"/>
                  <a:pt x="55831" y="113727"/>
                  <a:pt x="56528" y="113428"/>
                </a:cubicBezTo>
                <a:cubicBezTo>
                  <a:pt x="56876" y="113304"/>
                  <a:pt x="57200" y="113229"/>
                  <a:pt x="57374" y="113130"/>
                </a:cubicBezTo>
                <a:cubicBezTo>
                  <a:pt x="57698" y="113005"/>
                  <a:pt x="57996" y="112881"/>
                  <a:pt x="58345" y="112756"/>
                </a:cubicBezTo>
                <a:lnTo>
                  <a:pt x="58519" y="112682"/>
                </a:lnTo>
                <a:cubicBezTo>
                  <a:pt x="59316" y="112408"/>
                  <a:pt x="60212" y="112059"/>
                  <a:pt x="60983" y="111736"/>
                </a:cubicBezTo>
                <a:cubicBezTo>
                  <a:pt x="63224" y="110815"/>
                  <a:pt x="64717" y="110068"/>
                  <a:pt x="68550" y="108077"/>
                </a:cubicBezTo>
                <a:cubicBezTo>
                  <a:pt x="68824" y="107928"/>
                  <a:pt x="69197" y="107753"/>
                  <a:pt x="69571" y="107529"/>
                </a:cubicBezTo>
                <a:cubicBezTo>
                  <a:pt x="70069" y="107256"/>
                  <a:pt x="70641" y="106932"/>
                  <a:pt x="71214" y="106559"/>
                </a:cubicBezTo>
                <a:cubicBezTo>
                  <a:pt x="73006" y="105513"/>
                  <a:pt x="75022" y="104219"/>
                  <a:pt x="76491" y="103223"/>
                </a:cubicBezTo>
                <a:cubicBezTo>
                  <a:pt x="76565" y="103173"/>
                  <a:pt x="76690" y="103074"/>
                  <a:pt x="76789" y="103024"/>
                </a:cubicBezTo>
                <a:cubicBezTo>
                  <a:pt x="77188" y="102725"/>
                  <a:pt x="77561" y="102476"/>
                  <a:pt x="77934" y="102228"/>
                </a:cubicBezTo>
                <a:lnTo>
                  <a:pt x="78482" y="101854"/>
                </a:lnTo>
                <a:cubicBezTo>
                  <a:pt x="79677" y="101033"/>
                  <a:pt x="80896" y="100087"/>
                  <a:pt x="82041" y="99191"/>
                </a:cubicBezTo>
                <a:cubicBezTo>
                  <a:pt x="82091" y="99166"/>
                  <a:pt x="82141" y="99116"/>
                  <a:pt x="82216" y="99091"/>
                </a:cubicBezTo>
                <a:cubicBezTo>
                  <a:pt x="83336" y="98245"/>
                  <a:pt x="84754" y="97050"/>
                  <a:pt x="85725" y="96229"/>
                </a:cubicBezTo>
                <a:cubicBezTo>
                  <a:pt x="85750" y="96229"/>
                  <a:pt x="85750" y="96204"/>
                  <a:pt x="85775" y="96204"/>
                </a:cubicBezTo>
                <a:lnTo>
                  <a:pt x="85825" y="96179"/>
                </a:lnTo>
                <a:cubicBezTo>
                  <a:pt x="86347" y="95731"/>
                  <a:pt x="87020" y="95134"/>
                  <a:pt x="87741" y="94486"/>
                </a:cubicBezTo>
                <a:lnTo>
                  <a:pt x="87766" y="94462"/>
                </a:lnTo>
                <a:cubicBezTo>
                  <a:pt x="87866" y="94362"/>
                  <a:pt x="87965" y="94262"/>
                  <a:pt x="88090" y="94188"/>
                </a:cubicBezTo>
                <a:cubicBezTo>
                  <a:pt x="88712" y="93615"/>
                  <a:pt x="89309" y="93068"/>
                  <a:pt x="89882" y="92520"/>
                </a:cubicBezTo>
                <a:cubicBezTo>
                  <a:pt x="90006" y="92396"/>
                  <a:pt x="90131" y="92321"/>
                  <a:pt x="90255" y="92196"/>
                </a:cubicBezTo>
                <a:cubicBezTo>
                  <a:pt x="91201" y="91276"/>
                  <a:pt x="92048" y="90479"/>
                  <a:pt x="92545" y="89981"/>
                </a:cubicBezTo>
                <a:cubicBezTo>
                  <a:pt x="92744" y="89732"/>
                  <a:pt x="92993" y="89483"/>
                  <a:pt x="93242" y="89234"/>
                </a:cubicBezTo>
                <a:lnTo>
                  <a:pt x="93466" y="89010"/>
                </a:lnTo>
                <a:cubicBezTo>
                  <a:pt x="94213" y="88239"/>
                  <a:pt x="94985" y="87467"/>
                  <a:pt x="95607" y="86770"/>
                </a:cubicBezTo>
                <a:cubicBezTo>
                  <a:pt x="96080" y="86248"/>
                  <a:pt x="96478" y="85775"/>
                  <a:pt x="96851" y="85376"/>
                </a:cubicBezTo>
                <a:cubicBezTo>
                  <a:pt x="97175" y="85028"/>
                  <a:pt x="97424" y="84754"/>
                  <a:pt x="97673" y="84480"/>
                </a:cubicBezTo>
                <a:cubicBezTo>
                  <a:pt x="97797" y="84306"/>
                  <a:pt x="97922" y="84182"/>
                  <a:pt x="98021" y="84057"/>
                </a:cubicBezTo>
                <a:cubicBezTo>
                  <a:pt x="98196" y="83858"/>
                  <a:pt x="98395" y="83659"/>
                  <a:pt x="98544" y="83485"/>
                </a:cubicBezTo>
                <a:cubicBezTo>
                  <a:pt x="98818" y="83161"/>
                  <a:pt x="99092" y="82813"/>
                  <a:pt x="99390" y="82489"/>
                </a:cubicBezTo>
                <a:cubicBezTo>
                  <a:pt x="100013" y="81742"/>
                  <a:pt x="100436" y="81170"/>
                  <a:pt x="101207" y="80174"/>
                </a:cubicBezTo>
                <a:cubicBezTo>
                  <a:pt x="101257" y="80149"/>
                  <a:pt x="101282" y="80075"/>
                  <a:pt x="101307" y="80050"/>
                </a:cubicBezTo>
                <a:lnTo>
                  <a:pt x="101332" y="80025"/>
                </a:lnTo>
                <a:cubicBezTo>
                  <a:pt x="102203" y="78905"/>
                  <a:pt x="103199" y="77585"/>
                  <a:pt x="103896" y="76590"/>
                </a:cubicBezTo>
                <a:cubicBezTo>
                  <a:pt x="103945" y="76515"/>
                  <a:pt x="104045" y="76391"/>
                  <a:pt x="104120" y="76291"/>
                </a:cubicBezTo>
                <a:cubicBezTo>
                  <a:pt x="105663" y="74076"/>
                  <a:pt x="107107" y="71836"/>
                  <a:pt x="108401" y="69595"/>
                </a:cubicBezTo>
                <a:cubicBezTo>
                  <a:pt x="108401" y="69571"/>
                  <a:pt x="108426" y="69546"/>
                  <a:pt x="108476" y="69546"/>
                </a:cubicBezTo>
                <a:cubicBezTo>
                  <a:pt x="108525" y="69421"/>
                  <a:pt x="108675" y="69197"/>
                  <a:pt x="108849" y="68923"/>
                </a:cubicBezTo>
                <a:cubicBezTo>
                  <a:pt x="108899" y="68799"/>
                  <a:pt x="108998" y="68625"/>
                  <a:pt x="109098" y="68475"/>
                </a:cubicBezTo>
                <a:cubicBezTo>
                  <a:pt x="109347" y="68077"/>
                  <a:pt x="109621" y="67554"/>
                  <a:pt x="109919" y="66982"/>
                </a:cubicBezTo>
                <a:cubicBezTo>
                  <a:pt x="110118" y="66609"/>
                  <a:pt x="110342" y="66235"/>
                  <a:pt x="110542" y="65837"/>
                </a:cubicBezTo>
                <a:cubicBezTo>
                  <a:pt x="110766" y="65439"/>
                  <a:pt x="110990" y="65016"/>
                  <a:pt x="111164" y="64592"/>
                </a:cubicBezTo>
                <a:cubicBezTo>
                  <a:pt x="111288" y="64368"/>
                  <a:pt x="111388" y="64119"/>
                  <a:pt x="111512" y="63871"/>
                </a:cubicBezTo>
                <a:cubicBezTo>
                  <a:pt x="111836" y="63223"/>
                  <a:pt x="112135" y="62526"/>
                  <a:pt x="112458" y="61879"/>
                </a:cubicBezTo>
                <a:lnTo>
                  <a:pt x="112458" y="61854"/>
                </a:lnTo>
                <a:cubicBezTo>
                  <a:pt x="112458" y="61829"/>
                  <a:pt x="112483" y="61829"/>
                  <a:pt x="112483" y="61780"/>
                </a:cubicBezTo>
                <a:cubicBezTo>
                  <a:pt x="112632" y="61481"/>
                  <a:pt x="112757" y="61157"/>
                  <a:pt x="112881" y="60859"/>
                </a:cubicBezTo>
                <a:cubicBezTo>
                  <a:pt x="113504" y="59415"/>
                  <a:pt x="114076" y="58046"/>
                  <a:pt x="114524" y="56752"/>
                </a:cubicBezTo>
                <a:cubicBezTo>
                  <a:pt x="114574" y="56627"/>
                  <a:pt x="114599" y="56528"/>
                  <a:pt x="114649" y="56428"/>
                </a:cubicBezTo>
                <a:lnTo>
                  <a:pt x="115221" y="54860"/>
                </a:lnTo>
                <a:cubicBezTo>
                  <a:pt x="115246" y="54785"/>
                  <a:pt x="115271" y="54686"/>
                  <a:pt x="115271" y="54636"/>
                </a:cubicBezTo>
                <a:cubicBezTo>
                  <a:pt x="115470" y="54138"/>
                  <a:pt x="115619" y="53541"/>
                  <a:pt x="115819" y="52993"/>
                </a:cubicBezTo>
                <a:cubicBezTo>
                  <a:pt x="116117" y="51948"/>
                  <a:pt x="116391" y="50952"/>
                  <a:pt x="116615" y="50056"/>
                </a:cubicBezTo>
                <a:cubicBezTo>
                  <a:pt x="116839" y="49185"/>
                  <a:pt x="117063" y="48189"/>
                  <a:pt x="117212" y="47393"/>
                </a:cubicBezTo>
                <a:lnTo>
                  <a:pt x="117312" y="46920"/>
                </a:lnTo>
                <a:lnTo>
                  <a:pt x="117312" y="46895"/>
                </a:lnTo>
                <a:cubicBezTo>
                  <a:pt x="117586" y="45401"/>
                  <a:pt x="117735" y="44207"/>
                  <a:pt x="117835" y="43360"/>
                </a:cubicBezTo>
                <a:cubicBezTo>
                  <a:pt x="117860" y="43037"/>
                  <a:pt x="117934" y="42663"/>
                  <a:pt x="117959" y="42315"/>
                </a:cubicBezTo>
                <a:cubicBezTo>
                  <a:pt x="117959" y="42215"/>
                  <a:pt x="117984" y="42116"/>
                  <a:pt x="117984" y="42066"/>
                </a:cubicBezTo>
                <a:cubicBezTo>
                  <a:pt x="118084" y="41120"/>
                  <a:pt x="118183" y="39950"/>
                  <a:pt x="118183" y="38980"/>
                </a:cubicBezTo>
                <a:lnTo>
                  <a:pt x="118183" y="38731"/>
                </a:lnTo>
                <a:cubicBezTo>
                  <a:pt x="118308" y="37113"/>
                  <a:pt x="118283" y="36167"/>
                  <a:pt x="118283" y="36117"/>
                </a:cubicBezTo>
                <a:cubicBezTo>
                  <a:pt x="118233" y="35818"/>
                  <a:pt x="118233" y="35445"/>
                  <a:pt x="118208" y="35072"/>
                </a:cubicBezTo>
                <a:cubicBezTo>
                  <a:pt x="118183" y="34474"/>
                  <a:pt x="118158" y="33927"/>
                  <a:pt x="118109" y="33429"/>
                </a:cubicBezTo>
                <a:cubicBezTo>
                  <a:pt x="118084" y="33105"/>
                  <a:pt x="117984" y="31836"/>
                  <a:pt x="117660" y="29994"/>
                </a:cubicBezTo>
                <a:cubicBezTo>
                  <a:pt x="117586" y="29571"/>
                  <a:pt x="117486" y="29098"/>
                  <a:pt x="117362" y="28600"/>
                </a:cubicBezTo>
                <a:cubicBezTo>
                  <a:pt x="117287" y="28127"/>
                  <a:pt x="117163" y="27654"/>
                  <a:pt x="117038" y="27156"/>
                </a:cubicBezTo>
                <a:lnTo>
                  <a:pt x="116964" y="26957"/>
                </a:lnTo>
                <a:cubicBezTo>
                  <a:pt x="116715" y="26111"/>
                  <a:pt x="116441" y="25115"/>
                  <a:pt x="116043" y="23921"/>
                </a:cubicBezTo>
                <a:cubicBezTo>
                  <a:pt x="115918" y="23597"/>
                  <a:pt x="115819" y="23273"/>
                  <a:pt x="115694" y="23000"/>
                </a:cubicBezTo>
                <a:cubicBezTo>
                  <a:pt x="115445" y="22352"/>
                  <a:pt x="114798" y="20660"/>
                  <a:pt x="114126" y="19440"/>
                </a:cubicBezTo>
                <a:cubicBezTo>
                  <a:pt x="112732" y="16677"/>
                  <a:pt x="111214" y="14661"/>
                  <a:pt x="111189" y="14661"/>
                </a:cubicBezTo>
                <a:cubicBezTo>
                  <a:pt x="110318" y="13441"/>
                  <a:pt x="109073" y="12048"/>
                  <a:pt x="108227" y="11127"/>
                </a:cubicBezTo>
                <a:cubicBezTo>
                  <a:pt x="108127" y="11052"/>
                  <a:pt x="108077" y="10952"/>
                  <a:pt x="107978" y="10853"/>
                </a:cubicBezTo>
                <a:cubicBezTo>
                  <a:pt x="107953" y="10828"/>
                  <a:pt x="107878" y="10803"/>
                  <a:pt x="107853" y="10728"/>
                </a:cubicBezTo>
                <a:cubicBezTo>
                  <a:pt x="107480" y="10330"/>
                  <a:pt x="107007" y="9932"/>
                  <a:pt x="106609" y="9558"/>
                </a:cubicBezTo>
                <a:cubicBezTo>
                  <a:pt x="106410" y="9409"/>
                  <a:pt x="106260" y="9235"/>
                  <a:pt x="106111" y="9110"/>
                </a:cubicBezTo>
                <a:cubicBezTo>
                  <a:pt x="105763" y="8812"/>
                  <a:pt x="105414" y="8563"/>
                  <a:pt x="105115" y="8289"/>
                </a:cubicBezTo>
                <a:cubicBezTo>
                  <a:pt x="105016" y="8214"/>
                  <a:pt x="104916" y="8115"/>
                  <a:pt x="104842" y="8065"/>
                </a:cubicBezTo>
                <a:cubicBezTo>
                  <a:pt x="104269" y="7617"/>
                  <a:pt x="103746" y="7219"/>
                  <a:pt x="103249" y="6870"/>
                </a:cubicBezTo>
                <a:cubicBezTo>
                  <a:pt x="103000" y="6696"/>
                  <a:pt x="102751" y="6522"/>
                  <a:pt x="102502" y="6347"/>
                </a:cubicBezTo>
                <a:cubicBezTo>
                  <a:pt x="102477" y="6347"/>
                  <a:pt x="102477" y="6323"/>
                  <a:pt x="102427" y="6323"/>
                </a:cubicBezTo>
                <a:cubicBezTo>
                  <a:pt x="101481" y="5700"/>
                  <a:pt x="100635" y="5178"/>
                  <a:pt x="99938" y="4779"/>
                </a:cubicBezTo>
                <a:cubicBezTo>
                  <a:pt x="99764" y="4705"/>
                  <a:pt x="99614" y="4605"/>
                  <a:pt x="99415" y="4506"/>
                </a:cubicBezTo>
                <a:cubicBezTo>
                  <a:pt x="99291" y="4456"/>
                  <a:pt x="99191" y="4381"/>
                  <a:pt x="99067" y="4331"/>
                </a:cubicBezTo>
                <a:cubicBezTo>
                  <a:pt x="98818" y="4207"/>
                  <a:pt x="98569" y="4082"/>
                  <a:pt x="98295" y="3958"/>
                </a:cubicBezTo>
                <a:cubicBezTo>
                  <a:pt x="98171" y="3883"/>
                  <a:pt x="98046" y="3833"/>
                  <a:pt x="97897" y="3759"/>
                </a:cubicBezTo>
                <a:cubicBezTo>
                  <a:pt x="97648" y="3634"/>
                  <a:pt x="97399" y="3535"/>
                  <a:pt x="97150" y="3410"/>
                </a:cubicBezTo>
                <a:cubicBezTo>
                  <a:pt x="97001" y="3361"/>
                  <a:pt x="96876" y="3286"/>
                  <a:pt x="96702" y="3236"/>
                </a:cubicBezTo>
                <a:cubicBezTo>
                  <a:pt x="96528" y="3137"/>
                  <a:pt x="96329" y="3087"/>
                  <a:pt x="96155" y="2987"/>
                </a:cubicBezTo>
                <a:cubicBezTo>
                  <a:pt x="95756" y="2838"/>
                  <a:pt x="95383" y="2664"/>
                  <a:pt x="95034" y="2539"/>
                </a:cubicBezTo>
                <a:cubicBezTo>
                  <a:pt x="95010" y="2539"/>
                  <a:pt x="95010" y="2514"/>
                  <a:pt x="94960" y="2514"/>
                </a:cubicBezTo>
                <a:cubicBezTo>
                  <a:pt x="94835" y="2464"/>
                  <a:pt x="94711" y="2415"/>
                  <a:pt x="94586" y="2365"/>
                </a:cubicBezTo>
                <a:cubicBezTo>
                  <a:pt x="94188" y="2216"/>
                  <a:pt x="93790" y="2091"/>
                  <a:pt x="93417" y="1967"/>
                </a:cubicBezTo>
                <a:cubicBezTo>
                  <a:pt x="92944" y="1792"/>
                  <a:pt x="92471" y="1668"/>
                  <a:pt x="92048" y="1519"/>
                </a:cubicBezTo>
                <a:cubicBezTo>
                  <a:pt x="92023" y="1519"/>
                  <a:pt x="91973" y="1494"/>
                  <a:pt x="91948" y="1494"/>
                </a:cubicBezTo>
                <a:cubicBezTo>
                  <a:pt x="91052" y="1220"/>
                  <a:pt x="89932" y="996"/>
                  <a:pt x="88861" y="772"/>
                </a:cubicBezTo>
                <a:cubicBezTo>
                  <a:pt x="88737" y="747"/>
                  <a:pt x="88662" y="747"/>
                  <a:pt x="88538" y="722"/>
                </a:cubicBezTo>
                <a:lnTo>
                  <a:pt x="88463" y="722"/>
                </a:lnTo>
                <a:cubicBezTo>
                  <a:pt x="88413" y="722"/>
                  <a:pt x="88364" y="672"/>
                  <a:pt x="88314" y="672"/>
                </a:cubicBezTo>
                <a:cubicBezTo>
                  <a:pt x="88189" y="647"/>
                  <a:pt x="88090" y="647"/>
                  <a:pt x="87965" y="623"/>
                </a:cubicBezTo>
                <a:cubicBezTo>
                  <a:pt x="87368" y="523"/>
                  <a:pt x="86696" y="423"/>
                  <a:pt x="85999" y="349"/>
                </a:cubicBezTo>
                <a:cubicBezTo>
                  <a:pt x="85850" y="299"/>
                  <a:pt x="85700" y="299"/>
                  <a:pt x="85576" y="274"/>
                </a:cubicBezTo>
                <a:lnTo>
                  <a:pt x="85551" y="274"/>
                </a:lnTo>
                <a:lnTo>
                  <a:pt x="84954" y="224"/>
                </a:lnTo>
                <a:cubicBezTo>
                  <a:pt x="83734" y="50"/>
                  <a:pt x="82141" y="0"/>
                  <a:pt x="8064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66" name="Shape 8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7" name="Google Shape;867;p43"/>
          <p:cNvSpPr txBox="1"/>
          <p:nvPr>
            <p:ph type="title"/>
          </p:nvPr>
        </p:nvSpPr>
        <p:spPr>
          <a:xfrm>
            <a:off x="680475" y="16767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700"/>
              <a:t>OILS TOP 20 PERCENT MOVES</a:t>
            </a:r>
            <a:endParaRPr sz="2700"/>
          </a:p>
        </p:txBody>
      </p:sp>
      <p:sp>
        <p:nvSpPr>
          <p:cNvPr id="868" name="Google Shape;868;p43"/>
          <p:cNvSpPr txBox="1"/>
          <p:nvPr/>
        </p:nvSpPr>
        <p:spPr>
          <a:xfrm>
            <a:off x="6576200" y="875525"/>
            <a:ext cx="1895400" cy="3840900"/>
          </a:xfrm>
          <a:prstGeom prst="rect">
            <a:avLst/>
          </a:prstGeom>
          <a:noFill/>
          <a:ln cap="flat" cmpd="sng" w="3810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rPr>
              <a:t>Top 20 % moves</a:t>
            </a:r>
            <a:endParaRPr b="1">
              <a:solidFill>
                <a:schemeClr val="lt2"/>
              </a:solidFill>
              <a:latin typeface="Inter"/>
              <a:ea typeface="Inter"/>
              <a:cs typeface="Inter"/>
              <a:sym typeface="Inter"/>
            </a:endParaRPr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100"/>
              <a:buFont typeface="Inter"/>
              <a:buAutoNum type="arabicPeriod"/>
            </a:pPr>
            <a:r>
              <a:rPr b="1" lang="en" sz="11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rPr>
              <a:t>37.66%</a:t>
            </a:r>
            <a:endParaRPr b="1" sz="1100">
              <a:solidFill>
                <a:schemeClr val="lt2"/>
              </a:solidFill>
              <a:latin typeface="Inter"/>
              <a:ea typeface="Inter"/>
              <a:cs typeface="Inter"/>
              <a:sym typeface="Inter"/>
            </a:endParaRPr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100"/>
              <a:buFont typeface="Inter"/>
              <a:buAutoNum type="arabicPeriod"/>
            </a:pPr>
            <a:r>
              <a:rPr b="1" lang="en" sz="11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rPr>
              <a:t>25.10%</a:t>
            </a:r>
            <a:endParaRPr b="1" sz="1100">
              <a:solidFill>
                <a:schemeClr val="lt2"/>
              </a:solidFill>
              <a:latin typeface="Inter"/>
              <a:ea typeface="Inter"/>
              <a:cs typeface="Inter"/>
              <a:sym typeface="Inter"/>
            </a:endParaRPr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100"/>
              <a:buFont typeface="Inter"/>
              <a:buAutoNum type="arabicPeriod"/>
            </a:pPr>
            <a:r>
              <a:rPr b="1" lang="en" sz="11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rPr>
              <a:t>24.67%</a:t>
            </a:r>
            <a:endParaRPr b="1" sz="1100">
              <a:solidFill>
                <a:schemeClr val="lt2"/>
              </a:solidFill>
              <a:latin typeface="Inter"/>
              <a:ea typeface="Inter"/>
              <a:cs typeface="Inter"/>
              <a:sym typeface="Inter"/>
            </a:endParaRPr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100"/>
              <a:buFont typeface="Inter"/>
              <a:buAutoNum type="arabicPeriod"/>
            </a:pPr>
            <a:r>
              <a:rPr b="1" lang="en" sz="11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rPr>
              <a:t>23.81%</a:t>
            </a:r>
            <a:endParaRPr b="1" sz="1100">
              <a:solidFill>
                <a:schemeClr val="lt2"/>
              </a:solidFill>
              <a:latin typeface="Inter"/>
              <a:ea typeface="Inter"/>
              <a:cs typeface="Inter"/>
              <a:sym typeface="Inter"/>
            </a:endParaRPr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100"/>
              <a:buFont typeface="Inter"/>
              <a:buAutoNum type="arabicPeriod"/>
            </a:pPr>
            <a:r>
              <a:rPr b="1" lang="en" sz="11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rPr>
              <a:t>22.04%</a:t>
            </a:r>
            <a:endParaRPr b="1" sz="1100">
              <a:solidFill>
                <a:schemeClr val="lt2"/>
              </a:solidFill>
              <a:latin typeface="Inter"/>
              <a:ea typeface="Inter"/>
              <a:cs typeface="Inter"/>
              <a:sym typeface="Inter"/>
            </a:endParaRPr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100"/>
              <a:buFont typeface="Inter"/>
              <a:buAutoNum type="arabicPeriod"/>
            </a:pPr>
            <a:r>
              <a:rPr b="1" lang="en" sz="11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rPr>
              <a:t>20.45%</a:t>
            </a:r>
            <a:endParaRPr b="1" sz="1100">
              <a:solidFill>
                <a:schemeClr val="lt2"/>
              </a:solidFill>
              <a:latin typeface="Inter"/>
              <a:ea typeface="Inter"/>
              <a:cs typeface="Inter"/>
              <a:sym typeface="Inter"/>
            </a:endParaRPr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100"/>
              <a:buFont typeface="Inter"/>
              <a:buAutoNum type="arabicPeriod"/>
            </a:pPr>
            <a:r>
              <a:rPr b="1" lang="en" sz="11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rPr>
              <a:t>19.74%</a:t>
            </a:r>
            <a:endParaRPr b="1" sz="1100">
              <a:solidFill>
                <a:schemeClr val="lt2"/>
              </a:solidFill>
              <a:latin typeface="Inter"/>
              <a:ea typeface="Inter"/>
              <a:cs typeface="Inter"/>
              <a:sym typeface="Inter"/>
            </a:endParaRPr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100"/>
              <a:buFont typeface="Inter"/>
              <a:buAutoNum type="arabicPeriod"/>
            </a:pPr>
            <a:r>
              <a:rPr b="1" lang="en" sz="11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rPr>
              <a:t>17.83%</a:t>
            </a:r>
            <a:endParaRPr b="1" sz="1100">
              <a:solidFill>
                <a:schemeClr val="lt2"/>
              </a:solidFill>
              <a:latin typeface="Inter"/>
              <a:ea typeface="Inter"/>
              <a:cs typeface="Inter"/>
              <a:sym typeface="Inter"/>
            </a:endParaRPr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100"/>
              <a:buFont typeface="Inter"/>
              <a:buAutoNum type="arabicPeriod"/>
            </a:pPr>
            <a:r>
              <a:rPr b="1" lang="en" sz="11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rPr>
              <a:t>15.66%</a:t>
            </a:r>
            <a:endParaRPr b="1" sz="1100">
              <a:solidFill>
                <a:schemeClr val="lt2"/>
              </a:solidFill>
              <a:latin typeface="Inter"/>
              <a:ea typeface="Inter"/>
              <a:cs typeface="Inter"/>
              <a:sym typeface="Inter"/>
            </a:endParaRPr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100"/>
              <a:buFont typeface="Inter"/>
              <a:buAutoNum type="arabicPeriod"/>
            </a:pPr>
            <a:r>
              <a:rPr b="1" lang="en" sz="11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rPr>
              <a:t>14.68%</a:t>
            </a:r>
            <a:endParaRPr b="1" sz="1100">
              <a:solidFill>
                <a:schemeClr val="lt2"/>
              </a:solidFill>
              <a:latin typeface="Inter"/>
              <a:ea typeface="Inter"/>
              <a:cs typeface="Inter"/>
              <a:sym typeface="Inter"/>
            </a:endParaRPr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100"/>
              <a:buFont typeface="Inter"/>
              <a:buAutoNum type="arabicPeriod"/>
            </a:pPr>
            <a:r>
              <a:rPr b="1" lang="en" sz="11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rPr>
              <a:t>14.27%</a:t>
            </a:r>
            <a:endParaRPr b="1" sz="1100">
              <a:solidFill>
                <a:schemeClr val="lt2"/>
              </a:solidFill>
              <a:latin typeface="Inter"/>
              <a:ea typeface="Inter"/>
              <a:cs typeface="Inter"/>
              <a:sym typeface="Inter"/>
            </a:endParaRPr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100"/>
              <a:buFont typeface="Inter"/>
              <a:buAutoNum type="arabicPeriod"/>
            </a:pPr>
            <a:r>
              <a:rPr b="1" lang="en" sz="11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rPr>
              <a:t>14.04%</a:t>
            </a:r>
            <a:endParaRPr b="1" sz="1100">
              <a:solidFill>
                <a:schemeClr val="lt2"/>
              </a:solidFill>
              <a:latin typeface="Inter"/>
              <a:ea typeface="Inter"/>
              <a:cs typeface="Inter"/>
              <a:sym typeface="Inter"/>
            </a:endParaRPr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100"/>
              <a:buFont typeface="Inter"/>
              <a:buAutoNum type="arabicPeriod"/>
            </a:pPr>
            <a:r>
              <a:rPr b="1" lang="en" sz="11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rPr>
              <a:t>12.42%</a:t>
            </a:r>
            <a:endParaRPr b="1" sz="1100">
              <a:solidFill>
                <a:schemeClr val="lt2"/>
              </a:solidFill>
              <a:latin typeface="Inter"/>
              <a:ea typeface="Inter"/>
              <a:cs typeface="Inter"/>
              <a:sym typeface="Inter"/>
            </a:endParaRPr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100"/>
              <a:buFont typeface="Inter"/>
              <a:buAutoNum type="arabicPeriod"/>
            </a:pPr>
            <a:r>
              <a:rPr b="1" lang="en" sz="11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rPr>
              <a:t>12.32%</a:t>
            </a:r>
            <a:endParaRPr b="1" sz="1100">
              <a:solidFill>
                <a:schemeClr val="lt2"/>
              </a:solidFill>
              <a:latin typeface="Inter"/>
              <a:ea typeface="Inter"/>
              <a:cs typeface="Inter"/>
              <a:sym typeface="Inter"/>
            </a:endParaRPr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100"/>
              <a:buFont typeface="Inter"/>
              <a:buAutoNum type="arabicPeriod"/>
            </a:pPr>
            <a:r>
              <a:rPr b="1" lang="en" sz="11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rPr>
              <a:t>12.21%</a:t>
            </a:r>
            <a:endParaRPr b="1" sz="1100">
              <a:solidFill>
                <a:schemeClr val="lt2"/>
              </a:solidFill>
              <a:latin typeface="Inter"/>
              <a:ea typeface="Inter"/>
              <a:cs typeface="Inter"/>
              <a:sym typeface="Inter"/>
            </a:endParaRPr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100"/>
              <a:buFont typeface="Inter"/>
              <a:buAutoNum type="arabicPeriod"/>
            </a:pPr>
            <a:r>
              <a:rPr b="1" lang="en" sz="11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rPr>
              <a:t>11.93%</a:t>
            </a:r>
            <a:endParaRPr b="1" sz="1100">
              <a:solidFill>
                <a:schemeClr val="lt2"/>
              </a:solidFill>
              <a:latin typeface="Inter"/>
              <a:ea typeface="Inter"/>
              <a:cs typeface="Inter"/>
              <a:sym typeface="Inter"/>
            </a:endParaRPr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100"/>
              <a:buFont typeface="Inter"/>
              <a:buAutoNum type="arabicPeriod"/>
            </a:pPr>
            <a:r>
              <a:rPr b="1" lang="en" sz="11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rPr>
              <a:t>11.41%</a:t>
            </a:r>
            <a:endParaRPr b="1" sz="1100">
              <a:solidFill>
                <a:schemeClr val="lt2"/>
              </a:solidFill>
              <a:latin typeface="Inter"/>
              <a:ea typeface="Inter"/>
              <a:cs typeface="Inter"/>
              <a:sym typeface="Inter"/>
            </a:endParaRPr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100"/>
              <a:buFont typeface="Inter"/>
              <a:buAutoNum type="arabicPeriod"/>
            </a:pPr>
            <a:r>
              <a:rPr b="1" lang="en" sz="11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rPr>
              <a:t>11.22%</a:t>
            </a:r>
            <a:endParaRPr b="1" sz="1100">
              <a:solidFill>
                <a:schemeClr val="lt2"/>
              </a:solidFill>
              <a:latin typeface="Inter"/>
              <a:ea typeface="Inter"/>
              <a:cs typeface="Inter"/>
              <a:sym typeface="Inter"/>
            </a:endParaRPr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100"/>
              <a:buFont typeface="Inter"/>
              <a:buAutoNum type="arabicPeriod"/>
            </a:pPr>
            <a:r>
              <a:rPr b="1" lang="en" sz="11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rPr>
              <a:t>11.10%</a:t>
            </a:r>
            <a:endParaRPr b="1" sz="1100">
              <a:solidFill>
                <a:schemeClr val="lt2"/>
              </a:solidFill>
              <a:latin typeface="Inter"/>
              <a:ea typeface="Inter"/>
              <a:cs typeface="Inter"/>
              <a:sym typeface="Inter"/>
            </a:endParaRPr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100"/>
              <a:buFont typeface="Inter"/>
              <a:buAutoNum type="arabicPeriod"/>
            </a:pPr>
            <a:r>
              <a:rPr b="1" lang="en" sz="11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rPr>
              <a:t>10.39%</a:t>
            </a:r>
            <a:endParaRPr b="1" sz="1100">
              <a:solidFill>
                <a:schemeClr val="lt2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grpSp>
        <p:nvGrpSpPr>
          <p:cNvPr id="869" name="Google Shape;869;p43"/>
          <p:cNvGrpSpPr/>
          <p:nvPr/>
        </p:nvGrpSpPr>
        <p:grpSpPr>
          <a:xfrm>
            <a:off x="222426" y="847353"/>
            <a:ext cx="6261887" cy="3869086"/>
            <a:chOff x="346118" y="875473"/>
            <a:chExt cx="6093108" cy="3764801"/>
          </a:xfrm>
        </p:grpSpPr>
        <p:grpSp>
          <p:nvGrpSpPr>
            <p:cNvPr id="870" name="Google Shape;870;p43"/>
            <p:cNvGrpSpPr/>
            <p:nvPr/>
          </p:nvGrpSpPr>
          <p:grpSpPr>
            <a:xfrm>
              <a:off x="346118" y="875473"/>
              <a:ext cx="6093108" cy="3764801"/>
              <a:chOff x="657000" y="1171050"/>
              <a:chExt cx="4533900" cy="2801400"/>
            </a:xfrm>
          </p:grpSpPr>
          <p:sp>
            <p:nvSpPr>
              <p:cNvPr id="871" name="Google Shape;871;p43"/>
              <p:cNvSpPr/>
              <p:nvPr/>
            </p:nvSpPr>
            <p:spPr>
              <a:xfrm>
                <a:off x="657000" y="1171050"/>
                <a:ext cx="4533900" cy="2801400"/>
              </a:xfrm>
              <a:prstGeom prst="roundRect">
                <a:avLst>
                  <a:gd fmla="val 4098" name="adj"/>
                </a:avLst>
              </a:prstGeom>
              <a:solidFill>
                <a:schemeClr val="lt2"/>
              </a:solidFill>
              <a:ln>
                <a:noFill/>
              </a:ln>
            </p:spPr>
            <p:txBody>
              <a:bodyPr anchorCtr="0" anchor="ctr" bIns="156150" lIns="156150" spcFirstLastPara="1" rIns="156150" wrap="square" tIns="156150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391"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sp>
            <p:nvSpPr>
              <p:cNvPr id="872" name="Google Shape;872;p43"/>
              <p:cNvSpPr/>
              <p:nvPr/>
            </p:nvSpPr>
            <p:spPr>
              <a:xfrm>
                <a:off x="4969700" y="2419350"/>
                <a:ext cx="147900" cy="304800"/>
              </a:xfrm>
              <a:prstGeom prst="roundRect">
                <a:avLst>
                  <a:gd fmla="val 4098" name="adj"/>
                </a:avLst>
              </a:prstGeom>
              <a:solidFill>
                <a:schemeClr val="lt1"/>
              </a:solidFill>
              <a:ln>
                <a:noFill/>
              </a:ln>
            </p:spPr>
            <p:txBody>
              <a:bodyPr anchorCtr="0" anchor="ctr" bIns="156150" lIns="156150" spcFirstLastPara="1" rIns="156150" wrap="square" tIns="156150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391"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</p:grpSp>
        <p:pic>
          <p:nvPicPr>
            <p:cNvPr id="873" name="Google Shape;873;p43"/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508251" y="967612"/>
              <a:ext cx="5463309" cy="3580924"/>
            </a:xfrm>
            <a:prstGeom prst="rect">
              <a:avLst/>
            </a:prstGeom>
            <a:noFill/>
            <a:ln cap="flat" cmpd="sng" w="93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</p:pic>
      </p:grpSp>
      <p:sp>
        <p:nvSpPr>
          <p:cNvPr id="874" name="Google Shape;874;p43"/>
          <p:cNvSpPr txBox="1"/>
          <p:nvPr/>
        </p:nvSpPr>
        <p:spPr>
          <a:xfrm>
            <a:off x="2943075" y="4753150"/>
            <a:ext cx="3178800" cy="304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2"/>
                </a:solidFill>
                <a:latin typeface="Inter"/>
                <a:ea typeface="Inter"/>
                <a:cs typeface="Inter"/>
                <a:sym typeface="Inter"/>
              </a:rPr>
              <a:t>*Percents Rounded to 100th place</a:t>
            </a:r>
            <a:endParaRPr>
              <a:solidFill>
                <a:schemeClr val="dk2"/>
              </a:solidFill>
              <a:latin typeface="Inter"/>
              <a:ea typeface="Inter"/>
              <a:cs typeface="Inter"/>
              <a:sym typeface="Inter"/>
            </a:endParaRP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78" name="Shape 8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9" name="Google Shape;879;p44"/>
          <p:cNvSpPr txBox="1"/>
          <p:nvPr>
            <p:ph type="title"/>
          </p:nvPr>
        </p:nvSpPr>
        <p:spPr>
          <a:xfrm>
            <a:off x="680475" y="16767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700"/>
              <a:t>Findings</a:t>
            </a:r>
            <a:endParaRPr sz="2700"/>
          </a:p>
        </p:txBody>
      </p:sp>
      <p:sp>
        <p:nvSpPr>
          <p:cNvPr id="880" name="Google Shape;880;p44"/>
          <p:cNvSpPr/>
          <p:nvPr/>
        </p:nvSpPr>
        <p:spPr>
          <a:xfrm>
            <a:off x="812250" y="1169050"/>
            <a:ext cx="7519500" cy="3275100"/>
          </a:xfrm>
          <a:prstGeom prst="roundRect">
            <a:avLst>
              <a:gd fmla="val 16667" name="adj"/>
            </a:avLst>
          </a:prstGeom>
          <a:solidFill>
            <a:srgbClr val="0C2E3A"/>
          </a:solidFill>
          <a:ln cap="flat" cmpd="sng" w="114300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3975" lIns="93975" spcFirstLastPara="1" rIns="93975" wrap="square" tIns="9397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39"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881" name="Google Shape;881;p44"/>
          <p:cNvSpPr txBox="1"/>
          <p:nvPr/>
        </p:nvSpPr>
        <p:spPr>
          <a:xfrm>
            <a:off x="1333657" y="1475435"/>
            <a:ext cx="2213700" cy="2424600"/>
          </a:xfrm>
          <a:prstGeom prst="rect">
            <a:avLst/>
          </a:prstGeom>
          <a:noFill/>
          <a:ln>
            <a:noFill/>
          </a:ln>
        </p:spPr>
        <p:txBody>
          <a:bodyPr anchorCtr="0" anchor="t" bIns="93975" lIns="93975" spcFirstLastPara="1" rIns="93975" wrap="square" tIns="9397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102">
                <a:solidFill>
                  <a:srgbClr val="4A86E8"/>
                </a:solidFill>
                <a:latin typeface="Inter"/>
                <a:ea typeface="Inter"/>
                <a:cs typeface="Inter"/>
                <a:sym typeface="Inter"/>
              </a:rPr>
              <a:t>12</a:t>
            </a:r>
            <a:endParaRPr b="1" sz="11102">
              <a:solidFill>
                <a:srgbClr val="4A86E8"/>
              </a:solidFill>
              <a:latin typeface="Inter"/>
              <a:ea typeface="Inter"/>
              <a:cs typeface="Inter"/>
              <a:sym typeface="Inter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645">
                <a:solidFill>
                  <a:srgbClr val="FFD966"/>
                </a:solidFill>
                <a:latin typeface="Inter"/>
                <a:ea typeface="Inter"/>
                <a:cs typeface="Inter"/>
                <a:sym typeface="Inter"/>
              </a:rPr>
              <a:t>OUT OF 20 MOVES</a:t>
            </a:r>
            <a:endParaRPr b="1" sz="1645">
              <a:solidFill>
                <a:srgbClr val="FFD966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882" name="Google Shape;882;p44"/>
          <p:cNvSpPr txBox="1"/>
          <p:nvPr/>
        </p:nvSpPr>
        <p:spPr>
          <a:xfrm>
            <a:off x="4416400" y="1388200"/>
            <a:ext cx="3091800" cy="2892300"/>
          </a:xfrm>
          <a:prstGeom prst="rect">
            <a:avLst/>
          </a:prstGeom>
          <a:noFill/>
          <a:ln>
            <a:noFill/>
          </a:ln>
        </p:spPr>
        <p:txBody>
          <a:bodyPr anchorCtr="0" anchor="t" bIns="93975" lIns="93975" spcFirstLastPara="1" rIns="93975" wrap="square" tIns="9397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645" u="sng">
                <a:solidFill>
                  <a:srgbClr val="FFD966"/>
                </a:solidFill>
                <a:latin typeface="Inter"/>
                <a:ea typeface="Inter"/>
                <a:cs typeface="Inter"/>
                <a:sym typeface="Inter"/>
              </a:rPr>
              <a:t>60% Correlation</a:t>
            </a:r>
            <a:endParaRPr b="1" sz="1645" u="sng">
              <a:solidFill>
                <a:srgbClr val="FFD966"/>
              </a:solidFill>
              <a:latin typeface="Inter"/>
              <a:ea typeface="Inter"/>
              <a:cs typeface="Inter"/>
              <a:sym typeface="Inter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 sz="1645" u="sng">
              <a:solidFill>
                <a:srgbClr val="FFD966"/>
              </a:solidFill>
              <a:latin typeface="Inter"/>
              <a:ea typeface="Inter"/>
              <a:cs typeface="Inter"/>
              <a:sym typeface="Inter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439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rPr>
              <a:t>The Majority of oil’s most violent price swings are directly triggered by economic warfare, proving war is the primary driver of extreme market </a:t>
            </a:r>
            <a:r>
              <a:rPr b="1" lang="en" sz="1439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rPr>
              <a:t>volatility. Some main drivers were the 2008 Gaza war, the 2026 U.S-Iran escalation, and the 2020 Saudi-Russia price war.</a:t>
            </a:r>
            <a:endParaRPr b="1" sz="1439">
              <a:solidFill>
                <a:schemeClr val="lt1"/>
              </a:solidFill>
              <a:latin typeface="Inter"/>
              <a:ea typeface="Inter"/>
              <a:cs typeface="Inter"/>
              <a:sym typeface="Inter"/>
            </a:endParaRPr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86" name="Shape 8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7" name="Google Shape;887;p45"/>
          <p:cNvSpPr txBox="1"/>
          <p:nvPr>
            <p:ph type="title"/>
          </p:nvPr>
        </p:nvSpPr>
        <p:spPr>
          <a:xfrm>
            <a:off x="3239225" y="755700"/>
            <a:ext cx="4770600" cy="3632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/>
              <a:t>What were the S&amp;P 500's five best and five worst single days in the sample, and how many of them are near the end or beginning of a conflict?</a:t>
            </a:r>
            <a:endParaRPr sz="2000"/>
          </a:p>
        </p:txBody>
      </p:sp>
      <p:sp>
        <p:nvSpPr>
          <p:cNvPr id="888" name="Google Shape;888;p45"/>
          <p:cNvSpPr txBox="1"/>
          <p:nvPr>
            <p:ph idx="2" type="title"/>
          </p:nvPr>
        </p:nvSpPr>
        <p:spPr>
          <a:xfrm>
            <a:off x="1227150" y="754863"/>
            <a:ext cx="2076000" cy="1083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04</a:t>
            </a:r>
            <a:endParaRPr/>
          </a:p>
        </p:txBody>
      </p:sp>
      <p:sp>
        <p:nvSpPr>
          <p:cNvPr id="889" name="Google Shape;889;p45"/>
          <p:cNvSpPr/>
          <p:nvPr/>
        </p:nvSpPr>
        <p:spPr>
          <a:xfrm rot="1913091">
            <a:off x="-904286" y="2414166"/>
            <a:ext cx="3710747" cy="3662319"/>
          </a:xfrm>
          <a:custGeom>
            <a:rect b="b" l="l" r="r" t="t"/>
            <a:pathLst>
              <a:path extrusionOk="0" h="116764" w="118308">
                <a:moveTo>
                  <a:pt x="85119" y="611"/>
                </a:moveTo>
                <a:cubicBezTo>
                  <a:pt x="85338" y="611"/>
                  <a:pt x="85543" y="623"/>
                  <a:pt x="85725" y="623"/>
                </a:cubicBezTo>
                <a:lnTo>
                  <a:pt x="85850" y="623"/>
                </a:lnTo>
                <a:lnTo>
                  <a:pt x="86596" y="722"/>
                </a:lnTo>
                <a:cubicBezTo>
                  <a:pt x="87119" y="772"/>
                  <a:pt x="87642" y="871"/>
                  <a:pt x="88214" y="971"/>
                </a:cubicBezTo>
                <a:cubicBezTo>
                  <a:pt x="88314" y="996"/>
                  <a:pt x="88389" y="996"/>
                  <a:pt x="88488" y="1021"/>
                </a:cubicBezTo>
                <a:cubicBezTo>
                  <a:pt x="88861" y="1095"/>
                  <a:pt x="89260" y="1195"/>
                  <a:pt x="89633" y="1270"/>
                </a:cubicBezTo>
                <a:cubicBezTo>
                  <a:pt x="89807" y="1320"/>
                  <a:pt x="89982" y="1369"/>
                  <a:pt x="90131" y="1394"/>
                </a:cubicBezTo>
                <a:cubicBezTo>
                  <a:pt x="90230" y="1444"/>
                  <a:pt x="90305" y="1469"/>
                  <a:pt x="90380" y="1469"/>
                </a:cubicBezTo>
                <a:cubicBezTo>
                  <a:pt x="90547" y="1493"/>
                  <a:pt x="90691" y="1562"/>
                  <a:pt x="90812" y="1590"/>
                </a:cubicBezTo>
                <a:lnTo>
                  <a:pt x="90812" y="1590"/>
                </a:lnTo>
                <a:cubicBezTo>
                  <a:pt x="90120" y="1441"/>
                  <a:pt x="89428" y="1269"/>
                  <a:pt x="88712" y="1145"/>
                </a:cubicBezTo>
                <a:cubicBezTo>
                  <a:pt x="88637" y="1145"/>
                  <a:pt x="88563" y="1120"/>
                  <a:pt x="88488" y="1120"/>
                </a:cubicBezTo>
                <a:lnTo>
                  <a:pt x="87940" y="1021"/>
                </a:lnTo>
                <a:cubicBezTo>
                  <a:pt x="87219" y="896"/>
                  <a:pt x="86273" y="772"/>
                  <a:pt x="85451" y="697"/>
                </a:cubicBezTo>
                <a:lnTo>
                  <a:pt x="84904" y="623"/>
                </a:lnTo>
                <a:lnTo>
                  <a:pt x="84779" y="623"/>
                </a:lnTo>
                <a:cubicBezTo>
                  <a:pt x="84895" y="614"/>
                  <a:pt x="85009" y="611"/>
                  <a:pt x="85119" y="611"/>
                </a:cubicBezTo>
                <a:close/>
                <a:moveTo>
                  <a:pt x="81195" y="573"/>
                </a:moveTo>
                <a:cubicBezTo>
                  <a:pt x="81693" y="573"/>
                  <a:pt x="82216" y="598"/>
                  <a:pt x="82713" y="598"/>
                </a:cubicBezTo>
                <a:cubicBezTo>
                  <a:pt x="79726" y="598"/>
                  <a:pt x="76590" y="971"/>
                  <a:pt x="73304" y="1718"/>
                </a:cubicBezTo>
                <a:cubicBezTo>
                  <a:pt x="73155" y="1718"/>
                  <a:pt x="72981" y="1718"/>
                  <a:pt x="72807" y="1743"/>
                </a:cubicBezTo>
                <a:cubicBezTo>
                  <a:pt x="75744" y="1071"/>
                  <a:pt x="78532" y="697"/>
                  <a:pt x="81195" y="573"/>
                </a:cubicBezTo>
                <a:close/>
                <a:moveTo>
                  <a:pt x="80996" y="349"/>
                </a:moveTo>
                <a:cubicBezTo>
                  <a:pt x="81245" y="349"/>
                  <a:pt x="81469" y="349"/>
                  <a:pt x="81718" y="374"/>
                </a:cubicBezTo>
                <a:cubicBezTo>
                  <a:pt x="81568" y="374"/>
                  <a:pt x="81369" y="374"/>
                  <a:pt x="81220" y="399"/>
                </a:cubicBezTo>
                <a:lnTo>
                  <a:pt x="80747" y="399"/>
                </a:lnTo>
                <a:cubicBezTo>
                  <a:pt x="80025" y="399"/>
                  <a:pt x="79378" y="423"/>
                  <a:pt x="78781" y="473"/>
                </a:cubicBezTo>
                <a:cubicBezTo>
                  <a:pt x="77113" y="548"/>
                  <a:pt x="74997" y="747"/>
                  <a:pt x="73504" y="921"/>
                </a:cubicBezTo>
                <a:cubicBezTo>
                  <a:pt x="72309" y="1095"/>
                  <a:pt x="70790" y="1369"/>
                  <a:pt x="70019" y="1519"/>
                </a:cubicBezTo>
                <a:cubicBezTo>
                  <a:pt x="69397" y="1643"/>
                  <a:pt x="68799" y="1768"/>
                  <a:pt x="68202" y="1917"/>
                </a:cubicBezTo>
                <a:lnTo>
                  <a:pt x="67903" y="1917"/>
                </a:lnTo>
                <a:cubicBezTo>
                  <a:pt x="68177" y="1817"/>
                  <a:pt x="68451" y="1743"/>
                  <a:pt x="68749" y="1693"/>
                </a:cubicBezTo>
                <a:lnTo>
                  <a:pt x="68799" y="1693"/>
                </a:lnTo>
                <a:cubicBezTo>
                  <a:pt x="70542" y="1270"/>
                  <a:pt x="72184" y="996"/>
                  <a:pt x="73678" y="797"/>
                </a:cubicBezTo>
                <a:cubicBezTo>
                  <a:pt x="75146" y="623"/>
                  <a:pt x="77113" y="473"/>
                  <a:pt x="78706" y="374"/>
                </a:cubicBezTo>
                <a:cubicBezTo>
                  <a:pt x="79204" y="349"/>
                  <a:pt x="79702" y="349"/>
                  <a:pt x="80125" y="349"/>
                </a:cubicBezTo>
                <a:close/>
                <a:moveTo>
                  <a:pt x="77586" y="697"/>
                </a:moveTo>
                <a:cubicBezTo>
                  <a:pt x="75669" y="946"/>
                  <a:pt x="73728" y="1320"/>
                  <a:pt x="71662" y="1817"/>
                </a:cubicBezTo>
                <a:cubicBezTo>
                  <a:pt x="71064" y="1867"/>
                  <a:pt x="70492" y="1942"/>
                  <a:pt x="69870" y="1992"/>
                </a:cubicBezTo>
                <a:cubicBezTo>
                  <a:pt x="69546" y="1942"/>
                  <a:pt x="69247" y="1892"/>
                  <a:pt x="68924" y="1892"/>
                </a:cubicBezTo>
                <a:cubicBezTo>
                  <a:pt x="69272" y="1817"/>
                  <a:pt x="69646" y="1743"/>
                  <a:pt x="70019" y="1693"/>
                </a:cubicBezTo>
                <a:cubicBezTo>
                  <a:pt x="70815" y="1519"/>
                  <a:pt x="72309" y="1220"/>
                  <a:pt x="73504" y="1095"/>
                </a:cubicBezTo>
                <a:cubicBezTo>
                  <a:pt x="74649" y="946"/>
                  <a:pt x="76167" y="822"/>
                  <a:pt x="77586" y="697"/>
                </a:cubicBezTo>
                <a:close/>
                <a:moveTo>
                  <a:pt x="72284" y="1942"/>
                </a:moveTo>
                <a:cubicBezTo>
                  <a:pt x="72184" y="1967"/>
                  <a:pt x="72035" y="1992"/>
                  <a:pt x="71911" y="2016"/>
                </a:cubicBezTo>
                <a:cubicBezTo>
                  <a:pt x="71736" y="2016"/>
                  <a:pt x="71537" y="2066"/>
                  <a:pt x="71363" y="2066"/>
                </a:cubicBezTo>
                <a:cubicBezTo>
                  <a:pt x="71463" y="2016"/>
                  <a:pt x="71562" y="1992"/>
                  <a:pt x="71687" y="1967"/>
                </a:cubicBezTo>
                <a:cubicBezTo>
                  <a:pt x="71886" y="1942"/>
                  <a:pt x="72110" y="1942"/>
                  <a:pt x="72284" y="1942"/>
                </a:cubicBezTo>
                <a:close/>
                <a:moveTo>
                  <a:pt x="68508" y="2070"/>
                </a:moveTo>
                <a:cubicBezTo>
                  <a:pt x="68737" y="2070"/>
                  <a:pt x="68967" y="2099"/>
                  <a:pt x="69173" y="2116"/>
                </a:cubicBezTo>
                <a:cubicBezTo>
                  <a:pt x="69073" y="2116"/>
                  <a:pt x="68973" y="2141"/>
                  <a:pt x="68874" y="2141"/>
                </a:cubicBezTo>
                <a:cubicBezTo>
                  <a:pt x="68712" y="2128"/>
                  <a:pt x="68557" y="2122"/>
                  <a:pt x="68401" y="2122"/>
                </a:cubicBezTo>
                <a:cubicBezTo>
                  <a:pt x="68245" y="2122"/>
                  <a:pt x="68090" y="2128"/>
                  <a:pt x="67928" y="2141"/>
                </a:cubicBezTo>
                <a:cubicBezTo>
                  <a:pt x="68028" y="2116"/>
                  <a:pt x="68127" y="2116"/>
                  <a:pt x="68202" y="2091"/>
                </a:cubicBezTo>
                <a:cubicBezTo>
                  <a:pt x="68302" y="2076"/>
                  <a:pt x="68405" y="2070"/>
                  <a:pt x="68508" y="2070"/>
                </a:cubicBezTo>
                <a:close/>
                <a:moveTo>
                  <a:pt x="69870" y="2166"/>
                </a:moveTo>
                <a:cubicBezTo>
                  <a:pt x="69919" y="2216"/>
                  <a:pt x="70019" y="2216"/>
                  <a:pt x="70069" y="2216"/>
                </a:cubicBezTo>
                <a:cubicBezTo>
                  <a:pt x="70019" y="2216"/>
                  <a:pt x="69919" y="2240"/>
                  <a:pt x="69870" y="2240"/>
                </a:cubicBezTo>
                <a:cubicBezTo>
                  <a:pt x="69795" y="2240"/>
                  <a:pt x="69695" y="2216"/>
                  <a:pt x="69646" y="2216"/>
                </a:cubicBezTo>
                <a:cubicBezTo>
                  <a:pt x="69695" y="2216"/>
                  <a:pt x="69795" y="2166"/>
                  <a:pt x="69870" y="2166"/>
                </a:cubicBezTo>
                <a:close/>
                <a:moveTo>
                  <a:pt x="70691" y="2340"/>
                </a:moveTo>
                <a:cubicBezTo>
                  <a:pt x="70666" y="2340"/>
                  <a:pt x="70591" y="2365"/>
                  <a:pt x="70566" y="2365"/>
                </a:cubicBezTo>
                <a:cubicBezTo>
                  <a:pt x="70558" y="2365"/>
                  <a:pt x="70547" y="2362"/>
                  <a:pt x="70535" y="2359"/>
                </a:cubicBezTo>
                <a:lnTo>
                  <a:pt x="70535" y="2359"/>
                </a:lnTo>
                <a:cubicBezTo>
                  <a:pt x="70537" y="2359"/>
                  <a:pt x="70539" y="2359"/>
                  <a:pt x="70542" y="2359"/>
                </a:cubicBezTo>
                <a:cubicBezTo>
                  <a:pt x="70573" y="2359"/>
                  <a:pt x="70604" y="2352"/>
                  <a:pt x="70641" y="2340"/>
                </a:cubicBezTo>
                <a:close/>
                <a:moveTo>
                  <a:pt x="67057" y="2141"/>
                </a:moveTo>
                <a:cubicBezTo>
                  <a:pt x="66310" y="2340"/>
                  <a:pt x="65663" y="2514"/>
                  <a:pt x="65041" y="2713"/>
                </a:cubicBezTo>
                <a:cubicBezTo>
                  <a:pt x="65140" y="2664"/>
                  <a:pt x="65190" y="2639"/>
                  <a:pt x="65290" y="2614"/>
                </a:cubicBezTo>
                <a:cubicBezTo>
                  <a:pt x="65314" y="2614"/>
                  <a:pt x="65339" y="2589"/>
                  <a:pt x="65389" y="2589"/>
                </a:cubicBezTo>
                <a:cubicBezTo>
                  <a:pt x="65762" y="2464"/>
                  <a:pt x="66136" y="2340"/>
                  <a:pt x="66509" y="2240"/>
                </a:cubicBezTo>
                <a:cubicBezTo>
                  <a:pt x="66559" y="2240"/>
                  <a:pt x="66634" y="2216"/>
                  <a:pt x="66683" y="2216"/>
                </a:cubicBezTo>
                <a:lnTo>
                  <a:pt x="66708" y="2216"/>
                </a:lnTo>
                <a:cubicBezTo>
                  <a:pt x="66833" y="2166"/>
                  <a:pt x="66932" y="2166"/>
                  <a:pt x="67057" y="2141"/>
                </a:cubicBezTo>
                <a:close/>
                <a:moveTo>
                  <a:pt x="67729" y="2340"/>
                </a:moveTo>
                <a:cubicBezTo>
                  <a:pt x="67007" y="2464"/>
                  <a:pt x="66211" y="2639"/>
                  <a:pt x="65439" y="2838"/>
                </a:cubicBezTo>
                <a:cubicBezTo>
                  <a:pt x="65812" y="2713"/>
                  <a:pt x="66161" y="2589"/>
                  <a:pt x="66559" y="2514"/>
                </a:cubicBezTo>
                <a:cubicBezTo>
                  <a:pt x="66932" y="2440"/>
                  <a:pt x="67331" y="2365"/>
                  <a:pt x="67729" y="2340"/>
                </a:cubicBezTo>
                <a:close/>
                <a:moveTo>
                  <a:pt x="82881" y="760"/>
                </a:moveTo>
                <a:cubicBezTo>
                  <a:pt x="84830" y="760"/>
                  <a:pt x="86687" y="922"/>
                  <a:pt x="88438" y="1245"/>
                </a:cubicBezTo>
                <a:cubicBezTo>
                  <a:pt x="88538" y="1270"/>
                  <a:pt x="88613" y="1270"/>
                  <a:pt x="88712" y="1320"/>
                </a:cubicBezTo>
                <a:cubicBezTo>
                  <a:pt x="89135" y="1394"/>
                  <a:pt x="89608" y="1494"/>
                  <a:pt x="90006" y="1618"/>
                </a:cubicBezTo>
                <a:cubicBezTo>
                  <a:pt x="89795" y="1606"/>
                  <a:pt x="89577" y="1600"/>
                  <a:pt x="89356" y="1600"/>
                </a:cubicBezTo>
                <a:cubicBezTo>
                  <a:pt x="89135" y="1600"/>
                  <a:pt x="88911" y="1606"/>
                  <a:pt x="88687" y="1618"/>
                </a:cubicBezTo>
                <a:cubicBezTo>
                  <a:pt x="86646" y="1718"/>
                  <a:pt x="84630" y="2191"/>
                  <a:pt x="82713" y="2987"/>
                </a:cubicBezTo>
                <a:cubicBezTo>
                  <a:pt x="80302" y="2136"/>
                  <a:pt x="77643" y="1689"/>
                  <a:pt x="74737" y="1689"/>
                </a:cubicBezTo>
                <a:cubicBezTo>
                  <a:pt x="74584" y="1689"/>
                  <a:pt x="74430" y="1690"/>
                  <a:pt x="74275" y="1693"/>
                </a:cubicBezTo>
                <a:cubicBezTo>
                  <a:pt x="77298" y="1071"/>
                  <a:pt x="80178" y="760"/>
                  <a:pt x="82881" y="760"/>
                </a:cubicBezTo>
                <a:close/>
                <a:moveTo>
                  <a:pt x="89362" y="1797"/>
                </a:moveTo>
                <a:cubicBezTo>
                  <a:pt x="89882" y="1797"/>
                  <a:pt x="90392" y="1832"/>
                  <a:pt x="90903" y="1867"/>
                </a:cubicBezTo>
                <a:cubicBezTo>
                  <a:pt x="91027" y="1867"/>
                  <a:pt x="91102" y="1892"/>
                  <a:pt x="91201" y="1942"/>
                </a:cubicBezTo>
                <a:cubicBezTo>
                  <a:pt x="90670" y="1875"/>
                  <a:pt x="90128" y="1842"/>
                  <a:pt x="89575" y="1842"/>
                </a:cubicBezTo>
                <a:cubicBezTo>
                  <a:pt x="89298" y="1842"/>
                  <a:pt x="89019" y="1851"/>
                  <a:pt x="88737" y="1867"/>
                </a:cubicBezTo>
                <a:cubicBezTo>
                  <a:pt x="86820" y="1967"/>
                  <a:pt x="84929" y="2390"/>
                  <a:pt x="83087" y="3112"/>
                </a:cubicBezTo>
                <a:cubicBezTo>
                  <a:pt x="83062" y="3112"/>
                  <a:pt x="83012" y="3087"/>
                  <a:pt x="82987" y="3087"/>
                </a:cubicBezTo>
                <a:cubicBezTo>
                  <a:pt x="84854" y="2340"/>
                  <a:pt x="86795" y="1892"/>
                  <a:pt x="88712" y="1817"/>
                </a:cubicBezTo>
                <a:cubicBezTo>
                  <a:pt x="88931" y="1803"/>
                  <a:pt x="89147" y="1797"/>
                  <a:pt x="89362" y="1797"/>
                </a:cubicBezTo>
                <a:close/>
                <a:moveTo>
                  <a:pt x="74489" y="1870"/>
                </a:moveTo>
                <a:cubicBezTo>
                  <a:pt x="77392" y="1870"/>
                  <a:pt x="80073" y="2278"/>
                  <a:pt x="82464" y="3112"/>
                </a:cubicBezTo>
                <a:cubicBezTo>
                  <a:pt x="82464" y="3112"/>
                  <a:pt x="82440" y="3137"/>
                  <a:pt x="82390" y="3137"/>
                </a:cubicBezTo>
                <a:cubicBezTo>
                  <a:pt x="80063" y="2319"/>
                  <a:pt x="77437" y="1925"/>
                  <a:pt x="74599" y="1925"/>
                </a:cubicBezTo>
                <a:cubicBezTo>
                  <a:pt x="74067" y="1925"/>
                  <a:pt x="73527" y="1939"/>
                  <a:pt x="72981" y="1967"/>
                </a:cubicBezTo>
                <a:cubicBezTo>
                  <a:pt x="73080" y="1917"/>
                  <a:pt x="73180" y="1892"/>
                  <a:pt x="73304" y="1892"/>
                </a:cubicBezTo>
                <a:cubicBezTo>
                  <a:pt x="73703" y="1877"/>
                  <a:pt x="74098" y="1870"/>
                  <a:pt x="74489" y="1870"/>
                </a:cubicBezTo>
                <a:close/>
                <a:moveTo>
                  <a:pt x="82763" y="3211"/>
                </a:moveTo>
                <a:cubicBezTo>
                  <a:pt x="82813" y="3211"/>
                  <a:pt x="82838" y="3236"/>
                  <a:pt x="82863" y="3236"/>
                </a:cubicBezTo>
                <a:cubicBezTo>
                  <a:pt x="82838" y="3236"/>
                  <a:pt x="82813" y="3261"/>
                  <a:pt x="82763" y="3261"/>
                </a:cubicBezTo>
                <a:lnTo>
                  <a:pt x="82738" y="3261"/>
                </a:lnTo>
                <a:cubicBezTo>
                  <a:pt x="82713" y="3236"/>
                  <a:pt x="82688" y="3236"/>
                  <a:pt x="82688" y="3236"/>
                </a:cubicBezTo>
                <a:cubicBezTo>
                  <a:pt x="82713" y="3236"/>
                  <a:pt x="82738" y="3211"/>
                  <a:pt x="82763" y="3211"/>
                </a:cubicBezTo>
                <a:close/>
                <a:moveTo>
                  <a:pt x="68874" y="2340"/>
                </a:moveTo>
                <a:cubicBezTo>
                  <a:pt x="68949" y="2340"/>
                  <a:pt x="69048" y="2340"/>
                  <a:pt x="69173" y="2365"/>
                </a:cubicBezTo>
                <a:cubicBezTo>
                  <a:pt x="67555" y="2614"/>
                  <a:pt x="65912" y="2962"/>
                  <a:pt x="64219" y="3385"/>
                </a:cubicBezTo>
                <a:cubicBezTo>
                  <a:pt x="64294" y="3336"/>
                  <a:pt x="64393" y="3311"/>
                  <a:pt x="64468" y="3261"/>
                </a:cubicBezTo>
                <a:cubicBezTo>
                  <a:pt x="65962" y="2888"/>
                  <a:pt x="67430" y="2589"/>
                  <a:pt x="68874" y="2340"/>
                </a:cubicBezTo>
                <a:close/>
                <a:moveTo>
                  <a:pt x="93466" y="2315"/>
                </a:moveTo>
                <a:cubicBezTo>
                  <a:pt x="93541" y="2340"/>
                  <a:pt x="93591" y="2340"/>
                  <a:pt x="93665" y="2365"/>
                </a:cubicBezTo>
                <a:cubicBezTo>
                  <a:pt x="93790" y="2390"/>
                  <a:pt x="93914" y="2464"/>
                  <a:pt x="94064" y="2489"/>
                </a:cubicBezTo>
                <a:lnTo>
                  <a:pt x="94636" y="2664"/>
                </a:lnTo>
                <a:cubicBezTo>
                  <a:pt x="95034" y="2788"/>
                  <a:pt x="95408" y="2962"/>
                  <a:pt x="95781" y="3137"/>
                </a:cubicBezTo>
                <a:cubicBezTo>
                  <a:pt x="95831" y="3186"/>
                  <a:pt x="95906" y="3211"/>
                  <a:pt x="95931" y="3211"/>
                </a:cubicBezTo>
                <a:lnTo>
                  <a:pt x="96304" y="3385"/>
                </a:lnTo>
                <a:cubicBezTo>
                  <a:pt x="95308" y="2987"/>
                  <a:pt x="94412" y="2639"/>
                  <a:pt x="93566" y="2390"/>
                </a:cubicBezTo>
                <a:lnTo>
                  <a:pt x="93392" y="2315"/>
                </a:lnTo>
                <a:close/>
                <a:moveTo>
                  <a:pt x="63746" y="3460"/>
                </a:moveTo>
                <a:cubicBezTo>
                  <a:pt x="63697" y="3485"/>
                  <a:pt x="63647" y="3510"/>
                  <a:pt x="63572" y="3585"/>
                </a:cubicBezTo>
                <a:cubicBezTo>
                  <a:pt x="63522" y="3585"/>
                  <a:pt x="63448" y="3585"/>
                  <a:pt x="63373" y="3609"/>
                </a:cubicBezTo>
                <a:cubicBezTo>
                  <a:pt x="63448" y="3585"/>
                  <a:pt x="63473" y="3560"/>
                  <a:pt x="63547" y="3510"/>
                </a:cubicBezTo>
                <a:cubicBezTo>
                  <a:pt x="63597" y="3485"/>
                  <a:pt x="63696" y="3485"/>
                  <a:pt x="63746" y="3460"/>
                </a:cubicBezTo>
                <a:close/>
                <a:moveTo>
                  <a:pt x="64194" y="2888"/>
                </a:moveTo>
                <a:lnTo>
                  <a:pt x="64194" y="2888"/>
                </a:lnTo>
                <a:cubicBezTo>
                  <a:pt x="64169" y="2937"/>
                  <a:pt x="64095" y="2937"/>
                  <a:pt x="64070" y="2962"/>
                </a:cubicBezTo>
                <a:lnTo>
                  <a:pt x="64045" y="2962"/>
                </a:lnTo>
                <a:cubicBezTo>
                  <a:pt x="63995" y="2987"/>
                  <a:pt x="63970" y="2987"/>
                  <a:pt x="63921" y="3012"/>
                </a:cubicBezTo>
                <a:cubicBezTo>
                  <a:pt x="62651" y="3410"/>
                  <a:pt x="61805" y="3709"/>
                  <a:pt x="61606" y="3784"/>
                </a:cubicBezTo>
                <a:cubicBezTo>
                  <a:pt x="61207" y="3958"/>
                  <a:pt x="60809" y="4107"/>
                  <a:pt x="60436" y="4232"/>
                </a:cubicBezTo>
                <a:cubicBezTo>
                  <a:pt x="60183" y="4316"/>
                  <a:pt x="59918" y="4412"/>
                  <a:pt x="59643" y="4504"/>
                </a:cubicBezTo>
                <a:lnTo>
                  <a:pt x="59643" y="4504"/>
                </a:lnTo>
                <a:cubicBezTo>
                  <a:pt x="60223" y="4283"/>
                  <a:pt x="60869" y="4040"/>
                  <a:pt x="61606" y="3759"/>
                </a:cubicBezTo>
                <a:cubicBezTo>
                  <a:pt x="61680" y="3734"/>
                  <a:pt x="61855" y="3684"/>
                  <a:pt x="62103" y="3585"/>
                </a:cubicBezTo>
                <a:cubicBezTo>
                  <a:pt x="62651" y="3385"/>
                  <a:pt x="63348" y="3161"/>
                  <a:pt x="64194" y="2888"/>
                </a:cubicBezTo>
                <a:close/>
                <a:moveTo>
                  <a:pt x="83087" y="3311"/>
                </a:moveTo>
                <a:cubicBezTo>
                  <a:pt x="84257" y="3759"/>
                  <a:pt x="85377" y="4331"/>
                  <a:pt x="86372" y="4978"/>
                </a:cubicBezTo>
                <a:cubicBezTo>
                  <a:pt x="86347" y="5003"/>
                  <a:pt x="86323" y="5003"/>
                  <a:pt x="86298" y="5003"/>
                </a:cubicBezTo>
                <a:cubicBezTo>
                  <a:pt x="85302" y="4356"/>
                  <a:pt x="84182" y="3809"/>
                  <a:pt x="82987" y="3336"/>
                </a:cubicBezTo>
                <a:cubicBezTo>
                  <a:pt x="83012" y="3336"/>
                  <a:pt x="83062" y="3311"/>
                  <a:pt x="83087" y="3311"/>
                </a:cubicBezTo>
                <a:close/>
                <a:moveTo>
                  <a:pt x="68899" y="2589"/>
                </a:moveTo>
                <a:lnTo>
                  <a:pt x="68899" y="2589"/>
                </a:lnTo>
                <a:cubicBezTo>
                  <a:pt x="66659" y="3261"/>
                  <a:pt x="64369" y="4082"/>
                  <a:pt x="62054" y="5078"/>
                </a:cubicBezTo>
                <a:cubicBezTo>
                  <a:pt x="62552" y="4555"/>
                  <a:pt x="63074" y="4107"/>
                  <a:pt x="63647" y="3734"/>
                </a:cubicBezTo>
                <a:cubicBezTo>
                  <a:pt x="65439" y="3236"/>
                  <a:pt x="67181" y="2863"/>
                  <a:pt x="68899" y="2589"/>
                </a:cubicBezTo>
                <a:close/>
                <a:moveTo>
                  <a:pt x="86621" y="5202"/>
                </a:moveTo>
                <a:cubicBezTo>
                  <a:pt x="86671" y="5227"/>
                  <a:pt x="86696" y="5227"/>
                  <a:pt x="86721" y="5252"/>
                </a:cubicBezTo>
                <a:lnTo>
                  <a:pt x="86621" y="5252"/>
                </a:lnTo>
                <a:cubicBezTo>
                  <a:pt x="86596" y="5227"/>
                  <a:pt x="86571" y="5202"/>
                  <a:pt x="86547" y="5202"/>
                </a:cubicBezTo>
                <a:close/>
                <a:moveTo>
                  <a:pt x="63099" y="3858"/>
                </a:moveTo>
                <a:lnTo>
                  <a:pt x="63099" y="3858"/>
                </a:lnTo>
                <a:cubicBezTo>
                  <a:pt x="62576" y="4257"/>
                  <a:pt x="62079" y="4730"/>
                  <a:pt x="61606" y="5227"/>
                </a:cubicBezTo>
                <a:cubicBezTo>
                  <a:pt x="61556" y="5252"/>
                  <a:pt x="61506" y="5252"/>
                  <a:pt x="61456" y="5302"/>
                </a:cubicBezTo>
                <a:cubicBezTo>
                  <a:pt x="61929" y="4754"/>
                  <a:pt x="62402" y="4331"/>
                  <a:pt x="62925" y="3933"/>
                </a:cubicBezTo>
                <a:cubicBezTo>
                  <a:pt x="62975" y="3883"/>
                  <a:pt x="63049" y="3883"/>
                  <a:pt x="63099" y="3858"/>
                </a:cubicBezTo>
                <a:close/>
                <a:moveTo>
                  <a:pt x="69994" y="2464"/>
                </a:moveTo>
                <a:cubicBezTo>
                  <a:pt x="70044" y="2464"/>
                  <a:pt x="70118" y="2489"/>
                  <a:pt x="70168" y="2489"/>
                </a:cubicBezTo>
                <a:cubicBezTo>
                  <a:pt x="67380" y="3261"/>
                  <a:pt x="64518" y="4306"/>
                  <a:pt x="61581" y="5551"/>
                </a:cubicBezTo>
                <a:cubicBezTo>
                  <a:pt x="61606" y="5476"/>
                  <a:pt x="61680" y="5451"/>
                  <a:pt x="61705" y="5377"/>
                </a:cubicBezTo>
                <a:cubicBezTo>
                  <a:pt x="64543" y="4207"/>
                  <a:pt x="67281" y="3236"/>
                  <a:pt x="69994" y="2464"/>
                </a:cubicBezTo>
                <a:close/>
                <a:moveTo>
                  <a:pt x="89101" y="2013"/>
                </a:moveTo>
                <a:cubicBezTo>
                  <a:pt x="90165" y="2013"/>
                  <a:pt x="91191" y="2109"/>
                  <a:pt x="92197" y="2265"/>
                </a:cubicBezTo>
                <a:cubicBezTo>
                  <a:pt x="94387" y="3062"/>
                  <a:pt x="96279" y="4182"/>
                  <a:pt x="97897" y="5551"/>
                </a:cubicBezTo>
                <a:cubicBezTo>
                  <a:pt x="97573" y="5476"/>
                  <a:pt x="97300" y="5377"/>
                  <a:pt x="97001" y="5327"/>
                </a:cubicBezTo>
                <a:cubicBezTo>
                  <a:pt x="96702" y="5252"/>
                  <a:pt x="96428" y="5227"/>
                  <a:pt x="96179" y="5202"/>
                </a:cubicBezTo>
                <a:cubicBezTo>
                  <a:pt x="95806" y="5128"/>
                  <a:pt x="95408" y="5078"/>
                  <a:pt x="95034" y="5003"/>
                </a:cubicBezTo>
                <a:cubicBezTo>
                  <a:pt x="94586" y="4954"/>
                  <a:pt x="94163" y="4929"/>
                  <a:pt x="93715" y="4879"/>
                </a:cubicBezTo>
                <a:cubicBezTo>
                  <a:pt x="93466" y="4854"/>
                  <a:pt x="93217" y="4829"/>
                  <a:pt x="92944" y="4829"/>
                </a:cubicBezTo>
                <a:cubicBezTo>
                  <a:pt x="92222" y="4804"/>
                  <a:pt x="91525" y="4754"/>
                  <a:pt x="90778" y="4754"/>
                </a:cubicBezTo>
                <a:cubicBezTo>
                  <a:pt x="90031" y="4754"/>
                  <a:pt x="89285" y="4804"/>
                  <a:pt x="88488" y="4829"/>
                </a:cubicBezTo>
                <a:cubicBezTo>
                  <a:pt x="88040" y="4854"/>
                  <a:pt x="87542" y="4879"/>
                  <a:pt x="87069" y="4954"/>
                </a:cubicBezTo>
                <a:cubicBezTo>
                  <a:pt x="86945" y="4954"/>
                  <a:pt x="86820" y="4978"/>
                  <a:pt x="86671" y="4978"/>
                </a:cubicBezTo>
                <a:cubicBezTo>
                  <a:pt x="85626" y="4306"/>
                  <a:pt x="84555" y="3709"/>
                  <a:pt x="83336" y="3211"/>
                </a:cubicBezTo>
                <a:cubicBezTo>
                  <a:pt x="85078" y="2514"/>
                  <a:pt x="86920" y="2116"/>
                  <a:pt x="88737" y="2016"/>
                </a:cubicBezTo>
                <a:cubicBezTo>
                  <a:pt x="88859" y="2014"/>
                  <a:pt x="88980" y="2013"/>
                  <a:pt x="89101" y="2013"/>
                </a:cubicBezTo>
                <a:close/>
                <a:moveTo>
                  <a:pt x="93317" y="2514"/>
                </a:moveTo>
                <a:cubicBezTo>
                  <a:pt x="93441" y="2564"/>
                  <a:pt x="93541" y="2589"/>
                  <a:pt x="93665" y="2614"/>
                </a:cubicBezTo>
                <a:cubicBezTo>
                  <a:pt x="95433" y="3435"/>
                  <a:pt x="97026" y="4456"/>
                  <a:pt x="98395" y="5675"/>
                </a:cubicBezTo>
                <a:cubicBezTo>
                  <a:pt x="98345" y="5675"/>
                  <a:pt x="98295" y="5626"/>
                  <a:pt x="98270" y="5626"/>
                </a:cubicBezTo>
                <a:cubicBezTo>
                  <a:pt x="96827" y="4356"/>
                  <a:pt x="95184" y="3311"/>
                  <a:pt x="93317" y="2514"/>
                </a:cubicBezTo>
                <a:close/>
                <a:moveTo>
                  <a:pt x="61332" y="5551"/>
                </a:moveTo>
                <a:lnTo>
                  <a:pt x="61332" y="5551"/>
                </a:lnTo>
                <a:cubicBezTo>
                  <a:pt x="61307" y="5601"/>
                  <a:pt x="61232" y="5626"/>
                  <a:pt x="61207" y="5700"/>
                </a:cubicBezTo>
                <a:cubicBezTo>
                  <a:pt x="61183" y="5725"/>
                  <a:pt x="61108" y="5750"/>
                  <a:pt x="61083" y="5750"/>
                </a:cubicBezTo>
                <a:cubicBezTo>
                  <a:pt x="61108" y="5700"/>
                  <a:pt x="61183" y="5675"/>
                  <a:pt x="61207" y="5601"/>
                </a:cubicBezTo>
                <a:cubicBezTo>
                  <a:pt x="61232" y="5576"/>
                  <a:pt x="61307" y="5576"/>
                  <a:pt x="61332" y="5551"/>
                </a:cubicBezTo>
                <a:close/>
                <a:moveTo>
                  <a:pt x="90728" y="4978"/>
                </a:moveTo>
                <a:cubicBezTo>
                  <a:pt x="91475" y="4978"/>
                  <a:pt x="92197" y="5003"/>
                  <a:pt x="92869" y="5053"/>
                </a:cubicBezTo>
                <a:cubicBezTo>
                  <a:pt x="93242" y="5078"/>
                  <a:pt x="93591" y="5103"/>
                  <a:pt x="93939" y="5128"/>
                </a:cubicBezTo>
                <a:cubicBezTo>
                  <a:pt x="94288" y="5178"/>
                  <a:pt x="94611" y="5202"/>
                  <a:pt x="94935" y="5227"/>
                </a:cubicBezTo>
                <a:cubicBezTo>
                  <a:pt x="95433" y="5302"/>
                  <a:pt x="95931" y="5377"/>
                  <a:pt x="96428" y="5476"/>
                </a:cubicBezTo>
                <a:cubicBezTo>
                  <a:pt x="96578" y="5501"/>
                  <a:pt x="96727" y="5501"/>
                  <a:pt x="96901" y="5551"/>
                </a:cubicBezTo>
                <a:cubicBezTo>
                  <a:pt x="97324" y="5626"/>
                  <a:pt x="97723" y="5725"/>
                  <a:pt x="98146" y="5825"/>
                </a:cubicBezTo>
                <a:lnTo>
                  <a:pt x="98180" y="5870"/>
                </a:lnTo>
                <a:lnTo>
                  <a:pt x="98180" y="5870"/>
                </a:lnTo>
                <a:cubicBezTo>
                  <a:pt x="97761" y="5748"/>
                  <a:pt x="97319" y="5674"/>
                  <a:pt x="96876" y="5576"/>
                </a:cubicBezTo>
                <a:cubicBezTo>
                  <a:pt x="96652" y="5551"/>
                  <a:pt x="96403" y="5501"/>
                  <a:pt x="96179" y="5476"/>
                </a:cubicBezTo>
                <a:cubicBezTo>
                  <a:pt x="95781" y="5427"/>
                  <a:pt x="95383" y="5327"/>
                  <a:pt x="94935" y="5277"/>
                </a:cubicBezTo>
                <a:lnTo>
                  <a:pt x="93914" y="5202"/>
                </a:lnTo>
                <a:cubicBezTo>
                  <a:pt x="93566" y="5153"/>
                  <a:pt x="93267" y="5128"/>
                  <a:pt x="92894" y="5103"/>
                </a:cubicBezTo>
                <a:cubicBezTo>
                  <a:pt x="92197" y="5078"/>
                  <a:pt x="91475" y="5028"/>
                  <a:pt x="90778" y="5028"/>
                </a:cubicBezTo>
                <a:cubicBezTo>
                  <a:pt x="90031" y="5028"/>
                  <a:pt x="89285" y="5078"/>
                  <a:pt x="88538" y="5103"/>
                </a:cubicBezTo>
                <a:cubicBezTo>
                  <a:pt x="88164" y="5128"/>
                  <a:pt x="87791" y="5153"/>
                  <a:pt x="87368" y="5202"/>
                </a:cubicBezTo>
                <a:cubicBezTo>
                  <a:pt x="87244" y="5202"/>
                  <a:pt x="87094" y="5227"/>
                  <a:pt x="86970" y="5227"/>
                </a:cubicBezTo>
                <a:cubicBezTo>
                  <a:pt x="86945" y="5202"/>
                  <a:pt x="86920" y="5202"/>
                  <a:pt x="86870" y="5178"/>
                </a:cubicBezTo>
                <a:lnTo>
                  <a:pt x="86945" y="5178"/>
                </a:lnTo>
                <a:cubicBezTo>
                  <a:pt x="87468" y="5103"/>
                  <a:pt x="87965" y="5078"/>
                  <a:pt x="88463" y="5053"/>
                </a:cubicBezTo>
                <a:cubicBezTo>
                  <a:pt x="89235" y="5003"/>
                  <a:pt x="89982" y="4978"/>
                  <a:pt x="90728" y="4978"/>
                </a:cubicBezTo>
                <a:close/>
                <a:moveTo>
                  <a:pt x="62975" y="3684"/>
                </a:moveTo>
                <a:lnTo>
                  <a:pt x="62975" y="3684"/>
                </a:lnTo>
                <a:cubicBezTo>
                  <a:pt x="62925" y="3709"/>
                  <a:pt x="62900" y="3734"/>
                  <a:pt x="62825" y="3809"/>
                </a:cubicBezTo>
                <a:cubicBezTo>
                  <a:pt x="60809" y="4381"/>
                  <a:pt x="58743" y="5103"/>
                  <a:pt x="56627" y="5974"/>
                </a:cubicBezTo>
                <a:cubicBezTo>
                  <a:pt x="57723" y="5501"/>
                  <a:pt x="58868" y="5053"/>
                  <a:pt x="60560" y="4431"/>
                </a:cubicBezTo>
                <a:cubicBezTo>
                  <a:pt x="61357" y="4132"/>
                  <a:pt x="62178" y="3883"/>
                  <a:pt x="62975" y="3684"/>
                </a:cubicBezTo>
                <a:close/>
                <a:moveTo>
                  <a:pt x="98544" y="5924"/>
                </a:moveTo>
                <a:cubicBezTo>
                  <a:pt x="98569" y="5924"/>
                  <a:pt x="98644" y="5949"/>
                  <a:pt x="98669" y="5949"/>
                </a:cubicBezTo>
                <a:lnTo>
                  <a:pt x="98768" y="6049"/>
                </a:lnTo>
                <a:cubicBezTo>
                  <a:pt x="98718" y="6049"/>
                  <a:pt x="98693" y="6049"/>
                  <a:pt x="98669" y="5999"/>
                </a:cubicBezTo>
                <a:lnTo>
                  <a:pt x="98619" y="5999"/>
                </a:lnTo>
                <a:cubicBezTo>
                  <a:pt x="98619" y="5949"/>
                  <a:pt x="98569" y="5924"/>
                  <a:pt x="98544" y="5924"/>
                </a:cubicBezTo>
                <a:close/>
                <a:moveTo>
                  <a:pt x="94960" y="3062"/>
                </a:moveTo>
                <a:lnTo>
                  <a:pt x="94960" y="3062"/>
                </a:lnTo>
                <a:cubicBezTo>
                  <a:pt x="96752" y="3734"/>
                  <a:pt x="98370" y="4754"/>
                  <a:pt x="99789" y="6074"/>
                </a:cubicBezTo>
                <a:cubicBezTo>
                  <a:pt x="99490" y="5974"/>
                  <a:pt x="99166" y="5850"/>
                  <a:pt x="98868" y="5800"/>
                </a:cubicBezTo>
                <a:cubicBezTo>
                  <a:pt x="98818" y="5800"/>
                  <a:pt x="98793" y="5800"/>
                  <a:pt x="98768" y="5750"/>
                </a:cubicBezTo>
                <a:cubicBezTo>
                  <a:pt x="97648" y="4705"/>
                  <a:pt x="96379" y="3809"/>
                  <a:pt x="94960" y="3062"/>
                </a:cubicBezTo>
                <a:close/>
                <a:moveTo>
                  <a:pt x="74446" y="2122"/>
                </a:moveTo>
                <a:cubicBezTo>
                  <a:pt x="77248" y="2122"/>
                  <a:pt x="79829" y="2490"/>
                  <a:pt x="82141" y="3261"/>
                </a:cubicBezTo>
                <a:cubicBezTo>
                  <a:pt x="80498" y="4008"/>
                  <a:pt x="78930" y="5003"/>
                  <a:pt x="77486" y="6198"/>
                </a:cubicBezTo>
                <a:cubicBezTo>
                  <a:pt x="75520" y="4306"/>
                  <a:pt x="73479" y="3012"/>
                  <a:pt x="71388" y="2365"/>
                </a:cubicBezTo>
                <a:cubicBezTo>
                  <a:pt x="71562" y="2315"/>
                  <a:pt x="71761" y="2265"/>
                  <a:pt x="71935" y="2216"/>
                </a:cubicBezTo>
                <a:cubicBezTo>
                  <a:pt x="72790" y="2154"/>
                  <a:pt x="73628" y="2122"/>
                  <a:pt x="74446" y="2122"/>
                </a:cubicBezTo>
                <a:close/>
                <a:moveTo>
                  <a:pt x="97449" y="4082"/>
                </a:moveTo>
                <a:cubicBezTo>
                  <a:pt x="97648" y="4182"/>
                  <a:pt x="97822" y="4257"/>
                  <a:pt x="97996" y="4331"/>
                </a:cubicBezTo>
                <a:cubicBezTo>
                  <a:pt x="98818" y="4879"/>
                  <a:pt x="99614" y="5501"/>
                  <a:pt x="100311" y="6223"/>
                </a:cubicBezTo>
                <a:cubicBezTo>
                  <a:pt x="100286" y="6223"/>
                  <a:pt x="100237" y="6198"/>
                  <a:pt x="100187" y="6198"/>
                </a:cubicBezTo>
                <a:cubicBezTo>
                  <a:pt x="99365" y="5377"/>
                  <a:pt x="98445" y="4655"/>
                  <a:pt x="97449" y="4082"/>
                </a:cubicBezTo>
                <a:close/>
                <a:moveTo>
                  <a:pt x="71064" y="2464"/>
                </a:moveTo>
                <a:cubicBezTo>
                  <a:pt x="73180" y="3062"/>
                  <a:pt x="75321" y="4356"/>
                  <a:pt x="77362" y="6323"/>
                </a:cubicBezTo>
                <a:cubicBezTo>
                  <a:pt x="77312" y="6323"/>
                  <a:pt x="77312" y="6347"/>
                  <a:pt x="77287" y="6347"/>
                </a:cubicBezTo>
                <a:cubicBezTo>
                  <a:pt x="75246" y="4381"/>
                  <a:pt x="73105" y="3087"/>
                  <a:pt x="70940" y="2489"/>
                </a:cubicBezTo>
                <a:cubicBezTo>
                  <a:pt x="70990" y="2489"/>
                  <a:pt x="71015" y="2464"/>
                  <a:pt x="71064" y="2464"/>
                </a:cubicBezTo>
                <a:close/>
                <a:moveTo>
                  <a:pt x="82440" y="3361"/>
                </a:moveTo>
                <a:cubicBezTo>
                  <a:pt x="82464" y="3361"/>
                  <a:pt x="82489" y="3385"/>
                  <a:pt x="82514" y="3385"/>
                </a:cubicBezTo>
                <a:cubicBezTo>
                  <a:pt x="80822" y="4107"/>
                  <a:pt x="79204" y="5128"/>
                  <a:pt x="77660" y="6372"/>
                </a:cubicBezTo>
                <a:lnTo>
                  <a:pt x="77636" y="6347"/>
                </a:lnTo>
                <a:cubicBezTo>
                  <a:pt x="79129" y="5103"/>
                  <a:pt x="80747" y="4107"/>
                  <a:pt x="82440" y="3361"/>
                </a:cubicBezTo>
                <a:close/>
                <a:moveTo>
                  <a:pt x="99067" y="6049"/>
                </a:moveTo>
                <a:lnTo>
                  <a:pt x="99067" y="6049"/>
                </a:lnTo>
                <a:cubicBezTo>
                  <a:pt x="99415" y="6123"/>
                  <a:pt x="99764" y="6248"/>
                  <a:pt x="100112" y="6347"/>
                </a:cubicBezTo>
                <a:lnTo>
                  <a:pt x="100187" y="6447"/>
                </a:lnTo>
                <a:cubicBezTo>
                  <a:pt x="100162" y="6447"/>
                  <a:pt x="100112" y="6447"/>
                  <a:pt x="100038" y="6422"/>
                </a:cubicBezTo>
                <a:cubicBezTo>
                  <a:pt x="99764" y="6323"/>
                  <a:pt x="99490" y="6223"/>
                  <a:pt x="99166" y="6123"/>
                </a:cubicBezTo>
                <a:lnTo>
                  <a:pt x="99067" y="6049"/>
                </a:lnTo>
                <a:close/>
                <a:moveTo>
                  <a:pt x="77486" y="6447"/>
                </a:moveTo>
                <a:lnTo>
                  <a:pt x="77511" y="6472"/>
                </a:lnTo>
                <a:cubicBezTo>
                  <a:pt x="77486" y="6472"/>
                  <a:pt x="77486" y="6497"/>
                  <a:pt x="77461" y="6497"/>
                </a:cubicBezTo>
                <a:lnTo>
                  <a:pt x="77412" y="6472"/>
                </a:lnTo>
                <a:cubicBezTo>
                  <a:pt x="77461" y="6472"/>
                  <a:pt x="77461" y="6447"/>
                  <a:pt x="77486" y="6447"/>
                </a:cubicBezTo>
                <a:close/>
                <a:moveTo>
                  <a:pt x="82763" y="3460"/>
                </a:moveTo>
                <a:cubicBezTo>
                  <a:pt x="83933" y="3883"/>
                  <a:pt x="85003" y="4431"/>
                  <a:pt x="85999" y="5053"/>
                </a:cubicBezTo>
                <a:cubicBezTo>
                  <a:pt x="83410" y="5352"/>
                  <a:pt x="80722" y="5875"/>
                  <a:pt x="77984" y="6621"/>
                </a:cubicBezTo>
                <a:lnTo>
                  <a:pt x="77810" y="6472"/>
                </a:lnTo>
                <a:cubicBezTo>
                  <a:pt x="79353" y="5227"/>
                  <a:pt x="81021" y="4207"/>
                  <a:pt x="82763" y="3460"/>
                </a:cubicBezTo>
                <a:close/>
                <a:moveTo>
                  <a:pt x="77660" y="6621"/>
                </a:moveTo>
                <a:lnTo>
                  <a:pt x="77760" y="6721"/>
                </a:lnTo>
                <a:cubicBezTo>
                  <a:pt x="77735" y="6721"/>
                  <a:pt x="77710" y="6721"/>
                  <a:pt x="77710" y="6746"/>
                </a:cubicBezTo>
                <a:lnTo>
                  <a:pt x="77611" y="6671"/>
                </a:lnTo>
                <a:cubicBezTo>
                  <a:pt x="77636" y="6671"/>
                  <a:pt x="77636" y="6621"/>
                  <a:pt x="77660" y="6621"/>
                </a:cubicBezTo>
                <a:close/>
                <a:moveTo>
                  <a:pt x="86248" y="5227"/>
                </a:moveTo>
                <a:cubicBezTo>
                  <a:pt x="86298" y="5252"/>
                  <a:pt x="86323" y="5252"/>
                  <a:pt x="86347" y="5302"/>
                </a:cubicBezTo>
                <a:lnTo>
                  <a:pt x="86298" y="5302"/>
                </a:lnTo>
                <a:cubicBezTo>
                  <a:pt x="85725" y="5352"/>
                  <a:pt x="85128" y="5451"/>
                  <a:pt x="84580" y="5501"/>
                </a:cubicBezTo>
                <a:cubicBezTo>
                  <a:pt x="84381" y="5551"/>
                  <a:pt x="84207" y="5576"/>
                  <a:pt x="83983" y="5601"/>
                </a:cubicBezTo>
                <a:cubicBezTo>
                  <a:pt x="83236" y="5725"/>
                  <a:pt x="82464" y="5850"/>
                  <a:pt x="81718" y="5999"/>
                </a:cubicBezTo>
                <a:lnTo>
                  <a:pt x="81693" y="5999"/>
                </a:lnTo>
                <a:cubicBezTo>
                  <a:pt x="80523" y="6248"/>
                  <a:pt x="79353" y="6547"/>
                  <a:pt x="78158" y="6845"/>
                </a:cubicBezTo>
                <a:cubicBezTo>
                  <a:pt x="78133" y="6845"/>
                  <a:pt x="78108" y="6820"/>
                  <a:pt x="78108" y="6820"/>
                </a:cubicBezTo>
                <a:cubicBezTo>
                  <a:pt x="80896" y="6074"/>
                  <a:pt x="83609" y="5501"/>
                  <a:pt x="86223" y="5227"/>
                </a:cubicBezTo>
                <a:close/>
                <a:moveTo>
                  <a:pt x="77262" y="6596"/>
                </a:moveTo>
                <a:cubicBezTo>
                  <a:pt x="77287" y="6621"/>
                  <a:pt x="77337" y="6621"/>
                  <a:pt x="77337" y="6671"/>
                </a:cubicBezTo>
                <a:cubicBezTo>
                  <a:pt x="77237" y="6746"/>
                  <a:pt x="77138" y="6820"/>
                  <a:pt x="77038" y="6920"/>
                </a:cubicBezTo>
                <a:cubicBezTo>
                  <a:pt x="76988" y="6920"/>
                  <a:pt x="76963" y="6945"/>
                  <a:pt x="76889" y="6945"/>
                </a:cubicBezTo>
                <a:cubicBezTo>
                  <a:pt x="77013" y="6820"/>
                  <a:pt x="77138" y="6721"/>
                  <a:pt x="77262" y="6596"/>
                </a:cubicBezTo>
                <a:close/>
                <a:moveTo>
                  <a:pt x="77636" y="6945"/>
                </a:moveTo>
                <a:lnTo>
                  <a:pt x="77660" y="6970"/>
                </a:lnTo>
                <a:cubicBezTo>
                  <a:pt x="77461" y="7044"/>
                  <a:pt x="77262" y="7094"/>
                  <a:pt x="77038" y="7169"/>
                </a:cubicBezTo>
                <a:lnTo>
                  <a:pt x="77138" y="7069"/>
                </a:lnTo>
                <a:cubicBezTo>
                  <a:pt x="77287" y="7044"/>
                  <a:pt x="77461" y="6970"/>
                  <a:pt x="77636" y="6945"/>
                </a:cubicBezTo>
                <a:close/>
                <a:moveTo>
                  <a:pt x="76715" y="7194"/>
                </a:moveTo>
                <a:lnTo>
                  <a:pt x="76615" y="7268"/>
                </a:lnTo>
                <a:cubicBezTo>
                  <a:pt x="76590" y="7293"/>
                  <a:pt x="76540" y="7293"/>
                  <a:pt x="76491" y="7318"/>
                </a:cubicBezTo>
                <a:lnTo>
                  <a:pt x="76590" y="7219"/>
                </a:lnTo>
                <a:cubicBezTo>
                  <a:pt x="76640" y="7219"/>
                  <a:pt x="76665" y="7194"/>
                  <a:pt x="76715" y="7194"/>
                </a:cubicBezTo>
                <a:close/>
                <a:moveTo>
                  <a:pt x="99067" y="4879"/>
                </a:moveTo>
                <a:lnTo>
                  <a:pt x="99067" y="4879"/>
                </a:lnTo>
                <a:cubicBezTo>
                  <a:pt x="99316" y="5003"/>
                  <a:pt x="99540" y="5128"/>
                  <a:pt x="99814" y="5252"/>
                </a:cubicBezTo>
                <a:cubicBezTo>
                  <a:pt x="100784" y="5775"/>
                  <a:pt x="102054" y="6572"/>
                  <a:pt x="103497" y="7592"/>
                </a:cubicBezTo>
                <a:cubicBezTo>
                  <a:pt x="103099" y="7418"/>
                  <a:pt x="102726" y="7194"/>
                  <a:pt x="102352" y="7044"/>
                </a:cubicBezTo>
                <a:cubicBezTo>
                  <a:pt x="102228" y="6970"/>
                  <a:pt x="102054" y="6920"/>
                  <a:pt x="101904" y="6845"/>
                </a:cubicBezTo>
                <a:cubicBezTo>
                  <a:pt x="101531" y="6696"/>
                  <a:pt x="101133" y="6497"/>
                  <a:pt x="100759" y="6372"/>
                </a:cubicBezTo>
                <a:cubicBezTo>
                  <a:pt x="100237" y="5825"/>
                  <a:pt x="99664" y="5327"/>
                  <a:pt x="99067" y="4879"/>
                </a:cubicBezTo>
                <a:close/>
                <a:moveTo>
                  <a:pt x="97648" y="3933"/>
                </a:moveTo>
                <a:cubicBezTo>
                  <a:pt x="97698" y="3933"/>
                  <a:pt x="97797" y="3958"/>
                  <a:pt x="97897" y="4008"/>
                </a:cubicBezTo>
                <a:cubicBezTo>
                  <a:pt x="98021" y="4082"/>
                  <a:pt x="98146" y="4132"/>
                  <a:pt x="98295" y="4207"/>
                </a:cubicBezTo>
                <a:lnTo>
                  <a:pt x="99042" y="4580"/>
                </a:lnTo>
                <a:cubicBezTo>
                  <a:pt x="99166" y="4630"/>
                  <a:pt x="99266" y="4705"/>
                  <a:pt x="99390" y="4754"/>
                </a:cubicBezTo>
                <a:cubicBezTo>
                  <a:pt x="100411" y="5327"/>
                  <a:pt x="101431" y="5924"/>
                  <a:pt x="102402" y="6572"/>
                </a:cubicBezTo>
                <a:cubicBezTo>
                  <a:pt x="102402" y="6572"/>
                  <a:pt x="102427" y="6572"/>
                  <a:pt x="102427" y="6596"/>
                </a:cubicBezTo>
                <a:cubicBezTo>
                  <a:pt x="102726" y="6796"/>
                  <a:pt x="103000" y="6970"/>
                  <a:pt x="103249" y="7144"/>
                </a:cubicBezTo>
                <a:lnTo>
                  <a:pt x="105115" y="8563"/>
                </a:lnTo>
                <a:cubicBezTo>
                  <a:pt x="105120" y="8568"/>
                  <a:pt x="105125" y="8573"/>
                  <a:pt x="105131" y="8578"/>
                </a:cubicBezTo>
                <a:lnTo>
                  <a:pt x="105131" y="8578"/>
                </a:lnTo>
                <a:cubicBezTo>
                  <a:pt x="105094" y="8558"/>
                  <a:pt x="105059" y="8532"/>
                  <a:pt x="105016" y="8488"/>
                </a:cubicBezTo>
                <a:lnTo>
                  <a:pt x="104966" y="8488"/>
                </a:lnTo>
                <a:cubicBezTo>
                  <a:pt x="104866" y="8438"/>
                  <a:pt x="104792" y="8413"/>
                  <a:pt x="104717" y="8339"/>
                </a:cubicBezTo>
                <a:cubicBezTo>
                  <a:pt x="102800" y="6820"/>
                  <a:pt x="101058" y="5750"/>
                  <a:pt x="99863" y="5103"/>
                </a:cubicBezTo>
                <a:cubicBezTo>
                  <a:pt x="99241" y="4754"/>
                  <a:pt x="98644" y="4456"/>
                  <a:pt x="98046" y="4207"/>
                </a:cubicBezTo>
                <a:cubicBezTo>
                  <a:pt x="97996" y="4132"/>
                  <a:pt x="97897" y="4107"/>
                  <a:pt x="97822" y="4058"/>
                </a:cubicBezTo>
                <a:cubicBezTo>
                  <a:pt x="97772" y="4008"/>
                  <a:pt x="97698" y="3958"/>
                  <a:pt x="97648" y="3933"/>
                </a:cubicBezTo>
                <a:close/>
                <a:moveTo>
                  <a:pt x="101033" y="6696"/>
                </a:moveTo>
                <a:lnTo>
                  <a:pt x="101033" y="6696"/>
                </a:lnTo>
                <a:cubicBezTo>
                  <a:pt x="101431" y="6845"/>
                  <a:pt x="101855" y="6995"/>
                  <a:pt x="102228" y="7144"/>
                </a:cubicBezTo>
                <a:cubicBezTo>
                  <a:pt x="103049" y="7542"/>
                  <a:pt x="103846" y="7990"/>
                  <a:pt x="104618" y="8463"/>
                </a:cubicBezTo>
                <a:cubicBezTo>
                  <a:pt x="104742" y="8563"/>
                  <a:pt x="104891" y="8687"/>
                  <a:pt x="105016" y="8787"/>
                </a:cubicBezTo>
                <a:lnTo>
                  <a:pt x="104742" y="8588"/>
                </a:lnTo>
                <a:cubicBezTo>
                  <a:pt x="104369" y="8339"/>
                  <a:pt x="104020" y="8115"/>
                  <a:pt x="103622" y="7891"/>
                </a:cubicBezTo>
                <a:cubicBezTo>
                  <a:pt x="103522" y="7841"/>
                  <a:pt x="103398" y="7766"/>
                  <a:pt x="103273" y="7741"/>
                </a:cubicBezTo>
                <a:cubicBezTo>
                  <a:pt x="102875" y="7517"/>
                  <a:pt x="102452" y="7343"/>
                  <a:pt x="102054" y="7144"/>
                </a:cubicBezTo>
                <a:cubicBezTo>
                  <a:pt x="101929" y="7094"/>
                  <a:pt x="101805" y="7069"/>
                  <a:pt x="101730" y="6995"/>
                </a:cubicBezTo>
                <a:cubicBezTo>
                  <a:pt x="101531" y="6920"/>
                  <a:pt x="101307" y="6845"/>
                  <a:pt x="101133" y="6746"/>
                </a:cubicBezTo>
                <a:cubicBezTo>
                  <a:pt x="101133" y="6760"/>
                  <a:pt x="101126" y="6766"/>
                  <a:pt x="101117" y="6766"/>
                </a:cubicBezTo>
                <a:cubicBezTo>
                  <a:pt x="101093" y="6766"/>
                  <a:pt x="101051" y="6731"/>
                  <a:pt x="101033" y="6696"/>
                </a:cubicBezTo>
                <a:close/>
                <a:moveTo>
                  <a:pt x="76217" y="7318"/>
                </a:moveTo>
                <a:lnTo>
                  <a:pt x="76217" y="7318"/>
                </a:lnTo>
                <a:cubicBezTo>
                  <a:pt x="76167" y="7368"/>
                  <a:pt x="76142" y="7418"/>
                  <a:pt x="76117" y="7418"/>
                </a:cubicBezTo>
                <a:cubicBezTo>
                  <a:pt x="74674" y="7841"/>
                  <a:pt x="73230" y="8339"/>
                  <a:pt x="71761" y="8911"/>
                </a:cubicBezTo>
                <a:cubicBezTo>
                  <a:pt x="71736" y="8911"/>
                  <a:pt x="71687" y="8911"/>
                  <a:pt x="71662" y="8861"/>
                </a:cubicBezTo>
                <a:cubicBezTo>
                  <a:pt x="73180" y="8289"/>
                  <a:pt x="74723" y="7766"/>
                  <a:pt x="76217" y="7318"/>
                </a:cubicBezTo>
                <a:close/>
                <a:moveTo>
                  <a:pt x="71239" y="9011"/>
                </a:moveTo>
                <a:cubicBezTo>
                  <a:pt x="71263" y="9011"/>
                  <a:pt x="71288" y="9061"/>
                  <a:pt x="71363" y="9061"/>
                </a:cubicBezTo>
                <a:lnTo>
                  <a:pt x="71288" y="9061"/>
                </a:lnTo>
                <a:cubicBezTo>
                  <a:pt x="71263" y="9061"/>
                  <a:pt x="71263" y="9061"/>
                  <a:pt x="71214" y="9085"/>
                </a:cubicBezTo>
                <a:lnTo>
                  <a:pt x="71164" y="9085"/>
                </a:lnTo>
                <a:cubicBezTo>
                  <a:pt x="71164" y="9085"/>
                  <a:pt x="71189" y="9085"/>
                  <a:pt x="71189" y="9061"/>
                </a:cubicBezTo>
                <a:cubicBezTo>
                  <a:pt x="71189" y="9061"/>
                  <a:pt x="71239" y="9061"/>
                  <a:pt x="71239" y="9011"/>
                </a:cubicBezTo>
                <a:close/>
                <a:moveTo>
                  <a:pt x="75769" y="7766"/>
                </a:moveTo>
                <a:lnTo>
                  <a:pt x="75769" y="7766"/>
                </a:lnTo>
                <a:cubicBezTo>
                  <a:pt x="75196" y="8314"/>
                  <a:pt x="74674" y="8936"/>
                  <a:pt x="74151" y="9583"/>
                </a:cubicBezTo>
                <a:cubicBezTo>
                  <a:pt x="74126" y="9583"/>
                  <a:pt x="74101" y="9558"/>
                  <a:pt x="74051" y="9558"/>
                </a:cubicBezTo>
                <a:cubicBezTo>
                  <a:pt x="74026" y="9534"/>
                  <a:pt x="73952" y="9534"/>
                  <a:pt x="73902" y="9534"/>
                </a:cubicBezTo>
                <a:cubicBezTo>
                  <a:pt x="73529" y="9409"/>
                  <a:pt x="73155" y="9310"/>
                  <a:pt x="72782" y="9185"/>
                </a:cubicBezTo>
                <a:cubicBezTo>
                  <a:pt x="72757" y="9185"/>
                  <a:pt x="72707" y="9185"/>
                  <a:pt x="72682" y="9135"/>
                </a:cubicBezTo>
                <a:cubicBezTo>
                  <a:pt x="72583" y="9110"/>
                  <a:pt x="72458" y="9085"/>
                  <a:pt x="72384" y="9085"/>
                </a:cubicBezTo>
                <a:cubicBezTo>
                  <a:pt x="72284" y="9061"/>
                  <a:pt x="72184" y="9011"/>
                  <a:pt x="72060" y="9011"/>
                </a:cubicBezTo>
                <a:cubicBezTo>
                  <a:pt x="73304" y="8563"/>
                  <a:pt x="74549" y="8140"/>
                  <a:pt x="75769" y="7766"/>
                </a:cubicBezTo>
                <a:close/>
                <a:moveTo>
                  <a:pt x="76291" y="7592"/>
                </a:moveTo>
                <a:cubicBezTo>
                  <a:pt x="75644" y="8214"/>
                  <a:pt x="74997" y="8936"/>
                  <a:pt x="74400" y="9683"/>
                </a:cubicBezTo>
                <a:cubicBezTo>
                  <a:pt x="74375" y="9683"/>
                  <a:pt x="74375" y="9658"/>
                  <a:pt x="74350" y="9658"/>
                </a:cubicBezTo>
                <a:cubicBezTo>
                  <a:pt x="74922" y="8936"/>
                  <a:pt x="75545" y="8239"/>
                  <a:pt x="76167" y="7617"/>
                </a:cubicBezTo>
                <a:cubicBezTo>
                  <a:pt x="76217" y="7617"/>
                  <a:pt x="76267" y="7592"/>
                  <a:pt x="76291" y="7592"/>
                </a:cubicBezTo>
                <a:close/>
                <a:moveTo>
                  <a:pt x="70566" y="2589"/>
                </a:moveTo>
                <a:cubicBezTo>
                  <a:pt x="72782" y="3112"/>
                  <a:pt x="75022" y="4431"/>
                  <a:pt x="77163" y="6472"/>
                </a:cubicBezTo>
                <a:cubicBezTo>
                  <a:pt x="76963" y="6671"/>
                  <a:pt x="76739" y="6845"/>
                  <a:pt x="76515" y="7069"/>
                </a:cubicBezTo>
                <a:cubicBezTo>
                  <a:pt x="74773" y="7592"/>
                  <a:pt x="73031" y="8189"/>
                  <a:pt x="71263" y="8861"/>
                </a:cubicBezTo>
                <a:lnTo>
                  <a:pt x="71164" y="8861"/>
                </a:lnTo>
                <a:cubicBezTo>
                  <a:pt x="71114" y="8861"/>
                  <a:pt x="71039" y="8837"/>
                  <a:pt x="70940" y="8837"/>
                </a:cubicBezTo>
                <a:cubicBezTo>
                  <a:pt x="70542" y="8762"/>
                  <a:pt x="70118" y="8712"/>
                  <a:pt x="69670" y="8687"/>
                </a:cubicBezTo>
                <a:cubicBezTo>
                  <a:pt x="69571" y="8687"/>
                  <a:pt x="69471" y="8637"/>
                  <a:pt x="69397" y="8637"/>
                </a:cubicBezTo>
                <a:lnTo>
                  <a:pt x="69247" y="8637"/>
                </a:lnTo>
                <a:cubicBezTo>
                  <a:pt x="68675" y="8613"/>
                  <a:pt x="68102" y="8588"/>
                  <a:pt x="67530" y="8588"/>
                </a:cubicBezTo>
                <a:cubicBezTo>
                  <a:pt x="67057" y="8588"/>
                  <a:pt x="66584" y="8613"/>
                  <a:pt x="66136" y="8613"/>
                </a:cubicBezTo>
                <a:cubicBezTo>
                  <a:pt x="65862" y="8613"/>
                  <a:pt x="65613" y="8637"/>
                  <a:pt x="65389" y="8687"/>
                </a:cubicBezTo>
                <a:cubicBezTo>
                  <a:pt x="65165" y="8712"/>
                  <a:pt x="64966" y="8712"/>
                  <a:pt x="64767" y="8737"/>
                </a:cubicBezTo>
                <a:cubicBezTo>
                  <a:pt x="64418" y="8787"/>
                  <a:pt x="64045" y="8812"/>
                  <a:pt x="63697" y="8861"/>
                </a:cubicBezTo>
                <a:cubicBezTo>
                  <a:pt x="63647" y="8861"/>
                  <a:pt x="63547" y="8911"/>
                  <a:pt x="63473" y="8911"/>
                </a:cubicBezTo>
                <a:cubicBezTo>
                  <a:pt x="63348" y="8911"/>
                  <a:pt x="63273" y="8936"/>
                  <a:pt x="63149" y="8961"/>
                </a:cubicBezTo>
                <a:cubicBezTo>
                  <a:pt x="62427" y="9061"/>
                  <a:pt x="61680" y="9210"/>
                  <a:pt x="60934" y="9359"/>
                </a:cubicBezTo>
                <a:cubicBezTo>
                  <a:pt x="60336" y="9484"/>
                  <a:pt x="59739" y="9608"/>
                  <a:pt x="59166" y="9782"/>
                </a:cubicBezTo>
                <a:cubicBezTo>
                  <a:pt x="59739" y="8214"/>
                  <a:pt x="60461" y="6945"/>
                  <a:pt x="61332" y="5850"/>
                </a:cubicBezTo>
                <a:cubicBezTo>
                  <a:pt x="64468" y="4481"/>
                  <a:pt x="67580" y="3385"/>
                  <a:pt x="70566" y="2589"/>
                </a:cubicBezTo>
                <a:close/>
                <a:moveTo>
                  <a:pt x="71736" y="9110"/>
                </a:moveTo>
                <a:cubicBezTo>
                  <a:pt x="72533" y="9285"/>
                  <a:pt x="73280" y="9459"/>
                  <a:pt x="74026" y="9733"/>
                </a:cubicBezTo>
                <a:lnTo>
                  <a:pt x="74001" y="9782"/>
                </a:lnTo>
                <a:cubicBezTo>
                  <a:pt x="73902" y="9733"/>
                  <a:pt x="73827" y="9708"/>
                  <a:pt x="73753" y="9708"/>
                </a:cubicBezTo>
                <a:cubicBezTo>
                  <a:pt x="73578" y="9658"/>
                  <a:pt x="73429" y="9608"/>
                  <a:pt x="73255" y="9558"/>
                </a:cubicBezTo>
                <a:cubicBezTo>
                  <a:pt x="73080" y="9484"/>
                  <a:pt x="72906" y="9459"/>
                  <a:pt x="72757" y="9434"/>
                </a:cubicBezTo>
                <a:cubicBezTo>
                  <a:pt x="72707" y="9434"/>
                  <a:pt x="72682" y="9409"/>
                  <a:pt x="72657" y="9409"/>
                </a:cubicBezTo>
                <a:lnTo>
                  <a:pt x="72632" y="9409"/>
                </a:lnTo>
                <a:cubicBezTo>
                  <a:pt x="72458" y="9359"/>
                  <a:pt x="72284" y="9310"/>
                  <a:pt x="72135" y="9285"/>
                </a:cubicBezTo>
                <a:cubicBezTo>
                  <a:pt x="71935" y="9235"/>
                  <a:pt x="71786" y="9185"/>
                  <a:pt x="71662" y="9160"/>
                </a:cubicBezTo>
                <a:cubicBezTo>
                  <a:pt x="71687" y="9160"/>
                  <a:pt x="71687" y="9160"/>
                  <a:pt x="71736" y="9110"/>
                </a:cubicBezTo>
                <a:close/>
                <a:moveTo>
                  <a:pt x="60983" y="5999"/>
                </a:moveTo>
                <a:cubicBezTo>
                  <a:pt x="60187" y="7069"/>
                  <a:pt x="59490" y="8339"/>
                  <a:pt x="58942" y="9782"/>
                </a:cubicBezTo>
                <a:cubicBezTo>
                  <a:pt x="58922" y="9782"/>
                  <a:pt x="58884" y="9782"/>
                  <a:pt x="58872" y="9796"/>
                </a:cubicBezTo>
                <a:lnTo>
                  <a:pt x="58872" y="9796"/>
                </a:lnTo>
                <a:cubicBezTo>
                  <a:pt x="59419" y="8357"/>
                  <a:pt x="60089" y="7116"/>
                  <a:pt x="60859" y="6074"/>
                </a:cubicBezTo>
                <a:cubicBezTo>
                  <a:pt x="60909" y="6049"/>
                  <a:pt x="60934" y="6049"/>
                  <a:pt x="60983" y="5999"/>
                </a:cubicBezTo>
                <a:close/>
                <a:moveTo>
                  <a:pt x="106582" y="9856"/>
                </a:moveTo>
                <a:lnTo>
                  <a:pt x="106582" y="9856"/>
                </a:lnTo>
                <a:cubicBezTo>
                  <a:pt x="106582" y="9857"/>
                  <a:pt x="106583" y="9857"/>
                  <a:pt x="106584" y="9857"/>
                </a:cubicBezTo>
                <a:cubicBezTo>
                  <a:pt x="106595" y="9857"/>
                  <a:pt x="106601" y="9867"/>
                  <a:pt x="106607" y="9878"/>
                </a:cubicBezTo>
                <a:lnTo>
                  <a:pt x="106607" y="9878"/>
                </a:lnTo>
                <a:cubicBezTo>
                  <a:pt x="106598" y="9871"/>
                  <a:pt x="106590" y="9864"/>
                  <a:pt x="106582" y="9856"/>
                </a:cubicBezTo>
                <a:close/>
                <a:moveTo>
                  <a:pt x="67430" y="8712"/>
                </a:moveTo>
                <a:cubicBezTo>
                  <a:pt x="68028" y="8712"/>
                  <a:pt x="68625" y="8737"/>
                  <a:pt x="69173" y="8762"/>
                </a:cubicBezTo>
                <a:cubicBezTo>
                  <a:pt x="69272" y="8762"/>
                  <a:pt x="69397" y="8812"/>
                  <a:pt x="69496" y="8812"/>
                </a:cubicBezTo>
                <a:cubicBezTo>
                  <a:pt x="69670" y="8837"/>
                  <a:pt x="69820" y="8837"/>
                  <a:pt x="70019" y="8861"/>
                </a:cubicBezTo>
                <a:lnTo>
                  <a:pt x="70766" y="8961"/>
                </a:lnTo>
                <a:cubicBezTo>
                  <a:pt x="70840" y="8986"/>
                  <a:pt x="70840" y="8986"/>
                  <a:pt x="70815" y="8986"/>
                </a:cubicBezTo>
                <a:cubicBezTo>
                  <a:pt x="70790" y="8986"/>
                  <a:pt x="70790" y="8986"/>
                  <a:pt x="70766" y="9036"/>
                </a:cubicBezTo>
                <a:lnTo>
                  <a:pt x="70641" y="9036"/>
                </a:lnTo>
                <a:cubicBezTo>
                  <a:pt x="70293" y="8961"/>
                  <a:pt x="69919" y="8936"/>
                  <a:pt x="69571" y="8911"/>
                </a:cubicBezTo>
                <a:cubicBezTo>
                  <a:pt x="69496" y="8911"/>
                  <a:pt x="69397" y="8861"/>
                  <a:pt x="69297" y="8861"/>
                </a:cubicBezTo>
                <a:lnTo>
                  <a:pt x="69073" y="8861"/>
                </a:lnTo>
                <a:cubicBezTo>
                  <a:pt x="68550" y="8837"/>
                  <a:pt x="68028" y="8812"/>
                  <a:pt x="67505" y="8812"/>
                </a:cubicBezTo>
                <a:cubicBezTo>
                  <a:pt x="67032" y="8812"/>
                  <a:pt x="66559" y="8837"/>
                  <a:pt x="66086" y="8837"/>
                </a:cubicBezTo>
                <a:lnTo>
                  <a:pt x="65937" y="8837"/>
                </a:lnTo>
                <a:cubicBezTo>
                  <a:pt x="65812" y="8837"/>
                  <a:pt x="65713" y="8861"/>
                  <a:pt x="65588" y="8861"/>
                </a:cubicBezTo>
                <a:cubicBezTo>
                  <a:pt x="65538" y="8861"/>
                  <a:pt x="65439" y="8861"/>
                  <a:pt x="65389" y="8911"/>
                </a:cubicBezTo>
                <a:cubicBezTo>
                  <a:pt x="65165" y="8936"/>
                  <a:pt x="64966" y="8936"/>
                  <a:pt x="64767" y="8961"/>
                </a:cubicBezTo>
                <a:cubicBezTo>
                  <a:pt x="64642" y="8961"/>
                  <a:pt x="64518" y="8986"/>
                  <a:pt x="64344" y="8986"/>
                </a:cubicBezTo>
                <a:lnTo>
                  <a:pt x="63697" y="9085"/>
                </a:lnTo>
                <a:cubicBezTo>
                  <a:pt x="63647" y="9085"/>
                  <a:pt x="63547" y="9110"/>
                  <a:pt x="63473" y="9110"/>
                </a:cubicBezTo>
                <a:lnTo>
                  <a:pt x="62726" y="9210"/>
                </a:lnTo>
                <a:lnTo>
                  <a:pt x="61805" y="9409"/>
                </a:lnTo>
                <a:cubicBezTo>
                  <a:pt x="61556" y="9434"/>
                  <a:pt x="61307" y="9484"/>
                  <a:pt x="61058" y="9534"/>
                </a:cubicBezTo>
                <a:cubicBezTo>
                  <a:pt x="60710" y="9583"/>
                  <a:pt x="60336" y="9683"/>
                  <a:pt x="59963" y="9782"/>
                </a:cubicBezTo>
                <a:cubicBezTo>
                  <a:pt x="59739" y="9832"/>
                  <a:pt x="59565" y="9857"/>
                  <a:pt x="59341" y="9932"/>
                </a:cubicBezTo>
                <a:lnTo>
                  <a:pt x="58967" y="10031"/>
                </a:lnTo>
                <a:lnTo>
                  <a:pt x="58967" y="9982"/>
                </a:lnTo>
                <a:lnTo>
                  <a:pt x="58967" y="9957"/>
                </a:lnTo>
                <a:cubicBezTo>
                  <a:pt x="60486" y="9558"/>
                  <a:pt x="61954" y="9235"/>
                  <a:pt x="63398" y="9011"/>
                </a:cubicBezTo>
                <a:cubicBezTo>
                  <a:pt x="63448" y="9011"/>
                  <a:pt x="63547" y="8986"/>
                  <a:pt x="63597" y="8986"/>
                </a:cubicBezTo>
                <a:cubicBezTo>
                  <a:pt x="63945" y="8936"/>
                  <a:pt x="64319" y="8911"/>
                  <a:pt x="64667" y="8861"/>
                </a:cubicBezTo>
                <a:cubicBezTo>
                  <a:pt x="64891" y="8837"/>
                  <a:pt x="65066" y="8837"/>
                  <a:pt x="65290" y="8812"/>
                </a:cubicBezTo>
                <a:cubicBezTo>
                  <a:pt x="65538" y="8762"/>
                  <a:pt x="65787" y="8762"/>
                  <a:pt x="66036" y="8737"/>
                </a:cubicBezTo>
                <a:cubicBezTo>
                  <a:pt x="66509" y="8712"/>
                  <a:pt x="66957" y="8712"/>
                  <a:pt x="67430" y="8712"/>
                </a:cubicBezTo>
                <a:close/>
                <a:moveTo>
                  <a:pt x="74474" y="9932"/>
                </a:moveTo>
                <a:cubicBezTo>
                  <a:pt x="75370" y="10255"/>
                  <a:pt x="76217" y="10679"/>
                  <a:pt x="76988" y="11176"/>
                </a:cubicBezTo>
                <a:cubicBezTo>
                  <a:pt x="77735" y="11649"/>
                  <a:pt x="78457" y="12222"/>
                  <a:pt x="79079" y="12844"/>
                </a:cubicBezTo>
                <a:cubicBezTo>
                  <a:pt x="79005" y="12844"/>
                  <a:pt x="78980" y="12819"/>
                  <a:pt x="78955" y="12794"/>
                </a:cubicBezTo>
                <a:cubicBezTo>
                  <a:pt x="78731" y="12570"/>
                  <a:pt x="78507" y="12396"/>
                  <a:pt x="78283" y="12197"/>
                </a:cubicBezTo>
                <a:cubicBezTo>
                  <a:pt x="78233" y="12147"/>
                  <a:pt x="78158" y="12097"/>
                  <a:pt x="78108" y="12048"/>
                </a:cubicBezTo>
                <a:lnTo>
                  <a:pt x="78034" y="11973"/>
                </a:lnTo>
                <a:cubicBezTo>
                  <a:pt x="77860" y="11824"/>
                  <a:pt x="77636" y="11674"/>
                  <a:pt x="77461" y="11550"/>
                </a:cubicBezTo>
                <a:cubicBezTo>
                  <a:pt x="77387" y="11475"/>
                  <a:pt x="77287" y="11450"/>
                  <a:pt x="77237" y="11400"/>
                </a:cubicBezTo>
                <a:cubicBezTo>
                  <a:pt x="77138" y="11326"/>
                  <a:pt x="77088" y="11301"/>
                  <a:pt x="76988" y="11226"/>
                </a:cubicBezTo>
                <a:cubicBezTo>
                  <a:pt x="76963" y="11226"/>
                  <a:pt x="76963" y="11201"/>
                  <a:pt x="76914" y="11201"/>
                </a:cubicBezTo>
                <a:cubicBezTo>
                  <a:pt x="76889" y="11176"/>
                  <a:pt x="76864" y="11176"/>
                  <a:pt x="76864" y="11127"/>
                </a:cubicBezTo>
                <a:cubicBezTo>
                  <a:pt x="76739" y="11077"/>
                  <a:pt x="76640" y="10977"/>
                  <a:pt x="76515" y="10927"/>
                </a:cubicBezTo>
                <a:cubicBezTo>
                  <a:pt x="76466" y="10878"/>
                  <a:pt x="76391" y="10828"/>
                  <a:pt x="76341" y="10803"/>
                </a:cubicBezTo>
                <a:cubicBezTo>
                  <a:pt x="76117" y="10679"/>
                  <a:pt x="75893" y="10579"/>
                  <a:pt x="75669" y="10479"/>
                </a:cubicBezTo>
                <a:cubicBezTo>
                  <a:pt x="75570" y="10430"/>
                  <a:pt x="75470" y="10355"/>
                  <a:pt x="75370" y="10330"/>
                </a:cubicBezTo>
                <a:cubicBezTo>
                  <a:pt x="75196" y="10255"/>
                  <a:pt x="75097" y="10206"/>
                  <a:pt x="74922" y="10131"/>
                </a:cubicBezTo>
                <a:lnTo>
                  <a:pt x="74474" y="9957"/>
                </a:lnTo>
                <a:lnTo>
                  <a:pt x="74474" y="9932"/>
                </a:lnTo>
                <a:close/>
                <a:moveTo>
                  <a:pt x="106687" y="9948"/>
                </a:moveTo>
                <a:cubicBezTo>
                  <a:pt x="106865" y="10088"/>
                  <a:pt x="107027" y="10249"/>
                  <a:pt x="107231" y="10430"/>
                </a:cubicBezTo>
                <a:lnTo>
                  <a:pt x="107256" y="10454"/>
                </a:lnTo>
                <a:cubicBezTo>
                  <a:pt x="107405" y="10604"/>
                  <a:pt x="107580" y="10728"/>
                  <a:pt x="107729" y="10903"/>
                </a:cubicBezTo>
                <a:lnTo>
                  <a:pt x="108028" y="11201"/>
                </a:lnTo>
                <a:cubicBezTo>
                  <a:pt x="108127" y="11301"/>
                  <a:pt x="108227" y="11425"/>
                  <a:pt x="108301" y="11525"/>
                </a:cubicBezTo>
                <a:cubicBezTo>
                  <a:pt x="108575" y="11799"/>
                  <a:pt x="108849" y="12097"/>
                  <a:pt x="109098" y="12421"/>
                </a:cubicBezTo>
                <a:cubicBezTo>
                  <a:pt x="109123" y="12446"/>
                  <a:pt x="109123" y="12471"/>
                  <a:pt x="109148" y="12520"/>
                </a:cubicBezTo>
                <a:cubicBezTo>
                  <a:pt x="109222" y="12595"/>
                  <a:pt x="109297" y="12695"/>
                  <a:pt x="109372" y="12794"/>
                </a:cubicBezTo>
                <a:cubicBezTo>
                  <a:pt x="109496" y="12944"/>
                  <a:pt x="109596" y="13068"/>
                  <a:pt x="109720" y="13217"/>
                </a:cubicBezTo>
                <a:lnTo>
                  <a:pt x="109048" y="12471"/>
                </a:lnTo>
                <a:cubicBezTo>
                  <a:pt x="108998" y="12396"/>
                  <a:pt x="108899" y="12296"/>
                  <a:pt x="108849" y="12197"/>
                </a:cubicBezTo>
                <a:cubicBezTo>
                  <a:pt x="108725" y="12048"/>
                  <a:pt x="108600" y="11923"/>
                  <a:pt x="108476" y="11774"/>
                </a:cubicBezTo>
                <a:cubicBezTo>
                  <a:pt x="108401" y="11699"/>
                  <a:pt x="108351" y="11649"/>
                  <a:pt x="108277" y="11550"/>
                </a:cubicBezTo>
                <a:cubicBezTo>
                  <a:pt x="108177" y="11450"/>
                  <a:pt x="108127" y="11351"/>
                  <a:pt x="108028" y="11276"/>
                </a:cubicBezTo>
                <a:lnTo>
                  <a:pt x="107978" y="11201"/>
                </a:lnTo>
                <a:cubicBezTo>
                  <a:pt x="107903" y="11127"/>
                  <a:pt x="107878" y="11077"/>
                  <a:pt x="107804" y="11052"/>
                </a:cubicBezTo>
                <a:cubicBezTo>
                  <a:pt x="107461" y="10670"/>
                  <a:pt x="107054" y="10271"/>
                  <a:pt x="106687" y="9948"/>
                </a:cubicBezTo>
                <a:close/>
                <a:moveTo>
                  <a:pt x="86845" y="5402"/>
                </a:moveTo>
                <a:lnTo>
                  <a:pt x="86945" y="5427"/>
                </a:lnTo>
                <a:cubicBezTo>
                  <a:pt x="89782" y="7492"/>
                  <a:pt x="91799" y="10430"/>
                  <a:pt x="92894" y="14089"/>
                </a:cubicBezTo>
                <a:lnTo>
                  <a:pt x="92819" y="14089"/>
                </a:lnTo>
                <a:cubicBezTo>
                  <a:pt x="91724" y="10430"/>
                  <a:pt x="89708" y="7492"/>
                  <a:pt x="86845" y="5402"/>
                </a:cubicBezTo>
                <a:close/>
                <a:moveTo>
                  <a:pt x="110392" y="14313"/>
                </a:moveTo>
                <a:cubicBezTo>
                  <a:pt x="110395" y="14318"/>
                  <a:pt x="110397" y="14323"/>
                  <a:pt x="110400" y="14328"/>
                </a:cubicBezTo>
                <a:lnTo>
                  <a:pt x="110400" y="14328"/>
                </a:lnTo>
                <a:cubicBezTo>
                  <a:pt x="110395" y="14323"/>
                  <a:pt x="110392" y="14319"/>
                  <a:pt x="110392" y="14313"/>
                </a:cubicBezTo>
                <a:close/>
                <a:moveTo>
                  <a:pt x="95582" y="14163"/>
                </a:moveTo>
                <a:lnTo>
                  <a:pt x="94761" y="14238"/>
                </a:lnTo>
                <a:cubicBezTo>
                  <a:pt x="94213" y="14288"/>
                  <a:pt x="93690" y="14313"/>
                  <a:pt x="93143" y="14337"/>
                </a:cubicBezTo>
                <a:cubicBezTo>
                  <a:pt x="93143" y="14313"/>
                  <a:pt x="93093" y="14288"/>
                  <a:pt x="93093" y="14238"/>
                </a:cubicBezTo>
                <a:cubicBezTo>
                  <a:pt x="93922" y="14189"/>
                  <a:pt x="94775" y="14164"/>
                  <a:pt x="95582" y="14163"/>
                </a:cubicBezTo>
                <a:close/>
                <a:moveTo>
                  <a:pt x="92944" y="14288"/>
                </a:moveTo>
                <a:cubicBezTo>
                  <a:pt x="92944" y="14313"/>
                  <a:pt x="92968" y="14337"/>
                  <a:pt x="92968" y="14387"/>
                </a:cubicBezTo>
                <a:lnTo>
                  <a:pt x="92919" y="14387"/>
                </a:lnTo>
                <a:cubicBezTo>
                  <a:pt x="92894" y="14313"/>
                  <a:pt x="92894" y="14288"/>
                  <a:pt x="92894" y="14288"/>
                </a:cubicBezTo>
                <a:close/>
                <a:moveTo>
                  <a:pt x="95557" y="14362"/>
                </a:moveTo>
                <a:cubicBezTo>
                  <a:pt x="95134" y="14412"/>
                  <a:pt x="94686" y="14462"/>
                  <a:pt x="94263" y="14537"/>
                </a:cubicBezTo>
                <a:cubicBezTo>
                  <a:pt x="94064" y="14562"/>
                  <a:pt x="93840" y="14562"/>
                  <a:pt x="93665" y="14586"/>
                </a:cubicBezTo>
                <a:cubicBezTo>
                  <a:pt x="93466" y="14661"/>
                  <a:pt x="93392" y="14686"/>
                  <a:pt x="93267" y="14686"/>
                </a:cubicBezTo>
                <a:lnTo>
                  <a:pt x="93267" y="14636"/>
                </a:lnTo>
                <a:cubicBezTo>
                  <a:pt x="93367" y="14586"/>
                  <a:pt x="93516" y="14562"/>
                  <a:pt x="93641" y="14562"/>
                </a:cubicBezTo>
                <a:cubicBezTo>
                  <a:pt x="93964" y="14487"/>
                  <a:pt x="94313" y="14462"/>
                  <a:pt x="94661" y="14437"/>
                </a:cubicBezTo>
                <a:cubicBezTo>
                  <a:pt x="94711" y="14437"/>
                  <a:pt x="94786" y="14412"/>
                  <a:pt x="94835" y="14412"/>
                </a:cubicBezTo>
                <a:cubicBezTo>
                  <a:pt x="95010" y="14412"/>
                  <a:pt x="95134" y="14412"/>
                  <a:pt x="95283" y="14362"/>
                </a:cubicBezTo>
                <a:close/>
                <a:moveTo>
                  <a:pt x="97623" y="14263"/>
                </a:moveTo>
                <a:cubicBezTo>
                  <a:pt x="97996" y="14263"/>
                  <a:pt x="98345" y="14263"/>
                  <a:pt x="98743" y="14288"/>
                </a:cubicBezTo>
                <a:cubicBezTo>
                  <a:pt x="98942" y="14288"/>
                  <a:pt x="99166" y="14313"/>
                  <a:pt x="99390" y="14313"/>
                </a:cubicBezTo>
                <a:lnTo>
                  <a:pt x="99614" y="14313"/>
                </a:lnTo>
                <a:cubicBezTo>
                  <a:pt x="100411" y="14412"/>
                  <a:pt x="101232" y="14537"/>
                  <a:pt x="102004" y="14686"/>
                </a:cubicBezTo>
                <a:cubicBezTo>
                  <a:pt x="101158" y="14537"/>
                  <a:pt x="100311" y="14437"/>
                  <a:pt x="99490" y="14387"/>
                </a:cubicBezTo>
                <a:cubicBezTo>
                  <a:pt x="98868" y="14313"/>
                  <a:pt x="98245" y="14288"/>
                  <a:pt x="97623" y="14263"/>
                </a:cubicBezTo>
                <a:close/>
                <a:moveTo>
                  <a:pt x="90778" y="5252"/>
                </a:moveTo>
                <a:cubicBezTo>
                  <a:pt x="91475" y="5252"/>
                  <a:pt x="92172" y="5302"/>
                  <a:pt x="92844" y="5327"/>
                </a:cubicBezTo>
                <a:cubicBezTo>
                  <a:pt x="93143" y="5352"/>
                  <a:pt x="93417" y="5377"/>
                  <a:pt x="93690" y="5377"/>
                </a:cubicBezTo>
                <a:cubicBezTo>
                  <a:pt x="94064" y="5427"/>
                  <a:pt x="94462" y="5451"/>
                  <a:pt x="94835" y="5476"/>
                </a:cubicBezTo>
                <a:cubicBezTo>
                  <a:pt x="95184" y="5501"/>
                  <a:pt x="95532" y="5576"/>
                  <a:pt x="95881" y="5626"/>
                </a:cubicBezTo>
                <a:cubicBezTo>
                  <a:pt x="96155" y="5675"/>
                  <a:pt x="96453" y="5725"/>
                  <a:pt x="96752" y="5750"/>
                </a:cubicBezTo>
                <a:cubicBezTo>
                  <a:pt x="97125" y="5825"/>
                  <a:pt x="97499" y="5924"/>
                  <a:pt x="97872" y="5999"/>
                </a:cubicBezTo>
                <a:cubicBezTo>
                  <a:pt x="98121" y="6074"/>
                  <a:pt x="98320" y="6099"/>
                  <a:pt x="98544" y="6173"/>
                </a:cubicBezTo>
                <a:cubicBezTo>
                  <a:pt x="100934" y="8413"/>
                  <a:pt x="102651" y="11326"/>
                  <a:pt x="103622" y="14810"/>
                </a:cubicBezTo>
                <a:cubicBezTo>
                  <a:pt x="103398" y="14761"/>
                  <a:pt x="103149" y="14686"/>
                  <a:pt x="102900" y="14661"/>
                </a:cubicBezTo>
                <a:cubicBezTo>
                  <a:pt x="102850" y="14661"/>
                  <a:pt x="102751" y="14636"/>
                  <a:pt x="102676" y="14636"/>
                </a:cubicBezTo>
                <a:cubicBezTo>
                  <a:pt x="102402" y="14562"/>
                  <a:pt x="102153" y="14512"/>
                  <a:pt x="101880" y="14462"/>
                </a:cubicBezTo>
                <a:cubicBezTo>
                  <a:pt x="101780" y="14437"/>
                  <a:pt x="101680" y="14437"/>
                  <a:pt x="101606" y="14437"/>
                </a:cubicBezTo>
                <a:cubicBezTo>
                  <a:pt x="101357" y="14412"/>
                  <a:pt x="101108" y="14337"/>
                  <a:pt x="100859" y="14313"/>
                </a:cubicBezTo>
                <a:cubicBezTo>
                  <a:pt x="100735" y="14288"/>
                  <a:pt x="100610" y="14288"/>
                  <a:pt x="100486" y="14288"/>
                </a:cubicBezTo>
                <a:cubicBezTo>
                  <a:pt x="100262" y="14263"/>
                  <a:pt x="100038" y="14213"/>
                  <a:pt x="99789" y="14213"/>
                </a:cubicBezTo>
                <a:lnTo>
                  <a:pt x="99565" y="14213"/>
                </a:lnTo>
                <a:cubicBezTo>
                  <a:pt x="98377" y="14097"/>
                  <a:pt x="97138" y="14032"/>
                  <a:pt x="95864" y="14032"/>
                </a:cubicBezTo>
                <a:cubicBezTo>
                  <a:pt x="94949" y="14032"/>
                  <a:pt x="94015" y="14066"/>
                  <a:pt x="93068" y="14138"/>
                </a:cubicBezTo>
                <a:cubicBezTo>
                  <a:pt x="92023" y="10479"/>
                  <a:pt x="90031" y="7542"/>
                  <a:pt x="87219" y="5451"/>
                </a:cubicBezTo>
                <a:cubicBezTo>
                  <a:pt x="87318" y="5451"/>
                  <a:pt x="87418" y="5427"/>
                  <a:pt x="87542" y="5427"/>
                </a:cubicBezTo>
                <a:lnTo>
                  <a:pt x="88563" y="5327"/>
                </a:lnTo>
                <a:cubicBezTo>
                  <a:pt x="89309" y="5302"/>
                  <a:pt x="90056" y="5252"/>
                  <a:pt x="90778" y="5252"/>
                </a:cubicBezTo>
                <a:close/>
                <a:moveTo>
                  <a:pt x="48115" y="10056"/>
                </a:moveTo>
                <a:cubicBezTo>
                  <a:pt x="46173" y="11176"/>
                  <a:pt x="43609" y="12769"/>
                  <a:pt x="41867" y="13964"/>
                </a:cubicBezTo>
                <a:cubicBezTo>
                  <a:pt x="41444" y="14263"/>
                  <a:pt x="41046" y="14537"/>
                  <a:pt x="40573" y="14885"/>
                </a:cubicBezTo>
                <a:lnTo>
                  <a:pt x="40448" y="14885"/>
                </a:lnTo>
                <a:cubicBezTo>
                  <a:pt x="41892" y="13889"/>
                  <a:pt x="43311" y="12944"/>
                  <a:pt x="44729" y="12048"/>
                </a:cubicBezTo>
                <a:cubicBezTo>
                  <a:pt x="45153" y="11774"/>
                  <a:pt x="45601" y="11525"/>
                  <a:pt x="45999" y="11276"/>
                </a:cubicBezTo>
                <a:cubicBezTo>
                  <a:pt x="46721" y="10828"/>
                  <a:pt x="47393" y="10430"/>
                  <a:pt x="48115" y="10056"/>
                </a:cubicBezTo>
                <a:close/>
                <a:moveTo>
                  <a:pt x="98942" y="6248"/>
                </a:moveTo>
                <a:cubicBezTo>
                  <a:pt x="99017" y="6298"/>
                  <a:pt x="99042" y="6323"/>
                  <a:pt x="99067" y="6323"/>
                </a:cubicBezTo>
                <a:cubicBezTo>
                  <a:pt x="101357" y="8588"/>
                  <a:pt x="102975" y="11450"/>
                  <a:pt x="103896" y="14885"/>
                </a:cubicBezTo>
                <a:cubicBezTo>
                  <a:pt x="103871" y="14885"/>
                  <a:pt x="103846" y="14885"/>
                  <a:pt x="103846" y="14835"/>
                </a:cubicBezTo>
                <a:cubicBezTo>
                  <a:pt x="102900" y="11400"/>
                  <a:pt x="101257" y="8538"/>
                  <a:pt x="98942" y="6248"/>
                </a:cubicBezTo>
                <a:close/>
                <a:moveTo>
                  <a:pt x="99440" y="6472"/>
                </a:moveTo>
                <a:lnTo>
                  <a:pt x="99440" y="6472"/>
                </a:lnTo>
                <a:cubicBezTo>
                  <a:pt x="99540" y="6497"/>
                  <a:pt x="99614" y="6522"/>
                  <a:pt x="99689" y="6522"/>
                </a:cubicBezTo>
                <a:cubicBezTo>
                  <a:pt x="99888" y="6596"/>
                  <a:pt x="100112" y="6646"/>
                  <a:pt x="100311" y="6721"/>
                </a:cubicBezTo>
                <a:cubicBezTo>
                  <a:pt x="100386" y="6721"/>
                  <a:pt x="100436" y="6746"/>
                  <a:pt x="100535" y="6796"/>
                </a:cubicBezTo>
                <a:cubicBezTo>
                  <a:pt x="102776" y="9110"/>
                  <a:pt x="104269" y="12048"/>
                  <a:pt x="105090" y="15209"/>
                </a:cubicBezTo>
                <a:cubicBezTo>
                  <a:pt x="105016" y="15184"/>
                  <a:pt x="104991" y="15184"/>
                  <a:pt x="104916" y="15184"/>
                </a:cubicBezTo>
                <a:cubicBezTo>
                  <a:pt x="104866" y="15184"/>
                  <a:pt x="104842" y="15159"/>
                  <a:pt x="104767" y="15159"/>
                </a:cubicBezTo>
                <a:lnTo>
                  <a:pt x="104120" y="14960"/>
                </a:lnTo>
                <a:cubicBezTo>
                  <a:pt x="103224" y="11575"/>
                  <a:pt x="101631" y="8712"/>
                  <a:pt x="99440" y="6472"/>
                </a:cubicBezTo>
                <a:close/>
                <a:moveTo>
                  <a:pt x="100909" y="6920"/>
                </a:moveTo>
                <a:cubicBezTo>
                  <a:pt x="100934" y="6945"/>
                  <a:pt x="101008" y="6945"/>
                  <a:pt x="101033" y="6970"/>
                </a:cubicBezTo>
                <a:cubicBezTo>
                  <a:pt x="103149" y="9310"/>
                  <a:pt x="104543" y="12172"/>
                  <a:pt x="105339" y="15308"/>
                </a:cubicBezTo>
                <a:cubicBezTo>
                  <a:pt x="105290" y="15308"/>
                  <a:pt x="105290" y="15308"/>
                  <a:pt x="105265" y="15283"/>
                </a:cubicBezTo>
                <a:cubicBezTo>
                  <a:pt x="104493" y="12147"/>
                  <a:pt x="103049" y="9235"/>
                  <a:pt x="100909" y="6920"/>
                </a:cubicBezTo>
                <a:close/>
                <a:moveTo>
                  <a:pt x="67530" y="8961"/>
                </a:moveTo>
                <a:cubicBezTo>
                  <a:pt x="68077" y="8961"/>
                  <a:pt x="68650" y="8986"/>
                  <a:pt x="69173" y="9011"/>
                </a:cubicBezTo>
                <a:lnTo>
                  <a:pt x="69272" y="9011"/>
                </a:lnTo>
                <a:cubicBezTo>
                  <a:pt x="69397" y="9011"/>
                  <a:pt x="69521" y="9061"/>
                  <a:pt x="69621" y="9061"/>
                </a:cubicBezTo>
                <a:cubicBezTo>
                  <a:pt x="69745" y="9061"/>
                  <a:pt x="69820" y="9085"/>
                  <a:pt x="69944" y="9085"/>
                </a:cubicBezTo>
                <a:cubicBezTo>
                  <a:pt x="70118" y="9110"/>
                  <a:pt x="70268" y="9110"/>
                  <a:pt x="70417" y="9160"/>
                </a:cubicBezTo>
                <a:cubicBezTo>
                  <a:pt x="66310" y="10803"/>
                  <a:pt x="62103" y="12844"/>
                  <a:pt x="57847" y="15333"/>
                </a:cubicBezTo>
                <a:cubicBezTo>
                  <a:pt x="58046" y="13541"/>
                  <a:pt x="58420" y="11799"/>
                  <a:pt x="58967" y="10206"/>
                </a:cubicBezTo>
                <a:cubicBezTo>
                  <a:pt x="60560" y="9807"/>
                  <a:pt x="62079" y="9484"/>
                  <a:pt x="63547" y="9285"/>
                </a:cubicBezTo>
                <a:cubicBezTo>
                  <a:pt x="63572" y="9285"/>
                  <a:pt x="63647" y="9285"/>
                  <a:pt x="63672" y="9235"/>
                </a:cubicBezTo>
                <a:lnTo>
                  <a:pt x="63746" y="9235"/>
                </a:lnTo>
                <a:cubicBezTo>
                  <a:pt x="64095" y="9185"/>
                  <a:pt x="64443" y="9160"/>
                  <a:pt x="64792" y="9110"/>
                </a:cubicBezTo>
                <a:cubicBezTo>
                  <a:pt x="64991" y="9085"/>
                  <a:pt x="65190" y="9085"/>
                  <a:pt x="65414" y="9061"/>
                </a:cubicBezTo>
                <a:cubicBezTo>
                  <a:pt x="65663" y="9011"/>
                  <a:pt x="65862" y="9011"/>
                  <a:pt x="66136" y="8986"/>
                </a:cubicBezTo>
                <a:cubicBezTo>
                  <a:pt x="66584" y="8961"/>
                  <a:pt x="67057" y="8961"/>
                  <a:pt x="67530" y="8961"/>
                </a:cubicBezTo>
                <a:close/>
                <a:moveTo>
                  <a:pt x="40274" y="15084"/>
                </a:moveTo>
                <a:lnTo>
                  <a:pt x="40000" y="15283"/>
                </a:lnTo>
                <a:cubicBezTo>
                  <a:pt x="39950" y="15308"/>
                  <a:pt x="39901" y="15333"/>
                  <a:pt x="39876" y="15383"/>
                </a:cubicBezTo>
                <a:lnTo>
                  <a:pt x="39876" y="15333"/>
                </a:lnTo>
                <a:cubicBezTo>
                  <a:pt x="39876" y="15283"/>
                  <a:pt x="39926" y="15258"/>
                  <a:pt x="40000" y="15209"/>
                </a:cubicBezTo>
                <a:cubicBezTo>
                  <a:pt x="40025" y="15209"/>
                  <a:pt x="40025" y="15184"/>
                  <a:pt x="40050" y="15184"/>
                </a:cubicBezTo>
                <a:cubicBezTo>
                  <a:pt x="40075" y="15184"/>
                  <a:pt x="40100" y="15159"/>
                  <a:pt x="40150" y="15159"/>
                </a:cubicBezTo>
                <a:cubicBezTo>
                  <a:pt x="40174" y="15134"/>
                  <a:pt x="40199" y="15134"/>
                  <a:pt x="40274" y="15084"/>
                </a:cubicBezTo>
                <a:close/>
                <a:moveTo>
                  <a:pt x="110591" y="14163"/>
                </a:moveTo>
                <a:lnTo>
                  <a:pt x="110591" y="14163"/>
                </a:lnTo>
                <a:cubicBezTo>
                  <a:pt x="110741" y="14412"/>
                  <a:pt x="110890" y="14636"/>
                  <a:pt x="111064" y="14810"/>
                </a:cubicBezTo>
                <a:cubicBezTo>
                  <a:pt x="111201" y="15021"/>
                  <a:pt x="111347" y="15245"/>
                  <a:pt x="111496" y="15472"/>
                </a:cubicBezTo>
                <a:lnTo>
                  <a:pt x="111496" y="15472"/>
                </a:lnTo>
                <a:cubicBezTo>
                  <a:pt x="111250" y="15117"/>
                  <a:pt x="111073" y="14883"/>
                  <a:pt x="111015" y="14810"/>
                </a:cubicBezTo>
                <a:cubicBezTo>
                  <a:pt x="110965" y="14761"/>
                  <a:pt x="110940" y="14686"/>
                  <a:pt x="110865" y="14636"/>
                </a:cubicBezTo>
                <a:cubicBezTo>
                  <a:pt x="110840" y="14562"/>
                  <a:pt x="110766" y="14512"/>
                  <a:pt x="110741" y="14412"/>
                </a:cubicBezTo>
                <a:cubicBezTo>
                  <a:pt x="110741" y="14412"/>
                  <a:pt x="110741" y="14387"/>
                  <a:pt x="110716" y="14387"/>
                </a:cubicBezTo>
                <a:cubicBezTo>
                  <a:pt x="110691" y="14337"/>
                  <a:pt x="110691" y="14313"/>
                  <a:pt x="110641" y="14288"/>
                </a:cubicBezTo>
                <a:cubicBezTo>
                  <a:pt x="110616" y="14263"/>
                  <a:pt x="110591" y="14188"/>
                  <a:pt x="110591" y="14163"/>
                </a:cubicBezTo>
                <a:close/>
                <a:moveTo>
                  <a:pt x="58738" y="10296"/>
                </a:moveTo>
                <a:lnTo>
                  <a:pt x="58738" y="10296"/>
                </a:lnTo>
                <a:cubicBezTo>
                  <a:pt x="58193" y="11934"/>
                  <a:pt x="57822" y="13671"/>
                  <a:pt x="57623" y="15507"/>
                </a:cubicBezTo>
                <a:cubicBezTo>
                  <a:pt x="57598" y="15507"/>
                  <a:pt x="57598" y="15532"/>
                  <a:pt x="57573" y="15532"/>
                </a:cubicBezTo>
                <a:cubicBezTo>
                  <a:pt x="57748" y="13690"/>
                  <a:pt x="58096" y="11948"/>
                  <a:pt x="58693" y="10305"/>
                </a:cubicBezTo>
                <a:cubicBezTo>
                  <a:pt x="58711" y="10305"/>
                  <a:pt x="58730" y="10305"/>
                  <a:pt x="58738" y="10296"/>
                </a:cubicBezTo>
                <a:close/>
                <a:moveTo>
                  <a:pt x="39677" y="15458"/>
                </a:moveTo>
                <a:lnTo>
                  <a:pt x="39677" y="15507"/>
                </a:lnTo>
                <a:cubicBezTo>
                  <a:pt x="39627" y="15532"/>
                  <a:pt x="39577" y="15557"/>
                  <a:pt x="39527" y="15582"/>
                </a:cubicBezTo>
                <a:cubicBezTo>
                  <a:pt x="39552" y="15557"/>
                  <a:pt x="39552" y="15557"/>
                  <a:pt x="39577" y="15557"/>
                </a:cubicBezTo>
                <a:lnTo>
                  <a:pt x="39677" y="15458"/>
                </a:lnTo>
                <a:close/>
                <a:moveTo>
                  <a:pt x="62452" y="4082"/>
                </a:moveTo>
                <a:lnTo>
                  <a:pt x="62452" y="4082"/>
                </a:lnTo>
                <a:cubicBezTo>
                  <a:pt x="61954" y="4481"/>
                  <a:pt x="61506" y="4954"/>
                  <a:pt x="61083" y="5476"/>
                </a:cubicBezTo>
                <a:cubicBezTo>
                  <a:pt x="55209" y="8015"/>
                  <a:pt x="49210" y="11450"/>
                  <a:pt x="43286" y="15657"/>
                </a:cubicBezTo>
                <a:cubicBezTo>
                  <a:pt x="42390" y="15159"/>
                  <a:pt x="41618" y="14885"/>
                  <a:pt x="40946" y="14835"/>
                </a:cubicBezTo>
                <a:cubicBezTo>
                  <a:pt x="48239" y="9782"/>
                  <a:pt x="55632" y="6123"/>
                  <a:pt x="62452" y="4082"/>
                </a:cubicBezTo>
                <a:close/>
                <a:moveTo>
                  <a:pt x="70915" y="9235"/>
                </a:moveTo>
                <a:cubicBezTo>
                  <a:pt x="66659" y="10927"/>
                  <a:pt x="62228" y="13068"/>
                  <a:pt x="57822" y="15682"/>
                </a:cubicBezTo>
                <a:lnTo>
                  <a:pt x="57822" y="15632"/>
                </a:lnTo>
                <a:cubicBezTo>
                  <a:pt x="62178" y="13068"/>
                  <a:pt x="66534" y="10927"/>
                  <a:pt x="70815" y="9235"/>
                </a:cubicBezTo>
                <a:close/>
                <a:moveTo>
                  <a:pt x="86571" y="5451"/>
                </a:moveTo>
                <a:cubicBezTo>
                  <a:pt x="89484" y="7468"/>
                  <a:pt x="91550" y="10430"/>
                  <a:pt x="92645" y="14089"/>
                </a:cubicBezTo>
                <a:cubicBezTo>
                  <a:pt x="89832" y="14337"/>
                  <a:pt x="86845" y="14885"/>
                  <a:pt x="83759" y="15706"/>
                </a:cubicBezTo>
                <a:cubicBezTo>
                  <a:pt x="82390" y="12421"/>
                  <a:pt x="80573" y="9434"/>
                  <a:pt x="78283" y="6995"/>
                </a:cubicBezTo>
                <a:cubicBezTo>
                  <a:pt x="79477" y="6696"/>
                  <a:pt x="80622" y="6422"/>
                  <a:pt x="81767" y="6173"/>
                </a:cubicBezTo>
                <a:cubicBezTo>
                  <a:pt x="81892" y="6123"/>
                  <a:pt x="81991" y="6123"/>
                  <a:pt x="82116" y="6099"/>
                </a:cubicBezTo>
                <a:cubicBezTo>
                  <a:pt x="82763" y="5974"/>
                  <a:pt x="83410" y="5850"/>
                  <a:pt x="84033" y="5750"/>
                </a:cubicBezTo>
                <a:cubicBezTo>
                  <a:pt x="84306" y="5725"/>
                  <a:pt x="84555" y="5700"/>
                  <a:pt x="84829" y="5675"/>
                </a:cubicBezTo>
                <a:cubicBezTo>
                  <a:pt x="85327" y="5601"/>
                  <a:pt x="85825" y="5501"/>
                  <a:pt x="86323" y="5476"/>
                </a:cubicBezTo>
                <a:cubicBezTo>
                  <a:pt x="86422" y="5451"/>
                  <a:pt x="86472" y="5451"/>
                  <a:pt x="86571" y="5451"/>
                </a:cubicBezTo>
                <a:close/>
                <a:moveTo>
                  <a:pt x="60834" y="5750"/>
                </a:moveTo>
                <a:lnTo>
                  <a:pt x="60834" y="5750"/>
                </a:lnTo>
                <a:cubicBezTo>
                  <a:pt x="60809" y="5825"/>
                  <a:pt x="60784" y="5875"/>
                  <a:pt x="60734" y="5924"/>
                </a:cubicBezTo>
                <a:cubicBezTo>
                  <a:pt x="55109" y="8389"/>
                  <a:pt x="49285" y="11699"/>
                  <a:pt x="43535" y="15781"/>
                </a:cubicBezTo>
                <a:cubicBezTo>
                  <a:pt x="43510" y="15781"/>
                  <a:pt x="43510" y="15756"/>
                  <a:pt x="43460" y="15756"/>
                </a:cubicBezTo>
                <a:cubicBezTo>
                  <a:pt x="49235" y="11674"/>
                  <a:pt x="55109" y="8289"/>
                  <a:pt x="60834" y="5750"/>
                </a:cubicBezTo>
                <a:close/>
                <a:moveTo>
                  <a:pt x="40921" y="15034"/>
                </a:moveTo>
                <a:cubicBezTo>
                  <a:pt x="41046" y="15034"/>
                  <a:pt x="41170" y="15059"/>
                  <a:pt x="41319" y="15059"/>
                </a:cubicBezTo>
                <a:cubicBezTo>
                  <a:pt x="41867" y="15184"/>
                  <a:pt x="42440" y="15408"/>
                  <a:pt x="43112" y="15781"/>
                </a:cubicBezTo>
                <a:lnTo>
                  <a:pt x="43062" y="15806"/>
                </a:lnTo>
                <a:cubicBezTo>
                  <a:pt x="43012" y="15781"/>
                  <a:pt x="42987" y="15756"/>
                  <a:pt x="42912" y="15706"/>
                </a:cubicBezTo>
                <a:cubicBezTo>
                  <a:pt x="42863" y="15682"/>
                  <a:pt x="42813" y="15657"/>
                  <a:pt x="42763" y="15657"/>
                </a:cubicBezTo>
                <a:cubicBezTo>
                  <a:pt x="42664" y="15632"/>
                  <a:pt x="42564" y="15557"/>
                  <a:pt x="42489" y="15532"/>
                </a:cubicBezTo>
                <a:cubicBezTo>
                  <a:pt x="42415" y="15507"/>
                  <a:pt x="42365" y="15458"/>
                  <a:pt x="42265" y="15433"/>
                </a:cubicBezTo>
                <a:cubicBezTo>
                  <a:pt x="42191" y="15408"/>
                  <a:pt x="42141" y="15383"/>
                  <a:pt x="42066" y="15383"/>
                </a:cubicBezTo>
                <a:cubicBezTo>
                  <a:pt x="41991" y="15333"/>
                  <a:pt x="41917" y="15308"/>
                  <a:pt x="41867" y="15283"/>
                </a:cubicBezTo>
                <a:cubicBezTo>
                  <a:pt x="41792" y="15258"/>
                  <a:pt x="41767" y="15258"/>
                  <a:pt x="41693" y="15209"/>
                </a:cubicBezTo>
                <a:cubicBezTo>
                  <a:pt x="41643" y="15184"/>
                  <a:pt x="41543" y="15159"/>
                  <a:pt x="41494" y="15159"/>
                </a:cubicBezTo>
                <a:cubicBezTo>
                  <a:pt x="41419" y="15159"/>
                  <a:pt x="41369" y="15134"/>
                  <a:pt x="41295" y="15134"/>
                </a:cubicBezTo>
                <a:cubicBezTo>
                  <a:pt x="41245" y="15134"/>
                  <a:pt x="41170" y="15084"/>
                  <a:pt x="41120" y="15084"/>
                </a:cubicBezTo>
                <a:cubicBezTo>
                  <a:pt x="40996" y="15084"/>
                  <a:pt x="40896" y="15059"/>
                  <a:pt x="40772" y="15059"/>
                </a:cubicBezTo>
                <a:cubicBezTo>
                  <a:pt x="40697" y="15059"/>
                  <a:pt x="40647" y="15059"/>
                  <a:pt x="40573" y="15084"/>
                </a:cubicBezTo>
                <a:cubicBezTo>
                  <a:pt x="40622" y="15059"/>
                  <a:pt x="40647" y="15059"/>
                  <a:pt x="40672" y="15034"/>
                </a:cubicBezTo>
                <a:close/>
                <a:moveTo>
                  <a:pt x="78084" y="7069"/>
                </a:moveTo>
                <a:cubicBezTo>
                  <a:pt x="80374" y="9459"/>
                  <a:pt x="82216" y="12471"/>
                  <a:pt x="83585" y="15781"/>
                </a:cubicBezTo>
                <a:cubicBezTo>
                  <a:pt x="83560" y="15781"/>
                  <a:pt x="83560" y="15781"/>
                  <a:pt x="83510" y="15806"/>
                </a:cubicBezTo>
                <a:cubicBezTo>
                  <a:pt x="82141" y="12520"/>
                  <a:pt x="80324" y="9534"/>
                  <a:pt x="78009" y="7094"/>
                </a:cubicBezTo>
                <a:cubicBezTo>
                  <a:pt x="78034" y="7094"/>
                  <a:pt x="78034" y="7094"/>
                  <a:pt x="78084" y="7069"/>
                </a:cubicBezTo>
                <a:close/>
                <a:moveTo>
                  <a:pt x="57623" y="15756"/>
                </a:moveTo>
                <a:lnTo>
                  <a:pt x="57623" y="15806"/>
                </a:lnTo>
                <a:cubicBezTo>
                  <a:pt x="57598" y="15806"/>
                  <a:pt x="57598" y="15831"/>
                  <a:pt x="57573" y="15831"/>
                </a:cubicBezTo>
                <a:lnTo>
                  <a:pt x="57573" y="15781"/>
                </a:lnTo>
                <a:cubicBezTo>
                  <a:pt x="57598" y="15781"/>
                  <a:pt x="57598" y="15756"/>
                  <a:pt x="57623" y="15756"/>
                </a:cubicBezTo>
                <a:close/>
                <a:moveTo>
                  <a:pt x="92695" y="14288"/>
                </a:moveTo>
                <a:cubicBezTo>
                  <a:pt x="92695" y="14313"/>
                  <a:pt x="92720" y="14337"/>
                  <a:pt x="92720" y="14387"/>
                </a:cubicBezTo>
                <a:cubicBezTo>
                  <a:pt x="89907" y="14636"/>
                  <a:pt x="86945" y="15159"/>
                  <a:pt x="83858" y="16005"/>
                </a:cubicBezTo>
                <a:cubicBezTo>
                  <a:pt x="83858" y="15955"/>
                  <a:pt x="83833" y="15931"/>
                  <a:pt x="83833" y="15906"/>
                </a:cubicBezTo>
                <a:cubicBezTo>
                  <a:pt x="86895" y="15059"/>
                  <a:pt x="89907" y="14537"/>
                  <a:pt x="92695" y="14288"/>
                </a:cubicBezTo>
                <a:close/>
                <a:moveTo>
                  <a:pt x="110635" y="14700"/>
                </a:moveTo>
                <a:cubicBezTo>
                  <a:pt x="110653" y="14721"/>
                  <a:pt x="110672" y="14742"/>
                  <a:pt x="110691" y="14761"/>
                </a:cubicBezTo>
                <a:cubicBezTo>
                  <a:pt x="110766" y="14885"/>
                  <a:pt x="110840" y="15010"/>
                  <a:pt x="110940" y="15159"/>
                </a:cubicBezTo>
                <a:cubicBezTo>
                  <a:pt x="111073" y="15425"/>
                  <a:pt x="111206" y="15712"/>
                  <a:pt x="111340" y="16018"/>
                </a:cubicBezTo>
                <a:lnTo>
                  <a:pt x="111340" y="16018"/>
                </a:lnTo>
                <a:cubicBezTo>
                  <a:pt x="111306" y="15954"/>
                  <a:pt x="111272" y="15892"/>
                  <a:pt x="111239" y="15831"/>
                </a:cubicBezTo>
                <a:cubicBezTo>
                  <a:pt x="111089" y="15557"/>
                  <a:pt x="110965" y="15283"/>
                  <a:pt x="110815" y="15010"/>
                </a:cubicBezTo>
                <a:cubicBezTo>
                  <a:pt x="110755" y="14902"/>
                  <a:pt x="110695" y="14799"/>
                  <a:pt x="110635" y="14700"/>
                </a:cubicBezTo>
                <a:close/>
                <a:moveTo>
                  <a:pt x="83634" y="15955"/>
                </a:moveTo>
                <a:cubicBezTo>
                  <a:pt x="83634" y="16005"/>
                  <a:pt x="83684" y="16030"/>
                  <a:pt x="83684" y="16055"/>
                </a:cubicBezTo>
                <a:cubicBezTo>
                  <a:pt x="83634" y="16055"/>
                  <a:pt x="83634" y="16055"/>
                  <a:pt x="83609" y="16080"/>
                </a:cubicBezTo>
                <a:cubicBezTo>
                  <a:pt x="83609" y="16030"/>
                  <a:pt x="83609" y="16005"/>
                  <a:pt x="83585" y="15955"/>
                </a:cubicBezTo>
                <a:close/>
                <a:moveTo>
                  <a:pt x="60486" y="6223"/>
                </a:moveTo>
                <a:lnTo>
                  <a:pt x="60486" y="6223"/>
                </a:lnTo>
                <a:cubicBezTo>
                  <a:pt x="59789" y="7244"/>
                  <a:pt x="59166" y="8488"/>
                  <a:pt x="58619" y="9857"/>
                </a:cubicBezTo>
                <a:cubicBezTo>
                  <a:pt x="57847" y="10081"/>
                  <a:pt x="57051" y="10330"/>
                  <a:pt x="56229" y="10604"/>
                </a:cubicBezTo>
                <a:cubicBezTo>
                  <a:pt x="55433" y="10903"/>
                  <a:pt x="54611" y="11176"/>
                  <a:pt x="53815" y="11525"/>
                </a:cubicBezTo>
                <a:cubicBezTo>
                  <a:pt x="52520" y="12023"/>
                  <a:pt x="51201" y="12645"/>
                  <a:pt x="49882" y="13267"/>
                </a:cubicBezTo>
                <a:cubicBezTo>
                  <a:pt x="49708" y="13342"/>
                  <a:pt x="49484" y="13441"/>
                  <a:pt x="49285" y="13541"/>
                </a:cubicBezTo>
                <a:cubicBezTo>
                  <a:pt x="49260" y="13541"/>
                  <a:pt x="49260" y="13566"/>
                  <a:pt x="49235" y="13566"/>
                </a:cubicBezTo>
                <a:cubicBezTo>
                  <a:pt x="48861" y="13765"/>
                  <a:pt x="48463" y="13939"/>
                  <a:pt x="48090" y="14163"/>
                </a:cubicBezTo>
                <a:cubicBezTo>
                  <a:pt x="48040" y="14163"/>
                  <a:pt x="48040" y="14188"/>
                  <a:pt x="48015" y="14188"/>
                </a:cubicBezTo>
                <a:cubicBezTo>
                  <a:pt x="47916" y="14263"/>
                  <a:pt x="47841" y="14313"/>
                  <a:pt x="47741" y="14337"/>
                </a:cubicBezTo>
                <a:cubicBezTo>
                  <a:pt x="47169" y="14636"/>
                  <a:pt x="46646" y="14935"/>
                  <a:pt x="46099" y="15258"/>
                </a:cubicBezTo>
                <a:cubicBezTo>
                  <a:pt x="45899" y="15333"/>
                  <a:pt x="45750" y="15433"/>
                  <a:pt x="45551" y="15532"/>
                </a:cubicBezTo>
                <a:cubicBezTo>
                  <a:pt x="45227" y="15706"/>
                  <a:pt x="44904" y="15931"/>
                  <a:pt x="44555" y="16105"/>
                </a:cubicBezTo>
                <a:cubicBezTo>
                  <a:pt x="44481" y="16179"/>
                  <a:pt x="44381" y="16204"/>
                  <a:pt x="44281" y="16279"/>
                </a:cubicBezTo>
                <a:cubicBezTo>
                  <a:pt x="44107" y="16155"/>
                  <a:pt x="43883" y="16030"/>
                  <a:pt x="43684" y="15906"/>
                </a:cubicBezTo>
                <a:cubicBezTo>
                  <a:pt x="49334" y="11923"/>
                  <a:pt x="54985" y="8687"/>
                  <a:pt x="60486" y="6223"/>
                </a:cubicBezTo>
                <a:close/>
                <a:moveTo>
                  <a:pt x="92844" y="14761"/>
                </a:moveTo>
                <a:lnTo>
                  <a:pt x="92844" y="14786"/>
                </a:lnTo>
                <a:lnTo>
                  <a:pt x="92844" y="14810"/>
                </a:lnTo>
                <a:cubicBezTo>
                  <a:pt x="92670" y="14810"/>
                  <a:pt x="92545" y="14835"/>
                  <a:pt x="92396" y="14885"/>
                </a:cubicBezTo>
                <a:cubicBezTo>
                  <a:pt x="92147" y="14935"/>
                  <a:pt x="91898" y="14960"/>
                  <a:pt x="91649" y="15034"/>
                </a:cubicBezTo>
                <a:cubicBezTo>
                  <a:pt x="91276" y="15134"/>
                  <a:pt x="90903" y="15209"/>
                  <a:pt x="90529" y="15333"/>
                </a:cubicBezTo>
                <a:cubicBezTo>
                  <a:pt x="90230" y="15408"/>
                  <a:pt x="89957" y="15507"/>
                  <a:pt x="89683" y="15557"/>
                </a:cubicBezTo>
                <a:cubicBezTo>
                  <a:pt x="89334" y="15657"/>
                  <a:pt x="89036" y="15806"/>
                  <a:pt x="88687" y="15906"/>
                </a:cubicBezTo>
                <a:cubicBezTo>
                  <a:pt x="88364" y="16005"/>
                  <a:pt x="88090" y="16130"/>
                  <a:pt x="87791" y="16204"/>
                </a:cubicBezTo>
                <a:cubicBezTo>
                  <a:pt x="87722" y="16231"/>
                  <a:pt x="87656" y="16257"/>
                  <a:pt x="87591" y="16284"/>
                </a:cubicBezTo>
                <a:lnTo>
                  <a:pt x="87591" y="16284"/>
                </a:lnTo>
                <a:cubicBezTo>
                  <a:pt x="87673" y="16248"/>
                  <a:pt x="87756" y="16213"/>
                  <a:pt x="87841" y="16179"/>
                </a:cubicBezTo>
                <a:lnTo>
                  <a:pt x="88588" y="15906"/>
                </a:lnTo>
                <a:cubicBezTo>
                  <a:pt x="88961" y="15781"/>
                  <a:pt x="89334" y="15632"/>
                  <a:pt x="89733" y="15507"/>
                </a:cubicBezTo>
                <a:lnTo>
                  <a:pt x="90479" y="15308"/>
                </a:lnTo>
                <a:cubicBezTo>
                  <a:pt x="90878" y="15184"/>
                  <a:pt x="91301" y="15084"/>
                  <a:pt x="91699" y="14960"/>
                </a:cubicBezTo>
                <a:cubicBezTo>
                  <a:pt x="91948" y="14910"/>
                  <a:pt x="92222" y="14885"/>
                  <a:pt x="92471" y="14810"/>
                </a:cubicBezTo>
                <a:cubicBezTo>
                  <a:pt x="92595" y="14786"/>
                  <a:pt x="92720" y="14761"/>
                  <a:pt x="92844" y="14761"/>
                </a:cubicBezTo>
                <a:close/>
                <a:moveTo>
                  <a:pt x="77835" y="7144"/>
                </a:moveTo>
                <a:cubicBezTo>
                  <a:pt x="80100" y="9558"/>
                  <a:pt x="81967" y="12570"/>
                  <a:pt x="83336" y="15881"/>
                </a:cubicBezTo>
                <a:cubicBezTo>
                  <a:pt x="82813" y="16030"/>
                  <a:pt x="82265" y="16179"/>
                  <a:pt x="81718" y="16329"/>
                </a:cubicBezTo>
                <a:cubicBezTo>
                  <a:pt x="81718" y="16304"/>
                  <a:pt x="81693" y="16304"/>
                  <a:pt x="81693" y="16279"/>
                </a:cubicBezTo>
                <a:cubicBezTo>
                  <a:pt x="81593" y="16080"/>
                  <a:pt x="81519" y="15931"/>
                  <a:pt x="81444" y="15781"/>
                </a:cubicBezTo>
                <a:cubicBezTo>
                  <a:pt x="81394" y="15731"/>
                  <a:pt x="81394" y="15682"/>
                  <a:pt x="81369" y="15657"/>
                </a:cubicBezTo>
                <a:cubicBezTo>
                  <a:pt x="81344" y="15582"/>
                  <a:pt x="81270" y="15482"/>
                  <a:pt x="81245" y="15433"/>
                </a:cubicBezTo>
                <a:lnTo>
                  <a:pt x="80971" y="14960"/>
                </a:lnTo>
                <a:cubicBezTo>
                  <a:pt x="80946" y="14935"/>
                  <a:pt x="80896" y="14860"/>
                  <a:pt x="80871" y="14835"/>
                </a:cubicBezTo>
                <a:cubicBezTo>
                  <a:pt x="80847" y="14810"/>
                  <a:pt x="80847" y="14786"/>
                  <a:pt x="80822" y="14761"/>
                </a:cubicBezTo>
                <a:cubicBezTo>
                  <a:pt x="80747" y="14686"/>
                  <a:pt x="80722" y="14586"/>
                  <a:pt x="80647" y="14537"/>
                </a:cubicBezTo>
                <a:cubicBezTo>
                  <a:pt x="80598" y="14437"/>
                  <a:pt x="80498" y="14337"/>
                  <a:pt x="80448" y="14238"/>
                </a:cubicBezTo>
                <a:cubicBezTo>
                  <a:pt x="80448" y="14238"/>
                  <a:pt x="80448" y="14213"/>
                  <a:pt x="80398" y="14213"/>
                </a:cubicBezTo>
                <a:cubicBezTo>
                  <a:pt x="80274" y="14039"/>
                  <a:pt x="80150" y="13865"/>
                  <a:pt x="80000" y="13690"/>
                </a:cubicBezTo>
                <a:cubicBezTo>
                  <a:pt x="79950" y="13616"/>
                  <a:pt x="79901" y="13566"/>
                  <a:pt x="79851" y="13491"/>
                </a:cubicBezTo>
                <a:cubicBezTo>
                  <a:pt x="79726" y="13342"/>
                  <a:pt x="79602" y="13217"/>
                  <a:pt x="79477" y="13068"/>
                </a:cubicBezTo>
                <a:lnTo>
                  <a:pt x="79378" y="12944"/>
                </a:lnTo>
                <a:lnTo>
                  <a:pt x="79328" y="12869"/>
                </a:lnTo>
                <a:lnTo>
                  <a:pt x="79229" y="12794"/>
                </a:lnTo>
                <a:lnTo>
                  <a:pt x="79204" y="12720"/>
                </a:lnTo>
                <a:lnTo>
                  <a:pt x="79079" y="12595"/>
                </a:lnTo>
                <a:cubicBezTo>
                  <a:pt x="78905" y="12446"/>
                  <a:pt x="78756" y="12296"/>
                  <a:pt x="78581" y="12122"/>
                </a:cubicBezTo>
                <a:cubicBezTo>
                  <a:pt x="78482" y="12048"/>
                  <a:pt x="78357" y="11948"/>
                  <a:pt x="78258" y="11848"/>
                </a:cubicBezTo>
                <a:cubicBezTo>
                  <a:pt x="78059" y="11699"/>
                  <a:pt x="77884" y="11575"/>
                  <a:pt x="77685" y="11425"/>
                </a:cubicBezTo>
                <a:cubicBezTo>
                  <a:pt x="77536" y="11301"/>
                  <a:pt x="77387" y="11201"/>
                  <a:pt x="77188" y="11077"/>
                </a:cubicBezTo>
                <a:cubicBezTo>
                  <a:pt x="76988" y="10952"/>
                  <a:pt x="76789" y="10803"/>
                  <a:pt x="76565" y="10679"/>
                </a:cubicBezTo>
                <a:cubicBezTo>
                  <a:pt x="76416" y="10579"/>
                  <a:pt x="76242" y="10479"/>
                  <a:pt x="76067" y="10405"/>
                </a:cubicBezTo>
                <a:cubicBezTo>
                  <a:pt x="75943" y="10330"/>
                  <a:pt x="75794" y="10230"/>
                  <a:pt x="75669" y="10181"/>
                </a:cubicBezTo>
                <a:cubicBezTo>
                  <a:pt x="75495" y="10081"/>
                  <a:pt x="75296" y="9982"/>
                  <a:pt x="75072" y="9882"/>
                </a:cubicBezTo>
                <a:cubicBezTo>
                  <a:pt x="74947" y="9832"/>
                  <a:pt x="74823" y="9807"/>
                  <a:pt x="74698" y="9733"/>
                </a:cubicBezTo>
                <a:cubicBezTo>
                  <a:pt x="74649" y="9708"/>
                  <a:pt x="74624" y="9708"/>
                  <a:pt x="74549" y="9683"/>
                </a:cubicBezTo>
                <a:cubicBezTo>
                  <a:pt x="75246" y="8936"/>
                  <a:pt x="75968" y="8165"/>
                  <a:pt x="76715" y="7468"/>
                </a:cubicBezTo>
                <a:cubicBezTo>
                  <a:pt x="77063" y="7343"/>
                  <a:pt x="77436" y="7244"/>
                  <a:pt x="77835" y="7144"/>
                </a:cubicBezTo>
                <a:close/>
                <a:moveTo>
                  <a:pt x="58619" y="10031"/>
                </a:moveTo>
                <a:lnTo>
                  <a:pt x="58619" y="10056"/>
                </a:lnTo>
                <a:lnTo>
                  <a:pt x="58619" y="10081"/>
                </a:lnTo>
                <a:cubicBezTo>
                  <a:pt x="58469" y="10181"/>
                  <a:pt x="58370" y="10181"/>
                  <a:pt x="58320" y="10206"/>
                </a:cubicBezTo>
                <a:cubicBezTo>
                  <a:pt x="58121" y="10280"/>
                  <a:pt x="57922" y="10305"/>
                  <a:pt x="57723" y="10355"/>
                </a:cubicBezTo>
                <a:lnTo>
                  <a:pt x="56603" y="10728"/>
                </a:lnTo>
                <a:cubicBezTo>
                  <a:pt x="56379" y="10803"/>
                  <a:pt x="56204" y="10853"/>
                  <a:pt x="55980" y="10927"/>
                </a:cubicBezTo>
                <a:cubicBezTo>
                  <a:pt x="55607" y="11052"/>
                  <a:pt x="55209" y="11201"/>
                  <a:pt x="54810" y="11351"/>
                </a:cubicBezTo>
                <a:cubicBezTo>
                  <a:pt x="54611" y="11425"/>
                  <a:pt x="54387" y="11525"/>
                  <a:pt x="54213" y="11575"/>
                </a:cubicBezTo>
                <a:cubicBezTo>
                  <a:pt x="53815" y="11724"/>
                  <a:pt x="53392" y="11898"/>
                  <a:pt x="53018" y="12072"/>
                </a:cubicBezTo>
                <a:cubicBezTo>
                  <a:pt x="52844" y="12172"/>
                  <a:pt x="52620" y="12222"/>
                  <a:pt x="52446" y="12321"/>
                </a:cubicBezTo>
                <a:cubicBezTo>
                  <a:pt x="52023" y="12471"/>
                  <a:pt x="51649" y="12670"/>
                  <a:pt x="51251" y="12844"/>
                </a:cubicBezTo>
                <a:cubicBezTo>
                  <a:pt x="51027" y="12944"/>
                  <a:pt x="50853" y="13043"/>
                  <a:pt x="50629" y="13143"/>
                </a:cubicBezTo>
                <a:cubicBezTo>
                  <a:pt x="50255" y="13317"/>
                  <a:pt x="49857" y="13516"/>
                  <a:pt x="49484" y="13690"/>
                </a:cubicBezTo>
                <a:cubicBezTo>
                  <a:pt x="49260" y="13790"/>
                  <a:pt x="49036" y="13914"/>
                  <a:pt x="48837" y="14014"/>
                </a:cubicBezTo>
                <a:cubicBezTo>
                  <a:pt x="48463" y="14188"/>
                  <a:pt x="48040" y="14412"/>
                  <a:pt x="47667" y="14636"/>
                </a:cubicBezTo>
                <a:cubicBezTo>
                  <a:pt x="47468" y="14761"/>
                  <a:pt x="47244" y="14835"/>
                  <a:pt x="47019" y="14960"/>
                </a:cubicBezTo>
                <a:cubicBezTo>
                  <a:pt x="46771" y="15084"/>
                  <a:pt x="46522" y="15258"/>
                  <a:pt x="46273" y="15408"/>
                </a:cubicBezTo>
                <a:cubicBezTo>
                  <a:pt x="46099" y="15507"/>
                  <a:pt x="45924" y="15582"/>
                  <a:pt x="45750" y="15706"/>
                </a:cubicBezTo>
                <a:cubicBezTo>
                  <a:pt x="45551" y="15831"/>
                  <a:pt x="45377" y="15931"/>
                  <a:pt x="45178" y="16030"/>
                </a:cubicBezTo>
                <a:cubicBezTo>
                  <a:pt x="45028" y="16130"/>
                  <a:pt x="44904" y="16204"/>
                  <a:pt x="44754" y="16279"/>
                </a:cubicBezTo>
                <a:cubicBezTo>
                  <a:pt x="44680" y="16304"/>
                  <a:pt x="44630" y="16329"/>
                  <a:pt x="44555" y="16403"/>
                </a:cubicBezTo>
                <a:lnTo>
                  <a:pt x="44530" y="16379"/>
                </a:lnTo>
                <a:cubicBezTo>
                  <a:pt x="44530" y="16379"/>
                  <a:pt x="44505" y="16379"/>
                  <a:pt x="44505" y="16329"/>
                </a:cubicBezTo>
                <a:cubicBezTo>
                  <a:pt x="44555" y="16304"/>
                  <a:pt x="44605" y="16279"/>
                  <a:pt x="44655" y="16254"/>
                </a:cubicBezTo>
                <a:cubicBezTo>
                  <a:pt x="44779" y="16155"/>
                  <a:pt x="44929" y="16080"/>
                  <a:pt x="45053" y="16005"/>
                </a:cubicBezTo>
                <a:cubicBezTo>
                  <a:pt x="45277" y="15881"/>
                  <a:pt x="45476" y="15756"/>
                  <a:pt x="45675" y="15632"/>
                </a:cubicBezTo>
                <a:cubicBezTo>
                  <a:pt x="45850" y="15532"/>
                  <a:pt x="45999" y="15433"/>
                  <a:pt x="46173" y="15333"/>
                </a:cubicBezTo>
                <a:lnTo>
                  <a:pt x="46223" y="15333"/>
                </a:lnTo>
                <a:cubicBezTo>
                  <a:pt x="50454" y="12944"/>
                  <a:pt x="54636" y="11151"/>
                  <a:pt x="58619" y="10031"/>
                </a:cubicBezTo>
                <a:close/>
                <a:moveTo>
                  <a:pt x="43510" y="16030"/>
                </a:moveTo>
                <a:cubicBezTo>
                  <a:pt x="43734" y="16130"/>
                  <a:pt x="43908" y="16254"/>
                  <a:pt x="44107" y="16403"/>
                </a:cubicBezTo>
                <a:cubicBezTo>
                  <a:pt x="44057" y="16403"/>
                  <a:pt x="44057" y="16428"/>
                  <a:pt x="44033" y="16428"/>
                </a:cubicBezTo>
                <a:cubicBezTo>
                  <a:pt x="43933" y="16379"/>
                  <a:pt x="43883" y="16329"/>
                  <a:pt x="43809" y="16279"/>
                </a:cubicBezTo>
                <a:lnTo>
                  <a:pt x="43784" y="16279"/>
                </a:lnTo>
                <a:cubicBezTo>
                  <a:pt x="43659" y="16204"/>
                  <a:pt x="43560" y="16155"/>
                  <a:pt x="43435" y="16055"/>
                </a:cubicBezTo>
                <a:cubicBezTo>
                  <a:pt x="43485" y="16055"/>
                  <a:pt x="43485" y="16030"/>
                  <a:pt x="43510" y="16030"/>
                </a:cubicBezTo>
                <a:close/>
                <a:moveTo>
                  <a:pt x="44281" y="16503"/>
                </a:moveTo>
                <a:cubicBezTo>
                  <a:pt x="44306" y="16503"/>
                  <a:pt x="44306" y="16503"/>
                  <a:pt x="44356" y="16528"/>
                </a:cubicBezTo>
                <a:cubicBezTo>
                  <a:pt x="44306" y="16528"/>
                  <a:pt x="44306" y="16553"/>
                  <a:pt x="44281" y="16553"/>
                </a:cubicBezTo>
                <a:lnTo>
                  <a:pt x="44257" y="16553"/>
                </a:lnTo>
                <a:cubicBezTo>
                  <a:pt x="44257" y="16553"/>
                  <a:pt x="44232" y="16553"/>
                  <a:pt x="44232" y="16528"/>
                </a:cubicBezTo>
                <a:cubicBezTo>
                  <a:pt x="44257" y="16528"/>
                  <a:pt x="44257" y="16503"/>
                  <a:pt x="44281" y="16503"/>
                </a:cubicBezTo>
                <a:close/>
                <a:moveTo>
                  <a:pt x="83385" y="16030"/>
                </a:moveTo>
                <a:cubicBezTo>
                  <a:pt x="83385" y="16055"/>
                  <a:pt x="83435" y="16080"/>
                  <a:pt x="83435" y="16105"/>
                </a:cubicBezTo>
                <a:lnTo>
                  <a:pt x="81842" y="16578"/>
                </a:lnTo>
                <a:cubicBezTo>
                  <a:pt x="81842" y="16553"/>
                  <a:pt x="81817" y="16553"/>
                  <a:pt x="81817" y="16553"/>
                </a:cubicBezTo>
                <a:cubicBezTo>
                  <a:pt x="81842" y="16528"/>
                  <a:pt x="81817" y="16503"/>
                  <a:pt x="81817" y="16503"/>
                </a:cubicBezTo>
                <a:lnTo>
                  <a:pt x="83385" y="16030"/>
                </a:lnTo>
                <a:close/>
                <a:moveTo>
                  <a:pt x="92659" y="14538"/>
                </a:moveTo>
                <a:lnTo>
                  <a:pt x="92659" y="14538"/>
                </a:lnTo>
                <a:cubicBezTo>
                  <a:pt x="92628" y="14542"/>
                  <a:pt x="92567" y="14562"/>
                  <a:pt x="92545" y="14562"/>
                </a:cubicBezTo>
                <a:lnTo>
                  <a:pt x="91599" y="14761"/>
                </a:lnTo>
                <a:cubicBezTo>
                  <a:pt x="91276" y="14835"/>
                  <a:pt x="90903" y="14935"/>
                  <a:pt x="90554" y="15034"/>
                </a:cubicBezTo>
                <a:cubicBezTo>
                  <a:pt x="90280" y="15134"/>
                  <a:pt x="89957" y="15184"/>
                  <a:pt x="89683" y="15283"/>
                </a:cubicBezTo>
                <a:lnTo>
                  <a:pt x="88662" y="15657"/>
                </a:lnTo>
                <a:cubicBezTo>
                  <a:pt x="88364" y="15756"/>
                  <a:pt x="88090" y="15831"/>
                  <a:pt x="87816" y="15955"/>
                </a:cubicBezTo>
                <a:cubicBezTo>
                  <a:pt x="87468" y="16080"/>
                  <a:pt x="87169" y="16254"/>
                  <a:pt x="86845" y="16403"/>
                </a:cubicBezTo>
                <a:cubicBezTo>
                  <a:pt x="86571" y="16528"/>
                  <a:pt x="86248" y="16652"/>
                  <a:pt x="85974" y="16777"/>
                </a:cubicBezTo>
                <a:cubicBezTo>
                  <a:pt x="85675" y="16926"/>
                  <a:pt x="85377" y="17075"/>
                  <a:pt x="85078" y="17250"/>
                </a:cubicBezTo>
                <a:cubicBezTo>
                  <a:pt x="84879" y="17324"/>
                  <a:pt x="84680" y="17449"/>
                  <a:pt x="84481" y="17548"/>
                </a:cubicBezTo>
                <a:lnTo>
                  <a:pt x="83933" y="16155"/>
                </a:lnTo>
                <a:cubicBezTo>
                  <a:pt x="86966" y="15309"/>
                  <a:pt x="89899" y="14787"/>
                  <a:pt x="92659" y="14538"/>
                </a:cubicBezTo>
                <a:close/>
                <a:moveTo>
                  <a:pt x="83734" y="16179"/>
                </a:moveTo>
                <a:cubicBezTo>
                  <a:pt x="83958" y="16677"/>
                  <a:pt x="84132" y="17175"/>
                  <a:pt x="84306" y="17648"/>
                </a:cubicBezTo>
                <a:cubicBezTo>
                  <a:pt x="84257" y="17648"/>
                  <a:pt x="84257" y="17673"/>
                  <a:pt x="84232" y="17673"/>
                </a:cubicBezTo>
                <a:cubicBezTo>
                  <a:pt x="84057" y="17175"/>
                  <a:pt x="83858" y="16677"/>
                  <a:pt x="83684" y="16204"/>
                </a:cubicBezTo>
                <a:cubicBezTo>
                  <a:pt x="83709" y="16204"/>
                  <a:pt x="83709" y="16204"/>
                  <a:pt x="83734" y="16179"/>
                </a:cubicBezTo>
                <a:close/>
                <a:moveTo>
                  <a:pt x="111549" y="16427"/>
                </a:moveTo>
                <a:cubicBezTo>
                  <a:pt x="111605" y="16527"/>
                  <a:pt x="111662" y="16627"/>
                  <a:pt x="111711" y="16727"/>
                </a:cubicBezTo>
                <a:cubicBezTo>
                  <a:pt x="111836" y="17026"/>
                  <a:pt x="111960" y="17324"/>
                  <a:pt x="112060" y="17648"/>
                </a:cubicBezTo>
                <a:cubicBezTo>
                  <a:pt x="112075" y="17699"/>
                  <a:pt x="112092" y="17750"/>
                  <a:pt x="112111" y="17802"/>
                </a:cubicBezTo>
                <a:lnTo>
                  <a:pt x="112111" y="17802"/>
                </a:lnTo>
                <a:cubicBezTo>
                  <a:pt x="112061" y="17678"/>
                  <a:pt x="112008" y="17554"/>
                  <a:pt x="111960" y="17424"/>
                </a:cubicBezTo>
                <a:cubicBezTo>
                  <a:pt x="111836" y="17150"/>
                  <a:pt x="111736" y="16827"/>
                  <a:pt x="111612" y="16553"/>
                </a:cubicBezTo>
                <a:cubicBezTo>
                  <a:pt x="111591" y="16511"/>
                  <a:pt x="111570" y="16469"/>
                  <a:pt x="111549" y="16427"/>
                </a:cubicBezTo>
                <a:close/>
                <a:moveTo>
                  <a:pt x="109646" y="17573"/>
                </a:moveTo>
                <a:cubicBezTo>
                  <a:pt x="109769" y="17644"/>
                  <a:pt x="109892" y="17727"/>
                  <a:pt x="110006" y="17813"/>
                </a:cubicBezTo>
                <a:lnTo>
                  <a:pt x="110006" y="17813"/>
                </a:lnTo>
                <a:cubicBezTo>
                  <a:pt x="109889" y="17731"/>
                  <a:pt x="109769" y="17650"/>
                  <a:pt x="109646" y="17573"/>
                </a:cubicBezTo>
                <a:close/>
                <a:moveTo>
                  <a:pt x="87278" y="16426"/>
                </a:moveTo>
                <a:cubicBezTo>
                  <a:pt x="87156" y="16486"/>
                  <a:pt x="87038" y="16552"/>
                  <a:pt x="86920" y="16627"/>
                </a:cubicBezTo>
                <a:cubicBezTo>
                  <a:pt x="86596" y="16777"/>
                  <a:pt x="86298" y="16901"/>
                  <a:pt x="85974" y="17051"/>
                </a:cubicBezTo>
                <a:cubicBezTo>
                  <a:pt x="85700" y="17175"/>
                  <a:pt x="85451" y="17324"/>
                  <a:pt x="85178" y="17499"/>
                </a:cubicBezTo>
                <a:cubicBezTo>
                  <a:pt x="84954" y="17623"/>
                  <a:pt x="84730" y="17698"/>
                  <a:pt x="84555" y="17822"/>
                </a:cubicBezTo>
                <a:lnTo>
                  <a:pt x="84555" y="17797"/>
                </a:lnTo>
                <a:lnTo>
                  <a:pt x="84555" y="17772"/>
                </a:lnTo>
                <a:cubicBezTo>
                  <a:pt x="84730" y="17673"/>
                  <a:pt x="84879" y="17573"/>
                  <a:pt x="85078" y="17499"/>
                </a:cubicBezTo>
                <a:cubicBezTo>
                  <a:pt x="85377" y="17324"/>
                  <a:pt x="85700" y="17150"/>
                  <a:pt x="85999" y="17001"/>
                </a:cubicBezTo>
                <a:cubicBezTo>
                  <a:pt x="86248" y="16876"/>
                  <a:pt x="86547" y="16752"/>
                  <a:pt x="86795" y="16652"/>
                </a:cubicBezTo>
                <a:cubicBezTo>
                  <a:pt x="86951" y="16581"/>
                  <a:pt x="87112" y="16503"/>
                  <a:pt x="87278" y="16426"/>
                </a:cubicBezTo>
                <a:close/>
                <a:moveTo>
                  <a:pt x="84356" y="17872"/>
                </a:moveTo>
                <a:lnTo>
                  <a:pt x="84356" y="17897"/>
                </a:lnTo>
                <a:lnTo>
                  <a:pt x="84356" y="17922"/>
                </a:lnTo>
                <a:cubicBezTo>
                  <a:pt x="84331" y="17922"/>
                  <a:pt x="84331" y="17947"/>
                  <a:pt x="84306" y="17947"/>
                </a:cubicBezTo>
                <a:lnTo>
                  <a:pt x="84306" y="17922"/>
                </a:lnTo>
                <a:lnTo>
                  <a:pt x="84306" y="17897"/>
                </a:lnTo>
                <a:cubicBezTo>
                  <a:pt x="84331" y="17872"/>
                  <a:pt x="84331" y="17872"/>
                  <a:pt x="84356" y="17872"/>
                </a:cubicBezTo>
                <a:close/>
                <a:moveTo>
                  <a:pt x="40772" y="15209"/>
                </a:moveTo>
                <a:cubicBezTo>
                  <a:pt x="40946" y="15209"/>
                  <a:pt x="41170" y="15258"/>
                  <a:pt x="41394" y="15308"/>
                </a:cubicBezTo>
                <a:lnTo>
                  <a:pt x="41419" y="15308"/>
                </a:lnTo>
                <a:cubicBezTo>
                  <a:pt x="41643" y="15383"/>
                  <a:pt x="41892" y="15433"/>
                  <a:pt x="42141" y="15557"/>
                </a:cubicBezTo>
                <a:cubicBezTo>
                  <a:pt x="42390" y="15657"/>
                  <a:pt x="42639" y="15781"/>
                  <a:pt x="42888" y="15931"/>
                </a:cubicBezTo>
                <a:cubicBezTo>
                  <a:pt x="41743" y="16727"/>
                  <a:pt x="40622" y="17573"/>
                  <a:pt x="39527" y="18445"/>
                </a:cubicBezTo>
                <a:cubicBezTo>
                  <a:pt x="39502" y="18370"/>
                  <a:pt x="39502" y="18270"/>
                  <a:pt x="39502" y="18171"/>
                </a:cubicBezTo>
                <a:cubicBezTo>
                  <a:pt x="39502" y="18071"/>
                  <a:pt x="39453" y="17972"/>
                  <a:pt x="39453" y="17897"/>
                </a:cubicBezTo>
                <a:cubicBezTo>
                  <a:pt x="39453" y="17797"/>
                  <a:pt x="39428" y="17698"/>
                  <a:pt x="39428" y="17598"/>
                </a:cubicBezTo>
                <a:lnTo>
                  <a:pt x="39428" y="17399"/>
                </a:lnTo>
                <a:lnTo>
                  <a:pt x="39428" y="17100"/>
                </a:lnTo>
                <a:lnTo>
                  <a:pt x="39428" y="16926"/>
                </a:lnTo>
                <a:cubicBezTo>
                  <a:pt x="39428" y="16827"/>
                  <a:pt x="39428" y="16777"/>
                  <a:pt x="39453" y="16677"/>
                </a:cubicBezTo>
                <a:cubicBezTo>
                  <a:pt x="39453" y="16603"/>
                  <a:pt x="39502" y="16553"/>
                  <a:pt x="39502" y="16478"/>
                </a:cubicBezTo>
                <a:cubicBezTo>
                  <a:pt x="39453" y="16428"/>
                  <a:pt x="39502" y="16329"/>
                  <a:pt x="39502" y="16279"/>
                </a:cubicBezTo>
                <a:cubicBezTo>
                  <a:pt x="39527" y="16204"/>
                  <a:pt x="39527" y="16155"/>
                  <a:pt x="39552" y="16080"/>
                </a:cubicBezTo>
                <a:cubicBezTo>
                  <a:pt x="39577" y="16030"/>
                  <a:pt x="39577" y="16005"/>
                  <a:pt x="39602" y="15931"/>
                </a:cubicBezTo>
                <a:cubicBezTo>
                  <a:pt x="39652" y="15831"/>
                  <a:pt x="39701" y="15756"/>
                  <a:pt x="39776" y="15657"/>
                </a:cubicBezTo>
                <a:lnTo>
                  <a:pt x="39901" y="15532"/>
                </a:lnTo>
                <a:cubicBezTo>
                  <a:pt x="40000" y="15458"/>
                  <a:pt x="40075" y="15408"/>
                  <a:pt x="40150" y="15333"/>
                </a:cubicBezTo>
                <a:cubicBezTo>
                  <a:pt x="40324" y="15258"/>
                  <a:pt x="40523" y="15209"/>
                  <a:pt x="40772" y="15209"/>
                </a:cubicBezTo>
                <a:close/>
                <a:moveTo>
                  <a:pt x="39428" y="15906"/>
                </a:moveTo>
                <a:cubicBezTo>
                  <a:pt x="39403" y="15931"/>
                  <a:pt x="39403" y="16005"/>
                  <a:pt x="39403" y="16030"/>
                </a:cubicBezTo>
                <a:cubicBezTo>
                  <a:pt x="39378" y="16080"/>
                  <a:pt x="39328" y="16155"/>
                  <a:pt x="39328" y="16204"/>
                </a:cubicBezTo>
                <a:cubicBezTo>
                  <a:pt x="39303" y="16279"/>
                  <a:pt x="39303" y="16379"/>
                  <a:pt x="39303" y="16428"/>
                </a:cubicBezTo>
                <a:cubicBezTo>
                  <a:pt x="39303" y="16503"/>
                  <a:pt x="39278" y="16553"/>
                  <a:pt x="39278" y="16627"/>
                </a:cubicBezTo>
                <a:cubicBezTo>
                  <a:pt x="39278" y="16702"/>
                  <a:pt x="39278" y="16802"/>
                  <a:pt x="39253" y="16876"/>
                </a:cubicBezTo>
                <a:lnTo>
                  <a:pt x="39253" y="17075"/>
                </a:lnTo>
                <a:lnTo>
                  <a:pt x="39253" y="17374"/>
                </a:lnTo>
                <a:lnTo>
                  <a:pt x="39253" y="17623"/>
                </a:lnTo>
                <a:cubicBezTo>
                  <a:pt x="39253" y="17698"/>
                  <a:pt x="39278" y="17822"/>
                  <a:pt x="39278" y="17922"/>
                </a:cubicBezTo>
                <a:cubicBezTo>
                  <a:pt x="39278" y="18021"/>
                  <a:pt x="39303" y="18121"/>
                  <a:pt x="39303" y="18196"/>
                </a:cubicBezTo>
                <a:cubicBezTo>
                  <a:pt x="39303" y="18295"/>
                  <a:pt x="39328" y="18420"/>
                  <a:pt x="39378" y="18544"/>
                </a:cubicBezTo>
                <a:lnTo>
                  <a:pt x="39378" y="18569"/>
                </a:lnTo>
                <a:cubicBezTo>
                  <a:pt x="39328" y="18569"/>
                  <a:pt x="39328" y="18594"/>
                  <a:pt x="39303" y="18594"/>
                </a:cubicBezTo>
                <a:lnTo>
                  <a:pt x="39303" y="18519"/>
                </a:lnTo>
                <a:cubicBezTo>
                  <a:pt x="39278" y="18420"/>
                  <a:pt x="39278" y="18295"/>
                  <a:pt x="39253" y="18196"/>
                </a:cubicBezTo>
                <a:cubicBezTo>
                  <a:pt x="39253" y="18121"/>
                  <a:pt x="39204" y="18021"/>
                  <a:pt x="39204" y="17922"/>
                </a:cubicBezTo>
                <a:cubicBezTo>
                  <a:pt x="39204" y="17822"/>
                  <a:pt x="39179" y="17698"/>
                  <a:pt x="39179" y="17598"/>
                </a:cubicBezTo>
                <a:lnTo>
                  <a:pt x="39179" y="17399"/>
                </a:lnTo>
                <a:lnTo>
                  <a:pt x="39179" y="17075"/>
                </a:lnTo>
                <a:lnTo>
                  <a:pt x="39179" y="16851"/>
                </a:lnTo>
                <a:cubicBezTo>
                  <a:pt x="39179" y="16777"/>
                  <a:pt x="39179" y="16677"/>
                  <a:pt x="39204" y="16578"/>
                </a:cubicBezTo>
                <a:cubicBezTo>
                  <a:pt x="39204" y="16528"/>
                  <a:pt x="39253" y="16453"/>
                  <a:pt x="39253" y="16403"/>
                </a:cubicBezTo>
                <a:cubicBezTo>
                  <a:pt x="39253" y="16329"/>
                  <a:pt x="39278" y="16229"/>
                  <a:pt x="39278" y="16179"/>
                </a:cubicBezTo>
                <a:cubicBezTo>
                  <a:pt x="39278" y="16130"/>
                  <a:pt x="39303" y="16055"/>
                  <a:pt x="39328" y="16005"/>
                </a:cubicBezTo>
                <a:lnTo>
                  <a:pt x="39428" y="15906"/>
                </a:lnTo>
                <a:close/>
                <a:moveTo>
                  <a:pt x="43062" y="16030"/>
                </a:moveTo>
                <a:cubicBezTo>
                  <a:pt x="43112" y="16030"/>
                  <a:pt x="43112" y="16055"/>
                  <a:pt x="43136" y="16055"/>
                </a:cubicBezTo>
                <a:cubicBezTo>
                  <a:pt x="41917" y="16926"/>
                  <a:pt x="40747" y="17797"/>
                  <a:pt x="39577" y="18693"/>
                </a:cubicBezTo>
                <a:lnTo>
                  <a:pt x="39577" y="18644"/>
                </a:lnTo>
                <a:cubicBezTo>
                  <a:pt x="40697" y="17772"/>
                  <a:pt x="41892" y="16901"/>
                  <a:pt x="43062" y="16030"/>
                </a:cubicBezTo>
                <a:close/>
                <a:moveTo>
                  <a:pt x="83585" y="16279"/>
                </a:moveTo>
                <a:cubicBezTo>
                  <a:pt x="83709" y="16777"/>
                  <a:pt x="83883" y="17275"/>
                  <a:pt x="84082" y="17797"/>
                </a:cubicBezTo>
                <a:cubicBezTo>
                  <a:pt x="83833" y="17947"/>
                  <a:pt x="83609" y="18121"/>
                  <a:pt x="83361" y="18270"/>
                </a:cubicBezTo>
                <a:cubicBezTo>
                  <a:pt x="83112" y="18420"/>
                  <a:pt x="82863" y="18569"/>
                  <a:pt x="82639" y="18743"/>
                </a:cubicBezTo>
                <a:cubicBezTo>
                  <a:pt x="82614" y="18644"/>
                  <a:pt x="82589" y="18569"/>
                  <a:pt x="82589" y="18494"/>
                </a:cubicBezTo>
                <a:cubicBezTo>
                  <a:pt x="82514" y="18295"/>
                  <a:pt x="82464" y="18121"/>
                  <a:pt x="82440" y="17947"/>
                </a:cubicBezTo>
                <a:lnTo>
                  <a:pt x="82440" y="17922"/>
                </a:lnTo>
                <a:cubicBezTo>
                  <a:pt x="82440" y="17897"/>
                  <a:pt x="82390" y="17822"/>
                  <a:pt x="82390" y="17797"/>
                </a:cubicBezTo>
                <a:cubicBezTo>
                  <a:pt x="82365" y="17698"/>
                  <a:pt x="82340" y="17648"/>
                  <a:pt x="82290" y="17548"/>
                </a:cubicBezTo>
                <a:lnTo>
                  <a:pt x="82116" y="17075"/>
                </a:lnTo>
                <a:cubicBezTo>
                  <a:pt x="82091" y="16951"/>
                  <a:pt x="82016" y="16876"/>
                  <a:pt x="81991" y="16752"/>
                </a:cubicBezTo>
                <a:lnTo>
                  <a:pt x="83585" y="16279"/>
                </a:lnTo>
                <a:close/>
                <a:moveTo>
                  <a:pt x="79229" y="13342"/>
                </a:moveTo>
                <a:cubicBezTo>
                  <a:pt x="79253" y="13417"/>
                  <a:pt x="79303" y="13441"/>
                  <a:pt x="79353" y="13516"/>
                </a:cubicBezTo>
                <a:cubicBezTo>
                  <a:pt x="79602" y="13790"/>
                  <a:pt x="79851" y="14089"/>
                  <a:pt x="80100" y="14412"/>
                </a:cubicBezTo>
                <a:cubicBezTo>
                  <a:pt x="80150" y="14462"/>
                  <a:pt x="80174" y="14537"/>
                  <a:pt x="80249" y="14636"/>
                </a:cubicBezTo>
                <a:cubicBezTo>
                  <a:pt x="80523" y="15010"/>
                  <a:pt x="80772" y="15408"/>
                  <a:pt x="80996" y="15806"/>
                </a:cubicBezTo>
                <a:cubicBezTo>
                  <a:pt x="81046" y="15906"/>
                  <a:pt x="81095" y="16005"/>
                  <a:pt x="81145" y="16130"/>
                </a:cubicBezTo>
                <a:cubicBezTo>
                  <a:pt x="81220" y="16254"/>
                  <a:pt x="81245" y="16329"/>
                  <a:pt x="81295" y="16453"/>
                </a:cubicBezTo>
                <a:cubicBezTo>
                  <a:pt x="79229" y="17125"/>
                  <a:pt x="77138" y="17897"/>
                  <a:pt x="75022" y="18768"/>
                </a:cubicBezTo>
                <a:cubicBezTo>
                  <a:pt x="75221" y="18420"/>
                  <a:pt x="75420" y="18071"/>
                  <a:pt x="75644" y="17748"/>
                </a:cubicBezTo>
                <a:cubicBezTo>
                  <a:pt x="75719" y="17648"/>
                  <a:pt x="75744" y="17573"/>
                  <a:pt x="75794" y="17499"/>
                </a:cubicBezTo>
                <a:cubicBezTo>
                  <a:pt x="76092" y="17051"/>
                  <a:pt x="76391" y="16627"/>
                  <a:pt x="76715" y="16204"/>
                </a:cubicBezTo>
                <a:cubicBezTo>
                  <a:pt x="76764" y="16130"/>
                  <a:pt x="76814" y="16055"/>
                  <a:pt x="76889" y="15955"/>
                </a:cubicBezTo>
                <a:cubicBezTo>
                  <a:pt x="77212" y="15532"/>
                  <a:pt x="77536" y="15134"/>
                  <a:pt x="77909" y="14711"/>
                </a:cubicBezTo>
                <a:lnTo>
                  <a:pt x="78034" y="14586"/>
                </a:lnTo>
                <a:cubicBezTo>
                  <a:pt x="78382" y="14213"/>
                  <a:pt x="78756" y="13815"/>
                  <a:pt x="79104" y="13466"/>
                </a:cubicBezTo>
                <a:lnTo>
                  <a:pt x="79229" y="13342"/>
                </a:lnTo>
                <a:close/>
                <a:moveTo>
                  <a:pt x="39403" y="18818"/>
                </a:moveTo>
                <a:lnTo>
                  <a:pt x="39403" y="18893"/>
                </a:lnTo>
                <a:cubicBezTo>
                  <a:pt x="39403" y="18893"/>
                  <a:pt x="39378" y="18893"/>
                  <a:pt x="39328" y="18917"/>
                </a:cubicBezTo>
                <a:lnTo>
                  <a:pt x="39328" y="18843"/>
                </a:lnTo>
                <a:cubicBezTo>
                  <a:pt x="39378" y="18843"/>
                  <a:pt x="39378" y="18818"/>
                  <a:pt x="39403" y="18818"/>
                </a:cubicBezTo>
                <a:close/>
                <a:moveTo>
                  <a:pt x="84132" y="17972"/>
                </a:moveTo>
                <a:lnTo>
                  <a:pt x="84132" y="18021"/>
                </a:lnTo>
                <a:lnTo>
                  <a:pt x="84132" y="18046"/>
                </a:lnTo>
                <a:cubicBezTo>
                  <a:pt x="83933" y="18171"/>
                  <a:pt x="83684" y="18320"/>
                  <a:pt x="83460" y="18494"/>
                </a:cubicBezTo>
                <a:cubicBezTo>
                  <a:pt x="83211" y="18644"/>
                  <a:pt x="82962" y="18793"/>
                  <a:pt x="82713" y="18992"/>
                </a:cubicBezTo>
                <a:lnTo>
                  <a:pt x="82688" y="18917"/>
                </a:lnTo>
                <a:cubicBezTo>
                  <a:pt x="82888" y="18768"/>
                  <a:pt x="83136" y="18594"/>
                  <a:pt x="83361" y="18469"/>
                </a:cubicBezTo>
                <a:cubicBezTo>
                  <a:pt x="83609" y="18320"/>
                  <a:pt x="83858" y="18146"/>
                  <a:pt x="84132" y="17972"/>
                </a:cubicBezTo>
                <a:close/>
                <a:moveTo>
                  <a:pt x="81369" y="16627"/>
                </a:moveTo>
                <a:cubicBezTo>
                  <a:pt x="81369" y="16652"/>
                  <a:pt x="81394" y="16677"/>
                  <a:pt x="81394" y="16702"/>
                </a:cubicBezTo>
                <a:cubicBezTo>
                  <a:pt x="79253" y="17399"/>
                  <a:pt x="77013" y="18196"/>
                  <a:pt x="74773" y="19166"/>
                </a:cubicBezTo>
                <a:cubicBezTo>
                  <a:pt x="74798" y="19117"/>
                  <a:pt x="74848" y="19067"/>
                  <a:pt x="74848" y="19042"/>
                </a:cubicBezTo>
                <a:cubicBezTo>
                  <a:pt x="77038" y="18121"/>
                  <a:pt x="79229" y="17300"/>
                  <a:pt x="81369" y="16627"/>
                </a:cubicBezTo>
                <a:close/>
                <a:moveTo>
                  <a:pt x="43286" y="16155"/>
                </a:moveTo>
                <a:lnTo>
                  <a:pt x="43858" y="16528"/>
                </a:lnTo>
                <a:cubicBezTo>
                  <a:pt x="43784" y="16578"/>
                  <a:pt x="43734" y="16652"/>
                  <a:pt x="43634" y="16677"/>
                </a:cubicBezTo>
                <a:cubicBezTo>
                  <a:pt x="43136" y="17001"/>
                  <a:pt x="42664" y="17300"/>
                  <a:pt x="42166" y="17623"/>
                </a:cubicBezTo>
                <a:cubicBezTo>
                  <a:pt x="41991" y="17748"/>
                  <a:pt x="41792" y="17872"/>
                  <a:pt x="41568" y="17996"/>
                </a:cubicBezTo>
                <a:lnTo>
                  <a:pt x="40747" y="18544"/>
                </a:lnTo>
                <a:cubicBezTo>
                  <a:pt x="40523" y="18693"/>
                  <a:pt x="40324" y="18818"/>
                  <a:pt x="40125" y="18942"/>
                </a:cubicBezTo>
                <a:cubicBezTo>
                  <a:pt x="39950" y="19042"/>
                  <a:pt x="39801" y="19166"/>
                  <a:pt x="39652" y="19266"/>
                </a:cubicBezTo>
                <a:cubicBezTo>
                  <a:pt x="39652" y="19191"/>
                  <a:pt x="39627" y="19141"/>
                  <a:pt x="39627" y="19067"/>
                </a:cubicBezTo>
                <a:cubicBezTo>
                  <a:pt x="39627" y="19017"/>
                  <a:pt x="39577" y="18942"/>
                  <a:pt x="39577" y="18917"/>
                </a:cubicBezTo>
                <a:cubicBezTo>
                  <a:pt x="40797" y="17996"/>
                  <a:pt x="42016" y="17051"/>
                  <a:pt x="43286" y="16155"/>
                </a:cubicBezTo>
                <a:close/>
                <a:moveTo>
                  <a:pt x="39428" y="19117"/>
                </a:moveTo>
                <a:cubicBezTo>
                  <a:pt x="39428" y="19166"/>
                  <a:pt x="39453" y="19191"/>
                  <a:pt x="39453" y="19266"/>
                </a:cubicBezTo>
                <a:cubicBezTo>
                  <a:pt x="39453" y="19316"/>
                  <a:pt x="39502" y="19390"/>
                  <a:pt x="39502" y="19440"/>
                </a:cubicBezTo>
                <a:lnTo>
                  <a:pt x="39453" y="19440"/>
                </a:lnTo>
                <a:cubicBezTo>
                  <a:pt x="39428" y="19365"/>
                  <a:pt x="39428" y="19266"/>
                  <a:pt x="39403" y="19191"/>
                </a:cubicBezTo>
                <a:cubicBezTo>
                  <a:pt x="39403" y="19166"/>
                  <a:pt x="39403" y="19166"/>
                  <a:pt x="39378" y="19141"/>
                </a:cubicBezTo>
                <a:cubicBezTo>
                  <a:pt x="39403" y="19141"/>
                  <a:pt x="39403" y="19117"/>
                  <a:pt x="39428" y="19117"/>
                </a:cubicBezTo>
                <a:close/>
                <a:moveTo>
                  <a:pt x="101456" y="7094"/>
                </a:moveTo>
                <a:lnTo>
                  <a:pt x="101456" y="7094"/>
                </a:lnTo>
                <a:cubicBezTo>
                  <a:pt x="101631" y="7144"/>
                  <a:pt x="101805" y="7219"/>
                  <a:pt x="101954" y="7268"/>
                </a:cubicBezTo>
                <a:cubicBezTo>
                  <a:pt x="102303" y="7443"/>
                  <a:pt x="102651" y="7617"/>
                  <a:pt x="103000" y="7766"/>
                </a:cubicBezTo>
                <a:cubicBezTo>
                  <a:pt x="103149" y="7866"/>
                  <a:pt x="103323" y="7941"/>
                  <a:pt x="103497" y="8015"/>
                </a:cubicBezTo>
                <a:cubicBezTo>
                  <a:pt x="103846" y="8214"/>
                  <a:pt x="104145" y="8389"/>
                  <a:pt x="104468" y="8588"/>
                </a:cubicBezTo>
                <a:cubicBezTo>
                  <a:pt x="104618" y="8687"/>
                  <a:pt x="104767" y="8762"/>
                  <a:pt x="104916" y="8886"/>
                </a:cubicBezTo>
                <a:cubicBezTo>
                  <a:pt x="105240" y="9085"/>
                  <a:pt x="105514" y="9310"/>
                  <a:pt x="105787" y="9509"/>
                </a:cubicBezTo>
                <a:cubicBezTo>
                  <a:pt x="105912" y="9708"/>
                  <a:pt x="106111" y="9832"/>
                  <a:pt x="106235" y="9957"/>
                </a:cubicBezTo>
                <a:cubicBezTo>
                  <a:pt x="106509" y="10181"/>
                  <a:pt x="106758" y="10405"/>
                  <a:pt x="107007" y="10654"/>
                </a:cubicBezTo>
                <a:cubicBezTo>
                  <a:pt x="107156" y="10778"/>
                  <a:pt x="107331" y="10927"/>
                  <a:pt x="107480" y="11052"/>
                </a:cubicBezTo>
                <a:cubicBezTo>
                  <a:pt x="107729" y="11276"/>
                  <a:pt x="107953" y="11525"/>
                  <a:pt x="108152" y="11749"/>
                </a:cubicBezTo>
                <a:cubicBezTo>
                  <a:pt x="108277" y="11873"/>
                  <a:pt x="108376" y="11998"/>
                  <a:pt x="108501" y="12147"/>
                </a:cubicBezTo>
                <a:cubicBezTo>
                  <a:pt x="108525" y="12172"/>
                  <a:pt x="108575" y="12222"/>
                  <a:pt x="108625" y="12272"/>
                </a:cubicBezTo>
                <a:cubicBezTo>
                  <a:pt x="108849" y="12496"/>
                  <a:pt x="109023" y="12769"/>
                  <a:pt x="109222" y="12993"/>
                </a:cubicBezTo>
                <a:cubicBezTo>
                  <a:pt x="109372" y="13193"/>
                  <a:pt x="109496" y="13392"/>
                  <a:pt x="109646" y="13566"/>
                </a:cubicBezTo>
                <a:cubicBezTo>
                  <a:pt x="109845" y="13815"/>
                  <a:pt x="109994" y="14064"/>
                  <a:pt x="110143" y="14337"/>
                </a:cubicBezTo>
                <a:cubicBezTo>
                  <a:pt x="110268" y="14562"/>
                  <a:pt x="110442" y="14786"/>
                  <a:pt x="110567" y="14985"/>
                </a:cubicBezTo>
                <a:cubicBezTo>
                  <a:pt x="110716" y="15234"/>
                  <a:pt x="110840" y="15532"/>
                  <a:pt x="110990" y="15781"/>
                </a:cubicBezTo>
                <a:lnTo>
                  <a:pt x="111363" y="16528"/>
                </a:lnTo>
                <a:cubicBezTo>
                  <a:pt x="111487" y="16802"/>
                  <a:pt x="111612" y="17051"/>
                  <a:pt x="111711" y="17324"/>
                </a:cubicBezTo>
                <a:cubicBezTo>
                  <a:pt x="111836" y="17598"/>
                  <a:pt x="111936" y="17847"/>
                  <a:pt x="112010" y="18146"/>
                </a:cubicBezTo>
                <a:lnTo>
                  <a:pt x="112309" y="18967"/>
                </a:lnTo>
                <a:cubicBezTo>
                  <a:pt x="112359" y="19141"/>
                  <a:pt x="112384" y="19291"/>
                  <a:pt x="112458" y="19440"/>
                </a:cubicBezTo>
                <a:lnTo>
                  <a:pt x="112408" y="19415"/>
                </a:lnTo>
                <a:cubicBezTo>
                  <a:pt x="112309" y="19291"/>
                  <a:pt x="112160" y="19191"/>
                  <a:pt x="112035" y="19067"/>
                </a:cubicBezTo>
                <a:cubicBezTo>
                  <a:pt x="111936" y="18992"/>
                  <a:pt x="111836" y="18843"/>
                  <a:pt x="111711" y="18768"/>
                </a:cubicBezTo>
                <a:cubicBezTo>
                  <a:pt x="111537" y="18644"/>
                  <a:pt x="111413" y="18544"/>
                  <a:pt x="111263" y="18420"/>
                </a:cubicBezTo>
                <a:cubicBezTo>
                  <a:pt x="111139" y="18320"/>
                  <a:pt x="111064" y="18245"/>
                  <a:pt x="110915" y="18171"/>
                </a:cubicBezTo>
                <a:cubicBezTo>
                  <a:pt x="110766" y="18046"/>
                  <a:pt x="110591" y="17922"/>
                  <a:pt x="110417" y="17822"/>
                </a:cubicBezTo>
                <a:lnTo>
                  <a:pt x="110143" y="17648"/>
                </a:lnTo>
                <a:lnTo>
                  <a:pt x="109596" y="17275"/>
                </a:lnTo>
                <a:cubicBezTo>
                  <a:pt x="109496" y="17200"/>
                  <a:pt x="109422" y="17175"/>
                  <a:pt x="109347" y="17125"/>
                </a:cubicBezTo>
                <a:cubicBezTo>
                  <a:pt x="109123" y="17001"/>
                  <a:pt x="108899" y="16876"/>
                  <a:pt x="108725" y="16752"/>
                </a:cubicBezTo>
                <a:cubicBezTo>
                  <a:pt x="108650" y="16702"/>
                  <a:pt x="108600" y="16677"/>
                  <a:pt x="108501" y="16627"/>
                </a:cubicBezTo>
                <a:cubicBezTo>
                  <a:pt x="108277" y="16503"/>
                  <a:pt x="108028" y="16379"/>
                  <a:pt x="107804" y="16279"/>
                </a:cubicBezTo>
                <a:lnTo>
                  <a:pt x="107629" y="16179"/>
                </a:lnTo>
                <a:cubicBezTo>
                  <a:pt x="107380" y="16055"/>
                  <a:pt x="107132" y="15955"/>
                  <a:pt x="106883" y="15831"/>
                </a:cubicBezTo>
                <a:cubicBezTo>
                  <a:pt x="106808" y="15806"/>
                  <a:pt x="106783" y="15806"/>
                  <a:pt x="106733" y="15781"/>
                </a:cubicBezTo>
                <a:cubicBezTo>
                  <a:pt x="106484" y="15657"/>
                  <a:pt x="106186" y="15557"/>
                  <a:pt x="105912" y="15458"/>
                </a:cubicBezTo>
                <a:cubicBezTo>
                  <a:pt x="105862" y="15433"/>
                  <a:pt x="105812" y="15433"/>
                  <a:pt x="105763" y="15408"/>
                </a:cubicBezTo>
                <a:cubicBezTo>
                  <a:pt x="105688" y="15383"/>
                  <a:pt x="105638" y="15333"/>
                  <a:pt x="105563" y="15333"/>
                </a:cubicBezTo>
                <a:cubicBezTo>
                  <a:pt x="104866" y="12272"/>
                  <a:pt x="103497" y="9434"/>
                  <a:pt x="101456" y="7094"/>
                </a:cubicBezTo>
                <a:close/>
                <a:moveTo>
                  <a:pt x="44057" y="16652"/>
                </a:moveTo>
                <a:cubicBezTo>
                  <a:pt x="44033" y="16702"/>
                  <a:pt x="43983" y="16727"/>
                  <a:pt x="43908" y="16802"/>
                </a:cubicBezTo>
                <a:cubicBezTo>
                  <a:pt x="43734" y="16926"/>
                  <a:pt x="43510" y="17051"/>
                  <a:pt x="43311" y="17175"/>
                </a:cubicBezTo>
                <a:lnTo>
                  <a:pt x="42290" y="17822"/>
                </a:lnTo>
                <a:cubicBezTo>
                  <a:pt x="42116" y="17947"/>
                  <a:pt x="41917" y="18046"/>
                  <a:pt x="41767" y="18171"/>
                </a:cubicBezTo>
                <a:lnTo>
                  <a:pt x="41494" y="18345"/>
                </a:lnTo>
                <a:cubicBezTo>
                  <a:pt x="41120" y="18594"/>
                  <a:pt x="40697" y="18893"/>
                  <a:pt x="40324" y="19166"/>
                </a:cubicBezTo>
                <a:cubicBezTo>
                  <a:pt x="40150" y="19291"/>
                  <a:pt x="39950" y="19415"/>
                  <a:pt x="39801" y="19540"/>
                </a:cubicBezTo>
                <a:lnTo>
                  <a:pt x="39801" y="19515"/>
                </a:lnTo>
                <a:lnTo>
                  <a:pt x="39801" y="19465"/>
                </a:lnTo>
                <a:cubicBezTo>
                  <a:pt x="39901" y="19415"/>
                  <a:pt x="40025" y="19316"/>
                  <a:pt x="40125" y="19266"/>
                </a:cubicBezTo>
                <a:cubicBezTo>
                  <a:pt x="40672" y="18893"/>
                  <a:pt x="41195" y="18519"/>
                  <a:pt x="41767" y="18146"/>
                </a:cubicBezTo>
                <a:lnTo>
                  <a:pt x="42315" y="17772"/>
                </a:lnTo>
                <a:cubicBezTo>
                  <a:pt x="42863" y="17424"/>
                  <a:pt x="43360" y="17075"/>
                  <a:pt x="43883" y="16777"/>
                </a:cubicBezTo>
                <a:cubicBezTo>
                  <a:pt x="43908" y="16727"/>
                  <a:pt x="43983" y="16677"/>
                  <a:pt x="44057" y="16652"/>
                </a:cubicBezTo>
                <a:close/>
                <a:moveTo>
                  <a:pt x="39552" y="19614"/>
                </a:moveTo>
                <a:lnTo>
                  <a:pt x="39577" y="19639"/>
                </a:lnTo>
                <a:lnTo>
                  <a:pt x="39577" y="19664"/>
                </a:lnTo>
                <a:lnTo>
                  <a:pt x="39552" y="19689"/>
                </a:lnTo>
                <a:lnTo>
                  <a:pt x="39552" y="19664"/>
                </a:lnTo>
                <a:lnTo>
                  <a:pt x="39552" y="19639"/>
                </a:lnTo>
                <a:cubicBezTo>
                  <a:pt x="39527" y="19639"/>
                  <a:pt x="39527" y="19639"/>
                  <a:pt x="39552" y="19614"/>
                </a:cubicBezTo>
                <a:close/>
                <a:moveTo>
                  <a:pt x="112202" y="18038"/>
                </a:moveTo>
                <a:cubicBezTo>
                  <a:pt x="112254" y="18167"/>
                  <a:pt x="112309" y="18296"/>
                  <a:pt x="112359" y="18420"/>
                </a:cubicBezTo>
                <a:cubicBezTo>
                  <a:pt x="112458" y="18693"/>
                  <a:pt x="112508" y="18992"/>
                  <a:pt x="112608" y="19266"/>
                </a:cubicBezTo>
                <a:lnTo>
                  <a:pt x="112807" y="19814"/>
                </a:lnTo>
                <a:lnTo>
                  <a:pt x="112732" y="19739"/>
                </a:lnTo>
                <a:cubicBezTo>
                  <a:pt x="112682" y="19515"/>
                  <a:pt x="112608" y="19316"/>
                  <a:pt x="112558" y="19141"/>
                </a:cubicBezTo>
                <a:cubicBezTo>
                  <a:pt x="112458" y="18818"/>
                  <a:pt x="112359" y="18544"/>
                  <a:pt x="112259" y="18220"/>
                </a:cubicBezTo>
                <a:cubicBezTo>
                  <a:pt x="112242" y="18159"/>
                  <a:pt x="112223" y="18098"/>
                  <a:pt x="112202" y="18038"/>
                </a:cubicBezTo>
                <a:close/>
                <a:moveTo>
                  <a:pt x="74051" y="10031"/>
                </a:moveTo>
                <a:lnTo>
                  <a:pt x="74051" y="10031"/>
                </a:lnTo>
                <a:cubicBezTo>
                  <a:pt x="71761" y="13018"/>
                  <a:pt x="70168" y="16428"/>
                  <a:pt x="69322" y="19938"/>
                </a:cubicBezTo>
                <a:lnTo>
                  <a:pt x="69272" y="19938"/>
                </a:lnTo>
                <a:cubicBezTo>
                  <a:pt x="70094" y="16428"/>
                  <a:pt x="71687" y="13018"/>
                  <a:pt x="74026" y="10056"/>
                </a:cubicBezTo>
                <a:lnTo>
                  <a:pt x="74051" y="10031"/>
                </a:lnTo>
                <a:close/>
                <a:moveTo>
                  <a:pt x="110214" y="17963"/>
                </a:moveTo>
                <a:lnTo>
                  <a:pt x="110442" y="18096"/>
                </a:lnTo>
                <a:cubicBezTo>
                  <a:pt x="110591" y="18220"/>
                  <a:pt x="110741" y="18345"/>
                  <a:pt x="110890" y="18445"/>
                </a:cubicBezTo>
                <a:cubicBezTo>
                  <a:pt x="110990" y="18544"/>
                  <a:pt x="111114" y="18594"/>
                  <a:pt x="111214" y="18693"/>
                </a:cubicBezTo>
                <a:cubicBezTo>
                  <a:pt x="111363" y="18818"/>
                  <a:pt x="111487" y="18917"/>
                  <a:pt x="111637" y="19042"/>
                </a:cubicBezTo>
                <a:cubicBezTo>
                  <a:pt x="111761" y="19141"/>
                  <a:pt x="111861" y="19216"/>
                  <a:pt x="111985" y="19316"/>
                </a:cubicBezTo>
                <a:cubicBezTo>
                  <a:pt x="112110" y="19440"/>
                  <a:pt x="112234" y="19565"/>
                  <a:pt x="112384" y="19689"/>
                </a:cubicBezTo>
                <a:cubicBezTo>
                  <a:pt x="112458" y="19714"/>
                  <a:pt x="112483" y="19789"/>
                  <a:pt x="112508" y="19814"/>
                </a:cubicBezTo>
                <a:cubicBezTo>
                  <a:pt x="112508" y="19838"/>
                  <a:pt x="112558" y="19913"/>
                  <a:pt x="112558" y="19938"/>
                </a:cubicBezTo>
                <a:lnTo>
                  <a:pt x="112334" y="19714"/>
                </a:lnTo>
                <a:lnTo>
                  <a:pt x="112110" y="19515"/>
                </a:lnTo>
                <a:cubicBezTo>
                  <a:pt x="111985" y="19390"/>
                  <a:pt x="111836" y="19266"/>
                  <a:pt x="111687" y="19141"/>
                </a:cubicBezTo>
                <a:cubicBezTo>
                  <a:pt x="111637" y="19141"/>
                  <a:pt x="111637" y="19092"/>
                  <a:pt x="111612" y="19092"/>
                </a:cubicBezTo>
                <a:cubicBezTo>
                  <a:pt x="111512" y="19017"/>
                  <a:pt x="111438" y="18942"/>
                  <a:pt x="111338" y="18843"/>
                </a:cubicBezTo>
                <a:cubicBezTo>
                  <a:pt x="111313" y="18818"/>
                  <a:pt x="111239" y="18793"/>
                  <a:pt x="111214" y="18768"/>
                </a:cubicBezTo>
                <a:cubicBezTo>
                  <a:pt x="110914" y="18518"/>
                  <a:pt x="110580" y="18235"/>
                  <a:pt x="110214" y="17963"/>
                </a:cubicBezTo>
                <a:close/>
                <a:moveTo>
                  <a:pt x="71288" y="9310"/>
                </a:moveTo>
                <a:cubicBezTo>
                  <a:pt x="71438" y="9334"/>
                  <a:pt x="71562" y="9359"/>
                  <a:pt x="71736" y="9409"/>
                </a:cubicBezTo>
                <a:cubicBezTo>
                  <a:pt x="72010" y="9459"/>
                  <a:pt x="72284" y="9484"/>
                  <a:pt x="72558" y="9583"/>
                </a:cubicBezTo>
                <a:cubicBezTo>
                  <a:pt x="72807" y="9658"/>
                  <a:pt x="73056" y="9733"/>
                  <a:pt x="73304" y="9807"/>
                </a:cubicBezTo>
                <a:cubicBezTo>
                  <a:pt x="73504" y="9857"/>
                  <a:pt x="73653" y="9907"/>
                  <a:pt x="73827" y="9957"/>
                </a:cubicBezTo>
                <a:cubicBezTo>
                  <a:pt x="71512" y="12944"/>
                  <a:pt x="69919" y="16379"/>
                  <a:pt x="69073" y="19863"/>
                </a:cubicBezTo>
                <a:cubicBezTo>
                  <a:pt x="67613" y="19361"/>
                  <a:pt x="65978" y="19116"/>
                  <a:pt x="64209" y="19116"/>
                </a:cubicBezTo>
                <a:cubicBezTo>
                  <a:pt x="62207" y="19116"/>
                  <a:pt x="60033" y="19430"/>
                  <a:pt x="57748" y="20038"/>
                </a:cubicBezTo>
                <a:cubicBezTo>
                  <a:pt x="57648" y="18644"/>
                  <a:pt x="57698" y="17275"/>
                  <a:pt x="57772" y="15906"/>
                </a:cubicBezTo>
                <a:cubicBezTo>
                  <a:pt x="62328" y="13217"/>
                  <a:pt x="66833" y="11027"/>
                  <a:pt x="71288" y="9310"/>
                </a:cubicBezTo>
                <a:close/>
                <a:moveTo>
                  <a:pt x="57598" y="16030"/>
                </a:moveTo>
                <a:cubicBezTo>
                  <a:pt x="57499" y="17349"/>
                  <a:pt x="57474" y="18693"/>
                  <a:pt x="57573" y="20062"/>
                </a:cubicBezTo>
                <a:cubicBezTo>
                  <a:pt x="57548" y="20062"/>
                  <a:pt x="57548" y="20062"/>
                  <a:pt x="57499" y="20087"/>
                </a:cubicBezTo>
                <a:cubicBezTo>
                  <a:pt x="57424" y="18718"/>
                  <a:pt x="57449" y="17399"/>
                  <a:pt x="57548" y="16055"/>
                </a:cubicBezTo>
                <a:cubicBezTo>
                  <a:pt x="57573" y="16055"/>
                  <a:pt x="57573" y="16030"/>
                  <a:pt x="57598" y="16030"/>
                </a:cubicBezTo>
                <a:close/>
                <a:moveTo>
                  <a:pt x="69247" y="20112"/>
                </a:moveTo>
                <a:cubicBezTo>
                  <a:pt x="69272" y="20112"/>
                  <a:pt x="69272" y="20137"/>
                  <a:pt x="69272" y="20137"/>
                </a:cubicBezTo>
                <a:lnTo>
                  <a:pt x="69272" y="20187"/>
                </a:lnTo>
                <a:cubicBezTo>
                  <a:pt x="69247" y="20187"/>
                  <a:pt x="69247" y="20187"/>
                  <a:pt x="69197" y="20162"/>
                </a:cubicBezTo>
                <a:lnTo>
                  <a:pt x="69197" y="20112"/>
                </a:lnTo>
                <a:close/>
                <a:moveTo>
                  <a:pt x="64192" y="19303"/>
                </a:moveTo>
                <a:cubicBezTo>
                  <a:pt x="65952" y="19303"/>
                  <a:pt x="67575" y="19547"/>
                  <a:pt x="69023" y="20038"/>
                </a:cubicBezTo>
                <a:cubicBezTo>
                  <a:pt x="69048" y="20062"/>
                  <a:pt x="69048" y="20112"/>
                  <a:pt x="69023" y="20112"/>
                </a:cubicBezTo>
                <a:cubicBezTo>
                  <a:pt x="67575" y="19610"/>
                  <a:pt x="65952" y="19365"/>
                  <a:pt x="64192" y="19365"/>
                </a:cubicBezTo>
                <a:cubicBezTo>
                  <a:pt x="62200" y="19365"/>
                  <a:pt x="60033" y="19679"/>
                  <a:pt x="57748" y="20286"/>
                </a:cubicBezTo>
                <a:lnTo>
                  <a:pt x="57748" y="20237"/>
                </a:lnTo>
                <a:cubicBezTo>
                  <a:pt x="60034" y="19616"/>
                  <a:pt x="62200" y="19303"/>
                  <a:pt x="64192" y="19303"/>
                </a:cubicBezTo>
                <a:close/>
                <a:moveTo>
                  <a:pt x="57598" y="20262"/>
                </a:moveTo>
                <a:lnTo>
                  <a:pt x="57598" y="20311"/>
                </a:lnTo>
                <a:cubicBezTo>
                  <a:pt x="57573" y="20311"/>
                  <a:pt x="57573" y="20311"/>
                  <a:pt x="57548" y="20336"/>
                </a:cubicBezTo>
                <a:lnTo>
                  <a:pt x="57548" y="20286"/>
                </a:lnTo>
                <a:cubicBezTo>
                  <a:pt x="57573" y="20286"/>
                  <a:pt x="57573" y="20286"/>
                  <a:pt x="57598" y="20262"/>
                </a:cubicBezTo>
                <a:close/>
                <a:moveTo>
                  <a:pt x="112881" y="20162"/>
                </a:moveTo>
                <a:lnTo>
                  <a:pt x="112981" y="20262"/>
                </a:lnTo>
                <a:cubicBezTo>
                  <a:pt x="112931" y="20262"/>
                  <a:pt x="112931" y="20311"/>
                  <a:pt x="112956" y="20361"/>
                </a:cubicBezTo>
                <a:lnTo>
                  <a:pt x="112881" y="20286"/>
                </a:lnTo>
                <a:lnTo>
                  <a:pt x="112881" y="20237"/>
                </a:lnTo>
                <a:lnTo>
                  <a:pt x="112881" y="20162"/>
                </a:lnTo>
                <a:close/>
                <a:moveTo>
                  <a:pt x="109397" y="17772"/>
                </a:moveTo>
                <a:lnTo>
                  <a:pt x="109397" y="17772"/>
                </a:lnTo>
                <a:cubicBezTo>
                  <a:pt x="109521" y="17797"/>
                  <a:pt x="109596" y="17822"/>
                  <a:pt x="109646" y="17897"/>
                </a:cubicBezTo>
                <a:cubicBezTo>
                  <a:pt x="109770" y="17972"/>
                  <a:pt x="109894" y="18046"/>
                  <a:pt x="110019" y="18146"/>
                </a:cubicBezTo>
                <a:cubicBezTo>
                  <a:pt x="110118" y="18196"/>
                  <a:pt x="110218" y="18270"/>
                  <a:pt x="110318" y="18370"/>
                </a:cubicBezTo>
                <a:cubicBezTo>
                  <a:pt x="110492" y="18519"/>
                  <a:pt x="110691" y="18644"/>
                  <a:pt x="110865" y="18793"/>
                </a:cubicBezTo>
                <a:cubicBezTo>
                  <a:pt x="111089" y="18992"/>
                  <a:pt x="111338" y="19141"/>
                  <a:pt x="111512" y="19316"/>
                </a:cubicBezTo>
                <a:cubicBezTo>
                  <a:pt x="111936" y="19664"/>
                  <a:pt x="112309" y="20038"/>
                  <a:pt x="112632" y="20436"/>
                </a:cubicBezTo>
                <a:lnTo>
                  <a:pt x="112632" y="20461"/>
                </a:lnTo>
                <a:cubicBezTo>
                  <a:pt x="112632" y="20481"/>
                  <a:pt x="112632" y="20497"/>
                  <a:pt x="112636" y="20510"/>
                </a:cubicBezTo>
                <a:lnTo>
                  <a:pt x="112636" y="20510"/>
                </a:lnTo>
                <a:cubicBezTo>
                  <a:pt x="111677" y="19485"/>
                  <a:pt x="110597" y="18556"/>
                  <a:pt x="109397" y="17772"/>
                </a:cubicBezTo>
                <a:close/>
                <a:moveTo>
                  <a:pt x="74350" y="10056"/>
                </a:moveTo>
                <a:cubicBezTo>
                  <a:pt x="74425" y="10181"/>
                  <a:pt x="74624" y="10230"/>
                  <a:pt x="74773" y="10305"/>
                </a:cubicBezTo>
                <a:cubicBezTo>
                  <a:pt x="74997" y="10405"/>
                  <a:pt x="75246" y="10479"/>
                  <a:pt x="75470" y="10579"/>
                </a:cubicBezTo>
                <a:cubicBezTo>
                  <a:pt x="75669" y="10679"/>
                  <a:pt x="75893" y="10803"/>
                  <a:pt x="76117" y="10927"/>
                </a:cubicBezTo>
                <a:cubicBezTo>
                  <a:pt x="76341" y="11052"/>
                  <a:pt x="76515" y="11151"/>
                  <a:pt x="76715" y="11276"/>
                </a:cubicBezTo>
                <a:cubicBezTo>
                  <a:pt x="76739" y="11276"/>
                  <a:pt x="76739" y="11301"/>
                  <a:pt x="76764" y="11301"/>
                </a:cubicBezTo>
                <a:lnTo>
                  <a:pt x="77337" y="11674"/>
                </a:lnTo>
                <a:cubicBezTo>
                  <a:pt x="77511" y="11824"/>
                  <a:pt x="77735" y="11948"/>
                  <a:pt x="77909" y="12097"/>
                </a:cubicBezTo>
                <a:cubicBezTo>
                  <a:pt x="78108" y="12272"/>
                  <a:pt x="78258" y="12421"/>
                  <a:pt x="78407" y="12570"/>
                </a:cubicBezTo>
                <a:cubicBezTo>
                  <a:pt x="78581" y="12720"/>
                  <a:pt x="78731" y="12844"/>
                  <a:pt x="78880" y="13018"/>
                </a:cubicBezTo>
                <a:lnTo>
                  <a:pt x="78407" y="13466"/>
                </a:lnTo>
                <a:lnTo>
                  <a:pt x="78208" y="13690"/>
                </a:lnTo>
                <a:cubicBezTo>
                  <a:pt x="77984" y="13914"/>
                  <a:pt x="77760" y="14163"/>
                  <a:pt x="77586" y="14387"/>
                </a:cubicBezTo>
                <a:cubicBezTo>
                  <a:pt x="77536" y="14412"/>
                  <a:pt x="77511" y="14437"/>
                  <a:pt x="77486" y="14512"/>
                </a:cubicBezTo>
                <a:cubicBezTo>
                  <a:pt x="77237" y="14786"/>
                  <a:pt x="77013" y="15034"/>
                  <a:pt x="76789" y="15308"/>
                </a:cubicBezTo>
                <a:cubicBezTo>
                  <a:pt x="76715" y="15433"/>
                  <a:pt x="76615" y="15532"/>
                  <a:pt x="76540" y="15657"/>
                </a:cubicBezTo>
                <a:cubicBezTo>
                  <a:pt x="76416" y="15806"/>
                  <a:pt x="76291" y="16005"/>
                  <a:pt x="76167" y="16155"/>
                </a:cubicBezTo>
                <a:cubicBezTo>
                  <a:pt x="76092" y="16279"/>
                  <a:pt x="75993" y="16428"/>
                  <a:pt x="75893" y="16553"/>
                </a:cubicBezTo>
                <a:cubicBezTo>
                  <a:pt x="75794" y="16702"/>
                  <a:pt x="75669" y="16876"/>
                  <a:pt x="75594" y="17001"/>
                </a:cubicBezTo>
                <a:cubicBezTo>
                  <a:pt x="75495" y="17150"/>
                  <a:pt x="75395" y="17275"/>
                  <a:pt x="75296" y="17424"/>
                </a:cubicBezTo>
                <a:cubicBezTo>
                  <a:pt x="75221" y="17573"/>
                  <a:pt x="75122" y="17698"/>
                  <a:pt x="75022" y="17872"/>
                </a:cubicBezTo>
                <a:cubicBezTo>
                  <a:pt x="74922" y="18021"/>
                  <a:pt x="74848" y="18146"/>
                  <a:pt x="74773" y="18295"/>
                </a:cubicBezTo>
                <a:cubicBezTo>
                  <a:pt x="74674" y="18445"/>
                  <a:pt x="74599" y="18619"/>
                  <a:pt x="74524" y="18768"/>
                </a:cubicBezTo>
                <a:cubicBezTo>
                  <a:pt x="74499" y="18868"/>
                  <a:pt x="74425" y="18917"/>
                  <a:pt x="74400" y="19017"/>
                </a:cubicBezTo>
                <a:cubicBezTo>
                  <a:pt x="73255" y="19515"/>
                  <a:pt x="72110" y="20038"/>
                  <a:pt x="70940" y="20610"/>
                </a:cubicBezTo>
                <a:cubicBezTo>
                  <a:pt x="70517" y="20361"/>
                  <a:pt x="70044" y="20137"/>
                  <a:pt x="69571" y="19938"/>
                </a:cubicBezTo>
                <a:cubicBezTo>
                  <a:pt x="70417" y="16428"/>
                  <a:pt x="72010" y="13018"/>
                  <a:pt x="74350" y="10056"/>
                </a:cubicBezTo>
                <a:close/>
                <a:moveTo>
                  <a:pt x="58494" y="10405"/>
                </a:moveTo>
                <a:lnTo>
                  <a:pt x="58494" y="10405"/>
                </a:lnTo>
                <a:cubicBezTo>
                  <a:pt x="57922" y="12023"/>
                  <a:pt x="57548" y="13790"/>
                  <a:pt x="57374" y="15657"/>
                </a:cubicBezTo>
                <a:cubicBezTo>
                  <a:pt x="57225" y="15756"/>
                  <a:pt x="57051" y="15831"/>
                  <a:pt x="56876" y="15955"/>
                </a:cubicBezTo>
                <a:lnTo>
                  <a:pt x="54736" y="17275"/>
                </a:lnTo>
                <a:cubicBezTo>
                  <a:pt x="53865" y="17822"/>
                  <a:pt x="52968" y="18395"/>
                  <a:pt x="52097" y="18992"/>
                </a:cubicBezTo>
                <a:lnTo>
                  <a:pt x="51251" y="19540"/>
                </a:lnTo>
                <a:cubicBezTo>
                  <a:pt x="50654" y="19938"/>
                  <a:pt x="50081" y="20336"/>
                  <a:pt x="49484" y="20784"/>
                </a:cubicBezTo>
                <a:cubicBezTo>
                  <a:pt x="49484" y="20759"/>
                  <a:pt x="49459" y="20759"/>
                  <a:pt x="49459" y="20759"/>
                </a:cubicBezTo>
                <a:cubicBezTo>
                  <a:pt x="48588" y="19888"/>
                  <a:pt x="47766" y="19067"/>
                  <a:pt x="46995" y="18395"/>
                </a:cubicBezTo>
                <a:cubicBezTo>
                  <a:pt x="46173" y="17673"/>
                  <a:pt x="45426" y="17051"/>
                  <a:pt x="44729" y="16553"/>
                </a:cubicBezTo>
                <a:cubicBezTo>
                  <a:pt x="44779" y="16528"/>
                  <a:pt x="44879" y="16453"/>
                  <a:pt x="44929" y="16428"/>
                </a:cubicBezTo>
                <a:cubicBezTo>
                  <a:pt x="45277" y="16254"/>
                  <a:pt x="45601" y="16030"/>
                  <a:pt x="45924" y="15831"/>
                </a:cubicBezTo>
                <a:lnTo>
                  <a:pt x="46123" y="15756"/>
                </a:lnTo>
                <a:cubicBezTo>
                  <a:pt x="46248" y="15682"/>
                  <a:pt x="46323" y="15632"/>
                  <a:pt x="46447" y="15557"/>
                </a:cubicBezTo>
                <a:cubicBezTo>
                  <a:pt x="46895" y="15308"/>
                  <a:pt x="47293" y="15084"/>
                  <a:pt x="47741" y="14835"/>
                </a:cubicBezTo>
                <a:lnTo>
                  <a:pt x="47766" y="14835"/>
                </a:lnTo>
                <a:cubicBezTo>
                  <a:pt x="51425" y="12894"/>
                  <a:pt x="55034" y="11400"/>
                  <a:pt x="58494" y="10405"/>
                </a:cubicBezTo>
                <a:close/>
                <a:moveTo>
                  <a:pt x="69446" y="20187"/>
                </a:moveTo>
                <a:cubicBezTo>
                  <a:pt x="69894" y="20361"/>
                  <a:pt x="70293" y="20535"/>
                  <a:pt x="70666" y="20759"/>
                </a:cubicBezTo>
                <a:cubicBezTo>
                  <a:pt x="70641" y="20759"/>
                  <a:pt x="70641" y="20784"/>
                  <a:pt x="70591" y="20784"/>
                </a:cubicBezTo>
                <a:cubicBezTo>
                  <a:pt x="70218" y="20610"/>
                  <a:pt x="69870" y="20411"/>
                  <a:pt x="69446" y="20262"/>
                </a:cubicBezTo>
                <a:lnTo>
                  <a:pt x="69446" y="20187"/>
                </a:lnTo>
                <a:close/>
                <a:moveTo>
                  <a:pt x="74225" y="19291"/>
                </a:moveTo>
                <a:cubicBezTo>
                  <a:pt x="74176" y="19316"/>
                  <a:pt x="74176" y="19390"/>
                  <a:pt x="74151" y="19415"/>
                </a:cubicBezTo>
                <a:lnTo>
                  <a:pt x="71164" y="20809"/>
                </a:lnTo>
                <a:cubicBezTo>
                  <a:pt x="71139" y="20784"/>
                  <a:pt x="71114" y="20784"/>
                  <a:pt x="71064" y="20759"/>
                </a:cubicBezTo>
                <a:cubicBezTo>
                  <a:pt x="72135" y="20262"/>
                  <a:pt x="73155" y="19764"/>
                  <a:pt x="74225" y="19291"/>
                </a:cubicBezTo>
                <a:close/>
                <a:moveTo>
                  <a:pt x="44505" y="16652"/>
                </a:moveTo>
                <a:cubicBezTo>
                  <a:pt x="45924" y="17673"/>
                  <a:pt x="47542" y="19067"/>
                  <a:pt x="49334" y="20909"/>
                </a:cubicBezTo>
                <a:lnTo>
                  <a:pt x="49260" y="20934"/>
                </a:lnTo>
                <a:cubicBezTo>
                  <a:pt x="49110" y="20784"/>
                  <a:pt x="48986" y="20635"/>
                  <a:pt x="48837" y="20510"/>
                </a:cubicBezTo>
                <a:lnTo>
                  <a:pt x="48712" y="20386"/>
                </a:lnTo>
                <a:lnTo>
                  <a:pt x="48339" y="20013"/>
                </a:lnTo>
                <a:lnTo>
                  <a:pt x="47990" y="19664"/>
                </a:lnTo>
                <a:lnTo>
                  <a:pt x="47891" y="19565"/>
                </a:lnTo>
                <a:cubicBezTo>
                  <a:pt x="46646" y="18395"/>
                  <a:pt x="45501" y="17424"/>
                  <a:pt x="44431" y="16677"/>
                </a:cubicBezTo>
                <a:cubicBezTo>
                  <a:pt x="44481" y="16677"/>
                  <a:pt x="44505" y="16677"/>
                  <a:pt x="44505" y="16652"/>
                </a:cubicBezTo>
                <a:close/>
                <a:moveTo>
                  <a:pt x="112981" y="20710"/>
                </a:moveTo>
                <a:lnTo>
                  <a:pt x="113081" y="20809"/>
                </a:lnTo>
                <a:cubicBezTo>
                  <a:pt x="113056" y="20859"/>
                  <a:pt x="113056" y="20884"/>
                  <a:pt x="113081" y="20934"/>
                </a:cubicBezTo>
                <a:cubicBezTo>
                  <a:pt x="113056" y="20909"/>
                  <a:pt x="113006" y="20884"/>
                  <a:pt x="113006" y="20859"/>
                </a:cubicBezTo>
                <a:cubicBezTo>
                  <a:pt x="113006" y="20809"/>
                  <a:pt x="112981" y="20759"/>
                  <a:pt x="112981" y="20710"/>
                </a:cubicBezTo>
                <a:close/>
                <a:moveTo>
                  <a:pt x="57354" y="15918"/>
                </a:moveTo>
                <a:lnTo>
                  <a:pt x="57354" y="15918"/>
                </a:lnTo>
                <a:cubicBezTo>
                  <a:pt x="57349" y="15927"/>
                  <a:pt x="57349" y="15941"/>
                  <a:pt x="57349" y="15955"/>
                </a:cubicBezTo>
                <a:cubicBezTo>
                  <a:pt x="56553" y="16428"/>
                  <a:pt x="55756" y="16926"/>
                  <a:pt x="54960" y="17424"/>
                </a:cubicBezTo>
                <a:cubicBezTo>
                  <a:pt x="54736" y="17548"/>
                  <a:pt x="54512" y="17698"/>
                  <a:pt x="54313" y="17872"/>
                </a:cubicBezTo>
                <a:cubicBezTo>
                  <a:pt x="53616" y="18295"/>
                  <a:pt x="52944" y="18743"/>
                  <a:pt x="52247" y="19191"/>
                </a:cubicBezTo>
                <a:cubicBezTo>
                  <a:pt x="51898" y="19415"/>
                  <a:pt x="51599" y="19664"/>
                  <a:pt x="51251" y="19888"/>
                </a:cubicBezTo>
                <a:cubicBezTo>
                  <a:pt x="50728" y="20262"/>
                  <a:pt x="50206" y="20610"/>
                  <a:pt x="49658" y="20983"/>
                </a:cubicBezTo>
                <a:lnTo>
                  <a:pt x="49633" y="20934"/>
                </a:lnTo>
                <a:cubicBezTo>
                  <a:pt x="50156" y="20560"/>
                  <a:pt x="50703" y="20187"/>
                  <a:pt x="51226" y="19863"/>
                </a:cubicBezTo>
                <a:cubicBezTo>
                  <a:pt x="51575" y="19639"/>
                  <a:pt x="51873" y="19390"/>
                  <a:pt x="52222" y="19166"/>
                </a:cubicBezTo>
                <a:lnTo>
                  <a:pt x="53068" y="18619"/>
                </a:lnTo>
                <a:cubicBezTo>
                  <a:pt x="54480" y="17653"/>
                  <a:pt x="55941" y="16761"/>
                  <a:pt x="57354" y="15918"/>
                </a:cubicBezTo>
                <a:close/>
                <a:moveTo>
                  <a:pt x="70840" y="20884"/>
                </a:moveTo>
                <a:cubicBezTo>
                  <a:pt x="70890" y="20909"/>
                  <a:pt x="70915" y="20909"/>
                  <a:pt x="70940" y="20934"/>
                </a:cubicBezTo>
                <a:cubicBezTo>
                  <a:pt x="70915" y="20934"/>
                  <a:pt x="70915" y="20983"/>
                  <a:pt x="70890" y="20983"/>
                </a:cubicBezTo>
                <a:cubicBezTo>
                  <a:pt x="70840" y="20934"/>
                  <a:pt x="70815" y="20909"/>
                  <a:pt x="70790" y="20909"/>
                </a:cubicBezTo>
                <a:cubicBezTo>
                  <a:pt x="70815" y="20909"/>
                  <a:pt x="70815" y="20884"/>
                  <a:pt x="70840" y="20884"/>
                </a:cubicBezTo>
                <a:close/>
                <a:moveTo>
                  <a:pt x="49484" y="21033"/>
                </a:moveTo>
                <a:lnTo>
                  <a:pt x="49509" y="21058"/>
                </a:lnTo>
                <a:lnTo>
                  <a:pt x="49533" y="21083"/>
                </a:lnTo>
                <a:lnTo>
                  <a:pt x="49509" y="21133"/>
                </a:lnTo>
                <a:lnTo>
                  <a:pt x="49484" y="21158"/>
                </a:lnTo>
                <a:lnTo>
                  <a:pt x="49409" y="21058"/>
                </a:lnTo>
                <a:lnTo>
                  <a:pt x="49484" y="21033"/>
                </a:lnTo>
                <a:close/>
                <a:moveTo>
                  <a:pt x="69421" y="20436"/>
                </a:moveTo>
                <a:cubicBezTo>
                  <a:pt x="69745" y="20560"/>
                  <a:pt x="70069" y="20734"/>
                  <a:pt x="70417" y="20884"/>
                </a:cubicBezTo>
                <a:cubicBezTo>
                  <a:pt x="70019" y="21058"/>
                  <a:pt x="69596" y="21282"/>
                  <a:pt x="69197" y="21506"/>
                </a:cubicBezTo>
                <a:cubicBezTo>
                  <a:pt x="69272" y="21158"/>
                  <a:pt x="69322" y="20784"/>
                  <a:pt x="69421" y="20436"/>
                </a:cubicBezTo>
                <a:close/>
                <a:moveTo>
                  <a:pt x="69173" y="20336"/>
                </a:moveTo>
                <a:cubicBezTo>
                  <a:pt x="69173" y="20361"/>
                  <a:pt x="69197" y="20361"/>
                  <a:pt x="69247" y="20386"/>
                </a:cubicBezTo>
                <a:cubicBezTo>
                  <a:pt x="69148" y="20784"/>
                  <a:pt x="69048" y="21232"/>
                  <a:pt x="68973" y="21631"/>
                </a:cubicBezTo>
                <a:cubicBezTo>
                  <a:pt x="68949" y="21631"/>
                  <a:pt x="68949" y="21655"/>
                  <a:pt x="68924" y="21655"/>
                </a:cubicBezTo>
                <a:cubicBezTo>
                  <a:pt x="68973" y="21207"/>
                  <a:pt x="69073" y="20784"/>
                  <a:pt x="69173" y="20336"/>
                </a:cubicBezTo>
                <a:close/>
                <a:moveTo>
                  <a:pt x="70616" y="21008"/>
                </a:moveTo>
                <a:cubicBezTo>
                  <a:pt x="70641" y="21033"/>
                  <a:pt x="70666" y="21033"/>
                  <a:pt x="70691" y="21058"/>
                </a:cubicBezTo>
                <a:cubicBezTo>
                  <a:pt x="70168" y="21307"/>
                  <a:pt x="69670" y="21606"/>
                  <a:pt x="69148" y="21855"/>
                </a:cubicBezTo>
                <a:lnTo>
                  <a:pt x="69148" y="21755"/>
                </a:lnTo>
                <a:cubicBezTo>
                  <a:pt x="69646" y="21506"/>
                  <a:pt x="70118" y="21257"/>
                  <a:pt x="70616" y="21008"/>
                </a:cubicBezTo>
                <a:close/>
                <a:moveTo>
                  <a:pt x="68924" y="21855"/>
                </a:moveTo>
                <a:lnTo>
                  <a:pt x="68924" y="21929"/>
                </a:lnTo>
                <a:cubicBezTo>
                  <a:pt x="68899" y="21929"/>
                  <a:pt x="68899" y="21954"/>
                  <a:pt x="68874" y="21954"/>
                </a:cubicBezTo>
                <a:lnTo>
                  <a:pt x="68874" y="21879"/>
                </a:lnTo>
                <a:cubicBezTo>
                  <a:pt x="68899" y="21879"/>
                  <a:pt x="68899" y="21855"/>
                  <a:pt x="68924" y="21855"/>
                </a:cubicBezTo>
                <a:close/>
                <a:moveTo>
                  <a:pt x="74026" y="19714"/>
                </a:moveTo>
                <a:lnTo>
                  <a:pt x="74026" y="19764"/>
                </a:lnTo>
                <a:cubicBezTo>
                  <a:pt x="73977" y="19913"/>
                  <a:pt x="73902" y="20038"/>
                  <a:pt x="73802" y="20187"/>
                </a:cubicBezTo>
                <a:cubicBezTo>
                  <a:pt x="73728" y="20336"/>
                  <a:pt x="73653" y="20535"/>
                  <a:pt x="73553" y="20685"/>
                </a:cubicBezTo>
                <a:cubicBezTo>
                  <a:pt x="73504" y="20809"/>
                  <a:pt x="73429" y="20958"/>
                  <a:pt x="73379" y="21083"/>
                </a:cubicBezTo>
                <a:cubicBezTo>
                  <a:pt x="73304" y="21257"/>
                  <a:pt x="73230" y="21431"/>
                  <a:pt x="73155" y="21631"/>
                </a:cubicBezTo>
                <a:cubicBezTo>
                  <a:pt x="73105" y="21755"/>
                  <a:pt x="73056" y="21904"/>
                  <a:pt x="73006" y="22029"/>
                </a:cubicBezTo>
                <a:cubicBezTo>
                  <a:pt x="72981" y="22103"/>
                  <a:pt x="72981" y="22128"/>
                  <a:pt x="72931" y="22178"/>
                </a:cubicBezTo>
                <a:cubicBezTo>
                  <a:pt x="72483" y="21705"/>
                  <a:pt x="71935" y="21307"/>
                  <a:pt x="71363" y="20934"/>
                </a:cubicBezTo>
                <a:cubicBezTo>
                  <a:pt x="72259" y="20510"/>
                  <a:pt x="73130" y="20087"/>
                  <a:pt x="74026" y="19714"/>
                </a:cubicBezTo>
                <a:close/>
                <a:moveTo>
                  <a:pt x="71139" y="21033"/>
                </a:moveTo>
                <a:cubicBezTo>
                  <a:pt x="71761" y="21407"/>
                  <a:pt x="72359" y="21879"/>
                  <a:pt x="72856" y="22377"/>
                </a:cubicBezTo>
                <a:cubicBezTo>
                  <a:pt x="72881" y="22402"/>
                  <a:pt x="72856" y="22427"/>
                  <a:pt x="72856" y="22427"/>
                </a:cubicBezTo>
                <a:cubicBezTo>
                  <a:pt x="72309" y="21904"/>
                  <a:pt x="71736" y="21431"/>
                  <a:pt x="71064" y="21058"/>
                </a:cubicBezTo>
                <a:cubicBezTo>
                  <a:pt x="71114" y="21058"/>
                  <a:pt x="71114" y="21033"/>
                  <a:pt x="71139" y="21033"/>
                </a:cubicBezTo>
                <a:close/>
                <a:moveTo>
                  <a:pt x="57374" y="16179"/>
                </a:moveTo>
                <a:lnTo>
                  <a:pt x="57374" y="16179"/>
                </a:lnTo>
                <a:cubicBezTo>
                  <a:pt x="57250" y="17499"/>
                  <a:pt x="57250" y="18793"/>
                  <a:pt x="57324" y="20137"/>
                </a:cubicBezTo>
                <a:cubicBezTo>
                  <a:pt x="55308" y="20685"/>
                  <a:pt x="53217" y="21506"/>
                  <a:pt x="51102" y="22502"/>
                </a:cubicBezTo>
                <a:cubicBezTo>
                  <a:pt x="51102" y="22477"/>
                  <a:pt x="51077" y="22477"/>
                  <a:pt x="51077" y="22427"/>
                </a:cubicBezTo>
                <a:cubicBezTo>
                  <a:pt x="50853" y="22178"/>
                  <a:pt x="50629" y="21954"/>
                  <a:pt x="50405" y="21705"/>
                </a:cubicBezTo>
                <a:cubicBezTo>
                  <a:pt x="50230" y="21506"/>
                  <a:pt x="50006" y="21282"/>
                  <a:pt x="49832" y="21058"/>
                </a:cubicBezTo>
                <a:cubicBezTo>
                  <a:pt x="50355" y="20685"/>
                  <a:pt x="50878" y="20311"/>
                  <a:pt x="51400" y="19988"/>
                </a:cubicBezTo>
                <a:cubicBezTo>
                  <a:pt x="51749" y="19764"/>
                  <a:pt x="52097" y="19515"/>
                  <a:pt x="52446" y="19291"/>
                </a:cubicBezTo>
                <a:lnTo>
                  <a:pt x="54313" y="18071"/>
                </a:lnTo>
                <a:cubicBezTo>
                  <a:pt x="54586" y="17897"/>
                  <a:pt x="54860" y="17698"/>
                  <a:pt x="55134" y="17548"/>
                </a:cubicBezTo>
                <a:cubicBezTo>
                  <a:pt x="55881" y="17075"/>
                  <a:pt x="56627" y="16603"/>
                  <a:pt x="57374" y="16179"/>
                </a:cubicBezTo>
                <a:close/>
                <a:moveTo>
                  <a:pt x="111508" y="15961"/>
                </a:moveTo>
                <a:lnTo>
                  <a:pt x="111508" y="15961"/>
                </a:lnTo>
                <a:cubicBezTo>
                  <a:pt x="112181" y="16960"/>
                  <a:pt x="113240" y="18615"/>
                  <a:pt x="114201" y="20635"/>
                </a:cubicBezTo>
                <a:cubicBezTo>
                  <a:pt x="114534" y="21324"/>
                  <a:pt x="114788" y="21974"/>
                  <a:pt x="115034" y="22566"/>
                </a:cubicBezTo>
                <a:lnTo>
                  <a:pt x="115034" y="22566"/>
                </a:lnTo>
                <a:cubicBezTo>
                  <a:pt x="115026" y="22557"/>
                  <a:pt x="115014" y="22552"/>
                  <a:pt x="114997" y="22552"/>
                </a:cubicBezTo>
                <a:cubicBezTo>
                  <a:pt x="114723" y="22153"/>
                  <a:pt x="114450" y="21755"/>
                  <a:pt x="114126" y="21332"/>
                </a:cubicBezTo>
                <a:lnTo>
                  <a:pt x="114051" y="21257"/>
                </a:lnTo>
                <a:cubicBezTo>
                  <a:pt x="113728" y="20884"/>
                  <a:pt x="113429" y="20510"/>
                  <a:pt x="113081" y="20137"/>
                </a:cubicBezTo>
                <a:cubicBezTo>
                  <a:pt x="113006" y="19838"/>
                  <a:pt x="112881" y="19565"/>
                  <a:pt x="112832" y="19291"/>
                </a:cubicBezTo>
                <a:lnTo>
                  <a:pt x="112558" y="18370"/>
                </a:lnTo>
                <a:cubicBezTo>
                  <a:pt x="112458" y="18071"/>
                  <a:pt x="112334" y="17822"/>
                  <a:pt x="112234" y="17573"/>
                </a:cubicBezTo>
                <a:cubicBezTo>
                  <a:pt x="112110" y="17275"/>
                  <a:pt x="112010" y="16951"/>
                  <a:pt x="111861" y="16677"/>
                </a:cubicBezTo>
                <a:cubicBezTo>
                  <a:pt x="111761" y="16428"/>
                  <a:pt x="111637" y="16204"/>
                  <a:pt x="111512" y="15980"/>
                </a:cubicBezTo>
                <a:cubicBezTo>
                  <a:pt x="111512" y="15974"/>
                  <a:pt x="111511" y="15967"/>
                  <a:pt x="111508" y="15961"/>
                </a:cubicBezTo>
                <a:close/>
                <a:moveTo>
                  <a:pt x="49633" y="21232"/>
                </a:moveTo>
                <a:cubicBezTo>
                  <a:pt x="49832" y="21407"/>
                  <a:pt x="50006" y="21631"/>
                  <a:pt x="50206" y="21805"/>
                </a:cubicBezTo>
                <a:cubicBezTo>
                  <a:pt x="50405" y="22054"/>
                  <a:pt x="50654" y="22278"/>
                  <a:pt x="50878" y="22527"/>
                </a:cubicBezTo>
                <a:lnTo>
                  <a:pt x="50902" y="22552"/>
                </a:lnTo>
                <a:cubicBezTo>
                  <a:pt x="50878" y="22552"/>
                  <a:pt x="50878" y="22601"/>
                  <a:pt x="50853" y="22601"/>
                </a:cubicBezTo>
                <a:lnTo>
                  <a:pt x="50778" y="22527"/>
                </a:lnTo>
                <a:cubicBezTo>
                  <a:pt x="50703" y="22402"/>
                  <a:pt x="50579" y="22303"/>
                  <a:pt x="50479" y="22178"/>
                </a:cubicBezTo>
                <a:cubicBezTo>
                  <a:pt x="50156" y="21855"/>
                  <a:pt x="49882" y="21531"/>
                  <a:pt x="49583" y="21232"/>
                </a:cubicBezTo>
                <a:lnTo>
                  <a:pt x="49583" y="21232"/>
                </a:lnTo>
                <a:cubicBezTo>
                  <a:pt x="49592" y="21241"/>
                  <a:pt x="49597" y="21243"/>
                  <a:pt x="49602" y="21243"/>
                </a:cubicBezTo>
                <a:cubicBezTo>
                  <a:pt x="49611" y="21243"/>
                  <a:pt x="49616" y="21232"/>
                  <a:pt x="49633" y="21232"/>
                </a:cubicBezTo>
                <a:close/>
                <a:moveTo>
                  <a:pt x="57349" y="20311"/>
                </a:moveTo>
                <a:lnTo>
                  <a:pt x="57349" y="20386"/>
                </a:lnTo>
                <a:cubicBezTo>
                  <a:pt x="55383" y="20934"/>
                  <a:pt x="53342" y="21705"/>
                  <a:pt x="51251" y="22676"/>
                </a:cubicBezTo>
                <a:cubicBezTo>
                  <a:pt x="51251" y="22676"/>
                  <a:pt x="51226" y="22676"/>
                  <a:pt x="51226" y="22651"/>
                </a:cubicBezTo>
                <a:cubicBezTo>
                  <a:pt x="53317" y="21655"/>
                  <a:pt x="55358" y="20884"/>
                  <a:pt x="57349" y="20311"/>
                </a:cubicBezTo>
                <a:close/>
                <a:moveTo>
                  <a:pt x="51077" y="22751"/>
                </a:moveTo>
                <a:cubicBezTo>
                  <a:pt x="51077" y="22776"/>
                  <a:pt x="51077" y="22776"/>
                  <a:pt x="51102" y="22800"/>
                </a:cubicBezTo>
                <a:cubicBezTo>
                  <a:pt x="51077" y="22800"/>
                  <a:pt x="51077" y="22825"/>
                  <a:pt x="51027" y="22825"/>
                </a:cubicBezTo>
                <a:cubicBezTo>
                  <a:pt x="51027" y="22800"/>
                  <a:pt x="51002" y="22800"/>
                  <a:pt x="51002" y="22776"/>
                </a:cubicBezTo>
                <a:cubicBezTo>
                  <a:pt x="51027" y="22776"/>
                  <a:pt x="51027" y="22751"/>
                  <a:pt x="51077" y="22751"/>
                </a:cubicBezTo>
                <a:close/>
                <a:moveTo>
                  <a:pt x="113329" y="18395"/>
                </a:moveTo>
                <a:lnTo>
                  <a:pt x="113329" y="18395"/>
                </a:lnTo>
                <a:cubicBezTo>
                  <a:pt x="113603" y="18893"/>
                  <a:pt x="113852" y="19316"/>
                  <a:pt x="113977" y="19540"/>
                </a:cubicBezTo>
                <a:cubicBezTo>
                  <a:pt x="114126" y="19814"/>
                  <a:pt x="114300" y="20137"/>
                  <a:pt x="114425" y="20436"/>
                </a:cubicBezTo>
                <a:cubicBezTo>
                  <a:pt x="115047" y="21780"/>
                  <a:pt x="115495" y="22975"/>
                  <a:pt x="115868" y="23995"/>
                </a:cubicBezTo>
                <a:cubicBezTo>
                  <a:pt x="115868" y="24020"/>
                  <a:pt x="115918" y="24045"/>
                  <a:pt x="115918" y="24095"/>
                </a:cubicBezTo>
                <a:cubicBezTo>
                  <a:pt x="115868" y="24045"/>
                  <a:pt x="115843" y="23995"/>
                  <a:pt x="115843" y="23970"/>
                </a:cubicBezTo>
                <a:cubicBezTo>
                  <a:pt x="115843" y="23970"/>
                  <a:pt x="115843" y="23921"/>
                  <a:pt x="115819" y="23921"/>
                </a:cubicBezTo>
                <a:lnTo>
                  <a:pt x="115819" y="23896"/>
                </a:lnTo>
                <a:cubicBezTo>
                  <a:pt x="115769" y="23846"/>
                  <a:pt x="115744" y="23771"/>
                  <a:pt x="115719" y="23672"/>
                </a:cubicBezTo>
                <a:cubicBezTo>
                  <a:pt x="115370" y="22726"/>
                  <a:pt x="114947" y="21655"/>
                  <a:pt x="114375" y="20436"/>
                </a:cubicBezTo>
                <a:cubicBezTo>
                  <a:pt x="114026" y="19739"/>
                  <a:pt x="113653" y="19017"/>
                  <a:pt x="113329" y="18395"/>
                </a:cubicBezTo>
                <a:close/>
                <a:moveTo>
                  <a:pt x="113180" y="20535"/>
                </a:moveTo>
                <a:lnTo>
                  <a:pt x="113180" y="20535"/>
                </a:lnTo>
                <a:cubicBezTo>
                  <a:pt x="113429" y="20809"/>
                  <a:pt x="113678" y="21058"/>
                  <a:pt x="113877" y="21382"/>
                </a:cubicBezTo>
                <a:cubicBezTo>
                  <a:pt x="113927" y="21407"/>
                  <a:pt x="113952" y="21431"/>
                  <a:pt x="113952" y="21481"/>
                </a:cubicBezTo>
                <a:cubicBezTo>
                  <a:pt x="114250" y="21879"/>
                  <a:pt x="114524" y="22278"/>
                  <a:pt x="114823" y="22676"/>
                </a:cubicBezTo>
                <a:cubicBezTo>
                  <a:pt x="114823" y="22726"/>
                  <a:pt x="114848" y="22726"/>
                  <a:pt x="114848" y="22751"/>
                </a:cubicBezTo>
                <a:cubicBezTo>
                  <a:pt x="115097" y="23124"/>
                  <a:pt x="115296" y="23497"/>
                  <a:pt x="115495" y="23871"/>
                </a:cubicBezTo>
                <a:cubicBezTo>
                  <a:pt x="115545" y="23995"/>
                  <a:pt x="115595" y="24120"/>
                  <a:pt x="115619" y="24244"/>
                </a:cubicBezTo>
                <a:cubicBezTo>
                  <a:pt x="115221" y="23398"/>
                  <a:pt x="114723" y="22626"/>
                  <a:pt x="114176" y="21855"/>
                </a:cubicBezTo>
                <a:cubicBezTo>
                  <a:pt x="114126" y="21805"/>
                  <a:pt x="114101" y="21755"/>
                  <a:pt x="114076" y="21705"/>
                </a:cubicBezTo>
                <a:cubicBezTo>
                  <a:pt x="113802" y="21332"/>
                  <a:pt x="113504" y="21008"/>
                  <a:pt x="113205" y="20660"/>
                </a:cubicBezTo>
                <a:cubicBezTo>
                  <a:pt x="113230" y="20660"/>
                  <a:pt x="113230" y="20660"/>
                  <a:pt x="113205" y="20635"/>
                </a:cubicBezTo>
                <a:lnTo>
                  <a:pt x="113180" y="20535"/>
                </a:lnTo>
                <a:close/>
                <a:moveTo>
                  <a:pt x="93143" y="14935"/>
                </a:moveTo>
                <a:cubicBezTo>
                  <a:pt x="93889" y="18021"/>
                  <a:pt x="94014" y="21506"/>
                  <a:pt x="93516" y="25215"/>
                </a:cubicBezTo>
                <a:lnTo>
                  <a:pt x="93441" y="25215"/>
                </a:lnTo>
                <a:cubicBezTo>
                  <a:pt x="93939" y="21506"/>
                  <a:pt x="93840" y="18046"/>
                  <a:pt x="93068" y="14935"/>
                </a:cubicBezTo>
                <a:close/>
                <a:moveTo>
                  <a:pt x="93466" y="25389"/>
                </a:moveTo>
                <a:lnTo>
                  <a:pt x="93466" y="25464"/>
                </a:lnTo>
                <a:lnTo>
                  <a:pt x="93417" y="25464"/>
                </a:lnTo>
                <a:lnTo>
                  <a:pt x="93417" y="25389"/>
                </a:lnTo>
                <a:close/>
                <a:moveTo>
                  <a:pt x="97623" y="14512"/>
                </a:moveTo>
                <a:cubicBezTo>
                  <a:pt x="98245" y="14512"/>
                  <a:pt x="98868" y="14537"/>
                  <a:pt x="99490" y="14562"/>
                </a:cubicBezTo>
                <a:cubicBezTo>
                  <a:pt x="100983" y="14711"/>
                  <a:pt x="102427" y="15010"/>
                  <a:pt x="103771" y="15383"/>
                </a:cubicBezTo>
                <a:cubicBezTo>
                  <a:pt x="104593" y="18619"/>
                  <a:pt x="104742" y="22178"/>
                  <a:pt x="104344" y="25986"/>
                </a:cubicBezTo>
                <a:cubicBezTo>
                  <a:pt x="102139" y="25309"/>
                  <a:pt x="99740" y="24983"/>
                  <a:pt x="97155" y="24983"/>
                </a:cubicBezTo>
                <a:cubicBezTo>
                  <a:pt x="96035" y="24983"/>
                  <a:pt x="94880" y="25045"/>
                  <a:pt x="93690" y="25165"/>
                </a:cubicBezTo>
                <a:cubicBezTo>
                  <a:pt x="94188" y="21481"/>
                  <a:pt x="94089" y="17996"/>
                  <a:pt x="93317" y="14885"/>
                </a:cubicBezTo>
                <a:cubicBezTo>
                  <a:pt x="93441" y="14835"/>
                  <a:pt x="93541" y="14810"/>
                  <a:pt x="93665" y="14810"/>
                </a:cubicBezTo>
                <a:cubicBezTo>
                  <a:pt x="93939" y="14786"/>
                  <a:pt x="94263" y="14761"/>
                  <a:pt x="94537" y="14711"/>
                </a:cubicBezTo>
                <a:cubicBezTo>
                  <a:pt x="94910" y="14686"/>
                  <a:pt x="95283" y="14636"/>
                  <a:pt x="95657" y="14586"/>
                </a:cubicBezTo>
                <a:cubicBezTo>
                  <a:pt x="95955" y="14562"/>
                  <a:pt x="96279" y="14562"/>
                  <a:pt x="96627" y="14562"/>
                </a:cubicBezTo>
                <a:cubicBezTo>
                  <a:pt x="96926" y="14537"/>
                  <a:pt x="97275" y="14512"/>
                  <a:pt x="97623" y="14512"/>
                </a:cubicBezTo>
                <a:close/>
                <a:moveTo>
                  <a:pt x="103995" y="15433"/>
                </a:moveTo>
                <a:cubicBezTo>
                  <a:pt x="104020" y="15433"/>
                  <a:pt x="104045" y="15433"/>
                  <a:pt x="104045" y="15458"/>
                </a:cubicBezTo>
                <a:cubicBezTo>
                  <a:pt x="104842" y="18693"/>
                  <a:pt x="104991" y="22278"/>
                  <a:pt x="104593" y="26086"/>
                </a:cubicBezTo>
                <a:cubicBezTo>
                  <a:pt x="104543" y="26086"/>
                  <a:pt x="104543" y="26086"/>
                  <a:pt x="104518" y="26036"/>
                </a:cubicBezTo>
                <a:cubicBezTo>
                  <a:pt x="104916" y="22253"/>
                  <a:pt x="104792" y="18669"/>
                  <a:pt x="103995" y="15433"/>
                </a:cubicBezTo>
                <a:close/>
                <a:moveTo>
                  <a:pt x="116247" y="25401"/>
                </a:moveTo>
                <a:cubicBezTo>
                  <a:pt x="116259" y="25416"/>
                  <a:pt x="116291" y="25424"/>
                  <a:pt x="116291" y="25464"/>
                </a:cubicBezTo>
                <a:lnTo>
                  <a:pt x="116291" y="25489"/>
                </a:lnTo>
                <a:cubicBezTo>
                  <a:pt x="116366" y="25711"/>
                  <a:pt x="116440" y="25934"/>
                  <a:pt x="116490" y="26156"/>
                </a:cubicBezTo>
                <a:lnTo>
                  <a:pt x="116490" y="26156"/>
                </a:lnTo>
                <a:cubicBezTo>
                  <a:pt x="116481" y="26132"/>
                  <a:pt x="116473" y="26109"/>
                  <a:pt x="116466" y="26086"/>
                </a:cubicBezTo>
                <a:cubicBezTo>
                  <a:pt x="116392" y="25866"/>
                  <a:pt x="116343" y="25645"/>
                  <a:pt x="116247" y="25401"/>
                </a:cubicBezTo>
                <a:close/>
                <a:moveTo>
                  <a:pt x="44281" y="16802"/>
                </a:moveTo>
                <a:cubicBezTo>
                  <a:pt x="44481" y="16926"/>
                  <a:pt x="44630" y="17051"/>
                  <a:pt x="44804" y="17175"/>
                </a:cubicBezTo>
                <a:lnTo>
                  <a:pt x="45277" y="17548"/>
                </a:lnTo>
                <a:cubicBezTo>
                  <a:pt x="45302" y="17573"/>
                  <a:pt x="45327" y="17573"/>
                  <a:pt x="45327" y="17623"/>
                </a:cubicBezTo>
                <a:cubicBezTo>
                  <a:pt x="45700" y="17922"/>
                  <a:pt x="46123" y="18245"/>
                  <a:pt x="46497" y="18569"/>
                </a:cubicBezTo>
                <a:cubicBezTo>
                  <a:pt x="46497" y="18569"/>
                  <a:pt x="46522" y="18569"/>
                  <a:pt x="46522" y="18594"/>
                </a:cubicBezTo>
                <a:cubicBezTo>
                  <a:pt x="46671" y="18768"/>
                  <a:pt x="46870" y="18917"/>
                  <a:pt x="47044" y="19067"/>
                </a:cubicBezTo>
                <a:cubicBezTo>
                  <a:pt x="47069" y="19092"/>
                  <a:pt x="47144" y="19141"/>
                  <a:pt x="47169" y="19191"/>
                </a:cubicBezTo>
                <a:cubicBezTo>
                  <a:pt x="47293" y="19316"/>
                  <a:pt x="47443" y="19440"/>
                  <a:pt x="47567" y="19565"/>
                </a:cubicBezTo>
                <a:cubicBezTo>
                  <a:pt x="47667" y="19664"/>
                  <a:pt x="47766" y="19739"/>
                  <a:pt x="47816" y="19814"/>
                </a:cubicBezTo>
                <a:lnTo>
                  <a:pt x="48115" y="20112"/>
                </a:lnTo>
                <a:cubicBezTo>
                  <a:pt x="48239" y="20237"/>
                  <a:pt x="48388" y="20361"/>
                  <a:pt x="48513" y="20510"/>
                </a:cubicBezTo>
                <a:lnTo>
                  <a:pt x="48712" y="20685"/>
                </a:lnTo>
                <a:lnTo>
                  <a:pt x="49061" y="21058"/>
                </a:lnTo>
                <a:cubicBezTo>
                  <a:pt x="48289" y="21631"/>
                  <a:pt x="47542" y="22178"/>
                  <a:pt x="46771" y="22751"/>
                </a:cubicBezTo>
                <a:cubicBezTo>
                  <a:pt x="46621" y="22875"/>
                  <a:pt x="46447" y="22975"/>
                  <a:pt x="46298" y="23099"/>
                </a:cubicBezTo>
                <a:cubicBezTo>
                  <a:pt x="45551" y="23672"/>
                  <a:pt x="44779" y="24244"/>
                  <a:pt x="44033" y="24841"/>
                </a:cubicBezTo>
                <a:cubicBezTo>
                  <a:pt x="43809" y="24991"/>
                  <a:pt x="43634" y="25165"/>
                  <a:pt x="43410" y="25314"/>
                </a:cubicBezTo>
                <a:lnTo>
                  <a:pt x="42390" y="26161"/>
                </a:lnTo>
                <a:cubicBezTo>
                  <a:pt x="41718" y="24916"/>
                  <a:pt x="41170" y="23696"/>
                  <a:pt x="40722" y="22601"/>
                </a:cubicBezTo>
                <a:cubicBezTo>
                  <a:pt x="40697" y="22527"/>
                  <a:pt x="40672" y="22452"/>
                  <a:pt x="40647" y="22377"/>
                </a:cubicBezTo>
                <a:cubicBezTo>
                  <a:pt x="40523" y="22054"/>
                  <a:pt x="40423" y="21755"/>
                  <a:pt x="40299" y="21431"/>
                </a:cubicBezTo>
                <a:cubicBezTo>
                  <a:pt x="40224" y="21282"/>
                  <a:pt x="40174" y="21083"/>
                  <a:pt x="40100" y="20934"/>
                </a:cubicBezTo>
                <a:cubicBezTo>
                  <a:pt x="40025" y="20685"/>
                  <a:pt x="39950" y="20461"/>
                  <a:pt x="39901" y="20237"/>
                </a:cubicBezTo>
                <a:cubicBezTo>
                  <a:pt x="39826" y="20038"/>
                  <a:pt x="39776" y="19838"/>
                  <a:pt x="39726" y="19689"/>
                </a:cubicBezTo>
                <a:cubicBezTo>
                  <a:pt x="40398" y="19216"/>
                  <a:pt x="41071" y="18768"/>
                  <a:pt x="41718" y="18320"/>
                </a:cubicBezTo>
                <a:cubicBezTo>
                  <a:pt x="41917" y="18196"/>
                  <a:pt x="42141" y="18071"/>
                  <a:pt x="42315" y="17947"/>
                </a:cubicBezTo>
                <a:cubicBezTo>
                  <a:pt x="42838" y="17598"/>
                  <a:pt x="43336" y="17300"/>
                  <a:pt x="43883" y="16951"/>
                </a:cubicBezTo>
                <a:cubicBezTo>
                  <a:pt x="44057" y="16926"/>
                  <a:pt x="44157" y="16876"/>
                  <a:pt x="44281" y="16802"/>
                </a:cubicBezTo>
                <a:close/>
                <a:moveTo>
                  <a:pt x="97037" y="25188"/>
                </a:moveTo>
                <a:cubicBezTo>
                  <a:pt x="99657" y="25188"/>
                  <a:pt x="102099" y="25526"/>
                  <a:pt x="104294" y="26210"/>
                </a:cubicBezTo>
                <a:lnTo>
                  <a:pt x="104294" y="26260"/>
                </a:lnTo>
                <a:cubicBezTo>
                  <a:pt x="102077" y="25574"/>
                  <a:pt x="99636" y="25249"/>
                  <a:pt x="97015" y="25249"/>
                </a:cubicBezTo>
                <a:cubicBezTo>
                  <a:pt x="95929" y="25249"/>
                  <a:pt x="94811" y="25305"/>
                  <a:pt x="93665" y="25414"/>
                </a:cubicBezTo>
                <a:lnTo>
                  <a:pt x="93665" y="25364"/>
                </a:lnTo>
                <a:cubicBezTo>
                  <a:pt x="94817" y="25247"/>
                  <a:pt x="95943" y="25188"/>
                  <a:pt x="97037" y="25188"/>
                </a:cubicBezTo>
                <a:close/>
                <a:moveTo>
                  <a:pt x="104244" y="15532"/>
                </a:moveTo>
                <a:lnTo>
                  <a:pt x="104244" y="15532"/>
                </a:lnTo>
                <a:cubicBezTo>
                  <a:pt x="104543" y="15607"/>
                  <a:pt x="104866" y="15756"/>
                  <a:pt x="105165" y="15831"/>
                </a:cubicBezTo>
                <a:cubicBezTo>
                  <a:pt x="105912" y="19166"/>
                  <a:pt x="105887" y="22751"/>
                  <a:pt x="105115" y="26260"/>
                </a:cubicBezTo>
                <a:cubicBezTo>
                  <a:pt x="104991" y="26235"/>
                  <a:pt x="104866" y="26161"/>
                  <a:pt x="104742" y="26136"/>
                </a:cubicBezTo>
                <a:cubicBezTo>
                  <a:pt x="105165" y="22352"/>
                  <a:pt x="105016" y="18768"/>
                  <a:pt x="104244" y="15532"/>
                </a:cubicBezTo>
                <a:close/>
                <a:moveTo>
                  <a:pt x="39652" y="19863"/>
                </a:moveTo>
                <a:lnTo>
                  <a:pt x="39751" y="20137"/>
                </a:lnTo>
                <a:cubicBezTo>
                  <a:pt x="39801" y="20411"/>
                  <a:pt x="39901" y="20685"/>
                  <a:pt x="40000" y="21008"/>
                </a:cubicBezTo>
                <a:cubicBezTo>
                  <a:pt x="40025" y="21058"/>
                  <a:pt x="40050" y="21158"/>
                  <a:pt x="40075" y="21232"/>
                </a:cubicBezTo>
                <a:cubicBezTo>
                  <a:pt x="40622" y="22751"/>
                  <a:pt x="41369" y="24493"/>
                  <a:pt x="42290" y="26285"/>
                </a:cubicBezTo>
                <a:lnTo>
                  <a:pt x="42265" y="26335"/>
                </a:lnTo>
                <a:cubicBezTo>
                  <a:pt x="41618" y="25041"/>
                  <a:pt x="41046" y="23846"/>
                  <a:pt x="40573" y="22726"/>
                </a:cubicBezTo>
                <a:cubicBezTo>
                  <a:pt x="40548" y="22626"/>
                  <a:pt x="40523" y="22552"/>
                  <a:pt x="40498" y="22477"/>
                </a:cubicBezTo>
                <a:cubicBezTo>
                  <a:pt x="40349" y="22153"/>
                  <a:pt x="40274" y="21879"/>
                  <a:pt x="40150" y="21606"/>
                </a:cubicBezTo>
                <a:lnTo>
                  <a:pt x="39950" y="21033"/>
                </a:lnTo>
                <a:cubicBezTo>
                  <a:pt x="39901" y="20809"/>
                  <a:pt x="39826" y="20610"/>
                  <a:pt x="39751" y="20386"/>
                </a:cubicBezTo>
                <a:cubicBezTo>
                  <a:pt x="39677" y="20237"/>
                  <a:pt x="39652" y="20038"/>
                  <a:pt x="39577" y="19888"/>
                </a:cubicBezTo>
                <a:cubicBezTo>
                  <a:pt x="39627" y="19888"/>
                  <a:pt x="39627" y="19863"/>
                  <a:pt x="39652" y="19863"/>
                </a:cubicBezTo>
                <a:close/>
                <a:moveTo>
                  <a:pt x="104493" y="26235"/>
                </a:moveTo>
                <a:cubicBezTo>
                  <a:pt x="104518" y="26235"/>
                  <a:pt x="104518" y="26235"/>
                  <a:pt x="104543" y="26260"/>
                </a:cubicBezTo>
                <a:lnTo>
                  <a:pt x="104543" y="26335"/>
                </a:lnTo>
                <a:cubicBezTo>
                  <a:pt x="104518" y="26335"/>
                  <a:pt x="104518" y="26335"/>
                  <a:pt x="104493" y="26285"/>
                </a:cubicBezTo>
                <a:lnTo>
                  <a:pt x="104493" y="26235"/>
                </a:lnTo>
                <a:close/>
                <a:moveTo>
                  <a:pt x="105414" y="15931"/>
                </a:moveTo>
                <a:cubicBezTo>
                  <a:pt x="105464" y="15931"/>
                  <a:pt x="105489" y="15955"/>
                  <a:pt x="105489" y="15955"/>
                </a:cubicBezTo>
                <a:cubicBezTo>
                  <a:pt x="106161" y="19266"/>
                  <a:pt x="106136" y="22850"/>
                  <a:pt x="105364" y="26360"/>
                </a:cubicBezTo>
                <a:cubicBezTo>
                  <a:pt x="105339" y="26360"/>
                  <a:pt x="105339" y="26360"/>
                  <a:pt x="105290" y="26335"/>
                </a:cubicBezTo>
                <a:cubicBezTo>
                  <a:pt x="106086" y="22850"/>
                  <a:pt x="106111" y="19266"/>
                  <a:pt x="105414" y="15931"/>
                </a:cubicBezTo>
                <a:close/>
                <a:moveTo>
                  <a:pt x="116518" y="26231"/>
                </a:moveTo>
                <a:lnTo>
                  <a:pt x="116518" y="26231"/>
                </a:lnTo>
                <a:cubicBezTo>
                  <a:pt x="116524" y="26234"/>
                  <a:pt x="116531" y="26235"/>
                  <a:pt x="116540" y="26235"/>
                </a:cubicBezTo>
                <a:cubicBezTo>
                  <a:pt x="116559" y="26272"/>
                  <a:pt x="116564" y="26323"/>
                  <a:pt x="116575" y="26367"/>
                </a:cubicBezTo>
                <a:lnTo>
                  <a:pt x="116575" y="26367"/>
                </a:lnTo>
                <a:cubicBezTo>
                  <a:pt x="116570" y="26356"/>
                  <a:pt x="116565" y="26346"/>
                  <a:pt x="116565" y="26335"/>
                </a:cubicBezTo>
                <a:cubicBezTo>
                  <a:pt x="116546" y="26297"/>
                  <a:pt x="116531" y="26263"/>
                  <a:pt x="116518" y="26231"/>
                </a:cubicBezTo>
                <a:close/>
                <a:moveTo>
                  <a:pt x="49260" y="21183"/>
                </a:moveTo>
                <a:cubicBezTo>
                  <a:pt x="49260" y="21183"/>
                  <a:pt x="49260" y="21232"/>
                  <a:pt x="49285" y="21257"/>
                </a:cubicBezTo>
                <a:cubicBezTo>
                  <a:pt x="48513" y="21805"/>
                  <a:pt x="47741" y="22402"/>
                  <a:pt x="46970" y="22975"/>
                </a:cubicBezTo>
                <a:cubicBezTo>
                  <a:pt x="46795" y="23099"/>
                  <a:pt x="46646" y="23224"/>
                  <a:pt x="46472" y="23348"/>
                </a:cubicBezTo>
                <a:cubicBezTo>
                  <a:pt x="45725" y="23896"/>
                  <a:pt x="44978" y="24493"/>
                  <a:pt x="44257" y="25041"/>
                </a:cubicBezTo>
                <a:cubicBezTo>
                  <a:pt x="44033" y="25240"/>
                  <a:pt x="43809" y="25389"/>
                  <a:pt x="43609" y="25588"/>
                </a:cubicBezTo>
                <a:lnTo>
                  <a:pt x="42564" y="26410"/>
                </a:lnTo>
                <a:cubicBezTo>
                  <a:pt x="42564" y="26385"/>
                  <a:pt x="42539" y="26385"/>
                  <a:pt x="42539" y="26360"/>
                </a:cubicBezTo>
                <a:cubicBezTo>
                  <a:pt x="42888" y="26086"/>
                  <a:pt x="43236" y="25762"/>
                  <a:pt x="43609" y="25489"/>
                </a:cubicBezTo>
                <a:cubicBezTo>
                  <a:pt x="43809" y="25290"/>
                  <a:pt x="44033" y="25140"/>
                  <a:pt x="44257" y="24966"/>
                </a:cubicBezTo>
                <a:cubicBezTo>
                  <a:pt x="45003" y="24369"/>
                  <a:pt x="45750" y="23771"/>
                  <a:pt x="46497" y="23224"/>
                </a:cubicBezTo>
                <a:cubicBezTo>
                  <a:pt x="46646" y="23099"/>
                  <a:pt x="46795" y="23000"/>
                  <a:pt x="46970" y="22875"/>
                </a:cubicBezTo>
                <a:cubicBezTo>
                  <a:pt x="47741" y="22303"/>
                  <a:pt x="48488" y="21730"/>
                  <a:pt x="49260" y="21183"/>
                </a:cubicBezTo>
                <a:close/>
                <a:moveTo>
                  <a:pt x="81519" y="16827"/>
                </a:moveTo>
                <a:cubicBezTo>
                  <a:pt x="81568" y="16926"/>
                  <a:pt x="81618" y="17026"/>
                  <a:pt x="81643" y="17125"/>
                </a:cubicBezTo>
                <a:cubicBezTo>
                  <a:pt x="81718" y="17250"/>
                  <a:pt x="81743" y="17374"/>
                  <a:pt x="81817" y="17499"/>
                </a:cubicBezTo>
                <a:cubicBezTo>
                  <a:pt x="81942" y="17972"/>
                  <a:pt x="82091" y="18420"/>
                  <a:pt x="82216" y="18868"/>
                </a:cubicBezTo>
                <a:cubicBezTo>
                  <a:pt x="82216" y="18893"/>
                  <a:pt x="82240" y="18942"/>
                  <a:pt x="82240" y="18992"/>
                </a:cubicBezTo>
                <a:cubicBezTo>
                  <a:pt x="82191" y="19017"/>
                  <a:pt x="82141" y="19042"/>
                  <a:pt x="82091" y="19117"/>
                </a:cubicBezTo>
                <a:cubicBezTo>
                  <a:pt x="81817" y="19316"/>
                  <a:pt x="81519" y="19515"/>
                  <a:pt x="81270" y="19739"/>
                </a:cubicBezTo>
                <a:cubicBezTo>
                  <a:pt x="81220" y="19789"/>
                  <a:pt x="81120" y="19863"/>
                  <a:pt x="81071" y="19913"/>
                </a:cubicBezTo>
                <a:cubicBezTo>
                  <a:pt x="81021" y="19938"/>
                  <a:pt x="80996" y="19988"/>
                  <a:pt x="80946" y="20013"/>
                </a:cubicBezTo>
                <a:cubicBezTo>
                  <a:pt x="80896" y="20038"/>
                  <a:pt x="80871" y="20038"/>
                  <a:pt x="80871" y="20062"/>
                </a:cubicBezTo>
                <a:cubicBezTo>
                  <a:pt x="80622" y="20262"/>
                  <a:pt x="80398" y="20486"/>
                  <a:pt x="80199" y="20660"/>
                </a:cubicBezTo>
                <a:cubicBezTo>
                  <a:pt x="80125" y="20734"/>
                  <a:pt x="80025" y="20784"/>
                  <a:pt x="79975" y="20859"/>
                </a:cubicBezTo>
                <a:cubicBezTo>
                  <a:pt x="79652" y="21158"/>
                  <a:pt x="79353" y="21431"/>
                  <a:pt x="79029" y="21755"/>
                </a:cubicBezTo>
                <a:lnTo>
                  <a:pt x="78855" y="21929"/>
                </a:lnTo>
                <a:cubicBezTo>
                  <a:pt x="78606" y="22178"/>
                  <a:pt x="78382" y="22427"/>
                  <a:pt x="78158" y="22676"/>
                </a:cubicBezTo>
                <a:cubicBezTo>
                  <a:pt x="78084" y="22776"/>
                  <a:pt x="77984" y="22900"/>
                  <a:pt x="77909" y="23000"/>
                </a:cubicBezTo>
                <a:cubicBezTo>
                  <a:pt x="77710" y="23248"/>
                  <a:pt x="77511" y="23522"/>
                  <a:pt x="77287" y="23771"/>
                </a:cubicBezTo>
                <a:cubicBezTo>
                  <a:pt x="77237" y="23871"/>
                  <a:pt x="77138" y="23995"/>
                  <a:pt x="77088" y="24095"/>
                </a:cubicBezTo>
                <a:cubicBezTo>
                  <a:pt x="76889" y="24369"/>
                  <a:pt x="76665" y="24642"/>
                  <a:pt x="76515" y="24916"/>
                </a:cubicBezTo>
                <a:cubicBezTo>
                  <a:pt x="76391" y="25115"/>
                  <a:pt x="76291" y="25265"/>
                  <a:pt x="76167" y="25464"/>
                </a:cubicBezTo>
                <a:cubicBezTo>
                  <a:pt x="76092" y="25588"/>
                  <a:pt x="76018" y="25738"/>
                  <a:pt x="75918" y="25862"/>
                </a:cubicBezTo>
                <a:lnTo>
                  <a:pt x="75545" y="26509"/>
                </a:lnTo>
                <a:cubicBezTo>
                  <a:pt x="75047" y="24916"/>
                  <a:pt x="74300" y="23597"/>
                  <a:pt x="73280" y="22477"/>
                </a:cubicBezTo>
                <a:cubicBezTo>
                  <a:pt x="73329" y="22352"/>
                  <a:pt x="73379" y="22178"/>
                  <a:pt x="73429" y="22054"/>
                </a:cubicBezTo>
                <a:cubicBezTo>
                  <a:pt x="73603" y="21655"/>
                  <a:pt x="73777" y="21232"/>
                  <a:pt x="73952" y="20809"/>
                </a:cubicBezTo>
                <a:lnTo>
                  <a:pt x="74151" y="20436"/>
                </a:lnTo>
                <a:cubicBezTo>
                  <a:pt x="74300" y="20112"/>
                  <a:pt x="74499" y="19764"/>
                  <a:pt x="74674" y="19390"/>
                </a:cubicBezTo>
                <a:cubicBezTo>
                  <a:pt x="76988" y="18395"/>
                  <a:pt x="79278" y="17548"/>
                  <a:pt x="81519" y="16827"/>
                </a:cubicBezTo>
                <a:close/>
                <a:moveTo>
                  <a:pt x="104717" y="26335"/>
                </a:moveTo>
                <a:cubicBezTo>
                  <a:pt x="104842" y="26360"/>
                  <a:pt x="104916" y="26385"/>
                  <a:pt x="105041" y="26459"/>
                </a:cubicBezTo>
                <a:lnTo>
                  <a:pt x="105041" y="26509"/>
                </a:lnTo>
                <a:cubicBezTo>
                  <a:pt x="104916" y="26484"/>
                  <a:pt x="104842" y="26459"/>
                  <a:pt x="104717" y="26385"/>
                </a:cubicBezTo>
                <a:lnTo>
                  <a:pt x="104717" y="26335"/>
                </a:lnTo>
                <a:close/>
                <a:moveTo>
                  <a:pt x="113329" y="21133"/>
                </a:moveTo>
                <a:lnTo>
                  <a:pt x="113329" y="21133"/>
                </a:lnTo>
                <a:cubicBezTo>
                  <a:pt x="114350" y="22377"/>
                  <a:pt x="115221" y="23746"/>
                  <a:pt x="115918" y="25265"/>
                </a:cubicBezTo>
                <a:cubicBezTo>
                  <a:pt x="116067" y="25663"/>
                  <a:pt x="116217" y="26111"/>
                  <a:pt x="116366" y="26509"/>
                </a:cubicBezTo>
                <a:cubicBezTo>
                  <a:pt x="115619" y="24543"/>
                  <a:pt x="114599" y="22776"/>
                  <a:pt x="113354" y="21257"/>
                </a:cubicBezTo>
                <a:cubicBezTo>
                  <a:pt x="113354" y="21232"/>
                  <a:pt x="113329" y="21158"/>
                  <a:pt x="113329" y="21133"/>
                </a:cubicBezTo>
                <a:close/>
                <a:moveTo>
                  <a:pt x="42390" y="26484"/>
                </a:moveTo>
                <a:cubicBezTo>
                  <a:pt x="42390" y="26509"/>
                  <a:pt x="42415" y="26509"/>
                  <a:pt x="42415" y="26534"/>
                </a:cubicBezTo>
                <a:lnTo>
                  <a:pt x="42390" y="26559"/>
                </a:lnTo>
                <a:cubicBezTo>
                  <a:pt x="42390" y="26534"/>
                  <a:pt x="42365" y="26534"/>
                  <a:pt x="42365" y="26509"/>
                </a:cubicBezTo>
                <a:lnTo>
                  <a:pt x="42390" y="26484"/>
                </a:lnTo>
                <a:close/>
                <a:moveTo>
                  <a:pt x="92869" y="15010"/>
                </a:moveTo>
                <a:cubicBezTo>
                  <a:pt x="93641" y="18071"/>
                  <a:pt x="93765" y="21531"/>
                  <a:pt x="93267" y="25240"/>
                </a:cubicBezTo>
                <a:cubicBezTo>
                  <a:pt x="91052" y="25489"/>
                  <a:pt x="88737" y="25912"/>
                  <a:pt x="86347" y="26584"/>
                </a:cubicBezTo>
                <a:cubicBezTo>
                  <a:pt x="86123" y="23721"/>
                  <a:pt x="85551" y="20784"/>
                  <a:pt x="84605" y="18021"/>
                </a:cubicBezTo>
                <a:cubicBezTo>
                  <a:pt x="84829" y="17897"/>
                  <a:pt x="85028" y="17797"/>
                  <a:pt x="85227" y="17673"/>
                </a:cubicBezTo>
                <a:lnTo>
                  <a:pt x="86074" y="17200"/>
                </a:lnTo>
                <a:cubicBezTo>
                  <a:pt x="86372" y="17051"/>
                  <a:pt x="86646" y="16926"/>
                  <a:pt x="86970" y="16802"/>
                </a:cubicBezTo>
                <a:cubicBezTo>
                  <a:pt x="87268" y="16677"/>
                  <a:pt x="87567" y="16528"/>
                  <a:pt x="87866" y="16403"/>
                </a:cubicBezTo>
                <a:cubicBezTo>
                  <a:pt x="88140" y="16279"/>
                  <a:pt x="88463" y="16179"/>
                  <a:pt x="88762" y="16080"/>
                </a:cubicBezTo>
                <a:cubicBezTo>
                  <a:pt x="89110" y="15955"/>
                  <a:pt x="89434" y="15831"/>
                  <a:pt x="89758" y="15756"/>
                </a:cubicBezTo>
                <a:cubicBezTo>
                  <a:pt x="90056" y="15657"/>
                  <a:pt x="90355" y="15582"/>
                  <a:pt x="90629" y="15507"/>
                </a:cubicBezTo>
                <a:cubicBezTo>
                  <a:pt x="90977" y="15408"/>
                  <a:pt x="91326" y="15283"/>
                  <a:pt x="91699" y="15209"/>
                </a:cubicBezTo>
                <a:cubicBezTo>
                  <a:pt x="91973" y="15159"/>
                  <a:pt x="92247" y="15084"/>
                  <a:pt x="92545" y="15059"/>
                </a:cubicBezTo>
                <a:cubicBezTo>
                  <a:pt x="92670" y="15034"/>
                  <a:pt x="92744" y="15034"/>
                  <a:pt x="92869" y="15010"/>
                </a:cubicBezTo>
                <a:close/>
                <a:moveTo>
                  <a:pt x="105290" y="26509"/>
                </a:moveTo>
                <a:lnTo>
                  <a:pt x="105290" y="26584"/>
                </a:lnTo>
                <a:lnTo>
                  <a:pt x="105240" y="26584"/>
                </a:lnTo>
                <a:lnTo>
                  <a:pt x="105240" y="26509"/>
                </a:lnTo>
                <a:close/>
                <a:moveTo>
                  <a:pt x="84456" y="18121"/>
                </a:moveTo>
                <a:cubicBezTo>
                  <a:pt x="85377" y="20884"/>
                  <a:pt x="85974" y="23771"/>
                  <a:pt x="86173" y="26634"/>
                </a:cubicBezTo>
                <a:cubicBezTo>
                  <a:pt x="86157" y="26625"/>
                  <a:pt x="86143" y="26623"/>
                  <a:pt x="86132" y="26623"/>
                </a:cubicBezTo>
                <a:cubicBezTo>
                  <a:pt x="86110" y="26623"/>
                  <a:pt x="86099" y="26634"/>
                  <a:pt x="86099" y="26634"/>
                </a:cubicBezTo>
                <a:cubicBezTo>
                  <a:pt x="85899" y="23796"/>
                  <a:pt x="85327" y="20909"/>
                  <a:pt x="84381" y="18146"/>
                </a:cubicBezTo>
                <a:cubicBezTo>
                  <a:pt x="84431" y="18146"/>
                  <a:pt x="84431" y="18121"/>
                  <a:pt x="84456" y="18121"/>
                </a:cubicBezTo>
                <a:close/>
                <a:moveTo>
                  <a:pt x="93253" y="25416"/>
                </a:moveTo>
                <a:lnTo>
                  <a:pt x="93253" y="25416"/>
                </a:lnTo>
                <a:cubicBezTo>
                  <a:pt x="93217" y="25424"/>
                  <a:pt x="93217" y="25466"/>
                  <a:pt x="93217" y="25489"/>
                </a:cubicBezTo>
                <a:cubicBezTo>
                  <a:pt x="91027" y="25738"/>
                  <a:pt x="88737" y="26161"/>
                  <a:pt x="86372" y="26833"/>
                </a:cubicBezTo>
                <a:lnTo>
                  <a:pt x="86372" y="26758"/>
                </a:lnTo>
                <a:cubicBezTo>
                  <a:pt x="88732" y="26112"/>
                  <a:pt x="91042" y="25665"/>
                  <a:pt x="93253" y="25416"/>
                </a:cubicBezTo>
                <a:close/>
                <a:moveTo>
                  <a:pt x="73255" y="22726"/>
                </a:moveTo>
                <a:cubicBezTo>
                  <a:pt x="74275" y="23846"/>
                  <a:pt x="75022" y="25215"/>
                  <a:pt x="75495" y="26783"/>
                </a:cubicBezTo>
                <a:cubicBezTo>
                  <a:pt x="75420" y="26833"/>
                  <a:pt x="75420" y="26858"/>
                  <a:pt x="75420" y="26883"/>
                </a:cubicBezTo>
                <a:cubicBezTo>
                  <a:pt x="74972" y="25290"/>
                  <a:pt x="74225" y="23896"/>
                  <a:pt x="73230" y="22776"/>
                </a:cubicBezTo>
                <a:cubicBezTo>
                  <a:pt x="73230" y="22751"/>
                  <a:pt x="73230" y="22751"/>
                  <a:pt x="73255" y="22726"/>
                </a:cubicBezTo>
                <a:close/>
                <a:moveTo>
                  <a:pt x="86173" y="26783"/>
                </a:moveTo>
                <a:lnTo>
                  <a:pt x="86173" y="26858"/>
                </a:lnTo>
                <a:cubicBezTo>
                  <a:pt x="86173" y="26858"/>
                  <a:pt x="86123" y="26883"/>
                  <a:pt x="86099" y="26883"/>
                </a:cubicBezTo>
                <a:lnTo>
                  <a:pt x="86099" y="26833"/>
                </a:lnTo>
                <a:cubicBezTo>
                  <a:pt x="86123" y="26833"/>
                  <a:pt x="86123" y="26833"/>
                  <a:pt x="86173" y="26783"/>
                </a:cubicBezTo>
                <a:close/>
                <a:moveTo>
                  <a:pt x="49409" y="21382"/>
                </a:moveTo>
                <a:cubicBezTo>
                  <a:pt x="49708" y="21680"/>
                  <a:pt x="49982" y="21979"/>
                  <a:pt x="50280" y="22278"/>
                </a:cubicBezTo>
                <a:cubicBezTo>
                  <a:pt x="50405" y="22427"/>
                  <a:pt x="50579" y="22552"/>
                  <a:pt x="50703" y="22726"/>
                </a:cubicBezTo>
                <a:cubicBezTo>
                  <a:pt x="48164" y="23921"/>
                  <a:pt x="45601" y="25464"/>
                  <a:pt x="43012" y="27256"/>
                </a:cubicBezTo>
                <a:cubicBezTo>
                  <a:pt x="42888" y="27032"/>
                  <a:pt x="42763" y="26783"/>
                  <a:pt x="42664" y="26584"/>
                </a:cubicBezTo>
                <a:cubicBezTo>
                  <a:pt x="43012" y="26285"/>
                  <a:pt x="43311" y="26011"/>
                  <a:pt x="43659" y="25762"/>
                </a:cubicBezTo>
                <a:cubicBezTo>
                  <a:pt x="43883" y="25588"/>
                  <a:pt x="44132" y="25389"/>
                  <a:pt x="44356" y="25215"/>
                </a:cubicBezTo>
                <a:cubicBezTo>
                  <a:pt x="45053" y="24617"/>
                  <a:pt x="45800" y="24045"/>
                  <a:pt x="46547" y="23497"/>
                </a:cubicBezTo>
                <a:cubicBezTo>
                  <a:pt x="46721" y="23373"/>
                  <a:pt x="46870" y="23248"/>
                  <a:pt x="47019" y="23149"/>
                </a:cubicBezTo>
                <a:cubicBezTo>
                  <a:pt x="47766" y="22601"/>
                  <a:pt x="48538" y="22029"/>
                  <a:pt x="49285" y="21481"/>
                </a:cubicBezTo>
                <a:cubicBezTo>
                  <a:pt x="49334" y="21431"/>
                  <a:pt x="49384" y="21407"/>
                  <a:pt x="49409" y="21382"/>
                </a:cubicBezTo>
                <a:close/>
                <a:moveTo>
                  <a:pt x="42514" y="26733"/>
                </a:moveTo>
                <a:cubicBezTo>
                  <a:pt x="42614" y="26907"/>
                  <a:pt x="42738" y="27156"/>
                  <a:pt x="42863" y="27380"/>
                </a:cubicBezTo>
                <a:lnTo>
                  <a:pt x="42813" y="27405"/>
                </a:lnTo>
                <a:cubicBezTo>
                  <a:pt x="42688" y="27181"/>
                  <a:pt x="42614" y="26982"/>
                  <a:pt x="42489" y="26758"/>
                </a:cubicBezTo>
                <a:lnTo>
                  <a:pt x="42514" y="26733"/>
                </a:lnTo>
                <a:close/>
                <a:moveTo>
                  <a:pt x="50828" y="22825"/>
                </a:moveTo>
                <a:cubicBezTo>
                  <a:pt x="50828" y="22875"/>
                  <a:pt x="50853" y="22875"/>
                  <a:pt x="50853" y="22900"/>
                </a:cubicBezTo>
                <a:cubicBezTo>
                  <a:pt x="48289" y="24145"/>
                  <a:pt x="45725" y="25663"/>
                  <a:pt x="43136" y="27480"/>
                </a:cubicBezTo>
                <a:cubicBezTo>
                  <a:pt x="43136" y="27455"/>
                  <a:pt x="43112" y="27455"/>
                  <a:pt x="43112" y="27405"/>
                </a:cubicBezTo>
                <a:cubicBezTo>
                  <a:pt x="45675" y="25613"/>
                  <a:pt x="48264" y="24070"/>
                  <a:pt x="50828" y="22825"/>
                </a:cubicBezTo>
                <a:close/>
                <a:moveTo>
                  <a:pt x="64177" y="19540"/>
                </a:moveTo>
                <a:cubicBezTo>
                  <a:pt x="65925" y="19540"/>
                  <a:pt x="67537" y="19784"/>
                  <a:pt x="68973" y="20286"/>
                </a:cubicBezTo>
                <a:cubicBezTo>
                  <a:pt x="68874" y="20784"/>
                  <a:pt x="68774" y="21257"/>
                  <a:pt x="68700" y="21755"/>
                </a:cubicBezTo>
                <a:cubicBezTo>
                  <a:pt x="65514" y="23423"/>
                  <a:pt x="62278" y="25364"/>
                  <a:pt x="59017" y="27505"/>
                </a:cubicBezTo>
                <a:cubicBezTo>
                  <a:pt x="58370" y="25215"/>
                  <a:pt x="57947" y="22800"/>
                  <a:pt x="57772" y="20461"/>
                </a:cubicBezTo>
                <a:cubicBezTo>
                  <a:pt x="60045" y="19853"/>
                  <a:pt x="62199" y="19540"/>
                  <a:pt x="64177" y="19540"/>
                </a:cubicBezTo>
                <a:close/>
                <a:moveTo>
                  <a:pt x="84257" y="18171"/>
                </a:moveTo>
                <a:cubicBezTo>
                  <a:pt x="85128" y="20983"/>
                  <a:pt x="85725" y="23846"/>
                  <a:pt x="85924" y="26659"/>
                </a:cubicBezTo>
                <a:cubicBezTo>
                  <a:pt x="84978" y="26907"/>
                  <a:pt x="84008" y="27231"/>
                  <a:pt x="83087" y="27530"/>
                </a:cubicBezTo>
                <a:cubicBezTo>
                  <a:pt x="83136" y="27107"/>
                  <a:pt x="83186" y="26659"/>
                  <a:pt x="83236" y="26235"/>
                </a:cubicBezTo>
                <a:lnTo>
                  <a:pt x="83236" y="26161"/>
                </a:lnTo>
                <a:cubicBezTo>
                  <a:pt x="83261" y="25738"/>
                  <a:pt x="83311" y="25290"/>
                  <a:pt x="83311" y="24866"/>
                </a:cubicBezTo>
                <a:lnTo>
                  <a:pt x="83311" y="24767"/>
                </a:lnTo>
                <a:lnTo>
                  <a:pt x="83311" y="24593"/>
                </a:lnTo>
                <a:lnTo>
                  <a:pt x="83311" y="23497"/>
                </a:lnTo>
                <a:lnTo>
                  <a:pt x="83311" y="23248"/>
                </a:lnTo>
                <a:lnTo>
                  <a:pt x="83311" y="23099"/>
                </a:lnTo>
                <a:cubicBezTo>
                  <a:pt x="83311" y="22776"/>
                  <a:pt x="83261" y="22502"/>
                  <a:pt x="83236" y="22178"/>
                </a:cubicBezTo>
                <a:cubicBezTo>
                  <a:pt x="83236" y="22054"/>
                  <a:pt x="83236" y="21929"/>
                  <a:pt x="83211" y="21805"/>
                </a:cubicBezTo>
                <a:lnTo>
                  <a:pt x="83211" y="21655"/>
                </a:lnTo>
                <a:cubicBezTo>
                  <a:pt x="83161" y="21407"/>
                  <a:pt x="83136" y="21133"/>
                  <a:pt x="83112" y="20884"/>
                </a:cubicBezTo>
                <a:cubicBezTo>
                  <a:pt x="83087" y="20710"/>
                  <a:pt x="83087" y="20560"/>
                  <a:pt x="83062" y="20386"/>
                </a:cubicBezTo>
                <a:cubicBezTo>
                  <a:pt x="83062" y="20361"/>
                  <a:pt x="83062" y="20311"/>
                  <a:pt x="83012" y="20286"/>
                </a:cubicBezTo>
                <a:cubicBezTo>
                  <a:pt x="82987" y="20038"/>
                  <a:pt x="82912" y="19814"/>
                  <a:pt x="82863" y="19614"/>
                </a:cubicBezTo>
                <a:lnTo>
                  <a:pt x="82763" y="19141"/>
                </a:lnTo>
                <a:cubicBezTo>
                  <a:pt x="83012" y="18942"/>
                  <a:pt x="83286" y="18793"/>
                  <a:pt x="83585" y="18594"/>
                </a:cubicBezTo>
                <a:cubicBezTo>
                  <a:pt x="83784" y="18445"/>
                  <a:pt x="84008" y="18295"/>
                  <a:pt x="84257" y="18171"/>
                </a:cubicBezTo>
                <a:close/>
                <a:moveTo>
                  <a:pt x="82614" y="19291"/>
                </a:moveTo>
                <a:cubicBezTo>
                  <a:pt x="82614" y="19490"/>
                  <a:pt x="82639" y="19664"/>
                  <a:pt x="82713" y="19838"/>
                </a:cubicBezTo>
                <a:cubicBezTo>
                  <a:pt x="82738" y="20038"/>
                  <a:pt x="82813" y="20237"/>
                  <a:pt x="82838" y="20411"/>
                </a:cubicBezTo>
                <a:cubicBezTo>
                  <a:pt x="82863" y="20535"/>
                  <a:pt x="82863" y="20660"/>
                  <a:pt x="82888" y="20784"/>
                </a:cubicBezTo>
                <a:cubicBezTo>
                  <a:pt x="82937" y="20884"/>
                  <a:pt x="82937" y="21008"/>
                  <a:pt x="82937" y="21083"/>
                </a:cubicBezTo>
                <a:cubicBezTo>
                  <a:pt x="82962" y="21307"/>
                  <a:pt x="82987" y="21531"/>
                  <a:pt x="83012" y="21780"/>
                </a:cubicBezTo>
                <a:cubicBezTo>
                  <a:pt x="83012" y="21904"/>
                  <a:pt x="83062" y="22054"/>
                  <a:pt x="83062" y="22178"/>
                </a:cubicBezTo>
                <a:lnTo>
                  <a:pt x="83062" y="22303"/>
                </a:lnTo>
                <a:cubicBezTo>
                  <a:pt x="83087" y="22626"/>
                  <a:pt x="83112" y="22900"/>
                  <a:pt x="83112" y="23224"/>
                </a:cubicBezTo>
                <a:lnTo>
                  <a:pt x="83112" y="23547"/>
                </a:lnTo>
                <a:lnTo>
                  <a:pt x="83112" y="24717"/>
                </a:lnTo>
                <a:lnTo>
                  <a:pt x="83112" y="24891"/>
                </a:lnTo>
                <a:cubicBezTo>
                  <a:pt x="83087" y="25787"/>
                  <a:pt x="82987" y="26708"/>
                  <a:pt x="82863" y="27629"/>
                </a:cubicBezTo>
                <a:lnTo>
                  <a:pt x="82788" y="27629"/>
                </a:lnTo>
                <a:cubicBezTo>
                  <a:pt x="82863" y="27256"/>
                  <a:pt x="82888" y="26883"/>
                  <a:pt x="82912" y="26509"/>
                </a:cubicBezTo>
                <a:cubicBezTo>
                  <a:pt x="82912" y="26459"/>
                  <a:pt x="82912" y="26410"/>
                  <a:pt x="82962" y="26360"/>
                </a:cubicBezTo>
                <a:cubicBezTo>
                  <a:pt x="82962" y="26285"/>
                  <a:pt x="82962" y="26235"/>
                  <a:pt x="82987" y="26161"/>
                </a:cubicBezTo>
                <a:lnTo>
                  <a:pt x="82987" y="26111"/>
                </a:lnTo>
                <a:cubicBezTo>
                  <a:pt x="83012" y="25762"/>
                  <a:pt x="83012" y="25414"/>
                  <a:pt x="83062" y="25090"/>
                </a:cubicBezTo>
                <a:lnTo>
                  <a:pt x="83062" y="24991"/>
                </a:lnTo>
                <a:lnTo>
                  <a:pt x="83062" y="24866"/>
                </a:lnTo>
                <a:lnTo>
                  <a:pt x="83062" y="24617"/>
                </a:lnTo>
                <a:lnTo>
                  <a:pt x="83062" y="23672"/>
                </a:lnTo>
                <a:lnTo>
                  <a:pt x="83062" y="23373"/>
                </a:lnTo>
                <a:lnTo>
                  <a:pt x="83062" y="23174"/>
                </a:lnTo>
                <a:cubicBezTo>
                  <a:pt x="83062" y="22900"/>
                  <a:pt x="83012" y="22601"/>
                  <a:pt x="82987" y="22303"/>
                </a:cubicBezTo>
                <a:cubicBezTo>
                  <a:pt x="82987" y="22178"/>
                  <a:pt x="82987" y="22054"/>
                  <a:pt x="82962" y="21904"/>
                </a:cubicBezTo>
                <a:lnTo>
                  <a:pt x="82962" y="21780"/>
                </a:lnTo>
                <a:cubicBezTo>
                  <a:pt x="82912" y="21506"/>
                  <a:pt x="82888" y="21232"/>
                  <a:pt x="82838" y="20934"/>
                </a:cubicBezTo>
                <a:cubicBezTo>
                  <a:pt x="82788" y="20809"/>
                  <a:pt x="82788" y="20685"/>
                  <a:pt x="82763" y="20560"/>
                </a:cubicBezTo>
                <a:lnTo>
                  <a:pt x="82763" y="20486"/>
                </a:lnTo>
                <a:lnTo>
                  <a:pt x="82763" y="20436"/>
                </a:lnTo>
                <a:cubicBezTo>
                  <a:pt x="82738" y="20311"/>
                  <a:pt x="82713" y="20187"/>
                  <a:pt x="82713" y="20112"/>
                </a:cubicBezTo>
                <a:cubicBezTo>
                  <a:pt x="82713" y="20062"/>
                  <a:pt x="82713" y="20038"/>
                  <a:pt x="82688" y="20013"/>
                </a:cubicBezTo>
                <a:cubicBezTo>
                  <a:pt x="82639" y="19789"/>
                  <a:pt x="82589" y="19565"/>
                  <a:pt x="82564" y="19365"/>
                </a:cubicBezTo>
                <a:lnTo>
                  <a:pt x="82589" y="19316"/>
                </a:lnTo>
                <a:cubicBezTo>
                  <a:pt x="82589" y="19316"/>
                  <a:pt x="82614" y="19316"/>
                  <a:pt x="82614" y="19291"/>
                </a:cubicBezTo>
                <a:close/>
                <a:moveTo>
                  <a:pt x="57598" y="20510"/>
                </a:moveTo>
                <a:cubicBezTo>
                  <a:pt x="57797" y="22900"/>
                  <a:pt x="58196" y="25290"/>
                  <a:pt x="58868" y="27629"/>
                </a:cubicBezTo>
                <a:cubicBezTo>
                  <a:pt x="58843" y="27629"/>
                  <a:pt x="58843" y="27654"/>
                  <a:pt x="58818" y="27654"/>
                </a:cubicBezTo>
                <a:cubicBezTo>
                  <a:pt x="58121" y="25314"/>
                  <a:pt x="57698" y="22900"/>
                  <a:pt x="57548" y="20535"/>
                </a:cubicBezTo>
                <a:cubicBezTo>
                  <a:pt x="57573" y="20535"/>
                  <a:pt x="57573" y="20535"/>
                  <a:pt x="57598" y="20510"/>
                </a:cubicBezTo>
                <a:close/>
                <a:moveTo>
                  <a:pt x="68650" y="22004"/>
                </a:moveTo>
                <a:cubicBezTo>
                  <a:pt x="68675" y="22029"/>
                  <a:pt x="68650" y="22054"/>
                  <a:pt x="68650" y="22103"/>
                </a:cubicBezTo>
                <a:cubicBezTo>
                  <a:pt x="65464" y="23746"/>
                  <a:pt x="62303" y="25638"/>
                  <a:pt x="59092" y="27779"/>
                </a:cubicBezTo>
                <a:cubicBezTo>
                  <a:pt x="59092" y="27754"/>
                  <a:pt x="59092" y="27754"/>
                  <a:pt x="59067" y="27729"/>
                </a:cubicBezTo>
                <a:cubicBezTo>
                  <a:pt x="62228" y="25563"/>
                  <a:pt x="65439" y="23672"/>
                  <a:pt x="68650" y="22004"/>
                </a:cubicBezTo>
                <a:close/>
                <a:moveTo>
                  <a:pt x="85924" y="26858"/>
                </a:moveTo>
                <a:lnTo>
                  <a:pt x="85924" y="26907"/>
                </a:lnTo>
                <a:cubicBezTo>
                  <a:pt x="84978" y="27206"/>
                  <a:pt x="84008" y="27505"/>
                  <a:pt x="83012" y="27828"/>
                </a:cubicBezTo>
                <a:lnTo>
                  <a:pt x="83012" y="27754"/>
                </a:lnTo>
                <a:cubicBezTo>
                  <a:pt x="83983" y="27405"/>
                  <a:pt x="84954" y="27131"/>
                  <a:pt x="85924" y="26858"/>
                </a:cubicBezTo>
                <a:close/>
                <a:moveTo>
                  <a:pt x="58917" y="27828"/>
                </a:moveTo>
                <a:cubicBezTo>
                  <a:pt x="58942" y="27828"/>
                  <a:pt x="58942" y="27853"/>
                  <a:pt x="58942" y="27878"/>
                </a:cubicBezTo>
                <a:cubicBezTo>
                  <a:pt x="58917" y="27878"/>
                  <a:pt x="58917" y="27903"/>
                  <a:pt x="58868" y="27903"/>
                </a:cubicBezTo>
                <a:cubicBezTo>
                  <a:pt x="58868" y="27878"/>
                  <a:pt x="58868" y="27878"/>
                  <a:pt x="58843" y="27853"/>
                </a:cubicBezTo>
                <a:cubicBezTo>
                  <a:pt x="58868" y="27853"/>
                  <a:pt x="58868" y="27828"/>
                  <a:pt x="58917" y="27828"/>
                </a:cubicBezTo>
                <a:close/>
                <a:moveTo>
                  <a:pt x="82838" y="27878"/>
                </a:moveTo>
                <a:lnTo>
                  <a:pt x="82838" y="27903"/>
                </a:lnTo>
                <a:cubicBezTo>
                  <a:pt x="82788" y="27903"/>
                  <a:pt x="82763" y="27953"/>
                  <a:pt x="82763" y="27953"/>
                </a:cubicBezTo>
                <a:lnTo>
                  <a:pt x="82763" y="27878"/>
                </a:lnTo>
                <a:close/>
                <a:moveTo>
                  <a:pt x="117011" y="28311"/>
                </a:moveTo>
                <a:cubicBezTo>
                  <a:pt x="117028" y="28360"/>
                  <a:pt x="117049" y="28409"/>
                  <a:pt x="117063" y="28451"/>
                </a:cubicBezTo>
                <a:cubicBezTo>
                  <a:pt x="117088" y="28500"/>
                  <a:pt x="117088" y="28575"/>
                  <a:pt x="117113" y="28625"/>
                </a:cubicBezTo>
                <a:lnTo>
                  <a:pt x="117063" y="28625"/>
                </a:lnTo>
                <a:lnTo>
                  <a:pt x="117063" y="28575"/>
                </a:lnTo>
                <a:lnTo>
                  <a:pt x="117063" y="28500"/>
                </a:lnTo>
                <a:cubicBezTo>
                  <a:pt x="117033" y="28441"/>
                  <a:pt x="117021" y="28373"/>
                  <a:pt x="117011" y="28311"/>
                </a:cubicBezTo>
                <a:close/>
                <a:moveTo>
                  <a:pt x="104717" y="26584"/>
                </a:moveTo>
                <a:cubicBezTo>
                  <a:pt x="104792" y="26609"/>
                  <a:pt x="104916" y="26634"/>
                  <a:pt x="105016" y="26659"/>
                </a:cubicBezTo>
                <a:cubicBezTo>
                  <a:pt x="104842" y="27455"/>
                  <a:pt x="104618" y="28252"/>
                  <a:pt x="104344" y="29023"/>
                </a:cubicBezTo>
                <a:cubicBezTo>
                  <a:pt x="104468" y="28227"/>
                  <a:pt x="104593" y="27380"/>
                  <a:pt x="104717" y="26584"/>
                </a:cubicBezTo>
                <a:close/>
                <a:moveTo>
                  <a:pt x="117113" y="28849"/>
                </a:moveTo>
                <a:cubicBezTo>
                  <a:pt x="117113" y="28940"/>
                  <a:pt x="117154" y="29051"/>
                  <a:pt x="117162" y="29127"/>
                </a:cubicBezTo>
                <a:lnTo>
                  <a:pt x="117162" y="29127"/>
                </a:lnTo>
                <a:cubicBezTo>
                  <a:pt x="117159" y="29109"/>
                  <a:pt x="117149" y="29091"/>
                  <a:pt x="117113" y="29073"/>
                </a:cubicBezTo>
                <a:cubicBezTo>
                  <a:pt x="117088" y="28998"/>
                  <a:pt x="117088" y="28899"/>
                  <a:pt x="117088" y="28849"/>
                </a:cubicBezTo>
                <a:close/>
                <a:moveTo>
                  <a:pt x="57424" y="20635"/>
                </a:moveTo>
                <a:cubicBezTo>
                  <a:pt x="57548" y="22975"/>
                  <a:pt x="57972" y="25389"/>
                  <a:pt x="58669" y="27754"/>
                </a:cubicBezTo>
                <a:cubicBezTo>
                  <a:pt x="57947" y="28252"/>
                  <a:pt x="57225" y="28724"/>
                  <a:pt x="56503" y="29247"/>
                </a:cubicBezTo>
                <a:cubicBezTo>
                  <a:pt x="56379" y="29073"/>
                  <a:pt x="56254" y="28899"/>
                  <a:pt x="56130" y="28749"/>
                </a:cubicBezTo>
                <a:cubicBezTo>
                  <a:pt x="55706" y="28127"/>
                  <a:pt x="55234" y="27530"/>
                  <a:pt x="54761" y="26957"/>
                </a:cubicBezTo>
                <a:cubicBezTo>
                  <a:pt x="54636" y="26758"/>
                  <a:pt x="54487" y="26584"/>
                  <a:pt x="54362" y="26410"/>
                </a:cubicBezTo>
                <a:cubicBezTo>
                  <a:pt x="53740" y="25638"/>
                  <a:pt x="53118" y="24866"/>
                  <a:pt x="52496" y="24120"/>
                </a:cubicBezTo>
                <a:cubicBezTo>
                  <a:pt x="52471" y="24095"/>
                  <a:pt x="52471" y="24045"/>
                  <a:pt x="52446" y="24045"/>
                </a:cubicBezTo>
                <a:cubicBezTo>
                  <a:pt x="52147" y="23721"/>
                  <a:pt x="51873" y="23398"/>
                  <a:pt x="51599" y="23099"/>
                </a:cubicBezTo>
                <a:cubicBezTo>
                  <a:pt x="51525" y="23024"/>
                  <a:pt x="51500" y="22975"/>
                  <a:pt x="51450" y="22900"/>
                </a:cubicBezTo>
                <a:cubicBezTo>
                  <a:pt x="53491" y="21929"/>
                  <a:pt x="55482" y="21183"/>
                  <a:pt x="57424" y="20635"/>
                </a:cubicBezTo>
                <a:close/>
                <a:moveTo>
                  <a:pt x="51251" y="22925"/>
                </a:moveTo>
                <a:cubicBezTo>
                  <a:pt x="51251" y="22975"/>
                  <a:pt x="51276" y="22975"/>
                  <a:pt x="51276" y="23000"/>
                </a:cubicBezTo>
                <a:cubicBezTo>
                  <a:pt x="52993" y="24966"/>
                  <a:pt x="54736" y="27131"/>
                  <a:pt x="56354" y="29372"/>
                </a:cubicBezTo>
                <a:lnTo>
                  <a:pt x="56329" y="29397"/>
                </a:lnTo>
                <a:cubicBezTo>
                  <a:pt x="55084" y="27729"/>
                  <a:pt x="53815" y="26086"/>
                  <a:pt x="52496" y="24493"/>
                </a:cubicBezTo>
                <a:cubicBezTo>
                  <a:pt x="52396" y="24369"/>
                  <a:pt x="52272" y="24244"/>
                  <a:pt x="52197" y="24120"/>
                </a:cubicBezTo>
                <a:lnTo>
                  <a:pt x="51624" y="23472"/>
                </a:lnTo>
                <a:cubicBezTo>
                  <a:pt x="51475" y="23298"/>
                  <a:pt x="51351" y="23124"/>
                  <a:pt x="51201" y="22975"/>
                </a:cubicBezTo>
                <a:cubicBezTo>
                  <a:pt x="51226" y="22975"/>
                  <a:pt x="51226" y="22925"/>
                  <a:pt x="51251" y="22925"/>
                </a:cubicBezTo>
                <a:close/>
                <a:moveTo>
                  <a:pt x="58718" y="27953"/>
                </a:moveTo>
                <a:cubicBezTo>
                  <a:pt x="58718" y="27978"/>
                  <a:pt x="58718" y="27978"/>
                  <a:pt x="58743" y="28003"/>
                </a:cubicBezTo>
                <a:cubicBezTo>
                  <a:pt x="58046" y="28476"/>
                  <a:pt x="57349" y="28973"/>
                  <a:pt x="56677" y="29471"/>
                </a:cubicBezTo>
                <a:cubicBezTo>
                  <a:pt x="56677" y="29446"/>
                  <a:pt x="56627" y="29446"/>
                  <a:pt x="56627" y="29397"/>
                </a:cubicBezTo>
                <a:cubicBezTo>
                  <a:pt x="57324" y="28899"/>
                  <a:pt x="58046" y="28451"/>
                  <a:pt x="58718" y="27953"/>
                </a:cubicBezTo>
                <a:close/>
                <a:moveTo>
                  <a:pt x="82340" y="19440"/>
                </a:moveTo>
                <a:lnTo>
                  <a:pt x="82440" y="19913"/>
                </a:lnTo>
                <a:cubicBezTo>
                  <a:pt x="82514" y="20162"/>
                  <a:pt x="82564" y="20386"/>
                  <a:pt x="82614" y="20635"/>
                </a:cubicBezTo>
                <a:cubicBezTo>
                  <a:pt x="82639" y="20859"/>
                  <a:pt x="82688" y="21033"/>
                  <a:pt x="82713" y="21257"/>
                </a:cubicBezTo>
                <a:lnTo>
                  <a:pt x="82813" y="22004"/>
                </a:lnTo>
                <a:cubicBezTo>
                  <a:pt x="82838" y="22178"/>
                  <a:pt x="82838" y="22377"/>
                  <a:pt x="82838" y="22552"/>
                </a:cubicBezTo>
                <a:cubicBezTo>
                  <a:pt x="82863" y="22850"/>
                  <a:pt x="82863" y="23124"/>
                  <a:pt x="82863" y="23398"/>
                </a:cubicBezTo>
                <a:lnTo>
                  <a:pt x="82863" y="23672"/>
                </a:lnTo>
                <a:lnTo>
                  <a:pt x="82863" y="23871"/>
                </a:lnTo>
                <a:lnTo>
                  <a:pt x="82863" y="23921"/>
                </a:lnTo>
                <a:lnTo>
                  <a:pt x="82863" y="24891"/>
                </a:lnTo>
                <a:cubicBezTo>
                  <a:pt x="82863" y="24991"/>
                  <a:pt x="82863" y="25115"/>
                  <a:pt x="82838" y="25240"/>
                </a:cubicBezTo>
                <a:lnTo>
                  <a:pt x="82838" y="25314"/>
                </a:lnTo>
                <a:cubicBezTo>
                  <a:pt x="82813" y="25713"/>
                  <a:pt x="82813" y="26086"/>
                  <a:pt x="82738" y="26435"/>
                </a:cubicBezTo>
                <a:cubicBezTo>
                  <a:pt x="82738" y="26534"/>
                  <a:pt x="82713" y="26634"/>
                  <a:pt x="82713" y="26683"/>
                </a:cubicBezTo>
                <a:cubicBezTo>
                  <a:pt x="82688" y="27032"/>
                  <a:pt x="82614" y="27380"/>
                  <a:pt x="82589" y="27729"/>
                </a:cubicBezTo>
                <a:cubicBezTo>
                  <a:pt x="80473" y="28426"/>
                  <a:pt x="78357" y="29297"/>
                  <a:pt x="76167" y="30293"/>
                </a:cubicBezTo>
                <a:cubicBezTo>
                  <a:pt x="76142" y="29222"/>
                  <a:pt x="75993" y="28177"/>
                  <a:pt x="75769" y="27231"/>
                </a:cubicBezTo>
                <a:cubicBezTo>
                  <a:pt x="75868" y="27007"/>
                  <a:pt x="75993" y="26758"/>
                  <a:pt x="76117" y="26534"/>
                </a:cubicBezTo>
                <a:cubicBezTo>
                  <a:pt x="76142" y="26484"/>
                  <a:pt x="76167" y="26410"/>
                  <a:pt x="76242" y="26360"/>
                </a:cubicBezTo>
                <a:cubicBezTo>
                  <a:pt x="76416" y="25986"/>
                  <a:pt x="76640" y="25638"/>
                  <a:pt x="76864" y="25290"/>
                </a:cubicBezTo>
                <a:cubicBezTo>
                  <a:pt x="76963" y="25165"/>
                  <a:pt x="77013" y="25041"/>
                  <a:pt x="77113" y="24916"/>
                </a:cubicBezTo>
                <a:cubicBezTo>
                  <a:pt x="77287" y="24642"/>
                  <a:pt x="77511" y="24319"/>
                  <a:pt x="77685" y="24045"/>
                </a:cubicBezTo>
                <a:cubicBezTo>
                  <a:pt x="77785" y="23896"/>
                  <a:pt x="77909" y="23771"/>
                  <a:pt x="78009" y="23622"/>
                </a:cubicBezTo>
                <a:cubicBezTo>
                  <a:pt x="78233" y="23373"/>
                  <a:pt x="78407" y="23074"/>
                  <a:pt x="78631" y="22825"/>
                </a:cubicBezTo>
                <a:cubicBezTo>
                  <a:pt x="78756" y="22676"/>
                  <a:pt x="78880" y="22552"/>
                  <a:pt x="79005" y="22402"/>
                </a:cubicBezTo>
                <a:cubicBezTo>
                  <a:pt x="79229" y="22153"/>
                  <a:pt x="79477" y="21904"/>
                  <a:pt x="79677" y="21680"/>
                </a:cubicBezTo>
                <a:lnTo>
                  <a:pt x="80100" y="21282"/>
                </a:lnTo>
                <a:lnTo>
                  <a:pt x="80921" y="20535"/>
                </a:lnTo>
                <a:cubicBezTo>
                  <a:pt x="81046" y="20436"/>
                  <a:pt x="81195" y="20311"/>
                  <a:pt x="81295" y="20212"/>
                </a:cubicBezTo>
                <a:cubicBezTo>
                  <a:pt x="81643" y="19938"/>
                  <a:pt x="81991" y="19689"/>
                  <a:pt x="82340" y="19440"/>
                </a:cubicBezTo>
                <a:close/>
                <a:moveTo>
                  <a:pt x="75644" y="27505"/>
                </a:moveTo>
                <a:cubicBezTo>
                  <a:pt x="75868" y="28451"/>
                  <a:pt x="75993" y="29372"/>
                  <a:pt x="76018" y="30392"/>
                </a:cubicBezTo>
                <a:cubicBezTo>
                  <a:pt x="75993" y="30392"/>
                  <a:pt x="75968" y="30392"/>
                  <a:pt x="75968" y="30442"/>
                </a:cubicBezTo>
                <a:cubicBezTo>
                  <a:pt x="75918" y="29446"/>
                  <a:pt x="75794" y="28500"/>
                  <a:pt x="75619" y="27604"/>
                </a:cubicBezTo>
                <a:cubicBezTo>
                  <a:pt x="75619" y="27579"/>
                  <a:pt x="75644" y="27530"/>
                  <a:pt x="75644" y="27505"/>
                </a:cubicBezTo>
                <a:close/>
                <a:moveTo>
                  <a:pt x="104468" y="26509"/>
                </a:moveTo>
                <a:cubicBezTo>
                  <a:pt x="104493" y="26509"/>
                  <a:pt x="104493" y="26509"/>
                  <a:pt x="104518" y="26534"/>
                </a:cubicBezTo>
                <a:cubicBezTo>
                  <a:pt x="104369" y="27729"/>
                  <a:pt x="104169" y="28899"/>
                  <a:pt x="103921" y="30118"/>
                </a:cubicBezTo>
                <a:cubicBezTo>
                  <a:pt x="103896" y="30243"/>
                  <a:pt x="103846" y="30342"/>
                  <a:pt x="103796" y="30467"/>
                </a:cubicBezTo>
                <a:cubicBezTo>
                  <a:pt x="104095" y="29098"/>
                  <a:pt x="104294" y="27779"/>
                  <a:pt x="104468" y="26509"/>
                </a:cubicBezTo>
                <a:close/>
                <a:moveTo>
                  <a:pt x="105165" y="26733"/>
                </a:moveTo>
                <a:cubicBezTo>
                  <a:pt x="105215" y="26758"/>
                  <a:pt x="105240" y="26758"/>
                  <a:pt x="105240" y="26758"/>
                </a:cubicBezTo>
                <a:cubicBezTo>
                  <a:pt x="104916" y="28028"/>
                  <a:pt x="104518" y="29322"/>
                  <a:pt x="104020" y="30517"/>
                </a:cubicBezTo>
                <a:cubicBezTo>
                  <a:pt x="104045" y="30392"/>
                  <a:pt x="104095" y="30268"/>
                  <a:pt x="104095" y="30193"/>
                </a:cubicBezTo>
                <a:cubicBezTo>
                  <a:pt x="104518" y="29073"/>
                  <a:pt x="104891" y="27878"/>
                  <a:pt x="105165" y="26733"/>
                </a:cubicBezTo>
                <a:close/>
                <a:moveTo>
                  <a:pt x="82564" y="27953"/>
                </a:moveTo>
                <a:lnTo>
                  <a:pt x="82564" y="28003"/>
                </a:lnTo>
                <a:cubicBezTo>
                  <a:pt x="80473" y="28724"/>
                  <a:pt x="78308" y="29596"/>
                  <a:pt x="76167" y="30591"/>
                </a:cubicBezTo>
                <a:lnTo>
                  <a:pt x="76167" y="30517"/>
                </a:lnTo>
                <a:cubicBezTo>
                  <a:pt x="78308" y="29521"/>
                  <a:pt x="80473" y="28650"/>
                  <a:pt x="82564" y="27953"/>
                </a:cubicBezTo>
                <a:close/>
                <a:moveTo>
                  <a:pt x="76018" y="30616"/>
                </a:moveTo>
                <a:lnTo>
                  <a:pt x="76018" y="30691"/>
                </a:lnTo>
                <a:cubicBezTo>
                  <a:pt x="75993" y="30691"/>
                  <a:pt x="75968" y="30691"/>
                  <a:pt x="75968" y="30716"/>
                </a:cubicBezTo>
                <a:lnTo>
                  <a:pt x="75968" y="30641"/>
                </a:lnTo>
                <a:cubicBezTo>
                  <a:pt x="75993" y="30641"/>
                  <a:pt x="75993" y="30616"/>
                  <a:pt x="76018" y="30616"/>
                </a:cubicBezTo>
                <a:close/>
                <a:moveTo>
                  <a:pt x="68874" y="22153"/>
                </a:moveTo>
                <a:cubicBezTo>
                  <a:pt x="68426" y="25090"/>
                  <a:pt x="68501" y="28003"/>
                  <a:pt x="69073" y="30741"/>
                </a:cubicBezTo>
                <a:lnTo>
                  <a:pt x="69023" y="30741"/>
                </a:lnTo>
                <a:cubicBezTo>
                  <a:pt x="68451" y="28003"/>
                  <a:pt x="68351" y="25115"/>
                  <a:pt x="68799" y="22178"/>
                </a:cubicBezTo>
                <a:cubicBezTo>
                  <a:pt x="68824" y="22178"/>
                  <a:pt x="68824" y="22153"/>
                  <a:pt x="68874" y="22153"/>
                </a:cubicBezTo>
                <a:close/>
                <a:moveTo>
                  <a:pt x="68650" y="22303"/>
                </a:moveTo>
                <a:lnTo>
                  <a:pt x="68650" y="22303"/>
                </a:lnTo>
                <a:cubicBezTo>
                  <a:pt x="68227" y="25140"/>
                  <a:pt x="68301" y="28003"/>
                  <a:pt x="68849" y="30691"/>
                </a:cubicBezTo>
                <a:cubicBezTo>
                  <a:pt x="67741" y="30325"/>
                  <a:pt x="66511" y="30148"/>
                  <a:pt x="65193" y="30148"/>
                </a:cubicBezTo>
                <a:cubicBezTo>
                  <a:pt x="63640" y="30148"/>
                  <a:pt x="61962" y="30394"/>
                  <a:pt x="60212" y="30865"/>
                </a:cubicBezTo>
                <a:cubicBezTo>
                  <a:pt x="59838" y="29894"/>
                  <a:pt x="59465" y="28948"/>
                  <a:pt x="59191" y="27953"/>
                </a:cubicBezTo>
                <a:cubicBezTo>
                  <a:pt x="62328" y="25837"/>
                  <a:pt x="65514" y="23921"/>
                  <a:pt x="68650" y="22303"/>
                </a:cubicBezTo>
                <a:close/>
                <a:moveTo>
                  <a:pt x="59042" y="28077"/>
                </a:moveTo>
                <a:cubicBezTo>
                  <a:pt x="59316" y="29023"/>
                  <a:pt x="59639" y="29969"/>
                  <a:pt x="60038" y="30940"/>
                </a:cubicBezTo>
                <a:lnTo>
                  <a:pt x="59963" y="30940"/>
                </a:lnTo>
                <a:cubicBezTo>
                  <a:pt x="59589" y="29994"/>
                  <a:pt x="59241" y="29073"/>
                  <a:pt x="58967" y="28102"/>
                </a:cubicBezTo>
                <a:cubicBezTo>
                  <a:pt x="58992" y="28102"/>
                  <a:pt x="58992" y="28077"/>
                  <a:pt x="59042" y="28077"/>
                </a:cubicBezTo>
                <a:close/>
                <a:moveTo>
                  <a:pt x="69148" y="30965"/>
                </a:moveTo>
                <a:cubicBezTo>
                  <a:pt x="69148" y="30990"/>
                  <a:pt x="69148" y="31014"/>
                  <a:pt x="69173" y="31014"/>
                </a:cubicBezTo>
                <a:cubicBezTo>
                  <a:pt x="69164" y="31031"/>
                  <a:pt x="69156" y="31037"/>
                  <a:pt x="69149" y="31037"/>
                </a:cubicBezTo>
                <a:cubicBezTo>
                  <a:pt x="69134" y="31037"/>
                  <a:pt x="69123" y="31014"/>
                  <a:pt x="69123" y="31014"/>
                </a:cubicBezTo>
                <a:cubicBezTo>
                  <a:pt x="69123" y="30990"/>
                  <a:pt x="69123" y="30965"/>
                  <a:pt x="69073" y="30965"/>
                </a:cubicBezTo>
                <a:close/>
                <a:moveTo>
                  <a:pt x="65230" y="30358"/>
                </a:moveTo>
                <a:cubicBezTo>
                  <a:pt x="66548" y="30358"/>
                  <a:pt x="67770" y="30533"/>
                  <a:pt x="68874" y="30890"/>
                </a:cubicBezTo>
                <a:cubicBezTo>
                  <a:pt x="68874" y="30911"/>
                  <a:pt x="68874" y="30949"/>
                  <a:pt x="68889" y="30961"/>
                </a:cubicBezTo>
                <a:lnTo>
                  <a:pt x="68889" y="30961"/>
                </a:lnTo>
                <a:cubicBezTo>
                  <a:pt x="67796" y="30583"/>
                  <a:pt x="66575" y="30401"/>
                  <a:pt x="65257" y="30401"/>
                </a:cubicBezTo>
                <a:cubicBezTo>
                  <a:pt x="63725" y="30401"/>
                  <a:pt x="62061" y="30646"/>
                  <a:pt x="60311" y="31114"/>
                </a:cubicBezTo>
                <a:cubicBezTo>
                  <a:pt x="60311" y="31089"/>
                  <a:pt x="60262" y="31089"/>
                  <a:pt x="60262" y="31064"/>
                </a:cubicBezTo>
                <a:cubicBezTo>
                  <a:pt x="62029" y="30596"/>
                  <a:pt x="63695" y="30358"/>
                  <a:pt x="65230" y="30358"/>
                </a:cubicBezTo>
                <a:close/>
                <a:moveTo>
                  <a:pt x="60087" y="31089"/>
                </a:moveTo>
                <a:cubicBezTo>
                  <a:pt x="60087" y="31114"/>
                  <a:pt x="60087" y="31114"/>
                  <a:pt x="60112" y="31139"/>
                </a:cubicBezTo>
                <a:cubicBezTo>
                  <a:pt x="60087" y="31139"/>
                  <a:pt x="60087" y="31139"/>
                  <a:pt x="60062" y="31189"/>
                </a:cubicBezTo>
                <a:cubicBezTo>
                  <a:pt x="60062" y="31139"/>
                  <a:pt x="60038" y="31139"/>
                  <a:pt x="60038" y="31114"/>
                </a:cubicBezTo>
                <a:cubicBezTo>
                  <a:pt x="60062" y="31089"/>
                  <a:pt x="60062" y="31089"/>
                  <a:pt x="60087" y="31089"/>
                </a:cubicBezTo>
                <a:close/>
                <a:moveTo>
                  <a:pt x="75470" y="27903"/>
                </a:moveTo>
                <a:cubicBezTo>
                  <a:pt x="75644" y="28724"/>
                  <a:pt x="75744" y="29596"/>
                  <a:pt x="75769" y="30517"/>
                </a:cubicBezTo>
                <a:cubicBezTo>
                  <a:pt x="75346" y="30741"/>
                  <a:pt x="74898" y="30965"/>
                  <a:pt x="74425" y="31189"/>
                </a:cubicBezTo>
                <a:cubicBezTo>
                  <a:pt x="74474" y="31089"/>
                  <a:pt x="74474" y="30965"/>
                  <a:pt x="74499" y="30865"/>
                </a:cubicBezTo>
                <a:cubicBezTo>
                  <a:pt x="74499" y="30815"/>
                  <a:pt x="74524" y="30766"/>
                  <a:pt x="74524" y="30716"/>
                </a:cubicBezTo>
                <a:cubicBezTo>
                  <a:pt x="74748" y="29770"/>
                  <a:pt x="75047" y="28824"/>
                  <a:pt x="75470" y="27903"/>
                </a:cubicBezTo>
                <a:close/>
                <a:moveTo>
                  <a:pt x="75744" y="30716"/>
                </a:moveTo>
                <a:lnTo>
                  <a:pt x="75744" y="30766"/>
                </a:lnTo>
                <a:cubicBezTo>
                  <a:pt x="75296" y="30990"/>
                  <a:pt x="74848" y="31238"/>
                  <a:pt x="74375" y="31462"/>
                </a:cubicBezTo>
                <a:lnTo>
                  <a:pt x="74375" y="31363"/>
                </a:lnTo>
                <a:cubicBezTo>
                  <a:pt x="74848" y="31139"/>
                  <a:pt x="75271" y="30890"/>
                  <a:pt x="75744" y="30716"/>
                </a:cubicBezTo>
                <a:close/>
                <a:moveTo>
                  <a:pt x="58793" y="28202"/>
                </a:moveTo>
                <a:cubicBezTo>
                  <a:pt x="59092" y="29148"/>
                  <a:pt x="59440" y="30069"/>
                  <a:pt x="59789" y="30990"/>
                </a:cubicBezTo>
                <a:cubicBezTo>
                  <a:pt x="59216" y="31139"/>
                  <a:pt x="58669" y="31338"/>
                  <a:pt x="58096" y="31512"/>
                </a:cubicBezTo>
                <a:cubicBezTo>
                  <a:pt x="57673" y="30865"/>
                  <a:pt x="57225" y="30243"/>
                  <a:pt x="56752" y="29596"/>
                </a:cubicBezTo>
                <a:cubicBezTo>
                  <a:pt x="57449" y="29123"/>
                  <a:pt x="58121" y="28650"/>
                  <a:pt x="58793" y="28202"/>
                </a:cubicBezTo>
                <a:close/>
                <a:moveTo>
                  <a:pt x="56603" y="29720"/>
                </a:moveTo>
                <a:lnTo>
                  <a:pt x="57922" y="31587"/>
                </a:lnTo>
                <a:lnTo>
                  <a:pt x="57872" y="31612"/>
                </a:lnTo>
                <a:lnTo>
                  <a:pt x="56578" y="29745"/>
                </a:lnTo>
                <a:lnTo>
                  <a:pt x="56603" y="29720"/>
                </a:lnTo>
                <a:close/>
                <a:moveTo>
                  <a:pt x="103721" y="31139"/>
                </a:moveTo>
                <a:lnTo>
                  <a:pt x="103721" y="31139"/>
                </a:lnTo>
                <a:cubicBezTo>
                  <a:pt x="103672" y="31239"/>
                  <a:pt x="103672" y="31338"/>
                  <a:pt x="103647" y="31462"/>
                </a:cubicBezTo>
                <a:cubicBezTo>
                  <a:pt x="103622" y="31562"/>
                  <a:pt x="103547" y="31637"/>
                  <a:pt x="103522" y="31711"/>
                </a:cubicBezTo>
                <a:cubicBezTo>
                  <a:pt x="103547" y="31612"/>
                  <a:pt x="103547" y="31512"/>
                  <a:pt x="103597" y="31438"/>
                </a:cubicBezTo>
                <a:cubicBezTo>
                  <a:pt x="103622" y="31338"/>
                  <a:pt x="103672" y="31239"/>
                  <a:pt x="103721" y="31139"/>
                </a:cubicBezTo>
                <a:close/>
                <a:moveTo>
                  <a:pt x="117461" y="30143"/>
                </a:moveTo>
                <a:cubicBezTo>
                  <a:pt x="117461" y="30268"/>
                  <a:pt x="117486" y="30367"/>
                  <a:pt x="117536" y="30492"/>
                </a:cubicBezTo>
                <a:cubicBezTo>
                  <a:pt x="117561" y="30616"/>
                  <a:pt x="117561" y="30766"/>
                  <a:pt x="117586" y="30890"/>
                </a:cubicBezTo>
                <a:cubicBezTo>
                  <a:pt x="117617" y="31170"/>
                  <a:pt x="117648" y="31440"/>
                  <a:pt x="117679" y="31719"/>
                </a:cubicBezTo>
                <a:lnTo>
                  <a:pt x="117679" y="31719"/>
                </a:lnTo>
                <a:cubicBezTo>
                  <a:pt x="117646" y="31477"/>
                  <a:pt x="117603" y="31212"/>
                  <a:pt x="117561" y="30915"/>
                </a:cubicBezTo>
                <a:cubicBezTo>
                  <a:pt x="117511" y="30766"/>
                  <a:pt x="117486" y="30616"/>
                  <a:pt x="117461" y="30442"/>
                </a:cubicBezTo>
                <a:lnTo>
                  <a:pt x="117461" y="30218"/>
                </a:lnTo>
                <a:lnTo>
                  <a:pt x="117461" y="30143"/>
                </a:lnTo>
                <a:close/>
                <a:moveTo>
                  <a:pt x="59863" y="31139"/>
                </a:moveTo>
                <a:lnTo>
                  <a:pt x="59863" y="31214"/>
                </a:lnTo>
                <a:cubicBezTo>
                  <a:pt x="59341" y="31363"/>
                  <a:pt x="58793" y="31537"/>
                  <a:pt x="58245" y="31736"/>
                </a:cubicBezTo>
                <a:cubicBezTo>
                  <a:pt x="58245" y="31711"/>
                  <a:pt x="58220" y="31711"/>
                  <a:pt x="58220" y="31687"/>
                </a:cubicBezTo>
                <a:cubicBezTo>
                  <a:pt x="58793" y="31487"/>
                  <a:pt x="59316" y="31313"/>
                  <a:pt x="59863" y="31139"/>
                </a:cubicBezTo>
                <a:close/>
                <a:moveTo>
                  <a:pt x="58046" y="31736"/>
                </a:moveTo>
                <a:cubicBezTo>
                  <a:pt x="58046" y="31761"/>
                  <a:pt x="58071" y="31761"/>
                  <a:pt x="58071" y="31811"/>
                </a:cubicBezTo>
                <a:cubicBezTo>
                  <a:pt x="58046" y="31811"/>
                  <a:pt x="58046" y="31811"/>
                  <a:pt x="57996" y="31836"/>
                </a:cubicBezTo>
                <a:cubicBezTo>
                  <a:pt x="57996" y="31811"/>
                  <a:pt x="57972" y="31811"/>
                  <a:pt x="57972" y="31761"/>
                </a:cubicBezTo>
                <a:cubicBezTo>
                  <a:pt x="57996" y="31761"/>
                  <a:pt x="57996" y="31761"/>
                  <a:pt x="58046" y="31736"/>
                </a:cubicBezTo>
                <a:close/>
                <a:moveTo>
                  <a:pt x="70890" y="21158"/>
                </a:moveTo>
                <a:cubicBezTo>
                  <a:pt x="71612" y="21556"/>
                  <a:pt x="72234" y="22054"/>
                  <a:pt x="72782" y="22626"/>
                </a:cubicBezTo>
                <a:cubicBezTo>
                  <a:pt x="72757" y="22751"/>
                  <a:pt x="72732" y="22850"/>
                  <a:pt x="72657" y="22975"/>
                </a:cubicBezTo>
                <a:lnTo>
                  <a:pt x="72483" y="23522"/>
                </a:lnTo>
                <a:cubicBezTo>
                  <a:pt x="72433" y="23647"/>
                  <a:pt x="72384" y="23796"/>
                  <a:pt x="72359" y="23921"/>
                </a:cubicBezTo>
                <a:cubicBezTo>
                  <a:pt x="72284" y="24120"/>
                  <a:pt x="72259" y="24294"/>
                  <a:pt x="72184" y="24493"/>
                </a:cubicBezTo>
                <a:cubicBezTo>
                  <a:pt x="72160" y="24617"/>
                  <a:pt x="72135" y="24767"/>
                  <a:pt x="72110" y="24891"/>
                </a:cubicBezTo>
                <a:cubicBezTo>
                  <a:pt x="72060" y="25066"/>
                  <a:pt x="72010" y="25265"/>
                  <a:pt x="71985" y="25439"/>
                </a:cubicBezTo>
                <a:cubicBezTo>
                  <a:pt x="71935" y="25613"/>
                  <a:pt x="71911" y="25738"/>
                  <a:pt x="71886" y="25887"/>
                </a:cubicBezTo>
                <a:cubicBezTo>
                  <a:pt x="71861" y="26061"/>
                  <a:pt x="71811" y="26235"/>
                  <a:pt x="71786" y="26410"/>
                </a:cubicBezTo>
                <a:cubicBezTo>
                  <a:pt x="71761" y="26559"/>
                  <a:pt x="71736" y="26733"/>
                  <a:pt x="71736" y="26858"/>
                </a:cubicBezTo>
                <a:cubicBezTo>
                  <a:pt x="71736" y="26883"/>
                  <a:pt x="71736" y="26957"/>
                  <a:pt x="71687" y="26982"/>
                </a:cubicBezTo>
                <a:lnTo>
                  <a:pt x="71687" y="27107"/>
                </a:lnTo>
                <a:cubicBezTo>
                  <a:pt x="71637" y="27654"/>
                  <a:pt x="71562" y="28227"/>
                  <a:pt x="71537" y="28749"/>
                </a:cubicBezTo>
                <a:lnTo>
                  <a:pt x="71537" y="28948"/>
                </a:lnTo>
                <a:cubicBezTo>
                  <a:pt x="71512" y="29496"/>
                  <a:pt x="71512" y="30069"/>
                  <a:pt x="71537" y="30591"/>
                </a:cubicBezTo>
                <a:lnTo>
                  <a:pt x="71537" y="30691"/>
                </a:lnTo>
                <a:cubicBezTo>
                  <a:pt x="71562" y="31214"/>
                  <a:pt x="71637" y="31711"/>
                  <a:pt x="71687" y="32209"/>
                </a:cubicBezTo>
                <a:cubicBezTo>
                  <a:pt x="71015" y="31587"/>
                  <a:pt x="70168" y="31114"/>
                  <a:pt x="69247" y="30741"/>
                </a:cubicBezTo>
                <a:cubicBezTo>
                  <a:pt x="68625" y="27953"/>
                  <a:pt x="68550" y="24966"/>
                  <a:pt x="69023" y="21954"/>
                </a:cubicBezTo>
                <a:cubicBezTo>
                  <a:pt x="69695" y="21755"/>
                  <a:pt x="70293" y="21481"/>
                  <a:pt x="70890" y="21158"/>
                </a:cubicBezTo>
                <a:close/>
                <a:moveTo>
                  <a:pt x="73130" y="23000"/>
                </a:moveTo>
                <a:cubicBezTo>
                  <a:pt x="74126" y="24120"/>
                  <a:pt x="74873" y="25514"/>
                  <a:pt x="75271" y="27131"/>
                </a:cubicBezTo>
                <a:cubicBezTo>
                  <a:pt x="74624" y="28525"/>
                  <a:pt x="74126" y="29969"/>
                  <a:pt x="73877" y="31413"/>
                </a:cubicBezTo>
                <a:cubicBezTo>
                  <a:pt x="73304" y="31711"/>
                  <a:pt x="72757" y="32010"/>
                  <a:pt x="72184" y="32284"/>
                </a:cubicBezTo>
                <a:cubicBezTo>
                  <a:pt x="72160" y="32110"/>
                  <a:pt x="72135" y="31886"/>
                  <a:pt x="72135" y="31711"/>
                </a:cubicBezTo>
                <a:cubicBezTo>
                  <a:pt x="72110" y="31487"/>
                  <a:pt x="72110" y="31288"/>
                  <a:pt x="72060" y="31089"/>
                </a:cubicBezTo>
                <a:cubicBezTo>
                  <a:pt x="72035" y="30716"/>
                  <a:pt x="72010" y="30293"/>
                  <a:pt x="72010" y="29894"/>
                </a:cubicBezTo>
                <a:lnTo>
                  <a:pt x="72010" y="29397"/>
                </a:lnTo>
                <a:cubicBezTo>
                  <a:pt x="72010" y="28998"/>
                  <a:pt x="72035" y="28600"/>
                  <a:pt x="72060" y="28177"/>
                </a:cubicBezTo>
                <a:cubicBezTo>
                  <a:pt x="72060" y="28003"/>
                  <a:pt x="72110" y="27804"/>
                  <a:pt x="72110" y="27629"/>
                </a:cubicBezTo>
                <a:cubicBezTo>
                  <a:pt x="72135" y="27380"/>
                  <a:pt x="72160" y="27107"/>
                  <a:pt x="72184" y="26858"/>
                </a:cubicBezTo>
                <a:cubicBezTo>
                  <a:pt x="72234" y="26509"/>
                  <a:pt x="72284" y="26186"/>
                  <a:pt x="72359" y="25862"/>
                </a:cubicBezTo>
                <a:cubicBezTo>
                  <a:pt x="72384" y="25613"/>
                  <a:pt x="72433" y="25364"/>
                  <a:pt x="72508" y="25140"/>
                </a:cubicBezTo>
                <a:cubicBezTo>
                  <a:pt x="72558" y="24891"/>
                  <a:pt x="72632" y="24617"/>
                  <a:pt x="72682" y="24369"/>
                </a:cubicBezTo>
                <a:cubicBezTo>
                  <a:pt x="72782" y="24095"/>
                  <a:pt x="72856" y="23846"/>
                  <a:pt x="72931" y="23597"/>
                </a:cubicBezTo>
                <a:cubicBezTo>
                  <a:pt x="73006" y="23398"/>
                  <a:pt x="73056" y="23174"/>
                  <a:pt x="73130" y="23000"/>
                </a:cubicBezTo>
                <a:close/>
                <a:moveTo>
                  <a:pt x="105663" y="16080"/>
                </a:moveTo>
                <a:lnTo>
                  <a:pt x="105663" y="16080"/>
                </a:lnTo>
                <a:cubicBezTo>
                  <a:pt x="108525" y="17150"/>
                  <a:pt x="110940" y="18768"/>
                  <a:pt x="112807" y="20909"/>
                </a:cubicBezTo>
                <a:cubicBezTo>
                  <a:pt x="112881" y="21282"/>
                  <a:pt x="112981" y="21655"/>
                  <a:pt x="113056" y="22054"/>
                </a:cubicBezTo>
                <a:cubicBezTo>
                  <a:pt x="113081" y="22228"/>
                  <a:pt x="113105" y="22402"/>
                  <a:pt x="113130" y="22552"/>
                </a:cubicBezTo>
                <a:cubicBezTo>
                  <a:pt x="113230" y="23124"/>
                  <a:pt x="113329" y="23672"/>
                  <a:pt x="113379" y="24269"/>
                </a:cubicBezTo>
                <a:cubicBezTo>
                  <a:pt x="113379" y="24418"/>
                  <a:pt x="113429" y="24543"/>
                  <a:pt x="113429" y="24717"/>
                </a:cubicBezTo>
                <a:lnTo>
                  <a:pt x="113504" y="26111"/>
                </a:lnTo>
                <a:cubicBezTo>
                  <a:pt x="113504" y="26335"/>
                  <a:pt x="113553" y="26534"/>
                  <a:pt x="113553" y="26783"/>
                </a:cubicBezTo>
                <a:cubicBezTo>
                  <a:pt x="113553" y="27355"/>
                  <a:pt x="113578" y="27953"/>
                  <a:pt x="113553" y="28500"/>
                </a:cubicBezTo>
                <a:cubicBezTo>
                  <a:pt x="113553" y="28700"/>
                  <a:pt x="113504" y="28849"/>
                  <a:pt x="113504" y="29023"/>
                </a:cubicBezTo>
                <a:lnTo>
                  <a:pt x="113429" y="30517"/>
                </a:lnTo>
                <a:cubicBezTo>
                  <a:pt x="113379" y="30741"/>
                  <a:pt x="113379" y="30965"/>
                  <a:pt x="113354" y="31139"/>
                </a:cubicBezTo>
                <a:cubicBezTo>
                  <a:pt x="113329" y="31562"/>
                  <a:pt x="113255" y="31935"/>
                  <a:pt x="113230" y="32334"/>
                </a:cubicBezTo>
                <a:cubicBezTo>
                  <a:pt x="111363" y="29645"/>
                  <a:pt x="108774" y="27654"/>
                  <a:pt x="105514" y="26459"/>
                </a:cubicBezTo>
                <a:cubicBezTo>
                  <a:pt x="106285" y="22975"/>
                  <a:pt x="106360" y="19390"/>
                  <a:pt x="105663" y="16080"/>
                </a:cubicBezTo>
                <a:close/>
                <a:moveTo>
                  <a:pt x="69389" y="31096"/>
                </a:moveTo>
                <a:lnTo>
                  <a:pt x="69389" y="31096"/>
                </a:lnTo>
                <a:cubicBezTo>
                  <a:pt x="70278" y="31469"/>
                  <a:pt x="71069" y="31964"/>
                  <a:pt x="71761" y="32558"/>
                </a:cubicBezTo>
                <a:cubicBezTo>
                  <a:pt x="71736" y="32558"/>
                  <a:pt x="71687" y="32583"/>
                  <a:pt x="71687" y="32583"/>
                </a:cubicBezTo>
                <a:cubicBezTo>
                  <a:pt x="71039" y="31985"/>
                  <a:pt x="70268" y="31487"/>
                  <a:pt x="69397" y="31139"/>
                </a:cubicBezTo>
                <a:cubicBezTo>
                  <a:pt x="69397" y="31122"/>
                  <a:pt x="69397" y="31106"/>
                  <a:pt x="69389" y="31096"/>
                </a:cubicBezTo>
                <a:close/>
                <a:moveTo>
                  <a:pt x="73852" y="31687"/>
                </a:moveTo>
                <a:lnTo>
                  <a:pt x="73852" y="31736"/>
                </a:lnTo>
                <a:cubicBezTo>
                  <a:pt x="73304" y="31985"/>
                  <a:pt x="72782" y="32259"/>
                  <a:pt x="72234" y="32583"/>
                </a:cubicBezTo>
                <a:lnTo>
                  <a:pt x="72234" y="32508"/>
                </a:lnTo>
                <a:cubicBezTo>
                  <a:pt x="72757" y="32234"/>
                  <a:pt x="73304" y="31960"/>
                  <a:pt x="73852" y="31687"/>
                </a:cubicBezTo>
                <a:close/>
                <a:moveTo>
                  <a:pt x="113081" y="21232"/>
                </a:moveTo>
                <a:cubicBezTo>
                  <a:pt x="113105" y="21257"/>
                  <a:pt x="113105" y="21282"/>
                  <a:pt x="113130" y="21307"/>
                </a:cubicBezTo>
                <a:cubicBezTo>
                  <a:pt x="113205" y="21556"/>
                  <a:pt x="113255" y="21805"/>
                  <a:pt x="113280" y="22103"/>
                </a:cubicBezTo>
                <a:cubicBezTo>
                  <a:pt x="113329" y="22228"/>
                  <a:pt x="113329" y="22352"/>
                  <a:pt x="113354" y="22477"/>
                </a:cubicBezTo>
                <a:cubicBezTo>
                  <a:pt x="113454" y="22925"/>
                  <a:pt x="113504" y="23423"/>
                  <a:pt x="113578" y="23921"/>
                </a:cubicBezTo>
                <a:cubicBezTo>
                  <a:pt x="113603" y="24095"/>
                  <a:pt x="113603" y="24244"/>
                  <a:pt x="113628" y="24418"/>
                </a:cubicBezTo>
                <a:cubicBezTo>
                  <a:pt x="113703" y="24991"/>
                  <a:pt x="113728" y="25538"/>
                  <a:pt x="113753" y="26136"/>
                </a:cubicBezTo>
                <a:cubicBezTo>
                  <a:pt x="113753" y="26360"/>
                  <a:pt x="113753" y="26584"/>
                  <a:pt x="113777" y="26783"/>
                </a:cubicBezTo>
                <a:lnTo>
                  <a:pt x="113777" y="28152"/>
                </a:lnTo>
                <a:lnTo>
                  <a:pt x="113777" y="28724"/>
                </a:lnTo>
                <a:cubicBezTo>
                  <a:pt x="113753" y="29322"/>
                  <a:pt x="113728" y="29894"/>
                  <a:pt x="113703" y="30517"/>
                </a:cubicBezTo>
                <a:cubicBezTo>
                  <a:pt x="113653" y="30741"/>
                  <a:pt x="113653" y="30940"/>
                  <a:pt x="113628" y="31139"/>
                </a:cubicBezTo>
                <a:cubicBezTo>
                  <a:pt x="113578" y="31612"/>
                  <a:pt x="113504" y="32110"/>
                  <a:pt x="113454" y="32632"/>
                </a:cubicBezTo>
                <a:cubicBezTo>
                  <a:pt x="113429" y="32607"/>
                  <a:pt x="113429" y="32583"/>
                  <a:pt x="113379" y="32583"/>
                </a:cubicBezTo>
                <a:lnTo>
                  <a:pt x="113578" y="30990"/>
                </a:lnTo>
                <a:cubicBezTo>
                  <a:pt x="113578" y="30865"/>
                  <a:pt x="113603" y="30741"/>
                  <a:pt x="113603" y="30616"/>
                </a:cubicBezTo>
                <a:cubicBezTo>
                  <a:pt x="113678" y="29994"/>
                  <a:pt x="113703" y="29347"/>
                  <a:pt x="113728" y="28724"/>
                </a:cubicBezTo>
                <a:lnTo>
                  <a:pt x="113728" y="28525"/>
                </a:lnTo>
                <a:cubicBezTo>
                  <a:pt x="113753" y="27903"/>
                  <a:pt x="113728" y="27281"/>
                  <a:pt x="113728" y="26659"/>
                </a:cubicBezTo>
                <a:cubicBezTo>
                  <a:pt x="113728" y="26484"/>
                  <a:pt x="113728" y="26285"/>
                  <a:pt x="113703" y="26111"/>
                </a:cubicBezTo>
                <a:lnTo>
                  <a:pt x="113603" y="24518"/>
                </a:lnTo>
                <a:cubicBezTo>
                  <a:pt x="113603" y="24418"/>
                  <a:pt x="113603" y="24344"/>
                  <a:pt x="113578" y="24244"/>
                </a:cubicBezTo>
                <a:cubicBezTo>
                  <a:pt x="113504" y="23647"/>
                  <a:pt x="113429" y="23049"/>
                  <a:pt x="113329" y="22477"/>
                </a:cubicBezTo>
                <a:lnTo>
                  <a:pt x="113230" y="22004"/>
                </a:lnTo>
                <a:cubicBezTo>
                  <a:pt x="113180" y="21755"/>
                  <a:pt x="113130" y="21481"/>
                  <a:pt x="113081" y="21232"/>
                </a:cubicBezTo>
                <a:close/>
                <a:moveTo>
                  <a:pt x="105464" y="26609"/>
                </a:moveTo>
                <a:cubicBezTo>
                  <a:pt x="108725" y="27853"/>
                  <a:pt x="111338" y="29869"/>
                  <a:pt x="113180" y="32607"/>
                </a:cubicBezTo>
                <a:lnTo>
                  <a:pt x="113180" y="32707"/>
                </a:lnTo>
                <a:cubicBezTo>
                  <a:pt x="111363" y="29944"/>
                  <a:pt x="108749" y="27878"/>
                  <a:pt x="105464" y="26659"/>
                </a:cubicBezTo>
                <a:lnTo>
                  <a:pt x="105464" y="26609"/>
                </a:lnTo>
                <a:close/>
                <a:moveTo>
                  <a:pt x="113329" y="32831"/>
                </a:moveTo>
                <a:cubicBezTo>
                  <a:pt x="113354" y="32856"/>
                  <a:pt x="113354" y="32881"/>
                  <a:pt x="113379" y="32881"/>
                </a:cubicBezTo>
                <a:lnTo>
                  <a:pt x="113379" y="33006"/>
                </a:lnTo>
                <a:cubicBezTo>
                  <a:pt x="113354" y="32981"/>
                  <a:pt x="113354" y="32956"/>
                  <a:pt x="113329" y="32931"/>
                </a:cubicBezTo>
                <a:lnTo>
                  <a:pt x="113329" y="32831"/>
                </a:lnTo>
                <a:close/>
                <a:moveTo>
                  <a:pt x="69446" y="31363"/>
                </a:moveTo>
                <a:lnTo>
                  <a:pt x="69446" y="31363"/>
                </a:lnTo>
                <a:cubicBezTo>
                  <a:pt x="70218" y="31711"/>
                  <a:pt x="70940" y="32135"/>
                  <a:pt x="71537" y="32682"/>
                </a:cubicBezTo>
                <a:cubicBezTo>
                  <a:pt x="71039" y="32931"/>
                  <a:pt x="70542" y="33205"/>
                  <a:pt x="70069" y="33479"/>
                </a:cubicBezTo>
                <a:cubicBezTo>
                  <a:pt x="69820" y="32807"/>
                  <a:pt x="69596" y="32085"/>
                  <a:pt x="69446" y="31363"/>
                </a:cubicBezTo>
                <a:close/>
                <a:moveTo>
                  <a:pt x="69148" y="31238"/>
                </a:moveTo>
                <a:cubicBezTo>
                  <a:pt x="69173" y="31238"/>
                  <a:pt x="69197" y="31263"/>
                  <a:pt x="69197" y="31263"/>
                </a:cubicBezTo>
                <a:cubicBezTo>
                  <a:pt x="69397" y="32060"/>
                  <a:pt x="69646" y="32831"/>
                  <a:pt x="69894" y="33578"/>
                </a:cubicBezTo>
                <a:cubicBezTo>
                  <a:pt x="69870" y="33578"/>
                  <a:pt x="69870" y="33603"/>
                  <a:pt x="69820" y="33603"/>
                </a:cubicBezTo>
                <a:cubicBezTo>
                  <a:pt x="69546" y="32831"/>
                  <a:pt x="69322" y="32060"/>
                  <a:pt x="69148" y="31238"/>
                </a:cubicBezTo>
                <a:close/>
                <a:moveTo>
                  <a:pt x="71662" y="32831"/>
                </a:moveTo>
                <a:cubicBezTo>
                  <a:pt x="71687" y="32831"/>
                  <a:pt x="71687" y="32856"/>
                  <a:pt x="71736" y="32881"/>
                </a:cubicBezTo>
                <a:cubicBezTo>
                  <a:pt x="71189" y="33180"/>
                  <a:pt x="70691" y="33454"/>
                  <a:pt x="70168" y="33752"/>
                </a:cubicBezTo>
                <a:cubicBezTo>
                  <a:pt x="70143" y="33703"/>
                  <a:pt x="70143" y="33678"/>
                  <a:pt x="70143" y="33678"/>
                </a:cubicBezTo>
                <a:cubicBezTo>
                  <a:pt x="70641" y="33379"/>
                  <a:pt x="71164" y="33105"/>
                  <a:pt x="71662" y="32831"/>
                </a:cubicBezTo>
                <a:close/>
                <a:moveTo>
                  <a:pt x="69944" y="33752"/>
                </a:moveTo>
                <a:cubicBezTo>
                  <a:pt x="69944" y="33802"/>
                  <a:pt x="69944" y="33802"/>
                  <a:pt x="69994" y="33827"/>
                </a:cubicBezTo>
                <a:cubicBezTo>
                  <a:pt x="69944" y="33827"/>
                  <a:pt x="69944" y="33852"/>
                  <a:pt x="69919" y="33852"/>
                </a:cubicBezTo>
                <a:cubicBezTo>
                  <a:pt x="69919" y="33827"/>
                  <a:pt x="69894" y="33827"/>
                  <a:pt x="69894" y="33802"/>
                </a:cubicBezTo>
                <a:cubicBezTo>
                  <a:pt x="69919" y="33752"/>
                  <a:pt x="69944" y="33752"/>
                  <a:pt x="69944" y="33752"/>
                </a:cubicBezTo>
                <a:close/>
                <a:moveTo>
                  <a:pt x="117188" y="30168"/>
                </a:moveTo>
                <a:cubicBezTo>
                  <a:pt x="117188" y="30243"/>
                  <a:pt x="117212" y="30293"/>
                  <a:pt x="117212" y="30342"/>
                </a:cubicBezTo>
                <a:cubicBezTo>
                  <a:pt x="117212" y="30367"/>
                  <a:pt x="117237" y="30392"/>
                  <a:pt x="117237" y="30467"/>
                </a:cubicBezTo>
                <a:lnTo>
                  <a:pt x="117237" y="31338"/>
                </a:lnTo>
                <a:lnTo>
                  <a:pt x="117237" y="31711"/>
                </a:lnTo>
                <a:lnTo>
                  <a:pt x="117237" y="31761"/>
                </a:lnTo>
                <a:cubicBezTo>
                  <a:pt x="117237" y="31886"/>
                  <a:pt x="117212" y="32010"/>
                  <a:pt x="117212" y="32159"/>
                </a:cubicBezTo>
                <a:cubicBezTo>
                  <a:pt x="117212" y="32309"/>
                  <a:pt x="117188" y="32408"/>
                  <a:pt x="117188" y="32583"/>
                </a:cubicBezTo>
                <a:cubicBezTo>
                  <a:pt x="117163" y="32757"/>
                  <a:pt x="117163" y="32906"/>
                  <a:pt x="117113" y="33105"/>
                </a:cubicBezTo>
                <a:lnTo>
                  <a:pt x="117113" y="33230"/>
                </a:lnTo>
                <a:cubicBezTo>
                  <a:pt x="117113" y="33304"/>
                  <a:pt x="117088" y="33354"/>
                  <a:pt x="117088" y="33404"/>
                </a:cubicBezTo>
                <a:cubicBezTo>
                  <a:pt x="117050" y="33632"/>
                  <a:pt x="117007" y="33860"/>
                  <a:pt x="116958" y="34087"/>
                </a:cubicBezTo>
                <a:lnTo>
                  <a:pt x="116958" y="34087"/>
                </a:lnTo>
                <a:lnTo>
                  <a:pt x="117038" y="33628"/>
                </a:lnTo>
                <a:cubicBezTo>
                  <a:pt x="117063" y="33504"/>
                  <a:pt x="117063" y="33379"/>
                  <a:pt x="117088" y="33255"/>
                </a:cubicBezTo>
                <a:lnTo>
                  <a:pt x="117088" y="33230"/>
                </a:lnTo>
                <a:lnTo>
                  <a:pt x="117088" y="33205"/>
                </a:lnTo>
                <a:cubicBezTo>
                  <a:pt x="117113" y="33056"/>
                  <a:pt x="117113" y="32856"/>
                  <a:pt x="117163" y="32707"/>
                </a:cubicBezTo>
                <a:cubicBezTo>
                  <a:pt x="117163" y="32583"/>
                  <a:pt x="117188" y="32458"/>
                  <a:pt x="117188" y="32334"/>
                </a:cubicBezTo>
                <a:lnTo>
                  <a:pt x="117188" y="32259"/>
                </a:lnTo>
                <a:lnTo>
                  <a:pt x="117188" y="32110"/>
                </a:lnTo>
                <a:cubicBezTo>
                  <a:pt x="117188" y="31985"/>
                  <a:pt x="117212" y="31861"/>
                  <a:pt x="117212" y="31761"/>
                </a:cubicBezTo>
                <a:lnTo>
                  <a:pt x="117212" y="31587"/>
                </a:lnTo>
                <a:cubicBezTo>
                  <a:pt x="117188" y="31512"/>
                  <a:pt x="117188" y="31512"/>
                  <a:pt x="117188" y="31487"/>
                </a:cubicBezTo>
                <a:lnTo>
                  <a:pt x="117188" y="31064"/>
                </a:lnTo>
                <a:lnTo>
                  <a:pt x="117188" y="30840"/>
                </a:lnTo>
                <a:lnTo>
                  <a:pt x="117188" y="30716"/>
                </a:lnTo>
                <a:lnTo>
                  <a:pt x="117188" y="30243"/>
                </a:lnTo>
                <a:lnTo>
                  <a:pt x="117188" y="30168"/>
                </a:lnTo>
                <a:close/>
                <a:moveTo>
                  <a:pt x="86198" y="27032"/>
                </a:moveTo>
                <a:lnTo>
                  <a:pt x="86198" y="27032"/>
                </a:lnTo>
                <a:cubicBezTo>
                  <a:pt x="86347" y="29621"/>
                  <a:pt x="86173" y="32135"/>
                  <a:pt x="85675" y="34474"/>
                </a:cubicBezTo>
                <a:lnTo>
                  <a:pt x="85601" y="34474"/>
                </a:lnTo>
                <a:cubicBezTo>
                  <a:pt x="86123" y="32135"/>
                  <a:pt x="86298" y="29645"/>
                  <a:pt x="86123" y="27082"/>
                </a:cubicBezTo>
                <a:cubicBezTo>
                  <a:pt x="86173" y="27082"/>
                  <a:pt x="86173" y="27082"/>
                  <a:pt x="86198" y="27032"/>
                </a:cubicBezTo>
                <a:close/>
                <a:moveTo>
                  <a:pt x="85601" y="34624"/>
                </a:moveTo>
                <a:lnTo>
                  <a:pt x="85601" y="34698"/>
                </a:lnTo>
                <a:lnTo>
                  <a:pt x="85551" y="34698"/>
                </a:lnTo>
                <a:lnTo>
                  <a:pt x="85551" y="34624"/>
                </a:lnTo>
                <a:close/>
                <a:moveTo>
                  <a:pt x="93192" y="25663"/>
                </a:moveTo>
                <a:lnTo>
                  <a:pt x="93192" y="25663"/>
                </a:lnTo>
                <a:cubicBezTo>
                  <a:pt x="92769" y="28575"/>
                  <a:pt x="91973" y="31612"/>
                  <a:pt x="90853" y="34698"/>
                </a:cubicBezTo>
                <a:cubicBezTo>
                  <a:pt x="89535" y="34524"/>
                  <a:pt x="88232" y="34425"/>
                  <a:pt x="86956" y="34425"/>
                </a:cubicBezTo>
                <a:cubicBezTo>
                  <a:pt x="86593" y="34425"/>
                  <a:pt x="86233" y="34433"/>
                  <a:pt x="85875" y="34449"/>
                </a:cubicBezTo>
                <a:cubicBezTo>
                  <a:pt x="86347" y="32110"/>
                  <a:pt x="86547" y="29596"/>
                  <a:pt x="86372" y="27007"/>
                </a:cubicBezTo>
                <a:cubicBezTo>
                  <a:pt x="88737" y="26360"/>
                  <a:pt x="91027" y="25912"/>
                  <a:pt x="93192" y="25663"/>
                </a:cubicBezTo>
                <a:close/>
                <a:moveTo>
                  <a:pt x="93441" y="25638"/>
                </a:moveTo>
                <a:cubicBezTo>
                  <a:pt x="93018" y="28575"/>
                  <a:pt x="92197" y="31612"/>
                  <a:pt x="91077" y="34748"/>
                </a:cubicBezTo>
                <a:lnTo>
                  <a:pt x="91027" y="34748"/>
                </a:lnTo>
                <a:cubicBezTo>
                  <a:pt x="92147" y="31637"/>
                  <a:pt x="92944" y="28600"/>
                  <a:pt x="93392" y="25663"/>
                </a:cubicBezTo>
                <a:cubicBezTo>
                  <a:pt x="93392" y="25638"/>
                  <a:pt x="93417" y="25638"/>
                  <a:pt x="93441" y="25638"/>
                </a:cubicBezTo>
                <a:close/>
                <a:moveTo>
                  <a:pt x="73802" y="31960"/>
                </a:moveTo>
                <a:lnTo>
                  <a:pt x="73802" y="32060"/>
                </a:lnTo>
                <a:lnTo>
                  <a:pt x="73802" y="32085"/>
                </a:lnTo>
                <a:cubicBezTo>
                  <a:pt x="73753" y="32458"/>
                  <a:pt x="73703" y="32856"/>
                  <a:pt x="73678" y="33230"/>
                </a:cubicBezTo>
                <a:cubicBezTo>
                  <a:pt x="73653" y="33479"/>
                  <a:pt x="73653" y="33703"/>
                  <a:pt x="73653" y="33952"/>
                </a:cubicBezTo>
                <a:lnTo>
                  <a:pt x="73653" y="33976"/>
                </a:lnTo>
                <a:lnTo>
                  <a:pt x="73653" y="34026"/>
                </a:lnTo>
                <a:cubicBezTo>
                  <a:pt x="73653" y="34325"/>
                  <a:pt x="73628" y="34599"/>
                  <a:pt x="73653" y="34848"/>
                </a:cubicBezTo>
                <a:cubicBezTo>
                  <a:pt x="73304" y="34076"/>
                  <a:pt x="72832" y="33404"/>
                  <a:pt x="72284" y="32831"/>
                </a:cubicBezTo>
                <a:lnTo>
                  <a:pt x="72284" y="32757"/>
                </a:lnTo>
                <a:cubicBezTo>
                  <a:pt x="72782" y="32483"/>
                  <a:pt x="73280" y="32209"/>
                  <a:pt x="73802" y="31960"/>
                </a:cubicBezTo>
                <a:close/>
                <a:moveTo>
                  <a:pt x="86708" y="34609"/>
                </a:moveTo>
                <a:cubicBezTo>
                  <a:pt x="88023" y="34609"/>
                  <a:pt x="89368" y="34692"/>
                  <a:pt x="90728" y="34873"/>
                </a:cubicBezTo>
                <a:cubicBezTo>
                  <a:pt x="90778" y="34922"/>
                  <a:pt x="90778" y="34922"/>
                  <a:pt x="90728" y="34947"/>
                </a:cubicBezTo>
                <a:cubicBezTo>
                  <a:pt x="89434" y="34748"/>
                  <a:pt x="88090" y="34649"/>
                  <a:pt x="86820" y="34649"/>
                </a:cubicBezTo>
                <a:cubicBezTo>
                  <a:pt x="86472" y="34649"/>
                  <a:pt x="86099" y="34698"/>
                  <a:pt x="85750" y="34698"/>
                </a:cubicBezTo>
                <a:lnTo>
                  <a:pt x="85750" y="34624"/>
                </a:lnTo>
                <a:cubicBezTo>
                  <a:pt x="86067" y="34614"/>
                  <a:pt x="86387" y="34609"/>
                  <a:pt x="86708" y="34609"/>
                </a:cubicBezTo>
                <a:close/>
                <a:moveTo>
                  <a:pt x="91027" y="34922"/>
                </a:moveTo>
                <a:cubicBezTo>
                  <a:pt x="91027" y="34947"/>
                  <a:pt x="91027" y="34947"/>
                  <a:pt x="90977" y="34972"/>
                </a:cubicBezTo>
                <a:lnTo>
                  <a:pt x="90927" y="34972"/>
                </a:lnTo>
                <a:cubicBezTo>
                  <a:pt x="90927" y="34947"/>
                  <a:pt x="90927" y="34947"/>
                  <a:pt x="90952" y="34922"/>
                </a:cubicBezTo>
                <a:close/>
                <a:moveTo>
                  <a:pt x="85949" y="27107"/>
                </a:moveTo>
                <a:lnTo>
                  <a:pt x="85949" y="27107"/>
                </a:lnTo>
                <a:cubicBezTo>
                  <a:pt x="86099" y="29645"/>
                  <a:pt x="85899" y="32135"/>
                  <a:pt x="85377" y="34474"/>
                </a:cubicBezTo>
                <a:cubicBezTo>
                  <a:pt x="83933" y="34574"/>
                  <a:pt x="82514" y="34748"/>
                  <a:pt x="81195" y="35097"/>
                </a:cubicBezTo>
                <a:cubicBezTo>
                  <a:pt x="82066" y="32632"/>
                  <a:pt x="82639" y="30268"/>
                  <a:pt x="82987" y="28028"/>
                </a:cubicBezTo>
                <a:cubicBezTo>
                  <a:pt x="83983" y="27704"/>
                  <a:pt x="84978" y="27380"/>
                  <a:pt x="85949" y="27107"/>
                </a:cubicBezTo>
                <a:close/>
                <a:moveTo>
                  <a:pt x="82738" y="28102"/>
                </a:moveTo>
                <a:cubicBezTo>
                  <a:pt x="82738" y="28127"/>
                  <a:pt x="82763" y="28127"/>
                  <a:pt x="82763" y="28127"/>
                </a:cubicBezTo>
                <a:cubicBezTo>
                  <a:pt x="82464" y="30367"/>
                  <a:pt x="81817" y="32732"/>
                  <a:pt x="80971" y="35171"/>
                </a:cubicBezTo>
                <a:lnTo>
                  <a:pt x="80921" y="35171"/>
                </a:lnTo>
                <a:cubicBezTo>
                  <a:pt x="81270" y="34225"/>
                  <a:pt x="81543" y="33304"/>
                  <a:pt x="81817" y="32383"/>
                </a:cubicBezTo>
                <a:cubicBezTo>
                  <a:pt x="81867" y="32184"/>
                  <a:pt x="81917" y="31960"/>
                  <a:pt x="81991" y="31711"/>
                </a:cubicBezTo>
                <a:cubicBezTo>
                  <a:pt x="82066" y="31462"/>
                  <a:pt x="82116" y="31238"/>
                  <a:pt x="82191" y="30990"/>
                </a:cubicBezTo>
                <a:cubicBezTo>
                  <a:pt x="82191" y="30965"/>
                  <a:pt x="82191" y="30940"/>
                  <a:pt x="82216" y="30890"/>
                </a:cubicBezTo>
                <a:cubicBezTo>
                  <a:pt x="82216" y="30840"/>
                  <a:pt x="82240" y="30815"/>
                  <a:pt x="82240" y="30741"/>
                </a:cubicBezTo>
                <a:cubicBezTo>
                  <a:pt x="82240" y="30716"/>
                  <a:pt x="82265" y="30641"/>
                  <a:pt x="82265" y="30616"/>
                </a:cubicBezTo>
                <a:cubicBezTo>
                  <a:pt x="82365" y="30218"/>
                  <a:pt x="82464" y="29845"/>
                  <a:pt x="82514" y="29446"/>
                </a:cubicBezTo>
                <a:cubicBezTo>
                  <a:pt x="82514" y="29397"/>
                  <a:pt x="82564" y="29347"/>
                  <a:pt x="82564" y="29322"/>
                </a:cubicBezTo>
                <a:lnTo>
                  <a:pt x="82564" y="29247"/>
                </a:lnTo>
                <a:cubicBezTo>
                  <a:pt x="82614" y="28874"/>
                  <a:pt x="82688" y="28476"/>
                  <a:pt x="82738" y="28102"/>
                </a:cubicBezTo>
                <a:close/>
                <a:moveTo>
                  <a:pt x="85361" y="34699"/>
                </a:moveTo>
                <a:cubicBezTo>
                  <a:pt x="85352" y="34700"/>
                  <a:pt x="85352" y="34705"/>
                  <a:pt x="85352" y="34723"/>
                </a:cubicBezTo>
                <a:cubicBezTo>
                  <a:pt x="83858" y="34823"/>
                  <a:pt x="82464" y="35047"/>
                  <a:pt x="81120" y="35370"/>
                </a:cubicBezTo>
                <a:cubicBezTo>
                  <a:pt x="81120" y="35345"/>
                  <a:pt x="81145" y="35345"/>
                  <a:pt x="81145" y="35321"/>
                </a:cubicBezTo>
                <a:cubicBezTo>
                  <a:pt x="82485" y="34973"/>
                  <a:pt x="83874" y="34750"/>
                  <a:pt x="85361" y="34699"/>
                </a:cubicBezTo>
                <a:close/>
                <a:moveTo>
                  <a:pt x="117785" y="32906"/>
                </a:moveTo>
                <a:lnTo>
                  <a:pt x="117785" y="32906"/>
                </a:lnTo>
                <a:cubicBezTo>
                  <a:pt x="117835" y="33255"/>
                  <a:pt x="117860" y="33678"/>
                  <a:pt x="117909" y="34001"/>
                </a:cubicBezTo>
                <a:cubicBezTo>
                  <a:pt x="117909" y="34225"/>
                  <a:pt x="117934" y="34449"/>
                  <a:pt x="117934" y="34649"/>
                </a:cubicBezTo>
                <a:lnTo>
                  <a:pt x="117934" y="34698"/>
                </a:lnTo>
                <a:lnTo>
                  <a:pt x="117934" y="34873"/>
                </a:lnTo>
                <a:lnTo>
                  <a:pt x="117934" y="35395"/>
                </a:lnTo>
                <a:cubicBezTo>
                  <a:pt x="117909" y="34997"/>
                  <a:pt x="117909" y="34599"/>
                  <a:pt x="117860" y="34225"/>
                </a:cubicBezTo>
                <a:cubicBezTo>
                  <a:pt x="117860" y="33976"/>
                  <a:pt x="117835" y="33728"/>
                  <a:pt x="117835" y="33479"/>
                </a:cubicBezTo>
                <a:cubicBezTo>
                  <a:pt x="117835" y="33354"/>
                  <a:pt x="117810" y="33155"/>
                  <a:pt x="117785" y="32906"/>
                </a:cubicBezTo>
                <a:close/>
                <a:moveTo>
                  <a:pt x="39253" y="15756"/>
                </a:moveTo>
                <a:cubicBezTo>
                  <a:pt x="39253" y="15781"/>
                  <a:pt x="39253" y="15781"/>
                  <a:pt x="39204" y="15806"/>
                </a:cubicBezTo>
                <a:lnTo>
                  <a:pt x="39204" y="15831"/>
                </a:lnTo>
                <a:cubicBezTo>
                  <a:pt x="38905" y="16055"/>
                  <a:pt x="38631" y="16304"/>
                  <a:pt x="38308" y="16528"/>
                </a:cubicBezTo>
                <a:cubicBezTo>
                  <a:pt x="37860" y="16827"/>
                  <a:pt x="37436" y="17175"/>
                  <a:pt x="37038" y="17499"/>
                </a:cubicBezTo>
                <a:cubicBezTo>
                  <a:pt x="36764" y="17698"/>
                  <a:pt x="36466" y="17922"/>
                  <a:pt x="36217" y="18121"/>
                </a:cubicBezTo>
                <a:cubicBezTo>
                  <a:pt x="35072" y="18992"/>
                  <a:pt x="33578" y="20262"/>
                  <a:pt x="32682" y="21008"/>
                </a:cubicBezTo>
                <a:cubicBezTo>
                  <a:pt x="30094" y="23124"/>
                  <a:pt x="26858" y="26210"/>
                  <a:pt x="25937" y="27206"/>
                </a:cubicBezTo>
                <a:cubicBezTo>
                  <a:pt x="25638" y="27505"/>
                  <a:pt x="25314" y="27828"/>
                  <a:pt x="24966" y="28152"/>
                </a:cubicBezTo>
                <a:lnTo>
                  <a:pt x="24941" y="28202"/>
                </a:lnTo>
                <a:cubicBezTo>
                  <a:pt x="24767" y="28351"/>
                  <a:pt x="24617" y="28500"/>
                  <a:pt x="24468" y="28675"/>
                </a:cubicBezTo>
                <a:cubicBezTo>
                  <a:pt x="23871" y="29272"/>
                  <a:pt x="23323" y="29869"/>
                  <a:pt x="22850" y="30392"/>
                </a:cubicBezTo>
                <a:cubicBezTo>
                  <a:pt x="22601" y="30691"/>
                  <a:pt x="22377" y="30915"/>
                  <a:pt x="22203" y="31139"/>
                </a:cubicBezTo>
                <a:cubicBezTo>
                  <a:pt x="22029" y="31313"/>
                  <a:pt x="21904" y="31462"/>
                  <a:pt x="21780" y="31587"/>
                </a:cubicBezTo>
                <a:cubicBezTo>
                  <a:pt x="21382" y="32060"/>
                  <a:pt x="21008" y="32458"/>
                  <a:pt x="20710" y="32831"/>
                </a:cubicBezTo>
                <a:cubicBezTo>
                  <a:pt x="19639" y="34051"/>
                  <a:pt x="19092" y="34698"/>
                  <a:pt x="18519" y="35420"/>
                </a:cubicBezTo>
                <a:lnTo>
                  <a:pt x="18494" y="35420"/>
                </a:lnTo>
                <a:cubicBezTo>
                  <a:pt x="18619" y="35246"/>
                  <a:pt x="18743" y="35072"/>
                  <a:pt x="18893" y="34873"/>
                </a:cubicBezTo>
                <a:cubicBezTo>
                  <a:pt x="19415" y="34225"/>
                  <a:pt x="19988" y="33553"/>
                  <a:pt x="20535" y="32881"/>
                </a:cubicBezTo>
                <a:cubicBezTo>
                  <a:pt x="21033" y="32334"/>
                  <a:pt x="21606" y="31711"/>
                  <a:pt x="22128" y="31114"/>
                </a:cubicBezTo>
                <a:cubicBezTo>
                  <a:pt x="22875" y="30317"/>
                  <a:pt x="23622" y="29471"/>
                  <a:pt x="24369" y="28700"/>
                </a:cubicBezTo>
                <a:cubicBezTo>
                  <a:pt x="24692" y="28351"/>
                  <a:pt x="24966" y="28028"/>
                  <a:pt x="25265" y="27729"/>
                </a:cubicBezTo>
                <a:cubicBezTo>
                  <a:pt x="27629" y="25290"/>
                  <a:pt x="30168" y="22925"/>
                  <a:pt x="32807" y="20734"/>
                </a:cubicBezTo>
                <a:cubicBezTo>
                  <a:pt x="33703" y="19938"/>
                  <a:pt x="34649" y="19191"/>
                  <a:pt x="35570" y="18494"/>
                </a:cubicBezTo>
                <a:cubicBezTo>
                  <a:pt x="36042" y="18121"/>
                  <a:pt x="36515" y="17748"/>
                  <a:pt x="37013" y="17399"/>
                </a:cubicBezTo>
                <a:cubicBezTo>
                  <a:pt x="37436" y="17075"/>
                  <a:pt x="37884" y="16752"/>
                  <a:pt x="38308" y="16428"/>
                </a:cubicBezTo>
                <a:cubicBezTo>
                  <a:pt x="38557" y="16254"/>
                  <a:pt x="38781" y="16080"/>
                  <a:pt x="39029" y="15906"/>
                </a:cubicBezTo>
                <a:cubicBezTo>
                  <a:pt x="39079" y="15831"/>
                  <a:pt x="39154" y="15806"/>
                  <a:pt x="39253" y="15756"/>
                </a:cubicBezTo>
                <a:close/>
                <a:moveTo>
                  <a:pt x="91201" y="34947"/>
                </a:moveTo>
                <a:cubicBezTo>
                  <a:pt x="92296" y="35097"/>
                  <a:pt x="93417" y="35321"/>
                  <a:pt x="94512" y="35569"/>
                </a:cubicBezTo>
                <a:lnTo>
                  <a:pt x="94163" y="35569"/>
                </a:lnTo>
                <a:cubicBezTo>
                  <a:pt x="93168" y="35321"/>
                  <a:pt x="92172" y="35121"/>
                  <a:pt x="91176" y="34997"/>
                </a:cubicBezTo>
                <a:cubicBezTo>
                  <a:pt x="91176" y="34972"/>
                  <a:pt x="91176" y="34972"/>
                  <a:pt x="91201" y="34947"/>
                </a:cubicBezTo>
                <a:close/>
                <a:moveTo>
                  <a:pt x="72350" y="33225"/>
                </a:moveTo>
                <a:cubicBezTo>
                  <a:pt x="72903" y="33836"/>
                  <a:pt x="73337" y="34519"/>
                  <a:pt x="73653" y="35345"/>
                </a:cubicBezTo>
                <a:lnTo>
                  <a:pt x="73653" y="35495"/>
                </a:lnTo>
                <a:lnTo>
                  <a:pt x="73653" y="35594"/>
                </a:lnTo>
                <a:cubicBezTo>
                  <a:pt x="73329" y="34723"/>
                  <a:pt x="72881" y="33976"/>
                  <a:pt x="72359" y="33304"/>
                </a:cubicBezTo>
                <a:cubicBezTo>
                  <a:pt x="72359" y="33276"/>
                  <a:pt x="72359" y="33248"/>
                  <a:pt x="72350" y="33225"/>
                </a:cubicBezTo>
                <a:close/>
                <a:moveTo>
                  <a:pt x="51002" y="23024"/>
                </a:moveTo>
                <a:cubicBezTo>
                  <a:pt x="51151" y="23248"/>
                  <a:pt x="51326" y="23423"/>
                  <a:pt x="51475" y="23622"/>
                </a:cubicBezTo>
                <a:cubicBezTo>
                  <a:pt x="51649" y="23846"/>
                  <a:pt x="51848" y="24020"/>
                  <a:pt x="52023" y="24244"/>
                </a:cubicBezTo>
                <a:cubicBezTo>
                  <a:pt x="52197" y="24418"/>
                  <a:pt x="52371" y="24642"/>
                  <a:pt x="52520" y="24841"/>
                </a:cubicBezTo>
                <a:cubicBezTo>
                  <a:pt x="52819" y="25165"/>
                  <a:pt x="53093" y="25489"/>
                  <a:pt x="53367" y="25837"/>
                </a:cubicBezTo>
                <a:lnTo>
                  <a:pt x="53392" y="25862"/>
                </a:lnTo>
                <a:cubicBezTo>
                  <a:pt x="54337" y="27032"/>
                  <a:pt x="55258" y="28227"/>
                  <a:pt x="56179" y="29471"/>
                </a:cubicBezTo>
                <a:cubicBezTo>
                  <a:pt x="53416" y="31438"/>
                  <a:pt x="50778" y="33479"/>
                  <a:pt x="48264" y="35669"/>
                </a:cubicBezTo>
                <a:cubicBezTo>
                  <a:pt x="46372" y="32981"/>
                  <a:pt x="44655" y="30218"/>
                  <a:pt x="43261" y="27629"/>
                </a:cubicBezTo>
                <a:cubicBezTo>
                  <a:pt x="45850" y="25787"/>
                  <a:pt x="48438" y="24269"/>
                  <a:pt x="51002" y="23024"/>
                </a:cubicBezTo>
                <a:close/>
                <a:moveTo>
                  <a:pt x="91102" y="35196"/>
                </a:moveTo>
                <a:cubicBezTo>
                  <a:pt x="91823" y="35296"/>
                  <a:pt x="92545" y="35420"/>
                  <a:pt x="93267" y="35569"/>
                </a:cubicBezTo>
                <a:lnTo>
                  <a:pt x="93217" y="35569"/>
                </a:lnTo>
                <a:cubicBezTo>
                  <a:pt x="92844" y="35569"/>
                  <a:pt x="92446" y="35569"/>
                  <a:pt x="92048" y="35594"/>
                </a:cubicBezTo>
                <a:lnTo>
                  <a:pt x="91699" y="35594"/>
                </a:lnTo>
                <a:cubicBezTo>
                  <a:pt x="91550" y="35594"/>
                  <a:pt x="91425" y="35619"/>
                  <a:pt x="91251" y="35619"/>
                </a:cubicBezTo>
                <a:cubicBezTo>
                  <a:pt x="91151" y="35619"/>
                  <a:pt x="91002" y="35669"/>
                  <a:pt x="90927" y="35669"/>
                </a:cubicBezTo>
                <a:cubicBezTo>
                  <a:pt x="90977" y="35545"/>
                  <a:pt x="91052" y="35345"/>
                  <a:pt x="91102" y="35196"/>
                </a:cubicBezTo>
                <a:close/>
                <a:moveTo>
                  <a:pt x="39054" y="16155"/>
                </a:moveTo>
                <a:cubicBezTo>
                  <a:pt x="39054" y="16204"/>
                  <a:pt x="39029" y="16279"/>
                  <a:pt x="39029" y="16304"/>
                </a:cubicBezTo>
                <a:cubicBezTo>
                  <a:pt x="39029" y="16379"/>
                  <a:pt x="39005" y="16453"/>
                  <a:pt x="39005" y="16528"/>
                </a:cubicBezTo>
                <a:cubicBezTo>
                  <a:pt x="39005" y="16627"/>
                  <a:pt x="39005" y="16677"/>
                  <a:pt x="38955" y="16777"/>
                </a:cubicBezTo>
                <a:cubicBezTo>
                  <a:pt x="38955" y="16876"/>
                  <a:pt x="38955" y="16926"/>
                  <a:pt x="38930" y="17026"/>
                </a:cubicBezTo>
                <a:cubicBezTo>
                  <a:pt x="38955" y="17150"/>
                  <a:pt x="38955" y="17250"/>
                  <a:pt x="38955" y="17324"/>
                </a:cubicBezTo>
                <a:lnTo>
                  <a:pt x="38955" y="17623"/>
                </a:lnTo>
                <a:cubicBezTo>
                  <a:pt x="38955" y="17698"/>
                  <a:pt x="39005" y="17822"/>
                  <a:pt x="39005" y="17922"/>
                </a:cubicBezTo>
                <a:cubicBezTo>
                  <a:pt x="39005" y="18021"/>
                  <a:pt x="39029" y="18121"/>
                  <a:pt x="39029" y="18245"/>
                </a:cubicBezTo>
                <a:cubicBezTo>
                  <a:pt x="39029" y="18320"/>
                  <a:pt x="39054" y="18445"/>
                  <a:pt x="39079" y="18544"/>
                </a:cubicBezTo>
                <a:cubicBezTo>
                  <a:pt x="39079" y="18619"/>
                  <a:pt x="39104" y="18693"/>
                  <a:pt x="39104" y="18768"/>
                </a:cubicBezTo>
                <a:cubicBezTo>
                  <a:pt x="32558" y="23896"/>
                  <a:pt x="26534" y="29645"/>
                  <a:pt x="21357" y="35694"/>
                </a:cubicBezTo>
                <a:cubicBezTo>
                  <a:pt x="20527" y="35443"/>
                  <a:pt x="19832" y="35312"/>
                  <a:pt x="19272" y="35312"/>
                </a:cubicBezTo>
                <a:cubicBezTo>
                  <a:pt x="19109" y="35312"/>
                  <a:pt x="18958" y="35323"/>
                  <a:pt x="18818" y="35345"/>
                </a:cubicBezTo>
                <a:cubicBezTo>
                  <a:pt x="19440" y="34599"/>
                  <a:pt x="20038" y="33852"/>
                  <a:pt x="20685" y="33105"/>
                </a:cubicBezTo>
                <a:cubicBezTo>
                  <a:pt x="21158" y="32558"/>
                  <a:pt x="21655" y="32010"/>
                  <a:pt x="22128" y="31462"/>
                </a:cubicBezTo>
                <a:cubicBezTo>
                  <a:pt x="26584" y="26484"/>
                  <a:pt x="31612" y="21780"/>
                  <a:pt x="37138" y="17573"/>
                </a:cubicBezTo>
                <a:cubicBezTo>
                  <a:pt x="37511" y="17300"/>
                  <a:pt x="37909" y="17001"/>
                  <a:pt x="38283" y="16702"/>
                </a:cubicBezTo>
                <a:cubicBezTo>
                  <a:pt x="38532" y="16528"/>
                  <a:pt x="38781" y="16329"/>
                  <a:pt x="39054" y="16155"/>
                </a:cubicBezTo>
                <a:close/>
                <a:moveTo>
                  <a:pt x="90952" y="35171"/>
                </a:moveTo>
                <a:cubicBezTo>
                  <a:pt x="90853" y="35345"/>
                  <a:pt x="90803" y="35545"/>
                  <a:pt x="90728" y="35719"/>
                </a:cubicBezTo>
                <a:lnTo>
                  <a:pt x="90678" y="35719"/>
                </a:lnTo>
                <a:cubicBezTo>
                  <a:pt x="90728" y="35545"/>
                  <a:pt x="90803" y="35345"/>
                  <a:pt x="90903" y="35171"/>
                </a:cubicBezTo>
                <a:close/>
                <a:moveTo>
                  <a:pt x="39179" y="18942"/>
                </a:moveTo>
                <a:cubicBezTo>
                  <a:pt x="39179" y="18992"/>
                  <a:pt x="39179" y="19017"/>
                  <a:pt x="39204" y="19017"/>
                </a:cubicBezTo>
                <a:cubicBezTo>
                  <a:pt x="32682" y="24120"/>
                  <a:pt x="26758" y="29770"/>
                  <a:pt x="21606" y="35794"/>
                </a:cubicBezTo>
                <a:cubicBezTo>
                  <a:pt x="21581" y="35794"/>
                  <a:pt x="21581" y="35794"/>
                  <a:pt x="21531" y="35744"/>
                </a:cubicBezTo>
                <a:cubicBezTo>
                  <a:pt x="26708" y="29745"/>
                  <a:pt x="32657" y="24045"/>
                  <a:pt x="39179" y="18942"/>
                </a:cubicBezTo>
                <a:close/>
                <a:moveTo>
                  <a:pt x="43037" y="27754"/>
                </a:moveTo>
                <a:cubicBezTo>
                  <a:pt x="44481" y="30367"/>
                  <a:pt x="46223" y="33105"/>
                  <a:pt x="48090" y="35818"/>
                </a:cubicBezTo>
                <a:lnTo>
                  <a:pt x="48040" y="35843"/>
                </a:lnTo>
                <a:cubicBezTo>
                  <a:pt x="46148" y="33130"/>
                  <a:pt x="44431" y="30392"/>
                  <a:pt x="43012" y="27779"/>
                </a:cubicBezTo>
                <a:lnTo>
                  <a:pt x="43037" y="27754"/>
                </a:lnTo>
                <a:close/>
                <a:moveTo>
                  <a:pt x="95333" y="35794"/>
                </a:moveTo>
                <a:cubicBezTo>
                  <a:pt x="95408" y="35794"/>
                  <a:pt x="95433" y="35818"/>
                  <a:pt x="95507" y="35818"/>
                </a:cubicBezTo>
                <a:lnTo>
                  <a:pt x="95532" y="35818"/>
                </a:lnTo>
                <a:cubicBezTo>
                  <a:pt x="95582" y="35843"/>
                  <a:pt x="95657" y="35843"/>
                  <a:pt x="95707" y="35868"/>
                </a:cubicBezTo>
                <a:lnTo>
                  <a:pt x="95682" y="35868"/>
                </a:lnTo>
                <a:cubicBezTo>
                  <a:pt x="95582" y="35868"/>
                  <a:pt x="95532" y="35843"/>
                  <a:pt x="95433" y="35843"/>
                </a:cubicBezTo>
                <a:lnTo>
                  <a:pt x="95383" y="35843"/>
                </a:lnTo>
                <a:cubicBezTo>
                  <a:pt x="95333" y="35843"/>
                  <a:pt x="95283" y="35818"/>
                  <a:pt x="95258" y="35818"/>
                </a:cubicBezTo>
                <a:lnTo>
                  <a:pt x="95209" y="35818"/>
                </a:lnTo>
                <a:cubicBezTo>
                  <a:pt x="95159" y="35818"/>
                  <a:pt x="95134" y="35818"/>
                  <a:pt x="95084" y="35794"/>
                </a:cubicBezTo>
                <a:close/>
                <a:moveTo>
                  <a:pt x="56254" y="29645"/>
                </a:moveTo>
                <a:cubicBezTo>
                  <a:pt x="56254" y="29670"/>
                  <a:pt x="56304" y="29670"/>
                  <a:pt x="56304" y="29720"/>
                </a:cubicBezTo>
                <a:cubicBezTo>
                  <a:pt x="53566" y="31687"/>
                  <a:pt x="50902" y="33728"/>
                  <a:pt x="48388" y="35893"/>
                </a:cubicBezTo>
                <a:cubicBezTo>
                  <a:pt x="48364" y="35868"/>
                  <a:pt x="48364" y="35843"/>
                  <a:pt x="48364" y="35843"/>
                </a:cubicBezTo>
                <a:cubicBezTo>
                  <a:pt x="50902" y="33703"/>
                  <a:pt x="53566" y="31612"/>
                  <a:pt x="56254" y="29645"/>
                </a:cubicBezTo>
                <a:close/>
                <a:moveTo>
                  <a:pt x="19266" y="35495"/>
                </a:moveTo>
                <a:cubicBezTo>
                  <a:pt x="19789" y="35495"/>
                  <a:pt x="20461" y="35619"/>
                  <a:pt x="21183" y="35843"/>
                </a:cubicBezTo>
                <a:lnTo>
                  <a:pt x="21133" y="35918"/>
                </a:lnTo>
                <a:cubicBezTo>
                  <a:pt x="20404" y="35696"/>
                  <a:pt x="19786" y="35585"/>
                  <a:pt x="19286" y="35585"/>
                </a:cubicBezTo>
                <a:cubicBezTo>
                  <a:pt x="19000" y="35585"/>
                  <a:pt x="18752" y="35622"/>
                  <a:pt x="18544" y="35694"/>
                </a:cubicBezTo>
                <a:lnTo>
                  <a:pt x="18644" y="35594"/>
                </a:lnTo>
                <a:cubicBezTo>
                  <a:pt x="18818" y="35545"/>
                  <a:pt x="19042" y="35495"/>
                  <a:pt x="19266" y="35495"/>
                </a:cubicBezTo>
                <a:close/>
                <a:moveTo>
                  <a:pt x="93641" y="35744"/>
                </a:moveTo>
                <a:cubicBezTo>
                  <a:pt x="93815" y="35744"/>
                  <a:pt x="94014" y="35794"/>
                  <a:pt x="94213" y="35794"/>
                </a:cubicBezTo>
                <a:cubicBezTo>
                  <a:pt x="94263" y="35794"/>
                  <a:pt x="94313" y="35818"/>
                  <a:pt x="94337" y="35818"/>
                </a:cubicBezTo>
                <a:lnTo>
                  <a:pt x="94387" y="35818"/>
                </a:lnTo>
                <a:cubicBezTo>
                  <a:pt x="94412" y="35818"/>
                  <a:pt x="94437" y="35843"/>
                  <a:pt x="94462" y="35843"/>
                </a:cubicBezTo>
                <a:cubicBezTo>
                  <a:pt x="94188" y="35843"/>
                  <a:pt x="93914" y="35818"/>
                  <a:pt x="93591" y="35818"/>
                </a:cubicBezTo>
                <a:cubicBezTo>
                  <a:pt x="92968" y="35818"/>
                  <a:pt x="92346" y="35843"/>
                  <a:pt x="91699" y="35868"/>
                </a:cubicBezTo>
                <a:cubicBezTo>
                  <a:pt x="91550" y="35868"/>
                  <a:pt x="91425" y="35893"/>
                  <a:pt x="91276" y="35893"/>
                </a:cubicBezTo>
                <a:cubicBezTo>
                  <a:pt x="91102" y="35893"/>
                  <a:pt x="90952" y="35943"/>
                  <a:pt x="90803" y="35943"/>
                </a:cubicBezTo>
                <a:lnTo>
                  <a:pt x="90803" y="35893"/>
                </a:lnTo>
                <a:lnTo>
                  <a:pt x="90803" y="35868"/>
                </a:lnTo>
                <a:cubicBezTo>
                  <a:pt x="90927" y="35868"/>
                  <a:pt x="91077" y="35843"/>
                  <a:pt x="91201" y="35818"/>
                </a:cubicBezTo>
                <a:cubicBezTo>
                  <a:pt x="91351" y="35818"/>
                  <a:pt x="91525" y="35794"/>
                  <a:pt x="91674" y="35794"/>
                </a:cubicBezTo>
                <a:cubicBezTo>
                  <a:pt x="92346" y="35794"/>
                  <a:pt x="92968" y="35744"/>
                  <a:pt x="93591" y="35744"/>
                </a:cubicBezTo>
                <a:close/>
                <a:moveTo>
                  <a:pt x="39253" y="19266"/>
                </a:moveTo>
                <a:cubicBezTo>
                  <a:pt x="39278" y="19341"/>
                  <a:pt x="39278" y="19465"/>
                  <a:pt x="39303" y="19565"/>
                </a:cubicBezTo>
                <a:cubicBezTo>
                  <a:pt x="38706" y="19988"/>
                  <a:pt x="38158" y="20411"/>
                  <a:pt x="37561" y="20809"/>
                </a:cubicBezTo>
                <a:cubicBezTo>
                  <a:pt x="37461" y="20884"/>
                  <a:pt x="37387" y="20983"/>
                  <a:pt x="37287" y="21033"/>
                </a:cubicBezTo>
                <a:cubicBezTo>
                  <a:pt x="36789" y="21407"/>
                  <a:pt x="36291" y="21805"/>
                  <a:pt x="35794" y="22178"/>
                </a:cubicBezTo>
                <a:lnTo>
                  <a:pt x="35221" y="22651"/>
                </a:lnTo>
                <a:cubicBezTo>
                  <a:pt x="34823" y="22975"/>
                  <a:pt x="34449" y="23273"/>
                  <a:pt x="34051" y="23622"/>
                </a:cubicBezTo>
                <a:cubicBezTo>
                  <a:pt x="34051" y="23622"/>
                  <a:pt x="34001" y="23622"/>
                  <a:pt x="34001" y="23647"/>
                </a:cubicBezTo>
                <a:cubicBezTo>
                  <a:pt x="33852" y="23771"/>
                  <a:pt x="33728" y="23896"/>
                  <a:pt x="33578" y="24020"/>
                </a:cubicBezTo>
                <a:lnTo>
                  <a:pt x="33479" y="24120"/>
                </a:lnTo>
                <a:cubicBezTo>
                  <a:pt x="33105" y="24468"/>
                  <a:pt x="32707" y="24767"/>
                  <a:pt x="32334" y="25115"/>
                </a:cubicBezTo>
                <a:lnTo>
                  <a:pt x="32309" y="25140"/>
                </a:lnTo>
                <a:cubicBezTo>
                  <a:pt x="32309" y="25140"/>
                  <a:pt x="32259" y="25140"/>
                  <a:pt x="32259" y="25165"/>
                </a:cubicBezTo>
                <a:cubicBezTo>
                  <a:pt x="32135" y="25265"/>
                  <a:pt x="32010" y="25389"/>
                  <a:pt x="31911" y="25489"/>
                </a:cubicBezTo>
                <a:cubicBezTo>
                  <a:pt x="31861" y="25514"/>
                  <a:pt x="31836" y="25514"/>
                  <a:pt x="31836" y="25538"/>
                </a:cubicBezTo>
                <a:lnTo>
                  <a:pt x="30616" y="26659"/>
                </a:lnTo>
                <a:cubicBezTo>
                  <a:pt x="30566" y="26733"/>
                  <a:pt x="30467" y="26783"/>
                  <a:pt x="30417" y="26883"/>
                </a:cubicBezTo>
                <a:lnTo>
                  <a:pt x="30318" y="26982"/>
                </a:lnTo>
                <a:lnTo>
                  <a:pt x="30243" y="27032"/>
                </a:lnTo>
                <a:cubicBezTo>
                  <a:pt x="29820" y="27480"/>
                  <a:pt x="29347" y="27878"/>
                  <a:pt x="28924" y="28301"/>
                </a:cubicBezTo>
                <a:lnTo>
                  <a:pt x="28874" y="28351"/>
                </a:lnTo>
                <a:lnTo>
                  <a:pt x="28749" y="28476"/>
                </a:lnTo>
                <a:lnTo>
                  <a:pt x="28725" y="28500"/>
                </a:lnTo>
                <a:cubicBezTo>
                  <a:pt x="28227" y="28998"/>
                  <a:pt x="27729" y="29496"/>
                  <a:pt x="27256" y="29994"/>
                </a:cubicBezTo>
                <a:lnTo>
                  <a:pt x="27231" y="30019"/>
                </a:lnTo>
                <a:cubicBezTo>
                  <a:pt x="27131" y="30118"/>
                  <a:pt x="27082" y="30218"/>
                  <a:pt x="26982" y="30293"/>
                </a:cubicBezTo>
                <a:cubicBezTo>
                  <a:pt x="26957" y="30342"/>
                  <a:pt x="26957" y="30367"/>
                  <a:pt x="26932" y="30367"/>
                </a:cubicBezTo>
                <a:cubicBezTo>
                  <a:pt x="26883" y="30392"/>
                  <a:pt x="26883" y="30417"/>
                  <a:pt x="26858" y="30417"/>
                </a:cubicBezTo>
                <a:cubicBezTo>
                  <a:pt x="26360" y="30965"/>
                  <a:pt x="25862" y="31487"/>
                  <a:pt x="25389" y="32010"/>
                </a:cubicBezTo>
                <a:cubicBezTo>
                  <a:pt x="25314" y="32135"/>
                  <a:pt x="25190" y="32259"/>
                  <a:pt x="25090" y="32359"/>
                </a:cubicBezTo>
                <a:cubicBezTo>
                  <a:pt x="25016" y="32408"/>
                  <a:pt x="24966" y="32508"/>
                  <a:pt x="24891" y="32583"/>
                </a:cubicBezTo>
                <a:cubicBezTo>
                  <a:pt x="24518" y="32981"/>
                  <a:pt x="24194" y="33379"/>
                  <a:pt x="23846" y="33777"/>
                </a:cubicBezTo>
                <a:cubicBezTo>
                  <a:pt x="23746" y="33902"/>
                  <a:pt x="23622" y="34026"/>
                  <a:pt x="23522" y="34151"/>
                </a:cubicBezTo>
                <a:lnTo>
                  <a:pt x="23149" y="34624"/>
                </a:lnTo>
                <a:cubicBezTo>
                  <a:pt x="22776" y="35072"/>
                  <a:pt x="22402" y="35495"/>
                  <a:pt x="22029" y="35968"/>
                </a:cubicBezTo>
                <a:cubicBezTo>
                  <a:pt x="21954" y="35943"/>
                  <a:pt x="21879" y="35893"/>
                  <a:pt x="21780" y="35868"/>
                </a:cubicBezTo>
                <a:cubicBezTo>
                  <a:pt x="26883" y="29919"/>
                  <a:pt x="32782" y="24294"/>
                  <a:pt x="39253" y="19266"/>
                </a:cubicBezTo>
                <a:close/>
                <a:moveTo>
                  <a:pt x="39378" y="19764"/>
                </a:moveTo>
                <a:lnTo>
                  <a:pt x="39378" y="19789"/>
                </a:lnTo>
                <a:lnTo>
                  <a:pt x="39378" y="19814"/>
                </a:lnTo>
                <a:cubicBezTo>
                  <a:pt x="39154" y="19963"/>
                  <a:pt x="38905" y="20162"/>
                  <a:pt x="38681" y="20311"/>
                </a:cubicBezTo>
                <a:cubicBezTo>
                  <a:pt x="38407" y="20535"/>
                  <a:pt x="38084" y="20710"/>
                  <a:pt x="37810" y="20934"/>
                </a:cubicBezTo>
                <a:cubicBezTo>
                  <a:pt x="37785" y="20958"/>
                  <a:pt x="37710" y="21008"/>
                  <a:pt x="37685" y="21033"/>
                </a:cubicBezTo>
                <a:cubicBezTo>
                  <a:pt x="37337" y="21282"/>
                  <a:pt x="37013" y="21556"/>
                  <a:pt x="36665" y="21830"/>
                </a:cubicBezTo>
                <a:cubicBezTo>
                  <a:pt x="36491" y="21954"/>
                  <a:pt x="36316" y="22079"/>
                  <a:pt x="36167" y="22203"/>
                </a:cubicBezTo>
                <a:lnTo>
                  <a:pt x="36142" y="22253"/>
                </a:lnTo>
                <a:cubicBezTo>
                  <a:pt x="35769" y="22552"/>
                  <a:pt x="35346" y="22875"/>
                  <a:pt x="34972" y="23174"/>
                </a:cubicBezTo>
                <a:cubicBezTo>
                  <a:pt x="34898" y="23273"/>
                  <a:pt x="34773" y="23323"/>
                  <a:pt x="34673" y="23423"/>
                </a:cubicBezTo>
                <a:cubicBezTo>
                  <a:pt x="34649" y="23448"/>
                  <a:pt x="34599" y="23448"/>
                  <a:pt x="34574" y="23497"/>
                </a:cubicBezTo>
                <a:cubicBezTo>
                  <a:pt x="34549" y="23522"/>
                  <a:pt x="34524" y="23547"/>
                  <a:pt x="34474" y="23547"/>
                </a:cubicBezTo>
                <a:cubicBezTo>
                  <a:pt x="34051" y="23921"/>
                  <a:pt x="33578" y="24294"/>
                  <a:pt x="33130" y="24667"/>
                </a:cubicBezTo>
                <a:cubicBezTo>
                  <a:pt x="33056" y="24742"/>
                  <a:pt x="32981" y="24792"/>
                  <a:pt x="32881" y="24891"/>
                </a:cubicBezTo>
                <a:cubicBezTo>
                  <a:pt x="32832" y="24941"/>
                  <a:pt x="32757" y="24991"/>
                  <a:pt x="32707" y="25041"/>
                </a:cubicBezTo>
                <a:cubicBezTo>
                  <a:pt x="32583" y="25140"/>
                  <a:pt x="32458" y="25265"/>
                  <a:pt x="32359" y="25364"/>
                </a:cubicBezTo>
                <a:cubicBezTo>
                  <a:pt x="32060" y="25638"/>
                  <a:pt x="31761" y="25912"/>
                  <a:pt x="31463" y="26161"/>
                </a:cubicBezTo>
                <a:lnTo>
                  <a:pt x="31388" y="26235"/>
                </a:lnTo>
                <a:lnTo>
                  <a:pt x="31363" y="26260"/>
                </a:lnTo>
                <a:cubicBezTo>
                  <a:pt x="31014" y="26559"/>
                  <a:pt x="30716" y="26883"/>
                  <a:pt x="30367" y="27181"/>
                </a:cubicBezTo>
                <a:cubicBezTo>
                  <a:pt x="29919" y="27629"/>
                  <a:pt x="29421" y="28102"/>
                  <a:pt x="28949" y="28525"/>
                </a:cubicBezTo>
                <a:cubicBezTo>
                  <a:pt x="28749" y="28724"/>
                  <a:pt x="28600" y="28899"/>
                  <a:pt x="28426" y="29048"/>
                </a:cubicBezTo>
                <a:cubicBezTo>
                  <a:pt x="26211" y="31263"/>
                  <a:pt x="24120" y="33578"/>
                  <a:pt x="22228" y="35968"/>
                </a:cubicBezTo>
                <a:lnTo>
                  <a:pt x="22153" y="35968"/>
                </a:lnTo>
                <a:lnTo>
                  <a:pt x="22228" y="35893"/>
                </a:lnTo>
                <a:cubicBezTo>
                  <a:pt x="22701" y="35321"/>
                  <a:pt x="23174" y="34723"/>
                  <a:pt x="23672" y="34126"/>
                </a:cubicBezTo>
                <a:cubicBezTo>
                  <a:pt x="23871" y="33902"/>
                  <a:pt x="24095" y="33653"/>
                  <a:pt x="24269" y="33454"/>
                </a:cubicBezTo>
                <a:cubicBezTo>
                  <a:pt x="24642" y="33006"/>
                  <a:pt x="25041" y="32583"/>
                  <a:pt x="25414" y="32135"/>
                </a:cubicBezTo>
                <a:cubicBezTo>
                  <a:pt x="26036" y="31462"/>
                  <a:pt x="26659" y="30790"/>
                  <a:pt x="27281" y="30118"/>
                </a:cubicBezTo>
                <a:lnTo>
                  <a:pt x="27405" y="29994"/>
                </a:lnTo>
                <a:cubicBezTo>
                  <a:pt x="27853" y="29521"/>
                  <a:pt x="28326" y="29048"/>
                  <a:pt x="28774" y="28625"/>
                </a:cubicBezTo>
                <a:lnTo>
                  <a:pt x="29073" y="28351"/>
                </a:lnTo>
                <a:cubicBezTo>
                  <a:pt x="29471" y="27928"/>
                  <a:pt x="29919" y="27530"/>
                  <a:pt x="30342" y="27131"/>
                </a:cubicBezTo>
                <a:lnTo>
                  <a:pt x="30716" y="26758"/>
                </a:lnTo>
                <a:cubicBezTo>
                  <a:pt x="31114" y="26385"/>
                  <a:pt x="31512" y="26011"/>
                  <a:pt x="31935" y="25663"/>
                </a:cubicBezTo>
                <a:cubicBezTo>
                  <a:pt x="32085" y="25514"/>
                  <a:pt x="32234" y="25389"/>
                  <a:pt x="32408" y="25240"/>
                </a:cubicBezTo>
                <a:cubicBezTo>
                  <a:pt x="32807" y="24891"/>
                  <a:pt x="33205" y="24543"/>
                  <a:pt x="33578" y="24194"/>
                </a:cubicBezTo>
                <a:cubicBezTo>
                  <a:pt x="33728" y="24045"/>
                  <a:pt x="33927" y="23921"/>
                  <a:pt x="34076" y="23771"/>
                </a:cubicBezTo>
                <a:cubicBezTo>
                  <a:pt x="34474" y="23423"/>
                  <a:pt x="34922" y="23074"/>
                  <a:pt x="35346" y="22751"/>
                </a:cubicBezTo>
                <a:lnTo>
                  <a:pt x="35818" y="22377"/>
                </a:lnTo>
                <a:cubicBezTo>
                  <a:pt x="36341" y="21929"/>
                  <a:pt x="36914" y="21506"/>
                  <a:pt x="37461" y="21083"/>
                </a:cubicBezTo>
                <a:cubicBezTo>
                  <a:pt x="37511" y="21058"/>
                  <a:pt x="37536" y="21033"/>
                  <a:pt x="37586" y="21008"/>
                </a:cubicBezTo>
                <a:cubicBezTo>
                  <a:pt x="38258" y="20560"/>
                  <a:pt x="38805" y="20162"/>
                  <a:pt x="39378" y="19764"/>
                </a:cubicBezTo>
                <a:close/>
                <a:moveTo>
                  <a:pt x="90654" y="35918"/>
                </a:moveTo>
                <a:cubicBezTo>
                  <a:pt x="90654" y="35943"/>
                  <a:pt x="90604" y="35943"/>
                  <a:pt x="90604" y="35968"/>
                </a:cubicBezTo>
                <a:lnTo>
                  <a:pt x="90554" y="35968"/>
                </a:lnTo>
                <a:lnTo>
                  <a:pt x="90554" y="35943"/>
                </a:lnTo>
                <a:cubicBezTo>
                  <a:pt x="90604" y="35943"/>
                  <a:pt x="90604" y="35943"/>
                  <a:pt x="90654" y="35918"/>
                </a:cubicBezTo>
                <a:close/>
                <a:moveTo>
                  <a:pt x="21382" y="35918"/>
                </a:moveTo>
                <a:cubicBezTo>
                  <a:pt x="21407" y="35918"/>
                  <a:pt x="21407" y="35918"/>
                  <a:pt x="21456" y="35943"/>
                </a:cubicBezTo>
                <a:cubicBezTo>
                  <a:pt x="21456" y="35968"/>
                  <a:pt x="21407" y="35968"/>
                  <a:pt x="21407" y="35993"/>
                </a:cubicBezTo>
                <a:cubicBezTo>
                  <a:pt x="21407" y="35968"/>
                  <a:pt x="21382" y="35968"/>
                  <a:pt x="21357" y="35968"/>
                </a:cubicBezTo>
                <a:cubicBezTo>
                  <a:pt x="21357" y="35943"/>
                  <a:pt x="21382" y="35943"/>
                  <a:pt x="21382" y="35918"/>
                </a:cubicBezTo>
                <a:close/>
                <a:moveTo>
                  <a:pt x="48214" y="35968"/>
                </a:moveTo>
                <a:cubicBezTo>
                  <a:pt x="48214" y="35993"/>
                  <a:pt x="48239" y="35993"/>
                  <a:pt x="48239" y="36042"/>
                </a:cubicBezTo>
                <a:lnTo>
                  <a:pt x="48214" y="36067"/>
                </a:lnTo>
                <a:cubicBezTo>
                  <a:pt x="48164" y="36042"/>
                  <a:pt x="48164" y="36042"/>
                  <a:pt x="48164" y="35993"/>
                </a:cubicBezTo>
                <a:lnTo>
                  <a:pt x="48214" y="35968"/>
                </a:lnTo>
                <a:close/>
                <a:moveTo>
                  <a:pt x="21655" y="35968"/>
                </a:moveTo>
                <a:cubicBezTo>
                  <a:pt x="21755" y="35993"/>
                  <a:pt x="21805" y="36042"/>
                  <a:pt x="21904" y="36067"/>
                </a:cubicBezTo>
                <a:cubicBezTo>
                  <a:pt x="21904" y="36092"/>
                  <a:pt x="21879" y="36092"/>
                  <a:pt x="21879" y="36117"/>
                </a:cubicBezTo>
                <a:cubicBezTo>
                  <a:pt x="21780" y="36092"/>
                  <a:pt x="21730" y="36067"/>
                  <a:pt x="21631" y="36042"/>
                </a:cubicBezTo>
                <a:cubicBezTo>
                  <a:pt x="21631" y="35993"/>
                  <a:pt x="21655" y="35993"/>
                  <a:pt x="21655" y="35968"/>
                </a:cubicBezTo>
                <a:close/>
                <a:moveTo>
                  <a:pt x="18230" y="35762"/>
                </a:moveTo>
                <a:lnTo>
                  <a:pt x="18230" y="35762"/>
                </a:lnTo>
                <a:cubicBezTo>
                  <a:pt x="18123" y="35893"/>
                  <a:pt x="18014" y="36041"/>
                  <a:pt x="17872" y="36190"/>
                </a:cubicBezTo>
                <a:lnTo>
                  <a:pt x="17872" y="36190"/>
                </a:lnTo>
                <a:cubicBezTo>
                  <a:pt x="17873" y="36167"/>
                  <a:pt x="17897" y="36166"/>
                  <a:pt x="17897" y="36117"/>
                </a:cubicBezTo>
                <a:cubicBezTo>
                  <a:pt x="17897" y="36092"/>
                  <a:pt x="17922" y="36092"/>
                  <a:pt x="17972" y="36067"/>
                </a:cubicBezTo>
                <a:cubicBezTo>
                  <a:pt x="18021" y="35968"/>
                  <a:pt x="18121" y="35868"/>
                  <a:pt x="18171" y="35769"/>
                </a:cubicBezTo>
                <a:lnTo>
                  <a:pt x="18196" y="35769"/>
                </a:lnTo>
                <a:cubicBezTo>
                  <a:pt x="18196" y="35769"/>
                  <a:pt x="18215" y="35769"/>
                  <a:pt x="18230" y="35762"/>
                </a:cubicBezTo>
                <a:close/>
                <a:moveTo>
                  <a:pt x="56379" y="29869"/>
                </a:moveTo>
                <a:cubicBezTo>
                  <a:pt x="56851" y="30467"/>
                  <a:pt x="57250" y="31064"/>
                  <a:pt x="57698" y="31687"/>
                </a:cubicBezTo>
                <a:cubicBezTo>
                  <a:pt x="54810" y="32732"/>
                  <a:pt x="51774" y="34350"/>
                  <a:pt x="48787" y="36466"/>
                </a:cubicBezTo>
                <a:cubicBezTo>
                  <a:pt x="48712" y="36341"/>
                  <a:pt x="48613" y="36192"/>
                  <a:pt x="48488" y="36067"/>
                </a:cubicBezTo>
                <a:cubicBezTo>
                  <a:pt x="51027" y="33927"/>
                  <a:pt x="53690" y="31836"/>
                  <a:pt x="56379" y="29869"/>
                </a:cubicBezTo>
                <a:close/>
                <a:moveTo>
                  <a:pt x="116812" y="34716"/>
                </a:moveTo>
                <a:lnTo>
                  <a:pt x="116812" y="34716"/>
                </a:lnTo>
                <a:cubicBezTo>
                  <a:pt x="116659" y="35317"/>
                  <a:pt x="116473" y="35912"/>
                  <a:pt x="116258" y="36496"/>
                </a:cubicBezTo>
                <a:lnTo>
                  <a:pt x="116258" y="36496"/>
                </a:lnTo>
                <a:cubicBezTo>
                  <a:pt x="116461" y="35898"/>
                  <a:pt x="116650" y="35312"/>
                  <a:pt x="116812" y="34716"/>
                </a:cubicBezTo>
                <a:close/>
                <a:moveTo>
                  <a:pt x="48364" y="36167"/>
                </a:moveTo>
                <a:cubicBezTo>
                  <a:pt x="48463" y="36291"/>
                  <a:pt x="48538" y="36416"/>
                  <a:pt x="48637" y="36565"/>
                </a:cubicBezTo>
                <a:lnTo>
                  <a:pt x="48613" y="36590"/>
                </a:lnTo>
                <a:cubicBezTo>
                  <a:pt x="48513" y="36466"/>
                  <a:pt x="48413" y="36341"/>
                  <a:pt x="48339" y="36192"/>
                </a:cubicBezTo>
                <a:lnTo>
                  <a:pt x="48364" y="36167"/>
                </a:lnTo>
                <a:close/>
                <a:moveTo>
                  <a:pt x="97037" y="25437"/>
                </a:moveTo>
                <a:cubicBezTo>
                  <a:pt x="99657" y="25437"/>
                  <a:pt x="102099" y="25775"/>
                  <a:pt x="104294" y="26459"/>
                </a:cubicBezTo>
                <a:cubicBezTo>
                  <a:pt x="104095" y="28028"/>
                  <a:pt x="103796" y="29645"/>
                  <a:pt x="103398" y="31338"/>
                </a:cubicBezTo>
                <a:cubicBezTo>
                  <a:pt x="102552" y="33180"/>
                  <a:pt x="101506" y="34947"/>
                  <a:pt x="100237" y="36590"/>
                </a:cubicBezTo>
                <a:cubicBezTo>
                  <a:pt x="100112" y="36565"/>
                  <a:pt x="99988" y="36490"/>
                  <a:pt x="99863" y="36466"/>
                </a:cubicBezTo>
                <a:cubicBezTo>
                  <a:pt x="99614" y="36366"/>
                  <a:pt x="99365" y="36316"/>
                  <a:pt x="99067" y="36217"/>
                </a:cubicBezTo>
                <a:cubicBezTo>
                  <a:pt x="98917" y="36192"/>
                  <a:pt x="98743" y="36117"/>
                  <a:pt x="98569" y="36092"/>
                </a:cubicBezTo>
                <a:lnTo>
                  <a:pt x="97822" y="35918"/>
                </a:lnTo>
                <a:cubicBezTo>
                  <a:pt x="97673" y="35868"/>
                  <a:pt x="97499" y="35843"/>
                  <a:pt x="97324" y="35818"/>
                </a:cubicBezTo>
                <a:cubicBezTo>
                  <a:pt x="97250" y="35818"/>
                  <a:pt x="97150" y="35794"/>
                  <a:pt x="97076" y="35794"/>
                </a:cubicBezTo>
                <a:lnTo>
                  <a:pt x="96528" y="35694"/>
                </a:lnTo>
                <a:cubicBezTo>
                  <a:pt x="96279" y="35669"/>
                  <a:pt x="96030" y="35619"/>
                  <a:pt x="95756" y="35619"/>
                </a:cubicBezTo>
                <a:cubicBezTo>
                  <a:pt x="95632" y="35619"/>
                  <a:pt x="95507" y="35594"/>
                  <a:pt x="95408" y="35594"/>
                </a:cubicBezTo>
                <a:cubicBezTo>
                  <a:pt x="94039" y="35221"/>
                  <a:pt x="92670" y="34947"/>
                  <a:pt x="91301" y="34748"/>
                </a:cubicBezTo>
                <a:cubicBezTo>
                  <a:pt x="92421" y="31612"/>
                  <a:pt x="93217" y="28525"/>
                  <a:pt x="93665" y="25613"/>
                </a:cubicBezTo>
                <a:cubicBezTo>
                  <a:pt x="94817" y="25496"/>
                  <a:pt x="95943" y="25437"/>
                  <a:pt x="97037" y="25437"/>
                </a:cubicBezTo>
                <a:close/>
                <a:moveTo>
                  <a:pt x="57797" y="31836"/>
                </a:moveTo>
                <a:cubicBezTo>
                  <a:pt x="57797" y="31861"/>
                  <a:pt x="57822" y="31861"/>
                  <a:pt x="57822" y="31886"/>
                </a:cubicBezTo>
                <a:cubicBezTo>
                  <a:pt x="54960" y="32956"/>
                  <a:pt x="51898" y="34574"/>
                  <a:pt x="48911" y="36665"/>
                </a:cubicBezTo>
                <a:cubicBezTo>
                  <a:pt x="48911" y="36665"/>
                  <a:pt x="48911" y="36615"/>
                  <a:pt x="48886" y="36615"/>
                </a:cubicBezTo>
                <a:cubicBezTo>
                  <a:pt x="51873" y="34499"/>
                  <a:pt x="54885" y="32931"/>
                  <a:pt x="57797" y="31836"/>
                </a:cubicBezTo>
                <a:close/>
                <a:moveTo>
                  <a:pt x="103224" y="32209"/>
                </a:moveTo>
                <a:cubicBezTo>
                  <a:pt x="103174" y="32309"/>
                  <a:pt x="103149" y="32383"/>
                  <a:pt x="103149" y="32483"/>
                </a:cubicBezTo>
                <a:cubicBezTo>
                  <a:pt x="102377" y="33952"/>
                  <a:pt x="101506" y="35345"/>
                  <a:pt x="100486" y="36690"/>
                </a:cubicBezTo>
                <a:cubicBezTo>
                  <a:pt x="100436" y="36690"/>
                  <a:pt x="100436" y="36665"/>
                  <a:pt x="100411" y="36665"/>
                </a:cubicBezTo>
                <a:cubicBezTo>
                  <a:pt x="101506" y="35246"/>
                  <a:pt x="102427" y="33752"/>
                  <a:pt x="103224" y="32209"/>
                </a:cubicBezTo>
                <a:close/>
                <a:moveTo>
                  <a:pt x="87061" y="34883"/>
                </a:moveTo>
                <a:cubicBezTo>
                  <a:pt x="88227" y="34883"/>
                  <a:pt x="89439" y="34976"/>
                  <a:pt x="90678" y="35121"/>
                </a:cubicBezTo>
                <a:cubicBezTo>
                  <a:pt x="90604" y="35345"/>
                  <a:pt x="90529" y="35545"/>
                  <a:pt x="90454" y="35744"/>
                </a:cubicBezTo>
                <a:cubicBezTo>
                  <a:pt x="90156" y="35794"/>
                  <a:pt x="89857" y="35843"/>
                  <a:pt x="89558" y="35868"/>
                </a:cubicBezTo>
                <a:cubicBezTo>
                  <a:pt x="89459" y="35868"/>
                  <a:pt x="89409" y="35918"/>
                  <a:pt x="89309" y="35918"/>
                </a:cubicBezTo>
                <a:lnTo>
                  <a:pt x="89210" y="35918"/>
                </a:lnTo>
                <a:cubicBezTo>
                  <a:pt x="89085" y="35943"/>
                  <a:pt x="88986" y="35943"/>
                  <a:pt x="88861" y="35968"/>
                </a:cubicBezTo>
                <a:lnTo>
                  <a:pt x="88314" y="36067"/>
                </a:lnTo>
                <a:cubicBezTo>
                  <a:pt x="88239" y="36067"/>
                  <a:pt x="88189" y="36092"/>
                  <a:pt x="88115" y="36092"/>
                </a:cubicBezTo>
                <a:lnTo>
                  <a:pt x="87667" y="36192"/>
                </a:lnTo>
                <a:cubicBezTo>
                  <a:pt x="87492" y="36217"/>
                  <a:pt x="87368" y="36242"/>
                  <a:pt x="87219" y="36291"/>
                </a:cubicBezTo>
                <a:cubicBezTo>
                  <a:pt x="86945" y="36341"/>
                  <a:pt x="86671" y="36416"/>
                  <a:pt x="86347" y="36466"/>
                </a:cubicBezTo>
                <a:cubicBezTo>
                  <a:pt x="86223" y="36490"/>
                  <a:pt x="86099" y="36515"/>
                  <a:pt x="85999" y="36565"/>
                </a:cubicBezTo>
                <a:lnTo>
                  <a:pt x="85551" y="36665"/>
                </a:lnTo>
                <a:lnTo>
                  <a:pt x="85252" y="36739"/>
                </a:lnTo>
                <a:cubicBezTo>
                  <a:pt x="85451" y="36167"/>
                  <a:pt x="85626" y="35545"/>
                  <a:pt x="85800" y="34922"/>
                </a:cubicBezTo>
                <a:cubicBezTo>
                  <a:pt x="86213" y="34896"/>
                  <a:pt x="86634" y="34883"/>
                  <a:pt x="87061" y="34883"/>
                </a:cubicBezTo>
                <a:close/>
                <a:moveTo>
                  <a:pt x="85576" y="34922"/>
                </a:moveTo>
                <a:cubicBezTo>
                  <a:pt x="85426" y="35545"/>
                  <a:pt x="85227" y="36192"/>
                  <a:pt x="85003" y="36789"/>
                </a:cubicBezTo>
                <a:cubicBezTo>
                  <a:pt x="84986" y="36789"/>
                  <a:pt x="84968" y="36789"/>
                  <a:pt x="84959" y="36798"/>
                </a:cubicBezTo>
                <a:lnTo>
                  <a:pt x="84959" y="36798"/>
                </a:lnTo>
                <a:cubicBezTo>
                  <a:pt x="85181" y="36181"/>
                  <a:pt x="85353" y="35564"/>
                  <a:pt x="85501" y="34922"/>
                </a:cubicBezTo>
                <a:close/>
                <a:moveTo>
                  <a:pt x="96542" y="35920"/>
                </a:moveTo>
                <a:lnTo>
                  <a:pt x="96542" y="35920"/>
                </a:lnTo>
                <a:cubicBezTo>
                  <a:pt x="96689" y="35943"/>
                  <a:pt x="96881" y="35944"/>
                  <a:pt x="97026" y="35968"/>
                </a:cubicBezTo>
                <a:cubicBezTo>
                  <a:pt x="97125" y="35968"/>
                  <a:pt x="97200" y="35993"/>
                  <a:pt x="97300" y="35993"/>
                </a:cubicBezTo>
                <a:cubicBezTo>
                  <a:pt x="98270" y="36217"/>
                  <a:pt x="99191" y="36441"/>
                  <a:pt x="100062" y="36789"/>
                </a:cubicBezTo>
                <a:cubicBezTo>
                  <a:pt x="100054" y="36797"/>
                  <a:pt x="100049" y="36800"/>
                  <a:pt x="100046" y="36800"/>
                </a:cubicBezTo>
                <a:cubicBezTo>
                  <a:pt x="100040" y="36800"/>
                  <a:pt x="100046" y="36789"/>
                  <a:pt x="100062" y="36789"/>
                </a:cubicBezTo>
                <a:cubicBezTo>
                  <a:pt x="99689" y="36690"/>
                  <a:pt x="99390" y="36565"/>
                  <a:pt x="99017" y="36466"/>
                </a:cubicBezTo>
                <a:cubicBezTo>
                  <a:pt x="98942" y="36441"/>
                  <a:pt x="98868" y="36441"/>
                  <a:pt x="98793" y="36416"/>
                </a:cubicBezTo>
                <a:cubicBezTo>
                  <a:pt x="98445" y="36316"/>
                  <a:pt x="98121" y="36242"/>
                  <a:pt x="97772" y="36167"/>
                </a:cubicBezTo>
                <a:cubicBezTo>
                  <a:pt x="97648" y="36117"/>
                  <a:pt x="97548" y="36117"/>
                  <a:pt x="97424" y="36092"/>
                </a:cubicBezTo>
                <a:cubicBezTo>
                  <a:pt x="97374" y="36092"/>
                  <a:pt x="97324" y="36067"/>
                  <a:pt x="97275" y="36067"/>
                </a:cubicBezTo>
                <a:cubicBezTo>
                  <a:pt x="97200" y="36067"/>
                  <a:pt x="97175" y="36042"/>
                  <a:pt x="97125" y="36042"/>
                </a:cubicBezTo>
                <a:cubicBezTo>
                  <a:pt x="97051" y="36042"/>
                  <a:pt x="97026" y="36042"/>
                  <a:pt x="96951" y="35993"/>
                </a:cubicBezTo>
                <a:cubicBezTo>
                  <a:pt x="96901" y="35993"/>
                  <a:pt x="96827" y="35968"/>
                  <a:pt x="96777" y="35968"/>
                </a:cubicBezTo>
                <a:cubicBezTo>
                  <a:pt x="96752" y="35968"/>
                  <a:pt x="96677" y="35943"/>
                  <a:pt x="96652" y="35943"/>
                </a:cubicBezTo>
                <a:lnTo>
                  <a:pt x="96627" y="35943"/>
                </a:lnTo>
                <a:cubicBezTo>
                  <a:pt x="96587" y="35943"/>
                  <a:pt x="96563" y="35926"/>
                  <a:pt x="96542" y="35920"/>
                </a:cubicBezTo>
                <a:close/>
                <a:moveTo>
                  <a:pt x="90380" y="35943"/>
                </a:moveTo>
                <a:lnTo>
                  <a:pt x="90380" y="35968"/>
                </a:lnTo>
                <a:lnTo>
                  <a:pt x="90380" y="35993"/>
                </a:lnTo>
                <a:cubicBezTo>
                  <a:pt x="90106" y="36042"/>
                  <a:pt x="89857" y="36067"/>
                  <a:pt x="89608" y="36092"/>
                </a:cubicBezTo>
                <a:cubicBezTo>
                  <a:pt x="89534" y="36092"/>
                  <a:pt x="89434" y="36117"/>
                  <a:pt x="89359" y="36117"/>
                </a:cubicBezTo>
                <a:cubicBezTo>
                  <a:pt x="88662" y="36217"/>
                  <a:pt x="87940" y="36341"/>
                  <a:pt x="87219" y="36490"/>
                </a:cubicBezTo>
                <a:cubicBezTo>
                  <a:pt x="86870" y="36565"/>
                  <a:pt x="86547" y="36665"/>
                  <a:pt x="86198" y="36739"/>
                </a:cubicBezTo>
                <a:cubicBezTo>
                  <a:pt x="85850" y="36839"/>
                  <a:pt x="85501" y="36938"/>
                  <a:pt x="85178" y="36988"/>
                </a:cubicBezTo>
                <a:lnTo>
                  <a:pt x="85178" y="36963"/>
                </a:lnTo>
                <a:lnTo>
                  <a:pt x="85178" y="36938"/>
                </a:lnTo>
                <a:cubicBezTo>
                  <a:pt x="86596" y="36565"/>
                  <a:pt x="87965" y="36242"/>
                  <a:pt x="89334" y="36067"/>
                </a:cubicBezTo>
                <a:cubicBezTo>
                  <a:pt x="89434" y="36067"/>
                  <a:pt x="89534" y="36042"/>
                  <a:pt x="89608" y="36042"/>
                </a:cubicBezTo>
                <a:cubicBezTo>
                  <a:pt x="89857" y="35993"/>
                  <a:pt x="90131" y="35968"/>
                  <a:pt x="90380" y="35943"/>
                </a:cubicBezTo>
                <a:close/>
                <a:moveTo>
                  <a:pt x="98121" y="36466"/>
                </a:moveTo>
                <a:lnTo>
                  <a:pt x="98121" y="36466"/>
                </a:lnTo>
                <a:cubicBezTo>
                  <a:pt x="98295" y="36490"/>
                  <a:pt x="98494" y="36515"/>
                  <a:pt x="98669" y="36590"/>
                </a:cubicBezTo>
                <a:cubicBezTo>
                  <a:pt x="98917" y="36665"/>
                  <a:pt x="99141" y="36739"/>
                  <a:pt x="99390" y="36814"/>
                </a:cubicBezTo>
                <a:cubicBezTo>
                  <a:pt x="99565" y="36864"/>
                  <a:pt x="99764" y="36914"/>
                  <a:pt x="99913" y="36963"/>
                </a:cubicBezTo>
                <a:cubicBezTo>
                  <a:pt x="99888" y="37038"/>
                  <a:pt x="99814" y="37063"/>
                  <a:pt x="99789" y="37113"/>
                </a:cubicBezTo>
                <a:lnTo>
                  <a:pt x="98121" y="36466"/>
                </a:lnTo>
                <a:close/>
                <a:moveTo>
                  <a:pt x="102925" y="33304"/>
                </a:moveTo>
                <a:lnTo>
                  <a:pt x="102925" y="33304"/>
                </a:lnTo>
                <a:cubicBezTo>
                  <a:pt x="102552" y="34599"/>
                  <a:pt x="102153" y="35918"/>
                  <a:pt x="101730" y="37187"/>
                </a:cubicBezTo>
                <a:cubicBezTo>
                  <a:pt x="101631" y="37163"/>
                  <a:pt x="101531" y="37088"/>
                  <a:pt x="101431" y="37038"/>
                </a:cubicBezTo>
                <a:cubicBezTo>
                  <a:pt x="101307" y="36963"/>
                  <a:pt x="101183" y="36938"/>
                  <a:pt x="101033" y="36864"/>
                </a:cubicBezTo>
                <a:cubicBezTo>
                  <a:pt x="100909" y="36814"/>
                  <a:pt x="100784" y="36789"/>
                  <a:pt x="100660" y="36714"/>
                </a:cubicBezTo>
                <a:cubicBezTo>
                  <a:pt x="101506" y="35619"/>
                  <a:pt x="102278" y="34474"/>
                  <a:pt x="102925" y="33304"/>
                </a:cubicBezTo>
                <a:close/>
                <a:moveTo>
                  <a:pt x="100162" y="37038"/>
                </a:moveTo>
                <a:cubicBezTo>
                  <a:pt x="100137" y="37088"/>
                  <a:pt x="100062" y="37138"/>
                  <a:pt x="100038" y="37212"/>
                </a:cubicBezTo>
                <a:cubicBezTo>
                  <a:pt x="100013" y="37212"/>
                  <a:pt x="100013" y="37187"/>
                  <a:pt x="99988" y="37187"/>
                </a:cubicBezTo>
                <a:cubicBezTo>
                  <a:pt x="100013" y="37113"/>
                  <a:pt x="100062" y="37088"/>
                  <a:pt x="100112" y="37038"/>
                </a:cubicBezTo>
                <a:close/>
                <a:moveTo>
                  <a:pt x="96478" y="36167"/>
                </a:moveTo>
                <a:lnTo>
                  <a:pt x="96478" y="36167"/>
                </a:lnTo>
                <a:cubicBezTo>
                  <a:pt x="96578" y="36192"/>
                  <a:pt x="96677" y="36217"/>
                  <a:pt x="96777" y="36217"/>
                </a:cubicBezTo>
                <a:cubicBezTo>
                  <a:pt x="97748" y="36515"/>
                  <a:pt x="98693" y="36864"/>
                  <a:pt x="99664" y="37237"/>
                </a:cubicBezTo>
                <a:lnTo>
                  <a:pt x="99639" y="37287"/>
                </a:lnTo>
                <a:cubicBezTo>
                  <a:pt x="98619" y="36839"/>
                  <a:pt x="97548" y="36466"/>
                  <a:pt x="96478" y="36167"/>
                </a:cubicBezTo>
                <a:close/>
                <a:moveTo>
                  <a:pt x="103423" y="32334"/>
                </a:moveTo>
                <a:cubicBezTo>
                  <a:pt x="103024" y="33976"/>
                  <a:pt x="102502" y="35619"/>
                  <a:pt x="101929" y="37312"/>
                </a:cubicBezTo>
                <a:cubicBezTo>
                  <a:pt x="101904" y="37312"/>
                  <a:pt x="101904" y="37287"/>
                  <a:pt x="101880" y="37287"/>
                </a:cubicBezTo>
                <a:cubicBezTo>
                  <a:pt x="102427" y="35694"/>
                  <a:pt x="102900" y="34126"/>
                  <a:pt x="103298" y="32583"/>
                </a:cubicBezTo>
                <a:cubicBezTo>
                  <a:pt x="103348" y="32483"/>
                  <a:pt x="103398" y="32433"/>
                  <a:pt x="103423" y="32334"/>
                </a:cubicBezTo>
                <a:close/>
                <a:moveTo>
                  <a:pt x="113479" y="21631"/>
                </a:moveTo>
                <a:lnTo>
                  <a:pt x="113479" y="21631"/>
                </a:lnTo>
                <a:cubicBezTo>
                  <a:pt x="115072" y="23622"/>
                  <a:pt x="116217" y="26011"/>
                  <a:pt x="116939" y="28724"/>
                </a:cubicBezTo>
                <a:cubicBezTo>
                  <a:pt x="116939" y="29148"/>
                  <a:pt x="116964" y="29596"/>
                  <a:pt x="116988" y="30019"/>
                </a:cubicBezTo>
                <a:lnTo>
                  <a:pt x="116988" y="30218"/>
                </a:lnTo>
                <a:cubicBezTo>
                  <a:pt x="117038" y="30591"/>
                  <a:pt x="116988" y="30965"/>
                  <a:pt x="116988" y="31338"/>
                </a:cubicBezTo>
                <a:lnTo>
                  <a:pt x="116988" y="31662"/>
                </a:lnTo>
                <a:lnTo>
                  <a:pt x="116988" y="31786"/>
                </a:lnTo>
                <a:cubicBezTo>
                  <a:pt x="116988" y="31886"/>
                  <a:pt x="116988" y="32010"/>
                  <a:pt x="116964" y="32110"/>
                </a:cubicBezTo>
                <a:cubicBezTo>
                  <a:pt x="116964" y="32234"/>
                  <a:pt x="116939" y="32383"/>
                  <a:pt x="116939" y="32508"/>
                </a:cubicBezTo>
                <a:cubicBezTo>
                  <a:pt x="116889" y="32707"/>
                  <a:pt x="116889" y="32906"/>
                  <a:pt x="116864" y="33105"/>
                </a:cubicBezTo>
                <a:cubicBezTo>
                  <a:pt x="116864" y="33130"/>
                  <a:pt x="116864" y="33180"/>
                  <a:pt x="116839" y="33205"/>
                </a:cubicBezTo>
                <a:cubicBezTo>
                  <a:pt x="116839" y="33230"/>
                  <a:pt x="116839" y="33255"/>
                  <a:pt x="116814" y="33329"/>
                </a:cubicBezTo>
                <a:cubicBezTo>
                  <a:pt x="116764" y="33603"/>
                  <a:pt x="116715" y="33877"/>
                  <a:pt x="116640" y="34176"/>
                </a:cubicBezTo>
                <a:cubicBezTo>
                  <a:pt x="116615" y="34225"/>
                  <a:pt x="116615" y="34325"/>
                  <a:pt x="116615" y="34375"/>
                </a:cubicBezTo>
                <a:cubicBezTo>
                  <a:pt x="116366" y="35370"/>
                  <a:pt x="116067" y="36416"/>
                  <a:pt x="115619" y="37362"/>
                </a:cubicBezTo>
                <a:cubicBezTo>
                  <a:pt x="115122" y="35719"/>
                  <a:pt x="114474" y="34225"/>
                  <a:pt x="113628" y="32881"/>
                </a:cubicBezTo>
                <a:cubicBezTo>
                  <a:pt x="113728" y="32234"/>
                  <a:pt x="113777" y="31612"/>
                  <a:pt x="113852" y="30990"/>
                </a:cubicBezTo>
                <a:cubicBezTo>
                  <a:pt x="113852" y="30865"/>
                  <a:pt x="113877" y="30741"/>
                  <a:pt x="113877" y="30616"/>
                </a:cubicBezTo>
                <a:cubicBezTo>
                  <a:pt x="113952" y="29969"/>
                  <a:pt x="113977" y="29347"/>
                  <a:pt x="114001" y="28700"/>
                </a:cubicBezTo>
                <a:lnTo>
                  <a:pt x="114001" y="28202"/>
                </a:lnTo>
                <a:lnTo>
                  <a:pt x="114001" y="26708"/>
                </a:lnTo>
                <a:lnTo>
                  <a:pt x="114001" y="26210"/>
                </a:lnTo>
                <a:cubicBezTo>
                  <a:pt x="113977" y="25613"/>
                  <a:pt x="113952" y="25041"/>
                  <a:pt x="113877" y="24468"/>
                </a:cubicBezTo>
                <a:cubicBezTo>
                  <a:pt x="113852" y="24269"/>
                  <a:pt x="113852" y="24120"/>
                  <a:pt x="113827" y="23921"/>
                </a:cubicBezTo>
                <a:cubicBezTo>
                  <a:pt x="113753" y="23348"/>
                  <a:pt x="113653" y="22751"/>
                  <a:pt x="113578" y="22178"/>
                </a:cubicBezTo>
                <a:cubicBezTo>
                  <a:pt x="113578" y="22128"/>
                  <a:pt x="113529" y="22054"/>
                  <a:pt x="113529" y="22004"/>
                </a:cubicBezTo>
                <a:cubicBezTo>
                  <a:pt x="113504" y="21879"/>
                  <a:pt x="113479" y="21755"/>
                  <a:pt x="113479" y="21631"/>
                </a:cubicBezTo>
                <a:close/>
                <a:moveTo>
                  <a:pt x="65156" y="30581"/>
                </a:moveTo>
                <a:cubicBezTo>
                  <a:pt x="66537" y="30581"/>
                  <a:pt x="67809" y="30781"/>
                  <a:pt x="68949" y="31189"/>
                </a:cubicBezTo>
                <a:cubicBezTo>
                  <a:pt x="69148" y="32060"/>
                  <a:pt x="69397" y="32881"/>
                  <a:pt x="69695" y="33703"/>
                </a:cubicBezTo>
                <a:cubicBezTo>
                  <a:pt x="67704" y="34823"/>
                  <a:pt x="65762" y="36067"/>
                  <a:pt x="63796" y="37411"/>
                </a:cubicBezTo>
                <a:cubicBezTo>
                  <a:pt x="62452" y="35545"/>
                  <a:pt x="61307" y="33479"/>
                  <a:pt x="60361" y="31263"/>
                </a:cubicBezTo>
                <a:cubicBezTo>
                  <a:pt x="62063" y="30812"/>
                  <a:pt x="63672" y="30581"/>
                  <a:pt x="65156" y="30581"/>
                </a:cubicBezTo>
                <a:close/>
                <a:moveTo>
                  <a:pt x="100510" y="36864"/>
                </a:moveTo>
                <a:cubicBezTo>
                  <a:pt x="100909" y="37063"/>
                  <a:pt x="101282" y="37212"/>
                  <a:pt x="101631" y="37411"/>
                </a:cubicBezTo>
                <a:cubicBezTo>
                  <a:pt x="101531" y="37362"/>
                  <a:pt x="101431" y="37337"/>
                  <a:pt x="101357" y="37287"/>
                </a:cubicBezTo>
                <a:cubicBezTo>
                  <a:pt x="101307" y="37237"/>
                  <a:pt x="101257" y="37237"/>
                  <a:pt x="101232" y="37212"/>
                </a:cubicBezTo>
                <a:cubicBezTo>
                  <a:pt x="101008" y="37113"/>
                  <a:pt x="100759" y="37038"/>
                  <a:pt x="100510" y="36938"/>
                </a:cubicBezTo>
                <a:lnTo>
                  <a:pt x="100510" y="36914"/>
                </a:lnTo>
                <a:lnTo>
                  <a:pt x="100510" y="36864"/>
                </a:lnTo>
                <a:close/>
                <a:moveTo>
                  <a:pt x="99888" y="37343"/>
                </a:moveTo>
                <a:cubicBezTo>
                  <a:pt x="99894" y="37343"/>
                  <a:pt x="99901" y="37349"/>
                  <a:pt x="99913" y="37362"/>
                </a:cubicBezTo>
                <a:cubicBezTo>
                  <a:pt x="99913" y="37411"/>
                  <a:pt x="99888" y="37411"/>
                  <a:pt x="99888" y="37436"/>
                </a:cubicBezTo>
                <a:cubicBezTo>
                  <a:pt x="99863" y="37436"/>
                  <a:pt x="99863" y="37411"/>
                  <a:pt x="99814" y="37411"/>
                </a:cubicBezTo>
                <a:lnTo>
                  <a:pt x="99863" y="37362"/>
                </a:lnTo>
                <a:cubicBezTo>
                  <a:pt x="99876" y="37349"/>
                  <a:pt x="99882" y="37343"/>
                  <a:pt x="99888" y="37343"/>
                </a:cubicBezTo>
                <a:close/>
                <a:moveTo>
                  <a:pt x="60187" y="31313"/>
                </a:moveTo>
                <a:cubicBezTo>
                  <a:pt x="61108" y="33553"/>
                  <a:pt x="62253" y="35619"/>
                  <a:pt x="63647" y="37486"/>
                </a:cubicBezTo>
                <a:lnTo>
                  <a:pt x="63572" y="37561"/>
                </a:lnTo>
                <a:cubicBezTo>
                  <a:pt x="62203" y="35694"/>
                  <a:pt x="61058" y="33578"/>
                  <a:pt x="60112" y="31338"/>
                </a:cubicBezTo>
                <a:cubicBezTo>
                  <a:pt x="60162" y="31338"/>
                  <a:pt x="60162" y="31338"/>
                  <a:pt x="60187" y="31313"/>
                </a:cubicBezTo>
                <a:close/>
                <a:moveTo>
                  <a:pt x="101805" y="37461"/>
                </a:moveTo>
                <a:cubicBezTo>
                  <a:pt x="101855" y="37461"/>
                  <a:pt x="101855" y="37486"/>
                  <a:pt x="101880" y="37486"/>
                </a:cubicBezTo>
                <a:lnTo>
                  <a:pt x="101880" y="37536"/>
                </a:lnTo>
                <a:lnTo>
                  <a:pt x="101880" y="37561"/>
                </a:lnTo>
                <a:cubicBezTo>
                  <a:pt x="101805" y="37536"/>
                  <a:pt x="101805" y="37536"/>
                  <a:pt x="101780" y="37536"/>
                </a:cubicBezTo>
                <a:cubicBezTo>
                  <a:pt x="101780" y="37486"/>
                  <a:pt x="101805" y="37461"/>
                  <a:pt x="101805" y="37461"/>
                </a:cubicBezTo>
                <a:close/>
                <a:moveTo>
                  <a:pt x="69745" y="33852"/>
                </a:moveTo>
                <a:cubicBezTo>
                  <a:pt x="69745" y="33877"/>
                  <a:pt x="69770" y="33877"/>
                  <a:pt x="69770" y="33927"/>
                </a:cubicBezTo>
                <a:cubicBezTo>
                  <a:pt x="67828" y="35072"/>
                  <a:pt x="65862" y="36291"/>
                  <a:pt x="63921" y="37611"/>
                </a:cubicBezTo>
                <a:cubicBezTo>
                  <a:pt x="63921" y="37586"/>
                  <a:pt x="63896" y="37586"/>
                  <a:pt x="63896" y="37561"/>
                </a:cubicBezTo>
                <a:cubicBezTo>
                  <a:pt x="65837" y="36217"/>
                  <a:pt x="67804" y="34997"/>
                  <a:pt x="69745" y="33852"/>
                </a:cubicBezTo>
                <a:close/>
                <a:moveTo>
                  <a:pt x="113553" y="33180"/>
                </a:moveTo>
                <a:cubicBezTo>
                  <a:pt x="114350" y="34499"/>
                  <a:pt x="114997" y="35993"/>
                  <a:pt x="115470" y="37660"/>
                </a:cubicBezTo>
                <a:cubicBezTo>
                  <a:pt x="115470" y="37685"/>
                  <a:pt x="115445" y="37710"/>
                  <a:pt x="115445" y="37735"/>
                </a:cubicBezTo>
                <a:cubicBezTo>
                  <a:pt x="114997" y="36092"/>
                  <a:pt x="114350" y="34599"/>
                  <a:pt x="113553" y="33255"/>
                </a:cubicBezTo>
                <a:lnTo>
                  <a:pt x="113553" y="33180"/>
                </a:lnTo>
                <a:close/>
                <a:moveTo>
                  <a:pt x="63746" y="37685"/>
                </a:moveTo>
                <a:cubicBezTo>
                  <a:pt x="63746" y="37710"/>
                  <a:pt x="63796" y="37710"/>
                  <a:pt x="63796" y="37735"/>
                </a:cubicBezTo>
                <a:cubicBezTo>
                  <a:pt x="63746" y="37735"/>
                  <a:pt x="63746" y="37760"/>
                  <a:pt x="63721" y="37760"/>
                </a:cubicBezTo>
                <a:cubicBezTo>
                  <a:pt x="63697" y="37735"/>
                  <a:pt x="63697" y="37710"/>
                  <a:pt x="63697" y="37710"/>
                </a:cubicBezTo>
                <a:cubicBezTo>
                  <a:pt x="63721" y="37710"/>
                  <a:pt x="63721" y="37685"/>
                  <a:pt x="63746" y="37685"/>
                </a:cubicBezTo>
                <a:close/>
                <a:moveTo>
                  <a:pt x="116152" y="36779"/>
                </a:moveTo>
                <a:cubicBezTo>
                  <a:pt x="116024" y="37110"/>
                  <a:pt x="115888" y="37437"/>
                  <a:pt x="115744" y="37760"/>
                </a:cubicBezTo>
                <a:cubicBezTo>
                  <a:pt x="115744" y="37735"/>
                  <a:pt x="115744" y="37710"/>
                  <a:pt x="115719" y="37710"/>
                </a:cubicBezTo>
                <a:cubicBezTo>
                  <a:pt x="115719" y="37710"/>
                  <a:pt x="115719" y="37685"/>
                  <a:pt x="115744" y="37685"/>
                </a:cubicBezTo>
                <a:cubicBezTo>
                  <a:pt x="115794" y="37660"/>
                  <a:pt x="115794" y="37586"/>
                  <a:pt x="115819" y="37561"/>
                </a:cubicBezTo>
                <a:cubicBezTo>
                  <a:pt x="115918" y="37312"/>
                  <a:pt x="116043" y="37063"/>
                  <a:pt x="116117" y="36814"/>
                </a:cubicBezTo>
                <a:cubicBezTo>
                  <a:pt x="116133" y="36806"/>
                  <a:pt x="116143" y="36794"/>
                  <a:pt x="116152" y="36779"/>
                </a:cubicBezTo>
                <a:close/>
                <a:moveTo>
                  <a:pt x="100311" y="37113"/>
                </a:moveTo>
                <a:cubicBezTo>
                  <a:pt x="100510" y="37187"/>
                  <a:pt x="100660" y="37237"/>
                  <a:pt x="100809" y="37312"/>
                </a:cubicBezTo>
                <a:cubicBezTo>
                  <a:pt x="101058" y="37411"/>
                  <a:pt x="101307" y="37486"/>
                  <a:pt x="101531" y="37611"/>
                </a:cubicBezTo>
                <a:cubicBezTo>
                  <a:pt x="101506" y="37685"/>
                  <a:pt x="101481" y="37760"/>
                  <a:pt x="101431" y="37835"/>
                </a:cubicBezTo>
                <a:cubicBezTo>
                  <a:pt x="101033" y="37635"/>
                  <a:pt x="100610" y="37461"/>
                  <a:pt x="100187" y="37262"/>
                </a:cubicBezTo>
                <a:cubicBezTo>
                  <a:pt x="100237" y="37212"/>
                  <a:pt x="100286" y="37187"/>
                  <a:pt x="100311" y="37113"/>
                </a:cubicBezTo>
                <a:close/>
                <a:moveTo>
                  <a:pt x="72408" y="33678"/>
                </a:moveTo>
                <a:lnTo>
                  <a:pt x="72408" y="33678"/>
                </a:lnTo>
                <a:cubicBezTo>
                  <a:pt x="73031" y="34474"/>
                  <a:pt x="73504" y="35420"/>
                  <a:pt x="73777" y="36466"/>
                </a:cubicBezTo>
                <a:lnTo>
                  <a:pt x="73777" y="36490"/>
                </a:lnTo>
                <a:cubicBezTo>
                  <a:pt x="73777" y="36515"/>
                  <a:pt x="73777" y="36565"/>
                  <a:pt x="73802" y="36590"/>
                </a:cubicBezTo>
                <a:lnTo>
                  <a:pt x="73802" y="36690"/>
                </a:lnTo>
                <a:cubicBezTo>
                  <a:pt x="73852" y="36864"/>
                  <a:pt x="73877" y="37038"/>
                  <a:pt x="73902" y="37212"/>
                </a:cubicBezTo>
                <a:cubicBezTo>
                  <a:pt x="73902" y="37287"/>
                  <a:pt x="73927" y="37337"/>
                  <a:pt x="73927" y="37411"/>
                </a:cubicBezTo>
                <a:lnTo>
                  <a:pt x="73927" y="37486"/>
                </a:lnTo>
                <a:cubicBezTo>
                  <a:pt x="73927" y="37561"/>
                  <a:pt x="73977" y="37586"/>
                  <a:pt x="73977" y="37660"/>
                </a:cubicBezTo>
                <a:cubicBezTo>
                  <a:pt x="73977" y="37710"/>
                  <a:pt x="73977" y="37810"/>
                  <a:pt x="73927" y="37859"/>
                </a:cubicBezTo>
                <a:cubicBezTo>
                  <a:pt x="73753" y="37536"/>
                  <a:pt x="73603" y="37187"/>
                  <a:pt x="73429" y="36814"/>
                </a:cubicBezTo>
                <a:cubicBezTo>
                  <a:pt x="73404" y="36714"/>
                  <a:pt x="73354" y="36615"/>
                  <a:pt x="73304" y="36490"/>
                </a:cubicBezTo>
                <a:cubicBezTo>
                  <a:pt x="73155" y="36117"/>
                  <a:pt x="73031" y="35794"/>
                  <a:pt x="72906" y="35420"/>
                </a:cubicBezTo>
                <a:cubicBezTo>
                  <a:pt x="72856" y="35246"/>
                  <a:pt x="72807" y="35097"/>
                  <a:pt x="72757" y="34947"/>
                </a:cubicBezTo>
                <a:cubicBezTo>
                  <a:pt x="72657" y="34624"/>
                  <a:pt x="72558" y="34325"/>
                  <a:pt x="72508" y="34001"/>
                </a:cubicBezTo>
                <a:cubicBezTo>
                  <a:pt x="72483" y="33877"/>
                  <a:pt x="72433" y="33802"/>
                  <a:pt x="72408" y="33678"/>
                </a:cubicBezTo>
                <a:close/>
                <a:moveTo>
                  <a:pt x="101730" y="37710"/>
                </a:moveTo>
                <a:cubicBezTo>
                  <a:pt x="101755" y="37710"/>
                  <a:pt x="101755" y="37735"/>
                  <a:pt x="101780" y="37735"/>
                </a:cubicBezTo>
                <a:cubicBezTo>
                  <a:pt x="101755" y="37810"/>
                  <a:pt x="101730" y="37909"/>
                  <a:pt x="101730" y="37959"/>
                </a:cubicBezTo>
                <a:cubicBezTo>
                  <a:pt x="101680" y="37959"/>
                  <a:pt x="101680" y="37934"/>
                  <a:pt x="101655" y="37934"/>
                </a:cubicBezTo>
                <a:cubicBezTo>
                  <a:pt x="101655" y="37859"/>
                  <a:pt x="101680" y="37760"/>
                  <a:pt x="101730" y="37710"/>
                </a:cubicBezTo>
                <a:close/>
                <a:moveTo>
                  <a:pt x="75769" y="31039"/>
                </a:moveTo>
                <a:lnTo>
                  <a:pt x="75769" y="31039"/>
                </a:lnTo>
                <a:cubicBezTo>
                  <a:pt x="75744" y="33205"/>
                  <a:pt x="75346" y="35569"/>
                  <a:pt x="74549" y="38059"/>
                </a:cubicBezTo>
                <a:cubicBezTo>
                  <a:pt x="74524" y="37909"/>
                  <a:pt x="74499" y="37710"/>
                  <a:pt x="74425" y="37561"/>
                </a:cubicBezTo>
                <a:lnTo>
                  <a:pt x="74425" y="37536"/>
                </a:lnTo>
                <a:lnTo>
                  <a:pt x="74425" y="37436"/>
                </a:lnTo>
                <a:cubicBezTo>
                  <a:pt x="74375" y="37113"/>
                  <a:pt x="74350" y="36839"/>
                  <a:pt x="74250" y="36565"/>
                </a:cubicBezTo>
                <a:lnTo>
                  <a:pt x="74250" y="36441"/>
                </a:lnTo>
                <a:lnTo>
                  <a:pt x="74151" y="35594"/>
                </a:lnTo>
                <a:cubicBezTo>
                  <a:pt x="74151" y="35470"/>
                  <a:pt x="74126" y="35345"/>
                  <a:pt x="74126" y="35221"/>
                </a:cubicBezTo>
                <a:lnTo>
                  <a:pt x="74126" y="35072"/>
                </a:lnTo>
                <a:lnTo>
                  <a:pt x="74126" y="34997"/>
                </a:lnTo>
                <a:lnTo>
                  <a:pt x="74126" y="34873"/>
                </a:lnTo>
                <a:lnTo>
                  <a:pt x="74126" y="33827"/>
                </a:lnTo>
                <a:lnTo>
                  <a:pt x="74126" y="33703"/>
                </a:lnTo>
                <a:lnTo>
                  <a:pt x="74126" y="33479"/>
                </a:lnTo>
                <a:cubicBezTo>
                  <a:pt x="74151" y="33105"/>
                  <a:pt x="74176" y="32732"/>
                  <a:pt x="74250" y="32359"/>
                </a:cubicBezTo>
                <a:cubicBezTo>
                  <a:pt x="74250" y="32259"/>
                  <a:pt x="74275" y="32159"/>
                  <a:pt x="74275" y="32110"/>
                </a:cubicBezTo>
                <a:cubicBezTo>
                  <a:pt x="74300" y="31985"/>
                  <a:pt x="74325" y="31861"/>
                  <a:pt x="74325" y="31736"/>
                </a:cubicBezTo>
                <a:cubicBezTo>
                  <a:pt x="74798" y="31487"/>
                  <a:pt x="75296" y="31263"/>
                  <a:pt x="75769" y="31039"/>
                </a:cubicBezTo>
                <a:close/>
                <a:moveTo>
                  <a:pt x="100062" y="37436"/>
                </a:moveTo>
                <a:cubicBezTo>
                  <a:pt x="100535" y="37611"/>
                  <a:pt x="100983" y="37810"/>
                  <a:pt x="101407" y="38034"/>
                </a:cubicBezTo>
                <a:cubicBezTo>
                  <a:pt x="101407" y="38059"/>
                  <a:pt x="101407" y="38059"/>
                  <a:pt x="101382" y="38083"/>
                </a:cubicBezTo>
                <a:cubicBezTo>
                  <a:pt x="100934" y="37859"/>
                  <a:pt x="100486" y="37685"/>
                  <a:pt x="100038" y="37486"/>
                </a:cubicBezTo>
                <a:cubicBezTo>
                  <a:pt x="100038" y="37461"/>
                  <a:pt x="100062" y="37461"/>
                  <a:pt x="100062" y="37436"/>
                </a:cubicBezTo>
                <a:close/>
                <a:moveTo>
                  <a:pt x="101556" y="38083"/>
                </a:moveTo>
                <a:cubicBezTo>
                  <a:pt x="101606" y="38083"/>
                  <a:pt x="101606" y="38108"/>
                  <a:pt x="101631" y="38108"/>
                </a:cubicBezTo>
                <a:cubicBezTo>
                  <a:pt x="101631" y="38133"/>
                  <a:pt x="101631" y="38133"/>
                  <a:pt x="101606" y="38183"/>
                </a:cubicBezTo>
                <a:cubicBezTo>
                  <a:pt x="101567" y="38183"/>
                  <a:pt x="101558" y="38153"/>
                  <a:pt x="101545" y="38140"/>
                </a:cubicBezTo>
                <a:lnTo>
                  <a:pt x="101545" y="38140"/>
                </a:lnTo>
                <a:cubicBezTo>
                  <a:pt x="101556" y="38136"/>
                  <a:pt x="101556" y="38102"/>
                  <a:pt x="101556" y="38083"/>
                </a:cubicBezTo>
                <a:close/>
                <a:moveTo>
                  <a:pt x="59938" y="31363"/>
                </a:moveTo>
                <a:cubicBezTo>
                  <a:pt x="60859" y="33628"/>
                  <a:pt x="62054" y="35744"/>
                  <a:pt x="63423" y="37660"/>
                </a:cubicBezTo>
                <a:cubicBezTo>
                  <a:pt x="63049" y="37909"/>
                  <a:pt x="62701" y="38158"/>
                  <a:pt x="62328" y="38407"/>
                </a:cubicBezTo>
                <a:cubicBezTo>
                  <a:pt x="61183" y="36291"/>
                  <a:pt x="59838" y="34076"/>
                  <a:pt x="58345" y="31861"/>
                </a:cubicBezTo>
                <a:cubicBezTo>
                  <a:pt x="58868" y="31687"/>
                  <a:pt x="59390" y="31487"/>
                  <a:pt x="59938" y="31363"/>
                </a:cubicBezTo>
                <a:close/>
                <a:moveTo>
                  <a:pt x="76018" y="30865"/>
                </a:moveTo>
                <a:cubicBezTo>
                  <a:pt x="76018" y="33230"/>
                  <a:pt x="75545" y="35794"/>
                  <a:pt x="74674" y="38457"/>
                </a:cubicBezTo>
                <a:cubicBezTo>
                  <a:pt x="74674" y="38432"/>
                  <a:pt x="74649" y="38407"/>
                  <a:pt x="74649" y="38357"/>
                </a:cubicBezTo>
                <a:cubicBezTo>
                  <a:pt x="75495" y="35744"/>
                  <a:pt x="75943" y="33230"/>
                  <a:pt x="75943" y="30890"/>
                </a:cubicBezTo>
                <a:cubicBezTo>
                  <a:pt x="75968" y="30890"/>
                  <a:pt x="75993" y="30890"/>
                  <a:pt x="76018" y="30865"/>
                </a:cubicBezTo>
                <a:close/>
                <a:moveTo>
                  <a:pt x="85302" y="34922"/>
                </a:moveTo>
                <a:lnTo>
                  <a:pt x="85302" y="34922"/>
                </a:lnTo>
                <a:cubicBezTo>
                  <a:pt x="85128" y="35569"/>
                  <a:pt x="84954" y="36242"/>
                  <a:pt x="84705" y="36864"/>
                </a:cubicBezTo>
                <a:cubicBezTo>
                  <a:pt x="84555" y="36914"/>
                  <a:pt x="84381" y="36963"/>
                  <a:pt x="84257" y="36988"/>
                </a:cubicBezTo>
                <a:cubicBezTo>
                  <a:pt x="84107" y="37038"/>
                  <a:pt x="83958" y="37088"/>
                  <a:pt x="83809" y="37113"/>
                </a:cubicBezTo>
                <a:cubicBezTo>
                  <a:pt x="83385" y="37237"/>
                  <a:pt x="82987" y="37362"/>
                  <a:pt x="82564" y="37536"/>
                </a:cubicBezTo>
                <a:cubicBezTo>
                  <a:pt x="82365" y="37586"/>
                  <a:pt x="82216" y="37611"/>
                  <a:pt x="82066" y="37685"/>
                </a:cubicBezTo>
                <a:cubicBezTo>
                  <a:pt x="81718" y="37810"/>
                  <a:pt x="81394" y="37934"/>
                  <a:pt x="81071" y="38059"/>
                </a:cubicBezTo>
                <a:cubicBezTo>
                  <a:pt x="80996" y="38083"/>
                  <a:pt x="80946" y="38108"/>
                  <a:pt x="80871" y="38108"/>
                </a:cubicBezTo>
                <a:cubicBezTo>
                  <a:pt x="80697" y="38183"/>
                  <a:pt x="80498" y="38233"/>
                  <a:pt x="80324" y="38332"/>
                </a:cubicBezTo>
                <a:cubicBezTo>
                  <a:pt x="80150" y="38382"/>
                  <a:pt x="80000" y="38457"/>
                  <a:pt x="79876" y="38532"/>
                </a:cubicBezTo>
                <a:cubicBezTo>
                  <a:pt x="80324" y="37536"/>
                  <a:pt x="80722" y="36565"/>
                  <a:pt x="81071" y="35569"/>
                </a:cubicBezTo>
                <a:cubicBezTo>
                  <a:pt x="82365" y="35221"/>
                  <a:pt x="83809" y="34997"/>
                  <a:pt x="85302" y="34922"/>
                </a:cubicBezTo>
                <a:close/>
                <a:moveTo>
                  <a:pt x="17524" y="36490"/>
                </a:moveTo>
                <a:lnTo>
                  <a:pt x="17524" y="36540"/>
                </a:lnTo>
                <a:lnTo>
                  <a:pt x="17524" y="36565"/>
                </a:lnTo>
                <a:lnTo>
                  <a:pt x="17524" y="36590"/>
                </a:lnTo>
                <a:cubicBezTo>
                  <a:pt x="17399" y="36739"/>
                  <a:pt x="17250" y="36938"/>
                  <a:pt x="17125" y="37113"/>
                </a:cubicBezTo>
                <a:cubicBezTo>
                  <a:pt x="16805" y="37529"/>
                  <a:pt x="16417" y="38027"/>
                  <a:pt x="16019" y="38550"/>
                </a:cubicBezTo>
                <a:lnTo>
                  <a:pt x="16019" y="38550"/>
                </a:lnTo>
                <a:lnTo>
                  <a:pt x="16154" y="38357"/>
                </a:lnTo>
                <a:cubicBezTo>
                  <a:pt x="16379" y="38083"/>
                  <a:pt x="16553" y="37810"/>
                  <a:pt x="16777" y="37536"/>
                </a:cubicBezTo>
                <a:cubicBezTo>
                  <a:pt x="16802" y="37461"/>
                  <a:pt x="16851" y="37436"/>
                  <a:pt x="16876" y="37362"/>
                </a:cubicBezTo>
                <a:cubicBezTo>
                  <a:pt x="17100" y="37088"/>
                  <a:pt x="17299" y="36814"/>
                  <a:pt x="17524" y="36490"/>
                </a:cubicBezTo>
                <a:close/>
                <a:moveTo>
                  <a:pt x="58196" y="31960"/>
                </a:moveTo>
                <a:cubicBezTo>
                  <a:pt x="59639" y="34176"/>
                  <a:pt x="61033" y="36416"/>
                  <a:pt x="62178" y="38532"/>
                </a:cubicBezTo>
                <a:lnTo>
                  <a:pt x="62128" y="38556"/>
                </a:lnTo>
                <a:cubicBezTo>
                  <a:pt x="60983" y="36441"/>
                  <a:pt x="59614" y="34200"/>
                  <a:pt x="58121" y="31985"/>
                </a:cubicBezTo>
                <a:cubicBezTo>
                  <a:pt x="58171" y="31985"/>
                  <a:pt x="58171" y="31985"/>
                  <a:pt x="58196" y="31960"/>
                </a:cubicBezTo>
                <a:close/>
                <a:moveTo>
                  <a:pt x="82514" y="28227"/>
                </a:moveTo>
                <a:lnTo>
                  <a:pt x="82514" y="28227"/>
                </a:lnTo>
                <a:cubicBezTo>
                  <a:pt x="82166" y="30467"/>
                  <a:pt x="81519" y="32831"/>
                  <a:pt x="80647" y="35246"/>
                </a:cubicBezTo>
                <a:cubicBezTo>
                  <a:pt x="78208" y="35968"/>
                  <a:pt x="76192" y="37088"/>
                  <a:pt x="74848" y="38556"/>
                </a:cubicBezTo>
                <a:cubicBezTo>
                  <a:pt x="75744" y="35818"/>
                  <a:pt x="76217" y="33205"/>
                  <a:pt x="76167" y="30815"/>
                </a:cubicBezTo>
                <a:cubicBezTo>
                  <a:pt x="78308" y="29820"/>
                  <a:pt x="80448" y="28948"/>
                  <a:pt x="82514" y="28227"/>
                </a:cubicBezTo>
                <a:close/>
                <a:moveTo>
                  <a:pt x="63497" y="37810"/>
                </a:moveTo>
                <a:lnTo>
                  <a:pt x="63572" y="37859"/>
                </a:lnTo>
                <a:cubicBezTo>
                  <a:pt x="63199" y="38108"/>
                  <a:pt x="62825" y="38357"/>
                  <a:pt x="62452" y="38656"/>
                </a:cubicBezTo>
                <a:cubicBezTo>
                  <a:pt x="62452" y="38606"/>
                  <a:pt x="62427" y="38606"/>
                  <a:pt x="62427" y="38581"/>
                </a:cubicBezTo>
                <a:cubicBezTo>
                  <a:pt x="62800" y="38332"/>
                  <a:pt x="63174" y="38059"/>
                  <a:pt x="63497" y="37810"/>
                </a:cubicBezTo>
                <a:close/>
                <a:moveTo>
                  <a:pt x="80747" y="35694"/>
                </a:moveTo>
                <a:cubicBezTo>
                  <a:pt x="80398" y="36615"/>
                  <a:pt x="80000" y="37611"/>
                  <a:pt x="79552" y="38656"/>
                </a:cubicBezTo>
                <a:cubicBezTo>
                  <a:pt x="79527" y="38656"/>
                  <a:pt x="79527" y="38656"/>
                  <a:pt x="79502" y="38681"/>
                </a:cubicBezTo>
                <a:cubicBezTo>
                  <a:pt x="79926" y="37635"/>
                  <a:pt x="80349" y="36665"/>
                  <a:pt x="80722" y="35694"/>
                </a:cubicBezTo>
                <a:close/>
                <a:moveTo>
                  <a:pt x="84680" y="37063"/>
                </a:moveTo>
                <a:lnTo>
                  <a:pt x="84630" y="37113"/>
                </a:lnTo>
                <a:cubicBezTo>
                  <a:pt x="84356" y="37212"/>
                  <a:pt x="84082" y="37337"/>
                  <a:pt x="83809" y="37411"/>
                </a:cubicBezTo>
                <a:cubicBezTo>
                  <a:pt x="83585" y="37461"/>
                  <a:pt x="83336" y="37561"/>
                  <a:pt x="83112" y="37611"/>
                </a:cubicBezTo>
                <a:cubicBezTo>
                  <a:pt x="82464" y="37835"/>
                  <a:pt x="81817" y="38059"/>
                  <a:pt x="81120" y="38308"/>
                </a:cubicBezTo>
                <a:lnTo>
                  <a:pt x="80847" y="38382"/>
                </a:lnTo>
                <a:cubicBezTo>
                  <a:pt x="80473" y="38532"/>
                  <a:pt x="80100" y="38681"/>
                  <a:pt x="79726" y="38805"/>
                </a:cubicBezTo>
                <a:lnTo>
                  <a:pt x="79726" y="38780"/>
                </a:lnTo>
                <a:cubicBezTo>
                  <a:pt x="79726" y="38780"/>
                  <a:pt x="79726" y="38731"/>
                  <a:pt x="79751" y="38731"/>
                </a:cubicBezTo>
                <a:cubicBezTo>
                  <a:pt x="81444" y="38059"/>
                  <a:pt x="83087" y="37486"/>
                  <a:pt x="84680" y="37063"/>
                </a:cubicBezTo>
                <a:close/>
                <a:moveTo>
                  <a:pt x="19306" y="35769"/>
                </a:moveTo>
                <a:cubicBezTo>
                  <a:pt x="19770" y="35769"/>
                  <a:pt x="20349" y="35868"/>
                  <a:pt x="21033" y="36067"/>
                </a:cubicBezTo>
                <a:lnTo>
                  <a:pt x="18718" y="38855"/>
                </a:lnTo>
                <a:cubicBezTo>
                  <a:pt x="18046" y="37635"/>
                  <a:pt x="17847" y="36739"/>
                  <a:pt x="18121" y="36242"/>
                </a:cubicBezTo>
                <a:cubicBezTo>
                  <a:pt x="18171" y="36192"/>
                  <a:pt x="18220" y="36117"/>
                  <a:pt x="18270" y="36067"/>
                </a:cubicBezTo>
                <a:cubicBezTo>
                  <a:pt x="18494" y="35868"/>
                  <a:pt x="18843" y="35769"/>
                  <a:pt x="19306" y="35769"/>
                </a:cubicBezTo>
                <a:close/>
                <a:moveTo>
                  <a:pt x="80598" y="35445"/>
                </a:moveTo>
                <a:cubicBezTo>
                  <a:pt x="80598" y="35470"/>
                  <a:pt x="80573" y="35495"/>
                  <a:pt x="80573" y="35495"/>
                </a:cubicBezTo>
                <a:cubicBezTo>
                  <a:pt x="78108" y="36217"/>
                  <a:pt x="76142" y="37411"/>
                  <a:pt x="74848" y="38905"/>
                </a:cubicBezTo>
                <a:cubicBezTo>
                  <a:pt x="74848" y="38855"/>
                  <a:pt x="74798" y="38855"/>
                  <a:pt x="74798" y="38830"/>
                </a:cubicBezTo>
                <a:cubicBezTo>
                  <a:pt x="76142" y="37312"/>
                  <a:pt x="78108" y="36167"/>
                  <a:pt x="80598" y="35445"/>
                </a:cubicBezTo>
                <a:close/>
                <a:moveTo>
                  <a:pt x="79403" y="38930"/>
                </a:moveTo>
                <a:cubicBezTo>
                  <a:pt x="79403" y="38955"/>
                  <a:pt x="79403" y="38955"/>
                  <a:pt x="79378" y="38955"/>
                </a:cubicBezTo>
                <a:cubicBezTo>
                  <a:pt x="79378" y="38955"/>
                  <a:pt x="79353" y="38955"/>
                  <a:pt x="79353" y="38980"/>
                </a:cubicBezTo>
                <a:lnTo>
                  <a:pt x="79353" y="38955"/>
                </a:lnTo>
                <a:lnTo>
                  <a:pt x="79353" y="38930"/>
                </a:lnTo>
                <a:close/>
                <a:moveTo>
                  <a:pt x="17847" y="36615"/>
                </a:moveTo>
                <a:lnTo>
                  <a:pt x="17847" y="36615"/>
                </a:lnTo>
                <a:cubicBezTo>
                  <a:pt x="17772" y="37212"/>
                  <a:pt x="18046" y="38034"/>
                  <a:pt x="18594" y="39054"/>
                </a:cubicBezTo>
                <a:lnTo>
                  <a:pt x="18519" y="39104"/>
                </a:lnTo>
                <a:cubicBezTo>
                  <a:pt x="17996" y="38158"/>
                  <a:pt x="17723" y="37337"/>
                  <a:pt x="17748" y="36714"/>
                </a:cubicBezTo>
                <a:lnTo>
                  <a:pt x="17847" y="36615"/>
                </a:lnTo>
                <a:close/>
                <a:moveTo>
                  <a:pt x="21232" y="36117"/>
                </a:moveTo>
                <a:cubicBezTo>
                  <a:pt x="21257" y="36117"/>
                  <a:pt x="21257" y="36117"/>
                  <a:pt x="21282" y="36167"/>
                </a:cubicBezTo>
                <a:cubicBezTo>
                  <a:pt x="20461" y="37138"/>
                  <a:pt x="19639" y="38108"/>
                  <a:pt x="18818" y="39104"/>
                </a:cubicBezTo>
                <a:cubicBezTo>
                  <a:pt x="18818" y="39079"/>
                  <a:pt x="18793" y="39079"/>
                  <a:pt x="18793" y="39054"/>
                </a:cubicBezTo>
                <a:cubicBezTo>
                  <a:pt x="19614" y="38059"/>
                  <a:pt x="20411" y="37088"/>
                  <a:pt x="21232" y="36117"/>
                </a:cubicBezTo>
                <a:close/>
                <a:moveTo>
                  <a:pt x="101904" y="37835"/>
                </a:moveTo>
                <a:cubicBezTo>
                  <a:pt x="102004" y="37859"/>
                  <a:pt x="102054" y="37934"/>
                  <a:pt x="102153" y="37959"/>
                </a:cubicBezTo>
                <a:lnTo>
                  <a:pt x="102800" y="38332"/>
                </a:lnTo>
                <a:lnTo>
                  <a:pt x="102850" y="38332"/>
                </a:lnTo>
                <a:cubicBezTo>
                  <a:pt x="103024" y="38457"/>
                  <a:pt x="103224" y="38581"/>
                  <a:pt x="103373" y="38706"/>
                </a:cubicBezTo>
                <a:cubicBezTo>
                  <a:pt x="103547" y="38830"/>
                  <a:pt x="103746" y="38955"/>
                  <a:pt x="103921" y="39104"/>
                </a:cubicBezTo>
                <a:cubicBezTo>
                  <a:pt x="103273" y="38731"/>
                  <a:pt x="102552" y="38357"/>
                  <a:pt x="101855" y="38034"/>
                </a:cubicBezTo>
                <a:cubicBezTo>
                  <a:pt x="101880" y="37959"/>
                  <a:pt x="101904" y="37909"/>
                  <a:pt x="101904" y="37835"/>
                </a:cubicBezTo>
                <a:close/>
                <a:moveTo>
                  <a:pt x="18693" y="39204"/>
                </a:moveTo>
                <a:cubicBezTo>
                  <a:pt x="18693" y="39228"/>
                  <a:pt x="18743" y="39228"/>
                  <a:pt x="18743" y="39278"/>
                </a:cubicBezTo>
                <a:lnTo>
                  <a:pt x="18668" y="39328"/>
                </a:lnTo>
                <a:cubicBezTo>
                  <a:pt x="18644" y="39303"/>
                  <a:pt x="18644" y="39303"/>
                  <a:pt x="18644" y="39278"/>
                </a:cubicBezTo>
                <a:lnTo>
                  <a:pt x="18693" y="39204"/>
                </a:lnTo>
                <a:close/>
                <a:moveTo>
                  <a:pt x="39428" y="20062"/>
                </a:moveTo>
                <a:cubicBezTo>
                  <a:pt x="39453" y="20237"/>
                  <a:pt x="39527" y="20411"/>
                  <a:pt x="39577" y="20560"/>
                </a:cubicBezTo>
                <a:cubicBezTo>
                  <a:pt x="39652" y="20734"/>
                  <a:pt x="39701" y="20934"/>
                  <a:pt x="39801" y="21183"/>
                </a:cubicBezTo>
                <a:cubicBezTo>
                  <a:pt x="39876" y="21382"/>
                  <a:pt x="39950" y="21606"/>
                  <a:pt x="40025" y="21780"/>
                </a:cubicBezTo>
                <a:cubicBezTo>
                  <a:pt x="40125" y="22054"/>
                  <a:pt x="40224" y="22352"/>
                  <a:pt x="40324" y="22626"/>
                </a:cubicBezTo>
                <a:cubicBezTo>
                  <a:pt x="40398" y="22751"/>
                  <a:pt x="40448" y="22875"/>
                  <a:pt x="40498" y="23024"/>
                </a:cubicBezTo>
                <a:cubicBezTo>
                  <a:pt x="40647" y="23398"/>
                  <a:pt x="40797" y="23771"/>
                  <a:pt x="40971" y="24169"/>
                </a:cubicBezTo>
                <a:cubicBezTo>
                  <a:pt x="40971" y="24169"/>
                  <a:pt x="40971" y="24219"/>
                  <a:pt x="41021" y="24219"/>
                </a:cubicBezTo>
                <a:cubicBezTo>
                  <a:pt x="41344" y="24916"/>
                  <a:pt x="41693" y="25713"/>
                  <a:pt x="42091" y="26484"/>
                </a:cubicBezTo>
                <a:cubicBezTo>
                  <a:pt x="41967" y="26584"/>
                  <a:pt x="41892" y="26659"/>
                  <a:pt x="41767" y="26758"/>
                </a:cubicBezTo>
                <a:cubicBezTo>
                  <a:pt x="41419" y="27032"/>
                  <a:pt x="41071" y="27331"/>
                  <a:pt x="40722" y="27629"/>
                </a:cubicBezTo>
                <a:cubicBezTo>
                  <a:pt x="40224" y="28028"/>
                  <a:pt x="39776" y="28476"/>
                  <a:pt x="39278" y="28874"/>
                </a:cubicBezTo>
                <a:cubicBezTo>
                  <a:pt x="38930" y="29197"/>
                  <a:pt x="38581" y="29471"/>
                  <a:pt x="38233" y="29770"/>
                </a:cubicBezTo>
                <a:cubicBezTo>
                  <a:pt x="37685" y="30268"/>
                  <a:pt x="37163" y="30766"/>
                  <a:pt x="36615" y="31263"/>
                </a:cubicBezTo>
                <a:cubicBezTo>
                  <a:pt x="36267" y="31612"/>
                  <a:pt x="35868" y="31960"/>
                  <a:pt x="35520" y="32334"/>
                </a:cubicBezTo>
                <a:cubicBezTo>
                  <a:pt x="35196" y="32607"/>
                  <a:pt x="34922" y="32881"/>
                  <a:pt x="34599" y="33205"/>
                </a:cubicBezTo>
                <a:cubicBezTo>
                  <a:pt x="34051" y="33728"/>
                  <a:pt x="33479" y="34300"/>
                  <a:pt x="32956" y="34848"/>
                </a:cubicBezTo>
                <a:lnTo>
                  <a:pt x="32010" y="35794"/>
                </a:lnTo>
                <a:cubicBezTo>
                  <a:pt x="31687" y="36117"/>
                  <a:pt x="31363" y="36466"/>
                  <a:pt x="31014" y="36814"/>
                </a:cubicBezTo>
                <a:lnTo>
                  <a:pt x="29446" y="38482"/>
                </a:lnTo>
                <a:cubicBezTo>
                  <a:pt x="29197" y="38780"/>
                  <a:pt x="28949" y="39029"/>
                  <a:pt x="28700" y="39303"/>
                </a:cubicBezTo>
                <a:lnTo>
                  <a:pt x="28650" y="39328"/>
                </a:lnTo>
                <a:cubicBezTo>
                  <a:pt x="26360" y="37934"/>
                  <a:pt x="24244" y="36839"/>
                  <a:pt x="22427" y="36117"/>
                </a:cubicBezTo>
                <a:cubicBezTo>
                  <a:pt x="22552" y="35993"/>
                  <a:pt x="22651" y="35843"/>
                  <a:pt x="22776" y="35719"/>
                </a:cubicBezTo>
                <a:cubicBezTo>
                  <a:pt x="22800" y="35669"/>
                  <a:pt x="22875" y="35594"/>
                  <a:pt x="22900" y="35569"/>
                </a:cubicBezTo>
                <a:cubicBezTo>
                  <a:pt x="23273" y="35097"/>
                  <a:pt x="23672" y="34624"/>
                  <a:pt x="24095" y="34176"/>
                </a:cubicBezTo>
                <a:cubicBezTo>
                  <a:pt x="24145" y="34101"/>
                  <a:pt x="24219" y="34001"/>
                  <a:pt x="24269" y="33952"/>
                </a:cubicBezTo>
                <a:cubicBezTo>
                  <a:pt x="24617" y="33578"/>
                  <a:pt x="24916" y="33205"/>
                  <a:pt x="25265" y="32831"/>
                </a:cubicBezTo>
                <a:cubicBezTo>
                  <a:pt x="25514" y="32558"/>
                  <a:pt x="25787" y="32259"/>
                  <a:pt x="26036" y="31960"/>
                </a:cubicBezTo>
                <a:cubicBezTo>
                  <a:pt x="26285" y="31687"/>
                  <a:pt x="26584" y="31363"/>
                  <a:pt x="26858" y="31089"/>
                </a:cubicBezTo>
                <a:cubicBezTo>
                  <a:pt x="26957" y="30990"/>
                  <a:pt x="27032" y="30890"/>
                  <a:pt x="27131" y="30766"/>
                </a:cubicBezTo>
                <a:cubicBezTo>
                  <a:pt x="27654" y="30218"/>
                  <a:pt x="28202" y="29645"/>
                  <a:pt x="28749" y="29123"/>
                </a:cubicBezTo>
                <a:lnTo>
                  <a:pt x="29496" y="28376"/>
                </a:lnTo>
                <a:cubicBezTo>
                  <a:pt x="30118" y="27779"/>
                  <a:pt x="30716" y="27206"/>
                  <a:pt x="31363" y="26609"/>
                </a:cubicBezTo>
                <a:cubicBezTo>
                  <a:pt x="31487" y="26484"/>
                  <a:pt x="31637" y="26360"/>
                  <a:pt x="31786" y="26235"/>
                </a:cubicBezTo>
                <a:cubicBezTo>
                  <a:pt x="32135" y="25887"/>
                  <a:pt x="32483" y="25588"/>
                  <a:pt x="32856" y="25265"/>
                </a:cubicBezTo>
                <a:cubicBezTo>
                  <a:pt x="33056" y="25115"/>
                  <a:pt x="33230" y="24916"/>
                  <a:pt x="33429" y="24767"/>
                </a:cubicBezTo>
                <a:cubicBezTo>
                  <a:pt x="33777" y="24468"/>
                  <a:pt x="34101" y="24169"/>
                  <a:pt x="34449" y="23896"/>
                </a:cubicBezTo>
                <a:cubicBezTo>
                  <a:pt x="34673" y="23721"/>
                  <a:pt x="34898" y="23522"/>
                  <a:pt x="35146" y="23348"/>
                </a:cubicBezTo>
                <a:cubicBezTo>
                  <a:pt x="35445" y="23099"/>
                  <a:pt x="35794" y="22800"/>
                  <a:pt x="36092" y="22552"/>
                </a:cubicBezTo>
                <a:cubicBezTo>
                  <a:pt x="36341" y="22377"/>
                  <a:pt x="36565" y="22178"/>
                  <a:pt x="36814" y="22004"/>
                </a:cubicBezTo>
                <a:cubicBezTo>
                  <a:pt x="36889" y="21929"/>
                  <a:pt x="36939" y="21904"/>
                  <a:pt x="37038" y="21855"/>
                </a:cubicBezTo>
                <a:cubicBezTo>
                  <a:pt x="37287" y="21655"/>
                  <a:pt x="37561" y="21431"/>
                  <a:pt x="37810" y="21257"/>
                </a:cubicBezTo>
                <a:cubicBezTo>
                  <a:pt x="38059" y="21058"/>
                  <a:pt x="38283" y="20909"/>
                  <a:pt x="38532" y="20734"/>
                </a:cubicBezTo>
                <a:cubicBezTo>
                  <a:pt x="38830" y="20510"/>
                  <a:pt x="39129" y="20286"/>
                  <a:pt x="39428" y="20062"/>
                </a:cubicBezTo>
                <a:close/>
                <a:moveTo>
                  <a:pt x="42215" y="26559"/>
                </a:moveTo>
                <a:cubicBezTo>
                  <a:pt x="42215" y="26609"/>
                  <a:pt x="42265" y="26609"/>
                  <a:pt x="42265" y="26634"/>
                </a:cubicBezTo>
                <a:cubicBezTo>
                  <a:pt x="42041" y="26858"/>
                  <a:pt x="41867" y="27007"/>
                  <a:pt x="41668" y="27131"/>
                </a:cubicBezTo>
                <a:cubicBezTo>
                  <a:pt x="41419" y="27355"/>
                  <a:pt x="41170" y="27530"/>
                  <a:pt x="40921" y="27754"/>
                </a:cubicBezTo>
                <a:cubicBezTo>
                  <a:pt x="40349" y="28227"/>
                  <a:pt x="39826" y="28700"/>
                  <a:pt x="39278" y="29197"/>
                </a:cubicBezTo>
                <a:cubicBezTo>
                  <a:pt x="38980" y="29446"/>
                  <a:pt x="38756" y="29645"/>
                  <a:pt x="38457" y="29894"/>
                </a:cubicBezTo>
                <a:cubicBezTo>
                  <a:pt x="37835" y="30467"/>
                  <a:pt x="37212" y="31014"/>
                  <a:pt x="36590" y="31612"/>
                </a:cubicBezTo>
                <a:cubicBezTo>
                  <a:pt x="36341" y="31861"/>
                  <a:pt x="36092" y="32085"/>
                  <a:pt x="35843" y="32334"/>
                </a:cubicBezTo>
                <a:cubicBezTo>
                  <a:pt x="35321" y="32831"/>
                  <a:pt x="34798" y="33329"/>
                  <a:pt x="34300" y="33827"/>
                </a:cubicBezTo>
                <a:lnTo>
                  <a:pt x="33728" y="34375"/>
                </a:lnTo>
                <a:cubicBezTo>
                  <a:pt x="33105" y="34997"/>
                  <a:pt x="32483" y="35619"/>
                  <a:pt x="31861" y="36266"/>
                </a:cubicBezTo>
                <a:lnTo>
                  <a:pt x="31363" y="36764"/>
                </a:lnTo>
                <a:cubicBezTo>
                  <a:pt x="30691" y="37486"/>
                  <a:pt x="29994" y="38208"/>
                  <a:pt x="29347" y="38930"/>
                </a:cubicBezTo>
                <a:lnTo>
                  <a:pt x="29247" y="39004"/>
                </a:lnTo>
                <a:cubicBezTo>
                  <a:pt x="29123" y="39154"/>
                  <a:pt x="28998" y="39278"/>
                  <a:pt x="28899" y="39378"/>
                </a:cubicBezTo>
                <a:cubicBezTo>
                  <a:pt x="28874" y="39378"/>
                  <a:pt x="28874" y="39353"/>
                  <a:pt x="28849" y="39353"/>
                </a:cubicBezTo>
                <a:lnTo>
                  <a:pt x="29969" y="38133"/>
                </a:lnTo>
                <a:cubicBezTo>
                  <a:pt x="30342" y="37735"/>
                  <a:pt x="30716" y="37362"/>
                  <a:pt x="31089" y="36963"/>
                </a:cubicBezTo>
                <a:cubicBezTo>
                  <a:pt x="31463" y="36565"/>
                  <a:pt x="31861" y="36142"/>
                  <a:pt x="32234" y="35769"/>
                </a:cubicBezTo>
                <a:lnTo>
                  <a:pt x="32881" y="35121"/>
                </a:lnTo>
                <a:cubicBezTo>
                  <a:pt x="33553" y="34474"/>
                  <a:pt x="34201" y="33827"/>
                  <a:pt x="34873" y="33155"/>
                </a:cubicBezTo>
                <a:cubicBezTo>
                  <a:pt x="35097" y="32956"/>
                  <a:pt x="35346" y="32732"/>
                  <a:pt x="35594" y="32483"/>
                </a:cubicBezTo>
                <a:lnTo>
                  <a:pt x="36988" y="31164"/>
                </a:lnTo>
                <a:cubicBezTo>
                  <a:pt x="37461" y="30741"/>
                  <a:pt x="37934" y="30342"/>
                  <a:pt x="38407" y="29894"/>
                </a:cubicBezTo>
                <a:cubicBezTo>
                  <a:pt x="38731" y="29596"/>
                  <a:pt x="39104" y="29272"/>
                  <a:pt x="39453" y="28924"/>
                </a:cubicBezTo>
                <a:cubicBezTo>
                  <a:pt x="39926" y="28525"/>
                  <a:pt x="40349" y="28152"/>
                  <a:pt x="40822" y="27754"/>
                </a:cubicBezTo>
                <a:cubicBezTo>
                  <a:pt x="41195" y="27430"/>
                  <a:pt x="41543" y="27131"/>
                  <a:pt x="41917" y="26808"/>
                </a:cubicBezTo>
                <a:cubicBezTo>
                  <a:pt x="42016" y="26733"/>
                  <a:pt x="42091" y="26659"/>
                  <a:pt x="42215" y="26559"/>
                </a:cubicBezTo>
                <a:close/>
                <a:moveTo>
                  <a:pt x="22377" y="36242"/>
                </a:moveTo>
                <a:cubicBezTo>
                  <a:pt x="24145" y="36938"/>
                  <a:pt x="26260" y="38034"/>
                  <a:pt x="28575" y="39428"/>
                </a:cubicBezTo>
                <a:cubicBezTo>
                  <a:pt x="28575" y="39452"/>
                  <a:pt x="28550" y="39452"/>
                  <a:pt x="28550" y="39477"/>
                </a:cubicBezTo>
                <a:cubicBezTo>
                  <a:pt x="26235" y="38083"/>
                  <a:pt x="24120" y="36988"/>
                  <a:pt x="22352" y="36316"/>
                </a:cubicBezTo>
                <a:cubicBezTo>
                  <a:pt x="22352" y="36291"/>
                  <a:pt x="22377" y="36291"/>
                  <a:pt x="22377" y="36242"/>
                </a:cubicBezTo>
                <a:close/>
                <a:moveTo>
                  <a:pt x="74350" y="39428"/>
                </a:moveTo>
                <a:cubicBezTo>
                  <a:pt x="74350" y="39453"/>
                  <a:pt x="74300" y="39527"/>
                  <a:pt x="74300" y="39552"/>
                </a:cubicBezTo>
                <a:lnTo>
                  <a:pt x="74300" y="39477"/>
                </a:lnTo>
                <a:cubicBezTo>
                  <a:pt x="74300" y="39453"/>
                  <a:pt x="74350" y="39452"/>
                  <a:pt x="74350" y="39428"/>
                </a:cubicBezTo>
                <a:close/>
                <a:moveTo>
                  <a:pt x="71886" y="33006"/>
                </a:moveTo>
                <a:lnTo>
                  <a:pt x="71911" y="33031"/>
                </a:lnTo>
                <a:cubicBezTo>
                  <a:pt x="71935" y="33354"/>
                  <a:pt x="72010" y="33703"/>
                  <a:pt x="72060" y="34051"/>
                </a:cubicBezTo>
                <a:cubicBezTo>
                  <a:pt x="72110" y="34126"/>
                  <a:pt x="72110" y="34225"/>
                  <a:pt x="72135" y="34325"/>
                </a:cubicBezTo>
                <a:cubicBezTo>
                  <a:pt x="72259" y="34823"/>
                  <a:pt x="72384" y="35296"/>
                  <a:pt x="72558" y="35744"/>
                </a:cubicBezTo>
                <a:cubicBezTo>
                  <a:pt x="72608" y="35843"/>
                  <a:pt x="72632" y="35943"/>
                  <a:pt x="72657" y="35993"/>
                </a:cubicBezTo>
                <a:cubicBezTo>
                  <a:pt x="72807" y="36466"/>
                  <a:pt x="73006" y="36938"/>
                  <a:pt x="73230" y="37362"/>
                </a:cubicBezTo>
                <a:cubicBezTo>
                  <a:pt x="73255" y="37436"/>
                  <a:pt x="73280" y="37486"/>
                  <a:pt x="73304" y="37586"/>
                </a:cubicBezTo>
                <a:cubicBezTo>
                  <a:pt x="73479" y="37934"/>
                  <a:pt x="73653" y="38308"/>
                  <a:pt x="73877" y="38656"/>
                </a:cubicBezTo>
                <a:lnTo>
                  <a:pt x="73877" y="38706"/>
                </a:lnTo>
                <a:cubicBezTo>
                  <a:pt x="73852" y="38805"/>
                  <a:pt x="73852" y="38855"/>
                  <a:pt x="73852" y="38955"/>
                </a:cubicBezTo>
                <a:cubicBezTo>
                  <a:pt x="73802" y="39179"/>
                  <a:pt x="73753" y="39353"/>
                  <a:pt x="73678" y="39577"/>
                </a:cubicBezTo>
                <a:cubicBezTo>
                  <a:pt x="72184" y="37934"/>
                  <a:pt x="71039" y="36042"/>
                  <a:pt x="70268" y="33927"/>
                </a:cubicBezTo>
                <a:cubicBezTo>
                  <a:pt x="70790" y="33603"/>
                  <a:pt x="71363" y="33304"/>
                  <a:pt x="71886" y="33006"/>
                </a:cubicBezTo>
                <a:close/>
                <a:moveTo>
                  <a:pt x="28725" y="39552"/>
                </a:moveTo>
                <a:cubicBezTo>
                  <a:pt x="28749" y="39552"/>
                  <a:pt x="28749" y="39577"/>
                  <a:pt x="28774" y="39577"/>
                </a:cubicBezTo>
                <a:cubicBezTo>
                  <a:pt x="28774" y="39602"/>
                  <a:pt x="28749" y="39602"/>
                  <a:pt x="28749" y="39627"/>
                </a:cubicBezTo>
                <a:cubicBezTo>
                  <a:pt x="28725" y="39577"/>
                  <a:pt x="28725" y="39577"/>
                  <a:pt x="28700" y="39577"/>
                </a:cubicBezTo>
                <a:lnTo>
                  <a:pt x="28725" y="39552"/>
                </a:lnTo>
                <a:close/>
                <a:moveTo>
                  <a:pt x="21481" y="36192"/>
                </a:moveTo>
                <a:cubicBezTo>
                  <a:pt x="21581" y="36217"/>
                  <a:pt x="21631" y="36242"/>
                  <a:pt x="21730" y="36291"/>
                </a:cubicBezTo>
                <a:cubicBezTo>
                  <a:pt x="20859" y="37411"/>
                  <a:pt x="19988" y="38532"/>
                  <a:pt x="19166" y="39677"/>
                </a:cubicBezTo>
                <a:cubicBezTo>
                  <a:pt x="19092" y="39502"/>
                  <a:pt x="19017" y="39378"/>
                  <a:pt x="18917" y="39253"/>
                </a:cubicBezTo>
                <a:cubicBezTo>
                  <a:pt x="19764" y="38233"/>
                  <a:pt x="20610" y="37212"/>
                  <a:pt x="21481" y="36192"/>
                </a:cubicBezTo>
                <a:close/>
                <a:moveTo>
                  <a:pt x="74026" y="38855"/>
                </a:moveTo>
                <a:lnTo>
                  <a:pt x="74051" y="38880"/>
                </a:lnTo>
                <a:lnTo>
                  <a:pt x="74051" y="38930"/>
                </a:lnTo>
                <a:lnTo>
                  <a:pt x="74051" y="38980"/>
                </a:lnTo>
                <a:lnTo>
                  <a:pt x="73877" y="39726"/>
                </a:lnTo>
                <a:lnTo>
                  <a:pt x="73852" y="39701"/>
                </a:lnTo>
                <a:lnTo>
                  <a:pt x="73802" y="39677"/>
                </a:lnTo>
                <a:cubicBezTo>
                  <a:pt x="73877" y="39477"/>
                  <a:pt x="73927" y="39228"/>
                  <a:pt x="74001" y="38955"/>
                </a:cubicBezTo>
                <a:cubicBezTo>
                  <a:pt x="74001" y="38930"/>
                  <a:pt x="74001" y="38905"/>
                  <a:pt x="74026" y="38855"/>
                </a:cubicBezTo>
                <a:close/>
                <a:moveTo>
                  <a:pt x="102004" y="37561"/>
                </a:moveTo>
                <a:cubicBezTo>
                  <a:pt x="102352" y="37735"/>
                  <a:pt x="102676" y="37909"/>
                  <a:pt x="103000" y="38108"/>
                </a:cubicBezTo>
                <a:cubicBezTo>
                  <a:pt x="103024" y="38108"/>
                  <a:pt x="103024" y="38158"/>
                  <a:pt x="103049" y="38158"/>
                </a:cubicBezTo>
                <a:cubicBezTo>
                  <a:pt x="103796" y="38606"/>
                  <a:pt x="104493" y="39179"/>
                  <a:pt x="105066" y="39776"/>
                </a:cubicBezTo>
                <a:cubicBezTo>
                  <a:pt x="105072" y="39783"/>
                  <a:pt x="105074" y="39786"/>
                  <a:pt x="105071" y="39786"/>
                </a:cubicBezTo>
                <a:cubicBezTo>
                  <a:pt x="105064" y="39786"/>
                  <a:pt x="105027" y="39763"/>
                  <a:pt x="104991" y="39726"/>
                </a:cubicBezTo>
                <a:lnTo>
                  <a:pt x="104966" y="39701"/>
                </a:lnTo>
                <a:cubicBezTo>
                  <a:pt x="104916" y="39677"/>
                  <a:pt x="104891" y="39677"/>
                  <a:pt x="104866" y="39652"/>
                </a:cubicBezTo>
                <a:cubicBezTo>
                  <a:pt x="104667" y="39452"/>
                  <a:pt x="104493" y="39278"/>
                  <a:pt x="104269" y="39104"/>
                </a:cubicBezTo>
                <a:cubicBezTo>
                  <a:pt x="104219" y="39079"/>
                  <a:pt x="104145" y="39029"/>
                  <a:pt x="104120" y="38980"/>
                </a:cubicBezTo>
                <a:cubicBezTo>
                  <a:pt x="103871" y="38805"/>
                  <a:pt x="103647" y="38606"/>
                  <a:pt x="103373" y="38432"/>
                </a:cubicBezTo>
                <a:cubicBezTo>
                  <a:pt x="103348" y="38407"/>
                  <a:pt x="103273" y="38357"/>
                  <a:pt x="103224" y="38332"/>
                </a:cubicBezTo>
                <a:cubicBezTo>
                  <a:pt x="103149" y="38308"/>
                  <a:pt x="103099" y="38233"/>
                  <a:pt x="103024" y="38208"/>
                </a:cubicBezTo>
                <a:lnTo>
                  <a:pt x="103000" y="38183"/>
                </a:lnTo>
                <a:lnTo>
                  <a:pt x="102975" y="38158"/>
                </a:lnTo>
                <a:lnTo>
                  <a:pt x="102925" y="38108"/>
                </a:lnTo>
                <a:cubicBezTo>
                  <a:pt x="102751" y="38034"/>
                  <a:pt x="102576" y="37909"/>
                  <a:pt x="102402" y="37810"/>
                </a:cubicBezTo>
                <a:cubicBezTo>
                  <a:pt x="102377" y="37785"/>
                  <a:pt x="102303" y="37785"/>
                  <a:pt x="102253" y="37735"/>
                </a:cubicBezTo>
                <a:cubicBezTo>
                  <a:pt x="102153" y="37710"/>
                  <a:pt x="102079" y="37660"/>
                  <a:pt x="102004" y="37611"/>
                </a:cubicBezTo>
                <a:lnTo>
                  <a:pt x="102004" y="37586"/>
                </a:lnTo>
                <a:lnTo>
                  <a:pt x="102004" y="37561"/>
                </a:lnTo>
                <a:close/>
                <a:moveTo>
                  <a:pt x="70069" y="34001"/>
                </a:moveTo>
                <a:cubicBezTo>
                  <a:pt x="70890" y="36117"/>
                  <a:pt x="72060" y="38083"/>
                  <a:pt x="73603" y="39801"/>
                </a:cubicBezTo>
                <a:lnTo>
                  <a:pt x="73529" y="39801"/>
                </a:lnTo>
                <a:cubicBezTo>
                  <a:pt x="72010" y="38108"/>
                  <a:pt x="70815" y="36192"/>
                  <a:pt x="70019" y="34026"/>
                </a:cubicBezTo>
                <a:cubicBezTo>
                  <a:pt x="70044" y="34026"/>
                  <a:pt x="70044" y="34001"/>
                  <a:pt x="70069" y="34001"/>
                </a:cubicBezTo>
                <a:close/>
                <a:moveTo>
                  <a:pt x="42265" y="26907"/>
                </a:moveTo>
                <a:cubicBezTo>
                  <a:pt x="42415" y="27107"/>
                  <a:pt x="42539" y="27281"/>
                  <a:pt x="42639" y="27505"/>
                </a:cubicBezTo>
                <a:cubicBezTo>
                  <a:pt x="37660" y="31089"/>
                  <a:pt x="33230" y="35345"/>
                  <a:pt x="29621" y="39851"/>
                </a:cubicBezTo>
                <a:cubicBezTo>
                  <a:pt x="29446" y="39726"/>
                  <a:pt x="29247" y="39602"/>
                  <a:pt x="29073" y="39527"/>
                </a:cubicBezTo>
                <a:cubicBezTo>
                  <a:pt x="29098" y="39477"/>
                  <a:pt x="29123" y="39428"/>
                  <a:pt x="29148" y="39403"/>
                </a:cubicBezTo>
                <a:cubicBezTo>
                  <a:pt x="29272" y="39228"/>
                  <a:pt x="29421" y="39104"/>
                  <a:pt x="29571" y="38955"/>
                </a:cubicBezTo>
                <a:cubicBezTo>
                  <a:pt x="30168" y="38308"/>
                  <a:pt x="30790" y="37660"/>
                  <a:pt x="31363" y="37038"/>
                </a:cubicBezTo>
                <a:cubicBezTo>
                  <a:pt x="31612" y="36789"/>
                  <a:pt x="31836" y="36540"/>
                  <a:pt x="32085" y="36316"/>
                </a:cubicBezTo>
                <a:cubicBezTo>
                  <a:pt x="32558" y="35818"/>
                  <a:pt x="33056" y="35345"/>
                  <a:pt x="33528" y="34848"/>
                </a:cubicBezTo>
                <a:lnTo>
                  <a:pt x="34549" y="33827"/>
                </a:lnTo>
                <a:cubicBezTo>
                  <a:pt x="34972" y="33429"/>
                  <a:pt x="35420" y="32981"/>
                  <a:pt x="35843" y="32583"/>
                </a:cubicBezTo>
                <a:cubicBezTo>
                  <a:pt x="36167" y="32309"/>
                  <a:pt x="36441" y="32010"/>
                  <a:pt x="36764" y="31736"/>
                </a:cubicBezTo>
                <a:cubicBezTo>
                  <a:pt x="37337" y="31214"/>
                  <a:pt x="37934" y="30641"/>
                  <a:pt x="38532" y="30118"/>
                </a:cubicBezTo>
                <a:cubicBezTo>
                  <a:pt x="38805" y="29869"/>
                  <a:pt x="39129" y="29596"/>
                  <a:pt x="39403" y="29347"/>
                </a:cubicBezTo>
                <a:cubicBezTo>
                  <a:pt x="39901" y="28899"/>
                  <a:pt x="40374" y="28500"/>
                  <a:pt x="40871" y="28077"/>
                </a:cubicBezTo>
                <a:cubicBezTo>
                  <a:pt x="41145" y="27828"/>
                  <a:pt x="41419" y="27579"/>
                  <a:pt x="41693" y="27355"/>
                </a:cubicBezTo>
                <a:cubicBezTo>
                  <a:pt x="41892" y="27206"/>
                  <a:pt x="42066" y="27032"/>
                  <a:pt x="42265" y="26907"/>
                </a:cubicBezTo>
                <a:close/>
                <a:moveTo>
                  <a:pt x="22004" y="36316"/>
                </a:moveTo>
                <a:cubicBezTo>
                  <a:pt x="21083" y="37536"/>
                  <a:pt x="20212" y="38706"/>
                  <a:pt x="19341" y="39901"/>
                </a:cubicBezTo>
                <a:cubicBezTo>
                  <a:pt x="19291" y="39851"/>
                  <a:pt x="19291" y="39851"/>
                  <a:pt x="19291" y="39826"/>
                </a:cubicBezTo>
                <a:cubicBezTo>
                  <a:pt x="20137" y="38656"/>
                  <a:pt x="21008" y="37486"/>
                  <a:pt x="21954" y="36316"/>
                </a:cubicBezTo>
                <a:close/>
                <a:moveTo>
                  <a:pt x="18818" y="39428"/>
                </a:moveTo>
                <a:cubicBezTo>
                  <a:pt x="18893" y="39577"/>
                  <a:pt x="18992" y="39701"/>
                  <a:pt x="19092" y="39851"/>
                </a:cubicBezTo>
                <a:cubicBezTo>
                  <a:pt x="19092" y="39901"/>
                  <a:pt x="19042" y="39901"/>
                  <a:pt x="19042" y="39925"/>
                </a:cubicBezTo>
                <a:cubicBezTo>
                  <a:pt x="18967" y="39776"/>
                  <a:pt x="18868" y="39627"/>
                  <a:pt x="18768" y="39477"/>
                </a:cubicBezTo>
                <a:lnTo>
                  <a:pt x="18818" y="39428"/>
                </a:lnTo>
                <a:close/>
                <a:moveTo>
                  <a:pt x="69870" y="34151"/>
                </a:moveTo>
                <a:cubicBezTo>
                  <a:pt x="70641" y="36167"/>
                  <a:pt x="71736" y="38034"/>
                  <a:pt x="73155" y="39677"/>
                </a:cubicBezTo>
                <a:lnTo>
                  <a:pt x="73130" y="39677"/>
                </a:lnTo>
                <a:cubicBezTo>
                  <a:pt x="73056" y="39677"/>
                  <a:pt x="73031" y="39652"/>
                  <a:pt x="72981" y="39652"/>
                </a:cubicBezTo>
                <a:cubicBezTo>
                  <a:pt x="72906" y="39652"/>
                  <a:pt x="72881" y="39602"/>
                  <a:pt x="72807" y="39602"/>
                </a:cubicBezTo>
                <a:cubicBezTo>
                  <a:pt x="72707" y="39577"/>
                  <a:pt x="72608" y="39577"/>
                  <a:pt x="72508" y="39552"/>
                </a:cubicBezTo>
                <a:lnTo>
                  <a:pt x="71935" y="39452"/>
                </a:lnTo>
                <a:cubicBezTo>
                  <a:pt x="71836" y="39452"/>
                  <a:pt x="71786" y="39428"/>
                  <a:pt x="71687" y="39428"/>
                </a:cubicBezTo>
                <a:lnTo>
                  <a:pt x="71438" y="39428"/>
                </a:lnTo>
                <a:cubicBezTo>
                  <a:pt x="71089" y="39403"/>
                  <a:pt x="70716" y="39353"/>
                  <a:pt x="70392" y="39353"/>
                </a:cubicBezTo>
                <a:lnTo>
                  <a:pt x="70342" y="39353"/>
                </a:lnTo>
                <a:cubicBezTo>
                  <a:pt x="70069" y="39353"/>
                  <a:pt x="69820" y="39353"/>
                  <a:pt x="69546" y="39403"/>
                </a:cubicBezTo>
                <a:cubicBezTo>
                  <a:pt x="69421" y="39403"/>
                  <a:pt x="69297" y="39428"/>
                  <a:pt x="69173" y="39428"/>
                </a:cubicBezTo>
                <a:cubicBezTo>
                  <a:pt x="69023" y="39428"/>
                  <a:pt x="68849" y="39452"/>
                  <a:pt x="68700" y="39452"/>
                </a:cubicBezTo>
                <a:cubicBezTo>
                  <a:pt x="68650" y="39452"/>
                  <a:pt x="68600" y="39452"/>
                  <a:pt x="68550" y="39477"/>
                </a:cubicBezTo>
                <a:cubicBezTo>
                  <a:pt x="68451" y="39477"/>
                  <a:pt x="68351" y="39527"/>
                  <a:pt x="68276" y="39527"/>
                </a:cubicBezTo>
                <a:cubicBezTo>
                  <a:pt x="68152" y="39552"/>
                  <a:pt x="68003" y="39552"/>
                  <a:pt x="67853" y="39577"/>
                </a:cubicBezTo>
                <a:cubicBezTo>
                  <a:pt x="67779" y="39577"/>
                  <a:pt x="67679" y="39602"/>
                  <a:pt x="67580" y="39627"/>
                </a:cubicBezTo>
                <a:lnTo>
                  <a:pt x="67530" y="39627"/>
                </a:lnTo>
                <a:cubicBezTo>
                  <a:pt x="67455" y="39627"/>
                  <a:pt x="67430" y="39677"/>
                  <a:pt x="67380" y="39677"/>
                </a:cubicBezTo>
                <a:cubicBezTo>
                  <a:pt x="67256" y="39701"/>
                  <a:pt x="67107" y="39701"/>
                  <a:pt x="67007" y="39726"/>
                </a:cubicBezTo>
                <a:lnTo>
                  <a:pt x="66957" y="39726"/>
                </a:lnTo>
                <a:cubicBezTo>
                  <a:pt x="66808" y="39751"/>
                  <a:pt x="66609" y="39826"/>
                  <a:pt x="66459" y="39851"/>
                </a:cubicBezTo>
                <a:cubicBezTo>
                  <a:pt x="66335" y="39876"/>
                  <a:pt x="66211" y="39925"/>
                  <a:pt x="66111" y="39950"/>
                </a:cubicBezTo>
                <a:cubicBezTo>
                  <a:pt x="66061" y="39975"/>
                  <a:pt x="65962" y="39975"/>
                  <a:pt x="65912" y="40000"/>
                </a:cubicBezTo>
                <a:cubicBezTo>
                  <a:pt x="65240" y="39328"/>
                  <a:pt x="64667" y="38581"/>
                  <a:pt x="64070" y="37810"/>
                </a:cubicBezTo>
                <a:cubicBezTo>
                  <a:pt x="65987" y="36490"/>
                  <a:pt x="67928" y="35246"/>
                  <a:pt x="69870" y="34151"/>
                </a:cubicBezTo>
                <a:close/>
                <a:moveTo>
                  <a:pt x="42754" y="27719"/>
                </a:moveTo>
                <a:cubicBezTo>
                  <a:pt x="42763" y="27719"/>
                  <a:pt x="42763" y="27736"/>
                  <a:pt x="42763" y="27754"/>
                </a:cubicBezTo>
                <a:cubicBezTo>
                  <a:pt x="37810" y="31313"/>
                  <a:pt x="33429" y="35545"/>
                  <a:pt x="29845" y="40025"/>
                </a:cubicBezTo>
                <a:cubicBezTo>
                  <a:pt x="29820" y="40025"/>
                  <a:pt x="29820" y="39975"/>
                  <a:pt x="29795" y="39975"/>
                </a:cubicBezTo>
                <a:cubicBezTo>
                  <a:pt x="33404" y="35495"/>
                  <a:pt x="37785" y="31263"/>
                  <a:pt x="42738" y="27729"/>
                </a:cubicBezTo>
                <a:cubicBezTo>
                  <a:pt x="42745" y="27722"/>
                  <a:pt x="42751" y="27719"/>
                  <a:pt x="42754" y="27719"/>
                </a:cubicBezTo>
                <a:close/>
                <a:moveTo>
                  <a:pt x="101805" y="38208"/>
                </a:moveTo>
                <a:cubicBezTo>
                  <a:pt x="102800" y="38681"/>
                  <a:pt x="103771" y="39204"/>
                  <a:pt x="104717" y="39801"/>
                </a:cubicBezTo>
                <a:cubicBezTo>
                  <a:pt x="104767" y="39851"/>
                  <a:pt x="104866" y="39925"/>
                  <a:pt x="104916" y="40025"/>
                </a:cubicBezTo>
                <a:cubicBezTo>
                  <a:pt x="103896" y="39353"/>
                  <a:pt x="102875" y="38780"/>
                  <a:pt x="101780" y="38283"/>
                </a:cubicBezTo>
                <a:cubicBezTo>
                  <a:pt x="101780" y="38233"/>
                  <a:pt x="101780" y="38233"/>
                  <a:pt x="101805" y="38208"/>
                </a:cubicBezTo>
                <a:close/>
                <a:moveTo>
                  <a:pt x="28949" y="39652"/>
                </a:moveTo>
                <a:cubicBezTo>
                  <a:pt x="29123" y="39776"/>
                  <a:pt x="29322" y="39851"/>
                  <a:pt x="29496" y="39975"/>
                </a:cubicBezTo>
                <a:cubicBezTo>
                  <a:pt x="29496" y="40025"/>
                  <a:pt x="29496" y="40050"/>
                  <a:pt x="29471" y="40050"/>
                </a:cubicBezTo>
                <a:cubicBezTo>
                  <a:pt x="29297" y="39925"/>
                  <a:pt x="29098" y="39801"/>
                  <a:pt x="28924" y="39701"/>
                </a:cubicBezTo>
                <a:cubicBezTo>
                  <a:pt x="28924" y="39677"/>
                  <a:pt x="28949" y="39677"/>
                  <a:pt x="28949" y="39652"/>
                </a:cubicBezTo>
                <a:close/>
                <a:moveTo>
                  <a:pt x="63896" y="37859"/>
                </a:moveTo>
                <a:cubicBezTo>
                  <a:pt x="64443" y="38606"/>
                  <a:pt x="65041" y="39353"/>
                  <a:pt x="65688" y="40025"/>
                </a:cubicBezTo>
                <a:cubicBezTo>
                  <a:pt x="65663" y="40025"/>
                  <a:pt x="65638" y="40025"/>
                  <a:pt x="65588" y="40050"/>
                </a:cubicBezTo>
                <a:cubicBezTo>
                  <a:pt x="64966" y="39403"/>
                  <a:pt x="64393" y="38681"/>
                  <a:pt x="63821" y="37909"/>
                </a:cubicBezTo>
                <a:cubicBezTo>
                  <a:pt x="63846" y="37909"/>
                  <a:pt x="63846" y="37859"/>
                  <a:pt x="63896" y="37859"/>
                </a:cubicBezTo>
                <a:close/>
                <a:moveTo>
                  <a:pt x="74350" y="39925"/>
                </a:moveTo>
                <a:lnTo>
                  <a:pt x="74350" y="40050"/>
                </a:lnTo>
                <a:cubicBezTo>
                  <a:pt x="74350" y="40050"/>
                  <a:pt x="74300" y="40050"/>
                  <a:pt x="74300" y="40025"/>
                </a:cubicBezTo>
                <a:cubicBezTo>
                  <a:pt x="74300" y="39975"/>
                  <a:pt x="74350" y="39950"/>
                  <a:pt x="74350" y="39925"/>
                </a:cubicBezTo>
                <a:close/>
                <a:moveTo>
                  <a:pt x="19166" y="40050"/>
                </a:moveTo>
                <a:cubicBezTo>
                  <a:pt x="19216" y="40075"/>
                  <a:pt x="19216" y="40075"/>
                  <a:pt x="19216" y="40100"/>
                </a:cubicBezTo>
                <a:cubicBezTo>
                  <a:pt x="19216" y="40125"/>
                  <a:pt x="19166" y="40125"/>
                  <a:pt x="19166" y="40174"/>
                </a:cubicBezTo>
                <a:cubicBezTo>
                  <a:pt x="19166" y="40174"/>
                  <a:pt x="19166" y="40125"/>
                  <a:pt x="19141" y="40125"/>
                </a:cubicBezTo>
                <a:lnTo>
                  <a:pt x="19141" y="40100"/>
                </a:lnTo>
                <a:cubicBezTo>
                  <a:pt x="19141" y="40075"/>
                  <a:pt x="19166" y="40050"/>
                  <a:pt x="19166" y="40050"/>
                </a:cubicBezTo>
                <a:close/>
                <a:moveTo>
                  <a:pt x="29670" y="40075"/>
                </a:moveTo>
                <a:cubicBezTo>
                  <a:pt x="29695" y="40075"/>
                  <a:pt x="29695" y="40100"/>
                  <a:pt x="29720" y="40100"/>
                </a:cubicBezTo>
                <a:cubicBezTo>
                  <a:pt x="29720" y="40149"/>
                  <a:pt x="29695" y="40149"/>
                  <a:pt x="29695" y="40174"/>
                </a:cubicBezTo>
                <a:cubicBezTo>
                  <a:pt x="29670" y="40174"/>
                  <a:pt x="29670" y="40174"/>
                  <a:pt x="29621" y="40149"/>
                </a:cubicBezTo>
                <a:cubicBezTo>
                  <a:pt x="29621" y="40100"/>
                  <a:pt x="29670" y="40100"/>
                  <a:pt x="29670" y="40075"/>
                </a:cubicBezTo>
                <a:close/>
                <a:moveTo>
                  <a:pt x="70392" y="39577"/>
                </a:moveTo>
                <a:cubicBezTo>
                  <a:pt x="70815" y="39577"/>
                  <a:pt x="71189" y="39602"/>
                  <a:pt x="71587" y="39627"/>
                </a:cubicBezTo>
                <a:cubicBezTo>
                  <a:pt x="71687" y="39627"/>
                  <a:pt x="71786" y="39677"/>
                  <a:pt x="71886" y="39677"/>
                </a:cubicBezTo>
                <a:cubicBezTo>
                  <a:pt x="71960" y="39677"/>
                  <a:pt x="72035" y="39701"/>
                  <a:pt x="72135" y="39701"/>
                </a:cubicBezTo>
                <a:cubicBezTo>
                  <a:pt x="72408" y="39726"/>
                  <a:pt x="72707" y="39801"/>
                  <a:pt x="73006" y="39851"/>
                </a:cubicBezTo>
                <a:cubicBezTo>
                  <a:pt x="73155" y="39876"/>
                  <a:pt x="73280" y="39950"/>
                  <a:pt x="73429" y="39975"/>
                </a:cubicBezTo>
                <a:lnTo>
                  <a:pt x="73454" y="40000"/>
                </a:lnTo>
                <a:lnTo>
                  <a:pt x="73504" y="40050"/>
                </a:lnTo>
                <a:cubicBezTo>
                  <a:pt x="73479" y="40025"/>
                  <a:pt x="73404" y="39975"/>
                  <a:pt x="73379" y="39975"/>
                </a:cubicBezTo>
                <a:cubicBezTo>
                  <a:pt x="73304" y="39950"/>
                  <a:pt x="73255" y="39950"/>
                  <a:pt x="73180" y="39925"/>
                </a:cubicBezTo>
                <a:cubicBezTo>
                  <a:pt x="73155" y="39925"/>
                  <a:pt x="73080" y="39901"/>
                  <a:pt x="73056" y="39901"/>
                </a:cubicBezTo>
                <a:lnTo>
                  <a:pt x="73006" y="39901"/>
                </a:lnTo>
                <a:cubicBezTo>
                  <a:pt x="72906" y="39851"/>
                  <a:pt x="72807" y="39851"/>
                  <a:pt x="72707" y="39826"/>
                </a:cubicBezTo>
                <a:cubicBezTo>
                  <a:pt x="72657" y="39826"/>
                  <a:pt x="72608" y="39801"/>
                  <a:pt x="72533" y="39801"/>
                </a:cubicBezTo>
                <a:cubicBezTo>
                  <a:pt x="72408" y="39776"/>
                  <a:pt x="72309" y="39726"/>
                  <a:pt x="72184" y="39726"/>
                </a:cubicBezTo>
                <a:cubicBezTo>
                  <a:pt x="72085" y="39726"/>
                  <a:pt x="72010" y="39701"/>
                  <a:pt x="71911" y="39701"/>
                </a:cubicBezTo>
                <a:cubicBezTo>
                  <a:pt x="71836" y="39701"/>
                  <a:pt x="71786" y="39677"/>
                  <a:pt x="71711" y="39677"/>
                </a:cubicBezTo>
                <a:lnTo>
                  <a:pt x="71537" y="39677"/>
                </a:lnTo>
                <a:cubicBezTo>
                  <a:pt x="71438" y="39677"/>
                  <a:pt x="71388" y="39652"/>
                  <a:pt x="71288" y="39652"/>
                </a:cubicBezTo>
                <a:lnTo>
                  <a:pt x="71064" y="39652"/>
                </a:lnTo>
                <a:cubicBezTo>
                  <a:pt x="70840" y="39652"/>
                  <a:pt x="70641" y="39602"/>
                  <a:pt x="70417" y="39602"/>
                </a:cubicBezTo>
                <a:lnTo>
                  <a:pt x="70318" y="39602"/>
                </a:lnTo>
                <a:cubicBezTo>
                  <a:pt x="70069" y="39602"/>
                  <a:pt x="69795" y="39602"/>
                  <a:pt x="69546" y="39652"/>
                </a:cubicBezTo>
                <a:cubicBezTo>
                  <a:pt x="69446" y="39652"/>
                  <a:pt x="69347" y="39652"/>
                  <a:pt x="69272" y="39677"/>
                </a:cubicBezTo>
                <a:lnTo>
                  <a:pt x="68973" y="39677"/>
                </a:lnTo>
                <a:cubicBezTo>
                  <a:pt x="68899" y="39677"/>
                  <a:pt x="68799" y="39677"/>
                  <a:pt x="68700" y="39701"/>
                </a:cubicBezTo>
                <a:cubicBezTo>
                  <a:pt x="68550" y="39726"/>
                  <a:pt x="68401" y="39726"/>
                  <a:pt x="68202" y="39776"/>
                </a:cubicBezTo>
                <a:cubicBezTo>
                  <a:pt x="68077" y="39801"/>
                  <a:pt x="67978" y="39801"/>
                  <a:pt x="67853" y="39801"/>
                </a:cubicBezTo>
                <a:cubicBezTo>
                  <a:pt x="67779" y="39801"/>
                  <a:pt x="67679" y="39826"/>
                  <a:pt x="67580" y="39851"/>
                </a:cubicBezTo>
                <a:cubicBezTo>
                  <a:pt x="67480" y="39901"/>
                  <a:pt x="67405" y="39901"/>
                  <a:pt x="67331" y="39925"/>
                </a:cubicBezTo>
                <a:cubicBezTo>
                  <a:pt x="67281" y="39925"/>
                  <a:pt x="67181" y="39950"/>
                  <a:pt x="67107" y="39950"/>
                </a:cubicBezTo>
                <a:cubicBezTo>
                  <a:pt x="67082" y="39950"/>
                  <a:pt x="67057" y="39950"/>
                  <a:pt x="67032" y="39975"/>
                </a:cubicBezTo>
                <a:lnTo>
                  <a:pt x="66982" y="39975"/>
                </a:lnTo>
                <a:cubicBezTo>
                  <a:pt x="66808" y="40025"/>
                  <a:pt x="66609" y="40075"/>
                  <a:pt x="66435" y="40100"/>
                </a:cubicBezTo>
                <a:cubicBezTo>
                  <a:pt x="66360" y="40100"/>
                  <a:pt x="66335" y="40149"/>
                  <a:pt x="66285" y="40149"/>
                </a:cubicBezTo>
                <a:cubicBezTo>
                  <a:pt x="66211" y="40149"/>
                  <a:pt x="66186" y="40174"/>
                  <a:pt x="66111" y="40174"/>
                </a:cubicBezTo>
                <a:cubicBezTo>
                  <a:pt x="66086" y="40174"/>
                  <a:pt x="66061" y="40174"/>
                  <a:pt x="66036" y="40199"/>
                </a:cubicBezTo>
                <a:lnTo>
                  <a:pt x="65987" y="40174"/>
                </a:lnTo>
                <a:cubicBezTo>
                  <a:pt x="66036" y="40174"/>
                  <a:pt x="66061" y="40149"/>
                  <a:pt x="66111" y="40149"/>
                </a:cubicBezTo>
                <a:cubicBezTo>
                  <a:pt x="66211" y="40100"/>
                  <a:pt x="66310" y="40100"/>
                  <a:pt x="66410" y="40075"/>
                </a:cubicBezTo>
                <a:cubicBezTo>
                  <a:pt x="66584" y="40025"/>
                  <a:pt x="66808" y="39975"/>
                  <a:pt x="66982" y="39950"/>
                </a:cubicBezTo>
                <a:cubicBezTo>
                  <a:pt x="67156" y="39925"/>
                  <a:pt x="67306" y="39901"/>
                  <a:pt x="67430" y="39851"/>
                </a:cubicBezTo>
                <a:cubicBezTo>
                  <a:pt x="67555" y="39826"/>
                  <a:pt x="67704" y="39801"/>
                  <a:pt x="67828" y="39801"/>
                </a:cubicBezTo>
                <a:cubicBezTo>
                  <a:pt x="68052" y="39776"/>
                  <a:pt x="68301" y="39726"/>
                  <a:pt x="68525" y="39701"/>
                </a:cubicBezTo>
                <a:cubicBezTo>
                  <a:pt x="68575" y="39701"/>
                  <a:pt x="68650" y="39677"/>
                  <a:pt x="68700" y="39677"/>
                </a:cubicBezTo>
                <a:cubicBezTo>
                  <a:pt x="69272" y="39602"/>
                  <a:pt x="69820" y="39577"/>
                  <a:pt x="70342" y="39577"/>
                </a:cubicBezTo>
                <a:close/>
                <a:moveTo>
                  <a:pt x="74549" y="39726"/>
                </a:moveTo>
                <a:cubicBezTo>
                  <a:pt x="74599" y="39801"/>
                  <a:pt x="74649" y="39851"/>
                  <a:pt x="74674" y="39925"/>
                </a:cubicBezTo>
                <a:cubicBezTo>
                  <a:pt x="74723" y="40000"/>
                  <a:pt x="74748" y="40100"/>
                  <a:pt x="74773" y="40174"/>
                </a:cubicBezTo>
                <a:cubicBezTo>
                  <a:pt x="74773" y="40199"/>
                  <a:pt x="74773" y="40199"/>
                  <a:pt x="74798" y="40224"/>
                </a:cubicBezTo>
                <a:lnTo>
                  <a:pt x="74773" y="40199"/>
                </a:lnTo>
                <a:lnTo>
                  <a:pt x="74798" y="40249"/>
                </a:lnTo>
                <a:cubicBezTo>
                  <a:pt x="74773" y="40249"/>
                  <a:pt x="74773" y="40249"/>
                  <a:pt x="74748" y="40224"/>
                </a:cubicBezTo>
                <a:cubicBezTo>
                  <a:pt x="74674" y="40199"/>
                  <a:pt x="74599" y="40174"/>
                  <a:pt x="74524" y="40125"/>
                </a:cubicBezTo>
                <a:cubicBezTo>
                  <a:pt x="74524" y="40000"/>
                  <a:pt x="74549" y="39851"/>
                  <a:pt x="74549" y="39726"/>
                </a:cubicBezTo>
                <a:close/>
                <a:moveTo>
                  <a:pt x="80498" y="35694"/>
                </a:moveTo>
                <a:cubicBezTo>
                  <a:pt x="80100" y="36739"/>
                  <a:pt x="79702" y="37735"/>
                  <a:pt x="79229" y="38780"/>
                </a:cubicBezTo>
                <a:cubicBezTo>
                  <a:pt x="79204" y="38805"/>
                  <a:pt x="79129" y="38805"/>
                  <a:pt x="79104" y="38830"/>
                </a:cubicBezTo>
                <a:cubicBezTo>
                  <a:pt x="78905" y="38930"/>
                  <a:pt x="78706" y="38980"/>
                  <a:pt x="78507" y="39079"/>
                </a:cubicBezTo>
                <a:cubicBezTo>
                  <a:pt x="78258" y="39179"/>
                  <a:pt x="78034" y="39303"/>
                  <a:pt x="77785" y="39403"/>
                </a:cubicBezTo>
                <a:lnTo>
                  <a:pt x="77760" y="39403"/>
                </a:lnTo>
                <a:cubicBezTo>
                  <a:pt x="77636" y="39452"/>
                  <a:pt x="77511" y="39527"/>
                  <a:pt x="77362" y="39577"/>
                </a:cubicBezTo>
                <a:cubicBezTo>
                  <a:pt x="77138" y="39677"/>
                  <a:pt x="76914" y="39776"/>
                  <a:pt x="76739" y="39851"/>
                </a:cubicBezTo>
                <a:cubicBezTo>
                  <a:pt x="76391" y="40025"/>
                  <a:pt x="76043" y="40199"/>
                  <a:pt x="75669" y="40349"/>
                </a:cubicBezTo>
                <a:cubicBezTo>
                  <a:pt x="75495" y="40075"/>
                  <a:pt x="75296" y="39801"/>
                  <a:pt x="75171" y="39527"/>
                </a:cubicBezTo>
                <a:cubicBezTo>
                  <a:pt x="75146" y="39452"/>
                  <a:pt x="75122" y="39428"/>
                  <a:pt x="75097" y="39353"/>
                </a:cubicBezTo>
                <a:cubicBezTo>
                  <a:pt x="75022" y="39278"/>
                  <a:pt x="74997" y="39154"/>
                  <a:pt x="74922" y="39054"/>
                </a:cubicBezTo>
                <a:cubicBezTo>
                  <a:pt x="76217" y="37561"/>
                  <a:pt x="78108" y="36416"/>
                  <a:pt x="80498" y="35694"/>
                </a:cubicBezTo>
                <a:close/>
                <a:moveTo>
                  <a:pt x="105414" y="40224"/>
                </a:moveTo>
                <a:lnTo>
                  <a:pt x="105414" y="40224"/>
                </a:lnTo>
                <a:cubicBezTo>
                  <a:pt x="105464" y="40249"/>
                  <a:pt x="105489" y="40249"/>
                  <a:pt x="105514" y="40299"/>
                </a:cubicBezTo>
                <a:cubicBezTo>
                  <a:pt x="105538" y="40324"/>
                  <a:pt x="105588" y="40324"/>
                  <a:pt x="105613" y="40349"/>
                </a:cubicBezTo>
                <a:cubicBezTo>
                  <a:pt x="105638" y="40373"/>
                  <a:pt x="105663" y="40423"/>
                  <a:pt x="105663" y="40448"/>
                </a:cubicBezTo>
                <a:lnTo>
                  <a:pt x="105696" y="40481"/>
                </a:lnTo>
                <a:lnTo>
                  <a:pt x="105696" y="40481"/>
                </a:lnTo>
                <a:cubicBezTo>
                  <a:pt x="105686" y="40476"/>
                  <a:pt x="105675" y="40473"/>
                  <a:pt x="105663" y="40473"/>
                </a:cubicBezTo>
                <a:cubicBezTo>
                  <a:pt x="105638" y="40448"/>
                  <a:pt x="105613" y="40423"/>
                  <a:pt x="105538" y="40398"/>
                </a:cubicBezTo>
                <a:cubicBezTo>
                  <a:pt x="105538" y="40324"/>
                  <a:pt x="105489" y="40299"/>
                  <a:pt x="105414" y="40224"/>
                </a:cubicBezTo>
                <a:close/>
                <a:moveTo>
                  <a:pt x="74250" y="40523"/>
                </a:moveTo>
                <a:cubicBezTo>
                  <a:pt x="74275" y="40523"/>
                  <a:pt x="74300" y="40548"/>
                  <a:pt x="74300" y="40548"/>
                </a:cubicBezTo>
                <a:cubicBezTo>
                  <a:pt x="74275" y="40548"/>
                  <a:pt x="74275" y="40548"/>
                  <a:pt x="74250" y="40523"/>
                </a:cubicBezTo>
                <a:close/>
                <a:moveTo>
                  <a:pt x="79104" y="39079"/>
                </a:moveTo>
                <a:cubicBezTo>
                  <a:pt x="79104" y="39079"/>
                  <a:pt x="79104" y="39104"/>
                  <a:pt x="79054" y="39104"/>
                </a:cubicBezTo>
                <a:cubicBezTo>
                  <a:pt x="78283" y="39452"/>
                  <a:pt x="77486" y="39801"/>
                  <a:pt x="76665" y="40174"/>
                </a:cubicBezTo>
                <a:cubicBezTo>
                  <a:pt x="76391" y="40299"/>
                  <a:pt x="76092" y="40448"/>
                  <a:pt x="75769" y="40597"/>
                </a:cubicBezTo>
                <a:lnTo>
                  <a:pt x="75769" y="40573"/>
                </a:lnTo>
                <a:cubicBezTo>
                  <a:pt x="75769" y="40573"/>
                  <a:pt x="75769" y="40548"/>
                  <a:pt x="75744" y="40548"/>
                </a:cubicBezTo>
                <a:cubicBezTo>
                  <a:pt x="76889" y="40025"/>
                  <a:pt x="78009" y="39527"/>
                  <a:pt x="79104" y="39079"/>
                </a:cubicBezTo>
                <a:close/>
                <a:moveTo>
                  <a:pt x="74524" y="40349"/>
                </a:moveTo>
                <a:cubicBezTo>
                  <a:pt x="74549" y="40349"/>
                  <a:pt x="74549" y="40398"/>
                  <a:pt x="74549" y="40398"/>
                </a:cubicBezTo>
                <a:cubicBezTo>
                  <a:pt x="74674" y="40448"/>
                  <a:pt x="74798" y="40523"/>
                  <a:pt x="74922" y="40597"/>
                </a:cubicBezTo>
                <a:lnTo>
                  <a:pt x="74922" y="40622"/>
                </a:lnTo>
                <a:cubicBezTo>
                  <a:pt x="74922" y="40622"/>
                  <a:pt x="74922" y="40672"/>
                  <a:pt x="74972" y="40672"/>
                </a:cubicBezTo>
                <a:cubicBezTo>
                  <a:pt x="74922" y="40672"/>
                  <a:pt x="74898" y="40622"/>
                  <a:pt x="74873" y="40622"/>
                </a:cubicBezTo>
                <a:cubicBezTo>
                  <a:pt x="74848" y="40622"/>
                  <a:pt x="74848" y="40597"/>
                  <a:pt x="74798" y="40597"/>
                </a:cubicBezTo>
                <a:cubicBezTo>
                  <a:pt x="74723" y="40548"/>
                  <a:pt x="74624" y="40498"/>
                  <a:pt x="74524" y="40448"/>
                </a:cubicBezTo>
                <a:cubicBezTo>
                  <a:pt x="74499" y="40448"/>
                  <a:pt x="74499" y="40423"/>
                  <a:pt x="74474" y="40423"/>
                </a:cubicBezTo>
                <a:lnTo>
                  <a:pt x="74524" y="40349"/>
                </a:lnTo>
                <a:close/>
                <a:moveTo>
                  <a:pt x="63697" y="37984"/>
                </a:moveTo>
                <a:cubicBezTo>
                  <a:pt x="64219" y="38731"/>
                  <a:pt x="64817" y="39452"/>
                  <a:pt x="65414" y="40075"/>
                </a:cubicBezTo>
                <a:cubicBezTo>
                  <a:pt x="65339" y="40100"/>
                  <a:pt x="65290" y="40100"/>
                  <a:pt x="65215" y="40125"/>
                </a:cubicBezTo>
                <a:cubicBezTo>
                  <a:pt x="65090" y="40174"/>
                  <a:pt x="64966" y="40224"/>
                  <a:pt x="64842" y="40249"/>
                </a:cubicBezTo>
                <a:cubicBezTo>
                  <a:pt x="64792" y="40299"/>
                  <a:pt x="64717" y="40299"/>
                  <a:pt x="64667" y="40324"/>
                </a:cubicBezTo>
                <a:lnTo>
                  <a:pt x="64617" y="40324"/>
                </a:lnTo>
                <a:cubicBezTo>
                  <a:pt x="64543" y="40349"/>
                  <a:pt x="64418" y="40373"/>
                  <a:pt x="64319" y="40423"/>
                </a:cubicBezTo>
                <a:cubicBezTo>
                  <a:pt x="64219" y="40448"/>
                  <a:pt x="64095" y="40473"/>
                  <a:pt x="63995" y="40548"/>
                </a:cubicBezTo>
                <a:cubicBezTo>
                  <a:pt x="63921" y="40573"/>
                  <a:pt x="63846" y="40597"/>
                  <a:pt x="63746" y="40647"/>
                </a:cubicBezTo>
                <a:cubicBezTo>
                  <a:pt x="63697" y="40672"/>
                  <a:pt x="63622" y="40672"/>
                  <a:pt x="63572" y="40697"/>
                </a:cubicBezTo>
                <a:cubicBezTo>
                  <a:pt x="63248" y="40075"/>
                  <a:pt x="62925" y="39428"/>
                  <a:pt x="62576" y="38780"/>
                </a:cubicBezTo>
                <a:cubicBezTo>
                  <a:pt x="62950" y="38482"/>
                  <a:pt x="63323" y="38233"/>
                  <a:pt x="63697" y="37984"/>
                </a:cubicBezTo>
                <a:close/>
                <a:moveTo>
                  <a:pt x="73603" y="40697"/>
                </a:moveTo>
                <a:cubicBezTo>
                  <a:pt x="73603" y="40718"/>
                  <a:pt x="73603" y="40721"/>
                  <a:pt x="73573" y="40737"/>
                </a:cubicBezTo>
                <a:lnTo>
                  <a:pt x="73573" y="40737"/>
                </a:lnTo>
                <a:cubicBezTo>
                  <a:pt x="73582" y="40722"/>
                  <a:pt x="73592" y="40708"/>
                  <a:pt x="73603" y="40697"/>
                </a:cubicBezTo>
                <a:close/>
                <a:moveTo>
                  <a:pt x="62402" y="38930"/>
                </a:moveTo>
                <a:cubicBezTo>
                  <a:pt x="62726" y="39552"/>
                  <a:pt x="63074" y="40174"/>
                  <a:pt x="63348" y="40797"/>
                </a:cubicBezTo>
                <a:cubicBezTo>
                  <a:pt x="63323" y="40797"/>
                  <a:pt x="63323" y="40797"/>
                  <a:pt x="63298" y="40821"/>
                </a:cubicBezTo>
                <a:cubicBezTo>
                  <a:pt x="62975" y="40199"/>
                  <a:pt x="62676" y="39577"/>
                  <a:pt x="62328" y="38955"/>
                </a:cubicBezTo>
                <a:cubicBezTo>
                  <a:pt x="62352" y="38955"/>
                  <a:pt x="62352" y="38930"/>
                  <a:pt x="62402" y="38930"/>
                </a:cubicBezTo>
                <a:close/>
                <a:moveTo>
                  <a:pt x="75296" y="40797"/>
                </a:moveTo>
                <a:cubicBezTo>
                  <a:pt x="75296" y="40797"/>
                  <a:pt x="75346" y="40797"/>
                  <a:pt x="75346" y="40821"/>
                </a:cubicBezTo>
                <a:lnTo>
                  <a:pt x="75346" y="40846"/>
                </a:lnTo>
                <a:lnTo>
                  <a:pt x="75296" y="40846"/>
                </a:lnTo>
                <a:lnTo>
                  <a:pt x="75296" y="40821"/>
                </a:lnTo>
                <a:lnTo>
                  <a:pt x="75271" y="40797"/>
                </a:lnTo>
                <a:close/>
                <a:moveTo>
                  <a:pt x="74474" y="40672"/>
                </a:moveTo>
                <a:cubicBezTo>
                  <a:pt x="74549" y="40722"/>
                  <a:pt x="74624" y="40797"/>
                  <a:pt x="74723" y="40846"/>
                </a:cubicBezTo>
                <a:cubicBezTo>
                  <a:pt x="74674" y="40846"/>
                  <a:pt x="74674" y="40871"/>
                  <a:pt x="74649" y="40871"/>
                </a:cubicBezTo>
                <a:cubicBezTo>
                  <a:pt x="74599" y="40821"/>
                  <a:pt x="74524" y="40797"/>
                  <a:pt x="74474" y="40722"/>
                </a:cubicBezTo>
                <a:lnTo>
                  <a:pt x="74474" y="40672"/>
                </a:lnTo>
                <a:close/>
                <a:moveTo>
                  <a:pt x="65581" y="40284"/>
                </a:moveTo>
                <a:lnTo>
                  <a:pt x="65581" y="40284"/>
                </a:lnTo>
                <a:cubicBezTo>
                  <a:pt x="65583" y="40288"/>
                  <a:pt x="65585" y="40293"/>
                  <a:pt x="65588" y="40299"/>
                </a:cubicBezTo>
                <a:cubicBezTo>
                  <a:pt x="65538" y="40299"/>
                  <a:pt x="65514" y="40324"/>
                  <a:pt x="65439" y="40324"/>
                </a:cubicBezTo>
                <a:cubicBezTo>
                  <a:pt x="65389" y="40349"/>
                  <a:pt x="65314" y="40349"/>
                  <a:pt x="65240" y="40398"/>
                </a:cubicBezTo>
                <a:cubicBezTo>
                  <a:pt x="65215" y="40398"/>
                  <a:pt x="65190" y="40423"/>
                  <a:pt x="65165" y="40423"/>
                </a:cubicBezTo>
                <a:cubicBezTo>
                  <a:pt x="64966" y="40473"/>
                  <a:pt x="64792" y="40548"/>
                  <a:pt x="64617" y="40597"/>
                </a:cubicBezTo>
                <a:cubicBezTo>
                  <a:pt x="64543" y="40622"/>
                  <a:pt x="64443" y="40672"/>
                  <a:pt x="64369" y="40697"/>
                </a:cubicBezTo>
                <a:cubicBezTo>
                  <a:pt x="64194" y="40747"/>
                  <a:pt x="63970" y="40846"/>
                  <a:pt x="63746" y="40921"/>
                </a:cubicBezTo>
                <a:cubicBezTo>
                  <a:pt x="63721" y="40921"/>
                  <a:pt x="63697" y="40946"/>
                  <a:pt x="63672" y="40946"/>
                </a:cubicBezTo>
                <a:lnTo>
                  <a:pt x="63672" y="40921"/>
                </a:lnTo>
                <a:lnTo>
                  <a:pt x="63672" y="40871"/>
                </a:lnTo>
                <a:cubicBezTo>
                  <a:pt x="63921" y="40797"/>
                  <a:pt x="64120" y="40697"/>
                  <a:pt x="64369" y="40622"/>
                </a:cubicBezTo>
                <a:cubicBezTo>
                  <a:pt x="64443" y="40597"/>
                  <a:pt x="64493" y="40597"/>
                  <a:pt x="64568" y="40573"/>
                </a:cubicBezTo>
                <a:cubicBezTo>
                  <a:pt x="64692" y="40523"/>
                  <a:pt x="64842" y="40473"/>
                  <a:pt x="64966" y="40448"/>
                </a:cubicBezTo>
                <a:cubicBezTo>
                  <a:pt x="65066" y="40423"/>
                  <a:pt x="65165" y="40398"/>
                  <a:pt x="65290" y="40349"/>
                </a:cubicBezTo>
                <a:cubicBezTo>
                  <a:pt x="65389" y="40324"/>
                  <a:pt x="65439" y="40324"/>
                  <a:pt x="65538" y="40299"/>
                </a:cubicBezTo>
                <a:cubicBezTo>
                  <a:pt x="65555" y="40299"/>
                  <a:pt x="65572" y="40299"/>
                  <a:pt x="65581" y="40284"/>
                </a:cubicBezTo>
                <a:close/>
                <a:moveTo>
                  <a:pt x="63448" y="40946"/>
                </a:moveTo>
                <a:cubicBezTo>
                  <a:pt x="63448" y="40946"/>
                  <a:pt x="63448" y="40971"/>
                  <a:pt x="63473" y="40971"/>
                </a:cubicBezTo>
                <a:lnTo>
                  <a:pt x="63473" y="41021"/>
                </a:lnTo>
                <a:lnTo>
                  <a:pt x="63423" y="41021"/>
                </a:lnTo>
                <a:lnTo>
                  <a:pt x="63423" y="40971"/>
                </a:lnTo>
                <a:cubicBezTo>
                  <a:pt x="63406" y="40987"/>
                  <a:pt x="63395" y="40993"/>
                  <a:pt x="63388" y="40993"/>
                </a:cubicBezTo>
                <a:cubicBezTo>
                  <a:pt x="63373" y="40993"/>
                  <a:pt x="63373" y="40971"/>
                  <a:pt x="63373" y="40971"/>
                </a:cubicBezTo>
                <a:cubicBezTo>
                  <a:pt x="63423" y="40971"/>
                  <a:pt x="63423" y="40946"/>
                  <a:pt x="63448" y="40946"/>
                </a:cubicBezTo>
                <a:close/>
                <a:moveTo>
                  <a:pt x="74823" y="40971"/>
                </a:moveTo>
                <a:lnTo>
                  <a:pt x="74898" y="41046"/>
                </a:lnTo>
                <a:cubicBezTo>
                  <a:pt x="74873" y="41046"/>
                  <a:pt x="74873" y="41070"/>
                  <a:pt x="74848" y="41070"/>
                </a:cubicBezTo>
                <a:lnTo>
                  <a:pt x="74798" y="41046"/>
                </a:lnTo>
                <a:lnTo>
                  <a:pt x="74773" y="41021"/>
                </a:lnTo>
                <a:cubicBezTo>
                  <a:pt x="74798" y="41021"/>
                  <a:pt x="74798" y="40971"/>
                  <a:pt x="74823" y="40971"/>
                </a:cubicBezTo>
                <a:close/>
                <a:moveTo>
                  <a:pt x="74250" y="40722"/>
                </a:moveTo>
                <a:cubicBezTo>
                  <a:pt x="74250" y="40772"/>
                  <a:pt x="74275" y="40797"/>
                  <a:pt x="74300" y="40797"/>
                </a:cubicBezTo>
                <a:cubicBezTo>
                  <a:pt x="74300" y="40896"/>
                  <a:pt x="74275" y="40971"/>
                  <a:pt x="74275" y="41070"/>
                </a:cubicBezTo>
                <a:cubicBezTo>
                  <a:pt x="74250" y="41070"/>
                  <a:pt x="74250" y="41095"/>
                  <a:pt x="74225" y="41095"/>
                </a:cubicBezTo>
                <a:cubicBezTo>
                  <a:pt x="74225" y="40971"/>
                  <a:pt x="74250" y="40846"/>
                  <a:pt x="74250" y="40722"/>
                </a:cubicBezTo>
                <a:close/>
                <a:moveTo>
                  <a:pt x="74649" y="41095"/>
                </a:moveTo>
                <a:lnTo>
                  <a:pt x="74674" y="41145"/>
                </a:lnTo>
                <a:cubicBezTo>
                  <a:pt x="74599" y="41170"/>
                  <a:pt x="74524" y="41220"/>
                  <a:pt x="74425" y="41270"/>
                </a:cubicBezTo>
                <a:lnTo>
                  <a:pt x="74425" y="41220"/>
                </a:lnTo>
                <a:lnTo>
                  <a:pt x="74425" y="41195"/>
                </a:lnTo>
                <a:cubicBezTo>
                  <a:pt x="74499" y="41195"/>
                  <a:pt x="74549" y="41170"/>
                  <a:pt x="74649" y="41095"/>
                </a:cubicBezTo>
                <a:close/>
                <a:moveTo>
                  <a:pt x="74051" y="40672"/>
                </a:moveTo>
                <a:cubicBezTo>
                  <a:pt x="74026" y="40846"/>
                  <a:pt x="74026" y="41046"/>
                  <a:pt x="74001" y="41220"/>
                </a:cubicBezTo>
                <a:lnTo>
                  <a:pt x="73802" y="41319"/>
                </a:lnTo>
                <a:cubicBezTo>
                  <a:pt x="73902" y="41095"/>
                  <a:pt x="74001" y="40896"/>
                  <a:pt x="74051" y="40672"/>
                </a:cubicBezTo>
                <a:close/>
                <a:moveTo>
                  <a:pt x="74250" y="41319"/>
                </a:moveTo>
                <a:lnTo>
                  <a:pt x="74250" y="41344"/>
                </a:lnTo>
                <a:lnTo>
                  <a:pt x="74250" y="41369"/>
                </a:lnTo>
                <a:cubicBezTo>
                  <a:pt x="74225" y="41369"/>
                  <a:pt x="74225" y="41419"/>
                  <a:pt x="74176" y="41419"/>
                </a:cubicBezTo>
                <a:lnTo>
                  <a:pt x="74176" y="41369"/>
                </a:lnTo>
                <a:lnTo>
                  <a:pt x="74176" y="41344"/>
                </a:lnTo>
                <a:cubicBezTo>
                  <a:pt x="74176" y="41344"/>
                  <a:pt x="74225" y="41344"/>
                  <a:pt x="74250" y="41319"/>
                </a:cubicBezTo>
                <a:close/>
                <a:moveTo>
                  <a:pt x="75520" y="41220"/>
                </a:moveTo>
                <a:lnTo>
                  <a:pt x="75545" y="41270"/>
                </a:lnTo>
                <a:lnTo>
                  <a:pt x="75594" y="41294"/>
                </a:lnTo>
                <a:cubicBezTo>
                  <a:pt x="75619" y="41319"/>
                  <a:pt x="75619" y="41344"/>
                  <a:pt x="75669" y="41419"/>
                </a:cubicBezTo>
                <a:cubicBezTo>
                  <a:pt x="75644" y="41419"/>
                  <a:pt x="75644" y="41394"/>
                  <a:pt x="75619" y="41394"/>
                </a:cubicBezTo>
                <a:lnTo>
                  <a:pt x="75570" y="41344"/>
                </a:lnTo>
                <a:cubicBezTo>
                  <a:pt x="75545" y="41319"/>
                  <a:pt x="75520" y="41270"/>
                  <a:pt x="75520" y="41220"/>
                </a:cubicBezTo>
                <a:close/>
                <a:moveTo>
                  <a:pt x="73902" y="40573"/>
                </a:moveTo>
                <a:lnTo>
                  <a:pt x="73902" y="40573"/>
                </a:lnTo>
                <a:cubicBezTo>
                  <a:pt x="73777" y="40871"/>
                  <a:pt x="73653" y="41170"/>
                  <a:pt x="73529" y="41469"/>
                </a:cubicBezTo>
                <a:lnTo>
                  <a:pt x="73504" y="41494"/>
                </a:lnTo>
                <a:cubicBezTo>
                  <a:pt x="73628" y="41170"/>
                  <a:pt x="73753" y="40871"/>
                  <a:pt x="73902" y="40573"/>
                </a:cubicBezTo>
                <a:close/>
                <a:moveTo>
                  <a:pt x="75047" y="41170"/>
                </a:moveTo>
                <a:cubicBezTo>
                  <a:pt x="75146" y="41270"/>
                  <a:pt x="75271" y="41344"/>
                  <a:pt x="75370" y="41419"/>
                </a:cubicBezTo>
                <a:cubicBezTo>
                  <a:pt x="75395" y="41444"/>
                  <a:pt x="75395" y="41518"/>
                  <a:pt x="75420" y="41543"/>
                </a:cubicBezTo>
                <a:cubicBezTo>
                  <a:pt x="75271" y="41419"/>
                  <a:pt x="75122" y="41319"/>
                  <a:pt x="74997" y="41195"/>
                </a:cubicBezTo>
                <a:cubicBezTo>
                  <a:pt x="75022" y="41195"/>
                  <a:pt x="75047" y="41195"/>
                  <a:pt x="75047" y="41170"/>
                </a:cubicBezTo>
                <a:close/>
                <a:moveTo>
                  <a:pt x="73499" y="40921"/>
                </a:moveTo>
                <a:cubicBezTo>
                  <a:pt x="73475" y="41011"/>
                  <a:pt x="73448" y="41107"/>
                  <a:pt x="73404" y="41195"/>
                </a:cubicBezTo>
                <a:cubicBezTo>
                  <a:pt x="73354" y="41319"/>
                  <a:pt x="73280" y="41469"/>
                  <a:pt x="73230" y="41593"/>
                </a:cubicBezTo>
                <a:cubicBezTo>
                  <a:pt x="73230" y="41638"/>
                  <a:pt x="73230" y="41642"/>
                  <a:pt x="73192" y="41662"/>
                </a:cubicBezTo>
                <a:lnTo>
                  <a:pt x="73192" y="41662"/>
                </a:lnTo>
                <a:cubicBezTo>
                  <a:pt x="73284" y="41423"/>
                  <a:pt x="73335" y="41185"/>
                  <a:pt x="73454" y="40946"/>
                </a:cubicBezTo>
                <a:cubicBezTo>
                  <a:pt x="73454" y="40946"/>
                  <a:pt x="73454" y="40923"/>
                  <a:pt x="73499" y="40921"/>
                </a:cubicBezTo>
                <a:close/>
                <a:moveTo>
                  <a:pt x="73977" y="41469"/>
                </a:moveTo>
                <a:lnTo>
                  <a:pt x="73977" y="41518"/>
                </a:lnTo>
                <a:lnTo>
                  <a:pt x="73977" y="41543"/>
                </a:lnTo>
                <a:cubicBezTo>
                  <a:pt x="73852" y="41593"/>
                  <a:pt x="73753" y="41668"/>
                  <a:pt x="73628" y="41693"/>
                </a:cubicBezTo>
                <a:cubicBezTo>
                  <a:pt x="73628" y="41693"/>
                  <a:pt x="73628" y="41668"/>
                  <a:pt x="73653" y="41668"/>
                </a:cubicBezTo>
                <a:lnTo>
                  <a:pt x="73653" y="41643"/>
                </a:lnTo>
                <a:cubicBezTo>
                  <a:pt x="73753" y="41568"/>
                  <a:pt x="73852" y="41543"/>
                  <a:pt x="73977" y="41469"/>
                </a:cubicBezTo>
                <a:close/>
                <a:moveTo>
                  <a:pt x="75993" y="41643"/>
                </a:moveTo>
                <a:lnTo>
                  <a:pt x="75993" y="41643"/>
                </a:lnTo>
                <a:cubicBezTo>
                  <a:pt x="76043" y="41668"/>
                  <a:pt x="76092" y="41693"/>
                  <a:pt x="76142" y="41767"/>
                </a:cubicBezTo>
                <a:lnTo>
                  <a:pt x="76267" y="41892"/>
                </a:lnTo>
                <a:cubicBezTo>
                  <a:pt x="76192" y="41817"/>
                  <a:pt x="76142" y="41792"/>
                  <a:pt x="76043" y="41718"/>
                </a:cubicBezTo>
                <a:cubicBezTo>
                  <a:pt x="76018" y="41693"/>
                  <a:pt x="76018" y="41668"/>
                  <a:pt x="75993" y="41643"/>
                </a:cubicBezTo>
                <a:close/>
                <a:moveTo>
                  <a:pt x="75819" y="41792"/>
                </a:moveTo>
                <a:cubicBezTo>
                  <a:pt x="75868" y="41792"/>
                  <a:pt x="75868" y="41817"/>
                  <a:pt x="75893" y="41817"/>
                </a:cubicBezTo>
                <a:cubicBezTo>
                  <a:pt x="75918" y="41842"/>
                  <a:pt x="75918" y="41867"/>
                  <a:pt x="75943" y="41917"/>
                </a:cubicBezTo>
                <a:lnTo>
                  <a:pt x="75893" y="41842"/>
                </a:lnTo>
                <a:lnTo>
                  <a:pt x="75868" y="41817"/>
                </a:lnTo>
                <a:cubicBezTo>
                  <a:pt x="75819" y="41817"/>
                  <a:pt x="75819" y="41792"/>
                  <a:pt x="75819" y="41792"/>
                </a:cubicBezTo>
                <a:close/>
                <a:moveTo>
                  <a:pt x="76540" y="41817"/>
                </a:moveTo>
                <a:cubicBezTo>
                  <a:pt x="76590" y="41842"/>
                  <a:pt x="76640" y="41917"/>
                  <a:pt x="76665" y="41966"/>
                </a:cubicBezTo>
                <a:cubicBezTo>
                  <a:pt x="76665" y="41966"/>
                  <a:pt x="76665" y="42016"/>
                  <a:pt x="76715" y="42016"/>
                </a:cubicBezTo>
                <a:cubicBezTo>
                  <a:pt x="76739" y="42066"/>
                  <a:pt x="76789" y="42091"/>
                  <a:pt x="76839" y="42166"/>
                </a:cubicBezTo>
                <a:cubicBezTo>
                  <a:pt x="76764" y="42091"/>
                  <a:pt x="76715" y="42041"/>
                  <a:pt x="76640" y="42016"/>
                </a:cubicBezTo>
                <a:cubicBezTo>
                  <a:pt x="76615" y="41942"/>
                  <a:pt x="76590" y="41917"/>
                  <a:pt x="76515" y="41842"/>
                </a:cubicBezTo>
                <a:lnTo>
                  <a:pt x="76540" y="41817"/>
                </a:lnTo>
                <a:close/>
                <a:moveTo>
                  <a:pt x="78955" y="39353"/>
                </a:moveTo>
                <a:lnTo>
                  <a:pt x="78955" y="39353"/>
                </a:lnTo>
                <a:cubicBezTo>
                  <a:pt x="78482" y="40349"/>
                  <a:pt x="77984" y="41344"/>
                  <a:pt x="77461" y="42340"/>
                </a:cubicBezTo>
                <a:cubicBezTo>
                  <a:pt x="77387" y="42315"/>
                  <a:pt x="77362" y="42265"/>
                  <a:pt x="77287" y="42215"/>
                </a:cubicBezTo>
                <a:cubicBezTo>
                  <a:pt x="77138" y="42066"/>
                  <a:pt x="76963" y="41917"/>
                  <a:pt x="76764" y="41718"/>
                </a:cubicBezTo>
                <a:lnTo>
                  <a:pt x="76665" y="41643"/>
                </a:lnTo>
                <a:lnTo>
                  <a:pt x="76665" y="41444"/>
                </a:lnTo>
                <a:lnTo>
                  <a:pt x="76590" y="41543"/>
                </a:lnTo>
                <a:cubicBezTo>
                  <a:pt x="76491" y="41419"/>
                  <a:pt x="76391" y="41319"/>
                  <a:pt x="76291" y="41195"/>
                </a:cubicBezTo>
                <a:lnTo>
                  <a:pt x="76242" y="41145"/>
                </a:lnTo>
                <a:cubicBezTo>
                  <a:pt x="76117" y="41021"/>
                  <a:pt x="76018" y="40871"/>
                  <a:pt x="75893" y="40772"/>
                </a:cubicBezTo>
                <a:cubicBezTo>
                  <a:pt x="76391" y="40523"/>
                  <a:pt x="76864" y="40299"/>
                  <a:pt x="77362" y="40075"/>
                </a:cubicBezTo>
                <a:lnTo>
                  <a:pt x="77536" y="39975"/>
                </a:lnTo>
                <a:cubicBezTo>
                  <a:pt x="78009" y="39776"/>
                  <a:pt x="78482" y="39577"/>
                  <a:pt x="78955" y="39353"/>
                </a:cubicBezTo>
                <a:close/>
                <a:moveTo>
                  <a:pt x="90554" y="36217"/>
                </a:moveTo>
                <a:cubicBezTo>
                  <a:pt x="89733" y="38233"/>
                  <a:pt x="88787" y="40349"/>
                  <a:pt x="87716" y="42464"/>
                </a:cubicBezTo>
                <a:lnTo>
                  <a:pt x="87667" y="42464"/>
                </a:lnTo>
                <a:cubicBezTo>
                  <a:pt x="88737" y="40349"/>
                  <a:pt x="89683" y="38283"/>
                  <a:pt x="90479" y="36217"/>
                </a:cubicBezTo>
                <a:close/>
                <a:moveTo>
                  <a:pt x="76288" y="42150"/>
                </a:moveTo>
                <a:lnTo>
                  <a:pt x="76288" y="42150"/>
                </a:lnTo>
                <a:cubicBezTo>
                  <a:pt x="76455" y="42224"/>
                  <a:pt x="76620" y="42319"/>
                  <a:pt x="76739" y="42415"/>
                </a:cubicBezTo>
                <a:cubicBezTo>
                  <a:pt x="76764" y="42439"/>
                  <a:pt x="76789" y="42464"/>
                  <a:pt x="76839" y="42539"/>
                </a:cubicBezTo>
                <a:lnTo>
                  <a:pt x="76366" y="42265"/>
                </a:lnTo>
                <a:cubicBezTo>
                  <a:pt x="76366" y="42215"/>
                  <a:pt x="76341" y="42215"/>
                  <a:pt x="76341" y="42190"/>
                </a:cubicBezTo>
                <a:cubicBezTo>
                  <a:pt x="76310" y="42175"/>
                  <a:pt x="76299" y="42160"/>
                  <a:pt x="76288" y="42150"/>
                </a:cubicBezTo>
                <a:close/>
                <a:moveTo>
                  <a:pt x="79303" y="39228"/>
                </a:moveTo>
                <a:lnTo>
                  <a:pt x="79303" y="39228"/>
                </a:lnTo>
                <a:cubicBezTo>
                  <a:pt x="78781" y="40324"/>
                  <a:pt x="78233" y="41419"/>
                  <a:pt x="77660" y="42539"/>
                </a:cubicBezTo>
                <a:lnTo>
                  <a:pt x="77636" y="42514"/>
                </a:lnTo>
                <a:cubicBezTo>
                  <a:pt x="78233" y="41419"/>
                  <a:pt x="78756" y="40324"/>
                  <a:pt x="79253" y="39278"/>
                </a:cubicBezTo>
                <a:cubicBezTo>
                  <a:pt x="79278" y="39278"/>
                  <a:pt x="79278" y="39278"/>
                  <a:pt x="79303" y="39228"/>
                </a:cubicBezTo>
                <a:close/>
                <a:moveTo>
                  <a:pt x="87617" y="42663"/>
                </a:moveTo>
                <a:cubicBezTo>
                  <a:pt x="87592" y="42663"/>
                  <a:pt x="87592" y="42688"/>
                  <a:pt x="87592" y="42713"/>
                </a:cubicBezTo>
                <a:lnTo>
                  <a:pt x="87542" y="42713"/>
                </a:lnTo>
                <a:cubicBezTo>
                  <a:pt x="87542" y="42688"/>
                  <a:pt x="87567" y="42688"/>
                  <a:pt x="87567" y="42663"/>
                </a:cubicBezTo>
                <a:close/>
                <a:moveTo>
                  <a:pt x="72782" y="42166"/>
                </a:moveTo>
                <a:cubicBezTo>
                  <a:pt x="72782" y="42190"/>
                  <a:pt x="72782" y="42191"/>
                  <a:pt x="72757" y="42215"/>
                </a:cubicBezTo>
                <a:lnTo>
                  <a:pt x="72757" y="42265"/>
                </a:lnTo>
                <a:cubicBezTo>
                  <a:pt x="72404" y="42417"/>
                  <a:pt x="72057" y="42594"/>
                  <a:pt x="71710" y="42790"/>
                </a:cubicBezTo>
                <a:lnTo>
                  <a:pt x="71710" y="42790"/>
                </a:lnTo>
                <a:cubicBezTo>
                  <a:pt x="72019" y="42611"/>
                  <a:pt x="72326" y="42436"/>
                  <a:pt x="72632" y="42265"/>
                </a:cubicBezTo>
                <a:cubicBezTo>
                  <a:pt x="72657" y="42215"/>
                  <a:pt x="72707" y="42190"/>
                  <a:pt x="72757" y="42190"/>
                </a:cubicBezTo>
                <a:cubicBezTo>
                  <a:pt x="72757" y="42190"/>
                  <a:pt x="72782" y="42190"/>
                  <a:pt x="72782" y="42166"/>
                </a:cubicBezTo>
                <a:close/>
                <a:moveTo>
                  <a:pt x="76615" y="42589"/>
                </a:moveTo>
                <a:lnTo>
                  <a:pt x="76615" y="42589"/>
                </a:lnTo>
                <a:cubicBezTo>
                  <a:pt x="76764" y="42713"/>
                  <a:pt x="76914" y="42813"/>
                  <a:pt x="77063" y="42912"/>
                </a:cubicBezTo>
                <a:cubicBezTo>
                  <a:pt x="77113" y="42937"/>
                  <a:pt x="77113" y="42962"/>
                  <a:pt x="77138" y="42962"/>
                </a:cubicBezTo>
                <a:cubicBezTo>
                  <a:pt x="77113" y="43037"/>
                  <a:pt x="77063" y="43087"/>
                  <a:pt x="77013" y="43161"/>
                </a:cubicBezTo>
                <a:cubicBezTo>
                  <a:pt x="76963" y="43087"/>
                  <a:pt x="76914" y="43037"/>
                  <a:pt x="76864" y="42962"/>
                </a:cubicBezTo>
                <a:cubicBezTo>
                  <a:pt x="76764" y="42838"/>
                  <a:pt x="76715" y="42713"/>
                  <a:pt x="76615" y="42589"/>
                </a:cubicBezTo>
                <a:close/>
                <a:moveTo>
                  <a:pt x="90255" y="36242"/>
                </a:moveTo>
                <a:lnTo>
                  <a:pt x="90255" y="36242"/>
                </a:lnTo>
                <a:cubicBezTo>
                  <a:pt x="89459" y="38283"/>
                  <a:pt x="88538" y="40349"/>
                  <a:pt x="87443" y="42464"/>
                </a:cubicBezTo>
                <a:cubicBezTo>
                  <a:pt x="87265" y="42460"/>
                  <a:pt x="87086" y="42458"/>
                  <a:pt x="86906" y="42458"/>
                </a:cubicBezTo>
                <a:cubicBezTo>
                  <a:pt x="85085" y="42458"/>
                  <a:pt x="83109" y="42688"/>
                  <a:pt x="81071" y="43186"/>
                </a:cubicBezTo>
                <a:cubicBezTo>
                  <a:pt x="82738" y="41817"/>
                  <a:pt x="84107" y="39826"/>
                  <a:pt x="85078" y="37237"/>
                </a:cubicBezTo>
                <a:cubicBezTo>
                  <a:pt x="86571" y="36839"/>
                  <a:pt x="87990" y="36540"/>
                  <a:pt x="89384" y="36341"/>
                </a:cubicBezTo>
                <a:cubicBezTo>
                  <a:pt x="89484" y="36341"/>
                  <a:pt x="89583" y="36316"/>
                  <a:pt x="89683" y="36316"/>
                </a:cubicBezTo>
                <a:cubicBezTo>
                  <a:pt x="89857" y="36291"/>
                  <a:pt x="90081" y="36291"/>
                  <a:pt x="90255" y="36242"/>
                </a:cubicBezTo>
                <a:close/>
                <a:moveTo>
                  <a:pt x="93641" y="35993"/>
                </a:moveTo>
                <a:cubicBezTo>
                  <a:pt x="94188" y="35993"/>
                  <a:pt x="94761" y="35993"/>
                  <a:pt x="95283" y="36067"/>
                </a:cubicBezTo>
                <a:lnTo>
                  <a:pt x="95308" y="36067"/>
                </a:lnTo>
                <a:cubicBezTo>
                  <a:pt x="96702" y="36441"/>
                  <a:pt x="98121" y="36914"/>
                  <a:pt x="99490" y="37461"/>
                </a:cubicBezTo>
                <a:cubicBezTo>
                  <a:pt x="97250" y="40050"/>
                  <a:pt x="94562" y="41991"/>
                  <a:pt x="91724" y="43211"/>
                </a:cubicBezTo>
                <a:cubicBezTo>
                  <a:pt x="90554" y="42813"/>
                  <a:pt x="89285" y="42564"/>
                  <a:pt x="87916" y="42464"/>
                </a:cubicBezTo>
                <a:cubicBezTo>
                  <a:pt x="88986" y="40349"/>
                  <a:pt x="89932" y="38233"/>
                  <a:pt x="90728" y="36142"/>
                </a:cubicBezTo>
                <a:cubicBezTo>
                  <a:pt x="90927" y="36117"/>
                  <a:pt x="91102" y="36092"/>
                  <a:pt x="91301" y="36092"/>
                </a:cubicBezTo>
                <a:cubicBezTo>
                  <a:pt x="91450" y="36092"/>
                  <a:pt x="91599" y="36067"/>
                  <a:pt x="91774" y="36067"/>
                </a:cubicBezTo>
                <a:cubicBezTo>
                  <a:pt x="92396" y="36042"/>
                  <a:pt x="92968" y="35993"/>
                  <a:pt x="93591" y="35993"/>
                </a:cubicBezTo>
                <a:close/>
                <a:moveTo>
                  <a:pt x="84829" y="37287"/>
                </a:moveTo>
                <a:cubicBezTo>
                  <a:pt x="83833" y="39925"/>
                  <a:pt x="82390" y="41966"/>
                  <a:pt x="80598" y="43286"/>
                </a:cubicBezTo>
                <a:cubicBezTo>
                  <a:pt x="80523" y="43286"/>
                  <a:pt x="80473" y="43311"/>
                  <a:pt x="80398" y="43311"/>
                </a:cubicBezTo>
                <a:cubicBezTo>
                  <a:pt x="82240" y="42016"/>
                  <a:pt x="83709" y="39975"/>
                  <a:pt x="84730" y="37312"/>
                </a:cubicBezTo>
                <a:cubicBezTo>
                  <a:pt x="84754" y="37312"/>
                  <a:pt x="84779" y="37287"/>
                  <a:pt x="84829" y="37287"/>
                </a:cubicBezTo>
                <a:close/>
                <a:moveTo>
                  <a:pt x="99664" y="37536"/>
                </a:moveTo>
                <a:cubicBezTo>
                  <a:pt x="99689" y="37561"/>
                  <a:pt x="99739" y="37561"/>
                  <a:pt x="99764" y="37561"/>
                </a:cubicBezTo>
                <a:cubicBezTo>
                  <a:pt x="97548" y="40149"/>
                  <a:pt x="94910" y="42091"/>
                  <a:pt x="92072" y="43335"/>
                </a:cubicBezTo>
                <a:cubicBezTo>
                  <a:pt x="92048" y="43335"/>
                  <a:pt x="92023" y="43311"/>
                  <a:pt x="91973" y="43311"/>
                </a:cubicBezTo>
                <a:cubicBezTo>
                  <a:pt x="94810" y="42066"/>
                  <a:pt x="97449" y="40100"/>
                  <a:pt x="99664" y="37536"/>
                </a:cubicBezTo>
                <a:close/>
                <a:moveTo>
                  <a:pt x="87816" y="42663"/>
                </a:moveTo>
                <a:cubicBezTo>
                  <a:pt x="89110" y="42763"/>
                  <a:pt x="90330" y="42962"/>
                  <a:pt x="91450" y="43335"/>
                </a:cubicBezTo>
                <a:cubicBezTo>
                  <a:pt x="91425" y="43335"/>
                  <a:pt x="91400" y="43360"/>
                  <a:pt x="91351" y="43360"/>
                </a:cubicBezTo>
                <a:cubicBezTo>
                  <a:pt x="90280" y="43012"/>
                  <a:pt x="89061" y="42788"/>
                  <a:pt x="87791" y="42713"/>
                </a:cubicBezTo>
                <a:cubicBezTo>
                  <a:pt x="87791" y="42688"/>
                  <a:pt x="87816" y="42688"/>
                  <a:pt x="87816" y="42663"/>
                </a:cubicBezTo>
                <a:close/>
                <a:moveTo>
                  <a:pt x="70417" y="39801"/>
                </a:moveTo>
                <a:cubicBezTo>
                  <a:pt x="70815" y="39801"/>
                  <a:pt x="71239" y="39826"/>
                  <a:pt x="71612" y="39851"/>
                </a:cubicBezTo>
                <a:cubicBezTo>
                  <a:pt x="71687" y="39851"/>
                  <a:pt x="71786" y="39901"/>
                  <a:pt x="71886" y="39901"/>
                </a:cubicBezTo>
                <a:cubicBezTo>
                  <a:pt x="71985" y="39901"/>
                  <a:pt x="72035" y="39925"/>
                  <a:pt x="72135" y="39925"/>
                </a:cubicBezTo>
                <a:cubicBezTo>
                  <a:pt x="72384" y="39950"/>
                  <a:pt x="72608" y="39975"/>
                  <a:pt x="72856" y="40050"/>
                </a:cubicBezTo>
                <a:cubicBezTo>
                  <a:pt x="72881" y="40050"/>
                  <a:pt x="72931" y="40050"/>
                  <a:pt x="72981" y="40075"/>
                </a:cubicBezTo>
                <a:cubicBezTo>
                  <a:pt x="73130" y="40100"/>
                  <a:pt x="73255" y="40174"/>
                  <a:pt x="73379" y="40199"/>
                </a:cubicBezTo>
                <a:cubicBezTo>
                  <a:pt x="73404" y="40199"/>
                  <a:pt x="73479" y="40224"/>
                  <a:pt x="73504" y="40224"/>
                </a:cubicBezTo>
                <a:cubicBezTo>
                  <a:pt x="73479" y="40398"/>
                  <a:pt x="73404" y="40523"/>
                  <a:pt x="73379" y="40672"/>
                </a:cubicBezTo>
                <a:cubicBezTo>
                  <a:pt x="73180" y="41070"/>
                  <a:pt x="73031" y="41469"/>
                  <a:pt x="72906" y="41817"/>
                </a:cubicBezTo>
                <a:cubicBezTo>
                  <a:pt x="72782" y="41867"/>
                  <a:pt x="72657" y="41942"/>
                  <a:pt x="72533" y="42041"/>
                </a:cubicBezTo>
                <a:cubicBezTo>
                  <a:pt x="72508" y="42066"/>
                  <a:pt x="72433" y="42066"/>
                  <a:pt x="72408" y="42091"/>
                </a:cubicBezTo>
                <a:lnTo>
                  <a:pt x="71935" y="42365"/>
                </a:lnTo>
                <a:cubicBezTo>
                  <a:pt x="71687" y="42539"/>
                  <a:pt x="71438" y="42663"/>
                  <a:pt x="71189" y="42813"/>
                </a:cubicBezTo>
                <a:cubicBezTo>
                  <a:pt x="70915" y="42962"/>
                  <a:pt x="70666" y="43111"/>
                  <a:pt x="70392" y="43311"/>
                </a:cubicBezTo>
                <a:lnTo>
                  <a:pt x="70193" y="43410"/>
                </a:lnTo>
                <a:cubicBezTo>
                  <a:pt x="68824" y="42663"/>
                  <a:pt x="67505" y="41643"/>
                  <a:pt x="66211" y="40349"/>
                </a:cubicBezTo>
                <a:lnTo>
                  <a:pt x="66584" y="40249"/>
                </a:lnTo>
                <a:lnTo>
                  <a:pt x="66659" y="40249"/>
                </a:lnTo>
                <a:cubicBezTo>
                  <a:pt x="66808" y="40224"/>
                  <a:pt x="66932" y="40199"/>
                  <a:pt x="67082" y="40174"/>
                </a:cubicBezTo>
                <a:cubicBezTo>
                  <a:pt x="67206" y="40125"/>
                  <a:pt x="67380" y="40100"/>
                  <a:pt x="67505" y="40100"/>
                </a:cubicBezTo>
                <a:cubicBezTo>
                  <a:pt x="67580" y="40075"/>
                  <a:pt x="67679" y="40075"/>
                  <a:pt x="67779" y="40050"/>
                </a:cubicBezTo>
                <a:cubicBezTo>
                  <a:pt x="67828" y="40050"/>
                  <a:pt x="67903" y="40000"/>
                  <a:pt x="67953" y="40000"/>
                </a:cubicBezTo>
                <a:cubicBezTo>
                  <a:pt x="68127" y="39975"/>
                  <a:pt x="68252" y="39975"/>
                  <a:pt x="68401" y="39950"/>
                </a:cubicBezTo>
                <a:lnTo>
                  <a:pt x="68501" y="39950"/>
                </a:lnTo>
                <a:cubicBezTo>
                  <a:pt x="68575" y="39950"/>
                  <a:pt x="68700" y="39925"/>
                  <a:pt x="68799" y="39925"/>
                </a:cubicBezTo>
                <a:cubicBezTo>
                  <a:pt x="68899" y="39925"/>
                  <a:pt x="68949" y="39925"/>
                  <a:pt x="69048" y="39901"/>
                </a:cubicBezTo>
                <a:cubicBezTo>
                  <a:pt x="69272" y="39851"/>
                  <a:pt x="69496" y="39851"/>
                  <a:pt x="69695" y="39826"/>
                </a:cubicBezTo>
                <a:cubicBezTo>
                  <a:pt x="69944" y="39826"/>
                  <a:pt x="70193" y="39801"/>
                  <a:pt x="70417" y="39801"/>
                </a:cubicBezTo>
                <a:close/>
                <a:moveTo>
                  <a:pt x="76043" y="42240"/>
                </a:moveTo>
                <a:cubicBezTo>
                  <a:pt x="76117" y="42290"/>
                  <a:pt x="76142" y="42315"/>
                  <a:pt x="76142" y="42315"/>
                </a:cubicBezTo>
                <a:cubicBezTo>
                  <a:pt x="76167" y="42315"/>
                  <a:pt x="76167" y="42340"/>
                  <a:pt x="76192" y="42340"/>
                </a:cubicBezTo>
                <a:cubicBezTo>
                  <a:pt x="76267" y="42415"/>
                  <a:pt x="76291" y="42514"/>
                  <a:pt x="76316" y="42564"/>
                </a:cubicBezTo>
                <a:cubicBezTo>
                  <a:pt x="76366" y="42614"/>
                  <a:pt x="76391" y="42663"/>
                  <a:pt x="76416" y="42713"/>
                </a:cubicBezTo>
                <a:cubicBezTo>
                  <a:pt x="76416" y="42738"/>
                  <a:pt x="76441" y="42738"/>
                  <a:pt x="76441" y="42788"/>
                </a:cubicBezTo>
                <a:cubicBezTo>
                  <a:pt x="76515" y="42887"/>
                  <a:pt x="76615" y="42987"/>
                  <a:pt x="76665" y="43087"/>
                </a:cubicBezTo>
                <a:cubicBezTo>
                  <a:pt x="76739" y="43186"/>
                  <a:pt x="76789" y="43286"/>
                  <a:pt x="76864" y="43335"/>
                </a:cubicBezTo>
                <a:cubicBezTo>
                  <a:pt x="76864" y="43335"/>
                  <a:pt x="76864" y="43360"/>
                  <a:pt x="76814" y="43360"/>
                </a:cubicBezTo>
                <a:lnTo>
                  <a:pt x="76814" y="43410"/>
                </a:lnTo>
                <a:cubicBezTo>
                  <a:pt x="76789" y="43360"/>
                  <a:pt x="76789" y="43335"/>
                  <a:pt x="76764" y="43311"/>
                </a:cubicBezTo>
                <a:cubicBezTo>
                  <a:pt x="76565" y="43037"/>
                  <a:pt x="76366" y="42788"/>
                  <a:pt x="76192" y="42489"/>
                </a:cubicBezTo>
                <a:cubicBezTo>
                  <a:pt x="76142" y="42415"/>
                  <a:pt x="76117" y="42340"/>
                  <a:pt x="76043" y="42240"/>
                </a:cubicBezTo>
                <a:close/>
                <a:moveTo>
                  <a:pt x="77262" y="43186"/>
                </a:moveTo>
                <a:lnTo>
                  <a:pt x="77287" y="43211"/>
                </a:lnTo>
                <a:lnTo>
                  <a:pt x="77212" y="43410"/>
                </a:lnTo>
                <a:lnTo>
                  <a:pt x="77163" y="43360"/>
                </a:lnTo>
                <a:cubicBezTo>
                  <a:pt x="77212" y="43286"/>
                  <a:pt x="77237" y="43261"/>
                  <a:pt x="77262" y="43186"/>
                </a:cubicBezTo>
                <a:close/>
                <a:moveTo>
                  <a:pt x="91799" y="43435"/>
                </a:moveTo>
                <a:cubicBezTo>
                  <a:pt x="91823" y="43435"/>
                  <a:pt x="91823" y="43460"/>
                  <a:pt x="91848" y="43460"/>
                </a:cubicBezTo>
                <a:cubicBezTo>
                  <a:pt x="91823" y="43460"/>
                  <a:pt x="91799" y="43510"/>
                  <a:pt x="91774" y="43510"/>
                </a:cubicBezTo>
                <a:cubicBezTo>
                  <a:pt x="91724" y="43460"/>
                  <a:pt x="91699" y="43460"/>
                  <a:pt x="91674" y="43460"/>
                </a:cubicBezTo>
                <a:cubicBezTo>
                  <a:pt x="91699" y="43460"/>
                  <a:pt x="91724" y="43435"/>
                  <a:pt x="91774" y="43435"/>
                </a:cubicBezTo>
                <a:close/>
                <a:moveTo>
                  <a:pt x="86678" y="42626"/>
                </a:moveTo>
                <a:cubicBezTo>
                  <a:pt x="86902" y="42626"/>
                  <a:pt x="87124" y="42630"/>
                  <a:pt x="87343" y="42639"/>
                </a:cubicBezTo>
                <a:cubicBezTo>
                  <a:pt x="87343" y="42663"/>
                  <a:pt x="87318" y="42663"/>
                  <a:pt x="87318" y="42688"/>
                </a:cubicBezTo>
                <a:cubicBezTo>
                  <a:pt x="87158" y="42684"/>
                  <a:pt x="86996" y="42683"/>
                  <a:pt x="86834" y="42683"/>
                </a:cubicBezTo>
                <a:cubicBezTo>
                  <a:pt x="84895" y="42683"/>
                  <a:pt x="82810" y="42955"/>
                  <a:pt x="80579" y="43520"/>
                </a:cubicBezTo>
                <a:lnTo>
                  <a:pt x="80579" y="43520"/>
                </a:lnTo>
                <a:cubicBezTo>
                  <a:pt x="80625" y="43497"/>
                  <a:pt x="80661" y="43453"/>
                  <a:pt x="80697" y="43435"/>
                </a:cubicBezTo>
                <a:cubicBezTo>
                  <a:pt x="82807" y="42902"/>
                  <a:pt x="84819" y="42626"/>
                  <a:pt x="86678" y="42626"/>
                </a:cubicBezTo>
                <a:close/>
                <a:moveTo>
                  <a:pt x="66011" y="40349"/>
                </a:moveTo>
                <a:cubicBezTo>
                  <a:pt x="67306" y="41693"/>
                  <a:pt x="68675" y="42713"/>
                  <a:pt x="70044" y="43510"/>
                </a:cubicBezTo>
                <a:cubicBezTo>
                  <a:pt x="70019" y="43510"/>
                  <a:pt x="70019" y="43535"/>
                  <a:pt x="69994" y="43535"/>
                </a:cubicBezTo>
                <a:cubicBezTo>
                  <a:pt x="68625" y="42738"/>
                  <a:pt x="67256" y="41718"/>
                  <a:pt x="65937" y="40398"/>
                </a:cubicBezTo>
                <a:cubicBezTo>
                  <a:pt x="65962" y="40398"/>
                  <a:pt x="65962" y="40398"/>
                  <a:pt x="66011" y="40349"/>
                </a:cubicBezTo>
                <a:close/>
                <a:moveTo>
                  <a:pt x="71451" y="42939"/>
                </a:moveTo>
                <a:cubicBezTo>
                  <a:pt x="71199" y="43088"/>
                  <a:pt x="70947" y="43246"/>
                  <a:pt x="70691" y="43410"/>
                </a:cubicBezTo>
                <a:cubicBezTo>
                  <a:pt x="70591" y="43460"/>
                  <a:pt x="70542" y="43510"/>
                  <a:pt x="70492" y="43535"/>
                </a:cubicBezTo>
                <a:lnTo>
                  <a:pt x="70417" y="43535"/>
                </a:lnTo>
                <a:lnTo>
                  <a:pt x="70591" y="43435"/>
                </a:lnTo>
                <a:cubicBezTo>
                  <a:pt x="70882" y="43269"/>
                  <a:pt x="71167" y="43103"/>
                  <a:pt x="71451" y="42939"/>
                </a:cubicBezTo>
                <a:close/>
                <a:moveTo>
                  <a:pt x="84506" y="37411"/>
                </a:moveTo>
                <a:lnTo>
                  <a:pt x="84506" y="37411"/>
                </a:lnTo>
                <a:cubicBezTo>
                  <a:pt x="83435" y="40174"/>
                  <a:pt x="81842" y="42215"/>
                  <a:pt x="79876" y="43460"/>
                </a:cubicBezTo>
                <a:cubicBezTo>
                  <a:pt x="79726" y="43510"/>
                  <a:pt x="79577" y="43559"/>
                  <a:pt x="79453" y="43584"/>
                </a:cubicBezTo>
                <a:cubicBezTo>
                  <a:pt x="79353" y="43559"/>
                  <a:pt x="79278" y="43535"/>
                  <a:pt x="79204" y="43510"/>
                </a:cubicBezTo>
                <a:cubicBezTo>
                  <a:pt x="79154" y="43510"/>
                  <a:pt x="79129" y="43460"/>
                  <a:pt x="79104" y="43460"/>
                </a:cubicBezTo>
                <a:cubicBezTo>
                  <a:pt x="78980" y="43410"/>
                  <a:pt x="78855" y="43335"/>
                  <a:pt x="78781" y="43286"/>
                </a:cubicBezTo>
                <a:cubicBezTo>
                  <a:pt x="78382" y="43062"/>
                  <a:pt x="78108" y="42838"/>
                  <a:pt x="77835" y="42663"/>
                </a:cubicBezTo>
                <a:cubicBezTo>
                  <a:pt x="78457" y="41469"/>
                  <a:pt x="79029" y="40299"/>
                  <a:pt x="79577" y="39154"/>
                </a:cubicBezTo>
                <a:cubicBezTo>
                  <a:pt x="81245" y="38432"/>
                  <a:pt x="82888" y="37859"/>
                  <a:pt x="84506" y="37411"/>
                </a:cubicBezTo>
                <a:close/>
                <a:moveTo>
                  <a:pt x="70293" y="43584"/>
                </a:moveTo>
                <a:cubicBezTo>
                  <a:pt x="70268" y="43584"/>
                  <a:pt x="70268" y="43634"/>
                  <a:pt x="70243" y="43634"/>
                </a:cubicBezTo>
                <a:cubicBezTo>
                  <a:pt x="70243" y="43634"/>
                  <a:pt x="70207" y="43634"/>
                  <a:pt x="70196" y="43603"/>
                </a:cubicBezTo>
                <a:lnTo>
                  <a:pt x="70196" y="43603"/>
                </a:lnTo>
                <a:cubicBezTo>
                  <a:pt x="70201" y="43593"/>
                  <a:pt x="70208" y="43584"/>
                  <a:pt x="70218" y="43584"/>
                </a:cubicBezTo>
                <a:close/>
                <a:moveTo>
                  <a:pt x="70193" y="43609"/>
                </a:moveTo>
                <a:cubicBezTo>
                  <a:pt x="70193" y="43638"/>
                  <a:pt x="70192" y="43649"/>
                  <a:pt x="70187" y="43649"/>
                </a:cubicBezTo>
                <a:cubicBezTo>
                  <a:pt x="70183" y="43649"/>
                  <a:pt x="70177" y="43643"/>
                  <a:pt x="70168" y="43634"/>
                </a:cubicBezTo>
                <a:lnTo>
                  <a:pt x="70168" y="43634"/>
                </a:lnTo>
                <a:cubicBezTo>
                  <a:pt x="70177" y="43642"/>
                  <a:pt x="70182" y="43645"/>
                  <a:pt x="70185" y="43645"/>
                </a:cubicBezTo>
                <a:cubicBezTo>
                  <a:pt x="70190" y="43645"/>
                  <a:pt x="70185" y="43634"/>
                  <a:pt x="70168" y="43634"/>
                </a:cubicBezTo>
                <a:cubicBezTo>
                  <a:pt x="70181" y="43634"/>
                  <a:pt x="70187" y="43622"/>
                  <a:pt x="70193" y="43609"/>
                </a:cubicBezTo>
                <a:close/>
                <a:moveTo>
                  <a:pt x="77038" y="43535"/>
                </a:moveTo>
                <a:lnTo>
                  <a:pt x="77038" y="43559"/>
                </a:lnTo>
                <a:lnTo>
                  <a:pt x="77038" y="43584"/>
                </a:lnTo>
                <a:lnTo>
                  <a:pt x="77038" y="43634"/>
                </a:lnTo>
                <a:lnTo>
                  <a:pt x="77038" y="43659"/>
                </a:lnTo>
                <a:cubicBezTo>
                  <a:pt x="77013" y="43634"/>
                  <a:pt x="77013" y="43584"/>
                  <a:pt x="77013" y="43584"/>
                </a:cubicBezTo>
                <a:cubicBezTo>
                  <a:pt x="77038" y="43559"/>
                  <a:pt x="77038" y="43559"/>
                  <a:pt x="77038" y="43535"/>
                </a:cubicBezTo>
                <a:close/>
                <a:moveTo>
                  <a:pt x="79062" y="43652"/>
                </a:moveTo>
                <a:cubicBezTo>
                  <a:pt x="79097" y="43661"/>
                  <a:pt x="79120" y="43667"/>
                  <a:pt x="79154" y="43684"/>
                </a:cubicBezTo>
                <a:lnTo>
                  <a:pt x="79129" y="43684"/>
                </a:lnTo>
                <a:cubicBezTo>
                  <a:pt x="79106" y="43672"/>
                  <a:pt x="79082" y="43661"/>
                  <a:pt x="79062" y="43652"/>
                </a:cubicBezTo>
                <a:close/>
                <a:moveTo>
                  <a:pt x="80174" y="43584"/>
                </a:moveTo>
                <a:lnTo>
                  <a:pt x="80000" y="43684"/>
                </a:lnTo>
                <a:cubicBezTo>
                  <a:pt x="79950" y="43709"/>
                  <a:pt x="79876" y="43709"/>
                  <a:pt x="79826" y="43734"/>
                </a:cubicBezTo>
                <a:cubicBezTo>
                  <a:pt x="79876" y="43709"/>
                  <a:pt x="79926" y="43684"/>
                  <a:pt x="79975" y="43659"/>
                </a:cubicBezTo>
                <a:cubicBezTo>
                  <a:pt x="80025" y="43609"/>
                  <a:pt x="80100" y="43609"/>
                  <a:pt x="80174" y="43584"/>
                </a:cubicBezTo>
                <a:close/>
                <a:moveTo>
                  <a:pt x="77810" y="43311"/>
                </a:moveTo>
                <a:cubicBezTo>
                  <a:pt x="77860" y="43335"/>
                  <a:pt x="77909" y="43335"/>
                  <a:pt x="77934" y="43385"/>
                </a:cubicBezTo>
                <a:cubicBezTo>
                  <a:pt x="78133" y="43535"/>
                  <a:pt x="78308" y="43659"/>
                  <a:pt x="78507" y="43784"/>
                </a:cubicBezTo>
                <a:lnTo>
                  <a:pt x="78034" y="43784"/>
                </a:lnTo>
                <a:cubicBezTo>
                  <a:pt x="78009" y="43759"/>
                  <a:pt x="78009" y="43684"/>
                  <a:pt x="77984" y="43659"/>
                </a:cubicBezTo>
                <a:cubicBezTo>
                  <a:pt x="77984" y="43634"/>
                  <a:pt x="77984" y="43634"/>
                  <a:pt x="77959" y="43584"/>
                </a:cubicBezTo>
                <a:cubicBezTo>
                  <a:pt x="77909" y="43535"/>
                  <a:pt x="77884" y="43435"/>
                  <a:pt x="77860" y="43385"/>
                </a:cubicBezTo>
                <a:cubicBezTo>
                  <a:pt x="77860" y="43335"/>
                  <a:pt x="77810" y="43335"/>
                  <a:pt x="77810" y="43311"/>
                </a:cubicBezTo>
                <a:close/>
                <a:moveTo>
                  <a:pt x="77586" y="43161"/>
                </a:moveTo>
                <a:cubicBezTo>
                  <a:pt x="77660" y="43311"/>
                  <a:pt x="77735" y="43460"/>
                  <a:pt x="77835" y="43634"/>
                </a:cubicBezTo>
                <a:cubicBezTo>
                  <a:pt x="77785" y="43684"/>
                  <a:pt x="77835" y="43759"/>
                  <a:pt x="77860" y="43808"/>
                </a:cubicBezTo>
                <a:lnTo>
                  <a:pt x="77785" y="43808"/>
                </a:lnTo>
                <a:cubicBezTo>
                  <a:pt x="77760" y="43709"/>
                  <a:pt x="77685" y="43634"/>
                  <a:pt x="77660" y="43535"/>
                </a:cubicBezTo>
                <a:cubicBezTo>
                  <a:pt x="77636" y="43460"/>
                  <a:pt x="77611" y="43435"/>
                  <a:pt x="77611" y="43360"/>
                </a:cubicBezTo>
                <a:lnTo>
                  <a:pt x="77611" y="43335"/>
                </a:lnTo>
                <a:cubicBezTo>
                  <a:pt x="77561" y="43311"/>
                  <a:pt x="77561" y="43286"/>
                  <a:pt x="77536" y="43211"/>
                </a:cubicBezTo>
                <a:cubicBezTo>
                  <a:pt x="77536" y="43211"/>
                  <a:pt x="77536" y="43186"/>
                  <a:pt x="77586" y="43186"/>
                </a:cubicBezTo>
                <a:lnTo>
                  <a:pt x="77586" y="43161"/>
                </a:lnTo>
                <a:close/>
                <a:moveTo>
                  <a:pt x="76914" y="43808"/>
                </a:moveTo>
                <a:cubicBezTo>
                  <a:pt x="76914" y="43833"/>
                  <a:pt x="76914" y="43833"/>
                  <a:pt x="76889" y="43833"/>
                </a:cubicBezTo>
                <a:lnTo>
                  <a:pt x="76864" y="43833"/>
                </a:lnTo>
                <a:cubicBezTo>
                  <a:pt x="76889" y="43833"/>
                  <a:pt x="76889" y="43808"/>
                  <a:pt x="76914" y="43808"/>
                </a:cubicBezTo>
                <a:close/>
                <a:moveTo>
                  <a:pt x="77188" y="43759"/>
                </a:moveTo>
                <a:cubicBezTo>
                  <a:pt x="77237" y="43784"/>
                  <a:pt x="77262" y="43808"/>
                  <a:pt x="77262" y="43833"/>
                </a:cubicBezTo>
                <a:lnTo>
                  <a:pt x="77188" y="43833"/>
                </a:lnTo>
                <a:lnTo>
                  <a:pt x="77163" y="43808"/>
                </a:lnTo>
                <a:cubicBezTo>
                  <a:pt x="77163" y="43808"/>
                  <a:pt x="77163" y="43784"/>
                  <a:pt x="77188" y="43784"/>
                </a:cubicBezTo>
                <a:lnTo>
                  <a:pt x="77188" y="43759"/>
                </a:lnTo>
                <a:close/>
                <a:moveTo>
                  <a:pt x="77387" y="43460"/>
                </a:moveTo>
                <a:lnTo>
                  <a:pt x="77586" y="43833"/>
                </a:lnTo>
                <a:lnTo>
                  <a:pt x="77511" y="43833"/>
                </a:lnTo>
                <a:cubicBezTo>
                  <a:pt x="77486" y="43784"/>
                  <a:pt x="77486" y="43784"/>
                  <a:pt x="77461" y="43759"/>
                </a:cubicBezTo>
                <a:cubicBezTo>
                  <a:pt x="77412" y="43684"/>
                  <a:pt x="77362" y="43634"/>
                  <a:pt x="77337" y="43584"/>
                </a:cubicBezTo>
                <a:cubicBezTo>
                  <a:pt x="77362" y="43559"/>
                  <a:pt x="77387" y="43510"/>
                  <a:pt x="77387" y="43460"/>
                </a:cubicBezTo>
                <a:close/>
                <a:moveTo>
                  <a:pt x="105439" y="26858"/>
                </a:moveTo>
                <a:cubicBezTo>
                  <a:pt x="108774" y="28102"/>
                  <a:pt x="111363" y="30193"/>
                  <a:pt x="113205" y="33006"/>
                </a:cubicBezTo>
                <a:lnTo>
                  <a:pt x="113205" y="33130"/>
                </a:lnTo>
                <a:lnTo>
                  <a:pt x="113205" y="33180"/>
                </a:lnTo>
                <a:cubicBezTo>
                  <a:pt x="113105" y="33877"/>
                  <a:pt x="112981" y="34599"/>
                  <a:pt x="112832" y="35345"/>
                </a:cubicBezTo>
                <a:cubicBezTo>
                  <a:pt x="112782" y="35445"/>
                  <a:pt x="112782" y="35495"/>
                  <a:pt x="112757" y="35594"/>
                </a:cubicBezTo>
                <a:cubicBezTo>
                  <a:pt x="112234" y="38308"/>
                  <a:pt x="111413" y="41095"/>
                  <a:pt x="110392" y="43958"/>
                </a:cubicBezTo>
                <a:cubicBezTo>
                  <a:pt x="108998" y="42564"/>
                  <a:pt x="107455" y="41319"/>
                  <a:pt x="105763" y="40224"/>
                </a:cubicBezTo>
                <a:lnTo>
                  <a:pt x="105738" y="40199"/>
                </a:lnTo>
                <a:cubicBezTo>
                  <a:pt x="105713" y="40149"/>
                  <a:pt x="105638" y="40100"/>
                  <a:pt x="105613" y="40050"/>
                </a:cubicBezTo>
                <a:lnTo>
                  <a:pt x="105514" y="39925"/>
                </a:lnTo>
                <a:lnTo>
                  <a:pt x="105489" y="39901"/>
                </a:lnTo>
                <a:lnTo>
                  <a:pt x="105464" y="39851"/>
                </a:lnTo>
                <a:lnTo>
                  <a:pt x="105265" y="39677"/>
                </a:lnTo>
                <a:cubicBezTo>
                  <a:pt x="105165" y="39577"/>
                  <a:pt x="105041" y="39477"/>
                  <a:pt x="104941" y="39403"/>
                </a:cubicBezTo>
                <a:cubicBezTo>
                  <a:pt x="104767" y="39228"/>
                  <a:pt x="104618" y="39054"/>
                  <a:pt x="104418" y="38930"/>
                </a:cubicBezTo>
                <a:cubicBezTo>
                  <a:pt x="104319" y="38830"/>
                  <a:pt x="104219" y="38780"/>
                  <a:pt x="104070" y="38681"/>
                </a:cubicBezTo>
                <a:cubicBezTo>
                  <a:pt x="103896" y="38532"/>
                  <a:pt x="103672" y="38357"/>
                  <a:pt x="103497" y="38233"/>
                </a:cubicBezTo>
                <a:cubicBezTo>
                  <a:pt x="103373" y="38183"/>
                  <a:pt x="103273" y="38083"/>
                  <a:pt x="103149" y="38034"/>
                </a:cubicBezTo>
                <a:cubicBezTo>
                  <a:pt x="102925" y="37909"/>
                  <a:pt x="102701" y="37735"/>
                  <a:pt x="102502" y="37611"/>
                </a:cubicBezTo>
                <a:lnTo>
                  <a:pt x="102128" y="37436"/>
                </a:lnTo>
                <a:cubicBezTo>
                  <a:pt x="102128" y="37436"/>
                  <a:pt x="102079" y="37436"/>
                  <a:pt x="102079" y="37411"/>
                </a:cubicBezTo>
                <a:cubicBezTo>
                  <a:pt x="102776" y="35420"/>
                  <a:pt x="103373" y="33454"/>
                  <a:pt x="103821" y="31512"/>
                </a:cubicBezTo>
                <a:cubicBezTo>
                  <a:pt x="104518" y="29994"/>
                  <a:pt x="105041" y="28426"/>
                  <a:pt x="105439" y="26858"/>
                </a:cubicBezTo>
                <a:close/>
                <a:moveTo>
                  <a:pt x="113504" y="33553"/>
                </a:moveTo>
                <a:cubicBezTo>
                  <a:pt x="114300" y="34873"/>
                  <a:pt x="114922" y="36341"/>
                  <a:pt x="115321" y="37959"/>
                </a:cubicBezTo>
                <a:cubicBezTo>
                  <a:pt x="114250" y="40125"/>
                  <a:pt x="112732" y="42166"/>
                  <a:pt x="110815" y="43958"/>
                </a:cubicBezTo>
                <a:cubicBezTo>
                  <a:pt x="112110" y="40349"/>
                  <a:pt x="113006" y="36864"/>
                  <a:pt x="113504" y="33553"/>
                </a:cubicBezTo>
                <a:close/>
                <a:moveTo>
                  <a:pt x="78233" y="43958"/>
                </a:moveTo>
                <a:cubicBezTo>
                  <a:pt x="78208" y="43983"/>
                  <a:pt x="78158" y="43983"/>
                  <a:pt x="78133" y="43983"/>
                </a:cubicBezTo>
                <a:cubicBezTo>
                  <a:pt x="78158" y="43958"/>
                  <a:pt x="78208" y="43958"/>
                  <a:pt x="78233" y="43958"/>
                </a:cubicBezTo>
                <a:close/>
                <a:moveTo>
                  <a:pt x="101730" y="38432"/>
                </a:moveTo>
                <a:cubicBezTo>
                  <a:pt x="102800" y="38955"/>
                  <a:pt x="103846" y="39527"/>
                  <a:pt x="104866" y="40149"/>
                </a:cubicBezTo>
                <a:cubicBezTo>
                  <a:pt x="104767" y="40224"/>
                  <a:pt x="104667" y="40299"/>
                  <a:pt x="104618" y="40398"/>
                </a:cubicBezTo>
                <a:cubicBezTo>
                  <a:pt x="104493" y="40473"/>
                  <a:pt x="104369" y="40597"/>
                  <a:pt x="104244" y="40697"/>
                </a:cubicBezTo>
                <a:cubicBezTo>
                  <a:pt x="104095" y="40846"/>
                  <a:pt x="103896" y="40971"/>
                  <a:pt x="103746" y="41095"/>
                </a:cubicBezTo>
                <a:cubicBezTo>
                  <a:pt x="103622" y="41195"/>
                  <a:pt x="103497" y="41319"/>
                  <a:pt x="103348" y="41419"/>
                </a:cubicBezTo>
                <a:lnTo>
                  <a:pt x="102875" y="41792"/>
                </a:lnTo>
                <a:cubicBezTo>
                  <a:pt x="102726" y="41917"/>
                  <a:pt x="102601" y="42016"/>
                  <a:pt x="102427" y="42141"/>
                </a:cubicBezTo>
                <a:cubicBezTo>
                  <a:pt x="102278" y="42215"/>
                  <a:pt x="102153" y="42340"/>
                  <a:pt x="102004" y="42439"/>
                </a:cubicBezTo>
                <a:cubicBezTo>
                  <a:pt x="101855" y="42564"/>
                  <a:pt x="101655" y="42663"/>
                  <a:pt x="101506" y="42788"/>
                </a:cubicBezTo>
                <a:cubicBezTo>
                  <a:pt x="101382" y="42887"/>
                  <a:pt x="101232" y="42937"/>
                  <a:pt x="101108" y="43037"/>
                </a:cubicBezTo>
                <a:cubicBezTo>
                  <a:pt x="100909" y="43161"/>
                  <a:pt x="100735" y="43286"/>
                  <a:pt x="100535" y="43385"/>
                </a:cubicBezTo>
                <a:cubicBezTo>
                  <a:pt x="100411" y="43435"/>
                  <a:pt x="100286" y="43510"/>
                  <a:pt x="100187" y="43584"/>
                </a:cubicBezTo>
                <a:cubicBezTo>
                  <a:pt x="99988" y="43709"/>
                  <a:pt x="99789" y="43833"/>
                  <a:pt x="99565" y="43933"/>
                </a:cubicBezTo>
                <a:cubicBezTo>
                  <a:pt x="99515" y="43958"/>
                  <a:pt x="99490" y="43983"/>
                  <a:pt x="99415" y="44032"/>
                </a:cubicBezTo>
                <a:cubicBezTo>
                  <a:pt x="100262" y="42166"/>
                  <a:pt x="101033" y="40299"/>
                  <a:pt x="101730" y="38432"/>
                </a:cubicBezTo>
                <a:close/>
                <a:moveTo>
                  <a:pt x="77436" y="44008"/>
                </a:moveTo>
                <a:cubicBezTo>
                  <a:pt x="77461" y="44032"/>
                  <a:pt x="77461" y="44057"/>
                  <a:pt x="77486" y="44057"/>
                </a:cubicBezTo>
                <a:lnTo>
                  <a:pt x="77412" y="44057"/>
                </a:lnTo>
                <a:lnTo>
                  <a:pt x="77412" y="44032"/>
                </a:lnTo>
                <a:lnTo>
                  <a:pt x="77387" y="44008"/>
                </a:lnTo>
                <a:close/>
                <a:moveTo>
                  <a:pt x="77909" y="43983"/>
                </a:moveTo>
                <a:cubicBezTo>
                  <a:pt x="77909" y="44032"/>
                  <a:pt x="77909" y="44032"/>
                  <a:pt x="77959" y="44057"/>
                </a:cubicBezTo>
                <a:lnTo>
                  <a:pt x="77884" y="44057"/>
                </a:lnTo>
                <a:cubicBezTo>
                  <a:pt x="77884" y="44032"/>
                  <a:pt x="77860" y="43983"/>
                  <a:pt x="77860" y="43983"/>
                </a:cubicBezTo>
                <a:close/>
                <a:moveTo>
                  <a:pt x="78781" y="44008"/>
                </a:moveTo>
                <a:cubicBezTo>
                  <a:pt x="78830" y="44008"/>
                  <a:pt x="78830" y="44032"/>
                  <a:pt x="78855" y="44032"/>
                </a:cubicBezTo>
                <a:cubicBezTo>
                  <a:pt x="78855" y="44032"/>
                  <a:pt x="78805" y="44032"/>
                  <a:pt x="78805" y="44057"/>
                </a:cubicBezTo>
                <a:lnTo>
                  <a:pt x="78631" y="44057"/>
                </a:lnTo>
                <a:cubicBezTo>
                  <a:pt x="78681" y="44032"/>
                  <a:pt x="78756" y="44032"/>
                  <a:pt x="78781" y="44008"/>
                </a:cubicBezTo>
                <a:close/>
                <a:moveTo>
                  <a:pt x="77113" y="44032"/>
                </a:moveTo>
                <a:lnTo>
                  <a:pt x="77138" y="44057"/>
                </a:lnTo>
                <a:cubicBezTo>
                  <a:pt x="77138" y="44057"/>
                  <a:pt x="77138" y="44082"/>
                  <a:pt x="77163" y="44082"/>
                </a:cubicBezTo>
                <a:lnTo>
                  <a:pt x="77038" y="44082"/>
                </a:lnTo>
                <a:cubicBezTo>
                  <a:pt x="77038" y="44057"/>
                  <a:pt x="77038" y="44057"/>
                  <a:pt x="77063" y="44032"/>
                </a:cubicBezTo>
                <a:close/>
                <a:moveTo>
                  <a:pt x="57947" y="32085"/>
                </a:moveTo>
                <a:cubicBezTo>
                  <a:pt x="59440" y="34300"/>
                  <a:pt x="60809" y="36515"/>
                  <a:pt x="61979" y="38681"/>
                </a:cubicBezTo>
                <a:cubicBezTo>
                  <a:pt x="59589" y="40398"/>
                  <a:pt x="57250" y="42215"/>
                  <a:pt x="55010" y="44132"/>
                </a:cubicBezTo>
                <a:lnTo>
                  <a:pt x="54985" y="44082"/>
                </a:lnTo>
                <a:cubicBezTo>
                  <a:pt x="54835" y="43933"/>
                  <a:pt x="54661" y="43759"/>
                  <a:pt x="54512" y="43584"/>
                </a:cubicBezTo>
                <a:cubicBezTo>
                  <a:pt x="54313" y="43335"/>
                  <a:pt x="54089" y="43087"/>
                  <a:pt x="53865" y="42887"/>
                </a:cubicBezTo>
                <a:cubicBezTo>
                  <a:pt x="53616" y="42589"/>
                  <a:pt x="53392" y="42340"/>
                  <a:pt x="53143" y="42066"/>
                </a:cubicBezTo>
                <a:cubicBezTo>
                  <a:pt x="53043" y="41966"/>
                  <a:pt x="52993" y="41892"/>
                  <a:pt x="52894" y="41792"/>
                </a:cubicBezTo>
                <a:cubicBezTo>
                  <a:pt x="51550" y="40224"/>
                  <a:pt x="50280" y="38556"/>
                  <a:pt x="49036" y="36839"/>
                </a:cubicBezTo>
                <a:cubicBezTo>
                  <a:pt x="52023" y="34723"/>
                  <a:pt x="55084" y="33130"/>
                  <a:pt x="57947" y="32085"/>
                </a:cubicBezTo>
                <a:close/>
                <a:moveTo>
                  <a:pt x="72657" y="42464"/>
                </a:moveTo>
                <a:lnTo>
                  <a:pt x="72657" y="42464"/>
                </a:lnTo>
                <a:cubicBezTo>
                  <a:pt x="72433" y="43037"/>
                  <a:pt x="72184" y="43559"/>
                  <a:pt x="71911" y="44132"/>
                </a:cubicBezTo>
                <a:cubicBezTo>
                  <a:pt x="71463" y="43983"/>
                  <a:pt x="71114" y="43808"/>
                  <a:pt x="70691" y="43634"/>
                </a:cubicBezTo>
                <a:cubicBezTo>
                  <a:pt x="70741" y="43584"/>
                  <a:pt x="70766" y="43584"/>
                  <a:pt x="70790" y="43559"/>
                </a:cubicBezTo>
                <a:cubicBezTo>
                  <a:pt x="71413" y="43186"/>
                  <a:pt x="72035" y="42813"/>
                  <a:pt x="72657" y="42464"/>
                </a:cubicBezTo>
                <a:close/>
                <a:moveTo>
                  <a:pt x="76789" y="44057"/>
                </a:moveTo>
                <a:cubicBezTo>
                  <a:pt x="76789" y="44082"/>
                  <a:pt x="76764" y="44082"/>
                  <a:pt x="76764" y="44132"/>
                </a:cubicBezTo>
                <a:lnTo>
                  <a:pt x="76739" y="44132"/>
                </a:lnTo>
                <a:cubicBezTo>
                  <a:pt x="76739" y="44082"/>
                  <a:pt x="76764" y="44082"/>
                  <a:pt x="76764" y="44057"/>
                </a:cubicBezTo>
                <a:close/>
                <a:moveTo>
                  <a:pt x="113329" y="33230"/>
                </a:moveTo>
                <a:cubicBezTo>
                  <a:pt x="113329" y="33255"/>
                  <a:pt x="113354" y="33304"/>
                  <a:pt x="113379" y="33304"/>
                </a:cubicBezTo>
                <a:cubicBezTo>
                  <a:pt x="113280" y="33976"/>
                  <a:pt x="113180" y="34624"/>
                  <a:pt x="113031" y="35321"/>
                </a:cubicBezTo>
                <a:cubicBezTo>
                  <a:pt x="113031" y="35370"/>
                  <a:pt x="113006" y="35420"/>
                  <a:pt x="113006" y="35470"/>
                </a:cubicBezTo>
                <a:cubicBezTo>
                  <a:pt x="112433" y="38283"/>
                  <a:pt x="111612" y="41170"/>
                  <a:pt x="110567" y="44132"/>
                </a:cubicBezTo>
                <a:lnTo>
                  <a:pt x="110517" y="44082"/>
                </a:lnTo>
                <a:cubicBezTo>
                  <a:pt x="111886" y="40324"/>
                  <a:pt x="112832" y="36690"/>
                  <a:pt x="113329" y="33230"/>
                </a:cubicBezTo>
                <a:close/>
                <a:moveTo>
                  <a:pt x="106211" y="40772"/>
                </a:moveTo>
                <a:cubicBezTo>
                  <a:pt x="107704" y="41792"/>
                  <a:pt x="109073" y="42912"/>
                  <a:pt x="110243" y="44132"/>
                </a:cubicBezTo>
                <a:cubicBezTo>
                  <a:pt x="110243" y="44157"/>
                  <a:pt x="110243" y="44157"/>
                  <a:pt x="110218" y="44182"/>
                </a:cubicBezTo>
                <a:cubicBezTo>
                  <a:pt x="109098" y="43012"/>
                  <a:pt x="107779" y="41917"/>
                  <a:pt x="106335" y="40921"/>
                </a:cubicBezTo>
                <a:cubicBezTo>
                  <a:pt x="106285" y="40846"/>
                  <a:pt x="106260" y="40821"/>
                  <a:pt x="106211" y="40772"/>
                </a:cubicBezTo>
                <a:close/>
                <a:moveTo>
                  <a:pt x="80199" y="44082"/>
                </a:moveTo>
                <a:cubicBezTo>
                  <a:pt x="80249" y="44082"/>
                  <a:pt x="80274" y="44082"/>
                  <a:pt x="80349" y="44132"/>
                </a:cubicBezTo>
                <a:cubicBezTo>
                  <a:pt x="80398" y="44132"/>
                  <a:pt x="80473" y="44157"/>
                  <a:pt x="80573" y="44182"/>
                </a:cubicBezTo>
                <a:cubicBezTo>
                  <a:pt x="80556" y="44190"/>
                  <a:pt x="80542" y="44193"/>
                  <a:pt x="80529" y="44193"/>
                </a:cubicBezTo>
                <a:cubicBezTo>
                  <a:pt x="80504" y="44193"/>
                  <a:pt x="80481" y="44182"/>
                  <a:pt x="80448" y="44182"/>
                </a:cubicBezTo>
                <a:lnTo>
                  <a:pt x="80374" y="44182"/>
                </a:lnTo>
                <a:lnTo>
                  <a:pt x="80100" y="44082"/>
                </a:lnTo>
                <a:close/>
                <a:moveTo>
                  <a:pt x="101506" y="38332"/>
                </a:moveTo>
                <a:cubicBezTo>
                  <a:pt x="101531" y="38332"/>
                  <a:pt x="101531" y="38357"/>
                  <a:pt x="101556" y="38357"/>
                </a:cubicBezTo>
                <a:cubicBezTo>
                  <a:pt x="100834" y="40299"/>
                  <a:pt x="100038" y="42215"/>
                  <a:pt x="99141" y="44182"/>
                </a:cubicBezTo>
                <a:cubicBezTo>
                  <a:pt x="99092" y="44182"/>
                  <a:pt x="99067" y="44207"/>
                  <a:pt x="99042" y="44207"/>
                </a:cubicBezTo>
                <a:cubicBezTo>
                  <a:pt x="99938" y="42265"/>
                  <a:pt x="100784" y="40249"/>
                  <a:pt x="101506" y="38332"/>
                </a:cubicBezTo>
                <a:close/>
                <a:moveTo>
                  <a:pt x="48886" y="36889"/>
                </a:moveTo>
                <a:cubicBezTo>
                  <a:pt x="50206" y="38731"/>
                  <a:pt x="51599" y="40473"/>
                  <a:pt x="52993" y="42116"/>
                </a:cubicBezTo>
                <a:cubicBezTo>
                  <a:pt x="52993" y="42166"/>
                  <a:pt x="53018" y="42166"/>
                  <a:pt x="53018" y="42190"/>
                </a:cubicBezTo>
                <a:cubicBezTo>
                  <a:pt x="53267" y="42489"/>
                  <a:pt x="53566" y="42788"/>
                  <a:pt x="53815" y="43087"/>
                </a:cubicBezTo>
                <a:cubicBezTo>
                  <a:pt x="53989" y="43311"/>
                  <a:pt x="54188" y="43535"/>
                  <a:pt x="54387" y="43734"/>
                </a:cubicBezTo>
                <a:cubicBezTo>
                  <a:pt x="54561" y="43908"/>
                  <a:pt x="54711" y="44057"/>
                  <a:pt x="54860" y="44232"/>
                </a:cubicBezTo>
                <a:cubicBezTo>
                  <a:pt x="54835" y="44232"/>
                  <a:pt x="54835" y="44281"/>
                  <a:pt x="54810" y="44281"/>
                </a:cubicBezTo>
                <a:cubicBezTo>
                  <a:pt x="54636" y="44082"/>
                  <a:pt x="54462" y="43908"/>
                  <a:pt x="54313" y="43709"/>
                </a:cubicBezTo>
                <a:cubicBezTo>
                  <a:pt x="54263" y="43684"/>
                  <a:pt x="54238" y="43659"/>
                  <a:pt x="54238" y="43609"/>
                </a:cubicBezTo>
                <a:cubicBezTo>
                  <a:pt x="52396" y="41568"/>
                  <a:pt x="50579" y="39303"/>
                  <a:pt x="48861" y="36938"/>
                </a:cubicBezTo>
                <a:cubicBezTo>
                  <a:pt x="48861" y="36938"/>
                  <a:pt x="48886" y="36938"/>
                  <a:pt x="48886" y="36889"/>
                </a:cubicBezTo>
                <a:close/>
                <a:moveTo>
                  <a:pt x="80747" y="44256"/>
                </a:moveTo>
                <a:cubicBezTo>
                  <a:pt x="80822" y="44256"/>
                  <a:pt x="80896" y="44281"/>
                  <a:pt x="80971" y="44281"/>
                </a:cubicBezTo>
                <a:cubicBezTo>
                  <a:pt x="80896" y="44281"/>
                  <a:pt x="80822" y="44281"/>
                  <a:pt x="80747" y="44256"/>
                </a:cubicBezTo>
                <a:close/>
                <a:moveTo>
                  <a:pt x="62079" y="38830"/>
                </a:moveTo>
                <a:cubicBezTo>
                  <a:pt x="62079" y="38855"/>
                  <a:pt x="62103" y="38855"/>
                  <a:pt x="62103" y="38880"/>
                </a:cubicBezTo>
                <a:cubicBezTo>
                  <a:pt x="59714" y="40597"/>
                  <a:pt x="57424" y="42415"/>
                  <a:pt x="55184" y="44306"/>
                </a:cubicBezTo>
                <a:cubicBezTo>
                  <a:pt x="55184" y="44281"/>
                  <a:pt x="55134" y="44281"/>
                  <a:pt x="55134" y="44256"/>
                </a:cubicBezTo>
                <a:cubicBezTo>
                  <a:pt x="57374" y="42340"/>
                  <a:pt x="59689" y="40548"/>
                  <a:pt x="62079" y="38830"/>
                </a:cubicBezTo>
                <a:close/>
                <a:moveTo>
                  <a:pt x="79627" y="44281"/>
                </a:moveTo>
                <a:cubicBezTo>
                  <a:pt x="79627" y="44281"/>
                  <a:pt x="79652" y="44281"/>
                  <a:pt x="79702" y="44306"/>
                </a:cubicBezTo>
                <a:lnTo>
                  <a:pt x="79627" y="44306"/>
                </a:lnTo>
                <a:lnTo>
                  <a:pt x="79602" y="44281"/>
                </a:lnTo>
                <a:close/>
                <a:moveTo>
                  <a:pt x="78034" y="44281"/>
                </a:moveTo>
                <a:cubicBezTo>
                  <a:pt x="78009" y="44281"/>
                  <a:pt x="78009" y="44281"/>
                  <a:pt x="78034" y="44306"/>
                </a:cubicBezTo>
                <a:cubicBezTo>
                  <a:pt x="78009" y="44306"/>
                  <a:pt x="78009" y="44306"/>
                  <a:pt x="78009" y="44331"/>
                </a:cubicBezTo>
                <a:cubicBezTo>
                  <a:pt x="78009" y="44306"/>
                  <a:pt x="78009" y="44306"/>
                  <a:pt x="77984" y="44281"/>
                </a:cubicBezTo>
                <a:close/>
                <a:moveTo>
                  <a:pt x="70492" y="43734"/>
                </a:moveTo>
                <a:cubicBezTo>
                  <a:pt x="70940" y="43933"/>
                  <a:pt x="71388" y="44157"/>
                  <a:pt x="71811" y="44306"/>
                </a:cubicBezTo>
                <a:cubicBezTo>
                  <a:pt x="71811" y="44331"/>
                  <a:pt x="71786" y="44331"/>
                  <a:pt x="71786" y="44356"/>
                </a:cubicBezTo>
                <a:cubicBezTo>
                  <a:pt x="71313" y="44207"/>
                  <a:pt x="70890" y="43983"/>
                  <a:pt x="70417" y="43784"/>
                </a:cubicBezTo>
                <a:cubicBezTo>
                  <a:pt x="70442" y="43784"/>
                  <a:pt x="70442" y="43734"/>
                  <a:pt x="70492" y="43734"/>
                </a:cubicBezTo>
                <a:close/>
                <a:moveTo>
                  <a:pt x="72632" y="43908"/>
                </a:moveTo>
                <a:lnTo>
                  <a:pt x="72632" y="44356"/>
                </a:lnTo>
                <a:cubicBezTo>
                  <a:pt x="72558" y="44331"/>
                  <a:pt x="72483" y="44331"/>
                  <a:pt x="72408" y="44306"/>
                </a:cubicBezTo>
                <a:cubicBezTo>
                  <a:pt x="72458" y="44182"/>
                  <a:pt x="72558" y="44032"/>
                  <a:pt x="72632" y="43908"/>
                </a:cubicBezTo>
                <a:close/>
                <a:moveTo>
                  <a:pt x="115370" y="38308"/>
                </a:moveTo>
                <a:lnTo>
                  <a:pt x="115370" y="38357"/>
                </a:lnTo>
                <a:cubicBezTo>
                  <a:pt x="114350" y="40373"/>
                  <a:pt x="112956" y="42290"/>
                  <a:pt x="111214" y="43933"/>
                </a:cubicBezTo>
                <a:lnTo>
                  <a:pt x="111164" y="43958"/>
                </a:lnTo>
                <a:lnTo>
                  <a:pt x="111089" y="44057"/>
                </a:lnTo>
                <a:cubicBezTo>
                  <a:pt x="110965" y="44157"/>
                  <a:pt x="110865" y="44281"/>
                  <a:pt x="110741" y="44356"/>
                </a:cubicBezTo>
                <a:cubicBezTo>
                  <a:pt x="110766" y="44331"/>
                  <a:pt x="110766" y="44331"/>
                  <a:pt x="110741" y="44306"/>
                </a:cubicBezTo>
                <a:lnTo>
                  <a:pt x="110815" y="44256"/>
                </a:lnTo>
                <a:cubicBezTo>
                  <a:pt x="110990" y="44057"/>
                  <a:pt x="111214" y="43883"/>
                  <a:pt x="111388" y="43684"/>
                </a:cubicBezTo>
                <a:lnTo>
                  <a:pt x="111861" y="43211"/>
                </a:lnTo>
                <a:lnTo>
                  <a:pt x="112135" y="42937"/>
                </a:lnTo>
                <a:cubicBezTo>
                  <a:pt x="112309" y="42738"/>
                  <a:pt x="112458" y="42589"/>
                  <a:pt x="112608" y="42415"/>
                </a:cubicBezTo>
                <a:cubicBezTo>
                  <a:pt x="112657" y="42315"/>
                  <a:pt x="112732" y="42265"/>
                  <a:pt x="112832" y="42166"/>
                </a:cubicBezTo>
                <a:cubicBezTo>
                  <a:pt x="112981" y="41966"/>
                  <a:pt x="113130" y="41792"/>
                  <a:pt x="113280" y="41568"/>
                </a:cubicBezTo>
                <a:cubicBezTo>
                  <a:pt x="113329" y="41494"/>
                  <a:pt x="113379" y="41444"/>
                  <a:pt x="113404" y="41419"/>
                </a:cubicBezTo>
                <a:cubicBezTo>
                  <a:pt x="113578" y="41195"/>
                  <a:pt x="113703" y="40996"/>
                  <a:pt x="113852" y="40797"/>
                </a:cubicBezTo>
                <a:cubicBezTo>
                  <a:pt x="113902" y="40697"/>
                  <a:pt x="113977" y="40622"/>
                  <a:pt x="114001" y="40548"/>
                </a:cubicBezTo>
                <a:cubicBezTo>
                  <a:pt x="114325" y="40075"/>
                  <a:pt x="114624" y="39602"/>
                  <a:pt x="114873" y="39129"/>
                </a:cubicBezTo>
                <a:cubicBezTo>
                  <a:pt x="114898" y="39104"/>
                  <a:pt x="114898" y="39079"/>
                  <a:pt x="114947" y="39054"/>
                </a:cubicBezTo>
                <a:cubicBezTo>
                  <a:pt x="115072" y="38830"/>
                  <a:pt x="115196" y="38631"/>
                  <a:pt x="115321" y="38432"/>
                </a:cubicBezTo>
                <a:lnTo>
                  <a:pt x="115321" y="38382"/>
                </a:lnTo>
                <a:cubicBezTo>
                  <a:pt x="115346" y="38357"/>
                  <a:pt x="115346" y="38332"/>
                  <a:pt x="115370" y="38308"/>
                </a:cubicBezTo>
                <a:close/>
                <a:moveTo>
                  <a:pt x="79278" y="44306"/>
                </a:moveTo>
                <a:cubicBezTo>
                  <a:pt x="79278" y="44306"/>
                  <a:pt x="79328" y="44306"/>
                  <a:pt x="79328" y="44331"/>
                </a:cubicBezTo>
                <a:cubicBezTo>
                  <a:pt x="79253" y="44331"/>
                  <a:pt x="79204" y="44381"/>
                  <a:pt x="79129" y="44381"/>
                </a:cubicBezTo>
                <a:cubicBezTo>
                  <a:pt x="79154" y="44381"/>
                  <a:pt x="79204" y="44331"/>
                  <a:pt x="79204" y="44331"/>
                </a:cubicBezTo>
                <a:cubicBezTo>
                  <a:pt x="79229" y="44306"/>
                  <a:pt x="79229" y="44306"/>
                  <a:pt x="79253" y="44306"/>
                </a:cubicBezTo>
                <a:close/>
                <a:moveTo>
                  <a:pt x="105090" y="40174"/>
                </a:moveTo>
                <a:cubicBezTo>
                  <a:pt x="105090" y="40174"/>
                  <a:pt x="105115" y="40174"/>
                  <a:pt x="105115" y="40199"/>
                </a:cubicBezTo>
                <a:cubicBezTo>
                  <a:pt x="105016" y="40274"/>
                  <a:pt x="104966" y="40349"/>
                  <a:pt x="104866" y="40423"/>
                </a:cubicBezTo>
                <a:cubicBezTo>
                  <a:pt x="104742" y="40548"/>
                  <a:pt x="104618" y="40672"/>
                  <a:pt x="104468" y="40797"/>
                </a:cubicBezTo>
                <a:lnTo>
                  <a:pt x="103995" y="41170"/>
                </a:lnTo>
                <a:cubicBezTo>
                  <a:pt x="103846" y="41294"/>
                  <a:pt x="103721" y="41419"/>
                  <a:pt x="103547" y="41543"/>
                </a:cubicBezTo>
                <a:cubicBezTo>
                  <a:pt x="103423" y="41643"/>
                  <a:pt x="103273" y="41742"/>
                  <a:pt x="103149" y="41842"/>
                </a:cubicBezTo>
                <a:cubicBezTo>
                  <a:pt x="102975" y="41966"/>
                  <a:pt x="102800" y="42116"/>
                  <a:pt x="102626" y="42265"/>
                </a:cubicBezTo>
                <a:cubicBezTo>
                  <a:pt x="102502" y="42340"/>
                  <a:pt x="102377" y="42415"/>
                  <a:pt x="102278" y="42514"/>
                </a:cubicBezTo>
                <a:cubicBezTo>
                  <a:pt x="102104" y="42639"/>
                  <a:pt x="101880" y="42788"/>
                  <a:pt x="101680" y="42912"/>
                </a:cubicBezTo>
                <a:lnTo>
                  <a:pt x="101407" y="43087"/>
                </a:lnTo>
                <a:cubicBezTo>
                  <a:pt x="101183" y="43261"/>
                  <a:pt x="100934" y="43385"/>
                  <a:pt x="100735" y="43535"/>
                </a:cubicBezTo>
                <a:cubicBezTo>
                  <a:pt x="100660" y="43559"/>
                  <a:pt x="100560" y="43634"/>
                  <a:pt x="100510" y="43659"/>
                </a:cubicBezTo>
                <a:cubicBezTo>
                  <a:pt x="100262" y="43808"/>
                  <a:pt x="99988" y="43958"/>
                  <a:pt x="99739" y="44082"/>
                </a:cubicBezTo>
                <a:cubicBezTo>
                  <a:pt x="99689" y="44132"/>
                  <a:pt x="99639" y="44132"/>
                  <a:pt x="99614" y="44157"/>
                </a:cubicBezTo>
                <a:cubicBezTo>
                  <a:pt x="99415" y="44306"/>
                  <a:pt x="99316" y="44381"/>
                  <a:pt x="99241" y="44381"/>
                </a:cubicBezTo>
                <a:cubicBezTo>
                  <a:pt x="99241" y="44331"/>
                  <a:pt x="99266" y="44331"/>
                  <a:pt x="99266" y="44306"/>
                </a:cubicBezTo>
                <a:cubicBezTo>
                  <a:pt x="99365" y="44281"/>
                  <a:pt x="99415" y="44207"/>
                  <a:pt x="99515" y="44182"/>
                </a:cubicBezTo>
                <a:cubicBezTo>
                  <a:pt x="99565" y="44157"/>
                  <a:pt x="99614" y="44132"/>
                  <a:pt x="99664" y="44082"/>
                </a:cubicBezTo>
                <a:cubicBezTo>
                  <a:pt x="99913" y="43958"/>
                  <a:pt x="100162" y="43808"/>
                  <a:pt x="100411" y="43659"/>
                </a:cubicBezTo>
                <a:cubicBezTo>
                  <a:pt x="100510" y="43584"/>
                  <a:pt x="100560" y="43559"/>
                  <a:pt x="100660" y="43510"/>
                </a:cubicBezTo>
                <a:cubicBezTo>
                  <a:pt x="100884" y="43360"/>
                  <a:pt x="101108" y="43211"/>
                  <a:pt x="101307" y="43087"/>
                </a:cubicBezTo>
                <a:cubicBezTo>
                  <a:pt x="101407" y="43037"/>
                  <a:pt x="101531" y="42962"/>
                  <a:pt x="101631" y="42912"/>
                </a:cubicBezTo>
                <a:cubicBezTo>
                  <a:pt x="101805" y="42788"/>
                  <a:pt x="102004" y="42663"/>
                  <a:pt x="102178" y="42489"/>
                </a:cubicBezTo>
                <a:lnTo>
                  <a:pt x="102552" y="42215"/>
                </a:lnTo>
                <a:cubicBezTo>
                  <a:pt x="102726" y="42091"/>
                  <a:pt x="102900" y="41966"/>
                  <a:pt x="103049" y="41842"/>
                </a:cubicBezTo>
                <a:cubicBezTo>
                  <a:pt x="103224" y="41718"/>
                  <a:pt x="103348" y="41643"/>
                  <a:pt x="103497" y="41494"/>
                </a:cubicBezTo>
                <a:cubicBezTo>
                  <a:pt x="103647" y="41369"/>
                  <a:pt x="103771" y="41245"/>
                  <a:pt x="103921" y="41145"/>
                </a:cubicBezTo>
                <a:lnTo>
                  <a:pt x="104394" y="40772"/>
                </a:lnTo>
                <a:cubicBezTo>
                  <a:pt x="104518" y="40647"/>
                  <a:pt x="104642" y="40523"/>
                  <a:pt x="104792" y="40398"/>
                </a:cubicBezTo>
                <a:cubicBezTo>
                  <a:pt x="104891" y="40324"/>
                  <a:pt x="104966" y="40224"/>
                  <a:pt x="105041" y="40174"/>
                </a:cubicBezTo>
                <a:close/>
                <a:moveTo>
                  <a:pt x="77735" y="44331"/>
                </a:moveTo>
                <a:lnTo>
                  <a:pt x="77760" y="44381"/>
                </a:lnTo>
                <a:cubicBezTo>
                  <a:pt x="77760" y="44381"/>
                  <a:pt x="77760" y="44406"/>
                  <a:pt x="77785" y="44406"/>
                </a:cubicBezTo>
                <a:lnTo>
                  <a:pt x="77735" y="44406"/>
                </a:lnTo>
                <a:cubicBezTo>
                  <a:pt x="77685" y="44406"/>
                  <a:pt x="77660" y="44406"/>
                  <a:pt x="77660" y="44381"/>
                </a:cubicBezTo>
                <a:cubicBezTo>
                  <a:pt x="77710" y="44381"/>
                  <a:pt x="77735" y="44331"/>
                  <a:pt x="77735" y="44331"/>
                </a:cubicBezTo>
                <a:close/>
                <a:moveTo>
                  <a:pt x="72905" y="43305"/>
                </a:moveTo>
                <a:lnTo>
                  <a:pt x="72905" y="43305"/>
                </a:lnTo>
                <a:cubicBezTo>
                  <a:pt x="72881" y="43696"/>
                  <a:pt x="72857" y="44063"/>
                  <a:pt x="72881" y="44431"/>
                </a:cubicBezTo>
                <a:cubicBezTo>
                  <a:pt x="72832" y="44431"/>
                  <a:pt x="72832" y="44431"/>
                  <a:pt x="72807" y="44406"/>
                </a:cubicBezTo>
                <a:cubicBezTo>
                  <a:pt x="72807" y="44082"/>
                  <a:pt x="72807" y="43759"/>
                  <a:pt x="72856" y="43435"/>
                </a:cubicBezTo>
                <a:cubicBezTo>
                  <a:pt x="72878" y="43392"/>
                  <a:pt x="72900" y="43349"/>
                  <a:pt x="72905" y="43305"/>
                </a:cubicBezTo>
                <a:close/>
                <a:moveTo>
                  <a:pt x="74848" y="41294"/>
                </a:moveTo>
                <a:cubicBezTo>
                  <a:pt x="75122" y="41543"/>
                  <a:pt x="75395" y="41718"/>
                  <a:pt x="75669" y="41942"/>
                </a:cubicBezTo>
                <a:cubicBezTo>
                  <a:pt x="75744" y="42066"/>
                  <a:pt x="75819" y="42190"/>
                  <a:pt x="75893" y="42315"/>
                </a:cubicBezTo>
                <a:cubicBezTo>
                  <a:pt x="75893" y="42340"/>
                  <a:pt x="75918" y="42340"/>
                  <a:pt x="75918" y="42365"/>
                </a:cubicBezTo>
                <a:cubicBezTo>
                  <a:pt x="75918" y="42415"/>
                  <a:pt x="75968" y="42415"/>
                  <a:pt x="75968" y="42439"/>
                </a:cubicBezTo>
                <a:cubicBezTo>
                  <a:pt x="76018" y="42564"/>
                  <a:pt x="76092" y="42663"/>
                  <a:pt x="76167" y="42788"/>
                </a:cubicBezTo>
                <a:lnTo>
                  <a:pt x="76366" y="43062"/>
                </a:lnTo>
                <a:cubicBezTo>
                  <a:pt x="76391" y="43111"/>
                  <a:pt x="76466" y="43186"/>
                  <a:pt x="76491" y="43236"/>
                </a:cubicBezTo>
                <a:cubicBezTo>
                  <a:pt x="76491" y="43286"/>
                  <a:pt x="76515" y="43286"/>
                  <a:pt x="76515" y="43311"/>
                </a:cubicBezTo>
                <a:lnTo>
                  <a:pt x="76715" y="43584"/>
                </a:lnTo>
                <a:lnTo>
                  <a:pt x="76739" y="43609"/>
                </a:lnTo>
                <a:cubicBezTo>
                  <a:pt x="76665" y="43709"/>
                  <a:pt x="76640" y="43808"/>
                  <a:pt x="76590" y="43908"/>
                </a:cubicBezTo>
                <a:cubicBezTo>
                  <a:pt x="75669" y="43983"/>
                  <a:pt x="74723" y="44182"/>
                  <a:pt x="73728" y="44431"/>
                </a:cubicBezTo>
                <a:cubicBezTo>
                  <a:pt x="74001" y="43435"/>
                  <a:pt x="74225" y="42489"/>
                  <a:pt x="74350" y="41568"/>
                </a:cubicBezTo>
                <a:cubicBezTo>
                  <a:pt x="74524" y="41444"/>
                  <a:pt x="74674" y="41394"/>
                  <a:pt x="74848" y="41294"/>
                </a:cubicBezTo>
                <a:close/>
                <a:moveTo>
                  <a:pt x="77287" y="44256"/>
                </a:moveTo>
                <a:cubicBezTo>
                  <a:pt x="77287" y="44256"/>
                  <a:pt x="77287" y="44281"/>
                  <a:pt x="77337" y="44281"/>
                </a:cubicBezTo>
                <a:cubicBezTo>
                  <a:pt x="77138" y="44331"/>
                  <a:pt x="76988" y="44406"/>
                  <a:pt x="76789" y="44456"/>
                </a:cubicBezTo>
                <a:cubicBezTo>
                  <a:pt x="76839" y="44431"/>
                  <a:pt x="76889" y="44331"/>
                  <a:pt x="76914" y="44281"/>
                </a:cubicBezTo>
                <a:cubicBezTo>
                  <a:pt x="77038" y="44281"/>
                  <a:pt x="77163" y="44281"/>
                  <a:pt x="77287" y="44256"/>
                </a:cubicBezTo>
                <a:close/>
                <a:moveTo>
                  <a:pt x="55010" y="44406"/>
                </a:moveTo>
                <a:cubicBezTo>
                  <a:pt x="55010" y="44431"/>
                  <a:pt x="55059" y="44431"/>
                  <a:pt x="55059" y="44456"/>
                </a:cubicBezTo>
                <a:cubicBezTo>
                  <a:pt x="55010" y="44456"/>
                  <a:pt x="55010" y="44480"/>
                  <a:pt x="54985" y="44480"/>
                </a:cubicBezTo>
                <a:cubicBezTo>
                  <a:pt x="54960" y="44456"/>
                  <a:pt x="54960" y="44431"/>
                  <a:pt x="54960" y="44431"/>
                </a:cubicBezTo>
                <a:cubicBezTo>
                  <a:pt x="54985" y="44431"/>
                  <a:pt x="54985" y="44406"/>
                  <a:pt x="55010" y="44406"/>
                </a:cubicBezTo>
                <a:close/>
                <a:moveTo>
                  <a:pt x="74175" y="41651"/>
                </a:moveTo>
                <a:cubicBezTo>
                  <a:pt x="74050" y="42545"/>
                  <a:pt x="73851" y="43513"/>
                  <a:pt x="73553" y="44456"/>
                </a:cubicBezTo>
                <a:cubicBezTo>
                  <a:pt x="73529" y="44456"/>
                  <a:pt x="73529" y="44456"/>
                  <a:pt x="73504" y="44480"/>
                </a:cubicBezTo>
                <a:cubicBezTo>
                  <a:pt x="73777" y="43535"/>
                  <a:pt x="74001" y="42589"/>
                  <a:pt x="74126" y="41693"/>
                </a:cubicBezTo>
                <a:cubicBezTo>
                  <a:pt x="74148" y="41671"/>
                  <a:pt x="74169" y="41668"/>
                  <a:pt x="74175" y="41651"/>
                </a:cubicBezTo>
                <a:close/>
                <a:moveTo>
                  <a:pt x="110639" y="44480"/>
                </a:moveTo>
                <a:cubicBezTo>
                  <a:pt x="110640" y="44487"/>
                  <a:pt x="110641" y="44495"/>
                  <a:pt x="110641" y="44505"/>
                </a:cubicBezTo>
                <a:cubicBezTo>
                  <a:pt x="110616" y="44505"/>
                  <a:pt x="110616" y="44530"/>
                  <a:pt x="110616" y="44530"/>
                </a:cubicBezTo>
                <a:lnTo>
                  <a:pt x="110616" y="44530"/>
                </a:lnTo>
                <a:cubicBezTo>
                  <a:pt x="110616" y="44510"/>
                  <a:pt x="110632" y="44506"/>
                  <a:pt x="110639" y="44480"/>
                </a:cubicBezTo>
                <a:close/>
                <a:moveTo>
                  <a:pt x="73927" y="41792"/>
                </a:moveTo>
                <a:lnTo>
                  <a:pt x="73927" y="41792"/>
                </a:lnTo>
                <a:cubicBezTo>
                  <a:pt x="73802" y="42688"/>
                  <a:pt x="73603" y="43584"/>
                  <a:pt x="73304" y="44530"/>
                </a:cubicBezTo>
                <a:lnTo>
                  <a:pt x="73280" y="44530"/>
                </a:lnTo>
                <a:cubicBezTo>
                  <a:pt x="73230" y="44530"/>
                  <a:pt x="73155" y="44505"/>
                  <a:pt x="73080" y="44505"/>
                </a:cubicBezTo>
                <a:cubicBezTo>
                  <a:pt x="73056" y="43908"/>
                  <a:pt x="73080" y="43335"/>
                  <a:pt x="73180" y="42788"/>
                </a:cubicBezTo>
                <a:cubicBezTo>
                  <a:pt x="73304" y="42539"/>
                  <a:pt x="73404" y="42290"/>
                  <a:pt x="73529" y="42016"/>
                </a:cubicBezTo>
                <a:cubicBezTo>
                  <a:pt x="73653" y="41917"/>
                  <a:pt x="73777" y="41842"/>
                  <a:pt x="73927" y="41792"/>
                </a:cubicBezTo>
                <a:close/>
                <a:moveTo>
                  <a:pt x="78407" y="44505"/>
                </a:moveTo>
                <a:cubicBezTo>
                  <a:pt x="78382" y="44505"/>
                  <a:pt x="78357" y="44505"/>
                  <a:pt x="78283" y="44530"/>
                </a:cubicBezTo>
                <a:cubicBezTo>
                  <a:pt x="78333" y="44505"/>
                  <a:pt x="78357" y="44505"/>
                  <a:pt x="78407" y="44505"/>
                </a:cubicBezTo>
                <a:close/>
                <a:moveTo>
                  <a:pt x="87468" y="42887"/>
                </a:moveTo>
                <a:cubicBezTo>
                  <a:pt x="87194" y="43435"/>
                  <a:pt x="86870" y="43983"/>
                  <a:pt x="86571" y="44555"/>
                </a:cubicBezTo>
                <a:lnTo>
                  <a:pt x="86497" y="44555"/>
                </a:lnTo>
                <a:cubicBezTo>
                  <a:pt x="86845" y="43983"/>
                  <a:pt x="87119" y="43435"/>
                  <a:pt x="87418" y="42887"/>
                </a:cubicBezTo>
                <a:close/>
                <a:moveTo>
                  <a:pt x="87692" y="42912"/>
                </a:moveTo>
                <a:cubicBezTo>
                  <a:pt x="88911" y="42962"/>
                  <a:pt x="90031" y="43186"/>
                  <a:pt x="91077" y="43510"/>
                </a:cubicBezTo>
                <a:cubicBezTo>
                  <a:pt x="89683" y="44032"/>
                  <a:pt x="88239" y="44406"/>
                  <a:pt x="86820" y="44555"/>
                </a:cubicBezTo>
                <a:cubicBezTo>
                  <a:pt x="87119" y="43983"/>
                  <a:pt x="87418" y="43435"/>
                  <a:pt x="87692" y="42912"/>
                </a:cubicBezTo>
                <a:close/>
                <a:moveTo>
                  <a:pt x="98992" y="44456"/>
                </a:moveTo>
                <a:cubicBezTo>
                  <a:pt x="98992" y="44480"/>
                  <a:pt x="98942" y="44480"/>
                  <a:pt x="98942" y="44530"/>
                </a:cubicBezTo>
                <a:lnTo>
                  <a:pt x="98942" y="44555"/>
                </a:lnTo>
                <a:cubicBezTo>
                  <a:pt x="98917" y="44555"/>
                  <a:pt x="98893" y="44580"/>
                  <a:pt x="98868" y="44580"/>
                </a:cubicBezTo>
                <a:cubicBezTo>
                  <a:pt x="98868" y="44580"/>
                  <a:pt x="98868" y="44555"/>
                  <a:pt x="98893" y="44555"/>
                </a:cubicBezTo>
                <a:cubicBezTo>
                  <a:pt x="98893" y="44530"/>
                  <a:pt x="98893" y="44530"/>
                  <a:pt x="98917" y="44480"/>
                </a:cubicBezTo>
                <a:cubicBezTo>
                  <a:pt x="98917" y="44485"/>
                  <a:pt x="98918" y="44487"/>
                  <a:pt x="98920" y="44487"/>
                </a:cubicBezTo>
                <a:cubicBezTo>
                  <a:pt x="98928" y="44487"/>
                  <a:pt x="98952" y="44456"/>
                  <a:pt x="98992" y="44456"/>
                </a:cubicBezTo>
                <a:close/>
                <a:moveTo>
                  <a:pt x="76665" y="44306"/>
                </a:moveTo>
                <a:cubicBezTo>
                  <a:pt x="76615" y="44406"/>
                  <a:pt x="76540" y="44505"/>
                  <a:pt x="76515" y="44580"/>
                </a:cubicBezTo>
                <a:cubicBezTo>
                  <a:pt x="76491" y="44580"/>
                  <a:pt x="76466" y="44605"/>
                  <a:pt x="76466" y="44605"/>
                </a:cubicBezTo>
                <a:cubicBezTo>
                  <a:pt x="76515" y="44530"/>
                  <a:pt x="76590" y="44431"/>
                  <a:pt x="76640" y="44306"/>
                </a:cubicBezTo>
                <a:close/>
                <a:moveTo>
                  <a:pt x="77461" y="44431"/>
                </a:moveTo>
                <a:cubicBezTo>
                  <a:pt x="77461" y="44456"/>
                  <a:pt x="77486" y="44456"/>
                  <a:pt x="77486" y="44480"/>
                </a:cubicBezTo>
                <a:cubicBezTo>
                  <a:pt x="77461" y="44480"/>
                  <a:pt x="77461" y="44480"/>
                  <a:pt x="77412" y="44530"/>
                </a:cubicBezTo>
                <a:cubicBezTo>
                  <a:pt x="77337" y="44555"/>
                  <a:pt x="77212" y="44580"/>
                  <a:pt x="77113" y="44580"/>
                </a:cubicBezTo>
                <a:cubicBezTo>
                  <a:pt x="77038" y="44580"/>
                  <a:pt x="76988" y="44605"/>
                  <a:pt x="76963" y="44605"/>
                </a:cubicBezTo>
                <a:cubicBezTo>
                  <a:pt x="77138" y="44555"/>
                  <a:pt x="77287" y="44505"/>
                  <a:pt x="77461" y="44431"/>
                </a:cubicBezTo>
                <a:close/>
                <a:moveTo>
                  <a:pt x="81618" y="44456"/>
                </a:moveTo>
                <a:cubicBezTo>
                  <a:pt x="81842" y="44480"/>
                  <a:pt x="82016" y="44555"/>
                  <a:pt x="82240" y="44580"/>
                </a:cubicBezTo>
                <a:lnTo>
                  <a:pt x="82265" y="44580"/>
                </a:lnTo>
                <a:cubicBezTo>
                  <a:pt x="82298" y="44591"/>
                  <a:pt x="82321" y="44606"/>
                  <a:pt x="82343" y="44620"/>
                </a:cubicBezTo>
                <a:lnTo>
                  <a:pt x="82343" y="44620"/>
                </a:lnTo>
                <a:cubicBezTo>
                  <a:pt x="82273" y="44605"/>
                  <a:pt x="82200" y="44605"/>
                  <a:pt x="82116" y="44605"/>
                </a:cubicBezTo>
                <a:cubicBezTo>
                  <a:pt x="81991" y="44555"/>
                  <a:pt x="81817" y="44530"/>
                  <a:pt x="81618" y="44456"/>
                </a:cubicBezTo>
                <a:close/>
                <a:moveTo>
                  <a:pt x="72309" y="44456"/>
                </a:moveTo>
                <a:cubicBezTo>
                  <a:pt x="72408" y="44505"/>
                  <a:pt x="72533" y="44530"/>
                  <a:pt x="72632" y="44555"/>
                </a:cubicBezTo>
                <a:lnTo>
                  <a:pt x="72632" y="44630"/>
                </a:lnTo>
                <a:cubicBezTo>
                  <a:pt x="72508" y="44580"/>
                  <a:pt x="72408" y="44555"/>
                  <a:pt x="72284" y="44530"/>
                </a:cubicBezTo>
                <a:cubicBezTo>
                  <a:pt x="72284" y="44505"/>
                  <a:pt x="72309" y="44505"/>
                  <a:pt x="72309" y="44456"/>
                </a:cubicBezTo>
                <a:close/>
                <a:moveTo>
                  <a:pt x="86633" y="42877"/>
                </a:moveTo>
                <a:cubicBezTo>
                  <a:pt x="86830" y="42877"/>
                  <a:pt x="87026" y="42881"/>
                  <a:pt x="87219" y="42887"/>
                </a:cubicBezTo>
                <a:cubicBezTo>
                  <a:pt x="86920" y="43435"/>
                  <a:pt x="86621" y="44032"/>
                  <a:pt x="86323" y="44580"/>
                </a:cubicBezTo>
                <a:cubicBezTo>
                  <a:pt x="86123" y="44580"/>
                  <a:pt x="85949" y="44605"/>
                  <a:pt x="85750" y="44605"/>
                </a:cubicBezTo>
                <a:cubicBezTo>
                  <a:pt x="85482" y="44622"/>
                  <a:pt x="85215" y="44630"/>
                  <a:pt x="84949" y="44630"/>
                </a:cubicBezTo>
                <a:cubicBezTo>
                  <a:pt x="84054" y="44630"/>
                  <a:pt x="83167" y="44540"/>
                  <a:pt x="82265" y="44406"/>
                </a:cubicBezTo>
                <a:cubicBezTo>
                  <a:pt x="81767" y="44256"/>
                  <a:pt x="81270" y="44082"/>
                  <a:pt x="80747" y="43983"/>
                </a:cubicBezTo>
                <a:lnTo>
                  <a:pt x="80747" y="43958"/>
                </a:lnTo>
                <a:lnTo>
                  <a:pt x="80647" y="43958"/>
                </a:lnTo>
                <a:cubicBezTo>
                  <a:pt x="80498" y="43933"/>
                  <a:pt x="80324" y="43908"/>
                  <a:pt x="80150" y="43833"/>
                </a:cubicBezTo>
                <a:lnTo>
                  <a:pt x="80125" y="43833"/>
                </a:lnTo>
                <a:cubicBezTo>
                  <a:pt x="82414" y="43221"/>
                  <a:pt x="84622" y="42877"/>
                  <a:pt x="86633" y="42877"/>
                </a:cubicBezTo>
                <a:close/>
                <a:moveTo>
                  <a:pt x="76491" y="44057"/>
                </a:moveTo>
                <a:cubicBezTo>
                  <a:pt x="76491" y="44132"/>
                  <a:pt x="76491" y="44132"/>
                  <a:pt x="76441" y="44157"/>
                </a:cubicBezTo>
                <a:cubicBezTo>
                  <a:pt x="75619" y="44256"/>
                  <a:pt x="74698" y="44431"/>
                  <a:pt x="73802" y="44655"/>
                </a:cubicBezTo>
                <a:cubicBezTo>
                  <a:pt x="73777" y="44655"/>
                  <a:pt x="73703" y="44655"/>
                  <a:pt x="73678" y="44605"/>
                </a:cubicBezTo>
                <a:lnTo>
                  <a:pt x="73678" y="44580"/>
                </a:lnTo>
                <a:cubicBezTo>
                  <a:pt x="74649" y="44331"/>
                  <a:pt x="75594" y="44182"/>
                  <a:pt x="76491" y="44057"/>
                </a:cubicBezTo>
                <a:close/>
                <a:moveTo>
                  <a:pt x="72853" y="44617"/>
                </a:moveTo>
                <a:cubicBezTo>
                  <a:pt x="72863" y="44617"/>
                  <a:pt x="72869" y="44630"/>
                  <a:pt x="72881" y="44655"/>
                </a:cubicBezTo>
                <a:cubicBezTo>
                  <a:pt x="72832" y="44655"/>
                  <a:pt x="72832" y="44655"/>
                  <a:pt x="72807" y="44680"/>
                </a:cubicBezTo>
                <a:lnTo>
                  <a:pt x="72807" y="44655"/>
                </a:lnTo>
                <a:cubicBezTo>
                  <a:pt x="72832" y="44630"/>
                  <a:pt x="72844" y="44617"/>
                  <a:pt x="72853" y="44617"/>
                </a:cubicBezTo>
                <a:close/>
                <a:moveTo>
                  <a:pt x="76341" y="44331"/>
                </a:moveTo>
                <a:cubicBezTo>
                  <a:pt x="76267" y="44456"/>
                  <a:pt x="76167" y="44580"/>
                  <a:pt x="76117" y="44704"/>
                </a:cubicBezTo>
                <a:cubicBezTo>
                  <a:pt x="75840" y="44751"/>
                  <a:pt x="75556" y="44770"/>
                  <a:pt x="75271" y="44770"/>
                </a:cubicBezTo>
                <a:cubicBezTo>
                  <a:pt x="74941" y="44770"/>
                  <a:pt x="74608" y="44744"/>
                  <a:pt x="74275" y="44704"/>
                </a:cubicBezTo>
                <a:cubicBezTo>
                  <a:pt x="74997" y="44555"/>
                  <a:pt x="75669" y="44431"/>
                  <a:pt x="76341" y="44331"/>
                </a:cubicBezTo>
                <a:close/>
                <a:moveTo>
                  <a:pt x="73230" y="44754"/>
                </a:moveTo>
                <a:lnTo>
                  <a:pt x="73230" y="44804"/>
                </a:lnTo>
                <a:cubicBezTo>
                  <a:pt x="73180" y="44779"/>
                  <a:pt x="73155" y="44779"/>
                  <a:pt x="73105" y="44779"/>
                </a:cubicBezTo>
                <a:cubicBezTo>
                  <a:pt x="73130" y="44779"/>
                  <a:pt x="73155" y="44754"/>
                  <a:pt x="73230" y="44754"/>
                </a:cubicBezTo>
                <a:close/>
                <a:moveTo>
                  <a:pt x="86447" y="44754"/>
                </a:moveTo>
                <a:cubicBezTo>
                  <a:pt x="86447" y="44767"/>
                  <a:pt x="86453" y="44773"/>
                  <a:pt x="86463" y="44773"/>
                </a:cubicBezTo>
                <a:cubicBezTo>
                  <a:pt x="86472" y="44773"/>
                  <a:pt x="86484" y="44767"/>
                  <a:pt x="86497" y="44754"/>
                </a:cubicBezTo>
                <a:lnTo>
                  <a:pt x="86497" y="44754"/>
                </a:lnTo>
                <a:cubicBezTo>
                  <a:pt x="86497" y="44779"/>
                  <a:pt x="86472" y="44779"/>
                  <a:pt x="86472" y="44804"/>
                </a:cubicBezTo>
                <a:lnTo>
                  <a:pt x="86422" y="44804"/>
                </a:lnTo>
                <a:cubicBezTo>
                  <a:pt x="86422" y="44779"/>
                  <a:pt x="86447" y="44779"/>
                  <a:pt x="86447" y="44754"/>
                </a:cubicBezTo>
                <a:close/>
                <a:moveTo>
                  <a:pt x="91351" y="43559"/>
                </a:moveTo>
                <a:cubicBezTo>
                  <a:pt x="91400" y="43559"/>
                  <a:pt x="91425" y="43584"/>
                  <a:pt x="91450" y="43584"/>
                </a:cubicBezTo>
                <a:cubicBezTo>
                  <a:pt x="89932" y="44256"/>
                  <a:pt x="88314" y="44655"/>
                  <a:pt x="86671" y="44804"/>
                </a:cubicBezTo>
                <a:cubicBezTo>
                  <a:pt x="86671" y="44779"/>
                  <a:pt x="86696" y="44779"/>
                  <a:pt x="86696" y="44754"/>
                </a:cubicBezTo>
                <a:cubicBezTo>
                  <a:pt x="88289" y="44580"/>
                  <a:pt x="89832" y="44182"/>
                  <a:pt x="91351" y="43559"/>
                </a:cubicBezTo>
                <a:close/>
                <a:moveTo>
                  <a:pt x="77660" y="44655"/>
                </a:moveTo>
                <a:lnTo>
                  <a:pt x="77685" y="44680"/>
                </a:lnTo>
                <a:lnTo>
                  <a:pt x="77735" y="44704"/>
                </a:lnTo>
                <a:cubicBezTo>
                  <a:pt x="77586" y="44729"/>
                  <a:pt x="77387" y="44804"/>
                  <a:pt x="77237" y="44829"/>
                </a:cubicBezTo>
                <a:lnTo>
                  <a:pt x="77063" y="44829"/>
                </a:lnTo>
                <a:cubicBezTo>
                  <a:pt x="77113" y="44829"/>
                  <a:pt x="77163" y="44804"/>
                  <a:pt x="77237" y="44779"/>
                </a:cubicBezTo>
                <a:cubicBezTo>
                  <a:pt x="77387" y="44754"/>
                  <a:pt x="77511" y="44680"/>
                  <a:pt x="77660" y="44655"/>
                </a:cubicBezTo>
                <a:close/>
                <a:moveTo>
                  <a:pt x="72184" y="44680"/>
                </a:moveTo>
                <a:cubicBezTo>
                  <a:pt x="72284" y="44704"/>
                  <a:pt x="72384" y="44754"/>
                  <a:pt x="72433" y="44779"/>
                </a:cubicBezTo>
                <a:cubicBezTo>
                  <a:pt x="72309" y="44804"/>
                  <a:pt x="72234" y="44829"/>
                  <a:pt x="72085" y="44879"/>
                </a:cubicBezTo>
                <a:lnTo>
                  <a:pt x="72184" y="44680"/>
                </a:lnTo>
                <a:close/>
                <a:moveTo>
                  <a:pt x="110342" y="44655"/>
                </a:moveTo>
                <a:cubicBezTo>
                  <a:pt x="110342" y="44680"/>
                  <a:pt x="110318" y="44754"/>
                  <a:pt x="110318" y="44779"/>
                </a:cubicBezTo>
                <a:lnTo>
                  <a:pt x="110218" y="44879"/>
                </a:lnTo>
                <a:cubicBezTo>
                  <a:pt x="110218" y="44829"/>
                  <a:pt x="110243" y="44804"/>
                  <a:pt x="110243" y="44754"/>
                </a:cubicBezTo>
                <a:lnTo>
                  <a:pt x="110268" y="44704"/>
                </a:lnTo>
                <a:lnTo>
                  <a:pt x="110318" y="44680"/>
                </a:lnTo>
                <a:lnTo>
                  <a:pt x="110342" y="44655"/>
                </a:lnTo>
                <a:close/>
                <a:moveTo>
                  <a:pt x="83033" y="44711"/>
                </a:moveTo>
                <a:cubicBezTo>
                  <a:pt x="83683" y="44799"/>
                  <a:pt x="84359" y="44848"/>
                  <a:pt x="85033" y="44848"/>
                </a:cubicBezTo>
                <a:cubicBezTo>
                  <a:pt x="85273" y="44848"/>
                  <a:pt x="85512" y="44842"/>
                  <a:pt x="85750" y="44829"/>
                </a:cubicBezTo>
                <a:cubicBezTo>
                  <a:pt x="85924" y="44829"/>
                  <a:pt x="86049" y="44804"/>
                  <a:pt x="86198" y="44804"/>
                </a:cubicBezTo>
                <a:cubicBezTo>
                  <a:pt x="86198" y="44829"/>
                  <a:pt x="86173" y="44829"/>
                  <a:pt x="86173" y="44879"/>
                </a:cubicBezTo>
                <a:lnTo>
                  <a:pt x="85750" y="44879"/>
                </a:lnTo>
                <a:cubicBezTo>
                  <a:pt x="85501" y="44879"/>
                  <a:pt x="85252" y="44904"/>
                  <a:pt x="85003" y="44904"/>
                </a:cubicBezTo>
                <a:cubicBezTo>
                  <a:pt x="84381" y="44904"/>
                  <a:pt x="83809" y="44829"/>
                  <a:pt x="83186" y="44779"/>
                </a:cubicBezTo>
                <a:cubicBezTo>
                  <a:pt x="83128" y="44760"/>
                  <a:pt x="83085" y="44725"/>
                  <a:pt x="83033" y="44711"/>
                </a:cubicBezTo>
                <a:close/>
                <a:moveTo>
                  <a:pt x="62103" y="39079"/>
                </a:moveTo>
                <a:cubicBezTo>
                  <a:pt x="62527" y="39677"/>
                  <a:pt x="62825" y="40299"/>
                  <a:pt x="63149" y="40871"/>
                </a:cubicBezTo>
                <a:cubicBezTo>
                  <a:pt x="63024" y="40921"/>
                  <a:pt x="62925" y="40971"/>
                  <a:pt x="62800" y="41046"/>
                </a:cubicBezTo>
                <a:cubicBezTo>
                  <a:pt x="62676" y="41095"/>
                  <a:pt x="62552" y="41145"/>
                  <a:pt x="62452" y="41195"/>
                </a:cubicBezTo>
                <a:cubicBezTo>
                  <a:pt x="62352" y="41220"/>
                  <a:pt x="62253" y="41294"/>
                  <a:pt x="62178" y="41319"/>
                </a:cubicBezTo>
                <a:cubicBezTo>
                  <a:pt x="62079" y="41344"/>
                  <a:pt x="62029" y="41369"/>
                  <a:pt x="61929" y="41444"/>
                </a:cubicBezTo>
                <a:lnTo>
                  <a:pt x="61855" y="41444"/>
                </a:lnTo>
                <a:cubicBezTo>
                  <a:pt x="61730" y="41494"/>
                  <a:pt x="61606" y="41543"/>
                  <a:pt x="61481" y="41593"/>
                </a:cubicBezTo>
                <a:cubicBezTo>
                  <a:pt x="61332" y="41668"/>
                  <a:pt x="61133" y="41767"/>
                  <a:pt x="60983" y="41842"/>
                </a:cubicBezTo>
                <a:lnTo>
                  <a:pt x="60959" y="41842"/>
                </a:lnTo>
                <a:cubicBezTo>
                  <a:pt x="60959" y="41842"/>
                  <a:pt x="60934" y="41842"/>
                  <a:pt x="60934" y="41892"/>
                </a:cubicBezTo>
                <a:cubicBezTo>
                  <a:pt x="60809" y="41942"/>
                  <a:pt x="60685" y="42016"/>
                  <a:pt x="60510" y="42066"/>
                </a:cubicBezTo>
                <a:cubicBezTo>
                  <a:pt x="60486" y="42066"/>
                  <a:pt x="60461" y="42091"/>
                  <a:pt x="60436" y="42116"/>
                </a:cubicBezTo>
                <a:cubicBezTo>
                  <a:pt x="60386" y="42166"/>
                  <a:pt x="60361" y="42166"/>
                  <a:pt x="60336" y="42190"/>
                </a:cubicBezTo>
                <a:cubicBezTo>
                  <a:pt x="60336" y="42190"/>
                  <a:pt x="60311" y="42190"/>
                  <a:pt x="60311" y="42215"/>
                </a:cubicBezTo>
                <a:cubicBezTo>
                  <a:pt x="60212" y="42240"/>
                  <a:pt x="60137" y="42315"/>
                  <a:pt x="60062" y="42340"/>
                </a:cubicBezTo>
                <a:lnTo>
                  <a:pt x="60013" y="42340"/>
                </a:lnTo>
                <a:cubicBezTo>
                  <a:pt x="60013" y="42340"/>
                  <a:pt x="59988" y="42340"/>
                  <a:pt x="59988" y="42365"/>
                </a:cubicBezTo>
                <a:cubicBezTo>
                  <a:pt x="59838" y="42439"/>
                  <a:pt x="59714" y="42539"/>
                  <a:pt x="59565" y="42589"/>
                </a:cubicBezTo>
                <a:cubicBezTo>
                  <a:pt x="59465" y="42614"/>
                  <a:pt x="59390" y="42688"/>
                  <a:pt x="59316" y="42713"/>
                </a:cubicBezTo>
                <a:cubicBezTo>
                  <a:pt x="59216" y="42788"/>
                  <a:pt x="59117" y="42813"/>
                  <a:pt x="59017" y="42863"/>
                </a:cubicBezTo>
                <a:cubicBezTo>
                  <a:pt x="58868" y="42962"/>
                  <a:pt x="58718" y="43037"/>
                  <a:pt x="58569" y="43111"/>
                </a:cubicBezTo>
                <a:lnTo>
                  <a:pt x="58096" y="43410"/>
                </a:lnTo>
                <a:lnTo>
                  <a:pt x="58071" y="43410"/>
                </a:lnTo>
                <a:cubicBezTo>
                  <a:pt x="57897" y="43510"/>
                  <a:pt x="57748" y="43584"/>
                  <a:pt x="57573" y="43709"/>
                </a:cubicBezTo>
                <a:cubicBezTo>
                  <a:pt x="57399" y="43808"/>
                  <a:pt x="57250" y="43908"/>
                  <a:pt x="57125" y="43983"/>
                </a:cubicBezTo>
                <a:cubicBezTo>
                  <a:pt x="56976" y="44082"/>
                  <a:pt x="56827" y="44182"/>
                  <a:pt x="56652" y="44306"/>
                </a:cubicBezTo>
                <a:cubicBezTo>
                  <a:pt x="56627" y="44306"/>
                  <a:pt x="56627" y="44331"/>
                  <a:pt x="56603" y="44331"/>
                </a:cubicBezTo>
                <a:cubicBezTo>
                  <a:pt x="56528" y="44356"/>
                  <a:pt x="56503" y="44406"/>
                  <a:pt x="56453" y="44431"/>
                </a:cubicBezTo>
                <a:cubicBezTo>
                  <a:pt x="56379" y="44480"/>
                  <a:pt x="56329" y="44530"/>
                  <a:pt x="56229" y="44580"/>
                </a:cubicBezTo>
                <a:cubicBezTo>
                  <a:pt x="56204" y="44580"/>
                  <a:pt x="56204" y="44605"/>
                  <a:pt x="56155" y="44605"/>
                </a:cubicBezTo>
                <a:cubicBezTo>
                  <a:pt x="56155" y="44605"/>
                  <a:pt x="56130" y="44605"/>
                  <a:pt x="56130" y="44655"/>
                </a:cubicBezTo>
                <a:cubicBezTo>
                  <a:pt x="55980" y="44754"/>
                  <a:pt x="55831" y="44854"/>
                  <a:pt x="55657" y="44953"/>
                </a:cubicBezTo>
                <a:cubicBezTo>
                  <a:pt x="55507" y="44804"/>
                  <a:pt x="55358" y="44605"/>
                  <a:pt x="55209" y="44456"/>
                </a:cubicBezTo>
                <a:cubicBezTo>
                  <a:pt x="57399" y="42589"/>
                  <a:pt x="59714" y="40797"/>
                  <a:pt x="62103" y="39079"/>
                </a:cubicBezTo>
                <a:close/>
                <a:moveTo>
                  <a:pt x="73802" y="44829"/>
                </a:moveTo>
                <a:cubicBezTo>
                  <a:pt x="74400" y="44929"/>
                  <a:pt x="75022" y="44953"/>
                  <a:pt x="75619" y="44953"/>
                </a:cubicBezTo>
                <a:cubicBezTo>
                  <a:pt x="75545" y="45003"/>
                  <a:pt x="75520" y="45003"/>
                  <a:pt x="75470" y="45028"/>
                </a:cubicBezTo>
                <a:lnTo>
                  <a:pt x="75346" y="45028"/>
                </a:lnTo>
                <a:cubicBezTo>
                  <a:pt x="74773" y="45028"/>
                  <a:pt x="74250" y="44953"/>
                  <a:pt x="73678" y="44879"/>
                </a:cubicBezTo>
                <a:cubicBezTo>
                  <a:pt x="73728" y="44879"/>
                  <a:pt x="73777" y="44829"/>
                  <a:pt x="73802" y="44829"/>
                </a:cubicBezTo>
                <a:close/>
                <a:moveTo>
                  <a:pt x="78158" y="44829"/>
                </a:moveTo>
                <a:lnTo>
                  <a:pt x="78233" y="44904"/>
                </a:lnTo>
                <a:lnTo>
                  <a:pt x="78233" y="44953"/>
                </a:lnTo>
                <a:lnTo>
                  <a:pt x="78233" y="45028"/>
                </a:lnTo>
                <a:lnTo>
                  <a:pt x="78183" y="44978"/>
                </a:lnTo>
                <a:lnTo>
                  <a:pt x="78158" y="44953"/>
                </a:lnTo>
                <a:lnTo>
                  <a:pt x="78158" y="44929"/>
                </a:lnTo>
                <a:lnTo>
                  <a:pt x="78158" y="44829"/>
                </a:lnTo>
                <a:close/>
                <a:moveTo>
                  <a:pt x="55184" y="44555"/>
                </a:moveTo>
                <a:cubicBezTo>
                  <a:pt x="55333" y="44704"/>
                  <a:pt x="55482" y="44904"/>
                  <a:pt x="55632" y="45053"/>
                </a:cubicBezTo>
                <a:lnTo>
                  <a:pt x="55607" y="45053"/>
                </a:lnTo>
                <a:lnTo>
                  <a:pt x="55582" y="45078"/>
                </a:lnTo>
                <a:lnTo>
                  <a:pt x="55308" y="44804"/>
                </a:lnTo>
                <a:lnTo>
                  <a:pt x="55109" y="44605"/>
                </a:lnTo>
                <a:lnTo>
                  <a:pt x="55184" y="44555"/>
                </a:lnTo>
                <a:close/>
                <a:moveTo>
                  <a:pt x="63224" y="41046"/>
                </a:moveTo>
                <a:lnTo>
                  <a:pt x="63224" y="41070"/>
                </a:lnTo>
                <a:cubicBezTo>
                  <a:pt x="63099" y="41145"/>
                  <a:pt x="62975" y="41195"/>
                  <a:pt x="62875" y="41270"/>
                </a:cubicBezTo>
                <a:cubicBezTo>
                  <a:pt x="62751" y="41319"/>
                  <a:pt x="62626" y="41344"/>
                  <a:pt x="62502" y="41419"/>
                </a:cubicBezTo>
                <a:cubicBezTo>
                  <a:pt x="62427" y="41444"/>
                  <a:pt x="62328" y="41518"/>
                  <a:pt x="62228" y="41543"/>
                </a:cubicBezTo>
                <a:cubicBezTo>
                  <a:pt x="62178" y="41568"/>
                  <a:pt x="62079" y="41593"/>
                  <a:pt x="62029" y="41643"/>
                </a:cubicBezTo>
                <a:cubicBezTo>
                  <a:pt x="61855" y="41693"/>
                  <a:pt x="61730" y="41767"/>
                  <a:pt x="61581" y="41817"/>
                </a:cubicBezTo>
                <a:cubicBezTo>
                  <a:pt x="61431" y="41892"/>
                  <a:pt x="61282" y="41966"/>
                  <a:pt x="61108" y="42041"/>
                </a:cubicBezTo>
                <a:cubicBezTo>
                  <a:pt x="60959" y="42141"/>
                  <a:pt x="60809" y="42190"/>
                  <a:pt x="60610" y="42290"/>
                </a:cubicBezTo>
                <a:cubicBezTo>
                  <a:pt x="60486" y="42340"/>
                  <a:pt x="60361" y="42415"/>
                  <a:pt x="60262" y="42464"/>
                </a:cubicBezTo>
                <a:cubicBezTo>
                  <a:pt x="60237" y="42464"/>
                  <a:pt x="60237" y="42514"/>
                  <a:pt x="60212" y="42514"/>
                </a:cubicBezTo>
                <a:cubicBezTo>
                  <a:pt x="60013" y="42589"/>
                  <a:pt x="59838" y="42688"/>
                  <a:pt x="59689" y="42788"/>
                </a:cubicBezTo>
                <a:cubicBezTo>
                  <a:pt x="59614" y="42813"/>
                  <a:pt x="59540" y="42887"/>
                  <a:pt x="59465" y="42912"/>
                </a:cubicBezTo>
                <a:cubicBezTo>
                  <a:pt x="59440" y="42912"/>
                  <a:pt x="59440" y="42937"/>
                  <a:pt x="59415" y="42937"/>
                </a:cubicBezTo>
                <a:cubicBezTo>
                  <a:pt x="59365" y="42937"/>
                  <a:pt x="59365" y="42962"/>
                  <a:pt x="59341" y="42962"/>
                </a:cubicBezTo>
                <a:cubicBezTo>
                  <a:pt x="59316" y="42962"/>
                  <a:pt x="59316" y="43012"/>
                  <a:pt x="59291" y="43012"/>
                </a:cubicBezTo>
                <a:cubicBezTo>
                  <a:pt x="59092" y="43136"/>
                  <a:pt x="58917" y="43211"/>
                  <a:pt x="58693" y="43335"/>
                </a:cubicBezTo>
                <a:cubicBezTo>
                  <a:pt x="58669" y="43335"/>
                  <a:pt x="58669" y="43360"/>
                  <a:pt x="58619" y="43360"/>
                </a:cubicBezTo>
                <a:cubicBezTo>
                  <a:pt x="58594" y="43360"/>
                  <a:pt x="58594" y="43410"/>
                  <a:pt x="58569" y="43410"/>
                </a:cubicBezTo>
                <a:lnTo>
                  <a:pt x="58544" y="43435"/>
                </a:lnTo>
                <a:cubicBezTo>
                  <a:pt x="58494" y="43435"/>
                  <a:pt x="58494" y="43460"/>
                  <a:pt x="58469" y="43460"/>
                </a:cubicBezTo>
                <a:cubicBezTo>
                  <a:pt x="58469" y="43460"/>
                  <a:pt x="58445" y="43460"/>
                  <a:pt x="58445" y="43485"/>
                </a:cubicBezTo>
                <a:cubicBezTo>
                  <a:pt x="58420" y="43535"/>
                  <a:pt x="58370" y="43535"/>
                  <a:pt x="58345" y="43559"/>
                </a:cubicBezTo>
                <a:cubicBezTo>
                  <a:pt x="58121" y="43684"/>
                  <a:pt x="57947" y="43808"/>
                  <a:pt x="57723" y="43933"/>
                </a:cubicBezTo>
                <a:cubicBezTo>
                  <a:pt x="57698" y="43958"/>
                  <a:pt x="57673" y="43958"/>
                  <a:pt x="57623" y="43983"/>
                </a:cubicBezTo>
                <a:cubicBezTo>
                  <a:pt x="57598" y="44032"/>
                  <a:pt x="57573" y="44032"/>
                  <a:pt x="57548" y="44057"/>
                </a:cubicBezTo>
                <a:cubicBezTo>
                  <a:pt x="57499" y="44057"/>
                  <a:pt x="57499" y="44082"/>
                  <a:pt x="57474" y="44082"/>
                </a:cubicBezTo>
                <a:cubicBezTo>
                  <a:pt x="57449" y="44107"/>
                  <a:pt x="57424" y="44107"/>
                  <a:pt x="57374" y="44157"/>
                </a:cubicBezTo>
                <a:cubicBezTo>
                  <a:pt x="57175" y="44281"/>
                  <a:pt x="56951" y="44431"/>
                  <a:pt x="56752" y="44555"/>
                </a:cubicBezTo>
                <a:cubicBezTo>
                  <a:pt x="56702" y="44580"/>
                  <a:pt x="56627" y="44655"/>
                  <a:pt x="56553" y="44704"/>
                </a:cubicBezTo>
                <a:cubicBezTo>
                  <a:pt x="56503" y="44729"/>
                  <a:pt x="56478" y="44779"/>
                  <a:pt x="56453" y="44779"/>
                </a:cubicBezTo>
                <a:cubicBezTo>
                  <a:pt x="56304" y="44904"/>
                  <a:pt x="56105" y="44978"/>
                  <a:pt x="55955" y="45103"/>
                </a:cubicBezTo>
                <a:lnTo>
                  <a:pt x="55931" y="45078"/>
                </a:lnTo>
                <a:lnTo>
                  <a:pt x="55881" y="45053"/>
                </a:lnTo>
                <a:cubicBezTo>
                  <a:pt x="56080" y="44929"/>
                  <a:pt x="56229" y="44804"/>
                  <a:pt x="56428" y="44680"/>
                </a:cubicBezTo>
                <a:lnTo>
                  <a:pt x="56702" y="44480"/>
                </a:lnTo>
                <a:cubicBezTo>
                  <a:pt x="56752" y="44456"/>
                  <a:pt x="56827" y="44406"/>
                  <a:pt x="56876" y="44356"/>
                </a:cubicBezTo>
                <a:cubicBezTo>
                  <a:pt x="57051" y="44281"/>
                  <a:pt x="57175" y="44182"/>
                  <a:pt x="57324" y="44082"/>
                </a:cubicBezTo>
                <a:cubicBezTo>
                  <a:pt x="57449" y="44032"/>
                  <a:pt x="57548" y="43933"/>
                  <a:pt x="57673" y="43858"/>
                </a:cubicBezTo>
                <a:cubicBezTo>
                  <a:pt x="57847" y="43734"/>
                  <a:pt x="58046" y="43609"/>
                  <a:pt x="58220" y="43535"/>
                </a:cubicBezTo>
                <a:cubicBezTo>
                  <a:pt x="58345" y="43435"/>
                  <a:pt x="58469" y="43360"/>
                  <a:pt x="58619" y="43286"/>
                </a:cubicBezTo>
                <a:cubicBezTo>
                  <a:pt x="58818" y="43186"/>
                  <a:pt x="58967" y="43087"/>
                  <a:pt x="59166" y="42987"/>
                </a:cubicBezTo>
                <a:cubicBezTo>
                  <a:pt x="59316" y="42912"/>
                  <a:pt x="59465" y="42813"/>
                  <a:pt x="59589" y="42738"/>
                </a:cubicBezTo>
                <a:cubicBezTo>
                  <a:pt x="59739" y="42663"/>
                  <a:pt x="59913" y="42589"/>
                  <a:pt x="60062" y="42489"/>
                </a:cubicBezTo>
                <a:cubicBezTo>
                  <a:pt x="60087" y="42464"/>
                  <a:pt x="60162" y="42464"/>
                  <a:pt x="60187" y="42439"/>
                </a:cubicBezTo>
                <a:lnTo>
                  <a:pt x="60560" y="42240"/>
                </a:lnTo>
                <a:lnTo>
                  <a:pt x="60934" y="42066"/>
                </a:lnTo>
                <a:cubicBezTo>
                  <a:pt x="60983" y="42041"/>
                  <a:pt x="61008" y="42041"/>
                  <a:pt x="61083" y="41991"/>
                </a:cubicBezTo>
                <a:cubicBezTo>
                  <a:pt x="61232" y="41942"/>
                  <a:pt x="61357" y="41842"/>
                  <a:pt x="61506" y="41792"/>
                </a:cubicBezTo>
                <a:cubicBezTo>
                  <a:pt x="61631" y="41718"/>
                  <a:pt x="61730" y="41693"/>
                  <a:pt x="61855" y="41618"/>
                </a:cubicBezTo>
                <a:cubicBezTo>
                  <a:pt x="62079" y="41543"/>
                  <a:pt x="62253" y="41444"/>
                  <a:pt x="62477" y="41344"/>
                </a:cubicBezTo>
                <a:cubicBezTo>
                  <a:pt x="62576" y="41319"/>
                  <a:pt x="62676" y="41294"/>
                  <a:pt x="62751" y="41220"/>
                </a:cubicBezTo>
                <a:lnTo>
                  <a:pt x="63224" y="41046"/>
                </a:lnTo>
                <a:close/>
                <a:moveTo>
                  <a:pt x="73130" y="45028"/>
                </a:moveTo>
                <a:cubicBezTo>
                  <a:pt x="73130" y="45053"/>
                  <a:pt x="73080" y="45078"/>
                  <a:pt x="73080" y="45128"/>
                </a:cubicBezTo>
                <a:lnTo>
                  <a:pt x="73080" y="45053"/>
                </a:lnTo>
                <a:lnTo>
                  <a:pt x="73130" y="45028"/>
                </a:lnTo>
                <a:close/>
                <a:moveTo>
                  <a:pt x="22228" y="36466"/>
                </a:moveTo>
                <a:cubicBezTo>
                  <a:pt x="23970" y="37113"/>
                  <a:pt x="26111" y="38208"/>
                  <a:pt x="28426" y="39602"/>
                </a:cubicBezTo>
                <a:cubicBezTo>
                  <a:pt x="28003" y="40050"/>
                  <a:pt x="27629" y="40473"/>
                  <a:pt x="27231" y="40946"/>
                </a:cubicBezTo>
                <a:cubicBezTo>
                  <a:pt x="27131" y="41070"/>
                  <a:pt x="27057" y="41170"/>
                  <a:pt x="26907" y="41294"/>
                </a:cubicBezTo>
                <a:cubicBezTo>
                  <a:pt x="26260" y="42041"/>
                  <a:pt x="25613" y="42813"/>
                  <a:pt x="24966" y="43584"/>
                </a:cubicBezTo>
                <a:cubicBezTo>
                  <a:pt x="24891" y="43659"/>
                  <a:pt x="24866" y="43709"/>
                  <a:pt x="24792" y="43784"/>
                </a:cubicBezTo>
                <a:lnTo>
                  <a:pt x="23672" y="45177"/>
                </a:lnTo>
                <a:cubicBezTo>
                  <a:pt x="21879" y="43286"/>
                  <a:pt x="20436" y="41568"/>
                  <a:pt x="19490" y="40100"/>
                </a:cubicBezTo>
                <a:cubicBezTo>
                  <a:pt x="19789" y="39677"/>
                  <a:pt x="20062" y="39278"/>
                  <a:pt x="20386" y="38830"/>
                </a:cubicBezTo>
                <a:lnTo>
                  <a:pt x="20411" y="38805"/>
                </a:lnTo>
                <a:cubicBezTo>
                  <a:pt x="20784" y="38283"/>
                  <a:pt x="21183" y="37760"/>
                  <a:pt x="21606" y="37237"/>
                </a:cubicBezTo>
                <a:cubicBezTo>
                  <a:pt x="21631" y="37212"/>
                  <a:pt x="21655" y="37187"/>
                  <a:pt x="21655" y="37138"/>
                </a:cubicBezTo>
                <a:cubicBezTo>
                  <a:pt x="21855" y="36889"/>
                  <a:pt x="22029" y="36690"/>
                  <a:pt x="22228" y="36466"/>
                </a:cubicBezTo>
                <a:close/>
                <a:moveTo>
                  <a:pt x="72657" y="44904"/>
                </a:moveTo>
                <a:lnTo>
                  <a:pt x="72657" y="44953"/>
                </a:lnTo>
                <a:cubicBezTo>
                  <a:pt x="72408" y="45028"/>
                  <a:pt x="72184" y="45128"/>
                  <a:pt x="71935" y="45177"/>
                </a:cubicBezTo>
                <a:cubicBezTo>
                  <a:pt x="71985" y="45153"/>
                  <a:pt x="71985" y="45128"/>
                  <a:pt x="72010" y="45128"/>
                </a:cubicBezTo>
                <a:cubicBezTo>
                  <a:pt x="72234" y="45053"/>
                  <a:pt x="72433" y="45003"/>
                  <a:pt x="72657" y="44904"/>
                </a:cubicBezTo>
                <a:close/>
                <a:moveTo>
                  <a:pt x="55756" y="45202"/>
                </a:moveTo>
                <a:lnTo>
                  <a:pt x="55781" y="45227"/>
                </a:lnTo>
                <a:cubicBezTo>
                  <a:pt x="55781" y="45227"/>
                  <a:pt x="55756" y="45227"/>
                  <a:pt x="55756" y="45277"/>
                </a:cubicBezTo>
                <a:lnTo>
                  <a:pt x="55731" y="45302"/>
                </a:lnTo>
                <a:cubicBezTo>
                  <a:pt x="55731" y="45277"/>
                  <a:pt x="55731" y="45277"/>
                  <a:pt x="55706" y="45227"/>
                </a:cubicBezTo>
                <a:cubicBezTo>
                  <a:pt x="55731" y="45202"/>
                  <a:pt x="55731" y="45202"/>
                  <a:pt x="55756" y="45202"/>
                </a:cubicBezTo>
                <a:close/>
                <a:moveTo>
                  <a:pt x="28575" y="39701"/>
                </a:moveTo>
                <a:cubicBezTo>
                  <a:pt x="28600" y="39701"/>
                  <a:pt x="28600" y="39726"/>
                  <a:pt x="28625" y="39726"/>
                </a:cubicBezTo>
                <a:cubicBezTo>
                  <a:pt x="26957" y="41568"/>
                  <a:pt x="25364" y="43435"/>
                  <a:pt x="23846" y="45327"/>
                </a:cubicBezTo>
                <a:lnTo>
                  <a:pt x="23821" y="45302"/>
                </a:lnTo>
                <a:cubicBezTo>
                  <a:pt x="24145" y="44879"/>
                  <a:pt x="24493" y="44456"/>
                  <a:pt x="24841" y="44032"/>
                </a:cubicBezTo>
                <a:cubicBezTo>
                  <a:pt x="24991" y="43833"/>
                  <a:pt x="25115" y="43684"/>
                  <a:pt x="25265" y="43510"/>
                </a:cubicBezTo>
                <a:cubicBezTo>
                  <a:pt x="25837" y="42813"/>
                  <a:pt x="26385" y="42166"/>
                  <a:pt x="26982" y="41518"/>
                </a:cubicBezTo>
                <a:cubicBezTo>
                  <a:pt x="27206" y="41270"/>
                  <a:pt x="27455" y="40971"/>
                  <a:pt x="27679" y="40722"/>
                </a:cubicBezTo>
                <a:cubicBezTo>
                  <a:pt x="27978" y="40398"/>
                  <a:pt x="28252" y="40050"/>
                  <a:pt x="28575" y="39701"/>
                </a:cubicBezTo>
                <a:close/>
                <a:moveTo>
                  <a:pt x="19341" y="40274"/>
                </a:moveTo>
                <a:cubicBezTo>
                  <a:pt x="20286" y="41693"/>
                  <a:pt x="21730" y="43410"/>
                  <a:pt x="23522" y="45302"/>
                </a:cubicBezTo>
                <a:cubicBezTo>
                  <a:pt x="23572" y="45327"/>
                  <a:pt x="23522" y="45327"/>
                  <a:pt x="23522" y="45377"/>
                </a:cubicBezTo>
                <a:cubicBezTo>
                  <a:pt x="21705" y="43460"/>
                  <a:pt x="20286" y="41767"/>
                  <a:pt x="19291" y="40324"/>
                </a:cubicBezTo>
                <a:cubicBezTo>
                  <a:pt x="19291" y="40299"/>
                  <a:pt x="19341" y="40299"/>
                  <a:pt x="19341" y="40274"/>
                </a:cubicBezTo>
                <a:close/>
                <a:moveTo>
                  <a:pt x="117436" y="31687"/>
                </a:moveTo>
                <a:lnTo>
                  <a:pt x="117436" y="31687"/>
                </a:lnTo>
                <a:cubicBezTo>
                  <a:pt x="118034" y="35868"/>
                  <a:pt x="117660" y="40548"/>
                  <a:pt x="116466" y="45451"/>
                </a:cubicBezTo>
                <a:cubicBezTo>
                  <a:pt x="116590" y="42838"/>
                  <a:pt x="116366" y="40349"/>
                  <a:pt x="115794" y="38059"/>
                </a:cubicBezTo>
                <a:cubicBezTo>
                  <a:pt x="115819" y="37984"/>
                  <a:pt x="115819" y="37959"/>
                  <a:pt x="115843" y="37909"/>
                </a:cubicBezTo>
                <a:cubicBezTo>
                  <a:pt x="115843" y="37859"/>
                  <a:pt x="115868" y="37835"/>
                  <a:pt x="115868" y="37810"/>
                </a:cubicBezTo>
                <a:cubicBezTo>
                  <a:pt x="115968" y="37586"/>
                  <a:pt x="116092" y="37337"/>
                  <a:pt x="116192" y="37113"/>
                </a:cubicBezTo>
                <a:cubicBezTo>
                  <a:pt x="116217" y="37063"/>
                  <a:pt x="116242" y="36963"/>
                  <a:pt x="116291" y="36914"/>
                </a:cubicBezTo>
                <a:cubicBezTo>
                  <a:pt x="116366" y="36690"/>
                  <a:pt x="116441" y="36466"/>
                  <a:pt x="116540" y="36242"/>
                </a:cubicBezTo>
                <a:lnTo>
                  <a:pt x="116615" y="35968"/>
                </a:lnTo>
                <a:cubicBezTo>
                  <a:pt x="116690" y="35744"/>
                  <a:pt x="116739" y="35569"/>
                  <a:pt x="116814" y="35345"/>
                </a:cubicBezTo>
                <a:cubicBezTo>
                  <a:pt x="116839" y="35246"/>
                  <a:pt x="116864" y="35121"/>
                  <a:pt x="116914" y="35047"/>
                </a:cubicBezTo>
                <a:cubicBezTo>
                  <a:pt x="116964" y="34848"/>
                  <a:pt x="116988" y="34624"/>
                  <a:pt x="117063" y="34449"/>
                </a:cubicBezTo>
                <a:cubicBezTo>
                  <a:pt x="117088" y="34325"/>
                  <a:pt x="117113" y="34200"/>
                  <a:pt x="117113" y="34076"/>
                </a:cubicBezTo>
                <a:lnTo>
                  <a:pt x="117212" y="33504"/>
                </a:lnTo>
                <a:cubicBezTo>
                  <a:pt x="117212" y="33454"/>
                  <a:pt x="117237" y="33379"/>
                  <a:pt x="117237" y="33329"/>
                </a:cubicBezTo>
                <a:cubicBezTo>
                  <a:pt x="117287" y="33255"/>
                  <a:pt x="117287" y="33230"/>
                  <a:pt x="117287" y="33205"/>
                </a:cubicBezTo>
                <a:cubicBezTo>
                  <a:pt x="117287" y="33130"/>
                  <a:pt x="117312" y="33080"/>
                  <a:pt x="117312" y="33006"/>
                </a:cubicBezTo>
                <a:cubicBezTo>
                  <a:pt x="117337" y="32856"/>
                  <a:pt x="117362" y="32682"/>
                  <a:pt x="117362" y="32508"/>
                </a:cubicBezTo>
                <a:lnTo>
                  <a:pt x="117362" y="32359"/>
                </a:lnTo>
                <a:lnTo>
                  <a:pt x="117362" y="32309"/>
                </a:lnTo>
                <a:cubicBezTo>
                  <a:pt x="117362" y="32184"/>
                  <a:pt x="117412" y="32010"/>
                  <a:pt x="117412" y="31886"/>
                </a:cubicBezTo>
                <a:cubicBezTo>
                  <a:pt x="117412" y="31836"/>
                  <a:pt x="117412" y="31761"/>
                  <a:pt x="117436" y="31687"/>
                </a:cubicBezTo>
                <a:close/>
                <a:moveTo>
                  <a:pt x="72906" y="45078"/>
                </a:moveTo>
                <a:cubicBezTo>
                  <a:pt x="72931" y="45227"/>
                  <a:pt x="72931" y="45377"/>
                  <a:pt x="72981" y="45526"/>
                </a:cubicBezTo>
                <a:cubicBezTo>
                  <a:pt x="72981" y="45551"/>
                  <a:pt x="72931" y="45625"/>
                  <a:pt x="72931" y="45650"/>
                </a:cubicBezTo>
                <a:cubicBezTo>
                  <a:pt x="72906" y="45451"/>
                  <a:pt x="72881" y="45302"/>
                  <a:pt x="72881" y="45128"/>
                </a:cubicBezTo>
                <a:cubicBezTo>
                  <a:pt x="72881" y="45078"/>
                  <a:pt x="72906" y="45078"/>
                  <a:pt x="72906" y="45078"/>
                </a:cubicBezTo>
                <a:close/>
                <a:moveTo>
                  <a:pt x="73379" y="45003"/>
                </a:moveTo>
                <a:lnTo>
                  <a:pt x="73180" y="45650"/>
                </a:lnTo>
                <a:cubicBezTo>
                  <a:pt x="73180" y="45625"/>
                  <a:pt x="73155" y="45551"/>
                  <a:pt x="73155" y="45526"/>
                </a:cubicBezTo>
                <a:cubicBezTo>
                  <a:pt x="73205" y="45327"/>
                  <a:pt x="73280" y="45177"/>
                  <a:pt x="73304" y="45003"/>
                </a:cubicBezTo>
                <a:close/>
                <a:moveTo>
                  <a:pt x="99938" y="37660"/>
                </a:moveTo>
                <a:cubicBezTo>
                  <a:pt x="100411" y="37835"/>
                  <a:pt x="100884" y="38059"/>
                  <a:pt x="101357" y="38283"/>
                </a:cubicBezTo>
                <a:cubicBezTo>
                  <a:pt x="100610" y="40249"/>
                  <a:pt x="99739" y="42315"/>
                  <a:pt x="98768" y="44331"/>
                </a:cubicBezTo>
                <a:cubicBezTo>
                  <a:pt x="98693" y="44381"/>
                  <a:pt x="98619" y="44431"/>
                  <a:pt x="98544" y="44456"/>
                </a:cubicBezTo>
                <a:cubicBezTo>
                  <a:pt x="98445" y="44505"/>
                  <a:pt x="98395" y="44530"/>
                  <a:pt x="98295" y="44580"/>
                </a:cubicBezTo>
                <a:cubicBezTo>
                  <a:pt x="98046" y="44704"/>
                  <a:pt x="97797" y="44829"/>
                  <a:pt x="97524" y="44929"/>
                </a:cubicBezTo>
                <a:cubicBezTo>
                  <a:pt x="97449" y="44953"/>
                  <a:pt x="97399" y="45003"/>
                  <a:pt x="97300" y="45028"/>
                </a:cubicBezTo>
                <a:cubicBezTo>
                  <a:pt x="97026" y="45153"/>
                  <a:pt x="96752" y="45252"/>
                  <a:pt x="96503" y="45327"/>
                </a:cubicBezTo>
                <a:cubicBezTo>
                  <a:pt x="96428" y="45377"/>
                  <a:pt x="96379" y="45377"/>
                  <a:pt x="96329" y="45401"/>
                </a:cubicBezTo>
                <a:cubicBezTo>
                  <a:pt x="96080" y="45501"/>
                  <a:pt x="95831" y="45551"/>
                  <a:pt x="95632" y="45650"/>
                </a:cubicBezTo>
                <a:cubicBezTo>
                  <a:pt x="94711" y="44754"/>
                  <a:pt x="93591" y="44008"/>
                  <a:pt x="92321" y="43460"/>
                </a:cubicBezTo>
                <a:cubicBezTo>
                  <a:pt x="95134" y="42190"/>
                  <a:pt x="97772" y="40199"/>
                  <a:pt x="99938" y="37660"/>
                </a:cubicBezTo>
                <a:close/>
                <a:moveTo>
                  <a:pt x="14638" y="40456"/>
                </a:moveTo>
                <a:cubicBezTo>
                  <a:pt x="14595" y="40521"/>
                  <a:pt x="14553" y="40584"/>
                  <a:pt x="14512" y="40647"/>
                </a:cubicBezTo>
                <a:cubicBezTo>
                  <a:pt x="14039" y="41319"/>
                  <a:pt x="13541" y="42066"/>
                  <a:pt x="13043" y="42838"/>
                </a:cubicBezTo>
                <a:cubicBezTo>
                  <a:pt x="12944" y="42962"/>
                  <a:pt x="12869" y="43136"/>
                  <a:pt x="12769" y="43261"/>
                </a:cubicBezTo>
                <a:cubicBezTo>
                  <a:pt x="12228" y="44059"/>
                  <a:pt x="11702" y="44882"/>
                  <a:pt x="11207" y="45673"/>
                </a:cubicBezTo>
                <a:lnTo>
                  <a:pt x="11207" y="45673"/>
                </a:lnTo>
                <a:cubicBezTo>
                  <a:pt x="11728" y="44828"/>
                  <a:pt x="12253" y="43947"/>
                  <a:pt x="12819" y="43087"/>
                </a:cubicBezTo>
                <a:cubicBezTo>
                  <a:pt x="12869" y="43037"/>
                  <a:pt x="12919" y="42962"/>
                  <a:pt x="12944" y="42912"/>
                </a:cubicBezTo>
                <a:cubicBezTo>
                  <a:pt x="13441" y="42166"/>
                  <a:pt x="13939" y="41444"/>
                  <a:pt x="14437" y="40722"/>
                </a:cubicBezTo>
                <a:cubicBezTo>
                  <a:pt x="14505" y="40635"/>
                  <a:pt x="14571" y="40546"/>
                  <a:pt x="14638" y="40456"/>
                </a:cubicBezTo>
                <a:close/>
                <a:moveTo>
                  <a:pt x="42838" y="27903"/>
                </a:moveTo>
                <a:cubicBezTo>
                  <a:pt x="44281" y="30517"/>
                  <a:pt x="45999" y="33304"/>
                  <a:pt x="47891" y="35968"/>
                </a:cubicBezTo>
                <a:cubicBezTo>
                  <a:pt x="44306" y="39054"/>
                  <a:pt x="40921" y="42290"/>
                  <a:pt x="37785" y="45675"/>
                </a:cubicBezTo>
                <a:cubicBezTo>
                  <a:pt x="35171" y="43634"/>
                  <a:pt x="32483" y="41693"/>
                  <a:pt x="29994" y="40100"/>
                </a:cubicBezTo>
                <a:cubicBezTo>
                  <a:pt x="33578" y="35669"/>
                  <a:pt x="37934" y="31462"/>
                  <a:pt x="42838" y="27903"/>
                </a:cubicBezTo>
                <a:close/>
                <a:moveTo>
                  <a:pt x="92072" y="43559"/>
                </a:moveTo>
                <a:cubicBezTo>
                  <a:pt x="93342" y="44057"/>
                  <a:pt x="94462" y="44804"/>
                  <a:pt x="95408" y="45700"/>
                </a:cubicBezTo>
                <a:lnTo>
                  <a:pt x="95308" y="45700"/>
                </a:lnTo>
                <a:cubicBezTo>
                  <a:pt x="94387" y="44804"/>
                  <a:pt x="93292" y="44082"/>
                  <a:pt x="91973" y="43584"/>
                </a:cubicBezTo>
                <a:cubicBezTo>
                  <a:pt x="92023" y="43584"/>
                  <a:pt x="92048" y="43559"/>
                  <a:pt x="92072" y="43559"/>
                </a:cubicBezTo>
                <a:close/>
                <a:moveTo>
                  <a:pt x="106730" y="41502"/>
                </a:moveTo>
                <a:cubicBezTo>
                  <a:pt x="108006" y="42414"/>
                  <a:pt x="109135" y="43398"/>
                  <a:pt x="110168" y="44431"/>
                </a:cubicBezTo>
                <a:cubicBezTo>
                  <a:pt x="110143" y="44456"/>
                  <a:pt x="110118" y="44530"/>
                  <a:pt x="110094" y="44605"/>
                </a:cubicBezTo>
                <a:cubicBezTo>
                  <a:pt x="109994" y="44704"/>
                  <a:pt x="109870" y="44804"/>
                  <a:pt x="109770" y="44904"/>
                </a:cubicBezTo>
                <a:cubicBezTo>
                  <a:pt x="109695" y="45003"/>
                  <a:pt x="109596" y="45053"/>
                  <a:pt x="109471" y="45153"/>
                </a:cubicBezTo>
                <a:cubicBezTo>
                  <a:pt x="109322" y="45277"/>
                  <a:pt x="109123" y="45401"/>
                  <a:pt x="108973" y="45526"/>
                </a:cubicBezTo>
                <a:cubicBezTo>
                  <a:pt x="108874" y="45576"/>
                  <a:pt x="108774" y="45650"/>
                  <a:pt x="108700" y="45725"/>
                </a:cubicBezTo>
                <a:cubicBezTo>
                  <a:pt x="108700" y="45675"/>
                  <a:pt x="108650" y="45650"/>
                  <a:pt x="108650" y="45576"/>
                </a:cubicBezTo>
                <a:cubicBezTo>
                  <a:pt x="108600" y="45377"/>
                  <a:pt x="108525" y="45153"/>
                  <a:pt x="108476" y="44953"/>
                </a:cubicBezTo>
                <a:lnTo>
                  <a:pt x="108376" y="44680"/>
                </a:lnTo>
                <a:cubicBezTo>
                  <a:pt x="108351" y="44605"/>
                  <a:pt x="108301" y="44530"/>
                  <a:pt x="108277" y="44456"/>
                </a:cubicBezTo>
                <a:cubicBezTo>
                  <a:pt x="108252" y="44356"/>
                  <a:pt x="108177" y="44256"/>
                  <a:pt x="108152" y="44157"/>
                </a:cubicBezTo>
                <a:cubicBezTo>
                  <a:pt x="108127" y="44082"/>
                  <a:pt x="108127" y="44057"/>
                  <a:pt x="108102" y="43983"/>
                </a:cubicBezTo>
                <a:cubicBezTo>
                  <a:pt x="108102" y="43958"/>
                  <a:pt x="108052" y="43933"/>
                  <a:pt x="108052" y="43933"/>
                </a:cubicBezTo>
                <a:cubicBezTo>
                  <a:pt x="108003" y="43808"/>
                  <a:pt x="107978" y="43684"/>
                  <a:pt x="107903" y="43584"/>
                </a:cubicBezTo>
                <a:cubicBezTo>
                  <a:pt x="107903" y="43559"/>
                  <a:pt x="107878" y="43535"/>
                  <a:pt x="107878" y="43510"/>
                </a:cubicBezTo>
                <a:lnTo>
                  <a:pt x="107779" y="43311"/>
                </a:lnTo>
                <a:cubicBezTo>
                  <a:pt x="107679" y="43136"/>
                  <a:pt x="107604" y="42912"/>
                  <a:pt x="107480" y="42713"/>
                </a:cubicBezTo>
                <a:cubicBezTo>
                  <a:pt x="107430" y="42663"/>
                  <a:pt x="107380" y="42589"/>
                  <a:pt x="107356" y="42514"/>
                </a:cubicBezTo>
                <a:cubicBezTo>
                  <a:pt x="107281" y="42415"/>
                  <a:pt x="107231" y="42290"/>
                  <a:pt x="107156" y="42190"/>
                </a:cubicBezTo>
                <a:cubicBezTo>
                  <a:pt x="107107" y="42066"/>
                  <a:pt x="107032" y="41966"/>
                  <a:pt x="106932" y="41842"/>
                </a:cubicBezTo>
                <a:cubicBezTo>
                  <a:pt x="106883" y="41718"/>
                  <a:pt x="106783" y="41643"/>
                  <a:pt x="106733" y="41518"/>
                </a:cubicBezTo>
                <a:cubicBezTo>
                  <a:pt x="106733" y="41518"/>
                  <a:pt x="106733" y="41511"/>
                  <a:pt x="106730" y="41502"/>
                </a:cubicBezTo>
                <a:close/>
                <a:moveTo>
                  <a:pt x="55507" y="45426"/>
                </a:moveTo>
                <a:lnTo>
                  <a:pt x="55557" y="45451"/>
                </a:lnTo>
                <a:lnTo>
                  <a:pt x="55582" y="45476"/>
                </a:lnTo>
                <a:cubicBezTo>
                  <a:pt x="55569" y="45473"/>
                  <a:pt x="55556" y="45471"/>
                  <a:pt x="55543" y="45471"/>
                </a:cubicBezTo>
                <a:cubicBezTo>
                  <a:pt x="55456" y="45471"/>
                  <a:pt x="55367" y="45539"/>
                  <a:pt x="55258" y="45625"/>
                </a:cubicBezTo>
                <a:cubicBezTo>
                  <a:pt x="55201" y="45663"/>
                  <a:pt x="55130" y="45716"/>
                  <a:pt x="55055" y="45772"/>
                </a:cubicBezTo>
                <a:lnTo>
                  <a:pt x="55055" y="45772"/>
                </a:lnTo>
                <a:cubicBezTo>
                  <a:pt x="55183" y="45673"/>
                  <a:pt x="55315" y="45575"/>
                  <a:pt x="55458" y="45476"/>
                </a:cubicBezTo>
                <a:cubicBezTo>
                  <a:pt x="55482" y="45476"/>
                  <a:pt x="55482" y="45451"/>
                  <a:pt x="55507" y="45426"/>
                </a:cubicBezTo>
                <a:close/>
                <a:moveTo>
                  <a:pt x="29870" y="40199"/>
                </a:moveTo>
                <a:cubicBezTo>
                  <a:pt x="32408" y="41842"/>
                  <a:pt x="35047" y="43759"/>
                  <a:pt x="37660" y="45800"/>
                </a:cubicBezTo>
                <a:lnTo>
                  <a:pt x="37636" y="45825"/>
                </a:lnTo>
                <a:cubicBezTo>
                  <a:pt x="35022" y="43784"/>
                  <a:pt x="32359" y="41892"/>
                  <a:pt x="29845" y="40249"/>
                </a:cubicBezTo>
                <a:cubicBezTo>
                  <a:pt x="29845" y="40224"/>
                  <a:pt x="29870" y="40224"/>
                  <a:pt x="29870" y="40199"/>
                </a:cubicBezTo>
                <a:close/>
                <a:moveTo>
                  <a:pt x="48015" y="36167"/>
                </a:moveTo>
                <a:cubicBezTo>
                  <a:pt x="48015" y="36192"/>
                  <a:pt x="48040" y="36192"/>
                  <a:pt x="48040" y="36217"/>
                </a:cubicBezTo>
                <a:cubicBezTo>
                  <a:pt x="44481" y="39228"/>
                  <a:pt x="41120" y="42464"/>
                  <a:pt x="38009" y="45825"/>
                </a:cubicBezTo>
                <a:cubicBezTo>
                  <a:pt x="37959" y="45825"/>
                  <a:pt x="37959" y="45800"/>
                  <a:pt x="37934" y="45800"/>
                </a:cubicBezTo>
                <a:cubicBezTo>
                  <a:pt x="41071" y="42439"/>
                  <a:pt x="44431" y="39204"/>
                  <a:pt x="48015" y="36167"/>
                </a:cubicBezTo>
                <a:close/>
                <a:moveTo>
                  <a:pt x="98619" y="44630"/>
                </a:moveTo>
                <a:cubicBezTo>
                  <a:pt x="98619" y="44630"/>
                  <a:pt x="98619" y="44655"/>
                  <a:pt x="98569" y="44655"/>
                </a:cubicBezTo>
                <a:cubicBezTo>
                  <a:pt x="98569" y="44655"/>
                  <a:pt x="98569" y="44680"/>
                  <a:pt x="98544" y="44680"/>
                </a:cubicBezTo>
                <a:cubicBezTo>
                  <a:pt x="97673" y="45153"/>
                  <a:pt x="96752" y="45526"/>
                  <a:pt x="95781" y="45825"/>
                </a:cubicBezTo>
                <a:lnTo>
                  <a:pt x="95707" y="45775"/>
                </a:lnTo>
                <a:cubicBezTo>
                  <a:pt x="96677" y="45451"/>
                  <a:pt x="97623" y="45078"/>
                  <a:pt x="98544" y="44655"/>
                </a:cubicBezTo>
                <a:cubicBezTo>
                  <a:pt x="98569" y="44655"/>
                  <a:pt x="98569" y="44630"/>
                  <a:pt x="98619" y="44630"/>
                </a:cubicBezTo>
                <a:close/>
                <a:moveTo>
                  <a:pt x="106061" y="40846"/>
                </a:moveTo>
                <a:lnTo>
                  <a:pt x="106061" y="40846"/>
                </a:lnTo>
                <a:cubicBezTo>
                  <a:pt x="106111" y="40896"/>
                  <a:pt x="106136" y="40896"/>
                  <a:pt x="106161" y="40921"/>
                </a:cubicBezTo>
                <a:cubicBezTo>
                  <a:pt x="106186" y="40946"/>
                  <a:pt x="106235" y="40946"/>
                  <a:pt x="106260" y="40971"/>
                </a:cubicBezTo>
                <a:cubicBezTo>
                  <a:pt x="106310" y="41070"/>
                  <a:pt x="106385" y="41145"/>
                  <a:pt x="106435" y="41220"/>
                </a:cubicBezTo>
                <a:cubicBezTo>
                  <a:pt x="106484" y="41294"/>
                  <a:pt x="106509" y="41319"/>
                  <a:pt x="106534" y="41394"/>
                </a:cubicBezTo>
                <a:cubicBezTo>
                  <a:pt x="106584" y="41419"/>
                  <a:pt x="106584" y="41444"/>
                  <a:pt x="106609" y="41469"/>
                </a:cubicBezTo>
                <a:cubicBezTo>
                  <a:pt x="106659" y="41543"/>
                  <a:pt x="106708" y="41643"/>
                  <a:pt x="106758" y="41693"/>
                </a:cubicBezTo>
                <a:cubicBezTo>
                  <a:pt x="106858" y="41842"/>
                  <a:pt x="106982" y="42016"/>
                  <a:pt x="107057" y="42190"/>
                </a:cubicBezTo>
                <a:cubicBezTo>
                  <a:pt x="107107" y="42215"/>
                  <a:pt x="107132" y="42290"/>
                  <a:pt x="107156" y="42315"/>
                </a:cubicBezTo>
                <a:cubicBezTo>
                  <a:pt x="107231" y="42415"/>
                  <a:pt x="107256" y="42514"/>
                  <a:pt x="107331" y="42564"/>
                </a:cubicBezTo>
                <a:cubicBezTo>
                  <a:pt x="107430" y="42763"/>
                  <a:pt x="107530" y="42962"/>
                  <a:pt x="107629" y="43186"/>
                </a:cubicBezTo>
                <a:cubicBezTo>
                  <a:pt x="107679" y="43286"/>
                  <a:pt x="107729" y="43410"/>
                  <a:pt x="107779" y="43510"/>
                </a:cubicBezTo>
                <a:cubicBezTo>
                  <a:pt x="107828" y="43559"/>
                  <a:pt x="107853" y="43634"/>
                  <a:pt x="107878" y="43709"/>
                </a:cubicBezTo>
                <a:cubicBezTo>
                  <a:pt x="107978" y="43908"/>
                  <a:pt x="108028" y="44082"/>
                  <a:pt x="108127" y="44306"/>
                </a:cubicBezTo>
                <a:cubicBezTo>
                  <a:pt x="108152" y="44406"/>
                  <a:pt x="108202" y="44505"/>
                  <a:pt x="108252" y="44580"/>
                </a:cubicBezTo>
                <a:cubicBezTo>
                  <a:pt x="108277" y="44655"/>
                  <a:pt x="108277" y="44680"/>
                  <a:pt x="108301" y="44754"/>
                </a:cubicBezTo>
                <a:cubicBezTo>
                  <a:pt x="108301" y="44779"/>
                  <a:pt x="108351" y="44804"/>
                  <a:pt x="108351" y="44804"/>
                </a:cubicBezTo>
                <a:cubicBezTo>
                  <a:pt x="108401" y="45028"/>
                  <a:pt x="108501" y="45252"/>
                  <a:pt x="108575" y="45501"/>
                </a:cubicBezTo>
                <a:cubicBezTo>
                  <a:pt x="108476" y="45650"/>
                  <a:pt x="108525" y="45750"/>
                  <a:pt x="108525" y="45849"/>
                </a:cubicBezTo>
                <a:cubicBezTo>
                  <a:pt x="108401" y="45576"/>
                  <a:pt x="108351" y="45302"/>
                  <a:pt x="108252" y="45028"/>
                </a:cubicBezTo>
                <a:cubicBezTo>
                  <a:pt x="108227" y="44953"/>
                  <a:pt x="108227" y="44904"/>
                  <a:pt x="108202" y="44879"/>
                </a:cubicBezTo>
                <a:cubicBezTo>
                  <a:pt x="108152" y="44804"/>
                  <a:pt x="108127" y="44754"/>
                  <a:pt x="108102" y="44655"/>
                </a:cubicBezTo>
                <a:cubicBezTo>
                  <a:pt x="108077" y="44555"/>
                  <a:pt x="108028" y="44456"/>
                  <a:pt x="108003" y="44331"/>
                </a:cubicBezTo>
                <a:lnTo>
                  <a:pt x="108003" y="44306"/>
                </a:lnTo>
                <a:cubicBezTo>
                  <a:pt x="107953" y="44182"/>
                  <a:pt x="107903" y="44057"/>
                  <a:pt x="107853" y="43933"/>
                </a:cubicBezTo>
                <a:cubicBezTo>
                  <a:pt x="107828" y="43833"/>
                  <a:pt x="107779" y="43784"/>
                  <a:pt x="107754" y="43684"/>
                </a:cubicBezTo>
                <a:cubicBezTo>
                  <a:pt x="107754" y="43659"/>
                  <a:pt x="107729" y="43634"/>
                  <a:pt x="107729" y="43584"/>
                </a:cubicBezTo>
                <a:cubicBezTo>
                  <a:pt x="107604" y="43311"/>
                  <a:pt x="107480" y="43062"/>
                  <a:pt x="107331" y="42788"/>
                </a:cubicBezTo>
                <a:lnTo>
                  <a:pt x="107331" y="42763"/>
                </a:lnTo>
                <a:cubicBezTo>
                  <a:pt x="107331" y="42713"/>
                  <a:pt x="107281" y="42713"/>
                  <a:pt x="107281" y="42688"/>
                </a:cubicBezTo>
                <a:cubicBezTo>
                  <a:pt x="107256" y="42663"/>
                  <a:pt x="107256" y="42639"/>
                  <a:pt x="107231" y="42589"/>
                </a:cubicBezTo>
                <a:cubicBezTo>
                  <a:pt x="107181" y="42514"/>
                  <a:pt x="107132" y="42439"/>
                  <a:pt x="107057" y="42390"/>
                </a:cubicBezTo>
                <a:cubicBezTo>
                  <a:pt x="106982" y="42190"/>
                  <a:pt x="106858" y="42016"/>
                  <a:pt x="106733" y="41817"/>
                </a:cubicBezTo>
                <a:cubicBezTo>
                  <a:pt x="106683" y="41767"/>
                  <a:pt x="106634" y="41668"/>
                  <a:pt x="106609" y="41593"/>
                </a:cubicBezTo>
                <a:cubicBezTo>
                  <a:pt x="106559" y="41543"/>
                  <a:pt x="106509" y="41469"/>
                  <a:pt x="106484" y="41419"/>
                </a:cubicBezTo>
                <a:lnTo>
                  <a:pt x="106435" y="41394"/>
                </a:lnTo>
                <a:cubicBezTo>
                  <a:pt x="106435" y="41344"/>
                  <a:pt x="106410" y="41344"/>
                  <a:pt x="106410" y="41319"/>
                </a:cubicBezTo>
                <a:cubicBezTo>
                  <a:pt x="106310" y="41195"/>
                  <a:pt x="106235" y="41095"/>
                  <a:pt x="106161" y="40971"/>
                </a:cubicBezTo>
                <a:cubicBezTo>
                  <a:pt x="106136" y="40946"/>
                  <a:pt x="106111" y="40921"/>
                  <a:pt x="106061" y="40846"/>
                </a:cubicBezTo>
                <a:close/>
                <a:moveTo>
                  <a:pt x="95532" y="45825"/>
                </a:moveTo>
                <a:cubicBezTo>
                  <a:pt x="95532" y="45825"/>
                  <a:pt x="95557" y="45825"/>
                  <a:pt x="95557" y="45849"/>
                </a:cubicBezTo>
                <a:lnTo>
                  <a:pt x="95582" y="45899"/>
                </a:lnTo>
                <a:cubicBezTo>
                  <a:pt x="95557" y="45899"/>
                  <a:pt x="95557" y="45899"/>
                  <a:pt x="95532" y="45924"/>
                </a:cubicBezTo>
                <a:cubicBezTo>
                  <a:pt x="95532" y="45899"/>
                  <a:pt x="95507" y="45899"/>
                  <a:pt x="95458" y="45849"/>
                </a:cubicBezTo>
                <a:cubicBezTo>
                  <a:pt x="95507" y="45849"/>
                  <a:pt x="95532" y="45849"/>
                  <a:pt x="95532" y="45825"/>
                </a:cubicBezTo>
                <a:close/>
                <a:moveTo>
                  <a:pt x="37785" y="45924"/>
                </a:moveTo>
                <a:cubicBezTo>
                  <a:pt x="37810" y="45924"/>
                  <a:pt x="37810" y="45949"/>
                  <a:pt x="37835" y="45949"/>
                </a:cubicBezTo>
                <a:lnTo>
                  <a:pt x="37810" y="45999"/>
                </a:lnTo>
                <a:cubicBezTo>
                  <a:pt x="37810" y="45999"/>
                  <a:pt x="37785" y="45999"/>
                  <a:pt x="37760" y="45949"/>
                </a:cubicBezTo>
                <a:lnTo>
                  <a:pt x="37785" y="45924"/>
                </a:lnTo>
                <a:close/>
                <a:moveTo>
                  <a:pt x="109944" y="45003"/>
                </a:moveTo>
                <a:cubicBezTo>
                  <a:pt x="109944" y="45028"/>
                  <a:pt x="109894" y="45053"/>
                  <a:pt x="109894" y="45128"/>
                </a:cubicBezTo>
                <a:cubicBezTo>
                  <a:pt x="109845" y="45153"/>
                  <a:pt x="109820" y="45202"/>
                  <a:pt x="109745" y="45252"/>
                </a:cubicBezTo>
                <a:cubicBezTo>
                  <a:pt x="109471" y="45501"/>
                  <a:pt x="109123" y="45750"/>
                  <a:pt x="108774" y="45999"/>
                </a:cubicBezTo>
                <a:lnTo>
                  <a:pt x="108749" y="45924"/>
                </a:lnTo>
                <a:cubicBezTo>
                  <a:pt x="108849" y="45874"/>
                  <a:pt x="108949" y="45775"/>
                  <a:pt x="109023" y="45700"/>
                </a:cubicBezTo>
                <a:cubicBezTo>
                  <a:pt x="109197" y="45576"/>
                  <a:pt x="109347" y="45451"/>
                  <a:pt x="109496" y="45377"/>
                </a:cubicBezTo>
                <a:lnTo>
                  <a:pt x="109596" y="45277"/>
                </a:lnTo>
                <a:cubicBezTo>
                  <a:pt x="109720" y="45177"/>
                  <a:pt x="109820" y="45078"/>
                  <a:pt x="109944" y="45003"/>
                </a:cubicBezTo>
                <a:close/>
                <a:moveTo>
                  <a:pt x="73603" y="45053"/>
                </a:moveTo>
                <a:cubicBezTo>
                  <a:pt x="74051" y="45128"/>
                  <a:pt x="74549" y="45177"/>
                  <a:pt x="75047" y="45202"/>
                </a:cubicBezTo>
                <a:cubicBezTo>
                  <a:pt x="74474" y="45451"/>
                  <a:pt x="73877" y="45725"/>
                  <a:pt x="73280" y="46024"/>
                </a:cubicBezTo>
                <a:lnTo>
                  <a:pt x="73280" y="45999"/>
                </a:lnTo>
                <a:cubicBezTo>
                  <a:pt x="73404" y="45675"/>
                  <a:pt x="73504" y="45377"/>
                  <a:pt x="73603" y="45053"/>
                </a:cubicBezTo>
                <a:close/>
                <a:moveTo>
                  <a:pt x="80573" y="44431"/>
                </a:moveTo>
                <a:cubicBezTo>
                  <a:pt x="81021" y="44580"/>
                  <a:pt x="81568" y="44704"/>
                  <a:pt x="82116" y="44804"/>
                </a:cubicBezTo>
                <a:cubicBezTo>
                  <a:pt x="82141" y="44804"/>
                  <a:pt x="82191" y="44829"/>
                  <a:pt x="82216" y="44829"/>
                </a:cubicBezTo>
                <a:cubicBezTo>
                  <a:pt x="83062" y="45153"/>
                  <a:pt x="83759" y="45551"/>
                  <a:pt x="84431" y="46073"/>
                </a:cubicBezTo>
                <a:cubicBezTo>
                  <a:pt x="84306" y="46049"/>
                  <a:pt x="84182" y="46024"/>
                  <a:pt x="84082" y="45999"/>
                </a:cubicBezTo>
                <a:cubicBezTo>
                  <a:pt x="83958" y="45949"/>
                  <a:pt x="83833" y="45924"/>
                  <a:pt x="83734" y="45899"/>
                </a:cubicBezTo>
                <a:cubicBezTo>
                  <a:pt x="82738" y="45576"/>
                  <a:pt x="81767" y="45202"/>
                  <a:pt x="80871" y="44754"/>
                </a:cubicBezTo>
                <a:cubicBezTo>
                  <a:pt x="80822" y="44704"/>
                  <a:pt x="80722" y="44680"/>
                  <a:pt x="80647" y="44605"/>
                </a:cubicBezTo>
                <a:cubicBezTo>
                  <a:pt x="80573" y="44555"/>
                  <a:pt x="80473" y="44480"/>
                  <a:pt x="80349" y="44431"/>
                </a:cubicBezTo>
                <a:close/>
                <a:moveTo>
                  <a:pt x="73031" y="45849"/>
                </a:moveTo>
                <a:cubicBezTo>
                  <a:pt x="73031" y="45899"/>
                  <a:pt x="73056" y="45949"/>
                  <a:pt x="73056" y="45999"/>
                </a:cubicBezTo>
                <a:cubicBezTo>
                  <a:pt x="73056" y="46024"/>
                  <a:pt x="73031" y="46073"/>
                  <a:pt x="73031" y="46123"/>
                </a:cubicBezTo>
                <a:cubicBezTo>
                  <a:pt x="73031" y="46073"/>
                  <a:pt x="73031" y="46024"/>
                  <a:pt x="73006" y="45999"/>
                </a:cubicBezTo>
                <a:cubicBezTo>
                  <a:pt x="73006" y="45949"/>
                  <a:pt x="73031" y="45899"/>
                  <a:pt x="73031" y="45849"/>
                </a:cubicBezTo>
                <a:close/>
                <a:moveTo>
                  <a:pt x="108625" y="46049"/>
                </a:moveTo>
                <a:lnTo>
                  <a:pt x="108625" y="46073"/>
                </a:lnTo>
                <a:lnTo>
                  <a:pt x="108625" y="46123"/>
                </a:lnTo>
                <a:cubicBezTo>
                  <a:pt x="108625" y="46123"/>
                  <a:pt x="108600" y="46123"/>
                  <a:pt x="108600" y="46148"/>
                </a:cubicBezTo>
                <a:lnTo>
                  <a:pt x="108600" y="46123"/>
                </a:lnTo>
                <a:lnTo>
                  <a:pt x="108575" y="46073"/>
                </a:lnTo>
                <a:lnTo>
                  <a:pt x="108625" y="46049"/>
                </a:lnTo>
                <a:close/>
                <a:moveTo>
                  <a:pt x="48164" y="36341"/>
                </a:moveTo>
                <a:lnTo>
                  <a:pt x="48463" y="36714"/>
                </a:lnTo>
                <a:cubicBezTo>
                  <a:pt x="44630" y="39452"/>
                  <a:pt x="41245" y="42738"/>
                  <a:pt x="38457" y="46198"/>
                </a:cubicBezTo>
                <a:cubicBezTo>
                  <a:pt x="38382" y="46098"/>
                  <a:pt x="38258" y="46049"/>
                  <a:pt x="38158" y="45949"/>
                </a:cubicBezTo>
                <a:cubicBezTo>
                  <a:pt x="41245" y="42589"/>
                  <a:pt x="44605" y="39403"/>
                  <a:pt x="48164" y="36341"/>
                </a:cubicBezTo>
                <a:close/>
                <a:moveTo>
                  <a:pt x="82888" y="44929"/>
                </a:moveTo>
                <a:cubicBezTo>
                  <a:pt x="82962" y="44929"/>
                  <a:pt x="83062" y="44953"/>
                  <a:pt x="83136" y="44953"/>
                </a:cubicBezTo>
                <a:cubicBezTo>
                  <a:pt x="83833" y="45302"/>
                  <a:pt x="84431" y="45700"/>
                  <a:pt x="84954" y="46198"/>
                </a:cubicBezTo>
                <a:cubicBezTo>
                  <a:pt x="84929" y="46198"/>
                  <a:pt x="84854" y="46173"/>
                  <a:pt x="84829" y="46173"/>
                </a:cubicBezTo>
                <a:cubicBezTo>
                  <a:pt x="84257" y="45675"/>
                  <a:pt x="83609" y="45277"/>
                  <a:pt x="82888" y="44929"/>
                </a:cubicBezTo>
                <a:close/>
                <a:moveTo>
                  <a:pt x="65787" y="40448"/>
                </a:moveTo>
                <a:cubicBezTo>
                  <a:pt x="67057" y="41792"/>
                  <a:pt x="68426" y="42838"/>
                  <a:pt x="69795" y="43634"/>
                </a:cubicBezTo>
                <a:cubicBezTo>
                  <a:pt x="69646" y="43709"/>
                  <a:pt x="69496" y="43808"/>
                  <a:pt x="69372" y="43908"/>
                </a:cubicBezTo>
                <a:cubicBezTo>
                  <a:pt x="69247" y="44008"/>
                  <a:pt x="69123" y="44057"/>
                  <a:pt x="68949" y="44157"/>
                </a:cubicBezTo>
                <a:cubicBezTo>
                  <a:pt x="68749" y="44281"/>
                  <a:pt x="68525" y="44431"/>
                  <a:pt x="68301" y="44555"/>
                </a:cubicBezTo>
                <a:lnTo>
                  <a:pt x="68276" y="44580"/>
                </a:lnTo>
                <a:cubicBezTo>
                  <a:pt x="68227" y="44630"/>
                  <a:pt x="68177" y="44655"/>
                  <a:pt x="68152" y="44680"/>
                </a:cubicBezTo>
                <a:cubicBezTo>
                  <a:pt x="68028" y="44779"/>
                  <a:pt x="67903" y="44829"/>
                  <a:pt x="67729" y="44929"/>
                </a:cubicBezTo>
                <a:cubicBezTo>
                  <a:pt x="67654" y="45003"/>
                  <a:pt x="67580" y="45028"/>
                  <a:pt x="67480" y="45078"/>
                </a:cubicBezTo>
                <a:cubicBezTo>
                  <a:pt x="67156" y="45302"/>
                  <a:pt x="66833" y="45551"/>
                  <a:pt x="66484" y="45775"/>
                </a:cubicBezTo>
                <a:cubicBezTo>
                  <a:pt x="66459" y="45775"/>
                  <a:pt x="66459" y="45800"/>
                  <a:pt x="66435" y="45800"/>
                </a:cubicBezTo>
                <a:lnTo>
                  <a:pt x="66410" y="45825"/>
                </a:lnTo>
                <a:cubicBezTo>
                  <a:pt x="66186" y="45999"/>
                  <a:pt x="65962" y="46123"/>
                  <a:pt x="65738" y="46273"/>
                </a:cubicBezTo>
                <a:cubicBezTo>
                  <a:pt x="65713" y="46123"/>
                  <a:pt x="65613" y="45924"/>
                  <a:pt x="65588" y="45775"/>
                </a:cubicBezTo>
                <a:cubicBezTo>
                  <a:pt x="65538" y="45551"/>
                  <a:pt x="65464" y="45327"/>
                  <a:pt x="65364" y="45128"/>
                </a:cubicBezTo>
                <a:cubicBezTo>
                  <a:pt x="65314" y="44929"/>
                  <a:pt x="65215" y="44704"/>
                  <a:pt x="65165" y="44505"/>
                </a:cubicBezTo>
                <a:cubicBezTo>
                  <a:pt x="65066" y="44207"/>
                  <a:pt x="64966" y="43958"/>
                  <a:pt x="64842" y="43659"/>
                </a:cubicBezTo>
                <a:cubicBezTo>
                  <a:pt x="64792" y="43535"/>
                  <a:pt x="64717" y="43385"/>
                  <a:pt x="64667" y="43261"/>
                </a:cubicBezTo>
                <a:lnTo>
                  <a:pt x="64194" y="42141"/>
                </a:lnTo>
                <a:cubicBezTo>
                  <a:pt x="64194" y="42091"/>
                  <a:pt x="64169" y="42066"/>
                  <a:pt x="64169" y="42041"/>
                </a:cubicBezTo>
                <a:cubicBezTo>
                  <a:pt x="63995" y="41718"/>
                  <a:pt x="63871" y="41419"/>
                  <a:pt x="63721" y="41070"/>
                </a:cubicBezTo>
                <a:cubicBezTo>
                  <a:pt x="63796" y="41046"/>
                  <a:pt x="63871" y="41021"/>
                  <a:pt x="63945" y="40971"/>
                </a:cubicBezTo>
                <a:cubicBezTo>
                  <a:pt x="64045" y="40946"/>
                  <a:pt x="64120" y="40921"/>
                  <a:pt x="64244" y="40896"/>
                </a:cubicBezTo>
                <a:cubicBezTo>
                  <a:pt x="64319" y="40846"/>
                  <a:pt x="64369" y="40846"/>
                  <a:pt x="64443" y="40821"/>
                </a:cubicBezTo>
                <a:cubicBezTo>
                  <a:pt x="64593" y="40772"/>
                  <a:pt x="64717" y="40722"/>
                  <a:pt x="64866" y="40697"/>
                </a:cubicBezTo>
                <a:cubicBezTo>
                  <a:pt x="64941" y="40672"/>
                  <a:pt x="64991" y="40672"/>
                  <a:pt x="65090" y="40647"/>
                </a:cubicBezTo>
                <a:cubicBezTo>
                  <a:pt x="65165" y="40597"/>
                  <a:pt x="65240" y="40573"/>
                  <a:pt x="65314" y="40573"/>
                </a:cubicBezTo>
                <a:lnTo>
                  <a:pt x="65339" y="40573"/>
                </a:lnTo>
                <a:cubicBezTo>
                  <a:pt x="65464" y="40548"/>
                  <a:pt x="65613" y="40523"/>
                  <a:pt x="65738" y="40448"/>
                </a:cubicBezTo>
                <a:close/>
                <a:moveTo>
                  <a:pt x="86074" y="45003"/>
                </a:moveTo>
                <a:cubicBezTo>
                  <a:pt x="85825" y="45451"/>
                  <a:pt x="85601" y="45849"/>
                  <a:pt x="85352" y="46298"/>
                </a:cubicBezTo>
                <a:cubicBezTo>
                  <a:pt x="85327" y="46298"/>
                  <a:pt x="85327" y="46298"/>
                  <a:pt x="85302" y="46273"/>
                </a:cubicBezTo>
                <a:cubicBezTo>
                  <a:pt x="84804" y="45775"/>
                  <a:pt x="84232" y="45377"/>
                  <a:pt x="83609" y="45003"/>
                </a:cubicBezTo>
                <a:lnTo>
                  <a:pt x="83609" y="45003"/>
                </a:lnTo>
                <a:cubicBezTo>
                  <a:pt x="84082" y="45028"/>
                  <a:pt x="84555" y="45053"/>
                  <a:pt x="85003" y="45053"/>
                </a:cubicBezTo>
                <a:cubicBezTo>
                  <a:pt x="85252" y="45053"/>
                  <a:pt x="85551" y="45053"/>
                  <a:pt x="85800" y="45028"/>
                </a:cubicBezTo>
                <a:cubicBezTo>
                  <a:pt x="85875" y="45028"/>
                  <a:pt x="85974" y="45003"/>
                  <a:pt x="86074" y="45003"/>
                </a:cubicBezTo>
                <a:close/>
                <a:moveTo>
                  <a:pt x="48513" y="36864"/>
                </a:moveTo>
                <a:cubicBezTo>
                  <a:pt x="48513" y="36889"/>
                  <a:pt x="48538" y="36889"/>
                  <a:pt x="48538" y="36938"/>
                </a:cubicBezTo>
                <a:cubicBezTo>
                  <a:pt x="44779" y="39627"/>
                  <a:pt x="41394" y="42912"/>
                  <a:pt x="38631" y="46322"/>
                </a:cubicBezTo>
                <a:cubicBezTo>
                  <a:pt x="38581" y="46322"/>
                  <a:pt x="38581" y="46298"/>
                  <a:pt x="38557" y="46298"/>
                </a:cubicBezTo>
                <a:cubicBezTo>
                  <a:pt x="41319" y="42838"/>
                  <a:pt x="44729" y="39577"/>
                  <a:pt x="48513" y="36864"/>
                </a:cubicBezTo>
                <a:close/>
                <a:moveTo>
                  <a:pt x="86347" y="45053"/>
                </a:moveTo>
                <a:cubicBezTo>
                  <a:pt x="86099" y="45451"/>
                  <a:pt x="85850" y="45899"/>
                  <a:pt x="85601" y="46372"/>
                </a:cubicBezTo>
                <a:lnTo>
                  <a:pt x="85551" y="46372"/>
                </a:lnTo>
                <a:lnTo>
                  <a:pt x="86273" y="45053"/>
                </a:lnTo>
                <a:close/>
                <a:moveTo>
                  <a:pt x="38009" y="46123"/>
                </a:moveTo>
                <a:cubicBezTo>
                  <a:pt x="38084" y="46198"/>
                  <a:pt x="38208" y="46298"/>
                  <a:pt x="38308" y="46372"/>
                </a:cubicBezTo>
                <a:lnTo>
                  <a:pt x="38283" y="46397"/>
                </a:lnTo>
                <a:cubicBezTo>
                  <a:pt x="38183" y="46298"/>
                  <a:pt x="38059" y="46198"/>
                  <a:pt x="37959" y="46148"/>
                </a:cubicBezTo>
                <a:lnTo>
                  <a:pt x="38009" y="46123"/>
                </a:lnTo>
                <a:close/>
                <a:moveTo>
                  <a:pt x="79901" y="44456"/>
                </a:moveTo>
                <a:cubicBezTo>
                  <a:pt x="80100" y="44580"/>
                  <a:pt x="80274" y="44680"/>
                  <a:pt x="80473" y="44779"/>
                </a:cubicBezTo>
                <a:lnTo>
                  <a:pt x="80647" y="44879"/>
                </a:lnTo>
                <a:cubicBezTo>
                  <a:pt x="81120" y="45128"/>
                  <a:pt x="81593" y="45327"/>
                  <a:pt x="82091" y="45526"/>
                </a:cubicBezTo>
                <a:cubicBezTo>
                  <a:pt x="82141" y="45551"/>
                  <a:pt x="82216" y="45551"/>
                  <a:pt x="82265" y="45576"/>
                </a:cubicBezTo>
                <a:cubicBezTo>
                  <a:pt x="82713" y="45725"/>
                  <a:pt x="83112" y="45899"/>
                  <a:pt x="83585" y="46024"/>
                </a:cubicBezTo>
                <a:cubicBezTo>
                  <a:pt x="83709" y="46049"/>
                  <a:pt x="83833" y="46073"/>
                  <a:pt x="83958" y="46148"/>
                </a:cubicBezTo>
                <a:lnTo>
                  <a:pt x="84705" y="46322"/>
                </a:lnTo>
                <a:lnTo>
                  <a:pt x="84730" y="46347"/>
                </a:lnTo>
                <a:lnTo>
                  <a:pt x="84754" y="46397"/>
                </a:lnTo>
                <a:lnTo>
                  <a:pt x="84804" y="46422"/>
                </a:lnTo>
                <a:cubicBezTo>
                  <a:pt x="83112" y="46049"/>
                  <a:pt x="81519" y="45426"/>
                  <a:pt x="80100" y="44605"/>
                </a:cubicBezTo>
                <a:cubicBezTo>
                  <a:pt x="80075" y="44580"/>
                  <a:pt x="80025" y="44580"/>
                  <a:pt x="80000" y="44555"/>
                </a:cubicBezTo>
                <a:cubicBezTo>
                  <a:pt x="79975" y="44530"/>
                  <a:pt x="79901" y="44505"/>
                  <a:pt x="79851" y="44456"/>
                </a:cubicBezTo>
                <a:close/>
                <a:moveTo>
                  <a:pt x="85078" y="46422"/>
                </a:moveTo>
                <a:cubicBezTo>
                  <a:pt x="85087" y="46422"/>
                  <a:pt x="85102" y="46425"/>
                  <a:pt x="85119" y="46429"/>
                </a:cubicBezTo>
                <a:lnTo>
                  <a:pt x="85119" y="46429"/>
                </a:lnTo>
                <a:cubicBezTo>
                  <a:pt x="85115" y="46432"/>
                  <a:pt x="85112" y="46433"/>
                  <a:pt x="85109" y="46433"/>
                </a:cubicBezTo>
                <a:cubicBezTo>
                  <a:pt x="85100" y="46433"/>
                  <a:pt x="85095" y="46422"/>
                  <a:pt x="85078" y="46422"/>
                </a:cubicBezTo>
                <a:close/>
                <a:moveTo>
                  <a:pt x="63522" y="41195"/>
                </a:moveTo>
                <a:cubicBezTo>
                  <a:pt x="63945" y="42016"/>
                  <a:pt x="64319" y="42813"/>
                  <a:pt x="64617" y="43584"/>
                </a:cubicBezTo>
                <a:cubicBezTo>
                  <a:pt x="64667" y="43659"/>
                  <a:pt x="64692" y="43759"/>
                  <a:pt x="64717" y="43808"/>
                </a:cubicBezTo>
                <a:cubicBezTo>
                  <a:pt x="64842" y="44132"/>
                  <a:pt x="64941" y="44406"/>
                  <a:pt x="65066" y="44704"/>
                </a:cubicBezTo>
                <a:cubicBezTo>
                  <a:pt x="65140" y="44904"/>
                  <a:pt x="65190" y="45078"/>
                  <a:pt x="65265" y="45227"/>
                </a:cubicBezTo>
                <a:cubicBezTo>
                  <a:pt x="65339" y="45451"/>
                  <a:pt x="65389" y="45675"/>
                  <a:pt x="65464" y="45924"/>
                </a:cubicBezTo>
                <a:cubicBezTo>
                  <a:pt x="65538" y="46073"/>
                  <a:pt x="65563" y="46273"/>
                  <a:pt x="65638" y="46422"/>
                </a:cubicBezTo>
                <a:lnTo>
                  <a:pt x="65563" y="46447"/>
                </a:lnTo>
                <a:cubicBezTo>
                  <a:pt x="65514" y="46273"/>
                  <a:pt x="65439" y="46049"/>
                  <a:pt x="65389" y="45849"/>
                </a:cubicBezTo>
                <a:cubicBezTo>
                  <a:pt x="65314" y="45675"/>
                  <a:pt x="65290" y="45526"/>
                  <a:pt x="65215" y="45327"/>
                </a:cubicBezTo>
                <a:cubicBezTo>
                  <a:pt x="65165" y="45103"/>
                  <a:pt x="65066" y="44904"/>
                  <a:pt x="64966" y="44655"/>
                </a:cubicBezTo>
                <a:lnTo>
                  <a:pt x="64692" y="43908"/>
                </a:lnTo>
                <a:cubicBezTo>
                  <a:pt x="64667" y="43784"/>
                  <a:pt x="64593" y="43684"/>
                  <a:pt x="64543" y="43559"/>
                </a:cubicBezTo>
                <a:cubicBezTo>
                  <a:pt x="64219" y="42813"/>
                  <a:pt x="63896" y="41991"/>
                  <a:pt x="63473" y="41195"/>
                </a:cubicBezTo>
                <a:close/>
                <a:moveTo>
                  <a:pt x="85165" y="46440"/>
                </a:moveTo>
                <a:cubicBezTo>
                  <a:pt x="85180" y="46444"/>
                  <a:pt x="85194" y="46447"/>
                  <a:pt x="85202" y="46447"/>
                </a:cubicBezTo>
                <a:lnTo>
                  <a:pt x="85227" y="46472"/>
                </a:lnTo>
                <a:cubicBezTo>
                  <a:pt x="85202" y="46472"/>
                  <a:pt x="85178" y="46472"/>
                  <a:pt x="85178" y="46447"/>
                </a:cubicBezTo>
                <a:lnTo>
                  <a:pt x="85165" y="46440"/>
                </a:lnTo>
                <a:close/>
                <a:moveTo>
                  <a:pt x="28774" y="39826"/>
                </a:moveTo>
                <a:lnTo>
                  <a:pt x="29347" y="40199"/>
                </a:lnTo>
                <a:cubicBezTo>
                  <a:pt x="27704" y="42290"/>
                  <a:pt x="26260" y="44406"/>
                  <a:pt x="24991" y="46522"/>
                </a:cubicBezTo>
                <a:cubicBezTo>
                  <a:pt x="24642" y="46173"/>
                  <a:pt x="24319" y="45825"/>
                  <a:pt x="23995" y="45501"/>
                </a:cubicBezTo>
                <a:cubicBezTo>
                  <a:pt x="25066" y="44182"/>
                  <a:pt x="26136" y="42887"/>
                  <a:pt x="27256" y="41568"/>
                </a:cubicBezTo>
                <a:lnTo>
                  <a:pt x="27355" y="41469"/>
                </a:lnTo>
                <a:cubicBezTo>
                  <a:pt x="27828" y="40921"/>
                  <a:pt x="28301" y="40398"/>
                  <a:pt x="28774" y="39826"/>
                </a:cubicBezTo>
                <a:close/>
                <a:moveTo>
                  <a:pt x="38457" y="46422"/>
                </a:moveTo>
                <a:cubicBezTo>
                  <a:pt x="38482" y="46422"/>
                  <a:pt x="38482" y="46447"/>
                  <a:pt x="38532" y="46447"/>
                </a:cubicBezTo>
                <a:cubicBezTo>
                  <a:pt x="38532" y="46472"/>
                  <a:pt x="38482" y="46472"/>
                  <a:pt x="38482" y="46522"/>
                </a:cubicBezTo>
                <a:cubicBezTo>
                  <a:pt x="38457" y="46522"/>
                  <a:pt x="38432" y="46522"/>
                  <a:pt x="38432" y="46472"/>
                </a:cubicBezTo>
                <a:cubicBezTo>
                  <a:pt x="38432" y="46447"/>
                  <a:pt x="38457" y="46447"/>
                  <a:pt x="38457" y="46422"/>
                </a:cubicBezTo>
                <a:close/>
                <a:moveTo>
                  <a:pt x="69994" y="43709"/>
                </a:moveTo>
                <a:cubicBezTo>
                  <a:pt x="69994" y="43709"/>
                  <a:pt x="70019" y="43709"/>
                  <a:pt x="70019" y="43759"/>
                </a:cubicBezTo>
                <a:cubicBezTo>
                  <a:pt x="70019" y="43759"/>
                  <a:pt x="70044" y="43759"/>
                  <a:pt x="70044" y="43784"/>
                </a:cubicBezTo>
                <a:cubicBezTo>
                  <a:pt x="69521" y="44132"/>
                  <a:pt x="68973" y="44456"/>
                  <a:pt x="68426" y="44804"/>
                </a:cubicBezTo>
                <a:cubicBezTo>
                  <a:pt x="68252" y="44929"/>
                  <a:pt x="68077" y="45028"/>
                  <a:pt x="67903" y="45153"/>
                </a:cubicBezTo>
                <a:cubicBezTo>
                  <a:pt x="67206" y="45625"/>
                  <a:pt x="66534" y="46073"/>
                  <a:pt x="65812" y="46546"/>
                </a:cubicBezTo>
                <a:lnTo>
                  <a:pt x="65812" y="46522"/>
                </a:lnTo>
                <a:lnTo>
                  <a:pt x="65812" y="46497"/>
                </a:lnTo>
                <a:cubicBezTo>
                  <a:pt x="66459" y="46024"/>
                  <a:pt x="67132" y="45576"/>
                  <a:pt x="67779" y="45128"/>
                </a:cubicBezTo>
                <a:cubicBezTo>
                  <a:pt x="67928" y="45003"/>
                  <a:pt x="68127" y="44904"/>
                  <a:pt x="68276" y="44804"/>
                </a:cubicBezTo>
                <a:cubicBezTo>
                  <a:pt x="68301" y="44804"/>
                  <a:pt x="68301" y="44779"/>
                  <a:pt x="68326" y="44779"/>
                </a:cubicBezTo>
                <a:cubicBezTo>
                  <a:pt x="68899" y="44431"/>
                  <a:pt x="69421" y="44057"/>
                  <a:pt x="69994" y="43709"/>
                </a:cubicBezTo>
                <a:close/>
                <a:moveTo>
                  <a:pt x="117835" y="37760"/>
                </a:moveTo>
                <a:lnTo>
                  <a:pt x="117835" y="38731"/>
                </a:lnTo>
                <a:cubicBezTo>
                  <a:pt x="117611" y="41294"/>
                  <a:pt x="117113" y="43933"/>
                  <a:pt x="116416" y="46646"/>
                </a:cubicBezTo>
                <a:cubicBezTo>
                  <a:pt x="116416" y="46546"/>
                  <a:pt x="116416" y="46447"/>
                  <a:pt x="116441" y="46322"/>
                </a:cubicBezTo>
                <a:cubicBezTo>
                  <a:pt x="117212" y="43360"/>
                  <a:pt x="117685" y="40523"/>
                  <a:pt x="117835" y="37760"/>
                </a:cubicBezTo>
                <a:close/>
                <a:moveTo>
                  <a:pt x="29496" y="40299"/>
                </a:moveTo>
                <a:cubicBezTo>
                  <a:pt x="29546" y="40299"/>
                  <a:pt x="29546" y="40324"/>
                  <a:pt x="29571" y="40324"/>
                </a:cubicBezTo>
                <a:cubicBezTo>
                  <a:pt x="27903" y="42415"/>
                  <a:pt x="26459" y="44530"/>
                  <a:pt x="25190" y="46671"/>
                </a:cubicBezTo>
                <a:cubicBezTo>
                  <a:pt x="25140" y="46671"/>
                  <a:pt x="25140" y="46646"/>
                  <a:pt x="25140" y="46646"/>
                </a:cubicBezTo>
                <a:cubicBezTo>
                  <a:pt x="26385" y="44505"/>
                  <a:pt x="27853" y="42390"/>
                  <a:pt x="29496" y="40299"/>
                </a:cubicBezTo>
                <a:close/>
                <a:moveTo>
                  <a:pt x="115669" y="38332"/>
                </a:moveTo>
                <a:cubicBezTo>
                  <a:pt x="116242" y="40797"/>
                  <a:pt x="116441" y="43510"/>
                  <a:pt x="116242" y="46372"/>
                </a:cubicBezTo>
                <a:cubicBezTo>
                  <a:pt x="116217" y="46447"/>
                  <a:pt x="116192" y="46571"/>
                  <a:pt x="116167" y="46671"/>
                </a:cubicBezTo>
                <a:cubicBezTo>
                  <a:pt x="116416" y="43709"/>
                  <a:pt x="116217" y="40946"/>
                  <a:pt x="115619" y="38432"/>
                </a:cubicBezTo>
                <a:cubicBezTo>
                  <a:pt x="115669" y="38407"/>
                  <a:pt x="115669" y="38357"/>
                  <a:pt x="115669" y="38332"/>
                </a:cubicBezTo>
                <a:close/>
                <a:moveTo>
                  <a:pt x="65663" y="46621"/>
                </a:moveTo>
                <a:lnTo>
                  <a:pt x="65663" y="46646"/>
                </a:lnTo>
                <a:lnTo>
                  <a:pt x="65663" y="46671"/>
                </a:lnTo>
                <a:lnTo>
                  <a:pt x="65613" y="46696"/>
                </a:lnTo>
                <a:lnTo>
                  <a:pt x="65613" y="46671"/>
                </a:lnTo>
                <a:lnTo>
                  <a:pt x="65613" y="46646"/>
                </a:lnTo>
                <a:lnTo>
                  <a:pt x="65663" y="46621"/>
                </a:lnTo>
                <a:close/>
                <a:moveTo>
                  <a:pt x="91774" y="43684"/>
                </a:moveTo>
                <a:cubicBezTo>
                  <a:pt x="93068" y="44182"/>
                  <a:pt x="94188" y="44879"/>
                  <a:pt x="95134" y="45775"/>
                </a:cubicBezTo>
                <a:cubicBezTo>
                  <a:pt x="94885" y="45825"/>
                  <a:pt x="94661" y="45924"/>
                  <a:pt x="94412" y="45974"/>
                </a:cubicBezTo>
                <a:cubicBezTo>
                  <a:pt x="94387" y="45974"/>
                  <a:pt x="94313" y="46024"/>
                  <a:pt x="94288" y="46024"/>
                </a:cubicBezTo>
                <a:cubicBezTo>
                  <a:pt x="93964" y="46098"/>
                  <a:pt x="93665" y="46173"/>
                  <a:pt x="93342" y="46223"/>
                </a:cubicBezTo>
                <a:cubicBezTo>
                  <a:pt x="93317" y="46223"/>
                  <a:pt x="93292" y="46223"/>
                  <a:pt x="93217" y="46273"/>
                </a:cubicBezTo>
                <a:lnTo>
                  <a:pt x="92296" y="46447"/>
                </a:lnTo>
                <a:cubicBezTo>
                  <a:pt x="92272" y="46447"/>
                  <a:pt x="92197" y="46447"/>
                  <a:pt x="92172" y="46472"/>
                </a:cubicBezTo>
                <a:cubicBezTo>
                  <a:pt x="91848" y="46546"/>
                  <a:pt x="91550" y="46571"/>
                  <a:pt x="91226" y="46596"/>
                </a:cubicBezTo>
                <a:lnTo>
                  <a:pt x="91151" y="46596"/>
                </a:lnTo>
                <a:cubicBezTo>
                  <a:pt x="90454" y="46671"/>
                  <a:pt x="89807" y="46696"/>
                  <a:pt x="89110" y="46696"/>
                </a:cubicBezTo>
                <a:lnTo>
                  <a:pt x="89085" y="46696"/>
                </a:lnTo>
                <a:cubicBezTo>
                  <a:pt x="88563" y="46696"/>
                  <a:pt x="88040" y="46671"/>
                  <a:pt x="87542" y="46646"/>
                </a:cubicBezTo>
                <a:cubicBezTo>
                  <a:pt x="87418" y="46646"/>
                  <a:pt x="87244" y="46596"/>
                  <a:pt x="87119" y="46596"/>
                </a:cubicBezTo>
                <a:cubicBezTo>
                  <a:pt x="86696" y="46571"/>
                  <a:pt x="86248" y="46522"/>
                  <a:pt x="85825" y="46422"/>
                </a:cubicBezTo>
                <a:cubicBezTo>
                  <a:pt x="86099" y="45949"/>
                  <a:pt x="86347" y="45526"/>
                  <a:pt x="86596" y="45053"/>
                </a:cubicBezTo>
                <a:cubicBezTo>
                  <a:pt x="88314" y="44829"/>
                  <a:pt x="90081" y="44406"/>
                  <a:pt x="91774" y="43684"/>
                </a:cubicBezTo>
                <a:close/>
                <a:moveTo>
                  <a:pt x="23871" y="45650"/>
                </a:moveTo>
                <a:lnTo>
                  <a:pt x="24891" y="46671"/>
                </a:lnTo>
                <a:cubicBezTo>
                  <a:pt x="24891" y="46671"/>
                  <a:pt x="24866" y="46696"/>
                  <a:pt x="24866" y="46746"/>
                </a:cubicBezTo>
                <a:lnTo>
                  <a:pt x="23846" y="45700"/>
                </a:lnTo>
                <a:cubicBezTo>
                  <a:pt x="23846" y="45675"/>
                  <a:pt x="23871" y="45675"/>
                  <a:pt x="23871" y="45650"/>
                </a:cubicBezTo>
                <a:close/>
                <a:moveTo>
                  <a:pt x="25016" y="46795"/>
                </a:moveTo>
                <a:lnTo>
                  <a:pt x="25041" y="46820"/>
                </a:lnTo>
                <a:cubicBezTo>
                  <a:pt x="25041" y="46870"/>
                  <a:pt x="25016" y="46870"/>
                  <a:pt x="25016" y="46895"/>
                </a:cubicBezTo>
                <a:cubicBezTo>
                  <a:pt x="25016" y="46895"/>
                  <a:pt x="25016" y="46870"/>
                  <a:pt x="24991" y="46870"/>
                </a:cubicBezTo>
                <a:cubicBezTo>
                  <a:pt x="24991" y="46820"/>
                  <a:pt x="25016" y="46820"/>
                  <a:pt x="25016" y="46795"/>
                </a:cubicBezTo>
                <a:close/>
                <a:moveTo>
                  <a:pt x="95283" y="45899"/>
                </a:moveTo>
                <a:lnTo>
                  <a:pt x="95308" y="45924"/>
                </a:lnTo>
                <a:lnTo>
                  <a:pt x="95333" y="45949"/>
                </a:lnTo>
                <a:cubicBezTo>
                  <a:pt x="93292" y="46571"/>
                  <a:pt x="91201" y="46895"/>
                  <a:pt x="89110" y="46895"/>
                </a:cubicBezTo>
                <a:cubicBezTo>
                  <a:pt x="88613" y="46895"/>
                  <a:pt x="88115" y="46845"/>
                  <a:pt x="87617" y="46820"/>
                </a:cubicBezTo>
                <a:cubicBezTo>
                  <a:pt x="87492" y="46820"/>
                  <a:pt x="87418" y="46795"/>
                  <a:pt x="87293" y="46795"/>
                </a:cubicBezTo>
                <a:cubicBezTo>
                  <a:pt x="86870" y="46770"/>
                  <a:pt x="86472" y="46696"/>
                  <a:pt x="86074" y="46646"/>
                </a:cubicBezTo>
                <a:cubicBezTo>
                  <a:pt x="85974" y="46646"/>
                  <a:pt x="85875" y="46621"/>
                  <a:pt x="85800" y="46621"/>
                </a:cubicBezTo>
                <a:lnTo>
                  <a:pt x="85675" y="46621"/>
                </a:lnTo>
                <a:cubicBezTo>
                  <a:pt x="85700" y="46571"/>
                  <a:pt x="85700" y="46571"/>
                  <a:pt x="85700" y="46546"/>
                </a:cubicBezTo>
                <a:cubicBezTo>
                  <a:pt x="86123" y="46646"/>
                  <a:pt x="86596" y="46696"/>
                  <a:pt x="87069" y="46746"/>
                </a:cubicBezTo>
                <a:cubicBezTo>
                  <a:pt x="87219" y="46746"/>
                  <a:pt x="87343" y="46770"/>
                  <a:pt x="87492" y="46770"/>
                </a:cubicBezTo>
                <a:cubicBezTo>
                  <a:pt x="88040" y="46795"/>
                  <a:pt x="88563" y="46820"/>
                  <a:pt x="89085" y="46820"/>
                </a:cubicBezTo>
                <a:lnTo>
                  <a:pt x="89110" y="46820"/>
                </a:lnTo>
                <a:cubicBezTo>
                  <a:pt x="91176" y="46820"/>
                  <a:pt x="93267" y="46522"/>
                  <a:pt x="95283" y="45899"/>
                </a:cubicBezTo>
                <a:close/>
                <a:moveTo>
                  <a:pt x="109820" y="45451"/>
                </a:moveTo>
                <a:lnTo>
                  <a:pt x="109820" y="45451"/>
                </a:lnTo>
                <a:cubicBezTo>
                  <a:pt x="109596" y="46049"/>
                  <a:pt x="109347" y="46671"/>
                  <a:pt x="109098" y="47268"/>
                </a:cubicBezTo>
                <a:cubicBezTo>
                  <a:pt x="108998" y="46895"/>
                  <a:pt x="108949" y="46546"/>
                  <a:pt x="108849" y="46173"/>
                </a:cubicBezTo>
                <a:cubicBezTo>
                  <a:pt x="108973" y="46073"/>
                  <a:pt x="109073" y="46024"/>
                  <a:pt x="109197" y="45924"/>
                </a:cubicBezTo>
                <a:cubicBezTo>
                  <a:pt x="109372" y="45800"/>
                  <a:pt x="109571" y="45650"/>
                  <a:pt x="109720" y="45526"/>
                </a:cubicBezTo>
                <a:cubicBezTo>
                  <a:pt x="109745" y="45476"/>
                  <a:pt x="109770" y="45476"/>
                  <a:pt x="109820" y="45451"/>
                </a:cubicBezTo>
                <a:close/>
                <a:moveTo>
                  <a:pt x="72657" y="45128"/>
                </a:moveTo>
                <a:cubicBezTo>
                  <a:pt x="72682" y="45401"/>
                  <a:pt x="72707" y="45675"/>
                  <a:pt x="72782" y="45949"/>
                </a:cubicBezTo>
                <a:cubicBezTo>
                  <a:pt x="72782" y="46073"/>
                  <a:pt x="72707" y="46173"/>
                  <a:pt x="72682" y="46273"/>
                </a:cubicBezTo>
                <a:cubicBezTo>
                  <a:pt x="72035" y="46571"/>
                  <a:pt x="71388" y="46945"/>
                  <a:pt x="70741" y="47293"/>
                </a:cubicBezTo>
                <a:cubicBezTo>
                  <a:pt x="71114" y="46671"/>
                  <a:pt x="71463" y="46024"/>
                  <a:pt x="71811" y="45401"/>
                </a:cubicBezTo>
                <a:lnTo>
                  <a:pt x="72657" y="45128"/>
                </a:lnTo>
                <a:close/>
                <a:moveTo>
                  <a:pt x="70218" y="43883"/>
                </a:moveTo>
                <a:cubicBezTo>
                  <a:pt x="70741" y="44132"/>
                  <a:pt x="71189" y="44331"/>
                  <a:pt x="71687" y="44530"/>
                </a:cubicBezTo>
                <a:cubicBezTo>
                  <a:pt x="71637" y="44680"/>
                  <a:pt x="71537" y="44829"/>
                  <a:pt x="71438" y="45028"/>
                </a:cubicBezTo>
                <a:lnTo>
                  <a:pt x="71438" y="45053"/>
                </a:lnTo>
                <a:cubicBezTo>
                  <a:pt x="71438" y="45078"/>
                  <a:pt x="71413" y="45078"/>
                  <a:pt x="71413" y="45103"/>
                </a:cubicBezTo>
                <a:cubicBezTo>
                  <a:pt x="69670" y="45700"/>
                  <a:pt x="67853" y="46522"/>
                  <a:pt x="66061" y="47542"/>
                </a:cubicBezTo>
                <a:cubicBezTo>
                  <a:pt x="66061" y="47517"/>
                  <a:pt x="66061" y="47492"/>
                  <a:pt x="66036" y="47442"/>
                </a:cubicBezTo>
                <a:cubicBezTo>
                  <a:pt x="65987" y="47343"/>
                  <a:pt x="65987" y="47268"/>
                  <a:pt x="65962" y="47169"/>
                </a:cubicBezTo>
                <a:cubicBezTo>
                  <a:pt x="65937" y="47044"/>
                  <a:pt x="65912" y="46945"/>
                  <a:pt x="65862" y="46820"/>
                </a:cubicBezTo>
                <a:cubicBezTo>
                  <a:pt x="65937" y="46795"/>
                  <a:pt x="65987" y="46721"/>
                  <a:pt x="66061" y="46696"/>
                </a:cubicBezTo>
                <a:cubicBezTo>
                  <a:pt x="66708" y="46223"/>
                  <a:pt x="67331" y="45800"/>
                  <a:pt x="67978" y="45401"/>
                </a:cubicBezTo>
                <a:lnTo>
                  <a:pt x="68550" y="45028"/>
                </a:lnTo>
                <a:cubicBezTo>
                  <a:pt x="68550" y="45028"/>
                  <a:pt x="68575" y="45028"/>
                  <a:pt x="68575" y="45003"/>
                </a:cubicBezTo>
                <a:cubicBezTo>
                  <a:pt x="69173" y="44555"/>
                  <a:pt x="69695" y="44207"/>
                  <a:pt x="70218" y="43883"/>
                </a:cubicBezTo>
                <a:close/>
                <a:moveTo>
                  <a:pt x="71360" y="45795"/>
                </a:moveTo>
                <a:lnTo>
                  <a:pt x="71360" y="45795"/>
                </a:lnTo>
                <a:cubicBezTo>
                  <a:pt x="71175" y="46103"/>
                  <a:pt x="71032" y="46409"/>
                  <a:pt x="70890" y="46646"/>
                </a:cubicBezTo>
                <a:cubicBezTo>
                  <a:pt x="70790" y="46795"/>
                  <a:pt x="70716" y="46920"/>
                  <a:pt x="70641" y="47069"/>
                </a:cubicBezTo>
                <a:cubicBezTo>
                  <a:pt x="70616" y="47069"/>
                  <a:pt x="70616" y="47094"/>
                  <a:pt x="70566" y="47144"/>
                </a:cubicBezTo>
                <a:cubicBezTo>
                  <a:pt x="70517" y="47268"/>
                  <a:pt x="70417" y="47393"/>
                  <a:pt x="70318" y="47542"/>
                </a:cubicBezTo>
                <a:lnTo>
                  <a:pt x="70293" y="47567"/>
                </a:lnTo>
                <a:cubicBezTo>
                  <a:pt x="70656" y="46961"/>
                  <a:pt x="71020" y="46355"/>
                  <a:pt x="71360" y="45795"/>
                </a:cubicBezTo>
                <a:close/>
                <a:moveTo>
                  <a:pt x="98445" y="45028"/>
                </a:moveTo>
                <a:cubicBezTo>
                  <a:pt x="98046" y="45849"/>
                  <a:pt x="97573" y="46746"/>
                  <a:pt x="97125" y="47642"/>
                </a:cubicBezTo>
                <a:cubicBezTo>
                  <a:pt x="96777" y="47044"/>
                  <a:pt x="96403" y="46497"/>
                  <a:pt x="95931" y="45999"/>
                </a:cubicBezTo>
                <a:cubicBezTo>
                  <a:pt x="96080" y="45924"/>
                  <a:pt x="96254" y="45899"/>
                  <a:pt x="96403" y="45825"/>
                </a:cubicBezTo>
                <a:cubicBezTo>
                  <a:pt x="96453" y="45800"/>
                  <a:pt x="96553" y="45775"/>
                  <a:pt x="96627" y="45775"/>
                </a:cubicBezTo>
                <a:cubicBezTo>
                  <a:pt x="96901" y="45675"/>
                  <a:pt x="97150" y="45551"/>
                  <a:pt x="97424" y="45451"/>
                </a:cubicBezTo>
                <a:cubicBezTo>
                  <a:pt x="97524" y="45426"/>
                  <a:pt x="97573" y="45401"/>
                  <a:pt x="97673" y="45377"/>
                </a:cubicBezTo>
                <a:cubicBezTo>
                  <a:pt x="97922" y="45277"/>
                  <a:pt x="98171" y="45153"/>
                  <a:pt x="98420" y="45028"/>
                </a:cubicBezTo>
                <a:close/>
                <a:moveTo>
                  <a:pt x="65713" y="46920"/>
                </a:moveTo>
                <a:cubicBezTo>
                  <a:pt x="65762" y="47019"/>
                  <a:pt x="65762" y="47069"/>
                  <a:pt x="65787" y="47169"/>
                </a:cubicBezTo>
                <a:cubicBezTo>
                  <a:pt x="65812" y="47194"/>
                  <a:pt x="65837" y="47318"/>
                  <a:pt x="65837" y="47418"/>
                </a:cubicBezTo>
                <a:cubicBezTo>
                  <a:pt x="65837" y="47467"/>
                  <a:pt x="65887" y="47542"/>
                  <a:pt x="65887" y="47642"/>
                </a:cubicBezTo>
                <a:cubicBezTo>
                  <a:pt x="65837" y="47642"/>
                  <a:pt x="65837" y="47667"/>
                  <a:pt x="65812" y="47667"/>
                </a:cubicBezTo>
                <a:cubicBezTo>
                  <a:pt x="65812" y="47592"/>
                  <a:pt x="65787" y="47542"/>
                  <a:pt x="65787" y="47467"/>
                </a:cubicBezTo>
                <a:lnTo>
                  <a:pt x="65688" y="47094"/>
                </a:lnTo>
                <a:cubicBezTo>
                  <a:pt x="65688" y="47044"/>
                  <a:pt x="65663" y="46970"/>
                  <a:pt x="65663" y="46945"/>
                </a:cubicBezTo>
                <a:cubicBezTo>
                  <a:pt x="65688" y="46945"/>
                  <a:pt x="65688" y="46920"/>
                  <a:pt x="65713" y="46920"/>
                </a:cubicBezTo>
                <a:close/>
                <a:moveTo>
                  <a:pt x="108650" y="46322"/>
                </a:moveTo>
                <a:cubicBezTo>
                  <a:pt x="108650" y="46397"/>
                  <a:pt x="108675" y="46422"/>
                  <a:pt x="108675" y="46472"/>
                </a:cubicBezTo>
                <a:cubicBezTo>
                  <a:pt x="108774" y="46795"/>
                  <a:pt x="108874" y="47169"/>
                  <a:pt x="108949" y="47542"/>
                </a:cubicBezTo>
                <a:lnTo>
                  <a:pt x="108949" y="47592"/>
                </a:lnTo>
                <a:cubicBezTo>
                  <a:pt x="108949" y="47642"/>
                  <a:pt x="108899" y="47642"/>
                  <a:pt x="108899" y="47667"/>
                </a:cubicBezTo>
                <a:cubicBezTo>
                  <a:pt x="108899" y="47691"/>
                  <a:pt x="108899" y="47691"/>
                  <a:pt x="108874" y="47716"/>
                </a:cubicBezTo>
                <a:lnTo>
                  <a:pt x="108874" y="47642"/>
                </a:lnTo>
                <a:cubicBezTo>
                  <a:pt x="108874" y="47592"/>
                  <a:pt x="108874" y="47567"/>
                  <a:pt x="108849" y="47517"/>
                </a:cubicBezTo>
                <a:cubicBezTo>
                  <a:pt x="108849" y="47442"/>
                  <a:pt x="108799" y="47393"/>
                  <a:pt x="108799" y="47343"/>
                </a:cubicBezTo>
                <a:lnTo>
                  <a:pt x="108625" y="46522"/>
                </a:lnTo>
                <a:cubicBezTo>
                  <a:pt x="108625" y="46472"/>
                  <a:pt x="108600" y="46422"/>
                  <a:pt x="108600" y="46397"/>
                </a:cubicBezTo>
                <a:lnTo>
                  <a:pt x="108625" y="46347"/>
                </a:lnTo>
                <a:lnTo>
                  <a:pt x="108650" y="46322"/>
                </a:lnTo>
                <a:close/>
                <a:moveTo>
                  <a:pt x="110200" y="45149"/>
                </a:moveTo>
                <a:cubicBezTo>
                  <a:pt x="109857" y="46029"/>
                  <a:pt x="109490" y="46885"/>
                  <a:pt x="109148" y="47741"/>
                </a:cubicBezTo>
                <a:lnTo>
                  <a:pt x="109148" y="47642"/>
                </a:lnTo>
                <a:cubicBezTo>
                  <a:pt x="109496" y="46820"/>
                  <a:pt x="109845" y="45974"/>
                  <a:pt x="110143" y="45177"/>
                </a:cubicBezTo>
                <a:cubicBezTo>
                  <a:pt x="110169" y="45165"/>
                  <a:pt x="110188" y="45159"/>
                  <a:pt x="110200" y="45149"/>
                </a:cubicBezTo>
                <a:close/>
                <a:moveTo>
                  <a:pt x="71288" y="45327"/>
                </a:moveTo>
                <a:cubicBezTo>
                  <a:pt x="71288" y="45377"/>
                  <a:pt x="71263" y="45401"/>
                  <a:pt x="71263" y="45426"/>
                </a:cubicBezTo>
                <a:cubicBezTo>
                  <a:pt x="69571" y="46024"/>
                  <a:pt x="67878" y="46795"/>
                  <a:pt x="66136" y="47766"/>
                </a:cubicBezTo>
                <a:cubicBezTo>
                  <a:pt x="66086" y="47766"/>
                  <a:pt x="66086" y="47741"/>
                  <a:pt x="66086" y="47691"/>
                </a:cubicBezTo>
                <a:cubicBezTo>
                  <a:pt x="67878" y="46746"/>
                  <a:pt x="69621" y="45924"/>
                  <a:pt x="71288" y="45327"/>
                </a:cubicBezTo>
                <a:close/>
                <a:moveTo>
                  <a:pt x="72184" y="46820"/>
                </a:moveTo>
                <a:lnTo>
                  <a:pt x="72184" y="46820"/>
                </a:lnTo>
                <a:cubicBezTo>
                  <a:pt x="71736" y="47069"/>
                  <a:pt x="71263" y="47318"/>
                  <a:pt x="70815" y="47567"/>
                </a:cubicBezTo>
                <a:cubicBezTo>
                  <a:pt x="70790" y="47567"/>
                  <a:pt x="70790" y="47617"/>
                  <a:pt x="70766" y="47617"/>
                </a:cubicBezTo>
                <a:cubicBezTo>
                  <a:pt x="70691" y="47642"/>
                  <a:pt x="70641" y="47667"/>
                  <a:pt x="70542" y="47741"/>
                </a:cubicBezTo>
                <a:cubicBezTo>
                  <a:pt x="70517" y="47741"/>
                  <a:pt x="70492" y="47766"/>
                  <a:pt x="70492" y="47766"/>
                </a:cubicBezTo>
                <a:lnTo>
                  <a:pt x="70517" y="47741"/>
                </a:lnTo>
                <a:cubicBezTo>
                  <a:pt x="70616" y="47642"/>
                  <a:pt x="70741" y="47567"/>
                  <a:pt x="70840" y="47517"/>
                </a:cubicBezTo>
                <a:cubicBezTo>
                  <a:pt x="71363" y="47268"/>
                  <a:pt x="71786" y="47019"/>
                  <a:pt x="72184" y="46820"/>
                </a:cubicBezTo>
                <a:close/>
                <a:moveTo>
                  <a:pt x="95756" y="46049"/>
                </a:moveTo>
                <a:cubicBezTo>
                  <a:pt x="96254" y="46571"/>
                  <a:pt x="96652" y="47169"/>
                  <a:pt x="97026" y="47816"/>
                </a:cubicBezTo>
                <a:cubicBezTo>
                  <a:pt x="97026" y="47866"/>
                  <a:pt x="97001" y="47866"/>
                  <a:pt x="97001" y="47891"/>
                </a:cubicBezTo>
                <a:cubicBezTo>
                  <a:pt x="96627" y="47243"/>
                  <a:pt x="96179" y="46621"/>
                  <a:pt x="95682" y="46049"/>
                </a:cubicBezTo>
                <a:close/>
                <a:moveTo>
                  <a:pt x="98818" y="44829"/>
                </a:moveTo>
                <a:cubicBezTo>
                  <a:pt x="98320" y="45874"/>
                  <a:pt x="97822" y="46870"/>
                  <a:pt x="97300" y="47891"/>
                </a:cubicBezTo>
                <a:lnTo>
                  <a:pt x="97250" y="47816"/>
                </a:lnTo>
                <a:cubicBezTo>
                  <a:pt x="97772" y="46820"/>
                  <a:pt x="98270" y="45849"/>
                  <a:pt x="98743" y="44879"/>
                </a:cubicBezTo>
                <a:cubicBezTo>
                  <a:pt x="98768" y="44879"/>
                  <a:pt x="98793" y="44829"/>
                  <a:pt x="98818" y="44829"/>
                </a:cubicBezTo>
                <a:close/>
                <a:moveTo>
                  <a:pt x="65912" y="47816"/>
                </a:moveTo>
                <a:lnTo>
                  <a:pt x="65912" y="47891"/>
                </a:lnTo>
                <a:cubicBezTo>
                  <a:pt x="65862" y="47891"/>
                  <a:pt x="65862" y="47915"/>
                  <a:pt x="65837" y="47915"/>
                </a:cubicBezTo>
                <a:lnTo>
                  <a:pt x="65837" y="47866"/>
                </a:lnTo>
                <a:cubicBezTo>
                  <a:pt x="65862" y="47816"/>
                  <a:pt x="65912" y="47816"/>
                  <a:pt x="65912" y="47816"/>
                </a:cubicBezTo>
                <a:close/>
                <a:moveTo>
                  <a:pt x="70069" y="47915"/>
                </a:moveTo>
                <a:cubicBezTo>
                  <a:pt x="70069" y="47928"/>
                  <a:pt x="70069" y="47934"/>
                  <a:pt x="70075" y="47934"/>
                </a:cubicBezTo>
                <a:cubicBezTo>
                  <a:pt x="70081" y="47934"/>
                  <a:pt x="70094" y="47928"/>
                  <a:pt x="70118" y="47915"/>
                </a:cubicBezTo>
                <a:lnTo>
                  <a:pt x="70118" y="47915"/>
                </a:lnTo>
                <a:cubicBezTo>
                  <a:pt x="70118" y="47940"/>
                  <a:pt x="70069" y="47940"/>
                  <a:pt x="70069" y="47940"/>
                </a:cubicBezTo>
                <a:lnTo>
                  <a:pt x="70044" y="47990"/>
                </a:lnTo>
                <a:cubicBezTo>
                  <a:pt x="70044" y="47990"/>
                  <a:pt x="70044" y="47940"/>
                  <a:pt x="70069" y="47940"/>
                </a:cubicBezTo>
                <a:lnTo>
                  <a:pt x="70069" y="47915"/>
                </a:lnTo>
                <a:close/>
                <a:moveTo>
                  <a:pt x="116167" y="47368"/>
                </a:moveTo>
                <a:cubicBezTo>
                  <a:pt x="116167" y="47492"/>
                  <a:pt x="116117" y="47642"/>
                  <a:pt x="116092" y="47766"/>
                </a:cubicBezTo>
                <a:cubicBezTo>
                  <a:pt x="116067" y="47891"/>
                  <a:pt x="116043" y="48015"/>
                  <a:pt x="115993" y="48115"/>
                </a:cubicBezTo>
                <a:cubicBezTo>
                  <a:pt x="115993" y="47990"/>
                  <a:pt x="116043" y="47891"/>
                  <a:pt x="116043" y="47766"/>
                </a:cubicBezTo>
                <a:cubicBezTo>
                  <a:pt x="116092" y="47642"/>
                  <a:pt x="116117" y="47517"/>
                  <a:pt x="116167" y="47368"/>
                </a:cubicBezTo>
                <a:close/>
                <a:moveTo>
                  <a:pt x="97125" y="48015"/>
                </a:moveTo>
                <a:cubicBezTo>
                  <a:pt x="97125" y="48040"/>
                  <a:pt x="97150" y="48040"/>
                  <a:pt x="97150" y="48065"/>
                </a:cubicBezTo>
                <a:cubicBezTo>
                  <a:pt x="97150" y="48115"/>
                  <a:pt x="97150" y="48115"/>
                  <a:pt x="97125" y="48139"/>
                </a:cubicBezTo>
                <a:cubicBezTo>
                  <a:pt x="97125" y="48115"/>
                  <a:pt x="97076" y="48065"/>
                  <a:pt x="97076" y="48065"/>
                </a:cubicBezTo>
                <a:cubicBezTo>
                  <a:pt x="97076" y="48040"/>
                  <a:pt x="97125" y="48040"/>
                  <a:pt x="97125" y="48015"/>
                </a:cubicBezTo>
                <a:close/>
                <a:moveTo>
                  <a:pt x="108973" y="47915"/>
                </a:moveTo>
                <a:cubicBezTo>
                  <a:pt x="108973" y="47940"/>
                  <a:pt x="108973" y="48015"/>
                  <a:pt x="108998" y="48040"/>
                </a:cubicBezTo>
                <a:cubicBezTo>
                  <a:pt x="108998" y="48065"/>
                  <a:pt x="108973" y="48065"/>
                  <a:pt x="108973" y="48115"/>
                </a:cubicBezTo>
                <a:cubicBezTo>
                  <a:pt x="108973" y="48139"/>
                  <a:pt x="108949" y="48139"/>
                  <a:pt x="108949" y="48164"/>
                </a:cubicBezTo>
                <a:lnTo>
                  <a:pt x="108949" y="48115"/>
                </a:lnTo>
                <a:lnTo>
                  <a:pt x="108949" y="48040"/>
                </a:lnTo>
                <a:lnTo>
                  <a:pt x="108949" y="47990"/>
                </a:lnTo>
                <a:cubicBezTo>
                  <a:pt x="108949" y="47940"/>
                  <a:pt x="108973" y="47940"/>
                  <a:pt x="108973" y="47915"/>
                </a:cubicBezTo>
                <a:close/>
                <a:moveTo>
                  <a:pt x="75570" y="45576"/>
                </a:moveTo>
                <a:lnTo>
                  <a:pt x="75570" y="45576"/>
                </a:lnTo>
                <a:cubicBezTo>
                  <a:pt x="75097" y="46447"/>
                  <a:pt x="74524" y="47318"/>
                  <a:pt x="73952" y="48189"/>
                </a:cubicBezTo>
                <a:cubicBezTo>
                  <a:pt x="73703" y="47642"/>
                  <a:pt x="73529" y="47069"/>
                  <a:pt x="73379" y="46522"/>
                </a:cubicBezTo>
                <a:cubicBezTo>
                  <a:pt x="73653" y="46397"/>
                  <a:pt x="73927" y="46273"/>
                  <a:pt x="74250" y="46098"/>
                </a:cubicBezTo>
                <a:cubicBezTo>
                  <a:pt x="74350" y="46073"/>
                  <a:pt x="74474" y="46024"/>
                  <a:pt x="74549" y="45974"/>
                </a:cubicBezTo>
                <a:cubicBezTo>
                  <a:pt x="74599" y="45949"/>
                  <a:pt x="74649" y="45949"/>
                  <a:pt x="74674" y="45924"/>
                </a:cubicBezTo>
                <a:cubicBezTo>
                  <a:pt x="74997" y="45800"/>
                  <a:pt x="75296" y="45675"/>
                  <a:pt x="75570" y="45576"/>
                </a:cubicBezTo>
                <a:close/>
                <a:moveTo>
                  <a:pt x="73205" y="46621"/>
                </a:moveTo>
                <a:cubicBezTo>
                  <a:pt x="73379" y="47194"/>
                  <a:pt x="73553" y="47791"/>
                  <a:pt x="73852" y="48388"/>
                </a:cubicBezTo>
                <a:cubicBezTo>
                  <a:pt x="73852" y="48413"/>
                  <a:pt x="73802" y="48413"/>
                  <a:pt x="73802" y="48438"/>
                </a:cubicBezTo>
                <a:cubicBezTo>
                  <a:pt x="73529" y="47866"/>
                  <a:pt x="73304" y="47243"/>
                  <a:pt x="73155" y="46646"/>
                </a:cubicBezTo>
                <a:cubicBezTo>
                  <a:pt x="73180" y="46646"/>
                  <a:pt x="73180" y="46621"/>
                  <a:pt x="73205" y="46621"/>
                </a:cubicBezTo>
                <a:close/>
                <a:moveTo>
                  <a:pt x="75941" y="45497"/>
                </a:moveTo>
                <a:cubicBezTo>
                  <a:pt x="75352" y="46477"/>
                  <a:pt x="74738" y="47458"/>
                  <a:pt x="74051" y="48438"/>
                </a:cubicBezTo>
                <a:lnTo>
                  <a:pt x="74051" y="48413"/>
                </a:lnTo>
                <a:cubicBezTo>
                  <a:pt x="74723" y="47442"/>
                  <a:pt x="75346" y="46447"/>
                  <a:pt x="75918" y="45501"/>
                </a:cubicBezTo>
                <a:cubicBezTo>
                  <a:pt x="75927" y="45501"/>
                  <a:pt x="75935" y="45499"/>
                  <a:pt x="75941" y="45497"/>
                </a:cubicBezTo>
                <a:close/>
                <a:moveTo>
                  <a:pt x="79502" y="44555"/>
                </a:moveTo>
                <a:cubicBezTo>
                  <a:pt x="79751" y="44704"/>
                  <a:pt x="79975" y="44829"/>
                  <a:pt x="80224" y="44953"/>
                </a:cubicBezTo>
                <a:cubicBezTo>
                  <a:pt x="81519" y="45675"/>
                  <a:pt x="82888" y="46198"/>
                  <a:pt x="84381" y="46571"/>
                </a:cubicBezTo>
                <a:cubicBezTo>
                  <a:pt x="84431" y="46571"/>
                  <a:pt x="84456" y="46621"/>
                  <a:pt x="84481" y="46621"/>
                </a:cubicBezTo>
                <a:cubicBezTo>
                  <a:pt x="84680" y="46646"/>
                  <a:pt x="84829" y="46696"/>
                  <a:pt x="85003" y="46746"/>
                </a:cubicBezTo>
                <a:lnTo>
                  <a:pt x="85053" y="46770"/>
                </a:lnTo>
                <a:cubicBezTo>
                  <a:pt x="84705" y="47368"/>
                  <a:pt x="84331" y="48015"/>
                  <a:pt x="83933" y="48662"/>
                </a:cubicBezTo>
                <a:lnTo>
                  <a:pt x="83560" y="48488"/>
                </a:lnTo>
                <a:lnTo>
                  <a:pt x="83186" y="48289"/>
                </a:lnTo>
                <a:cubicBezTo>
                  <a:pt x="83062" y="48239"/>
                  <a:pt x="82962" y="48164"/>
                  <a:pt x="82838" y="48115"/>
                </a:cubicBezTo>
                <a:cubicBezTo>
                  <a:pt x="82763" y="48065"/>
                  <a:pt x="82713" y="48040"/>
                  <a:pt x="82614" y="47990"/>
                </a:cubicBezTo>
                <a:cubicBezTo>
                  <a:pt x="82489" y="47915"/>
                  <a:pt x="82390" y="47866"/>
                  <a:pt x="82265" y="47791"/>
                </a:cubicBezTo>
                <a:cubicBezTo>
                  <a:pt x="82091" y="47691"/>
                  <a:pt x="81917" y="47567"/>
                  <a:pt x="81743" y="47492"/>
                </a:cubicBezTo>
                <a:cubicBezTo>
                  <a:pt x="81643" y="47418"/>
                  <a:pt x="81519" y="47368"/>
                  <a:pt x="81394" y="47293"/>
                </a:cubicBezTo>
                <a:cubicBezTo>
                  <a:pt x="81245" y="47194"/>
                  <a:pt x="81095" y="47069"/>
                  <a:pt x="80921" y="46994"/>
                </a:cubicBezTo>
                <a:cubicBezTo>
                  <a:pt x="80822" y="46895"/>
                  <a:pt x="80672" y="46820"/>
                  <a:pt x="80573" y="46746"/>
                </a:cubicBezTo>
                <a:cubicBezTo>
                  <a:pt x="80448" y="46646"/>
                  <a:pt x="80274" y="46522"/>
                  <a:pt x="80150" y="46422"/>
                </a:cubicBezTo>
                <a:lnTo>
                  <a:pt x="79776" y="46148"/>
                </a:lnTo>
                <a:cubicBezTo>
                  <a:pt x="79652" y="46049"/>
                  <a:pt x="79527" y="45949"/>
                  <a:pt x="79428" y="45825"/>
                </a:cubicBezTo>
                <a:cubicBezTo>
                  <a:pt x="79303" y="45700"/>
                  <a:pt x="79179" y="45625"/>
                  <a:pt x="79054" y="45501"/>
                </a:cubicBezTo>
                <a:cubicBezTo>
                  <a:pt x="79029" y="45451"/>
                  <a:pt x="79005" y="45426"/>
                  <a:pt x="78930" y="45401"/>
                </a:cubicBezTo>
                <a:cubicBezTo>
                  <a:pt x="78880" y="45327"/>
                  <a:pt x="78830" y="45277"/>
                  <a:pt x="78731" y="45202"/>
                </a:cubicBezTo>
                <a:cubicBezTo>
                  <a:pt x="78606" y="45078"/>
                  <a:pt x="78482" y="44953"/>
                  <a:pt x="78357" y="44879"/>
                </a:cubicBezTo>
                <a:cubicBezTo>
                  <a:pt x="78357" y="44829"/>
                  <a:pt x="78308" y="44804"/>
                  <a:pt x="78308" y="44779"/>
                </a:cubicBezTo>
                <a:cubicBezTo>
                  <a:pt x="78731" y="44680"/>
                  <a:pt x="79129" y="44580"/>
                  <a:pt x="79502" y="44555"/>
                </a:cubicBezTo>
                <a:close/>
                <a:moveTo>
                  <a:pt x="73949" y="48625"/>
                </a:moveTo>
                <a:cubicBezTo>
                  <a:pt x="73951" y="48628"/>
                  <a:pt x="73952" y="48632"/>
                  <a:pt x="73952" y="48637"/>
                </a:cubicBezTo>
                <a:cubicBezTo>
                  <a:pt x="73952" y="48662"/>
                  <a:pt x="73927" y="48662"/>
                  <a:pt x="73927" y="48687"/>
                </a:cubicBezTo>
                <a:lnTo>
                  <a:pt x="73927" y="48662"/>
                </a:lnTo>
                <a:cubicBezTo>
                  <a:pt x="73927" y="48642"/>
                  <a:pt x="73943" y="48638"/>
                  <a:pt x="73949" y="48625"/>
                </a:cubicBezTo>
                <a:close/>
                <a:moveTo>
                  <a:pt x="85227" y="46820"/>
                </a:moveTo>
                <a:cubicBezTo>
                  <a:pt x="85227" y="46870"/>
                  <a:pt x="85252" y="46870"/>
                  <a:pt x="85252" y="46895"/>
                </a:cubicBezTo>
                <a:lnTo>
                  <a:pt x="84132" y="48762"/>
                </a:lnTo>
                <a:cubicBezTo>
                  <a:pt x="84107" y="48762"/>
                  <a:pt x="84107" y="48762"/>
                  <a:pt x="84082" y="48737"/>
                </a:cubicBezTo>
                <a:cubicBezTo>
                  <a:pt x="84481" y="48115"/>
                  <a:pt x="84854" y="47492"/>
                  <a:pt x="85227" y="46820"/>
                </a:cubicBezTo>
                <a:close/>
                <a:moveTo>
                  <a:pt x="78482" y="45153"/>
                </a:moveTo>
                <a:lnTo>
                  <a:pt x="78482" y="45153"/>
                </a:lnTo>
                <a:cubicBezTo>
                  <a:pt x="78631" y="45302"/>
                  <a:pt x="78781" y="45451"/>
                  <a:pt x="78930" y="45576"/>
                </a:cubicBezTo>
                <a:cubicBezTo>
                  <a:pt x="78980" y="45625"/>
                  <a:pt x="79005" y="45650"/>
                  <a:pt x="79029" y="45650"/>
                </a:cubicBezTo>
                <a:cubicBezTo>
                  <a:pt x="79154" y="45775"/>
                  <a:pt x="79278" y="45874"/>
                  <a:pt x="79403" y="45999"/>
                </a:cubicBezTo>
                <a:cubicBezTo>
                  <a:pt x="79502" y="46049"/>
                  <a:pt x="79602" y="46148"/>
                  <a:pt x="79677" y="46198"/>
                </a:cubicBezTo>
                <a:cubicBezTo>
                  <a:pt x="79751" y="46273"/>
                  <a:pt x="79801" y="46298"/>
                  <a:pt x="79876" y="46322"/>
                </a:cubicBezTo>
                <a:cubicBezTo>
                  <a:pt x="79926" y="46372"/>
                  <a:pt x="79975" y="46422"/>
                  <a:pt x="80025" y="46447"/>
                </a:cubicBezTo>
                <a:cubicBezTo>
                  <a:pt x="80100" y="46522"/>
                  <a:pt x="80174" y="46571"/>
                  <a:pt x="80249" y="46621"/>
                </a:cubicBezTo>
                <a:cubicBezTo>
                  <a:pt x="80349" y="46671"/>
                  <a:pt x="80398" y="46746"/>
                  <a:pt x="80498" y="46795"/>
                </a:cubicBezTo>
                <a:lnTo>
                  <a:pt x="80772" y="46994"/>
                </a:lnTo>
                <a:cubicBezTo>
                  <a:pt x="80871" y="47044"/>
                  <a:pt x="80971" y="47119"/>
                  <a:pt x="81095" y="47194"/>
                </a:cubicBezTo>
                <a:cubicBezTo>
                  <a:pt x="81195" y="47268"/>
                  <a:pt x="81245" y="47318"/>
                  <a:pt x="81344" y="47393"/>
                </a:cubicBezTo>
                <a:lnTo>
                  <a:pt x="81618" y="47567"/>
                </a:lnTo>
                <a:cubicBezTo>
                  <a:pt x="81817" y="47691"/>
                  <a:pt x="81991" y="47816"/>
                  <a:pt x="82216" y="47915"/>
                </a:cubicBezTo>
                <a:cubicBezTo>
                  <a:pt x="82290" y="47940"/>
                  <a:pt x="82365" y="48015"/>
                  <a:pt x="82464" y="48040"/>
                </a:cubicBezTo>
                <a:cubicBezTo>
                  <a:pt x="82514" y="48065"/>
                  <a:pt x="82589" y="48115"/>
                  <a:pt x="82664" y="48164"/>
                </a:cubicBezTo>
                <a:lnTo>
                  <a:pt x="82863" y="48264"/>
                </a:lnTo>
                <a:cubicBezTo>
                  <a:pt x="82962" y="48314"/>
                  <a:pt x="83062" y="48363"/>
                  <a:pt x="83136" y="48413"/>
                </a:cubicBezTo>
                <a:lnTo>
                  <a:pt x="83336" y="48513"/>
                </a:lnTo>
                <a:cubicBezTo>
                  <a:pt x="83510" y="48612"/>
                  <a:pt x="83709" y="48687"/>
                  <a:pt x="83883" y="48762"/>
                </a:cubicBezTo>
                <a:lnTo>
                  <a:pt x="83858" y="48787"/>
                </a:lnTo>
                <a:cubicBezTo>
                  <a:pt x="83634" y="48787"/>
                  <a:pt x="83510" y="48762"/>
                  <a:pt x="83385" y="48687"/>
                </a:cubicBezTo>
                <a:cubicBezTo>
                  <a:pt x="83336" y="48662"/>
                  <a:pt x="83311" y="48662"/>
                  <a:pt x="83236" y="48637"/>
                </a:cubicBezTo>
                <a:cubicBezTo>
                  <a:pt x="82987" y="48513"/>
                  <a:pt x="82763" y="48388"/>
                  <a:pt x="82514" y="48264"/>
                </a:cubicBezTo>
                <a:cubicBezTo>
                  <a:pt x="82464" y="48239"/>
                  <a:pt x="82365" y="48189"/>
                  <a:pt x="82315" y="48139"/>
                </a:cubicBezTo>
                <a:cubicBezTo>
                  <a:pt x="82091" y="48015"/>
                  <a:pt x="81892" y="47891"/>
                  <a:pt x="81718" y="47791"/>
                </a:cubicBezTo>
                <a:lnTo>
                  <a:pt x="81444" y="47617"/>
                </a:lnTo>
                <a:cubicBezTo>
                  <a:pt x="81245" y="47492"/>
                  <a:pt x="81095" y="47393"/>
                  <a:pt x="80946" y="47268"/>
                </a:cubicBezTo>
                <a:cubicBezTo>
                  <a:pt x="80822" y="47169"/>
                  <a:pt x="80722" y="47119"/>
                  <a:pt x="80598" y="47019"/>
                </a:cubicBezTo>
                <a:cubicBezTo>
                  <a:pt x="80448" y="46920"/>
                  <a:pt x="80324" y="46795"/>
                  <a:pt x="80150" y="46696"/>
                </a:cubicBezTo>
                <a:cubicBezTo>
                  <a:pt x="80025" y="46621"/>
                  <a:pt x="79901" y="46522"/>
                  <a:pt x="79776" y="46397"/>
                </a:cubicBezTo>
                <a:cubicBezTo>
                  <a:pt x="79726" y="46372"/>
                  <a:pt x="79702" y="46298"/>
                  <a:pt x="79627" y="46273"/>
                </a:cubicBezTo>
                <a:cubicBezTo>
                  <a:pt x="79577" y="46198"/>
                  <a:pt x="79477" y="46148"/>
                  <a:pt x="79403" y="46073"/>
                </a:cubicBezTo>
                <a:cubicBezTo>
                  <a:pt x="79278" y="45949"/>
                  <a:pt x="79129" y="45825"/>
                  <a:pt x="79005" y="45750"/>
                </a:cubicBezTo>
                <a:cubicBezTo>
                  <a:pt x="78905" y="45650"/>
                  <a:pt x="78781" y="45551"/>
                  <a:pt x="78706" y="45451"/>
                </a:cubicBezTo>
                <a:lnTo>
                  <a:pt x="78507" y="45277"/>
                </a:lnTo>
                <a:lnTo>
                  <a:pt x="78507" y="45202"/>
                </a:lnTo>
                <a:lnTo>
                  <a:pt x="78482" y="45153"/>
                </a:lnTo>
                <a:close/>
                <a:moveTo>
                  <a:pt x="84008" y="48886"/>
                </a:moveTo>
                <a:cubicBezTo>
                  <a:pt x="84008" y="48911"/>
                  <a:pt x="84008" y="48911"/>
                  <a:pt x="84057" y="48911"/>
                </a:cubicBezTo>
                <a:cubicBezTo>
                  <a:pt x="84057" y="48911"/>
                  <a:pt x="84057" y="48936"/>
                  <a:pt x="84008" y="48936"/>
                </a:cubicBezTo>
                <a:cubicBezTo>
                  <a:pt x="83983" y="48936"/>
                  <a:pt x="83983" y="48911"/>
                  <a:pt x="83958" y="48911"/>
                </a:cubicBezTo>
                <a:cubicBezTo>
                  <a:pt x="83958" y="48911"/>
                  <a:pt x="83958" y="48886"/>
                  <a:pt x="83983" y="48886"/>
                </a:cubicBezTo>
                <a:close/>
                <a:moveTo>
                  <a:pt x="63273" y="41294"/>
                </a:moveTo>
                <a:cubicBezTo>
                  <a:pt x="63697" y="42066"/>
                  <a:pt x="64045" y="42813"/>
                  <a:pt x="64319" y="43535"/>
                </a:cubicBezTo>
                <a:cubicBezTo>
                  <a:pt x="64369" y="43659"/>
                  <a:pt x="64443" y="43808"/>
                  <a:pt x="64468" y="43933"/>
                </a:cubicBezTo>
                <a:cubicBezTo>
                  <a:pt x="64568" y="44207"/>
                  <a:pt x="64667" y="44456"/>
                  <a:pt x="64742" y="44704"/>
                </a:cubicBezTo>
                <a:cubicBezTo>
                  <a:pt x="64817" y="44929"/>
                  <a:pt x="64916" y="45128"/>
                  <a:pt x="64966" y="45327"/>
                </a:cubicBezTo>
                <a:cubicBezTo>
                  <a:pt x="65041" y="45551"/>
                  <a:pt x="65090" y="45750"/>
                  <a:pt x="65165" y="45949"/>
                </a:cubicBezTo>
                <a:cubicBezTo>
                  <a:pt x="65215" y="46173"/>
                  <a:pt x="65290" y="46372"/>
                  <a:pt x="65339" y="46571"/>
                </a:cubicBezTo>
                <a:cubicBezTo>
                  <a:pt x="65041" y="46795"/>
                  <a:pt x="64717" y="47019"/>
                  <a:pt x="64443" y="47268"/>
                </a:cubicBezTo>
                <a:lnTo>
                  <a:pt x="64070" y="47542"/>
                </a:lnTo>
                <a:cubicBezTo>
                  <a:pt x="63896" y="47667"/>
                  <a:pt x="63721" y="47791"/>
                  <a:pt x="63547" y="47915"/>
                </a:cubicBezTo>
                <a:cubicBezTo>
                  <a:pt x="63473" y="47940"/>
                  <a:pt x="63423" y="48015"/>
                  <a:pt x="63348" y="48040"/>
                </a:cubicBezTo>
                <a:cubicBezTo>
                  <a:pt x="63199" y="48164"/>
                  <a:pt x="63024" y="48289"/>
                  <a:pt x="62850" y="48438"/>
                </a:cubicBezTo>
                <a:cubicBezTo>
                  <a:pt x="62800" y="48513"/>
                  <a:pt x="62726" y="48538"/>
                  <a:pt x="62676" y="48612"/>
                </a:cubicBezTo>
                <a:cubicBezTo>
                  <a:pt x="62477" y="48737"/>
                  <a:pt x="62303" y="48886"/>
                  <a:pt x="62128" y="49011"/>
                </a:cubicBezTo>
                <a:cubicBezTo>
                  <a:pt x="61979" y="49135"/>
                  <a:pt x="61855" y="49235"/>
                  <a:pt x="61705" y="49359"/>
                </a:cubicBezTo>
                <a:cubicBezTo>
                  <a:pt x="61606" y="49409"/>
                  <a:pt x="61506" y="49508"/>
                  <a:pt x="61431" y="49558"/>
                </a:cubicBezTo>
                <a:cubicBezTo>
                  <a:pt x="61332" y="49633"/>
                  <a:pt x="61282" y="49683"/>
                  <a:pt x="61183" y="49757"/>
                </a:cubicBezTo>
                <a:cubicBezTo>
                  <a:pt x="61158" y="49732"/>
                  <a:pt x="61083" y="49683"/>
                  <a:pt x="61058" y="49658"/>
                </a:cubicBezTo>
                <a:cubicBezTo>
                  <a:pt x="60934" y="49608"/>
                  <a:pt x="60834" y="49508"/>
                  <a:pt x="60710" y="49434"/>
                </a:cubicBezTo>
                <a:cubicBezTo>
                  <a:pt x="60610" y="49384"/>
                  <a:pt x="60535" y="49309"/>
                  <a:pt x="60436" y="49235"/>
                </a:cubicBezTo>
                <a:cubicBezTo>
                  <a:pt x="60336" y="49160"/>
                  <a:pt x="60286" y="49110"/>
                  <a:pt x="60187" y="49036"/>
                </a:cubicBezTo>
                <a:lnTo>
                  <a:pt x="59814" y="48762"/>
                </a:lnTo>
                <a:cubicBezTo>
                  <a:pt x="59789" y="48737"/>
                  <a:pt x="59714" y="48687"/>
                  <a:pt x="59689" y="48662"/>
                </a:cubicBezTo>
                <a:cubicBezTo>
                  <a:pt x="58793" y="47940"/>
                  <a:pt x="57822" y="47069"/>
                  <a:pt x="56827" y="46073"/>
                </a:cubicBezTo>
                <a:lnTo>
                  <a:pt x="56677" y="45924"/>
                </a:lnTo>
                <a:lnTo>
                  <a:pt x="56254" y="45526"/>
                </a:lnTo>
                <a:lnTo>
                  <a:pt x="56005" y="45277"/>
                </a:lnTo>
                <a:cubicBezTo>
                  <a:pt x="56204" y="45153"/>
                  <a:pt x="56379" y="44978"/>
                  <a:pt x="56603" y="44854"/>
                </a:cubicBezTo>
                <a:cubicBezTo>
                  <a:pt x="56677" y="44804"/>
                  <a:pt x="56752" y="44779"/>
                  <a:pt x="56827" y="44704"/>
                </a:cubicBezTo>
                <a:cubicBezTo>
                  <a:pt x="57075" y="44555"/>
                  <a:pt x="57300" y="44406"/>
                  <a:pt x="57548" y="44232"/>
                </a:cubicBezTo>
                <a:cubicBezTo>
                  <a:pt x="57573" y="44232"/>
                  <a:pt x="57573" y="44207"/>
                  <a:pt x="57598" y="44207"/>
                </a:cubicBezTo>
                <a:cubicBezTo>
                  <a:pt x="57673" y="44182"/>
                  <a:pt x="57723" y="44157"/>
                  <a:pt x="57797" y="44082"/>
                </a:cubicBezTo>
                <a:cubicBezTo>
                  <a:pt x="57996" y="43933"/>
                  <a:pt x="58245" y="43808"/>
                  <a:pt x="58469" y="43684"/>
                </a:cubicBezTo>
                <a:cubicBezTo>
                  <a:pt x="58494" y="43659"/>
                  <a:pt x="58544" y="43659"/>
                  <a:pt x="58569" y="43609"/>
                </a:cubicBezTo>
                <a:cubicBezTo>
                  <a:pt x="58594" y="43584"/>
                  <a:pt x="58619" y="43584"/>
                  <a:pt x="58669" y="43559"/>
                </a:cubicBezTo>
                <a:cubicBezTo>
                  <a:pt x="58693" y="43535"/>
                  <a:pt x="58718" y="43535"/>
                  <a:pt x="58743" y="43485"/>
                </a:cubicBezTo>
                <a:lnTo>
                  <a:pt x="59415" y="43111"/>
                </a:lnTo>
                <a:cubicBezTo>
                  <a:pt x="59440" y="43087"/>
                  <a:pt x="59490" y="43087"/>
                  <a:pt x="59540" y="43062"/>
                </a:cubicBezTo>
                <a:cubicBezTo>
                  <a:pt x="59589" y="43037"/>
                  <a:pt x="59664" y="43012"/>
                  <a:pt x="59714" y="42937"/>
                </a:cubicBezTo>
                <a:cubicBezTo>
                  <a:pt x="59913" y="42813"/>
                  <a:pt x="60112" y="42713"/>
                  <a:pt x="60311" y="42614"/>
                </a:cubicBezTo>
                <a:cubicBezTo>
                  <a:pt x="60436" y="42564"/>
                  <a:pt x="60560" y="42489"/>
                  <a:pt x="60660" y="42439"/>
                </a:cubicBezTo>
                <a:lnTo>
                  <a:pt x="61207" y="42166"/>
                </a:lnTo>
                <a:cubicBezTo>
                  <a:pt x="61332" y="42091"/>
                  <a:pt x="61481" y="42041"/>
                  <a:pt x="61606" y="41966"/>
                </a:cubicBezTo>
                <a:cubicBezTo>
                  <a:pt x="61780" y="41867"/>
                  <a:pt x="61954" y="41817"/>
                  <a:pt x="62103" y="41767"/>
                </a:cubicBezTo>
                <a:cubicBezTo>
                  <a:pt x="62278" y="41693"/>
                  <a:pt x="62402" y="41643"/>
                  <a:pt x="62552" y="41568"/>
                </a:cubicBezTo>
                <a:lnTo>
                  <a:pt x="63024" y="41394"/>
                </a:lnTo>
                <a:cubicBezTo>
                  <a:pt x="63099" y="41344"/>
                  <a:pt x="63199" y="41319"/>
                  <a:pt x="63273" y="41294"/>
                </a:cubicBezTo>
                <a:close/>
                <a:moveTo>
                  <a:pt x="85352" y="47069"/>
                </a:moveTo>
                <a:cubicBezTo>
                  <a:pt x="85974" y="47816"/>
                  <a:pt x="86472" y="48712"/>
                  <a:pt x="86795" y="49757"/>
                </a:cubicBezTo>
                <a:cubicBezTo>
                  <a:pt x="86721" y="49683"/>
                  <a:pt x="86621" y="49683"/>
                  <a:pt x="86547" y="49658"/>
                </a:cubicBezTo>
                <a:cubicBezTo>
                  <a:pt x="86347" y="49608"/>
                  <a:pt x="86198" y="49558"/>
                  <a:pt x="85999" y="49508"/>
                </a:cubicBezTo>
                <a:lnTo>
                  <a:pt x="85725" y="49409"/>
                </a:lnTo>
                <a:cubicBezTo>
                  <a:pt x="85626" y="49384"/>
                  <a:pt x="85576" y="49359"/>
                  <a:pt x="85476" y="49309"/>
                </a:cubicBezTo>
                <a:cubicBezTo>
                  <a:pt x="85327" y="49260"/>
                  <a:pt x="85178" y="49185"/>
                  <a:pt x="85003" y="49160"/>
                </a:cubicBezTo>
                <a:cubicBezTo>
                  <a:pt x="84929" y="49135"/>
                  <a:pt x="84854" y="49110"/>
                  <a:pt x="84754" y="49060"/>
                </a:cubicBezTo>
                <a:cubicBezTo>
                  <a:pt x="84680" y="49036"/>
                  <a:pt x="84580" y="48961"/>
                  <a:pt x="84456" y="48936"/>
                </a:cubicBezTo>
                <a:lnTo>
                  <a:pt x="84257" y="48836"/>
                </a:lnTo>
                <a:cubicBezTo>
                  <a:pt x="84630" y="48264"/>
                  <a:pt x="84978" y="47667"/>
                  <a:pt x="85352" y="47069"/>
                </a:cubicBezTo>
                <a:close/>
                <a:moveTo>
                  <a:pt x="85501" y="46795"/>
                </a:moveTo>
                <a:cubicBezTo>
                  <a:pt x="86223" y="47642"/>
                  <a:pt x="86746" y="48637"/>
                  <a:pt x="87094" y="49782"/>
                </a:cubicBezTo>
                <a:cubicBezTo>
                  <a:pt x="87094" y="49795"/>
                  <a:pt x="87088" y="49801"/>
                  <a:pt x="87079" y="49801"/>
                </a:cubicBezTo>
                <a:cubicBezTo>
                  <a:pt x="87069" y="49801"/>
                  <a:pt x="87057" y="49795"/>
                  <a:pt x="87044" y="49782"/>
                </a:cubicBezTo>
                <a:cubicBezTo>
                  <a:pt x="86696" y="48662"/>
                  <a:pt x="86198" y="47667"/>
                  <a:pt x="85476" y="46870"/>
                </a:cubicBezTo>
                <a:cubicBezTo>
                  <a:pt x="85476" y="46820"/>
                  <a:pt x="85501" y="46820"/>
                  <a:pt x="85501" y="46795"/>
                </a:cubicBezTo>
                <a:close/>
                <a:moveTo>
                  <a:pt x="55931" y="45377"/>
                </a:moveTo>
                <a:lnTo>
                  <a:pt x="56204" y="45650"/>
                </a:lnTo>
                <a:cubicBezTo>
                  <a:pt x="56603" y="46049"/>
                  <a:pt x="57001" y="46447"/>
                  <a:pt x="57374" y="46795"/>
                </a:cubicBezTo>
                <a:cubicBezTo>
                  <a:pt x="57474" y="46895"/>
                  <a:pt x="57573" y="46970"/>
                  <a:pt x="57673" y="47044"/>
                </a:cubicBezTo>
                <a:cubicBezTo>
                  <a:pt x="57947" y="47318"/>
                  <a:pt x="58245" y="47567"/>
                  <a:pt x="58544" y="47816"/>
                </a:cubicBezTo>
                <a:cubicBezTo>
                  <a:pt x="58718" y="47990"/>
                  <a:pt x="58868" y="48115"/>
                  <a:pt x="59042" y="48264"/>
                </a:cubicBezTo>
                <a:cubicBezTo>
                  <a:pt x="59241" y="48438"/>
                  <a:pt x="59465" y="48637"/>
                  <a:pt x="59689" y="48787"/>
                </a:cubicBezTo>
                <a:cubicBezTo>
                  <a:pt x="59863" y="48936"/>
                  <a:pt x="60062" y="49060"/>
                  <a:pt x="60212" y="49185"/>
                </a:cubicBezTo>
                <a:cubicBezTo>
                  <a:pt x="60436" y="49359"/>
                  <a:pt x="60660" y="49508"/>
                  <a:pt x="60834" y="49658"/>
                </a:cubicBezTo>
                <a:cubicBezTo>
                  <a:pt x="60909" y="49732"/>
                  <a:pt x="60983" y="49782"/>
                  <a:pt x="61058" y="49807"/>
                </a:cubicBezTo>
                <a:cubicBezTo>
                  <a:pt x="61033" y="49807"/>
                  <a:pt x="61033" y="49857"/>
                  <a:pt x="60983" y="49857"/>
                </a:cubicBezTo>
                <a:cubicBezTo>
                  <a:pt x="60062" y="49235"/>
                  <a:pt x="59042" y="48388"/>
                  <a:pt x="57922" y="47393"/>
                </a:cubicBezTo>
                <a:lnTo>
                  <a:pt x="57847" y="47318"/>
                </a:lnTo>
                <a:cubicBezTo>
                  <a:pt x="57673" y="47144"/>
                  <a:pt x="57474" y="46994"/>
                  <a:pt x="57300" y="46795"/>
                </a:cubicBezTo>
                <a:lnTo>
                  <a:pt x="57175" y="46671"/>
                </a:lnTo>
                <a:cubicBezTo>
                  <a:pt x="56976" y="46522"/>
                  <a:pt x="56802" y="46322"/>
                  <a:pt x="56627" y="46148"/>
                </a:cubicBezTo>
                <a:lnTo>
                  <a:pt x="56478" y="45999"/>
                </a:lnTo>
                <a:cubicBezTo>
                  <a:pt x="56304" y="45800"/>
                  <a:pt x="56105" y="45576"/>
                  <a:pt x="55881" y="45401"/>
                </a:cubicBezTo>
                <a:lnTo>
                  <a:pt x="55856" y="45377"/>
                </a:lnTo>
                <a:lnTo>
                  <a:pt x="55856" y="45377"/>
                </a:lnTo>
                <a:cubicBezTo>
                  <a:pt x="55868" y="45389"/>
                  <a:pt x="55887" y="45395"/>
                  <a:pt x="55902" y="45395"/>
                </a:cubicBezTo>
                <a:cubicBezTo>
                  <a:pt x="55918" y="45395"/>
                  <a:pt x="55931" y="45389"/>
                  <a:pt x="55931" y="45377"/>
                </a:cubicBezTo>
                <a:close/>
                <a:moveTo>
                  <a:pt x="65439" y="46795"/>
                </a:moveTo>
                <a:lnTo>
                  <a:pt x="65439" y="46820"/>
                </a:lnTo>
                <a:lnTo>
                  <a:pt x="65439" y="46845"/>
                </a:lnTo>
                <a:cubicBezTo>
                  <a:pt x="65290" y="46970"/>
                  <a:pt x="65140" y="47069"/>
                  <a:pt x="64966" y="47194"/>
                </a:cubicBezTo>
                <a:cubicBezTo>
                  <a:pt x="64891" y="47268"/>
                  <a:pt x="64817" y="47318"/>
                  <a:pt x="64717" y="47393"/>
                </a:cubicBezTo>
                <a:cubicBezTo>
                  <a:pt x="64692" y="47393"/>
                  <a:pt x="64692" y="47418"/>
                  <a:pt x="64667" y="47418"/>
                </a:cubicBezTo>
                <a:cubicBezTo>
                  <a:pt x="64294" y="47691"/>
                  <a:pt x="63945" y="47940"/>
                  <a:pt x="63572" y="48214"/>
                </a:cubicBezTo>
                <a:cubicBezTo>
                  <a:pt x="63323" y="48413"/>
                  <a:pt x="63099" y="48587"/>
                  <a:pt x="62850" y="48787"/>
                </a:cubicBezTo>
                <a:lnTo>
                  <a:pt x="62825" y="48811"/>
                </a:lnTo>
                <a:lnTo>
                  <a:pt x="62751" y="48886"/>
                </a:lnTo>
                <a:cubicBezTo>
                  <a:pt x="62726" y="48911"/>
                  <a:pt x="62701" y="48936"/>
                  <a:pt x="62676" y="48936"/>
                </a:cubicBezTo>
                <a:cubicBezTo>
                  <a:pt x="62352" y="49185"/>
                  <a:pt x="62004" y="49434"/>
                  <a:pt x="61705" y="49683"/>
                </a:cubicBezTo>
                <a:cubicBezTo>
                  <a:pt x="61606" y="49757"/>
                  <a:pt x="61556" y="49807"/>
                  <a:pt x="61456" y="49882"/>
                </a:cubicBezTo>
                <a:cubicBezTo>
                  <a:pt x="61431" y="49857"/>
                  <a:pt x="61431" y="49857"/>
                  <a:pt x="61407" y="49857"/>
                </a:cubicBezTo>
                <a:cubicBezTo>
                  <a:pt x="61456" y="49782"/>
                  <a:pt x="61506" y="49757"/>
                  <a:pt x="61581" y="49683"/>
                </a:cubicBezTo>
                <a:cubicBezTo>
                  <a:pt x="62029" y="49309"/>
                  <a:pt x="62477" y="48986"/>
                  <a:pt x="62950" y="48637"/>
                </a:cubicBezTo>
                <a:cubicBezTo>
                  <a:pt x="63174" y="48488"/>
                  <a:pt x="63348" y="48314"/>
                  <a:pt x="63572" y="48164"/>
                </a:cubicBezTo>
                <a:cubicBezTo>
                  <a:pt x="64194" y="47691"/>
                  <a:pt x="64817" y="47243"/>
                  <a:pt x="65439" y="46795"/>
                </a:cubicBezTo>
                <a:close/>
                <a:moveTo>
                  <a:pt x="84207" y="48986"/>
                </a:moveTo>
                <a:cubicBezTo>
                  <a:pt x="84456" y="49110"/>
                  <a:pt x="84705" y="49185"/>
                  <a:pt x="84954" y="49284"/>
                </a:cubicBezTo>
                <a:cubicBezTo>
                  <a:pt x="84978" y="49284"/>
                  <a:pt x="85003" y="49309"/>
                  <a:pt x="85053" y="49309"/>
                </a:cubicBezTo>
                <a:cubicBezTo>
                  <a:pt x="85327" y="49434"/>
                  <a:pt x="85626" y="49533"/>
                  <a:pt x="85924" y="49633"/>
                </a:cubicBezTo>
                <a:cubicBezTo>
                  <a:pt x="85949" y="49633"/>
                  <a:pt x="85949" y="49633"/>
                  <a:pt x="85974" y="49658"/>
                </a:cubicBezTo>
                <a:cubicBezTo>
                  <a:pt x="86248" y="49757"/>
                  <a:pt x="86571" y="49857"/>
                  <a:pt x="86845" y="49932"/>
                </a:cubicBezTo>
                <a:lnTo>
                  <a:pt x="86845" y="49981"/>
                </a:lnTo>
                <a:lnTo>
                  <a:pt x="86845" y="50006"/>
                </a:lnTo>
                <a:cubicBezTo>
                  <a:pt x="86248" y="49857"/>
                  <a:pt x="85675" y="49658"/>
                  <a:pt x="85103" y="49434"/>
                </a:cubicBezTo>
                <a:cubicBezTo>
                  <a:pt x="84804" y="49309"/>
                  <a:pt x="84506" y="49185"/>
                  <a:pt x="84207" y="49060"/>
                </a:cubicBezTo>
                <a:cubicBezTo>
                  <a:pt x="84232" y="49060"/>
                  <a:pt x="84207" y="49060"/>
                  <a:pt x="84182" y="49011"/>
                </a:cubicBezTo>
                <a:cubicBezTo>
                  <a:pt x="84182" y="49011"/>
                  <a:pt x="84182" y="48986"/>
                  <a:pt x="84207" y="48986"/>
                </a:cubicBezTo>
                <a:close/>
                <a:moveTo>
                  <a:pt x="61232" y="49932"/>
                </a:moveTo>
                <a:lnTo>
                  <a:pt x="61307" y="50006"/>
                </a:lnTo>
                <a:cubicBezTo>
                  <a:pt x="61257" y="50006"/>
                  <a:pt x="61257" y="50031"/>
                  <a:pt x="61232" y="50031"/>
                </a:cubicBezTo>
                <a:lnTo>
                  <a:pt x="61207" y="50031"/>
                </a:lnTo>
                <a:cubicBezTo>
                  <a:pt x="61207" y="50031"/>
                  <a:pt x="61183" y="50031"/>
                  <a:pt x="61183" y="50006"/>
                </a:cubicBezTo>
                <a:lnTo>
                  <a:pt x="61232" y="49932"/>
                </a:lnTo>
                <a:close/>
                <a:moveTo>
                  <a:pt x="65563" y="47019"/>
                </a:moveTo>
                <a:cubicBezTo>
                  <a:pt x="65563" y="47069"/>
                  <a:pt x="65588" y="47144"/>
                  <a:pt x="65588" y="47194"/>
                </a:cubicBezTo>
                <a:cubicBezTo>
                  <a:pt x="65563" y="47318"/>
                  <a:pt x="65588" y="47418"/>
                  <a:pt x="65638" y="47517"/>
                </a:cubicBezTo>
                <a:cubicBezTo>
                  <a:pt x="65663" y="47567"/>
                  <a:pt x="65663" y="47667"/>
                  <a:pt x="65663" y="47741"/>
                </a:cubicBezTo>
                <a:cubicBezTo>
                  <a:pt x="64418" y="48438"/>
                  <a:pt x="63149" y="49235"/>
                  <a:pt x="61904" y="50131"/>
                </a:cubicBezTo>
                <a:cubicBezTo>
                  <a:pt x="61805" y="50106"/>
                  <a:pt x="61730" y="50031"/>
                  <a:pt x="61680" y="50006"/>
                </a:cubicBezTo>
                <a:lnTo>
                  <a:pt x="61655" y="50006"/>
                </a:lnTo>
                <a:cubicBezTo>
                  <a:pt x="61730" y="49932"/>
                  <a:pt x="61830" y="49832"/>
                  <a:pt x="61929" y="49782"/>
                </a:cubicBezTo>
                <a:cubicBezTo>
                  <a:pt x="62178" y="49558"/>
                  <a:pt x="62452" y="49384"/>
                  <a:pt x="62701" y="49160"/>
                </a:cubicBezTo>
                <a:cubicBezTo>
                  <a:pt x="62751" y="49135"/>
                  <a:pt x="62800" y="49110"/>
                  <a:pt x="62850" y="49036"/>
                </a:cubicBezTo>
                <a:cubicBezTo>
                  <a:pt x="63174" y="48787"/>
                  <a:pt x="63473" y="48563"/>
                  <a:pt x="63796" y="48314"/>
                </a:cubicBezTo>
                <a:cubicBezTo>
                  <a:pt x="64070" y="48090"/>
                  <a:pt x="64369" y="47891"/>
                  <a:pt x="64667" y="47667"/>
                </a:cubicBezTo>
                <a:cubicBezTo>
                  <a:pt x="64692" y="47642"/>
                  <a:pt x="64717" y="47592"/>
                  <a:pt x="64792" y="47567"/>
                </a:cubicBezTo>
                <a:cubicBezTo>
                  <a:pt x="65041" y="47393"/>
                  <a:pt x="65290" y="47194"/>
                  <a:pt x="65563" y="47019"/>
                </a:cubicBezTo>
                <a:close/>
                <a:moveTo>
                  <a:pt x="71164" y="45650"/>
                </a:moveTo>
                <a:lnTo>
                  <a:pt x="71164" y="45650"/>
                </a:lnTo>
                <a:cubicBezTo>
                  <a:pt x="70940" y="46024"/>
                  <a:pt x="70790" y="46322"/>
                  <a:pt x="70641" y="46571"/>
                </a:cubicBezTo>
                <a:cubicBezTo>
                  <a:pt x="70566" y="46671"/>
                  <a:pt x="70542" y="46770"/>
                  <a:pt x="70517" y="46820"/>
                </a:cubicBezTo>
                <a:cubicBezTo>
                  <a:pt x="70442" y="46945"/>
                  <a:pt x="70367" y="47069"/>
                  <a:pt x="70293" y="47194"/>
                </a:cubicBezTo>
                <a:cubicBezTo>
                  <a:pt x="70143" y="47393"/>
                  <a:pt x="70019" y="47567"/>
                  <a:pt x="69894" y="47791"/>
                </a:cubicBezTo>
                <a:cubicBezTo>
                  <a:pt x="69297" y="48139"/>
                  <a:pt x="68700" y="48488"/>
                  <a:pt x="68152" y="48861"/>
                </a:cubicBezTo>
                <a:cubicBezTo>
                  <a:pt x="68028" y="48936"/>
                  <a:pt x="67878" y="49011"/>
                  <a:pt x="67729" y="49110"/>
                </a:cubicBezTo>
                <a:cubicBezTo>
                  <a:pt x="67331" y="49359"/>
                  <a:pt x="66907" y="49658"/>
                  <a:pt x="66435" y="49981"/>
                </a:cubicBezTo>
                <a:lnTo>
                  <a:pt x="66161" y="50156"/>
                </a:lnTo>
                <a:cubicBezTo>
                  <a:pt x="66186" y="50106"/>
                  <a:pt x="66186" y="50031"/>
                  <a:pt x="66186" y="49932"/>
                </a:cubicBezTo>
                <a:cubicBezTo>
                  <a:pt x="66211" y="49882"/>
                  <a:pt x="66211" y="49782"/>
                  <a:pt x="66211" y="49732"/>
                </a:cubicBezTo>
                <a:cubicBezTo>
                  <a:pt x="66211" y="49658"/>
                  <a:pt x="66211" y="49558"/>
                  <a:pt x="66260" y="49484"/>
                </a:cubicBezTo>
                <a:cubicBezTo>
                  <a:pt x="66260" y="49384"/>
                  <a:pt x="66285" y="49309"/>
                  <a:pt x="66285" y="49235"/>
                </a:cubicBezTo>
                <a:lnTo>
                  <a:pt x="66285" y="48936"/>
                </a:lnTo>
                <a:lnTo>
                  <a:pt x="66285" y="48662"/>
                </a:lnTo>
                <a:cubicBezTo>
                  <a:pt x="66285" y="48563"/>
                  <a:pt x="66260" y="48488"/>
                  <a:pt x="66260" y="48388"/>
                </a:cubicBezTo>
                <a:cubicBezTo>
                  <a:pt x="66260" y="48289"/>
                  <a:pt x="66211" y="48164"/>
                  <a:pt x="66211" y="48065"/>
                </a:cubicBezTo>
                <a:cubicBezTo>
                  <a:pt x="66211" y="48040"/>
                  <a:pt x="66211" y="48015"/>
                  <a:pt x="66186" y="47940"/>
                </a:cubicBezTo>
                <a:cubicBezTo>
                  <a:pt x="67878" y="47019"/>
                  <a:pt x="69546" y="46248"/>
                  <a:pt x="71164" y="45650"/>
                </a:cubicBezTo>
                <a:close/>
                <a:moveTo>
                  <a:pt x="97250" y="48289"/>
                </a:moveTo>
                <a:cubicBezTo>
                  <a:pt x="97548" y="48911"/>
                  <a:pt x="97797" y="49558"/>
                  <a:pt x="97996" y="50255"/>
                </a:cubicBezTo>
                <a:lnTo>
                  <a:pt x="97947" y="50255"/>
                </a:lnTo>
                <a:cubicBezTo>
                  <a:pt x="97772" y="49558"/>
                  <a:pt x="97524" y="48936"/>
                  <a:pt x="97200" y="48363"/>
                </a:cubicBezTo>
                <a:cubicBezTo>
                  <a:pt x="97200" y="48314"/>
                  <a:pt x="97250" y="48289"/>
                  <a:pt x="97250" y="48289"/>
                </a:cubicBezTo>
                <a:close/>
                <a:moveTo>
                  <a:pt x="105265" y="40448"/>
                </a:moveTo>
                <a:cubicBezTo>
                  <a:pt x="105290" y="40448"/>
                  <a:pt x="105364" y="40473"/>
                  <a:pt x="105464" y="40548"/>
                </a:cubicBezTo>
                <a:cubicBezTo>
                  <a:pt x="105713" y="40821"/>
                  <a:pt x="105962" y="41095"/>
                  <a:pt x="106161" y="41419"/>
                </a:cubicBezTo>
                <a:cubicBezTo>
                  <a:pt x="106235" y="41518"/>
                  <a:pt x="106285" y="41568"/>
                  <a:pt x="106360" y="41668"/>
                </a:cubicBezTo>
                <a:cubicBezTo>
                  <a:pt x="106609" y="42041"/>
                  <a:pt x="106858" y="42439"/>
                  <a:pt x="107107" y="42838"/>
                </a:cubicBezTo>
                <a:cubicBezTo>
                  <a:pt x="107156" y="42937"/>
                  <a:pt x="107206" y="43037"/>
                  <a:pt x="107256" y="43136"/>
                </a:cubicBezTo>
                <a:cubicBezTo>
                  <a:pt x="107455" y="43460"/>
                  <a:pt x="107604" y="43808"/>
                  <a:pt x="107754" y="44182"/>
                </a:cubicBezTo>
                <a:cubicBezTo>
                  <a:pt x="107779" y="44256"/>
                  <a:pt x="107779" y="44281"/>
                  <a:pt x="107828" y="44331"/>
                </a:cubicBezTo>
                <a:lnTo>
                  <a:pt x="107903" y="44630"/>
                </a:lnTo>
                <a:cubicBezTo>
                  <a:pt x="108077" y="45028"/>
                  <a:pt x="108202" y="45401"/>
                  <a:pt x="108326" y="45825"/>
                </a:cubicBezTo>
                <a:cubicBezTo>
                  <a:pt x="108351" y="45899"/>
                  <a:pt x="108351" y="45949"/>
                  <a:pt x="108376" y="46024"/>
                </a:cubicBezTo>
                <a:cubicBezTo>
                  <a:pt x="108077" y="46248"/>
                  <a:pt x="107754" y="46422"/>
                  <a:pt x="107480" y="46621"/>
                </a:cubicBezTo>
                <a:cubicBezTo>
                  <a:pt x="107256" y="46770"/>
                  <a:pt x="107032" y="46895"/>
                  <a:pt x="106833" y="47044"/>
                </a:cubicBezTo>
                <a:cubicBezTo>
                  <a:pt x="106484" y="47243"/>
                  <a:pt x="106136" y="47418"/>
                  <a:pt x="105837" y="47617"/>
                </a:cubicBezTo>
                <a:cubicBezTo>
                  <a:pt x="105588" y="47741"/>
                  <a:pt x="105339" y="47891"/>
                  <a:pt x="105090" y="48015"/>
                </a:cubicBezTo>
                <a:cubicBezTo>
                  <a:pt x="104742" y="48164"/>
                  <a:pt x="104418" y="48314"/>
                  <a:pt x="104095" y="48438"/>
                </a:cubicBezTo>
                <a:cubicBezTo>
                  <a:pt x="103796" y="48563"/>
                  <a:pt x="103547" y="48687"/>
                  <a:pt x="103273" y="48811"/>
                </a:cubicBezTo>
                <a:cubicBezTo>
                  <a:pt x="102975" y="48936"/>
                  <a:pt x="102626" y="49060"/>
                  <a:pt x="102303" y="49160"/>
                </a:cubicBezTo>
                <a:cubicBezTo>
                  <a:pt x="102004" y="49260"/>
                  <a:pt x="101730" y="49384"/>
                  <a:pt x="101407" y="49484"/>
                </a:cubicBezTo>
                <a:cubicBezTo>
                  <a:pt x="101133" y="49558"/>
                  <a:pt x="100859" y="49633"/>
                  <a:pt x="100560" y="49732"/>
                </a:cubicBezTo>
                <a:cubicBezTo>
                  <a:pt x="100535" y="49732"/>
                  <a:pt x="100535" y="49732"/>
                  <a:pt x="100510" y="49757"/>
                </a:cubicBezTo>
                <a:lnTo>
                  <a:pt x="100486" y="49757"/>
                </a:lnTo>
                <a:cubicBezTo>
                  <a:pt x="100162" y="49857"/>
                  <a:pt x="99863" y="49932"/>
                  <a:pt x="99515" y="50006"/>
                </a:cubicBezTo>
                <a:cubicBezTo>
                  <a:pt x="99141" y="50106"/>
                  <a:pt x="98793" y="50156"/>
                  <a:pt x="98420" y="50230"/>
                </a:cubicBezTo>
                <a:cubicBezTo>
                  <a:pt x="98395" y="50230"/>
                  <a:pt x="98370" y="50230"/>
                  <a:pt x="98295" y="50255"/>
                </a:cubicBezTo>
                <a:cubicBezTo>
                  <a:pt x="98071" y="49484"/>
                  <a:pt x="97797" y="48762"/>
                  <a:pt x="97449" y="48115"/>
                </a:cubicBezTo>
                <a:cubicBezTo>
                  <a:pt x="98046" y="46994"/>
                  <a:pt x="98619" y="45874"/>
                  <a:pt x="99166" y="44754"/>
                </a:cubicBezTo>
                <a:cubicBezTo>
                  <a:pt x="99291" y="44680"/>
                  <a:pt x="99415" y="44630"/>
                  <a:pt x="99515" y="44555"/>
                </a:cubicBezTo>
                <a:cubicBezTo>
                  <a:pt x="99614" y="44505"/>
                  <a:pt x="99739" y="44456"/>
                  <a:pt x="99814" y="44406"/>
                </a:cubicBezTo>
                <a:lnTo>
                  <a:pt x="100486" y="44032"/>
                </a:lnTo>
                <a:cubicBezTo>
                  <a:pt x="100610" y="43958"/>
                  <a:pt x="100735" y="43908"/>
                  <a:pt x="100809" y="43833"/>
                </a:cubicBezTo>
                <a:cubicBezTo>
                  <a:pt x="101008" y="43709"/>
                  <a:pt x="101232" y="43584"/>
                  <a:pt x="101407" y="43460"/>
                </a:cubicBezTo>
                <a:cubicBezTo>
                  <a:pt x="101531" y="43385"/>
                  <a:pt x="101655" y="43311"/>
                  <a:pt x="101780" y="43211"/>
                </a:cubicBezTo>
                <a:cubicBezTo>
                  <a:pt x="101979" y="43087"/>
                  <a:pt x="102153" y="42962"/>
                  <a:pt x="102303" y="42838"/>
                </a:cubicBezTo>
                <a:cubicBezTo>
                  <a:pt x="102427" y="42763"/>
                  <a:pt x="102601" y="42663"/>
                  <a:pt x="102726" y="42564"/>
                </a:cubicBezTo>
                <a:cubicBezTo>
                  <a:pt x="102875" y="42439"/>
                  <a:pt x="103049" y="42315"/>
                  <a:pt x="103224" y="42190"/>
                </a:cubicBezTo>
                <a:cubicBezTo>
                  <a:pt x="103373" y="42066"/>
                  <a:pt x="103497" y="41966"/>
                  <a:pt x="103647" y="41842"/>
                </a:cubicBezTo>
                <a:cubicBezTo>
                  <a:pt x="103796" y="41718"/>
                  <a:pt x="103970" y="41593"/>
                  <a:pt x="104095" y="41469"/>
                </a:cubicBezTo>
                <a:lnTo>
                  <a:pt x="104543" y="41095"/>
                </a:lnTo>
                <a:cubicBezTo>
                  <a:pt x="104717" y="40971"/>
                  <a:pt x="104842" y="40846"/>
                  <a:pt x="104966" y="40722"/>
                </a:cubicBezTo>
                <a:cubicBezTo>
                  <a:pt x="105041" y="40647"/>
                  <a:pt x="105165" y="40548"/>
                  <a:pt x="105265" y="40448"/>
                </a:cubicBezTo>
                <a:close/>
                <a:moveTo>
                  <a:pt x="61506" y="50131"/>
                </a:moveTo>
                <a:cubicBezTo>
                  <a:pt x="61556" y="50156"/>
                  <a:pt x="61581" y="50156"/>
                  <a:pt x="61606" y="50180"/>
                </a:cubicBezTo>
                <a:cubicBezTo>
                  <a:pt x="61606" y="50180"/>
                  <a:pt x="61680" y="50230"/>
                  <a:pt x="61705" y="50280"/>
                </a:cubicBezTo>
                <a:cubicBezTo>
                  <a:pt x="61606" y="50255"/>
                  <a:pt x="61506" y="50230"/>
                  <a:pt x="61456" y="50156"/>
                </a:cubicBezTo>
                <a:cubicBezTo>
                  <a:pt x="61481" y="50156"/>
                  <a:pt x="61481" y="50131"/>
                  <a:pt x="61506" y="50131"/>
                </a:cubicBezTo>
                <a:close/>
                <a:moveTo>
                  <a:pt x="65688" y="47940"/>
                </a:moveTo>
                <a:lnTo>
                  <a:pt x="65688" y="48015"/>
                </a:lnTo>
                <a:cubicBezTo>
                  <a:pt x="64518" y="48687"/>
                  <a:pt x="63323" y="49434"/>
                  <a:pt x="62128" y="50280"/>
                </a:cubicBezTo>
                <a:cubicBezTo>
                  <a:pt x="62103" y="50280"/>
                  <a:pt x="62103" y="50255"/>
                  <a:pt x="62079" y="50255"/>
                </a:cubicBezTo>
                <a:cubicBezTo>
                  <a:pt x="63298" y="49409"/>
                  <a:pt x="64518" y="48637"/>
                  <a:pt x="65688" y="47940"/>
                </a:cubicBezTo>
                <a:close/>
                <a:moveTo>
                  <a:pt x="65987" y="48065"/>
                </a:moveTo>
                <a:cubicBezTo>
                  <a:pt x="65987" y="48164"/>
                  <a:pt x="66036" y="48264"/>
                  <a:pt x="66036" y="48363"/>
                </a:cubicBezTo>
                <a:cubicBezTo>
                  <a:pt x="66036" y="48488"/>
                  <a:pt x="66061" y="48563"/>
                  <a:pt x="66061" y="48687"/>
                </a:cubicBezTo>
                <a:lnTo>
                  <a:pt x="66061" y="48911"/>
                </a:lnTo>
                <a:lnTo>
                  <a:pt x="66061" y="49210"/>
                </a:lnTo>
                <a:lnTo>
                  <a:pt x="66061" y="49434"/>
                </a:lnTo>
                <a:cubicBezTo>
                  <a:pt x="66061" y="49533"/>
                  <a:pt x="66061" y="49633"/>
                  <a:pt x="66036" y="49708"/>
                </a:cubicBezTo>
                <a:cubicBezTo>
                  <a:pt x="66036" y="49782"/>
                  <a:pt x="65987" y="49832"/>
                  <a:pt x="65987" y="49932"/>
                </a:cubicBezTo>
                <a:cubicBezTo>
                  <a:pt x="65987" y="50006"/>
                  <a:pt x="65962" y="50081"/>
                  <a:pt x="65962" y="50156"/>
                </a:cubicBezTo>
                <a:cubicBezTo>
                  <a:pt x="65937" y="50255"/>
                  <a:pt x="65912" y="50305"/>
                  <a:pt x="65862" y="50380"/>
                </a:cubicBezTo>
                <a:cubicBezTo>
                  <a:pt x="65862" y="50380"/>
                  <a:pt x="65862" y="50405"/>
                  <a:pt x="65837" y="50405"/>
                </a:cubicBezTo>
                <a:cubicBezTo>
                  <a:pt x="65812" y="50429"/>
                  <a:pt x="65787" y="50429"/>
                  <a:pt x="65738" y="50454"/>
                </a:cubicBezTo>
                <a:cubicBezTo>
                  <a:pt x="65738" y="50429"/>
                  <a:pt x="65787" y="50405"/>
                  <a:pt x="65787" y="50380"/>
                </a:cubicBezTo>
                <a:cubicBezTo>
                  <a:pt x="65812" y="50255"/>
                  <a:pt x="65837" y="50180"/>
                  <a:pt x="65862" y="50106"/>
                </a:cubicBezTo>
                <a:cubicBezTo>
                  <a:pt x="65862" y="50031"/>
                  <a:pt x="65912" y="50006"/>
                  <a:pt x="65912" y="49932"/>
                </a:cubicBezTo>
                <a:cubicBezTo>
                  <a:pt x="65937" y="49857"/>
                  <a:pt x="65937" y="49782"/>
                  <a:pt x="65962" y="49683"/>
                </a:cubicBezTo>
                <a:lnTo>
                  <a:pt x="65962" y="49484"/>
                </a:lnTo>
                <a:cubicBezTo>
                  <a:pt x="65962" y="49384"/>
                  <a:pt x="65962" y="49284"/>
                  <a:pt x="66011" y="49185"/>
                </a:cubicBezTo>
                <a:lnTo>
                  <a:pt x="66011" y="48936"/>
                </a:lnTo>
                <a:lnTo>
                  <a:pt x="66011" y="48662"/>
                </a:lnTo>
                <a:cubicBezTo>
                  <a:pt x="66011" y="48563"/>
                  <a:pt x="65962" y="48488"/>
                  <a:pt x="65962" y="48388"/>
                </a:cubicBezTo>
                <a:cubicBezTo>
                  <a:pt x="65962" y="48289"/>
                  <a:pt x="65937" y="48189"/>
                  <a:pt x="65937" y="48090"/>
                </a:cubicBezTo>
                <a:cubicBezTo>
                  <a:pt x="65962" y="48090"/>
                  <a:pt x="65962" y="48065"/>
                  <a:pt x="65987" y="48065"/>
                </a:cubicBezTo>
                <a:close/>
                <a:moveTo>
                  <a:pt x="97100" y="48538"/>
                </a:moveTo>
                <a:cubicBezTo>
                  <a:pt x="97374" y="49110"/>
                  <a:pt x="97573" y="49658"/>
                  <a:pt x="97772" y="50280"/>
                </a:cubicBezTo>
                <a:cubicBezTo>
                  <a:pt x="97673" y="50305"/>
                  <a:pt x="97548" y="50355"/>
                  <a:pt x="97449" y="50355"/>
                </a:cubicBezTo>
                <a:cubicBezTo>
                  <a:pt x="97001" y="50405"/>
                  <a:pt x="96478" y="50479"/>
                  <a:pt x="96030" y="50504"/>
                </a:cubicBezTo>
                <a:cubicBezTo>
                  <a:pt x="96403" y="49857"/>
                  <a:pt x="96777" y="49185"/>
                  <a:pt x="97100" y="48538"/>
                </a:cubicBezTo>
                <a:close/>
                <a:moveTo>
                  <a:pt x="108401" y="46273"/>
                </a:moveTo>
                <a:lnTo>
                  <a:pt x="108401" y="46298"/>
                </a:lnTo>
                <a:lnTo>
                  <a:pt x="108401" y="46322"/>
                </a:lnTo>
                <a:cubicBezTo>
                  <a:pt x="108152" y="46522"/>
                  <a:pt x="107878" y="46671"/>
                  <a:pt x="107629" y="46820"/>
                </a:cubicBezTo>
                <a:cubicBezTo>
                  <a:pt x="107380" y="46994"/>
                  <a:pt x="107132" y="47169"/>
                  <a:pt x="106858" y="47318"/>
                </a:cubicBezTo>
                <a:cubicBezTo>
                  <a:pt x="106584" y="47492"/>
                  <a:pt x="106260" y="47642"/>
                  <a:pt x="105987" y="47791"/>
                </a:cubicBezTo>
                <a:cubicBezTo>
                  <a:pt x="105713" y="47940"/>
                  <a:pt x="105389" y="48115"/>
                  <a:pt x="105115" y="48264"/>
                </a:cubicBezTo>
                <a:cubicBezTo>
                  <a:pt x="104842" y="48388"/>
                  <a:pt x="104543" y="48513"/>
                  <a:pt x="104294" y="48637"/>
                </a:cubicBezTo>
                <a:cubicBezTo>
                  <a:pt x="103945" y="48787"/>
                  <a:pt x="103647" y="48936"/>
                  <a:pt x="103298" y="49060"/>
                </a:cubicBezTo>
                <a:lnTo>
                  <a:pt x="102552" y="49359"/>
                </a:lnTo>
                <a:cubicBezTo>
                  <a:pt x="102178" y="49484"/>
                  <a:pt x="101805" y="49633"/>
                  <a:pt x="101431" y="49757"/>
                </a:cubicBezTo>
                <a:cubicBezTo>
                  <a:pt x="101183" y="49807"/>
                  <a:pt x="100934" y="49882"/>
                  <a:pt x="100735" y="49932"/>
                </a:cubicBezTo>
                <a:cubicBezTo>
                  <a:pt x="100311" y="50056"/>
                  <a:pt x="99913" y="50180"/>
                  <a:pt x="99515" y="50280"/>
                </a:cubicBezTo>
                <a:cubicBezTo>
                  <a:pt x="99266" y="50355"/>
                  <a:pt x="99017" y="50380"/>
                  <a:pt x="98743" y="50429"/>
                </a:cubicBezTo>
                <a:cubicBezTo>
                  <a:pt x="98619" y="50479"/>
                  <a:pt x="98445" y="50504"/>
                  <a:pt x="98320" y="50529"/>
                </a:cubicBezTo>
                <a:lnTo>
                  <a:pt x="98270" y="50405"/>
                </a:lnTo>
                <a:cubicBezTo>
                  <a:pt x="98320" y="50405"/>
                  <a:pt x="98370" y="50380"/>
                  <a:pt x="98420" y="50380"/>
                </a:cubicBezTo>
                <a:cubicBezTo>
                  <a:pt x="98445" y="50380"/>
                  <a:pt x="98519" y="50355"/>
                  <a:pt x="98544" y="50355"/>
                </a:cubicBezTo>
                <a:cubicBezTo>
                  <a:pt x="98868" y="50280"/>
                  <a:pt x="99166" y="50255"/>
                  <a:pt x="99490" y="50156"/>
                </a:cubicBezTo>
                <a:cubicBezTo>
                  <a:pt x="99565" y="50131"/>
                  <a:pt x="99664" y="50106"/>
                  <a:pt x="99739" y="50106"/>
                </a:cubicBezTo>
                <a:cubicBezTo>
                  <a:pt x="99938" y="50031"/>
                  <a:pt x="100137" y="49981"/>
                  <a:pt x="100361" y="49907"/>
                </a:cubicBezTo>
                <a:lnTo>
                  <a:pt x="100386" y="49907"/>
                </a:lnTo>
                <a:cubicBezTo>
                  <a:pt x="100411" y="49907"/>
                  <a:pt x="100486" y="49882"/>
                  <a:pt x="100510" y="49882"/>
                </a:cubicBezTo>
                <a:cubicBezTo>
                  <a:pt x="100560" y="49857"/>
                  <a:pt x="100635" y="49857"/>
                  <a:pt x="100685" y="49807"/>
                </a:cubicBezTo>
                <a:cubicBezTo>
                  <a:pt x="100934" y="49757"/>
                  <a:pt x="101183" y="49683"/>
                  <a:pt x="101407" y="49633"/>
                </a:cubicBezTo>
                <a:cubicBezTo>
                  <a:pt x="101680" y="49533"/>
                  <a:pt x="101929" y="49434"/>
                  <a:pt x="102228" y="49359"/>
                </a:cubicBezTo>
                <a:cubicBezTo>
                  <a:pt x="102253" y="49359"/>
                  <a:pt x="102278" y="49309"/>
                  <a:pt x="102303" y="49309"/>
                </a:cubicBezTo>
                <a:cubicBezTo>
                  <a:pt x="102651" y="49185"/>
                  <a:pt x="102975" y="49110"/>
                  <a:pt x="103298" y="48986"/>
                </a:cubicBezTo>
                <a:cubicBezTo>
                  <a:pt x="103497" y="48911"/>
                  <a:pt x="103647" y="48811"/>
                  <a:pt x="103796" y="48762"/>
                </a:cubicBezTo>
                <a:cubicBezTo>
                  <a:pt x="103871" y="48737"/>
                  <a:pt x="103970" y="48687"/>
                  <a:pt x="104020" y="48662"/>
                </a:cubicBezTo>
                <a:cubicBezTo>
                  <a:pt x="104045" y="48637"/>
                  <a:pt x="104120" y="48637"/>
                  <a:pt x="104145" y="48612"/>
                </a:cubicBezTo>
                <a:cubicBezTo>
                  <a:pt x="104169" y="48612"/>
                  <a:pt x="104219" y="48563"/>
                  <a:pt x="104244" y="48563"/>
                </a:cubicBezTo>
                <a:cubicBezTo>
                  <a:pt x="104518" y="48438"/>
                  <a:pt x="104842" y="48314"/>
                  <a:pt x="105115" y="48189"/>
                </a:cubicBezTo>
                <a:cubicBezTo>
                  <a:pt x="105339" y="48115"/>
                  <a:pt x="105538" y="47940"/>
                  <a:pt x="105763" y="47866"/>
                </a:cubicBezTo>
                <a:cubicBezTo>
                  <a:pt x="105837" y="47816"/>
                  <a:pt x="105862" y="47791"/>
                  <a:pt x="105912" y="47766"/>
                </a:cubicBezTo>
                <a:cubicBezTo>
                  <a:pt x="105962" y="47766"/>
                  <a:pt x="105962" y="47741"/>
                  <a:pt x="105987" y="47741"/>
                </a:cubicBezTo>
                <a:cubicBezTo>
                  <a:pt x="106161" y="47642"/>
                  <a:pt x="106385" y="47517"/>
                  <a:pt x="106584" y="47418"/>
                </a:cubicBezTo>
                <a:cubicBezTo>
                  <a:pt x="106659" y="47368"/>
                  <a:pt x="106783" y="47318"/>
                  <a:pt x="106883" y="47268"/>
                </a:cubicBezTo>
                <a:cubicBezTo>
                  <a:pt x="107082" y="47144"/>
                  <a:pt x="107256" y="47019"/>
                  <a:pt x="107480" y="46895"/>
                </a:cubicBezTo>
                <a:cubicBezTo>
                  <a:pt x="107530" y="46870"/>
                  <a:pt x="107604" y="46795"/>
                  <a:pt x="107654" y="46770"/>
                </a:cubicBezTo>
                <a:cubicBezTo>
                  <a:pt x="107903" y="46621"/>
                  <a:pt x="108152" y="46447"/>
                  <a:pt x="108401" y="46273"/>
                </a:cubicBezTo>
                <a:close/>
                <a:moveTo>
                  <a:pt x="97026" y="48289"/>
                </a:moveTo>
                <a:cubicBezTo>
                  <a:pt x="97026" y="48314"/>
                  <a:pt x="97051" y="48363"/>
                  <a:pt x="97051" y="48363"/>
                </a:cubicBezTo>
                <a:cubicBezTo>
                  <a:pt x="96627" y="49060"/>
                  <a:pt x="96204" y="49807"/>
                  <a:pt x="95806" y="50554"/>
                </a:cubicBezTo>
                <a:lnTo>
                  <a:pt x="95756" y="50554"/>
                </a:lnTo>
                <a:cubicBezTo>
                  <a:pt x="96179" y="49807"/>
                  <a:pt x="96627" y="49036"/>
                  <a:pt x="97026" y="48289"/>
                </a:cubicBezTo>
                <a:close/>
                <a:moveTo>
                  <a:pt x="69646" y="48239"/>
                </a:moveTo>
                <a:cubicBezTo>
                  <a:pt x="69646" y="48264"/>
                  <a:pt x="69621" y="48264"/>
                  <a:pt x="69621" y="48289"/>
                </a:cubicBezTo>
                <a:cubicBezTo>
                  <a:pt x="69496" y="48363"/>
                  <a:pt x="69372" y="48438"/>
                  <a:pt x="69247" y="48513"/>
                </a:cubicBezTo>
                <a:cubicBezTo>
                  <a:pt x="69197" y="48513"/>
                  <a:pt x="69197" y="48538"/>
                  <a:pt x="69173" y="48538"/>
                </a:cubicBezTo>
                <a:cubicBezTo>
                  <a:pt x="68077" y="49160"/>
                  <a:pt x="67032" y="49882"/>
                  <a:pt x="65937" y="50629"/>
                </a:cubicBezTo>
                <a:lnTo>
                  <a:pt x="65962" y="50604"/>
                </a:lnTo>
                <a:lnTo>
                  <a:pt x="65962" y="50554"/>
                </a:lnTo>
                <a:cubicBezTo>
                  <a:pt x="66708" y="50031"/>
                  <a:pt x="67704" y="49384"/>
                  <a:pt x="68650" y="48811"/>
                </a:cubicBezTo>
                <a:cubicBezTo>
                  <a:pt x="68774" y="48762"/>
                  <a:pt x="68874" y="48687"/>
                  <a:pt x="68998" y="48637"/>
                </a:cubicBezTo>
                <a:lnTo>
                  <a:pt x="69073" y="48563"/>
                </a:lnTo>
                <a:cubicBezTo>
                  <a:pt x="69272" y="48488"/>
                  <a:pt x="69446" y="48363"/>
                  <a:pt x="69646" y="48239"/>
                </a:cubicBezTo>
                <a:close/>
                <a:moveTo>
                  <a:pt x="95408" y="46173"/>
                </a:moveTo>
                <a:cubicBezTo>
                  <a:pt x="96030" y="46696"/>
                  <a:pt x="96503" y="47368"/>
                  <a:pt x="96901" y="48065"/>
                </a:cubicBezTo>
                <a:cubicBezTo>
                  <a:pt x="96453" y="48911"/>
                  <a:pt x="96005" y="49757"/>
                  <a:pt x="95507" y="50554"/>
                </a:cubicBezTo>
                <a:lnTo>
                  <a:pt x="95458" y="50554"/>
                </a:lnTo>
                <a:cubicBezTo>
                  <a:pt x="94810" y="50629"/>
                  <a:pt x="94138" y="50653"/>
                  <a:pt x="93466" y="50653"/>
                </a:cubicBezTo>
                <a:cubicBezTo>
                  <a:pt x="92968" y="50653"/>
                  <a:pt x="92471" y="50629"/>
                  <a:pt x="91973" y="50604"/>
                </a:cubicBezTo>
                <a:lnTo>
                  <a:pt x="91649" y="50604"/>
                </a:lnTo>
                <a:cubicBezTo>
                  <a:pt x="91151" y="50554"/>
                  <a:pt x="90654" y="50504"/>
                  <a:pt x="90181" y="50429"/>
                </a:cubicBezTo>
                <a:lnTo>
                  <a:pt x="90081" y="50429"/>
                </a:lnTo>
                <a:cubicBezTo>
                  <a:pt x="89733" y="50405"/>
                  <a:pt x="89434" y="50355"/>
                  <a:pt x="89085" y="50280"/>
                </a:cubicBezTo>
                <a:cubicBezTo>
                  <a:pt x="88986" y="50255"/>
                  <a:pt x="88911" y="50255"/>
                  <a:pt x="88812" y="50230"/>
                </a:cubicBezTo>
                <a:cubicBezTo>
                  <a:pt x="88563" y="50156"/>
                  <a:pt x="88314" y="50131"/>
                  <a:pt x="88065" y="50056"/>
                </a:cubicBezTo>
                <a:lnTo>
                  <a:pt x="87990" y="50056"/>
                </a:lnTo>
                <a:lnTo>
                  <a:pt x="87617" y="49981"/>
                </a:lnTo>
                <a:cubicBezTo>
                  <a:pt x="87542" y="49932"/>
                  <a:pt x="87418" y="49907"/>
                  <a:pt x="87318" y="49882"/>
                </a:cubicBezTo>
                <a:cubicBezTo>
                  <a:pt x="86995" y="48687"/>
                  <a:pt x="86472" y="47667"/>
                  <a:pt x="85750" y="46820"/>
                </a:cubicBezTo>
                <a:lnTo>
                  <a:pt x="85825" y="46820"/>
                </a:lnTo>
                <a:cubicBezTo>
                  <a:pt x="85924" y="46870"/>
                  <a:pt x="85999" y="46870"/>
                  <a:pt x="86099" y="46895"/>
                </a:cubicBezTo>
                <a:cubicBezTo>
                  <a:pt x="86497" y="46945"/>
                  <a:pt x="86870" y="46994"/>
                  <a:pt x="87293" y="47044"/>
                </a:cubicBezTo>
                <a:cubicBezTo>
                  <a:pt x="87368" y="47044"/>
                  <a:pt x="87492" y="47069"/>
                  <a:pt x="87592" y="47069"/>
                </a:cubicBezTo>
                <a:cubicBezTo>
                  <a:pt x="88090" y="47094"/>
                  <a:pt x="88588" y="47144"/>
                  <a:pt x="89085" y="47144"/>
                </a:cubicBezTo>
                <a:cubicBezTo>
                  <a:pt x="89733" y="47144"/>
                  <a:pt x="90405" y="47094"/>
                  <a:pt x="91027" y="47044"/>
                </a:cubicBezTo>
                <a:cubicBezTo>
                  <a:pt x="91077" y="47044"/>
                  <a:pt x="91176" y="47044"/>
                  <a:pt x="91226" y="47019"/>
                </a:cubicBezTo>
                <a:lnTo>
                  <a:pt x="92072" y="46920"/>
                </a:lnTo>
                <a:cubicBezTo>
                  <a:pt x="92172" y="46920"/>
                  <a:pt x="92222" y="46895"/>
                  <a:pt x="92321" y="46895"/>
                </a:cubicBezTo>
                <a:cubicBezTo>
                  <a:pt x="92595" y="46845"/>
                  <a:pt x="92894" y="46795"/>
                  <a:pt x="93168" y="46721"/>
                </a:cubicBezTo>
                <a:cubicBezTo>
                  <a:pt x="93217" y="46721"/>
                  <a:pt x="93317" y="46696"/>
                  <a:pt x="93392" y="46696"/>
                </a:cubicBezTo>
                <a:lnTo>
                  <a:pt x="94213" y="46522"/>
                </a:lnTo>
                <a:cubicBezTo>
                  <a:pt x="94288" y="46472"/>
                  <a:pt x="94387" y="46472"/>
                  <a:pt x="94437" y="46447"/>
                </a:cubicBezTo>
                <a:cubicBezTo>
                  <a:pt x="94711" y="46397"/>
                  <a:pt x="95010" y="46298"/>
                  <a:pt x="95283" y="46198"/>
                </a:cubicBezTo>
                <a:cubicBezTo>
                  <a:pt x="95308" y="46198"/>
                  <a:pt x="95333" y="46173"/>
                  <a:pt x="95408" y="46173"/>
                </a:cubicBezTo>
                <a:close/>
                <a:moveTo>
                  <a:pt x="97797" y="50529"/>
                </a:moveTo>
                <a:lnTo>
                  <a:pt x="97797" y="50554"/>
                </a:lnTo>
                <a:lnTo>
                  <a:pt x="97797" y="50604"/>
                </a:lnTo>
                <a:cubicBezTo>
                  <a:pt x="97673" y="50629"/>
                  <a:pt x="97548" y="50653"/>
                  <a:pt x="97424" y="50653"/>
                </a:cubicBezTo>
                <a:cubicBezTo>
                  <a:pt x="97150" y="50678"/>
                  <a:pt x="96876" y="50728"/>
                  <a:pt x="96553" y="50753"/>
                </a:cubicBezTo>
                <a:cubicBezTo>
                  <a:pt x="96379" y="50753"/>
                  <a:pt x="96130" y="50778"/>
                  <a:pt x="95881" y="50778"/>
                </a:cubicBezTo>
                <a:lnTo>
                  <a:pt x="95906" y="50753"/>
                </a:lnTo>
                <a:cubicBezTo>
                  <a:pt x="96030" y="50753"/>
                  <a:pt x="96130" y="50728"/>
                  <a:pt x="96254" y="50728"/>
                </a:cubicBezTo>
                <a:lnTo>
                  <a:pt x="96379" y="50728"/>
                </a:lnTo>
                <a:cubicBezTo>
                  <a:pt x="96752" y="50678"/>
                  <a:pt x="97125" y="50653"/>
                  <a:pt x="97499" y="50604"/>
                </a:cubicBezTo>
                <a:lnTo>
                  <a:pt x="97524" y="50604"/>
                </a:lnTo>
                <a:cubicBezTo>
                  <a:pt x="97623" y="50554"/>
                  <a:pt x="97698" y="50554"/>
                  <a:pt x="97797" y="50529"/>
                </a:cubicBezTo>
                <a:close/>
                <a:moveTo>
                  <a:pt x="95682" y="50753"/>
                </a:moveTo>
                <a:cubicBezTo>
                  <a:pt x="95682" y="50753"/>
                  <a:pt x="95682" y="50778"/>
                  <a:pt x="95657" y="50778"/>
                </a:cubicBezTo>
                <a:lnTo>
                  <a:pt x="95657" y="50803"/>
                </a:lnTo>
                <a:lnTo>
                  <a:pt x="95582" y="50803"/>
                </a:lnTo>
                <a:cubicBezTo>
                  <a:pt x="95582" y="50803"/>
                  <a:pt x="95582" y="50778"/>
                  <a:pt x="95632" y="50778"/>
                </a:cubicBezTo>
                <a:cubicBezTo>
                  <a:pt x="95632" y="50778"/>
                  <a:pt x="95632" y="50753"/>
                  <a:pt x="95657" y="50753"/>
                </a:cubicBezTo>
                <a:close/>
                <a:moveTo>
                  <a:pt x="65613" y="50778"/>
                </a:moveTo>
                <a:cubicBezTo>
                  <a:pt x="65588" y="50803"/>
                  <a:pt x="65563" y="50853"/>
                  <a:pt x="65514" y="50853"/>
                </a:cubicBezTo>
                <a:cubicBezTo>
                  <a:pt x="65538" y="50803"/>
                  <a:pt x="65563" y="50778"/>
                  <a:pt x="65613" y="50778"/>
                </a:cubicBezTo>
                <a:close/>
                <a:moveTo>
                  <a:pt x="87368" y="50056"/>
                </a:moveTo>
                <a:cubicBezTo>
                  <a:pt x="87542" y="50106"/>
                  <a:pt x="87692" y="50156"/>
                  <a:pt x="87841" y="50180"/>
                </a:cubicBezTo>
                <a:cubicBezTo>
                  <a:pt x="87916" y="50180"/>
                  <a:pt x="87940" y="50230"/>
                  <a:pt x="87990" y="50230"/>
                </a:cubicBezTo>
                <a:cubicBezTo>
                  <a:pt x="88339" y="50305"/>
                  <a:pt x="88712" y="50380"/>
                  <a:pt x="89061" y="50429"/>
                </a:cubicBezTo>
                <a:cubicBezTo>
                  <a:pt x="89110" y="50429"/>
                  <a:pt x="89160" y="50454"/>
                  <a:pt x="89210" y="50454"/>
                </a:cubicBezTo>
                <a:cubicBezTo>
                  <a:pt x="89334" y="50504"/>
                  <a:pt x="89459" y="50504"/>
                  <a:pt x="89558" y="50529"/>
                </a:cubicBezTo>
                <a:lnTo>
                  <a:pt x="90106" y="50629"/>
                </a:lnTo>
                <a:cubicBezTo>
                  <a:pt x="90206" y="50629"/>
                  <a:pt x="90305" y="50653"/>
                  <a:pt x="90355" y="50653"/>
                </a:cubicBezTo>
                <a:lnTo>
                  <a:pt x="90454" y="50653"/>
                </a:lnTo>
                <a:cubicBezTo>
                  <a:pt x="90579" y="50678"/>
                  <a:pt x="90728" y="50678"/>
                  <a:pt x="90853" y="50703"/>
                </a:cubicBezTo>
                <a:cubicBezTo>
                  <a:pt x="90977" y="50703"/>
                  <a:pt x="91077" y="50753"/>
                  <a:pt x="91201" y="50753"/>
                </a:cubicBezTo>
                <a:cubicBezTo>
                  <a:pt x="91351" y="50753"/>
                  <a:pt x="91525" y="50778"/>
                  <a:pt x="91674" y="50778"/>
                </a:cubicBezTo>
                <a:lnTo>
                  <a:pt x="91799" y="50778"/>
                </a:lnTo>
                <a:cubicBezTo>
                  <a:pt x="91923" y="50778"/>
                  <a:pt x="92048" y="50803"/>
                  <a:pt x="92172" y="50803"/>
                </a:cubicBezTo>
                <a:lnTo>
                  <a:pt x="92321" y="50803"/>
                </a:lnTo>
                <a:cubicBezTo>
                  <a:pt x="92695" y="50828"/>
                  <a:pt x="93068" y="50828"/>
                  <a:pt x="93441" y="50828"/>
                </a:cubicBezTo>
                <a:cubicBezTo>
                  <a:pt x="94089" y="50828"/>
                  <a:pt x="94711" y="50803"/>
                  <a:pt x="95333" y="50778"/>
                </a:cubicBezTo>
                <a:lnTo>
                  <a:pt x="95333" y="50778"/>
                </a:lnTo>
                <a:cubicBezTo>
                  <a:pt x="95333" y="50778"/>
                  <a:pt x="95333" y="50803"/>
                  <a:pt x="95308" y="50803"/>
                </a:cubicBezTo>
                <a:cubicBezTo>
                  <a:pt x="95308" y="50803"/>
                  <a:pt x="95308" y="50828"/>
                  <a:pt x="95283" y="50828"/>
                </a:cubicBezTo>
                <a:cubicBezTo>
                  <a:pt x="94960" y="50877"/>
                  <a:pt x="94636" y="50877"/>
                  <a:pt x="94313" y="50877"/>
                </a:cubicBezTo>
                <a:lnTo>
                  <a:pt x="94263" y="50877"/>
                </a:lnTo>
                <a:cubicBezTo>
                  <a:pt x="93964" y="50877"/>
                  <a:pt x="93690" y="50902"/>
                  <a:pt x="93417" y="50902"/>
                </a:cubicBezTo>
                <a:lnTo>
                  <a:pt x="92321" y="50902"/>
                </a:lnTo>
                <a:cubicBezTo>
                  <a:pt x="92023" y="50902"/>
                  <a:pt x="91724" y="50877"/>
                  <a:pt x="91425" y="50828"/>
                </a:cubicBezTo>
                <a:lnTo>
                  <a:pt x="91226" y="50828"/>
                </a:lnTo>
                <a:cubicBezTo>
                  <a:pt x="90903" y="50803"/>
                  <a:pt x="90579" y="50778"/>
                  <a:pt x="90230" y="50703"/>
                </a:cubicBezTo>
                <a:lnTo>
                  <a:pt x="90181" y="50703"/>
                </a:lnTo>
                <a:cubicBezTo>
                  <a:pt x="89832" y="50653"/>
                  <a:pt x="89459" y="50629"/>
                  <a:pt x="89110" y="50554"/>
                </a:cubicBezTo>
                <a:cubicBezTo>
                  <a:pt x="88538" y="50454"/>
                  <a:pt x="87940" y="50305"/>
                  <a:pt x="87343" y="50156"/>
                </a:cubicBezTo>
                <a:lnTo>
                  <a:pt x="87343" y="50131"/>
                </a:lnTo>
                <a:cubicBezTo>
                  <a:pt x="87368" y="50131"/>
                  <a:pt x="87368" y="50106"/>
                  <a:pt x="87368" y="50056"/>
                </a:cubicBezTo>
                <a:close/>
                <a:moveTo>
                  <a:pt x="115445" y="38681"/>
                </a:moveTo>
                <a:cubicBezTo>
                  <a:pt x="116067" y="41444"/>
                  <a:pt x="116192" y="44530"/>
                  <a:pt x="115819" y="47766"/>
                </a:cubicBezTo>
                <a:cubicBezTo>
                  <a:pt x="115495" y="48811"/>
                  <a:pt x="115146" y="49907"/>
                  <a:pt x="114748" y="51002"/>
                </a:cubicBezTo>
                <a:cubicBezTo>
                  <a:pt x="114201" y="48811"/>
                  <a:pt x="112881" y="46621"/>
                  <a:pt x="110940" y="44505"/>
                </a:cubicBezTo>
                <a:lnTo>
                  <a:pt x="111015" y="44406"/>
                </a:lnTo>
                <a:cubicBezTo>
                  <a:pt x="111139" y="44281"/>
                  <a:pt x="111263" y="44182"/>
                  <a:pt x="111363" y="44057"/>
                </a:cubicBezTo>
                <a:lnTo>
                  <a:pt x="111836" y="43584"/>
                </a:lnTo>
                <a:lnTo>
                  <a:pt x="112110" y="43311"/>
                </a:lnTo>
                <a:cubicBezTo>
                  <a:pt x="112259" y="43161"/>
                  <a:pt x="112433" y="42962"/>
                  <a:pt x="112583" y="42813"/>
                </a:cubicBezTo>
                <a:cubicBezTo>
                  <a:pt x="112632" y="42713"/>
                  <a:pt x="112732" y="42663"/>
                  <a:pt x="112807" y="42564"/>
                </a:cubicBezTo>
                <a:lnTo>
                  <a:pt x="113255" y="41991"/>
                </a:lnTo>
                <a:cubicBezTo>
                  <a:pt x="113329" y="41942"/>
                  <a:pt x="113354" y="41867"/>
                  <a:pt x="113429" y="41792"/>
                </a:cubicBezTo>
                <a:cubicBezTo>
                  <a:pt x="113578" y="41568"/>
                  <a:pt x="113728" y="41369"/>
                  <a:pt x="113877" y="41170"/>
                </a:cubicBezTo>
                <a:cubicBezTo>
                  <a:pt x="113927" y="41145"/>
                  <a:pt x="113952" y="41095"/>
                  <a:pt x="113977" y="41046"/>
                </a:cubicBezTo>
                <a:cubicBezTo>
                  <a:pt x="114549" y="40249"/>
                  <a:pt x="115047" y="39477"/>
                  <a:pt x="115445" y="38681"/>
                </a:cubicBezTo>
                <a:close/>
                <a:moveTo>
                  <a:pt x="65812" y="48214"/>
                </a:moveTo>
                <a:cubicBezTo>
                  <a:pt x="65812" y="48314"/>
                  <a:pt x="65837" y="48388"/>
                  <a:pt x="65837" y="48463"/>
                </a:cubicBezTo>
                <a:cubicBezTo>
                  <a:pt x="65837" y="48563"/>
                  <a:pt x="65887" y="48637"/>
                  <a:pt x="65887" y="48712"/>
                </a:cubicBezTo>
                <a:lnTo>
                  <a:pt x="65887" y="49011"/>
                </a:lnTo>
                <a:lnTo>
                  <a:pt x="65887" y="49210"/>
                </a:lnTo>
                <a:cubicBezTo>
                  <a:pt x="65787" y="49284"/>
                  <a:pt x="65787" y="49359"/>
                  <a:pt x="65787" y="49434"/>
                </a:cubicBezTo>
                <a:lnTo>
                  <a:pt x="65787" y="49633"/>
                </a:lnTo>
                <a:cubicBezTo>
                  <a:pt x="65787" y="49732"/>
                  <a:pt x="65762" y="49782"/>
                  <a:pt x="65762" y="49832"/>
                </a:cubicBezTo>
                <a:cubicBezTo>
                  <a:pt x="65762" y="49907"/>
                  <a:pt x="65713" y="49932"/>
                  <a:pt x="65713" y="50006"/>
                </a:cubicBezTo>
                <a:cubicBezTo>
                  <a:pt x="65688" y="50106"/>
                  <a:pt x="65663" y="50156"/>
                  <a:pt x="65663" y="50205"/>
                </a:cubicBezTo>
                <a:cubicBezTo>
                  <a:pt x="65663" y="50255"/>
                  <a:pt x="65613" y="50280"/>
                  <a:pt x="65613" y="50305"/>
                </a:cubicBezTo>
                <a:cubicBezTo>
                  <a:pt x="65588" y="50405"/>
                  <a:pt x="65538" y="50504"/>
                  <a:pt x="65464" y="50579"/>
                </a:cubicBezTo>
                <a:cubicBezTo>
                  <a:pt x="65439" y="50653"/>
                  <a:pt x="65364" y="50678"/>
                  <a:pt x="65314" y="50753"/>
                </a:cubicBezTo>
                <a:lnTo>
                  <a:pt x="65290" y="50778"/>
                </a:lnTo>
                <a:lnTo>
                  <a:pt x="65215" y="50828"/>
                </a:lnTo>
                <a:cubicBezTo>
                  <a:pt x="64991" y="50952"/>
                  <a:pt x="64742" y="51052"/>
                  <a:pt x="64468" y="51052"/>
                </a:cubicBezTo>
                <a:cubicBezTo>
                  <a:pt x="64319" y="51052"/>
                  <a:pt x="64120" y="51027"/>
                  <a:pt x="63945" y="51002"/>
                </a:cubicBezTo>
                <a:lnTo>
                  <a:pt x="63896" y="51002"/>
                </a:lnTo>
                <a:cubicBezTo>
                  <a:pt x="63448" y="50902"/>
                  <a:pt x="62950" y="50678"/>
                  <a:pt x="62402" y="50405"/>
                </a:cubicBezTo>
                <a:cubicBezTo>
                  <a:pt x="63547" y="49583"/>
                  <a:pt x="64667" y="48886"/>
                  <a:pt x="65812" y="48214"/>
                </a:cubicBezTo>
                <a:close/>
                <a:moveTo>
                  <a:pt x="65389" y="50977"/>
                </a:moveTo>
                <a:lnTo>
                  <a:pt x="65414" y="51002"/>
                </a:lnTo>
                <a:lnTo>
                  <a:pt x="65389" y="51027"/>
                </a:lnTo>
                <a:cubicBezTo>
                  <a:pt x="65339" y="51027"/>
                  <a:pt x="65339" y="51052"/>
                  <a:pt x="65339" y="51052"/>
                </a:cubicBezTo>
                <a:lnTo>
                  <a:pt x="65314" y="51101"/>
                </a:lnTo>
                <a:cubicBezTo>
                  <a:pt x="65290" y="51126"/>
                  <a:pt x="65240" y="51126"/>
                  <a:pt x="65215" y="51126"/>
                </a:cubicBezTo>
                <a:cubicBezTo>
                  <a:pt x="65140" y="51151"/>
                  <a:pt x="65066" y="51176"/>
                  <a:pt x="65016" y="51176"/>
                </a:cubicBezTo>
                <a:lnTo>
                  <a:pt x="65290" y="51002"/>
                </a:lnTo>
                <a:cubicBezTo>
                  <a:pt x="65314" y="51002"/>
                  <a:pt x="65314" y="50977"/>
                  <a:pt x="65339" y="50977"/>
                </a:cubicBezTo>
                <a:close/>
                <a:moveTo>
                  <a:pt x="62178" y="50504"/>
                </a:moveTo>
                <a:cubicBezTo>
                  <a:pt x="62228" y="50529"/>
                  <a:pt x="62303" y="50554"/>
                  <a:pt x="62328" y="50604"/>
                </a:cubicBezTo>
                <a:cubicBezTo>
                  <a:pt x="62576" y="50728"/>
                  <a:pt x="62800" y="50803"/>
                  <a:pt x="63024" y="50902"/>
                </a:cubicBezTo>
                <a:cubicBezTo>
                  <a:pt x="63049" y="50902"/>
                  <a:pt x="63074" y="50927"/>
                  <a:pt x="63099" y="50927"/>
                </a:cubicBezTo>
                <a:cubicBezTo>
                  <a:pt x="63323" y="51027"/>
                  <a:pt x="63547" y="51101"/>
                  <a:pt x="63771" y="51126"/>
                </a:cubicBezTo>
                <a:lnTo>
                  <a:pt x="63821" y="51126"/>
                </a:lnTo>
                <a:cubicBezTo>
                  <a:pt x="64045" y="51151"/>
                  <a:pt x="64219" y="51176"/>
                  <a:pt x="64418" y="51176"/>
                </a:cubicBezTo>
                <a:cubicBezTo>
                  <a:pt x="64518" y="51176"/>
                  <a:pt x="64568" y="51176"/>
                  <a:pt x="64667" y="51151"/>
                </a:cubicBezTo>
                <a:lnTo>
                  <a:pt x="64667" y="51151"/>
                </a:lnTo>
                <a:cubicBezTo>
                  <a:pt x="64617" y="51176"/>
                  <a:pt x="64593" y="51176"/>
                  <a:pt x="64568" y="51201"/>
                </a:cubicBezTo>
                <a:cubicBezTo>
                  <a:pt x="64444" y="51230"/>
                  <a:pt x="64313" y="51244"/>
                  <a:pt x="64176" y="51244"/>
                </a:cubicBezTo>
                <a:cubicBezTo>
                  <a:pt x="63592" y="51244"/>
                  <a:pt x="62884" y="50992"/>
                  <a:pt x="62079" y="50529"/>
                </a:cubicBezTo>
                <a:cubicBezTo>
                  <a:pt x="62103" y="50529"/>
                  <a:pt x="62103" y="50504"/>
                  <a:pt x="62128" y="50504"/>
                </a:cubicBezTo>
                <a:close/>
                <a:moveTo>
                  <a:pt x="110766" y="44630"/>
                </a:moveTo>
                <a:cubicBezTo>
                  <a:pt x="112807" y="46795"/>
                  <a:pt x="114126" y="49110"/>
                  <a:pt x="114698" y="51301"/>
                </a:cubicBezTo>
                <a:cubicBezTo>
                  <a:pt x="114698" y="51350"/>
                  <a:pt x="114674" y="51375"/>
                  <a:pt x="114674" y="51400"/>
                </a:cubicBezTo>
                <a:cubicBezTo>
                  <a:pt x="114101" y="49160"/>
                  <a:pt x="112757" y="46870"/>
                  <a:pt x="110741" y="44655"/>
                </a:cubicBezTo>
                <a:cubicBezTo>
                  <a:pt x="110766" y="44655"/>
                  <a:pt x="110766" y="44630"/>
                  <a:pt x="110766" y="44630"/>
                </a:cubicBezTo>
                <a:close/>
                <a:moveTo>
                  <a:pt x="115744" y="48737"/>
                </a:moveTo>
                <a:cubicBezTo>
                  <a:pt x="115719" y="48861"/>
                  <a:pt x="115719" y="49011"/>
                  <a:pt x="115694" y="49135"/>
                </a:cubicBezTo>
                <a:cubicBezTo>
                  <a:pt x="115445" y="49882"/>
                  <a:pt x="115196" y="50629"/>
                  <a:pt x="114947" y="51400"/>
                </a:cubicBezTo>
                <a:cubicBezTo>
                  <a:pt x="114947" y="51375"/>
                  <a:pt x="114922" y="51350"/>
                  <a:pt x="114922" y="51301"/>
                </a:cubicBezTo>
                <a:cubicBezTo>
                  <a:pt x="115196" y="50429"/>
                  <a:pt x="115470" y="49608"/>
                  <a:pt x="115744" y="48737"/>
                </a:cubicBezTo>
                <a:close/>
                <a:moveTo>
                  <a:pt x="114748" y="51624"/>
                </a:moveTo>
                <a:cubicBezTo>
                  <a:pt x="114748" y="51649"/>
                  <a:pt x="114748" y="51674"/>
                  <a:pt x="114798" y="51749"/>
                </a:cubicBezTo>
                <a:cubicBezTo>
                  <a:pt x="114798" y="51774"/>
                  <a:pt x="114748" y="51848"/>
                  <a:pt x="114748" y="51873"/>
                </a:cubicBezTo>
                <a:cubicBezTo>
                  <a:pt x="114748" y="51798"/>
                  <a:pt x="114748" y="51774"/>
                  <a:pt x="114723" y="51749"/>
                </a:cubicBezTo>
                <a:cubicBezTo>
                  <a:pt x="114723" y="51724"/>
                  <a:pt x="114748" y="51649"/>
                  <a:pt x="114748" y="51624"/>
                </a:cubicBezTo>
                <a:close/>
                <a:moveTo>
                  <a:pt x="115470" y="50405"/>
                </a:moveTo>
                <a:cubicBezTo>
                  <a:pt x="115346" y="51002"/>
                  <a:pt x="115221" y="51624"/>
                  <a:pt x="115097" y="52222"/>
                </a:cubicBezTo>
                <a:lnTo>
                  <a:pt x="114997" y="51749"/>
                </a:lnTo>
                <a:cubicBezTo>
                  <a:pt x="115171" y="51301"/>
                  <a:pt x="115321" y="50877"/>
                  <a:pt x="115470" y="50405"/>
                </a:cubicBezTo>
                <a:close/>
                <a:moveTo>
                  <a:pt x="29720" y="40423"/>
                </a:moveTo>
                <a:cubicBezTo>
                  <a:pt x="32234" y="41991"/>
                  <a:pt x="34898" y="43908"/>
                  <a:pt x="37511" y="45999"/>
                </a:cubicBezTo>
                <a:cubicBezTo>
                  <a:pt x="35520" y="48139"/>
                  <a:pt x="33603" y="50355"/>
                  <a:pt x="31836" y="52595"/>
                </a:cubicBezTo>
                <a:cubicBezTo>
                  <a:pt x="29546" y="50728"/>
                  <a:pt x="27331" y="48762"/>
                  <a:pt x="25339" y="46820"/>
                </a:cubicBezTo>
                <a:cubicBezTo>
                  <a:pt x="26584" y="44680"/>
                  <a:pt x="28077" y="42539"/>
                  <a:pt x="29720" y="40423"/>
                </a:cubicBezTo>
                <a:close/>
                <a:moveTo>
                  <a:pt x="64717" y="51500"/>
                </a:moveTo>
                <a:lnTo>
                  <a:pt x="64443" y="51674"/>
                </a:lnTo>
                <a:cubicBezTo>
                  <a:pt x="64418" y="51724"/>
                  <a:pt x="64393" y="51749"/>
                  <a:pt x="64344" y="51749"/>
                </a:cubicBezTo>
                <a:cubicBezTo>
                  <a:pt x="64169" y="51873"/>
                  <a:pt x="63995" y="51998"/>
                  <a:pt x="63846" y="52122"/>
                </a:cubicBezTo>
                <a:cubicBezTo>
                  <a:pt x="63600" y="52294"/>
                  <a:pt x="63379" y="52490"/>
                  <a:pt x="63181" y="52639"/>
                </a:cubicBezTo>
                <a:lnTo>
                  <a:pt x="63181" y="52639"/>
                </a:lnTo>
                <a:cubicBezTo>
                  <a:pt x="63541" y="52296"/>
                  <a:pt x="63978" y="51972"/>
                  <a:pt x="64393" y="51649"/>
                </a:cubicBezTo>
                <a:cubicBezTo>
                  <a:pt x="64418" y="51624"/>
                  <a:pt x="64468" y="51599"/>
                  <a:pt x="64518" y="51550"/>
                </a:cubicBezTo>
                <a:cubicBezTo>
                  <a:pt x="64543" y="51525"/>
                  <a:pt x="64568" y="51500"/>
                  <a:pt x="64593" y="51500"/>
                </a:cubicBezTo>
                <a:close/>
                <a:moveTo>
                  <a:pt x="37636" y="46123"/>
                </a:moveTo>
                <a:cubicBezTo>
                  <a:pt x="37660" y="46123"/>
                  <a:pt x="37660" y="46148"/>
                  <a:pt x="37685" y="46148"/>
                </a:cubicBezTo>
                <a:cubicBezTo>
                  <a:pt x="35694" y="48289"/>
                  <a:pt x="33802" y="50504"/>
                  <a:pt x="32035" y="52744"/>
                </a:cubicBezTo>
                <a:cubicBezTo>
                  <a:pt x="31985" y="52744"/>
                  <a:pt x="31985" y="52719"/>
                  <a:pt x="31960" y="52719"/>
                </a:cubicBezTo>
                <a:cubicBezTo>
                  <a:pt x="33728" y="50479"/>
                  <a:pt x="35644" y="48264"/>
                  <a:pt x="37636" y="46123"/>
                </a:cubicBezTo>
                <a:close/>
                <a:moveTo>
                  <a:pt x="63099" y="52719"/>
                </a:moveTo>
                <a:lnTo>
                  <a:pt x="63074" y="52744"/>
                </a:lnTo>
                <a:cubicBezTo>
                  <a:pt x="63069" y="52747"/>
                  <a:pt x="63064" y="52750"/>
                  <a:pt x="63059" y="52753"/>
                </a:cubicBezTo>
                <a:lnTo>
                  <a:pt x="63059" y="52753"/>
                </a:lnTo>
                <a:lnTo>
                  <a:pt x="63099" y="52719"/>
                </a:lnTo>
                <a:close/>
                <a:moveTo>
                  <a:pt x="25215" y="46945"/>
                </a:moveTo>
                <a:cubicBezTo>
                  <a:pt x="27206" y="48911"/>
                  <a:pt x="29421" y="50853"/>
                  <a:pt x="31711" y="52719"/>
                </a:cubicBezTo>
                <a:cubicBezTo>
                  <a:pt x="31687" y="52744"/>
                  <a:pt x="31687" y="52769"/>
                  <a:pt x="31662" y="52769"/>
                </a:cubicBezTo>
                <a:cubicBezTo>
                  <a:pt x="29372" y="50927"/>
                  <a:pt x="27181" y="48986"/>
                  <a:pt x="25190" y="47019"/>
                </a:cubicBezTo>
                <a:cubicBezTo>
                  <a:pt x="25190" y="46994"/>
                  <a:pt x="25215" y="46994"/>
                  <a:pt x="25215" y="46945"/>
                </a:cubicBezTo>
                <a:close/>
                <a:moveTo>
                  <a:pt x="48662" y="37088"/>
                </a:moveTo>
                <a:cubicBezTo>
                  <a:pt x="50330" y="39303"/>
                  <a:pt x="52023" y="41469"/>
                  <a:pt x="53765" y="43435"/>
                </a:cubicBezTo>
                <a:cubicBezTo>
                  <a:pt x="53889" y="43559"/>
                  <a:pt x="53989" y="43709"/>
                  <a:pt x="54113" y="43833"/>
                </a:cubicBezTo>
                <a:cubicBezTo>
                  <a:pt x="54313" y="44032"/>
                  <a:pt x="54487" y="44207"/>
                  <a:pt x="54636" y="44431"/>
                </a:cubicBezTo>
                <a:cubicBezTo>
                  <a:pt x="51525" y="47119"/>
                  <a:pt x="48588" y="49932"/>
                  <a:pt x="45874" y="52869"/>
                </a:cubicBezTo>
                <a:cubicBezTo>
                  <a:pt x="43734" y="50728"/>
                  <a:pt x="41295" y="48538"/>
                  <a:pt x="38756" y="46497"/>
                </a:cubicBezTo>
                <a:cubicBezTo>
                  <a:pt x="41519" y="43062"/>
                  <a:pt x="44879" y="39826"/>
                  <a:pt x="48662" y="37088"/>
                </a:cubicBezTo>
                <a:close/>
                <a:moveTo>
                  <a:pt x="31836" y="52844"/>
                </a:moveTo>
                <a:cubicBezTo>
                  <a:pt x="31861" y="52844"/>
                  <a:pt x="31861" y="52869"/>
                  <a:pt x="31911" y="52869"/>
                </a:cubicBezTo>
                <a:cubicBezTo>
                  <a:pt x="31911" y="52894"/>
                  <a:pt x="31861" y="52894"/>
                  <a:pt x="31861" y="52919"/>
                </a:cubicBezTo>
                <a:cubicBezTo>
                  <a:pt x="31836" y="52919"/>
                  <a:pt x="31836" y="52894"/>
                  <a:pt x="31811" y="52894"/>
                </a:cubicBezTo>
                <a:cubicBezTo>
                  <a:pt x="31811" y="52869"/>
                  <a:pt x="31836" y="52869"/>
                  <a:pt x="31836" y="52844"/>
                </a:cubicBezTo>
                <a:close/>
                <a:moveTo>
                  <a:pt x="114848" y="52097"/>
                </a:moveTo>
                <a:cubicBezTo>
                  <a:pt x="114873" y="52296"/>
                  <a:pt x="114922" y="52545"/>
                  <a:pt x="114947" y="52769"/>
                </a:cubicBezTo>
                <a:cubicBezTo>
                  <a:pt x="114947" y="52819"/>
                  <a:pt x="114922" y="52894"/>
                  <a:pt x="114922" y="52919"/>
                </a:cubicBezTo>
                <a:cubicBezTo>
                  <a:pt x="114922" y="52719"/>
                  <a:pt x="114873" y="52470"/>
                  <a:pt x="114823" y="52222"/>
                </a:cubicBezTo>
                <a:cubicBezTo>
                  <a:pt x="114823" y="52172"/>
                  <a:pt x="114848" y="52122"/>
                  <a:pt x="114848" y="52097"/>
                </a:cubicBezTo>
                <a:close/>
                <a:moveTo>
                  <a:pt x="115968" y="48762"/>
                </a:moveTo>
                <a:cubicBezTo>
                  <a:pt x="115769" y="50131"/>
                  <a:pt x="115495" y="51525"/>
                  <a:pt x="115146" y="52968"/>
                </a:cubicBezTo>
                <a:cubicBezTo>
                  <a:pt x="115146" y="52894"/>
                  <a:pt x="115146" y="52844"/>
                  <a:pt x="115122" y="52769"/>
                </a:cubicBezTo>
                <a:cubicBezTo>
                  <a:pt x="115445" y="51550"/>
                  <a:pt x="115694" y="50380"/>
                  <a:pt x="115843" y="49185"/>
                </a:cubicBezTo>
                <a:cubicBezTo>
                  <a:pt x="115868" y="49036"/>
                  <a:pt x="115943" y="48911"/>
                  <a:pt x="115968" y="48762"/>
                </a:cubicBezTo>
                <a:close/>
                <a:moveTo>
                  <a:pt x="38656" y="46621"/>
                </a:moveTo>
                <a:cubicBezTo>
                  <a:pt x="41170" y="48662"/>
                  <a:pt x="43609" y="50803"/>
                  <a:pt x="45750" y="52968"/>
                </a:cubicBezTo>
                <a:cubicBezTo>
                  <a:pt x="45750" y="52993"/>
                  <a:pt x="45725" y="52993"/>
                  <a:pt x="45725" y="53018"/>
                </a:cubicBezTo>
                <a:cubicBezTo>
                  <a:pt x="43560" y="50877"/>
                  <a:pt x="41145" y="48687"/>
                  <a:pt x="38631" y="46671"/>
                </a:cubicBezTo>
                <a:cubicBezTo>
                  <a:pt x="38631" y="46646"/>
                  <a:pt x="38656" y="46646"/>
                  <a:pt x="38656" y="46621"/>
                </a:cubicBezTo>
                <a:close/>
                <a:moveTo>
                  <a:pt x="54810" y="44555"/>
                </a:moveTo>
                <a:cubicBezTo>
                  <a:pt x="54810" y="44580"/>
                  <a:pt x="54835" y="44580"/>
                  <a:pt x="54835" y="44605"/>
                </a:cubicBezTo>
                <a:cubicBezTo>
                  <a:pt x="51724" y="47268"/>
                  <a:pt x="48787" y="50106"/>
                  <a:pt x="46049" y="53018"/>
                </a:cubicBezTo>
                <a:lnTo>
                  <a:pt x="46024" y="52993"/>
                </a:lnTo>
                <a:cubicBezTo>
                  <a:pt x="48762" y="50056"/>
                  <a:pt x="51699" y="47243"/>
                  <a:pt x="54810" y="44555"/>
                </a:cubicBezTo>
                <a:close/>
                <a:moveTo>
                  <a:pt x="77860" y="44879"/>
                </a:moveTo>
                <a:cubicBezTo>
                  <a:pt x="77909" y="44929"/>
                  <a:pt x="77959" y="45003"/>
                  <a:pt x="78009" y="45028"/>
                </a:cubicBezTo>
                <a:lnTo>
                  <a:pt x="78108" y="45401"/>
                </a:lnTo>
                <a:cubicBezTo>
                  <a:pt x="78133" y="45501"/>
                  <a:pt x="78133" y="45576"/>
                  <a:pt x="78158" y="45675"/>
                </a:cubicBezTo>
                <a:cubicBezTo>
                  <a:pt x="78208" y="45775"/>
                  <a:pt x="78208" y="45849"/>
                  <a:pt x="78208" y="45949"/>
                </a:cubicBezTo>
                <a:lnTo>
                  <a:pt x="78208" y="46049"/>
                </a:lnTo>
                <a:cubicBezTo>
                  <a:pt x="78233" y="46173"/>
                  <a:pt x="78233" y="46298"/>
                  <a:pt x="78258" y="46397"/>
                </a:cubicBezTo>
                <a:cubicBezTo>
                  <a:pt x="78258" y="46497"/>
                  <a:pt x="78258" y="46571"/>
                  <a:pt x="78283" y="46646"/>
                </a:cubicBezTo>
                <a:cubicBezTo>
                  <a:pt x="78283" y="46795"/>
                  <a:pt x="78333" y="46945"/>
                  <a:pt x="78333" y="47144"/>
                </a:cubicBezTo>
                <a:lnTo>
                  <a:pt x="78333" y="47243"/>
                </a:lnTo>
                <a:cubicBezTo>
                  <a:pt x="78357" y="48115"/>
                  <a:pt x="78258" y="49036"/>
                  <a:pt x="78084" y="50006"/>
                </a:cubicBezTo>
                <a:lnTo>
                  <a:pt x="78084" y="50056"/>
                </a:lnTo>
                <a:cubicBezTo>
                  <a:pt x="77884" y="51027"/>
                  <a:pt x="77636" y="52022"/>
                  <a:pt x="77287" y="53018"/>
                </a:cubicBezTo>
                <a:cubicBezTo>
                  <a:pt x="75968" y="51599"/>
                  <a:pt x="74922" y="50131"/>
                  <a:pt x="74225" y="48662"/>
                </a:cubicBezTo>
                <a:cubicBezTo>
                  <a:pt x="74972" y="47542"/>
                  <a:pt x="75669" y="46447"/>
                  <a:pt x="76341" y="45327"/>
                </a:cubicBezTo>
                <a:cubicBezTo>
                  <a:pt x="76441" y="45277"/>
                  <a:pt x="76615" y="45227"/>
                  <a:pt x="76789" y="45177"/>
                </a:cubicBezTo>
                <a:cubicBezTo>
                  <a:pt x="77163" y="45053"/>
                  <a:pt x="77511" y="44953"/>
                  <a:pt x="77860" y="44879"/>
                </a:cubicBezTo>
                <a:close/>
                <a:moveTo>
                  <a:pt x="69795" y="48388"/>
                </a:moveTo>
                <a:cubicBezTo>
                  <a:pt x="69372" y="49060"/>
                  <a:pt x="68824" y="49907"/>
                  <a:pt x="68177" y="50853"/>
                </a:cubicBezTo>
                <a:cubicBezTo>
                  <a:pt x="68077" y="50977"/>
                  <a:pt x="68003" y="51126"/>
                  <a:pt x="67903" y="51251"/>
                </a:cubicBezTo>
                <a:cubicBezTo>
                  <a:pt x="67580" y="51649"/>
                  <a:pt x="67206" y="52172"/>
                  <a:pt x="66659" y="52919"/>
                </a:cubicBezTo>
                <a:cubicBezTo>
                  <a:pt x="66659" y="52919"/>
                  <a:pt x="66634" y="52968"/>
                  <a:pt x="66634" y="52993"/>
                </a:cubicBezTo>
                <a:cubicBezTo>
                  <a:pt x="66634" y="53018"/>
                  <a:pt x="66584" y="53018"/>
                  <a:pt x="66584" y="53043"/>
                </a:cubicBezTo>
                <a:lnTo>
                  <a:pt x="66484" y="53043"/>
                </a:lnTo>
                <a:cubicBezTo>
                  <a:pt x="66484" y="53018"/>
                  <a:pt x="66534" y="52993"/>
                  <a:pt x="66534" y="52993"/>
                </a:cubicBezTo>
                <a:cubicBezTo>
                  <a:pt x="66559" y="52919"/>
                  <a:pt x="66584" y="52894"/>
                  <a:pt x="66584" y="52894"/>
                </a:cubicBezTo>
                <a:lnTo>
                  <a:pt x="66659" y="52844"/>
                </a:lnTo>
                <a:cubicBezTo>
                  <a:pt x="67082" y="52271"/>
                  <a:pt x="67480" y="51724"/>
                  <a:pt x="67853" y="51176"/>
                </a:cubicBezTo>
                <a:cubicBezTo>
                  <a:pt x="67928" y="51126"/>
                  <a:pt x="67953" y="51027"/>
                  <a:pt x="68028" y="50977"/>
                </a:cubicBezTo>
                <a:cubicBezTo>
                  <a:pt x="68152" y="50803"/>
                  <a:pt x="68227" y="50653"/>
                  <a:pt x="68326" y="50529"/>
                </a:cubicBezTo>
                <a:cubicBezTo>
                  <a:pt x="68650" y="50106"/>
                  <a:pt x="68849" y="49782"/>
                  <a:pt x="69197" y="49260"/>
                </a:cubicBezTo>
                <a:lnTo>
                  <a:pt x="69770" y="48413"/>
                </a:lnTo>
                <a:lnTo>
                  <a:pt x="69795" y="48388"/>
                </a:lnTo>
                <a:close/>
                <a:moveTo>
                  <a:pt x="45874" y="53093"/>
                </a:moveTo>
                <a:lnTo>
                  <a:pt x="45899" y="53118"/>
                </a:lnTo>
                <a:cubicBezTo>
                  <a:pt x="45899" y="53143"/>
                  <a:pt x="45874" y="53143"/>
                  <a:pt x="45874" y="53167"/>
                </a:cubicBezTo>
                <a:cubicBezTo>
                  <a:pt x="45874" y="53167"/>
                  <a:pt x="45874" y="53143"/>
                  <a:pt x="45850" y="53143"/>
                </a:cubicBezTo>
                <a:cubicBezTo>
                  <a:pt x="45850" y="53118"/>
                  <a:pt x="45874" y="53118"/>
                  <a:pt x="45874" y="53093"/>
                </a:cubicBezTo>
                <a:close/>
                <a:moveTo>
                  <a:pt x="72384" y="47019"/>
                </a:moveTo>
                <a:lnTo>
                  <a:pt x="72384" y="47019"/>
                </a:lnTo>
                <a:cubicBezTo>
                  <a:pt x="71562" y="49036"/>
                  <a:pt x="70492" y="51126"/>
                  <a:pt x="69123" y="53167"/>
                </a:cubicBezTo>
                <a:cubicBezTo>
                  <a:pt x="68409" y="52979"/>
                  <a:pt x="67808" y="52891"/>
                  <a:pt x="67321" y="52891"/>
                </a:cubicBezTo>
                <a:cubicBezTo>
                  <a:pt x="67163" y="52891"/>
                  <a:pt x="67017" y="52900"/>
                  <a:pt x="66883" y="52919"/>
                </a:cubicBezTo>
                <a:cubicBezTo>
                  <a:pt x="67156" y="52595"/>
                  <a:pt x="67405" y="52246"/>
                  <a:pt x="67629" y="51923"/>
                </a:cubicBezTo>
                <a:cubicBezTo>
                  <a:pt x="67704" y="51798"/>
                  <a:pt x="67804" y="51674"/>
                  <a:pt x="67878" y="51550"/>
                </a:cubicBezTo>
                <a:cubicBezTo>
                  <a:pt x="68003" y="51400"/>
                  <a:pt x="68077" y="51251"/>
                  <a:pt x="68177" y="51126"/>
                </a:cubicBezTo>
                <a:cubicBezTo>
                  <a:pt x="68252" y="51052"/>
                  <a:pt x="68276" y="50977"/>
                  <a:pt x="68326" y="50902"/>
                </a:cubicBezTo>
                <a:cubicBezTo>
                  <a:pt x="68376" y="50877"/>
                  <a:pt x="68401" y="50803"/>
                  <a:pt x="68426" y="50778"/>
                </a:cubicBezTo>
                <a:cubicBezTo>
                  <a:pt x="68501" y="50678"/>
                  <a:pt x="68550" y="50604"/>
                  <a:pt x="68650" y="50504"/>
                </a:cubicBezTo>
                <a:lnTo>
                  <a:pt x="69023" y="49932"/>
                </a:lnTo>
                <a:cubicBezTo>
                  <a:pt x="69123" y="49807"/>
                  <a:pt x="69173" y="49683"/>
                  <a:pt x="69272" y="49533"/>
                </a:cubicBezTo>
                <a:cubicBezTo>
                  <a:pt x="69571" y="49060"/>
                  <a:pt x="69870" y="48637"/>
                  <a:pt x="70168" y="48164"/>
                </a:cubicBezTo>
                <a:cubicBezTo>
                  <a:pt x="70442" y="48015"/>
                  <a:pt x="70691" y="47891"/>
                  <a:pt x="70940" y="47716"/>
                </a:cubicBezTo>
                <a:cubicBezTo>
                  <a:pt x="71512" y="47442"/>
                  <a:pt x="71985" y="47194"/>
                  <a:pt x="72384" y="47019"/>
                </a:cubicBezTo>
                <a:close/>
                <a:moveTo>
                  <a:pt x="78208" y="45202"/>
                </a:moveTo>
                <a:lnTo>
                  <a:pt x="78233" y="45227"/>
                </a:lnTo>
                <a:lnTo>
                  <a:pt x="78258" y="45277"/>
                </a:lnTo>
                <a:cubicBezTo>
                  <a:pt x="78258" y="45302"/>
                  <a:pt x="78258" y="45327"/>
                  <a:pt x="78283" y="45352"/>
                </a:cubicBezTo>
                <a:cubicBezTo>
                  <a:pt x="78333" y="45451"/>
                  <a:pt x="78333" y="45526"/>
                  <a:pt x="78333" y="45601"/>
                </a:cubicBezTo>
                <a:cubicBezTo>
                  <a:pt x="78333" y="45650"/>
                  <a:pt x="78333" y="45675"/>
                  <a:pt x="78357" y="45700"/>
                </a:cubicBezTo>
                <a:cubicBezTo>
                  <a:pt x="78382" y="45825"/>
                  <a:pt x="78382" y="45924"/>
                  <a:pt x="78407" y="46049"/>
                </a:cubicBezTo>
                <a:cubicBezTo>
                  <a:pt x="78482" y="46273"/>
                  <a:pt x="78482" y="46372"/>
                  <a:pt x="78482" y="46447"/>
                </a:cubicBezTo>
                <a:lnTo>
                  <a:pt x="78482" y="46546"/>
                </a:lnTo>
                <a:cubicBezTo>
                  <a:pt x="78482" y="46671"/>
                  <a:pt x="78507" y="46770"/>
                  <a:pt x="78507" y="46895"/>
                </a:cubicBezTo>
                <a:lnTo>
                  <a:pt x="78507" y="47243"/>
                </a:lnTo>
                <a:lnTo>
                  <a:pt x="78507" y="47293"/>
                </a:lnTo>
                <a:lnTo>
                  <a:pt x="78507" y="47667"/>
                </a:lnTo>
                <a:lnTo>
                  <a:pt x="78507" y="48040"/>
                </a:lnTo>
                <a:lnTo>
                  <a:pt x="78507" y="48065"/>
                </a:lnTo>
                <a:cubicBezTo>
                  <a:pt x="78507" y="48189"/>
                  <a:pt x="78507" y="48314"/>
                  <a:pt x="78482" y="48438"/>
                </a:cubicBezTo>
                <a:cubicBezTo>
                  <a:pt x="78482" y="48563"/>
                  <a:pt x="78432" y="48687"/>
                  <a:pt x="78432" y="48836"/>
                </a:cubicBezTo>
                <a:cubicBezTo>
                  <a:pt x="78432" y="48961"/>
                  <a:pt x="78407" y="49135"/>
                  <a:pt x="78382" y="49260"/>
                </a:cubicBezTo>
                <a:cubicBezTo>
                  <a:pt x="78357" y="49384"/>
                  <a:pt x="78357" y="49508"/>
                  <a:pt x="78308" y="49633"/>
                </a:cubicBezTo>
                <a:cubicBezTo>
                  <a:pt x="78283" y="49782"/>
                  <a:pt x="78258" y="49907"/>
                  <a:pt x="78258" y="50056"/>
                </a:cubicBezTo>
                <a:cubicBezTo>
                  <a:pt x="78233" y="50180"/>
                  <a:pt x="78233" y="50305"/>
                  <a:pt x="78208" y="50429"/>
                </a:cubicBezTo>
                <a:cubicBezTo>
                  <a:pt x="78158" y="50579"/>
                  <a:pt x="78133" y="50753"/>
                  <a:pt x="78108" y="50877"/>
                </a:cubicBezTo>
                <a:lnTo>
                  <a:pt x="78009" y="51251"/>
                </a:lnTo>
                <a:cubicBezTo>
                  <a:pt x="77984" y="51400"/>
                  <a:pt x="77909" y="51550"/>
                  <a:pt x="77884" y="51674"/>
                </a:cubicBezTo>
                <a:lnTo>
                  <a:pt x="77785" y="52047"/>
                </a:lnTo>
                <a:lnTo>
                  <a:pt x="77785" y="52072"/>
                </a:lnTo>
                <a:cubicBezTo>
                  <a:pt x="77760" y="52246"/>
                  <a:pt x="77685" y="52371"/>
                  <a:pt x="77660" y="52520"/>
                </a:cubicBezTo>
                <a:cubicBezTo>
                  <a:pt x="77636" y="52645"/>
                  <a:pt x="77586" y="52794"/>
                  <a:pt x="77536" y="52919"/>
                </a:cubicBezTo>
                <a:lnTo>
                  <a:pt x="77536" y="52943"/>
                </a:lnTo>
                <a:cubicBezTo>
                  <a:pt x="77511" y="53043"/>
                  <a:pt x="77486" y="53118"/>
                  <a:pt x="77461" y="53192"/>
                </a:cubicBezTo>
                <a:lnTo>
                  <a:pt x="77412" y="53167"/>
                </a:lnTo>
                <a:lnTo>
                  <a:pt x="77387" y="53143"/>
                </a:lnTo>
                <a:cubicBezTo>
                  <a:pt x="77387" y="53118"/>
                  <a:pt x="77387" y="53118"/>
                  <a:pt x="77412" y="53068"/>
                </a:cubicBezTo>
                <a:cubicBezTo>
                  <a:pt x="77461" y="52993"/>
                  <a:pt x="77486" y="52894"/>
                  <a:pt x="77511" y="52819"/>
                </a:cubicBezTo>
                <a:cubicBezTo>
                  <a:pt x="77611" y="52620"/>
                  <a:pt x="77660" y="52371"/>
                  <a:pt x="77735" y="52147"/>
                </a:cubicBezTo>
                <a:lnTo>
                  <a:pt x="77735" y="52122"/>
                </a:lnTo>
                <a:cubicBezTo>
                  <a:pt x="77760" y="52022"/>
                  <a:pt x="77785" y="51898"/>
                  <a:pt x="77835" y="51798"/>
                </a:cubicBezTo>
                <a:cubicBezTo>
                  <a:pt x="77835" y="51774"/>
                  <a:pt x="77835" y="51774"/>
                  <a:pt x="77860" y="51749"/>
                </a:cubicBezTo>
                <a:cubicBezTo>
                  <a:pt x="77909" y="51525"/>
                  <a:pt x="77984" y="51276"/>
                  <a:pt x="78034" y="51052"/>
                </a:cubicBezTo>
                <a:lnTo>
                  <a:pt x="78034" y="51027"/>
                </a:lnTo>
                <a:cubicBezTo>
                  <a:pt x="78084" y="50927"/>
                  <a:pt x="78108" y="50803"/>
                  <a:pt x="78108" y="50728"/>
                </a:cubicBezTo>
                <a:lnTo>
                  <a:pt x="78108" y="50678"/>
                </a:lnTo>
                <a:cubicBezTo>
                  <a:pt x="78158" y="50429"/>
                  <a:pt x="78208" y="50180"/>
                  <a:pt x="78258" y="49932"/>
                </a:cubicBezTo>
                <a:cubicBezTo>
                  <a:pt x="78258" y="49857"/>
                  <a:pt x="78283" y="49757"/>
                  <a:pt x="78283" y="49683"/>
                </a:cubicBezTo>
                <a:cubicBezTo>
                  <a:pt x="78283" y="49633"/>
                  <a:pt x="78333" y="49533"/>
                  <a:pt x="78333" y="49484"/>
                </a:cubicBezTo>
                <a:lnTo>
                  <a:pt x="78333" y="49434"/>
                </a:lnTo>
                <a:cubicBezTo>
                  <a:pt x="78357" y="49235"/>
                  <a:pt x="78382" y="49011"/>
                  <a:pt x="78407" y="48762"/>
                </a:cubicBezTo>
                <a:lnTo>
                  <a:pt x="78407" y="48737"/>
                </a:lnTo>
                <a:lnTo>
                  <a:pt x="78407" y="48637"/>
                </a:lnTo>
                <a:cubicBezTo>
                  <a:pt x="78457" y="48438"/>
                  <a:pt x="78457" y="48264"/>
                  <a:pt x="78457" y="48065"/>
                </a:cubicBezTo>
                <a:lnTo>
                  <a:pt x="78457" y="47816"/>
                </a:lnTo>
                <a:lnTo>
                  <a:pt x="78457" y="47791"/>
                </a:lnTo>
                <a:lnTo>
                  <a:pt x="78457" y="47393"/>
                </a:lnTo>
                <a:lnTo>
                  <a:pt x="78457" y="47069"/>
                </a:lnTo>
                <a:lnTo>
                  <a:pt x="78457" y="47044"/>
                </a:lnTo>
                <a:lnTo>
                  <a:pt x="78457" y="46945"/>
                </a:lnTo>
                <a:cubicBezTo>
                  <a:pt x="78457" y="46845"/>
                  <a:pt x="78457" y="46795"/>
                  <a:pt x="78407" y="46696"/>
                </a:cubicBezTo>
                <a:cubicBezTo>
                  <a:pt x="78407" y="46571"/>
                  <a:pt x="78407" y="46422"/>
                  <a:pt x="78382" y="46298"/>
                </a:cubicBezTo>
                <a:cubicBezTo>
                  <a:pt x="78382" y="46198"/>
                  <a:pt x="78357" y="46098"/>
                  <a:pt x="78357" y="46024"/>
                </a:cubicBezTo>
                <a:cubicBezTo>
                  <a:pt x="78333" y="45849"/>
                  <a:pt x="78333" y="45700"/>
                  <a:pt x="78283" y="45576"/>
                </a:cubicBezTo>
                <a:cubicBezTo>
                  <a:pt x="78283" y="45551"/>
                  <a:pt x="78258" y="45476"/>
                  <a:pt x="78258" y="45451"/>
                </a:cubicBezTo>
                <a:cubicBezTo>
                  <a:pt x="78258" y="45426"/>
                  <a:pt x="78258" y="45401"/>
                  <a:pt x="78233" y="45352"/>
                </a:cubicBezTo>
                <a:lnTo>
                  <a:pt x="78233" y="45327"/>
                </a:lnTo>
                <a:cubicBezTo>
                  <a:pt x="78233" y="45302"/>
                  <a:pt x="78208" y="45227"/>
                  <a:pt x="78208" y="45202"/>
                </a:cubicBezTo>
                <a:close/>
                <a:moveTo>
                  <a:pt x="72757" y="46820"/>
                </a:moveTo>
                <a:cubicBezTo>
                  <a:pt x="71911" y="48936"/>
                  <a:pt x="70766" y="51101"/>
                  <a:pt x="69372" y="53267"/>
                </a:cubicBezTo>
                <a:cubicBezTo>
                  <a:pt x="69322" y="53267"/>
                  <a:pt x="69322" y="53267"/>
                  <a:pt x="69297" y="53242"/>
                </a:cubicBezTo>
                <a:cubicBezTo>
                  <a:pt x="70691" y="51126"/>
                  <a:pt x="71811" y="48936"/>
                  <a:pt x="72657" y="46870"/>
                </a:cubicBezTo>
                <a:cubicBezTo>
                  <a:pt x="72682" y="46870"/>
                  <a:pt x="72732" y="46820"/>
                  <a:pt x="72757" y="46820"/>
                </a:cubicBezTo>
                <a:close/>
                <a:moveTo>
                  <a:pt x="74026" y="48861"/>
                </a:moveTo>
                <a:cubicBezTo>
                  <a:pt x="74773" y="50355"/>
                  <a:pt x="75819" y="51798"/>
                  <a:pt x="77163" y="53242"/>
                </a:cubicBezTo>
                <a:cubicBezTo>
                  <a:pt x="77163" y="53267"/>
                  <a:pt x="77138" y="53267"/>
                  <a:pt x="77138" y="53292"/>
                </a:cubicBezTo>
                <a:cubicBezTo>
                  <a:pt x="75794" y="51873"/>
                  <a:pt x="74748" y="50380"/>
                  <a:pt x="74001" y="48911"/>
                </a:cubicBezTo>
                <a:cubicBezTo>
                  <a:pt x="74001" y="48886"/>
                  <a:pt x="74026" y="48886"/>
                  <a:pt x="74026" y="48861"/>
                </a:cubicBezTo>
                <a:close/>
                <a:moveTo>
                  <a:pt x="67331" y="53068"/>
                </a:moveTo>
                <a:cubicBezTo>
                  <a:pt x="67779" y="53068"/>
                  <a:pt x="68326" y="53167"/>
                  <a:pt x="68998" y="53367"/>
                </a:cubicBezTo>
                <a:cubicBezTo>
                  <a:pt x="68998" y="53391"/>
                  <a:pt x="68949" y="53391"/>
                  <a:pt x="68949" y="53416"/>
                </a:cubicBezTo>
                <a:cubicBezTo>
                  <a:pt x="68325" y="53249"/>
                  <a:pt x="67794" y="53165"/>
                  <a:pt x="67356" y="53165"/>
                </a:cubicBezTo>
                <a:cubicBezTo>
                  <a:pt x="67078" y="53165"/>
                  <a:pt x="66837" y="53199"/>
                  <a:pt x="66634" y="53267"/>
                </a:cubicBezTo>
                <a:cubicBezTo>
                  <a:pt x="66659" y="53242"/>
                  <a:pt x="66683" y="53217"/>
                  <a:pt x="66683" y="53167"/>
                </a:cubicBezTo>
                <a:cubicBezTo>
                  <a:pt x="66883" y="53118"/>
                  <a:pt x="67082" y="53068"/>
                  <a:pt x="67331" y="53068"/>
                </a:cubicBezTo>
                <a:close/>
                <a:moveTo>
                  <a:pt x="54960" y="44704"/>
                </a:moveTo>
                <a:cubicBezTo>
                  <a:pt x="55109" y="44879"/>
                  <a:pt x="55234" y="45028"/>
                  <a:pt x="55383" y="45177"/>
                </a:cubicBezTo>
                <a:cubicBezTo>
                  <a:pt x="55209" y="45302"/>
                  <a:pt x="55059" y="45426"/>
                  <a:pt x="54860" y="45551"/>
                </a:cubicBezTo>
                <a:lnTo>
                  <a:pt x="54835" y="45551"/>
                </a:lnTo>
                <a:cubicBezTo>
                  <a:pt x="54761" y="45576"/>
                  <a:pt x="54736" y="45601"/>
                  <a:pt x="54686" y="45650"/>
                </a:cubicBezTo>
                <a:cubicBezTo>
                  <a:pt x="54636" y="45675"/>
                  <a:pt x="54586" y="45700"/>
                  <a:pt x="54561" y="45750"/>
                </a:cubicBezTo>
                <a:lnTo>
                  <a:pt x="53715" y="46397"/>
                </a:lnTo>
                <a:lnTo>
                  <a:pt x="53641" y="46447"/>
                </a:lnTo>
                <a:cubicBezTo>
                  <a:pt x="53616" y="46472"/>
                  <a:pt x="53591" y="46522"/>
                  <a:pt x="53566" y="46522"/>
                </a:cubicBezTo>
                <a:cubicBezTo>
                  <a:pt x="53018" y="46945"/>
                  <a:pt x="52496" y="47393"/>
                  <a:pt x="51973" y="47866"/>
                </a:cubicBezTo>
                <a:lnTo>
                  <a:pt x="51873" y="47940"/>
                </a:lnTo>
                <a:cubicBezTo>
                  <a:pt x="51823" y="48015"/>
                  <a:pt x="51749" y="48040"/>
                  <a:pt x="51699" y="48115"/>
                </a:cubicBezTo>
                <a:cubicBezTo>
                  <a:pt x="51624" y="48139"/>
                  <a:pt x="51599" y="48189"/>
                  <a:pt x="51525" y="48239"/>
                </a:cubicBezTo>
                <a:lnTo>
                  <a:pt x="51450" y="48314"/>
                </a:lnTo>
                <a:cubicBezTo>
                  <a:pt x="51002" y="48737"/>
                  <a:pt x="50604" y="49110"/>
                  <a:pt x="50156" y="49508"/>
                </a:cubicBezTo>
                <a:lnTo>
                  <a:pt x="49982" y="49683"/>
                </a:lnTo>
                <a:lnTo>
                  <a:pt x="49658" y="50006"/>
                </a:lnTo>
                <a:lnTo>
                  <a:pt x="49384" y="50280"/>
                </a:lnTo>
                <a:cubicBezTo>
                  <a:pt x="49235" y="50429"/>
                  <a:pt x="49085" y="50629"/>
                  <a:pt x="48911" y="50778"/>
                </a:cubicBezTo>
                <a:cubicBezTo>
                  <a:pt x="48662" y="51027"/>
                  <a:pt x="48413" y="51276"/>
                  <a:pt x="48214" y="51550"/>
                </a:cubicBezTo>
                <a:cubicBezTo>
                  <a:pt x="48164" y="51599"/>
                  <a:pt x="48140" y="51624"/>
                  <a:pt x="48140" y="51649"/>
                </a:cubicBezTo>
                <a:lnTo>
                  <a:pt x="48090" y="51724"/>
                </a:lnTo>
                <a:cubicBezTo>
                  <a:pt x="47542" y="52296"/>
                  <a:pt x="47019" y="52894"/>
                  <a:pt x="46547" y="53491"/>
                </a:cubicBezTo>
                <a:lnTo>
                  <a:pt x="46148" y="53093"/>
                </a:lnTo>
                <a:cubicBezTo>
                  <a:pt x="48911" y="50230"/>
                  <a:pt x="51848" y="47393"/>
                  <a:pt x="54960" y="44704"/>
                </a:cubicBezTo>
                <a:close/>
                <a:moveTo>
                  <a:pt x="69197" y="53391"/>
                </a:moveTo>
                <a:cubicBezTo>
                  <a:pt x="69197" y="53391"/>
                  <a:pt x="69247" y="53416"/>
                  <a:pt x="69272" y="53416"/>
                </a:cubicBezTo>
                <a:cubicBezTo>
                  <a:pt x="69272" y="53466"/>
                  <a:pt x="69247" y="53466"/>
                  <a:pt x="69247" y="53491"/>
                </a:cubicBezTo>
                <a:cubicBezTo>
                  <a:pt x="69197" y="53491"/>
                  <a:pt x="69197" y="53491"/>
                  <a:pt x="69173" y="53466"/>
                </a:cubicBezTo>
                <a:cubicBezTo>
                  <a:pt x="69173" y="53416"/>
                  <a:pt x="69197" y="53416"/>
                  <a:pt x="69197" y="53391"/>
                </a:cubicBezTo>
                <a:close/>
                <a:moveTo>
                  <a:pt x="73006" y="46696"/>
                </a:moveTo>
                <a:cubicBezTo>
                  <a:pt x="73180" y="47318"/>
                  <a:pt x="73404" y="47990"/>
                  <a:pt x="73678" y="48612"/>
                </a:cubicBezTo>
                <a:cubicBezTo>
                  <a:pt x="72558" y="50255"/>
                  <a:pt x="71388" y="51873"/>
                  <a:pt x="70118" y="53491"/>
                </a:cubicBezTo>
                <a:cubicBezTo>
                  <a:pt x="69894" y="53416"/>
                  <a:pt x="69695" y="53367"/>
                  <a:pt x="69546" y="53292"/>
                </a:cubicBezTo>
                <a:cubicBezTo>
                  <a:pt x="70990" y="51101"/>
                  <a:pt x="72135" y="48861"/>
                  <a:pt x="73006" y="46696"/>
                </a:cubicBezTo>
                <a:close/>
                <a:moveTo>
                  <a:pt x="73777" y="48811"/>
                </a:moveTo>
                <a:cubicBezTo>
                  <a:pt x="73777" y="48811"/>
                  <a:pt x="73777" y="48861"/>
                  <a:pt x="73802" y="48861"/>
                </a:cubicBezTo>
                <a:cubicBezTo>
                  <a:pt x="72732" y="50429"/>
                  <a:pt x="71562" y="51998"/>
                  <a:pt x="70367" y="53541"/>
                </a:cubicBezTo>
                <a:lnTo>
                  <a:pt x="70318" y="53541"/>
                </a:lnTo>
                <a:cubicBezTo>
                  <a:pt x="71512" y="52022"/>
                  <a:pt x="72682" y="50429"/>
                  <a:pt x="73777" y="48811"/>
                </a:cubicBezTo>
                <a:close/>
                <a:moveTo>
                  <a:pt x="23522" y="45650"/>
                </a:moveTo>
                <a:lnTo>
                  <a:pt x="23572" y="45675"/>
                </a:lnTo>
                <a:cubicBezTo>
                  <a:pt x="21506" y="48264"/>
                  <a:pt x="19589" y="50902"/>
                  <a:pt x="17772" y="53591"/>
                </a:cubicBezTo>
                <a:lnTo>
                  <a:pt x="17723" y="53591"/>
                </a:lnTo>
                <a:cubicBezTo>
                  <a:pt x="19515" y="50927"/>
                  <a:pt x="21456" y="48264"/>
                  <a:pt x="23522" y="45650"/>
                </a:cubicBezTo>
                <a:close/>
                <a:moveTo>
                  <a:pt x="117710" y="41344"/>
                </a:moveTo>
                <a:lnTo>
                  <a:pt x="117710" y="41344"/>
                </a:lnTo>
                <a:cubicBezTo>
                  <a:pt x="117685" y="41593"/>
                  <a:pt x="117660" y="41842"/>
                  <a:pt x="117660" y="42066"/>
                </a:cubicBezTo>
                <a:cubicBezTo>
                  <a:pt x="117461" y="43584"/>
                  <a:pt x="117212" y="45327"/>
                  <a:pt x="116988" y="46671"/>
                </a:cubicBezTo>
                <a:cubicBezTo>
                  <a:pt x="116839" y="47642"/>
                  <a:pt x="116540" y="49060"/>
                  <a:pt x="116217" y="50156"/>
                </a:cubicBezTo>
                <a:cubicBezTo>
                  <a:pt x="116117" y="50479"/>
                  <a:pt x="116043" y="50778"/>
                  <a:pt x="115943" y="51126"/>
                </a:cubicBezTo>
                <a:cubicBezTo>
                  <a:pt x="115719" y="51923"/>
                  <a:pt x="115470" y="52869"/>
                  <a:pt x="115196" y="53715"/>
                </a:cubicBezTo>
                <a:lnTo>
                  <a:pt x="115196" y="53541"/>
                </a:lnTo>
                <a:cubicBezTo>
                  <a:pt x="115719" y="51599"/>
                  <a:pt x="116067" y="49658"/>
                  <a:pt x="116291" y="47816"/>
                </a:cubicBezTo>
                <a:cubicBezTo>
                  <a:pt x="116914" y="45625"/>
                  <a:pt x="117412" y="43460"/>
                  <a:pt x="117710" y="41344"/>
                </a:cubicBezTo>
                <a:close/>
                <a:moveTo>
                  <a:pt x="46049" y="53267"/>
                </a:moveTo>
                <a:lnTo>
                  <a:pt x="46472" y="53665"/>
                </a:lnTo>
                <a:cubicBezTo>
                  <a:pt x="46472" y="53715"/>
                  <a:pt x="46472" y="53715"/>
                  <a:pt x="46422" y="53740"/>
                </a:cubicBezTo>
                <a:lnTo>
                  <a:pt x="46024" y="53342"/>
                </a:lnTo>
                <a:cubicBezTo>
                  <a:pt x="46024" y="53292"/>
                  <a:pt x="46049" y="53292"/>
                  <a:pt x="46049" y="53267"/>
                </a:cubicBezTo>
                <a:close/>
                <a:moveTo>
                  <a:pt x="69421" y="53491"/>
                </a:moveTo>
                <a:cubicBezTo>
                  <a:pt x="69621" y="53541"/>
                  <a:pt x="69770" y="53615"/>
                  <a:pt x="69944" y="53665"/>
                </a:cubicBezTo>
                <a:cubicBezTo>
                  <a:pt x="69944" y="53690"/>
                  <a:pt x="69919" y="53690"/>
                  <a:pt x="69919" y="53740"/>
                </a:cubicBezTo>
                <a:cubicBezTo>
                  <a:pt x="69720" y="53665"/>
                  <a:pt x="69571" y="53615"/>
                  <a:pt x="69397" y="53541"/>
                </a:cubicBezTo>
                <a:cubicBezTo>
                  <a:pt x="69421" y="53516"/>
                  <a:pt x="69421" y="53491"/>
                  <a:pt x="69421" y="53491"/>
                </a:cubicBezTo>
                <a:close/>
                <a:moveTo>
                  <a:pt x="54494" y="46213"/>
                </a:moveTo>
                <a:cubicBezTo>
                  <a:pt x="54460" y="46240"/>
                  <a:pt x="54425" y="46268"/>
                  <a:pt x="54387" y="46298"/>
                </a:cubicBezTo>
                <a:cubicBezTo>
                  <a:pt x="54238" y="46422"/>
                  <a:pt x="54064" y="46546"/>
                  <a:pt x="53889" y="46696"/>
                </a:cubicBezTo>
                <a:cubicBezTo>
                  <a:pt x="53865" y="46746"/>
                  <a:pt x="53840" y="46746"/>
                  <a:pt x="53815" y="46770"/>
                </a:cubicBezTo>
                <a:cubicBezTo>
                  <a:pt x="53740" y="46820"/>
                  <a:pt x="53641" y="46895"/>
                  <a:pt x="53591" y="46945"/>
                </a:cubicBezTo>
                <a:cubicBezTo>
                  <a:pt x="53566" y="46970"/>
                  <a:pt x="53516" y="46970"/>
                  <a:pt x="53491" y="47019"/>
                </a:cubicBezTo>
                <a:lnTo>
                  <a:pt x="53466" y="47044"/>
                </a:lnTo>
                <a:cubicBezTo>
                  <a:pt x="53267" y="47194"/>
                  <a:pt x="53068" y="47343"/>
                  <a:pt x="52869" y="47542"/>
                </a:cubicBezTo>
                <a:lnTo>
                  <a:pt x="52844" y="47567"/>
                </a:lnTo>
                <a:lnTo>
                  <a:pt x="52769" y="47642"/>
                </a:lnTo>
                <a:cubicBezTo>
                  <a:pt x="52744" y="47642"/>
                  <a:pt x="52744" y="47667"/>
                  <a:pt x="52720" y="47667"/>
                </a:cubicBezTo>
                <a:cubicBezTo>
                  <a:pt x="52122" y="48164"/>
                  <a:pt x="51575" y="48687"/>
                  <a:pt x="51002" y="49210"/>
                </a:cubicBezTo>
                <a:cubicBezTo>
                  <a:pt x="51002" y="49210"/>
                  <a:pt x="50977" y="49210"/>
                  <a:pt x="50977" y="49260"/>
                </a:cubicBezTo>
                <a:lnTo>
                  <a:pt x="50878" y="49334"/>
                </a:lnTo>
                <a:lnTo>
                  <a:pt x="49658" y="50554"/>
                </a:lnTo>
                <a:lnTo>
                  <a:pt x="49608" y="50629"/>
                </a:lnTo>
                <a:lnTo>
                  <a:pt x="49509" y="50703"/>
                </a:lnTo>
                <a:lnTo>
                  <a:pt x="49359" y="50877"/>
                </a:lnTo>
                <a:cubicBezTo>
                  <a:pt x="49011" y="51251"/>
                  <a:pt x="48637" y="51624"/>
                  <a:pt x="48289" y="51998"/>
                </a:cubicBezTo>
                <a:lnTo>
                  <a:pt x="48140" y="52147"/>
                </a:lnTo>
                <a:lnTo>
                  <a:pt x="48040" y="52246"/>
                </a:lnTo>
                <a:cubicBezTo>
                  <a:pt x="48015" y="52271"/>
                  <a:pt x="47990" y="52321"/>
                  <a:pt x="47965" y="52371"/>
                </a:cubicBezTo>
                <a:cubicBezTo>
                  <a:pt x="47916" y="52396"/>
                  <a:pt x="47916" y="52421"/>
                  <a:pt x="47891" y="52421"/>
                </a:cubicBezTo>
                <a:cubicBezTo>
                  <a:pt x="47517" y="52869"/>
                  <a:pt x="47119" y="53317"/>
                  <a:pt x="46746" y="53765"/>
                </a:cubicBezTo>
                <a:lnTo>
                  <a:pt x="46721" y="53740"/>
                </a:lnTo>
                <a:cubicBezTo>
                  <a:pt x="46870" y="53541"/>
                  <a:pt x="46995" y="53367"/>
                  <a:pt x="47144" y="53217"/>
                </a:cubicBezTo>
                <a:cubicBezTo>
                  <a:pt x="47219" y="53118"/>
                  <a:pt x="47293" y="53018"/>
                  <a:pt x="47368" y="52943"/>
                </a:cubicBezTo>
                <a:cubicBezTo>
                  <a:pt x="47766" y="52446"/>
                  <a:pt x="48214" y="51998"/>
                  <a:pt x="48637" y="51500"/>
                </a:cubicBezTo>
                <a:cubicBezTo>
                  <a:pt x="48737" y="51400"/>
                  <a:pt x="48787" y="51301"/>
                  <a:pt x="48886" y="51251"/>
                </a:cubicBezTo>
                <a:cubicBezTo>
                  <a:pt x="49334" y="50778"/>
                  <a:pt x="49782" y="50305"/>
                  <a:pt x="50255" y="49832"/>
                </a:cubicBezTo>
                <a:lnTo>
                  <a:pt x="50479" y="49633"/>
                </a:lnTo>
                <a:cubicBezTo>
                  <a:pt x="50977" y="49160"/>
                  <a:pt x="51450" y="48687"/>
                  <a:pt x="51973" y="48264"/>
                </a:cubicBezTo>
                <a:cubicBezTo>
                  <a:pt x="52023" y="48239"/>
                  <a:pt x="52072" y="48164"/>
                  <a:pt x="52122" y="48139"/>
                </a:cubicBezTo>
                <a:lnTo>
                  <a:pt x="53242" y="47194"/>
                </a:lnTo>
                <a:lnTo>
                  <a:pt x="53715" y="46820"/>
                </a:lnTo>
                <a:lnTo>
                  <a:pt x="53815" y="46721"/>
                </a:lnTo>
                <a:cubicBezTo>
                  <a:pt x="54033" y="46546"/>
                  <a:pt x="54271" y="46371"/>
                  <a:pt x="54494" y="46213"/>
                </a:cubicBezTo>
                <a:close/>
                <a:moveTo>
                  <a:pt x="114997" y="53342"/>
                </a:moveTo>
                <a:lnTo>
                  <a:pt x="114997" y="53541"/>
                </a:lnTo>
                <a:cubicBezTo>
                  <a:pt x="114997" y="53615"/>
                  <a:pt x="114972" y="53715"/>
                  <a:pt x="114947" y="53765"/>
                </a:cubicBezTo>
                <a:lnTo>
                  <a:pt x="114947" y="53541"/>
                </a:lnTo>
                <a:cubicBezTo>
                  <a:pt x="114972" y="53491"/>
                  <a:pt x="114972" y="53391"/>
                  <a:pt x="114997" y="53342"/>
                </a:cubicBezTo>
                <a:close/>
                <a:moveTo>
                  <a:pt x="17673" y="53765"/>
                </a:moveTo>
                <a:cubicBezTo>
                  <a:pt x="17673" y="53790"/>
                  <a:pt x="17648" y="53790"/>
                  <a:pt x="17648" y="53839"/>
                </a:cubicBezTo>
                <a:lnTo>
                  <a:pt x="17598" y="53839"/>
                </a:lnTo>
                <a:cubicBezTo>
                  <a:pt x="17598" y="53790"/>
                  <a:pt x="17623" y="53790"/>
                  <a:pt x="17623" y="53765"/>
                </a:cubicBezTo>
                <a:close/>
                <a:moveTo>
                  <a:pt x="66293" y="53362"/>
                </a:moveTo>
                <a:cubicBezTo>
                  <a:pt x="66172" y="53507"/>
                  <a:pt x="66031" y="53673"/>
                  <a:pt x="65912" y="53839"/>
                </a:cubicBezTo>
                <a:cubicBezTo>
                  <a:pt x="65912" y="53790"/>
                  <a:pt x="65937" y="53765"/>
                  <a:pt x="65937" y="53740"/>
                </a:cubicBezTo>
                <a:lnTo>
                  <a:pt x="65937" y="53690"/>
                </a:lnTo>
                <a:cubicBezTo>
                  <a:pt x="65937" y="53665"/>
                  <a:pt x="65962" y="53640"/>
                  <a:pt x="65962" y="53615"/>
                </a:cubicBezTo>
                <a:cubicBezTo>
                  <a:pt x="66036" y="53516"/>
                  <a:pt x="66086" y="53416"/>
                  <a:pt x="66186" y="53367"/>
                </a:cubicBezTo>
                <a:lnTo>
                  <a:pt x="66211" y="53367"/>
                </a:lnTo>
                <a:cubicBezTo>
                  <a:pt x="66252" y="53367"/>
                  <a:pt x="66278" y="53367"/>
                  <a:pt x="66293" y="53362"/>
                </a:cubicBezTo>
                <a:close/>
                <a:moveTo>
                  <a:pt x="23721" y="45800"/>
                </a:moveTo>
                <a:cubicBezTo>
                  <a:pt x="24070" y="46173"/>
                  <a:pt x="24393" y="46546"/>
                  <a:pt x="24767" y="46895"/>
                </a:cubicBezTo>
                <a:cubicBezTo>
                  <a:pt x="23398" y="49235"/>
                  <a:pt x="22278" y="51599"/>
                  <a:pt x="21456" y="53864"/>
                </a:cubicBezTo>
                <a:cubicBezTo>
                  <a:pt x="20286" y="53715"/>
                  <a:pt x="19166" y="53615"/>
                  <a:pt x="18046" y="53591"/>
                </a:cubicBezTo>
                <a:cubicBezTo>
                  <a:pt x="19789" y="50977"/>
                  <a:pt x="21705" y="48388"/>
                  <a:pt x="23721" y="45800"/>
                </a:cubicBezTo>
                <a:close/>
                <a:moveTo>
                  <a:pt x="24891" y="47019"/>
                </a:moveTo>
                <a:lnTo>
                  <a:pt x="24916" y="47044"/>
                </a:lnTo>
                <a:cubicBezTo>
                  <a:pt x="23597" y="49359"/>
                  <a:pt x="22502" y="51649"/>
                  <a:pt x="21655" y="53889"/>
                </a:cubicBezTo>
                <a:lnTo>
                  <a:pt x="21606" y="53889"/>
                </a:lnTo>
                <a:cubicBezTo>
                  <a:pt x="22452" y="51649"/>
                  <a:pt x="23572" y="49359"/>
                  <a:pt x="24891" y="47019"/>
                </a:cubicBezTo>
                <a:close/>
                <a:moveTo>
                  <a:pt x="37835" y="46273"/>
                </a:moveTo>
                <a:cubicBezTo>
                  <a:pt x="37959" y="46372"/>
                  <a:pt x="38059" y="46447"/>
                  <a:pt x="38183" y="46546"/>
                </a:cubicBezTo>
                <a:cubicBezTo>
                  <a:pt x="36291" y="48936"/>
                  <a:pt x="34698" y="51425"/>
                  <a:pt x="33454" y="53889"/>
                </a:cubicBezTo>
                <a:cubicBezTo>
                  <a:pt x="33031" y="53541"/>
                  <a:pt x="32583" y="53217"/>
                  <a:pt x="32184" y="52869"/>
                </a:cubicBezTo>
                <a:cubicBezTo>
                  <a:pt x="33952" y="50629"/>
                  <a:pt x="35818" y="48413"/>
                  <a:pt x="37835" y="46273"/>
                </a:cubicBezTo>
                <a:close/>
                <a:moveTo>
                  <a:pt x="38308" y="46646"/>
                </a:moveTo>
                <a:cubicBezTo>
                  <a:pt x="38332" y="46646"/>
                  <a:pt x="38332" y="46671"/>
                  <a:pt x="38382" y="46671"/>
                </a:cubicBezTo>
                <a:cubicBezTo>
                  <a:pt x="36466" y="49060"/>
                  <a:pt x="34898" y="51550"/>
                  <a:pt x="33653" y="54014"/>
                </a:cubicBezTo>
                <a:cubicBezTo>
                  <a:pt x="33603" y="54014"/>
                  <a:pt x="33603" y="53989"/>
                  <a:pt x="33578" y="53989"/>
                </a:cubicBezTo>
                <a:cubicBezTo>
                  <a:pt x="34823" y="51525"/>
                  <a:pt x="36416" y="49036"/>
                  <a:pt x="38308" y="46646"/>
                </a:cubicBezTo>
                <a:close/>
                <a:moveTo>
                  <a:pt x="17897" y="53790"/>
                </a:moveTo>
                <a:cubicBezTo>
                  <a:pt x="19017" y="53839"/>
                  <a:pt x="20212" y="53889"/>
                  <a:pt x="21357" y="54039"/>
                </a:cubicBezTo>
                <a:lnTo>
                  <a:pt x="21357" y="54113"/>
                </a:lnTo>
                <a:cubicBezTo>
                  <a:pt x="20162" y="53964"/>
                  <a:pt x="19017" y="53864"/>
                  <a:pt x="17872" y="53864"/>
                </a:cubicBezTo>
                <a:cubicBezTo>
                  <a:pt x="17872" y="53839"/>
                  <a:pt x="17897" y="53839"/>
                  <a:pt x="17897" y="53790"/>
                </a:cubicBezTo>
                <a:close/>
                <a:moveTo>
                  <a:pt x="32035" y="52993"/>
                </a:moveTo>
                <a:cubicBezTo>
                  <a:pt x="32483" y="53342"/>
                  <a:pt x="32931" y="53715"/>
                  <a:pt x="33354" y="54039"/>
                </a:cubicBezTo>
                <a:cubicBezTo>
                  <a:pt x="33354" y="54088"/>
                  <a:pt x="33329" y="54088"/>
                  <a:pt x="33329" y="54113"/>
                </a:cubicBezTo>
                <a:cubicBezTo>
                  <a:pt x="32906" y="53765"/>
                  <a:pt x="32433" y="53391"/>
                  <a:pt x="31985" y="53043"/>
                </a:cubicBezTo>
                <a:cubicBezTo>
                  <a:pt x="31985" y="53018"/>
                  <a:pt x="32035" y="53018"/>
                  <a:pt x="32035" y="52993"/>
                </a:cubicBezTo>
                <a:close/>
                <a:moveTo>
                  <a:pt x="21606" y="54088"/>
                </a:moveTo>
                <a:cubicBezTo>
                  <a:pt x="21606" y="54113"/>
                  <a:pt x="21606" y="54113"/>
                  <a:pt x="21581" y="54138"/>
                </a:cubicBezTo>
                <a:lnTo>
                  <a:pt x="21506" y="54138"/>
                </a:lnTo>
                <a:cubicBezTo>
                  <a:pt x="21506" y="54113"/>
                  <a:pt x="21506" y="54113"/>
                  <a:pt x="21531" y="54088"/>
                </a:cubicBezTo>
                <a:close/>
                <a:moveTo>
                  <a:pt x="19042" y="40174"/>
                </a:moveTo>
                <a:lnTo>
                  <a:pt x="19042" y="40199"/>
                </a:lnTo>
                <a:lnTo>
                  <a:pt x="19092" y="40224"/>
                </a:lnTo>
                <a:cubicBezTo>
                  <a:pt x="18992" y="40448"/>
                  <a:pt x="18893" y="40573"/>
                  <a:pt x="18793" y="40722"/>
                </a:cubicBezTo>
                <a:lnTo>
                  <a:pt x="17673" y="42415"/>
                </a:lnTo>
                <a:cubicBezTo>
                  <a:pt x="17499" y="42713"/>
                  <a:pt x="17275" y="43037"/>
                  <a:pt x="17100" y="43311"/>
                </a:cubicBezTo>
                <a:cubicBezTo>
                  <a:pt x="16802" y="43759"/>
                  <a:pt x="16553" y="44182"/>
                  <a:pt x="16304" y="44580"/>
                </a:cubicBezTo>
                <a:cubicBezTo>
                  <a:pt x="16154" y="44829"/>
                  <a:pt x="16030" y="45053"/>
                  <a:pt x="15881" y="45277"/>
                </a:cubicBezTo>
                <a:cubicBezTo>
                  <a:pt x="15507" y="45899"/>
                  <a:pt x="15184" y="46472"/>
                  <a:pt x="14860" y="47094"/>
                </a:cubicBezTo>
                <a:cubicBezTo>
                  <a:pt x="14561" y="47592"/>
                  <a:pt x="14313" y="48090"/>
                  <a:pt x="14064" y="48612"/>
                </a:cubicBezTo>
                <a:cubicBezTo>
                  <a:pt x="14064" y="48612"/>
                  <a:pt x="14064" y="48637"/>
                  <a:pt x="14039" y="48637"/>
                </a:cubicBezTo>
                <a:cubicBezTo>
                  <a:pt x="13939" y="48811"/>
                  <a:pt x="13865" y="49011"/>
                  <a:pt x="13765" y="49235"/>
                </a:cubicBezTo>
                <a:cubicBezTo>
                  <a:pt x="13541" y="49683"/>
                  <a:pt x="13317" y="50131"/>
                  <a:pt x="13118" y="50604"/>
                </a:cubicBezTo>
                <a:cubicBezTo>
                  <a:pt x="13043" y="50753"/>
                  <a:pt x="12944" y="50902"/>
                  <a:pt x="12894" y="51052"/>
                </a:cubicBezTo>
                <a:cubicBezTo>
                  <a:pt x="12421" y="52122"/>
                  <a:pt x="11948" y="53217"/>
                  <a:pt x="11575" y="54238"/>
                </a:cubicBezTo>
                <a:lnTo>
                  <a:pt x="11525" y="54238"/>
                </a:lnTo>
                <a:cubicBezTo>
                  <a:pt x="13192" y="49658"/>
                  <a:pt x="15781" y="44879"/>
                  <a:pt x="19042" y="40174"/>
                </a:cubicBezTo>
                <a:close/>
                <a:moveTo>
                  <a:pt x="19216" y="40473"/>
                </a:moveTo>
                <a:cubicBezTo>
                  <a:pt x="20212" y="41917"/>
                  <a:pt x="21606" y="43634"/>
                  <a:pt x="23398" y="45501"/>
                </a:cubicBezTo>
                <a:cubicBezTo>
                  <a:pt x="21282" y="48139"/>
                  <a:pt x="19341" y="50853"/>
                  <a:pt x="17499" y="53591"/>
                </a:cubicBezTo>
                <a:cubicBezTo>
                  <a:pt x="15507" y="53591"/>
                  <a:pt x="13566" y="53765"/>
                  <a:pt x="11799" y="54238"/>
                </a:cubicBezTo>
                <a:cubicBezTo>
                  <a:pt x="12670" y="51898"/>
                  <a:pt x="13765" y="49508"/>
                  <a:pt x="15109" y="47094"/>
                </a:cubicBezTo>
                <a:cubicBezTo>
                  <a:pt x="15258" y="46820"/>
                  <a:pt x="15408" y="46546"/>
                  <a:pt x="15557" y="46298"/>
                </a:cubicBezTo>
                <a:cubicBezTo>
                  <a:pt x="15731" y="46024"/>
                  <a:pt x="15881" y="45775"/>
                  <a:pt x="16030" y="45501"/>
                </a:cubicBezTo>
                <a:cubicBezTo>
                  <a:pt x="16304" y="45028"/>
                  <a:pt x="16603" y="44555"/>
                  <a:pt x="16876" y="44057"/>
                </a:cubicBezTo>
                <a:cubicBezTo>
                  <a:pt x="16926" y="44008"/>
                  <a:pt x="16976" y="43908"/>
                  <a:pt x="17001" y="43833"/>
                </a:cubicBezTo>
                <a:cubicBezTo>
                  <a:pt x="17349" y="43286"/>
                  <a:pt x="17723" y="42713"/>
                  <a:pt x="18046" y="42166"/>
                </a:cubicBezTo>
                <a:cubicBezTo>
                  <a:pt x="18420" y="41568"/>
                  <a:pt x="18793" y="41046"/>
                  <a:pt x="19216" y="40473"/>
                </a:cubicBezTo>
                <a:close/>
                <a:moveTo>
                  <a:pt x="33528" y="54138"/>
                </a:moveTo>
                <a:cubicBezTo>
                  <a:pt x="33553" y="54138"/>
                  <a:pt x="33553" y="54163"/>
                  <a:pt x="33578" y="54163"/>
                </a:cubicBezTo>
                <a:cubicBezTo>
                  <a:pt x="33578" y="54213"/>
                  <a:pt x="33553" y="54213"/>
                  <a:pt x="33553" y="54238"/>
                </a:cubicBezTo>
                <a:cubicBezTo>
                  <a:pt x="33528" y="54238"/>
                  <a:pt x="33479" y="54238"/>
                  <a:pt x="33479" y="54213"/>
                </a:cubicBezTo>
                <a:cubicBezTo>
                  <a:pt x="33479" y="54163"/>
                  <a:pt x="33528" y="54163"/>
                  <a:pt x="33528" y="54138"/>
                </a:cubicBezTo>
                <a:close/>
                <a:moveTo>
                  <a:pt x="17399" y="53790"/>
                </a:moveTo>
                <a:cubicBezTo>
                  <a:pt x="17374" y="53790"/>
                  <a:pt x="17374" y="53790"/>
                  <a:pt x="17349" y="53839"/>
                </a:cubicBezTo>
                <a:cubicBezTo>
                  <a:pt x="15358" y="53839"/>
                  <a:pt x="13441" y="54039"/>
                  <a:pt x="11699" y="54512"/>
                </a:cubicBezTo>
                <a:cubicBezTo>
                  <a:pt x="11699" y="54487"/>
                  <a:pt x="11749" y="54487"/>
                  <a:pt x="11749" y="54462"/>
                </a:cubicBezTo>
                <a:cubicBezTo>
                  <a:pt x="13516" y="53989"/>
                  <a:pt x="15408" y="53790"/>
                  <a:pt x="17399" y="53790"/>
                </a:cubicBezTo>
                <a:close/>
                <a:moveTo>
                  <a:pt x="118084" y="37735"/>
                </a:moveTo>
                <a:lnTo>
                  <a:pt x="118084" y="38482"/>
                </a:lnTo>
                <a:cubicBezTo>
                  <a:pt x="118059" y="39452"/>
                  <a:pt x="118034" y="40647"/>
                  <a:pt x="117909" y="41842"/>
                </a:cubicBezTo>
                <a:cubicBezTo>
                  <a:pt x="117909" y="41942"/>
                  <a:pt x="117860" y="42016"/>
                  <a:pt x="117860" y="42091"/>
                </a:cubicBezTo>
                <a:cubicBezTo>
                  <a:pt x="117660" y="43709"/>
                  <a:pt x="117436" y="45401"/>
                  <a:pt x="117212" y="46671"/>
                </a:cubicBezTo>
                <a:cubicBezTo>
                  <a:pt x="117188" y="46820"/>
                  <a:pt x="117163" y="46945"/>
                  <a:pt x="117113" y="47119"/>
                </a:cubicBezTo>
                <a:cubicBezTo>
                  <a:pt x="116964" y="47940"/>
                  <a:pt x="116764" y="48861"/>
                  <a:pt x="116540" y="49857"/>
                </a:cubicBezTo>
                <a:cubicBezTo>
                  <a:pt x="116491" y="49981"/>
                  <a:pt x="116466" y="50106"/>
                  <a:pt x="116441" y="50180"/>
                </a:cubicBezTo>
                <a:cubicBezTo>
                  <a:pt x="116366" y="50405"/>
                  <a:pt x="116316" y="50629"/>
                  <a:pt x="116242" y="50877"/>
                </a:cubicBezTo>
                <a:lnTo>
                  <a:pt x="116142" y="51151"/>
                </a:lnTo>
                <a:cubicBezTo>
                  <a:pt x="116043" y="51624"/>
                  <a:pt x="115868" y="52172"/>
                  <a:pt x="115719" y="52719"/>
                </a:cubicBezTo>
                <a:cubicBezTo>
                  <a:pt x="115520" y="53292"/>
                  <a:pt x="115346" y="53914"/>
                  <a:pt x="115122" y="54586"/>
                </a:cubicBezTo>
                <a:cubicBezTo>
                  <a:pt x="115122" y="54611"/>
                  <a:pt x="115097" y="54611"/>
                  <a:pt x="115097" y="54636"/>
                </a:cubicBezTo>
                <a:cubicBezTo>
                  <a:pt x="115097" y="54586"/>
                  <a:pt x="115122" y="54536"/>
                  <a:pt x="115122" y="54487"/>
                </a:cubicBezTo>
                <a:lnTo>
                  <a:pt x="115122" y="54362"/>
                </a:lnTo>
                <a:cubicBezTo>
                  <a:pt x="115470" y="53391"/>
                  <a:pt x="115819" y="52147"/>
                  <a:pt x="116092" y="51151"/>
                </a:cubicBezTo>
                <a:cubicBezTo>
                  <a:pt x="116192" y="50803"/>
                  <a:pt x="116291" y="50504"/>
                  <a:pt x="116366" y="50180"/>
                </a:cubicBezTo>
                <a:cubicBezTo>
                  <a:pt x="116690" y="49110"/>
                  <a:pt x="116964" y="47667"/>
                  <a:pt x="117163" y="46671"/>
                </a:cubicBezTo>
                <a:cubicBezTo>
                  <a:pt x="117412" y="45327"/>
                  <a:pt x="117611" y="43584"/>
                  <a:pt x="117810" y="42066"/>
                </a:cubicBezTo>
                <a:cubicBezTo>
                  <a:pt x="117934" y="41120"/>
                  <a:pt x="117984" y="39801"/>
                  <a:pt x="118034" y="38731"/>
                </a:cubicBezTo>
                <a:cubicBezTo>
                  <a:pt x="118059" y="38556"/>
                  <a:pt x="118059" y="38357"/>
                  <a:pt x="118059" y="38208"/>
                </a:cubicBezTo>
                <a:lnTo>
                  <a:pt x="118059" y="38083"/>
                </a:lnTo>
                <a:cubicBezTo>
                  <a:pt x="118059" y="37959"/>
                  <a:pt x="118059" y="37859"/>
                  <a:pt x="118084" y="37735"/>
                </a:cubicBezTo>
                <a:close/>
                <a:moveTo>
                  <a:pt x="62952" y="52842"/>
                </a:moveTo>
                <a:lnTo>
                  <a:pt x="62952" y="52842"/>
                </a:lnTo>
                <a:cubicBezTo>
                  <a:pt x="62941" y="52853"/>
                  <a:pt x="62931" y="52862"/>
                  <a:pt x="62925" y="52869"/>
                </a:cubicBezTo>
                <a:lnTo>
                  <a:pt x="62352" y="53342"/>
                </a:lnTo>
                <a:cubicBezTo>
                  <a:pt x="61979" y="53615"/>
                  <a:pt x="61606" y="53914"/>
                  <a:pt x="61307" y="54213"/>
                </a:cubicBezTo>
                <a:cubicBezTo>
                  <a:pt x="61034" y="54445"/>
                  <a:pt x="60760" y="54670"/>
                  <a:pt x="60495" y="54896"/>
                </a:cubicBezTo>
                <a:lnTo>
                  <a:pt x="60495" y="54896"/>
                </a:lnTo>
                <a:cubicBezTo>
                  <a:pt x="60654" y="54753"/>
                  <a:pt x="60809" y="54615"/>
                  <a:pt x="60959" y="54487"/>
                </a:cubicBezTo>
                <a:cubicBezTo>
                  <a:pt x="61058" y="54387"/>
                  <a:pt x="61183" y="54288"/>
                  <a:pt x="61282" y="54213"/>
                </a:cubicBezTo>
                <a:cubicBezTo>
                  <a:pt x="61307" y="54213"/>
                  <a:pt x="61307" y="54163"/>
                  <a:pt x="61332" y="54163"/>
                </a:cubicBezTo>
                <a:cubicBezTo>
                  <a:pt x="61606" y="53914"/>
                  <a:pt x="61929" y="53665"/>
                  <a:pt x="62228" y="53416"/>
                </a:cubicBezTo>
                <a:cubicBezTo>
                  <a:pt x="62352" y="53342"/>
                  <a:pt x="62452" y="53242"/>
                  <a:pt x="62576" y="53143"/>
                </a:cubicBezTo>
                <a:cubicBezTo>
                  <a:pt x="62651" y="53093"/>
                  <a:pt x="62726" y="53018"/>
                  <a:pt x="62800" y="52968"/>
                </a:cubicBezTo>
                <a:lnTo>
                  <a:pt x="62952" y="52842"/>
                </a:lnTo>
                <a:close/>
                <a:moveTo>
                  <a:pt x="78606" y="45675"/>
                </a:moveTo>
                <a:lnTo>
                  <a:pt x="78656" y="45725"/>
                </a:lnTo>
                <a:lnTo>
                  <a:pt x="78656" y="45700"/>
                </a:lnTo>
                <a:cubicBezTo>
                  <a:pt x="78706" y="45725"/>
                  <a:pt x="78731" y="45725"/>
                  <a:pt x="78731" y="45775"/>
                </a:cubicBezTo>
                <a:cubicBezTo>
                  <a:pt x="78756" y="45800"/>
                  <a:pt x="78830" y="45849"/>
                  <a:pt x="78880" y="45899"/>
                </a:cubicBezTo>
                <a:cubicBezTo>
                  <a:pt x="78930" y="45924"/>
                  <a:pt x="78980" y="45999"/>
                  <a:pt x="79029" y="46024"/>
                </a:cubicBezTo>
                <a:lnTo>
                  <a:pt x="79079" y="46049"/>
                </a:lnTo>
                <a:cubicBezTo>
                  <a:pt x="79204" y="46173"/>
                  <a:pt x="79328" y="46273"/>
                  <a:pt x="79477" y="46397"/>
                </a:cubicBezTo>
                <a:cubicBezTo>
                  <a:pt x="79602" y="46472"/>
                  <a:pt x="79726" y="46571"/>
                  <a:pt x="79851" y="46696"/>
                </a:cubicBezTo>
                <a:cubicBezTo>
                  <a:pt x="79901" y="46770"/>
                  <a:pt x="80000" y="46820"/>
                  <a:pt x="80075" y="46845"/>
                </a:cubicBezTo>
                <a:cubicBezTo>
                  <a:pt x="80125" y="46895"/>
                  <a:pt x="80174" y="46945"/>
                  <a:pt x="80224" y="46970"/>
                </a:cubicBezTo>
                <a:cubicBezTo>
                  <a:pt x="80374" y="47094"/>
                  <a:pt x="80523" y="47194"/>
                  <a:pt x="80697" y="47293"/>
                </a:cubicBezTo>
                <a:cubicBezTo>
                  <a:pt x="80722" y="47293"/>
                  <a:pt x="80722" y="47318"/>
                  <a:pt x="80747" y="47318"/>
                </a:cubicBezTo>
                <a:cubicBezTo>
                  <a:pt x="80822" y="47343"/>
                  <a:pt x="80847" y="47393"/>
                  <a:pt x="80896" y="47418"/>
                </a:cubicBezTo>
                <a:lnTo>
                  <a:pt x="80946" y="47442"/>
                </a:lnTo>
                <a:cubicBezTo>
                  <a:pt x="80971" y="47467"/>
                  <a:pt x="80996" y="47467"/>
                  <a:pt x="81021" y="47517"/>
                </a:cubicBezTo>
                <a:lnTo>
                  <a:pt x="81319" y="47691"/>
                </a:lnTo>
                <a:cubicBezTo>
                  <a:pt x="81394" y="47766"/>
                  <a:pt x="81469" y="47791"/>
                  <a:pt x="81568" y="47841"/>
                </a:cubicBezTo>
                <a:cubicBezTo>
                  <a:pt x="81643" y="47915"/>
                  <a:pt x="81743" y="47965"/>
                  <a:pt x="81842" y="48015"/>
                </a:cubicBezTo>
                <a:cubicBezTo>
                  <a:pt x="82016" y="48139"/>
                  <a:pt x="82240" y="48214"/>
                  <a:pt x="82440" y="48339"/>
                </a:cubicBezTo>
                <a:cubicBezTo>
                  <a:pt x="82489" y="48388"/>
                  <a:pt x="82589" y="48438"/>
                  <a:pt x="82639" y="48463"/>
                </a:cubicBezTo>
                <a:cubicBezTo>
                  <a:pt x="82763" y="48538"/>
                  <a:pt x="82888" y="48587"/>
                  <a:pt x="82987" y="48662"/>
                </a:cubicBezTo>
                <a:cubicBezTo>
                  <a:pt x="83087" y="48712"/>
                  <a:pt x="83211" y="48787"/>
                  <a:pt x="83311" y="48811"/>
                </a:cubicBezTo>
                <a:lnTo>
                  <a:pt x="83485" y="48911"/>
                </a:lnTo>
                <a:lnTo>
                  <a:pt x="83684" y="49011"/>
                </a:lnTo>
                <a:cubicBezTo>
                  <a:pt x="82390" y="51052"/>
                  <a:pt x="80996" y="53118"/>
                  <a:pt x="79477" y="55134"/>
                </a:cubicBezTo>
                <a:cubicBezTo>
                  <a:pt x="78830" y="54586"/>
                  <a:pt x="78208" y="54014"/>
                  <a:pt x="77611" y="53416"/>
                </a:cubicBezTo>
                <a:cubicBezTo>
                  <a:pt x="78407" y="51151"/>
                  <a:pt x="78830" y="48986"/>
                  <a:pt x="78731" y="47019"/>
                </a:cubicBezTo>
                <a:lnTo>
                  <a:pt x="78731" y="46920"/>
                </a:lnTo>
                <a:cubicBezTo>
                  <a:pt x="78731" y="46770"/>
                  <a:pt x="78706" y="46621"/>
                  <a:pt x="78706" y="46447"/>
                </a:cubicBezTo>
                <a:lnTo>
                  <a:pt x="78706" y="46322"/>
                </a:lnTo>
                <a:lnTo>
                  <a:pt x="78606" y="45675"/>
                </a:lnTo>
                <a:close/>
                <a:moveTo>
                  <a:pt x="83833" y="49135"/>
                </a:moveTo>
                <a:cubicBezTo>
                  <a:pt x="83858" y="49135"/>
                  <a:pt x="83858" y="49160"/>
                  <a:pt x="83883" y="49160"/>
                </a:cubicBezTo>
                <a:cubicBezTo>
                  <a:pt x="82589" y="51176"/>
                  <a:pt x="81195" y="53242"/>
                  <a:pt x="79652" y="55283"/>
                </a:cubicBezTo>
                <a:cubicBezTo>
                  <a:pt x="79627" y="55283"/>
                  <a:pt x="79627" y="55258"/>
                  <a:pt x="79602" y="55258"/>
                </a:cubicBezTo>
                <a:cubicBezTo>
                  <a:pt x="81120" y="53242"/>
                  <a:pt x="82514" y="51176"/>
                  <a:pt x="83833" y="49135"/>
                </a:cubicBezTo>
                <a:close/>
                <a:moveTo>
                  <a:pt x="77536" y="53615"/>
                </a:moveTo>
                <a:cubicBezTo>
                  <a:pt x="78108" y="54213"/>
                  <a:pt x="78731" y="54736"/>
                  <a:pt x="79378" y="55258"/>
                </a:cubicBezTo>
                <a:cubicBezTo>
                  <a:pt x="79378" y="55283"/>
                  <a:pt x="79353" y="55283"/>
                  <a:pt x="79353" y="55333"/>
                </a:cubicBezTo>
                <a:cubicBezTo>
                  <a:pt x="78706" y="54785"/>
                  <a:pt x="78084" y="54238"/>
                  <a:pt x="77511" y="53665"/>
                </a:cubicBezTo>
                <a:cubicBezTo>
                  <a:pt x="77511" y="53640"/>
                  <a:pt x="77536" y="53640"/>
                  <a:pt x="77536" y="53615"/>
                </a:cubicBezTo>
                <a:close/>
                <a:moveTo>
                  <a:pt x="79477" y="55383"/>
                </a:moveTo>
                <a:cubicBezTo>
                  <a:pt x="79502" y="55383"/>
                  <a:pt x="79527" y="55408"/>
                  <a:pt x="79527" y="55408"/>
                </a:cubicBezTo>
                <a:cubicBezTo>
                  <a:pt x="79527" y="55457"/>
                  <a:pt x="79502" y="55457"/>
                  <a:pt x="79502" y="55482"/>
                </a:cubicBezTo>
                <a:cubicBezTo>
                  <a:pt x="79477" y="55482"/>
                  <a:pt x="79477" y="55457"/>
                  <a:pt x="79453" y="55457"/>
                </a:cubicBezTo>
                <a:cubicBezTo>
                  <a:pt x="79453" y="55408"/>
                  <a:pt x="79477" y="55408"/>
                  <a:pt x="79477" y="55383"/>
                </a:cubicBezTo>
                <a:close/>
                <a:moveTo>
                  <a:pt x="18644" y="39627"/>
                </a:moveTo>
                <a:cubicBezTo>
                  <a:pt x="18743" y="39801"/>
                  <a:pt x="18818" y="39925"/>
                  <a:pt x="18917" y="40075"/>
                </a:cubicBezTo>
                <a:cubicBezTo>
                  <a:pt x="18021" y="41344"/>
                  <a:pt x="17150" y="42663"/>
                  <a:pt x="16379" y="43958"/>
                </a:cubicBezTo>
                <a:cubicBezTo>
                  <a:pt x="14188" y="47517"/>
                  <a:pt x="12520" y="51002"/>
                  <a:pt x="11276" y="54362"/>
                </a:cubicBezTo>
                <a:cubicBezTo>
                  <a:pt x="10131" y="54711"/>
                  <a:pt x="9061" y="55109"/>
                  <a:pt x="8140" y="55607"/>
                </a:cubicBezTo>
                <a:cubicBezTo>
                  <a:pt x="10952" y="50280"/>
                  <a:pt x="14512" y="44879"/>
                  <a:pt x="18644" y="39627"/>
                </a:cubicBezTo>
                <a:close/>
                <a:moveTo>
                  <a:pt x="18519" y="39428"/>
                </a:moveTo>
                <a:cubicBezTo>
                  <a:pt x="18519" y="39452"/>
                  <a:pt x="18544" y="39452"/>
                  <a:pt x="18544" y="39477"/>
                </a:cubicBezTo>
                <a:cubicBezTo>
                  <a:pt x="14313" y="44804"/>
                  <a:pt x="10703" y="50305"/>
                  <a:pt x="7841" y="55781"/>
                </a:cubicBezTo>
                <a:cubicBezTo>
                  <a:pt x="7816" y="55831"/>
                  <a:pt x="7791" y="55831"/>
                  <a:pt x="7766" y="55856"/>
                </a:cubicBezTo>
                <a:cubicBezTo>
                  <a:pt x="10629" y="50355"/>
                  <a:pt x="14263" y="44804"/>
                  <a:pt x="18519" y="39428"/>
                </a:cubicBezTo>
                <a:close/>
                <a:moveTo>
                  <a:pt x="25090" y="47194"/>
                </a:moveTo>
                <a:cubicBezTo>
                  <a:pt x="27082" y="49135"/>
                  <a:pt x="29297" y="51101"/>
                  <a:pt x="31562" y="52919"/>
                </a:cubicBezTo>
                <a:cubicBezTo>
                  <a:pt x="30790" y="53889"/>
                  <a:pt x="30044" y="54860"/>
                  <a:pt x="29322" y="55856"/>
                </a:cubicBezTo>
                <a:cubicBezTo>
                  <a:pt x="26883" y="54960"/>
                  <a:pt x="24369" y="54288"/>
                  <a:pt x="21879" y="53914"/>
                </a:cubicBezTo>
                <a:cubicBezTo>
                  <a:pt x="22701" y="51724"/>
                  <a:pt x="23746" y="49484"/>
                  <a:pt x="25090" y="47194"/>
                </a:cubicBezTo>
                <a:close/>
                <a:moveTo>
                  <a:pt x="31687" y="53018"/>
                </a:moveTo>
                <a:cubicBezTo>
                  <a:pt x="31711" y="53018"/>
                  <a:pt x="31711" y="53043"/>
                  <a:pt x="31736" y="53043"/>
                </a:cubicBezTo>
                <a:cubicBezTo>
                  <a:pt x="30990" y="54014"/>
                  <a:pt x="30243" y="54935"/>
                  <a:pt x="29546" y="55905"/>
                </a:cubicBezTo>
                <a:cubicBezTo>
                  <a:pt x="29496" y="55905"/>
                  <a:pt x="29496" y="55881"/>
                  <a:pt x="29471" y="55881"/>
                </a:cubicBezTo>
                <a:cubicBezTo>
                  <a:pt x="30193" y="54960"/>
                  <a:pt x="30940" y="53989"/>
                  <a:pt x="31687" y="53018"/>
                </a:cubicBezTo>
                <a:close/>
                <a:moveTo>
                  <a:pt x="11176" y="54611"/>
                </a:moveTo>
                <a:cubicBezTo>
                  <a:pt x="11176" y="54611"/>
                  <a:pt x="11176" y="54636"/>
                  <a:pt x="11151" y="54661"/>
                </a:cubicBezTo>
                <a:cubicBezTo>
                  <a:pt x="9932" y="55009"/>
                  <a:pt x="8837" y="55482"/>
                  <a:pt x="7916" y="56030"/>
                </a:cubicBezTo>
                <a:cubicBezTo>
                  <a:pt x="7940" y="56005"/>
                  <a:pt x="7940" y="55980"/>
                  <a:pt x="7965" y="55955"/>
                </a:cubicBezTo>
                <a:cubicBezTo>
                  <a:pt x="8911" y="55408"/>
                  <a:pt x="10006" y="54960"/>
                  <a:pt x="11176" y="54611"/>
                </a:cubicBezTo>
                <a:close/>
                <a:moveTo>
                  <a:pt x="21780" y="54088"/>
                </a:moveTo>
                <a:cubicBezTo>
                  <a:pt x="24244" y="54462"/>
                  <a:pt x="26758" y="55084"/>
                  <a:pt x="29173" y="55980"/>
                </a:cubicBezTo>
                <a:cubicBezTo>
                  <a:pt x="29173" y="56005"/>
                  <a:pt x="29173" y="56030"/>
                  <a:pt x="29123" y="56030"/>
                </a:cubicBezTo>
                <a:cubicBezTo>
                  <a:pt x="26733" y="55134"/>
                  <a:pt x="24244" y="54512"/>
                  <a:pt x="21755" y="54138"/>
                </a:cubicBezTo>
                <a:cubicBezTo>
                  <a:pt x="21755" y="54113"/>
                  <a:pt x="21755" y="54113"/>
                  <a:pt x="21780" y="54088"/>
                </a:cubicBezTo>
                <a:close/>
                <a:moveTo>
                  <a:pt x="29347" y="56080"/>
                </a:moveTo>
                <a:cubicBezTo>
                  <a:pt x="29372" y="56080"/>
                  <a:pt x="29372" y="56105"/>
                  <a:pt x="29421" y="56105"/>
                </a:cubicBezTo>
                <a:cubicBezTo>
                  <a:pt x="29421" y="56129"/>
                  <a:pt x="29372" y="56129"/>
                  <a:pt x="29372" y="56154"/>
                </a:cubicBezTo>
                <a:cubicBezTo>
                  <a:pt x="29347" y="56129"/>
                  <a:pt x="29347" y="56129"/>
                  <a:pt x="29322" y="56129"/>
                </a:cubicBezTo>
                <a:cubicBezTo>
                  <a:pt x="29322" y="56105"/>
                  <a:pt x="29347" y="56105"/>
                  <a:pt x="29347" y="56080"/>
                </a:cubicBezTo>
                <a:close/>
                <a:moveTo>
                  <a:pt x="59807" y="55507"/>
                </a:moveTo>
                <a:cubicBezTo>
                  <a:pt x="59599" y="55690"/>
                  <a:pt x="59374" y="55874"/>
                  <a:pt x="59191" y="56080"/>
                </a:cubicBezTo>
                <a:cubicBezTo>
                  <a:pt x="59146" y="56110"/>
                  <a:pt x="59110" y="56131"/>
                  <a:pt x="59077" y="56160"/>
                </a:cubicBezTo>
                <a:lnTo>
                  <a:pt x="59077" y="56160"/>
                </a:lnTo>
                <a:cubicBezTo>
                  <a:pt x="59123" y="56117"/>
                  <a:pt x="59170" y="56073"/>
                  <a:pt x="59216" y="56030"/>
                </a:cubicBezTo>
                <a:cubicBezTo>
                  <a:pt x="59406" y="55864"/>
                  <a:pt x="59596" y="55675"/>
                  <a:pt x="59807" y="55507"/>
                </a:cubicBezTo>
                <a:close/>
                <a:moveTo>
                  <a:pt x="7667" y="56105"/>
                </a:moveTo>
                <a:cubicBezTo>
                  <a:pt x="7642" y="56129"/>
                  <a:pt x="7642" y="56154"/>
                  <a:pt x="7592" y="56229"/>
                </a:cubicBezTo>
                <a:cubicBezTo>
                  <a:pt x="7567" y="56229"/>
                  <a:pt x="7542" y="56254"/>
                  <a:pt x="7517" y="56279"/>
                </a:cubicBezTo>
                <a:cubicBezTo>
                  <a:pt x="7542" y="56254"/>
                  <a:pt x="7542" y="56229"/>
                  <a:pt x="7567" y="56154"/>
                </a:cubicBezTo>
                <a:cubicBezTo>
                  <a:pt x="7592" y="56129"/>
                  <a:pt x="7642" y="56129"/>
                  <a:pt x="7667" y="56105"/>
                </a:cubicBezTo>
                <a:close/>
                <a:moveTo>
                  <a:pt x="73877" y="49110"/>
                </a:moveTo>
                <a:cubicBezTo>
                  <a:pt x="74624" y="50604"/>
                  <a:pt x="75669" y="52097"/>
                  <a:pt x="77038" y="53516"/>
                </a:cubicBezTo>
                <a:cubicBezTo>
                  <a:pt x="76739" y="54412"/>
                  <a:pt x="76341" y="55383"/>
                  <a:pt x="75868" y="56329"/>
                </a:cubicBezTo>
                <a:cubicBezTo>
                  <a:pt x="73902" y="55159"/>
                  <a:pt x="72060" y="54263"/>
                  <a:pt x="70517" y="53665"/>
                </a:cubicBezTo>
                <a:cubicBezTo>
                  <a:pt x="71687" y="52172"/>
                  <a:pt x="72856" y="50653"/>
                  <a:pt x="73877" y="49110"/>
                </a:cubicBezTo>
                <a:close/>
                <a:moveTo>
                  <a:pt x="77237" y="53665"/>
                </a:moveTo>
                <a:cubicBezTo>
                  <a:pt x="77262" y="53715"/>
                  <a:pt x="77262" y="53715"/>
                  <a:pt x="77287" y="53715"/>
                </a:cubicBezTo>
                <a:cubicBezTo>
                  <a:pt x="77287" y="53740"/>
                  <a:pt x="77262" y="53765"/>
                  <a:pt x="77262" y="53790"/>
                </a:cubicBezTo>
                <a:cubicBezTo>
                  <a:pt x="77262" y="53839"/>
                  <a:pt x="77237" y="53864"/>
                  <a:pt x="77237" y="53889"/>
                </a:cubicBezTo>
                <a:cubicBezTo>
                  <a:pt x="77188" y="53989"/>
                  <a:pt x="77138" y="54088"/>
                  <a:pt x="77113" y="54163"/>
                </a:cubicBezTo>
                <a:cubicBezTo>
                  <a:pt x="77038" y="54337"/>
                  <a:pt x="76988" y="54487"/>
                  <a:pt x="76914" y="54611"/>
                </a:cubicBezTo>
                <a:cubicBezTo>
                  <a:pt x="76889" y="54661"/>
                  <a:pt x="76889" y="54736"/>
                  <a:pt x="76864" y="54760"/>
                </a:cubicBezTo>
                <a:cubicBezTo>
                  <a:pt x="76814" y="54785"/>
                  <a:pt x="76814" y="54860"/>
                  <a:pt x="76789" y="54885"/>
                </a:cubicBezTo>
                <a:cubicBezTo>
                  <a:pt x="76789" y="54910"/>
                  <a:pt x="76764" y="54910"/>
                  <a:pt x="76764" y="54960"/>
                </a:cubicBezTo>
                <a:cubicBezTo>
                  <a:pt x="76690" y="55109"/>
                  <a:pt x="76615" y="55258"/>
                  <a:pt x="76540" y="55457"/>
                </a:cubicBezTo>
                <a:cubicBezTo>
                  <a:pt x="76515" y="55532"/>
                  <a:pt x="76491" y="55607"/>
                  <a:pt x="76416" y="55706"/>
                </a:cubicBezTo>
                <a:cubicBezTo>
                  <a:pt x="76416" y="55731"/>
                  <a:pt x="76391" y="55756"/>
                  <a:pt x="76391" y="55756"/>
                </a:cubicBezTo>
                <a:cubicBezTo>
                  <a:pt x="76291" y="55955"/>
                  <a:pt x="76192" y="56129"/>
                  <a:pt x="76117" y="56279"/>
                </a:cubicBezTo>
                <a:cubicBezTo>
                  <a:pt x="76117" y="56329"/>
                  <a:pt x="76067" y="56353"/>
                  <a:pt x="76067" y="56378"/>
                </a:cubicBezTo>
                <a:lnTo>
                  <a:pt x="76043" y="56378"/>
                </a:lnTo>
                <a:cubicBezTo>
                  <a:pt x="76043" y="56378"/>
                  <a:pt x="76018" y="56378"/>
                  <a:pt x="76018" y="56353"/>
                </a:cubicBezTo>
                <a:cubicBezTo>
                  <a:pt x="76491" y="55482"/>
                  <a:pt x="76889" y="54586"/>
                  <a:pt x="77237" y="53665"/>
                </a:cubicBezTo>
                <a:close/>
                <a:moveTo>
                  <a:pt x="67311" y="53370"/>
                </a:moveTo>
                <a:cubicBezTo>
                  <a:pt x="67732" y="53370"/>
                  <a:pt x="68256" y="53453"/>
                  <a:pt x="68874" y="53615"/>
                </a:cubicBezTo>
                <a:cubicBezTo>
                  <a:pt x="68202" y="54536"/>
                  <a:pt x="67530" y="55482"/>
                  <a:pt x="66783" y="56453"/>
                </a:cubicBezTo>
                <a:cubicBezTo>
                  <a:pt x="66136" y="55208"/>
                  <a:pt x="65912" y="54288"/>
                  <a:pt x="66211" y="53790"/>
                </a:cubicBezTo>
                <a:cubicBezTo>
                  <a:pt x="66393" y="53509"/>
                  <a:pt x="66766" y="53370"/>
                  <a:pt x="67311" y="53370"/>
                </a:cubicBezTo>
                <a:close/>
                <a:moveTo>
                  <a:pt x="70417" y="53839"/>
                </a:moveTo>
                <a:cubicBezTo>
                  <a:pt x="71985" y="54412"/>
                  <a:pt x="73802" y="55333"/>
                  <a:pt x="75794" y="56503"/>
                </a:cubicBezTo>
                <a:cubicBezTo>
                  <a:pt x="75794" y="56528"/>
                  <a:pt x="75769" y="56528"/>
                  <a:pt x="75769" y="56577"/>
                </a:cubicBezTo>
                <a:cubicBezTo>
                  <a:pt x="73777" y="55408"/>
                  <a:pt x="71935" y="54487"/>
                  <a:pt x="70392" y="53889"/>
                </a:cubicBezTo>
                <a:cubicBezTo>
                  <a:pt x="70392" y="53864"/>
                  <a:pt x="70392" y="53839"/>
                  <a:pt x="70417" y="53839"/>
                </a:cubicBezTo>
                <a:close/>
                <a:moveTo>
                  <a:pt x="65912" y="54163"/>
                </a:moveTo>
                <a:cubicBezTo>
                  <a:pt x="65837" y="54760"/>
                  <a:pt x="66086" y="55582"/>
                  <a:pt x="66659" y="56602"/>
                </a:cubicBezTo>
                <a:lnTo>
                  <a:pt x="66584" y="56652"/>
                </a:lnTo>
                <a:cubicBezTo>
                  <a:pt x="66061" y="55657"/>
                  <a:pt x="65787" y="54860"/>
                  <a:pt x="65812" y="54263"/>
                </a:cubicBezTo>
                <a:lnTo>
                  <a:pt x="65912" y="54163"/>
                </a:lnTo>
                <a:close/>
                <a:moveTo>
                  <a:pt x="69048" y="53615"/>
                </a:moveTo>
                <a:cubicBezTo>
                  <a:pt x="69073" y="53615"/>
                  <a:pt x="69073" y="53615"/>
                  <a:pt x="69098" y="53640"/>
                </a:cubicBezTo>
                <a:cubicBezTo>
                  <a:pt x="68426" y="54661"/>
                  <a:pt x="67679" y="55657"/>
                  <a:pt x="66907" y="56652"/>
                </a:cubicBezTo>
                <a:cubicBezTo>
                  <a:pt x="66907" y="56627"/>
                  <a:pt x="66858" y="56627"/>
                  <a:pt x="66858" y="56602"/>
                </a:cubicBezTo>
                <a:cubicBezTo>
                  <a:pt x="67654" y="55607"/>
                  <a:pt x="68351" y="54611"/>
                  <a:pt x="69048" y="53615"/>
                </a:cubicBezTo>
                <a:close/>
                <a:moveTo>
                  <a:pt x="75918" y="56577"/>
                </a:moveTo>
                <a:cubicBezTo>
                  <a:pt x="75968" y="56602"/>
                  <a:pt x="75968" y="56602"/>
                  <a:pt x="75993" y="56602"/>
                </a:cubicBezTo>
                <a:cubicBezTo>
                  <a:pt x="75993" y="56627"/>
                  <a:pt x="75943" y="56627"/>
                  <a:pt x="75943" y="56652"/>
                </a:cubicBezTo>
                <a:lnTo>
                  <a:pt x="75918" y="56652"/>
                </a:lnTo>
                <a:cubicBezTo>
                  <a:pt x="75918" y="56652"/>
                  <a:pt x="75893" y="56652"/>
                  <a:pt x="75893" y="56627"/>
                </a:cubicBezTo>
                <a:cubicBezTo>
                  <a:pt x="75893" y="56602"/>
                  <a:pt x="75918" y="56602"/>
                  <a:pt x="75918" y="56577"/>
                </a:cubicBezTo>
                <a:close/>
                <a:moveTo>
                  <a:pt x="66758" y="56752"/>
                </a:moveTo>
                <a:cubicBezTo>
                  <a:pt x="66758" y="56777"/>
                  <a:pt x="66783" y="56777"/>
                  <a:pt x="66783" y="56826"/>
                </a:cubicBezTo>
                <a:lnTo>
                  <a:pt x="66708" y="56876"/>
                </a:lnTo>
                <a:cubicBezTo>
                  <a:pt x="66708" y="56876"/>
                  <a:pt x="66708" y="56851"/>
                  <a:pt x="66683" y="56826"/>
                </a:cubicBezTo>
                <a:lnTo>
                  <a:pt x="66758" y="56752"/>
                </a:lnTo>
                <a:close/>
                <a:moveTo>
                  <a:pt x="31861" y="53167"/>
                </a:moveTo>
                <a:cubicBezTo>
                  <a:pt x="32334" y="53541"/>
                  <a:pt x="32782" y="53889"/>
                  <a:pt x="33230" y="54263"/>
                </a:cubicBezTo>
                <a:cubicBezTo>
                  <a:pt x="32807" y="55208"/>
                  <a:pt x="32408" y="56105"/>
                  <a:pt x="32060" y="57001"/>
                </a:cubicBezTo>
                <a:cubicBezTo>
                  <a:pt x="31288" y="56627"/>
                  <a:pt x="30492" y="56279"/>
                  <a:pt x="29695" y="56005"/>
                </a:cubicBezTo>
                <a:cubicBezTo>
                  <a:pt x="30417" y="55084"/>
                  <a:pt x="31164" y="54113"/>
                  <a:pt x="31861" y="53167"/>
                </a:cubicBezTo>
                <a:close/>
                <a:moveTo>
                  <a:pt x="69272" y="53665"/>
                </a:moveTo>
                <a:cubicBezTo>
                  <a:pt x="69421" y="53740"/>
                  <a:pt x="69621" y="53765"/>
                  <a:pt x="69770" y="53839"/>
                </a:cubicBezTo>
                <a:cubicBezTo>
                  <a:pt x="68899" y="54885"/>
                  <a:pt x="68028" y="55955"/>
                  <a:pt x="67082" y="57001"/>
                </a:cubicBezTo>
                <a:cubicBezTo>
                  <a:pt x="67082" y="56976"/>
                  <a:pt x="67057" y="56876"/>
                  <a:pt x="67007" y="56826"/>
                </a:cubicBezTo>
                <a:cubicBezTo>
                  <a:pt x="67804" y="55781"/>
                  <a:pt x="68575" y="54736"/>
                  <a:pt x="69272" y="53665"/>
                </a:cubicBezTo>
                <a:close/>
                <a:moveTo>
                  <a:pt x="33404" y="54387"/>
                </a:moveTo>
                <a:cubicBezTo>
                  <a:pt x="33429" y="54387"/>
                  <a:pt x="33429" y="54412"/>
                  <a:pt x="33454" y="54412"/>
                </a:cubicBezTo>
                <a:cubicBezTo>
                  <a:pt x="33031" y="55333"/>
                  <a:pt x="32608" y="56229"/>
                  <a:pt x="32309" y="57125"/>
                </a:cubicBezTo>
                <a:cubicBezTo>
                  <a:pt x="32284" y="57125"/>
                  <a:pt x="32284" y="57100"/>
                  <a:pt x="32234" y="57100"/>
                </a:cubicBezTo>
                <a:cubicBezTo>
                  <a:pt x="32558" y="56204"/>
                  <a:pt x="32956" y="55283"/>
                  <a:pt x="33404" y="54387"/>
                </a:cubicBezTo>
                <a:close/>
                <a:moveTo>
                  <a:pt x="70019" y="53889"/>
                </a:moveTo>
                <a:cubicBezTo>
                  <a:pt x="69148" y="55034"/>
                  <a:pt x="68252" y="56154"/>
                  <a:pt x="67256" y="57225"/>
                </a:cubicBezTo>
                <a:cubicBezTo>
                  <a:pt x="67331" y="57075"/>
                  <a:pt x="67430" y="56951"/>
                  <a:pt x="67555" y="56801"/>
                </a:cubicBezTo>
                <a:cubicBezTo>
                  <a:pt x="67704" y="56652"/>
                  <a:pt x="67828" y="56503"/>
                  <a:pt x="68003" y="56329"/>
                </a:cubicBezTo>
                <a:cubicBezTo>
                  <a:pt x="68351" y="55905"/>
                  <a:pt x="68700" y="55482"/>
                  <a:pt x="69048" y="55084"/>
                </a:cubicBezTo>
                <a:cubicBezTo>
                  <a:pt x="69148" y="54984"/>
                  <a:pt x="69197" y="54885"/>
                  <a:pt x="69297" y="54760"/>
                </a:cubicBezTo>
                <a:cubicBezTo>
                  <a:pt x="69546" y="54487"/>
                  <a:pt x="69770" y="54188"/>
                  <a:pt x="69969" y="53889"/>
                </a:cubicBezTo>
                <a:close/>
                <a:moveTo>
                  <a:pt x="29596" y="56154"/>
                </a:moveTo>
                <a:cubicBezTo>
                  <a:pt x="30392" y="56478"/>
                  <a:pt x="31214" y="56826"/>
                  <a:pt x="32035" y="57200"/>
                </a:cubicBezTo>
                <a:cubicBezTo>
                  <a:pt x="31985" y="57225"/>
                  <a:pt x="31985" y="57225"/>
                  <a:pt x="31985" y="57250"/>
                </a:cubicBezTo>
                <a:cubicBezTo>
                  <a:pt x="31189" y="56876"/>
                  <a:pt x="30367" y="56528"/>
                  <a:pt x="29571" y="56229"/>
                </a:cubicBezTo>
                <a:cubicBezTo>
                  <a:pt x="29571" y="56204"/>
                  <a:pt x="29596" y="56204"/>
                  <a:pt x="29596" y="56154"/>
                </a:cubicBezTo>
                <a:close/>
                <a:moveTo>
                  <a:pt x="66883" y="57001"/>
                </a:moveTo>
                <a:cubicBezTo>
                  <a:pt x="66907" y="57075"/>
                  <a:pt x="66932" y="57125"/>
                  <a:pt x="67007" y="57200"/>
                </a:cubicBezTo>
                <a:cubicBezTo>
                  <a:pt x="66957" y="57200"/>
                  <a:pt x="66957" y="57225"/>
                  <a:pt x="66932" y="57250"/>
                </a:cubicBezTo>
                <a:cubicBezTo>
                  <a:pt x="66907" y="57200"/>
                  <a:pt x="66883" y="57125"/>
                  <a:pt x="66808" y="57075"/>
                </a:cubicBezTo>
                <a:lnTo>
                  <a:pt x="66883" y="57001"/>
                </a:lnTo>
                <a:close/>
                <a:moveTo>
                  <a:pt x="32184" y="57250"/>
                </a:moveTo>
                <a:cubicBezTo>
                  <a:pt x="32209" y="57250"/>
                  <a:pt x="32209" y="57274"/>
                  <a:pt x="32234" y="57274"/>
                </a:cubicBezTo>
                <a:cubicBezTo>
                  <a:pt x="32234" y="57324"/>
                  <a:pt x="32234" y="57324"/>
                  <a:pt x="32209" y="57349"/>
                </a:cubicBezTo>
                <a:cubicBezTo>
                  <a:pt x="32184" y="57349"/>
                  <a:pt x="32184" y="57349"/>
                  <a:pt x="32159" y="57324"/>
                </a:cubicBezTo>
                <a:cubicBezTo>
                  <a:pt x="32159" y="57274"/>
                  <a:pt x="32159" y="57274"/>
                  <a:pt x="32184" y="57250"/>
                </a:cubicBezTo>
                <a:close/>
                <a:moveTo>
                  <a:pt x="77436" y="53864"/>
                </a:moveTo>
                <a:cubicBezTo>
                  <a:pt x="78009" y="54412"/>
                  <a:pt x="78606" y="54960"/>
                  <a:pt x="79229" y="55482"/>
                </a:cubicBezTo>
                <a:cubicBezTo>
                  <a:pt x="78706" y="56129"/>
                  <a:pt x="78208" y="56777"/>
                  <a:pt x="77685" y="57449"/>
                </a:cubicBezTo>
                <a:cubicBezTo>
                  <a:pt x="77188" y="57125"/>
                  <a:pt x="76739" y="56851"/>
                  <a:pt x="76267" y="56577"/>
                </a:cubicBezTo>
                <a:cubicBezTo>
                  <a:pt x="76739" y="55657"/>
                  <a:pt x="77113" y="54760"/>
                  <a:pt x="77436" y="53864"/>
                </a:cubicBezTo>
                <a:close/>
                <a:moveTo>
                  <a:pt x="67082" y="57349"/>
                </a:moveTo>
                <a:cubicBezTo>
                  <a:pt x="67082" y="57374"/>
                  <a:pt x="67107" y="57374"/>
                  <a:pt x="67107" y="57399"/>
                </a:cubicBezTo>
                <a:lnTo>
                  <a:pt x="67057" y="57474"/>
                </a:lnTo>
                <a:lnTo>
                  <a:pt x="67057" y="57449"/>
                </a:lnTo>
                <a:cubicBezTo>
                  <a:pt x="67057" y="57449"/>
                  <a:pt x="67057" y="57399"/>
                  <a:pt x="67032" y="57399"/>
                </a:cubicBezTo>
                <a:lnTo>
                  <a:pt x="67082" y="57349"/>
                </a:lnTo>
                <a:close/>
                <a:moveTo>
                  <a:pt x="17548" y="36938"/>
                </a:moveTo>
                <a:cubicBezTo>
                  <a:pt x="17573" y="37561"/>
                  <a:pt x="17897" y="38332"/>
                  <a:pt x="18395" y="39228"/>
                </a:cubicBezTo>
                <a:cubicBezTo>
                  <a:pt x="14039" y="44754"/>
                  <a:pt x="10305" y="50405"/>
                  <a:pt x="7418" y="56005"/>
                </a:cubicBezTo>
                <a:cubicBezTo>
                  <a:pt x="6696" y="56478"/>
                  <a:pt x="6049" y="56976"/>
                  <a:pt x="5526" y="57523"/>
                </a:cubicBezTo>
                <a:cubicBezTo>
                  <a:pt x="7219" y="53167"/>
                  <a:pt x="9558" y="48662"/>
                  <a:pt x="12421" y="44207"/>
                </a:cubicBezTo>
                <a:cubicBezTo>
                  <a:pt x="12769" y="43684"/>
                  <a:pt x="13118" y="43186"/>
                  <a:pt x="13416" y="42663"/>
                </a:cubicBezTo>
                <a:cubicBezTo>
                  <a:pt x="14686" y="40722"/>
                  <a:pt x="16105" y="38830"/>
                  <a:pt x="17548" y="36938"/>
                </a:cubicBezTo>
                <a:close/>
                <a:moveTo>
                  <a:pt x="114748" y="54288"/>
                </a:moveTo>
                <a:cubicBezTo>
                  <a:pt x="114748" y="54462"/>
                  <a:pt x="114723" y="54586"/>
                  <a:pt x="114698" y="54736"/>
                </a:cubicBezTo>
                <a:cubicBezTo>
                  <a:pt x="114450" y="55532"/>
                  <a:pt x="114201" y="56353"/>
                  <a:pt x="113927" y="57200"/>
                </a:cubicBezTo>
                <a:cubicBezTo>
                  <a:pt x="113852" y="57324"/>
                  <a:pt x="113802" y="57449"/>
                  <a:pt x="113728" y="57523"/>
                </a:cubicBezTo>
                <a:cubicBezTo>
                  <a:pt x="114101" y="56453"/>
                  <a:pt x="114450" y="55383"/>
                  <a:pt x="114748" y="54288"/>
                </a:cubicBezTo>
                <a:close/>
                <a:moveTo>
                  <a:pt x="79328" y="55607"/>
                </a:moveTo>
                <a:cubicBezTo>
                  <a:pt x="79353" y="55607"/>
                  <a:pt x="79353" y="55632"/>
                  <a:pt x="79378" y="55632"/>
                </a:cubicBezTo>
                <a:cubicBezTo>
                  <a:pt x="78905" y="56279"/>
                  <a:pt x="78407" y="56901"/>
                  <a:pt x="77884" y="57573"/>
                </a:cubicBezTo>
                <a:cubicBezTo>
                  <a:pt x="77860" y="57573"/>
                  <a:pt x="77860" y="57523"/>
                  <a:pt x="77835" y="57523"/>
                </a:cubicBezTo>
                <a:cubicBezTo>
                  <a:pt x="78333" y="56876"/>
                  <a:pt x="78830" y="56254"/>
                  <a:pt x="79328" y="55607"/>
                </a:cubicBezTo>
                <a:close/>
                <a:moveTo>
                  <a:pt x="114823" y="55283"/>
                </a:moveTo>
                <a:lnTo>
                  <a:pt x="114823" y="55283"/>
                </a:lnTo>
                <a:cubicBezTo>
                  <a:pt x="114848" y="55358"/>
                  <a:pt x="114823" y="55457"/>
                  <a:pt x="114798" y="55507"/>
                </a:cubicBezTo>
                <a:cubicBezTo>
                  <a:pt x="114798" y="55557"/>
                  <a:pt x="114748" y="55607"/>
                  <a:pt x="114748" y="55657"/>
                </a:cubicBezTo>
                <a:cubicBezTo>
                  <a:pt x="114748" y="55706"/>
                  <a:pt x="114748" y="55731"/>
                  <a:pt x="114723" y="55756"/>
                </a:cubicBezTo>
                <a:cubicBezTo>
                  <a:pt x="114574" y="56154"/>
                  <a:pt x="114425" y="56602"/>
                  <a:pt x="114250" y="57075"/>
                </a:cubicBezTo>
                <a:cubicBezTo>
                  <a:pt x="114250" y="57075"/>
                  <a:pt x="114250" y="57100"/>
                  <a:pt x="114225" y="57100"/>
                </a:cubicBezTo>
                <a:cubicBezTo>
                  <a:pt x="114201" y="57200"/>
                  <a:pt x="114126" y="57250"/>
                  <a:pt x="114101" y="57349"/>
                </a:cubicBezTo>
                <a:cubicBezTo>
                  <a:pt x="114076" y="57399"/>
                  <a:pt x="114051" y="57474"/>
                  <a:pt x="113977" y="57573"/>
                </a:cubicBezTo>
                <a:cubicBezTo>
                  <a:pt x="114051" y="57374"/>
                  <a:pt x="114101" y="57225"/>
                  <a:pt x="114176" y="57026"/>
                </a:cubicBezTo>
                <a:cubicBezTo>
                  <a:pt x="114250" y="56826"/>
                  <a:pt x="114375" y="56577"/>
                  <a:pt x="114450" y="56353"/>
                </a:cubicBezTo>
                <a:lnTo>
                  <a:pt x="114624" y="55781"/>
                </a:lnTo>
                <a:lnTo>
                  <a:pt x="114624" y="55756"/>
                </a:lnTo>
                <a:lnTo>
                  <a:pt x="114823" y="55283"/>
                </a:lnTo>
                <a:close/>
                <a:moveTo>
                  <a:pt x="76167" y="56727"/>
                </a:moveTo>
                <a:cubicBezTo>
                  <a:pt x="76640" y="57001"/>
                  <a:pt x="77113" y="57274"/>
                  <a:pt x="77586" y="57598"/>
                </a:cubicBezTo>
                <a:cubicBezTo>
                  <a:pt x="77586" y="57623"/>
                  <a:pt x="77536" y="57623"/>
                  <a:pt x="77536" y="57648"/>
                </a:cubicBezTo>
                <a:cubicBezTo>
                  <a:pt x="77063" y="57349"/>
                  <a:pt x="76615" y="57075"/>
                  <a:pt x="76142" y="56826"/>
                </a:cubicBezTo>
                <a:cubicBezTo>
                  <a:pt x="76142" y="56752"/>
                  <a:pt x="76167" y="56727"/>
                  <a:pt x="76167" y="56727"/>
                </a:cubicBezTo>
                <a:close/>
                <a:moveTo>
                  <a:pt x="77735" y="57698"/>
                </a:moveTo>
                <a:cubicBezTo>
                  <a:pt x="77735" y="57698"/>
                  <a:pt x="77760" y="57698"/>
                  <a:pt x="77785" y="57722"/>
                </a:cubicBezTo>
                <a:cubicBezTo>
                  <a:pt x="77785" y="57747"/>
                  <a:pt x="77760" y="57747"/>
                  <a:pt x="77760" y="57772"/>
                </a:cubicBezTo>
                <a:cubicBezTo>
                  <a:pt x="77735" y="57772"/>
                  <a:pt x="77735" y="57747"/>
                  <a:pt x="77685" y="57747"/>
                </a:cubicBezTo>
                <a:cubicBezTo>
                  <a:pt x="77685" y="57722"/>
                  <a:pt x="77735" y="57722"/>
                  <a:pt x="77735" y="57698"/>
                </a:cubicBezTo>
                <a:close/>
                <a:moveTo>
                  <a:pt x="6347" y="55109"/>
                </a:moveTo>
                <a:lnTo>
                  <a:pt x="6347" y="55109"/>
                </a:lnTo>
                <a:cubicBezTo>
                  <a:pt x="5949" y="56030"/>
                  <a:pt x="5551" y="56976"/>
                  <a:pt x="5202" y="57897"/>
                </a:cubicBezTo>
                <a:cubicBezTo>
                  <a:pt x="5178" y="57971"/>
                  <a:pt x="5103" y="57996"/>
                  <a:pt x="5078" y="58071"/>
                </a:cubicBezTo>
                <a:cubicBezTo>
                  <a:pt x="5103" y="57996"/>
                  <a:pt x="5103" y="57971"/>
                  <a:pt x="5128" y="57897"/>
                </a:cubicBezTo>
                <a:cubicBezTo>
                  <a:pt x="5800" y="56229"/>
                  <a:pt x="6323" y="55134"/>
                  <a:pt x="6347" y="55109"/>
                </a:cubicBezTo>
                <a:close/>
                <a:moveTo>
                  <a:pt x="7268" y="56353"/>
                </a:moveTo>
                <a:cubicBezTo>
                  <a:pt x="7219" y="56403"/>
                  <a:pt x="7219" y="56453"/>
                  <a:pt x="7194" y="56478"/>
                </a:cubicBezTo>
                <a:cubicBezTo>
                  <a:pt x="6447" y="57001"/>
                  <a:pt x="5800" y="57573"/>
                  <a:pt x="5277" y="58220"/>
                </a:cubicBezTo>
                <a:cubicBezTo>
                  <a:pt x="5302" y="58146"/>
                  <a:pt x="5302" y="58096"/>
                  <a:pt x="5327" y="58021"/>
                </a:cubicBezTo>
                <a:cubicBezTo>
                  <a:pt x="5850" y="57399"/>
                  <a:pt x="6522" y="56851"/>
                  <a:pt x="7268" y="56353"/>
                </a:cubicBezTo>
                <a:close/>
                <a:moveTo>
                  <a:pt x="113603" y="58096"/>
                </a:moveTo>
                <a:lnTo>
                  <a:pt x="113603" y="58096"/>
                </a:lnTo>
                <a:cubicBezTo>
                  <a:pt x="113578" y="58146"/>
                  <a:pt x="113578" y="58220"/>
                  <a:pt x="113553" y="58245"/>
                </a:cubicBezTo>
                <a:cubicBezTo>
                  <a:pt x="113553" y="58270"/>
                  <a:pt x="113553" y="58270"/>
                  <a:pt x="113504" y="58320"/>
                </a:cubicBezTo>
                <a:cubicBezTo>
                  <a:pt x="113479" y="58370"/>
                  <a:pt x="113429" y="58444"/>
                  <a:pt x="113379" y="58494"/>
                </a:cubicBezTo>
                <a:cubicBezTo>
                  <a:pt x="113429" y="58444"/>
                  <a:pt x="113454" y="58345"/>
                  <a:pt x="113454" y="58270"/>
                </a:cubicBezTo>
                <a:cubicBezTo>
                  <a:pt x="113504" y="58220"/>
                  <a:pt x="113553" y="58146"/>
                  <a:pt x="113603" y="58096"/>
                </a:cubicBezTo>
                <a:close/>
                <a:moveTo>
                  <a:pt x="6273" y="54835"/>
                </a:moveTo>
                <a:lnTo>
                  <a:pt x="6273" y="54835"/>
                </a:lnTo>
                <a:cubicBezTo>
                  <a:pt x="6074" y="55258"/>
                  <a:pt x="5850" y="55706"/>
                  <a:pt x="5700" y="56154"/>
                </a:cubicBezTo>
                <a:cubicBezTo>
                  <a:pt x="5650" y="56329"/>
                  <a:pt x="5576" y="56453"/>
                  <a:pt x="5551" y="56602"/>
                </a:cubicBezTo>
                <a:cubicBezTo>
                  <a:pt x="5451" y="56851"/>
                  <a:pt x="5327" y="57125"/>
                  <a:pt x="5227" y="57374"/>
                </a:cubicBezTo>
                <a:cubicBezTo>
                  <a:pt x="5202" y="57474"/>
                  <a:pt x="5178" y="57523"/>
                  <a:pt x="5153" y="57623"/>
                </a:cubicBezTo>
                <a:cubicBezTo>
                  <a:pt x="5028" y="57971"/>
                  <a:pt x="4854" y="58320"/>
                  <a:pt x="4705" y="58693"/>
                </a:cubicBezTo>
                <a:cubicBezTo>
                  <a:pt x="4705" y="58716"/>
                  <a:pt x="4685" y="58718"/>
                  <a:pt x="4680" y="58736"/>
                </a:cubicBezTo>
                <a:lnTo>
                  <a:pt x="4680" y="58736"/>
                </a:lnTo>
                <a:cubicBezTo>
                  <a:pt x="4731" y="58266"/>
                  <a:pt x="4905" y="57870"/>
                  <a:pt x="5078" y="57474"/>
                </a:cubicBezTo>
                <a:cubicBezTo>
                  <a:pt x="5277" y="56976"/>
                  <a:pt x="5476" y="56478"/>
                  <a:pt x="5675" y="56030"/>
                </a:cubicBezTo>
                <a:cubicBezTo>
                  <a:pt x="5725" y="55881"/>
                  <a:pt x="5800" y="55731"/>
                  <a:pt x="5899" y="55582"/>
                </a:cubicBezTo>
                <a:cubicBezTo>
                  <a:pt x="5949" y="55408"/>
                  <a:pt x="6049" y="55233"/>
                  <a:pt x="6148" y="55034"/>
                </a:cubicBezTo>
                <a:cubicBezTo>
                  <a:pt x="6173" y="54960"/>
                  <a:pt x="6198" y="54885"/>
                  <a:pt x="6273" y="54835"/>
                </a:cubicBezTo>
                <a:close/>
                <a:moveTo>
                  <a:pt x="5028" y="58444"/>
                </a:moveTo>
                <a:cubicBezTo>
                  <a:pt x="4978" y="58494"/>
                  <a:pt x="4953" y="58594"/>
                  <a:pt x="4953" y="58643"/>
                </a:cubicBezTo>
                <a:cubicBezTo>
                  <a:pt x="4854" y="58718"/>
                  <a:pt x="4829" y="58768"/>
                  <a:pt x="4804" y="58843"/>
                </a:cubicBezTo>
                <a:cubicBezTo>
                  <a:pt x="4829" y="58768"/>
                  <a:pt x="4854" y="58693"/>
                  <a:pt x="4904" y="58619"/>
                </a:cubicBezTo>
                <a:cubicBezTo>
                  <a:pt x="4929" y="58569"/>
                  <a:pt x="4978" y="58494"/>
                  <a:pt x="5028" y="58444"/>
                </a:cubicBezTo>
                <a:close/>
                <a:moveTo>
                  <a:pt x="38507" y="46795"/>
                </a:moveTo>
                <a:cubicBezTo>
                  <a:pt x="41021" y="48861"/>
                  <a:pt x="43435" y="51002"/>
                  <a:pt x="45601" y="53143"/>
                </a:cubicBezTo>
                <a:cubicBezTo>
                  <a:pt x="43858" y="55034"/>
                  <a:pt x="42166" y="56976"/>
                  <a:pt x="40622" y="58942"/>
                </a:cubicBezTo>
                <a:cubicBezTo>
                  <a:pt x="38407" y="57523"/>
                  <a:pt x="36092" y="55881"/>
                  <a:pt x="33802" y="54113"/>
                </a:cubicBezTo>
                <a:cubicBezTo>
                  <a:pt x="35022" y="51674"/>
                  <a:pt x="36590" y="49185"/>
                  <a:pt x="38507" y="46795"/>
                </a:cubicBezTo>
                <a:close/>
                <a:moveTo>
                  <a:pt x="45675" y="53292"/>
                </a:moveTo>
                <a:lnTo>
                  <a:pt x="45725" y="53342"/>
                </a:lnTo>
                <a:cubicBezTo>
                  <a:pt x="44033" y="55208"/>
                  <a:pt x="42390" y="57125"/>
                  <a:pt x="40797" y="59091"/>
                </a:cubicBezTo>
                <a:cubicBezTo>
                  <a:pt x="40772" y="59091"/>
                  <a:pt x="40772" y="59067"/>
                  <a:pt x="40747" y="59067"/>
                </a:cubicBezTo>
                <a:cubicBezTo>
                  <a:pt x="42290" y="57100"/>
                  <a:pt x="43933" y="55159"/>
                  <a:pt x="45675" y="53292"/>
                </a:cubicBezTo>
                <a:close/>
                <a:moveTo>
                  <a:pt x="33728" y="54337"/>
                </a:moveTo>
                <a:cubicBezTo>
                  <a:pt x="36018" y="56105"/>
                  <a:pt x="38308" y="57722"/>
                  <a:pt x="40523" y="59116"/>
                </a:cubicBezTo>
                <a:cubicBezTo>
                  <a:pt x="40448" y="59116"/>
                  <a:pt x="40448" y="59116"/>
                  <a:pt x="40448" y="59141"/>
                </a:cubicBezTo>
                <a:cubicBezTo>
                  <a:pt x="38283" y="57747"/>
                  <a:pt x="35968" y="56129"/>
                  <a:pt x="33703" y="54387"/>
                </a:cubicBezTo>
                <a:cubicBezTo>
                  <a:pt x="33703" y="54362"/>
                  <a:pt x="33728" y="54362"/>
                  <a:pt x="33728" y="54337"/>
                </a:cubicBezTo>
                <a:close/>
                <a:moveTo>
                  <a:pt x="55731" y="45526"/>
                </a:moveTo>
                <a:cubicBezTo>
                  <a:pt x="55806" y="45576"/>
                  <a:pt x="55856" y="45675"/>
                  <a:pt x="55955" y="45725"/>
                </a:cubicBezTo>
                <a:lnTo>
                  <a:pt x="56379" y="46173"/>
                </a:lnTo>
                <a:lnTo>
                  <a:pt x="56677" y="46447"/>
                </a:lnTo>
                <a:lnTo>
                  <a:pt x="57075" y="46870"/>
                </a:lnTo>
                <a:cubicBezTo>
                  <a:pt x="57175" y="46945"/>
                  <a:pt x="57250" y="47019"/>
                  <a:pt x="57349" y="47119"/>
                </a:cubicBezTo>
                <a:cubicBezTo>
                  <a:pt x="57474" y="47243"/>
                  <a:pt x="57623" y="47368"/>
                  <a:pt x="57748" y="47492"/>
                </a:cubicBezTo>
                <a:cubicBezTo>
                  <a:pt x="57822" y="47542"/>
                  <a:pt x="57922" y="47617"/>
                  <a:pt x="57972" y="47667"/>
                </a:cubicBezTo>
                <a:cubicBezTo>
                  <a:pt x="58121" y="47791"/>
                  <a:pt x="58295" y="47940"/>
                  <a:pt x="58420" y="48065"/>
                </a:cubicBezTo>
                <a:cubicBezTo>
                  <a:pt x="58469" y="48115"/>
                  <a:pt x="58494" y="48164"/>
                  <a:pt x="58569" y="48189"/>
                </a:cubicBezTo>
                <a:cubicBezTo>
                  <a:pt x="58743" y="48363"/>
                  <a:pt x="58917" y="48513"/>
                  <a:pt x="59092" y="48637"/>
                </a:cubicBezTo>
                <a:cubicBezTo>
                  <a:pt x="59117" y="48637"/>
                  <a:pt x="59117" y="48662"/>
                  <a:pt x="59166" y="48662"/>
                </a:cubicBezTo>
                <a:cubicBezTo>
                  <a:pt x="59789" y="49160"/>
                  <a:pt x="60361" y="49633"/>
                  <a:pt x="60934" y="50006"/>
                </a:cubicBezTo>
                <a:cubicBezTo>
                  <a:pt x="60734" y="50156"/>
                  <a:pt x="60585" y="50305"/>
                  <a:pt x="60411" y="50429"/>
                </a:cubicBezTo>
                <a:cubicBezTo>
                  <a:pt x="60286" y="50529"/>
                  <a:pt x="60162" y="50653"/>
                  <a:pt x="60038" y="50753"/>
                </a:cubicBezTo>
                <a:cubicBezTo>
                  <a:pt x="59963" y="50803"/>
                  <a:pt x="59913" y="50853"/>
                  <a:pt x="59863" y="50902"/>
                </a:cubicBezTo>
                <a:cubicBezTo>
                  <a:pt x="59465" y="51251"/>
                  <a:pt x="59092" y="51599"/>
                  <a:pt x="58693" y="51923"/>
                </a:cubicBezTo>
                <a:cubicBezTo>
                  <a:pt x="58569" y="52022"/>
                  <a:pt x="58469" y="52122"/>
                  <a:pt x="58345" y="52246"/>
                </a:cubicBezTo>
                <a:cubicBezTo>
                  <a:pt x="58320" y="52271"/>
                  <a:pt x="58295" y="52271"/>
                  <a:pt x="58295" y="52296"/>
                </a:cubicBezTo>
                <a:lnTo>
                  <a:pt x="58245" y="52346"/>
                </a:lnTo>
                <a:cubicBezTo>
                  <a:pt x="57772" y="52769"/>
                  <a:pt x="57324" y="53167"/>
                  <a:pt x="56851" y="53615"/>
                </a:cubicBezTo>
                <a:cubicBezTo>
                  <a:pt x="56802" y="53665"/>
                  <a:pt x="56727" y="53740"/>
                  <a:pt x="56677" y="53765"/>
                </a:cubicBezTo>
                <a:cubicBezTo>
                  <a:pt x="56130" y="54263"/>
                  <a:pt x="55607" y="54760"/>
                  <a:pt x="55084" y="55283"/>
                </a:cubicBezTo>
                <a:lnTo>
                  <a:pt x="54935" y="55457"/>
                </a:lnTo>
                <a:lnTo>
                  <a:pt x="54835" y="55532"/>
                </a:lnTo>
                <a:lnTo>
                  <a:pt x="54810" y="55582"/>
                </a:lnTo>
                <a:lnTo>
                  <a:pt x="53516" y="56851"/>
                </a:lnTo>
                <a:cubicBezTo>
                  <a:pt x="53392" y="56976"/>
                  <a:pt x="53267" y="57100"/>
                  <a:pt x="53143" y="57250"/>
                </a:cubicBezTo>
                <a:cubicBezTo>
                  <a:pt x="52769" y="57648"/>
                  <a:pt x="52396" y="58071"/>
                  <a:pt x="52023" y="58444"/>
                </a:cubicBezTo>
                <a:cubicBezTo>
                  <a:pt x="51973" y="58494"/>
                  <a:pt x="51948" y="58569"/>
                  <a:pt x="51873" y="58619"/>
                </a:cubicBezTo>
                <a:cubicBezTo>
                  <a:pt x="51823" y="58693"/>
                  <a:pt x="51749" y="58743"/>
                  <a:pt x="51724" y="58818"/>
                </a:cubicBezTo>
                <a:cubicBezTo>
                  <a:pt x="51599" y="58942"/>
                  <a:pt x="51475" y="59067"/>
                  <a:pt x="51351" y="59216"/>
                </a:cubicBezTo>
                <a:cubicBezTo>
                  <a:pt x="50355" y="57722"/>
                  <a:pt x="48886" y="55905"/>
                  <a:pt x="46970" y="53889"/>
                </a:cubicBezTo>
                <a:cubicBezTo>
                  <a:pt x="47343" y="53416"/>
                  <a:pt x="47716" y="52968"/>
                  <a:pt x="48115" y="52520"/>
                </a:cubicBezTo>
                <a:lnTo>
                  <a:pt x="48140" y="52495"/>
                </a:lnTo>
                <a:cubicBezTo>
                  <a:pt x="48513" y="52097"/>
                  <a:pt x="48886" y="51649"/>
                  <a:pt x="49260" y="51251"/>
                </a:cubicBezTo>
                <a:lnTo>
                  <a:pt x="49285" y="51226"/>
                </a:lnTo>
                <a:cubicBezTo>
                  <a:pt x="49384" y="51126"/>
                  <a:pt x="49484" y="51002"/>
                  <a:pt x="49583" y="50902"/>
                </a:cubicBezTo>
                <a:cubicBezTo>
                  <a:pt x="49882" y="50604"/>
                  <a:pt x="50156" y="50280"/>
                  <a:pt x="50479" y="49981"/>
                </a:cubicBezTo>
                <a:cubicBezTo>
                  <a:pt x="50629" y="49807"/>
                  <a:pt x="50828" y="49633"/>
                  <a:pt x="51002" y="49484"/>
                </a:cubicBezTo>
                <a:cubicBezTo>
                  <a:pt x="51251" y="49235"/>
                  <a:pt x="51500" y="49011"/>
                  <a:pt x="51774" y="48762"/>
                </a:cubicBezTo>
                <a:lnTo>
                  <a:pt x="52819" y="47816"/>
                </a:lnTo>
                <a:cubicBezTo>
                  <a:pt x="52869" y="47766"/>
                  <a:pt x="52944" y="47741"/>
                  <a:pt x="52993" y="47667"/>
                </a:cubicBezTo>
                <a:cubicBezTo>
                  <a:pt x="53018" y="47642"/>
                  <a:pt x="53093" y="47617"/>
                  <a:pt x="53118" y="47567"/>
                </a:cubicBezTo>
                <a:cubicBezTo>
                  <a:pt x="53242" y="47492"/>
                  <a:pt x="53367" y="47393"/>
                  <a:pt x="53466" y="47293"/>
                </a:cubicBezTo>
                <a:lnTo>
                  <a:pt x="53516" y="47243"/>
                </a:lnTo>
                <a:cubicBezTo>
                  <a:pt x="53641" y="47144"/>
                  <a:pt x="53765" y="47019"/>
                  <a:pt x="53939" y="46920"/>
                </a:cubicBezTo>
                <a:lnTo>
                  <a:pt x="54313" y="46646"/>
                </a:lnTo>
                <a:cubicBezTo>
                  <a:pt x="54337" y="46621"/>
                  <a:pt x="54362" y="46571"/>
                  <a:pt x="54387" y="46571"/>
                </a:cubicBezTo>
                <a:cubicBezTo>
                  <a:pt x="54561" y="46447"/>
                  <a:pt x="54736" y="46322"/>
                  <a:pt x="54885" y="46173"/>
                </a:cubicBezTo>
                <a:lnTo>
                  <a:pt x="55258" y="45899"/>
                </a:lnTo>
                <a:cubicBezTo>
                  <a:pt x="55383" y="45775"/>
                  <a:pt x="55557" y="45650"/>
                  <a:pt x="55731" y="45526"/>
                </a:cubicBezTo>
                <a:close/>
                <a:moveTo>
                  <a:pt x="40647" y="59191"/>
                </a:moveTo>
                <a:cubicBezTo>
                  <a:pt x="40672" y="59191"/>
                  <a:pt x="40672" y="59216"/>
                  <a:pt x="40697" y="59216"/>
                </a:cubicBezTo>
                <a:cubicBezTo>
                  <a:pt x="40697" y="59241"/>
                  <a:pt x="40672" y="59241"/>
                  <a:pt x="40672" y="59266"/>
                </a:cubicBezTo>
                <a:cubicBezTo>
                  <a:pt x="40647" y="59266"/>
                  <a:pt x="40622" y="59241"/>
                  <a:pt x="40622" y="59241"/>
                </a:cubicBezTo>
                <a:cubicBezTo>
                  <a:pt x="40622" y="59216"/>
                  <a:pt x="40647" y="59216"/>
                  <a:pt x="40647" y="59191"/>
                </a:cubicBezTo>
                <a:close/>
                <a:moveTo>
                  <a:pt x="84082" y="49185"/>
                </a:moveTo>
                <a:cubicBezTo>
                  <a:pt x="84132" y="49235"/>
                  <a:pt x="84182" y="49235"/>
                  <a:pt x="84232" y="49260"/>
                </a:cubicBezTo>
                <a:cubicBezTo>
                  <a:pt x="84306" y="49284"/>
                  <a:pt x="84331" y="49284"/>
                  <a:pt x="84381" y="49309"/>
                </a:cubicBezTo>
                <a:cubicBezTo>
                  <a:pt x="84431" y="49309"/>
                  <a:pt x="84456" y="49334"/>
                  <a:pt x="84481" y="49334"/>
                </a:cubicBezTo>
                <a:cubicBezTo>
                  <a:pt x="84705" y="49434"/>
                  <a:pt x="84929" y="49533"/>
                  <a:pt x="85178" y="49633"/>
                </a:cubicBezTo>
                <a:cubicBezTo>
                  <a:pt x="85227" y="49658"/>
                  <a:pt x="85252" y="49658"/>
                  <a:pt x="85327" y="49683"/>
                </a:cubicBezTo>
                <a:cubicBezTo>
                  <a:pt x="85601" y="49782"/>
                  <a:pt x="85850" y="49882"/>
                  <a:pt x="86123" y="49956"/>
                </a:cubicBezTo>
                <a:cubicBezTo>
                  <a:pt x="86173" y="49956"/>
                  <a:pt x="86198" y="50006"/>
                  <a:pt x="86248" y="50006"/>
                </a:cubicBezTo>
                <a:lnTo>
                  <a:pt x="86298" y="50006"/>
                </a:lnTo>
                <a:cubicBezTo>
                  <a:pt x="86497" y="50056"/>
                  <a:pt x="86721" y="50156"/>
                  <a:pt x="86970" y="50205"/>
                </a:cubicBezTo>
                <a:cubicBezTo>
                  <a:pt x="87617" y="52844"/>
                  <a:pt x="87244" y="56005"/>
                  <a:pt x="86074" y="59340"/>
                </a:cubicBezTo>
                <a:cubicBezTo>
                  <a:pt x="83809" y="58245"/>
                  <a:pt x="81693" y="56901"/>
                  <a:pt x="79826" y="55383"/>
                </a:cubicBezTo>
                <a:cubicBezTo>
                  <a:pt x="81344" y="53342"/>
                  <a:pt x="82763" y="51276"/>
                  <a:pt x="84082" y="49185"/>
                </a:cubicBezTo>
                <a:close/>
                <a:moveTo>
                  <a:pt x="46771" y="54014"/>
                </a:moveTo>
                <a:cubicBezTo>
                  <a:pt x="48737" y="56030"/>
                  <a:pt x="50206" y="57847"/>
                  <a:pt x="51151" y="59315"/>
                </a:cubicBezTo>
                <a:lnTo>
                  <a:pt x="51102" y="59365"/>
                </a:lnTo>
                <a:cubicBezTo>
                  <a:pt x="50156" y="57872"/>
                  <a:pt x="48712" y="56080"/>
                  <a:pt x="46746" y="54088"/>
                </a:cubicBezTo>
                <a:cubicBezTo>
                  <a:pt x="46746" y="54039"/>
                  <a:pt x="46771" y="54039"/>
                  <a:pt x="46771" y="54014"/>
                </a:cubicBezTo>
                <a:close/>
                <a:moveTo>
                  <a:pt x="60983" y="50156"/>
                </a:moveTo>
                <a:cubicBezTo>
                  <a:pt x="60983" y="50156"/>
                  <a:pt x="61033" y="50156"/>
                  <a:pt x="61033" y="50180"/>
                </a:cubicBezTo>
                <a:lnTo>
                  <a:pt x="61058" y="50180"/>
                </a:lnTo>
                <a:cubicBezTo>
                  <a:pt x="60934" y="50305"/>
                  <a:pt x="60784" y="50479"/>
                  <a:pt x="60585" y="50604"/>
                </a:cubicBezTo>
                <a:cubicBezTo>
                  <a:pt x="60486" y="50653"/>
                  <a:pt x="60436" y="50728"/>
                  <a:pt x="60386" y="50753"/>
                </a:cubicBezTo>
                <a:cubicBezTo>
                  <a:pt x="60262" y="50877"/>
                  <a:pt x="60137" y="50977"/>
                  <a:pt x="59988" y="51101"/>
                </a:cubicBezTo>
                <a:cubicBezTo>
                  <a:pt x="59589" y="51425"/>
                  <a:pt x="59216" y="51749"/>
                  <a:pt x="58843" y="52097"/>
                </a:cubicBezTo>
                <a:lnTo>
                  <a:pt x="58768" y="52147"/>
                </a:lnTo>
                <a:lnTo>
                  <a:pt x="58743" y="52147"/>
                </a:lnTo>
                <a:cubicBezTo>
                  <a:pt x="58693" y="52197"/>
                  <a:pt x="58619" y="52246"/>
                  <a:pt x="58594" y="52296"/>
                </a:cubicBezTo>
                <a:cubicBezTo>
                  <a:pt x="58519" y="52371"/>
                  <a:pt x="58445" y="52421"/>
                  <a:pt x="58370" y="52495"/>
                </a:cubicBezTo>
                <a:cubicBezTo>
                  <a:pt x="57847" y="52943"/>
                  <a:pt x="57349" y="53416"/>
                  <a:pt x="56851" y="53889"/>
                </a:cubicBezTo>
                <a:lnTo>
                  <a:pt x="56777" y="53939"/>
                </a:lnTo>
                <a:cubicBezTo>
                  <a:pt x="56254" y="54437"/>
                  <a:pt x="55756" y="54935"/>
                  <a:pt x="55234" y="55432"/>
                </a:cubicBezTo>
                <a:lnTo>
                  <a:pt x="54835" y="55856"/>
                </a:lnTo>
                <a:lnTo>
                  <a:pt x="54786" y="55881"/>
                </a:lnTo>
                <a:lnTo>
                  <a:pt x="54761" y="55905"/>
                </a:lnTo>
                <a:lnTo>
                  <a:pt x="53740" y="56951"/>
                </a:lnTo>
                <a:cubicBezTo>
                  <a:pt x="53541" y="57125"/>
                  <a:pt x="53392" y="57274"/>
                  <a:pt x="53242" y="57474"/>
                </a:cubicBezTo>
                <a:lnTo>
                  <a:pt x="53217" y="57498"/>
                </a:lnTo>
                <a:cubicBezTo>
                  <a:pt x="52894" y="57797"/>
                  <a:pt x="52595" y="58146"/>
                  <a:pt x="52272" y="58494"/>
                </a:cubicBezTo>
                <a:cubicBezTo>
                  <a:pt x="52147" y="58643"/>
                  <a:pt x="52023" y="58768"/>
                  <a:pt x="51873" y="58917"/>
                </a:cubicBezTo>
                <a:cubicBezTo>
                  <a:pt x="51848" y="58967"/>
                  <a:pt x="51799" y="58992"/>
                  <a:pt x="51799" y="59017"/>
                </a:cubicBezTo>
                <a:lnTo>
                  <a:pt x="51774" y="59042"/>
                </a:lnTo>
                <a:lnTo>
                  <a:pt x="51749" y="59091"/>
                </a:lnTo>
                <a:cubicBezTo>
                  <a:pt x="51649" y="59216"/>
                  <a:pt x="51525" y="59291"/>
                  <a:pt x="51425" y="59415"/>
                </a:cubicBezTo>
                <a:cubicBezTo>
                  <a:pt x="51425" y="59415"/>
                  <a:pt x="51425" y="59390"/>
                  <a:pt x="51400" y="59390"/>
                </a:cubicBezTo>
                <a:lnTo>
                  <a:pt x="51400" y="59365"/>
                </a:lnTo>
                <a:cubicBezTo>
                  <a:pt x="52097" y="58619"/>
                  <a:pt x="52769" y="57872"/>
                  <a:pt x="53466" y="57150"/>
                </a:cubicBezTo>
                <a:lnTo>
                  <a:pt x="53491" y="57125"/>
                </a:lnTo>
                <a:lnTo>
                  <a:pt x="53516" y="57100"/>
                </a:lnTo>
                <a:cubicBezTo>
                  <a:pt x="54238" y="56353"/>
                  <a:pt x="54985" y="55607"/>
                  <a:pt x="55731" y="54885"/>
                </a:cubicBezTo>
                <a:lnTo>
                  <a:pt x="56005" y="54611"/>
                </a:lnTo>
                <a:cubicBezTo>
                  <a:pt x="56752" y="53889"/>
                  <a:pt x="57524" y="53167"/>
                  <a:pt x="58320" y="52446"/>
                </a:cubicBezTo>
                <a:lnTo>
                  <a:pt x="58494" y="52271"/>
                </a:lnTo>
                <a:cubicBezTo>
                  <a:pt x="58967" y="51873"/>
                  <a:pt x="59440" y="51475"/>
                  <a:pt x="59938" y="51052"/>
                </a:cubicBezTo>
                <a:cubicBezTo>
                  <a:pt x="60062" y="50927"/>
                  <a:pt x="60212" y="50853"/>
                  <a:pt x="60336" y="50728"/>
                </a:cubicBezTo>
                <a:lnTo>
                  <a:pt x="60983" y="50156"/>
                </a:lnTo>
                <a:close/>
                <a:moveTo>
                  <a:pt x="87169" y="50280"/>
                </a:moveTo>
                <a:cubicBezTo>
                  <a:pt x="87194" y="50280"/>
                  <a:pt x="87194" y="50280"/>
                  <a:pt x="87219" y="50305"/>
                </a:cubicBezTo>
                <a:cubicBezTo>
                  <a:pt x="87841" y="52919"/>
                  <a:pt x="87468" y="56105"/>
                  <a:pt x="86298" y="59465"/>
                </a:cubicBezTo>
                <a:cubicBezTo>
                  <a:pt x="86248" y="59465"/>
                  <a:pt x="86248" y="59440"/>
                  <a:pt x="86223" y="59440"/>
                </a:cubicBezTo>
                <a:cubicBezTo>
                  <a:pt x="87418" y="56080"/>
                  <a:pt x="87791" y="52919"/>
                  <a:pt x="87169" y="50280"/>
                </a:cubicBezTo>
                <a:close/>
                <a:moveTo>
                  <a:pt x="79702" y="55532"/>
                </a:moveTo>
                <a:cubicBezTo>
                  <a:pt x="81593" y="57075"/>
                  <a:pt x="83709" y="58395"/>
                  <a:pt x="85999" y="59515"/>
                </a:cubicBezTo>
                <a:cubicBezTo>
                  <a:pt x="85999" y="59564"/>
                  <a:pt x="85999" y="59564"/>
                  <a:pt x="85974" y="59589"/>
                </a:cubicBezTo>
                <a:cubicBezTo>
                  <a:pt x="83684" y="58469"/>
                  <a:pt x="81519" y="57125"/>
                  <a:pt x="79627" y="55607"/>
                </a:cubicBezTo>
                <a:lnTo>
                  <a:pt x="79702" y="55532"/>
                </a:lnTo>
                <a:close/>
                <a:moveTo>
                  <a:pt x="51326" y="59490"/>
                </a:moveTo>
                <a:lnTo>
                  <a:pt x="51326" y="59515"/>
                </a:lnTo>
                <a:cubicBezTo>
                  <a:pt x="51326" y="59515"/>
                  <a:pt x="51326" y="59564"/>
                  <a:pt x="51351" y="59564"/>
                </a:cubicBezTo>
                <a:lnTo>
                  <a:pt x="51276" y="59614"/>
                </a:lnTo>
                <a:cubicBezTo>
                  <a:pt x="51276" y="59589"/>
                  <a:pt x="51276" y="59589"/>
                  <a:pt x="51251" y="59564"/>
                </a:cubicBezTo>
                <a:lnTo>
                  <a:pt x="51326" y="59490"/>
                </a:lnTo>
                <a:close/>
                <a:moveTo>
                  <a:pt x="4232" y="59614"/>
                </a:moveTo>
                <a:lnTo>
                  <a:pt x="4232" y="59614"/>
                </a:lnTo>
                <a:cubicBezTo>
                  <a:pt x="4223" y="59637"/>
                  <a:pt x="4214" y="59660"/>
                  <a:pt x="4205" y="59684"/>
                </a:cubicBezTo>
                <a:lnTo>
                  <a:pt x="4205" y="59684"/>
                </a:lnTo>
                <a:cubicBezTo>
                  <a:pt x="4212" y="59656"/>
                  <a:pt x="4218" y="59628"/>
                  <a:pt x="4232" y="59614"/>
                </a:cubicBezTo>
                <a:close/>
                <a:moveTo>
                  <a:pt x="86173" y="59589"/>
                </a:moveTo>
                <a:cubicBezTo>
                  <a:pt x="86198" y="59614"/>
                  <a:pt x="86198" y="59614"/>
                  <a:pt x="86223" y="59614"/>
                </a:cubicBezTo>
                <a:cubicBezTo>
                  <a:pt x="86223" y="59639"/>
                  <a:pt x="86198" y="59639"/>
                  <a:pt x="86198" y="59689"/>
                </a:cubicBezTo>
                <a:cubicBezTo>
                  <a:pt x="86173" y="59689"/>
                  <a:pt x="86173" y="59639"/>
                  <a:pt x="86123" y="59639"/>
                </a:cubicBezTo>
                <a:cubicBezTo>
                  <a:pt x="86123" y="59614"/>
                  <a:pt x="86173" y="59614"/>
                  <a:pt x="86173" y="59589"/>
                </a:cubicBezTo>
                <a:close/>
                <a:moveTo>
                  <a:pt x="61282" y="50280"/>
                </a:moveTo>
                <a:cubicBezTo>
                  <a:pt x="61332" y="50355"/>
                  <a:pt x="61431" y="50380"/>
                  <a:pt x="61481" y="50405"/>
                </a:cubicBezTo>
                <a:cubicBezTo>
                  <a:pt x="57748" y="53118"/>
                  <a:pt x="54387" y="56353"/>
                  <a:pt x="51649" y="59739"/>
                </a:cubicBezTo>
                <a:cubicBezTo>
                  <a:pt x="51624" y="59689"/>
                  <a:pt x="51599" y="59614"/>
                  <a:pt x="51525" y="59564"/>
                </a:cubicBezTo>
                <a:cubicBezTo>
                  <a:pt x="51624" y="59465"/>
                  <a:pt x="51699" y="59365"/>
                  <a:pt x="51774" y="59266"/>
                </a:cubicBezTo>
                <a:cubicBezTo>
                  <a:pt x="52023" y="59017"/>
                  <a:pt x="52247" y="58743"/>
                  <a:pt x="52496" y="58494"/>
                </a:cubicBezTo>
                <a:cubicBezTo>
                  <a:pt x="52620" y="58370"/>
                  <a:pt x="52720" y="58245"/>
                  <a:pt x="52844" y="58146"/>
                </a:cubicBezTo>
                <a:cubicBezTo>
                  <a:pt x="52968" y="58021"/>
                  <a:pt x="53093" y="57872"/>
                  <a:pt x="53217" y="57747"/>
                </a:cubicBezTo>
                <a:cubicBezTo>
                  <a:pt x="53242" y="57722"/>
                  <a:pt x="53267" y="57698"/>
                  <a:pt x="53317" y="57623"/>
                </a:cubicBezTo>
                <a:cubicBezTo>
                  <a:pt x="53491" y="57399"/>
                  <a:pt x="53715" y="57200"/>
                  <a:pt x="53939" y="57001"/>
                </a:cubicBezTo>
                <a:lnTo>
                  <a:pt x="54761" y="56154"/>
                </a:lnTo>
                <a:lnTo>
                  <a:pt x="54885" y="56030"/>
                </a:lnTo>
                <a:cubicBezTo>
                  <a:pt x="55059" y="55881"/>
                  <a:pt x="55209" y="55706"/>
                  <a:pt x="55383" y="55532"/>
                </a:cubicBezTo>
                <a:cubicBezTo>
                  <a:pt x="55881" y="55034"/>
                  <a:pt x="56379" y="54586"/>
                  <a:pt x="56876" y="54113"/>
                </a:cubicBezTo>
                <a:cubicBezTo>
                  <a:pt x="56976" y="54039"/>
                  <a:pt x="57051" y="53964"/>
                  <a:pt x="57125" y="53889"/>
                </a:cubicBezTo>
                <a:lnTo>
                  <a:pt x="57175" y="53864"/>
                </a:lnTo>
                <a:lnTo>
                  <a:pt x="58469" y="52645"/>
                </a:lnTo>
                <a:cubicBezTo>
                  <a:pt x="58619" y="52520"/>
                  <a:pt x="58793" y="52371"/>
                  <a:pt x="58942" y="52246"/>
                </a:cubicBezTo>
                <a:cubicBezTo>
                  <a:pt x="59341" y="51898"/>
                  <a:pt x="59714" y="51550"/>
                  <a:pt x="60112" y="51226"/>
                </a:cubicBezTo>
                <a:cubicBezTo>
                  <a:pt x="60311" y="51052"/>
                  <a:pt x="60461" y="50927"/>
                  <a:pt x="60660" y="50778"/>
                </a:cubicBezTo>
                <a:cubicBezTo>
                  <a:pt x="60859" y="50629"/>
                  <a:pt x="61083" y="50479"/>
                  <a:pt x="61282" y="50280"/>
                </a:cubicBezTo>
                <a:close/>
                <a:moveTo>
                  <a:pt x="4185" y="59735"/>
                </a:moveTo>
                <a:cubicBezTo>
                  <a:pt x="4162" y="59797"/>
                  <a:pt x="4138" y="59858"/>
                  <a:pt x="4114" y="59920"/>
                </a:cubicBezTo>
                <a:lnTo>
                  <a:pt x="4114" y="59920"/>
                </a:lnTo>
                <a:cubicBezTo>
                  <a:pt x="4136" y="59859"/>
                  <a:pt x="4159" y="59799"/>
                  <a:pt x="4182" y="59739"/>
                </a:cubicBezTo>
                <a:cubicBezTo>
                  <a:pt x="4183" y="59737"/>
                  <a:pt x="4184" y="59736"/>
                  <a:pt x="4185" y="59735"/>
                </a:cubicBezTo>
                <a:close/>
                <a:moveTo>
                  <a:pt x="51450" y="59714"/>
                </a:moveTo>
                <a:cubicBezTo>
                  <a:pt x="51475" y="59764"/>
                  <a:pt x="51525" y="59838"/>
                  <a:pt x="51575" y="59888"/>
                </a:cubicBezTo>
                <a:lnTo>
                  <a:pt x="51500" y="59963"/>
                </a:lnTo>
                <a:cubicBezTo>
                  <a:pt x="51475" y="59888"/>
                  <a:pt x="51450" y="59838"/>
                  <a:pt x="51375" y="59764"/>
                </a:cubicBezTo>
                <a:cubicBezTo>
                  <a:pt x="51400" y="59739"/>
                  <a:pt x="51400" y="59714"/>
                  <a:pt x="51450" y="59714"/>
                </a:cubicBezTo>
                <a:close/>
                <a:moveTo>
                  <a:pt x="61680" y="50529"/>
                </a:moveTo>
                <a:cubicBezTo>
                  <a:pt x="61705" y="50529"/>
                  <a:pt x="61705" y="50554"/>
                  <a:pt x="61730" y="50554"/>
                </a:cubicBezTo>
                <a:cubicBezTo>
                  <a:pt x="57947" y="53292"/>
                  <a:pt x="54561" y="56528"/>
                  <a:pt x="51823" y="59988"/>
                </a:cubicBezTo>
                <a:cubicBezTo>
                  <a:pt x="51823" y="59963"/>
                  <a:pt x="51774" y="59963"/>
                  <a:pt x="51774" y="59938"/>
                </a:cubicBezTo>
                <a:cubicBezTo>
                  <a:pt x="54561" y="56503"/>
                  <a:pt x="57922" y="53267"/>
                  <a:pt x="61680" y="50529"/>
                </a:cubicBezTo>
                <a:close/>
                <a:moveTo>
                  <a:pt x="45899" y="53466"/>
                </a:moveTo>
                <a:lnTo>
                  <a:pt x="46347" y="53889"/>
                </a:lnTo>
                <a:cubicBezTo>
                  <a:pt x="44754" y="55881"/>
                  <a:pt x="43410" y="57971"/>
                  <a:pt x="42315" y="60012"/>
                </a:cubicBezTo>
                <a:cubicBezTo>
                  <a:pt x="41892" y="59739"/>
                  <a:pt x="41419" y="59490"/>
                  <a:pt x="40946" y="59191"/>
                </a:cubicBezTo>
                <a:cubicBezTo>
                  <a:pt x="42514" y="57250"/>
                  <a:pt x="44157" y="55333"/>
                  <a:pt x="45899" y="53466"/>
                </a:cubicBezTo>
                <a:close/>
                <a:moveTo>
                  <a:pt x="114698" y="52595"/>
                </a:moveTo>
                <a:cubicBezTo>
                  <a:pt x="114723" y="52894"/>
                  <a:pt x="114748" y="53217"/>
                  <a:pt x="114748" y="53541"/>
                </a:cubicBezTo>
                <a:cubicBezTo>
                  <a:pt x="114350" y="55084"/>
                  <a:pt x="113877" y="56602"/>
                  <a:pt x="113305" y="58195"/>
                </a:cubicBezTo>
                <a:cubicBezTo>
                  <a:pt x="112757" y="58892"/>
                  <a:pt x="112110" y="59564"/>
                  <a:pt x="111363" y="60112"/>
                </a:cubicBezTo>
                <a:cubicBezTo>
                  <a:pt x="112632" y="57598"/>
                  <a:pt x="113753" y="55084"/>
                  <a:pt x="114698" y="52595"/>
                </a:cubicBezTo>
                <a:close/>
                <a:moveTo>
                  <a:pt x="46397" y="53939"/>
                </a:moveTo>
                <a:lnTo>
                  <a:pt x="46422" y="53989"/>
                </a:lnTo>
                <a:cubicBezTo>
                  <a:pt x="46497" y="54088"/>
                  <a:pt x="46497" y="54113"/>
                  <a:pt x="46472" y="54113"/>
                </a:cubicBezTo>
                <a:cubicBezTo>
                  <a:pt x="46123" y="54536"/>
                  <a:pt x="45800" y="54984"/>
                  <a:pt x="45476" y="55408"/>
                </a:cubicBezTo>
                <a:cubicBezTo>
                  <a:pt x="45377" y="55557"/>
                  <a:pt x="45252" y="55706"/>
                  <a:pt x="45153" y="55856"/>
                </a:cubicBezTo>
                <a:cubicBezTo>
                  <a:pt x="44929" y="56154"/>
                  <a:pt x="44680" y="56503"/>
                  <a:pt x="44481" y="56851"/>
                </a:cubicBezTo>
                <a:cubicBezTo>
                  <a:pt x="44381" y="57001"/>
                  <a:pt x="44281" y="57125"/>
                  <a:pt x="44182" y="57274"/>
                </a:cubicBezTo>
                <a:cubicBezTo>
                  <a:pt x="44132" y="57349"/>
                  <a:pt x="44107" y="57424"/>
                  <a:pt x="44033" y="57498"/>
                </a:cubicBezTo>
                <a:cubicBezTo>
                  <a:pt x="43809" y="57872"/>
                  <a:pt x="43560" y="58245"/>
                  <a:pt x="43385" y="58594"/>
                </a:cubicBezTo>
                <a:cubicBezTo>
                  <a:pt x="43062" y="59116"/>
                  <a:pt x="42788" y="59639"/>
                  <a:pt x="42514" y="60137"/>
                </a:cubicBezTo>
                <a:cubicBezTo>
                  <a:pt x="42514" y="60137"/>
                  <a:pt x="42489" y="60137"/>
                  <a:pt x="42489" y="60112"/>
                </a:cubicBezTo>
                <a:lnTo>
                  <a:pt x="42440" y="60112"/>
                </a:lnTo>
                <a:cubicBezTo>
                  <a:pt x="42564" y="59863"/>
                  <a:pt x="42688" y="59639"/>
                  <a:pt x="42813" y="59390"/>
                </a:cubicBezTo>
                <a:cubicBezTo>
                  <a:pt x="42813" y="59365"/>
                  <a:pt x="42863" y="59340"/>
                  <a:pt x="42888" y="59291"/>
                </a:cubicBezTo>
                <a:lnTo>
                  <a:pt x="43360" y="58469"/>
                </a:lnTo>
                <a:cubicBezTo>
                  <a:pt x="43360" y="58469"/>
                  <a:pt x="43360" y="58419"/>
                  <a:pt x="43385" y="58419"/>
                </a:cubicBezTo>
                <a:cubicBezTo>
                  <a:pt x="43560" y="58121"/>
                  <a:pt x="43759" y="57847"/>
                  <a:pt x="43933" y="57523"/>
                </a:cubicBezTo>
                <a:cubicBezTo>
                  <a:pt x="44132" y="57225"/>
                  <a:pt x="44306" y="56926"/>
                  <a:pt x="44505" y="56627"/>
                </a:cubicBezTo>
                <a:cubicBezTo>
                  <a:pt x="44530" y="56602"/>
                  <a:pt x="44555" y="56553"/>
                  <a:pt x="44555" y="56503"/>
                </a:cubicBezTo>
                <a:cubicBezTo>
                  <a:pt x="44754" y="56229"/>
                  <a:pt x="44929" y="55980"/>
                  <a:pt x="45128" y="55681"/>
                </a:cubicBezTo>
                <a:cubicBezTo>
                  <a:pt x="45352" y="55408"/>
                  <a:pt x="45526" y="55109"/>
                  <a:pt x="45750" y="54810"/>
                </a:cubicBezTo>
                <a:cubicBezTo>
                  <a:pt x="45800" y="54760"/>
                  <a:pt x="45850" y="54686"/>
                  <a:pt x="45899" y="54611"/>
                </a:cubicBezTo>
                <a:cubicBezTo>
                  <a:pt x="46049" y="54387"/>
                  <a:pt x="46248" y="54163"/>
                  <a:pt x="46397" y="53939"/>
                </a:cubicBezTo>
                <a:close/>
                <a:moveTo>
                  <a:pt x="51649" y="60062"/>
                </a:moveTo>
                <a:cubicBezTo>
                  <a:pt x="51649" y="60087"/>
                  <a:pt x="51699" y="60112"/>
                  <a:pt x="51699" y="60112"/>
                </a:cubicBezTo>
                <a:lnTo>
                  <a:pt x="51624" y="60187"/>
                </a:lnTo>
                <a:cubicBezTo>
                  <a:pt x="51624" y="60137"/>
                  <a:pt x="51599" y="60137"/>
                  <a:pt x="51599" y="60112"/>
                </a:cubicBezTo>
                <a:lnTo>
                  <a:pt x="51649" y="60062"/>
                </a:lnTo>
                <a:close/>
                <a:moveTo>
                  <a:pt x="40822" y="59315"/>
                </a:moveTo>
                <a:cubicBezTo>
                  <a:pt x="41295" y="59589"/>
                  <a:pt x="41767" y="59888"/>
                  <a:pt x="42240" y="60137"/>
                </a:cubicBezTo>
                <a:cubicBezTo>
                  <a:pt x="42240" y="60187"/>
                  <a:pt x="42191" y="60187"/>
                  <a:pt x="42191" y="60212"/>
                </a:cubicBezTo>
                <a:cubicBezTo>
                  <a:pt x="41743" y="59963"/>
                  <a:pt x="41270" y="59689"/>
                  <a:pt x="40797" y="59365"/>
                </a:cubicBezTo>
                <a:cubicBezTo>
                  <a:pt x="40797" y="59340"/>
                  <a:pt x="40822" y="59340"/>
                  <a:pt x="40822" y="59315"/>
                </a:cubicBezTo>
                <a:close/>
                <a:moveTo>
                  <a:pt x="42440" y="60261"/>
                </a:moveTo>
                <a:cubicBezTo>
                  <a:pt x="42440" y="60261"/>
                  <a:pt x="42489" y="60261"/>
                  <a:pt x="42489" y="60311"/>
                </a:cubicBezTo>
                <a:cubicBezTo>
                  <a:pt x="42489" y="60336"/>
                  <a:pt x="42440" y="60336"/>
                  <a:pt x="42440" y="60361"/>
                </a:cubicBezTo>
                <a:cubicBezTo>
                  <a:pt x="42415" y="60361"/>
                  <a:pt x="42415" y="60361"/>
                  <a:pt x="42390" y="60336"/>
                </a:cubicBezTo>
                <a:cubicBezTo>
                  <a:pt x="42390" y="60311"/>
                  <a:pt x="42415" y="60311"/>
                  <a:pt x="42415" y="60261"/>
                </a:cubicBezTo>
                <a:close/>
                <a:moveTo>
                  <a:pt x="114599" y="52097"/>
                </a:moveTo>
                <a:cubicBezTo>
                  <a:pt x="114599" y="52122"/>
                  <a:pt x="114624" y="52172"/>
                  <a:pt x="114624" y="52222"/>
                </a:cubicBezTo>
                <a:cubicBezTo>
                  <a:pt x="113628" y="54885"/>
                  <a:pt x="112433" y="57598"/>
                  <a:pt x="111064" y="60336"/>
                </a:cubicBezTo>
                <a:cubicBezTo>
                  <a:pt x="111015" y="60361"/>
                  <a:pt x="110990" y="60386"/>
                  <a:pt x="110965" y="60386"/>
                </a:cubicBezTo>
                <a:cubicBezTo>
                  <a:pt x="112359" y="57598"/>
                  <a:pt x="113603" y="54835"/>
                  <a:pt x="114599" y="52097"/>
                </a:cubicBezTo>
                <a:close/>
                <a:moveTo>
                  <a:pt x="87443" y="50355"/>
                </a:moveTo>
                <a:lnTo>
                  <a:pt x="87443" y="50355"/>
                </a:lnTo>
                <a:cubicBezTo>
                  <a:pt x="87692" y="50405"/>
                  <a:pt x="87916" y="50479"/>
                  <a:pt x="88164" y="50529"/>
                </a:cubicBezTo>
                <a:cubicBezTo>
                  <a:pt x="88214" y="50529"/>
                  <a:pt x="88289" y="50554"/>
                  <a:pt x="88339" y="50554"/>
                </a:cubicBezTo>
                <a:cubicBezTo>
                  <a:pt x="88438" y="50579"/>
                  <a:pt x="88563" y="50579"/>
                  <a:pt x="88662" y="50629"/>
                </a:cubicBezTo>
                <a:cubicBezTo>
                  <a:pt x="88812" y="50653"/>
                  <a:pt x="88986" y="50678"/>
                  <a:pt x="89160" y="50728"/>
                </a:cubicBezTo>
                <a:cubicBezTo>
                  <a:pt x="89210" y="50728"/>
                  <a:pt x="89285" y="50753"/>
                  <a:pt x="89359" y="50753"/>
                </a:cubicBezTo>
                <a:lnTo>
                  <a:pt x="89409" y="50753"/>
                </a:lnTo>
                <a:cubicBezTo>
                  <a:pt x="89434" y="50753"/>
                  <a:pt x="89484" y="50753"/>
                  <a:pt x="89534" y="50778"/>
                </a:cubicBezTo>
                <a:lnTo>
                  <a:pt x="90181" y="50877"/>
                </a:lnTo>
                <a:cubicBezTo>
                  <a:pt x="90305" y="50902"/>
                  <a:pt x="90430" y="50902"/>
                  <a:pt x="90554" y="50902"/>
                </a:cubicBezTo>
                <a:cubicBezTo>
                  <a:pt x="90778" y="50927"/>
                  <a:pt x="91027" y="50952"/>
                  <a:pt x="91226" y="50952"/>
                </a:cubicBezTo>
                <a:lnTo>
                  <a:pt x="91351" y="50952"/>
                </a:lnTo>
                <a:cubicBezTo>
                  <a:pt x="91450" y="50952"/>
                  <a:pt x="91575" y="50952"/>
                  <a:pt x="91674" y="51002"/>
                </a:cubicBezTo>
                <a:lnTo>
                  <a:pt x="91799" y="51002"/>
                </a:lnTo>
                <a:cubicBezTo>
                  <a:pt x="91898" y="51002"/>
                  <a:pt x="91948" y="51002"/>
                  <a:pt x="92048" y="51027"/>
                </a:cubicBezTo>
                <a:cubicBezTo>
                  <a:pt x="92147" y="51027"/>
                  <a:pt x="92222" y="51027"/>
                  <a:pt x="92321" y="51052"/>
                </a:cubicBezTo>
                <a:lnTo>
                  <a:pt x="93417" y="51052"/>
                </a:lnTo>
                <a:cubicBezTo>
                  <a:pt x="93989" y="51052"/>
                  <a:pt x="94586" y="51027"/>
                  <a:pt x="95184" y="51002"/>
                </a:cubicBezTo>
                <a:lnTo>
                  <a:pt x="95184" y="51002"/>
                </a:lnTo>
                <a:cubicBezTo>
                  <a:pt x="93392" y="54238"/>
                  <a:pt x="91276" y="57449"/>
                  <a:pt x="88936" y="60585"/>
                </a:cubicBezTo>
                <a:cubicBezTo>
                  <a:pt x="88090" y="60261"/>
                  <a:pt x="87244" y="59888"/>
                  <a:pt x="86447" y="59515"/>
                </a:cubicBezTo>
                <a:cubicBezTo>
                  <a:pt x="87617" y="56154"/>
                  <a:pt x="88040" y="53018"/>
                  <a:pt x="87443" y="50355"/>
                </a:cubicBezTo>
                <a:close/>
                <a:moveTo>
                  <a:pt x="113105" y="58718"/>
                </a:moveTo>
                <a:lnTo>
                  <a:pt x="113105" y="58718"/>
                </a:lnTo>
                <a:cubicBezTo>
                  <a:pt x="113081" y="58768"/>
                  <a:pt x="113081" y="58843"/>
                  <a:pt x="113056" y="58892"/>
                </a:cubicBezTo>
                <a:cubicBezTo>
                  <a:pt x="112508" y="59515"/>
                  <a:pt x="111861" y="60087"/>
                  <a:pt x="111114" y="60585"/>
                </a:cubicBezTo>
                <a:cubicBezTo>
                  <a:pt x="111139" y="60560"/>
                  <a:pt x="111139" y="60510"/>
                  <a:pt x="111189" y="60460"/>
                </a:cubicBezTo>
                <a:cubicBezTo>
                  <a:pt x="111936" y="59938"/>
                  <a:pt x="112583" y="59365"/>
                  <a:pt x="113105" y="58718"/>
                </a:cubicBezTo>
                <a:close/>
                <a:moveTo>
                  <a:pt x="95532" y="51027"/>
                </a:moveTo>
                <a:cubicBezTo>
                  <a:pt x="93665" y="54263"/>
                  <a:pt x="91525" y="57498"/>
                  <a:pt x="89185" y="60684"/>
                </a:cubicBezTo>
                <a:cubicBezTo>
                  <a:pt x="89160" y="60684"/>
                  <a:pt x="89160" y="60635"/>
                  <a:pt x="89110" y="60635"/>
                </a:cubicBezTo>
                <a:cubicBezTo>
                  <a:pt x="91475" y="57474"/>
                  <a:pt x="93591" y="54238"/>
                  <a:pt x="95458" y="51027"/>
                </a:cubicBezTo>
                <a:close/>
                <a:moveTo>
                  <a:pt x="86372" y="59714"/>
                </a:moveTo>
                <a:cubicBezTo>
                  <a:pt x="87194" y="60087"/>
                  <a:pt x="87990" y="60436"/>
                  <a:pt x="88812" y="60734"/>
                </a:cubicBezTo>
                <a:cubicBezTo>
                  <a:pt x="88812" y="60759"/>
                  <a:pt x="88787" y="60759"/>
                  <a:pt x="88787" y="60809"/>
                </a:cubicBezTo>
                <a:cubicBezTo>
                  <a:pt x="87965" y="60485"/>
                  <a:pt x="87169" y="60137"/>
                  <a:pt x="86347" y="59764"/>
                </a:cubicBezTo>
                <a:cubicBezTo>
                  <a:pt x="86372" y="59739"/>
                  <a:pt x="86372" y="59714"/>
                  <a:pt x="86372" y="59714"/>
                </a:cubicBezTo>
                <a:close/>
                <a:moveTo>
                  <a:pt x="110865" y="60685"/>
                </a:moveTo>
                <a:lnTo>
                  <a:pt x="110865" y="60685"/>
                </a:lnTo>
                <a:cubicBezTo>
                  <a:pt x="110840" y="60709"/>
                  <a:pt x="110840" y="60734"/>
                  <a:pt x="110815" y="60809"/>
                </a:cubicBezTo>
                <a:cubicBezTo>
                  <a:pt x="110766" y="60834"/>
                  <a:pt x="110741" y="60834"/>
                  <a:pt x="110716" y="60859"/>
                </a:cubicBezTo>
                <a:cubicBezTo>
                  <a:pt x="110741" y="60834"/>
                  <a:pt x="110741" y="60809"/>
                  <a:pt x="110766" y="60734"/>
                </a:cubicBezTo>
                <a:cubicBezTo>
                  <a:pt x="110815" y="60709"/>
                  <a:pt x="110840" y="60709"/>
                  <a:pt x="110865" y="60685"/>
                </a:cubicBezTo>
                <a:close/>
                <a:moveTo>
                  <a:pt x="88986" y="60809"/>
                </a:moveTo>
                <a:cubicBezTo>
                  <a:pt x="89036" y="60809"/>
                  <a:pt x="89061" y="60834"/>
                  <a:pt x="89061" y="60834"/>
                </a:cubicBezTo>
                <a:cubicBezTo>
                  <a:pt x="89061" y="60859"/>
                  <a:pt x="89011" y="60859"/>
                  <a:pt x="89011" y="60884"/>
                </a:cubicBezTo>
                <a:cubicBezTo>
                  <a:pt x="88986" y="60884"/>
                  <a:pt x="88986" y="60884"/>
                  <a:pt x="88961" y="60859"/>
                </a:cubicBezTo>
                <a:cubicBezTo>
                  <a:pt x="88961" y="60834"/>
                  <a:pt x="88986" y="60834"/>
                  <a:pt x="88986" y="60809"/>
                </a:cubicBezTo>
                <a:close/>
                <a:moveTo>
                  <a:pt x="33578" y="54536"/>
                </a:moveTo>
                <a:cubicBezTo>
                  <a:pt x="35843" y="56279"/>
                  <a:pt x="38133" y="57897"/>
                  <a:pt x="40299" y="59315"/>
                </a:cubicBezTo>
                <a:cubicBezTo>
                  <a:pt x="39801" y="59963"/>
                  <a:pt x="39303" y="60585"/>
                  <a:pt x="38805" y="61232"/>
                </a:cubicBezTo>
                <a:cubicBezTo>
                  <a:pt x="36914" y="59689"/>
                  <a:pt x="34723" y="58345"/>
                  <a:pt x="32433" y="57225"/>
                </a:cubicBezTo>
                <a:cubicBezTo>
                  <a:pt x="32782" y="56329"/>
                  <a:pt x="33180" y="55408"/>
                  <a:pt x="33578" y="54536"/>
                </a:cubicBezTo>
                <a:close/>
                <a:moveTo>
                  <a:pt x="40498" y="59365"/>
                </a:moveTo>
                <a:cubicBezTo>
                  <a:pt x="40523" y="59365"/>
                  <a:pt x="40523" y="59390"/>
                  <a:pt x="40548" y="59390"/>
                </a:cubicBezTo>
                <a:cubicBezTo>
                  <a:pt x="40050" y="60062"/>
                  <a:pt x="39527" y="60709"/>
                  <a:pt x="39054" y="61357"/>
                </a:cubicBezTo>
                <a:cubicBezTo>
                  <a:pt x="39029" y="61357"/>
                  <a:pt x="39029" y="61332"/>
                  <a:pt x="39005" y="61332"/>
                </a:cubicBezTo>
                <a:cubicBezTo>
                  <a:pt x="39453" y="60684"/>
                  <a:pt x="39950" y="60012"/>
                  <a:pt x="40498" y="59365"/>
                </a:cubicBezTo>
                <a:close/>
                <a:moveTo>
                  <a:pt x="3612" y="61301"/>
                </a:moveTo>
                <a:cubicBezTo>
                  <a:pt x="3605" y="61323"/>
                  <a:pt x="3598" y="61344"/>
                  <a:pt x="3592" y="61365"/>
                </a:cubicBezTo>
                <a:lnTo>
                  <a:pt x="3592" y="61365"/>
                </a:lnTo>
                <a:cubicBezTo>
                  <a:pt x="3596" y="61344"/>
                  <a:pt x="3601" y="61323"/>
                  <a:pt x="3609" y="61307"/>
                </a:cubicBezTo>
                <a:cubicBezTo>
                  <a:pt x="3610" y="61305"/>
                  <a:pt x="3611" y="61303"/>
                  <a:pt x="3612" y="61301"/>
                </a:cubicBezTo>
                <a:close/>
                <a:moveTo>
                  <a:pt x="32408" y="57374"/>
                </a:moveTo>
                <a:cubicBezTo>
                  <a:pt x="34698" y="58469"/>
                  <a:pt x="36839" y="59838"/>
                  <a:pt x="38706" y="61357"/>
                </a:cubicBezTo>
                <a:lnTo>
                  <a:pt x="38681" y="61381"/>
                </a:lnTo>
                <a:cubicBezTo>
                  <a:pt x="36789" y="59863"/>
                  <a:pt x="34649" y="58519"/>
                  <a:pt x="32359" y="57449"/>
                </a:cubicBezTo>
                <a:cubicBezTo>
                  <a:pt x="32359" y="57399"/>
                  <a:pt x="32359" y="57399"/>
                  <a:pt x="32408" y="57374"/>
                </a:cubicBezTo>
                <a:close/>
                <a:moveTo>
                  <a:pt x="38880" y="61481"/>
                </a:moveTo>
                <a:cubicBezTo>
                  <a:pt x="38905" y="61481"/>
                  <a:pt x="38905" y="61506"/>
                  <a:pt x="38930" y="61506"/>
                </a:cubicBezTo>
                <a:lnTo>
                  <a:pt x="38905" y="61556"/>
                </a:lnTo>
                <a:cubicBezTo>
                  <a:pt x="38880" y="61556"/>
                  <a:pt x="38830" y="61506"/>
                  <a:pt x="38830" y="61506"/>
                </a:cubicBezTo>
                <a:lnTo>
                  <a:pt x="38880" y="61481"/>
                </a:lnTo>
                <a:close/>
                <a:moveTo>
                  <a:pt x="113305" y="58942"/>
                </a:moveTo>
                <a:cubicBezTo>
                  <a:pt x="112956" y="59813"/>
                  <a:pt x="112583" y="60709"/>
                  <a:pt x="112234" y="61481"/>
                </a:cubicBezTo>
                <a:cubicBezTo>
                  <a:pt x="112217" y="61533"/>
                  <a:pt x="112197" y="61581"/>
                  <a:pt x="112176" y="61630"/>
                </a:cubicBezTo>
                <a:lnTo>
                  <a:pt x="112176" y="61630"/>
                </a:lnTo>
                <a:cubicBezTo>
                  <a:pt x="112515" y="60759"/>
                  <a:pt x="112870" y="59888"/>
                  <a:pt x="113205" y="59017"/>
                </a:cubicBezTo>
                <a:lnTo>
                  <a:pt x="113305" y="58942"/>
                </a:lnTo>
                <a:close/>
                <a:moveTo>
                  <a:pt x="113804" y="58252"/>
                </a:moveTo>
                <a:cubicBezTo>
                  <a:pt x="113489" y="59031"/>
                  <a:pt x="113197" y="59832"/>
                  <a:pt x="112856" y="60610"/>
                </a:cubicBezTo>
                <a:cubicBezTo>
                  <a:pt x="112732" y="60884"/>
                  <a:pt x="112608" y="61207"/>
                  <a:pt x="112483" y="61481"/>
                </a:cubicBezTo>
                <a:cubicBezTo>
                  <a:pt x="112483" y="61506"/>
                  <a:pt x="112458" y="61556"/>
                  <a:pt x="112458" y="61581"/>
                </a:cubicBezTo>
                <a:cubicBezTo>
                  <a:pt x="112458" y="61605"/>
                  <a:pt x="112408" y="61605"/>
                  <a:pt x="112408" y="61630"/>
                </a:cubicBezTo>
                <a:cubicBezTo>
                  <a:pt x="112368" y="61773"/>
                  <a:pt x="112294" y="61899"/>
                  <a:pt x="112241" y="62022"/>
                </a:cubicBezTo>
                <a:lnTo>
                  <a:pt x="112241" y="62022"/>
                </a:lnTo>
                <a:cubicBezTo>
                  <a:pt x="112434" y="61526"/>
                  <a:pt x="112669" y="61029"/>
                  <a:pt x="112881" y="60510"/>
                </a:cubicBezTo>
                <a:cubicBezTo>
                  <a:pt x="112881" y="60485"/>
                  <a:pt x="112931" y="60460"/>
                  <a:pt x="112931" y="60386"/>
                </a:cubicBezTo>
                <a:cubicBezTo>
                  <a:pt x="113180" y="59764"/>
                  <a:pt x="113429" y="59116"/>
                  <a:pt x="113653" y="58494"/>
                </a:cubicBezTo>
                <a:cubicBezTo>
                  <a:pt x="113653" y="58469"/>
                  <a:pt x="113703" y="58444"/>
                  <a:pt x="113703" y="58395"/>
                </a:cubicBezTo>
                <a:cubicBezTo>
                  <a:pt x="113728" y="58370"/>
                  <a:pt x="113753" y="58345"/>
                  <a:pt x="113753" y="58320"/>
                </a:cubicBezTo>
                <a:cubicBezTo>
                  <a:pt x="113782" y="58290"/>
                  <a:pt x="113794" y="58270"/>
                  <a:pt x="113804" y="58252"/>
                </a:cubicBezTo>
                <a:close/>
                <a:moveTo>
                  <a:pt x="110616" y="44804"/>
                </a:moveTo>
                <a:cubicBezTo>
                  <a:pt x="112732" y="47069"/>
                  <a:pt x="114076" y="49484"/>
                  <a:pt x="114574" y="51749"/>
                </a:cubicBezTo>
                <a:cubicBezTo>
                  <a:pt x="113479" y="54636"/>
                  <a:pt x="112184" y="57623"/>
                  <a:pt x="110641" y="60610"/>
                </a:cubicBezTo>
                <a:cubicBezTo>
                  <a:pt x="109695" y="61207"/>
                  <a:pt x="108575" y="61705"/>
                  <a:pt x="107331" y="62078"/>
                </a:cubicBezTo>
                <a:cubicBezTo>
                  <a:pt x="108376" y="59017"/>
                  <a:pt x="109073" y="56129"/>
                  <a:pt x="109322" y="53391"/>
                </a:cubicBezTo>
                <a:lnTo>
                  <a:pt x="109322" y="53342"/>
                </a:lnTo>
                <a:lnTo>
                  <a:pt x="109322" y="53292"/>
                </a:lnTo>
                <a:lnTo>
                  <a:pt x="109322" y="53217"/>
                </a:lnTo>
                <a:cubicBezTo>
                  <a:pt x="109347" y="52794"/>
                  <a:pt x="109372" y="52396"/>
                  <a:pt x="109372" y="51998"/>
                </a:cubicBezTo>
                <a:lnTo>
                  <a:pt x="109372" y="51973"/>
                </a:lnTo>
                <a:lnTo>
                  <a:pt x="109372" y="51823"/>
                </a:lnTo>
                <a:lnTo>
                  <a:pt x="109372" y="51774"/>
                </a:lnTo>
                <a:lnTo>
                  <a:pt x="109372" y="51550"/>
                </a:lnTo>
                <a:lnTo>
                  <a:pt x="109372" y="50429"/>
                </a:lnTo>
                <a:lnTo>
                  <a:pt x="109372" y="50355"/>
                </a:lnTo>
                <a:cubicBezTo>
                  <a:pt x="109372" y="50230"/>
                  <a:pt x="109372" y="50106"/>
                  <a:pt x="109347" y="49981"/>
                </a:cubicBezTo>
                <a:cubicBezTo>
                  <a:pt x="109347" y="49658"/>
                  <a:pt x="109297" y="49359"/>
                  <a:pt x="109272" y="49060"/>
                </a:cubicBezTo>
                <a:lnTo>
                  <a:pt x="109272" y="48886"/>
                </a:lnTo>
                <a:cubicBezTo>
                  <a:pt x="109272" y="48787"/>
                  <a:pt x="109247" y="48687"/>
                  <a:pt x="109247" y="48563"/>
                </a:cubicBezTo>
                <a:lnTo>
                  <a:pt x="109247" y="48513"/>
                </a:lnTo>
                <a:cubicBezTo>
                  <a:pt x="109222" y="48388"/>
                  <a:pt x="109222" y="48239"/>
                  <a:pt x="109222" y="48115"/>
                </a:cubicBezTo>
                <a:cubicBezTo>
                  <a:pt x="109670" y="47019"/>
                  <a:pt x="110118" y="45924"/>
                  <a:pt x="110517" y="44879"/>
                </a:cubicBezTo>
                <a:cubicBezTo>
                  <a:pt x="110542" y="44829"/>
                  <a:pt x="110591" y="44804"/>
                  <a:pt x="110616" y="44804"/>
                </a:cubicBezTo>
                <a:close/>
                <a:moveTo>
                  <a:pt x="109073" y="48513"/>
                </a:moveTo>
                <a:cubicBezTo>
                  <a:pt x="109073" y="48563"/>
                  <a:pt x="109098" y="48637"/>
                  <a:pt x="109098" y="48737"/>
                </a:cubicBezTo>
                <a:cubicBezTo>
                  <a:pt x="109123" y="48886"/>
                  <a:pt x="109123" y="49036"/>
                  <a:pt x="109148" y="49185"/>
                </a:cubicBezTo>
                <a:lnTo>
                  <a:pt x="109148" y="49309"/>
                </a:lnTo>
                <a:cubicBezTo>
                  <a:pt x="109197" y="49633"/>
                  <a:pt x="109197" y="49932"/>
                  <a:pt x="109222" y="50230"/>
                </a:cubicBezTo>
                <a:lnTo>
                  <a:pt x="109222" y="50554"/>
                </a:lnTo>
                <a:lnTo>
                  <a:pt x="109222" y="51848"/>
                </a:lnTo>
                <a:lnTo>
                  <a:pt x="109222" y="51923"/>
                </a:lnTo>
                <a:cubicBezTo>
                  <a:pt x="109222" y="52122"/>
                  <a:pt x="109197" y="52346"/>
                  <a:pt x="109197" y="52520"/>
                </a:cubicBezTo>
                <a:cubicBezTo>
                  <a:pt x="109197" y="52620"/>
                  <a:pt x="109197" y="52744"/>
                  <a:pt x="109148" y="52844"/>
                </a:cubicBezTo>
                <a:cubicBezTo>
                  <a:pt x="109148" y="52919"/>
                  <a:pt x="109148" y="53043"/>
                  <a:pt x="109123" y="53143"/>
                </a:cubicBezTo>
                <a:cubicBezTo>
                  <a:pt x="109098" y="53342"/>
                  <a:pt x="109098" y="53541"/>
                  <a:pt x="109073" y="53740"/>
                </a:cubicBezTo>
                <a:cubicBezTo>
                  <a:pt x="109023" y="54138"/>
                  <a:pt x="108973" y="54536"/>
                  <a:pt x="108899" y="54960"/>
                </a:cubicBezTo>
                <a:cubicBezTo>
                  <a:pt x="108849" y="55408"/>
                  <a:pt x="108749" y="55881"/>
                  <a:pt x="108650" y="56329"/>
                </a:cubicBezTo>
                <a:cubicBezTo>
                  <a:pt x="108625" y="56528"/>
                  <a:pt x="108575" y="56777"/>
                  <a:pt x="108525" y="57026"/>
                </a:cubicBezTo>
                <a:cubicBezTo>
                  <a:pt x="108351" y="57847"/>
                  <a:pt x="108152" y="58643"/>
                  <a:pt x="107903" y="59490"/>
                </a:cubicBezTo>
                <a:cubicBezTo>
                  <a:pt x="107853" y="59714"/>
                  <a:pt x="107779" y="59963"/>
                  <a:pt x="107704" y="60187"/>
                </a:cubicBezTo>
                <a:cubicBezTo>
                  <a:pt x="107505" y="60759"/>
                  <a:pt x="107281" y="61456"/>
                  <a:pt x="107032" y="62128"/>
                </a:cubicBezTo>
                <a:cubicBezTo>
                  <a:pt x="107007" y="62128"/>
                  <a:pt x="107007" y="62128"/>
                  <a:pt x="106982" y="62178"/>
                </a:cubicBezTo>
                <a:cubicBezTo>
                  <a:pt x="107032" y="62004"/>
                  <a:pt x="107082" y="61854"/>
                  <a:pt x="107132" y="61680"/>
                </a:cubicBezTo>
                <a:cubicBezTo>
                  <a:pt x="107132" y="61630"/>
                  <a:pt x="107156" y="61605"/>
                  <a:pt x="107156" y="61605"/>
                </a:cubicBezTo>
                <a:lnTo>
                  <a:pt x="107256" y="61332"/>
                </a:lnTo>
                <a:cubicBezTo>
                  <a:pt x="107356" y="61008"/>
                  <a:pt x="107480" y="60684"/>
                  <a:pt x="107580" y="60361"/>
                </a:cubicBezTo>
                <a:cubicBezTo>
                  <a:pt x="107604" y="60236"/>
                  <a:pt x="107654" y="60087"/>
                  <a:pt x="107704" y="59963"/>
                </a:cubicBezTo>
                <a:cubicBezTo>
                  <a:pt x="107779" y="59714"/>
                  <a:pt x="107853" y="59440"/>
                  <a:pt x="107903" y="59191"/>
                </a:cubicBezTo>
                <a:cubicBezTo>
                  <a:pt x="107953" y="59116"/>
                  <a:pt x="107953" y="59017"/>
                  <a:pt x="107978" y="58967"/>
                </a:cubicBezTo>
                <a:cubicBezTo>
                  <a:pt x="108003" y="58867"/>
                  <a:pt x="108003" y="58818"/>
                  <a:pt x="108028" y="58718"/>
                </a:cubicBezTo>
                <a:cubicBezTo>
                  <a:pt x="108077" y="58594"/>
                  <a:pt x="108102" y="58444"/>
                  <a:pt x="108127" y="58320"/>
                </a:cubicBezTo>
                <a:cubicBezTo>
                  <a:pt x="108127" y="58270"/>
                  <a:pt x="108152" y="58220"/>
                  <a:pt x="108152" y="58195"/>
                </a:cubicBezTo>
                <a:lnTo>
                  <a:pt x="108152" y="58146"/>
                </a:lnTo>
                <a:cubicBezTo>
                  <a:pt x="108227" y="57946"/>
                  <a:pt x="108252" y="57747"/>
                  <a:pt x="108326" y="57523"/>
                </a:cubicBezTo>
                <a:lnTo>
                  <a:pt x="108326" y="57498"/>
                </a:lnTo>
                <a:cubicBezTo>
                  <a:pt x="108376" y="57250"/>
                  <a:pt x="108451" y="56976"/>
                  <a:pt x="108501" y="56727"/>
                </a:cubicBezTo>
                <a:cubicBezTo>
                  <a:pt x="108501" y="56702"/>
                  <a:pt x="108501" y="56652"/>
                  <a:pt x="108525" y="56627"/>
                </a:cubicBezTo>
                <a:cubicBezTo>
                  <a:pt x="108525" y="56602"/>
                  <a:pt x="108525" y="56528"/>
                  <a:pt x="108575" y="56503"/>
                </a:cubicBezTo>
                <a:lnTo>
                  <a:pt x="108575" y="56478"/>
                </a:lnTo>
                <a:lnTo>
                  <a:pt x="108650" y="56005"/>
                </a:lnTo>
                <a:cubicBezTo>
                  <a:pt x="108700" y="55881"/>
                  <a:pt x="108700" y="55756"/>
                  <a:pt x="108725" y="55632"/>
                </a:cubicBezTo>
                <a:cubicBezTo>
                  <a:pt x="108749" y="55482"/>
                  <a:pt x="108774" y="55283"/>
                  <a:pt x="108824" y="55134"/>
                </a:cubicBezTo>
                <a:cubicBezTo>
                  <a:pt x="108849" y="54910"/>
                  <a:pt x="108874" y="54736"/>
                  <a:pt x="108899" y="54536"/>
                </a:cubicBezTo>
                <a:cubicBezTo>
                  <a:pt x="108949" y="54412"/>
                  <a:pt x="108949" y="54288"/>
                  <a:pt x="108973" y="54163"/>
                </a:cubicBezTo>
                <a:cubicBezTo>
                  <a:pt x="108973" y="54113"/>
                  <a:pt x="108998" y="54039"/>
                  <a:pt x="108998" y="53964"/>
                </a:cubicBezTo>
                <a:cubicBezTo>
                  <a:pt x="108998" y="53839"/>
                  <a:pt x="109023" y="53715"/>
                  <a:pt x="109023" y="53591"/>
                </a:cubicBezTo>
                <a:cubicBezTo>
                  <a:pt x="109023" y="53516"/>
                  <a:pt x="109023" y="53491"/>
                  <a:pt x="109073" y="53416"/>
                </a:cubicBezTo>
                <a:cubicBezTo>
                  <a:pt x="109073" y="53292"/>
                  <a:pt x="109098" y="53167"/>
                  <a:pt x="109098" y="53043"/>
                </a:cubicBezTo>
                <a:cubicBezTo>
                  <a:pt x="109098" y="52968"/>
                  <a:pt x="109123" y="52894"/>
                  <a:pt x="109123" y="52794"/>
                </a:cubicBezTo>
                <a:cubicBezTo>
                  <a:pt x="109123" y="52670"/>
                  <a:pt x="109148" y="52520"/>
                  <a:pt x="109148" y="52396"/>
                </a:cubicBezTo>
                <a:lnTo>
                  <a:pt x="109148" y="52147"/>
                </a:lnTo>
                <a:lnTo>
                  <a:pt x="109148" y="51898"/>
                </a:lnTo>
                <a:lnTo>
                  <a:pt x="109148" y="51624"/>
                </a:lnTo>
                <a:lnTo>
                  <a:pt x="109148" y="51475"/>
                </a:lnTo>
                <a:lnTo>
                  <a:pt x="109148" y="50877"/>
                </a:lnTo>
                <a:lnTo>
                  <a:pt x="109148" y="50728"/>
                </a:lnTo>
                <a:lnTo>
                  <a:pt x="109148" y="50405"/>
                </a:lnTo>
                <a:lnTo>
                  <a:pt x="109148" y="50180"/>
                </a:lnTo>
                <a:lnTo>
                  <a:pt x="109148" y="50131"/>
                </a:lnTo>
                <a:cubicBezTo>
                  <a:pt x="109148" y="49882"/>
                  <a:pt x="109123" y="49658"/>
                  <a:pt x="109098" y="49409"/>
                </a:cubicBezTo>
                <a:cubicBezTo>
                  <a:pt x="109098" y="49309"/>
                  <a:pt x="109098" y="49185"/>
                  <a:pt x="109073" y="49110"/>
                </a:cubicBezTo>
                <a:lnTo>
                  <a:pt x="109073" y="49060"/>
                </a:lnTo>
                <a:cubicBezTo>
                  <a:pt x="109073" y="49011"/>
                  <a:pt x="109073" y="48936"/>
                  <a:pt x="109023" y="48911"/>
                </a:cubicBezTo>
                <a:lnTo>
                  <a:pt x="109023" y="48811"/>
                </a:lnTo>
                <a:cubicBezTo>
                  <a:pt x="109023" y="48762"/>
                  <a:pt x="109023" y="48687"/>
                  <a:pt x="108998" y="48637"/>
                </a:cubicBezTo>
                <a:lnTo>
                  <a:pt x="108998" y="48612"/>
                </a:lnTo>
                <a:cubicBezTo>
                  <a:pt x="108998" y="48612"/>
                  <a:pt x="108998" y="48563"/>
                  <a:pt x="109023" y="48563"/>
                </a:cubicBezTo>
                <a:cubicBezTo>
                  <a:pt x="109023" y="48538"/>
                  <a:pt x="109023" y="48538"/>
                  <a:pt x="109073" y="48513"/>
                </a:cubicBezTo>
                <a:close/>
                <a:moveTo>
                  <a:pt x="110467" y="60933"/>
                </a:moveTo>
                <a:cubicBezTo>
                  <a:pt x="110442" y="60958"/>
                  <a:pt x="110442" y="60983"/>
                  <a:pt x="110392" y="61008"/>
                </a:cubicBezTo>
                <a:cubicBezTo>
                  <a:pt x="109471" y="61556"/>
                  <a:pt x="108376" y="62004"/>
                  <a:pt x="107206" y="62352"/>
                </a:cubicBezTo>
                <a:cubicBezTo>
                  <a:pt x="107206" y="62352"/>
                  <a:pt x="107206" y="62327"/>
                  <a:pt x="107231" y="62302"/>
                </a:cubicBezTo>
                <a:cubicBezTo>
                  <a:pt x="108451" y="61954"/>
                  <a:pt x="109521" y="61481"/>
                  <a:pt x="110467" y="60933"/>
                </a:cubicBezTo>
                <a:close/>
                <a:moveTo>
                  <a:pt x="79552" y="55756"/>
                </a:moveTo>
                <a:cubicBezTo>
                  <a:pt x="81469" y="57274"/>
                  <a:pt x="83634" y="58643"/>
                  <a:pt x="85949" y="59764"/>
                </a:cubicBezTo>
                <a:cubicBezTo>
                  <a:pt x="85601" y="60635"/>
                  <a:pt x="85227" y="61506"/>
                  <a:pt x="84804" y="62427"/>
                </a:cubicBezTo>
                <a:cubicBezTo>
                  <a:pt x="82514" y="60684"/>
                  <a:pt x="80249" y="59067"/>
                  <a:pt x="78059" y="57648"/>
                </a:cubicBezTo>
                <a:cubicBezTo>
                  <a:pt x="78581" y="57026"/>
                  <a:pt x="79054" y="56378"/>
                  <a:pt x="79552" y="55756"/>
                </a:cubicBezTo>
                <a:close/>
                <a:moveTo>
                  <a:pt x="61855" y="50728"/>
                </a:moveTo>
                <a:cubicBezTo>
                  <a:pt x="62825" y="51176"/>
                  <a:pt x="63647" y="51475"/>
                  <a:pt x="64294" y="51500"/>
                </a:cubicBezTo>
                <a:cubicBezTo>
                  <a:pt x="64095" y="51649"/>
                  <a:pt x="63896" y="51774"/>
                  <a:pt x="63697" y="51923"/>
                </a:cubicBezTo>
                <a:cubicBezTo>
                  <a:pt x="63448" y="52122"/>
                  <a:pt x="63199" y="52296"/>
                  <a:pt x="62975" y="52495"/>
                </a:cubicBezTo>
                <a:lnTo>
                  <a:pt x="62925" y="52520"/>
                </a:lnTo>
                <a:cubicBezTo>
                  <a:pt x="62676" y="52719"/>
                  <a:pt x="62427" y="52919"/>
                  <a:pt x="62178" y="53118"/>
                </a:cubicBezTo>
                <a:cubicBezTo>
                  <a:pt x="61805" y="53416"/>
                  <a:pt x="61407" y="53740"/>
                  <a:pt x="61033" y="54039"/>
                </a:cubicBezTo>
                <a:cubicBezTo>
                  <a:pt x="60162" y="54760"/>
                  <a:pt x="59341" y="55482"/>
                  <a:pt x="58743" y="56080"/>
                </a:cubicBezTo>
                <a:lnTo>
                  <a:pt x="58594" y="56229"/>
                </a:lnTo>
                <a:cubicBezTo>
                  <a:pt x="57947" y="56851"/>
                  <a:pt x="57474" y="57324"/>
                  <a:pt x="57100" y="57698"/>
                </a:cubicBezTo>
                <a:lnTo>
                  <a:pt x="56851" y="57946"/>
                </a:lnTo>
                <a:lnTo>
                  <a:pt x="56802" y="57996"/>
                </a:lnTo>
                <a:cubicBezTo>
                  <a:pt x="56503" y="58270"/>
                  <a:pt x="55333" y="59465"/>
                  <a:pt x="53690" y="61357"/>
                </a:cubicBezTo>
                <a:lnTo>
                  <a:pt x="53591" y="61456"/>
                </a:lnTo>
                <a:cubicBezTo>
                  <a:pt x="53491" y="61581"/>
                  <a:pt x="53392" y="61680"/>
                  <a:pt x="53317" y="61805"/>
                </a:cubicBezTo>
                <a:cubicBezTo>
                  <a:pt x="53093" y="62078"/>
                  <a:pt x="52869" y="62327"/>
                  <a:pt x="52695" y="62551"/>
                </a:cubicBezTo>
                <a:cubicBezTo>
                  <a:pt x="52645" y="61929"/>
                  <a:pt x="52371" y="61133"/>
                  <a:pt x="51848" y="60212"/>
                </a:cubicBezTo>
                <a:cubicBezTo>
                  <a:pt x="54611" y="56752"/>
                  <a:pt x="58046" y="53466"/>
                  <a:pt x="61855" y="50728"/>
                </a:cubicBezTo>
                <a:close/>
                <a:moveTo>
                  <a:pt x="3388" y="62565"/>
                </a:moveTo>
                <a:lnTo>
                  <a:pt x="3388" y="62565"/>
                </a:lnTo>
                <a:cubicBezTo>
                  <a:pt x="3385" y="62573"/>
                  <a:pt x="3385" y="62576"/>
                  <a:pt x="3385" y="62576"/>
                </a:cubicBezTo>
                <a:lnTo>
                  <a:pt x="3385" y="62576"/>
                </a:lnTo>
                <a:cubicBezTo>
                  <a:pt x="3385" y="62573"/>
                  <a:pt x="3386" y="62569"/>
                  <a:pt x="3388" y="62565"/>
                </a:cubicBezTo>
                <a:close/>
                <a:moveTo>
                  <a:pt x="86074" y="59863"/>
                </a:moveTo>
                <a:cubicBezTo>
                  <a:pt x="86099" y="59863"/>
                  <a:pt x="86099" y="59888"/>
                  <a:pt x="86123" y="59888"/>
                </a:cubicBezTo>
                <a:cubicBezTo>
                  <a:pt x="85825" y="60759"/>
                  <a:pt x="85426" y="61680"/>
                  <a:pt x="84978" y="62576"/>
                </a:cubicBezTo>
                <a:cubicBezTo>
                  <a:pt x="84954" y="62576"/>
                  <a:pt x="84954" y="62551"/>
                  <a:pt x="84929" y="62551"/>
                </a:cubicBezTo>
                <a:cubicBezTo>
                  <a:pt x="85352" y="61630"/>
                  <a:pt x="85725" y="60734"/>
                  <a:pt x="86074" y="59863"/>
                </a:cubicBezTo>
                <a:close/>
                <a:moveTo>
                  <a:pt x="4655" y="59390"/>
                </a:moveTo>
                <a:cubicBezTo>
                  <a:pt x="4281" y="60485"/>
                  <a:pt x="3933" y="61556"/>
                  <a:pt x="3609" y="62601"/>
                </a:cubicBezTo>
                <a:cubicBezTo>
                  <a:pt x="3609" y="62452"/>
                  <a:pt x="3634" y="62327"/>
                  <a:pt x="3684" y="62178"/>
                </a:cubicBezTo>
                <a:cubicBezTo>
                  <a:pt x="3908" y="61357"/>
                  <a:pt x="4182" y="60560"/>
                  <a:pt x="4456" y="59739"/>
                </a:cubicBezTo>
                <a:cubicBezTo>
                  <a:pt x="4530" y="59639"/>
                  <a:pt x="4580" y="59515"/>
                  <a:pt x="4655" y="59390"/>
                </a:cubicBezTo>
                <a:close/>
                <a:moveTo>
                  <a:pt x="97922" y="50753"/>
                </a:moveTo>
                <a:cubicBezTo>
                  <a:pt x="98743" y="54138"/>
                  <a:pt x="98245" y="58245"/>
                  <a:pt x="96677" y="62601"/>
                </a:cubicBezTo>
                <a:cubicBezTo>
                  <a:pt x="94213" y="62253"/>
                  <a:pt x="91774" y="61630"/>
                  <a:pt x="89359" y="60734"/>
                </a:cubicBezTo>
                <a:cubicBezTo>
                  <a:pt x="91724" y="57498"/>
                  <a:pt x="93889" y="54238"/>
                  <a:pt x="95781" y="51002"/>
                </a:cubicBezTo>
                <a:cubicBezTo>
                  <a:pt x="96005" y="50977"/>
                  <a:pt x="96179" y="50927"/>
                  <a:pt x="96403" y="50927"/>
                </a:cubicBezTo>
                <a:cubicBezTo>
                  <a:pt x="96777" y="50902"/>
                  <a:pt x="97150" y="50877"/>
                  <a:pt x="97499" y="50803"/>
                </a:cubicBezTo>
                <a:lnTo>
                  <a:pt x="97524" y="50803"/>
                </a:lnTo>
                <a:cubicBezTo>
                  <a:pt x="97648" y="50778"/>
                  <a:pt x="97772" y="50753"/>
                  <a:pt x="97922" y="50753"/>
                </a:cubicBezTo>
                <a:close/>
                <a:moveTo>
                  <a:pt x="77959" y="57822"/>
                </a:moveTo>
                <a:cubicBezTo>
                  <a:pt x="80125" y="59216"/>
                  <a:pt x="82440" y="60834"/>
                  <a:pt x="84705" y="62576"/>
                </a:cubicBezTo>
                <a:cubicBezTo>
                  <a:pt x="84705" y="62601"/>
                  <a:pt x="84655" y="62601"/>
                  <a:pt x="84655" y="62626"/>
                </a:cubicBezTo>
                <a:cubicBezTo>
                  <a:pt x="82390" y="60859"/>
                  <a:pt x="80100" y="59241"/>
                  <a:pt x="77884" y="57847"/>
                </a:cubicBezTo>
                <a:cubicBezTo>
                  <a:pt x="77909" y="57847"/>
                  <a:pt x="77909" y="57822"/>
                  <a:pt x="77959" y="57822"/>
                </a:cubicBezTo>
                <a:close/>
                <a:moveTo>
                  <a:pt x="98121" y="50678"/>
                </a:moveTo>
                <a:cubicBezTo>
                  <a:pt x="98992" y="54113"/>
                  <a:pt x="98494" y="58245"/>
                  <a:pt x="96901" y="62626"/>
                </a:cubicBezTo>
                <a:lnTo>
                  <a:pt x="96827" y="62626"/>
                </a:lnTo>
                <a:cubicBezTo>
                  <a:pt x="98395" y="58245"/>
                  <a:pt x="98893" y="54113"/>
                  <a:pt x="98046" y="50678"/>
                </a:cubicBezTo>
                <a:close/>
                <a:moveTo>
                  <a:pt x="70293" y="54014"/>
                </a:moveTo>
                <a:cubicBezTo>
                  <a:pt x="71861" y="54611"/>
                  <a:pt x="73728" y="55532"/>
                  <a:pt x="75719" y="56702"/>
                </a:cubicBezTo>
                <a:cubicBezTo>
                  <a:pt x="74649" y="58718"/>
                  <a:pt x="73329" y="60734"/>
                  <a:pt x="71786" y="62726"/>
                </a:cubicBezTo>
                <a:cubicBezTo>
                  <a:pt x="69820" y="60734"/>
                  <a:pt x="68326" y="58942"/>
                  <a:pt x="67380" y="57399"/>
                </a:cubicBezTo>
                <a:cubicBezTo>
                  <a:pt x="67555" y="57200"/>
                  <a:pt x="67729" y="56976"/>
                  <a:pt x="67953" y="56752"/>
                </a:cubicBezTo>
                <a:lnTo>
                  <a:pt x="68052" y="56652"/>
                </a:lnTo>
                <a:cubicBezTo>
                  <a:pt x="68301" y="56378"/>
                  <a:pt x="68525" y="56105"/>
                  <a:pt x="68774" y="55831"/>
                </a:cubicBezTo>
                <a:cubicBezTo>
                  <a:pt x="68874" y="55731"/>
                  <a:pt x="68924" y="55632"/>
                  <a:pt x="69023" y="55532"/>
                </a:cubicBezTo>
                <a:cubicBezTo>
                  <a:pt x="69297" y="55233"/>
                  <a:pt x="69546" y="54885"/>
                  <a:pt x="69820" y="54586"/>
                </a:cubicBezTo>
                <a:lnTo>
                  <a:pt x="70293" y="54014"/>
                </a:lnTo>
                <a:close/>
                <a:moveTo>
                  <a:pt x="51774" y="60311"/>
                </a:moveTo>
                <a:cubicBezTo>
                  <a:pt x="52321" y="61307"/>
                  <a:pt x="52595" y="62103"/>
                  <a:pt x="52570" y="62701"/>
                </a:cubicBezTo>
                <a:lnTo>
                  <a:pt x="52471" y="62800"/>
                </a:lnTo>
                <a:cubicBezTo>
                  <a:pt x="52520" y="62203"/>
                  <a:pt x="52272" y="61357"/>
                  <a:pt x="51724" y="60361"/>
                </a:cubicBezTo>
                <a:lnTo>
                  <a:pt x="51774" y="60311"/>
                </a:lnTo>
                <a:close/>
                <a:moveTo>
                  <a:pt x="84829" y="62701"/>
                </a:moveTo>
                <a:cubicBezTo>
                  <a:pt x="84854" y="62701"/>
                  <a:pt x="84879" y="62726"/>
                  <a:pt x="84879" y="62726"/>
                </a:cubicBezTo>
                <a:cubicBezTo>
                  <a:pt x="84879" y="62750"/>
                  <a:pt x="84854" y="62750"/>
                  <a:pt x="84854" y="62800"/>
                </a:cubicBezTo>
                <a:cubicBezTo>
                  <a:pt x="84829" y="62800"/>
                  <a:pt x="84829" y="62750"/>
                  <a:pt x="84804" y="62750"/>
                </a:cubicBezTo>
                <a:cubicBezTo>
                  <a:pt x="84804" y="62726"/>
                  <a:pt x="84829" y="62726"/>
                  <a:pt x="84829" y="62701"/>
                </a:cubicBezTo>
                <a:close/>
                <a:moveTo>
                  <a:pt x="89235" y="60884"/>
                </a:moveTo>
                <a:cubicBezTo>
                  <a:pt x="91649" y="61805"/>
                  <a:pt x="94163" y="62427"/>
                  <a:pt x="96627" y="62800"/>
                </a:cubicBezTo>
                <a:cubicBezTo>
                  <a:pt x="96627" y="62825"/>
                  <a:pt x="96578" y="62825"/>
                  <a:pt x="96578" y="62850"/>
                </a:cubicBezTo>
                <a:cubicBezTo>
                  <a:pt x="94089" y="62477"/>
                  <a:pt x="91599" y="61854"/>
                  <a:pt x="89210" y="60958"/>
                </a:cubicBezTo>
                <a:cubicBezTo>
                  <a:pt x="89210" y="60933"/>
                  <a:pt x="89210" y="60933"/>
                  <a:pt x="89235" y="60884"/>
                </a:cubicBezTo>
                <a:close/>
                <a:moveTo>
                  <a:pt x="46621" y="54163"/>
                </a:moveTo>
                <a:cubicBezTo>
                  <a:pt x="48538" y="56204"/>
                  <a:pt x="50031" y="58021"/>
                  <a:pt x="51002" y="59515"/>
                </a:cubicBezTo>
                <a:cubicBezTo>
                  <a:pt x="50828" y="59714"/>
                  <a:pt x="50654" y="59938"/>
                  <a:pt x="50479" y="60112"/>
                </a:cubicBezTo>
                <a:lnTo>
                  <a:pt x="50280" y="60311"/>
                </a:lnTo>
                <a:cubicBezTo>
                  <a:pt x="50031" y="60585"/>
                  <a:pt x="49832" y="60859"/>
                  <a:pt x="49608" y="61108"/>
                </a:cubicBezTo>
                <a:cubicBezTo>
                  <a:pt x="49533" y="61207"/>
                  <a:pt x="49459" y="61257"/>
                  <a:pt x="49384" y="61357"/>
                </a:cubicBezTo>
                <a:cubicBezTo>
                  <a:pt x="48961" y="61854"/>
                  <a:pt x="48513" y="62352"/>
                  <a:pt x="48115" y="62875"/>
                </a:cubicBezTo>
                <a:cubicBezTo>
                  <a:pt x="46547" y="62302"/>
                  <a:pt x="44680" y="61357"/>
                  <a:pt x="42688" y="60212"/>
                </a:cubicBezTo>
                <a:cubicBezTo>
                  <a:pt x="43759" y="58195"/>
                  <a:pt x="45053" y="56154"/>
                  <a:pt x="46621" y="54163"/>
                </a:cubicBezTo>
                <a:close/>
                <a:moveTo>
                  <a:pt x="96827" y="62825"/>
                </a:moveTo>
                <a:cubicBezTo>
                  <a:pt x="96827" y="62850"/>
                  <a:pt x="96827" y="62850"/>
                  <a:pt x="96802" y="62875"/>
                </a:cubicBezTo>
                <a:lnTo>
                  <a:pt x="96752" y="62875"/>
                </a:lnTo>
                <a:cubicBezTo>
                  <a:pt x="96752" y="62850"/>
                  <a:pt x="96777" y="62850"/>
                  <a:pt x="96777" y="62825"/>
                </a:cubicBezTo>
                <a:close/>
                <a:moveTo>
                  <a:pt x="59062" y="56174"/>
                </a:moveTo>
                <a:cubicBezTo>
                  <a:pt x="59047" y="56189"/>
                  <a:pt x="59032" y="56207"/>
                  <a:pt x="59017" y="56229"/>
                </a:cubicBezTo>
                <a:lnTo>
                  <a:pt x="58917" y="56353"/>
                </a:lnTo>
                <a:cubicBezTo>
                  <a:pt x="58220" y="57026"/>
                  <a:pt x="57723" y="57498"/>
                  <a:pt x="57324" y="57872"/>
                </a:cubicBezTo>
                <a:lnTo>
                  <a:pt x="57100" y="58096"/>
                </a:lnTo>
                <a:lnTo>
                  <a:pt x="57075" y="58121"/>
                </a:lnTo>
                <a:lnTo>
                  <a:pt x="56727" y="58469"/>
                </a:lnTo>
                <a:lnTo>
                  <a:pt x="56478" y="58718"/>
                </a:lnTo>
                <a:cubicBezTo>
                  <a:pt x="56453" y="58743"/>
                  <a:pt x="56453" y="58743"/>
                  <a:pt x="56453" y="58768"/>
                </a:cubicBezTo>
                <a:cubicBezTo>
                  <a:pt x="56354" y="58867"/>
                  <a:pt x="56254" y="58967"/>
                  <a:pt x="56179" y="59091"/>
                </a:cubicBezTo>
                <a:cubicBezTo>
                  <a:pt x="55706" y="59589"/>
                  <a:pt x="55109" y="60236"/>
                  <a:pt x="54387" y="61058"/>
                </a:cubicBezTo>
                <a:cubicBezTo>
                  <a:pt x="53765" y="61755"/>
                  <a:pt x="53217" y="62427"/>
                  <a:pt x="52819" y="62925"/>
                </a:cubicBezTo>
                <a:lnTo>
                  <a:pt x="52819" y="62850"/>
                </a:lnTo>
                <a:lnTo>
                  <a:pt x="52819" y="62800"/>
                </a:lnTo>
                <a:lnTo>
                  <a:pt x="52844" y="62750"/>
                </a:lnTo>
                <a:lnTo>
                  <a:pt x="53217" y="62302"/>
                </a:lnTo>
                <a:cubicBezTo>
                  <a:pt x="54462" y="60809"/>
                  <a:pt x="55806" y="59340"/>
                  <a:pt x="57200" y="57946"/>
                </a:cubicBezTo>
                <a:cubicBezTo>
                  <a:pt x="57778" y="57392"/>
                  <a:pt x="58398" y="56794"/>
                  <a:pt x="59062" y="56174"/>
                </a:cubicBezTo>
                <a:close/>
                <a:moveTo>
                  <a:pt x="108476" y="46447"/>
                </a:moveTo>
                <a:cubicBezTo>
                  <a:pt x="108476" y="46646"/>
                  <a:pt x="108525" y="46795"/>
                  <a:pt x="108575" y="46994"/>
                </a:cubicBezTo>
                <a:cubicBezTo>
                  <a:pt x="108600" y="47144"/>
                  <a:pt x="108625" y="47318"/>
                  <a:pt x="108650" y="47492"/>
                </a:cubicBezTo>
                <a:cubicBezTo>
                  <a:pt x="108650" y="47517"/>
                  <a:pt x="108650" y="47542"/>
                  <a:pt x="108700" y="47567"/>
                </a:cubicBezTo>
                <a:lnTo>
                  <a:pt x="108700" y="47642"/>
                </a:lnTo>
                <a:cubicBezTo>
                  <a:pt x="108725" y="47766"/>
                  <a:pt x="108725" y="47891"/>
                  <a:pt x="108749" y="48015"/>
                </a:cubicBezTo>
                <a:cubicBezTo>
                  <a:pt x="106659" y="52919"/>
                  <a:pt x="103921" y="57946"/>
                  <a:pt x="100635" y="62925"/>
                </a:cubicBezTo>
                <a:cubicBezTo>
                  <a:pt x="99490" y="62925"/>
                  <a:pt x="98295" y="62825"/>
                  <a:pt x="97076" y="62676"/>
                </a:cubicBezTo>
                <a:cubicBezTo>
                  <a:pt x="98644" y="58245"/>
                  <a:pt x="99141" y="54088"/>
                  <a:pt x="98295" y="50629"/>
                </a:cubicBezTo>
                <a:cubicBezTo>
                  <a:pt x="98370" y="50629"/>
                  <a:pt x="98420" y="50604"/>
                  <a:pt x="98494" y="50604"/>
                </a:cubicBezTo>
                <a:lnTo>
                  <a:pt x="98519" y="50604"/>
                </a:lnTo>
                <a:lnTo>
                  <a:pt x="99440" y="50405"/>
                </a:lnTo>
                <a:cubicBezTo>
                  <a:pt x="99764" y="50355"/>
                  <a:pt x="100062" y="50255"/>
                  <a:pt x="100411" y="50156"/>
                </a:cubicBezTo>
                <a:lnTo>
                  <a:pt x="100486" y="50156"/>
                </a:lnTo>
                <a:cubicBezTo>
                  <a:pt x="100510" y="50156"/>
                  <a:pt x="100510" y="50156"/>
                  <a:pt x="100535" y="50131"/>
                </a:cubicBezTo>
                <a:cubicBezTo>
                  <a:pt x="100809" y="50031"/>
                  <a:pt x="101133" y="49981"/>
                  <a:pt x="101407" y="49882"/>
                </a:cubicBezTo>
                <a:cubicBezTo>
                  <a:pt x="101730" y="49782"/>
                  <a:pt x="102004" y="49658"/>
                  <a:pt x="102303" y="49558"/>
                </a:cubicBezTo>
                <a:cubicBezTo>
                  <a:pt x="102352" y="49558"/>
                  <a:pt x="102352" y="49558"/>
                  <a:pt x="102377" y="49533"/>
                </a:cubicBezTo>
                <a:cubicBezTo>
                  <a:pt x="102676" y="49409"/>
                  <a:pt x="103024" y="49309"/>
                  <a:pt x="103348" y="49185"/>
                </a:cubicBezTo>
                <a:cubicBezTo>
                  <a:pt x="103622" y="49060"/>
                  <a:pt x="103896" y="48936"/>
                  <a:pt x="104145" y="48811"/>
                </a:cubicBezTo>
                <a:cubicBezTo>
                  <a:pt x="104145" y="48811"/>
                  <a:pt x="104169" y="48811"/>
                  <a:pt x="104169" y="48787"/>
                </a:cubicBezTo>
                <a:cubicBezTo>
                  <a:pt x="104219" y="48787"/>
                  <a:pt x="104244" y="48762"/>
                  <a:pt x="104269" y="48762"/>
                </a:cubicBezTo>
                <a:cubicBezTo>
                  <a:pt x="104543" y="48637"/>
                  <a:pt x="104866" y="48513"/>
                  <a:pt x="105140" y="48363"/>
                </a:cubicBezTo>
                <a:cubicBezTo>
                  <a:pt x="105389" y="48239"/>
                  <a:pt x="105638" y="48065"/>
                  <a:pt x="105887" y="47940"/>
                </a:cubicBezTo>
                <a:lnTo>
                  <a:pt x="105912" y="47940"/>
                </a:lnTo>
                <a:cubicBezTo>
                  <a:pt x="106111" y="47866"/>
                  <a:pt x="106260" y="47766"/>
                  <a:pt x="106459" y="47667"/>
                </a:cubicBezTo>
                <a:cubicBezTo>
                  <a:pt x="106609" y="47567"/>
                  <a:pt x="106758" y="47517"/>
                  <a:pt x="106908" y="47418"/>
                </a:cubicBezTo>
                <a:cubicBezTo>
                  <a:pt x="107007" y="47368"/>
                  <a:pt x="107082" y="47318"/>
                  <a:pt x="107156" y="47268"/>
                </a:cubicBezTo>
                <a:cubicBezTo>
                  <a:pt x="107331" y="47169"/>
                  <a:pt x="107480" y="47044"/>
                  <a:pt x="107654" y="46945"/>
                </a:cubicBezTo>
                <a:cubicBezTo>
                  <a:pt x="107953" y="46770"/>
                  <a:pt x="108227" y="46621"/>
                  <a:pt x="108476" y="46447"/>
                </a:cubicBezTo>
                <a:close/>
                <a:moveTo>
                  <a:pt x="108774" y="48413"/>
                </a:moveTo>
                <a:lnTo>
                  <a:pt x="108774" y="48488"/>
                </a:lnTo>
                <a:cubicBezTo>
                  <a:pt x="106733" y="53267"/>
                  <a:pt x="104095" y="58121"/>
                  <a:pt x="100909" y="62925"/>
                </a:cubicBezTo>
                <a:lnTo>
                  <a:pt x="100859" y="62925"/>
                </a:lnTo>
                <a:cubicBezTo>
                  <a:pt x="104020" y="58121"/>
                  <a:pt x="106708" y="53242"/>
                  <a:pt x="108774" y="48413"/>
                </a:cubicBezTo>
                <a:close/>
                <a:moveTo>
                  <a:pt x="67281" y="57598"/>
                </a:moveTo>
                <a:cubicBezTo>
                  <a:pt x="68202" y="59067"/>
                  <a:pt x="69695" y="60859"/>
                  <a:pt x="71637" y="62875"/>
                </a:cubicBezTo>
                <a:cubicBezTo>
                  <a:pt x="71637" y="62925"/>
                  <a:pt x="71587" y="62925"/>
                  <a:pt x="71587" y="62950"/>
                </a:cubicBezTo>
                <a:cubicBezTo>
                  <a:pt x="69670" y="60933"/>
                  <a:pt x="68177" y="59116"/>
                  <a:pt x="67206" y="57648"/>
                </a:cubicBezTo>
                <a:lnTo>
                  <a:pt x="67281" y="57598"/>
                </a:lnTo>
                <a:close/>
                <a:moveTo>
                  <a:pt x="75819" y="56826"/>
                </a:moveTo>
                <a:cubicBezTo>
                  <a:pt x="75819" y="56826"/>
                  <a:pt x="75868" y="56826"/>
                  <a:pt x="75868" y="56851"/>
                </a:cubicBezTo>
                <a:lnTo>
                  <a:pt x="75893" y="56851"/>
                </a:lnTo>
                <a:cubicBezTo>
                  <a:pt x="75843" y="57001"/>
                  <a:pt x="75744" y="57125"/>
                  <a:pt x="75669" y="57274"/>
                </a:cubicBezTo>
                <a:cubicBezTo>
                  <a:pt x="75619" y="57399"/>
                  <a:pt x="75545" y="57498"/>
                  <a:pt x="75495" y="57623"/>
                </a:cubicBezTo>
                <a:cubicBezTo>
                  <a:pt x="75395" y="57822"/>
                  <a:pt x="75271" y="57996"/>
                  <a:pt x="75171" y="58195"/>
                </a:cubicBezTo>
                <a:cubicBezTo>
                  <a:pt x="75122" y="58320"/>
                  <a:pt x="75047" y="58444"/>
                  <a:pt x="74972" y="58519"/>
                </a:cubicBezTo>
                <a:cubicBezTo>
                  <a:pt x="74773" y="58843"/>
                  <a:pt x="74549" y="59141"/>
                  <a:pt x="74375" y="59465"/>
                </a:cubicBezTo>
                <a:cubicBezTo>
                  <a:pt x="74176" y="59764"/>
                  <a:pt x="74001" y="60087"/>
                  <a:pt x="73777" y="60361"/>
                </a:cubicBezTo>
                <a:cubicBezTo>
                  <a:pt x="73603" y="60684"/>
                  <a:pt x="73354" y="60958"/>
                  <a:pt x="73155" y="61257"/>
                </a:cubicBezTo>
                <a:cubicBezTo>
                  <a:pt x="72931" y="61581"/>
                  <a:pt x="72757" y="61854"/>
                  <a:pt x="72533" y="62178"/>
                </a:cubicBezTo>
                <a:cubicBezTo>
                  <a:pt x="72508" y="62203"/>
                  <a:pt x="72508" y="62228"/>
                  <a:pt x="72483" y="62253"/>
                </a:cubicBezTo>
                <a:cubicBezTo>
                  <a:pt x="72284" y="62502"/>
                  <a:pt x="72110" y="62726"/>
                  <a:pt x="71911" y="62950"/>
                </a:cubicBezTo>
                <a:lnTo>
                  <a:pt x="71886" y="62925"/>
                </a:lnTo>
                <a:cubicBezTo>
                  <a:pt x="73429" y="60884"/>
                  <a:pt x="74773" y="58843"/>
                  <a:pt x="75819" y="56826"/>
                </a:cubicBezTo>
                <a:close/>
                <a:moveTo>
                  <a:pt x="108874" y="48936"/>
                </a:moveTo>
                <a:lnTo>
                  <a:pt x="108874" y="49036"/>
                </a:lnTo>
                <a:cubicBezTo>
                  <a:pt x="108899" y="49235"/>
                  <a:pt x="108899" y="49409"/>
                  <a:pt x="108899" y="49558"/>
                </a:cubicBezTo>
                <a:cubicBezTo>
                  <a:pt x="108949" y="49882"/>
                  <a:pt x="108949" y="50156"/>
                  <a:pt x="108973" y="50479"/>
                </a:cubicBezTo>
                <a:lnTo>
                  <a:pt x="108973" y="50554"/>
                </a:lnTo>
                <a:lnTo>
                  <a:pt x="108973" y="50853"/>
                </a:lnTo>
                <a:lnTo>
                  <a:pt x="108973" y="51923"/>
                </a:lnTo>
                <a:lnTo>
                  <a:pt x="108973" y="52222"/>
                </a:lnTo>
                <a:lnTo>
                  <a:pt x="108874" y="53416"/>
                </a:lnTo>
                <a:cubicBezTo>
                  <a:pt x="108874" y="53491"/>
                  <a:pt x="108874" y="53591"/>
                  <a:pt x="108849" y="53640"/>
                </a:cubicBezTo>
                <a:cubicBezTo>
                  <a:pt x="108824" y="54088"/>
                  <a:pt x="108749" y="54512"/>
                  <a:pt x="108700" y="54960"/>
                </a:cubicBezTo>
                <a:cubicBezTo>
                  <a:pt x="108700" y="55009"/>
                  <a:pt x="108700" y="55034"/>
                  <a:pt x="108650" y="55109"/>
                </a:cubicBezTo>
                <a:lnTo>
                  <a:pt x="108650" y="55134"/>
                </a:lnTo>
                <a:cubicBezTo>
                  <a:pt x="108600" y="55607"/>
                  <a:pt x="108501" y="56080"/>
                  <a:pt x="108401" y="56577"/>
                </a:cubicBezTo>
                <a:lnTo>
                  <a:pt x="108401" y="56602"/>
                </a:lnTo>
                <a:lnTo>
                  <a:pt x="108401" y="56627"/>
                </a:lnTo>
                <a:lnTo>
                  <a:pt x="108401" y="56702"/>
                </a:lnTo>
                <a:cubicBezTo>
                  <a:pt x="108301" y="57200"/>
                  <a:pt x="108202" y="57722"/>
                  <a:pt x="108052" y="58245"/>
                </a:cubicBezTo>
                <a:cubicBezTo>
                  <a:pt x="107654" y="59515"/>
                  <a:pt x="107256" y="60859"/>
                  <a:pt x="106758" y="62228"/>
                </a:cubicBezTo>
                <a:cubicBezTo>
                  <a:pt x="105016" y="62701"/>
                  <a:pt x="103124" y="62925"/>
                  <a:pt x="101158" y="62950"/>
                </a:cubicBezTo>
                <a:cubicBezTo>
                  <a:pt x="104219" y="58320"/>
                  <a:pt x="106833" y="53615"/>
                  <a:pt x="108874" y="48936"/>
                </a:cubicBezTo>
                <a:close/>
                <a:moveTo>
                  <a:pt x="51127" y="59714"/>
                </a:moveTo>
                <a:lnTo>
                  <a:pt x="51127" y="59714"/>
                </a:lnTo>
                <a:cubicBezTo>
                  <a:pt x="51027" y="59863"/>
                  <a:pt x="50952" y="59988"/>
                  <a:pt x="50828" y="60112"/>
                </a:cubicBezTo>
                <a:cubicBezTo>
                  <a:pt x="50828" y="60137"/>
                  <a:pt x="50778" y="60137"/>
                  <a:pt x="50778" y="60187"/>
                </a:cubicBezTo>
                <a:cubicBezTo>
                  <a:pt x="50654" y="60311"/>
                  <a:pt x="50529" y="60460"/>
                  <a:pt x="50405" y="60585"/>
                </a:cubicBezTo>
                <a:cubicBezTo>
                  <a:pt x="50031" y="60983"/>
                  <a:pt x="49708" y="61431"/>
                  <a:pt x="49359" y="61829"/>
                </a:cubicBezTo>
                <a:cubicBezTo>
                  <a:pt x="49260" y="61929"/>
                  <a:pt x="49210" y="62004"/>
                  <a:pt x="49110" y="62128"/>
                </a:cubicBezTo>
                <a:cubicBezTo>
                  <a:pt x="48861" y="62427"/>
                  <a:pt x="48637" y="62701"/>
                  <a:pt x="48413" y="62999"/>
                </a:cubicBezTo>
                <a:lnTo>
                  <a:pt x="48388" y="62999"/>
                </a:lnTo>
                <a:cubicBezTo>
                  <a:pt x="49235" y="61879"/>
                  <a:pt x="50156" y="60809"/>
                  <a:pt x="51127" y="59714"/>
                </a:cubicBezTo>
                <a:close/>
                <a:moveTo>
                  <a:pt x="40672" y="59515"/>
                </a:moveTo>
                <a:cubicBezTo>
                  <a:pt x="41170" y="59838"/>
                  <a:pt x="41643" y="60112"/>
                  <a:pt x="42116" y="60386"/>
                </a:cubicBezTo>
                <a:cubicBezTo>
                  <a:pt x="41668" y="61307"/>
                  <a:pt x="41270" y="62203"/>
                  <a:pt x="40921" y="63099"/>
                </a:cubicBezTo>
                <a:cubicBezTo>
                  <a:pt x="40349" y="62551"/>
                  <a:pt x="39776" y="62004"/>
                  <a:pt x="39154" y="61481"/>
                </a:cubicBezTo>
                <a:cubicBezTo>
                  <a:pt x="39652" y="60834"/>
                  <a:pt x="40150" y="60187"/>
                  <a:pt x="40672" y="59515"/>
                </a:cubicBezTo>
                <a:close/>
                <a:moveTo>
                  <a:pt x="42614" y="60386"/>
                </a:moveTo>
                <a:cubicBezTo>
                  <a:pt x="44605" y="61556"/>
                  <a:pt x="46422" y="62477"/>
                  <a:pt x="47990" y="63074"/>
                </a:cubicBezTo>
                <a:cubicBezTo>
                  <a:pt x="47990" y="63099"/>
                  <a:pt x="47990" y="63099"/>
                  <a:pt x="47965" y="63124"/>
                </a:cubicBezTo>
                <a:cubicBezTo>
                  <a:pt x="46397" y="62551"/>
                  <a:pt x="44555" y="61630"/>
                  <a:pt x="42564" y="60460"/>
                </a:cubicBezTo>
                <a:cubicBezTo>
                  <a:pt x="42564" y="60436"/>
                  <a:pt x="42614" y="60436"/>
                  <a:pt x="42614" y="60386"/>
                </a:cubicBezTo>
                <a:close/>
                <a:moveTo>
                  <a:pt x="97026" y="62850"/>
                </a:moveTo>
                <a:cubicBezTo>
                  <a:pt x="98196" y="62999"/>
                  <a:pt x="99365" y="63099"/>
                  <a:pt x="100510" y="63099"/>
                </a:cubicBezTo>
                <a:cubicBezTo>
                  <a:pt x="100510" y="63124"/>
                  <a:pt x="100486" y="63124"/>
                  <a:pt x="100486" y="63174"/>
                </a:cubicBezTo>
                <a:cubicBezTo>
                  <a:pt x="99316" y="63124"/>
                  <a:pt x="98171" y="63049"/>
                  <a:pt x="97026" y="62925"/>
                </a:cubicBezTo>
                <a:lnTo>
                  <a:pt x="97026" y="62850"/>
                </a:lnTo>
                <a:close/>
                <a:moveTo>
                  <a:pt x="100784" y="63099"/>
                </a:moveTo>
                <a:cubicBezTo>
                  <a:pt x="100759" y="63124"/>
                  <a:pt x="100759" y="63174"/>
                  <a:pt x="100735" y="63174"/>
                </a:cubicBezTo>
                <a:lnTo>
                  <a:pt x="100660" y="63174"/>
                </a:lnTo>
                <a:cubicBezTo>
                  <a:pt x="100660" y="63124"/>
                  <a:pt x="100685" y="63124"/>
                  <a:pt x="100735" y="63099"/>
                </a:cubicBezTo>
                <a:close/>
                <a:moveTo>
                  <a:pt x="106659" y="62427"/>
                </a:moveTo>
                <a:cubicBezTo>
                  <a:pt x="106659" y="62452"/>
                  <a:pt x="106634" y="62477"/>
                  <a:pt x="106634" y="62477"/>
                </a:cubicBezTo>
                <a:cubicBezTo>
                  <a:pt x="104916" y="62925"/>
                  <a:pt x="103000" y="63174"/>
                  <a:pt x="100983" y="63174"/>
                </a:cubicBezTo>
                <a:cubicBezTo>
                  <a:pt x="101008" y="63174"/>
                  <a:pt x="101033" y="63124"/>
                  <a:pt x="101033" y="63099"/>
                </a:cubicBezTo>
                <a:cubicBezTo>
                  <a:pt x="103024" y="63099"/>
                  <a:pt x="104916" y="62875"/>
                  <a:pt x="106659" y="62427"/>
                </a:cubicBezTo>
                <a:close/>
                <a:moveTo>
                  <a:pt x="51276" y="59963"/>
                </a:moveTo>
                <a:cubicBezTo>
                  <a:pt x="51276" y="59988"/>
                  <a:pt x="51326" y="60062"/>
                  <a:pt x="51375" y="60112"/>
                </a:cubicBezTo>
                <a:cubicBezTo>
                  <a:pt x="50579" y="61133"/>
                  <a:pt x="49782" y="62203"/>
                  <a:pt x="49110" y="63248"/>
                </a:cubicBezTo>
                <a:cubicBezTo>
                  <a:pt x="48961" y="63198"/>
                  <a:pt x="48762" y="63124"/>
                  <a:pt x="48588" y="63099"/>
                </a:cubicBezTo>
                <a:cubicBezTo>
                  <a:pt x="48762" y="62875"/>
                  <a:pt x="48961" y="62626"/>
                  <a:pt x="49135" y="62427"/>
                </a:cubicBezTo>
                <a:lnTo>
                  <a:pt x="49160" y="62377"/>
                </a:lnTo>
                <a:lnTo>
                  <a:pt x="49733" y="61730"/>
                </a:lnTo>
                <a:cubicBezTo>
                  <a:pt x="49982" y="61456"/>
                  <a:pt x="50230" y="61133"/>
                  <a:pt x="50479" y="60859"/>
                </a:cubicBezTo>
                <a:lnTo>
                  <a:pt x="51127" y="60112"/>
                </a:lnTo>
                <a:cubicBezTo>
                  <a:pt x="51201" y="60062"/>
                  <a:pt x="51226" y="59988"/>
                  <a:pt x="51276" y="59963"/>
                </a:cubicBezTo>
                <a:close/>
                <a:moveTo>
                  <a:pt x="39054" y="61630"/>
                </a:moveTo>
                <a:cubicBezTo>
                  <a:pt x="39677" y="62178"/>
                  <a:pt x="40299" y="62726"/>
                  <a:pt x="40871" y="63298"/>
                </a:cubicBezTo>
                <a:cubicBezTo>
                  <a:pt x="40871" y="63323"/>
                  <a:pt x="40822" y="63323"/>
                  <a:pt x="40822" y="63348"/>
                </a:cubicBezTo>
                <a:cubicBezTo>
                  <a:pt x="40274" y="62750"/>
                  <a:pt x="39652" y="62228"/>
                  <a:pt x="39029" y="61680"/>
                </a:cubicBezTo>
                <a:lnTo>
                  <a:pt x="39054" y="61630"/>
                </a:lnTo>
                <a:close/>
                <a:moveTo>
                  <a:pt x="42365" y="60560"/>
                </a:moveTo>
                <a:cubicBezTo>
                  <a:pt x="42365" y="60560"/>
                  <a:pt x="42390" y="60560"/>
                  <a:pt x="42390" y="60585"/>
                </a:cubicBezTo>
                <a:cubicBezTo>
                  <a:pt x="41917" y="61506"/>
                  <a:pt x="41519" y="62427"/>
                  <a:pt x="41170" y="63348"/>
                </a:cubicBezTo>
                <a:lnTo>
                  <a:pt x="41145" y="63323"/>
                </a:lnTo>
                <a:lnTo>
                  <a:pt x="41120" y="63298"/>
                </a:lnTo>
                <a:cubicBezTo>
                  <a:pt x="41120" y="63198"/>
                  <a:pt x="41145" y="63124"/>
                  <a:pt x="41170" y="63074"/>
                </a:cubicBezTo>
                <a:cubicBezTo>
                  <a:pt x="41245" y="62950"/>
                  <a:pt x="41295" y="62800"/>
                  <a:pt x="41319" y="62676"/>
                </a:cubicBezTo>
                <a:lnTo>
                  <a:pt x="41519" y="62203"/>
                </a:lnTo>
                <a:cubicBezTo>
                  <a:pt x="41543" y="62103"/>
                  <a:pt x="41618" y="61979"/>
                  <a:pt x="41668" y="61879"/>
                </a:cubicBezTo>
                <a:cubicBezTo>
                  <a:pt x="41767" y="61705"/>
                  <a:pt x="41867" y="61481"/>
                  <a:pt x="41942" y="61307"/>
                </a:cubicBezTo>
                <a:cubicBezTo>
                  <a:pt x="41991" y="61232"/>
                  <a:pt x="42016" y="61133"/>
                  <a:pt x="42066" y="61083"/>
                </a:cubicBezTo>
                <a:cubicBezTo>
                  <a:pt x="42166" y="60884"/>
                  <a:pt x="42240" y="60734"/>
                  <a:pt x="42315" y="60560"/>
                </a:cubicBezTo>
                <a:close/>
                <a:moveTo>
                  <a:pt x="51475" y="60311"/>
                </a:moveTo>
                <a:cubicBezTo>
                  <a:pt x="51475" y="60336"/>
                  <a:pt x="51500" y="60336"/>
                  <a:pt x="51500" y="60361"/>
                </a:cubicBezTo>
                <a:cubicBezTo>
                  <a:pt x="50728" y="61357"/>
                  <a:pt x="50006" y="62352"/>
                  <a:pt x="49334" y="63348"/>
                </a:cubicBezTo>
                <a:cubicBezTo>
                  <a:pt x="49285" y="63348"/>
                  <a:pt x="49285" y="63348"/>
                  <a:pt x="49260" y="63323"/>
                </a:cubicBezTo>
                <a:cubicBezTo>
                  <a:pt x="49957" y="62302"/>
                  <a:pt x="50703" y="61307"/>
                  <a:pt x="51475" y="60311"/>
                </a:cubicBezTo>
                <a:close/>
                <a:moveTo>
                  <a:pt x="48463" y="63223"/>
                </a:moveTo>
                <a:cubicBezTo>
                  <a:pt x="48637" y="63298"/>
                  <a:pt x="48837" y="63348"/>
                  <a:pt x="48986" y="63422"/>
                </a:cubicBezTo>
                <a:cubicBezTo>
                  <a:pt x="48986" y="63447"/>
                  <a:pt x="48961" y="63447"/>
                  <a:pt x="48961" y="63472"/>
                </a:cubicBezTo>
                <a:cubicBezTo>
                  <a:pt x="48762" y="63422"/>
                  <a:pt x="48613" y="63348"/>
                  <a:pt x="48413" y="63298"/>
                </a:cubicBezTo>
                <a:cubicBezTo>
                  <a:pt x="48413" y="63248"/>
                  <a:pt x="48463" y="63248"/>
                  <a:pt x="48463" y="63223"/>
                </a:cubicBezTo>
                <a:close/>
                <a:moveTo>
                  <a:pt x="76043" y="56951"/>
                </a:moveTo>
                <a:cubicBezTo>
                  <a:pt x="76491" y="57225"/>
                  <a:pt x="76963" y="57474"/>
                  <a:pt x="77412" y="57772"/>
                </a:cubicBezTo>
                <a:cubicBezTo>
                  <a:pt x="75868" y="59714"/>
                  <a:pt x="74225" y="61605"/>
                  <a:pt x="72483" y="63497"/>
                </a:cubicBezTo>
                <a:lnTo>
                  <a:pt x="72035" y="63074"/>
                </a:lnTo>
                <a:cubicBezTo>
                  <a:pt x="73628" y="61083"/>
                  <a:pt x="74972" y="58992"/>
                  <a:pt x="76043" y="56951"/>
                </a:cubicBezTo>
                <a:close/>
                <a:moveTo>
                  <a:pt x="49160" y="63472"/>
                </a:moveTo>
                <a:cubicBezTo>
                  <a:pt x="49210" y="63472"/>
                  <a:pt x="49210" y="63472"/>
                  <a:pt x="49235" y="63497"/>
                </a:cubicBezTo>
                <a:cubicBezTo>
                  <a:pt x="49235" y="63547"/>
                  <a:pt x="49210" y="63547"/>
                  <a:pt x="49210" y="63572"/>
                </a:cubicBezTo>
                <a:cubicBezTo>
                  <a:pt x="49160" y="63547"/>
                  <a:pt x="49135" y="63547"/>
                  <a:pt x="49135" y="63547"/>
                </a:cubicBezTo>
                <a:cubicBezTo>
                  <a:pt x="49135" y="63497"/>
                  <a:pt x="49160" y="63497"/>
                  <a:pt x="49160" y="63472"/>
                </a:cubicBezTo>
                <a:close/>
                <a:moveTo>
                  <a:pt x="51599" y="60510"/>
                </a:moveTo>
                <a:cubicBezTo>
                  <a:pt x="52247" y="61755"/>
                  <a:pt x="52471" y="62676"/>
                  <a:pt x="52147" y="63174"/>
                </a:cubicBezTo>
                <a:cubicBezTo>
                  <a:pt x="51978" y="63455"/>
                  <a:pt x="51604" y="63593"/>
                  <a:pt x="51063" y="63593"/>
                </a:cubicBezTo>
                <a:cubicBezTo>
                  <a:pt x="50646" y="63593"/>
                  <a:pt x="50130" y="63510"/>
                  <a:pt x="49533" y="63348"/>
                </a:cubicBezTo>
                <a:cubicBezTo>
                  <a:pt x="50156" y="62427"/>
                  <a:pt x="50853" y="61456"/>
                  <a:pt x="51599" y="60510"/>
                </a:cubicBezTo>
                <a:close/>
                <a:moveTo>
                  <a:pt x="3435" y="63174"/>
                </a:moveTo>
                <a:lnTo>
                  <a:pt x="3435" y="63373"/>
                </a:lnTo>
                <a:cubicBezTo>
                  <a:pt x="3410" y="63447"/>
                  <a:pt x="3410" y="63547"/>
                  <a:pt x="3360" y="63597"/>
                </a:cubicBezTo>
                <a:lnTo>
                  <a:pt x="3360" y="63373"/>
                </a:lnTo>
                <a:cubicBezTo>
                  <a:pt x="3385" y="63323"/>
                  <a:pt x="3385" y="63248"/>
                  <a:pt x="3435" y="63174"/>
                </a:cubicBezTo>
                <a:close/>
                <a:moveTo>
                  <a:pt x="52471" y="63099"/>
                </a:moveTo>
                <a:cubicBezTo>
                  <a:pt x="52471" y="63124"/>
                  <a:pt x="52446" y="63174"/>
                  <a:pt x="52396" y="63198"/>
                </a:cubicBezTo>
                <a:lnTo>
                  <a:pt x="52396" y="63223"/>
                </a:lnTo>
                <a:cubicBezTo>
                  <a:pt x="52396" y="63248"/>
                  <a:pt x="52371" y="63298"/>
                  <a:pt x="52371" y="63323"/>
                </a:cubicBezTo>
                <a:cubicBezTo>
                  <a:pt x="52321" y="63422"/>
                  <a:pt x="52247" y="63497"/>
                  <a:pt x="52147" y="63572"/>
                </a:cubicBezTo>
                <a:lnTo>
                  <a:pt x="52122" y="63572"/>
                </a:lnTo>
                <a:cubicBezTo>
                  <a:pt x="52122" y="63572"/>
                  <a:pt x="52097" y="63597"/>
                  <a:pt x="52072" y="63597"/>
                </a:cubicBezTo>
                <a:cubicBezTo>
                  <a:pt x="52197" y="63447"/>
                  <a:pt x="52321" y="63248"/>
                  <a:pt x="52471" y="63099"/>
                </a:cubicBezTo>
                <a:close/>
                <a:moveTo>
                  <a:pt x="71935" y="63198"/>
                </a:moveTo>
                <a:lnTo>
                  <a:pt x="72359" y="63597"/>
                </a:lnTo>
                <a:cubicBezTo>
                  <a:pt x="72359" y="63622"/>
                  <a:pt x="72309" y="63622"/>
                  <a:pt x="72309" y="63622"/>
                </a:cubicBezTo>
                <a:lnTo>
                  <a:pt x="71920" y="63232"/>
                </a:lnTo>
                <a:lnTo>
                  <a:pt x="71920" y="63232"/>
                </a:lnTo>
                <a:cubicBezTo>
                  <a:pt x="71927" y="63228"/>
                  <a:pt x="71935" y="63213"/>
                  <a:pt x="71935" y="63198"/>
                </a:cubicBezTo>
                <a:close/>
                <a:moveTo>
                  <a:pt x="77586" y="57872"/>
                </a:moveTo>
                <a:cubicBezTo>
                  <a:pt x="77611" y="57872"/>
                  <a:pt x="77611" y="57897"/>
                  <a:pt x="77636" y="57897"/>
                </a:cubicBezTo>
                <a:cubicBezTo>
                  <a:pt x="76092" y="59863"/>
                  <a:pt x="74425" y="61805"/>
                  <a:pt x="72682" y="63671"/>
                </a:cubicBezTo>
                <a:lnTo>
                  <a:pt x="72657" y="63622"/>
                </a:lnTo>
                <a:cubicBezTo>
                  <a:pt x="74375" y="61730"/>
                  <a:pt x="76018" y="59813"/>
                  <a:pt x="77586" y="57872"/>
                </a:cubicBezTo>
                <a:close/>
                <a:moveTo>
                  <a:pt x="86323" y="59913"/>
                </a:moveTo>
                <a:cubicBezTo>
                  <a:pt x="87094" y="60286"/>
                  <a:pt x="87866" y="60610"/>
                  <a:pt x="88687" y="60909"/>
                </a:cubicBezTo>
                <a:cubicBezTo>
                  <a:pt x="87965" y="61879"/>
                  <a:pt x="87244" y="62825"/>
                  <a:pt x="86497" y="63746"/>
                </a:cubicBezTo>
                <a:cubicBezTo>
                  <a:pt x="86049" y="63373"/>
                  <a:pt x="85601" y="63024"/>
                  <a:pt x="85128" y="62676"/>
                </a:cubicBezTo>
                <a:cubicBezTo>
                  <a:pt x="85576" y="61730"/>
                  <a:pt x="85974" y="60834"/>
                  <a:pt x="86323" y="59913"/>
                </a:cubicBezTo>
                <a:close/>
                <a:moveTo>
                  <a:pt x="72508" y="63796"/>
                </a:moveTo>
                <a:lnTo>
                  <a:pt x="72533" y="63821"/>
                </a:lnTo>
                <a:cubicBezTo>
                  <a:pt x="72533" y="63846"/>
                  <a:pt x="72508" y="63846"/>
                  <a:pt x="72508" y="63846"/>
                </a:cubicBezTo>
                <a:lnTo>
                  <a:pt x="72458" y="63821"/>
                </a:lnTo>
                <a:cubicBezTo>
                  <a:pt x="72458" y="63796"/>
                  <a:pt x="72508" y="63796"/>
                  <a:pt x="72508" y="63796"/>
                </a:cubicBezTo>
                <a:close/>
                <a:moveTo>
                  <a:pt x="49384" y="63547"/>
                </a:moveTo>
                <a:cubicBezTo>
                  <a:pt x="50038" y="63714"/>
                  <a:pt x="50581" y="63798"/>
                  <a:pt x="51023" y="63798"/>
                </a:cubicBezTo>
                <a:cubicBezTo>
                  <a:pt x="51305" y="63798"/>
                  <a:pt x="51546" y="63764"/>
                  <a:pt x="51749" y="63696"/>
                </a:cubicBezTo>
                <a:lnTo>
                  <a:pt x="51749" y="63696"/>
                </a:lnTo>
                <a:cubicBezTo>
                  <a:pt x="51724" y="63721"/>
                  <a:pt x="51699" y="63746"/>
                  <a:pt x="51699" y="63796"/>
                </a:cubicBezTo>
                <a:cubicBezTo>
                  <a:pt x="51500" y="63846"/>
                  <a:pt x="51276" y="63871"/>
                  <a:pt x="51002" y="63871"/>
                </a:cubicBezTo>
                <a:cubicBezTo>
                  <a:pt x="50579" y="63871"/>
                  <a:pt x="50006" y="63796"/>
                  <a:pt x="49359" y="63597"/>
                </a:cubicBezTo>
                <a:cubicBezTo>
                  <a:pt x="49359" y="63572"/>
                  <a:pt x="49384" y="63572"/>
                  <a:pt x="49384" y="63547"/>
                </a:cubicBezTo>
                <a:close/>
                <a:moveTo>
                  <a:pt x="88837" y="61008"/>
                </a:moveTo>
                <a:cubicBezTo>
                  <a:pt x="88861" y="61008"/>
                  <a:pt x="88861" y="61008"/>
                  <a:pt x="88911" y="61058"/>
                </a:cubicBezTo>
                <a:cubicBezTo>
                  <a:pt x="88189" y="62004"/>
                  <a:pt x="87443" y="62950"/>
                  <a:pt x="86696" y="63920"/>
                </a:cubicBezTo>
                <a:cubicBezTo>
                  <a:pt x="86671" y="63920"/>
                  <a:pt x="86671" y="63871"/>
                  <a:pt x="86621" y="63871"/>
                </a:cubicBezTo>
                <a:cubicBezTo>
                  <a:pt x="87368" y="62950"/>
                  <a:pt x="88115" y="61979"/>
                  <a:pt x="88837" y="61008"/>
                </a:cubicBezTo>
                <a:close/>
                <a:moveTo>
                  <a:pt x="85053" y="62850"/>
                </a:moveTo>
                <a:cubicBezTo>
                  <a:pt x="85476" y="63198"/>
                  <a:pt x="85949" y="63572"/>
                  <a:pt x="86372" y="63920"/>
                </a:cubicBezTo>
                <a:cubicBezTo>
                  <a:pt x="86372" y="63945"/>
                  <a:pt x="86347" y="63945"/>
                  <a:pt x="86347" y="63970"/>
                </a:cubicBezTo>
                <a:cubicBezTo>
                  <a:pt x="85924" y="63597"/>
                  <a:pt x="85451" y="63248"/>
                  <a:pt x="85003" y="62925"/>
                </a:cubicBezTo>
                <a:cubicBezTo>
                  <a:pt x="85003" y="62875"/>
                  <a:pt x="85053" y="62875"/>
                  <a:pt x="85053" y="62850"/>
                </a:cubicBezTo>
                <a:close/>
                <a:moveTo>
                  <a:pt x="86497" y="64045"/>
                </a:moveTo>
                <a:cubicBezTo>
                  <a:pt x="86547" y="64045"/>
                  <a:pt x="86571" y="64045"/>
                  <a:pt x="86571" y="64070"/>
                </a:cubicBezTo>
                <a:cubicBezTo>
                  <a:pt x="86571" y="64095"/>
                  <a:pt x="86522" y="64095"/>
                  <a:pt x="86522" y="64119"/>
                </a:cubicBezTo>
                <a:cubicBezTo>
                  <a:pt x="86497" y="64119"/>
                  <a:pt x="86497" y="64095"/>
                  <a:pt x="86472" y="64095"/>
                </a:cubicBezTo>
                <a:cubicBezTo>
                  <a:pt x="86472" y="64070"/>
                  <a:pt x="86497" y="64070"/>
                  <a:pt x="86497" y="64045"/>
                </a:cubicBezTo>
                <a:close/>
                <a:moveTo>
                  <a:pt x="7019" y="56851"/>
                </a:moveTo>
                <a:lnTo>
                  <a:pt x="7019" y="56851"/>
                </a:lnTo>
                <a:cubicBezTo>
                  <a:pt x="5725" y="59365"/>
                  <a:pt x="4605" y="61879"/>
                  <a:pt x="3684" y="64343"/>
                </a:cubicBezTo>
                <a:cubicBezTo>
                  <a:pt x="3659" y="64045"/>
                  <a:pt x="3609" y="63721"/>
                  <a:pt x="3609" y="63373"/>
                </a:cubicBezTo>
                <a:cubicBezTo>
                  <a:pt x="4033" y="61879"/>
                  <a:pt x="4481" y="60336"/>
                  <a:pt x="5078" y="58768"/>
                </a:cubicBezTo>
                <a:cubicBezTo>
                  <a:pt x="5601" y="58046"/>
                  <a:pt x="6223" y="57399"/>
                  <a:pt x="7019" y="56851"/>
                </a:cubicBezTo>
                <a:close/>
                <a:moveTo>
                  <a:pt x="3460" y="63970"/>
                </a:moveTo>
                <a:cubicBezTo>
                  <a:pt x="3485" y="64244"/>
                  <a:pt x="3535" y="64468"/>
                  <a:pt x="3560" y="64717"/>
                </a:cubicBezTo>
                <a:cubicBezTo>
                  <a:pt x="3560" y="64742"/>
                  <a:pt x="3535" y="64816"/>
                  <a:pt x="3535" y="64841"/>
                </a:cubicBezTo>
                <a:cubicBezTo>
                  <a:pt x="3485" y="64617"/>
                  <a:pt x="3460" y="64368"/>
                  <a:pt x="3435" y="64169"/>
                </a:cubicBezTo>
                <a:cubicBezTo>
                  <a:pt x="3435" y="64095"/>
                  <a:pt x="3460" y="64045"/>
                  <a:pt x="3460" y="63970"/>
                </a:cubicBezTo>
                <a:close/>
                <a:moveTo>
                  <a:pt x="7443" y="56528"/>
                </a:moveTo>
                <a:cubicBezTo>
                  <a:pt x="6024" y="59340"/>
                  <a:pt x="4779" y="62128"/>
                  <a:pt x="3784" y="64841"/>
                </a:cubicBezTo>
                <a:cubicBezTo>
                  <a:pt x="3784" y="64816"/>
                  <a:pt x="3734" y="64742"/>
                  <a:pt x="3734" y="64717"/>
                </a:cubicBezTo>
                <a:cubicBezTo>
                  <a:pt x="4729" y="62053"/>
                  <a:pt x="5949" y="59340"/>
                  <a:pt x="7318" y="56602"/>
                </a:cubicBezTo>
                <a:cubicBezTo>
                  <a:pt x="7343" y="56577"/>
                  <a:pt x="7393" y="56528"/>
                  <a:pt x="7443" y="56528"/>
                </a:cubicBezTo>
                <a:close/>
                <a:moveTo>
                  <a:pt x="3609" y="65090"/>
                </a:moveTo>
                <a:cubicBezTo>
                  <a:pt x="3609" y="65115"/>
                  <a:pt x="3609" y="65165"/>
                  <a:pt x="3659" y="65215"/>
                </a:cubicBezTo>
                <a:cubicBezTo>
                  <a:pt x="3659" y="65240"/>
                  <a:pt x="3609" y="65314"/>
                  <a:pt x="3609" y="65339"/>
                </a:cubicBezTo>
                <a:cubicBezTo>
                  <a:pt x="3609" y="65314"/>
                  <a:pt x="3609" y="65240"/>
                  <a:pt x="3584" y="65215"/>
                </a:cubicBezTo>
                <a:cubicBezTo>
                  <a:pt x="3584" y="65190"/>
                  <a:pt x="3609" y="65115"/>
                  <a:pt x="3609" y="65090"/>
                </a:cubicBezTo>
                <a:close/>
                <a:moveTo>
                  <a:pt x="65713" y="54039"/>
                </a:moveTo>
                <a:lnTo>
                  <a:pt x="65713" y="54113"/>
                </a:lnTo>
                <a:lnTo>
                  <a:pt x="65713" y="54163"/>
                </a:lnTo>
                <a:cubicBezTo>
                  <a:pt x="65713" y="54163"/>
                  <a:pt x="65713" y="54213"/>
                  <a:pt x="65688" y="54213"/>
                </a:cubicBezTo>
                <a:cubicBezTo>
                  <a:pt x="65538" y="54387"/>
                  <a:pt x="65414" y="54536"/>
                  <a:pt x="65290" y="54711"/>
                </a:cubicBezTo>
                <a:cubicBezTo>
                  <a:pt x="64045" y="56204"/>
                  <a:pt x="62701" y="57623"/>
                  <a:pt x="61307" y="59017"/>
                </a:cubicBezTo>
                <a:cubicBezTo>
                  <a:pt x="60635" y="59639"/>
                  <a:pt x="59938" y="60336"/>
                  <a:pt x="59191" y="61008"/>
                </a:cubicBezTo>
                <a:cubicBezTo>
                  <a:pt x="58992" y="61207"/>
                  <a:pt x="58768" y="61381"/>
                  <a:pt x="58569" y="61581"/>
                </a:cubicBezTo>
                <a:cubicBezTo>
                  <a:pt x="58196" y="61929"/>
                  <a:pt x="57847" y="62228"/>
                  <a:pt x="57499" y="62551"/>
                </a:cubicBezTo>
                <a:cubicBezTo>
                  <a:pt x="57399" y="62626"/>
                  <a:pt x="57324" y="62726"/>
                  <a:pt x="57225" y="62800"/>
                </a:cubicBezTo>
                <a:lnTo>
                  <a:pt x="57200" y="62825"/>
                </a:lnTo>
                <a:cubicBezTo>
                  <a:pt x="56901" y="63049"/>
                  <a:pt x="56627" y="63248"/>
                  <a:pt x="56379" y="63497"/>
                </a:cubicBezTo>
                <a:cubicBezTo>
                  <a:pt x="55482" y="64219"/>
                  <a:pt x="54611" y="64916"/>
                  <a:pt x="53889" y="65439"/>
                </a:cubicBezTo>
                <a:cubicBezTo>
                  <a:pt x="53815" y="65439"/>
                  <a:pt x="53765" y="65464"/>
                  <a:pt x="53740" y="65464"/>
                </a:cubicBezTo>
                <a:lnTo>
                  <a:pt x="53616" y="65464"/>
                </a:lnTo>
                <a:cubicBezTo>
                  <a:pt x="53641" y="65439"/>
                  <a:pt x="53690" y="65414"/>
                  <a:pt x="53740" y="65364"/>
                </a:cubicBezTo>
                <a:cubicBezTo>
                  <a:pt x="53740" y="65364"/>
                  <a:pt x="53765" y="65364"/>
                  <a:pt x="53765" y="65339"/>
                </a:cubicBezTo>
                <a:cubicBezTo>
                  <a:pt x="53840" y="65289"/>
                  <a:pt x="53939" y="65240"/>
                  <a:pt x="53989" y="65190"/>
                </a:cubicBezTo>
                <a:cubicBezTo>
                  <a:pt x="54188" y="65040"/>
                  <a:pt x="54362" y="64891"/>
                  <a:pt x="54561" y="64767"/>
                </a:cubicBezTo>
                <a:cubicBezTo>
                  <a:pt x="54810" y="64592"/>
                  <a:pt x="55010" y="64443"/>
                  <a:pt x="55234" y="64244"/>
                </a:cubicBezTo>
                <a:lnTo>
                  <a:pt x="55308" y="64219"/>
                </a:lnTo>
                <a:cubicBezTo>
                  <a:pt x="55358" y="64169"/>
                  <a:pt x="55433" y="64119"/>
                  <a:pt x="55482" y="64070"/>
                </a:cubicBezTo>
                <a:cubicBezTo>
                  <a:pt x="55557" y="64045"/>
                  <a:pt x="55582" y="63970"/>
                  <a:pt x="55632" y="63945"/>
                </a:cubicBezTo>
                <a:lnTo>
                  <a:pt x="56105" y="63572"/>
                </a:lnTo>
                <a:cubicBezTo>
                  <a:pt x="56453" y="63298"/>
                  <a:pt x="56827" y="62999"/>
                  <a:pt x="57125" y="62726"/>
                </a:cubicBezTo>
                <a:cubicBezTo>
                  <a:pt x="57225" y="62676"/>
                  <a:pt x="57324" y="62576"/>
                  <a:pt x="57374" y="62502"/>
                </a:cubicBezTo>
                <a:lnTo>
                  <a:pt x="57424" y="62502"/>
                </a:lnTo>
                <a:cubicBezTo>
                  <a:pt x="57797" y="62203"/>
                  <a:pt x="58196" y="61854"/>
                  <a:pt x="58544" y="61556"/>
                </a:cubicBezTo>
                <a:cubicBezTo>
                  <a:pt x="58793" y="61332"/>
                  <a:pt x="58992" y="61108"/>
                  <a:pt x="59241" y="60884"/>
                </a:cubicBezTo>
                <a:cubicBezTo>
                  <a:pt x="59316" y="60834"/>
                  <a:pt x="59415" y="60759"/>
                  <a:pt x="59465" y="60709"/>
                </a:cubicBezTo>
                <a:cubicBezTo>
                  <a:pt x="59490" y="60684"/>
                  <a:pt x="59565" y="60635"/>
                  <a:pt x="59589" y="60585"/>
                </a:cubicBezTo>
                <a:cubicBezTo>
                  <a:pt x="60311" y="59888"/>
                  <a:pt x="60809" y="59390"/>
                  <a:pt x="61207" y="59017"/>
                </a:cubicBezTo>
                <a:cubicBezTo>
                  <a:pt x="61257" y="58967"/>
                  <a:pt x="61357" y="58892"/>
                  <a:pt x="61431" y="58843"/>
                </a:cubicBezTo>
                <a:lnTo>
                  <a:pt x="61456" y="58818"/>
                </a:lnTo>
                <a:lnTo>
                  <a:pt x="61830" y="58444"/>
                </a:lnTo>
                <a:lnTo>
                  <a:pt x="61879" y="58370"/>
                </a:lnTo>
                <a:cubicBezTo>
                  <a:pt x="61979" y="58270"/>
                  <a:pt x="62079" y="58195"/>
                  <a:pt x="62128" y="58096"/>
                </a:cubicBezTo>
                <a:lnTo>
                  <a:pt x="62253" y="57971"/>
                </a:lnTo>
                <a:cubicBezTo>
                  <a:pt x="62751" y="57449"/>
                  <a:pt x="63448" y="56727"/>
                  <a:pt x="64244" y="55781"/>
                </a:cubicBezTo>
                <a:cubicBezTo>
                  <a:pt x="64319" y="55731"/>
                  <a:pt x="64369" y="55632"/>
                  <a:pt x="64443" y="55582"/>
                </a:cubicBezTo>
                <a:cubicBezTo>
                  <a:pt x="64493" y="55482"/>
                  <a:pt x="64593" y="55408"/>
                  <a:pt x="64667" y="55333"/>
                </a:cubicBezTo>
                <a:cubicBezTo>
                  <a:pt x="64717" y="55258"/>
                  <a:pt x="64742" y="55208"/>
                  <a:pt x="64817" y="55134"/>
                </a:cubicBezTo>
                <a:cubicBezTo>
                  <a:pt x="65041" y="54860"/>
                  <a:pt x="65240" y="54611"/>
                  <a:pt x="65439" y="54387"/>
                </a:cubicBezTo>
                <a:cubicBezTo>
                  <a:pt x="65464" y="54337"/>
                  <a:pt x="65538" y="54288"/>
                  <a:pt x="65563" y="54238"/>
                </a:cubicBezTo>
                <a:cubicBezTo>
                  <a:pt x="65613" y="54163"/>
                  <a:pt x="65663" y="54113"/>
                  <a:pt x="65713" y="54039"/>
                </a:cubicBezTo>
                <a:close/>
                <a:moveTo>
                  <a:pt x="29197" y="56254"/>
                </a:moveTo>
                <a:cubicBezTo>
                  <a:pt x="29222" y="56254"/>
                  <a:pt x="29222" y="56279"/>
                  <a:pt x="29247" y="56279"/>
                </a:cubicBezTo>
                <a:cubicBezTo>
                  <a:pt x="26907" y="59465"/>
                  <a:pt x="24767" y="62701"/>
                  <a:pt x="22900" y="65912"/>
                </a:cubicBezTo>
                <a:lnTo>
                  <a:pt x="22850" y="65912"/>
                </a:lnTo>
                <a:cubicBezTo>
                  <a:pt x="24717" y="62701"/>
                  <a:pt x="26858" y="59465"/>
                  <a:pt x="29197" y="56254"/>
                </a:cubicBezTo>
                <a:close/>
                <a:moveTo>
                  <a:pt x="53367" y="65737"/>
                </a:moveTo>
                <a:cubicBezTo>
                  <a:pt x="53342" y="65787"/>
                  <a:pt x="53267" y="65812"/>
                  <a:pt x="53242" y="65837"/>
                </a:cubicBezTo>
                <a:cubicBezTo>
                  <a:pt x="53217" y="65862"/>
                  <a:pt x="53192" y="65862"/>
                  <a:pt x="53143" y="65912"/>
                </a:cubicBezTo>
                <a:cubicBezTo>
                  <a:pt x="53118" y="65936"/>
                  <a:pt x="53043" y="65961"/>
                  <a:pt x="53018" y="65986"/>
                </a:cubicBezTo>
                <a:lnTo>
                  <a:pt x="52993" y="65961"/>
                </a:lnTo>
                <a:cubicBezTo>
                  <a:pt x="52993" y="65961"/>
                  <a:pt x="52993" y="65936"/>
                  <a:pt x="53018" y="65936"/>
                </a:cubicBezTo>
                <a:cubicBezTo>
                  <a:pt x="53043" y="65936"/>
                  <a:pt x="53043" y="65912"/>
                  <a:pt x="53093" y="65912"/>
                </a:cubicBezTo>
                <a:lnTo>
                  <a:pt x="53118" y="65862"/>
                </a:lnTo>
                <a:cubicBezTo>
                  <a:pt x="53143" y="65837"/>
                  <a:pt x="53168" y="65837"/>
                  <a:pt x="53217" y="65812"/>
                </a:cubicBezTo>
                <a:cubicBezTo>
                  <a:pt x="53242" y="65812"/>
                  <a:pt x="53317" y="65787"/>
                  <a:pt x="53367" y="65737"/>
                </a:cubicBezTo>
                <a:close/>
                <a:moveTo>
                  <a:pt x="52869" y="66086"/>
                </a:moveTo>
                <a:lnTo>
                  <a:pt x="52869" y="66086"/>
                </a:lnTo>
                <a:cubicBezTo>
                  <a:pt x="52849" y="66106"/>
                  <a:pt x="52828" y="66126"/>
                  <a:pt x="52795" y="66133"/>
                </a:cubicBezTo>
                <a:lnTo>
                  <a:pt x="52795" y="66133"/>
                </a:lnTo>
                <a:cubicBezTo>
                  <a:pt x="52814" y="66121"/>
                  <a:pt x="52841" y="66100"/>
                  <a:pt x="52869" y="66086"/>
                </a:cubicBezTo>
                <a:close/>
                <a:moveTo>
                  <a:pt x="21730" y="54337"/>
                </a:moveTo>
                <a:cubicBezTo>
                  <a:pt x="24194" y="54661"/>
                  <a:pt x="26634" y="55283"/>
                  <a:pt x="29048" y="56204"/>
                </a:cubicBezTo>
                <a:cubicBezTo>
                  <a:pt x="26683" y="59440"/>
                  <a:pt x="24518" y="62701"/>
                  <a:pt x="22626" y="65936"/>
                </a:cubicBezTo>
                <a:cubicBezTo>
                  <a:pt x="22452" y="65961"/>
                  <a:pt x="22253" y="65961"/>
                  <a:pt x="22079" y="65986"/>
                </a:cubicBezTo>
                <a:cubicBezTo>
                  <a:pt x="21655" y="66036"/>
                  <a:pt x="21257" y="66086"/>
                  <a:pt x="20884" y="66111"/>
                </a:cubicBezTo>
                <a:cubicBezTo>
                  <a:pt x="20759" y="66161"/>
                  <a:pt x="20635" y="66185"/>
                  <a:pt x="20486" y="66185"/>
                </a:cubicBezTo>
                <a:cubicBezTo>
                  <a:pt x="19664" y="62825"/>
                  <a:pt x="20137" y="58718"/>
                  <a:pt x="21730" y="54337"/>
                </a:cubicBezTo>
                <a:close/>
                <a:moveTo>
                  <a:pt x="22776" y="66111"/>
                </a:moveTo>
                <a:cubicBezTo>
                  <a:pt x="22776" y="66161"/>
                  <a:pt x="22751" y="66161"/>
                  <a:pt x="22751" y="66185"/>
                </a:cubicBezTo>
                <a:lnTo>
                  <a:pt x="22701" y="66185"/>
                </a:lnTo>
                <a:cubicBezTo>
                  <a:pt x="22701" y="66161"/>
                  <a:pt x="22726" y="66161"/>
                  <a:pt x="22726" y="66111"/>
                </a:cubicBezTo>
                <a:close/>
                <a:moveTo>
                  <a:pt x="21531" y="54288"/>
                </a:moveTo>
                <a:cubicBezTo>
                  <a:pt x="19988" y="58693"/>
                  <a:pt x="19490" y="62825"/>
                  <a:pt x="20311" y="66235"/>
                </a:cubicBezTo>
                <a:lnTo>
                  <a:pt x="20262" y="66235"/>
                </a:lnTo>
                <a:cubicBezTo>
                  <a:pt x="19415" y="62825"/>
                  <a:pt x="19888" y="58693"/>
                  <a:pt x="21481" y="54288"/>
                </a:cubicBezTo>
                <a:close/>
                <a:moveTo>
                  <a:pt x="65663" y="54462"/>
                </a:moveTo>
                <a:cubicBezTo>
                  <a:pt x="65688" y="55084"/>
                  <a:pt x="65962" y="55856"/>
                  <a:pt x="66484" y="56777"/>
                </a:cubicBezTo>
                <a:cubicBezTo>
                  <a:pt x="63721" y="60236"/>
                  <a:pt x="60311" y="63522"/>
                  <a:pt x="56478" y="66285"/>
                </a:cubicBezTo>
                <a:cubicBezTo>
                  <a:pt x="55557" y="65787"/>
                  <a:pt x="54736" y="65488"/>
                  <a:pt x="54089" y="65464"/>
                </a:cubicBezTo>
                <a:cubicBezTo>
                  <a:pt x="54263" y="65314"/>
                  <a:pt x="54462" y="65190"/>
                  <a:pt x="54686" y="65040"/>
                </a:cubicBezTo>
                <a:cubicBezTo>
                  <a:pt x="54935" y="64841"/>
                  <a:pt x="55184" y="64667"/>
                  <a:pt x="55383" y="64468"/>
                </a:cubicBezTo>
                <a:lnTo>
                  <a:pt x="55458" y="64418"/>
                </a:lnTo>
                <a:cubicBezTo>
                  <a:pt x="55706" y="64219"/>
                  <a:pt x="55955" y="64045"/>
                  <a:pt x="56204" y="63821"/>
                </a:cubicBezTo>
                <a:cubicBezTo>
                  <a:pt x="56603" y="63497"/>
                  <a:pt x="57001" y="63174"/>
                  <a:pt x="57374" y="62850"/>
                </a:cubicBezTo>
                <a:cubicBezTo>
                  <a:pt x="58196" y="62178"/>
                  <a:pt x="58967" y="61481"/>
                  <a:pt x="59589" y="60884"/>
                </a:cubicBezTo>
                <a:cubicBezTo>
                  <a:pt x="59664" y="60859"/>
                  <a:pt x="59689" y="60784"/>
                  <a:pt x="59714" y="60759"/>
                </a:cubicBezTo>
                <a:cubicBezTo>
                  <a:pt x="60361" y="60137"/>
                  <a:pt x="60859" y="59664"/>
                  <a:pt x="61232" y="59291"/>
                </a:cubicBezTo>
                <a:lnTo>
                  <a:pt x="61506" y="59017"/>
                </a:lnTo>
                <a:lnTo>
                  <a:pt x="61556" y="58992"/>
                </a:lnTo>
                <a:lnTo>
                  <a:pt x="61929" y="58619"/>
                </a:lnTo>
                <a:lnTo>
                  <a:pt x="62128" y="58395"/>
                </a:lnTo>
                <a:cubicBezTo>
                  <a:pt x="62178" y="58370"/>
                  <a:pt x="62178" y="58345"/>
                  <a:pt x="62203" y="58345"/>
                </a:cubicBezTo>
                <a:lnTo>
                  <a:pt x="62477" y="58071"/>
                </a:lnTo>
                <a:cubicBezTo>
                  <a:pt x="62950" y="57573"/>
                  <a:pt x="63597" y="56876"/>
                  <a:pt x="64344" y="56030"/>
                </a:cubicBezTo>
                <a:cubicBezTo>
                  <a:pt x="64493" y="55856"/>
                  <a:pt x="64692" y="55657"/>
                  <a:pt x="64842" y="55457"/>
                </a:cubicBezTo>
                <a:cubicBezTo>
                  <a:pt x="64891" y="55408"/>
                  <a:pt x="64916" y="55358"/>
                  <a:pt x="64941" y="55333"/>
                </a:cubicBezTo>
                <a:cubicBezTo>
                  <a:pt x="65190" y="55009"/>
                  <a:pt x="65439" y="54736"/>
                  <a:pt x="65663" y="54462"/>
                </a:cubicBezTo>
                <a:close/>
                <a:moveTo>
                  <a:pt x="53840" y="65613"/>
                </a:moveTo>
                <a:cubicBezTo>
                  <a:pt x="54462" y="65613"/>
                  <a:pt x="55308" y="65862"/>
                  <a:pt x="56304" y="66409"/>
                </a:cubicBezTo>
                <a:cubicBezTo>
                  <a:pt x="56254" y="66409"/>
                  <a:pt x="56254" y="66434"/>
                  <a:pt x="56229" y="66434"/>
                </a:cubicBezTo>
                <a:cubicBezTo>
                  <a:pt x="56179" y="66409"/>
                  <a:pt x="56130" y="66409"/>
                  <a:pt x="56105" y="66360"/>
                </a:cubicBezTo>
                <a:cubicBezTo>
                  <a:pt x="55955" y="66285"/>
                  <a:pt x="55756" y="66210"/>
                  <a:pt x="55607" y="66111"/>
                </a:cubicBezTo>
                <a:cubicBezTo>
                  <a:pt x="55582" y="66111"/>
                  <a:pt x="55557" y="66086"/>
                  <a:pt x="55557" y="66086"/>
                </a:cubicBezTo>
                <a:cubicBezTo>
                  <a:pt x="55358" y="65986"/>
                  <a:pt x="55184" y="65936"/>
                  <a:pt x="54985" y="65862"/>
                </a:cubicBezTo>
                <a:cubicBezTo>
                  <a:pt x="54960" y="65862"/>
                  <a:pt x="54935" y="65837"/>
                  <a:pt x="54885" y="65837"/>
                </a:cubicBezTo>
                <a:cubicBezTo>
                  <a:pt x="54711" y="65787"/>
                  <a:pt x="54561" y="65737"/>
                  <a:pt x="54387" y="65712"/>
                </a:cubicBezTo>
                <a:cubicBezTo>
                  <a:pt x="54238" y="65688"/>
                  <a:pt x="54113" y="65688"/>
                  <a:pt x="53989" y="65688"/>
                </a:cubicBezTo>
                <a:lnTo>
                  <a:pt x="53740" y="65688"/>
                </a:lnTo>
                <a:cubicBezTo>
                  <a:pt x="53740" y="65688"/>
                  <a:pt x="53765" y="65688"/>
                  <a:pt x="53765" y="65663"/>
                </a:cubicBezTo>
                <a:cubicBezTo>
                  <a:pt x="53815" y="65613"/>
                  <a:pt x="53815" y="65613"/>
                  <a:pt x="53840" y="65613"/>
                </a:cubicBezTo>
                <a:close/>
                <a:moveTo>
                  <a:pt x="66584" y="56976"/>
                </a:moveTo>
                <a:cubicBezTo>
                  <a:pt x="66584" y="57001"/>
                  <a:pt x="66634" y="57001"/>
                  <a:pt x="66634" y="57026"/>
                </a:cubicBezTo>
                <a:cubicBezTo>
                  <a:pt x="63846" y="60460"/>
                  <a:pt x="60486" y="63696"/>
                  <a:pt x="56727" y="66434"/>
                </a:cubicBezTo>
                <a:cubicBezTo>
                  <a:pt x="56702" y="66434"/>
                  <a:pt x="56702" y="66409"/>
                  <a:pt x="56677" y="66409"/>
                </a:cubicBezTo>
                <a:cubicBezTo>
                  <a:pt x="60436" y="63671"/>
                  <a:pt x="63821" y="60386"/>
                  <a:pt x="66584" y="56976"/>
                </a:cubicBezTo>
                <a:close/>
                <a:moveTo>
                  <a:pt x="22502" y="66161"/>
                </a:moveTo>
                <a:cubicBezTo>
                  <a:pt x="22502" y="66185"/>
                  <a:pt x="22477" y="66210"/>
                  <a:pt x="22477" y="66210"/>
                </a:cubicBezTo>
                <a:cubicBezTo>
                  <a:pt x="21954" y="66285"/>
                  <a:pt x="21407" y="66310"/>
                  <a:pt x="20884" y="66409"/>
                </a:cubicBezTo>
                <a:cubicBezTo>
                  <a:pt x="20759" y="66434"/>
                  <a:pt x="20660" y="66434"/>
                  <a:pt x="20535" y="66459"/>
                </a:cubicBezTo>
                <a:cubicBezTo>
                  <a:pt x="20535" y="66434"/>
                  <a:pt x="20535" y="66434"/>
                  <a:pt x="20510" y="66409"/>
                </a:cubicBezTo>
                <a:cubicBezTo>
                  <a:pt x="20635" y="66360"/>
                  <a:pt x="20759" y="66335"/>
                  <a:pt x="20884" y="66335"/>
                </a:cubicBezTo>
                <a:cubicBezTo>
                  <a:pt x="21232" y="66285"/>
                  <a:pt x="21606" y="66235"/>
                  <a:pt x="21954" y="66210"/>
                </a:cubicBezTo>
                <a:cubicBezTo>
                  <a:pt x="22128" y="66185"/>
                  <a:pt x="22327" y="66161"/>
                  <a:pt x="22502" y="66161"/>
                </a:cubicBezTo>
                <a:close/>
                <a:moveTo>
                  <a:pt x="3286" y="64717"/>
                </a:moveTo>
                <a:cubicBezTo>
                  <a:pt x="3311" y="64866"/>
                  <a:pt x="3336" y="65040"/>
                  <a:pt x="3360" y="65215"/>
                </a:cubicBezTo>
                <a:lnTo>
                  <a:pt x="2912" y="66534"/>
                </a:lnTo>
                <a:cubicBezTo>
                  <a:pt x="3037" y="65936"/>
                  <a:pt x="3161" y="65314"/>
                  <a:pt x="3286" y="64717"/>
                </a:cubicBezTo>
                <a:close/>
                <a:moveTo>
                  <a:pt x="29446" y="56353"/>
                </a:moveTo>
                <a:cubicBezTo>
                  <a:pt x="30293" y="56652"/>
                  <a:pt x="31114" y="57026"/>
                  <a:pt x="31935" y="57399"/>
                </a:cubicBezTo>
                <a:cubicBezTo>
                  <a:pt x="30741" y="60759"/>
                  <a:pt x="30342" y="63920"/>
                  <a:pt x="30940" y="66584"/>
                </a:cubicBezTo>
                <a:cubicBezTo>
                  <a:pt x="30691" y="66534"/>
                  <a:pt x="30467" y="66459"/>
                  <a:pt x="30218" y="66409"/>
                </a:cubicBezTo>
                <a:cubicBezTo>
                  <a:pt x="30168" y="66409"/>
                  <a:pt x="30094" y="66360"/>
                  <a:pt x="30044" y="66360"/>
                </a:cubicBezTo>
                <a:cubicBezTo>
                  <a:pt x="29745" y="66310"/>
                  <a:pt x="29471" y="66235"/>
                  <a:pt x="29197" y="66210"/>
                </a:cubicBezTo>
                <a:cubicBezTo>
                  <a:pt x="29098" y="66210"/>
                  <a:pt x="29048" y="66185"/>
                  <a:pt x="28949" y="66185"/>
                </a:cubicBezTo>
                <a:cubicBezTo>
                  <a:pt x="28700" y="66161"/>
                  <a:pt x="28426" y="66086"/>
                  <a:pt x="28177" y="66061"/>
                </a:cubicBezTo>
                <a:cubicBezTo>
                  <a:pt x="28052" y="66036"/>
                  <a:pt x="27928" y="66036"/>
                  <a:pt x="27828" y="66036"/>
                </a:cubicBezTo>
                <a:cubicBezTo>
                  <a:pt x="27580" y="65986"/>
                  <a:pt x="27355" y="65961"/>
                  <a:pt x="27107" y="65961"/>
                </a:cubicBezTo>
                <a:cubicBezTo>
                  <a:pt x="26932" y="65936"/>
                  <a:pt x="26733" y="65936"/>
                  <a:pt x="26584" y="65936"/>
                </a:cubicBezTo>
                <a:cubicBezTo>
                  <a:pt x="26385" y="65936"/>
                  <a:pt x="26211" y="65912"/>
                  <a:pt x="26011" y="65912"/>
                </a:cubicBezTo>
                <a:cubicBezTo>
                  <a:pt x="25638" y="65862"/>
                  <a:pt x="25314" y="65862"/>
                  <a:pt x="24941" y="65862"/>
                </a:cubicBezTo>
                <a:cubicBezTo>
                  <a:pt x="24369" y="65862"/>
                  <a:pt x="23821" y="65912"/>
                  <a:pt x="23224" y="65936"/>
                </a:cubicBezTo>
                <a:lnTo>
                  <a:pt x="23149" y="65936"/>
                </a:lnTo>
                <a:cubicBezTo>
                  <a:pt x="24991" y="62726"/>
                  <a:pt x="27107" y="59515"/>
                  <a:pt x="29446" y="56353"/>
                </a:cubicBezTo>
                <a:close/>
                <a:moveTo>
                  <a:pt x="66708" y="57200"/>
                </a:moveTo>
                <a:cubicBezTo>
                  <a:pt x="66758" y="57250"/>
                  <a:pt x="66783" y="57324"/>
                  <a:pt x="66808" y="57349"/>
                </a:cubicBezTo>
                <a:cubicBezTo>
                  <a:pt x="64642" y="59764"/>
                  <a:pt x="62278" y="62128"/>
                  <a:pt x="59739" y="64368"/>
                </a:cubicBezTo>
                <a:lnTo>
                  <a:pt x="59664" y="64468"/>
                </a:lnTo>
                <a:lnTo>
                  <a:pt x="59614" y="64493"/>
                </a:lnTo>
                <a:cubicBezTo>
                  <a:pt x="59589" y="64543"/>
                  <a:pt x="59565" y="64567"/>
                  <a:pt x="59540" y="64567"/>
                </a:cubicBezTo>
                <a:cubicBezTo>
                  <a:pt x="59067" y="64966"/>
                  <a:pt x="58619" y="65364"/>
                  <a:pt x="58171" y="65737"/>
                </a:cubicBezTo>
                <a:cubicBezTo>
                  <a:pt x="57996" y="65862"/>
                  <a:pt x="57872" y="65986"/>
                  <a:pt x="57723" y="66086"/>
                </a:cubicBezTo>
                <a:cubicBezTo>
                  <a:pt x="57548" y="66310"/>
                  <a:pt x="57324" y="66484"/>
                  <a:pt x="57100" y="66658"/>
                </a:cubicBezTo>
                <a:cubicBezTo>
                  <a:pt x="57051" y="66584"/>
                  <a:pt x="56951" y="66559"/>
                  <a:pt x="56876" y="66534"/>
                </a:cubicBezTo>
                <a:cubicBezTo>
                  <a:pt x="60610" y="63821"/>
                  <a:pt x="63970" y="60585"/>
                  <a:pt x="66708" y="57200"/>
                </a:cubicBezTo>
                <a:close/>
                <a:moveTo>
                  <a:pt x="32085" y="57498"/>
                </a:moveTo>
                <a:cubicBezTo>
                  <a:pt x="32110" y="57498"/>
                  <a:pt x="32110" y="57523"/>
                  <a:pt x="32159" y="57523"/>
                </a:cubicBezTo>
                <a:cubicBezTo>
                  <a:pt x="30965" y="60884"/>
                  <a:pt x="30591" y="64045"/>
                  <a:pt x="31214" y="66683"/>
                </a:cubicBezTo>
                <a:cubicBezTo>
                  <a:pt x="31189" y="66683"/>
                  <a:pt x="31189" y="66683"/>
                  <a:pt x="31164" y="66658"/>
                </a:cubicBezTo>
                <a:cubicBezTo>
                  <a:pt x="30542" y="63995"/>
                  <a:pt x="30915" y="60859"/>
                  <a:pt x="32085" y="57498"/>
                </a:cubicBezTo>
                <a:close/>
                <a:moveTo>
                  <a:pt x="56702" y="66683"/>
                </a:moveTo>
                <a:cubicBezTo>
                  <a:pt x="56802" y="66708"/>
                  <a:pt x="56876" y="66733"/>
                  <a:pt x="56951" y="66808"/>
                </a:cubicBezTo>
                <a:cubicBezTo>
                  <a:pt x="56926" y="66808"/>
                  <a:pt x="56926" y="66833"/>
                  <a:pt x="56876" y="66833"/>
                </a:cubicBezTo>
                <a:cubicBezTo>
                  <a:pt x="56827" y="66808"/>
                  <a:pt x="56752" y="66783"/>
                  <a:pt x="56702" y="66708"/>
                </a:cubicBezTo>
                <a:cubicBezTo>
                  <a:pt x="56677" y="66708"/>
                  <a:pt x="56677" y="66708"/>
                  <a:pt x="56702" y="66683"/>
                </a:cubicBezTo>
                <a:close/>
                <a:moveTo>
                  <a:pt x="66932" y="57523"/>
                </a:moveTo>
                <a:cubicBezTo>
                  <a:pt x="66932" y="57523"/>
                  <a:pt x="66932" y="57573"/>
                  <a:pt x="66957" y="57573"/>
                </a:cubicBezTo>
                <a:lnTo>
                  <a:pt x="66957" y="57598"/>
                </a:lnTo>
                <a:cubicBezTo>
                  <a:pt x="64817" y="59988"/>
                  <a:pt x="62477" y="62327"/>
                  <a:pt x="60038" y="64543"/>
                </a:cubicBezTo>
                <a:cubicBezTo>
                  <a:pt x="59963" y="64592"/>
                  <a:pt x="59913" y="64617"/>
                  <a:pt x="59838" y="64692"/>
                </a:cubicBezTo>
                <a:cubicBezTo>
                  <a:pt x="59365" y="65090"/>
                  <a:pt x="58917" y="65513"/>
                  <a:pt x="58395" y="65936"/>
                </a:cubicBezTo>
                <a:cubicBezTo>
                  <a:pt x="58245" y="66061"/>
                  <a:pt x="58096" y="66185"/>
                  <a:pt x="57972" y="66310"/>
                </a:cubicBezTo>
                <a:cubicBezTo>
                  <a:pt x="57748" y="66484"/>
                  <a:pt x="57524" y="66633"/>
                  <a:pt x="57324" y="66833"/>
                </a:cubicBezTo>
                <a:cubicBezTo>
                  <a:pt x="57324" y="66833"/>
                  <a:pt x="57300" y="66833"/>
                  <a:pt x="57300" y="66808"/>
                </a:cubicBezTo>
                <a:lnTo>
                  <a:pt x="57250" y="66808"/>
                </a:lnTo>
                <a:cubicBezTo>
                  <a:pt x="57449" y="66609"/>
                  <a:pt x="57623" y="66459"/>
                  <a:pt x="57822" y="66310"/>
                </a:cubicBezTo>
                <a:cubicBezTo>
                  <a:pt x="57996" y="66161"/>
                  <a:pt x="58171" y="66036"/>
                  <a:pt x="58345" y="65862"/>
                </a:cubicBezTo>
                <a:cubicBezTo>
                  <a:pt x="58743" y="65538"/>
                  <a:pt x="59191" y="65165"/>
                  <a:pt x="59589" y="64816"/>
                </a:cubicBezTo>
                <a:lnTo>
                  <a:pt x="59689" y="64717"/>
                </a:lnTo>
                <a:lnTo>
                  <a:pt x="59714" y="64692"/>
                </a:lnTo>
                <a:cubicBezTo>
                  <a:pt x="59814" y="64617"/>
                  <a:pt x="59913" y="64543"/>
                  <a:pt x="59963" y="64468"/>
                </a:cubicBezTo>
                <a:cubicBezTo>
                  <a:pt x="61058" y="63497"/>
                  <a:pt x="62079" y="62551"/>
                  <a:pt x="63099" y="61506"/>
                </a:cubicBezTo>
                <a:lnTo>
                  <a:pt x="63572" y="61058"/>
                </a:lnTo>
                <a:lnTo>
                  <a:pt x="64642" y="59988"/>
                </a:lnTo>
                <a:cubicBezTo>
                  <a:pt x="64817" y="59813"/>
                  <a:pt x="65016" y="59614"/>
                  <a:pt x="65165" y="59440"/>
                </a:cubicBezTo>
                <a:cubicBezTo>
                  <a:pt x="65464" y="59091"/>
                  <a:pt x="65787" y="58768"/>
                  <a:pt x="66086" y="58444"/>
                </a:cubicBezTo>
                <a:cubicBezTo>
                  <a:pt x="66285" y="58245"/>
                  <a:pt x="66435" y="58071"/>
                  <a:pt x="66634" y="57872"/>
                </a:cubicBezTo>
                <a:cubicBezTo>
                  <a:pt x="66708" y="57747"/>
                  <a:pt x="66833" y="57648"/>
                  <a:pt x="66932" y="57523"/>
                </a:cubicBezTo>
                <a:close/>
                <a:moveTo>
                  <a:pt x="24941" y="66036"/>
                </a:moveTo>
                <a:cubicBezTo>
                  <a:pt x="25314" y="66036"/>
                  <a:pt x="25638" y="66036"/>
                  <a:pt x="26011" y="66061"/>
                </a:cubicBezTo>
                <a:cubicBezTo>
                  <a:pt x="26235" y="66061"/>
                  <a:pt x="26459" y="66086"/>
                  <a:pt x="26708" y="66086"/>
                </a:cubicBezTo>
                <a:cubicBezTo>
                  <a:pt x="26833" y="66086"/>
                  <a:pt x="26982" y="66111"/>
                  <a:pt x="27107" y="66111"/>
                </a:cubicBezTo>
                <a:cubicBezTo>
                  <a:pt x="27430" y="66136"/>
                  <a:pt x="27704" y="66185"/>
                  <a:pt x="28003" y="66210"/>
                </a:cubicBezTo>
                <a:cubicBezTo>
                  <a:pt x="28077" y="66210"/>
                  <a:pt x="28127" y="66210"/>
                  <a:pt x="28202" y="66235"/>
                </a:cubicBezTo>
                <a:cubicBezTo>
                  <a:pt x="28550" y="66285"/>
                  <a:pt x="28874" y="66335"/>
                  <a:pt x="29197" y="66409"/>
                </a:cubicBezTo>
                <a:lnTo>
                  <a:pt x="29222" y="66409"/>
                </a:lnTo>
                <a:cubicBezTo>
                  <a:pt x="29820" y="66484"/>
                  <a:pt x="30417" y="66658"/>
                  <a:pt x="30990" y="66808"/>
                </a:cubicBezTo>
                <a:lnTo>
                  <a:pt x="30990" y="66857"/>
                </a:lnTo>
                <a:cubicBezTo>
                  <a:pt x="29073" y="66360"/>
                  <a:pt x="27007" y="66086"/>
                  <a:pt x="24891" y="66086"/>
                </a:cubicBezTo>
                <a:cubicBezTo>
                  <a:pt x="24244" y="66086"/>
                  <a:pt x="23622" y="66111"/>
                  <a:pt x="23000" y="66136"/>
                </a:cubicBezTo>
                <a:cubicBezTo>
                  <a:pt x="23000" y="66111"/>
                  <a:pt x="23024" y="66111"/>
                  <a:pt x="23024" y="66086"/>
                </a:cubicBezTo>
                <a:cubicBezTo>
                  <a:pt x="23647" y="66061"/>
                  <a:pt x="24269" y="66036"/>
                  <a:pt x="24891" y="66036"/>
                </a:cubicBezTo>
                <a:close/>
                <a:moveTo>
                  <a:pt x="57150" y="66907"/>
                </a:moveTo>
                <a:cubicBezTo>
                  <a:pt x="57150" y="66907"/>
                  <a:pt x="57200" y="66907"/>
                  <a:pt x="57200" y="66932"/>
                </a:cubicBezTo>
                <a:lnTo>
                  <a:pt x="57125" y="66982"/>
                </a:lnTo>
                <a:lnTo>
                  <a:pt x="57075" y="66932"/>
                </a:lnTo>
                <a:cubicBezTo>
                  <a:pt x="57100" y="66932"/>
                  <a:pt x="57100" y="66907"/>
                  <a:pt x="57125" y="66907"/>
                </a:cubicBezTo>
                <a:close/>
                <a:moveTo>
                  <a:pt x="40846" y="63696"/>
                </a:moveTo>
                <a:lnTo>
                  <a:pt x="40896" y="63721"/>
                </a:lnTo>
                <a:lnTo>
                  <a:pt x="40921" y="63746"/>
                </a:lnTo>
                <a:lnTo>
                  <a:pt x="40822" y="64045"/>
                </a:lnTo>
                <a:cubicBezTo>
                  <a:pt x="40797" y="64119"/>
                  <a:pt x="40772" y="64194"/>
                  <a:pt x="40772" y="64244"/>
                </a:cubicBezTo>
                <a:cubicBezTo>
                  <a:pt x="40697" y="64443"/>
                  <a:pt x="40647" y="64592"/>
                  <a:pt x="40598" y="64792"/>
                </a:cubicBezTo>
                <a:cubicBezTo>
                  <a:pt x="40573" y="64916"/>
                  <a:pt x="40523" y="65040"/>
                  <a:pt x="40473" y="65165"/>
                </a:cubicBezTo>
                <a:cubicBezTo>
                  <a:pt x="40448" y="65289"/>
                  <a:pt x="40423" y="65364"/>
                  <a:pt x="40398" y="65488"/>
                </a:cubicBezTo>
                <a:cubicBezTo>
                  <a:pt x="40324" y="65688"/>
                  <a:pt x="40299" y="65862"/>
                  <a:pt x="40274" y="66061"/>
                </a:cubicBezTo>
                <a:cubicBezTo>
                  <a:pt x="40224" y="66210"/>
                  <a:pt x="40174" y="66360"/>
                  <a:pt x="40150" y="66534"/>
                </a:cubicBezTo>
                <a:cubicBezTo>
                  <a:pt x="40150" y="66559"/>
                  <a:pt x="40100" y="66584"/>
                  <a:pt x="40100" y="66609"/>
                </a:cubicBezTo>
                <a:cubicBezTo>
                  <a:pt x="40082" y="66739"/>
                  <a:pt x="40062" y="66869"/>
                  <a:pt x="40042" y="66998"/>
                </a:cubicBezTo>
                <a:lnTo>
                  <a:pt x="40042" y="66998"/>
                </a:lnTo>
                <a:cubicBezTo>
                  <a:pt x="40047" y="66941"/>
                  <a:pt x="40050" y="66885"/>
                  <a:pt x="40050" y="66833"/>
                </a:cubicBezTo>
                <a:cubicBezTo>
                  <a:pt x="40075" y="66708"/>
                  <a:pt x="40075" y="66609"/>
                  <a:pt x="40100" y="66484"/>
                </a:cubicBezTo>
                <a:cubicBezTo>
                  <a:pt x="40150" y="66335"/>
                  <a:pt x="40174" y="66161"/>
                  <a:pt x="40199" y="65986"/>
                </a:cubicBezTo>
                <a:lnTo>
                  <a:pt x="40199" y="65961"/>
                </a:lnTo>
                <a:cubicBezTo>
                  <a:pt x="40224" y="65862"/>
                  <a:pt x="40224" y="65787"/>
                  <a:pt x="40274" y="65688"/>
                </a:cubicBezTo>
                <a:cubicBezTo>
                  <a:pt x="40299" y="65538"/>
                  <a:pt x="40349" y="65339"/>
                  <a:pt x="40398" y="65190"/>
                </a:cubicBezTo>
                <a:cubicBezTo>
                  <a:pt x="40423" y="65115"/>
                  <a:pt x="40423" y="65065"/>
                  <a:pt x="40448" y="64991"/>
                </a:cubicBezTo>
                <a:cubicBezTo>
                  <a:pt x="40448" y="64941"/>
                  <a:pt x="40473" y="64916"/>
                  <a:pt x="40473" y="64841"/>
                </a:cubicBezTo>
                <a:cubicBezTo>
                  <a:pt x="40548" y="64692"/>
                  <a:pt x="40573" y="64493"/>
                  <a:pt x="40647" y="64343"/>
                </a:cubicBezTo>
                <a:cubicBezTo>
                  <a:pt x="40672" y="64219"/>
                  <a:pt x="40697" y="64095"/>
                  <a:pt x="40772" y="63970"/>
                </a:cubicBezTo>
                <a:lnTo>
                  <a:pt x="40846" y="63696"/>
                </a:lnTo>
                <a:close/>
                <a:moveTo>
                  <a:pt x="48090" y="63348"/>
                </a:moveTo>
                <a:lnTo>
                  <a:pt x="47716" y="63821"/>
                </a:lnTo>
                <a:cubicBezTo>
                  <a:pt x="47468" y="64119"/>
                  <a:pt x="47219" y="64443"/>
                  <a:pt x="46995" y="64742"/>
                </a:cubicBezTo>
                <a:cubicBezTo>
                  <a:pt x="46920" y="64841"/>
                  <a:pt x="46845" y="64941"/>
                  <a:pt x="46771" y="65065"/>
                </a:cubicBezTo>
                <a:cubicBezTo>
                  <a:pt x="46646" y="65240"/>
                  <a:pt x="46497" y="65439"/>
                  <a:pt x="46372" y="65588"/>
                </a:cubicBezTo>
                <a:cubicBezTo>
                  <a:pt x="46273" y="65712"/>
                  <a:pt x="46173" y="65862"/>
                  <a:pt x="46049" y="65986"/>
                </a:cubicBezTo>
                <a:cubicBezTo>
                  <a:pt x="45999" y="66086"/>
                  <a:pt x="45899" y="66185"/>
                  <a:pt x="45850" y="66310"/>
                </a:cubicBezTo>
                <a:cubicBezTo>
                  <a:pt x="45800" y="66335"/>
                  <a:pt x="45775" y="66409"/>
                  <a:pt x="45750" y="66434"/>
                </a:cubicBezTo>
                <a:cubicBezTo>
                  <a:pt x="45650" y="66559"/>
                  <a:pt x="45601" y="66683"/>
                  <a:pt x="45501" y="66808"/>
                </a:cubicBezTo>
                <a:lnTo>
                  <a:pt x="44916" y="67608"/>
                </a:lnTo>
                <a:lnTo>
                  <a:pt x="44916" y="67608"/>
                </a:lnTo>
                <a:cubicBezTo>
                  <a:pt x="45876" y="66176"/>
                  <a:pt x="46918" y="64762"/>
                  <a:pt x="48040" y="63348"/>
                </a:cubicBezTo>
                <a:close/>
                <a:moveTo>
                  <a:pt x="32309" y="57598"/>
                </a:moveTo>
                <a:cubicBezTo>
                  <a:pt x="34574" y="58693"/>
                  <a:pt x="36690" y="60012"/>
                  <a:pt x="38557" y="61556"/>
                </a:cubicBezTo>
                <a:cubicBezTo>
                  <a:pt x="37038" y="63597"/>
                  <a:pt x="35594" y="65663"/>
                  <a:pt x="34300" y="67729"/>
                </a:cubicBezTo>
                <a:cubicBezTo>
                  <a:pt x="34225" y="67704"/>
                  <a:pt x="34201" y="67704"/>
                  <a:pt x="34151" y="67679"/>
                </a:cubicBezTo>
                <a:cubicBezTo>
                  <a:pt x="34076" y="67654"/>
                  <a:pt x="34051" y="67654"/>
                  <a:pt x="33977" y="67604"/>
                </a:cubicBezTo>
                <a:cubicBezTo>
                  <a:pt x="33703" y="67480"/>
                  <a:pt x="33454" y="67405"/>
                  <a:pt x="33180" y="67305"/>
                </a:cubicBezTo>
                <a:cubicBezTo>
                  <a:pt x="33155" y="67305"/>
                  <a:pt x="33080" y="67281"/>
                  <a:pt x="33056" y="67281"/>
                </a:cubicBezTo>
                <a:lnTo>
                  <a:pt x="32209" y="66982"/>
                </a:lnTo>
                <a:cubicBezTo>
                  <a:pt x="32184" y="66982"/>
                  <a:pt x="32110" y="66957"/>
                  <a:pt x="32085" y="66957"/>
                </a:cubicBezTo>
                <a:cubicBezTo>
                  <a:pt x="31861" y="66907"/>
                  <a:pt x="31612" y="66808"/>
                  <a:pt x="31413" y="66733"/>
                </a:cubicBezTo>
                <a:cubicBezTo>
                  <a:pt x="30741" y="64095"/>
                  <a:pt x="31114" y="60958"/>
                  <a:pt x="32309" y="57598"/>
                </a:cubicBezTo>
                <a:close/>
                <a:moveTo>
                  <a:pt x="38706" y="61680"/>
                </a:moveTo>
                <a:cubicBezTo>
                  <a:pt x="38756" y="61680"/>
                  <a:pt x="38756" y="61705"/>
                  <a:pt x="38781" y="61705"/>
                </a:cubicBezTo>
                <a:cubicBezTo>
                  <a:pt x="37237" y="63721"/>
                  <a:pt x="35843" y="65787"/>
                  <a:pt x="34549" y="67828"/>
                </a:cubicBezTo>
                <a:cubicBezTo>
                  <a:pt x="34524" y="67828"/>
                  <a:pt x="34524" y="67803"/>
                  <a:pt x="34474" y="67803"/>
                </a:cubicBezTo>
                <a:cubicBezTo>
                  <a:pt x="35794" y="65737"/>
                  <a:pt x="37187" y="63696"/>
                  <a:pt x="38706" y="61680"/>
                </a:cubicBezTo>
                <a:close/>
                <a:moveTo>
                  <a:pt x="42514" y="60635"/>
                </a:moveTo>
                <a:cubicBezTo>
                  <a:pt x="44481" y="61780"/>
                  <a:pt x="46298" y="62701"/>
                  <a:pt x="47866" y="63298"/>
                </a:cubicBezTo>
                <a:cubicBezTo>
                  <a:pt x="47368" y="63920"/>
                  <a:pt x="46895" y="64493"/>
                  <a:pt x="46472" y="65115"/>
                </a:cubicBezTo>
                <a:cubicBezTo>
                  <a:pt x="46472" y="65165"/>
                  <a:pt x="46422" y="65165"/>
                  <a:pt x="46422" y="65190"/>
                </a:cubicBezTo>
                <a:cubicBezTo>
                  <a:pt x="46024" y="65712"/>
                  <a:pt x="45650" y="66235"/>
                  <a:pt x="45277" y="66758"/>
                </a:cubicBezTo>
                <a:cubicBezTo>
                  <a:pt x="45227" y="66857"/>
                  <a:pt x="45128" y="66982"/>
                  <a:pt x="45053" y="67081"/>
                </a:cubicBezTo>
                <a:cubicBezTo>
                  <a:pt x="45028" y="67106"/>
                  <a:pt x="45003" y="67181"/>
                  <a:pt x="44978" y="67206"/>
                </a:cubicBezTo>
                <a:lnTo>
                  <a:pt x="44505" y="67853"/>
                </a:lnTo>
                <a:cubicBezTo>
                  <a:pt x="43759" y="66360"/>
                  <a:pt x="42688" y="64866"/>
                  <a:pt x="41319" y="63447"/>
                </a:cubicBezTo>
                <a:cubicBezTo>
                  <a:pt x="41494" y="62974"/>
                  <a:pt x="41668" y="62551"/>
                  <a:pt x="41892" y="62078"/>
                </a:cubicBezTo>
                <a:cubicBezTo>
                  <a:pt x="41892" y="62078"/>
                  <a:pt x="41892" y="62053"/>
                  <a:pt x="41917" y="62053"/>
                </a:cubicBezTo>
                <a:cubicBezTo>
                  <a:pt x="42066" y="61581"/>
                  <a:pt x="42290" y="61108"/>
                  <a:pt x="42514" y="60635"/>
                </a:cubicBezTo>
                <a:close/>
                <a:moveTo>
                  <a:pt x="31463" y="66957"/>
                </a:moveTo>
                <a:lnTo>
                  <a:pt x="31463" y="66957"/>
                </a:lnTo>
                <a:cubicBezTo>
                  <a:pt x="32060" y="67106"/>
                  <a:pt x="32657" y="67305"/>
                  <a:pt x="33205" y="67530"/>
                </a:cubicBezTo>
                <a:cubicBezTo>
                  <a:pt x="33504" y="67654"/>
                  <a:pt x="33802" y="67778"/>
                  <a:pt x="34101" y="67878"/>
                </a:cubicBezTo>
                <a:cubicBezTo>
                  <a:pt x="34126" y="67878"/>
                  <a:pt x="34126" y="67928"/>
                  <a:pt x="34176" y="67928"/>
                </a:cubicBezTo>
                <a:lnTo>
                  <a:pt x="34201" y="67928"/>
                </a:lnTo>
                <a:lnTo>
                  <a:pt x="34176" y="67953"/>
                </a:lnTo>
                <a:cubicBezTo>
                  <a:pt x="34051" y="67903"/>
                  <a:pt x="33927" y="67853"/>
                  <a:pt x="33802" y="67803"/>
                </a:cubicBezTo>
                <a:cubicBezTo>
                  <a:pt x="33678" y="67729"/>
                  <a:pt x="33553" y="67679"/>
                  <a:pt x="33404" y="67654"/>
                </a:cubicBezTo>
                <a:cubicBezTo>
                  <a:pt x="33155" y="67554"/>
                  <a:pt x="32931" y="67455"/>
                  <a:pt x="32682" y="67380"/>
                </a:cubicBezTo>
                <a:cubicBezTo>
                  <a:pt x="32583" y="67355"/>
                  <a:pt x="32483" y="67330"/>
                  <a:pt x="32433" y="67305"/>
                </a:cubicBezTo>
                <a:lnTo>
                  <a:pt x="31487" y="67007"/>
                </a:lnTo>
                <a:cubicBezTo>
                  <a:pt x="31487" y="66982"/>
                  <a:pt x="31487" y="66982"/>
                  <a:pt x="31463" y="66957"/>
                </a:cubicBezTo>
                <a:close/>
                <a:moveTo>
                  <a:pt x="17225" y="54014"/>
                </a:moveTo>
                <a:lnTo>
                  <a:pt x="17225" y="54014"/>
                </a:lnTo>
                <a:cubicBezTo>
                  <a:pt x="14163" y="58643"/>
                  <a:pt x="11550" y="63348"/>
                  <a:pt x="9509" y="68002"/>
                </a:cubicBezTo>
                <a:lnTo>
                  <a:pt x="9509" y="67878"/>
                </a:lnTo>
                <a:lnTo>
                  <a:pt x="9509" y="67729"/>
                </a:lnTo>
                <a:cubicBezTo>
                  <a:pt x="9509" y="67604"/>
                  <a:pt x="9509" y="67530"/>
                  <a:pt x="9459" y="67380"/>
                </a:cubicBezTo>
                <a:cubicBezTo>
                  <a:pt x="9434" y="67081"/>
                  <a:pt x="9434" y="66758"/>
                  <a:pt x="9409" y="66434"/>
                </a:cubicBezTo>
                <a:lnTo>
                  <a:pt x="9409" y="66310"/>
                </a:lnTo>
                <a:lnTo>
                  <a:pt x="9409" y="66111"/>
                </a:lnTo>
                <a:lnTo>
                  <a:pt x="9409" y="64991"/>
                </a:lnTo>
                <a:lnTo>
                  <a:pt x="9409" y="64742"/>
                </a:lnTo>
                <a:cubicBezTo>
                  <a:pt x="9434" y="64343"/>
                  <a:pt x="9459" y="63945"/>
                  <a:pt x="9509" y="63497"/>
                </a:cubicBezTo>
                <a:cubicBezTo>
                  <a:pt x="9509" y="63447"/>
                  <a:pt x="9509" y="63348"/>
                  <a:pt x="9533" y="63298"/>
                </a:cubicBezTo>
                <a:cubicBezTo>
                  <a:pt x="9558" y="62850"/>
                  <a:pt x="9633" y="62402"/>
                  <a:pt x="9683" y="61979"/>
                </a:cubicBezTo>
                <a:cubicBezTo>
                  <a:pt x="9683" y="61929"/>
                  <a:pt x="9708" y="61854"/>
                  <a:pt x="9708" y="61805"/>
                </a:cubicBezTo>
                <a:cubicBezTo>
                  <a:pt x="9782" y="61332"/>
                  <a:pt x="9882" y="60859"/>
                  <a:pt x="9957" y="60386"/>
                </a:cubicBezTo>
                <a:cubicBezTo>
                  <a:pt x="9957" y="60361"/>
                  <a:pt x="9957" y="60336"/>
                  <a:pt x="9982" y="60311"/>
                </a:cubicBezTo>
                <a:cubicBezTo>
                  <a:pt x="10081" y="59813"/>
                  <a:pt x="10206" y="59266"/>
                  <a:pt x="10330" y="58768"/>
                </a:cubicBezTo>
                <a:cubicBezTo>
                  <a:pt x="10703" y="57449"/>
                  <a:pt x="11151" y="56105"/>
                  <a:pt x="11624" y="54736"/>
                </a:cubicBezTo>
                <a:cubicBezTo>
                  <a:pt x="13367" y="54263"/>
                  <a:pt x="15258" y="54039"/>
                  <a:pt x="17225" y="54014"/>
                </a:cubicBezTo>
                <a:close/>
                <a:moveTo>
                  <a:pt x="34350" y="67953"/>
                </a:moveTo>
                <a:cubicBezTo>
                  <a:pt x="34400" y="67953"/>
                  <a:pt x="34400" y="67978"/>
                  <a:pt x="34425" y="67978"/>
                </a:cubicBezTo>
                <a:cubicBezTo>
                  <a:pt x="34425" y="68027"/>
                  <a:pt x="34400" y="68027"/>
                  <a:pt x="34400" y="68052"/>
                </a:cubicBezTo>
                <a:lnTo>
                  <a:pt x="34350" y="68052"/>
                </a:lnTo>
                <a:lnTo>
                  <a:pt x="34325" y="68027"/>
                </a:lnTo>
                <a:cubicBezTo>
                  <a:pt x="34325" y="67978"/>
                  <a:pt x="34350" y="67978"/>
                  <a:pt x="34350" y="67953"/>
                </a:cubicBezTo>
                <a:close/>
                <a:moveTo>
                  <a:pt x="41195" y="63622"/>
                </a:moveTo>
                <a:cubicBezTo>
                  <a:pt x="42539" y="65065"/>
                  <a:pt x="43609" y="66559"/>
                  <a:pt x="44356" y="68027"/>
                </a:cubicBezTo>
                <a:cubicBezTo>
                  <a:pt x="44356" y="68052"/>
                  <a:pt x="44306" y="68052"/>
                  <a:pt x="44306" y="68077"/>
                </a:cubicBezTo>
                <a:cubicBezTo>
                  <a:pt x="43609" y="66584"/>
                  <a:pt x="42539" y="65115"/>
                  <a:pt x="41195" y="63696"/>
                </a:cubicBezTo>
                <a:lnTo>
                  <a:pt x="41195" y="63622"/>
                </a:lnTo>
                <a:close/>
                <a:moveTo>
                  <a:pt x="3211" y="63995"/>
                </a:moveTo>
                <a:cubicBezTo>
                  <a:pt x="3211" y="64070"/>
                  <a:pt x="3211" y="64119"/>
                  <a:pt x="3236" y="64194"/>
                </a:cubicBezTo>
                <a:cubicBezTo>
                  <a:pt x="2937" y="65364"/>
                  <a:pt x="2713" y="66584"/>
                  <a:pt x="2539" y="67729"/>
                </a:cubicBezTo>
                <a:cubicBezTo>
                  <a:pt x="2489" y="67903"/>
                  <a:pt x="2439" y="68027"/>
                  <a:pt x="2390" y="68177"/>
                </a:cubicBezTo>
                <a:cubicBezTo>
                  <a:pt x="2589" y="66808"/>
                  <a:pt x="2863" y="65414"/>
                  <a:pt x="3211" y="63995"/>
                </a:cubicBezTo>
                <a:close/>
                <a:moveTo>
                  <a:pt x="3460" y="65563"/>
                </a:moveTo>
                <a:cubicBezTo>
                  <a:pt x="3460" y="65588"/>
                  <a:pt x="3485" y="65613"/>
                  <a:pt x="3485" y="65663"/>
                </a:cubicBezTo>
                <a:cubicBezTo>
                  <a:pt x="3186" y="66534"/>
                  <a:pt x="2912" y="67355"/>
                  <a:pt x="2664" y="68226"/>
                </a:cubicBezTo>
                <a:cubicBezTo>
                  <a:pt x="2664" y="68077"/>
                  <a:pt x="2688" y="67928"/>
                  <a:pt x="2713" y="67803"/>
                </a:cubicBezTo>
                <a:lnTo>
                  <a:pt x="3460" y="65563"/>
                </a:lnTo>
                <a:close/>
                <a:moveTo>
                  <a:pt x="69309" y="48584"/>
                </a:moveTo>
                <a:cubicBezTo>
                  <a:pt x="68913" y="49251"/>
                  <a:pt x="68419" y="49990"/>
                  <a:pt x="67828" y="50778"/>
                </a:cubicBezTo>
                <a:cubicBezTo>
                  <a:pt x="67654" y="51027"/>
                  <a:pt x="67405" y="51375"/>
                  <a:pt x="67107" y="51774"/>
                </a:cubicBezTo>
                <a:cubicBezTo>
                  <a:pt x="66833" y="52271"/>
                  <a:pt x="66484" y="52719"/>
                  <a:pt x="66186" y="53118"/>
                </a:cubicBezTo>
                <a:cubicBezTo>
                  <a:pt x="65688" y="53765"/>
                  <a:pt x="65190" y="54362"/>
                  <a:pt x="64717" y="54885"/>
                </a:cubicBezTo>
                <a:cubicBezTo>
                  <a:pt x="64617" y="55009"/>
                  <a:pt x="64543" y="55134"/>
                  <a:pt x="64418" y="55233"/>
                </a:cubicBezTo>
                <a:cubicBezTo>
                  <a:pt x="64294" y="55358"/>
                  <a:pt x="64194" y="55507"/>
                  <a:pt x="64070" y="55632"/>
                </a:cubicBezTo>
                <a:cubicBezTo>
                  <a:pt x="63746" y="56005"/>
                  <a:pt x="63448" y="56353"/>
                  <a:pt x="63099" y="56702"/>
                </a:cubicBezTo>
                <a:lnTo>
                  <a:pt x="63074" y="56727"/>
                </a:lnTo>
                <a:cubicBezTo>
                  <a:pt x="62452" y="57399"/>
                  <a:pt x="61755" y="58096"/>
                  <a:pt x="61108" y="58768"/>
                </a:cubicBezTo>
                <a:cubicBezTo>
                  <a:pt x="59963" y="59863"/>
                  <a:pt x="58469" y="61257"/>
                  <a:pt x="57275" y="62327"/>
                </a:cubicBezTo>
                <a:cubicBezTo>
                  <a:pt x="57150" y="62427"/>
                  <a:pt x="57075" y="62502"/>
                  <a:pt x="56951" y="62626"/>
                </a:cubicBezTo>
                <a:lnTo>
                  <a:pt x="56901" y="62676"/>
                </a:lnTo>
                <a:cubicBezTo>
                  <a:pt x="56627" y="62925"/>
                  <a:pt x="56329" y="63124"/>
                  <a:pt x="56030" y="63373"/>
                </a:cubicBezTo>
                <a:cubicBezTo>
                  <a:pt x="55159" y="64070"/>
                  <a:pt x="54337" y="64717"/>
                  <a:pt x="53641" y="65215"/>
                </a:cubicBezTo>
                <a:cubicBezTo>
                  <a:pt x="53491" y="65314"/>
                  <a:pt x="53367" y="65439"/>
                  <a:pt x="53217" y="65538"/>
                </a:cubicBezTo>
                <a:lnTo>
                  <a:pt x="52919" y="65712"/>
                </a:lnTo>
                <a:lnTo>
                  <a:pt x="52894" y="65712"/>
                </a:lnTo>
                <a:cubicBezTo>
                  <a:pt x="52122" y="66235"/>
                  <a:pt x="50803" y="67156"/>
                  <a:pt x="49608" y="67903"/>
                </a:cubicBezTo>
                <a:lnTo>
                  <a:pt x="49135" y="68177"/>
                </a:lnTo>
                <a:lnTo>
                  <a:pt x="49036" y="68226"/>
                </a:lnTo>
                <a:cubicBezTo>
                  <a:pt x="49011" y="68226"/>
                  <a:pt x="49011" y="68276"/>
                  <a:pt x="48986" y="68276"/>
                </a:cubicBezTo>
                <a:cubicBezTo>
                  <a:pt x="49384" y="67604"/>
                  <a:pt x="49882" y="66857"/>
                  <a:pt x="50479" y="66036"/>
                </a:cubicBezTo>
                <a:cubicBezTo>
                  <a:pt x="50654" y="65787"/>
                  <a:pt x="50902" y="65439"/>
                  <a:pt x="51226" y="65040"/>
                </a:cubicBezTo>
                <a:cubicBezTo>
                  <a:pt x="51500" y="64667"/>
                  <a:pt x="51799" y="64244"/>
                  <a:pt x="52097" y="63871"/>
                </a:cubicBezTo>
                <a:cubicBezTo>
                  <a:pt x="52620" y="63198"/>
                  <a:pt x="53143" y="62551"/>
                  <a:pt x="53641" y="61979"/>
                </a:cubicBezTo>
                <a:cubicBezTo>
                  <a:pt x="53715" y="61929"/>
                  <a:pt x="53765" y="61829"/>
                  <a:pt x="53840" y="61755"/>
                </a:cubicBezTo>
                <a:cubicBezTo>
                  <a:pt x="53865" y="61730"/>
                  <a:pt x="53865" y="61705"/>
                  <a:pt x="53889" y="61705"/>
                </a:cubicBezTo>
                <a:cubicBezTo>
                  <a:pt x="54014" y="61556"/>
                  <a:pt x="54138" y="61381"/>
                  <a:pt x="54263" y="61257"/>
                </a:cubicBezTo>
                <a:cubicBezTo>
                  <a:pt x="54537" y="60933"/>
                  <a:pt x="54860" y="60585"/>
                  <a:pt x="55159" y="60261"/>
                </a:cubicBezTo>
                <a:cubicBezTo>
                  <a:pt x="55209" y="60236"/>
                  <a:pt x="55234" y="60187"/>
                  <a:pt x="55283" y="60137"/>
                </a:cubicBezTo>
                <a:cubicBezTo>
                  <a:pt x="55906" y="59465"/>
                  <a:pt x="56578" y="58768"/>
                  <a:pt x="57250" y="58096"/>
                </a:cubicBezTo>
                <a:cubicBezTo>
                  <a:pt x="58370" y="57001"/>
                  <a:pt x="59863" y="55632"/>
                  <a:pt x="61058" y="54586"/>
                </a:cubicBezTo>
                <a:cubicBezTo>
                  <a:pt x="61183" y="54487"/>
                  <a:pt x="61257" y="54387"/>
                  <a:pt x="61382" y="54263"/>
                </a:cubicBezTo>
                <a:cubicBezTo>
                  <a:pt x="61456" y="54238"/>
                  <a:pt x="61481" y="54163"/>
                  <a:pt x="61556" y="54138"/>
                </a:cubicBezTo>
                <a:cubicBezTo>
                  <a:pt x="61830" y="53914"/>
                  <a:pt x="62103" y="53715"/>
                  <a:pt x="62352" y="53466"/>
                </a:cubicBezTo>
                <a:cubicBezTo>
                  <a:pt x="62427" y="53391"/>
                  <a:pt x="62477" y="53367"/>
                  <a:pt x="62552" y="53292"/>
                </a:cubicBezTo>
                <a:cubicBezTo>
                  <a:pt x="62651" y="53217"/>
                  <a:pt x="62751" y="53143"/>
                  <a:pt x="62850" y="53043"/>
                </a:cubicBezTo>
                <a:lnTo>
                  <a:pt x="63174" y="52794"/>
                </a:lnTo>
                <a:cubicBezTo>
                  <a:pt x="63224" y="52744"/>
                  <a:pt x="63323" y="52670"/>
                  <a:pt x="63373" y="52620"/>
                </a:cubicBezTo>
                <a:cubicBezTo>
                  <a:pt x="63547" y="52495"/>
                  <a:pt x="63721" y="52371"/>
                  <a:pt x="63896" y="52246"/>
                </a:cubicBezTo>
                <a:cubicBezTo>
                  <a:pt x="64095" y="52097"/>
                  <a:pt x="64319" y="51923"/>
                  <a:pt x="64518" y="51774"/>
                </a:cubicBezTo>
                <a:cubicBezTo>
                  <a:pt x="64568" y="51749"/>
                  <a:pt x="64617" y="51674"/>
                  <a:pt x="64692" y="51649"/>
                </a:cubicBezTo>
                <a:cubicBezTo>
                  <a:pt x="64817" y="51550"/>
                  <a:pt x="64941" y="51475"/>
                  <a:pt x="65066" y="51400"/>
                </a:cubicBezTo>
                <a:cubicBezTo>
                  <a:pt x="65215" y="51301"/>
                  <a:pt x="65339" y="51226"/>
                  <a:pt x="65514" y="51101"/>
                </a:cubicBezTo>
                <a:cubicBezTo>
                  <a:pt x="66285" y="50554"/>
                  <a:pt x="67555" y="49683"/>
                  <a:pt x="68725" y="48936"/>
                </a:cubicBezTo>
                <a:cubicBezTo>
                  <a:pt x="68824" y="48886"/>
                  <a:pt x="68899" y="48861"/>
                  <a:pt x="68973" y="48787"/>
                </a:cubicBezTo>
                <a:lnTo>
                  <a:pt x="69247" y="48637"/>
                </a:lnTo>
                <a:cubicBezTo>
                  <a:pt x="69268" y="48617"/>
                  <a:pt x="69288" y="48613"/>
                  <a:pt x="69309" y="48584"/>
                </a:cubicBezTo>
                <a:close/>
                <a:moveTo>
                  <a:pt x="44431" y="68276"/>
                </a:moveTo>
                <a:lnTo>
                  <a:pt x="44431" y="68301"/>
                </a:lnTo>
                <a:cubicBezTo>
                  <a:pt x="44431" y="68315"/>
                  <a:pt x="44423" y="68321"/>
                  <a:pt x="44416" y="68328"/>
                </a:cubicBezTo>
                <a:lnTo>
                  <a:pt x="44416" y="68328"/>
                </a:lnTo>
                <a:cubicBezTo>
                  <a:pt x="44414" y="68327"/>
                  <a:pt x="44410" y="68326"/>
                  <a:pt x="44406" y="68326"/>
                </a:cubicBezTo>
                <a:cubicBezTo>
                  <a:pt x="44406" y="68301"/>
                  <a:pt x="44431" y="68301"/>
                  <a:pt x="44431" y="68276"/>
                </a:cubicBezTo>
                <a:close/>
                <a:moveTo>
                  <a:pt x="22352" y="66434"/>
                </a:moveTo>
                <a:lnTo>
                  <a:pt x="22352" y="66434"/>
                </a:lnTo>
                <a:cubicBezTo>
                  <a:pt x="21979" y="67081"/>
                  <a:pt x="21606" y="67729"/>
                  <a:pt x="21257" y="68401"/>
                </a:cubicBezTo>
                <a:cubicBezTo>
                  <a:pt x="21008" y="67828"/>
                  <a:pt x="20784" y="67281"/>
                  <a:pt x="20610" y="66658"/>
                </a:cubicBezTo>
                <a:cubicBezTo>
                  <a:pt x="20734" y="66658"/>
                  <a:pt x="20834" y="66609"/>
                  <a:pt x="20909" y="66584"/>
                </a:cubicBezTo>
                <a:cubicBezTo>
                  <a:pt x="21382" y="66534"/>
                  <a:pt x="21879" y="66459"/>
                  <a:pt x="22352" y="66434"/>
                </a:cubicBezTo>
                <a:close/>
                <a:moveTo>
                  <a:pt x="11397" y="54771"/>
                </a:moveTo>
                <a:lnTo>
                  <a:pt x="11397" y="54771"/>
                </a:lnTo>
                <a:cubicBezTo>
                  <a:pt x="11174" y="55390"/>
                  <a:pt x="11001" y="56008"/>
                  <a:pt x="10803" y="56602"/>
                </a:cubicBezTo>
                <a:cubicBezTo>
                  <a:pt x="10778" y="56652"/>
                  <a:pt x="10778" y="56702"/>
                  <a:pt x="10728" y="56752"/>
                </a:cubicBezTo>
                <a:cubicBezTo>
                  <a:pt x="10728" y="56826"/>
                  <a:pt x="10703" y="56851"/>
                  <a:pt x="10703" y="56901"/>
                </a:cubicBezTo>
                <a:cubicBezTo>
                  <a:pt x="10629" y="57200"/>
                  <a:pt x="10554" y="57474"/>
                  <a:pt x="10454" y="57772"/>
                </a:cubicBezTo>
                <a:lnTo>
                  <a:pt x="10380" y="58146"/>
                </a:lnTo>
                <a:cubicBezTo>
                  <a:pt x="10330" y="58270"/>
                  <a:pt x="10305" y="58444"/>
                  <a:pt x="10280" y="58569"/>
                </a:cubicBezTo>
                <a:cubicBezTo>
                  <a:pt x="10206" y="58843"/>
                  <a:pt x="10156" y="59141"/>
                  <a:pt x="10056" y="59440"/>
                </a:cubicBezTo>
                <a:cubicBezTo>
                  <a:pt x="10056" y="59490"/>
                  <a:pt x="10031" y="59564"/>
                  <a:pt x="10031" y="59589"/>
                </a:cubicBezTo>
                <a:cubicBezTo>
                  <a:pt x="10006" y="59764"/>
                  <a:pt x="9932" y="59963"/>
                  <a:pt x="9907" y="60137"/>
                </a:cubicBezTo>
                <a:cubicBezTo>
                  <a:pt x="9882" y="60236"/>
                  <a:pt x="9882" y="60336"/>
                  <a:pt x="9832" y="60436"/>
                </a:cubicBezTo>
                <a:cubicBezTo>
                  <a:pt x="9807" y="60610"/>
                  <a:pt x="9757" y="60834"/>
                  <a:pt x="9708" y="61008"/>
                </a:cubicBezTo>
                <a:cubicBezTo>
                  <a:pt x="9708" y="61083"/>
                  <a:pt x="9683" y="61108"/>
                  <a:pt x="9683" y="61182"/>
                </a:cubicBezTo>
                <a:cubicBezTo>
                  <a:pt x="9658" y="61357"/>
                  <a:pt x="9633" y="61506"/>
                  <a:pt x="9583" y="61705"/>
                </a:cubicBezTo>
                <a:cubicBezTo>
                  <a:pt x="9558" y="61854"/>
                  <a:pt x="9558" y="61979"/>
                  <a:pt x="9533" y="62128"/>
                </a:cubicBezTo>
                <a:cubicBezTo>
                  <a:pt x="9533" y="62253"/>
                  <a:pt x="9509" y="62352"/>
                  <a:pt x="9459" y="62477"/>
                </a:cubicBezTo>
                <a:cubicBezTo>
                  <a:pt x="9459" y="62576"/>
                  <a:pt x="9434" y="62676"/>
                  <a:pt x="9434" y="62750"/>
                </a:cubicBezTo>
                <a:cubicBezTo>
                  <a:pt x="9434" y="62825"/>
                  <a:pt x="9409" y="62875"/>
                  <a:pt x="9409" y="62974"/>
                </a:cubicBezTo>
                <a:cubicBezTo>
                  <a:pt x="9409" y="63074"/>
                  <a:pt x="9384" y="63174"/>
                  <a:pt x="9384" y="63248"/>
                </a:cubicBezTo>
                <a:cubicBezTo>
                  <a:pt x="9334" y="63422"/>
                  <a:pt x="9334" y="63572"/>
                  <a:pt x="9334" y="63746"/>
                </a:cubicBezTo>
                <a:cubicBezTo>
                  <a:pt x="9334" y="63821"/>
                  <a:pt x="9334" y="63871"/>
                  <a:pt x="9309" y="63945"/>
                </a:cubicBezTo>
                <a:cubicBezTo>
                  <a:pt x="9309" y="63995"/>
                  <a:pt x="9309" y="64070"/>
                  <a:pt x="9285" y="64119"/>
                </a:cubicBezTo>
                <a:cubicBezTo>
                  <a:pt x="9285" y="64294"/>
                  <a:pt x="9260" y="64418"/>
                  <a:pt x="9260" y="64543"/>
                </a:cubicBezTo>
                <a:lnTo>
                  <a:pt x="9260" y="64742"/>
                </a:lnTo>
                <a:cubicBezTo>
                  <a:pt x="9260" y="64866"/>
                  <a:pt x="9210" y="64991"/>
                  <a:pt x="9210" y="65115"/>
                </a:cubicBezTo>
                <a:lnTo>
                  <a:pt x="9210" y="65339"/>
                </a:lnTo>
                <a:lnTo>
                  <a:pt x="9210" y="65439"/>
                </a:lnTo>
                <a:lnTo>
                  <a:pt x="9210" y="66036"/>
                </a:lnTo>
                <a:lnTo>
                  <a:pt x="9210" y="66210"/>
                </a:lnTo>
                <a:lnTo>
                  <a:pt x="9210" y="66235"/>
                </a:lnTo>
                <a:lnTo>
                  <a:pt x="9210" y="66285"/>
                </a:lnTo>
                <a:lnTo>
                  <a:pt x="9210" y="66733"/>
                </a:lnTo>
                <a:cubicBezTo>
                  <a:pt x="9210" y="66982"/>
                  <a:pt x="9260" y="67231"/>
                  <a:pt x="9285" y="67480"/>
                </a:cubicBezTo>
                <a:cubicBezTo>
                  <a:pt x="9285" y="67654"/>
                  <a:pt x="9309" y="67803"/>
                  <a:pt x="9309" y="67953"/>
                </a:cubicBezTo>
                <a:cubicBezTo>
                  <a:pt x="9309" y="68027"/>
                  <a:pt x="9309" y="68052"/>
                  <a:pt x="9334" y="68102"/>
                </a:cubicBezTo>
                <a:lnTo>
                  <a:pt x="9334" y="68301"/>
                </a:lnTo>
                <a:lnTo>
                  <a:pt x="9334" y="68326"/>
                </a:lnTo>
                <a:cubicBezTo>
                  <a:pt x="9334" y="68326"/>
                  <a:pt x="9334" y="68351"/>
                  <a:pt x="9309" y="68351"/>
                </a:cubicBezTo>
                <a:cubicBezTo>
                  <a:pt x="9309" y="68401"/>
                  <a:pt x="9285" y="68401"/>
                  <a:pt x="9285" y="68426"/>
                </a:cubicBezTo>
                <a:lnTo>
                  <a:pt x="9285" y="68326"/>
                </a:lnTo>
                <a:cubicBezTo>
                  <a:pt x="9260" y="68152"/>
                  <a:pt x="9260" y="67953"/>
                  <a:pt x="9210" y="67729"/>
                </a:cubicBezTo>
                <a:cubicBezTo>
                  <a:pt x="9185" y="67455"/>
                  <a:pt x="9185" y="67181"/>
                  <a:pt x="9160" y="66907"/>
                </a:cubicBezTo>
                <a:cubicBezTo>
                  <a:pt x="9160" y="66708"/>
                  <a:pt x="9135" y="66559"/>
                  <a:pt x="9135" y="66360"/>
                </a:cubicBezTo>
                <a:lnTo>
                  <a:pt x="9135" y="65364"/>
                </a:lnTo>
                <a:lnTo>
                  <a:pt x="9135" y="64966"/>
                </a:lnTo>
                <a:cubicBezTo>
                  <a:pt x="9135" y="64567"/>
                  <a:pt x="9160" y="64169"/>
                  <a:pt x="9185" y="63721"/>
                </a:cubicBezTo>
                <a:lnTo>
                  <a:pt x="9185" y="63547"/>
                </a:lnTo>
                <a:cubicBezTo>
                  <a:pt x="9260" y="62925"/>
                  <a:pt x="9309" y="62253"/>
                  <a:pt x="9434" y="61630"/>
                </a:cubicBezTo>
                <a:cubicBezTo>
                  <a:pt x="9459" y="61481"/>
                  <a:pt x="9509" y="61357"/>
                  <a:pt x="9509" y="61207"/>
                </a:cubicBezTo>
                <a:lnTo>
                  <a:pt x="9782" y="59714"/>
                </a:lnTo>
                <a:cubicBezTo>
                  <a:pt x="9832" y="59365"/>
                  <a:pt x="9932" y="58992"/>
                  <a:pt x="10031" y="58643"/>
                </a:cubicBezTo>
                <a:cubicBezTo>
                  <a:pt x="10081" y="58345"/>
                  <a:pt x="10181" y="58021"/>
                  <a:pt x="10280" y="57747"/>
                </a:cubicBezTo>
                <a:cubicBezTo>
                  <a:pt x="10430" y="57175"/>
                  <a:pt x="10579" y="56627"/>
                  <a:pt x="10778" y="56055"/>
                </a:cubicBezTo>
                <a:cubicBezTo>
                  <a:pt x="10803" y="55930"/>
                  <a:pt x="10878" y="55806"/>
                  <a:pt x="10902" y="55706"/>
                </a:cubicBezTo>
                <a:cubicBezTo>
                  <a:pt x="11077" y="55457"/>
                  <a:pt x="11201" y="55134"/>
                  <a:pt x="11326" y="54785"/>
                </a:cubicBezTo>
                <a:cubicBezTo>
                  <a:pt x="11346" y="54785"/>
                  <a:pt x="11385" y="54785"/>
                  <a:pt x="11397" y="54771"/>
                </a:cubicBezTo>
                <a:close/>
                <a:moveTo>
                  <a:pt x="34673" y="68077"/>
                </a:moveTo>
                <a:cubicBezTo>
                  <a:pt x="34723" y="68152"/>
                  <a:pt x="34848" y="68202"/>
                  <a:pt x="34972" y="68276"/>
                </a:cubicBezTo>
                <a:cubicBezTo>
                  <a:pt x="35022" y="68301"/>
                  <a:pt x="35072" y="68301"/>
                  <a:pt x="35097" y="68326"/>
                </a:cubicBezTo>
                <a:cubicBezTo>
                  <a:pt x="35192" y="68374"/>
                  <a:pt x="35284" y="68422"/>
                  <a:pt x="35375" y="68469"/>
                </a:cubicBezTo>
                <a:lnTo>
                  <a:pt x="35375" y="68469"/>
                </a:lnTo>
                <a:cubicBezTo>
                  <a:pt x="35209" y="68418"/>
                  <a:pt x="35066" y="68324"/>
                  <a:pt x="34922" y="68276"/>
                </a:cubicBezTo>
                <a:cubicBezTo>
                  <a:pt x="34823" y="68226"/>
                  <a:pt x="34723" y="68177"/>
                  <a:pt x="34649" y="68152"/>
                </a:cubicBezTo>
                <a:cubicBezTo>
                  <a:pt x="34649" y="68102"/>
                  <a:pt x="34673" y="68102"/>
                  <a:pt x="34673" y="68077"/>
                </a:cubicBezTo>
                <a:close/>
                <a:moveTo>
                  <a:pt x="52396" y="66409"/>
                </a:moveTo>
                <a:lnTo>
                  <a:pt x="52371" y="66434"/>
                </a:lnTo>
                <a:cubicBezTo>
                  <a:pt x="52371" y="66434"/>
                  <a:pt x="52371" y="66459"/>
                  <a:pt x="52346" y="66459"/>
                </a:cubicBezTo>
                <a:cubicBezTo>
                  <a:pt x="51624" y="66932"/>
                  <a:pt x="50654" y="67579"/>
                  <a:pt x="49733" y="68177"/>
                </a:cubicBezTo>
                <a:cubicBezTo>
                  <a:pt x="49583" y="68276"/>
                  <a:pt x="49459" y="68351"/>
                  <a:pt x="49260" y="68450"/>
                </a:cubicBezTo>
                <a:cubicBezTo>
                  <a:pt x="49225" y="68470"/>
                  <a:pt x="49189" y="68491"/>
                  <a:pt x="49152" y="68513"/>
                </a:cubicBezTo>
                <a:lnTo>
                  <a:pt x="49152" y="68513"/>
                </a:lnTo>
                <a:cubicBezTo>
                  <a:pt x="49157" y="68506"/>
                  <a:pt x="49160" y="68494"/>
                  <a:pt x="49160" y="68475"/>
                </a:cubicBezTo>
                <a:cubicBezTo>
                  <a:pt x="49758" y="68152"/>
                  <a:pt x="50355" y="67729"/>
                  <a:pt x="50927" y="67355"/>
                </a:cubicBezTo>
                <a:cubicBezTo>
                  <a:pt x="51151" y="67206"/>
                  <a:pt x="51375" y="67081"/>
                  <a:pt x="51624" y="66932"/>
                </a:cubicBezTo>
                <a:cubicBezTo>
                  <a:pt x="51649" y="66907"/>
                  <a:pt x="51674" y="66907"/>
                  <a:pt x="51724" y="66857"/>
                </a:cubicBezTo>
                <a:cubicBezTo>
                  <a:pt x="51923" y="66708"/>
                  <a:pt x="52172" y="66559"/>
                  <a:pt x="52396" y="66409"/>
                </a:cubicBezTo>
                <a:close/>
                <a:moveTo>
                  <a:pt x="17524" y="54014"/>
                </a:moveTo>
                <a:cubicBezTo>
                  <a:pt x="14362" y="58818"/>
                  <a:pt x="11674" y="63696"/>
                  <a:pt x="9583" y="68525"/>
                </a:cubicBezTo>
                <a:lnTo>
                  <a:pt x="9583" y="68450"/>
                </a:lnTo>
                <a:cubicBezTo>
                  <a:pt x="11649" y="63696"/>
                  <a:pt x="14288" y="58843"/>
                  <a:pt x="17474" y="54014"/>
                </a:cubicBezTo>
                <a:close/>
                <a:moveTo>
                  <a:pt x="51898" y="63945"/>
                </a:moveTo>
                <a:cubicBezTo>
                  <a:pt x="51873" y="63970"/>
                  <a:pt x="51873" y="63995"/>
                  <a:pt x="51848" y="64045"/>
                </a:cubicBezTo>
                <a:cubicBezTo>
                  <a:pt x="51799" y="64095"/>
                  <a:pt x="51774" y="64119"/>
                  <a:pt x="51774" y="64119"/>
                </a:cubicBezTo>
                <a:cubicBezTo>
                  <a:pt x="51774" y="64169"/>
                  <a:pt x="51749" y="64169"/>
                  <a:pt x="51749" y="64194"/>
                </a:cubicBezTo>
                <a:cubicBezTo>
                  <a:pt x="51301" y="64742"/>
                  <a:pt x="50902" y="65314"/>
                  <a:pt x="50529" y="65837"/>
                </a:cubicBezTo>
                <a:cubicBezTo>
                  <a:pt x="50479" y="65912"/>
                  <a:pt x="50430" y="65961"/>
                  <a:pt x="50380" y="66061"/>
                </a:cubicBezTo>
                <a:cubicBezTo>
                  <a:pt x="50255" y="66210"/>
                  <a:pt x="50156" y="66360"/>
                  <a:pt x="50056" y="66484"/>
                </a:cubicBezTo>
                <a:cubicBezTo>
                  <a:pt x="49758" y="66932"/>
                  <a:pt x="49533" y="67281"/>
                  <a:pt x="49160" y="67803"/>
                </a:cubicBezTo>
                <a:cubicBezTo>
                  <a:pt x="48986" y="68077"/>
                  <a:pt x="48787" y="68326"/>
                  <a:pt x="48613" y="68600"/>
                </a:cubicBezTo>
                <a:lnTo>
                  <a:pt x="48563" y="68600"/>
                </a:lnTo>
                <a:cubicBezTo>
                  <a:pt x="48575" y="68575"/>
                  <a:pt x="48581" y="68569"/>
                  <a:pt x="48578" y="68569"/>
                </a:cubicBezTo>
                <a:cubicBezTo>
                  <a:pt x="48575" y="68569"/>
                  <a:pt x="48563" y="68575"/>
                  <a:pt x="48538" y="68575"/>
                </a:cubicBezTo>
                <a:cubicBezTo>
                  <a:pt x="48986" y="67853"/>
                  <a:pt x="49583" y="66957"/>
                  <a:pt x="50280" y="65961"/>
                </a:cubicBezTo>
                <a:cubicBezTo>
                  <a:pt x="50753" y="65314"/>
                  <a:pt x="51226" y="64667"/>
                  <a:pt x="51724" y="64045"/>
                </a:cubicBezTo>
                <a:lnTo>
                  <a:pt x="51749" y="63995"/>
                </a:lnTo>
                <a:lnTo>
                  <a:pt x="51799" y="63945"/>
                </a:lnTo>
                <a:close/>
                <a:moveTo>
                  <a:pt x="20411" y="66683"/>
                </a:moveTo>
                <a:cubicBezTo>
                  <a:pt x="20610" y="67355"/>
                  <a:pt x="20859" y="67978"/>
                  <a:pt x="21158" y="68575"/>
                </a:cubicBezTo>
                <a:cubicBezTo>
                  <a:pt x="21158" y="68600"/>
                  <a:pt x="21133" y="68625"/>
                  <a:pt x="21133" y="68625"/>
                </a:cubicBezTo>
                <a:cubicBezTo>
                  <a:pt x="20835" y="68005"/>
                  <a:pt x="20587" y="67361"/>
                  <a:pt x="20389" y="66693"/>
                </a:cubicBezTo>
                <a:lnTo>
                  <a:pt x="20389" y="66693"/>
                </a:lnTo>
                <a:cubicBezTo>
                  <a:pt x="20392" y="66690"/>
                  <a:pt x="20398" y="66683"/>
                  <a:pt x="20411" y="66683"/>
                </a:cubicBezTo>
                <a:close/>
                <a:moveTo>
                  <a:pt x="22651" y="66409"/>
                </a:moveTo>
                <a:cubicBezTo>
                  <a:pt x="22228" y="67156"/>
                  <a:pt x="21780" y="67928"/>
                  <a:pt x="21382" y="68674"/>
                </a:cubicBezTo>
                <a:cubicBezTo>
                  <a:pt x="21382" y="68650"/>
                  <a:pt x="21357" y="68600"/>
                  <a:pt x="21357" y="68600"/>
                </a:cubicBezTo>
                <a:cubicBezTo>
                  <a:pt x="21755" y="67853"/>
                  <a:pt x="22153" y="67106"/>
                  <a:pt x="22601" y="66409"/>
                </a:cubicBezTo>
                <a:close/>
                <a:moveTo>
                  <a:pt x="53964" y="65837"/>
                </a:moveTo>
                <a:cubicBezTo>
                  <a:pt x="54113" y="65837"/>
                  <a:pt x="54288" y="65862"/>
                  <a:pt x="54487" y="65912"/>
                </a:cubicBezTo>
                <a:cubicBezTo>
                  <a:pt x="54512" y="65912"/>
                  <a:pt x="54537" y="65912"/>
                  <a:pt x="54586" y="65936"/>
                </a:cubicBezTo>
                <a:cubicBezTo>
                  <a:pt x="54761" y="65961"/>
                  <a:pt x="54960" y="66036"/>
                  <a:pt x="55134" y="66111"/>
                </a:cubicBezTo>
                <a:cubicBezTo>
                  <a:pt x="55159" y="66111"/>
                  <a:pt x="55209" y="66161"/>
                  <a:pt x="55234" y="66161"/>
                </a:cubicBezTo>
                <a:cubicBezTo>
                  <a:pt x="55458" y="66235"/>
                  <a:pt x="55706" y="66360"/>
                  <a:pt x="55955" y="66484"/>
                </a:cubicBezTo>
                <a:cubicBezTo>
                  <a:pt x="55980" y="66534"/>
                  <a:pt x="56005" y="66534"/>
                  <a:pt x="56055" y="66559"/>
                </a:cubicBezTo>
                <a:cubicBezTo>
                  <a:pt x="54885" y="67355"/>
                  <a:pt x="53765" y="68077"/>
                  <a:pt x="52620" y="68724"/>
                </a:cubicBezTo>
                <a:cubicBezTo>
                  <a:pt x="52620" y="68674"/>
                  <a:pt x="52595" y="68600"/>
                  <a:pt x="52595" y="68525"/>
                </a:cubicBezTo>
                <a:cubicBezTo>
                  <a:pt x="52595" y="68426"/>
                  <a:pt x="52570" y="68326"/>
                  <a:pt x="52570" y="68226"/>
                </a:cubicBezTo>
                <a:lnTo>
                  <a:pt x="52570" y="67978"/>
                </a:lnTo>
                <a:lnTo>
                  <a:pt x="52570" y="67729"/>
                </a:lnTo>
                <a:cubicBezTo>
                  <a:pt x="52595" y="67679"/>
                  <a:pt x="52595" y="67604"/>
                  <a:pt x="52595" y="67554"/>
                </a:cubicBezTo>
                <a:cubicBezTo>
                  <a:pt x="52595" y="67455"/>
                  <a:pt x="52595" y="67405"/>
                  <a:pt x="52620" y="67305"/>
                </a:cubicBezTo>
                <a:cubicBezTo>
                  <a:pt x="52620" y="67231"/>
                  <a:pt x="52645" y="67181"/>
                  <a:pt x="52645" y="67106"/>
                </a:cubicBezTo>
                <a:cubicBezTo>
                  <a:pt x="52645" y="67057"/>
                  <a:pt x="52670" y="66982"/>
                  <a:pt x="52670" y="66932"/>
                </a:cubicBezTo>
                <a:cubicBezTo>
                  <a:pt x="52720" y="66857"/>
                  <a:pt x="52720" y="66808"/>
                  <a:pt x="52744" y="66733"/>
                </a:cubicBezTo>
                <a:cubicBezTo>
                  <a:pt x="52769" y="66683"/>
                  <a:pt x="52769" y="66658"/>
                  <a:pt x="52794" y="66584"/>
                </a:cubicBezTo>
                <a:cubicBezTo>
                  <a:pt x="52844" y="66484"/>
                  <a:pt x="52894" y="66409"/>
                  <a:pt x="52968" y="66310"/>
                </a:cubicBezTo>
                <a:cubicBezTo>
                  <a:pt x="52993" y="66235"/>
                  <a:pt x="53043" y="66185"/>
                  <a:pt x="53118" y="66161"/>
                </a:cubicBezTo>
                <a:lnTo>
                  <a:pt x="53143" y="66111"/>
                </a:lnTo>
                <a:cubicBezTo>
                  <a:pt x="53168" y="66086"/>
                  <a:pt x="53217" y="66086"/>
                  <a:pt x="53217" y="66061"/>
                </a:cubicBezTo>
                <a:cubicBezTo>
                  <a:pt x="53292" y="65986"/>
                  <a:pt x="53392" y="65961"/>
                  <a:pt x="53516" y="65912"/>
                </a:cubicBezTo>
                <a:cubicBezTo>
                  <a:pt x="53641" y="65862"/>
                  <a:pt x="53790" y="65837"/>
                  <a:pt x="53964" y="65837"/>
                </a:cubicBezTo>
                <a:close/>
                <a:moveTo>
                  <a:pt x="49128" y="68527"/>
                </a:moveTo>
                <a:cubicBezTo>
                  <a:pt x="48990" y="68611"/>
                  <a:pt x="48844" y="68705"/>
                  <a:pt x="48712" y="68799"/>
                </a:cubicBezTo>
                <a:cubicBezTo>
                  <a:pt x="48712" y="68774"/>
                  <a:pt x="48737" y="68774"/>
                  <a:pt x="48737" y="68724"/>
                </a:cubicBezTo>
                <a:cubicBezTo>
                  <a:pt x="48860" y="68675"/>
                  <a:pt x="48982" y="68578"/>
                  <a:pt x="49128" y="68527"/>
                </a:cubicBezTo>
                <a:close/>
                <a:moveTo>
                  <a:pt x="52620" y="66484"/>
                </a:moveTo>
                <a:cubicBezTo>
                  <a:pt x="52595" y="66559"/>
                  <a:pt x="52595" y="66584"/>
                  <a:pt x="52570" y="66658"/>
                </a:cubicBezTo>
                <a:cubicBezTo>
                  <a:pt x="52570" y="66733"/>
                  <a:pt x="52520" y="66783"/>
                  <a:pt x="52496" y="66857"/>
                </a:cubicBezTo>
                <a:cubicBezTo>
                  <a:pt x="52471" y="66932"/>
                  <a:pt x="52471" y="67032"/>
                  <a:pt x="52471" y="67081"/>
                </a:cubicBezTo>
                <a:cubicBezTo>
                  <a:pt x="52471" y="67131"/>
                  <a:pt x="52446" y="67206"/>
                  <a:pt x="52446" y="67256"/>
                </a:cubicBezTo>
                <a:cubicBezTo>
                  <a:pt x="52446" y="67355"/>
                  <a:pt x="52446" y="67430"/>
                  <a:pt x="52396" y="67530"/>
                </a:cubicBezTo>
                <a:lnTo>
                  <a:pt x="52396" y="67729"/>
                </a:lnTo>
                <a:lnTo>
                  <a:pt x="52396" y="68002"/>
                </a:lnTo>
                <a:lnTo>
                  <a:pt x="52396" y="68276"/>
                </a:lnTo>
                <a:cubicBezTo>
                  <a:pt x="52396" y="68351"/>
                  <a:pt x="52446" y="68475"/>
                  <a:pt x="52446" y="68575"/>
                </a:cubicBezTo>
                <a:cubicBezTo>
                  <a:pt x="52446" y="68674"/>
                  <a:pt x="52471" y="68774"/>
                  <a:pt x="52471" y="68849"/>
                </a:cubicBezTo>
                <a:cubicBezTo>
                  <a:pt x="52446" y="68849"/>
                  <a:pt x="52446" y="68899"/>
                  <a:pt x="52396" y="68899"/>
                </a:cubicBezTo>
                <a:cubicBezTo>
                  <a:pt x="52371" y="68699"/>
                  <a:pt x="52371" y="68550"/>
                  <a:pt x="52346" y="68401"/>
                </a:cubicBezTo>
                <a:lnTo>
                  <a:pt x="52346" y="68301"/>
                </a:lnTo>
                <a:cubicBezTo>
                  <a:pt x="52346" y="68152"/>
                  <a:pt x="52321" y="67953"/>
                  <a:pt x="52321" y="67803"/>
                </a:cubicBezTo>
                <a:lnTo>
                  <a:pt x="52321" y="67729"/>
                </a:lnTo>
                <a:cubicBezTo>
                  <a:pt x="52321" y="67579"/>
                  <a:pt x="52321" y="67430"/>
                  <a:pt x="52346" y="67281"/>
                </a:cubicBezTo>
                <a:lnTo>
                  <a:pt x="52346" y="67231"/>
                </a:lnTo>
                <a:cubicBezTo>
                  <a:pt x="52371" y="66957"/>
                  <a:pt x="52446" y="66733"/>
                  <a:pt x="52520" y="66559"/>
                </a:cubicBezTo>
                <a:cubicBezTo>
                  <a:pt x="52570" y="66534"/>
                  <a:pt x="52595" y="66534"/>
                  <a:pt x="52620" y="66484"/>
                </a:cubicBezTo>
                <a:close/>
                <a:moveTo>
                  <a:pt x="21257" y="68799"/>
                </a:moveTo>
                <a:cubicBezTo>
                  <a:pt x="21257" y="68824"/>
                  <a:pt x="21282" y="68849"/>
                  <a:pt x="21282" y="68849"/>
                </a:cubicBezTo>
                <a:cubicBezTo>
                  <a:pt x="21282" y="68899"/>
                  <a:pt x="21257" y="68899"/>
                  <a:pt x="21257" y="68923"/>
                </a:cubicBezTo>
                <a:cubicBezTo>
                  <a:pt x="21257" y="68899"/>
                  <a:pt x="21232" y="68899"/>
                  <a:pt x="21232" y="68849"/>
                </a:cubicBezTo>
                <a:cubicBezTo>
                  <a:pt x="21232" y="68849"/>
                  <a:pt x="21232" y="68824"/>
                  <a:pt x="21257" y="68799"/>
                </a:cubicBezTo>
                <a:close/>
                <a:moveTo>
                  <a:pt x="48339" y="68948"/>
                </a:moveTo>
                <a:cubicBezTo>
                  <a:pt x="48339" y="68948"/>
                  <a:pt x="48339" y="68973"/>
                  <a:pt x="48289" y="68973"/>
                </a:cubicBezTo>
                <a:lnTo>
                  <a:pt x="48339" y="68948"/>
                </a:lnTo>
                <a:close/>
                <a:moveTo>
                  <a:pt x="9434" y="68774"/>
                </a:moveTo>
                <a:lnTo>
                  <a:pt x="9434" y="68824"/>
                </a:lnTo>
                <a:lnTo>
                  <a:pt x="9434" y="68899"/>
                </a:lnTo>
                <a:lnTo>
                  <a:pt x="9434" y="68948"/>
                </a:lnTo>
                <a:cubicBezTo>
                  <a:pt x="9434" y="68973"/>
                  <a:pt x="9409" y="68973"/>
                  <a:pt x="9409" y="68998"/>
                </a:cubicBezTo>
                <a:cubicBezTo>
                  <a:pt x="9409" y="68973"/>
                  <a:pt x="9409" y="68923"/>
                  <a:pt x="9384" y="68874"/>
                </a:cubicBezTo>
                <a:cubicBezTo>
                  <a:pt x="9384" y="68849"/>
                  <a:pt x="9409" y="68849"/>
                  <a:pt x="9409" y="68824"/>
                </a:cubicBezTo>
                <a:cubicBezTo>
                  <a:pt x="9409" y="68799"/>
                  <a:pt x="9434" y="68799"/>
                  <a:pt x="9434" y="68774"/>
                </a:cubicBezTo>
                <a:close/>
                <a:moveTo>
                  <a:pt x="48289" y="68973"/>
                </a:moveTo>
                <a:cubicBezTo>
                  <a:pt x="48289" y="69023"/>
                  <a:pt x="48289" y="69023"/>
                  <a:pt x="48264" y="69023"/>
                </a:cubicBezTo>
                <a:cubicBezTo>
                  <a:pt x="48264" y="68973"/>
                  <a:pt x="48289" y="68973"/>
                  <a:pt x="48289" y="68973"/>
                </a:cubicBezTo>
                <a:close/>
                <a:moveTo>
                  <a:pt x="56229" y="66683"/>
                </a:moveTo>
                <a:cubicBezTo>
                  <a:pt x="56254" y="66683"/>
                  <a:pt x="56254" y="66708"/>
                  <a:pt x="56304" y="66708"/>
                </a:cubicBezTo>
                <a:cubicBezTo>
                  <a:pt x="55084" y="67554"/>
                  <a:pt x="53889" y="68326"/>
                  <a:pt x="52695" y="69023"/>
                </a:cubicBezTo>
                <a:lnTo>
                  <a:pt x="52695" y="68948"/>
                </a:lnTo>
                <a:cubicBezTo>
                  <a:pt x="53865" y="68276"/>
                  <a:pt x="55059" y="67530"/>
                  <a:pt x="56229" y="66683"/>
                </a:cubicBezTo>
                <a:close/>
                <a:moveTo>
                  <a:pt x="52520" y="69048"/>
                </a:moveTo>
                <a:lnTo>
                  <a:pt x="52520" y="69098"/>
                </a:lnTo>
                <a:cubicBezTo>
                  <a:pt x="52496" y="69098"/>
                  <a:pt x="52471" y="69147"/>
                  <a:pt x="52471" y="69147"/>
                </a:cubicBezTo>
                <a:lnTo>
                  <a:pt x="52471" y="69073"/>
                </a:lnTo>
                <a:cubicBezTo>
                  <a:pt x="52496" y="69073"/>
                  <a:pt x="52496" y="69048"/>
                  <a:pt x="52520" y="69048"/>
                </a:cubicBezTo>
                <a:close/>
                <a:moveTo>
                  <a:pt x="2365" y="68799"/>
                </a:moveTo>
                <a:cubicBezTo>
                  <a:pt x="2365" y="68923"/>
                  <a:pt x="2340" y="69048"/>
                  <a:pt x="2340" y="69147"/>
                </a:cubicBezTo>
                <a:cubicBezTo>
                  <a:pt x="2315" y="69297"/>
                  <a:pt x="2290" y="69421"/>
                  <a:pt x="2215" y="69571"/>
                </a:cubicBezTo>
                <a:cubicBezTo>
                  <a:pt x="2215" y="69421"/>
                  <a:pt x="2240" y="69297"/>
                  <a:pt x="2290" y="69147"/>
                </a:cubicBezTo>
                <a:cubicBezTo>
                  <a:pt x="2315" y="69048"/>
                  <a:pt x="2340" y="68923"/>
                  <a:pt x="2365" y="68799"/>
                </a:cubicBezTo>
                <a:close/>
                <a:moveTo>
                  <a:pt x="89061" y="61108"/>
                </a:moveTo>
                <a:cubicBezTo>
                  <a:pt x="91475" y="62004"/>
                  <a:pt x="93964" y="62676"/>
                  <a:pt x="96478" y="63024"/>
                </a:cubicBezTo>
                <a:cubicBezTo>
                  <a:pt x="95682" y="65215"/>
                  <a:pt x="94636" y="67480"/>
                  <a:pt x="93292" y="69770"/>
                </a:cubicBezTo>
                <a:cubicBezTo>
                  <a:pt x="91301" y="67828"/>
                  <a:pt x="89085" y="65862"/>
                  <a:pt x="86820" y="64045"/>
                </a:cubicBezTo>
                <a:cubicBezTo>
                  <a:pt x="87592" y="63074"/>
                  <a:pt x="88339" y="62103"/>
                  <a:pt x="89061" y="61108"/>
                </a:cubicBezTo>
                <a:close/>
                <a:moveTo>
                  <a:pt x="31562" y="67181"/>
                </a:moveTo>
                <a:cubicBezTo>
                  <a:pt x="31587" y="67206"/>
                  <a:pt x="31587" y="67231"/>
                  <a:pt x="31612" y="67231"/>
                </a:cubicBezTo>
                <a:cubicBezTo>
                  <a:pt x="31861" y="67305"/>
                  <a:pt x="32110" y="67405"/>
                  <a:pt x="32359" y="67455"/>
                </a:cubicBezTo>
                <a:cubicBezTo>
                  <a:pt x="32483" y="67480"/>
                  <a:pt x="32608" y="67554"/>
                  <a:pt x="32707" y="67579"/>
                </a:cubicBezTo>
                <a:cubicBezTo>
                  <a:pt x="32931" y="67654"/>
                  <a:pt x="33105" y="67729"/>
                  <a:pt x="33329" y="67803"/>
                </a:cubicBezTo>
                <a:cubicBezTo>
                  <a:pt x="33454" y="67853"/>
                  <a:pt x="33578" y="67928"/>
                  <a:pt x="33728" y="67953"/>
                </a:cubicBezTo>
                <a:cubicBezTo>
                  <a:pt x="33852" y="67978"/>
                  <a:pt x="33952" y="68052"/>
                  <a:pt x="34076" y="68077"/>
                </a:cubicBezTo>
                <a:cubicBezTo>
                  <a:pt x="33703" y="68674"/>
                  <a:pt x="33354" y="69272"/>
                  <a:pt x="32981" y="69844"/>
                </a:cubicBezTo>
                <a:cubicBezTo>
                  <a:pt x="32359" y="69098"/>
                  <a:pt x="31861" y="68202"/>
                  <a:pt x="31562" y="67181"/>
                </a:cubicBezTo>
                <a:close/>
                <a:moveTo>
                  <a:pt x="96777" y="63074"/>
                </a:moveTo>
                <a:cubicBezTo>
                  <a:pt x="95931" y="65314"/>
                  <a:pt x="94810" y="67604"/>
                  <a:pt x="93466" y="69919"/>
                </a:cubicBezTo>
                <a:lnTo>
                  <a:pt x="93441" y="69894"/>
                </a:lnTo>
                <a:cubicBezTo>
                  <a:pt x="94786" y="67579"/>
                  <a:pt x="95881" y="65289"/>
                  <a:pt x="96702" y="63074"/>
                </a:cubicBezTo>
                <a:close/>
                <a:moveTo>
                  <a:pt x="49260" y="63746"/>
                </a:moveTo>
                <a:cubicBezTo>
                  <a:pt x="49957" y="63945"/>
                  <a:pt x="50529" y="64045"/>
                  <a:pt x="51002" y="64045"/>
                </a:cubicBezTo>
                <a:cubicBezTo>
                  <a:pt x="51201" y="64045"/>
                  <a:pt x="51351" y="64045"/>
                  <a:pt x="51500" y="63995"/>
                </a:cubicBezTo>
                <a:lnTo>
                  <a:pt x="51500" y="63995"/>
                </a:lnTo>
                <a:cubicBezTo>
                  <a:pt x="51251" y="64343"/>
                  <a:pt x="51002" y="64667"/>
                  <a:pt x="50753" y="64991"/>
                </a:cubicBezTo>
                <a:cubicBezTo>
                  <a:pt x="50629" y="65190"/>
                  <a:pt x="50504" y="65339"/>
                  <a:pt x="50380" y="65513"/>
                </a:cubicBezTo>
                <a:cubicBezTo>
                  <a:pt x="50330" y="65613"/>
                  <a:pt x="50255" y="65712"/>
                  <a:pt x="50206" y="65787"/>
                </a:cubicBezTo>
                <a:cubicBezTo>
                  <a:pt x="50131" y="65862"/>
                  <a:pt x="50031" y="65986"/>
                  <a:pt x="49982" y="66086"/>
                </a:cubicBezTo>
                <a:lnTo>
                  <a:pt x="49957" y="66111"/>
                </a:lnTo>
                <a:cubicBezTo>
                  <a:pt x="49857" y="66235"/>
                  <a:pt x="49782" y="66335"/>
                  <a:pt x="49708" y="66459"/>
                </a:cubicBezTo>
                <a:lnTo>
                  <a:pt x="49334" y="67032"/>
                </a:lnTo>
                <a:cubicBezTo>
                  <a:pt x="49235" y="67156"/>
                  <a:pt x="49160" y="67281"/>
                  <a:pt x="49085" y="67430"/>
                </a:cubicBezTo>
                <a:cubicBezTo>
                  <a:pt x="48762" y="67903"/>
                  <a:pt x="48463" y="68326"/>
                  <a:pt x="48164" y="68799"/>
                </a:cubicBezTo>
                <a:cubicBezTo>
                  <a:pt x="47891" y="68948"/>
                  <a:pt x="47642" y="69098"/>
                  <a:pt x="47393" y="69222"/>
                </a:cubicBezTo>
                <a:cubicBezTo>
                  <a:pt x="46845" y="69521"/>
                  <a:pt x="46397" y="69770"/>
                  <a:pt x="45999" y="69944"/>
                </a:cubicBezTo>
                <a:cubicBezTo>
                  <a:pt x="46795" y="67928"/>
                  <a:pt x="47916" y="65837"/>
                  <a:pt x="49260" y="63746"/>
                </a:cubicBezTo>
                <a:close/>
                <a:moveTo>
                  <a:pt x="56478" y="66808"/>
                </a:moveTo>
                <a:cubicBezTo>
                  <a:pt x="56528" y="66833"/>
                  <a:pt x="56603" y="66857"/>
                  <a:pt x="56702" y="66932"/>
                </a:cubicBezTo>
                <a:cubicBezTo>
                  <a:pt x="56727" y="66932"/>
                  <a:pt x="56727" y="66957"/>
                  <a:pt x="56752" y="66957"/>
                </a:cubicBezTo>
                <a:cubicBezTo>
                  <a:pt x="56652" y="67032"/>
                  <a:pt x="56578" y="67106"/>
                  <a:pt x="56478" y="67181"/>
                </a:cubicBezTo>
                <a:cubicBezTo>
                  <a:pt x="56254" y="67355"/>
                  <a:pt x="56030" y="67530"/>
                  <a:pt x="55831" y="67704"/>
                </a:cubicBezTo>
                <a:cubicBezTo>
                  <a:pt x="55731" y="67803"/>
                  <a:pt x="55607" y="67853"/>
                  <a:pt x="55507" y="67953"/>
                </a:cubicBezTo>
                <a:cubicBezTo>
                  <a:pt x="55234" y="68177"/>
                  <a:pt x="54910" y="68426"/>
                  <a:pt x="54636" y="68650"/>
                </a:cubicBezTo>
                <a:cubicBezTo>
                  <a:pt x="54412" y="68824"/>
                  <a:pt x="54163" y="68973"/>
                  <a:pt x="53964" y="69172"/>
                </a:cubicBezTo>
                <a:cubicBezTo>
                  <a:pt x="53889" y="69222"/>
                  <a:pt x="53790" y="69272"/>
                  <a:pt x="53740" y="69322"/>
                </a:cubicBezTo>
                <a:cubicBezTo>
                  <a:pt x="53466" y="69546"/>
                  <a:pt x="53168" y="69720"/>
                  <a:pt x="52894" y="69944"/>
                </a:cubicBezTo>
                <a:cubicBezTo>
                  <a:pt x="52894" y="69894"/>
                  <a:pt x="52869" y="69819"/>
                  <a:pt x="52869" y="69770"/>
                </a:cubicBezTo>
                <a:cubicBezTo>
                  <a:pt x="52819" y="69645"/>
                  <a:pt x="52769" y="69521"/>
                  <a:pt x="52744" y="69421"/>
                </a:cubicBezTo>
                <a:cubicBezTo>
                  <a:pt x="52744" y="69347"/>
                  <a:pt x="52720" y="69272"/>
                  <a:pt x="52720" y="69197"/>
                </a:cubicBezTo>
                <a:cubicBezTo>
                  <a:pt x="53964" y="68475"/>
                  <a:pt x="55234" y="67704"/>
                  <a:pt x="56478" y="66808"/>
                </a:cubicBezTo>
                <a:close/>
                <a:moveTo>
                  <a:pt x="86721" y="64169"/>
                </a:moveTo>
                <a:cubicBezTo>
                  <a:pt x="88986" y="65986"/>
                  <a:pt x="91201" y="67953"/>
                  <a:pt x="93192" y="69919"/>
                </a:cubicBezTo>
                <a:cubicBezTo>
                  <a:pt x="93192" y="69944"/>
                  <a:pt x="93168" y="69944"/>
                  <a:pt x="93168" y="69969"/>
                </a:cubicBezTo>
                <a:cubicBezTo>
                  <a:pt x="91176" y="68002"/>
                  <a:pt x="88961" y="66086"/>
                  <a:pt x="86671" y="64219"/>
                </a:cubicBezTo>
                <a:cubicBezTo>
                  <a:pt x="86696" y="64219"/>
                  <a:pt x="86696" y="64194"/>
                  <a:pt x="86721" y="64169"/>
                </a:cubicBezTo>
                <a:close/>
                <a:moveTo>
                  <a:pt x="52570" y="69297"/>
                </a:moveTo>
                <a:cubicBezTo>
                  <a:pt x="52570" y="69347"/>
                  <a:pt x="52595" y="69421"/>
                  <a:pt x="52595" y="69471"/>
                </a:cubicBezTo>
                <a:lnTo>
                  <a:pt x="52695" y="69844"/>
                </a:lnTo>
                <a:cubicBezTo>
                  <a:pt x="52695" y="69919"/>
                  <a:pt x="52720" y="69969"/>
                  <a:pt x="52720" y="70043"/>
                </a:cubicBezTo>
                <a:cubicBezTo>
                  <a:pt x="52695" y="70043"/>
                  <a:pt x="52695" y="70068"/>
                  <a:pt x="52645" y="70068"/>
                </a:cubicBezTo>
                <a:cubicBezTo>
                  <a:pt x="52620" y="69944"/>
                  <a:pt x="52595" y="69819"/>
                  <a:pt x="52570" y="69720"/>
                </a:cubicBezTo>
                <a:cubicBezTo>
                  <a:pt x="52570" y="69670"/>
                  <a:pt x="52520" y="69595"/>
                  <a:pt x="52520" y="69546"/>
                </a:cubicBezTo>
                <a:cubicBezTo>
                  <a:pt x="52496" y="69471"/>
                  <a:pt x="52496" y="69396"/>
                  <a:pt x="52496" y="69322"/>
                </a:cubicBezTo>
                <a:cubicBezTo>
                  <a:pt x="52520" y="69322"/>
                  <a:pt x="52520" y="69297"/>
                  <a:pt x="52570" y="69297"/>
                </a:cubicBezTo>
                <a:close/>
                <a:moveTo>
                  <a:pt x="34225" y="68177"/>
                </a:moveTo>
                <a:cubicBezTo>
                  <a:pt x="34275" y="68177"/>
                  <a:pt x="34275" y="68177"/>
                  <a:pt x="34300" y="68202"/>
                </a:cubicBezTo>
                <a:cubicBezTo>
                  <a:pt x="33902" y="68849"/>
                  <a:pt x="33528" y="69471"/>
                  <a:pt x="33155" y="70093"/>
                </a:cubicBezTo>
                <a:cubicBezTo>
                  <a:pt x="33155" y="70068"/>
                  <a:pt x="33105" y="70068"/>
                  <a:pt x="33105" y="70043"/>
                </a:cubicBezTo>
                <a:lnTo>
                  <a:pt x="34225" y="68177"/>
                </a:lnTo>
                <a:close/>
                <a:moveTo>
                  <a:pt x="31338" y="67156"/>
                </a:moveTo>
                <a:cubicBezTo>
                  <a:pt x="31687" y="68276"/>
                  <a:pt x="32184" y="69272"/>
                  <a:pt x="32906" y="70068"/>
                </a:cubicBezTo>
                <a:cubicBezTo>
                  <a:pt x="32906" y="70093"/>
                  <a:pt x="32856" y="70093"/>
                  <a:pt x="32856" y="70143"/>
                </a:cubicBezTo>
                <a:cubicBezTo>
                  <a:pt x="32159" y="69297"/>
                  <a:pt x="31612" y="68301"/>
                  <a:pt x="31288" y="67156"/>
                </a:cubicBezTo>
                <a:close/>
                <a:moveTo>
                  <a:pt x="49011" y="63696"/>
                </a:moveTo>
                <a:cubicBezTo>
                  <a:pt x="49036" y="63696"/>
                  <a:pt x="49036" y="63696"/>
                  <a:pt x="49061" y="63721"/>
                </a:cubicBezTo>
                <a:cubicBezTo>
                  <a:pt x="47667" y="65837"/>
                  <a:pt x="46547" y="68027"/>
                  <a:pt x="45700" y="70093"/>
                </a:cubicBezTo>
                <a:cubicBezTo>
                  <a:pt x="45675" y="70093"/>
                  <a:pt x="45650" y="70143"/>
                  <a:pt x="45626" y="70143"/>
                </a:cubicBezTo>
                <a:cubicBezTo>
                  <a:pt x="46497" y="68027"/>
                  <a:pt x="47617" y="65837"/>
                  <a:pt x="49011" y="63696"/>
                </a:cubicBezTo>
                <a:close/>
                <a:moveTo>
                  <a:pt x="47891" y="69172"/>
                </a:moveTo>
                <a:lnTo>
                  <a:pt x="47866" y="69197"/>
                </a:lnTo>
                <a:cubicBezTo>
                  <a:pt x="47741" y="69322"/>
                  <a:pt x="47617" y="69396"/>
                  <a:pt x="47492" y="69446"/>
                </a:cubicBezTo>
                <a:cubicBezTo>
                  <a:pt x="46995" y="69695"/>
                  <a:pt x="46547" y="69944"/>
                  <a:pt x="46148" y="70143"/>
                </a:cubicBezTo>
                <a:cubicBezTo>
                  <a:pt x="46621" y="69869"/>
                  <a:pt x="47119" y="69645"/>
                  <a:pt x="47592" y="69347"/>
                </a:cubicBezTo>
                <a:cubicBezTo>
                  <a:pt x="47592" y="69347"/>
                  <a:pt x="47617" y="69347"/>
                  <a:pt x="47617" y="69322"/>
                </a:cubicBezTo>
                <a:lnTo>
                  <a:pt x="47791" y="69222"/>
                </a:lnTo>
                <a:cubicBezTo>
                  <a:pt x="47816" y="69197"/>
                  <a:pt x="47866" y="69197"/>
                  <a:pt x="47891" y="69172"/>
                </a:cubicBezTo>
                <a:close/>
                <a:moveTo>
                  <a:pt x="56926" y="67057"/>
                </a:moveTo>
                <a:cubicBezTo>
                  <a:pt x="56951" y="67081"/>
                  <a:pt x="56951" y="67081"/>
                  <a:pt x="56976" y="67081"/>
                </a:cubicBezTo>
                <a:cubicBezTo>
                  <a:pt x="56926" y="67156"/>
                  <a:pt x="56851" y="67181"/>
                  <a:pt x="56802" y="67231"/>
                </a:cubicBezTo>
                <a:cubicBezTo>
                  <a:pt x="56354" y="67579"/>
                  <a:pt x="55881" y="67953"/>
                  <a:pt x="55458" y="68301"/>
                </a:cubicBezTo>
                <a:cubicBezTo>
                  <a:pt x="55234" y="68450"/>
                  <a:pt x="55010" y="68650"/>
                  <a:pt x="54810" y="68799"/>
                </a:cubicBezTo>
                <a:cubicBezTo>
                  <a:pt x="54188" y="69272"/>
                  <a:pt x="53566" y="69720"/>
                  <a:pt x="52944" y="70168"/>
                </a:cubicBezTo>
                <a:lnTo>
                  <a:pt x="52944" y="70143"/>
                </a:lnTo>
                <a:lnTo>
                  <a:pt x="52944" y="70093"/>
                </a:lnTo>
                <a:cubicBezTo>
                  <a:pt x="53118" y="69969"/>
                  <a:pt x="53292" y="69819"/>
                  <a:pt x="53491" y="69670"/>
                </a:cubicBezTo>
                <a:lnTo>
                  <a:pt x="53566" y="69595"/>
                </a:lnTo>
                <a:lnTo>
                  <a:pt x="54586" y="68849"/>
                </a:lnTo>
                <a:cubicBezTo>
                  <a:pt x="54636" y="68824"/>
                  <a:pt x="54711" y="68774"/>
                  <a:pt x="54761" y="68724"/>
                </a:cubicBezTo>
                <a:lnTo>
                  <a:pt x="54810" y="68724"/>
                </a:lnTo>
                <a:cubicBezTo>
                  <a:pt x="55059" y="68550"/>
                  <a:pt x="55283" y="68351"/>
                  <a:pt x="55557" y="68152"/>
                </a:cubicBezTo>
                <a:cubicBezTo>
                  <a:pt x="55582" y="68152"/>
                  <a:pt x="55582" y="68102"/>
                  <a:pt x="55607" y="68102"/>
                </a:cubicBezTo>
                <a:cubicBezTo>
                  <a:pt x="55706" y="68052"/>
                  <a:pt x="55781" y="67953"/>
                  <a:pt x="55881" y="67903"/>
                </a:cubicBezTo>
                <a:cubicBezTo>
                  <a:pt x="56005" y="67803"/>
                  <a:pt x="56179" y="67679"/>
                  <a:pt x="56304" y="67579"/>
                </a:cubicBezTo>
                <a:cubicBezTo>
                  <a:pt x="56453" y="67455"/>
                  <a:pt x="56603" y="67330"/>
                  <a:pt x="56727" y="67231"/>
                </a:cubicBezTo>
                <a:cubicBezTo>
                  <a:pt x="56752" y="67181"/>
                  <a:pt x="56851" y="67106"/>
                  <a:pt x="56926" y="67057"/>
                </a:cubicBezTo>
                <a:close/>
                <a:moveTo>
                  <a:pt x="77760" y="58021"/>
                </a:moveTo>
                <a:cubicBezTo>
                  <a:pt x="79975" y="59440"/>
                  <a:pt x="82265" y="61083"/>
                  <a:pt x="84580" y="62850"/>
                </a:cubicBezTo>
                <a:cubicBezTo>
                  <a:pt x="83361" y="65240"/>
                  <a:pt x="81767" y="67729"/>
                  <a:pt x="79876" y="70168"/>
                </a:cubicBezTo>
                <a:cubicBezTo>
                  <a:pt x="77362" y="68102"/>
                  <a:pt x="74922" y="65961"/>
                  <a:pt x="72782" y="63821"/>
                </a:cubicBezTo>
                <a:cubicBezTo>
                  <a:pt x="74524" y="61929"/>
                  <a:pt x="76192" y="59988"/>
                  <a:pt x="77760" y="58021"/>
                </a:cubicBezTo>
                <a:close/>
                <a:moveTo>
                  <a:pt x="93342" y="70068"/>
                </a:moveTo>
                <a:lnTo>
                  <a:pt x="93392" y="70093"/>
                </a:lnTo>
                <a:cubicBezTo>
                  <a:pt x="93392" y="70143"/>
                  <a:pt x="93342" y="70143"/>
                  <a:pt x="93342" y="70168"/>
                </a:cubicBezTo>
                <a:lnTo>
                  <a:pt x="93317" y="70143"/>
                </a:lnTo>
                <a:cubicBezTo>
                  <a:pt x="93317" y="70093"/>
                  <a:pt x="93342" y="70093"/>
                  <a:pt x="93342" y="70068"/>
                </a:cubicBezTo>
                <a:close/>
                <a:moveTo>
                  <a:pt x="48264" y="63447"/>
                </a:moveTo>
                <a:lnTo>
                  <a:pt x="48837" y="63622"/>
                </a:lnTo>
                <a:cubicBezTo>
                  <a:pt x="47393" y="65837"/>
                  <a:pt x="46248" y="68077"/>
                  <a:pt x="45377" y="70218"/>
                </a:cubicBezTo>
                <a:cubicBezTo>
                  <a:pt x="45227" y="69595"/>
                  <a:pt x="45003" y="68948"/>
                  <a:pt x="44680" y="68326"/>
                </a:cubicBezTo>
                <a:cubicBezTo>
                  <a:pt x="45178" y="67579"/>
                  <a:pt x="45675" y="66857"/>
                  <a:pt x="46223" y="66161"/>
                </a:cubicBezTo>
                <a:cubicBezTo>
                  <a:pt x="46372" y="65936"/>
                  <a:pt x="46547" y="65688"/>
                  <a:pt x="46746" y="65464"/>
                </a:cubicBezTo>
                <a:lnTo>
                  <a:pt x="47866" y="63970"/>
                </a:lnTo>
                <a:cubicBezTo>
                  <a:pt x="47965" y="63846"/>
                  <a:pt x="48040" y="63746"/>
                  <a:pt x="48115" y="63622"/>
                </a:cubicBezTo>
                <a:cubicBezTo>
                  <a:pt x="48140" y="63572"/>
                  <a:pt x="48214" y="63547"/>
                  <a:pt x="48239" y="63472"/>
                </a:cubicBezTo>
                <a:cubicBezTo>
                  <a:pt x="48239" y="63472"/>
                  <a:pt x="48239" y="63447"/>
                  <a:pt x="48264" y="63447"/>
                </a:cubicBezTo>
                <a:close/>
                <a:moveTo>
                  <a:pt x="52744" y="70218"/>
                </a:moveTo>
                <a:lnTo>
                  <a:pt x="52744" y="70268"/>
                </a:lnTo>
                <a:lnTo>
                  <a:pt x="52744" y="70292"/>
                </a:lnTo>
                <a:lnTo>
                  <a:pt x="52720" y="70292"/>
                </a:lnTo>
                <a:lnTo>
                  <a:pt x="52720" y="70268"/>
                </a:lnTo>
                <a:lnTo>
                  <a:pt x="52744" y="70218"/>
                </a:lnTo>
                <a:close/>
                <a:moveTo>
                  <a:pt x="84730" y="62925"/>
                </a:moveTo>
                <a:cubicBezTo>
                  <a:pt x="84754" y="62925"/>
                  <a:pt x="84754" y="62950"/>
                  <a:pt x="84804" y="62950"/>
                </a:cubicBezTo>
                <a:cubicBezTo>
                  <a:pt x="83560" y="65414"/>
                  <a:pt x="81967" y="67903"/>
                  <a:pt x="80075" y="70292"/>
                </a:cubicBezTo>
                <a:cubicBezTo>
                  <a:pt x="80025" y="70292"/>
                  <a:pt x="80025" y="70268"/>
                  <a:pt x="80000" y="70268"/>
                </a:cubicBezTo>
                <a:cubicBezTo>
                  <a:pt x="81892" y="67853"/>
                  <a:pt x="83485" y="65364"/>
                  <a:pt x="84730" y="62925"/>
                </a:cubicBezTo>
                <a:close/>
                <a:moveTo>
                  <a:pt x="44555" y="68475"/>
                </a:moveTo>
                <a:cubicBezTo>
                  <a:pt x="44854" y="69098"/>
                  <a:pt x="45053" y="69695"/>
                  <a:pt x="45227" y="70292"/>
                </a:cubicBezTo>
                <a:cubicBezTo>
                  <a:pt x="45178" y="70292"/>
                  <a:pt x="45178" y="70317"/>
                  <a:pt x="45153" y="70317"/>
                </a:cubicBezTo>
                <a:cubicBezTo>
                  <a:pt x="45003" y="69770"/>
                  <a:pt x="44804" y="69172"/>
                  <a:pt x="44530" y="68550"/>
                </a:cubicBezTo>
                <a:cubicBezTo>
                  <a:pt x="44530" y="68525"/>
                  <a:pt x="44555" y="68525"/>
                  <a:pt x="44555" y="68475"/>
                </a:cubicBezTo>
                <a:close/>
                <a:moveTo>
                  <a:pt x="72657" y="63945"/>
                </a:moveTo>
                <a:cubicBezTo>
                  <a:pt x="74798" y="66086"/>
                  <a:pt x="77237" y="68276"/>
                  <a:pt x="79751" y="70292"/>
                </a:cubicBezTo>
                <a:cubicBezTo>
                  <a:pt x="79751" y="70317"/>
                  <a:pt x="79726" y="70317"/>
                  <a:pt x="79726" y="70342"/>
                </a:cubicBezTo>
                <a:cubicBezTo>
                  <a:pt x="77188" y="68301"/>
                  <a:pt x="74773" y="66161"/>
                  <a:pt x="72632" y="63995"/>
                </a:cubicBezTo>
                <a:cubicBezTo>
                  <a:pt x="72632" y="63970"/>
                  <a:pt x="72657" y="63945"/>
                  <a:pt x="72657" y="63945"/>
                </a:cubicBezTo>
                <a:close/>
                <a:moveTo>
                  <a:pt x="17748" y="54014"/>
                </a:moveTo>
                <a:cubicBezTo>
                  <a:pt x="18893" y="54014"/>
                  <a:pt x="20062" y="54113"/>
                  <a:pt x="21282" y="54263"/>
                </a:cubicBezTo>
                <a:cubicBezTo>
                  <a:pt x="19739" y="58668"/>
                  <a:pt x="19241" y="62850"/>
                  <a:pt x="20062" y="66310"/>
                </a:cubicBezTo>
                <a:cubicBezTo>
                  <a:pt x="20013" y="66310"/>
                  <a:pt x="19988" y="66335"/>
                  <a:pt x="19913" y="66335"/>
                </a:cubicBezTo>
                <a:cubicBezTo>
                  <a:pt x="19589" y="66385"/>
                  <a:pt x="19241" y="66459"/>
                  <a:pt x="18917" y="66509"/>
                </a:cubicBezTo>
                <a:cubicBezTo>
                  <a:pt x="18594" y="66609"/>
                  <a:pt x="18245" y="66708"/>
                  <a:pt x="17922" y="66808"/>
                </a:cubicBezTo>
                <a:cubicBezTo>
                  <a:pt x="17623" y="66907"/>
                  <a:pt x="17299" y="66957"/>
                  <a:pt x="17001" y="67057"/>
                </a:cubicBezTo>
                <a:cubicBezTo>
                  <a:pt x="16652" y="67156"/>
                  <a:pt x="16354" y="67256"/>
                  <a:pt x="16005" y="67380"/>
                </a:cubicBezTo>
                <a:cubicBezTo>
                  <a:pt x="15682" y="67480"/>
                  <a:pt x="15383" y="67604"/>
                  <a:pt x="15084" y="67729"/>
                </a:cubicBezTo>
                <a:cubicBezTo>
                  <a:pt x="14785" y="67853"/>
                  <a:pt x="14462" y="68002"/>
                  <a:pt x="14163" y="68152"/>
                </a:cubicBezTo>
                <a:cubicBezTo>
                  <a:pt x="13840" y="68276"/>
                  <a:pt x="13541" y="68401"/>
                  <a:pt x="13267" y="68550"/>
                </a:cubicBezTo>
                <a:cubicBezTo>
                  <a:pt x="12968" y="68699"/>
                  <a:pt x="12670" y="68849"/>
                  <a:pt x="12396" y="69023"/>
                </a:cubicBezTo>
                <a:cubicBezTo>
                  <a:pt x="12072" y="69172"/>
                  <a:pt x="11799" y="69322"/>
                  <a:pt x="11475" y="69521"/>
                </a:cubicBezTo>
                <a:cubicBezTo>
                  <a:pt x="11201" y="69670"/>
                  <a:pt x="10952" y="69844"/>
                  <a:pt x="10678" y="70019"/>
                </a:cubicBezTo>
                <a:lnTo>
                  <a:pt x="9932" y="70467"/>
                </a:lnTo>
                <a:cubicBezTo>
                  <a:pt x="9907" y="70317"/>
                  <a:pt x="9857" y="70168"/>
                  <a:pt x="9832" y="69969"/>
                </a:cubicBezTo>
                <a:cubicBezTo>
                  <a:pt x="9782" y="69795"/>
                  <a:pt x="9757" y="69571"/>
                  <a:pt x="9683" y="69347"/>
                </a:cubicBezTo>
                <a:lnTo>
                  <a:pt x="9683" y="69247"/>
                </a:lnTo>
                <a:cubicBezTo>
                  <a:pt x="9658" y="69123"/>
                  <a:pt x="9658" y="68998"/>
                  <a:pt x="9633" y="68923"/>
                </a:cubicBezTo>
                <a:cubicBezTo>
                  <a:pt x="11699" y="63995"/>
                  <a:pt x="14437" y="58992"/>
                  <a:pt x="17748" y="54014"/>
                </a:cubicBezTo>
                <a:close/>
                <a:moveTo>
                  <a:pt x="79876" y="70417"/>
                </a:moveTo>
                <a:cubicBezTo>
                  <a:pt x="79901" y="70417"/>
                  <a:pt x="79950" y="70442"/>
                  <a:pt x="79950" y="70442"/>
                </a:cubicBezTo>
                <a:cubicBezTo>
                  <a:pt x="79950" y="70467"/>
                  <a:pt x="79901" y="70467"/>
                  <a:pt x="79901" y="70492"/>
                </a:cubicBezTo>
                <a:cubicBezTo>
                  <a:pt x="79876" y="70492"/>
                  <a:pt x="79876" y="70467"/>
                  <a:pt x="79851" y="70467"/>
                </a:cubicBezTo>
                <a:cubicBezTo>
                  <a:pt x="79851" y="70442"/>
                  <a:pt x="79876" y="70442"/>
                  <a:pt x="79876" y="70417"/>
                </a:cubicBezTo>
                <a:close/>
                <a:moveTo>
                  <a:pt x="33155" y="70442"/>
                </a:moveTo>
                <a:cubicBezTo>
                  <a:pt x="33180" y="70442"/>
                  <a:pt x="33205" y="70442"/>
                  <a:pt x="33205" y="70467"/>
                </a:cubicBezTo>
                <a:lnTo>
                  <a:pt x="33280" y="70467"/>
                </a:lnTo>
                <a:lnTo>
                  <a:pt x="33304" y="70516"/>
                </a:lnTo>
                <a:cubicBezTo>
                  <a:pt x="33280" y="70516"/>
                  <a:pt x="33205" y="70467"/>
                  <a:pt x="33180" y="70467"/>
                </a:cubicBezTo>
                <a:lnTo>
                  <a:pt x="33155" y="70442"/>
                </a:lnTo>
                <a:close/>
                <a:moveTo>
                  <a:pt x="9533" y="69197"/>
                </a:moveTo>
                <a:cubicBezTo>
                  <a:pt x="9533" y="69272"/>
                  <a:pt x="9558" y="69322"/>
                  <a:pt x="9558" y="69396"/>
                </a:cubicBezTo>
                <a:cubicBezTo>
                  <a:pt x="9558" y="69446"/>
                  <a:pt x="9583" y="69546"/>
                  <a:pt x="9583" y="69595"/>
                </a:cubicBezTo>
                <a:cubicBezTo>
                  <a:pt x="9658" y="69894"/>
                  <a:pt x="9708" y="70168"/>
                  <a:pt x="9782" y="70417"/>
                </a:cubicBezTo>
                <a:cubicBezTo>
                  <a:pt x="9782" y="70442"/>
                  <a:pt x="9807" y="70516"/>
                  <a:pt x="9807" y="70541"/>
                </a:cubicBezTo>
                <a:lnTo>
                  <a:pt x="9782" y="70566"/>
                </a:lnTo>
                <a:lnTo>
                  <a:pt x="9733" y="70591"/>
                </a:lnTo>
                <a:cubicBezTo>
                  <a:pt x="9733" y="70541"/>
                  <a:pt x="9708" y="70467"/>
                  <a:pt x="9708" y="70417"/>
                </a:cubicBezTo>
                <a:lnTo>
                  <a:pt x="9708" y="70392"/>
                </a:lnTo>
                <a:cubicBezTo>
                  <a:pt x="9633" y="70193"/>
                  <a:pt x="9558" y="69969"/>
                  <a:pt x="9533" y="69770"/>
                </a:cubicBezTo>
                <a:cubicBezTo>
                  <a:pt x="9509" y="69645"/>
                  <a:pt x="9459" y="69521"/>
                  <a:pt x="9459" y="69396"/>
                </a:cubicBezTo>
                <a:lnTo>
                  <a:pt x="9459" y="69322"/>
                </a:lnTo>
                <a:cubicBezTo>
                  <a:pt x="9459" y="69297"/>
                  <a:pt x="9484" y="69297"/>
                  <a:pt x="9484" y="69272"/>
                </a:cubicBezTo>
                <a:cubicBezTo>
                  <a:pt x="9484" y="69222"/>
                  <a:pt x="9484" y="69222"/>
                  <a:pt x="9533" y="69197"/>
                </a:cubicBezTo>
                <a:close/>
                <a:moveTo>
                  <a:pt x="84954" y="63074"/>
                </a:moveTo>
                <a:cubicBezTo>
                  <a:pt x="85377" y="63422"/>
                  <a:pt x="85825" y="63746"/>
                  <a:pt x="86223" y="64095"/>
                </a:cubicBezTo>
                <a:cubicBezTo>
                  <a:pt x="84431" y="66335"/>
                  <a:pt x="82564" y="68550"/>
                  <a:pt x="80573" y="70691"/>
                </a:cubicBezTo>
                <a:cubicBezTo>
                  <a:pt x="80448" y="70591"/>
                  <a:pt x="80349" y="70516"/>
                  <a:pt x="80224" y="70417"/>
                </a:cubicBezTo>
                <a:cubicBezTo>
                  <a:pt x="82116" y="68027"/>
                  <a:pt x="83709" y="65538"/>
                  <a:pt x="84954" y="63074"/>
                </a:cubicBezTo>
                <a:close/>
                <a:moveTo>
                  <a:pt x="20137" y="66484"/>
                </a:moveTo>
                <a:lnTo>
                  <a:pt x="20137" y="66534"/>
                </a:lnTo>
                <a:lnTo>
                  <a:pt x="20112" y="66559"/>
                </a:lnTo>
                <a:cubicBezTo>
                  <a:pt x="19714" y="66609"/>
                  <a:pt x="19291" y="66708"/>
                  <a:pt x="18893" y="66808"/>
                </a:cubicBezTo>
                <a:cubicBezTo>
                  <a:pt x="18594" y="66857"/>
                  <a:pt x="18295" y="66957"/>
                  <a:pt x="18021" y="67057"/>
                </a:cubicBezTo>
                <a:cubicBezTo>
                  <a:pt x="17673" y="67156"/>
                  <a:pt x="17299" y="67231"/>
                  <a:pt x="16976" y="67330"/>
                </a:cubicBezTo>
                <a:cubicBezTo>
                  <a:pt x="16652" y="67430"/>
                  <a:pt x="16354" y="67554"/>
                  <a:pt x="16030" y="67679"/>
                </a:cubicBezTo>
                <a:cubicBezTo>
                  <a:pt x="15731" y="67803"/>
                  <a:pt x="15408" y="67903"/>
                  <a:pt x="15109" y="68027"/>
                </a:cubicBezTo>
                <a:cubicBezTo>
                  <a:pt x="14785" y="68152"/>
                  <a:pt x="14512" y="68301"/>
                  <a:pt x="14188" y="68426"/>
                </a:cubicBezTo>
                <a:cubicBezTo>
                  <a:pt x="13889" y="68550"/>
                  <a:pt x="13566" y="68699"/>
                  <a:pt x="13267" y="68849"/>
                </a:cubicBezTo>
                <a:cubicBezTo>
                  <a:pt x="12993" y="68973"/>
                  <a:pt x="12744" y="69147"/>
                  <a:pt x="12446" y="69297"/>
                </a:cubicBezTo>
                <a:cubicBezTo>
                  <a:pt x="12147" y="69471"/>
                  <a:pt x="11799" y="69645"/>
                  <a:pt x="11500" y="69819"/>
                </a:cubicBezTo>
                <a:cubicBezTo>
                  <a:pt x="11251" y="69969"/>
                  <a:pt x="11027" y="70143"/>
                  <a:pt x="10803" y="70292"/>
                </a:cubicBezTo>
                <a:cubicBezTo>
                  <a:pt x="10529" y="70467"/>
                  <a:pt x="10255" y="70641"/>
                  <a:pt x="10006" y="70815"/>
                </a:cubicBezTo>
                <a:lnTo>
                  <a:pt x="10006" y="70765"/>
                </a:lnTo>
                <a:cubicBezTo>
                  <a:pt x="10206" y="70591"/>
                  <a:pt x="10454" y="70442"/>
                  <a:pt x="10678" y="70292"/>
                </a:cubicBezTo>
                <a:lnTo>
                  <a:pt x="11525" y="69720"/>
                </a:lnTo>
                <a:lnTo>
                  <a:pt x="12371" y="69272"/>
                </a:lnTo>
                <a:cubicBezTo>
                  <a:pt x="12670" y="69098"/>
                  <a:pt x="12993" y="68923"/>
                  <a:pt x="13292" y="68774"/>
                </a:cubicBezTo>
                <a:cubicBezTo>
                  <a:pt x="13541" y="68650"/>
                  <a:pt x="13815" y="68525"/>
                  <a:pt x="14113" y="68401"/>
                </a:cubicBezTo>
                <a:lnTo>
                  <a:pt x="15134" y="67928"/>
                </a:lnTo>
                <a:cubicBezTo>
                  <a:pt x="15383" y="67828"/>
                  <a:pt x="15657" y="67729"/>
                  <a:pt x="15906" y="67654"/>
                </a:cubicBezTo>
                <a:cubicBezTo>
                  <a:pt x="16279" y="67530"/>
                  <a:pt x="16652" y="67355"/>
                  <a:pt x="17026" y="67231"/>
                </a:cubicBezTo>
                <a:cubicBezTo>
                  <a:pt x="17275" y="67156"/>
                  <a:pt x="17524" y="67106"/>
                  <a:pt x="17797" y="67032"/>
                </a:cubicBezTo>
                <a:cubicBezTo>
                  <a:pt x="18171" y="66907"/>
                  <a:pt x="18594" y="66808"/>
                  <a:pt x="18967" y="66708"/>
                </a:cubicBezTo>
                <a:cubicBezTo>
                  <a:pt x="19241" y="66658"/>
                  <a:pt x="19515" y="66609"/>
                  <a:pt x="19789" y="66559"/>
                </a:cubicBezTo>
                <a:cubicBezTo>
                  <a:pt x="19913" y="66534"/>
                  <a:pt x="20013" y="66534"/>
                  <a:pt x="20137" y="66484"/>
                </a:cubicBezTo>
                <a:close/>
                <a:moveTo>
                  <a:pt x="24941" y="66285"/>
                </a:moveTo>
                <a:cubicBezTo>
                  <a:pt x="26808" y="66285"/>
                  <a:pt x="28625" y="66484"/>
                  <a:pt x="30367" y="66907"/>
                </a:cubicBezTo>
                <a:cubicBezTo>
                  <a:pt x="30417" y="66907"/>
                  <a:pt x="30442" y="66932"/>
                  <a:pt x="30467" y="66932"/>
                </a:cubicBezTo>
                <a:cubicBezTo>
                  <a:pt x="30691" y="66982"/>
                  <a:pt x="30865" y="67032"/>
                  <a:pt x="31089" y="67081"/>
                </a:cubicBezTo>
                <a:cubicBezTo>
                  <a:pt x="31413" y="68276"/>
                  <a:pt x="31935" y="69297"/>
                  <a:pt x="32657" y="70143"/>
                </a:cubicBezTo>
                <a:lnTo>
                  <a:pt x="32608" y="70143"/>
                </a:lnTo>
                <a:cubicBezTo>
                  <a:pt x="32533" y="70093"/>
                  <a:pt x="32408" y="70093"/>
                  <a:pt x="32309" y="70068"/>
                </a:cubicBezTo>
                <a:cubicBezTo>
                  <a:pt x="31935" y="70019"/>
                  <a:pt x="31562" y="69969"/>
                  <a:pt x="31164" y="69944"/>
                </a:cubicBezTo>
                <a:cubicBezTo>
                  <a:pt x="31039" y="69944"/>
                  <a:pt x="30915" y="69919"/>
                  <a:pt x="30815" y="69919"/>
                </a:cubicBezTo>
                <a:cubicBezTo>
                  <a:pt x="30318" y="69894"/>
                  <a:pt x="29845" y="69844"/>
                  <a:pt x="29347" y="69844"/>
                </a:cubicBezTo>
                <a:cubicBezTo>
                  <a:pt x="28973" y="69844"/>
                  <a:pt x="28625" y="69844"/>
                  <a:pt x="28252" y="69894"/>
                </a:cubicBezTo>
                <a:cubicBezTo>
                  <a:pt x="28102" y="69894"/>
                  <a:pt x="27928" y="69919"/>
                  <a:pt x="27754" y="69919"/>
                </a:cubicBezTo>
                <a:cubicBezTo>
                  <a:pt x="27580" y="69919"/>
                  <a:pt x="27380" y="69944"/>
                  <a:pt x="27181" y="69944"/>
                </a:cubicBezTo>
                <a:lnTo>
                  <a:pt x="26509" y="70043"/>
                </a:lnTo>
                <a:cubicBezTo>
                  <a:pt x="26360" y="70068"/>
                  <a:pt x="26211" y="70068"/>
                  <a:pt x="26086" y="70093"/>
                </a:cubicBezTo>
                <a:cubicBezTo>
                  <a:pt x="25837" y="70143"/>
                  <a:pt x="25613" y="70193"/>
                  <a:pt x="25364" y="70218"/>
                </a:cubicBezTo>
                <a:cubicBezTo>
                  <a:pt x="25240" y="70268"/>
                  <a:pt x="25115" y="70268"/>
                  <a:pt x="24991" y="70292"/>
                </a:cubicBezTo>
                <a:lnTo>
                  <a:pt x="24244" y="70467"/>
                </a:lnTo>
                <a:cubicBezTo>
                  <a:pt x="24145" y="70492"/>
                  <a:pt x="24020" y="70541"/>
                  <a:pt x="23945" y="70541"/>
                </a:cubicBezTo>
                <a:cubicBezTo>
                  <a:pt x="23697" y="70591"/>
                  <a:pt x="23448" y="70691"/>
                  <a:pt x="23199" y="70740"/>
                </a:cubicBezTo>
                <a:cubicBezTo>
                  <a:pt x="23124" y="70790"/>
                  <a:pt x="23074" y="70790"/>
                  <a:pt x="23000" y="70815"/>
                </a:cubicBezTo>
                <a:cubicBezTo>
                  <a:pt x="22352" y="70218"/>
                  <a:pt x="21879" y="69571"/>
                  <a:pt x="21506" y="68849"/>
                </a:cubicBezTo>
                <a:cubicBezTo>
                  <a:pt x="21954" y="68027"/>
                  <a:pt x="22402" y="67181"/>
                  <a:pt x="22900" y="66360"/>
                </a:cubicBezTo>
                <a:lnTo>
                  <a:pt x="22950" y="66360"/>
                </a:lnTo>
                <a:cubicBezTo>
                  <a:pt x="23597" y="66310"/>
                  <a:pt x="24269" y="66285"/>
                  <a:pt x="24941" y="66285"/>
                </a:cubicBezTo>
                <a:close/>
                <a:moveTo>
                  <a:pt x="9807" y="70790"/>
                </a:moveTo>
                <a:lnTo>
                  <a:pt x="9807" y="70815"/>
                </a:lnTo>
                <a:lnTo>
                  <a:pt x="9807" y="70840"/>
                </a:lnTo>
                <a:lnTo>
                  <a:pt x="9757" y="70840"/>
                </a:lnTo>
                <a:lnTo>
                  <a:pt x="9757" y="70815"/>
                </a:lnTo>
                <a:lnTo>
                  <a:pt x="9782" y="70815"/>
                </a:lnTo>
                <a:cubicBezTo>
                  <a:pt x="9807" y="70815"/>
                  <a:pt x="9807" y="70790"/>
                  <a:pt x="9807" y="70790"/>
                </a:cubicBezTo>
                <a:close/>
                <a:moveTo>
                  <a:pt x="80100" y="70566"/>
                </a:moveTo>
                <a:cubicBezTo>
                  <a:pt x="80199" y="70666"/>
                  <a:pt x="80324" y="70765"/>
                  <a:pt x="80398" y="70815"/>
                </a:cubicBezTo>
                <a:lnTo>
                  <a:pt x="80374" y="70840"/>
                </a:lnTo>
                <a:cubicBezTo>
                  <a:pt x="80274" y="70765"/>
                  <a:pt x="80150" y="70666"/>
                  <a:pt x="80075" y="70591"/>
                </a:cubicBezTo>
                <a:lnTo>
                  <a:pt x="80100" y="70566"/>
                </a:lnTo>
                <a:close/>
                <a:moveTo>
                  <a:pt x="86347" y="64219"/>
                </a:moveTo>
                <a:cubicBezTo>
                  <a:pt x="86372" y="64219"/>
                  <a:pt x="86372" y="64244"/>
                  <a:pt x="86422" y="64244"/>
                </a:cubicBezTo>
                <a:cubicBezTo>
                  <a:pt x="84630" y="66484"/>
                  <a:pt x="82738" y="68699"/>
                  <a:pt x="80747" y="70840"/>
                </a:cubicBezTo>
                <a:cubicBezTo>
                  <a:pt x="80722" y="70840"/>
                  <a:pt x="80722" y="70815"/>
                  <a:pt x="80697" y="70815"/>
                </a:cubicBezTo>
                <a:cubicBezTo>
                  <a:pt x="82688" y="68674"/>
                  <a:pt x="84580" y="66459"/>
                  <a:pt x="86347" y="64219"/>
                </a:cubicBezTo>
                <a:close/>
                <a:moveTo>
                  <a:pt x="21382" y="69073"/>
                </a:moveTo>
                <a:cubicBezTo>
                  <a:pt x="21753" y="69716"/>
                  <a:pt x="22197" y="70334"/>
                  <a:pt x="22692" y="70904"/>
                </a:cubicBezTo>
                <a:lnTo>
                  <a:pt x="22692" y="70904"/>
                </a:lnTo>
                <a:cubicBezTo>
                  <a:pt x="22690" y="70904"/>
                  <a:pt x="22689" y="70904"/>
                  <a:pt x="22687" y="70904"/>
                </a:cubicBezTo>
                <a:cubicBezTo>
                  <a:pt x="22670" y="70904"/>
                  <a:pt x="22643" y="70915"/>
                  <a:pt x="22626" y="70915"/>
                </a:cubicBezTo>
                <a:cubicBezTo>
                  <a:pt x="22128" y="70392"/>
                  <a:pt x="21730" y="69795"/>
                  <a:pt x="21357" y="69147"/>
                </a:cubicBezTo>
                <a:cubicBezTo>
                  <a:pt x="21357" y="69098"/>
                  <a:pt x="21382" y="69098"/>
                  <a:pt x="21382" y="69073"/>
                </a:cubicBezTo>
                <a:close/>
                <a:moveTo>
                  <a:pt x="80573" y="70940"/>
                </a:moveTo>
                <a:cubicBezTo>
                  <a:pt x="80598" y="70940"/>
                  <a:pt x="80598" y="70964"/>
                  <a:pt x="80622" y="70964"/>
                </a:cubicBezTo>
                <a:lnTo>
                  <a:pt x="80598" y="71014"/>
                </a:lnTo>
                <a:cubicBezTo>
                  <a:pt x="80573" y="71014"/>
                  <a:pt x="80573" y="70964"/>
                  <a:pt x="80523" y="70964"/>
                </a:cubicBezTo>
                <a:lnTo>
                  <a:pt x="80573" y="70940"/>
                </a:lnTo>
                <a:close/>
                <a:moveTo>
                  <a:pt x="29297" y="70068"/>
                </a:moveTo>
                <a:cubicBezTo>
                  <a:pt x="29795" y="70068"/>
                  <a:pt x="30293" y="70093"/>
                  <a:pt x="30790" y="70143"/>
                </a:cubicBezTo>
                <a:cubicBezTo>
                  <a:pt x="30915" y="70143"/>
                  <a:pt x="31039" y="70168"/>
                  <a:pt x="31164" y="70168"/>
                </a:cubicBezTo>
                <a:cubicBezTo>
                  <a:pt x="31562" y="70193"/>
                  <a:pt x="31935" y="70268"/>
                  <a:pt x="32334" y="70317"/>
                </a:cubicBezTo>
                <a:cubicBezTo>
                  <a:pt x="32433" y="70342"/>
                  <a:pt x="32533" y="70342"/>
                  <a:pt x="32608" y="70392"/>
                </a:cubicBezTo>
                <a:cubicBezTo>
                  <a:pt x="32637" y="70347"/>
                  <a:pt x="32658" y="70338"/>
                  <a:pt x="32676" y="70338"/>
                </a:cubicBezTo>
                <a:cubicBezTo>
                  <a:pt x="32687" y="70338"/>
                  <a:pt x="32697" y="70342"/>
                  <a:pt x="32707" y="70342"/>
                </a:cubicBezTo>
                <a:cubicBezTo>
                  <a:pt x="32682" y="70392"/>
                  <a:pt x="32682" y="70392"/>
                  <a:pt x="32682" y="70417"/>
                </a:cubicBezTo>
                <a:cubicBezTo>
                  <a:pt x="32234" y="70317"/>
                  <a:pt x="31786" y="70268"/>
                  <a:pt x="31313" y="70218"/>
                </a:cubicBezTo>
                <a:cubicBezTo>
                  <a:pt x="31164" y="70218"/>
                  <a:pt x="31039" y="70193"/>
                  <a:pt x="30865" y="70193"/>
                </a:cubicBezTo>
                <a:cubicBezTo>
                  <a:pt x="30342" y="70168"/>
                  <a:pt x="29820" y="70143"/>
                  <a:pt x="29247" y="70143"/>
                </a:cubicBezTo>
                <a:lnTo>
                  <a:pt x="29197" y="70143"/>
                </a:lnTo>
                <a:cubicBezTo>
                  <a:pt x="28849" y="70143"/>
                  <a:pt x="28500" y="70143"/>
                  <a:pt x="28202" y="70168"/>
                </a:cubicBezTo>
                <a:cubicBezTo>
                  <a:pt x="27953" y="70168"/>
                  <a:pt x="27679" y="70193"/>
                  <a:pt x="27430" y="70218"/>
                </a:cubicBezTo>
                <a:cubicBezTo>
                  <a:pt x="27331" y="70218"/>
                  <a:pt x="27231" y="70218"/>
                  <a:pt x="27131" y="70268"/>
                </a:cubicBezTo>
                <a:cubicBezTo>
                  <a:pt x="26833" y="70292"/>
                  <a:pt x="26484" y="70317"/>
                  <a:pt x="26186" y="70392"/>
                </a:cubicBezTo>
                <a:lnTo>
                  <a:pt x="26061" y="70392"/>
                </a:lnTo>
                <a:cubicBezTo>
                  <a:pt x="25713" y="70442"/>
                  <a:pt x="25339" y="70516"/>
                  <a:pt x="24991" y="70566"/>
                </a:cubicBezTo>
                <a:cubicBezTo>
                  <a:pt x="24369" y="70691"/>
                  <a:pt x="23746" y="70840"/>
                  <a:pt x="23124" y="71039"/>
                </a:cubicBezTo>
                <a:lnTo>
                  <a:pt x="23099" y="71014"/>
                </a:lnTo>
                <a:lnTo>
                  <a:pt x="23074" y="70964"/>
                </a:lnTo>
                <a:cubicBezTo>
                  <a:pt x="23348" y="70890"/>
                  <a:pt x="23622" y="70815"/>
                  <a:pt x="23896" y="70716"/>
                </a:cubicBezTo>
                <a:cubicBezTo>
                  <a:pt x="23970" y="70716"/>
                  <a:pt x="23995" y="70691"/>
                  <a:pt x="24070" y="70691"/>
                </a:cubicBezTo>
                <a:cubicBezTo>
                  <a:pt x="24369" y="70641"/>
                  <a:pt x="24692" y="70541"/>
                  <a:pt x="24966" y="70467"/>
                </a:cubicBezTo>
                <a:cubicBezTo>
                  <a:pt x="25016" y="70467"/>
                  <a:pt x="25090" y="70442"/>
                  <a:pt x="25140" y="70442"/>
                </a:cubicBezTo>
                <a:cubicBezTo>
                  <a:pt x="25439" y="70392"/>
                  <a:pt x="25738" y="70317"/>
                  <a:pt x="26011" y="70292"/>
                </a:cubicBezTo>
                <a:cubicBezTo>
                  <a:pt x="26111" y="70268"/>
                  <a:pt x="26235" y="70268"/>
                  <a:pt x="26335" y="70268"/>
                </a:cubicBezTo>
                <a:cubicBezTo>
                  <a:pt x="26584" y="70218"/>
                  <a:pt x="26833" y="70193"/>
                  <a:pt x="27107" y="70168"/>
                </a:cubicBezTo>
                <a:cubicBezTo>
                  <a:pt x="27306" y="70143"/>
                  <a:pt x="27455" y="70143"/>
                  <a:pt x="27629" y="70143"/>
                </a:cubicBezTo>
                <a:cubicBezTo>
                  <a:pt x="27828" y="70143"/>
                  <a:pt x="28003" y="70093"/>
                  <a:pt x="28202" y="70093"/>
                </a:cubicBezTo>
                <a:cubicBezTo>
                  <a:pt x="28575" y="70068"/>
                  <a:pt x="28924" y="70068"/>
                  <a:pt x="29297" y="70068"/>
                </a:cubicBezTo>
                <a:close/>
                <a:moveTo>
                  <a:pt x="22891" y="71070"/>
                </a:moveTo>
                <a:cubicBezTo>
                  <a:pt x="22888" y="71070"/>
                  <a:pt x="22888" y="71077"/>
                  <a:pt x="22900" y="71089"/>
                </a:cubicBezTo>
                <a:cubicBezTo>
                  <a:pt x="22896" y="71082"/>
                  <a:pt x="22893" y="71076"/>
                  <a:pt x="22891" y="71070"/>
                </a:cubicBezTo>
                <a:close/>
                <a:moveTo>
                  <a:pt x="45377" y="70840"/>
                </a:moveTo>
                <a:cubicBezTo>
                  <a:pt x="45377" y="70890"/>
                  <a:pt x="45377" y="70940"/>
                  <a:pt x="45402" y="70964"/>
                </a:cubicBezTo>
                <a:cubicBezTo>
                  <a:pt x="45402" y="71014"/>
                  <a:pt x="45377" y="71064"/>
                  <a:pt x="45377" y="71089"/>
                </a:cubicBezTo>
                <a:cubicBezTo>
                  <a:pt x="45377" y="71064"/>
                  <a:pt x="45377" y="71014"/>
                  <a:pt x="45352" y="70964"/>
                </a:cubicBezTo>
                <a:cubicBezTo>
                  <a:pt x="45352" y="70915"/>
                  <a:pt x="45352" y="70890"/>
                  <a:pt x="45377" y="70840"/>
                </a:cubicBezTo>
                <a:close/>
                <a:moveTo>
                  <a:pt x="22850" y="71039"/>
                </a:moveTo>
                <a:cubicBezTo>
                  <a:pt x="22871" y="71039"/>
                  <a:pt x="22875" y="71039"/>
                  <a:pt x="22891" y="71070"/>
                </a:cubicBezTo>
                <a:lnTo>
                  <a:pt x="22891" y="71070"/>
                </a:lnTo>
                <a:cubicBezTo>
                  <a:pt x="22891" y="71070"/>
                  <a:pt x="22891" y="71070"/>
                  <a:pt x="22891" y="71070"/>
                </a:cubicBezTo>
                <a:cubicBezTo>
                  <a:pt x="22894" y="71070"/>
                  <a:pt x="22900" y="71076"/>
                  <a:pt x="22900" y="71089"/>
                </a:cubicBezTo>
                <a:cubicBezTo>
                  <a:pt x="22875" y="71089"/>
                  <a:pt x="22850" y="71089"/>
                  <a:pt x="22850" y="71139"/>
                </a:cubicBezTo>
                <a:lnTo>
                  <a:pt x="22825" y="71089"/>
                </a:lnTo>
                <a:cubicBezTo>
                  <a:pt x="22825" y="71089"/>
                  <a:pt x="22776" y="71089"/>
                  <a:pt x="22776" y="71064"/>
                </a:cubicBezTo>
                <a:cubicBezTo>
                  <a:pt x="22825" y="71064"/>
                  <a:pt x="22825" y="71064"/>
                  <a:pt x="22825" y="71039"/>
                </a:cubicBezTo>
                <a:close/>
                <a:moveTo>
                  <a:pt x="96926" y="63099"/>
                </a:moveTo>
                <a:cubicBezTo>
                  <a:pt x="98071" y="63248"/>
                  <a:pt x="99191" y="63348"/>
                  <a:pt x="100311" y="63373"/>
                </a:cubicBezTo>
                <a:cubicBezTo>
                  <a:pt x="98569" y="65986"/>
                  <a:pt x="96677" y="68575"/>
                  <a:pt x="94661" y="71139"/>
                </a:cubicBezTo>
                <a:cubicBezTo>
                  <a:pt x="94313" y="70765"/>
                  <a:pt x="93964" y="70417"/>
                  <a:pt x="93591" y="70068"/>
                </a:cubicBezTo>
                <a:cubicBezTo>
                  <a:pt x="94960" y="67729"/>
                  <a:pt x="96080" y="65364"/>
                  <a:pt x="96926" y="63099"/>
                </a:cubicBezTo>
                <a:close/>
                <a:moveTo>
                  <a:pt x="38905" y="61829"/>
                </a:moveTo>
                <a:cubicBezTo>
                  <a:pt x="39552" y="62377"/>
                  <a:pt x="40174" y="62950"/>
                  <a:pt x="40772" y="63547"/>
                </a:cubicBezTo>
                <a:cubicBezTo>
                  <a:pt x="40324" y="64792"/>
                  <a:pt x="40025" y="65986"/>
                  <a:pt x="39826" y="67181"/>
                </a:cubicBezTo>
                <a:cubicBezTo>
                  <a:pt x="39801" y="67281"/>
                  <a:pt x="39801" y="67380"/>
                  <a:pt x="39776" y="67480"/>
                </a:cubicBezTo>
                <a:lnTo>
                  <a:pt x="39776" y="67579"/>
                </a:lnTo>
                <a:cubicBezTo>
                  <a:pt x="39751" y="67704"/>
                  <a:pt x="39751" y="67828"/>
                  <a:pt x="39751" y="67953"/>
                </a:cubicBezTo>
                <a:cubicBezTo>
                  <a:pt x="39751" y="68077"/>
                  <a:pt x="39701" y="68226"/>
                  <a:pt x="39701" y="68351"/>
                </a:cubicBezTo>
                <a:cubicBezTo>
                  <a:pt x="39677" y="68575"/>
                  <a:pt x="39677" y="68799"/>
                  <a:pt x="39677" y="69023"/>
                </a:cubicBezTo>
                <a:lnTo>
                  <a:pt x="39677" y="69098"/>
                </a:lnTo>
                <a:lnTo>
                  <a:pt x="39677" y="69197"/>
                </a:lnTo>
                <a:lnTo>
                  <a:pt x="39677" y="69695"/>
                </a:lnTo>
                <a:cubicBezTo>
                  <a:pt x="39677" y="69844"/>
                  <a:pt x="39677" y="70043"/>
                  <a:pt x="39701" y="70193"/>
                </a:cubicBezTo>
                <a:cubicBezTo>
                  <a:pt x="39701" y="70292"/>
                  <a:pt x="39701" y="70392"/>
                  <a:pt x="39751" y="70442"/>
                </a:cubicBezTo>
                <a:lnTo>
                  <a:pt x="39751" y="70566"/>
                </a:lnTo>
                <a:lnTo>
                  <a:pt x="39751" y="70591"/>
                </a:lnTo>
                <a:cubicBezTo>
                  <a:pt x="39776" y="70765"/>
                  <a:pt x="39776" y="70890"/>
                  <a:pt x="39801" y="71039"/>
                </a:cubicBezTo>
                <a:cubicBezTo>
                  <a:pt x="39801" y="71089"/>
                  <a:pt x="39826" y="71164"/>
                  <a:pt x="39826" y="71213"/>
                </a:cubicBezTo>
                <a:lnTo>
                  <a:pt x="39776" y="71164"/>
                </a:lnTo>
                <a:lnTo>
                  <a:pt x="39776" y="71188"/>
                </a:lnTo>
                <a:lnTo>
                  <a:pt x="39701" y="71139"/>
                </a:lnTo>
                <a:cubicBezTo>
                  <a:pt x="39627" y="71039"/>
                  <a:pt x="39502" y="70940"/>
                  <a:pt x="39403" y="70840"/>
                </a:cubicBezTo>
                <a:cubicBezTo>
                  <a:pt x="39278" y="70716"/>
                  <a:pt x="39129" y="70591"/>
                  <a:pt x="39005" y="70516"/>
                </a:cubicBezTo>
                <a:cubicBezTo>
                  <a:pt x="38880" y="70417"/>
                  <a:pt x="38756" y="70292"/>
                  <a:pt x="38581" y="70193"/>
                </a:cubicBezTo>
                <a:lnTo>
                  <a:pt x="38208" y="69919"/>
                </a:lnTo>
                <a:cubicBezTo>
                  <a:pt x="38059" y="69795"/>
                  <a:pt x="37909" y="69695"/>
                  <a:pt x="37760" y="69571"/>
                </a:cubicBezTo>
                <a:cubicBezTo>
                  <a:pt x="37660" y="69521"/>
                  <a:pt x="37536" y="69421"/>
                  <a:pt x="37436" y="69347"/>
                </a:cubicBezTo>
                <a:cubicBezTo>
                  <a:pt x="37262" y="69222"/>
                  <a:pt x="37063" y="69098"/>
                  <a:pt x="36889" y="69023"/>
                </a:cubicBezTo>
                <a:cubicBezTo>
                  <a:pt x="36789" y="68948"/>
                  <a:pt x="36690" y="68899"/>
                  <a:pt x="36590" y="68849"/>
                </a:cubicBezTo>
                <a:cubicBezTo>
                  <a:pt x="36391" y="68724"/>
                  <a:pt x="36192" y="68600"/>
                  <a:pt x="35968" y="68475"/>
                </a:cubicBezTo>
                <a:cubicBezTo>
                  <a:pt x="35918" y="68450"/>
                  <a:pt x="35818" y="68401"/>
                  <a:pt x="35769" y="68351"/>
                </a:cubicBezTo>
                <a:cubicBezTo>
                  <a:pt x="35545" y="68226"/>
                  <a:pt x="35296" y="68102"/>
                  <a:pt x="35072" y="68027"/>
                </a:cubicBezTo>
                <a:lnTo>
                  <a:pt x="34898" y="67928"/>
                </a:lnTo>
                <a:cubicBezTo>
                  <a:pt x="34823" y="67903"/>
                  <a:pt x="34773" y="67853"/>
                  <a:pt x="34673" y="67828"/>
                </a:cubicBezTo>
                <a:cubicBezTo>
                  <a:pt x="36018" y="65862"/>
                  <a:pt x="37412" y="63846"/>
                  <a:pt x="38905" y="61829"/>
                </a:cubicBezTo>
                <a:close/>
                <a:moveTo>
                  <a:pt x="52272" y="66733"/>
                </a:moveTo>
                <a:lnTo>
                  <a:pt x="52272" y="66808"/>
                </a:lnTo>
                <a:lnTo>
                  <a:pt x="52197" y="67181"/>
                </a:lnTo>
                <a:lnTo>
                  <a:pt x="52197" y="67281"/>
                </a:lnTo>
                <a:cubicBezTo>
                  <a:pt x="52197" y="67405"/>
                  <a:pt x="52147" y="67530"/>
                  <a:pt x="52147" y="67679"/>
                </a:cubicBezTo>
                <a:lnTo>
                  <a:pt x="52147" y="67803"/>
                </a:lnTo>
                <a:lnTo>
                  <a:pt x="52147" y="68226"/>
                </a:lnTo>
                <a:cubicBezTo>
                  <a:pt x="52147" y="68301"/>
                  <a:pt x="52147" y="68351"/>
                  <a:pt x="52197" y="68426"/>
                </a:cubicBezTo>
                <a:cubicBezTo>
                  <a:pt x="52197" y="68575"/>
                  <a:pt x="52222" y="68699"/>
                  <a:pt x="52247" y="68849"/>
                </a:cubicBezTo>
                <a:lnTo>
                  <a:pt x="52247" y="68948"/>
                </a:lnTo>
                <a:cubicBezTo>
                  <a:pt x="50579" y="69894"/>
                  <a:pt x="48886" y="70666"/>
                  <a:pt x="47268" y="71263"/>
                </a:cubicBezTo>
                <a:cubicBezTo>
                  <a:pt x="47468" y="70940"/>
                  <a:pt x="47617" y="70666"/>
                  <a:pt x="47741" y="70442"/>
                </a:cubicBezTo>
                <a:cubicBezTo>
                  <a:pt x="47841" y="70317"/>
                  <a:pt x="47891" y="70168"/>
                  <a:pt x="47990" y="70019"/>
                </a:cubicBezTo>
                <a:cubicBezTo>
                  <a:pt x="48015" y="69944"/>
                  <a:pt x="48090" y="69894"/>
                  <a:pt x="48115" y="69819"/>
                </a:cubicBezTo>
                <a:cubicBezTo>
                  <a:pt x="48214" y="69645"/>
                  <a:pt x="48339" y="69421"/>
                  <a:pt x="48488" y="69147"/>
                </a:cubicBezTo>
                <a:cubicBezTo>
                  <a:pt x="49110" y="68799"/>
                  <a:pt x="49708" y="68401"/>
                  <a:pt x="50330" y="68027"/>
                </a:cubicBezTo>
                <a:cubicBezTo>
                  <a:pt x="50479" y="67928"/>
                  <a:pt x="50654" y="67803"/>
                  <a:pt x="50878" y="67679"/>
                </a:cubicBezTo>
                <a:cubicBezTo>
                  <a:pt x="51127" y="67530"/>
                  <a:pt x="51450" y="67330"/>
                  <a:pt x="51724" y="67106"/>
                </a:cubicBezTo>
                <a:lnTo>
                  <a:pt x="52272" y="66733"/>
                </a:lnTo>
                <a:close/>
                <a:moveTo>
                  <a:pt x="48090" y="69347"/>
                </a:moveTo>
                <a:lnTo>
                  <a:pt x="48090" y="69347"/>
                </a:lnTo>
                <a:cubicBezTo>
                  <a:pt x="47990" y="69471"/>
                  <a:pt x="47916" y="69645"/>
                  <a:pt x="47841" y="69770"/>
                </a:cubicBezTo>
                <a:cubicBezTo>
                  <a:pt x="47841" y="69787"/>
                  <a:pt x="47841" y="69805"/>
                  <a:pt x="47823" y="69805"/>
                </a:cubicBezTo>
                <a:cubicBezTo>
                  <a:pt x="47816" y="69805"/>
                  <a:pt x="47806" y="69802"/>
                  <a:pt x="47791" y="69795"/>
                </a:cubicBezTo>
                <a:lnTo>
                  <a:pt x="47791" y="69795"/>
                </a:lnTo>
                <a:cubicBezTo>
                  <a:pt x="47841" y="69819"/>
                  <a:pt x="47766" y="69919"/>
                  <a:pt x="47667" y="70068"/>
                </a:cubicBezTo>
                <a:cubicBezTo>
                  <a:pt x="47418" y="70467"/>
                  <a:pt x="47219" y="70890"/>
                  <a:pt x="46970" y="71288"/>
                </a:cubicBezTo>
                <a:cubicBezTo>
                  <a:pt x="47144" y="70915"/>
                  <a:pt x="47343" y="70591"/>
                  <a:pt x="47468" y="70342"/>
                </a:cubicBezTo>
                <a:cubicBezTo>
                  <a:pt x="47542" y="70193"/>
                  <a:pt x="47617" y="70043"/>
                  <a:pt x="47716" y="69894"/>
                </a:cubicBezTo>
                <a:cubicBezTo>
                  <a:pt x="47766" y="69844"/>
                  <a:pt x="47766" y="69819"/>
                  <a:pt x="47791" y="69795"/>
                </a:cubicBezTo>
                <a:lnTo>
                  <a:pt x="47791" y="69795"/>
                </a:lnTo>
                <a:cubicBezTo>
                  <a:pt x="47791" y="69795"/>
                  <a:pt x="47791" y="69795"/>
                  <a:pt x="47791" y="69795"/>
                </a:cubicBezTo>
                <a:cubicBezTo>
                  <a:pt x="47866" y="69670"/>
                  <a:pt x="47965" y="69546"/>
                  <a:pt x="48040" y="69396"/>
                </a:cubicBezTo>
                <a:lnTo>
                  <a:pt x="48090" y="69347"/>
                </a:lnTo>
                <a:close/>
                <a:moveTo>
                  <a:pt x="100635" y="63348"/>
                </a:moveTo>
                <a:cubicBezTo>
                  <a:pt x="98868" y="66036"/>
                  <a:pt x="96926" y="68674"/>
                  <a:pt x="94835" y="71288"/>
                </a:cubicBezTo>
                <a:lnTo>
                  <a:pt x="94810" y="71263"/>
                </a:lnTo>
                <a:cubicBezTo>
                  <a:pt x="96876" y="68674"/>
                  <a:pt x="98793" y="66036"/>
                  <a:pt x="100560" y="63348"/>
                </a:cubicBezTo>
                <a:close/>
                <a:moveTo>
                  <a:pt x="93516" y="70218"/>
                </a:moveTo>
                <a:lnTo>
                  <a:pt x="94537" y="71263"/>
                </a:lnTo>
                <a:cubicBezTo>
                  <a:pt x="94537" y="71288"/>
                  <a:pt x="94512" y="71288"/>
                  <a:pt x="94512" y="71313"/>
                </a:cubicBezTo>
                <a:lnTo>
                  <a:pt x="93466" y="70292"/>
                </a:lnTo>
                <a:cubicBezTo>
                  <a:pt x="93466" y="70268"/>
                  <a:pt x="93516" y="70218"/>
                  <a:pt x="93516" y="70218"/>
                </a:cubicBezTo>
                <a:close/>
                <a:moveTo>
                  <a:pt x="44406" y="68774"/>
                </a:moveTo>
                <a:cubicBezTo>
                  <a:pt x="44655" y="69297"/>
                  <a:pt x="44854" y="69844"/>
                  <a:pt x="45003" y="70417"/>
                </a:cubicBezTo>
                <a:cubicBezTo>
                  <a:pt x="44729" y="70541"/>
                  <a:pt x="44431" y="70666"/>
                  <a:pt x="44132" y="70815"/>
                </a:cubicBezTo>
                <a:cubicBezTo>
                  <a:pt x="44008" y="70890"/>
                  <a:pt x="43908" y="70915"/>
                  <a:pt x="43784" y="70964"/>
                </a:cubicBezTo>
                <a:cubicBezTo>
                  <a:pt x="43759" y="71014"/>
                  <a:pt x="43684" y="71014"/>
                  <a:pt x="43659" y="71039"/>
                </a:cubicBezTo>
                <a:cubicBezTo>
                  <a:pt x="43360" y="71164"/>
                  <a:pt x="43037" y="71288"/>
                  <a:pt x="42763" y="71388"/>
                </a:cubicBezTo>
                <a:lnTo>
                  <a:pt x="42763" y="71338"/>
                </a:lnTo>
                <a:cubicBezTo>
                  <a:pt x="42888" y="71164"/>
                  <a:pt x="43012" y="70940"/>
                  <a:pt x="43136" y="70765"/>
                </a:cubicBezTo>
                <a:cubicBezTo>
                  <a:pt x="43161" y="70716"/>
                  <a:pt x="43186" y="70691"/>
                  <a:pt x="43186" y="70641"/>
                </a:cubicBezTo>
                <a:cubicBezTo>
                  <a:pt x="43560" y="70019"/>
                  <a:pt x="43958" y="69396"/>
                  <a:pt x="44406" y="68774"/>
                </a:cubicBezTo>
                <a:close/>
                <a:moveTo>
                  <a:pt x="44297" y="68488"/>
                </a:moveTo>
                <a:cubicBezTo>
                  <a:pt x="44300" y="68488"/>
                  <a:pt x="44306" y="68500"/>
                  <a:pt x="44306" y="68525"/>
                </a:cubicBezTo>
                <a:lnTo>
                  <a:pt x="44306" y="68550"/>
                </a:lnTo>
                <a:cubicBezTo>
                  <a:pt x="43673" y="69499"/>
                  <a:pt x="43064" y="70472"/>
                  <a:pt x="42479" y="71400"/>
                </a:cubicBezTo>
                <a:lnTo>
                  <a:pt x="42479" y="71400"/>
                </a:lnTo>
                <a:cubicBezTo>
                  <a:pt x="43057" y="70395"/>
                  <a:pt x="43658" y="69437"/>
                  <a:pt x="44306" y="68525"/>
                </a:cubicBezTo>
                <a:cubicBezTo>
                  <a:pt x="44294" y="68500"/>
                  <a:pt x="44294" y="68488"/>
                  <a:pt x="44297" y="68488"/>
                </a:cubicBezTo>
                <a:close/>
                <a:moveTo>
                  <a:pt x="67132" y="57822"/>
                </a:moveTo>
                <a:cubicBezTo>
                  <a:pt x="68127" y="59315"/>
                  <a:pt x="69571" y="61108"/>
                  <a:pt x="71512" y="63124"/>
                </a:cubicBezTo>
                <a:cubicBezTo>
                  <a:pt x="71015" y="63721"/>
                  <a:pt x="70517" y="64319"/>
                  <a:pt x="69994" y="64891"/>
                </a:cubicBezTo>
                <a:cubicBezTo>
                  <a:pt x="69944" y="64941"/>
                  <a:pt x="69919" y="64966"/>
                  <a:pt x="69894" y="65040"/>
                </a:cubicBezTo>
                <a:lnTo>
                  <a:pt x="69795" y="65115"/>
                </a:lnTo>
                <a:cubicBezTo>
                  <a:pt x="69297" y="65663"/>
                  <a:pt x="68799" y="66185"/>
                  <a:pt x="68276" y="66708"/>
                </a:cubicBezTo>
                <a:cubicBezTo>
                  <a:pt x="68003" y="66982"/>
                  <a:pt x="67704" y="67281"/>
                  <a:pt x="67405" y="67554"/>
                </a:cubicBezTo>
                <a:lnTo>
                  <a:pt x="67306" y="67654"/>
                </a:lnTo>
                <a:cubicBezTo>
                  <a:pt x="67281" y="67679"/>
                  <a:pt x="67256" y="67704"/>
                  <a:pt x="67206" y="67704"/>
                </a:cubicBezTo>
                <a:cubicBezTo>
                  <a:pt x="67156" y="67754"/>
                  <a:pt x="67057" y="67828"/>
                  <a:pt x="67007" y="67878"/>
                </a:cubicBezTo>
                <a:cubicBezTo>
                  <a:pt x="66833" y="68002"/>
                  <a:pt x="66708" y="68152"/>
                  <a:pt x="66559" y="68301"/>
                </a:cubicBezTo>
                <a:cubicBezTo>
                  <a:pt x="66459" y="68351"/>
                  <a:pt x="66410" y="68450"/>
                  <a:pt x="66310" y="68500"/>
                </a:cubicBezTo>
                <a:lnTo>
                  <a:pt x="65762" y="68973"/>
                </a:lnTo>
                <a:cubicBezTo>
                  <a:pt x="65638" y="69073"/>
                  <a:pt x="65514" y="69197"/>
                  <a:pt x="65414" y="69297"/>
                </a:cubicBezTo>
                <a:cubicBezTo>
                  <a:pt x="65314" y="69396"/>
                  <a:pt x="65190" y="69471"/>
                  <a:pt x="65090" y="69546"/>
                </a:cubicBezTo>
                <a:cubicBezTo>
                  <a:pt x="65041" y="69595"/>
                  <a:pt x="64966" y="69645"/>
                  <a:pt x="64916" y="69695"/>
                </a:cubicBezTo>
                <a:cubicBezTo>
                  <a:pt x="64767" y="69819"/>
                  <a:pt x="64642" y="69944"/>
                  <a:pt x="64468" y="70043"/>
                </a:cubicBezTo>
                <a:cubicBezTo>
                  <a:pt x="64393" y="70143"/>
                  <a:pt x="64294" y="70193"/>
                  <a:pt x="64169" y="70243"/>
                </a:cubicBezTo>
                <a:cubicBezTo>
                  <a:pt x="64145" y="70292"/>
                  <a:pt x="64070" y="70317"/>
                  <a:pt x="64045" y="70342"/>
                </a:cubicBezTo>
                <a:cubicBezTo>
                  <a:pt x="63896" y="70467"/>
                  <a:pt x="63771" y="70566"/>
                  <a:pt x="63597" y="70691"/>
                </a:cubicBezTo>
                <a:cubicBezTo>
                  <a:pt x="63572" y="70716"/>
                  <a:pt x="63547" y="70716"/>
                  <a:pt x="63522" y="70740"/>
                </a:cubicBezTo>
                <a:cubicBezTo>
                  <a:pt x="63473" y="70740"/>
                  <a:pt x="63473" y="70790"/>
                  <a:pt x="63448" y="70790"/>
                </a:cubicBezTo>
                <a:lnTo>
                  <a:pt x="63074" y="71064"/>
                </a:lnTo>
                <a:cubicBezTo>
                  <a:pt x="62950" y="71188"/>
                  <a:pt x="62825" y="71313"/>
                  <a:pt x="62676" y="71437"/>
                </a:cubicBezTo>
                <a:lnTo>
                  <a:pt x="62477" y="71263"/>
                </a:lnTo>
                <a:lnTo>
                  <a:pt x="61979" y="70765"/>
                </a:lnTo>
                <a:lnTo>
                  <a:pt x="61805" y="70566"/>
                </a:lnTo>
                <a:lnTo>
                  <a:pt x="61307" y="70068"/>
                </a:lnTo>
                <a:cubicBezTo>
                  <a:pt x="61232" y="70019"/>
                  <a:pt x="61183" y="69969"/>
                  <a:pt x="61133" y="69919"/>
                </a:cubicBezTo>
                <a:cubicBezTo>
                  <a:pt x="60959" y="69770"/>
                  <a:pt x="60809" y="69595"/>
                  <a:pt x="60610" y="69446"/>
                </a:cubicBezTo>
                <a:lnTo>
                  <a:pt x="60486" y="69322"/>
                </a:lnTo>
                <a:cubicBezTo>
                  <a:pt x="60311" y="69172"/>
                  <a:pt x="60112" y="69023"/>
                  <a:pt x="59963" y="68849"/>
                </a:cubicBezTo>
                <a:cubicBezTo>
                  <a:pt x="59938" y="68824"/>
                  <a:pt x="59913" y="68799"/>
                  <a:pt x="59863" y="68799"/>
                </a:cubicBezTo>
                <a:cubicBezTo>
                  <a:pt x="59689" y="68650"/>
                  <a:pt x="59490" y="68450"/>
                  <a:pt x="59316" y="68301"/>
                </a:cubicBezTo>
                <a:lnTo>
                  <a:pt x="59266" y="68276"/>
                </a:lnTo>
                <a:cubicBezTo>
                  <a:pt x="58644" y="67729"/>
                  <a:pt x="58071" y="67305"/>
                  <a:pt x="57499" y="66932"/>
                </a:cubicBezTo>
                <a:cubicBezTo>
                  <a:pt x="57698" y="66783"/>
                  <a:pt x="57872" y="66609"/>
                  <a:pt x="58096" y="66434"/>
                </a:cubicBezTo>
                <a:cubicBezTo>
                  <a:pt x="58196" y="66335"/>
                  <a:pt x="58320" y="66285"/>
                  <a:pt x="58395" y="66185"/>
                </a:cubicBezTo>
                <a:cubicBezTo>
                  <a:pt x="58469" y="66111"/>
                  <a:pt x="58519" y="66061"/>
                  <a:pt x="58594" y="66036"/>
                </a:cubicBezTo>
                <a:cubicBezTo>
                  <a:pt x="59017" y="65663"/>
                  <a:pt x="59440" y="65314"/>
                  <a:pt x="59863" y="64941"/>
                </a:cubicBezTo>
                <a:cubicBezTo>
                  <a:pt x="59963" y="64841"/>
                  <a:pt x="60062" y="64742"/>
                  <a:pt x="60187" y="64692"/>
                </a:cubicBezTo>
                <a:lnTo>
                  <a:pt x="60212" y="64667"/>
                </a:lnTo>
                <a:cubicBezTo>
                  <a:pt x="61307" y="63671"/>
                  <a:pt x="62402" y="62676"/>
                  <a:pt x="63448" y="61630"/>
                </a:cubicBezTo>
                <a:lnTo>
                  <a:pt x="63473" y="61605"/>
                </a:lnTo>
                <a:lnTo>
                  <a:pt x="64966" y="60112"/>
                </a:lnTo>
                <a:cubicBezTo>
                  <a:pt x="65066" y="60012"/>
                  <a:pt x="65140" y="59938"/>
                  <a:pt x="65215" y="59863"/>
                </a:cubicBezTo>
                <a:cubicBezTo>
                  <a:pt x="65663" y="59440"/>
                  <a:pt x="66061" y="58967"/>
                  <a:pt x="66509" y="58519"/>
                </a:cubicBezTo>
                <a:cubicBezTo>
                  <a:pt x="66559" y="58444"/>
                  <a:pt x="66659" y="58370"/>
                  <a:pt x="66708" y="58270"/>
                </a:cubicBezTo>
                <a:cubicBezTo>
                  <a:pt x="66833" y="58121"/>
                  <a:pt x="67007" y="57971"/>
                  <a:pt x="67132" y="57822"/>
                </a:cubicBezTo>
                <a:close/>
                <a:moveTo>
                  <a:pt x="9285" y="69670"/>
                </a:moveTo>
                <a:cubicBezTo>
                  <a:pt x="9384" y="70043"/>
                  <a:pt x="9459" y="70417"/>
                  <a:pt x="9533" y="70765"/>
                </a:cubicBezTo>
                <a:cubicBezTo>
                  <a:pt x="9409" y="70840"/>
                  <a:pt x="9260" y="70964"/>
                  <a:pt x="9135" y="71064"/>
                </a:cubicBezTo>
                <a:cubicBezTo>
                  <a:pt x="8961" y="71188"/>
                  <a:pt x="8812" y="71313"/>
                  <a:pt x="8662" y="71413"/>
                </a:cubicBezTo>
                <a:cubicBezTo>
                  <a:pt x="8637" y="71437"/>
                  <a:pt x="8588" y="71437"/>
                  <a:pt x="8563" y="71462"/>
                </a:cubicBezTo>
                <a:cubicBezTo>
                  <a:pt x="8787" y="70865"/>
                  <a:pt x="9036" y="70243"/>
                  <a:pt x="9285" y="69670"/>
                </a:cubicBezTo>
                <a:close/>
                <a:moveTo>
                  <a:pt x="57349" y="67057"/>
                </a:moveTo>
                <a:cubicBezTo>
                  <a:pt x="58320" y="67679"/>
                  <a:pt x="59341" y="68525"/>
                  <a:pt x="60461" y="69546"/>
                </a:cubicBezTo>
                <a:lnTo>
                  <a:pt x="60486" y="69571"/>
                </a:lnTo>
                <a:cubicBezTo>
                  <a:pt x="60685" y="69770"/>
                  <a:pt x="60909" y="69944"/>
                  <a:pt x="61083" y="70143"/>
                </a:cubicBezTo>
                <a:lnTo>
                  <a:pt x="61183" y="70218"/>
                </a:lnTo>
                <a:cubicBezTo>
                  <a:pt x="61357" y="70417"/>
                  <a:pt x="61556" y="70566"/>
                  <a:pt x="61730" y="70765"/>
                </a:cubicBezTo>
                <a:lnTo>
                  <a:pt x="61904" y="70915"/>
                </a:lnTo>
                <a:cubicBezTo>
                  <a:pt x="62079" y="71089"/>
                  <a:pt x="62228" y="71288"/>
                  <a:pt x="62427" y="71437"/>
                </a:cubicBezTo>
                <a:lnTo>
                  <a:pt x="62527" y="71537"/>
                </a:lnTo>
                <a:cubicBezTo>
                  <a:pt x="62477" y="71562"/>
                  <a:pt x="62477" y="71562"/>
                  <a:pt x="62452" y="71562"/>
                </a:cubicBezTo>
                <a:lnTo>
                  <a:pt x="61979" y="71089"/>
                </a:lnTo>
                <a:lnTo>
                  <a:pt x="61855" y="70964"/>
                </a:lnTo>
                <a:lnTo>
                  <a:pt x="61606" y="70716"/>
                </a:lnTo>
                <a:cubicBezTo>
                  <a:pt x="60013" y="69172"/>
                  <a:pt x="58594" y="67953"/>
                  <a:pt x="57300" y="67081"/>
                </a:cubicBezTo>
                <a:cubicBezTo>
                  <a:pt x="57324" y="67081"/>
                  <a:pt x="57324" y="67057"/>
                  <a:pt x="57349" y="67057"/>
                </a:cubicBezTo>
                <a:close/>
                <a:moveTo>
                  <a:pt x="52247" y="69172"/>
                </a:moveTo>
                <a:lnTo>
                  <a:pt x="52247" y="69222"/>
                </a:lnTo>
                <a:cubicBezTo>
                  <a:pt x="50507" y="70191"/>
                  <a:pt x="48768" y="70986"/>
                  <a:pt x="47054" y="71583"/>
                </a:cubicBezTo>
                <a:lnTo>
                  <a:pt x="47054" y="71583"/>
                </a:lnTo>
                <a:cubicBezTo>
                  <a:pt x="47119" y="71560"/>
                  <a:pt x="47119" y="71537"/>
                  <a:pt x="47119" y="71537"/>
                </a:cubicBezTo>
                <a:cubicBezTo>
                  <a:pt x="48787" y="70940"/>
                  <a:pt x="50504" y="70168"/>
                  <a:pt x="52247" y="69172"/>
                </a:cubicBezTo>
                <a:close/>
                <a:moveTo>
                  <a:pt x="39985" y="67375"/>
                </a:moveTo>
                <a:cubicBezTo>
                  <a:pt x="39970" y="67487"/>
                  <a:pt x="39958" y="67596"/>
                  <a:pt x="39950" y="67704"/>
                </a:cubicBezTo>
                <a:lnTo>
                  <a:pt x="39950" y="67803"/>
                </a:lnTo>
                <a:cubicBezTo>
                  <a:pt x="39950" y="67928"/>
                  <a:pt x="39926" y="68027"/>
                  <a:pt x="39926" y="68152"/>
                </a:cubicBezTo>
                <a:cubicBezTo>
                  <a:pt x="39901" y="68351"/>
                  <a:pt x="39901" y="68575"/>
                  <a:pt x="39851" y="68774"/>
                </a:cubicBezTo>
                <a:lnTo>
                  <a:pt x="39851" y="68824"/>
                </a:lnTo>
                <a:cubicBezTo>
                  <a:pt x="39851" y="68899"/>
                  <a:pt x="39851" y="68973"/>
                  <a:pt x="39826" y="69048"/>
                </a:cubicBezTo>
                <a:cubicBezTo>
                  <a:pt x="39901" y="69073"/>
                  <a:pt x="39901" y="69098"/>
                  <a:pt x="39901" y="69098"/>
                </a:cubicBezTo>
                <a:lnTo>
                  <a:pt x="39901" y="69446"/>
                </a:lnTo>
                <a:lnTo>
                  <a:pt x="39901" y="69595"/>
                </a:lnTo>
                <a:lnTo>
                  <a:pt x="39901" y="69844"/>
                </a:lnTo>
                <a:cubicBezTo>
                  <a:pt x="39901" y="70043"/>
                  <a:pt x="39926" y="70193"/>
                  <a:pt x="39926" y="70342"/>
                </a:cubicBezTo>
                <a:lnTo>
                  <a:pt x="39926" y="70442"/>
                </a:lnTo>
                <a:lnTo>
                  <a:pt x="39926" y="70566"/>
                </a:lnTo>
                <a:cubicBezTo>
                  <a:pt x="39926" y="70666"/>
                  <a:pt x="39950" y="70765"/>
                  <a:pt x="39950" y="70890"/>
                </a:cubicBezTo>
                <a:lnTo>
                  <a:pt x="39950" y="70964"/>
                </a:lnTo>
                <a:cubicBezTo>
                  <a:pt x="39950" y="71064"/>
                  <a:pt x="40000" y="71188"/>
                  <a:pt x="40000" y="71288"/>
                </a:cubicBezTo>
                <a:cubicBezTo>
                  <a:pt x="40000" y="71338"/>
                  <a:pt x="40025" y="71413"/>
                  <a:pt x="40025" y="71437"/>
                </a:cubicBezTo>
                <a:cubicBezTo>
                  <a:pt x="40025" y="71512"/>
                  <a:pt x="40050" y="71537"/>
                  <a:pt x="40050" y="71587"/>
                </a:cubicBezTo>
                <a:lnTo>
                  <a:pt x="40050" y="71637"/>
                </a:lnTo>
                <a:lnTo>
                  <a:pt x="40025" y="71587"/>
                </a:lnTo>
                <a:lnTo>
                  <a:pt x="40000" y="71562"/>
                </a:lnTo>
                <a:cubicBezTo>
                  <a:pt x="40000" y="71537"/>
                  <a:pt x="40000" y="71512"/>
                  <a:pt x="39950" y="71462"/>
                </a:cubicBezTo>
                <a:lnTo>
                  <a:pt x="39950" y="71413"/>
                </a:lnTo>
                <a:cubicBezTo>
                  <a:pt x="39926" y="71313"/>
                  <a:pt x="39926" y="71213"/>
                  <a:pt x="39901" y="71089"/>
                </a:cubicBezTo>
                <a:lnTo>
                  <a:pt x="39901" y="71064"/>
                </a:lnTo>
                <a:cubicBezTo>
                  <a:pt x="39901" y="70964"/>
                  <a:pt x="39876" y="70840"/>
                  <a:pt x="39876" y="70765"/>
                </a:cubicBezTo>
                <a:cubicBezTo>
                  <a:pt x="39876" y="70641"/>
                  <a:pt x="39826" y="70516"/>
                  <a:pt x="39826" y="70392"/>
                </a:cubicBezTo>
                <a:cubicBezTo>
                  <a:pt x="39826" y="70268"/>
                  <a:pt x="39801" y="70168"/>
                  <a:pt x="39801" y="70043"/>
                </a:cubicBezTo>
                <a:lnTo>
                  <a:pt x="39801" y="69894"/>
                </a:lnTo>
                <a:lnTo>
                  <a:pt x="39801" y="69670"/>
                </a:lnTo>
                <a:lnTo>
                  <a:pt x="39801" y="69297"/>
                </a:lnTo>
                <a:lnTo>
                  <a:pt x="39801" y="69073"/>
                </a:lnTo>
                <a:lnTo>
                  <a:pt x="39801" y="68899"/>
                </a:lnTo>
                <a:cubicBezTo>
                  <a:pt x="39801" y="68774"/>
                  <a:pt x="39801" y="68650"/>
                  <a:pt x="39826" y="68475"/>
                </a:cubicBezTo>
                <a:cubicBezTo>
                  <a:pt x="39826" y="68351"/>
                  <a:pt x="39876" y="68226"/>
                  <a:pt x="39876" y="68102"/>
                </a:cubicBezTo>
                <a:cubicBezTo>
                  <a:pt x="39876" y="67953"/>
                  <a:pt x="39901" y="67828"/>
                  <a:pt x="39926" y="67679"/>
                </a:cubicBezTo>
                <a:cubicBezTo>
                  <a:pt x="39926" y="67604"/>
                  <a:pt x="39926" y="67579"/>
                  <a:pt x="39950" y="67530"/>
                </a:cubicBezTo>
                <a:cubicBezTo>
                  <a:pt x="39950" y="67482"/>
                  <a:pt x="39971" y="67424"/>
                  <a:pt x="39985" y="67375"/>
                </a:cubicBezTo>
                <a:close/>
                <a:moveTo>
                  <a:pt x="71512" y="63323"/>
                </a:moveTo>
                <a:lnTo>
                  <a:pt x="71537" y="63348"/>
                </a:lnTo>
                <a:cubicBezTo>
                  <a:pt x="71388" y="63572"/>
                  <a:pt x="71239" y="63746"/>
                  <a:pt x="71039" y="63970"/>
                </a:cubicBezTo>
                <a:cubicBezTo>
                  <a:pt x="71015" y="63995"/>
                  <a:pt x="70990" y="64070"/>
                  <a:pt x="70915" y="64095"/>
                </a:cubicBezTo>
                <a:cubicBezTo>
                  <a:pt x="70691" y="64343"/>
                  <a:pt x="70442" y="64617"/>
                  <a:pt x="70243" y="64866"/>
                </a:cubicBezTo>
                <a:cubicBezTo>
                  <a:pt x="69994" y="65165"/>
                  <a:pt x="69770" y="65414"/>
                  <a:pt x="69521" y="65688"/>
                </a:cubicBezTo>
                <a:lnTo>
                  <a:pt x="69397" y="65812"/>
                </a:lnTo>
                <a:cubicBezTo>
                  <a:pt x="69148" y="66061"/>
                  <a:pt x="68899" y="66310"/>
                  <a:pt x="68650" y="66584"/>
                </a:cubicBezTo>
                <a:cubicBezTo>
                  <a:pt x="68401" y="66833"/>
                  <a:pt x="68152" y="67106"/>
                  <a:pt x="67903" y="67355"/>
                </a:cubicBezTo>
                <a:lnTo>
                  <a:pt x="67804" y="67455"/>
                </a:lnTo>
                <a:cubicBezTo>
                  <a:pt x="67530" y="67729"/>
                  <a:pt x="67256" y="67978"/>
                  <a:pt x="66957" y="68226"/>
                </a:cubicBezTo>
                <a:cubicBezTo>
                  <a:pt x="66708" y="68475"/>
                  <a:pt x="66435" y="68724"/>
                  <a:pt x="66186" y="68948"/>
                </a:cubicBezTo>
                <a:cubicBezTo>
                  <a:pt x="65887" y="69222"/>
                  <a:pt x="65538" y="69521"/>
                  <a:pt x="65190" y="69795"/>
                </a:cubicBezTo>
                <a:cubicBezTo>
                  <a:pt x="65041" y="69919"/>
                  <a:pt x="64891" y="70068"/>
                  <a:pt x="64717" y="70193"/>
                </a:cubicBezTo>
                <a:cubicBezTo>
                  <a:pt x="64642" y="70292"/>
                  <a:pt x="64543" y="70342"/>
                  <a:pt x="64443" y="70442"/>
                </a:cubicBezTo>
                <a:lnTo>
                  <a:pt x="63323" y="71288"/>
                </a:lnTo>
                <a:cubicBezTo>
                  <a:pt x="63149" y="71437"/>
                  <a:pt x="62925" y="71587"/>
                  <a:pt x="62726" y="71711"/>
                </a:cubicBezTo>
                <a:lnTo>
                  <a:pt x="62701" y="71686"/>
                </a:lnTo>
                <a:lnTo>
                  <a:pt x="62676" y="71661"/>
                </a:lnTo>
                <a:cubicBezTo>
                  <a:pt x="62950" y="71437"/>
                  <a:pt x="63099" y="71338"/>
                  <a:pt x="63224" y="71213"/>
                </a:cubicBezTo>
                <a:cubicBezTo>
                  <a:pt x="63298" y="71188"/>
                  <a:pt x="63323" y="71114"/>
                  <a:pt x="63373" y="71089"/>
                </a:cubicBezTo>
                <a:cubicBezTo>
                  <a:pt x="63448" y="71064"/>
                  <a:pt x="63497" y="70989"/>
                  <a:pt x="63572" y="70964"/>
                </a:cubicBezTo>
                <a:lnTo>
                  <a:pt x="63597" y="70964"/>
                </a:lnTo>
                <a:cubicBezTo>
                  <a:pt x="63796" y="70840"/>
                  <a:pt x="63970" y="70691"/>
                  <a:pt x="64145" y="70541"/>
                </a:cubicBezTo>
                <a:cubicBezTo>
                  <a:pt x="64169" y="70492"/>
                  <a:pt x="64219" y="70467"/>
                  <a:pt x="64269" y="70442"/>
                </a:cubicBezTo>
                <a:cubicBezTo>
                  <a:pt x="64344" y="70367"/>
                  <a:pt x="64418" y="70317"/>
                  <a:pt x="64518" y="70243"/>
                </a:cubicBezTo>
                <a:cubicBezTo>
                  <a:pt x="64518" y="70243"/>
                  <a:pt x="64543" y="70243"/>
                  <a:pt x="64543" y="70218"/>
                </a:cubicBezTo>
                <a:cubicBezTo>
                  <a:pt x="64692" y="70093"/>
                  <a:pt x="64817" y="69969"/>
                  <a:pt x="64966" y="69869"/>
                </a:cubicBezTo>
                <a:cubicBezTo>
                  <a:pt x="65140" y="69745"/>
                  <a:pt x="65314" y="69595"/>
                  <a:pt x="65464" y="69471"/>
                </a:cubicBezTo>
                <a:cubicBezTo>
                  <a:pt x="65563" y="69421"/>
                  <a:pt x="65663" y="69322"/>
                  <a:pt x="65762" y="69222"/>
                </a:cubicBezTo>
                <a:cubicBezTo>
                  <a:pt x="65837" y="69172"/>
                  <a:pt x="65937" y="69073"/>
                  <a:pt x="66036" y="68998"/>
                </a:cubicBezTo>
                <a:cubicBezTo>
                  <a:pt x="66161" y="68923"/>
                  <a:pt x="66285" y="68799"/>
                  <a:pt x="66385" y="68699"/>
                </a:cubicBezTo>
                <a:lnTo>
                  <a:pt x="66435" y="68625"/>
                </a:lnTo>
                <a:lnTo>
                  <a:pt x="66484" y="68575"/>
                </a:lnTo>
                <a:cubicBezTo>
                  <a:pt x="66534" y="68550"/>
                  <a:pt x="66584" y="68525"/>
                  <a:pt x="66609" y="68450"/>
                </a:cubicBezTo>
                <a:cubicBezTo>
                  <a:pt x="66833" y="68276"/>
                  <a:pt x="67032" y="68077"/>
                  <a:pt x="67231" y="67878"/>
                </a:cubicBezTo>
                <a:lnTo>
                  <a:pt x="67331" y="67803"/>
                </a:lnTo>
                <a:cubicBezTo>
                  <a:pt x="67604" y="67554"/>
                  <a:pt x="67853" y="67256"/>
                  <a:pt x="68152" y="67007"/>
                </a:cubicBezTo>
                <a:lnTo>
                  <a:pt x="68301" y="66857"/>
                </a:lnTo>
                <a:lnTo>
                  <a:pt x="68351" y="66808"/>
                </a:lnTo>
                <a:cubicBezTo>
                  <a:pt x="68824" y="66335"/>
                  <a:pt x="69297" y="65837"/>
                  <a:pt x="69770" y="65339"/>
                </a:cubicBezTo>
                <a:cubicBezTo>
                  <a:pt x="69770" y="65314"/>
                  <a:pt x="69795" y="65314"/>
                  <a:pt x="69795" y="65289"/>
                </a:cubicBezTo>
                <a:cubicBezTo>
                  <a:pt x="69919" y="65165"/>
                  <a:pt x="70044" y="64991"/>
                  <a:pt x="70168" y="64866"/>
                </a:cubicBezTo>
                <a:cubicBezTo>
                  <a:pt x="70193" y="64841"/>
                  <a:pt x="70193" y="64816"/>
                  <a:pt x="70218" y="64816"/>
                </a:cubicBezTo>
                <a:cubicBezTo>
                  <a:pt x="70566" y="64443"/>
                  <a:pt x="70890" y="64045"/>
                  <a:pt x="71214" y="63671"/>
                </a:cubicBezTo>
                <a:cubicBezTo>
                  <a:pt x="71288" y="63572"/>
                  <a:pt x="71338" y="63497"/>
                  <a:pt x="71413" y="63447"/>
                </a:cubicBezTo>
                <a:cubicBezTo>
                  <a:pt x="71438" y="63422"/>
                  <a:pt x="71463" y="63348"/>
                  <a:pt x="71512" y="63323"/>
                </a:cubicBezTo>
                <a:close/>
                <a:moveTo>
                  <a:pt x="52520" y="70342"/>
                </a:moveTo>
                <a:lnTo>
                  <a:pt x="52520" y="70367"/>
                </a:lnTo>
                <a:lnTo>
                  <a:pt x="52520" y="70417"/>
                </a:lnTo>
                <a:cubicBezTo>
                  <a:pt x="51878" y="70862"/>
                  <a:pt x="51235" y="71307"/>
                  <a:pt x="50568" y="71728"/>
                </a:cubicBezTo>
                <a:lnTo>
                  <a:pt x="50568" y="71728"/>
                </a:lnTo>
                <a:cubicBezTo>
                  <a:pt x="50646" y="71671"/>
                  <a:pt x="50711" y="71611"/>
                  <a:pt x="50803" y="71537"/>
                </a:cubicBezTo>
                <a:cubicBezTo>
                  <a:pt x="51375" y="71164"/>
                  <a:pt x="51973" y="70765"/>
                  <a:pt x="52520" y="70342"/>
                </a:cubicBezTo>
                <a:close/>
                <a:moveTo>
                  <a:pt x="35430" y="68498"/>
                </a:moveTo>
                <a:lnTo>
                  <a:pt x="35430" y="68498"/>
                </a:lnTo>
                <a:cubicBezTo>
                  <a:pt x="35557" y="68565"/>
                  <a:pt x="35684" y="68632"/>
                  <a:pt x="35818" y="68699"/>
                </a:cubicBezTo>
                <a:cubicBezTo>
                  <a:pt x="35893" y="68724"/>
                  <a:pt x="35943" y="68749"/>
                  <a:pt x="36042" y="68824"/>
                </a:cubicBezTo>
                <a:cubicBezTo>
                  <a:pt x="36267" y="68948"/>
                  <a:pt x="36441" y="69073"/>
                  <a:pt x="36665" y="69197"/>
                </a:cubicBezTo>
                <a:cubicBezTo>
                  <a:pt x="36764" y="69247"/>
                  <a:pt x="36839" y="69322"/>
                  <a:pt x="36939" y="69347"/>
                </a:cubicBezTo>
                <a:cubicBezTo>
                  <a:pt x="37138" y="69471"/>
                  <a:pt x="37287" y="69571"/>
                  <a:pt x="37461" y="69695"/>
                </a:cubicBezTo>
                <a:cubicBezTo>
                  <a:pt x="37586" y="69745"/>
                  <a:pt x="37685" y="69844"/>
                  <a:pt x="37810" y="69919"/>
                </a:cubicBezTo>
                <a:cubicBezTo>
                  <a:pt x="37959" y="69994"/>
                  <a:pt x="38084" y="70118"/>
                  <a:pt x="38258" y="70218"/>
                </a:cubicBezTo>
                <a:lnTo>
                  <a:pt x="38631" y="70492"/>
                </a:lnTo>
                <a:cubicBezTo>
                  <a:pt x="38756" y="70591"/>
                  <a:pt x="38880" y="70691"/>
                  <a:pt x="38980" y="70815"/>
                </a:cubicBezTo>
                <a:cubicBezTo>
                  <a:pt x="39104" y="70940"/>
                  <a:pt x="39278" y="71039"/>
                  <a:pt x="39403" y="71164"/>
                </a:cubicBezTo>
                <a:cubicBezTo>
                  <a:pt x="39502" y="71238"/>
                  <a:pt x="39602" y="71338"/>
                  <a:pt x="39701" y="71437"/>
                </a:cubicBezTo>
                <a:lnTo>
                  <a:pt x="39901" y="71612"/>
                </a:lnTo>
                <a:lnTo>
                  <a:pt x="39926" y="71736"/>
                </a:lnTo>
                <a:lnTo>
                  <a:pt x="39477" y="71313"/>
                </a:lnTo>
                <a:cubicBezTo>
                  <a:pt x="39403" y="71213"/>
                  <a:pt x="39303" y="71164"/>
                  <a:pt x="39204" y="71064"/>
                </a:cubicBezTo>
                <a:cubicBezTo>
                  <a:pt x="39054" y="70940"/>
                  <a:pt x="38905" y="70790"/>
                  <a:pt x="38731" y="70666"/>
                </a:cubicBezTo>
                <a:cubicBezTo>
                  <a:pt x="38656" y="70566"/>
                  <a:pt x="38557" y="70492"/>
                  <a:pt x="38432" y="70442"/>
                </a:cubicBezTo>
                <a:cubicBezTo>
                  <a:pt x="38283" y="70317"/>
                  <a:pt x="38108" y="70193"/>
                  <a:pt x="37934" y="70068"/>
                </a:cubicBezTo>
                <a:cubicBezTo>
                  <a:pt x="37835" y="69969"/>
                  <a:pt x="37710" y="69919"/>
                  <a:pt x="37586" y="69844"/>
                </a:cubicBezTo>
                <a:cubicBezTo>
                  <a:pt x="37436" y="69720"/>
                  <a:pt x="37237" y="69620"/>
                  <a:pt x="37088" y="69496"/>
                </a:cubicBezTo>
                <a:cubicBezTo>
                  <a:pt x="36963" y="69446"/>
                  <a:pt x="36839" y="69347"/>
                  <a:pt x="36764" y="69297"/>
                </a:cubicBezTo>
                <a:cubicBezTo>
                  <a:pt x="36590" y="69197"/>
                  <a:pt x="36416" y="69073"/>
                  <a:pt x="36267" y="68973"/>
                </a:cubicBezTo>
                <a:cubicBezTo>
                  <a:pt x="36142" y="68923"/>
                  <a:pt x="35993" y="68824"/>
                  <a:pt x="35893" y="68774"/>
                </a:cubicBezTo>
                <a:cubicBezTo>
                  <a:pt x="35732" y="68682"/>
                  <a:pt x="35571" y="68590"/>
                  <a:pt x="35430" y="68498"/>
                </a:cubicBezTo>
                <a:close/>
                <a:moveTo>
                  <a:pt x="62601" y="71686"/>
                </a:moveTo>
                <a:cubicBezTo>
                  <a:pt x="62651" y="71686"/>
                  <a:pt x="62651" y="71686"/>
                  <a:pt x="62676" y="71711"/>
                </a:cubicBezTo>
                <a:cubicBezTo>
                  <a:pt x="62651" y="71761"/>
                  <a:pt x="62651" y="71761"/>
                  <a:pt x="62601" y="71761"/>
                </a:cubicBezTo>
                <a:lnTo>
                  <a:pt x="62576" y="71711"/>
                </a:lnTo>
                <a:lnTo>
                  <a:pt x="62601" y="71686"/>
                </a:lnTo>
                <a:close/>
                <a:moveTo>
                  <a:pt x="9260" y="69197"/>
                </a:moveTo>
                <a:lnTo>
                  <a:pt x="9260" y="69297"/>
                </a:lnTo>
                <a:cubicBezTo>
                  <a:pt x="8911" y="70093"/>
                  <a:pt x="8563" y="70940"/>
                  <a:pt x="8264" y="71761"/>
                </a:cubicBezTo>
                <a:cubicBezTo>
                  <a:pt x="8229" y="71778"/>
                  <a:pt x="8207" y="71784"/>
                  <a:pt x="8196" y="71794"/>
                </a:cubicBezTo>
                <a:lnTo>
                  <a:pt x="8196" y="71794"/>
                </a:lnTo>
                <a:cubicBezTo>
                  <a:pt x="8542" y="70928"/>
                  <a:pt x="8889" y="70063"/>
                  <a:pt x="9260" y="69197"/>
                </a:cubicBezTo>
                <a:close/>
                <a:moveTo>
                  <a:pt x="47642" y="69645"/>
                </a:moveTo>
                <a:cubicBezTo>
                  <a:pt x="47268" y="70268"/>
                  <a:pt x="46895" y="70915"/>
                  <a:pt x="46547" y="71537"/>
                </a:cubicBezTo>
                <a:lnTo>
                  <a:pt x="45725" y="71811"/>
                </a:lnTo>
                <a:cubicBezTo>
                  <a:pt x="45675" y="71537"/>
                  <a:pt x="45650" y="71263"/>
                  <a:pt x="45601" y="71014"/>
                </a:cubicBezTo>
                <a:cubicBezTo>
                  <a:pt x="45626" y="70890"/>
                  <a:pt x="45650" y="70765"/>
                  <a:pt x="45675" y="70666"/>
                </a:cubicBezTo>
                <a:cubicBezTo>
                  <a:pt x="46347" y="70342"/>
                  <a:pt x="46995" y="70019"/>
                  <a:pt x="47642" y="69645"/>
                </a:cubicBezTo>
                <a:close/>
                <a:moveTo>
                  <a:pt x="45426" y="71313"/>
                </a:moveTo>
                <a:cubicBezTo>
                  <a:pt x="45476" y="71512"/>
                  <a:pt x="45501" y="71661"/>
                  <a:pt x="45501" y="71836"/>
                </a:cubicBezTo>
                <a:lnTo>
                  <a:pt x="45476" y="71885"/>
                </a:lnTo>
                <a:cubicBezTo>
                  <a:pt x="45426" y="71711"/>
                  <a:pt x="45426" y="71587"/>
                  <a:pt x="45402" y="71437"/>
                </a:cubicBezTo>
                <a:cubicBezTo>
                  <a:pt x="45402" y="71413"/>
                  <a:pt x="45426" y="71338"/>
                  <a:pt x="45426" y="71313"/>
                </a:cubicBezTo>
                <a:close/>
                <a:moveTo>
                  <a:pt x="32832" y="70591"/>
                </a:moveTo>
                <a:lnTo>
                  <a:pt x="32085" y="71910"/>
                </a:lnTo>
                <a:lnTo>
                  <a:pt x="32035" y="71910"/>
                </a:lnTo>
                <a:lnTo>
                  <a:pt x="32782" y="70591"/>
                </a:lnTo>
                <a:close/>
                <a:moveTo>
                  <a:pt x="45103" y="70940"/>
                </a:moveTo>
                <a:lnTo>
                  <a:pt x="45103" y="70964"/>
                </a:lnTo>
                <a:cubicBezTo>
                  <a:pt x="44978" y="71288"/>
                  <a:pt x="44879" y="71587"/>
                  <a:pt x="44779" y="71910"/>
                </a:cubicBezTo>
                <a:cubicBezTo>
                  <a:pt x="44306" y="71811"/>
                  <a:pt x="43858" y="71761"/>
                  <a:pt x="43360" y="71761"/>
                </a:cubicBezTo>
                <a:cubicBezTo>
                  <a:pt x="43933" y="71512"/>
                  <a:pt x="44530" y="71213"/>
                  <a:pt x="45103" y="70940"/>
                </a:cubicBezTo>
                <a:close/>
                <a:moveTo>
                  <a:pt x="21257" y="69322"/>
                </a:moveTo>
                <a:cubicBezTo>
                  <a:pt x="21606" y="69919"/>
                  <a:pt x="21979" y="70467"/>
                  <a:pt x="22452" y="70964"/>
                </a:cubicBezTo>
                <a:cubicBezTo>
                  <a:pt x="22327" y="71014"/>
                  <a:pt x="22153" y="71064"/>
                  <a:pt x="22029" y="71089"/>
                </a:cubicBezTo>
                <a:cubicBezTo>
                  <a:pt x="21929" y="71139"/>
                  <a:pt x="21855" y="71164"/>
                  <a:pt x="21730" y="71188"/>
                </a:cubicBezTo>
                <a:lnTo>
                  <a:pt x="20983" y="71462"/>
                </a:lnTo>
                <a:cubicBezTo>
                  <a:pt x="20884" y="71512"/>
                  <a:pt x="20759" y="71562"/>
                  <a:pt x="20660" y="71587"/>
                </a:cubicBezTo>
                <a:cubicBezTo>
                  <a:pt x="20411" y="71686"/>
                  <a:pt x="20212" y="71811"/>
                  <a:pt x="19938" y="71910"/>
                </a:cubicBezTo>
                <a:cubicBezTo>
                  <a:pt x="19913" y="71910"/>
                  <a:pt x="19888" y="71935"/>
                  <a:pt x="19888" y="71935"/>
                </a:cubicBezTo>
                <a:cubicBezTo>
                  <a:pt x="20361" y="71089"/>
                  <a:pt x="20784" y="70193"/>
                  <a:pt x="21257" y="69322"/>
                </a:cubicBezTo>
                <a:close/>
                <a:moveTo>
                  <a:pt x="45277" y="71836"/>
                </a:moveTo>
                <a:lnTo>
                  <a:pt x="45277" y="71910"/>
                </a:lnTo>
                <a:cubicBezTo>
                  <a:pt x="45277" y="71935"/>
                  <a:pt x="45252" y="71935"/>
                  <a:pt x="45252" y="71935"/>
                </a:cubicBezTo>
                <a:cubicBezTo>
                  <a:pt x="45252" y="71910"/>
                  <a:pt x="45277" y="71885"/>
                  <a:pt x="45277" y="71836"/>
                </a:cubicBezTo>
                <a:close/>
                <a:moveTo>
                  <a:pt x="9558" y="70964"/>
                </a:moveTo>
                <a:lnTo>
                  <a:pt x="9583" y="71014"/>
                </a:lnTo>
                <a:cubicBezTo>
                  <a:pt x="9509" y="71064"/>
                  <a:pt x="9384" y="71164"/>
                  <a:pt x="9285" y="71263"/>
                </a:cubicBezTo>
                <a:cubicBezTo>
                  <a:pt x="9135" y="71388"/>
                  <a:pt x="8961" y="71462"/>
                  <a:pt x="8837" y="71587"/>
                </a:cubicBezTo>
                <a:cubicBezTo>
                  <a:pt x="8712" y="71686"/>
                  <a:pt x="8588" y="71786"/>
                  <a:pt x="8463" y="71910"/>
                </a:cubicBezTo>
                <a:cubicBezTo>
                  <a:pt x="8438" y="71935"/>
                  <a:pt x="8413" y="71960"/>
                  <a:pt x="8388" y="71960"/>
                </a:cubicBezTo>
                <a:cubicBezTo>
                  <a:pt x="8388" y="71935"/>
                  <a:pt x="8413" y="71910"/>
                  <a:pt x="8413" y="71836"/>
                </a:cubicBezTo>
                <a:cubicBezTo>
                  <a:pt x="8438" y="71811"/>
                  <a:pt x="8488" y="71786"/>
                  <a:pt x="8538" y="71711"/>
                </a:cubicBezTo>
                <a:cubicBezTo>
                  <a:pt x="8911" y="71462"/>
                  <a:pt x="9210" y="71213"/>
                  <a:pt x="9558" y="70964"/>
                </a:cubicBezTo>
                <a:close/>
                <a:moveTo>
                  <a:pt x="33031" y="70666"/>
                </a:moveTo>
                <a:cubicBezTo>
                  <a:pt x="33056" y="70666"/>
                  <a:pt x="33056" y="70666"/>
                  <a:pt x="33080" y="70691"/>
                </a:cubicBezTo>
                <a:cubicBezTo>
                  <a:pt x="33578" y="71188"/>
                  <a:pt x="34151" y="71587"/>
                  <a:pt x="34723" y="71960"/>
                </a:cubicBezTo>
                <a:cubicBezTo>
                  <a:pt x="34213" y="71924"/>
                  <a:pt x="33690" y="71901"/>
                  <a:pt x="33162" y="71901"/>
                </a:cubicBezTo>
                <a:cubicBezTo>
                  <a:pt x="32969" y="71901"/>
                  <a:pt x="32776" y="71904"/>
                  <a:pt x="32583" y="71910"/>
                </a:cubicBezTo>
                <a:cubicBezTo>
                  <a:pt x="32483" y="71910"/>
                  <a:pt x="32408" y="71935"/>
                  <a:pt x="32309" y="71935"/>
                </a:cubicBezTo>
                <a:cubicBezTo>
                  <a:pt x="32558" y="71512"/>
                  <a:pt x="32782" y="71064"/>
                  <a:pt x="33031" y="70666"/>
                </a:cubicBezTo>
                <a:close/>
                <a:moveTo>
                  <a:pt x="45178" y="71313"/>
                </a:moveTo>
                <a:cubicBezTo>
                  <a:pt x="45178" y="71338"/>
                  <a:pt x="45227" y="71413"/>
                  <a:pt x="45227" y="71437"/>
                </a:cubicBezTo>
                <a:cubicBezTo>
                  <a:pt x="45153" y="71637"/>
                  <a:pt x="45103" y="71786"/>
                  <a:pt x="45053" y="71960"/>
                </a:cubicBezTo>
                <a:lnTo>
                  <a:pt x="45003" y="71960"/>
                </a:lnTo>
                <a:cubicBezTo>
                  <a:pt x="45053" y="71711"/>
                  <a:pt x="45128" y="71537"/>
                  <a:pt x="45178" y="71313"/>
                </a:cubicBezTo>
                <a:close/>
                <a:moveTo>
                  <a:pt x="33454" y="70765"/>
                </a:moveTo>
                <a:cubicBezTo>
                  <a:pt x="33479" y="70765"/>
                  <a:pt x="33553" y="70790"/>
                  <a:pt x="33578" y="70790"/>
                </a:cubicBezTo>
                <a:cubicBezTo>
                  <a:pt x="34151" y="71288"/>
                  <a:pt x="34773" y="71686"/>
                  <a:pt x="35445" y="72010"/>
                </a:cubicBezTo>
                <a:cubicBezTo>
                  <a:pt x="35346" y="72010"/>
                  <a:pt x="35296" y="71960"/>
                  <a:pt x="35196" y="71960"/>
                </a:cubicBezTo>
                <a:cubicBezTo>
                  <a:pt x="34549" y="71637"/>
                  <a:pt x="33952" y="71213"/>
                  <a:pt x="33454" y="70765"/>
                </a:cubicBezTo>
                <a:close/>
                <a:moveTo>
                  <a:pt x="41120" y="63871"/>
                </a:moveTo>
                <a:cubicBezTo>
                  <a:pt x="42440" y="65314"/>
                  <a:pt x="43485" y="66783"/>
                  <a:pt x="44182" y="68226"/>
                </a:cubicBezTo>
                <a:cubicBezTo>
                  <a:pt x="43435" y="69347"/>
                  <a:pt x="42738" y="70442"/>
                  <a:pt x="42066" y="71562"/>
                </a:cubicBezTo>
                <a:lnTo>
                  <a:pt x="42041" y="71562"/>
                </a:lnTo>
                <a:cubicBezTo>
                  <a:pt x="42016" y="71562"/>
                  <a:pt x="41991" y="71587"/>
                  <a:pt x="41991" y="71587"/>
                </a:cubicBezTo>
                <a:cubicBezTo>
                  <a:pt x="41867" y="71686"/>
                  <a:pt x="41743" y="71711"/>
                  <a:pt x="41618" y="71761"/>
                </a:cubicBezTo>
                <a:cubicBezTo>
                  <a:pt x="41245" y="71885"/>
                  <a:pt x="40896" y="71960"/>
                  <a:pt x="40523" y="72060"/>
                </a:cubicBezTo>
                <a:cubicBezTo>
                  <a:pt x="40448" y="72010"/>
                  <a:pt x="40423" y="71935"/>
                  <a:pt x="40374" y="71910"/>
                </a:cubicBezTo>
                <a:lnTo>
                  <a:pt x="40274" y="71437"/>
                </a:lnTo>
                <a:cubicBezTo>
                  <a:pt x="40274" y="71388"/>
                  <a:pt x="40249" y="71313"/>
                  <a:pt x="40249" y="71213"/>
                </a:cubicBezTo>
                <a:cubicBezTo>
                  <a:pt x="40199" y="71064"/>
                  <a:pt x="40199" y="70915"/>
                  <a:pt x="40174" y="70765"/>
                </a:cubicBezTo>
                <a:lnTo>
                  <a:pt x="40174" y="70716"/>
                </a:lnTo>
                <a:lnTo>
                  <a:pt x="40174" y="70691"/>
                </a:lnTo>
                <a:cubicBezTo>
                  <a:pt x="40174" y="70641"/>
                  <a:pt x="40150" y="70566"/>
                  <a:pt x="40150" y="70467"/>
                </a:cubicBezTo>
                <a:cubicBezTo>
                  <a:pt x="40150" y="70342"/>
                  <a:pt x="40150" y="70268"/>
                  <a:pt x="40125" y="70143"/>
                </a:cubicBezTo>
                <a:cubicBezTo>
                  <a:pt x="40125" y="70019"/>
                  <a:pt x="40075" y="69919"/>
                  <a:pt x="40075" y="69795"/>
                </a:cubicBezTo>
                <a:lnTo>
                  <a:pt x="40075" y="69720"/>
                </a:lnTo>
                <a:lnTo>
                  <a:pt x="40075" y="69645"/>
                </a:lnTo>
                <a:lnTo>
                  <a:pt x="40075" y="69571"/>
                </a:lnTo>
                <a:cubicBezTo>
                  <a:pt x="40075" y="69197"/>
                  <a:pt x="40075" y="68799"/>
                  <a:pt x="40125" y="68401"/>
                </a:cubicBezTo>
                <a:cubicBezTo>
                  <a:pt x="40125" y="68301"/>
                  <a:pt x="40125" y="68226"/>
                  <a:pt x="40150" y="68152"/>
                </a:cubicBezTo>
                <a:cubicBezTo>
                  <a:pt x="40249" y="67231"/>
                  <a:pt x="40398" y="66310"/>
                  <a:pt x="40647" y="65364"/>
                </a:cubicBezTo>
                <a:cubicBezTo>
                  <a:pt x="40772" y="64866"/>
                  <a:pt x="40921" y="64368"/>
                  <a:pt x="41120" y="63871"/>
                </a:cubicBezTo>
                <a:close/>
                <a:moveTo>
                  <a:pt x="46422" y="71786"/>
                </a:moveTo>
                <a:cubicBezTo>
                  <a:pt x="46422" y="71811"/>
                  <a:pt x="46397" y="71836"/>
                  <a:pt x="46397" y="71836"/>
                </a:cubicBezTo>
                <a:cubicBezTo>
                  <a:pt x="46173" y="71910"/>
                  <a:pt x="45924" y="71960"/>
                  <a:pt x="45725" y="72060"/>
                </a:cubicBezTo>
                <a:lnTo>
                  <a:pt x="45725" y="72010"/>
                </a:lnTo>
                <a:cubicBezTo>
                  <a:pt x="45974" y="71935"/>
                  <a:pt x="46173" y="71836"/>
                  <a:pt x="46422" y="71786"/>
                </a:cubicBezTo>
                <a:close/>
                <a:moveTo>
                  <a:pt x="40125" y="71935"/>
                </a:moveTo>
                <a:lnTo>
                  <a:pt x="40150" y="71960"/>
                </a:lnTo>
                <a:lnTo>
                  <a:pt x="40174" y="72010"/>
                </a:lnTo>
                <a:lnTo>
                  <a:pt x="40199" y="72085"/>
                </a:lnTo>
                <a:lnTo>
                  <a:pt x="40150" y="72035"/>
                </a:lnTo>
                <a:cubicBezTo>
                  <a:pt x="40150" y="72010"/>
                  <a:pt x="40150" y="71960"/>
                  <a:pt x="40125" y="71935"/>
                </a:cubicBezTo>
                <a:close/>
                <a:moveTo>
                  <a:pt x="21058" y="69073"/>
                </a:moveTo>
                <a:cubicBezTo>
                  <a:pt x="21133" y="69098"/>
                  <a:pt x="21133" y="69098"/>
                  <a:pt x="21133" y="69147"/>
                </a:cubicBezTo>
                <a:cubicBezTo>
                  <a:pt x="20610" y="70143"/>
                  <a:pt x="20112" y="71089"/>
                  <a:pt x="19639" y="72085"/>
                </a:cubicBezTo>
                <a:cubicBezTo>
                  <a:pt x="19614" y="72085"/>
                  <a:pt x="19589" y="72134"/>
                  <a:pt x="19540" y="72134"/>
                </a:cubicBezTo>
                <a:cubicBezTo>
                  <a:pt x="20038" y="71089"/>
                  <a:pt x="20535" y="70093"/>
                  <a:pt x="21058" y="69073"/>
                </a:cubicBezTo>
                <a:close/>
                <a:moveTo>
                  <a:pt x="42912" y="71935"/>
                </a:moveTo>
                <a:cubicBezTo>
                  <a:pt x="43510" y="71935"/>
                  <a:pt x="44132" y="71960"/>
                  <a:pt x="44729" y="72085"/>
                </a:cubicBezTo>
                <a:cubicBezTo>
                  <a:pt x="44655" y="72085"/>
                  <a:pt x="44630" y="72134"/>
                  <a:pt x="44555" y="72134"/>
                </a:cubicBezTo>
                <a:cubicBezTo>
                  <a:pt x="44131" y="72042"/>
                  <a:pt x="43679" y="71991"/>
                  <a:pt x="43230" y="71991"/>
                </a:cubicBezTo>
                <a:cubicBezTo>
                  <a:pt x="43073" y="71991"/>
                  <a:pt x="42917" y="71997"/>
                  <a:pt x="42763" y="72010"/>
                </a:cubicBezTo>
                <a:cubicBezTo>
                  <a:pt x="42813" y="71960"/>
                  <a:pt x="42863" y="71960"/>
                  <a:pt x="42912" y="71935"/>
                </a:cubicBezTo>
                <a:close/>
                <a:moveTo>
                  <a:pt x="11077" y="54885"/>
                </a:moveTo>
                <a:lnTo>
                  <a:pt x="11077" y="54885"/>
                </a:lnTo>
                <a:cubicBezTo>
                  <a:pt x="9807" y="58519"/>
                  <a:pt x="9085" y="62004"/>
                  <a:pt x="9011" y="65190"/>
                </a:cubicBezTo>
                <a:lnTo>
                  <a:pt x="9011" y="65464"/>
                </a:lnTo>
                <a:lnTo>
                  <a:pt x="9011" y="66584"/>
                </a:lnTo>
                <a:cubicBezTo>
                  <a:pt x="9011" y="66733"/>
                  <a:pt x="9011" y="66907"/>
                  <a:pt x="9036" y="67032"/>
                </a:cubicBezTo>
                <a:cubicBezTo>
                  <a:pt x="9036" y="67106"/>
                  <a:pt x="9036" y="67206"/>
                  <a:pt x="9061" y="67305"/>
                </a:cubicBezTo>
                <a:cubicBezTo>
                  <a:pt x="9061" y="67530"/>
                  <a:pt x="9085" y="67729"/>
                  <a:pt x="9085" y="67928"/>
                </a:cubicBezTo>
                <a:cubicBezTo>
                  <a:pt x="9110" y="68102"/>
                  <a:pt x="9110" y="68301"/>
                  <a:pt x="9160" y="68450"/>
                </a:cubicBezTo>
                <a:cubicBezTo>
                  <a:pt x="9160" y="68575"/>
                  <a:pt x="9185" y="68699"/>
                  <a:pt x="9185" y="68824"/>
                </a:cubicBezTo>
                <a:cubicBezTo>
                  <a:pt x="8712" y="69894"/>
                  <a:pt x="8289" y="70964"/>
                  <a:pt x="7866" y="72060"/>
                </a:cubicBezTo>
                <a:lnTo>
                  <a:pt x="7791" y="72159"/>
                </a:lnTo>
                <a:cubicBezTo>
                  <a:pt x="5675" y="69894"/>
                  <a:pt x="4331" y="67480"/>
                  <a:pt x="3833" y="65215"/>
                </a:cubicBezTo>
                <a:cubicBezTo>
                  <a:pt x="4904" y="62302"/>
                  <a:pt x="6198" y="59340"/>
                  <a:pt x="7766" y="56353"/>
                </a:cubicBezTo>
                <a:cubicBezTo>
                  <a:pt x="8712" y="55756"/>
                  <a:pt x="9832" y="55258"/>
                  <a:pt x="11077" y="54885"/>
                </a:cubicBezTo>
                <a:close/>
                <a:moveTo>
                  <a:pt x="31985" y="72134"/>
                </a:moveTo>
                <a:cubicBezTo>
                  <a:pt x="31985" y="72159"/>
                  <a:pt x="31960" y="72159"/>
                  <a:pt x="31960" y="72184"/>
                </a:cubicBezTo>
                <a:lnTo>
                  <a:pt x="31911" y="72184"/>
                </a:lnTo>
                <a:cubicBezTo>
                  <a:pt x="31911" y="72159"/>
                  <a:pt x="31935" y="72159"/>
                  <a:pt x="31935" y="72134"/>
                </a:cubicBezTo>
                <a:close/>
                <a:moveTo>
                  <a:pt x="45153" y="72159"/>
                </a:moveTo>
                <a:cubicBezTo>
                  <a:pt x="45178" y="72159"/>
                  <a:pt x="45227" y="72159"/>
                  <a:pt x="45252" y="72184"/>
                </a:cubicBezTo>
                <a:cubicBezTo>
                  <a:pt x="45227" y="72184"/>
                  <a:pt x="45178" y="72209"/>
                  <a:pt x="45153" y="72209"/>
                </a:cubicBezTo>
                <a:lnTo>
                  <a:pt x="45153" y="72159"/>
                </a:lnTo>
                <a:close/>
                <a:moveTo>
                  <a:pt x="71811" y="63348"/>
                </a:moveTo>
                <a:lnTo>
                  <a:pt x="72234" y="63746"/>
                </a:lnTo>
                <a:cubicBezTo>
                  <a:pt x="69446" y="66733"/>
                  <a:pt x="66534" y="69546"/>
                  <a:pt x="63423" y="72209"/>
                </a:cubicBezTo>
                <a:cubicBezTo>
                  <a:pt x="63273" y="72060"/>
                  <a:pt x="63149" y="71910"/>
                  <a:pt x="62975" y="71761"/>
                </a:cubicBezTo>
                <a:lnTo>
                  <a:pt x="63348" y="71462"/>
                </a:lnTo>
                <a:cubicBezTo>
                  <a:pt x="63522" y="71338"/>
                  <a:pt x="63697" y="71213"/>
                  <a:pt x="63846" y="71089"/>
                </a:cubicBezTo>
                <a:cubicBezTo>
                  <a:pt x="64045" y="70940"/>
                  <a:pt x="64219" y="70815"/>
                  <a:pt x="64418" y="70666"/>
                </a:cubicBezTo>
                <a:cubicBezTo>
                  <a:pt x="64443" y="70641"/>
                  <a:pt x="64518" y="70591"/>
                  <a:pt x="64543" y="70566"/>
                </a:cubicBezTo>
                <a:cubicBezTo>
                  <a:pt x="64568" y="70541"/>
                  <a:pt x="64642" y="70516"/>
                  <a:pt x="64667" y="70467"/>
                </a:cubicBezTo>
                <a:lnTo>
                  <a:pt x="64767" y="70367"/>
                </a:lnTo>
                <a:cubicBezTo>
                  <a:pt x="65314" y="69944"/>
                  <a:pt x="65837" y="69471"/>
                  <a:pt x="66385" y="68998"/>
                </a:cubicBezTo>
                <a:lnTo>
                  <a:pt x="66410" y="68973"/>
                </a:lnTo>
                <a:lnTo>
                  <a:pt x="66459" y="68923"/>
                </a:lnTo>
                <a:cubicBezTo>
                  <a:pt x="66957" y="68475"/>
                  <a:pt x="67430" y="68052"/>
                  <a:pt x="67903" y="67579"/>
                </a:cubicBezTo>
                <a:cubicBezTo>
                  <a:pt x="68003" y="67530"/>
                  <a:pt x="68052" y="67430"/>
                  <a:pt x="68152" y="67355"/>
                </a:cubicBezTo>
                <a:lnTo>
                  <a:pt x="68202" y="67305"/>
                </a:lnTo>
                <a:lnTo>
                  <a:pt x="68301" y="67206"/>
                </a:lnTo>
                <a:cubicBezTo>
                  <a:pt x="68700" y="66808"/>
                  <a:pt x="69123" y="66409"/>
                  <a:pt x="69521" y="65961"/>
                </a:cubicBezTo>
                <a:cubicBezTo>
                  <a:pt x="69646" y="65837"/>
                  <a:pt x="69745" y="65712"/>
                  <a:pt x="69870" y="65588"/>
                </a:cubicBezTo>
                <a:cubicBezTo>
                  <a:pt x="69894" y="65563"/>
                  <a:pt x="69894" y="65538"/>
                  <a:pt x="69919" y="65538"/>
                </a:cubicBezTo>
                <a:cubicBezTo>
                  <a:pt x="70193" y="65215"/>
                  <a:pt x="70492" y="64916"/>
                  <a:pt x="70766" y="64567"/>
                </a:cubicBezTo>
                <a:cubicBezTo>
                  <a:pt x="70865" y="64468"/>
                  <a:pt x="70940" y="64368"/>
                  <a:pt x="71015" y="64294"/>
                </a:cubicBezTo>
                <a:cubicBezTo>
                  <a:pt x="71139" y="64119"/>
                  <a:pt x="71263" y="63995"/>
                  <a:pt x="71388" y="63846"/>
                </a:cubicBezTo>
                <a:lnTo>
                  <a:pt x="71413" y="63821"/>
                </a:lnTo>
                <a:cubicBezTo>
                  <a:pt x="71537" y="63671"/>
                  <a:pt x="71687" y="63497"/>
                  <a:pt x="71811" y="63348"/>
                </a:cubicBezTo>
                <a:close/>
                <a:moveTo>
                  <a:pt x="33221" y="72051"/>
                </a:moveTo>
                <a:cubicBezTo>
                  <a:pt x="33878" y="72051"/>
                  <a:pt x="34525" y="72083"/>
                  <a:pt x="35171" y="72159"/>
                </a:cubicBezTo>
                <a:cubicBezTo>
                  <a:pt x="35221" y="72184"/>
                  <a:pt x="35321" y="72209"/>
                  <a:pt x="35370" y="72259"/>
                </a:cubicBezTo>
                <a:cubicBezTo>
                  <a:pt x="34706" y="72166"/>
                  <a:pt x="34028" y="72115"/>
                  <a:pt x="33336" y="72115"/>
                </a:cubicBezTo>
                <a:cubicBezTo>
                  <a:pt x="33095" y="72115"/>
                  <a:pt x="32852" y="72121"/>
                  <a:pt x="32608" y="72134"/>
                </a:cubicBezTo>
                <a:cubicBezTo>
                  <a:pt x="32458" y="72134"/>
                  <a:pt x="32334" y="72159"/>
                  <a:pt x="32184" y="72159"/>
                </a:cubicBezTo>
                <a:cubicBezTo>
                  <a:pt x="32184" y="72134"/>
                  <a:pt x="32209" y="72134"/>
                  <a:pt x="32209" y="72085"/>
                </a:cubicBezTo>
                <a:cubicBezTo>
                  <a:pt x="32334" y="72085"/>
                  <a:pt x="32483" y="72060"/>
                  <a:pt x="32608" y="72060"/>
                </a:cubicBezTo>
                <a:cubicBezTo>
                  <a:pt x="32813" y="72054"/>
                  <a:pt x="33017" y="72051"/>
                  <a:pt x="33221" y="72051"/>
                </a:cubicBezTo>
                <a:close/>
                <a:moveTo>
                  <a:pt x="46248" y="72085"/>
                </a:moveTo>
                <a:lnTo>
                  <a:pt x="46248" y="72085"/>
                </a:lnTo>
                <a:cubicBezTo>
                  <a:pt x="46223" y="72159"/>
                  <a:pt x="46173" y="72209"/>
                  <a:pt x="46148" y="72259"/>
                </a:cubicBezTo>
                <a:cubicBezTo>
                  <a:pt x="46099" y="72209"/>
                  <a:pt x="46024" y="72184"/>
                  <a:pt x="45924" y="72184"/>
                </a:cubicBezTo>
                <a:cubicBezTo>
                  <a:pt x="46024" y="72159"/>
                  <a:pt x="46148" y="72134"/>
                  <a:pt x="46248" y="72085"/>
                </a:cubicBezTo>
                <a:close/>
                <a:moveTo>
                  <a:pt x="8164" y="72060"/>
                </a:moveTo>
                <a:cubicBezTo>
                  <a:pt x="8164" y="72134"/>
                  <a:pt x="8164" y="72159"/>
                  <a:pt x="8140" y="72184"/>
                </a:cubicBezTo>
                <a:lnTo>
                  <a:pt x="8090" y="72209"/>
                </a:lnTo>
                <a:lnTo>
                  <a:pt x="8040" y="72284"/>
                </a:lnTo>
                <a:cubicBezTo>
                  <a:pt x="8040" y="72259"/>
                  <a:pt x="8065" y="72184"/>
                  <a:pt x="8065" y="72159"/>
                </a:cubicBezTo>
                <a:lnTo>
                  <a:pt x="8164" y="72060"/>
                </a:lnTo>
                <a:close/>
                <a:moveTo>
                  <a:pt x="3709" y="65513"/>
                </a:moveTo>
                <a:cubicBezTo>
                  <a:pt x="4281" y="67754"/>
                  <a:pt x="5601" y="70068"/>
                  <a:pt x="7617" y="72284"/>
                </a:cubicBezTo>
                <a:cubicBezTo>
                  <a:pt x="7592" y="72284"/>
                  <a:pt x="7592" y="72309"/>
                  <a:pt x="7567" y="72309"/>
                </a:cubicBezTo>
                <a:cubicBezTo>
                  <a:pt x="5576" y="70168"/>
                  <a:pt x="4232" y="67853"/>
                  <a:pt x="3684" y="65613"/>
                </a:cubicBezTo>
                <a:cubicBezTo>
                  <a:pt x="3684" y="65588"/>
                  <a:pt x="3709" y="65563"/>
                  <a:pt x="3709" y="65513"/>
                </a:cubicBezTo>
                <a:close/>
                <a:moveTo>
                  <a:pt x="22601" y="71089"/>
                </a:moveTo>
                <a:lnTo>
                  <a:pt x="22626" y="71139"/>
                </a:lnTo>
                <a:lnTo>
                  <a:pt x="22651" y="71164"/>
                </a:lnTo>
                <a:cubicBezTo>
                  <a:pt x="22029" y="71388"/>
                  <a:pt x="21407" y="71587"/>
                  <a:pt x="20784" y="71836"/>
                </a:cubicBezTo>
                <a:cubicBezTo>
                  <a:pt x="20486" y="71960"/>
                  <a:pt x="20137" y="72134"/>
                  <a:pt x="19813" y="72284"/>
                </a:cubicBezTo>
                <a:cubicBezTo>
                  <a:pt x="19789" y="72284"/>
                  <a:pt x="19789" y="72309"/>
                  <a:pt x="19764" y="72309"/>
                </a:cubicBezTo>
                <a:cubicBezTo>
                  <a:pt x="19764" y="72309"/>
                  <a:pt x="19764" y="72284"/>
                  <a:pt x="19789" y="72284"/>
                </a:cubicBezTo>
                <a:cubicBezTo>
                  <a:pt x="19789" y="72284"/>
                  <a:pt x="19789" y="72259"/>
                  <a:pt x="19813" y="72259"/>
                </a:cubicBezTo>
                <a:cubicBezTo>
                  <a:pt x="19838" y="72209"/>
                  <a:pt x="19888" y="72184"/>
                  <a:pt x="19913" y="72159"/>
                </a:cubicBezTo>
                <a:cubicBezTo>
                  <a:pt x="20212" y="72035"/>
                  <a:pt x="20436" y="71910"/>
                  <a:pt x="20734" y="71786"/>
                </a:cubicBezTo>
                <a:cubicBezTo>
                  <a:pt x="20784" y="71761"/>
                  <a:pt x="20859" y="71761"/>
                  <a:pt x="20909" y="71711"/>
                </a:cubicBezTo>
                <a:cubicBezTo>
                  <a:pt x="21183" y="71587"/>
                  <a:pt x="21506" y="71462"/>
                  <a:pt x="21780" y="71388"/>
                </a:cubicBezTo>
                <a:cubicBezTo>
                  <a:pt x="21805" y="71338"/>
                  <a:pt x="21879" y="71338"/>
                  <a:pt x="21904" y="71313"/>
                </a:cubicBezTo>
                <a:cubicBezTo>
                  <a:pt x="22128" y="71213"/>
                  <a:pt x="22352" y="71164"/>
                  <a:pt x="22601" y="71089"/>
                </a:cubicBezTo>
                <a:close/>
                <a:moveTo>
                  <a:pt x="41295" y="72134"/>
                </a:moveTo>
                <a:cubicBezTo>
                  <a:pt x="41270" y="72134"/>
                  <a:pt x="41170" y="72159"/>
                  <a:pt x="41071" y="72184"/>
                </a:cubicBezTo>
                <a:cubicBezTo>
                  <a:pt x="40946" y="72209"/>
                  <a:pt x="40822" y="72259"/>
                  <a:pt x="40697" y="72309"/>
                </a:cubicBezTo>
                <a:cubicBezTo>
                  <a:pt x="40697" y="72309"/>
                  <a:pt x="40697" y="72284"/>
                  <a:pt x="40672" y="72284"/>
                </a:cubicBezTo>
                <a:lnTo>
                  <a:pt x="40647" y="72259"/>
                </a:lnTo>
                <a:cubicBezTo>
                  <a:pt x="40797" y="72209"/>
                  <a:pt x="40996" y="72159"/>
                  <a:pt x="41145" y="72134"/>
                </a:cubicBezTo>
                <a:close/>
                <a:moveTo>
                  <a:pt x="45551" y="72284"/>
                </a:moveTo>
                <a:lnTo>
                  <a:pt x="45551" y="72309"/>
                </a:lnTo>
                <a:cubicBezTo>
                  <a:pt x="45526" y="72309"/>
                  <a:pt x="45526" y="72309"/>
                  <a:pt x="45501" y="72284"/>
                </a:cubicBezTo>
                <a:lnTo>
                  <a:pt x="45501" y="72284"/>
                </a:lnTo>
                <a:cubicBezTo>
                  <a:pt x="45509" y="72292"/>
                  <a:pt x="45515" y="72295"/>
                  <a:pt x="45520" y="72295"/>
                </a:cubicBezTo>
                <a:cubicBezTo>
                  <a:pt x="45529" y="72295"/>
                  <a:pt x="45534" y="72284"/>
                  <a:pt x="45551" y="72284"/>
                </a:cubicBezTo>
                <a:close/>
                <a:moveTo>
                  <a:pt x="62825" y="71836"/>
                </a:moveTo>
                <a:cubicBezTo>
                  <a:pt x="62975" y="72010"/>
                  <a:pt x="63149" y="72159"/>
                  <a:pt x="63298" y="72333"/>
                </a:cubicBezTo>
                <a:cubicBezTo>
                  <a:pt x="63273" y="72333"/>
                  <a:pt x="63224" y="72383"/>
                  <a:pt x="63224" y="72383"/>
                </a:cubicBezTo>
                <a:cubicBezTo>
                  <a:pt x="63074" y="72209"/>
                  <a:pt x="62925" y="72035"/>
                  <a:pt x="62751" y="71885"/>
                </a:cubicBezTo>
                <a:lnTo>
                  <a:pt x="62800" y="71885"/>
                </a:lnTo>
                <a:lnTo>
                  <a:pt x="62825" y="71836"/>
                </a:lnTo>
                <a:close/>
                <a:moveTo>
                  <a:pt x="72309" y="63945"/>
                </a:moveTo>
                <a:lnTo>
                  <a:pt x="72359" y="63970"/>
                </a:lnTo>
                <a:cubicBezTo>
                  <a:pt x="69621" y="66907"/>
                  <a:pt x="66683" y="69720"/>
                  <a:pt x="63572" y="72408"/>
                </a:cubicBezTo>
                <a:lnTo>
                  <a:pt x="63547" y="72383"/>
                </a:lnTo>
                <a:lnTo>
                  <a:pt x="63522" y="72333"/>
                </a:lnTo>
                <a:cubicBezTo>
                  <a:pt x="66659" y="69695"/>
                  <a:pt x="69571" y="66857"/>
                  <a:pt x="72309" y="63945"/>
                </a:cubicBezTo>
                <a:close/>
                <a:moveTo>
                  <a:pt x="34474" y="68276"/>
                </a:moveTo>
                <a:cubicBezTo>
                  <a:pt x="34574" y="68301"/>
                  <a:pt x="34649" y="68326"/>
                  <a:pt x="34723" y="68401"/>
                </a:cubicBezTo>
                <a:cubicBezTo>
                  <a:pt x="34898" y="68475"/>
                  <a:pt x="35072" y="68550"/>
                  <a:pt x="35221" y="68650"/>
                </a:cubicBezTo>
                <a:cubicBezTo>
                  <a:pt x="35395" y="68699"/>
                  <a:pt x="35520" y="68799"/>
                  <a:pt x="35644" y="68849"/>
                </a:cubicBezTo>
                <a:cubicBezTo>
                  <a:pt x="35794" y="68948"/>
                  <a:pt x="35943" y="69023"/>
                  <a:pt x="36092" y="69098"/>
                </a:cubicBezTo>
                <a:cubicBezTo>
                  <a:pt x="36267" y="69197"/>
                  <a:pt x="36391" y="69272"/>
                  <a:pt x="36540" y="69347"/>
                </a:cubicBezTo>
                <a:cubicBezTo>
                  <a:pt x="36690" y="69446"/>
                  <a:pt x="36814" y="69546"/>
                  <a:pt x="36963" y="69645"/>
                </a:cubicBezTo>
                <a:cubicBezTo>
                  <a:pt x="37088" y="69720"/>
                  <a:pt x="37262" y="69819"/>
                  <a:pt x="37387" y="69919"/>
                </a:cubicBezTo>
                <a:cubicBezTo>
                  <a:pt x="37511" y="70019"/>
                  <a:pt x="37660" y="70093"/>
                  <a:pt x="37785" y="70193"/>
                </a:cubicBezTo>
                <a:cubicBezTo>
                  <a:pt x="37909" y="70292"/>
                  <a:pt x="38034" y="70392"/>
                  <a:pt x="38183" y="70516"/>
                </a:cubicBezTo>
                <a:cubicBezTo>
                  <a:pt x="38308" y="70591"/>
                  <a:pt x="38432" y="70691"/>
                  <a:pt x="38557" y="70815"/>
                </a:cubicBezTo>
                <a:cubicBezTo>
                  <a:pt x="38681" y="70915"/>
                  <a:pt x="38805" y="71039"/>
                  <a:pt x="38930" y="71139"/>
                </a:cubicBezTo>
                <a:cubicBezTo>
                  <a:pt x="39054" y="71213"/>
                  <a:pt x="39179" y="71338"/>
                  <a:pt x="39303" y="71437"/>
                </a:cubicBezTo>
                <a:cubicBezTo>
                  <a:pt x="39428" y="71562"/>
                  <a:pt x="39552" y="71686"/>
                  <a:pt x="39677" y="71786"/>
                </a:cubicBezTo>
                <a:lnTo>
                  <a:pt x="40000" y="72085"/>
                </a:lnTo>
                <a:cubicBezTo>
                  <a:pt x="40000" y="72134"/>
                  <a:pt x="40000" y="72134"/>
                  <a:pt x="40025" y="72134"/>
                </a:cubicBezTo>
                <a:lnTo>
                  <a:pt x="40025" y="72159"/>
                </a:lnTo>
                <a:cubicBezTo>
                  <a:pt x="39577" y="72309"/>
                  <a:pt x="39204" y="72383"/>
                  <a:pt x="38830" y="72433"/>
                </a:cubicBezTo>
                <a:cubicBezTo>
                  <a:pt x="38631" y="72309"/>
                  <a:pt x="38382" y="72159"/>
                  <a:pt x="38158" y="72035"/>
                </a:cubicBezTo>
                <a:lnTo>
                  <a:pt x="38133" y="72010"/>
                </a:lnTo>
                <a:cubicBezTo>
                  <a:pt x="36839" y="71288"/>
                  <a:pt x="35445" y="70765"/>
                  <a:pt x="33977" y="70392"/>
                </a:cubicBezTo>
                <a:cubicBezTo>
                  <a:pt x="33927" y="70392"/>
                  <a:pt x="33902" y="70342"/>
                  <a:pt x="33827" y="70342"/>
                </a:cubicBezTo>
                <a:cubicBezTo>
                  <a:pt x="33678" y="70317"/>
                  <a:pt x="33479" y="70268"/>
                  <a:pt x="33329" y="70218"/>
                </a:cubicBezTo>
                <a:cubicBezTo>
                  <a:pt x="33329" y="70218"/>
                  <a:pt x="33304" y="70218"/>
                  <a:pt x="33304" y="70193"/>
                </a:cubicBezTo>
                <a:cubicBezTo>
                  <a:pt x="33678" y="69546"/>
                  <a:pt x="34076" y="68899"/>
                  <a:pt x="34474" y="68276"/>
                </a:cubicBezTo>
                <a:close/>
                <a:moveTo>
                  <a:pt x="35843" y="72259"/>
                </a:moveTo>
                <a:lnTo>
                  <a:pt x="35843" y="72259"/>
                </a:lnTo>
                <a:cubicBezTo>
                  <a:pt x="35943" y="72284"/>
                  <a:pt x="36067" y="72284"/>
                  <a:pt x="36167" y="72309"/>
                </a:cubicBezTo>
                <a:cubicBezTo>
                  <a:pt x="36328" y="72362"/>
                  <a:pt x="36476" y="72403"/>
                  <a:pt x="36638" y="72449"/>
                </a:cubicBezTo>
                <a:lnTo>
                  <a:pt x="36638" y="72449"/>
                </a:lnTo>
                <a:cubicBezTo>
                  <a:pt x="36493" y="72417"/>
                  <a:pt x="36335" y="72400"/>
                  <a:pt x="36167" y="72383"/>
                </a:cubicBezTo>
                <a:cubicBezTo>
                  <a:pt x="36142" y="72383"/>
                  <a:pt x="36092" y="72383"/>
                  <a:pt x="36092" y="72333"/>
                </a:cubicBezTo>
                <a:cubicBezTo>
                  <a:pt x="36018" y="72309"/>
                  <a:pt x="35943" y="72284"/>
                  <a:pt x="35843" y="72259"/>
                </a:cubicBezTo>
                <a:close/>
                <a:moveTo>
                  <a:pt x="33977" y="70890"/>
                </a:moveTo>
                <a:lnTo>
                  <a:pt x="33977" y="70890"/>
                </a:lnTo>
                <a:cubicBezTo>
                  <a:pt x="34101" y="70915"/>
                  <a:pt x="34225" y="70940"/>
                  <a:pt x="34325" y="70964"/>
                </a:cubicBezTo>
                <a:lnTo>
                  <a:pt x="34698" y="71064"/>
                </a:lnTo>
                <a:cubicBezTo>
                  <a:pt x="35196" y="71213"/>
                  <a:pt x="35694" y="71388"/>
                  <a:pt x="36167" y="71562"/>
                </a:cubicBezTo>
                <a:lnTo>
                  <a:pt x="36192" y="71562"/>
                </a:lnTo>
                <a:cubicBezTo>
                  <a:pt x="36665" y="71761"/>
                  <a:pt x="37113" y="71960"/>
                  <a:pt x="37586" y="72209"/>
                </a:cubicBezTo>
                <a:cubicBezTo>
                  <a:pt x="37660" y="72259"/>
                  <a:pt x="37710" y="72284"/>
                  <a:pt x="37810" y="72309"/>
                </a:cubicBezTo>
                <a:cubicBezTo>
                  <a:pt x="37909" y="72383"/>
                  <a:pt x="37984" y="72433"/>
                  <a:pt x="38084" y="72458"/>
                </a:cubicBezTo>
                <a:lnTo>
                  <a:pt x="37909" y="72458"/>
                </a:lnTo>
                <a:cubicBezTo>
                  <a:pt x="37337" y="72383"/>
                  <a:pt x="36789" y="72209"/>
                  <a:pt x="36192" y="72134"/>
                </a:cubicBezTo>
                <a:cubicBezTo>
                  <a:pt x="35346" y="71811"/>
                  <a:pt x="34599" y="71413"/>
                  <a:pt x="33977" y="70890"/>
                </a:cubicBezTo>
                <a:close/>
                <a:moveTo>
                  <a:pt x="39926" y="72458"/>
                </a:moveTo>
                <a:lnTo>
                  <a:pt x="39926" y="72458"/>
                </a:lnTo>
                <a:cubicBezTo>
                  <a:pt x="39926" y="72458"/>
                  <a:pt x="39926" y="72458"/>
                  <a:pt x="39926" y="72458"/>
                </a:cubicBezTo>
                <a:lnTo>
                  <a:pt x="39901" y="72458"/>
                </a:lnTo>
                <a:cubicBezTo>
                  <a:pt x="39908" y="72458"/>
                  <a:pt x="39917" y="72458"/>
                  <a:pt x="39926" y="72458"/>
                </a:cubicBezTo>
                <a:close/>
                <a:moveTo>
                  <a:pt x="45750" y="72309"/>
                </a:moveTo>
                <a:cubicBezTo>
                  <a:pt x="45874" y="72333"/>
                  <a:pt x="45949" y="72383"/>
                  <a:pt x="46099" y="72408"/>
                </a:cubicBezTo>
                <a:cubicBezTo>
                  <a:pt x="46099" y="72433"/>
                  <a:pt x="46049" y="72433"/>
                  <a:pt x="46049" y="72458"/>
                </a:cubicBezTo>
                <a:cubicBezTo>
                  <a:pt x="45974" y="72433"/>
                  <a:pt x="45850" y="72408"/>
                  <a:pt x="45750" y="72383"/>
                </a:cubicBezTo>
                <a:lnTo>
                  <a:pt x="45750" y="72309"/>
                </a:lnTo>
                <a:close/>
                <a:moveTo>
                  <a:pt x="7791" y="72433"/>
                </a:moveTo>
                <a:cubicBezTo>
                  <a:pt x="7791" y="72458"/>
                  <a:pt x="7766" y="72458"/>
                  <a:pt x="7766" y="72508"/>
                </a:cubicBezTo>
                <a:lnTo>
                  <a:pt x="7716" y="72458"/>
                </a:lnTo>
                <a:cubicBezTo>
                  <a:pt x="7766" y="72458"/>
                  <a:pt x="7766" y="72433"/>
                  <a:pt x="7791" y="72433"/>
                </a:cubicBezTo>
                <a:close/>
                <a:moveTo>
                  <a:pt x="19515" y="72383"/>
                </a:moveTo>
                <a:cubicBezTo>
                  <a:pt x="19515" y="72383"/>
                  <a:pt x="19515" y="72408"/>
                  <a:pt x="19490" y="72408"/>
                </a:cubicBezTo>
                <a:cubicBezTo>
                  <a:pt x="19490" y="72433"/>
                  <a:pt x="19465" y="72433"/>
                  <a:pt x="19465" y="72458"/>
                </a:cubicBezTo>
                <a:cubicBezTo>
                  <a:pt x="19440" y="72458"/>
                  <a:pt x="19415" y="72458"/>
                  <a:pt x="19390" y="72508"/>
                </a:cubicBezTo>
                <a:cubicBezTo>
                  <a:pt x="19390" y="72458"/>
                  <a:pt x="19415" y="72458"/>
                  <a:pt x="19415" y="72433"/>
                </a:cubicBezTo>
                <a:lnTo>
                  <a:pt x="19415" y="72408"/>
                </a:lnTo>
                <a:cubicBezTo>
                  <a:pt x="19440" y="72408"/>
                  <a:pt x="19490" y="72383"/>
                  <a:pt x="19515" y="72383"/>
                </a:cubicBezTo>
                <a:close/>
                <a:moveTo>
                  <a:pt x="33592" y="70544"/>
                </a:moveTo>
                <a:cubicBezTo>
                  <a:pt x="35230" y="70918"/>
                  <a:pt x="36818" y="71539"/>
                  <a:pt x="38283" y="72333"/>
                </a:cubicBezTo>
                <a:cubicBezTo>
                  <a:pt x="38308" y="72383"/>
                  <a:pt x="38382" y="72383"/>
                  <a:pt x="38407" y="72408"/>
                </a:cubicBezTo>
                <a:cubicBezTo>
                  <a:pt x="38432" y="72433"/>
                  <a:pt x="38507" y="72458"/>
                  <a:pt x="38532" y="72508"/>
                </a:cubicBezTo>
                <a:lnTo>
                  <a:pt x="38457" y="72508"/>
                </a:lnTo>
                <a:cubicBezTo>
                  <a:pt x="38283" y="72408"/>
                  <a:pt x="38084" y="72284"/>
                  <a:pt x="37909" y="72184"/>
                </a:cubicBezTo>
                <a:cubicBezTo>
                  <a:pt x="37835" y="72159"/>
                  <a:pt x="37785" y="72134"/>
                  <a:pt x="37685" y="72060"/>
                </a:cubicBezTo>
                <a:cubicBezTo>
                  <a:pt x="37212" y="71811"/>
                  <a:pt x="36764" y="71587"/>
                  <a:pt x="36267" y="71413"/>
                </a:cubicBezTo>
                <a:cubicBezTo>
                  <a:pt x="36192" y="71388"/>
                  <a:pt x="36142" y="71338"/>
                  <a:pt x="36067" y="71338"/>
                </a:cubicBezTo>
                <a:cubicBezTo>
                  <a:pt x="35669" y="71188"/>
                  <a:pt x="35221" y="71039"/>
                  <a:pt x="34798" y="70915"/>
                </a:cubicBezTo>
                <a:cubicBezTo>
                  <a:pt x="34673" y="70890"/>
                  <a:pt x="34549" y="70815"/>
                  <a:pt x="34425" y="70790"/>
                </a:cubicBezTo>
                <a:lnTo>
                  <a:pt x="33678" y="70591"/>
                </a:lnTo>
                <a:lnTo>
                  <a:pt x="33653" y="70566"/>
                </a:lnTo>
                <a:cubicBezTo>
                  <a:pt x="33614" y="70566"/>
                  <a:pt x="33606" y="70551"/>
                  <a:pt x="33592" y="70544"/>
                </a:cubicBezTo>
                <a:close/>
                <a:moveTo>
                  <a:pt x="41419" y="72284"/>
                </a:moveTo>
                <a:cubicBezTo>
                  <a:pt x="41245" y="72408"/>
                  <a:pt x="41071" y="72433"/>
                  <a:pt x="40921" y="72508"/>
                </a:cubicBezTo>
                <a:cubicBezTo>
                  <a:pt x="40921" y="72458"/>
                  <a:pt x="40896" y="72458"/>
                  <a:pt x="40896" y="72433"/>
                </a:cubicBezTo>
                <a:cubicBezTo>
                  <a:pt x="40921" y="72433"/>
                  <a:pt x="40921" y="72433"/>
                  <a:pt x="40946" y="72408"/>
                </a:cubicBezTo>
                <a:cubicBezTo>
                  <a:pt x="41046" y="72383"/>
                  <a:pt x="41170" y="72333"/>
                  <a:pt x="41270" y="72309"/>
                </a:cubicBezTo>
                <a:cubicBezTo>
                  <a:pt x="41319" y="72309"/>
                  <a:pt x="41369" y="72284"/>
                  <a:pt x="41419" y="72284"/>
                </a:cubicBezTo>
                <a:close/>
                <a:moveTo>
                  <a:pt x="63423" y="72458"/>
                </a:moveTo>
                <a:cubicBezTo>
                  <a:pt x="63423" y="72508"/>
                  <a:pt x="63423" y="72508"/>
                  <a:pt x="63448" y="72533"/>
                </a:cubicBezTo>
                <a:cubicBezTo>
                  <a:pt x="63423" y="72533"/>
                  <a:pt x="63423" y="72557"/>
                  <a:pt x="63398" y="72557"/>
                </a:cubicBezTo>
                <a:cubicBezTo>
                  <a:pt x="63398" y="72533"/>
                  <a:pt x="63348" y="72533"/>
                  <a:pt x="63348" y="72508"/>
                </a:cubicBezTo>
                <a:cubicBezTo>
                  <a:pt x="63398" y="72508"/>
                  <a:pt x="63398" y="72458"/>
                  <a:pt x="63423" y="72458"/>
                </a:cubicBezTo>
                <a:close/>
                <a:moveTo>
                  <a:pt x="43334" y="72176"/>
                </a:moveTo>
                <a:cubicBezTo>
                  <a:pt x="43592" y="72176"/>
                  <a:pt x="43849" y="72188"/>
                  <a:pt x="44107" y="72209"/>
                </a:cubicBezTo>
                <a:cubicBezTo>
                  <a:pt x="43385" y="72383"/>
                  <a:pt x="42688" y="72508"/>
                  <a:pt x="42016" y="72582"/>
                </a:cubicBezTo>
                <a:cubicBezTo>
                  <a:pt x="42016" y="72557"/>
                  <a:pt x="42041" y="72533"/>
                  <a:pt x="42041" y="72533"/>
                </a:cubicBezTo>
                <a:cubicBezTo>
                  <a:pt x="42041" y="72533"/>
                  <a:pt x="42041" y="72508"/>
                  <a:pt x="42066" y="72508"/>
                </a:cubicBezTo>
                <a:cubicBezTo>
                  <a:pt x="42066" y="72508"/>
                  <a:pt x="42066" y="72458"/>
                  <a:pt x="42116" y="72458"/>
                </a:cubicBezTo>
                <a:cubicBezTo>
                  <a:pt x="42141" y="72408"/>
                  <a:pt x="42191" y="72309"/>
                  <a:pt x="42240" y="72259"/>
                </a:cubicBezTo>
                <a:cubicBezTo>
                  <a:pt x="42605" y="72200"/>
                  <a:pt x="42969" y="72176"/>
                  <a:pt x="43334" y="72176"/>
                </a:cubicBezTo>
                <a:close/>
                <a:moveTo>
                  <a:pt x="40672" y="72533"/>
                </a:moveTo>
                <a:cubicBezTo>
                  <a:pt x="40672" y="72533"/>
                  <a:pt x="40697" y="72557"/>
                  <a:pt x="40697" y="72582"/>
                </a:cubicBezTo>
                <a:cubicBezTo>
                  <a:pt x="40672" y="72582"/>
                  <a:pt x="40672" y="72582"/>
                  <a:pt x="40647" y="72632"/>
                </a:cubicBezTo>
                <a:cubicBezTo>
                  <a:pt x="40647" y="72582"/>
                  <a:pt x="40622" y="72582"/>
                  <a:pt x="40622" y="72557"/>
                </a:cubicBezTo>
                <a:cubicBezTo>
                  <a:pt x="40647" y="72557"/>
                  <a:pt x="40647" y="72557"/>
                  <a:pt x="40672" y="72533"/>
                </a:cubicBezTo>
                <a:close/>
                <a:moveTo>
                  <a:pt x="41942" y="72309"/>
                </a:moveTo>
                <a:cubicBezTo>
                  <a:pt x="41892" y="72408"/>
                  <a:pt x="41817" y="72533"/>
                  <a:pt x="41767" y="72632"/>
                </a:cubicBezTo>
                <a:lnTo>
                  <a:pt x="41743" y="72632"/>
                </a:lnTo>
                <a:cubicBezTo>
                  <a:pt x="41767" y="72533"/>
                  <a:pt x="41817" y="72433"/>
                  <a:pt x="41892" y="72333"/>
                </a:cubicBezTo>
                <a:cubicBezTo>
                  <a:pt x="41917" y="72333"/>
                  <a:pt x="41942" y="72309"/>
                  <a:pt x="41942" y="72309"/>
                </a:cubicBezTo>
                <a:close/>
                <a:moveTo>
                  <a:pt x="39204" y="72582"/>
                </a:moveTo>
                <a:cubicBezTo>
                  <a:pt x="39204" y="72582"/>
                  <a:pt x="39179" y="72582"/>
                  <a:pt x="39154" y="72632"/>
                </a:cubicBezTo>
                <a:cubicBezTo>
                  <a:pt x="39129" y="72632"/>
                  <a:pt x="39129" y="72657"/>
                  <a:pt x="39079" y="72657"/>
                </a:cubicBezTo>
                <a:lnTo>
                  <a:pt x="39054" y="72657"/>
                </a:lnTo>
                <a:cubicBezTo>
                  <a:pt x="39054" y="72657"/>
                  <a:pt x="39029" y="72657"/>
                  <a:pt x="39029" y="72632"/>
                </a:cubicBezTo>
                <a:cubicBezTo>
                  <a:pt x="39079" y="72632"/>
                  <a:pt x="39154" y="72582"/>
                  <a:pt x="39204" y="72582"/>
                </a:cubicBezTo>
                <a:close/>
                <a:moveTo>
                  <a:pt x="38756" y="72657"/>
                </a:moveTo>
                <a:lnTo>
                  <a:pt x="38781" y="72682"/>
                </a:lnTo>
                <a:lnTo>
                  <a:pt x="38756" y="72682"/>
                </a:lnTo>
                <a:cubicBezTo>
                  <a:pt x="38756" y="72657"/>
                  <a:pt x="38706" y="72657"/>
                  <a:pt x="38681" y="72657"/>
                </a:cubicBezTo>
                <a:close/>
                <a:moveTo>
                  <a:pt x="40398" y="72632"/>
                </a:moveTo>
                <a:cubicBezTo>
                  <a:pt x="40398" y="72657"/>
                  <a:pt x="40398" y="72657"/>
                  <a:pt x="40423" y="72682"/>
                </a:cubicBezTo>
                <a:lnTo>
                  <a:pt x="40374" y="72682"/>
                </a:lnTo>
                <a:lnTo>
                  <a:pt x="40374" y="72657"/>
                </a:lnTo>
                <a:cubicBezTo>
                  <a:pt x="40398" y="72657"/>
                  <a:pt x="40398" y="72657"/>
                  <a:pt x="40398" y="72632"/>
                </a:cubicBezTo>
                <a:close/>
                <a:moveTo>
                  <a:pt x="41543" y="72458"/>
                </a:moveTo>
                <a:cubicBezTo>
                  <a:pt x="41543" y="72533"/>
                  <a:pt x="41494" y="72582"/>
                  <a:pt x="41444" y="72657"/>
                </a:cubicBezTo>
                <a:cubicBezTo>
                  <a:pt x="41319" y="72657"/>
                  <a:pt x="41195" y="72657"/>
                  <a:pt x="41046" y="72682"/>
                </a:cubicBezTo>
                <a:lnTo>
                  <a:pt x="41021" y="72657"/>
                </a:lnTo>
                <a:cubicBezTo>
                  <a:pt x="41195" y="72582"/>
                  <a:pt x="41369" y="72533"/>
                  <a:pt x="41543" y="72458"/>
                </a:cubicBezTo>
                <a:close/>
                <a:moveTo>
                  <a:pt x="37810" y="72757"/>
                </a:moveTo>
                <a:cubicBezTo>
                  <a:pt x="37835" y="72757"/>
                  <a:pt x="37860" y="72757"/>
                  <a:pt x="37909" y="72782"/>
                </a:cubicBezTo>
                <a:cubicBezTo>
                  <a:pt x="37959" y="72782"/>
                  <a:pt x="38009" y="72806"/>
                  <a:pt x="38059" y="72806"/>
                </a:cubicBezTo>
                <a:cubicBezTo>
                  <a:pt x="38133" y="72831"/>
                  <a:pt x="38183" y="72831"/>
                  <a:pt x="38208" y="72856"/>
                </a:cubicBezTo>
                <a:cubicBezTo>
                  <a:pt x="38256" y="72856"/>
                  <a:pt x="38281" y="72902"/>
                  <a:pt x="38304" y="72906"/>
                </a:cubicBezTo>
                <a:lnTo>
                  <a:pt x="38304" y="72906"/>
                </a:lnTo>
                <a:cubicBezTo>
                  <a:pt x="38257" y="72904"/>
                  <a:pt x="38195" y="72897"/>
                  <a:pt x="38133" y="72856"/>
                </a:cubicBezTo>
                <a:cubicBezTo>
                  <a:pt x="38059" y="72856"/>
                  <a:pt x="38034" y="72856"/>
                  <a:pt x="37959" y="72831"/>
                </a:cubicBezTo>
                <a:cubicBezTo>
                  <a:pt x="37934" y="72806"/>
                  <a:pt x="37884" y="72782"/>
                  <a:pt x="37810" y="72782"/>
                </a:cubicBezTo>
                <a:lnTo>
                  <a:pt x="37810" y="72757"/>
                </a:lnTo>
                <a:close/>
                <a:moveTo>
                  <a:pt x="41319" y="72831"/>
                </a:moveTo>
                <a:cubicBezTo>
                  <a:pt x="41319" y="72881"/>
                  <a:pt x="41319" y="72906"/>
                  <a:pt x="41295" y="72906"/>
                </a:cubicBezTo>
                <a:lnTo>
                  <a:pt x="41270" y="72906"/>
                </a:lnTo>
                <a:lnTo>
                  <a:pt x="41245" y="72881"/>
                </a:lnTo>
                <a:cubicBezTo>
                  <a:pt x="41245" y="72881"/>
                  <a:pt x="41245" y="72831"/>
                  <a:pt x="41195" y="72831"/>
                </a:cubicBezTo>
                <a:close/>
                <a:moveTo>
                  <a:pt x="41643" y="72831"/>
                </a:moveTo>
                <a:cubicBezTo>
                  <a:pt x="41643" y="72881"/>
                  <a:pt x="41618" y="72881"/>
                  <a:pt x="41618" y="72906"/>
                </a:cubicBezTo>
                <a:lnTo>
                  <a:pt x="41568" y="72906"/>
                </a:lnTo>
                <a:cubicBezTo>
                  <a:pt x="41568" y="72881"/>
                  <a:pt x="41618" y="72881"/>
                  <a:pt x="41618" y="72831"/>
                </a:cubicBezTo>
                <a:close/>
                <a:moveTo>
                  <a:pt x="44555" y="72309"/>
                </a:moveTo>
                <a:cubicBezTo>
                  <a:pt x="44605" y="72309"/>
                  <a:pt x="44630" y="72309"/>
                  <a:pt x="44680" y="72333"/>
                </a:cubicBezTo>
                <a:lnTo>
                  <a:pt x="44680" y="72383"/>
                </a:lnTo>
                <a:cubicBezTo>
                  <a:pt x="43734" y="72632"/>
                  <a:pt x="42788" y="72806"/>
                  <a:pt x="41867" y="72906"/>
                </a:cubicBezTo>
                <a:cubicBezTo>
                  <a:pt x="41867" y="72831"/>
                  <a:pt x="41892" y="72806"/>
                  <a:pt x="41892" y="72806"/>
                </a:cubicBezTo>
                <a:cubicBezTo>
                  <a:pt x="42763" y="72707"/>
                  <a:pt x="43634" y="72533"/>
                  <a:pt x="44555" y="72309"/>
                </a:cubicBezTo>
                <a:close/>
                <a:moveTo>
                  <a:pt x="40971" y="72881"/>
                </a:moveTo>
                <a:lnTo>
                  <a:pt x="41046" y="72931"/>
                </a:lnTo>
                <a:lnTo>
                  <a:pt x="40971" y="72931"/>
                </a:lnTo>
                <a:cubicBezTo>
                  <a:pt x="40946" y="72931"/>
                  <a:pt x="40921" y="72906"/>
                  <a:pt x="40921" y="72881"/>
                </a:cubicBezTo>
                <a:close/>
                <a:moveTo>
                  <a:pt x="39751" y="72906"/>
                </a:moveTo>
                <a:cubicBezTo>
                  <a:pt x="39677" y="72931"/>
                  <a:pt x="39652" y="72931"/>
                  <a:pt x="39577" y="72956"/>
                </a:cubicBezTo>
                <a:cubicBezTo>
                  <a:pt x="39552" y="72956"/>
                  <a:pt x="39552" y="72931"/>
                  <a:pt x="39527" y="72931"/>
                </a:cubicBezTo>
                <a:lnTo>
                  <a:pt x="39552" y="72931"/>
                </a:lnTo>
                <a:cubicBezTo>
                  <a:pt x="39627" y="72906"/>
                  <a:pt x="39677" y="72906"/>
                  <a:pt x="39751" y="72906"/>
                </a:cubicBezTo>
                <a:close/>
                <a:moveTo>
                  <a:pt x="40249" y="72931"/>
                </a:moveTo>
                <a:lnTo>
                  <a:pt x="40249" y="72956"/>
                </a:lnTo>
                <a:lnTo>
                  <a:pt x="40125" y="72956"/>
                </a:lnTo>
                <a:cubicBezTo>
                  <a:pt x="40174" y="72956"/>
                  <a:pt x="40199" y="72956"/>
                  <a:pt x="40249" y="72931"/>
                </a:cubicBezTo>
                <a:close/>
                <a:moveTo>
                  <a:pt x="40498" y="72906"/>
                </a:moveTo>
                <a:cubicBezTo>
                  <a:pt x="40498" y="72931"/>
                  <a:pt x="40523" y="72931"/>
                  <a:pt x="40523" y="72956"/>
                </a:cubicBezTo>
                <a:lnTo>
                  <a:pt x="40448" y="72956"/>
                </a:lnTo>
                <a:cubicBezTo>
                  <a:pt x="40448" y="72931"/>
                  <a:pt x="40448" y="72931"/>
                  <a:pt x="40423" y="72906"/>
                </a:cubicBezTo>
                <a:close/>
                <a:moveTo>
                  <a:pt x="45750" y="72557"/>
                </a:moveTo>
                <a:cubicBezTo>
                  <a:pt x="45850" y="72582"/>
                  <a:pt x="45899" y="72632"/>
                  <a:pt x="45974" y="72632"/>
                </a:cubicBezTo>
                <a:cubicBezTo>
                  <a:pt x="45899" y="72757"/>
                  <a:pt x="45800" y="72906"/>
                  <a:pt x="45750" y="73030"/>
                </a:cubicBezTo>
                <a:lnTo>
                  <a:pt x="45750" y="72557"/>
                </a:lnTo>
                <a:close/>
                <a:moveTo>
                  <a:pt x="52321" y="69396"/>
                </a:moveTo>
                <a:cubicBezTo>
                  <a:pt x="52321" y="69421"/>
                  <a:pt x="52346" y="69471"/>
                  <a:pt x="52346" y="69521"/>
                </a:cubicBezTo>
                <a:cubicBezTo>
                  <a:pt x="52371" y="69595"/>
                  <a:pt x="52371" y="69695"/>
                  <a:pt x="52396" y="69795"/>
                </a:cubicBezTo>
                <a:lnTo>
                  <a:pt x="52496" y="70168"/>
                </a:lnTo>
                <a:cubicBezTo>
                  <a:pt x="52396" y="70218"/>
                  <a:pt x="52346" y="70268"/>
                  <a:pt x="52247" y="70317"/>
                </a:cubicBezTo>
                <a:cubicBezTo>
                  <a:pt x="51624" y="70765"/>
                  <a:pt x="51002" y="71188"/>
                  <a:pt x="50355" y="71637"/>
                </a:cubicBezTo>
                <a:lnTo>
                  <a:pt x="49782" y="72010"/>
                </a:lnTo>
                <a:cubicBezTo>
                  <a:pt x="49235" y="72383"/>
                  <a:pt x="48662" y="72707"/>
                  <a:pt x="48140" y="73055"/>
                </a:cubicBezTo>
                <a:cubicBezTo>
                  <a:pt x="47642" y="72806"/>
                  <a:pt x="47169" y="72582"/>
                  <a:pt x="46671" y="72408"/>
                </a:cubicBezTo>
                <a:cubicBezTo>
                  <a:pt x="46771" y="72259"/>
                  <a:pt x="46845" y="72060"/>
                  <a:pt x="46920" y="71885"/>
                </a:cubicBezTo>
                <a:cubicBezTo>
                  <a:pt x="46920" y="71836"/>
                  <a:pt x="46970" y="71836"/>
                  <a:pt x="46970" y="71811"/>
                </a:cubicBezTo>
                <a:cubicBezTo>
                  <a:pt x="48712" y="71188"/>
                  <a:pt x="50504" y="70392"/>
                  <a:pt x="52321" y="69396"/>
                </a:cubicBezTo>
                <a:close/>
                <a:moveTo>
                  <a:pt x="41519" y="73080"/>
                </a:moveTo>
                <a:cubicBezTo>
                  <a:pt x="41494" y="73130"/>
                  <a:pt x="41494" y="73155"/>
                  <a:pt x="41444" y="73155"/>
                </a:cubicBezTo>
                <a:cubicBezTo>
                  <a:pt x="41444" y="73130"/>
                  <a:pt x="41444" y="73130"/>
                  <a:pt x="41494" y="73080"/>
                </a:cubicBezTo>
                <a:close/>
                <a:moveTo>
                  <a:pt x="50495" y="71776"/>
                </a:moveTo>
                <a:lnTo>
                  <a:pt x="50006" y="72109"/>
                </a:lnTo>
                <a:cubicBezTo>
                  <a:pt x="49484" y="72458"/>
                  <a:pt x="48911" y="72806"/>
                  <a:pt x="48388" y="73155"/>
                </a:cubicBezTo>
                <a:cubicBezTo>
                  <a:pt x="48388" y="73167"/>
                  <a:pt x="48382" y="73174"/>
                  <a:pt x="48373" y="73174"/>
                </a:cubicBezTo>
                <a:cubicBezTo>
                  <a:pt x="48364" y="73174"/>
                  <a:pt x="48351" y="73167"/>
                  <a:pt x="48339" y="73155"/>
                </a:cubicBezTo>
                <a:lnTo>
                  <a:pt x="48339" y="73155"/>
                </a:lnTo>
                <a:cubicBezTo>
                  <a:pt x="48339" y="73155"/>
                  <a:pt x="48339" y="73155"/>
                  <a:pt x="48339" y="73155"/>
                </a:cubicBezTo>
                <a:lnTo>
                  <a:pt x="48339" y="73155"/>
                </a:lnTo>
                <a:cubicBezTo>
                  <a:pt x="48351" y="73167"/>
                  <a:pt x="48351" y="73174"/>
                  <a:pt x="48348" y="73174"/>
                </a:cubicBezTo>
                <a:cubicBezTo>
                  <a:pt x="48345" y="73174"/>
                  <a:pt x="48339" y="73167"/>
                  <a:pt x="48339" y="73155"/>
                </a:cubicBezTo>
                <a:lnTo>
                  <a:pt x="48339" y="73155"/>
                </a:lnTo>
                <a:cubicBezTo>
                  <a:pt x="48339" y="73155"/>
                  <a:pt x="48339" y="73155"/>
                  <a:pt x="48339" y="73155"/>
                </a:cubicBezTo>
                <a:cubicBezTo>
                  <a:pt x="48488" y="73055"/>
                  <a:pt x="48637" y="72956"/>
                  <a:pt x="48837" y="72831"/>
                </a:cubicBezTo>
                <a:cubicBezTo>
                  <a:pt x="49036" y="72707"/>
                  <a:pt x="49235" y="72557"/>
                  <a:pt x="49459" y="72433"/>
                </a:cubicBezTo>
                <a:cubicBezTo>
                  <a:pt x="49608" y="72333"/>
                  <a:pt x="49782" y="72209"/>
                  <a:pt x="49957" y="72134"/>
                </a:cubicBezTo>
                <a:cubicBezTo>
                  <a:pt x="50131" y="72010"/>
                  <a:pt x="50305" y="71910"/>
                  <a:pt x="50479" y="71786"/>
                </a:cubicBezTo>
                <a:cubicBezTo>
                  <a:pt x="50485" y="71783"/>
                  <a:pt x="50490" y="71779"/>
                  <a:pt x="50495" y="71776"/>
                </a:cubicBezTo>
                <a:close/>
                <a:moveTo>
                  <a:pt x="41170" y="73130"/>
                </a:moveTo>
                <a:lnTo>
                  <a:pt x="41195" y="73155"/>
                </a:lnTo>
                <a:cubicBezTo>
                  <a:pt x="41195" y="73180"/>
                  <a:pt x="41170" y="73180"/>
                  <a:pt x="41170" y="73205"/>
                </a:cubicBezTo>
                <a:cubicBezTo>
                  <a:pt x="41145" y="73180"/>
                  <a:pt x="41145" y="73155"/>
                  <a:pt x="41120" y="73130"/>
                </a:cubicBezTo>
                <a:close/>
                <a:moveTo>
                  <a:pt x="46596" y="72582"/>
                </a:moveTo>
                <a:cubicBezTo>
                  <a:pt x="47044" y="72757"/>
                  <a:pt x="47492" y="72956"/>
                  <a:pt x="47916" y="73180"/>
                </a:cubicBezTo>
                <a:cubicBezTo>
                  <a:pt x="47891" y="73180"/>
                  <a:pt x="47891" y="73205"/>
                  <a:pt x="47866" y="73205"/>
                </a:cubicBezTo>
                <a:cubicBezTo>
                  <a:pt x="47468" y="73006"/>
                  <a:pt x="46995" y="72806"/>
                  <a:pt x="46547" y="72657"/>
                </a:cubicBezTo>
                <a:cubicBezTo>
                  <a:pt x="46547" y="72632"/>
                  <a:pt x="46596" y="72632"/>
                  <a:pt x="46596" y="72582"/>
                </a:cubicBezTo>
                <a:close/>
                <a:moveTo>
                  <a:pt x="29247" y="70292"/>
                </a:moveTo>
                <a:cubicBezTo>
                  <a:pt x="29770" y="70292"/>
                  <a:pt x="30318" y="70317"/>
                  <a:pt x="30840" y="70342"/>
                </a:cubicBezTo>
                <a:cubicBezTo>
                  <a:pt x="30965" y="70342"/>
                  <a:pt x="31114" y="70392"/>
                  <a:pt x="31239" y="70392"/>
                </a:cubicBezTo>
                <a:cubicBezTo>
                  <a:pt x="31687" y="70417"/>
                  <a:pt x="32110" y="70467"/>
                  <a:pt x="32558" y="70566"/>
                </a:cubicBezTo>
                <a:cubicBezTo>
                  <a:pt x="32259" y="71039"/>
                  <a:pt x="32035" y="71462"/>
                  <a:pt x="31786" y="71935"/>
                </a:cubicBezTo>
                <a:cubicBezTo>
                  <a:pt x="30069" y="72134"/>
                  <a:pt x="28326" y="72557"/>
                  <a:pt x="26609" y="73254"/>
                </a:cubicBezTo>
                <a:cubicBezTo>
                  <a:pt x="25314" y="72757"/>
                  <a:pt x="24169" y="72060"/>
                  <a:pt x="23248" y="71164"/>
                </a:cubicBezTo>
                <a:cubicBezTo>
                  <a:pt x="23497" y="71089"/>
                  <a:pt x="23721" y="71039"/>
                  <a:pt x="23970" y="70964"/>
                </a:cubicBezTo>
                <a:cubicBezTo>
                  <a:pt x="24020" y="70940"/>
                  <a:pt x="24120" y="70940"/>
                  <a:pt x="24169" y="70915"/>
                </a:cubicBezTo>
                <a:lnTo>
                  <a:pt x="25016" y="70716"/>
                </a:lnTo>
                <a:cubicBezTo>
                  <a:pt x="25115" y="70691"/>
                  <a:pt x="25215" y="70691"/>
                  <a:pt x="25265" y="70666"/>
                </a:cubicBezTo>
                <a:cubicBezTo>
                  <a:pt x="25538" y="70591"/>
                  <a:pt x="25787" y="70566"/>
                  <a:pt x="26086" y="70516"/>
                </a:cubicBezTo>
                <a:cubicBezTo>
                  <a:pt x="26211" y="70467"/>
                  <a:pt x="26285" y="70467"/>
                  <a:pt x="26410" y="70467"/>
                </a:cubicBezTo>
                <a:cubicBezTo>
                  <a:pt x="26659" y="70442"/>
                  <a:pt x="26907" y="70417"/>
                  <a:pt x="27131" y="70392"/>
                </a:cubicBezTo>
                <a:cubicBezTo>
                  <a:pt x="27281" y="70342"/>
                  <a:pt x="27480" y="70342"/>
                  <a:pt x="27629" y="70342"/>
                </a:cubicBezTo>
                <a:cubicBezTo>
                  <a:pt x="27828" y="70342"/>
                  <a:pt x="28003" y="70317"/>
                  <a:pt x="28202" y="70317"/>
                </a:cubicBezTo>
                <a:cubicBezTo>
                  <a:pt x="28525" y="70292"/>
                  <a:pt x="28874" y="70292"/>
                  <a:pt x="29222" y="70292"/>
                </a:cubicBezTo>
                <a:close/>
                <a:moveTo>
                  <a:pt x="38557" y="73180"/>
                </a:moveTo>
                <a:lnTo>
                  <a:pt x="38557" y="73180"/>
                </a:lnTo>
                <a:cubicBezTo>
                  <a:pt x="38532" y="73205"/>
                  <a:pt x="38457" y="73254"/>
                  <a:pt x="38432" y="73279"/>
                </a:cubicBezTo>
                <a:cubicBezTo>
                  <a:pt x="38398" y="73296"/>
                  <a:pt x="38340" y="73302"/>
                  <a:pt x="38283" y="73311"/>
                </a:cubicBezTo>
                <a:lnTo>
                  <a:pt x="38283" y="73311"/>
                </a:lnTo>
                <a:cubicBezTo>
                  <a:pt x="38312" y="73299"/>
                  <a:pt x="38344" y="73280"/>
                  <a:pt x="38382" y="73254"/>
                </a:cubicBezTo>
                <a:cubicBezTo>
                  <a:pt x="38432" y="73205"/>
                  <a:pt x="38507" y="73205"/>
                  <a:pt x="38557" y="73180"/>
                </a:cubicBezTo>
                <a:close/>
                <a:moveTo>
                  <a:pt x="48214" y="73304"/>
                </a:moveTo>
                <a:cubicBezTo>
                  <a:pt x="48187" y="73304"/>
                  <a:pt x="48174" y="73312"/>
                  <a:pt x="48165" y="73319"/>
                </a:cubicBezTo>
                <a:lnTo>
                  <a:pt x="48165" y="73319"/>
                </a:lnTo>
                <a:cubicBezTo>
                  <a:pt x="48166" y="73304"/>
                  <a:pt x="48173" y="73304"/>
                  <a:pt x="48214" y="73304"/>
                </a:cubicBezTo>
                <a:close/>
                <a:moveTo>
                  <a:pt x="39253" y="73254"/>
                </a:moveTo>
                <a:cubicBezTo>
                  <a:pt x="39278" y="73254"/>
                  <a:pt x="39278" y="73254"/>
                  <a:pt x="39278" y="73279"/>
                </a:cubicBezTo>
                <a:cubicBezTo>
                  <a:pt x="39303" y="73304"/>
                  <a:pt x="39328" y="73304"/>
                  <a:pt x="39378" y="73329"/>
                </a:cubicBezTo>
                <a:cubicBezTo>
                  <a:pt x="39303" y="73304"/>
                  <a:pt x="39278" y="73304"/>
                  <a:pt x="39204" y="73279"/>
                </a:cubicBezTo>
                <a:cubicBezTo>
                  <a:pt x="39253" y="73279"/>
                  <a:pt x="39253" y="73279"/>
                  <a:pt x="39253" y="73254"/>
                </a:cubicBezTo>
                <a:close/>
                <a:moveTo>
                  <a:pt x="48140" y="73304"/>
                </a:moveTo>
                <a:cubicBezTo>
                  <a:pt x="48140" y="73304"/>
                  <a:pt x="48158" y="73304"/>
                  <a:pt x="48163" y="73320"/>
                </a:cubicBezTo>
                <a:lnTo>
                  <a:pt x="48163" y="73320"/>
                </a:lnTo>
                <a:cubicBezTo>
                  <a:pt x="48156" y="73325"/>
                  <a:pt x="48150" y="73329"/>
                  <a:pt x="48140" y="73329"/>
                </a:cubicBezTo>
                <a:lnTo>
                  <a:pt x="48090" y="73329"/>
                </a:lnTo>
                <a:cubicBezTo>
                  <a:pt x="48115" y="73329"/>
                  <a:pt x="48115" y="73304"/>
                  <a:pt x="48140" y="73304"/>
                </a:cubicBezTo>
                <a:close/>
                <a:moveTo>
                  <a:pt x="23074" y="71213"/>
                </a:moveTo>
                <a:cubicBezTo>
                  <a:pt x="23995" y="72134"/>
                  <a:pt x="25090" y="72831"/>
                  <a:pt x="26385" y="73329"/>
                </a:cubicBezTo>
                <a:cubicBezTo>
                  <a:pt x="26360" y="73329"/>
                  <a:pt x="26335" y="73379"/>
                  <a:pt x="26285" y="73379"/>
                </a:cubicBezTo>
                <a:cubicBezTo>
                  <a:pt x="25033" y="72888"/>
                  <a:pt x="23926" y="72154"/>
                  <a:pt x="23012" y="71251"/>
                </a:cubicBezTo>
                <a:lnTo>
                  <a:pt x="23012" y="71251"/>
                </a:lnTo>
                <a:cubicBezTo>
                  <a:pt x="23013" y="71251"/>
                  <a:pt x="23014" y="71251"/>
                  <a:pt x="23015" y="71251"/>
                </a:cubicBezTo>
                <a:cubicBezTo>
                  <a:pt x="23031" y="71251"/>
                  <a:pt x="23049" y="71238"/>
                  <a:pt x="23074" y="71213"/>
                </a:cubicBezTo>
                <a:close/>
                <a:moveTo>
                  <a:pt x="31711" y="72134"/>
                </a:moveTo>
                <a:cubicBezTo>
                  <a:pt x="31711" y="72159"/>
                  <a:pt x="31687" y="72159"/>
                  <a:pt x="31687" y="72184"/>
                </a:cubicBezTo>
                <a:cubicBezTo>
                  <a:pt x="30094" y="72333"/>
                  <a:pt x="28550" y="72757"/>
                  <a:pt x="27007" y="73379"/>
                </a:cubicBezTo>
                <a:cubicBezTo>
                  <a:pt x="26982" y="73379"/>
                  <a:pt x="26957" y="73329"/>
                  <a:pt x="26907" y="73329"/>
                </a:cubicBezTo>
                <a:cubicBezTo>
                  <a:pt x="28476" y="72707"/>
                  <a:pt x="30069" y="72309"/>
                  <a:pt x="31711" y="72134"/>
                </a:cubicBezTo>
                <a:close/>
                <a:moveTo>
                  <a:pt x="41319" y="73304"/>
                </a:moveTo>
                <a:cubicBezTo>
                  <a:pt x="41369" y="73329"/>
                  <a:pt x="41369" y="73329"/>
                  <a:pt x="41369" y="73379"/>
                </a:cubicBezTo>
                <a:cubicBezTo>
                  <a:pt x="41369" y="73404"/>
                  <a:pt x="41319" y="73404"/>
                  <a:pt x="41319" y="73429"/>
                </a:cubicBezTo>
                <a:lnTo>
                  <a:pt x="41319" y="73404"/>
                </a:lnTo>
                <a:lnTo>
                  <a:pt x="41295" y="73379"/>
                </a:lnTo>
                <a:cubicBezTo>
                  <a:pt x="41295" y="73329"/>
                  <a:pt x="41319" y="73329"/>
                  <a:pt x="41319" y="73304"/>
                </a:cubicBezTo>
                <a:close/>
                <a:moveTo>
                  <a:pt x="40896" y="73130"/>
                </a:moveTo>
                <a:cubicBezTo>
                  <a:pt x="40921" y="73205"/>
                  <a:pt x="40996" y="73304"/>
                  <a:pt x="41046" y="73379"/>
                </a:cubicBezTo>
                <a:cubicBezTo>
                  <a:pt x="41021" y="73404"/>
                  <a:pt x="40996" y="73454"/>
                  <a:pt x="40996" y="73503"/>
                </a:cubicBezTo>
                <a:cubicBezTo>
                  <a:pt x="40921" y="73379"/>
                  <a:pt x="40871" y="73254"/>
                  <a:pt x="40822" y="73130"/>
                </a:cubicBezTo>
                <a:close/>
                <a:moveTo>
                  <a:pt x="26609" y="73454"/>
                </a:moveTo>
                <a:cubicBezTo>
                  <a:pt x="26683" y="73454"/>
                  <a:pt x="26708" y="73454"/>
                  <a:pt x="26708" y="73503"/>
                </a:cubicBezTo>
                <a:cubicBezTo>
                  <a:pt x="26683" y="73503"/>
                  <a:pt x="26634" y="73528"/>
                  <a:pt x="26609" y="73528"/>
                </a:cubicBezTo>
                <a:lnTo>
                  <a:pt x="26584" y="73528"/>
                </a:lnTo>
                <a:cubicBezTo>
                  <a:pt x="26559" y="73528"/>
                  <a:pt x="26559" y="73503"/>
                  <a:pt x="26509" y="73503"/>
                </a:cubicBezTo>
                <a:cubicBezTo>
                  <a:pt x="26559" y="73503"/>
                  <a:pt x="26584" y="73454"/>
                  <a:pt x="26609" y="73454"/>
                </a:cubicBezTo>
                <a:close/>
                <a:moveTo>
                  <a:pt x="40324" y="73155"/>
                </a:moveTo>
                <a:cubicBezTo>
                  <a:pt x="40349" y="73205"/>
                  <a:pt x="40349" y="73254"/>
                  <a:pt x="40398" y="73304"/>
                </a:cubicBezTo>
                <a:lnTo>
                  <a:pt x="40398" y="73329"/>
                </a:lnTo>
                <a:cubicBezTo>
                  <a:pt x="40423" y="73404"/>
                  <a:pt x="40448" y="73503"/>
                  <a:pt x="40498" y="73553"/>
                </a:cubicBezTo>
                <a:lnTo>
                  <a:pt x="40498" y="73578"/>
                </a:lnTo>
                <a:lnTo>
                  <a:pt x="40299" y="73478"/>
                </a:lnTo>
                <a:cubicBezTo>
                  <a:pt x="40150" y="73354"/>
                  <a:pt x="40000" y="73279"/>
                  <a:pt x="39826" y="73155"/>
                </a:cubicBezTo>
                <a:close/>
                <a:moveTo>
                  <a:pt x="45501" y="72508"/>
                </a:moveTo>
                <a:cubicBezTo>
                  <a:pt x="45526" y="72508"/>
                  <a:pt x="45526" y="72508"/>
                  <a:pt x="45551" y="72533"/>
                </a:cubicBezTo>
                <a:cubicBezTo>
                  <a:pt x="45551" y="72831"/>
                  <a:pt x="45551" y="73180"/>
                  <a:pt x="45526" y="73503"/>
                </a:cubicBezTo>
                <a:cubicBezTo>
                  <a:pt x="45506" y="73544"/>
                  <a:pt x="45486" y="73568"/>
                  <a:pt x="45479" y="73615"/>
                </a:cubicBezTo>
                <a:lnTo>
                  <a:pt x="45479" y="73615"/>
                </a:lnTo>
                <a:cubicBezTo>
                  <a:pt x="45503" y="73253"/>
                  <a:pt x="45525" y="72869"/>
                  <a:pt x="45501" y="72508"/>
                </a:cubicBezTo>
                <a:close/>
                <a:moveTo>
                  <a:pt x="41170" y="73553"/>
                </a:moveTo>
                <a:lnTo>
                  <a:pt x="41195" y="73578"/>
                </a:lnTo>
                <a:lnTo>
                  <a:pt x="41120" y="73777"/>
                </a:lnTo>
                <a:lnTo>
                  <a:pt x="41071" y="73752"/>
                </a:lnTo>
                <a:lnTo>
                  <a:pt x="41170" y="73553"/>
                </a:lnTo>
                <a:close/>
                <a:moveTo>
                  <a:pt x="40622" y="73205"/>
                </a:moveTo>
                <a:cubicBezTo>
                  <a:pt x="40647" y="73254"/>
                  <a:pt x="40672" y="73329"/>
                  <a:pt x="40747" y="73429"/>
                </a:cubicBezTo>
                <a:lnTo>
                  <a:pt x="40822" y="73628"/>
                </a:lnTo>
                <a:cubicBezTo>
                  <a:pt x="40871" y="73653"/>
                  <a:pt x="40871" y="73702"/>
                  <a:pt x="40896" y="73752"/>
                </a:cubicBezTo>
                <a:cubicBezTo>
                  <a:pt x="40896" y="73752"/>
                  <a:pt x="40896" y="73777"/>
                  <a:pt x="40871" y="73777"/>
                </a:cubicBezTo>
                <a:lnTo>
                  <a:pt x="40871" y="73802"/>
                </a:lnTo>
                <a:cubicBezTo>
                  <a:pt x="40772" y="73653"/>
                  <a:pt x="40697" y="73503"/>
                  <a:pt x="40622" y="73329"/>
                </a:cubicBezTo>
                <a:cubicBezTo>
                  <a:pt x="40573" y="73279"/>
                  <a:pt x="40573" y="73254"/>
                  <a:pt x="40548" y="73205"/>
                </a:cubicBezTo>
                <a:close/>
                <a:moveTo>
                  <a:pt x="31562" y="72408"/>
                </a:moveTo>
                <a:cubicBezTo>
                  <a:pt x="31239" y="72956"/>
                  <a:pt x="30965" y="73503"/>
                  <a:pt x="30691" y="74051"/>
                </a:cubicBezTo>
                <a:cubicBezTo>
                  <a:pt x="29471" y="74001"/>
                  <a:pt x="28351" y="73777"/>
                  <a:pt x="27306" y="73454"/>
                </a:cubicBezTo>
                <a:cubicBezTo>
                  <a:pt x="28700" y="72931"/>
                  <a:pt x="30118" y="72557"/>
                  <a:pt x="31562" y="72408"/>
                </a:cubicBezTo>
                <a:close/>
                <a:moveTo>
                  <a:pt x="31861" y="72383"/>
                </a:moveTo>
                <a:cubicBezTo>
                  <a:pt x="31562" y="72931"/>
                  <a:pt x="31239" y="73503"/>
                  <a:pt x="30965" y="74051"/>
                </a:cubicBezTo>
                <a:lnTo>
                  <a:pt x="30915" y="74051"/>
                </a:lnTo>
                <a:cubicBezTo>
                  <a:pt x="31189" y="73503"/>
                  <a:pt x="31487" y="72931"/>
                  <a:pt x="31811" y="72383"/>
                </a:cubicBezTo>
                <a:close/>
                <a:moveTo>
                  <a:pt x="33230" y="72321"/>
                </a:moveTo>
                <a:cubicBezTo>
                  <a:pt x="34209" y="72321"/>
                  <a:pt x="35167" y="72414"/>
                  <a:pt x="36092" y="72557"/>
                </a:cubicBezTo>
                <a:cubicBezTo>
                  <a:pt x="36565" y="72707"/>
                  <a:pt x="37088" y="72881"/>
                  <a:pt x="37636" y="72956"/>
                </a:cubicBezTo>
                <a:lnTo>
                  <a:pt x="37710" y="72956"/>
                </a:lnTo>
                <a:cubicBezTo>
                  <a:pt x="37884" y="73006"/>
                  <a:pt x="38034" y="73030"/>
                  <a:pt x="38183" y="73080"/>
                </a:cubicBezTo>
                <a:cubicBezTo>
                  <a:pt x="38208" y="73080"/>
                  <a:pt x="38208" y="73080"/>
                  <a:pt x="38258" y="73130"/>
                </a:cubicBezTo>
                <a:cubicBezTo>
                  <a:pt x="35945" y="73742"/>
                  <a:pt x="33757" y="74086"/>
                  <a:pt x="31748" y="74086"/>
                </a:cubicBezTo>
                <a:cubicBezTo>
                  <a:pt x="31552" y="74086"/>
                  <a:pt x="31357" y="74082"/>
                  <a:pt x="31164" y="74076"/>
                </a:cubicBezTo>
                <a:cubicBezTo>
                  <a:pt x="31463" y="73503"/>
                  <a:pt x="31736" y="72931"/>
                  <a:pt x="32060" y="72383"/>
                </a:cubicBezTo>
                <a:cubicBezTo>
                  <a:pt x="32234" y="72383"/>
                  <a:pt x="32433" y="72333"/>
                  <a:pt x="32608" y="72333"/>
                </a:cubicBezTo>
                <a:cubicBezTo>
                  <a:pt x="32816" y="72325"/>
                  <a:pt x="33023" y="72321"/>
                  <a:pt x="33230" y="72321"/>
                </a:cubicBezTo>
                <a:close/>
                <a:moveTo>
                  <a:pt x="27007" y="73553"/>
                </a:moveTo>
                <a:cubicBezTo>
                  <a:pt x="28102" y="73926"/>
                  <a:pt x="29322" y="74151"/>
                  <a:pt x="30591" y="74200"/>
                </a:cubicBezTo>
                <a:cubicBezTo>
                  <a:pt x="30591" y="74225"/>
                  <a:pt x="30566" y="74225"/>
                  <a:pt x="30566" y="74275"/>
                </a:cubicBezTo>
                <a:cubicBezTo>
                  <a:pt x="29247" y="74175"/>
                  <a:pt x="28003" y="73951"/>
                  <a:pt x="26932" y="73578"/>
                </a:cubicBezTo>
                <a:cubicBezTo>
                  <a:pt x="26957" y="73578"/>
                  <a:pt x="26982" y="73578"/>
                  <a:pt x="27007" y="73553"/>
                </a:cubicBezTo>
                <a:close/>
                <a:moveTo>
                  <a:pt x="30840" y="74250"/>
                </a:moveTo>
                <a:cubicBezTo>
                  <a:pt x="30840" y="74275"/>
                  <a:pt x="30815" y="74275"/>
                  <a:pt x="30815" y="74300"/>
                </a:cubicBezTo>
                <a:lnTo>
                  <a:pt x="30741" y="74300"/>
                </a:lnTo>
                <a:cubicBezTo>
                  <a:pt x="30790" y="74275"/>
                  <a:pt x="30790" y="74275"/>
                  <a:pt x="30790" y="74250"/>
                </a:cubicBezTo>
                <a:close/>
                <a:moveTo>
                  <a:pt x="41369" y="73777"/>
                </a:moveTo>
                <a:cubicBezTo>
                  <a:pt x="41394" y="73827"/>
                  <a:pt x="41444" y="73902"/>
                  <a:pt x="41519" y="73951"/>
                </a:cubicBezTo>
                <a:cubicBezTo>
                  <a:pt x="41618" y="74076"/>
                  <a:pt x="41668" y="74200"/>
                  <a:pt x="41767" y="74300"/>
                </a:cubicBezTo>
                <a:cubicBezTo>
                  <a:pt x="41568" y="74200"/>
                  <a:pt x="41419" y="74126"/>
                  <a:pt x="41270" y="74026"/>
                </a:cubicBezTo>
                <a:cubicBezTo>
                  <a:pt x="41270" y="74001"/>
                  <a:pt x="41245" y="74001"/>
                  <a:pt x="41245" y="73951"/>
                </a:cubicBezTo>
                <a:cubicBezTo>
                  <a:pt x="41270" y="73902"/>
                  <a:pt x="41295" y="73827"/>
                  <a:pt x="41369" y="73777"/>
                </a:cubicBezTo>
                <a:close/>
                <a:moveTo>
                  <a:pt x="37835" y="73404"/>
                </a:moveTo>
                <a:lnTo>
                  <a:pt x="37835" y="73404"/>
                </a:lnTo>
                <a:cubicBezTo>
                  <a:pt x="37785" y="73429"/>
                  <a:pt x="37760" y="73454"/>
                  <a:pt x="37685" y="73503"/>
                </a:cubicBezTo>
                <a:cubicBezTo>
                  <a:pt x="35570" y="74026"/>
                  <a:pt x="33528" y="74325"/>
                  <a:pt x="31662" y="74325"/>
                </a:cubicBezTo>
                <a:cubicBezTo>
                  <a:pt x="31438" y="74325"/>
                  <a:pt x="31239" y="74300"/>
                  <a:pt x="31039" y="74300"/>
                </a:cubicBezTo>
                <a:cubicBezTo>
                  <a:pt x="31039" y="74275"/>
                  <a:pt x="31064" y="74275"/>
                  <a:pt x="31064" y="74250"/>
                </a:cubicBezTo>
                <a:cubicBezTo>
                  <a:pt x="31225" y="74254"/>
                  <a:pt x="31386" y="74256"/>
                  <a:pt x="31548" y="74256"/>
                </a:cubicBezTo>
                <a:cubicBezTo>
                  <a:pt x="33503" y="74256"/>
                  <a:pt x="35605" y="73978"/>
                  <a:pt x="37835" y="73404"/>
                </a:cubicBezTo>
                <a:close/>
                <a:moveTo>
                  <a:pt x="46497" y="72806"/>
                </a:moveTo>
                <a:cubicBezTo>
                  <a:pt x="46895" y="72956"/>
                  <a:pt x="47293" y="73130"/>
                  <a:pt x="47716" y="73329"/>
                </a:cubicBezTo>
                <a:cubicBezTo>
                  <a:pt x="47667" y="73379"/>
                  <a:pt x="47642" y="73379"/>
                  <a:pt x="47617" y="73404"/>
                </a:cubicBezTo>
                <a:cubicBezTo>
                  <a:pt x="46995" y="73777"/>
                  <a:pt x="46372" y="74151"/>
                  <a:pt x="45725" y="74499"/>
                </a:cubicBezTo>
                <a:cubicBezTo>
                  <a:pt x="45974" y="73902"/>
                  <a:pt x="46223" y="73404"/>
                  <a:pt x="46497" y="72806"/>
                </a:cubicBezTo>
                <a:close/>
                <a:moveTo>
                  <a:pt x="41494" y="73503"/>
                </a:moveTo>
                <a:cubicBezTo>
                  <a:pt x="41519" y="73528"/>
                  <a:pt x="41543" y="73553"/>
                  <a:pt x="41543" y="73578"/>
                </a:cubicBezTo>
                <a:cubicBezTo>
                  <a:pt x="41743" y="73877"/>
                  <a:pt x="41917" y="74126"/>
                  <a:pt x="42116" y="74399"/>
                </a:cubicBezTo>
                <a:cubicBezTo>
                  <a:pt x="42166" y="74499"/>
                  <a:pt x="42191" y="74549"/>
                  <a:pt x="42265" y="74648"/>
                </a:cubicBezTo>
                <a:cubicBezTo>
                  <a:pt x="42240" y="74623"/>
                  <a:pt x="42191" y="74574"/>
                  <a:pt x="42141" y="74549"/>
                </a:cubicBezTo>
                <a:cubicBezTo>
                  <a:pt x="41942" y="74250"/>
                  <a:pt x="41743" y="73951"/>
                  <a:pt x="41519" y="73653"/>
                </a:cubicBezTo>
                <a:cubicBezTo>
                  <a:pt x="41494" y="73628"/>
                  <a:pt x="41494" y="73578"/>
                  <a:pt x="41444" y="73553"/>
                </a:cubicBezTo>
                <a:cubicBezTo>
                  <a:pt x="41444" y="73528"/>
                  <a:pt x="41494" y="73528"/>
                  <a:pt x="41494" y="73503"/>
                </a:cubicBezTo>
                <a:close/>
                <a:moveTo>
                  <a:pt x="47916" y="73454"/>
                </a:moveTo>
                <a:cubicBezTo>
                  <a:pt x="47866" y="73503"/>
                  <a:pt x="47816" y="73528"/>
                  <a:pt x="47766" y="73553"/>
                </a:cubicBezTo>
                <a:cubicBezTo>
                  <a:pt x="47069" y="73951"/>
                  <a:pt x="46372" y="74399"/>
                  <a:pt x="45675" y="74773"/>
                </a:cubicBezTo>
                <a:cubicBezTo>
                  <a:pt x="45655" y="74793"/>
                  <a:pt x="45634" y="74797"/>
                  <a:pt x="45600" y="74811"/>
                </a:cubicBezTo>
                <a:lnTo>
                  <a:pt x="45600" y="74811"/>
                </a:lnTo>
                <a:cubicBezTo>
                  <a:pt x="45601" y="74808"/>
                  <a:pt x="45601" y="74803"/>
                  <a:pt x="45601" y="74798"/>
                </a:cubicBezTo>
                <a:lnTo>
                  <a:pt x="45601" y="74773"/>
                </a:lnTo>
                <a:cubicBezTo>
                  <a:pt x="45899" y="74574"/>
                  <a:pt x="46223" y="74399"/>
                  <a:pt x="46522" y="74250"/>
                </a:cubicBezTo>
                <a:cubicBezTo>
                  <a:pt x="46895" y="74026"/>
                  <a:pt x="47293" y="73802"/>
                  <a:pt x="47667" y="73553"/>
                </a:cubicBezTo>
                <a:lnTo>
                  <a:pt x="47866" y="73454"/>
                </a:lnTo>
                <a:close/>
                <a:moveTo>
                  <a:pt x="41519" y="74375"/>
                </a:moveTo>
                <a:lnTo>
                  <a:pt x="41519" y="74375"/>
                </a:lnTo>
                <a:cubicBezTo>
                  <a:pt x="41668" y="74449"/>
                  <a:pt x="41817" y="74549"/>
                  <a:pt x="41991" y="74673"/>
                </a:cubicBezTo>
                <a:cubicBezTo>
                  <a:pt x="42016" y="74748"/>
                  <a:pt x="42041" y="74773"/>
                  <a:pt x="42066" y="74823"/>
                </a:cubicBezTo>
                <a:cubicBezTo>
                  <a:pt x="41917" y="74748"/>
                  <a:pt x="41792" y="74623"/>
                  <a:pt x="41643" y="74524"/>
                </a:cubicBezTo>
                <a:cubicBezTo>
                  <a:pt x="41568" y="74449"/>
                  <a:pt x="41543" y="74424"/>
                  <a:pt x="41519" y="74375"/>
                </a:cubicBezTo>
                <a:close/>
                <a:moveTo>
                  <a:pt x="45544" y="74860"/>
                </a:moveTo>
                <a:cubicBezTo>
                  <a:pt x="45539" y="74867"/>
                  <a:pt x="45534" y="74872"/>
                  <a:pt x="45526" y="74872"/>
                </a:cubicBezTo>
                <a:cubicBezTo>
                  <a:pt x="45532" y="74868"/>
                  <a:pt x="45538" y="74864"/>
                  <a:pt x="45544" y="74860"/>
                </a:cubicBezTo>
                <a:close/>
                <a:moveTo>
                  <a:pt x="41519" y="74773"/>
                </a:moveTo>
                <a:lnTo>
                  <a:pt x="41693" y="74947"/>
                </a:lnTo>
                <a:cubicBezTo>
                  <a:pt x="41743" y="74997"/>
                  <a:pt x="41792" y="75047"/>
                  <a:pt x="41867" y="75071"/>
                </a:cubicBezTo>
                <a:lnTo>
                  <a:pt x="41817" y="75121"/>
                </a:lnTo>
                <a:cubicBezTo>
                  <a:pt x="41767" y="75047"/>
                  <a:pt x="41743" y="74997"/>
                  <a:pt x="41668" y="74947"/>
                </a:cubicBezTo>
                <a:cubicBezTo>
                  <a:pt x="41618" y="74897"/>
                  <a:pt x="41543" y="74823"/>
                  <a:pt x="41519" y="74773"/>
                </a:cubicBezTo>
                <a:close/>
                <a:moveTo>
                  <a:pt x="42415" y="74997"/>
                </a:moveTo>
                <a:lnTo>
                  <a:pt x="42415" y="74997"/>
                </a:lnTo>
                <a:cubicBezTo>
                  <a:pt x="42440" y="75022"/>
                  <a:pt x="42489" y="75022"/>
                  <a:pt x="42514" y="75047"/>
                </a:cubicBezTo>
                <a:cubicBezTo>
                  <a:pt x="42539" y="75071"/>
                  <a:pt x="42564" y="75146"/>
                  <a:pt x="42564" y="75171"/>
                </a:cubicBezTo>
                <a:cubicBezTo>
                  <a:pt x="42539" y="75146"/>
                  <a:pt x="42514" y="75146"/>
                  <a:pt x="42489" y="75121"/>
                </a:cubicBezTo>
                <a:cubicBezTo>
                  <a:pt x="42440" y="75071"/>
                  <a:pt x="42415" y="75022"/>
                  <a:pt x="42415" y="74997"/>
                </a:cubicBezTo>
                <a:close/>
                <a:moveTo>
                  <a:pt x="45128" y="72433"/>
                </a:moveTo>
                <a:cubicBezTo>
                  <a:pt x="45178" y="72433"/>
                  <a:pt x="45252" y="72458"/>
                  <a:pt x="45302" y="72458"/>
                </a:cubicBezTo>
                <a:cubicBezTo>
                  <a:pt x="45327" y="73055"/>
                  <a:pt x="45302" y="73653"/>
                  <a:pt x="45202" y="74200"/>
                </a:cubicBezTo>
                <a:cubicBezTo>
                  <a:pt x="45078" y="74449"/>
                  <a:pt x="45003" y="74698"/>
                  <a:pt x="44879" y="74997"/>
                </a:cubicBezTo>
                <a:cubicBezTo>
                  <a:pt x="44729" y="75022"/>
                  <a:pt x="44605" y="75071"/>
                  <a:pt x="44481" y="75171"/>
                </a:cubicBezTo>
                <a:cubicBezTo>
                  <a:pt x="44605" y="74275"/>
                  <a:pt x="44804" y="73379"/>
                  <a:pt x="45103" y="72433"/>
                </a:cubicBezTo>
                <a:close/>
                <a:moveTo>
                  <a:pt x="44729" y="75246"/>
                </a:moveTo>
                <a:cubicBezTo>
                  <a:pt x="44729" y="75246"/>
                  <a:pt x="44729" y="75270"/>
                  <a:pt x="44681" y="75271"/>
                </a:cubicBezTo>
                <a:lnTo>
                  <a:pt x="44681" y="75271"/>
                </a:lnTo>
                <a:cubicBezTo>
                  <a:pt x="44698" y="75262"/>
                  <a:pt x="44714" y="75253"/>
                  <a:pt x="44729" y="75246"/>
                </a:cubicBezTo>
                <a:close/>
                <a:moveTo>
                  <a:pt x="44868" y="72496"/>
                </a:moveTo>
                <a:cubicBezTo>
                  <a:pt x="44599" y="73453"/>
                  <a:pt x="44379" y="74386"/>
                  <a:pt x="44257" y="75271"/>
                </a:cubicBezTo>
                <a:cubicBezTo>
                  <a:pt x="44232" y="75271"/>
                  <a:pt x="44232" y="75295"/>
                  <a:pt x="44182" y="75295"/>
                </a:cubicBezTo>
                <a:cubicBezTo>
                  <a:pt x="44306" y="74399"/>
                  <a:pt x="44530" y="73454"/>
                  <a:pt x="44804" y="72508"/>
                </a:cubicBezTo>
                <a:cubicBezTo>
                  <a:pt x="44835" y="72508"/>
                  <a:pt x="44857" y="72508"/>
                  <a:pt x="44868" y="72496"/>
                </a:cubicBezTo>
                <a:close/>
                <a:moveTo>
                  <a:pt x="42198" y="75129"/>
                </a:moveTo>
                <a:cubicBezTo>
                  <a:pt x="42249" y="75166"/>
                  <a:pt x="42313" y="75194"/>
                  <a:pt x="42365" y="75246"/>
                </a:cubicBezTo>
                <a:cubicBezTo>
                  <a:pt x="42390" y="75271"/>
                  <a:pt x="42390" y="75295"/>
                  <a:pt x="42415" y="75320"/>
                </a:cubicBezTo>
                <a:cubicBezTo>
                  <a:pt x="42315" y="75271"/>
                  <a:pt x="42265" y="75246"/>
                  <a:pt x="42240" y="75171"/>
                </a:cubicBezTo>
                <a:lnTo>
                  <a:pt x="42198" y="75129"/>
                </a:lnTo>
                <a:close/>
                <a:moveTo>
                  <a:pt x="3161" y="63298"/>
                </a:moveTo>
                <a:lnTo>
                  <a:pt x="3161" y="63422"/>
                </a:lnTo>
                <a:cubicBezTo>
                  <a:pt x="2664" y="65364"/>
                  <a:pt x="2290" y="67305"/>
                  <a:pt x="2066" y="69147"/>
                </a:cubicBezTo>
                <a:cubicBezTo>
                  <a:pt x="1469" y="71263"/>
                  <a:pt x="996" y="73379"/>
                  <a:pt x="697" y="75395"/>
                </a:cubicBezTo>
                <a:cubicBezTo>
                  <a:pt x="797" y="74175"/>
                  <a:pt x="946" y="72906"/>
                  <a:pt x="1170" y="71562"/>
                </a:cubicBezTo>
                <a:cubicBezTo>
                  <a:pt x="1618" y="68824"/>
                  <a:pt x="2290" y="66061"/>
                  <a:pt x="3161" y="63298"/>
                </a:cubicBezTo>
                <a:close/>
                <a:moveTo>
                  <a:pt x="9683" y="71188"/>
                </a:moveTo>
                <a:cubicBezTo>
                  <a:pt x="9708" y="71263"/>
                  <a:pt x="9708" y="71313"/>
                  <a:pt x="9757" y="71388"/>
                </a:cubicBezTo>
                <a:cubicBezTo>
                  <a:pt x="9807" y="71587"/>
                  <a:pt x="9882" y="71786"/>
                  <a:pt x="9932" y="71960"/>
                </a:cubicBezTo>
                <a:cubicBezTo>
                  <a:pt x="9957" y="72060"/>
                  <a:pt x="10006" y="72159"/>
                  <a:pt x="10031" y="72209"/>
                </a:cubicBezTo>
                <a:cubicBezTo>
                  <a:pt x="10056" y="72309"/>
                  <a:pt x="10081" y="72408"/>
                  <a:pt x="10131" y="72458"/>
                </a:cubicBezTo>
                <a:cubicBezTo>
                  <a:pt x="10181" y="72657"/>
                  <a:pt x="10280" y="72831"/>
                  <a:pt x="10330" y="73030"/>
                </a:cubicBezTo>
                <a:cubicBezTo>
                  <a:pt x="10380" y="73130"/>
                  <a:pt x="10430" y="73254"/>
                  <a:pt x="10454" y="73329"/>
                </a:cubicBezTo>
                <a:cubicBezTo>
                  <a:pt x="10454" y="73379"/>
                  <a:pt x="10504" y="73404"/>
                  <a:pt x="10504" y="73429"/>
                </a:cubicBezTo>
                <a:cubicBezTo>
                  <a:pt x="10529" y="73528"/>
                  <a:pt x="10579" y="73578"/>
                  <a:pt x="10629" y="73678"/>
                </a:cubicBezTo>
                <a:lnTo>
                  <a:pt x="10902" y="74250"/>
                </a:lnTo>
                <a:lnTo>
                  <a:pt x="11002" y="74424"/>
                </a:lnTo>
                <a:cubicBezTo>
                  <a:pt x="11052" y="74549"/>
                  <a:pt x="11126" y="74648"/>
                  <a:pt x="11176" y="74773"/>
                </a:cubicBezTo>
                <a:cubicBezTo>
                  <a:pt x="11251" y="74897"/>
                  <a:pt x="11326" y="75022"/>
                  <a:pt x="11400" y="75121"/>
                </a:cubicBezTo>
                <a:cubicBezTo>
                  <a:pt x="11450" y="75196"/>
                  <a:pt x="11525" y="75320"/>
                  <a:pt x="11624" y="75420"/>
                </a:cubicBezTo>
                <a:lnTo>
                  <a:pt x="11649" y="75445"/>
                </a:lnTo>
                <a:cubicBezTo>
                  <a:pt x="10380" y="74549"/>
                  <a:pt x="9210" y="73553"/>
                  <a:pt x="8164" y="72508"/>
                </a:cubicBezTo>
                <a:cubicBezTo>
                  <a:pt x="8214" y="72508"/>
                  <a:pt x="8264" y="72408"/>
                  <a:pt x="8289" y="72309"/>
                </a:cubicBezTo>
                <a:cubicBezTo>
                  <a:pt x="8388" y="72209"/>
                  <a:pt x="8463" y="72159"/>
                  <a:pt x="8563" y="72060"/>
                </a:cubicBezTo>
                <a:cubicBezTo>
                  <a:pt x="8687" y="71960"/>
                  <a:pt x="8812" y="71885"/>
                  <a:pt x="8936" y="71736"/>
                </a:cubicBezTo>
                <a:cubicBezTo>
                  <a:pt x="9085" y="71612"/>
                  <a:pt x="9210" y="71537"/>
                  <a:pt x="9384" y="71413"/>
                </a:cubicBezTo>
                <a:cubicBezTo>
                  <a:pt x="9459" y="71338"/>
                  <a:pt x="9558" y="71263"/>
                  <a:pt x="9683" y="71188"/>
                </a:cubicBezTo>
                <a:close/>
                <a:moveTo>
                  <a:pt x="44680" y="75271"/>
                </a:moveTo>
                <a:lnTo>
                  <a:pt x="44680" y="75295"/>
                </a:lnTo>
                <a:lnTo>
                  <a:pt x="44406" y="75495"/>
                </a:lnTo>
                <a:lnTo>
                  <a:pt x="44406" y="75445"/>
                </a:lnTo>
                <a:lnTo>
                  <a:pt x="44406" y="75420"/>
                </a:lnTo>
                <a:cubicBezTo>
                  <a:pt x="44489" y="75378"/>
                  <a:pt x="44591" y="75319"/>
                  <a:pt x="44680" y="75271"/>
                </a:cubicBezTo>
                <a:close/>
                <a:moveTo>
                  <a:pt x="41917" y="75271"/>
                </a:moveTo>
                <a:cubicBezTo>
                  <a:pt x="42016" y="75271"/>
                  <a:pt x="42041" y="75295"/>
                  <a:pt x="42066" y="75370"/>
                </a:cubicBezTo>
                <a:cubicBezTo>
                  <a:pt x="42116" y="75395"/>
                  <a:pt x="42116" y="75395"/>
                  <a:pt x="42116" y="75420"/>
                </a:cubicBezTo>
                <a:cubicBezTo>
                  <a:pt x="42166" y="75470"/>
                  <a:pt x="42191" y="75544"/>
                  <a:pt x="42265" y="75619"/>
                </a:cubicBezTo>
                <a:cubicBezTo>
                  <a:pt x="42191" y="75569"/>
                  <a:pt x="42166" y="75520"/>
                  <a:pt x="42116" y="75445"/>
                </a:cubicBezTo>
                <a:lnTo>
                  <a:pt x="42041" y="75395"/>
                </a:lnTo>
                <a:lnTo>
                  <a:pt x="41917" y="75271"/>
                </a:lnTo>
                <a:close/>
                <a:moveTo>
                  <a:pt x="44232" y="75520"/>
                </a:moveTo>
                <a:lnTo>
                  <a:pt x="44232" y="75544"/>
                </a:lnTo>
                <a:lnTo>
                  <a:pt x="44232" y="75569"/>
                </a:lnTo>
                <a:cubicBezTo>
                  <a:pt x="44182" y="75569"/>
                  <a:pt x="44157" y="75619"/>
                  <a:pt x="44157" y="75619"/>
                </a:cubicBezTo>
                <a:lnTo>
                  <a:pt x="44157" y="75569"/>
                </a:lnTo>
                <a:lnTo>
                  <a:pt x="44157" y="75544"/>
                </a:lnTo>
                <a:cubicBezTo>
                  <a:pt x="44182" y="75544"/>
                  <a:pt x="44182" y="75520"/>
                  <a:pt x="44232" y="75520"/>
                </a:cubicBezTo>
                <a:close/>
                <a:moveTo>
                  <a:pt x="44630" y="72533"/>
                </a:moveTo>
                <a:cubicBezTo>
                  <a:pt x="44331" y="73528"/>
                  <a:pt x="44132" y="74449"/>
                  <a:pt x="44008" y="75395"/>
                </a:cubicBezTo>
                <a:cubicBezTo>
                  <a:pt x="43858" y="75495"/>
                  <a:pt x="43684" y="75569"/>
                  <a:pt x="43535" y="75644"/>
                </a:cubicBezTo>
                <a:cubicBezTo>
                  <a:pt x="43261" y="75395"/>
                  <a:pt x="42987" y="75171"/>
                  <a:pt x="42664" y="74922"/>
                </a:cubicBezTo>
                <a:cubicBezTo>
                  <a:pt x="42614" y="74823"/>
                  <a:pt x="42564" y="74773"/>
                  <a:pt x="42514" y="74673"/>
                </a:cubicBezTo>
                <a:cubicBezTo>
                  <a:pt x="42440" y="74549"/>
                  <a:pt x="42365" y="74449"/>
                  <a:pt x="42290" y="74325"/>
                </a:cubicBezTo>
                <a:lnTo>
                  <a:pt x="41743" y="73503"/>
                </a:lnTo>
                <a:cubicBezTo>
                  <a:pt x="41668" y="73429"/>
                  <a:pt x="41643" y="73379"/>
                  <a:pt x="41593" y="73304"/>
                </a:cubicBezTo>
                <a:cubicBezTo>
                  <a:pt x="41668" y="73205"/>
                  <a:pt x="41693" y="73130"/>
                  <a:pt x="41767" y="73055"/>
                </a:cubicBezTo>
                <a:cubicBezTo>
                  <a:pt x="42688" y="72956"/>
                  <a:pt x="43659" y="72782"/>
                  <a:pt x="44630" y="72533"/>
                </a:cubicBezTo>
                <a:close/>
                <a:moveTo>
                  <a:pt x="42688" y="75520"/>
                </a:moveTo>
                <a:lnTo>
                  <a:pt x="42788" y="75619"/>
                </a:lnTo>
                <a:cubicBezTo>
                  <a:pt x="42805" y="75636"/>
                  <a:pt x="42822" y="75664"/>
                  <a:pt x="42831" y="75696"/>
                </a:cubicBezTo>
                <a:lnTo>
                  <a:pt x="42831" y="75696"/>
                </a:lnTo>
                <a:cubicBezTo>
                  <a:pt x="42818" y="75687"/>
                  <a:pt x="42800" y="75681"/>
                  <a:pt x="42788" y="75669"/>
                </a:cubicBezTo>
                <a:cubicBezTo>
                  <a:pt x="42763" y="75619"/>
                  <a:pt x="42738" y="75569"/>
                  <a:pt x="42688" y="75520"/>
                </a:cubicBezTo>
                <a:close/>
                <a:moveTo>
                  <a:pt x="57075" y="67206"/>
                </a:moveTo>
                <a:cubicBezTo>
                  <a:pt x="57100" y="67231"/>
                  <a:pt x="57125" y="67256"/>
                  <a:pt x="57200" y="67305"/>
                </a:cubicBezTo>
                <a:cubicBezTo>
                  <a:pt x="57324" y="67355"/>
                  <a:pt x="57424" y="67455"/>
                  <a:pt x="57548" y="67530"/>
                </a:cubicBezTo>
                <a:cubicBezTo>
                  <a:pt x="57623" y="67579"/>
                  <a:pt x="57723" y="67654"/>
                  <a:pt x="57822" y="67729"/>
                </a:cubicBezTo>
                <a:cubicBezTo>
                  <a:pt x="57922" y="67803"/>
                  <a:pt x="57972" y="67853"/>
                  <a:pt x="58071" y="67928"/>
                </a:cubicBezTo>
                <a:cubicBezTo>
                  <a:pt x="58196" y="68002"/>
                  <a:pt x="58320" y="68102"/>
                  <a:pt x="58469" y="68226"/>
                </a:cubicBezTo>
                <a:cubicBezTo>
                  <a:pt x="58494" y="68251"/>
                  <a:pt x="58544" y="68301"/>
                  <a:pt x="58594" y="68326"/>
                </a:cubicBezTo>
                <a:cubicBezTo>
                  <a:pt x="59440" y="68998"/>
                  <a:pt x="60361" y="69819"/>
                  <a:pt x="61307" y="70765"/>
                </a:cubicBezTo>
                <a:cubicBezTo>
                  <a:pt x="61431" y="70890"/>
                  <a:pt x="61556" y="70964"/>
                  <a:pt x="61680" y="71089"/>
                </a:cubicBezTo>
                <a:lnTo>
                  <a:pt x="61879" y="71313"/>
                </a:lnTo>
                <a:lnTo>
                  <a:pt x="62303" y="71711"/>
                </a:lnTo>
                <a:cubicBezTo>
                  <a:pt x="62128" y="71811"/>
                  <a:pt x="61979" y="71935"/>
                  <a:pt x="61830" y="72035"/>
                </a:cubicBezTo>
                <a:cubicBezTo>
                  <a:pt x="61705" y="72134"/>
                  <a:pt x="61581" y="72184"/>
                  <a:pt x="61456" y="72284"/>
                </a:cubicBezTo>
                <a:cubicBezTo>
                  <a:pt x="61257" y="72408"/>
                  <a:pt x="61083" y="72533"/>
                  <a:pt x="60859" y="72657"/>
                </a:cubicBezTo>
                <a:lnTo>
                  <a:pt x="60585" y="72831"/>
                </a:lnTo>
                <a:cubicBezTo>
                  <a:pt x="60560" y="72856"/>
                  <a:pt x="60535" y="72906"/>
                  <a:pt x="60461" y="72906"/>
                </a:cubicBezTo>
                <a:cubicBezTo>
                  <a:pt x="60286" y="73030"/>
                  <a:pt x="60087" y="73105"/>
                  <a:pt x="59913" y="73230"/>
                </a:cubicBezTo>
                <a:cubicBezTo>
                  <a:pt x="59814" y="73304"/>
                  <a:pt x="59714" y="73354"/>
                  <a:pt x="59614" y="73404"/>
                </a:cubicBezTo>
                <a:cubicBezTo>
                  <a:pt x="59589" y="73429"/>
                  <a:pt x="59540" y="73454"/>
                  <a:pt x="59490" y="73478"/>
                </a:cubicBezTo>
                <a:cubicBezTo>
                  <a:pt x="59341" y="73578"/>
                  <a:pt x="59166" y="73678"/>
                  <a:pt x="58992" y="73777"/>
                </a:cubicBezTo>
                <a:cubicBezTo>
                  <a:pt x="58942" y="73802"/>
                  <a:pt x="58843" y="73877"/>
                  <a:pt x="58793" y="73902"/>
                </a:cubicBezTo>
                <a:cubicBezTo>
                  <a:pt x="58718" y="73926"/>
                  <a:pt x="58619" y="74001"/>
                  <a:pt x="58569" y="74026"/>
                </a:cubicBezTo>
                <a:cubicBezTo>
                  <a:pt x="58420" y="74126"/>
                  <a:pt x="58245" y="74175"/>
                  <a:pt x="58096" y="74275"/>
                </a:cubicBezTo>
                <a:cubicBezTo>
                  <a:pt x="57947" y="74375"/>
                  <a:pt x="57797" y="74424"/>
                  <a:pt x="57623" y="74524"/>
                </a:cubicBezTo>
                <a:cubicBezTo>
                  <a:pt x="57474" y="74574"/>
                  <a:pt x="57349" y="74673"/>
                  <a:pt x="57200" y="74748"/>
                </a:cubicBezTo>
                <a:cubicBezTo>
                  <a:pt x="57175" y="74773"/>
                  <a:pt x="57125" y="74773"/>
                  <a:pt x="57100" y="74798"/>
                </a:cubicBezTo>
                <a:cubicBezTo>
                  <a:pt x="56976" y="74847"/>
                  <a:pt x="56827" y="74922"/>
                  <a:pt x="56702" y="74997"/>
                </a:cubicBezTo>
                <a:cubicBezTo>
                  <a:pt x="56578" y="75047"/>
                  <a:pt x="56428" y="75121"/>
                  <a:pt x="56304" y="75171"/>
                </a:cubicBezTo>
                <a:cubicBezTo>
                  <a:pt x="56105" y="75271"/>
                  <a:pt x="55955" y="75320"/>
                  <a:pt x="55756" y="75420"/>
                </a:cubicBezTo>
                <a:cubicBezTo>
                  <a:pt x="55632" y="75470"/>
                  <a:pt x="55507" y="75520"/>
                  <a:pt x="55383" y="75569"/>
                </a:cubicBezTo>
                <a:cubicBezTo>
                  <a:pt x="55258" y="75644"/>
                  <a:pt x="55134" y="75669"/>
                  <a:pt x="55059" y="75744"/>
                </a:cubicBezTo>
                <a:cubicBezTo>
                  <a:pt x="54686" y="74872"/>
                  <a:pt x="54313" y="74051"/>
                  <a:pt x="53989" y="73304"/>
                </a:cubicBezTo>
                <a:cubicBezTo>
                  <a:pt x="53964" y="73205"/>
                  <a:pt x="53889" y="73130"/>
                  <a:pt x="53865" y="73030"/>
                </a:cubicBezTo>
                <a:cubicBezTo>
                  <a:pt x="53740" y="72757"/>
                  <a:pt x="53641" y="72458"/>
                  <a:pt x="53566" y="72184"/>
                </a:cubicBezTo>
                <a:cubicBezTo>
                  <a:pt x="53491" y="72010"/>
                  <a:pt x="53392" y="71811"/>
                  <a:pt x="53342" y="71637"/>
                </a:cubicBezTo>
                <a:lnTo>
                  <a:pt x="53143" y="70964"/>
                </a:lnTo>
                <a:cubicBezTo>
                  <a:pt x="53093" y="70790"/>
                  <a:pt x="53018" y="70566"/>
                  <a:pt x="52968" y="70392"/>
                </a:cubicBezTo>
                <a:cubicBezTo>
                  <a:pt x="53441" y="70043"/>
                  <a:pt x="53889" y="69695"/>
                  <a:pt x="54337" y="69347"/>
                </a:cubicBezTo>
                <a:lnTo>
                  <a:pt x="54711" y="69073"/>
                </a:lnTo>
                <a:cubicBezTo>
                  <a:pt x="54761" y="69023"/>
                  <a:pt x="54835" y="68973"/>
                  <a:pt x="54935" y="68923"/>
                </a:cubicBezTo>
                <a:lnTo>
                  <a:pt x="55383" y="68550"/>
                </a:lnTo>
                <a:cubicBezTo>
                  <a:pt x="55607" y="68401"/>
                  <a:pt x="55831" y="68202"/>
                  <a:pt x="56005" y="68052"/>
                </a:cubicBezTo>
                <a:cubicBezTo>
                  <a:pt x="56179" y="67928"/>
                  <a:pt x="56354" y="67803"/>
                  <a:pt x="56503" y="67654"/>
                </a:cubicBezTo>
                <a:cubicBezTo>
                  <a:pt x="56603" y="67554"/>
                  <a:pt x="56702" y="67480"/>
                  <a:pt x="56827" y="67380"/>
                </a:cubicBezTo>
                <a:cubicBezTo>
                  <a:pt x="56926" y="67330"/>
                  <a:pt x="56976" y="67256"/>
                  <a:pt x="57075" y="67206"/>
                </a:cubicBezTo>
                <a:close/>
                <a:moveTo>
                  <a:pt x="42912" y="75320"/>
                </a:moveTo>
                <a:lnTo>
                  <a:pt x="43385" y="75694"/>
                </a:lnTo>
                <a:cubicBezTo>
                  <a:pt x="43360" y="75768"/>
                  <a:pt x="43311" y="75768"/>
                  <a:pt x="43311" y="75768"/>
                </a:cubicBezTo>
                <a:cubicBezTo>
                  <a:pt x="43186" y="75669"/>
                  <a:pt x="43112" y="75569"/>
                  <a:pt x="42987" y="75495"/>
                </a:cubicBezTo>
                <a:cubicBezTo>
                  <a:pt x="42937" y="75420"/>
                  <a:pt x="42912" y="75395"/>
                  <a:pt x="42912" y="75320"/>
                </a:cubicBezTo>
                <a:close/>
                <a:moveTo>
                  <a:pt x="52844" y="70516"/>
                </a:moveTo>
                <a:cubicBezTo>
                  <a:pt x="52869" y="70641"/>
                  <a:pt x="52944" y="70790"/>
                  <a:pt x="52968" y="70915"/>
                </a:cubicBezTo>
                <a:cubicBezTo>
                  <a:pt x="53018" y="71164"/>
                  <a:pt x="53093" y="71388"/>
                  <a:pt x="53192" y="71661"/>
                </a:cubicBezTo>
                <a:cubicBezTo>
                  <a:pt x="53217" y="71786"/>
                  <a:pt x="53267" y="71935"/>
                  <a:pt x="53342" y="72060"/>
                </a:cubicBezTo>
                <a:cubicBezTo>
                  <a:pt x="53740" y="73205"/>
                  <a:pt x="54263" y="74449"/>
                  <a:pt x="54885" y="75793"/>
                </a:cubicBezTo>
                <a:lnTo>
                  <a:pt x="54835" y="75793"/>
                </a:lnTo>
                <a:cubicBezTo>
                  <a:pt x="54437" y="74922"/>
                  <a:pt x="54064" y="74126"/>
                  <a:pt x="53740" y="73329"/>
                </a:cubicBezTo>
                <a:cubicBezTo>
                  <a:pt x="53715" y="73279"/>
                  <a:pt x="53690" y="73180"/>
                  <a:pt x="53641" y="73130"/>
                </a:cubicBezTo>
                <a:cubicBezTo>
                  <a:pt x="53516" y="72806"/>
                  <a:pt x="53441" y="72533"/>
                  <a:pt x="53317" y="72259"/>
                </a:cubicBezTo>
                <a:cubicBezTo>
                  <a:pt x="53242" y="72060"/>
                  <a:pt x="53143" y="71885"/>
                  <a:pt x="53118" y="71686"/>
                </a:cubicBezTo>
                <a:cubicBezTo>
                  <a:pt x="53068" y="71462"/>
                  <a:pt x="52993" y="71263"/>
                  <a:pt x="52944" y="71064"/>
                </a:cubicBezTo>
                <a:cubicBezTo>
                  <a:pt x="52869" y="70890"/>
                  <a:pt x="52819" y="70691"/>
                  <a:pt x="52769" y="70541"/>
                </a:cubicBezTo>
                <a:lnTo>
                  <a:pt x="52844" y="70516"/>
                </a:lnTo>
                <a:close/>
                <a:moveTo>
                  <a:pt x="43983" y="75669"/>
                </a:moveTo>
                <a:lnTo>
                  <a:pt x="43983" y="75694"/>
                </a:lnTo>
                <a:lnTo>
                  <a:pt x="43983" y="75744"/>
                </a:lnTo>
                <a:cubicBezTo>
                  <a:pt x="43883" y="75768"/>
                  <a:pt x="43809" y="75793"/>
                  <a:pt x="43759" y="75818"/>
                </a:cubicBezTo>
                <a:lnTo>
                  <a:pt x="43734" y="75793"/>
                </a:lnTo>
                <a:cubicBezTo>
                  <a:pt x="43809" y="75768"/>
                  <a:pt x="43883" y="75694"/>
                  <a:pt x="43983" y="75669"/>
                </a:cubicBezTo>
                <a:close/>
                <a:moveTo>
                  <a:pt x="62477" y="71836"/>
                </a:moveTo>
                <a:lnTo>
                  <a:pt x="62527" y="71885"/>
                </a:lnTo>
                <a:lnTo>
                  <a:pt x="62552" y="71910"/>
                </a:lnTo>
                <a:cubicBezTo>
                  <a:pt x="62427" y="72010"/>
                  <a:pt x="62328" y="72060"/>
                  <a:pt x="62203" y="72159"/>
                </a:cubicBezTo>
                <a:cubicBezTo>
                  <a:pt x="62054" y="72284"/>
                  <a:pt x="61855" y="72358"/>
                  <a:pt x="61705" y="72508"/>
                </a:cubicBezTo>
                <a:cubicBezTo>
                  <a:pt x="61581" y="72582"/>
                  <a:pt x="61431" y="72682"/>
                  <a:pt x="61307" y="72782"/>
                </a:cubicBezTo>
                <a:lnTo>
                  <a:pt x="60734" y="73155"/>
                </a:lnTo>
                <a:cubicBezTo>
                  <a:pt x="60660" y="73205"/>
                  <a:pt x="60535" y="73279"/>
                  <a:pt x="60436" y="73329"/>
                </a:cubicBezTo>
                <a:cubicBezTo>
                  <a:pt x="60311" y="73404"/>
                  <a:pt x="60187" y="73478"/>
                  <a:pt x="60062" y="73553"/>
                </a:cubicBezTo>
                <a:lnTo>
                  <a:pt x="59789" y="73727"/>
                </a:lnTo>
                <a:cubicBezTo>
                  <a:pt x="59689" y="73777"/>
                  <a:pt x="59614" y="73827"/>
                  <a:pt x="59540" y="73852"/>
                </a:cubicBezTo>
                <a:cubicBezTo>
                  <a:pt x="59291" y="74026"/>
                  <a:pt x="59042" y="74151"/>
                  <a:pt x="58818" y="74275"/>
                </a:cubicBezTo>
                <a:lnTo>
                  <a:pt x="58619" y="74375"/>
                </a:lnTo>
                <a:cubicBezTo>
                  <a:pt x="58594" y="74375"/>
                  <a:pt x="58594" y="74399"/>
                  <a:pt x="58569" y="74399"/>
                </a:cubicBezTo>
                <a:cubicBezTo>
                  <a:pt x="58494" y="74424"/>
                  <a:pt x="58469" y="74449"/>
                  <a:pt x="58420" y="74499"/>
                </a:cubicBezTo>
                <a:lnTo>
                  <a:pt x="58046" y="74673"/>
                </a:lnTo>
                <a:lnTo>
                  <a:pt x="57847" y="74773"/>
                </a:lnTo>
                <a:cubicBezTo>
                  <a:pt x="57797" y="74798"/>
                  <a:pt x="57748" y="74823"/>
                  <a:pt x="57698" y="74823"/>
                </a:cubicBezTo>
                <a:cubicBezTo>
                  <a:pt x="57449" y="74947"/>
                  <a:pt x="57175" y="75071"/>
                  <a:pt x="56926" y="75196"/>
                </a:cubicBezTo>
                <a:cubicBezTo>
                  <a:pt x="56926" y="75196"/>
                  <a:pt x="56876" y="75196"/>
                  <a:pt x="56876" y="75221"/>
                </a:cubicBezTo>
                <a:cubicBezTo>
                  <a:pt x="56354" y="75470"/>
                  <a:pt x="55831" y="75694"/>
                  <a:pt x="55333" y="75918"/>
                </a:cubicBezTo>
                <a:cubicBezTo>
                  <a:pt x="55209" y="75893"/>
                  <a:pt x="55184" y="75893"/>
                  <a:pt x="55184" y="75893"/>
                </a:cubicBezTo>
                <a:cubicBezTo>
                  <a:pt x="55184" y="75893"/>
                  <a:pt x="55184" y="75868"/>
                  <a:pt x="55134" y="75868"/>
                </a:cubicBezTo>
                <a:lnTo>
                  <a:pt x="55134" y="75818"/>
                </a:lnTo>
                <a:cubicBezTo>
                  <a:pt x="55308" y="75768"/>
                  <a:pt x="55458" y="75694"/>
                  <a:pt x="55632" y="75644"/>
                </a:cubicBezTo>
                <a:cubicBezTo>
                  <a:pt x="55731" y="75619"/>
                  <a:pt x="55806" y="75569"/>
                  <a:pt x="55881" y="75544"/>
                </a:cubicBezTo>
                <a:cubicBezTo>
                  <a:pt x="55931" y="75544"/>
                  <a:pt x="55955" y="75520"/>
                  <a:pt x="55980" y="75495"/>
                </a:cubicBezTo>
                <a:cubicBezTo>
                  <a:pt x="56055" y="75445"/>
                  <a:pt x="56130" y="75420"/>
                  <a:pt x="56204" y="75395"/>
                </a:cubicBezTo>
                <a:cubicBezTo>
                  <a:pt x="56229" y="75395"/>
                  <a:pt x="56254" y="75370"/>
                  <a:pt x="56304" y="75370"/>
                </a:cubicBezTo>
                <a:lnTo>
                  <a:pt x="56478" y="75271"/>
                </a:lnTo>
                <a:lnTo>
                  <a:pt x="56503" y="75271"/>
                </a:lnTo>
                <a:cubicBezTo>
                  <a:pt x="56603" y="75246"/>
                  <a:pt x="56702" y="75171"/>
                  <a:pt x="56827" y="75146"/>
                </a:cubicBezTo>
                <a:cubicBezTo>
                  <a:pt x="56876" y="75121"/>
                  <a:pt x="56926" y="75121"/>
                  <a:pt x="56976" y="75071"/>
                </a:cubicBezTo>
                <a:cubicBezTo>
                  <a:pt x="57075" y="75047"/>
                  <a:pt x="57125" y="74997"/>
                  <a:pt x="57225" y="74947"/>
                </a:cubicBezTo>
                <a:cubicBezTo>
                  <a:pt x="57250" y="74922"/>
                  <a:pt x="57324" y="74922"/>
                  <a:pt x="57349" y="74897"/>
                </a:cubicBezTo>
                <a:cubicBezTo>
                  <a:pt x="57374" y="74897"/>
                  <a:pt x="57374" y="74872"/>
                  <a:pt x="57424" y="74872"/>
                </a:cubicBezTo>
                <a:lnTo>
                  <a:pt x="57449" y="74872"/>
                </a:lnTo>
                <a:lnTo>
                  <a:pt x="57822" y="74673"/>
                </a:lnTo>
                <a:cubicBezTo>
                  <a:pt x="57972" y="74574"/>
                  <a:pt x="58121" y="74524"/>
                  <a:pt x="58320" y="74424"/>
                </a:cubicBezTo>
                <a:lnTo>
                  <a:pt x="58345" y="74424"/>
                </a:lnTo>
                <a:cubicBezTo>
                  <a:pt x="58494" y="74325"/>
                  <a:pt x="58669" y="74275"/>
                  <a:pt x="58818" y="74175"/>
                </a:cubicBezTo>
                <a:cubicBezTo>
                  <a:pt x="58942" y="74126"/>
                  <a:pt x="59067" y="74051"/>
                  <a:pt x="59191" y="73951"/>
                </a:cubicBezTo>
                <a:cubicBezTo>
                  <a:pt x="59191" y="73951"/>
                  <a:pt x="59216" y="73951"/>
                  <a:pt x="59216" y="73926"/>
                </a:cubicBezTo>
                <a:lnTo>
                  <a:pt x="59241" y="73926"/>
                </a:lnTo>
                <a:cubicBezTo>
                  <a:pt x="59440" y="73827"/>
                  <a:pt x="59614" y="73752"/>
                  <a:pt x="59789" y="73628"/>
                </a:cubicBezTo>
                <a:cubicBezTo>
                  <a:pt x="59838" y="73578"/>
                  <a:pt x="59913" y="73553"/>
                  <a:pt x="59963" y="73503"/>
                </a:cubicBezTo>
                <a:cubicBezTo>
                  <a:pt x="60038" y="73454"/>
                  <a:pt x="60062" y="73429"/>
                  <a:pt x="60112" y="73404"/>
                </a:cubicBezTo>
                <a:cubicBezTo>
                  <a:pt x="60336" y="73279"/>
                  <a:pt x="60535" y="73155"/>
                  <a:pt x="60734" y="73030"/>
                </a:cubicBezTo>
                <a:cubicBezTo>
                  <a:pt x="60784" y="73006"/>
                  <a:pt x="60809" y="73006"/>
                  <a:pt x="60834" y="72956"/>
                </a:cubicBezTo>
                <a:cubicBezTo>
                  <a:pt x="60859" y="72931"/>
                  <a:pt x="60934" y="72906"/>
                  <a:pt x="60959" y="72881"/>
                </a:cubicBezTo>
                <a:cubicBezTo>
                  <a:pt x="60959" y="72881"/>
                  <a:pt x="60983" y="72881"/>
                  <a:pt x="60983" y="72831"/>
                </a:cubicBezTo>
                <a:cubicBezTo>
                  <a:pt x="61207" y="72682"/>
                  <a:pt x="61456" y="72533"/>
                  <a:pt x="61680" y="72383"/>
                </a:cubicBezTo>
                <a:cubicBezTo>
                  <a:pt x="61705" y="72383"/>
                  <a:pt x="61705" y="72333"/>
                  <a:pt x="61730" y="72333"/>
                </a:cubicBezTo>
                <a:cubicBezTo>
                  <a:pt x="61780" y="72309"/>
                  <a:pt x="61830" y="72284"/>
                  <a:pt x="61855" y="72259"/>
                </a:cubicBezTo>
                <a:cubicBezTo>
                  <a:pt x="62079" y="72134"/>
                  <a:pt x="62278" y="71960"/>
                  <a:pt x="62477" y="71836"/>
                </a:cubicBezTo>
                <a:close/>
                <a:moveTo>
                  <a:pt x="43535" y="75893"/>
                </a:moveTo>
                <a:lnTo>
                  <a:pt x="43560" y="75918"/>
                </a:lnTo>
                <a:lnTo>
                  <a:pt x="43609" y="75943"/>
                </a:lnTo>
                <a:cubicBezTo>
                  <a:pt x="43560" y="75943"/>
                  <a:pt x="43560" y="75992"/>
                  <a:pt x="43535" y="75992"/>
                </a:cubicBezTo>
                <a:lnTo>
                  <a:pt x="43485" y="75918"/>
                </a:lnTo>
                <a:cubicBezTo>
                  <a:pt x="43510" y="75918"/>
                  <a:pt x="43510" y="75893"/>
                  <a:pt x="43535" y="75893"/>
                </a:cubicBezTo>
                <a:close/>
                <a:moveTo>
                  <a:pt x="54960" y="75943"/>
                </a:moveTo>
                <a:lnTo>
                  <a:pt x="54960" y="75992"/>
                </a:lnTo>
                <a:cubicBezTo>
                  <a:pt x="54972" y="75968"/>
                  <a:pt x="54978" y="75955"/>
                  <a:pt x="54982" y="75955"/>
                </a:cubicBezTo>
                <a:cubicBezTo>
                  <a:pt x="54985" y="75955"/>
                  <a:pt x="54985" y="75968"/>
                  <a:pt x="54985" y="75992"/>
                </a:cubicBezTo>
                <a:cubicBezTo>
                  <a:pt x="54960" y="75992"/>
                  <a:pt x="54960" y="76017"/>
                  <a:pt x="54935" y="76017"/>
                </a:cubicBezTo>
                <a:cubicBezTo>
                  <a:pt x="54935" y="76017"/>
                  <a:pt x="54935" y="75992"/>
                  <a:pt x="54885" y="75992"/>
                </a:cubicBezTo>
                <a:lnTo>
                  <a:pt x="54885" y="75943"/>
                </a:lnTo>
                <a:close/>
                <a:moveTo>
                  <a:pt x="9832" y="71064"/>
                </a:moveTo>
                <a:cubicBezTo>
                  <a:pt x="9932" y="71288"/>
                  <a:pt x="10006" y="71512"/>
                  <a:pt x="10056" y="71711"/>
                </a:cubicBezTo>
                <a:cubicBezTo>
                  <a:pt x="10081" y="71786"/>
                  <a:pt x="10131" y="71836"/>
                  <a:pt x="10131" y="71935"/>
                </a:cubicBezTo>
                <a:cubicBezTo>
                  <a:pt x="10156" y="71985"/>
                  <a:pt x="10156" y="72060"/>
                  <a:pt x="10181" y="72085"/>
                </a:cubicBezTo>
                <a:cubicBezTo>
                  <a:pt x="10206" y="72159"/>
                  <a:pt x="10206" y="72209"/>
                  <a:pt x="10255" y="72284"/>
                </a:cubicBezTo>
                <a:lnTo>
                  <a:pt x="10330" y="72557"/>
                </a:lnTo>
                <a:cubicBezTo>
                  <a:pt x="10405" y="72682"/>
                  <a:pt x="10454" y="72806"/>
                  <a:pt x="10504" y="72956"/>
                </a:cubicBezTo>
                <a:cubicBezTo>
                  <a:pt x="10504" y="72981"/>
                  <a:pt x="10504" y="72981"/>
                  <a:pt x="10529" y="73030"/>
                </a:cubicBezTo>
                <a:cubicBezTo>
                  <a:pt x="10554" y="73080"/>
                  <a:pt x="10579" y="73180"/>
                  <a:pt x="10629" y="73230"/>
                </a:cubicBezTo>
                <a:cubicBezTo>
                  <a:pt x="10629" y="73279"/>
                  <a:pt x="10654" y="73304"/>
                  <a:pt x="10654" y="73304"/>
                </a:cubicBezTo>
                <a:cubicBezTo>
                  <a:pt x="10654" y="73329"/>
                  <a:pt x="10678" y="73329"/>
                  <a:pt x="10678" y="73354"/>
                </a:cubicBezTo>
                <a:cubicBezTo>
                  <a:pt x="10728" y="73478"/>
                  <a:pt x="10803" y="73653"/>
                  <a:pt x="10853" y="73777"/>
                </a:cubicBezTo>
                <a:lnTo>
                  <a:pt x="11052" y="74151"/>
                </a:lnTo>
                <a:cubicBezTo>
                  <a:pt x="11052" y="74175"/>
                  <a:pt x="11077" y="74175"/>
                  <a:pt x="11077" y="74200"/>
                </a:cubicBezTo>
                <a:cubicBezTo>
                  <a:pt x="11102" y="74225"/>
                  <a:pt x="11102" y="74275"/>
                  <a:pt x="11151" y="74300"/>
                </a:cubicBezTo>
                <a:cubicBezTo>
                  <a:pt x="11176" y="74350"/>
                  <a:pt x="11226" y="74449"/>
                  <a:pt x="11276" y="74524"/>
                </a:cubicBezTo>
                <a:cubicBezTo>
                  <a:pt x="11326" y="74648"/>
                  <a:pt x="11400" y="74773"/>
                  <a:pt x="11475" y="74847"/>
                </a:cubicBezTo>
                <a:cubicBezTo>
                  <a:pt x="11525" y="74922"/>
                  <a:pt x="11575" y="75022"/>
                  <a:pt x="11649" y="75071"/>
                </a:cubicBezTo>
                <a:cubicBezTo>
                  <a:pt x="11674" y="75146"/>
                  <a:pt x="11724" y="75196"/>
                  <a:pt x="11774" y="75295"/>
                </a:cubicBezTo>
                <a:cubicBezTo>
                  <a:pt x="11799" y="75345"/>
                  <a:pt x="11823" y="75395"/>
                  <a:pt x="11848" y="75445"/>
                </a:cubicBezTo>
                <a:cubicBezTo>
                  <a:pt x="11898" y="75470"/>
                  <a:pt x="11923" y="75544"/>
                  <a:pt x="11948" y="75569"/>
                </a:cubicBezTo>
                <a:cubicBezTo>
                  <a:pt x="12047" y="75694"/>
                  <a:pt x="12147" y="75793"/>
                  <a:pt x="12222" y="75918"/>
                </a:cubicBezTo>
                <a:lnTo>
                  <a:pt x="12271" y="75943"/>
                </a:lnTo>
                <a:cubicBezTo>
                  <a:pt x="12296" y="75968"/>
                  <a:pt x="12296" y="76017"/>
                  <a:pt x="12321" y="76042"/>
                </a:cubicBezTo>
                <a:cubicBezTo>
                  <a:pt x="12296" y="76017"/>
                  <a:pt x="12271" y="76017"/>
                  <a:pt x="12222" y="75968"/>
                </a:cubicBezTo>
                <a:cubicBezTo>
                  <a:pt x="12197" y="75943"/>
                  <a:pt x="12172" y="75943"/>
                  <a:pt x="12147" y="75918"/>
                </a:cubicBezTo>
                <a:cubicBezTo>
                  <a:pt x="12122" y="75843"/>
                  <a:pt x="12047" y="75793"/>
                  <a:pt x="12023" y="75768"/>
                </a:cubicBezTo>
                <a:cubicBezTo>
                  <a:pt x="11948" y="75669"/>
                  <a:pt x="11898" y="75594"/>
                  <a:pt x="11823" y="75520"/>
                </a:cubicBezTo>
                <a:cubicBezTo>
                  <a:pt x="11774" y="75420"/>
                  <a:pt x="11699" y="75320"/>
                  <a:pt x="11599" y="75196"/>
                </a:cubicBezTo>
                <a:cubicBezTo>
                  <a:pt x="11525" y="75071"/>
                  <a:pt x="11450" y="74947"/>
                  <a:pt x="11400" y="74823"/>
                </a:cubicBezTo>
                <a:cubicBezTo>
                  <a:pt x="11326" y="74723"/>
                  <a:pt x="11276" y="74648"/>
                  <a:pt x="11201" y="74524"/>
                </a:cubicBezTo>
                <a:cubicBezTo>
                  <a:pt x="11176" y="74449"/>
                  <a:pt x="11126" y="74350"/>
                  <a:pt x="11077" y="74300"/>
                </a:cubicBezTo>
                <a:cubicBezTo>
                  <a:pt x="10977" y="74151"/>
                  <a:pt x="10927" y="73976"/>
                  <a:pt x="10828" y="73827"/>
                </a:cubicBezTo>
                <a:cubicBezTo>
                  <a:pt x="10728" y="73678"/>
                  <a:pt x="10654" y="73478"/>
                  <a:pt x="10579" y="73329"/>
                </a:cubicBezTo>
                <a:cubicBezTo>
                  <a:pt x="10554" y="73304"/>
                  <a:pt x="10554" y="73230"/>
                  <a:pt x="10529" y="73205"/>
                </a:cubicBezTo>
                <a:cubicBezTo>
                  <a:pt x="10454" y="73055"/>
                  <a:pt x="10405" y="72931"/>
                  <a:pt x="10330" y="72782"/>
                </a:cubicBezTo>
                <a:cubicBezTo>
                  <a:pt x="10280" y="72607"/>
                  <a:pt x="10206" y="72433"/>
                  <a:pt x="10156" y="72284"/>
                </a:cubicBezTo>
                <a:cubicBezTo>
                  <a:pt x="10131" y="72209"/>
                  <a:pt x="10081" y="72159"/>
                  <a:pt x="10081" y="72060"/>
                </a:cubicBezTo>
                <a:cubicBezTo>
                  <a:pt x="10031" y="71910"/>
                  <a:pt x="10006" y="71736"/>
                  <a:pt x="9932" y="71612"/>
                </a:cubicBezTo>
                <a:cubicBezTo>
                  <a:pt x="9932" y="71437"/>
                  <a:pt x="9882" y="71288"/>
                  <a:pt x="9832" y="71064"/>
                </a:cubicBezTo>
                <a:close/>
                <a:moveTo>
                  <a:pt x="43261" y="76017"/>
                </a:moveTo>
                <a:lnTo>
                  <a:pt x="43261" y="76017"/>
                </a:lnTo>
                <a:cubicBezTo>
                  <a:pt x="43286" y="76017"/>
                  <a:pt x="43311" y="76017"/>
                  <a:pt x="43311" y="76042"/>
                </a:cubicBezTo>
                <a:cubicBezTo>
                  <a:pt x="43286" y="76017"/>
                  <a:pt x="43286" y="76017"/>
                  <a:pt x="43261" y="76017"/>
                </a:cubicBezTo>
                <a:close/>
                <a:moveTo>
                  <a:pt x="8090" y="72757"/>
                </a:moveTo>
                <a:cubicBezTo>
                  <a:pt x="9285" y="73951"/>
                  <a:pt x="10579" y="75047"/>
                  <a:pt x="12023" y="76017"/>
                </a:cubicBezTo>
                <a:cubicBezTo>
                  <a:pt x="12047" y="76067"/>
                  <a:pt x="12122" y="76142"/>
                  <a:pt x="12147" y="76167"/>
                </a:cubicBezTo>
                <a:cubicBezTo>
                  <a:pt x="10654" y="75146"/>
                  <a:pt x="9285" y="74026"/>
                  <a:pt x="8065" y="72806"/>
                </a:cubicBezTo>
                <a:cubicBezTo>
                  <a:pt x="8065" y="72782"/>
                  <a:pt x="8090" y="72782"/>
                  <a:pt x="8090" y="72757"/>
                </a:cubicBezTo>
                <a:close/>
                <a:moveTo>
                  <a:pt x="43062" y="76142"/>
                </a:moveTo>
                <a:lnTo>
                  <a:pt x="43062" y="76167"/>
                </a:lnTo>
                <a:lnTo>
                  <a:pt x="43037" y="76167"/>
                </a:lnTo>
                <a:cubicBezTo>
                  <a:pt x="43037" y="76167"/>
                  <a:pt x="43062" y="76167"/>
                  <a:pt x="43062" y="76142"/>
                </a:cubicBezTo>
                <a:close/>
                <a:moveTo>
                  <a:pt x="43097" y="76156"/>
                </a:moveTo>
                <a:cubicBezTo>
                  <a:pt x="43112" y="76156"/>
                  <a:pt x="43112" y="76167"/>
                  <a:pt x="43112" y="76167"/>
                </a:cubicBezTo>
                <a:lnTo>
                  <a:pt x="43062" y="76167"/>
                </a:lnTo>
                <a:cubicBezTo>
                  <a:pt x="43078" y="76158"/>
                  <a:pt x="43089" y="76156"/>
                  <a:pt x="43097" y="76156"/>
                </a:cubicBezTo>
                <a:close/>
                <a:moveTo>
                  <a:pt x="44182" y="75818"/>
                </a:moveTo>
                <a:cubicBezTo>
                  <a:pt x="44182" y="75943"/>
                  <a:pt x="44157" y="76067"/>
                  <a:pt x="44157" y="76192"/>
                </a:cubicBezTo>
                <a:lnTo>
                  <a:pt x="44107" y="76142"/>
                </a:lnTo>
                <a:cubicBezTo>
                  <a:pt x="44107" y="76042"/>
                  <a:pt x="44132" y="75943"/>
                  <a:pt x="44132" y="75868"/>
                </a:cubicBezTo>
                <a:cubicBezTo>
                  <a:pt x="44157" y="75868"/>
                  <a:pt x="44157" y="75818"/>
                  <a:pt x="44182" y="75818"/>
                </a:cubicBezTo>
                <a:close/>
                <a:moveTo>
                  <a:pt x="44555" y="75619"/>
                </a:moveTo>
                <a:cubicBezTo>
                  <a:pt x="44481" y="75818"/>
                  <a:pt x="44381" y="76042"/>
                  <a:pt x="44306" y="76266"/>
                </a:cubicBezTo>
                <a:cubicBezTo>
                  <a:pt x="44356" y="76067"/>
                  <a:pt x="44356" y="75893"/>
                  <a:pt x="44381" y="75694"/>
                </a:cubicBezTo>
                <a:lnTo>
                  <a:pt x="44555" y="75619"/>
                </a:lnTo>
                <a:close/>
                <a:moveTo>
                  <a:pt x="45078" y="75541"/>
                </a:moveTo>
                <a:lnTo>
                  <a:pt x="44904" y="76017"/>
                </a:lnTo>
                <a:lnTo>
                  <a:pt x="44904" y="76042"/>
                </a:lnTo>
                <a:cubicBezTo>
                  <a:pt x="44879" y="76117"/>
                  <a:pt x="44854" y="76192"/>
                  <a:pt x="44804" y="76266"/>
                </a:cubicBezTo>
                <a:cubicBezTo>
                  <a:pt x="44804" y="76241"/>
                  <a:pt x="44829" y="76192"/>
                  <a:pt x="44829" y="76167"/>
                </a:cubicBezTo>
                <a:cubicBezTo>
                  <a:pt x="44879" y="76042"/>
                  <a:pt x="44929" y="75893"/>
                  <a:pt x="44978" y="75768"/>
                </a:cubicBezTo>
                <a:cubicBezTo>
                  <a:pt x="45007" y="75698"/>
                  <a:pt x="45043" y="75619"/>
                  <a:pt x="45078" y="75541"/>
                </a:cubicBezTo>
                <a:close/>
                <a:moveTo>
                  <a:pt x="42813" y="76241"/>
                </a:moveTo>
                <a:cubicBezTo>
                  <a:pt x="42813" y="76241"/>
                  <a:pt x="42813" y="76266"/>
                  <a:pt x="42862" y="76291"/>
                </a:cubicBezTo>
                <a:lnTo>
                  <a:pt x="42862" y="76291"/>
                </a:lnTo>
                <a:cubicBezTo>
                  <a:pt x="42838" y="76279"/>
                  <a:pt x="42838" y="76272"/>
                  <a:pt x="42844" y="76272"/>
                </a:cubicBezTo>
                <a:cubicBezTo>
                  <a:pt x="42850" y="76272"/>
                  <a:pt x="42863" y="76279"/>
                  <a:pt x="42863" y="76291"/>
                </a:cubicBezTo>
                <a:cubicBezTo>
                  <a:pt x="42813" y="76291"/>
                  <a:pt x="42813" y="76291"/>
                  <a:pt x="42813" y="76266"/>
                </a:cubicBezTo>
                <a:lnTo>
                  <a:pt x="42788" y="76241"/>
                </a:lnTo>
                <a:close/>
                <a:moveTo>
                  <a:pt x="43734" y="76042"/>
                </a:moveTo>
                <a:lnTo>
                  <a:pt x="43883" y="76192"/>
                </a:lnTo>
                <a:lnTo>
                  <a:pt x="43883" y="76291"/>
                </a:lnTo>
                <a:cubicBezTo>
                  <a:pt x="43809" y="76192"/>
                  <a:pt x="43759" y="76142"/>
                  <a:pt x="43659" y="76067"/>
                </a:cubicBezTo>
                <a:cubicBezTo>
                  <a:pt x="43684" y="76067"/>
                  <a:pt x="43684" y="76042"/>
                  <a:pt x="43734" y="76042"/>
                </a:cubicBezTo>
                <a:close/>
                <a:moveTo>
                  <a:pt x="44873" y="75437"/>
                </a:moveTo>
                <a:lnTo>
                  <a:pt x="44873" y="75437"/>
                </a:lnTo>
                <a:cubicBezTo>
                  <a:pt x="44750" y="75778"/>
                  <a:pt x="44627" y="76072"/>
                  <a:pt x="44481" y="76366"/>
                </a:cubicBezTo>
                <a:cubicBezTo>
                  <a:pt x="44605" y="76042"/>
                  <a:pt x="44729" y="75768"/>
                  <a:pt x="44854" y="75445"/>
                </a:cubicBezTo>
                <a:cubicBezTo>
                  <a:pt x="44854" y="75445"/>
                  <a:pt x="44865" y="75445"/>
                  <a:pt x="44873" y="75437"/>
                </a:cubicBezTo>
                <a:close/>
                <a:moveTo>
                  <a:pt x="44057" y="76391"/>
                </a:moveTo>
                <a:cubicBezTo>
                  <a:pt x="44107" y="76391"/>
                  <a:pt x="44107" y="76416"/>
                  <a:pt x="44132" y="76416"/>
                </a:cubicBezTo>
                <a:lnTo>
                  <a:pt x="44057" y="76416"/>
                </a:lnTo>
                <a:lnTo>
                  <a:pt x="44057" y="76391"/>
                </a:lnTo>
                <a:close/>
                <a:moveTo>
                  <a:pt x="52595" y="70641"/>
                </a:moveTo>
                <a:cubicBezTo>
                  <a:pt x="52645" y="70815"/>
                  <a:pt x="52720" y="71014"/>
                  <a:pt x="52744" y="71164"/>
                </a:cubicBezTo>
                <a:cubicBezTo>
                  <a:pt x="52819" y="71388"/>
                  <a:pt x="52869" y="71562"/>
                  <a:pt x="52944" y="71786"/>
                </a:cubicBezTo>
                <a:cubicBezTo>
                  <a:pt x="52993" y="72010"/>
                  <a:pt x="53093" y="72209"/>
                  <a:pt x="53143" y="72408"/>
                </a:cubicBezTo>
                <a:cubicBezTo>
                  <a:pt x="53242" y="72682"/>
                  <a:pt x="53342" y="72931"/>
                  <a:pt x="53466" y="73205"/>
                </a:cubicBezTo>
                <a:cubicBezTo>
                  <a:pt x="53516" y="73329"/>
                  <a:pt x="53591" y="73503"/>
                  <a:pt x="53641" y="73628"/>
                </a:cubicBezTo>
                <a:cubicBezTo>
                  <a:pt x="53815" y="74001"/>
                  <a:pt x="53964" y="74375"/>
                  <a:pt x="54138" y="74748"/>
                </a:cubicBezTo>
                <a:cubicBezTo>
                  <a:pt x="54138" y="74773"/>
                  <a:pt x="54188" y="74773"/>
                  <a:pt x="54188" y="74798"/>
                </a:cubicBezTo>
                <a:cubicBezTo>
                  <a:pt x="54337" y="75121"/>
                  <a:pt x="54487" y="75445"/>
                  <a:pt x="54636" y="75793"/>
                </a:cubicBezTo>
                <a:cubicBezTo>
                  <a:pt x="54611" y="75818"/>
                  <a:pt x="54537" y="75818"/>
                  <a:pt x="54512" y="75868"/>
                </a:cubicBezTo>
                <a:cubicBezTo>
                  <a:pt x="54337" y="75918"/>
                  <a:pt x="54188" y="75992"/>
                  <a:pt x="53989" y="76042"/>
                </a:cubicBezTo>
                <a:lnTo>
                  <a:pt x="53964" y="76042"/>
                </a:lnTo>
                <a:cubicBezTo>
                  <a:pt x="53840" y="76067"/>
                  <a:pt x="53740" y="76092"/>
                  <a:pt x="53616" y="76142"/>
                </a:cubicBezTo>
                <a:lnTo>
                  <a:pt x="53591" y="76142"/>
                </a:lnTo>
                <a:cubicBezTo>
                  <a:pt x="53392" y="76192"/>
                  <a:pt x="53242" y="76266"/>
                  <a:pt x="53068" y="76291"/>
                </a:cubicBezTo>
                <a:cubicBezTo>
                  <a:pt x="52968" y="76316"/>
                  <a:pt x="52844" y="76366"/>
                  <a:pt x="52744" y="76391"/>
                </a:cubicBezTo>
                <a:cubicBezTo>
                  <a:pt x="52720" y="76391"/>
                  <a:pt x="52695" y="76416"/>
                  <a:pt x="52645" y="76416"/>
                </a:cubicBezTo>
                <a:cubicBezTo>
                  <a:pt x="51326" y="75146"/>
                  <a:pt x="49957" y="74076"/>
                  <a:pt x="48588" y="73304"/>
                </a:cubicBezTo>
                <a:cubicBezTo>
                  <a:pt x="48737" y="73205"/>
                  <a:pt x="48886" y="73130"/>
                  <a:pt x="49036" y="73006"/>
                </a:cubicBezTo>
                <a:cubicBezTo>
                  <a:pt x="49285" y="72831"/>
                  <a:pt x="49509" y="72682"/>
                  <a:pt x="49758" y="72533"/>
                </a:cubicBezTo>
                <a:cubicBezTo>
                  <a:pt x="49957" y="72408"/>
                  <a:pt x="50106" y="72309"/>
                  <a:pt x="50280" y="72184"/>
                </a:cubicBezTo>
                <a:cubicBezTo>
                  <a:pt x="50380" y="72134"/>
                  <a:pt x="50504" y="72060"/>
                  <a:pt x="50604" y="72010"/>
                </a:cubicBezTo>
                <a:cubicBezTo>
                  <a:pt x="50703" y="71935"/>
                  <a:pt x="50828" y="71885"/>
                  <a:pt x="50902" y="71786"/>
                </a:cubicBezTo>
                <a:cubicBezTo>
                  <a:pt x="51151" y="71637"/>
                  <a:pt x="51400" y="71437"/>
                  <a:pt x="51624" y="71288"/>
                </a:cubicBezTo>
                <a:cubicBezTo>
                  <a:pt x="51948" y="71064"/>
                  <a:pt x="52272" y="70840"/>
                  <a:pt x="52595" y="70641"/>
                </a:cubicBezTo>
                <a:close/>
                <a:moveTo>
                  <a:pt x="106559" y="62726"/>
                </a:moveTo>
                <a:lnTo>
                  <a:pt x="106559" y="62726"/>
                </a:lnTo>
                <a:cubicBezTo>
                  <a:pt x="106360" y="63298"/>
                  <a:pt x="106136" y="63871"/>
                  <a:pt x="105887" y="64443"/>
                </a:cubicBezTo>
                <a:cubicBezTo>
                  <a:pt x="105887" y="64468"/>
                  <a:pt x="105862" y="64493"/>
                  <a:pt x="105862" y="64543"/>
                </a:cubicBezTo>
                <a:cubicBezTo>
                  <a:pt x="105638" y="65065"/>
                  <a:pt x="105389" y="65613"/>
                  <a:pt x="105140" y="66161"/>
                </a:cubicBezTo>
                <a:lnTo>
                  <a:pt x="105041" y="66335"/>
                </a:lnTo>
                <a:cubicBezTo>
                  <a:pt x="104792" y="66857"/>
                  <a:pt x="104543" y="67355"/>
                  <a:pt x="104294" y="67903"/>
                </a:cubicBezTo>
                <a:lnTo>
                  <a:pt x="104194" y="68077"/>
                </a:lnTo>
                <a:cubicBezTo>
                  <a:pt x="104194" y="68077"/>
                  <a:pt x="104194" y="68102"/>
                  <a:pt x="104169" y="68102"/>
                </a:cubicBezTo>
                <a:cubicBezTo>
                  <a:pt x="104020" y="68401"/>
                  <a:pt x="103871" y="68699"/>
                  <a:pt x="103697" y="69023"/>
                </a:cubicBezTo>
                <a:cubicBezTo>
                  <a:pt x="103522" y="69396"/>
                  <a:pt x="103323" y="69720"/>
                  <a:pt x="103124" y="70093"/>
                </a:cubicBezTo>
                <a:cubicBezTo>
                  <a:pt x="103024" y="70292"/>
                  <a:pt x="102900" y="70467"/>
                  <a:pt x="102800" y="70666"/>
                </a:cubicBezTo>
                <a:cubicBezTo>
                  <a:pt x="102776" y="70765"/>
                  <a:pt x="102701" y="70815"/>
                  <a:pt x="102676" y="70915"/>
                </a:cubicBezTo>
                <a:cubicBezTo>
                  <a:pt x="102502" y="71213"/>
                  <a:pt x="102303" y="71562"/>
                  <a:pt x="102128" y="71885"/>
                </a:cubicBezTo>
                <a:cubicBezTo>
                  <a:pt x="101929" y="72209"/>
                  <a:pt x="101705" y="72557"/>
                  <a:pt x="101531" y="72881"/>
                </a:cubicBezTo>
                <a:cubicBezTo>
                  <a:pt x="101382" y="73130"/>
                  <a:pt x="101257" y="73329"/>
                  <a:pt x="101108" y="73553"/>
                </a:cubicBezTo>
                <a:cubicBezTo>
                  <a:pt x="100834" y="73951"/>
                  <a:pt x="100585" y="74375"/>
                  <a:pt x="100311" y="74773"/>
                </a:cubicBezTo>
                <a:cubicBezTo>
                  <a:pt x="100286" y="74823"/>
                  <a:pt x="100262" y="74897"/>
                  <a:pt x="100187" y="74922"/>
                </a:cubicBezTo>
                <a:cubicBezTo>
                  <a:pt x="99888" y="75445"/>
                  <a:pt x="99540" y="75943"/>
                  <a:pt x="99166" y="76440"/>
                </a:cubicBezTo>
                <a:cubicBezTo>
                  <a:pt x="98171" y="75022"/>
                  <a:pt x="96777" y="73304"/>
                  <a:pt x="94960" y="71437"/>
                </a:cubicBezTo>
                <a:cubicBezTo>
                  <a:pt x="97076" y="68799"/>
                  <a:pt x="99042" y="66086"/>
                  <a:pt x="100834" y="63373"/>
                </a:cubicBezTo>
                <a:lnTo>
                  <a:pt x="100959" y="63373"/>
                </a:lnTo>
                <a:cubicBezTo>
                  <a:pt x="102950" y="63373"/>
                  <a:pt x="104866" y="63174"/>
                  <a:pt x="106559" y="62726"/>
                </a:cubicBezTo>
                <a:close/>
                <a:moveTo>
                  <a:pt x="42968" y="76453"/>
                </a:moveTo>
                <a:cubicBezTo>
                  <a:pt x="42975" y="76453"/>
                  <a:pt x="42987" y="76465"/>
                  <a:pt x="42987" y="76490"/>
                </a:cubicBezTo>
                <a:cubicBezTo>
                  <a:pt x="42962" y="76465"/>
                  <a:pt x="42962" y="76453"/>
                  <a:pt x="42968" y="76453"/>
                </a:cubicBezTo>
                <a:close/>
                <a:moveTo>
                  <a:pt x="86547" y="64343"/>
                </a:moveTo>
                <a:cubicBezTo>
                  <a:pt x="88837" y="66210"/>
                  <a:pt x="91052" y="68177"/>
                  <a:pt x="93043" y="70093"/>
                </a:cubicBezTo>
                <a:cubicBezTo>
                  <a:pt x="91799" y="72284"/>
                  <a:pt x="90305" y="74424"/>
                  <a:pt x="88662" y="76515"/>
                </a:cubicBezTo>
                <a:cubicBezTo>
                  <a:pt x="86123" y="74922"/>
                  <a:pt x="83485" y="73030"/>
                  <a:pt x="80871" y="70940"/>
                </a:cubicBezTo>
                <a:cubicBezTo>
                  <a:pt x="82863" y="68799"/>
                  <a:pt x="84754" y="66584"/>
                  <a:pt x="86547" y="64343"/>
                </a:cubicBezTo>
                <a:close/>
                <a:moveTo>
                  <a:pt x="20137" y="66708"/>
                </a:moveTo>
                <a:cubicBezTo>
                  <a:pt x="20361" y="67480"/>
                  <a:pt x="20635" y="68202"/>
                  <a:pt x="20983" y="68849"/>
                </a:cubicBezTo>
                <a:cubicBezTo>
                  <a:pt x="20386" y="69969"/>
                  <a:pt x="19838" y="71089"/>
                  <a:pt x="19266" y="72234"/>
                </a:cubicBezTo>
                <a:cubicBezTo>
                  <a:pt x="19166" y="72309"/>
                  <a:pt x="19042" y="72333"/>
                  <a:pt x="18967" y="72408"/>
                </a:cubicBezTo>
                <a:lnTo>
                  <a:pt x="18594" y="72582"/>
                </a:lnTo>
                <a:cubicBezTo>
                  <a:pt x="18370" y="72707"/>
                  <a:pt x="18171" y="72806"/>
                  <a:pt x="17972" y="72931"/>
                </a:cubicBezTo>
                <a:cubicBezTo>
                  <a:pt x="17847" y="72981"/>
                  <a:pt x="17723" y="73080"/>
                  <a:pt x="17548" y="73155"/>
                </a:cubicBezTo>
                <a:cubicBezTo>
                  <a:pt x="17374" y="73279"/>
                  <a:pt x="17175" y="73354"/>
                  <a:pt x="17001" y="73478"/>
                </a:cubicBezTo>
                <a:cubicBezTo>
                  <a:pt x="16876" y="73578"/>
                  <a:pt x="16727" y="73678"/>
                  <a:pt x="16603" y="73727"/>
                </a:cubicBezTo>
                <a:cubicBezTo>
                  <a:pt x="16403" y="73852"/>
                  <a:pt x="16254" y="73976"/>
                  <a:pt x="16055" y="74076"/>
                </a:cubicBezTo>
                <a:cubicBezTo>
                  <a:pt x="15906" y="74175"/>
                  <a:pt x="15781" y="74275"/>
                  <a:pt x="15632" y="74399"/>
                </a:cubicBezTo>
                <a:cubicBezTo>
                  <a:pt x="15482" y="74524"/>
                  <a:pt x="15308" y="74648"/>
                  <a:pt x="15134" y="74773"/>
                </a:cubicBezTo>
                <a:cubicBezTo>
                  <a:pt x="14985" y="74897"/>
                  <a:pt x="14810" y="74972"/>
                  <a:pt x="14686" y="75096"/>
                </a:cubicBezTo>
                <a:lnTo>
                  <a:pt x="14238" y="75470"/>
                </a:lnTo>
                <a:cubicBezTo>
                  <a:pt x="14064" y="75594"/>
                  <a:pt x="13914" y="75719"/>
                  <a:pt x="13790" y="75843"/>
                </a:cubicBezTo>
                <a:cubicBezTo>
                  <a:pt x="13640" y="75968"/>
                  <a:pt x="13516" y="76092"/>
                  <a:pt x="13367" y="76266"/>
                </a:cubicBezTo>
                <a:cubicBezTo>
                  <a:pt x="13267" y="76341"/>
                  <a:pt x="13168" y="76440"/>
                  <a:pt x="13043" y="76540"/>
                </a:cubicBezTo>
                <a:cubicBezTo>
                  <a:pt x="13068" y="76515"/>
                  <a:pt x="13018" y="76440"/>
                  <a:pt x="12919" y="76416"/>
                </a:cubicBezTo>
                <a:cubicBezTo>
                  <a:pt x="12670" y="76142"/>
                  <a:pt x="12421" y="75818"/>
                  <a:pt x="12197" y="75520"/>
                </a:cubicBezTo>
                <a:cubicBezTo>
                  <a:pt x="12147" y="75420"/>
                  <a:pt x="12072" y="75345"/>
                  <a:pt x="12023" y="75271"/>
                </a:cubicBezTo>
                <a:cubicBezTo>
                  <a:pt x="11749" y="74897"/>
                  <a:pt x="11525" y="74474"/>
                  <a:pt x="11276" y="74051"/>
                </a:cubicBezTo>
                <a:cubicBezTo>
                  <a:pt x="11201" y="73951"/>
                  <a:pt x="11151" y="73827"/>
                  <a:pt x="11126" y="73702"/>
                </a:cubicBezTo>
                <a:cubicBezTo>
                  <a:pt x="10927" y="73354"/>
                  <a:pt x="10778" y="72981"/>
                  <a:pt x="10629" y="72607"/>
                </a:cubicBezTo>
                <a:cubicBezTo>
                  <a:pt x="10629" y="72582"/>
                  <a:pt x="10579" y="72557"/>
                  <a:pt x="10579" y="72533"/>
                </a:cubicBezTo>
                <a:cubicBezTo>
                  <a:pt x="10554" y="72433"/>
                  <a:pt x="10504" y="72309"/>
                  <a:pt x="10454" y="72209"/>
                </a:cubicBezTo>
                <a:cubicBezTo>
                  <a:pt x="10305" y="71786"/>
                  <a:pt x="10156" y="71338"/>
                  <a:pt x="10031" y="70865"/>
                </a:cubicBezTo>
                <a:cubicBezTo>
                  <a:pt x="10280" y="70691"/>
                  <a:pt x="10529" y="70541"/>
                  <a:pt x="10778" y="70367"/>
                </a:cubicBezTo>
                <a:cubicBezTo>
                  <a:pt x="11052" y="70193"/>
                  <a:pt x="11326" y="69994"/>
                  <a:pt x="11624" y="69844"/>
                </a:cubicBezTo>
                <a:cubicBezTo>
                  <a:pt x="11898" y="69695"/>
                  <a:pt x="12172" y="69546"/>
                  <a:pt x="12446" y="69421"/>
                </a:cubicBezTo>
                <a:cubicBezTo>
                  <a:pt x="12769" y="69247"/>
                  <a:pt x="13043" y="69073"/>
                  <a:pt x="13367" y="68923"/>
                </a:cubicBezTo>
                <a:lnTo>
                  <a:pt x="14188" y="68550"/>
                </a:lnTo>
                <a:cubicBezTo>
                  <a:pt x="14512" y="68376"/>
                  <a:pt x="14860" y="68226"/>
                  <a:pt x="15159" y="68102"/>
                </a:cubicBezTo>
                <a:cubicBezTo>
                  <a:pt x="15433" y="67978"/>
                  <a:pt x="15756" y="67878"/>
                  <a:pt x="16030" y="67803"/>
                </a:cubicBezTo>
                <a:cubicBezTo>
                  <a:pt x="16379" y="67679"/>
                  <a:pt x="16677" y="67554"/>
                  <a:pt x="17026" y="67455"/>
                </a:cubicBezTo>
                <a:cubicBezTo>
                  <a:pt x="17349" y="67355"/>
                  <a:pt x="17673" y="67256"/>
                  <a:pt x="17996" y="67181"/>
                </a:cubicBezTo>
                <a:cubicBezTo>
                  <a:pt x="18295" y="67081"/>
                  <a:pt x="18619" y="66982"/>
                  <a:pt x="18917" y="66932"/>
                </a:cubicBezTo>
                <a:cubicBezTo>
                  <a:pt x="19341" y="66833"/>
                  <a:pt x="19714" y="66758"/>
                  <a:pt x="20112" y="66708"/>
                </a:cubicBezTo>
                <a:close/>
                <a:moveTo>
                  <a:pt x="43383" y="76281"/>
                </a:moveTo>
                <a:cubicBezTo>
                  <a:pt x="43410" y="76293"/>
                  <a:pt x="43448" y="76297"/>
                  <a:pt x="43485" y="76316"/>
                </a:cubicBezTo>
                <a:lnTo>
                  <a:pt x="43510" y="76316"/>
                </a:lnTo>
                <a:cubicBezTo>
                  <a:pt x="43609" y="76391"/>
                  <a:pt x="43734" y="76440"/>
                  <a:pt x="43809" y="76515"/>
                </a:cubicBezTo>
                <a:cubicBezTo>
                  <a:pt x="43858" y="76515"/>
                  <a:pt x="43858" y="76540"/>
                  <a:pt x="43883" y="76540"/>
                </a:cubicBezTo>
                <a:lnTo>
                  <a:pt x="43858" y="76565"/>
                </a:lnTo>
                <a:cubicBezTo>
                  <a:pt x="43684" y="76515"/>
                  <a:pt x="43535" y="76416"/>
                  <a:pt x="43385" y="76316"/>
                </a:cubicBezTo>
                <a:lnTo>
                  <a:pt x="43385" y="76291"/>
                </a:lnTo>
                <a:cubicBezTo>
                  <a:pt x="43385" y="76291"/>
                  <a:pt x="43385" y="76286"/>
                  <a:pt x="43383" y="76281"/>
                </a:cubicBezTo>
                <a:close/>
                <a:moveTo>
                  <a:pt x="48388" y="73429"/>
                </a:moveTo>
                <a:cubicBezTo>
                  <a:pt x="49758" y="74200"/>
                  <a:pt x="51127" y="75246"/>
                  <a:pt x="52446" y="76565"/>
                </a:cubicBezTo>
                <a:cubicBezTo>
                  <a:pt x="52396" y="76565"/>
                  <a:pt x="52371" y="76565"/>
                  <a:pt x="52371" y="76615"/>
                </a:cubicBezTo>
                <a:cubicBezTo>
                  <a:pt x="51077" y="75271"/>
                  <a:pt x="49708" y="74200"/>
                  <a:pt x="48339" y="73454"/>
                </a:cubicBezTo>
                <a:cubicBezTo>
                  <a:pt x="48364" y="73454"/>
                  <a:pt x="48364" y="73429"/>
                  <a:pt x="48388" y="73429"/>
                </a:cubicBezTo>
                <a:close/>
                <a:moveTo>
                  <a:pt x="93192" y="70268"/>
                </a:moveTo>
                <a:lnTo>
                  <a:pt x="93217" y="70292"/>
                </a:lnTo>
                <a:cubicBezTo>
                  <a:pt x="91973" y="72433"/>
                  <a:pt x="90529" y="74574"/>
                  <a:pt x="88861" y="76640"/>
                </a:cubicBezTo>
                <a:cubicBezTo>
                  <a:pt x="88837" y="76640"/>
                  <a:pt x="88837" y="76615"/>
                  <a:pt x="88812" y="76615"/>
                </a:cubicBezTo>
                <a:cubicBezTo>
                  <a:pt x="90454" y="74524"/>
                  <a:pt x="91923" y="72408"/>
                  <a:pt x="93192" y="70268"/>
                </a:cubicBezTo>
                <a:close/>
                <a:moveTo>
                  <a:pt x="54711" y="75968"/>
                </a:moveTo>
                <a:lnTo>
                  <a:pt x="54711" y="76017"/>
                </a:lnTo>
                <a:lnTo>
                  <a:pt x="54711" y="76042"/>
                </a:lnTo>
                <a:lnTo>
                  <a:pt x="54661" y="76042"/>
                </a:lnTo>
                <a:cubicBezTo>
                  <a:pt x="54362" y="76167"/>
                  <a:pt x="54089" y="76266"/>
                  <a:pt x="53765" y="76341"/>
                </a:cubicBezTo>
                <a:lnTo>
                  <a:pt x="53715" y="76341"/>
                </a:lnTo>
                <a:cubicBezTo>
                  <a:pt x="53392" y="76440"/>
                  <a:pt x="53118" y="76540"/>
                  <a:pt x="52844" y="76640"/>
                </a:cubicBezTo>
                <a:lnTo>
                  <a:pt x="52794" y="76640"/>
                </a:lnTo>
                <a:cubicBezTo>
                  <a:pt x="52805" y="76661"/>
                  <a:pt x="52811" y="76668"/>
                  <a:pt x="52811" y="76668"/>
                </a:cubicBezTo>
                <a:cubicBezTo>
                  <a:pt x="52810" y="76668"/>
                  <a:pt x="52798" y="76654"/>
                  <a:pt x="52769" y="76640"/>
                </a:cubicBezTo>
                <a:cubicBezTo>
                  <a:pt x="52819" y="76640"/>
                  <a:pt x="52844" y="76615"/>
                  <a:pt x="52869" y="76615"/>
                </a:cubicBezTo>
                <a:cubicBezTo>
                  <a:pt x="52894" y="76615"/>
                  <a:pt x="52944" y="76615"/>
                  <a:pt x="52944" y="76565"/>
                </a:cubicBezTo>
                <a:lnTo>
                  <a:pt x="52993" y="76565"/>
                </a:lnTo>
                <a:cubicBezTo>
                  <a:pt x="53018" y="76565"/>
                  <a:pt x="53068" y="76540"/>
                  <a:pt x="53093" y="76540"/>
                </a:cubicBezTo>
                <a:cubicBezTo>
                  <a:pt x="53317" y="76465"/>
                  <a:pt x="53566" y="76391"/>
                  <a:pt x="53765" y="76316"/>
                </a:cubicBezTo>
                <a:cubicBezTo>
                  <a:pt x="53815" y="76316"/>
                  <a:pt x="53815" y="76316"/>
                  <a:pt x="53840" y="76291"/>
                </a:cubicBezTo>
                <a:cubicBezTo>
                  <a:pt x="53865" y="76291"/>
                  <a:pt x="53889" y="76266"/>
                  <a:pt x="53939" y="76266"/>
                </a:cubicBezTo>
                <a:cubicBezTo>
                  <a:pt x="53964" y="76266"/>
                  <a:pt x="53964" y="76266"/>
                  <a:pt x="53989" y="76241"/>
                </a:cubicBezTo>
                <a:lnTo>
                  <a:pt x="54014" y="76241"/>
                </a:lnTo>
                <a:cubicBezTo>
                  <a:pt x="54238" y="76167"/>
                  <a:pt x="54462" y="76067"/>
                  <a:pt x="54711" y="75968"/>
                </a:cubicBezTo>
                <a:close/>
                <a:moveTo>
                  <a:pt x="94835" y="71587"/>
                </a:moveTo>
                <a:cubicBezTo>
                  <a:pt x="96677" y="73503"/>
                  <a:pt x="98071" y="75196"/>
                  <a:pt x="99067" y="76640"/>
                </a:cubicBezTo>
                <a:cubicBezTo>
                  <a:pt x="99067" y="76665"/>
                  <a:pt x="99042" y="76665"/>
                  <a:pt x="99042" y="76689"/>
                </a:cubicBezTo>
                <a:cubicBezTo>
                  <a:pt x="98071" y="75271"/>
                  <a:pt x="96652" y="73553"/>
                  <a:pt x="94835" y="71661"/>
                </a:cubicBezTo>
                <a:lnTo>
                  <a:pt x="94835" y="71587"/>
                </a:lnTo>
                <a:close/>
                <a:moveTo>
                  <a:pt x="106883" y="62676"/>
                </a:moveTo>
                <a:cubicBezTo>
                  <a:pt x="105165" y="67231"/>
                  <a:pt x="102626" y="72035"/>
                  <a:pt x="99341" y="76689"/>
                </a:cubicBezTo>
                <a:lnTo>
                  <a:pt x="99316" y="76665"/>
                </a:lnTo>
                <a:cubicBezTo>
                  <a:pt x="99415" y="76490"/>
                  <a:pt x="99515" y="76316"/>
                  <a:pt x="99639" y="76167"/>
                </a:cubicBezTo>
                <a:cubicBezTo>
                  <a:pt x="100013" y="75644"/>
                  <a:pt x="100361" y="75121"/>
                  <a:pt x="100685" y="74574"/>
                </a:cubicBezTo>
                <a:cubicBezTo>
                  <a:pt x="100909" y="74275"/>
                  <a:pt x="101108" y="73951"/>
                  <a:pt x="101307" y="73628"/>
                </a:cubicBezTo>
                <a:cubicBezTo>
                  <a:pt x="101556" y="73205"/>
                  <a:pt x="101805" y="72782"/>
                  <a:pt x="102054" y="72383"/>
                </a:cubicBezTo>
                <a:lnTo>
                  <a:pt x="102527" y="71637"/>
                </a:lnTo>
                <a:cubicBezTo>
                  <a:pt x="103199" y="70467"/>
                  <a:pt x="103796" y="69322"/>
                  <a:pt x="104394" y="68177"/>
                </a:cubicBezTo>
                <a:cubicBezTo>
                  <a:pt x="104443" y="68027"/>
                  <a:pt x="104543" y="67853"/>
                  <a:pt x="104618" y="67729"/>
                </a:cubicBezTo>
                <a:cubicBezTo>
                  <a:pt x="104866" y="67231"/>
                  <a:pt x="105066" y="66733"/>
                  <a:pt x="105314" y="66285"/>
                </a:cubicBezTo>
                <a:cubicBezTo>
                  <a:pt x="105389" y="66161"/>
                  <a:pt x="105414" y="66061"/>
                  <a:pt x="105489" y="65936"/>
                </a:cubicBezTo>
                <a:cubicBezTo>
                  <a:pt x="105987" y="64841"/>
                  <a:pt x="106435" y="63746"/>
                  <a:pt x="106858" y="62676"/>
                </a:cubicBezTo>
                <a:close/>
                <a:moveTo>
                  <a:pt x="12570" y="76416"/>
                </a:moveTo>
                <a:cubicBezTo>
                  <a:pt x="12620" y="76440"/>
                  <a:pt x="12645" y="76440"/>
                  <a:pt x="12670" y="76465"/>
                </a:cubicBezTo>
                <a:cubicBezTo>
                  <a:pt x="12695" y="76515"/>
                  <a:pt x="12744" y="76515"/>
                  <a:pt x="12769" y="76540"/>
                </a:cubicBezTo>
                <a:cubicBezTo>
                  <a:pt x="12869" y="76615"/>
                  <a:pt x="12894" y="76665"/>
                  <a:pt x="12944" y="76714"/>
                </a:cubicBezTo>
                <a:cubicBezTo>
                  <a:pt x="12919" y="76689"/>
                  <a:pt x="12894" y="76689"/>
                  <a:pt x="12869" y="76665"/>
                </a:cubicBezTo>
                <a:cubicBezTo>
                  <a:pt x="12819" y="76640"/>
                  <a:pt x="12794" y="76640"/>
                  <a:pt x="12769" y="76615"/>
                </a:cubicBezTo>
                <a:lnTo>
                  <a:pt x="12744" y="76565"/>
                </a:lnTo>
                <a:lnTo>
                  <a:pt x="12570" y="76416"/>
                </a:lnTo>
                <a:close/>
                <a:moveTo>
                  <a:pt x="19166" y="72557"/>
                </a:moveTo>
                <a:cubicBezTo>
                  <a:pt x="19166" y="72582"/>
                  <a:pt x="19141" y="72582"/>
                  <a:pt x="19141" y="72632"/>
                </a:cubicBezTo>
                <a:cubicBezTo>
                  <a:pt x="19042" y="72657"/>
                  <a:pt x="18967" y="72707"/>
                  <a:pt x="18893" y="72757"/>
                </a:cubicBezTo>
                <a:cubicBezTo>
                  <a:pt x="18868" y="72782"/>
                  <a:pt x="18793" y="72782"/>
                  <a:pt x="18768" y="72806"/>
                </a:cubicBezTo>
                <a:cubicBezTo>
                  <a:pt x="18494" y="72956"/>
                  <a:pt x="18245" y="73080"/>
                  <a:pt x="17996" y="73254"/>
                </a:cubicBezTo>
                <a:cubicBezTo>
                  <a:pt x="17922" y="73279"/>
                  <a:pt x="17872" y="73304"/>
                  <a:pt x="17772" y="73379"/>
                </a:cubicBezTo>
                <a:cubicBezTo>
                  <a:pt x="17524" y="73528"/>
                  <a:pt x="17299" y="73653"/>
                  <a:pt x="17100" y="73802"/>
                </a:cubicBezTo>
                <a:lnTo>
                  <a:pt x="16802" y="74001"/>
                </a:lnTo>
                <a:cubicBezTo>
                  <a:pt x="16578" y="74126"/>
                  <a:pt x="16403" y="74275"/>
                  <a:pt x="16179" y="74424"/>
                </a:cubicBezTo>
                <a:cubicBezTo>
                  <a:pt x="16055" y="74524"/>
                  <a:pt x="15955" y="74574"/>
                  <a:pt x="15856" y="74673"/>
                </a:cubicBezTo>
                <a:cubicBezTo>
                  <a:pt x="15657" y="74798"/>
                  <a:pt x="15507" y="74947"/>
                  <a:pt x="15308" y="75071"/>
                </a:cubicBezTo>
                <a:cubicBezTo>
                  <a:pt x="15184" y="75171"/>
                  <a:pt x="15059" y="75271"/>
                  <a:pt x="14910" y="75395"/>
                </a:cubicBezTo>
                <a:lnTo>
                  <a:pt x="14437" y="75768"/>
                </a:lnTo>
                <a:cubicBezTo>
                  <a:pt x="14288" y="75893"/>
                  <a:pt x="14163" y="76017"/>
                  <a:pt x="14014" y="76142"/>
                </a:cubicBezTo>
                <a:cubicBezTo>
                  <a:pt x="13889" y="76266"/>
                  <a:pt x="13715" y="76391"/>
                  <a:pt x="13616" y="76515"/>
                </a:cubicBezTo>
                <a:cubicBezTo>
                  <a:pt x="13541" y="76565"/>
                  <a:pt x="13441" y="76640"/>
                  <a:pt x="13392" y="76714"/>
                </a:cubicBezTo>
                <a:lnTo>
                  <a:pt x="13367" y="76714"/>
                </a:lnTo>
                <a:cubicBezTo>
                  <a:pt x="13367" y="76714"/>
                  <a:pt x="13317" y="76714"/>
                  <a:pt x="13317" y="76689"/>
                </a:cubicBezTo>
                <a:cubicBezTo>
                  <a:pt x="13392" y="76640"/>
                  <a:pt x="13491" y="76565"/>
                  <a:pt x="13541" y="76465"/>
                </a:cubicBezTo>
                <a:cubicBezTo>
                  <a:pt x="13690" y="76366"/>
                  <a:pt x="13815" y="76216"/>
                  <a:pt x="13989" y="76067"/>
                </a:cubicBezTo>
                <a:cubicBezTo>
                  <a:pt x="14138" y="75943"/>
                  <a:pt x="14288" y="75818"/>
                  <a:pt x="14412" y="75694"/>
                </a:cubicBezTo>
                <a:cubicBezTo>
                  <a:pt x="14561" y="75569"/>
                  <a:pt x="14736" y="75445"/>
                  <a:pt x="14860" y="75320"/>
                </a:cubicBezTo>
                <a:cubicBezTo>
                  <a:pt x="15010" y="75196"/>
                  <a:pt x="15134" y="75121"/>
                  <a:pt x="15283" y="74997"/>
                </a:cubicBezTo>
                <a:cubicBezTo>
                  <a:pt x="15433" y="74847"/>
                  <a:pt x="15607" y="74723"/>
                  <a:pt x="15781" y="74623"/>
                </a:cubicBezTo>
                <a:cubicBezTo>
                  <a:pt x="15906" y="74524"/>
                  <a:pt x="16055" y="74424"/>
                  <a:pt x="16179" y="74325"/>
                </a:cubicBezTo>
                <a:cubicBezTo>
                  <a:pt x="16379" y="74200"/>
                  <a:pt x="16553" y="74076"/>
                  <a:pt x="16727" y="73951"/>
                </a:cubicBezTo>
                <a:cubicBezTo>
                  <a:pt x="16851" y="73877"/>
                  <a:pt x="16976" y="73802"/>
                  <a:pt x="17100" y="73752"/>
                </a:cubicBezTo>
                <a:cubicBezTo>
                  <a:pt x="17275" y="73628"/>
                  <a:pt x="17499" y="73503"/>
                  <a:pt x="17673" y="73379"/>
                </a:cubicBezTo>
                <a:cubicBezTo>
                  <a:pt x="17772" y="73304"/>
                  <a:pt x="17897" y="73254"/>
                  <a:pt x="17996" y="73180"/>
                </a:cubicBezTo>
                <a:cubicBezTo>
                  <a:pt x="18220" y="73055"/>
                  <a:pt x="18420" y="72931"/>
                  <a:pt x="18668" y="72806"/>
                </a:cubicBezTo>
                <a:cubicBezTo>
                  <a:pt x="18768" y="72757"/>
                  <a:pt x="18868" y="72707"/>
                  <a:pt x="18967" y="72682"/>
                </a:cubicBezTo>
                <a:cubicBezTo>
                  <a:pt x="19042" y="72582"/>
                  <a:pt x="19117" y="72557"/>
                  <a:pt x="19166" y="72557"/>
                </a:cubicBezTo>
                <a:close/>
                <a:moveTo>
                  <a:pt x="80747" y="71089"/>
                </a:moveTo>
                <a:cubicBezTo>
                  <a:pt x="83361" y="73155"/>
                  <a:pt x="85999" y="75047"/>
                  <a:pt x="88538" y="76665"/>
                </a:cubicBezTo>
                <a:cubicBezTo>
                  <a:pt x="88538" y="76689"/>
                  <a:pt x="88488" y="76689"/>
                  <a:pt x="88488" y="76714"/>
                </a:cubicBezTo>
                <a:cubicBezTo>
                  <a:pt x="85974" y="75121"/>
                  <a:pt x="83336" y="73205"/>
                  <a:pt x="80722" y="71139"/>
                </a:cubicBezTo>
                <a:lnTo>
                  <a:pt x="80747" y="71089"/>
                </a:lnTo>
                <a:close/>
                <a:moveTo>
                  <a:pt x="88687" y="76764"/>
                </a:moveTo>
                <a:cubicBezTo>
                  <a:pt x="88712" y="76764"/>
                  <a:pt x="88712" y="76789"/>
                  <a:pt x="88737" y="76789"/>
                </a:cubicBezTo>
                <a:cubicBezTo>
                  <a:pt x="88737" y="76814"/>
                  <a:pt x="88712" y="76814"/>
                  <a:pt x="88712" y="76864"/>
                </a:cubicBezTo>
                <a:cubicBezTo>
                  <a:pt x="88687" y="76864"/>
                  <a:pt x="88687" y="76814"/>
                  <a:pt x="88662" y="76814"/>
                </a:cubicBezTo>
                <a:cubicBezTo>
                  <a:pt x="88662" y="76789"/>
                  <a:pt x="88687" y="76789"/>
                  <a:pt x="88687" y="76764"/>
                </a:cubicBezTo>
                <a:close/>
                <a:moveTo>
                  <a:pt x="99191" y="76814"/>
                </a:moveTo>
                <a:cubicBezTo>
                  <a:pt x="99191" y="76814"/>
                  <a:pt x="99191" y="76864"/>
                  <a:pt x="99241" y="76864"/>
                </a:cubicBezTo>
                <a:cubicBezTo>
                  <a:pt x="99241" y="76864"/>
                  <a:pt x="99191" y="76889"/>
                  <a:pt x="99191" y="76913"/>
                </a:cubicBezTo>
                <a:lnTo>
                  <a:pt x="99166" y="76889"/>
                </a:lnTo>
                <a:cubicBezTo>
                  <a:pt x="99166" y="76839"/>
                  <a:pt x="99191" y="76839"/>
                  <a:pt x="99191" y="76814"/>
                </a:cubicBezTo>
                <a:close/>
                <a:moveTo>
                  <a:pt x="44033" y="76889"/>
                </a:moveTo>
                <a:cubicBezTo>
                  <a:pt x="44033" y="76889"/>
                  <a:pt x="44057" y="76889"/>
                  <a:pt x="44057" y="76913"/>
                </a:cubicBezTo>
                <a:cubicBezTo>
                  <a:pt x="44057" y="76938"/>
                  <a:pt x="44033" y="76988"/>
                  <a:pt x="44033" y="77013"/>
                </a:cubicBezTo>
                <a:lnTo>
                  <a:pt x="44033" y="76889"/>
                </a:lnTo>
                <a:close/>
                <a:moveTo>
                  <a:pt x="93392" y="70417"/>
                </a:moveTo>
                <a:cubicBezTo>
                  <a:pt x="93715" y="70765"/>
                  <a:pt x="94064" y="71089"/>
                  <a:pt x="94387" y="71437"/>
                </a:cubicBezTo>
                <a:cubicBezTo>
                  <a:pt x="93317" y="72757"/>
                  <a:pt x="92222" y="74076"/>
                  <a:pt x="91102" y="75370"/>
                </a:cubicBezTo>
                <a:cubicBezTo>
                  <a:pt x="91077" y="75395"/>
                  <a:pt x="91077" y="75420"/>
                  <a:pt x="91052" y="75420"/>
                </a:cubicBezTo>
                <a:cubicBezTo>
                  <a:pt x="90579" y="76017"/>
                  <a:pt x="90081" y="76565"/>
                  <a:pt x="89583" y="77113"/>
                </a:cubicBezTo>
                <a:lnTo>
                  <a:pt x="89036" y="76739"/>
                </a:lnTo>
                <a:cubicBezTo>
                  <a:pt x="90678" y="74648"/>
                  <a:pt x="92147" y="72533"/>
                  <a:pt x="93392" y="70417"/>
                </a:cubicBezTo>
                <a:close/>
                <a:moveTo>
                  <a:pt x="48214" y="73578"/>
                </a:moveTo>
                <a:cubicBezTo>
                  <a:pt x="49583" y="74325"/>
                  <a:pt x="50902" y="75345"/>
                  <a:pt x="52197" y="76640"/>
                </a:cubicBezTo>
                <a:cubicBezTo>
                  <a:pt x="52097" y="76665"/>
                  <a:pt x="51998" y="76665"/>
                  <a:pt x="51898" y="76689"/>
                </a:cubicBezTo>
                <a:cubicBezTo>
                  <a:pt x="51774" y="76714"/>
                  <a:pt x="51624" y="76764"/>
                  <a:pt x="51500" y="76789"/>
                </a:cubicBezTo>
                <a:cubicBezTo>
                  <a:pt x="51475" y="76789"/>
                  <a:pt x="51400" y="76814"/>
                  <a:pt x="51375" y="76814"/>
                </a:cubicBezTo>
                <a:cubicBezTo>
                  <a:pt x="51251" y="76864"/>
                  <a:pt x="51127" y="76864"/>
                  <a:pt x="51002" y="76889"/>
                </a:cubicBezTo>
                <a:cubicBezTo>
                  <a:pt x="50952" y="76889"/>
                  <a:pt x="50878" y="76913"/>
                  <a:pt x="50828" y="76913"/>
                </a:cubicBezTo>
                <a:cubicBezTo>
                  <a:pt x="50728" y="76938"/>
                  <a:pt x="50629" y="76938"/>
                  <a:pt x="50504" y="76988"/>
                </a:cubicBezTo>
                <a:cubicBezTo>
                  <a:pt x="50380" y="77013"/>
                  <a:pt x="50230" y="77013"/>
                  <a:pt x="50106" y="77038"/>
                </a:cubicBezTo>
                <a:lnTo>
                  <a:pt x="50006" y="77038"/>
                </a:lnTo>
                <a:cubicBezTo>
                  <a:pt x="49882" y="77063"/>
                  <a:pt x="49758" y="77063"/>
                  <a:pt x="49658" y="77088"/>
                </a:cubicBezTo>
                <a:cubicBezTo>
                  <a:pt x="49509" y="77137"/>
                  <a:pt x="49334" y="77137"/>
                  <a:pt x="49160" y="77137"/>
                </a:cubicBezTo>
                <a:lnTo>
                  <a:pt x="49061" y="77137"/>
                </a:lnTo>
                <a:cubicBezTo>
                  <a:pt x="49011" y="77137"/>
                  <a:pt x="48911" y="77137"/>
                  <a:pt x="48861" y="77162"/>
                </a:cubicBezTo>
                <a:cubicBezTo>
                  <a:pt x="48588" y="77162"/>
                  <a:pt x="48339" y="77187"/>
                  <a:pt x="48040" y="77187"/>
                </a:cubicBezTo>
                <a:cubicBezTo>
                  <a:pt x="47642" y="77187"/>
                  <a:pt x="47244" y="77162"/>
                  <a:pt x="46870" y="77137"/>
                </a:cubicBezTo>
                <a:cubicBezTo>
                  <a:pt x="46771" y="77137"/>
                  <a:pt x="46671" y="77113"/>
                  <a:pt x="46571" y="77113"/>
                </a:cubicBezTo>
                <a:cubicBezTo>
                  <a:pt x="46497" y="77113"/>
                  <a:pt x="46422" y="77063"/>
                  <a:pt x="46323" y="77063"/>
                </a:cubicBezTo>
                <a:cubicBezTo>
                  <a:pt x="46074" y="77038"/>
                  <a:pt x="45874" y="77013"/>
                  <a:pt x="45626" y="76938"/>
                </a:cubicBezTo>
                <a:cubicBezTo>
                  <a:pt x="45576" y="76938"/>
                  <a:pt x="45526" y="76913"/>
                  <a:pt x="45501" y="76913"/>
                </a:cubicBezTo>
                <a:cubicBezTo>
                  <a:pt x="45327" y="76889"/>
                  <a:pt x="45202" y="76814"/>
                  <a:pt x="45053" y="76789"/>
                </a:cubicBezTo>
                <a:cubicBezTo>
                  <a:pt x="45028" y="76789"/>
                  <a:pt x="45003" y="76764"/>
                  <a:pt x="44929" y="76764"/>
                </a:cubicBezTo>
                <a:cubicBezTo>
                  <a:pt x="44954" y="76640"/>
                  <a:pt x="45028" y="76490"/>
                  <a:pt x="45053" y="76366"/>
                </a:cubicBezTo>
                <a:cubicBezTo>
                  <a:pt x="45178" y="75893"/>
                  <a:pt x="45352" y="75495"/>
                  <a:pt x="45476" y="75146"/>
                </a:cubicBezTo>
                <a:cubicBezTo>
                  <a:pt x="45601" y="75071"/>
                  <a:pt x="45675" y="75022"/>
                  <a:pt x="45800" y="74947"/>
                </a:cubicBezTo>
                <a:lnTo>
                  <a:pt x="45999" y="74872"/>
                </a:lnTo>
                <a:cubicBezTo>
                  <a:pt x="46049" y="74823"/>
                  <a:pt x="46099" y="74798"/>
                  <a:pt x="46148" y="74773"/>
                </a:cubicBezTo>
                <a:cubicBezTo>
                  <a:pt x="46522" y="74549"/>
                  <a:pt x="46870" y="74375"/>
                  <a:pt x="47244" y="74151"/>
                </a:cubicBezTo>
                <a:cubicBezTo>
                  <a:pt x="47492" y="74001"/>
                  <a:pt x="47741" y="73827"/>
                  <a:pt x="47990" y="73702"/>
                </a:cubicBezTo>
                <a:cubicBezTo>
                  <a:pt x="48040" y="73678"/>
                  <a:pt x="48115" y="73603"/>
                  <a:pt x="48214" y="73578"/>
                </a:cubicBezTo>
                <a:close/>
                <a:moveTo>
                  <a:pt x="94537" y="71587"/>
                </a:moveTo>
                <a:lnTo>
                  <a:pt x="94562" y="71637"/>
                </a:lnTo>
                <a:cubicBezTo>
                  <a:pt x="94213" y="72035"/>
                  <a:pt x="93914" y="72458"/>
                  <a:pt x="93566" y="72881"/>
                </a:cubicBezTo>
                <a:lnTo>
                  <a:pt x="93093" y="73429"/>
                </a:lnTo>
                <a:cubicBezTo>
                  <a:pt x="92545" y="74076"/>
                  <a:pt x="91973" y="74773"/>
                  <a:pt x="91425" y="75420"/>
                </a:cubicBezTo>
                <a:cubicBezTo>
                  <a:pt x="91176" y="75694"/>
                  <a:pt x="90952" y="75943"/>
                  <a:pt x="90703" y="76241"/>
                </a:cubicBezTo>
                <a:cubicBezTo>
                  <a:pt x="90405" y="76565"/>
                  <a:pt x="90106" y="76913"/>
                  <a:pt x="89807" y="77237"/>
                </a:cubicBezTo>
                <a:cubicBezTo>
                  <a:pt x="89782" y="77237"/>
                  <a:pt x="89782" y="77187"/>
                  <a:pt x="89733" y="77187"/>
                </a:cubicBezTo>
                <a:cubicBezTo>
                  <a:pt x="91425" y="75370"/>
                  <a:pt x="93018" y="73503"/>
                  <a:pt x="94537" y="71587"/>
                </a:cubicBezTo>
                <a:close/>
                <a:moveTo>
                  <a:pt x="43560" y="76689"/>
                </a:moveTo>
                <a:cubicBezTo>
                  <a:pt x="43609" y="76689"/>
                  <a:pt x="43609" y="76739"/>
                  <a:pt x="43634" y="76739"/>
                </a:cubicBezTo>
                <a:cubicBezTo>
                  <a:pt x="43684" y="76764"/>
                  <a:pt x="43784" y="76789"/>
                  <a:pt x="43833" y="76814"/>
                </a:cubicBezTo>
                <a:cubicBezTo>
                  <a:pt x="43858" y="76938"/>
                  <a:pt x="43858" y="77113"/>
                  <a:pt x="43809" y="77262"/>
                </a:cubicBezTo>
                <a:cubicBezTo>
                  <a:pt x="43784" y="77237"/>
                  <a:pt x="43784" y="77187"/>
                  <a:pt x="43759" y="77187"/>
                </a:cubicBezTo>
                <a:cubicBezTo>
                  <a:pt x="43734" y="77162"/>
                  <a:pt x="43684" y="77113"/>
                  <a:pt x="43659" y="77063"/>
                </a:cubicBezTo>
                <a:cubicBezTo>
                  <a:pt x="43634" y="76938"/>
                  <a:pt x="43560" y="76814"/>
                  <a:pt x="43535" y="76739"/>
                </a:cubicBezTo>
                <a:lnTo>
                  <a:pt x="43560" y="76739"/>
                </a:lnTo>
                <a:lnTo>
                  <a:pt x="43560" y="76689"/>
                </a:lnTo>
                <a:close/>
                <a:moveTo>
                  <a:pt x="88911" y="76889"/>
                </a:moveTo>
                <a:cubicBezTo>
                  <a:pt x="89085" y="77013"/>
                  <a:pt x="89285" y="77137"/>
                  <a:pt x="89459" y="77237"/>
                </a:cubicBezTo>
                <a:cubicBezTo>
                  <a:pt x="89459" y="77262"/>
                  <a:pt x="89434" y="77262"/>
                  <a:pt x="89434" y="77287"/>
                </a:cubicBezTo>
                <a:cubicBezTo>
                  <a:pt x="89235" y="77162"/>
                  <a:pt x="89061" y="77063"/>
                  <a:pt x="88861" y="76938"/>
                </a:cubicBezTo>
                <a:cubicBezTo>
                  <a:pt x="88861" y="76913"/>
                  <a:pt x="88911" y="76913"/>
                  <a:pt x="88911" y="76889"/>
                </a:cubicBezTo>
                <a:close/>
                <a:moveTo>
                  <a:pt x="110243" y="61357"/>
                </a:moveTo>
                <a:lnTo>
                  <a:pt x="110243" y="61357"/>
                </a:lnTo>
                <a:cubicBezTo>
                  <a:pt x="107455" y="66683"/>
                  <a:pt x="103896" y="72060"/>
                  <a:pt x="99739" y="77312"/>
                </a:cubicBezTo>
                <a:cubicBezTo>
                  <a:pt x="99639" y="77162"/>
                  <a:pt x="99540" y="77038"/>
                  <a:pt x="99440" y="76889"/>
                </a:cubicBezTo>
                <a:cubicBezTo>
                  <a:pt x="100361" y="75619"/>
                  <a:pt x="101232" y="74300"/>
                  <a:pt x="102004" y="73006"/>
                </a:cubicBezTo>
                <a:cubicBezTo>
                  <a:pt x="104169" y="69446"/>
                  <a:pt x="105862" y="65961"/>
                  <a:pt x="107107" y="62601"/>
                </a:cubicBezTo>
                <a:cubicBezTo>
                  <a:pt x="108252" y="62253"/>
                  <a:pt x="109322" y="61854"/>
                  <a:pt x="110243" y="61357"/>
                </a:cubicBezTo>
                <a:close/>
                <a:moveTo>
                  <a:pt x="52272" y="76764"/>
                </a:moveTo>
                <a:lnTo>
                  <a:pt x="52296" y="76789"/>
                </a:lnTo>
                <a:lnTo>
                  <a:pt x="52272" y="76789"/>
                </a:lnTo>
                <a:cubicBezTo>
                  <a:pt x="52023" y="76839"/>
                  <a:pt x="51749" y="76913"/>
                  <a:pt x="51500" y="76988"/>
                </a:cubicBezTo>
                <a:cubicBezTo>
                  <a:pt x="51425" y="76988"/>
                  <a:pt x="51400" y="77013"/>
                  <a:pt x="51351" y="77013"/>
                </a:cubicBezTo>
                <a:cubicBezTo>
                  <a:pt x="51102" y="77063"/>
                  <a:pt x="50853" y="77113"/>
                  <a:pt x="50554" y="77162"/>
                </a:cubicBezTo>
                <a:cubicBezTo>
                  <a:pt x="50529" y="77162"/>
                  <a:pt x="50479" y="77187"/>
                  <a:pt x="50430" y="77187"/>
                </a:cubicBezTo>
                <a:cubicBezTo>
                  <a:pt x="50056" y="77262"/>
                  <a:pt x="49683" y="77287"/>
                  <a:pt x="49309" y="77312"/>
                </a:cubicBezTo>
                <a:cubicBezTo>
                  <a:pt x="49235" y="77312"/>
                  <a:pt x="49135" y="77361"/>
                  <a:pt x="49036" y="77361"/>
                </a:cubicBezTo>
                <a:cubicBezTo>
                  <a:pt x="48662" y="77386"/>
                  <a:pt x="48289" y="77411"/>
                  <a:pt x="47940" y="77411"/>
                </a:cubicBezTo>
                <a:lnTo>
                  <a:pt x="47916" y="77411"/>
                </a:lnTo>
                <a:cubicBezTo>
                  <a:pt x="47542" y="77411"/>
                  <a:pt x="47169" y="77386"/>
                  <a:pt x="46795" y="77361"/>
                </a:cubicBezTo>
                <a:lnTo>
                  <a:pt x="46696" y="77361"/>
                </a:lnTo>
                <a:cubicBezTo>
                  <a:pt x="46621" y="77361"/>
                  <a:pt x="46522" y="77312"/>
                  <a:pt x="46422" y="77312"/>
                </a:cubicBezTo>
                <a:cubicBezTo>
                  <a:pt x="46372" y="77312"/>
                  <a:pt x="46298" y="77287"/>
                  <a:pt x="46248" y="77287"/>
                </a:cubicBezTo>
                <a:cubicBezTo>
                  <a:pt x="45924" y="77262"/>
                  <a:pt x="45626" y="77187"/>
                  <a:pt x="45327" y="77137"/>
                </a:cubicBezTo>
                <a:cubicBezTo>
                  <a:pt x="45202" y="77088"/>
                  <a:pt x="45053" y="77038"/>
                  <a:pt x="44929" y="77013"/>
                </a:cubicBezTo>
                <a:lnTo>
                  <a:pt x="44904" y="77013"/>
                </a:lnTo>
                <a:lnTo>
                  <a:pt x="44879" y="76988"/>
                </a:lnTo>
                <a:lnTo>
                  <a:pt x="44829" y="76938"/>
                </a:lnTo>
                <a:lnTo>
                  <a:pt x="45003" y="76938"/>
                </a:lnTo>
                <a:cubicBezTo>
                  <a:pt x="45053" y="76988"/>
                  <a:pt x="45128" y="76988"/>
                  <a:pt x="45227" y="77013"/>
                </a:cubicBezTo>
                <a:cubicBezTo>
                  <a:pt x="45252" y="77013"/>
                  <a:pt x="45302" y="77038"/>
                  <a:pt x="45352" y="77038"/>
                </a:cubicBezTo>
                <a:lnTo>
                  <a:pt x="45402" y="77038"/>
                </a:lnTo>
                <a:cubicBezTo>
                  <a:pt x="45501" y="77063"/>
                  <a:pt x="45601" y="77063"/>
                  <a:pt x="45650" y="77113"/>
                </a:cubicBezTo>
                <a:cubicBezTo>
                  <a:pt x="45725" y="77113"/>
                  <a:pt x="45775" y="77137"/>
                  <a:pt x="45850" y="77137"/>
                </a:cubicBezTo>
                <a:cubicBezTo>
                  <a:pt x="45974" y="77162"/>
                  <a:pt x="46049" y="77187"/>
                  <a:pt x="46173" y="77187"/>
                </a:cubicBezTo>
                <a:cubicBezTo>
                  <a:pt x="46273" y="77187"/>
                  <a:pt x="46372" y="77237"/>
                  <a:pt x="46472" y="77237"/>
                </a:cubicBezTo>
                <a:cubicBezTo>
                  <a:pt x="46522" y="77237"/>
                  <a:pt x="46596" y="77262"/>
                  <a:pt x="46646" y="77262"/>
                </a:cubicBezTo>
                <a:lnTo>
                  <a:pt x="46845" y="77262"/>
                </a:lnTo>
                <a:cubicBezTo>
                  <a:pt x="46920" y="77262"/>
                  <a:pt x="46995" y="77287"/>
                  <a:pt x="47094" y="77287"/>
                </a:cubicBezTo>
                <a:cubicBezTo>
                  <a:pt x="47393" y="77312"/>
                  <a:pt x="47716" y="77312"/>
                  <a:pt x="48015" y="77312"/>
                </a:cubicBezTo>
                <a:cubicBezTo>
                  <a:pt x="48289" y="77312"/>
                  <a:pt x="48538" y="77312"/>
                  <a:pt x="48837" y="77287"/>
                </a:cubicBezTo>
                <a:lnTo>
                  <a:pt x="48961" y="77287"/>
                </a:lnTo>
                <a:cubicBezTo>
                  <a:pt x="49011" y="77287"/>
                  <a:pt x="49085" y="77287"/>
                  <a:pt x="49135" y="77262"/>
                </a:cubicBezTo>
                <a:lnTo>
                  <a:pt x="49235" y="77262"/>
                </a:lnTo>
                <a:cubicBezTo>
                  <a:pt x="49359" y="77262"/>
                  <a:pt x="49509" y="77237"/>
                  <a:pt x="49633" y="77237"/>
                </a:cubicBezTo>
                <a:cubicBezTo>
                  <a:pt x="49832" y="77187"/>
                  <a:pt x="49982" y="77162"/>
                  <a:pt x="50156" y="77162"/>
                </a:cubicBezTo>
                <a:lnTo>
                  <a:pt x="50230" y="77162"/>
                </a:lnTo>
                <a:cubicBezTo>
                  <a:pt x="50280" y="77162"/>
                  <a:pt x="50380" y="77137"/>
                  <a:pt x="50430" y="77137"/>
                </a:cubicBezTo>
                <a:cubicBezTo>
                  <a:pt x="50479" y="77137"/>
                  <a:pt x="50529" y="77137"/>
                  <a:pt x="50554" y="77113"/>
                </a:cubicBezTo>
                <a:cubicBezTo>
                  <a:pt x="50629" y="77113"/>
                  <a:pt x="50678" y="77063"/>
                  <a:pt x="50753" y="77063"/>
                </a:cubicBezTo>
                <a:lnTo>
                  <a:pt x="50778" y="77063"/>
                </a:lnTo>
                <a:cubicBezTo>
                  <a:pt x="50878" y="77038"/>
                  <a:pt x="50977" y="77038"/>
                  <a:pt x="51052" y="77013"/>
                </a:cubicBezTo>
                <a:lnTo>
                  <a:pt x="51127" y="77013"/>
                </a:lnTo>
                <a:cubicBezTo>
                  <a:pt x="51176" y="77013"/>
                  <a:pt x="51226" y="76988"/>
                  <a:pt x="51276" y="76988"/>
                </a:cubicBezTo>
                <a:cubicBezTo>
                  <a:pt x="51500" y="76938"/>
                  <a:pt x="51724" y="76889"/>
                  <a:pt x="51923" y="76814"/>
                </a:cubicBezTo>
                <a:lnTo>
                  <a:pt x="52023" y="76814"/>
                </a:lnTo>
                <a:cubicBezTo>
                  <a:pt x="52097" y="76814"/>
                  <a:pt x="52122" y="76789"/>
                  <a:pt x="52172" y="76789"/>
                </a:cubicBezTo>
                <a:cubicBezTo>
                  <a:pt x="52222" y="76789"/>
                  <a:pt x="52247" y="76789"/>
                  <a:pt x="52272" y="76764"/>
                </a:cubicBezTo>
                <a:close/>
                <a:moveTo>
                  <a:pt x="89608" y="77337"/>
                </a:moveTo>
                <a:cubicBezTo>
                  <a:pt x="89658" y="77337"/>
                  <a:pt x="89683" y="77337"/>
                  <a:pt x="89683" y="77386"/>
                </a:cubicBezTo>
                <a:cubicBezTo>
                  <a:pt x="89633" y="77411"/>
                  <a:pt x="89633" y="77411"/>
                  <a:pt x="89633" y="77436"/>
                </a:cubicBezTo>
                <a:cubicBezTo>
                  <a:pt x="89608" y="77436"/>
                  <a:pt x="89608" y="77411"/>
                  <a:pt x="89583" y="77411"/>
                </a:cubicBezTo>
                <a:cubicBezTo>
                  <a:pt x="89583" y="77386"/>
                  <a:pt x="89608" y="77386"/>
                  <a:pt x="89608" y="77337"/>
                </a:cubicBezTo>
                <a:close/>
                <a:moveTo>
                  <a:pt x="44057" y="77386"/>
                </a:moveTo>
                <a:lnTo>
                  <a:pt x="44057" y="77486"/>
                </a:lnTo>
                <a:cubicBezTo>
                  <a:pt x="44033" y="77511"/>
                  <a:pt x="44033" y="77536"/>
                  <a:pt x="44008" y="77536"/>
                </a:cubicBezTo>
                <a:cubicBezTo>
                  <a:pt x="44033" y="77486"/>
                  <a:pt x="44057" y="77436"/>
                  <a:pt x="44057" y="77386"/>
                </a:cubicBezTo>
                <a:close/>
                <a:moveTo>
                  <a:pt x="99316" y="77038"/>
                </a:moveTo>
                <a:cubicBezTo>
                  <a:pt x="99415" y="77187"/>
                  <a:pt x="99515" y="77312"/>
                  <a:pt x="99614" y="77486"/>
                </a:cubicBezTo>
                <a:lnTo>
                  <a:pt x="99540" y="77536"/>
                </a:lnTo>
                <a:cubicBezTo>
                  <a:pt x="99490" y="77386"/>
                  <a:pt x="99390" y="77237"/>
                  <a:pt x="99291" y="77113"/>
                </a:cubicBezTo>
                <a:cubicBezTo>
                  <a:pt x="99291" y="77063"/>
                  <a:pt x="99316" y="77063"/>
                  <a:pt x="99316" y="77038"/>
                </a:cubicBezTo>
                <a:close/>
                <a:moveTo>
                  <a:pt x="110616" y="61108"/>
                </a:moveTo>
                <a:lnTo>
                  <a:pt x="110616" y="61108"/>
                </a:lnTo>
                <a:cubicBezTo>
                  <a:pt x="107754" y="66609"/>
                  <a:pt x="104120" y="72159"/>
                  <a:pt x="99863" y="77536"/>
                </a:cubicBezTo>
                <a:cubicBezTo>
                  <a:pt x="99863" y="77511"/>
                  <a:pt x="99814" y="77511"/>
                  <a:pt x="99814" y="77486"/>
                </a:cubicBezTo>
                <a:cubicBezTo>
                  <a:pt x="104095" y="72134"/>
                  <a:pt x="107704" y="66609"/>
                  <a:pt x="110517" y="61182"/>
                </a:cubicBezTo>
                <a:cubicBezTo>
                  <a:pt x="110567" y="61133"/>
                  <a:pt x="110591" y="61133"/>
                  <a:pt x="110616" y="61108"/>
                </a:cubicBezTo>
                <a:close/>
                <a:moveTo>
                  <a:pt x="40896" y="74549"/>
                </a:moveTo>
                <a:cubicBezTo>
                  <a:pt x="40946" y="74574"/>
                  <a:pt x="40996" y="74648"/>
                  <a:pt x="41046" y="74673"/>
                </a:cubicBezTo>
                <a:cubicBezTo>
                  <a:pt x="41270" y="74897"/>
                  <a:pt x="41519" y="75071"/>
                  <a:pt x="41743" y="75295"/>
                </a:cubicBezTo>
                <a:lnTo>
                  <a:pt x="41767" y="75320"/>
                </a:lnTo>
                <a:cubicBezTo>
                  <a:pt x="41892" y="75445"/>
                  <a:pt x="42016" y="75619"/>
                  <a:pt x="42091" y="75744"/>
                </a:cubicBezTo>
                <a:cubicBezTo>
                  <a:pt x="42240" y="75893"/>
                  <a:pt x="42365" y="76042"/>
                  <a:pt x="42440" y="76192"/>
                </a:cubicBezTo>
                <a:cubicBezTo>
                  <a:pt x="41419" y="76689"/>
                  <a:pt x="40398" y="77162"/>
                  <a:pt x="39403" y="77561"/>
                </a:cubicBezTo>
                <a:cubicBezTo>
                  <a:pt x="39876" y="76565"/>
                  <a:pt x="40349" y="75569"/>
                  <a:pt x="40896" y="74549"/>
                </a:cubicBezTo>
                <a:close/>
                <a:moveTo>
                  <a:pt x="99739" y="77610"/>
                </a:moveTo>
                <a:cubicBezTo>
                  <a:pt x="99739" y="77635"/>
                  <a:pt x="99739" y="77660"/>
                  <a:pt x="99764" y="77660"/>
                </a:cubicBezTo>
                <a:lnTo>
                  <a:pt x="99689" y="77710"/>
                </a:lnTo>
                <a:cubicBezTo>
                  <a:pt x="99689" y="77685"/>
                  <a:pt x="99664" y="77685"/>
                  <a:pt x="99664" y="77660"/>
                </a:cubicBezTo>
                <a:lnTo>
                  <a:pt x="99739" y="77610"/>
                </a:lnTo>
                <a:close/>
                <a:moveTo>
                  <a:pt x="40747" y="74424"/>
                </a:moveTo>
                <a:lnTo>
                  <a:pt x="40772" y="74449"/>
                </a:lnTo>
                <a:cubicBezTo>
                  <a:pt x="40174" y="75544"/>
                  <a:pt x="39652" y="76640"/>
                  <a:pt x="39154" y="77685"/>
                </a:cubicBezTo>
                <a:cubicBezTo>
                  <a:pt x="39129" y="77685"/>
                  <a:pt x="39129" y="77685"/>
                  <a:pt x="39079" y="77735"/>
                </a:cubicBezTo>
                <a:cubicBezTo>
                  <a:pt x="39577" y="76615"/>
                  <a:pt x="40150" y="75520"/>
                  <a:pt x="40747" y="74424"/>
                </a:cubicBezTo>
                <a:close/>
                <a:moveTo>
                  <a:pt x="42614" y="76366"/>
                </a:moveTo>
                <a:lnTo>
                  <a:pt x="42614" y="76391"/>
                </a:lnTo>
                <a:lnTo>
                  <a:pt x="42639" y="76416"/>
                </a:lnTo>
                <a:cubicBezTo>
                  <a:pt x="41494" y="76938"/>
                  <a:pt x="40374" y="77436"/>
                  <a:pt x="39278" y="77884"/>
                </a:cubicBezTo>
                <a:cubicBezTo>
                  <a:pt x="39278" y="77859"/>
                  <a:pt x="39278" y="77859"/>
                  <a:pt x="39303" y="77859"/>
                </a:cubicBezTo>
                <a:cubicBezTo>
                  <a:pt x="40398" y="77386"/>
                  <a:pt x="41494" y="76889"/>
                  <a:pt x="42614" y="76366"/>
                </a:cubicBezTo>
                <a:close/>
                <a:moveTo>
                  <a:pt x="62477" y="72085"/>
                </a:moveTo>
                <a:cubicBezTo>
                  <a:pt x="62651" y="72259"/>
                  <a:pt x="62800" y="72433"/>
                  <a:pt x="62950" y="72582"/>
                </a:cubicBezTo>
                <a:cubicBezTo>
                  <a:pt x="60734" y="74449"/>
                  <a:pt x="58445" y="76266"/>
                  <a:pt x="56055" y="77984"/>
                </a:cubicBezTo>
                <a:cubicBezTo>
                  <a:pt x="55856" y="77287"/>
                  <a:pt x="55557" y="76665"/>
                  <a:pt x="55234" y="76067"/>
                </a:cubicBezTo>
                <a:lnTo>
                  <a:pt x="55706" y="75893"/>
                </a:lnTo>
                <a:cubicBezTo>
                  <a:pt x="55756" y="75868"/>
                  <a:pt x="55831" y="75818"/>
                  <a:pt x="55906" y="75793"/>
                </a:cubicBezTo>
                <a:cubicBezTo>
                  <a:pt x="56055" y="75744"/>
                  <a:pt x="56204" y="75669"/>
                  <a:pt x="56354" y="75619"/>
                </a:cubicBezTo>
                <a:cubicBezTo>
                  <a:pt x="56403" y="75569"/>
                  <a:pt x="56478" y="75544"/>
                  <a:pt x="56503" y="75544"/>
                </a:cubicBezTo>
                <a:cubicBezTo>
                  <a:pt x="56528" y="75520"/>
                  <a:pt x="56578" y="75520"/>
                  <a:pt x="56603" y="75495"/>
                </a:cubicBezTo>
                <a:cubicBezTo>
                  <a:pt x="56677" y="75445"/>
                  <a:pt x="56752" y="75420"/>
                  <a:pt x="56827" y="75395"/>
                </a:cubicBezTo>
                <a:lnTo>
                  <a:pt x="56851" y="75395"/>
                </a:lnTo>
                <a:cubicBezTo>
                  <a:pt x="56876" y="75370"/>
                  <a:pt x="56951" y="75370"/>
                  <a:pt x="56976" y="75320"/>
                </a:cubicBezTo>
                <a:cubicBezTo>
                  <a:pt x="57100" y="75271"/>
                  <a:pt x="57250" y="75196"/>
                  <a:pt x="57374" y="75121"/>
                </a:cubicBezTo>
                <a:cubicBezTo>
                  <a:pt x="57374" y="75121"/>
                  <a:pt x="57424" y="75121"/>
                  <a:pt x="57424" y="75071"/>
                </a:cubicBezTo>
                <a:cubicBezTo>
                  <a:pt x="57449" y="75071"/>
                  <a:pt x="57474" y="75047"/>
                  <a:pt x="57474" y="75047"/>
                </a:cubicBezTo>
                <a:cubicBezTo>
                  <a:pt x="57573" y="75022"/>
                  <a:pt x="57648" y="74947"/>
                  <a:pt x="57748" y="74922"/>
                </a:cubicBezTo>
                <a:cubicBezTo>
                  <a:pt x="57947" y="74823"/>
                  <a:pt x="58146" y="74698"/>
                  <a:pt x="58345" y="74623"/>
                </a:cubicBezTo>
                <a:cubicBezTo>
                  <a:pt x="58345" y="74623"/>
                  <a:pt x="58370" y="74623"/>
                  <a:pt x="58370" y="74574"/>
                </a:cubicBezTo>
                <a:cubicBezTo>
                  <a:pt x="58469" y="74524"/>
                  <a:pt x="58594" y="74499"/>
                  <a:pt x="58693" y="74424"/>
                </a:cubicBezTo>
                <a:cubicBezTo>
                  <a:pt x="58718" y="74424"/>
                  <a:pt x="58743" y="74399"/>
                  <a:pt x="58743" y="74399"/>
                </a:cubicBezTo>
                <a:cubicBezTo>
                  <a:pt x="58942" y="74300"/>
                  <a:pt x="59092" y="74200"/>
                  <a:pt x="59291" y="74126"/>
                </a:cubicBezTo>
                <a:lnTo>
                  <a:pt x="59316" y="74126"/>
                </a:lnTo>
                <a:cubicBezTo>
                  <a:pt x="59440" y="74051"/>
                  <a:pt x="59540" y="74001"/>
                  <a:pt x="59664" y="73926"/>
                </a:cubicBezTo>
                <a:cubicBezTo>
                  <a:pt x="59838" y="73802"/>
                  <a:pt x="60038" y="73702"/>
                  <a:pt x="60237" y="73578"/>
                </a:cubicBezTo>
                <a:cubicBezTo>
                  <a:pt x="60286" y="73553"/>
                  <a:pt x="60336" y="73528"/>
                  <a:pt x="60361" y="73503"/>
                </a:cubicBezTo>
                <a:cubicBezTo>
                  <a:pt x="60461" y="73429"/>
                  <a:pt x="60560" y="73404"/>
                  <a:pt x="60610" y="73329"/>
                </a:cubicBezTo>
                <a:cubicBezTo>
                  <a:pt x="60809" y="73205"/>
                  <a:pt x="60983" y="73080"/>
                  <a:pt x="61183" y="73006"/>
                </a:cubicBezTo>
                <a:cubicBezTo>
                  <a:pt x="61307" y="72906"/>
                  <a:pt x="61456" y="72806"/>
                  <a:pt x="61581" y="72707"/>
                </a:cubicBezTo>
                <a:lnTo>
                  <a:pt x="62153" y="72333"/>
                </a:lnTo>
                <a:cubicBezTo>
                  <a:pt x="62278" y="72259"/>
                  <a:pt x="62402" y="72184"/>
                  <a:pt x="62477" y="72085"/>
                </a:cubicBezTo>
                <a:close/>
                <a:moveTo>
                  <a:pt x="39029" y="77934"/>
                </a:moveTo>
                <a:lnTo>
                  <a:pt x="39029" y="77959"/>
                </a:lnTo>
                <a:lnTo>
                  <a:pt x="39029" y="78009"/>
                </a:lnTo>
                <a:cubicBezTo>
                  <a:pt x="39017" y="78021"/>
                  <a:pt x="38998" y="78027"/>
                  <a:pt x="38983" y="78027"/>
                </a:cubicBezTo>
                <a:cubicBezTo>
                  <a:pt x="38967" y="78027"/>
                  <a:pt x="38955" y="78021"/>
                  <a:pt x="38955" y="78009"/>
                </a:cubicBezTo>
                <a:cubicBezTo>
                  <a:pt x="38955" y="77959"/>
                  <a:pt x="38955" y="77959"/>
                  <a:pt x="39005" y="77959"/>
                </a:cubicBezTo>
                <a:cubicBezTo>
                  <a:pt x="39005" y="77959"/>
                  <a:pt x="39029" y="77959"/>
                  <a:pt x="39029" y="77934"/>
                </a:cubicBezTo>
                <a:close/>
                <a:moveTo>
                  <a:pt x="55084" y="76142"/>
                </a:moveTo>
                <a:cubicBezTo>
                  <a:pt x="55383" y="76764"/>
                  <a:pt x="55706" y="77386"/>
                  <a:pt x="56055" y="78009"/>
                </a:cubicBezTo>
                <a:lnTo>
                  <a:pt x="56005" y="78034"/>
                </a:lnTo>
                <a:cubicBezTo>
                  <a:pt x="55632" y="77411"/>
                  <a:pt x="55333" y="76789"/>
                  <a:pt x="55010" y="76167"/>
                </a:cubicBezTo>
                <a:cubicBezTo>
                  <a:pt x="55059" y="76167"/>
                  <a:pt x="55059" y="76167"/>
                  <a:pt x="55084" y="76142"/>
                </a:cubicBezTo>
                <a:close/>
                <a:moveTo>
                  <a:pt x="44505" y="77212"/>
                </a:moveTo>
                <a:lnTo>
                  <a:pt x="44530" y="77262"/>
                </a:lnTo>
                <a:lnTo>
                  <a:pt x="44555" y="77287"/>
                </a:lnTo>
                <a:cubicBezTo>
                  <a:pt x="44505" y="77486"/>
                  <a:pt x="44431" y="77760"/>
                  <a:pt x="44381" y="78058"/>
                </a:cubicBezTo>
                <a:lnTo>
                  <a:pt x="44356" y="78034"/>
                </a:lnTo>
                <a:cubicBezTo>
                  <a:pt x="44356" y="78034"/>
                  <a:pt x="44356" y="78009"/>
                  <a:pt x="44306" y="78009"/>
                </a:cubicBezTo>
                <a:cubicBezTo>
                  <a:pt x="44306" y="77934"/>
                  <a:pt x="44356" y="77884"/>
                  <a:pt x="44356" y="77834"/>
                </a:cubicBezTo>
                <a:lnTo>
                  <a:pt x="44431" y="77461"/>
                </a:lnTo>
                <a:cubicBezTo>
                  <a:pt x="44481" y="77386"/>
                  <a:pt x="44481" y="77312"/>
                  <a:pt x="44505" y="77212"/>
                </a:cubicBezTo>
                <a:close/>
                <a:moveTo>
                  <a:pt x="63199" y="72657"/>
                </a:moveTo>
                <a:cubicBezTo>
                  <a:pt x="63199" y="72682"/>
                  <a:pt x="63224" y="72682"/>
                  <a:pt x="63224" y="72707"/>
                </a:cubicBezTo>
                <a:cubicBezTo>
                  <a:pt x="60983" y="74623"/>
                  <a:pt x="58693" y="76416"/>
                  <a:pt x="56304" y="78133"/>
                </a:cubicBezTo>
                <a:cubicBezTo>
                  <a:pt x="56304" y="78083"/>
                  <a:pt x="56254" y="78083"/>
                  <a:pt x="56254" y="78058"/>
                </a:cubicBezTo>
                <a:cubicBezTo>
                  <a:pt x="58669" y="76366"/>
                  <a:pt x="60983" y="74524"/>
                  <a:pt x="63199" y="72657"/>
                </a:cubicBezTo>
                <a:close/>
                <a:moveTo>
                  <a:pt x="3584" y="65936"/>
                </a:moveTo>
                <a:cubicBezTo>
                  <a:pt x="4207" y="68102"/>
                  <a:pt x="5526" y="70317"/>
                  <a:pt x="7467" y="72433"/>
                </a:cubicBezTo>
                <a:cubicBezTo>
                  <a:pt x="5551" y="74175"/>
                  <a:pt x="4033" y="76142"/>
                  <a:pt x="2912" y="78258"/>
                </a:cubicBezTo>
                <a:cubicBezTo>
                  <a:pt x="2240" y="75495"/>
                  <a:pt x="2141" y="72433"/>
                  <a:pt x="2539" y="69172"/>
                </a:cubicBezTo>
                <a:cubicBezTo>
                  <a:pt x="2838" y="68102"/>
                  <a:pt x="3186" y="67032"/>
                  <a:pt x="3584" y="65936"/>
                </a:cubicBezTo>
                <a:close/>
                <a:moveTo>
                  <a:pt x="43809" y="78158"/>
                </a:moveTo>
                <a:cubicBezTo>
                  <a:pt x="43858" y="78183"/>
                  <a:pt x="43858" y="78233"/>
                  <a:pt x="43858" y="78258"/>
                </a:cubicBezTo>
                <a:cubicBezTo>
                  <a:pt x="43809" y="78233"/>
                  <a:pt x="43809" y="78183"/>
                  <a:pt x="43809" y="78158"/>
                </a:cubicBezTo>
                <a:close/>
                <a:moveTo>
                  <a:pt x="18967" y="72931"/>
                </a:moveTo>
                <a:cubicBezTo>
                  <a:pt x="18121" y="74798"/>
                  <a:pt x="17349" y="76665"/>
                  <a:pt x="16652" y="78506"/>
                </a:cubicBezTo>
                <a:cubicBezTo>
                  <a:pt x="15557" y="77984"/>
                  <a:pt x="14537" y="77411"/>
                  <a:pt x="13516" y="76789"/>
                </a:cubicBezTo>
                <a:cubicBezTo>
                  <a:pt x="13616" y="76739"/>
                  <a:pt x="13665" y="76640"/>
                  <a:pt x="13765" y="76565"/>
                </a:cubicBezTo>
                <a:cubicBezTo>
                  <a:pt x="13889" y="76440"/>
                  <a:pt x="14014" y="76316"/>
                  <a:pt x="14138" y="76241"/>
                </a:cubicBezTo>
                <a:lnTo>
                  <a:pt x="14611" y="75868"/>
                </a:lnTo>
                <a:cubicBezTo>
                  <a:pt x="14761" y="75744"/>
                  <a:pt x="14885" y="75619"/>
                  <a:pt x="15034" y="75520"/>
                </a:cubicBezTo>
                <a:cubicBezTo>
                  <a:pt x="15184" y="75395"/>
                  <a:pt x="15308" y="75295"/>
                  <a:pt x="15482" y="75171"/>
                </a:cubicBezTo>
                <a:lnTo>
                  <a:pt x="15930" y="74798"/>
                </a:lnTo>
                <a:cubicBezTo>
                  <a:pt x="16055" y="74698"/>
                  <a:pt x="16229" y="74623"/>
                  <a:pt x="16354" y="74524"/>
                </a:cubicBezTo>
                <a:cubicBezTo>
                  <a:pt x="16528" y="74399"/>
                  <a:pt x="16677" y="74275"/>
                  <a:pt x="16876" y="74151"/>
                </a:cubicBezTo>
                <a:cubicBezTo>
                  <a:pt x="17001" y="74051"/>
                  <a:pt x="17125" y="74001"/>
                  <a:pt x="17250" y="73926"/>
                </a:cubicBezTo>
                <a:cubicBezTo>
                  <a:pt x="17424" y="73802"/>
                  <a:pt x="17648" y="73678"/>
                  <a:pt x="17847" y="73553"/>
                </a:cubicBezTo>
                <a:cubicBezTo>
                  <a:pt x="17922" y="73503"/>
                  <a:pt x="18046" y="73429"/>
                  <a:pt x="18146" y="73379"/>
                </a:cubicBezTo>
                <a:lnTo>
                  <a:pt x="18793" y="73006"/>
                </a:lnTo>
                <a:cubicBezTo>
                  <a:pt x="18868" y="72956"/>
                  <a:pt x="18893" y="72931"/>
                  <a:pt x="18967" y="72931"/>
                </a:cubicBezTo>
                <a:close/>
                <a:moveTo>
                  <a:pt x="2215" y="70292"/>
                </a:moveTo>
                <a:cubicBezTo>
                  <a:pt x="1967" y="73205"/>
                  <a:pt x="2141" y="75992"/>
                  <a:pt x="2738" y="78531"/>
                </a:cubicBezTo>
                <a:cubicBezTo>
                  <a:pt x="2713" y="78556"/>
                  <a:pt x="2713" y="78581"/>
                  <a:pt x="2713" y="78631"/>
                </a:cubicBezTo>
                <a:cubicBezTo>
                  <a:pt x="2116" y="76167"/>
                  <a:pt x="1942" y="73454"/>
                  <a:pt x="2116" y="70591"/>
                </a:cubicBezTo>
                <a:cubicBezTo>
                  <a:pt x="2141" y="70492"/>
                  <a:pt x="2191" y="70392"/>
                  <a:pt x="2215" y="70292"/>
                </a:cubicBezTo>
                <a:close/>
                <a:moveTo>
                  <a:pt x="19365" y="72757"/>
                </a:moveTo>
                <a:cubicBezTo>
                  <a:pt x="18420" y="74698"/>
                  <a:pt x="17598" y="76665"/>
                  <a:pt x="16901" y="78631"/>
                </a:cubicBezTo>
                <a:cubicBezTo>
                  <a:pt x="16876" y="78631"/>
                  <a:pt x="16876" y="78581"/>
                  <a:pt x="16851" y="78581"/>
                </a:cubicBezTo>
                <a:cubicBezTo>
                  <a:pt x="17548" y="76665"/>
                  <a:pt x="18370" y="74723"/>
                  <a:pt x="19266" y="72782"/>
                </a:cubicBezTo>
                <a:cubicBezTo>
                  <a:pt x="19291" y="72782"/>
                  <a:pt x="19316" y="72757"/>
                  <a:pt x="19365" y="72757"/>
                </a:cubicBezTo>
                <a:close/>
                <a:moveTo>
                  <a:pt x="7592" y="72582"/>
                </a:moveTo>
                <a:lnTo>
                  <a:pt x="7642" y="72632"/>
                </a:lnTo>
                <a:cubicBezTo>
                  <a:pt x="5650" y="74424"/>
                  <a:pt x="4082" y="76440"/>
                  <a:pt x="2987" y="78656"/>
                </a:cubicBezTo>
                <a:cubicBezTo>
                  <a:pt x="2987" y="78631"/>
                  <a:pt x="2987" y="78581"/>
                  <a:pt x="2962" y="78581"/>
                </a:cubicBezTo>
                <a:cubicBezTo>
                  <a:pt x="4057" y="76416"/>
                  <a:pt x="5650" y="74399"/>
                  <a:pt x="7592" y="72582"/>
                </a:cubicBezTo>
                <a:close/>
                <a:moveTo>
                  <a:pt x="13416" y="76938"/>
                </a:moveTo>
                <a:lnTo>
                  <a:pt x="13416" y="76938"/>
                </a:lnTo>
                <a:cubicBezTo>
                  <a:pt x="14437" y="77561"/>
                  <a:pt x="15507" y="78158"/>
                  <a:pt x="16603" y="78681"/>
                </a:cubicBezTo>
                <a:cubicBezTo>
                  <a:pt x="16603" y="78730"/>
                  <a:pt x="16603" y="78730"/>
                  <a:pt x="16553" y="78755"/>
                </a:cubicBezTo>
                <a:cubicBezTo>
                  <a:pt x="15557" y="78282"/>
                  <a:pt x="14611" y="77760"/>
                  <a:pt x="13690" y="77187"/>
                </a:cubicBezTo>
                <a:cubicBezTo>
                  <a:pt x="13616" y="77088"/>
                  <a:pt x="13516" y="77038"/>
                  <a:pt x="13416" y="76938"/>
                </a:cubicBezTo>
                <a:close/>
                <a:moveTo>
                  <a:pt x="16777" y="78755"/>
                </a:moveTo>
                <a:cubicBezTo>
                  <a:pt x="16802" y="78755"/>
                  <a:pt x="16802" y="78780"/>
                  <a:pt x="16851" y="78780"/>
                </a:cubicBezTo>
                <a:cubicBezTo>
                  <a:pt x="16851" y="78805"/>
                  <a:pt x="16802" y="78805"/>
                  <a:pt x="16802" y="78855"/>
                </a:cubicBezTo>
                <a:cubicBezTo>
                  <a:pt x="16777" y="78855"/>
                  <a:pt x="16752" y="78855"/>
                  <a:pt x="16752" y="78805"/>
                </a:cubicBezTo>
                <a:cubicBezTo>
                  <a:pt x="16752" y="78780"/>
                  <a:pt x="16777" y="78780"/>
                  <a:pt x="16777" y="78755"/>
                </a:cubicBezTo>
                <a:close/>
                <a:moveTo>
                  <a:pt x="54835" y="76192"/>
                </a:moveTo>
                <a:cubicBezTo>
                  <a:pt x="55134" y="76814"/>
                  <a:pt x="55482" y="77486"/>
                  <a:pt x="55831" y="78133"/>
                </a:cubicBezTo>
                <a:cubicBezTo>
                  <a:pt x="55458" y="78407"/>
                  <a:pt x="55084" y="78656"/>
                  <a:pt x="54711" y="78905"/>
                </a:cubicBezTo>
                <a:cubicBezTo>
                  <a:pt x="54138" y="78233"/>
                  <a:pt x="53591" y="77511"/>
                  <a:pt x="52968" y="76864"/>
                </a:cubicBezTo>
                <a:cubicBezTo>
                  <a:pt x="53018" y="76814"/>
                  <a:pt x="53093" y="76814"/>
                  <a:pt x="53143" y="76789"/>
                </a:cubicBezTo>
                <a:cubicBezTo>
                  <a:pt x="53192" y="76789"/>
                  <a:pt x="53192" y="76789"/>
                  <a:pt x="53217" y="76764"/>
                </a:cubicBezTo>
                <a:cubicBezTo>
                  <a:pt x="53367" y="76714"/>
                  <a:pt x="53491" y="76665"/>
                  <a:pt x="53641" y="76615"/>
                </a:cubicBezTo>
                <a:lnTo>
                  <a:pt x="53690" y="76615"/>
                </a:lnTo>
                <a:cubicBezTo>
                  <a:pt x="53740" y="76565"/>
                  <a:pt x="53840" y="76565"/>
                  <a:pt x="53889" y="76540"/>
                </a:cubicBezTo>
                <a:cubicBezTo>
                  <a:pt x="53964" y="76515"/>
                  <a:pt x="54014" y="76515"/>
                  <a:pt x="54089" y="76490"/>
                </a:cubicBezTo>
                <a:lnTo>
                  <a:pt x="54537" y="76291"/>
                </a:lnTo>
                <a:cubicBezTo>
                  <a:pt x="54586" y="76291"/>
                  <a:pt x="54586" y="76291"/>
                  <a:pt x="54611" y="76266"/>
                </a:cubicBezTo>
                <a:cubicBezTo>
                  <a:pt x="54661" y="76241"/>
                  <a:pt x="54736" y="76241"/>
                  <a:pt x="54786" y="76192"/>
                </a:cubicBezTo>
                <a:close/>
                <a:moveTo>
                  <a:pt x="52769" y="76913"/>
                </a:moveTo>
                <a:cubicBezTo>
                  <a:pt x="53392" y="77561"/>
                  <a:pt x="53989" y="78282"/>
                  <a:pt x="54561" y="79054"/>
                </a:cubicBezTo>
                <a:cubicBezTo>
                  <a:pt x="54512" y="79054"/>
                  <a:pt x="54512" y="79104"/>
                  <a:pt x="54487" y="79104"/>
                </a:cubicBezTo>
                <a:cubicBezTo>
                  <a:pt x="53939" y="78357"/>
                  <a:pt x="53342" y="77610"/>
                  <a:pt x="52695" y="76938"/>
                </a:cubicBezTo>
                <a:cubicBezTo>
                  <a:pt x="52720" y="76913"/>
                  <a:pt x="52744" y="76913"/>
                  <a:pt x="52769" y="76913"/>
                </a:cubicBezTo>
                <a:close/>
                <a:moveTo>
                  <a:pt x="14487" y="77809"/>
                </a:moveTo>
                <a:lnTo>
                  <a:pt x="14487" y="77809"/>
                </a:lnTo>
                <a:cubicBezTo>
                  <a:pt x="15134" y="78233"/>
                  <a:pt x="15806" y="78581"/>
                  <a:pt x="16528" y="78930"/>
                </a:cubicBezTo>
                <a:cubicBezTo>
                  <a:pt x="16503" y="79004"/>
                  <a:pt x="16503" y="79054"/>
                  <a:pt x="16478" y="79129"/>
                </a:cubicBezTo>
                <a:cubicBezTo>
                  <a:pt x="16403" y="79104"/>
                  <a:pt x="16329" y="79054"/>
                  <a:pt x="16279" y="79004"/>
                </a:cubicBezTo>
                <a:cubicBezTo>
                  <a:pt x="16055" y="78880"/>
                  <a:pt x="15806" y="78755"/>
                  <a:pt x="15607" y="78631"/>
                </a:cubicBezTo>
                <a:cubicBezTo>
                  <a:pt x="15607" y="78631"/>
                  <a:pt x="15557" y="78631"/>
                  <a:pt x="15557" y="78606"/>
                </a:cubicBezTo>
                <a:cubicBezTo>
                  <a:pt x="15383" y="78482"/>
                  <a:pt x="15234" y="78357"/>
                  <a:pt x="15034" y="78233"/>
                </a:cubicBezTo>
                <a:cubicBezTo>
                  <a:pt x="14860" y="78108"/>
                  <a:pt x="14661" y="77984"/>
                  <a:pt x="14487" y="77809"/>
                </a:cubicBezTo>
                <a:close/>
                <a:moveTo>
                  <a:pt x="55931" y="78307"/>
                </a:moveTo>
                <a:cubicBezTo>
                  <a:pt x="55931" y="78357"/>
                  <a:pt x="55955" y="78357"/>
                  <a:pt x="55955" y="78382"/>
                </a:cubicBezTo>
                <a:cubicBezTo>
                  <a:pt x="55582" y="78631"/>
                  <a:pt x="55209" y="78880"/>
                  <a:pt x="54860" y="79129"/>
                </a:cubicBezTo>
                <a:cubicBezTo>
                  <a:pt x="54835" y="79129"/>
                  <a:pt x="54835" y="79104"/>
                  <a:pt x="54810" y="79104"/>
                </a:cubicBezTo>
                <a:cubicBezTo>
                  <a:pt x="55184" y="78855"/>
                  <a:pt x="55557" y="78581"/>
                  <a:pt x="55931" y="78307"/>
                </a:cubicBezTo>
                <a:close/>
                <a:moveTo>
                  <a:pt x="16691" y="79018"/>
                </a:moveTo>
                <a:cubicBezTo>
                  <a:pt x="16708" y="79018"/>
                  <a:pt x="16735" y="79029"/>
                  <a:pt x="16752" y="79029"/>
                </a:cubicBezTo>
                <a:cubicBezTo>
                  <a:pt x="16727" y="79104"/>
                  <a:pt x="16677" y="79154"/>
                  <a:pt x="16677" y="79253"/>
                </a:cubicBezTo>
                <a:cubicBezTo>
                  <a:pt x="16652" y="79253"/>
                  <a:pt x="16652" y="79203"/>
                  <a:pt x="16627" y="79203"/>
                </a:cubicBezTo>
                <a:cubicBezTo>
                  <a:pt x="16652" y="79154"/>
                  <a:pt x="16677" y="79104"/>
                  <a:pt x="16677" y="79029"/>
                </a:cubicBezTo>
                <a:cubicBezTo>
                  <a:pt x="16677" y="79021"/>
                  <a:pt x="16683" y="79018"/>
                  <a:pt x="16691" y="79018"/>
                </a:cubicBezTo>
                <a:close/>
                <a:moveTo>
                  <a:pt x="22776" y="71288"/>
                </a:moveTo>
                <a:cubicBezTo>
                  <a:pt x="23672" y="72184"/>
                  <a:pt x="24792" y="72931"/>
                  <a:pt x="26086" y="73454"/>
                </a:cubicBezTo>
                <a:cubicBezTo>
                  <a:pt x="23273" y="74723"/>
                  <a:pt x="20635" y="76714"/>
                  <a:pt x="18444" y="79278"/>
                </a:cubicBezTo>
                <a:cubicBezTo>
                  <a:pt x="17996" y="79079"/>
                  <a:pt x="17524" y="78880"/>
                  <a:pt x="17051" y="78656"/>
                </a:cubicBezTo>
                <a:cubicBezTo>
                  <a:pt x="17772" y="76665"/>
                  <a:pt x="18644" y="74648"/>
                  <a:pt x="19614" y="72582"/>
                </a:cubicBezTo>
                <a:cubicBezTo>
                  <a:pt x="19664" y="72557"/>
                  <a:pt x="19764" y="72508"/>
                  <a:pt x="19813" y="72458"/>
                </a:cubicBezTo>
                <a:cubicBezTo>
                  <a:pt x="19913" y="72433"/>
                  <a:pt x="19988" y="72408"/>
                  <a:pt x="20062" y="72333"/>
                </a:cubicBezTo>
                <a:cubicBezTo>
                  <a:pt x="20336" y="72209"/>
                  <a:pt x="20560" y="72134"/>
                  <a:pt x="20859" y="72010"/>
                </a:cubicBezTo>
                <a:cubicBezTo>
                  <a:pt x="20909" y="71960"/>
                  <a:pt x="21008" y="71935"/>
                  <a:pt x="21058" y="71910"/>
                </a:cubicBezTo>
                <a:cubicBezTo>
                  <a:pt x="21357" y="71786"/>
                  <a:pt x="21606" y="71686"/>
                  <a:pt x="21879" y="71587"/>
                </a:cubicBezTo>
                <a:cubicBezTo>
                  <a:pt x="21929" y="71562"/>
                  <a:pt x="22004" y="71562"/>
                  <a:pt x="22054" y="71537"/>
                </a:cubicBezTo>
                <a:cubicBezTo>
                  <a:pt x="22303" y="71437"/>
                  <a:pt x="22527" y="71388"/>
                  <a:pt x="22776" y="71288"/>
                </a:cubicBezTo>
                <a:close/>
                <a:moveTo>
                  <a:pt x="54636" y="79203"/>
                </a:moveTo>
                <a:cubicBezTo>
                  <a:pt x="54686" y="79203"/>
                  <a:pt x="54686" y="79203"/>
                  <a:pt x="54686" y="79253"/>
                </a:cubicBezTo>
                <a:cubicBezTo>
                  <a:pt x="54636" y="79253"/>
                  <a:pt x="54636" y="79278"/>
                  <a:pt x="54611" y="79278"/>
                </a:cubicBezTo>
                <a:lnTo>
                  <a:pt x="54586" y="79253"/>
                </a:lnTo>
                <a:cubicBezTo>
                  <a:pt x="54611" y="79253"/>
                  <a:pt x="54611" y="79203"/>
                  <a:pt x="54636" y="79203"/>
                </a:cubicBezTo>
                <a:close/>
                <a:moveTo>
                  <a:pt x="44057" y="78805"/>
                </a:moveTo>
                <a:cubicBezTo>
                  <a:pt x="44057" y="78880"/>
                  <a:pt x="44107" y="78930"/>
                  <a:pt x="44132" y="79004"/>
                </a:cubicBezTo>
                <a:cubicBezTo>
                  <a:pt x="44157" y="79104"/>
                  <a:pt x="44157" y="79178"/>
                  <a:pt x="44182" y="79278"/>
                </a:cubicBezTo>
                <a:lnTo>
                  <a:pt x="44182" y="79328"/>
                </a:lnTo>
                <a:lnTo>
                  <a:pt x="44132" y="79328"/>
                </a:lnTo>
                <a:cubicBezTo>
                  <a:pt x="44107" y="79178"/>
                  <a:pt x="44107" y="79054"/>
                  <a:pt x="44057" y="78905"/>
                </a:cubicBezTo>
                <a:lnTo>
                  <a:pt x="44057" y="78805"/>
                </a:lnTo>
                <a:close/>
                <a:moveTo>
                  <a:pt x="13292" y="77162"/>
                </a:moveTo>
                <a:cubicBezTo>
                  <a:pt x="13317" y="77187"/>
                  <a:pt x="13367" y="77187"/>
                  <a:pt x="13416" y="77237"/>
                </a:cubicBezTo>
                <a:lnTo>
                  <a:pt x="13441" y="77262"/>
                </a:lnTo>
                <a:cubicBezTo>
                  <a:pt x="13466" y="77287"/>
                  <a:pt x="13516" y="77287"/>
                  <a:pt x="13516" y="77312"/>
                </a:cubicBezTo>
                <a:cubicBezTo>
                  <a:pt x="13690" y="77511"/>
                  <a:pt x="13889" y="77660"/>
                  <a:pt x="14064" y="77809"/>
                </a:cubicBezTo>
                <a:cubicBezTo>
                  <a:pt x="14138" y="77859"/>
                  <a:pt x="14188" y="77909"/>
                  <a:pt x="14238" y="77934"/>
                </a:cubicBezTo>
                <a:lnTo>
                  <a:pt x="14263" y="77984"/>
                </a:lnTo>
                <a:lnTo>
                  <a:pt x="14313" y="78034"/>
                </a:lnTo>
                <a:cubicBezTo>
                  <a:pt x="14537" y="78183"/>
                  <a:pt x="14761" y="78382"/>
                  <a:pt x="14960" y="78531"/>
                </a:cubicBezTo>
                <a:cubicBezTo>
                  <a:pt x="15059" y="78606"/>
                  <a:pt x="15134" y="78631"/>
                  <a:pt x="15209" y="78681"/>
                </a:cubicBezTo>
                <a:cubicBezTo>
                  <a:pt x="15258" y="78730"/>
                  <a:pt x="15283" y="78730"/>
                  <a:pt x="15308" y="78755"/>
                </a:cubicBezTo>
                <a:lnTo>
                  <a:pt x="15333" y="78780"/>
                </a:lnTo>
                <a:lnTo>
                  <a:pt x="15383" y="78780"/>
                </a:lnTo>
                <a:cubicBezTo>
                  <a:pt x="15408" y="78780"/>
                  <a:pt x="15408" y="78805"/>
                  <a:pt x="15433" y="78805"/>
                </a:cubicBezTo>
                <a:cubicBezTo>
                  <a:pt x="15582" y="78905"/>
                  <a:pt x="15781" y="79029"/>
                  <a:pt x="15930" y="79129"/>
                </a:cubicBezTo>
                <a:cubicBezTo>
                  <a:pt x="16030" y="79154"/>
                  <a:pt x="16080" y="79228"/>
                  <a:pt x="16179" y="79253"/>
                </a:cubicBezTo>
                <a:cubicBezTo>
                  <a:pt x="16254" y="79278"/>
                  <a:pt x="16279" y="79303"/>
                  <a:pt x="16329" y="79303"/>
                </a:cubicBezTo>
                <a:lnTo>
                  <a:pt x="16329" y="79353"/>
                </a:lnTo>
                <a:lnTo>
                  <a:pt x="16329" y="79378"/>
                </a:lnTo>
                <a:cubicBezTo>
                  <a:pt x="16005" y="79178"/>
                  <a:pt x="15657" y="79029"/>
                  <a:pt x="15333" y="78805"/>
                </a:cubicBezTo>
                <a:cubicBezTo>
                  <a:pt x="15308" y="78805"/>
                  <a:pt x="15308" y="78780"/>
                  <a:pt x="15283" y="78780"/>
                </a:cubicBezTo>
                <a:cubicBezTo>
                  <a:pt x="14561" y="78307"/>
                  <a:pt x="13889" y="77785"/>
                  <a:pt x="13292" y="77162"/>
                </a:cubicBezTo>
                <a:close/>
                <a:moveTo>
                  <a:pt x="3236" y="62327"/>
                </a:moveTo>
                <a:lnTo>
                  <a:pt x="3236" y="62377"/>
                </a:lnTo>
                <a:lnTo>
                  <a:pt x="3236" y="62477"/>
                </a:lnTo>
                <a:lnTo>
                  <a:pt x="3236" y="62551"/>
                </a:lnTo>
                <a:cubicBezTo>
                  <a:pt x="3186" y="62750"/>
                  <a:pt x="3087" y="62999"/>
                  <a:pt x="3012" y="63223"/>
                </a:cubicBezTo>
                <a:cubicBezTo>
                  <a:pt x="2141" y="65986"/>
                  <a:pt x="1494" y="68799"/>
                  <a:pt x="1021" y="71537"/>
                </a:cubicBezTo>
                <a:cubicBezTo>
                  <a:pt x="622" y="73902"/>
                  <a:pt x="473" y="76142"/>
                  <a:pt x="398" y="78108"/>
                </a:cubicBezTo>
                <a:cubicBezTo>
                  <a:pt x="349" y="78357"/>
                  <a:pt x="324" y="78556"/>
                  <a:pt x="324" y="78805"/>
                </a:cubicBezTo>
                <a:lnTo>
                  <a:pt x="324" y="78880"/>
                </a:lnTo>
                <a:cubicBezTo>
                  <a:pt x="324" y="79054"/>
                  <a:pt x="299" y="79253"/>
                  <a:pt x="299" y="79403"/>
                </a:cubicBezTo>
                <a:lnTo>
                  <a:pt x="299" y="79129"/>
                </a:lnTo>
                <a:cubicBezTo>
                  <a:pt x="299" y="78432"/>
                  <a:pt x="324" y="77735"/>
                  <a:pt x="349" y="76988"/>
                </a:cubicBezTo>
                <a:lnTo>
                  <a:pt x="349" y="76913"/>
                </a:lnTo>
                <a:cubicBezTo>
                  <a:pt x="423" y="76017"/>
                  <a:pt x="498" y="74947"/>
                  <a:pt x="598" y="73951"/>
                </a:cubicBezTo>
                <a:cubicBezTo>
                  <a:pt x="697" y="73180"/>
                  <a:pt x="797" y="72383"/>
                  <a:pt x="946" y="71537"/>
                </a:cubicBezTo>
                <a:lnTo>
                  <a:pt x="946" y="71512"/>
                </a:lnTo>
                <a:cubicBezTo>
                  <a:pt x="996" y="71213"/>
                  <a:pt x="1070" y="70890"/>
                  <a:pt x="1120" y="70541"/>
                </a:cubicBezTo>
                <a:cubicBezTo>
                  <a:pt x="1195" y="70143"/>
                  <a:pt x="1295" y="69770"/>
                  <a:pt x="1344" y="69347"/>
                </a:cubicBezTo>
                <a:cubicBezTo>
                  <a:pt x="1743" y="67330"/>
                  <a:pt x="2315" y="65289"/>
                  <a:pt x="2937" y="63223"/>
                </a:cubicBezTo>
                <a:lnTo>
                  <a:pt x="2937" y="63198"/>
                </a:lnTo>
                <a:cubicBezTo>
                  <a:pt x="3012" y="62925"/>
                  <a:pt x="3112" y="62626"/>
                  <a:pt x="3236" y="62327"/>
                </a:cubicBezTo>
                <a:close/>
                <a:moveTo>
                  <a:pt x="26335" y="73578"/>
                </a:moveTo>
                <a:cubicBezTo>
                  <a:pt x="26360" y="73578"/>
                  <a:pt x="26385" y="73603"/>
                  <a:pt x="26435" y="73603"/>
                </a:cubicBezTo>
                <a:cubicBezTo>
                  <a:pt x="23597" y="74847"/>
                  <a:pt x="20958" y="76814"/>
                  <a:pt x="18743" y="79403"/>
                </a:cubicBezTo>
                <a:cubicBezTo>
                  <a:pt x="18668" y="79403"/>
                  <a:pt x="18644" y="79403"/>
                  <a:pt x="18644" y="79378"/>
                </a:cubicBezTo>
                <a:cubicBezTo>
                  <a:pt x="20859" y="76789"/>
                  <a:pt x="23497" y="74823"/>
                  <a:pt x="26335" y="73578"/>
                </a:cubicBezTo>
                <a:close/>
                <a:moveTo>
                  <a:pt x="1967" y="70292"/>
                </a:moveTo>
                <a:cubicBezTo>
                  <a:pt x="1967" y="70392"/>
                  <a:pt x="1967" y="70467"/>
                  <a:pt x="1942" y="70591"/>
                </a:cubicBezTo>
                <a:cubicBezTo>
                  <a:pt x="1120" y="73653"/>
                  <a:pt x="672" y="76615"/>
                  <a:pt x="498" y="79427"/>
                </a:cubicBezTo>
                <a:lnTo>
                  <a:pt x="498" y="79427"/>
                </a:lnTo>
                <a:cubicBezTo>
                  <a:pt x="498" y="79004"/>
                  <a:pt x="498" y="78531"/>
                  <a:pt x="548" y="78058"/>
                </a:cubicBezTo>
                <a:cubicBezTo>
                  <a:pt x="797" y="75544"/>
                  <a:pt x="1245" y="72956"/>
                  <a:pt x="1967" y="70292"/>
                </a:cubicBezTo>
                <a:close/>
                <a:moveTo>
                  <a:pt x="16503" y="79403"/>
                </a:moveTo>
                <a:cubicBezTo>
                  <a:pt x="16553" y="79403"/>
                  <a:pt x="16603" y="79403"/>
                  <a:pt x="16603" y="79427"/>
                </a:cubicBezTo>
                <a:cubicBezTo>
                  <a:pt x="16603" y="79477"/>
                  <a:pt x="16553" y="79502"/>
                  <a:pt x="16553" y="79502"/>
                </a:cubicBezTo>
                <a:cubicBezTo>
                  <a:pt x="16528" y="79502"/>
                  <a:pt x="16528" y="79477"/>
                  <a:pt x="16503" y="79477"/>
                </a:cubicBezTo>
                <a:lnTo>
                  <a:pt x="16503" y="79427"/>
                </a:lnTo>
                <a:lnTo>
                  <a:pt x="16503" y="79403"/>
                </a:lnTo>
                <a:close/>
                <a:moveTo>
                  <a:pt x="17001" y="78880"/>
                </a:moveTo>
                <a:cubicBezTo>
                  <a:pt x="17424" y="79104"/>
                  <a:pt x="17872" y="79278"/>
                  <a:pt x="18345" y="79477"/>
                </a:cubicBezTo>
                <a:cubicBezTo>
                  <a:pt x="18345" y="79502"/>
                  <a:pt x="18295" y="79502"/>
                  <a:pt x="18295" y="79527"/>
                </a:cubicBezTo>
                <a:cubicBezTo>
                  <a:pt x="17847" y="79353"/>
                  <a:pt x="17399" y="79129"/>
                  <a:pt x="16976" y="78930"/>
                </a:cubicBezTo>
                <a:cubicBezTo>
                  <a:pt x="16976" y="78905"/>
                  <a:pt x="17001" y="78880"/>
                  <a:pt x="17001" y="78880"/>
                </a:cubicBezTo>
                <a:close/>
                <a:moveTo>
                  <a:pt x="38930" y="73379"/>
                </a:moveTo>
                <a:cubicBezTo>
                  <a:pt x="39005" y="73404"/>
                  <a:pt x="39079" y="73429"/>
                  <a:pt x="39154" y="73454"/>
                </a:cubicBezTo>
                <a:cubicBezTo>
                  <a:pt x="39179" y="73503"/>
                  <a:pt x="39253" y="73503"/>
                  <a:pt x="39278" y="73528"/>
                </a:cubicBezTo>
                <a:cubicBezTo>
                  <a:pt x="39403" y="73578"/>
                  <a:pt x="39502" y="73653"/>
                  <a:pt x="39577" y="73678"/>
                </a:cubicBezTo>
                <a:cubicBezTo>
                  <a:pt x="39701" y="73752"/>
                  <a:pt x="39826" y="73827"/>
                  <a:pt x="39950" y="73902"/>
                </a:cubicBezTo>
                <a:cubicBezTo>
                  <a:pt x="40050" y="73951"/>
                  <a:pt x="40125" y="74001"/>
                  <a:pt x="40174" y="74051"/>
                </a:cubicBezTo>
                <a:cubicBezTo>
                  <a:pt x="40199" y="74051"/>
                  <a:pt x="40224" y="74076"/>
                  <a:pt x="40224" y="74076"/>
                </a:cubicBezTo>
                <a:cubicBezTo>
                  <a:pt x="40349" y="74151"/>
                  <a:pt x="40448" y="74225"/>
                  <a:pt x="40548" y="74300"/>
                </a:cubicBezTo>
                <a:cubicBezTo>
                  <a:pt x="39926" y="75470"/>
                  <a:pt x="39328" y="76665"/>
                  <a:pt x="38805" y="77809"/>
                </a:cubicBezTo>
                <a:cubicBezTo>
                  <a:pt x="37138" y="78506"/>
                  <a:pt x="35470" y="79104"/>
                  <a:pt x="33852" y="79552"/>
                </a:cubicBezTo>
                <a:cubicBezTo>
                  <a:pt x="34947" y="76789"/>
                  <a:pt x="36540" y="74698"/>
                  <a:pt x="38532" y="73503"/>
                </a:cubicBezTo>
                <a:cubicBezTo>
                  <a:pt x="38656" y="73454"/>
                  <a:pt x="38805" y="73429"/>
                  <a:pt x="38930" y="73379"/>
                </a:cubicBezTo>
                <a:close/>
                <a:moveTo>
                  <a:pt x="18519" y="79527"/>
                </a:moveTo>
                <a:cubicBezTo>
                  <a:pt x="18544" y="79527"/>
                  <a:pt x="18544" y="79552"/>
                  <a:pt x="18569" y="79552"/>
                </a:cubicBezTo>
                <a:lnTo>
                  <a:pt x="18519" y="79627"/>
                </a:lnTo>
                <a:cubicBezTo>
                  <a:pt x="18494" y="79627"/>
                  <a:pt x="18494" y="79602"/>
                  <a:pt x="18469" y="79602"/>
                </a:cubicBezTo>
                <a:lnTo>
                  <a:pt x="18519" y="79527"/>
                </a:lnTo>
                <a:close/>
                <a:moveTo>
                  <a:pt x="37934" y="73653"/>
                </a:moveTo>
                <a:cubicBezTo>
                  <a:pt x="36142" y="74947"/>
                  <a:pt x="34649" y="76988"/>
                  <a:pt x="33653" y="79627"/>
                </a:cubicBezTo>
                <a:cubicBezTo>
                  <a:pt x="33603" y="79627"/>
                  <a:pt x="33578" y="79651"/>
                  <a:pt x="33553" y="79651"/>
                </a:cubicBezTo>
                <a:cubicBezTo>
                  <a:pt x="34549" y="77013"/>
                  <a:pt x="35968" y="74997"/>
                  <a:pt x="37760" y="73678"/>
                </a:cubicBezTo>
                <a:cubicBezTo>
                  <a:pt x="37810" y="73678"/>
                  <a:pt x="37884" y="73653"/>
                  <a:pt x="37934" y="73653"/>
                </a:cubicBezTo>
                <a:close/>
                <a:moveTo>
                  <a:pt x="16876" y="79104"/>
                </a:moveTo>
                <a:cubicBezTo>
                  <a:pt x="17275" y="79278"/>
                  <a:pt x="17723" y="79477"/>
                  <a:pt x="18121" y="79651"/>
                </a:cubicBezTo>
                <a:cubicBezTo>
                  <a:pt x="18096" y="79726"/>
                  <a:pt x="18021" y="79751"/>
                  <a:pt x="17996" y="79801"/>
                </a:cubicBezTo>
                <a:cubicBezTo>
                  <a:pt x="17872" y="79776"/>
                  <a:pt x="17748" y="79726"/>
                  <a:pt x="17598" y="79651"/>
                </a:cubicBezTo>
                <a:cubicBezTo>
                  <a:pt x="17349" y="79552"/>
                  <a:pt x="17051" y="79427"/>
                  <a:pt x="16802" y="79303"/>
                </a:cubicBezTo>
                <a:cubicBezTo>
                  <a:pt x="16851" y="79253"/>
                  <a:pt x="16876" y="79154"/>
                  <a:pt x="16876" y="79104"/>
                </a:cubicBezTo>
                <a:close/>
                <a:moveTo>
                  <a:pt x="38756" y="78108"/>
                </a:moveTo>
                <a:lnTo>
                  <a:pt x="38756" y="78133"/>
                </a:lnTo>
                <a:lnTo>
                  <a:pt x="38756" y="78158"/>
                </a:lnTo>
                <a:cubicBezTo>
                  <a:pt x="37063" y="78855"/>
                  <a:pt x="35420" y="79403"/>
                  <a:pt x="33827" y="79851"/>
                </a:cubicBezTo>
                <a:cubicBezTo>
                  <a:pt x="33728" y="79826"/>
                  <a:pt x="33728" y="79826"/>
                  <a:pt x="33777" y="79801"/>
                </a:cubicBezTo>
                <a:cubicBezTo>
                  <a:pt x="34076" y="79676"/>
                  <a:pt x="34400" y="79602"/>
                  <a:pt x="34698" y="79502"/>
                </a:cubicBezTo>
                <a:lnTo>
                  <a:pt x="35271" y="79303"/>
                </a:lnTo>
                <a:lnTo>
                  <a:pt x="35321" y="79303"/>
                </a:lnTo>
                <a:cubicBezTo>
                  <a:pt x="35968" y="79104"/>
                  <a:pt x="36665" y="78880"/>
                  <a:pt x="37337" y="78631"/>
                </a:cubicBezTo>
                <a:cubicBezTo>
                  <a:pt x="37387" y="78631"/>
                  <a:pt x="37387" y="78631"/>
                  <a:pt x="37412" y="78581"/>
                </a:cubicBezTo>
                <a:cubicBezTo>
                  <a:pt x="37461" y="78556"/>
                  <a:pt x="37511" y="78556"/>
                  <a:pt x="37561" y="78531"/>
                </a:cubicBezTo>
                <a:cubicBezTo>
                  <a:pt x="37959" y="78382"/>
                  <a:pt x="38332" y="78258"/>
                  <a:pt x="38756" y="78108"/>
                </a:cubicBezTo>
                <a:close/>
                <a:moveTo>
                  <a:pt x="72458" y="64095"/>
                </a:moveTo>
                <a:cubicBezTo>
                  <a:pt x="74624" y="66235"/>
                  <a:pt x="77038" y="68426"/>
                  <a:pt x="79602" y="70467"/>
                </a:cubicBezTo>
                <a:cubicBezTo>
                  <a:pt x="76814" y="73902"/>
                  <a:pt x="73454" y="77137"/>
                  <a:pt x="69670" y="79875"/>
                </a:cubicBezTo>
                <a:cubicBezTo>
                  <a:pt x="69546" y="79726"/>
                  <a:pt x="69421" y="79527"/>
                  <a:pt x="69297" y="79378"/>
                </a:cubicBezTo>
                <a:cubicBezTo>
                  <a:pt x="68874" y="78755"/>
                  <a:pt x="68401" y="78158"/>
                  <a:pt x="67928" y="77561"/>
                </a:cubicBezTo>
                <a:cubicBezTo>
                  <a:pt x="67779" y="77386"/>
                  <a:pt x="67654" y="77187"/>
                  <a:pt x="67505" y="77013"/>
                </a:cubicBezTo>
                <a:cubicBezTo>
                  <a:pt x="66883" y="76216"/>
                  <a:pt x="66260" y="75445"/>
                  <a:pt x="65638" y="74698"/>
                </a:cubicBezTo>
                <a:cubicBezTo>
                  <a:pt x="65638" y="74673"/>
                  <a:pt x="65588" y="74673"/>
                  <a:pt x="65588" y="74648"/>
                </a:cubicBezTo>
                <a:cubicBezTo>
                  <a:pt x="65314" y="74300"/>
                  <a:pt x="65016" y="73976"/>
                  <a:pt x="64717" y="73653"/>
                </a:cubicBezTo>
                <a:cubicBezTo>
                  <a:pt x="64568" y="73454"/>
                  <a:pt x="64369" y="73279"/>
                  <a:pt x="64219" y="73080"/>
                </a:cubicBezTo>
                <a:cubicBezTo>
                  <a:pt x="64045" y="72906"/>
                  <a:pt x="63871" y="72707"/>
                  <a:pt x="63697" y="72533"/>
                </a:cubicBezTo>
                <a:cubicBezTo>
                  <a:pt x="66808" y="69844"/>
                  <a:pt x="69770" y="67007"/>
                  <a:pt x="72458" y="64095"/>
                </a:cubicBezTo>
                <a:close/>
                <a:moveTo>
                  <a:pt x="18345" y="79751"/>
                </a:moveTo>
                <a:cubicBezTo>
                  <a:pt x="18370" y="79751"/>
                  <a:pt x="18370" y="79776"/>
                  <a:pt x="18395" y="79776"/>
                </a:cubicBezTo>
                <a:cubicBezTo>
                  <a:pt x="18370" y="79851"/>
                  <a:pt x="18295" y="79875"/>
                  <a:pt x="18270" y="79925"/>
                </a:cubicBezTo>
                <a:lnTo>
                  <a:pt x="18196" y="79925"/>
                </a:lnTo>
                <a:cubicBezTo>
                  <a:pt x="18245" y="79826"/>
                  <a:pt x="18295" y="79801"/>
                  <a:pt x="18345" y="79751"/>
                </a:cubicBezTo>
                <a:close/>
                <a:moveTo>
                  <a:pt x="112856" y="59440"/>
                </a:moveTo>
                <a:cubicBezTo>
                  <a:pt x="111114" y="63871"/>
                  <a:pt x="108700" y="68550"/>
                  <a:pt x="105713" y="73155"/>
                </a:cubicBezTo>
                <a:cubicBezTo>
                  <a:pt x="105489" y="73503"/>
                  <a:pt x="105240" y="73877"/>
                  <a:pt x="105016" y="74200"/>
                </a:cubicBezTo>
                <a:cubicBezTo>
                  <a:pt x="103721" y="76167"/>
                  <a:pt x="102303" y="78108"/>
                  <a:pt x="100809" y="80025"/>
                </a:cubicBezTo>
                <a:cubicBezTo>
                  <a:pt x="100784" y="79403"/>
                  <a:pt x="100486" y="78631"/>
                  <a:pt x="99988" y="77735"/>
                </a:cubicBezTo>
                <a:cubicBezTo>
                  <a:pt x="104344" y="72209"/>
                  <a:pt x="108077" y="66559"/>
                  <a:pt x="110965" y="60958"/>
                </a:cubicBezTo>
                <a:cubicBezTo>
                  <a:pt x="111687" y="60485"/>
                  <a:pt x="112334" y="59988"/>
                  <a:pt x="112856" y="59440"/>
                </a:cubicBezTo>
                <a:close/>
                <a:moveTo>
                  <a:pt x="16752" y="79527"/>
                </a:moveTo>
                <a:cubicBezTo>
                  <a:pt x="16851" y="79552"/>
                  <a:pt x="16926" y="79602"/>
                  <a:pt x="17026" y="79651"/>
                </a:cubicBezTo>
                <a:cubicBezTo>
                  <a:pt x="17125" y="79676"/>
                  <a:pt x="17175" y="79726"/>
                  <a:pt x="17275" y="79751"/>
                </a:cubicBezTo>
                <a:cubicBezTo>
                  <a:pt x="17474" y="79851"/>
                  <a:pt x="17673" y="79900"/>
                  <a:pt x="17872" y="80000"/>
                </a:cubicBezTo>
                <a:lnTo>
                  <a:pt x="17872" y="80025"/>
                </a:lnTo>
                <a:lnTo>
                  <a:pt x="17872" y="80050"/>
                </a:lnTo>
                <a:lnTo>
                  <a:pt x="16752" y="79602"/>
                </a:lnTo>
                <a:lnTo>
                  <a:pt x="16752" y="79552"/>
                </a:lnTo>
                <a:lnTo>
                  <a:pt x="16752" y="79527"/>
                </a:lnTo>
                <a:close/>
                <a:moveTo>
                  <a:pt x="79751" y="70591"/>
                </a:moveTo>
                <a:cubicBezTo>
                  <a:pt x="79776" y="70591"/>
                  <a:pt x="79776" y="70641"/>
                  <a:pt x="79826" y="70641"/>
                </a:cubicBezTo>
                <a:cubicBezTo>
                  <a:pt x="77038" y="74076"/>
                  <a:pt x="73653" y="77337"/>
                  <a:pt x="69870" y="80050"/>
                </a:cubicBezTo>
                <a:cubicBezTo>
                  <a:pt x="69870" y="80025"/>
                  <a:pt x="69820" y="80025"/>
                  <a:pt x="69820" y="80000"/>
                </a:cubicBezTo>
                <a:cubicBezTo>
                  <a:pt x="73603" y="77287"/>
                  <a:pt x="76988" y="74051"/>
                  <a:pt x="79751" y="70591"/>
                </a:cubicBezTo>
                <a:close/>
                <a:moveTo>
                  <a:pt x="63572" y="72707"/>
                </a:moveTo>
                <a:cubicBezTo>
                  <a:pt x="63721" y="72906"/>
                  <a:pt x="63896" y="73055"/>
                  <a:pt x="64070" y="73254"/>
                </a:cubicBezTo>
                <a:cubicBezTo>
                  <a:pt x="64219" y="73404"/>
                  <a:pt x="64393" y="73578"/>
                  <a:pt x="64543" y="73777"/>
                </a:cubicBezTo>
                <a:cubicBezTo>
                  <a:pt x="66260" y="75694"/>
                  <a:pt x="67953" y="77859"/>
                  <a:pt x="69571" y="80050"/>
                </a:cubicBezTo>
                <a:cubicBezTo>
                  <a:pt x="69571" y="80050"/>
                  <a:pt x="69546" y="80050"/>
                  <a:pt x="69546" y="80099"/>
                </a:cubicBezTo>
                <a:cubicBezTo>
                  <a:pt x="68177" y="78233"/>
                  <a:pt x="66808" y="76490"/>
                  <a:pt x="65439" y="74872"/>
                </a:cubicBezTo>
                <a:lnTo>
                  <a:pt x="65339" y="74773"/>
                </a:lnTo>
                <a:cubicBezTo>
                  <a:pt x="65090" y="74449"/>
                  <a:pt x="64817" y="74175"/>
                  <a:pt x="64568" y="73902"/>
                </a:cubicBezTo>
                <a:cubicBezTo>
                  <a:pt x="64369" y="73678"/>
                  <a:pt x="64194" y="73454"/>
                  <a:pt x="63970" y="73254"/>
                </a:cubicBezTo>
                <a:cubicBezTo>
                  <a:pt x="63821" y="73055"/>
                  <a:pt x="63672" y="72906"/>
                  <a:pt x="63522" y="72757"/>
                </a:cubicBezTo>
                <a:cubicBezTo>
                  <a:pt x="63547" y="72757"/>
                  <a:pt x="63547" y="72707"/>
                  <a:pt x="63572" y="72707"/>
                </a:cubicBezTo>
                <a:close/>
                <a:moveTo>
                  <a:pt x="18295" y="80174"/>
                </a:moveTo>
                <a:cubicBezTo>
                  <a:pt x="18367" y="80174"/>
                  <a:pt x="18393" y="80174"/>
                  <a:pt x="18417" y="80219"/>
                </a:cubicBezTo>
                <a:lnTo>
                  <a:pt x="18417" y="80219"/>
                </a:lnTo>
                <a:cubicBezTo>
                  <a:pt x="18376" y="80204"/>
                  <a:pt x="18336" y="80189"/>
                  <a:pt x="18295" y="80174"/>
                </a:cubicBezTo>
                <a:close/>
                <a:moveTo>
                  <a:pt x="99888" y="77859"/>
                </a:moveTo>
                <a:cubicBezTo>
                  <a:pt x="100411" y="78805"/>
                  <a:pt x="100685" y="79627"/>
                  <a:pt x="100660" y="80249"/>
                </a:cubicBezTo>
                <a:cubicBezTo>
                  <a:pt x="100616" y="80271"/>
                  <a:pt x="100572" y="80293"/>
                  <a:pt x="100562" y="80332"/>
                </a:cubicBezTo>
                <a:lnTo>
                  <a:pt x="100562" y="80332"/>
                </a:lnTo>
                <a:cubicBezTo>
                  <a:pt x="100630" y="79736"/>
                  <a:pt x="100356" y="78920"/>
                  <a:pt x="99814" y="77909"/>
                </a:cubicBezTo>
                <a:lnTo>
                  <a:pt x="99888" y="77859"/>
                </a:lnTo>
                <a:close/>
                <a:moveTo>
                  <a:pt x="44232" y="79527"/>
                </a:moveTo>
                <a:cubicBezTo>
                  <a:pt x="44257" y="79751"/>
                  <a:pt x="44281" y="79925"/>
                  <a:pt x="44356" y="80124"/>
                </a:cubicBezTo>
                <a:cubicBezTo>
                  <a:pt x="44381" y="80199"/>
                  <a:pt x="44381" y="80299"/>
                  <a:pt x="44406" y="80423"/>
                </a:cubicBezTo>
                <a:lnTo>
                  <a:pt x="44381" y="80423"/>
                </a:lnTo>
                <a:cubicBezTo>
                  <a:pt x="44356" y="80124"/>
                  <a:pt x="44257" y="79826"/>
                  <a:pt x="44182" y="79527"/>
                </a:cubicBezTo>
                <a:close/>
                <a:moveTo>
                  <a:pt x="18594" y="79826"/>
                </a:moveTo>
                <a:cubicBezTo>
                  <a:pt x="19117" y="80050"/>
                  <a:pt x="19639" y="80274"/>
                  <a:pt x="20212" y="80448"/>
                </a:cubicBezTo>
                <a:lnTo>
                  <a:pt x="19739" y="80373"/>
                </a:lnTo>
                <a:lnTo>
                  <a:pt x="19092" y="80174"/>
                </a:lnTo>
                <a:cubicBezTo>
                  <a:pt x="18868" y="80124"/>
                  <a:pt x="18668" y="80050"/>
                  <a:pt x="18494" y="80000"/>
                </a:cubicBezTo>
                <a:cubicBezTo>
                  <a:pt x="18494" y="79925"/>
                  <a:pt x="18519" y="79900"/>
                  <a:pt x="18594" y="79826"/>
                </a:cubicBezTo>
                <a:close/>
                <a:moveTo>
                  <a:pt x="108127" y="69595"/>
                </a:moveTo>
                <a:lnTo>
                  <a:pt x="108127" y="69595"/>
                </a:lnTo>
                <a:cubicBezTo>
                  <a:pt x="107878" y="70093"/>
                  <a:pt x="107580" y="70591"/>
                  <a:pt x="107256" y="71089"/>
                </a:cubicBezTo>
                <a:cubicBezTo>
                  <a:pt x="106708" y="72035"/>
                  <a:pt x="106111" y="72931"/>
                  <a:pt x="105514" y="73877"/>
                </a:cubicBezTo>
                <a:cubicBezTo>
                  <a:pt x="105489" y="73926"/>
                  <a:pt x="105464" y="74001"/>
                  <a:pt x="105389" y="74051"/>
                </a:cubicBezTo>
                <a:cubicBezTo>
                  <a:pt x="104966" y="74698"/>
                  <a:pt x="104493" y="75395"/>
                  <a:pt x="104045" y="76042"/>
                </a:cubicBezTo>
                <a:cubicBezTo>
                  <a:pt x="103995" y="76117"/>
                  <a:pt x="103945" y="76192"/>
                  <a:pt x="103896" y="76266"/>
                </a:cubicBezTo>
                <a:cubicBezTo>
                  <a:pt x="103846" y="76366"/>
                  <a:pt x="103771" y="76416"/>
                  <a:pt x="103746" y="76515"/>
                </a:cubicBezTo>
                <a:lnTo>
                  <a:pt x="103000" y="77536"/>
                </a:lnTo>
                <a:cubicBezTo>
                  <a:pt x="102800" y="77785"/>
                  <a:pt x="102651" y="78034"/>
                  <a:pt x="102477" y="78258"/>
                </a:cubicBezTo>
                <a:cubicBezTo>
                  <a:pt x="102402" y="78307"/>
                  <a:pt x="102377" y="78382"/>
                  <a:pt x="102303" y="78482"/>
                </a:cubicBezTo>
                <a:cubicBezTo>
                  <a:pt x="102104" y="78755"/>
                  <a:pt x="101904" y="79004"/>
                  <a:pt x="101680" y="79278"/>
                </a:cubicBezTo>
                <a:cubicBezTo>
                  <a:pt x="101382" y="79676"/>
                  <a:pt x="101108" y="80099"/>
                  <a:pt x="100784" y="80473"/>
                </a:cubicBezTo>
                <a:lnTo>
                  <a:pt x="100784" y="80423"/>
                </a:lnTo>
                <a:lnTo>
                  <a:pt x="100784" y="80373"/>
                </a:lnTo>
                <a:cubicBezTo>
                  <a:pt x="100909" y="80224"/>
                  <a:pt x="101058" y="80025"/>
                  <a:pt x="101183" y="79851"/>
                </a:cubicBezTo>
                <a:cubicBezTo>
                  <a:pt x="102104" y="78681"/>
                  <a:pt x="103099" y="77386"/>
                  <a:pt x="103796" y="76316"/>
                </a:cubicBezTo>
                <a:cubicBezTo>
                  <a:pt x="104294" y="75619"/>
                  <a:pt x="104792" y="74823"/>
                  <a:pt x="105339" y="74026"/>
                </a:cubicBezTo>
                <a:cubicBezTo>
                  <a:pt x="105364" y="74001"/>
                  <a:pt x="105389" y="73951"/>
                  <a:pt x="105389" y="73902"/>
                </a:cubicBezTo>
                <a:cubicBezTo>
                  <a:pt x="106360" y="72408"/>
                  <a:pt x="107331" y="70890"/>
                  <a:pt x="108127" y="69595"/>
                </a:cubicBezTo>
                <a:close/>
                <a:moveTo>
                  <a:pt x="94686" y="71811"/>
                </a:moveTo>
                <a:cubicBezTo>
                  <a:pt x="96503" y="73702"/>
                  <a:pt x="97922" y="75420"/>
                  <a:pt x="98893" y="76889"/>
                </a:cubicBezTo>
                <a:cubicBezTo>
                  <a:pt x="98196" y="77859"/>
                  <a:pt x="97499" y="78805"/>
                  <a:pt x="96752" y="79776"/>
                </a:cubicBezTo>
                <a:cubicBezTo>
                  <a:pt x="96702" y="79801"/>
                  <a:pt x="96702" y="79826"/>
                  <a:pt x="96677" y="79875"/>
                </a:cubicBezTo>
                <a:cubicBezTo>
                  <a:pt x="96503" y="80099"/>
                  <a:pt x="96304" y="80348"/>
                  <a:pt x="96155" y="80547"/>
                </a:cubicBezTo>
                <a:cubicBezTo>
                  <a:pt x="94412" y="79826"/>
                  <a:pt x="92272" y="78730"/>
                  <a:pt x="89957" y="77337"/>
                </a:cubicBezTo>
                <a:cubicBezTo>
                  <a:pt x="90355" y="76913"/>
                  <a:pt x="90778" y="76440"/>
                  <a:pt x="91151" y="76017"/>
                </a:cubicBezTo>
                <a:cubicBezTo>
                  <a:pt x="91226" y="75918"/>
                  <a:pt x="91326" y="75793"/>
                  <a:pt x="91425" y="75694"/>
                </a:cubicBezTo>
                <a:cubicBezTo>
                  <a:pt x="92072" y="74922"/>
                  <a:pt x="92720" y="74175"/>
                  <a:pt x="93392" y="73404"/>
                </a:cubicBezTo>
                <a:cubicBezTo>
                  <a:pt x="93441" y="73329"/>
                  <a:pt x="93466" y="73279"/>
                  <a:pt x="93541" y="73205"/>
                </a:cubicBezTo>
                <a:cubicBezTo>
                  <a:pt x="93914" y="72732"/>
                  <a:pt x="94313" y="72284"/>
                  <a:pt x="94686" y="71811"/>
                </a:cubicBezTo>
                <a:close/>
                <a:moveTo>
                  <a:pt x="99042" y="77038"/>
                </a:moveTo>
                <a:lnTo>
                  <a:pt x="99067" y="77063"/>
                </a:lnTo>
                <a:cubicBezTo>
                  <a:pt x="98245" y="78258"/>
                  <a:pt x="97374" y="79427"/>
                  <a:pt x="96428" y="80597"/>
                </a:cubicBezTo>
                <a:lnTo>
                  <a:pt x="96379" y="80597"/>
                </a:lnTo>
                <a:cubicBezTo>
                  <a:pt x="97300" y="79403"/>
                  <a:pt x="98196" y="78233"/>
                  <a:pt x="99042" y="77038"/>
                </a:cubicBezTo>
                <a:close/>
                <a:moveTo>
                  <a:pt x="79950" y="70765"/>
                </a:moveTo>
                <a:cubicBezTo>
                  <a:pt x="80025" y="70840"/>
                  <a:pt x="80150" y="70915"/>
                  <a:pt x="80249" y="71014"/>
                </a:cubicBezTo>
                <a:cubicBezTo>
                  <a:pt x="77138" y="74325"/>
                  <a:pt x="73777" y="77561"/>
                  <a:pt x="70243" y="80622"/>
                </a:cubicBezTo>
                <a:lnTo>
                  <a:pt x="69944" y="80249"/>
                </a:lnTo>
                <a:cubicBezTo>
                  <a:pt x="73777" y="77511"/>
                  <a:pt x="77163" y="74225"/>
                  <a:pt x="79950" y="70765"/>
                </a:cubicBezTo>
                <a:close/>
                <a:moveTo>
                  <a:pt x="44406" y="80622"/>
                </a:moveTo>
                <a:cubicBezTo>
                  <a:pt x="44406" y="80640"/>
                  <a:pt x="44406" y="80659"/>
                  <a:pt x="44407" y="80677"/>
                </a:cubicBezTo>
                <a:lnTo>
                  <a:pt x="44407" y="80677"/>
                </a:lnTo>
                <a:cubicBezTo>
                  <a:pt x="44399" y="80659"/>
                  <a:pt x="44390" y="80640"/>
                  <a:pt x="44381" y="80622"/>
                </a:cubicBezTo>
                <a:close/>
                <a:moveTo>
                  <a:pt x="89832" y="77486"/>
                </a:moveTo>
                <a:cubicBezTo>
                  <a:pt x="92147" y="78880"/>
                  <a:pt x="94263" y="79975"/>
                  <a:pt x="96030" y="80647"/>
                </a:cubicBezTo>
                <a:cubicBezTo>
                  <a:pt x="96030" y="80672"/>
                  <a:pt x="96005" y="80672"/>
                  <a:pt x="96005" y="80722"/>
                </a:cubicBezTo>
                <a:cubicBezTo>
                  <a:pt x="94213" y="80025"/>
                  <a:pt x="92097" y="78905"/>
                  <a:pt x="89807" y="77536"/>
                </a:cubicBezTo>
                <a:cubicBezTo>
                  <a:pt x="89807" y="77511"/>
                  <a:pt x="89832" y="77511"/>
                  <a:pt x="89832" y="77486"/>
                </a:cubicBezTo>
                <a:close/>
                <a:moveTo>
                  <a:pt x="18743" y="79627"/>
                </a:moveTo>
                <a:cubicBezTo>
                  <a:pt x="19764" y="80050"/>
                  <a:pt x="20834" y="80423"/>
                  <a:pt x="21879" y="80747"/>
                </a:cubicBezTo>
                <a:cubicBezTo>
                  <a:pt x="21780" y="80747"/>
                  <a:pt x="21655" y="80747"/>
                  <a:pt x="21531" y="80722"/>
                </a:cubicBezTo>
                <a:cubicBezTo>
                  <a:pt x="20585" y="80398"/>
                  <a:pt x="19614" y="80050"/>
                  <a:pt x="18668" y="79676"/>
                </a:cubicBezTo>
                <a:lnTo>
                  <a:pt x="18743" y="79627"/>
                </a:lnTo>
                <a:close/>
                <a:moveTo>
                  <a:pt x="37337" y="73777"/>
                </a:moveTo>
                <a:lnTo>
                  <a:pt x="37337" y="73777"/>
                </a:lnTo>
                <a:cubicBezTo>
                  <a:pt x="35669" y="75146"/>
                  <a:pt x="34300" y="77137"/>
                  <a:pt x="33329" y="79726"/>
                </a:cubicBezTo>
                <a:cubicBezTo>
                  <a:pt x="32608" y="79900"/>
                  <a:pt x="31911" y="80099"/>
                  <a:pt x="31214" y="80249"/>
                </a:cubicBezTo>
                <a:cubicBezTo>
                  <a:pt x="30666" y="80373"/>
                  <a:pt x="30094" y="80448"/>
                  <a:pt x="29546" y="80547"/>
                </a:cubicBezTo>
                <a:cubicBezTo>
                  <a:pt x="29347" y="80597"/>
                  <a:pt x="29197" y="80622"/>
                  <a:pt x="28998" y="80647"/>
                </a:cubicBezTo>
                <a:cubicBezTo>
                  <a:pt x="28924" y="80647"/>
                  <a:pt x="28824" y="80672"/>
                  <a:pt x="28749" y="80672"/>
                </a:cubicBezTo>
                <a:cubicBezTo>
                  <a:pt x="28550" y="80722"/>
                  <a:pt x="28351" y="80722"/>
                  <a:pt x="28152" y="80747"/>
                </a:cubicBezTo>
                <a:cubicBezTo>
                  <a:pt x="28924" y="78656"/>
                  <a:pt x="29845" y="76565"/>
                  <a:pt x="30940" y="74499"/>
                </a:cubicBezTo>
                <a:cubicBezTo>
                  <a:pt x="31189" y="74499"/>
                  <a:pt x="31413" y="74524"/>
                  <a:pt x="31662" y="74524"/>
                </a:cubicBezTo>
                <a:cubicBezTo>
                  <a:pt x="33429" y="74524"/>
                  <a:pt x="35346" y="74275"/>
                  <a:pt x="37337" y="73777"/>
                </a:cubicBezTo>
                <a:close/>
                <a:moveTo>
                  <a:pt x="99191" y="77262"/>
                </a:moveTo>
                <a:cubicBezTo>
                  <a:pt x="99291" y="77411"/>
                  <a:pt x="99365" y="77536"/>
                  <a:pt x="99440" y="77660"/>
                </a:cubicBezTo>
                <a:cubicBezTo>
                  <a:pt x="98619" y="78730"/>
                  <a:pt x="97772" y="79751"/>
                  <a:pt x="96901" y="80747"/>
                </a:cubicBezTo>
                <a:cubicBezTo>
                  <a:pt x="96802" y="80722"/>
                  <a:pt x="96752" y="80672"/>
                  <a:pt x="96652" y="80647"/>
                </a:cubicBezTo>
                <a:cubicBezTo>
                  <a:pt x="97524" y="79527"/>
                  <a:pt x="98395" y="78407"/>
                  <a:pt x="99191" y="77262"/>
                </a:cubicBezTo>
                <a:close/>
                <a:moveTo>
                  <a:pt x="30716" y="74499"/>
                </a:moveTo>
                <a:cubicBezTo>
                  <a:pt x="29621" y="76615"/>
                  <a:pt x="28700" y="78681"/>
                  <a:pt x="27878" y="80772"/>
                </a:cubicBezTo>
                <a:lnTo>
                  <a:pt x="27828" y="80772"/>
                </a:lnTo>
                <a:cubicBezTo>
                  <a:pt x="28625" y="78681"/>
                  <a:pt x="29596" y="76615"/>
                  <a:pt x="30666" y="74499"/>
                </a:cubicBezTo>
                <a:close/>
                <a:moveTo>
                  <a:pt x="69770" y="80323"/>
                </a:moveTo>
                <a:cubicBezTo>
                  <a:pt x="69870" y="80448"/>
                  <a:pt x="69944" y="80572"/>
                  <a:pt x="70044" y="80747"/>
                </a:cubicBezTo>
                <a:cubicBezTo>
                  <a:pt x="70044" y="80747"/>
                  <a:pt x="70044" y="80772"/>
                  <a:pt x="70019" y="80772"/>
                </a:cubicBezTo>
                <a:cubicBezTo>
                  <a:pt x="69919" y="80647"/>
                  <a:pt x="69820" y="80498"/>
                  <a:pt x="69745" y="80373"/>
                </a:cubicBezTo>
                <a:lnTo>
                  <a:pt x="69770" y="80323"/>
                </a:lnTo>
                <a:close/>
                <a:moveTo>
                  <a:pt x="80398" y="71139"/>
                </a:moveTo>
                <a:cubicBezTo>
                  <a:pt x="80448" y="71139"/>
                  <a:pt x="80448" y="71164"/>
                  <a:pt x="80473" y="71164"/>
                </a:cubicBezTo>
                <a:cubicBezTo>
                  <a:pt x="77337" y="74524"/>
                  <a:pt x="73977" y="77760"/>
                  <a:pt x="70392" y="80796"/>
                </a:cubicBezTo>
                <a:cubicBezTo>
                  <a:pt x="70392" y="80772"/>
                  <a:pt x="70367" y="80772"/>
                  <a:pt x="70367" y="80747"/>
                </a:cubicBezTo>
                <a:cubicBezTo>
                  <a:pt x="73902" y="77735"/>
                  <a:pt x="77262" y="74499"/>
                  <a:pt x="80398" y="71139"/>
                </a:cubicBezTo>
                <a:close/>
                <a:moveTo>
                  <a:pt x="99540" y="77859"/>
                </a:moveTo>
                <a:cubicBezTo>
                  <a:pt x="99540" y="77884"/>
                  <a:pt x="99565" y="77884"/>
                  <a:pt x="99565" y="77909"/>
                </a:cubicBezTo>
                <a:cubicBezTo>
                  <a:pt x="98768" y="78880"/>
                  <a:pt x="97947" y="79875"/>
                  <a:pt x="97150" y="80846"/>
                </a:cubicBezTo>
                <a:cubicBezTo>
                  <a:pt x="97100" y="80846"/>
                  <a:pt x="97100" y="80846"/>
                  <a:pt x="97076" y="80796"/>
                </a:cubicBezTo>
                <a:cubicBezTo>
                  <a:pt x="97922" y="79801"/>
                  <a:pt x="98743" y="78855"/>
                  <a:pt x="99540" y="77859"/>
                </a:cubicBezTo>
                <a:close/>
                <a:moveTo>
                  <a:pt x="26634" y="73752"/>
                </a:moveTo>
                <a:cubicBezTo>
                  <a:pt x="27804" y="74151"/>
                  <a:pt x="29073" y="74399"/>
                  <a:pt x="30467" y="74499"/>
                </a:cubicBezTo>
                <a:cubicBezTo>
                  <a:pt x="29372" y="76615"/>
                  <a:pt x="28451" y="78730"/>
                  <a:pt x="27629" y="80796"/>
                </a:cubicBezTo>
                <a:cubicBezTo>
                  <a:pt x="27455" y="80846"/>
                  <a:pt x="27231" y="80871"/>
                  <a:pt x="27057" y="80871"/>
                </a:cubicBezTo>
                <a:cubicBezTo>
                  <a:pt x="26883" y="80871"/>
                  <a:pt x="26758" y="80896"/>
                  <a:pt x="26609" y="80896"/>
                </a:cubicBezTo>
                <a:cubicBezTo>
                  <a:pt x="25986" y="80921"/>
                  <a:pt x="25364" y="80971"/>
                  <a:pt x="24742" y="80971"/>
                </a:cubicBezTo>
                <a:lnTo>
                  <a:pt x="24642" y="80971"/>
                </a:lnTo>
                <a:cubicBezTo>
                  <a:pt x="24145" y="80971"/>
                  <a:pt x="23622" y="80921"/>
                  <a:pt x="23124" y="80896"/>
                </a:cubicBezTo>
                <a:lnTo>
                  <a:pt x="23074" y="80896"/>
                </a:lnTo>
                <a:cubicBezTo>
                  <a:pt x="21655" y="80523"/>
                  <a:pt x="20262" y="80050"/>
                  <a:pt x="18893" y="79502"/>
                </a:cubicBezTo>
                <a:cubicBezTo>
                  <a:pt x="21133" y="76913"/>
                  <a:pt x="23821" y="74947"/>
                  <a:pt x="26634" y="73752"/>
                </a:cubicBezTo>
                <a:close/>
                <a:moveTo>
                  <a:pt x="70193" y="80871"/>
                </a:moveTo>
                <a:cubicBezTo>
                  <a:pt x="70193" y="80896"/>
                  <a:pt x="70193" y="80921"/>
                  <a:pt x="70218" y="80921"/>
                </a:cubicBezTo>
                <a:lnTo>
                  <a:pt x="70193" y="80971"/>
                </a:lnTo>
                <a:cubicBezTo>
                  <a:pt x="70193" y="80921"/>
                  <a:pt x="70168" y="80921"/>
                  <a:pt x="70168" y="80896"/>
                </a:cubicBezTo>
                <a:lnTo>
                  <a:pt x="70193" y="80871"/>
                </a:lnTo>
                <a:close/>
                <a:moveTo>
                  <a:pt x="18454" y="80232"/>
                </a:moveTo>
                <a:cubicBezTo>
                  <a:pt x="18763" y="80306"/>
                  <a:pt x="19028" y="80402"/>
                  <a:pt x="19341" y="80498"/>
                </a:cubicBezTo>
                <a:cubicBezTo>
                  <a:pt x="19415" y="80523"/>
                  <a:pt x="19540" y="80523"/>
                  <a:pt x="19639" y="80547"/>
                </a:cubicBezTo>
                <a:lnTo>
                  <a:pt x="19664" y="80547"/>
                </a:lnTo>
                <a:cubicBezTo>
                  <a:pt x="19988" y="80622"/>
                  <a:pt x="20262" y="80722"/>
                  <a:pt x="20610" y="80772"/>
                </a:cubicBezTo>
                <a:cubicBezTo>
                  <a:pt x="20759" y="80796"/>
                  <a:pt x="20909" y="80821"/>
                  <a:pt x="21108" y="80821"/>
                </a:cubicBezTo>
                <a:cubicBezTo>
                  <a:pt x="21158" y="80821"/>
                  <a:pt x="21207" y="80871"/>
                  <a:pt x="21257" y="80871"/>
                </a:cubicBezTo>
                <a:cubicBezTo>
                  <a:pt x="21307" y="80871"/>
                  <a:pt x="21382" y="80871"/>
                  <a:pt x="21456" y="80896"/>
                </a:cubicBezTo>
                <a:cubicBezTo>
                  <a:pt x="21481" y="80896"/>
                  <a:pt x="21506" y="80896"/>
                  <a:pt x="21531" y="80921"/>
                </a:cubicBezTo>
                <a:cubicBezTo>
                  <a:pt x="21581" y="80921"/>
                  <a:pt x="21631" y="80971"/>
                  <a:pt x="21655" y="80971"/>
                </a:cubicBezTo>
                <a:lnTo>
                  <a:pt x="21705" y="80971"/>
                </a:lnTo>
                <a:cubicBezTo>
                  <a:pt x="21722" y="80971"/>
                  <a:pt x="21749" y="80982"/>
                  <a:pt x="21780" y="80989"/>
                </a:cubicBezTo>
                <a:lnTo>
                  <a:pt x="21780" y="80989"/>
                </a:lnTo>
                <a:cubicBezTo>
                  <a:pt x="21631" y="80970"/>
                  <a:pt x="21516" y="80966"/>
                  <a:pt x="21382" y="80921"/>
                </a:cubicBezTo>
                <a:cubicBezTo>
                  <a:pt x="21257" y="80896"/>
                  <a:pt x="21158" y="80896"/>
                  <a:pt x="21083" y="80871"/>
                </a:cubicBezTo>
                <a:cubicBezTo>
                  <a:pt x="20171" y="80754"/>
                  <a:pt x="19281" y="80527"/>
                  <a:pt x="18454" y="80232"/>
                </a:cubicBezTo>
                <a:close/>
                <a:moveTo>
                  <a:pt x="27828" y="80971"/>
                </a:moveTo>
                <a:lnTo>
                  <a:pt x="27828" y="80996"/>
                </a:lnTo>
                <a:lnTo>
                  <a:pt x="27754" y="80996"/>
                </a:lnTo>
                <a:lnTo>
                  <a:pt x="27754" y="80971"/>
                </a:lnTo>
                <a:close/>
                <a:moveTo>
                  <a:pt x="33230" y="79975"/>
                </a:moveTo>
                <a:lnTo>
                  <a:pt x="33230" y="80000"/>
                </a:lnTo>
                <a:lnTo>
                  <a:pt x="33230" y="80025"/>
                </a:lnTo>
                <a:cubicBezTo>
                  <a:pt x="31811" y="80398"/>
                  <a:pt x="30392" y="80722"/>
                  <a:pt x="29073" y="80896"/>
                </a:cubicBezTo>
                <a:cubicBezTo>
                  <a:pt x="28973" y="80896"/>
                  <a:pt x="28899" y="80921"/>
                  <a:pt x="28824" y="80921"/>
                </a:cubicBezTo>
                <a:cubicBezTo>
                  <a:pt x="28550" y="80921"/>
                  <a:pt x="28252" y="80971"/>
                  <a:pt x="28003" y="80996"/>
                </a:cubicBezTo>
                <a:cubicBezTo>
                  <a:pt x="28301" y="80921"/>
                  <a:pt x="28525" y="80896"/>
                  <a:pt x="28774" y="80871"/>
                </a:cubicBezTo>
                <a:cubicBezTo>
                  <a:pt x="28849" y="80871"/>
                  <a:pt x="28924" y="80846"/>
                  <a:pt x="28998" y="80846"/>
                </a:cubicBezTo>
                <a:cubicBezTo>
                  <a:pt x="30367" y="80647"/>
                  <a:pt x="31811" y="80348"/>
                  <a:pt x="33230" y="79975"/>
                </a:cubicBezTo>
                <a:close/>
                <a:moveTo>
                  <a:pt x="96503" y="80846"/>
                </a:moveTo>
                <a:cubicBezTo>
                  <a:pt x="96578" y="80871"/>
                  <a:pt x="96652" y="80896"/>
                  <a:pt x="96752" y="80921"/>
                </a:cubicBezTo>
                <a:cubicBezTo>
                  <a:pt x="96752" y="80971"/>
                  <a:pt x="96702" y="80971"/>
                  <a:pt x="96702" y="80996"/>
                </a:cubicBezTo>
                <a:cubicBezTo>
                  <a:pt x="96627" y="80971"/>
                  <a:pt x="96553" y="80921"/>
                  <a:pt x="96453" y="80896"/>
                </a:cubicBezTo>
                <a:cubicBezTo>
                  <a:pt x="96503" y="80871"/>
                  <a:pt x="96503" y="80846"/>
                  <a:pt x="96503" y="80846"/>
                </a:cubicBezTo>
                <a:close/>
                <a:moveTo>
                  <a:pt x="96951" y="80971"/>
                </a:moveTo>
                <a:cubicBezTo>
                  <a:pt x="96951" y="80971"/>
                  <a:pt x="97001" y="80996"/>
                  <a:pt x="97026" y="80996"/>
                </a:cubicBezTo>
                <a:cubicBezTo>
                  <a:pt x="97026" y="81020"/>
                  <a:pt x="97001" y="81020"/>
                  <a:pt x="97001" y="81045"/>
                </a:cubicBezTo>
                <a:cubicBezTo>
                  <a:pt x="96951" y="81045"/>
                  <a:pt x="96951" y="81045"/>
                  <a:pt x="96926" y="81020"/>
                </a:cubicBezTo>
                <a:cubicBezTo>
                  <a:pt x="96926" y="80996"/>
                  <a:pt x="96951" y="80996"/>
                  <a:pt x="96951" y="80971"/>
                </a:cubicBezTo>
                <a:close/>
                <a:moveTo>
                  <a:pt x="44406" y="78656"/>
                </a:moveTo>
                <a:lnTo>
                  <a:pt x="44879" y="79602"/>
                </a:lnTo>
                <a:cubicBezTo>
                  <a:pt x="44978" y="79776"/>
                  <a:pt x="45053" y="79975"/>
                  <a:pt x="45128" y="80149"/>
                </a:cubicBezTo>
                <a:cubicBezTo>
                  <a:pt x="45252" y="80473"/>
                  <a:pt x="45377" y="80747"/>
                  <a:pt x="45476" y="81045"/>
                </a:cubicBezTo>
                <a:cubicBezTo>
                  <a:pt x="45479" y="81053"/>
                  <a:pt x="45481" y="81061"/>
                  <a:pt x="45483" y="81069"/>
                </a:cubicBezTo>
                <a:lnTo>
                  <a:pt x="45483" y="81069"/>
                </a:lnTo>
                <a:cubicBezTo>
                  <a:pt x="45385" y="80794"/>
                  <a:pt x="45279" y="80517"/>
                  <a:pt x="45153" y="80249"/>
                </a:cubicBezTo>
                <a:cubicBezTo>
                  <a:pt x="45128" y="80174"/>
                  <a:pt x="45103" y="80124"/>
                  <a:pt x="45053" y="80025"/>
                </a:cubicBezTo>
                <a:cubicBezTo>
                  <a:pt x="44879" y="79627"/>
                  <a:pt x="44680" y="79228"/>
                  <a:pt x="44481" y="78855"/>
                </a:cubicBezTo>
                <a:cubicBezTo>
                  <a:pt x="44431" y="78805"/>
                  <a:pt x="44431" y="78755"/>
                  <a:pt x="44406" y="78730"/>
                </a:cubicBezTo>
                <a:lnTo>
                  <a:pt x="44406" y="78681"/>
                </a:lnTo>
                <a:lnTo>
                  <a:pt x="44406" y="78656"/>
                </a:lnTo>
                <a:close/>
                <a:moveTo>
                  <a:pt x="22651" y="81045"/>
                </a:moveTo>
                <a:cubicBezTo>
                  <a:pt x="22751" y="81045"/>
                  <a:pt x="22850" y="81095"/>
                  <a:pt x="22950" y="81095"/>
                </a:cubicBezTo>
                <a:lnTo>
                  <a:pt x="23024" y="81095"/>
                </a:lnTo>
                <a:cubicBezTo>
                  <a:pt x="23074" y="81095"/>
                  <a:pt x="23124" y="81120"/>
                  <a:pt x="23149" y="81120"/>
                </a:cubicBezTo>
                <a:lnTo>
                  <a:pt x="23199" y="81120"/>
                </a:lnTo>
                <a:cubicBezTo>
                  <a:pt x="23248" y="81145"/>
                  <a:pt x="23273" y="81145"/>
                  <a:pt x="23323" y="81145"/>
                </a:cubicBezTo>
                <a:lnTo>
                  <a:pt x="22975" y="81145"/>
                </a:lnTo>
                <a:cubicBezTo>
                  <a:pt x="22900" y="81145"/>
                  <a:pt x="22875" y="81120"/>
                  <a:pt x="22825" y="81120"/>
                </a:cubicBezTo>
                <a:cubicBezTo>
                  <a:pt x="22751" y="81070"/>
                  <a:pt x="22701" y="81070"/>
                  <a:pt x="22626" y="81045"/>
                </a:cubicBezTo>
                <a:close/>
                <a:moveTo>
                  <a:pt x="100535" y="80672"/>
                </a:moveTo>
                <a:cubicBezTo>
                  <a:pt x="100535" y="80747"/>
                  <a:pt x="100510" y="80772"/>
                  <a:pt x="100486" y="80796"/>
                </a:cubicBezTo>
                <a:cubicBezTo>
                  <a:pt x="100386" y="80921"/>
                  <a:pt x="100286" y="81020"/>
                  <a:pt x="100237" y="81145"/>
                </a:cubicBezTo>
                <a:cubicBezTo>
                  <a:pt x="100187" y="81145"/>
                  <a:pt x="100187" y="81170"/>
                  <a:pt x="100162" y="81170"/>
                </a:cubicBezTo>
                <a:cubicBezTo>
                  <a:pt x="100286" y="81020"/>
                  <a:pt x="100411" y="80871"/>
                  <a:pt x="100535" y="80672"/>
                </a:cubicBezTo>
                <a:close/>
                <a:moveTo>
                  <a:pt x="99664" y="78108"/>
                </a:moveTo>
                <a:cubicBezTo>
                  <a:pt x="100311" y="79303"/>
                  <a:pt x="100535" y="80224"/>
                  <a:pt x="100262" y="80722"/>
                </a:cubicBezTo>
                <a:cubicBezTo>
                  <a:pt x="100187" y="80772"/>
                  <a:pt x="100162" y="80821"/>
                  <a:pt x="100112" y="80896"/>
                </a:cubicBezTo>
                <a:cubicBezTo>
                  <a:pt x="99901" y="81083"/>
                  <a:pt x="99546" y="81176"/>
                  <a:pt x="99073" y="81176"/>
                </a:cubicBezTo>
                <a:cubicBezTo>
                  <a:pt x="98600" y="81176"/>
                  <a:pt x="98009" y="81083"/>
                  <a:pt x="97324" y="80896"/>
                </a:cubicBezTo>
                <a:lnTo>
                  <a:pt x="99664" y="78108"/>
                </a:lnTo>
                <a:close/>
                <a:moveTo>
                  <a:pt x="27530" y="80996"/>
                </a:moveTo>
                <a:lnTo>
                  <a:pt x="27530" y="81020"/>
                </a:lnTo>
                <a:lnTo>
                  <a:pt x="27530" y="81045"/>
                </a:lnTo>
                <a:cubicBezTo>
                  <a:pt x="27380" y="81045"/>
                  <a:pt x="27256" y="81095"/>
                  <a:pt x="27107" y="81120"/>
                </a:cubicBezTo>
                <a:cubicBezTo>
                  <a:pt x="26957" y="81120"/>
                  <a:pt x="26783" y="81145"/>
                  <a:pt x="26659" y="81145"/>
                </a:cubicBezTo>
                <a:cubicBezTo>
                  <a:pt x="26011" y="81170"/>
                  <a:pt x="25389" y="81220"/>
                  <a:pt x="24767" y="81220"/>
                </a:cubicBezTo>
                <a:lnTo>
                  <a:pt x="24667" y="81220"/>
                </a:lnTo>
                <a:cubicBezTo>
                  <a:pt x="24518" y="81220"/>
                  <a:pt x="24344" y="81220"/>
                  <a:pt x="24169" y="81170"/>
                </a:cubicBezTo>
                <a:cubicBezTo>
                  <a:pt x="24145" y="81170"/>
                  <a:pt x="24095" y="81145"/>
                  <a:pt x="24045" y="81145"/>
                </a:cubicBezTo>
                <a:lnTo>
                  <a:pt x="24020" y="81145"/>
                </a:lnTo>
                <a:cubicBezTo>
                  <a:pt x="23995" y="81145"/>
                  <a:pt x="23970" y="81120"/>
                  <a:pt x="23921" y="81120"/>
                </a:cubicBezTo>
                <a:cubicBezTo>
                  <a:pt x="24169" y="81120"/>
                  <a:pt x="24418" y="81145"/>
                  <a:pt x="24717" y="81145"/>
                </a:cubicBezTo>
                <a:lnTo>
                  <a:pt x="24891" y="81145"/>
                </a:lnTo>
                <a:cubicBezTo>
                  <a:pt x="25489" y="81145"/>
                  <a:pt x="26086" y="81120"/>
                  <a:pt x="26659" y="81095"/>
                </a:cubicBezTo>
                <a:lnTo>
                  <a:pt x="26708" y="81095"/>
                </a:lnTo>
                <a:cubicBezTo>
                  <a:pt x="26783" y="81095"/>
                  <a:pt x="26858" y="81095"/>
                  <a:pt x="26957" y="81045"/>
                </a:cubicBezTo>
                <a:lnTo>
                  <a:pt x="27107" y="81045"/>
                </a:lnTo>
                <a:cubicBezTo>
                  <a:pt x="27231" y="81020"/>
                  <a:pt x="27380" y="81020"/>
                  <a:pt x="27530" y="80996"/>
                </a:cubicBezTo>
                <a:close/>
                <a:moveTo>
                  <a:pt x="42738" y="76565"/>
                </a:moveTo>
                <a:cubicBezTo>
                  <a:pt x="42912" y="76864"/>
                  <a:pt x="43062" y="77113"/>
                  <a:pt x="43236" y="77361"/>
                </a:cubicBezTo>
                <a:cubicBezTo>
                  <a:pt x="43311" y="77536"/>
                  <a:pt x="43410" y="77685"/>
                  <a:pt x="43485" y="77884"/>
                </a:cubicBezTo>
                <a:cubicBezTo>
                  <a:pt x="42191" y="79378"/>
                  <a:pt x="40299" y="80523"/>
                  <a:pt x="37909" y="81244"/>
                </a:cubicBezTo>
                <a:cubicBezTo>
                  <a:pt x="37909" y="81220"/>
                  <a:pt x="37934" y="81170"/>
                  <a:pt x="37934" y="81145"/>
                </a:cubicBezTo>
                <a:cubicBezTo>
                  <a:pt x="37959" y="81095"/>
                  <a:pt x="37959" y="81020"/>
                  <a:pt x="38009" y="80971"/>
                </a:cubicBezTo>
                <a:cubicBezTo>
                  <a:pt x="38158" y="80523"/>
                  <a:pt x="38332" y="80099"/>
                  <a:pt x="38532" y="79676"/>
                </a:cubicBezTo>
                <a:cubicBezTo>
                  <a:pt x="38557" y="79577"/>
                  <a:pt x="38581" y="79502"/>
                  <a:pt x="38656" y="79403"/>
                </a:cubicBezTo>
                <a:cubicBezTo>
                  <a:pt x="38656" y="79378"/>
                  <a:pt x="38681" y="79378"/>
                  <a:pt x="38681" y="79353"/>
                </a:cubicBezTo>
                <a:lnTo>
                  <a:pt x="38681" y="79303"/>
                </a:lnTo>
                <a:cubicBezTo>
                  <a:pt x="38805" y="78930"/>
                  <a:pt x="38955" y="78556"/>
                  <a:pt x="39154" y="78183"/>
                </a:cubicBezTo>
                <a:cubicBezTo>
                  <a:pt x="39403" y="78108"/>
                  <a:pt x="39652" y="77984"/>
                  <a:pt x="39901" y="77884"/>
                </a:cubicBezTo>
                <a:cubicBezTo>
                  <a:pt x="40199" y="77760"/>
                  <a:pt x="40523" y="77610"/>
                  <a:pt x="40822" y="77486"/>
                </a:cubicBezTo>
                <a:cubicBezTo>
                  <a:pt x="41120" y="77361"/>
                  <a:pt x="41419" y="77237"/>
                  <a:pt x="41693" y="77063"/>
                </a:cubicBezTo>
                <a:cubicBezTo>
                  <a:pt x="41991" y="76938"/>
                  <a:pt x="42290" y="76789"/>
                  <a:pt x="42564" y="76640"/>
                </a:cubicBezTo>
                <a:cubicBezTo>
                  <a:pt x="42639" y="76615"/>
                  <a:pt x="42664" y="76565"/>
                  <a:pt x="42738" y="76565"/>
                </a:cubicBezTo>
                <a:close/>
                <a:moveTo>
                  <a:pt x="38905" y="78282"/>
                </a:moveTo>
                <a:cubicBezTo>
                  <a:pt x="38457" y="79303"/>
                  <a:pt x="38059" y="80299"/>
                  <a:pt x="37685" y="81269"/>
                </a:cubicBezTo>
                <a:lnTo>
                  <a:pt x="37660" y="81269"/>
                </a:lnTo>
                <a:cubicBezTo>
                  <a:pt x="37959" y="80299"/>
                  <a:pt x="38382" y="79303"/>
                  <a:pt x="38830" y="78307"/>
                </a:cubicBezTo>
                <a:cubicBezTo>
                  <a:pt x="38880" y="78307"/>
                  <a:pt x="38880" y="78307"/>
                  <a:pt x="38905" y="78282"/>
                </a:cubicBezTo>
                <a:close/>
                <a:moveTo>
                  <a:pt x="97200" y="81045"/>
                </a:moveTo>
                <a:cubicBezTo>
                  <a:pt x="97929" y="81267"/>
                  <a:pt x="98556" y="81378"/>
                  <a:pt x="99058" y="81378"/>
                </a:cubicBezTo>
                <a:cubicBezTo>
                  <a:pt x="99344" y="81378"/>
                  <a:pt x="99590" y="81342"/>
                  <a:pt x="99789" y="81269"/>
                </a:cubicBezTo>
                <a:lnTo>
                  <a:pt x="99789" y="81269"/>
                </a:lnTo>
                <a:cubicBezTo>
                  <a:pt x="99764" y="81294"/>
                  <a:pt x="99739" y="81344"/>
                  <a:pt x="99739" y="81369"/>
                </a:cubicBezTo>
                <a:cubicBezTo>
                  <a:pt x="99554" y="81415"/>
                  <a:pt x="99343" y="81438"/>
                  <a:pt x="99106" y="81438"/>
                </a:cubicBezTo>
                <a:cubicBezTo>
                  <a:pt x="98578" y="81438"/>
                  <a:pt x="97924" y="81326"/>
                  <a:pt x="97150" y="81120"/>
                </a:cubicBezTo>
                <a:lnTo>
                  <a:pt x="97200" y="81045"/>
                </a:lnTo>
                <a:close/>
                <a:moveTo>
                  <a:pt x="43560" y="78034"/>
                </a:moveTo>
                <a:cubicBezTo>
                  <a:pt x="43560" y="78058"/>
                  <a:pt x="43609" y="78058"/>
                  <a:pt x="43609" y="78108"/>
                </a:cubicBezTo>
                <a:cubicBezTo>
                  <a:pt x="42265" y="79627"/>
                  <a:pt x="40299" y="80772"/>
                  <a:pt x="37810" y="81518"/>
                </a:cubicBezTo>
                <a:cubicBezTo>
                  <a:pt x="37785" y="81493"/>
                  <a:pt x="37785" y="81468"/>
                  <a:pt x="37810" y="81419"/>
                </a:cubicBezTo>
                <a:cubicBezTo>
                  <a:pt x="40274" y="80722"/>
                  <a:pt x="42215" y="79527"/>
                  <a:pt x="43560" y="78034"/>
                </a:cubicBezTo>
                <a:close/>
                <a:moveTo>
                  <a:pt x="99988" y="81518"/>
                </a:moveTo>
                <a:cubicBezTo>
                  <a:pt x="99938" y="81554"/>
                  <a:pt x="99893" y="81589"/>
                  <a:pt x="99851" y="81624"/>
                </a:cubicBezTo>
                <a:lnTo>
                  <a:pt x="99851" y="81624"/>
                </a:lnTo>
                <a:cubicBezTo>
                  <a:pt x="99880" y="81589"/>
                  <a:pt x="99909" y="81554"/>
                  <a:pt x="99938" y="81518"/>
                </a:cubicBezTo>
                <a:close/>
                <a:moveTo>
                  <a:pt x="27455" y="81269"/>
                </a:moveTo>
                <a:cubicBezTo>
                  <a:pt x="27380" y="81419"/>
                  <a:pt x="27331" y="81618"/>
                  <a:pt x="27256" y="81767"/>
                </a:cubicBezTo>
                <a:cubicBezTo>
                  <a:pt x="26559" y="81668"/>
                  <a:pt x="25837" y="81518"/>
                  <a:pt x="25115" y="81394"/>
                </a:cubicBezTo>
                <a:cubicBezTo>
                  <a:pt x="25638" y="81394"/>
                  <a:pt x="26136" y="81369"/>
                  <a:pt x="26683" y="81344"/>
                </a:cubicBezTo>
                <a:cubicBezTo>
                  <a:pt x="26808" y="81344"/>
                  <a:pt x="26957" y="81294"/>
                  <a:pt x="27082" y="81294"/>
                </a:cubicBezTo>
                <a:cubicBezTo>
                  <a:pt x="27206" y="81294"/>
                  <a:pt x="27331" y="81269"/>
                  <a:pt x="27455" y="81269"/>
                </a:cubicBezTo>
                <a:close/>
                <a:moveTo>
                  <a:pt x="27704" y="81244"/>
                </a:moveTo>
                <a:cubicBezTo>
                  <a:pt x="27629" y="81419"/>
                  <a:pt x="27580" y="81618"/>
                  <a:pt x="27480" y="81792"/>
                </a:cubicBezTo>
                <a:lnTo>
                  <a:pt x="27455" y="81792"/>
                </a:lnTo>
                <a:lnTo>
                  <a:pt x="27629" y="81244"/>
                </a:lnTo>
                <a:close/>
                <a:moveTo>
                  <a:pt x="23871" y="81344"/>
                </a:moveTo>
                <a:cubicBezTo>
                  <a:pt x="23970" y="81369"/>
                  <a:pt x="24095" y="81369"/>
                  <a:pt x="24194" y="81369"/>
                </a:cubicBezTo>
                <a:cubicBezTo>
                  <a:pt x="25190" y="81618"/>
                  <a:pt x="26211" y="81767"/>
                  <a:pt x="27206" y="81916"/>
                </a:cubicBezTo>
                <a:cubicBezTo>
                  <a:pt x="27206" y="81966"/>
                  <a:pt x="27181" y="81966"/>
                  <a:pt x="27181" y="81991"/>
                </a:cubicBezTo>
                <a:cubicBezTo>
                  <a:pt x="26086" y="81842"/>
                  <a:pt x="24966" y="81618"/>
                  <a:pt x="23871" y="81344"/>
                </a:cubicBezTo>
                <a:close/>
                <a:moveTo>
                  <a:pt x="27455" y="81966"/>
                </a:moveTo>
                <a:cubicBezTo>
                  <a:pt x="27455" y="81991"/>
                  <a:pt x="27455" y="81991"/>
                  <a:pt x="27405" y="82016"/>
                </a:cubicBezTo>
                <a:lnTo>
                  <a:pt x="27355" y="82016"/>
                </a:lnTo>
                <a:cubicBezTo>
                  <a:pt x="27355" y="82016"/>
                  <a:pt x="27380" y="81991"/>
                  <a:pt x="27380" y="81966"/>
                </a:cubicBezTo>
                <a:close/>
                <a:moveTo>
                  <a:pt x="33423" y="80140"/>
                </a:moveTo>
                <a:lnTo>
                  <a:pt x="33423" y="80140"/>
                </a:lnTo>
                <a:cubicBezTo>
                  <a:pt x="33202" y="80757"/>
                  <a:pt x="33029" y="81374"/>
                  <a:pt x="32856" y="82016"/>
                </a:cubicBezTo>
                <a:lnTo>
                  <a:pt x="32807" y="82016"/>
                </a:lnTo>
                <a:cubicBezTo>
                  <a:pt x="32981" y="81394"/>
                  <a:pt x="33155" y="80772"/>
                  <a:pt x="33354" y="80149"/>
                </a:cubicBezTo>
                <a:cubicBezTo>
                  <a:pt x="33391" y="80149"/>
                  <a:pt x="33414" y="80149"/>
                  <a:pt x="33423" y="80140"/>
                </a:cubicBezTo>
                <a:close/>
                <a:moveTo>
                  <a:pt x="38532" y="78382"/>
                </a:moveTo>
                <a:lnTo>
                  <a:pt x="38532" y="78382"/>
                </a:lnTo>
                <a:cubicBezTo>
                  <a:pt x="38084" y="79378"/>
                  <a:pt x="37685" y="80348"/>
                  <a:pt x="37337" y="81344"/>
                </a:cubicBezTo>
                <a:cubicBezTo>
                  <a:pt x="36018" y="81742"/>
                  <a:pt x="34574" y="81916"/>
                  <a:pt x="33080" y="82016"/>
                </a:cubicBezTo>
                <a:cubicBezTo>
                  <a:pt x="33230" y="81369"/>
                  <a:pt x="33429" y="80672"/>
                  <a:pt x="33678" y="80050"/>
                </a:cubicBezTo>
                <a:lnTo>
                  <a:pt x="34051" y="79950"/>
                </a:lnTo>
                <a:cubicBezTo>
                  <a:pt x="34225" y="79900"/>
                  <a:pt x="34425" y="79875"/>
                  <a:pt x="34574" y="79801"/>
                </a:cubicBezTo>
                <a:lnTo>
                  <a:pt x="35694" y="79427"/>
                </a:lnTo>
                <a:cubicBezTo>
                  <a:pt x="35918" y="79378"/>
                  <a:pt x="36142" y="79303"/>
                  <a:pt x="36316" y="79203"/>
                </a:cubicBezTo>
                <a:cubicBezTo>
                  <a:pt x="36665" y="79104"/>
                  <a:pt x="36988" y="78954"/>
                  <a:pt x="37387" y="78855"/>
                </a:cubicBezTo>
                <a:cubicBezTo>
                  <a:pt x="37636" y="78755"/>
                  <a:pt x="37835" y="78656"/>
                  <a:pt x="38084" y="78556"/>
                </a:cubicBezTo>
                <a:cubicBezTo>
                  <a:pt x="38258" y="78506"/>
                  <a:pt x="38382" y="78432"/>
                  <a:pt x="38532" y="78382"/>
                </a:cubicBezTo>
                <a:close/>
                <a:moveTo>
                  <a:pt x="33105" y="80199"/>
                </a:moveTo>
                <a:lnTo>
                  <a:pt x="33105" y="80199"/>
                </a:lnTo>
                <a:cubicBezTo>
                  <a:pt x="32931" y="80796"/>
                  <a:pt x="32732" y="81419"/>
                  <a:pt x="32583" y="82041"/>
                </a:cubicBezTo>
                <a:cubicBezTo>
                  <a:pt x="32188" y="82060"/>
                  <a:pt x="31786" y="82069"/>
                  <a:pt x="31378" y="82069"/>
                </a:cubicBezTo>
                <a:cubicBezTo>
                  <a:pt x="30187" y="82069"/>
                  <a:pt x="28946" y="81990"/>
                  <a:pt x="27704" y="81842"/>
                </a:cubicBezTo>
                <a:cubicBezTo>
                  <a:pt x="27754" y="81618"/>
                  <a:pt x="27853" y="81419"/>
                  <a:pt x="27903" y="81220"/>
                </a:cubicBezTo>
                <a:cubicBezTo>
                  <a:pt x="28227" y="81170"/>
                  <a:pt x="28525" y="81120"/>
                  <a:pt x="28824" y="81095"/>
                </a:cubicBezTo>
                <a:cubicBezTo>
                  <a:pt x="28874" y="81095"/>
                  <a:pt x="28973" y="81045"/>
                  <a:pt x="29023" y="81045"/>
                </a:cubicBezTo>
                <a:cubicBezTo>
                  <a:pt x="29123" y="81045"/>
                  <a:pt x="29197" y="81020"/>
                  <a:pt x="29272" y="81020"/>
                </a:cubicBezTo>
                <a:cubicBezTo>
                  <a:pt x="29347" y="81020"/>
                  <a:pt x="29446" y="80996"/>
                  <a:pt x="29496" y="80996"/>
                </a:cubicBezTo>
                <a:cubicBezTo>
                  <a:pt x="29944" y="80921"/>
                  <a:pt x="30367" y="80821"/>
                  <a:pt x="30815" y="80747"/>
                </a:cubicBezTo>
                <a:cubicBezTo>
                  <a:pt x="30940" y="80697"/>
                  <a:pt x="31014" y="80697"/>
                  <a:pt x="31139" y="80672"/>
                </a:cubicBezTo>
                <a:cubicBezTo>
                  <a:pt x="31562" y="80572"/>
                  <a:pt x="31985" y="80498"/>
                  <a:pt x="32384" y="80398"/>
                </a:cubicBezTo>
                <a:cubicBezTo>
                  <a:pt x="32558" y="80373"/>
                  <a:pt x="32707" y="80348"/>
                  <a:pt x="32832" y="80299"/>
                </a:cubicBezTo>
                <a:lnTo>
                  <a:pt x="33105" y="80199"/>
                </a:lnTo>
                <a:close/>
                <a:moveTo>
                  <a:pt x="32832" y="82240"/>
                </a:moveTo>
                <a:cubicBezTo>
                  <a:pt x="32832" y="82265"/>
                  <a:pt x="32832" y="82290"/>
                  <a:pt x="32807" y="82290"/>
                </a:cubicBezTo>
                <a:lnTo>
                  <a:pt x="32732" y="82290"/>
                </a:lnTo>
                <a:cubicBezTo>
                  <a:pt x="32782" y="82265"/>
                  <a:pt x="32782" y="82265"/>
                  <a:pt x="32782" y="82240"/>
                </a:cubicBezTo>
                <a:close/>
                <a:moveTo>
                  <a:pt x="37287" y="81593"/>
                </a:moveTo>
                <a:cubicBezTo>
                  <a:pt x="37287" y="81618"/>
                  <a:pt x="37262" y="81643"/>
                  <a:pt x="37262" y="81643"/>
                </a:cubicBezTo>
                <a:cubicBezTo>
                  <a:pt x="35943" y="81991"/>
                  <a:pt x="34524" y="82215"/>
                  <a:pt x="33031" y="82290"/>
                </a:cubicBezTo>
                <a:cubicBezTo>
                  <a:pt x="33031" y="82265"/>
                  <a:pt x="33031" y="82240"/>
                  <a:pt x="33056" y="82215"/>
                </a:cubicBezTo>
                <a:cubicBezTo>
                  <a:pt x="34524" y="82116"/>
                  <a:pt x="35943" y="81916"/>
                  <a:pt x="37287" y="81593"/>
                </a:cubicBezTo>
                <a:close/>
                <a:moveTo>
                  <a:pt x="27629" y="82016"/>
                </a:moveTo>
                <a:cubicBezTo>
                  <a:pt x="28990" y="82196"/>
                  <a:pt x="30334" y="82280"/>
                  <a:pt x="31637" y="82280"/>
                </a:cubicBezTo>
                <a:cubicBezTo>
                  <a:pt x="31955" y="82280"/>
                  <a:pt x="32270" y="82275"/>
                  <a:pt x="32583" y="82265"/>
                </a:cubicBezTo>
                <a:lnTo>
                  <a:pt x="32583" y="82315"/>
                </a:lnTo>
                <a:cubicBezTo>
                  <a:pt x="32234" y="82315"/>
                  <a:pt x="31911" y="82365"/>
                  <a:pt x="31562" y="82365"/>
                </a:cubicBezTo>
                <a:cubicBezTo>
                  <a:pt x="30243" y="82365"/>
                  <a:pt x="28949" y="82265"/>
                  <a:pt x="27604" y="82091"/>
                </a:cubicBezTo>
                <a:cubicBezTo>
                  <a:pt x="27604" y="82041"/>
                  <a:pt x="27629" y="82016"/>
                  <a:pt x="27629" y="82016"/>
                </a:cubicBezTo>
                <a:close/>
                <a:moveTo>
                  <a:pt x="52471" y="76963"/>
                </a:moveTo>
                <a:cubicBezTo>
                  <a:pt x="53118" y="77660"/>
                  <a:pt x="53715" y="78407"/>
                  <a:pt x="54313" y="79178"/>
                </a:cubicBezTo>
                <a:cubicBezTo>
                  <a:pt x="52371" y="80498"/>
                  <a:pt x="50454" y="81742"/>
                  <a:pt x="48513" y="82813"/>
                </a:cubicBezTo>
                <a:cubicBezTo>
                  <a:pt x="47741" y="80796"/>
                  <a:pt x="46646" y="78905"/>
                  <a:pt x="45227" y="77287"/>
                </a:cubicBezTo>
                <a:lnTo>
                  <a:pt x="45252" y="77287"/>
                </a:lnTo>
                <a:cubicBezTo>
                  <a:pt x="45302" y="77287"/>
                  <a:pt x="45352" y="77312"/>
                  <a:pt x="45402" y="77312"/>
                </a:cubicBezTo>
                <a:cubicBezTo>
                  <a:pt x="45426" y="77312"/>
                  <a:pt x="45501" y="77361"/>
                  <a:pt x="45526" y="77361"/>
                </a:cubicBezTo>
                <a:cubicBezTo>
                  <a:pt x="45626" y="77386"/>
                  <a:pt x="45750" y="77386"/>
                  <a:pt x="45850" y="77411"/>
                </a:cubicBezTo>
                <a:cubicBezTo>
                  <a:pt x="46024" y="77436"/>
                  <a:pt x="46173" y="77486"/>
                  <a:pt x="46372" y="77511"/>
                </a:cubicBezTo>
                <a:cubicBezTo>
                  <a:pt x="46472" y="77511"/>
                  <a:pt x="46522" y="77536"/>
                  <a:pt x="46621" y="77536"/>
                </a:cubicBezTo>
                <a:lnTo>
                  <a:pt x="46870" y="77536"/>
                </a:lnTo>
                <a:cubicBezTo>
                  <a:pt x="47194" y="77561"/>
                  <a:pt x="47542" y="77610"/>
                  <a:pt x="47891" y="77610"/>
                </a:cubicBezTo>
                <a:lnTo>
                  <a:pt x="47990" y="77610"/>
                </a:lnTo>
                <a:cubicBezTo>
                  <a:pt x="48239" y="77610"/>
                  <a:pt x="48488" y="77610"/>
                  <a:pt x="48762" y="77561"/>
                </a:cubicBezTo>
                <a:cubicBezTo>
                  <a:pt x="48861" y="77561"/>
                  <a:pt x="48936" y="77536"/>
                  <a:pt x="49061" y="77536"/>
                </a:cubicBezTo>
                <a:cubicBezTo>
                  <a:pt x="49160" y="77536"/>
                  <a:pt x="49235" y="77536"/>
                  <a:pt x="49334" y="77511"/>
                </a:cubicBezTo>
                <a:cubicBezTo>
                  <a:pt x="49409" y="77511"/>
                  <a:pt x="49509" y="77511"/>
                  <a:pt x="49608" y="77461"/>
                </a:cubicBezTo>
                <a:cubicBezTo>
                  <a:pt x="49782" y="77436"/>
                  <a:pt x="49982" y="77411"/>
                  <a:pt x="50156" y="77411"/>
                </a:cubicBezTo>
                <a:cubicBezTo>
                  <a:pt x="50255" y="77411"/>
                  <a:pt x="50355" y="77386"/>
                  <a:pt x="50479" y="77386"/>
                </a:cubicBezTo>
                <a:cubicBezTo>
                  <a:pt x="50504" y="77386"/>
                  <a:pt x="50579" y="77337"/>
                  <a:pt x="50604" y="77337"/>
                </a:cubicBezTo>
                <a:lnTo>
                  <a:pt x="51077" y="77262"/>
                </a:lnTo>
                <a:cubicBezTo>
                  <a:pt x="51151" y="77262"/>
                  <a:pt x="51226" y="77212"/>
                  <a:pt x="51326" y="77212"/>
                </a:cubicBezTo>
                <a:lnTo>
                  <a:pt x="51351" y="77212"/>
                </a:lnTo>
                <a:cubicBezTo>
                  <a:pt x="51400" y="77212"/>
                  <a:pt x="51475" y="77187"/>
                  <a:pt x="51525" y="77187"/>
                </a:cubicBezTo>
                <a:cubicBezTo>
                  <a:pt x="51699" y="77162"/>
                  <a:pt x="51873" y="77137"/>
                  <a:pt x="52023" y="77063"/>
                </a:cubicBezTo>
                <a:cubicBezTo>
                  <a:pt x="52097" y="77038"/>
                  <a:pt x="52147" y="77038"/>
                  <a:pt x="52222" y="77038"/>
                </a:cubicBezTo>
                <a:cubicBezTo>
                  <a:pt x="52321" y="77013"/>
                  <a:pt x="52371" y="77013"/>
                  <a:pt x="52471" y="76963"/>
                </a:cubicBezTo>
                <a:close/>
                <a:moveTo>
                  <a:pt x="44779" y="77162"/>
                </a:moveTo>
                <a:cubicBezTo>
                  <a:pt x="44804" y="77162"/>
                  <a:pt x="44804" y="77162"/>
                  <a:pt x="44854" y="77187"/>
                </a:cubicBezTo>
                <a:cubicBezTo>
                  <a:pt x="46372" y="78880"/>
                  <a:pt x="47542" y="80796"/>
                  <a:pt x="48364" y="82962"/>
                </a:cubicBezTo>
                <a:cubicBezTo>
                  <a:pt x="48339" y="82962"/>
                  <a:pt x="48339" y="82987"/>
                  <a:pt x="48289" y="82987"/>
                </a:cubicBezTo>
                <a:cubicBezTo>
                  <a:pt x="47492" y="80846"/>
                  <a:pt x="46298" y="78880"/>
                  <a:pt x="44779" y="77162"/>
                </a:cubicBezTo>
                <a:close/>
                <a:moveTo>
                  <a:pt x="54462" y="79353"/>
                </a:moveTo>
                <a:lnTo>
                  <a:pt x="54487" y="79378"/>
                </a:lnTo>
                <a:cubicBezTo>
                  <a:pt x="52520" y="80722"/>
                  <a:pt x="50604" y="81916"/>
                  <a:pt x="48637" y="83037"/>
                </a:cubicBezTo>
                <a:cubicBezTo>
                  <a:pt x="48637" y="83012"/>
                  <a:pt x="48637" y="83012"/>
                  <a:pt x="48613" y="82987"/>
                </a:cubicBezTo>
                <a:cubicBezTo>
                  <a:pt x="50529" y="81892"/>
                  <a:pt x="52496" y="80647"/>
                  <a:pt x="54462" y="79353"/>
                </a:cubicBezTo>
                <a:close/>
                <a:moveTo>
                  <a:pt x="48463" y="83111"/>
                </a:moveTo>
                <a:cubicBezTo>
                  <a:pt x="48463" y="83136"/>
                  <a:pt x="48463" y="83136"/>
                  <a:pt x="48488" y="83161"/>
                </a:cubicBezTo>
                <a:cubicBezTo>
                  <a:pt x="48463" y="83161"/>
                  <a:pt x="48413" y="83161"/>
                  <a:pt x="48413" y="83211"/>
                </a:cubicBezTo>
                <a:cubicBezTo>
                  <a:pt x="48413" y="83161"/>
                  <a:pt x="48413" y="83161"/>
                  <a:pt x="48388" y="83136"/>
                </a:cubicBezTo>
                <a:cubicBezTo>
                  <a:pt x="48413" y="83136"/>
                  <a:pt x="48413" y="83111"/>
                  <a:pt x="48463" y="83111"/>
                </a:cubicBezTo>
                <a:close/>
                <a:moveTo>
                  <a:pt x="44406" y="79054"/>
                </a:moveTo>
                <a:cubicBezTo>
                  <a:pt x="44406" y="79104"/>
                  <a:pt x="44431" y="79104"/>
                  <a:pt x="44431" y="79129"/>
                </a:cubicBezTo>
                <a:cubicBezTo>
                  <a:pt x="44655" y="79527"/>
                  <a:pt x="44854" y="79925"/>
                  <a:pt x="45003" y="80348"/>
                </a:cubicBezTo>
                <a:cubicBezTo>
                  <a:pt x="45028" y="80423"/>
                  <a:pt x="45053" y="80523"/>
                  <a:pt x="45128" y="80622"/>
                </a:cubicBezTo>
                <a:cubicBezTo>
                  <a:pt x="45302" y="81045"/>
                  <a:pt x="45476" y="81518"/>
                  <a:pt x="45601" y="81966"/>
                </a:cubicBezTo>
                <a:cubicBezTo>
                  <a:pt x="45601" y="81991"/>
                  <a:pt x="45601" y="81991"/>
                  <a:pt x="45626" y="82016"/>
                </a:cubicBezTo>
                <a:cubicBezTo>
                  <a:pt x="45750" y="82414"/>
                  <a:pt x="45825" y="82862"/>
                  <a:pt x="45924" y="83261"/>
                </a:cubicBezTo>
                <a:cubicBezTo>
                  <a:pt x="45302" y="82464"/>
                  <a:pt x="44879" y="81518"/>
                  <a:pt x="44605" y="80448"/>
                </a:cubicBezTo>
                <a:cubicBezTo>
                  <a:pt x="44605" y="80423"/>
                  <a:pt x="44555" y="80373"/>
                  <a:pt x="44555" y="80348"/>
                </a:cubicBezTo>
                <a:lnTo>
                  <a:pt x="44481" y="79875"/>
                </a:lnTo>
                <a:cubicBezTo>
                  <a:pt x="44431" y="79676"/>
                  <a:pt x="44406" y="79502"/>
                  <a:pt x="44381" y="79353"/>
                </a:cubicBezTo>
                <a:cubicBezTo>
                  <a:pt x="44381" y="79253"/>
                  <a:pt x="44381" y="79154"/>
                  <a:pt x="44406" y="79054"/>
                </a:cubicBezTo>
                <a:close/>
                <a:moveTo>
                  <a:pt x="7567" y="72956"/>
                </a:moveTo>
                <a:lnTo>
                  <a:pt x="7567" y="72956"/>
                </a:lnTo>
                <a:cubicBezTo>
                  <a:pt x="6298" y="76565"/>
                  <a:pt x="5402" y="80050"/>
                  <a:pt x="4904" y="83385"/>
                </a:cubicBezTo>
                <a:cubicBezTo>
                  <a:pt x="4107" y="82041"/>
                  <a:pt x="3485" y="80597"/>
                  <a:pt x="3087" y="78979"/>
                </a:cubicBezTo>
                <a:cubicBezTo>
                  <a:pt x="4057" y="76938"/>
                  <a:pt x="5426" y="75022"/>
                  <a:pt x="7169" y="73329"/>
                </a:cubicBezTo>
                <a:cubicBezTo>
                  <a:pt x="7318" y="73180"/>
                  <a:pt x="7443" y="73080"/>
                  <a:pt x="7567" y="72956"/>
                </a:cubicBezTo>
                <a:close/>
                <a:moveTo>
                  <a:pt x="16677" y="79751"/>
                </a:moveTo>
                <a:cubicBezTo>
                  <a:pt x="16777" y="79776"/>
                  <a:pt x="16876" y="79851"/>
                  <a:pt x="16976" y="79900"/>
                </a:cubicBezTo>
                <a:cubicBezTo>
                  <a:pt x="17100" y="79975"/>
                  <a:pt x="17250" y="80025"/>
                  <a:pt x="17374" y="80050"/>
                </a:cubicBezTo>
                <a:cubicBezTo>
                  <a:pt x="17499" y="80124"/>
                  <a:pt x="17623" y="80149"/>
                  <a:pt x="17748" y="80224"/>
                </a:cubicBezTo>
                <a:cubicBezTo>
                  <a:pt x="16901" y="81294"/>
                  <a:pt x="16130" y="82464"/>
                  <a:pt x="15482" y="83634"/>
                </a:cubicBezTo>
                <a:cubicBezTo>
                  <a:pt x="15806" y="82365"/>
                  <a:pt x="16229" y="81045"/>
                  <a:pt x="16677" y="79751"/>
                </a:cubicBezTo>
                <a:close/>
                <a:moveTo>
                  <a:pt x="46118" y="83555"/>
                </a:moveTo>
                <a:cubicBezTo>
                  <a:pt x="46128" y="83612"/>
                  <a:pt x="46138" y="83669"/>
                  <a:pt x="46147" y="83726"/>
                </a:cubicBezTo>
                <a:lnTo>
                  <a:pt x="46147" y="83726"/>
                </a:lnTo>
                <a:cubicBezTo>
                  <a:pt x="46145" y="83719"/>
                  <a:pt x="46139" y="83709"/>
                  <a:pt x="46123" y="83709"/>
                </a:cubicBezTo>
                <a:lnTo>
                  <a:pt x="46099" y="83659"/>
                </a:lnTo>
                <a:cubicBezTo>
                  <a:pt x="46107" y="83623"/>
                  <a:pt x="46114" y="83589"/>
                  <a:pt x="46118" y="83555"/>
                </a:cubicBezTo>
                <a:close/>
                <a:moveTo>
                  <a:pt x="7816" y="72831"/>
                </a:moveTo>
                <a:lnTo>
                  <a:pt x="7841" y="72881"/>
                </a:lnTo>
                <a:cubicBezTo>
                  <a:pt x="6472" y="76640"/>
                  <a:pt x="5551" y="80274"/>
                  <a:pt x="5053" y="83734"/>
                </a:cubicBezTo>
                <a:cubicBezTo>
                  <a:pt x="5053" y="83709"/>
                  <a:pt x="5053" y="83659"/>
                  <a:pt x="5028" y="83634"/>
                </a:cubicBezTo>
                <a:cubicBezTo>
                  <a:pt x="5103" y="82962"/>
                  <a:pt x="5227" y="82240"/>
                  <a:pt x="5352" y="81543"/>
                </a:cubicBezTo>
                <a:lnTo>
                  <a:pt x="5352" y="81518"/>
                </a:lnTo>
                <a:cubicBezTo>
                  <a:pt x="5924" y="78730"/>
                  <a:pt x="6721" y="75793"/>
                  <a:pt x="7816" y="72831"/>
                </a:cubicBezTo>
                <a:close/>
                <a:moveTo>
                  <a:pt x="44680" y="81294"/>
                </a:moveTo>
                <a:cubicBezTo>
                  <a:pt x="45003" y="82165"/>
                  <a:pt x="45476" y="82987"/>
                  <a:pt x="46024" y="83634"/>
                </a:cubicBezTo>
                <a:cubicBezTo>
                  <a:pt x="46024" y="83658"/>
                  <a:pt x="46024" y="83729"/>
                  <a:pt x="46047" y="83756"/>
                </a:cubicBezTo>
                <a:lnTo>
                  <a:pt x="46047" y="83756"/>
                </a:lnTo>
                <a:cubicBezTo>
                  <a:pt x="45475" y="83134"/>
                  <a:pt x="45028" y="82413"/>
                  <a:pt x="44729" y="81593"/>
                </a:cubicBezTo>
                <a:cubicBezTo>
                  <a:pt x="44729" y="81493"/>
                  <a:pt x="44680" y="81394"/>
                  <a:pt x="44680" y="81294"/>
                </a:cubicBezTo>
                <a:close/>
                <a:moveTo>
                  <a:pt x="2937" y="79203"/>
                </a:moveTo>
                <a:cubicBezTo>
                  <a:pt x="3385" y="80821"/>
                  <a:pt x="4033" y="82315"/>
                  <a:pt x="4829" y="83659"/>
                </a:cubicBezTo>
                <a:cubicBezTo>
                  <a:pt x="4829" y="83709"/>
                  <a:pt x="4829" y="83734"/>
                  <a:pt x="4804" y="83758"/>
                </a:cubicBezTo>
                <a:cubicBezTo>
                  <a:pt x="3983" y="82414"/>
                  <a:pt x="3336" y="80921"/>
                  <a:pt x="2863" y="79278"/>
                </a:cubicBezTo>
                <a:cubicBezTo>
                  <a:pt x="2912" y="79278"/>
                  <a:pt x="2937" y="79253"/>
                  <a:pt x="2937" y="79203"/>
                </a:cubicBezTo>
                <a:close/>
                <a:moveTo>
                  <a:pt x="44754" y="77386"/>
                </a:moveTo>
                <a:cubicBezTo>
                  <a:pt x="46248" y="79029"/>
                  <a:pt x="47393" y="80921"/>
                  <a:pt x="48164" y="83037"/>
                </a:cubicBezTo>
                <a:cubicBezTo>
                  <a:pt x="47617" y="83360"/>
                  <a:pt x="47094" y="83659"/>
                  <a:pt x="46522" y="83958"/>
                </a:cubicBezTo>
                <a:lnTo>
                  <a:pt x="46497" y="83908"/>
                </a:lnTo>
                <a:cubicBezTo>
                  <a:pt x="46472" y="83833"/>
                  <a:pt x="46472" y="83734"/>
                  <a:pt x="46422" y="83634"/>
                </a:cubicBezTo>
                <a:cubicBezTo>
                  <a:pt x="46372" y="83385"/>
                  <a:pt x="46347" y="83111"/>
                  <a:pt x="46273" y="82862"/>
                </a:cubicBezTo>
                <a:cubicBezTo>
                  <a:pt x="46223" y="82613"/>
                  <a:pt x="46148" y="82389"/>
                  <a:pt x="46099" y="82165"/>
                </a:cubicBezTo>
                <a:cubicBezTo>
                  <a:pt x="45999" y="81867"/>
                  <a:pt x="45899" y="81518"/>
                  <a:pt x="45800" y="81220"/>
                </a:cubicBezTo>
                <a:cubicBezTo>
                  <a:pt x="45750" y="81020"/>
                  <a:pt x="45650" y="80796"/>
                  <a:pt x="45601" y="80622"/>
                </a:cubicBezTo>
                <a:cubicBezTo>
                  <a:pt x="45476" y="80274"/>
                  <a:pt x="45352" y="79975"/>
                  <a:pt x="45178" y="79627"/>
                </a:cubicBezTo>
                <a:cubicBezTo>
                  <a:pt x="45103" y="79427"/>
                  <a:pt x="45003" y="79253"/>
                  <a:pt x="44904" y="79029"/>
                </a:cubicBezTo>
                <a:cubicBezTo>
                  <a:pt x="44779" y="78780"/>
                  <a:pt x="44680" y="78531"/>
                  <a:pt x="44530" y="78307"/>
                </a:cubicBezTo>
                <a:lnTo>
                  <a:pt x="44530" y="78258"/>
                </a:lnTo>
                <a:cubicBezTo>
                  <a:pt x="44530" y="78233"/>
                  <a:pt x="44555" y="78158"/>
                  <a:pt x="44555" y="78133"/>
                </a:cubicBezTo>
                <a:lnTo>
                  <a:pt x="44754" y="77386"/>
                </a:lnTo>
                <a:close/>
                <a:moveTo>
                  <a:pt x="46248" y="83958"/>
                </a:moveTo>
                <a:lnTo>
                  <a:pt x="46273" y="83982"/>
                </a:lnTo>
                <a:lnTo>
                  <a:pt x="46273" y="84032"/>
                </a:lnTo>
                <a:lnTo>
                  <a:pt x="46248" y="84007"/>
                </a:lnTo>
                <a:cubicBezTo>
                  <a:pt x="46273" y="84007"/>
                  <a:pt x="46273" y="83982"/>
                  <a:pt x="46248" y="83958"/>
                </a:cubicBezTo>
                <a:close/>
                <a:moveTo>
                  <a:pt x="4978" y="83908"/>
                </a:moveTo>
                <a:cubicBezTo>
                  <a:pt x="5028" y="83958"/>
                  <a:pt x="5028" y="83982"/>
                  <a:pt x="5053" y="84007"/>
                </a:cubicBezTo>
                <a:lnTo>
                  <a:pt x="5053" y="84107"/>
                </a:lnTo>
                <a:cubicBezTo>
                  <a:pt x="5028" y="84082"/>
                  <a:pt x="5028" y="84032"/>
                  <a:pt x="4978" y="84032"/>
                </a:cubicBezTo>
                <a:lnTo>
                  <a:pt x="4978" y="83908"/>
                </a:lnTo>
                <a:close/>
                <a:moveTo>
                  <a:pt x="48239" y="83261"/>
                </a:moveTo>
                <a:lnTo>
                  <a:pt x="48239" y="83286"/>
                </a:lnTo>
                <a:cubicBezTo>
                  <a:pt x="47741" y="83559"/>
                  <a:pt x="47194" y="83883"/>
                  <a:pt x="46721" y="84157"/>
                </a:cubicBezTo>
                <a:lnTo>
                  <a:pt x="46671" y="84132"/>
                </a:lnTo>
                <a:cubicBezTo>
                  <a:pt x="47194" y="83858"/>
                  <a:pt x="47716" y="83559"/>
                  <a:pt x="48239" y="83261"/>
                </a:cubicBezTo>
                <a:close/>
                <a:moveTo>
                  <a:pt x="16478" y="79627"/>
                </a:moveTo>
                <a:cubicBezTo>
                  <a:pt x="16503" y="79627"/>
                  <a:pt x="16503" y="79651"/>
                  <a:pt x="16528" y="79651"/>
                </a:cubicBezTo>
                <a:cubicBezTo>
                  <a:pt x="15980" y="81244"/>
                  <a:pt x="15507" y="82788"/>
                  <a:pt x="15109" y="84356"/>
                </a:cubicBezTo>
                <a:cubicBezTo>
                  <a:pt x="15059" y="84455"/>
                  <a:pt x="15010" y="84505"/>
                  <a:pt x="14985" y="84605"/>
                </a:cubicBezTo>
                <a:cubicBezTo>
                  <a:pt x="15383" y="82987"/>
                  <a:pt x="15881" y="81344"/>
                  <a:pt x="16478" y="79627"/>
                </a:cubicBezTo>
                <a:close/>
                <a:moveTo>
                  <a:pt x="17897" y="80274"/>
                </a:moveTo>
                <a:cubicBezTo>
                  <a:pt x="17922" y="80274"/>
                  <a:pt x="17922" y="80299"/>
                  <a:pt x="17972" y="80299"/>
                </a:cubicBezTo>
                <a:cubicBezTo>
                  <a:pt x="16876" y="81717"/>
                  <a:pt x="15930" y="83211"/>
                  <a:pt x="15159" y="84754"/>
                </a:cubicBezTo>
                <a:cubicBezTo>
                  <a:pt x="15184" y="84655"/>
                  <a:pt x="15234" y="84580"/>
                  <a:pt x="15234" y="84480"/>
                </a:cubicBezTo>
                <a:cubicBezTo>
                  <a:pt x="16005" y="82987"/>
                  <a:pt x="16876" y="81593"/>
                  <a:pt x="17897" y="80274"/>
                </a:cubicBezTo>
                <a:close/>
                <a:moveTo>
                  <a:pt x="63348" y="72831"/>
                </a:moveTo>
                <a:cubicBezTo>
                  <a:pt x="63522" y="73030"/>
                  <a:pt x="63697" y="73180"/>
                  <a:pt x="63846" y="73354"/>
                </a:cubicBezTo>
                <a:cubicBezTo>
                  <a:pt x="64070" y="73578"/>
                  <a:pt x="64269" y="73827"/>
                  <a:pt x="64468" y="74051"/>
                </a:cubicBezTo>
                <a:cubicBezTo>
                  <a:pt x="64717" y="74325"/>
                  <a:pt x="64966" y="74599"/>
                  <a:pt x="65190" y="74897"/>
                </a:cubicBezTo>
                <a:cubicBezTo>
                  <a:pt x="65290" y="75022"/>
                  <a:pt x="65389" y="75096"/>
                  <a:pt x="65464" y="75221"/>
                </a:cubicBezTo>
                <a:cubicBezTo>
                  <a:pt x="66783" y="76789"/>
                  <a:pt x="68052" y="78432"/>
                  <a:pt x="69297" y="80124"/>
                </a:cubicBezTo>
                <a:cubicBezTo>
                  <a:pt x="66310" y="82240"/>
                  <a:pt x="63273" y="83808"/>
                  <a:pt x="60411" y="84879"/>
                </a:cubicBezTo>
                <a:cubicBezTo>
                  <a:pt x="58942" y="82663"/>
                  <a:pt x="57573" y="80423"/>
                  <a:pt x="56379" y="78282"/>
                </a:cubicBezTo>
                <a:cubicBezTo>
                  <a:pt x="58793" y="76565"/>
                  <a:pt x="61108" y="74723"/>
                  <a:pt x="63348" y="72831"/>
                </a:cubicBezTo>
                <a:close/>
                <a:moveTo>
                  <a:pt x="44729" y="82066"/>
                </a:moveTo>
                <a:cubicBezTo>
                  <a:pt x="45053" y="82862"/>
                  <a:pt x="45526" y="83534"/>
                  <a:pt x="46049" y="84107"/>
                </a:cubicBezTo>
                <a:lnTo>
                  <a:pt x="46049" y="84182"/>
                </a:lnTo>
                <a:cubicBezTo>
                  <a:pt x="45551" y="84480"/>
                  <a:pt x="45028" y="84729"/>
                  <a:pt x="44530" y="85003"/>
                </a:cubicBezTo>
                <a:cubicBezTo>
                  <a:pt x="44530" y="84978"/>
                  <a:pt x="44530" y="84953"/>
                  <a:pt x="44555" y="84903"/>
                </a:cubicBezTo>
                <a:cubicBezTo>
                  <a:pt x="44680" y="84032"/>
                  <a:pt x="44729" y="83211"/>
                  <a:pt x="44729" y="82365"/>
                </a:cubicBezTo>
                <a:lnTo>
                  <a:pt x="44729" y="82265"/>
                </a:lnTo>
                <a:lnTo>
                  <a:pt x="44729" y="82066"/>
                </a:lnTo>
                <a:close/>
                <a:moveTo>
                  <a:pt x="56229" y="78407"/>
                </a:moveTo>
                <a:cubicBezTo>
                  <a:pt x="57374" y="80523"/>
                  <a:pt x="58743" y="82763"/>
                  <a:pt x="60237" y="84978"/>
                </a:cubicBezTo>
                <a:cubicBezTo>
                  <a:pt x="60212" y="84978"/>
                  <a:pt x="60212" y="84978"/>
                  <a:pt x="60187" y="85003"/>
                </a:cubicBezTo>
                <a:cubicBezTo>
                  <a:pt x="58718" y="82763"/>
                  <a:pt x="57349" y="80547"/>
                  <a:pt x="56204" y="78432"/>
                </a:cubicBezTo>
                <a:lnTo>
                  <a:pt x="56229" y="78407"/>
                </a:lnTo>
                <a:close/>
                <a:moveTo>
                  <a:pt x="97624" y="84234"/>
                </a:moveTo>
                <a:cubicBezTo>
                  <a:pt x="97399" y="84491"/>
                  <a:pt x="97172" y="84749"/>
                  <a:pt x="96940" y="85010"/>
                </a:cubicBezTo>
                <a:lnTo>
                  <a:pt x="96940" y="85010"/>
                </a:lnTo>
                <a:cubicBezTo>
                  <a:pt x="97182" y="84723"/>
                  <a:pt x="97413" y="84456"/>
                  <a:pt x="97624" y="84234"/>
                </a:cubicBezTo>
                <a:close/>
                <a:moveTo>
                  <a:pt x="69446" y="80274"/>
                </a:moveTo>
                <a:cubicBezTo>
                  <a:pt x="69446" y="80299"/>
                  <a:pt x="69446" y="80299"/>
                  <a:pt x="69496" y="80348"/>
                </a:cubicBezTo>
                <a:cubicBezTo>
                  <a:pt x="66534" y="82414"/>
                  <a:pt x="63473" y="84032"/>
                  <a:pt x="60585" y="85103"/>
                </a:cubicBezTo>
                <a:cubicBezTo>
                  <a:pt x="60585" y="85078"/>
                  <a:pt x="60560" y="85078"/>
                  <a:pt x="60560" y="85028"/>
                </a:cubicBezTo>
                <a:cubicBezTo>
                  <a:pt x="63423" y="83982"/>
                  <a:pt x="66459" y="82365"/>
                  <a:pt x="69446" y="80274"/>
                </a:cubicBezTo>
                <a:close/>
                <a:moveTo>
                  <a:pt x="44428" y="81464"/>
                </a:moveTo>
                <a:cubicBezTo>
                  <a:pt x="44438" y="81506"/>
                  <a:pt x="44450" y="81557"/>
                  <a:pt x="44481" y="81618"/>
                </a:cubicBezTo>
                <a:cubicBezTo>
                  <a:pt x="44530" y="82788"/>
                  <a:pt x="44505" y="83982"/>
                  <a:pt x="44281" y="85152"/>
                </a:cubicBezTo>
                <a:cubicBezTo>
                  <a:pt x="44281" y="85152"/>
                  <a:pt x="44257" y="85152"/>
                  <a:pt x="44257" y="85177"/>
                </a:cubicBezTo>
                <a:cubicBezTo>
                  <a:pt x="44257" y="85103"/>
                  <a:pt x="44281" y="85003"/>
                  <a:pt x="44306" y="84903"/>
                </a:cubicBezTo>
                <a:cubicBezTo>
                  <a:pt x="44481" y="83958"/>
                  <a:pt x="44505" y="83012"/>
                  <a:pt x="44481" y="82116"/>
                </a:cubicBezTo>
                <a:lnTo>
                  <a:pt x="44481" y="81867"/>
                </a:lnTo>
                <a:cubicBezTo>
                  <a:pt x="44481" y="81767"/>
                  <a:pt x="44431" y="81643"/>
                  <a:pt x="44431" y="81543"/>
                </a:cubicBezTo>
                <a:cubicBezTo>
                  <a:pt x="44431" y="81520"/>
                  <a:pt x="44431" y="81490"/>
                  <a:pt x="44428" y="81464"/>
                </a:cubicBezTo>
                <a:close/>
                <a:moveTo>
                  <a:pt x="60361" y="85127"/>
                </a:moveTo>
                <a:cubicBezTo>
                  <a:pt x="60361" y="85127"/>
                  <a:pt x="60411" y="85152"/>
                  <a:pt x="60411" y="85202"/>
                </a:cubicBezTo>
                <a:cubicBezTo>
                  <a:pt x="60361" y="85202"/>
                  <a:pt x="60361" y="85202"/>
                  <a:pt x="60336" y="85227"/>
                </a:cubicBezTo>
                <a:cubicBezTo>
                  <a:pt x="60336" y="85202"/>
                  <a:pt x="60311" y="85202"/>
                  <a:pt x="60311" y="85152"/>
                </a:cubicBezTo>
                <a:cubicBezTo>
                  <a:pt x="60336" y="85152"/>
                  <a:pt x="60336" y="85152"/>
                  <a:pt x="60361" y="85127"/>
                </a:cubicBezTo>
                <a:close/>
                <a:moveTo>
                  <a:pt x="46123" y="84381"/>
                </a:moveTo>
                <a:lnTo>
                  <a:pt x="46123" y="84455"/>
                </a:lnTo>
                <a:cubicBezTo>
                  <a:pt x="45607" y="84726"/>
                  <a:pt x="45042" y="84996"/>
                  <a:pt x="44525" y="85267"/>
                </a:cubicBezTo>
                <a:lnTo>
                  <a:pt x="44525" y="85267"/>
                </a:lnTo>
                <a:cubicBezTo>
                  <a:pt x="44530" y="85257"/>
                  <a:pt x="44530" y="85242"/>
                  <a:pt x="44530" y="85227"/>
                </a:cubicBezTo>
                <a:lnTo>
                  <a:pt x="46123" y="84381"/>
                </a:lnTo>
                <a:close/>
                <a:moveTo>
                  <a:pt x="1917" y="71537"/>
                </a:moveTo>
                <a:lnTo>
                  <a:pt x="1917" y="71537"/>
                </a:lnTo>
                <a:cubicBezTo>
                  <a:pt x="1792" y="74151"/>
                  <a:pt x="1991" y="76640"/>
                  <a:pt x="2589" y="78930"/>
                </a:cubicBezTo>
                <a:cubicBezTo>
                  <a:pt x="1867" y="80448"/>
                  <a:pt x="1369" y="82091"/>
                  <a:pt x="1120" y="83709"/>
                </a:cubicBezTo>
                <a:cubicBezTo>
                  <a:pt x="1095" y="83709"/>
                  <a:pt x="1095" y="83734"/>
                  <a:pt x="1095" y="83758"/>
                </a:cubicBezTo>
                <a:lnTo>
                  <a:pt x="996" y="84605"/>
                </a:lnTo>
                <a:lnTo>
                  <a:pt x="996" y="84704"/>
                </a:lnTo>
                <a:cubicBezTo>
                  <a:pt x="996" y="84804"/>
                  <a:pt x="971" y="84978"/>
                  <a:pt x="971" y="85103"/>
                </a:cubicBezTo>
                <a:cubicBezTo>
                  <a:pt x="971" y="85152"/>
                  <a:pt x="971" y="85252"/>
                  <a:pt x="946" y="85327"/>
                </a:cubicBezTo>
                <a:cubicBezTo>
                  <a:pt x="349" y="81120"/>
                  <a:pt x="722" y="76490"/>
                  <a:pt x="1917" y="71537"/>
                </a:cubicBezTo>
                <a:close/>
                <a:moveTo>
                  <a:pt x="44281" y="85351"/>
                </a:moveTo>
                <a:lnTo>
                  <a:pt x="44281" y="85401"/>
                </a:lnTo>
                <a:lnTo>
                  <a:pt x="44257" y="85401"/>
                </a:lnTo>
                <a:cubicBezTo>
                  <a:pt x="44257" y="85401"/>
                  <a:pt x="44257" y="85376"/>
                  <a:pt x="44281" y="85351"/>
                </a:cubicBezTo>
                <a:close/>
                <a:moveTo>
                  <a:pt x="48289" y="83460"/>
                </a:moveTo>
                <a:cubicBezTo>
                  <a:pt x="48538" y="84132"/>
                  <a:pt x="48762" y="84854"/>
                  <a:pt x="48911" y="85575"/>
                </a:cubicBezTo>
                <a:cubicBezTo>
                  <a:pt x="48140" y="85227"/>
                  <a:pt x="47418" y="84779"/>
                  <a:pt x="46845" y="84256"/>
                </a:cubicBezTo>
                <a:cubicBezTo>
                  <a:pt x="47343" y="84007"/>
                  <a:pt x="47841" y="83734"/>
                  <a:pt x="48289" y="83460"/>
                </a:cubicBezTo>
                <a:close/>
                <a:moveTo>
                  <a:pt x="56055" y="78531"/>
                </a:moveTo>
                <a:cubicBezTo>
                  <a:pt x="57200" y="80647"/>
                  <a:pt x="58544" y="82862"/>
                  <a:pt x="60038" y="85078"/>
                </a:cubicBezTo>
                <a:cubicBezTo>
                  <a:pt x="59490" y="85252"/>
                  <a:pt x="58967" y="85451"/>
                  <a:pt x="58445" y="85575"/>
                </a:cubicBezTo>
                <a:cubicBezTo>
                  <a:pt x="57499" y="83286"/>
                  <a:pt x="56329" y="81170"/>
                  <a:pt x="54960" y="79278"/>
                </a:cubicBezTo>
                <a:cubicBezTo>
                  <a:pt x="55333" y="79029"/>
                  <a:pt x="55682" y="78780"/>
                  <a:pt x="56055" y="78531"/>
                </a:cubicBezTo>
                <a:close/>
                <a:moveTo>
                  <a:pt x="54810" y="79378"/>
                </a:moveTo>
                <a:cubicBezTo>
                  <a:pt x="56179" y="81244"/>
                  <a:pt x="57324" y="83360"/>
                  <a:pt x="58245" y="85600"/>
                </a:cubicBezTo>
                <a:cubicBezTo>
                  <a:pt x="58220" y="85600"/>
                  <a:pt x="58220" y="85600"/>
                  <a:pt x="58196" y="85625"/>
                </a:cubicBezTo>
                <a:cubicBezTo>
                  <a:pt x="57250" y="83385"/>
                  <a:pt x="56105" y="81294"/>
                  <a:pt x="54736" y="79427"/>
                </a:cubicBezTo>
                <a:lnTo>
                  <a:pt x="54810" y="79378"/>
                </a:lnTo>
                <a:close/>
                <a:moveTo>
                  <a:pt x="48538" y="83310"/>
                </a:moveTo>
                <a:cubicBezTo>
                  <a:pt x="48837" y="84107"/>
                  <a:pt x="49036" y="84879"/>
                  <a:pt x="49235" y="85700"/>
                </a:cubicBezTo>
                <a:cubicBezTo>
                  <a:pt x="49210" y="85700"/>
                  <a:pt x="49160" y="85650"/>
                  <a:pt x="49160" y="85650"/>
                </a:cubicBezTo>
                <a:cubicBezTo>
                  <a:pt x="48986" y="84879"/>
                  <a:pt x="48737" y="84107"/>
                  <a:pt x="48488" y="83360"/>
                </a:cubicBezTo>
                <a:cubicBezTo>
                  <a:pt x="48513" y="83360"/>
                  <a:pt x="48513" y="83310"/>
                  <a:pt x="48538" y="83310"/>
                </a:cubicBezTo>
                <a:close/>
                <a:moveTo>
                  <a:pt x="60112" y="85202"/>
                </a:moveTo>
                <a:cubicBezTo>
                  <a:pt x="60112" y="85227"/>
                  <a:pt x="60162" y="85227"/>
                  <a:pt x="60162" y="85252"/>
                </a:cubicBezTo>
                <a:cubicBezTo>
                  <a:pt x="59589" y="85451"/>
                  <a:pt x="59067" y="85625"/>
                  <a:pt x="58494" y="85775"/>
                </a:cubicBezTo>
                <a:lnTo>
                  <a:pt x="58494" y="85725"/>
                </a:lnTo>
                <a:cubicBezTo>
                  <a:pt x="59017" y="85575"/>
                  <a:pt x="59589" y="85376"/>
                  <a:pt x="60112" y="85202"/>
                </a:cubicBezTo>
                <a:close/>
                <a:moveTo>
                  <a:pt x="14860" y="85252"/>
                </a:moveTo>
                <a:lnTo>
                  <a:pt x="14860" y="85252"/>
                </a:lnTo>
                <a:cubicBezTo>
                  <a:pt x="14810" y="85351"/>
                  <a:pt x="14810" y="85451"/>
                  <a:pt x="14785" y="85526"/>
                </a:cubicBezTo>
                <a:cubicBezTo>
                  <a:pt x="14761" y="85625"/>
                  <a:pt x="14736" y="85725"/>
                  <a:pt x="14661" y="85824"/>
                </a:cubicBezTo>
                <a:cubicBezTo>
                  <a:pt x="14686" y="85725"/>
                  <a:pt x="14686" y="85625"/>
                  <a:pt x="14736" y="85501"/>
                </a:cubicBezTo>
                <a:cubicBezTo>
                  <a:pt x="14761" y="85401"/>
                  <a:pt x="14810" y="85327"/>
                  <a:pt x="14860" y="85252"/>
                </a:cubicBezTo>
                <a:close/>
                <a:moveTo>
                  <a:pt x="46671" y="84356"/>
                </a:moveTo>
                <a:cubicBezTo>
                  <a:pt x="47343" y="84928"/>
                  <a:pt x="48115" y="85426"/>
                  <a:pt x="48986" y="85775"/>
                </a:cubicBezTo>
                <a:cubicBezTo>
                  <a:pt x="48986" y="85809"/>
                  <a:pt x="48986" y="85832"/>
                  <a:pt x="48994" y="85842"/>
                </a:cubicBezTo>
                <a:lnTo>
                  <a:pt x="48994" y="85842"/>
                </a:lnTo>
                <a:cubicBezTo>
                  <a:pt x="48107" y="85471"/>
                  <a:pt x="47294" y="84977"/>
                  <a:pt x="46627" y="84361"/>
                </a:cubicBezTo>
                <a:lnTo>
                  <a:pt x="46627" y="84361"/>
                </a:lnTo>
                <a:cubicBezTo>
                  <a:pt x="46637" y="84370"/>
                  <a:pt x="46648" y="84374"/>
                  <a:pt x="46655" y="84374"/>
                </a:cubicBezTo>
                <a:cubicBezTo>
                  <a:pt x="46665" y="84374"/>
                  <a:pt x="46671" y="84368"/>
                  <a:pt x="46671" y="84356"/>
                </a:cubicBezTo>
                <a:close/>
                <a:moveTo>
                  <a:pt x="58320" y="85750"/>
                </a:moveTo>
                <a:cubicBezTo>
                  <a:pt x="58320" y="85775"/>
                  <a:pt x="58320" y="85775"/>
                  <a:pt x="58345" y="85799"/>
                </a:cubicBezTo>
                <a:cubicBezTo>
                  <a:pt x="58320" y="85849"/>
                  <a:pt x="58320" y="85849"/>
                  <a:pt x="58295" y="85849"/>
                </a:cubicBezTo>
                <a:cubicBezTo>
                  <a:pt x="58295" y="85799"/>
                  <a:pt x="58295" y="85799"/>
                  <a:pt x="58245" y="85775"/>
                </a:cubicBezTo>
                <a:cubicBezTo>
                  <a:pt x="58295" y="85775"/>
                  <a:pt x="58295" y="85775"/>
                  <a:pt x="58320" y="85750"/>
                </a:cubicBezTo>
                <a:close/>
                <a:moveTo>
                  <a:pt x="43809" y="78880"/>
                </a:moveTo>
                <a:lnTo>
                  <a:pt x="43908" y="79353"/>
                </a:lnTo>
                <a:lnTo>
                  <a:pt x="43908" y="79427"/>
                </a:lnTo>
                <a:lnTo>
                  <a:pt x="43908" y="79527"/>
                </a:lnTo>
                <a:lnTo>
                  <a:pt x="43933" y="79527"/>
                </a:lnTo>
                <a:cubicBezTo>
                  <a:pt x="44008" y="79851"/>
                  <a:pt x="44033" y="80149"/>
                  <a:pt x="44132" y="80473"/>
                </a:cubicBezTo>
                <a:cubicBezTo>
                  <a:pt x="44182" y="80846"/>
                  <a:pt x="44232" y="81220"/>
                  <a:pt x="44257" y="81593"/>
                </a:cubicBezTo>
                <a:cubicBezTo>
                  <a:pt x="44257" y="81717"/>
                  <a:pt x="44281" y="81792"/>
                  <a:pt x="44281" y="81916"/>
                </a:cubicBezTo>
                <a:lnTo>
                  <a:pt x="44281" y="82016"/>
                </a:lnTo>
                <a:lnTo>
                  <a:pt x="44281" y="83037"/>
                </a:lnTo>
                <a:cubicBezTo>
                  <a:pt x="44257" y="83783"/>
                  <a:pt x="44182" y="84530"/>
                  <a:pt x="44033" y="85277"/>
                </a:cubicBezTo>
                <a:cubicBezTo>
                  <a:pt x="43560" y="85526"/>
                  <a:pt x="43062" y="85750"/>
                  <a:pt x="42614" y="85974"/>
                </a:cubicBezTo>
                <a:cubicBezTo>
                  <a:pt x="42639" y="83758"/>
                  <a:pt x="43037" y="81369"/>
                  <a:pt x="43809" y="78880"/>
                </a:cubicBezTo>
                <a:close/>
                <a:moveTo>
                  <a:pt x="49235" y="85899"/>
                </a:moveTo>
                <a:cubicBezTo>
                  <a:pt x="49235" y="85899"/>
                  <a:pt x="49260" y="85899"/>
                  <a:pt x="49285" y="85949"/>
                </a:cubicBezTo>
                <a:cubicBezTo>
                  <a:pt x="49285" y="85974"/>
                  <a:pt x="49285" y="85999"/>
                  <a:pt x="49334" y="85999"/>
                </a:cubicBezTo>
                <a:lnTo>
                  <a:pt x="49260" y="85999"/>
                </a:lnTo>
                <a:cubicBezTo>
                  <a:pt x="49260" y="85974"/>
                  <a:pt x="49260" y="85949"/>
                  <a:pt x="49235" y="85899"/>
                </a:cubicBezTo>
                <a:close/>
                <a:moveTo>
                  <a:pt x="43734" y="78482"/>
                </a:moveTo>
                <a:cubicBezTo>
                  <a:pt x="43734" y="78506"/>
                  <a:pt x="43759" y="78531"/>
                  <a:pt x="43759" y="78556"/>
                </a:cubicBezTo>
                <a:cubicBezTo>
                  <a:pt x="42912" y="81170"/>
                  <a:pt x="42440" y="83709"/>
                  <a:pt x="42440" y="86024"/>
                </a:cubicBezTo>
                <a:cubicBezTo>
                  <a:pt x="42415" y="86048"/>
                  <a:pt x="42390" y="86048"/>
                  <a:pt x="42390" y="86048"/>
                </a:cubicBezTo>
                <a:cubicBezTo>
                  <a:pt x="42390" y="83684"/>
                  <a:pt x="42863" y="81145"/>
                  <a:pt x="43734" y="78482"/>
                </a:cubicBezTo>
                <a:close/>
                <a:moveTo>
                  <a:pt x="44008" y="85476"/>
                </a:moveTo>
                <a:lnTo>
                  <a:pt x="44008" y="85526"/>
                </a:lnTo>
                <a:cubicBezTo>
                  <a:pt x="43535" y="85750"/>
                  <a:pt x="43062" y="85999"/>
                  <a:pt x="42639" y="86223"/>
                </a:cubicBezTo>
                <a:lnTo>
                  <a:pt x="42639" y="86148"/>
                </a:lnTo>
                <a:cubicBezTo>
                  <a:pt x="43062" y="85949"/>
                  <a:pt x="43535" y="85725"/>
                  <a:pt x="44008" y="85476"/>
                </a:cubicBezTo>
                <a:close/>
                <a:moveTo>
                  <a:pt x="54586" y="79527"/>
                </a:moveTo>
                <a:cubicBezTo>
                  <a:pt x="55931" y="81394"/>
                  <a:pt x="57075" y="83460"/>
                  <a:pt x="57996" y="85650"/>
                </a:cubicBezTo>
                <a:cubicBezTo>
                  <a:pt x="56284" y="86108"/>
                  <a:pt x="54653" y="86346"/>
                  <a:pt x="53148" y="86346"/>
                </a:cubicBezTo>
                <a:cubicBezTo>
                  <a:pt x="51789" y="86346"/>
                  <a:pt x="50531" y="86151"/>
                  <a:pt x="49409" y="85750"/>
                </a:cubicBezTo>
                <a:cubicBezTo>
                  <a:pt x="49235" y="84879"/>
                  <a:pt x="48986" y="84032"/>
                  <a:pt x="48662" y="83211"/>
                </a:cubicBezTo>
                <a:cubicBezTo>
                  <a:pt x="50654" y="82116"/>
                  <a:pt x="52620" y="80871"/>
                  <a:pt x="54586" y="79527"/>
                </a:cubicBezTo>
                <a:close/>
                <a:moveTo>
                  <a:pt x="42440" y="86248"/>
                </a:moveTo>
                <a:lnTo>
                  <a:pt x="42440" y="86322"/>
                </a:lnTo>
                <a:cubicBezTo>
                  <a:pt x="42415" y="86322"/>
                  <a:pt x="42415" y="86347"/>
                  <a:pt x="42390" y="86347"/>
                </a:cubicBezTo>
                <a:lnTo>
                  <a:pt x="42390" y="86272"/>
                </a:lnTo>
                <a:cubicBezTo>
                  <a:pt x="42390" y="86272"/>
                  <a:pt x="42415" y="86248"/>
                  <a:pt x="42440" y="86248"/>
                </a:cubicBezTo>
                <a:close/>
                <a:moveTo>
                  <a:pt x="58071" y="85849"/>
                </a:moveTo>
                <a:cubicBezTo>
                  <a:pt x="58071" y="85874"/>
                  <a:pt x="58071" y="85874"/>
                  <a:pt x="58096" y="85899"/>
                </a:cubicBezTo>
                <a:cubicBezTo>
                  <a:pt x="56354" y="86372"/>
                  <a:pt x="54686" y="86621"/>
                  <a:pt x="53143" y="86621"/>
                </a:cubicBezTo>
                <a:cubicBezTo>
                  <a:pt x="51823" y="86621"/>
                  <a:pt x="50579" y="86422"/>
                  <a:pt x="49484" y="86048"/>
                </a:cubicBezTo>
                <a:cubicBezTo>
                  <a:pt x="49484" y="86030"/>
                  <a:pt x="49484" y="86012"/>
                  <a:pt x="49474" y="86003"/>
                </a:cubicBezTo>
                <a:lnTo>
                  <a:pt x="49474" y="86003"/>
                </a:lnTo>
                <a:cubicBezTo>
                  <a:pt x="50592" y="86363"/>
                  <a:pt x="51841" y="86542"/>
                  <a:pt x="53185" y="86542"/>
                </a:cubicBezTo>
                <a:cubicBezTo>
                  <a:pt x="54709" y="86542"/>
                  <a:pt x="56355" y="86311"/>
                  <a:pt x="58071" y="85849"/>
                </a:cubicBezTo>
                <a:close/>
                <a:moveTo>
                  <a:pt x="2664" y="79203"/>
                </a:moveTo>
                <a:cubicBezTo>
                  <a:pt x="2664" y="79253"/>
                  <a:pt x="2664" y="79278"/>
                  <a:pt x="2688" y="79278"/>
                </a:cubicBezTo>
                <a:cubicBezTo>
                  <a:pt x="2041" y="80722"/>
                  <a:pt x="1593" y="82190"/>
                  <a:pt x="1344" y="83734"/>
                </a:cubicBezTo>
                <a:lnTo>
                  <a:pt x="1344" y="83783"/>
                </a:lnTo>
                <a:cubicBezTo>
                  <a:pt x="1319" y="84082"/>
                  <a:pt x="1295" y="84356"/>
                  <a:pt x="1245" y="84605"/>
                </a:cubicBezTo>
                <a:lnTo>
                  <a:pt x="1245" y="84704"/>
                </a:lnTo>
                <a:cubicBezTo>
                  <a:pt x="1245" y="84854"/>
                  <a:pt x="1220" y="84978"/>
                  <a:pt x="1220" y="85127"/>
                </a:cubicBezTo>
                <a:cubicBezTo>
                  <a:pt x="1220" y="85227"/>
                  <a:pt x="1195" y="85327"/>
                  <a:pt x="1195" y="85401"/>
                </a:cubicBezTo>
                <a:lnTo>
                  <a:pt x="1195" y="85451"/>
                </a:lnTo>
                <a:cubicBezTo>
                  <a:pt x="1170" y="85874"/>
                  <a:pt x="1170" y="86322"/>
                  <a:pt x="1195" y="86745"/>
                </a:cubicBezTo>
                <a:cubicBezTo>
                  <a:pt x="1170" y="86646"/>
                  <a:pt x="1170" y="86571"/>
                  <a:pt x="1120" y="86472"/>
                </a:cubicBezTo>
                <a:cubicBezTo>
                  <a:pt x="1120" y="86123"/>
                  <a:pt x="1095" y="85775"/>
                  <a:pt x="1120" y="85451"/>
                </a:cubicBezTo>
                <a:cubicBezTo>
                  <a:pt x="1120" y="85327"/>
                  <a:pt x="1120" y="85227"/>
                  <a:pt x="1170" y="85103"/>
                </a:cubicBezTo>
                <a:cubicBezTo>
                  <a:pt x="1170" y="84953"/>
                  <a:pt x="1195" y="84779"/>
                  <a:pt x="1195" y="84605"/>
                </a:cubicBezTo>
                <a:cubicBezTo>
                  <a:pt x="1220" y="84331"/>
                  <a:pt x="1245" y="84032"/>
                  <a:pt x="1295" y="83783"/>
                </a:cubicBezTo>
                <a:lnTo>
                  <a:pt x="1295" y="83684"/>
                </a:lnTo>
                <a:cubicBezTo>
                  <a:pt x="1519" y="82165"/>
                  <a:pt x="1991" y="80647"/>
                  <a:pt x="2664" y="79203"/>
                </a:cubicBezTo>
                <a:close/>
                <a:moveTo>
                  <a:pt x="448" y="82091"/>
                </a:moveTo>
                <a:cubicBezTo>
                  <a:pt x="573" y="84406"/>
                  <a:pt x="846" y="85999"/>
                  <a:pt x="946" y="86521"/>
                </a:cubicBezTo>
                <a:lnTo>
                  <a:pt x="946" y="86745"/>
                </a:lnTo>
                <a:lnTo>
                  <a:pt x="946" y="86770"/>
                </a:lnTo>
                <a:cubicBezTo>
                  <a:pt x="896" y="86646"/>
                  <a:pt x="871" y="86496"/>
                  <a:pt x="846" y="86347"/>
                </a:cubicBezTo>
                <a:cubicBezTo>
                  <a:pt x="846" y="86248"/>
                  <a:pt x="822" y="86148"/>
                  <a:pt x="822" y="86073"/>
                </a:cubicBezTo>
                <a:cubicBezTo>
                  <a:pt x="797" y="85974"/>
                  <a:pt x="797" y="85849"/>
                  <a:pt x="747" y="85750"/>
                </a:cubicBezTo>
                <a:cubicBezTo>
                  <a:pt x="672" y="85127"/>
                  <a:pt x="573" y="84480"/>
                  <a:pt x="548" y="83833"/>
                </a:cubicBezTo>
                <a:lnTo>
                  <a:pt x="548" y="83634"/>
                </a:lnTo>
                <a:cubicBezTo>
                  <a:pt x="498" y="83111"/>
                  <a:pt x="473" y="82613"/>
                  <a:pt x="448" y="82091"/>
                </a:cubicBezTo>
                <a:close/>
                <a:moveTo>
                  <a:pt x="69571" y="80473"/>
                </a:moveTo>
                <a:cubicBezTo>
                  <a:pt x="69670" y="80597"/>
                  <a:pt x="69770" y="80747"/>
                  <a:pt x="69894" y="80871"/>
                </a:cubicBezTo>
                <a:cubicBezTo>
                  <a:pt x="67331" y="83012"/>
                  <a:pt x="64692" y="85103"/>
                  <a:pt x="61979" y="87069"/>
                </a:cubicBezTo>
                <a:cubicBezTo>
                  <a:pt x="61506" y="86496"/>
                  <a:pt x="61108" y="85874"/>
                  <a:pt x="60685" y="85252"/>
                </a:cubicBezTo>
                <a:cubicBezTo>
                  <a:pt x="63572" y="84157"/>
                  <a:pt x="66634" y="82539"/>
                  <a:pt x="69571" y="80473"/>
                </a:cubicBezTo>
                <a:close/>
                <a:moveTo>
                  <a:pt x="60486" y="85351"/>
                </a:moveTo>
                <a:lnTo>
                  <a:pt x="61805" y="87218"/>
                </a:lnTo>
                <a:lnTo>
                  <a:pt x="61780" y="87243"/>
                </a:lnTo>
                <a:lnTo>
                  <a:pt x="60461" y="85376"/>
                </a:lnTo>
                <a:cubicBezTo>
                  <a:pt x="60461" y="85351"/>
                  <a:pt x="60486" y="85351"/>
                  <a:pt x="60486" y="85351"/>
                </a:cubicBezTo>
                <a:close/>
                <a:moveTo>
                  <a:pt x="70019" y="81045"/>
                </a:moveTo>
                <a:cubicBezTo>
                  <a:pt x="70019" y="81070"/>
                  <a:pt x="70019" y="81070"/>
                  <a:pt x="70044" y="81120"/>
                </a:cubicBezTo>
                <a:cubicBezTo>
                  <a:pt x="67505" y="83261"/>
                  <a:pt x="64842" y="85351"/>
                  <a:pt x="62153" y="87293"/>
                </a:cubicBezTo>
                <a:cubicBezTo>
                  <a:pt x="62153" y="87268"/>
                  <a:pt x="62103" y="87268"/>
                  <a:pt x="62103" y="87243"/>
                </a:cubicBezTo>
                <a:cubicBezTo>
                  <a:pt x="64842" y="85277"/>
                  <a:pt x="67505" y="83236"/>
                  <a:pt x="70019" y="81045"/>
                </a:cubicBezTo>
                <a:close/>
                <a:moveTo>
                  <a:pt x="43485" y="78407"/>
                </a:moveTo>
                <a:lnTo>
                  <a:pt x="43485" y="78407"/>
                </a:lnTo>
                <a:cubicBezTo>
                  <a:pt x="42639" y="81145"/>
                  <a:pt x="42166" y="83758"/>
                  <a:pt x="42191" y="86148"/>
                </a:cubicBezTo>
                <a:cubicBezTo>
                  <a:pt x="40050" y="87144"/>
                  <a:pt x="37934" y="88015"/>
                  <a:pt x="35843" y="88737"/>
                </a:cubicBezTo>
                <a:cubicBezTo>
                  <a:pt x="35918" y="88438"/>
                  <a:pt x="35943" y="88089"/>
                  <a:pt x="36018" y="87766"/>
                </a:cubicBezTo>
                <a:cubicBezTo>
                  <a:pt x="36042" y="87617"/>
                  <a:pt x="36067" y="87467"/>
                  <a:pt x="36092" y="87268"/>
                </a:cubicBezTo>
                <a:lnTo>
                  <a:pt x="36092" y="87243"/>
                </a:lnTo>
                <a:cubicBezTo>
                  <a:pt x="36167" y="86895"/>
                  <a:pt x="36267" y="86521"/>
                  <a:pt x="36341" y="86148"/>
                </a:cubicBezTo>
                <a:cubicBezTo>
                  <a:pt x="36391" y="86024"/>
                  <a:pt x="36416" y="85874"/>
                  <a:pt x="36441" y="85750"/>
                </a:cubicBezTo>
                <a:cubicBezTo>
                  <a:pt x="36515" y="85526"/>
                  <a:pt x="36565" y="85302"/>
                  <a:pt x="36640" y="85053"/>
                </a:cubicBezTo>
                <a:cubicBezTo>
                  <a:pt x="36690" y="84879"/>
                  <a:pt x="36715" y="84679"/>
                  <a:pt x="36789" y="84505"/>
                </a:cubicBezTo>
                <a:cubicBezTo>
                  <a:pt x="36814" y="84381"/>
                  <a:pt x="36839" y="84281"/>
                  <a:pt x="36889" y="84157"/>
                </a:cubicBezTo>
                <a:cubicBezTo>
                  <a:pt x="37013" y="83734"/>
                  <a:pt x="37138" y="83286"/>
                  <a:pt x="37287" y="82862"/>
                </a:cubicBezTo>
                <a:lnTo>
                  <a:pt x="37287" y="82813"/>
                </a:lnTo>
                <a:cubicBezTo>
                  <a:pt x="37312" y="82763"/>
                  <a:pt x="37312" y="82688"/>
                  <a:pt x="37337" y="82613"/>
                </a:cubicBezTo>
                <a:lnTo>
                  <a:pt x="37337" y="82564"/>
                </a:lnTo>
                <a:cubicBezTo>
                  <a:pt x="37436" y="82290"/>
                  <a:pt x="37561" y="82016"/>
                  <a:pt x="37660" y="81692"/>
                </a:cubicBezTo>
                <a:cubicBezTo>
                  <a:pt x="40125" y="80996"/>
                  <a:pt x="42116" y="79875"/>
                  <a:pt x="43485" y="78407"/>
                </a:cubicBezTo>
                <a:close/>
                <a:moveTo>
                  <a:pt x="60262" y="85451"/>
                </a:moveTo>
                <a:cubicBezTo>
                  <a:pt x="60710" y="86098"/>
                  <a:pt x="61158" y="86720"/>
                  <a:pt x="61606" y="87368"/>
                </a:cubicBezTo>
                <a:cubicBezTo>
                  <a:pt x="60934" y="87841"/>
                  <a:pt x="60237" y="88313"/>
                  <a:pt x="59589" y="88762"/>
                </a:cubicBezTo>
                <a:cubicBezTo>
                  <a:pt x="59291" y="87816"/>
                  <a:pt x="58967" y="86870"/>
                  <a:pt x="58594" y="85974"/>
                </a:cubicBezTo>
                <a:cubicBezTo>
                  <a:pt x="59166" y="85824"/>
                  <a:pt x="59714" y="85625"/>
                  <a:pt x="60262" y="85451"/>
                </a:cubicBezTo>
                <a:close/>
                <a:moveTo>
                  <a:pt x="37461" y="81792"/>
                </a:moveTo>
                <a:cubicBezTo>
                  <a:pt x="36963" y="83236"/>
                  <a:pt x="36565" y="84605"/>
                  <a:pt x="36217" y="85974"/>
                </a:cubicBezTo>
                <a:lnTo>
                  <a:pt x="36217" y="85999"/>
                </a:lnTo>
                <a:cubicBezTo>
                  <a:pt x="36092" y="86496"/>
                  <a:pt x="36018" y="86969"/>
                  <a:pt x="35918" y="87467"/>
                </a:cubicBezTo>
                <a:cubicBezTo>
                  <a:pt x="35918" y="87517"/>
                  <a:pt x="35893" y="87592"/>
                  <a:pt x="35893" y="87641"/>
                </a:cubicBezTo>
                <a:cubicBezTo>
                  <a:pt x="35818" y="88015"/>
                  <a:pt x="35769" y="88438"/>
                  <a:pt x="35694" y="88811"/>
                </a:cubicBezTo>
                <a:cubicBezTo>
                  <a:pt x="35644" y="88836"/>
                  <a:pt x="35644" y="88836"/>
                  <a:pt x="35594" y="88836"/>
                </a:cubicBezTo>
                <a:cubicBezTo>
                  <a:pt x="35769" y="87741"/>
                  <a:pt x="35968" y="86621"/>
                  <a:pt x="36291" y="85476"/>
                </a:cubicBezTo>
                <a:cubicBezTo>
                  <a:pt x="36316" y="85376"/>
                  <a:pt x="36341" y="85277"/>
                  <a:pt x="36391" y="85152"/>
                </a:cubicBezTo>
                <a:cubicBezTo>
                  <a:pt x="36690" y="84032"/>
                  <a:pt x="37038" y="82912"/>
                  <a:pt x="37436" y="81792"/>
                </a:cubicBezTo>
                <a:close/>
                <a:moveTo>
                  <a:pt x="58395" y="85999"/>
                </a:moveTo>
                <a:cubicBezTo>
                  <a:pt x="58768" y="86944"/>
                  <a:pt x="59117" y="87865"/>
                  <a:pt x="59390" y="88836"/>
                </a:cubicBezTo>
                <a:cubicBezTo>
                  <a:pt x="59365" y="88836"/>
                  <a:pt x="59365" y="88861"/>
                  <a:pt x="59341" y="88861"/>
                </a:cubicBezTo>
                <a:cubicBezTo>
                  <a:pt x="59067" y="87915"/>
                  <a:pt x="58718" y="86969"/>
                  <a:pt x="58345" y="86024"/>
                </a:cubicBezTo>
                <a:cubicBezTo>
                  <a:pt x="58370" y="86024"/>
                  <a:pt x="58370" y="86024"/>
                  <a:pt x="58395" y="85999"/>
                </a:cubicBezTo>
                <a:close/>
                <a:moveTo>
                  <a:pt x="42191" y="86372"/>
                </a:moveTo>
                <a:lnTo>
                  <a:pt x="42191" y="86422"/>
                </a:lnTo>
                <a:cubicBezTo>
                  <a:pt x="40050" y="87417"/>
                  <a:pt x="37909" y="88289"/>
                  <a:pt x="35818" y="89010"/>
                </a:cubicBezTo>
                <a:lnTo>
                  <a:pt x="35818" y="88961"/>
                </a:lnTo>
                <a:cubicBezTo>
                  <a:pt x="37909" y="88239"/>
                  <a:pt x="40050" y="87368"/>
                  <a:pt x="42191" y="86372"/>
                </a:cubicBezTo>
                <a:close/>
                <a:moveTo>
                  <a:pt x="61705" y="87492"/>
                </a:moveTo>
                <a:cubicBezTo>
                  <a:pt x="61705" y="87517"/>
                  <a:pt x="61730" y="87517"/>
                  <a:pt x="61730" y="87567"/>
                </a:cubicBezTo>
                <a:cubicBezTo>
                  <a:pt x="61058" y="88065"/>
                  <a:pt x="60336" y="88513"/>
                  <a:pt x="59664" y="89010"/>
                </a:cubicBezTo>
                <a:cubicBezTo>
                  <a:pt x="59664" y="88986"/>
                  <a:pt x="59664" y="88986"/>
                  <a:pt x="59614" y="88961"/>
                </a:cubicBezTo>
                <a:cubicBezTo>
                  <a:pt x="60336" y="88463"/>
                  <a:pt x="61033" y="87990"/>
                  <a:pt x="61705" y="87492"/>
                </a:cubicBezTo>
                <a:close/>
                <a:moveTo>
                  <a:pt x="80598" y="71263"/>
                </a:moveTo>
                <a:cubicBezTo>
                  <a:pt x="83211" y="73304"/>
                  <a:pt x="85875" y="75246"/>
                  <a:pt x="88364" y="76814"/>
                </a:cubicBezTo>
                <a:cubicBezTo>
                  <a:pt x="84804" y="81269"/>
                  <a:pt x="80448" y="85476"/>
                  <a:pt x="75520" y="89010"/>
                </a:cubicBezTo>
                <a:cubicBezTo>
                  <a:pt x="74101" y="86447"/>
                  <a:pt x="72384" y="83659"/>
                  <a:pt x="70492" y="80971"/>
                </a:cubicBezTo>
                <a:cubicBezTo>
                  <a:pt x="74051" y="77884"/>
                  <a:pt x="77436" y="74648"/>
                  <a:pt x="80598" y="71263"/>
                </a:cubicBezTo>
                <a:close/>
                <a:moveTo>
                  <a:pt x="88948" y="88600"/>
                </a:moveTo>
                <a:lnTo>
                  <a:pt x="88948" y="88600"/>
                </a:lnTo>
                <a:cubicBezTo>
                  <a:pt x="88796" y="88744"/>
                  <a:pt x="88644" y="88888"/>
                  <a:pt x="88488" y="89035"/>
                </a:cubicBezTo>
                <a:lnTo>
                  <a:pt x="88470" y="89071"/>
                </a:lnTo>
                <a:lnTo>
                  <a:pt x="88470" y="89071"/>
                </a:lnTo>
                <a:lnTo>
                  <a:pt x="88563" y="88986"/>
                </a:lnTo>
                <a:lnTo>
                  <a:pt x="88948" y="88600"/>
                </a:lnTo>
                <a:close/>
                <a:moveTo>
                  <a:pt x="35594" y="89010"/>
                </a:moveTo>
                <a:lnTo>
                  <a:pt x="35594" y="89085"/>
                </a:lnTo>
                <a:lnTo>
                  <a:pt x="35545" y="89085"/>
                </a:lnTo>
                <a:lnTo>
                  <a:pt x="35545" y="89060"/>
                </a:lnTo>
                <a:cubicBezTo>
                  <a:pt x="35570" y="89060"/>
                  <a:pt x="35594" y="89010"/>
                  <a:pt x="35594" y="89010"/>
                </a:cubicBezTo>
                <a:close/>
                <a:moveTo>
                  <a:pt x="43983" y="85775"/>
                </a:moveTo>
                <a:lnTo>
                  <a:pt x="43983" y="85775"/>
                </a:lnTo>
                <a:cubicBezTo>
                  <a:pt x="43734" y="86895"/>
                  <a:pt x="43410" y="87990"/>
                  <a:pt x="42937" y="89085"/>
                </a:cubicBezTo>
                <a:cubicBezTo>
                  <a:pt x="42738" y="88239"/>
                  <a:pt x="42639" y="87343"/>
                  <a:pt x="42639" y="86447"/>
                </a:cubicBezTo>
                <a:cubicBezTo>
                  <a:pt x="43062" y="86223"/>
                  <a:pt x="43535" y="85999"/>
                  <a:pt x="43983" y="85775"/>
                </a:cubicBezTo>
                <a:close/>
                <a:moveTo>
                  <a:pt x="59490" y="89060"/>
                </a:moveTo>
                <a:cubicBezTo>
                  <a:pt x="59490" y="89085"/>
                  <a:pt x="59490" y="89085"/>
                  <a:pt x="59540" y="89110"/>
                </a:cubicBezTo>
                <a:cubicBezTo>
                  <a:pt x="59490" y="89110"/>
                  <a:pt x="59490" y="89135"/>
                  <a:pt x="59465" y="89135"/>
                </a:cubicBezTo>
                <a:cubicBezTo>
                  <a:pt x="59440" y="89110"/>
                  <a:pt x="59440" y="89085"/>
                  <a:pt x="59440" y="89085"/>
                </a:cubicBezTo>
                <a:cubicBezTo>
                  <a:pt x="59465" y="89085"/>
                  <a:pt x="59465" y="89060"/>
                  <a:pt x="59490" y="89060"/>
                </a:cubicBezTo>
                <a:close/>
                <a:moveTo>
                  <a:pt x="70318" y="81120"/>
                </a:moveTo>
                <a:cubicBezTo>
                  <a:pt x="72234" y="83833"/>
                  <a:pt x="73927" y="86571"/>
                  <a:pt x="75370" y="89160"/>
                </a:cubicBezTo>
                <a:lnTo>
                  <a:pt x="75346" y="89210"/>
                </a:lnTo>
                <a:cubicBezTo>
                  <a:pt x="73902" y="86596"/>
                  <a:pt x="72184" y="83833"/>
                  <a:pt x="70293" y="81145"/>
                </a:cubicBezTo>
                <a:lnTo>
                  <a:pt x="70318" y="81120"/>
                </a:lnTo>
                <a:close/>
                <a:moveTo>
                  <a:pt x="88538" y="76938"/>
                </a:moveTo>
                <a:cubicBezTo>
                  <a:pt x="88563" y="76938"/>
                  <a:pt x="88563" y="76988"/>
                  <a:pt x="88588" y="76988"/>
                </a:cubicBezTo>
                <a:cubicBezTo>
                  <a:pt x="84978" y="81468"/>
                  <a:pt x="80598" y="85700"/>
                  <a:pt x="75644" y="89234"/>
                </a:cubicBezTo>
                <a:cubicBezTo>
                  <a:pt x="75619" y="89234"/>
                  <a:pt x="75619" y="89234"/>
                  <a:pt x="75619" y="89210"/>
                </a:cubicBezTo>
                <a:cubicBezTo>
                  <a:pt x="80573" y="85650"/>
                  <a:pt x="84954" y="81419"/>
                  <a:pt x="88538" y="76938"/>
                </a:cubicBezTo>
                <a:close/>
                <a:moveTo>
                  <a:pt x="42440" y="86496"/>
                </a:moveTo>
                <a:cubicBezTo>
                  <a:pt x="42489" y="87492"/>
                  <a:pt x="42614" y="88413"/>
                  <a:pt x="42788" y="89334"/>
                </a:cubicBezTo>
                <a:cubicBezTo>
                  <a:pt x="42788" y="89359"/>
                  <a:pt x="42763" y="89384"/>
                  <a:pt x="42763" y="89434"/>
                </a:cubicBezTo>
                <a:cubicBezTo>
                  <a:pt x="42514" y="88513"/>
                  <a:pt x="42390" y="87567"/>
                  <a:pt x="42390" y="86521"/>
                </a:cubicBezTo>
                <a:cubicBezTo>
                  <a:pt x="42415" y="86521"/>
                  <a:pt x="42415" y="86496"/>
                  <a:pt x="42440" y="86496"/>
                </a:cubicBezTo>
                <a:close/>
                <a:moveTo>
                  <a:pt x="44173" y="85695"/>
                </a:moveTo>
                <a:lnTo>
                  <a:pt x="44173" y="85695"/>
                </a:lnTo>
                <a:cubicBezTo>
                  <a:pt x="43924" y="86974"/>
                  <a:pt x="43528" y="88228"/>
                  <a:pt x="42987" y="89458"/>
                </a:cubicBezTo>
                <a:lnTo>
                  <a:pt x="42987" y="89434"/>
                </a:lnTo>
                <a:cubicBezTo>
                  <a:pt x="43528" y="88228"/>
                  <a:pt x="43924" y="86974"/>
                  <a:pt x="44173" y="85695"/>
                </a:cubicBezTo>
                <a:close/>
                <a:moveTo>
                  <a:pt x="37187" y="81867"/>
                </a:moveTo>
                <a:lnTo>
                  <a:pt x="37187" y="81867"/>
                </a:lnTo>
                <a:cubicBezTo>
                  <a:pt x="36316" y="84306"/>
                  <a:pt x="35719" y="86671"/>
                  <a:pt x="35395" y="88911"/>
                </a:cubicBezTo>
                <a:cubicBezTo>
                  <a:pt x="34400" y="89259"/>
                  <a:pt x="33404" y="89558"/>
                  <a:pt x="32433" y="89832"/>
                </a:cubicBezTo>
                <a:cubicBezTo>
                  <a:pt x="32284" y="87268"/>
                  <a:pt x="32458" y="84779"/>
                  <a:pt x="32981" y="82489"/>
                </a:cubicBezTo>
                <a:cubicBezTo>
                  <a:pt x="34474" y="82389"/>
                  <a:pt x="35893" y="82215"/>
                  <a:pt x="37187" y="81867"/>
                </a:cubicBezTo>
                <a:close/>
                <a:moveTo>
                  <a:pt x="93631" y="88605"/>
                </a:moveTo>
                <a:lnTo>
                  <a:pt x="93631" y="88605"/>
                </a:lnTo>
                <a:cubicBezTo>
                  <a:pt x="93444" y="88800"/>
                  <a:pt x="93259" y="88988"/>
                  <a:pt x="93093" y="89185"/>
                </a:cubicBezTo>
                <a:cubicBezTo>
                  <a:pt x="92862" y="89418"/>
                  <a:pt x="92629" y="89652"/>
                  <a:pt x="92395" y="89884"/>
                </a:cubicBezTo>
                <a:lnTo>
                  <a:pt x="92395" y="89884"/>
                </a:lnTo>
                <a:cubicBezTo>
                  <a:pt x="92440" y="89839"/>
                  <a:pt x="92482" y="89796"/>
                  <a:pt x="92520" y="89757"/>
                </a:cubicBezTo>
                <a:cubicBezTo>
                  <a:pt x="92794" y="89458"/>
                  <a:pt x="93143" y="89135"/>
                  <a:pt x="93441" y="88786"/>
                </a:cubicBezTo>
                <a:lnTo>
                  <a:pt x="93631" y="88605"/>
                </a:lnTo>
                <a:close/>
                <a:moveTo>
                  <a:pt x="32807" y="82489"/>
                </a:moveTo>
                <a:cubicBezTo>
                  <a:pt x="32284" y="84804"/>
                  <a:pt x="32110" y="87293"/>
                  <a:pt x="32284" y="89882"/>
                </a:cubicBezTo>
                <a:cubicBezTo>
                  <a:pt x="32234" y="89882"/>
                  <a:pt x="32234" y="89882"/>
                  <a:pt x="32209" y="89931"/>
                </a:cubicBezTo>
                <a:cubicBezTo>
                  <a:pt x="32035" y="87343"/>
                  <a:pt x="32209" y="84804"/>
                  <a:pt x="32732" y="82489"/>
                </a:cubicBezTo>
                <a:close/>
                <a:moveTo>
                  <a:pt x="35346" y="89110"/>
                </a:moveTo>
                <a:lnTo>
                  <a:pt x="35346" y="89160"/>
                </a:lnTo>
                <a:cubicBezTo>
                  <a:pt x="34400" y="89508"/>
                  <a:pt x="33429" y="89782"/>
                  <a:pt x="32458" y="90081"/>
                </a:cubicBezTo>
                <a:lnTo>
                  <a:pt x="32458" y="90031"/>
                </a:lnTo>
                <a:cubicBezTo>
                  <a:pt x="33404" y="89757"/>
                  <a:pt x="34350" y="89458"/>
                  <a:pt x="35346" y="89110"/>
                </a:cubicBezTo>
                <a:close/>
                <a:moveTo>
                  <a:pt x="88737" y="77063"/>
                </a:moveTo>
                <a:cubicBezTo>
                  <a:pt x="88936" y="77187"/>
                  <a:pt x="89110" y="77312"/>
                  <a:pt x="89309" y="77411"/>
                </a:cubicBezTo>
                <a:cubicBezTo>
                  <a:pt x="89285" y="77436"/>
                  <a:pt x="89235" y="77511"/>
                  <a:pt x="89185" y="77536"/>
                </a:cubicBezTo>
                <a:cubicBezTo>
                  <a:pt x="89061" y="77685"/>
                  <a:pt x="88936" y="77809"/>
                  <a:pt x="88787" y="77959"/>
                </a:cubicBezTo>
                <a:cubicBezTo>
                  <a:pt x="88189" y="78631"/>
                  <a:pt x="87567" y="79278"/>
                  <a:pt x="86970" y="79900"/>
                </a:cubicBezTo>
                <a:cubicBezTo>
                  <a:pt x="86721" y="80149"/>
                  <a:pt x="86497" y="80398"/>
                  <a:pt x="86248" y="80647"/>
                </a:cubicBezTo>
                <a:cubicBezTo>
                  <a:pt x="85800" y="81145"/>
                  <a:pt x="85302" y="81618"/>
                  <a:pt x="84829" y="82116"/>
                </a:cubicBezTo>
                <a:cubicBezTo>
                  <a:pt x="84481" y="82439"/>
                  <a:pt x="84107" y="82788"/>
                  <a:pt x="83759" y="83136"/>
                </a:cubicBezTo>
                <a:cubicBezTo>
                  <a:pt x="83336" y="83534"/>
                  <a:pt x="82937" y="83933"/>
                  <a:pt x="82489" y="84381"/>
                </a:cubicBezTo>
                <a:cubicBezTo>
                  <a:pt x="82191" y="84655"/>
                  <a:pt x="81867" y="84978"/>
                  <a:pt x="81568" y="85252"/>
                </a:cubicBezTo>
                <a:cubicBezTo>
                  <a:pt x="80971" y="85775"/>
                  <a:pt x="80398" y="86297"/>
                  <a:pt x="79826" y="86845"/>
                </a:cubicBezTo>
                <a:cubicBezTo>
                  <a:pt x="79502" y="87119"/>
                  <a:pt x="79204" y="87368"/>
                  <a:pt x="78905" y="87641"/>
                </a:cubicBezTo>
                <a:lnTo>
                  <a:pt x="77511" y="88861"/>
                </a:lnTo>
                <a:cubicBezTo>
                  <a:pt x="77212" y="89135"/>
                  <a:pt x="76864" y="89434"/>
                  <a:pt x="76515" y="89707"/>
                </a:cubicBezTo>
                <a:lnTo>
                  <a:pt x="76043" y="90081"/>
                </a:lnTo>
                <a:cubicBezTo>
                  <a:pt x="75968" y="89857"/>
                  <a:pt x="75819" y="89633"/>
                  <a:pt x="75744" y="89434"/>
                </a:cubicBezTo>
                <a:cubicBezTo>
                  <a:pt x="80722" y="85849"/>
                  <a:pt x="85128" y="81593"/>
                  <a:pt x="88737" y="77063"/>
                </a:cubicBezTo>
                <a:close/>
                <a:moveTo>
                  <a:pt x="32284" y="90081"/>
                </a:moveTo>
                <a:lnTo>
                  <a:pt x="32284" y="90106"/>
                </a:lnTo>
                <a:cubicBezTo>
                  <a:pt x="32234" y="90106"/>
                  <a:pt x="32234" y="90106"/>
                  <a:pt x="32209" y="90131"/>
                </a:cubicBezTo>
                <a:lnTo>
                  <a:pt x="32209" y="90081"/>
                </a:lnTo>
                <a:close/>
                <a:moveTo>
                  <a:pt x="8040" y="73055"/>
                </a:moveTo>
                <a:cubicBezTo>
                  <a:pt x="9384" y="74424"/>
                  <a:pt x="10927" y="75669"/>
                  <a:pt x="12645" y="76789"/>
                </a:cubicBezTo>
                <a:lnTo>
                  <a:pt x="12670" y="76814"/>
                </a:lnTo>
                <a:cubicBezTo>
                  <a:pt x="12695" y="76864"/>
                  <a:pt x="12744" y="76913"/>
                  <a:pt x="12769" y="76938"/>
                </a:cubicBezTo>
                <a:lnTo>
                  <a:pt x="12894" y="77063"/>
                </a:lnTo>
                <a:cubicBezTo>
                  <a:pt x="12944" y="77162"/>
                  <a:pt x="13043" y="77237"/>
                  <a:pt x="13118" y="77312"/>
                </a:cubicBezTo>
                <a:cubicBezTo>
                  <a:pt x="13242" y="77411"/>
                  <a:pt x="13317" y="77536"/>
                  <a:pt x="13441" y="77635"/>
                </a:cubicBezTo>
                <a:cubicBezTo>
                  <a:pt x="13616" y="77785"/>
                  <a:pt x="13790" y="77934"/>
                  <a:pt x="13989" y="78108"/>
                </a:cubicBezTo>
                <a:cubicBezTo>
                  <a:pt x="14113" y="78183"/>
                  <a:pt x="14238" y="78282"/>
                  <a:pt x="14313" y="78382"/>
                </a:cubicBezTo>
                <a:cubicBezTo>
                  <a:pt x="14512" y="78531"/>
                  <a:pt x="14686" y="78656"/>
                  <a:pt x="14910" y="78805"/>
                </a:cubicBezTo>
                <a:cubicBezTo>
                  <a:pt x="15034" y="78905"/>
                  <a:pt x="15159" y="78954"/>
                  <a:pt x="15283" y="79029"/>
                </a:cubicBezTo>
                <a:cubicBezTo>
                  <a:pt x="15507" y="79154"/>
                  <a:pt x="15682" y="79303"/>
                  <a:pt x="15906" y="79427"/>
                </a:cubicBezTo>
                <a:lnTo>
                  <a:pt x="16279" y="79627"/>
                </a:lnTo>
                <a:lnTo>
                  <a:pt x="16304" y="79627"/>
                </a:lnTo>
                <a:cubicBezTo>
                  <a:pt x="15632" y="81618"/>
                  <a:pt x="15034" y="83559"/>
                  <a:pt x="14561" y="85501"/>
                </a:cubicBezTo>
                <a:cubicBezTo>
                  <a:pt x="13889" y="87019"/>
                  <a:pt x="13367" y="88587"/>
                  <a:pt x="12944" y="90155"/>
                </a:cubicBezTo>
                <a:cubicBezTo>
                  <a:pt x="9658" y="88861"/>
                  <a:pt x="7044" y="86770"/>
                  <a:pt x="5227" y="83958"/>
                </a:cubicBezTo>
                <a:lnTo>
                  <a:pt x="5227" y="83858"/>
                </a:lnTo>
                <a:lnTo>
                  <a:pt x="5227" y="83833"/>
                </a:lnTo>
                <a:cubicBezTo>
                  <a:pt x="5327" y="83111"/>
                  <a:pt x="5451" y="82389"/>
                  <a:pt x="5601" y="81668"/>
                </a:cubicBezTo>
                <a:cubicBezTo>
                  <a:pt x="5650" y="81593"/>
                  <a:pt x="5650" y="81493"/>
                  <a:pt x="5675" y="81419"/>
                </a:cubicBezTo>
                <a:cubicBezTo>
                  <a:pt x="6198" y="78730"/>
                  <a:pt x="7019" y="75918"/>
                  <a:pt x="8040" y="73055"/>
                </a:cubicBezTo>
                <a:close/>
                <a:moveTo>
                  <a:pt x="14362" y="86397"/>
                </a:moveTo>
                <a:cubicBezTo>
                  <a:pt x="14313" y="86521"/>
                  <a:pt x="14288" y="86646"/>
                  <a:pt x="14288" y="86745"/>
                </a:cubicBezTo>
                <a:cubicBezTo>
                  <a:pt x="13865" y="87865"/>
                  <a:pt x="13491" y="89010"/>
                  <a:pt x="13192" y="90205"/>
                </a:cubicBezTo>
                <a:cubicBezTo>
                  <a:pt x="13168" y="90205"/>
                  <a:pt x="13143" y="90180"/>
                  <a:pt x="13143" y="90180"/>
                </a:cubicBezTo>
                <a:cubicBezTo>
                  <a:pt x="13441" y="88886"/>
                  <a:pt x="13865" y="87617"/>
                  <a:pt x="14362" y="86397"/>
                </a:cubicBezTo>
                <a:close/>
                <a:moveTo>
                  <a:pt x="75570" y="89533"/>
                </a:moveTo>
                <a:cubicBezTo>
                  <a:pt x="75694" y="89757"/>
                  <a:pt x="75794" y="89981"/>
                  <a:pt x="75918" y="90205"/>
                </a:cubicBezTo>
                <a:lnTo>
                  <a:pt x="75893" y="90230"/>
                </a:lnTo>
                <a:lnTo>
                  <a:pt x="75520" y="89583"/>
                </a:lnTo>
                <a:lnTo>
                  <a:pt x="75570" y="89533"/>
                </a:lnTo>
                <a:close/>
                <a:moveTo>
                  <a:pt x="89459" y="77511"/>
                </a:moveTo>
                <a:cubicBezTo>
                  <a:pt x="89484" y="77511"/>
                  <a:pt x="89484" y="77536"/>
                  <a:pt x="89509" y="77536"/>
                </a:cubicBezTo>
                <a:cubicBezTo>
                  <a:pt x="89110" y="77984"/>
                  <a:pt x="88737" y="78407"/>
                  <a:pt x="88339" y="78805"/>
                </a:cubicBezTo>
                <a:cubicBezTo>
                  <a:pt x="87990" y="79178"/>
                  <a:pt x="87642" y="79552"/>
                  <a:pt x="87318" y="79900"/>
                </a:cubicBezTo>
                <a:cubicBezTo>
                  <a:pt x="86945" y="80299"/>
                  <a:pt x="86522" y="80722"/>
                  <a:pt x="86148" y="81120"/>
                </a:cubicBezTo>
                <a:cubicBezTo>
                  <a:pt x="85949" y="81344"/>
                  <a:pt x="85750" y="81543"/>
                  <a:pt x="85526" y="81742"/>
                </a:cubicBezTo>
                <a:cubicBezTo>
                  <a:pt x="84879" y="82414"/>
                  <a:pt x="84207" y="83086"/>
                  <a:pt x="83510" y="83734"/>
                </a:cubicBezTo>
                <a:lnTo>
                  <a:pt x="82863" y="84381"/>
                </a:lnTo>
                <a:cubicBezTo>
                  <a:pt x="82340" y="84879"/>
                  <a:pt x="81792" y="85376"/>
                  <a:pt x="81245" y="85874"/>
                </a:cubicBezTo>
                <a:cubicBezTo>
                  <a:pt x="80847" y="86248"/>
                  <a:pt x="80473" y="86596"/>
                  <a:pt x="80050" y="86969"/>
                </a:cubicBezTo>
                <a:cubicBezTo>
                  <a:pt x="79677" y="87318"/>
                  <a:pt x="79303" y="87617"/>
                  <a:pt x="78930" y="87965"/>
                </a:cubicBezTo>
                <a:cubicBezTo>
                  <a:pt x="78532" y="88338"/>
                  <a:pt x="78108" y="88712"/>
                  <a:pt x="77660" y="89060"/>
                </a:cubicBezTo>
                <a:lnTo>
                  <a:pt x="76441" y="90081"/>
                </a:lnTo>
                <a:cubicBezTo>
                  <a:pt x="76366" y="90131"/>
                  <a:pt x="76291" y="90205"/>
                  <a:pt x="76192" y="90255"/>
                </a:cubicBezTo>
                <a:cubicBezTo>
                  <a:pt x="76192" y="90230"/>
                  <a:pt x="76167" y="90230"/>
                  <a:pt x="76167" y="90205"/>
                </a:cubicBezTo>
                <a:cubicBezTo>
                  <a:pt x="76341" y="90106"/>
                  <a:pt x="76491" y="89981"/>
                  <a:pt x="76640" y="89857"/>
                </a:cubicBezTo>
                <a:cubicBezTo>
                  <a:pt x="76914" y="89608"/>
                  <a:pt x="77212" y="89384"/>
                  <a:pt x="77511" y="89135"/>
                </a:cubicBezTo>
                <a:cubicBezTo>
                  <a:pt x="78034" y="88712"/>
                  <a:pt x="78581" y="88239"/>
                  <a:pt x="79079" y="87766"/>
                </a:cubicBezTo>
                <a:lnTo>
                  <a:pt x="79901" y="87019"/>
                </a:lnTo>
                <a:cubicBezTo>
                  <a:pt x="80523" y="86472"/>
                  <a:pt x="81145" y="85899"/>
                  <a:pt x="81743" y="85351"/>
                </a:cubicBezTo>
                <a:cubicBezTo>
                  <a:pt x="81991" y="85103"/>
                  <a:pt x="82265" y="84854"/>
                  <a:pt x="82514" y="84605"/>
                </a:cubicBezTo>
                <a:cubicBezTo>
                  <a:pt x="83062" y="84107"/>
                  <a:pt x="83560" y="83609"/>
                  <a:pt x="84082" y="83111"/>
                </a:cubicBezTo>
                <a:lnTo>
                  <a:pt x="84655" y="82514"/>
                </a:lnTo>
                <a:cubicBezTo>
                  <a:pt x="85277" y="81892"/>
                  <a:pt x="85899" y="81269"/>
                  <a:pt x="86497" y="80647"/>
                </a:cubicBezTo>
                <a:lnTo>
                  <a:pt x="86995" y="80149"/>
                </a:lnTo>
                <a:cubicBezTo>
                  <a:pt x="87692" y="79427"/>
                  <a:pt x="88364" y="78730"/>
                  <a:pt x="89011" y="78009"/>
                </a:cubicBezTo>
                <a:cubicBezTo>
                  <a:pt x="89061" y="77984"/>
                  <a:pt x="89085" y="77934"/>
                  <a:pt x="89085" y="77909"/>
                </a:cubicBezTo>
                <a:cubicBezTo>
                  <a:pt x="89210" y="77785"/>
                  <a:pt x="89334" y="77635"/>
                  <a:pt x="89459" y="77511"/>
                </a:cubicBezTo>
                <a:close/>
                <a:moveTo>
                  <a:pt x="5202" y="84256"/>
                </a:moveTo>
                <a:cubicBezTo>
                  <a:pt x="7044" y="86994"/>
                  <a:pt x="9633" y="89060"/>
                  <a:pt x="12919" y="90305"/>
                </a:cubicBezTo>
                <a:lnTo>
                  <a:pt x="12919" y="90355"/>
                </a:lnTo>
                <a:cubicBezTo>
                  <a:pt x="9658" y="89110"/>
                  <a:pt x="7044" y="87094"/>
                  <a:pt x="5202" y="84356"/>
                </a:cubicBezTo>
                <a:cubicBezTo>
                  <a:pt x="5178" y="84331"/>
                  <a:pt x="5202" y="84281"/>
                  <a:pt x="5202" y="84256"/>
                </a:cubicBezTo>
                <a:close/>
                <a:moveTo>
                  <a:pt x="14064" y="87890"/>
                </a:moveTo>
                <a:lnTo>
                  <a:pt x="14064" y="87890"/>
                </a:lnTo>
                <a:cubicBezTo>
                  <a:pt x="13914" y="88737"/>
                  <a:pt x="13790" y="89558"/>
                  <a:pt x="13690" y="90355"/>
                </a:cubicBezTo>
                <a:cubicBezTo>
                  <a:pt x="13616" y="90330"/>
                  <a:pt x="13491" y="90305"/>
                  <a:pt x="13392" y="90255"/>
                </a:cubicBezTo>
                <a:cubicBezTo>
                  <a:pt x="13566" y="89483"/>
                  <a:pt x="13790" y="88662"/>
                  <a:pt x="14064" y="87890"/>
                </a:cubicBezTo>
                <a:close/>
                <a:moveTo>
                  <a:pt x="13118" y="90355"/>
                </a:moveTo>
                <a:cubicBezTo>
                  <a:pt x="13143" y="90379"/>
                  <a:pt x="13168" y="90379"/>
                  <a:pt x="13168" y="90379"/>
                </a:cubicBezTo>
                <a:lnTo>
                  <a:pt x="13168" y="90454"/>
                </a:lnTo>
                <a:lnTo>
                  <a:pt x="13118" y="90454"/>
                </a:lnTo>
                <a:cubicBezTo>
                  <a:pt x="13068" y="90379"/>
                  <a:pt x="13068" y="90379"/>
                  <a:pt x="13118" y="90355"/>
                </a:cubicBezTo>
                <a:close/>
                <a:moveTo>
                  <a:pt x="14611" y="86496"/>
                </a:moveTo>
                <a:lnTo>
                  <a:pt x="14611" y="86496"/>
                </a:lnTo>
                <a:cubicBezTo>
                  <a:pt x="14313" y="87841"/>
                  <a:pt x="14113" y="89135"/>
                  <a:pt x="13939" y="90454"/>
                </a:cubicBezTo>
                <a:cubicBezTo>
                  <a:pt x="13914" y="90454"/>
                  <a:pt x="13889" y="90404"/>
                  <a:pt x="13865" y="90404"/>
                </a:cubicBezTo>
                <a:cubicBezTo>
                  <a:pt x="14014" y="89234"/>
                  <a:pt x="14188" y="88040"/>
                  <a:pt x="14437" y="86845"/>
                </a:cubicBezTo>
                <a:cubicBezTo>
                  <a:pt x="14487" y="86720"/>
                  <a:pt x="14537" y="86621"/>
                  <a:pt x="14611" y="86496"/>
                </a:cubicBezTo>
                <a:close/>
                <a:moveTo>
                  <a:pt x="75993" y="90379"/>
                </a:moveTo>
                <a:cubicBezTo>
                  <a:pt x="75993" y="90404"/>
                  <a:pt x="76018" y="90404"/>
                  <a:pt x="76018" y="90454"/>
                </a:cubicBezTo>
                <a:lnTo>
                  <a:pt x="75993" y="90479"/>
                </a:lnTo>
                <a:cubicBezTo>
                  <a:pt x="75993" y="90454"/>
                  <a:pt x="75993" y="90404"/>
                  <a:pt x="75968" y="90404"/>
                </a:cubicBezTo>
                <a:lnTo>
                  <a:pt x="75993" y="90379"/>
                </a:lnTo>
                <a:close/>
                <a:moveTo>
                  <a:pt x="13317" y="90454"/>
                </a:moveTo>
                <a:cubicBezTo>
                  <a:pt x="13441" y="90479"/>
                  <a:pt x="13541" y="90504"/>
                  <a:pt x="13665" y="90579"/>
                </a:cubicBezTo>
                <a:lnTo>
                  <a:pt x="13665" y="90628"/>
                </a:lnTo>
                <a:cubicBezTo>
                  <a:pt x="13541" y="90603"/>
                  <a:pt x="13441" y="90579"/>
                  <a:pt x="13317" y="90529"/>
                </a:cubicBezTo>
                <a:lnTo>
                  <a:pt x="13317" y="90454"/>
                </a:lnTo>
                <a:close/>
                <a:moveTo>
                  <a:pt x="88470" y="89071"/>
                </a:moveTo>
                <a:lnTo>
                  <a:pt x="88239" y="89284"/>
                </a:lnTo>
                <a:lnTo>
                  <a:pt x="87044" y="90404"/>
                </a:lnTo>
                <a:cubicBezTo>
                  <a:pt x="86970" y="90479"/>
                  <a:pt x="86895" y="90563"/>
                  <a:pt x="86820" y="90634"/>
                </a:cubicBezTo>
                <a:lnTo>
                  <a:pt x="86820" y="90634"/>
                </a:lnTo>
                <a:cubicBezTo>
                  <a:pt x="86870" y="90588"/>
                  <a:pt x="86920" y="90544"/>
                  <a:pt x="86970" y="90504"/>
                </a:cubicBezTo>
                <a:cubicBezTo>
                  <a:pt x="87368" y="90131"/>
                  <a:pt x="87791" y="89757"/>
                  <a:pt x="88189" y="89359"/>
                </a:cubicBezTo>
                <a:lnTo>
                  <a:pt x="88289" y="89259"/>
                </a:lnTo>
                <a:lnTo>
                  <a:pt x="88463" y="89085"/>
                </a:lnTo>
                <a:lnTo>
                  <a:pt x="88470" y="89071"/>
                </a:lnTo>
                <a:close/>
                <a:moveTo>
                  <a:pt x="86820" y="90634"/>
                </a:moveTo>
                <a:lnTo>
                  <a:pt x="86820" y="90634"/>
                </a:lnTo>
                <a:cubicBezTo>
                  <a:pt x="86813" y="90640"/>
                  <a:pt x="86806" y="90647"/>
                  <a:pt x="86799" y="90654"/>
                </a:cubicBezTo>
                <a:lnTo>
                  <a:pt x="86799" y="90654"/>
                </a:lnTo>
                <a:cubicBezTo>
                  <a:pt x="86806" y="90647"/>
                  <a:pt x="86813" y="90641"/>
                  <a:pt x="86820" y="90634"/>
                </a:cubicBezTo>
                <a:close/>
                <a:moveTo>
                  <a:pt x="13865" y="90603"/>
                </a:moveTo>
                <a:cubicBezTo>
                  <a:pt x="13889" y="90603"/>
                  <a:pt x="13889" y="90603"/>
                  <a:pt x="13914" y="90628"/>
                </a:cubicBezTo>
                <a:lnTo>
                  <a:pt x="13914" y="90678"/>
                </a:lnTo>
                <a:cubicBezTo>
                  <a:pt x="13889" y="90678"/>
                  <a:pt x="13889" y="90678"/>
                  <a:pt x="13865" y="90628"/>
                </a:cubicBezTo>
                <a:cubicBezTo>
                  <a:pt x="13815" y="90628"/>
                  <a:pt x="13865" y="90628"/>
                  <a:pt x="13865" y="90603"/>
                </a:cubicBezTo>
                <a:close/>
                <a:moveTo>
                  <a:pt x="27505" y="82265"/>
                </a:moveTo>
                <a:cubicBezTo>
                  <a:pt x="28849" y="82464"/>
                  <a:pt x="30193" y="82539"/>
                  <a:pt x="31537" y="82539"/>
                </a:cubicBezTo>
                <a:cubicBezTo>
                  <a:pt x="31861" y="82539"/>
                  <a:pt x="32184" y="82514"/>
                  <a:pt x="32533" y="82514"/>
                </a:cubicBezTo>
                <a:cubicBezTo>
                  <a:pt x="32035" y="84854"/>
                  <a:pt x="31861" y="87368"/>
                  <a:pt x="31985" y="89956"/>
                </a:cubicBezTo>
                <a:cubicBezTo>
                  <a:pt x="29621" y="90603"/>
                  <a:pt x="27355" y="91027"/>
                  <a:pt x="25190" y="91300"/>
                </a:cubicBezTo>
                <a:cubicBezTo>
                  <a:pt x="25613" y="88388"/>
                  <a:pt x="26385" y="85376"/>
                  <a:pt x="27505" y="82265"/>
                </a:cubicBezTo>
                <a:close/>
                <a:moveTo>
                  <a:pt x="1743" y="90504"/>
                </a:moveTo>
                <a:lnTo>
                  <a:pt x="1743" y="90504"/>
                </a:lnTo>
                <a:cubicBezTo>
                  <a:pt x="1792" y="90579"/>
                  <a:pt x="1792" y="90603"/>
                  <a:pt x="1817" y="90678"/>
                </a:cubicBezTo>
                <a:lnTo>
                  <a:pt x="1817" y="90703"/>
                </a:lnTo>
                <a:cubicBezTo>
                  <a:pt x="1842" y="90803"/>
                  <a:pt x="1917" y="90877"/>
                  <a:pt x="1942" y="90977"/>
                </a:cubicBezTo>
                <a:cubicBezTo>
                  <a:pt x="1964" y="91090"/>
                  <a:pt x="1997" y="91204"/>
                  <a:pt x="2036" y="91318"/>
                </a:cubicBezTo>
                <a:lnTo>
                  <a:pt x="2036" y="91318"/>
                </a:lnTo>
                <a:cubicBezTo>
                  <a:pt x="1991" y="91249"/>
                  <a:pt x="1991" y="91224"/>
                  <a:pt x="1967" y="91176"/>
                </a:cubicBezTo>
                <a:cubicBezTo>
                  <a:pt x="1917" y="90952"/>
                  <a:pt x="1817" y="90728"/>
                  <a:pt x="1743" y="90504"/>
                </a:cubicBezTo>
                <a:close/>
                <a:moveTo>
                  <a:pt x="27355" y="82240"/>
                </a:moveTo>
                <a:cubicBezTo>
                  <a:pt x="26235" y="85351"/>
                  <a:pt x="25439" y="88388"/>
                  <a:pt x="24991" y="91325"/>
                </a:cubicBezTo>
                <a:cubicBezTo>
                  <a:pt x="24991" y="91313"/>
                  <a:pt x="24985" y="91307"/>
                  <a:pt x="24975" y="91307"/>
                </a:cubicBezTo>
                <a:cubicBezTo>
                  <a:pt x="24966" y="91307"/>
                  <a:pt x="24954" y="91313"/>
                  <a:pt x="24941" y="91325"/>
                </a:cubicBezTo>
                <a:cubicBezTo>
                  <a:pt x="25364" y="88388"/>
                  <a:pt x="26186" y="85351"/>
                  <a:pt x="27306" y="82240"/>
                </a:cubicBezTo>
                <a:close/>
                <a:moveTo>
                  <a:pt x="18146" y="80373"/>
                </a:moveTo>
                <a:cubicBezTo>
                  <a:pt x="18270" y="80398"/>
                  <a:pt x="18395" y="80473"/>
                  <a:pt x="18544" y="80498"/>
                </a:cubicBezTo>
                <a:cubicBezTo>
                  <a:pt x="18793" y="80597"/>
                  <a:pt x="19042" y="80647"/>
                  <a:pt x="19291" y="80747"/>
                </a:cubicBezTo>
                <a:cubicBezTo>
                  <a:pt x="19465" y="80772"/>
                  <a:pt x="19639" y="80846"/>
                  <a:pt x="19838" y="80871"/>
                </a:cubicBezTo>
                <a:lnTo>
                  <a:pt x="20585" y="81045"/>
                </a:lnTo>
                <a:cubicBezTo>
                  <a:pt x="20734" y="81095"/>
                  <a:pt x="20909" y="81120"/>
                  <a:pt x="21083" y="81145"/>
                </a:cubicBezTo>
                <a:cubicBezTo>
                  <a:pt x="21158" y="81170"/>
                  <a:pt x="21257" y="81170"/>
                  <a:pt x="21357" y="81170"/>
                </a:cubicBezTo>
                <a:lnTo>
                  <a:pt x="21904" y="81269"/>
                </a:lnTo>
                <a:cubicBezTo>
                  <a:pt x="22153" y="81294"/>
                  <a:pt x="22402" y="81344"/>
                  <a:pt x="22651" y="81344"/>
                </a:cubicBezTo>
                <a:cubicBezTo>
                  <a:pt x="22751" y="81344"/>
                  <a:pt x="22850" y="81369"/>
                  <a:pt x="22975" y="81369"/>
                </a:cubicBezTo>
                <a:cubicBezTo>
                  <a:pt x="24344" y="81742"/>
                  <a:pt x="25738" y="82016"/>
                  <a:pt x="27131" y="82240"/>
                </a:cubicBezTo>
                <a:cubicBezTo>
                  <a:pt x="26011" y="85376"/>
                  <a:pt x="25215" y="88463"/>
                  <a:pt x="24767" y="91375"/>
                </a:cubicBezTo>
                <a:cubicBezTo>
                  <a:pt x="23653" y="91474"/>
                  <a:pt x="22564" y="91525"/>
                  <a:pt x="21506" y="91525"/>
                </a:cubicBezTo>
                <a:cubicBezTo>
                  <a:pt x="18829" y="91525"/>
                  <a:pt x="16343" y="91200"/>
                  <a:pt x="14113" y="90504"/>
                </a:cubicBezTo>
                <a:cubicBezTo>
                  <a:pt x="14288" y="88911"/>
                  <a:pt x="14561" y="87268"/>
                  <a:pt x="14985" y="85625"/>
                </a:cubicBezTo>
                <a:cubicBezTo>
                  <a:pt x="15806" y="83783"/>
                  <a:pt x="16876" y="82016"/>
                  <a:pt x="18146" y="80373"/>
                </a:cubicBezTo>
                <a:close/>
                <a:moveTo>
                  <a:pt x="32035" y="90131"/>
                </a:moveTo>
                <a:lnTo>
                  <a:pt x="32035" y="90205"/>
                </a:lnTo>
                <a:cubicBezTo>
                  <a:pt x="29670" y="90852"/>
                  <a:pt x="27355" y="91300"/>
                  <a:pt x="25140" y="91549"/>
                </a:cubicBezTo>
                <a:cubicBezTo>
                  <a:pt x="25140" y="91500"/>
                  <a:pt x="25140" y="91475"/>
                  <a:pt x="25190" y="91475"/>
                </a:cubicBezTo>
                <a:cubicBezTo>
                  <a:pt x="27380" y="91226"/>
                  <a:pt x="29670" y="90803"/>
                  <a:pt x="32035" y="90131"/>
                </a:cubicBezTo>
                <a:close/>
                <a:moveTo>
                  <a:pt x="24966" y="91500"/>
                </a:moveTo>
                <a:lnTo>
                  <a:pt x="24966" y="91574"/>
                </a:lnTo>
                <a:lnTo>
                  <a:pt x="24891" y="91574"/>
                </a:lnTo>
                <a:lnTo>
                  <a:pt x="24891" y="91500"/>
                </a:lnTo>
                <a:close/>
                <a:moveTo>
                  <a:pt x="2041" y="91332"/>
                </a:moveTo>
                <a:cubicBezTo>
                  <a:pt x="2071" y="91418"/>
                  <a:pt x="2104" y="91504"/>
                  <a:pt x="2138" y="91591"/>
                </a:cubicBezTo>
                <a:lnTo>
                  <a:pt x="2138" y="91591"/>
                </a:lnTo>
                <a:cubicBezTo>
                  <a:pt x="2119" y="91560"/>
                  <a:pt x="2101" y="91530"/>
                  <a:pt x="2091" y="91500"/>
                </a:cubicBezTo>
                <a:cubicBezTo>
                  <a:pt x="2091" y="91475"/>
                  <a:pt x="2091" y="91475"/>
                  <a:pt x="2066" y="91450"/>
                </a:cubicBezTo>
                <a:cubicBezTo>
                  <a:pt x="2043" y="91404"/>
                  <a:pt x="2041" y="91359"/>
                  <a:pt x="2041" y="91332"/>
                </a:cubicBezTo>
                <a:close/>
                <a:moveTo>
                  <a:pt x="14064" y="90703"/>
                </a:moveTo>
                <a:cubicBezTo>
                  <a:pt x="16298" y="91389"/>
                  <a:pt x="18732" y="91715"/>
                  <a:pt x="21355" y="91715"/>
                </a:cubicBezTo>
                <a:cubicBezTo>
                  <a:pt x="22444" y="91715"/>
                  <a:pt x="23564" y="91659"/>
                  <a:pt x="24717" y="91549"/>
                </a:cubicBezTo>
                <a:lnTo>
                  <a:pt x="24717" y="91599"/>
                </a:lnTo>
                <a:cubicBezTo>
                  <a:pt x="23572" y="91724"/>
                  <a:pt x="22402" y="91798"/>
                  <a:pt x="21332" y="91798"/>
                </a:cubicBezTo>
                <a:cubicBezTo>
                  <a:pt x="18668" y="91798"/>
                  <a:pt x="16254" y="91450"/>
                  <a:pt x="14064" y="90753"/>
                </a:cubicBezTo>
                <a:lnTo>
                  <a:pt x="14064" y="90703"/>
                </a:lnTo>
                <a:close/>
                <a:moveTo>
                  <a:pt x="46397" y="84505"/>
                </a:moveTo>
                <a:cubicBezTo>
                  <a:pt x="46422" y="84655"/>
                  <a:pt x="46422" y="84779"/>
                  <a:pt x="46447" y="84928"/>
                </a:cubicBezTo>
                <a:cubicBezTo>
                  <a:pt x="46497" y="85252"/>
                  <a:pt x="46522" y="85600"/>
                  <a:pt x="46547" y="85899"/>
                </a:cubicBezTo>
                <a:cubicBezTo>
                  <a:pt x="46547" y="85999"/>
                  <a:pt x="46547" y="86123"/>
                  <a:pt x="46571" y="86223"/>
                </a:cubicBezTo>
                <a:lnTo>
                  <a:pt x="46571" y="86372"/>
                </a:lnTo>
                <a:cubicBezTo>
                  <a:pt x="46571" y="86720"/>
                  <a:pt x="46621" y="87094"/>
                  <a:pt x="46571" y="87417"/>
                </a:cubicBezTo>
                <a:lnTo>
                  <a:pt x="46571" y="87865"/>
                </a:lnTo>
                <a:lnTo>
                  <a:pt x="46571" y="88139"/>
                </a:lnTo>
                <a:cubicBezTo>
                  <a:pt x="46571" y="88463"/>
                  <a:pt x="46547" y="88786"/>
                  <a:pt x="46522" y="89110"/>
                </a:cubicBezTo>
                <a:lnTo>
                  <a:pt x="46422" y="89857"/>
                </a:lnTo>
                <a:cubicBezTo>
                  <a:pt x="46397" y="90205"/>
                  <a:pt x="46323" y="90529"/>
                  <a:pt x="46273" y="90877"/>
                </a:cubicBezTo>
                <a:cubicBezTo>
                  <a:pt x="46248" y="91126"/>
                  <a:pt x="46173" y="91350"/>
                  <a:pt x="46123" y="91599"/>
                </a:cubicBezTo>
                <a:cubicBezTo>
                  <a:pt x="46072" y="91840"/>
                  <a:pt x="46008" y="92070"/>
                  <a:pt x="45949" y="92304"/>
                </a:cubicBezTo>
                <a:lnTo>
                  <a:pt x="45949" y="92304"/>
                </a:lnTo>
                <a:cubicBezTo>
                  <a:pt x="46584" y="89689"/>
                  <a:pt x="46716" y="87036"/>
                  <a:pt x="46372" y="84530"/>
                </a:cubicBezTo>
                <a:cubicBezTo>
                  <a:pt x="46372" y="84530"/>
                  <a:pt x="46397" y="84530"/>
                  <a:pt x="46397" y="84505"/>
                </a:cubicBezTo>
                <a:close/>
                <a:moveTo>
                  <a:pt x="45914" y="92446"/>
                </a:moveTo>
                <a:cubicBezTo>
                  <a:pt x="45900" y="92503"/>
                  <a:pt x="45887" y="92561"/>
                  <a:pt x="45874" y="92620"/>
                </a:cubicBezTo>
                <a:cubicBezTo>
                  <a:pt x="45866" y="92645"/>
                  <a:pt x="45858" y="92670"/>
                  <a:pt x="45850" y="92695"/>
                </a:cubicBezTo>
                <a:lnTo>
                  <a:pt x="45850" y="92695"/>
                </a:lnTo>
                <a:cubicBezTo>
                  <a:pt x="45872" y="92612"/>
                  <a:pt x="45893" y="92529"/>
                  <a:pt x="45914" y="92446"/>
                </a:cubicBezTo>
                <a:close/>
                <a:moveTo>
                  <a:pt x="45626" y="93490"/>
                </a:moveTo>
                <a:cubicBezTo>
                  <a:pt x="45626" y="93490"/>
                  <a:pt x="45626" y="93490"/>
                  <a:pt x="45626" y="93491"/>
                </a:cubicBezTo>
                <a:cubicBezTo>
                  <a:pt x="45624" y="93495"/>
                  <a:pt x="45623" y="93499"/>
                  <a:pt x="45622" y="93503"/>
                </a:cubicBezTo>
                <a:lnTo>
                  <a:pt x="45622" y="93503"/>
                </a:lnTo>
                <a:cubicBezTo>
                  <a:pt x="45623" y="93498"/>
                  <a:pt x="45624" y="93494"/>
                  <a:pt x="45626" y="93490"/>
                </a:cubicBezTo>
                <a:close/>
                <a:moveTo>
                  <a:pt x="70143" y="81244"/>
                </a:moveTo>
                <a:cubicBezTo>
                  <a:pt x="72035" y="83908"/>
                  <a:pt x="73753" y="86696"/>
                  <a:pt x="75146" y="89259"/>
                </a:cubicBezTo>
                <a:cubicBezTo>
                  <a:pt x="72558" y="91101"/>
                  <a:pt x="69944" y="92620"/>
                  <a:pt x="67405" y="93864"/>
                </a:cubicBezTo>
                <a:cubicBezTo>
                  <a:pt x="65638" y="91923"/>
                  <a:pt x="63846" y="89707"/>
                  <a:pt x="62228" y="87442"/>
                </a:cubicBezTo>
                <a:cubicBezTo>
                  <a:pt x="64966" y="85476"/>
                  <a:pt x="67629" y="83410"/>
                  <a:pt x="70143" y="81244"/>
                </a:cubicBezTo>
                <a:close/>
                <a:moveTo>
                  <a:pt x="46148" y="84655"/>
                </a:moveTo>
                <a:lnTo>
                  <a:pt x="46148" y="84655"/>
                </a:lnTo>
                <a:cubicBezTo>
                  <a:pt x="46547" y="87666"/>
                  <a:pt x="46223" y="90852"/>
                  <a:pt x="45227" y="93939"/>
                </a:cubicBezTo>
                <a:cubicBezTo>
                  <a:pt x="44232" y="92819"/>
                  <a:pt x="43510" y="91450"/>
                  <a:pt x="43062" y="89832"/>
                </a:cubicBezTo>
                <a:cubicBezTo>
                  <a:pt x="43734" y="88438"/>
                  <a:pt x="44182" y="86994"/>
                  <a:pt x="44481" y="85526"/>
                </a:cubicBezTo>
                <a:cubicBezTo>
                  <a:pt x="45028" y="85252"/>
                  <a:pt x="45601" y="84953"/>
                  <a:pt x="46148" y="84655"/>
                </a:cubicBezTo>
                <a:close/>
                <a:moveTo>
                  <a:pt x="62079" y="87567"/>
                </a:moveTo>
                <a:cubicBezTo>
                  <a:pt x="63721" y="89832"/>
                  <a:pt x="65464" y="91997"/>
                  <a:pt x="67256" y="93964"/>
                </a:cubicBezTo>
                <a:cubicBezTo>
                  <a:pt x="67206" y="93964"/>
                  <a:pt x="67206" y="93989"/>
                  <a:pt x="67181" y="93989"/>
                </a:cubicBezTo>
                <a:lnTo>
                  <a:pt x="67156" y="93964"/>
                </a:lnTo>
                <a:cubicBezTo>
                  <a:pt x="65389" y="91997"/>
                  <a:pt x="63647" y="89832"/>
                  <a:pt x="62054" y="87592"/>
                </a:cubicBezTo>
                <a:lnTo>
                  <a:pt x="62079" y="87567"/>
                </a:lnTo>
                <a:close/>
                <a:moveTo>
                  <a:pt x="75246" y="89458"/>
                </a:moveTo>
                <a:cubicBezTo>
                  <a:pt x="75246" y="89483"/>
                  <a:pt x="75271" y="89483"/>
                  <a:pt x="75271" y="89508"/>
                </a:cubicBezTo>
                <a:cubicBezTo>
                  <a:pt x="72732" y="91325"/>
                  <a:pt x="70118" y="92844"/>
                  <a:pt x="67555" y="94088"/>
                </a:cubicBezTo>
                <a:cubicBezTo>
                  <a:pt x="67555" y="94088"/>
                  <a:pt x="67530" y="94063"/>
                  <a:pt x="67530" y="94038"/>
                </a:cubicBezTo>
                <a:cubicBezTo>
                  <a:pt x="70069" y="92819"/>
                  <a:pt x="72657" y="91300"/>
                  <a:pt x="75246" y="89458"/>
                </a:cubicBezTo>
                <a:close/>
                <a:moveTo>
                  <a:pt x="45568" y="93678"/>
                </a:moveTo>
                <a:cubicBezTo>
                  <a:pt x="45521" y="93837"/>
                  <a:pt x="45480" y="93988"/>
                  <a:pt x="45426" y="94113"/>
                </a:cubicBezTo>
                <a:cubicBezTo>
                  <a:pt x="45475" y="93968"/>
                  <a:pt x="45522" y="93823"/>
                  <a:pt x="45568" y="93678"/>
                </a:cubicBezTo>
                <a:close/>
                <a:moveTo>
                  <a:pt x="42987" y="90056"/>
                </a:moveTo>
                <a:cubicBezTo>
                  <a:pt x="43435" y="91624"/>
                  <a:pt x="44157" y="92993"/>
                  <a:pt x="45153" y="94113"/>
                </a:cubicBezTo>
                <a:cubicBezTo>
                  <a:pt x="45153" y="94163"/>
                  <a:pt x="45128" y="94188"/>
                  <a:pt x="45128" y="94188"/>
                </a:cubicBezTo>
                <a:cubicBezTo>
                  <a:pt x="44132" y="93068"/>
                  <a:pt x="43385" y="91724"/>
                  <a:pt x="42912" y="90131"/>
                </a:cubicBezTo>
                <a:cubicBezTo>
                  <a:pt x="42937" y="90106"/>
                  <a:pt x="42937" y="90081"/>
                  <a:pt x="42987" y="90056"/>
                </a:cubicBezTo>
                <a:close/>
                <a:moveTo>
                  <a:pt x="67331" y="94113"/>
                </a:moveTo>
                <a:cubicBezTo>
                  <a:pt x="67331" y="94138"/>
                  <a:pt x="67380" y="94138"/>
                  <a:pt x="67380" y="94188"/>
                </a:cubicBezTo>
                <a:cubicBezTo>
                  <a:pt x="67331" y="94188"/>
                  <a:pt x="67331" y="94213"/>
                  <a:pt x="67306" y="94213"/>
                </a:cubicBezTo>
                <a:cubicBezTo>
                  <a:pt x="67306" y="94188"/>
                  <a:pt x="67306" y="94138"/>
                  <a:pt x="67281" y="94138"/>
                </a:cubicBezTo>
                <a:cubicBezTo>
                  <a:pt x="67306" y="94138"/>
                  <a:pt x="67306" y="94113"/>
                  <a:pt x="67331" y="94113"/>
                </a:cubicBezTo>
                <a:close/>
                <a:moveTo>
                  <a:pt x="45352" y="94312"/>
                </a:moveTo>
                <a:cubicBezTo>
                  <a:pt x="45377" y="94362"/>
                  <a:pt x="45352" y="94362"/>
                  <a:pt x="45352" y="94412"/>
                </a:cubicBezTo>
                <a:lnTo>
                  <a:pt x="45302" y="94362"/>
                </a:lnTo>
                <a:cubicBezTo>
                  <a:pt x="45302" y="94337"/>
                  <a:pt x="45302" y="94337"/>
                  <a:pt x="45352" y="94312"/>
                </a:cubicBezTo>
                <a:close/>
                <a:moveTo>
                  <a:pt x="91319" y="90945"/>
                </a:moveTo>
                <a:cubicBezTo>
                  <a:pt x="90031" y="92197"/>
                  <a:pt x="88707" y="93432"/>
                  <a:pt x="87337" y="94644"/>
                </a:cubicBezTo>
                <a:lnTo>
                  <a:pt x="87337" y="94644"/>
                </a:lnTo>
                <a:cubicBezTo>
                  <a:pt x="88780" y="93361"/>
                  <a:pt x="90261" y="91967"/>
                  <a:pt x="91319" y="90945"/>
                </a:cubicBezTo>
                <a:close/>
                <a:moveTo>
                  <a:pt x="58171" y="86098"/>
                </a:moveTo>
                <a:cubicBezTo>
                  <a:pt x="58544" y="87069"/>
                  <a:pt x="58917" y="88015"/>
                  <a:pt x="59191" y="89010"/>
                </a:cubicBezTo>
                <a:cubicBezTo>
                  <a:pt x="56055" y="91126"/>
                  <a:pt x="52869" y="93018"/>
                  <a:pt x="49733" y="94661"/>
                </a:cubicBezTo>
                <a:cubicBezTo>
                  <a:pt x="50131" y="91823"/>
                  <a:pt x="50081" y="88961"/>
                  <a:pt x="49509" y="86272"/>
                </a:cubicBezTo>
                <a:lnTo>
                  <a:pt x="49509" y="86272"/>
                </a:lnTo>
                <a:cubicBezTo>
                  <a:pt x="50629" y="86621"/>
                  <a:pt x="51848" y="86820"/>
                  <a:pt x="53143" y="86820"/>
                </a:cubicBezTo>
                <a:cubicBezTo>
                  <a:pt x="54711" y="86820"/>
                  <a:pt x="56379" y="86571"/>
                  <a:pt x="58171" y="86098"/>
                </a:cubicBezTo>
                <a:close/>
                <a:moveTo>
                  <a:pt x="49286" y="86180"/>
                </a:moveTo>
                <a:cubicBezTo>
                  <a:pt x="49295" y="86198"/>
                  <a:pt x="49337" y="86200"/>
                  <a:pt x="49359" y="86223"/>
                </a:cubicBezTo>
                <a:cubicBezTo>
                  <a:pt x="49907" y="88961"/>
                  <a:pt x="50006" y="91848"/>
                  <a:pt x="49583" y="94735"/>
                </a:cubicBezTo>
                <a:cubicBezTo>
                  <a:pt x="49533" y="94735"/>
                  <a:pt x="49533" y="94760"/>
                  <a:pt x="49509" y="94760"/>
                </a:cubicBezTo>
                <a:cubicBezTo>
                  <a:pt x="49956" y="91850"/>
                  <a:pt x="49882" y="88916"/>
                  <a:pt x="49286" y="86180"/>
                </a:cubicBezTo>
                <a:close/>
                <a:moveTo>
                  <a:pt x="59291" y="89160"/>
                </a:moveTo>
                <a:cubicBezTo>
                  <a:pt x="59291" y="89210"/>
                  <a:pt x="59291" y="89210"/>
                  <a:pt x="59316" y="89234"/>
                </a:cubicBezTo>
                <a:cubicBezTo>
                  <a:pt x="56130" y="91375"/>
                  <a:pt x="52944" y="93267"/>
                  <a:pt x="49733" y="94959"/>
                </a:cubicBezTo>
                <a:lnTo>
                  <a:pt x="49733" y="94860"/>
                </a:lnTo>
                <a:cubicBezTo>
                  <a:pt x="52894" y="93217"/>
                  <a:pt x="56080" y="91325"/>
                  <a:pt x="59291" y="89160"/>
                </a:cubicBezTo>
                <a:close/>
                <a:moveTo>
                  <a:pt x="49509" y="94959"/>
                </a:moveTo>
                <a:lnTo>
                  <a:pt x="49509" y="95059"/>
                </a:lnTo>
                <a:cubicBezTo>
                  <a:pt x="49484" y="95059"/>
                  <a:pt x="49484" y="95084"/>
                  <a:pt x="49459" y="95084"/>
                </a:cubicBezTo>
                <a:lnTo>
                  <a:pt x="49459" y="94984"/>
                </a:lnTo>
                <a:cubicBezTo>
                  <a:pt x="49484" y="94984"/>
                  <a:pt x="49484" y="94959"/>
                  <a:pt x="49509" y="94959"/>
                </a:cubicBezTo>
                <a:close/>
                <a:moveTo>
                  <a:pt x="2763" y="79552"/>
                </a:moveTo>
                <a:cubicBezTo>
                  <a:pt x="3261" y="81195"/>
                  <a:pt x="3933" y="82688"/>
                  <a:pt x="4754" y="84032"/>
                </a:cubicBezTo>
                <a:cubicBezTo>
                  <a:pt x="4680" y="84679"/>
                  <a:pt x="4605" y="85302"/>
                  <a:pt x="4555" y="85974"/>
                </a:cubicBezTo>
                <a:cubicBezTo>
                  <a:pt x="4555" y="86098"/>
                  <a:pt x="4505" y="86173"/>
                  <a:pt x="4505" y="86297"/>
                </a:cubicBezTo>
                <a:cubicBezTo>
                  <a:pt x="4456" y="86969"/>
                  <a:pt x="4431" y="87617"/>
                  <a:pt x="4381" y="88264"/>
                </a:cubicBezTo>
                <a:lnTo>
                  <a:pt x="4381" y="88712"/>
                </a:lnTo>
                <a:lnTo>
                  <a:pt x="4381" y="90255"/>
                </a:lnTo>
                <a:lnTo>
                  <a:pt x="4381" y="90703"/>
                </a:lnTo>
                <a:cubicBezTo>
                  <a:pt x="4431" y="91276"/>
                  <a:pt x="4456" y="91873"/>
                  <a:pt x="4505" y="92470"/>
                </a:cubicBezTo>
                <a:cubicBezTo>
                  <a:pt x="4505" y="92620"/>
                  <a:pt x="4555" y="92769"/>
                  <a:pt x="4580" y="92968"/>
                </a:cubicBezTo>
                <a:cubicBezTo>
                  <a:pt x="4655" y="93565"/>
                  <a:pt x="4729" y="94138"/>
                  <a:pt x="4829" y="94735"/>
                </a:cubicBezTo>
                <a:cubicBezTo>
                  <a:pt x="4829" y="94760"/>
                  <a:pt x="4854" y="94835"/>
                  <a:pt x="4854" y="94860"/>
                </a:cubicBezTo>
                <a:cubicBezTo>
                  <a:pt x="4879" y="95009"/>
                  <a:pt x="4929" y="95134"/>
                  <a:pt x="4953" y="95308"/>
                </a:cubicBezTo>
                <a:cubicBezTo>
                  <a:pt x="3360" y="93317"/>
                  <a:pt x="2215" y="90952"/>
                  <a:pt x="1494" y="88214"/>
                </a:cubicBezTo>
                <a:cubicBezTo>
                  <a:pt x="1444" y="87766"/>
                  <a:pt x="1419" y="87368"/>
                  <a:pt x="1369" y="86944"/>
                </a:cubicBezTo>
                <a:lnTo>
                  <a:pt x="1369" y="86745"/>
                </a:lnTo>
                <a:cubicBezTo>
                  <a:pt x="1344" y="86322"/>
                  <a:pt x="1344" y="85874"/>
                  <a:pt x="1369" y="85426"/>
                </a:cubicBezTo>
                <a:cubicBezTo>
                  <a:pt x="1369" y="85351"/>
                  <a:pt x="1369" y="85227"/>
                  <a:pt x="1394" y="85127"/>
                </a:cubicBezTo>
                <a:cubicBezTo>
                  <a:pt x="1394" y="84978"/>
                  <a:pt x="1444" y="84804"/>
                  <a:pt x="1444" y="84630"/>
                </a:cubicBezTo>
                <a:cubicBezTo>
                  <a:pt x="1593" y="82887"/>
                  <a:pt x="2066" y="81195"/>
                  <a:pt x="2763" y="79552"/>
                </a:cubicBezTo>
                <a:close/>
                <a:moveTo>
                  <a:pt x="75395" y="89707"/>
                </a:moveTo>
                <a:cubicBezTo>
                  <a:pt x="75520" y="89907"/>
                  <a:pt x="75644" y="90155"/>
                  <a:pt x="75744" y="90379"/>
                </a:cubicBezTo>
                <a:cubicBezTo>
                  <a:pt x="75420" y="90628"/>
                  <a:pt x="75122" y="90902"/>
                  <a:pt x="74773" y="91151"/>
                </a:cubicBezTo>
                <a:cubicBezTo>
                  <a:pt x="74524" y="91375"/>
                  <a:pt x="74275" y="91574"/>
                  <a:pt x="74026" y="91773"/>
                </a:cubicBezTo>
                <a:cubicBezTo>
                  <a:pt x="73304" y="92346"/>
                  <a:pt x="72608" y="92893"/>
                  <a:pt x="71886" y="93441"/>
                </a:cubicBezTo>
                <a:cubicBezTo>
                  <a:pt x="71687" y="93590"/>
                  <a:pt x="71512" y="93715"/>
                  <a:pt x="71313" y="93864"/>
                </a:cubicBezTo>
                <a:cubicBezTo>
                  <a:pt x="70641" y="94387"/>
                  <a:pt x="69919" y="94934"/>
                  <a:pt x="69197" y="95432"/>
                </a:cubicBezTo>
                <a:cubicBezTo>
                  <a:pt x="69123" y="95457"/>
                  <a:pt x="69023" y="95532"/>
                  <a:pt x="68949" y="95582"/>
                </a:cubicBezTo>
                <a:cubicBezTo>
                  <a:pt x="68824" y="95457"/>
                  <a:pt x="68700" y="95308"/>
                  <a:pt x="68575" y="95183"/>
                </a:cubicBezTo>
                <a:cubicBezTo>
                  <a:pt x="68301" y="94860"/>
                  <a:pt x="68003" y="94561"/>
                  <a:pt x="67704" y="94238"/>
                </a:cubicBezTo>
                <a:cubicBezTo>
                  <a:pt x="70268" y="92993"/>
                  <a:pt x="72856" y="91475"/>
                  <a:pt x="75395" y="89707"/>
                </a:cubicBezTo>
                <a:close/>
                <a:moveTo>
                  <a:pt x="4929" y="84331"/>
                </a:moveTo>
                <a:cubicBezTo>
                  <a:pt x="4953" y="84356"/>
                  <a:pt x="4953" y="84381"/>
                  <a:pt x="4978" y="84381"/>
                </a:cubicBezTo>
                <a:cubicBezTo>
                  <a:pt x="4929" y="84903"/>
                  <a:pt x="4854" y="85426"/>
                  <a:pt x="4804" y="85949"/>
                </a:cubicBezTo>
                <a:cubicBezTo>
                  <a:pt x="4804" y="86048"/>
                  <a:pt x="4779" y="86223"/>
                  <a:pt x="4779" y="86347"/>
                </a:cubicBezTo>
                <a:cubicBezTo>
                  <a:pt x="4705" y="86969"/>
                  <a:pt x="4680" y="87592"/>
                  <a:pt x="4655" y="88214"/>
                </a:cubicBezTo>
                <a:lnTo>
                  <a:pt x="4655" y="88388"/>
                </a:lnTo>
                <a:cubicBezTo>
                  <a:pt x="4605" y="89010"/>
                  <a:pt x="4655" y="89633"/>
                  <a:pt x="4655" y="90255"/>
                </a:cubicBezTo>
                <a:cubicBezTo>
                  <a:pt x="4655" y="90454"/>
                  <a:pt x="4655" y="90628"/>
                  <a:pt x="4680" y="90852"/>
                </a:cubicBezTo>
                <a:cubicBezTo>
                  <a:pt x="4705" y="91375"/>
                  <a:pt x="4729" y="91923"/>
                  <a:pt x="4779" y="92420"/>
                </a:cubicBezTo>
                <a:cubicBezTo>
                  <a:pt x="4779" y="92495"/>
                  <a:pt x="4779" y="92595"/>
                  <a:pt x="4804" y="92719"/>
                </a:cubicBezTo>
                <a:cubicBezTo>
                  <a:pt x="4854" y="93317"/>
                  <a:pt x="4953" y="93914"/>
                  <a:pt x="5053" y="94462"/>
                </a:cubicBezTo>
                <a:cubicBezTo>
                  <a:pt x="5078" y="94611"/>
                  <a:pt x="5103" y="94785"/>
                  <a:pt x="5128" y="94959"/>
                </a:cubicBezTo>
                <a:cubicBezTo>
                  <a:pt x="5202" y="95208"/>
                  <a:pt x="5227" y="95457"/>
                  <a:pt x="5302" y="95706"/>
                </a:cubicBezTo>
                <a:cubicBezTo>
                  <a:pt x="5277" y="95681"/>
                  <a:pt x="5277" y="95656"/>
                  <a:pt x="5227" y="95607"/>
                </a:cubicBezTo>
                <a:cubicBezTo>
                  <a:pt x="5178" y="95358"/>
                  <a:pt x="5103" y="95084"/>
                  <a:pt x="5053" y="94835"/>
                </a:cubicBezTo>
                <a:cubicBezTo>
                  <a:pt x="5028" y="94735"/>
                  <a:pt x="5028" y="94611"/>
                  <a:pt x="4978" y="94536"/>
                </a:cubicBezTo>
                <a:cubicBezTo>
                  <a:pt x="4904" y="94038"/>
                  <a:pt x="4829" y="93491"/>
                  <a:pt x="4754" y="92968"/>
                </a:cubicBezTo>
                <a:cubicBezTo>
                  <a:pt x="4729" y="92819"/>
                  <a:pt x="4729" y="92694"/>
                  <a:pt x="4705" y="92545"/>
                </a:cubicBezTo>
                <a:cubicBezTo>
                  <a:pt x="4630" y="91972"/>
                  <a:pt x="4605" y="91375"/>
                  <a:pt x="4580" y="90803"/>
                </a:cubicBezTo>
                <a:cubicBezTo>
                  <a:pt x="4580" y="90603"/>
                  <a:pt x="4580" y="90429"/>
                  <a:pt x="4555" y="90205"/>
                </a:cubicBezTo>
                <a:lnTo>
                  <a:pt x="4555" y="88712"/>
                </a:lnTo>
                <a:lnTo>
                  <a:pt x="4555" y="88264"/>
                </a:lnTo>
                <a:cubicBezTo>
                  <a:pt x="4580" y="87641"/>
                  <a:pt x="4605" y="87019"/>
                  <a:pt x="4680" y="86372"/>
                </a:cubicBezTo>
                <a:cubicBezTo>
                  <a:pt x="4680" y="86223"/>
                  <a:pt x="4705" y="86024"/>
                  <a:pt x="4705" y="85874"/>
                </a:cubicBezTo>
                <a:cubicBezTo>
                  <a:pt x="4804" y="85376"/>
                  <a:pt x="4854" y="84854"/>
                  <a:pt x="4929" y="84331"/>
                </a:cubicBezTo>
                <a:close/>
                <a:moveTo>
                  <a:pt x="67530" y="94312"/>
                </a:moveTo>
                <a:lnTo>
                  <a:pt x="68650" y="95507"/>
                </a:lnTo>
                <a:lnTo>
                  <a:pt x="68799" y="95681"/>
                </a:lnTo>
                <a:lnTo>
                  <a:pt x="68774" y="95681"/>
                </a:lnTo>
                <a:cubicBezTo>
                  <a:pt x="68774" y="95706"/>
                  <a:pt x="68774" y="95706"/>
                  <a:pt x="68749" y="95706"/>
                </a:cubicBezTo>
                <a:cubicBezTo>
                  <a:pt x="68525" y="95482"/>
                  <a:pt x="68326" y="95283"/>
                  <a:pt x="68127" y="95059"/>
                </a:cubicBezTo>
                <a:cubicBezTo>
                  <a:pt x="67903" y="94835"/>
                  <a:pt x="67679" y="94611"/>
                  <a:pt x="67505" y="94362"/>
                </a:cubicBezTo>
                <a:lnTo>
                  <a:pt x="67455" y="94337"/>
                </a:lnTo>
                <a:cubicBezTo>
                  <a:pt x="67505" y="94337"/>
                  <a:pt x="67505" y="94312"/>
                  <a:pt x="67530" y="94312"/>
                </a:cubicBezTo>
                <a:close/>
                <a:moveTo>
                  <a:pt x="46621" y="84630"/>
                </a:moveTo>
                <a:cubicBezTo>
                  <a:pt x="47293" y="85252"/>
                  <a:pt x="48140" y="85725"/>
                  <a:pt x="49085" y="86098"/>
                </a:cubicBezTo>
                <a:cubicBezTo>
                  <a:pt x="49708" y="88886"/>
                  <a:pt x="49758" y="91873"/>
                  <a:pt x="49285" y="94860"/>
                </a:cubicBezTo>
                <a:cubicBezTo>
                  <a:pt x="48712" y="95183"/>
                  <a:pt x="48090" y="95482"/>
                  <a:pt x="47492" y="95781"/>
                </a:cubicBezTo>
                <a:cubicBezTo>
                  <a:pt x="46771" y="95358"/>
                  <a:pt x="46148" y="94860"/>
                  <a:pt x="45601" y="94287"/>
                </a:cubicBezTo>
                <a:cubicBezTo>
                  <a:pt x="46099" y="92844"/>
                  <a:pt x="46422" y="91375"/>
                  <a:pt x="46621" y="89882"/>
                </a:cubicBezTo>
                <a:cubicBezTo>
                  <a:pt x="46845" y="88114"/>
                  <a:pt x="46845" y="86372"/>
                  <a:pt x="46621" y="84729"/>
                </a:cubicBezTo>
                <a:lnTo>
                  <a:pt x="46621" y="84630"/>
                </a:lnTo>
                <a:close/>
                <a:moveTo>
                  <a:pt x="75819" y="90504"/>
                </a:moveTo>
                <a:cubicBezTo>
                  <a:pt x="75819" y="90554"/>
                  <a:pt x="75868" y="90554"/>
                  <a:pt x="75868" y="90579"/>
                </a:cubicBezTo>
                <a:cubicBezTo>
                  <a:pt x="75520" y="90852"/>
                  <a:pt x="75171" y="91126"/>
                  <a:pt x="74873" y="91425"/>
                </a:cubicBezTo>
                <a:cubicBezTo>
                  <a:pt x="74624" y="91599"/>
                  <a:pt x="74400" y="91798"/>
                  <a:pt x="74151" y="91997"/>
                </a:cubicBezTo>
                <a:cubicBezTo>
                  <a:pt x="73429" y="92570"/>
                  <a:pt x="72682" y="93167"/>
                  <a:pt x="71985" y="93715"/>
                </a:cubicBezTo>
                <a:cubicBezTo>
                  <a:pt x="71786" y="93839"/>
                  <a:pt x="71637" y="93989"/>
                  <a:pt x="71438" y="94113"/>
                </a:cubicBezTo>
                <a:cubicBezTo>
                  <a:pt x="70691" y="94686"/>
                  <a:pt x="69944" y="95233"/>
                  <a:pt x="69173" y="95781"/>
                </a:cubicBezTo>
                <a:lnTo>
                  <a:pt x="69148" y="95731"/>
                </a:lnTo>
                <a:cubicBezTo>
                  <a:pt x="69123" y="95681"/>
                  <a:pt x="69148" y="95656"/>
                  <a:pt x="69197" y="95607"/>
                </a:cubicBezTo>
                <a:cubicBezTo>
                  <a:pt x="69919" y="95084"/>
                  <a:pt x="70666" y="94561"/>
                  <a:pt x="71388" y="94038"/>
                </a:cubicBezTo>
                <a:cubicBezTo>
                  <a:pt x="71562" y="93864"/>
                  <a:pt x="71761" y="93740"/>
                  <a:pt x="71985" y="93590"/>
                </a:cubicBezTo>
                <a:lnTo>
                  <a:pt x="74126" y="91923"/>
                </a:lnTo>
                <a:cubicBezTo>
                  <a:pt x="74375" y="91724"/>
                  <a:pt x="74574" y="91549"/>
                  <a:pt x="74848" y="91325"/>
                </a:cubicBezTo>
                <a:cubicBezTo>
                  <a:pt x="75171" y="91051"/>
                  <a:pt x="75495" y="90803"/>
                  <a:pt x="75819" y="90504"/>
                </a:cubicBezTo>
                <a:close/>
                <a:moveTo>
                  <a:pt x="2041" y="90404"/>
                </a:moveTo>
                <a:lnTo>
                  <a:pt x="2041" y="90404"/>
                </a:lnTo>
                <a:cubicBezTo>
                  <a:pt x="2788" y="92396"/>
                  <a:pt x="3809" y="94138"/>
                  <a:pt x="5053" y="95681"/>
                </a:cubicBezTo>
                <a:cubicBezTo>
                  <a:pt x="5053" y="95706"/>
                  <a:pt x="5078" y="95756"/>
                  <a:pt x="5078" y="95806"/>
                </a:cubicBezTo>
                <a:cubicBezTo>
                  <a:pt x="4057" y="94561"/>
                  <a:pt x="3186" y="93192"/>
                  <a:pt x="2489" y="91649"/>
                </a:cubicBezTo>
                <a:cubicBezTo>
                  <a:pt x="2315" y="91251"/>
                  <a:pt x="2141" y="90852"/>
                  <a:pt x="2041" y="90404"/>
                </a:cubicBezTo>
                <a:close/>
                <a:moveTo>
                  <a:pt x="45526" y="94486"/>
                </a:moveTo>
                <a:cubicBezTo>
                  <a:pt x="46049" y="95034"/>
                  <a:pt x="46646" y="95482"/>
                  <a:pt x="47293" y="95855"/>
                </a:cubicBezTo>
                <a:cubicBezTo>
                  <a:pt x="47268" y="95855"/>
                  <a:pt x="47268" y="95905"/>
                  <a:pt x="47244" y="95905"/>
                </a:cubicBezTo>
                <a:cubicBezTo>
                  <a:pt x="46596" y="95532"/>
                  <a:pt x="46024" y="95084"/>
                  <a:pt x="45501" y="94561"/>
                </a:cubicBezTo>
                <a:cubicBezTo>
                  <a:pt x="45501" y="94511"/>
                  <a:pt x="45501" y="94511"/>
                  <a:pt x="45526" y="94486"/>
                </a:cubicBezTo>
                <a:close/>
                <a:moveTo>
                  <a:pt x="68874" y="95806"/>
                </a:moveTo>
                <a:cubicBezTo>
                  <a:pt x="68924" y="95831"/>
                  <a:pt x="68924" y="95831"/>
                  <a:pt x="68949" y="95855"/>
                </a:cubicBezTo>
                <a:lnTo>
                  <a:pt x="68899" y="95905"/>
                </a:lnTo>
                <a:lnTo>
                  <a:pt x="68874" y="95855"/>
                </a:lnTo>
                <a:lnTo>
                  <a:pt x="68824" y="95831"/>
                </a:lnTo>
                <a:lnTo>
                  <a:pt x="68874" y="95806"/>
                </a:lnTo>
                <a:close/>
                <a:moveTo>
                  <a:pt x="49235" y="95084"/>
                </a:moveTo>
                <a:lnTo>
                  <a:pt x="49235" y="95183"/>
                </a:lnTo>
                <a:cubicBezTo>
                  <a:pt x="48737" y="95457"/>
                  <a:pt x="48264" y="95706"/>
                  <a:pt x="47766" y="95930"/>
                </a:cubicBezTo>
                <a:cubicBezTo>
                  <a:pt x="47741" y="95905"/>
                  <a:pt x="47716" y="95905"/>
                  <a:pt x="47667" y="95855"/>
                </a:cubicBezTo>
                <a:cubicBezTo>
                  <a:pt x="48189" y="95607"/>
                  <a:pt x="48712" y="95333"/>
                  <a:pt x="49235" y="95084"/>
                </a:cubicBezTo>
                <a:close/>
                <a:moveTo>
                  <a:pt x="47492" y="95980"/>
                </a:moveTo>
                <a:cubicBezTo>
                  <a:pt x="47517" y="96005"/>
                  <a:pt x="47542" y="96005"/>
                  <a:pt x="47592" y="96055"/>
                </a:cubicBezTo>
                <a:cubicBezTo>
                  <a:pt x="47542" y="96055"/>
                  <a:pt x="47542" y="96079"/>
                  <a:pt x="47517" y="96079"/>
                </a:cubicBezTo>
                <a:cubicBezTo>
                  <a:pt x="47492" y="96055"/>
                  <a:pt x="47468" y="96055"/>
                  <a:pt x="47418" y="96030"/>
                </a:cubicBezTo>
                <a:cubicBezTo>
                  <a:pt x="47468" y="96030"/>
                  <a:pt x="47468" y="95980"/>
                  <a:pt x="47492" y="95980"/>
                </a:cubicBezTo>
                <a:close/>
                <a:moveTo>
                  <a:pt x="5302" y="96005"/>
                </a:moveTo>
                <a:lnTo>
                  <a:pt x="5302" y="96005"/>
                </a:lnTo>
                <a:cubicBezTo>
                  <a:pt x="5327" y="96055"/>
                  <a:pt x="5352" y="96079"/>
                  <a:pt x="5352" y="96104"/>
                </a:cubicBezTo>
                <a:cubicBezTo>
                  <a:pt x="5352" y="96154"/>
                  <a:pt x="5402" y="96204"/>
                  <a:pt x="5402" y="96229"/>
                </a:cubicBezTo>
                <a:lnTo>
                  <a:pt x="5302" y="96129"/>
                </a:lnTo>
                <a:cubicBezTo>
                  <a:pt x="5327" y="96104"/>
                  <a:pt x="5327" y="96055"/>
                  <a:pt x="5302" y="96005"/>
                </a:cubicBezTo>
                <a:close/>
                <a:moveTo>
                  <a:pt x="61855" y="87666"/>
                </a:moveTo>
                <a:cubicBezTo>
                  <a:pt x="61979" y="87865"/>
                  <a:pt x="62128" y="88040"/>
                  <a:pt x="62303" y="88239"/>
                </a:cubicBezTo>
                <a:cubicBezTo>
                  <a:pt x="62726" y="88836"/>
                  <a:pt x="63174" y="89434"/>
                  <a:pt x="63597" y="89981"/>
                </a:cubicBezTo>
                <a:cubicBezTo>
                  <a:pt x="63746" y="90205"/>
                  <a:pt x="63921" y="90379"/>
                  <a:pt x="64070" y="90603"/>
                </a:cubicBezTo>
                <a:cubicBezTo>
                  <a:pt x="64692" y="91375"/>
                  <a:pt x="65314" y="92172"/>
                  <a:pt x="65937" y="92893"/>
                </a:cubicBezTo>
                <a:cubicBezTo>
                  <a:pt x="66211" y="93242"/>
                  <a:pt x="66484" y="93565"/>
                  <a:pt x="66783" y="93864"/>
                </a:cubicBezTo>
                <a:cubicBezTo>
                  <a:pt x="66833" y="93939"/>
                  <a:pt x="66907" y="93989"/>
                  <a:pt x="66932" y="94063"/>
                </a:cubicBezTo>
                <a:cubicBezTo>
                  <a:pt x="64866" y="95034"/>
                  <a:pt x="62875" y="95806"/>
                  <a:pt x="60959" y="96328"/>
                </a:cubicBezTo>
                <a:cubicBezTo>
                  <a:pt x="60834" y="93964"/>
                  <a:pt x="60411" y="91549"/>
                  <a:pt x="59714" y="89160"/>
                </a:cubicBezTo>
                <a:cubicBezTo>
                  <a:pt x="60436" y="88662"/>
                  <a:pt x="61158" y="88214"/>
                  <a:pt x="61855" y="87666"/>
                </a:cubicBezTo>
                <a:close/>
                <a:moveTo>
                  <a:pt x="2763" y="92844"/>
                </a:moveTo>
                <a:cubicBezTo>
                  <a:pt x="3186" y="93615"/>
                  <a:pt x="3634" y="94362"/>
                  <a:pt x="4182" y="95084"/>
                </a:cubicBezTo>
                <a:cubicBezTo>
                  <a:pt x="4207" y="95109"/>
                  <a:pt x="4232" y="95158"/>
                  <a:pt x="4257" y="95208"/>
                </a:cubicBezTo>
                <a:cubicBezTo>
                  <a:pt x="4555" y="95582"/>
                  <a:pt x="4829" y="95930"/>
                  <a:pt x="5128" y="96279"/>
                </a:cubicBezTo>
                <a:cubicBezTo>
                  <a:pt x="5153" y="96279"/>
                  <a:pt x="5153" y="96303"/>
                  <a:pt x="5178" y="96303"/>
                </a:cubicBezTo>
                <a:lnTo>
                  <a:pt x="5202" y="96403"/>
                </a:lnTo>
                <a:lnTo>
                  <a:pt x="4456" y="95557"/>
                </a:lnTo>
                <a:lnTo>
                  <a:pt x="4381" y="95482"/>
                </a:lnTo>
                <a:cubicBezTo>
                  <a:pt x="4082" y="95084"/>
                  <a:pt x="3809" y="94686"/>
                  <a:pt x="3510" y="94287"/>
                </a:cubicBezTo>
                <a:cubicBezTo>
                  <a:pt x="3510" y="94238"/>
                  <a:pt x="3485" y="94238"/>
                  <a:pt x="3485" y="94213"/>
                </a:cubicBezTo>
                <a:cubicBezTo>
                  <a:pt x="3261" y="93864"/>
                  <a:pt x="3087" y="93541"/>
                  <a:pt x="2888" y="93192"/>
                </a:cubicBezTo>
                <a:cubicBezTo>
                  <a:pt x="2863" y="93068"/>
                  <a:pt x="2813" y="92968"/>
                  <a:pt x="2763" y="92844"/>
                </a:cubicBezTo>
                <a:close/>
                <a:moveTo>
                  <a:pt x="59565" y="89284"/>
                </a:moveTo>
                <a:cubicBezTo>
                  <a:pt x="60237" y="91624"/>
                  <a:pt x="60685" y="94063"/>
                  <a:pt x="60834" y="96428"/>
                </a:cubicBezTo>
                <a:cubicBezTo>
                  <a:pt x="60809" y="96428"/>
                  <a:pt x="60809" y="96428"/>
                  <a:pt x="60784" y="96453"/>
                </a:cubicBezTo>
                <a:cubicBezTo>
                  <a:pt x="60585" y="94063"/>
                  <a:pt x="60187" y="91649"/>
                  <a:pt x="59490" y="89334"/>
                </a:cubicBezTo>
                <a:cubicBezTo>
                  <a:pt x="59540" y="89334"/>
                  <a:pt x="59540" y="89284"/>
                  <a:pt x="59565" y="89284"/>
                </a:cubicBezTo>
                <a:close/>
                <a:moveTo>
                  <a:pt x="49210" y="95432"/>
                </a:moveTo>
                <a:cubicBezTo>
                  <a:pt x="49135" y="95781"/>
                  <a:pt x="49085" y="96154"/>
                  <a:pt x="48986" y="96478"/>
                </a:cubicBezTo>
                <a:cubicBezTo>
                  <a:pt x="48637" y="96353"/>
                  <a:pt x="48289" y="96204"/>
                  <a:pt x="47990" y="96055"/>
                </a:cubicBezTo>
                <a:cubicBezTo>
                  <a:pt x="48388" y="95855"/>
                  <a:pt x="48787" y="95656"/>
                  <a:pt x="49210" y="95432"/>
                </a:cubicBezTo>
                <a:close/>
                <a:moveTo>
                  <a:pt x="67132" y="94213"/>
                </a:moveTo>
                <a:lnTo>
                  <a:pt x="67132" y="94213"/>
                </a:lnTo>
                <a:cubicBezTo>
                  <a:pt x="67107" y="94238"/>
                  <a:pt x="67156" y="94287"/>
                  <a:pt x="67156" y="94287"/>
                </a:cubicBezTo>
                <a:cubicBezTo>
                  <a:pt x="65066" y="95283"/>
                  <a:pt x="63024" y="96030"/>
                  <a:pt x="61033" y="96577"/>
                </a:cubicBezTo>
                <a:lnTo>
                  <a:pt x="61033" y="96528"/>
                </a:lnTo>
                <a:cubicBezTo>
                  <a:pt x="62975" y="95955"/>
                  <a:pt x="65041" y="95183"/>
                  <a:pt x="67132" y="94213"/>
                </a:cubicBezTo>
                <a:close/>
                <a:moveTo>
                  <a:pt x="49484" y="95308"/>
                </a:moveTo>
                <a:cubicBezTo>
                  <a:pt x="49409" y="95731"/>
                  <a:pt x="49334" y="96179"/>
                  <a:pt x="49235" y="96602"/>
                </a:cubicBezTo>
                <a:cubicBezTo>
                  <a:pt x="49210" y="96602"/>
                  <a:pt x="49160" y="96577"/>
                  <a:pt x="49160" y="96577"/>
                </a:cubicBezTo>
                <a:cubicBezTo>
                  <a:pt x="49260" y="96179"/>
                  <a:pt x="49359" y="95731"/>
                  <a:pt x="49409" y="95333"/>
                </a:cubicBezTo>
                <a:cubicBezTo>
                  <a:pt x="49459" y="95333"/>
                  <a:pt x="49459" y="95308"/>
                  <a:pt x="49484" y="95308"/>
                </a:cubicBezTo>
                <a:close/>
                <a:moveTo>
                  <a:pt x="60834" y="96577"/>
                </a:moveTo>
                <a:lnTo>
                  <a:pt x="60834" y="96627"/>
                </a:lnTo>
                <a:cubicBezTo>
                  <a:pt x="60809" y="96627"/>
                  <a:pt x="60809" y="96627"/>
                  <a:pt x="60784" y="96677"/>
                </a:cubicBezTo>
                <a:cubicBezTo>
                  <a:pt x="60809" y="96627"/>
                  <a:pt x="60784" y="96627"/>
                  <a:pt x="60784" y="96602"/>
                </a:cubicBezTo>
                <a:cubicBezTo>
                  <a:pt x="60809" y="96602"/>
                  <a:pt x="60809" y="96602"/>
                  <a:pt x="60834" y="96577"/>
                </a:cubicBezTo>
                <a:close/>
                <a:moveTo>
                  <a:pt x="47791" y="96129"/>
                </a:moveTo>
                <a:cubicBezTo>
                  <a:pt x="48140" y="96353"/>
                  <a:pt x="48538" y="96528"/>
                  <a:pt x="48961" y="96677"/>
                </a:cubicBezTo>
                <a:lnTo>
                  <a:pt x="48961" y="96727"/>
                </a:lnTo>
                <a:cubicBezTo>
                  <a:pt x="48513" y="96577"/>
                  <a:pt x="48115" y="96378"/>
                  <a:pt x="47741" y="96179"/>
                </a:cubicBezTo>
                <a:cubicBezTo>
                  <a:pt x="47766" y="96179"/>
                  <a:pt x="47766" y="96129"/>
                  <a:pt x="47791" y="96129"/>
                </a:cubicBezTo>
                <a:close/>
                <a:moveTo>
                  <a:pt x="5451" y="96602"/>
                </a:moveTo>
                <a:lnTo>
                  <a:pt x="5526" y="96702"/>
                </a:lnTo>
                <a:lnTo>
                  <a:pt x="5526" y="96727"/>
                </a:lnTo>
                <a:lnTo>
                  <a:pt x="5551" y="96826"/>
                </a:lnTo>
                <a:lnTo>
                  <a:pt x="5551" y="96826"/>
                </a:lnTo>
                <a:lnTo>
                  <a:pt x="5451" y="96727"/>
                </a:lnTo>
                <a:lnTo>
                  <a:pt x="5451" y="96602"/>
                </a:lnTo>
                <a:close/>
                <a:moveTo>
                  <a:pt x="49110" y="96776"/>
                </a:moveTo>
                <a:cubicBezTo>
                  <a:pt x="49135" y="96776"/>
                  <a:pt x="49135" y="96776"/>
                  <a:pt x="49160" y="96801"/>
                </a:cubicBezTo>
                <a:lnTo>
                  <a:pt x="49160" y="96851"/>
                </a:lnTo>
                <a:lnTo>
                  <a:pt x="49135" y="96851"/>
                </a:lnTo>
                <a:cubicBezTo>
                  <a:pt x="49135" y="96826"/>
                  <a:pt x="49110" y="96826"/>
                  <a:pt x="49110" y="96826"/>
                </a:cubicBezTo>
                <a:lnTo>
                  <a:pt x="49110" y="96776"/>
                </a:lnTo>
                <a:close/>
                <a:moveTo>
                  <a:pt x="89658" y="77685"/>
                </a:moveTo>
                <a:cubicBezTo>
                  <a:pt x="91948" y="79079"/>
                  <a:pt x="94064" y="80174"/>
                  <a:pt x="95881" y="80896"/>
                </a:cubicBezTo>
                <a:cubicBezTo>
                  <a:pt x="95781" y="81020"/>
                  <a:pt x="95682" y="81145"/>
                  <a:pt x="95557" y="81269"/>
                </a:cubicBezTo>
                <a:cubicBezTo>
                  <a:pt x="95383" y="81493"/>
                  <a:pt x="95209" y="81692"/>
                  <a:pt x="95034" y="81916"/>
                </a:cubicBezTo>
                <a:cubicBezTo>
                  <a:pt x="94711" y="82290"/>
                  <a:pt x="94437" y="82663"/>
                  <a:pt x="94138" y="83012"/>
                </a:cubicBezTo>
                <a:cubicBezTo>
                  <a:pt x="94014" y="83136"/>
                  <a:pt x="93889" y="83286"/>
                  <a:pt x="93790" y="83410"/>
                </a:cubicBezTo>
                <a:cubicBezTo>
                  <a:pt x="93068" y="84231"/>
                  <a:pt x="92346" y="85028"/>
                  <a:pt x="91599" y="85849"/>
                </a:cubicBezTo>
                <a:cubicBezTo>
                  <a:pt x="91550" y="85899"/>
                  <a:pt x="91475" y="85974"/>
                  <a:pt x="91425" y="86048"/>
                </a:cubicBezTo>
                <a:cubicBezTo>
                  <a:pt x="91052" y="86422"/>
                  <a:pt x="90703" y="86845"/>
                  <a:pt x="90330" y="87218"/>
                </a:cubicBezTo>
                <a:cubicBezTo>
                  <a:pt x="90106" y="87417"/>
                  <a:pt x="89932" y="87641"/>
                  <a:pt x="89708" y="87841"/>
                </a:cubicBezTo>
                <a:lnTo>
                  <a:pt x="88948" y="88600"/>
                </a:lnTo>
                <a:lnTo>
                  <a:pt x="88948" y="88600"/>
                </a:lnTo>
                <a:cubicBezTo>
                  <a:pt x="89233" y="88330"/>
                  <a:pt x="89515" y="88058"/>
                  <a:pt x="89807" y="87766"/>
                </a:cubicBezTo>
                <a:lnTo>
                  <a:pt x="89982" y="87592"/>
                </a:lnTo>
                <a:cubicBezTo>
                  <a:pt x="90405" y="87168"/>
                  <a:pt x="90778" y="86770"/>
                  <a:pt x="91176" y="86372"/>
                </a:cubicBezTo>
                <a:lnTo>
                  <a:pt x="91326" y="86223"/>
                </a:lnTo>
                <a:cubicBezTo>
                  <a:pt x="91351" y="86173"/>
                  <a:pt x="91400" y="86123"/>
                  <a:pt x="91450" y="86098"/>
                </a:cubicBezTo>
                <a:lnTo>
                  <a:pt x="91525" y="86024"/>
                </a:lnTo>
                <a:cubicBezTo>
                  <a:pt x="93093" y="84356"/>
                  <a:pt x="94586" y="82638"/>
                  <a:pt x="96030" y="80871"/>
                </a:cubicBezTo>
                <a:lnTo>
                  <a:pt x="96080" y="80871"/>
                </a:lnTo>
                <a:cubicBezTo>
                  <a:pt x="95084" y="82066"/>
                  <a:pt x="94064" y="83286"/>
                  <a:pt x="93018" y="84505"/>
                </a:cubicBezTo>
                <a:cubicBezTo>
                  <a:pt x="92944" y="84605"/>
                  <a:pt x="92894" y="84655"/>
                  <a:pt x="92794" y="84754"/>
                </a:cubicBezTo>
                <a:cubicBezTo>
                  <a:pt x="91674" y="85999"/>
                  <a:pt x="90479" y="87218"/>
                  <a:pt x="89285" y="88413"/>
                </a:cubicBezTo>
                <a:lnTo>
                  <a:pt x="89235" y="88463"/>
                </a:lnTo>
                <a:cubicBezTo>
                  <a:pt x="88737" y="88911"/>
                  <a:pt x="88239" y="89409"/>
                  <a:pt x="87741" y="89882"/>
                </a:cubicBezTo>
                <a:lnTo>
                  <a:pt x="87617" y="90006"/>
                </a:lnTo>
                <a:lnTo>
                  <a:pt x="87567" y="90081"/>
                </a:lnTo>
                <a:cubicBezTo>
                  <a:pt x="87119" y="90479"/>
                  <a:pt x="86671" y="90902"/>
                  <a:pt x="86198" y="91325"/>
                </a:cubicBezTo>
                <a:lnTo>
                  <a:pt x="86123" y="91375"/>
                </a:lnTo>
                <a:cubicBezTo>
                  <a:pt x="86049" y="91475"/>
                  <a:pt x="85949" y="91524"/>
                  <a:pt x="85850" y="91624"/>
                </a:cubicBezTo>
                <a:cubicBezTo>
                  <a:pt x="85426" y="91997"/>
                  <a:pt x="85003" y="92371"/>
                  <a:pt x="84580" y="92719"/>
                </a:cubicBezTo>
                <a:cubicBezTo>
                  <a:pt x="84431" y="92844"/>
                  <a:pt x="84257" y="92968"/>
                  <a:pt x="84132" y="93093"/>
                </a:cubicBezTo>
                <a:cubicBezTo>
                  <a:pt x="83734" y="93441"/>
                  <a:pt x="83311" y="93765"/>
                  <a:pt x="82888" y="94113"/>
                </a:cubicBezTo>
                <a:cubicBezTo>
                  <a:pt x="82738" y="94238"/>
                  <a:pt x="82564" y="94387"/>
                  <a:pt x="82390" y="94511"/>
                </a:cubicBezTo>
                <a:cubicBezTo>
                  <a:pt x="82327" y="94564"/>
                  <a:pt x="82264" y="94616"/>
                  <a:pt x="82200" y="94667"/>
                </a:cubicBezTo>
                <a:lnTo>
                  <a:pt x="82200" y="94667"/>
                </a:lnTo>
                <a:lnTo>
                  <a:pt x="82216" y="94636"/>
                </a:lnTo>
                <a:cubicBezTo>
                  <a:pt x="82589" y="94362"/>
                  <a:pt x="82962" y="94063"/>
                  <a:pt x="83311" y="93740"/>
                </a:cubicBezTo>
                <a:cubicBezTo>
                  <a:pt x="83336" y="93715"/>
                  <a:pt x="83385" y="93690"/>
                  <a:pt x="83435" y="93615"/>
                </a:cubicBezTo>
                <a:cubicBezTo>
                  <a:pt x="83560" y="93516"/>
                  <a:pt x="83684" y="93416"/>
                  <a:pt x="83809" y="93317"/>
                </a:cubicBezTo>
                <a:lnTo>
                  <a:pt x="83833" y="93267"/>
                </a:lnTo>
                <a:cubicBezTo>
                  <a:pt x="83958" y="93192"/>
                  <a:pt x="84082" y="93068"/>
                  <a:pt x="84207" y="92968"/>
                </a:cubicBezTo>
                <a:cubicBezTo>
                  <a:pt x="84431" y="92769"/>
                  <a:pt x="84630" y="92595"/>
                  <a:pt x="84829" y="92445"/>
                </a:cubicBezTo>
                <a:cubicBezTo>
                  <a:pt x="84879" y="92371"/>
                  <a:pt x="84954" y="92346"/>
                  <a:pt x="84978" y="92271"/>
                </a:cubicBezTo>
                <a:cubicBezTo>
                  <a:pt x="85053" y="92221"/>
                  <a:pt x="85103" y="92196"/>
                  <a:pt x="85178" y="92122"/>
                </a:cubicBezTo>
                <a:cubicBezTo>
                  <a:pt x="85227" y="92072"/>
                  <a:pt x="85302" y="92022"/>
                  <a:pt x="85352" y="91972"/>
                </a:cubicBezTo>
                <a:lnTo>
                  <a:pt x="85451" y="91873"/>
                </a:lnTo>
                <a:cubicBezTo>
                  <a:pt x="85850" y="91524"/>
                  <a:pt x="86223" y="91201"/>
                  <a:pt x="86596" y="90852"/>
                </a:cubicBezTo>
                <a:cubicBezTo>
                  <a:pt x="86664" y="90785"/>
                  <a:pt x="86731" y="90718"/>
                  <a:pt x="86799" y="90654"/>
                </a:cubicBezTo>
                <a:lnTo>
                  <a:pt x="86799" y="90654"/>
                </a:lnTo>
                <a:cubicBezTo>
                  <a:pt x="86756" y="90693"/>
                  <a:pt x="86714" y="90727"/>
                  <a:pt x="86671" y="90753"/>
                </a:cubicBezTo>
                <a:cubicBezTo>
                  <a:pt x="86248" y="91101"/>
                  <a:pt x="85875" y="91475"/>
                  <a:pt x="85476" y="91823"/>
                </a:cubicBezTo>
                <a:cubicBezTo>
                  <a:pt x="85327" y="91948"/>
                  <a:pt x="85178" y="92097"/>
                  <a:pt x="85003" y="92221"/>
                </a:cubicBezTo>
                <a:cubicBezTo>
                  <a:pt x="84630" y="92545"/>
                  <a:pt x="84257" y="92869"/>
                  <a:pt x="83883" y="93192"/>
                </a:cubicBezTo>
                <a:lnTo>
                  <a:pt x="83336" y="93665"/>
                </a:lnTo>
                <a:cubicBezTo>
                  <a:pt x="82987" y="93939"/>
                  <a:pt x="82614" y="94238"/>
                  <a:pt x="82240" y="94536"/>
                </a:cubicBezTo>
                <a:cubicBezTo>
                  <a:pt x="82016" y="94710"/>
                  <a:pt x="81817" y="94860"/>
                  <a:pt x="81568" y="95059"/>
                </a:cubicBezTo>
                <a:cubicBezTo>
                  <a:pt x="81220" y="95308"/>
                  <a:pt x="80871" y="95582"/>
                  <a:pt x="80523" y="95831"/>
                </a:cubicBezTo>
                <a:lnTo>
                  <a:pt x="79776" y="96403"/>
                </a:lnTo>
                <a:cubicBezTo>
                  <a:pt x="79751" y="96428"/>
                  <a:pt x="79702" y="96453"/>
                  <a:pt x="79652" y="96478"/>
                </a:cubicBezTo>
                <a:cubicBezTo>
                  <a:pt x="79453" y="96652"/>
                  <a:pt x="79204" y="96826"/>
                  <a:pt x="78980" y="96976"/>
                </a:cubicBezTo>
                <a:cubicBezTo>
                  <a:pt x="78905" y="96776"/>
                  <a:pt x="78855" y="96577"/>
                  <a:pt x="78781" y="96403"/>
                </a:cubicBezTo>
                <a:cubicBezTo>
                  <a:pt x="78731" y="96179"/>
                  <a:pt x="78656" y="95980"/>
                  <a:pt x="78606" y="95781"/>
                </a:cubicBezTo>
                <a:cubicBezTo>
                  <a:pt x="78532" y="95557"/>
                  <a:pt x="78432" y="95333"/>
                  <a:pt x="78382" y="95109"/>
                </a:cubicBezTo>
                <a:cubicBezTo>
                  <a:pt x="78283" y="94860"/>
                  <a:pt x="78183" y="94586"/>
                  <a:pt x="78059" y="94312"/>
                </a:cubicBezTo>
                <a:cubicBezTo>
                  <a:pt x="78009" y="94138"/>
                  <a:pt x="77959" y="93989"/>
                  <a:pt x="77884" y="93864"/>
                </a:cubicBezTo>
                <a:cubicBezTo>
                  <a:pt x="77735" y="93491"/>
                  <a:pt x="77561" y="93167"/>
                  <a:pt x="77412" y="92794"/>
                </a:cubicBezTo>
                <a:cubicBezTo>
                  <a:pt x="77412" y="92744"/>
                  <a:pt x="77387" y="92719"/>
                  <a:pt x="77362" y="92694"/>
                </a:cubicBezTo>
                <a:cubicBezTo>
                  <a:pt x="77038" y="91972"/>
                  <a:pt x="76665" y="91226"/>
                  <a:pt x="76291" y="90479"/>
                </a:cubicBezTo>
                <a:cubicBezTo>
                  <a:pt x="76416" y="90379"/>
                  <a:pt x="76540" y="90280"/>
                  <a:pt x="76640" y="90205"/>
                </a:cubicBezTo>
                <a:cubicBezTo>
                  <a:pt x="76988" y="89931"/>
                  <a:pt x="77287" y="89633"/>
                  <a:pt x="77636" y="89359"/>
                </a:cubicBezTo>
                <a:cubicBezTo>
                  <a:pt x="78133" y="88936"/>
                  <a:pt x="78631" y="88513"/>
                  <a:pt x="79104" y="88089"/>
                </a:cubicBezTo>
                <a:cubicBezTo>
                  <a:pt x="79453" y="87766"/>
                  <a:pt x="79776" y="87492"/>
                  <a:pt x="80125" y="87193"/>
                </a:cubicBezTo>
                <a:cubicBezTo>
                  <a:pt x="80697" y="86671"/>
                  <a:pt x="81220" y="86198"/>
                  <a:pt x="81743" y="85700"/>
                </a:cubicBezTo>
                <a:cubicBezTo>
                  <a:pt x="82116" y="85351"/>
                  <a:pt x="82489" y="85003"/>
                  <a:pt x="82838" y="84655"/>
                </a:cubicBezTo>
                <a:cubicBezTo>
                  <a:pt x="83136" y="84381"/>
                  <a:pt x="83460" y="84082"/>
                  <a:pt x="83734" y="83783"/>
                </a:cubicBezTo>
                <a:cubicBezTo>
                  <a:pt x="84306" y="83261"/>
                  <a:pt x="84829" y="82738"/>
                  <a:pt x="85352" y="82165"/>
                </a:cubicBezTo>
                <a:lnTo>
                  <a:pt x="86323" y="81195"/>
                </a:lnTo>
                <a:cubicBezTo>
                  <a:pt x="86671" y="80871"/>
                  <a:pt x="86970" y="80523"/>
                  <a:pt x="87318" y="80174"/>
                </a:cubicBezTo>
                <a:lnTo>
                  <a:pt x="88911" y="78506"/>
                </a:lnTo>
                <a:cubicBezTo>
                  <a:pt x="89160" y="78258"/>
                  <a:pt x="89359" y="77959"/>
                  <a:pt x="89608" y="77710"/>
                </a:cubicBezTo>
                <a:lnTo>
                  <a:pt x="89658" y="77685"/>
                </a:lnTo>
                <a:close/>
                <a:moveTo>
                  <a:pt x="76117" y="90603"/>
                </a:moveTo>
                <a:cubicBezTo>
                  <a:pt x="76764" y="91873"/>
                  <a:pt x="77312" y="93093"/>
                  <a:pt x="77785" y="94238"/>
                </a:cubicBezTo>
                <a:lnTo>
                  <a:pt x="77884" y="94437"/>
                </a:lnTo>
                <a:cubicBezTo>
                  <a:pt x="78009" y="94735"/>
                  <a:pt x="78108" y="95059"/>
                  <a:pt x="78233" y="95333"/>
                </a:cubicBezTo>
                <a:cubicBezTo>
                  <a:pt x="78283" y="95507"/>
                  <a:pt x="78357" y="95681"/>
                  <a:pt x="78407" y="95855"/>
                </a:cubicBezTo>
                <a:cubicBezTo>
                  <a:pt x="78507" y="96079"/>
                  <a:pt x="78532" y="96303"/>
                  <a:pt x="78631" y="96552"/>
                </a:cubicBezTo>
                <a:cubicBezTo>
                  <a:pt x="78681" y="96702"/>
                  <a:pt x="78731" y="96876"/>
                  <a:pt x="78781" y="97050"/>
                </a:cubicBezTo>
                <a:cubicBezTo>
                  <a:pt x="78756" y="97050"/>
                  <a:pt x="78756" y="97075"/>
                  <a:pt x="78731" y="97075"/>
                </a:cubicBezTo>
                <a:cubicBezTo>
                  <a:pt x="78706" y="96926"/>
                  <a:pt x="78631" y="96727"/>
                  <a:pt x="78581" y="96577"/>
                </a:cubicBezTo>
                <a:cubicBezTo>
                  <a:pt x="78507" y="96353"/>
                  <a:pt x="78457" y="96179"/>
                  <a:pt x="78382" y="95955"/>
                </a:cubicBezTo>
                <a:cubicBezTo>
                  <a:pt x="78308" y="95756"/>
                  <a:pt x="78258" y="95582"/>
                  <a:pt x="78183" y="95432"/>
                </a:cubicBezTo>
                <a:cubicBezTo>
                  <a:pt x="78108" y="95158"/>
                  <a:pt x="77984" y="94860"/>
                  <a:pt x="77884" y="94561"/>
                </a:cubicBezTo>
                <a:cubicBezTo>
                  <a:pt x="77860" y="94511"/>
                  <a:pt x="77860" y="94462"/>
                  <a:pt x="77810" y="94412"/>
                </a:cubicBezTo>
                <a:cubicBezTo>
                  <a:pt x="77362" y="93217"/>
                  <a:pt x="76764" y="91948"/>
                  <a:pt x="76067" y="90628"/>
                </a:cubicBezTo>
                <a:lnTo>
                  <a:pt x="76117" y="90603"/>
                </a:lnTo>
                <a:close/>
                <a:moveTo>
                  <a:pt x="80528" y="95978"/>
                </a:moveTo>
                <a:cubicBezTo>
                  <a:pt x="80053" y="96453"/>
                  <a:pt x="79518" y="96826"/>
                  <a:pt x="79005" y="97200"/>
                </a:cubicBezTo>
                <a:lnTo>
                  <a:pt x="79005" y="97175"/>
                </a:lnTo>
                <a:lnTo>
                  <a:pt x="79005" y="97125"/>
                </a:lnTo>
                <a:cubicBezTo>
                  <a:pt x="79328" y="96926"/>
                  <a:pt x="79627" y="96702"/>
                  <a:pt x="79901" y="96453"/>
                </a:cubicBezTo>
                <a:cubicBezTo>
                  <a:pt x="80125" y="96303"/>
                  <a:pt x="80324" y="96129"/>
                  <a:pt x="80523" y="95980"/>
                </a:cubicBezTo>
                <a:cubicBezTo>
                  <a:pt x="80525" y="95979"/>
                  <a:pt x="80526" y="95978"/>
                  <a:pt x="80528" y="95978"/>
                </a:cubicBezTo>
                <a:close/>
                <a:moveTo>
                  <a:pt x="45426" y="94760"/>
                </a:moveTo>
                <a:cubicBezTo>
                  <a:pt x="45899" y="95233"/>
                  <a:pt x="46422" y="95656"/>
                  <a:pt x="47019" y="96005"/>
                </a:cubicBezTo>
                <a:cubicBezTo>
                  <a:pt x="46123" y="96453"/>
                  <a:pt x="45252" y="96851"/>
                  <a:pt x="44356" y="97224"/>
                </a:cubicBezTo>
                <a:cubicBezTo>
                  <a:pt x="44779" y="96428"/>
                  <a:pt x="45128" y="95607"/>
                  <a:pt x="45426" y="94760"/>
                </a:cubicBezTo>
                <a:close/>
                <a:moveTo>
                  <a:pt x="78855" y="97249"/>
                </a:moveTo>
                <a:lnTo>
                  <a:pt x="78855" y="97299"/>
                </a:lnTo>
                <a:lnTo>
                  <a:pt x="78830" y="97299"/>
                </a:lnTo>
                <a:cubicBezTo>
                  <a:pt x="78830" y="97324"/>
                  <a:pt x="78830" y="97324"/>
                  <a:pt x="78781" y="97349"/>
                </a:cubicBezTo>
                <a:lnTo>
                  <a:pt x="78781" y="97324"/>
                </a:lnTo>
                <a:lnTo>
                  <a:pt x="78781" y="97299"/>
                </a:lnTo>
                <a:lnTo>
                  <a:pt x="78830" y="97299"/>
                </a:lnTo>
                <a:lnTo>
                  <a:pt x="78855" y="97249"/>
                </a:lnTo>
                <a:close/>
                <a:moveTo>
                  <a:pt x="45252" y="94561"/>
                </a:moveTo>
                <a:lnTo>
                  <a:pt x="45277" y="94586"/>
                </a:lnTo>
                <a:cubicBezTo>
                  <a:pt x="45252" y="94611"/>
                  <a:pt x="45252" y="94686"/>
                  <a:pt x="45227" y="94710"/>
                </a:cubicBezTo>
                <a:lnTo>
                  <a:pt x="45227" y="94735"/>
                </a:lnTo>
                <a:cubicBezTo>
                  <a:pt x="45153" y="94860"/>
                  <a:pt x="45128" y="95034"/>
                  <a:pt x="45053" y="95158"/>
                </a:cubicBezTo>
                <a:lnTo>
                  <a:pt x="44680" y="96079"/>
                </a:lnTo>
                <a:cubicBezTo>
                  <a:pt x="44605" y="96279"/>
                  <a:pt x="44505" y="96478"/>
                  <a:pt x="44406" y="96677"/>
                </a:cubicBezTo>
                <a:cubicBezTo>
                  <a:pt x="44381" y="96727"/>
                  <a:pt x="44356" y="96776"/>
                  <a:pt x="44356" y="96826"/>
                </a:cubicBezTo>
                <a:cubicBezTo>
                  <a:pt x="44281" y="96976"/>
                  <a:pt x="44182" y="97100"/>
                  <a:pt x="44132" y="97249"/>
                </a:cubicBezTo>
                <a:cubicBezTo>
                  <a:pt x="44107" y="97299"/>
                  <a:pt x="44107" y="97324"/>
                  <a:pt x="44057" y="97374"/>
                </a:cubicBezTo>
                <a:cubicBezTo>
                  <a:pt x="44057" y="97374"/>
                  <a:pt x="44057" y="97374"/>
                  <a:pt x="44055" y="97374"/>
                </a:cubicBezTo>
                <a:lnTo>
                  <a:pt x="44055" y="97374"/>
                </a:lnTo>
                <a:cubicBezTo>
                  <a:pt x="44495" y="96421"/>
                  <a:pt x="44910" y="95515"/>
                  <a:pt x="45252" y="94561"/>
                </a:cubicBezTo>
                <a:close/>
                <a:moveTo>
                  <a:pt x="59341" y="89434"/>
                </a:moveTo>
                <a:cubicBezTo>
                  <a:pt x="59988" y="91724"/>
                  <a:pt x="60436" y="94113"/>
                  <a:pt x="60585" y="96453"/>
                </a:cubicBezTo>
                <a:cubicBezTo>
                  <a:pt x="58312" y="97064"/>
                  <a:pt x="56153" y="97378"/>
                  <a:pt x="54164" y="97378"/>
                </a:cubicBezTo>
                <a:cubicBezTo>
                  <a:pt x="52428" y="97378"/>
                  <a:pt x="50822" y="97139"/>
                  <a:pt x="49384" y="96652"/>
                </a:cubicBezTo>
                <a:cubicBezTo>
                  <a:pt x="49509" y="96179"/>
                  <a:pt x="49608" y="95681"/>
                  <a:pt x="49658" y="95183"/>
                </a:cubicBezTo>
                <a:cubicBezTo>
                  <a:pt x="52869" y="93491"/>
                  <a:pt x="56105" y="91574"/>
                  <a:pt x="59341" y="89434"/>
                </a:cubicBezTo>
                <a:close/>
                <a:moveTo>
                  <a:pt x="42215" y="86646"/>
                </a:moveTo>
                <a:cubicBezTo>
                  <a:pt x="42265" y="87741"/>
                  <a:pt x="42415" y="88762"/>
                  <a:pt x="42639" y="89732"/>
                </a:cubicBezTo>
                <a:cubicBezTo>
                  <a:pt x="41419" y="92246"/>
                  <a:pt x="39602" y="94611"/>
                  <a:pt x="37212" y="96602"/>
                </a:cubicBezTo>
                <a:cubicBezTo>
                  <a:pt x="37187" y="96627"/>
                  <a:pt x="37163" y="96677"/>
                  <a:pt x="37088" y="96702"/>
                </a:cubicBezTo>
                <a:cubicBezTo>
                  <a:pt x="36739" y="96976"/>
                  <a:pt x="36416" y="97249"/>
                  <a:pt x="36042" y="97523"/>
                </a:cubicBezTo>
                <a:cubicBezTo>
                  <a:pt x="35968" y="97299"/>
                  <a:pt x="35918" y="97075"/>
                  <a:pt x="35893" y="96901"/>
                </a:cubicBezTo>
                <a:cubicBezTo>
                  <a:pt x="35843" y="96727"/>
                  <a:pt x="35818" y="96577"/>
                  <a:pt x="35794" y="96378"/>
                </a:cubicBezTo>
                <a:cubicBezTo>
                  <a:pt x="35719" y="96104"/>
                  <a:pt x="35694" y="95806"/>
                  <a:pt x="35669" y="95482"/>
                </a:cubicBezTo>
                <a:cubicBezTo>
                  <a:pt x="35669" y="95383"/>
                  <a:pt x="35644" y="95333"/>
                  <a:pt x="35644" y="95233"/>
                </a:cubicBezTo>
                <a:cubicBezTo>
                  <a:pt x="35644" y="95183"/>
                  <a:pt x="35594" y="95109"/>
                  <a:pt x="35594" y="95059"/>
                </a:cubicBezTo>
                <a:cubicBezTo>
                  <a:pt x="35570" y="94611"/>
                  <a:pt x="35545" y="94138"/>
                  <a:pt x="35520" y="93715"/>
                </a:cubicBezTo>
                <a:lnTo>
                  <a:pt x="35520" y="93491"/>
                </a:lnTo>
                <a:lnTo>
                  <a:pt x="35520" y="93317"/>
                </a:lnTo>
                <a:lnTo>
                  <a:pt x="35520" y="92321"/>
                </a:lnTo>
                <a:cubicBezTo>
                  <a:pt x="35520" y="92122"/>
                  <a:pt x="35545" y="91948"/>
                  <a:pt x="35545" y="91748"/>
                </a:cubicBezTo>
                <a:cubicBezTo>
                  <a:pt x="35545" y="91450"/>
                  <a:pt x="35570" y="91151"/>
                  <a:pt x="35594" y="90852"/>
                </a:cubicBezTo>
                <a:lnTo>
                  <a:pt x="35594" y="90827"/>
                </a:lnTo>
                <a:cubicBezTo>
                  <a:pt x="35594" y="90628"/>
                  <a:pt x="35619" y="90479"/>
                  <a:pt x="35669" y="90280"/>
                </a:cubicBezTo>
                <a:cubicBezTo>
                  <a:pt x="35694" y="89981"/>
                  <a:pt x="35719" y="89658"/>
                  <a:pt x="35794" y="89359"/>
                </a:cubicBezTo>
                <a:cubicBezTo>
                  <a:pt x="35794" y="89334"/>
                  <a:pt x="35794" y="89284"/>
                  <a:pt x="35818" y="89259"/>
                </a:cubicBezTo>
                <a:cubicBezTo>
                  <a:pt x="37934" y="88537"/>
                  <a:pt x="40075" y="87666"/>
                  <a:pt x="42215" y="86646"/>
                </a:cubicBezTo>
                <a:close/>
                <a:moveTo>
                  <a:pt x="60610" y="96627"/>
                </a:moveTo>
                <a:lnTo>
                  <a:pt x="60610" y="96702"/>
                </a:lnTo>
                <a:cubicBezTo>
                  <a:pt x="58345" y="97324"/>
                  <a:pt x="56179" y="97623"/>
                  <a:pt x="54188" y="97623"/>
                </a:cubicBezTo>
                <a:cubicBezTo>
                  <a:pt x="52396" y="97623"/>
                  <a:pt x="50778" y="97374"/>
                  <a:pt x="49359" y="96901"/>
                </a:cubicBezTo>
                <a:cubicBezTo>
                  <a:pt x="49334" y="96901"/>
                  <a:pt x="49359" y="96851"/>
                  <a:pt x="49359" y="96826"/>
                </a:cubicBezTo>
                <a:cubicBezTo>
                  <a:pt x="50807" y="97317"/>
                  <a:pt x="52430" y="97561"/>
                  <a:pt x="54188" y="97561"/>
                </a:cubicBezTo>
                <a:cubicBezTo>
                  <a:pt x="56177" y="97561"/>
                  <a:pt x="58337" y="97248"/>
                  <a:pt x="60610" y="96627"/>
                </a:cubicBezTo>
                <a:close/>
                <a:moveTo>
                  <a:pt x="47219" y="96104"/>
                </a:moveTo>
                <a:cubicBezTo>
                  <a:pt x="47244" y="96154"/>
                  <a:pt x="47268" y="96154"/>
                  <a:pt x="47293" y="96179"/>
                </a:cubicBezTo>
                <a:cubicBezTo>
                  <a:pt x="46248" y="96677"/>
                  <a:pt x="45227" y="97175"/>
                  <a:pt x="44157" y="97648"/>
                </a:cubicBezTo>
                <a:cubicBezTo>
                  <a:pt x="44182" y="97573"/>
                  <a:pt x="44232" y="97548"/>
                  <a:pt x="44232" y="97473"/>
                </a:cubicBezTo>
                <a:cubicBezTo>
                  <a:pt x="45227" y="97050"/>
                  <a:pt x="46223" y="96577"/>
                  <a:pt x="47219" y="96104"/>
                </a:cubicBezTo>
                <a:close/>
                <a:moveTo>
                  <a:pt x="35570" y="89334"/>
                </a:moveTo>
                <a:cubicBezTo>
                  <a:pt x="35520" y="89707"/>
                  <a:pt x="35470" y="90106"/>
                  <a:pt x="35445" y="90479"/>
                </a:cubicBezTo>
                <a:cubicBezTo>
                  <a:pt x="35445" y="90579"/>
                  <a:pt x="35420" y="90678"/>
                  <a:pt x="35420" y="90753"/>
                </a:cubicBezTo>
                <a:lnTo>
                  <a:pt x="35420" y="90852"/>
                </a:lnTo>
                <a:cubicBezTo>
                  <a:pt x="35395" y="91126"/>
                  <a:pt x="35395" y="91375"/>
                  <a:pt x="35346" y="91649"/>
                </a:cubicBezTo>
                <a:lnTo>
                  <a:pt x="35346" y="91923"/>
                </a:lnTo>
                <a:cubicBezTo>
                  <a:pt x="35346" y="92072"/>
                  <a:pt x="35321" y="92196"/>
                  <a:pt x="35321" y="92346"/>
                </a:cubicBezTo>
                <a:lnTo>
                  <a:pt x="35321" y="92371"/>
                </a:lnTo>
                <a:lnTo>
                  <a:pt x="35321" y="93366"/>
                </a:lnTo>
                <a:lnTo>
                  <a:pt x="35321" y="93839"/>
                </a:lnTo>
                <a:cubicBezTo>
                  <a:pt x="35321" y="94213"/>
                  <a:pt x="35346" y="94586"/>
                  <a:pt x="35395" y="94934"/>
                </a:cubicBezTo>
                <a:lnTo>
                  <a:pt x="35395" y="94984"/>
                </a:lnTo>
                <a:cubicBezTo>
                  <a:pt x="35395" y="95084"/>
                  <a:pt x="35395" y="95134"/>
                  <a:pt x="35420" y="95233"/>
                </a:cubicBezTo>
                <a:cubicBezTo>
                  <a:pt x="35445" y="95681"/>
                  <a:pt x="35520" y="96129"/>
                  <a:pt x="35594" y="96577"/>
                </a:cubicBezTo>
                <a:cubicBezTo>
                  <a:pt x="35644" y="96727"/>
                  <a:pt x="35669" y="96851"/>
                  <a:pt x="35694" y="97000"/>
                </a:cubicBezTo>
                <a:cubicBezTo>
                  <a:pt x="35769" y="97224"/>
                  <a:pt x="35794" y="97473"/>
                  <a:pt x="35843" y="97697"/>
                </a:cubicBezTo>
                <a:lnTo>
                  <a:pt x="35818" y="97722"/>
                </a:lnTo>
                <a:cubicBezTo>
                  <a:pt x="35818" y="97722"/>
                  <a:pt x="35794" y="97722"/>
                  <a:pt x="35794" y="97772"/>
                </a:cubicBezTo>
                <a:cubicBezTo>
                  <a:pt x="35769" y="97448"/>
                  <a:pt x="35694" y="97224"/>
                  <a:pt x="35669" y="97025"/>
                </a:cubicBezTo>
                <a:cubicBezTo>
                  <a:pt x="35644" y="96851"/>
                  <a:pt x="35594" y="96702"/>
                  <a:pt x="35570" y="96528"/>
                </a:cubicBezTo>
                <a:cubicBezTo>
                  <a:pt x="35545" y="96403"/>
                  <a:pt x="35545" y="96303"/>
                  <a:pt x="35520" y="96179"/>
                </a:cubicBezTo>
                <a:cubicBezTo>
                  <a:pt x="35470" y="96055"/>
                  <a:pt x="35470" y="95905"/>
                  <a:pt x="35445" y="95731"/>
                </a:cubicBezTo>
                <a:cubicBezTo>
                  <a:pt x="35420" y="95557"/>
                  <a:pt x="35395" y="95333"/>
                  <a:pt x="35346" y="95158"/>
                </a:cubicBezTo>
                <a:cubicBezTo>
                  <a:pt x="35346" y="95034"/>
                  <a:pt x="35321" y="94910"/>
                  <a:pt x="35321" y="94735"/>
                </a:cubicBezTo>
                <a:lnTo>
                  <a:pt x="35321" y="94561"/>
                </a:lnTo>
                <a:cubicBezTo>
                  <a:pt x="35296" y="94287"/>
                  <a:pt x="35296" y="93989"/>
                  <a:pt x="35271" y="93715"/>
                </a:cubicBezTo>
                <a:lnTo>
                  <a:pt x="35271" y="93366"/>
                </a:lnTo>
                <a:lnTo>
                  <a:pt x="35271" y="92221"/>
                </a:lnTo>
                <a:lnTo>
                  <a:pt x="35271" y="92022"/>
                </a:lnTo>
                <a:cubicBezTo>
                  <a:pt x="35296" y="91574"/>
                  <a:pt x="35296" y="91126"/>
                  <a:pt x="35346" y="90678"/>
                </a:cubicBezTo>
                <a:cubicBezTo>
                  <a:pt x="35395" y="90230"/>
                  <a:pt x="35445" y="89757"/>
                  <a:pt x="35520" y="89334"/>
                </a:cubicBezTo>
                <a:close/>
                <a:moveTo>
                  <a:pt x="42688" y="90057"/>
                </a:moveTo>
                <a:cubicBezTo>
                  <a:pt x="41493" y="92496"/>
                  <a:pt x="39676" y="94810"/>
                  <a:pt x="37337" y="96776"/>
                </a:cubicBezTo>
                <a:lnTo>
                  <a:pt x="37262" y="96851"/>
                </a:lnTo>
                <a:cubicBezTo>
                  <a:pt x="36889" y="97175"/>
                  <a:pt x="36466" y="97473"/>
                  <a:pt x="36067" y="97772"/>
                </a:cubicBezTo>
                <a:lnTo>
                  <a:pt x="36067" y="97697"/>
                </a:lnTo>
                <a:cubicBezTo>
                  <a:pt x="36441" y="97424"/>
                  <a:pt x="36814" y="97150"/>
                  <a:pt x="37187" y="96826"/>
                </a:cubicBezTo>
                <a:cubicBezTo>
                  <a:pt x="37212" y="96801"/>
                  <a:pt x="37287" y="96776"/>
                  <a:pt x="37312" y="96727"/>
                </a:cubicBezTo>
                <a:cubicBezTo>
                  <a:pt x="39651" y="94761"/>
                  <a:pt x="41493" y="92496"/>
                  <a:pt x="42688" y="90057"/>
                </a:cubicBezTo>
                <a:close/>
                <a:moveTo>
                  <a:pt x="43933" y="97648"/>
                </a:moveTo>
                <a:cubicBezTo>
                  <a:pt x="43908" y="97672"/>
                  <a:pt x="43908" y="97722"/>
                  <a:pt x="43883" y="97772"/>
                </a:cubicBezTo>
                <a:cubicBezTo>
                  <a:pt x="43858" y="97772"/>
                  <a:pt x="43858" y="97772"/>
                  <a:pt x="43809" y="97797"/>
                </a:cubicBezTo>
                <a:cubicBezTo>
                  <a:pt x="43858" y="97772"/>
                  <a:pt x="43858" y="97697"/>
                  <a:pt x="43883" y="97672"/>
                </a:cubicBezTo>
                <a:cubicBezTo>
                  <a:pt x="43883" y="97648"/>
                  <a:pt x="43908" y="97648"/>
                  <a:pt x="43933" y="97648"/>
                </a:cubicBezTo>
                <a:close/>
                <a:moveTo>
                  <a:pt x="96329" y="81070"/>
                </a:moveTo>
                <a:cubicBezTo>
                  <a:pt x="96428" y="81120"/>
                  <a:pt x="96478" y="81145"/>
                  <a:pt x="96578" y="81170"/>
                </a:cubicBezTo>
                <a:cubicBezTo>
                  <a:pt x="91475" y="87119"/>
                  <a:pt x="85601" y="92744"/>
                  <a:pt x="79154" y="97797"/>
                </a:cubicBezTo>
                <a:cubicBezTo>
                  <a:pt x="79129" y="97598"/>
                  <a:pt x="79104" y="97523"/>
                  <a:pt x="79079" y="97399"/>
                </a:cubicBezTo>
                <a:cubicBezTo>
                  <a:pt x="79652" y="96976"/>
                  <a:pt x="80224" y="96552"/>
                  <a:pt x="80772" y="96104"/>
                </a:cubicBezTo>
                <a:cubicBezTo>
                  <a:pt x="80847" y="96079"/>
                  <a:pt x="80896" y="96005"/>
                  <a:pt x="80971" y="95980"/>
                </a:cubicBezTo>
                <a:cubicBezTo>
                  <a:pt x="80996" y="95955"/>
                  <a:pt x="81021" y="95930"/>
                  <a:pt x="81071" y="95930"/>
                </a:cubicBezTo>
                <a:cubicBezTo>
                  <a:pt x="81568" y="95557"/>
                  <a:pt x="82066" y="95183"/>
                  <a:pt x="82514" y="94785"/>
                </a:cubicBezTo>
                <a:cubicBezTo>
                  <a:pt x="82564" y="94785"/>
                  <a:pt x="82564" y="94735"/>
                  <a:pt x="82589" y="94735"/>
                </a:cubicBezTo>
                <a:cubicBezTo>
                  <a:pt x="82738" y="94611"/>
                  <a:pt x="82863" y="94486"/>
                  <a:pt x="83012" y="94412"/>
                </a:cubicBezTo>
                <a:lnTo>
                  <a:pt x="83062" y="94362"/>
                </a:lnTo>
                <a:cubicBezTo>
                  <a:pt x="83460" y="94014"/>
                  <a:pt x="83858" y="93715"/>
                  <a:pt x="84257" y="93366"/>
                </a:cubicBezTo>
                <a:cubicBezTo>
                  <a:pt x="84381" y="93267"/>
                  <a:pt x="84481" y="93192"/>
                  <a:pt x="84605" y="93068"/>
                </a:cubicBezTo>
                <a:cubicBezTo>
                  <a:pt x="84630" y="93018"/>
                  <a:pt x="84705" y="92993"/>
                  <a:pt x="84730" y="92943"/>
                </a:cubicBezTo>
                <a:cubicBezTo>
                  <a:pt x="84730" y="92943"/>
                  <a:pt x="84754" y="92943"/>
                  <a:pt x="84754" y="92893"/>
                </a:cubicBezTo>
                <a:lnTo>
                  <a:pt x="85974" y="91873"/>
                </a:lnTo>
                <a:cubicBezTo>
                  <a:pt x="86074" y="91773"/>
                  <a:pt x="86173" y="91699"/>
                  <a:pt x="86298" y="91599"/>
                </a:cubicBezTo>
                <a:cubicBezTo>
                  <a:pt x="86323" y="91574"/>
                  <a:pt x="86347" y="91549"/>
                  <a:pt x="86422" y="91500"/>
                </a:cubicBezTo>
                <a:lnTo>
                  <a:pt x="86447" y="91475"/>
                </a:lnTo>
                <a:cubicBezTo>
                  <a:pt x="86870" y="91101"/>
                  <a:pt x="87293" y="90703"/>
                  <a:pt x="87716" y="90330"/>
                </a:cubicBezTo>
                <a:lnTo>
                  <a:pt x="87741" y="90280"/>
                </a:lnTo>
                <a:lnTo>
                  <a:pt x="87816" y="90230"/>
                </a:lnTo>
                <a:cubicBezTo>
                  <a:pt x="87866" y="90155"/>
                  <a:pt x="87940" y="90106"/>
                  <a:pt x="88040" y="90031"/>
                </a:cubicBezTo>
                <a:cubicBezTo>
                  <a:pt x="88488" y="89608"/>
                  <a:pt x="88961" y="89160"/>
                  <a:pt x="89409" y="88712"/>
                </a:cubicBezTo>
                <a:lnTo>
                  <a:pt x="89558" y="88537"/>
                </a:lnTo>
                <a:lnTo>
                  <a:pt x="89957" y="88139"/>
                </a:lnTo>
                <a:cubicBezTo>
                  <a:pt x="90081" y="88015"/>
                  <a:pt x="90181" y="87890"/>
                  <a:pt x="90305" y="87791"/>
                </a:cubicBezTo>
                <a:lnTo>
                  <a:pt x="90430" y="87666"/>
                </a:lnTo>
                <a:cubicBezTo>
                  <a:pt x="90529" y="87542"/>
                  <a:pt x="90654" y="87467"/>
                  <a:pt x="90728" y="87343"/>
                </a:cubicBezTo>
                <a:lnTo>
                  <a:pt x="91326" y="86745"/>
                </a:lnTo>
                <a:cubicBezTo>
                  <a:pt x="91450" y="86621"/>
                  <a:pt x="91575" y="86472"/>
                  <a:pt x="91699" y="86347"/>
                </a:cubicBezTo>
                <a:cubicBezTo>
                  <a:pt x="92048" y="85999"/>
                  <a:pt x="92346" y="85625"/>
                  <a:pt x="92695" y="85252"/>
                </a:cubicBezTo>
                <a:lnTo>
                  <a:pt x="92794" y="85152"/>
                </a:lnTo>
                <a:lnTo>
                  <a:pt x="93068" y="84879"/>
                </a:lnTo>
                <a:lnTo>
                  <a:pt x="93118" y="84804"/>
                </a:lnTo>
                <a:cubicBezTo>
                  <a:pt x="94263" y="83609"/>
                  <a:pt x="95308" y="82365"/>
                  <a:pt x="96329" y="81070"/>
                </a:cubicBezTo>
                <a:close/>
                <a:moveTo>
                  <a:pt x="78905" y="97523"/>
                </a:moveTo>
                <a:cubicBezTo>
                  <a:pt x="78955" y="97598"/>
                  <a:pt x="78955" y="97697"/>
                  <a:pt x="78980" y="97797"/>
                </a:cubicBezTo>
                <a:lnTo>
                  <a:pt x="78980" y="97847"/>
                </a:lnTo>
                <a:cubicBezTo>
                  <a:pt x="78930" y="97847"/>
                  <a:pt x="78930" y="97872"/>
                  <a:pt x="78905" y="97872"/>
                </a:cubicBezTo>
                <a:cubicBezTo>
                  <a:pt x="78905" y="97847"/>
                  <a:pt x="78880" y="97797"/>
                  <a:pt x="78880" y="97772"/>
                </a:cubicBezTo>
                <a:cubicBezTo>
                  <a:pt x="78855" y="97697"/>
                  <a:pt x="78855" y="97598"/>
                  <a:pt x="78830" y="97548"/>
                </a:cubicBezTo>
                <a:lnTo>
                  <a:pt x="78905" y="97523"/>
                </a:lnTo>
                <a:close/>
                <a:moveTo>
                  <a:pt x="35893" y="97822"/>
                </a:moveTo>
                <a:lnTo>
                  <a:pt x="35893" y="97847"/>
                </a:lnTo>
                <a:lnTo>
                  <a:pt x="35893" y="97897"/>
                </a:lnTo>
                <a:lnTo>
                  <a:pt x="35843" y="97897"/>
                </a:lnTo>
                <a:cubicBezTo>
                  <a:pt x="35843" y="97897"/>
                  <a:pt x="35818" y="97897"/>
                  <a:pt x="35818" y="97921"/>
                </a:cubicBezTo>
                <a:lnTo>
                  <a:pt x="35818" y="97897"/>
                </a:lnTo>
                <a:lnTo>
                  <a:pt x="35843" y="97847"/>
                </a:lnTo>
                <a:lnTo>
                  <a:pt x="35893" y="97822"/>
                </a:lnTo>
                <a:close/>
                <a:moveTo>
                  <a:pt x="96777" y="81170"/>
                </a:moveTo>
                <a:cubicBezTo>
                  <a:pt x="96802" y="81170"/>
                  <a:pt x="96802" y="81170"/>
                  <a:pt x="96827" y="81220"/>
                </a:cubicBezTo>
                <a:cubicBezTo>
                  <a:pt x="91674" y="87218"/>
                  <a:pt x="85725" y="92918"/>
                  <a:pt x="79204" y="98021"/>
                </a:cubicBezTo>
                <a:cubicBezTo>
                  <a:pt x="79204" y="97971"/>
                  <a:pt x="79204" y="97946"/>
                  <a:pt x="79154" y="97946"/>
                </a:cubicBezTo>
                <a:cubicBezTo>
                  <a:pt x="85700" y="92844"/>
                  <a:pt x="91599" y="87144"/>
                  <a:pt x="96777" y="81170"/>
                </a:cubicBezTo>
                <a:close/>
                <a:moveTo>
                  <a:pt x="79029" y="98046"/>
                </a:moveTo>
                <a:lnTo>
                  <a:pt x="79029" y="98096"/>
                </a:lnTo>
                <a:cubicBezTo>
                  <a:pt x="79005" y="98096"/>
                  <a:pt x="79005" y="98145"/>
                  <a:pt x="78980" y="98145"/>
                </a:cubicBezTo>
                <a:lnTo>
                  <a:pt x="78980" y="98071"/>
                </a:lnTo>
                <a:cubicBezTo>
                  <a:pt x="78980" y="98071"/>
                  <a:pt x="79005" y="98046"/>
                  <a:pt x="79029" y="98046"/>
                </a:cubicBezTo>
                <a:close/>
                <a:moveTo>
                  <a:pt x="35321" y="89384"/>
                </a:moveTo>
                <a:cubicBezTo>
                  <a:pt x="35271" y="89832"/>
                  <a:pt x="35221" y="90255"/>
                  <a:pt x="35171" y="90703"/>
                </a:cubicBezTo>
                <a:lnTo>
                  <a:pt x="35171" y="90778"/>
                </a:lnTo>
                <a:cubicBezTo>
                  <a:pt x="35146" y="91226"/>
                  <a:pt x="35097" y="91649"/>
                  <a:pt x="35097" y="92097"/>
                </a:cubicBezTo>
                <a:lnTo>
                  <a:pt x="35097" y="92147"/>
                </a:lnTo>
                <a:lnTo>
                  <a:pt x="35097" y="92346"/>
                </a:lnTo>
                <a:lnTo>
                  <a:pt x="35097" y="93441"/>
                </a:lnTo>
                <a:lnTo>
                  <a:pt x="35097" y="93640"/>
                </a:lnTo>
                <a:lnTo>
                  <a:pt x="35097" y="93839"/>
                </a:lnTo>
                <a:cubicBezTo>
                  <a:pt x="35097" y="94138"/>
                  <a:pt x="35146" y="94462"/>
                  <a:pt x="35171" y="94735"/>
                </a:cubicBezTo>
                <a:cubicBezTo>
                  <a:pt x="35171" y="94860"/>
                  <a:pt x="35171" y="94984"/>
                  <a:pt x="35196" y="95109"/>
                </a:cubicBezTo>
                <a:lnTo>
                  <a:pt x="35196" y="95258"/>
                </a:lnTo>
                <a:cubicBezTo>
                  <a:pt x="35221" y="95557"/>
                  <a:pt x="35246" y="95806"/>
                  <a:pt x="35296" y="96055"/>
                </a:cubicBezTo>
                <a:cubicBezTo>
                  <a:pt x="35321" y="96204"/>
                  <a:pt x="35321" y="96353"/>
                  <a:pt x="35346" y="96503"/>
                </a:cubicBezTo>
                <a:cubicBezTo>
                  <a:pt x="35346" y="96552"/>
                  <a:pt x="35346" y="96577"/>
                  <a:pt x="35370" y="96627"/>
                </a:cubicBezTo>
                <a:cubicBezTo>
                  <a:pt x="35420" y="96876"/>
                  <a:pt x="35470" y="97100"/>
                  <a:pt x="35545" y="97349"/>
                </a:cubicBezTo>
                <a:cubicBezTo>
                  <a:pt x="35570" y="97498"/>
                  <a:pt x="35594" y="97623"/>
                  <a:pt x="35644" y="97797"/>
                </a:cubicBezTo>
                <a:cubicBezTo>
                  <a:pt x="35346" y="97996"/>
                  <a:pt x="35047" y="98195"/>
                  <a:pt x="34723" y="98369"/>
                </a:cubicBezTo>
                <a:cubicBezTo>
                  <a:pt x="34549" y="98494"/>
                  <a:pt x="34350" y="98618"/>
                  <a:pt x="34126" y="98743"/>
                </a:cubicBezTo>
                <a:cubicBezTo>
                  <a:pt x="33230" y="95955"/>
                  <a:pt x="32657" y="93093"/>
                  <a:pt x="32458" y="90255"/>
                </a:cubicBezTo>
                <a:cubicBezTo>
                  <a:pt x="33404" y="90006"/>
                  <a:pt x="34350" y="89707"/>
                  <a:pt x="35321" y="89384"/>
                </a:cubicBezTo>
                <a:close/>
                <a:moveTo>
                  <a:pt x="32284" y="90305"/>
                </a:moveTo>
                <a:cubicBezTo>
                  <a:pt x="32458" y="93167"/>
                  <a:pt x="33056" y="96055"/>
                  <a:pt x="33977" y="98817"/>
                </a:cubicBezTo>
                <a:cubicBezTo>
                  <a:pt x="33952" y="98817"/>
                  <a:pt x="33952" y="98842"/>
                  <a:pt x="33927" y="98842"/>
                </a:cubicBezTo>
                <a:cubicBezTo>
                  <a:pt x="32981" y="96079"/>
                  <a:pt x="32408" y="93167"/>
                  <a:pt x="32209" y="90330"/>
                </a:cubicBezTo>
                <a:cubicBezTo>
                  <a:pt x="32234" y="90330"/>
                  <a:pt x="32284" y="90305"/>
                  <a:pt x="32284" y="90305"/>
                </a:cubicBezTo>
                <a:close/>
                <a:moveTo>
                  <a:pt x="35694" y="97971"/>
                </a:moveTo>
                <a:lnTo>
                  <a:pt x="35719" y="98046"/>
                </a:lnTo>
                <a:cubicBezTo>
                  <a:pt x="35520" y="98195"/>
                  <a:pt x="35296" y="98320"/>
                  <a:pt x="35072" y="98444"/>
                </a:cubicBezTo>
                <a:cubicBezTo>
                  <a:pt x="34798" y="98643"/>
                  <a:pt x="34549" y="98817"/>
                  <a:pt x="34275" y="98967"/>
                </a:cubicBezTo>
                <a:cubicBezTo>
                  <a:pt x="34275" y="98942"/>
                  <a:pt x="34275" y="98942"/>
                  <a:pt x="34225" y="98917"/>
                </a:cubicBezTo>
                <a:cubicBezTo>
                  <a:pt x="34400" y="98793"/>
                  <a:pt x="34574" y="98668"/>
                  <a:pt x="34773" y="98569"/>
                </a:cubicBezTo>
                <a:cubicBezTo>
                  <a:pt x="35072" y="98394"/>
                  <a:pt x="35395" y="98195"/>
                  <a:pt x="35694" y="97971"/>
                </a:cubicBezTo>
                <a:close/>
                <a:moveTo>
                  <a:pt x="34051" y="99017"/>
                </a:moveTo>
                <a:cubicBezTo>
                  <a:pt x="34051" y="99041"/>
                  <a:pt x="34051" y="99041"/>
                  <a:pt x="34076" y="99066"/>
                </a:cubicBezTo>
                <a:cubicBezTo>
                  <a:pt x="34051" y="99066"/>
                  <a:pt x="34051" y="99091"/>
                  <a:pt x="34026" y="99091"/>
                </a:cubicBezTo>
                <a:cubicBezTo>
                  <a:pt x="34026" y="99066"/>
                  <a:pt x="34026" y="99066"/>
                  <a:pt x="33977" y="99041"/>
                </a:cubicBezTo>
                <a:cubicBezTo>
                  <a:pt x="34026" y="99041"/>
                  <a:pt x="34026" y="99017"/>
                  <a:pt x="34051" y="99017"/>
                </a:cubicBezTo>
                <a:close/>
                <a:moveTo>
                  <a:pt x="5700" y="96403"/>
                </a:moveTo>
                <a:cubicBezTo>
                  <a:pt x="6670" y="97445"/>
                  <a:pt x="7781" y="98393"/>
                  <a:pt x="8988" y="99201"/>
                </a:cubicBezTo>
                <a:lnTo>
                  <a:pt x="8988" y="99201"/>
                </a:lnTo>
                <a:cubicBezTo>
                  <a:pt x="8877" y="99173"/>
                  <a:pt x="8795" y="99128"/>
                  <a:pt x="8712" y="99066"/>
                </a:cubicBezTo>
                <a:cubicBezTo>
                  <a:pt x="8563" y="98967"/>
                  <a:pt x="8413" y="98842"/>
                  <a:pt x="8289" y="98768"/>
                </a:cubicBezTo>
                <a:cubicBezTo>
                  <a:pt x="8214" y="98693"/>
                  <a:pt x="8140" y="98668"/>
                  <a:pt x="8065" y="98593"/>
                </a:cubicBezTo>
                <a:cubicBezTo>
                  <a:pt x="7891" y="98444"/>
                  <a:pt x="7692" y="98320"/>
                  <a:pt x="7517" y="98170"/>
                </a:cubicBezTo>
                <a:cubicBezTo>
                  <a:pt x="7293" y="97971"/>
                  <a:pt x="7044" y="97822"/>
                  <a:pt x="6820" y="97598"/>
                </a:cubicBezTo>
                <a:cubicBezTo>
                  <a:pt x="6447" y="97249"/>
                  <a:pt x="6049" y="96901"/>
                  <a:pt x="5700" y="96528"/>
                </a:cubicBezTo>
                <a:lnTo>
                  <a:pt x="5700" y="96453"/>
                </a:lnTo>
                <a:lnTo>
                  <a:pt x="5700" y="96403"/>
                </a:lnTo>
                <a:close/>
                <a:moveTo>
                  <a:pt x="9069" y="99255"/>
                </a:moveTo>
                <a:cubicBezTo>
                  <a:pt x="9075" y="99258"/>
                  <a:pt x="9080" y="99262"/>
                  <a:pt x="9085" y="99266"/>
                </a:cubicBezTo>
                <a:cubicBezTo>
                  <a:pt x="9085" y="99266"/>
                  <a:pt x="9077" y="99266"/>
                  <a:pt x="9069" y="99255"/>
                </a:cubicBezTo>
                <a:close/>
                <a:moveTo>
                  <a:pt x="5800" y="96951"/>
                </a:moveTo>
                <a:lnTo>
                  <a:pt x="5800" y="96951"/>
                </a:lnTo>
                <a:cubicBezTo>
                  <a:pt x="5924" y="97050"/>
                  <a:pt x="6024" y="97175"/>
                  <a:pt x="6148" y="97249"/>
                </a:cubicBezTo>
                <a:lnTo>
                  <a:pt x="6223" y="97349"/>
                </a:lnTo>
                <a:cubicBezTo>
                  <a:pt x="6347" y="97473"/>
                  <a:pt x="6522" y="97598"/>
                  <a:pt x="6671" y="97722"/>
                </a:cubicBezTo>
                <a:cubicBezTo>
                  <a:pt x="6696" y="97772"/>
                  <a:pt x="6721" y="97772"/>
                  <a:pt x="6771" y="97797"/>
                </a:cubicBezTo>
                <a:cubicBezTo>
                  <a:pt x="6845" y="97847"/>
                  <a:pt x="6920" y="97946"/>
                  <a:pt x="7019" y="97996"/>
                </a:cubicBezTo>
                <a:cubicBezTo>
                  <a:pt x="7044" y="98046"/>
                  <a:pt x="7094" y="98071"/>
                  <a:pt x="7144" y="98096"/>
                </a:cubicBezTo>
                <a:cubicBezTo>
                  <a:pt x="7592" y="98569"/>
                  <a:pt x="8164" y="98967"/>
                  <a:pt x="8712" y="99390"/>
                </a:cubicBezTo>
                <a:cubicBezTo>
                  <a:pt x="8563" y="99290"/>
                  <a:pt x="8413" y="99166"/>
                  <a:pt x="8264" y="99066"/>
                </a:cubicBezTo>
                <a:cubicBezTo>
                  <a:pt x="8140" y="98967"/>
                  <a:pt x="8015" y="98917"/>
                  <a:pt x="7916" y="98817"/>
                </a:cubicBezTo>
                <a:cubicBezTo>
                  <a:pt x="7766" y="98718"/>
                  <a:pt x="7642" y="98593"/>
                  <a:pt x="7467" y="98494"/>
                </a:cubicBezTo>
                <a:cubicBezTo>
                  <a:pt x="7343" y="98419"/>
                  <a:pt x="7219" y="98320"/>
                  <a:pt x="7094" y="98195"/>
                </a:cubicBezTo>
                <a:cubicBezTo>
                  <a:pt x="6970" y="98096"/>
                  <a:pt x="6845" y="97996"/>
                  <a:pt x="6721" y="97872"/>
                </a:cubicBezTo>
                <a:cubicBezTo>
                  <a:pt x="6596" y="97772"/>
                  <a:pt x="6472" y="97672"/>
                  <a:pt x="6323" y="97548"/>
                </a:cubicBezTo>
                <a:cubicBezTo>
                  <a:pt x="6198" y="97448"/>
                  <a:pt x="6098" y="97324"/>
                  <a:pt x="5974" y="97224"/>
                </a:cubicBezTo>
                <a:lnTo>
                  <a:pt x="5825" y="97075"/>
                </a:lnTo>
                <a:cubicBezTo>
                  <a:pt x="5825" y="97050"/>
                  <a:pt x="5800" y="96976"/>
                  <a:pt x="5800" y="96951"/>
                </a:cubicBezTo>
                <a:close/>
                <a:moveTo>
                  <a:pt x="68700" y="95955"/>
                </a:moveTo>
                <a:lnTo>
                  <a:pt x="68749" y="95980"/>
                </a:lnTo>
                <a:cubicBezTo>
                  <a:pt x="68675" y="96030"/>
                  <a:pt x="68625" y="96079"/>
                  <a:pt x="68550" y="96104"/>
                </a:cubicBezTo>
                <a:cubicBezTo>
                  <a:pt x="67281" y="97000"/>
                  <a:pt x="66036" y="97847"/>
                  <a:pt x="64767" y="98693"/>
                </a:cubicBezTo>
                <a:cubicBezTo>
                  <a:pt x="64386" y="98934"/>
                  <a:pt x="64010" y="99174"/>
                  <a:pt x="63637" y="99410"/>
                </a:cubicBezTo>
                <a:lnTo>
                  <a:pt x="63637" y="99410"/>
                </a:lnTo>
                <a:cubicBezTo>
                  <a:pt x="63778" y="99319"/>
                  <a:pt x="63911" y="99225"/>
                  <a:pt x="64045" y="99141"/>
                </a:cubicBezTo>
                <a:cubicBezTo>
                  <a:pt x="64717" y="98693"/>
                  <a:pt x="65439" y="98220"/>
                  <a:pt x="66136" y="97772"/>
                </a:cubicBezTo>
                <a:cubicBezTo>
                  <a:pt x="66459" y="97548"/>
                  <a:pt x="66808" y="97299"/>
                  <a:pt x="67156" y="97050"/>
                </a:cubicBezTo>
                <a:cubicBezTo>
                  <a:pt x="67679" y="96677"/>
                  <a:pt x="68202" y="96328"/>
                  <a:pt x="68700" y="95955"/>
                </a:cubicBezTo>
                <a:close/>
                <a:moveTo>
                  <a:pt x="42813" y="90429"/>
                </a:moveTo>
                <a:cubicBezTo>
                  <a:pt x="43311" y="91972"/>
                  <a:pt x="44057" y="93317"/>
                  <a:pt x="45053" y="94437"/>
                </a:cubicBezTo>
                <a:cubicBezTo>
                  <a:pt x="44680" y="95482"/>
                  <a:pt x="44232" y="96552"/>
                  <a:pt x="43684" y="97573"/>
                </a:cubicBezTo>
                <a:cubicBezTo>
                  <a:pt x="41394" y="98569"/>
                  <a:pt x="39104" y="99415"/>
                  <a:pt x="36914" y="100087"/>
                </a:cubicBezTo>
                <a:cubicBezTo>
                  <a:pt x="36839" y="99938"/>
                  <a:pt x="36764" y="99813"/>
                  <a:pt x="36715" y="99689"/>
                </a:cubicBezTo>
                <a:cubicBezTo>
                  <a:pt x="36690" y="99589"/>
                  <a:pt x="36615" y="99465"/>
                  <a:pt x="36590" y="99390"/>
                </a:cubicBezTo>
                <a:lnTo>
                  <a:pt x="36590" y="99340"/>
                </a:lnTo>
                <a:cubicBezTo>
                  <a:pt x="36441" y="98917"/>
                  <a:pt x="36291" y="98444"/>
                  <a:pt x="36167" y="97971"/>
                </a:cubicBezTo>
                <a:cubicBezTo>
                  <a:pt x="36192" y="97946"/>
                  <a:pt x="36217" y="97921"/>
                  <a:pt x="36267" y="97921"/>
                </a:cubicBezTo>
                <a:cubicBezTo>
                  <a:pt x="36665" y="97598"/>
                  <a:pt x="37063" y="97324"/>
                  <a:pt x="37436" y="96976"/>
                </a:cubicBezTo>
                <a:cubicBezTo>
                  <a:pt x="37461" y="96951"/>
                  <a:pt x="37511" y="96951"/>
                  <a:pt x="37511" y="96926"/>
                </a:cubicBezTo>
                <a:cubicBezTo>
                  <a:pt x="39776" y="95034"/>
                  <a:pt x="41568" y="92819"/>
                  <a:pt x="42813" y="90429"/>
                </a:cubicBezTo>
                <a:close/>
                <a:moveTo>
                  <a:pt x="35968" y="98046"/>
                </a:moveTo>
                <a:lnTo>
                  <a:pt x="36167" y="98693"/>
                </a:lnTo>
                <a:cubicBezTo>
                  <a:pt x="36167" y="98718"/>
                  <a:pt x="36167" y="98718"/>
                  <a:pt x="36192" y="98743"/>
                </a:cubicBezTo>
                <a:cubicBezTo>
                  <a:pt x="36217" y="98842"/>
                  <a:pt x="36242" y="98917"/>
                  <a:pt x="36291" y="98992"/>
                </a:cubicBezTo>
                <a:lnTo>
                  <a:pt x="36391" y="99290"/>
                </a:lnTo>
                <a:lnTo>
                  <a:pt x="36466" y="99564"/>
                </a:lnTo>
                <a:cubicBezTo>
                  <a:pt x="36466" y="99589"/>
                  <a:pt x="36515" y="99614"/>
                  <a:pt x="36515" y="99664"/>
                </a:cubicBezTo>
                <a:cubicBezTo>
                  <a:pt x="36565" y="99813"/>
                  <a:pt x="36640" y="99938"/>
                  <a:pt x="36690" y="100087"/>
                </a:cubicBezTo>
                <a:lnTo>
                  <a:pt x="36690" y="100112"/>
                </a:lnTo>
                <a:lnTo>
                  <a:pt x="36640" y="100112"/>
                </a:lnTo>
                <a:cubicBezTo>
                  <a:pt x="36590" y="100087"/>
                  <a:pt x="36590" y="100037"/>
                  <a:pt x="36565" y="99987"/>
                </a:cubicBezTo>
                <a:cubicBezTo>
                  <a:pt x="36466" y="99788"/>
                  <a:pt x="36391" y="99539"/>
                  <a:pt x="36291" y="99290"/>
                </a:cubicBezTo>
                <a:cubicBezTo>
                  <a:pt x="36267" y="99191"/>
                  <a:pt x="36217" y="99066"/>
                  <a:pt x="36167" y="98967"/>
                </a:cubicBezTo>
                <a:lnTo>
                  <a:pt x="36167" y="98942"/>
                </a:lnTo>
                <a:cubicBezTo>
                  <a:pt x="36067" y="98668"/>
                  <a:pt x="35968" y="98369"/>
                  <a:pt x="35918" y="98096"/>
                </a:cubicBezTo>
                <a:lnTo>
                  <a:pt x="35943" y="98071"/>
                </a:lnTo>
                <a:lnTo>
                  <a:pt x="35968" y="98046"/>
                </a:lnTo>
                <a:close/>
                <a:moveTo>
                  <a:pt x="5551" y="97075"/>
                </a:moveTo>
                <a:lnTo>
                  <a:pt x="5601" y="97175"/>
                </a:lnTo>
                <a:cubicBezTo>
                  <a:pt x="5675" y="97374"/>
                  <a:pt x="5725" y="97573"/>
                  <a:pt x="5800" y="97797"/>
                </a:cubicBezTo>
                <a:cubicBezTo>
                  <a:pt x="5899" y="98096"/>
                  <a:pt x="5974" y="98369"/>
                  <a:pt x="6074" y="98668"/>
                </a:cubicBezTo>
                <a:cubicBezTo>
                  <a:pt x="6173" y="98942"/>
                  <a:pt x="6298" y="99216"/>
                  <a:pt x="6397" y="99465"/>
                </a:cubicBezTo>
                <a:cubicBezTo>
                  <a:pt x="6497" y="99704"/>
                  <a:pt x="6565" y="99928"/>
                  <a:pt x="6652" y="100148"/>
                </a:cubicBezTo>
                <a:lnTo>
                  <a:pt x="6652" y="100148"/>
                </a:lnTo>
                <a:cubicBezTo>
                  <a:pt x="6626" y="100095"/>
                  <a:pt x="6591" y="100021"/>
                  <a:pt x="6571" y="99962"/>
                </a:cubicBezTo>
                <a:cubicBezTo>
                  <a:pt x="6347" y="99514"/>
                  <a:pt x="6173" y="98992"/>
                  <a:pt x="5974" y="98469"/>
                </a:cubicBezTo>
                <a:cubicBezTo>
                  <a:pt x="5974" y="98444"/>
                  <a:pt x="5974" y="98444"/>
                  <a:pt x="5949" y="98419"/>
                </a:cubicBezTo>
                <a:cubicBezTo>
                  <a:pt x="5800" y="97971"/>
                  <a:pt x="5675" y="97548"/>
                  <a:pt x="5551" y="97075"/>
                </a:cubicBezTo>
                <a:close/>
                <a:moveTo>
                  <a:pt x="75868" y="90753"/>
                </a:moveTo>
                <a:cubicBezTo>
                  <a:pt x="76491" y="91972"/>
                  <a:pt x="77038" y="93167"/>
                  <a:pt x="77486" y="94287"/>
                </a:cubicBezTo>
                <a:cubicBezTo>
                  <a:pt x="77511" y="94362"/>
                  <a:pt x="77586" y="94462"/>
                  <a:pt x="77611" y="94561"/>
                </a:cubicBezTo>
                <a:cubicBezTo>
                  <a:pt x="77735" y="94835"/>
                  <a:pt x="77835" y="95109"/>
                  <a:pt x="77909" y="95432"/>
                </a:cubicBezTo>
                <a:cubicBezTo>
                  <a:pt x="77984" y="95607"/>
                  <a:pt x="78084" y="95806"/>
                  <a:pt x="78133" y="95980"/>
                </a:cubicBezTo>
                <a:lnTo>
                  <a:pt x="78333" y="96652"/>
                </a:lnTo>
                <a:cubicBezTo>
                  <a:pt x="78382" y="96826"/>
                  <a:pt x="78457" y="97050"/>
                  <a:pt x="78507" y="97224"/>
                </a:cubicBezTo>
                <a:cubicBezTo>
                  <a:pt x="77860" y="97697"/>
                  <a:pt x="77163" y="98170"/>
                  <a:pt x="76491" y="98593"/>
                </a:cubicBezTo>
                <a:lnTo>
                  <a:pt x="76217" y="98793"/>
                </a:lnTo>
                <a:cubicBezTo>
                  <a:pt x="76142" y="98842"/>
                  <a:pt x="76043" y="98892"/>
                  <a:pt x="75993" y="98942"/>
                </a:cubicBezTo>
                <a:cubicBezTo>
                  <a:pt x="75420" y="99315"/>
                  <a:pt x="74873" y="99664"/>
                  <a:pt x="74300" y="100012"/>
                </a:cubicBezTo>
                <a:cubicBezTo>
                  <a:pt x="74275" y="100037"/>
                  <a:pt x="74176" y="100087"/>
                  <a:pt x="74101" y="100162"/>
                </a:cubicBezTo>
                <a:cubicBezTo>
                  <a:pt x="73902" y="100037"/>
                  <a:pt x="73728" y="99913"/>
                  <a:pt x="73529" y="99763"/>
                </a:cubicBezTo>
                <a:cubicBezTo>
                  <a:pt x="73479" y="99689"/>
                  <a:pt x="73404" y="99664"/>
                  <a:pt x="73304" y="99589"/>
                </a:cubicBezTo>
                <a:cubicBezTo>
                  <a:pt x="73180" y="99514"/>
                  <a:pt x="73105" y="99415"/>
                  <a:pt x="72981" y="99315"/>
                </a:cubicBezTo>
                <a:lnTo>
                  <a:pt x="72508" y="98942"/>
                </a:lnTo>
                <a:cubicBezTo>
                  <a:pt x="72458" y="98917"/>
                  <a:pt x="72433" y="98892"/>
                  <a:pt x="72384" y="98842"/>
                </a:cubicBezTo>
                <a:cubicBezTo>
                  <a:pt x="72184" y="98693"/>
                  <a:pt x="72035" y="98544"/>
                  <a:pt x="71861" y="98394"/>
                </a:cubicBezTo>
                <a:lnTo>
                  <a:pt x="71786" y="98320"/>
                </a:lnTo>
                <a:cubicBezTo>
                  <a:pt x="71637" y="98170"/>
                  <a:pt x="71438" y="98021"/>
                  <a:pt x="71263" y="97847"/>
                </a:cubicBezTo>
                <a:cubicBezTo>
                  <a:pt x="71239" y="97822"/>
                  <a:pt x="71189" y="97797"/>
                  <a:pt x="71139" y="97772"/>
                </a:cubicBezTo>
                <a:cubicBezTo>
                  <a:pt x="70990" y="97648"/>
                  <a:pt x="70815" y="97473"/>
                  <a:pt x="70666" y="97324"/>
                </a:cubicBezTo>
                <a:lnTo>
                  <a:pt x="70492" y="97150"/>
                </a:lnTo>
                <a:lnTo>
                  <a:pt x="70118" y="96776"/>
                </a:lnTo>
                <a:cubicBezTo>
                  <a:pt x="70019" y="96677"/>
                  <a:pt x="69894" y="96577"/>
                  <a:pt x="69795" y="96453"/>
                </a:cubicBezTo>
                <a:cubicBezTo>
                  <a:pt x="69695" y="96353"/>
                  <a:pt x="69621" y="96229"/>
                  <a:pt x="69496" y="96154"/>
                </a:cubicBezTo>
                <a:lnTo>
                  <a:pt x="69197" y="95855"/>
                </a:lnTo>
                <a:cubicBezTo>
                  <a:pt x="69994" y="95308"/>
                  <a:pt x="70741" y="94735"/>
                  <a:pt x="71512" y="94188"/>
                </a:cubicBezTo>
                <a:cubicBezTo>
                  <a:pt x="71662" y="94063"/>
                  <a:pt x="71811" y="93939"/>
                  <a:pt x="71985" y="93839"/>
                </a:cubicBezTo>
                <a:cubicBezTo>
                  <a:pt x="72732" y="93292"/>
                  <a:pt x="73504" y="92694"/>
                  <a:pt x="74225" y="92097"/>
                </a:cubicBezTo>
                <a:cubicBezTo>
                  <a:pt x="74425" y="91948"/>
                  <a:pt x="74624" y="91748"/>
                  <a:pt x="74848" y="91599"/>
                </a:cubicBezTo>
                <a:lnTo>
                  <a:pt x="75868" y="90753"/>
                </a:lnTo>
                <a:close/>
                <a:moveTo>
                  <a:pt x="69123" y="95980"/>
                </a:moveTo>
                <a:cubicBezTo>
                  <a:pt x="69197" y="96079"/>
                  <a:pt x="69272" y="96179"/>
                  <a:pt x="69372" y="96229"/>
                </a:cubicBezTo>
                <a:lnTo>
                  <a:pt x="69695" y="96577"/>
                </a:lnTo>
                <a:lnTo>
                  <a:pt x="69894" y="96776"/>
                </a:lnTo>
                <a:cubicBezTo>
                  <a:pt x="71363" y="98195"/>
                  <a:pt x="72732" y="99390"/>
                  <a:pt x="73927" y="100211"/>
                </a:cubicBezTo>
                <a:cubicBezTo>
                  <a:pt x="73902" y="100286"/>
                  <a:pt x="73902" y="100286"/>
                  <a:pt x="73877" y="100286"/>
                </a:cubicBezTo>
                <a:cubicBezTo>
                  <a:pt x="72433" y="99290"/>
                  <a:pt x="70815" y="97847"/>
                  <a:pt x="69048" y="96030"/>
                </a:cubicBezTo>
                <a:lnTo>
                  <a:pt x="69123" y="95980"/>
                </a:lnTo>
                <a:close/>
                <a:moveTo>
                  <a:pt x="78606" y="97424"/>
                </a:moveTo>
                <a:lnTo>
                  <a:pt x="78606" y="97448"/>
                </a:lnTo>
                <a:lnTo>
                  <a:pt x="78606" y="97473"/>
                </a:lnTo>
                <a:cubicBezTo>
                  <a:pt x="78482" y="97573"/>
                  <a:pt x="78357" y="97672"/>
                  <a:pt x="78233" y="97722"/>
                </a:cubicBezTo>
                <a:cubicBezTo>
                  <a:pt x="77735" y="98071"/>
                  <a:pt x="77188" y="98444"/>
                  <a:pt x="76715" y="98793"/>
                </a:cubicBezTo>
                <a:cubicBezTo>
                  <a:pt x="76441" y="98942"/>
                  <a:pt x="76242" y="99091"/>
                  <a:pt x="75993" y="99266"/>
                </a:cubicBezTo>
                <a:lnTo>
                  <a:pt x="74947" y="99913"/>
                </a:lnTo>
                <a:cubicBezTo>
                  <a:pt x="74848" y="99962"/>
                  <a:pt x="74698" y="100062"/>
                  <a:pt x="74574" y="100137"/>
                </a:cubicBezTo>
                <a:cubicBezTo>
                  <a:pt x="74524" y="100186"/>
                  <a:pt x="74425" y="100261"/>
                  <a:pt x="74300" y="100286"/>
                </a:cubicBezTo>
                <a:cubicBezTo>
                  <a:pt x="74350" y="100211"/>
                  <a:pt x="74400" y="100186"/>
                  <a:pt x="74425" y="100162"/>
                </a:cubicBezTo>
                <a:cubicBezTo>
                  <a:pt x="74499" y="100137"/>
                  <a:pt x="74574" y="100062"/>
                  <a:pt x="74649" y="100037"/>
                </a:cubicBezTo>
                <a:cubicBezTo>
                  <a:pt x="74773" y="99938"/>
                  <a:pt x="74922" y="99888"/>
                  <a:pt x="75047" y="99788"/>
                </a:cubicBezTo>
                <a:cubicBezTo>
                  <a:pt x="75097" y="99788"/>
                  <a:pt x="75097" y="99763"/>
                  <a:pt x="75122" y="99763"/>
                </a:cubicBezTo>
                <a:cubicBezTo>
                  <a:pt x="75470" y="99539"/>
                  <a:pt x="75794" y="99315"/>
                  <a:pt x="76117" y="99091"/>
                </a:cubicBezTo>
                <a:cubicBezTo>
                  <a:pt x="76291" y="98967"/>
                  <a:pt x="76441" y="98892"/>
                  <a:pt x="76640" y="98768"/>
                </a:cubicBezTo>
                <a:cubicBezTo>
                  <a:pt x="76739" y="98693"/>
                  <a:pt x="76814" y="98643"/>
                  <a:pt x="76889" y="98593"/>
                </a:cubicBezTo>
                <a:cubicBezTo>
                  <a:pt x="77312" y="98320"/>
                  <a:pt x="77735" y="98021"/>
                  <a:pt x="78158" y="97722"/>
                </a:cubicBezTo>
                <a:cubicBezTo>
                  <a:pt x="78308" y="97623"/>
                  <a:pt x="78482" y="97548"/>
                  <a:pt x="78606" y="97424"/>
                </a:cubicBezTo>
                <a:close/>
                <a:moveTo>
                  <a:pt x="43560" y="97797"/>
                </a:moveTo>
                <a:cubicBezTo>
                  <a:pt x="43535" y="97822"/>
                  <a:pt x="43535" y="97897"/>
                  <a:pt x="43510" y="97921"/>
                </a:cubicBezTo>
                <a:cubicBezTo>
                  <a:pt x="41319" y="98842"/>
                  <a:pt x="39154" y="99664"/>
                  <a:pt x="37038" y="100311"/>
                </a:cubicBezTo>
                <a:cubicBezTo>
                  <a:pt x="37038" y="100286"/>
                  <a:pt x="37013" y="100261"/>
                  <a:pt x="37013" y="100211"/>
                </a:cubicBezTo>
                <a:cubicBezTo>
                  <a:pt x="39129" y="99564"/>
                  <a:pt x="41319" y="98718"/>
                  <a:pt x="43560" y="97797"/>
                </a:cubicBezTo>
                <a:close/>
                <a:moveTo>
                  <a:pt x="36789" y="100311"/>
                </a:moveTo>
                <a:lnTo>
                  <a:pt x="36789" y="100336"/>
                </a:lnTo>
                <a:cubicBezTo>
                  <a:pt x="36789" y="100336"/>
                  <a:pt x="36789" y="100386"/>
                  <a:pt x="36814" y="100386"/>
                </a:cubicBezTo>
                <a:cubicBezTo>
                  <a:pt x="36789" y="100386"/>
                  <a:pt x="36764" y="100386"/>
                  <a:pt x="36764" y="100410"/>
                </a:cubicBezTo>
                <a:cubicBezTo>
                  <a:pt x="36764" y="100386"/>
                  <a:pt x="36715" y="100336"/>
                  <a:pt x="36715" y="100311"/>
                </a:cubicBezTo>
                <a:close/>
                <a:moveTo>
                  <a:pt x="74126" y="100386"/>
                </a:moveTo>
                <a:cubicBezTo>
                  <a:pt x="74126" y="100386"/>
                  <a:pt x="74151" y="100386"/>
                  <a:pt x="74151" y="100410"/>
                </a:cubicBezTo>
                <a:cubicBezTo>
                  <a:pt x="74126" y="100410"/>
                  <a:pt x="74126" y="100435"/>
                  <a:pt x="74101" y="100435"/>
                </a:cubicBezTo>
                <a:cubicBezTo>
                  <a:pt x="74101" y="100435"/>
                  <a:pt x="74051" y="100435"/>
                  <a:pt x="74026" y="100411"/>
                </a:cubicBezTo>
                <a:lnTo>
                  <a:pt x="74026" y="100411"/>
                </a:lnTo>
                <a:cubicBezTo>
                  <a:pt x="74026" y="100411"/>
                  <a:pt x="74026" y="100411"/>
                  <a:pt x="74026" y="100411"/>
                </a:cubicBezTo>
                <a:lnTo>
                  <a:pt x="74026" y="100411"/>
                </a:lnTo>
                <a:cubicBezTo>
                  <a:pt x="74039" y="100423"/>
                  <a:pt x="74039" y="100429"/>
                  <a:pt x="74036" y="100429"/>
                </a:cubicBezTo>
                <a:cubicBezTo>
                  <a:pt x="74033" y="100429"/>
                  <a:pt x="74026" y="100423"/>
                  <a:pt x="74026" y="100410"/>
                </a:cubicBezTo>
                <a:lnTo>
                  <a:pt x="74026" y="100410"/>
                </a:lnTo>
                <a:cubicBezTo>
                  <a:pt x="74026" y="100410"/>
                  <a:pt x="74026" y="100410"/>
                  <a:pt x="74026" y="100410"/>
                </a:cubicBezTo>
                <a:cubicBezTo>
                  <a:pt x="74051" y="100410"/>
                  <a:pt x="74051" y="100386"/>
                  <a:pt x="74101" y="100386"/>
                </a:cubicBezTo>
                <a:close/>
                <a:moveTo>
                  <a:pt x="35719" y="98220"/>
                </a:moveTo>
                <a:cubicBezTo>
                  <a:pt x="35769" y="98345"/>
                  <a:pt x="35794" y="98444"/>
                  <a:pt x="35818" y="98544"/>
                </a:cubicBezTo>
                <a:cubicBezTo>
                  <a:pt x="35843" y="98668"/>
                  <a:pt x="35893" y="98768"/>
                  <a:pt x="35918" y="98892"/>
                </a:cubicBezTo>
                <a:cubicBezTo>
                  <a:pt x="35918" y="98917"/>
                  <a:pt x="35943" y="98942"/>
                  <a:pt x="35943" y="98942"/>
                </a:cubicBezTo>
                <a:cubicBezTo>
                  <a:pt x="35943" y="98942"/>
                  <a:pt x="35943" y="98967"/>
                  <a:pt x="35968" y="98967"/>
                </a:cubicBezTo>
                <a:cubicBezTo>
                  <a:pt x="36018" y="99091"/>
                  <a:pt x="36067" y="99191"/>
                  <a:pt x="36092" y="99315"/>
                </a:cubicBezTo>
                <a:cubicBezTo>
                  <a:pt x="36092" y="99340"/>
                  <a:pt x="36142" y="99415"/>
                  <a:pt x="36142" y="99440"/>
                </a:cubicBezTo>
                <a:cubicBezTo>
                  <a:pt x="36167" y="99564"/>
                  <a:pt x="36217" y="99664"/>
                  <a:pt x="36267" y="99788"/>
                </a:cubicBezTo>
                <a:cubicBezTo>
                  <a:pt x="36316" y="99913"/>
                  <a:pt x="36341" y="100037"/>
                  <a:pt x="36416" y="100162"/>
                </a:cubicBezTo>
                <a:lnTo>
                  <a:pt x="34823" y="100635"/>
                </a:lnTo>
                <a:cubicBezTo>
                  <a:pt x="34673" y="100162"/>
                  <a:pt x="34474" y="99664"/>
                  <a:pt x="34300" y="99166"/>
                </a:cubicBezTo>
                <a:cubicBezTo>
                  <a:pt x="34549" y="99017"/>
                  <a:pt x="34773" y="98842"/>
                  <a:pt x="34972" y="98693"/>
                </a:cubicBezTo>
                <a:lnTo>
                  <a:pt x="35719" y="98220"/>
                </a:lnTo>
                <a:close/>
                <a:moveTo>
                  <a:pt x="34126" y="99241"/>
                </a:moveTo>
                <a:cubicBezTo>
                  <a:pt x="34325" y="99763"/>
                  <a:pt x="34499" y="100211"/>
                  <a:pt x="34698" y="100709"/>
                </a:cubicBezTo>
                <a:cubicBezTo>
                  <a:pt x="34673" y="100709"/>
                  <a:pt x="34673" y="100709"/>
                  <a:pt x="34649" y="100759"/>
                </a:cubicBezTo>
                <a:cubicBezTo>
                  <a:pt x="34449" y="100261"/>
                  <a:pt x="34275" y="99788"/>
                  <a:pt x="34076" y="99290"/>
                </a:cubicBezTo>
                <a:cubicBezTo>
                  <a:pt x="34101" y="99290"/>
                  <a:pt x="34101" y="99241"/>
                  <a:pt x="34126" y="99241"/>
                </a:cubicBezTo>
                <a:close/>
                <a:moveTo>
                  <a:pt x="67306" y="94437"/>
                </a:moveTo>
                <a:lnTo>
                  <a:pt x="67380" y="94486"/>
                </a:lnTo>
                <a:cubicBezTo>
                  <a:pt x="67555" y="94710"/>
                  <a:pt x="67779" y="94934"/>
                  <a:pt x="67953" y="95134"/>
                </a:cubicBezTo>
                <a:cubicBezTo>
                  <a:pt x="68177" y="95358"/>
                  <a:pt x="68401" y="95607"/>
                  <a:pt x="68625" y="95831"/>
                </a:cubicBezTo>
                <a:cubicBezTo>
                  <a:pt x="68077" y="96204"/>
                  <a:pt x="67555" y="96577"/>
                  <a:pt x="67032" y="96926"/>
                </a:cubicBezTo>
                <a:cubicBezTo>
                  <a:pt x="66683" y="97125"/>
                  <a:pt x="66335" y="97374"/>
                  <a:pt x="66036" y="97598"/>
                </a:cubicBezTo>
                <a:cubicBezTo>
                  <a:pt x="65364" y="98046"/>
                  <a:pt x="64717" y="98444"/>
                  <a:pt x="64070" y="98892"/>
                </a:cubicBezTo>
                <a:cubicBezTo>
                  <a:pt x="63821" y="99041"/>
                  <a:pt x="63572" y="99216"/>
                  <a:pt x="63323" y="99390"/>
                </a:cubicBezTo>
                <a:cubicBezTo>
                  <a:pt x="62576" y="99838"/>
                  <a:pt x="61830" y="100311"/>
                  <a:pt x="61058" y="100759"/>
                </a:cubicBezTo>
                <a:cubicBezTo>
                  <a:pt x="61108" y="99465"/>
                  <a:pt x="61108" y="98145"/>
                  <a:pt x="61058" y="96801"/>
                </a:cubicBezTo>
                <a:cubicBezTo>
                  <a:pt x="63074" y="96229"/>
                  <a:pt x="65165" y="95432"/>
                  <a:pt x="67306" y="94437"/>
                </a:cubicBezTo>
                <a:close/>
                <a:moveTo>
                  <a:pt x="97026" y="81269"/>
                </a:moveTo>
                <a:cubicBezTo>
                  <a:pt x="97822" y="81518"/>
                  <a:pt x="98544" y="81643"/>
                  <a:pt x="99092" y="81643"/>
                </a:cubicBezTo>
                <a:cubicBezTo>
                  <a:pt x="99266" y="81643"/>
                  <a:pt x="99415" y="81643"/>
                  <a:pt x="99540" y="81618"/>
                </a:cubicBezTo>
                <a:lnTo>
                  <a:pt x="99540" y="81618"/>
                </a:lnTo>
                <a:cubicBezTo>
                  <a:pt x="98942" y="82365"/>
                  <a:pt x="98320" y="83061"/>
                  <a:pt x="97698" y="83833"/>
                </a:cubicBezTo>
                <a:cubicBezTo>
                  <a:pt x="97200" y="84406"/>
                  <a:pt x="96677" y="85003"/>
                  <a:pt x="96155" y="85600"/>
                </a:cubicBezTo>
                <a:cubicBezTo>
                  <a:pt x="95283" y="86571"/>
                  <a:pt x="94412" y="87517"/>
                  <a:pt x="93466" y="88488"/>
                </a:cubicBezTo>
                <a:lnTo>
                  <a:pt x="93441" y="88513"/>
                </a:lnTo>
                <a:cubicBezTo>
                  <a:pt x="89708" y="92371"/>
                  <a:pt x="85601" y="96055"/>
                  <a:pt x="81220" y="99390"/>
                </a:cubicBezTo>
                <a:lnTo>
                  <a:pt x="80100" y="100211"/>
                </a:lnTo>
                <a:cubicBezTo>
                  <a:pt x="79851" y="100410"/>
                  <a:pt x="79552" y="100585"/>
                  <a:pt x="79303" y="100784"/>
                </a:cubicBezTo>
                <a:cubicBezTo>
                  <a:pt x="79303" y="100759"/>
                  <a:pt x="79353" y="100684"/>
                  <a:pt x="79353" y="100659"/>
                </a:cubicBezTo>
                <a:cubicBezTo>
                  <a:pt x="79378" y="100560"/>
                  <a:pt x="79378" y="100460"/>
                  <a:pt x="79403" y="100386"/>
                </a:cubicBezTo>
                <a:cubicBezTo>
                  <a:pt x="79403" y="100311"/>
                  <a:pt x="79403" y="100261"/>
                  <a:pt x="79428" y="100186"/>
                </a:cubicBezTo>
                <a:cubicBezTo>
                  <a:pt x="79428" y="100087"/>
                  <a:pt x="79477" y="100012"/>
                  <a:pt x="79477" y="99888"/>
                </a:cubicBezTo>
                <a:cubicBezTo>
                  <a:pt x="79403" y="99813"/>
                  <a:pt x="79403" y="99714"/>
                  <a:pt x="79403" y="99664"/>
                </a:cubicBezTo>
                <a:lnTo>
                  <a:pt x="79403" y="99315"/>
                </a:lnTo>
                <a:cubicBezTo>
                  <a:pt x="79403" y="99216"/>
                  <a:pt x="79378" y="99141"/>
                  <a:pt x="79378" y="99066"/>
                </a:cubicBezTo>
                <a:cubicBezTo>
                  <a:pt x="79378" y="98942"/>
                  <a:pt x="79353" y="98842"/>
                  <a:pt x="79353" y="98718"/>
                </a:cubicBezTo>
                <a:cubicBezTo>
                  <a:pt x="79353" y="98618"/>
                  <a:pt x="79303" y="98544"/>
                  <a:pt x="79278" y="98444"/>
                </a:cubicBezTo>
                <a:cubicBezTo>
                  <a:pt x="79278" y="98345"/>
                  <a:pt x="79253" y="98295"/>
                  <a:pt x="79253" y="98195"/>
                </a:cubicBezTo>
                <a:cubicBezTo>
                  <a:pt x="85825" y="93068"/>
                  <a:pt x="91823" y="87293"/>
                  <a:pt x="97026" y="81269"/>
                </a:cubicBezTo>
                <a:close/>
                <a:moveTo>
                  <a:pt x="78731" y="97697"/>
                </a:moveTo>
                <a:cubicBezTo>
                  <a:pt x="78731" y="97747"/>
                  <a:pt x="78756" y="97822"/>
                  <a:pt x="78756" y="97872"/>
                </a:cubicBezTo>
                <a:cubicBezTo>
                  <a:pt x="78756" y="97946"/>
                  <a:pt x="78781" y="97971"/>
                  <a:pt x="78781" y="98046"/>
                </a:cubicBezTo>
                <a:cubicBezTo>
                  <a:pt x="77561" y="98967"/>
                  <a:pt x="76316" y="99913"/>
                  <a:pt x="75072" y="100809"/>
                </a:cubicBezTo>
                <a:cubicBezTo>
                  <a:pt x="74898" y="100659"/>
                  <a:pt x="74723" y="100560"/>
                  <a:pt x="74524" y="100435"/>
                </a:cubicBezTo>
                <a:cubicBezTo>
                  <a:pt x="74574" y="100336"/>
                  <a:pt x="74674" y="100286"/>
                  <a:pt x="74798" y="100211"/>
                </a:cubicBezTo>
                <a:cubicBezTo>
                  <a:pt x="74922" y="100162"/>
                  <a:pt x="75047" y="100062"/>
                  <a:pt x="75171" y="100012"/>
                </a:cubicBezTo>
                <a:cubicBezTo>
                  <a:pt x="75196" y="100012"/>
                  <a:pt x="75196" y="99962"/>
                  <a:pt x="75246" y="99962"/>
                </a:cubicBezTo>
                <a:cubicBezTo>
                  <a:pt x="75420" y="99838"/>
                  <a:pt x="75570" y="99714"/>
                  <a:pt x="75769" y="99639"/>
                </a:cubicBezTo>
                <a:lnTo>
                  <a:pt x="76043" y="99440"/>
                </a:lnTo>
                <a:cubicBezTo>
                  <a:pt x="76291" y="99290"/>
                  <a:pt x="76565" y="99091"/>
                  <a:pt x="76814" y="98942"/>
                </a:cubicBezTo>
                <a:cubicBezTo>
                  <a:pt x="76889" y="98917"/>
                  <a:pt x="76939" y="98842"/>
                  <a:pt x="77038" y="98793"/>
                </a:cubicBezTo>
                <a:cubicBezTo>
                  <a:pt x="77262" y="98668"/>
                  <a:pt x="77436" y="98494"/>
                  <a:pt x="77660" y="98369"/>
                </a:cubicBezTo>
                <a:cubicBezTo>
                  <a:pt x="77785" y="98295"/>
                  <a:pt x="77909" y="98195"/>
                  <a:pt x="78034" y="98121"/>
                </a:cubicBezTo>
                <a:cubicBezTo>
                  <a:pt x="78059" y="98121"/>
                  <a:pt x="78059" y="98096"/>
                  <a:pt x="78108" y="98096"/>
                </a:cubicBezTo>
                <a:lnTo>
                  <a:pt x="78133" y="98096"/>
                </a:lnTo>
                <a:cubicBezTo>
                  <a:pt x="78308" y="97971"/>
                  <a:pt x="78507" y="97847"/>
                  <a:pt x="78731" y="97697"/>
                </a:cubicBezTo>
                <a:close/>
                <a:moveTo>
                  <a:pt x="60859" y="96826"/>
                </a:moveTo>
                <a:lnTo>
                  <a:pt x="60859" y="96826"/>
                </a:lnTo>
                <a:cubicBezTo>
                  <a:pt x="60959" y="98195"/>
                  <a:pt x="60934" y="99539"/>
                  <a:pt x="60834" y="100883"/>
                </a:cubicBezTo>
                <a:cubicBezTo>
                  <a:pt x="60809" y="100883"/>
                  <a:pt x="60809" y="100908"/>
                  <a:pt x="60784" y="100908"/>
                </a:cubicBezTo>
                <a:cubicBezTo>
                  <a:pt x="60859" y="99589"/>
                  <a:pt x="60884" y="98220"/>
                  <a:pt x="60809" y="96851"/>
                </a:cubicBezTo>
                <a:cubicBezTo>
                  <a:pt x="60834" y="96851"/>
                  <a:pt x="60834" y="96851"/>
                  <a:pt x="60859" y="96826"/>
                </a:cubicBezTo>
                <a:close/>
                <a:moveTo>
                  <a:pt x="78830" y="98195"/>
                </a:moveTo>
                <a:lnTo>
                  <a:pt x="78830" y="98245"/>
                </a:lnTo>
                <a:cubicBezTo>
                  <a:pt x="77660" y="99166"/>
                  <a:pt x="76491" y="100062"/>
                  <a:pt x="75296" y="100908"/>
                </a:cubicBezTo>
                <a:cubicBezTo>
                  <a:pt x="75271" y="100908"/>
                  <a:pt x="75271" y="100883"/>
                  <a:pt x="75246" y="100883"/>
                </a:cubicBezTo>
                <a:cubicBezTo>
                  <a:pt x="76441" y="100012"/>
                  <a:pt x="77636" y="99141"/>
                  <a:pt x="78830" y="98195"/>
                </a:cubicBezTo>
                <a:close/>
                <a:moveTo>
                  <a:pt x="36540" y="100386"/>
                </a:moveTo>
                <a:cubicBezTo>
                  <a:pt x="36540" y="100410"/>
                  <a:pt x="36565" y="100410"/>
                  <a:pt x="36565" y="100435"/>
                </a:cubicBezTo>
                <a:lnTo>
                  <a:pt x="36565" y="100460"/>
                </a:lnTo>
                <a:lnTo>
                  <a:pt x="34972" y="100933"/>
                </a:lnTo>
                <a:cubicBezTo>
                  <a:pt x="34972" y="100908"/>
                  <a:pt x="34947" y="100883"/>
                  <a:pt x="34947" y="100834"/>
                </a:cubicBezTo>
                <a:lnTo>
                  <a:pt x="36540" y="100386"/>
                </a:lnTo>
                <a:close/>
                <a:moveTo>
                  <a:pt x="74325" y="100535"/>
                </a:moveTo>
                <a:cubicBezTo>
                  <a:pt x="74524" y="100659"/>
                  <a:pt x="74748" y="100784"/>
                  <a:pt x="74922" y="100908"/>
                </a:cubicBezTo>
                <a:cubicBezTo>
                  <a:pt x="74898" y="100908"/>
                  <a:pt x="74898" y="100933"/>
                  <a:pt x="74873" y="100933"/>
                </a:cubicBezTo>
                <a:cubicBezTo>
                  <a:pt x="74649" y="100809"/>
                  <a:pt x="74474" y="100684"/>
                  <a:pt x="74275" y="100560"/>
                </a:cubicBezTo>
                <a:cubicBezTo>
                  <a:pt x="74300" y="100560"/>
                  <a:pt x="74300" y="100535"/>
                  <a:pt x="74325" y="100535"/>
                </a:cubicBezTo>
                <a:close/>
                <a:moveTo>
                  <a:pt x="5153" y="84729"/>
                </a:moveTo>
                <a:cubicBezTo>
                  <a:pt x="7019" y="87393"/>
                  <a:pt x="9583" y="89384"/>
                  <a:pt x="12869" y="90603"/>
                </a:cubicBezTo>
                <a:cubicBezTo>
                  <a:pt x="12072" y="94088"/>
                  <a:pt x="12023" y="97672"/>
                  <a:pt x="12695" y="100958"/>
                </a:cubicBezTo>
                <a:cubicBezTo>
                  <a:pt x="9832" y="99813"/>
                  <a:pt x="7443" y="98170"/>
                  <a:pt x="5576" y="96055"/>
                </a:cubicBezTo>
                <a:cubicBezTo>
                  <a:pt x="5476" y="95681"/>
                  <a:pt x="5402" y="95308"/>
                  <a:pt x="5327" y="94934"/>
                </a:cubicBezTo>
                <a:cubicBezTo>
                  <a:pt x="5302" y="94760"/>
                  <a:pt x="5277" y="94586"/>
                  <a:pt x="5227" y="94437"/>
                </a:cubicBezTo>
                <a:cubicBezTo>
                  <a:pt x="5153" y="93864"/>
                  <a:pt x="5053" y="93317"/>
                  <a:pt x="4978" y="92719"/>
                </a:cubicBezTo>
                <a:cubicBezTo>
                  <a:pt x="4978" y="92595"/>
                  <a:pt x="4953" y="92445"/>
                  <a:pt x="4953" y="92321"/>
                </a:cubicBezTo>
                <a:lnTo>
                  <a:pt x="4854" y="90902"/>
                </a:lnTo>
                <a:cubicBezTo>
                  <a:pt x="4854" y="90703"/>
                  <a:pt x="4829" y="90479"/>
                  <a:pt x="4829" y="90255"/>
                </a:cubicBezTo>
                <a:cubicBezTo>
                  <a:pt x="4829" y="89658"/>
                  <a:pt x="4804" y="89110"/>
                  <a:pt x="4829" y="88513"/>
                </a:cubicBezTo>
                <a:cubicBezTo>
                  <a:pt x="4829" y="88363"/>
                  <a:pt x="4854" y="88164"/>
                  <a:pt x="4854" y="88015"/>
                </a:cubicBezTo>
                <a:lnTo>
                  <a:pt x="4953" y="86521"/>
                </a:lnTo>
                <a:cubicBezTo>
                  <a:pt x="4978" y="86297"/>
                  <a:pt x="4978" y="86098"/>
                  <a:pt x="5028" y="85899"/>
                </a:cubicBezTo>
                <a:cubicBezTo>
                  <a:pt x="5053" y="85501"/>
                  <a:pt x="5103" y="85127"/>
                  <a:pt x="5153" y="84729"/>
                </a:cubicBezTo>
                <a:close/>
                <a:moveTo>
                  <a:pt x="34798" y="100859"/>
                </a:moveTo>
                <a:lnTo>
                  <a:pt x="34798" y="100859"/>
                </a:lnTo>
                <a:cubicBezTo>
                  <a:pt x="34773" y="100933"/>
                  <a:pt x="34798" y="100958"/>
                  <a:pt x="34798" y="101008"/>
                </a:cubicBezTo>
                <a:lnTo>
                  <a:pt x="34773" y="101008"/>
                </a:lnTo>
                <a:cubicBezTo>
                  <a:pt x="34773" y="100958"/>
                  <a:pt x="34723" y="100933"/>
                  <a:pt x="34723" y="100908"/>
                </a:cubicBezTo>
                <a:cubicBezTo>
                  <a:pt x="34773" y="100908"/>
                  <a:pt x="34773" y="100908"/>
                  <a:pt x="34798" y="100859"/>
                </a:cubicBezTo>
                <a:close/>
                <a:moveTo>
                  <a:pt x="63566" y="99455"/>
                </a:moveTo>
                <a:lnTo>
                  <a:pt x="63566" y="99455"/>
                </a:lnTo>
                <a:cubicBezTo>
                  <a:pt x="62717" y="99992"/>
                  <a:pt x="61880" y="100514"/>
                  <a:pt x="61033" y="101014"/>
                </a:cubicBezTo>
                <a:lnTo>
                  <a:pt x="61033" y="101014"/>
                </a:lnTo>
                <a:cubicBezTo>
                  <a:pt x="61033" y="101012"/>
                  <a:pt x="61033" y="101010"/>
                  <a:pt x="61033" y="101008"/>
                </a:cubicBezTo>
                <a:cubicBezTo>
                  <a:pt x="61830" y="100535"/>
                  <a:pt x="62601" y="100037"/>
                  <a:pt x="63423" y="99539"/>
                </a:cubicBezTo>
                <a:cubicBezTo>
                  <a:pt x="63472" y="99512"/>
                  <a:pt x="63519" y="99484"/>
                  <a:pt x="63566" y="99455"/>
                </a:cubicBezTo>
                <a:close/>
                <a:moveTo>
                  <a:pt x="13043" y="90603"/>
                </a:moveTo>
                <a:cubicBezTo>
                  <a:pt x="13068" y="90603"/>
                  <a:pt x="13068" y="90603"/>
                  <a:pt x="13118" y="90628"/>
                </a:cubicBezTo>
                <a:cubicBezTo>
                  <a:pt x="12321" y="94113"/>
                  <a:pt x="12296" y="97697"/>
                  <a:pt x="12993" y="101033"/>
                </a:cubicBezTo>
                <a:cubicBezTo>
                  <a:pt x="12944" y="101033"/>
                  <a:pt x="12919" y="101008"/>
                  <a:pt x="12919" y="101008"/>
                </a:cubicBezTo>
                <a:cubicBezTo>
                  <a:pt x="12197" y="97672"/>
                  <a:pt x="12271" y="94088"/>
                  <a:pt x="13043" y="90603"/>
                </a:cubicBezTo>
                <a:close/>
                <a:moveTo>
                  <a:pt x="79104" y="98320"/>
                </a:moveTo>
                <a:cubicBezTo>
                  <a:pt x="79104" y="98345"/>
                  <a:pt x="79104" y="98394"/>
                  <a:pt x="79129" y="98444"/>
                </a:cubicBezTo>
                <a:cubicBezTo>
                  <a:pt x="79154" y="98544"/>
                  <a:pt x="79154" y="98643"/>
                  <a:pt x="79204" y="98718"/>
                </a:cubicBezTo>
                <a:cubicBezTo>
                  <a:pt x="79229" y="98842"/>
                  <a:pt x="79229" y="98942"/>
                  <a:pt x="79229" y="99066"/>
                </a:cubicBezTo>
                <a:cubicBezTo>
                  <a:pt x="79229" y="99166"/>
                  <a:pt x="79253" y="99266"/>
                  <a:pt x="79253" y="99340"/>
                </a:cubicBezTo>
                <a:lnTo>
                  <a:pt x="79253" y="99614"/>
                </a:lnTo>
                <a:lnTo>
                  <a:pt x="79253" y="99863"/>
                </a:lnTo>
                <a:cubicBezTo>
                  <a:pt x="79253" y="99962"/>
                  <a:pt x="79253" y="100037"/>
                  <a:pt x="79229" y="100137"/>
                </a:cubicBezTo>
                <a:cubicBezTo>
                  <a:pt x="79229" y="100211"/>
                  <a:pt x="79229" y="100286"/>
                  <a:pt x="79204" y="100386"/>
                </a:cubicBezTo>
                <a:cubicBezTo>
                  <a:pt x="79204" y="100435"/>
                  <a:pt x="79154" y="100485"/>
                  <a:pt x="79154" y="100585"/>
                </a:cubicBezTo>
                <a:cubicBezTo>
                  <a:pt x="79154" y="100659"/>
                  <a:pt x="79129" y="100759"/>
                  <a:pt x="79129" y="100809"/>
                </a:cubicBezTo>
                <a:cubicBezTo>
                  <a:pt x="79104" y="100809"/>
                  <a:pt x="79079" y="100834"/>
                  <a:pt x="79079" y="100908"/>
                </a:cubicBezTo>
                <a:cubicBezTo>
                  <a:pt x="79079" y="100933"/>
                  <a:pt x="79079" y="100933"/>
                  <a:pt x="79029" y="100958"/>
                </a:cubicBezTo>
                <a:cubicBezTo>
                  <a:pt x="79005" y="101008"/>
                  <a:pt x="78980" y="101008"/>
                  <a:pt x="78930" y="101033"/>
                </a:cubicBezTo>
                <a:cubicBezTo>
                  <a:pt x="78930" y="101008"/>
                  <a:pt x="78930" y="101008"/>
                  <a:pt x="78980" y="100958"/>
                </a:cubicBezTo>
                <a:cubicBezTo>
                  <a:pt x="79005" y="100883"/>
                  <a:pt x="79029" y="100809"/>
                  <a:pt x="79079" y="100709"/>
                </a:cubicBezTo>
                <a:cubicBezTo>
                  <a:pt x="79079" y="100659"/>
                  <a:pt x="79104" y="100585"/>
                  <a:pt x="79104" y="100535"/>
                </a:cubicBezTo>
                <a:cubicBezTo>
                  <a:pt x="79104" y="100460"/>
                  <a:pt x="79129" y="100386"/>
                  <a:pt x="79129" y="100311"/>
                </a:cubicBezTo>
                <a:cubicBezTo>
                  <a:pt x="79129" y="100261"/>
                  <a:pt x="79129" y="100162"/>
                  <a:pt x="79154" y="100062"/>
                </a:cubicBezTo>
                <a:lnTo>
                  <a:pt x="79154" y="99838"/>
                </a:lnTo>
                <a:lnTo>
                  <a:pt x="79154" y="99564"/>
                </a:lnTo>
                <a:lnTo>
                  <a:pt x="79154" y="99315"/>
                </a:lnTo>
                <a:cubicBezTo>
                  <a:pt x="79154" y="99216"/>
                  <a:pt x="79129" y="99141"/>
                  <a:pt x="79129" y="99017"/>
                </a:cubicBezTo>
                <a:cubicBezTo>
                  <a:pt x="79129" y="98917"/>
                  <a:pt x="79104" y="98817"/>
                  <a:pt x="79104" y="98718"/>
                </a:cubicBezTo>
                <a:cubicBezTo>
                  <a:pt x="79104" y="98643"/>
                  <a:pt x="79079" y="98519"/>
                  <a:pt x="79029" y="98419"/>
                </a:cubicBezTo>
                <a:lnTo>
                  <a:pt x="79029" y="98345"/>
                </a:lnTo>
                <a:cubicBezTo>
                  <a:pt x="79079" y="98345"/>
                  <a:pt x="79079" y="98320"/>
                  <a:pt x="79104" y="98320"/>
                </a:cubicBezTo>
                <a:close/>
                <a:moveTo>
                  <a:pt x="3236" y="94287"/>
                </a:moveTo>
                <a:cubicBezTo>
                  <a:pt x="3311" y="94287"/>
                  <a:pt x="3311" y="94312"/>
                  <a:pt x="3336" y="94312"/>
                </a:cubicBezTo>
                <a:cubicBezTo>
                  <a:pt x="3336" y="94337"/>
                  <a:pt x="3360" y="94337"/>
                  <a:pt x="3360" y="94362"/>
                </a:cubicBezTo>
                <a:cubicBezTo>
                  <a:pt x="3659" y="94810"/>
                  <a:pt x="3933" y="95208"/>
                  <a:pt x="4281" y="95607"/>
                </a:cubicBezTo>
                <a:lnTo>
                  <a:pt x="4331" y="95681"/>
                </a:lnTo>
                <a:cubicBezTo>
                  <a:pt x="4655" y="96079"/>
                  <a:pt x="4978" y="96453"/>
                  <a:pt x="5327" y="96826"/>
                </a:cubicBezTo>
                <a:cubicBezTo>
                  <a:pt x="5451" y="97324"/>
                  <a:pt x="5601" y="97797"/>
                  <a:pt x="5775" y="98245"/>
                </a:cubicBezTo>
                <a:cubicBezTo>
                  <a:pt x="5800" y="98345"/>
                  <a:pt x="5825" y="98469"/>
                  <a:pt x="5850" y="98593"/>
                </a:cubicBezTo>
                <a:cubicBezTo>
                  <a:pt x="6024" y="99041"/>
                  <a:pt x="6173" y="99465"/>
                  <a:pt x="6347" y="99888"/>
                </a:cubicBezTo>
                <a:cubicBezTo>
                  <a:pt x="6422" y="100037"/>
                  <a:pt x="6472" y="100162"/>
                  <a:pt x="6522" y="100311"/>
                </a:cubicBezTo>
                <a:cubicBezTo>
                  <a:pt x="6646" y="100560"/>
                  <a:pt x="6771" y="100809"/>
                  <a:pt x="6895" y="101083"/>
                </a:cubicBezTo>
                <a:cubicBezTo>
                  <a:pt x="6771" y="100908"/>
                  <a:pt x="6646" y="100709"/>
                  <a:pt x="6472" y="100510"/>
                </a:cubicBezTo>
                <a:cubicBezTo>
                  <a:pt x="5924" y="99639"/>
                  <a:pt x="4281" y="96926"/>
                  <a:pt x="3410" y="94661"/>
                </a:cubicBezTo>
                <a:cubicBezTo>
                  <a:pt x="3336" y="94536"/>
                  <a:pt x="3311" y="94412"/>
                  <a:pt x="3236" y="94287"/>
                </a:cubicBezTo>
                <a:close/>
                <a:moveTo>
                  <a:pt x="85823" y="95956"/>
                </a:moveTo>
                <a:cubicBezTo>
                  <a:pt x="85716" y="96047"/>
                  <a:pt x="85609" y="96138"/>
                  <a:pt x="85501" y="96229"/>
                </a:cubicBezTo>
                <a:cubicBezTo>
                  <a:pt x="85476" y="96279"/>
                  <a:pt x="85426" y="96303"/>
                  <a:pt x="85377" y="96353"/>
                </a:cubicBezTo>
                <a:cubicBezTo>
                  <a:pt x="84854" y="96801"/>
                  <a:pt x="84331" y="97224"/>
                  <a:pt x="83833" y="97648"/>
                </a:cubicBezTo>
                <a:cubicBezTo>
                  <a:pt x="83585" y="97822"/>
                  <a:pt x="83361" y="98046"/>
                  <a:pt x="83112" y="98220"/>
                </a:cubicBezTo>
                <a:cubicBezTo>
                  <a:pt x="82589" y="98668"/>
                  <a:pt x="82016" y="99091"/>
                  <a:pt x="81469" y="99514"/>
                </a:cubicBezTo>
                <a:cubicBezTo>
                  <a:pt x="81071" y="99813"/>
                  <a:pt x="80697" y="100087"/>
                  <a:pt x="80274" y="100386"/>
                </a:cubicBezTo>
                <a:lnTo>
                  <a:pt x="79627" y="100834"/>
                </a:lnTo>
                <a:cubicBezTo>
                  <a:pt x="79602" y="100883"/>
                  <a:pt x="79552" y="100883"/>
                  <a:pt x="79527" y="100908"/>
                </a:cubicBezTo>
                <a:cubicBezTo>
                  <a:pt x="79420" y="100994"/>
                  <a:pt x="79332" y="101043"/>
                  <a:pt x="79230" y="101118"/>
                </a:cubicBezTo>
                <a:lnTo>
                  <a:pt x="79230" y="101118"/>
                </a:lnTo>
                <a:cubicBezTo>
                  <a:pt x="79232" y="101103"/>
                  <a:pt x="79237" y="101083"/>
                  <a:pt x="79253" y="101083"/>
                </a:cubicBezTo>
                <a:cubicBezTo>
                  <a:pt x="79552" y="100883"/>
                  <a:pt x="79851" y="100659"/>
                  <a:pt x="80125" y="100435"/>
                </a:cubicBezTo>
                <a:cubicBezTo>
                  <a:pt x="80573" y="100137"/>
                  <a:pt x="80996" y="99813"/>
                  <a:pt x="81394" y="99514"/>
                </a:cubicBezTo>
                <a:cubicBezTo>
                  <a:pt x="81718" y="99290"/>
                  <a:pt x="81991" y="99066"/>
                  <a:pt x="82265" y="98842"/>
                </a:cubicBezTo>
                <a:cubicBezTo>
                  <a:pt x="83385" y="97996"/>
                  <a:pt x="84853" y="96753"/>
                  <a:pt x="85823" y="95956"/>
                </a:cubicBezTo>
                <a:close/>
                <a:moveTo>
                  <a:pt x="79209" y="101134"/>
                </a:moveTo>
                <a:cubicBezTo>
                  <a:pt x="79199" y="101141"/>
                  <a:pt x="79189" y="101149"/>
                  <a:pt x="79179" y="101157"/>
                </a:cubicBezTo>
                <a:cubicBezTo>
                  <a:pt x="79179" y="101157"/>
                  <a:pt x="79179" y="101140"/>
                  <a:pt x="79209" y="101134"/>
                </a:cubicBezTo>
                <a:close/>
                <a:moveTo>
                  <a:pt x="60834" y="101107"/>
                </a:moveTo>
                <a:lnTo>
                  <a:pt x="60834" y="101207"/>
                </a:lnTo>
                <a:cubicBezTo>
                  <a:pt x="60809" y="101207"/>
                  <a:pt x="60809" y="101257"/>
                  <a:pt x="60784" y="101257"/>
                </a:cubicBezTo>
                <a:lnTo>
                  <a:pt x="60784" y="101157"/>
                </a:lnTo>
                <a:cubicBezTo>
                  <a:pt x="60809" y="101157"/>
                  <a:pt x="60809" y="101107"/>
                  <a:pt x="60834" y="101107"/>
                </a:cubicBezTo>
                <a:close/>
                <a:moveTo>
                  <a:pt x="78835" y="101389"/>
                </a:moveTo>
                <a:cubicBezTo>
                  <a:pt x="78826" y="101395"/>
                  <a:pt x="78816" y="101403"/>
                  <a:pt x="78795" y="101405"/>
                </a:cubicBezTo>
                <a:lnTo>
                  <a:pt x="78795" y="101405"/>
                </a:lnTo>
                <a:cubicBezTo>
                  <a:pt x="78807" y="101400"/>
                  <a:pt x="78820" y="101394"/>
                  <a:pt x="78835" y="101389"/>
                </a:cubicBezTo>
                <a:close/>
                <a:moveTo>
                  <a:pt x="13267" y="90678"/>
                </a:moveTo>
                <a:cubicBezTo>
                  <a:pt x="13392" y="90703"/>
                  <a:pt x="13516" y="90728"/>
                  <a:pt x="13640" y="90778"/>
                </a:cubicBezTo>
                <a:cubicBezTo>
                  <a:pt x="13192" y="94586"/>
                  <a:pt x="13367" y="98170"/>
                  <a:pt x="14138" y="101406"/>
                </a:cubicBezTo>
                <a:cubicBezTo>
                  <a:pt x="13815" y="101307"/>
                  <a:pt x="13516" y="101182"/>
                  <a:pt x="13192" y="101083"/>
                </a:cubicBezTo>
                <a:cubicBezTo>
                  <a:pt x="12446" y="97772"/>
                  <a:pt x="12496" y="94188"/>
                  <a:pt x="13267" y="90678"/>
                </a:cubicBezTo>
                <a:close/>
                <a:moveTo>
                  <a:pt x="13790" y="90852"/>
                </a:moveTo>
                <a:cubicBezTo>
                  <a:pt x="13815" y="90852"/>
                  <a:pt x="13815" y="90852"/>
                  <a:pt x="13865" y="90877"/>
                </a:cubicBezTo>
                <a:cubicBezTo>
                  <a:pt x="13443" y="94672"/>
                  <a:pt x="13565" y="98219"/>
                  <a:pt x="14378" y="101470"/>
                </a:cubicBezTo>
                <a:lnTo>
                  <a:pt x="14378" y="101470"/>
                </a:lnTo>
                <a:cubicBezTo>
                  <a:pt x="14367" y="101456"/>
                  <a:pt x="14345" y="101456"/>
                  <a:pt x="14313" y="101456"/>
                </a:cubicBezTo>
                <a:cubicBezTo>
                  <a:pt x="13541" y="98220"/>
                  <a:pt x="13392" y="94661"/>
                  <a:pt x="13790" y="90852"/>
                </a:cubicBezTo>
                <a:close/>
                <a:moveTo>
                  <a:pt x="78768" y="101419"/>
                </a:moveTo>
                <a:lnTo>
                  <a:pt x="78681" y="101506"/>
                </a:lnTo>
                <a:lnTo>
                  <a:pt x="78681" y="101456"/>
                </a:lnTo>
                <a:cubicBezTo>
                  <a:pt x="78718" y="101443"/>
                  <a:pt x="78743" y="101431"/>
                  <a:pt x="78768" y="101419"/>
                </a:cubicBezTo>
                <a:close/>
                <a:moveTo>
                  <a:pt x="33827" y="99091"/>
                </a:moveTo>
                <a:cubicBezTo>
                  <a:pt x="33827" y="99141"/>
                  <a:pt x="33827" y="99141"/>
                  <a:pt x="33852" y="99166"/>
                </a:cubicBezTo>
                <a:cubicBezTo>
                  <a:pt x="33678" y="99241"/>
                  <a:pt x="33504" y="99340"/>
                  <a:pt x="33329" y="99440"/>
                </a:cubicBezTo>
                <a:cubicBezTo>
                  <a:pt x="33031" y="99589"/>
                  <a:pt x="32707" y="99788"/>
                  <a:pt x="32408" y="99938"/>
                </a:cubicBezTo>
                <a:lnTo>
                  <a:pt x="31562" y="100311"/>
                </a:lnTo>
                <a:cubicBezTo>
                  <a:pt x="31214" y="100460"/>
                  <a:pt x="30915" y="100610"/>
                  <a:pt x="30566" y="100734"/>
                </a:cubicBezTo>
                <a:cubicBezTo>
                  <a:pt x="30318" y="100834"/>
                  <a:pt x="30044" y="100933"/>
                  <a:pt x="29745" y="101033"/>
                </a:cubicBezTo>
                <a:cubicBezTo>
                  <a:pt x="29372" y="101157"/>
                  <a:pt x="29048" y="101307"/>
                  <a:pt x="28675" y="101406"/>
                </a:cubicBezTo>
                <a:cubicBezTo>
                  <a:pt x="28509" y="101456"/>
                  <a:pt x="28342" y="101495"/>
                  <a:pt x="28161" y="101537"/>
                </a:cubicBezTo>
                <a:lnTo>
                  <a:pt x="28161" y="101537"/>
                </a:lnTo>
                <a:cubicBezTo>
                  <a:pt x="28330" y="101489"/>
                  <a:pt x="28497" y="101444"/>
                  <a:pt x="28650" y="101406"/>
                </a:cubicBezTo>
                <a:cubicBezTo>
                  <a:pt x="28949" y="101307"/>
                  <a:pt x="29222" y="101207"/>
                  <a:pt x="29496" y="101083"/>
                </a:cubicBezTo>
                <a:cubicBezTo>
                  <a:pt x="29845" y="100958"/>
                  <a:pt x="30218" y="100834"/>
                  <a:pt x="30566" y="100709"/>
                </a:cubicBezTo>
                <a:cubicBezTo>
                  <a:pt x="30815" y="100635"/>
                  <a:pt x="31064" y="100510"/>
                  <a:pt x="31313" y="100386"/>
                </a:cubicBezTo>
                <a:cubicBezTo>
                  <a:pt x="31687" y="100211"/>
                  <a:pt x="32060" y="100062"/>
                  <a:pt x="32408" y="99863"/>
                </a:cubicBezTo>
                <a:cubicBezTo>
                  <a:pt x="32608" y="99763"/>
                  <a:pt x="32832" y="99614"/>
                  <a:pt x="33056" y="99539"/>
                </a:cubicBezTo>
                <a:cubicBezTo>
                  <a:pt x="33304" y="99415"/>
                  <a:pt x="33578" y="99241"/>
                  <a:pt x="33827" y="99091"/>
                </a:cubicBezTo>
                <a:close/>
                <a:moveTo>
                  <a:pt x="78905" y="98494"/>
                </a:moveTo>
                <a:cubicBezTo>
                  <a:pt x="78955" y="98593"/>
                  <a:pt x="78955" y="98693"/>
                  <a:pt x="78955" y="98793"/>
                </a:cubicBezTo>
                <a:cubicBezTo>
                  <a:pt x="78955" y="98867"/>
                  <a:pt x="78980" y="98967"/>
                  <a:pt x="78980" y="99066"/>
                </a:cubicBezTo>
                <a:cubicBezTo>
                  <a:pt x="78980" y="99166"/>
                  <a:pt x="79005" y="99241"/>
                  <a:pt x="79005" y="99340"/>
                </a:cubicBezTo>
                <a:lnTo>
                  <a:pt x="79005" y="99589"/>
                </a:lnTo>
                <a:lnTo>
                  <a:pt x="79005" y="99838"/>
                </a:lnTo>
                <a:lnTo>
                  <a:pt x="79005" y="100062"/>
                </a:lnTo>
                <a:cubicBezTo>
                  <a:pt x="79005" y="100112"/>
                  <a:pt x="79005" y="100211"/>
                  <a:pt x="78980" y="100286"/>
                </a:cubicBezTo>
                <a:cubicBezTo>
                  <a:pt x="78980" y="100336"/>
                  <a:pt x="78955" y="100410"/>
                  <a:pt x="78955" y="100485"/>
                </a:cubicBezTo>
                <a:cubicBezTo>
                  <a:pt x="78905" y="100535"/>
                  <a:pt x="78880" y="100585"/>
                  <a:pt x="78880" y="100659"/>
                </a:cubicBezTo>
                <a:cubicBezTo>
                  <a:pt x="78855" y="100709"/>
                  <a:pt x="78830" y="100809"/>
                  <a:pt x="78830" y="100883"/>
                </a:cubicBezTo>
                <a:cubicBezTo>
                  <a:pt x="78830" y="100908"/>
                  <a:pt x="78781" y="100933"/>
                  <a:pt x="78781" y="101008"/>
                </a:cubicBezTo>
                <a:cubicBezTo>
                  <a:pt x="78756" y="101083"/>
                  <a:pt x="78681" y="101182"/>
                  <a:pt x="78631" y="101282"/>
                </a:cubicBezTo>
                <a:cubicBezTo>
                  <a:pt x="78606" y="101331"/>
                  <a:pt x="78532" y="101381"/>
                  <a:pt x="78482" y="101431"/>
                </a:cubicBezTo>
                <a:cubicBezTo>
                  <a:pt x="78407" y="101456"/>
                  <a:pt x="78357" y="101531"/>
                  <a:pt x="78308" y="101555"/>
                </a:cubicBezTo>
                <a:cubicBezTo>
                  <a:pt x="78127" y="101650"/>
                  <a:pt x="77906" y="101697"/>
                  <a:pt x="77651" y="101697"/>
                </a:cubicBezTo>
                <a:cubicBezTo>
                  <a:pt x="77097" y="101697"/>
                  <a:pt x="76379" y="101476"/>
                  <a:pt x="75545" y="101033"/>
                </a:cubicBezTo>
                <a:cubicBezTo>
                  <a:pt x="76715" y="100211"/>
                  <a:pt x="77835" y="99365"/>
                  <a:pt x="78905" y="98494"/>
                </a:cubicBezTo>
                <a:close/>
                <a:moveTo>
                  <a:pt x="27535" y="101708"/>
                </a:moveTo>
                <a:cubicBezTo>
                  <a:pt x="27457" y="101731"/>
                  <a:pt x="27379" y="101753"/>
                  <a:pt x="27301" y="101774"/>
                </a:cubicBezTo>
                <a:lnTo>
                  <a:pt x="27301" y="101774"/>
                </a:lnTo>
                <a:cubicBezTo>
                  <a:pt x="27378" y="101750"/>
                  <a:pt x="27456" y="101727"/>
                  <a:pt x="27535" y="101708"/>
                </a:cubicBezTo>
                <a:close/>
                <a:moveTo>
                  <a:pt x="78507" y="101630"/>
                </a:moveTo>
                <a:lnTo>
                  <a:pt x="78507" y="101655"/>
                </a:lnTo>
                <a:cubicBezTo>
                  <a:pt x="78507" y="101655"/>
                  <a:pt x="78457" y="101705"/>
                  <a:pt x="78382" y="101755"/>
                </a:cubicBezTo>
                <a:cubicBezTo>
                  <a:pt x="78357" y="101755"/>
                  <a:pt x="78357" y="101779"/>
                  <a:pt x="78333" y="101779"/>
                </a:cubicBezTo>
                <a:cubicBezTo>
                  <a:pt x="78283" y="101779"/>
                  <a:pt x="78258" y="101804"/>
                  <a:pt x="78233" y="101804"/>
                </a:cubicBezTo>
                <a:cubicBezTo>
                  <a:pt x="78217" y="101821"/>
                  <a:pt x="78190" y="101826"/>
                  <a:pt x="78159" y="101842"/>
                </a:cubicBezTo>
                <a:lnTo>
                  <a:pt x="78159" y="101842"/>
                </a:lnTo>
                <a:lnTo>
                  <a:pt x="78382" y="101680"/>
                </a:lnTo>
                <a:cubicBezTo>
                  <a:pt x="78407" y="101655"/>
                  <a:pt x="78482" y="101655"/>
                  <a:pt x="78507" y="101630"/>
                </a:cubicBezTo>
                <a:close/>
                <a:moveTo>
                  <a:pt x="75296" y="101107"/>
                </a:moveTo>
                <a:cubicBezTo>
                  <a:pt x="75370" y="101157"/>
                  <a:pt x="75395" y="101182"/>
                  <a:pt x="75470" y="101207"/>
                </a:cubicBezTo>
                <a:cubicBezTo>
                  <a:pt x="75520" y="101257"/>
                  <a:pt x="75545" y="101282"/>
                  <a:pt x="75619" y="101282"/>
                </a:cubicBezTo>
                <a:cubicBezTo>
                  <a:pt x="75719" y="101307"/>
                  <a:pt x="75794" y="101381"/>
                  <a:pt x="75868" y="101406"/>
                </a:cubicBezTo>
                <a:cubicBezTo>
                  <a:pt x="75918" y="101431"/>
                  <a:pt x="76018" y="101456"/>
                  <a:pt x="76092" y="101481"/>
                </a:cubicBezTo>
                <a:cubicBezTo>
                  <a:pt x="76142" y="101531"/>
                  <a:pt x="76167" y="101531"/>
                  <a:pt x="76242" y="101555"/>
                </a:cubicBezTo>
                <a:lnTo>
                  <a:pt x="76515" y="101655"/>
                </a:lnTo>
                <a:lnTo>
                  <a:pt x="76540" y="101655"/>
                </a:lnTo>
                <a:cubicBezTo>
                  <a:pt x="76914" y="101779"/>
                  <a:pt x="77262" y="101829"/>
                  <a:pt x="77586" y="101829"/>
                </a:cubicBezTo>
                <a:cubicBezTo>
                  <a:pt x="77636" y="101829"/>
                  <a:pt x="77710" y="101829"/>
                  <a:pt x="77760" y="101804"/>
                </a:cubicBezTo>
                <a:lnTo>
                  <a:pt x="77760" y="101804"/>
                </a:lnTo>
                <a:cubicBezTo>
                  <a:pt x="77735" y="101829"/>
                  <a:pt x="77710" y="101829"/>
                  <a:pt x="77660" y="101854"/>
                </a:cubicBezTo>
                <a:cubicBezTo>
                  <a:pt x="77574" y="101869"/>
                  <a:pt x="77483" y="101876"/>
                  <a:pt x="77388" y="101876"/>
                </a:cubicBezTo>
                <a:cubicBezTo>
                  <a:pt x="76823" y="101876"/>
                  <a:pt x="76102" y="101626"/>
                  <a:pt x="75271" y="101157"/>
                </a:cubicBezTo>
                <a:lnTo>
                  <a:pt x="75296" y="101107"/>
                </a:lnTo>
                <a:close/>
                <a:moveTo>
                  <a:pt x="24966" y="91748"/>
                </a:moveTo>
                <a:cubicBezTo>
                  <a:pt x="24468" y="95457"/>
                  <a:pt x="24543" y="98917"/>
                  <a:pt x="25339" y="102053"/>
                </a:cubicBezTo>
                <a:lnTo>
                  <a:pt x="25265" y="102053"/>
                </a:lnTo>
                <a:cubicBezTo>
                  <a:pt x="24493" y="98917"/>
                  <a:pt x="24393" y="95457"/>
                  <a:pt x="24891" y="91748"/>
                </a:cubicBezTo>
                <a:close/>
                <a:moveTo>
                  <a:pt x="32060" y="90379"/>
                </a:moveTo>
                <a:cubicBezTo>
                  <a:pt x="32259" y="93242"/>
                  <a:pt x="32856" y="96179"/>
                  <a:pt x="33802" y="98967"/>
                </a:cubicBezTo>
                <a:cubicBezTo>
                  <a:pt x="33553" y="99141"/>
                  <a:pt x="33304" y="99266"/>
                  <a:pt x="33056" y="99390"/>
                </a:cubicBezTo>
                <a:cubicBezTo>
                  <a:pt x="32807" y="99514"/>
                  <a:pt x="32558" y="99664"/>
                  <a:pt x="32309" y="99788"/>
                </a:cubicBezTo>
                <a:cubicBezTo>
                  <a:pt x="31960" y="99938"/>
                  <a:pt x="31612" y="100087"/>
                  <a:pt x="31313" y="100261"/>
                </a:cubicBezTo>
                <a:cubicBezTo>
                  <a:pt x="31014" y="100386"/>
                  <a:pt x="30790" y="100510"/>
                  <a:pt x="30492" y="100585"/>
                </a:cubicBezTo>
                <a:cubicBezTo>
                  <a:pt x="30168" y="100709"/>
                  <a:pt x="29845" y="100834"/>
                  <a:pt x="29496" y="100958"/>
                </a:cubicBezTo>
                <a:cubicBezTo>
                  <a:pt x="29222" y="101058"/>
                  <a:pt x="28924" y="101182"/>
                  <a:pt x="28625" y="101282"/>
                </a:cubicBezTo>
                <a:cubicBezTo>
                  <a:pt x="28326" y="101381"/>
                  <a:pt x="27978" y="101456"/>
                  <a:pt x="27679" y="101555"/>
                </a:cubicBezTo>
                <a:cubicBezTo>
                  <a:pt x="27355" y="101655"/>
                  <a:pt x="27057" y="101755"/>
                  <a:pt x="26733" y="101804"/>
                </a:cubicBezTo>
                <a:lnTo>
                  <a:pt x="25812" y="102004"/>
                </a:lnTo>
                <a:cubicBezTo>
                  <a:pt x="25713" y="102028"/>
                  <a:pt x="25638" y="102028"/>
                  <a:pt x="25538" y="102053"/>
                </a:cubicBezTo>
                <a:cubicBezTo>
                  <a:pt x="24742" y="98892"/>
                  <a:pt x="24617" y="95432"/>
                  <a:pt x="25140" y="91724"/>
                </a:cubicBezTo>
                <a:cubicBezTo>
                  <a:pt x="27355" y="91475"/>
                  <a:pt x="29695" y="91002"/>
                  <a:pt x="32060" y="90379"/>
                </a:cubicBezTo>
                <a:close/>
                <a:moveTo>
                  <a:pt x="25538" y="102103"/>
                </a:moveTo>
                <a:cubicBezTo>
                  <a:pt x="25588" y="102128"/>
                  <a:pt x="25638" y="102134"/>
                  <a:pt x="25688" y="102134"/>
                </a:cubicBezTo>
                <a:cubicBezTo>
                  <a:pt x="25702" y="102134"/>
                  <a:pt x="25716" y="102134"/>
                  <a:pt x="25730" y="102133"/>
                </a:cubicBezTo>
                <a:lnTo>
                  <a:pt x="25730" y="102133"/>
                </a:lnTo>
                <a:cubicBezTo>
                  <a:pt x="25662" y="102150"/>
                  <a:pt x="25595" y="102166"/>
                  <a:pt x="25538" y="102178"/>
                </a:cubicBezTo>
                <a:lnTo>
                  <a:pt x="25538" y="102153"/>
                </a:lnTo>
                <a:lnTo>
                  <a:pt x="25538" y="102103"/>
                </a:lnTo>
                <a:close/>
                <a:moveTo>
                  <a:pt x="33927" y="99365"/>
                </a:moveTo>
                <a:cubicBezTo>
                  <a:pt x="34076" y="99838"/>
                  <a:pt x="34275" y="100311"/>
                  <a:pt x="34449" y="100784"/>
                </a:cubicBezTo>
                <a:cubicBezTo>
                  <a:pt x="31459" y="101575"/>
                  <a:pt x="28517" y="102145"/>
                  <a:pt x="25771" y="102396"/>
                </a:cubicBezTo>
                <a:lnTo>
                  <a:pt x="25771" y="102396"/>
                </a:lnTo>
                <a:cubicBezTo>
                  <a:pt x="25797" y="102391"/>
                  <a:pt x="25824" y="102378"/>
                  <a:pt x="25837" y="102352"/>
                </a:cubicBezTo>
                <a:lnTo>
                  <a:pt x="26758" y="102178"/>
                </a:lnTo>
                <a:lnTo>
                  <a:pt x="27804" y="101904"/>
                </a:lnTo>
                <a:cubicBezTo>
                  <a:pt x="28102" y="101804"/>
                  <a:pt x="28376" y="101730"/>
                  <a:pt x="28700" y="101655"/>
                </a:cubicBezTo>
                <a:cubicBezTo>
                  <a:pt x="29048" y="101555"/>
                  <a:pt x="29347" y="101431"/>
                  <a:pt x="29695" y="101307"/>
                </a:cubicBezTo>
                <a:cubicBezTo>
                  <a:pt x="29994" y="101182"/>
                  <a:pt x="30318" y="101083"/>
                  <a:pt x="30591" y="100958"/>
                </a:cubicBezTo>
                <a:cubicBezTo>
                  <a:pt x="30915" y="100834"/>
                  <a:pt x="31189" y="100684"/>
                  <a:pt x="31487" y="100560"/>
                </a:cubicBezTo>
                <a:cubicBezTo>
                  <a:pt x="31811" y="100435"/>
                  <a:pt x="32110" y="100286"/>
                  <a:pt x="32433" y="100162"/>
                </a:cubicBezTo>
                <a:cubicBezTo>
                  <a:pt x="32707" y="99987"/>
                  <a:pt x="32981" y="99838"/>
                  <a:pt x="33280" y="99714"/>
                </a:cubicBezTo>
                <a:cubicBezTo>
                  <a:pt x="33479" y="99589"/>
                  <a:pt x="33703" y="99490"/>
                  <a:pt x="33927" y="99365"/>
                </a:cubicBezTo>
                <a:close/>
                <a:moveTo>
                  <a:pt x="14039" y="90927"/>
                </a:moveTo>
                <a:lnTo>
                  <a:pt x="14039" y="90927"/>
                </a:lnTo>
                <a:cubicBezTo>
                  <a:pt x="16229" y="91574"/>
                  <a:pt x="18644" y="91948"/>
                  <a:pt x="21282" y="91948"/>
                </a:cubicBezTo>
                <a:cubicBezTo>
                  <a:pt x="22377" y="91948"/>
                  <a:pt x="23522" y="91873"/>
                  <a:pt x="24692" y="91748"/>
                </a:cubicBezTo>
                <a:lnTo>
                  <a:pt x="24692" y="91748"/>
                </a:lnTo>
                <a:cubicBezTo>
                  <a:pt x="24194" y="95457"/>
                  <a:pt x="24269" y="98942"/>
                  <a:pt x="25041" y="102053"/>
                </a:cubicBezTo>
                <a:cubicBezTo>
                  <a:pt x="24916" y="102078"/>
                  <a:pt x="24841" y="102128"/>
                  <a:pt x="24717" y="102128"/>
                </a:cubicBezTo>
                <a:cubicBezTo>
                  <a:pt x="24418" y="102153"/>
                  <a:pt x="24145" y="102178"/>
                  <a:pt x="23846" y="102203"/>
                </a:cubicBezTo>
                <a:cubicBezTo>
                  <a:pt x="23472" y="102252"/>
                  <a:pt x="23099" y="102302"/>
                  <a:pt x="22726" y="102327"/>
                </a:cubicBezTo>
                <a:cubicBezTo>
                  <a:pt x="22552" y="102327"/>
                  <a:pt x="22402" y="102327"/>
                  <a:pt x="22253" y="102377"/>
                </a:cubicBezTo>
                <a:cubicBezTo>
                  <a:pt x="21780" y="102427"/>
                  <a:pt x="21282" y="102427"/>
                  <a:pt x="20759" y="102427"/>
                </a:cubicBezTo>
                <a:cubicBezTo>
                  <a:pt x="20137" y="102427"/>
                  <a:pt x="19540" y="102402"/>
                  <a:pt x="18917" y="102377"/>
                </a:cubicBezTo>
                <a:cubicBezTo>
                  <a:pt x="17399" y="102203"/>
                  <a:pt x="15980" y="101929"/>
                  <a:pt x="14611" y="101531"/>
                </a:cubicBezTo>
                <a:cubicBezTo>
                  <a:pt x="13790" y="98295"/>
                  <a:pt x="13640" y="94710"/>
                  <a:pt x="14039" y="90927"/>
                </a:cubicBezTo>
                <a:close/>
                <a:moveTo>
                  <a:pt x="6744" y="100357"/>
                </a:moveTo>
                <a:lnTo>
                  <a:pt x="6744" y="100357"/>
                </a:lnTo>
                <a:cubicBezTo>
                  <a:pt x="6861" y="100590"/>
                  <a:pt x="6977" y="100823"/>
                  <a:pt x="7094" y="101033"/>
                </a:cubicBezTo>
                <a:cubicBezTo>
                  <a:pt x="7268" y="101307"/>
                  <a:pt x="7393" y="101580"/>
                  <a:pt x="7542" y="101879"/>
                </a:cubicBezTo>
                <a:cubicBezTo>
                  <a:pt x="7660" y="102068"/>
                  <a:pt x="7778" y="102278"/>
                  <a:pt x="7896" y="102469"/>
                </a:cubicBezTo>
                <a:lnTo>
                  <a:pt x="7896" y="102469"/>
                </a:lnTo>
                <a:cubicBezTo>
                  <a:pt x="7838" y="102403"/>
                  <a:pt x="7772" y="102330"/>
                  <a:pt x="7716" y="102252"/>
                </a:cubicBezTo>
                <a:lnTo>
                  <a:pt x="7443" y="101779"/>
                </a:lnTo>
                <a:cubicBezTo>
                  <a:pt x="7393" y="101680"/>
                  <a:pt x="7318" y="101555"/>
                  <a:pt x="7293" y="101431"/>
                </a:cubicBezTo>
                <a:cubicBezTo>
                  <a:pt x="7099" y="101086"/>
                  <a:pt x="6905" y="100723"/>
                  <a:pt x="6744" y="100357"/>
                </a:cubicBezTo>
                <a:close/>
                <a:moveTo>
                  <a:pt x="25115" y="102252"/>
                </a:moveTo>
                <a:lnTo>
                  <a:pt x="25115" y="102302"/>
                </a:lnTo>
                <a:cubicBezTo>
                  <a:pt x="24991" y="102327"/>
                  <a:pt x="24866" y="102352"/>
                  <a:pt x="24742" y="102352"/>
                </a:cubicBezTo>
                <a:cubicBezTo>
                  <a:pt x="24468" y="102402"/>
                  <a:pt x="24145" y="102427"/>
                  <a:pt x="23871" y="102452"/>
                </a:cubicBezTo>
                <a:cubicBezTo>
                  <a:pt x="23771" y="102452"/>
                  <a:pt x="23647" y="102501"/>
                  <a:pt x="23572" y="102501"/>
                </a:cubicBezTo>
                <a:cubicBezTo>
                  <a:pt x="23382" y="102501"/>
                  <a:pt x="23207" y="102501"/>
                  <a:pt x="23024" y="102512"/>
                </a:cubicBezTo>
                <a:lnTo>
                  <a:pt x="23024" y="102512"/>
                </a:lnTo>
                <a:cubicBezTo>
                  <a:pt x="23359" y="102480"/>
                  <a:pt x="23680" y="102423"/>
                  <a:pt x="24020" y="102402"/>
                </a:cubicBezTo>
                <a:cubicBezTo>
                  <a:pt x="24269" y="102377"/>
                  <a:pt x="24493" y="102327"/>
                  <a:pt x="24742" y="102302"/>
                </a:cubicBezTo>
                <a:cubicBezTo>
                  <a:pt x="24891" y="102302"/>
                  <a:pt x="24991" y="102277"/>
                  <a:pt x="25115" y="102252"/>
                </a:cubicBezTo>
                <a:close/>
                <a:moveTo>
                  <a:pt x="25464" y="102576"/>
                </a:moveTo>
                <a:cubicBezTo>
                  <a:pt x="25489" y="102626"/>
                  <a:pt x="25489" y="102651"/>
                  <a:pt x="25489" y="102676"/>
                </a:cubicBezTo>
                <a:lnTo>
                  <a:pt x="25439" y="102676"/>
                </a:lnTo>
                <a:cubicBezTo>
                  <a:pt x="25439" y="102651"/>
                  <a:pt x="25389" y="102626"/>
                  <a:pt x="25389" y="102576"/>
                </a:cubicBezTo>
                <a:close/>
                <a:moveTo>
                  <a:pt x="34524" y="100958"/>
                </a:moveTo>
                <a:cubicBezTo>
                  <a:pt x="34524" y="101008"/>
                  <a:pt x="34549" y="101033"/>
                  <a:pt x="34549" y="101058"/>
                </a:cubicBezTo>
                <a:cubicBezTo>
                  <a:pt x="31463" y="101904"/>
                  <a:pt x="28500" y="102427"/>
                  <a:pt x="25663" y="102676"/>
                </a:cubicBezTo>
                <a:cubicBezTo>
                  <a:pt x="25663" y="102651"/>
                  <a:pt x="25638" y="102626"/>
                  <a:pt x="25638" y="102576"/>
                </a:cubicBezTo>
                <a:cubicBezTo>
                  <a:pt x="28476" y="102327"/>
                  <a:pt x="31438" y="101779"/>
                  <a:pt x="34524" y="100958"/>
                </a:cubicBezTo>
                <a:close/>
                <a:moveTo>
                  <a:pt x="16503" y="102228"/>
                </a:moveTo>
                <a:cubicBezTo>
                  <a:pt x="16827" y="102302"/>
                  <a:pt x="17175" y="102327"/>
                  <a:pt x="17524" y="102402"/>
                </a:cubicBezTo>
                <a:cubicBezTo>
                  <a:pt x="17573" y="102402"/>
                  <a:pt x="17648" y="102427"/>
                  <a:pt x="17673" y="102427"/>
                </a:cubicBezTo>
                <a:cubicBezTo>
                  <a:pt x="18071" y="102476"/>
                  <a:pt x="18519" y="102526"/>
                  <a:pt x="18967" y="102551"/>
                </a:cubicBezTo>
                <a:cubicBezTo>
                  <a:pt x="19540" y="102626"/>
                  <a:pt x="20162" y="102676"/>
                  <a:pt x="20784" y="102700"/>
                </a:cubicBezTo>
                <a:lnTo>
                  <a:pt x="20759" y="102700"/>
                </a:lnTo>
                <a:cubicBezTo>
                  <a:pt x="20386" y="102700"/>
                  <a:pt x="20038" y="102700"/>
                  <a:pt x="19664" y="102676"/>
                </a:cubicBezTo>
                <a:cubicBezTo>
                  <a:pt x="19490" y="102676"/>
                  <a:pt x="19291" y="102651"/>
                  <a:pt x="19117" y="102651"/>
                </a:cubicBezTo>
                <a:cubicBezTo>
                  <a:pt x="19017" y="102651"/>
                  <a:pt x="18917" y="102651"/>
                  <a:pt x="18818" y="102601"/>
                </a:cubicBezTo>
                <a:cubicBezTo>
                  <a:pt x="18021" y="102526"/>
                  <a:pt x="17250" y="102402"/>
                  <a:pt x="16503" y="102228"/>
                </a:cubicBezTo>
                <a:close/>
                <a:moveTo>
                  <a:pt x="25215" y="102626"/>
                </a:moveTo>
                <a:cubicBezTo>
                  <a:pt x="25215" y="102651"/>
                  <a:pt x="25240" y="102676"/>
                  <a:pt x="25240" y="102700"/>
                </a:cubicBezTo>
                <a:cubicBezTo>
                  <a:pt x="24393" y="102775"/>
                  <a:pt x="23597" y="102800"/>
                  <a:pt x="22776" y="102800"/>
                </a:cubicBezTo>
                <a:lnTo>
                  <a:pt x="23622" y="102700"/>
                </a:lnTo>
                <a:lnTo>
                  <a:pt x="25215" y="102626"/>
                </a:lnTo>
                <a:close/>
                <a:moveTo>
                  <a:pt x="2593" y="92982"/>
                </a:moveTo>
                <a:cubicBezTo>
                  <a:pt x="2596" y="92988"/>
                  <a:pt x="2602" y="92993"/>
                  <a:pt x="2614" y="92993"/>
                </a:cubicBezTo>
                <a:cubicBezTo>
                  <a:pt x="2639" y="93068"/>
                  <a:pt x="2688" y="93093"/>
                  <a:pt x="2688" y="93167"/>
                </a:cubicBezTo>
                <a:cubicBezTo>
                  <a:pt x="2713" y="93217"/>
                  <a:pt x="2738" y="93267"/>
                  <a:pt x="2763" y="93366"/>
                </a:cubicBezTo>
                <a:cubicBezTo>
                  <a:pt x="2937" y="93839"/>
                  <a:pt x="3112" y="94312"/>
                  <a:pt x="3261" y="94710"/>
                </a:cubicBezTo>
                <a:cubicBezTo>
                  <a:pt x="4132" y="96976"/>
                  <a:pt x="5800" y="99714"/>
                  <a:pt x="6347" y="100585"/>
                </a:cubicBezTo>
                <a:cubicBezTo>
                  <a:pt x="6771" y="101207"/>
                  <a:pt x="7194" y="101804"/>
                  <a:pt x="7567" y="102327"/>
                </a:cubicBezTo>
                <a:cubicBezTo>
                  <a:pt x="7642" y="102427"/>
                  <a:pt x="7692" y="102526"/>
                  <a:pt x="7716" y="102651"/>
                </a:cubicBezTo>
                <a:lnTo>
                  <a:pt x="7766" y="102651"/>
                </a:lnTo>
                <a:cubicBezTo>
                  <a:pt x="7791" y="102700"/>
                  <a:pt x="7816" y="102775"/>
                  <a:pt x="7891" y="102825"/>
                </a:cubicBezTo>
                <a:cubicBezTo>
                  <a:pt x="7891" y="102875"/>
                  <a:pt x="7916" y="102875"/>
                  <a:pt x="7916" y="102900"/>
                </a:cubicBezTo>
                <a:cubicBezTo>
                  <a:pt x="7841" y="102800"/>
                  <a:pt x="7791" y="102700"/>
                  <a:pt x="7716" y="102651"/>
                </a:cubicBezTo>
                <a:cubicBezTo>
                  <a:pt x="7692" y="102626"/>
                  <a:pt x="7667" y="102576"/>
                  <a:pt x="7667" y="102551"/>
                </a:cubicBezTo>
                <a:cubicBezTo>
                  <a:pt x="7467" y="102302"/>
                  <a:pt x="7268" y="102028"/>
                  <a:pt x="7069" y="101730"/>
                </a:cubicBezTo>
                <a:cubicBezTo>
                  <a:pt x="6820" y="101381"/>
                  <a:pt x="6571" y="101033"/>
                  <a:pt x="6323" y="100659"/>
                </a:cubicBezTo>
                <a:cubicBezTo>
                  <a:pt x="6323" y="100659"/>
                  <a:pt x="6323" y="100610"/>
                  <a:pt x="6298" y="100610"/>
                </a:cubicBezTo>
                <a:lnTo>
                  <a:pt x="6298" y="100585"/>
                </a:lnTo>
                <a:lnTo>
                  <a:pt x="5825" y="99838"/>
                </a:lnTo>
                <a:cubicBezTo>
                  <a:pt x="5352" y="99066"/>
                  <a:pt x="4705" y="97921"/>
                  <a:pt x="4107" y="96727"/>
                </a:cubicBezTo>
                <a:cubicBezTo>
                  <a:pt x="3983" y="96478"/>
                  <a:pt x="3858" y="96229"/>
                  <a:pt x="3784" y="95980"/>
                </a:cubicBezTo>
                <a:cubicBezTo>
                  <a:pt x="3709" y="95831"/>
                  <a:pt x="3609" y="95681"/>
                  <a:pt x="3560" y="95557"/>
                </a:cubicBezTo>
                <a:cubicBezTo>
                  <a:pt x="3435" y="95283"/>
                  <a:pt x="3336" y="95034"/>
                  <a:pt x="3211" y="94760"/>
                </a:cubicBezTo>
                <a:lnTo>
                  <a:pt x="3211" y="94735"/>
                </a:lnTo>
                <a:cubicBezTo>
                  <a:pt x="2989" y="94217"/>
                  <a:pt x="2766" y="93600"/>
                  <a:pt x="2593" y="92982"/>
                </a:cubicBezTo>
                <a:close/>
                <a:moveTo>
                  <a:pt x="43311" y="98170"/>
                </a:moveTo>
                <a:cubicBezTo>
                  <a:pt x="42514" y="99589"/>
                  <a:pt x="41543" y="101008"/>
                  <a:pt x="40423" y="102277"/>
                </a:cubicBezTo>
                <a:lnTo>
                  <a:pt x="40423" y="102302"/>
                </a:lnTo>
                <a:cubicBezTo>
                  <a:pt x="40050" y="102700"/>
                  <a:pt x="39677" y="103124"/>
                  <a:pt x="39303" y="103497"/>
                </a:cubicBezTo>
                <a:lnTo>
                  <a:pt x="39179" y="103621"/>
                </a:lnTo>
                <a:lnTo>
                  <a:pt x="39054" y="103497"/>
                </a:lnTo>
                <a:cubicBezTo>
                  <a:pt x="38781" y="103173"/>
                  <a:pt x="38482" y="102825"/>
                  <a:pt x="38258" y="102501"/>
                </a:cubicBezTo>
                <a:cubicBezTo>
                  <a:pt x="38208" y="102452"/>
                  <a:pt x="38183" y="102402"/>
                  <a:pt x="38158" y="102377"/>
                </a:cubicBezTo>
                <a:cubicBezTo>
                  <a:pt x="38133" y="102327"/>
                  <a:pt x="38133" y="102302"/>
                  <a:pt x="38084" y="102277"/>
                </a:cubicBezTo>
                <a:cubicBezTo>
                  <a:pt x="37810" y="101904"/>
                  <a:pt x="37586" y="101506"/>
                  <a:pt x="37337" y="101083"/>
                </a:cubicBezTo>
                <a:cubicBezTo>
                  <a:pt x="37287" y="101008"/>
                  <a:pt x="37237" y="100908"/>
                  <a:pt x="37187" y="100784"/>
                </a:cubicBezTo>
                <a:cubicBezTo>
                  <a:pt x="37138" y="100684"/>
                  <a:pt x="37088" y="100585"/>
                  <a:pt x="37063" y="100460"/>
                </a:cubicBezTo>
                <a:cubicBezTo>
                  <a:pt x="39104" y="99813"/>
                  <a:pt x="41195" y="99041"/>
                  <a:pt x="43311" y="98170"/>
                </a:cubicBezTo>
                <a:close/>
                <a:moveTo>
                  <a:pt x="36839" y="100560"/>
                </a:moveTo>
                <a:lnTo>
                  <a:pt x="36839" y="100560"/>
                </a:lnTo>
                <a:cubicBezTo>
                  <a:pt x="36939" y="100709"/>
                  <a:pt x="37038" y="100883"/>
                  <a:pt x="37088" y="101008"/>
                </a:cubicBezTo>
                <a:cubicBezTo>
                  <a:pt x="37138" y="101058"/>
                  <a:pt x="37163" y="101083"/>
                  <a:pt x="37163" y="101157"/>
                </a:cubicBezTo>
                <a:cubicBezTo>
                  <a:pt x="37163" y="101182"/>
                  <a:pt x="37187" y="101207"/>
                  <a:pt x="37187" y="101207"/>
                </a:cubicBezTo>
                <a:cubicBezTo>
                  <a:pt x="37212" y="101282"/>
                  <a:pt x="37237" y="101331"/>
                  <a:pt x="37287" y="101381"/>
                </a:cubicBezTo>
                <a:cubicBezTo>
                  <a:pt x="37387" y="101531"/>
                  <a:pt x="37436" y="101655"/>
                  <a:pt x="37536" y="101779"/>
                </a:cubicBezTo>
                <a:cubicBezTo>
                  <a:pt x="37536" y="101804"/>
                  <a:pt x="37561" y="101804"/>
                  <a:pt x="37561" y="101829"/>
                </a:cubicBezTo>
                <a:cubicBezTo>
                  <a:pt x="37586" y="101879"/>
                  <a:pt x="37586" y="101904"/>
                  <a:pt x="37636" y="101929"/>
                </a:cubicBezTo>
                <a:cubicBezTo>
                  <a:pt x="37660" y="101954"/>
                  <a:pt x="37685" y="102028"/>
                  <a:pt x="37710" y="102053"/>
                </a:cubicBezTo>
                <a:cubicBezTo>
                  <a:pt x="37785" y="102178"/>
                  <a:pt x="37884" y="102277"/>
                  <a:pt x="37934" y="102402"/>
                </a:cubicBezTo>
                <a:cubicBezTo>
                  <a:pt x="37959" y="102427"/>
                  <a:pt x="38009" y="102501"/>
                  <a:pt x="38034" y="102526"/>
                </a:cubicBezTo>
                <a:cubicBezTo>
                  <a:pt x="38059" y="102576"/>
                  <a:pt x="38133" y="102651"/>
                  <a:pt x="38158" y="102700"/>
                </a:cubicBezTo>
                <a:lnTo>
                  <a:pt x="38258" y="102800"/>
                </a:lnTo>
                <a:cubicBezTo>
                  <a:pt x="38283" y="102875"/>
                  <a:pt x="38308" y="102900"/>
                  <a:pt x="38382" y="102949"/>
                </a:cubicBezTo>
                <a:cubicBezTo>
                  <a:pt x="38382" y="102949"/>
                  <a:pt x="38382" y="102999"/>
                  <a:pt x="38407" y="102999"/>
                </a:cubicBezTo>
                <a:cubicBezTo>
                  <a:pt x="38457" y="103049"/>
                  <a:pt x="38507" y="103124"/>
                  <a:pt x="38557" y="103173"/>
                </a:cubicBezTo>
                <a:cubicBezTo>
                  <a:pt x="38631" y="103248"/>
                  <a:pt x="38681" y="103323"/>
                  <a:pt x="38756" y="103397"/>
                </a:cubicBezTo>
                <a:lnTo>
                  <a:pt x="38805" y="103447"/>
                </a:lnTo>
                <a:cubicBezTo>
                  <a:pt x="38880" y="103522"/>
                  <a:pt x="38930" y="103621"/>
                  <a:pt x="39005" y="103696"/>
                </a:cubicBezTo>
                <a:lnTo>
                  <a:pt x="38955" y="103746"/>
                </a:lnTo>
                <a:lnTo>
                  <a:pt x="38930" y="103771"/>
                </a:lnTo>
                <a:cubicBezTo>
                  <a:pt x="38781" y="103621"/>
                  <a:pt x="38656" y="103447"/>
                  <a:pt x="38532" y="103298"/>
                </a:cubicBezTo>
                <a:cubicBezTo>
                  <a:pt x="38432" y="103173"/>
                  <a:pt x="38308" y="103049"/>
                  <a:pt x="38208" y="102900"/>
                </a:cubicBezTo>
                <a:cubicBezTo>
                  <a:pt x="38084" y="102750"/>
                  <a:pt x="38009" y="102626"/>
                  <a:pt x="37909" y="102452"/>
                </a:cubicBezTo>
                <a:cubicBezTo>
                  <a:pt x="37810" y="102327"/>
                  <a:pt x="37710" y="102203"/>
                  <a:pt x="37636" y="102053"/>
                </a:cubicBezTo>
                <a:cubicBezTo>
                  <a:pt x="37511" y="101879"/>
                  <a:pt x="37412" y="101680"/>
                  <a:pt x="37287" y="101506"/>
                </a:cubicBezTo>
                <a:cubicBezTo>
                  <a:pt x="37262" y="101431"/>
                  <a:pt x="37187" y="101331"/>
                  <a:pt x="37163" y="101282"/>
                </a:cubicBezTo>
                <a:lnTo>
                  <a:pt x="37063" y="101083"/>
                </a:lnTo>
                <a:cubicBezTo>
                  <a:pt x="37013" y="100958"/>
                  <a:pt x="36914" y="100784"/>
                  <a:pt x="36839" y="100560"/>
                </a:cubicBezTo>
                <a:close/>
                <a:moveTo>
                  <a:pt x="43784" y="98046"/>
                </a:moveTo>
                <a:cubicBezTo>
                  <a:pt x="43759" y="98071"/>
                  <a:pt x="43759" y="98096"/>
                  <a:pt x="43734" y="98145"/>
                </a:cubicBezTo>
                <a:cubicBezTo>
                  <a:pt x="43609" y="98345"/>
                  <a:pt x="43460" y="98569"/>
                  <a:pt x="43311" y="98793"/>
                </a:cubicBezTo>
                <a:cubicBezTo>
                  <a:pt x="43311" y="98793"/>
                  <a:pt x="43311" y="98817"/>
                  <a:pt x="43286" y="98817"/>
                </a:cubicBezTo>
                <a:cubicBezTo>
                  <a:pt x="43161" y="99041"/>
                  <a:pt x="43037" y="99266"/>
                  <a:pt x="42912" y="99440"/>
                </a:cubicBezTo>
                <a:lnTo>
                  <a:pt x="42738" y="99714"/>
                </a:lnTo>
                <a:cubicBezTo>
                  <a:pt x="42440" y="100162"/>
                  <a:pt x="42141" y="100585"/>
                  <a:pt x="41817" y="101033"/>
                </a:cubicBezTo>
                <a:cubicBezTo>
                  <a:pt x="41767" y="101083"/>
                  <a:pt x="41693" y="101182"/>
                  <a:pt x="41643" y="101257"/>
                </a:cubicBezTo>
                <a:cubicBezTo>
                  <a:pt x="41295" y="101680"/>
                  <a:pt x="40946" y="102078"/>
                  <a:pt x="40573" y="102526"/>
                </a:cubicBezTo>
                <a:cubicBezTo>
                  <a:pt x="40523" y="102576"/>
                  <a:pt x="40448" y="102651"/>
                  <a:pt x="40423" y="102700"/>
                </a:cubicBezTo>
                <a:cubicBezTo>
                  <a:pt x="40075" y="103074"/>
                  <a:pt x="39751" y="103447"/>
                  <a:pt x="39378" y="103821"/>
                </a:cubicBezTo>
                <a:lnTo>
                  <a:pt x="39328" y="103796"/>
                </a:lnTo>
                <a:cubicBezTo>
                  <a:pt x="39303" y="103771"/>
                  <a:pt x="39303" y="103771"/>
                  <a:pt x="39328" y="103746"/>
                </a:cubicBezTo>
                <a:cubicBezTo>
                  <a:pt x="39701" y="103373"/>
                  <a:pt x="40075" y="102949"/>
                  <a:pt x="40448" y="102576"/>
                </a:cubicBezTo>
                <a:lnTo>
                  <a:pt x="40548" y="102501"/>
                </a:lnTo>
                <a:cubicBezTo>
                  <a:pt x="41792" y="101083"/>
                  <a:pt x="42813" y="99639"/>
                  <a:pt x="43684" y="98071"/>
                </a:cubicBezTo>
                <a:cubicBezTo>
                  <a:pt x="43734" y="98071"/>
                  <a:pt x="43734" y="98071"/>
                  <a:pt x="43759" y="98046"/>
                </a:cubicBezTo>
                <a:close/>
                <a:moveTo>
                  <a:pt x="39179" y="103821"/>
                </a:moveTo>
                <a:cubicBezTo>
                  <a:pt x="39179" y="103895"/>
                  <a:pt x="39179" y="103895"/>
                  <a:pt x="39204" y="103920"/>
                </a:cubicBezTo>
                <a:lnTo>
                  <a:pt x="39204" y="103920"/>
                </a:lnTo>
                <a:lnTo>
                  <a:pt x="39204" y="103920"/>
                </a:lnTo>
                <a:cubicBezTo>
                  <a:pt x="39204" y="103933"/>
                  <a:pt x="39197" y="103939"/>
                  <a:pt x="39194" y="103939"/>
                </a:cubicBezTo>
                <a:cubicBezTo>
                  <a:pt x="39191" y="103939"/>
                  <a:pt x="39191" y="103933"/>
                  <a:pt x="39204" y="103920"/>
                </a:cubicBezTo>
                <a:lnTo>
                  <a:pt x="39204" y="103920"/>
                </a:lnTo>
                <a:lnTo>
                  <a:pt x="39179" y="103945"/>
                </a:lnTo>
                <a:lnTo>
                  <a:pt x="39154" y="103920"/>
                </a:lnTo>
                <a:cubicBezTo>
                  <a:pt x="39154" y="103920"/>
                  <a:pt x="39154" y="103895"/>
                  <a:pt x="39129" y="103895"/>
                </a:cubicBezTo>
                <a:lnTo>
                  <a:pt x="39154" y="103870"/>
                </a:lnTo>
                <a:lnTo>
                  <a:pt x="39179" y="103821"/>
                </a:lnTo>
                <a:close/>
                <a:moveTo>
                  <a:pt x="39303" y="104069"/>
                </a:moveTo>
                <a:cubicBezTo>
                  <a:pt x="39378" y="104069"/>
                  <a:pt x="39403" y="104119"/>
                  <a:pt x="39403" y="104144"/>
                </a:cubicBezTo>
                <a:cubicBezTo>
                  <a:pt x="39627" y="104368"/>
                  <a:pt x="39826" y="104542"/>
                  <a:pt x="40075" y="104766"/>
                </a:cubicBezTo>
                <a:cubicBezTo>
                  <a:pt x="40150" y="104816"/>
                  <a:pt x="40199" y="104866"/>
                  <a:pt x="40274" y="104916"/>
                </a:cubicBezTo>
                <a:cubicBezTo>
                  <a:pt x="40498" y="105115"/>
                  <a:pt x="40697" y="105264"/>
                  <a:pt x="40946" y="105414"/>
                </a:cubicBezTo>
                <a:cubicBezTo>
                  <a:pt x="40958" y="105426"/>
                  <a:pt x="40971" y="105436"/>
                  <a:pt x="40984" y="105446"/>
                </a:cubicBezTo>
                <a:lnTo>
                  <a:pt x="40984" y="105446"/>
                </a:lnTo>
                <a:cubicBezTo>
                  <a:pt x="40334" y="105064"/>
                  <a:pt x="39787" y="104599"/>
                  <a:pt x="39303" y="104069"/>
                </a:cubicBezTo>
                <a:close/>
                <a:moveTo>
                  <a:pt x="77884" y="102128"/>
                </a:moveTo>
                <a:cubicBezTo>
                  <a:pt x="77163" y="102626"/>
                  <a:pt x="76416" y="103074"/>
                  <a:pt x="75719" y="103572"/>
                </a:cubicBezTo>
                <a:cubicBezTo>
                  <a:pt x="75669" y="103572"/>
                  <a:pt x="75669" y="103621"/>
                  <a:pt x="75644" y="103621"/>
                </a:cubicBezTo>
                <a:cubicBezTo>
                  <a:pt x="75296" y="103821"/>
                  <a:pt x="74997" y="104045"/>
                  <a:pt x="74649" y="104269"/>
                </a:cubicBezTo>
                <a:cubicBezTo>
                  <a:pt x="74499" y="104368"/>
                  <a:pt x="74300" y="104493"/>
                  <a:pt x="74151" y="104567"/>
                </a:cubicBezTo>
                <a:cubicBezTo>
                  <a:pt x="74101" y="104617"/>
                  <a:pt x="74026" y="104642"/>
                  <a:pt x="73952" y="104692"/>
                </a:cubicBezTo>
                <a:cubicBezTo>
                  <a:pt x="73777" y="104816"/>
                  <a:pt x="73603" y="104916"/>
                  <a:pt x="73429" y="105015"/>
                </a:cubicBezTo>
                <a:cubicBezTo>
                  <a:pt x="73080" y="105237"/>
                  <a:pt x="72710" y="105450"/>
                  <a:pt x="72347" y="105664"/>
                </a:cubicBezTo>
                <a:lnTo>
                  <a:pt x="72347" y="105664"/>
                </a:lnTo>
                <a:cubicBezTo>
                  <a:pt x="73812" y="104769"/>
                  <a:pt x="75333" y="103810"/>
                  <a:pt x="76491" y="103024"/>
                </a:cubicBezTo>
                <a:cubicBezTo>
                  <a:pt x="76889" y="102750"/>
                  <a:pt x="77287" y="102452"/>
                  <a:pt x="77760" y="102128"/>
                </a:cubicBezTo>
                <a:close/>
                <a:moveTo>
                  <a:pt x="41444" y="105737"/>
                </a:moveTo>
                <a:cubicBezTo>
                  <a:pt x="41446" y="105737"/>
                  <a:pt x="41462" y="105738"/>
                  <a:pt x="41467" y="105752"/>
                </a:cubicBezTo>
                <a:lnTo>
                  <a:pt x="41467" y="105752"/>
                </a:lnTo>
                <a:cubicBezTo>
                  <a:pt x="41459" y="105747"/>
                  <a:pt x="41452" y="105742"/>
                  <a:pt x="41444" y="105737"/>
                </a:cubicBezTo>
                <a:close/>
                <a:moveTo>
                  <a:pt x="68899" y="96154"/>
                </a:moveTo>
                <a:lnTo>
                  <a:pt x="68949" y="96204"/>
                </a:lnTo>
                <a:cubicBezTo>
                  <a:pt x="69795" y="97075"/>
                  <a:pt x="70641" y="97847"/>
                  <a:pt x="71413" y="98569"/>
                </a:cubicBezTo>
                <a:cubicBezTo>
                  <a:pt x="72234" y="99290"/>
                  <a:pt x="72981" y="99888"/>
                  <a:pt x="73678" y="100410"/>
                </a:cubicBezTo>
                <a:cubicBezTo>
                  <a:pt x="73603" y="100460"/>
                  <a:pt x="73529" y="100510"/>
                  <a:pt x="73429" y="100560"/>
                </a:cubicBezTo>
                <a:cubicBezTo>
                  <a:pt x="73080" y="100759"/>
                  <a:pt x="72782" y="100958"/>
                  <a:pt x="72433" y="101157"/>
                </a:cubicBezTo>
                <a:cubicBezTo>
                  <a:pt x="72259" y="101257"/>
                  <a:pt x="72085" y="101331"/>
                  <a:pt x="71911" y="101456"/>
                </a:cubicBezTo>
                <a:cubicBezTo>
                  <a:pt x="67804" y="103771"/>
                  <a:pt x="63721" y="105513"/>
                  <a:pt x="59863" y="106608"/>
                </a:cubicBezTo>
                <a:cubicBezTo>
                  <a:pt x="60461" y="104916"/>
                  <a:pt x="60834" y="103149"/>
                  <a:pt x="60983" y="101307"/>
                </a:cubicBezTo>
                <a:cubicBezTo>
                  <a:pt x="61058" y="101282"/>
                  <a:pt x="61108" y="101257"/>
                  <a:pt x="61183" y="101182"/>
                </a:cubicBezTo>
                <a:cubicBezTo>
                  <a:pt x="63398" y="99888"/>
                  <a:pt x="65588" y="98444"/>
                  <a:pt x="67804" y="96901"/>
                </a:cubicBezTo>
                <a:cubicBezTo>
                  <a:pt x="68177" y="96627"/>
                  <a:pt x="68525" y="96378"/>
                  <a:pt x="68899" y="96154"/>
                </a:cubicBezTo>
                <a:close/>
                <a:moveTo>
                  <a:pt x="60809" y="101431"/>
                </a:moveTo>
                <a:cubicBezTo>
                  <a:pt x="60610" y="103273"/>
                  <a:pt x="60262" y="105015"/>
                  <a:pt x="59689" y="106658"/>
                </a:cubicBezTo>
                <a:cubicBezTo>
                  <a:pt x="59652" y="106658"/>
                  <a:pt x="59629" y="106658"/>
                  <a:pt x="59620" y="106668"/>
                </a:cubicBezTo>
                <a:lnTo>
                  <a:pt x="59620" y="106668"/>
                </a:lnTo>
                <a:cubicBezTo>
                  <a:pt x="60189" y="105029"/>
                  <a:pt x="60561" y="103267"/>
                  <a:pt x="60734" y="101456"/>
                </a:cubicBezTo>
                <a:cubicBezTo>
                  <a:pt x="60784" y="101456"/>
                  <a:pt x="60784" y="101431"/>
                  <a:pt x="60809" y="101431"/>
                </a:cubicBezTo>
                <a:close/>
                <a:moveTo>
                  <a:pt x="47468" y="96328"/>
                </a:moveTo>
                <a:cubicBezTo>
                  <a:pt x="47891" y="96577"/>
                  <a:pt x="48364" y="96801"/>
                  <a:pt x="48837" y="96976"/>
                </a:cubicBezTo>
                <a:cubicBezTo>
                  <a:pt x="47990" y="100510"/>
                  <a:pt x="46397" y="103920"/>
                  <a:pt x="44033" y="106882"/>
                </a:cubicBezTo>
                <a:cubicBezTo>
                  <a:pt x="43933" y="106783"/>
                  <a:pt x="43809" y="106733"/>
                  <a:pt x="43659" y="106658"/>
                </a:cubicBezTo>
                <a:cubicBezTo>
                  <a:pt x="43410" y="106559"/>
                  <a:pt x="43136" y="106434"/>
                  <a:pt x="42888" y="106359"/>
                </a:cubicBezTo>
                <a:cubicBezTo>
                  <a:pt x="42688" y="106260"/>
                  <a:pt x="42514" y="106135"/>
                  <a:pt x="42290" y="106036"/>
                </a:cubicBezTo>
                <a:cubicBezTo>
                  <a:pt x="42041" y="105911"/>
                  <a:pt x="41817" y="105787"/>
                  <a:pt x="41618" y="105662"/>
                </a:cubicBezTo>
                <a:lnTo>
                  <a:pt x="41568" y="105662"/>
                </a:lnTo>
                <a:cubicBezTo>
                  <a:pt x="41394" y="105538"/>
                  <a:pt x="41245" y="105414"/>
                  <a:pt x="41046" y="105289"/>
                </a:cubicBezTo>
                <a:lnTo>
                  <a:pt x="40398" y="104816"/>
                </a:lnTo>
                <a:cubicBezTo>
                  <a:pt x="40249" y="104692"/>
                  <a:pt x="40075" y="104542"/>
                  <a:pt x="39926" y="104393"/>
                </a:cubicBezTo>
                <a:cubicBezTo>
                  <a:pt x="39776" y="104244"/>
                  <a:pt x="39577" y="104119"/>
                  <a:pt x="39428" y="103945"/>
                </a:cubicBezTo>
                <a:cubicBezTo>
                  <a:pt x="39801" y="103572"/>
                  <a:pt x="40174" y="103198"/>
                  <a:pt x="40523" y="102800"/>
                </a:cubicBezTo>
                <a:lnTo>
                  <a:pt x="40647" y="102676"/>
                </a:lnTo>
                <a:cubicBezTo>
                  <a:pt x="41046" y="102203"/>
                  <a:pt x="41419" y="101755"/>
                  <a:pt x="41792" y="101282"/>
                </a:cubicBezTo>
                <a:cubicBezTo>
                  <a:pt x="42614" y="100211"/>
                  <a:pt x="43360" y="99091"/>
                  <a:pt x="43983" y="97921"/>
                </a:cubicBezTo>
                <a:cubicBezTo>
                  <a:pt x="45128" y="97424"/>
                  <a:pt x="46273" y="96901"/>
                  <a:pt x="47468" y="96328"/>
                </a:cubicBezTo>
                <a:close/>
                <a:moveTo>
                  <a:pt x="73877" y="100535"/>
                </a:moveTo>
                <a:lnTo>
                  <a:pt x="73902" y="100560"/>
                </a:lnTo>
                <a:cubicBezTo>
                  <a:pt x="73902" y="100560"/>
                  <a:pt x="73927" y="100560"/>
                  <a:pt x="73927" y="100585"/>
                </a:cubicBezTo>
                <a:cubicBezTo>
                  <a:pt x="73877" y="100635"/>
                  <a:pt x="73802" y="100684"/>
                  <a:pt x="73753" y="100709"/>
                </a:cubicBezTo>
                <a:cubicBezTo>
                  <a:pt x="73529" y="100834"/>
                  <a:pt x="73304" y="100958"/>
                  <a:pt x="73130" y="101083"/>
                </a:cubicBezTo>
                <a:lnTo>
                  <a:pt x="72856" y="101282"/>
                </a:lnTo>
                <a:cubicBezTo>
                  <a:pt x="72657" y="101406"/>
                  <a:pt x="72433" y="101506"/>
                  <a:pt x="72259" y="101630"/>
                </a:cubicBezTo>
                <a:cubicBezTo>
                  <a:pt x="71637" y="101954"/>
                  <a:pt x="71015" y="102302"/>
                  <a:pt x="70417" y="102626"/>
                </a:cubicBezTo>
                <a:lnTo>
                  <a:pt x="69870" y="102900"/>
                </a:lnTo>
                <a:cubicBezTo>
                  <a:pt x="69421" y="103124"/>
                  <a:pt x="68998" y="103323"/>
                  <a:pt x="68575" y="103547"/>
                </a:cubicBezTo>
                <a:cubicBezTo>
                  <a:pt x="68028" y="103821"/>
                  <a:pt x="67505" y="104069"/>
                  <a:pt x="66932" y="104318"/>
                </a:cubicBezTo>
                <a:cubicBezTo>
                  <a:pt x="66883" y="104368"/>
                  <a:pt x="66783" y="104393"/>
                  <a:pt x="66708" y="104418"/>
                </a:cubicBezTo>
                <a:cubicBezTo>
                  <a:pt x="64418" y="105438"/>
                  <a:pt x="62103" y="106285"/>
                  <a:pt x="59913" y="106907"/>
                </a:cubicBezTo>
                <a:lnTo>
                  <a:pt x="59913" y="106882"/>
                </a:lnTo>
                <a:lnTo>
                  <a:pt x="59913" y="106857"/>
                </a:lnTo>
                <a:cubicBezTo>
                  <a:pt x="59938" y="106783"/>
                  <a:pt x="60038" y="106758"/>
                  <a:pt x="60112" y="106733"/>
                </a:cubicBezTo>
                <a:cubicBezTo>
                  <a:pt x="60311" y="106658"/>
                  <a:pt x="60461" y="106633"/>
                  <a:pt x="60635" y="106559"/>
                </a:cubicBezTo>
                <a:cubicBezTo>
                  <a:pt x="61083" y="106434"/>
                  <a:pt x="61506" y="106285"/>
                  <a:pt x="61954" y="106135"/>
                </a:cubicBezTo>
                <a:cubicBezTo>
                  <a:pt x="61979" y="106135"/>
                  <a:pt x="62004" y="106111"/>
                  <a:pt x="62079" y="106111"/>
                </a:cubicBezTo>
                <a:cubicBezTo>
                  <a:pt x="62203" y="106061"/>
                  <a:pt x="62303" y="106036"/>
                  <a:pt x="62427" y="106011"/>
                </a:cubicBezTo>
                <a:cubicBezTo>
                  <a:pt x="62925" y="105812"/>
                  <a:pt x="63448" y="105638"/>
                  <a:pt x="63945" y="105438"/>
                </a:cubicBezTo>
                <a:cubicBezTo>
                  <a:pt x="63995" y="105414"/>
                  <a:pt x="64095" y="105389"/>
                  <a:pt x="64169" y="105364"/>
                </a:cubicBezTo>
                <a:cubicBezTo>
                  <a:pt x="64692" y="105140"/>
                  <a:pt x="65240" y="104916"/>
                  <a:pt x="65787" y="104692"/>
                </a:cubicBezTo>
                <a:cubicBezTo>
                  <a:pt x="65837" y="104667"/>
                  <a:pt x="65862" y="104667"/>
                  <a:pt x="65937" y="104642"/>
                </a:cubicBezTo>
                <a:cubicBezTo>
                  <a:pt x="66484" y="104393"/>
                  <a:pt x="67032" y="104144"/>
                  <a:pt x="67580" y="103895"/>
                </a:cubicBezTo>
                <a:cubicBezTo>
                  <a:pt x="67654" y="103870"/>
                  <a:pt x="67679" y="103870"/>
                  <a:pt x="67729" y="103821"/>
                </a:cubicBezTo>
                <a:cubicBezTo>
                  <a:pt x="68276" y="103572"/>
                  <a:pt x="68824" y="103298"/>
                  <a:pt x="69347" y="103024"/>
                </a:cubicBezTo>
                <a:lnTo>
                  <a:pt x="69546" y="102924"/>
                </a:lnTo>
                <a:cubicBezTo>
                  <a:pt x="70069" y="102676"/>
                  <a:pt x="70566" y="102402"/>
                  <a:pt x="71089" y="102078"/>
                </a:cubicBezTo>
                <a:lnTo>
                  <a:pt x="71139" y="102078"/>
                </a:lnTo>
                <a:cubicBezTo>
                  <a:pt x="71214" y="102053"/>
                  <a:pt x="71288" y="102004"/>
                  <a:pt x="71388" y="101954"/>
                </a:cubicBezTo>
                <a:cubicBezTo>
                  <a:pt x="71637" y="101804"/>
                  <a:pt x="71911" y="101680"/>
                  <a:pt x="72160" y="101531"/>
                </a:cubicBezTo>
                <a:cubicBezTo>
                  <a:pt x="72309" y="101431"/>
                  <a:pt x="72458" y="101331"/>
                  <a:pt x="72657" y="101257"/>
                </a:cubicBezTo>
                <a:cubicBezTo>
                  <a:pt x="72757" y="101182"/>
                  <a:pt x="72856" y="101157"/>
                  <a:pt x="72906" y="101083"/>
                </a:cubicBezTo>
                <a:cubicBezTo>
                  <a:pt x="73006" y="101033"/>
                  <a:pt x="73130" y="100958"/>
                  <a:pt x="73230" y="100908"/>
                </a:cubicBezTo>
                <a:lnTo>
                  <a:pt x="73255" y="100883"/>
                </a:lnTo>
                <a:cubicBezTo>
                  <a:pt x="73404" y="100784"/>
                  <a:pt x="73529" y="100684"/>
                  <a:pt x="73678" y="100635"/>
                </a:cubicBezTo>
                <a:lnTo>
                  <a:pt x="73877" y="100535"/>
                </a:lnTo>
                <a:close/>
                <a:moveTo>
                  <a:pt x="49135" y="96976"/>
                </a:moveTo>
                <a:cubicBezTo>
                  <a:pt x="48289" y="100510"/>
                  <a:pt x="46721" y="103920"/>
                  <a:pt x="44381" y="106882"/>
                </a:cubicBezTo>
                <a:cubicBezTo>
                  <a:pt x="44366" y="106911"/>
                  <a:pt x="44343" y="106923"/>
                  <a:pt x="44327" y="106923"/>
                </a:cubicBezTo>
                <a:cubicBezTo>
                  <a:pt x="44315" y="106923"/>
                  <a:pt x="44306" y="106917"/>
                  <a:pt x="44306" y="106907"/>
                </a:cubicBezTo>
                <a:cubicBezTo>
                  <a:pt x="46621" y="103920"/>
                  <a:pt x="48214" y="100485"/>
                  <a:pt x="49085" y="96976"/>
                </a:cubicBezTo>
                <a:close/>
                <a:moveTo>
                  <a:pt x="41519" y="105762"/>
                </a:moveTo>
                <a:cubicBezTo>
                  <a:pt x="41668" y="105862"/>
                  <a:pt x="41792" y="105936"/>
                  <a:pt x="41942" y="106036"/>
                </a:cubicBezTo>
                <a:lnTo>
                  <a:pt x="42141" y="106135"/>
                </a:lnTo>
                <a:cubicBezTo>
                  <a:pt x="42440" y="106310"/>
                  <a:pt x="42763" y="106484"/>
                  <a:pt x="43087" y="106633"/>
                </a:cubicBezTo>
                <a:cubicBezTo>
                  <a:pt x="43211" y="106683"/>
                  <a:pt x="43385" y="106758"/>
                  <a:pt x="43535" y="106807"/>
                </a:cubicBezTo>
                <a:lnTo>
                  <a:pt x="44008" y="107007"/>
                </a:lnTo>
                <a:lnTo>
                  <a:pt x="44008" y="107031"/>
                </a:lnTo>
                <a:cubicBezTo>
                  <a:pt x="43096" y="106684"/>
                  <a:pt x="42260" y="106261"/>
                  <a:pt x="41483" y="105762"/>
                </a:cubicBezTo>
                <a:close/>
                <a:moveTo>
                  <a:pt x="9011" y="104169"/>
                </a:moveTo>
                <a:lnTo>
                  <a:pt x="9011" y="104169"/>
                </a:lnTo>
                <a:cubicBezTo>
                  <a:pt x="9782" y="105065"/>
                  <a:pt x="10305" y="105613"/>
                  <a:pt x="10380" y="105662"/>
                </a:cubicBezTo>
                <a:lnTo>
                  <a:pt x="10405" y="105687"/>
                </a:lnTo>
                <a:lnTo>
                  <a:pt x="10678" y="105986"/>
                </a:lnTo>
                <a:cubicBezTo>
                  <a:pt x="10753" y="106036"/>
                  <a:pt x="10828" y="106135"/>
                  <a:pt x="10927" y="106185"/>
                </a:cubicBezTo>
                <a:cubicBezTo>
                  <a:pt x="11258" y="106516"/>
                  <a:pt x="11589" y="106827"/>
                  <a:pt x="11936" y="107153"/>
                </a:cubicBezTo>
                <a:lnTo>
                  <a:pt x="11936" y="107153"/>
                </a:lnTo>
                <a:cubicBezTo>
                  <a:pt x="11892" y="107121"/>
                  <a:pt x="11845" y="107091"/>
                  <a:pt x="11799" y="107056"/>
                </a:cubicBezTo>
                <a:cubicBezTo>
                  <a:pt x="11799" y="107056"/>
                  <a:pt x="11774" y="107031"/>
                  <a:pt x="11749" y="107031"/>
                </a:cubicBezTo>
                <a:lnTo>
                  <a:pt x="11599" y="106907"/>
                </a:lnTo>
                <a:cubicBezTo>
                  <a:pt x="11400" y="106708"/>
                  <a:pt x="11176" y="106534"/>
                  <a:pt x="10977" y="106310"/>
                </a:cubicBezTo>
                <a:cubicBezTo>
                  <a:pt x="10927" y="106260"/>
                  <a:pt x="10853" y="106235"/>
                  <a:pt x="10803" y="106160"/>
                </a:cubicBezTo>
                <a:cubicBezTo>
                  <a:pt x="10678" y="106036"/>
                  <a:pt x="10554" y="105911"/>
                  <a:pt x="10405" y="105787"/>
                </a:cubicBezTo>
                <a:cubicBezTo>
                  <a:pt x="10330" y="105737"/>
                  <a:pt x="10280" y="105662"/>
                  <a:pt x="10255" y="105613"/>
                </a:cubicBezTo>
                <a:cubicBezTo>
                  <a:pt x="10106" y="105488"/>
                  <a:pt x="10031" y="105364"/>
                  <a:pt x="9907" y="105239"/>
                </a:cubicBezTo>
                <a:cubicBezTo>
                  <a:pt x="9708" y="105040"/>
                  <a:pt x="9533" y="104816"/>
                  <a:pt x="9384" y="104642"/>
                </a:cubicBezTo>
                <a:lnTo>
                  <a:pt x="9285" y="104542"/>
                </a:lnTo>
                <a:lnTo>
                  <a:pt x="9011" y="104169"/>
                </a:lnTo>
                <a:close/>
                <a:moveTo>
                  <a:pt x="60685" y="96951"/>
                </a:moveTo>
                <a:lnTo>
                  <a:pt x="60685" y="96951"/>
                </a:lnTo>
                <a:cubicBezTo>
                  <a:pt x="60784" y="98345"/>
                  <a:pt x="60734" y="99714"/>
                  <a:pt x="60635" y="101083"/>
                </a:cubicBezTo>
                <a:cubicBezTo>
                  <a:pt x="56055" y="103696"/>
                  <a:pt x="51525" y="105911"/>
                  <a:pt x="47094" y="107654"/>
                </a:cubicBezTo>
                <a:cubicBezTo>
                  <a:pt x="46970" y="107629"/>
                  <a:pt x="46845" y="107604"/>
                  <a:pt x="46721" y="107604"/>
                </a:cubicBezTo>
                <a:cubicBezTo>
                  <a:pt x="46397" y="107529"/>
                  <a:pt x="46099" y="107480"/>
                  <a:pt x="45800" y="107405"/>
                </a:cubicBezTo>
                <a:lnTo>
                  <a:pt x="45153" y="107231"/>
                </a:lnTo>
                <a:cubicBezTo>
                  <a:pt x="44978" y="107156"/>
                  <a:pt x="44754" y="107106"/>
                  <a:pt x="44555" y="107031"/>
                </a:cubicBezTo>
                <a:cubicBezTo>
                  <a:pt x="46895" y="104045"/>
                  <a:pt x="48488" y="100610"/>
                  <a:pt x="49334" y="97125"/>
                </a:cubicBezTo>
                <a:cubicBezTo>
                  <a:pt x="50778" y="97623"/>
                  <a:pt x="52396" y="97872"/>
                  <a:pt x="54213" y="97872"/>
                </a:cubicBezTo>
                <a:cubicBezTo>
                  <a:pt x="56204" y="97872"/>
                  <a:pt x="58370" y="97573"/>
                  <a:pt x="60685" y="96951"/>
                </a:cubicBezTo>
                <a:close/>
                <a:moveTo>
                  <a:pt x="60560" y="101282"/>
                </a:moveTo>
                <a:lnTo>
                  <a:pt x="60560" y="101331"/>
                </a:lnTo>
                <a:cubicBezTo>
                  <a:pt x="56204" y="103895"/>
                  <a:pt x="51848" y="106036"/>
                  <a:pt x="47542" y="107728"/>
                </a:cubicBezTo>
                <a:lnTo>
                  <a:pt x="47418" y="107728"/>
                </a:lnTo>
                <a:cubicBezTo>
                  <a:pt x="51749" y="106036"/>
                  <a:pt x="56130" y="103895"/>
                  <a:pt x="60560" y="101282"/>
                </a:cubicBezTo>
                <a:close/>
                <a:moveTo>
                  <a:pt x="44381" y="107156"/>
                </a:moveTo>
                <a:cubicBezTo>
                  <a:pt x="44481" y="107181"/>
                  <a:pt x="44530" y="107231"/>
                  <a:pt x="44630" y="107256"/>
                </a:cubicBezTo>
                <a:cubicBezTo>
                  <a:pt x="44779" y="107305"/>
                  <a:pt x="44929" y="107355"/>
                  <a:pt x="45103" y="107405"/>
                </a:cubicBezTo>
                <a:lnTo>
                  <a:pt x="45750" y="107604"/>
                </a:lnTo>
                <a:lnTo>
                  <a:pt x="46223" y="107679"/>
                </a:lnTo>
                <a:cubicBezTo>
                  <a:pt x="46422" y="107728"/>
                  <a:pt x="46596" y="107753"/>
                  <a:pt x="46721" y="107778"/>
                </a:cubicBezTo>
                <a:cubicBezTo>
                  <a:pt x="46671" y="107778"/>
                  <a:pt x="46671" y="107778"/>
                  <a:pt x="46646" y="107803"/>
                </a:cubicBezTo>
                <a:cubicBezTo>
                  <a:pt x="45850" y="107654"/>
                  <a:pt x="45103" y="107480"/>
                  <a:pt x="44356" y="107181"/>
                </a:cubicBezTo>
                <a:lnTo>
                  <a:pt x="44381" y="107156"/>
                </a:lnTo>
                <a:close/>
                <a:moveTo>
                  <a:pt x="47163" y="107859"/>
                </a:moveTo>
                <a:cubicBezTo>
                  <a:pt x="47175" y="107859"/>
                  <a:pt x="47194" y="107865"/>
                  <a:pt x="47219" y="107878"/>
                </a:cubicBezTo>
                <a:cubicBezTo>
                  <a:pt x="47219" y="107878"/>
                  <a:pt x="47169" y="107878"/>
                  <a:pt x="47169" y="107903"/>
                </a:cubicBezTo>
                <a:cubicBezTo>
                  <a:pt x="47169" y="107903"/>
                  <a:pt x="47144" y="107903"/>
                  <a:pt x="47144" y="107928"/>
                </a:cubicBezTo>
                <a:cubicBezTo>
                  <a:pt x="47119" y="107928"/>
                  <a:pt x="47094" y="107903"/>
                  <a:pt x="47019" y="107903"/>
                </a:cubicBezTo>
                <a:lnTo>
                  <a:pt x="47094" y="107903"/>
                </a:lnTo>
                <a:cubicBezTo>
                  <a:pt x="47119" y="107903"/>
                  <a:pt x="47119" y="107903"/>
                  <a:pt x="47144" y="107878"/>
                </a:cubicBezTo>
                <a:cubicBezTo>
                  <a:pt x="47144" y="107865"/>
                  <a:pt x="47150" y="107859"/>
                  <a:pt x="47163" y="107859"/>
                </a:cubicBezTo>
                <a:close/>
                <a:moveTo>
                  <a:pt x="60535" y="101630"/>
                </a:moveTo>
                <a:lnTo>
                  <a:pt x="60535" y="101630"/>
                </a:lnTo>
                <a:cubicBezTo>
                  <a:pt x="60336" y="103422"/>
                  <a:pt x="59963" y="105165"/>
                  <a:pt x="59415" y="106758"/>
                </a:cubicBezTo>
                <a:cubicBezTo>
                  <a:pt x="57847" y="107131"/>
                  <a:pt x="56329" y="107480"/>
                  <a:pt x="54860" y="107679"/>
                </a:cubicBezTo>
                <a:lnTo>
                  <a:pt x="54810" y="107679"/>
                </a:lnTo>
                <a:cubicBezTo>
                  <a:pt x="54736" y="107679"/>
                  <a:pt x="54686" y="107728"/>
                  <a:pt x="54586" y="107728"/>
                </a:cubicBezTo>
                <a:cubicBezTo>
                  <a:pt x="54238" y="107753"/>
                  <a:pt x="53939" y="107803"/>
                  <a:pt x="53591" y="107853"/>
                </a:cubicBezTo>
                <a:cubicBezTo>
                  <a:pt x="53342" y="107878"/>
                  <a:pt x="53118" y="107878"/>
                  <a:pt x="52894" y="107903"/>
                </a:cubicBezTo>
                <a:cubicBezTo>
                  <a:pt x="52819" y="107903"/>
                  <a:pt x="52720" y="107903"/>
                  <a:pt x="52620" y="107928"/>
                </a:cubicBezTo>
                <a:cubicBezTo>
                  <a:pt x="52496" y="107928"/>
                  <a:pt x="52371" y="107977"/>
                  <a:pt x="52247" y="107977"/>
                </a:cubicBezTo>
                <a:cubicBezTo>
                  <a:pt x="51973" y="107977"/>
                  <a:pt x="51649" y="108002"/>
                  <a:pt x="51375" y="108002"/>
                </a:cubicBezTo>
                <a:lnTo>
                  <a:pt x="50853" y="108002"/>
                </a:lnTo>
                <a:cubicBezTo>
                  <a:pt x="50280" y="108002"/>
                  <a:pt x="49733" y="107977"/>
                  <a:pt x="49160" y="107928"/>
                </a:cubicBezTo>
                <a:lnTo>
                  <a:pt x="49135" y="107928"/>
                </a:lnTo>
                <a:cubicBezTo>
                  <a:pt x="49011" y="107928"/>
                  <a:pt x="48886" y="107903"/>
                  <a:pt x="48762" y="107903"/>
                </a:cubicBezTo>
                <a:cubicBezTo>
                  <a:pt x="48662" y="107903"/>
                  <a:pt x="48588" y="107878"/>
                  <a:pt x="48488" y="107878"/>
                </a:cubicBezTo>
                <a:cubicBezTo>
                  <a:pt x="48289" y="107853"/>
                  <a:pt x="48140" y="107853"/>
                  <a:pt x="47965" y="107803"/>
                </a:cubicBezTo>
                <a:cubicBezTo>
                  <a:pt x="52072" y="106160"/>
                  <a:pt x="56254" y="104119"/>
                  <a:pt x="60535" y="101630"/>
                </a:cubicBezTo>
                <a:close/>
                <a:moveTo>
                  <a:pt x="59316" y="106957"/>
                </a:moveTo>
                <a:lnTo>
                  <a:pt x="59316" y="107007"/>
                </a:lnTo>
                <a:lnTo>
                  <a:pt x="59316" y="107031"/>
                </a:lnTo>
                <a:cubicBezTo>
                  <a:pt x="58594" y="107206"/>
                  <a:pt x="57847" y="107405"/>
                  <a:pt x="57125" y="107554"/>
                </a:cubicBezTo>
                <a:cubicBezTo>
                  <a:pt x="57001" y="107579"/>
                  <a:pt x="56876" y="107579"/>
                  <a:pt x="56752" y="107629"/>
                </a:cubicBezTo>
                <a:cubicBezTo>
                  <a:pt x="56155" y="107753"/>
                  <a:pt x="55582" y="107828"/>
                  <a:pt x="54985" y="107928"/>
                </a:cubicBezTo>
                <a:cubicBezTo>
                  <a:pt x="54960" y="107928"/>
                  <a:pt x="54910" y="107928"/>
                  <a:pt x="54860" y="107952"/>
                </a:cubicBezTo>
                <a:cubicBezTo>
                  <a:pt x="54761" y="107952"/>
                  <a:pt x="54661" y="108002"/>
                  <a:pt x="54611" y="108002"/>
                </a:cubicBezTo>
                <a:cubicBezTo>
                  <a:pt x="54263" y="108027"/>
                  <a:pt x="53914" y="108077"/>
                  <a:pt x="53616" y="108127"/>
                </a:cubicBezTo>
                <a:cubicBezTo>
                  <a:pt x="53367" y="108152"/>
                  <a:pt x="53143" y="108152"/>
                  <a:pt x="52894" y="108176"/>
                </a:cubicBezTo>
                <a:cubicBezTo>
                  <a:pt x="52844" y="108176"/>
                  <a:pt x="52744" y="108176"/>
                  <a:pt x="52670" y="108201"/>
                </a:cubicBezTo>
                <a:cubicBezTo>
                  <a:pt x="52520" y="108201"/>
                  <a:pt x="52371" y="108251"/>
                  <a:pt x="52247" y="108251"/>
                </a:cubicBezTo>
                <a:cubicBezTo>
                  <a:pt x="51774" y="108276"/>
                  <a:pt x="51301" y="108276"/>
                  <a:pt x="50853" y="108276"/>
                </a:cubicBezTo>
                <a:lnTo>
                  <a:pt x="50430" y="108276"/>
                </a:lnTo>
                <a:cubicBezTo>
                  <a:pt x="49982" y="108276"/>
                  <a:pt x="49509" y="108251"/>
                  <a:pt x="49061" y="108226"/>
                </a:cubicBezTo>
                <a:cubicBezTo>
                  <a:pt x="48986" y="108226"/>
                  <a:pt x="48911" y="108226"/>
                  <a:pt x="48812" y="108176"/>
                </a:cubicBezTo>
                <a:cubicBezTo>
                  <a:pt x="48538" y="108152"/>
                  <a:pt x="48289" y="108127"/>
                  <a:pt x="48015" y="108077"/>
                </a:cubicBezTo>
                <a:cubicBezTo>
                  <a:pt x="47816" y="108052"/>
                  <a:pt x="47642" y="108052"/>
                  <a:pt x="47492" y="108027"/>
                </a:cubicBezTo>
                <a:cubicBezTo>
                  <a:pt x="47517" y="107977"/>
                  <a:pt x="47517" y="107977"/>
                  <a:pt x="47542" y="107928"/>
                </a:cubicBezTo>
                <a:cubicBezTo>
                  <a:pt x="47592" y="107928"/>
                  <a:pt x="47592" y="107928"/>
                  <a:pt x="47617" y="107903"/>
                </a:cubicBezTo>
                <a:lnTo>
                  <a:pt x="47716" y="107903"/>
                </a:lnTo>
                <a:cubicBezTo>
                  <a:pt x="48090" y="107952"/>
                  <a:pt x="48463" y="108002"/>
                  <a:pt x="48837" y="108027"/>
                </a:cubicBezTo>
                <a:cubicBezTo>
                  <a:pt x="48911" y="108027"/>
                  <a:pt x="48986" y="108052"/>
                  <a:pt x="49036" y="108052"/>
                </a:cubicBezTo>
                <a:lnTo>
                  <a:pt x="49235" y="108052"/>
                </a:lnTo>
                <a:cubicBezTo>
                  <a:pt x="49758" y="108102"/>
                  <a:pt x="50280" y="108127"/>
                  <a:pt x="50803" y="108127"/>
                </a:cubicBezTo>
                <a:cubicBezTo>
                  <a:pt x="51276" y="108127"/>
                  <a:pt x="51749" y="108077"/>
                  <a:pt x="52222" y="108077"/>
                </a:cubicBezTo>
                <a:lnTo>
                  <a:pt x="52247" y="108077"/>
                </a:lnTo>
                <a:cubicBezTo>
                  <a:pt x="52346" y="108077"/>
                  <a:pt x="52471" y="108077"/>
                  <a:pt x="52545" y="108052"/>
                </a:cubicBezTo>
                <a:cubicBezTo>
                  <a:pt x="52645" y="108052"/>
                  <a:pt x="52744" y="108052"/>
                  <a:pt x="52844" y="108027"/>
                </a:cubicBezTo>
                <a:lnTo>
                  <a:pt x="52968" y="108027"/>
                </a:lnTo>
                <a:cubicBezTo>
                  <a:pt x="53168" y="108002"/>
                  <a:pt x="53367" y="108002"/>
                  <a:pt x="53591" y="107952"/>
                </a:cubicBezTo>
                <a:lnTo>
                  <a:pt x="53616" y="107952"/>
                </a:lnTo>
                <a:cubicBezTo>
                  <a:pt x="53765" y="107928"/>
                  <a:pt x="53964" y="107928"/>
                  <a:pt x="54113" y="107903"/>
                </a:cubicBezTo>
                <a:cubicBezTo>
                  <a:pt x="54238" y="107878"/>
                  <a:pt x="54387" y="107878"/>
                  <a:pt x="54512" y="107828"/>
                </a:cubicBezTo>
                <a:lnTo>
                  <a:pt x="54636" y="107828"/>
                </a:lnTo>
                <a:cubicBezTo>
                  <a:pt x="54711" y="107828"/>
                  <a:pt x="54810" y="107803"/>
                  <a:pt x="54860" y="107803"/>
                </a:cubicBezTo>
                <a:lnTo>
                  <a:pt x="55607" y="107704"/>
                </a:lnTo>
                <a:lnTo>
                  <a:pt x="55657" y="107704"/>
                </a:lnTo>
                <a:cubicBezTo>
                  <a:pt x="55731" y="107704"/>
                  <a:pt x="55781" y="107679"/>
                  <a:pt x="55856" y="107679"/>
                </a:cubicBezTo>
                <a:cubicBezTo>
                  <a:pt x="56329" y="107579"/>
                  <a:pt x="56777" y="107529"/>
                  <a:pt x="57250" y="107430"/>
                </a:cubicBezTo>
                <a:cubicBezTo>
                  <a:pt x="57349" y="107405"/>
                  <a:pt x="57474" y="107380"/>
                  <a:pt x="57573" y="107380"/>
                </a:cubicBezTo>
                <a:cubicBezTo>
                  <a:pt x="57648" y="107330"/>
                  <a:pt x="57772" y="107305"/>
                  <a:pt x="57872" y="107305"/>
                </a:cubicBezTo>
                <a:cubicBezTo>
                  <a:pt x="57947" y="107305"/>
                  <a:pt x="57972" y="107280"/>
                  <a:pt x="58021" y="107280"/>
                </a:cubicBezTo>
                <a:cubicBezTo>
                  <a:pt x="58345" y="107206"/>
                  <a:pt x="58619" y="107156"/>
                  <a:pt x="58942" y="107056"/>
                </a:cubicBezTo>
                <a:lnTo>
                  <a:pt x="59316" y="106957"/>
                </a:lnTo>
                <a:close/>
                <a:moveTo>
                  <a:pt x="44232" y="107380"/>
                </a:moveTo>
                <a:cubicBezTo>
                  <a:pt x="44257" y="107380"/>
                  <a:pt x="44281" y="107405"/>
                  <a:pt x="44306" y="107405"/>
                </a:cubicBezTo>
                <a:cubicBezTo>
                  <a:pt x="44381" y="107430"/>
                  <a:pt x="44431" y="107430"/>
                  <a:pt x="44505" y="107480"/>
                </a:cubicBezTo>
                <a:cubicBezTo>
                  <a:pt x="44879" y="107604"/>
                  <a:pt x="45252" y="107679"/>
                  <a:pt x="45626" y="107778"/>
                </a:cubicBezTo>
                <a:cubicBezTo>
                  <a:pt x="45725" y="107803"/>
                  <a:pt x="45850" y="107853"/>
                  <a:pt x="45924" y="107853"/>
                </a:cubicBezTo>
                <a:cubicBezTo>
                  <a:pt x="46024" y="107878"/>
                  <a:pt x="46148" y="107903"/>
                  <a:pt x="46248" y="107928"/>
                </a:cubicBezTo>
                <a:cubicBezTo>
                  <a:pt x="45003" y="108400"/>
                  <a:pt x="43759" y="108799"/>
                  <a:pt x="42539" y="109172"/>
                </a:cubicBezTo>
                <a:cubicBezTo>
                  <a:pt x="43161" y="108625"/>
                  <a:pt x="43734" y="108027"/>
                  <a:pt x="44232" y="107380"/>
                </a:cubicBezTo>
                <a:close/>
                <a:moveTo>
                  <a:pt x="43983" y="107280"/>
                </a:moveTo>
                <a:cubicBezTo>
                  <a:pt x="44008" y="107280"/>
                  <a:pt x="44008" y="107305"/>
                  <a:pt x="44033" y="107305"/>
                </a:cubicBezTo>
                <a:cubicBezTo>
                  <a:pt x="43435" y="108027"/>
                  <a:pt x="42813" y="108724"/>
                  <a:pt x="42191" y="109346"/>
                </a:cubicBezTo>
                <a:cubicBezTo>
                  <a:pt x="42166" y="109346"/>
                  <a:pt x="42091" y="109371"/>
                  <a:pt x="42066" y="109371"/>
                </a:cubicBezTo>
                <a:cubicBezTo>
                  <a:pt x="42738" y="108724"/>
                  <a:pt x="43385" y="108027"/>
                  <a:pt x="43983" y="107280"/>
                </a:cubicBezTo>
                <a:close/>
                <a:moveTo>
                  <a:pt x="46621" y="108027"/>
                </a:moveTo>
                <a:cubicBezTo>
                  <a:pt x="46646" y="108027"/>
                  <a:pt x="46671" y="108027"/>
                  <a:pt x="46721" y="108052"/>
                </a:cubicBezTo>
                <a:cubicBezTo>
                  <a:pt x="45178" y="108649"/>
                  <a:pt x="43659" y="109147"/>
                  <a:pt x="42166" y="109620"/>
                </a:cubicBezTo>
                <a:cubicBezTo>
                  <a:pt x="42240" y="109595"/>
                  <a:pt x="42240" y="109545"/>
                  <a:pt x="42265" y="109521"/>
                </a:cubicBezTo>
                <a:cubicBezTo>
                  <a:pt x="43684" y="109097"/>
                  <a:pt x="45153" y="108600"/>
                  <a:pt x="46621" y="108027"/>
                </a:cubicBezTo>
                <a:close/>
                <a:moveTo>
                  <a:pt x="5924" y="97424"/>
                </a:moveTo>
                <a:lnTo>
                  <a:pt x="5949" y="97448"/>
                </a:lnTo>
                <a:cubicBezTo>
                  <a:pt x="6074" y="97548"/>
                  <a:pt x="6173" y="97672"/>
                  <a:pt x="6298" y="97772"/>
                </a:cubicBezTo>
                <a:cubicBezTo>
                  <a:pt x="6422" y="97897"/>
                  <a:pt x="6547" y="97971"/>
                  <a:pt x="6671" y="98096"/>
                </a:cubicBezTo>
                <a:cubicBezTo>
                  <a:pt x="6795" y="98220"/>
                  <a:pt x="6945" y="98320"/>
                  <a:pt x="7069" y="98419"/>
                </a:cubicBezTo>
                <a:cubicBezTo>
                  <a:pt x="7194" y="98519"/>
                  <a:pt x="7318" y="98593"/>
                  <a:pt x="7418" y="98693"/>
                </a:cubicBezTo>
                <a:cubicBezTo>
                  <a:pt x="7567" y="98817"/>
                  <a:pt x="7716" y="98917"/>
                  <a:pt x="7866" y="99041"/>
                </a:cubicBezTo>
                <a:cubicBezTo>
                  <a:pt x="7965" y="99091"/>
                  <a:pt x="8090" y="99191"/>
                  <a:pt x="8189" y="99266"/>
                </a:cubicBezTo>
                <a:cubicBezTo>
                  <a:pt x="8364" y="99390"/>
                  <a:pt x="8563" y="99514"/>
                  <a:pt x="8737" y="99589"/>
                </a:cubicBezTo>
                <a:cubicBezTo>
                  <a:pt x="8837" y="99664"/>
                  <a:pt x="8936" y="99714"/>
                  <a:pt x="9036" y="99763"/>
                </a:cubicBezTo>
                <a:cubicBezTo>
                  <a:pt x="9210" y="99888"/>
                  <a:pt x="9434" y="100012"/>
                  <a:pt x="9658" y="100087"/>
                </a:cubicBezTo>
                <a:cubicBezTo>
                  <a:pt x="9708" y="100137"/>
                  <a:pt x="9807" y="100186"/>
                  <a:pt x="9907" y="100211"/>
                </a:cubicBezTo>
                <a:cubicBezTo>
                  <a:pt x="10106" y="100336"/>
                  <a:pt x="10330" y="100435"/>
                  <a:pt x="10579" y="100560"/>
                </a:cubicBezTo>
                <a:cubicBezTo>
                  <a:pt x="10654" y="100585"/>
                  <a:pt x="10703" y="100635"/>
                  <a:pt x="10803" y="100659"/>
                </a:cubicBezTo>
                <a:cubicBezTo>
                  <a:pt x="11052" y="100784"/>
                  <a:pt x="11301" y="100883"/>
                  <a:pt x="11525" y="101008"/>
                </a:cubicBezTo>
                <a:cubicBezTo>
                  <a:pt x="11575" y="101033"/>
                  <a:pt x="11649" y="101058"/>
                  <a:pt x="11699" y="101058"/>
                </a:cubicBezTo>
                <a:cubicBezTo>
                  <a:pt x="11948" y="101157"/>
                  <a:pt x="12197" y="101282"/>
                  <a:pt x="12471" y="101381"/>
                </a:cubicBezTo>
                <a:cubicBezTo>
                  <a:pt x="12545" y="101406"/>
                  <a:pt x="12595" y="101406"/>
                  <a:pt x="12645" y="101431"/>
                </a:cubicBezTo>
                <a:cubicBezTo>
                  <a:pt x="12695" y="101456"/>
                  <a:pt x="12769" y="101456"/>
                  <a:pt x="12819" y="101506"/>
                </a:cubicBezTo>
                <a:cubicBezTo>
                  <a:pt x="13541" y="104567"/>
                  <a:pt x="14910" y="107405"/>
                  <a:pt x="16926" y="109745"/>
                </a:cubicBezTo>
                <a:cubicBezTo>
                  <a:pt x="16777" y="109670"/>
                  <a:pt x="16578" y="109620"/>
                  <a:pt x="16428" y="109545"/>
                </a:cubicBezTo>
                <a:cubicBezTo>
                  <a:pt x="16105" y="109396"/>
                  <a:pt x="15756" y="109247"/>
                  <a:pt x="15408" y="109048"/>
                </a:cubicBezTo>
                <a:cubicBezTo>
                  <a:pt x="15234" y="108973"/>
                  <a:pt x="15059" y="108898"/>
                  <a:pt x="14885" y="108799"/>
                </a:cubicBezTo>
                <a:lnTo>
                  <a:pt x="13939" y="108251"/>
                </a:lnTo>
                <a:cubicBezTo>
                  <a:pt x="13790" y="108152"/>
                  <a:pt x="13616" y="108052"/>
                  <a:pt x="13441" y="107928"/>
                </a:cubicBezTo>
                <a:cubicBezTo>
                  <a:pt x="13168" y="107778"/>
                  <a:pt x="12894" y="107554"/>
                  <a:pt x="12620" y="107355"/>
                </a:cubicBezTo>
                <a:lnTo>
                  <a:pt x="12147" y="106982"/>
                </a:lnTo>
                <a:cubicBezTo>
                  <a:pt x="11898" y="106758"/>
                  <a:pt x="11649" y="106534"/>
                  <a:pt x="11375" y="106310"/>
                </a:cubicBezTo>
                <a:cubicBezTo>
                  <a:pt x="11201" y="106185"/>
                  <a:pt x="11052" y="106036"/>
                  <a:pt x="10927" y="105911"/>
                </a:cubicBezTo>
                <a:lnTo>
                  <a:pt x="10878" y="105862"/>
                </a:lnTo>
                <a:cubicBezTo>
                  <a:pt x="10654" y="105638"/>
                  <a:pt x="10430" y="105414"/>
                  <a:pt x="10206" y="105165"/>
                </a:cubicBezTo>
                <a:cubicBezTo>
                  <a:pt x="10056" y="105015"/>
                  <a:pt x="9907" y="104816"/>
                  <a:pt x="9757" y="104667"/>
                </a:cubicBezTo>
                <a:cubicBezTo>
                  <a:pt x="9558" y="104418"/>
                  <a:pt x="9334" y="104169"/>
                  <a:pt x="9160" y="103945"/>
                </a:cubicBezTo>
                <a:cubicBezTo>
                  <a:pt x="9011" y="103771"/>
                  <a:pt x="8837" y="103547"/>
                  <a:pt x="8712" y="103373"/>
                </a:cubicBezTo>
                <a:cubicBezTo>
                  <a:pt x="8563" y="103124"/>
                  <a:pt x="8388" y="102875"/>
                  <a:pt x="8214" y="102626"/>
                </a:cubicBezTo>
                <a:cubicBezTo>
                  <a:pt x="8065" y="102402"/>
                  <a:pt x="7940" y="102178"/>
                  <a:pt x="7816" y="101929"/>
                </a:cubicBezTo>
                <a:cubicBezTo>
                  <a:pt x="7667" y="101680"/>
                  <a:pt x="7542" y="101431"/>
                  <a:pt x="7418" y="101157"/>
                </a:cubicBezTo>
                <a:cubicBezTo>
                  <a:pt x="7293" y="100908"/>
                  <a:pt x="7169" y="100659"/>
                  <a:pt x="7044" y="100386"/>
                </a:cubicBezTo>
                <a:cubicBezTo>
                  <a:pt x="6920" y="100137"/>
                  <a:pt x="6820" y="99838"/>
                  <a:pt x="6696" y="99564"/>
                </a:cubicBezTo>
                <a:cubicBezTo>
                  <a:pt x="6571" y="99290"/>
                  <a:pt x="6472" y="99017"/>
                  <a:pt x="6347" y="98718"/>
                </a:cubicBezTo>
                <a:lnTo>
                  <a:pt x="6074" y="97897"/>
                </a:lnTo>
                <a:cubicBezTo>
                  <a:pt x="6024" y="97722"/>
                  <a:pt x="5974" y="97573"/>
                  <a:pt x="5924" y="97424"/>
                </a:cubicBezTo>
                <a:close/>
                <a:moveTo>
                  <a:pt x="41892" y="109645"/>
                </a:moveTo>
                <a:lnTo>
                  <a:pt x="41792" y="109745"/>
                </a:lnTo>
                <a:cubicBezTo>
                  <a:pt x="41743" y="109745"/>
                  <a:pt x="41693" y="109770"/>
                  <a:pt x="41643" y="109770"/>
                </a:cubicBezTo>
                <a:lnTo>
                  <a:pt x="41743" y="109670"/>
                </a:lnTo>
                <a:cubicBezTo>
                  <a:pt x="41792" y="109670"/>
                  <a:pt x="41817" y="109645"/>
                  <a:pt x="41892" y="109645"/>
                </a:cubicBezTo>
                <a:close/>
                <a:moveTo>
                  <a:pt x="36665" y="100635"/>
                </a:moveTo>
                <a:lnTo>
                  <a:pt x="36939" y="101182"/>
                </a:lnTo>
                <a:cubicBezTo>
                  <a:pt x="36963" y="101207"/>
                  <a:pt x="36963" y="101257"/>
                  <a:pt x="37013" y="101282"/>
                </a:cubicBezTo>
                <a:cubicBezTo>
                  <a:pt x="37038" y="101331"/>
                  <a:pt x="37063" y="101406"/>
                  <a:pt x="37138" y="101506"/>
                </a:cubicBezTo>
                <a:cubicBezTo>
                  <a:pt x="37212" y="101655"/>
                  <a:pt x="37312" y="101829"/>
                  <a:pt x="37436" y="102004"/>
                </a:cubicBezTo>
                <a:cubicBezTo>
                  <a:pt x="37436" y="102028"/>
                  <a:pt x="37461" y="102028"/>
                  <a:pt x="37461" y="102053"/>
                </a:cubicBezTo>
                <a:cubicBezTo>
                  <a:pt x="37511" y="102128"/>
                  <a:pt x="37536" y="102178"/>
                  <a:pt x="37561" y="102203"/>
                </a:cubicBezTo>
                <a:cubicBezTo>
                  <a:pt x="37586" y="102277"/>
                  <a:pt x="37636" y="102327"/>
                  <a:pt x="37685" y="102402"/>
                </a:cubicBezTo>
                <a:cubicBezTo>
                  <a:pt x="37909" y="102700"/>
                  <a:pt x="38084" y="102999"/>
                  <a:pt x="38332" y="103273"/>
                </a:cubicBezTo>
                <a:cubicBezTo>
                  <a:pt x="38382" y="103323"/>
                  <a:pt x="38432" y="103373"/>
                  <a:pt x="38457" y="103397"/>
                </a:cubicBezTo>
                <a:cubicBezTo>
                  <a:pt x="38581" y="103547"/>
                  <a:pt x="38756" y="103696"/>
                  <a:pt x="38880" y="103870"/>
                </a:cubicBezTo>
                <a:lnTo>
                  <a:pt x="38955" y="103945"/>
                </a:lnTo>
                <a:cubicBezTo>
                  <a:pt x="39005" y="103995"/>
                  <a:pt x="39029" y="104020"/>
                  <a:pt x="39029" y="104045"/>
                </a:cubicBezTo>
                <a:lnTo>
                  <a:pt x="39278" y="104293"/>
                </a:lnTo>
                <a:cubicBezTo>
                  <a:pt x="39428" y="104443"/>
                  <a:pt x="39627" y="104617"/>
                  <a:pt x="39801" y="104766"/>
                </a:cubicBezTo>
                <a:cubicBezTo>
                  <a:pt x="39901" y="104866"/>
                  <a:pt x="40000" y="104941"/>
                  <a:pt x="40125" y="105015"/>
                </a:cubicBezTo>
                <a:cubicBezTo>
                  <a:pt x="40299" y="105165"/>
                  <a:pt x="40498" y="105314"/>
                  <a:pt x="40697" y="105438"/>
                </a:cubicBezTo>
                <a:cubicBezTo>
                  <a:pt x="40822" y="105538"/>
                  <a:pt x="40996" y="105638"/>
                  <a:pt x="41145" y="105762"/>
                </a:cubicBezTo>
                <a:cubicBezTo>
                  <a:pt x="41369" y="105911"/>
                  <a:pt x="41568" y="106036"/>
                  <a:pt x="41817" y="106185"/>
                </a:cubicBezTo>
                <a:cubicBezTo>
                  <a:pt x="41991" y="106285"/>
                  <a:pt x="42166" y="106384"/>
                  <a:pt x="42315" y="106484"/>
                </a:cubicBezTo>
                <a:cubicBezTo>
                  <a:pt x="42489" y="106534"/>
                  <a:pt x="42614" y="106633"/>
                  <a:pt x="42763" y="106683"/>
                </a:cubicBezTo>
                <a:cubicBezTo>
                  <a:pt x="42937" y="106783"/>
                  <a:pt x="43136" y="106882"/>
                  <a:pt x="43311" y="106932"/>
                </a:cubicBezTo>
                <a:cubicBezTo>
                  <a:pt x="43435" y="107007"/>
                  <a:pt x="43560" y="107031"/>
                  <a:pt x="43734" y="107106"/>
                </a:cubicBezTo>
                <a:cubicBezTo>
                  <a:pt x="43759" y="107131"/>
                  <a:pt x="43809" y="107131"/>
                  <a:pt x="43858" y="107156"/>
                </a:cubicBezTo>
                <a:cubicBezTo>
                  <a:pt x="43136" y="108027"/>
                  <a:pt x="42415" y="108774"/>
                  <a:pt x="41668" y="109496"/>
                </a:cubicBezTo>
                <a:cubicBezTo>
                  <a:pt x="41295" y="109620"/>
                  <a:pt x="40921" y="109720"/>
                  <a:pt x="40548" y="109794"/>
                </a:cubicBezTo>
                <a:cubicBezTo>
                  <a:pt x="38283" y="107405"/>
                  <a:pt x="36416" y="104393"/>
                  <a:pt x="35047" y="101083"/>
                </a:cubicBezTo>
                <a:cubicBezTo>
                  <a:pt x="35570" y="100933"/>
                  <a:pt x="36092" y="100784"/>
                  <a:pt x="36665" y="100635"/>
                </a:cubicBezTo>
                <a:close/>
                <a:moveTo>
                  <a:pt x="34848" y="101157"/>
                </a:moveTo>
                <a:cubicBezTo>
                  <a:pt x="36217" y="104443"/>
                  <a:pt x="38059" y="107480"/>
                  <a:pt x="40349" y="109869"/>
                </a:cubicBezTo>
                <a:cubicBezTo>
                  <a:pt x="40324" y="109869"/>
                  <a:pt x="40324" y="109869"/>
                  <a:pt x="40299" y="109894"/>
                </a:cubicBezTo>
                <a:cubicBezTo>
                  <a:pt x="38034" y="107480"/>
                  <a:pt x="36167" y="104443"/>
                  <a:pt x="34798" y="101182"/>
                </a:cubicBezTo>
                <a:cubicBezTo>
                  <a:pt x="34823" y="101182"/>
                  <a:pt x="34823" y="101182"/>
                  <a:pt x="34848" y="101157"/>
                </a:cubicBezTo>
                <a:close/>
                <a:moveTo>
                  <a:pt x="13043" y="101630"/>
                </a:moveTo>
                <a:lnTo>
                  <a:pt x="13043" y="101630"/>
                </a:lnTo>
                <a:cubicBezTo>
                  <a:pt x="13068" y="101655"/>
                  <a:pt x="13118" y="101655"/>
                  <a:pt x="13118" y="101655"/>
                </a:cubicBezTo>
                <a:cubicBezTo>
                  <a:pt x="13889" y="104791"/>
                  <a:pt x="15308" y="107679"/>
                  <a:pt x="17474" y="110018"/>
                </a:cubicBezTo>
                <a:cubicBezTo>
                  <a:pt x="17424" y="109994"/>
                  <a:pt x="17374" y="109994"/>
                  <a:pt x="17349" y="109969"/>
                </a:cubicBezTo>
                <a:cubicBezTo>
                  <a:pt x="15234" y="107629"/>
                  <a:pt x="13815" y="104766"/>
                  <a:pt x="13043" y="101630"/>
                </a:cubicBezTo>
                <a:close/>
                <a:moveTo>
                  <a:pt x="41319" y="109794"/>
                </a:moveTo>
                <a:lnTo>
                  <a:pt x="41245" y="109894"/>
                </a:lnTo>
                <a:cubicBezTo>
                  <a:pt x="41071" y="109919"/>
                  <a:pt x="40921" y="109969"/>
                  <a:pt x="40747" y="110018"/>
                </a:cubicBezTo>
                <a:lnTo>
                  <a:pt x="40697" y="109994"/>
                </a:lnTo>
                <a:cubicBezTo>
                  <a:pt x="40921" y="109919"/>
                  <a:pt x="41120" y="109869"/>
                  <a:pt x="41319" y="109794"/>
                </a:cubicBezTo>
                <a:close/>
                <a:moveTo>
                  <a:pt x="13317" y="108102"/>
                </a:moveTo>
                <a:lnTo>
                  <a:pt x="13317" y="108102"/>
                </a:lnTo>
                <a:cubicBezTo>
                  <a:pt x="13416" y="108152"/>
                  <a:pt x="13516" y="108226"/>
                  <a:pt x="13616" y="108251"/>
                </a:cubicBezTo>
                <a:cubicBezTo>
                  <a:pt x="13989" y="108500"/>
                  <a:pt x="14362" y="108724"/>
                  <a:pt x="14736" y="108923"/>
                </a:cubicBezTo>
                <a:cubicBezTo>
                  <a:pt x="14810" y="108998"/>
                  <a:pt x="14935" y="109023"/>
                  <a:pt x="15034" y="109097"/>
                </a:cubicBezTo>
                <a:cubicBezTo>
                  <a:pt x="15433" y="109297"/>
                  <a:pt x="15856" y="109521"/>
                  <a:pt x="16279" y="109720"/>
                </a:cubicBezTo>
                <a:cubicBezTo>
                  <a:pt x="16379" y="109770"/>
                  <a:pt x="16503" y="109794"/>
                  <a:pt x="16627" y="109844"/>
                </a:cubicBezTo>
                <a:cubicBezTo>
                  <a:pt x="16802" y="109919"/>
                  <a:pt x="17026" y="109994"/>
                  <a:pt x="17250" y="110093"/>
                </a:cubicBezTo>
                <a:cubicBezTo>
                  <a:pt x="17275" y="110168"/>
                  <a:pt x="17299" y="110218"/>
                  <a:pt x="17349" y="110242"/>
                </a:cubicBezTo>
                <a:lnTo>
                  <a:pt x="16403" y="109869"/>
                </a:lnTo>
                <a:cubicBezTo>
                  <a:pt x="16304" y="109844"/>
                  <a:pt x="16229" y="109794"/>
                  <a:pt x="16130" y="109745"/>
                </a:cubicBezTo>
                <a:cubicBezTo>
                  <a:pt x="15731" y="109545"/>
                  <a:pt x="15308" y="109346"/>
                  <a:pt x="14910" y="109122"/>
                </a:cubicBezTo>
                <a:cubicBezTo>
                  <a:pt x="14785" y="109048"/>
                  <a:pt x="14661" y="108998"/>
                  <a:pt x="14561" y="108923"/>
                </a:cubicBezTo>
                <a:cubicBezTo>
                  <a:pt x="14263" y="108774"/>
                  <a:pt x="14014" y="108600"/>
                  <a:pt x="13690" y="108400"/>
                </a:cubicBezTo>
                <a:cubicBezTo>
                  <a:pt x="13566" y="108301"/>
                  <a:pt x="13441" y="108176"/>
                  <a:pt x="13317" y="108102"/>
                </a:cubicBezTo>
                <a:close/>
                <a:moveTo>
                  <a:pt x="40697" y="110218"/>
                </a:moveTo>
                <a:cubicBezTo>
                  <a:pt x="40747" y="110242"/>
                  <a:pt x="40747" y="110267"/>
                  <a:pt x="40772" y="110292"/>
                </a:cubicBezTo>
                <a:lnTo>
                  <a:pt x="40747" y="110342"/>
                </a:lnTo>
                <a:lnTo>
                  <a:pt x="40647" y="110242"/>
                </a:lnTo>
                <a:cubicBezTo>
                  <a:pt x="40672" y="110242"/>
                  <a:pt x="40672" y="110242"/>
                  <a:pt x="40697" y="110218"/>
                </a:cubicBezTo>
                <a:close/>
                <a:moveTo>
                  <a:pt x="41494" y="110018"/>
                </a:moveTo>
                <a:cubicBezTo>
                  <a:pt x="41369" y="110143"/>
                  <a:pt x="41245" y="110242"/>
                  <a:pt x="41120" y="110367"/>
                </a:cubicBezTo>
                <a:lnTo>
                  <a:pt x="41046" y="110292"/>
                </a:lnTo>
                <a:cubicBezTo>
                  <a:pt x="41145" y="110218"/>
                  <a:pt x="41245" y="110143"/>
                  <a:pt x="41319" y="110043"/>
                </a:cubicBezTo>
                <a:cubicBezTo>
                  <a:pt x="41394" y="110043"/>
                  <a:pt x="41419" y="110018"/>
                  <a:pt x="41494" y="110018"/>
                </a:cubicBezTo>
                <a:close/>
                <a:moveTo>
                  <a:pt x="17822" y="110392"/>
                </a:moveTo>
                <a:cubicBezTo>
                  <a:pt x="17847" y="110417"/>
                  <a:pt x="17872" y="110417"/>
                  <a:pt x="17872" y="110466"/>
                </a:cubicBezTo>
                <a:cubicBezTo>
                  <a:pt x="17847" y="110466"/>
                  <a:pt x="17797" y="110466"/>
                  <a:pt x="17797" y="110417"/>
                </a:cubicBezTo>
                <a:lnTo>
                  <a:pt x="17822" y="110392"/>
                </a:lnTo>
                <a:close/>
                <a:moveTo>
                  <a:pt x="40896" y="110417"/>
                </a:moveTo>
                <a:cubicBezTo>
                  <a:pt x="40921" y="110417"/>
                  <a:pt x="40921" y="110466"/>
                  <a:pt x="40946" y="110466"/>
                </a:cubicBezTo>
                <a:lnTo>
                  <a:pt x="40921" y="110491"/>
                </a:lnTo>
                <a:cubicBezTo>
                  <a:pt x="40896" y="110491"/>
                  <a:pt x="40896" y="110466"/>
                  <a:pt x="40871" y="110466"/>
                </a:cubicBezTo>
                <a:lnTo>
                  <a:pt x="40896" y="110417"/>
                </a:lnTo>
                <a:close/>
                <a:moveTo>
                  <a:pt x="13292" y="101730"/>
                </a:moveTo>
                <a:cubicBezTo>
                  <a:pt x="13317" y="101730"/>
                  <a:pt x="13392" y="101779"/>
                  <a:pt x="13416" y="101779"/>
                </a:cubicBezTo>
                <a:cubicBezTo>
                  <a:pt x="13491" y="101804"/>
                  <a:pt x="13541" y="101804"/>
                  <a:pt x="13616" y="101829"/>
                </a:cubicBezTo>
                <a:cubicBezTo>
                  <a:pt x="13815" y="101904"/>
                  <a:pt x="14014" y="101954"/>
                  <a:pt x="14238" y="102028"/>
                </a:cubicBezTo>
                <a:cubicBezTo>
                  <a:pt x="15134" y="105414"/>
                  <a:pt x="16727" y="108276"/>
                  <a:pt x="18893" y="110516"/>
                </a:cubicBezTo>
                <a:cubicBezTo>
                  <a:pt x="18793" y="110491"/>
                  <a:pt x="18743" y="110466"/>
                  <a:pt x="18644" y="110466"/>
                </a:cubicBezTo>
                <a:cubicBezTo>
                  <a:pt x="18420" y="110392"/>
                  <a:pt x="18245" y="110342"/>
                  <a:pt x="18021" y="110267"/>
                </a:cubicBezTo>
                <a:cubicBezTo>
                  <a:pt x="17996" y="110242"/>
                  <a:pt x="17922" y="110218"/>
                  <a:pt x="17847" y="110168"/>
                </a:cubicBezTo>
                <a:cubicBezTo>
                  <a:pt x="15607" y="107853"/>
                  <a:pt x="14113" y="104916"/>
                  <a:pt x="13292" y="101730"/>
                </a:cubicBezTo>
                <a:close/>
                <a:moveTo>
                  <a:pt x="14487" y="102053"/>
                </a:moveTo>
                <a:cubicBezTo>
                  <a:pt x="14512" y="102053"/>
                  <a:pt x="14537" y="102053"/>
                  <a:pt x="14537" y="102078"/>
                </a:cubicBezTo>
                <a:cubicBezTo>
                  <a:pt x="15482" y="105513"/>
                  <a:pt x="17125" y="108400"/>
                  <a:pt x="19415" y="110666"/>
                </a:cubicBezTo>
                <a:cubicBezTo>
                  <a:pt x="19390" y="110666"/>
                  <a:pt x="19316" y="110641"/>
                  <a:pt x="19291" y="110641"/>
                </a:cubicBezTo>
                <a:cubicBezTo>
                  <a:pt x="17026" y="108376"/>
                  <a:pt x="15408" y="105488"/>
                  <a:pt x="14487" y="102053"/>
                </a:cubicBezTo>
                <a:close/>
                <a:moveTo>
                  <a:pt x="74101" y="100659"/>
                </a:moveTo>
                <a:cubicBezTo>
                  <a:pt x="74275" y="100784"/>
                  <a:pt x="74499" y="100908"/>
                  <a:pt x="74674" y="101033"/>
                </a:cubicBezTo>
                <a:cubicBezTo>
                  <a:pt x="69048" y="105015"/>
                  <a:pt x="63398" y="108251"/>
                  <a:pt x="57872" y="110715"/>
                </a:cubicBezTo>
                <a:cubicBezTo>
                  <a:pt x="58594" y="109670"/>
                  <a:pt x="59216" y="108475"/>
                  <a:pt x="59739" y="107106"/>
                </a:cubicBezTo>
                <a:cubicBezTo>
                  <a:pt x="59838" y="107056"/>
                  <a:pt x="59963" y="107031"/>
                  <a:pt x="60062" y="107007"/>
                </a:cubicBezTo>
                <a:cubicBezTo>
                  <a:pt x="60635" y="106857"/>
                  <a:pt x="61207" y="106658"/>
                  <a:pt x="61805" y="106484"/>
                </a:cubicBezTo>
                <a:cubicBezTo>
                  <a:pt x="62178" y="106359"/>
                  <a:pt x="62576" y="106185"/>
                  <a:pt x="62950" y="106061"/>
                </a:cubicBezTo>
                <a:cubicBezTo>
                  <a:pt x="63298" y="105936"/>
                  <a:pt x="63597" y="105862"/>
                  <a:pt x="63945" y="105737"/>
                </a:cubicBezTo>
                <a:cubicBezTo>
                  <a:pt x="64070" y="105687"/>
                  <a:pt x="64169" y="105662"/>
                  <a:pt x="64294" y="105613"/>
                </a:cubicBezTo>
                <a:cubicBezTo>
                  <a:pt x="64792" y="105414"/>
                  <a:pt x="65290" y="105190"/>
                  <a:pt x="65787" y="104990"/>
                </a:cubicBezTo>
                <a:cubicBezTo>
                  <a:pt x="65812" y="104990"/>
                  <a:pt x="65837" y="104941"/>
                  <a:pt x="65912" y="104916"/>
                </a:cubicBezTo>
                <a:cubicBezTo>
                  <a:pt x="66061" y="104866"/>
                  <a:pt x="66211" y="104791"/>
                  <a:pt x="66385" y="104692"/>
                </a:cubicBezTo>
                <a:lnTo>
                  <a:pt x="67580" y="104144"/>
                </a:lnTo>
                <a:cubicBezTo>
                  <a:pt x="67679" y="104119"/>
                  <a:pt x="67779" y="104045"/>
                  <a:pt x="67903" y="104020"/>
                </a:cubicBezTo>
                <a:lnTo>
                  <a:pt x="68077" y="103920"/>
                </a:lnTo>
                <a:cubicBezTo>
                  <a:pt x="68650" y="103671"/>
                  <a:pt x="69173" y="103397"/>
                  <a:pt x="69745" y="103124"/>
                </a:cubicBezTo>
                <a:cubicBezTo>
                  <a:pt x="70168" y="102900"/>
                  <a:pt x="70566" y="102676"/>
                  <a:pt x="71015" y="102427"/>
                </a:cubicBezTo>
                <a:cubicBezTo>
                  <a:pt x="71438" y="102178"/>
                  <a:pt x="71886" y="101954"/>
                  <a:pt x="72284" y="101705"/>
                </a:cubicBezTo>
                <a:cubicBezTo>
                  <a:pt x="72483" y="101630"/>
                  <a:pt x="72657" y="101506"/>
                  <a:pt x="72856" y="101406"/>
                </a:cubicBezTo>
                <a:cubicBezTo>
                  <a:pt x="73105" y="101257"/>
                  <a:pt x="73379" y="101083"/>
                  <a:pt x="73628" y="100933"/>
                </a:cubicBezTo>
                <a:cubicBezTo>
                  <a:pt x="73678" y="100908"/>
                  <a:pt x="73753" y="100883"/>
                  <a:pt x="73802" y="100809"/>
                </a:cubicBezTo>
                <a:cubicBezTo>
                  <a:pt x="73902" y="100759"/>
                  <a:pt x="74001" y="100684"/>
                  <a:pt x="74101" y="100659"/>
                </a:cubicBezTo>
                <a:close/>
                <a:moveTo>
                  <a:pt x="18171" y="110491"/>
                </a:moveTo>
                <a:cubicBezTo>
                  <a:pt x="18245" y="110516"/>
                  <a:pt x="18270" y="110516"/>
                  <a:pt x="18345" y="110516"/>
                </a:cubicBezTo>
                <a:cubicBezTo>
                  <a:pt x="18619" y="110616"/>
                  <a:pt x="18917" y="110715"/>
                  <a:pt x="19216" y="110790"/>
                </a:cubicBezTo>
                <a:lnTo>
                  <a:pt x="19291" y="110890"/>
                </a:lnTo>
                <a:cubicBezTo>
                  <a:pt x="18967" y="110790"/>
                  <a:pt x="18619" y="110666"/>
                  <a:pt x="18270" y="110591"/>
                </a:cubicBezTo>
                <a:lnTo>
                  <a:pt x="18171" y="110491"/>
                </a:lnTo>
                <a:close/>
                <a:moveTo>
                  <a:pt x="59484" y="107172"/>
                </a:moveTo>
                <a:cubicBezTo>
                  <a:pt x="58962" y="108609"/>
                  <a:pt x="58292" y="109848"/>
                  <a:pt x="57499" y="110890"/>
                </a:cubicBezTo>
                <a:cubicBezTo>
                  <a:pt x="57474" y="110914"/>
                  <a:pt x="57449" y="110914"/>
                  <a:pt x="57374" y="110964"/>
                </a:cubicBezTo>
                <a:cubicBezTo>
                  <a:pt x="58196" y="109869"/>
                  <a:pt x="58868" y="108625"/>
                  <a:pt x="59440" y="107181"/>
                </a:cubicBezTo>
                <a:cubicBezTo>
                  <a:pt x="59458" y="107181"/>
                  <a:pt x="59475" y="107181"/>
                  <a:pt x="59484" y="107172"/>
                </a:cubicBezTo>
                <a:close/>
                <a:moveTo>
                  <a:pt x="19614" y="110914"/>
                </a:moveTo>
                <a:cubicBezTo>
                  <a:pt x="19639" y="110914"/>
                  <a:pt x="19664" y="110914"/>
                  <a:pt x="19714" y="110964"/>
                </a:cubicBezTo>
                <a:lnTo>
                  <a:pt x="19764" y="110964"/>
                </a:lnTo>
                <a:cubicBezTo>
                  <a:pt x="19764" y="110989"/>
                  <a:pt x="19789" y="111014"/>
                  <a:pt x="19838" y="111039"/>
                </a:cubicBezTo>
                <a:cubicBezTo>
                  <a:pt x="19789" y="111039"/>
                  <a:pt x="19739" y="111014"/>
                  <a:pt x="19714" y="111014"/>
                </a:cubicBezTo>
                <a:lnTo>
                  <a:pt x="19614" y="110914"/>
                </a:lnTo>
                <a:close/>
                <a:moveTo>
                  <a:pt x="74848" y="101157"/>
                </a:moveTo>
                <a:cubicBezTo>
                  <a:pt x="74873" y="101157"/>
                  <a:pt x="74873" y="101182"/>
                  <a:pt x="74898" y="101182"/>
                </a:cubicBezTo>
                <a:cubicBezTo>
                  <a:pt x="69148" y="105264"/>
                  <a:pt x="63273" y="108649"/>
                  <a:pt x="57524" y="111163"/>
                </a:cubicBezTo>
                <a:cubicBezTo>
                  <a:pt x="57573" y="111114"/>
                  <a:pt x="57598" y="111089"/>
                  <a:pt x="57623" y="111014"/>
                </a:cubicBezTo>
                <a:cubicBezTo>
                  <a:pt x="63273" y="108525"/>
                  <a:pt x="69073" y="105239"/>
                  <a:pt x="74848" y="101157"/>
                </a:cubicBezTo>
                <a:close/>
                <a:moveTo>
                  <a:pt x="57300" y="111163"/>
                </a:moveTo>
                <a:lnTo>
                  <a:pt x="57300" y="111163"/>
                </a:lnTo>
                <a:cubicBezTo>
                  <a:pt x="57250" y="111238"/>
                  <a:pt x="57200" y="111263"/>
                  <a:pt x="57175" y="111338"/>
                </a:cubicBezTo>
                <a:cubicBezTo>
                  <a:pt x="57125" y="111363"/>
                  <a:pt x="57075" y="111363"/>
                  <a:pt x="57051" y="111387"/>
                </a:cubicBezTo>
                <a:cubicBezTo>
                  <a:pt x="57075" y="111338"/>
                  <a:pt x="57125" y="111288"/>
                  <a:pt x="57175" y="111238"/>
                </a:cubicBezTo>
                <a:cubicBezTo>
                  <a:pt x="57200" y="111213"/>
                  <a:pt x="57250" y="111213"/>
                  <a:pt x="57300" y="111163"/>
                </a:cubicBezTo>
                <a:close/>
                <a:moveTo>
                  <a:pt x="34599" y="101257"/>
                </a:moveTo>
                <a:cubicBezTo>
                  <a:pt x="35968" y="104542"/>
                  <a:pt x="37810" y="107529"/>
                  <a:pt x="40075" y="109969"/>
                </a:cubicBezTo>
                <a:cubicBezTo>
                  <a:pt x="38905" y="110267"/>
                  <a:pt x="37760" y="110541"/>
                  <a:pt x="36590" y="110790"/>
                </a:cubicBezTo>
                <a:cubicBezTo>
                  <a:pt x="36466" y="110840"/>
                  <a:pt x="36391" y="110840"/>
                  <a:pt x="36267" y="110865"/>
                </a:cubicBezTo>
                <a:cubicBezTo>
                  <a:pt x="35594" y="110989"/>
                  <a:pt x="34947" y="111114"/>
                  <a:pt x="34325" y="111213"/>
                </a:cubicBezTo>
                <a:lnTo>
                  <a:pt x="33578" y="111288"/>
                </a:lnTo>
                <a:cubicBezTo>
                  <a:pt x="33080" y="111363"/>
                  <a:pt x="32558" y="111462"/>
                  <a:pt x="32060" y="111487"/>
                </a:cubicBezTo>
                <a:cubicBezTo>
                  <a:pt x="31960" y="111487"/>
                  <a:pt x="31911" y="111487"/>
                  <a:pt x="31811" y="111512"/>
                </a:cubicBezTo>
                <a:cubicBezTo>
                  <a:pt x="28874" y="109471"/>
                  <a:pt x="26833" y="106534"/>
                  <a:pt x="25738" y="102875"/>
                </a:cubicBezTo>
                <a:cubicBezTo>
                  <a:pt x="28575" y="102626"/>
                  <a:pt x="31537" y="102078"/>
                  <a:pt x="34599" y="101257"/>
                </a:cubicBezTo>
                <a:close/>
                <a:moveTo>
                  <a:pt x="25538" y="102875"/>
                </a:moveTo>
                <a:cubicBezTo>
                  <a:pt x="26634" y="106534"/>
                  <a:pt x="28650" y="109471"/>
                  <a:pt x="31512" y="111537"/>
                </a:cubicBezTo>
                <a:lnTo>
                  <a:pt x="31438" y="111537"/>
                </a:lnTo>
                <a:cubicBezTo>
                  <a:pt x="28600" y="109471"/>
                  <a:pt x="26584" y="106534"/>
                  <a:pt x="25489" y="102875"/>
                </a:cubicBezTo>
                <a:close/>
                <a:moveTo>
                  <a:pt x="40199" y="110118"/>
                </a:moveTo>
                <a:cubicBezTo>
                  <a:pt x="40249" y="110118"/>
                  <a:pt x="40274" y="110118"/>
                  <a:pt x="40274" y="110143"/>
                </a:cubicBezTo>
                <a:cubicBezTo>
                  <a:pt x="37461" y="110890"/>
                  <a:pt x="34773" y="111462"/>
                  <a:pt x="32159" y="111736"/>
                </a:cubicBezTo>
                <a:lnTo>
                  <a:pt x="32110" y="111736"/>
                </a:lnTo>
                <a:cubicBezTo>
                  <a:pt x="32085" y="111711"/>
                  <a:pt x="32060" y="111711"/>
                  <a:pt x="32060" y="111661"/>
                </a:cubicBezTo>
                <a:lnTo>
                  <a:pt x="32110" y="111661"/>
                </a:lnTo>
                <a:cubicBezTo>
                  <a:pt x="32682" y="111611"/>
                  <a:pt x="33280" y="111512"/>
                  <a:pt x="33827" y="111462"/>
                </a:cubicBezTo>
                <a:lnTo>
                  <a:pt x="34400" y="111363"/>
                </a:lnTo>
                <a:cubicBezTo>
                  <a:pt x="35146" y="111238"/>
                  <a:pt x="35918" y="111114"/>
                  <a:pt x="36665" y="110964"/>
                </a:cubicBezTo>
                <a:lnTo>
                  <a:pt x="36690" y="110964"/>
                </a:lnTo>
                <a:cubicBezTo>
                  <a:pt x="37835" y="110715"/>
                  <a:pt x="39029" y="110417"/>
                  <a:pt x="40199" y="110118"/>
                </a:cubicBezTo>
                <a:close/>
                <a:moveTo>
                  <a:pt x="31736" y="111711"/>
                </a:moveTo>
                <a:cubicBezTo>
                  <a:pt x="31786" y="111736"/>
                  <a:pt x="31811" y="111736"/>
                  <a:pt x="31836" y="111761"/>
                </a:cubicBezTo>
                <a:lnTo>
                  <a:pt x="31736" y="111761"/>
                </a:lnTo>
                <a:cubicBezTo>
                  <a:pt x="31711" y="111736"/>
                  <a:pt x="31687" y="111736"/>
                  <a:pt x="31637" y="111711"/>
                </a:cubicBezTo>
                <a:close/>
                <a:moveTo>
                  <a:pt x="14761" y="102153"/>
                </a:moveTo>
                <a:lnTo>
                  <a:pt x="14761" y="102153"/>
                </a:lnTo>
                <a:cubicBezTo>
                  <a:pt x="14985" y="102203"/>
                  <a:pt x="15234" y="102277"/>
                  <a:pt x="15433" y="102302"/>
                </a:cubicBezTo>
                <a:cubicBezTo>
                  <a:pt x="15532" y="102327"/>
                  <a:pt x="15607" y="102327"/>
                  <a:pt x="15682" y="102352"/>
                </a:cubicBezTo>
                <a:cubicBezTo>
                  <a:pt x="15930" y="102427"/>
                  <a:pt x="16229" y="102452"/>
                  <a:pt x="16478" y="102526"/>
                </a:cubicBezTo>
                <a:cubicBezTo>
                  <a:pt x="16553" y="102551"/>
                  <a:pt x="16677" y="102551"/>
                  <a:pt x="16777" y="102576"/>
                </a:cubicBezTo>
                <a:cubicBezTo>
                  <a:pt x="17026" y="102626"/>
                  <a:pt x="17250" y="102676"/>
                  <a:pt x="17499" y="102700"/>
                </a:cubicBezTo>
                <a:cubicBezTo>
                  <a:pt x="17648" y="102725"/>
                  <a:pt x="17772" y="102725"/>
                  <a:pt x="17922" y="102775"/>
                </a:cubicBezTo>
                <a:cubicBezTo>
                  <a:pt x="18146" y="102800"/>
                  <a:pt x="18370" y="102825"/>
                  <a:pt x="18544" y="102825"/>
                </a:cubicBezTo>
                <a:cubicBezTo>
                  <a:pt x="18644" y="102825"/>
                  <a:pt x="18743" y="102825"/>
                  <a:pt x="18843" y="102850"/>
                </a:cubicBezTo>
                <a:cubicBezTo>
                  <a:pt x="19988" y="102974"/>
                  <a:pt x="21158" y="103049"/>
                  <a:pt x="22377" y="103049"/>
                </a:cubicBezTo>
                <a:cubicBezTo>
                  <a:pt x="23323" y="103049"/>
                  <a:pt x="24269" y="103024"/>
                  <a:pt x="25265" y="102924"/>
                </a:cubicBezTo>
                <a:cubicBezTo>
                  <a:pt x="26335" y="106559"/>
                  <a:pt x="28326" y="109521"/>
                  <a:pt x="31114" y="111611"/>
                </a:cubicBezTo>
                <a:cubicBezTo>
                  <a:pt x="31039" y="111611"/>
                  <a:pt x="30940" y="111636"/>
                  <a:pt x="30840" y="111636"/>
                </a:cubicBezTo>
                <a:lnTo>
                  <a:pt x="29820" y="111736"/>
                </a:lnTo>
                <a:cubicBezTo>
                  <a:pt x="29073" y="111761"/>
                  <a:pt x="28326" y="111786"/>
                  <a:pt x="27604" y="111786"/>
                </a:cubicBezTo>
                <a:cubicBezTo>
                  <a:pt x="26883" y="111786"/>
                  <a:pt x="26211" y="111761"/>
                  <a:pt x="25514" y="111736"/>
                </a:cubicBezTo>
                <a:cubicBezTo>
                  <a:pt x="25240" y="111686"/>
                  <a:pt x="24966" y="111661"/>
                  <a:pt x="24692" y="111661"/>
                </a:cubicBezTo>
                <a:cubicBezTo>
                  <a:pt x="24269" y="111636"/>
                  <a:pt x="23896" y="111611"/>
                  <a:pt x="23522" y="111587"/>
                </a:cubicBezTo>
                <a:cubicBezTo>
                  <a:pt x="23199" y="111537"/>
                  <a:pt x="22850" y="111487"/>
                  <a:pt x="22502" y="111412"/>
                </a:cubicBezTo>
                <a:cubicBezTo>
                  <a:pt x="22228" y="111387"/>
                  <a:pt x="21904" y="111338"/>
                  <a:pt x="21631" y="111288"/>
                </a:cubicBezTo>
                <a:cubicBezTo>
                  <a:pt x="21257" y="111238"/>
                  <a:pt x="20884" y="111139"/>
                  <a:pt x="20535" y="111039"/>
                </a:cubicBezTo>
                <a:cubicBezTo>
                  <a:pt x="20262" y="110890"/>
                  <a:pt x="20038" y="110865"/>
                  <a:pt x="19838" y="110790"/>
                </a:cubicBezTo>
                <a:cubicBezTo>
                  <a:pt x="17424" y="108550"/>
                  <a:pt x="15731" y="105638"/>
                  <a:pt x="14761" y="102153"/>
                </a:cubicBezTo>
                <a:close/>
                <a:moveTo>
                  <a:pt x="20162" y="111039"/>
                </a:moveTo>
                <a:lnTo>
                  <a:pt x="20162" y="111039"/>
                </a:lnTo>
                <a:cubicBezTo>
                  <a:pt x="20610" y="111163"/>
                  <a:pt x="21083" y="111263"/>
                  <a:pt x="21531" y="111363"/>
                </a:cubicBezTo>
                <a:lnTo>
                  <a:pt x="22203" y="111462"/>
                </a:lnTo>
                <a:cubicBezTo>
                  <a:pt x="22626" y="111512"/>
                  <a:pt x="23024" y="111611"/>
                  <a:pt x="23472" y="111636"/>
                </a:cubicBezTo>
                <a:cubicBezTo>
                  <a:pt x="23771" y="111661"/>
                  <a:pt x="24120" y="111711"/>
                  <a:pt x="24468" y="111736"/>
                </a:cubicBezTo>
                <a:lnTo>
                  <a:pt x="25489" y="111835"/>
                </a:lnTo>
                <a:cubicBezTo>
                  <a:pt x="26161" y="111860"/>
                  <a:pt x="26883" y="111885"/>
                  <a:pt x="27604" y="111885"/>
                </a:cubicBezTo>
                <a:cubicBezTo>
                  <a:pt x="28351" y="111885"/>
                  <a:pt x="29098" y="111860"/>
                  <a:pt x="29845" y="111835"/>
                </a:cubicBezTo>
                <a:cubicBezTo>
                  <a:pt x="30218" y="111786"/>
                  <a:pt x="30616" y="111761"/>
                  <a:pt x="30990" y="111736"/>
                </a:cubicBezTo>
                <a:cubicBezTo>
                  <a:pt x="31114" y="111736"/>
                  <a:pt x="31239" y="111711"/>
                  <a:pt x="31413" y="111711"/>
                </a:cubicBezTo>
                <a:cubicBezTo>
                  <a:pt x="31438" y="111736"/>
                  <a:pt x="31463" y="111736"/>
                  <a:pt x="31487" y="111761"/>
                </a:cubicBezTo>
                <a:lnTo>
                  <a:pt x="31338" y="111761"/>
                </a:lnTo>
                <a:cubicBezTo>
                  <a:pt x="30840" y="111786"/>
                  <a:pt x="30367" y="111860"/>
                  <a:pt x="29919" y="111885"/>
                </a:cubicBezTo>
                <a:cubicBezTo>
                  <a:pt x="29123" y="111910"/>
                  <a:pt x="28376" y="111960"/>
                  <a:pt x="27629" y="111960"/>
                </a:cubicBezTo>
                <a:cubicBezTo>
                  <a:pt x="26883" y="111960"/>
                  <a:pt x="26186" y="111910"/>
                  <a:pt x="25489" y="111885"/>
                </a:cubicBezTo>
                <a:lnTo>
                  <a:pt x="24468" y="111786"/>
                </a:lnTo>
                <a:lnTo>
                  <a:pt x="23423" y="111686"/>
                </a:lnTo>
                <a:cubicBezTo>
                  <a:pt x="23000" y="111636"/>
                  <a:pt x="22601" y="111587"/>
                  <a:pt x="22153" y="111512"/>
                </a:cubicBezTo>
                <a:cubicBezTo>
                  <a:pt x="21929" y="111487"/>
                  <a:pt x="21680" y="111437"/>
                  <a:pt x="21481" y="111387"/>
                </a:cubicBezTo>
                <a:cubicBezTo>
                  <a:pt x="21033" y="111288"/>
                  <a:pt x="20635" y="111188"/>
                  <a:pt x="20237" y="111114"/>
                </a:cubicBezTo>
                <a:lnTo>
                  <a:pt x="20162" y="111039"/>
                </a:lnTo>
                <a:close/>
                <a:moveTo>
                  <a:pt x="14942" y="109369"/>
                </a:moveTo>
                <a:cubicBezTo>
                  <a:pt x="14951" y="109371"/>
                  <a:pt x="14963" y="109371"/>
                  <a:pt x="14985" y="109371"/>
                </a:cubicBezTo>
                <a:cubicBezTo>
                  <a:pt x="15308" y="109545"/>
                  <a:pt x="15682" y="109745"/>
                  <a:pt x="16055" y="109919"/>
                </a:cubicBezTo>
                <a:cubicBezTo>
                  <a:pt x="16229" y="109994"/>
                  <a:pt x="16403" y="110043"/>
                  <a:pt x="16603" y="110143"/>
                </a:cubicBezTo>
                <a:cubicBezTo>
                  <a:pt x="16926" y="110292"/>
                  <a:pt x="17299" y="110466"/>
                  <a:pt x="17648" y="110591"/>
                </a:cubicBezTo>
                <a:cubicBezTo>
                  <a:pt x="18220" y="111139"/>
                  <a:pt x="18793" y="111661"/>
                  <a:pt x="19415" y="112134"/>
                </a:cubicBezTo>
                <a:cubicBezTo>
                  <a:pt x="18619" y="111736"/>
                  <a:pt x="17748" y="111238"/>
                  <a:pt x="16876" y="110666"/>
                </a:cubicBezTo>
                <a:cubicBezTo>
                  <a:pt x="16143" y="110226"/>
                  <a:pt x="15530" y="109786"/>
                  <a:pt x="14942" y="109369"/>
                </a:cubicBezTo>
                <a:close/>
                <a:moveTo>
                  <a:pt x="18046" y="110715"/>
                </a:moveTo>
                <a:cubicBezTo>
                  <a:pt x="18096" y="110715"/>
                  <a:pt x="18146" y="110740"/>
                  <a:pt x="18171" y="110740"/>
                </a:cubicBezTo>
                <a:cubicBezTo>
                  <a:pt x="19017" y="111537"/>
                  <a:pt x="19913" y="112234"/>
                  <a:pt x="20859" y="112831"/>
                </a:cubicBezTo>
                <a:lnTo>
                  <a:pt x="20486" y="112632"/>
                </a:lnTo>
                <a:cubicBezTo>
                  <a:pt x="19614" y="112109"/>
                  <a:pt x="18793" y="111462"/>
                  <a:pt x="18046" y="110715"/>
                </a:cubicBezTo>
                <a:close/>
                <a:moveTo>
                  <a:pt x="75097" y="101307"/>
                </a:moveTo>
                <a:cubicBezTo>
                  <a:pt x="75993" y="101804"/>
                  <a:pt x="76764" y="102078"/>
                  <a:pt x="77412" y="102128"/>
                </a:cubicBezTo>
                <a:cubicBezTo>
                  <a:pt x="70143" y="107156"/>
                  <a:pt x="62751" y="110840"/>
                  <a:pt x="55931" y="112881"/>
                </a:cubicBezTo>
                <a:cubicBezTo>
                  <a:pt x="56428" y="112483"/>
                  <a:pt x="56851" y="112010"/>
                  <a:pt x="57300" y="111487"/>
                </a:cubicBezTo>
                <a:cubicBezTo>
                  <a:pt x="63174" y="108923"/>
                  <a:pt x="69173" y="105513"/>
                  <a:pt x="75097" y="101307"/>
                </a:cubicBezTo>
                <a:close/>
                <a:moveTo>
                  <a:pt x="13192" y="108301"/>
                </a:moveTo>
                <a:lnTo>
                  <a:pt x="13192" y="108301"/>
                </a:lnTo>
                <a:cubicBezTo>
                  <a:pt x="13267" y="108376"/>
                  <a:pt x="13367" y="108401"/>
                  <a:pt x="13416" y="108425"/>
                </a:cubicBezTo>
                <a:cubicBezTo>
                  <a:pt x="13441" y="108475"/>
                  <a:pt x="13491" y="108475"/>
                  <a:pt x="13516" y="108500"/>
                </a:cubicBezTo>
                <a:cubicBezTo>
                  <a:pt x="13541" y="108525"/>
                  <a:pt x="13616" y="108550"/>
                  <a:pt x="13640" y="108550"/>
                </a:cubicBezTo>
                <a:cubicBezTo>
                  <a:pt x="14512" y="109247"/>
                  <a:pt x="15507" y="109994"/>
                  <a:pt x="16802" y="110790"/>
                </a:cubicBezTo>
                <a:cubicBezTo>
                  <a:pt x="18096" y="111611"/>
                  <a:pt x="19341" y="112259"/>
                  <a:pt x="20411" y="112781"/>
                </a:cubicBezTo>
                <a:cubicBezTo>
                  <a:pt x="20510" y="112856"/>
                  <a:pt x="20585" y="112881"/>
                  <a:pt x="20660" y="112931"/>
                </a:cubicBezTo>
                <a:cubicBezTo>
                  <a:pt x="20710" y="112980"/>
                  <a:pt x="20759" y="113005"/>
                  <a:pt x="20784" y="113005"/>
                </a:cubicBezTo>
                <a:cubicBezTo>
                  <a:pt x="20797" y="113012"/>
                  <a:pt x="20811" y="113019"/>
                  <a:pt x="20823" y="113025"/>
                </a:cubicBezTo>
                <a:lnTo>
                  <a:pt x="20823" y="113025"/>
                </a:lnTo>
                <a:cubicBezTo>
                  <a:pt x="19925" y="112699"/>
                  <a:pt x="18934" y="112190"/>
                  <a:pt x="17897" y="111587"/>
                </a:cubicBezTo>
                <a:cubicBezTo>
                  <a:pt x="17872" y="111537"/>
                  <a:pt x="17847" y="111537"/>
                  <a:pt x="17797" y="111512"/>
                </a:cubicBezTo>
                <a:cubicBezTo>
                  <a:pt x="17499" y="111338"/>
                  <a:pt x="17150" y="111139"/>
                  <a:pt x="16851" y="110914"/>
                </a:cubicBezTo>
                <a:cubicBezTo>
                  <a:pt x="16777" y="110890"/>
                  <a:pt x="16677" y="110840"/>
                  <a:pt x="16627" y="110765"/>
                </a:cubicBezTo>
                <a:cubicBezTo>
                  <a:pt x="16379" y="110616"/>
                  <a:pt x="16130" y="110466"/>
                  <a:pt x="15906" y="110292"/>
                </a:cubicBezTo>
                <a:lnTo>
                  <a:pt x="14686" y="109471"/>
                </a:lnTo>
                <a:cubicBezTo>
                  <a:pt x="14263" y="109147"/>
                  <a:pt x="13815" y="108799"/>
                  <a:pt x="13392" y="108475"/>
                </a:cubicBezTo>
                <a:cubicBezTo>
                  <a:pt x="13317" y="108401"/>
                  <a:pt x="13267" y="108376"/>
                  <a:pt x="13192" y="108301"/>
                </a:cubicBezTo>
                <a:close/>
                <a:moveTo>
                  <a:pt x="56926" y="111636"/>
                </a:moveTo>
                <a:lnTo>
                  <a:pt x="56926" y="111636"/>
                </a:lnTo>
                <a:cubicBezTo>
                  <a:pt x="56453" y="112159"/>
                  <a:pt x="55955" y="112607"/>
                  <a:pt x="55458" y="113005"/>
                </a:cubicBezTo>
                <a:cubicBezTo>
                  <a:pt x="55383" y="113030"/>
                  <a:pt x="55333" y="113030"/>
                  <a:pt x="55258" y="113080"/>
                </a:cubicBezTo>
                <a:cubicBezTo>
                  <a:pt x="55806" y="112657"/>
                  <a:pt x="56304" y="112234"/>
                  <a:pt x="56752" y="111711"/>
                </a:cubicBezTo>
                <a:cubicBezTo>
                  <a:pt x="56827" y="111661"/>
                  <a:pt x="56851" y="111661"/>
                  <a:pt x="56926" y="111636"/>
                </a:cubicBezTo>
                <a:close/>
                <a:moveTo>
                  <a:pt x="61730" y="110989"/>
                </a:moveTo>
                <a:cubicBezTo>
                  <a:pt x="60734" y="111412"/>
                  <a:pt x="59639" y="111835"/>
                  <a:pt x="58121" y="112408"/>
                </a:cubicBezTo>
                <a:cubicBezTo>
                  <a:pt x="57225" y="112732"/>
                  <a:pt x="56329" y="113005"/>
                  <a:pt x="55408" y="113254"/>
                </a:cubicBezTo>
                <a:cubicBezTo>
                  <a:pt x="55458" y="113229"/>
                  <a:pt x="55507" y="113204"/>
                  <a:pt x="55557" y="113155"/>
                </a:cubicBezTo>
                <a:cubicBezTo>
                  <a:pt x="57573" y="112582"/>
                  <a:pt x="59614" y="111860"/>
                  <a:pt x="61730" y="110989"/>
                </a:cubicBezTo>
                <a:close/>
                <a:moveTo>
                  <a:pt x="40423" y="110292"/>
                </a:moveTo>
                <a:cubicBezTo>
                  <a:pt x="40498" y="110367"/>
                  <a:pt x="40523" y="110392"/>
                  <a:pt x="40573" y="110417"/>
                </a:cubicBezTo>
                <a:cubicBezTo>
                  <a:pt x="39029" y="111711"/>
                  <a:pt x="37337" y="112732"/>
                  <a:pt x="35594" y="113478"/>
                </a:cubicBezTo>
                <a:cubicBezTo>
                  <a:pt x="34449" y="113030"/>
                  <a:pt x="33354" y="112508"/>
                  <a:pt x="32359" y="111885"/>
                </a:cubicBezTo>
                <a:cubicBezTo>
                  <a:pt x="34947" y="111611"/>
                  <a:pt x="37660" y="111039"/>
                  <a:pt x="40423" y="110292"/>
                </a:cubicBezTo>
                <a:close/>
                <a:moveTo>
                  <a:pt x="54985" y="113354"/>
                </a:moveTo>
                <a:cubicBezTo>
                  <a:pt x="54960" y="113379"/>
                  <a:pt x="54935" y="113404"/>
                  <a:pt x="54885" y="113404"/>
                </a:cubicBezTo>
                <a:cubicBezTo>
                  <a:pt x="54835" y="113453"/>
                  <a:pt x="54736" y="113453"/>
                  <a:pt x="54686" y="113478"/>
                </a:cubicBezTo>
                <a:cubicBezTo>
                  <a:pt x="54736" y="113453"/>
                  <a:pt x="54761" y="113404"/>
                  <a:pt x="54835" y="113379"/>
                </a:cubicBezTo>
                <a:cubicBezTo>
                  <a:pt x="54885" y="113379"/>
                  <a:pt x="54935" y="113354"/>
                  <a:pt x="54985" y="113354"/>
                </a:cubicBezTo>
                <a:close/>
                <a:moveTo>
                  <a:pt x="40697" y="110591"/>
                </a:moveTo>
                <a:cubicBezTo>
                  <a:pt x="40747" y="110591"/>
                  <a:pt x="40747" y="110616"/>
                  <a:pt x="40772" y="110616"/>
                </a:cubicBezTo>
                <a:cubicBezTo>
                  <a:pt x="39278" y="111860"/>
                  <a:pt x="37660" y="112856"/>
                  <a:pt x="35968" y="113603"/>
                </a:cubicBezTo>
                <a:cubicBezTo>
                  <a:pt x="35943" y="113603"/>
                  <a:pt x="35918" y="113578"/>
                  <a:pt x="35868" y="113578"/>
                </a:cubicBezTo>
                <a:cubicBezTo>
                  <a:pt x="37561" y="112831"/>
                  <a:pt x="39204" y="111835"/>
                  <a:pt x="40697" y="110591"/>
                </a:cubicBezTo>
                <a:close/>
                <a:moveTo>
                  <a:pt x="32085" y="111910"/>
                </a:moveTo>
                <a:cubicBezTo>
                  <a:pt x="33080" y="112582"/>
                  <a:pt x="34201" y="113130"/>
                  <a:pt x="35395" y="113603"/>
                </a:cubicBezTo>
                <a:cubicBezTo>
                  <a:pt x="35346" y="113603"/>
                  <a:pt x="35321" y="113628"/>
                  <a:pt x="35296" y="113628"/>
                </a:cubicBezTo>
                <a:cubicBezTo>
                  <a:pt x="34101" y="113155"/>
                  <a:pt x="32981" y="112607"/>
                  <a:pt x="31985" y="111960"/>
                </a:cubicBezTo>
                <a:cubicBezTo>
                  <a:pt x="32035" y="111910"/>
                  <a:pt x="32060" y="111910"/>
                  <a:pt x="32085" y="111910"/>
                </a:cubicBezTo>
                <a:close/>
                <a:moveTo>
                  <a:pt x="35644" y="113702"/>
                </a:moveTo>
                <a:cubicBezTo>
                  <a:pt x="35669" y="113702"/>
                  <a:pt x="35694" y="113727"/>
                  <a:pt x="35694" y="113727"/>
                </a:cubicBezTo>
                <a:cubicBezTo>
                  <a:pt x="35669" y="113727"/>
                  <a:pt x="35644" y="113752"/>
                  <a:pt x="35594" y="113752"/>
                </a:cubicBezTo>
                <a:cubicBezTo>
                  <a:pt x="35570" y="113752"/>
                  <a:pt x="35545" y="113727"/>
                  <a:pt x="35520" y="113727"/>
                </a:cubicBezTo>
                <a:cubicBezTo>
                  <a:pt x="35545" y="113727"/>
                  <a:pt x="35570" y="113702"/>
                  <a:pt x="35594" y="113702"/>
                </a:cubicBezTo>
                <a:close/>
                <a:moveTo>
                  <a:pt x="18594" y="110865"/>
                </a:moveTo>
                <a:cubicBezTo>
                  <a:pt x="18893" y="110964"/>
                  <a:pt x="19216" y="111089"/>
                  <a:pt x="19515" y="111139"/>
                </a:cubicBezTo>
                <a:cubicBezTo>
                  <a:pt x="19540" y="111139"/>
                  <a:pt x="19589" y="111139"/>
                  <a:pt x="19614" y="111163"/>
                </a:cubicBezTo>
                <a:cubicBezTo>
                  <a:pt x="20734" y="112234"/>
                  <a:pt x="22004" y="113130"/>
                  <a:pt x="23398" y="113877"/>
                </a:cubicBezTo>
                <a:cubicBezTo>
                  <a:pt x="21631" y="113204"/>
                  <a:pt x="20013" y="112209"/>
                  <a:pt x="18594" y="110865"/>
                </a:cubicBezTo>
                <a:close/>
                <a:moveTo>
                  <a:pt x="61701" y="111266"/>
                </a:moveTo>
                <a:lnTo>
                  <a:pt x="61701" y="111266"/>
                </a:lnTo>
                <a:cubicBezTo>
                  <a:pt x="61626" y="111299"/>
                  <a:pt x="61548" y="111344"/>
                  <a:pt x="61456" y="111363"/>
                </a:cubicBezTo>
                <a:cubicBezTo>
                  <a:pt x="61332" y="111412"/>
                  <a:pt x="61207" y="111487"/>
                  <a:pt x="61083" y="111512"/>
                </a:cubicBezTo>
                <a:cubicBezTo>
                  <a:pt x="59963" y="111985"/>
                  <a:pt x="58669" y="112458"/>
                  <a:pt x="56752" y="113155"/>
                </a:cubicBezTo>
                <a:cubicBezTo>
                  <a:pt x="56702" y="113204"/>
                  <a:pt x="56627" y="113204"/>
                  <a:pt x="56603" y="113229"/>
                </a:cubicBezTo>
                <a:cubicBezTo>
                  <a:pt x="55995" y="113448"/>
                  <a:pt x="55173" y="113715"/>
                  <a:pt x="54300" y="113982"/>
                </a:cubicBezTo>
                <a:lnTo>
                  <a:pt x="54300" y="113982"/>
                </a:lnTo>
                <a:cubicBezTo>
                  <a:pt x="54308" y="113979"/>
                  <a:pt x="54313" y="113976"/>
                  <a:pt x="54313" y="113976"/>
                </a:cubicBezTo>
                <a:cubicBezTo>
                  <a:pt x="54337" y="113976"/>
                  <a:pt x="54362" y="113926"/>
                  <a:pt x="54387" y="113926"/>
                </a:cubicBezTo>
                <a:cubicBezTo>
                  <a:pt x="54437" y="113926"/>
                  <a:pt x="54437" y="113901"/>
                  <a:pt x="54462" y="113901"/>
                </a:cubicBezTo>
                <a:cubicBezTo>
                  <a:pt x="55582" y="113553"/>
                  <a:pt x="56329" y="113279"/>
                  <a:pt x="56752" y="113130"/>
                </a:cubicBezTo>
                <a:cubicBezTo>
                  <a:pt x="57300" y="112906"/>
                  <a:pt x="57797" y="112756"/>
                  <a:pt x="58220" y="112557"/>
                </a:cubicBezTo>
                <a:lnTo>
                  <a:pt x="59988" y="111910"/>
                </a:lnTo>
                <a:cubicBezTo>
                  <a:pt x="60187" y="111860"/>
                  <a:pt x="60336" y="111786"/>
                  <a:pt x="60535" y="111736"/>
                </a:cubicBezTo>
                <a:cubicBezTo>
                  <a:pt x="60909" y="111573"/>
                  <a:pt x="61304" y="111409"/>
                  <a:pt x="61701" y="111266"/>
                </a:cubicBezTo>
                <a:close/>
                <a:moveTo>
                  <a:pt x="59241" y="107156"/>
                </a:moveTo>
                <a:lnTo>
                  <a:pt x="59241" y="107156"/>
                </a:lnTo>
                <a:cubicBezTo>
                  <a:pt x="58619" y="108724"/>
                  <a:pt x="57922" y="110018"/>
                  <a:pt x="57051" y="111089"/>
                </a:cubicBezTo>
                <a:cubicBezTo>
                  <a:pt x="53889" y="112458"/>
                  <a:pt x="50828" y="113528"/>
                  <a:pt x="47791" y="114349"/>
                </a:cubicBezTo>
                <a:cubicBezTo>
                  <a:pt x="45601" y="113827"/>
                  <a:pt x="43311" y="112508"/>
                  <a:pt x="41195" y="110466"/>
                </a:cubicBezTo>
                <a:cubicBezTo>
                  <a:pt x="41419" y="110267"/>
                  <a:pt x="41643" y="110093"/>
                  <a:pt x="41867" y="109869"/>
                </a:cubicBezTo>
                <a:cubicBezTo>
                  <a:pt x="43609" y="109346"/>
                  <a:pt x="45352" y="108749"/>
                  <a:pt x="47119" y="108052"/>
                </a:cubicBezTo>
                <a:lnTo>
                  <a:pt x="47219" y="108052"/>
                </a:lnTo>
                <a:cubicBezTo>
                  <a:pt x="47268" y="108052"/>
                  <a:pt x="47343" y="108102"/>
                  <a:pt x="47368" y="108102"/>
                </a:cubicBezTo>
                <a:cubicBezTo>
                  <a:pt x="47791" y="108152"/>
                  <a:pt x="48239" y="108226"/>
                  <a:pt x="48662" y="108251"/>
                </a:cubicBezTo>
                <a:cubicBezTo>
                  <a:pt x="48762" y="108251"/>
                  <a:pt x="48861" y="108276"/>
                  <a:pt x="48961" y="108276"/>
                </a:cubicBezTo>
                <a:lnTo>
                  <a:pt x="49110" y="108276"/>
                </a:lnTo>
                <a:cubicBezTo>
                  <a:pt x="49658" y="108301"/>
                  <a:pt x="50230" y="108351"/>
                  <a:pt x="50828" y="108351"/>
                </a:cubicBezTo>
                <a:lnTo>
                  <a:pt x="51002" y="108351"/>
                </a:lnTo>
                <a:cubicBezTo>
                  <a:pt x="51400" y="108351"/>
                  <a:pt x="51823" y="108351"/>
                  <a:pt x="52222" y="108301"/>
                </a:cubicBezTo>
                <a:lnTo>
                  <a:pt x="52272" y="108301"/>
                </a:lnTo>
                <a:cubicBezTo>
                  <a:pt x="52496" y="108301"/>
                  <a:pt x="52720" y="108276"/>
                  <a:pt x="52944" y="108251"/>
                </a:cubicBezTo>
                <a:lnTo>
                  <a:pt x="53068" y="108251"/>
                </a:lnTo>
                <a:cubicBezTo>
                  <a:pt x="53242" y="108251"/>
                  <a:pt x="53416" y="108226"/>
                  <a:pt x="53616" y="108176"/>
                </a:cubicBezTo>
                <a:cubicBezTo>
                  <a:pt x="53765" y="108176"/>
                  <a:pt x="53889" y="108152"/>
                  <a:pt x="54064" y="108127"/>
                </a:cubicBezTo>
                <a:cubicBezTo>
                  <a:pt x="54238" y="108102"/>
                  <a:pt x="54462" y="108102"/>
                  <a:pt x="54686" y="108052"/>
                </a:cubicBezTo>
                <a:lnTo>
                  <a:pt x="54711" y="108052"/>
                </a:lnTo>
                <a:cubicBezTo>
                  <a:pt x="54761" y="108052"/>
                  <a:pt x="54835" y="108027"/>
                  <a:pt x="54885" y="108027"/>
                </a:cubicBezTo>
                <a:lnTo>
                  <a:pt x="54960" y="108027"/>
                </a:lnTo>
                <a:lnTo>
                  <a:pt x="55433" y="107928"/>
                </a:lnTo>
                <a:cubicBezTo>
                  <a:pt x="55731" y="107878"/>
                  <a:pt x="56055" y="107803"/>
                  <a:pt x="56354" y="107778"/>
                </a:cubicBezTo>
                <a:cubicBezTo>
                  <a:pt x="56603" y="107753"/>
                  <a:pt x="56851" y="107679"/>
                  <a:pt x="57100" y="107654"/>
                </a:cubicBezTo>
                <a:cubicBezTo>
                  <a:pt x="57822" y="107529"/>
                  <a:pt x="58544" y="107355"/>
                  <a:pt x="59241" y="107156"/>
                </a:cubicBezTo>
                <a:close/>
                <a:moveTo>
                  <a:pt x="56329" y="111910"/>
                </a:moveTo>
                <a:cubicBezTo>
                  <a:pt x="55831" y="112383"/>
                  <a:pt x="55308" y="112856"/>
                  <a:pt x="54736" y="113229"/>
                </a:cubicBezTo>
                <a:cubicBezTo>
                  <a:pt x="52968" y="113727"/>
                  <a:pt x="51201" y="114101"/>
                  <a:pt x="49509" y="114374"/>
                </a:cubicBezTo>
                <a:cubicBezTo>
                  <a:pt x="51749" y="113702"/>
                  <a:pt x="54014" y="112881"/>
                  <a:pt x="56329" y="111910"/>
                </a:cubicBezTo>
                <a:close/>
                <a:moveTo>
                  <a:pt x="19988" y="111288"/>
                </a:moveTo>
                <a:cubicBezTo>
                  <a:pt x="20013" y="111288"/>
                  <a:pt x="20087" y="111338"/>
                  <a:pt x="20112" y="111338"/>
                </a:cubicBezTo>
                <a:cubicBezTo>
                  <a:pt x="21531" y="112607"/>
                  <a:pt x="23199" y="113628"/>
                  <a:pt x="25066" y="114449"/>
                </a:cubicBezTo>
                <a:cubicBezTo>
                  <a:pt x="24941" y="114399"/>
                  <a:pt x="24817" y="114374"/>
                  <a:pt x="24717" y="114349"/>
                </a:cubicBezTo>
                <a:cubicBezTo>
                  <a:pt x="22950" y="113528"/>
                  <a:pt x="21357" y="112508"/>
                  <a:pt x="19988" y="111288"/>
                </a:cubicBezTo>
                <a:close/>
                <a:moveTo>
                  <a:pt x="41071" y="110616"/>
                </a:moveTo>
                <a:cubicBezTo>
                  <a:pt x="43136" y="112582"/>
                  <a:pt x="45277" y="113877"/>
                  <a:pt x="47468" y="114474"/>
                </a:cubicBezTo>
                <a:cubicBezTo>
                  <a:pt x="47418" y="114474"/>
                  <a:pt x="47393" y="114499"/>
                  <a:pt x="47343" y="114499"/>
                </a:cubicBezTo>
                <a:cubicBezTo>
                  <a:pt x="45178" y="113901"/>
                  <a:pt x="43062" y="112607"/>
                  <a:pt x="41046" y="110641"/>
                </a:cubicBezTo>
                <a:lnTo>
                  <a:pt x="41071" y="110616"/>
                </a:lnTo>
                <a:close/>
                <a:moveTo>
                  <a:pt x="56802" y="111412"/>
                </a:moveTo>
                <a:cubicBezTo>
                  <a:pt x="56752" y="111487"/>
                  <a:pt x="56702" y="111512"/>
                  <a:pt x="56677" y="111587"/>
                </a:cubicBezTo>
                <a:cubicBezTo>
                  <a:pt x="53840" y="112732"/>
                  <a:pt x="51102" y="113727"/>
                  <a:pt x="48388" y="114499"/>
                </a:cubicBezTo>
                <a:cubicBezTo>
                  <a:pt x="48339" y="114499"/>
                  <a:pt x="48264" y="114474"/>
                  <a:pt x="48214" y="114474"/>
                </a:cubicBezTo>
                <a:cubicBezTo>
                  <a:pt x="51002" y="113702"/>
                  <a:pt x="53865" y="112657"/>
                  <a:pt x="56802" y="111412"/>
                </a:cubicBezTo>
                <a:close/>
                <a:moveTo>
                  <a:pt x="22300" y="113641"/>
                </a:moveTo>
                <a:cubicBezTo>
                  <a:pt x="22877" y="113870"/>
                  <a:pt x="23339" y="114032"/>
                  <a:pt x="23622" y="114150"/>
                </a:cubicBezTo>
                <a:cubicBezTo>
                  <a:pt x="24020" y="114325"/>
                  <a:pt x="24393" y="114449"/>
                  <a:pt x="24817" y="114573"/>
                </a:cubicBezTo>
                <a:cubicBezTo>
                  <a:pt x="24717" y="114573"/>
                  <a:pt x="24593" y="114524"/>
                  <a:pt x="24418" y="114499"/>
                </a:cubicBezTo>
                <a:lnTo>
                  <a:pt x="24393" y="114499"/>
                </a:lnTo>
                <a:cubicBezTo>
                  <a:pt x="24269" y="114474"/>
                  <a:pt x="24194" y="114449"/>
                  <a:pt x="24070" y="114374"/>
                </a:cubicBezTo>
                <a:cubicBezTo>
                  <a:pt x="24020" y="114374"/>
                  <a:pt x="24020" y="114349"/>
                  <a:pt x="23995" y="114349"/>
                </a:cubicBezTo>
                <a:cubicBezTo>
                  <a:pt x="23522" y="114200"/>
                  <a:pt x="23099" y="114026"/>
                  <a:pt x="22651" y="113827"/>
                </a:cubicBezTo>
                <a:cubicBezTo>
                  <a:pt x="22534" y="113768"/>
                  <a:pt x="22417" y="113695"/>
                  <a:pt x="22300" y="113641"/>
                </a:cubicBezTo>
                <a:close/>
                <a:moveTo>
                  <a:pt x="47791" y="114573"/>
                </a:moveTo>
                <a:cubicBezTo>
                  <a:pt x="47841" y="114573"/>
                  <a:pt x="47866" y="114598"/>
                  <a:pt x="47916" y="114598"/>
                </a:cubicBezTo>
                <a:lnTo>
                  <a:pt x="47667" y="114598"/>
                </a:lnTo>
                <a:cubicBezTo>
                  <a:pt x="47716" y="114598"/>
                  <a:pt x="47766" y="114573"/>
                  <a:pt x="47791" y="114573"/>
                </a:cubicBezTo>
                <a:close/>
                <a:moveTo>
                  <a:pt x="54188" y="113553"/>
                </a:moveTo>
                <a:cubicBezTo>
                  <a:pt x="54089" y="113603"/>
                  <a:pt x="54014" y="113628"/>
                  <a:pt x="53939" y="113702"/>
                </a:cubicBezTo>
                <a:cubicBezTo>
                  <a:pt x="52396" y="114101"/>
                  <a:pt x="50902" y="114399"/>
                  <a:pt x="49484" y="114623"/>
                </a:cubicBezTo>
                <a:cubicBezTo>
                  <a:pt x="49384" y="114623"/>
                  <a:pt x="49285" y="114623"/>
                  <a:pt x="49235" y="114598"/>
                </a:cubicBezTo>
                <a:cubicBezTo>
                  <a:pt x="50853" y="114349"/>
                  <a:pt x="52496" y="114001"/>
                  <a:pt x="54188" y="113553"/>
                </a:cubicBezTo>
                <a:close/>
                <a:moveTo>
                  <a:pt x="53068" y="114101"/>
                </a:moveTo>
                <a:lnTo>
                  <a:pt x="53068" y="114101"/>
                </a:lnTo>
                <a:cubicBezTo>
                  <a:pt x="52645" y="114250"/>
                  <a:pt x="52247" y="114374"/>
                  <a:pt x="51848" y="114474"/>
                </a:cubicBezTo>
                <a:cubicBezTo>
                  <a:pt x="51400" y="114524"/>
                  <a:pt x="50977" y="114598"/>
                  <a:pt x="50529" y="114623"/>
                </a:cubicBezTo>
                <a:cubicBezTo>
                  <a:pt x="51375" y="114474"/>
                  <a:pt x="52222" y="114275"/>
                  <a:pt x="53068" y="114101"/>
                </a:cubicBezTo>
                <a:close/>
                <a:moveTo>
                  <a:pt x="48488" y="114698"/>
                </a:moveTo>
                <a:cubicBezTo>
                  <a:pt x="48538" y="114698"/>
                  <a:pt x="48613" y="114723"/>
                  <a:pt x="48662" y="114723"/>
                </a:cubicBezTo>
                <a:cubicBezTo>
                  <a:pt x="48637" y="114723"/>
                  <a:pt x="48538" y="114748"/>
                  <a:pt x="48488" y="114748"/>
                </a:cubicBezTo>
                <a:cubicBezTo>
                  <a:pt x="48413" y="114748"/>
                  <a:pt x="48388" y="114723"/>
                  <a:pt x="48339" y="114723"/>
                </a:cubicBezTo>
                <a:cubicBezTo>
                  <a:pt x="48388" y="114723"/>
                  <a:pt x="48463" y="114698"/>
                  <a:pt x="48488" y="114698"/>
                </a:cubicBezTo>
                <a:close/>
                <a:moveTo>
                  <a:pt x="53342" y="114225"/>
                </a:moveTo>
                <a:lnTo>
                  <a:pt x="53143" y="114325"/>
                </a:lnTo>
                <a:cubicBezTo>
                  <a:pt x="53118" y="114325"/>
                  <a:pt x="53093" y="114349"/>
                  <a:pt x="53068" y="114349"/>
                </a:cubicBezTo>
                <a:cubicBezTo>
                  <a:pt x="52869" y="114399"/>
                  <a:pt x="52720" y="114474"/>
                  <a:pt x="52520" y="114524"/>
                </a:cubicBezTo>
                <a:lnTo>
                  <a:pt x="52471" y="114524"/>
                </a:lnTo>
                <a:cubicBezTo>
                  <a:pt x="52272" y="114598"/>
                  <a:pt x="52072" y="114623"/>
                  <a:pt x="51873" y="114698"/>
                </a:cubicBezTo>
                <a:cubicBezTo>
                  <a:pt x="51823" y="114698"/>
                  <a:pt x="51774" y="114698"/>
                  <a:pt x="51724" y="114723"/>
                </a:cubicBezTo>
                <a:lnTo>
                  <a:pt x="51624" y="114723"/>
                </a:lnTo>
                <a:cubicBezTo>
                  <a:pt x="51500" y="114748"/>
                  <a:pt x="51400" y="114748"/>
                  <a:pt x="51276" y="114773"/>
                </a:cubicBezTo>
                <a:cubicBezTo>
                  <a:pt x="52023" y="114598"/>
                  <a:pt x="52720" y="114399"/>
                  <a:pt x="53342" y="114225"/>
                </a:cubicBezTo>
                <a:close/>
                <a:moveTo>
                  <a:pt x="40896" y="110740"/>
                </a:moveTo>
                <a:cubicBezTo>
                  <a:pt x="42863" y="112632"/>
                  <a:pt x="44904" y="113951"/>
                  <a:pt x="46995" y="114573"/>
                </a:cubicBezTo>
                <a:cubicBezTo>
                  <a:pt x="46795" y="114623"/>
                  <a:pt x="46621" y="114648"/>
                  <a:pt x="46422" y="114723"/>
                </a:cubicBezTo>
                <a:cubicBezTo>
                  <a:pt x="45529" y="114794"/>
                  <a:pt x="44652" y="114830"/>
                  <a:pt x="43794" y="114830"/>
                </a:cubicBezTo>
                <a:cubicBezTo>
                  <a:pt x="41045" y="114830"/>
                  <a:pt x="38494" y="114461"/>
                  <a:pt x="36217" y="113702"/>
                </a:cubicBezTo>
                <a:cubicBezTo>
                  <a:pt x="37884" y="112956"/>
                  <a:pt x="39428" y="111960"/>
                  <a:pt x="40896" y="110740"/>
                </a:cubicBezTo>
                <a:close/>
                <a:moveTo>
                  <a:pt x="49484" y="114797"/>
                </a:moveTo>
                <a:cubicBezTo>
                  <a:pt x="49633" y="114822"/>
                  <a:pt x="49789" y="114835"/>
                  <a:pt x="49944" y="114835"/>
                </a:cubicBezTo>
                <a:cubicBezTo>
                  <a:pt x="50100" y="114835"/>
                  <a:pt x="50255" y="114822"/>
                  <a:pt x="50405" y="114797"/>
                </a:cubicBezTo>
                <a:lnTo>
                  <a:pt x="50405" y="114797"/>
                </a:lnTo>
                <a:cubicBezTo>
                  <a:pt x="50330" y="114847"/>
                  <a:pt x="50230" y="114847"/>
                  <a:pt x="50131" y="114872"/>
                </a:cubicBezTo>
                <a:lnTo>
                  <a:pt x="50031" y="114872"/>
                </a:lnTo>
                <a:cubicBezTo>
                  <a:pt x="49758" y="114872"/>
                  <a:pt x="49484" y="114847"/>
                  <a:pt x="49235" y="114847"/>
                </a:cubicBezTo>
                <a:cubicBezTo>
                  <a:pt x="49334" y="114847"/>
                  <a:pt x="49384" y="114797"/>
                  <a:pt x="49484" y="114797"/>
                </a:cubicBezTo>
                <a:close/>
                <a:moveTo>
                  <a:pt x="20486" y="111387"/>
                </a:moveTo>
                <a:lnTo>
                  <a:pt x="20486" y="111387"/>
                </a:lnTo>
                <a:cubicBezTo>
                  <a:pt x="20784" y="111462"/>
                  <a:pt x="21083" y="111537"/>
                  <a:pt x="21382" y="111611"/>
                </a:cubicBezTo>
                <a:cubicBezTo>
                  <a:pt x="21631" y="111661"/>
                  <a:pt x="21904" y="111711"/>
                  <a:pt x="22153" y="111736"/>
                </a:cubicBezTo>
                <a:cubicBezTo>
                  <a:pt x="22576" y="111786"/>
                  <a:pt x="22975" y="111885"/>
                  <a:pt x="23373" y="111910"/>
                </a:cubicBezTo>
                <a:cubicBezTo>
                  <a:pt x="23771" y="111985"/>
                  <a:pt x="24219" y="112010"/>
                  <a:pt x="24642" y="112035"/>
                </a:cubicBezTo>
                <a:cubicBezTo>
                  <a:pt x="24941" y="112084"/>
                  <a:pt x="25190" y="112109"/>
                  <a:pt x="25464" y="112109"/>
                </a:cubicBezTo>
                <a:cubicBezTo>
                  <a:pt x="26186" y="112134"/>
                  <a:pt x="26883" y="112159"/>
                  <a:pt x="27629" y="112159"/>
                </a:cubicBezTo>
                <a:cubicBezTo>
                  <a:pt x="28376" y="112159"/>
                  <a:pt x="29123" y="112134"/>
                  <a:pt x="29919" y="112109"/>
                </a:cubicBezTo>
                <a:cubicBezTo>
                  <a:pt x="30367" y="112059"/>
                  <a:pt x="30840" y="112035"/>
                  <a:pt x="31338" y="111985"/>
                </a:cubicBezTo>
                <a:cubicBezTo>
                  <a:pt x="31463" y="111985"/>
                  <a:pt x="31587" y="111960"/>
                  <a:pt x="31736" y="111960"/>
                </a:cubicBezTo>
                <a:cubicBezTo>
                  <a:pt x="32782" y="112632"/>
                  <a:pt x="33852" y="113229"/>
                  <a:pt x="35072" y="113727"/>
                </a:cubicBezTo>
                <a:cubicBezTo>
                  <a:pt x="33329" y="114399"/>
                  <a:pt x="31487" y="114797"/>
                  <a:pt x="29670" y="114897"/>
                </a:cubicBezTo>
                <a:cubicBezTo>
                  <a:pt x="29396" y="114914"/>
                  <a:pt x="29125" y="114922"/>
                  <a:pt x="28856" y="114922"/>
                </a:cubicBezTo>
                <a:cubicBezTo>
                  <a:pt x="27952" y="114922"/>
                  <a:pt x="27074" y="114832"/>
                  <a:pt x="26211" y="114698"/>
                </a:cubicBezTo>
                <a:cubicBezTo>
                  <a:pt x="24020" y="113877"/>
                  <a:pt x="22128" y="112781"/>
                  <a:pt x="20486" y="111387"/>
                </a:cubicBezTo>
                <a:close/>
                <a:moveTo>
                  <a:pt x="46995" y="114872"/>
                </a:moveTo>
                <a:cubicBezTo>
                  <a:pt x="46895" y="114897"/>
                  <a:pt x="46795" y="114947"/>
                  <a:pt x="46721" y="114947"/>
                </a:cubicBezTo>
                <a:cubicBezTo>
                  <a:pt x="46497" y="114972"/>
                  <a:pt x="46298" y="114972"/>
                  <a:pt x="46099" y="114997"/>
                </a:cubicBezTo>
                <a:lnTo>
                  <a:pt x="46472" y="114897"/>
                </a:lnTo>
                <a:cubicBezTo>
                  <a:pt x="46646" y="114897"/>
                  <a:pt x="46795" y="114872"/>
                  <a:pt x="46995" y="114872"/>
                </a:cubicBezTo>
                <a:close/>
                <a:moveTo>
                  <a:pt x="35968" y="113827"/>
                </a:moveTo>
                <a:cubicBezTo>
                  <a:pt x="38360" y="114638"/>
                  <a:pt x="41027" y="115028"/>
                  <a:pt x="43938" y="115028"/>
                </a:cubicBezTo>
                <a:cubicBezTo>
                  <a:pt x="44419" y="115028"/>
                  <a:pt x="44907" y="115018"/>
                  <a:pt x="45402" y="114997"/>
                </a:cubicBezTo>
                <a:lnTo>
                  <a:pt x="45402" y="114997"/>
                </a:lnTo>
                <a:cubicBezTo>
                  <a:pt x="45302" y="115021"/>
                  <a:pt x="45227" y="115021"/>
                  <a:pt x="45128" y="115071"/>
                </a:cubicBezTo>
                <a:cubicBezTo>
                  <a:pt x="44680" y="115096"/>
                  <a:pt x="44281" y="115096"/>
                  <a:pt x="43883" y="115096"/>
                </a:cubicBezTo>
                <a:cubicBezTo>
                  <a:pt x="40946" y="115096"/>
                  <a:pt x="38283" y="114648"/>
                  <a:pt x="35918" y="113852"/>
                </a:cubicBezTo>
                <a:cubicBezTo>
                  <a:pt x="35918" y="113827"/>
                  <a:pt x="35943" y="113827"/>
                  <a:pt x="35968" y="113827"/>
                </a:cubicBezTo>
                <a:close/>
                <a:moveTo>
                  <a:pt x="35296" y="113852"/>
                </a:moveTo>
                <a:cubicBezTo>
                  <a:pt x="35321" y="113852"/>
                  <a:pt x="35346" y="113877"/>
                  <a:pt x="35395" y="113877"/>
                </a:cubicBezTo>
                <a:cubicBezTo>
                  <a:pt x="33528" y="114623"/>
                  <a:pt x="31587" y="115071"/>
                  <a:pt x="29670" y="115146"/>
                </a:cubicBezTo>
                <a:cubicBezTo>
                  <a:pt x="29421" y="115146"/>
                  <a:pt x="29123" y="115196"/>
                  <a:pt x="28924" y="115196"/>
                </a:cubicBezTo>
                <a:cubicBezTo>
                  <a:pt x="28426" y="115196"/>
                  <a:pt x="27953" y="115146"/>
                  <a:pt x="27480" y="115121"/>
                </a:cubicBezTo>
                <a:cubicBezTo>
                  <a:pt x="27355" y="115071"/>
                  <a:pt x="27256" y="115021"/>
                  <a:pt x="27181" y="114997"/>
                </a:cubicBezTo>
                <a:lnTo>
                  <a:pt x="27181" y="114997"/>
                </a:lnTo>
                <a:cubicBezTo>
                  <a:pt x="27790" y="115073"/>
                  <a:pt x="28398" y="115105"/>
                  <a:pt x="29029" y="115105"/>
                </a:cubicBezTo>
                <a:cubicBezTo>
                  <a:pt x="29224" y="115105"/>
                  <a:pt x="29421" y="115102"/>
                  <a:pt x="29621" y="115096"/>
                </a:cubicBezTo>
                <a:cubicBezTo>
                  <a:pt x="31562" y="114997"/>
                  <a:pt x="33454" y="114573"/>
                  <a:pt x="35296" y="113852"/>
                </a:cubicBezTo>
                <a:close/>
                <a:moveTo>
                  <a:pt x="35644" y="113951"/>
                </a:moveTo>
                <a:cubicBezTo>
                  <a:pt x="38059" y="114822"/>
                  <a:pt x="40822" y="115246"/>
                  <a:pt x="43858" y="115246"/>
                </a:cubicBezTo>
                <a:lnTo>
                  <a:pt x="44057" y="115246"/>
                </a:lnTo>
                <a:cubicBezTo>
                  <a:pt x="41096" y="115870"/>
                  <a:pt x="38258" y="116185"/>
                  <a:pt x="35584" y="116185"/>
                </a:cubicBezTo>
                <a:cubicBezTo>
                  <a:pt x="34099" y="116185"/>
                  <a:pt x="32665" y="116088"/>
                  <a:pt x="31288" y="115893"/>
                </a:cubicBezTo>
                <a:cubicBezTo>
                  <a:pt x="31114" y="115868"/>
                  <a:pt x="30940" y="115843"/>
                  <a:pt x="30790" y="115843"/>
                </a:cubicBezTo>
                <a:cubicBezTo>
                  <a:pt x="29919" y="115718"/>
                  <a:pt x="29098" y="115519"/>
                  <a:pt x="28301" y="115320"/>
                </a:cubicBezTo>
                <a:cubicBezTo>
                  <a:pt x="28476" y="115320"/>
                  <a:pt x="28700" y="115345"/>
                  <a:pt x="28874" y="115345"/>
                </a:cubicBezTo>
                <a:cubicBezTo>
                  <a:pt x="29123" y="115345"/>
                  <a:pt x="29372" y="115345"/>
                  <a:pt x="29670" y="115320"/>
                </a:cubicBezTo>
                <a:cubicBezTo>
                  <a:pt x="31687" y="115221"/>
                  <a:pt x="33703" y="114748"/>
                  <a:pt x="35644" y="113951"/>
                </a:cubicBezTo>
                <a:close/>
                <a:moveTo>
                  <a:pt x="48513" y="114947"/>
                </a:moveTo>
                <a:cubicBezTo>
                  <a:pt x="48787" y="114997"/>
                  <a:pt x="49135" y="114997"/>
                  <a:pt x="49459" y="115021"/>
                </a:cubicBezTo>
                <a:cubicBezTo>
                  <a:pt x="49110" y="115121"/>
                  <a:pt x="48737" y="115196"/>
                  <a:pt x="48364" y="115270"/>
                </a:cubicBezTo>
                <a:cubicBezTo>
                  <a:pt x="46497" y="115694"/>
                  <a:pt x="43410" y="116191"/>
                  <a:pt x="40448" y="116316"/>
                </a:cubicBezTo>
                <a:cubicBezTo>
                  <a:pt x="42489" y="116067"/>
                  <a:pt x="44605" y="115644"/>
                  <a:pt x="46771" y="115121"/>
                </a:cubicBezTo>
                <a:cubicBezTo>
                  <a:pt x="47343" y="115071"/>
                  <a:pt x="47916" y="114997"/>
                  <a:pt x="48513" y="114947"/>
                </a:cubicBezTo>
                <a:close/>
                <a:moveTo>
                  <a:pt x="27596" y="115399"/>
                </a:moveTo>
                <a:cubicBezTo>
                  <a:pt x="28936" y="115729"/>
                  <a:pt x="30005" y="115919"/>
                  <a:pt x="30392" y="115967"/>
                </a:cubicBezTo>
                <a:cubicBezTo>
                  <a:pt x="30542" y="115992"/>
                  <a:pt x="30666" y="115992"/>
                  <a:pt x="30741" y="116017"/>
                </a:cubicBezTo>
                <a:cubicBezTo>
                  <a:pt x="30890" y="116042"/>
                  <a:pt x="31014" y="116042"/>
                  <a:pt x="31189" y="116092"/>
                </a:cubicBezTo>
                <a:cubicBezTo>
                  <a:pt x="31985" y="116216"/>
                  <a:pt x="32757" y="116291"/>
                  <a:pt x="33578" y="116391"/>
                </a:cubicBezTo>
                <a:cubicBezTo>
                  <a:pt x="33329" y="116366"/>
                  <a:pt x="33056" y="116341"/>
                  <a:pt x="32782" y="116341"/>
                </a:cubicBezTo>
                <a:cubicBezTo>
                  <a:pt x="32608" y="116341"/>
                  <a:pt x="32483" y="116316"/>
                  <a:pt x="32334" y="116316"/>
                </a:cubicBezTo>
                <a:cubicBezTo>
                  <a:pt x="32159" y="116266"/>
                  <a:pt x="31960" y="116266"/>
                  <a:pt x="31786" y="116241"/>
                </a:cubicBezTo>
                <a:cubicBezTo>
                  <a:pt x="31413" y="116191"/>
                  <a:pt x="31064" y="116142"/>
                  <a:pt x="30691" y="116092"/>
                </a:cubicBezTo>
                <a:cubicBezTo>
                  <a:pt x="30591" y="116092"/>
                  <a:pt x="30492" y="116042"/>
                  <a:pt x="30442" y="116042"/>
                </a:cubicBezTo>
                <a:cubicBezTo>
                  <a:pt x="29695" y="115942"/>
                  <a:pt x="28949" y="115768"/>
                  <a:pt x="28227" y="115594"/>
                </a:cubicBezTo>
                <a:cubicBezTo>
                  <a:pt x="28202" y="115594"/>
                  <a:pt x="28127" y="115544"/>
                  <a:pt x="28102" y="115544"/>
                </a:cubicBezTo>
                <a:cubicBezTo>
                  <a:pt x="27918" y="115503"/>
                  <a:pt x="27768" y="115446"/>
                  <a:pt x="27596" y="115399"/>
                </a:cubicBezTo>
                <a:close/>
                <a:moveTo>
                  <a:pt x="45601" y="115221"/>
                </a:moveTo>
                <a:cubicBezTo>
                  <a:pt x="42813" y="115868"/>
                  <a:pt x="40150" y="116241"/>
                  <a:pt x="37586" y="116391"/>
                </a:cubicBezTo>
                <a:cubicBezTo>
                  <a:pt x="37088" y="116391"/>
                  <a:pt x="36665" y="116391"/>
                  <a:pt x="36217" y="116366"/>
                </a:cubicBezTo>
                <a:cubicBezTo>
                  <a:pt x="39029" y="116316"/>
                  <a:pt x="42016" y="115942"/>
                  <a:pt x="45128" y="115221"/>
                </a:cubicBezTo>
                <a:close/>
                <a:moveTo>
                  <a:pt x="50479" y="115021"/>
                </a:moveTo>
                <a:cubicBezTo>
                  <a:pt x="50031" y="115146"/>
                  <a:pt x="49583" y="115270"/>
                  <a:pt x="49085" y="115370"/>
                </a:cubicBezTo>
                <a:cubicBezTo>
                  <a:pt x="48264" y="115519"/>
                  <a:pt x="47293" y="115743"/>
                  <a:pt x="46372" y="115893"/>
                </a:cubicBezTo>
                <a:cubicBezTo>
                  <a:pt x="45924" y="115967"/>
                  <a:pt x="45426" y="116067"/>
                  <a:pt x="44929" y="116117"/>
                </a:cubicBezTo>
                <a:lnTo>
                  <a:pt x="44879" y="116117"/>
                </a:lnTo>
                <a:cubicBezTo>
                  <a:pt x="44406" y="116191"/>
                  <a:pt x="43908" y="116216"/>
                  <a:pt x="43385" y="116266"/>
                </a:cubicBezTo>
                <a:cubicBezTo>
                  <a:pt x="42191" y="116391"/>
                  <a:pt x="40871" y="116490"/>
                  <a:pt x="39577" y="116565"/>
                </a:cubicBezTo>
                <a:cubicBezTo>
                  <a:pt x="39204" y="116590"/>
                  <a:pt x="38830" y="116590"/>
                  <a:pt x="38457" y="116615"/>
                </a:cubicBezTo>
                <a:lnTo>
                  <a:pt x="37685" y="116615"/>
                </a:lnTo>
                <a:cubicBezTo>
                  <a:pt x="37187" y="116615"/>
                  <a:pt x="36764" y="116615"/>
                  <a:pt x="36316" y="116590"/>
                </a:cubicBezTo>
                <a:lnTo>
                  <a:pt x="37038" y="116590"/>
                </a:lnTo>
                <a:cubicBezTo>
                  <a:pt x="37187" y="116590"/>
                  <a:pt x="37387" y="116540"/>
                  <a:pt x="37536" y="116540"/>
                </a:cubicBezTo>
                <a:lnTo>
                  <a:pt x="37660" y="116540"/>
                </a:lnTo>
                <a:cubicBezTo>
                  <a:pt x="38208" y="116540"/>
                  <a:pt x="38880" y="116540"/>
                  <a:pt x="39552" y="116515"/>
                </a:cubicBezTo>
                <a:lnTo>
                  <a:pt x="39577" y="116515"/>
                </a:lnTo>
                <a:cubicBezTo>
                  <a:pt x="40822" y="116490"/>
                  <a:pt x="42166" y="116366"/>
                  <a:pt x="43410" y="116241"/>
                </a:cubicBezTo>
                <a:cubicBezTo>
                  <a:pt x="45352" y="116017"/>
                  <a:pt x="47119" y="115718"/>
                  <a:pt x="48364" y="115420"/>
                </a:cubicBezTo>
                <a:cubicBezTo>
                  <a:pt x="48986" y="115295"/>
                  <a:pt x="49583" y="115146"/>
                  <a:pt x="50106" y="115021"/>
                </a:cubicBezTo>
                <a:close/>
                <a:moveTo>
                  <a:pt x="80647" y="0"/>
                </a:moveTo>
                <a:cubicBezTo>
                  <a:pt x="79950" y="0"/>
                  <a:pt x="79278" y="25"/>
                  <a:pt x="78706" y="50"/>
                </a:cubicBezTo>
                <a:lnTo>
                  <a:pt x="78606" y="50"/>
                </a:lnTo>
                <a:cubicBezTo>
                  <a:pt x="77212" y="125"/>
                  <a:pt x="75520" y="249"/>
                  <a:pt x="73603" y="498"/>
                </a:cubicBezTo>
                <a:cubicBezTo>
                  <a:pt x="73529" y="498"/>
                  <a:pt x="73479" y="523"/>
                  <a:pt x="73404" y="523"/>
                </a:cubicBezTo>
                <a:cubicBezTo>
                  <a:pt x="72209" y="672"/>
                  <a:pt x="70691" y="971"/>
                  <a:pt x="69894" y="1145"/>
                </a:cubicBezTo>
                <a:cubicBezTo>
                  <a:pt x="69471" y="1245"/>
                  <a:pt x="69073" y="1295"/>
                  <a:pt x="68700" y="1394"/>
                </a:cubicBezTo>
                <a:lnTo>
                  <a:pt x="68675" y="1394"/>
                </a:lnTo>
                <a:cubicBezTo>
                  <a:pt x="68326" y="1494"/>
                  <a:pt x="67978" y="1544"/>
                  <a:pt x="67679" y="1643"/>
                </a:cubicBezTo>
                <a:cubicBezTo>
                  <a:pt x="65215" y="2240"/>
                  <a:pt x="63248" y="2863"/>
                  <a:pt x="62228" y="3236"/>
                </a:cubicBezTo>
                <a:cubicBezTo>
                  <a:pt x="61357" y="3535"/>
                  <a:pt x="60834" y="3734"/>
                  <a:pt x="60809" y="3734"/>
                </a:cubicBezTo>
                <a:cubicBezTo>
                  <a:pt x="60461" y="3858"/>
                  <a:pt x="60087" y="4008"/>
                  <a:pt x="59689" y="4157"/>
                </a:cubicBezTo>
                <a:lnTo>
                  <a:pt x="59639" y="4157"/>
                </a:lnTo>
                <a:cubicBezTo>
                  <a:pt x="58868" y="4456"/>
                  <a:pt x="57947" y="4829"/>
                  <a:pt x="57150" y="5153"/>
                </a:cubicBezTo>
                <a:cubicBezTo>
                  <a:pt x="54960" y="6074"/>
                  <a:pt x="53466" y="6820"/>
                  <a:pt x="49633" y="8812"/>
                </a:cubicBezTo>
                <a:cubicBezTo>
                  <a:pt x="49185" y="9011"/>
                  <a:pt x="48637" y="9334"/>
                  <a:pt x="47990" y="9708"/>
                </a:cubicBezTo>
                <a:cubicBezTo>
                  <a:pt x="47891" y="9782"/>
                  <a:pt x="47791" y="9807"/>
                  <a:pt x="47692" y="9857"/>
                </a:cubicBezTo>
                <a:cubicBezTo>
                  <a:pt x="45800" y="10977"/>
                  <a:pt x="43336" y="12471"/>
                  <a:pt x="41668" y="13665"/>
                </a:cubicBezTo>
                <a:cubicBezTo>
                  <a:pt x="41593" y="13715"/>
                  <a:pt x="41519" y="13740"/>
                  <a:pt x="41444" y="13815"/>
                </a:cubicBezTo>
                <a:cubicBezTo>
                  <a:pt x="40971" y="14113"/>
                  <a:pt x="40548" y="14437"/>
                  <a:pt x="40174" y="14711"/>
                </a:cubicBezTo>
                <a:lnTo>
                  <a:pt x="39701" y="15034"/>
                </a:lnTo>
                <a:lnTo>
                  <a:pt x="39677" y="15034"/>
                </a:lnTo>
                <a:cubicBezTo>
                  <a:pt x="38407" y="15906"/>
                  <a:pt x="37362" y="16677"/>
                  <a:pt x="36167" y="17648"/>
                </a:cubicBezTo>
                <a:cubicBezTo>
                  <a:pt x="36092" y="17698"/>
                  <a:pt x="36042" y="17723"/>
                  <a:pt x="35943" y="17797"/>
                </a:cubicBezTo>
                <a:cubicBezTo>
                  <a:pt x="34798" y="18669"/>
                  <a:pt x="33255" y="19938"/>
                  <a:pt x="32359" y="20685"/>
                </a:cubicBezTo>
                <a:lnTo>
                  <a:pt x="32334" y="20685"/>
                </a:lnTo>
                <a:cubicBezTo>
                  <a:pt x="31861" y="21083"/>
                  <a:pt x="31189" y="21680"/>
                  <a:pt x="30442" y="22327"/>
                </a:cubicBezTo>
                <a:cubicBezTo>
                  <a:pt x="29397" y="23248"/>
                  <a:pt x="28376" y="24194"/>
                  <a:pt x="27530" y="25016"/>
                </a:cubicBezTo>
                <a:cubicBezTo>
                  <a:pt x="26883" y="25638"/>
                  <a:pt x="26285" y="26186"/>
                  <a:pt x="25887" y="26634"/>
                </a:cubicBezTo>
                <a:lnTo>
                  <a:pt x="25663" y="26858"/>
                </a:lnTo>
                <a:cubicBezTo>
                  <a:pt x="25389" y="27156"/>
                  <a:pt x="25041" y="27480"/>
                  <a:pt x="24717" y="27853"/>
                </a:cubicBezTo>
                <a:cubicBezTo>
                  <a:pt x="23970" y="28625"/>
                  <a:pt x="23174" y="29397"/>
                  <a:pt x="22552" y="30118"/>
                </a:cubicBezTo>
                <a:cubicBezTo>
                  <a:pt x="22054" y="30666"/>
                  <a:pt x="21631" y="31164"/>
                  <a:pt x="21257" y="31587"/>
                </a:cubicBezTo>
                <a:cubicBezTo>
                  <a:pt x="20983" y="31886"/>
                  <a:pt x="20734" y="32159"/>
                  <a:pt x="20510" y="32408"/>
                </a:cubicBezTo>
                <a:cubicBezTo>
                  <a:pt x="20386" y="32558"/>
                  <a:pt x="20286" y="32707"/>
                  <a:pt x="20162" y="32782"/>
                </a:cubicBezTo>
                <a:cubicBezTo>
                  <a:pt x="19988" y="33006"/>
                  <a:pt x="19789" y="33205"/>
                  <a:pt x="19614" y="33404"/>
                </a:cubicBezTo>
                <a:cubicBezTo>
                  <a:pt x="19390" y="33653"/>
                  <a:pt x="19166" y="33952"/>
                  <a:pt x="18917" y="34225"/>
                </a:cubicBezTo>
                <a:cubicBezTo>
                  <a:pt x="18196" y="35072"/>
                  <a:pt x="17748" y="35644"/>
                  <a:pt x="16827" y="36839"/>
                </a:cubicBezTo>
                <a:lnTo>
                  <a:pt x="16802" y="36864"/>
                </a:lnTo>
                <a:cubicBezTo>
                  <a:pt x="16802" y="36864"/>
                  <a:pt x="16627" y="37113"/>
                  <a:pt x="16304" y="37511"/>
                </a:cubicBezTo>
                <a:cubicBezTo>
                  <a:pt x="15632" y="38432"/>
                  <a:pt x="14810" y="39477"/>
                  <a:pt x="14213" y="40349"/>
                </a:cubicBezTo>
                <a:cubicBezTo>
                  <a:pt x="14213" y="40373"/>
                  <a:pt x="14188" y="40373"/>
                  <a:pt x="14188" y="40423"/>
                </a:cubicBezTo>
                <a:cubicBezTo>
                  <a:pt x="13441" y="41469"/>
                  <a:pt x="12595" y="42688"/>
                  <a:pt x="11774" y="44032"/>
                </a:cubicBezTo>
                <a:cubicBezTo>
                  <a:pt x="10927" y="45352"/>
                  <a:pt x="10181" y="46546"/>
                  <a:pt x="9583" y="47592"/>
                </a:cubicBezTo>
                <a:cubicBezTo>
                  <a:pt x="9110" y="48339"/>
                  <a:pt x="8712" y="49135"/>
                  <a:pt x="8239" y="49956"/>
                </a:cubicBezTo>
                <a:cubicBezTo>
                  <a:pt x="7791" y="50828"/>
                  <a:pt x="7492" y="51400"/>
                  <a:pt x="7443" y="51525"/>
                </a:cubicBezTo>
                <a:cubicBezTo>
                  <a:pt x="7293" y="51798"/>
                  <a:pt x="7119" y="52122"/>
                  <a:pt x="6970" y="52446"/>
                </a:cubicBezTo>
                <a:lnTo>
                  <a:pt x="6845" y="52670"/>
                </a:lnTo>
                <a:cubicBezTo>
                  <a:pt x="6472" y="53416"/>
                  <a:pt x="6049" y="54288"/>
                  <a:pt x="5700" y="55109"/>
                </a:cubicBezTo>
                <a:cubicBezTo>
                  <a:pt x="5675" y="55159"/>
                  <a:pt x="5626" y="55258"/>
                  <a:pt x="5601" y="55358"/>
                </a:cubicBezTo>
                <a:cubicBezTo>
                  <a:pt x="5078" y="56528"/>
                  <a:pt x="3734" y="59589"/>
                  <a:pt x="2639" y="63024"/>
                </a:cubicBezTo>
                <a:lnTo>
                  <a:pt x="2639" y="63074"/>
                </a:lnTo>
                <a:cubicBezTo>
                  <a:pt x="2191" y="64443"/>
                  <a:pt x="1718" y="66235"/>
                  <a:pt x="1344" y="67853"/>
                </a:cubicBezTo>
                <a:cubicBezTo>
                  <a:pt x="1245" y="68251"/>
                  <a:pt x="1145" y="68724"/>
                  <a:pt x="1070" y="69222"/>
                </a:cubicBezTo>
                <a:cubicBezTo>
                  <a:pt x="996" y="69620"/>
                  <a:pt x="896" y="69994"/>
                  <a:pt x="846" y="70367"/>
                </a:cubicBezTo>
                <a:lnTo>
                  <a:pt x="846" y="70417"/>
                </a:lnTo>
                <a:cubicBezTo>
                  <a:pt x="772" y="70716"/>
                  <a:pt x="722" y="71064"/>
                  <a:pt x="647" y="71363"/>
                </a:cubicBezTo>
                <a:lnTo>
                  <a:pt x="647" y="71437"/>
                </a:lnTo>
                <a:cubicBezTo>
                  <a:pt x="523" y="72159"/>
                  <a:pt x="398" y="72981"/>
                  <a:pt x="324" y="73827"/>
                </a:cubicBezTo>
                <a:cubicBezTo>
                  <a:pt x="199" y="74897"/>
                  <a:pt x="100" y="75918"/>
                  <a:pt x="75" y="76889"/>
                </a:cubicBezTo>
                <a:lnTo>
                  <a:pt x="75" y="76963"/>
                </a:lnTo>
                <a:cubicBezTo>
                  <a:pt x="25" y="77585"/>
                  <a:pt x="0" y="78332"/>
                  <a:pt x="0" y="79054"/>
                </a:cubicBezTo>
                <a:lnTo>
                  <a:pt x="0" y="79776"/>
                </a:lnTo>
                <a:lnTo>
                  <a:pt x="0" y="80323"/>
                </a:lnTo>
                <a:cubicBezTo>
                  <a:pt x="0" y="80946"/>
                  <a:pt x="25" y="81668"/>
                  <a:pt x="100" y="82365"/>
                </a:cubicBezTo>
                <a:cubicBezTo>
                  <a:pt x="249" y="84505"/>
                  <a:pt x="498" y="85999"/>
                  <a:pt x="598" y="86496"/>
                </a:cubicBezTo>
                <a:lnTo>
                  <a:pt x="622" y="86745"/>
                </a:lnTo>
                <a:cubicBezTo>
                  <a:pt x="622" y="86770"/>
                  <a:pt x="622" y="86845"/>
                  <a:pt x="647" y="86870"/>
                </a:cubicBezTo>
                <a:cubicBezTo>
                  <a:pt x="772" y="87741"/>
                  <a:pt x="1070" y="88961"/>
                  <a:pt x="1319" y="89882"/>
                </a:cubicBezTo>
                <a:cubicBezTo>
                  <a:pt x="1319" y="89907"/>
                  <a:pt x="1344" y="89981"/>
                  <a:pt x="1344" y="90006"/>
                </a:cubicBezTo>
                <a:cubicBezTo>
                  <a:pt x="1369" y="90081"/>
                  <a:pt x="1369" y="90131"/>
                  <a:pt x="1394" y="90205"/>
                </a:cubicBezTo>
                <a:cubicBezTo>
                  <a:pt x="1444" y="90255"/>
                  <a:pt x="1444" y="90355"/>
                  <a:pt x="1469" y="90404"/>
                </a:cubicBezTo>
                <a:cubicBezTo>
                  <a:pt x="1618" y="90952"/>
                  <a:pt x="1817" y="91500"/>
                  <a:pt x="1991" y="92072"/>
                </a:cubicBezTo>
                <a:cubicBezTo>
                  <a:pt x="2016" y="92122"/>
                  <a:pt x="2066" y="92221"/>
                  <a:pt x="2066" y="92271"/>
                </a:cubicBezTo>
                <a:cubicBezTo>
                  <a:pt x="2066" y="92321"/>
                  <a:pt x="2066" y="92321"/>
                  <a:pt x="2091" y="92346"/>
                </a:cubicBezTo>
                <a:cubicBezTo>
                  <a:pt x="2191" y="92620"/>
                  <a:pt x="2265" y="92943"/>
                  <a:pt x="2365" y="93217"/>
                </a:cubicBezTo>
                <a:cubicBezTo>
                  <a:pt x="2439" y="93441"/>
                  <a:pt x="2514" y="93615"/>
                  <a:pt x="2589" y="93839"/>
                </a:cubicBezTo>
                <a:cubicBezTo>
                  <a:pt x="2688" y="94138"/>
                  <a:pt x="2813" y="94437"/>
                  <a:pt x="2888" y="94710"/>
                </a:cubicBezTo>
                <a:lnTo>
                  <a:pt x="2888" y="94735"/>
                </a:lnTo>
                <a:cubicBezTo>
                  <a:pt x="2962" y="94885"/>
                  <a:pt x="3087" y="95183"/>
                  <a:pt x="3236" y="95557"/>
                </a:cubicBezTo>
                <a:cubicBezTo>
                  <a:pt x="3311" y="95681"/>
                  <a:pt x="3360" y="95831"/>
                  <a:pt x="3460" y="96005"/>
                </a:cubicBezTo>
                <a:cubicBezTo>
                  <a:pt x="3560" y="96229"/>
                  <a:pt x="3684" y="96478"/>
                  <a:pt x="3809" y="96752"/>
                </a:cubicBezTo>
                <a:cubicBezTo>
                  <a:pt x="4232" y="97623"/>
                  <a:pt x="4804" y="98693"/>
                  <a:pt x="5501" y="99863"/>
                </a:cubicBezTo>
                <a:cubicBezTo>
                  <a:pt x="5725" y="100211"/>
                  <a:pt x="5874" y="100485"/>
                  <a:pt x="5999" y="100684"/>
                </a:cubicBezTo>
                <a:cubicBezTo>
                  <a:pt x="6248" y="101083"/>
                  <a:pt x="6547" y="101456"/>
                  <a:pt x="6795" y="101804"/>
                </a:cubicBezTo>
                <a:cubicBezTo>
                  <a:pt x="6970" y="102078"/>
                  <a:pt x="7194" y="102327"/>
                  <a:pt x="7368" y="102626"/>
                </a:cubicBezTo>
                <a:cubicBezTo>
                  <a:pt x="7418" y="102676"/>
                  <a:pt x="7467" y="102750"/>
                  <a:pt x="7492" y="102775"/>
                </a:cubicBezTo>
                <a:cubicBezTo>
                  <a:pt x="7841" y="103198"/>
                  <a:pt x="8189" y="103621"/>
                  <a:pt x="8463" y="103995"/>
                </a:cubicBezTo>
                <a:cubicBezTo>
                  <a:pt x="8612" y="104169"/>
                  <a:pt x="8812" y="104393"/>
                  <a:pt x="8961" y="104567"/>
                </a:cubicBezTo>
                <a:cubicBezTo>
                  <a:pt x="9085" y="104742"/>
                  <a:pt x="9235" y="104891"/>
                  <a:pt x="9334" y="105015"/>
                </a:cubicBezTo>
                <a:cubicBezTo>
                  <a:pt x="9683" y="105389"/>
                  <a:pt x="9932" y="105662"/>
                  <a:pt x="10056" y="105762"/>
                </a:cubicBezTo>
                <a:cubicBezTo>
                  <a:pt x="10106" y="105812"/>
                  <a:pt x="10181" y="105911"/>
                  <a:pt x="10280" y="105961"/>
                </a:cubicBezTo>
                <a:lnTo>
                  <a:pt x="10405" y="106086"/>
                </a:lnTo>
                <a:cubicBezTo>
                  <a:pt x="10554" y="106260"/>
                  <a:pt x="10728" y="106409"/>
                  <a:pt x="10902" y="106559"/>
                </a:cubicBezTo>
                <a:cubicBezTo>
                  <a:pt x="11226" y="106907"/>
                  <a:pt x="11599" y="107256"/>
                  <a:pt x="11973" y="107579"/>
                </a:cubicBezTo>
                <a:cubicBezTo>
                  <a:pt x="12296" y="107878"/>
                  <a:pt x="12645" y="108152"/>
                  <a:pt x="12944" y="108425"/>
                </a:cubicBezTo>
                <a:cubicBezTo>
                  <a:pt x="13018" y="108450"/>
                  <a:pt x="13043" y="108525"/>
                  <a:pt x="13093" y="108550"/>
                </a:cubicBezTo>
                <a:cubicBezTo>
                  <a:pt x="13815" y="109147"/>
                  <a:pt x="14661" y="109770"/>
                  <a:pt x="15657" y="110417"/>
                </a:cubicBezTo>
                <a:cubicBezTo>
                  <a:pt x="15756" y="110491"/>
                  <a:pt x="15806" y="110541"/>
                  <a:pt x="15906" y="110616"/>
                </a:cubicBezTo>
                <a:cubicBezTo>
                  <a:pt x="16055" y="110690"/>
                  <a:pt x="16204" y="110790"/>
                  <a:pt x="16379" y="110914"/>
                </a:cubicBezTo>
                <a:cubicBezTo>
                  <a:pt x="16428" y="110939"/>
                  <a:pt x="16453" y="110989"/>
                  <a:pt x="16503" y="111014"/>
                </a:cubicBezTo>
                <a:cubicBezTo>
                  <a:pt x="16528" y="111039"/>
                  <a:pt x="16553" y="111039"/>
                  <a:pt x="16578" y="111064"/>
                </a:cubicBezTo>
                <a:cubicBezTo>
                  <a:pt x="16901" y="111288"/>
                  <a:pt x="17250" y="111487"/>
                  <a:pt x="17548" y="111661"/>
                </a:cubicBezTo>
                <a:cubicBezTo>
                  <a:pt x="17573" y="111686"/>
                  <a:pt x="17623" y="111686"/>
                  <a:pt x="17648" y="111736"/>
                </a:cubicBezTo>
                <a:cubicBezTo>
                  <a:pt x="19789" y="112980"/>
                  <a:pt x="21481" y="113652"/>
                  <a:pt x="21855" y="113777"/>
                </a:cubicBezTo>
                <a:cubicBezTo>
                  <a:pt x="22029" y="113852"/>
                  <a:pt x="22178" y="113926"/>
                  <a:pt x="22402" y="114001"/>
                </a:cubicBezTo>
                <a:lnTo>
                  <a:pt x="22427" y="114026"/>
                </a:lnTo>
                <a:cubicBezTo>
                  <a:pt x="22651" y="114125"/>
                  <a:pt x="22875" y="114175"/>
                  <a:pt x="23049" y="114275"/>
                </a:cubicBezTo>
                <a:cubicBezTo>
                  <a:pt x="23174" y="114349"/>
                  <a:pt x="23298" y="114374"/>
                  <a:pt x="23423" y="114399"/>
                </a:cubicBezTo>
                <a:lnTo>
                  <a:pt x="24169" y="114673"/>
                </a:lnTo>
                <a:cubicBezTo>
                  <a:pt x="25787" y="115246"/>
                  <a:pt x="27455" y="115644"/>
                  <a:pt x="28650" y="115893"/>
                </a:cubicBezTo>
                <a:cubicBezTo>
                  <a:pt x="28849" y="115918"/>
                  <a:pt x="29023" y="115967"/>
                  <a:pt x="29197" y="116017"/>
                </a:cubicBezTo>
                <a:cubicBezTo>
                  <a:pt x="29695" y="116117"/>
                  <a:pt x="30069" y="116166"/>
                  <a:pt x="30243" y="116216"/>
                </a:cubicBezTo>
                <a:lnTo>
                  <a:pt x="30342" y="116216"/>
                </a:lnTo>
                <a:cubicBezTo>
                  <a:pt x="30517" y="116241"/>
                  <a:pt x="30691" y="116266"/>
                  <a:pt x="30865" y="116266"/>
                </a:cubicBezTo>
                <a:lnTo>
                  <a:pt x="30990" y="116266"/>
                </a:lnTo>
                <a:cubicBezTo>
                  <a:pt x="31711" y="116366"/>
                  <a:pt x="32483" y="116490"/>
                  <a:pt x="33130" y="116540"/>
                </a:cubicBezTo>
                <a:lnTo>
                  <a:pt x="33205" y="116540"/>
                </a:lnTo>
                <a:cubicBezTo>
                  <a:pt x="33255" y="116540"/>
                  <a:pt x="33354" y="116540"/>
                  <a:pt x="33429" y="116590"/>
                </a:cubicBezTo>
                <a:cubicBezTo>
                  <a:pt x="34176" y="116639"/>
                  <a:pt x="34997" y="116714"/>
                  <a:pt x="35918" y="116739"/>
                </a:cubicBezTo>
                <a:cubicBezTo>
                  <a:pt x="36441" y="116764"/>
                  <a:pt x="36963" y="116764"/>
                  <a:pt x="37461" y="116764"/>
                </a:cubicBezTo>
                <a:lnTo>
                  <a:pt x="38357" y="116764"/>
                </a:lnTo>
                <a:cubicBezTo>
                  <a:pt x="38706" y="116764"/>
                  <a:pt x="39079" y="116764"/>
                  <a:pt x="39477" y="116739"/>
                </a:cubicBezTo>
                <a:cubicBezTo>
                  <a:pt x="41270" y="116664"/>
                  <a:pt x="43136" y="116490"/>
                  <a:pt x="44779" y="116266"/>
                </a:cubicBezTo>
                <a:cubicBezTo>
                  <a:pt x="45252" y="116216"/>
                  <a:pt x="45750" y="116142"/>
                  <a:pt x="46273" y="116042"/>
                </a:cubicBezTo>
                <a:cubicBezTo>
                  <a:pt x="47019" y="115918"/>
                  <a:pt x="47741" y="115793"/>
                  <a:pt x="48289" y="115669"/>
                </a:cubicBezTo>
                <a:cubicBezTo>
                  <a:pt x="48538" y="115619"/>
                  <a:pt x="48762" y="115594"/>
                  <a:pt x="48986" y="115519"/>
                </a:cubicBezTo>
                <a:cubicBezTo>
                  <a:pt x="49036" y="115519"/>
                  <a:pt x="49135" y="115494"/>
                  <a:pt x="49185" y="115494"/>
                </a:cubicBezTo>
                <a:lnTo>
                  <a:pt x="49484" y="115420"/>
                </a:lnTo>
                <a:cubicBezTo>
                  <a:pt x="50305" y="115246"/>
                  <a:pt x="51351" y="114997"/>
                  <a:pt x="52371" y="114723"/>
                </a:cubicBezTo>
                <a:lnTo>
                  <a:pt x="52421" y="114723"/>
                </a:lnTo>
                <a:cubicBezTo>
                  <a:pt x="54462" y="114150"/>
                  <a:pt x="55831" y="113727"/>
                  <a:pt x="56528" y="113428"/>
                </a:cubicBezTo>
                <a:cubicBezTo>
                  <a:pt x="56876" y="113304"/>
                  <a:pt x="57200" y="113229"/>
                  <a:pt x="57374" y="113130"/>
                </a:cubicBezTo>
                <a:cubicBezTo>
                  <a:pt x="57698" y="113005"/>
                  <a:pt x="57996" y="112881"/>
                  <a:pt x="58345" y="112756"/>
                </a:cubicBezTo>
                <a:lnTo>
                  <a:pt x="58519" y="112682"/>
                </a:lnTo>
                <a:cubicBezTo>
                  <a:pt x="59316" y="112408"/>
                  <a:pt x="60212" y="112059"/>
                  <a:pt x="60983" y="111736"/>
                </a:cubicBezTo>
                <a:cubicBezTo>
                  <a:pt x="63224" y="110815"/>
                  <a:pt x="64717" y="110068"/>
                  <a:pt x="68550" y="108077"/>
                </a:cubicBezTo>
                <a:cubicBezTo>
                  <a:pt x="68824" y="107928"/>
                  <a:pt x="69197" y="107753"/>
                  <a:pt x="69571" y="107529"/>
                </a:cubicBezTo>
                <a:cubicBezTo>
                  <a:pt x="70069" y="107256"/>
                  <a:pt x="70641" y="106932"/>
                  <a:pt x="71214" y="106559"/>
                </a:cubicBezTo>
                <a:cubicBezTo>
                  <a:pt x="73006" y="105513"/>
                  <a:pt x="75022" y="104219"/>
                  <a:pt x="76491" y="103223"/>
                </a:cubicBezTo>
                <a:cubicBezTo>
                  <a:pt x="76565" y="103173"/>
                  <a:pt x="76690" y="103074"/>
                  <a:pt x="76789" y="103024"/>
                </a:cubicBezTo>
                <a:cubicBezTo>
                  <a:pt x="77188" y="102725"/>
                  <a:pt x="77561" y="102476"/>
                  <a:pt x="77934" y="102228"/>
                </a:cubicBezTo>
                <a:lnTo>
                  <a:pt x="78482" y="101854"/>
                </a:lnTo>
                <a:cubicBezTo>
                  <a:pt x="79677" y="101033"/>
                  <a:pt x="80896" y="100087"/>
                  <a:pt x="82041" y="99191"/>
                </a:cubicBezTo>
                <a:cubicBezTo>
                  <a:pt x="82091" y="99166"/>
                  <a:pt x="82141" y="99116"/>
                  <a:pt x="82216" y="99091"/>
                </a:cubicBezTo>
                <a:cubicBezTo>
                  <a:pt x="83336" y="98245"/>
                  <a:pt x="84754" y="97050"/>
                  <a:pt x="85725" y="96229"/>
                </a:cubicBezTo>
                <a:cubicBezTo>
                  <a:pt x="85750" y="96229"/>
                  <a:pt x="85750" y="96204"/>
                  <a:pt x="85775" y="96204"/>
                </a:cubicBezTo>
                <a:lnTo>
                  <a:pt x="85825" y="96179"/>
                </a:lnTo>
                <a:cubicBezTo>
                  <a:pt x="86347" y="95731"/>
                  <a:pt x="87020" y="95134"/>
                  <a:pt x="87741" y="94486"/>
                </a:cubicBezTo>
                <a:lnTo>
                  <a:pt x="87766" y="94462"/>
                </a:lnTo>
                <a:cubicBezTo>
                  <a:pt x="87866" y="94362"/>
                  <a:pt x="87965" y="94262"/>
                  <a:pt x="88090" y="94188"/>
                </a:cubicBezTo>
                <a:cubicBezTo>
                  <a:pt x="88712" y="93615"/>
                  <a:pt x="89309" y="93068"/>
                  <a:pt x="89882" y="92520"/>
                </a:cubicBezTo>
                <a:cubicBezTo>
                  <a:pt x="90006" y="92396"/>
                  <a:pt x="90131" y="92321"/>
                  <a:pt x="90255" y="92196"/>
                </a:cubicBezTo>
                <a:cubicBezTo>
                  <a:pt x="91201" y="91276"/>
                  <a:pt x="92048" y="90479"/>
                  <a:pt x="92545" y="89981"/>
                </a:cubicBezTo>
                <a:cubicBezTo>
                  <a:pt x="92744" y="89732"/>
                  <a:pt x="92993" y="89483"/>
                  <a:pt x="93242" y="89234"/>
                </a:cubicBezTo>
                <a:lnTo>
                  <a:pt x="93466" y="89010"/>
                </a:lnTo>
                <a:cubicBezTo>
                  <a:pt x="94213" y="88239"/>
                  <a:pt x="94985" y="87467"/>
                  <a:pt x="95607" y="86770"/>
                </a:cubicBezTo>
                <a:cubicBezTo>
                  <a:pt x="96080" y="86248"/>
                  <a:pt x="96478" y="85775"/>
                  <a:pt x="96851" y="85376"/>
                </a:cubicBezTo>
                <a:cubicBezTo>
                  <a:pt x="97175" y="85028"/>
                  <a:pt x="97424" y="84754"/>
                  <a:pt x="97673" y="84480"/>
                </a:cubicBezTo>
                <a:cubicBezTo>
                  <a:pt x="97797" y="84306"/>
                  <a:pt x="97922" y="84182"/>
                  <a:pt x="98021" y="84057"/>
                </a:cubicBezTo>
                <a:cubicBezTo>
                  <a:pt x="98196" y="83858"/>
                  <a:pt x="98395" y="83659"/>
                  <a:pt x="98544" y="83485"/>
                </a:cubicBezTo>
                <a:cubicBezTo>
                  <a:pt x="98818" y="83161"/>
                  <a:pt x="99092" y="82813"/>
                  <a:pt x="99390" y="82489"/>
                </a:cubicBezTo>
                <a:cubicBezTo>
                  <a:pt x="100013" y="81742"/>
                  <a:pt x="100436" y="81170"/>
                  <a:pt x="101207" y="80174"/>
                </a:cubicBezTo>
                <a:cubicBezTo>
                  <a:pt x="101257" y="80149"/>
                  <a:pt x="101282" y="80075"/>
                  <a:pt x="101307" y="80050"/>
                </a:cubicBezTo>
                <a:lnTo>
                  <a:pt x="101332" y="80025"/>
                </a:lnTo>
                <a:cubicBezTo>
                  <a:pt x="102203" y="78905"/>
                  <a:pt x="103199" y="77585"/>
                  <a:pt x="103896" y="76590"/>
                </a:cubicBezTo>
                <a:cubicBezTo>
                  <a:pt x="103945" y="76515"/>
                  <a:pt x="104045" y="76391"/>
                  <a:pt x="104120" y="76291"/>
                </a:cubicBezTo>
                <a:cubicBezTo>
                  <a:pt x="105663" y="74076"/>
                  <a:pt x="107107" y="71836"/>
                  <a:pt x="108401" y="69595"/>
                </a:cubicBezTo>
                <a:cubicBezTo>
                  <a:pt x="108401" y="69571"/>
                  <a:pt x="108426" y="69546"/>
                  <a:pt x="108476" y="69546"/>
                </a:cubicBezTo>
                <a:cubicBezTo>
                  <a:pt x="108525" y="69421"/>
                  <a:pt x="108675" y="69197"/>
                  <a:pt x="108849" y="68923"/>
                </a:cubicBezTo>
                <a:cubicBezTo>
                  <a:pt x="108899" y="68799"/>
                  <a:pt x="108998" y="68625"/>
                  <a:pt x="109098" y="68475"/>
                </a:cubicBezTo>
                <a:cubicBezTo>
                  <a:pt x="109347" y="68077"/>
                  <a:pt x="109621" y="67554"/>
                  <a:pt x="109919" y="66982"/>
                </a:cubicBezTo>
                <a:cubicBezTo>
                  <a:pt x="110118" y="66609"/>
                  <a:pt x="110342" y="66235"/>
                  <a:pt x="110542" y="65837"/>
                </a:cubicBezTo>
                <a:cubicBezTo>
                  <a:pt x="110766" y="65439"/>
                  <a:pt x="110990" y="65016"/>
                  <a:pt x="111164" y="64592"/>
                </a:cubicBezTo>
                <a:cubicBezTo>
                  <a:pt x="111288" y="64368"/>
                  <a:pt x="111388" y="64119"/>
                  <a:pt x="111512" y="63871"/>
                </a:cubicBezTo>
                <a:cubicBezTo>
                  <a:pt x="111836" y="63223"/>
                  <a:pt x="112135" y="62526"/>
                  <a:pt x="112458" y="61879"/>
                </a:cubicBezTo>
                <a:lnTo>
                  <a:pt x="112458" y="61854"/>
                </a:lnTo>
                <a:cubicBezTo>
                  <a:pt x="112458" y="61829"/>
                  <a:pt x="112483" y="61829"/>
                  <a:pt x="112483" y="61780"/>
                </a:cubicBezTo>
                <a:cubicBezTo>
                  <a:pt x="112632" y="61481"/>
                  <a:pt x="112757" y="61157"/>
                  <a:pt x="112881" y="60859"/>
                </a:cubicBezTo>
                <a:cubicBezTo>
                  <a:pt x="113504" y="59415"/>
                  <a:pt x="114076" y="58046"/>
                  <a:pt x="114524" y="56752"/>
                </a:cubicBezTo>
                <a:cubicBezTo>
                  <a:pt x="114574" y="56627"/>
                  <a:pt x="114599" y="56528"/>
                  <a:pt x="114649" y="56428"/>
                </a:cubicBezTo>
                <a:lnTo>
                  <a:pt x="115221" y="54860"/>
                </a:lnTo>
                <a:cubicBezTo>
                  <a:pt x="115246" y="54785"/>
                  <a:pt x="115271" y="54686"/>
                  <a:pt x="115271" y="54636"/>
                </a:cubicBezTo>
                <a:cubicBezTo>
                  <a:pt x="115470" y="54138"/>
                  <a:pt x="115619" y="53541"/>
                  <a:pt x="115819" y="52993"/>
                </a:cubicBezTo>
                <a:cubicBezTo>
                  <a:pt x="116117" y="51948"/>
                  <a:pt x="116391" y="50952"/>
                  <a:pt x="116615" y="50056"/>
                </a:cubicBezTo>
                <a:cubicBezTo>
                  <a:pt x="116839" y="49185"/>
                  <a:pt x="117063" y="48189"/>
                  <a:pt x="117212" y="47393"/>
                </a:cubicBezTo>
                <a:lnTo>
                  <a:pt x="117312" y="46920"/>
                </a:lnTo>
                <a:lnTo>
                  <a:pt x="117312" y="46895"/>
                </a:lnTo>
                <a:cubicBezTo>
                  <a:pt x="117586" y="45401"/>
                  <a:pt x="117735" y="44207"/>
                  <a:pt x="117835" y="43360"/>
                </a:cubicBezTo>
                <a:cubicBezTo>
                  <a:pt x="117860" y="43037"/>
                  <a:pt x="117934" y="42663"/>
                  <a:pt x="117959" y="42315"/>
                </a:cubicBezTo>
                <a:cubicBezTo>
                  <a:pt x="117959" y="42215"/>
                  <a:pt x="117984" y="42116"/>
                  <a:pt x="117984" y="42066"/>
                </a:cubicBezTo>
                <a:cubicBezTo>
                  <a:pt x="118084" y="41120"/>
                  <a:pt x="118183" y="39950"/>
                  <a:pt x="118183" y="38980"/>
                </a:cubicBezTo>
                <a:lnTo>
                  <a:pt x="118183" y="38731"/>
                </a:lnTo>
                <a:cubicBezTo>
                  <a:pt x="118308" y="37113"/>
                  <a:pt x="118283" y="36167"/>
                  <a:pt x="118283" y="36117"/>
                </a:cubicBezTo>
                <a:cubicBezTo>
                  <a:pt x="118233" y="35818"/>
                  <a:pt x="118233" y="35445"/>
                  <a:pt x="118208" y="35072"/>
                </a:cubicBezTo>
                <a:cubicBezTo>
                  <a:pt x="118183" y="34474"/>
                  <a:pt x="118158" y="33927"/>
                  <a:pt x="118109" y="33429"/>
                </a:cubicBezTo>
                <a:cubicBezTo>
                  <a:pt x="118084" y="33105"/>
                  <a:pt x="117984" y="31836"/>
                  <a:pt x="117660" y="29994"/>
                </a:cubicBezTo>
                <a:cubicBezTo>
                  <a:pt x="117586" y="29571"/>
                  <a:pt x="117486" y="29098"/>
                  <a:pt x="117362" y="28600"/>
                </a:cubicBezTo>
                <a:cubicBezTo>
                  <a:pt x="117287" y="28127"/>
                  <a:pt x="117163" y="27654"/>
                  <a:pt x="117038" y="27156"/>
                </a:cubicBezTo>
                <a:lnTo>
                  <a:pt x="116964" y="26957"/>
                </a:lnTo>
                <a:cubicBezTo>
                  <a:pt x="116715" y="26111"/>
                  <a:pt x="116441" y="25115"/>
                  <a:pt x="116043" y="23921"/>
                </a:cubicBezTo>
                <a:cubicBezTo>
                  <a:pt x="115918" y="23597"/>
                  <a:pt x="115819" y="23273"/>
                  <a:pt x="115694" y="23000"/>
                </a:cubicBezTo>
                <a:cubicBezTo>
                  <a:pt x="115445" y="22352"/>
                  <a:pt x="114798" y="20660"/>
                  <a:pt x="114126" y="19440"/>
                </a:cubicBezTo>
                <a:cubicBezTo>
                  <a:pt x="112732" y="16677"/>
                  <a:pt x="111214" y="14661"/>
                  <a:pt x="111189" y="14661"/>
                </a:cubicBezTo>
                <a:cubicBezTo>
                  <a:pt x="110318" y="13441"/>
                  <a:pt x="109073" y="12048"/>
                  <a:pt x="108227" y="11127"/>
                </a:cubicBezTo>
                <a:cubicBezTo>
                  <a:pt x="108127" y="11052"/>
                  <a:pt x="108077" y="10952"/>
                  <a:pt x="107978" y="10853"/>
                </a:cubicBezTo>
                <a:cubicBezTo>
                  <a:pt x="107953" y="10828"/>
                  <a:pt x="107878" y="10803"/>
                  <a:pt x="107853" y="10728"/>
                </a:cubicBezTo>
                <a:cubicBezTo>
                  <a:pt x="107480" y="10330"/>
                  <a:pt x="107007" y="9932"/>
                  <a:pt x="106609" y="9558"/>
                </a:cubicBezTo>
                <a:cubicBezTo>
                  <a:pt x="106410" y="9409"/>
                  <a:pt x="106260" y="9235"/>
                  <a:pt x="106111" y="9110"/>
                </a:cubicBezTo>
                <a:cubicBezTo>
                  <a:pt x="105763" y="8812"/>
                  <a:pt x="105414" y="8563"/>
                  <a:pt x="105115" y="8289"/>
                </a:cubicBezTo>
                <a:cubicBezTo>
                  <a:pt x="105016" y="8214"/>
                  <a:pt x="104916" y="8115"/>
                  <a:pt x="104842" y="8065"/>
                </a:cubicBezTo>
                <a:cubicBezTo>
                  <a:pt x="104269" y="7617"/>
                  <a:pt x="103746" y="7219"/>
                  <a:pt x="103249" y="6870"/>
                </a:cubicBezTo>
                <a:cubicBezTo>
                  <a:pt x="103000" y="6696"/>
                  <a:pt x="102751" y="6522"/>
                  <a:pt x="102502" y="6347"/>
                </a:cubicBezTo>
                <a:cubicBezTo>
                  <a:pt x="102477" y="6347"/>
                  <a:pt x="102477" y="6323"/>
                  <a:pt x="102427" y="6323"/>
                </a:cubicBezTo>
                <a:cubicBezTo>
                  <a:pt x="101481" y="5700"/>
                  <a:pt x="100635" y="5178"/>
                  <a:pt x="99938" y="4779"/>
                </a:cubicBezTo>
                <a:cubicBezTo>
                  <a:pt x="99764" y="4705"/>
                  <a:pt x="99614" y="4605"/>
                  <a:pt x="99415" y="4506"/>
                </a:cubicBezTo>
                <a:cubicBezTo>
                  <a:pt x="99291" y="4456"/>
                  <a:pt x="99191" y="4381"/>
                  <a:pt x="99067" y="4331"/>
                </a:cubicBezTo>
                <a:cubicBezTo>
                  <a:pt x="98818" y="4207"/>
                  <a:pt x="98569" y="4082"/>
                  <a:pt x="98295" y="3958"/>
                </a:cubicBezTo>
                <a:cubicBezTo>
                  <a:pt x="98171" y="3883"/>
                  <a:pt x="98046" y="3833"/>
                  <a:pt x="97897" y="3759"/>
                </a:cubicBezTo>
                <a:cubicBezTo>
                  <a:pt x="97648" y="3634"/>
                  <a:pt x="97399" y="3535"/>
                  <a:pt x="97150" y="3410"/>
                </a:cubicBezTo>
                <a:cubicBezTo>
                  <a:pt x="97001" y="3361"/>
                  <a:pt x="96876" y="3286"/>
                  <a:pt x="96702" y="3236"/>
                </a:cubicBezTo>
                <a:cubicBezTo>
                  <a:pt x="96528" y="3137"/>
                  <a:pt x="96329" y="3087"/>
                  <a:pt x="96155" y="2987"/>
                </a:cubicBezTo>
                <a:cubicBezTo>
                  <a:pt x="95756" y="2838"/>
                  <a:pt x="95383" y="2664"/>
                  <a:pt x="95034" y="2539"/>
                </a:cubicBezTo>
                <a:cubicBezTo>
                  <a:pt x="95010" y="2539"/>
                  <a:pt x="95010" y="2514"/>
                  <a:pt x="94960" y="2514"/>
                </a:cubicBezTo>
                <a:cubicBezTo>
                  <a:pt x="94835" y="2464"/>
                  <a:pt x="94711" y="2415"/>
                  <a:pt x="94586" y="2365"/>
                </a:cubicBezTo>
                <a:cubicBezTo>
                  <a:pt x="94188" y="2216"/>
                  <a:pt x="93790" y="2091"/>
                  <a:pt x="93417" y="1967"/>
                </a:cubicBezTo>
                <a:cubicBezTo>
                  <a:pt x="92944" y="1792"/>
                  <a:pt x="92471" y="1668"/>
                  <a:pt x="92048" y="1519"/>
                </a:cubicBezTo>
                <a:cubicBezTo>
                  <a:pt x="92023" y="1519"/>
                  <a:pt x="91973" y="1494"/>
                  <a:pt x="91948" y="1494"/>
                </a:cubicBezTo>
                <a:cubicBezTo>
                  <a:pt x="91052" y="1220"/>
                  <a:pt x="89932" y="996"/>
                  <a:pt x="88861" y="772"/>
                </a:cubicBezTo>
                <a:cubicBezTo>
                  <a:pt x="88737" y="747"/>
                  <a:pt x="88662" y="747"/>
                  <a:pt x="88538" y="722"/>
                </a:cubicBezTo>
                <a:lnTo>
                  <a:pt x="88463" y="722"/>
                </a:lnTo>
                <a:cubicBezTo>
                  <a:pt x="88413" y="722"/>
                  <a:pt x="88364" y="672"/>
                  <a:pt x="88314" y="672"/>
                </a:cubicBezTo>
                <a:cubicBezTo>
                  <a:pt x="88189" y="647"/>
                  <a:pt x="88090" y="647"/>
                  <a:pt x="87965" y="623"/>
                </a:cubicBezTo>
                <a:cubicBezTo>
                  <a:pt x="87368" y="523"/>
                  <a:pt x="86696" y="423"/>
                  <a:pt x="85999" y="349"/>
                </a:cubicBezTo>
                <a:cubicBezTo>
                  <a:pt x="85850" y="299"/>
                  <a:pt x="85700" y="299"/>
                  <a:pt x="85576" y="274"/>
                </a:cubicBezTo>
                <a:lnTo>
                  <a:pt x="85551" y="274"/>
                </a:lnTo>
                <a:lnTo>
                  <a:pt x="84954" y="224"/>
                </a:lnTo>
                <a:cubicBezTo>
                  <a:pt x="83734" y="50"/>
                  <a:pt x="82141" y="0"/>
                  <a:pt x="8064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93" name="Shape 8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4" name="Google Shape;894;p46"/>
          <p:cNvSpPr/>
          <p:nvPr/>
        </p:nvSpPr>
        <p:spPr>
          <a:xfrm rot="714665">
            <a:off x="-914965" y="3693095"/>
            <a:ext cx="2957793" cy="2919192"/>
          </a:xfrm>
          <a:custGeom>
            <a:rect b="b" l="l" r="r" t="t"/>
            <a:pathLst>
              <a:path extrusionOk="0" h="116764" w="118308">
                <a:moveTo>
                  <a:pt x="85119" y="611"/>
                </a:moveTo>
                <a:cubicBezTo>
                  <a:pt x="85338" y="611"/>
                  <a:pt x="85543" y="623"/>
                  <a:pt x="85725" y="623"/>
                </a:cubicBezTo>
                <a:lnTo>
                  <a:pt x="85850" y="623"/>
                </a:lnTo>
                <a:lnTo>
                  <a:pt x="86596" y="722"/>
                </a:lnTo>
                <a:cubicBezTo>
                  <a:pt x="87119" y="772"/>
                  <a:pt x="87642" y="871"/>
                  <a:pt x="88214" y="971"/>
                </a:cubicBezTo>
                <a:cubicBezTo>
                  <a:pt x="88314" y="996"/>
                  <a:pt x="88389" y="996"/>
                  <a:pt x="88488" y="1021"/>
                </a:cubicBezTo>
                <a:cubicBezTo>
                  <a:pt x="88861" y="1095"/>
                  <a:pt x="89260" y="1195"/>
                  <a:pt x="89633" y="1270"/>
                </a:cubicBezTo>
                <a:cubicBezTo>
                  <a:pt x="89807" y="1320"/>
                  <a:pt x="89982" y="1369"/>
                  <a:pt x="90131" y="1394"/>
                </a:cubicBezTo>
                <a:cubicBezTo>
                  <a:pt x="90230" y="1444"/>
                  <a:pt x="90305" y="1469"/>
                  <a:pt x="90380" y="1469"/>
                </a:cubicBezTo>
                <a:cubicBezTo>
                  <a:pt x="90547" y="1493"/>
                  <a:pt x="90691" y="1562"/>
                  <a:pt x="90812" y="1590"/>
                </a:cubicBezTo>
                <a:lnTo>
                  <a:pt x="90812" y="1590"/>
                </a:lnTo>
                <a:cubicBezTo>
                  <a:pt x="90120" y="1441"/>
                  <a:pt x="89428" y="1269"/>
                  <a:pt x="88712" y="1145"/>
                </a:cubicBezTo>
                <a:cubicBezTo>
                  <a:pt x="88637" y="1145"/>
                  <a:pt x="88563" y="1120"/>
                  <a:pt x="88488" y="1120"/>
                </a:cubicBezTo>
                <a:lnTo>
                  <a:pt x="87940" y="1021"/>
                </a:lnTo>
                <a:cubicBezTo>
                  <a:pt x="87219" y="896"/>
                  <a:pt x="86273" y="772"/>
                  <a:pt x="85451" y="697"/>
                </a:cubicBezTo>
                <a:lnTo>
                  <a:pt x="84904" y="623"/>
                </a:lnTo>
                <a:lnTo>
                  <a:pt x="84779" y="623"/>
                </a:lnTo>
                <a:cubicBezTo>
                  <a:pt x="84895" y="614"/>
                  <a:pt x="85009" y="611"/>
                  <a:pt x="85119" y="611"/>
                </a:cubicBezTo>
                <a:close/>
                <a:moveTo>
                  <a:pt x="81195" y="573"/>
                </a:moveTo>
                <a:cubicBezTo>
                  <a:pt x="81693" y="573"/>
                  <a:pt x="82216" y="598"/>
                  <a:pt x="82713" y="598"/>
                </a:cubicBezTo>
                <a:cubicBezTo>
                  <a:pt x="79726" y="598"/>
                  <a:pt x="76590" y="971"/>
                  <a:pt x="73304" y="1718"/>
                </a:cubicBezTo>
                <a:cubicBezTo>
                  <a:pt x="73155" y="1718"/>
                  <a:pt x="72981" y="1718"/>
                  <a:pt x="72807" y="1743"/>
                </a:cubicBezTo>
                <a:cubicBezTo>
                  <a:pt x="75744" y="1071"/>
                  <a:pt x="78532" y="697"/>
                  <a:pt x="81195" y="573"/>
                </a:cubicBezTo>
                <a:close/>
                <a:moveTo>
                  <a:pt x="80996" y="349"/>
                </a:moveTo>
                <a:cubicBezTo>
                  <a:pt x="81245" y="349"/>
                  <a:pt x="81469" y="349"/>
                  <a:pt x="81718" y="374"/>
                </a:cubicBezTo>
                <a:cubicBezTo>
                  <a:pt x="81568" y="374"/>
                  <a:pt x="81369" y="374"/>
                  <a:pt x="81220" y="399"/>
                </a:cubicBezTo>
                <a:lnTo>
                  <a:pt x="80747" y="399"/>
                </a:lnTo>
                <a:cubicBezTo>
                  <a:pt x="80025" y="399"/>
                  <a:pt x="79378" y="423"/>
                  <a:pt x="78781" y="473"/>
                </a:cubicBezTo>
                <a:cubicBezTo>
                  <a:pt x="77113" y="548"/>
                  <a:pt x="74997" y="747"/>
                  <a:pt x="73504" y="921"/>
                </a:cubicBezTo>
                <a:cubicBezTo>
                  <a:pt x="72309" y="1095"/>
                  <a:pt x="70790" y="1369"/>
                  <a:pt x="70019" y="1519"/>
                </a:cubicBezTo>
                <a:cubicBezTo>
                  <a:pt x="69397" y="1643"/>
                  <a:pt x="68799" y="1768"/>
                  <a:pt x="68202" y="1917"/>
                </a:cubicBezTo>
                <a:lnTo>
                  <a:pt x="67903" y="1917"/>
                </a:lnTo>
                <a:cubicBezTo>
                  <a:pt x="68177" y="1817"/>
                  <a:pt x="68451" y="1743"/>
                  <a:pt x="68749" y="1693"/>
                </a:cubicBezTo>
                <a:lnTo>
                  <a:pt x="68799" y="1693"/>
                </a:lnTo>
                <a:cubicBezTo>
                  <a:pt x="70542" y="1270"/>
                  <a:pt x="72184" y="996"/>
                  <a:pt x="73678" y="797"/>
                </a:cubicBezTo>
                <a:cubicBezTo>
                  <a:pt x="75146" y="623"/>
                  <a:pt x="77113" y="473"/>
                  <a:pt x="78706" y="374"/>
                </a:cubicBezTo>
                <a:cubicBezTo>
                  <a:pt x="79204" y="349"/>
                  <a:pt x="79702" y="349"/>
                  <a:pt x="80125" y="349"/>
                </a:cubicBezTo>
                <a:close/>
                <a:moveTo>
                  <a:pt x="77586" y="697"/>
                </a:moveTo>
                <a:cubicBezTo>
                  <a:pt x="75669" y="946"/>
                  <a:pt x="73728" y="1320"/>
                  <a:pt x="71662" y="1817"/>
                </a:cubicBezTo>
                <a:cubicBezTo>
                  <a:pt x="71064" y="1867"/>
                  <a:pt x="70492" y="1942"/>
                  <a:pt x="69870" y="1992"/>
                </a:cubicBezTo>
                <a:cubicBezTo>
                  <a:pt x="69546" y="1942"/>
                  <a:pt x="69247" y="1892"/>
                  <a:pt x="68924" y="1892"/>
                </a:cubicBezTo>
                <a:cubicBezTo>
                  <a:pt x="69272" y="1817"/>
                  <a:pt x="69646" y="1743"/>
                  <a:pt x="70019" y="1693"/>
                </a:cubicBezTo>
                <a:cubicBezTo>
                  <a:pt x="70815" y="1519"/>
                  <a:pt x="72309" y="1220"/>
                  <a:pt x="73504" y="1095"/>
                </a:cubicBezTo>
                <a:cubicBezTo>
                  <a:pt x="74649" y="946"/>
                  <a:pt x="76167" y="822"/>
                  <a:pt x="77586" y="697"/>
                </a:cubicBezTo>
                <a:close/>
                <a:moveTo>
                  <a:pt x="72284" y="1942"/>
                </a:moveTo>
                <a:cubicBezTo>
                  <a:pt x="72184" y="1967"/>
                  <a:pt x="72035" y="1992"/>
                  <a:pt x="71911" y="2016"/>
                </a:cubicBezTo>
                <a:cubicBezTo>
                  <a:pt x="71736" y="2016"/>
                  <a:pt x="71537" y="2066"/>
                  <a:pt x="71363" y="2066"/>
                </a:cubicBezTo>
                <a:cubicBezTo>
                  <a:pt x="71463" y="2016"/>
                  <a:pt x="71562" y="1992"/>
                  <a:pt x="71687" y="1967"/>
                </a:cubicBezTo>
                <a:cubicBezTo>
                  <a:pt x="71886" y="1942"/>
                  <a:pt x="72110" y="1942"/>
                  <a:pt x="72284" y="1942"/>
                </a:cubicBezTo>
                <a:close/>
                <a:moveTo>
                  <a:pt x="68508" y="2070"/>
                </a:moveTo>
                <a:cubicBezTo>
                  <a:pt x="68737" y="2070"/>
                  <a:pt x="68967" y="2099"/>
                  <a:pt x="69173" y="2116"/>
                </a:cubicBezTo>
                <a:cubicBezTo>
                  <a:pt x="69073" y="2116"/>
                  <a:pt x="68973" y="2141"/>
                  <a:pt x="68874" y="2141"/>
                </a:cubicBezTo>
                <a:cubicBezTo>
                  <a:pt x="68712" y="2128"/>
                  <a:pt x="68557" y="2122"/>
                  <a:pt x="68401" y="2122"/>
                </a:cubicBezTo>
                <a:cubicBezTo>
                  <a:pt x="68245" y="2122"/>
                  <a:pt x="68090" y="2128"/>
                  <a:pt x="67928" y="2141"/>
                </a:cubicBezTo>
                <a:cubicBezTo>
                  <a:pt x="68028" y="2116"/>
                  <a:pt x="68127" y="2116"/>
                  <a:pt x="68202" y="2091"/>
                </a:cubicBezTo>
                <a:cubicBezTo>
                  <a:pt x="68302" y="2076"/>
                  <a:pt x="68405" y="2070"/>
                  <a:pt x="68508" y="2070"/>
                </a:cubicBezTo>
                <a:close/>
                <a:moveTo>
                  <a:pt x="69870" y="2166"/>
                </a:moveTo>
                <a:cubicBezTo>
                  <a:pt x="69919" y="2216"/>
                  <a:pt x="70019" y="2216"/>
                  <a:pt x="70069" y="2216"/>
                </a:cubicBezTo>
                <a:cubicBezTo>
                  <a:pt x="70019" y="2216"/>
                  <a:pt x="69919" y="2240"/>
                  <a:pt x="69870" y="2240"/>
                </a:cubicBezTo>
                <a:cubicBezTo>
                  <a:pt x="69795" y="2240"/>
                  <a:pt x="69695" y="2216"/>
                  <a:pt x="69646" y="2216"/>
                </a:cubicBezTo>
                <a:cubicBezTo>
                  <a:pt x="69695" y="2216"/>
                  <a:pt x="69795" y="2166"/>
                  <a:pt x="69870" y="2166"/>
                </a:cubicBezTo>
                <a:close/>
                <a:moveTo>
                  <a:pt x="70691" y="2340"/>
                </a:moveTo>
                <a:cubicBezTo>
                  <a:pt x="70666" y="2340"/>
                  <a:pt x="70591" y="2365"/>
                  <a:pt x="70566" y="2365"/>
                </a:cubicBezTo>
                <a:cubicBezTo>
                  <a:pt x="70558" y="2365"/>
                  <a:pt x="70547" y="2362"/>
                  <a:pt x="70535" y="2359"/>
                </a:cubicBezTo>
                <a:lnTo>
                  <a:pt x="70535" y="2359"/>
                </a:lnTo>
                <a:cubicBezTo>
                  <a:pt x="70537" y="2359"/>
                  <a:pt x="70539" y="2359"/>
                  <a:pt x="70542" y="2359"/>
                </a:cubicBezTo>
                <a:cubicBezTo>
                  <a:pt x="70573" y="2359"/>
                  <a:pt x="70604" y="2352"/>
                  <a:pt x="70641" y="2340"/>
                </a:cubicBezTo>
                <a:close/>
                <a:moveTo>
                  <a:pt x="67057" y="2141"/>
                </a:moveTo>
                <a:cubicBezTo>
                  <a:pt x="66310" y="2340"/>
                  <a:pt x="65663" y="2514"/>
                  <a:pt x="65041" y="2713"/>
                </a:cubicBezTo>
                <a:cubicBezTo>
                  <a:pt x="65140" y="2664"/>
                  <a:pt x="65190" y="2639"/>
                  <a:pt x="65290" y="2614"/>
                </a:cubicBezTo>
                <a:cubicBezTo>
                  <a:pt x="65314" y="2614"/>
                  <a:pt x="65339" y="2589"/>
                  <a:pt x="65389" y="2589"/>
                </a:cubicBezTo>
                <a:cubicBezTo>
                  <a:pt x="65762" y="2464"/>
                  <a:pt x="66136" y="2340"/>
                  <a:pt x="66509" y="2240"/>
                </a:cubicBezTo>
                <a:cubicBezTo>
                  <a:pt x="66559" y="2240"/>
                  <a:pt x="66634" y="2216"/>
                  <a:pt x="66683" y="2216"/>
                </a:cubicBezTo>
                <a:lnTo>
                  <a:pt x="66708" y="2216"/>
                </a:lnTo>
                <a:cubicBezTo>
                  <a:pt x="66833" y="2166"/>
                  <a:pt x="66932" y="2166"/>
                  <a:pt x="67057" y="2141"/>
                </a:cubicBezTo>
                <a:close/>
                <a:moveTo>
                  <a:pt x="67729" y="2340"/>
                </a:moveTo>
                <a:cubicBezTo>
                  <a:pt x="67007" y="2464"/>
                  <a:pt x="66211" y="2639"/>
                  <a:pt x="65439" y="2838"/>
                </a:cubicBezTo>
                <a:cubicBezTo>
                  <a:pt x="65812" y="2713"/>
                  <a:pt x="66161" y="2589"/>
                  <a:pt x="66559" y="2514"/>
                </a:cubicBezTo>
                <a:cubicBezTo>
                  <a:pt x="66932" y="2440"/>
                  <a:pt x="67331" y="2365"/>
                  <a:pt x="67729" y="2340"/>
                </a:cubicBezTo>
                <a:close/>
                <a:moveTo>
                  <a:pt x="82881" y="760"/>
                </a:moveTo>
                <a:cubicBezTo>
                  <a:pt x="84830" y="760"/>
                  <a:pt x="86687" y="922"/>
                  <a:pt x="88438" y="1245"/>
                </a:cubicBezTo>
                <a:cubicBezTo>
                  <a:pt x="88538" y="1270"/>
                  <a:pt x="88613" y="1270"/>
                  <a:pt x="88712" y="1320"/>
                </a:cubicBezTo>
                <a:cubicBezTo>
                  <a:pt x="89135" y="1394"/>
                  <a:pt x="89608" y="1494"/>
                  <a:pt x="90006" y="1618"/>
                </a:cubicBezTo>
                <a:cubicBezTo>
                  <a:pt x="89795" y="1606"/>
                  <a:pt x="89577" y="1600"/>
                  <a:pt x="89356" y="1600"/>
                </a:cubicBezTo>
                <a:cubicBezTo>
                  <a:pt x="89135" y="1600"/>
                  <a:pt x="88911" y="1606"/>
                  <a:pt x="88687" y="1618"/>
                </a:cubicBezTo>
                <a:cubicBezTo>
                  <a:pt x="86646" y="1718"/>
                  <a:pt x="84630" y="2191"/>
                  <a:pt x="82713" y="2987"/>
                </a:cubicBezTo>
                <a:cubicBezTo>
                  <a:pt x="80302" y="2136"/>
                  <a:pt x="77643" y="1689"/>
                  <a:pt x="74737" y="1689"/>
                </a:cubicBezTo>
                <a:cubicBezTo>
                  <a:pt x="74584" y="1689"/>
                  <a:pt x="74430" y="1690"/>
                  <a:pt x="74275" y="1693"/>
                </a:cubicBezTo>
                <a:cubicBezTo>
                  <a:pt x="77298" y="1071"/>
                  <a:pt x="80178" y="760"/>
                  <a:pt x="82881" y="760"/>
                </a:cubicBezTo>
                <a:close/>
                <a:moveTo>
                  <a:pt x="89362" y="1797"/>
                </a:moveTo>
                <a:cubicBezTo>
                  <a:pt x="89882" y="1797"/>
                  <a:pt x="90392" y="1832"/>
                  <a:pt x="90903" y="1867"/>
                </a:cubicBezTo>
                <a:cubicBezTo>
                  <a:pt x="91027" y="1867"/>
                  <a:pt x="91102" y="1892"/>
                  <a:pt x="91201" y="1942"/>
                </a:cubicBezTo>
                <a:cubicBezTo>
                  <a:pt x="90670" y="1875"/>
                  <a:pt x="90128" y="1842"/>
                  <a:pt x="89575" y="1842"/>
                </a:cubicBezTo>
                <a:cubicBezTo>
                  <a:pt x="89298" y="1842"/>
                  <a:pt x="89019" y="1851"/>
                  <a:pt x="88737" y="1867"/>
                </a:cubicBezTo>
                <a:cubicBezTo>
                  <a:pt x="86820" y="1967"/>
                  <a:pt x="84929" y="2390"/>
                  <a:pt x="83087" y="3112"/>
                </a:cubicBezTo>
                <a:cubicBezTo>
                  <a:pt x="83062" y="3112"/>
                  <a:pt x="83012" y="3087"/>
                  <a:pt x="82987" y="3087"/>
                </a:cubicBezTo>
                <a:cubicBezTo>
                  <a:pt x="84854" y="2340"/>
                  <a:pt x="86795" y="1892"/>
                  <a:pt x="88712" y="1817"/>
                </a:cubicBezTo>
                <a:cubicBezTo>
                  <a:pt x="88931" y="1803"/>
                  <a:pt x="89147" y="1797"/>
                  <a:pt x="89362" y="1797"/>
                </a:cubicBezTo>
                <a:close/>
                <a:moveTo>
                  <a:pt x="74489" y="1870"/>
                </a:moveTo>
                <a:cubicBezTo>
                  <a:pt x="77392" y="1870"/>
                  <a:pt x="80073" y="2278"/>
                  <a:pt x="82464" y="3112"/>
                </a:cubicBezTo>
                <a:cubicBezTo>
                  <a:pt x="82464" y="3112"/>
                  <a:pt x="82440" y="3137"/>
                  <a:pt x="82390" y="3137"/>
                </a:cubicBezTo>
                <a:cubicBezTo>
                  <a:pt x="80063" y="2319"/>
                  <a:pt x="77437" y="1925"/>
                  <a:pt x="74599" y="1925"/>
                </a:cubicBezTo>
                <a:cubicBezTo>
                  <a:pt x="74067" y="1925"/>
                  <a:pt x="73527" y="1939"/>
                  <a:pt x="72981" y="1967"/>
                </a:cubicBezTo>
                <a:cubicBezTo>
                  <a:pt x="73080" y="1917"/>
                  <a:pt x="73180" y="1892"/>
                  <a:pt x="73304" y="1892"/>
                </a:cubicBezTo>
                <a:cubicBezTo>
                  <a:pt x="73703" y="1877"/>
                  <a:pt x="74098" y="1870"/>
                  <a:pt x="74489" y="1870"/>
                </a:cubicBezTo>
                <a:close/>
                <a:moveTo>
                  <a:pt x="82763" y="3211"/>
                </a:moveTo>
                <a:cubicBezTo>
                  <a:pt x="82813" y="3211"/>
                  <a:pt x="82838" y="3236"/>
                  <a:pt x="82863" y="3236"/>
                </a:cubicBezTo>
                <a:cubicBezTo>
                  <a:pt x="82838" y="3236"/>
                  <a:pt x="82813" y="3261"/>
                  <a:pt x="82763" y="3261"/>
                </a:cubicBezTo>
                <a:lnTo>
                  <a:pt x="82738" y="3261"/>
                </a:lnTo>
                <a:cubicBezTo>
                  <a:pt x="82713" y="3236"/>
                  <a:pt x="82688" y="3236"/>
                  <a:pt x="82688" y="3236"/>
                </a:cubicBezTo>
                <a:cubicBezTo>
                  <a:pt x="82713" y="3236"/>
                  <a:pt x="82738" y="3211"/>
                  <a:pt x="82763" y="3211"/>
                </a:cubicBezTo>
                <a:close/>
                <a:moveTo>
                  <a:pt x="68874" y="2340"/>
                </a:moveTo>
                <a:cubicBezTo>
                  <a:pt x="68949" y="2340"/>
                  <a:pt x="69048" y="2340"/>
                  <a:pt x="69173" y="2365"/>
                </a:cubicBezTo>
                <a:cubicBezTo>
                  <a:pt x="67555" y="2614"/>
                  <a:pt x="65912" y="2962"/>
                  <a:pt x="64219" y="3385"/>
                </a:cubicBezTo>
                <a:cubicBezTo>
                  <a:pt x="64294" y="3336"/>
                  <a:pt x="64393" y="3311"/>
                  <a:pt x="64468" y="3261"/>
                </a:cubicBezTo>
                <a:cubicBezTo>
                  <a:pt x="65962" y="2888"/>
                  <a:pt x="67430" y="2589"/>
                  <a:pt x="68874" y="2340"/>
                </a:cubicBezTo>
                <a:close/>
                <a:moveTo>
                  <a:pt x="93466" y="2315"/>
                </a:moveTo>
                <a:cubicBezTo>
                  <a:pt x="93541" y="2340"/>
                  <a:pt x="93591" y="2340"/>
                  <a:pt x="93665" y="2365"/>
                </a:cubicBezTo>
                <a:cubicBezTo>
                  <a:pt x="93790" y="2390"/>
                  <a:pt x="93914" y="2464"/>
                  <a:pt x="94064" y="2489"/>
                </a:cubicBezTo>
                <a:lnTo>
                  <a:pt x="94636" y="2664"/>
                </a:lnTo>
                <a:cubicBezTo>
                  <a:pt x="95034" y="2788"/>
                  <a:pt x="95408" y="2962"/>
                  <a:pt x="95781" y="3137"/>
                </a:cubicBezTo>
                <a:cubicBezTo>
                  <a:pt x="95831" y="3186"/>
                  <a:pt x="95906" y="3211"/>
                  <a:pt x="95931" y="3211"/>
                </a:cubicBezTo>
                <a:lnTo>
                  <a:pt x="96304" y="3385"/>
                </a:lnTo>
                <a:cubicBezTo>
                  <a:pt x="95308" y="2987"/>
                  <a:pt x="94412" y="2639"/>
                  <a:pt x="93566" y="2390"/>
                </a:cubicBezTo>
                <a:lnTo>
                  <a:pt x="93392" y="2315"/>
                </a:lnTo>
                <a:close/>
                <a:moveTo>
                  <a:pt x="63746" y="3460"/>
                </a:moveTo>
                <a:cubicBezTo>
                  <a:pt x="63697" y="3485"/>
                  <a:pt x="63647" y="3510"/>
                  <a:pt x="63572" y="3585"/>
                </a:cubicBezTo>
                <a:cubicBezTo>
                  <a:pt x="63522" y="3585"/>
                  <a:pt x="63448" y="3585"/>
                  <a:pt x="63373" y="3609"/>
                </a:cubicBezTo>
                <a:cubicBezTo>
                  <a:pt x="63448" y="3585"/>
                  <a:pt x="63473" y="3560"/>
                  <a:pt x="63547" y="3510"/>
                </a:cubicBezTo>
                <a:cubicBezTo>
                  <a:pt x="63597" y="3485"/>
                  <a:pt x="63696" y="3485"/>
                  <a:pt x="63746" y="3460"/>
                </a:cubicBezTo>
                <a:close/>
                <a:moveTo>
                  <a:pt x="64194" y="2888"/>
                </a:moveTo>
                <a:lnTo>
                  <a:pt x="64194" y="2888"/>
                </a:lnTo>
                <a:cubicBezTo>
                  <a:pt x="64169" y="2937"/>
                  <a:pt x="64095" y="2937"/>
                  <a:pt x="64070" y="2962"/>
                </a:cubicBezTo>
                <a:lnTo>
                  <a:pt x="64045" y="2962"/>
                </a:lnTo>
                <a:cubicBezTo>
                  <a:pt x="63995" y="2987"/>
                  <a:pt x="63970" y="2987"/>
                  <a:pt x="63921" y="3012"/>
                </a:cubicBezTo>
                <a:cubicBezTo>
                  <a:pt x="62651" y="3410"/>
                  <a:pt x="61805" y="3709"/>
                  <a:pt x="61606" y="3784"/>
                </a:cubicBezTo>
                <a:cubicBezTo>
                  <a:pt x="61207" y="3958"/>
                  <a:pt x="60809" y="4107"/>
                  <a:pt x="60436" y="4232"/>
                </a:cubicBezTo>
                <a:cubicBezTo>
                  <a:pt x="60183" y="4316"/>
                  <a:pt x="59918" y="4412"/>
                  <a:pt x="59643" y="4504"/>
                </a:cubicBezTo>
                <a:lnTo>
                  <a:pt x="59643" y="4504"/>
                </a:lnTo>
                <a:cubicBezTo>
                  <a:pt x="60223" y="4283"/>
                  <a:pt x="60869" y="4040"/>
                  <a:pt x="61606" y="3759"/>
                </a:cubicBezTo>
                <a:cubicBezTo>
                  <a:pt x="61680" y="3734"/>
                  <a:pt x="61855" y="3684"/>
                  <a:pt x="62103" y="3585"/>
                </a:cubicBezTo>
                <a:cubicBezTo>
                  <a:pt x="62651" y="3385"/>
                  <a:pt x="63348" y="3161"/>
                  <a:pt x="64194" y="2888"/>
                </a:cubicBezTo>
                <a:close/>
                <a:moveTo>
                  <a:pt x="83087" y="3311"/>
                </a:moveTo>
                <a:cubicBezTo>
                  <a:pt x="84257" y="3759"/>
                  <a:pt x="85377" y="4331"/>
                  <a:pt x="86372" y="4978"/>
                </a:cubicBezTo>
                <a:cubicBezTo>
                  <a:pt x="86347" y="5003"/>
                  <a:pt x="86323" y="5003"/>
                  <a:pt x="86298" y="5003"/>
                </a:cubicBezTo>
                <a:cubicBezTo>
                  <a:pt x="85302" y="4356"/>
                  <a:pt x="84182" y="3809"/>
                  <a:pt x="82987" y="3336"/>
                </a:cubicBezTo>
                <a:cubicBezTo>
                  <a:pt x="83012" y="3336"/>
                  <a:pt x="83062" y="3311"/>
                  <a:pt x="83087" y="3311"/>
                </a:cubicBezTo>
                <a:close/>
                <a:moveTo>
                  <a:pt x="68899" y="2589"/>
                </a:moveTo>
                <a:lnTo>
                  <a:pt x="68899" y="2589"/>
                </a:lnTo>
                <a:cubicBezTo>
                  <a:pt x="66659" y="3261"/>
                  <a:pt x="64369" y="4082"/>
                  <a:pt x="62054" y="5078"/>
                </a:cubicBezTo>
                <a:cubicBezTo>
                  <a:pt x="62552" y="4555"/>
                  <a:pt x="63074" y="4107"/>
                  <a:pt x="63647" y="3734"/>
                </a:cubicBezTo>
                <a:cubicBezTo>
                  <a:pt x="65439" y="3236"/>
                  <a:pt x="67181" y="2863"/>
                  <a:pt x="68899" y="2589"/>
                </a:cubicBezTo>
                <a:close/>
                <a:moveTo>
                  <a:pt x="86621" y="5202"/>
                </a:moveTo>
                <a:cubicBezTo>
                  <a:pt x="86671" y="5227"/>
                  <a:pt x="86696" y="5227"/>
                  <a:pt x="86721" y="5252"/>
                </a:cubicBezTo>
                <a:lnTo>
                  <a:pt x="86621" y="5252"/>
                </a:lnTo>
                <a:cubicBezTo>
                  <a:pt x="86596" y="5227"/>
                  <a:pt x="86571" y="5202"/>
                  <a:pt x="86547" y="5202"/>
                </a:cubicBezTo>
                <a:close/>
                <a:moveTo>
                  <a:pt x="63099" y="3858"/>
                </a:moveTo>
                <a:lnTo>
                  <a:pt x="63099" y="3858"/>
                </a:lnTo>
                <a:cubicBezTo>
                  <a:pt x="62576" y="4257"/>
                  <a:pt x="62079" y="4730"/>
                  <a:pt x="61606" y="5227"/>
                </a:cubicBezTo>
                <a:cubicBezTo>
                  <a:pt x="61556" y="5252"/>
                  <a:pt x="61506" y="5252"/>
                  <a:pt x="61456" y="5302"/>
                </a:cubicBezTo>
                <a:cubicBezTo>
                  <a:pt x="61929" y="4754"/>
                  <a:pt x="62402" y="4331"/>
                  <a:pt x="62925" y="3933"/>
                </a:cubicBezTo>
                <a:cubicBezTo>
                  <a:pt x="62975" y="3883"/>
                  <a:pt x="63049" y="3883"/>
                  <a:pt x="63099" y="3858"/>
                </a:cubicBezTo>
                <a:close/>
                <a:moveTo>
                  <a:pt x="69994" y="2464"/>
                </a:moveTo>
                <a:cubicBezTo>
                  <a:pt x="70044" y="2464"/>
                  <a:pt x="70118" y="2489"/>
                  <a:pt x="70168" y="2489"/>
                </a:cubicBezTo>
                <a:cubicBezTo>
                  <a:pt x="67380" y="3261"/>
                  <a:pt x="64518" y="4306"/>
                  <a:pt x="61581" y="5551"/>
                </a:cubicBezTo>
                <a:cubicBezTo>
                  <a:pt x="61606" y="5476"/>
                  <a:pt x="61680" y="5451"/>
                  <a:pt x="61705" y="5377"/>
                </a:cubicBezTo>
                <a:cubicBezTo>
                  <a:pt x="64543" y="4207"/>
                  <a:pt x="67281" y="3236"/>
                  <a:pt x="69994" y="2464"/>
                </a:cubicBezTo>
                <a:close/>
                <a:moveTo>
                  <a:pt x="89101" y="2013"/>
                </a:moveTo>
                <a:cubicBezTo>
                  <a:pt x="90165" y="2013"/>
                  <a:pt x="91191" y="2109"/>
                  <a:pt x="92197" y="2265"/>
                </a:cubicBezTo>
                <a:cubicBezTo>
                  <a:pt x="94387" y="3062"/>
                  <a:pt x="96279" y="4182"/>
                  <a:pt x="97897" y="5551"/>
                </a:cubicBezTo>
                <a:cubicBezTo>
                  <a:pt x="97573" y="5476"/>
                  <a:pt x="97300" y="5377"/>
                  <a:pt x="97001" y="5327"/>
                </a:cubicBezTo>
                <a:cubicBezTo>
                  <a:pt x="96702" y="5252"/>
                  <a:pt x="96428" y="5227"/>
                  <a:pt x="96179" y="5202"/>
                </a:cubicBezTo>
                <a:cubicBezTo>
                  <a:pt x="95806" y="5128"/>
                  <a:pt x="95408" y="5078"/>
                  <a:pt x="95034" y="5003"/>
                </a:cubicBezTo>
                <a:cubicBezTo>
                  <a:pt x="94586" y="4954"/>
                  <a:pt x="94163" y="4929"/>
                  <a:pt x="93715" y="4879"/>
                </a:cubicBezTo>
                <a:cubicBezTo>
                  <a:pt x="93466" y="4854"/>
                  <a:pt x="93217" y="4829"/>
                  <a:pt x="92944" y="4829"/>
                </a:cubicBezTo>
                <a:cubicBezTo>
                  <a:pt x="92222" y="4804"/>
                  <a:pt x="91525" y="4754"/>
                  <a:pt x="90778" y="4754"/>
                </a:cubicBezTo>
                <a:cubicBezTo>
                  <a:pt x="90031" y="4754"/>
                  <a:pt x="89285" y="4804"/>
                  <a:pt x="88488" y="4829"/>
                </a:cubicBezTo>
                <a:cubicBezTo>
                  <a:pt x="88040" y="4854"/>
                  <a:pt x="87542" y="4879"/>
                  <a:pt x="87069" y="4954"/>
                </a:cubicBezTo>
                <a:cubicBezTo>
                  <a:pt x="86945" y="4954"/>
                  <a:pt x="86820" y="4978"/>
                  <a:pt x="86671" y="4978"/>
                </a:cubicBezTo>
                <a:cubicBezTo>
                  <a:pt x="85626" y="4306"/>
                  <a:pt x="84555" y="3709"/>
                  <a:pt x="83336" y="3211"/>
                </a:cubicBezTo>
                <a:cubicBezTo>
                  <a:pt x="85078" y="2514"/>
                  <a:pt x="86920" y="2116"/>
                  <a:pt x="88737" y="2016"/>
                </a:cubicBezTo>
                <a:cubicBezTo>
                  <a:pt x="88859" y="2014"/>
                  <a:pt x="88980" y="2013"/>
                  <a:pt x="89101" y="2013"/>
                </a:cubicBezTo>
                <a:close/>
                <a:moveTo>
                  <a:pt x="93317" y="2514"/>
                </a:moveTo>
                <a:cubicBezTo>
                  <a:pt x="93441" y="2564"/>
                  <a:pt x="93541" y="2589"/>
                  <a:pt x="93665" y="2614"/>
                </a:cubicBezTo>
                <a:cubicBezTo>
                  <a:pt x="95433" y="3435"/>
                  <a:pt x="97026" y="4456"/>
                  <a:pt x="98395" y="5675"/>
                </a:cubicBezTo>
                <a:cubicBezTo>
                  <a:pt x="98345" y="5675"/>
                  <a:pt x="98295" y="5626"/>
                  <a:pt x="98270" y="5626"/>
                </a:cubicBezTo>
                <a:cubicBezTo>
                  <a:pt x="96827" y="4356"/>
                  <a:pt x="95184" y="3311"/>
                  <a:pt x="93317" y="2514"/>
                </a:cubicBezTo>
                <a:close/>
                <a:moveTo>
                  <a:pt x="61332" y="5551"/>
                </a:moveTo>
                <a:lnTo>
                  <a:pt x="61332" y="5551"/>
                </a:lnTo>
                <a:cubicBezTo>
                  <a:pt x="61307" y="5601"/>
                  <a:pt x="61232" y="5626"/>
                  <a:pt x="61207" y="5700"/>
                </a:cubicBezTo>
                <a:cubicBezTo>
                  <a:pt x="61183" y="5725"/>
                  <a:pt x="61108" y="5750"/>
                  <a:pt x="61083" y="5750"/>
                </a:cubicBezTo>
                <a:cubicBezTo>
                  <a:pt x="61108" y="5700"/>
                  <a:pt x="61183" y="5675"/>
                  <a:pt x="61207" y="5601"/>
                </a:cubicBezTo>
                <a:cubicBezTo>
                  <a:pt x="61232" y="5576"/>
                  <a:pt x="61307" y="5576"/>
                  <a:pt x="61332" y="5551"/>
                </a:cubicBezTo>
                <a:close/>
                <a:moveTo>
                  <a:pt x="90728" y="4978"/>
                </a:moveTo>
                <a:cubicBezTo>
                  <a:pt x="91475" y="4978"/>
                  <a:pt x="92197" y="5003"/>
                  <a:pt x="92869" y="5053"/>
                </a:cubicBezTo>
                <a:cubicBezTo>
                  <a:pt x="93242" y="5078"/>
                  <a:pt x="93591" y="5103"/>
                  <a:pt x="93939" y="5128"/>
                </a:cubicBezTo>
                <a:cubicBezTo>
                  <a:pt x="94288" y="5178"/>
                  <a:pt x="94611" y="5202"/>
                  <a:pt x="94935" y="5227"/>
                </a:cubicBezTo>
                <a:cubicBezTo>
                  <a:pt x="95433" y="5302"/>
                  <a:pt x="95931" y="5377"/>
                  <a:pt x="96428" y="5476"/>
                </a:cubicBezTo>
                <a:cubicBezTo>
                  <a:pt x="96578" y="5501"/>
                  <a:pt x="96727" y="5501"/>
                  <a:pt x="96901" y="5551"/>
                </a:cubicBezTo>
                <a:cubicBezTo>
                  <a:pt x="97324" y="5626"/>
                  <a:pt x="97723" y="5725"/>
                  <a:pt x="98146" y="5825"/>
                </a:cubicBezTo>
                <a:lnTo>
                  <a:pt x="98180" y="5870"/>
                </a:lnTo>
                <a:lnTo>
                  <a:pt x="98180" y="5870"/>
                </a:lnTo>
                <a:cubicBezTo>
                  <a:pt x="97761" y="5748"/>
                  <a:pt x="97319" y="5674"/>
                  <a:pt x="96876" y="5576"/>
                </a:cubicBezTo>
                <a:cubicBezTo>
                  <a:pt x="96652" y="5551"/>
                  <a:pt x="96403" y="5501"/>
                  <a:pt x="96179" y="5476"/>
                </a:cubicBezTo>
                <a:cubicBezTo>
                  <a:pt x="95781" y="5427"/>
                  <a:pt x="95383" y="5327"/>
                  <a:pt x="94935" y="5277"/>
                </a:cubicBezTo>
                <a:lnTo>
                  <a:pt x="93914" y="5202"/>
                </a:lnTo>
                <a:cubicBezTo>
                  <a:pt x="93566" y="5153"/>
                  <a:pt x="93267" y="5128"/>
                  <a:pt x="92894" y="5103"/>
                </a:cubicBezTo>
                <a:cubicBezTo>
                  <a:pt x="92197" y="5078"/>
                  <a:pt x="91475" y="5028"/>
                  <a:pt x="90778" y="5028"/>
                </a:cubicBezTo>
                <a:cubicBezTo>
                  <a:pt x="90031" y="5028"/>
                  <a:pt x="89285" y="5078"/>
                  <a:pt x="88538" y="5103"/>
                </a:cubicBezTo>
                <a:cubicBezTo>
                  <a:pt x="88164" y="5128"/>
                  <a:pt x="87791" y="5153"/>
                  <a:pt x="87368" y="5202"/>
                </a:cubicBezTo>
                <a:cubicBezTo>
                  <a:pt x="87244" y="5202"/>
                  <a:pt x="87094" y="5227"/>
                  <a:pt x="86970" y="5227"/>
                </a:cubicBezTo>
                <a:cubicBezTo>
                  <a:pt x="86945" y="5202"/>
                  <a:pt x="86920" y="5202"/>
                  <a:pt x="86870" y="5178"/>
                </a:cubicBezTo>
                <a:lnTo>
                  <a:pt x="86945" y="5178"/>
                </a:lnTo>
                <a:cubicBezTo>
                  <a:pt x="87468" y="5103"/>
                  <a:pt x="87965" y="5078"/>
                  <a:pt x="88463" y="5053"/>
                </a:cubicBezTo>
                <a:cubicBezTo>
                  <a:pt x="89235" y="5003"/>
                  <a:pt x="89982" y="4978"/>
                  <a:pt x="90728" y="4978"/>
                </a:cubicBezTo>
                <a:close/>
                <a:moveTo>
                  <a:pt x="62975" y="3684"/>
                </a:moveTo>
                <a:lnTo>
                  <a:pt x="62975" y="3684"/>
                </a:lnTo>
                <a:cubicBezTo>
                  <a:pt x="62925" y="3709"/>
                  <a:pt x="62900" y="3734"/>
                  <a:pt x="62825" y="3809"/>
                </a:cubicBezTo>
                <a:cubicBezTo>
                  <a:pt x="60809" y="4381"/>
                  <a:pt x="58743" y="5103"/>
                  <a:pt x="56627" y="5974"/>
                </a:cubicBezTo>
                <a:cubicBezTo>
                  <a:pt x="57723" y="5501"/>
                  <a:pt x="58868" y="5053"/>
                  <a:pt x="60560" y="4431"/>
                </a:cubicBezTo>
                <a:cubicBezTo>
                  <a:pt x="61357" y="4132"/>
                  <a:pt x="62178" y="3883"/>
                  <a:pt x="62975" y="3684"/>
                </a:cubicBezTo>
                <a:close/>
                <a:moveTo>
                  <a:pt x="98544" y="5924"/>
                </a:moveTo>
                <a:cubicBezTo>
                  <a:pt x="98569" y="5924"/>
                  <a:pt x="98644" y="5949"/>
                  <a:pt x="98669" y="5949"/>
                </a:cubicBezTo>
                <a:lnTo>
                  <a:pt x="98768" y="6049"/>
                </a:lnTo>
                <a:cubicBezTo>
                  <a:pt x="98718" y="6049"/>
                  <a:pt x="98693" y="6049"/>
                  <a:pt x="98669" y="5999"/>
                </a:cubicBezTo>
                <a:lnTo>
                  <a:pt x="98619" y="5999"/>
                </a:lnTo>
                <a:cubicBezTo>
                  <a:pt x="98619" y="5949"/>
                  <a:pt x="98569" y="5924"/>
                  <a:pt x="98544" y="5924"/>
                </a:cubicBezTo>
                <a:close/>
                <a:moveTo>
                  <a:pt x="94960" y="3062"/>
                </a:moveTo>
                <a:lnTo>
                  <a:pt x="94960" y="3062"/>
                </a:lnTo>
                <a:cubicBezTo>
                  <a:pt x="96752" y="3734"/>
                  <a:pt x="98370" y="4754"/>
                  <a:pt x="99789" y="6074"/>
                </a:cubicBezTo>
                <a:cubicBezTo>
                  <a:pt x="99490" y="5974"/>
                  <a:pt x="99166" y="5850"/>
                  <a:pt x="98868" y="5800"/>
                </a:cubicBezTo>
                <a:cubicBezTo>
                  <a:pt x="98818" y="5800"/>
                  <a:pt x="98793" y="5800"/>
                  <a:pt x="98768" y="5750"/>
                </a:cubicBezTo>
                <a:cubicBezTo>
                  <a:pt x="97648" y="4705"/>
                  <a:pt x="96379" y="3809"/>
                  <a:pt x="94960" y="3062"/>
                </a:cubicBezTo>
                <a:close/>
                <a:moveTo>
                  <a:pt x="74446" y="2122"/>
                </a:moveTo>
                <a:cubicBezTo>
                  <a:pt x="77248" y="2122"/>
                  <a:pt x="79829" y="2490"/>
                  <a:pt x="82141" y="3261"/>
                </a:cubicBezTo>
                <a:cubicBezTo>
                  <a:pt x="80498" y="4008"/>
                  <a:pt x="78930" y="5003"/>
                  <a:pt x="77486" y="6198"/>
                </a:cubicBezTo>
                <a:cubicBezTo>
                  <a:pt x="75520" y="4306"/>
                  <a:pt x="73479" y="3012"/>
                  <a:pt x="71388" y="2365"/>
                </a:cubicBezTo>
                <a:cubicBezTo>
                  <a:pt x="71562" y="2315"/>
                  <a:pt x="71761" y="2265"/>
                  <a:pt x="71935" y="2216"/>
                </a:cubicBezTo>
                <a:cubicBezTo>
                  <a:pt x="72790" y="2154"/>
                  <a:pt x="73628" y="2122"/>
                  <a:pt x="74446" y="2122"/>
                </a:cubicBezTo>
                <a:close/>
                <a:moveTo>
                  <a:pt x="97449" y="4082"/>
                </a:moveTo>
                <a:cubicBezTo>
                  <a:pt x="97648" y="4182"/>
                  <a:pt x="97822" y="4257"/>
                  <a:pt x="97996" y="4331"/>
                </a:cubicBezTo>
                <a:cubicBezTo>
                  <a:pt x="98818" y="4879"/>
                  <a:pt x="99614" y="5501"/>
                  <a:pt x="100311" y="6223"/>
                </a:cubicBezTo>
                <a:cubicBezTo>
                  <a:pt x="100286" y="6223"/>
                  <a:pt x="100237" y="6198"/>
                  <a:pt x="100187" y="6198"/>
                </a:cubicBezTo>
                <a:cubicBezTo>
                  <a:pt x="99365" y="5377"/>
                  <a:pt x="98445" y="4655"/>
                  <a:pt x="97449" y="4082"/>
                </a:cubicBezTo>
                <a:close/>
                <a:moveTo>
                  <a:pt x="71064" y="2464"/>
                </a:moveTo>
                <a:cubicBezTo>
                  <a:pt x="73180" y="3062"/>
                  <a:pt x="75321" y="4356"/>
                  <a:pt x="77362" y="6323"/>
                </a:cubicBezTo>
                <a:cubicBezTo>
                  <a:pt x="77312" y="6323"/>
                  <a:pt x="77312" y="6347"/>
                  <a:pt x="77287" y="6347"/>
                </a:cubicBezTo>
                <a:cubicBezTo>
                  <a:pt x="75246" y="4381"/>
                  <a:pt x="73105" y="3087"/>
                  <a:pt x="70940" y="2489"/>
                </a:cubicBezTo>
                <a:cubicBezTo>
                  <a:pt x="70990" y="2489"/>
                  <a:pt x="71015" y="2464"/>
                  <a:pt x="71064" y="2464"/>
                </a:cubicBezTo>
                <a:close/>
                <a:moveTo>
                  <a:pt x="82440" y="3361"/>
                </a:moveTo>
                <a:cubicBezTo>
                  <a:pt x="82464" y="3361"/>
                  <a:pt x="82489" y="3385"/>
                  <a:pt x="82514" y="3385"/>
                </a:cubicBezTo>
                <a:cubicBezTo>
                  <a:pt x="80822" y="4107"/>
                  <a:pt x="79204" y="5128"/>
                  <a:pt x="77660" y="6372"/>
                </a:cubicBezTo>
                <a:lnTo>
                  <a:pt x="77636" y="6347"/>
                </a:lnTo>
                <a:cubicBezTo>
                  <a:pt x="79129" y="5103"/>
                  <a:pt x="80747" y="4107"/>
                  <a:pt x="82440" y="3361"/>
                </a:cubicBezTo>
                <a:close/>
                <a:moveTo>
                  <a:pt x="99067" y="6049"/>
                </a:moveTo>
                <a:lnTo>
                  <a:pt x="99067" y="6049"/>
                </a:lnTo>
                <a:cubicBezTo>
                  <a:pt x="99415" y="6123"/>
                  <a:pt x="99764" y="6248"/>
                  <a:pt x="100112" y="6347"/>
                </a:cubicBezTo>
                <a:lnTo>
                  <a:pt x="100187" y="6447"/>
                </a:lnTo>
                <a:cubicBezTo>
                  <a:pt x="100162" y="6447"/>
                  <a:pt x="100112" y="6447"/>
                  <a:pt x="100038" y="6422"/>
                </a:cubicBezTo>
                <a:cubicBezTo>
                  <a:pt x="99764" y="6323"/>
                  <a:pt x="99490" y="6223"/>
                  <a:pt x="99166" y="6123"/>
                </a:cubicBezTo>
                <a:lnTo>
                  <a:pt x="99067" y="6049"/>
                </a:lnTo>
                <a:close/>
                <a:moveTo>
                  <a:pt x="77486" y="6447"/>
                </a:moveTo>
                <a:lnTo>
                  <a:pt x="77511" y="6472"/>
                </a:lnTo>
                <a:cubicBezTo>
                  <a:pt x="77486" y="6472"/>
                  <a:pt x="77486" y="6497"/>
                  <a:pt x="77461" y="6497"/>
                </a:cubicBezTo>
                <a:lnTo>
                  <a:pt x="77412" y="6472"/>
                </a:lnTo>
                <a:cubicBezTo>
                  <a:pt x="77461" y="6472"/>
                  <a:pt x="77461" y="6447"/>
                  <a:pt x="77486" y="6447"/>
                </a:cubicBezTo>
                <a:close/>
                <a:moveTo>
                  <a:pt x="82763" y="3460"/>
                </a:moveTo>
                <a:cubicBezTo>
                  <a:pt x="83933" y="3883"/>
                  <a:pt x="85003" y="4431"/>
                  <a:pt x="85999" y="5053"/>
                </a:cubicBezTo>
                <a:cubicBezTo>
                  <a:pt x="83410" y="5352"/>
                  <a:pt x="80722" y="5875"/>
                  <a:pt x="77984" y="6621"/>
                </a:cubicBezTo>
                <a:lnTo>
                  <a:pt x="77810" y="6472"/>
                </a:lnTo>
                <a:cubicBezTo>
                  <a:pt x="79353" y="5227"/>
                  <a:pt x="81021" y="4207"/>
                  <a:pt x="82763" y="3460"/>
                </a:cubicBezTo>
                <a:close/>
                <a:moveTo>
                  <a:pt x="77660" y="6621"/>
                </a:moveTo>
                <a:lnTo>
                  <a:pt x="77760" y="6721"/>
                </a:lnTo>
                <a:cubicBezTo>
                  <a:pt x="77735" y="6721"/>
                  <a:pt x="77710" y="6721"/>
                  <a:pt x="77710" y="6746"/>
                </a:cubicBezTo>
                <a:lnTo>
                  <a:pt x="77611" y="6671"/>
                </a:lnTo>
                <a:cubicBezTo>
                  <a:pt x="77636" y="6671"/>
                  <a:pt x="77636" y="6621"/>
                  <a:pt x="77660" y="6621"/>
                </a:cubicBezTo>
                <a:close/>
                <a:moveTo>
                  <a:pt x="86248" y="5227"/>
                </a:moveTo>
                <a:cubicBezTo>
                  <a:pt x="86298" y="5252"/>
                  <a:pt x="86323" y="5252"/>
                  <a:pt x="86347" y="5302"/>
                </a:cubicBezTo>
                <a:lnTo>
                  <a:pt x="86298" y="5302"/>
                </a:lnTo>
                <a:cubicBezTo>
                  <a:pt x="85725" y="5352"/>
                  <a:pt x="85128" y="5451"/>
                  <a:pt x="84580" y="5501"/>
                </a:cubicBezTo>
                <a:cubicBezTo>
                  <a:pt x="84381" y="5551"/>
                  <a:pt x="84207" y="5576"/>
                  <a:pt x="83983" y="5601"/>
                </a:cubicBezTo>
                <a:cubicBezTo>
                  <a:pt x="83236" y="5725"/>
                  <a:pt x="82464" y="5850"/>
                  <a:pt x="81718" y="5999"/>
                </a:cubicBezTo>
                <a:lnTo>
                  <a:pt x="81693" y="5999"/>
                </a:lnTo>
                <a:cubicBezTo>
                  <a:pt x="80523" y="6248"/>
                  <a:pt x="79353" y="6547"/>
                  <a:pt x="78158" y="6845"/>
                </a:cubicBezTo>
                <a:cubicBezTo>
                  <a:pt x="78133" y="6845"/>
                  <a:pt x="78108" y="6820"/>
                  <a:pt x="78108" y="6820"/>
                </a:cubicBezTo>
                <a:cubicBezTo>
                  <a:pt x="80896" y="6074"/>
                  <a:pt x="83609" y="5501"/>
                  <a:pt x="86223" y="5227"/>
                </a:cubicBezTo>
                <a:close/>
                <a:moveTo>
                  <a:pt x="77262" y="6596"/>
                </a:moveTo>
                <a:cubicBezTo>
                  <a:pt x="77287" y="6621"/>
                  <a:pt x="77337" y="6621"/>
                  <a:pt x="77337" y="6671"/>
                </a:cubicBezTo>
                <a:cubicBezTo>
                  <a:pt x="77237" y="6746"/>
                  <a:pt x="77138" y="6820"/>
                  <a:pt x="77038" y="6920"/>
                </a:cubicBezTo>
                <a:cubicBezTo>
                  <a:pt x="76988" y="6920"/>
                  <a:pt x="76963" y="6945"/>
                  <a:pt x="76889" y="6945"/>
                </a:cubicBezTo>
                <a:cubicBezTo>
                  <a:pt x="77013" y="6820"/>
                  <a:pt x="77138" y="6721"/>
                  <a:pt x="77262" y="6596"/>
                </a:cubicBezTo>
                <a:close/>
                <a:moveTo>
                  <a:pt x="77636" y="6945"/>
                </a:moveTo>
                <a:lnTo>
                  <a:pt x="77660" y="6970"/>
                </a:lnTo>
                <a:cubicBezTo>
                  <a:pt x="77461" y="7044"/>
                  <a:pt x="77262" y="7094"/>
                  <a:pt x="77038" y="7169"/>
                </a:cubicBezTo>
                <a:lnTo>
                  <a:pt x="77138" y="7069"/>
                </a:lnTo>
                <a:cubicBezTo>
                  <a:pt x="77287" y="7044"/>
                  <a:pt x="77461" y="6970"/>
                  <a:pt x="77636" y="6945"/>
                </a:cubicBezTo>
                <a:close/>
                <a:moveTo>
                  <a:pt x="76715" y="7194"/>
                </a:moveTo>
                <a:lnTo>
                  <a:pt x="76615" y="7268"/>
                </a:lnTo>
                <a:cubicBezTo>
                  <a:pt x="76590" y="7293"/>
                  <a:pt x="76540" y="7293"/>
                  <a:pt x="76491" y="7318"/>
                </a:cubicBezTo>
                <a:lnTo>
                  <a:pt x="76590" y="7219"/>
                </a:lnTo>
                <a:cubicBezTo>
                  <a:pt x="76640" y="7219"/>
                  <a:pt x="76665" y="7194"/>
                  <a:pt x="76715" y="7194"/>
                </a:cubicBezTo>
                <a:close/>
                <a:moveTo>
                  <a:pt x="99067" y="4879"/>
                </a:moveTo>
                <a:lnTo>
                  <a:pt x="99067" y="4879"/>
                </a:lnTo>
                <a:cubicBezTo>
                  <a:pt x="99316" y="5003"/>
                  <a:pt x="99540" y="5128"/>
                  <a:pt x="99814" y="5252"/>
                </a:cubicBezTo>
                <a:cubicBezTo>
                  <a:pt x="100784" y="5775"/>
                  <a:pt x="102054" y="6572"/>
                  <a:pt x="103497" y="7592"/>
                </a:cubicBezTo>
                <a:cubicBezTo>
                  <a:pt x="103099" y="7418"/>
                  <a:pt x="102726" y="7194"/>
                  <a:pt x="102352" y="7044"/>
                </a:cubicBezTo>
                <a:cubicBezTo>
                  <a:pt x="102228" y="6970"/>
                  <a:pt x="102054" y="6920"/>
                  <a:pt x="101904" y="6845"/>
                </a:cubicBezTo>
                <a:cubicBezTo>
                  <a:pt x="101531" y="6696"/>
                  <a:pt x="101133" y="6497"/>
                  <a:pt x="100759" y="6372"/>
                </a:cubicBezTo>
                <a:cubicBezTo>
                  <a:pt x="100237" y="5825"/>
                  <a:pt x="99664" y="5327"/>
                  <a:pt x="99067" y="4879"/>
                </a:cubicBezTo>
                <a:close/>
                <a:moveTo>
                  <a:pt x="97648" y="3933"/>
                </a:moveTo>
                <a:cubicBezTo>
                  <a:pt x="97698" y="3933"/>
                  <a:pt x="97797" y="3958"/>
                  <a:pt x="97897" y="4008"/>
                </a:cubicBezTo>
                <a:cubicBezTo>
                  <a:pt x="98021" y="4082"/>
                  <a:pt x="98146" y="4132"/>
                  <a:pt x="98295" y="4207"/>
                </a:cubicBezTo>
                <a:lnTo>
                  <a:pt x="99042" y="4580"/>
                </a:lnTo>
                <a:cubicBezTo>
                  <a:pt x="99166" y="4630"/>
                  <a:pt x="99266" y="4705"/>
                  <a:pt x="99390" y="4754"/>
                </a:cubicBezTo>
                <a:cubicBezTo>
                  <a:pt x="100411" y="5327"/>
                  <a:pt x="101431" y="5924"/>
                  <a:pt x="102402" y="6572"/>
                </a:cubicBezTo>
                <a:cubicBezTo>
                  <a:pt x="102402" y="6572"/>
                  <a:pt x="102427" y="6572"/>
                  <a:pt x="102427" y="6596"/>
                </a:cubicBezTo>
                <a:cubicBezTo>
                  <a:pt x="102726" y="6796"/>
                  <a:pt x="103000" y="6970"/>
                  <a:pt x="103249" y="7144"/>
                </a:cubicBezTo>
                <a:lnTo>
                  <a:pt x="105115" y="8563"/>
                </a:lnTo>
                <a:cubicBezTo>
                  <a:pt x="105120" y="8568"/>
                  <a:pt x="105125" y="8573"/>
                  <a:pt x="105131" y="8578"/>
                </a:cubicBezTo>
                <a:lnTo>
                  <a:pt x="105131" y="8578"/>
                </a:lnTo>
                <a:cubicBezTo>
                  <a:pt x="105094" y="8558"/>
                  <a:pt x="105059" y="8532"/>
                  <a:pt x="105016" y="8488"/>
                </a:cubicBezTo>
                <a:lnTo>
                  <a:pt x="104966" y="8488"/>
                </a:lnTo>
                <a:cubicBezTo>
                  <a:pt x="104866" y="8438"/>
                  <a:pt x="104792" y="8413"/>
                  <a:pt x="104717" y="8339"/>
                </a:cubicBezTo>
                <a:cubicBezTo>
                  <a:pt x="102800" y="6820"/>
                  <a:pt x="101058" y="5750"/>
                  <a:pt x="99863" y="5103"/>
                </a:cubicBezTo>
                <a:cubicBezTo>
                  <a:pt x="99241" y="4754"/>
                  <a:pt x="98644" y="4456"/>
                  <a:pt x="98046" y="4207"/>
                </a:cubicBezTo>
                <a:cubicBezTo>
                  <a:pt x="97996" y="4132"/>
                  <a:pt x="97897" y="4107"/>
                  <a:pt x="97822" y="4058"/>
                </a:cubicBezTo>
                <a:cubicBezTo>
                  <a:pt x="97772" y="4008"/>
                  <a:pt x="97698" y="3958"/>
                  <a:pt x="97648" y="3933"/>
                </a:cubicBezTo>
                <a:close/>
                <a:moveTo>
                  <a:pt x="101033" y="6696"/>
                </a:moveTo>
                <a:lnTo>
                  <a:pt x="101033" y="6696"/>
                </a:lnTo>
                <a:cubicBezTo>
                  <a:pt x="101431" y="6845"/>
                  <a:pt x="101855" y="6995"/>
                  <a:pt x="102228" y="7144"/>
                </a:cubicBezTo>
                <a:cubicBezTo>
                  <a:pt x="103049" y="7542"/>
                  <a:pt x="103846" y="7990"/>
                  <a:pt x="104618" y="8463"/>
                </a:cubicBezTo>
                <a:cubicBezTo>
                  <a:pt x="104742" y="8563"/>
                  <a:pt x="104891" y="8687"/>
                  <a:pt x="105016" y="8787"/>
                </a:cubicBezTo>
                <a:lnTo>
                  <a:pt x="104742" y="8588"/>
                </a:lnTo>
                <a:cubicBezTo>
                  <a:pt x="104369" y="8339"/>
                  <a:pt x="104020" y="8115"/>
                  <a:pt x="103622" y="7891"/>
                </a:cubicBezTo>
                <a:cubicBezTo>
                  <a:pt x="103522" y="7841"/>
                  <a:pt x="103398" y="7766"/>
                  <a:pt x="103273" y="7741"/>
                </a:cubicBezTo>
                <a:cubicBezTo>
                  <a:pt x="102875" y="7517"/>
                  <a:pt x="102452" y="7343"/>
                  <a:pt x="102054" y="7144"/>
                </a:cubicBezTo>
                <a:cubicBezTo>
                  <a:pt x="101929" y="7094"/>
                  <a:pt x="101805" y="7069"/>
                  <a:pt x="101730" y="6995"/>
                </a:cubicBezTo>
                <a:cubicBezTo>
                  <a:pt x="101531" y="6920"/>
                  <a:pt x="101307" y="6845"/>
                  <a:pt x="101133" y="6746"/>
                </a:cubicBezTo>
                <a:cubicBezTo>
                  <a:pt x="101133" y="6760"/>
                  <a:pt x="101126" y="6766"/>
                  <a:pt x="101117" y="6766"/>
                </a:cubicBezTo>
                <a:cubicBezTo>
                  <a:pt x="101093" y="6766"/>
                  <a:pt x="101051" y="6731"/>
                  <a:pt x="101033" y="6696"/>
                </a:cubicBezTo>
                <a:close/>
                <a:moveTo>
                  <a:pt x="76217" y="7318"/>
                </a:moveTo>
                <a:lnTo>
                  <a:pt x="76217" y="7318"/>
                </a:lnTo>
                <a:cubicBezTo>
                  <a:pt x="76167" y="7368"/>
                  <a:pt x="76142" y="7418"/>
                  <a:pt x="76117" y="7418"/>
                </a:cubicBezTo>
                <a:cubicBezTo>
                  <a:pt x="74674" y="7841"/>
                  <a:pt x="73230" y="8339"/>
                  <a:pt x="71761" y="8911"/>
                </a:cubicBezTo>
                <a:cubicBezTo>
                  <a:pt x="71736" y="8911"/>
                  <a:pt x="71687" y="8911"/>
                  <a:pt x="71662" y="8861"/>
                </a:cubicBezTo>
                <a:cubicBezTo>
                  <a:pt x="73180" y="8289"/>
                  <a:pt x="74723" y="7766"/>
                  <a:pt x="76217" y="7318"/>
                </a:cubicBezTo>
                <a:close/>
                <a:moveTo>
                  <a:pt x="71239" y="9011"/>
                </a:moveTo>
                <a:cubicBezTo>
                  <a:pt x="71263" y="9011"/>
                  <a:pt x="71288" y="9061"/>
                  <a:pt x="71363" y="9061"/>
                </a:cubicBezTo>
                <a:lnTo>
                  <a:pt x="71288" y="9061"/>
                </a:lnTo>
                <a:cubicBezTo>
                  <a:pt x="71263" y="9061"/>
                  <a:pt x="71263" y="9061"/>
                  <a:pt x="71214" y="9085"/>
                </a:cubicBezTo>
                <a:lnTo>
                  <a:pt x="71164" y="9085"/>
                </a:lnTo>
                <a:cubicBezTo>
                  <a:pt x="71164" y="9085"/>
                  <a:pt x="71189" y="9085"/>
                  <a:pt x="71189" y="9061"/>
                </a:cubicBezTo>
                <a:cubicBezTo>
                  <a:pt x="71189" y="9061"/>
                  <a:pt x="71239" y="9061"/>
                  <a:pt x="71239" y="9011"/>
                </a:cubicBezTo>
                <a:close/>
                <a:moveTo>
                  <a:pt x="75769" y="7766"/>
                </a:moveTo>
                <a:lnTo>
                  <a:pt x="75769" y="7766"/>
                </a:lnTo>
                <a:cubicBezTo>
                  <a:pt x="75196" y="8314"/>
                  <a:pt x="74674" y="8936"/>
                  <a:pt x="74151" y="9583"/>
                </a:cubicBezTo>
                <a:cubicBezTo>
                  <a:pt x="74126" y="9583"/>
                  <a:pt x="74101" y="9558"/>
                  <a:pt x="74051" y="9558"/>
                </a:cubicBezTo>
                <a:cubicBezTo>
                  <a:pt x="74026" y="9534"/>
                  <a:pt x="73952" y="9534"/>
                  <a:pt x="73902" y="9534"/>
                </a:cubicBezTo>
                <a:cubicBezTo>
                  <a:pt x="73529" y="9409"/>
                  <a:pt x="73155" y="9310"/>
                  <a:pt x="72782" y="9185"/>
                </a:cubicBezTo>
                <a:cubicBezTo>
                  <a:pt x="72757" y="9185"/>
                  <a:pt x="72707" y="9185"/>
                  <a:pt x="72682" y="9135"/>
                </a:cubicBezTo>
                <a:cubicBezTo>
                  <a:pt x="72583" y="9110"/>
                  <a:pt x="72458" y="9085"/>
                  <a:pt x="72384" y="9085"/>
                </a:cubicBezTo>
                <a:cubicBezTo>
                  <a:pt x="72284" y="9061"/>
                  <a:pt x="72184" y="9011"/>
                  <a:pt x="72060" y="9011"/>
                </a:cubicBezTo>
                <a:cubicBezTo>
                  <a:pt x="73304" y="8563"/>
                  <a:pt x="74549" y="8140"/>
                  <a:pt x="75769" y="7766"/>
                </a:cubicBezTo>
                <a:close/>
                <a:moveTo>
                  <a:pt x="76291" y="7592"/>
                </a:moveTo>
                <a:cubicBezTo>
                  <a:pt x="75644" y="8214"/>
                  <a:pt x="74997" y="8936"/>
                  <a:pt x="74400" y="9683"/>
                </a:cubicBezTo>
                <a:cubicBezTo>
                  <a:pt x="74375" y="9683"/>
                  <a:pt x="74375" y="9658"/>
                  <a:pt x="74350" y="9658"/>
                </a:cubicBezTo>
                <a:cubicBezTo>
                  <a:pt x="74922" y="8936"/>
                  <a:pt x="75545" y="8239"/>
                  <a:pt x="76167" y="7617"/>
                </a:cubicBezTo>
                <a:cubicBezTo>
                  <a:pt x="76217" y="7617"/>
                  <a:pt x="76267" y="7592"/>
                  <a:pt x="76291" y="7592"/>
                </a:cubicBezTo>
                <a:close/>
                <a:moveTo>
                  <a:pt x="70566" y="2589"/>
                </a:moveTo>
                <a:cubicBezTo>
                  <a:pt x="72782" y="3112"/>
                  <a:pt x="75022" y="4431"/>
                  <a:pt x="77163" y="6472"/>
                </a:cubicBezTo>
                <a:cubicBezTo>
                  <a:pt x="76963" y="6671"/>
                  <a:pt x="76739" y="6845"/>
                  <a:pt x="76515" y="7069"/>
                </a:cubicBezTo>
                <a:cubicBezTo>
                  <a:pt x="74773" y="7592"/>
                  <a:pt x="73031" y="8189"/>
                  <a:pt x="71263" y="8861"/>
                </a:cubicBezTo>
                <a:lnTo>
                  <a:pt x="71164" y="8861"/>
                </a:lnTo>
                <a:cubicBezTo>
                  <a:pt x="71114" y="8861"/>
                  <a:pt x="71039" y="8837"/>
                  <a:pt x="70940" y="8837"/>
                </a:cubicBezTo>
                <a:cubicBezTo>
                  <a:pt x="70542" y="8762"/>
                  <a:pt x="70118" y="8712"/>
                  <a:pt x="69670" y="8687"/>
                </a:cubicBezTo>
                <a:cubicBezTo>
                  <a:pt x="69571" y="8687"/>
                  <a:pt x="69471" y="8637"/>
                  <a:pt x="69397" y="8637"/>
                </a:cubicBezTo>
                <a:lnTo>
                  <a:pt x="69247" y="8637"/>
                </a:lnTo>
                <a:cubicBezTo>
                  <a:pt x="68675" y="8613"/>
                  <a:pt x="68102" y="8588"/>
                  <a:pt x="67530" y="8588"/>
                </a:cubicBezTo>
                <a:cubicBezTo>
                  <a:pt x="67057" y="8588"/>
                  <a:pt x="66584" y="8613"/>
                  <a:pt x="66136" y="8613"/>
                </a:cubicBezTo>
                <a:cubicBezTo>
                  <a:pt x="65862" y="8613"/>
                  <a:pt x="65613" y="8637"/>
                  <a:pt x="65389" y="8687"/>
                </a:cubicBezTo>
                <a:cubicBezTo>
                  <a:pt x="65165" y="8712"/>
                  <a:pt x="64966" y="8712"/>
                  <a:pt x="64767" y="8737"/>
                </a:cubicBezTo>
                <a:cubicBezTo>
                  <a:pt x="64418" y="8787"/>
                  <a:pt x="64045" y="8812"/>
                  <a:pt x="63697" y="8861"/>
                </a:cubicBezTo>
                <a:cubicBezTo>
                  <a:pt x="63647" y="8861"/>
                  <a:pt x="63547" y="8911"/>
                  <a:pt x="63473" y="8911"/>
                </a:cubicBezTo>
                <a:cubicBezTo>
                  <a:pt x="63348" y="8911"/>
                  <a:pt x="63273" y="8936"/>
                  <a:pt x="63149" y="8961"/>
                </a:cubicBezTo>
                <a:cubicBezTo>
                  <a:pt x="62427" y="9061"/>
                  <a:pt x="61680" y="9210"/>
                  <a:pt x="60934" y="9359"/>
                </a:cubicBezTo>
                <a:cubicBezTo>
                  <a:pt x="60336" y="9484"/>
                  <a:pt x="59739" y="9608"/>
                  <a:pt x="59166" y="9782"/>
                </a:cubicBezTo>
                <a:cubicBezTo>
                  <a:pt x="59739" y="8214"/>
                  <a:pt x="60461" y="6945"/>
                  <a:pt x="61332" y="5850"/>
                </a:cubicBezTo>
                <a:cubicBezTo>
                  <a:pt x="64468" y="4481"/>
                  <a:pt x="67580" y="3385"/>
                  <a:pt x="70566" y="2589"/>
                </a:cubicBezTo>
                <a:close/>
                <a:moveTo>
                  <a:pt x="71736" y="9110"/>
                </a:moveTo>
                <a:cubicBezTo>
                  <a:pt x="72533" y="9285"/>
                  <a:pt x="73280" y="9459"/>
                  <a:pt x="74026" y="9733"/>
                </a:cubicBezTo>
                <a:lnTo>
                  <a:pt x="74001" y="9782"/>
                </a:lnTo>
                <a:cubicBezTo>
                  <a:pt x="73902" y="9733"/>
                  <a:pt x="73827" y="9708"/>
                  <a:pt x="73753" y="9708"/>
                </a:cubicBezTo>
                <a:cubicBezTo>
                  <a:pt x="73578" y="9658"/>
                  <a:pt x="73429" y="9608"/>
                  <a:pt x="73255" y="9558"/>
                </a:cubicBezTo>
                <a:cubicBezTo>
                  <a:pt x="73080" y="9484"/>
                  <a:pt x="72906" y="9459"/>
                  <a:pt x="72757" y="9434"/>
                </a:cubicBezTo>
                <a:cubicBezTo>
                  <a:pt x="72707" y="9434"/>
                  <a:pt x="72682" y="9409"/>
                  <a:pt x="72657" y="9409"/>
                </a:cubicBezTo>
                <a:lnTo>
                  <a:pt x="72632" y="9409"/>
                </a:lnTo>
                <a:cubicBezTo>
                  <a:pt x="72458" y="9359"/>
                  <a:pt x="72284" y="9310"/>
                  <a:pt x="72135" y="9285"/>
                </a:cubicBezTo>
                <a:cubicBezTo>
                  <a:pt x="71935" y="9235"/>
                  <a:pt x="71786" y="9185"/>
                  <a:pt x="71662" y="9160"/>
                </a:cubicBezTo>
                <a:cubicBezTo>
                  <a:pt x="71687" y="9160"/>
                  <a:pt x="71687" y="9160"/>
                  <a:pt x="71736" y="9110"/>
                </a:cubicBezTo>
                <a:close/>
                <a:moveTo>
                  <a:pt x="60983" y="5999"/>
                </a:moveTo>
                <a:cubicBezTo>
                  <a:pt x="60187" y="7069"/>
                  <a:pt x="59490" y="8339"/>
                  <a:pt x="58942" y="9782"/>
                </a:cubicBezTo>
                <a:cubicBezTo>
                  <a:pt x="58922" y="9782"/>
                  <a:pt x="58884" y="9782"/>
                  <a:pt x="58872" y="9796"/>
                </a:cubicBezTo>
                <a:lnTo>
                  <a:pt x="58872" y="9796"/>
                </a:lnTo>
                <a:cubicBezTo>
                  <a:pt x="59419" y="8357"/>
                  <a:pt x="60089" y="7116"/>
                  <a:pt x="60859" y="6074"/>
                </a:cubicBezTo>
                <a:cubicBezTo>
                  <a:pt x="60909" y="6049"/>
                  <a:pt x="60934" y="6049"/>
                  <a:pt x="60983" y="5999"/>
                </a:cubicBezTo>
                <a:close/>
                <a:moveTo>
                  <a:pt x="106582" y="9856"/>
                </a:moveTo>
                <a:lnTo>
                  <a:pt x="106582" y="9856"/>
                </a:lnTo>
                <a:cubicBezTo>
                  <a:pt x="106582" y="9857"/>
                  <a:pt x="106583" y="9857"/>
                  <a:pt x="106584" y="9857"/>
                </a:cubicBezTo>
                <a:cubicBezTo>
                  <a:pt x="106595" y="9857"/>
                  <a:pt x="106601" y="9867"/>
                  <a:pt x="106607" y="9878"/>
                </a:cubicBezTo>
                <a:lnTo>
                  <a:pt x="106607" y="9878"/>
                </a:lnTo>
                <a:cubicBezTo>
                  <a:pt x="106598" y="9871"/>
                  <a:pt x="106590" y="9864"/>
                  <a:pt x="106582" y="9856"/>
                </a:cubicBezTo>
                <a:close/>
                <a:moveTo>
                  <a:pt x="67430" y="8712"/>
                </a:moveTo>
                <a:cubicBezTo>
                  <a:pt x="68028" y="8712"/>
                  <a:pt x="68625" y="8737"/>
                  <a:pt x="69173" y="8762"/>
                </a:cubicBezTo>
                <a:cubicBezTo>
                  <a:pt x="69272" y="8762"/>
                  <a:pt x="69397" y="8812"/>
                  <a:pt x="69496" y="8812"/>
                </a:cubicBezTo>
                <a:cubicBezTo>
                  <a:pt x="69670" y="8837"/>
                  <a:pt x="69820" y="8837"/>
                  <a:pt x="70019" y="8861"/>
                </a:cubicBezTo>
                <a:lnTo>
                  <a:pt x="70766" y="8961"/>
                </a:lnTo>
                <a:cubicBezTo>
                  <a:pt x="70840" y="8986"/>
                  <a:pt x="70840" y="8986"/>
                  <a:pt x="70815" y="8986"/>
                </a:cubicBezTo>
                <a:cubicBezTo>
                  <a:pt x="70790" y="8986"/>
                  <a:pt x="70790" y="8986"/>
                  <a:pt x="70766" y="9036"/>
                </a:cubicBezTo>
                <a:lnTo>
                  <a:pt x="70641" y="9036"/>
                </a:lnTo>
                <a:cubicBezTo>
                  <a:pt x="70293" y="8961"/>
                  <a:pt x="69919" y="8936"/>
                  <a:pt x="69571" y="8911"/>
                </a:cubicBezTo>
                <a:cubicBezTo>
                  <a:pt x="69496" y="8911"/>
                  <a:pt x="69397" y="8861"/>
                  <a:pt x="69297" y="8861"/>
                </a:cubicBezTo>
                <a:lnTo>
                  <a:pt x="69073" y="8861"/>
                </a:lnTo>
                <a:cubicBezTo>
                  <a:pt x="68550" y="8837"/>
                  <a:pt x="68028" y="8812"/>
                  <a:pt x="67505" y="8812"/>
                </a:cubicBezTo>
                <a:cubicBezTo>
                  <a:pt x="67032" y="8812"/>
                  <a:pt x="66559" y="8837"/>
                  <a:pt x="66086" y="8837"/>
                </a:cubicBezTo>
                <a:lnTo>
                  <a:pt x="65937" y="8837"/>
                </a:lnTo>
                <a:cubicBezTo>
                  <a:pt x="65812" y="8837"/>
                  <a:pt x="65713" y="8861"/>
                  <a:pt x="65588" y="8861"/>
                </a:cubicBezTo>
                <a:cubicBezTo>
                  <a:pt x="65538" y="8861"/>
                  <a:pt x="65439" y="8861"/>
                  <a:pt x="65389" y="8911"/>
                </a:cubicBezTo>
                <a:cubicBezTo>
                  <a:pt x="65165" y="8936"/>
                  <a:pt x="64966" y="8936"/>
                  <a:pt x="64767" y="8961"/>
                </a:cubicBezTo>
                <a:cubicBezTo>
                  <a:pt x="64642" y="8961"/>
                  <a:pt x="64518" y="8986"/>
                  <a:pt x="64344" y="8986"/>
                </a:cubicBezTo>
                <a:lnTo>
                  <a:pt x="63697" y="9085"/>
                </a:lnTo>
                <a:cubicBezTo>
                  <a:pt x="63647" y="9085"/>
                  <a:pt x="63547" y="9110"/>
                  <a:pt x="63473" y="9110"/>
                </a:cubicBezTo>
                <a:lnTo>
                  <a:pt x="62726" y="9210"/>
                </a:lnTo>
                <a:lnTo>
                  <a:pt x="61805" y="9409"/>
                </a:lnTo>
                <a:cubicBezTo>
                  <a:pt x="61556" y="9434"/>
                  <a:pt x="61307" y="9484"/>
                  <a:pt x="61058" y="9534"/>
                </a:cubicBezTo>
                <a:cubicBezTo>
                  <a:pt x="60710" y="9583"/>
                  <a:pt x="60336" y="9683"/>
                  <a:pt x="59963" y="9782"/>
                </a:cubicBezTo>
                <a:cubicBezTo>
                  <a:pt x="59739" y="9832"/>
                  <a:pt x="59565" y="9857"/>
                  <a:pt x="59341" y="9932"/>
                </a:cubicBezTo>
                <a:lnTo>
                  <a:pt x="58967" y="10031"/>
                </a:lnTo>
                <a:lnTo>
                  <a:pt x="58967" y="9982"/>
                </a:lnTo>
                <a:lnTo>
                  <a:pt x="58967" y="9957"/>
                </a:lnTo>
                <a:cubicBezTo>
                  <a:pt x="60486" y="9558"/>
                  <a:pt x="61954" y="9235"/>
                  <a:pt x="63398" y="9011"/>
                </a:cubicBezTo>
                <a:cubicBezTo>
                  <a:pt x="63448" y="9011"/>
                  <a:pt x="63547" y="8986"/>
                  <a:pt x="63597" y="8986"/>
                </a:cubicBezTo>
                <a:cubicBezTo>
                  <a:pt x="63945" y="8936"/>
                  <a:pt x="64319" y="8911"/>
                  <a:pt x="64667" y="8861"/>
                </a:cubicBezTo>
                <a:cubicBezTo>
                  <a:pt x="64891" y="8837"/>
                  <a:pt x="65066" y="8837"/>
                  <a:pt x="65290" y="8812"/>
                </a:cubicBezTo>
                <a:cubicBezTo>
                  <a:pt x="65538" y="8762"/>
                  <a:pt x="65787" y="8762"/>
                  <a:pt x="66036" y="8737"/>
                </a:cubicBezTo>
                <a:cubicBezTo>
                  <a:pt x="66509" y="8712"/>
                  <a:pt x="66957" y="8712"/>
                  <a:pt x="67430" y="8712"/>
                </a:cubicBezTo>
                <a:close/>
                <a:moveTo>
                  <a:pt x="74474" y="9932"/>
                </a:moveTo>
                <a:cubicBezTo>
                  <a:pt x="75370" y="10255"/>
                  <a:pt x="76217" y="10679"/>
                  <a:pt x="76988" y="11176"/>
                </a:cubicBezTo>
                <a:cubicBezTo>
                  <a:pt x="77735" y="11649"/>
                  <a:pt x="78457" y="12222"/>
                  <a:pt x="79079" y="12844"/>
                </a:cubicBezTo>
                <a:cubicBezTo>
                  <a:pt x="79005" y="12844"/>
                  <a:pt x="78980" y="12819"/>
                  <a:pt x="78955" y="12794"/>
                </a:cubicBezTo>
                <a:cubicBezTo>
                  <a:pt x="78731" y="12570"/>
                  <a:pt x="78507" y="12396"/>
                  <a:pt x="78283" y="12197"/>
                </a:cubicBezTo>
                <a:cubicBezTo>
                  <a:pt x="78233" y="12147"/>
                  <a:pt x="78158" y="12097"/>
                  <a:pt x="78108" y="12048"/>
                </a:cubicBezTo>
                <a:lnTo>
                  <a:pt x="78034" y="11973"/>
                </a:lnTo>
                <a:cubicBezTo>
                  <a:pt x="77860" y="11824"/>
                  <a:pt x="77636" y="11674"/>
                  <a:pt x="77461" y="11550"/>
                </a:cubicBezTo>
                <a:cubicBezTo>
                  <a:pt x="77387" y="11475"/>
                  <a:pt x="77287" y="11450"/>
                  <a:pt x="77237" y="11400"/>
                </a:cubicBezTo>
                <a:cubicBezTo>
                  <a:pt x="77138" y="11326"/>
                  <a:pt x="77088" y="11301"/>
                  <a:pt x="76988" y="11226"/>
                </a:cubicBezTo>
                <a:cubicBezTo>
                  <a:pt x="76963" y="11226"/>
                  <a:pt x="76963" y="11201"/>
                  <a:pt x="76914" y="11201"/>
                </a:cubicBezTo>
                <a:cubicBezTo>
                  <a:pt x="76889" y="11176"/>
                  <a:pt x="76864" y="11176"/>
                  <a:pt x="76864" y="11127"/>
                </a:cubicBezTo>
                <a:cubicBezTo>
                  <a:pt x="76739" y="11077"/>
                  <a:pt x="76640" y="10977"/>
                  <a:pt x="76515" y="10927"/>
                </a:cubicBezTo>
                <a:cubicBezTo>
                  <a:pt x="76466" y="10878"/>
                  <a:pt x="76391" y="10828"/>
                  <a:pt x="76341" y="10803"/>
                </a:cubicBezTo>
                <a:cubicBezTo>
                  <a:pt x="76117" y="10679"/>
                  <a:pt x="75893" y="10579"/>
                  <a:pt x="75669" y="10479"/>
                </a:cubicBezTo>
                <a:cubicBezTo>
                  <a:pt x="75570" y="10430"/>
                  <a:pt x="75470" y="10355"/>
                  <a:pt x="75370" y="10330"/>
                </a:cubicBezTo>
                <a:cubicBezTo>
                  <a:pt x="75196" y="10255"/>
                  <a:pt x="75097" y="10206"/>
                  <a:pt x="74922" y="10131"/>
                </a:cubicBezTo>
                <a:lnTo>
                  <a:pt x="74474" y="9957"/>
                </a:lnTo>
                <a:lnTo>
                  <a:pt x="74474" y="9932"/>
                </a:lnTo>
                <a:close/>
                <a:moveTo>
                  <a:pt x="106687" y="9948"/>
                </a:moveTo>
                <a:cubicBezTo>
                  <a:pt x="106865" y="10088"/>
                  <a:pt x="107027" y="10249"/>
                  <a:pt x="107231" y="10430"/>
                </a:cubicBezTo>
                <a:lnTo>
                  <a:pt x="107256" y="10454"/>
                </a:lnTo>
                <a:cubicBezTo>
                  <a:pt x="107405" y="10604"/>
                  <a:pt x="107580" y="10728"/>
                  <a:pt x="107729" y="10903"/>
                </a:cubicBezTo>
                <a:lnTo>
                  <a:pt x="108028" y="11201"/>
                </a:lnTo>
                <a:cubicBezTo>
                  <a:pt x="108127" y="11301"/>
                  <a:pt x="108227" y="11425"/>
                  <a:pt x="108301" y="11525"/>
                </a:cubicBezTo>
                <a:cubicBezTo>
                  <a:pt x="108575" y="11799"/>
                  <a:pt x="108849" y="12097"/>
                  <a:pt x="109098" y="12421"/>
                </a:cubicBezTo>
                <a:cubicBezTo>
                  <a:pt x="109123" y="12446"/>
                  <a:pt x="109123" y="12471"/>
                  <a:pt x="109148" y="12520"/>
                </a:cubicBezTo>
                <a:cubicBezTo>
                  <a:pt x="109222" y="12595"/>
                  <a:pt x="109297" y="12695"/>
                  <a:pt x="109372" y="12794"/>
                </a:cubicBezTo>
                <a:cubicBezTo>
                  <a:pt x="109496" y="12944"/>
                  <a:pt x="109596" y="13068"/>
                  <a:pt x="109720" y="13217"/>
                </a:cubicBezTo>
                <a:lnTo>
                  <a:pt x="109048" y="12471"/>
                </a:lnTo>
                <a:cubicBezTo>
                  <a:pt x="108998" y="12396"/>
                  <a:pt x="108899" y="12296"/>
                  <a:pt x="108849" y="12197"/>
                </a:cubicBezTo>
                <a:cubicBezTo>
                  <a:pt x="108725" y="12048"/>
                  <a:pt x="108600" y="11923"/>
                  <a:pt x="108476" y="11774"/>
                </a:cubicBezTo>
                <a:cubicBezTo>
                  <a:pt x="108401" y="11699"/>
                  <a:pt x="108351" y="11649"/>
                  <a:pt x="108277" y="11550"/>
                </a:cubicBezTo>
                <a:cubicBezTo>
                  <a:pt x="108177" y="11450"/>
                  <a:pt x="108127" y="11351"/>
                  <a:pt x="108028" y="11276"/>
                </a:cubicBezTo>
                <a:lnTo>
                  <a:pt x="107978" y="11201"/>
                </a:lnTo>
                <a:cubicBezTo>
                  <a:pt x="107903" y="11127"/>
                  <a:pt x="107878" y="11077"/>
                  <a:pt x="107804" y="11052"/>
                </a:cubicBezTo>
                <a:cubicBezTo>
                  <a:pt x="107461" y="10670"/>
                  <a:pt x="107054" y="10271"/>
                  <a:pt x="106687" y="9948"/>
                </a:cubicBezTo>
                <a:close/>
                <a:moveTo>
                  <a:pt x="86845" y="5402"/>
                </a:moveTo>
                <a:lnTo>
                  <a:pt x="86945" y="5427"/>
                </a:lnTo>
                <a:cubicBezTo>
                  <a:pt x="89782" y="7492"/>
                  <a:pt x="91799" y="10430"/>
                  <a:pt x="92894" y="14089"/>
                </a:cubicBezTo>
                <a:lnTo>
                  <a:pt x="92819" y="14089"/>
                </a:lnTo>
                <a:cubicBezTo>
                  <a:pt x="91724" y="10430"/>
                  <a:pt x="89708" y="7492"/>
                  <a:pt x="86845" y="5402"/>
                </a:cubicBezTo>
                <a:close/>
                <a:moveTo>
                  <a:pt x="110392" y="14313"/>
                </a:moveTo>
                <a:cubicBezTo>
                  <a:pt x="110395" y="14318"/>
                  <a:pt x="110397" y="14323"/>
                  <a:pt x="110400" y="14328"/>
                </a:cubicBezTo>
                <a:lnTo>
                  <a:pt x="110400" y="14328"/>
                </a:lnTo>
                <a:cubicBezTo>
                  <a:pt x="110395" y="14323"/>
                  <a:pt x="110392" y="14319"/>
                  <a:pt x="110392" y="14313"/>
                </a:cubicBezTo>
                <a:close/>
                <a:moveTo>
                  <a:pt x="95582" y="14163"/>
                </a:moveTo>
                <a:lnTo>
                  <a:pt x="94761" y="14238"/>
                </a:lnTo>
                <a:cubicBezTo>
                  <a:pt x="94213" y="14288"/>
                  <a:pt x="93690" y="14313"/>
                  <a:pt x="93143" y="14337"/>
                </a:cubicBezTo>
                <a:cubicBezTo>
                  <a:pt x="93143" y="14313"/>
                  <a:pt x="93093" y="14288"/>
                  <a:pt x="93093" y="14238"/>
                </a:cubicBezTo>
                <a:cubicBezTo>
                  <a:pt x="93922" y="14189"/>
                  <a:pt x="94775" y="14164"/>
                  <a:pt x="95582" y="14163"/>
                </a:cubicBezTo>
                <a:close/>
                <a:moveTo>
                  <a:pt x="92944" y="14288"/>
                </a:moveTo>
                <a:cubicBezTo>
                  <a:pt x="92944" y="14313"/>
                  <a:pt x="92968" y="14337"/>
                  <a:pt x="92968" y="14387"/>
                </a:cubicBezTo>
                <a:lnTo>
                  <a:pt x="92919" y="14387"/>
                </a:lnTo>
                <a:cubicBezTo>
                  <a:pt x="92894" y="14313"/>
                  <a:pt x="92894" y="14288"/>
                  <a:pt x="92894" y="14288"/>
                </a:cubicBezTo>
                <a:close/>
                <a:moveTo>
                  <a:pt x="95557" y="14362"/>
                </a:moveTo>
                <a:cubicBezTo>
                  <a:pt x="95134" y="14412"/>
                  <a:pt x="94686" y="14462"/>
                  <a:pt x="94263" y="14537"/>
                </a:cubicBezTo>
                <a:cubicBezTo>
                  <a:pt x="94064" y="14562"/>
                  <a:pt x="93840" y="14562"/>
                  <a:pt x="93665" y="14586"/>
                </a:cubicBezTo>
                <a:cubicBezTo>
                  <a:pt x="93466" y="14661"/>
                  <a:pt x="93392" y="14686"/>
                  <a:pt x="93267" y="14686"/>
                </a:cubicBezTo>
                <a:lnTo>
                  <a:pt x="93267" y="14636"/>
                </a:lnTo>
                <a:cubicBezTo>
                  <a:pt x="93367" y="14586"/>
                  <a:pt x="93516" y="14562"/>
                  <a:pt x="93641" y="14562"/>
                </a:cubicBezTo>
                <a:cubicBezTo>
                  <a:pt x="93964" y="14487"/>
                  <a:pt x="94313" y="14462"/>
                  <a:pt x="94661" y="14437"/>
                </a:cubicBezTo>
                <a:cubicBezTo>
                  <a:pt x="94711" y="14437"/>
                  <a:pt x="94786" y="14412"/>
                  <a:pt x="94835" y="14412"/>
                </a:cubicBezTo>
                <a:cubicBezTo>
                  <a:pt x="95010" y="14412"/>
                  <a:pt x="95134" y="14412"/>
                  <a:pt x="95283" y="14362"/>
                </a:cubicBezTo>
                <a:close/>
                <a:moveTo>
                  <a:pt x="97623" y="14263"/>
                </a:moveTo>
                <a:cubicBezTo>
                  <a:pt x="97996" y="14263"/>
                  <a:pt x="98345" y="14263"/>
                  <a:pt x="98743" y="14288"/>
                </a:cubicBezTo>
                <a:cubicBezTo>
                  <a:pt x="98942" y="14288"/>
                  <a:pt x="99166" y="14313"/>
                  <a:pt x="99390" y="14313"/>
                </a:cubicBezTo>
                <a:lnTo>
                  <a:pt x="99614" y="14313"/>
                </a:lnTo>
                <a:cubicBezTo>
                  <a:pt x="100411" y="14412"/>
                  <a:pt x="101232" y="14537"/>
                  <a:pt x="102004" y="14686"/>
                </a:cubicBezTo>
                <a:cubicBezTo>
                  <a:pt x="101158" y="14537"/>
                  <a:pt x="100311" y="14437"/>
                  <a:pt x="99490" y="14387"/>
                </a:cubicBezTo>
                <a:cubicBezTo>
                  <a:pt x="98868" y="14313"/>
                  <a:pt x="98245" y="14288"/>
                  <a:pt x="97623" y="14263"/>
                </a:cubicBezTo>
                <a:close/>
                <a:moveTo>
                  <a:pt x="90778" y="5252"/>
                </a:moveTo>
                <a:cubicBezTo>
                  <a:pt x="91475" y="5252"/>
                  <a:pt x="92172" y="5302"/>
                  <a:pt x="92844" y="5327"/>
                </a:cubicBezTo>
                <a:cubicBezTo>
                  <a:pt x="93143" y="5352"/>
                  <a:pt x="93417" y="5377"/>
                  <a:pt x="93690" y="5377"/>
                </a:cubicBezTo>
                <a:cubicBezTo>
                  <a:pt x="94064" y="5427"/>
                  <a:pt x="94462" y="5451"/>
                  <a:pt x="94835" y="5476"/>
                </a:cubicBezTo>
                <a:cubicBezTo>
                  <a:pt x="95184" y="5501"/>
                  <a:pt x="95532" y="5576"/>
                  <a:pt x="95881" y="5626"/>
                </a:cubicBezTo>
                <a:cubicBezTo>
                  <a:pt x="96155" y="5675"/>
                  <a:pt x="96453" y="5725"/>
                  <a:pt x="96752" y="5750"/>
                </a:cubicBezTo>
                <a:cubicBezTo>
                  <a:pt x="97125" y="5825"/>
                  <a:pt x="97499" y="5924"/>
                  <a:pt x="97872" y="5999"/>
                </a:cubicBezTo>
                <a:cubicBezTo>
                  <a:pt x="98121" y="6074"/>
                  <a:pt x="98320" y="6099"/>
                  <a:pt x="98544" y="6173"/>
                </a:cubicBezTo>
                <a:cubicBezTo>
                  <a:pt x="100934" y="8413"/>
                  <a:pt x="102651" y="11326"/>
                  <a:pt x="103622" y="14810"/>
                </a:cubicBezTo>
                <a:cubicBezTo>
                  <a:pt x="103398" y="14761"/>
                  <a:pt x="103149" y="14686"/>
                  <a:pt x="102900" y="14661"/>
                </a:cubicBezTo>
                <a:cubicBezTo>
                  <a:pt x="102850" y="14661"/>
                  <a:pt x="102751" y="14636"/>
                  <a:pt x="102676" y="14636"/>
                </a:cubicBezTo>
                <a:cubicBezTo>
                  <a:pt x="102402" y="14562"/>
                  <a:pt x="102153" y="14512"/>
                  <a:pt x="101880" y="14462"/>
                </a:cubicBezTo>
                <a:cubicBezTo>
                  <a:pt x="101780" y="14437"/>
                  <a:pt x="101680" y="14437"/>
                  <a:pt x="101606" y="14437"/>
                </a:cubicBezTo>
                <a:cubicBezTo>
                  <a:pt x="101357" y="14412"/>
                  <a:pt x="101108" y="14337"/>
                  <a:pt x="100859" y="14313"/>
                </a:cubicBezTo>
                <a:cubicBezTo>
                  <a:pt x="100735" y="14288"/>
                  <a:pt x="100610" y="14288"/>
                  <a:pt x="100486" y="14288"/>
                </a:cubicBezTo>
                <a:cubicBezTo>
                  <a:pt x="100262" y="14263"/>
                  <a:pt x="100038" y="14213"/>
                  <a:pt x="99789" y="14213"/>
                </a:cubicBezTo>
                <a:lnTo>
                  <a:pt x="99565" y="14213"/>
                </a:lnTo>
                <a:cubicBezTo>
                  <a:pt x="98377" y="14097"/>
                  <a:pt x="97138" y="14032"/>
                  <a:pt x="95864" y="14032"/>
                </a:cubicBezTo>
                <a:cubicBezTo>
                  <a:pt x="94949" y="14032"/>
                  <a:pt x="94015" y="14066"/>
                  <a:pt x="93068" y="14138"/>
                </a:cubicBezTo>
                <a:cubicBezTo>
                  <a:pt x="92023" y="10479"/>
                  <a:pt x="90031" y="7542"/>
                  <a:pt x="87219" y="5451"/>
                </a:cubicBezTo>
                <a:cubicBezTo>
                  <a:pt x="87318" y="5451"/>
                  <a:pt x="87418" y="5427"/>
                  <a:pt x="87542" y="5427"/>
                </a:cubicBezTo>
                <a:lnTo>
                  <a:pt x="88563" y="5327"/>
                </a:lnTo>
                <a:cubicBezTo>
                  <a:pt x="89309" y="5302"/>
                  <a:pt x="90056" y="5252"/>
                  <a:pt x="90778" y="5252"/>
                </a:cubicBezTo>
                <a:close/>
                <a:moveTo>
                  <a:pt x="48115" y="10056"/>
                </a:moveTo>
                <a:cubicBezTo>
                  <a:pt x="46173" y="11176"/>
                  <a:pt x="43609" y="12769"/>
                  <a:pt x="41867" y="13964"/>
                </a:cubicBezTo>
                <a:cubicBezTo>
                  <a:pt x="41444" y="14263"/>
                  <a:pt x="41046" y="14537"/>
                  <a:pt x="40573" y="14885"/>
                </a:cubicBezTo>
                <a:lnTo>
                  <a:pt x="40448" y="14885"/>
                </a:lnTo>
                <a:cubicBezTo>
                  <a:pt x="41892" y="13889"/>
                  <a:pt x="43311" y="12944"/>
                  <a:pt x="44729" y="12048"/>
                </a:cubicBezTo>
                <a:cubicBezTo>
                  <a:pt x="45153" y="11774"/>
                  <a:pt x="45601" y="11525"/>
                  <a:pt x="45999" y="11276"/>
                </a:cubicBezTo>
                <a:cubicBezTo>
                  <a:pt x="46721" y="10828"/>
                  <a:pt x="47393" y="10430"/>
                  <a:pt x="48115" y="10056"/>
                </a:cubicBezTo>
                <a:close/>
                <a:moveTo>
                  <a:pt x="98942" y="6248"/>
                </a:moveTo>
                <a:cubicBezTo>
                  <a:pt x="99017" y="6298"/>
                  <a:pt x="99042" y="6323"/>
                  <a:pt x="99067" y="6323"/>
                </a:cubicBezTo>
                <a:cubicBezTo>
                  <a:pt x="101357" y="8588"/>
                  <a:pt x="102975" y="11450"/>
                  <a:pt x="103896" y="14885"/>
                </a:cubicBezTo>
                <a:cubicBezTo>
                  <a:pt x="103871" y="14885"/>
                  <a:pt x="103846" y="14885"/>
                  <a:pt x="103846" y="14835"/>
                </a:cubicBezTo>
                <a:cubicBezTo>
                  <a:pt x="102900" y="11400"/>
                  <a:pt x="101257" y="8538"/>
                  <a:pt x="98942" y="6248"/>
                </a:cubicBezTo>
                <a:close/>
                <a:moveTo>
                  <a:pt x="99440" y="6472"/>
                </a:moveTo>
                <a:lnTo>
                  <a:pt x="99440" y="6472"/>
                </a:lnTo>
                <a:cubicBezTo>
                  <a:pt x="99540" y="6497"/>
                  <a:pt x="99614" y="6522"/>
                  <a:pt x="99689" y="6522"/>
                </a:cubicBezTo>
                <a:cubicBezTo>
                  <a:pt x="99888" y="6596"/>
                  <a:pt x="100112" y="6646"/>
                  <a:pt x="100311" y="6721"/>
                </a:cubicBezTo>
                <a:cubicBezTo>
                  <a:pt x="100386" y="6721"/>
                  <a:pt x="100436" y="6746"/>
                  <a:pt x="100535" y="6796"/>
                </a:cubicBezTo>
                <a:cubicBezTo>
                  <a:pt x="102776" y="9110"/>
                  <a:pt x="104269" y="12048"/>
                  <a:pt x="105090" y="15209"/>
                </a:cubicBezTo>
                <a:cubicBezTo>
                  <a:pt x="105016" y="15184"/>
                  <a:pt x="104991" y="15184"/>
                  <a:pt x="104916" y="15184"/>
                </a:cubicBezTo>
                <a:cubicBezTo>
                  <a:pt x="104866" y="15184"/>
                  <a:pt x="104842" y="15159"/>
                  <a:pt x="104767" y="15159"/>
                </a:cubicBezTo>
                <a:lnTo>
                  <a:pt x="104120" y="14960"/>
                </a:lnTo>
                <a:cubicBezTo>
                  <a:pt x="103224" y="11575"/>
                  <a:pt x="101631" y="8712"/>
                  <a:pt x="99440" y="6472"/>
                </a:cubicBezTo>
                <a:close/>
                <a:moveTo>
                  <a:pt x="100909" y="6920"/>
                </a:moveTo>
                <a:cubicBezTo>
                  <a:pt x="100934" y="6945"/>
                  <a:pt x="101008" y="6945"/>
                  <a:pt x="101033" y="6970"/>
                </a:cubicBezTo>
                <a:cubicBezTo>
                  <a:pt x="103149" y="9310"/>
                  <a:pt x="104543" y="12172"/>
                  <a:pt x="105339" y="15308"/>
                </a:cubicBezTo>
                <a:cubicBezTo>
                  <a:pt x="105290" y="15308"/>
                  <a:pt x="105290" y="15308"/>
                  <a:pt x="105265" y="15283"/>
                </a:cubicBezTo>
                <a:cubicBezTo>
                  <a:pt x="104493" y="12147"/>
                  <a:pt x="103049" y="9235"/>
                  <a:pt x="100909" y="6920"/>
                </a:cubicBezTo>
                <a:close/>
                <a:moveTo>
                  <a:pt x="67530" y="8961"/>
                </a:moveTo>
                <a:cubicBezTo>
                  <a:pt x="68077" y="8961"/>
                  <a:pt x="68650" y="8986"/>
                  <a:pt x="69173" y="9011"/>
                </a:cubicBezTo>
                <a:lnTo>
                  <a:pt x="69272" y="9011"/>
                </a:lnTo>
                <a:cubicBezTo>
                  <a:pt x="69397" y="9011"/>
                  <a:pt x="69521" y="9061"/>
                  <a:pt x="69621" y="9061"/>
                </a:cubicBezTo>
                <a:cubicBezTo>
                  <a:pt x="69745" y="9061"/>
                  <a:pt x="69820" y="9085"/>
                  <a:pt x="69944" y="9085"/>
                </a:cubicBezTo>
                <a:cubicBezTo>
                  <a:pt x="70118" y="9110"/>
                  <a:pt x="70268" y="9110"/>
                  <a:pt x="70417" y="9160"/>
                </a:cubicBezTo>
                <a:cubicBezTo>
                  <a:pt x="66310" y="10803"/>
                  <a:pt x="62103" y="12844"/>
                  <a:pt x="57847" y="15333"/>
                </a:cubicBezTo>
                <a:cubicBezTo>
                  <a:pt x="58046" y="13541"/>
                  <a:pt x="58420" y="11799"/>
                  <a:pt x="58967" y="10206"/>
                </a:cubicBezTo>
                <a:cubicBezTo>
                  <a:pt x="60560" y="9807"/>
                  <a:pt x="62079" y="9484"/>
                  <a:pt x="63547" y="9285"/>
                </a:cubicBezTo>
                <a:cubicBezTo>
                  <a:pt x="63572" y="9285"/>
                  <a:pt x="63647" y="9285"/>
                  <a:pt x="63672" y="9235"/>
                </a:cubicBezTo>
                <a:lnTo>
                  <a:pt x="63746" y="9235"/>
                </a:lnTo>
                <a:cubicBezTo>
                  <a:pt x="64095" y="9185"/>
                  <a:pt x="64443" y="9160"/>
                  <a:pt x="64792" y="9110"/>
                </a:cubicBezTo>
                <a:cubicBezTo>
                  <a:pt x="64991" y="9085"/>
                  <a:pt x="65190" y="9085"/>
                  <a:pt x="65414" y="9061"/>
                </a:cubicBezTo>
                <a:cubicBezTo>
                  <a:pt x="65663" y="9011"/>
                  <a:pt x="65862" y="9011"/>
                  <a:pt x="66136" y="8986"/>
                </a:cubicBezTo>
                <a:cubicBezTo>
                  <a:pt x="66584" y="8961"/>
                  <a:pt x="67057" y="8961"/>
                  <a:pt x="67530" y="8961"/>
                </a:cubicBezTo>
                <a:close/>
                <a:moveTo>
                  <a:pt x="40274" y="15084"/>
                </a:moveTo>
                <a:lnTo>
                  <a:pt x="40000" y="15283"/>
                </a:lnTo>
                <a:cubicBezTo>
                  <a:pt x="39950" y="15308"/>
                  <a:pt x="39901" y="15333"/>
                  <a:pt x="39876" y="15383"/>
                </a:cubicBezTo>
                <a:lnTo>
                  <a:pt x="39876" y="15333"/>
                </a:lnTo>
                <a:cubicBezTo>
                  <a:pt x="39876" y="15283"/>
                  <a:pt x="39926" y="15258"/>
                  <a:pt x="40000" y="15209"/>
                </a:cubicBezTo>
                <a:cubicBezTo>
                  <a:pt x="40025" y="15209"/>
                  <a:pt x="40025" y="15184"/>
                  <a:pt x="40050" y="15184"/>
                </a:cubicBezTo>
                <a:cubicBezTo>
                  <a:pt x="40075" y="15184"/>
                  <a:pt x="40100" y="15159"/>
                  <a:pt x="40150" y="15159"/>
                </a:cubicBezTo>
                <a:cubicBezTo>
                  <a:pt x="40174" y="15134"/>
                  <a:pt x="40199" y="15134"/>
                  <a:pt x="40274" y="15084"/>
                </a:cubicBezTo>
                <a:close/>
                <a:moveTo>
                  <a:pt x="110591" y="14163"/>
                </a:moveTo>
                <a:lnTo>
                  <a:pt x="110591" y="14163"/>
                </a:lnTo>
                <a:cubicBezTo>
                  <a:pt x="110741" y="14412"/>
                  <a:pt x="110890" y="14636"/>
                  <a:pt x="111064" y="14810"/>
                </a:cubicBezTo>
                <a:cubicBezTo>
                  <a:pt x="111201" y="15021"/>
                  <a:pt x="111347" y="15245"/>
                  <a:pt x="111496" y="15472"/>
                </a:cubicBezTo>
                <a:lnTo>
                  <a:pt x="111496" y="15472"/>
                </a:lnTo>
                <a:cubicBezTo>
                  <a:pt x="111250" y="15117"/>
                  <a:pt x="111073" y="14883"/>
                  <a:pt x="111015" y="14810"/>
                </a:cubicBezTo>
                <a:cubicBezTo>
                  <a:pt x="110965" y="14761"/>
                  <a:pt x="110940" y="14686"/>
                  <a:pt x="110865" y="14636"/>
                </a:cubicBezTo>
                <a:cubicBezTo>
                  <a:pt x="110840" y="14562"/>
                  <a:pt x="110766" y="14512"/>
                  <a:pt x="110741" y="14412"/>
                </a:cubicBezTo>
                <a:cubicBezTo>
                  <a:pt x="110741" y="14412"/>
                  <a:pt x="110741" y="14387"/>
                  <a:pt x="110716" y="14387"/>
                </a:cubicBezTo>
                <a:cubicBezTo>
                  <a:pt x="110691" y="14337"/>
                  <a:pt x="110691" y="14313"/>
                  <a:pt x="110641" y="14288"/>
                </a:cubicBezTo>
                <a:cubicBezTo>
                  <a:pt x="110616" y="14263"/>
                  <a:pt x="110591" y="14188"/>
                  <a:pt x="110591" y="14163"/>
                </a:cubicBezTo>
                <a:close/>
                <a:moveTo>
                  <a:pt x="58738" y="10296"/>
                </a:moveTo>
                <a:lnTo>
                  <a:pt x="58738" y="10296"/>
                </a:lnTo>
                <a:cubicBezTo>
                  <a:pt x="58193" y="11934"/>
                  <a:pt x="57822" y="13671"/>
                  <a:pt x="57623" y="15507"/>
                </a:cubicBezTo>
                <a:cubicBezTo>
                  <a:pt x="57598" y="15507"/>
                  <a:pt x="57598" y="15532"/>
                  <a:pt x="57573" y="15532"/>
                </a:cubicBezTo>
                <a:cubicBezTo>
                  <a:pt x="57748" y="13690"/>
                  <a:pt x="58096" y="11948"/>
                  <a:pt x="58693" y="10305"/>
                </a:cubicBezTo>
                <a:cubicBezTo>
                  <a:pt x="58711" y="10305"/>
                  <a:pt x="58730" y="10305"/>
                  <a:pt x="58738" y="10296"/>
                </a:cubicBezTo>
                <a:close/>
                <a:moveTo>
                  <a:pt x="39677" y="15458"/>
                </a:moveTo>
                <a:lnTo>
                  <a:pt x="39677" y="15507"/>
                </a:lnTo>
                <a:cubicBezTo>
                  <a:pt x="39627" y="15532"/>
                  <a:pt x="39577" y="15557"/>
                  <a:pt x="39527" y="15582"/>
                </a:cubicBezTo>
                <a:cubicBezTo>
                  <a:pt x="39552" y="15557"/>
                  <a:pt x="39552" y="15557"/>
                  <a:pt x="39577" y="15557"/>
                </a:cubicBezTo>
                <a:lnTo>
                  <a:pt x="39677" y="15458"/>
                </a:lnTo>
                <a:close/>
                <a:moveTo>
                  <a:pt x="62452" y="4082"/>
                </a:moveTo>
                <a:lnTo>
                  <a:pt x="62452" y="4082"/>
                </a:lnTo>
                <a:cubicBezTo>
                  <a:pt x="61954" y="4481"/>
                  <a:pt x="61506" y="4954"/>
                  <a:pt x="61083" y="5476"/>
                </a:cubicBezTo>
                <a:cubicBezTo>
                  <a:pt x="55209" y="8015"/>
                  <a:pt x="49210" y="11450"/>
                  <a:pt x="43286" y="15657"/>
                </a:cubicBezTo>
                <a:cubicBezTo>
                  <a:pt x="42390" y="15159"/>
                  <a:pt x="41618" y="14885"/>
                  <a:pt x="40946" y="14835"/>
                </a:cubicBezTo>
                <a:cubicBezTo>
                  <a:pt x="48239" y="9782"/>
                  <a:pt x="55632" y="6123"/>
                  <a:pt x="62452" y="4082"/>
                </a:cubicBezTo>
                <a:close/>
                <a:moveTo>
                  <a:pt x="70915" y="9235"/>
                </a:moveTo>
                <a:cubicBezTo>
                  <a:pt x="66659" y="10927"/>
                  <a:pt x="62228" y="13068"/>
                  <a:pt x="57822" y="15682"/>
                </a:cubicBezTo>
                <a:lnTo>
                  <a:pt x="57822" y="15632"/>
                </a:lnTo>
                <a:cubicBezTo>
                  <a:pt x="62178" y="13068"/>
                  <a:pt x="66534" y="10927"/>
                  <a:pt x="70815" y="9235"/>
                </a:cubicBezTo>
                <a:close/>
                <a:moveTo>
                  <a:pt x="86571" y="5451"/>
                </a:moveTo>
                <a:cubicBezTo>
                  <a:pt x="89484" y="7468"/>
                  <a:pt x="91550" y="10430"/>
                  <a:pt x="92645" y="14089"/>
                </a:cubicBezTo>
                <a:cubicBezTo>
                  <a:pt x="89832" y="14337"/>
                  <a:pt x="86845" y="14885"/>
                  <a:pt x="83759" y="15706"/>
                </a:cubicBezTo>
                <a:cubicBezTo>
                  <a:pt x="82390" y="12421"/>
                  <a:pt x="80573" y="9434"/>
                  <a:pt x="78283" y="6995"/>
                </a:cubicBezTo>
                <a:cubicBezTo>
                  <a:pt x="79477" y="6696"/>
                  <a:pt x="80622" y="6422"/>
                  <a:pt x="81767" y="6173"/>
                </a:cubicBezTo>
                <a:cubicBezTo>
                  <a:pt x="81892" y="6123"/>
                  <a:pt x="81991" y="6123"/>
                  <a:pt x="82116" y="6099"/>
                </a:cubicBezTo>
                <a:cubicBezTo>
                  <a:pt x="82763" y="5974"/>
                  <a:pt x="83410" y="5850"/>
                  <a:pt x="84033" y="5750"/>
                </a:cubicBezTo>
                <a:cubicBezTo>
                  <a:pt x="84306" y="5725"/>
                  <a:pt x="84555" y="5700"/>
                  <a:pt x="84829" y="5675"/>
                </a:cubicBezTo>
                <a:cubicBezTo>
                  <a:pt x="85327" y="5601"/>
                  <a:pt x="85825" y="5501"/>
                  <a:pt x="86323" y="5476"/>
                </a:cubicBezTo>
                <a:cubicBezTo>
                  <a:pt x="86422" y="5451"/>
                  <a:pt x="86472" y="5451"/>
                  <a:pt x="86571" y="5451"/>
                </a:cubicBezTo>
                <a:close/>
                <a:moveTo>
                  <a:pt x="60834" y="5750"/>
                </a:moveTo>
                <a:lnTo>
                  <a:pt x="60834" y="5750"/>
                </a:lnTo>
                <a:cubicBezTo>
                  <a:pt x="60809" y="5825"/>
                  <a:pt x="60784" y="5875"/>
                  <a:pt x="60734" y="5924"/>
                </a:cubicBezTo>
                <a:cubicBezTo>
                  <a:pt x="55109" y="8389"/>
                  <a:pt x="49285" y="11699"/>
                  <a:pt x="43535" y="15781"/>
                </a:cubicBezTo>
                <a:cubicBezTo>
                  <a:pt x="43510" y="15781"/>
                  <a:pt x="43510" y="15756"/>
                  <a:pt x="43460" y="15756"/>
                </a:cubicBezTo>
                <a:cubicBezTo>
                  <a:pt x="49235" y="11674"/>
                  <a:pt x="55109" y="8289"/>
                  <a:pt x="60834" y="5750"/>
                </a:cubicBezTo>
                <a:close/>
                <a:moveTo>
                  <a:pt x="40921" y="15034"/>
                </a:moveTo>
                <a:cubicBezTo>
                  <a:pt x="41046" y="15034"/>
                  <a:pt x="41170" y="15059"/>
                  <a:pt x="41319" y="15059"/>
                </a:cubicBezTo>
                <a:cubicBezTo>
                  <a:pt x="41867" y="15184"/>
                  <a:pt x="42440" y="15408"/>
                  <a:pt x="43112" y="15781"/>
                </a:cubicBezTo>
                <a:lnTo>
                  <a:pt x="43062" y="15806"/>
                </a:lnTo>
                <a:cubicBezTo>
                  <a:pt x="43012" y="15781"/>
                  <a:pt x="42987" y="15756"/>
                  <a:pt x="42912" y="15706"/>
                </a:cubicBezTo>
                <a:cubicBezTo>
                  <a:pt x="42863" y="15682"/>
                  <a:pt x="42813" y="15657"/>
                  <a:pt x="42763" y="15657"/>
                </a:cubicBezTo>
                <a:cubicBezTo>
                  <a:pt x="42664" y="15632"/>
                  <a:pt x="42564" y="15557"/>
                  <a:pt x="42489" y="15532"/>
                </a:cubicBezTo>
                <a:cubicBezTo>
                  <a:pt x="42415" y="15507"/>
                  <a:pt x="42365" y="15458"/>
                  <a:pt x="42265" y="15433"/>
                </a:cubicBezTo>
                <a:cubicBezTo>
                  <a:pt x="42191" y="15408"/>
                  <a:pt x="42141" y="15383"/>
                  <a:pt x="42066" y="15383"/>
                </a:cubicBezTo>
                <a:cubicBezTo>
                  <a:pt x="41991" y="15333"/>
                  <a:pt x="41917" y="15308"/>
                  <a:pt x="41867" y="15283"/>
                </a:cubicBezTo>
                <a:cubicBezTo>
                  <a:pt x="41792" y="15258"/>
                  <a:pt x="41767" y="15258"/>
                  <a:pt x="41693" y="15209"/>
                </a:cubicBezTo>
                <a:cubicBezTo>
                  <a:pt x="41643" y="15184"/>
                  <a:pt x="41543" y="15159"/>
                  <a:pt x="41494" y="15159"/>
                </a:cubicBezTo>
                <a:cubicBezTo>
                  <a:pt x="41419" y="15159"/>
                  <a:pt x="41369" y="15134"/>
                  <a:pt x="41295" y="15134"/>
                </a:cubicBezTo>
                <a:cubicBezTo>
                  <a:pt x="41245" y="15134"/>
                  <a:pt x="41170" y="15084"/>
                  <a:pt x="41120" y="15084"/>
                </a:cubicBezTo>
                <a:cubicBezTo>
                  <a:pt x="40996" y="15084"/>
                  <a:pt x="40896" y="15059"/>
                  <a:pt x="40772" y="15059"/>
                </a:cubicBezTo>
                <a:cubicBezTo>
                  <a:pt x="40697" y="15059"/>
                  <a:pt x="40647" y="15059"/>
                  <a:pt x="40573" y="15084"/>
                </a:cubicBezTo>
                <a:cubicBezTo>
                  <a:pt x="40622" y="15059"/>
                  <a:pt x="40647" y="15059"/>
                  <a:pt x="40672" y="15034"/>
                </a:cubicBezTo>
                <a:close/>
                <a:moveTo>
                  <a:pt x="78084" y="7069"/>
                </a:moveTo>
                <a:cubicBezTo>
                  <a:pt x="80374" y="9459"/>
                  <a:pt x="82216" y="12471"/>
                  <a:pt x="83585" y="15781"/>
                </a:cubicBezTo>
                <a:cubicBezTo>
                  <a:pt x="83560" y="15781"/>
                  <a:pt x="83560" y="15781"/>
                  <a:pt x="83510" y="15806"/>
                </a:cubicBezTo>
                <a:cubicBezTo>
                  <a:pt x="82141" y="12520"/>
                  <a:pt x="80324" y="9534"/>
                  <a:pt x="78009" y="7094"/>
                </a:cubicBezTo>
                <a:cubicBezTo>
                  <a:pt x="78034" y="7094"/>
                  <a:pt x="78034" y="7094"/>
                  <a:pt x="78084" y="7069"/>
                </a:cubicBezTo>
                <a:close/>
                <a:moveTo>
                  <a:pt x="57623" y="15756"/>
                </a:moveTo>
                <a:lnTo>
                  <a:pt x="57623" y="15806"/>
                </a:lnTo>
                <a:cubicBezTo>
                  <a:pt x="57598" y="15806"/>
                  <a:pt x="57598" y="15831"/>
                  <a:pt x="57573" y="15831"/>
                </a:cubicBezTo>
                <a:lnTo>
                  <a:pt x="57573" y="15781"/>
                </a:lnTo>
                <a:cubicBezTo>
                  <a:pt x="57598" y="15781"/>
                  <a:pt x="57598" y="15756"/>
                  <a:pt x="57623" y="15756"/>
                </a:cubicBezTo>
                <a:close/>
                <a:moveTo>
                  <a:pt x="92695" y="14288"/>
                </a:moveTo>
                <a:cubicBezTo>
                  <a:pt x="92695" y="14313"/>
                  <a:pt x="92720" y="14337"/>
                  <a:pt x="92720" y="14387"/>
                </a:cubicBezTo>
                <a:cubicBezTo>
                  <a:pt x="89907" y="14636"/>
                  <a:pt x="86945" y="15159"/>
                  <a:pt x="83858" y="16005"/>
                </a:cubicBezTo>
                <a:cubicBezTo>
                  <a:pt x="83858" y="15955"/>
                  <a:pt x="83833" y="15931"/>
                  <a:pt x="83833" y="15906"/>
                </a:cubicBezTo>
                <a:cubicBezTo>
                  <a:pt x="86895" y="15059"/>
                  <a:pt x="89907" y="14537"/>
                  <a:pt x="92695" y="14288"/>
                </a:cubicBezTo>
                <a:close/>
                <a:moveTo>
                  <a:pt x="110635" y="14700"/>
                </a:moveTo>
                <a:cubicBezTo>
                  <a:pt x="110653" y="14721"/>
                  <a:pt x="110672" y="14742"/>
                  <a:pt x="110691" y="14761"/>
                </a:cubicBezTo>
                <a:cubicBezTo>
                  <a:pt x="110766" y="14885"/>
                  <a:pt x="110840" y="15010"/>
                  <a:pt x="110940" y="15159"/>
                </a:cubicBezTo>
                <a:cubicBezTo>
                  <a:pt x="111073" y="15425"/>
                  <a:pt x="111206" y="15712"/>
                  <a:pt x="111340" y="16018"/>
                </a:cubicBezTo>
                <a:lnTo>
                  <a:pt x="111340" y="16018"/>
                </a:lnTo>
                <a:cubicBezTo>
                  <a:pt x="111306" y="15954"/>
                  <a:pt x="111272" y="15892"/>
                  <a:pt x="111239" y="15831"/>
                </a:cubicBezTo>
                <a:cubicBezTo>
                  <a:pt x="111089" y="15557"/>
                  <a:pt x="110965" y="15283"/>
                  <a:pt x="110815" y="15010"/>
                </a:cubicBezTo>
                <a:cubicBezTo>
                  <a:pt x="110755" y="14902"/>
                  <a:pt x="110695" y="14799"/>
                  <a:pt x="110635" y="14700"/>
                </a:cubicBezTo>
                <a:close/>
                <a:moveTo>
                  <a:pt x="83634" y="15955"/>
                </a:moveTo>
                <a:cubicBezTo>
                  <a:pt x="83634" y="16005"/>
                  <a:pt x="83684" y="16030"/>
                  <a:pt x="83684" y="16055"/>
                </a:cubicBezTo>
                <a:cubicBezTo>
                  <a:pt x="83634" y="16055"/>
                  <a:pt x="83634" y="16055"/>
                  <a:pt x="83609" y="16080"/>
                </a:cubicBezTo>
                <a:cubicBezTo>
                  <a:pt x="83609" y="16030"/>
                  <a:pt x="83609" y="16005"/>
                  <a:pt x="83585" y="15955"/>
                </a:cubicBezTo>
                <a:close/>
                <a:moveTo>
                  <a:pt x="60486" y="6223"/>
                </a:moveTo>
                <a:lnTo>
                  <a:pt x="60486" y="6223"/>
                </a:lnTo>
                <a:cubicBezTo>
                  <a:pt x="59789" y="7244"/>
                  <a:pt x="59166" y="8488"/>
                  <a:pt x="58619" y="9857"/>
                </a:cubicBezTo>
                <a:cubicBezTo>
                  <a:pt x="57847" y="10081"/>
                  <a:pt x="57051" y="10330"/>
                  <a:pt x="56229" y="10604"/>
                </a:cubicBezTo>
                <a:cubicBezTo>
                  <a:pt x="55433" y="10903"/>
                  <a:pt x="54611" y="11176"/>
                  <a:pt x="53815" y="11525"/>
                </a:cubicBezTo>
                <a:cubicBezTo>
                  <a:pt x="52520" y="12023"/>
                  <a:pt x="51201" y="12645"/>
                  <a:pt x="49882" y="13267"/>
                </a:cubicBezTo>
                <a:cubicBezTo>
                  <a:pt x="49708" y="13342"/>
                  <a:pt x="49484" y="13441"/>
                  <a:pt x="49285" y="13541"/>
                </a:cubicBezTo>
                <a:cubicBezTo>
                  <a:pt x="49260" y="13541"/>
                  <a:pt x="49260" y="13566"/>
                  <a:pt x="49235" y="13566"/>
                </a:cubicBezTo>
                <a:cubicBezTo>
                  <a:pt x="48861" y="13765"/>
                  <a:pt x="48463" y="13939"/>
                  <a:pt x="48090" y="14163"/>
                </a:cubicBezTo>
                <a:cubicBezTo>
                  <a:pt x="48040" y="14163"/>
                  <a:pt x="48040" y="14188"/>
                  <a:pt x="48015" y="14188"/>
                </a:cubicBezTo>
                <a:cubicBezTo>
                  <a:pt x="47916" y="14263"/>
                  <a:pt x="47841" y="14313"/>
                  <a:pt x="47741" y="14337"/>
                </a:cubicBezTo>
                <a:cubicBezTo>
                  <a:pt x="47169" y="14636"/>
                  <a:pt x="46646" y="14935"/>
                  <a:pt x="46099" y="15258"/>
                </a:cubicBezTo>
                <a:cubicBezTo>
                  <a:pt x="45899" y="15333"/>
                  <a:pt x="45750" y="15433"/>
                  <a:pt x="45551" y="15532"/>
                </a:cubicBezTo>
                <a:cubicBezTo>
                  <a:pt x="45227" y="15706"/>
                  <a:pt x="44904" y="15931"/>
                  <a:pt x="44555" y="16105"/>
                </a:cubicBezTo>
                <a:cubicBezTo>
                  <a:pt x="44481" y="16179"/>
                  <a:pt x="44381" y="16204"/>
                  <a:pt x="44281" y="16279"/>
                </a:cubicBezTo>
                <a:cubicBezTo>
                  <a:pt x="44107" y="16155"/>
                  <a:pt x="43883" y="16030"/>
                  <a:pt x="43684" y="15906"/>
                </a:cubicBezTo>
                <a:cubicBezTo>
                  <a:pt x="49334" y="11923"/>
                  <a:pt x="54985" y="8687"/>
                  <a:pt x="60486" y="6223"/>
                </a:cubicBezTo>
                <a:close/>
                <a:moveTo>
                  <a:pt x="92844" y="14761"/>
                </a:moveTo>
                <a:lnTo>
                  <a:pt x="92844" y="14786"/>
                </a:lnTo>
                <a:lnTo>
                  <a:pt x="92844" y="14810"/>
                </a:lnTo>
                <a:cubicBezTo>
                  <a:pt x="92670" y="14810"/>
                  <a:pt x="92545" y="14835"/>
                  <a:pt x="92396" y="14885"/>
                </a:cubicBezTo>
                <a:cubicBezTo>
                  <a:pt x="92147" y="14935"/>
                  <a:pt x="91898" y="14960"/>
                  <a:pt x="91649" y="15034"/>
                </a:cubicBezTo>
                <a:cubicBezTo>
                  <a:pt x="91276" y="15134"/>
                  <a:pt x="90903" y="15209"/>
                  <a:pt x="90529" y="15333"/>
                </a:cubicBezTo>
                <a:cubicBezTo>
                  <a:pt x="90230" y="15408"/>
                  <a:pt x="89957" y="15507"/>
                  <a:pt x="89683" y="15557"/>
                </a:cubicBezTo>
                <a:cubicBezTo>
                  <a:pt x="89334" y="15657"/>
                  <a:pt x="89036" y="15806"/>
                  <a:pt x="88687" y="15906"/>
                </a:cubicBezTo>
                <a:cubicBezTo>
                  <a:pt x="88364" y="16005"/>
                  <a:pt x="88090" y="16130"/>
                  <a:pt x="87791" y="16204"/>
                </a:cubicBezTo>
                <a:cubicBezTo>
                  <a:pt x="87722" y="16231"/>
                  <a:pt x="87656" y="16257"/>
                  <a:pt x="87591" y="16284"/>
                </a:cubicBezTo>
                <a:lnTo>
                  <a:pt x="87591" y="16284"/>
                </a:lnTo>
                <a:cubicBezTo>
                  <a:pt x="87673" y="16248"/>
                  <a:pt x="87756" y="16213"/>
                  <a:pt x="87841" y="16179"/>
                </a:cubicBezTo>
                <a:lnTo>
                  <a:pt x="88588" y="15906"/>
                </a:lnTo>
                <a:cubicBezTo>
                  <a:pt x="88961" y="15781"/>
                  <a:pt x="89334" y="15632"/>
                  <a:pt x="89733" y="15507"/>
                </a:cubicBezTo>
                <a:lnTo>
                  <a:pt x="90479" y="15308"/>
                </a:lnTo>
                <a:cubicBezTo>
                  <a:pt x="90878" y="15184"/>
                  <a:pt x="91301" y="15084"/>
                  <a:pt x="91699" y="14960"/>
                </a:cubicBezTo>
                <a:cubicBezTo>
                  <a:pt x="91948" y="14910"/>
                  <a:pt x="92222" y="14885"/>
                  <a:pt x="92471" y="14810"/>
                </a:cubicBezTo>
                <a:cubicBezTo>
                  <a:pt x="92595" y="14786"/>
                  <a:pt x="92720" y="14761"/>
                  <a:pt x="92844" y="14761"/>
                </a:cubicBezTo>
                <a:close/>
                <a:moveTo>
                  <a:pt x="77835" y="7144"/>
                </a:moveTo>
                <a:cubicBezTo>
                  <a:pt x="80100" y="9558"/>
                  <a:pt x="81967" y="12570"/>
                  <a:pt x="83336" y="15881"/>
                </a:cubicBezTo>
                <a:cubicBezTo>
                  <a:pt x="82813" y="16030"/>
                  <a:pt x="82265" y="16179"/>
                  <a:pt x="81718" y="16329"/>
                </a:cubicBezTo>
                <a:cubicBezTo>
                  <a:pt x="81718" y="16304"/>
                  <a:pt x="81693" y="16304"/>
                  <a:pt x="81693" y="16279"/>
                </a:cubicBezTo>
                <a:cubicBezTo>
                  <a:pt x="81593" y="16080"/>
                  <a:pt x="81519" y="15931"/>
                  <a:pt x="81444" y="15781"/>
                </a:cubicBezTo>
                <a:cubicBezTo>
                  <a:pt x="81394" y="15731"/>
                  <a:pt x="81394" y="15682"/>
                  <a:pt x="81369" y="15657"/>
                </a:cubicBezTo>
                <a:cubicBezTo>
                  <a:pt x="81344" y="15582"/>
                  <a:pt x="81270" y="15482"/>
                  <a:pt x="81245" y="15433"/>
                </a:cubicBezTo>
                <a:lnTo>
                  <a:pt x="80971" y="14960"/>
                </a:lnTo>
                <a:cubicBezTo>
                  <a:pt x="80946" y="14935"/>
                  <a:pt x="80896" y="14860"/>
                  <a:pt x="80871" y="14835"/>
                </a:cubicBezTo>
                <a:cubicBezTo>
                  <a:pt x="80847" y="14810"/>
                  <a:pt x="80847" y="14786"/>
                  <a:pt x="80822" y="14761"/>
                </a:cubicBezTo>
                <a:cubicBezTo>
                  <a:pt x="80747" y="14686"/>
                  <a:pt x="80722" y="14586"/>
                  <a:pt x="80647" y="14537"/>
                </a:cubicBezTo>
                <a:cubicBezTo>
                  <a:pt x="80598" y="14437"/>
                  <a:pt x="80498" y="14337"/>
                  <a:pt x="80448" y="14238"/>
                </a:cubicBezTo>
                <a:cubicBezTo>
                  <a:pt x="80448" y="14238"/>
                  <a:pt x="80448" y="14213"/>
                  <a:pt x="80398" y="14213"/>
                </a:cubicBezTo>
                <a:cubicBezTo>
                  <a:pt x="80274" y="14039"/>
                  <a:pt x="80150" y="13865"/>
                  <a:pt x="80000" y="13690"/>
                </a:cubicBezTo>
                <a:cubicBezTo>
                  <a:pt x="79950" y="13616"/>
                  <a:pt x="79901" y="13566"/>
                  <a:pt x="79851" y="13491"/>
                </a:cubicBezTo>
                <a:cubicBezTo>
                  <a:pt x="79726" y="13342"/>
                  <a:pt x="79602" y="13217"/>
                  <a:pt x="79477" y="13068"/>
                </a:cubicBezTo>
                <a:lnTo>
                  <a:pt x="79378" y="12944"/>
                </a:lnTo>
                <a:lnTo>
                  <a:pt x="79328" y="12869"/>
                </a:lnTo>
                <a:lnTo>
                  <a:pt x="79229" y="12794"/>
                </a:lnTo>
                <a:lnTo>
                  <a:pt x="79204" y="12720"/>
                </a:lnTo>
                <a:lnTo>
                  <a:pt x="79079" y="12595"/>
                </a:lnTo>
                <a:cubicBezTo>
                  <a:pt x="78905" y="12446"/>
                  <a:pt x="78756" y="12296"/>
                  <a:pt x="78581" y="12122"/>
                </a:cubicBezTo>
                <a:cubicBezTo>
                  <a:pt x="78482" y="12048"/>
                  <a:pt x="78357" y="11948"/>
                  <a:pt x="78258" y="11848"/>
                </a:cubicBezTo>
                <a:cubicBezTo>
                  <a:pt x="78059" y="11699"/>
                  <a:pt x="77884" y="11575"/>
                  <a:pt x="77685" y="11425"/>
                </a:cubicBezTo>
                <a:cubicBezTo>
                  <a:pt x="77536" y="11301"/>
                  <a:pt x="77387" y="11201"/>
                  <a:pt x="77188" y="11077"/>
                </a:cubicBezTo>
                <a:cubicBezTo>
                  <a:pt x="76988" y="10952"/>
                  <a:pt x="76789" y="10803"/>
                  <a:pt x="76565" y="10679"/>
                </a:cubicBezTo>
                <a:cubicBezTo>
                  <a:pt x="76416" y="10579"/>
                  <a:pt x="76242" y="10479"/>
                  <a:pt x="76067" y="10405"/>
                </a:cubicBezTo>
                <a:cubicBezTo>
                  <a:pt x="75943" y="10330"/>
                  <a:pt x="75794" y="10230"/>
                  <a:pt x="75669" y="10181"/>
                </a:cubicBezTo>
                <a:cubicBezTo>
                  <a:pt x="75495" y="10081"/>
                  <a:pt x="75296" y="9982"/>
                  <a:pt x="75072" y="9882"/>
                </a:cubicBezTo>
                <a:cubicBezTo>
                  <a:pt x="74947" y="9832"/>
                  <a:pt x="74823" y="9807"/>
                  <a:pt x="74698" y="9733"/>
                </a:cubicBezTo>
                <a:cubicBezTo>
                  <a:pt x="74649" y="9708"/>
                  <a:pt x="74624" y="9708"/>
                  <a:pt x="74549" y="9683"/>
                </a:cubicBezTo>
                <a:cubicBezTo>
                  <a:pt x="75246" y="8936"/>
                  <a:pt x="75968" y="8165"/>
                  <a:pt x="76715" y="7468"/>
                </a:cubicBezTo>
                <a:cubicBezTo>
                  <a:pt x="77063" y="7343"/>
                  <a:pt x="77436" y="7244"/>
                  <a:pt x="77835" y="7144"/>
                </a:cubicBezTo>
                <a:close/>
                <a:moveTo>
                  <a:pt x="58619" y="10031"/>
                </a:moveTo>
                <a:lnTo>
                  <a:pt x="58619" y="10056"/>
                </a:lnTo>
                <a:lnTo>
                  <a:pt x="58619" y="10081"/>
                </a:lnTo>
                <a:cubicBezTo>
                  <a:pt x="58469" y="10181"/>
                  <a:pt x="58370" y="10181"/>
                  <a:pt x="58320" y="10206"/>
                </a:cubicBezTo>
                <a:cubicBezTo>
                  <a:pt x="58121" y="10280"/>
                  <a:pt x="57922" y="10305"/>
                  <a:pt x="57723" y="10355"/>
                </a:cubicBezTo>
                <a:lnTo>
                  <a:pt x="56603" y="10728"/>
                </a:lnTo>
                <a:cubicBezTo>
                  <a:pt x="56379" y="10803"/>
                  <a:pt x="56204" y="10853"/>
                  <a:pt x="55980" y="10927"/>
                </a:cubicBezTo>
                <a:cubicBezTo>
                  <a:pt x="55607" y="11052"/>
                  <a:pt x="55209" y="11201"/>
                  <a:pt x="54810" y="11351"/>
                </a:cubicBezTo>
                <a:cubicBezTo>
                  <a:pt x="54611" y="11425"/>
                  <a:pt x="54387" y="11525"/>
                  <a:pt x="54213" y="11575"/>
                </a:cubicBezTo>
                <a:cubicBezTo>
                  <a:pt x="53815" y="11724"/>
                  <a:pt x="53392" y="11898"/>
                  <a:pt x="53018" y="12072"/>
                </a:cubicBezTo>
                <a:cubicBezTo>
                  <a:pt x="52844" y="12172"/>
                  <a:pt x="52620" y="12222"/>
                  <a:pt x="52446" y="12321"/>
                </a:cubicBezTo>
                <a:cubicBezTo>
                  <a:pt x="52023" y="12471"/>
                  <a:pt x="51649" y="12670"/>
                  <a:pt x="51251" y="12844"/>
                </a:cubicBezTo>
                <a:cubicBezTo>
                  <a:pt x="51027" y="12944"/>
                  <a:pt x="50853" y="13043"/>
                  <a:pt x="50629" y="13143"/>
                </a:cubicBezTo>
                <a:cubicBezTo>
                  <a:pt x="50255" y="13317"/>
                  <a:pt x="49857" y="13516"/>
                  <a:pt x="49484" y="13690"/>
                </a:cubicBezTo>
                <a:cubicBezTo>
                  <a:pt x="49260" y="13790"/>
                  <a:pt x="49036" y="13914"/>
                  <a:pt x="48837" y="14014"/>
                </a:cubicBezTo>
                <a:cubicBezTo>
                  <a:pt x="48463" y="14188"/>
                  <a:pt x="48040" y="14412"/>
                  <a:pt x="47667" y="14636"/>
                </a:cubicBezTo>
                <a:cubicBezTo>
                  <a:pt x="47468" y="14761"/>
                  <a:pt x="47244" y="14835"/>
                  <a:pt x="47019" y="14960"/>
                </a:cubicBezTo>
                <a:cubicBezTo>
                  <a:pt x="46771" y="15084"/>
                  <a:pt x="46522" y="15258"/>
                  <a:pt x="46273" y="15408"/>
                </a:cubicBezTo>
                <a:cubicBezTo>
                  <a:pt x="46099" y="15507"/>
                  <a:pt x="45924" y="15582"/>
                  <a:pt x="45750" y="15706"/>
                </a:cubicBezTo>
                <a:cubicBezTo>
                  <a:pt x="45551" y="15831"/>
                  <a:pt x="45377" y="15931"/>
                  <a:pt x="45178" y="16030"/>
                </a:cubicBezTo>
                <a:cubicBezTo>
                  <a:pt x="45028" y="16130"/>
                  <a:pt x="44904" y="16204"/>
                  <a:pt x="44754" y="16279"/>
                </a:cubicBezTo>
                <a:cubicBezTo>
                  <a:pt x="44680" y="16304"/>
                  <a:pt x="44630" y="16329"/>
                  <a:pt x="44555" y="16403"/>
                </a:cubicBezTo>
                <a:lnTo>
                  <a:pt x="44530" y="16379"/>
                </a:lnTo>
                <a:cubicBezTo>
                  <a:pt x="44530" y="16379"/>
                  <a:pt x="44505" y="16379"/>
                  <a:pt x="44505" y="16329"/>
                </a:cubicBezTo>
                <a:cubicBezTo>
                  <a:pt x="44555" y="16304"/>
                  <a:pt x="44605" y="16279"/>
                  <a:pt x="44655" y="16254"/>
                </a:cubicBezTo>
                <a:cubicBezTo>
                  <a:pt x="44779" y="16155"/>
                  <a:pt x="44929" y="16080"/>
                  <a:pt x="45053" y="16005"/>
                </a:cubicBezTo>
                <a:cubicBezTo>
                  <a:pt x="45277" y="15881"/>
                  <a:pt x="45476" y="15756"/>
                  <a:pt x="45675" y="15632"/>
                </a:cubicBezTo>
                <a:cubicBezTo>
                  <a:pt x="45850" y="15532"/>
                  <a:pt x="45999" y="15433"/>
                  <a:pt x="46173" y="15333"/>
                </a:cubicBezTo>
                <a:lnTo>
                  <a:pt x="46223" y="15333"/>
                </a:lnTo>
                <a:cubicBezTo>
                  <a:pt x="50454" y="12944"/>
                  <a:pt x="54636" y="11151"/>
                  <a:pt x="58619" y="10031"/>
                </a:cubicBezTo>
                <a:close/>
                <a:moveTo>
                  <a:pt x="43510" y="16030"/>
                </a:moveTo>
                <a:cubicBezTo>
                  <a:pt x="43734" y="16130"/>
                  <a:pt x="43908" y="16254"/>
                  <a:pt x="44107" y="16403"/>
                </a:cubicBezTo>
                <a:cubicBezTo>
                  <a:pt x="44057" y="16403"/>
                  <a:pt x="44057" y="16428"/>
                  <a:pt x="44033" y="16428"/>
                </a:cubicBezTo>
                <a:cubicBezTo>
                  <a:pt x="43933" y="16379"/>
                  <a:pt x="43883" y="16329"/>
                  <a:pt x="43809" y="16279"/>
                </a:cubicBezTo>
                <a:lnTo>
                  <a:pt x="43784" y="16279"/>
                </a:lnTo>
                <a:cubicBezTo>
                  <a:pt x="43659" y="16204"/>
                  <a:pt x="43560" y="16155"/>
                  <a:pt x="43435" y="16055"/>
                </a:cubicBezTo>
                <a:cubicBezTo>
                  <a:pt x="43485" y="16055"/>
                  <a:pt x="43485" y="16030"/>
                  <a:pt x="43510" y="16030"/>
                </a:cubicBezTo>
                <a:close/>
                <a:moveTo>
                  <a:pt x="44281" y="16503"/>
                </a:moveTo>
                <a:cubicBezTo>
                  <a:pt x="44306" y="16503"/>
                  <a:pt x="44306" y="16503"/>
                  <a:pt x="44356" y="16528"/>
                </a:cubicBezTo>
                <a:cubicBezTo>
                  <a:pt x="44306" y="16528"/>
                  <a:pt x="44306" y="16553"/>
                  <a:pt x="44281" y="16553"/>
                </a:cubicBezTo>
                <a:lnTo>
                  <a:pt x="44257" y="16553"/>
                </a:lnTo>
                <a:cubicBezTo>
                  <a:pt x="44257" y="16553"/>
                  <a:pt x="44232" y="16553"/>
                  <a:pt x="44232" y="16528"/>
                </a:cubicBezTo>
                <a:cubicBezTo>
                  <a:pt x="44257" y="16528"/>
                  <a:pt x="44257" y="16503"/>
                  <a:pt x="44281" y="16503"/>
                </a:cubicBezTo>
                <a:close/>
                <a:moveTo>
                  <a:pt x="83385" y="16030"/>
                </a:moveTo>
                <a:cubicBezTo>
                  <a:pt x="83385" y="16055"/>
                  <a:pt x="83435" y="16080"/>
                  <a:pt x="83435" y="16105"/>
                </a:cubicBezTo>
                <a:lnTo>
                  <a:pt x="81842" y="16578"/>
                </a:lnTo>
                <a:cubicBezTo>
                  <a:pt x="81842" y="16553"/>
                  <a:pt x="81817" y="16553"/>
                  <a:pt x="81817" y="16553"/>
                </a:cubicBezTo>
                <a:cubicBezTo>
                  <a:pt x="81842" y="16528"/>
                  <a:pt x="81817" y="16503"/>
                  <a:pt x="81817" y="16503"/>
                </a:cubicBezTo>
                <a:lnTo>
                  <a:pt x="83385" y="16030"/>
                </a:lnTo>
                <a:close/>
                <a:moveTo>
                  <a:pt x="92659" y="14538"/>
                </a:moveTo>
                <a:lnTo>
                  <a:pt x="92659" y="14538"/>
                </a:lnTo>
                <a:cubicBezTo>
                  <a:pt x="92628" y="14542"/>
                  <a:pt x="92567" y="14562"/>
                  <a:pt x="92545" y="14562"/>
                </a:cubicBezTo>
                <a:lnTo>
                  <a:pt x="91599" y="14761"/>
                </a:lnTo>
                <a:cubicBezTo>
                  <a:pt x="91276" y="14835"/>
                  <a:pt x="90903" y="14935"/>
                  <a:pt x="90554" y="15034"/>
                </a:cubicBezTo>
                <a:cubicBezTo>
                  <a:pt x="90280" y="15134"/>
                  <a:pt x="89957" y="15184"/>
                  <a:pt x="89683" y="15283"/>
                </a:cubicBezTo>
                <a:lnTo>
                  <a:pt x="88662" y="15657"/>
                </a:lnTo>
                <a:cubicBezTo>
                  <a:pt x="88364" y="15756"/>
                  <a:pt x="88090" y="15831"/>
                  <a:pt x="87816" y="15955"/>
                </a:cubicBezTo>
                <a:cubicBezTo>
                  <a:pt x="87468" y="16080"/>
                  <a:pt x="87169" y="16254"/>
                  <a:pt x="86845" y="16403"/>
                </a:cubicBezTo>
                <a:cubicBezTo>
                  <a:pt x="86571" y="16528"/>
                  <a:pt x="86248" y="16652"/>
                  <a:pt x="85974" y="16777"/>
                </a:cubicBezTo>
                <a:cubicBezTo>
                  <a:pt x="85675" y="16926"/>
                  <a:pt x="85377" y="17075"/>
                  <a:pt x="85078" y="17250"/>
                </a:cubicBezTo>
                <a:cubicBezTo>
                  <a:pt x="84879" y="17324"/>
                  <a:pt x="84680" y="17449"/>
                  <a:pt x="84481" y="17548"/>
                </a:cubicBezTo>
                <a:lnTo>
                  <a:pt x="83933" y="16155"/>
                </a:lnTo>
                <a:cubicBezTo>
                  <a:pt x="86966" y="15309"/>
                  <a:pt x="89899" y="14787"/>
                  <a:pt x="92659" y="14538"/>
                </a:cubicBezTo>
                <a:close/>
                <a:moveTo>
                  <a:pt x="83734" y="16179"/>
                </a:moveTo>
                <a:cubicBezTo>
                  <a:pt x="83958" y="16677"/>
                  <a:pt x="84132" y="17175"/>
                  <a:pt x="84306" y="17648"/>
                </a:cubicBezTo>
                <a:cubicBezTo>
                  <a:pt x="84257" y="17648"/>
                  <a:pt x="84257" y="17673"/>
                  <a:pt x="84232" y="17673"/>
                </a:cubicBezTo>
                <a:cubicBezTo>
                  <a:pt x="84057" y="17175"/>
                  <a:pt x="83858" y="16677"/>
                  <a:pt x="83684" y="16204"/>
                </a:cubicBezTo>
                <a:cubicBezTo>
                  <a:pt x="83709" y="16204"/>
                  <a:pt x="83709" y="16204"/>
                  <a:pt x="83734" y="16179"/>
                </a:cubicBezTo>
                <a:close/>
                <a:moveTo>
                  <a:pt x="111549" y="16427"/>
                </a:moveTo>
                <a:cubicBezTo>
                  <a:pt x="111605" y="16527"/>
                  <a:pt x="111662" y="16627"/>
                  <a:pt x="111711" y="16727"/>
                </a:cubicBezTo>
                <a:cubicBezTo>
                  <a:pt x="111836" y="17026"/>
                  <a:pt x="111960" y="17324"/>
                  <a:pt x="112060" y="17648"/>
                </a:cubicBezTo>
                <a:cubicBezTo>
                  <a:pt x="112075" y="17699"/>
                  <a:pt x="112092" y="17750"/>
                  <a:pt x="112111" y="17802"/>
                </a:cubicBezTo>
                <a:lnTo>
                  <a:pt x="112111" y="17802"/>
                </a:lnTo>
                <a:cubicBezTo>
                  <a:pt x="112061" y="17678"/>
                  <a:pt x="112008" y="17554"/>
                  <a:pt x="111960" y="17424"/>
                </a:cubicBezTo>
                <a:cubicBezTo>
                  <a:pt x="111836" y="17150"/>
                  <a:pt x="111736" y="16827"/>
                  <a:pt x="111612" y="16553"/>
                </a:cubicBezTo>
                <a:cubicBezTo>
                  <a:pt x="111591" y="16511"/>
                  <a:pt x="111570" y="16469"/>
                  <a:pt x="111549" y="16427"/>
                </a:cubicBezTo>
                <a:close/>
                <a:moveTo>
                  <a:pt x="109646" y="17573"/>
                </a:moveTo>
                <a:cubicBezTo>
                  <a:pt x="109769" y="17644"/>
                  <a:pt x="109892" y="17727"/>
                  <a:pt x="110006" y="17813"/>
                </a:cubicBezTo>
                <a:lnTo>
                  <a:pt x="110006" y="17813"/>
                </a:lnTo>
                <a:cubicBezTo>
                  <a:pt x="109889" y="17731"/>
                  <a:pt x="109769" y="17650"/>
                  <a:pt x="109646" y="17573"/>
                </a:cubicBezTo>
                <a:close/>
                <a:moveTo>
                  <a:pt x="87278" y="16426"/>
                </a:moveTo>
                <a:cubicBezTo>
                  <a:pt x="87156" y="16486"/>
                  <a:pt x="87038" y="16552"/>
                  <a:pt x="86920" y="16627"/>
                </a:cubicBezTo>
                <a:cubicBezTo>
                  <a:pt x="86596" y="16777"/>
                  <a:pt x="86298" y="16901"/>
                  <a:pt x="85974" y="17051"/>
                </a:cubicBezTo>
                <a:cubicBezTo>
                  <a:pt x="85700" y="17175"/>
                  <a:pt x="85451" y="17324"/>
                  <a:pt x="85178" y="17499"/>
                </a:cubicBezTo>
                <a:cubicBezTo>
                  <a:pt x="84954" y="17623"/>
                  <a:pt x="84730" y="17698"/>
                  <a:pt x="84555" y="17822"/>
                </a:cubicBezTo>
                <a:lnTo>
                  <a:pt x="84555" y="17797"/>
                </a:lnTo>
                <a:lnTo>
                  <a:pt x="84555" y="17772"/>
                </a:lnTo>
                <a:cubicBezTo>
                  <a:pt x="84730" y="17673"/>
                  <a:pt x="84879" y="17573"/>
                  <a:pt x="85078" y="17499"/>
                </a:cubicBezTo>
                <a:cubicBezTo>
                  <a:pt x="85377" y="17324"/>
                  <a:pt x="85700" y="17150"/>
                  <a:pt x="85999" y="17001"/>
                </a:cubicBezTo>
                <a:cubicBezTo>
                  <a:pt x="86248" y="16876"/>
                  <a:pt x="86547" y="16752"/>
                  <a:pt x="86795" y="16652"/>
                </a:cubicBezTo>
                <a:cubicBezTo>
                  <a:pt x="86951" y="16581"/>
                  <a:pt x="87112" y="16503"/>
                  <a:pt x="87278" y="16426"/>
                </a:cubicBezTo>
                <a:close/>
                <a:moveTo>
                  <a:pt x="84356" y="17872"/>
                </a:moveTo>
                <a:lnTo>
                  <a:pt x="84356" y="17897"/>
                </a:lnTo>
                <a:lnTo>
                  <a:pt x="84356" y="17922"/>
                </a:lnTo>
                <a:cubicBezTo>
                  <a:pt x="84331" y="17922"/>
                  <a:pt x="84331" y="17947"/>
                  <a:pt x="84306" y="17947"/>
                </a:cubicBezTo>
                <a:lnTo>
                  <a:pt x="84306" y="17922"/>
                </a:lnTo>
                <a:lnTo>
                  <a:pt x="84306" y="17897"/>
                </a:lnTo>
                <a:cubicBezTo>
                  <a:pt x="84331" y="17872"/>
                  <a:pt x="84331" y="17872"/>
                  <a:pt x="84356" y="17872"/>
                </a:cubicBezTo>
                <a:close/>
                <a:moveTo>
                  <a:pt x="40772" y="15209"/>
                </a:moveTo>
                <a:cubicBezTo>
                  <a:pt x="40946" y="15209"/>
                  <a:pt x="41170" y="15258"/>
                  <a:pt x="41394" y="15308"/>
                </a:cubicBezTo>
                <a:lnTo>
                  <a:pt x="41419" y="15308"/>
                </a:lnTo>
                <a:cubicBezTo>
                  <a:pt x="41643" y="15383"/>
                  <a:pt x="41892" y="15433"/>
                  <a:pt x="42141" y="15557"/>
                </a:cubicBezTo>
                <a:cubicBezTo>
                  <a:pt x="42390" y="15657"/>
                  <a:pt x="42639" y="15781"/>
                  <a:pt x="42888" y="15931"/>
                </a:cubicBezTo>
                <a:cubicBezTo>
                  <a:pt x="41743" y="16727"/>
                  <a:pt x="40622" y="17573"/>
                  <a:pt x="39527" y="18445"/>
                </a:cubicBezTo>
                <a:cubicBezTo>
                  <a:pt x="39502" y="18370"/>
                  <a:pt x="39502" y="18270"/>
                  <a:pt x="39502" y="18171"/>
                </a:cubicBezTo>
                <a:cubicBezTo>
                  <a:pt x="39502" y="18071"/>
                  <a:pt x="39453" y="17972"/>
                  <a:pt x="39453" y="17897"/>
                </a:cubicBezTo>
                <a:cubicBezTo>
                  <a:pt x="39453" y="17797"/>
                  <a:pt x="39428" y="17698"/>
                  <a:pt x="39428" y="17598"/>
                </a:cubicBezTo>
                <a:lnTo>
                  <a:pt x="39428" y="17399"/>
                </a:lnTo>
                <a:lnTo>
                  <a:pt x="39428" y="17100"/>
                </a:lnTo>
                <a:lnTo>
                  <a:pt x="39428" y="16926"/>
                </a:lnTo>
                <a:cubicBezTo>
                  <a:pt x="39428" y="16827"/>
                  <a:pt x="39428" y="16777"/>
                  <a:pt x="39453" y="16677"/>
                </a:cubicBezTo>
                <a:cubicBezTo>
                  <a:pt x="39453" y="16603"/>
                  <a:pt x="39502" y="16553"/>
                  <a:pt x="39502" y="16478"/>
                </a:cubicBezTo>
                <a:cubicBezTo>
                  <a:pt x="39453" y="16428"/>
                  <a:pt x="39502" y="16329"/>
                  <a:pt x="39502" y="16279"/>
                </a:cubicBezTo>
                <a:cubicBezTo>
                  <a:pt x="39527" y="16204"/>
                  <a:pt x="39527" y="16155"/>
                  <a:pt x="39552" y="16080"/>
                </a:cubicBezTo>
                <a:cubicBezTo>
                  <a:pt x="39577" y="16030"/>
                  <a:pt x="39577" y="16005"/>
                  <a:pt x="39602" y="15931"/>
                </a:cubicBezTo>
                <a:cubicBezTo>
                  <a:pt x="39652" y="15831"/>
                  <a:pt x="39701" y="15756"/>
                  <a:pt x="39776" y="15657"/>
                </a:cubicBezTo>
                <a:lnTo>
                  <a:pt x="39901" y="15532"/>
                </a:lnTo>
                <a:cubicBezTo>
                  <a:pt x="40000" y="15458"/>
                  <a:pt x="40075" y="15408"/>
                  <a:pt x="40150" y="15333"/>
                </a:cubicBezTo>
                <a:cubicBezTo>
                  <a:pt x="40324" y="15258"/>
                  <a:pt x="40523" y="15209"/>
                  <a:pt x="40772" y="15209"/>
                </a:cubicBezTo>
                <a:close/>
                <a:moveTo>
                  <a:pt x="39428" y="15906"/>
                </a:moveTo>
                <a:cubicBezTo>
                  <a:pt x="39403" y="15931"/>
                  <a:pt x="39403" y="16005"/>
                  <a:pt x="39403" y="16030"/>
                </a:cubicBezTo>
                <a:cubicBezTo>
                  <a:pt x="39378" y="16080"/>
                  <a:pt x="39328" y="16155"/>
                  <a:pt x="39328" y="16204"/>
                </a:cubicBezTo>
                <a:cubicBezTo>
                  <a:pt x="39303" y="16279"/>
                  <a:pt x="39303" y="16379"/>
                  <a:pt x="39303" y="16428"/>
                </a:cubicBezTo>
                <a:cubicBezTo>
                  <a:pt x="39303" y="16503"/>
                  <a:pt x="39278" y="16553"/>
                  <a:pt x="39278" y="16627"/>
                </a:cubicBezTo>
                <a:cubicBezTo>
                  <a:pt x="39278" y="16702"/>
                  <a:pt x="39278" y="16802"/>
                  <a:pt x="39253" y="16876"/>
                </a:cubicBezTo>
                <a:lnTo>
                  <a:pt x="39253" y="17075"/>
                </a:lnTo>
                <a:lnTo>
                  <a:pt x="39253" y="17374"/>
                </a:lnTo>
                <a:lnTo>
                  <a:pt x="39253" y="17623"/>
                </a:lnTo>
                <a:cubicBezTo>
                  <a:pt x="39253" y="17698"/>
                  <a:pt x="39278" y="17822"/>
                  <a:pt x="39278" y="17922"/>
                </a:cubicBezTo>
                <a:cubicBezTo>
                  <a:pt x="39278" y="18021"/>
                  <a:pt x="39303" y="18121"/>
                  <a:pt x="39303" y="18196"/>
                </a:cubicBezTo>
                <a:cubicBezTo>
                  <a:pt x="39303" y="18295"/>
                  <a:pt x="39328" y="18420"/>
                  <a:pt x="39378" y="18544"/>
                </a:cubicBezTo>
                <a:lnTo>
                  <a:pt x="39378" y="18569"/>
                </a:lnTo>
                <a:cubicBezTo>
                  <a:pt x="39328" y="18569"/>
                  <a:pt x="39328" y="18594"/>
                  <a:pt x="39303" y="18594"/>
                </a:cubicBezTo>
                <a:lnTo>
                  <a:pt x="39303" y="18519"/>
                </a:lnTo>
                <a:cubicBezTo>
                  <a:pt x="39278" y="18420"/>
                  <a:pt x="39278" y="18295"/>
                  <a:pt x="39253" y="18196"/>
                </a:cubicBezTo>
                <a:cubicBezTo>
                  <a:pt x="39253" y="18121"/>
                  <a:pt x="39204" y="18021"/>
                  <a:pt x="39204" y="17922"/>
                </a:cubicBezTo>
                <a:cubicBezTo>
                  <a:pt x="39204" y="17822"/>
                  <a:pt x="39179" y="17698"/>
                  <a:pt x="39179" y="17598"/>
                </a:cubicBezTo>
                <a:lnTo>
                  <a:pt x="39179" y="17399"/>
                </a:lnTo>
                <a:lnTo>
                  <a:pt x="39179" y="17075"/>
                </a:lnTo>
                <a:lnTo>
                  <a:pt x="39179" y="16851"/>
                </a:lnTo>
                <a:cubicBezTo>
                  <a:pt x="39179" y="16777"/>
                  <a:pt x="39179" y="16677"/>
                  <a:pt x="39204" y="16578"/>
                </a:cubicBezTo>
                <a:cubicBezTo>
                  <a:pt x="39204" y="16528"/>
                  <a:pt x="39253" y="16453"/>
                  <a:pt x="39253" y="16403"/>
                </a:cubicBezTo>
                <a:cubicBezTo>
                  <a:pt x="39253" y="16329"/>
                  <a:pt x="39278" y="16229"/>
                  <a:pt x="39278" y="16179"/>
                </a:cubicBezTo>
                <a:cubicBezTo>
                  <a:pt x="39278" y="16130"/>
                  <a:pt x="39303" y="16055"/>
                  <a:pt x="39328" y="16005"/>
                </a:cubicBezTo>
                <a:lnTo>
                  <a:pt x="39428" y="15906"/>
                </a:lnTo>
                <a:close/>
                <a:moveTo>
                  <a:pt x="43062" y="16030"/>
                </a:moveTo>
                <a:cubicBezTo>
                  <a:pt x="43112" y="16030"/>
                  <a:pt x="43112" y="16055"/>
                  <a:pt x="43136" y="16055"/>
                </a:cubicBezTo>
                <a:cubicBezTo>
                  <a:pt x="41917" y="16926"/>
                  <a:pt x="40747" y="17797"/>
                  <a:pt x="39577" y="18693"/>
                </a:cubicBezTo>
                <a:lnTo>
                  <a:pt x="39577" y="18644"/>
                </a:lnTo>
                <a:cubicBezTo>
                  <a:pt x="40697" y="17772"/>
                  <a:pt x="41892" y="16901"/>
                  <a:pt x="43062" y="16030"/>
                </a:cubicBezTo>
                <a:close/>
                <a:moveTo>
                  <a:pt x="83585" y="16279"/>
                </a:moveTo>
                <a:cubicBezTo>
                  <a:pt x="83709" y="16777"/>
                  <a:pt x="83883" y="17275"/>
                  <a:pt x="84082" y="17797"/>
                </a:cubicBezTo>
                <a:cubicBezTo>
                  <a:pt x="83833" y="17947"/>
                  <a:pt x="83609" y="18121"/>
                  <a:pt x="83361" y="18270"/>
                </a:cubicBezTo>
                <a:cubicBezTo>
                  <a:pt x="83112" y="18420"/>
                  <a:pt x="82863" y="18569"/>
                  <a:pt x="82639" y="18743"/>
                </a:cubicBezTo>
                <a:cubicBezTo>
                  <a:pt x="82614" y="18644"/>
                  <a:pt x="82589" y="18569"/>
                  <a:pt x="82589" y="18494"/>
                </a:cubicBezTo>
                <a:cubicBezTo>
                  <a:pt x="82514" y="18295"/>
                  <a:pt x="82464" y="18121"/>
                  <a:pt x="82440" y="17947"/>
                </a:cubicBezTo>
                <a:lnTo>
                  <a:pt x="82440" y="17922"/>
                </a:lnTo>
                <a:cubicBezTo>
                  <a:pt x="82440" y="17897"/>
                  <a:pt x="82390" y="17822"/>
                  <a:pt x="82390" y="17797"/>
                </a:cubicBezTo>
                <a:cubicBezTo>
                  <a:pt x="82365" y="17698"/>
                  <a:pt x="82340" y="17648"/>
                  <a:pt x="82290" y="17548"/>
                </a:cubicBezTo>
                <a:lnTo>
                  <a:pt x="82116" y="17075"/>
                </a:lnTo>
                <a:cubicBezTo>
                  <a:pt x="82091" y="16951"/>
                  <a:pt x="82016" y="16876"/>
                  <a:pt x="81991" y="16752"/>
                </a:cubicBezTo>
                <a:lnTo>
                  <a:pt x="83585" y="16279"/>
                </a:lnTo>
                <a:close/>
                <a:moveTo>
                  <a:pt x="79229" y="13342"/>
                </a:moveTo>
                <a:cubicBezTo>
                  <a:pt x="79253" y="13417"/>
                  <a:pt x="79303" y="13441"/>
                  <a:pt x="79353" y="13516"/>
                </a:cubicBezTo>
                <a:cubicBezTo>
                  <a:pt x="79602" y="13790"/>
                  <a:pt x="79851" y="14089"/>
                  <a:pt x="80100" y="14412"/>
                </a:cubicBezTo>
                <a:cubicBezTo>
                  <a:pt x="80150" y="14462"/>
                  <a:pt x="80174" y="14537"/>
                  <a:pt x="80249" y="14636"/>
                </a:cubicBezTo>
                <a:cubicBezTo>
                  <a:pt x="80523" y="15010"/>
                  <a:pt x="80772" y="15408"/>
                  <a:pt x="80996" y="15806"/>
                </a:cubicBezTo>
                <a:cubicBezTo>
                  <a:pt x="81046" y="15906"/>
                  <a:pt x="81095" y="16005"/>
                  <a:pt x="81145" y="16130"/>
                </a:cubicBezTo>
                <a:cubicBezTo>
                  <a:pt x="81220" y="16254"/>
                  <a:pt x="81245" y="16329"/>
                  <a:pt x="81295" y="16453"/>
                </a:cubicBezTo>
                <a:cubicBezTo>
                  <a:pt x="79229" y="17125"/>
                  <a:pt x="77138" y="17897"/>
                  <a:pt x="75022" y="18768"/>
                </a:cubicBezTo>
                <a:cubicBezTo>
                  <a:pt x="75221" y="18420"/>
                  <a:pt x="75420" y="18071"/>
                  <a:pt x="75644" y="17748"/>
                </a:cubicBezTo>
                <a:cubicBezTo>
                  <a:pt x="75719" y="17648"/>
                  <a:pt x="75744" y="17573"/>
                  <a:pt x="75794" y="17499"/>
                </a:cubicBezTo>
                <a:cubicBezTo>
                  <a:pt x="76092" y="17051"/>
                  <a:pt x="76391" y="16627"/>
                  <a:pt x="76715" y="16204"/>
                </a:cubicBezTo>
                <a:cubicBezTo>
                  <a:pt x="76764" y="16130"/>
                  <a:pt x="76814" y="16055"/>
                  <a:pt x="76889" y="15955"/>
                </a:cubicBezTo>
                <a:cubicBezTo>
                  <a:pt x="77212" y="15532"/>
                  <a:pt x="77536" y="15134"/>
                  <a:pt x="77909" y="14711"/>
                </a:cubicBezTo>
                <a:lnTo>
                  <a:pt x="78034" y="14586"/>
                </a:lnTo>
                <a:cubicBezTo>
                  <a:pt x="78382" y="14213"/>
                  <a:pt x="78756" y="13815"/>
                  <a:pt x="79104" y="13466"/>
                </a:cubicBezTo>
                <a:lnTo>
                  <a:pt x="79229" y="13342"/>
                </a:lnTo>
                <a:close/>
                <a:moveTo>
                  <a:pt x="39403" y="18818"/>
                </a:moveTo>
                <a:lnTo>
                  <a:pt x="39403" y="18893"/>
                </a:lnTo>
                <a:cubicBezTo>
                  <a:pt x="39403" y="18893"/>
                  <a:pt x="39378" y="18893"/>
                  <a:pt x="39328" y="18917"/>
                </a:cubicBezTo>
                <a:lnTo>
                  <a:pt x="39328" y="18843"/>
                </a:lnTo>
                <a:cubicBezTo>
                  <a:pt x="39378" y="18843"/>
                  <a:pt x="39378" y="18818"/>
                  <a:pt x="39403" y="18818"/>
                </a:cubicBezTo>
                <a:close/>
                <a:moveTo>
                  <a:pt x="84132" y="17972"/>
                </a:moveTo>
                <a:lnTo>
                  <a:pt x="84132" y="18021"/>
                </a:lnTo>
                <a:lnTo>
                  <a:pt x="84132" y="18046"/>
                </a:lnTo>
                <a:cubicBezTo>
                  <a:pt x="83933" y="18171"/>
                  <a:pt x="83684" y="18320"/>
                  <a:pt x="83460" y="18494"/>
                </a:cubicBezTo>
                <a:cubicBezTo>
                  <a:pt x="83211" y="18644"/>
                  <a:pt x="82962" y="18793"/>
                  <a:pt x="82713" y="18992"/>
                </a:cubicBezTo>
                <a:lnTo>
                  <a:pt x="82688" y="18917"/>
                </a:lnTo>
                <a:cubicBezTo>
                  <a:pt x="82888" y="18768"/>
                  <a:pt x="83136" y="18594"/>
                  <a:pt x="83361" y="18469"/>
                </a:cubicBezTo>
                <a:cubicBezTo>
                  <a:pt x="83609" y="18320"/>
                  <a:pt x="83858" y="18146"/>
                  <a:pt x="84132" y="17972"/>
                </a:cubicBezTo>
                <a:close/>
                <a:moveTo>
                  <a:pt x="81369" y="16627"/>
                </a:moveTo>
                <a:cubicBezTo>
                  <a:pt x="81369" y="16652"/>
                  <a:pt x="81394" y="16677"/>
                  <a:pt x="81394" y="16702"/>
                </a:cubicBezTo>
                <a:cubicBezTo>
                  <a:pt x="79253" y="17399"/>
                  <a:pt x="77013" y="18196"/>
                  <a:pt x="74773" y="19166"/>
                </a:cubicBezTo>
                <a:cubicBezTo>
                  <a:pt x="74798" y="19117"/>
                  <a:pt x="74848" y="19067"/>
                  <a:pt x="74848" y="19042"/>
                </a:cubicBezTo>
                <a:cubicBezTo>
                  <a:pt x="77038" y="18121"/>
                  <a:pt x="79229" y="17300"/>
                  <a:pt x="81369" y="16627"/>
                </a:cubicBezTo>
                <a:close/>
                <a:moveTo>
                  <a:pt x="43286" y="16155"/>
                </a:moveTo>
                <a:lnTo>
                  <a:pt x="43858" y="16528"/>
                </a:lnTo>
                <a:cubicBezTo>
                  <a:pt x="43784" y="16578"/>
                  <a:pt x="43734" y="16652"/>
                  <a:pt x="43634" y="16677"/>
                </a:cubicBezTo>
                <a:cubicBezTo>
                  <a:pt x="43136" y="17001"/>
                  <a:pt x="42664" y="17300"/>
                  <a:pt x="42166" y="17623"/>
                </a:cubicBezTo>
                <a:cubicBezTo>
                  <a:pt x="41991" y="17748"/>
                  <a:pt x="41792" y="17872"/>
                  <a:pt x="41568" y="17996"/>
                </a:cubicBezTo>
                <a:lnTo>
                  <a:pt x="40747" y="18544"/>
                </a:lnTo>
                <a:cubicBezTo>
                  <a:pt x="40523" y="18693"/>
                  <a:pt x="40324" y="18818"/>
                  <a:pt x="40125" y="18942"/>
                </a:cubicBezTo>
                <a:cubicBezTo>
                  <a:pt x="39950" y="19042"/>
                  <a:pt x="39801" y="19166"/>
                  <a:pt x="39652" y="19266"/>
                </a:cubicBezTo>
                <a:cubicBezTo>
                  <a:pt x="39652" y="19191"/>
                  <a:pt x="39627" y="19141"/>
                  <a:pt x="39627" y="19067"/>
                </a:cubicBezTo>
                <a:cubicBezTo>
                  <a:pt x="39627" y="19017"/>
                  <a:pt x="39577" y="18942"/>
                  <a:pt x="39577" y="18917"/>
                </a:cubicBezTo>
                <a:cubicBezTo>
                  <a:pt x="40797" y="17996"/>
                  <a:pt x="42016" y="17051"/>
                  <a:pt x="43286" y="16155"/>
                </a:cubicBezTo>
                <a:close/>
                <a:moveTo>
                  <a:pt x="39428" y="19117"/>
                </a:moveTo>
                <a:cubicBezTo>
                  <a:pt x="39428" y="19166"/>
                  <a:pt x="39453" y="19191"/>
                  <a:pt x="39453" y="19266"/>
                </a:cubicBezTo>
                <a:cubicBezTo>
                  <a:pt x="39453" y="19316"/>
                  <a:pt x="39502" y="19390"/>
                  <a:pt x="39502" y="19440"/>
                </a:cubicBezTo>
                <a:lnTo>
                  <a:pt x="39453" y="19440"/>
                </a:lnTo>
                <a:cubicBezTo>
                  <a:pt x="39428" y="19365"/>
                  <a:pt x="39428" y="19266"/>
                  <a:pt x="39403" y="19191"/>
                </a:cubicBezTo>
                <a:cubicBezTo>
                  <a:pt x="39403" y="19166"/>
                  <a:pt x="39403" y="19166"/>
                  <a:pt x="39378" y="19141"/>
                </a:cubicBezTo>
                <a:cubicBezTo>
                  <a:pt x="39403" y="19141"/>
                  <a:pt x="39403" y="19117"/>
                  <a:pt x="39428" y="19117"/>
                </a:cubicBezTo>
                <a:close/>
                <a:moveTo>
                  <a:pt x="101456" y="7094"/>
                </a:moveTo>
                <a:lnTo>
                  <a:pt x="101456" y="7094"/>
                </a:lnTo>
                <a:cubicBezTo>
                  <a:pt x="101631" y="7144"/>
                  <a:pt x="101805" y="7219"/>
                  <a:pt x="101954" y="7268"/>
                </a:cubicBezTo>
                <a:cubicBezTo>
                  <a:pt x="102303" y="7443"/>
                  <a:pt x="102651" y="7617"/>
                  <a:pt x="103000" y="7766"/>
                </a:cubicBezTo>
                <a:cubicBezTo>
                  <a:pt x="103149" y="7866"/>
                  <a:pt x="103323" y="7941"/>
                  <a:pt x="103497" y="8015"/>
                </a:cubicBezTo>
                <a:cubicBezTo>
                  <a:pt x="103846" y="8214"/>
                  <a:pt x="104145" y="8389"/>
                  <a:pt x="104468" y="8588"/>
                </a:cubicBezTo>
                <a:cubicBezTo>
                  <a:pt x="104618" y="8687"/>
                  <a:pt x="104767" y="8762"/>
                  <a:pt x="104916" y="8886"/>
                </a:cubicBezTo>
                <a:cubicBezTo>
                  <a:pt x="105240" y="9085"/>
                  <a:pt x="105514" y="9310"/>
                  <a:pt x="105787" y="9509"/>
                </a:cubicBezTo>
                <a:cubicBezTo>
                  <a:pt x="105912" y="9708"/>
                  <a:pt x="106111" y="9832"/>
                  <a:pt x="106235" y="9957"/>
                </a:cubicBezTo>
                <a:cubicBezTo>
                  <a:pt x="106509" y="10181"/>
                  <a:pt x="106758" y="10405"/>
                  <a:pt x="107007" y="10654"/>
                </a:cubicBezTo>
                <a:cubicBezTo>
                  <a:pt x="107156" y="10778"/>
                  <a:pt x="107331" y="10927"/>
                  <a:pt x="107480" y="11052"/>
                </a:cubicBezTo>
                <a:cubicBezTo>
                  <a:pt x="107729" y="11276"/>
                  <a:pt x="107953" y="11525"/>
                  <a:pt x="108152" y="11749"/>
                </a:cubicBezTo>
                <a:cubicBezTo>
                  <a:pt x="108277" y="11873"/>
                  <a:pt x="108376" y="11998"/>
                  <a:pt x="108501" y="12147"/>
                </a:cubicBezTo>
                <a:cubicBezTo>
                  <a:pt x="108525" y="12172"/>
                  <a:pt x="108575" y="12222"/>
                  <a:pt x="108625" y="12272"/>
                </a:cubicBezTo>
                <a:cubicBezTo>
                  <a:pt x="108849" y="12496"/>
                  <a:pt x="109023" y="12769"/>
                  <a:pt x="109222" y="12993"/>
                </a:cubicBezTo>
                <a:cubicBezTo>
                  <a:pt x="109372" y="13193"/>
                  <a:pt x="109496" y="13392"/>
                  <a:pt x="109646" y="13566"/>
                </a:cubicBezTo>
                <a:cubicBezTo>
                  <a:pt x="109845" y="13815"/>
                  <a:pt x="109994" y="14064"/>
                  <a:pt x="110143" y="14337"/>
                </a:cubicBezTo>
                <a:cubicBezTo>
                  <a:pt x="110268" y="14562"/>
                  <a:pt x="110442" y="14786"/>
                  <a:pt x="110567" y="14985"/>
                </a:cubicBezTo>
                <a:cubicBezTo>
                  <a:pt x="110716" y="15234"/>
                  <a:pt x="110840" y="15532"/>
                  <a:pt x="110990" y="15781"/>
                </a:cubicBezTo>
                <a:lnTo>
                  <a:pt x="111363" y="16528"/>
                </a:lnTo>
                <a:cubicBezTo>
                  <a:pt x="111487" y="16802"/>
                  <a:pt x="111612" y="17051"/>
                  <a:pt x="111711" y="17324"/>
                </a:cubicBezTo>
                <a:cubicBezTo>
                  <a:pt x="111836" y="17598"/>
                  <a:pt x="111936" y="17847"/>
                  <a:pt x="112010" y="18146"/>
                </a:cubicBezTo>
                <a:lnTo>
                  <a:pt x="112309" y="18967"/>
                </a:lnTo>
                <a:cubicBezTo>
                  <a:pt x="112359" y="19141"/>
                  <a:pt x="112384" y="19291"/>
                  <a:pt x="112458" y="19440"/>
                </a:cubicBezTo>
                <a:lnTo>
                  <a:pt x="112408" y="19415"/>
                </a:lnTo>
                <a:cubicBezTo>
                  <a:pt x="112309" y="19291"/>
                  <a:pt x="112160" y="19191"/>
                  <a:pt x="112035" y="19067"/>
                </a:cubicBezTo>
                <a:cubicBezTo>
                  <a:pt x="111936" y="18992"/>
                  <a:pt x="111836" y="18843"/>
                  <a:pt x="111711" y="18768"/>
                </a:cubicBezTo>
                <a:cubicBezTo>
                  <a:pt x="111537" y="18644"/>
                  <a:pt x="111413" y="18544"/>
                  <a:pt x="111263" y="18420"/>
                </a:cubicBezTo>
                <a:cubicBezTo>
                  <a:pt x="111139" y="18320"/>
                  <a:pt x="111064" y="18245"/>
                  <a:pt x="110915" y="18171"/>
                </a:cubicBezTo>
                <a:cubicBezTo>
                  <a:pt x="110766" y="18046"/>
                  <a:pt x="110591" y="17922"/>
                  <a:pt x="110417" y="17822"/>
                </a:cubicBezTo>
                <a:lnTo>
                  <a:pt x="110143" y="17648"/>
                </a:lnTo>
                <a:lnTo>
                  <a:pt x="109596" y="17275"/>
                </a:lnTo>
                <a:cubicBezTo>
                  <a:pt x="109496" y="17200"/>
                  <a:pt x="109422" y="17175"/>
                  <a:pt x="109347" y="17125"/>
                </a:cubicBezTo>
                <a:cubicBezTo>
                  <a:pt x="109123" y="17001"/>
                  <a:pt x="108899" y="16876"/>
                  <a:pt x="108725" y="16752"/>
                </a:cubicBezTo>
                <a:cubicBezTo>
                  <a:pt x="108650" y="16702"/>
                  <a:pt x="108600" y="16677"/>
                  <a:pt x="108501" y="16627"/>
                </a:cubicBezTo>
                <a:cubicBezTo>
                  <a:pt x="108277" y="16503"/>
                  <a:pt x="108028" y="16379"/>
                  <a:pt x="107804" y="16279"/>
                </a:cubicBezTo>
                <a:lnTo>
                  <a:pt x="107629" y="16179"/>
                </a:lnTo>
                <a:cubicBezTo>
                  <a:pt x="107380" y="16055"/>
                  <a:pt x="107132" y="15955"/>
                  <a:pt x="106883" y="15831"/>
                </a:cubicBezTo>
                <a:cubicBezTo>
                  <a:pt x="106808" y="15806"/>
                  <a:pt x="106783" y="15806"/>
                  <a:pt x="106733" y="15781"/>
                </a:cubicBezTo>
                <a:cubicBezTo>
                  <a:pt x="106484" y="15657"/>
                  <a:pt x="106186" y="15557"/>
                  <a:pt x="105912" y="15458"/>
                </a:cubicBezTo>
                <a:cubicBezTo>
                  <a:pt x="105862" y="15433"/>
                  <a:pt x="105812" y="15433"/>
                  <a:pt x="105763" y="15408"/>
                </a:cubicBezTo>
                <a:cubicBezTo>
                  <a:pt x="105688" y="15383"/>
                  <a:pt x="105638" y="15333"/>
                  <a:pt x="105563" y="15333"/>
                </a:cubicBezTo>
                <a:cubicBezTo>
                  <a:pt x="104866" y="12272"/>
                  <a:pt x="103497" y="9434"/>
                  <a:pt x="101456" y="7094"/>
                </a:cubicBezTo>
                <a:close/>
                <a:moveTo>
                  <a:pt x="44057" y="16652"/>
                </a:moveTo>
                <a:cubicBezTo>
                  <a:pt x="44033" y="16702"/>
                  <a:pt x="43983" y="16727"/>
                  <a:pt x="43908" y="16802"/>
                </a:cubicBezTo>
                <a:cubicBezTo>
                  <a:pt x="43734" y="16926"/>
                  <a:pt x="43510" y="17051"/>
                  <a:pt x="43311" y="17175"/>
                </a:cubicBezTo>
                <a:lnTo>
                  <a:pt x="42290" y="17822"/>
                </a:lnTo>
                <a:cubicBezTo>
                  <a:pt x="42116" y="17947"/>
                  <a:pt x="41917" y="18046"/>
                  <a:pt x="41767" y="18171"/>
                </a:cubicBezTo>
                <a:lnTo>
                  <a:pt x="41494" y="18345"/>
                </a:lnTo>
                <a:cubicBezTo>
                  <a:pt x="41120" y="18594"/>
                  <a:pt x="40697" y="18893"/>
                  <a:pt x="40324" y="19166"/>
                </a:cubicBezTo>
                <a:cubicBezTo>
                  <a:pt x="40150" y="19291"/>
                  <a:pt x="39950" y="19415"/>
                  <a:pt x="39801" y="19540"/>
                </a:cubicBezTo>
                <a:lnTo>
                  <a:pt x="39801" y="19515"/>
                </a:lnTo>
                <a:lnTo>
                  <a:pt x="39801" y="19465"/>
                </a:lnTo>
                <a:cubicBezTo>
                  <a:pt x="39901" y="19415"/>
                  <a:pt x="40025" y="19316"/>
                  <a:pt x="40125" y="19266"/>
                </a:cubicBezTo>
                <a:cubicBezTo>
                  <a:pt x="40672" y="18893"/>
                  <a:pt x="41195" y="18519"/>
                  <a:pt x="41767" y="18146"/>
                </a:cubicBezTo>
                <a:lnTo>
                  <a:pt x="42315" y="17772"/>
                </a:lnTo>
                <a:cubicBezTo>
                  <a:pt x="42863" y="17424"/>
                  <a:pt x="43360" y="17075"/>
                  <a:pt x="43883" y="16777"/>
                </a:cubicBezTo>
                <a:cubicBezTo>
                  <a:pt x="43908" y="16727"/>
                  <a:pt x="43983" y="16677"/>
                  <a:pt x="44057" y="16652"/>
                </a:cubicBezTo>
                <a:close/>
                <a:moveTo>
                  <a:pt x="39552" y="19614"/>
                </a:moveTo>
                <a:lnTo>
                  <a:pt x="39577" y="19639"/>
                </a:lnTo>
                <a:lnTo>
                  <a:pt x="39577" y="19664"/>
                </a:lnTo>
                <a:lnTo>
                  <a:pt x="39552" y="19689"/>
                </a:lnTo>
                <a:lnTo>
                  <a:pt x="39552" y="19664"/>
                </a:lnTo>
                <a:lnTo>
                  <a:pt x="39552" y="19639"/>
                </a:lnTo>
                <a:cubicBezTo>
                  <a:pt x="39527" y="19639"/>
                  <a:pt x="39527" y="19639"/>
                  <a:pt x="39552" y="19614"/>
                </a:cubicBezTo>
                <a:close/>
                <a:moveTo>
                  <a:pt x="112202" y="18038"/>
                </a:moveTo>
                <a:cubicBezTo>
                  <a:pt x="112254" y="18167"/>
                  <a:pt x="112309" y="18296"/>
                  <a:pt x="112359" y="18420"/>
                </a:cubicBezTo>
                <a:cubicBezTo>
                  <a:pt x="112458" y="18693"/>
                  <a:pt x="112508" y="18992"/>
                  <a:pt x="112608" y="19266"/>
                </a:cubicBezTo>
                <a:lnTo>
                  <a:pt x="112807" y="19814"/>
                </a:lnTo>
                <a:lnTo>
                  <a:pt x="112732" y="19739"/>
                </a:lnTo>
                <a:cubicBezTo>
                  <a:pt x="112682" y="19515"/>
                  <a:pt x="112608" y="19316"/>
                  <a:pt x="112558" y="19141"/>
                </a:cubicBezTo>
                <a:cubicBezTo>
                  <a:pt x="112458" y="18818"/>
                  <a:pt x="112359" y="18544"/>
                  <a:pt x="112259" y="18220"/>
                </a:cubicBezTo>
                <a:cubicBezTo>
                  <a:pt x="112242" y="18159"/>
                  <a:pt x="112223" y="18098"/>
                  <a:pt x="112202" y="18038"/>
                </a:cubicBezTo>
                <a:close/>
                <a:moveTo>
                  <a:pt x="74051" y="10031"/>
                </a:moveTo>
                <a:lnTo>
                  <a:pt x="74051" y="10031"/>
                </a:lnTo>
                <a:cubicBezTo>
                  <a:pt x="71761" y="13018"/>
                  <a:pt x="70168" y="16428"/>
                  <a:pt x="69322" y="19938"/>
                </a:cubicBezTo>
                <a:lnTo>
                  <a:pt x="69272" y="19938"/>
                </a:lnTo>
                <a:cubicBezTo>
                  <a:pt x="70094" y="16428"/>
                  <a:pt x="71687" y="13018"/>
                  <a:pt x="74026" y="10056"/>
                </a:cubicBezTo>
                <a:lnTo>
                  <a:pt x="74051" y="10031"/>
                </a:lnTo>
                <a:close/>
                <a:moveTo>
                  <a:pt x="110214" y="17963"/>
                </a:moveTo>
                <a:lnTo>
                  <a:pt x="110442" y="18096"/>
                </a:lnTo>
                <a:cubicBezTo>
                  <a:pt x="110591" y="18220"/>
                  <a:pt x="110741" y="18345"/>
                  <a:pt x="110890" y="18445"/>
                </a:cubicBezTo>
                <a:cubicBezTo>
                  <a:pt x="110990" y="18544"/>
                  <a:pt x="111114" y="18594"/>
                  <a:pt x="111214" y="18693"/>
                </a:cubicBezTo>
                <a:cubicBezTo>
                  <a:pt x="111363" y="18818"/>
                  <a:pt x="111487" y="18917"/>
                  <a:pt x="111637" y="19042"/>
                </a:cubicBezTo>
                <a:cubicBezTo>
                  <a:pt x="111761" y="19141"/>
                  <a:pt x="111861" y="19216"/>
                  <a:pt x="111985" y="19316"/>
                </a:cubicBezTo>
                <a:cubicBezTo>
                  <a:pt x="112110" y="19440"/>
                  <a:pt x="112234" y="19565"/>
                  <a:pt x="112384" y="19689"/>
                </a:cubicBezTo>
                <a:cubicBezTo>
                  <a:pt x="112458" y="19714"/>
                  <a:pt x="112483" y="19789"/>
                  <a:pt x="112508" y="19814"/>
                </a:cubicBezTo>
                <a:cubicBezTo>
                  <a:pt x="112508" y="19838"/>
                  <a:pt x="112558" y="19913"/>
                  <a:pt x="112558" y="19938"/>
                </a:cubicBezTo>
                <a:lnTo>
                  <a:pt x="112334" y="19714"/>
                </a:lnTo>
                <a:lnTo>
                  <a:pt x="112110" y="19515"/>
                </a:lnTo>
                <a:cubicBezTo>
                  <a:pt x="111985" y="19390"/>
                  <a:pt x="111836" y="19266"/>
                  <a:pt x="111687" y="19141"/>
                </a:cubicBezTo>
                <a:cubicBezTo>
                  <a:pt x="111637" y="19141"/>
                  <a:pt x="111637" y="19092"/>
                  <a:pt x="111612" y="19092"/>
                </a:cubicBezTo>
                <a:cubicBezTo>
                  <a:pt x="111512" y="19017"/>
                  <a:pt x="111438" y="18942"/>
                  <a:pt x="111338" y="18843"/>
                </a:cubicBezTo>
                <a:cubicBezTo>
                  <a:pt x="111313" y="18818"/>
                  <a:pt x="111239" y="18793"/>
                  <a:pt x="111214" y="18768"/>
                </a:cubicBezTo>
                <a:cubicBezTo>
                  <a:pt x="110914" y="18518"/>
                  <a:pt x="110580" y="18235"/>
                  <a:pt x="110214" y="17963"/>
                </a:cubicBezTo>
                <a:close/>
                <a:moveTo>
                  <a:pt x="71288" y="9310"/>
                </a:moveTo>
                <a:cubicBezTo>
                  <a:pt x="71438" y="9334"/>
                  <a:pt x="71562" y="9359"/>
                  <a:pt x="71736" y="9409"/>
                </a:cubicBezTo>
                <a:cubicBezTo>
                  <a:pt x="72010" y="9459"/>
                  <a:pt x="72284" y="9484"/>
                  <a:pt x="72558" y="9583"/>
                </a:cubicBezTo>
                <a:cubicBezTo>
                  <a:pt x="72807" y="9658"/>
                  <a:pt x="73056" y="9733"/>
                  <a:pt x="73304" y="9807"/>
                </a:cubicBezTo>
                <a:cubicBezTo>
                  <a:pt x="73504" y="9857"/>
                  <a:pt x="73653" y="9907"/>
                  <a:pt x="73827" y="9957"/>
                </a:cubicBezTo>
                <a:cubicBezTo>
                  <a:pt x="71512" y="12944"/>
                  <a:pt x="69919" y="16379"/>
                  <a:pt x="69073" y="19863"/>
                </a:cubicBezTo>
                <a:cubicBezTo>
                  <a:pt x="67613" y="19361"/>
                  <a:pt x="65978" y="19116"/>
                  <a:pt x="64209" y="19116"/>
                </a:cubicBezTo>
                <a:cubicBezTo>
                  <a:pt x="62207" y="19116"/>
                  <a:pt x="60033" y="19430"/>
                  <a:pt x="57748" y="20038"/>
                </a:cubicBezTo>
                <a:cubicBezTo>
                  <a:pt x="57648" y="18644"/>
                  <a:pt x="57698" y="17275"/>
                  <a:pt x="57772" y="15906"/>
                </a:cubicBezTo>
                <a:cubicBezTo>
                  <a:pt x="62328" y="13217"/>
                  <a:pt x="66833" y="11027"/>
                  <a:pt x="71288" y="9310"/>
                </a:cubicBezTo>
                <a:close/>
                <a:moveTo>
                  <a:pt x="57598" y="16030"/>
                </a:moveTo>
                <a:cubicBezTo>
                  <a:pt x="57499" y="17349"/>
                  <a:pt x="57474" y="18693"/>
                  <a:pt x="57573" y="20062"/>
                </a:cubicBezTo>
                <a:cubicBezTo>
                  <a:pt x="57548" y="20062"/>
                  <a:pt x="57548" y="20062"/>
                  <a:pt x="57499" y="20087"/>
                </a:cubicBezTo>
                <a:cubicBezTo>
                  <a:pt x="57424" y="18718"/>
                  <a:pt x="57449" y="17399"/>
                  <a:pt x="57548" y="16055"/>
                </a:cubicBezTo>
                <a:cubicBezTo>
                  <a:pt x="57573" y="16055"/>
                  <a:pt x="57573" y="16030"/>
                  <a:pt x="57598" y="16030"/>
                </a:cubicBezTo>
                <a:close/>
                <a:moveTo>
                  <a:pt x="69247" y="20112"/>
                </a:moveTo>
                <a:cubicBezTo>
                  <a:pt x="69272" y="20112"/>
                  <a:pt x="69272" y="20137"/>
                  <a:pt x="69272" y="20137"/>
                </a:cubicBezTo>
                <a:lnTo>
                  <a:pt x="69272" y="20187"/>
                </a:lnTo>
                <a:cubicBezTo>
                  <a:pt x="69247" y="20187"/>
                  <a:pt x="69247" y="20187"/>
                  <a:pt x="69197" y="20162"/>
                </a:cubicBezTo>
                <a:lnTo>
                  <a:pt x="69197" y="20112"/>
                </a:lnTo>
                <a:close/>
                <a:moveTo>
                  <a:pt x="64192" y="19303"/>
                </a:moveTo>
                <a:cubicBezTo>
                  <a:pt x="65952" y="19303"/>
                  <a:pt x="67575" y="19547"/>
                  <a:pt x="69023" y="20038"/>
                </a:cubicBezTo>
                <a:cubicBezTo>
                  <a:pt x="69048" y="20062"/>
                  <a:pt x="69048" y="20112"/>
                  <a:pt x="69023" y="20112"/>
                </a:cubicBezTo>
                <a:cubicBezTo>
                  <a:pt x="67575" y="19610"/>
                  <a:pt x="65952" y="19365"/>
                  <a:pt x="64192" y="19365"/>
                </a:cubicBezTo>
                <a:cubicBezTo>
                  <a:pt x="62200" y="19365"/>
                  <a:pt x="60033" y="19679"/>
                  <a:pt x="57748" y="20286"/>
                </a:cubicBezTo>
                <a:lnTo>
                  <a:pt x="57748" y="20237"/>
                </a:lnTo>
                <a:cubicBezTo>
                  <a:pt x="60034" y="19616"/>
                  <a:pt x="62200" y="19303"/>
                  <a:pt x="64192" y="19303"/>
                </a:cubicBezTo>
                <a:close/>
                <a:moveTo>
                  <a:pt x="57598" y="20262"/>
                </a:moveTo>
                <a:lnTo>
                  <a:pt x="57598" y="20311"/>
                </a:lnTo>
                <a:cubicBezTo>
                  <a:pt x="57573" y="20311"/>
                  <a:pt x="57573" y="20311"/>
                  <a:pt x="57548" y="20336"/>
                </a:cubicBezTo>
                <a:lnTo>
                  <a:pt x="57548" y="20286"/>
                </a:lnTo>
                <a:cubicBezTo>
                  <a:pt x="57573" y="20286"/>
                  <a:pt x="57573" y="20286"/>
                  <a:pt x="57598" y="20262"/>
                </a:cubicBezTo>
                <a:close/>
                <a:moveTo>
                  <a:pt x="112881" y="20162"/>
                </a:moveTo>
                <a:lnTo>
                  <a:pt x="112981" y="20262"/>
                </a:lnTo>
                <a:cubicBezTo>
                  <a:pt x="112931" y="20262"/>
                  <a:pt x="112931" y="20311"/>
                  <a:pt x="112956" y="20361"/>
                </a:cubicBezTo>
                <a:lnTo>
                  <a:pt x="112881" y="20286"/>
                </a:lnTo>
                <a:lnTo>
                  <a:pt x="112881" y="20237"/>
                </a:lnTo>
                <a:lnTo>
                  <a:pt x="112881" y="20162"/>
                </a:lnTo>
                <a:close/>
                <a:moveTo>
                  <a:pt x="109397" y="17772"/>
                </a:moveTo>
                <a:lnTo>
                  <a:pt x="109397" y="17772"/>
                </a:lnTo>
                <a:cubicBezTo>
                  <a:pt x="109521" y="17797"/>
                  <a:pt x="109596" y="17822"/>
                  <a:pt x="109646" y="17897"/>
                </a:cubicBezTo>
                <a:cubicBezTo>
                  <a:pt x="109770" y="17972"/>
                  <a:pt x="109894" y="18046"/>
                  <a:pt x="110019" y="18146"/>
                </a:cubicBezTo>
                <a:cubicBezTo>
                  <a:pt x="110118" y="18196"/>
                  <a:pt x="110218" y="18270"/>
                  <a:pt x="110318" y="18370"/>
                </a:cubicBezTo>
                <a:cubicBezTo>
                  <a:pt x="110492" y="18519"/>
                  <a:pt x="110691" y="18644"/>
                  <a:pt x="110865" y="18793"/>
                </a:cubicBezTo>
                <a:cubicBezTo>
                  <a:pt x="111089" y="18992"/>
                  <a:pt x="111338" y="19141"/>
                  <a:pt x="111512" y="19316"/>
                </a:cubicBezTo>
                <a:cubicBezTo>
                  <a:pt x="111936" y="19664"/>
                  <a:pt x="112309" y="20038"/>
                  <a:pt x="112632" y="20436"/>
                </a:cubicBezTo>
                <a:lnTo>
                  <a:pt x="112632" y="20461"/>
                </a:lnTo>
                <a:cubicBezTo>
                  <a:pt x="112632" y="20481"/>
                  <a:pt x="112632" y="20497"/>
                  <a:pt x="112636" y="20510"/>
                </a:cubicBezTo>
                <a:lnTo>
                  <a:pt x="112636" y="20510"/>
                </a:lnTo>
                <a:cubicBezTo>
                  <a:pt x="111677" y="19485"/>
                  <a:pt x="110597" y="18556"/>
                  <a:pt x="109397" y="17772"/>
                </a:cubicBezTo>
                <a:close/>
                <a:moveTo>
                  <a:pt x="74350" y="10056"/>
                </a:moveTo>
                <a:cubicBezTo>
                  <a:pt x="74425" y="10181"/>
                  <a:pt x="74624" y="10230"/>
                  <a:pt x="74773" y="10305"/>
                </a:cubicBezTo>
                <a:cubicBezTo>
                  <a:pt x="74997" y="10405"/>
                  <a:pt x="75246" y="10479"/>
                  <a:pt x="75470" y="10579"/>
                </a:cubicBezTo>
                <a:cubicBezTo>
                  <a:pt x="75669" y="10679"/>
                  <a:pt x="75893" y="10803"/>
                  <a:pt x="76117" y="10927"/>
                </a:cubicBezTo>
                <a:cubicBezTo>
                  <a:pt x="76341" y="11052"/>
                  <a:pt x="76515" y="11151"/>
                  <a:pt x="76715" y="11276"/>
                </a:cubicBezTo>
                <a:cubicBezTo>
                  <a:pt x="76739" y="11276"/>
                  <a:pt x="76739" y="11301"/>
                  <a:pt x="76764" y="11301"/>
                </a:cubicBezTo>
                <a:lnTo>
                  <a:pt x="77337" y="11674"/>
                </a:lnTo>
                <a:cubicBezTo>
                  <a:pt x="77511" y="11824"/>
                  <a:pt x="77735" y="11948"/>
                  <a:pt x="77909" y="12097"/>
                </a:cubicBezTo>
                <a:cubicBezTo>
                  <a:pt x="78108" y="12272"/>
                  <a:pt x="78258" y="12421"/>
                  <a:pt x="78407" y="12570"/>
                </a:cubicBezTo>
                <a:cubicBezTo>
                  <a:pt x="78581" y="12720"/>
                  <a:pt x="78731" y="12844"/>
                  <a:pt x="78880" y="13018"/>
                </a:cubicBezTo>
                <a:lnTo>
                  <a:pt x="78407" y="13466"/>
                </a:lnTo>
                <a:lnTo>
                  <a:pt x="78208" y="13690"/>
                </a:lnTo>
                <a:cubicBezTo>
                  <a:pt x="77984" y="13914"/>
                  <a:pt x="77760" y="14163"/>
                  <a:pt x="77586" y="14387"/>
                </a:cubicBezTo>
                <a:cubicBezTo>
                  <a:pt x="77536" y="14412"/>
                  <a:pt x="77511" y="14437"/>
                  <a:pt x="77486" y="14512"/>
                </a:cubicBezTo>
                <a:cubicBezTo>
                  <a:pt x="77237" y="14786"/>
                  <a:pt x="77013" y="15034"/>
                  <a:pt x="76789" y="15308"/>
                </a:cubicBezTo>
                <a:cubicBezTo>
                  <a:pt x="76715" y="15433"/>
                  <a:pt x="76615" y="15532"/>
                  <a:pt x="76540" y="15657"/>
                </a:cubicBezTo>
                <a:cubicBezTo>
                  <a:pt x="76416" y="15806"/>
                  <a:pt x="76291" y="16005"/>
                  <a:pt x="76167" y="16155"/>
                </a:cubicBezTo>
                <a:cubicBezTo>
                  <a:pt x="76092" y="16279"/>
                  <a:pt x="75993" y="16428"/>
                  <a:pt x="75893" y="16553"/>
                </a:cubicBezTo>
                <a:cubicBezTo>
                  <a:pt x="75794" y="16702"/>
                  <a:pt x="75669" y="16876"/>
                  <a:pt x="75594" y="17001"/>
                </a:cubicBezTo>
                <a:cubicBezTo>
                  <a:pt x="75495" y="17150"/>
                  <a:pt x="75395" y="17275"/>
                  <a:pt x="75296" y="17424"/>
                </a:cubicBezTo>
                <a:cubicBezTo>
                  <a:pt x="75221" y="17573"/>
                  <a:pt x="75122" y="17698"/>
                  <a:pt x="75022" y="17872"/>
                </a:cubicBezTo>
                <a:cubicBezTo>
                  <a:pt x="74922" y="18021"/>
                  <a:pt x="74848" y="18146"/>
                  <a:pt x="74773" y="18295"/>
                </a:cubicBezTo>
                <a:cubicBezTo>
                  <a:pt x="74674" y="18445"/>
                  <a:pt x="74599" y="18619"/>
                  <a:pt x="74524" y="18768"/>
                </a:cubicBezTo>
                <a:cubicBezTo>
                  <a:pt x="74499" y="18868"/>
                  <a:pt x="74425" y="18917"/>
                  <a:pt x="74400" y="19017"/>
                </a:cubicBezTo>
                <a:cubicBezTo>
                  <a:pt x="73255" y="19515"/>
                  <a:pt x="72110" y="20038"/>
                  <a:pt x="70940" y="20610"/>
                </a:cubicBezTo>
                <a:cubicBezTo>
                  <a:pt x="70517" y="20361"/>
                  <a:pt x="70044" y="20137"/>
                  <a:pt x="69571" y="19938"/>
                </a:cubicBezTo>
                <a:cubicBezTo>
                  <a:pt x="70417" y="16428"/>
                  <a:pt x="72010" y="13018"/>
                  <a:pt x="74350" y="10056"/>
                </a:cubicBezTo>
                <a:close/>
                <a:moveTo>
                  <a:pt x="58494" y="10405"/>
                </a:moveTo>
                <a:lnTo>
                  <a:pt x="58494" y="10405"/>
                </a:lnTo>
                <a:cubicBezTo>
                  <a:pt x="57922" y="12023"/>
                  <a:pt x="57548" y="13790"/>
                  <a:pt x="57374" y="15657"/>
                </a:cubicBezTo>
                <a:cubicBezTo>
                  <a:pt x="57225" y="15756"/>
                  <a:pt x="57051" y="15831"/>
                  <a:pt x="56876" y="15955"/>
                </a:cubicBezTo>
                <a:lnTo>
                  <a:pt x="54736" y="17275"/>
                </a:lnTo>
                <a:cubicBezTo>
                  <a:pt x="53865" y="17822"/>
                  <a:pt x="52968" y="18395"/>
                  <a:pt x="52097" y="18992"/>
                </a:cubicBezTo>
                <a:lnTo>
                  <a:pt x="51251" y="19540"/>
                </a:lnTo>
                <a:cubicBezTo>
                  <a:pt x="50654" y="19938"/>
                  <a:pt x="50081" y="20336"/>
                  <a:pt x="49484" y="20784"/>
                </a:cubicBezTo>
                <a:cubicBezTo>
                  <a:pt x="49484" y="20759"/>
                  <a:pt x="49459" y="20759"/>
                  <a:pt x="49459" y="20759"/>
                </a:cubicBezTo>
                <a:cubicBezTo>
                  <a:pt x="48588" y="19888"/>
                  <a:pt x="47766" y="19067"/>
                  <a:pt x="46995" y="18395"/>
                </a:cubicBezTo>
                <a:cubicBezTo>
                  <a:pt x="46173" y="17673"/>
                  <a:pt x="45426" y="17051"/>
                  <a:pt x="44729" y="16553"/>
                </a:cubicBezTo>
                <a:cubicBezTo>
                  <a:pt x="44779" y="16528"/>
                  <a:pt x="44879" y="16453"/>
                  <a:pt x="44929" y="16428"/>
                </a:cubicBezTo>
                <a:cubicBezTo>
                  <a:pt x="45277" y="16254"/>
                  <a:pt x="45601" y="16030"/>
                  <a:pt x="45924" y="15831"/>
                </a:cubicBezTo>
                <a:lnTo>
                  <a:pt x="46123" y="15756"/>
                </a:lnTo>
                <a:cubicBezTo>
                  <a:pt x="46248" y="15682"/>
                  <a:pt x="46323" y="15632"/>
                  <a:pt x="46447" y="15557"/>
                </a:cubicBezTo>
                <a:cubicBezTo>
                  <a:pt x="46895" y="15308"/>
                  <a:pt x="47293" y="15084"/>
                  <a:pt x="47741" y="14835"/>
                </a:cubicBezTo>
                <a:lnTo>
                  <a:pt x="47766" y="14835"/>
                </a:lnTo>
                <a:cubicBezTo>
                  <a:pt x="51425" y="12894"/>
                  <a:pt x="55034" y="11400"/>
                  <a:pt x="58494" y="10405"/>
                </a:cubicBezTo>
                <a:close/>
                <a:moveTo>
                  <a:pt x="69446" y="20187"/>
                </a:moveTo>
                <a:cubicBezTo>
                  <a:pt x="69894" y="20361"/>
                  <a:pt x="70293" y="20535"/>
                  <a:pt x="70666" y="20759"/>
                </a:cubicBezTo>
                <a:cubicBezTo>
                  <a:pt x="70641" y="20759"/>
                  <a:pt x="70641" y="20784"/>
                  <a:pt x="70591" y="20784"/>
                </a:cubicBezTo>
                <a:cubicBezTo>
                  <a:pt x="70218" y="20610"/>
                  <a:pt x="69870" y="20411"/>
                  <a:pt x="69446" y="20262"/>
                </a:cubicBezTo>
                <a:lnTo>
                  <a:pt x="69446" y="20187"/>
                </a:lnTo>
                <a:close/>
                <a:moveTo>
                  <a:pt x="74225" y="19291"/>
                </a:moveTo>
                <a:cubicBezTo>
                  <a:pt x="74176" y="19316"/>
                  <a:pt x="74176" y="19390"/>
                  <a:pt x="74151" y="19415"/>
                </a:cubicBezTo>
                <a:lnTo>
                  <a:pt x="71164" y="20809"/>
                </a:lnTo>
                <a:cubicBezTo>
                  <a:pt x="71139" y="20784"/>
                  <a:pt x="71114" y="20784"/>
                  <a:pt x="71064" y="20759"/>
                </a:cubicBezTo>
                <a:cubicBezTo>
                  <a:pt x="72135" y="20262"/>
                  <a:pt x="73155" y="19764"/>
                  <a:pt x="74225" y="19291"/>
                </a:cubicBezTo>
                <a:close/>
                <a:moveTo>
                  <a:pt x="44505" y="16652"/>
                </a:moveTo>
                <a:cubicBezTo>
                  <a:pt x="45924" y="17673"/>
                  <a:pt x="47542" y="19067"/>
                  <a:pt x="49334" y="20909"/>
                </a:cubicBezTo>
                <a:lnTo>
                  <a:pt x="49260" y="20934"/>
                </a:lnTo>
                <a:cubicBezTo>
                  <a:pt x="49110" y="20784"/>
                  <a:pt x="48986" y="20635"/>
                  <a:pt x="48837" y="20510"/>
                </a:cubicBezTo>
                <a:lnTo>
                  <a:pt x="48712" y="20386"/>
                </a:lnTo>
                <a:lnTo>
                  <a:pt x="48339" y="20013"/>
                </a:lnTo>
                <a:lnTo>
                  <a:pt x="47990" y="19664"/>
                </a:lnTo>
                <a:lnTo>
                  <a:pt x="47891" y="19565"/>
                </a:lnTo>
                <a:cubicBezTo>
                  <a:pt x="46646" y="18395"/>
                  <a:pt x="45501" y="17424"/>
                  <a:pt x="44431" y="16677"/>
                </a:cubicBezTo>
                <a:cubicBezTo>
                  <a:pt x="44481" y="16677"/>
                  <a:pt x="44505" y="16677"/>
                  <a:pt x="44505" y="16652"/>
                </a:cubicBezTo>
                <a:close/>
                <a:moveTo>
                  <a:pt x="112981" y="20710"/>
                </a:moveTo>
                <a:lnTo>
                  <a:pt x="113081" y="20809"/>
                </a:lnTo>
                <a:cubicBezTo>
                  <a:pt x="113056" y="20859"/>
                  <a:pt x="113056" y="20884"/>
                  <a:pt x="113081" y="20934"/>
                </a:cubicBezTo>
                <a:cubicBezTo>
                  <a:pt x="113056" y="20909"/>
                  <a:pt x="113006" y="20884"/>
                  <a:pt x="113006" y="20859"/>
                </a:cubicBezTo>
                <a:cubicBezTo>
                  <a:pt x="113006" y="20809"/>
                  <a:pt x="112981" y="20759"/>
                  <a:pt x="112981" y="20710"/>
                </a:cubicBezTo>
                <a:close/>
                <a:moveTo>
                  <a:pt x="57354" y="15918"/>
                </a:moveTo>
                <a:lnTo>
                  <a:pt x="57354" y="15918"/>
                </a:lnTo>
                <a:cubicBezTo>
                  <a:pt x="57349" y="15927"/>
                  <a:pt x="57349" y="15941"/>
                  <a:pt x="57349" y="15955"/>
                </a:cubicBezTo>
                <a:cubicBezTo>
                  <a:pt x="56553" y="16428"/>
                  <a:pt x="55756" y="16926"/>
                  <a:pt x="54960" y="17424"/>
                </a:cubicBezTo>
                <a:cubicBezTo>
                  <a:pt x="54736" y="17548"/>
                  <a:pt x="54512" y="17698"/>
                  <a:pt x="54313" y="17872"/>
                </a:cubicBezTo>
                <a:cubicBezTo>
                  <a:pt x="53616" y="18295"/>
                  <a:pt x="52944" y="18743"/>
                  <a:pt x="52247" y="19191"/>
                </a:cubicBezTo>
                <a:cubicBezTo>
                  <a:pt x="51898" y="19415"/>
                  <a:pt x="51599" y="19664"/>
                  <a:pt x="51251" y="19888"/>
                </a:cubicBezTo>
                <a:cubicBezTo>
                  <a:pt x="50728" y="20262"/>
                  <a:pt x="50206" y="20610"/>
                  <a:pt x="49658" y="20983"/>
                </a:cubicBezTo>
                <a:lnTo>
                  <a:pt x="49633" y="20934"/>
                </a:lnTo>
                <a:cubicBezTo>
                  <a:pt x="50156" y="20560"/>
                  <a:pt x="50703" y="20187"/>
                  <a:pt x="51226" y="19863"/>
                </a:cubicBezTo>
                <a:cubicBezTo>
                  <a:pt x="51575" y="19639"/>
                  <a:pt x="51873" y="19390"/>
                  <a:pt x="52222" y="19166"/>
                </a:cubicBezTo>
                <a:lnTo>
                  <a:pt x="53068" y="18619"/>
                </a:lnTo>
                <a:cubicBezTo>
                  <a:pt x="54480" y="17653"/>
                  <a:pt x="55941" y="16761"/>
                  <a:pt x="57354" y="15918"/>
                </a:cubicBezTo>
                <a:close/>
                <a:moveTo>
                  <a:pt x="70840" y="20884"/>
                </a:moveTo>
                <a:cubicBezTo>
                  <a:pt x="70890" y="20909"/>
                  <a:pt x="70915" y="20909"/>
                  <a:pt x="70940" y="20934"/>
                </a:cubicBezTo>
                <a:cubicBezTo>
                  <a:pt x="70915" y="20934"/>
                  <a:pt x="70915" y="20983"/>
                  <a:pt x="70890" y="20983"/>
                </a:cubicBezTo>
                <a:cubicBezTo>
                  <a:pt x="70840" y="20934"/>
                  <a:pt x="70815" y="20909"/>
                  <a:pt x="70790" y="20909"/>
                </a:cubicBezTo>
                <a:cubicBezTo>
                  <a:pt x="70815" y="20909"/>
                  <a:pt x="70815" y="20884"/>
                  <a:pt x="70840" y="20884"/>
                </a:cubicBezTo>
                <a:close/>
                <a:moveTo>
                  <a:pt x="49484" y="21033"/>
                </a:moveTo>
                <a:lnTo>
                  <a:pt x="49509" y="21058"/>
                </a:lnTo>
                <a:lnTo>
                  <a:pt x="49533" y="21083"/>
                </a:lnTo>
                <a:lnTo>
                  <a:pt x="49509" y="21133"/>
                </a:lnTo>
                <a:lnTo>
                  <a:pt x="49484" y="21158"/>
                </a:lnTo>
                <a:lnTo>
                  <a:pt x="49409" y="21058"/>
                </a:lnTo>
                <a:lnTo>
                  <a:pt x="49484" y="21033"/>
                </a:lnTo>
                <a:close/>
                <a:moveTo>
                  <a:pt x="69421" y="20436"/>
                </a:moveTo>
                <a:cubicBezTo>
                  <a:pt x="69745" y="20560"/>
                  <a:pt x="70069" y="20734"/>
                  <a:pt x="70417" y="20884"/>
                </a:cubicBezTo>
                <a:cubicBezTo>
                  <a:pt x="70019" y="21058"/>
                  <a:pt x="69596" y="21282"/>
                  <a:pt x="69197" y="21506"/>
                </a:cubicBezTo>
                <a:cubicBezTo>
                  <a:pt x="69272" y="21158"/>
                  <a:pt x="69322" y="20784"/>
                  <a:pt x="69421" y="20436"/>
                </a:cubicBezTo>
                <a:close/>
                <a:moveTo>
                  <a:pt x="69173" y="20336"/>
                </a:moveTo>
                <a:cubicBezTo>
                  <a:pt x="69173" y="20361"/>
                  <a:pt x="69197" y="20361"/>
                  <a:pt x="69247" y="20386"/>
                </a:cubicBezTo>
                <a:cubicBezTo>
                  <a:pt x="69148" y="20784"/>
                  <a:pt x="69048" y="21232"/>
                  <a:pt x="68973" y="21631"/>
                </a:cubicBezTo>
                <a:cubicBezTo>
                  <a:pt x="68949" y="21631"/>
                  <a:pt x="68949" y="21655"/>
                  <a:pt x="68924" y="21655"/>
                </a:cubicBezTo>
                <a:cubicBezTo>
                  <a:pt x="68973" y="21207"/>
                  <a:pt x="69073" y="20784"/>
                  <a:pt x="69173" y="20336"/>
                </a:cubicBezTo>
                <a:close/>
                <a:moveTo>
                  <a:pt x="70616" y="21008"/>
                </a:moveTo>
                <a:cubicBezTo>
                  <a:pt x="70641" y="21033"/>
                  <a:pt x="70666" y="21033"/>
                  <a:pt x="70691" y="21058"/>
                </a:cubicBezTo>
                <a:cubicBezTo>
                  <a:pt x="70168" y="21307"/>
                  <a:pt x="69670" y="21606"/>
                  <a:pt x="69148" y="21855"/>
                </a:cubicBezTo>
                <a:lnTo>
                  <a:pt x="69148" y="21755"/>
                </a:lnTo>
                <a:cubicBezTo>
                  <a:pt x="69646" y="21506"/>
                  <a:pt x="70118" y="21257"/>
                  <a:pt x="70616" y="21008"/>
                </a:cubicBezTo>
                <a:close/>
                <a:moveTo>
                  <a:pt x="68924" y="21855"/>
                </a:moveTo>
                <a:lnTo>
                  <a:pt x="68924" y="21929"/>
                </a:lnTo>
                <a:cubicBezTo>
                  <a:pt x="68899" y="21929"/>
                  <a:pt x="68899" y="21954"/>
                  <a:pt x="68874" y="21954"/>
                </a:cubicBezTo>
                <a:lnTo>
                  <a:pt x="68874" y="21879"/>
                </a:lnTo>
                <a:cubicBezTo>
                  <a:pt x="68899" y="21879"/>
                  <a:pt x="68899" y="21855"/>
                  <a:pt x="68924" y="21855"/>
                </a:cubicBezTo>
                <a:close/>
                <a:moveTo>
                  <a:pt x="74026" y="19714"/>
                </a:moveTo>
                <a:lnTo>
                  <a:pt x="74026" y="19764"/>
                </a:lnTo>
                <a:cubicBezTo>
                  <a:pt x="73977" y="19913"/>
                  <a:pt x="73902" y="20038"/>
                  <a:pt x="73802" y="20187"/>
                </a:cubicBezTo>
                <a:cubicBezTo>
                  <a:pt x="73728" y="20336"/>
                  <a:pt x="73653" y="20535"/>
                  <a:pt x="73553" y="20685"/>
                </a:cubicBezTo>
                <a:cubicBezTo>
                  <a:pt x="73504" y="20809"/>
                  <a:pt x="73429" y="20958"/>
                  <a:pt x="73379" y="21083"/>
                </a:cubicBezTo>
                <a:cubicBezTo>
                  <a:pt x="73304" y="21257"/>
                  <a:pt x="73230" y="21431"/>
                  <a:pt x="73155" y="21631"/>
                </a:cubicBezTo>
                <a:cubicBezTo>
                  <a:pt x="73105" y="21755"/>
                  <a:pt x="73056" y="21904"/>
                  <a:pt x="73006" y="22029"/>
                </a:cubicBezTo>
                <a:cubicBezTo>
                  <a:pt x="72981" y="22103"/>
                  <a:pt x="72981" y="22128"/>
                  <a:pt x="72931" y="22178"/>
                </a:cubicBezTo>
                <a:cubicBezTo>
                  <a:pt x="72483" y="21705"/>
                  <a:pt x="71935" y="21307"/>
                  <a:pt x="71363" y="20934"/>
                </a:cubicBezTo>
                <a:cubicBezTo>
                  <a:pt x="72259" y="20510"/>
                  <a:pt x="73130" y="20087"/>
                  <a:pt x="74026" y="19714"/>
                </a:cubicBezTo>
                <a:close/>
                <a:moveTo>
                  <a:pt x="71139" y="21033"/>
                </a:moveTo>
                <a:cubicBezTo>
                  <a:pt x="71761" y="21407"/>
                  <a:pt x="72359" y="21879"/>
                  <a:pt x="72856" y="22377"/>
                </a:cubicBezTo>
                <a:cubicBezTo>
                  <a:pt x="72881" y="22402"/>
                  <a:pt x="72856" y="22427"/>
                  <a:pt x="72856" y="22427"/>
                </a:cubicBezTo>
                <a:cubicBezTo>
                  <a:pt x="72309" y="21904"/>
                  <a:pt x="71736" y="21431"/>
                  <a:pt x="71064" y="21058"/>
                </a:cubicBezTo>
                <a:cubicBezTo>
                  <a:pt x="71114" y="21058"/>
                  <a:pt x="71114" y="21033"/>
                  <a:pt x="71139" y="21033"/>
                </a:cubicBezTo>
                <a:close/>
                <a:moveTo>
                  <a:pt x="57374" y="16179"/>
                </a:moveTo>
                <a:lnTo>
                  <a:pt x="57374" y="16179"/>
                </a:lnTo>
                <a:cubicBezTo>
                  <a:pt x="57250" y="17499"/>
                  <a:pt x="57250" y="18793"/>
                  <a:pt x="57324" y="20137"/>
                </a:cubicBezTo>
                <a:cubicBezTo>
                  <a:pt x="55308" y="20685"/>
                  <a:pt x="53217" y="21506"/>
                  <a:pt x="51102" y="22502"/>
                </a:cubicBezTo>
                <a:cubicBezTo>
                  <a:pt x="51102" y="22477"/>
                  <a:pt x="51077" y="22477"/>
                  <a:pt x="51077" y="22427"/>
                </a:cubicBezTo>
                <a:cubicBezTo>
                  <a:pt x="50853" y="22178"/>
                  <a:pt x="50629" y="21954"/>
                  <a:pt x="50405" y="21705"/>
                </a:cubicBezTo>
                <a:cubicBezTo>
                  <a:pt x="50230" y="21506"/>
                  <a:pt x="50006" y="21282"/>
                  <a:pt x="49832" y="21058"/>
                </a:cubicBezTo>
                <a:cubicBezTo>
                  <a:pt x="50355" y="20685"/>
                  <a:pt x="50878" y="20311"/>
                  <a:pt x="51400" y="19988"/>
                </a:cubicBezTo>
                <a:cubicBezTo>
                  <a:pt x="51749" y="19764"/>
                  <a:pt x="52097" y="19515"/>
                  <a:pt x="52446" y="19291"/>
                </a:cubicBezTo>
                <a:lnTo>
                  <a:pt x="54313" y="18071"/>
                </a:lnTo>
                <a:cubicBezTo>
                  <a:pt x="54586" y="17897"/>
                  <a:pt x="54860" y="17698"/>
                  <a:pt x="55134" y="17548"/>
                </a:cubicBezTo>
                <a:cubicBezTo>
                  <a:pt x="55881" y="17075"/>
                  <a:pt x="56627" y="16603"/>
                  <a:pt x="57374" y="16179"/>
                </a:cubicBezTo>
                <a:close/>
                <a:moveTo>
                  <a:pt x="111508" y="15961"/>
                </a:moveTo>
                <a:lnTo>
                  <a:pt x="111508" y="15961"/>
                </a:lnTo>
                <a:cubicBezTo>
                  <a:pt x="112181" y="16960"/>
                  <a:pt x="113240" y="18615"/>
                  <a:pt x="114201" y="20635"/>
                </a:cubicBezTo>
                <a:cubicBezTo>
                  <a:pt x="114534" y="21324"/>
                  <a:pt x="114788" y="21974"/>
                  <a:pt x="115034" y="22566"/>
                </a:cubicBezTo>
                <a:lnTo>
                  <a:pt x="115034" y="22566"/>
                </a:lnTo>
                <a:cubicBezTo>
                  <a:pt x="115026" y="22557"/>
                  <a:pt x="115014" y="22552"/>
                  <a:pt x="114997" y="22552"/>
                </a:cubicBezTo>
                <a:cubicBezTo>
                  <a:pt x="114723" y="22153"/>
                  <a:pt x="114450" y="21755"/>
                  <a:pt x="114126" y="21332"/>
                </a:cubicBezTo>
                <a:lnTo>
                  <a:pt x="114051" y="21257"/>
                </a:lnTo>
                <a:cubicBezTo>
                  <a:pt x="113728" y="20884"/>
                  <a:pt x="113429" y="20510"/>
                  <a:pt x="113081" y="20137"/>
                </a:cubicBezTo>
                <a:cubicBezTo>
                  <a:pt x="113006" y="19838"/>
                  <a:pt x="112881" y="19565"/>
                  <a:pt x="112832" y="19291"/>
                </a:cubicBezTo>
                <a:lnTo>
                  <a:pt x="112558" y="18370"/>
                </a:lnTo>
                <a:cubicBezTo>
                  <a:pt x="112458" y="18071"/>
                  <a:pt x="112334" y="17822"/>
                  <a:pt x="112234" y="17573"/>
                </a:cubicBezTo>
                <a:cubicBezTo>
                  <a:pt x="112110" y="17275"/>
                  <a:pt x="112010" y="16951"/>
                  <a:pt x="111861" y="16677"/>
                </a:cubicBezTo>
                <a:cubicBezTo>
                  <a:pt x="111761" y="16428"/>
                  <a:pt x="111637" y="16204"/>
                  <a:pt x="111512" y="15980"/>
                </a:cubicBezTo>
                <a:cubicBezTo>
                  <a:pt x="111512" y="15974"/>
                  <a:pt x="111511" y="15967"/>
                  <a:pt x="111508" y="15961"/>
                </a:cubicBezTo>
                <a:close/>
                <a:moveTo>
                  <a:pt x="49633" y="21232"/>
                </a:moveTo>
                <a:cubicBezTo>
                  <a:pt x="49832" y="21407"/>
                  <a:pt x="50006" y="21631"/>
                  <a:pt x="50206" y="21805"/>
                </a:cubicBezTo>
                <a:cubicBezTo>
                  <a:pt x="50405" y="22054"/>
                  <a:pt x="50654" y="22278"/>
                  <a:pt x="50878" y="22527"/>
                </a:cubicBezTo>
                <a:lnTo>
                  <a:pt x="50902" y="22552"/>
                </a:lnTo>
                <a:cubicBezTo>
                  <a:pt x="50878" y="22552"/>
                  <a:pt x="50878" y="22601"/>
                  <a:pt x="50853" y="22601"/>
                </a:cubicBezTo>
                <a:lnTo>
                  <a:pt x="50778" y="22527"/>
                </a:lnTo>
                <a:cubicBezTo>
                  <a:pt x="50703" y="22402"/>
                  <a:pt x="50579" y="22303"/>
                  <a:pt x="50479" y="22178"/>
                </a:cubicBezTo>
                <a:cubicBezTo>
                  <a:pt x="50156" y="21855"/>
                  <a:pt x="49882" y="21531"/>
                  <a:pt x="49583" y="21232"/>
                </a:cubicBezTo>
                <a:lnTo>
                  <a:pt x="49583" y="21232"/>
                </a:lnTo>
                <a:cubicBezTo>
                  <a:pt x="49592" y="21241"/>
                  <a:pt x="49597" y="21243"/>
                  <a:pt x="49602" y="21243"/>
                </a:cubicBezTo>
                <a:cubicBezTo>
                  <a:pt x="49611" y="21243"/>
                  <a:pt x="49616" y="21232"/>
                  <a:pt x="49633" y="21232"/>
                </a:cubicBezTo>
                <a:close/>
                <a:moveTo>
                  <a:pt x="57349" y="20311"/>
                </a:moveTo>
                <a:lnTo>
                  <a:pt x="57349" y="20386"/>
                </a:lnTo>
                <a:cubicBezTo>
                  <a:pt x="55383" y="20934"/>
                  <a:pt x="53342" y="21705"/>
                  <a:pt x="51251" y="22676"/>
                </a:cubicBezTo>
                <a:cubicBezTo>
                  <a:pt x="51251" y="22676"/>
                  <a:pt x="51226" y="22676"/>
                  <a:pt x="51226" y="22651"/>
                </a:cubicBezTo>
                <a:cubicBezTo>
                  <a:pt x="53317" y="21655"/>
                  <a:pt x="55358" y="20884"/>
                  <a:pt x="57349" y="20311"/>
                </a:cubicBezTo>
                <a:close/>
                <a:moveTo>
                  <a:pt x="51077" y="22751"/>
                </a:moveTo>
                <a:cubicBezTo>
                  <a:pt x="51077" y="22776"/>
                  <a:pt x="51077" y="22776"/>
                  <a:pt x="51102" y="22800"/>
                </a:cubicBezTo>
                <a:cubicBezTo>
                  <a:pt x="51077" y="22800"/>
                  <a:pt x="51077" y="22825"/>
                  <a:pt x="51027" y="22825"/>
                </a:cubicBezTo>
                <a:cubicBezTo>
                  <a:pt x="51027" y="22800"/>
                  <a:pt x="51002" y="22800"/>
                  <a:pt x="51002" y="22776"/>
                </a:cubicBezTo>
                <a:cubicBezTo>
                  <a:pt x="51027" y="22776"/>
                  <a:pt x="51027" y="22751"/>
                  <a:pt x="51077" y="22751"/>
                </a:cubicBezTo>
                <a:close/>
                <a:moveTo>
                  <a:pt x="113329" y="18395"/>
                </a:moveTo>
                <a:lnTo>
                  <a:pt x="113329" y="18395"/>
                </a:lnTo>
                <a:cubicBezTo>
                  <a:pt x="113603" y="18893"/>
                  <a:pt x="113852" y="19316"/>
                  <a:pt x="113977" y="19540"/>
                </a:cubicBezTo>
                <a:cubicBezTo>
                  <a:pt x="114126" y="19814"/>
                  <a:pt x="114300" y="20137"/>
                  <a:pt x="114425" y="20436"/>
                </a:cubicBezTo>
                <a:cubicBezTo>
                  <a:pt x="115047" y="21780"/>
                  <a:pt x="115495" y="22975"/>
                  <a:pt x="115868" y="23995"/>
                </a:cubicBezTo>
                <a:cubicBezTo>
                  <a:pt x="115868" y="24020"/>
                  <a:pt x="115918" y="24045"/>
                  <a:pt x="115918" y="24095"/>
                </a:cubicBezTo>
                <a:cubicBezTo>
                  <a:pt x="115868" y="24045"/>
                  <a:pt x="115843" y="23995"/>
                  <a:pt x="115843" y="23970"/>
                </a:cubicBezTo>
                <a:cubicBezTo>
                  <a:pt x="115843" y="23970"/>
                  <a:pt x="115843" y="23921"/>
                  <a:pt x="115819" y="23921"/>
                </a:cubicBezTo>
                <a:lnTo>
                  <a:pt x="115819" y="23896"/>
                </a:lnTo>
                <a:cubicBezTo>
                  <a:pt x="115769" y="23846"/>
                  <a:pt x="115744" y="23771"/>
                  <a:pt x="115719" y="23672"/>
                </a:cubicBezTo>
                <a:cubicBezTo>
                  <a:pt x="115370" y="22726"/>
                  <a:pt x="114947" y="21655"/>
                  <a:pt x="114375" y="20436"/>
                </a:cubicBezTo>
                <a:cubicBezTo>
                  <a:pt x="114026" y="19739"/>
                  <a:pt x="113653" y="19017"/>
                  <a:pt x="113329" y="18395"/>
                </a:cubicBezTo>
                <a:close/>
                <a:moveTo>
                  <a:pt x="113180" y="20535"/>
                </a:moveTo>
                <a:lnTo>
                  <a:pt x="113180" y="20535"/>
                </a:lnTo>
                <a:cubicBezTo>
                  <a:pt x="113429" y="20809"/>
                  <a:pt x="113678" y="21058"/>
                  <a:pt x="113877" y="21382"/>
                </a:cubicBezTo>
                <a:cubicBezTo>
                  <a:pt x="113927" y="21407"/>
                  <a:pt x="113952" y="21431"/>
                  <a:pt x="113952" y="21481"/>
                </a:cubicBezTo>
                <a:cubicBezTo>
                  <a:pt x="114250" y="21879"/>
                  <a:pt x="114524" y="22278"/>
                  <a:pt x="114823" y="22676"/>
                </a:cubicBezTo>
                <a:cubicBezTo>
                  <a:pt x="114823" y="22726"/>
                  <a:pt x="114848" y="22726"/>
                  <a:pt x="114848" y="22751"/>
                </a:cubicBezTo>
                <a:cubicBezTo>
                  <a:pt x="115097" y="23124"/>
                  <a:pt x="115296" y="23497"/>
                  <a:pt x="115495" y="23871"/>
                </a:cubicBezTo>
                <a:cubicBezTo>
                  <a:pt x="115545" y="23995"/>
                  <a:pt x="115595" y="24120"/>
                  <a:pt x="115619" y="24244"/>
                </a:cubicBezTo>
                <a:cubicBezTo>
                  <a:pt x="115221" y="23398"/>
                  <a:pt x="114723" y="22626"/>
                  <a:pt x="114176" y="21855"/>
                </a:cubicBezTo>
                <a:cubicBezTo>
                  <a:pt x="114126" y="21805"/>
                  <a:pt x="114101" y="21755"/>
                  <a:pt x="114076" y="21705"/>
                </a:cubicBezTo>
                <a:cubicBezTo>
                  <a:pt x="113802" y="21332"/>
                  <a:pt x="113504" y="21008"/>
                  <a:pt x="113205" y="20660"/>
                </a:cubicBezTo>
                <a:cubicBezTo>
                  <a:pt x="113230" y="20660"/>
                  <a:pt x="113230" y="20660"/>
                  <a:pt x="113205" y="20635"/>
                </a:cubicBezTo>
                <a:lnTo>
                  <a:pt x="113180" y="20535"/>
                </a:lnTo>
                <a:close/>
                <a:moveTo>
                  <a:pt x="93143" y="14935"/>
                </a:moveTo>
                <a:cubicBezTo>
                  <a:pt x="93889" y="18021"/>
                  <a:pt x="94014" y="21506"/>
                  <a:pt x="93516" y="25215"/>
                </a:cubicBezTo>
                <a:lnTo>
                  <a:pt x="93441" y="25215"/>
                </a:lnTo>
                <a:cubicBezTo>
                  <a:pt x="93939" y="21506"/>
                  <a:pt x="93840" y="18046"/>
                  <a:pt x="93068" y="14935"/>
                </a:cubicBezTo>
                <a:close/>
                <a:moveTo>
                  <a:pt x="93466" y="25389"/>
                </a:moveTo>
                <a:lnTo>
                  <a:pt x="93466" y="25464"/>
                </a:lnTo>
                <a:lnTo>
                  <a:pt x="93417" y="25464"/>
                </a:lnTo>
                <a:lnTo>
                  <a:pt x="93417" y="25389"/>
                </a:lnTo>
                <a:close/>
                <a:moveTo>
                  <a:pt x="97623" y="14512"/>
                </a:moveTo>
                <a:cubicBezTo>
                  <a:pt x="98245" y="14512"/>
                  <a:pt x="98868" y="14537"/>
                  <a:pt x="99490" y="14562"/>
                </a:cubicBezTo>
                <a:cubicBezTo>
                  <a:pt x="100983" y="14711"/>
                  <a:pt x="102427" y="15010"/>
                  <a:pt x="103771" y="15383"/>
                </a:cubicBezTo>
                <a:cubicBezTo>
                  <a:pt x="104593" y="18619"/>
                  <a:pt x="104742" y="22178"/>
                  <a:pt x="104344" y="25986"/>
                </a:cubicBezTo>
                <a:cubicBezTo>
                  <a:pt x="102139" y="25309"/>
                  <a:pt x="99740" y="24983"/>
                  <a:pt x="97155" y="24983"/>
                </a:cubicBezTo>
                <a:cubicBezTo>
                  <a:pt x="96035" y="24983"/>
                  <a:pt x="94880" y="25045"/>
                  <a:pt x="93690" y="25165"/>
                </a:cubicBezTo>
                <a:cubicBezTo>
                  <a:pt x="94188" y="21481"/>
                  <a:pt x="94089" y="17996"/>
                  <a:pt x="93317" y="14885"/>
                </a:cubicBezTo>
                <a:cubicBezTo>
                  <a:pt x="93441" y="14835"/>
                  <a:pt x="93541" y="14810"/>
                  <a:pt x="93665" y="14810"/>
                </a:cubicBezTo>
                <a:cubicBezTo>
                  <a:pt x="93939" y="14786"/>
                  <a:pt x="94263" y="14761"/>
                  <a:pt x="94537" y="14711"/>
                </a:cubicBezTo>
                <a:cubicBezTo>
                  <a:pt x="94910" y="14686"/>
                  <a:pt x="95283" y="14636"/>
                  <a:pt x="95657" y="14586"/>
                </a:cubicBezTo>
                <a:cubicBezTo>
                  <a:pt x="95955" y="14562"/>
                  <a:pt x="96279" y="14562"/>
                  <a:pt x="96627" y="14562"/>
                </a:cubicBezTo>
                <a:cubicBezTo>
                  <a:pt x="96926" y="14537"/>
                  <a:pt x="97275" y="14512"/>
                  <a:pt x="97623" y="14512"/>
                </a:cubicBezTo>
                <a:close/>
                <a:moveTo>
                  <a:pt x="103995" y="15433"/>
                </a:moveTo>
                <a:cubicBezTo>
                  <a:pt x="104020" y="15433"/>
                  <a:pt x="104045" y="15433"/>
                  <a:pt x="104045" y="15458"/>
                </a:cubicBezTo>
                <a:cubicBezTo>
                  <a:pt x="104842" y="18693"/>
                  <a:pt x="104991" y="22278"/>
                  <a:pt x="104593" y="26086"/>
                </a:cubicBezTo>
                <a:cubicBezTo>
                  <a:pt x="104543" y="26086"/>
                  <a:pt x="104543" y="26086"/>
                  <a:pt x="104518" y="26036"/>
                </a:cubicBezTo>
                <a:cubicBezTo>
                  <a:pt x="104916" y="22253"/>
                  <a:pt x="104792" y="18669"/>
                  <a:pt x="103995" y="15433"/>
                </a:cubicBezTo>
                <a:close/>
                <a:moveTo>
                  <a:pt x="116247" y="25401"/>
                </a:moveTo>
                <a:cubicBezTo>
                  <a:pt x="116259" y="25416"/>
                  <a:pt x="116291" y="25424"/>
                  <a:pt x="116291" y="25464"/>
                </a:cubicBezTo>
                <a:lnTo>
                  <a:pt x="116291" y="25489"/>
                </a:lnTo>
                <a:cubicBezTo>
                  <a:pt x="116366" y="25711"/>
                  <a:pt x="116440" y="25934"/>
                  <a:pt x="116490" y="26156"/>
                </a:cubicBezTo>
                <a:lnTo>
                  <a:pt x="116490" y="26156"/>
                </a:lnTo>
                <a:cubicBezTo>
                  <a:pt x="116481" y="26132"/>
                  <a:pt x="116473" y="26109"/>
                  <a:pt x="116466" y="26086"/>
                </a:cubicBezTo>
                <a:cubicBezTo>
                  <a:pt x="116392" y="25866"/>
                  <a:pt x="116343" y="25645"/>
                  <a:pt x="116247" y="25401"/>
                </a:cubicBezTo>
                <a:close/>
                <a:moveTo>
                  <a:pt x="44281" y="16802"/>
                </a:moveTo>
                <a:cubicBezTo>
                  <a:pt x="44481" y="16926"/>
                  <a:pt x="44630" y="17051"/>
                  <a:pt x="44804" y="17175"/>
                </a:cubicBezTo>
                <a:lnTo>
                  <a:pt x="45277" y="17548"/>
                </a:lnTo>
                <a:cubicBezTo>
                  <a:pt x="45302" y="17573"/>
                  <a:pt x="45327" y="17573"/>
                  <a:pt x="45327" y="17623"/>
                </a:cubicBezTo>
                <a:cubicBezTo>
                  <a:pt x="45700" y="17922"/>
                  <a:pt x="46123" y="18245"/>
                  <a:pt x="46497" y="18569"/>
                </a:cubicBezTo>
                <a:cubicBezTo>
                  <a:pt x="46497" y="18569"/>
                  <a:pt x="46522" y="18569"/>
                  <a:pt x="46522" y="18594"/>
                </a:cubicBezTo>
                <a:cubicBezTo>
                  <a:pt x="46671" y="18768"/>
                  <a:pt x="46870" y="18917"/>
                  <a:pt x="47044" y="19067"/>
                </a:cubicBezTo>
                <a:cubicBezTo>
                  <a:pt x="47069" y="19092"/>
                  <a:pt x="47144" y="19141"/>
                  <a:pt x="47169" y="19191"/>
                </a:cubicBezTo>
                <a:cubicBezTo>
                  <a:pt x="47293" y="19316"/>
                  <a:pt x="47443" y="19440"/>
                  <a:pt x="47567" y="19565"/>
                </a:cubicBezTo>
                <a:cubicBezTo>
                  <a:pt x="47667" y="19664"/>
                  <a:pt x="47766" y="19739"/>
                  <a:pt x="47816" y="19814"/>
                </a:cubicBezTo>
                <a:lnTo>
                  <a:pt x="48115" y="20112"/>
                </a:lnTo>
                <a:cubicBezTo>
                  <a:pt x="48239" y="20237"/>
                  <a:pt x="48388" y="20361"/>
                  <a:pt x="48513" y="20510"/>
                </a:cubicBezTo>
                <a:lnTo>
                  <a:pt x="48712" y="20685"/>
                </a:lnTo>
                <a:lnTo>
                  <a:pt x="49061" y="21058"/>
                </a:lnTo>
                <a:cubicBezTo>
                  <a:pt x="48289" y="21631"/>
                  <a:pt x="47542" y="22178"/>
                  <a:pt x="46771" y="22751"/>
                </a:cubicBezTo>
                <a:cubicBezTo>
                  <a:pt x="46621" y="22875"/>
                  <a:pt x="46447" y="22975"/>
                  <a:pt x="46298" y="23099"/>
                </a:cubicBezTo>
                <a:cubicBezTo>
                  <a:pt x="45551" y="23672"/>
                  <a:pt x="44779" y="24244"/>
                  <a:pt x="44033" y="24841"/>
                </a:cubicBezTo>
                <a:cubicBezTo>
                  <a:pt x="43809" y="24991"/>
                  <a:pt x="43634" y="25165"/>
                  <a:pt x="43410" y="25314"/>
                </a:cubicBezTo>
                <a:lnTo>
                  <a:pt x="42390" y="26161"/>
                </a:lnTo>
                <a:cubicBezTo>
                  <a:pt x="41718" y="24916"/>
                  <a:pt x="41170" y="23696"/>
                  <a:pt x="40722" y="22601"/>
                </a:cubicBezTo>
                <a:cubicBezTo>
                  <a:pt x="40697" y="22527"/>
                  <a:pt x="40672" y="22452"/>
                  <a:pt x="40647" y="22377"/>
                </a:cubicBezTo>
                <a:cubicBezTo>
                  <a:pt x="40523" y="22054"/>
                  <a:pt x="40423" y="21755"/>
                  <a:pt x="40299" y="21431"/>
                </a:cubicBezTo>
                <a:cubicBezTo>
                  <a:pt x="40224" y="21282"/>
                  <a:pt x="40174" y="21083"/>
                  <a:pt x="40100" y="20934"/>
                </a:cubicBezTo>
                <a:cubicBezTo>
                  <a:pt x="40025" y="20685"/>
                  <a:pt x="39950" y="20461"/>
                  <a:pt x="39901" y="20237"/>
                </a:cubicBezTo>
                <a:cubicBezTo>
                  <a:pt x="39826" y="20038"/>
                  <a:pt x="39776" y="19838"/>
                  <a:pt x="39726" y="19689"/>
                </a:cubicBezTo>
                <a:cubicBezTo>
                  <a:pt x="40398" y="19216"/>
                  <a:pt x="41071" y="18768"/>
                  <a:pt x="41718" y="18320"/>
                </a:cubicBezTo>
                <a:cubicBezTo>
                  <a:pt x="41917" y="18196"/>
                  <a:pt x="42141" y="18071"/>
                  <a:pt x="42315" y="17947"/>
                </a:cubicBezTo>
                <a:cubicBezTo>
                  <a:pt x="42838" y="17598"/>
                  <a:pt x="43336" y="17300"/>
                  <a:pt x="43883" y="16951"/>
                </a:cubicBezTo>
                <a:cubicBezTo>
                  <a:pt x="44057" y="16926"/>
                  <a:pt x="44157" y="16876"/>
                  <a:pt x="44281" y="16802"/>
                </a:cubicBezTo>
                <a:close/>
                <a:moveTo>
                  <a:pt x="97037" y="25188"/>
                </a:moveTo>
                <a:cubicBezTo>
                  <a:pt x="99657" y="25188"/>
                  <a:pt x="102099" y="25526"/>
                  <a:pt x="104294" y="26210"/>
                </a:cubicBezTo>
                <a:lnTo>
                  <a:pt x="104294" y="26260"/>
                </a:lnTo>
                <a:cubicBezTo>
                  <a:pt x="102077" y="25574"/>
                  <a:pt x="99636" y="25249"/>
                  <a:pt x="97015" y="25249"/>
                </a:cubicBezTo>
                <a:cubicBezTo>
                  <a:pt x="95929" y="25249"/>
                  <a:pt x="94811" y="25305"/>
                  <a:pt x="93665" y="25414"/>
                </a:cubicBezTo>
                <a:lnTo>
                  <a:pt x="93665" y="25364"/>
                </a:lnTo>
                <a:cubicBezTo>
                  <a:pt x="94817" y="25247"/>
                  <a:pt x="95943" y="25188"/>
                  <a:pt x="97037" y="25188"/>
                </a:cubicBezTo>
                <a:close/>
                <a:moveTo>
                  <a:pt x="104244" y="15532"/>
                </a:moveTo>
                <a:lnTo>
                  <a:pt x="104244" y="15532"/>
                </a:lnTo>
                <a:cubicBezTo>
                  <a:pt x="104543" y="15607"/>
                  <a:pt x="104866" y="15756"/>
                  <a:pt x="105165" y="15831"/>
                </a:cubicBezTo>
                <a:cubicBezTo>
                  <a:pt x="105912" y="19166"/>
                  <a:pt x="105887" y="22751"/>
                  <a:pt x="105115" y="26260"/>
                </a:cubicBezTo>
                <a:cubicBezTo>
                  <a:pt x="104991" y="26235"/>
                  <a:pt x="104866" y="26161"/>
                  <a:pt x="104742" y="26136"/>
                </a:cubicBezTo>
                <a:cubicBezTo>
                  <a:pt x="105165" y="22352"/>
                  <a:pt x="105016" y="18768"/>
                  <a:pt x="104244" y="15532"/>
                </a:cubicBezTo>
                <a:close/>
                <a:moveTo>
                  <a:pt x="39652" y="19863"/>
                </a:moveTo>
                <a:lnTo>
                  <a:pt x="39751" y="20137"/>
                </a:lnTo>
                <a:cubicBezTo>
                  <a:pt x="39801" y="20411"/>
                  <a:pt x="39901" y="20685"/>
                  <a:pt x="40000" y="21008"/>
                </a:cubicBezTo>
                <a:cubicBezTo>
                  <a:pt x="40025" y="21058"/>
                  <a:pt x="40050" y="21158"/>
                  <a:pt x="40075" y="21232"/>
                </a:cubicBezTo>
                <a:cubicBezTo>
                  <a:pt x="40622" y="22751"/>
                  <a:pt x="41369" y="24493"/>
                  <a:pt x="42290" y="26285"/>
                </a:cubicBezTo>
                <a:lnTo>
                  <a:pt x="42265" y="26335"/>
                </a:lnTo>
                <a:cubicBezTo>
                  <a:pt x="41618" y="25041"/>
                  <a:pt x="41046" y="23846"/>
                  <a:pt x="40573" y="22726"/>
                </a:cubicBezTo>
                <a:cubicBezTo>
                  <a:pt x="40548" y="22626"/>
                  <a:pt x="40523" y="22552"/>
                  <a:pt x="40498" y="22477"/>
                </a:cubicBezTo>
                <a:cubicBezTo>
                  <a:pt x="40349" y="22153"/>
                  <a:pt x="40274" y="21879"/>
                  <a:pt x="40150" y="21606"/>
                </a:cubicBezTo>
                <a:lnTo>
                  <a:pt x="39950" y="21033"/>
                </a:lnTo>
                <a:cubicBezTo>
                  <a:pt x="39901" y="20809"/>
                  <a:pt x="39826" y="20610"/>
                  <a:pt x="39751" y="20386"/>
                </a:cubicBezTo>
                <a:cubicBezTo>
                  <a:pt x="39677" y="20237"/>
                  <a:pt x="39652" y="20038"/>
                  <a:pt x="39577" y="19888"/>
                </a:cubicBezTo>
                <a:cubicBezTo>
                  <a:pt x="39627" y="19888"/>
                  <a:pt x="39627" y="19863"/>
                  <a:pt x="39652" y="19863"/>
                </a:cubicBezTo>
                <a:close/>
                <a:moveTo>
                  <a:pt x="104493" y="26235"/>
                </a:moveTo>
                <a:cubicBezTo>
                  <a:pt x="104518" y="26235"/>
                  <a:pt x="104518" y="26235"/>
                  <a:pt x="104543" y="26260"/>
                </a:cubicBezTo>
                <a:lnTo>
                  <a:pt x="104543" y="26335"/>
                </a:lnTo>
                <a:cubicBezTo>
                  <a:pt x="104518" y="26335"/>
                  <a:pt x="104518" y="26335"/>
                  <a:pt x="104493" y="26285"/>
                </a:cubicBezTo>
                <a:lnTo>
                  <a:pt x="104493" y="26235"/>
                </a:lnTo>
                <a:close/>
                <a:moveTo>
                  <a:pt x="105414" y="15931"/>
                </a:moveTo>
                <a:cubicBezTo>
                  <a:pt x="105464" y="15931"/>
                  <a:pt x="105489" y="15955"/>
                  <a:pt x="105489" y="15955"/>
                </a:cubicBezTo>
                <a:cubicBezTo>
                  <a:pt x="106161" y="19266"/>
                  <a:pt x="106136" y="22850"/>
                  <a:pt x="105364" y="26360"/>
                </a:cubicBezTo>
                <a:cubicBezTo>
                  <a:pt x="105339" y="26360"/>
                  <a:pt x="105339" y="26360"/>
                  <a:pt x="105290" y="26335"/>
                </a:cubicBezTo>
                <a:cubicBezTo>
                  <a:pt x="106086" y="22850"/>
                  <a:pt x="106111" y="19266"/>
                  <a:pt x="105414" y="15931"/>
                </a:cubicBezTo>
                <a:close/>
                <a:moveTo>
                  <a:pt x="116518" y="26231"/>
                </a:moveTo>
                <a:lnTo>
                  <a:pt x="116518" y="26231"/>
                </a:lnTo>
                <a:cubicBezTo>
                  <a:pt x="116524" y="26234"/>
                  <a:pt x="116531" y="26235"/>
                  <a:pt x="116540" y="26235"/>
                </a:cubicBezTo>
                <a:cubicBezTo>
                  <a:pt x="116559" y="26272"/>
                  <a:pt x="116564" y="26323"/>
                  <a:pt x="116575" y="26367"/>
                </a:cubicBezTo>
                <a:lnTo>
                  <a:pt x="116575" y="26367"/>
                </a:lnTo>
                <a:cubicBezTo>
                  <a:pt x="116570" y="26356"/>
                  <a:pt x="116565" y="26346"/>
                  <a:pt x="116565" y="26335"/>
                </a:cubicBezTo>
                <a:cubicBezTo>
                  <a:pt x="116546" y="26297"/>
                  <a:pt x="116531" y="26263"/>
                  <a:pt x="116518" y="26231"/>
                </a:cubicBezTo>
                <a:close/>
                <a:moveTo>
                  <a:pt x="49260" y="21183"/>
                </a:moveTo>
                <a:cubicBezTo>
                  <a:pt x="49260" y="21183"/>
                  <a:pt x="49260" y="21232"/>
                  <a:pt x="49285" y="21257"/>
                </a:cubicBezTo>
                <a:cubicBezTo>
                  <a:pt x="48513" y="21805"/>
                  <a:pt x="47741" y="22402"/>
                  <a:pt x="46970" y="22975"/>
                </a:cubicBezTo>
                <a:cubicBezTo>
                  <a:pt x="46795" y="23099"/>
                  <a:pt x="46646" y="23224"/>
                  <a:pt x="46472" y="23348"/>
                </a:cubicBezTo>
                <a:cubicBezTo>
                  <a:pt x="45725" y="23896"/>
                  <a:pt x="44978" y="24493"/>
                  <a:pt x="44257" y="25041"/>
                </a:cubicBezTo>
                <a:cubicBezTo>
                  <a:pt x="44033" y="25240"/>
                  <a:pt x="43809" y="25389"/>
                  <a:pt x="43609" y="25588"/>
                </a:cubicBezTo>
                <a:lnTo>
                  <a:pt x="42564" y="26410"/>
                </a:lnTo>
                <a:cubicBezTo>
                  <a:pt x="42564" y="26385"/>
                  <a:pt x="42539" y="26385"/>
                  <a:pt x="42539" y="26360"/>
                </a:cubicBezTo>
                <a:cubicBezTo>
                  <a:pt x="42888" y="26086"/>
                  <a:pt x="43236" y="25762"/>
                  <a:pt x="43609" y="25489"/>
                </a:cubicBezTo>
                <a:cubicBezTo>
                  <a:pt x="43809" y="25290"/>
                  <a:pt x="44033" y="25140"/>
                  <a:pt x="44257" y="24966"/>
                </a:cubicBezTo>
                <a:cubicBezTo>
                  <a:pt x="45003" y="24369"/>
                  <a:pt x="45750" y="23771"/>
                  <a:pt x="46497" y="23224"/>
                </a:cubicBezTo>
                <a:cubicBezTo>
                  <a:pt x="46646" y="23099"/>
                  <a:pt x="46795" y="23000"/>
                  <a:pt x="46970" y="22875"/>
                </a:cubicBezTo>
                <a:cubicBezTo>
                  <a:pt x="47741" y="22303"/>
                  <a:pt x="48488" y="21730"/>
                  <a:pt x="49260" y="21183"/>
                </a:cubicBezTo>
                <a:close/>
                <a:moveTo>
                  <a:pt x="81519" y="16827"/>
                </a:moveTo>
                <a:cubicBezTo>
                  <a:pt x="81568" y="16926"/>
                  <a:pt x="81618" y="17026"/>
                  <a:pt x="81643" y="17125"/>
                </a:cubicBezTo>
                <a:cubicBezTo>
                  <a:pt x="81718" y="17250"/>
                  <a:pt x="81743" y="17374"/>
                  <a:pt x="81817" y="17499"/>
                </a:cubicBezTo>
                <a:cubicBezTo>
                  <a:pt x="81942" y="17972"/>
                  <a:pt x="82091" y="18420"/>
                  <a:pt x="82216" y="18868"/>
                </a:cubicBezTo>
                <a:cubicBezTo>
                  <a:pt x="82216" y="18893"/>
                  <a:pt x="82240" y="18942"/>
                  <a:pt x="82240" y="18992"/>
                </a:cubicBezTo>
                <a:cubicBezTo>
                  <a:pt x="82191" y="19017"/>
                  <a:pt x="82141" y="19042"/>
                  <a:pt x="82091" y="19117"/>
                </a:cubicBezTo>
                <a:cubicBezTo>
                  <a:pt x="81817" y="19316"/>
                  <a:pt x="81519" y="19515"/>
                  <a:pt x="81270" y="19739"/>
                </a:cubicBezTo>
                <a:cubicBezTo>
                  <a:pt x="81220" y="19789"/>
                  <a:pt x="81120" y="19863"/>
                  <a:pt x="81071" y="19913"/>
                </a:cubicBezTo>
                <a:cubicBezTo>
                  <a:pt x="81021" y="19938"/>
                  <a:pt x="80996" y="19988"/>
                  <a:pt x="80946" y="20013"/>
                </a:cubicBezTo>
                <a:cubicBezTo>
                  <a:pt x="80896" y="20038"/>
                  <a:pt x="80871" y="20038"/>
                  <a:pt x="80871" y="20062"/>
                </a:cubicBezTo>
                <a:cubicBezTo>
                  <a:pt x="80622" y="20262"/>
                  <a:pt x="80398" y="20486"/>
                  <a:pt x="80199" y="20660"/>
                </a:cubicBezTo>
                <a:cubicBezTo>
                  <a:pt x="80125" y="20734"/>
                  <a:pt x="80025" y="20784"/>
                  <a:pt x="79975" y="20859"/>
                </a:cubicBezTo>
                <a:cubicBezTo>
                  <a:pt x="79652" y="21158"/>
                  <a:pt x="79353" y="21431"/>
                  <a:pt x="79029" y="21755"/>
                </a:cubicBezTo>
                <a:lnTo>
                  <a:pt x="78855" y="21929"/>
                </a:lnTo>
                <a:cubicBezTo>
                  <a:pt x="78606" y="22178"/>
                  <a:pt x="78382" y="22427"/>
                  <a:pt x="78158" y="22676"/>
                </a:cubicBezTo>
                <a:cubicBezTo>
                  <a:pt x="78084" y="22776"/>
                  <a:pt x="77984" y="22900"/>
                  <a:pt x="77909" y="23000"/>
                </a:cubicBezTo>
                <a:cubicBezTo>
                  <a:pt x="77710" y="23248"/>
                  <a:pt x="77511" y="23522"/>
                  <a:pt x="77287" y="23771"/>
                </a:cubicBezTo>
                <a:cubicBezTo>
                  <a:pt x="77237" y="23871"/>
                  <a:pt x="77138" y="23995"/>
                  <a:pt x="77088" y="24095"/>
                </a:cubicBezTo>
                <a:cubicBezTo>
                  <a:pt x="76889" y="24369"/>
                  <a:pt x="76665" y="24642"/>
                  <a:pt x="76515" y="24916"/>
                </a:cubicBezTo>
                <a:cubicBezTo>
                  <a:pt x="76391" y="25115"/>
                  <a:pt x="76291" y="25265"/>
                  <a:pt x="76167" y="25464"/>
                </a:cubicBezTo>
                <a:cubicBezTo>
                  <a:pt x="76092" y="25588"/>
                  <a:pt x="76018" y="25738"/>
                  <a:pt x="75918" y="25862"/>
                </a:cubicBezTo>
                <a:lnTo>
                  <a:pt x="75545" y="26509"/>
                </a:lnTo>
                <a:cubicBezTo>
                  <a:pt x="75047" y="24916"/>
                  <a:pt x="74300" y="23597"/>
                  <a:pt x="73280" y="22477"/>
                </a:cubicBezTo>
                <a:cubicBezTo>
                  <a:pt x="73329" y="22352"/>
                  <a:pt x="73379" y="22178"/>
                  <a:pt x="73429" y="22054"/>
                </a:cubicBezTo>
                <a:cubicBezTo>
                  <a:pt x="73603" y="21655"/>
                  <a:pt x="73777" y="21232"/>
                  <a:pt x="73952" y="20809"/>
                </a:cubicBezTo>
                <a:lnTo>
                  <a:pt x="74151" y="20436"/>
                </a:lnTo>
                <a:cubicBezTo>
                  <a:pt x="74300" y="20112"/>
                  <a:pt x="74499" y="19764"/>
                  <a:pt x="74674" y="19390"/>
                </a:cubicBezTo>
                <a:cubicBezTo>
                  <a:pt x="76988" y="18395"/>
                  <a:pt x="79278" y="17548"/>
                  <a:pt x="81519" y="16827"/>
                </a:cubicBezTo>
                <a:close/>
                <a:moveTo>
                  <a:pt x="104717" y="26335"/>
                </a:moveTo>
                <a:cubicBezTo>
                  <a:pt x="104842" y="26360"/>
                  <a:pt x="104916" y="26385"/>
                  <a:pt x="105041" y="26459"/>
                </a:cubicBezTo>
                <a:lnTo>
                  <a:pt x="105041" y="26509"/>
                </a:lnTo>
                <a:cubicBezTo>
                  <a:pt x="104916" y="26484"/>
                  <a:pt x="104842" y="26459"/>
                  <a:pt x="104717" y="26385"/>
                </a:cubicBezTo>
                <a:lnTo>
                  <a:pt x="104717" y="26335"/>
                </a:lnTo>
                <a:close/>
                <a:moveTo>
                  <a:pt x="113329" y="21133"/>
                </a:moveTo>
                <a:lnTo>
                  <a:pt x="113329" y="21133"/>
                </a:lnTo>
                <a:cubicBezTo>
                  <a:pt x="114350" y="22377"/>
                  <a:pt x="115221" y="23746"/>
                  <a:pt x="115918" y="25265"/>
                </a:cubicBezTo>
                <a:cubicBezTo>
                  <a:pt x="116067" y="25663"/>
                  <a:pt x="116217" y="26111"/>
                  <a:pt x="116366" y="26509"/>
                </a:cubicBezTo>
                <a:cubicBezTo>
                  <a:pt x="115619" y="24543"/>
                  <a:pt x="114599" y="22776"/>
                  <a:pt x="113354" y="21257"/>
                </a:cubicBezTo>
                <a:cubicBezTo>
                  <a:pt x="113354" y="21232"/>
                  <a:pt x="113329" y="21158"/>
                  <a:pt x="113329" y="21133"/>
                </a:cubicBezTo>
                <a:close/>
                <a:moveTo>
                  <a:pt x="42390" y="26484"/>
                </a:moveTo>
                <a:cubicBezTo>
                  <a:pt x="42390" y="26509"/>
                  <a:pt x="42415" y="26509"/>
                  <a:pt x="42415" y="26534"/>
                </a:cubicBezTo>
                <a:lnTo>
                  <a:pt x="42390" y="26559"/>
                </a:lnTo>
                <a:cubicBezTo>
                  <a:pt x="42390" y="26534"/>
                  <a:pt x="42365" y="26534"/>
                  <a:pt x="42365" y="26509"/>
                </a:cubicBezTo>
                <a:lnTo>
                  <a:pt x="42390" y="26484"/>
                </a:lnTo>
                <a:close/>
                <a:moveTo>
                  <a:pt x="92869" y="15010"/>
                </a:moveTo>
                <a:cubicBezTo>
                  <a:pt x="93641" y="18071"/>
                  <a:pt x="93765" y="21531"/>
                  <a:pt x="93267" y="25240"/>
                </a:cubicBezTo>
                <a:cubicBezTo>
                  <a:pt x="91052" y="25489"/>
                  <a:pt x="88737" y="25912"/>
                  <a:pt x="86347" y="26584"/>
                </a:cubicBezTo>
                <a:cubicBezTo>
                  <a:pt x="86123" y="23721"/>
                  <a:pt x="85551" y="20784"/>
                  <a:pt x="84605" y="18021"/>
                </a:cubicBezTo>
                <a:cubicBezTo>
                  <a:pt x="84829" y="17897"/>
                  <a:pt x="85028" y="17797"/>
                  <a:pt x="85227" y="17673"/>
                </a:cubicBezTo>
                <a:lnTo>
                  <a:pt x="86074" y="17200"/>
                </a:lnTo>
                <a:cubicBezTo>
                  <a:pt x="86372" y="17051"/>
                  <a:pt x="86646" y="16926"/>
                  <a:pt x="86970" y="16802"/>
                </a:cubicBezTo>
                <a:cubicBezTo>
                  <a:pt x="87268" y="16677"/>
                  <a:pt x="87567" y="16528"/>
                  <a:pt x="87866" y="16403"/>
                </a:cubicBezTo>
                <a:cubicBezTo>
                  <a:pt x="88140" y="16279"/>
                  <a:pt x="88463" y="16179"/>
                  <a:pt x="88762" y="16080"/>
                </a:cubicBezTo>
                <a:cubicBezTo>
                  <a:pt x="89110" y="15955"/>
                  <a:pt x="89434" y="15831"/>
                  <a:pt x="89758" y="15756"/>
                </a:cubicBezTo>
                <a:cubicBezTo>
                  <a:pt x="90056" y="15657"/>
                  <a:pt x="90355" y="15582"/>
                  <a:pt x="90629" y="15507"/>
                </a:cubicBezTo>
                <a:cubicBezTo>
                  <a:pt x="90977" y="15408"/>
                  <a:pt x="91326" y="15283"/>
                  <a:pt x="91699" y="15209"/>
                </a:cubicBezTo>
                <a:cubicBezTo>
                  <a:pt x="91973" y="15159"/>
                  <a:pt x="92247" y="15084"/>
                  <a:pt x="92545" y="15059"/>
                </a:cubicBezTo>
                <a:cubicBezTo>
                  <a:pt x="92670" y="15034"/>
                  <a:pt x="92744" y="15034"/>
                  <a:pt x="92869" y="15010"/>
                </a:cubicBezTo>
                <a:close/>
                <a:moveTo>
                  <a:pt x="105290" y="26509"/>
                </a:moveTo>
                <a:lnTo>
                  <a:pt x="105290" y="26584"/>
                </a:lnTo>
                <a:lnTo>
                  <a:pt x="105240" y="26584"/>
                </a:lnTo>
                <a:lnTo>
                  <a:pt x="105240" y="26509"/>
                </a:lnTo>
                <a:close/>
                <a:moveTo>
                  <a:pt x="84456" y="18121"/>
                </a:moveTo>
                <a:cubicBezTo>
                  <a:pt x="85377" y="20884"/>
                  <a:pt x="85974" y="23771"/>
                  <a:pt x="86173" y="26634"/>
                </a:cubicBezTo>
                <a:cubicBezTo>
                  <a:pt x="86157" y="26625"/>
                  <a:pt x="86143" y="26623"/>
                  <a:pt x="86132" y="26623"/>
                </a:cubicBezTo>
                <a:cubicBezTo>
                  <a:pt x="86110" y="26623"/>
                  <a:pt x="86099" y="26634"/>
                  <a:pt x="86099" y="26634"/>
                </a:cubicBezTo>
                <a:cubicBezTo>
                  <a:pt x="85899" y="23796"/>
                  <a:pt x="85327" y="20909"/>
                  <a:pt x="84381" y="18146"/>
                </a:cubicBezTo>
                <a:cubicBezTo>
                  <a:pt x="84431" y="18146"/>
                  <a:pt x="84431" y="18121"/>
                  <a:pt x="84456" y="18121"/>
                </a:cubicBezTo>
                <a:close/>
                <a:moveTo>
                  <a:pt x="93253" y="25416"/>
                </a:moveTo>
                <a:lnTo>
                  <a:pt x="93253" y="25416"/>
                </a:lnTo>
                <a:cubicBezTo>
                  <a:pt x="93217" y="25424"/>
                  <a:pt x="93217" y="25466"/>
                  <a:pt x="93217" y="25489"/>
                </a:cubicBezTo>
                <a:cubicBezTo>
                  <a:pt x="91027" y="25738"/>
                  <a:pt x="88737" y="26161"/>
                  <a:pt x="86372" y="26833"/>
                </a:cubicBezTo>
                <a:lnTo>
                  <a:pt x="86372" y="26758"/>
                </a:lnTo>
                <a:cubicBezTo>
                  <a:pt x="88732" y="26112"/>
                  <a:pt x="91042" y="25665"/>
                  <a:pt x="93253" y="25416"/>
                </a:cubicBezTo>
                <a:close/>
                <a:moveTo>
                  <a:pt x="73255" y="22726"/>
                </a:moveTo>
                <a:cubicBezTo>
                  <a:pt x="74275" y="23846"/>
                  <a:pt x="75022" y="25215"/>
                  <a:pt x="75495" y="26783"/>
                </a:cubicBezTo>
                <a:cubicBezTo>
                  <a:pt x="75420" y="26833"/>
                  <a:pt x="75420" y="26858"/>
                  <a:pt x="75420" y="26883"/>
                </a:cubicBezTo>
                <a:cubicBezTo>
                  <a:pt x="74972" y="25290"/>
                  <a:pt x="74225" y="23896"/>
                  <a:pt x="73230" y="22776"/>
                </a:cubicBezTo>
                <a:cubicBezTo>
                  <a:pt x="73230" y="22751"/>
                  <a:pt x="73230" y="22751"/>
                  <a:pt x="73255" y="22726"/>
                </a:cubicBezTo>
                <a:close/>
                <a:moveTo>
                  <a:pt x="86173" y="26783"/>
                </a:moveTo>
                <a:lnTo>
                  <a:pt x="86173" y="26858"/>
                </a:lnTo>
                <a:cubicBezTo>
                  <a:pt x="86173" y="26858"/>
                  <a:pt x="86123" y="26883"/>
                  <a:pt x="86099" y="26883"/>
                </a:cubicBezTo>
                <a:lnTo>
                  <a:pt x="86099" y="26833"/>
                </a:lnTo>
                <a:cubicBezTo>
                  <a:pt x="86123" y="26833"/>
                  <a:pt x="86123" y="26833"/>
                  <a:pt x="86173" y="26783"/>
                </a:cubicBezTo>
                <a:close/>
                <a:moveTo>
                  <a:pt x="49409" y="21382"/>
                </a:moveTo>
                <a:cubicBezTo>
                  <a:pt x="49708" y="21680"/>
                  <a:pt x="49982" y="21979"/>
                  <a:pt x="50280" y="22278"/>
                </a:cubicBezTo>
                <a:cubicBezTo>
                  <a:pt x="50405" y="22427"/>
                  <a:pt x="50579" y="22552"/>
                  <a:pt x="50703" y="22726"/>
                </a:cubicBezTo>
                <a:cubicBezTo>
                  <a:pt x="48164" y="23921"/>
                  <a:pt x="45601" y="25464"/>
                  <a:pt x="43012" y="27256"/>
                </a:cubicBezTo>
                <a:cubicBezTo>
                  <a:pt x="42888" y="27032"/>
                  <a:pt x="42763" y="26783"/>
                  <a:pt x="42664" y="26584"/>
                </a:cubicBezTo>
                <a:cubicBezTo>
                  <a:pt x="43012" y="26285"/>
                  <a:pt x="43311" y="26011"/>
                  <a:pt x="43659" y="25762"/>
                </a:cubicBezTo>
                <a:cubicBezTo>
                  <a:pt x="43883" y="25588"/>
                  <a:pt x="44132" y="25389"/>
                  <a:pt x="44356" y="25215"/>
                </a:cubicBezTo>
                <a:cubicBezTo>
                  <a:pt x="45053" y="24617"/>
                  <a:pt x="45800" y="24045"/>
                  <a:pt x="46547" y="23497"/>
                </a:cubicBezTo>
                <a:cubicBezTo>
                  <a:pt x="46721" y="23373"/>
                  <a:pt x="46870" y="23248"/>
                  <a:pt x="47019" y="23149"/>
                </a:cubicBezTo>
                <a:cubicBezTo>
                  <a:pt x="47766" y="22601"/>
                  <a:pt x="48538" y="22029"/>
                  <a:pt x="49285" y="21481"/>
                </a:cubicBezTo>
                <a:cubicBezTo>
                  <a:pt x="49334" y="21431"/>
                  <a:pt x="49384" y="21407"/>
                  <a:pt x="49409" y="21382"/>
                </a:cubicBezTo>
                <a:close/>
                <a:moveTo>
                  <a:pt x="42514" y="26733"/>
                </a:moveTo>
                <a:cubicBezTo>
                  <a:pt x="42614" y="26907"/>
                  <a:pt x="42738" y="27156"/>
                  <a:pt x="42863" y="27380"/>
                </a:cubicBezTo>
                <a:lnTo>
                  <a:pt x="42813" y="27405"/>
                </a:lnTo>
                <a:cubicBezTo>
                  <a:pt x="42688" y="27181"/>
                  <a:pt x="42614" y="26982"/>
                  <a:pt x="42489" y="26758"/>
                </a:cubicBezTo>
                <a:lnTo>
                  <a:pt x="42514" y="26733"/>
                </a:lnTo>
                <a:close/>
                <a:moveTo>
                  <a:pt x="50828" y="22825"/>
                </a:moveTo>
                <a:cubicBezTo>
                  <a:pt x="50828" y="22875"/>
                  <a:pt x="50853" y="22875"/>
                  <a:pt x="50853" y="22900"/>
                </a:cubicBezTo>
                <a:cubicBezTo>
                  <a:pt x="48289" y="24145"/>
                  <a:pt x="45725" y="25663"/>
                  <a:pt x="43136" y="27480"/>
                </a:cubicBezTo>
                <a:cubicBezTo>
                  <a:pt x="43136" y="27455"/>
                  <a:pt x="43112" y="27455"/>
                  <a:pt x="43112" y="27405"/>
                </a:cubicBezTo>
                <a:cubicBezTo>
                  <a:pt x="45675" y="25613"/>
                  <a:pt x="48264" y="24070"/>
                  <a:pt x="50828" y="22825"/>
                </a:cubicBezTo>
                <a:close/>
                <a:moveTo>
                  <a:pt x="64177" y="19540"/>
                </a:moveTo>
                <a:cubicBezTo>
                  <a:pt x="65925" y="19540"/>
                  <a:pt x="67537" y="19784"/>
                  <a:pt x="68973" y="20286"/>
                </a:cubicBezTo>
                <a:cubicBezTo>
                  <a:pt x="68874" y="20784"/>
                  <a:pt x="68774" y="21257"/>
                  <a:pt x="68700" y="21755"/>
                </a:cubicBezTo>
                <a:cubicBezTo>
                  <a:pt x="65514" y="23423"/>
                  <a:pt x="62278" y="25364"/>
                  <a:pt x="59017" y="27505"/>
                </a:cubicBezTo>
                <a:cubicBezTo>
                  <a:pt x="58370" y="25215"/>
                  <a:pt x="57947" y="22800"/>
                  <a:pt x="57772" y="20461"/>
                </a:cubicBezTo>
                <a:cubicBezTo>
                  <a:pt x="60045" y="19853"/>
                  <a:pt x="62199" y="19540"/>
                  <a:pt x="64177" y="19540"/>
                </a:cubicBezTo>
                <a:close/>
                <a:moveTo>
                  <a:pt x="84257" y="18171"/>
                </a:moveTo>
                <a:cubicBezTo>
                  <a:pt x="85128" y="20983"/>
                  <a:pt x="85725" y="23846"/>
                  <a:pt x="85924" y="26659"/>
                </a:cubicBezTo>
                <a:cubicBezTo>
                  <a:pt x="84978" y="26907"/>
                  <a:pt x="84008" y="27231"/>
                  <a:pt x="83087" y="27530"/>
                </a:cubicBezTo>
                <a:cubicBezTo>
                  <a:pt x="83136" y="27107"/>
                  <a:pt x="83186" y="26659"/>
                  <a:pt x="83236" y="26235"/>
                </a:cubicBezTo>
                <a:lnTo>
                  <a:pt x="83236" y="26161"/>
                </a:lnTo>
                <a:cubicBezTo>
                  <a:pt x="83261" y="25738"/>
                  <a:pt x="83311" y="25290"/>
                  <a:pt x="83311" y="24866"/>
                </a:cubicBezTo>
                <a:lnTo>
                  <a:pt x="83311" y="24767"/>
                </a:lnTo>
                <a:lnTo>
                  <a:pt x="83311" y="24593"/>
                </a:lnTo>
                <a:lnTo>
                  <a:pt x="83311" y="23497"/>
                </a:lnTo>
                <a:lnTo>
                  <a:pt x="83311" y="23248"/>
                </a:lnTo>
                <a:lnTo>
                  <a:pt x="83311" y="23099"/>
                </a:lnTo>
                <a:cubicBezTo>
                  <a:pt x="83311" y="22776"/>
                  <a:pt x="83261" y="22502"/>
                  <a:pt x="83236" y="22178"/>
                </a:cubicBezTo>
                <a:cubicBezTo>
                  <a:pt x="83236" y="22054"/>
                  <a:pt x="83236" y="21929"/>
                  <a:pt x="83211" y="21805"/>
                </a:cubicBezTo>
                <a:lnTo>
                  <a:pt x="83211" y="21655"/>
                </a:lnTo>
                <a:cubicBezTo>
                  <a:pt x="83161" y="21407"/>
                  <a:pt x="83136" y="21133"/>
                  <a:pt x="83112" y="20884"/>
                </a:cubicBezTo>
                <a:cubicBezTo>
                  <a:pt x="83087" y="20710"/>
                  <a:pt x="83087" y="20560"/>
                  <a:pt x="83062" y="20386"/>
                </a:cubicBezTo>
                <a:cubicBezTo>
                  <a:pt x="83062" y="20361"/>
                  <a:pt x="83062" y="20311"/>
                  <a:pt x="83012" y="20286"/>
                </a:cubicBezTo>
                <a:cubicBezTo>
                  <a:pt x="82987" y="20038"/>
                  <a:pt x="82912" y="19814"/>
                  <a:pt x="82863" y="19614"/>
                </a:cubicBezTo>
                <a:lnTo>
                  <a:pt x="82763" y="19141"/>
                </a:lnTo>
                <a:cubicBezTo>
                  <a:pt x="83012" y="18942"/>
                  <a:pt x="83286" y="18793"/>
                  <a:pt x="83585" y="18594"/>
                </a:cubicBezTo>
                <a:cubicBezTo>
                  <a:pt x="83784" y="18445"/>
                  <a:pt x="84008" y="18295"/>
                  <a:pt x="84257" y="18171"/>
                </a:cubicBezTo>
                <a:close/>
                <a:moveTo>
                  <a:pt x="82614" y="19291"/>
                </a:moveTo>
                <a:cubicBezTo>
                  <a:pt x="82614" y="19490"/>
                  <a:pt x="82639" y="19664"/>
                  <a:pt x="82713" y="19838"/>
                </a:cubicBezTo>
                <a:cubicBezTo>
                  <a:pt x="82738" y="20038"/>
                  <a:pt x="82813" y="20237"/>
                  <a:pt x="82838" y="20411"/>
                </a:cubicBezTo>
                <a:cubicBezTo>
                  <a:pt x="82863" y="20535"/>
                  <a:pt x="82863" y="20660"/>
                  <a:pt x="82888" y="20784"/>
                </a:cubicBezTo>
                <a:cubicBezTo>
                  <a:pt x="82937" y="20884"/>
                  <a:pt x="82937" y="21008"/>
                  <a:pt x="82937" y="21083"/>
                </a:cubicBezTo>
                <a:cubicBezTo>
                  <a:pt x="82962" y="21307"/>
                  <a:pt x="82987" y="21531"/>
                  <a:pt x="83012" y="21780"/>
                </a:cubicBezTo>
                <a:cubicBezTo>
                  <a:pt x="83012" y="21904"/>
                  <a:pt x="83062" y="22054"/>
                  <a:pt x="83062" y="22178"/>
                </a:cubicBezTo>
                <a:lnTo>
                  <a:pt x="83062" y="22303"/>
                </a:lnTo>
                <a:cubicBezTo>
                  <a:pt x="83087" y="22626"/>
                  <a:pt x="83112" y="22900"/>
                  <a:pt x="83112" y="23224"/>
                </a:cubicBezTo>
                <a:lnTo>
                  <a:pt x="83112" y="23547"/>
                </a:lnTo>
                <a:lnTo>
                  <a:pt x="83112" y="24717"/>
                </a:lnTo>
                <a:lnTo>
                  <a:pt x="83112" y="24891"/>
                </a:lnTo>
                <a:cubicBezTo>
                  <a:pt x="83087" y="25787"/>
                  <a:pt x="82987" y="26708"/>
                  <a:pt x="82863" y="27629"/>
                </a:cubicBezTo>
                <a:lnTo>
                  <a:pt x="82788" y="27629"/>
                </a:lnTo>
                <a:cubicBezTo>
                  <a:pt x="82863" y="27256"/>
                  <a:pt x="82888" y="26883"/>
                  <a:pt x="82912" y="26509"/>
                </a:cubicBezTo>
                <a:cubicBezTo>
                  <a:pt x="82912" y="26459"/>
                  <a:pt x="82912" y="26410"/>
                  <a:pt x="82962" y="26360"/>
                </a:cubicBezTo>
                <a:cubicBezTo>
                  <a:pt x="82962" y="26285"/>
                  <a:pt x="82962" y="26235"/>
                  <a:pt x="82987" y="26161"/>
                </a:cubicBezTo>
                <a:lnTo>
                  <a:pt x="82987" y="26111"/>
                </a:lnTo>
                <a:cubicBezTo>
                  <a:pt x="83012" y="25762"/>
                  <a:pt x="83012" y="25414"/>
                  <a:pt x="83062" y="25090"/>
                </a:cubicBezTo>
                <a:lnTo>
                  <a:pt x="83062" y="24991"/>
                </a:lnTo>
                <a:lnTo>
                  <a:pt x="83062" y="24866"/>
                </a:lnTo>
                <a:lnTo>
                  <a:pt x="83062" y="24617"/>
                </a:lnTo>
                <a:lnTo>
                  <a:pt x="83062" y="23672"/>
                </a:lnTo>
                <a:lnTo>
                  <a:pt x="83062" y="23373"/>
                </a:lnTo>
                <a:lnTo>
                  <a:pt x="83062" y="23174"/>
                </a:lnTo>
                <a:cubicBezTo>
                  <a:pt x="83062" y="22900"/>
                  <a:pt x="83012" y="22601"/>
                  <a:pt x="82987" y="22303"/>
                </a:cubicBezTo>
                <a:cubicBezTo>
                  <a:pt x="82987" y="22178"/>
                  <a:pt x="82987" y="22054"/>
                  <a:pt x="82962" y="21904"/>
                </a:cubicBezTo>
                <a:lnTo>
                  <a:pt x="82962" y="21780"/>
                </a:lnTo>
                <a:cubicBezTo>
                  <a:pt x="82912" y="21506"/>
                  <a:pt x="82888" y="21232"/>
                  <a:pt x="82838" y="20934"/>
                </a:cubicBezTo>
                <a:cubicBezTo>
                  <a:pt x="82788" y="20809"/>
                  <a:pt x="82788" y="20685"/>
                  <a:pt x="82763" y="20560"/>
                </a:cubicBezTo>
                <a:lnTo>
                  <a:pt x="82763" y="20486"/>
                </a:lnTo>
                <a:lnTo>
                  <a:pt x="82763" y="20436"/>
                </a:lnTo>
                <a:cubicBezTo>
                  <a:pt x="82738" y="20311"/>
                  <a:pt x="82713" y="20187"/>
                  <a:pt x="82713" y="20112"/>
                </a:cubicBezTo>
                <a:cubicBezTo>
                  <a:pt x="82713" y="20062"/>
                  <a:pt x="82713" y="20038"/>
                  <a:pt x="82688" y="20013"/>
                </a:cubicBezTo>
                <a:cubicBezTo>
                  <a:pt x="82639" y="19789"/>
                  <a:pt x="82589" y="19565"/>
                  <a:pt x="82564" y="19365"/>
                </a:cubicBezTo>
                <a:lnTo>
                  <a:pt x="82589" y="19316"/>
                </a:lnTo>
                <a:cubicBezTo>
                  <a:pt x="82589" y="19316"/>
                  <a:pt x="82614" y="19316"/>
                  <a:pt x="82614" y="19291"/>
                </a:cubicBezTo>
                <a:close/>
                <a:moveTo>
                  <a:pt x="57598" y="20510"/>
                </a:moveTo>
                <a:cubicBezTo>
                  <a:pt x="57797" y="22900"/>
                  <a:pt x="58196" y="25290"/>
                  <a:pt x="58868" y="27629"/>
                </a:cubicBezTo>
                <a:cubicBezTo>
                  <a:pt x="58843" y="27629"/>
                  <a:pt x="58843" y="27654"/>
                  <a:pt x="58818" y="27654"/>
                </a:cubicBezTo>
                <a:cubicBezTo>
                  <a:pt x="58121" y="25314"/>
                  <a:pt x="57698" y="22900"/>
                  <a:pt x="57548" y="20535"/>
                </a:cubicBezTo>
                <a:cubicBezTo>
                  <a:pt x="57573" y="20535"/>
                  <a:pt x="57573" y="20535"/>
                  <a:pt x="57598" y="20510"/>
                </a:cubicBezTo>
                <a:close/>
                <a:moveTo>
                  <a:pt x="68650" y="22004"/>
                </a:moveTo>
                <a:cubicBezTo>
                  <a:pt x="68675" y="22029"/>
                  <a:pt x="68650" y="22054"/>
                  <a:pt x="68650" y="22103"/>
                </a:cubicBezTo>
                <a:cubicBezTo>
                  <a:pt x="65464" y="23746"/>
                  <a:pt x="62303" y="25638"/>
                  <a:pt x="59092" y="27779"/>
                </a:cubicBezTo>
                <a:cubicBezTo>
                  <a:pt x="59092" y="27754"/>
                  <a:pt x="59092" y="27754"/>
                  <a:pt x="59067" y="27729"/>
                </a:cubicBezTo>
                <a:cubicBezTo>
                  <a:pt x="62228" y="25563"/>
                  <a:pt x="65439" y="23672"/>
                  <a:pt x="68650" y="22004"/>
                </a:cubicBezTo>
                <a:close/>
                <a:moveTo>
                  <a:pt x="85924" y="26858"/>
                </a:moveTo>
                <a:lnTo>
                  <a:pt x="85924" y="26907"/>
                </a:lnTo>
                <a:cubicBezTo>
                  <a:pt x="84978" y="27206"/>
                  <a:pt x="84008" y="27505"/>
                  <a:pt x="83012" y="27828"/>
                </a:cubicBezTo>
                <a:lnTo>
                  <a:pt x="83012" y="27754"/>
                </a:lnTo>
                <a:cubicBezTo>
                  <a:pt x="83983" y="27405"/>
                  <a:pt x="84954" y="27131"/>
                  <a:pt x="85924" y="26858"/>
                </a:cubicBezTo>
                <a:close/>
                <a:moveTo>
                  <a:pt x="58917" y="27828"/>
                </a:moveTo>
                <a:cubicBezTo>
                  <a:pt x="58942" y="27828"/>
                  <a:pt x="58942" y="27853"/>
                  <a:pt x="58942" y="27878"/>
                </a:cubicBezTo>
                <a:cubicBezTo>
                  <a:pt x="58917" y="27878"/>
                  <a:pt x="58917" y="27903"/>
                  <a:pt x="58868" y="27903"/>
                </a:cubicBezTo>
                <a:cubicBezTo>
                  <a:pt x="58868" y="27878"/>
                  <a:pt x="58868" y="27878"/>
                  <a:pt x="58843" y="27853"/>
                </a:cubicBezTo>
                <a:cubicBezTo>
                  <a:pt x="58868" y="27853"/>
                  <a:pt x="58868" y="27828"/>
                  <a:pt x="58917" y="27828"/>
                </a:cubicBezTo>
                <a:close/>
                <a:moveTo>
                  <a:pt x="82838" y="27878"/>
                </a:moveTo>
                <a:lnTo>
                  <a:pt x="82838" y="27903"/>
                </a:lnTo>
                <a:cubicBezTo>
                  <a:pt x="82788" y="27903"/>
                  <a:pt x="82763" y="27953"/>
                  <a:pt x="82763" y="27953"/>
                </a:cubicBezTo>
                <a:lnTo>
                  <a:pt x="82763" y="27878"/>
                </a:lnTo>
                <a:close/>
                <a:moveTo>
                  <a:pt x="117011" y="28311"/>
                </a:moveTo>
                <a:cubicBezTo>
                  <a:pt x="117028" y="28360"/>
                  <a:pt x="117049" y="28409"/>
                  <a:pt x="117063" y="28451"/>
                </a:cubicBezTo>
                <a:cubicBezTo>
                  <a:pt x="117088" y="28500"/>
                  <a:pt x="117088" y="28575"/>
                  <a:pt x="117113" y="28625"/>
                </a:cubicBezTo>
                <a:lnTo>
                  <a:pt x="117063" y="28625"/>
                </a:lnTo>
                <a:lnTo>
                  <a:pt x="117063" y="28575"/>
                </a:lnTo>
                <a:lnTo>
                  <a:pt x="117063" y="28500"/>
                </a:lnTo>
                <a:cubicBezTo>
                  <a:pt x="117033" y="28441"/>
                  <a:pt x="117021" y="28373"/>
                  <a:pt x="117011" y="28311"/>
                </a:cubicBezTo>
                <a:close/>
                <a:moveTo>
                  <a:pt x="104717" y="26584"/>
                </a:moveTo>
                <a:cubicBezTo>
                  <a:pt x="104792" y="26609"/>
                  <a:pt x="104916" y="26634"/>
                  <a:pt x="105016" y="26659"/>
                </a:cubicBezTo>
                <a:cubicBezTo>
                  <a:pt x="104842" y="27455"/>
                  <a:pt x="104618" y="28252"/>
                  <a:pt x="104344" y="29023"/>
                </a:cubicBezTo>
                <a:cubicBezTo>
                  <a:pt x="104468" y="28227"/>
                  <a:pt x="104593" y="27380"/>
                  <a:pt x="104717" y="26584"/>
                </a:cubicBezTo>
                <a:close/>
                <a:moveTo>
                  <a:pt x="117113" y="28849"/>
                </a:moveTo>
                <a:cubicBezTo>
                  <a:pt x="117113" y="28940"/>
                  <a:pt x="117154" y="29051"/>
                  <a:pt x="117162" y="29127"/>
                </a:cubicBezTo>
                <a:lnTo>
                  <a:pt x="117162" y="29127"/>
                </a:lnTo>
                <a:cubicBezTo>
                  <a:pt x="117159" y="29109"/>
                  <a:pt x="117149" y="29091"/>
                  <a:pt x="117113" y="29073"/>
                </a:cubicBezTo>
                <a:cubicBezTo>
                  <a:pt x="117088" y="28998"/>
                  <a:pt x="117088" y="28899"/>
                  <a:pt x="117088" y="28849"/>
                </a:cubicBezTo>
                <a:close/>
                <a:moveTo>
                  <a:pt x="57424" y="20635"/>
                </a:moveTo>
                <a:cubicBezTo>
                  <a:pt x="57548" y="22975"/>
                  <a:pt x="57972" y="25389"/>
                  <a:pt x="58669" y="27754"/>
                </a:cubicBezTo>
                <a:cubicBezTo>
                  <a:pt x="57947" y="28252"/>
                  <a:pt x="57225" y="28724"/>
                  <a:pt x="56503" y="29247"/>
                </a:cubicBezTo>
                <a:cubicBezTo>
                  <a:pt x="56379" y="29073"/>
                  <a:pt x="56254" y="28899"/>
                  <a:pt x="56130" y="28749"/>
                </a:cubicBezTo>
                <a:cubicBezTo>
                  <a:pt x="55706" y="28127"/>
                  <a:pt x="55234" y="27530"/>
                  <a:pt x="54761" y="26957"/>
                </a:cubicBezTo>
                <a:cubicBezTo>
                  <a:pt x="54636" y="26758"/>
                  <a:pt x="54487" y="26584"/>
                  <a:pt x="54362" y="26410"/>
                </a:cubicBezTo>
                <a:cubicBezTo>
                  <a:pt x="53740" y="25638"/>
                  <a:pt x="53118" y="24866"/>
                  <a:pt x="52496" y="24120"/>
                </a:cubicBezTo>
                <a:cubicBezTo>
                  <a:pt x="52471" y="24095"/>
                  <a:pt x="52471" y="24045"/>
                  <a:pt x="52446" y="24045"/>
                </a:cubicBezTo>
                <a:cubicBezTo>
                  <a:pt x="52147" y="23721"/>
                  <a:pt x="51873" y="23398"/>
                  <a:pt x="51599" y="23099"/>
                </a:cubicBezTo>
                <a:cubicBezTo>
                  <a:pt x="51525" y="23024"/>
                  <a:pt x="51500" y="22975"/>
                  <a:pt x="51450" y="22900"/>
                </a:cubicBezTo>
                <a:cubicBezTo>
                  <a:pt x="53491" y="21929"/>
                  <a:pt x="55482" y="21183"/>
                  <a:pt x="57424" y="20635"/>
                </a:cubicBezTo>
                <a:close/>
                <a:moveTo>
                  <a:pt x="51251" y="22925"/>
                </a:moveTo>
                <a:cubicBezTo>
                  <a:pt x="51251" y="22975"/>
                  <a:pt x="51276" y="22975"/>
                  <a:pt x="51276" y="23000"/>
                </a:cubicBezTo>
                <a:cubicBezTo>
                  <a:pt x="52993" y="24966"/>
                  <a:pt x="54736" y="27131"/>
                  <a:pt x="56354" y="29372"/>
                </a:cubicBezTo>
                <a:lnTo>
                  <a:pt x="56329" y="29397"/>
                </a:lnTo>
                <a:cubicBezTo>
                  <a:pt x="55084" y="27729"/>
                  <a:pt x="53815" y="26086"/>
                  <a:pt x="52496" y="24493"/>
                </a:cubicBezTo>
                <a:cubicBezTo>
                  <a:pt x="52396" y="24369"/>
                  <a:pt x="52272" y="24244"/>
                  <a:pt x="52197" y="24120"/>
                </a:cubicBezTo>
                <a:lnTo>
                  <a:pt x="51624" y="23472"/>
                </a:lnTo>
                <a:cubicBezTo>
                  <a:pt x="51475" y="23298"/>
                  <a:pt x="51351" y="23124"/>
                  <a:pt x="51201" y="22975"/>
                </a:cubicBezTo>
                <a:cubicBezTo>
                  <a:pt x="51226" y="22975"/>
                  <a:pt x="51226" y="22925"/>
                  <a:pt x="51251" y="22925"/>
                </a:cubicBezTo>
                <a:close/>
                <a:moveTo>
                  <a:pt x="58718" y="27953"/>
                </a:moveTo>
                <a:cubicBezTo>
                  <a:pt x="58718" y="27978"/>
                  <a:pt x="58718" y="27978"/>
                  <a:pt x="58743" y="28003"/>
                </a:cubicBezTo>
                <a:cubicBezTo>
                  <a:pt x="58046" y="28476"/>
                  <a:pt x="57349" y="28973"/>
                  <a:pt x="56677" y="29471"/>
                </a:cubicBezTo>
                <a:cubicBezTo>
                  <a:pt x="56677" y="29446"/>
                  <a:pt x="56627" y="29446"/>
                  <a:pt x="56627" y="29397"/>
                </a:cubicBezTo>
                <a:cubicBezTo>
                  <a:pt x="57324" y="28899"/>
                  <a:pt x="58046" y="28451"/>
                  <a:pt x="58718" y="27953"/>
                </a:cubicBezTo>
                <a:close/>
                <a:moveTo>
                  <a:pt x="82340" y="19440"/>
                </a:moveTo>
                <a:lnTo>
                  <a:pt x="82440" y="19913"/>
                </a:lnTo>
                <a:cubicBezTo>
                  <a:pt x="82514" y="20162"/>
                  <a:pt x="82564" y="20386"/>
                  <a:pt x="82614" y="20635"/>
                </a:cubicBezTo>
                <a:cubicBezTo>
                  <a:pt x="82639" y="20859"/>
                  <a:pt x="82688" y="21033"/>
                  <a:pt x="82713" y="21257"/>
                </a:cubicBezTo>
                <a:lnTo>
                  <a:pt x="82813" y="22004"/>
                </a:lnTo>
                <a:cubicBezTo>
                  <a:pt x="82838" y="22178"/>
                  <a:pt x="82838" y="22377"/>
                  <a:pt x="82838" y="22552"/>
                </a:cubicBezTo>
                <a:cubicBezTo>
                  <a:pt x="82863" y="22850"/>
                  <a:pt x="82863" y="23124"/>
                  <a:pt x="82863" y="23398"/>
                </a:cubicBezTo>
                <a:lnTo>
                  <a:pt x="82863" y="23672"/>
                </a:lnTo>
                <a:lnTo>
                  <a:pt x="82863" y="23871"/>
                </a:lnTo>
                <a:lnTo>
                  <a:pt x="82863" y="23921"/>
                </a:lnTo>
                <a:lnTo>
                  <a:pt x="82863" y="24891"/>
                </a:lnTo>
                <a:cubicBezTo>
                  <a:pt x="82863" y="24991"/>
                  <a:pt x="82863" y="25115"/>
                  <a:pt x="82838" y="25240"/>
                </a:cubicBezTo>
                <a:lnTo>
                  <a:pt x="82838" y="25314"/>
                </a:lnTo>
                <a:cubicBezTo>
                  <a:pt x="82813" y="25713"/>
                  <a:pt x="82813" y="26086"/>
                  <a:pt x="82738" y="26435"/>
                </a:cubicBezTo>
                <a:cubicBezTo>
                  <a:pt x="82738" y="26534"/>
                  <a:pt x="82713" y="26634"/>
                  <a:pt x="82713" y="26683"/>
                </a:cubicBezTo>
                <a:cubicBezTo>
                  <a:pt x="82688" y="27032"/>
                  <a:pt x="82614" y="27380"/>
                  <a:pt x="82589" y="27729"/>
                </a:cubicBezTo>
                <a:cubicBezTo>
                  <a:pt x="80473" y="28426"/>
                  <a:pt x="78357" y="29297"/>
                  <a:pt x="76167" y="30293"/>
                </a:cubicBezTo>
                <a:cubicBezTo>
                  <a:pt x="76142" y="29222"/>
                  <a:pt x="75993" y="28177"/>
                  <a:pt x="75769" y="27231"/>
                </a:cubicBezTo>
                <a:cubicBezTo>
                  <a:pt x="75868" y="27007"/>
                  <a:pt x="75993" y="26758"/>
                  <a:pt x="76117" y="26534"/>
                </a:cubicBezTo>
                <a:cubicBezTo>
                  <a:pt x="76142" y="26484"/>
                  <a:pt x="76167" y="26410"/>
                  <a:pt x="76242" y="26360"/>
                </a:cubicBezTo>
                <a:cubicBezTo>
                  <a:pt x="76416" y="25986"/>
                  <a:pt x="76640" y="25638"/>
                  <a:pt x="76864" y="25290"/>
                </a:cubicBezTo>
                <a:cubicBezTo>
                  <a:pt x="76963" y="25165"/>
                  <a:pt x="77013" y="25041"/>
                  <a:pt x="77113" y="24916"/>
                </a:cubicBezTo>
                <a:cubicBezTo>
                  <a:pt x="77287" y="24642"/>
                  <a:pt x="77511" y="24319"/>
                  <a:pt x="77685" y="24045"/>
                </a:cubicBezTo>
                <a:cubicBezTo>
                  <a:pt x="77785" y="23896"/>
                  <a:pt x="77909" y="23771"/>
                  <a:pt x="78009" y="23622"/>
                </a:cubicBezTo>
                <a:cubicBezTo>
                  <a:pt x="78233" y="23373"/>
                  <a:pt x="78407" y="23074"/>
                  <a:pt x="78631" y="22825"/>
                </a:cubicBezTo>
                <a:cubicBezTo>
                  <a:pt x="78756" y="22676"/>
                  <a:pt x="78880" y="22552"/>
                  <a:pt x="79005" y="22402"/>
                </a:cubicBezTo>
                <a:cubicBezTo>
                  <a:pt x="79229" y="22153"/>
                  <a:pt x="79477" y="21904"/>
                  <a:pt x="79677" y="21680"/>
                </a:cubicBezTo>
                <a:lnTo>
                  <a:pt x="80100" y="21282"/>
                </a:lnTo>
                <a:lnTo>
                  <a:pt x="80921" y="20535"/>
                </a:lnTo>
                <a:cubicBezTo>
                  <a:pt x="81046" y="20436"/>
                  <a:pt x="81195" y="20311"/>
                  <a:pt x="81295" y="20212"/>
                </a:cubicBezTo>
                <a:cubicBezTo>
                  <a:pt x="81643" y="19938"/>
                  <a:pt x="81991" y="19689"/>
                  <a:pt x="82340" y="19440"/>
                </a:cubicBezTo>
                <a:close/>
                <a:moveTo>
                  <a:pt x="75644" y="27505"/>
                </a:moveTo>
                <a:cubicBezTo>
                  <a:pt x="75868" y="28451"/>
                  <a:pt x="75993" y="29372"/>
                  <a:pt x="76018" y="30392"/>
                </a:cubicBezTo>
                <a:cubicBezTo>
                  <a:pt x="75993" y="30392"/>
                  <a:pt x="75968" y="30392"/>
                  <a:pt x="75968" y="30442"/>
                </a:cubicBezTo>
                <a:cubicBezTo>
                  <a:pt x="75918" y="29446"/>
                  <a:pt x="75794" y="28500"/>
                  <a:pt x="75619" y="27604"/>
                </a:cubicBezTo>
                <a:cubicBezTo>
                  <a:pt x="75619" y="27579"/>
                  <a:pt x="75644" y="27530"/>
                  <a:pt x="75644" y="27505"/>
                </a:cubicBezTo>
                <a:close/>
                <a:moveTo>
                  <a:pt x="104468" y="26509"/>
                </a:moveTo>
                <a:cubicBezTo>
                  <a:pt x="104493" y="26509"/>
                  <a:pt x="104493" y="26509"/>
                  <a:pt x="104518" y="26534"/>
                </a:cubicBezTo>
                <a:cubicBezTo>
                  <a:pt x="104369" y="27729"/>
                  <a:pt x="104169" y="28899"/>
                  <a:pt x="103921" y="30118"/>
                </a:cubicBezTo>
                <a:cubicBezTo>
                  <a:pt x="103896" y="30243"/>
                  <a:pt x="103846" y="30342"/>
                  <a:pt x="103796" y="30467"/>
                </a:cubicBezTo>
                <a:cubicBezTo>
                  <a:pt x="104095" y="29098"/>
                  <a:pt x="104294" y="27779"/>
                  <a:pt x="104468" y="26509"/>
                </a:cubicBezTo>
                <a:close/>
                <a:moveTo>
                  <a:pt x="105165" y="26733"/>
                </a:moveTo>
                <a:cubicBezTo>
                  <a:pt x="105215" y="26758"/>
                  <a:pt x="105240" y="26758"/>
                  <a:pt x="105240" y="26758"/>
                </a:cubicBezTo>
                <a:cubicBezTo>
                  <a:pt x="104916" y="28028"/>
                  <a:pt x="104518" y="29322"/>
                  <a:pt x="104020" y="30517"/>
                </a:cubicBezTo>
                <a:cubicBezTo>
                  <a:pt x="104045" y="30392"/>
                  <a:pt x="104095" y="30268"/>
                  <a:pt x="104095" y="30193"/>
                </a:cubicBezTo>
                <a:cubicBezTo>
                  <a:pt x="104518" y="29073"/>
                  <a:pt x="104891" y="27878"/>
                  <a:pt x="105165" y="26733"/>
                </a:cubicBezTo>
                <a:close/>
                <a:moveTo>
                  <a:pt x="82564" y="27953"/>
                </a:moveTo>
                <a:lnTo>
                  <a:pt x="82564" y="28003"/>
                </a:lnTo>
                <a:cubicBezTo>
                  <a:pt x="80473" y="28724"/>
                  <a:pt x="78308" y="29596"/>
                  <a:pt x="76167" y="30591"/>
                </a:cubicBezTo>
                <a:lnTo>
                  <a:pt x="76167" y="30517"/>
                </a:lnTo>
                <a:cubicBezTo>
                  <a:pt x="78308" y="29521"/>
                  <a:pt x="80473" y="28650"/>
                  <a:pt x="82564" y="27953"/>
                </a:cubicBezTo>
                <a:close/>
                <a:moveTo>
                  <a:pt x="76018" y="30616"/>
                </a:moveTo>
                <a:lnTo>
                  <a:pt x="76018" y="30691"/>
                </a:lnTo>
                <a:cubicBezTo>
                  <a:pt x="75993" y="30691"/>
                  <a:pt x="75968" y="30691"/>
                  <a:pt x="75968" y="30716"/>
                </a:cubicBezTo>
                <a:lnTo>
                  <a:pt x="75968" y="30641"/>
                </a:lnTo>
                <a:cubicBezTo>
                  <a:pt x="75993" y="30641"/>
                  <a:pt x="75993" y="30616"/>
                  <a:pt x="76018" y="30616"/>
                </a:cubicBezTo>
                <a:close/>
                <a:moveTo>
                  <a:pt x="68874" y="22153"/>
                </a:moveTo>
                <a:cubicBezTo>
                  <a:pt x="68426" y="25090"/>
                  <a:pt x="68501" y="28003"/>
                  <a:pt x="69073" y="30741"/>
                </a:cubicBezTo>
                <a:lnTo>
                  <a:pt x="69023" y="30741"/>
                </a:lnTo>
                <a:cubicBezTo>
                  <a:pt x="68451" y="28003"/>
                  <a:pt x="68351" y="25115"/>
                  <a:pt x="68799" y="22178"/>
                </a:cubicBezTo>
                <a:cubicBezTo>
                  <a:pt x="68824" y="22178"/>
                  <a:pt x="68824" y="22153"/>
                  <a:pt x="68874" y="22153"/>
                </a:cubicBezTo>
                <a:close/>
                <a:moveTo>
                  <a:pt x="68650" y="22303"/>
                </a:moveTo>
                <a:lnTo>
                  <a:pt x="68650" y="22303"/>
                </a:lnTo>
                <a:cubicBezTo>
                  <a:pt x="68227" y="25140"/>
                  <a:pt x="68301" y="28003"/>
                  <a:pt x="68849" y="30691"/>
                </a:cubicBezTo>
                <a:cubicBezTo>
                  <a:pt x="67741" y="30325"/>
                  <a:pt x="66511" y="30148"/>
                  <a:pt x="65193" y="30148"/>
                </a:cubicBezTo>
                <a:cubicBezTo>
                  <a:pt x="63640" y="30148"/>
                  <a:pt x="61962" y="30394"/>
                  <a:pt x="60212" y="30865"/>
                </a:cubicBezTo>
                <a:cubicBezTo>
                  <a:pt x="59838" y="29894"/>
                  <a:pt x="59465" y="28948"/>
                  <a:pt x="59191" y="27953"/>
                </a:cubicBezTo>
                <a:cubicBezTo>
                  <a:pt x="62328" y="25837"/>
                  <a:pt x="65514" y="23921"/>
                  <a:pt x="68650" y="22303"/>
                </a:cubicBezTo>
                <a:close/>
                <a:moveTo>
                  <a:pt x="59042" y="28077"/>
                </a:moveTo>
                <a:cubicBezTo>
                  <a:pt x="59316" y="29023"/>
                  <a:pt x="59639" y="29969"/>
                  <a:pt x="60038" y="30940"/>
                </a:cubicBezTo>
                <a:lnTo>
                  <a:pt x="59963" y="30940"/>
                </a:lnTo>
                <a:cubicBezTo>
                  <a:pt x="59589" y="29994"/>
                  <a:pt x="59241" y="29073"/>
                  <a:pt x="58967" y="28102"/>
                </a:cubicBezTo>
                <a:cubicBezTo>
                  <a:pt x="58992" y="28102"/>
                  <a:pt x="58992" y="28077"/>
                  <a:pt x="59042" y="28077"/>
                </a:cubicBezTo>
                <a:close/>
                <a:moveTo>
                  <a:pt x="69148" y="30965"/>
                </a:moveTo>
                <a:cubicBezTo>
                  <a:pt x="69148" y="30990"/>
                  <a:pt x="69148" y="31014"/>
                  <a:pt x="69173" y="31014"/>
                </a:cubicBezTo>
                <a:cubicBezTo>
                  <a:pt x="69164" y="31031"/>
                  <a:pt x="69156" y="31037"/>
                  <a:pt x="69149" y="31037"/>
                </a:cubicBezTo>
                <a:cubicBezTo>
                  <a:pt x="69134" y="31037"/>
                  <a:pt x="69123" y="31014"/>
                  <a:pt x="69123" y="31014"/>
                </a:cubicBezTo>
                <a:cubicBezTo>
                  <a:pt x="69123" y="30990"/>
                  <a:pt x="69123" y="30965"/>
                  <a:pt x="69073" y="30965"/>
                </a:cubicBezTo>
                <a:close/>
                <a:moveTo>
                  <a:pt x="65230" y="30358"/>
                </a:moveTo>
                <a:cubicBezTo>
                  <a:pt x="66548" y="30358"/>
                  <a:pt x="67770" y="30533"/>
                  <a:pt x="68874" y="30890"/>
                </a:cubicBezTo>
                <a:cubicBezTo>
                  <a:pt x="68874" y="30911"/>
                  <a:pt x="68874" y="30949"/>
                  <a:pt x="68889" y="30961"/>
                </a:cubicBezTo>
                <a:lnTo>
                  <a:pt x="68889" y="30961"/>
                </a:lnTo>
                <a:cubicBezTo>
                  <a:pt x="67796" y="30583"/>
                  <a:pt x="66575" y="30401"/>
                  <a:pt x="65257" y="30401"/>
                </a:cubicBezTo>
                <a:cubicBezTo>
                  <a:pt x="63725" y="30401"/>
                  <a:pt x="62061" y="30646"/>
                  <a:pt x="60311" y="31114"/>
                </a:cubicBezTo>
                <a:cubicBezTo>
                  <a:pt x="60311" y="31089"/>
                  <a:pt x="60262" y="31089"/>
                  <a:pt x="60262" y="31064"/>
                </a:cubicBezTo>
                <a:cubicBezTo>
                  <a:pt x="62029" y="30596"/>
                  <a:pt x="63695" y="30358"/>
                  <a:pt x="65230" y="30358"/>
                </a:cubicBezTo>
                <a:close/>
                <a:moveTo>
                  <a:pt x="60087" y="31089"/>
                </a:moveTo>
                <a:cubicBezTo>
                  <a:pt x="60087" y="31114"/>
                  <a:pt x="60087" y="31114"/>
                  <a:pt x="60112" y="31139"/>
                </a:cubicBezTo>
                <a:cubicBezTo>
                  <a:pt x="60087" y="31139"/>
                  <a:pt x="60087" y="31139"/>
                  <a:pt x="60062" y="31189"/>
                </a:cubicBezTo>
                <a:cubicBezTo>
                  <a:pt x="60062" y="31139"/>
                  <a:pt x="60038" y="31139"/>
                  <a:pt x="60038" y="31114"/>
                </a:cubicBezTo>
                <a:cubicBezTo>
                  <a:pt x="60062" y="31089"/>
                  <a:pt x="60062" y="31089"/>
                  <a:pt x="60087" y="31089"/>
                </a:cubicBezTo>
                <a:close/>
                <a:moveTo>
                  <a:pt x="75470" y="27903"/>
                </a:moveTo>
                <a:cubicBezTo>
                  <a:pt x="75644" y="28724"/>
                  <a:pt x="75744" y="29596"/>
                  <a:pt x="75769" y="30517"/>
                </a:cubicBezTo>
                <a:cubicBezTo>
                  <a:pt x="75346" y="30741"/>
                  <a:pt x="74898" y="30965"/>
                  <a:pt x="74425" y="31189"/>
                </a:cubicBezTo>
                <a:cubicBezTo>
                  <a:pt x="74474" y="31089"/>
                  <a:pt x="74474" y="30965"/>
                  <a:pt x="74499" y="30865"/>
                </a:cubicBezTo>
                <a:cubicBezTo>
                  <a:pt x="74499" y="30815"/>
                  <a:pt x="74524" y="30766"/>
                  <a:pt x="74524" y="30716"/>
                </a:cubicBezTo>
                <a:cubicBezTo>
                  <a:pt x="74748" y="29770"/>
                  <a:pt x="75047" y="28824"/>
                  <a:pt x="75470" y="27903"/>
                </a:cubicBezTo>
                <a:close/>
                <a:moveTo>
                  <a:pt x="75744" y="30716"/>
                </a:moveTo>
                <a:lnTo>
                  <a:pt x="75744" y="30766"/>
                </a:lnTo>
                <a:cubicBezTo>
                  <a:pt x="75296" y="30990"/>
                  <a:pt x="74848" y="31238"/>
                  <a:pt x="74375" y="31462"/>
                </a:cubicBezTo>
                <a:lnTo>
                  <a:pt x="74375" y="31363"/>
                </a:lnTo>
                <a:cubicBezTo>
                  <a:pt x="74848" y="31139"/>
                  <a:pt x="75271" y="30890"/>
                  <a:pt x="75744" y="30716"/>
                </a:cubicBezTo>
                <a:close/>
                <a:moveTo>
                  <a:pt x="58793" y="28202"/>
                </a:moveTo>
                <a:cubicBezTo>
                  <a:pt x="59092" y="29148"/>
                  <a:pt x="59440" y="30069"/>
                  <a:pt x="59789" y="30990"/>
                </a:cubicBezTo>
                <a:cubicBezTo>
                  <a:pt x="59216" y="31139"/>
                  <a:pt x="58669" y="31338"/>
                  <a:pt x="58096" y="31512"/>
                </a:cubicBezTo>
                <a:cubicBezTo>
                  <a:pt x="57673" y="30865"/>
                  <a:pt x="57225" y="30243"/>
                  <a:pt x="56752" y="29596"/>
                </a:cubicBezTo>
                <a:cubicBezTo>
                  <a:pt x="57449" y="29123"/>
                  <a:pt x="58121" y="28650"/>
                  <a:pt x="58793" y="28202"/>
                </a:cubicBezTo>
                <a:close/>
                <a:moveTo>
                  <a:pt x="56603" y="29720"/>
                </a:moveTo>
                <a:lnTo>
                  <a:pt x="57922" y="31587"/>
                </a:lnTo>
                <a:lnTo>
                  <a:pt x="57872" y="31612"/>
                </a:lnTo>
                <a:lnTo>
                  <a:pt x="56578" y="29745"/>
                </a:lnTo>
                <a:lnTo>
                  <a:pt x="56603" y="29720"/>
                </a:lnTo>
                <a:close/>
                <a:moveTo>
                  <a:pt x="103721" y="31139"/>
                </a:moveTo>
                <a:lnTo>
                  <a:pt x="103721" y="31139"/>
                </a:lnTo>
                <a:cubicBezTo>
                  <a:pt x="103672" y="31239"/>
                  <a:pt x="103672" y="31338"/>
                  <a:pt x="103647" y="31462"/>
                </a:cubicBezTo>
                <a:cubicBezTo>
                  <a:pt x="103622" y="31562"/>
                  <a:pt x="103547" y="31637"/>
                  <a:pt x="103522" y="31711"/>
                </a:cubicBezTo>
                <a:cubicBezTo>
                  <a:pt x="103547" y="31612"/>
                  <a:pt x="103547" y="31512"/>
                  <a:pt x="103597" y="31438"/>
                </a:cubicBezTo>
                <a:cubicBezTo>
                  <a:pt x="103622" y="31338"/>
                  <a:pt x="103672" y="31239"/>
                  <a:pt x="103721" y="31139"/>
                </a:cubicBezTo>
                <a:close/>
                <a:moveTo>
                  <a:pt x="117461" y="30143"/>
                </a:moveTo>
                <a:cubicBezTo>
                  <a:pt x="117461" y="30268"/>
                  <a:pt x="117486" y="30367"/>
                  <a:pt x="117536" y="30492"/>
                </a:cubicBezTo>
                <a:cubicBezTo>
                  <a:pt x="117561" y="30616"/>
                  <a:pt x="117561" y="30766"/>
                  <a:pt x="117586" y="30890"/>
                </a:cubicBezTo>
                <a:cubicBezTo>
                  <a:pt x="117617" y="31170"/>
                  <a:pt x="117648" y="31440"/>
                  <a:pt x="117679" y="31719"/>
                </a:cubicBezTo>
                <a:lnTo>
                  <a:pt x="117679" y="31719"/>
                </a:lnTo>
                <a:cubicBezTo>
                  <a:pt x="117646" y="31477"/>
                  <a:pt x="117603" y="31212"/>
                  <a:pt x="117561" y="30915"/>
                </a:cubicBezTo>
                <a:cubicBezTo>
                  <a:pt x="117511" y="30766"/>
                  <a:pt x="117486" y="30616"/>
                  <a:pt x="117461" y="30442"/>
                </a:cubicBezTo>
                <a:lnTo>
                  <a:pt x="117461" y="30218"/>
                </a:lnTo>
                <a:lnTo>
                  <a:pt x="117461" y="30143"/>
                </a:lnTo>
                <a:close/>
                <a:moveTo>
                  <a:pt x="59863" y="31139"/>
                </a:moveTo>
                <a:lnTo>
                  <a:pt x="59863" y="31214"/>
                </a:lnTo>
                <a:cubicBezTo>
                  <a:pt x="59341" y="31363"/>
                  <a:pt x="58793" y="31537"/>
                  <a:pt x="58245" y="31736"/>
                </a:cubicBezTo>
                <a:cubicBezTo>
                  <a:pt x="58245" y="31711"/>
                  <a:pt x="58220" y="31711"/>
                  <a:pt x="58220" y="31687"/>
                </a:cubicBezTo>
                <a:cubicBezTo>
                  <a:pt x="58793" y="31487"/>
                  <a:pt x="59316" y="31313"/>
                  <a:pt x="59863" y="31139"/>
                </a:cubicBezTo>
                <a:close/>
                <a:moveTo>
                  <a:pt x="58046" y="31736"/>
                </a:moveTo>
                <a:cubicBezTo>
                  <a:pt x="58046" y="31761"/>
                  <a:pt x="58071" y="31761"/>
                  <a:pt x="58071" y="31811"/>
                </a:cubicBezTo>
                <a:cubicBezTo>
                  <a:pt x="58046" y="31811"/>
                  <a:pt x="58046" y="31811"/>
                  <a:pt x="57996" y="31836"/>
                </a:cubicBezTo>
                <a:cubicBezTo>
                  <a:pt x="57996" y="31811"/>
                  <a:pt x="57972" y="31811"/>
                  <a:pt x="57972" y="31761"/>
                </a:cubicBezTo>
                <a:cubicBezTo>
                  <a:pt x="57996" y="31761"/>
                  <a:pt x="57996" y="31761"/>
                  <a:pt x="58046" y="31736"/>
                </a:cubicBezTo>
                <a:close/>
                <a:moveTo>
                  <a:pt x="70890" y="21158"/>
                </a:moveTo>
                <a:cubicBezTo>
                  <a:pt x="71612" y="21556"/>
                  <a:pt x="72234" y="22054"/>
                  <a:pt x="72782" y="22626"/>
                </a:cubicBezTo>
                <a:cubicBezTo>
                  <a:pt x="72757" y="22751"/>
                  <a:pt x="72732" y="22850"/>
                  <a:pt x="72657" y="22975"/>
                </a:cubicBezTo>
                <a:lnTo>
                  <a:pt x="72483" y="23522"/>
                </a:lnTo>
                <a:cubicBezTo>
                  <a:pt x="72433" y="23647"/>
                  <a:pt x="72384" y="23796"/>
                  <a:pt x="72359" y="23921"/>
                </a:cubicBezTo>
                <a:cubicBezTo>
                  <a:pt x="72284" y="24120"/>
                  <a:pt x="72259" y="24294"/>
                  <a:pt x="72184" y="24493"/>
                </a:cubicBezTo>
                <a:cubicBezTo>
                  <a:pt x="72160" y="24617"/>
                  <a:pt x="72135" y="24767"/>
                  <a:pt x="72110" y="24891"/>
                </a:cubicBezTo>
                <a:cubicBezTo>
                  <a:pt x="72060" y="25066"/>
                  <a:pt x="72010" y="25265"/>
                  <a:pt x="71985" y="25439"/>
                </a:cubicBezTo>
                <a:cubicBezTo>
                  <a:pt x="71935" y="25613"/>
                  <a:pt x="71911" y="25738"/>
                  <a:pt x="71886" y="25887"/>
                </a:cubicBezTo>
                <a:cubicBezTo>
                  <a:pt x="71861" y="26061"/>
                  <a:pt x="71811" y="26235"/>
                  <a:pt x="71786" y="26410"/>
                </a:cubicBezTo>
                <a:cubicBezTo>
                  <a:pt x="71761" y="26559"/>
                  <a:pt x="71736" y="26733"/>
                  <a:pt x="71736" y="26858"/>
                </a:cubicBezTo>
                <a:cubicBezTo>
                  <a:pt x="71736" y="26883"/>
                  <a:pt x="71736" y="26957"/>
                  <a:pt x="71687" y="26982"/>
                </a:cubicBezTo>
                <a:lnTo>
                  <a:pt x="71687" y="27107"/>
                </a:lnTo>
                <a:cubicBezTo>
                  <a:pt x="71637" y="27654"/>
                  <a:pt x="71562" y="28227"/>
                  <a:pt x="71537" y="28749"/>
                </a:cubicBezTo>
                <a:lnTo>
                  <a:pt x="71537" y="28948"/>
                </a:lnTo>
                <a:cubicBezTo>
                  <a:pt x="71512" y="29496"/>
                  <a:pt x="71512" y="30069"/>
                  <a:pt x="71537" y="30591"/>
                </a:cubicBezTo>
                <a:lnTo>
                  <a:pt x="71537" y="30691"/>
                </a:lnTo>
                <a:cubicBezTo>
                  <a:pt x="71562" y="31214"/>
                  <a:pt x="71637" y="31711"/>
                  <a:pt x="71687" y="32209"/>
                </a:cubicBezTo>
                <a:cubicBezTo>
                  <a:pt x="71015" y="31587"/>
                  <a:pt x="70168" y="31114"/>
                  <a:pt x="69247" y="30741"/>
                </a:cubicBezTo>
                <a:cubicBezTo>
                  <a:pt x="68625" y="27953"/>
                  <a:pt x="68550" y="24966"/>
                  <a:pt x="69023" y="21954"/>
                </a:cubicBezTo>
                <a:cubicBezTo>
                  <a:pt x="69695" y="21755"/>
                  <a:pt x="70293" y="21481"/>
                  <a:pt x="70890" y="21158"/>
                </a:cubicBezTo>
                <a:close/>
                <a:moveTo>
                  <a:pt x="73130" y="23000"/>
                </a:moveTo>
                <a:cubicBezTo>
                  <a:pt x="74126" y="24120"/>
                  <a:pt x="74873" y="25514"/>
                  <a:pt x="75271" y="27131"/>
                </a:cubicBezTo>
                <a:cubicBezTo>
                  <a:pt x="74624" y="28525"/>
                  <a:pt x="74126" y="29969"/>
                  <a:pt x="73877" y="31413"/>
                </a:cubicBezTo>
                <a:cubicBezTo>
                  <a:pt x="73304" y="31711"/>
                  <a:pt x="72757" y="32010"/>
                  <a:pt x="72184" y="32284"/>
                </a:cubicBezTo>
                <a:cubicBezTo>
                  <a:pt x="72160" y="32110"/>
                  <a:pt x="72135" y="31886"/>
                  <a:pt x="72135" y="31711"/>
                </a:cubicBezTo>
                <a:cubicBezTo>
                  <a:pt x="72110" y="31487"/>
                  <a:pt x="72110" y="31288"/>
                  <a:pt x="72060" y="31089"/>
                </a:cubicBezTo>
                <a:cubicBezTo>
                  <a:pt x="72035" y="30716"/>
                  <a:pt x="72010" y="30293"/>
                  <a:pt x="72010" y="29894"/>
                </a:cubicBezTo>
                <a:lnTo>
                  <a:pt x="72010" y="29397"/>
                </a:lnTo>
                <a:cubicBezTo>
                  <a:pt x="72010" y="28998"/>
                  <a:pt x="72035" y="28600"/>
                  <a:pt x="72060" y="28177"/>
                </a:cubicBezTo>
                <a:cubicBezTo>
                  <a:pt x="72060" y="28003"/>
                  <a:pt x="72110" y="27804"/>
                  <a:pt x="72110" y="27629"/>
                </a:cubicBezTo>
                <a:cubicBezTo>
                  <a:pt x="72135" y="27380"/>
                  <a:pt x="72160" y="27107"/>
                  <a:pt x="72184" y="26858"/>
                </a:cubicBezTo>
                <a:cubicBezTo>
                  <a:pt x="72234" y="26509"/>
                  <a:pt x="72284" y="26186"/>
                  <a:pt x="72359" y="25862"/>
                </a:cubicBezTo>
                <a:cubicBezTo>
                  <a:pt x="72384" y="25613"/>
                  <a:pt x="72433" y="25364"/>
                  <a:pt x="72508" y="25140"/>
                </a:cubicBezTo>
                <a:cubicBezTo>
                  <a:pt x="72558" y="24891"/>
                  <a:pt x="72632" y="24617"/>
                  <a:pt x="72682" y="24369"/>
                </a:cubicBezTo>
                <a:cubicBezTo>
                  <a:pt x="72782" y="24095"/>
                  <a:pt x="72856" y="23846"/>
                  <a:pt x="72931" y="23597"/>
                </a:cubicBezTo>
                <a:cubicBezTo>
                  <a:pt x="73006" y="23398"/>
                  <a:pt x="73056" y="23174"/>
                  <a:pt x="73130" y="23000"/>
                </a:cubicBezTo>
                <a:close/>
                <a:moveTo>
                  <a:pt x="105663" y="16080"/>
                </a:moveTo>
                <a:lnTo>
                  <a:pt x="105663" y="16080"/>
                </a:lnTo>
                <a:cubicBezTo>
                  <a:pt x="108525" y="17150"/>
                  <a:pt x="110940" y="18768"/>
                  <a:pt x="112807" y="20909"/>
                </a:cubicBezTo>
                <a:cubicBezTo>
                  <a:pt x="112881" y="21282"/>
                  <a:pt x="112981" y="21655"/>
                  <a:pt x="113056" y="22054"/>
                </a:cubicBezTo>
                <a:cubicBezTo>
                  <a:pt x="113081" y="22228"/>
                  <a:pt x="113105" y="22402"/>
                  <a:pt x="113130" y="22552"/>
                </a:cubicBezTo>
                <a:cubicBezTo>
                  <a:pt x="113230" y="23124"/>
                  <a:pt x="113329" y="23672"/>
                  <a:pt x="113379" y="24269"/>
                </a:cubicBezTo>
                <a:cubicBezTo>
                  <a:pt x="113379" y="24418"/>
                  <a:pt x="113429" y="24543"/>
                  <a:pt x="113429" y="24717"/>
                </a:cubicBezTo>
                <a:lnTo>
                  <a:pt x="113504" y="26111"/>
                </a:lnTo>
                <a:cubicBezTo>
                  <a:pt x="113504" y="26335"/>
                  <a:pt x="113553" y="26534"/>
                  <a:pt x="113553" y="26783"/>
                </a:cubicBezTo>
                <a:cubicBezTo>
                  <a:pt x="113553" y="27355"/>
                  <a:pt x="113578" y="27953"/>
                  <a:pt x="113553" y="28500"/>
                </a:cubicBezTo>
                <a:cubicBezTo>
                  <a:pt x="113553" y="28700"/>
                  <a:pt x="113504" y="28849"/>
                  <a:pt x="113504" y="29023"/>
                </a:cubicBezTo>
                <a:lnTo>
                  <a:pt x="113429" y="30517"/>
                </a:lnTo>
                <a:cubicBezTo>
                  <a:pt x="113379" y="30741"/>
                  <a:pt x="113379" y="30965"/>
                  <a:pt x="113354" y="31139"/>
                </a:cubicBezTo>
                <a:cubicBezTo>
                  <a:pt x="113329" y="31562"/>
                  <a:pt x="113255" y="31935"/>
                  <a:pt x="113230" y="32334"/>
                </a:cubicBezTo>
                <a:cubicBezTo>
                  <a:pt x="111363" y="29645"/>
                  <a:pt x="108774" y="27654"/>
                  <a:pt x="105514" y="26459"/>
                </a:cubicBezTo>
                <a:cubicBezTo>
                  <a:pt x="106285" y="22975"/>
                  <a:pt x="106360" y="19390"/>
                  <a:pt x="105663" y="16080"/>
                </a:cubicBezTo>
                <a:close/>
                <a:moveTo>
                  <a:pt x="69389" y="31096"/>
                </a:moveTo>
                <a:lnTo>
                  <a:pt x="69389" y="31096"/>
                </a:lnTo>
                <a:cubicBezTo>
                  <a:pt x="70278" y="31469"/>
                  <a:pt x="71069" y="31964"/>
                  <a:pt x="71761" y="32558"/>
                </a:cubicBezTo>
                <a:cubicBezTo>
                  <a:pt x="71736" y="32558"/>
                  <a:pt x="71687" y="32583"/>
                  <a:pt x="71687" y="32583"/>
                </a:cubicBezTo>
                <a:cubicBezTo>
                  <a:pt x="71039" y="31985"/>
                  <a:pt x="70268" y="31487"/>
                  <a:pt x="69397" y="31139"/>
                </a:cubicBezTo>
                <a:cubicBezTo>
                  <a:pt x="69397" y="31122"/>
                  <a:pt x="69397" y="31106"/>
                  <a:pt x="69389" y="31096"/>
                </a:cubicBezTo>
                <a:close/>
                <a:moveTo>
                  <a:pt x="73852" y="31687"/>
                </a:moveTo>
                <a:lnTo>
                  <a:pt x="73852" y="31736"/>
                </a:lnTo>
                <a:cubicBezTo>
                  <a:pt x="73304" y="31985"/>
                  <a:pt x="72782" y="32259"/>
                  <a:pt x="72234" y="32583"/>
                </a:cubicBezTo>
                <a:lnTo>
                  <a:pt x="72234" y="32508"/>
                </a:lnTo>
                <a:cubicBezTo>
                  <a:pt x="72757" y="32234"/>
                  <a:pt x="73304" y="31960"/>
                  <a:pt x="73852" y="31687"/>
                </a:cubicBezTo>
                <a:close/>
                <a:moveTo>
                  <a:pt x="113081" y="21232"/>
                </a:moveTo>
                <a:cubicBezTo>
                  <a:pt x="113105" y="21257"/>
                  <a:pt x="113105" y="21282"/>
                  <a:pt x="113130" y="21307"/>
                </a:cubicBezTo>
                <a:cubicBezTo>
                  <a:pt x="113205" y="21556"/>
                  <a:pt x="113255" y="21805"/>
                  <a:pt x="113280" y="22103"/>
                </a:cubicBezTo>
                <a:cubicBezTo>
                  <a:pt x="113329" y="22228"/>
                  <a:pt x="113329" y="22352"/>
                  <a:pt x="113354" y="22477"/>
                </a:cubicBezTo>
                <a:cubicBezTo>
                  <a:pt x="113454" y="22925"/>
                  <a:pt x="113504" y="23423"/>
                  <a:pt x="113578" y="23921"/>
                </a:cubicBezTo>
                <a:cubicBezTo>
                  <a:pt x="113603" y="24095"/>
                  <a:pt x="113603" y="24244"/>
                  <a:pt x="113628" y="24418"/>
                </a:cubicBezTo>
                <a:cubicBezTo>
                  <a:pt x="113703" y="24991"/>
                  <a:pt x="113728" y="25538"/>
                  <a:pt x="113753" y="26136"/>
                </a:cubicBezTo>
                <a:cubicBezTo>
                  <a:pt x="113753" y="26360"/>
                  <a:pt x="113753" y="26584"/>
                  <a:pt x="113777" y="26783"/>
                </a:cubicBezTo>
                <a:lnTo>
                  <a:pt x="113777" y="28152"/>
                </a:lnTo>
                <a:lnTo>
                  <a:pt x="113777" y="28724"/>
                </a:lnTo>
                <a:cubicBezTo>
                  <a:pt x="113753" y="29322"/>
                  <a:pt x="113728" y="29894"/>
                  <a:pt x="113703" y="30517"/>
                </a:cubicBezTo>
                <a:cubicBezTo>
                  <a:pt x="113653" y="30741"/>
                  <a:pt x="113653" y="30940"/>
                  <a:pt x="113628" y="31139"/>
                </a:cubicBezTo>
                <a:cubicBezTo>
                  <a:pt x="113578" y="31612"/>
                  <a:pt x="113504" y="32110"/>
                  <a:pt x="113454" y="32632"/>
                </a:cubicBezTo>
                <a:cubicBezTo>
                  <a:pt x="113429" y="32607"/>
                  <a:pt x="113429" y="32583"/>
                  <a:pt x="113379" y="32583"/>
                </a:cubicBezTo>
                <a:lnTo>
                  <a:pt x="113578" y="30990"/>
                </a:lnTo>
                <a:cubicBezTo>
                  <a:pt x="113578" y="30865"/>
                  <a:pt x="113603" y="30741"/>
                  <a:pt x="113603" y="30616"/>
                </a:cubicBezTo>
                <a:cubicBezTo>
                  <a:pt x="113678" y="29994"/>
                  <a:pt x="113703" y="29347"/>
                  <a:pt x="113728" y="28724"/>
                </a:cubicBezTo>
                <a:lnTo>
                  <a:pt x="113728" y="28525"/>
                </a:lnTo>
                <a:cubicBezTo>
                  <a:pt x="113753" y="27903"/>
                  <a:pt x="113728" y="27281"/>
                  <a:pt x="113728" y="26659"/>
                </a:cubicBezTo>
                <a:cubicBezTo>
                  <a:pt x="113728" y="26484"/>
                  <a:pt x="113728" y="26285"/>
                  <a:pt x="113703" y="26111"/>
                </a:cubicBezTo>
                <a:lnTo>
                  <a:pt x="113603" y="24518"/>
                </a:lnTo>
                <a:cubicBezTo>
                  <a:pt x="113603" y="24418"/>
                  <a:pt x="113603" y="24344"/>
                  <a:pt x="113578" y="24244"/>
                </a:cubicBezTo>
                <a:cubicBezTo>
                  <a:pt x="113504" y="23647"/>
                  <a:pt x="113429" y="23049"/>
                  <a:pt x="113329" y="22477"/>
                </a:cubicBezTo>
                <a:lnTo>
                  <a:pt x="113230" y="22004"/>
                </a:lnTo>
                <a:cubicBezTo>
                  <a:pt x="113180" y="21755"/>
                  <a:pt x="113130" y="21481"/>
                  <a:pt x="113081" y="21232"/>
                </a:cubicBezTo>
                <a:close/>
                <a:moveTo>
                  <a:pt x="105464" y="26609"/>
                </a:moveTo>
                <a:cubicBezTo>
                  <a:pt x="108725" y="27853"/>
                  <a:pt x="111338" y="29869"/>
                  <a:pt x="113180" y="32607"/>
                </a:cubicBezTo>
                <a:lnTo>
                  <a:pt x="113180" y="32707"/>
                </a:lnTo>
                <a:cubicBezTo>
                  <a:pt x="111363" y="29944"/>
                  <a:pt x="108749" y="27878"/>
                  <a:pt x="105464" y="26659"/>
                </a:cubicBezTo>
                <a:lnTo>
                  <a:pt x="105464" y="26609"/>
                </a:lnTo>
                <a:close/>
                <a:moveTo>
                  <a:pt x="113329" y="32831"/>
                </a:moveTo>
                <a:cubicBezTo>
                  <a:pt x="113354" y="32856"/>
                  <a:pt x="113354" y="32881"/>
                  <a:pt x="113379" y="32881"/>
                </a:cubicBezTo>
                <a:lnTo>
                  <a:pt x="113379" y="33006"/>
                </a:lnTo>
                <a:cubicBezTo>
                  <a:pt x="113354" y="32981"/>
                  <a:pt x="113354" y="32956"/>
                  <a:pt x="113329" y="32931"/>
                </a:cubicBezTo>
                <a:lnTo>
                  <a:pt x="113329" y="32831"/>
                </a:lnTo>
                <a:close/>
                <a:moveTo>
                  <a:pt x="69446" y="31363"/>
                </a:moveTo>
                <a:lnTo>
                  <a:pt x="69446" y="31363"/>
                </a:lnTo>
                <a:cubicBezTo>
                  <a:pt x="70218" y="31711"/>
                  <a:pt x="70940" y="32135"/>
                  <a:pt x="71537" y="32682"/>
                </a:cubicBezTo>
                <a:cubicBezTo>
                  <a:pt x="71039" y="32931"/>
                  <a:pt x="70542" y="33205"/>
                  <a:pt x="70069" y="33479"/>
                </a:cubicBezTo>
                <a:cubicBezTo>
                  <a:pt x="69820" y="32807"/>
                  <a:pt x="69596" y="32085"/>
                  <a:pt x="69446" y="31363"/>
                </a:cubicBezTo>
                <a:close/>
                <a:moveTo>
                  <a:pt x="69148" y="31238"/>
                </a:moveTo>
                <a:cubicBezTo>
                  <a:pt x="69173" y="31238"/>
                  <a:pt x="69197" y="31263"/>
                  <a:pt x="69197" y="31263"/>
                </a:cubicBezTo>
                <a:cubicBezTo>
                  <a:pt x="69397" y="32060"/>
                  <a:pt x="69646" y="32831"/>
                  <a:pt x="69894" y="33578"/>
                </a:cubicBezTo>
                <a:cubicBezTo>
                  <a:pt x="69870" y="33578"/>
                  <a:pt x="69870" y="33603"/>
                  <a:pt x="69820" y="33603"/>
                </a:cubicBezTo>
                <a:cubicBezTo>
                  <a:pt x="69546" y="32831"/>
                  <a:pt x="69322" y="32060"/>
                  <a:pt x="69148" y="31238"/>
                </a:cubicBezTo>
                <a:close/>
                <a:moveTo>
                  <a:pt x="71662" y="32831"/>
                </a:moveTo>
                <a:cubicBezTo>
                  <a:pt x="71687" y="32831"/>
                  <a:pt x="71687" y="32856"/>
                  <a:pt x="71736" y="32881"/>
                </a:cubicBezTo>
                <a:cubicBezTo>
                  <a:pt x="71189" y="33180"/>
                  <a:pt x="70691" y="33454"/>
                  <a:pt x="70168" y="33752"/>
                </a:cubicBezTo>
                <a:cubicBezTo>
                  <a:pt x="70143" y="33703"/>
                  <a:pt x="70143" y="33678"/>
                  <a:pt x="70143" y="33678"/>
                </a:cubicBezTo>
                <a:cubicBezTo>
                  <a:pt x="70641" y="33379"/>
                  <a:pt x="71164" y="33105"/>
                  <a:pt x="71662" y="32831"/>
                </a:cubicBezTo>
                <a:close/>
                <a:moveTo>
                  <a:pt x="69944" y="33752"/>
                </a:moveTo>
                <a:cubicBezTo>
                  <a:pt x="69944" y="33802"/>
                  <a:pt x="69944" y="33802"/>
                  <a:pt x="69994" y="33827"/>
                </a:cubicBezTo>
                <a:cubicBezTo>
                  <a:pt x="69944" y="33827"/>
                  <a:pt x="69944" y="33852"/>
                  <a:pt x="69919" y="33852"/>
                </a:cubicBezTo>
                <a:cubicBezTo>
                  <a:pt x="69919" y="33827"/>
                  <a:pt x="69894" y="33827"/>
                  <a:pt x="69894" y="33802"/>
                </a:cubicBezTo>
                <a:cubicBezTo>
                  <a:pt x="69919" y="33752"/>
                  <a:pt x="69944" y="33752"/>
                  <a:pt x="69944" y="33752"/>
                </a:cubicBezTo>
                <a:close/>
                <a:moveTo>
                  <a:pt x="117188" y="30168"/>
                </a:moveTo>
                <a:cubicBezTo>
                  <a:pt x="117188" y="30243"/>
                  <a:pt x="117212" y="30293"/>
                  <a:pt x="117212" y="30342"/>
                </a:cubicBezTo>
                <a:cubicBezTo>
                  <a:pt x="117212" y="30367"/>
                  <a:pt x="117237" y="30392"/>
                  <a:pt x="117237" y="30467"/>
                </a:cubicBezTo>
                <a:lnTo>
                  <a:pt x="117237" y="31338"/>
                </a:lnTo>
                <a:lnTo>
                  <a:pt x="117237" y="31711"/>
                </a:lnTo>
                <a:lnTo>
                  <a:pt x="117237" y="31761"/>
                </a:lnTo>
                <a:cubicBezTo>
                  <a:pt x="117237" y="31886"/>
                  <a:pt x="117212" y="32010"/>
                  <a:pt x="117212" y="32159"/>
                </a:cubicBezTo>
                <a:cubicBezTo>
                  <a:pt x="117212" y="32309"/>
                  <a:pt x="117188" y="32408"/>
                  <a:pt x="117188" y="32583"/>
                </a:cubicBezTo>
                <a:cubicBezTo>
                  <a:pt x="117163" y="32757"/>
                  <a:pt x="117163" y="32906"/>
                  <a:pt x="117113" y="33105"/>
                </a:cubicBezTo>
                <a:lnTo>
                  <a:pt x="117113" y="33230"/>
                </a:lnTo>
                <a:cubicBezTo>
                  <a:pt x="117113" y="33304"/>
                  <a:pt x="117088" y="33354"/>
                  <a:pt x="117088" y="33404"/>
                </a:cubicBezTo>
                <a:cubicBezTo>
                  <a:pt x="117050" y="33632"/>
                  <a:pt x="117007" y="33860"/>
                  <a:pt x="116958" y="34087"/>
                </a:cubicBezTo>
                <a:lnTo>
                  <a:pt x="116958" y="34087"/>
                </a:lnTo>
                <a:lnTo>
                  <a:pt x="117038" y="33628"/>
                </a:lnTo>
                <a:cubicBezTo>
                  <a:pt x="117063" y="33504"/>
                  <a:pt x="117063" y="33379"/>
                  <a:pt x="117088" y="33255"/>
                </a:cubicBezTo>
                <a:lnTo>
                  <a:pt x="117088" y="33230"/>
                </a:lnTo>
                <a:lnTo>
                  <a:pt x="117088" y="33205"/>
                </a:lnTo>
                <a:cubicBezTo>
                  <a:pt x="117113" y="33056"/>
                  <a:pt x="117113" y="32856"/>
                  <a:pt x="117163" y="32707"/>
                </a:cubicBezTo>
                <a:cubicBezTo>
                  <a:pt x="117163" y="32583"/>
                  <a:pt x="117188" y="32458"/>
                  <a:pt x="117188" y="32334"/>
                </a:cubicBezTo>
                <a:lnTo>
                  <a:pt x="117188" y="32259"/>
                </a:lnTo>
                <a:lnTo>
                  <a:pt x="117188" y="32110"/>
                </a:lnTo>
                <a:cubicBezTo>
                  <a:pt x="117188" y="31985"/>
                  <a:pt x="117212" y="31861"/>
                  <a:pt x="117212" y="31761"/>
                </a:cubicBezTo>
                <a:lnTo>
                  <a:pt x="117212" y="31587"/>
                </a:lnTo>
                <a:cubicBezTo>
                  <a:pt x="117188" y="31512"/>
                  <a:pt x="117188" y="31512"/>
                  <a:pt x="117188" y="31487"/>
                </a:cubicBezTo>
                <a:lnTo>
                  <a:pt x="117188" y="31064"/>
                </a:lnTo>
                <a:lnTo>
                  <a:pt x="117188" y="30840"/>
                </a:lnTo>
                <a:lnTo>
                  <a:pt x="117188" y="30716"/>
                </a:lnTo>
                <a:lnTo>
                  <a:pt x="117188" y="30243"/>
                </a:lnTo>
                <a:lnTo>
                  <a:pt x="117188" y="30168"/>
                </a:lnTo>
                <a:close/>
                <a:moveTo>
                  <a:pt x="86198" y="27032"/>
                </a:moveTo>
                <a:lnTo>
                  <a:pt x="86198" y="27032"/>
                </a:lnTo>
                <a:cubicBezTo>
                  <a:pt x="86347" y="29621"/>
                  <a:pt x="86173" y="32135"/>
                  <a:pt x="85675" y="34474"/>
                </a:cubicBezTo>
                <a:lnTo>
                  <a:pt x="85601" y="34474"/>
                </a:lnTo>
                <a:cubicBezTo>
                  <a:pt x="86123" y="32135"/>
                  <a:pt x="86298" y="29645"/>
                  <a:pt x="86123" y="27082"/>
                </a:cubicBezTo>
                <a:cubicBezTo>
                  <a:pt x="86173" y="27082"/>
                  <a:pt x="86173" y="27082"/>
                  <a:pt x="86198" y="27032"/>
                </a:cubicBezTo>
                <a:close/>
                <a:moveTo>
                  <a:pt x="85601" y="34624"/>
                </a:moveTo>
                <a:lnTo>
                  <a:pt x="85601" y="34698"/>
                </a:lnTo>
                <a:lnTo>
                  <a:pt x="85551" y="34698"/>
                </a:lnTo>
                <a:lnTo>
                  <a:pt x="85551" y="34624"/>
                </a:lnTo>
                <a:close/>
                <a:moveTo>
                  <a:pt x="93192" y="25663"/>
                </a:moveTo>
                <a:lnTo>
                  <a:pt x="93192" y="25663"/>
                </a:lnTo>
                <a:cubicBezTo>
                  <a:pt x="92769" y="28575"/>
                  <a:pt x="91973" y="31612"/>
                  <a:pt x="90853" y="34698"/>
                </a:cubicBezTo>
                <a:cubicBezTo>
                  <a:pt x="89535" y="34524"/>
                  <a:pt x="88232" y="34425"/>
                  <a:pt x="86956" y="34425"/>
                </a:cubicBezTo>
                <a:cubicBezTo>
                  <a:pt x="86593" y="34425"/>
                  <a:pt x="86233" y="34433"/>
                  <a:pt x="85875" y="34449"/>
                </a:cubicBezTo>
                <a:cubicBezTo>
                  <a:pt x="86347" y="32110"/>
                  <a:pt x="86547" y="29596"/>
                  <a:pt x="86372" y="27007"/>
                </a:cubicBezTo>
                <a:cubicBezTo>
                  <a:pt x="88737" y="26360"/>
                  <a:pt x="91027" y="25912"/>
                  <a:pt x="93192" y="25663"/>
                </a:cubicBezTo>
                <a:close/>
                <a:moveTo>
                  <a:pt x="93441" y="25638"/>
                </a:moveTo>
                <a:cubicBezTo>
                  <a:pt x="93018" y="28575"/>
                  <a:pt x="92197" y="31612"/>
                  <a:pt x="91077" y="34748"/>
                </a:cubicBezTo>
                <a:lnTo>
                  <a:pt x="91027" y="34748"/>
                </a:lnTo>
                <a:cubicBezTo>
                  <a:pt x="92147" y="31637"/>
                  <a:pt x="92944" y="28600"/>
                  <a:pt x="93392" y="25663"/>
                </a:cubicBezTo>
                <a:cubicBezTo>
                  <a:pt x="93392" y="25638"/>
                  <a:pt x="93417" y="25638"/>
                  <a:pt x="93441" y="25638"/>
                </a:cubicBezTo>
                <a:close/>
                <a:moveTo>
                  <a:pt x="73802" y="31960"/>
                </a:moveTo>
                <a:lnTo>
                  <a:pt x="73802" y="32060"/>
                </a:lnTo>
                <a:lnTo>
                  <a:pt x="73802" y="32085"/>
                </a:lnTo>
                <a:cubicBezTo>
                  <a:pt x="73753" y="32458"/>
                  <a:pt x="73703" y="32856"/>
                  <a:pt x="73678" y="33230"/>
                </a:cubicBezTo>
                <a:cubicBezTo>
                  <a:pt x="73653" y="33479"/>
                  <a:pt x="73653" y="33703"/>
                  <a:pt x="73653" y="33952"/>
                </a:cubicBezTo>
                <a:lnTo>
                  <a:pt x="73653" y="33976"/>
                </a:lnTo>
                <a:lnTo>
                  <a:pt x="73653" y="34026"/>
                </a:lnTo>
                <a:cubicBezTo>
                  <a:pt x="73653" y="34325"/>
                  <a:pt x="73628" y="34599"/>
                  <a:pt x="73653" y="34848"/>
                </a:cubicBezTo>
                <a:cubicBezTo>
                  <a:pt x="73304" y="34076"/>
                  <a:pt x="72832" y="33404"/>
                  <a:pt x="72284" y="32831"/>
                </a:cubicBezTo>
                <a:lnTo>
                  <a:pt x="72284" y="32757"/>
                </a:lnTo>
                <a:cubicBezTo>
                  <a:pt x="72782" y="32483"/>
                  <a:pt x="73280" y="32209"/>
                  <a:pt x="73802" y="31960"/>
                </a:cubicBezTo>
                <a:close/>
                <a:moveTo>
                  <a:pt x="86708" y="34609"/>
                </a:moveTo>
                <a:cubicBezTo>
                  <a:pt x="88023" y="34609"/>
                  <a:pt x="89368" y="34692"/>
                  <a:pt x="90728" y="34873"/>
                </a:cubicBezTo>
                <a:cubicBezTo>
                  <a:pt x="90778" y="34922"/>
                  <a:pt x="90778" y="34922"/>
                  <a:pt x="90728" y="34947"/>
                </a:cubicBezTo>
                <a:cubicBezTo>
                  <a:pt x="89434" y="34748"/>
                  <a:pt x="88090" y="34649"/>
                  <a:pt x="86820" y="34649"/>
                </a:cubicBezTo>
                <a:cubicBezTo>
                  <a:pt x="86472" y="34649"/>
                  <a:pt x="86099" y="34698"/>
                  <a:pt x="85750" y="34698"/>
                </a:cubicBezTo>
                <a:lnTo>
                  <a:pt x="85750" y="34624"/>
                </a:lnTo>
                <a:cubicBezTo>
                  <a:pt x="86067" y="34614"/>
                  <a:pt x="86387" y="34609"/>
                  <a:pt x="86708" y="34609"/>
                </a:cubicBezTo>
                <a:close/>
                <a:moveTo>
                  <a:pt x="91027" y="34922"/>
                </a:moveTo>
                <a:cubicBezTo>
                  <a:pt x="91027" y="34947"/>
                  <a:pt x="91027" y="34947"/>
                  <a:pt x="90977" y="34972"/>
                </a:cubicBezTo>
                <a:lnTo>
                  <a:pt x="90927" y="34972"/>
                </a:lnTo>
                <a:cubicBezTo>
                  <a:pt x="90927" y="34947"/>
                  <a:pt x="90927" y="34947"/>
                  <a:pt x="90952" y="34922"/>
                </a:cubicBezTo>
                <a:close/>
                <a:moveTo>
                  <a:pt x="85949" y="27107"/>
                </a:moveTo>
                <a:lnTo>
                  <a:pt x="85949" y="27107"/>
                </a:lnTo>
                <a:cubicBezTo>
                  <a:pt x="86099" y="29645"/>
                  <a:pt x="85899" y="32135"/>
                  <a:pt x="85377" y="34474"/>
                </a:cubicBezTo>
                <a:cubicBezTo>
                  <a:pt x="83933" y="34574"/>
                  <a:pt x="82514" y="34748"/>
                  <a:pt x="81195" y="35097"/>
                </a:cubicBezTo>
                <a:cubicBezTo>
                  <a:pt x="82066" y="32632"/>
                  <a:pt x="82639" y="30268"/>
                  <a:pt x="82987" y="28028"/>
                </a:cubicBezTo>
                <a:cubicBezTo>
                  <a:pt x="83983" y="27704"/>
                  <a:pt x="84978" y="27380"/>
                  <a:pt x="85949" y="27107"/>
                </a:cubicBezTo>
                <a:close/>
                <a:moveTo>
                  <a:pt x="82738" y="28102"/>
                </a:moveTo>
                <a:cubicBezTo>
                  <a:pt x="82738" y="28127"/>
                  <a:pt x="82763" y="28127"/>
                  <a:pt x="82763" y="28127"/>
                </a:cubicBezTo>
                <a:cubicBezTo>
                  <a:pt x="82464" y="30367"/>
                  <a:pt x="81817" y="32732"/>
                  <a:pt x="80971" y="35171"/>
                </a:cubicBezTo>
                <a:lnTo>
                  <a:pt x="80921" y="35171"/>
                </a:lnTo>
                <a:cubicBezTo>
                  <a:pt x="81270" y="34225"/>
                  <a:pt x="81543" y="33304"/>
                  <a:pt x="81817" y="32383"/>
                </a:cubicBezTo>
                <a:cubicBezTo>
                  <a:pt x="81867" y="32184"/>
                  <a:pt x="81917" y="31960"/>
                  <a:pt x="81991" y="31711"/>
                </a:cubicBezTo>
                <a:cubicBezTo>
                  <a:pt x="82066" y="31462"/>
                  <a:pt x="82116" y="31238"/>
                  <a:pt x="82191" y="30990"/>
                </a:cubicBezTo>
                <a:cubicBezTo>
                  <a:pt x="82191" y="30965"/>
                  <a:pt x="82191" y="30940"/>
                  <a:pt x="82216" y="30890"/>
                </a:cubicBezTo>
                <a:cubicBezTo>
                  <a:pt x="82216" y="30840"/>
                  <a:pt x="82240" y="30815"/>
                  <a:pt x="82240" y="30741"/>
                </a:cubicBezTo>
                <a:cubicBezTo>
                  <a:pt x="82240" y="30716"/>
                  <a:pt x="82265" y="30641"/>
                  <a:pt x="82265" y="30616"/>
                </a:cubicBezTo>
                <a:cubicBezTo>
                  <a:pt x="82365" y="30218"/>
                  <a:pt x="82464" y="29845"/>
                  <a:pt x="82514" y="29446"/>
                </a:cubicBezTo>
                <a:cubicBezTo>
                  <a:pt x="82514" y="29397"/>
                  <a:pt x="82564" y="29347"/>
                  <a:pt x="82564" y="29322"/>
                </a:cubicBezTo>
                <a:lnTo>
                  <a:pt x="82564" y="29247"/>
                </a:lnTo>
                <a:cubicBezTo>
                  <a:pt x="82614" y="28874"/>
                  <a:pt x="82688" y="28476"/>
                  <a:pt x="82738" y="28102"/>
                </a:cubicBezTo>
                <a:close/>
                <a:moveTo>
                  <a:pt x="85361" y="34699"/>
                </a:moveTo>
                <a:cubicBezTo>
                  <a:pt x="85352" y="34700"/>
                  <a:pt x="85352" y="34705"/>
                  <a:pt x="85352" y="34723"/>
                </a:cubicBezTo>
                <a:cubicBezTo>
                  <a:pt x="83858" y="34823"/>
                  <a:pt x="82464" y="35047"/>
                  <a:pt x="81120" y="35370"/>
                </a:cubicBezTo>
                <a:cubicBezTo>
                  <a:pt x="81120" y="35345"/>
                  <a:pt x="81145" y="35345"/>
                  <a:pt x="81145" y="35321"/>
                </a:cubicBezTo>
                <a:cubicBezTo>
                  <a:pt x="82485" y="34973"/>
                  <a:pt x="83874" y="34750"/>
                  <a:pt x="85361" y="34699"/>
                </a:cubicBezTo>
                <a:close/>
                <a:moveTo>
                  <a:pt x="117785" y="32906"/>
                </a:moveTo>
                <a:lnTo>
                  <a:pt x="117785" y="32906"/>
                </a:lnTo>
                <a:cubicBezTo>
                  <a:pt x="117835" y="33255"/>
                  <a:pt x="117860" y="33678"/>
                  <a:pt x="117909" y="34001"/>
                </a:cubicBezTo>
                <a:cubicBezTo>
                  <a:pt x="117909" y="34225"/>
                  <a:pt x="117934" y="34449"/>
                  <a:pt x="117934" y="34649"/>
                </a:cubicBezTo>
                <a:lnTo>
                  <a:pt x="117934" y="34698"/>
                </a:lnTo>
                <a:lnTo>
                  <a:pt x="117934" y="34873"/>
                </a:lnTo>
                <a:lnTo>
                  <a:pt x="117934" y="35395"/>
                </a:lnTo>
                <a:cubicBezTo>
                  <a:pt x="117909" y="34997"/>
                  <a:pt x="117909" y="34599"/>
                  <a:pt x="117860" y="34225"/>
                </a:cubicBezTo>
                <a:cubicBezTo>
                  <a:pt x="117860" y="33976"/>
                  <a:pt x="117835" y="33728"/>
                  <a:pt x="117835" y="33479"/>
                </a:cubicBezTo>
                <a:cubicBezTo>
                  <a:pt x="117835" y="33354"/>
                  <a:pt x="117810" y="33155"/>
                  <a:pt x="117785" y="32906"/>
                </a:cubicBezTo>
                <a:close/>
                <a:moveTo>
                  <a:pt x="39253" y="15756"/>
                </a:moveTo>
                <a:cubicBezTo>
                  <a:pt x="39253" y="15781"/>
                  <a:pt x="39253" y="15781"/>
                  <a:pt x="39204" y="15806"/>
                </a:cubicBezTo>
                <a:lnTo>
                  <a:pt x="39204" y="15831"/>
                </a:lnTo>
                <a:cubicBezTo>
                  <a:pt x="38905" y="16055"/>
                  <a:pt x="38631" y="16304"/>
                  <a:pt x="38308" y="16528"/>
                </a:cubicBezTo>
                <a:cubicBezTo>
                  <a:pt x="37860" y="16827"/>
                  <a:pt x="37436" y="17175"/>
                  <a:pt x="37038" y="17499"/>
                </a:cubicBezTo>
                <a:cubicBezTo>
                  <a:pt x="36764" y="17698"/>
                  <a:pt x="36466" y="17922"/>
                  <a:pt x="36217" y="18121"/>
                </a:cubicBezTo>
                <a:cubicBezTo>
                  <a:pt x="35072" y="18992"/>
                  <a:pt x="33578" y="20262"/>
                  <a:pt x="32682" y="21008"/>
                </a:cubicBezTo>
                <a:cubicBezTo>
                  <a:pt x="30094" y="23124"/>
                  <a:pt x="26858" y="26210"/>
                  <a:pt x="25937" y="27206"/>
                </a:cubicBezTo>
                <a:cubicBezTo>
                  <a:pt x="25638" y="27505"/>
                  <a:pt x="25314" y="27828"/>
                  <a:pt x="24966" y="28152"/>
                </a:cubicBezTo>
                <a:lnTo>
                  <a:pt x="24941" y="28202"/>
                </a:lnTo>
                <a:cubicBezTo>
                  <a:pt x="24767" y="28351"/>
                  <a:pt x="24617" y="28500"/>
                  <a:pt x="24468" y="28675"/>
                </a:cubicBezTo>
                <a:cubicBezTo>
                  <a:pt x="23871" y="29272"/>
                  <a:pt x="23323" y="29869"/>
                  <a:pt x="22850" y="30392"/>
                </a:cubicBezTo>
                <a:cubicBezTo>
                  <a:pt x="22601" y="30691"/>
                  <a:pt x="22377" y="30915"/>
                  <a:pt x="22203" y="31139"/>
                </a:cubicBezTo>
                <a:cubicBezTo>
                  <a:pt x="22029" y="31313"/>
                  <a:pt x="21904" y="31462"/>
                  <a:pt x="21780" y="31587"/>
                </a:cubicBezTo>
                <a:cubicBezTo>
                  <a:pt x="21382" y="32060"/>
                  <a:pt x="21008" y="32458"/>
                  <a:pt x="20710" y="32831"/>
                </a:cubicBezTo>
                <a:cubicBezTo>
                  <a:pt x="19639" y="34051"/>
                  <a:pt x="19092" y="34698"/>
                  <a:pt x="18519" y="35420"/>
                </a:cubicBezTo>
                <a:lnTo>
                  <a:pt x="18494" y="35420"/>
                </a:lnTo>
                <a:cubicBezTo>
                  <a:pt x="18619" y="35246"/>
                  <a:pt x="18743" y="35072"/>
                  <a:pt x="18893" y="34873"/>
                </a:cubicBezTo>
                <a:cubicBezTo>
                  <a:pt x="19415" y="34225"/>
                  <a:pt x="19988" y="33553"/>
                  <a:pt x="20535" y="32881"/>
                </a:cubicBezTo>
                <a:cubicBezTo>
                  <a:pt x="21033" y="32334"/>
                  <a:pt x="21606" y="31711"/>
                  <a:pt x="22128" y="31114"/>
                </a:cubicBezTo>
                <a:cubicBezTo>
                  <a:pt x="22875" y="30317"/>
                  <a:pt x="23622" y="29471"/>
                  <a:pt x="24369" y="28700"/>
                </a:cubicBezTo>
                <a:cubicBezTo>
                  <a:pt x="24692" y="28351"/>
                  <a:pt x="24966" y="28028"/>
                  <a:pt x="25265" y="27729"/>
                </a:cubicBezTo>
                <a:cubicBezTo>
                  <a:pt x="27629" y="25290"/>
                  <a:pt x="30168" y="22925"/>
                  <a:pt x="32807" y="20734"/>
                </a:cubicBezTo>
                <a:cubicBezTo>
                  <a:pt x="33703" y="19938"/>
                  <a:pt x="34649" y="19191"/>
                  <a:pt x="35570" y="18494"/>
                </a:cubicBezTo>
                <a:cubicBezTo>
                  <a:pt x="36042" y="18121"/>
                  <a:pt x="36515" y="17748"/>
                  <a:pt x="37013" y="17399"/>
                </a:cubicBezTo>
                <a:cubicBezTo>
                  <a:pt x="37436" y="17075"/>
                  <a:pt x="37884" y="16752"/>
                  <a:pt x="38308" y="16428"/>
                </a:cubicBezTo>
                <a:cubicBezTo>
                  <a:pt x="38557" y="16254"/>
                  <a:pt x="38781" y="16080"/>
                  <a:pt x="39029" y="15906"/>
                </a:cubicBezTo>
                <a:cubicBezTo>
                  <a:pt x="39079" y="15831"/>
                  <a:pt x="39154" y="15806"/>
                  <a:pt x="39253" y="15756"/>
                </a:cubicBezTo>
                <a:close/>
                <a:moveTo>
                  <a:pt x="91201" y="34947"/>
                </a:moveTo>
                <a:cubicBezTo>
                  <a:pt x="92296" y="35097"/>
                  <a:pt x="93417" y="35321"/>
                  <a:pt x="94512" y="35569"/>
                </a:cubicBezTo>
                <a:lnTo>
                  <a:pt x="94163" y="35569"/>
                </a:lnTo>
                <a:cubicBezTo>
                  <a:pt x="93168" y="35321"/>
                  <a:pt x="92172" y="35121"/>
                  <a:pt x="91176" y="34997"/>
                </a:cubicBezTo>
                <a:cubicBezTo>
                  <a:pt x="91176" y="34972"/>
                  <a:pt x="91176" y="34972"/>
                  <a:pt x="91201" y="34947"/>
                </a:cubicBezTo>
                <a:close/>
                <a:moveTo>
                  <a:pt x="72350" y="33225"/>
                </a:moveTo>
                <a:cubicBezTo>
                  <a:pt x="72903" y="33836"/>
                  <a:pt x="73337" y="34519"/>
                  <a:pt x="73653" y="35345"/>
                </a:cubicBezTo>
                <a:lnTo>
                  <a:pt x="73653" y="35495"/>
                </a:lnTo>
                <a:lnTo>
                  <a:pt x="73653" y="35594"/>
                </a:lnTo>
                <a:cubicBezTo>
                  <a:pt x="73329" y="34723"/>
                  <a:pt x="72881" y="33976"/>
                  <a:pt x="72359" y="33304"/>
                </a:cubicBezTo>
                <a:cubicBezTo>
                  <a:pt x="72359" y="33276"/>
                  <a:pt x="72359" y="33248"/>
                  <a:pt x="72350" y="33225"/>
                </a:cubicBezTo>
                <a:close/>
                <a:moveTo>
                  <a:pt x="51002" y="23024"/>
                </a:moveTo>
                <a:cubicBezTo>
                  <a:pt x="51151" y="23248"/>
                  <a:pt x="51326" y="23423"/>
                  <a:pt x="51475" y="23622"/>
                </a:cubicBezTo>
                <a:cubicBezTo>
                  <a:pt x="51649" y="23846"/>
                  <a:pt x="51848" y="24020"/>
                  <a:pt x="52023" y="24244"/>
                </a:cubicBezTo>
                <a:cubicBezTo>
                  <a:pt x="52197" y="24418"/>
                  <a:pt x="52371" y="24642"/>
                  <a:pt x="52520" y="24841"/>
                </a:cubicBezTo>
                <a:cubicBezTo>
                  <a:pt x="52819" y="25165"/>
                  <a:pt x="53093" y="25489"/>
                  <a:pt x="53367" y="25837"/>
                </a:cubicBezTo>
                <a:lnTo>
                  <a:pt x="53392" y="25862"/>
                </a:lnTo>
                <a:cubicBezTo>
                  <a:pt x="54337" y="27032"/>
                  <a:pt x="55258" y="28227"/>
                  <a:pt x="56179" y="29471"/>
                </a:cubicBezTo>
                <a:cubicBezTo>
                  <a:pt x="53416" y="31438"/>
                  <a:pt x="50778" y="33479"/>
                  <a:pt x="48264" y="35669"/>
                </a:cubicBezTo>
                <a:cubicBezTo>
                  <a:pt x="46372" y="32981"/>
                  <a:pt x="44655" y="30218"/>
                  <a:pt x="43261" y="27629"/>
                </a:cubicBezTo>
                <a:cubicBezTo>
                  <a:pt x="45850" y="25787"/>
                  <a:pt x="48438" y="24269"/>
                  <a:pt x="51002" y="23024"/>
                </a:cubicBezTo>
                <a:close/>
                <a:moveTo>
                  <a:pt x="91102" y="35196"/>
                </a:moveTo>
                <a:cubicBezTo>
                  <a:pt x="91823" y="35296"/>
                  <a:pt x="92545" y="35420"/>
                  <a:pt x="93267" y="35569"/>
                </a:cubicBezTo>
                <a:lnTo>
                  <a:pt x="93217" y="35569"/>
                </a:lnTo>
                <a:cubicBezTo>
                  <a:pt x="92844" y="35569"/>
                  <a:pt x="92446" y="35569"/>
                  <a:pt x="92048" y="35594"/>
                </a:cubicBezTo>
                <a:lnTo>
                  <a:pt x="91699" y="35594"/>
                </a:lnTo>
                <a:cubicBezTo>
                  <a:pt x="91550" y="35594"/>
                  <a:pt x="91425" y="35619"/>
                  <a:pt x="91251" y="35619"/>
                </a:cubicBezTo>
                <a:cubicBezTo>
                  <a:pt x="91151" y="35619"/>
                  <a:pt x="91002" y="35669"/>
                  <a:pt x="90927" y="35669"/>
                </a:cubicBezTo>
                <a:cubicBezTo>
                  <a:pt x="90977" y="35545"/>
                  <a:pt x="91052" y="35345"/>
                  <a:pt x="91102" y="35196"/>
                </a:cubicBezTo>
                <a:close/>
                <a:moveTo>
                  <a:pt x="39054" y="16155"/>
                </a:moveTo>
                <a:cubicBezTo>
                  <a:pt x="39054" y="16204"/>
                  <a:pt x="39029" y="16279"/>
                  <a:pt x="39029" y="16304"/>
                </a:cubicBezTo>
                <a:cubicBezTo>
                  <a:pt x="39029" y="16379"/>
                  <a:pt x="39005" y="16453"/>
                  <a:pt x="39005" y="16528"/>
                </a:cubicBezTo>
                <a:cubicBezTo>
                  <a:pt x="39005" y="16627"/>
                  <a:pt x="39005" y="16677"/>
                  <a:pt x="38955" y="16777"/>
                </a:cubicBezTo>
                <a:cubicBezTo>
                  <a:pt x="38955" y="16876"/>
                  <a:pt x="38955" y="16926"/>
                  <a:pt x="38930" y="17026"/>
                </a:cubicBezTo>
                <a:cubicBezTo>
                  <a:pt x="38955" y="17150"/>
                  <a:pt x="38955" y="17250"/>
                  <a:pt x="38955" y="17324"/>
                </a:cubicBezTo>
                <a:lnTo>
                  <a:pt x="38955" y="17623"/>
                </a:lnTo>
                <a:cubicBezTo>
                  <a:pt x="38955" y="17698"/>
                  <a:pt x="39005" y="17822"/>
                  <a:pt x="39005" y="17922"/>
                </a:cubicBezTo>
                <a:cubicBezTo>
                  <a:pt x="39005" y="18021"/>
                  <a:pt x="39029" y="18121"/>
                  <a:pt x="39029" y="18245"/>
                </a:cubicBezTo>
                <a:cubicBezTo>
                  <a:pt x="39029" y="18320"/>
                  <a:pt x="39054" y="18445"/>
                  <a:pt x="39079" y="18544"/>
                </a:cubicBezTo>
                <a:cubicBezTo>
                  <a:pt x="39079" y="18619"/>
                  <a:pt x="39104" y="18693"/>
                  <a:pt x="39104" y="18768"/>
                </a:cubicBezTo>
                <a:cubicBezTo>
                  <a:pt x="32558" y="23896"/>
                  <a:pt x="26534" y="29645"/>
                  <a:pt x="21357" y="35694"/>
                </a:cubicBezTo>
                <a:cubicBezTo>
                  <a:pt x="20527" y="35443"/>
                  <a:pt x="19832" y="35312"/>
                  <a:pt x="19272" y="35312"/>
                </a:cubicBezTo>
                <a:cubicBezTo>
                  <a:pt x="19109" y="35312"/>
                  <a:pt x="18958" y="35323"/>
                  <a:pt x="18818" y="35345"/>
                </a:cubicBezTo>
                <a:cubicBezTo>
                  <a:pt x="19440" y="34599"/>
                  <a:pt x="20038" y="33852"/>
                  <a:pt x="20685" y="33105"/>
                </a:cubicBezTo>
                <a:cubicBezTo>
                  <a:pt x="21158" y="32558"/>
                  <a:pt x="21655" y="32010"/>
                  <a:pt x="22128" y="31462"/>
                </a:cubicBezTo>
                <a:cubicBezTo>
                  <a:pt x="26584" y="26484"/>
                  <a:pt x="31612" y="21780"/>
                  <a:pt x="37138" y="17573"/>
                </a:cubicBezTo>
                <a:cubicBezTo>
                  <a:pt x="37511" y="17300"/>
                  <a:pt x="37909" y="17001"/>
                  <a:pt x="38283" y="16702"/>
                </a:cubicBezTo>
                <a:cubicBezTo>
                  <a:pt x="38532" y="16528"/>
                  <a:pt x="38781" y="16329"/>
                  <a:pt x="39054" y="16155"/>
                </a:cubicBezTo>
                <a:close/>
                <a:moveTo>
                  <a:pt x="90952" y="35171"/>
                </a:moveTo>
                <a:cubicBezTo>
                  <a:pt x="90853" y="35345"/>
                  <a:pt x="90803" y="35545"/>
                  <a:pt x="90728" y="35719"/>
                </a:cubicBezTo>
                <a:lnTo>
                  <a:pt x="90678" y="35719"/>
                </a:lnTo>
                <a:cubicBezTo>
                  <a:pt x="90728" y="35545"/>
                  <a:pt x="90803" y="35345"/>
                  <a:pt x="90903" y="35171"/>
                </a:cubicBezTo>
                <a:close/>
                <a:moveTo>
                  <a:pt x="39179" y="18942"/>
                </a:moveTo>
                <a:cubicBezTo>
                  <a:pt x="39179" y="18992"/>
                  <a:pt x="39179" y="19017"/>
                  <a:pt x="39204" y="19017"/>
                </a:cubicBezTo>
                <a:cubicBezTo>
                  <a:pt x="32682" y="24120"/>
                  <a:pt x="26758" y="29770"/>
                  <a:pt x="21606" y="35794"/>
                </a:cubicBezTo>
                <a:cubicBezTo>
                  <a:pt x="21581" y="35794"/>
                  <a:pt x="21581" y="35794"/>
                  <a:pt x="21531" y="35744"/>
                </a:cubicBezTo>
                <a:cubicBezTo>
                  <a:pt x="26708" y="29745"/>
                  <a:pt x="32657" y="24045"/>
                  <a:pt x="39179" y="18942"/>
                </a:cubicBezTo>
                <a:close/>
                <a:moveTo>
                  <a:pt x="43037" y="27754"/>
                </a:moveTo>
                <a:cubicBezTo>
                  <a:pt x="44481" y="30367"/>
                  <a:pt x="46223" y="33105"/>
                  <a:pt x="48090" y="35818"/>
                </a:cubicBezTo>
                <a:lnTo>
                  <a:pt x="48040" y="35843"/>
                </a:lnTo>
                <a:cubicBezTo>
                  <a:pt x="46148" y="33130"/>
                  <a:pt x="44431" y="30392"/>
                  <a:pt x="43012" y="27779"/>
                </a:cubicBezTo>
                <a:lnTo>
                  <a:pt x="43037" y="27754"/>
                </a:lnTo>
                <a:close/>
                <a:moveTo>
                  <a:pt x="95333" y="35794"/>
                </a:moveTo>
                <a:cubicBezTo>
                  <a:pt x="95408" y="35794"/>
                  <a:pt x="95433" y="35818"/>
                  <a:pt x="95507" y="35818"/>
                </a:cubicBezTo>
                <a:lnTo>
                  <a:pt x="95532" y="35818"/>
                </a:lnTo>
                <a:cubicBezTo>
                  <a:pt x="95582" y="35843"/>
                  <a:pt x="95657" y="35843"/>
                  <a:pt x="95707" y="35868"/>
                </a:cubicBezTo>
                <a:lnTo>
                  <a:pt x="95682" y="35868"/>
                </a:lnTo>
                <a:cubicBezTo>
                  <a:pt x="95582" y="35868"/>
                  <a:pt x="95532" y="35843"/>
                  <a:pt x="95433" y="35843"/>
                </a:cubicBezTo>
                <a:lnTo>
                  <a:pt x="95383" y="35843"/>
                </a:lnTo>
                <a:cubicBezTo>
                  <a:pt x="95333" y="35843"/>
                  <a:pt x="95283" y="35818"/>
                  <a:pt x="95258" y="35818"/>
                </a:cubicBezTo>
                <a:lnTo>
                  <a:pt x="95209" y="35818"/>
                </a:lnTo>
                <a:cubicBezTo>
                  <a:pt x="95159" y="35818"/>
                  <a:pt x="95134" y="35818"/>
                  <a:pt x="95084" y="35794"/>
                </a:cubicBezTo>
                <a:close/>
                <a:moveTo>
                  <a:pt x="56254" y="29645"/>
                </a:moveTo>
                <a:cubicBezTo>
                  <a:pt x="56254" y="29670"/>
                  <a:pt x="56304" y="29670"/>
                  <a:pt x="56304" y="29720"/>
                </a:cubicBezTo>
                <a:cubicBezTo>
                  <a:pt x="53566" y="31687"/>
                  <a:pt x="50902" y="33728"/>
                  <a:pt x="48388" y="35893"/>
                </a:cubicBezTo>
                <a:cubicBezTo>
                  <a:pt x="48364" y="35868"/>
                  <a:pt x="48364" y="35843"/>
                  <a:pt x="48364" y="35843"/>
                </a:cubicBezTo>
                <a:cubicBezTo>
                  <a:pt x="50902" y="33703"/>
                  <a:pt x="53566" y="31612"/>
                  <a:pt x="56254" y="29645"/>
                </a:cubicBezTo>
                <a:close/>
                <a:moveTo>
                  <a:pt x="19266" y="35495"/>
                </a:moveTo>
                <a:cubicBezTo>
                  <a:pt x="19789" y="35495"/>
                  <a:pt x="20461" y="35619"/>
                  <a:pt x="21183" y="35843"/>
                </a:cubicBezTo>
                <a:lnTo>
                  <a:pt x="21133" y="35918"/>
                </a:lnTo>
                <a:cubicBezTo>
                  <a:pt x="20404" y="35696"/>
                  <a:pt x="19786" y="35585"/>
                  <a:pt x="19286" y="35585"/>
                </a:cubicBezTo>
                <a:cubicBezTo>
                  <a:pt x="19000" y="35585"/>
                  <a:pt x="18752" y="35622"/>
                  <a:pt x="18544" y="35694"/>
                </a:cubicBezTo>
                <a:lnTo>
                  <a:pt x="18644" y="35594"/>
                </a:lnTo>
                <a:cubicBezTo>
                  <a:pt x="18818" y="35545"/>
                  <a:pt x="19042" y="35495"/>
                  <a:pt x="19266" y="35495"/>
                </a:cubicBezTo>
                <a:close/>
                <a:moveTo>
                  <a:pt x="93641" y="35744"/>
                </a:moveTo>
                <a:cubicBezTo>
                  <a:pt x="93815" y="35744"/>
                  <a:pt x="94014" y="35794"/>
                  <a:pt x="94213" y="35794"/>
                </a:cubicBezTo>
                <a:cubicBezTo>
                  <a:pt x="94263" y="35794"/>
                  <a:pt x="94313" y="35818"/>
                  <a:pt x="94337" y="35818"/>
                </a:cubicBezTo>
                <a:lnTo>
                  <a:pt x="94387" y="35818"/>
                </a:lnTo>
                <a:cubicBezTo>
                  <a:pt x="94412" y="35818"/>
                  <a:pt x="94437" y="35843"/>
                  <a:pt x="94462" y="35843"/>
                </a:cubicBezTo>
                <a:cubicBezTo>
                  <a:pt x="94188" y="35843"/>
                  <a:pt x="93914" y="35818"/>
                  <a:pt x="93591" y="35818"/>
                </a:cubicBezTo>
                <a:cubicBezTo>
                  <a:pt x="92968" y="35818"/>
                  <a:pt x="92346" y="35843"/>
                  <a:pt x="91699" y="35868"/>
                </a:cubicBezTo>
                <a:cubicBezTo>
                  <a:pt x="91550" y="35868"/>
                  <a:pt x="91425" y="35893"/>
                  <a:pt x="91276" y="35893"/>
                </a:cubicBezTo>
                <a:cubicBezTo>
                  <a:pt x="91102" y="35893"/>
                  <a:pt x="90952" y="35943"/>
                  <a:pt x="90803" y="35943"/>
                </a:cubicBezTo>
                <a:lnTo>
                  <a:pt x="90803" y="35893"/>
                </a:lnTo>
                <a:lnTo>
                  <a:pt x="90803" y="35868"/>
                </a:lnTo>
                <a:cubicBezTo>
                  <a:pt x="90927" y="35868"/>
                  <a:pt x="91077" y="35843"/>
                  <a:pt x="91201" y="35818"/>
                </a:cubicBezTo>
                <a:cubicBezTo>
                  <a:pt x="91351" y="35818"/>
                  <a:pt x="91525" y="35794"/>
                  <a:pt x="91674" y="35794"/>
                </a:cubicBezTo>
                <a:cubicBezTo>
                  <a:pt x="92346" y="35794"/>
                  <a:pt x="92968" y="35744"/>
                  <a:pt x="93591" y="35744"/>
                </a:cubicBezTo>
                <a:close/>
                <a:moveTo>
                  <a:pt x="39253" y="19266"/>
                </a:moveTo>
                <a:cubicBezTo>
                  <a:pt x="39278" y="19341"/>
                  <a:pt x="39278" y="19465"/>
                  <a:pt x="39303" y="19565"/>
                </a:cubicBezTo>
                <a:cubicBezTo>
                  <a:pt x="38706" y="19988"/>
                  <a:pt x="38158" y="20411"/>
                  <a:pt x="37561" y="20809"/>
                </a:cubicBezTo>
                <a:cubicBezTo>
                  <a:pt x="37461" y="20884"/>
                  <a:pt x="37387" y="20983"/>
                  <a:pt x="37287" y="21033"/>
                </a:cubicBezTo>
                <a:cubicBezTo>
                  <a:pt x="36789" y="21407"/>
                  <a:pt x="36291" y="21805"/>
                  <a:pt x="35794" y="22178"/>
                </a:cubicBezTo>
                <a:lnTo>
                  <a:pt x="35221" y="22651"/>
                </a:lnTo>
                <a:cubicBezTo>
                  <a:pt x="34823" y="22975"/>
                  <a:pt x="34449" y="23273"/>
                  <a:pt x="34051" y="23622"/>
                </a:cubicBezTo>
                <a:cubicBezTo>
                  <a:pt x="34051" y="23622"/>
                  <a:pt x="34001" y="23622"/>
                  <a:pt x="34001" y="23647"/>
                </a:cubicBezTo>
                <a:cubicBezTo>
                  <a:pt x="33852" y="23771"/>
                  <a:pt x="33728" y="23896"/>
                  <a:pt x="33578" y="24020"/>
                </a:cubicBezTo>
                <a:lnTo>
                  <a:pt x="33479" y="24120"/>
                </a:lnTo>
                <a:cubicBezTo>
                  <a:pt x="33105" y="24468"/>
                  <a:pt x="32707" y="24767"/>
                  <a:pt x="32334" y="25115"/>
                </a:cubicBezTo>
                <a:lnTo>
                  <a:pt x="32309" y="25140"/>
                </a:lnTo>
                <a:cubicBezTo>
                  <a:pt x="32309" y="25140"/>
                  <a:pt x="32259" y="25140"/>
                  <a:pt x="32259" y="25165"/>
                </a:cubicBezTo>
                <a:cubicBezTo>
                  <a:pt x="32135" y="25265"/>
                  <a:pt x="32010" y="25389"/>
                  <a:pt x="31911" y="25489"/>
                </a:cubicBezTo>
                <a:cubicBezTo>
                  <a:pt x="31861" y="25514"/>
                  <a:pt x="31836" y="25514"/>
                  <a:pt x="31836" y="25538"/>
                </a:cubicBezTo>
                <a:lnTo>
                  <a:pt x="30616" y="26659"/>
                </a:lnTo>
                <a:cubicBezTo>
                  <a:pt x="30566" y="26733"/>
                  <a:pt x="30467" y="26783"/>
                  <a:pt x="30417" y="26883"/>
                </a:cubicBezTo>
                <a:lnTo>
                  <a:pt x="30318" y="26982"/>
                </a:lnTo>
                <a:lnTo>
                  <a:pt x="30243" y="27032"/>
                </a:lnTo>
                <a:cubicBezTo>
                  <a:pt x="29820" y="27480"/>
                  <a:pt x="29347" y="27878"/>
                  <a:pt x="28924" y="28301"/>
                </a:cubicBezTo>
                <a:lnTo>
                  <a:pt x="28874" y="28351"/>
                </a:lnTo>
                <a:lnTo>
                  <a:pt x="28749" y="28476"/>
                </a:lnTo>
                <a:lnTo>
                  <a:pt x="28725" y="28500"/>
                </a:lnTo>
                <a:cubicBezTo>
                  <a:pt x="28227" y="28998"/>
                  <a:pt x="27729" y="29496"/>
                  <a:pt x="27256" y="29994"/>
                </a:cubicBezTo>
                <a:lnTo>
                  <a:pt x="27231" y="30019"/>
                </a:lnTo>
                <a:cubicBezTo>
                  <a:pt x="27131" y="30118"/>
                  <a:pt x="27082" y="30218"/>
                  <a:pt x="26982" y="30293"/>
                </a:cubicBezTo>
                <a:cubicBezTo>
                  <a:pt x="26957" y="30342"/>
                  <a:pt x="26957" y="30367"/>
                  <a:pt x="26932" y="30367"/>
                </a:cubicBezTo>
                <a:cubicBezTo>
                  <a:pt x="26883" y="30392"/>
                  <a:pt x="26883" y="30417"/>
                  <a:pt x="26858" y="30417"/>
                </a:cubicBezTo>
                <a:cubicBezTo>
                  <a:pt x="26360" y="30965"/>
                  <a:pt x="25862" y="31487"/>
                  <a:pt x="25389" y="32010"/>
                </a:cubicBezTo>
                <a:cubicBezTo>
                  <a:pt x="25314" y="32135"/>
                  <a:pt x="25190" y="32259"/>
                  <a:pt x="25090" y="32359"/>
                </a:cubicBezTo>
                <a:cubicBezTo>
                  <a:pt x="25016" y="32408"/>
                  <a:pt x="24966" y="32508"/>
                  <a:pt x="24891" y="32583"/>
                </a:cubicBezTo>
                <a:cubicBezTo>
                  <a:pt x="24518" y="32981"/>
                  <a:pt x="24194" y="33379"/>
                  <a:pt x="23846" y="33777"/>
                </a:cubicBezTo>
                <a:cubicBezTo>
                  <a:pt x="23746" y="33902"/>
                  <a:pt x="23622" y="34026"/>
                  <a:pt x="23522" y="34151"/>
                </a:cubicBezTo>
                <a:lnTo>
                  <a:pt x="23149" y="34624"/>
                </a:lnTo>
                <a:cubicBezTo>
                  <a:pt x="22776" y="35072"/>
                  <a:pt x="22402" y="35495"/>
                  <a:pt x="22029" y="35968"/>
                </a:cubicBezTo>
                <a:cubicBezTo>
                  <a:pt x="21954" y="35943"/>
                  <a:pt x="21879" y="35893"/>
                  <a:pt x="21780" y="35868"/>
                </a:cubicBezTo>
                <a:cubicBezTo>
                  <a:pt x="26883" y="29919"/>
                  <a:pt x="32782" y="24294"/>
                  <a:pt x="39253" y="19266"/>
                </a:cubicBezTo>
                <a:close/>
                <a:moveTo>
                  <a:pt x="39378" y="19764"/>
                </a:moveTo>
                <a:lnTo>
                  <a:pt x="39378" y="19789"/>
                </a:lnTo>
                <a:lnTo>
                  <a:pt x="39378" y="19814"/>
                </a:lnTo>
                <a:cubicBezTo>
                  <a:pt x="39154" y="19963"/>
                  <a:pt x="38905" y="20162"/>
                  <a:pt x="38681" y="20311"/>
                </a:cubicBezTo>
                <a:cubicBezTo>
                  <a:pt x="38407" y="20535"/>
                  <a:pt x="38084" y="20710"/>
                  <a:pt x="37810" y="20934"/>
                </a:cubicBezTo>
                <a:cubicBezTo>
                  <a:pt x="37785" y="20958"/>
                  <a:pt x="37710" y="21008"/>
                  <a:pt x="37685" y="21033"/>
                </a:cubicBezTo>
                <a:cubicBezTo>
                  <a:pt x="37337" y="21282"/>
                  <a:pt x="37013" y="21556"/>
                  <a:pt x="36665" y="21830"/>
                </a:cubicBezTo>
                <a:cubicBezTo>
                  <a:pt x="36491" y="21954"/>
                  <a:pt x="36316" y="22079"/>
                  <a:pt x="36167" y="22203"/>
                </a:cubicBezTo>
                <a:lnTo>
                  <a:pt x="36142" y="22253"/>
                </a:lnTo>
                <a:cubicBezTo>
                  <a:pt x="35769" y="22552"/>
                  <a:pt x="35346" y="22875"/>
                  <a:pt x="34972" y="23174"/>
                </a:cubicBezTo>
                <a:cubicBezTo>
                  <a:pt x="34898" y="23273"/>
                  <a:pt x="34773" y="23323"/>
                  <a:pt x="34673" y="23423"/>
                </a:cubicBezTo>
                <a:cubicBezTo>
                  <a:pt x="34649" y="23448"/>
                  <a:pt x="34599" y="23448"/>
                  <a:pt x="34574" y="23497"/>
                </a:cubicBezTo>
                <a:cubicBezTo>
                  <a:pt x="34549" y="23522"/>
                  <a:pt x="34524" y="23547"/>
                  <a:pt x="34474" y="23547"/>
                </a:cubicBezTo>
                <a:cubicBezTo>
                  <a:pt x="34051" y="23921"/>
                  <a:pt x="33578" y="24294"/>
                  <a:pt x="33130" y="24667"/>
                </a:cubicBezTo>
                <a:cubicBezTo>
                  <a:pt x="33056" y="24742"/>
                  <a:pt x="32981" y="24792"/>
                  <a:pt x="32881" y="24891"/>
                </a:cubicBezTo>
                <a:cubicBezTo>
                  <a:pt x="32832" y="24941"/>
                  <a:pt x="32757" y="24991"/>
                  <a:pt x="32707" y="25041"/>
                </a:cubicBezTo>
                <a:cubicBezTo>
                  <a:pt x="32583" y="25140"/>
                  <a:pt x="32458" y="25265"/>
                  <a:pt x="32359" y="25364"/>
                </a:cubicBezTo>
                <a:cubicBezTo>
                  <a:pt x="32060" y="25638"/>
                  <a:pt x="31761" y="25912"/>
                  <a:pt x="31463" y="26161"/>
                </a:cubicBezTo>
                <a:lnTo>
                  <a:pt x="31388" y="26235"/>
                </a:lnTo>
                <a:lnTo>
                  <a:pt x="31363" y="26260"/>
                </a:lnTo>
                <a:cubicBezTo>
                  <a:pt x="31014" y="26559"/>
                  <a:pt x="30716" y="26883"/>
                  <a:pt x="30367" y="27181"/>
                </a:cubicBezTo>
                <a:cubicBezTo>
                  <a:pt x="29919" y="27629"/>
                  <a:pt x="29421" y="28102"/>
                  <a:pt x="28949" y="28525"/>
                </a:cubicBezTo>
                <a:cubicBezTo>
                  <a:pt x="28749" y="28724"/>
                  <a:pt x="28600" y="28899"/>
                  <a:pt x="28426" y="29048"/>
                </a:cubicBezTo>
                <a:cubicBezTo>
                  <a:pt x="26211" y="31263"/>
                  <a:pt x="24120" y="33578"/>
                  <a:pt x="22228" y="35968"/>
                </a:cubicBezTo>
                <a:lnTo>
                  <a:pt x="22153" y="35968"/>
                </a:lnTo>
                <a:lnTo>
                  <a:pt x="22228" y="35893"/>
                </a:lnTo>
                <a:cubicBezTo>
                  <a:pt x="22701" y="35321"/>
                  <a:pt x="23174" y="34723"/>
                  <a:pt x="23672" y="34126"/>
                </a:cubicBezTo>
                <a:cubicBezTo>
                  <a:pt x="23871" y="33902"/>
                  <a:pt x="24095" y="33653"/>
                  <a:pt x="24269" y="33454"/>
                </a:cubicBezTo>
                <a:cubicBezTo>
                  <a:pt x="24642" y="33006"/>
                  <a:pt x="25041" y="32583"/>
                  <a:pt x="25414" y="32135"/>
                </a:cubicBezTo>
                <a:cubicBezTo>
                  <a:pt x="26036" y="31462"/>
                  <a:pt x="26659" y="30790"/>
                  <a:pt x="27281" y="30118"/>
                </a:cubicBezTo>
                <a:lnTo>
                  <a:pt x="27405" y="29994"/>
                </a:lnTo>
                <a:cubicBezTo>
                  <a:pt x="27853" y="29521"/>
                  <a:pt x="28326" y="29048"/>
                  <a:pt x="28774" y="28625"/>
                </a:cubicBezTo>
                <a:lnTo>
                  <a:pt x="29073" y="28351"/>
                </a:lnTo>
                <a:cubicBezTo>
                  <a:pt x="29471" y="27928"/>
                  <a:pt x="29919" y="27530"/>
                  <a:pt x="30342" y="27131"/>
                </a:cubicBezTo>
                <a:lnTo>
                  <a:pt x="30716" y="26758"/>
                </a:lnTo>
                <a:cubicBezTo>
                  <a:pt x="31114" y="26385"/>
                  <a:pt x="31512" y="26011"/>
                  <a:pt x="31935" y="25663"/>
                </a:cubicBezTo>
                <a:cubicBezTo>
                  <a:pt x="32085" y="25514"/>
                  <a:pt x="32234" y="25389"/>
                  <a:pt x="32408" y="25240"/>
                </a:cubicBezTo>
                <a:cubicBezTo>
                  <a:pt x="32807" y="24891"/>
                  <a:pt x="33205" y="24543"/>
                  <a:pt x="33578" y="24194"/>
                </a:cubicBezTo>
                <a:cubicBezTo>
                  <a:pt x="33728" y="24045"/>
                  <a:pt x="33927" y="23921"/>
                  <a:pt x="34076" y="23771"/>
                </a:cubicBezTo>
                <a:cubicBezTo>
                  <a:pt x="34474" y="23423"/>
                  <a:pt x="34922" y="23074"/>
                  <a:pt x="35346" y="22751"/>
                </a:cubicBezTo>
                <a:lnTo>
                  <a:pt x="35818" y="22377"/>
                </a:lnTo>
                <a:cubicBezTo>
                  <a:pt x="36341" y="21929"/>
                  <a:pt x="36914" y="21506"/>
                  <a:pt x="37461" y="21083"/>
                </a:cubicBezTo>
                <a:cubicBezTo>
                  <a:pt x="37511" y="21058"/>
                  <a:pt x="37536" y="21033"/>
                  <a:pt x="37586" y="21008"/>
                </a:cubicBezTo>
                <a:cubicBezTo>
                  <a:pt x="38258" y="20560"/>
                  <a:pt x="38805" y="20162"/>
                  <a:pt x="39378" y="19764"/>
                </a:cubicBezTo>
                <a:close/>
                <a:moveTo>
                  <a:pt x="90654" y="35918"/>
                </a:moveTo>
                <a:cubicBezTo>
                  <a:pt x="90654" y="35943"/>
                  <a:pt x="90604" y="35943"/>
                  <a:pt x="90604" y="35968"/>
                </a:cubicBezTo>
                <a:lnTo>
                  <a:pt x="90554" y="35968"/>
                </a:lnTo>
                <a:lnTo>
                  <a:pt x="90554" y="35943"/>
                </a:lnTo>
                <a:cubicBezTo>
                  <a:pt x="90604" y="35943"/>
                  <a:pt x="90604" y="35943"/>
                  <a:pt x="90654" y="35918"/>
                </a:cubicBezTo>
                <a:close/>
                <a:moveTo>
                  <a:pt x="21382" y="35918"/>
                </a:moveTo>
                <a:cubicBezTo>
                  <a:pt x="21407" y="35918"/>
                  <a:pt x="21407" y="35918"/>
                  <a:pt x="21456" y="35943"/>
                </a:cubicBezTo>
                <a:cubicBezTo>
                  <a:pt x="21456" y="35968"/>
                  <a:pt x="21407" y="35968"/>
                  <a:pt x="21407" y="35993"/>
                </a:cubicBezTo>
                <a:cubicBezTo>
                  <a:pt x="21407" y="35968"/>
                  <a:pt x="21382" y="35968"/>
                  <a:pt x="21357" y="35968"/>
                </a:cubicBezTo>
                <a:cubicBezTo>
                  <a:pt x="21357" y="35943"/>
                  <a:pt x="21382" y="35943"/>
                  <a:pt x="21382" y="35918"/>
                </a:cubicBezTo>
                <a:close/>
                <a:moveTo>
                  <a:pt x="48214" y="35968"/>
                </a:moveTo>
                <a:cubicBezTo>
                  <a:pt x="48214" y="35993"/>
                  <a:pt x="48239" y="35993"/>
                  <a:pt x="48239" y="36042"/>
                </a:cubicBezTo>
                <a:lnTo>
                  <a:pt x="48214" y="36067"/>
                </a:lnTo>
                <a:cubicBezTo>
                  <a:pt x="48164" y="36042"/>
                  <a:pt x="48164" y="36042"/>
                  <a:pt x="48164" y="35993"/>
                </a:cubicBezTo>
                <a:lnTo>
                  <a:pt x="48214" y="35968"/>
                </a:lnTo>
                <a:close/>
                <a:moveTo>
                  <a:pt x="21655" y="35968"/>
                </a:moveTo>
                <a:cubicBezTo>
                  <a:pt x="21755" y="35993"/>
                  <a:pt x="21805" y="36042"/>
                  <a:pt x="21904" y="36067"/>
                </a:cubicBezTo>
                <a:cubicBezTo>
                  <a:pt x="21904" y="36092"/>
                  <a:pt x="21879" y="36092"/>
                  <a:pt x="21879" y="36117"/>
                </a:cubicBezTo>
                <a:cubicBezTo>
                  <a:pt x="21780" y="36092"/>
                  <a:pt x="21730" y="36067"/>
                  <a:pt x="21631" y="36042"/>
                </a:cubicBezTo>
                <a:cubicBezTo>
                  <a:pt x="21631" y="35993"/>
                  <a:pt x="21655" y="35993"/>
                  <a:pt x="21655" y="35968"/>
                </a:cubicBezTo>
                <a:close/>
                <a:moveTo>
                  <a:pt x="18230" y="35762"/>
                </a:moveTo>
                <a:lnTo>
                  <a:pt x="18230" y="35762"/>
                </a:lnTo>
                <a:cubicBezTo>
                  <a:pt x="18123" y="35893"/>
                  <a:pt x="18014" y="36041"/>
                  <a:pt x="17872" y="36190"/>
                </a:cubicBezTo>
                <a:lnTo>
                  <a:pt x="17872" y="36190"/>
                </a:lnTo>
                <a:cubicBezTo>
                  <a:pt x="17873" y="36167"/>
                  <a:pt x="17897" y="36166"/>
                  <a:pt x="17897" y="36117"/>
                </a:cubicBezTo>
                <a:cubicBezTo>
                  <a:pt x="17897" y="36092"/>
                  <a:pt x="17922" y="36092"/>
                  <a:pt x="17972" y="36067"/>
                </a:cubicBezTo>
                <a:cubicBezTo>
                  <a:pt x="18021" y="35968"/>
                  <a:pt x="18121" y="35868"/>
                  <a:pt x="18171" y="35769"/>
                </a:cubicBezTo>
                <a:lnTo>
                  <a:pt x="18196" y="35769"/>
                </a:lnTo>
                <a:cubicBezTo>
                  <a:pt x="18196" y="35769"/>
                  <a:pt x="18215" y="35769"/>
                  <a:pt x="18230" y="35762"/>
                </a:cubicBezTo>
                <a:close/>
                <a:moveTo>
                  <a:pt x="56379" y="29869"/>
                </a:moveTo>
                <a:cubicBezTo>
                  <a:pt x="56851" y="30467"/>
                  <a:pt x="57250" y="31064"/>
                  <a:pt x="57698" y="31687"/>
                </a:cubicBezTo>
                <a:cubicBezTo>
                  <a:pt x="54810" y="32732"/>
                  <a:pt x="51774" y="34350"/>
                  <a:pt x="48787" y="36466"/>
                </a:cubicBezTo>
                <a:cubicBezTo>
                  <a:pt x="48712" y="36341"/>
                  <a:pt x="48613" y="36192"/>
                  <a:pt x="48488" y="36067"/>
                </a:cubicBezTo>
                <a:cubicBezTo>
                  <a:pt x="51027" y="33927"/>
                  <a:pt x="53690" y="31836"/>
                  <a:pt x="56379" y="29869"/>
                </a:cubicBezTo>
                <a:close/>
                <a:moveTo>
                  <a:pt x="116812" y="34716"/>
                </a:moveTo>
                <a:lnTo>
                  <a:pt x="116812" y="34716"/>
                </a:lnTo>
                <a:cubicBezTo>
                  <a:pt x="116659" y="35317"/>
                  <a:pt x="116473" y="35912"/>
                  <a:pt x="116258" y="36496"/>
                </a:cubicBezTo>
                <a:lnTo>
                  <a:pt x="116258" y="36496"/>
                </a:lnTo>
                <a:cubicBezTo>
                  <a:pt x="116461" y="35898"/>
                  <a:pt x="116650" y="35312"/>
                  <a:pt x="116812" y="34716"/>
                </a:cubicBezTo>
                <a:close/>
                <a:moveTo>
                  <a:pt x="48364" y="36167"/>
                </a:moveTo>
                <a:cubicBezTo>
                  <a:pt x="48463" y="36291"/>
                  <a:pt x="48538" y="36416"/>
                  <a:pt x="48637" y="36565"/>
                </a:cubicBezTo>
                <a:lnTo>
                  <a:pt x="48613" y="36590"/>
                </a:lnTo>
                <a:cubicBezTo>
                  <a:pt x="48513" y="36466"/>
                  <a:pt x="48413" y="36341"/>
                  <a:pt x="48339" y="36192"/>
                </a:cubicBezTo>
                <a:lnTo>
                  <a:pt x="48364" y="36167"/>
                </a:lnTo>
                <a:close/>
                <a:moveTo>
                  <a:pt x="97037" y="25437"/>
                </a:moveTo>
                <a:cubicBezTo>
                  <a:pt x="99657" y="25437"/>
                  <a:pt x="102099" y="25775"/>
                  <a:pt x="104294" y="26459"/>
                </a:cubicBezTo>
                <a:cubicBezTo>
                  <a:pt x="104095" y="28028"/>
                  <a:pt x="103796" y="29645"/>
                  <a:pt x="103398" y="31338"/>
                </a:cubicBezTo>
                <a:cubicBezTo>
                  <a:pt x="102552" y="33180"/>
                  <a:pt x="101506" y="34947"/>
                  <a:pt x="100237" y="36590"/>
                </a:cubicBezTo>
                <a:cubicBezTo>
                  <a:pt x="100112" y="36565"/>
                  <a:pt x="99988" y="36490"/>
                  <a:pt x="99863" y="36466"/>
                </a:cubicBezTo>
                <a:cubicBezTo>
                  <a:pt x="99614" y="36366"/>
                  <a:pt x="99365" y="36316"/>
                  <a:pt x="99067" y="36217"/>
                </a:cubicBezTo>
                <a:cubicBezTo>
                  <a:pt x="98917" y="36192"/>
                  <a:pt x="98743" y="36117"/>
                  <a:pt x="98569" y="36092"/>
                </a:cubicBezTo>
                <a:lnTo>
                  <a:pt x="97822" y="35918"/>
                </a:lnTo>
                <a:cubicBezTo>
                  <a:pt x="97673" y="35868"/>
                  <a:pt x="97499" y="35843"/>
                  <a:pt x="97324" y="35818"/>
                </a:cubicBezTo>
                <a:cubicBezTo>
                  <a:pt x="97250" y="35818"/>
                  <a:pt x="97150" y="35794"/>
                  <a:pt x="97076" y="35794"/>
                </a:cubicBezTo>
                <a:lnTo>
                  <a:pt x="96528" y="35694"/>
                </a:lnTo>
                <a:cubicBezTo>
                  <a:pt x="96279" y="35669"/>
                  <a:pt x="96030" y="35619"/>
                  <a:pt x="95756" y="35619"/>
                </a:cubicBezTo>
                <a:cubicBezTo>
                  <a:pt x="95632" y="35619"/>
                  <a:pt x="95507" y="35594"/>
                  <a:pt x="95408" y="35594"/>
                </a:cubicBezTo>
                <a:cubicBezTo>
                  <a:pt x="94039" y="35221"/>
                  <a:pt x="92670" y="34947"/>
                  <a:pt x="91301" y="34748"/>
                </a:cubicBezTo>
                <a:cubicBezTo>
                  <a:pt x="92421" y="31612"/>
                  <a:pt x="93217" y="28525"/>
                  <a:pt x="93665" y="25613"/>
                </a:cubicBezTo>
                <a:cubicBezTo>
                  <a:pt x="94817" y="25496"/>
                  <a:pt x="95943" y="25437"/>
                  <a:pt x="97037" y="25437"/>
                </a:cubicBezTo>
                <a:close/>
                <a:moveTo>
                  <a:pt x="57797" y="31836"/>
                </a:moveTo>
                <a:cubicBezTo>
                  <a:pt x="57797" y="31861"/>
                  <a:pt x="57822" y="31861"/>
                  <a:pt x="57822" y="31886"/>
                </a:cubicBezTo>
                <a:cubicBezTo>
                  <a:pt x="54960" y="32956"/>
                  <a:pt x="51898" y="34574"/>
                  <a:pt x="48911" y="36665"/>
                </a:cubicBezTo>
                <a:cubicBezTo>
                  <a:pt x="48911" y="36665"/>
                  <a:pt x="48911" y="36615"/>
                  <a:pt x="48886" y="36615"/>
                </a:cubicBezTo>
                <a:cubicBezTo>
                  <a:pt x="51873" y="34499"/>
                  <a:pt x="54885" y="32931"/>
                  <a:pt x="57797" y="31836"/>
                </a:cubicBezTo>
                <a:close/>
                <a:moveTo>
                  <a:pt x="103224" y="32209"/>
                </a:moveTo>
                <a:cubicBezTo>
                  <a:pt x="103174" y="32309"/>
                  <a:pt x="103149" y="32383"/>
                  <a:pt x="103149" y="32483"/>
                </a:cubicBezTo>
                <a:cubicBezTo>
                  <a:pt x="102377" y="33952"/>
                  <a:pt x="101506" y="35345"/>
                  <a:pt x="100486" y="36690"/>
                </a:cubicBezTo>
                <a:cubicBezTo>
                  <a:pt x="100436" y="36690"/>
                  <a:pt x="100436" y="36665"/>
                  <a:pt x="100411" y="36665"/>
                </a:cubicBezTo>
                <a:cubicBezTo>
                  <a:pt x="101506" y="35246"/>
                  <a:pt x="102427" y="33752"/>
                  <a:pt x="103224" y="32209"/>
                </a:cubicBezTo>
                <a:close/>
                <a:moveTo>
                  <a:pt x="87061" y="34883"/>
                </a:moveTo>
                <a:cubicBezTo>
                  <a:pt x="88227" y="34883"/>
                  <a:pt x="89439" y="34976"/>
                  <a:pt x="90678" y="35121"/>
                </a:cubicBezTo>
                <a:cubicBezTo>
                  <a:pt x="90604" y="35345"/>
                  <a:pt x="90529" y="35545"/>
                  <a:pt x="90454" y="35744"/>
                </a:cubicBezTo>
                <a:cubicBezTo>
                  <a:pt x="90156" y="35794"/>
                  <a:pt x="89857" y="35843"/>
                  <a:pt x="89558" y="35868"/>
                </a:cubicBezTo>
                <a:cubicBezTo>
                  <a:pt x="89459" y="35868"/>
                  <a:pt x="89409" y="35918"/>
                  <a:pt x="89309" y="35918"/>
                </a:cubicBezTo>
                <a:lnTo>
                  <a:pt x="89210" y="35918"/>
                </a:lnTo>
                <a:cubicBezTo>
                  <a:pt x="89085" y="35943"/>
                  <a:pt x="88986" y="35943"/>
                  <a:pt x="88861" y="35968"/>
                </a:cubicBezTo>
                <a:lnTo>
                  <a:pt x="88314" y="36067"/>
                </a:lnTo>
                <a:cubicBezTo>
                  <a:pt x="88239" y="36067"/>
                  <a:pt x="88189" y="36092"/>
                  <a:pt x="88115" y="36092"/>
                </a:cubicBezTo>
                <a:lnTo>
                  <a:pt x="87667" y="36192"/>
                </a:lnTo>
                <a:cubicBezTo>
                  <a:pt x="87492" y="36217"/>
                  <a:pt x="87368" y="36242"/>
                  <a:pt x="87219" y="36291"/>
                </a:cubicBezTo>
                <a:cubicBezTo>
                  <a:pt x="86945" y="36341"/>
                  <a:pt x="86671" y="36416"/>
                  <a:pt x="86347" y="36466"/>
                </a:cubicBezTo>
                <a:cubicBezTo>
                  <a:pt x="86223" y="36490"/>
                  <a:pt x="86099" y="36515"/>
                  <a:pt x="85999" y="36565"/>
                </a:cubicBezTo>
                <a:lnTo>
                  <a:pt x="85551" y="36665"/>
                </a:lnTo>
                <a:lnTo>
                  <a:pt x="85252" y="36739"/>
                </a:lnTo>
                <a:cubicBezTo>
                  <a:pt x="85451" y="36167"/>
                  <a:pt x="85626" y="35545"/>
                  <a:pt x="85800" y="34922"/>
                </a:cubicBezTo>
                <a:cubicBezTo>
                  <a:pt x="86213" y="34896"/>
                  <a:pt x="86634" y="34883"/>
                  <a:pt x="87061" y="34883"/>
                </a:cubicBezTo>
                <a:close/>
                <a:moveTo>
                  <a:pt x="85576" y="34922"/>
                </a:moveTo>
                <a:cubicBezTo>
                  <a:pt x="85426" y="35545"/>
                  <a:pt x="85227" y="36192"/>
                  <a:pt x="85003" y="36789"/>
                </a:cubicBezTo>
                <a:cubicBezTo>
                  <a:pt x="84986" y="36789"/>
                  <a:pt x="84968" y="36789"/>
                  <a:pt x="84959" y="36798"/>
                </a:cubicBezTo>
                <a:lnTo>
                  <a:pt x="84959" y="36798"/>
                </a:lnTo>
                <a:cubicBezTo>
                  <a:pt x="85181" y="36181"/>
                  <a:pt x="85353" y="35564"/>
                  <a:pt x="85501" y="34922"/>
                </a:cubicBezTo>
                <a:close/>
                <a:moveTo>
                  <a:pt x="96542" y="35920"/>
                </a:moveTo>
                <a:lnTo>
                  <a:pt x="96542" y="35920"/>
                </a:lnTo>
                <a:cubicBezTo>
                  <a:pt x="96689" y="35943"/>
                  <a:pt x="96881" y="35944"/>
                  <a:pt x="97026" y="35968"/>
                </a:cubicBezTo>
                <a:cubicBezTo>
                  <a:pt x="97125" y="35968"/>
                  <a:pt x="97200" y="35993"/>
                  <a:pt x="97300" y="35993"/>
                </a:cubicBezTo>
                <a:cubicBezTo>
                  <a:pt x="98270" y="36217"/>
                  <a:pt x="99191" y="36441"/>
                  <a:pt x="100062" y="36789"/>
                </a:cubicBezTo>
                <a:cubicBezTo>
                  <a:pt x="100054" y="36797"/>
                  <a:pt x="100049" y="36800"/>
                  <a:pt x="100046" y="36800"/>
                </a:cubicBezTo>
                <a:cubicBezTo>
                  <a:pt x="100040" y="36800"/>
                  <a:pt x="100046" y="36789"/>
                  <a:pt x="100062" y="36789"/>
                </a:cubicBezTo>
                <a:cubicBezTo>
                  <a:pt x="99689" y="36690"/>
                  <a:pt x="99390" y="36565"/>
                  <a:pt x="99017" y="36466"/>
                </a:cubicBezTo>
                <a:cubicBezTo>
                  <a:pt x="98942" y="36441"/>
                  <a:pt x="98868" y="36441"/>
                  <a:pt x="98793" y="36416"/>
                </a:cubicBezTo>
                <a:cubicBezTo>
                  <a:pt x="98445" y="36316"/>
                  <a:pt x="98121" y="36242"/>
                  <a:pt x="97772" y="36167"/>
                </a:cubicBezTo>
                <a:cubicBezTo>
                  <a:pt x="97648" y="36117"/>
                  <a:pt x="97548" y="36117"/>
                  <a:pt x="97424" y="36092"/>
                </a:cubicBezTo>
                <a:cubicBezTo>
                  <a:pt x="97374" y="36092"/>
                  <a:pt x="97324" y="36067"/>
                  <a:pt x="97275" y="36067"/>
                </a:cubicBezTo>
                <a:cubicBezTo>
                  <a:pt x="97200" y="36067"/>
                  <a:pt x="97175" y="36042"/>
                  <a:pt x="97125" y="36042"/>
                </a:cubicBezTo>
                <a:cubicBezTo>
                  <a:pt x="97051" y="36042"/>
                  <a:pt x="97026" y="36042"/>
                  <a:pt x="96951" y="35993"/>
                </a:cubicBezTo>
                <a:cubicBezTo>
                  <a:pt x="96901" y="35993"/>
                  <a:pt x="96827" y="35968"/>
                  <a:pt x="96777" y="35968"/>
                </a:cubicBezTo>
                <a:cubicBezTo>
                  <a:pt x="96752" y="35968"/>
                  <a:pt x="96677" y="35943"/>
                  <a:pt x="96652" y="35943"/>
                </a:cubicBezTo>
                <a:lnTo>
                  <a:pt x="96627" y="35943"/>
                </a:lnTo>
                <a:cubicBezTo>
                  <a:pt x="96587" y="35943"/>
                  <a:pt x="96563" y="35926"/>
                  <a:pt x="96542" y="35920"/>
                </a:cubicBezTo>
                <a:close/>
                <a:moveTo>
                  <a:pt x="90380" y="35943"/>
                </a:moveTo>
                <a:lnTo>
                  <a:pt x="90380" y="35968"/>
                </a:lnTo>
                <a:lnTo>
                  <a:pt x="90380" y="35993"/>
                </a:lnTo>
                <a:cubicBezTo>
                  <a:pt x="90106" y="36042"/>
                  <a:pt x="89857" y="36067"/>
                  <a:pt x="89608" y="36092"/>
                </a:cubicBezTo>
                <a:cubicBezTo>
                  <a:pt x="89534" y="36092"/>
                  <a:pt x="89434" y="36117"/>
                  <a:pt x="89359" y="36117"/>
                </a:cubicBezTo>
                <a:cubicBezTo>
                  <a:pt x="88662" y="36217"/>
                  <a:pt x="87940" y="36341"/>
                  <a:pt x="87219" y="36490"/>
                </a:cubicBezTo>
                <a:cubicBezTo>
                  <a:pt x="86870" y="36565"/>
                  <a:pt x="86547" y="36665"/>
                  <a:pt x="86198" y="36739"/>
                </a:cubicBezTo>
                <a:cubicBezTo>
                  <a:pt x="85850" y="36839"/>
                  <a:pt x="85501" y="36938"/>
                  <a:pt x="85178" y="36988"/>
                </a:cubicBezTo>
                <a:lnTo>
                  <a:pt x="85178" y="36963"/>
                </a:lnTo>
                <a:lnTo>
                  <a:pt x="85178" y="36938"/>
                </a:lnTo>
                <a:cubicBezTo>
                  <a:pt x="86596" y="36565"/>
                  <a:pt x="87965" y="36242"/>
                  <a:pt x="89334" y="36067"/>
                </a:cubicBezTo>
                <a:cubicBezTo>
                  <a:pt x="89434" y="36067"/>
                  <a:pt x="89534" y="36042"/>
                  <a:pt x="89608" y="36042"/>
                </a:cubicBezTo>
                <a:cubicBezTo>
                  <a:pt x="89857" y="35993"/>
                  <a:pt x="90131" y="35968"/>
                  <a:pt x="90380" y="35943"/>
                </a:cubicBezTo>
                <a:close/>
                <a:moveTo>
                  <a:pt x="98121" y="36466"/>
                </a:moveTo>
                <a:lnTo>
                  <a:pt x="98121" y="36466"/>
                </a:lnTo>
                <a:cubicBezTo>
                  <a:pt x="98295" y="36490"/>
                  <a:pt x="98494" y="36515"/>
                  <a:pt x="98669" y="36590"/>
                </a:cubicBezTo>
                <a:cubicBezTo>
                  <a:pt x="98917" y="36665"/>
                  <a:pt x="99141" y="36739"/>
                  <a:pt x="99390" y="36814"/>
                </a:cubicBezTo>
                <a:cubicBezTo>
                  <a:pt x="99565" y="36864"/>
                  <a:pt x="99764" y="36914"/>
                  <a:pt x="99913" y="36963"/>
                </a:cubicBezTo>
                <a:cubicBezTo>
                  <a:pt x="99888" y="37038"/>
                  <a:pt x="99814" y="37063"/>
                  <a:pt x="99789" y="37113"/>
                </a:cubicBezTo>
                <a:lnTo>
                  <a:pt x="98121" y="36466"/>
                </a:lnTo>
                <a:close/>
                <a:moveTo>
                  <a:pt x="102925" y="33304"/>
                </a:moveTo>
                <a:lnTo>
                  <a:pt x="102925" y="33304"/>
                </a:lnTo>
                <a:cubicBezTo>
                  <a:pt x="102552" y="34599"/>
                  <a:pt x="102153" y="35918"/>
                  <a:pt x="101730" y="37187"/>
                </a:cubicBezTo>
                <a:cubicBezTo>
                  <a:pt x="101631" y="37163"/>
                  <a:pt x="101531" y="37088"/>
                  <a:pt x="101431" y="37038"/>
                </a:cubicBezTo>
                <a:cubicBezTo>
                  <a:pt x="101307" y="36963"/>
                  <a:pt x="101183" y="36938"/>
                  <a:pt x="101033" y="36864"/>
                </a:cubicBezTo>
                <a:cubicBezTo>
                  <a:pt x="100909" y="36814"/>
                  <a:pt x="100784" y="36789"/>
                  <a:pt x="100660" y="36714"/>
                </a:cubicBezTo>
                <a:cubicBezTo>
                  <a:pt x="101506" y="35619"/>
                  <a:pt x="102278" y="34474"/>
                  <a:pt x="102925" y="33304"/>
                </a:cubicBezTo>
                <a:close/>
                <a:moveTo>
                  <a:pt x="100162" y="37038"/>
                </a:moveTo>
                <a:cubicBezTo>
                  <a:pt x="100137" y="37088"/>
                  <a:pt x="100062" y="37138"/>
                  <a:pt x="100038" y="37212"/>
                </a:cubicBezTo>
                <a:cubicBezTo>
                  <a:pt x="100013" y="37212"/>
                  <a:pt x="100013" y="37187"/>
                  <a:pt x="99988" y="37187"/>
                </a:cubicBezTo>
                <a:cubicBezTo>
                  <a:pt x="100013" y="37113"/>
                  <a:pt x="100062" y="37088"/>
                  <a:pt x="100112" y="37038"/>
                </a:cubicBezTo>
                <a:close/>
                <a:moveTo>
                  <a:pt x="96478" y="36167"/>
                </a:moveTo>
                <a:lnTo>
                  <a:pt x="96478" y="36167"/>
                </a:lnTo>
                <a:cubicBezTo>
                  <a:pt x="96578" y="36192"/>
                  <a:pt x="96677" y="36217"/>
                  <a:pt x="96777" y="36217"/>
                </a:cubicBezTo>
                <a:cubicBezTo>
                  <a:pt x="97748" y="36515"/>
                  <a:pt x="98693" y="36864"/>
                  <a:pt x="99664" y="37237"/>
                </a:cubicBezTo>
                <a:lnTo>
                  <a:pt x="99639" y="37287"/>
                </a:lnTo>
                <a:cubicBezTo>
                  <a:pt x="98619" y="36839"/>
                  <a:pt x="97548" y="36466"/>
                  <a:pt x="96478" y="36167"/>
                </a:cubicBezTo>
                <a:close/>
                <a:moveTo>
                  <a:pt x="103423" y="32334"/>
                </a:moveTo>
                <a:cubicBezTo>
                  <a:pt x="103024" y="33976"/>
                  <a:pt x="102502" y="35619"/>
                  <a:pt x="101929" y="37312"/>
                </a:cubicBezTo>
                <a:cubicBezTo>
                  <a:pt x="101904" y="37312"/>
                  <a:pt x="101904" y="37287"/>
                  <a:pt x="101880" y="37287"/>
                </a:cubicBezTo>
                <a:cubicBezTo>
                  <a:pt x="102427" y="35694"/>
                  <a:pt x="102900" y="34126"/>
                  <a:pt x="103298" y="32583"/>
                </a:cubicBezTo>
                <a:cubicBezTo>
                  <a:pt x="103348" y="32483"/>
                  <a:pt x="103398" y="32433"/>
                  <a:pt x="103423" y="32334"/>
                </a:cubicBezTo>
                <a:close/>
                <a:moveTo>
                  <a:pt x="113479" y="21631"/>
                </a:moveTo>
                <a:lnTo>
                  <a:pt x="113479" y="21631"/>
                </a:lnTo>
                <a:cubicBezTo>
                  <a:pt x="115072" y="23622"/>
                  <a:pt x="116217" y="26011"/>
                  <a:pt x="116939" y="28724"/>
                </a:cubicBezTo>
                <a:cubicBezTo>
                  <a:pt x="116939" y="29148"/>
                  <a:pt x="116964" y="29596"/>
                  <a:pt x="116988" y="30019"/>
                </a:cubicBezTo>
                <a:lnTo>
                  <a:pt x="116988" y="30218"/>
                </a:lnTo>
                <a:cubicBezTo>
                  <a:pt x="117038" y="30591"/>
                  <a:pt x="116988" y="30965"/>
                  <a:pt x="116988" y="31338"/>
                </a:cubicBezTo>
                <a:lnTo>
                  <a:pt x="116988" y="31662"/>
                </a:lnTo>
                <a:lnTo>
                  <a:pt x="116988" y="31786"/>
                </a:lnTo>
                <a:cubicBezTo>
                  <a:pt x="116988" y="31886"/>
                  <a:pt x="116988" y="32010"/>
                  <a:pt x="116964" y="32110"/>
                </a:cubicBezTo>
                <a:cubicBezTo>
                  <a:pt x="116964" y="32234"/>
                  <a:pt x="116939" y="32383"/>
                  <a:pt x="116939" y="32508"/>
                </a:cubicBezTo>
                <a:cubicBezTo>
                  <a:pt x="116889" y="32707"/>
                  <a:pt x="116889" y="32906"/>
                  <a:pt x="116864" y="33105"/>
                </a:cubicBezTo>
                <a:cubicBezTo>
                  <a:pt x="116864" y="33130"/>
                  <a:pt x="116864" y="33180"/>
                  <a:pt x="116839" y="33205"/>
                </a:cubicBezTo>
                <a:cubicBezTo>
                  <a:pt x="116839" y="33230"/>
                  <a:pt x="116839" y="33255"/>
                  <a:pt x="116814" y="33329"/>
                </a:cubicBezTo>
                <a:cubicBezTo>
                  <a:pt x="116764" y="33603"/>
                  <a:pt x="116715" y="33877"/>
                  <a:pt x="116640" y="34176"/>
                </a:cubicBezTo>
                <a:cubicBezTo>
                  <a:pt x="116615" y="34225"/>
                  <a:pt x="116615" y="34325"/>
                  <a:pt x="116615" y="34375"/>
                </a:cubicBezTo>
                <a:cubicBezTo>
                  <a:pt x="116366" y="35370"/>
                  <a:pt x="116067" y="36416"/>
                  <a:pt x="115619" y="37362"/>
                </a:cubicBezTo>
                <a:cubicBezTo>
                  <a:pt x="115122" y="35719"/>
                  <a:pt x="114474" y="34225"/>
                  <a:pt x="113628" y="32881"/>
                </a:cubicBezTo>
                <a:cubicBezTo>
                  <a:pt x="113728" y="32234"/>
                  <a:pt x="113777" y="31612"/>
                  <a:pt x="113852" y="30990"/>
                </a:cubicBezTo>
                <a:cubicBezTo>
                  <a:pt x="113852" y="30865"/>
                  <a:pt x="113877" y="30741"/>
                  <a:pt x="113877" y="30616"/>
                </a:cubicBezTo>
                <a:cubicBezTo>
                  <a:pt x="113952" y="29969"/>
                  <a:pt x="113977" y="29347"/>
                  <a:pt x="114001" y="28700"/>
                </a:cubicBezTo>
                <a:lnTo>
                  <a:pt x="114001" y="28202"/>
                </a:lnTo>
                <a:lnTo>
                  <a:pt x="114001" y="26708"/>
                </a:lnTo>
                <a:lnTo>
                  <a:pt x="114001" y="26210"/>
                </a:lnTo>
                <a:cubicBezTo>
                  <a:pt x="113977" y="25613"/>
                  <a:pt x="113952" y="25041"/>
                  <a:pt x="113877" y="24468"/>
                </a:cubicBezTo>
                <a:cubicBezTo>
                  <a:pt x="113852" y="24269"/>
                  <a:pt x="113852" y="24120"/>
                  <a:pt x="113827" y="23921"/>
                </a:cubicBezTo>
                <a:cubicBezTo>
                  <a:pt x="113753" y="23348"/>
                  <a:pt x="113653" y="22751"/>
                  <a:pt x="113578" y="22178"/>
                </a:cubicBezTo>
                <a:cubicBezTo>
                  <a:pt x="113578" y="22128"/>
                  <a:pt x="113529" y="22054"/>
                  <a:pt x="113529" y="22004"/>
                </a:cubicBezTo>
                <a:cubicBezTo>
                  <a:pt x="113504" y="21879"/>
                  <a:pt x="113479" y="21755"/>
                  <a:pt x="113479" y="21631"/>
                </a:cubicBezTo>
                <a:close/>
                <a:moveTo>
                  <a:pt x="65156" y="30581"/>
                </a:moveTo>
                <a:cubicBezTo>
                  <a:pt x="66537" y="30581"/>
                  <a:pt x="67809" y="30781"/>
                  <a:pt x="68949" y="31189"/>
                </a:cubicBezTo>
                <a:cubicBezTo>
                  <a:pt x="69148" y="32060"/>
                  <a:pt x="69397" y="32881"/>
                  <a:pt x="69695" y="33703"/>
                </a:cubicBezTo>
                <a:cubicBezTo>
                  <a:pt x="67704" y="34823"/>
                  <a:pt x="65762" y="36067"/>
                  <a:pt x="63796" y="37411"/>
                </a:cubicBezTo>
                <a:cubicBezTo>
                  <a:pt x="62452" y="35545"/>
                  <a:pt x="61307" y="33479"/>
                  <a:pt x="60361" y="31263"/>
                </a:cubicBezTo>
                <a:cubicBezTo>
                  <a:pt x="62063" y="30812"/>
                  <a:pt x="63672" y="30581"/>
                  <a:pt x="65156" y="30581"/>
                </a:cubicBezTo>
                <a:close/>
                <a:moveTo>
                  <a:pt x="100510" y="36864"/>
                </a:moveTo>
                <a:cubicBezTo>
                  <a:pt x="100909" y="37063"/>
                  <a:pt x="101282" y="37212"/>
                  <a:pt x="101631" y="37411"/>
                </a:cubicBezTo>
                <a:cubicBezTo>
                  <a:pt x="101531" y="37362"/>
                  <a:pt x="101431" y="37337"/>
                  <a:pt x="101357" y="37287"/>
                </a:cubicBezTo>
                <a:cubicBezTo>
                  <a:pt x="101307" y="37237"/>
                  <a:pt x="101257" y="37237"/>
                  <a:pt x="101232" y="37212"/>
                </a:cubicBezTo>
                <a:cubicBezTo>
                  <a:pt x="101008" y="37113"/>
                  <a:pt x="100759" y="37038"/>
                  <a:pt x="100510" y="36938"/>
                </a:cubicBezTo>
                <a:lnTo>
                  <a:pt x="100510" y="36914"/>
                </a:lnTo>
                <a:lnTo>
                  <a:pt x="100510" y="36864"/>
                </a:lnTo>
                <a:close/>
                <a:moveTo>
                  <a:pt x="99888" y="37343"/>
                </a:moveTo>
                <a:cubicBezTo>
                  <a:pt x="99894" y="37343"/>
                  <a:pt x="99901" y="37349"/>
                  <a:pt x="99913" y="37362"/>
                </a:cubicBezTo>
                <a:cubicBezTo>
                  <a:pt x="99913" y="37411"/>
                  <a:pt x="99888" y="37411"/>
                  <a:pt x="99888" y="37436"/>
                </a:cubicBezTo>
                <a:cubicBezTo>
                  <a:pt x="99863" y="37436"/>
                  <a:pt x="99863" y="37411"/>
                  <a:pt x="99814" y="37411"/>
                </a:cubicBezTo>
                <a:lnTo>
                  <a:pt x="99863" y="37362"/>
                </a:lnTo>
                <a:cubicBezTo>
                  <a:pt x="99876" y="37349"/>
                  <a:pt x="99882" y="37343"/>
                  <a:pt x="99888" y="37343"/>
                </a:cubicBezTo>
                <a:close/>
                <a:moveTo>
                  <a:pt x="60187" y="31313"/>
                </a:moveTo>
                <a:cubicBezTo>
                  <a:pt x="61108" y="33553"/>
                  <a:pt x="62253" y="35619"/>
                  <a:pt x="63647" y="37486"/>
                </a:cubicBezTo>
                <a:lnTo>
                  <a:pt x="63572" y="37561"/>
                </a:lnTo>
                <a:cubicBezTo>
                  <a:pt x="62203" y="35694"/>
                  <a:pt x="61058" y="33578"/>
                  <a:pt x="60112" y="31338"/>
                </a:cubicBezTo>
                <a:cubicBezTo>
                  <a:pt x="60162" y="31338"/>
                  <a:pt x="60162" y="31338"/>
                  <a:pt x="60187" y="31313"/>
                </a:cubicBezTo>
                <a:close/>
                <a:moveTo>
                  <a:pt x="101805" y="37461"/>
                </a:moveTo>
                <a:cubicBezTo>
                  <a:pt x="101855" y="37461"/>
                  <a:pt x="101855" y="37486"/>
                  <a:pt x="101880" y="37486"/>
                </a:cubicBezTo>
                <a:lnTo>
                  <a:pt x="101880" y="37536"/>
                </a:lnTo>
                <a:lnTo>
                  <a:pt x="101880" y="37561"/>
                </a:lnTo>
                <a:cubicBezTo>
                  <a:pt x="101805" y="37536"/>
                  <a:pt x="101805" y="37536"/>
                  <a:pt x="101780" y="37536"/>
                </a:cubicBezTo>
                <a:cubicBezTo>
                  <a:pt x="101780" y="37486"/>
                  <a:pt x="101805" y="37461"/>
                  <a:pt x="101805" y="37461"/>
                </a:cubicBezTo>
                <a:close/>
                <a:moveTo>
                  <a:pt x="69745" y="33852"/>
                </a:moveTo>
                <a:cubicBezTo>
                  <a:pt x="69745" y="33877"/>
                  <a:pt x="69770" y="33877"/>
                  <a:pt x="69770" y="33927"/>
                </a:cubicBezTo>
                <a:cubicBezTo>
                  <a:pt x="67828" y="35072"/>
                  <a:pt x="65862" y="36291"/>
                  <a:pt x="63921" y="37611"/>
                </a:cubicBezTo>
                <a:cubicBezTo>
                  <a:pt x="63921" y="37586"/>
                  <a:pt x="63896" y="37586"/>
                  <a:pt x="63896" y="37561"/>
                </a:cubicBezTo>
                <a:cubicBezTo>
                  <a:pt x="65837" y="36217"/>
                  <a:pt x="67804" y="34997"/>
                  <a:pt x="69745" y="33852"/>
                </a:cubicBezTo>
                <a:close/>
                <a:moveTo>
                  <a:pt x="113553" y="33180"/>
                </a:moveTo>
                <a:cubicBezTo>
                  <a:pt x="114350" y="34499"/>
                  <a:pt x="114997" y="35993"/>
                  <a:pt x="115470" y="37660"/>
                </a:cubicBezTo>
                <a:cubicBezTo>
                  <a:pt x="115470" y="37685"/>
                  <a:pt x="115445" y="37710"/>
                  <a:pt x="115445" y="37735"/>
                </a:cubicBezTo>
                <a:cubicBezTo>
                  <a:pt x="114997" y="36092"/>
                  <a:pt x="114350" y="34599"/>
                  <a:pt x="113553" y="33255"/>
                </a:cubicBezTo>
                <a:lnTo>
                  <a:pt x="113553" y="33180"/>
                </a:lnTo>
                <a:close/>
                <a:moveTo>
                  <a:pt x="63746" y="37685"/>
                </a:moveTo>
                <a:cubicBezTo>
                  <a:pt x="63746" y="37710"/>
                  <a:pt x="63796" y="37710"/>
                  <a:pt x="63796" y="37735"/>
                </a:cubicBezTo>
                <a:cubicBezTo>
                  <a:pt x="63746" y="37735"/>
                  <a:pt x="63746" y="37760"/>
                  <a:pt x="63721" y="37760"/>
                </a:cubicBezTo>
                <a:cubicBezTo>
                  <a:pt x="63697" y="37735"/>
                  <a:pt x="63697" y="37710"/>
                  <a:pt x="63697" y="37710"/>
                </a:cubicBezTo>
                <a:cubicBezTo>
                  <a:pt x="63721" y="37710"/>
                  <a:pt x="63721" y="37685"/>
                  <a:pt x="63746" y="37685"/>
                </a:cubicBezTo>
                <a:close/>
                <a:moveTo>
                  <a:pt x="116152" y="36779"/>
                </a:moveTo>
                <a:cubicBezTo>
                  <a:pt x="116024" y="37110"/>
                  <a:pt x="115888" y="37437"/>
                  <a:pt x="115744" y="37760"/>
                </a:cubicBezTo>
                <a:cubicBezTo>
                  <a:pt x="115744" y="37735"/>
                  <a:pt x="115744" y="37710"/>
                  <a:pt x="115719" y="37710"/>
                </a:cubicBezTo>
                <a:cubicBezTo>
                  <a:pt x="115719" y="37710"/>
                  <a:pt x="115719" y="37685"/>
                  <a:pt x="115744" y="37685"/>
                </a:cubicBezTo>
                <a:cubicBezTo>
                  <a:pt x="115794" y="37660"/>
                  <a:pt x="115794" y="37586"/>
                  <a:pt x="115819" y="37561"/>
                </a:cubicBezTo>
                <a:cubicBezTo>
                  <a:pt x="115918" y="37312"/>
                  <a:pt x="116043" y="37063"/>
                  <a:pt x="116117" y="36814"/>
                </a:cubicBezTo>
                <a:cubicBezTo>
                  <a:pt x="116133" y="36806"/>
                  <a:pt x="116143" y="36794"/>
                  <a:pt x="116152" y="36779"/>
                </a:cubicBezTo>
                <a:close/>
                <a:moveTo>
                  <a:pt x="100311" y="37113"/>
                </a:moveTo>
                <a:cubicBezTo>
                  <a:pt x="100510" y="37187"/>
                  <a:pt x="100660" y="37237"/>
                  <a:pt x="100809" y="37312"/>
                </a:cubicBezTo>
                <a:cubicBezTo>
                  <a:pt x="101058" y="37411"/>
                  <a:pt x="101307" y="37486"/>
                  <a:pt x="101531" y="37611"/>
                </a:cubicBezTo>
                <a:cubicBezTo>
                  <a:pt x="101506" y="37685"/>
                  <a:pt x="101481" y="37760"/>
                  <a:pt x="101431" y="37835"/>
                </a:cubicBezTo>
                <a:cubicBezTo>
                  <a:pt x="101033" y="37635"/>
                  <a:pt x="100610" y="37461"/>
                  <a:pt x="100187" y="37262"/>
                </a:cubicBezTo>
                <a:cubicBezTo>
                  <a:pt x="100237" y="37212"/>
                  <a:pt x="100286" y="37187"/>
                  <a:pt x="100311" y="37113"/>
                </a:cubicBezTo>
                <a:close/>
                <a:moveTo>
                  <a:pt x="72408" y="33678"/>
                </a:moveTo>
                <a:lnTo>
                  <a:pt x="72408" y="33678"/>
                </a:lnTo>
                <a:cubicBezTo>
                  <a:pt x="73031" y="34474"/>
                  <a:pt x="73504" y="35420"/>
                  <a:pt x="73777" y="36466"/>
                </a:cubicBezTo>
                <a:lnTo>
                  <a:pt x="73777" y="36490"/>
                </a:lnTo>
                <a:cubicBezTo>
                  <a:pt x="73777" y="36515"/>
                  <a:pt x="73777" y="36565"/>
                  <a:pt x="73802" y="36590"/>
                </a:cubicBezTo>
                <a:lnTo>
                  <a:pt x="73802" y="36690"/>
                </a:lnTo>
                <a:cubicBezTo>
                  <a:pt x="73852" y="36864"/>
                  <a:pt x="73877" y="37038"/>
                  <a:pt x="73902" y="37212"/>
                </a:cubicBezTo>
                <a:cubicBezTo>
                  <a:pt x="73902" y="37287"/>
                  <a:pt x="73927" y="37337"/>
                  <a:pt x="73927" y="37411"/>
                </a:cubicBezTo>
                <a:lnTo>
                  <a:pt x="73927" y="37486"/>
                </a:lnTo>
                <a:cubicBezTo>
                  <a:pt x="73927" y="37561"/>
                  <a:pt x="73977" y="37586"/>
                  <a:pt x="73977" y="37660"/>
                </a:cubicBezTo>
                <a:cubicBezTo>
                  <a:pt x="73977" y="37710"/>
                  <a:pt x="73977" y="37810"/>
                  <a:pt x="73927" y="37859"/>
                </a:cubicBezTo>
                <a:cubicBezTo>
                  <a:pt x="73753" y="37536"/>
                  <a:pt x="73603" y="37187"/>
                  <a:pt x="73429" y="36814"/>
                </a:cubicBezTo>
                <a:cubicBezTo>
                  <a:pt x="73404" y="36714"/>
                  <a:pt x="73354" y="36615"/>
                  <a:pt x="73304" y="36490"/>
                </a:cubicBezTo>
                <a:cubicBezTo>
                  <a:pt x="73155" y="36117"/>
                  <a:pt x="73031" y="35794"/>
                  <a:pt x="72906" y="35420"/>
                </a:cubicBezTo>
                <a:cubicBezTo>
                  <a:pt x="72856" y="35246"/>
                  <a:pt x="72807" y="35097"/>
                  <a:pt x="72757" y="34947"/>
                </a:cubicBezTo>
                <a:cubicBezTo>
                  <a:pt x="72657" y="34624"/>
                  <a:pt x="72558" y="34325"/>
                  <a:pt x="72508" y="34001"/>
                </a:cubicBezTo>
                <a:cubicBezTo>
                  <a:pt x="72483" y="33877"/>
                  <a:pt x="72433" y="33802"/>
                  <a:pt x="72408" y="33678"/>
                </a:cubicBezTo>
                <a:close/>
                <a:moveTo>
                  <a:pt x="101730" y="37710"/>
                </a:moveTo>
                <a:cubicBezTo>
                  <a:pt x="101755" y="37710"/>
                  <a:pt x="101755" y="37735"/>
                  <a:pt x="101780" y="37735"/>
                </a:cubicBezTo>
                <a:cubicBezTo>
                  <a:pt x="101755" y="37810"/>
                  <a:pt x="101730" y="37909"/>
                  <a:pt x="101730" y="37959"/>
                </a:cubicBezTo>
                <a:cubicBezTo>
                  <a:pt x="101680" y="37959"/>
                  <a:pt x="101680" y="37934"/>
                  <a:pt x="101655" y="37934"/>
                </a:cubicBezTo>
                <a:cubicBezTo>
                  <a:pt x="101655" y="37859"/>
                  <a:pt x="101680" y="37760"/>
                  <a:pt x="101730" y="37710"/>
                </a:cubicBezTo>
                <a:close/>
                <a:moveTo>
                  <a:pt x="75769" y="31039"/>
                </a:moveTo>
                <a:lnTo>
                  <a:pt x="75769" y="31039"/>
                </a:lnTo>
                <a:cubicBezTo>
                  <a:pt x="75744" y="33205"/>
                  <a:pt x="75346" y="35569"/>
                  <a:pt x="74549" y="38059"/>
                </a:cubicBezTo>
                <a:cubicBezTo>
                  <a:pt x="74524" y="37909"/>
                  <a:pt x="74499" y="37710"/>
                  <a:pt x="74425" y="37561"/>
                </a:cubicBezTo>
                <a:lnTo>
                  <a:pt x="74425" y="37536"/>
                </a:lnTo>
                <a:lnTo>
                  <a:pt x="74425" y="37436"/>
                </a:lnTo>
                <a:cubicBezTo>
                  <a:pt x="74375" y="37113"/>
                  <a:pt x="74350" y="36839"/>
                  <a:pt x="74250" y="36565"/>
                </a:cubicBezTo>
                <a:lnTo>
                  <a:pt x="74250" y="36441"/>
                </a:lnTo>
                <a:lnTo>
                  <a:pt x="74151" y="35594"/>
                </a:lnTo>
                <a:cubicBezTo>
                  <a:pt x="74151" y="35470"/>
                  <a:pt x="74126" y="35345"/>
                  <a:pt x="74126" y="35221"/>
                </a:cubicBezTo>
                <a:lnTo>
                  <a:pt x="74126" y="35072"/>
                </a:lnTo>
                <a:lnTo>
                  <a:pt x="74126" y="34997"/>
                </a:lnTo>
                <a:lnTo>
                  <a:pt x="74126" y="34873"/>
                </a:lnTo>
                <a:lnTo>
                  <a:pt x="74126" y="33827"/>
                </a:lnTo>
                <a:lnTo>
                  <a:pt x="74126" y="33703"/>
                </a:lnTo>
                <a:lnTo>
                  <a:pt x="74126" y="33479"/>
                </a:lnTo>
                <a:cubicBezTo>
                  <a:pt x="74151" y="33105"/>
                  <a:pt x="74176" y="32732"/>
                  <a:pt x="74250" y="32359"/>
                </a:cubicBezTo>
                <a:cubicBezTo>
                  <a:pt x="74250" y="32259"/>
                  <a:pt x="74275" y="32159"/>
                  <a:pt x="74275" y="32110"/>
                </a:cubicBezTo>
                <a:cubicBezTo>
                  <a:pt x="74300" y="31985"/>
                  <a:pt x="74325" y="31861"/>
                  <a:pt x="74325" y="31736"/>
                </a:cubicBezTo>
                <a:cubicBezTo>
                  <a:pt x="74798" y="31487"/>
                  <a:pt x="75296" y="31263"/>
                  <a:pt x="75769" y="31039"/>
                </a:cubicBezTo>
                <a:close/>
                <a:moveTo>
                  <a:pt x="100062" y="37436"/>
                </a:moveTo>
                <a:cubicBezTo>
                  <a:pt x="100535" y="37611"/>
                  <a:pt x="100983" y="37810"/>
                  <a:pt x="101407" y="38034"/>
                </a:cubicBezTo>
                <a:cubicBezTo>
                  <a:pt x="101407" y="38059"/>
                  <a:pt x="101407" y="38059"/>
                  <a:pt x="101382" y="38083"/>
                </a:cubicBezTo>
                <a:cubicBezTo>
                  <a:pt x="100934" y="37859"/>
                  <a:pt x="100486" y="37685"/>
                  <a:pt x="100038" y="37486"/>
                </a:cubicBezTo>
                <a:cubicBezTo>
                  <a:pt x="100038" y="37461"/>
                  <a:pt x="100062" y="37461"/>
                  <a:pt x="100062" y="37436"/>
                </a:cubicBezTo>
                <a:close/>
                <a:moveTo>
                  <a:pt x="101556" y="38083"/>
                </a:moveTo>
                <a:cubicBezTo>
                  <a:pt x="101606" y="38083"/>
                  <a:pt x="101606" y="38108"/>
                  <a:pt x="101631" y="38108"/>
                </a:cubicBezTo>
                <a:cubicBezTo>
                  <a:pt x="101631" y="38133"/>
                  <a:pt x="101631" y="38133"/>
                  <a:pt x="101606" y="38183"/>
                </a:cubicBezTo>
                <a:cubicBezTo>
                  <a:pt x="101567" y="38183"/>
                  <a:pt x="101558" y="38153"/>
                  <a:pt x="101545" y="38140"/>
                </a:cubicBezTo>
                <a:lnTo>
                  <a:pt x="101545" y="38140"/>
                </a:lnTo>
                <a:cubicBezTo>
                  <a:pt x="101556" y="38136"/>
                  <a:pt x="101556" y="38102"/>
                  <a:pt x="101556" y="38083"/>
                </a:cubicBezTo>
                <a:close/>
                <a:moveTo>
                  <a:pt x="59938" y="31363"/>
                </a:moveTo>
                <a:cubicBezTo>
                  <a:pt x="60859" y="33628"/>
                  <a:pt x="62054" y="35744"/>
                  <a:pt x="63423" y="37660"/>
                </a:cubicBezTo>
                <a:cubicBezTo>
                  <a:pt x="63049" y="37909"/>
                  <a:pt x="62701" y="38158"/>
                  <a:pt x="62328" y="38407"/>
                </a:cubicBezTo>
                <a:cubicBezTo>
                  <a:pt x="61183" y="36291"/>
                  <a:pt x="59838" y="34076"/>
                  <a:pt x="58345" y="31861"/>
                </a:cubicBezTo>
                <a:cubicBezTo>
                  <a:pt x="58868" y="31687"/>
                  <a:pt x="59390" y="31487"/>
                  <a:pt x="59938" y="31363"/>
                </a:cubicBezTo>
                <a:close/>
                <a:moveTo>
                  <a:pt x="76018" y="30865"/>
                </a:moveTo>
                <a:cubicBezTo>
                  <a:pt x="76018" y="33230"/>
                  <a:pt x="75545" y="35794"/>
                  <a:pt x="74674" y="38457"/>
                </a:cubicBezTo>
                <a:cubicBezTo>
                  <a:pt x="74674" y="38432"/>
                  <a:pt x="74649" y="38407"/>
                  <a:pt x="74649" y="38357"/>
                </a:cubicBezTo>
                <a:cubicBezTo>
                  <a:pt x="75495" y="35744"/>
                  <a:pt x="75943" y="33230"/>
                  <a:pt x="75943" y="30890"/>
                </a:cubicBezTo>
                <a:cubicBezTo>
                  <a:pt x="75968" y="30890"/>
                  <a:pt x="75993" y="30890"/>
                  <a:pt x="76018" y="30865"/>
                </a:cubicBezTo>
                <a:close/>
                <a:moveTo>
                  <a:pt x="85302" y="34922"/>
                </a:moveTo>
                <a:lnTo>
                  <a:pt x="85302" y="34922"/>
                </a:lnTo>
                <a:cubicBezTo>
                  <a:pt x="85128" y="35569"/>
                  <a:pt x="84954" y="36242"/>
                  <a:pt x="84705" y="36864"/>
                </a:cubicBezTo>
                <a:cubicBezTo>
                  <a:pt x="84555" y="36914"/>
                  <a:pt x="84381" y="36963"/>
                  <a:pt x="84257" y="36988"/>
                </a:cubicBezTo>
                <a:cubicBezTo>
                  <a:pt x="84107" y="37038"/>
                  <a:pt x="83958" y="37088"/>
                  <a:pt x="83809" y="37113"/>
                </a:cubicBezTo>
                <a:cubicBezTo>
                  <a:pt x="83385" y="37237"/>
                  <a:pt x="82987" y="37362"/>
                  <a:pt x="82564" y="37536"/>
                </a:cubicBezTo>
                <a:cubicBezTo>
                  <a:pt x="82365" y="37586"/>
                  <a:pt x="82216" y="37611"/>
                  <a:pt x="82066" y="37685"/>
                </a:cubicBezTo>
                <a:cubicBezTo>
                  <a:pt x="81718" y="37810"/>
                  <a:pt x="81394" y="37934"/>
                  <a:pt x="81071" y="38059"/>
                </a:cubicBezTo>
                <a:cubicBezTo>
                  <a:pt x="80996" y="38083"/>
                  <a:pt x="80946" y="38108"/>
                  <a:pt x="80871" y="38108"/>
                </a:cubicBezTo>
                <a:cubicBezTo>
                  <a:pt x="80697" y="38183"/>
                  <a:pt x="80498" y="38233"/>
                  <a:pt x="80324" y="38332"/>
                </a:cubicBezTo>
                <a:cubicBezTo>
                  <a:pt x="80150" y="38382"/>
                  <a:pt x="80000" y="38457"/>
                  <a:pt x="79876" y="38532"/>
                </a:cubicBezTo>
                <a:cubicBezTo>
                  <a:pt x="80324" y="37536"/>
                  <a:pt x="80722" y="36565"/>
                  <a:pt x="81071" y="35569"/>
                </a:cubicBezTo>
                <a:cubicBezTo>
                  <a:pt x="82365" y="35221"/>
                  <a:pt x="83809" y="34997"/>
                  <a:pt x="85302" y="34922"/>
                </a:cubicBezTo>
                <a:close/>
                <a:moveTo>
                  <a:pt x="17524" y="36490"/>
                </a:moveTo>
                <a:lnTo>
                  <a:pt x="17524" y="36540"/>
                </a:lnTo>
                <a:lnTo>
                  <a:pt x="17524" y="36565"/>
                </a:lnTo>
                <a:lnTo>
                  <a:pt x="17524" y="36590"/>
                </a:lnTo>
                <a:cubicBezTo>
                  <a:pt x="17399" y="36739"/>
                  <a:pt x="17250" y="36938"/>
                  <a:pt x="17125" y="37113"/>
                </a:cubicBezTo>
                <a:cubicBezTo>
                  <a:pt x="16805" y="37529"/>
                  <a:pt x="16417" y="38027"/>
                  <a:pt x="16019" y="38550"/>
                </a:cubicBezTo>
                <a:lnTo>
                  <a:pt x="16019" y="38550"/>
                </a:lnTo>
                <a:lnTo>
                  <a:pt x="16154" y="38357"/>
                </a:lnTo>
                <a:cubicBezTo>
                  <a:pt x="16379" y="38083"/>
                  <a:pt x="16553" y="37810"/>
                  <a:pt x="16777" y="37536"/>
                </a:cubicBezTo>
                <a:cubicBezTo>
                  <a:pt x="16802" y="37461"/>
                  <a:pt x="16851" y="37436"/>
                  <a:pt x="16876" y="37362"/>
                </a:cubicBezTo>
                <a:cubicBezTo>
                  <a:pt x="17100" y="37088"/>
                  <a:pt x="17299" y="36814"/>
                  <a:pt x="17524" y="36490"/>
                </a:cubicBezTo>
                <a:close/>
                <a:moveTo>
                  <a:pt x="58196" y="31960"/>
                </a:moveTo>
                <a:cubicBezTo>
                  <a:pt x="59639" y="34176"/>
                  <a:pt x="61033" y="36416"/>
                  <a:pt x="62178" y="38532"/>
                </a:cubicBezTo>
                <a:lnTo>
                  <a:pt x="62128" y="38556"/>
                </a:lnTo>
                <a:cubicBezTo>
                  <a:pt x="60983" y="36441"/>
                  <a:pt x="59614" y="34200"/>
                  <a:pt x="58121" y="31985"/>
                </a:cubicBezTo>
                <a:cubicBezTo>
                  <a:pt x="58171" y="31985"/>
                  <a:pt x="58171" y="31985"/>
                  <a:pt x="58196" y="31960"/>
                </a:cubicBezTo>
                <a:close/>
                <a:moveTo>
                  <a:pt x="82514" y="28227"/>
                </a:moveTo>
                <a:lnTo>
                  <a:pt x="82514" y="28227"/>
                </a:lnTo>
                <a:cubicBezTo>
                  <a:pt x="82166" y="30467"/>
                  <a:pt x="81519" y="32831"/>
                  <a:pt x="80647" y="35246"/>
                </a:cubicBezTo>
                <a:cubicBezTo>
                  <a:pt x="78208" y="35968"/>
                  <a:pt x="76192" y="37088"/>
                  <a:pt x="74848" y="38556"/>
                </a:cubicBezTo>
                <a:cubicBezTo>
                  <a:pt x="75744" y="35818"/>
                  <a:pt x="76217" y="33205"/>
                  <a:pt x="76167" y="30815"/>
                </a:cubicBezTo>
                <a:cubicBezTo>
                  <a:pt x="78308" y="29820"/>
                  <a:pt x="80448" y="28948"/>
                  <a:pt x="82514" y="28227"/>
                </a:cubicBezTo>
                <a:close/>
                <a:moveTo>
                  <a:pt x="63497" y="37810"/>
                </a:moveTo>
                <a:lnTo>
                  <a:pt x="63572" y="37859"/>
                </a:lnTo>
                <a:cubicBezTo>
                  <a:pt x="63199" y="38108"/>
                  <a:pt x="62825" y="38357"/>
                  <a:pt x="62452" y="38656"/>
                </a:cubicBezTo>
                <a:cubicBezTo>
                  <a:pt x="62452" y="38606"/>
                  <a:pt x="62427" y="38606"/>
                  <a:pt x="62427" y="38581"/>
                </a:cubicBezTo>
                <a:cubicBezTo>
                  <a:pt x="62800" y="38332"/>
                  <a:pt x="63174" y="38059"/>
                  <a:pt x="63497" y="37810"/>
                </a:cubicBezTo>
                <a:close/>
                <a:moveTo>
                  <a:pt x="80747" y="35694"/>
                </a:moveTo>
                <a:cubicBezTo>
                  <a:pt x="80398" y="36615"/>
                  <a:pt x="80000" y="37611"/>
                  <a:pt x="79552" y="38656"/>
                </a:cubicBezTo>
                <a:cubicBezTo>
                  <a:pt x="79527" y="38656"/>
                  <a:pt x="79527" y="38656"/>
                  <a:pt x="79502" y="38681"/>
                </a:cubicBezTo>
                <a:cubicBezTo>
                  <a:pt x="79926" y="37635"/>
                  <a:pt x="80349" y="36665"/>
                  <a:pt x="80722" y="35694"/>
                </a:cubicBezTo>
                <a:close/>
                <a:moveTo>
                  <a:pt x="84680" y="37063"/>
                </a:moveTo>
                <a:lnTo>
                  <a:pt x="84630" y="37113"/>
                </a:lnTo>
                <a:cubicBezTo>
                  <a:pt x="84356" y="37212"/>
                  <a:pt x="84082" y="37337"/>
                  <a:pt x="83809" y="37411"/>
                </a:cubicBezTo>
                <a:cubicBezTo>
                  <a:pt x="83585" y="37461"/>
                  <a:pt x="83336" y="37561"/>
                  <a:pt x="83112" y="37611"/>
                </a:cubicBezTo>
                <a:cubicBezTo>
                  <a:pt x="82464" y="37835"/>
                  <a:pt x="81817" y="38059"/>
                  <a:pt x="81120" y="38308"/>
                </a:cubicBezTo>
                <a:lnTo>
                  <a:pt x="80847" y="38382"/>
                </a:lnTo>
                <a:cubicBezTo>
                  <a:pt x="80473" y="38532"/>
                  <a:pt x="80100" y="38681"/>
                  <a:pt x="79726" y="38805"/>
                </a:cubicBezTo>
                <a:lnTo>
                  <a:pt x="79726" y="38780"/>
                </a:lnTo>
                <a:cubicBezTo>
                  <a:pt x="79726" y="38780"/>
                  <a:pt x="79726" y="38731"/>
                  <a:pt x="79751" y="38731"/>
                </a:cubicBezTo>
                <a:cubicBezTo>
                  <a:pt x="81444" y="38059"/>
                  <a:pt x="83087" y="37486"/>
                  <a:pt x="84680" y="37063"/>
                </a:cubicBezTo>
                <a:close/>
                <a:moveTo>
                  <a:pt x="19306" y="35769"/>
                </a:moveTo>
                <a:cubicBezTo>
                  <a:pt x="19770" y="35769"/>
                  <a:pt x="20349" y="35868"/>
                  <a:pt x="21033" y="36067"/>
                </a:cubicBezTo>
                <a:lnTo>
                  <a:pt x="18718" y="38855"/>
                </a:lnTo>
                <a:cubicBezTo>
                  <a:pt x="18046" y="37635"/>
                  <a:pt x="17847" y="36739"/>
                  <a:pt x="18121" y="36242"/>
                </a:cubicBezTo>
                <a:cubicBezTo>
                  <a:pt x="18171" y="36192"/>
                  <a:pt x="18220" y="36117"/>
                  <a:pt x="18270" y="36067"/>
                </a:cubicBezTo>
                <a:cubicBezTo>
                  <a:pt x="18494" y="35868"/>
                  <a:pt x="18843" y="35769"/>
                  <a:pt x="19306" y="35769"/>
                </a:cubicBezTo>
                <a:close/>
                <a:moveTo>
                  <a:pt x="80598" y="35445"/>
                </a:moveTo>
                <a:cubicBezTo>
                  <a:pt x="80598" y="35470"/>
                  <a:pt x="80573" y="35495"/>
                  <a:pt x="80573" y="35495"/>
                </a:cubicBezTo>
                <a:cubicBezTo>
                  <a:pt x="78108" y="36217"/>
                  <a:pt x="76142" y="37411"/>
                  <a:pt x="74848" y="38905"/>
                </a:cubicBezTo>
                <a:cubicBezTo>
                  <a:pt x="74848" y="38855"/>
                  <a:pt x="74798" y="38855"/>
                  <a:pt x="74798" y="38830"/>
                </a:cubicBezTo>
                <a:cubicBezTo>
                  <a:pt x="76142" y="37312"/>
                  <a:pt x="78108" y="36167"/>
                  <a:pt x="80598" y="35445"/>
                </a:cubicBezTo>
                <a:close/>
                <a:moveTo>
                  <a:pt x="79403" y="38930"/>
                </a:moveTo>
                <a:cubicBezTo>
                  <a:pt x="79403" y="38955"/>
                  <a:pt x="79403" y="38955"/>
                  <a:pt x="79378" y="38955"/>
                </a:cubicBezTo>
                <a:cubicBezTo>
                  <a:pt x="79378" y="38955"/>
                  <a:pt x="79353" y="38955"/>
                  <a:pt x="79353" y="38980"/>
                </a:cubicBezTo>
                <a:lnTo>
                  <a:pt x="79353" y="38955"/>
                </a:lnTo>
                <a:lnTo>
                  <a:pt x="79353" y="38930"/>
                </a:lnTo>
                <a:close/>
                <a:moveTo>
                  <a:pt x="17847" y="36615"/>
                </a:moveTo>
                <a:lnTo>
                  <a:pt x="17847" y="36615"/>
                </a:lnTo>
                <a:cubicBezTo>
                  <a:pt x="17772" y="37212"/>
                  <a:pt x="18046" y="38034"/>
                  <a:pt x="18594" y="39054"/>
                </a:cubicBezTo>
                <a:lnTo>
                  <a:pt x="18519" y="39104"/>
                </a:lnTo>
                <a:cubicBezTo>
                  <a:pt x="17996" y="38158"/>
                  <a:pt x="17723" y="37337"/>
                  <a:pt x="17748" y="36714"/>
                </a:cubicBezTo>
                <a:lnTo>
                  <a:pt x="17847" y="36615"/>
                </a:lnTo>
                <a:close/>
                <a:moveTo>
                  <a:pt x="21232" y="36117"/>
                </a:moveTo>
                <a:cubicBezTo>
                  <a:pt x="21257" y="36117"/>
                  <a:pt x="21257" y="36117"/>
                  <a:pt x="21282" y="36167"/>
                </a:cubicBezTo>
                <a:cubicBezTo>
                  <a:pt x="20461" y="37138"/>
                  <a:pt x="19639" y="38108"/>
                  <a:pt x="18818" y="39104"/>
                </a:cubicBezTo>
                <a:cubicBezTo>
                  <a:pt x="18818" y="39079"/>
                  <a:pt x="18793" y="39079"/>
                  <a:pt x="18793" y="39054"/>
                </a:cubicBezTo>
                <a:cubicBezTo>
                  <a:pt x="19614" y="38059"/>
                  <a:pt x="20411" y="37088"/>
                  <a:pt x="21232" y="36117"/>
                </a:cubicBezTo>
                <a:close/>
                <a:moveTo>
                  <a:pt x="101904" y="37835"/>
                </a:moveTo>
                <a:cubicBezTo>
                  <a:pt x="102004" y="37859"/>
                  <a:pt x="102054" y="37934"/>
                  <a:pt x="102153" y="37959"/>
                </a:cubicBezTo>
                <a:lnTo>
                  <a:pt x="102800" y="38332"/>
                </a:lnTo>
                <a:lnTo>
                  <a:pt x="102850" y="38332"/>
                </a:lnTo>
                <a:cubicBezTo>
                  <a:pt x="103024" y="38457"/>
                  <a:pt x="103224" y="38581"/>
                  <a:pt x="103373" y="38706"/>
                </a:cubicBezTo>
                <a:cubicBezTo>
                  <a:pt x="103547" y="38830"/>
                  <a:pt x="103746" y="38955"/>
                  <a:pt x="103921" y="39104"/>
                </a:cubicBezTo>
                <a:cubicBezTo>
                  <a:pt x="103273" y="38731"/>
                  <a:pt x="102552" y="38357"/>
                  <a:pt x="101855" y="38034"/>
                </a:cubicBezTo>
                <a:cubicBezTo>
                  <a:pt x="101880" y="37959"/>
                  <a:pt x="101904" y="37909"/>
                  <a:pt x="101904" y="37835"/>
                </a:cubicBezTo>
                <a:close/>
                <a:moveTo>
                  <a:pt x="18693" y="39204"/>
                </a:moveTo>
                <a:cubicBezTo>
                  <a:pt x="18693" y="39228"/>
                  <a:pt x="18743" y="39228"/>
                  <a:pt x="18743" y="39278"/>
                </a:cubicBezTo>
                <a:lnTo>
                  <a:pt x="18668" y="39328"/>
                </a:lnTo>
                <a:cubicBezTo>
                  <a:pt x="18644" y="39303"/>
                  <a:pt x="18644" y="39303"/>
                  <a:pt x="18644" y="39278"/>
                </a:cubicBezTo>
                <a:lnTo>
                  <a:pt x="18693" y="39204"/>
                </a:lnTo>
                <a:close/>
                <a:moveTo>
                  <a:pt x="39428" y="20062"/>
                </a:moveTo>
                <a:cubicBezTo>
                  <a:pt x="39453" y="20237"/>
                  <a:pt x="39527" y="20411"/>
                  <a:pt x="39577" y="20560"/>
                </a:cubicBezTo>
                <a:cubicBezTo>
                  <a:pt x="39652" y="20734"/>
                  <a:pt x="39701" y="20934"/>
                  <a:pt x="39801" y="21183"/>
                </a:cubicBezTo>
                <a:cubicBezTo>
                  <a:pt x="39876" y="21382"/>
                  <a:pt x="39950" y="21606"/>
                  <a:pt x="40025" y="21780"/>
                </a:cubicBezTo>
                <a:cubicBezTo>
                  <a:pt x="40125" y="22054"/>
                  <a:pt x="40224" y="22352"/>
                  <a:pt x="40324" y="22626"/>
                </a:cubicBezTo>
                <a:cubicBezTo>
                  <a:pt x="40398" y="22751"/>
                  <a:pt x="40448" y="22875"/>
                  <a:pt x="40498" y="23024"/>
                </a:cubicBezTo>
                <a:cubicBezTo>
                  <a:pt x="40647" y="23398"/>
                  <a:pt x="40797" y="23771"/>
                  <a:pt x="40971" y="24169"/>
                </a:cubicBezTo>
                <a:cubicBezTo>
                  <a:pt x="40971" y="24169"/>
                  <a:pt x="40971" y="24219"/>
                  <a:pt x="41021" y="24219"/>
                </a:cubicBezTo>
                <a:cubicBezTo>
                  <a:pt x="41344" y="24916"/>
                  <a:pt x="41693" y="25713"/>
                  <a:pt x="42091" y="26484"/>
                </a:cubicBezTo>
                <a:cubicBezTo>
                  <a:pt x="41967" y="26584"/>
                  <a:pt x="41892" y="26659"/>
                  <a:pt x="41767" y="26758"/>
                </a:cubicBezTo>
                <a:cubicBezTo>
                  <a:pt x="41419" y="27032"/>
                  <a:pt x="41071" y="27331"/>
                  <a:pt x="40722" y="27629"/>
                </a:cubicBezTo>
                <a:cubicBezTo>
                  <a:pt x="40224" y="28028"/>
                  <a:pt x="39776" y="28476"/>
                  <a:pt x="39278" y="28874"/>
                </a:cubicBezTo>
                <a:cubicBezTo>
                  <a:pt x="38930" y="29197"/>
                  <a:pt x="38581" y="29471"/>
                  <a:pt x="38233" y="29770"/>
                </a:cubicBezTo>
                <a:cubicBezTo>
                  <a:pt x="37685" y="30268"/>
                  <a:pt x="37163" y="30766"/>
                  <a:pt x="36615" y="31263"/>
                </a:cubicBezTo>
                <a:cubicBezTo>
                  <a:pt x="36267" y="31612"/>
                  <a:pt x="35868" y="31960"/>
                  <a:pt x="35520" y="32334"/>
                </a:cubicBezTo>
                <a:cubicBezTo>
                  <a:pt x="35196" y="32607"/>
                  <a:pt x="34922" y="32881"/>
                  <a:pt x="34599" y="33205"/>
                </a:cubicBezTo>
                <a:cubicBezTo>
                  <a:pt x="34051" y="33728"/>
                  <a:pt x="33479" y="34300"/>
                  <a:pt x="32956" y="34848"/>
                </a:cubicBezTo>
                <a:lnTo>
                  <a:pt x="32010" y="35794"/>
                </a:lnTo>
                <a:cubicBezTo>
                  <a:pt x="31687" y="36117"/>
                  <a:pt x="31363" y="36466"/>
                  <a:pt x="31014" y="36814"/>
                </a:cubicBezTo>
                <a:lnTo>
                  <a:pt x="29446" y="38482"/>
                </a:lnTo>
                <a:cubicBezTo>
                  <a:pt x="29197" y="38780"/>
                  <a:pt x="28949" y="39029"/>
                  <a:pt x="28700" y="39303"/>
                </a:cubicBezTo>
                <a:lnTo>
                  <a:pt x="28650" y="39328"/>
                </a:lnTo>
                <a:cubicBezTo>
                  <a:pt x="26360" y="37934"/>
                  <a:pt x="24244" y="36839"/>
                  <a:pt x="22427" y="36117"/>
                </a:cubicBezTo>
                <a:cubicBezTo>
                  <a:pt x="22552" y="35993"/>
                  <a:pt x="22651" y="35843"/>
                  <a:pt x="22776" y="35719"/>
                </a:cubicBezTo>
                <a:cubicBezTo>
                  <a:pt x="22800" y="35669"/>
                  <a:pt x="22875" y="35594"/>
                  <a:pt x="22900" y="35569"/>
                </a:cubicBezTo>
                <a:cubicBezTo>
                  <a:pt x="23273" y="35097"/>
                  <a:pt x="23672" y="34624"/>
                  <a:pt x="24095" y="34176"/>
                </a:cubicBezTo>
                <a:cubicBezTo>
                  <a:pt x="24145" y="34101"/>
                  <a:pt x="24219" y="34001"/>
                  <a:pt x="24269" y="33952"/>
                </a:cubicBezTo>
                <a:cubicBezTo>
                  <a:pt x="24617" y="33578"/>
                  <a:pt x="24916" y="33205"/>
                  <a:pt x="25265" y="32831"/>
                </a:cubicBezTo>
                <a:cubicBezTo>
                  <a:pt x="25514" y="32558"/>
                  <a:pt x="25787" y="32259"/>
                  <a:pt x="26036" y="31960"/>
                </a:cubicBezTo>
                <a:cubicBezTo>
                  <a:pt x="26285" y="31687"/>
                  <a:pt x="26584" y="31363"/>
                  <a:pt x="26858" y="31089"/>
                </a:cubicBezTo>
                <a:cubicBezTo>
                  <a:pt x="26957" y="30990"/>
                  <a:pt x="27032" y="30890"/>
                  <a:pt x="27131" y="30766"/>
                </a:cubicBezTo>
                <a:cubicBezTo>
                  <a:pt x="27654" y="30218"/>
                  <a:pt x="28202" y="29645"/>
                  <a:pt x="28749" y="29123"/>
                </a:cubicBezTo>
                <a:lnTo>
                  <a:pt x="29496" y="28376"/>
                </a:lnTo>
                <a:cubicBezTo>
                  <a:pt x="30118" y="27779"/>
                  <a:pt x="30716" y="27206"/>
                  <a:pt x="31363" y="26609"/>
                </a:cubicBezTo>
                <a:cubicBezTo>
                  <a:pt x="31487" y="26484"/>
                  <a:pt x="31637" y="26360"/>
                  <a:pt x="31786" y="26235"/>
                </a:cubicBezTo>
                <a:cubicBezTo>
                  <a:pt x="32135" y="25887"/>
                  <a:pt x="32483" y="25588"/>
                  <a:pt x="32856" y="25265"/>
                </a:cubicBezTo>
                <a:cubicBezTo>
                  <a:pt x="33056" y="25115"/>
                  <a:pt x="33230" y="24916"/>
                  <a:pt x="33429" y="24767"/>
                </a:cubicBezTo>
                <a:cubicBezTo>
                  <a:pt x="33777" y="24468"/>
                  <a:pt x="34101" y="24169"/>
                  <a:pt x="34449" y="23896"/>
                </a:cubicBezTo>
                <a:cubicBezTo>
                  <a:pt x="34673" y="23721"/>
                  <a:pt x="34898" y="23522"/>
                  <a:pt x="35146" y="23348"/>
                </a:cubicBezTo>
                <a:cubicBezTo>
                  <a:pt x="35445" y="23099"/>
                  <a:pt x="35794" y="22800"/>
                  <a:pt x="36092" y="22552"/>
                </a:cubicBezTo>
                <a:cubicBezTo>
                  <a:pt x="36341" y="22377"/>
                  <a:pt x="36565" y="22178"/>
                  <a:pt x="36814" y="22004"/>
                </a:cubicBezTo>
                <a:cubicBezTo>
                  <a:pt x="36889" y="21929"/>
                  <a:pt x="36939" y="21904"/>
                  <a:pt x="37038" y="21855"/>
                </a:cubicBezTo>
                <a:cubicBezTo>
                  <a:pt x="37287" y="21655"/>
                  <a:pt x="37561" y="21431"/>
                  <a:pt x="37810" y="21257"/>
                </a:cubicBezTo>
                <a:cubicBezTo>
                  <a:pt x="38059" y="21058"/>
                  <a:pt x="38283" y="20909"/>
                  <a:pt x="38532" y="20734"/>
                </a:cubicBezTo>
                <a:cubicBezTo>
                  <a:pt x="38830" y="20510"/>
                  <a:pt x="39129" y="20286"/>
                  <a:pt x="39428" y="20062"/>
                </a:cubicBezTo>
                <a:close/>
                <a:moveTo>
                  <a:pt x="42215" y="26559"/>
                </a:moveTo>
                <a:cubicBezTo>
                  <a:pt x="42215" y="26609"/>
                  <a:pt x="42265" y="26609"/>
                  <a:pt x="42265" y="26634"/>
                </a:cubicBezTo>
                <a:cubicBezTo>
                  <a:pt x="42041" y="26858"/>
                  <a:pt x="41867" y="27007"/>
                  <a:pt x="41668" y="27131"/>
                </a:cubicBezTo>
                <a:cubicBezTo>
                  <a:pt x="41419" y="27355"/>
                  <a:pt x="41170" y="27530"/>
                  <a:pt x="40921" y="27754"/>
                </a:cubicBezTo>
                <a:cubicBezTo>
                  <a:pt x="40349" y="28227"/>
                  <a:pt x="39826" y="28700"/>
                  <a:pt x="39278" y="29197"/>
                </a:cubicBezTo>
                <a:cubicBezTo>
                  <a:pt x="38980" y="29446"/>
                  <a:pt x="38756" y="29645"/>
                  <a:pt x="38457" y="29894"/>
                </a:cubicBezTo>
                <a:cubicBezTo>
                  <a:pt x="37835" y="30467"/>
                  <a:pt x="37212" y="31014"/>
                  <a:pt x="36590" y="31612"/>
                </a:cubicBezTo>
                <a:cubicBezTo>
                  <a:pt x="36341" y="31861"/>
                  <a:pt x="36092" y="32085"/>
                  <a:pt x="35843" y="32334"/>
                </a:cubicBezTo>
                <a:cubicBezTo>
                  <a:pt x="35321" y="32831"/>
                  <a:pt x="34798" y="33329"/>
                  <a:pt x="34300" y="33827"/>
                </a:cubicBezTo>
                <a:lnTo>
                  <a:pt x="33728" y="34375"/>
                </a:lnTo>
                <a:cubicBezTo>
                  <a:pt x="33105" y="34997"/>
                  <a:pt x="32483" y="35619"/>
                  <a:pt x="31861" y="36266"/>
                </a:cubicBezTo>
                <a:lnTo>
                  <a:pt x="31363" y="36764"/>
                </a:lnTo>
                <a:cubicBezTo>
                  <a:pt x="30691" y="37486"/>
                  <a:pt x="29994" y="38208"/>
                  <a:pt x="29347" y="38930"/>
                </a:cubicBezTo>
                <a:lnTo>
                  <a:pt x="29247" y="39004"/>
                </a:lnTo>
                <a:cubicBezTo>
                  <a:pt x="29123" y="39154"/>
                  <a:pt x="28998" y="39278"/>
                  <a:pt x="28899" y="39378"/>
                </a:cubicBezTo>
                <a:cubicBezTo>
                  <a:pt x="28874" y="39378"/>
                  <a:pt x="28874" y="39353"/>
                  <a:pt x="28849" y="39353"/>
                </a:cubicBezTo>
                <a:lnTo>
                  <a:pt x="29969" y="38133"/>
                </a:lnTo>
                <a:cubicBezTo>
                  <a:pt x="30342" y="37735"/>
                  <a:pt x="30716" y="37362"/>
                  <a:pt x="31089" y="36963"/>
                </a:cubicBezTo>
                <a:cubicBezTo>
                  <a:pt x="31463" y="36565"/>
                  <a:pt x="31861" y="36142"/>
                  <a:pt x="32234" y="35769"/>
                </a:cubicBezTo>
                <a:lnTo>
                  <a:pt x="32881" y="35121"/>
                </a:lnTo>
                <a:cubicBezTo>
                  <a:pt x="33553" y="34474"/>
                  <a:pt x="34201" y="33827"/>
                  <a:pt x="34873" y="33155"/>
                </a:cubicBezTo>
                <a:cubicBezTo>
                  <a:pt x="35097" y="32956"/>
                  <a:pt x="35346" y="32732"/>
                  <a:pt x="35594" y="32483"/>
                </a:cubicBezTo>
                <a:lnTo>
                  <a:pt x="36988" y="31164"/>
                </a:lnTo>
                <a:cubicBezTo>
                  <a:pt x="37461" y="30741"/>
                  <a:pt x="37934" y="30342"/>
                  <a:pt x="38407" y="29894"/>
                </a:cubicBezTo>
                <a:cubicBezTo>
                  <a:pt x="38731" y="29596"/>
                  <a:pt x="39104" y="29272"/>
                  <a:pt x="39453" y="28924"/>
                </a:cubicBezTo>
                <a:cubicBezTo>
                  <a:pt x="39926" y="28525"/>
                  <a:pt x="40349" y="28152"/>
                  <a:pt x="40822" y="27754"/>
                </a:cubicBezTo>
                <a:cubicBezTo>
                  <a:pt x="41195" y="27430"/>
                  <a:pt x="41543" y="27131"/>
                  <a:pt x="41917" y="26808"/>
                </a:cubicBezTo>
                <a:cubicBezTo>
                  <a:pt x="42016" y="26733"/>
                  <a:pt x="42091" y="26659"/>
                  <a:pt x="42215" y="26559"/>
                </a:cubicBezTo>
                <a:close/>
                <a:moveTo>
                  <a:pt x="22377" y="36242"/>
                </a:moveTo>
                <a:cubicBezTo>
                  <a:pt x="24145" y="36938"/>
                  <a:pt x="26260" y="38034"/>
                  <a:pt x="28575" y="39428"/>
                </a:cubicBezTo>
                <a:cubicBezTo>
                  <a:pt x="28575" y="39452"/>
                  <a:pt x="28550" y="39452"/>
                  <a:pt x="28550" y="39477"/>
                </a:cubicBezTo>
                <a:cubicBezTo>
                  <a:pt x="26235" y="38083"/>
                  <a:pt x="24120" y="36988"/>
                  <a:pt x="22352" y="36316"/>
                </a:cubicBezTo>
                <a:cubicBezTo>
                  <a:pt x="22352" y="36291"/>
                  <a:pt x="22377" y="36291"/>
                  <a:pt x="22377" y="36242"/>
                </a:cubicBezTo>
                <a:close/>
                <a:moveTo>
                  <a:pt x="74350" y="39428"/>
                </a:moveTo>
                <a:cubicBezTo>
                  <a:pt x="74350" y="39453"/>
                  <a:pt x="74300" y="39527"/>
                  <a:pt x="74300" y="39552"/>
                </a:cubicBezTo>
                <a:lnTo>
                  <a:pt x="74300" y="39477"/>
                </a:lnTo>
                <a:cubicBezTo>
                  <a:pt x="74300" y="39453"/>
                  <a:pt x="74350" y="39452"/>
                  <a:pt x="74350" y="39428"/>
                </a:cubicBezTo>
                <a:close/>
                <a:moveTo>
                  <a:pt x="71886" y="33006"/>
                </a:moveTo>
                <a:lnTo>
                  <a:pt x="71911" y="33031"/>
                </a:lnTo>
                <a:cubicBezTo>
                  <a:pt x="71935" y="33354"/>
                  <a:pt x="72010" y="33703"/>
                  <a:pt x="72060" y="34051"/>
                </a:cubicBezTo>
                <a:cubicBezTo>
                  <a:pt x="72110" y="34126"/>
                  <a:pt x="72110" y="34225"/>
                  <a:pt x="72135" y="34325"/>
                </a:cubicBezTo>
                <a:cubicBezTo>
                  <a:pt x="72259" y="34823"/>
                  <a:pt x="72384" y="35296"/>
                  <a:pt x="72558" y="35744"/>
                </a:cubicBezTo>
                <a:cubicBezTo>
                  <a:pt x="72608" y="35843"/>
                  <a:pt x="72632" y="35943"/>
                  <a:pt x="72657" y="35993"/>
                </a:cubicBezTo>
                <a:cubicBezTo>
                  <a:pt x="72807" y="36466"/>
                  <a:pt x="73006" y="36938"/>
                  <a:pt x="73230" y="37362"/>
                </a:cubicBezTo>
                <a:cubicBezTo>
                  <a:pt x="73255" y="37436"/>
                  <a:pt x="73280" y="37486"/>
                  <a:pt x="73304" y="37586"/>
                </a:cubicBezTo>
                <a:cubicBezTo>
                  <a:pt x="73479" y="37934"/>
                  <a:pt x="73653" y="38308"/>
                  <a:pt x="73877" y="38656"/>
                </a:cubicBezTo>
                <a:lnTo>
                  <a:pt x="73877" y="38706"/>
                </a:lnTo>
                <a:cubicBezTo>
                  <a:pt x="73852" y="38805"/>
                  <a:pt x="73852" y="38855"/>
                  <a:pt x="73852" y="38955"/>
                </a:cubicBezTo>
                <a:cubicBezTo>
                  <a:pt x="73802" y="39179"/>
                  <a:pt x="73753" y="39353"/>
                  <a:pt x="73678" y="39577"/>
                </a:cubicBezTo>
                <a:cubicBezTo>
                  <a:pt x="72184" y="37934"/>
                  <a:pt x="71039" y="36042"/>
                  <a:pt x="70268" y="33927"/>
                </a:cubicBezTo>
                <a:cubicBezTo>
                  <a:pt x="70790" y="33603"/>
                  <a:pt x="71363" y="33304"/>
                  <a:pt x="71886" y="33006"/>
                </a:cubicBezTo>
                <a:close/>
                <a:moveTo>
                  <a:pt x="28725" y="39552"/>
                </a:moveTo>
                <a:cubicBezTo>
                  <a:pt x="28749" y="39552"/>
                  <a:pt x="28749" y="39577"/>
                  <a:pt x="28774" y="39577"/>
                </a:cubicBezTo>
                <a:cubicBezTo>
                  <a:pt x="28774" y="39602"/>
                  <a:pt x="28749" y="39602"/>
                  <a:pt x="28749" y="39627"/>
                </a:cubicBezTo>
                <a:cubicBezTo>
                  <a:pt x="28725" y="39577"/>
                  <a:pt x="28725" y="39577"/>
                  <a:pt x="28700" y="39577"/>
                </a:cubicBezTo>
                <a:lnTo>
                  <a:pt x="28725" y="39552"/>
                </a:lnTo>
                <a:close/>
                <a:moveTo>
                  <a:pt x="21481" y="36192"/>
                </a:moveTo>
                <a:cubicBezTo>
                  <a:pt x="21581" y="36217"/>
                  <a:pt x="21631" y="36242"/>
                  <a:pt x="21730" y="36291"/>
                </a:cubicBezTo>
                <a:cubicBezTo>
                  <a:pt x="20859" y="37411"/>
                  <a:pt x="19988" y="38532"/>
                  <a:pt x="19166" y="39677"/>
                </a:cubicBezTo>
                <a:cubicBezTo>
                  <a:pt x="19092" y="39502"/>
                  <a:pt x="19017" y="39378"/>
                  <a:pt x="18917" y="39253"/>
                </a:cubicBezTo>
                <a:cubicBezTo>
                  <a:pt x="19764" y="38233"/>
                  <a:pt x="20610" y="37212"/>
                  <a:pt x="21481" y="36192"/>
                </a:cubicBezTo>
                <a:close/>
                <a:moveTo>
                  <a:pt x="74026" y="38855"/>
                </a:moveTo>
                <a:lnTo>
                  <a:pt x="74051" y="38880"/>
                </a:lnTo>
                <a:lnTo>
                  <a:pt x="74051" y="38930"/>
                </a:lnTo>
                <a:lnTo>
                  <a:pt x="74051" y="38980"/>
                </a:lnTo>
                <a:lnTo>
                  <a:pt x="73877" y="39726"/>
                </a:lnTo>
                <a:lnTo>
                  <a:pt x="73852" y="39701"/>
                </a:lnTo>
                <a:lnTo>
                  <a:pt x="73802" y="39677"/>
                </a:lnTo>
                <a:cubicBezTo>
                  <a:pt x="73877" y="39477"/>
                  <a:pt x="73927" y="39228"/>
                  <a:pt x="74001" y="38955"/>
                </a:cubicBezTo>
                <a:cubicBezTo>
                  <a:pt x="74001" y="38930"/>
                  <a:pt x="74001" y="38905"/>
                  <a:pt x="74026" y="38855"/>
                </a:cubicBezTo>
                <a:close/>
                <a:moveTo>
                  <a:pt x="102004" y="37561"/>
                </a:moveTo>
                <a:cubicBezTo>
                  <a:pt x="102352" y="37735"/>
                  <a:pt x="102676" y="37909"/>
                  <a:pt x="103000" y="38108"/>
                </a:cubicBezTo>
                <a:cubicBezTo>
                  <a:pt x="103024" y="38108"/>
                  <a:pt x="103024" y="38158"/>
                  <a:pt x="103049" y="38158"/>
                </a:cubicBezTo>
                <a:cubicBezTo>
                  <a:pt x="103796" y="38606"/>
                  <a:pt x="104493" y="39179"/>
                  <a:pt x="105066" y="39776"/>
                </a:cubicBezTo>
                <a:cubicBezTo>
                  <a:pt x="105072" y="39783"/>
                  <a:pt x="105074" y="39786"/>
                  <a:pt x="105071" y="39786"/>
                </a:cubicBezTo>
                <a:cubicBezTo>
                  <a:pt x="105064" y="39786"/>
                  <a:pt x="105027" y="39763"/>
                  <a:pt x="104991" y="39726"/>
                </a:cubicBezTo>
                <a:lnTo>
                  <a:pt x="104966" y="39701"/>
                </a:lnTo>
                <a:cubicBezTo>
                  <a:pt x="104916" y="39677"/>
                  <a:pt x="104891" y="39677"/>
                  <a:pt x="104866" y="39652"/>
                </a:cubicBezTo>
                <a:cubicBezTo>
                  <a:pt x="104667" y="39452"/>
                  <a:pt x="104493" y="39278"/>
                  <a:pt x="104269" y="39104"/>
                </a:cubicBezTo>
                <a:cubicBezTo>
                  <a:pt x="104219" y="39079"/>
                  <a:pt x="104145" y="39029"/>
                  <a:pt x="104120" y="38980"/>
                </a:cubicBezTo>
                <a:cubicBezTo>
                  <a:pt x="103871" y="38805"/>
                  <a:pt x="103647" y="38606"/>
                  <a:pt x="103373" y="38432"/>
                </a:cubicBezTo>
                <a:cubicBezTo>
                  <a:pt x="103348" y="38407"/>
                  <a:pt x="103273" y="38357"/>
                  <a:pt x="103224" y="38332"/>
                </a:cubicBezTo>
                <a:cubicBezTo>
                  <a:pt x="103149" y="38308"/>
                  <a:pt x="103099" y="38233"/>
                  <a:pt x="103024" y="38208"/>
                </a:cubicBezTo>
                <a:lnTo>
                  <a:pt x="103000" y="38183"/>
                </a:lnTo>
                <a:lnTo>
                  <a:pt x="102975" y="38158"/>
                </a:lnTo>
                <a:lnTo>
                  <a:pt x="102925" y="38108"/>
                </a:lnTo>
                <a:cubicBezTo>
                  <a:pt x="102751" y="38034"/>
                  <a:pt x="102576" y="37909"/>
                  <a:pt x="102402" y="37810"/>
                </a:cubicBezTo>
                <a:cubicBezTo>
                  <a:pt x="102377" y="37785"/>
                  <a:pt x="102303" y="37785"/>
                  <a:pt x="102253" y="37735"/>
                </a:cubicBezTo>
                <a:cubicBezTo>
                  <a:pt x="102153" y="37710"/>
                  <a:pt x="102079" y="37660"/>
                  <a:pt x="102004" y="37611"/>
                </a:cubicBezTo>
                <a:lnTo>
                  <a:pt x="102004" y="37586"/>
                </a:lnTo>
                <a:lnTo>
                  <a:pt x="102004" y="37561"/>
                </a:lnTo>
                <a:close/>
                <a:moveTo>
                  <a:pt x="70069" y="34001"/>
                </a:moveTo>
                <a:cubicBezTo>
                  <a:pt x="70890" y="36117"/>
                  <a:pt x="72060" y="38083"/>
                  <a:pt x="73603" y="39801"/>
                </a:cubicBezTo>
                <a:lnTo>
                  <a:pt x="73529" y="39801"/>
                </a:lnTo>
                <a:cubicBezTo>
                  <a:pt x="72010" y="38108"/>
                  <a:pt x="70815" y="36192"/>
                  <a:pt x="70019" y="34026"/>
                </a:cubicBezTo>
                <a:cubicBezTo>
                  <a:pt x="70044" y="34026"/>
                  <a:pt x="70044" y="34001"/>
                  <a:pt x="70069" y="34001"/>
                </a:cubicBezTo>
                <a:close/>
                <a:moveTo>
                  <a:pt x="42265" y="26907"/>
                </a:moveTo>
                <a:cubicBezTo>
                  <a:pt x="42415" y="27107"/>
                  <a:pt x="42539" y="27281"/>
                  <a:pt x="42639" y="27505"/>
                </a:cubicBezTo>
                <a:cubicBezTo>
                  <a:pt x="37660" y="31089"/>
                  <a:pt x="33230" y="35345"/>
                  <a:pt x="29621" y="39851"/>
                </a:cubicBezTo>
                <a:cubicBezTo>
                  <a:pt x="29446" y="39726"/>
                  <a:pt x="29247" y="39602"/>
                  <a:pt x="29073" y="39527"/>
                </a:cubicBezTo>
                <a:cubicBezTo>
                  <a:pt x="29098" y="39477"/>
                  <a:pt x="29123" y="39428"/>
                  <a:pt x="29148" y="39403"/>
                </a:cubicBezTo>
                <a:cubicBezTo>
                  <a:pt x="29272" y="39228"/>
                  <a:pt x="29421" y="39104"/>
                  <a:pt x="29571" y="38955"/>
                </a:cubicBezTo>
                <a:cubicBezTo>
                  <a:pt x="30168" y="38308"/>
                  <a:pt x="30790" y="37660"/>
                  <a:pt x="31363" y="37038"/>
                </a:cubicBezTo>
                <a:cubicBezTo>
                  <a:pt x="31612" y="36789"/>
                  <a:pt x="31836" y="36540"/>
                  <a:pt x="32085" y="36316"/>
                </a:cubicBezTo>
                <a:cubicBezTo>
                  <a:pt x="32558" y="35818"/>
                  <a:pt x="33056" y="35345"/>
                  <a:pt x="33528" y="34848"/>
                </a:cubicBezTo>
                <a:lnTo>
                  <a:pt x="34549" y="33827"/>
                </a:lnTo>
                <a:cubicBezTo>
                  <a:pt x="34972" y="33429"/>
                  <a:pt x="35420" y="32981"/>
                  <a:pt x="35843" y="32583"/>
                </a:cubicBezTo>
                <a:cubicBezTo>
                  <a:pt x="36167" y="32309"/>
                  <a:pt x="36441" y="32010"/>
                  <a:pt x="36764" y="31736"/>
                </a:cubicBezTo>
                <a:cubicBezTo>
                  <a:pt x="37337" y="31214"/>
                  <a:pt x="37934" y="30641"/>
                  <a:pt x="38532" y="30118"/>
                </a:cubicBezTo>
                <a:cubicBezTo>
                  <a:pt x="38805" y="29869"/>
                  <a:pt x="39129" y="29596"/>
                  <a:pt x="39403" y="29347"/>
                </a:cubicBezTo>
                <a:cubicBezTo>
                  <a:pt x="39901" y="28899"/>
                  <a:pt x="40374" y="28500"/>
                  <a:pt x="40871" y="28077"/>
                </a:cubicBezTo>
                <a:cubicBezTo>
                  <a:pt x="41145" y="27828"/>
                  <a:pt x="41419" y="27579"/>
                  <a:pt x="41693" y="27355"/>
                </a:cubicBezTo>
                <a:cubicBezTo>
                  <a:pt x="41892" y="27206"/>
                  <a:pt x="42066" y="27032"/>
                  <a:pt x="42265" y="26907"/>
                </a:cubicBezTo>
                <a:close/>
                <a:moveTo>
                  <a:pt x="22004" y="36316"/>
                </a:moveTo>
                <a:cubicBezTo>
                  <a:pt x="21083" y="37536"/>
                  <a:pt x="20212" y="38706"/>
                  <a:pt x="19341" y="39901"/>
                </a:cubicBezTo>
                <a:cubicBezTo>
                  <a:pt x="19291" y="39851"/>
                  <a:pt x="19291" y="39851"/>
                  <a:pt x="19291" y="39826"/>
                </a:cubicBezTo>
                <a:cubicBezTo>
                  <a:pt x="20137" y="38656"/>
                  <a:pt x="21008" y="37486"/>
                  <a:pt x="21954" y="36316"/>
                </a:cubicBezTo>
                <a:close/>
                <a:moveTo>
                  <a:pt x="18818" y="39428"/>
                </a:moveTo>
                <a:cubicBezTo>
                  <a:pt x="18893" y="39577"/>
                  <a:pt x="18992" y="39701"/>
                  <a:pt x="19092" y="39851"/>
                </a:cubicBezTo>
                <a:cubicBezTo>
                  <a:pt x="19092" y="39901"/>
                  <a:pt x="19042" y="39901"/>
                  <a:pt x="19042" y="39925"/>
                </a:cubicBezTo>
                <a:cubicBezTo>
                  <a:pt x="18967" y="39776"/>
                  <a:pt x="18868" y="39627"/>
                  <a:pt x="18768" y="39477"/>
                </a:cubicBezTo>
                <a:lnTo>
                  <a:pt x="18818" y="39428"/>
                </a:lnTo>
                <a:close/>
                <a:moveTo>
                  <a:pt x="69870" y="34151"/>
                </a:moveTo>
                <a:cubicBezTo>
                  <a:pt x="70641" y="36167"/>
                  <a:pt x="71736" y="38034"/>
                  <a:pt x="73155" y="39677"/>
                </a:cubicBezTo>
                <a:lnTo>
                  <a:pt x="73130" y="39677"/>
                </a:lnTo>
                <a:cubicBezTo>
                  <a:pt x="73056" y="39677"/>
                  <a:pt x="73031" y="39652"/>
                  <a:pt x="72981" y="39652"/>
                </a:cubicBezTo>
                <a:cubicBezTo>
                  <a:pt x="72906" y="39652"/>
                  <a:pt x="72881" y="39602"/>
                  <a:pt x="72807" y="39602"/>
                </a:cubicBezTo>
                <a:cubicBezTo>
                  <a:pt x="72707" y="39577"/>
                  <a:pt x="72608" y="39577"/>
                  <a:pt x="72508" y="39552"/>
                </a:cubicBezTo>
                <a:lnTo>
                  <a:pt x="71935" y="39452"/>
                </a:lnTo>
                <a:cubicBezTo>
                  <a:pt x="71836" y="39452"/>
                  <a:pt x="71786" y="39428"/>
                  <a:pt x="71687" y="39428"/>
                </a:cubicBezTo>
                <a:lnTo>
                  <a:pt x="71438" y="39428"/>
                </a:lnTo>
                <a:cubicBezTo>
                  <a:pt x="71089" y="39403"/>
                  <a:pt x="70716" y="39353"/>
                  <a:pt x="70392" y="39353"/>
                </a:cubicBezTo>
                <a:lnTo>
                  <a:pt x="70342" y="39353"/>
                </a:lnTo>
                <a:cubicBezTo>
                  <a:pt x="70069" y="39353"/>
                  <a:pt x="69820" y="39353"/>
                  <a:pt x="69546" y="39403"/>
                </a:cubicBezTo>
                <a:cubicBezTo>
                  <a:pt x="69421" y="39403"/>
                  <a:pt x="69297" y="39428"/>
                  <a:pt x="69173" y="39428"/>
                </a:cubicBezTo>
                <a:cubicBezTo>
                  <a:pt x="69023" y="39428"/>
                  <a:pt x="68849" y="39452"/>
                  <a:pt x="68700" y="39452"/>
                </a:cubicBezTo>
                <a:cubicBezTo>
                  <a:pt x="68650" y="39452"/>
                  <a:pt x="68600" y="39452"/>
                  <a:pt x="68550" y="39477"/>
                </a:cubicBezTo>
                <a:cubicBezTo>
                  <a:pt x="68451" y="39477"/>
                  <a:pt x="68351" y="39527"/>
                  <a:pt x="68276" y="39527"/>
                </a:cubicBezTo>
                <a:cubicBezTo>
                  <a:pt x="68152" y="39552"/>
                  <a:pt x="68003" y="39552"/>
                  <a:pt x="67853" y="39577"/>
                </a:cubicBezTo>
                <a:cubicBezTo>
                  <a:pt x="67779" y="39577"/>
                  <a:pt x="67679" y="39602"/>
                  <a:pt x="67580" y="39627"/>
                </a:cubicBezTo>
                <a:lnTo>
                  <a:pt x="67530" y="39627"/>
                </a:lnTo>
                <a:cubicBezTo>
                  <a:pt x="67455" y="39627"/>
                  <a:pt x="67430" y="39677"/>
                  <a:pt x="67380" y="39677"/>
                </a:cubicBezTo>
                <a:cubicBezTo>
                  <a:pt x="67256" y="39701"/>
                  <a:pt x="67107" y="39701"/>
                  <a:pt x="67007" y="39726"/>
                </a:cubicBezTo>
                <a:lnTo>
                  <a:pt x="66957" y="39726"/>
                </a:lnTo>
                <a:cubicBezTo>
                  <a:pt x="66808" y="39751"/>
                  <a:pt x="66609" y="39826"/>
                  <a:pt x="66459" y="39851"/>
                </a:cubicBezTo>
                <a:cubicBezTo>
                  <a:pt x="66335" y="39876"/>
                  <a:pt x="66211" y="39925"/>
                  <a:pt x="66111" y="39950"/>
                </a:cubicBezTo>
                <a:cubicBezTo>
                  <a:pt x="66061" y="39975"/>
                  <a:pt x="65962" y="39975"/>
                  <a:pt x="65912" y="40000"/>
                </a:cubicBezTo>
                <a:cubicBezTo>
                  <a:pt x="65240" y="39328"/>
                  <a:pt x="64667" y="38581"/>
                  <a:pt x="64070" y="37810"/>
                </a:cubicBezTo>
                <a:cubicBezTo>
                  <a:pt x="65987" y="36490"/>
                  <a:pt x="67928" y="35246"/>
                  <a:pt x="69870" y="34151"/>
                </a:cubicBezTo>
                <a:close/>
                <a:moveTo>
                  <a:pt x="42754" y="27719"/>
                </a:moveTo>
                <a:cubicBezTo>
                  <a:pt x="42763" y="27719"/>
                  <a:pt x="42763" y="27736"/>
                  <a:pt x="42763" y="27754"/>
                </a:cubicBezTo>
                <a:cubicBezTo>
                  <a:pt x="37810" y="31313"/>
                  <a:pt x="33429" y="35545"/>
                  <a:pt x="29845" y="40025"/>
                </a:cubicBezTo>
                <a:cubicBezTo>
                  <a:pt x="29820" y="40025"/>
                  <a:pt x="29820" y="39975"/>
                  <a:pt x="29795" y="39975"/>
                </a:cubicBezTo>
                <a:cubicBezTo>
                  <a:pt x="33404" y="35495"/>
                  <a:pt x="37785" y="31263"/>
                  <a:pt x="42738" y="27729"/>
                </a:cubicBezTo>
                <a:cubicBezTo>
                  <a:pt x="42745" y="27722"/>
                  <a:pt x="42751" y="27719"/>
                  <a:pt x="42754" y="27719"/>
                </a:cubicBezTo>
                <a:close/>
                <a:moveTo>
                  <a:pt x="101805" y="38208"/>
                </a:moveTo>
                <a:cubicBezTo>
                  <a:pt x="102800" y="38681"/>
                  <a:pt x="103771" y="39204"/>
                  <a:pt x="104717" y="39801"/>
                </a:cubicBezTo>
                <a:cubicBezTo>
                  <a:pt x="104767" y="39851"/>
                  <a:pt x="104866" y="39925"/>
                  <a:pt x="104916" y="40025"/>
                </a:cubicBezTo>
                <a:cubicBezTo>
                  <a:pt x="103896" y="39353"/>
                  <a:pt x="102875" y="38780"/>
                  <a:pt x="101780" y="38283"/>
                </a:cubicBezTo>
                <a:cubicBezTo>
                  <a:pt x="101780" y="38233"/>
                  <a:pt x="101780" y="38233"/>
                  <a:pt x="101805" y="38208"/>
                </a:cubicBezTo>
                <a:close/>
                <a:moveTo>
                  <a:pt x="28949" y="39652"/>
                </a:moveTo>
                <a:cubicBezTo>
                  <a:pt x="29123" y="39776"/>
                  <a:pt x="29322" y="39851"/>
                  <a:pt x="29496" y="39975"/>
                </a:cubicBezTo>
                <a:cubicBezTo>
                  <a:pt x="29496" y="40025"/>
                  <a:pt x="29496" y="40050"/>
                  <a:pt x="29471" y="40050"/>
                </a:cubicBezTo>
                <a:cubicBezTo>
                  <a:pt x="29297" y="39925"/>
                  <a:pt x="29098" y="39801"/>
                  <a:pt x="28924" y="39701"/>
                </a:cubicBezTo>
                <a:cubicBezTo>
                  <a:pt x="28924" y="39677"/>
                  <a:pt x="28949" y="39677"/>
                  <a:pt x="28949" y="39652"/>
                </a:cubicBezTo>
                <a:close/>
                <a:moveTo>
                  <a:pt x="63896" y="37859"/>
                </a:moveTo>
                <a:cubicBezTo>
                  <a:pt x="64443" y="38606"/>
                  <a:pt x="65041" y="39353"/>
                  <a:pt x="65688" y="40025"/>
                </a:cubicBezTo>
                <a:cubicBezTo>
                  <a:pt x="65663" y="40025"/>
                  <a:pt x="65638" y="40025"/>
                  <a:pt x="65588" y="40050"/>
                </a:cubicBezTo>
                <a:cubicBezTo>
                  <a:pt x="64966" y="39403"/>
                  <a:pt x="64393" y="38681"/>
                  <a:pt x="63821" y="37909"/>
                </a:cubicBezTo>
                <a:cubicBezTo>
                  <a:pt x="63846" y="37909"/>
                  <a:pt x="63846" y="37859"/>
                  <a:pt x="63896" y="37859"/>
                </a:cubicBezTo>
                <a:close/>
                <a:moveTo>
                  <a:pt x="74350" y="39925"/>
                </a:moveTo>
                <a:lnTo>
                  <a:pt x="74350" y="40050"/>
                </a:lnTo>
                <a:cubicBezTo>
                  <a:pt x="74350" y="40050"/>
                  <a:pt x="74300" y="40050"/>
                  <a:pt x="74300" y="40025"/>
                </a:cubicBezTo>
                <a:cubicBezTo>
                  <a:pt x="74300" y="39975"/>
                  <a:pt x="74350" y="39950"/>
                  <a:pt x="74350" y="39925"/>
                </a:cubicBezTo>
                <a:close/>
                <a:moveTo>
                  <a:pt x="19166" y="40050"/>
                </a:moveTo>
                <a:cubicBezTo>
                  <a:pt x="19216" y="40075"/>
                  <a:pt x="19216" y="40075"/>
                  <a:pt x="19216" y="40100"/>
                </a:cubicBezTo>
                <a:cubicBezTo>
                  <a:pt x="19216" y="40125"/>
                  <a:pt x="19166" y="40125"/>
                  <a:pt x="19166" y="40174"/>
                </a:cubicBezTo>
                <a:cubicBezTo>
                  <a:pt x="19166" y="40174"/>
                  <a:pt x="19166" y="40125"/>
                  <a:pt x="19141" y="40125"/>
                </a:cubicBezTo>
                <a:lnTo>
                  <a:pt x="19141" y="40100"/>
                </a:lnTo>
                <a:cubicBezTo>
                  <a:pt x="19141" y="40075"/>
                  <a:pt x="19166" y="40050"/>
                  <a:pt x="19166" y="40050"/>
                </a:cubicBezTo>
                <a:close/>
                <a:moveTo>
                  <a:pt x="29670" y="40075"/>
                </a:moveTo>
                <a:cubicBezTo>
                  <a:pt x="29695" y="40075"/>
                  <a:pt x="29695" y="40100"/>
                  <a:pt x="29720" y="40100"/>
                </a:cubicBezTo>
                <a:cubicBezTo>
                  <a:pt x="29720" y="40149"/>
                  <a:pt x="29695" y="40149"/>
                  <a:pt x="29695" y="40174"/>
                </a:cubicBezTo>
                <a:cubicBezTo>
                  <a:pt x="29670" y="40174"/>
                  <a:pt x="29670" y="40174"/>
                  <a:pt x="29621" y="40149"/>
                </a:cubicBezTo>
                <a:cubicBezTo>
                  <a:pt x="29621" y="40100"/>
                  <a:pt x="29670" y="40100"/>
                  <a:pt x="29670" y="40075"/>
                </a:cubicBezTo>
                <a:close/>
                <a:moveTo>
                  <a:pt x="70392" y="39577"/>
                </a:moveTo>
                <a:cubicBezTo>
                  <a:pt x="70815" y="39577"/>
                  <a:pt x="71189" y="39602"/>
                  <a:pt x="71587" y="39627"/>
                </a:cubicBezTo>
                <a:cubicBezTo>
                  <a:pt x="71687" y="39627"/>
                  <a:pt x="71786" y="39677"/>
                  <a:pt x="71886" y="39677"/>
                </a:cubicBezTo>
                <a:cubicBezTo>
                  <a:pt x="71960" y="39677"/>
                  <a:pt x="72035" y="39701"/>
                  <a:pt x="72135" y="39701"/>
                </a:cubicBezTo>
                <a:cubicBezTo>
                  <a:pt x="72408" y="39726"/>
                  <a:pt x="72707" y="39801"/>
                  <a:pt x="73006" y="39851"/>
                </a:cubicBezTo>
                <a:cubicBezTo>
                  <a:pt x="73155" y="39876"/>
                  <a:pt x="73280" y="39950"/>
                  <a:pt x="73429" y="39975"/>
                </a:cubicBezTo>
                <a:lnTo>
                  <a:pt x="73454" y="40000"/>
                </a:lnTo>
                <a:lnTo>
                  <a:pt x="73504" y="40050"/>
                </a:lnTo>
                <a:cubicBezTo>
                  <a:pt x="73479" y="40025"/>
                  <a:pt x="73404" y="39975"/>
                  <a:pt x="73379" y="39975"/>
                </a:cubicBezTo>
                <a:cubicBezTo>
                  <a:pt x="73304" y="39950"/>
                  <a:pt x="73255" y="39950"/>
                  <a:pt x="73180" y="39925"/>
                </a:cubicBezTo>
                <a:cubicBezTo>
                  <a:pt x="73155" y="39925"/>
                  <a:pt x="73080" y="39901"/>
                  <a:pt x="73056" y="39901"/>
                </a:cubicBezTo>
                <a:lnTo>
                  <a:pt x="73006" y="39901"/>
                </a:lnTo>
                <a:cubicBezTo>
                  <a:pt x="72906" y="39851"/>
                  <a:pt x="72807" y="39851"/>
                  <a:pt x="72707" y="39826"/>
                </a:cubicBezTo>
                <a:cubicBezTo>
                  <a:pt x="72657" y="39826"/>
                  <a:pt x="72608" y="39801"/>
                  <a:pt x="72533" y="39801"/>
                </a:cubicBezTo>
                <a:cubicBezTo>
                  <a:pt x="72408" y="39776"/>
                  <a:pt x="72309" y="39726"/>
                  <a:pt x="72184" y="39726"/>
                </a:cubicBezTo>
                <a:cubicBezTo>
                  <a:pt x="72085" y="39726"/>
                  <a:pt x="72010" y="39701"/>
                  <a:pt x="71911" y="39701"/>
                </a:cubicBezTo>
                <a:cubicBezTo>
                  <a:pt x="71836" y="39701"/>
                  <a:pt x="71786" y="39677"/>
                  <a:pt x="71711" y="39677"/>
                </a:cubicBezTo>
                <a:lnTo>
                  <a:pt x="71537" y="39677"/>
                </a:lnTo>
                <a:cubicBezTo>
                  <a:pt x="71438" y="39677"/>
                  <a:pt x="71388" y="39652"/>
                  <a:pt x="71288" y="39652"/>
                </a:cubicBezTo>
                <a:lnTo>
                  <a:pt x="71064" y="39652"/>
                </a:lnTo>
                <a:cubicBezTo>
                  <a:pt x="70840" y="39652"/>
                  <a:pt x="70641" y="39602"/>
                  <a:pt x="70417" y="39602"/>
                </a:cubicBezTo>
                <a:lnTo>
                  <a:pt x="70318" y="39602"/>
                </a:lnTo>
                <a:cubicBezTo>
                  <a:pt x="70069" y="39602"/>
                  <a:pt x="69795" y="39602"/>
                  <a:pt x="69546" y="39652"/>
                </a:cubicBezTo>
                <a:cubicBezTo>
                  <a:pt x="69446" y="39652"/>
                  <a:pt x="69347" y="39652"/>
                  <a:pt x="69272" y="39677"/>
                </a:cubicBezTo>
                <a:lnTo>
                  <a:pt x="68973" y="39677"/>
                </a:lnTo>
                <a:cubicBezTo>
                  <a:pt x="68899" y="39677"/>
                  <a:pt x="68799" y="39677"/>
                  <a:pt x="68700" y="39701"/>
                </a:cubicBezTo>
                <a:cubicBezTo>
                  <a:pt x="68550" y="39726"/>
                  <a:pt x="68401" y="39726"/>
                  <a:pt x="68202" y="39776"/>
                </a:cubicBezTo>
                <a:cubicBezTo>
                  <a:pt x="68077" y="39801"/>
                  <a:pt x="67978" y="39801"/>
                  <a:pt x="67853" y="39801"/>
                </a:cubicBezTo>
                <a:cubicBezTo>
                  <a:pt x="67779" y="39801"/>
                  <a:pt x="67679" y="39826"/>
                  <a:pt x="67580" y="39851"/>
                </a:cubicBezTo>
                <a:cubicBezTo>
                  <a:pt x="67480" y="39901"/>
                  <a:pt x="67405" y="39901"/>
                  <a:pt x="67331" y="39925"/>
                </a:cubicBezTo>
                <a:cubicBezTo>
                  <a:pt x="67281" y="39925"/>
                  <a:pt x="67181" y="39950"/>
                  <a:pt x="67107" y="39950"/>
                </a:cubicBezTo>
                <a:cubicBezTo>
                  <a:pt x="67082" y="39950"/>
                  <a:pt x="67057" y="39950"/>
                  <a:pt x="67032" y="39975"/>
                </a:cubicBezTo>
                <a:lnTo>
                  <a:pt x="66982" y="39975"/>
                </a:lnTo>
                <a:cubicBezTo>
                  <a:pt x="66808" y="40025"/>
                  <a:pt x="66609" y="40075"/>
                  <a:pt x="66435" y="40100"/>
                </a:cubicBezTo>
                <a:cubicBezTo>
                  <a:pt x="66360" y="40100"/>
                  <a:pt x="66335" y="40149"/>
                  <a:pt x="66285" y="40149"/>
                </a:cubicBezTo>
                <a:cubicBezTo>
                  <a:pt x="66211" y="40149"/>
                  <a:pt x="66186" y="40174"/>
                  <a:pt x="66111" y="40174"/>
                </a:cubicBezTo>
                <a:cubicBezTo>
                  <a:pt x="66086" y="40174"/>
                  <a:pt x="66061" y="40174"/>
                  <a:pt x="66036" y="40199"/>
                </a:cubicBezTo>
                <a:lnTo>
                  <a:pt x="65987" y="40174"/>
                </a:lnTo>
                <a:cubicBezTo>
                  <a:pt x="66036" y="40174"/>
                  <a:pt x="66061" y="40149"/>
                  <a:pt x="66111" y="40149"/>
                </a:cubicBezTo>
                <a:cubicBezTo>
                  <a:pt x="66211" y="40100"/>
                  <a:pt x="66310" y="40100"/>
                  <a:pt x="66410" y="40075"/>
                </a:cubicBezTo>
                <a:cubicBezTo>
                  <a:pt x="66584" y="40025"/>
                  <a:pt x="66808" y="39975"/>
                  <a:pt x="66982" y="39950"/>
                </a:cubicBezTo>
                <a:cubicBezTo>
                  <a:pt x="67156" y="39925"/>
                  <a:pt x="67306" y="39901"/>
                  <a:pt x="67430" y="39851"/>
                </a:cubicBezTo>
                <a:cubicBezTo>
                  <a:pt x="67555" y="39826"/>
                  <a:pt x="67704" y="39801"/>
                  <a:pt x="67828" y="39801"/>
                </a:cubicBezTo>
                <a:cubicBezTo>
                  <a:pt x="68052" y="39776"/>
                  <a:pt x="68301" y="39726"/>
                  <a:pt x="68525" y="39701"/>
                </a:cubicBezTo>
                <a:cubicBezTo>
                  <a:pt x="68575" y="39701"/>
                  <a:pt x="68650" y="39677"/>
                  <a:pt x="68700" y="39677"/>
                </a:cubicBezTo>
                <a:cubicBezTo>
                  <a:pt x="69272" y="39602"/>
                  <a:pt x="69820" y="39577"/>
                  <a:pt x="70342" y="39577"/>
                </a:cubicBezTo>
                <a:close/>
                <a:moveTo>
                  <a:pt x="74549" y="39726"/>
                </a:moveTo>
                <a:cubicBezTo>
                  <a:pt x="74599" y="39801"/>
                  <a:pt x="74649" y="39851"/>
                  <a:pt x="74674" y="39925"/>
                </a:cubicBezTo>
                <a:cubicBezTo>
                  <a:pt x="74723" y="40000"/>
                  <a:pt x="74748" y="40100"/>
                  <a:pt x="74773" y="40174"/>
                </a:cubicBezTo>
                <a:cubicBezTo>
                  <a:pt x="74773" y="40199"/>
                  <a:pt x="74773" y="40199"/>
                  <a:pt x="74798" y="40224"/>
                </a:cubicBezTo>
                <a:lnTo>
                  <a:pt x="74773" y="40199"/>
                </a:lnTo>
                <a:lnTo>
                  <a:pt x="74798" y="40249"/>
                </a:lnTo>
                <a:cubicBezTo>
                  <a:pt x="74773" y="40249"/>
                  <a:pt x="74773" y="40249"/>
                  <a:pt x="74748" y="40224"/>
                </a:cubicBezTo>
                <a:cubicBezTo>
                  <a:pt x="74674" y="40199"/>
                  <a:pt x="74599" y="40174"/>
                  <a:pt x="74524" y="40125"/>
                </a:cubicBezTo>
                <a:cubicBezTo>
                  <a:pt x="74524" y="40000"/>
                  <a:pt x="74549" y="39851"/>
                  <a:pt x="74549" y="39726"/>
                </a:cubicBezTo>
                <a:close/>
                <a:moveTo>
                  <a:pt x="80498" y="35694"/>
                </a:moveTo>
                <a:cubicBezTo>
                  <a:pt x="80100" y="36739"/>
                  <a:pt x="79702" y="37735"/>
                  <a:pt x="79229" y="38780"/>
                </a:cubicBezTo>
                <a:cubicBezTo>
                  <a:pt x="79204" y="38805"/>
                  <a:pt x="79129" y="38805"/>
                  <a:pt x="79104" y="38830"/>
                </a:cubicBezTo>
                <a:cubicBezTo>
                  <a:pt x="78905" y="38930"/>
                  <a:pt x="78706" y="38980"/>
                  <a:pt x="78507" y="39079"/>
                </a:cubicBezTo>
                <a:cubicBezTo>
                  <a:pt x="78258" y="39179"/>
                  <a:pt x="78034" y="39303"/>
                  <a:pt x="77785" y="39403"/>
                </a:cubicBezTo>
                <a:lnTo>
                  <a:pt x="77760" y="39403"/>
                </a:lnTo>
                <a:cubicBezTo>
                  <a:pt x="77636" y="39452"/>
                  <a:pt x="77511" y="39527"/>
                  <a:pt x="77362" y="39577"/>
                </a:cubicBezTo>
                <a:cubicBezTo>
                  <a:pt x="77138" y="39677"/>
                  <a:pt x="76914" y="39776"/>
                  <a:pt x="76739" y="39851"/>
                </a:cubicBezTo>
                <a:cubicBezTo>
                  <a:pt x="76391" y="40025"/>
                  <a:pt x="76043" y="40199"/>
                  <a:pt x="75669" y="40349"/>
                </a:cubicBezTo>
                <a:cubicBezTo>
                  <a:pt x="75495" y="40075"/>
                  <a:pt x="75296" y="39801"/>
                  <a:pt x="75171" y="39527"/>
                </a:cubicBezTo>
                <a:cubicBezTo>
                  <a:pt x="75146" y="39452"/>
                  <a:pt x="75122" y="39428"/>
                  <a:pt x="75097" y="39353"/>
                </a:cubicBezTo>
                <a:cubicBezTo>
                  <a:pt x="75022" y="39278"/>
                  <a:pt x="74997" y="39154"/>
                  <a:pt x="74922" y="39054"/>
                </a:cubicBezTo>
                <a:cubicBezTo>
                  <a:pt x="76217" y="37561"/>
                  <a:pt x="78108" y="36416"/>
                  <a:pt x="80498" y="35694"/>
                </a:cubicBezTo>
                <a:close/>
                <a:moveTo>
                  <a:pt x="105414" y="40224"/>
                </a:moveTo>
                <a:lnTo>
                  <a:pt x="105414" y="40224"/>
                </a:lnTo>
                <a:cubicBezTo>
                  <a:pt x="105464" y="40249"/>
                  <a:pt x="105489" y="40249"/>
                  <a:pt x="105514" y="40299"/>
                </a:cubicBezTo>
                <a:cubicBezTo>
                  <a:pt x="105538" y="40324"/>
                  <a:pt x="105588" y="40324"/>
                  <a:pt x="105613" y="40349"/>
                </a:cubicBezTo>
                <a:cubicBezTo>
                  <a:pt x="105638" y="40373"/>
                  <a:pt x="105663" y="40423"/>
                  <a:pt x="105663" y="40448"/>
                </a:cubicBezTo>
                <a:lnTo>
                  <a:pt x="105696" y="40481"/>
                </a:lnTo>
                <a:lnTo>
                  <a:pt x="105696" y="40481"/>
                </a:lnTo>
                <a:cubicBezTo>
                  <a:pt x="105686" y="40476"/>
                  <a:pt x="105675" y="40473"/>
                  <a:pt x="105663" y="40473"/>
                </a:cubicBezTo>
                <a:cubicBezTo>
                  <a:pt x="105638" y="40448"/>
                  <a:pt x="105613" y="40423"/>
                  <a:pt x="105538" y="40398"/>
                </a:cubicBezTo>
                <a:cubicBezTo>
                  <a:pt x="105538" y="40324"/>
                  <a:pt x="105489" y="40299"/>
                  <a:pt x="105414" y="40224"/>
                </a:cubicBezTo>
                <a:close/>
                <a:moveTo>
                  <a:pt x="74250" y="40523"/>
                </a:moveTo>
                <a:cubicBezTo>
                  <a:pt x="74275" y="40523"/>
                  <a:pt x="74300" y="40548"/>
                  <a:pt x="74300" y="40548"/>
                </a:cubicBezTo>
                <a:cubicBezTo>
                  <a:pt x="74275" y="40548"/>
                  <a:pt x="74275" y="40548"/>
                  <a:pt x="74250" y="40523"/>
                </a:cubicBezTo>
                <a:close/>
                <a:moveTo>
                  <a:pt x="79104" y="39079"/>
                </a:moveTo>
                <a:cubicBezTo>
                  <a:pt x="79104" y="39079"/>
                  <a:pt x="79104" y="39104"/>
                  <a:pt x="79054" y="39104"/>
                </a:cubicBezTo>
                <a:cubicBezTo>
                  <a:pt x="78283" y="39452"/>
                  <a:pt x="77486" y="39801"/>
                  <a:pt x="76665" y="40174"/>
                </a:cubicBezTo>
                <a:cubicBezTo>
                  <a:pt x="76391" y="40299"/>
                  <a:pt x="76092" y="40448"/>
                  <a:pt x="75769" y="40597"/>
                </a:cubicBezTo>
                <a:lnTo>
                  <a:pt x="75769" y="40573"/>
                </a:lnTo>
                <a:cubicBezTo>
                  <a:pt x="75769" y="40573"/>
                  <a:pt x="75769" y="40548"/>
                  <a:pt x="75744" y="40548"/>
                </a:cubicBezTo>
                <a:cubicBezTo>
                  <a:pt x="76889" y="40025"/>
                  <a:pt x="78009" y="39527"/>
                  <a:pt x="79104" y="39079"/>
                </a:cubicBezTo>
                <a:close/>
                <a:moveTo>
                  <a:pt x="74524" y="40349"/>
                </a:moveTo>
                <a:cubicBezTo>
                  <a:pt x="74549" y="40349"/>
                  <a:pt x="74549" y="40398"/>
                  <a:pt x="74549" y="40398"/>
                </a:cubicBezTo>
                <a:cubicBezTo>
                  <a:pt x="74674" y="40448"/>
                  <a:pt x="74798" y="40523"/>
                  <a:pt x="74922" y="40597"/>
                </a:cubicBezTo>
                <a:lnTo>
                  <a:pt x="74922" y="40622"/>
                </a:lnTo>
                <a:cubicBezTo>
                  <a:pt x="74922" y="40622"/>
                  <a:pt x="74922" y="40672"/>
                  <a:pt x="74972" y="40672"/>
                </a:cubicBezTo>
                <a:cubicBezTo>
                  <a:pt x="74922" y="40672"/>
                  <a:pt x="74898" y="40622"/>
                  <a:pt x="74873" y="40622"/>
                </a:cubicBezTo>
                <a:cubicBezTo>
                  <a:pt x="74848" y="40622"/>
                  <a:pt x="74848" y="40597"/>
                  <a:pt x="74798" y="40597"/>
                </a:cubicBezTo>
                <a:cubicBezTo>
                  <a:pt x="74723" y="40548"/>
                  <a:pt x="74624" y="40498"/>
                  <a:pt x="74524" y="40448"/>
                </a:cubicBezTo>
                <a:cubicBezTo>
                  <a:pt x="74499" y="40448"/>
                  <a:pt x="74499" y="40423"/>
                  <a:pt x="74474" y="40423"/>
                </a:cubicBezTo>
                <a:lnTo>
                  <a:pt x="74524" y="40349"/>
                </a:lnTo>
                <a:close/>
                <a:moveTo>
                  <a:pt x="63697" y="37984"/>
                </a:moveTo>
                <a:cubicBezTo>
                  <a:pt x="64219" y="38731"/>
                  <a:pt x="64817" y="39452"/>
                  <a:pt x="65414" y="40075"/>
                </a:cubicBezTo>
                <a:cubicBezTo>
                  <a:pt x="65339" y="40100"/>
                  <a:pt x="65290" y="40100"/>
                  <a:pt x="65215" y="40125"/>
                </a:cubicBezTo>
                <a:cubicBezTo>
                  <a:pt x="65090" y="40174"/>
                  <a:pt x="64966" y="40224"/>
                  <a:pt x="64842" y="40249"/>
                </a:cubicBezTo>
                <a:cubicBezTo>
                  <a:pt x="64792" y="40299"/>
                  <a:pt x="64717" y="40299"/>
                  <a:pt x="64667" y="40324"/>
                </a:cubicBezTo>
                <a:lnTo>
                  <a:pt x="64617" y="40324"/>
                </a:lnTo>
                <a:cubicBezTo>
                  <a:pt x="64543" y="40349"/>
                  <a:pt x="64418" y="40373"/>
                  <a:pt x="64319" y="40423"/>
                </a:cubicBezTo>
                <a:cubicBezTo>
                  <a:pt x="64219" y="40448"/>
                  <a:pt x="64095" y="40473"/>
                  <a:pt x="63995" y="40548"/>
                </a:cubicBezTo>
                <a:cubicBezTo>
                  <a:pt x="63921" y="40573"/>
                  <a:pt x="63846" y="40597"/>
                  <a:pt x="63746" y="40647"/>
                </a:cubicBezTo>
                <a:cubicBezTo>
                  <a:pt x="63697" y="40672"/>
                  <a:pt x="63622" y="40672"/>
                  <a:pt x="63572" y="40697"/>
                </a:cubicBezTo>
                <a:cubicBezTo>
                  <a:pt x="63248" y="40075"/>
                  <a:pt x="62925" y="39428"/>
                  <a:pt x="62576" y="38780"/>
                </a:cubicBezTo>
                <a:cubicBezTo>
                  <a:pt x="62950" y="38482"/>
                  <a:pt x="63323" y="38233"/>
                  <a:pt x="63697" y="37984"/>
                </a:cubicBezTo>
                <a:close/>
                <a:moveTo>
                  <a:pt x="73603" y="40697"/>
                </a:moveTo>
                <a:cubicBezTo>
                  <a:pt x="73603" y="40718"/>
                  <a:pt x="73603" y="40721"/>
                  <a:pt x="73573" y="40737"/>
                </a:cubicBezTo>
                <a:lnTo>
                  <a:pt x="73573" y="40737"/>
                </a:lnTo>
                <a:cubicBezTo>
                  <a:pt x="73582" y="40722"/>
                  <a:pt x="73592" y="40708"/>
                  <a:pt x="73603" y="40697"/>
                </a:cubicBezTo>
                <a:close/>
                <a:moveTo>
                  <a:pt x="62402" y="38930"/>
                </a:moveTo>
                <a:cubicBezTo>
                  <a:pt x="62726" y="39552"/>
                  <a:pt x="63074" y="40174"/>
                  <a:pt x="63348" y="40797"/>
                </a:cubicBezTo>
                <a:cubicBezTo>
                  <a:pt x="63323" y="40797"/>
                  <a:pt x="63323" y="40797"/>
                  <a:pt x="63298" y="40821"/>
                </a:cubicBezTo>
                <a:cubicBezTo>
                  <a:pt x="62975" y="40199"/>
                  <a:pt x="62676" y="39577"/>
                  <a:pt x="62328" y="38955"/>
                </a:cubicBezTo>
                <a:cubicBezTo>
                  <a:pt x="62352" y="38955"/>
                  <a:pt x="62352" y="38930"/>
                  <a:pt x="62402" y="38930"/>
                </a:cubicBezTo>
                <a:close/>
                <a:moveTo>
                  <a:pt x="75296" y="40797"/>
                </a:moveTo>
                <a:cubicBezTo>
                  <a:pt x="75296" y="40797"/>
                  <a:pt x="75346" y="40797"/>
                  <a:pt x="75346" y="40821"/>
                </a:cubicBezTo>
                <a:lnTo>
                  <a:pt x="75346" y="40846"/>
                </a:lnTo>
                <a:lnTo>
                  <a:pt x="75296" y="40846"/>
                </a:lnTo>
                <a:lnTo>
                  <a:pt x="75296" y="40821"/>
                </a:lnTo>
                <a:lnTo>
                  <a:pt x="75271" y="40797"/>
                </a:lnTo>
                <a:close/>
                <a:moveTo>
                  <a:pt x="74474" y="40672"/>
                </a:moveTo>
                <a:cubicBezTo>
                  <a:pt x="74549" y="40722"/>
                  <a:pt x="74624" y="40797"/>
                  <a:pt x="74723" y="40846"/>
                </a:cubicBezTo>
                <a:cubicBezTo>
                  <a:pt x="74674" y="40846"/>
                  <a:pt x="74674" y="40871"/>
                  <a:pt x="74649" y="40871"/>
                </a:cubicBezTo>
                <a:cubicBezTo>
                  <a:pt x="74599" y="40821"/>
                  <a:pt x="74524" y="40797"/>
                  <a:pt x="74474" y="40722"/>
                </a:cubicBezTo>
                <a:lnTo>
                  <a:pt x="74474" y="40672"/>
                </a:lnTo>
                <a:close/>
                <a:moveTo>
                  <a:pt x="65581" y="40284"/>
                </a:moveTo>
                <a:lnTo>
                  <a:pt x="65581" y="40284"/>
                </a:lnTo>
                <a:cubicBezTo>
                  <a:pt x="65583" y="40288"/>
                  <a:pt x="65585" y="40293"/>
                  <a:pt x="65588" y="40299"/>
                </a:cubicBezTo>
                <a:cubicBezTo>
                  <a:pt x="65538" y="40299"/>
                  <a:pt x="65514" y="40324"/>
                  <a:pt x="65439" y="40324"/>
                </a:cubicBezTo>
                <a:cubicBezTo>
                  <a:pt x="65389" y="40349"/>
                  <a:pt x="65314" y="40349"/>
                  <a:pt x="65240" y="40398"/>
                </a:cubicBezTo>
                <a:cubicBezTo>
                  <a:pt x="65215" y="40398"/>
                  <a:pt x="65190" y="40423"/>
                  <a:pt x="65165" y="40423"/>
                </a:cubicBezTo>
                <a:cubicBezTo>
                  <a:pt x="64966" y="40473"/>
                  <a:pt x="64792" y="40548"/>
                  <a:pt x="64617" y="40597"/>
                </a:cubicBezTo>
                <a:cubicBezTo>
                  <a:pt x="64543" y="40622"/>
                  <a:pt x="64443" y="40672"/>
                  <a:pt x="64369" y="40697"/>
                </a:cubicBezTo>
                <a:cubicBezTo>
                  <a:pt x="64194" y="40747"/>
                  <a:pt x="63970" y="40846"/>
                  <a:pt x="63746" y="40921"/>
                </a:cubicBezTo>
                <a:cubicBezTo>
                  <a:pt x="63721" y="40921"/>
                  <a:pt x="63697" y="40946"/>
                  <a:pt x="63672" y="40946"/>
                </a:cubicBezTo>
                <a:lnTo>
                  <a:pt x="63672" y="40921"/>
                </a:lnTo>
                <a:lnTo>
                  <a:pt x="63672" y="40871"/>
                </a:lnTo>
                <a:cubicBezTo>
                  <a:pt x="63921" y="40797"/>
                  <a:pt x="64120" y="40697"/>
                  <a:pt x="64369" y="40622"/>
                </a:cubicBezTo>
                <a:cubicBezTo>
                  <a:pt x="64443" y="40597"/>
                  <a:pt x="64493" y="40597"/>
                  <a:pt x="64568" y="40573"/>
                </a:cubicBezTo>
                <a:cubicBezTo>
                  <a:pt x="64692" y="40523"/>
                  <a:pt x="64842" y="40473"/>
                  <a:pt x="64966" y="40448"/>
                </a:cubicBezTo>
                <a:cubicBezTo>
                  <a:pt x="65066" y="40423"/>
                  <a:pt x="65165" y="40398"/>
                  <a:pt x="65290" y="40349"/>
                </a:cubicBezTo>
                <a:cubicBezTo>
                  <a:pt x="65389" y="40324"/>
                  <a:pt x="65439" y="40324"/>
                  <a:pt x="65538" y="40299"/>
                </a:cubicBezTo>
                <a:cubicBezTo>
                  <a:pt x="65555" y="40299"/>
                  <a:pt x="65572" y="40299"/>
                  <a:pt x="65581" y="40284"/>
                </a:cubicBezTo>
                <a:close/>
                <a:moveTo>
                  <a:pt x="63448" y="40946"/>
                </a:moveTo>
                <a:cubicBezTo>
                  <a:pt x="63448" y="40946"/>
                  <a:pt x="63448" y="40971"/>
                  <a:pt x="63473" y="40971"/>
                </a:cubicBezTo>
                <a:lnTo>
                  <a:pt x="63473" y="41021"/>
                </a:lnTo>
                <a:lnTo>
                  <a:pt x="63423" y="41021"/>
                </a:lnTo>
                <a:lnTo>
                  <a:pt x="63423" y="40971"/>
                </a:lnTo>
                <a:cubicBezTo>
                  <a:pt x="63406" y="40987"/>
                  <a:pt x="63395" y="40993"/>
                  <a:pt x="63388" y="40993"/>
                </a:cubicBezTo>
                <a:cubicBezTo>
                  <a:pt x="63373" y="40993"/>
                  <a:pt x="63373" y="40971"/>
                  <a:pt x="63373" y="40971"/>
                </a:cubicBezTo>
                <a:cubicBezTo>
                  <a:pt x="63423" y="40971"/>
                  <a:pt x="63423" y="40946"/>
                  <a:pt x="63448" y="40946"/>
                </a:cubicBezTo>
                <a:close/>
                <a:moveTo>
                  <a:pt x="74823" y="40971"/>
                </a:moveTo>
                <a:lnTo>
                  <a:pt x="74898" y="41046"/>
                </a:lnTo>
                <a:cubicBezTo>
                  <a:pt x="74873" y="41046"/>
                  <a:pt x="74873" y="41070"/>
                  <a:pt x="74848" y="41070"/>
                </a:cubicBezTo>
                <a:lnTo>
                  <a:pt x="74798" y="41046"/>
                </a:lnTo>
                <a:lnTo>
                  <a:pt x="74773" y="41021"/>
                </a:lnTo>
                <a:cubicBezTo>
                  <a:pt x="74798" y="41021"/>
                  <a:pt x="74798" y="40971"/>
                  <a:pt x="74823" y="40971"/>
                </a:cubicBezTo>
                <a:close/>
                <a:moveTo>
                  <a:pt x="74250" y="40722"/>
                </a:moveTo>
                <a:cubicBezTo>
                  <a:pt x="74250" y="40772"/>
                  <a:pt x="74275" y="40797"/>
                  <a:pt x="74300" y="40797"/>
                </a:cubicBezTo>
                <a:cubicBezTo>
                  <a:pt x="74300" y="40896"/>
                  <a:pt x="74275" y="40971"/>
                  <a:pt x="74275" y="41070"/>
                </a:cubicBezTo>
                <a:cubicBezTo>
                  <a:pt x="74250" y="41070"/>
                  <a:pt x="74250" y="41095"/>
                  <a:pt x="74225" y="41095"/>
                </a:cubicBezTo>
                <a:cubicBezTo>
                  <a:pt x="74225" y="40971"/>
                  <a:pt x="74250" y="40846"/>
                  <a:pt x="74250" y="40722"/>
                </a:cubicBezTo>
                <a:close/>
                <a:moveTo>
                  <a:pt x="74649" y="41095"/>
                </a:moveTo>
                <a:lnTo>
                  <a:pt x="74674" y="41145"/>
                </a:lnTo>
                <a:cubicBezTo>
                  <a:pt x="74599" y="41170"/>
                  <a:pt x="74524" y="41220"/>
                  <a:pt x="74425" y="41270"/>
                </a:cubicBezTo>
                <a:lnTo>
                  <a:pt x="74425" y="41220"/>
                </a:lnTo>
                <a:lnTo>
                  <a:pt x="74425" y="41195"/>
                </a:lnTo>
                <a:cubicBezTo>
                  <a:pt x="74499" y="41195"/>
                  <a:pt x="74549" y="41170"/>
                  <a:pt x="74649" y="41095"/>
                </a:cubicBezTo>
                <a:close/>
                <a:moveTo>
                  <a:pt x="74051" y="40672"/>
                </a:moveTo>
                <a:cubicBezTo>
                  <a:pt x="74026" y="40846"/>
                  <a:pt x="74026" y="41046"/>
                  <a:pt x="74001" y="41220"/>
                </a:cubicBezTo>
                <a:lnTo>
                  <a:pt x="73802" y="41319"/>
                </a:lnTo>
                <a:cubicBezTo>
                  <a:pt x="73902" y="41095"/>
                  <a:pt x="74001" y="40896"/>
                  <a:pt x="74051" y="40672"/>
                </a:cubicBezTo>
                <a:close/>
                <a:moveTo>
                  <a:pt x="74250" y="41319"/>
                </a:moveTo>
                <a:lnTo>
                  <a:pt x="74250" y="41344"/>
                </a:lnTo>
                <a:lnTo>
                  <a:pt x="74250" y="41369"/>
                </a:lnTo>
                <a:cubicBezTo>
                  <a:pt x="74225" y="41369"/>
                  <a:pt x="74225" y="41419"/>
                  <a:pt x="74176" y="41419"/>
                </a:cubicBezTo>
                <a:lnTo>
                  <a:pt x="74176" y="41369"/>
                </a:lnTo>
                <a:lnTo>
                  <a:pt x="74176" y="41344"/>
                </a:lnTo>
                <a:cubicBezTo>
                  <a:pt x="74176" y="41344"/>
                  <a:pt x="74225" y="41344"/>
                  <a:pt x="74250" y="41319"/>
                </a:cubicBezTo>
                <a:close/>
                <a:moveTo>
                  <a:pt x="75520" y="41220"/>
                </a:moveTo>
                <a:lnTo>
                  <a:pt x="75545" y="41270"/>
                </a:lnTo>
                <a:lnTo>
                  <a:pt x="75594" y="41294"/>
                </a:lnTo>
                <a:cubicBezTo>
                  <a:pt x="75619" y="41319"/>
                  <a:pt x="75619" y="41344"/>
                  <a:pt x="75669" y="41419"/>
                </a:cubicBezTo>
                <a:cubicBezTo>
                  <a:pt x="75644" y="41419"/>
                  <a:pt x="75644" y="41394"/>
                  <a:pt x="75619" y="41394"/>
                </a:cubicBezTo>
                <a:lnTo>
                  <a:pt x="75570" y="41344"/>
                </a:lnTo>
                <a:cubicBezTo>
                  <a:pt x="75545" y="41319"/>
                  <a:pt x="75520" y="41270"/>
                  <a:pt x="75520" y="41220"/>
                </a:cubicBezTo>
                <a:close/>
                <a:moveTo>
                  <a:pt x="73902" y="40573"/>
                </a:moveTo>
                <a:lnTo>
                  <a:pt x="73902" y="40573"/>
                </a:lnTo>
                <a:cubicBezTo>
                  <a:pt x="73777" y="40871"/>
                  <a:pt x="73653" y="41170"/>
                  <a:pt x="73529" y="41469"/>
                </a:cubicBezTo>
                <a:lnTo>
                  <a:pt x="73504" y="41494"/>
                </a:lnTo>
                <a:cubicBezTo>
                  <a:pt x="73628" y="41170"/>
                  <a:pt x="73753" y="40871"/>
                  <a:pt x="73902" y="40573"/>
                </a:cubicBezTo>
                <a:close/>
                <a:moveTo>
                  <a:pt x="75047" y="41170"/>
                </a:moveTo>
                <a:cubicBezTo>
                  <a:pt x="75146" y="41270"/>
                  <a:pt x="75271" y="41344"/>
                  <a:pt x="75370" y="41419"/>
                </a:cubicBezTo>
                <a:cubicBezTo>
                  <a:pt x="75395" y="41444"/>
                  <a:pt x="75395" y="41518"/>
                  <a:pt x="75420" y="41543"/>
                </a:cubicBezTo>
                <a:cubicBezTo>
                  <a:pt x="75271" y="41419"/>
                  <a:pt x="75122" y="41319"/>
                  <a:pt x="74997" y="41195"/>
                </a:cubicBezTo>
                <a:cubicBezTo>
                  <a:pt x="75022" y="41195"/>
                  <a:pt x="75047" y="41195"/>
                  <a:pt x="75047" y="41170"/>
                </a:cubicBezTo>
                <a:close/>
                <a:moveTo>
                  <a:pt x="73499" y="40921"/>
                </a:moveTo>
                <a:cubicBezTo>
                  <a:pt x="73475" y="41011"/>
                  <a:pt x="73448" y="41107"/>
                  <a:pt x="73404" y="41195"/>
                </a:cubicBezTo>
                <a:cubicBezTo>
                  <a:pt x="73354" y="41319"/>
                  <a:pt x="73280" y="41469"/>
                  <a:pt x="73230" y="41593"/>
                </a:cubicBezTo>
                <a:cubicBezTo>
                  <a:pt x="73230" y="41638"/>
                  <a:pt x="73230" y="41642"/>
                  <a:pt x="73192" y="41662"/>
                </a:cubicBezTo>
                <a:lnTo>
                  <a:pt x="73192" y="41662"/>
                </a:lnTo>
                <a:cubicBezTo>
                  <a:pt x="73284" y="41423"/>
                  <a:pt x="73335" y="41185"/>
                  <a:pt x="73454" y="40946"/>
                </a:cubicBezTo>
                <a:cubicBezTo>
                  <a:pt x="73454" y="40946"/>
                  <a:pt x="73454" y="40923"/>
                  <a:pt x="73499" y="40921"/>
                </a:cubicBezTo>
                <a:close/>
                <a:moveTo>
                  <a:pt x="73977" y="41469"/>
                </a:moveTo>
                <a:lnTo>
                  <a:pt x="73977" y="41518"/>
                </a:lnTo>
                <a:lnTo>
                  <a:pt x="73977" y="41543"/>
                </a:lnTo>
                <a:cubicBezTo>
                  <a:pt x="73852" y="41593"/>
                  <a:pt x="73753" y="41668"/>
                  <a:pt x="73628" y="41693"/>
                </a:cubicBezTo>
                <a:cubicBezTo>
                  <a:pt x="73628" y="41693"/>
                  <a:pt x="73628" y="41668"/>
                  <a:pt x="73653" y="41668"/>
                </a:cubicBezTo>
                <a:lnTo>
                  <a:pt x="73653" y="41643"/>
                </a:lnTo>
                <a:cubicBezTo>
                  <a:pt x="73753" y="41568"/>
                  <a:pt x="73852" y="41543"/>
                  <a:pt x="73977" y="41469"/>
                </a:cubicBezTo>
                <a:close/>
                <a:moveTo>
                  <a:pt x="75993" y="41643"/>
                </a:moveTo>
                <a:lnTo>
                  <a:pt x="75993" y="41643"/>
                </a:lnTo>
                <a:cubicBezTo>
                  <a:pt x="76043" y="41668"/>
                  <a:pt x="76092" y="41693"/>
                  <a:pt x="76142" y="41767"/>
                </a:cubicBezTo>
                <a:lnTo>
                  <a:pt x="76267" y="41892"/>
                </a:lnTo>
                <a:cubicBezTo>
                  <a:pt x="76192" y="41817"/>
                  <a:pt x="76142" y="41792"/>
                  <a:pt x="76043" y="41718"/>
                </a:cubicBezTo>
                <a:cubicBezTo>
                  <a:pt x="76018" y="41693"/>
                  <a:pt x="76018" y="41668"/>
                  <a:pt x="75993" y="41643"/>
                </a:cubicBezTo>
                <a:close/>
                <a:moveTo>
                  <a:pt x="75819" y="41792"/>
                </a:moveTo>
                <a:cubicBezTo>
                  <a:pt x="75868" y="41792"/>
                  <a:pt x="75868" y="41817"/>
                  <a:pt x="75893" y="41817"/>
                </a:cubicBezTo>
                <a:cubicBezTo>
                  <a:pt x="75918" y="41842"/>
                  <a:pt x="75918" y="41867"/>
                  <a:pt x="75943" y="41917"/>
                </a:cubicBezTo>
                <a:lnTo>
                  <a:pt x="75893" y="41842"/>
                </a:lnTo>
                <a:lnTo>
                  <a:pt x="75868" y="41817"/>
                </a:lnTo>
                <a:cubicBezTo>
                  <a:pt x="75819" y="41817"/>
                  <a:pt x="75819" y="41792"/>
                  <a:pt x="75819" y="41792"/>
                </a:cubicBezTo>
                <a:close/>
                <a:moveTo>
                  <a:pt x="76540" y="41817"/>
                </a:moveTo>
                <a:cubicBezTo>
                  <a:pt x="76590" y="41842"/>
                  <a:pt x="76640" y="41917"/>
                  <a:pt x="76665" y="41966"/>
                </a:cubicBezTo>
                <a:cubicBezTo>
                  <a:pt x="76665" y="41966"/>
                  <a:pt x="76665" y="42016"/>
                  <a:pt x="76715" y="42016"/>
                </a:cubicBezTo>
                <a:cubicBezTo>
                  <a:pt x="76739" y="42066"/>
                  <a:pt x="76789" y="42091"/>
                  <a:pt x="76839" y="42166"/>
                </a:cubicBezTo>
                <a:cubicBezTo>
                  <a:pt x="76764" y="42091"/>
                  <a:pt x="76715" y="42041"/>
                  <a:pt x="76640" y="42016"/>
                </a:cubicBezTo>
                <a:cubicBezTo>
                  <a:pt x="76615" y="41942"/>
                  <a:pt x="76590" y="41917"/>
                  <a:pt x="76515" y="41842"/>
                </a:cubicBezTo>
                <a:lnTo>
                  <a:pt x="76540" y="41817"/>
                </a:lnTo>
                <a:close/>
                <a:moveTo>
                  <a:pt x="78955" y="39353"/>
                </a:moveTo>
                <a:lnTo>
                  <a:pt x="78955" y="39353"/>
                </a:lnTo>
                <a:cubicBezTo>
                  <a:pt x="78482" y="40349"/>
                  <a:pt x="77984" y="41344"/>
                  <a:pt x="77461" y="42340"/>
                </a:cubicBezTo>
                <a:cubicBezTo>
                  <a:pt x="77387" y="42315"/>
                  <a:pt x="77362" y="42265"/>
                  <a:pt x="77287" y="42215"/>
                </a:cubicBezTo>
                <a:cubicBezTo>
                  <a:pt x="77138" y="42066"/>
                  <a:pt x="76963" y="41917"/>
                  <a:pt x="76764" y="41718"/>
                </a:cubicBezTo>
                <a:lnTo>
                  <a:pt x="76665" y="41643"/>
                </a:lnTo>
                <a:lnTo>
                  <a:pt x="76665" y="41444"/>
                </a:lnTo>
                <a:lnTo>
                  <a:pt x="76590" y="41543"/>
                </a:lnTo>
                <a:cubicBezTo>
                  <a:pt x="76491" y="41419"/>
                  <a:pt x="76391" y="41319"/>
                  <a:pt x="76291" y="41195"/>
                </a:cubicBezTo>
                <a:lnTo>
                  <a:pt x="76242" y="41145"/>
                </a:lnTo>
                <a:cubicBezTo>
                  <a:pt x="76117" y="41021"/>
                  <a:pt x="76018" y="40871"/>
                  <a:pt x="75893" y="40772"/>
                </a:cubicBezTo>
                <a:cubicBezTo>
                  <a:pt x="76391" y="40523"/>
                  <a:pt x="76864" y="40299"/>
                  <a:pt x="77362" y="40075"/>
                </a:cubicBezTo>
                <a:lnTo>
                  <a:pt x="77536" y="39975"/>
                </a:lnTo>
                <a:cubicBezTo>
                  <a:pt x="78009" y="39776"/>
                  <a:pt x="78482" y="39577"/>
                  <a:pt x="78955" y="39353"/>
                </a:cubicBezTo>
                <a:close/>
                <a:moveTo>
                  <a:pt x="90554" y="36217"/>
                </a:moveTo>
                <a:cubicBezTo>
                  <a:pt x="89733" y="38233"/>
                  <a:pt x="88787" y="40349"/>
                  <a:pt x="87716" y="42464"/>
                </a:cubicBezTo>
                <a:lnTo>
                  <a:pt x="87667" y="42464"/>
                </a:lnTo>
                <a:cubicBezTo>
                  <a:pt x="88737" y="40349"/>
                  <a:pt x="89683" y="38283"/>
                  <a:pt x="90479" y="36217"/>
                </a:cubicBezTo>
                <a:close/>
                <a:moveTo>
                  <a:pt x="76288" y="42150"/>
                </a:moveTo>
                <a:lnTo>
                  <a:pt x="76288" y="42150"/>
                </a:lnTo>
                <a:cubicBezTo>
                  <a:pt x="76455" y="42224"/>
                  <a:pt x="76620" y="42319"/>
                  <a:pt x="76739" y="42415"/>
                </a:cubicBezTo>
                <a:cubicBezTo>
                  <a:pt x="76764" y="42439"/>
                  <a:pt x="76789" y="42464"/>
                  <a:pt x="76839" y="42539"/>
                </a:cubicBezTo>
                <a:lnTo>
                  <a:pt x="76366" y="42265"/>
                </a:lnTo>
                <a:cubicBezTo>
                  <a:pt x="76366" y="42215"/>
                  <a:pt x="76341" y="42215"/>
                  <a:pt x="76341" y="42190"/>
                </a:cubicBezTo>
                <a:cubicBezTo>
                  <a:pt x="76310" y="42175"/>
                  <a:pt x="76299" y="42160"/>
                  <a:pt x="76288" y="42150"/>
                </a:cubicBezTo>
                <a:close/>
                <a:moveTo>
                  <a:pt x="79303" y="39228"/>
                </a:moveTo>
                <a:lnTo>
                  <a:pt x="79303" y="39228"/>
                </a:lnTo>
                <a:cubicBezTo>
                  <a:pt x="78781" y="40324"/>
                  <a:pt x="78233" y="41419"/>
                  <a:pt x="77660" y="42539"/>
                </a:cubicBezTo>
                <a:lnTo>
                  <a:pt x="77636" y="42514"/>
                </a:lnTo>
                <a:cubicBezTo>
                  <a:pt x="78233" y="41419"/>
                  <a:pt x="78756" y="40324"/>
                  <a:pt x="79253" y="39278"/>
                </a:cubicBezTo>
                <a:cubicBezTo>
                  <a:pt x="79278" y="39278"/>
                  <a:pt x="79278" y="39278"/>
                  <a:pt x="79303" y="39228"/>
                </a:cubicBezTo>
                <a:close/>
                <a:moveTo>
                  <a:pt x="87617" y="42663"/>
                </a:moveTo>
                <a:cubicBezTo>
                  <a:pt x="87592" y="42663"/>
                  <a:pt x="87592" y="42688"/>
                  <a:pt x="87592" y="42713"/>
                </a:cubicBezTo>
                <a:lnTo>
                  <a:pt x="87542" y="42713"/>
                </a:lnTo>
                <a:cubicBezTo>
                  <a:pt x="87542" y="42688"/>
                  <a:pt x="87567" y="42688"/>
                  <a:pt x="87567" y="42663"/>
                </a:cubicBezTo>
                <a:close/>
                <a:moveTo>
                  <a:pt x="72782" y="42166"/>
                </a:moveTo>
                <a:cubicBezTo>
                  <a:pt x="72782" y="42190"/>
                  <a:pt x="72782" y="42191"/>
                  <a:pt x="72757" y="42215"/>
                </a:cubicBezTo>
                <a:lnTo>
                  <a:pt x="72757" y="42265"/>
                </a:lnTo>
                <a:cubicBezTo>
                  <a:pt x="72404" y="42417"/>
                  <a:pt x="72057" y="42594"/>
                  <a:pt x="71710" y="42790"/>
                </a:cubicBezTo>
                <a:lnTo>
                  <a:pt x="71710" y="42790"/>
                </a:lnTo>
                <a:cubicBezTo>
                  <a:pt x="72019" y="42611"/>
                  <a:pt x="72326" y="42436"/>
                  <a:pt x="72632" y="42265"/>
                </a:cubicBezTo>
                <a:cubicBezTo>
                  <a:pt x="72657" y="42215"/>
                  <a:pt x="72707" y="42190"/>
                  <a:pt x="72757" y="42190"/>
                </a:cubicBezTo>
                <a:cubicBezTo>
                  <a:pt x="72757" y="42190"/>
                  <a:pt x="72782" y="42190"/>
                  <a:pt x="72782" y="42166"/>
                </a:cubicBezTo>
                <a:close/>
                <a:moveTo>
                  <a:pt x="76615" y="42589"/>
                </a:moveTo>
                <a:lnTo>
                  <a:pt x="76615" y="42589"/>
                </a:lnTo>
                <a:cubicBezTo>
                  <a:pt x="76764" y="42713"/>
                  <a:pt x="76914" y="42813"/>
                  <a:pt x="77063" y="42912"/>
                </a:cubicBezTo>
                <a:cubicBezTo>
                  <a:pt x="77113" y="42937"/>
                  <a:pt x="77113" y="42962"/>
                  <a:pt x="77138" y="42962"/>
                </a:cubicBezTo>
                <a:cubicBezTo>
                  <a:pt x="77113" y="43037"/>
                  <a:pt x="77063" y="43087"/>
                  <a:pt x="77013" y="43161"/>
                </a:cubicBezTo>
                <a:cubicBezTo>
                  <a:pt x="76963" y="43087"/>
                  <a:pt x="76914" y="43037"/>
                  <a:pt x="76864" y="42962"/>
                </a:cubicBezTo>
                <a:cubicBezTo>
                  <a:pt x="76764" y="42838"/>
                  <a:pt x="76715" y="42713"/>
                  <a:pt x="76615" y="42589"/>
                </a:cubicBezTo>
                <a:close/>
                <a:moveTo>
                  <a:pt x="90255" y="36242"/>
                </a:moveTo>
                <a:lnTo>
                  <a:pt x="90255" y="36242"/>
                </a:lnTo>
                <a:cubicBezTo>
                  <a:pt x="89459" y="38283"/>
                  <a:pt x="88538" y="40349"/>
                  <a:pt x="87443" y="42464"/>
                </a:cubicBezTo>
                <a:cubicBezTo>
                  <a:pt x="87265" y="42460"/>
                  <a:pt x="87086" y="42458"/>
                  <a:pt x="86906" y="42458"/>
                </a:cubicBezTo>
                <a:cubicBezTo>
                  <a:pt x="85085" y="42458"/>
                  <a:pt x="83109" y="42688"/>
                  <a:pt x="81071" y="43186"/>
                </a:cubicBezTo>
                <a:cubicBezTo>
                  <a:pt x="82738" y="41817"/>
                  <a:pt x="84107" y="39826"/>
                  <a:pt x="85078" y="37237"/>
                </a:cubicBezTo>
                <a:cubicBezTo>
                  <a:pt x="86571" y="36839"/>
                  <a:pt x="87990" y="36540"/>
                  <a:pt x="89384" y="36341"/>
                </a:cubicBezTo>
                <a:cubicBezTo>
                  <a:pt x="89484" y="36341"/>
                  <a:pt x="89583" y="36316"/>
                  <a:pt x="89683" y="36316"/>
                </a:cubicBezTo>
                <a:cubicBezTo>
                  <a:pt x="89857" y="36291"/>
                  <a:pt x="90081" y="36291"/>
                  <a:pt x="90255" y="36242"/>
                </a:cubicBezTo>
                <a:close/>
                <a:moveTo>
                  <a:pt x="93641" y="35993"/>
                </a:moveTo>
                <a:cubicBezTo>
                  <a:pt x="94188" y="35993"/>
                  <a:pt x="94761" y="35993"/>
                  <a:pt x="95283" y="36067"/>
                </a:cubicBezTo>
                <a:lnTo>
                  <a:pt x="95308" y="36067"/>
                </a:lnTo>
                <a:cubicBezTo>
                  <a:pt x="96702" y="36441"/>
                  <a:pt x="98121" y="36914"/>
                  <a:pt x="99490" y="37461"/>
                </a:cubicBezTo>
                <a:cubicBezTo>
                  <a:pt x="97250" y="40050"/>
                  <a:pt x="94562" y="41991"/>
                  <a:pt x="91724" y="43211"/>
                </a:cubicBezTo>
                <a:cubicBezTo>
                  <a:pt x="90554" y="42813"/>
                  <a:pt x="89285" y="42564"/>
                  <a:pt x="87916" y="42464"/>
                </a:cubicBezTo>
                <a:cubicBezTo>
                  <a:pt x="88986" y="40349"/>
                  <a:pt x="89932" y="38233"/>
                  <a:pt x="90728" y="36142"/>
                </a:cubicBezTo>
                <a:cubicBezTo>
                  <a:pt x="90927" y="36117"/>
                  <a:pt x="91102" y="36092"/>
                  <a:pt x="91301" y="36092"/>
                </a:cubicBezTo>
                <a:cubicBezTo>
                  <a:pt x="91450" y="36092"/>
                  <a:pt x="91599" y="36067"/>
                  <a:pt x="91774" y="36067"/>
                </a:cubicBezTo>
                <a:cubicBezTo>
                  <a:pt x="92396" y="36042"/>
                  <a:pt x="92968" y="35993"/>
                  <a:pt x="93591" y="35993"/>
                </a:cubicBezTo>
                <a:close/>
                <a:moveTo>
                  <a:pt x="84829" y="37287"/>
                </a:moveTo>
                <a:cubicBezTo>
                  <a:pt x="83833" y="39925"/>
                  <a:pt x="82390" y="41966"/>
                  <a:pt x="80598" y="43286"/>
                </a:cubicBezTo>
                <a:cubicBezTo>
                  <a:pt x="80523" y="43286"/>
                  <a:pt x="80473" y="43311"/>
                  <a:pt x="80398" y="43311"/>
                </a:cubicBezTo>
                <a:cubicBezTo>
                  <a:pt x="82240" y="42016"/>
                  <a:pt x="83709" y="39975"/>
                  <a:pt x="84730" y="37312"/>
                </a:cubicBezTo>
                <a:cubicBezTo>
                  <a:pt x="84754" y="37312"/>
                  <a:pt x="84779" y="37287"/>
                  <a:pt x="84829" y="37287"/>
                </a:cubicBezTo>
                <a:close/>
                <a:moveTo>
                  <a:pt x="99664" y="37536"/>
                </a:moveTo>
                <a:cubicBezTo>
                  <a:pt x="99689" y="37561"/>
                  <a:pt x="99739" y="37561"/>
                  <a:pt x="99764" y="37561"/>
                </a:cubicBezTo>
                <a:cubicBezTo>
                  <a:pt x="97548" y="40149"/>
                  <a:pt x="94910" y="42091"/>
                  <a:pt x="92072" y="43335"/>
                </a:cubicBezTo>
                <a:cubicBezTo>
                  <a:pt x="92048" y="43335"/>
                  <a:pt x="92023" y="43311"/>
                  <a:pt x="91973" y="43311"/>
                </a:cubicBezTo>
                <a:cubicBezTo>
                  <a:pt x="94810" y="42066"/>
                  <a:pt x="97449" y="40100"/>
                  <a:pt x="99664" y="37536"/>
                </a:cubicBezTo>
                <a:close/>
                <a:moveTo>
                  <a:pt x="87816" y="42663"/>
                </a:moveTo>
                <a:cubicBezTo>
                  <a:pt x="89110" y="42763"/>
                  <a:pt x="90330" y="42962"/>
                  <a:pt x="91450" y="43335"/>
                </a:cubicBezTo>
                <a:cubicBezTo>
                  <a:pt x="91425" y="43335"/>
                  <a:pt x="91400" y="43360"/>
                  <a:pt x="91351" y="43360"/>
                </a:cubicBezTo>
                <a:cubicBezTo>
                  <a:pt x="90280" y="43012"/>
                  <a:pt x="89061" y="42788"/>
                  <a:pt x="87791" y="42713"/>
                </a:cubicBezTo>
                <a:cubicBezTo>
                  <a:pt x="87791" y="42688"/>
                  <a:pt x="87816" y="42688"/>
                  <a:pt x="87816" y="42663"/>
                </a:cubicBezTo>
                <a:close/>
                <a:moveTo>
                  <a:pt x="70417" y="39801"/>
                </a:moveTo>
                <a:cubicBezTo>
                  <a:pt x="70815" y="39801"/>
                  <a:pt x="71239" y="39826"/>
                  <a:pt x="71612" y="39851"/>
                </a:cubicBezTo>
                <a:cubicBezTo>
                  <a:pt x="71687" y="39851"/>
                  <a:pt x="71786" y="39901"/>
                  <a:pt x="71886" y="39901"/>
                </a:cubicBezTo>
                <a:cubicBezTo>
                  <a:pt x="71985" y="39901"/>
                  <a:pt x="72035" y="39925"/>
                  <a:pt x="72135" y="39925"/>
                </a:cubicBezTo>
                <a:cubicBezTo>
                  <a:pt x="72384" y="39950"/>
                  <a:pt x="72608" y="39975"/>
                  <a:pt x="72856" y="40050"/>
                </a:cubicBezTo>
                <a:cubicBezTo>
                  <a:pt x="72881" y="40050"/>
                  <a:pt x="72931" y="40050"/>
                  <a:pt x="72981" y="40075"/>
                </a:cubicBezTo>
                <a:cubicBezTo>
                  <a:pt x="73130" y="40100"/>
                  <a:pt x="73255" y="40174"/>
                  <a:pt x="73379" y="40199"/>
                </a:cubicBezTo>
                <a:cubicBezTo>
                  <a:pt x="73404" y="40199"/>
                  <a:pt x="73479" y="40224"/>
                  <a:pt x="73504" y="40224"/>
                </a:cubicBezTo>
                <a:cubicBezTo>
                  <a:pt x="73479" y="40398"/>
                  <a:pt x="73404" y="40523"/>
                  <a:pt x="73379" y="40672"/>
                </a:cubicBezTo>
                <a:cubicBezTo>
                  <a:pt x="73180" y="41070"/>
                  <a:pt x="73031" y="41469"/>
                  <a:pt x="72906" y="41817"/>
                </a:cubicBezTo>
                <a:cubicBezTo>
                  <a:pt x="72782" y="41867"/>
                  <a:pt x="72657" y="41942"/>
                  <a:pt x="72533" y="42041"/>
                </a:cubicBezTo>
                <a:cubicBezTo>
                  <a:pt x="72508" y="42066"/>
                  <a:pt x="72433" y="42066"/>
                  <a:pt x="72408" y="42091"/>
                </a:cubicBezTo>
                <a:lnTo>
                  <a:pt x="71935" y="42365"/>
                </a:lnTo>
                <a:cubicBezTo>
                  <a:pt x="71687" y="42539"/>
                  <a:pt x="71438" y="42663"/>
                  <a:pt x="71189" y="42813"/>
                </a:cubicBezTo>
                <a:cubicBezTo>
                  <a:pt x="70915" y="42962"/>
                  <a:pt x="70666" y="43111"/>
                  <a:pt x="70392" y="43311"/>
                </a:cubicBezTo>
                <a:lnTo>
                  <a:pt x="70193" y="43410"/>
                </a:lnTo>
                <a:cubicBezTo>
                  <a:pt x="68824" y="42663"/>
                  <a:pt x="67505" y="41643"/>
                  <a:pt x="66211" y="40349"/>
                </a:cubicBezTo>
                <a:lnTo>
                  <a:pt x="66584" y="40249"/>
                </a:lnTo>
                <a:lnTo>
                  <a:pt x="66659" y="40249"/>
                </a:lnTo>
                <a:cubicBezTo>
                  <a:pt x="66808" y="40224"/>
                  <a:pt x="66932" y="40199"/>
                  <a:pt x="67082" y="40174"/>
                </a:cubicBezTo>
                <a:cubicBezTo>
                  <a:pt x="67206" y="40125"/>
                  <a:pt x="67380" y="40100"/>
                  <a:pt x="67505" y="40100"/>
                </a:cubicBezTo>
                <a:cubicBezTo>
                  <a:pt x="67580" y="40075"/>
                  <a:pt x="67679" y="40075"/>
                  <a:pt x="67779" y="40050"/>
                </a:cubicBezTo>
                <a:cubicBezTo>
                  <a:pt x="67828" y="40050"/>
                  <a:pt x="67903" y="40000"/>
                  <a:pt x="67953" y="40000"/>
                </a:cubicBezTo>
                <a:cubicBezTo>
                  <a:pt x="68127" y="39975"/>
                  <a:pt x="68252" y="39975"/>
                  <a:pt x="68401" y="39950"/>
                </a:cubicBezTo>
                <a:lnTo>
                  <a:pt x="68501" y="39950"/>
                </a:lnTo>
                <a:cubicBezTo>
                  <a:pt x="68575" y="39950"/>
                  <a:pt x="68700" y="39925"/>
                  <a:pt x="68799" y="39925"/>
                </a:cubicBezTo>
                <a:cubicBezTo>
                  <a:pt x="68899" y="39925"/>
                  <a:pt x="68949" y="39925"/>
                  <a:pt x="69048" y="39901"/>
                </a:cubicBezTo>
                <a:cubicBezTo>
                  <a:pt x="69272" y="39851"/>
                  <a:pt x="69496" y="39851"/>
                  <a:pt x="69695" y="39826"/>
                </a:cubicBezTo>
                <a:cubicBezTo>
                  <a:pt x="69944" y="39826"/>
                  <a:pt x="70193" y="39801"/>
                  <a:pt x="70417" y="39801"/>
                </a:cubicBezTo>
                <a:close/>
                <a:moveTo>
                  <a:pt x="76043" y="42240"/>
                </a:moveTo>
                <a:cubicBezTo>
                  <a:pt x="76117" y="42290"/>
                  <a:pt x="76142" y="42315"/>
                  <a:pt x="76142" y="42315"/>
                </a:cubicBezTo>
                <a:cubicBezTo>
                  <a:pt x="76167" y="42315"/>
                  <a:pt x="76167" y="42340"/>
                  <a:pt x="76192" y="42340"/>
                </a:cubicBezTo>
                <a:cubicBezTo>
                  <a:pt x="76267" y="42415"/>
                  <a:pt x="76291" y="42514"/>
                  <a:pt x="76316" y="42564"/>
                </a:cubicBezTo>
                <a:cubicBezTo>
                  <a:pt x="76366" y="42614"/>
                  <a:pt x="76391" y="42663"/>
                  <a:pt x="76416" y="42713"/>
                </a:cubicBezTo>
                <a:cubicBezTo>
                  <a:pt x="76416" y="42738"/>
                  <a:pt x="76441" y="42738"/>
                  <a:pt x="76441" y="42788"/>
                </a:cubicBezTo>
                <a:cubicBezTo>
                  <a:pt x="76515" y="42887"/>
                  <a:pt x="76615" y="42987"/>
                  <a:pt x="76665" y="43087"/>
                </a:cubicBezTo>
                <a:cubicBezTo>
                  <a:pt x="76739" y="43186"/>
                  <a:pt x="76789" y="43286"/>
                  <a:pt x="76864" y="43335"/>
                </a:cubicBezTo>
                <a:cubicBezTo>
                  <a:pt x="76864" y="43335"/>
                  <a:pt x="76864" y="43360"/>
                  <a:pt x="76814" y="43360"/>
                </a:cubicBezTo>
                <a:lnTo>
                  <a:pt x="76814" y="43410"/>
                </a:lnTo>
                <a:cubicBezTo>
                  <a:pt x="76789" y="43360"/>
                  <a:pt x="76789" y="43335"/>
                  <a:pt x="76764" y="43311"/>
                </a:cubicBezTo>
                <a:cubicBezTo>
                  <a:pt x="76565" y="43037"/>
                  <a:pt x="76366" y="42788"/>
                  <a:pt x="76192" y="42489"/>
                </a:cubicBezTo>
                <a:cubicBezTo>
                  <a:pt x="76142" y="42415"/>
                  <a:pt x="76117" y="42340"/>
                  <a:pt x="76043" y="42240"/>
                </a:cubicBezTo>
                <a:close/>
                <a:moveTo>
                  <a:pt x="77262" y="43186"/>
                </a:moveTo>
                <a:lnTo>
                  <a:pt x="77287" y="43211"/>
                </a:lnTo>
                <a:lnTo>
                  <a:pt x="77212" y="43410"/>
                </a:lnTo>
                <a:lnTo>
                  <a:pt x="77163" y="43360"/>
                </a:lnTo>
                <a:cubicBezTo>
                  <a:pt x="77212" y="43286"/>
                  <a:pt x="77237" y="43261"/>
                  <a:pt x="77262" y="43186"/>
                </a:cubicBezTo>
                <a:close/>
                <a:moveTo>
                  <a:pt x="91799" y="43435"/>
                </a:moveTo>
                <a:cubicBezTo>
                  <a:pt x="91823" y="43435"/>
                  <a:pt x="91823" y="43460"/>
                  <a:pt x="91848" y="43460"/>
                </a:cubicBezTo>
                <a:cubicBezTo>
                  <a:pt x="91823" y="43460"/>
                  <a:pt x="91799" y="43510"/>
                  <a:pt x="91774" y="43510"/>
                </a:cubicBezTo>
                <a:cubicBezTo>
                  <a:pt x="91724" y="43460"/>
                  <a:pt x="91699" y="43460"/>
                  <a:pt x="91674" y="43460"/>
                </a:cubicBezTo>
                <a:cubicBezTo>
                  <a:pt x="91699" y="43460"/>
                  <a:pt x="91724" y="43435"/>
                  <a:pt x="91774" y="43435"/>
                </a:cubicBezTo>
                <a:close/>
                <a:moveTo>
                  <a:pt x="86678" y="42626"/>
                </a:moveTo>
                <a:cubicBezTo>
                  <a:pt x="86902" y="42626"/>
                  <a:pt x="87124" y="42630"/>
                  <a:pt x="87343" y="42639"/>
                </a:cubicBezTo>
                <a:cubicBezTo>
                  <a:pt x="87343" y="42663"/>
                  <a:pt x="87318" y="42663"/>
                  <a:pt x="87318" y="42688"/>
                </a:cubicBezTo>
                <a:cubicBezTo>
                  <a:pt x="87158" y="42684"/>
                  <a:pt x="86996" y="42683"/>
                  <a:pt x="86834" y="42683"/>
                </a:cubicBezTo>
                <a:cubicBezTo>
                  <a:pt x="84895" y="42683"/>
                  <a:pt x="82810" y="42955"/>
                  <a:pt x="80579" y="43520"/>
                </a:cubicBezTo>
                <a:lnTo>
                  <a:pt x="80579" y="43520"/>
                </a:lnTo>
                <a:cubicBezTo>
                  <a:pt x="80625" y="43497"/>
                  <a:pt x="80661" y="43453"/>
                  <a:pt x="80697" y="43435"/>
                </a:cubicBezTo>
                <a:cubicBezTo>
                  <a:pt x="82807" y="42902"/>
                  <a:pt x="84819" y="42626"/>
                  <a:pt x="86678" y="42626"/>
                </a:cubicBezTo>
                <a:close/>
                <a:moveTo>
                  <a:pt x="66011" y="40349"/>
                </a:moveTo>
                <a:cubicBezTo>
                  <a:pt x="67306" y="41693"/>
                  <a:pt x="68675" y="42713"/>
                  <a:pt x="70044" y="43510"/>
                </a:cubicBezTo>
                <a:cubicBezTo>
                  <a:pt x="70019" y="43510"/>
                  <a:pt x="70019" y="43535"/>
                  <a:pt x="69994" y="43535"/>
                </a:cubicBezTo>
                <a:cubicBezTo>
                  <a:pt x="68625" y="42738"/>
                  <a:pt x="67256" y="41718"/>
                  <a:pt x="65937" y="40398"/>
                </a:cubicBezTo>
                <a:cubicBezTo>
                  <a:pt x="65962" y="40398"/>
                  <a:pt x="65962" y="40398"/>
                  <a:pt x="66011" y="40349"/>
                </a:cubicBezTo>
                <a:close/>
                <a:moveTo>
                  <a:pt x="71451" y="42939"/>
                </a:moveTo>
                <a:cubicBezTo>
                  <a:pt x="71199" y="43088"/>
                  <a:pt x="70947" y="43246"/>
                  <a:pt x="70691" y="43410"/>
                </a:cubicBezTo>
                <a:cubicBezTo>
                  <a:pt x="70591" y="43460"/>
                  <a:pt x="70542" y="43510"/>
                  <a:pt x="70492" y="43535"/>
                </a:cubicBezTo>
                <a:lnTo>
                  <a:pt x="70417" y="43535"/>
                </a:lnTo>
                <a:lnTo>
                  <a:pt x="70591" y="43435"/>
                </a:lnTo>
                <a:cubicBezTo>
                  <a:pt x="70882" y="43269"/>
                  <a:pt x="71167" y="43103"/>
                  <a:pt x="71451" y="42939"/>
                </a:cubicBezTo>
                <a:close/>
                <a:moveTo>
                  <a:pt x="84506" y="37411"/>
                </a:moveTo>
                <a:lnTo>
                  <a:pt x="84506" y="37411"/>
                </a:lnTo>
                <a:cubicBezTo>
                  <a:pt x="83435" y="40174"/>
                  <a:pt x="81842" y="42215"/>
                  <a:pt x="79876" y="43460"/>
                </a:cubicBezTo>
                <a:cubicBezTo>
                  <a:pt x="79726" y="43510"/>
                  <a:pt x="79577" y="43559"/>
                  <a:pt x="79453" y="43584"/>
                </a:cubicBezTo>
                <a:cubicBezTo>
                  <a:pt x="79353" y="43559"/>
                  <a:pt x="79278" y="43535"/>
                  <a:pt x="79204" y="43510"/>
                </a:cubicBezTo>
                <a:cubicBezTo>
                  <a:pt x="79154" y="43510"/>
                  <a:pt x="79129" y="43460"/>
                  <a:pt x="79104" y="43460"/>
                </a:cubicBezTo>
                <a:cubicBezTo>
                  <a:pt x="78980" y="43410"/>
                  <a:pt x="78855" y="43335"/>
                  <a:pt x="78781" y="43286"/>
                </a:cubicBezTo>
                <a:cubicBezTo>
                  <a:pt x="78382" y="43062"/>
                  <a:pt x="78108" y="42838"/>
                  <a:pt x="77835" y="42663"/>
                </a:cubicBezTo>
                <a:cubicBezTo>
                  <a:pt x="78457" y="41469"/>
                  <a:pt x="79029" y="40299"/>
                  <a:pt x="79577" y="39154"/>
                </a:cubicBezTo>
                <a:cubicBezTo>
                  <a:pt x="81245" y="38432"/>
                  <a:pt x="82888" y="37859"/>
                  <a:pt x="84506" y="37411"/>
                </a:cubicBezTo>
                <a:close/>
                <a:moveTo>
                  <a:pt x="70293" y="43584"/>
                </a:moveTo>
                <a:cubicBezTo>
                  <a:pt x="70268" y="43584"/>
                  <a:pt x="70268" y="43634"/>
                  <a:pt x="70243" y="43634"/>
                </a:cubicBezTo>
                <a:cubicBezTo>
                  <a:pt x="70243" y="43634"/>
                  <a:pt x="70207" y="43634"/>
                  <a:pt x="70196" y="43603"/>
                </a:cubicBezTo>
                <a:lnTo>
                  <a:pt x="70196" y="43603"/>
                </a:lnTo>
                <a:cubicBezTo>
                  <a:pt x="70201" y="43593"/>
                  <a:pt x="70208" y="43584"/>
                  <a:pt x="70218" y="43584"/>
                </a:cubicBezTo>
                <a:close/>
                <a:moveTo>
                  <a:pt x="70193" y="43609"/>
                </a:moveTo>
                <a:cubicBezTo>
                  <a:pt x="70193" y="43638"/>
                  <a:pt x="70192" y="43649"/>
                  <a:pt x="70187" y="43649"/>
                </a:cubicBezTo>
                <a:cubicBezTo>
                  <a:pt x="70183" y="43649"/>
                  <a:pt x="70177" y="43643"/>
                  <a:pt x="70168" y="43634"/>
                </a:cubicBezTo>
                <a:lnTo>
                  <a:pt x="70168" y="43634"/>
                </a:lnTo>
                <a:cubicBezTo>
                  <a:pt x="70177" y="43642"/>
                  <a:pt x="70182" y="43645"/>
                  <a:pt x="70185" y="43645"/>
                </a:cubicBezTo>
                <a:cubicBezTo>
                  <a:pt x="70190" y="43645"/>
                  <a:pt x="70185" y="43634"/>
                  <a:pt x="70168" y="43634"/>
                </a:cubicBezTo>
                <a:cubicBezTo>
                  <a:pt x="70181" y="43634"/>
                  <a:pt x="70187" y="43622"/>
                  <a:pt x="70193" y="43609"/>
                </a:cubicBezTo>
                <a:close/>
                <a:moveTo>
                  <a:pt x="77038" y="43535"/>
                </a:moveTo>
                <a:lnTo>
                  <a:pt x="77038" y="43559"/>
                </a:lnTo>
                <a:lnTo>
                  <a:pt x="77038" y="43584"/>
                </a:lnTo>
                <a:lnTo>
                  <a:pt x="77038" y="43634"/>
                </a:lnTo>
                <a:lnTo>
                  <a:pt x="77038" y="43659"/>
                </a:lnTo>
                <a:cubicBezTo>
                  <a:pt x="77013" y="43634"/>
                  <a:pt x="77013" y="43584"/>
                  <a:pt x="77013" y="43584"/>
                </a:cubicBezTo>
                <a:cubicBezTo>
                  <a:pt x="77038" y="43559"/>
                  <a:pt x="77038" y="43559"/>
                  <a:pt x="77038" y="43535"/>
                </a:cubicBezTo>
                <a:close/>
                <a:moveTo>
                  <a:pt x="79062" y="43652"/>
                </a:moveTo>
                <a:cubicBezTo>
                  <a:pt x="79097" y="43661"/>
                  <a:pt x="79120" y="43667"/>
                  <a:pt x="79154" y="43684"/>
                </a:cubicBezTo>
                <a:lnTo>
                  <a:pt x="79129" y="43684"/>
                </a:lnTo>
                <a:cubicBezTo>
                  <a:pt x="79106" y="43672"/>
                  <a:pt x="79082" y="43661"/>
                  <a:pt x="79062" y="43652"/>
                </a:cubicBezTo>
                <a:close/>
                <a:moveTo>
                  <a:pt x="80174" y="43584"/>
                </a:moveTo>
                <a:lnTo>
                  <a:pt x="80000" y="43684"/>
                </a:lnTo>
                <a:cubicBezTo>
                  <a:pt x="79950" y="43709"/>
                  <a:pt x="79876" y="43709"/>
                  <a:pt x="79826" y="43734"/>
                </a:cubicBezTo>
                <a:cubicBezTo>
                  <a:pt x="79876" y="43709"/>
                  <a:pt x="79926" y="43684"/>
                  <a:pt x="79975" y="43659"/>
                </a:cubicBezTo>
                <a:cubicBezTo>
                  <a:pt x="80025" y="43609"/>
                  <a:pt x="80100" y="43609"/>
                  <a:pt x="80174" y="43584"/>
                </a:cubicBezTo>
                <a:close/>
                <a:moveTo>
                  <a:pt x="77810" y="43311"/>
                </a:moveTo>
                <a:cubicBezTo>
                  <a:pt x="77860" y="43335"/>
                  <a:pt x="77909" y="43335"/>
                  <a:pt x="77934" y="43385"/>
                </a:cubicBezTo>
                <a:cubicBezTo>
                  <a:pt x="78133" y="43535"/>
                  <a:pt x="78308" y="43659"/>
                  <a:pt x="78507" y="43784"/>
                </a:cubicBezTo>
                <a:lnTo>
                  <a:pt x="78034" y="43784"/>
                </a:lnTo>
                <a:cubicBezTo>
                  <a:pt x="78009" y="43759"/>
                  <a:pt x="78009" y="43684"/>
                  <a:pt x="77984" y="43659"/>
                </a:cubicBezTo>
                <a:cubicBezTo>
                  <a:pt x="77984" y="43634"/>
                  <a:pt x="77984" y="43634"/>
                  <a:pt x="77959" y="43584"/>
                </a:cubicBezTo>
                <a:cubicBezTo>
                  <a:pt x="77909" y="43535"/>
                  <a:pt x="77884" y="43435"/>
                  <a:pt x="77860" y="43385"/>
                </a:cubicBezTo>
                <a:cubicBezTo>
                  <a:pt x="77860" y="43335"/>
                  <a:pt x="77810" y="43335"/>
                  <a:pt x="77810" y="43311"/>
                </a:cubicBezTo>
                <a:close/>
                <a:moveTo>
                  <a:pt x="77586" y="43161"/>
                </a:moveTo>
                <a:cubicBezTo>
                  <a:pt x="77660" y="43311"/>
                  <a:pt x="77735" y="43460"/>
                  <a:pt x="77835" y="43634"/>
                </a:cubicBezTo>
                <a:cubicBezTo>
                  <a:pt x="77785" y="43684"/>
                  <a:pt x="77835" y="43759"/>
                  <a:pt x="77860" y="43808"/>
                </a:cubicBezTo>
                <a:lnTo>
                  <a:pt x="77785" y="43808"/>
                </a:lnTo>
                <a:cubicBezTo>
                  <a:pt x="77760" y="43709"/>
                  <a:pt x="77685" y="43634"/>
                  <a:pt x="77660" y="43535"/>
                </a:cubicBezTo>
                <a:cubicBezTo>
                  <a:pt x="77636" y="43460"/>
                  <a:pt x="77611" y="43435"/>
                  <a:pt x="77611" y="43360"/>
                </a:cubicBezTo>
                <a:lnTo>
                  <a:pt x="77611" y="43335"/>
                </a:lnTo>
                <a:cubicBezTo>
                  <a:pt x="77561" y="43311"/>
                  <a:pt x="77561" y="43286"/>
                  <a:pt x="77536" y="43211"/>
                </a:cubicBezTo>
                <a:cubicBezTo>
                  <a:pt x="77536" y="43211"/>
                  <a:pt x="77536" y="43186"/>
                  <a:pt x="77586" y="43186"/>
                </a:cubicBezTo>
                <a:lnTo>
                  <a:pt x="77586" y="43161"/>
                </a:lnTo>
                <a:close/>
                <a:moveTo>
                  <a:pt x="76914" y="43808"/>
                </a:moveTo>
                <a:cubicBezTo>
                  <a:pt x="76914" y="43833"/>
                  <a:pt x="76914" y="43833"/>
                  <a:pt x="76889" y="43833"/>
                </a:cubicBezTo>
                <a:lnTo>
                  <a:pt x="76864" y="43833"/>
                </a:lnTo>
                <a:cubicBezTo>
                  <a:pt x="76889" y="43833"/>
                  <a:pt x="76889" y="43808"/>
                  <a:pt x="76914" y="43808"/>
                </a:cubicBezTo>
                <a:close/>
                <a:moveTo>
                  <a:pt x="77188" y="43759"/>
                </a:moveTo>
                <a:cubicBezTo>
                  <a:pt x="77237" y="43784"/>
                  <a:pt x="77262" y="43808"/>
                  <a:pt x="77262" y="43833"/>
                </a:cubicBezTo>
                <a:lnTo>
                  <a:pt x="77188" y="43833"/>
                </a:lnTo>
                <a:lnTo>
                  <a:pt x="77163" y="43808"/>
                </a:lnTo>
                <a:cubicBezTo>
                  <a:pt x="77163" y="43808"/>
                  <a:pt x="77163" y="43784"/>
                  <a:pt x="77188" y="43784"/>
                </a:cubicBezTo>
                <a:lnTo>
                  <a:pt x="77188" y="43759"/>
                </a:lnTo>
                <a:close/>
                <a:moveTo>
                  <a:pt x="77387" y="43460"/>
                </a:moveTo>
                <a:lnTo>
                  <a:pt x="77586" y="43833"/>
                </a:lnTo>
                <a:lnTo>
                  <a:pt x="77511" y="43833"/>
                </a:lnTo>
                <a:cubicBezTo>
                  <a:pt x="77486" y="43784"/>
                  <a:pt x="77486" y="43784"/>
                  <a:pt x="77461" y="43759"/>
                </a:cubicBezTo>
                <a:cubicBezTo>
                  <a:pt x="77412" y="43684"/>
                  <a:pt x="77362" y="43634"/>
                  <a:pt x="77337" y="43584"/>
                </a:cubicBezTo>
                <a:cubicBezTo>
                  <a:pt x="77362" y="43559"/>
                  <a:pt x="77387" y="43510"/>
                  <a:pt x="77387" y="43460"/>
                </a:cubicBezTo>
                <a:close/>
                <a:moveTo>
                  <a:pt x="105439" y="26858"/>
                </a:moveTo>
                <a:cubicBezTo>
                  <a:pt x="108774" y="28102"/>
                  <a:pt x="111363" y="30193"/>
                  <a:pt x="113205" y="33006"/>
                </a:cubicBezTo>
                <a:lnTo>
                  <a:pt x="113205" y="33130"/>
                </a:lnTo>
                <a:lnTo>
                  <a:pt x="113205" y="33180"/>
                </a:lnTo>
                <a:cubicBezTo>
                  <a:pt x="113105" y="33877"/>
                  <a:pt x="112981" y="34599"/>
                  <a:pt x="112832" y="35345"/>
                </a:cubicBezTo>
                <a:cubicBezTo>
                  <a:pt x="112782" y="35445"/>
                  <a:pt x="112782" y="35495"/>
                  <a:pt x="112757" y="35594"/>
                </a:cubicBezTo>
                <a:cubicBezTo>
                  <a:pt x="112234" y="38308"/>
                  <a:pt x="111413" y="41095"/>
                  <a:pt x="110392" y="43958"/>
                </a:cubicBezTo>
                <a:cubicBezTo>
                  <a:pt x="108998" y="42564"/>
                  <a:pt x="107455" y="41319"/>
                  <a:pt x="105763" y="40224"/>
                </a:cubicBezTo>
                <a:lnTo>
                  <a:pt x="105738" y="40199"/>
                </a:lnTo>
                <a:cubicBezTo>
                  <a:pt x="105713" y="40149"/>
                  <a:pt x="105638" y="40100"/>
                  <a:pt x="105613" y="40050"/>
                </a:cubicBezTo>
                <a:lnTo>
                  <a:pt x="105514" y="39925"/>
                </a:lnTo>
                <a:lnTo>
                  <a:pt x="105489" y="39901"/>
                </a:lnTo>
                <a:lnTo>
                  <a:pt x="105464" y="39851"/>
                </a:lnTo>
                <a:lnTo>
                  <a:pt x="105265" y="39677"/>
                </a:lnTo>
                <a:cubicBezTo>
                  <a:pt x="105165" y="39577"/>
                  <a:pt x="105041" y="39477"/>
                  <a:pt x="104941" y="39403"/>
                </a:cubicBezTo>
                <a:cubicBezTo>
                  <a:pt x="104767" y="39228"/>
                  <a:pt x="104618" y="39054"/>
                  <a:pt x="104418" y="38930"/>
                </a:cubicBezTo>
                <a:cubicBezTo>
                  <a:pt x="104319" y="38830"/>
                  <a:pt x="104219" y="38780"/>
                  <a:pt x="104070" y="38681"/>
                </a:cubicBezTo>
                <a:cubicBezTo>
                  <a:pt x="103896" y="38532"/>
                  <a:pt x="103672" y="38357"/>
                  <a:pt x="103497" y="38233"/>
                </a:cubicBezTo>
                <a:cubicBezTo>
                  <a:pt x="103373" y="38183"/>
                  <a:pt x="103273" y="38083"/>
                  <a:pt x="103149" y="38034"/>
                </a:cubicBezTo>
                <a:cubicBezTo>
                  <a:pt x="102925" y="37909"/>
                  <a:pt x="102701" y="37735"/>
                  <a:pt x="102502" y="37611"/>
                </a:cubicBezTo>
                <a:lnTo>
                  <a:pt x="102128" y="37436"/>
                </a:lnTo>
                <a:cubicBezTo>
                  <a:pt x="102128" y="37436"/>
                  <a:pt x="102079" y="37436"/>
                  <a:pt x="102079" y="37411"/>
                </a:cubicBezTo>
                <a:cubicBezTo>
                  <a:pt x="102776" y="35420"/>
                  <a:pt x="103373" y="33454"/>
                  <a:pt x="103821" y="31512"/>
                </a:cubicBezTo>
                <a:cubicBezTo>
                  <a:pt x="104518" y="29994"/>
                  <a:pt x="105041" y="28426"/>
                  <a:pt x="105439" y="26858"/>
                </a:cubicBezTo>
                <a:close/>
                <a:moveTo>
                  <a:pt x="113504" y="33553"/>
                </a:moveTo>
                <a:cubicBezTo>
                  <a:pt x="114300" y="34873"/>
                  <a:pt x="114922" y="36341"/>
                  <a:pt x="115321" y="37959"/>
                </a:cubicBezTo>
                <a:cubicBezTo>
                  <a:pt x="114250" y="40125"/>
                  <a:pt x="112732" y="42166"/>
                  <a:pt x="110815" y="43958"/>
                </a:cubicBezTo>
                <a:cubicBezTo>
                  <a:pt x="112110" y="40349"/>
                  <a:pt x="113006" y="36864"/>
                  <a:pt x="113504" y="33553"/>
                </a:cubicBezTo>
                <a:close/>
                <a:moveTo>
                  <a:pt x="78233" y="43958"/>
                </a:moveTo>
                <a:cubicBezTo>
                  <a:pt x="78208" y="43983"/>
                  <a:pt x="78158" y="43983"/>
                  <a:pt x="78133" y="43983"/>
                </a:cubicBezTo>
                <a:cubicBezTo>
                  <a:pt x="78158" y="43958"/>
                  <a:pt x="78208" y="43958"/>
                  <a:pt x="78233" y="43958"/>
                </a:cubicBezTo>
                <a:close/>
                <a:moveTo>
                  <a:pt x="101730" y="38432"/>
                </a:moveTo>
                <a:cubicBezTo>
                  <a:pt x="102800" y="38955"/>
                  <a:pt x="103846" y="39527"/>
                  <a:pt x="104866" y="40149"/>
                </a:cubicBezTo>
                <a:cubicBezTo>
                  <a:pt x="104767" y="40224"/>
                  <a:pt x="104667" y="40299"/>
                  <a:pt x="104618" y="40398"/>
                </a:cubicBezTo>
                <a:cubicBezTo>
                  <a:pt x="104493" y="40473"/>
                  <a:pt x="104369" y="40597"/>
                  <a:pt x="104244" y="40697"/>
                </a:cubicBezTo>
                <a:cubicBezTo>
                  <a:pt x="104095" y="40846"/>
                  <a:pt x="103896" y="40971"/>
                  <a:pt x="103746" y="41095"/>
                </a:cubicBezTo>
                <a:cubicBezTo>
                  <a:pt x="103622" y="41195"/>
                  <a:pt x="103497" y="41319"/>
                  <a:pt x="103348" y="41419"/>
                </a:cubicBezTo>
                <a:lnTo>
                  <a:pt x="102875" y="41792"/>
                </a:lnTo>
                <a:cubicBezTo>
                  <a:pt x="102726" y="41917"/>
                  <a:pt x="102601" y="42016"/>
                  <a:pt x="102427" y="42141"/>
                </a:cubicBezTo>
                <a:cubicBezTo>
                  <a:pt x="102278" y="42215"/>
                  <a:pt x="102153" y="42340"/>
                  <a:pt x="102004" y="42439"/>
                </a:cubicBezTo>
                <a:cubicBezTo>
                  <a:pt x="101855" y="42564"/>
                  <a:pt x="101655" y="42663"/>
                  <a:pt x="101506" y="42788"/>
                </a:cubicBezTo>
                <a:cubicBezTo>
                  <a:pt x="101382" y="42887"/>
                  <a:pt x="101232" y="42937"/>
                  <a:pt x="101108" y="43037"/>
                </a:cubicBezTo>
                <a:cubicBezTo>
                  <a:pt x="100909" y="43161"/>
                  <a:pt x="100735" y="43286"/>
                  <a:pt x="100535" y="43385"/>
                </a:cubicBezTo>
                <a:cubicBezTo>
                  <a:pt x="100411" y="43435"/>
                  <a:pt x="100286" y="43510"/>
                  <a:pt x="100187" y="43584"/>
                </a:cubicBezTo>
                <a:cubicBezTo>
                  <a:pt x="99988" y="43709"/>
                  <a:pt x="99789" y="43833"/>
                  <a:pt x="99565" y="43933"/>
                </a:cubicBezTo>
                <a:cubicBezTo>
                  <a:pt x="99515" y="43958"/>
                  <a:pt x="99490" y="43983"/>
                  <a:pt x="99415" y="44032"/>
                </a:cubicBezTo>
                <a:cubicBezTo>
                  <a:pt x="100262" y="42166"/>
                  <a:pt x="101033" y="40299"/>
                  <a:pt x="101730" y="38432"/>
                </a:cubicBezTo>
                <a:close/>
                <a:moveTo>
                  <a:pt x="77436" y="44008"/>
                </a:moveTo>
                <a:cubicBezTo>
                  <a:pt x="77461" y="44032"/>
                  <a:pt x="77461" y="44057"/>
                  <a:pt x="77486" y="44057"/>
                </a:cubicBezTo>
                <a:lnTo>
                  <a:pt x="77412" y="44057"/>
                </a:lnTo>
                <a:lnTo>
                  <a:pt x="77412" y="44032"/>
                </a:lnTo>
                <a:lnTo>
                  <a:pt x="77387" y="44008"/>
                </a:lnTo>
                <a:close/>
                <a:moveTo>
                  <a:pt x="77909" y="43983"/>
                </a:moveTo>
                <a:cubicBezTo>
                  <a:pt x="77909" y="44032"/>
                  <a:pt x="77909" y="44032"/>
                  <a:pt x="77959" y="44057"/>
                </a:cubicBezTo>
                <a:lnTo>
                  <a:pt x="77884" y="44057"/>
                </a:lnTo>
                <a:cubicBezTo>
                  <a:pt x="77884" y="44032"/>
                  <a:pt x="77860" y="43983"/>
                  <a:pt x="77860" y="43983"/>
                </a:cubicBezTo>
                <a:close/>
                <a:moveTo>
                  <a:pt x="78781" y="44008"/>
                </a:moveTo>
                <a:cubicBezTo>
                  <a:pt x="78830" y="44008"/>
                  <a:pt x="78830" y="44032"/>
                  <a:pt x="78855" y="44032"/>
                </a:cubicBezTo>
                <a:cubicBezTo>
                  <a:pt x="78855" y="44032"/>
                  <a:pt x="78805" y="44032"/>
                  <a:pt x="78805" y="44057"/>
                </a:cubicBezTo>
                <a:lnTo>
                  <a:pt x="78631" y="44057"/>
                </a:lnTo>
                <a:cubicBezTo>
                  <a:pt x="78681" y="44032"/>
                  <a:pt x="78756" y="44032"/>
                  <a:pt x="78781" y="44008"/>
                </a:cubicBezTo>
                <a:close/>
                <a:moveTo>
                  <a:pt x="77113" y="44032"/>
                </a:moveTo>
                <a:lnTo>
                  <a:pt x="77138" y="44057"/>
                </a:lnTo>
                <a:cubicBezTo>
                  <a:pt x="77138" y="44057"/>
                  <a:pt x="77138" y="44082"/>
                  <a:pt x="77163" y="44082"/>
                </a:cubicBezTo>
                <a:lnTo>
                  <a:pt x="77038" y="44082"/>
                </a:lnTo>
                <a:cubicBezTo>
                  <a:pt x="77038" y="44057"/>
                  <a:pt x="77038" y="44057"/>
                  <a:pt x="77063" y="44032"/>
                </a:cubicBezTo>
                <a:close/>
                <a:moveTo>
                  <a:pt x="57947" y="32085"/>
                </a:moveTo>
                <a:cubicBezTo>
                  <a:pt x="59440" y="34300"/>
                  <a:pt x="60809" y="36515"/>
                  <a:pt x="61979" y="38681"/>
                </a:cubicBezTo>
                <a:cubicBezTo>
                  <a:pt x="59589" y="40398"/>
                  <a:pt x="57250" y="42215"/>
                  <a:pt x="55010" y="44132"/>
                </a:cubicBezTo>
                <a:lnTo>
                  <a:pt x="54985" y="44082"/>
                </a:lnTo>
                <a:cubicBezTo>
                  <a:pt x="54835" y="43933"/>
                  <a:pt x="54661" y="43759"/>
                  <a:pt x="54512" y="43584"/>
                </a:cubicBezTo>
                <a:cubicBezTo>
                  <a:pt x="54313" y="43335"/>
                  <a:pt x="54089" y="43087"/>
                  <a:pt x="53865" y="42887"/>
                </a:cubicBezTo>
                <a:cubicBezTo>
                  <a:pt x="53616" y="42589"/>
                  <a:pt x="53392" y="42340"/>
                  <a:pt x="53143" y="42066"/>
                </a:cubicBezTo>
                <a:cubicBezTo>
                  <a:pt x="53043" y="41966"/>
                  <a:pt x="52993" y="41892"/>
                  <a:pt x="52894" y="41792"/>
                </a:cubicBezTo>
                <a:cubicBezTo>
                  <a:pt x="51550" y="40224"/>
                  <a:pt x="50280" y="38556"/>
                  <a:pt x="49036" y="36839"/>
                </a:cubicBezTo>
                <a:cubicBezTo>
                  <a:pt x="52023" y="34723"/>
                  <a:pt x="55084" y="33130"/>
                  <a:pt x="57947" y="32085"/>
                </a:cubicBezTo>
                <a:close/>
                <a:moveTo>
                  <a:pt x="72657" y="42464"/>
                </a:moveTo>
                <a:lnTo>
                  <a:pt x="72657" y="42464"/>
                </a:lnTo>
                <a:cubicBezTo>
                  <a:pt x="72433" y="43037"/>
                  <a:pt x="72184" y="43559"/>
                  <a:pt x="71911" y="44132"/>
                </a:cubicBezTo>
                <a:cubicBezTo>
                  <a:pt x="71463" y="43983"/>
                  <a:pt x="71114" y="43808"/>
                  <a:pt x="70691" y="43634"/>
                </a:cubicBezTo>
                <a:cubicBezTo>
                  <a:pt x="70741" y="43584"/>
                  <a:pt x="70766" y="43584"/>
                  <a:pt x="70790" y="43559"/>
                </a:cubicBezTo>
                <a:cubicBezTo>
                  <a:pt x="71413" y="43186"/>
                  <a:pt x="72035" y="42813"/>
                  <a:pt x="72657" y="42464"/>
                </a:cubicBezTo>
                <a:close/>
                <a:moveTo>
                  <a:pt x="76789" y="44057"/>
                </a:moveTo>
                <a:cubicBezTo>
                  <a:pt x="76789" y="44082"/>
                  <a:pt x="76764" y="44082"/>
                  <a:pt x="76764" y="44132"/>
                </a:cubicBezTo>
                <a:lnTo>
                  <a:pt x="76739" y="44132"/>
                </a:lnTo>
                <a:cubicBezTo>
                  <a:pt x="76739" y="44082"/>
                  <a:pt x="76764" y="44082"/>
                  <a:pt x="76764" y="44057"/>
                </a:cubicBezTo>
                <a:close/>
                <a:moveTo>
                  <a:pt x="113329" y="33230"/>
                </a:moveTo>
                <a:cubicBezTo>
                  <a:pt x="113329" y="33255"/>
                  <a:pt x="113354" y="33304"/>
                  <a:pt x="113379" y="33304"/>
                </a:cubicBezTo>
                <a:cubicBezTo>
                  <a:pt x="113280" y="33976"/>
                  <a:pt x="113180" y="34624"/>
                  <a:pt x="113031" y="35321"/>
                </a:cubicBezTo>
                <a:cubicBezTo>
                  <a:pt x="113031" y="35370"/>
                  <a:pt x="113006" y="35420"/>
                  <a:pt x="113006" y="35470"/>
                </a:cubicBezTo>
                <a:cubicBezTo>
                  <a:pt x="112433" y="38283"/>
                  <a:pt x="111612" y="41170"/>
                  <a:pt x="110567" y="44132"/>
                </a:cubicBezTo>
                <a:lnTo>
                  <a:pt x="110517" y="44082"/>
                </a:lnTo>
                <a:cubicBezTo>
                  <a:pt x="111886" y="40324"/>
                  <a:pt x="112832" y="36690"/>
                  <a:pt x="113329" y="33230"/>
                </a:cubicBezTo>
                <a:close/>
                <a:moveTo>
                  <a:pt x="106211" y="40772"/>
                </a:moveTo>
                <a:cubicBezTo>
                  <a:pt x="107704" y="41792"/>
                  <a:pt x="109073" y="42912"/>
                  <a:pt x="110243" y="44132"/>
                </a:cubicBezTo>
                <a:cubicBezTo>
                  <a:pt x="110243" y="44157"/>
                  <a:pt x="110243" y="44157"/>
                  <a:pt x="110218" y="44182"/>
                </a:cubicBezTo>
                <a:cubicBezTo>
                  <a:pt x="109098" y="43012"/>
                  <a:pt x="107779" y="41917"/>
                  <a:pt x="106335" y="40921"/>
                </a:cubicBezTo>
                <a:cubicBezTo>
                  <a:pt x="106285" y="40846"/>
                  <a:pt x="106260" y="40821"/>
                  <a:pt x="106211" y="40772"/>
                </a:cubicBezTo>
                <a:close/>
                <a:moveTo>
                  <a:pt x="80199" y="44082"/>
                </a:moveTo>
                <a:cubicBezTo>
                  <a:pt x="80249" y="44082"/>
                  <a:pt x="80274" y="44082"/>
                  <a:pt x="80349" y="44132"/>
                </a:cubicBezTo>
                <a:cubicBezTo>
                  <a:pt x="80398" y="44132"/>
                  <a:pt x="80473" y="44157"/>
                  <a:pt x="80573" y="44182"/>
                </a:cubicBezTo>
                <a:cubicBezTo>
                  <a:pt x="80556" y="44190"/>
                  <a:pt x="80542" y="44193"/>
                  <a:pt x="80529" y="44193"/>
                </a:cubicBezTo>
                <a:cubicBezTo>
                  <a:pt x="80504" y="44193"/>
                  <a:pt x="80481" y="44182"/>
                  <a:pt x="80448" y="44182"/>
                </a:cubicBezTo>
                <a:lnTo>
                  <a:pt x="80374" y="44182"/>
                </a:lnTo>
                <a:lnTo>
                  <a:pt x="80100" y="44082"/>
                </a:lnTo>
                <a:close/>
                <a:moveTo>
                  <a:pt x="101506" y="38332"/>
                </a:moveTo>
                <a:cubicBezTo>
                  <a:pt x="101531" y="38332"/>
                  <a:pt x="101531" y="38357"/>
                  <a:pt x="101556" y="38357"/>
                </a:cubicBezTo>
                <a:cubicBezTo>
                  <a:pt x="100834" y="40299"/>
                  <a:pt x="100038" y="42215"/>
                  <a:pt x="99141" y="44182"/>
                </a:cubicBezTo>
                <a:cubicBezTo>
                  <a:pt x="99092" y="44182"/>
                  <a:pt x="99067" y="44207"/>
                  <a:pt x="99042" y="44207"/>
                </a:cubicBezTo>
                <a:cubicBezTo>
                  <a:pt x="99938" y="42265"/>
                  <a:pt x="100784" y="40249"/>
                  <a:pt x="101506" y="38332"/>
                </a:cubicBezTo>
                <a:close/>
                <a:moveTo>
                  <a:pt x="48886" y="36889"/>
                </a:moveTo>
                <a:cubicBezTo>
                  <a:pt x="50206" y="38731"/>
                  <a:pt x="51599" y="40473"/>
                  <a:pt x="52993" y="42116"/>
                </a:cubicBezTo>
                <a:cubicBezTo>
                  <a:pt x="52993" y="42166"/>
                  <a:pt x="53018" y="42166"/>
                  <a:pt x="53018" y="42190"/>
                </a:cubicBezTo>
                <a:cubicBezTo>
                  <a:pt x="53267" y="42489"/>
                  <a:pt x="53566" y="42788"/>
                  <a:pt x="53815" y="43087"/>
                </a:cubicBezTo>
                <a:cubicBezTo>
                  <a:pt x="53989" y="43311"/>
                  <a:pt x="54188" y="43535"/>
                  <a:pt x="54387" y="43734"/>
                </a:cubicBezTo>
                <a:cubicBezTo>
                  <a:pt x="54561" y="43908"/>
                  <a:pt x="54711" y="44057"/>
                  <a:pt x="54860" y="44232"/>
                </a:cubicBezTo>
                <a:cubicBezTo>
                  <a:pt x="54835" y="44232"/>
                  <a:pt x="54835" y="44281"/>
                  <a:pt x="54810" y="44281"/>
                </a:cubicBezTo>
                <a:cubicBezTo>
                  <a:pt x="54636" y="44082"/>
                  <a:pt x="54462" y="43908"/>
                  <a:pt x="54313" y="43709"/>
                </a:cubicBezTo>
                <a:cubicBezTo>
                  <a:pt x="54263" y="43684"/>
                  <a:pt x="54238" y="43659"/>
                  <a:pt x="54238" y="43609"/>
                </a:cubicBezTo>
                <a:cubicBezTo>
                  <a:pt x="52396" y="41568"/>
                  <a:pt x="50579" y="39303"/>
                  <a:pt x="48861" y="36938"/>
                </a:cubicBezTo>
                <a:cubicBezTo>
                  <a:pt x="48861" y="36938"/>
                  <a:pt x="48886" y="36938"/>
                  <a:pt x="48886" y="36889"/>
                </a:cubicBezTo>
                <a:close/>
                <a:moveTo>
                  <a:pt x="80747" y="44256"/>
                </a:moveTo>
                <a:cubicBezTo>
                  <a:pt x="80822" y="44256"/>
                  <a:pt x="80896" y="44281"/>
                  <a:pt x="80971" y="44281"/>
                </a:cubicBezTo>
                <a:cubicBezTo>
                  <a:pt x="80896" y="44281"/>
                  <a:pt x="80822" y="44281"/>
                  <a:pt x="80747" y="44256"/>
                </a:cubicBezTo>
                <a:close/>
                <a:moveTo>
                  <a:pt x="62079" y="38830"/>
                </a:moveTo>
                <a:cubicBezTo>
                  <a:pt x="62079" y="38855"/>
                  <a:pt x="62103" y="38855"/>
                  <a:pt x="62103" y="38880"/>
                </a:cubicBezTo>
                <a:cubicBezTo>
                  <a:pt x="59714" y="40597"/>
                  <a:pt x="57424" y="42415"/>
                  <a:pt x="55184" y="44306"/>
                </a:cubicBezTo>
                <a:cubicBezTo>
                  <a:pt x="55184" y="44281"/>
                  <a:pt x="55134" y="44281"/>
                  <a:pt x="55134" y="44256"/>
                </a:cubicBezTo>
                <a:cubicBezTo>
                  <a:pt x="57374" y="42340"/>
                  <a:pt x="59689" y="40548"/>
                  <a:pt x="62079" y="38830"/>
                </a:cubicBezTo>
                <a:close/>
                <a:moveTo>
                  <a:pt x="79627" y="44281"/>
                </a:moveTo>
                <a:cubicBezTo>
                  <a:pt x="79627" y="44281"/>
                  <a:pt x="79652" y="44281"/>
                  <a:pt x="79702" y="44306"/>
                </a:cubicBezTo>
                <a:lnTo>
                  <a:pt x="79627" y="44306"/>
                </a:lnTo>
                <a:lnTo>
                  <a:pt x="79602" y="44281"/>
                </a:lnTo>
                <a:close/>
                <a:moveTo>
                  <a:pt x="78034" y="44281"/>
                </a:moveTo>
                <a:cubicBezTo>
                  <a:pt x="78009" y="44281"/>
                  <a:pt x="78009" y="44281"/>
                  <a:pt x="78034" y="44306"/>
                </a:cubicBezTo>
                <a:cubicBezTo>
                  <a:pt x="78009" y="44306"/>
                  <a:pt x="78009" y="44306"/>
                  <a:pt x="78009" y="44331"/>
                </a:cubicBezTo>
                <a:cubicBezTo>
                  <a:pt x="78009" y="44306"/>
                  <a:pt x="78009" y="44306"/>
                  <a:pt x="77984" y="44281"/>
                </a:cubicBezTo>
                <a:close/>
                <a:moveTo>
                  <a:pt x="70492" y="43734"/>
                </a:moveTo>
                <a:cubicBezTo>
                  <a:pt x="70940" y="43933"/>
                  <a:pt x="71388" y="44157"/>
                  <a:pt x="71811" y="44306"/>
                </a:cubicBezTo>
                <a:cubicBezTo>
                  <a:pt x="71811" y="44331"/>
                  <a:pt x="71786" y="44331"/>
                  <a:pt x="71786" y="44356"/>
                </a:cubicBezTo>
                <a:cubicBezTo>
                  <a:pt x="71313" y="44207"/>
                  <a:pt x="70890" y="43983"/>
                  <a:pt x="70417" y="43784"/>
                </a:cubicBezTo>
                <a:cubicBezTo>
                  <a:pt x="70442" y="43784"/>
                  <a:pt x="70442" y="43734"/>
                  <a:pt x="70492" y="43734"/>
                </a:cubicBezTo>
                <a:close/>
                <a:moveTo>
                  <a:pt x="72632" y="43908"/>
                </a:moveTo>
                <a:lnTo>
                  <a:pt x="72632" y="44356"/>
                </a:lnTo>
                <a:cubicBezTo>
                  <a:pt x="72558" y="44331"/>
                  <a:pt x="72483" y="44331"/>
                  <a:pt x="72408" y="44306"/>
                </a:cubicBezTo>
                <a:cubicBezTo>
                  <a:pt x="72458" y="44182"/>
                  <a:pt x="72558" y="44032"/>
                  <a:pt x="72632" y="43908"/>
                </a:cubicBezTo>
                <a:close/>
                <a:moveTo>
                  <a:pt x="115370" y="38308"/>
                </a:moveTo>
                <a:lnTo>
                  <a:pt x="115370" y="38357"/>
                </a:lnTo>
                <a:cubicBezTo>
                  <a:pt x="114350" y="40373"/>
                  <a:pt x="112956" y="42290"/>
                  <a:pt x="111214" y="43933"/>
                </a:cubicBezTo>
                <a:lnTo>
                  <a:pt x="111164" y="43958"/>
                </a:lnTo>
                <a:lnTo>
                  <a:pt x="111089" y="44057"/>
                </a:lnTo>
                <a:cubicBezTo>
                  <a:pt x="110965" y="44157"/>
                  <a:pt x="110865" y="44281"/>
                  <a:pt x="110741" y="44356"/>
                </a:cubicBezTo>
                <a:cubicBezTo>
                  <a:pt x="110766" y="44331"/>
                  <a:pt x="110766" y="44331"/>
                  <a:pt x="110741" y="44306"/>
                </a:cubicBezTo>
                <a:lnTo>
                  <a:pt x="110815" y="44256"/>
                </a:lnTo>
                <a:cubicBezTo>
                  <a:pt x="110990" y="44057"/>
                  <a:pt x="111214" y="43883"/>
                  <a:pt x="111388" y="43684"/>
                </a:cubicBezTo>
                <a:lnTo>
                  <a:pt x="111861" y="43211"/>
                </a:lnTo>
                <a:lnTo>
                  <a:pt x="112135" y="42937"/>
                </a:lnTo>
                <a:cubicBezTo>
                  <a:pt x="112309" y="42738"/>
                  <a:pt x="112458" y="42589"/>
                  <a:pt x="112608" y="42415"/>
                </a:cubicBezTo>
                <a:cubicBezTo>
                  <a:pt x="112657" y="42315"/>
                  <a:pt x="112732" y="42265"/>
                  <a:pt x="112832" y="42166"/>
                </a:cubicBezTo>
                <a:cubicBezTo>
                  <a:pt x="112981" y="41966"/>
                  <a:pt x="113130" y="41792"/>
                  <a:pt x="113280" y="41568"/>
                </a:cubicBezTo>
                <a:cubicBezTo>
                  <a:pt x="113329" y="41494"/>
                  <a:pt x="113379" y="41444"/>
                  <a:pt x="113404" y="41419"/>
                </a:cubicBezTo>
                <a:cubicBezTo>
                  <a:pt x="113578" y="41195"/>
                  <a:pt x="113703" y="40996"/>
                  <a:pt x="113852" y="40797"/>
                </a:cubicBezTo>
                <a:cubicBezTo>
                  <a:pt x="113902" y="40697"/>
                  <a:pt x="113977" y="40622"/>
                  <a:pt x="114001" y="40548"/>
                </a:cubicBezTo>
                <a:cubicBezTo>
                  <a:pt x="114325" y="40075"/>
                  <a:pt x="114624" y="39602"/>
                  <a:pt x="114873" y="39129"/>
                </a:cubicBezTo>
                <a:cubicBezTo>
                  <a:pt x="114898" y="39104"/>
                  <a:pt x="114898" y="39079"/>
                  <a:pt x="114947" y="39054"/>
                </a:cubicBezTo>
                <a:cubicBezTo>
                  <a:pt x="115072" y="38830"/>
                  <a:pt x="115196" y="38631"/>
                  <a:pt x="115321" y="38432"/>
                </a:cubicBezTo>
                <a:lnTo>
                  <a:pt x="115321" y="38382"/>
                </a:lnTo>
                <a:cubicBezTo>
                  <a:pt x="115346" y="38357"/>
                  <a:pt x="115346" y="38332"/>
                  <a:pt x="115370" y="38308"/>
                </a:cubicBezTo>
                <a:close/>
                <a:moveTo>
                  <a:pt x="79278" y="44306"/>
                </a:moveTo>
                <a:cubicBezTo>
                  <a:pt x="79278" y="44306"/>
                  <a:pt x="79328" y="44306"/>
                  <a:pt x="79328" y="44331"/>
                </a:cubicBezTo>
                <a:cubicBezTo>
                  <a:pt x="79253" y="44331"/>
                  <a:pt x="79204" y="44381"/>
                  <a:pt x="79129" y="44381"/>
                </a:cubicBezTo>
                <a:cubicBezTo>
                  <a:pt x="79154" y="44381"/>
                  <a:pt x="79204" y="44331"/>
                  <a:pt x="79204" y="44331"/>
                </a:cubicBezTo>
                <a:cubicBezTo>
                  <a:pt x="79229" y="44306"/>
                  <a:pt x="79229" y="44306"/>
                  <a:pt x="79253" y="44306"/>
                </a:cubicBezTo>
                <a:close/>
                <a:moveTo>
                  <a:pt x="105090" y="40174"/>
                </a:moveTo>
                <a:cubicBezTo>
                  <a:pt x="105090" y="40174"/>
                  <a:pt x="105115" y="40174"/>
                  <a:pt x="105115" y="40199"/>
                </a:cubicBezTo>
                <a:cubicBezTo>
                  <a:pt x="105016" y="40274"/>
                  <a:pt x="104966" y="40349"/>
                  <a:pt x="104866" y="40423"/>
                </a:cubicBezTo>
                <a:cubicBezTo>
                  <a:pt x="104742" y="40548"/>
                  <a:pt x="104618" y="40672"/>
                  <a:pt x="104468" y="40797"/>
                </a:cubicBezTo>
                <a:lnTo>
                  <a:pt x="103995" y="41170"/>
                </a:lnTo>
                <a:cubicBezTo>
                  <a:pt x="103846" y="41294"/>
                  <a:pt x="103721" y="41419"/>
                  <a:pt x="103547" y="41543"/>
                </a:cubicBezTo>
                <a:cubicBezTo>
                  <a:pt x="103423" y="41643"/>
                  <a:pt x="103273" y="41742"/>
                  <a:pt x="103149" y="41842"/>
                </a:cubicBezTo>
                <a:cubicBezTo>
                  <a:pt x="102975" y="41966"/>
                  <a:pt x="102800" y="42116"/>
                  <a:pt x="102626" y="42265"/>
                </a:cubicBezTo>
                <a:cubicBezTo>
                  <a:pt x="102502" y="42340"/>
                  <a:pt x="102377" y="42415"/>
                  <a:pt x="102278" y="42514"/>
                </a:cubicBezTo>
                <a:cubicBezTo>
                  <a:pt x="102104" y="42639"/>
                  <a:pt x="101880" y="42788"/>
                  <a:pt x="101680" y="42912"/>
                </a:cubicBezTo>
                <a:lnTo>
                  <a:pt x="101407" y="43087"/>
                </a:lnTo>
                <a:cubicBezTo>
                  <a:pt x="101183" y="43261"/>
                  <a:pt x="100934" y="43385"/>
                  <a:pt x="100735" y="43535"/>
                </a:cubicBezTo>
                <a:cubicBezTo>
                  <a:pt x="100660" y="43559"/>
                  <a:pt x="100560" y="43634"/>
                  <a:pt x="100510" y="43659"/>
                </a:cubicBezTo>
                <a:cubicBezTo>
                  <a:pt x="100262" y="43808"/>
                  <a:pt x="99988" y="43958"/>
                  <a:pt x="99739" y="44082"/>
                </a:cubicBezTo>
                <a:cubicBezTo>
                  <a:pt x="99689" y="44132"/>
                  <a:pt x="99639" y="44132"/>
                  <a:pt x="99614" y="44157"/>
                </a:cubicBezTo>
                <a:cubicBezTo>
                  <a:pt x="99415" y="44306"/>
                  <a:pt x="99316" y="44381"/>
                  <a:pt x="99241" y="44381"/>
                </a:cubicBezTo>
                <a:cubicBezTo>
                  <a:pt x="99241" y="44331"/>
                  <a:pt x="99266" y="44331"/>
                  <a:pt x="99266" y="44306"/>
                </a:cubicBezTo>
                <a:cubicBezTo>
                  <a:pt x="99365" y="44281"/>
                  <a:pt x="99415" y="44207"/>
                  <a:pt x="99515" y="44182"/>
                </a:cubicBezTo>
                <a:cubicBezTo>
                  <a:pt x="99565" y="44157"/>
                  <a:pt x="99614" y="44132"/>
                  <a:pt x="99664" y="44082"/>
                </a:cubicBezTo>
                <a:cubicBezTo>
                  <a:pt x="99913" y="43958"/>
                  <a:pt x="100162" y="43808"/>
                  <a:pt x="100411" y="43659"/>
                </a:cubicBezTo>
                <a:cubicBezTo>
                  <a:pt x="100510" y="43584"/>
                  <a:pt x="100560" y="43559"/>
                  <a:pt x="100660" y="43510"/>
                </a:cubicBezTo>
                <a:cubicBezTo>
                  <a:pt x="100884" y="43360"/>
                  <a:pt x="101108" y="43211"/>
                  <a:pt x="101307" y="43087"/>
                </a:cubicBezTo>
                <a:cubicBezTo>
                  <a:pt x="101407" y="43037"/>
                  <a:pt x="101531" y="42962"/>
                  <a:pt x="101631" y="42912"/>
                </a:cubicBezTo>
                <a:cubicBezTo>
                  <a:pt x="101805" y="42788"/>
                  <a:pt x="102004" y="42663"/>
                  <a:pt x="102178" y="42489"/>
                </a:cubicBezTo>
                <a:lnTo>
                  <a:pt x="102552" y="42215"/>
                </a:lnTo>
                <a:cubicBezTo>
                  <a:pt x="102726" y="42091"/>
                  <a:pt x="102900" y="41966"/>
                  <a:pt x="103049" y="41842"/>
                </a:cubicBezTo>
                <a:cubicBezTo>
                  <a:pt x="103224" y="41718"/>
                  <a:pt x="103348" y="41643"/>
                  <a:pt x="103497" y="41494"/>
                </a:cubicBezTo>
                <a:cubicBezTo>
                  <a:pt x="103647" y="41369"/>
                  <a:pt x="103771" y="41245"/>
                  <a:pt x="103921" y="41145"/>
                </a:cubicBezTo>
                <a:lnTo>
                  <a:pt x="104394" y="40772"/>
                </a:lnTo>
                <a:cubicBezTo>
                  <a:pt x="104518" y="40647"/>
                  <a:pt x="104642" y="40523"/>
                  <a:pt x="104792" y="40398"/>
                </a:cubicBezTo>
                <a:cubicBezTo>
                  <a:pt x="104891" y="40324"/>
                  <a:pt x="104966" y="40224"/>
                  <a:pt x="105041" y="40174"/>
                </a:cubicBezTo>
                <a:close/>
                <a:moveTo>
                  <a:pt x="77735" y="44331"/>
                </a:moveTo>
                <a:lnTo>
                  <a:pt x="77760" y="44381"/>
                </a:lnTo>
                <a:cubicBezTo>
                  <a:pt x="77760" y="44381"/>
                  <a:pt x="77760" y="44406"/>
                  <a:pt x="77785" y="44406"/>
                </a:cubicBezTo>
                <a:lnTo>
                  <a:pt x="77735" y="44406"/>
                </a:lnTo>
                <a:cubicBezTo>
                  <a:pt x="77685" y="44406"/>
                  <a:pt x="77660" y="44406"/>
                  <a:pt x="77660" y="44381"/>
                </a:cubicBezTo>
                <a:cubicBezTo>
                  <a:pt x="77710" y="44381"/>
                  <a:pt x="77735" y="44331"/>
                  <a:pt x="77735" y="44331"/>
                </a:cubicBezTo>
                <a:close/>
                <a:moveTo>
                  <a:pt x="72905" y="43305"/>
                </a:moveTo>
                <a:lnTo>
                  <a:pt x="72905" y="43305"/>
                </a:lnTo>
                <a:cubicBezTo>
                  <a:pt x="72881" y="43696"/>
                  <a:pt x="72857" y="44063"/>
                  <a:pt x="72881" y="44431"/>
                </a:cubicBezTo>
                <a:cubicBezTo>
                  <a:pt x="72832" y="44431"/>
                  <a:pt x="72832" y="44431"/>
                  <a:pt x="72807" y="44406"/>
                </a:cubicBezTo>
                <a:cubicBezTo>
                  <a:pt x="72807" y="44082"/>
                  <a:pt x="72807" y="43759"/>
                  <a:pt x="72856" y="43435"/>
                </a:cubicBezTo>
                <a:cubicBezTo>
                  <a:pt x="72878" y="43392"/>
                  <a:pt x="72900" y="43349"/>
                  <a:pt x="72905" y="43305"/>
                </a:cubicBezTo>
                <a:close/>
                <a:moveTo>
                  <a:pt x="74848" y="41294"/>
                </a:moveTo>
                <a:cubicBezTo>
                  <a:pt x="75122" y="41543"/>
                  <a:pt x="75395" y="41718"/>
                  <a:pt x="75669" y="41942"/>
                </a:cubicBezTo>
                <a:cubicBezTo>
                  <a:pt x="75744" y="42066"/>
                  <a:pt x="75819" y="42190"/>
                  <a:pt x="75893" y="42315"/>
                </a:cubicBezTo>
                <a:cubicBezTo>
                  <a:pt x="75893" y="42340"/>
                  <a:pt x="75918" y="42340"/>
                  <a:pt x="75918" y="42365"/>
                </a:cubicBezTo>
                <a:cubicBezTo>
                  <a:pt x="75918" y="42415"/>
                  <a:pt x="75968" y="42415"/>
                  <a:pt x="75968" y="42439"/>
                </a:cubicBezTo>
                <a:cubicBezTo>
                  <a:pt x="76018" y="42564"/>
                  <a:pt x="76092" y="42663"/>
                  <a:pt x="76167" y="42788"/>
                </a:cubicBezTo>
                <a:lnTo>
                  <a:pt x="76366" y="43062"/>
                </a:lnTo>
                <a:cubicBezTo>
                  <a:pt x="76391" y="43111"/>
                  <a:pt x="76466" y="43186"/>
                  <a:pt x="76491" y="43236"/>
                </a:cubicBezTo>
                <a:cubicBezTo>
                  <a:pt x="76491" y="43286"/>
                  <a:pt x="76515" y="43286"/>
                  <a:pt x="76515" y="43311"/>
                </a:cubicBezTo>
                <a:lnTo>
                  <a:pt x="76715" y="43584"/>
                </a:lnTo>
                <a:lnTo>
                  <a:pt x="76739" y="43609"/>
                </a:lnTo>
                <a:cubicBezTo>
                  <a:pt x="76665" y="43709"/>
                  <a:pt x="76640" y="43808"/>
                  <a:pt x="76590" y="43908"/>
                </a:cubicBezTo>
                <a:cubicBezTo>
                  <a:pt x="75669" y="43983"/>
                  <a:pt x="74723" y="44182"/>
                  <a:pt x="73728" y="44431"/>
                </a:cubicBezTo>
                <a:cubicBezTo>
                  <a:pt x="74001" y="43435"/>
                  <a:pt x="74225" y="42489"/>
                  <a:pt x="74350" y="41568"/>
                </a:cubicBezTo>
                <a:cubicBezTo>
                  <a:pt x="74524" y="41444"/>
                  <a:pt x="74674" y="41394"/>
                  <a:pt x="74848" y="41294"/>
                </a:cubicBezTo>
                <a:close/>
                <a:moveTo>
                  <a:pt x="77287" y="44256"/>
                </a:moveTo>
                <a:cubicBezTo>
                  <a:pt x="77287" y="44256"/>
                  <a:pt x="77287" y="44281"/>
                  <a:pt x="77337" y="44281"/>
                </a:cubicBezTo>
                <a:cubicBezTo>
                  <a:pt x="77138" y="44331"/>
                  <a:pt x="76988" y="44406"/>
                  <a:pt x="76789" y="44456"/>
                </a:cubicBezTo>
                <a:cubicBezTo>
                  <a:pt x="76839" y="44431"/>
                  <a:pt x="76889" y="44331"/>
                  <a:pt x="76914" y="44281"/>
                </a:cubicBezTo>
                <a:cubicBezTo>
                  <a:pt x="77038" y="44281"/>
                  <a:pt x="77163" y="44281"/>
                  <a:pt x="77287" y="44256"/>
                </a:cubicBezTo>
                <a:close/>
                <a:moveTo>
                  <a:pt x="55010" y="44406"/>
                </a:moveTo>
                <a:cubicBezTo>
                  <a:pt x="55010" y="44431"/>
                  <a:pt x="55059" y="44431"/>
                  <a:pt x="55059" y="44456"/>
                </a:cubicBezTo>
                <a:cubicBezTo>
                  <a:pt x="55010" y="44456"/>
                  <a:pt x="55010" y="44480"/>
                  <a:pt x="54985" y="44480"/>
                </a:cubicBezTo>
                <a:cubicBezTo>
                  <a:pt x="54960" y="44456"/>
                  <a:pt x="54960" y="44431"/>
                  <a:pt x="54960" y="44431"/>
                </a:cubicBezTo>
                <a:cubicBezTo>
                  <a:pt x="54985" y="44431"/>
                  <a:pt x="54985" y="44406"/>
                  <a:pt x="55010" y="44406"/>
                </a:cubicBezTo>
                <a:close/>
                <a:moveTo>
                  <a:pt x="74175" y="41651"/>
                </a:moveTo>
                <a:cubicBezTo>
                  <a:pt x="74050" y="42545"/>
                  <a:pt x="73851" y="43513"/>
                  <a:pt x="73553" y="44456"/>
                </a:cubicBezTo>
                <a:cubicBezTo>
                  <a:pt x="73529" y="44456"/>
                  <a:pt x="73529" y="44456"/>
                  <a:pt x="73504" y="44480"/>
                </a:cubicBezTo>
                <a:cubicBezTo>
                  <a:pt x="73777" y="43535"/>
                  <a:pt x="74001" y="42589"/>
                  <a:pt x="74126" y="41693"/>
                </a:cubicBezTo>
                <a:cubicBezTo>
                  <a:pt x="74148" y="41671"/>
                  <a:pt x="74169" y="41668"/>
                  <a:pt x="74175" y="41651"/>
                </a:cubicBezTo>
                <a:close/>
                <a:moveTo>
                  <a:pt x="110639" y="44480"/>
                </a:moveTo>
                <a:cubicBezTo>
                  <a:pt x="110640" y="44487"/>
                  <a:pt x="110641" y="44495"/>
                  <a:pt x="110641" y="44505"/>
                </a:cubicBezTo>
                <a:cubicBezTo>
                  <a:pt x="110616" y="44505"/>
                  <a:pt x="110616" y="44530"/>
                  <a:pt x="110616" y="44530"/>
                </a:cubicBezTo>
                <a:lnTo>
                  <a:pt x="110616" y="44530"/>
                </a:lnTo>
                <a:cubicBezTo>
                  <a:pt x="110616" y="44510"/>
                  <a:pt x="110632" y="44506"/>
                  <a:pt x="110639" y="44480"/>
                </a:cubicBezTo>
                <a:close/>
                <a:moveTo>
                  <a:pt x="73927" y="41792"/>
                </a:moveTo>
                <a:lnTo>
                  <a:pt x="73927" y="41792"/>
                </a:lnTo>
                <a:cubicBezTo>
                  <a:pt x="73802" y="42688"/>
                  <a:pt x="73603" y="43584"/>
                  <a:pt x="73304" y="44530"/>
                </a:cubicBezTo>
                <a:lnTo>
                  <a:pt x="73280" y="44530"/>
                </a:lnTo>
                <a:cubicBezTo>
                  <a:pt x="73230" y="44530"/>
                  <a:pt x="73155" y="44505"/>
                  <a:pt x="73080" y="44505"/>
                </a:cubicBezTo>
                <a:cubicBezTo>
                  <a:pt x="73056" y="43908"/>
                  <a:pt x="73080" y="43335"/>
                  <a:pt x="73180" y="42788"/>
                </a:cubicBezTo>
                <a:cubicBezTo>
                  <a:pt x="73304" y="42539"/>
                  <a:pt x="73404" y="42290"/>
                  <a:pt x="73529" y="42016"/>
                </a:cubicBezTo>
                <a:cubicBezTo>
                  <a:pt x="73653" y="41917"/>
                  <a:pt x="73777" y="41842"/>
                  <a:pt x="73927" y="41792"/>
                </a:cubicBezTo>
                <a:close/>
                <a:moveTo>
                  <a:pt x="78407" y="44505"/>
                </a:moveTo>
                <a:cubicBezTo>
                  <a:pt x="78382" y="44505"/>
                  <a:pt x="78357" y="44505"/>
                  <a:pt x="78283" y="44530"/>
                </a:cubicBezTo>
                <a:cubicBezTo>
                  <a:pt x="78333" y="44505"/>
                  <a:pt x="78357" y="44505"/>
                  <a:pt x="78407" y="44505"/>
                </a:cubicBezTo>
                <a:close/>
                <a:moveTo>
                  <a:pt x="87468" y="42887"/>
                </a:moveTo>
                <a:cubicBezTo>
                  <a:pt x="87194" y="43435"/>
                  <a:pt x="86870" y="43983"/>
                  <a:pt x="86571" y="44555"/>
                </a:cubicBezTo>
                <a:lnTo>
                  <a:pt x="86497" y="44555"/>
                </a:lnTo>
                <a:cubicBezTo>
                  <a:pt x="86845" y="43983"/>
                  <a:pt x="87119" y="43435"/>
                  <a:pt x="87418" y="42887"/>
                </a:cubicBezTo>
                <a:close/>
                <a:moveTo>
                  <a:pt x="87692" y="42912"/>
                </a:moveTo>
                <a:cubicBezTo>
                  <a:pt x="88911" y="42962"/>
                  <a:pt x="90031" y="43186"/>
                  <a:pt x="91077" y="43510"/>
                </a:cubicBezTo>
                <a:cubicBezTo>
                  <a:pt x="89683" y="44032"/>
                  <a:pt x="88239" y="44406"/>
                  <a:pt x="86820" y="44555"/>
                </a:cubicBezTo>
                <a:cubicBezTo>
                  <a:pt x="87119" y="43983"/>
                  <a:pt x="87418" y="43435"/>
                  <a:pt x="87692" y="42912"/>
                </a:cubicBezTo>
                <a:close/>
                <a:moveTo>
                  <a:pt x="98992" y="44456"/>
                </a:moveTo>
                <a:cubicBezTo>
                  <a:pt x="98992" y="44480"/>
                  <a:pt x="98942" y="44480"/>
                  <a:pt x="98942" y="44530"/>
                </a:cubicBezTo>
                <a:lnTo>
                  <a:pt x="98942" y="44555"/>
                </a:lnTo>
                <a:cubicBezTo>
                  <a:pt x="98917" y="44555"/>
                  <a:pt x="98893" y="44580"/>
                  <a:pt x="98868" y="44580"/>
                </a:cubicBezTo>
                <a:cubicBezTo>
                  <a:pt x="98868" y="44580"/>
                  <a:pt x="98868" y="44555"/>
                  <a:pt x="98893" y="44555"/>
                </a:cubicBezTo>
                <a:cubicBezTo>
                  <a:pt x="98893" y="44530"/>
                  <a:pt x="98893" y="44530"/>
                  <a:pt x="98917" y="44480"/>
                </a:cubicBezTo>
                <a:cubicBezTo>
                  <a:pt x="98917" y="44485"/>
                  <a:pt x="98918" y="44487"/>
                  <a:pt x="98920" y="44487"/>
                </a:cubicBezTo>
                <a:cubicBezTo>
                  <a:pt x="98928" y="44487"/>
                  <a:pt x="98952" y="44456"/>
                  <a:pt x="98992" y="44456"/>
                </a:cubicBezTo>
                <a:close/>
                <a:moveTo>
                  <a:pt x="76665" y="44306"/>
                </a:moveTo>
                <a:cubicBezTo>
                  <a:pt x="76615" y="44406"/>
                  <a:pt x="76540" y="44505"/>
                  <a:pt x="76515" y="44580"/>
                </a:cubicBezTo>
                <a:cubicBezTo>
                  <a:pt x="76491" y="44580"/>
                  <a:pt x="76466" y="44605"/>
                  <a:pt x="76466" y="44605"/>
                </a:cubicBezTo>
                <a:cubicBezTo>
                  <a:pt x="76515" y="44530"/>
                  <a:pt x="76590" y="44431"/>
                  <a:pt x="76640" y="44306"/>
                </a:cubicBezTo>
                <a:close/>
                <a:moveTo>
                  <a:pt x="77461" y="44431"/>
                </a:moveTo>
                <a:cubicBezTo>
                  <a:pt x="77461" y="44456"/>
                  <a:pt x="77486" y="44456"/>
                  <a:pt x="77486" y="44480"/>
                </a:cubicBezTo>
                <a:cubicBezTo>
                  <a:pt x="77461" y="44480"/>
                  <a:pt x="77461" y="44480"/>
                  <a:pt x="77412" y="44530"/>
                </a:cubicBezTo>
                <a:cubicBezTo>
                  <a:pt x="77337" y="44555"/>
                  <a:pt x="77212" y="44580"/>
                  <a:pt x="77113" y="44580"/>
                </a:cubicBezTo>
                <a:cubicBezTo>
                  <a:pt x="77038" y="44580"/>
                  <a:pt x="76988" y="44605"/>
                  <a:pt x="76963" y="44605"/>
                </a:cubicBezTo>
                <a:cubicBezTo>
                  <a:pt x="77138" y="44555"/>
                  <a:pt x="77287" y="44505"/>
                  <a:pt x="77461" y="44431"/>
                </a:cubicBezTo>
                <a:close/>
                <a:moveTo>
                  <a:pt x="81618" y="44456"/>
                </a:moveTo>
                <a:cubicBezTo>
                  <a:pt x="81842" y="44480"/>
                  <a:pt x="82016" y="44555"/>
                  <a:pt x="82240" y="44580"/>
                </a:cubicBezTo>
                <a:lnTo>
                  <a:pt x="82265" y="44580"/>
                </a:lnTo>
                <a:cubicBezTo>
                  <a:pt x="82298" y="44591"/>
                  <a:pt x="82321" y="44606"/>
                  <a:pt x="82343" y="44620"/>
                </a:cubicBezTo>
                <a:lnTo>
                  <a:pt x="82343" y="44620"/>
                </a:lnTo>
                <a:cubicBezTo>
                  <a:pt x="82273" y="44605"/>
                  <a:pt x="82200" y="44605"/>
                  <a:pt x="82116" y="44605"/>
                </a:cubicBezTo>
                <a:cubicBezTo>
                  <a:pt x="81991" y="44555"/>
                  <a:pt x="81817" y="44530"/>
                  <a:pt x="81618" y="44456"/>
                </a:cubicBezTo>
                <a:close/>
                <a:moveTo>
                  <a:pt x="72309" y="44456"/>
                </a:moveTo>
                <a:cubicBezTo>
                  <a:pt x="72408" y="44505"/>
                  <a:pt x="72533" y="44530"/>
                  <a:pt x="72632" y="44555"/>
                </a:cubicBezTo>
                <a:lnTo>
                  <a:pt x="72632" y="44630"/>
                </a:lnTo>
                <a:cubicBezTo>
                  <a:pt x="72508" y="44580"/>
                  <a:pt x="72408" y="44555"/>
                  <a:pt x="72284" y="44530"/>
                </a:cubicBezTo>
                <a:cubicBezTo>
                  <a:pt x="72284" y="44505"/>
                  <a:pt x="72309" y="44505"/>
                  <a:pt x="72309" y="44456"/>
                </a:cubicBezTo>
                <a:close/>
                <a:moveTo>
                  <a:pt x="86633" y="42877"/>
                </a:moveTo>
                <a:cubicBezTo>
                  <a:pt x="86830" y="42877"/>
                  <a:pt x="87026" y="42881"/>
                  <a:pt x="87219" y="42887"/>
                </a:cubicBezTo>
                <a:cubicBezTo>
                  <a:pt x="86920" y="43435"/>
                  <a:pt x="86621" y="44032"/>
                  <a:pt x="86323" y="44580"/>
                </a:cubicBezTo>
                <a:cubicBezTo>
                  <a:pt x="86123" y="44580"/>
                  <a:pt x="85949" y="44605"/>
                  <a:pt x="85750" y="44605"/>
                </a:cubicBezTo>
                <a:cubicBezTo>
                  <a:pt x="85482" y="44622"/>
                  <a:pt x="85215" y="44630"/>
                  <a:pt x="84949" y="44630"/>
                </a:cubicBezTo>
                <a:cubicBezTo>
                  <a:pt x="84054" y="44630"/>
                  <a:pt x="83167" y="44540"/>
                  <a:pt x="82265" y="44406"/>
                </a:cubicBezTo>
                <a:cubicBezTo>
                  <a:pt x="81767" y="44256"/>
                  <a:pt x="81270" y="44082"/>
                  <a:pt x="80747" y="43983"/>
                </a:cubicBezTo>
                <a:lnTo>
                  <a:pt x="80747" y="43958"/>
                </a:lnTo>
                <a:lnTo>
                  <a:pt x="80647" y="43958"/>
                </a:lnTo>
                <a:cubicBezTo>
                  <a:pt x="80498" y="43933"/>
                  <a:pt x="80324" y="43908"/>
                  <a:pt x="80150" y="43833"/>
                </a:cubicBezTo>
                <a:lnTo>
                  <a:pt x="80125" y="43833"/>
                </a:lnTo>
                <a:cubicBezTo>
                  <a:pt x="82414" y="43221"/>
                  <a:pt x="84622" y="42877"/>
                  <a:pt x="86633" y="42877"/>
                </a:cubicBezTo>
                <a:close/>
                <a:moveTo>
                  <a:pt x="76491" y="44057"/>
                </a:moveTo>
                <a:cubicBezTo>
                  <a:pt x="76491" y="44132"/>
                  <a:pt x="76491" y="44132"/>
                  <a:pt x="76441" y="44157"/>
                </a:cubicBezTo>
                <a:cubicBezTo>
                  <a:pt x="75619" y="44256"/>
                  <a:pt x="74698" y="44431"/>
                  <a:pt x="73802" y="44655"/>
                </a:cubicBezTo>
                <a:cubicBezTo>
                  <a:pt x="73777" y="44655"/>
                  <a:pt x="73703" y="44655"/>
                  <a:pt x="73678" y="44605"/>
                </a:cubicBezTo>
                <a:lnTo>
                  <a:pt x="73678" y="44580"/>
                </a:lnTo>
                <a:cubicBezTo>
                  <a:pt x="74649" y="44331"/>
                  <a:pt x="75594" y="44182"/>
                  <a:pt x="76491" y="44057"/>
                </a:cubicBezTo>
                <a:close/>
                <a:moveTo>
                  <a:pt x="72853" y="44617"/>
                </a:moveTo>
                <a:cubicBezTo>
                  <a:pt x="72863" y="44617"/>
                  <a:pt x="72869" y="44630"/>
                  <a:pt x="72881" y="44655"/>
                </a:cubicBezTo>
                <a:cubicBezTo>
                  <a:pt x="72832" y="44655"/>
                  <a:pt x="72832" y="44655"/>
                  <a:pt x="72807" y="44680"/>
                </a:cubicBezTo>
                <a:lnTo>
                  <a:pt x="72807" y="44655"/>
                </a:lnTo>
                <a:cubicBezTo>
                  <a:pt x="72832" y="44630"/>
                  <a:pt x="72844" y="44617"/>
                  <a:pt x="72853" y="44617"/>
                </a:cubicBezTo>
                <a:close/>
                <a:moveTo>
                  <a:pt x="76341" y="44331"/>
                </a:moveTo>
                <a:cubicBezTo>
                  <a:pt x="76267" y="44456"/>
                  <a:pt x="76167" y="44580"/>
                  <a:pt x="76117" y="44704"/>
                </a:cubicBezTo>
                <a:cubicBezTo>
                  <a:pt x="75840" y="44751"/>
                  <a:pt x="75556" y="44770"/>
                  <a:pt x="75271" y="44770"/>
                </a:cubicBezTo>
                <a:cubicBezTo>
                  <a:pt x="74941" y="44770"/>
                  <a:pt x="74608" y="44744"/>
                  <a:pt x="74275" y="44704"/>
                </a:cubicBezTo>
                <a:cubicBezTo>
                  <a:pt x="74997" y="44555"/>
                  <a:pt x="75669" y="44431"/>
                  <a:pt x="76341" y="44331"/>
                </a:cubicBezTo>
                <a:close/>
                <a:moveTo>
                  <a:pt x="73230" y="44754"/>
                </a:moveTo>
                <a:lnTo>
                  <a:pt x="73230" y="44804"/>
                </a:lnTo>
                <a:cubicBezTo>
                  <a:pt x="73180" y="44779"/>
                  <a:pt x="73155" y="44779"/>
                  <a:pt x="73105" y="44779"/>
                </a:cubicBezTo>
                <a:cubicBezTo>
                  <a:pt x="73130" y="44779"/>
                  <a:pt x="73155" y="44754"/>
                  <a:pt x="73230" y="44754"/>
                </a:cubicBezTo>
                <a:close/>
                <a:moveTo>
                  <a:pt x="86447" y="44754"/>
                </a:moveTo>
                <a:cubicBezTo>
                  <a:pt x="86447" y="44767"/>
                  <a:pt x="86453" y="44773"/>
                  <a:pt x="86463" y="44773"/>
                </a:cubicBezTo>
                <a:cubicBezTo>
                  <a:pt x="86472" y="44773"/>
                  <a:pt x="86484" y="44767"/>
                  <a:pt x="86497" y="44754"/>
                </a:cubicBezTo>
                <a:lnTo>
                  <a:pt x="86497" y="44754"/>
                </a:lnTo>
                <a:cubicBezTo>
                  <a:pt x="86497" y="44779"/>
                  <a:pt x="86472" y="44779"/>
                  <a:pt x="86472" y="44804"/>
                </a:cubicBezTo>
                <a:lnTo>
                  <a:pt x="86422" y="44804"/>
                </a:lnTo>
                <a:cubicBezTo>
                  <a:pt x="86422" y="44779"/>
                  <a:pt x="86447" y="44779"/>
                  <a:pt x="86447" y="44754"/>
                </a:cubicBezTo>
                <a:close/>
                <a:moveTo>
                  <a:pt x="91351" y="43559"/>
                </a:moveTo>
                <a:cubicBezTo>
                  <a:pt x="91400" y="43559"/>
                  <a:pt x="91425" y="43584"/>
                  <a:pt x="91450" y="43584"/>
                </a:cubicBezTo>
                <a:cubicBezTo>
                  <a:pt x="89932" y="44256"/>
                  <a:pt x="88314" y="44655"/>
                  <a:pt x="86671" y="44804"/>
                </a:cubicBezTo>
                <a:cubicBezTo>
                  <a:pt x="86671" y="44779"/>
                  <a:pt x="86696" y="44779"/>
                  <a:pt x="86696" y="44754"/>
                </a:cubicBezTo>
                <a:cubicBezTo>
                  <a:pt x="88289" y="44580"/>
                  <a:pt x="89832" y="44182"/>
                  <a:pt x="91351" y="43559"/>
                </a:cubicBezTo>
                <a:close/>
                <a:moveTo>
                  <a:pt x="77660" y="44655"/>
                </a:moveTo>
                <a:lnTo>
                  <a:pt x="77685" y="44680"/>
                </a:lnTo>
                <a:lnTo>
                  <a:pt x="77735" y="44704"/>
                </a:lnTo>
                <a:cubicBezTo>
                  <a:pt x="77586" y="44729"/>
                  <a:pt x="77387" y="44804"/>
                  <a:pt x="77237" y="44829"/>
                </a:cubicBezTo>
                <a:lnTo>
                  <a:pt x="77063" y="44829"/>
                </a:lnTo>
                <a:cubicBezTo>
                  <a:pt x="77113" y="44829"/>
                  <a:pt x="77163" y="44804"/>
                  <a:pt x="77237" y="44779"/>
                </a:cubicBezTo>
                <a:cubicBezTo>
                  <a:pt x="77387" y="44754"/>
                  <a:pt x="77511" y="44680"/>
                  <a:pt x="77660" y="44655"/>
                </a:cubicBezTo>
                <a:close/>
                <a:moveTo>
                  <a:pt x="72184" y="44680"/>
                </a:moveTo>
                <a:cubicBezTo>
                  <a:pt x="72284" y="44704"/>
                  <a:pt x="72384" y="44754"/>
                  <a:pt x="72433" y="44779"/>
                </a:cubicBezTo>
                <a:cubicBezTo>
                  <a:pt x="72309" y="44804"/>
                  <a:pt x="72234" y="44829"/>
                  <a:pt x="72085" y="44879"/>
                </a:cubicBezTo>
                <a:lnTo>
                  <a:pt x="72184" y="44680"/>
                </a:lnTo>
                <a:close/>
                <a:moveTo>
                  <a:pt x="110342" y="44655"/>
                </a:moveTo>
                <a:cubicBezTo>
                  <a:pt x="110342" y="44680"/>
                  <a:pt x="110318" y="44754"/>
                  <a:pt x="110318" y="44779"/>
                </a:cubicBezTo>
                <a:lnTo>
                  <a:pt x="110218" y="44879"/>
                </a:lnTo>
                <a:cubicBezTo>
                  <a:pt x="110218" y="44829"/>
                  <a:pt x="110243" y="44804"/>
                  <a:pt x="110243" y="44754"/>
                </a:cubicBezTo>
                <a:lnTo>
                  <a:pt x="110268" y="44704"/>
                </a:lnTo>
                <a:lnTo>
                  <a:pt x="110318" y="44680"/>
                </a:lnTo>
                <a:lnTo>
                  <a:pt x="110342" y="44655"/>
                </a:lnTo>
                <a:close/>
                <a:moveTo>
                  <a:pt x="83033" y="44711"/>
                </a:moveTo>
                <a:cubicBezTo>
                  <a:pt x="83683" y="44799"/>
                  <a:pt x="84359" y="44848"/>
                  <a:pt x="85033" y="44848"/>
                </a:cubicBezTo>
                <a:cubicBezTo>
                  <a:pt x="85273" y="44848"/>
                  <a:pt x="85512" y="44842"/>
                  <a:pt x="85750" y="44829"/>
                </a:cubicBezTo>
                <a:cubicBezTo>
                  <a:pt x="85924" y="44829"/>
                  <a:pt x="86049" y="44804"/>
                  <a:pt x="86198" y="44804"/>
                </a:cubicBezTo>
                <a:cubicBezTo>
                  <a:pt x="86198" y="44829"/>
                  <a:pt x="86173" y="44829"/>
                  <a:pt x="86173" y="44879"/>
                </a:cubicBezTo>
                <a:lnTo>
                  <a:pt x="85750" y="44879"/>
                </a:lnTo>
                <a:cubicBezTo>
                  <a:pt x="85501" y="44879"/>
                  <a:pt x="85252" y="44904"/>
                  <a:pt x="85003" y="44904"/>
                </a:cubicBezTo>
                <a:cubicBezTo>
                  <a:pt x="84381" y="44904"/>
                  <a:pt x="83809" y="44829"/>
                  <a:pt x="83186" y="44779"/>
                </a:cubicBezTo>
                <a:cubicBezTo>
                  <a:pt x="83128" y="44760"/>
                  <a:pt x="83085" y="44725"/>
                  <a:pt x="83033" y="44711"/>
                </a:cubicBezTo>
                <a:close/>
                <a:moveTo>
                  <a:pt x="62103" y="39079"/>
                </a:moveTo>
                <a:cubicBezTo>
                  <a:pt x="62527" y="39677"/>
                  <a:pt x="62825" y="40299"/>
                  <a:pt x="63149" y="40871"/>
                </a:cubicBezTo>
                <a:cubicBezTo>
                  <a:pt x="63024" y="40921"/>
                  <a:pt x="62925" y="40971"/>
                  <a:pt x="62800" y="41046"/>
                </a:cubicBezTo>
                <a:cubicBezTo>
                  <a:pt x="62676" y="41095"/>
                  <a:pt x="62552" y="41145"/>
                  <a:pt x="62452" y="41195"/>
                </a:cubicBezTo>
                <a:cubicBezTo>
                  <a:pt x="62352" y="41220"/>
                  <a:pt x="62253" y="41294"/>
                  <a:pt x="62178" y="41319"/>
                </a:cubicBezTo>
                <a:cubicBezTo>
                  <a:pt x="62079" y="41344"/>
                  <a:pt x="62029" y="41369"/>
                  <a:pt x="61929" y="41444"/>
                </a:cubicBezTo>
                <a:lnTo>
                  <a:pt x="61855" y="41444"/>
                </a:lnTo>
                <a:cubicBezTo>
                  <a:pt x="61730" y="41494"/>
                  <a:pt x="61606" y="41543"/>
                  <a:pt x="61481" y="41593"/>
                </a:cubicBezTo>
                <a:cubicBezTo>
                  <a:pt x="61332" y="41668"/>
                  <a:pt x="61133" y="41767"/>
                  <a:pt x="60983" y="41842"/>
                </a:cubicBezTo>
                <a:lnTo>
                  <a:pt x="60959" y="41842"/>
                </a:lnTo>
                <a:cubicBezTo>
                  <a:pt x="60959" y="41842"/>
                  <a:pt x="60934" y="41842"/>
                  <a:pt x="60934" y="41892"/>
                </a:cubicBezTo>
                <a:cubicBezTo>
                  <a:pt x="60809" y="41942"/>
                  <a:pt x="60685" y="42016"/>
                  <a:pt x="60510" y="42066"/>
                </a:cubicBezTo>
                <a:cubicBezTo>
                  <a:pt x="60486" y="42066"/>
                  <a:pt x="60461" y="42091"/>
                  <a:pt x="60436" y="42116"/>
                </a:cubicBezTo>
                <a:cubicBezTo>
                  <a:pt x="60386" y="42166"/>
                  <a:pt x="60361" y="42166"/>
                  <a:pt x="60336" y="42190"/>
                </a:cubicBezTo>
                <a:cubicBezTo>
                  <a:pt x="60336" y="42190"/>
                  <a:pt x="60311" y="42190"/>
                  <a:pt x="60311" y="42215"/>
                </a:cubicBezTo>
                <a:cubicBezTo>
                  <a:pt x="60212" y="42240"/>
                  <a:pt x="60137" y="42315"/>
                  <a:pt x="60062" y="42340"/>
                </a:cubicBezTo>
                <a:lnTo>
                  <a:pt x="60013" y="42340"/>
                </a:lnTo>
                <a:cubicBezTo>
                  <a:pt x="60013" y="42340"/>
                  <a:pt x="59988" y="42340"/>
                  <a:pt x="59988" y="42365"/>
                </a:cubicBezTo>
                <a:cubicBezTo>
                  <a:pt x="59838" y="42439"/>
                  <a:pt x="59714" y="42539"/>
                  <a:pt x="59565" y="42589"/>
                </a:cubicBezTo>
                <a:cubicBezTo>
                  <a:pt x="59465" y="42614"/>
                  <a:pt x="59390" y="42688"/>
                  <a:pt x="59316" y="42713"/>
                </a:cubicBezTo>
                <a:cubicBezTo>
                  <a:pt x="59216" y="42788"/>
                  <a:pt x="59117" y="42813"/>
                  <a:pt x="59017" y="42863"/>
                </a:cubicBezTo>
                <a:cubicBezTo>
                  <a:pt x="58868" y="42962"/>
                  <a:pt x="58718" y="43037"/>
                  <a:pt x="58569" y="43111"/>
                </a:cubicBezTo>
                <a:lnTo>
                  <a:pt x="58096" y="43410"/>
                </a:lnTo>
                <a:lnTo>
                  <a:pt x="58071" y="43410"/>
                </a:lnTo>
                <a:cubicBezTo>
                  <a:pt x="57897" y="43510"/>
                  <a:pt x="57748" y="43584"/>
                  <a:pt x="57573" y="43709"/>
                </a:cubicBezTo>
                <a:cubicBezTo>
                  <a:pt x="57399" y="43808"/>
                  <a:pt x="57250" y="43908"/>
                  <a:pt x="57125" y="43983"/>
                </a:cubicBezTo>
                <a:cubicBezTo>
                  <a:pt x="56976" y="44082"/>
                  <a:pt x="56827" y="44182"/>
                  <a:pt x="56652" y="44306"/>
                </a:cubicBezTo>
                <a:cubicBezTo>
                  <a:pt x="56627" y="44306"/>
                  <a:pt x="56627" y="44331"/>
                  <a:pt x="56603" y="44331"/>
                </a:cubicBezTo>
                <a:cubicBezTo>
                  <a:pt x="56528" y="44356"/>
                  <a:pt x="56503" y="44406"/>
                  <a:pt x="56453" y="44431"/>
                </a:cubicBezTo>
                <a:cubicBezTo>
                  <a:pt x="56379" y="44480"/>
                  <a:pt x="56329" y="44530"/>
                  <a:pt x="56229" y="44580"/>
                </a:cubicBezTo>
                <a:cubicBezTo>
                  <a:pt x="56204" y="44580"/>
                  <a:pt x="56204" y="44605"/>
                  <a:pt x="56155" y="44605"/>
                </a:cubicBezTo>
                <a:cubicBezTo>
                  <a:pt x="56155" y="44605"/>
                  <a:pt x="56130" y="44605"/>
                  <a:pt x="56130" y="44655"/>
                </a:cubicBezTo>
                <a:cubicBezTo>
                  <a:pt x="55980" y="44754"/>
                  <a:pt x="55831" y="44854"/>
                  <a:pt x="55657" y="44953"/>
                </a:cubicBezTo>
                <a:cubicBezTo>
                  <a:pt x="55507" y="44804"/>
                  <a:pt x="55358" y="44605"/>
                  <a:pt x="55209" y="44456"/>
                </a:cubicBezTo>
                <a:cubicBezTo>
                  <a:pt x="57399" y="42589"/>
                  <a:pt x="59714" y="40797"/>
                  <a:pt x="62103" y="39079"/>
                </a:cubicBezTo>
                <a:close/>
                <a:moveTo>
                  <a:pt x="73802" y="44829"/>
                </a:moveTo>
                <a:cubicBezTo>
                  <a:pt x="74400" y="44929"/>
                  <a:pt x="75022" y="44953"/>
                  <a:pt x="75619" y="44953"/>
                </a:cubicBezTo>
                <a:cubicBezTo>
                  <a:pt x="75545" y="45003"/>
                  <a:pt x="75520" y="45003"/>
                  <a:pt x="75470" y="45028"/>
                </a:cubicBezTo>
                <a:lnTo>
                  <a:pt x="75346" y="45028"/>
                </a:lnTo>
                <a:cubicBezTo>
                  <a:pt x="74773" y="45028"/>
                  <a:pt x="74250" y="44953"/>
                  <a:pt x="73678" y="44879"/>
                </a:cubicBezTo>
                <a:cubicBezTo>
                  <a:pt x="73728" y="44879"/>
                  <a:pt x="73777" y="44829"/>
                  <a:pt x="73802" y="44829"/>
                </a:cubicBezTo>
                <a:close/>
                <a:moveTo>
                  <a:pt x="78158" y="44829"/>
                </a:moveTo>
                <a:lnTo>
                  <a:pt x="78233" y="44904"/>
                </a:lnTo>
                <a:lnTo>
                  <a:pt x="78233" y="44953"/>
                </a:lnTo>
                <a:lnTo>
                  <a:pt x="78233" y="45028"/>
                </a:lnTo>
                <a:lnTo>
                  <a:pt x="78183" y="44978"/>
                </a:lnTo>
                <a:lnTo>
                  <a:pt x="78158" y="44953"/>
                </a:lnTo>
                <a:lnTo>
                  <a:pt x="78158" y="44929"/>
                </a:lnTo>
                <a:lnTo>
                  <a:pt x="78158" y="44829"/>
                </a:lnTo>
                <a:close/>
                <a:moveTo>
                  <a:pt x="55184" y="44555"/>
                </a:moveTo>
                <a:cubicBezTo>
                  <a:pt x="55333" y="44704"/>
                  <a:pt x="55482" y="44904"/>
                  <a:pt x="55632" y="45053"/>
                </a:cubicBezTo>
                <a:lnTo>
                  <a:pt x="55607" y="45053"/>
                </a:lnTo>
                <a:lnTo>
                  <a:pt x="55582" y="45078"/>
                </a:lnTo>
                <a:lnTo>
                  <a:pt x="55308" y="44804"/>
                </a:lnTo>
                <a:lnTo>
                  <a:pt x="55109" y="44605"/>
                </a:lnTo>
                <a:lnTo>
                  <a:pt x="55184" y="44555"/>
                </a:lnTo>
                <a:close/>
                <a:moveTo>
                  <a:pt x="63224" y="41046"/>
                </a:moveTo>
                <a:lnTo>
                  <a:pt x="63224" y="41070"/>
                </a:lnTo>
                <a:cubicBezTo>
                  <a:pt x="63099" y="41145"/>
                  <a:pt x="62975" y="41195"/>
                  <a:pt x="62875" y="41270"/>
                </a:cubicBezTo>
                <a:cubicBezTo>
                  <a:pt x="62751" y="41319"/>
                  <a:pt x="62626" y="41344"/>
                  <a:pt x="62502" y="41419"/>
                </a:cubicBezTo>
                <a:cubicBezTo>
                  <a:pt x="62427" y="41444"/>
                  <a:pt x="62328" y="41518"/>
                  <a:pt x="62228" y="41543"/>
                </a:cubicBezTo>
                <a:cubicBezTo>
                  <a:pt x="62178" y="41568"/>
                  <a:pt x="62079" y="41593"/>
                  <a:pt x="62029" y="41643"/>
                </a:cubicBezTo>
                <a:cubicBezTo>
                  <a:pt x="61855" y="41693"/>
                  <a:pt x="61730" y="41767"/>
                  <a:pt x="61581" y="41817"/>
                </a:cubicBezTo>
                <a:cubicBezTo>
                  <a:pt x="61431" y="41892"/>
                  <a:pt x="61282" y="41966"/>
                  <a:pt x="61108" y="42041"/>
                </a:cubicBezTo>
                <a:cubicBezTo>
                  <a:pt x="60959" y="42141"/>
                  <a:pt x="60809" y="42190"/>
                  <a:pt x="60610" y="42290"/>
                </a:cubicBezTo>
                <a:cubicBezTo>
                  <a:pt x="60486" y="42340"/>
                  <a:pt x="60361" y="42415"/>
                  <a:pt x="60262" y="42464"/>
                </a:cubicBezTo>
                <a:cubicBezTo>
                  <a:pt x="60237" y="42464"/>
                  <a:pt x="60237" y="42514"/>
                  <a:pt x="60212" y="42514"/>
                </a:cubicBezTo>
                <a:cubicBezTo>
                  <a:pt x="60013" y="42589"/>
                  <a:pt x="59838" y="42688"/>
                  <a:pt x="59689" y="42788"/>
                </a:cubicBezTo>
                <a:cubicBezTo>
                  <a:pt x="59614" y="42813"/>
                  <a:pt x="59540" y="42887"/>
                  <a:pt x="59465" y="42912"/>
                </a:cubicBezTo>
                <a:cubicBezTo>
                  <a:pt x="59440" y="42912"/>
                  <a:pt x="59440" y="42937"/>
                  <a:pt x="59415" y="42937"/>
                </a:cubicBezTo>
                <a:cubicBezTo>
                  <a:pt x="59365" y="42937"/>
                  <a:pt x="59365" y="42962"/>
                  <a:pt x="59341" y="42962"/>
                </a:cubicBezTo>
                <a:cubicBezTo>
                  <a:pt x="59316" y="42962"/>
                  <a:pt x="59316" y="43012"/>
                  <a:pt x="59291" y="43012"/>
                </a:cubicBezTo>
                <a:cubicBezTo>
                  <a:pt x="59092" y="43136"/>
                  <a:pt x="58917" y="43211"/>
                  <a:pt x="58693" y="43335"/>
                </a:cubicBezTo>
                <a:cubicBezTo>
                  <a:pt x="58669" y="43335"/>
                  <a:pt x="58669" y="43360"/>
                  <a:pt x="58619" y="43360"/>
                </a:cubicBezTo>
                <a:cubicBezTo>
                  <a:pt x="58594" y="43360"/>
                  <a:pt x="58594" y="43410"/>
                  <a:pt x="58569" y="43410"/>
                </a:cubicBezTo>
                <a:lnTo>
                  <a:pt x="58544" y="43435"/>
                </a:lnTo>
                <a:cubicBezTo>
                  <a:pt x="58494" y="43435"/>
                  <a:pt x="58494" y="43460"/>
                  <a:pt x="58469" y="43460"/>
                </a:cubicBezTo>
                <a:cubicBezTo>
                  <a:pt x="58469" y="43460"/>
                  <a:pt x="58445" y="43460"/>
                  <a:pt x="58445" y="43485"/>
                </a:cubicBezTo>
                <a:cubicBezTo>
                  <a:pt x="58420" y="43535"/>
                  <a:pt x="58370" y="43535"/>
                  <a:pt x="58345" y="43559"/>
                </a:cubicBezTo>
                <a:cubicBezTo>
                  <a:pt x="58121" y="43684"/>
                  <a:pt x="57947" y="43808"/>
                  <a:pt x="57723" y="43933"/>
                </a:cubicBezTo>
                <a:cubicBezTo>
                  <a:pt x="57698" y="43958"/>
                  <a:pt x="57673" y="43958"/>
                  <a:pt x="57623" y="43983"/>
                </a:cubicBezTo>
                <a:cubicBezTo>
                  <a:pt x="57598" y="44032"/>
                  <a:pt x="57573" y="44032"/>
                  <a:pt x="57548" y="44057"/>
                </a:cubicBezTo>
                <a:cubicBezTo>
                  <a:pt x="57499" y="44057"/>
                  <a:pt x="57499" y="44082"/>
                  <a:pt x="57474" y="44082"/>
                </a:cubicBezTo>
                <a:cubicBezTo>
                  <a:pt x="57449" y="44107"/>
                  <a:pt x="57424" y="44107"/>
                  <a:pt x="57374" y="44157"/>
                </a:cubicBezTo>
                <a:cubicBezTo>
                  <a:pt x="57175" y="44281"/>
                  <a:pt x="56951" y="44431"/>
                  <a:pt x="56752" y="44555"/>
                </a:cubicBezTo>
                <a:cubicBezTo>
                  <a:pt x="56702" y="44580"/>
                  <a:pt x="56627" y="44655"/>
                  <a:pt x="56553" y="44704"/>
                </a:cubicBezTo>
                <a:cubicBezTo>
                  <a:pt x="56503" y="44729"/>
                  <a:pt x="56478" y="44779"/>
                  <a:pt x="56453" y="44779"/>
                </a:cubicBezTo>
                <a:cubicBezTo>
                  <a:pt x="56304" y="44904"/>
                  <a:pt x="56105" y="44978"/>
                  <a:pt x="55955" y="45103"/>
                </a:cubicBezTo>
                <a:lnTo>
                  <a:pt x="55931" y="45078"/>
                </a:lnTo>
                <a:lnTo>
                  <a:pt x="55881" y="45053"/>
                </a:lnTo>
                <a:cubicBezTo>
                  <a:pt x="56080" y="44929"/>
                  <a:pt x="56229" y="44804"/>
                  <a:pt x="56428" y="44680"/>
                </a:cubicBezTo>
                <a:lnTo>
                  <a:pt x="56702" y="44480"/>
                </a:lnTo>
                <a:cubicBezTo>
                  <a:pt x="56752" y="44456"/>
                  <a:pt x="56827" y="44406"/>
                  <a:pt x="56876" y="44356"/>
                </a:cubicBezTo>
                <a:cubicBezTo>
                  <a:pt x="57051" y="44281"/>
                  <a:pt x="57175" y="44182"/>
                  <a:pt x="57324" y="44082"/>
                </a:cubicBezTo>
                <a:cubicBezTo>
                  <a:pt x="57449" y="44032"/>
                  <a:pt x="57548" y="43933"/>
                  <a:pt x="57673" y="43858"/>
                </a:cubicBezTo>
                <a:cubicBezTo>
                  <a:pt x="57847" y="43734"/>
                  <a:pt x="58046" y="43609"/>
                  <a:pt x="58220" y="43535"/>
                </a:cubicBezTo>
                <a:cubicBezTo>
                  <a:pt x="58345" y="43435"/>
                  <a:pt x="58469" y="43360"/>
                  <a:pt x="58619" y="43286"/>
                </a:cubicBezTo>
                <a:cubicBezTo>
                  <a:pt x="58818" y="43186"/>
                  <a:pt x="58967" y="43087"/>
                  <a:pt x="59166" y="42987"/>
                </a:cubicBezTo>
                <a:cubicBezTo>
                  <a:pt x="59316" y="42912"/>
                  <a:pt x="59465" y="42813"/>
                  <a:pt x="59589" y="42738"/>
                </a:cubicBezTo>
                <a:cubicBezTo>
                  <a:pt x="59739" y="42663"/>
                  <a:pt x="59913" y="42589"/>
                  <a:pt x="60062" y="42489"/>
                </a:cubicBezTo>
                <a:cubicBezTo>
                  <a:pt x="60087" y="42464"/>
                  <a:pt x="60162" y="42464"/>
                  <a:pt x="60187" y="42439"/>
                </a:cubicBezTo>
                <a:lnTo>
                  <a:pt x="60560" y="42240"/>
                </a:lnTo>
                <a:lnTo>
                  <a:pt x="60934" y="42066"/>
                </a:lnTo>
                <a:cubicBezTo>
                  <a:pt x="60983" y="42041"/>
                  <a:pt x="61008" y="42041"/>
                  <a:pt x="61083" y="41991"/>
                </a:cubicBezTo>
                <a:cubicBezTo>
                  <a:pt x="61232" y="41942"/>
                  <a:pt x="61357" y="41842"/>
                  <a:pt x="61506" y="41792"/>
                </a:cubicBezTo>
                <a:cubicBezTo>
                  <a:pt x="61631" y="41718"/>
                  <a:pt x="61730" y="41693"/>
                  <a:pt x="61855" y="41618"/>
                </a:cubicBezTo>
                <a:cubicBezTo>
                  <a:pt x="62079" y="41543"/>
                  <a:pt x="62253" y="41444"/>
                  <a:pt x="62477" y="41344"/>
                </a:cubicBezTo>
                <a:cubicBezTo>
                  <a:pt x="62576" y="41319"/>
                  <a:pt x="62676" y="41294"/>
                  <a:pt x="62751" y="41220"/>
                </a:cubicBezTo>
                <a:lnTo>
                  <a:pt x="63224" y="41046"/>
                </a:lnTo>
                <a:close/>
                <a:moveTo>
                  <a:pt x="73130" y="45028"/>
                </a:moveTo>
                <a:cubicBezTo>
                  <a:pt x="73130" y="45053"/>
                  <a:pt x="73080" y="45078"/>
                  <a:pt x="73080" y="45128"/>
                </a:cubicBezTo>
                <a:lnTo>
                  <a:pt x="73080" y="45053"/>
                </a:lnTo>
                <a:lnTo>
                  <a:pt x="73130" y="45028"/>
                </a:lnTo>
                <a:close/>
                <a:moveTo>
                  <a:pt x="22228" y="36466"/>
                </a:moveTo>
                <a:cubicBezTo>
                  <a:pt x="23970" y="37113"/>
                  <a:pt x="26111" y="38208"/>
                  <a:pt x="28426" y="39602"/>
                </a:cubicBezTo>
                <a:cubicBezTo>
                  <a:pt x="28003" y="40050"/>
                  <a:pt x="27629" y="40473"/>
                  <a:pt x="27231" y="40946"/>
                </a:cubicBezTo>
                <a:cubicBezTo>
                  <a:pt x="27131" y="41070"/>
                  <a:pt x="27057" y="41170"/>
                  <a:pt x="26907" y="41294"/>
                </a:cubicBezTo>
                <a:cubicBezTo>
                  <a:pt x="26260" y="42041"/>
                  <a:pt x="25613" y="42813"/>
                  <a:pt x="24966" y="43584"/>
                </a:cubicBezTo>
                <a:cubicBezTo>
                  <a:pt x="24891" y="43659"/>
                  <a:pt x="24866" y="43709"/>
                  <a:pt x="24792" y="43784"/>
                </a:cubicBezTo>
                <a:lnTo>
                  <a:pt x="23672" y="45177"/>
                </a:lnTo>
                <a:cubicBezTo>
                  <a:pt x="21879" y="43286"/>
                  <a:pt x="20436" y="41568"/>
                  <a:pt x="19490" y="40100"/>
                </a:cubicBezTo>
                <a:cubicBezTo>
                  <a:pt x="19789" y="39677"/>
                  <a:pt x="20062" y="39278"/>
                  <a:pt x="20386" y="38830"/>
                </a:cubicBezTo>
                <a:lnTo>
                  <a:pt x="20411" y="38805"/>
                </a:lnTo>
                <a:cubicBezTo>
                  <a:pt x="20784" y="38283"/>
                  <a:pt x="21183" y="37760"/>
                  <a:pt x="21606" y="37237"/>
                </a:cubicBezTo>
                <a:cubicBezTo>
                  <a:pt x="21631" y="37212"/>
                  <a:pt x="21655" y="37187"/>
                  <a:pt x="21655" y="37138"/>
                </a:cubicBezTo>
                <a:cubicBezTo>
                  <a:pt x="21855" y="36889"/>
                  <a:pt x="22029" y="36690"/>
                  <a:pt x="22228" y="36466"/>
                </a:cubicBezTo>
                <a:close/>
                <a:moveTo>
                  <a:pt x="72657" y="44904"/>
                </a:moveTo>
                <a:lnTo>
                  <a:pt x="72657" y="44953"/>
                </a:lnTo>
                <a:cubicBezTo>
                  <a:pt x="72408" y="45028"/>
                  <a:pt x="72184" y="45128"/>
                  <a:pt x="71935" y="45177"/>
                </a:cubicBezTo>
                <a:cubicBezTo>
                  <a:pt x="71985" y="45153"/>
                  <a:pt x="71985" y="45128"/>
                  <a:pt x="72010" y="45128"/>
                </a:cubicBezTo>
                <a:cubicBezTo>
                  <a:pt x="72234" y="45053"/>
                  <a:pt x="72433" y="45003"/>
                  <a:pt x="72657" y="44904"/>
                </a:cubicBezTo>
                <a:close/>
                <a:moveTo>
                  <a:pt x="55756" y="45202"/>
                </a:moveTo>
                <a:lnTo>
                  <a:pt x="55781" y="45227"/>
                </a:lnTo>
                <a:cubicBezTo>
                  <a:pt x="55781" y="45227"/>
                  <a:pt x="55756" y="45227"/>
                  <a:pt x="55756" y="45277"/>
                </a:cubicBezTo>
                <a:lnTo>
                  <a:pt x="55731" y="45302"/>
                </a:lnTo>
                <a:cubicBezTo>
                  <a:pt x="55731" y="45277"/>
                  <a:pt x="55731" y="45277"/>
                  <a:pt x="55706" y="45227"/>
                </a:cubicBezTo>
                <a:cubicBezTo>
                  <a:pt x="55731" y="45202"/>
                  <a:pt x="55731" y="45202"/>
                  <a:pt x="55756" y="45202"/>
                </a:cubicBezTo>
                <a:close/>
                <a:moveTo>
                  <a:pt x="28575" y="39701"/>
                </a:moveTo>
                <a:cubicBezTo>
                  <a:pt x="28600" y="39701"/>
                  <a:pt x="28600" y="39726"/>
                  <a:pt x="28625" y="39726"/>
                </a:cubicBezTo>
                <a:cubicBezTo>
                  <a:pt x="26957" y="41568"/>
                  <a:pt x="25364" y="43435"/>
                  <a:pt x="23846" y="45327"/>
                </a:cubicBezTo>
                <a:lnTo>
                  <a:pt x="23821" y="45302"/>
                </a:lnTo>
                <a:cubicBezTo>
                  <a:pt x="24145" y="44879"/>
                  <a:pt x="24493" y="44456"/>
                  <a:pt x="24841" y="44032"/>
                </a:cubicBezTo>
                <a:cubicBezTo>
                  <a:pt x="24991" y="43833"/>
                  <a:pt x="25115" y="43684"/>
                  <a:pt x="25265" y="43510"/>
                </a:cubicBezTo>
                <a:cubicBezTo>
                  <a:pt x="25837" y="42813"/>
                  <a:pt x="26385" y="42166"/>
                  <a:pt x="26982" y="41518"/>
                </a:cubicBezTo>
                <a:cubicBezTo>
                  <a:pt x="27206" y="41270"/>
                  <a:pt x="27455" y="40971"/>
                  <a:pt x="27679" y="40722"/>
                </a:cubicBezTo>
                <a:cubicBezTo>
                  <a:pt x="27978" y="40398"/>
                  <a:pt x="28252" y="40050"/>
                  <a:pt x="28575" y="39701"/>
                </a:cubicBezTo>
                <a:close/>
                <a:moveTo>
                  <a:pt x="19341" y="40274"/>
                </a:moveTo>
                <a:cubicBezTo>
                  <a:pt x="20286" y="41693"/>
                  <a:pt x="21730" y="43410"/>
                  <a:pt x="23522" y="45302"/>
                </a:cubicBezTo>
                <a:cubicBezTo>
                  <a:pt x="23572" y="45327"/>
                  <a:pt x="23522" y="45327"/>
                  <a:pt x="23522" y="45377"/>
                </a:cubicBezTo>
                <a:cubicBezTo>
                  <a:pt x="21705" y="43460"/>
                  <a:pt x="20286" y="41767"/>
                  <a:pt x="19291" y="40324"/>
                </a:cubicBezTo>
                <a:cubicBezTo>
                  <a:pt x="19291" y="40299"/>
                  <a:pt x="19341" y="40299"/>
                  <a:pt x="19341" y="40274"/>
                </a:cubicBezTo>
                <a:close/>
                <a:moveTo>
                  <a:pt x="117436" y="31687"/>
                </a:moveTo>
                <a:lnTo>
                  <a:pt x="117436" y="31687"/>
                </a:lnTo>
                <a:cubicBezTo>
                  <a:pt x="118034" y="35868"/>
                  <a:pt x="117660" y="40548"/>
                  <a:pt x="116466" y="45451"/>
                </a:cubicBezTo>
                <a:cubicBezTo>
                  <a:pt x="116590" y="42838"/>
                  <a:pt x="116366" y="40349"/>
                  <a:pt x="115794" y="38059"/>
                </a:cubicBezTo>
                <a:cubicBezTo>
                  <a:pt x="115819" y="37984"/>
                  <a:pt x="115819" y="37959"/>
                  <a:pt x="115843" y="37909"/>
                </a:cubicBezTo>
                <a:cubicBezTo>
                  <a:pt x="115843" y="37859"/>
                  <a:pt x="115868" y="37835"/>
                  <a:pt x="115868" y="37810"/>
                </a:cubicBezTo>
                <a:cubicBezTo>
                  <a:pt x="115968" y="37586"/>
                  <a:pt x="116092" y="37337"/>
                  <a:pt x="116192" y="37113"/>
                </a:cubicBezTo>
                <a:cubicBezTo>
                  <a:pt x="116217" y="37063"/>
                  <a:pt x="116242" y="36963"/>
                  <a:pt x="116291" y="36914"/>
                </a:cubicBezTo>
                <a:cubicBezTo>
                  <a:pt x="116366" y="36690"/>
                  <a:pt x="116441" y="36466"/>
                  <a:pt x="116540" y="36242"/>
                </a:cubicBezTo>
                <a:lnTo>
                  <a:pt x="116615" y="35968"/>
                </a:lnTo>
                <a:cubicBezTo>
                  <a:pt x="116690" y="35744"/>
                  <a:pt x="116739" y="35569"/>
                  <a:pt x="116814" y="35345"/>
                </a:cubicBezTo>
                <a:cubicBezTo>
                  <a:pt x="116839" y="35246"/>
                  <a:pt x="116864" y="35121"/>
                  <a:pt x="116914" y="35047"/>
                </a:cubicBezTo>
                <a:cubicBezTo>
                  <a:pt x="116964" y="34848"/>
                  <a:pt x="116988" y="34624"/>
                  <a:pt x="117063" y="34449"/>
                </a:cubicBezTo>
                <a:cubicBezTo>
                  <a:pt x="117088" y="34325"/>
                  <a:pt x="117113" y="34200"/>
                  <a:pt x="117113" y="34076"/>
                </a:cubicBezTo>
                <a:lnTo>
                  <a:pt x="117212" y="33504"/>
                </a:lnTo>
                <a:cubicBezTo>
                  <a:pt x="117212" y="33454"/>
                  <a:pt x="117237" y="33379"/>
                  <a:pt x="117237" y="33329"/>
                </a:cubicBezTo>
                <a:cubicBezTo>
                  <a:pt x="117287" y="33255"/>
                  <a:pt x="117287" y="33230"/>
                  <a:pt x="117287" y="33205"/>
                </a:cubicBezTo>
                <a:cubicBezTo>
                  <a:pt x="117287" y="33130"/>
                  <a:pt x="117312" y="33080"/>
                  <a:pt x="117312" y="33006"/>
                </a:cubicBezTo>
                <a:cubicBezTo>
                  <a:pt x="117337" y="32856"/>
                  <a:pt x="117362" y="32682"/>
                  <a:pt x="117362" y="32508"/>
                </a:cubicBezTo>
                <a:lnTo>
                  <a:pt x="117362" y="32359"/>
                </a:lnTo>
                <a:lnTo>
                  <a:pt x="117362" y="32309"/>
                </a:lnTo>
                <a:cubicBezTo>
                  <a:pt x="117362" y="32184"/>
                  <a:pt x="117412" y="32010"/>
                  <a:pt x="117412" y="31886"/>
                </a:cubicBezTo>
                <a:cubicBezTo>
                  <a:pt x="117412" y="31836"/>
                  <a:pt x="117412" y="31761"/>
                  <a:pt x="117436" y="31687"/>
                </a:cubicBezTo>
                <a:close/>
                <a:moveTo>
                  <a:pt x="72906" y="45078"/>
                </a:moveTo>
                <a:cubicBezTo>
                  <a:pt x="72931" y="45227"/>
                  <a:pt x="72931" y="45377"/>
                  <a:pt x="72981" y="45526"/>
                </a:cubicBezTo>
                <a:cubicBezTo>
                  <a:pt x="72981" y="45551"/>
                  <a:pt x="72931" y="45625"/>
                  <a:pt x="72931" y="45650"/>
                </a:cubicBezTo>
                <a:cubicBezTo>
                  <a:pt x="72906" y="45451"/>
                  <a:pt x="72881" y="45302"/>
                  <a:pt x="72881" y="45128"/>
                </a:cubicBezTo>
                <a:cubicBezTo>
                  <a:pt x="72881" y="45078"/>
                  <a:pt x="72906" y="45078"/>
                  <a:pt x="72906" y="45078"/>
                </a:cubicBezTo>
                <a:close/>
                <a:moveTo>
                  <a:pt x="73379" y="45003"/>
                </a:moveTo>
                <a:lnTo>
                  <a:pt x="73180" y="45650"/>
                </a:lnTo>
                <a:cubicBezTo>
                  <a:pt x="73180" y="45625"/>
                  <a:pt x="73155" y="45551"/>
                  <a:pt x="73155" y="45526"/>
                </a:cubicBezTo>
                <a:cubicBezTo>
                  <a:pt x="73205" y="45327"/>
                  <a:pt x="73280" y="45177"/>
                  <a:pt x="73304" y="45003"/>
                </a:cubicBezTo>
                <a:close/>
                <a:moveTo>
                  <a:pt x="99938" y="37660"/>
                </a:moveTo>
                <a:cubicBezTo>
                  <a:pt x="100411" y="37835"/>
                  <a:pt x="100884" y="38059"/>
                  <a:pt x="101357" y="38283"/>
                </a:cubicBezTo>
                <a:cubicBezTo>
                  <a:pt x="100610" y="40249"/>
                  <a:pt x="99739" y="42315"/>
                  <a:pt x="98768" y="44331"/>
                </a:cubicBezTo>
                <a:cubicBezTo>
                  <a:pt x="98693" y="44381"/>
                  <a:pt x="98619" y="44431"/>
                  <a:pt x="98544" y="44456"/>
                </a:cubicBezTo>
                <a:cubicBezTo>
                  <a:pt x="98445" y="44505"/>
                  <a:pt x="98395" y="44530"/>
                  <a:pt x="98295" y="44580"/>
                </a:cubicBezTo>
                <a:cubicBezTo>
                  <a:pt x="98046" y="44704"/>
                  <a:pt x="97797" y="44829"/>
                  <a:pt x="97524" y="44929"/>
                </a:cubicBezTo>
                <a:cubicBezTo>
                  <a:pt x="97449" y="44953"/>
                  <a:pt x="97399" y="45003"/>
                  <a:pt x="97300" y="45028"/>
                </a:cubicBezTo>
                <a:cubicBezTo>
                  <a:pt x="97026" y="45153"/>
                  <a:pt x="96752" y="45252"/>
                  <a:pt x="96503" y="45327"/>
                </a:cubicBezTo>
                <a:cubicBezTo>
                  <a:pt x="96428" y="45377"/>
                  <a:pt x="96379" y="45377"/>
                  <a:pt x="96329" y="45401"/>
                </a:cubicBezTo>
                <a:cubicBezTo>
                  <a:pt x="96080" y="45501"/>
                  <a:pt x="95831" y="45551"/>
                  <a:pt x="95632" y="45650"/>
                </a:cubicBezTo>
                <a:cubicBezTo>
                  <a:pt x="94711" y="44754"/>
                  <a:pt x="93591" y="44008"/>
                  <a:pt x="92321" y="43460"/>
                </a:cubicBezTo>
                <a:cubicBezTo>
                  <a:pt x="95134" y="42190"/>
                  <a:pt x="97772" y="40199"/>
                  <a:pt x="99938" y="37660"/>
                </a:cubicBezTo>
                <a:close/>
                <a:moveTo>
                  <a:pt x="14638" y="40456"/>
                </a:moveTo>
                <a:cubicBezTo>
                  <a:pt x="14595" y="40521"/>
                  <a:pt x="14553" y="40584"/>
                  <a:pt x="14512" y="40647"/>
                </a:cubicBezTo>
                <a:cubicBezTo>
                  <a:pt x="14039" y="41319"/>
                  <a:pt x="13541" y="42066"/>
                  <a:pt x="13043" y="42838"/>
                </a:cubicBezTo>
                <a:cubicBezTo>
                  <a:pt x="12944" y="42962"/>
                  <a:pt x="12869" y="43136"/>
                  <a:pt x="12769" y="43261"/>
                </a:cubicBezTo>
                <a:cubicBezTo>
                  <a:pt x="12228" y="44059"/>
                  <a:pt x="11702" y="44882"/>
                  <a:pt x="11207" y="45673"/>
                </a:cubicBezTo>
                <a:lnTo>
                  <a:pt x="11207" y="45673"/>
                </a:lnTo>
                <a:cubicBezTo>
                  <a:pt x="11728" y="44828"/>
                  <a:pt x="12253" y="43947"/>
                  <a:pt x="12819" y="43087"/>
                </a:cubicBezTo>
                <a:cubicBezTo>
                  <a:pt x="12869" y="43037"/>
                  <a:pt x="12919" y="42962"/>
                  <a:pt x="12944" y="42912"/>
                </a:cubicBezTo>
                <a:cubicBezTo>
                  <a:pt x="13441" y="42166"/>
                  <a:pt x="13939" y="41444"/>
                  <a:pt x="14437" y="40722"/>
                </a:cubicBezTo>
                <a:cubicBezTo>
                  <a:pt x="14505" y="40635"/>
                  <a:pt x="14571" y="40546"/>
                  <a:pt x="14638" y="40456"/>
                </a:cubicBezTo>
                <a:close/>
                <a:moveTo>
                  <a:pt x="42838" y="27903"/>
                </a:moveTo>
                <a:cubicBezTo>
                  <a:pt x="44281" y="30517"/>
                  <a:pt x="45999" y="33304"/>
                  <a:pt x="47891" y="35968"/>
                </a:cubicBezTo>
                <a:cubicBezTo>
                  <a:pt x="44306" y="39054"/>
                  <a:pt x="40921" y="42290"/>
                  <a:pt x="37785" y="45675"/>
                </a:cubicBezTo>
                <a:cubicBezTo>
                  <a:pt x="35171" y="43634"/>
                  <a:pt x="32483" y="41693"/>
                  <a:pt x="29994" y="40100"/>
                </a:cubicBezTo>
                <a:cubicBezTo>
                  <a:pt x="33578" y="35669"/>
                  <a:pt x="37934" y="31462"/>
                  <a:pt x="42838" y="27903"/>
                </a:cubicBezTo>
                <a:close/>
                <a:moveTo>
                  <a:pt x="92072" y="43559"/>
                </a:moveTo>
                <a:cubicBezTo>
                  <a:pt x="93342" y="44057"/>
                  <a:pt x="94462" y="44804"/>
                  <a:pt x="95408" y="45700"/>
                </a:cubicBezTo>
                <a:lnTo>
                  <a:pt x="95308" y="45700"/>
                </a:lnTo>
                <a:cubicBezTo>
                  <a:pt x="94387" y="44804"/>
                  <a:pt x="93292" y="44082"/>
                  <a:pt x="91973" y="43584"/>
                </a:cubicBezTo>
                <a:cubicBezTo>
                  <a:pt x="92023" y="43584"/>
                  <a:pt x="92048" y="43559"/>
                  <a:pt x="92072" y="43559"/>
                </a:cubicBezTo>
                <a:close/>
                <a:moveTo>
                  <a:pt x="106730" y="41502"/>
                </a:moveTo>
                <a:cubicBezTo>
                  <a:pt x="108006" y="42414"/>
                  <a:pt x="109135" y="43398"/>
                  <a:pt x="110168" y="44431"/>
                </a:cubicBezTo>
                <a:cubicBezTo>
                  <a:pt x="110143" y="44456"/>
                  <a:pt x="110118" y="44530"/>
                  <a:pt x="110094" y="44605"/>
                </a:cubicBezTo>
                <a:cubicBezTo>
                  <a:pt x="109994" y="44704"/>
                  <a:pt x="109870" y="44804"/>
                  <a:pt x="109770" y="44904"/>
                </a:cubicBezTo>
                <a:cubicBezTo>
                  <a:pt x="109695" y="45003"/>
                  <a:pt x="109596" y="45053"/>
                  <a:pt x="109471" y="45153"/>
                </a:cubicBezTo>
                <a:cubicBezTo>
                  <a:pt x="109322" y="45277"/>
                  <a:pt x="109123" y="45401"/>
                  <a:pt x="108973" y="45526"/>
                </a:cubicBezTo>
                <a:cubicBezTo>
                  <a:pt x="108874" y="45576"/>
                  <a:pt x="108774" y="45650"/>
                  <a:pt x="108700" y="45725"/>
                </a:cubicBezTo>
                <a:cubicBezTo>
                  <a:pt x="108700" y="45675"/>
                  <a:pt x="108650" y="45650"/>
                  <a:pt x="108650" y="45576"/>
                </a:cubicBezTo>
                <a:cubicBezTo>
                  <a:pt x="108600" y="45377"/>
                  <a:pt x="108525" y="45153"/>
                  <a:pt x="108476" y="44953"/>
                </a:cubicBezTo>
                <a:lnTo>
                  <a:pt x="108376" y="44680"/>
                </a:lnTo>
                <a:cubicBezTo>
                  <a:pt x="108351" y="44605"/>
                  <a:pt x="108301" y="44530"/>
                  <a:pt x="108277" y="44456"/>
                </a:cubicBezTo>
                <a:cubicBezTo>
                  <a:pt x="108252" y="44356"/>
                  <a:pt x="108177" y="44256"/>
                  <a:pt x="108152" y="44157"/>
                </a:cubicBezTo>
                <a:cubicBezTo>
                  <a:pt x="108127" y="44082"/>
                  <a:pt x="108127" y="44057"/>
                  <a:pt x="108102" y="43983"/>
                </a:cubicBezTo>
                <a:cubicBezTo>
                  <a:pt x="108102" y="43958"/>
                  <a:pt x="108052" y="43933"/>
                  <a:pt x="108052" y="43933"/>
                </a:cubicBezTo>
                <a:cubicBezTo>
                  <a:pt x="108003" y="43808"/>
                  <a:pt x="107978" y="43684"/>
                  <a:pt x="107903" y="43584"/>
                </a:cubicBezTo>
                <a:cubicBezTo>
                  <a:pt x="107903" y="43559"/>
                  <a:pt x="107878" y="43535"/>
                  <a:pt x="107878" y="43510"/>
                </a:cubicBezTo>
                <a:lnTo>
                  <a:pt x="107779" y="43311"/>
                </a:lnTo>
                <a:cubicBezTo>
                  <a:pt x="107679" y="43136"/>
                  <a:pt x="107604" y="42912"/>
                  <a:pt x="107480" y="42713"/>
                </a:cubicBezTo>
                <a:cubicBezTo>
                  <a:pt x="107430" y="42663"/>
                  <a:pt x="107380" y="42589"/>
                  <a:pt x="107356" y="42514"/>
                </a:cubicBezTo>
                <a:cubicBezTo>
                  <a:pt x="107281" y="42415"/>
                  <a:pt x="107231" y="42290"/>
                  <a:pt x="107156" y="42190"/>
                </a:cubicBezTo>
                <a:cubicBezTo>
                  <a:pt x="107107" y="42066"/>
                  <a:pt x="107032" y="41966"/>
                  <a:pt x="106932" y="41842"/>
                </a:cubicBezTo>
                <a:cubicBezTo>
                  <a:pt x="106883" y="41718"/>
                  <a:pt x="106783" y="41643"/>
                  <a:pt x="106733" y="41518"/>
                </a:cubicBezTo>
                <a:cubicBezTo>
                  <a:pt x="106733" y="41518"/>
                  <a:pt x="106733" y="41511"/>
                  <a:pt x="106730" y="41502"/>
                </a:cubicBezTo>
                <a:close/>
                <a:moveTo>
                  <a:pt x="55507" y="45426"/>
                </a:moveTo>
                <a:lnTo>
                  <a:pt x="55557" y="45451"/>
                </a:lnTo>
                <a:lnTo>
                  <a:pt x="55582" y="45476"/>
                </a:lnTo>
                <a:cubicBezTo>
                  <a:pt x="55569" y="45473"/>
                  <a:pt x="55556" y="45471"/>
                  <a:pt x="55543" y="45471"/>
                </a:cubicBezTo>
                <a:cubicBezTo>
                  <a:pt x="55456" y="45471"/>
                  <a:pt x="55367" y="45539"/>
                  <a:pt x="55258" y="45625"/>
                </a:cubicBezTo>
                <a:cubicBezTo>
                  <a:pt x="55201" y="45663"/>
                  <a:pt x="55130" y="45716"/>
                  <a:pt x="55055" y="45772"/>
                </a:cubicBezTo>
                <a:lnTo>
                  <a:pt x="55055" y="45772"/>
                </a:lnTo>
                <a:cubicBezTo>
                  <a:pt x="55183" y="45673"/>
                  <a:pt x="55315" y="45575"/>
                  <a:pt x="55458" y="45476"/>
                </a:cubicBezTo>
                <a:cubicBezTo>
                  <a:pt x="55482" y="45476"/>
                  <a:pt x="55482" y="45451"/>
                  <a:pt x="55507" y="45426"/>
                </a:cubicBezTo>
                <a:close/>
                <a:moveTo>
                  <a:pt x="29870" y="40199"/>
                </a:moveTo>
                <a:cubicBezTo>
                  <a:pt x="32408" y="41842"/>
                  <a:pt x="35047" y="43759"/>
                  <a:pt x="37660" y="45800"/>
                </a:cubicBezTo>
                <a:lnTo>
                  <a:pt x="37636" y="45825"/>
                </a:lnTo>
                <a:cubicBezTo>
                  <a:pt x="35022" y="43784"/>
                  <a:pt x="32359" y="41892"/>
                  <a:pt x="29845" y="40249"/>
                </a:cubicBezTo>
                <a:cubicBezTo>
                  <a:pt x="29845" y="40224"/>
                  <a:pt x="29870" y="40224"/>
                  <a:pt x="29870" y="40199"/>
                </a:cubicBezTo>
                <a:close/>
                <a:moveTo>
                  <a:pt x="48015" y="36167"/>
                </a:moveTo>
                <a:cubicBezTo>
                  <a:pt x="48015" y="36192"/>
                  <a:pt x="48040" y="36192"/>
                  <a:pt x="48040" y="36217"/>
                </a:cubicBezTo>
                <a:cubicBezTo>
                  <a:pt x="44481" y="39228"/>
                  <a:pt x="41120" y="42464"/>
                  <a:pt x="38009" y="45825"/>
                </a:cubicBezTo>
                <a:cubicBezTo>
                  <a:pt x="37959" y="45825"/>
                  <a:pt x="37959" y="45800"/>
                  <a:pt x="37934" y="45800"/>
                </a:cubicBezTo>
                <a:cubicBezTo>
                  <a:pt x="41071" y="42439"/>
                  <a:pt x="44431" y="39204"/>
                  <a:pt x="48015" y="36167"/>
                </a:cubicBezTo>
                <a:close/>
                <a:moveTo>
                  <a:pt x="98619" y="44630"/>
                </a:moveTo>
                <a:cubicBezTo>
                  <a:pt x="98619" y="44630"/>
                  <a:pt x="98619" y="44655"/>
                  <a:pt x="98569" y="44655"/>
                </a:cubicBezTo>
                <a:cubicBezTo>
                  <a:pt x="98569" y="44655"/>
                  <a:pt x="98569" y="44680"/>
                  <a:pt x="98544" y="44680"/>
                </a:cubicBezTo>
                <a:cubicBezTo>
                  <a:pt x="97673" y="45153"/>
                  <a:pt x="96752" y="45526"/>
                  <a:pt x="95781" y="45825"/>
                </a:cubicBezTo>
                <a:lnTo>
                  <a:pt x="95707" y="45775"/>
                </a:lnTo>
                <a:cubicBezTo>
                  <a:pt x="96677" y="45451"/>
                  <a:pt x="97623" y="45078"/>
                  <a:pt x="98544" y="44655"/>
                </a:cubicBezTo>
                <a:cubicBezTo>
                  <a:pt x="98569" y="44655"/>
                  <a:pt x="98569" y="44630"/>
                  <a:pt x="98619" y="44630"/>
                </a:cubicBezTo>
                <a:close/>
                <a:moveTo>
                  <a:pt x="106061" y="40846"/>
                </a:moveTo>
                <a:lnTo>
                  <a:pt x="106061" y="40846"/>
                </a:lnTo>
                <a:cubicBezTo>
                  <a:pt x="106111" y="40896"/>
                  <a:pt x="106136" y="40896"/>
                  <a:pt x="106161" y="40921"/>
                </a:cubicBezTo>
                <a:cubicBezTo>
                  <a:pt x="106186" y="40946"/>
                  <a:pt x="106235" y="40946"/>
                  <a:pt x="106260" y="40971"/>
                </a:cubicBezTo>
                <a:cubicBezTo>
                  <a:pt x="106310" y="41070"/>
                  <a:pt x="106385" y="41145"/>
                  <a:pt x="106435" y="41220"/>
                </a:cubicBezTo>
                <a:cubicBezTo>
                  <a:pt x="106484" y="41294"/>
                  <a:pt x="106509" y="41319"/>
                  <a:pt x="106534" y="41394"/>
                </a:cubicBezTo>
                <a:cubicBezTo>
                  <a:pt x="106584" y="41419"/>
                  <a:pt x="106584" y="41444"/>
                  <a:pt x="106609" y="41469"/>
                </a:cubicBezTo>
                <a:cubicBezTo>
                  <a:pt x="106659" y="41543"/>
                  <a:pt x="106708" y="41643"/>
                  <a:pt x="106758" y="41693"/>
                </a:cubicBezTo>
                <a:cubicBezTo>
                  <a:pt x="106858" y="41842"/>
                  <a:pt x="106982" y="42016"/>
                  <a:pt x="107057" y="42190"/>
                </a:cubicBezTo>
                <a:cubicBezTo>
                  <a:pt x="107107" y="42215"/>
                  <a:pt x="107132" y="42290"/>
                  <a:pt x="107156" y="42315"/>
                </a:cubicBezTo>
                <a:cubicBezTo>
                  <a:pt x="107231" y="42415"/>
                  <a:pt x="107256" y="42514"/>
                  <a:pt x="107331" y="42564"/>
                </a:cubicBezTo>
                <a:cubicBezTo>
                  <a:pt x="107430" y="42763"/>
                  <a:pt x="107530" y="42962"/>
                  <a:pt x="107629" y="43186"/>
                </a:cubicBezTo>
                <a:cubicBezTo>
                  <a:pt x="107679" y="43286"/>
                  <a:pt x="107729" y="43410"/>
                  <a:pt x="107779" y="43510"/>
                </a:cubicBezTo>
                <a:cubicBezTo>
                  <a:pt x="107828" y="43559"/>
                  <a:pt x="107853" y="43634"/>
                  <a:pt x="107878" y="43709"/>
                </a:cubicBezTo>
                <a:cubicBezTo>
                  <a:pt x="107978" y="43908"/>
                  <a:pt x="108028" y="44082"/>
                  <a:pt x="108127" y="44306"/>
                </a:cubicBezTo>
                <a:cubicBezTo>
                  <a:pt x="108152" y="44406"/>
                  <a:pt x="108202" y="44505"/>
                  <a:pt x="108252" y="44580"/>
                </a:cubicBezTo>
                <a:cubicBezTo>
                  <a:pt x="108277" y="44655"/>
                  <a:pt x="108277" y="44680"/>
                  <a:pt x="108301" y="44754"/>
                </a:cubicBezTo>
                <a:cubicBezTo>
                  <a:pt x="108301" y="44779"/>
                  <a:pt x="108351" y="44804"/>
                  <a:pt x="108351" y="44804"/>
                </a:cubicBezTo>
                <a:cubicBezTo>
                  <a:pt x="108401" y="45028"/>
                  <a:pt x="108501" y="45252"/>
                  <a:pt x="108575" y="45501"/>
                </a:cubicBezTo>
                <a:cubicBezTo>
                  <a:pt x="108476" y="45650"/>
                  <a:pt x="108525" y="45750"/>
                  <a:pt x="108525" y="45849"/>
                </a:cubicBezTo>
                <a:cubicBezTo>
                  <a:pt x="108401" y="45576"/>
                  <a:pt x="108351" y="45302"/>
                  <a:pt x="108252" y="45028"/>
                </a:cubicBezTo>
                <a:cubicBezTo>
                  <a:pt x="108227" y="44953"/>
                  <a:pt x="108227" y="44904"/>
                  <a:pt x="108202" y="44879"/>
                </a:cubicBezTo>
                <a:cubicBezTo>
                  <a:pt x="108152" y="44804"/>
                  <a:pt x="108127" y="44754"/>
                  <a:pt x="108102" y="44655"/>
                </a:cubicBezTo>
                <a:cubicBezTo>
                  <a:pt x="108077" y="44555"/>
                  <a:pt x="108028" y="44456"/>
                  <a:pt x="108003" y="44331"/>
                </a:cubicBezTo>
                <a:lnTo>
                  <a:pt x="108003" y="44306"/>
                </a:lnTo>
                <a:cubicBezTo>
                  <a:pt x="107953" y="44182"/>
                  <a:pt x="107903" y="44057"/>
                  <a:pt x="107853" y="43933"/>
                </a:cubicBezTo>
                <a:cubicBezTo>
                  <a:pt x="107828" y="43833"/>
                  <a:pt x="107779" y="43784"/>
                  <a:pt x="107754" y="43684"/>
                </a:cubicBezTo>
                <a:cubicBezTo>
                  <a:pt x="107754" y="43659"/>
                  <a:pt x="107729" y="43634"/>
                  <a:pt x="107729" y="43584"/>
                </a:cubicBezTo>
                <a:cubicBezTo>
                  <a:pt x="107604" y="43311"/>
                  <a:pt x="107480" y="43062"/>
                  <a:pt x="107331" y="42788"/>
                </a:cubicBezTo>
                <a:lnTo>
                  <a:pt x="107331" y="42763"/>
                </a:lnTo>
                <a:cubicBezTo>
                  <a:pt x="107331" y="42713"/>
                  <a:pt x="107281" y="42713"/>
                  <a:pt x="107281" y="42688"/>
                </a:cubicBezTo>
                <a:cubicBezTo>
                  <a:pt x="107256" y="42663"/>
                  <a:pt x="107256" y="42639"/>
                  <a:pt x="107231" y="42589"/>
                </a:cubicBezTo>
                <a:cubicBezTo>
                  <a:pt x="107181" y="42514"/>
                  <a:pt x="107132" y="42439"/>
                  <a:pt x="107057" y="42390"/>
                </a:cubicBezTo>
                <a:cubicBezTo>
                  <a:pt x="106982" y="42190"/>
                  <a:pt x="106858" y="42016"/>
                  <a:pt x="106733" y="41817"/>
                </a:cubicBezTo>
                <a:cubicBezTo>
                  <a:pt x="106683" y="41767"/>
                  <a:pt x="106634" y="41668"/>
                  <a:pt x="106609" y="41593"/>
                </a:cubicBezTo>
                <a:cubicBezTo>
                  <a:pt x="106559" y="41543"/>
                  <a:pt x="106509" y="41469"/>
                  <a:pt x="106484" y="41419"/>
                </a:cubicBezTo>
                <a:lnTo>
                  <a:pt x="106435" y="41394"/>
                </a:lnTo>
                <a:cubicBezTo>
                  <a:pt x="106435" y="41344"/>
                  <a:pt x="106410" y="41344"/>
                  <a:pt x="106410" y="41319"/>
                </a:cubicBezTo>
                <a:cubicBezTo>
                  <a:pt x="106310" y="41195"/>
                  <a:pt x="106235" y="41095"/>
                  <a:pt x="106161" y="40971"/>
                </a:cubicBezTo>
                <a:cubicBezTo>
                  <a:pt x="106136" y="40946"/>
                  <a:pt x="106111" y="40921"/>
                  <a:pt x="106061" y="40846"/>
                </a:cubicBezTo>
                <a:close/>
                <a:moveTo>
                  <a:pt x="95532" y="45825"/>
                </a:moveTo>
                <a:cubicBezTo>
                  <a:pt x="95532" y="45825"/>
                  <a:pt x="95557" y="45825"/>
                  <a:pt x="95557" y="45849"/>
                </a:cubicBezTo>
                <a:lnTo>
                  <a:pt x="95582" y="45899"/>
                </a:lnTo>
                <a:cubicBezTo>
                  <a:pt x="95557" y="45899"/>
                  <a:pt x="95557" y="45899"/>
                  <a:pt x="95532" y="45924"/>
                </a:cubicBezTo>
                <a:cubicBezTo>
                  <a:pt x="95532" y="45899"/>
                  <a:pt x="95507" y="45899"/>
                  <a:pt x="95458" y="45849"/>
                </a:cubicBezTo>
                <a:cubicBezTo>
                  <a:pt x="95507" y="45849"/>
                  <a:pt x="95532" y="45849"/>
                  <a:pt x="95532" y="45825"/>
                </a:cubicBezTo>
                <a:close/>
                <a:moveTo>
                  <a:pt x="37785" y="45924"/>
                </a:moveTo>
                <a:cubicBezTo>
                  <a:pt x="37810" y="45924"/>
                  <a:pt x="37810" y="45949"/>
                  <a:pt x="37835" y="45949"/>
                </a:cubicBezTo>
                <a:lnTo>
                  <a:pt x="37810" y="45999"/>
                </a:lnTo>
                <a:cubicBezTo>
                  <a:pt x="37810" y="45999"/>
                  <a:pt x="37785" y="45999"/>
                  <a:pt x="37760" y="45949"/>
                </a:cubicBezTo>
                <a:lnTo>
                  <a:pt x="37785" y="45924"/>
                </a:lnTo>
                <a:close/>
                <a:moveTo>
                  <a:pt x="109944" y="45003"/>
                </a:moveTo>
                <a:cubicBezTo>
                  <a:pt x="109944" y="45028"/>
                  <a:pt x="109894" y="45053"/>
                  <a:pt x="109894" y="45128"/>
                </a:cubicBezTo>
                <a:cubicBezTo>
                  <a:pt x="109845" y="45153"/>
                  <a:pt x="109820" y="45202"/>
                  <a:pt x="109745" y="45252"/>
                </a:cubicBezTo>
                <a:cubicBezTo>
                  <a:pt x="109471" y="45501"/>
                  <a:pt x="109123" y="45750"/>
                  <a:pt x="108774" y="45999"/>
                </a:cubicBezTo>
                <a:lnTo>
                  <a:pt x="108749" y="45924"/>
                </a:lnTo>
                <a:cubicBezTo>
                  <a:pt x="108849" y="45874"/>
                  <a:pt x="108949" y="45775"/>
                  <a:pt x="109023" y="45700"/>
                </a:cubicBezTo>
                <a:cubicBezTo>
                  <a:pt x="109197" y="45576"/>
                  <a:pt x="109347" y="45451"/>
                  <a:pt x="109496" y="45377"/>
                </a:cubicBezTo>
                <a:lnTo>
                  <a:pt x="109596" y="45277"/>
                </a:lnTo>
                <a:cubicBezTo>
                  <a:pt x="109720" y="45177"/>
                  <a:pt x="109820" y="45078"/>
                  <a:pt x="109944" y="45003"/>
                </a:cubicBezTo>
                <a:close/>
                <a:moveTo>
                  <a:pt x="73603" y="45053"/>
                </a:moveTo>
                <a:cubicBezTo>
                  <a:pt x="74051" y="45128"/>
                  <a:pt x="74549" y="45177"/>
                  <a:pt x="75047" y="45202"/>
                </a:cubicBezTo>
                <a:cubicBezTo>
                  <a:pt x="74474" y="45451"/>
                  <a:pt x="73877" y="45725"/>
                  <a:pt x="73280" y="46024"/>
                </a:cubicBezTo>
                <a:lnTo>
                  <a:pt x="73280" y="45999"/>
                </a:lnTo>
                <a:cubicBezTo>
                  <a:pt x="73404" y="45675"/>
                  <a:pt x="73504" y="45377"/>
                  <a:pt x="73603" y="45053"/>
                </a:cubicBezTo>
                <a:close/>
                <a:moveTo>
                  <a:pt x="80573" y="44431"/>
                </a:moveTo>
                <a:cubicBezTo>
                  <a:pt x="81021" y="44580"/>
                  <a:pt x="81568" y="44704"/>
                  <a:pt x="82116" y="44804"/>
                </a:cubicBezTo>
                <a:cubicBezTo>
                  <a:pt x="82141" y="44804"/>
                  <a:pt x="82191" y="44829"/>
                  <a:pt x="82216" y="44829"/>
                </a:cubicBezTo>
                <a:cubicBezTo>
                  <a:pt x="83062" y="45153"/>
                  <a:pt x="83759" y="45551"/>
                  <a:pt x="84431" y="46073"/>
                </a:cubicBezTo>
                <a:cubicBezTo>
                  <a:pt x="84306" y="46049"/>
                  <a:pt x="84182" y="46024"/>
                  <a:pt x="84082" y="45999"/>
                </a:cubicBezTo>
                <a:cubicBezTo>
                  <a:pt x="83958" y="45949"/>
                  <a:pt x="83833" y="45924"/>
                  <a:pt x="83734" y="45899"/>
                </a:cubicBezTo>
                <a:cubicBezTo>
                  <a:pt x="82738" y="45576"/>
                  <a:pt x="81767" y="45202"/>
                  <a:pt x="80871" y="44754"/>
                </a:cubicBezTo>
                <a:cubicBezTo>
                  <a:pt x="80822" y="44704"/>
                  <a:pt x="80722" y="44680"/>
                  <a:pt x="80647" y="44605"/>
                </a:cubicBezTo>
                <a:cubicBezTo>
                  <a:pt x="80573" y="44555"/>
                  <a:pt x="80473" y="44480"/>
                  <a:pt x="80349" y="44431"/>
                </a:cubicBezTo>
                <a:close/>
                <a:moveTo>
                  <a:pt x="73031" y="45849"/>
                </a:moveTo>
                <a:cubicBezTo>
                  <a:pt x="73031" y="45899"/>
                  <a:pt x="73056" y="45949"/>
                  <a:pt x="73056" y="45999"/>
                </a:cubicBezTo>
                <a:cubicBezTo>
                  <a:pt x="73056" y="46024"/>
                  <a:pt x="73031" y="46073"/>
                  <a:pt x="73031" y="46123"/>
                </a:cubicBezTo>
                <a:cubicBezTo>
                  <a:pt x="73031" y="46073"/>
                  <a:pt x="73031" y="46024"/>
                  <a:pt x="73006" y="45999"/>
                </a:cubicBezTo>
                <a:cubicBezTo>
                  <a:pt x="73006" y="45949"/>
                  <a:pt x="73031" y="45899"/>
                  <a:pt x="73031" y="45849"/>
                </a:cubicBezTo>
                <a:close/>
                <a:moveTo>
                  <a:pt x="108625" y="46049"/>
                </a:moveTo>
                <a:lnTo>
                  <a:pt x="108625" y="46073"/>
                </a:lnTo>
                <a:lnTo>
                  <a:pt x="108625" y="46123"/>
                </a:lnTo>
                <a:cubicBezTo>
                  <a:pt x="108625" y="46123"/>
                  <a:pt x="108600" y="46123"/>
                  <a:pt x="108600" y="46148"/>
                </a:cubicBezTo>
                <a:lnTo>
                  <a:pt x="108600" y="46123"/>
                </a:lnTo>
                <a:lnTo>
                  <a:pt x="108575" y="46073"/>
                </a:lnTo>
                <a:lnTo>
                  <a:pt x="108625" y="46049"/>
                </a:lnTo>
                <a:close/>
                <a:moveTo>
                  <a:pt x="48164" y="36341"/>
                </a:moveTo>
                <a:lnTo>
                  <a:pt x="48463" y="36714"/>
                </a:lnTo>
                <a:cubicBezTo>
                  <a:pt x="44630" y="39452"/>
                  <a:pt x="41245" y="42738"/>
                  <a:pt x="38457" y="46198"/>
                </a:cubicBezTo>
                <a:cubicBezTo>
                  <a:pt x="38382" y="46098"/>
                  <a:pt x="38258" y="46049"/>
                  <a:pt x="38158" y="45949"/>
                </a:cubicBezTo>
                <a:cubicBezTo>
                  <a:pt x="41245" y="42589"/>
                  <a:pt x="44605" y="39403"/>
                  <a:pt x="48164" y="36341"/>
                </a:cubicBezTo>
                <a:close/>
                <a:moveTo>
                  <a:pt x="82888" y="44929"/>
                </a:moveTo>
                <a:cubicBezTo>
                  <a:pt x="82962" y="44929"/>
                  <a:pt x="83062" y="44953"/>
                  <a:pt x="83136" y="44953"/>
                </a:cubicBezTo>
                <a:cubicBezTo>
                  <a:pt x="83833" y="45302"/>
                  <a:pt x="84431" y="45700"/>
                  <a:pt x="84954" y="46198"/>
                </a:cubicBezTo>
                <a:cubicBezTo>
                  <a:pt x="84929" y="46198"/>
                  <a:pt x="84854" y="46173"/>
                  <a:pt x="84829" y="46173"/>
                </a:cubicBezTo>
                <a:cubicBezTo>
                  <a:pt x="84257" y="45675"/>
                  <a:pt x="83609" y="45277"/>
                  <a:pt x="82888" y="44929"/>
                </a:cubicBezTo>
                <a:close/>
                <a:moveTo>
                  <a:pt x="65787" y="40448"/>
                </a:moveTo>
                <a:cubicBezTo>
                  <a:pt x="67057" y="41792"/>
                  <a:pt x="68426" y="42838"/>
                  <a:pt x="69795" y="43634"/>
                </a:cubicBezTo>
                <a:cubicBezTo>
                  <a:pt x="69646" y="43709"/>
                  <a:pt x="69496" y="43808"/>
                  <a:pt x="69372" y="43908"/>
                </a:cubicBezTo>
                <a:cubicBezTo>
                  <a:pt x="69247" y="44008"/>
                  <a:pt x="69123" y="44057"/>
                  <a:pt x="68949" y="44157"/>
                </a:cubicBezTo>
                <a:cubicBezTo>
                  <a:pt x="68749" y="44281"/>
                  <a:pt x="68525" y="44431"/>
                  <a:pt x="68301" y="44555"/>
                </a:cubicBezTo>
                <a:lnTo>
                  <a:pt x="68276" y="44580"/>
                </a:lnTo>
                <a:cubicBezTo>
                  <a:pt x="68227" y="44630"/>
                  <a:pt x="68177" y="44655"/>
                  <a:pt x="68152" y="44680"/>
                </a:cubicBezTo>
                <a:cubicBezTo>
                  <a:pt x="68028" y="44779"/>
                  <a:pt x="67903" y="44829"/>
                  <a:pt x="67729" y="44929"/>
                </a:cubicBezTo>
                <a:cubicBezTo>
                  <a:pt x="67654" y="45003"/>
                  <a:pt x="67580" y="45028"/>
                  <a:pt x="67480" y="45078"/>
                </a:cubicBezTo>
                <a:cubicBezTo>
                  <a:pt x="67156" y="45302"/>
                  <a:pt x="66833" y="45551"/>
                  <a:pt x="66484" y="45775"/>
                </a:cubicBezTo>
                <a:cubicBezTo>
                  <a:pt x="66459" y="45775"/>
                  <a:pt x="66459" y="45800"/>
                  <a:pt x="66435" y="45800"/>
                </a:cubicBezTo>
                <a:lnTo>
                  <a:pt x="66410" y="45825"/>
                </a:lnTo>
                <a:cubicBezTo>
                  <a:pt x="66186" y="45999"/>
                  <a:pt x="65962" y="46123"/>
                  <a:pt x="65738" y="46273"/>
                </a:cubicBezTo>
                <a:cubicBezTo>
                  <a:pt x="65713" y="46123"/>
                  <a:pt x="65613" y="45924"/>
                  <a:pt x="65588" y="45775"/>
                </a:cubicBezTo>
                <a:cubicBezTo>
                  <a:pt x="65538" y="45551"/>
                  <a:pt x="65464" y="45327"/>
                  <a:pt x="65364" y="45128"/>
                </a:cubicBezTo>
                <a:cubicBezTo>
                  <a:pt x="65314" y="44929"/>
                  <a:pt x="65215" y="44704"/>
                  <a:pt x="65165" y="44505"/>
                </a:cubicBezTo>
                <a:cubicBezTo>
                  <a:pt x="65066" y="44207"/>
                  <a:pt x="64966" y="43958"/>
                  <a:pt x="64842" y="43659"/>
                </a:cubicBezTo>
                <a:cubicBezTo>
                  <a:pt x="64792" y="43535"/>
                  <a:pt x="64717" y="43385"/>
                  <a:pt x="64667" y="43261"/>
                </a:cubicBezTo>
                <a:lnTo>
                  <a:pt x="64194" y="42141"/>
                </a:lnTo>
                <a:cubicBezTo>
                  <a:pt x="64194" y="42091"/>
                  <a:pt x="64169" y="42066"/>
                  <a:pt x="64169" y="42041"/>
                </a:cubicBezTo>
                <a:cubicBezTo>
                  <a:pt x="63995" y="41718"/>
                  <a:pt x="63871" y="41419"/>
                  <a:pt x="63721" y="41070"/>
                </a:cubicBezTo>
                <a:cubicBezTo>
                  <a:pt x="63796" y="41046"/>
                  <a:pt x="63871" y="41021"/>
                  <a:pt x="63945" y="40971"/>
                </a:cubicBezTo>
                <a:cubicBezTo>
                  <a:pt x="64045" y="40946"/>
                  <a:pt x="64120" y="40921"/>
                  <a:pt x="64244" y="40896"/>
                </a:cubicBezTo>
                <a:cubicBezTo>
                  <a:pt x="64319" y="40846"/>
                  <a:pt x="64369" y="40846"/>
                  <a:pt x="64443" y="40821"/>
                </a:cubicBezTo>
                <a:cubicBezTo>
                  <a:pt x="64593" y="40772"/>
                  <a:pt x="64717" y="40722"/>
                  <a:pt x="64866" y="40697"/>
                </a:cubicBezTo>
                <a:cubicBezTo>
                  <a:pt x="64941" y="40672"/>
                  <a:pt x="64991" y="40672"/>
                  <a:pt x="65090" y="40647"/>
                </a:cubicBezTo>
                <a:cubicBezTo>
                  <a:pt x="65165" y="40597"/>
                  <a:pt x="65240" y="40573"/>
                  <a:pt x="65314" y="40573"/>
                </a:cubicBezTo>
                <a:lnTo>
                  <a:pt x="65339" y="40573"/>
                </a:lnTo>
                <a:cubicBezTo>
                  <a:pt x="65464" y="40548"/>
                  <a:pt x="65613" y="40523"/>
                  <a:pt x="65738" y="40448"/>
                </a:cubicBezTo>
                <a:close/>
                <a:moveTo>
                  <a:pt x="86074" y="45003"/>
                </a:moveTo>
                <a:cubicBezTo>
                  <a:pt x="85825" y="45451"/>
                  <a:pt x="85601" y="45849"/>
                  <a:pt x="85352" y="46298"/>
                </a:cubicBezTo>
                <a:cubicBezTo>
                  <a:pt x="85327" y="46298"/>
                  <a:pt x="85327" y="46298"/>
                  <a:pt x="85302" y="46273"/>
                </a:cubicBezTo>
                <a:cubicBezTo>
                  <a:pt x="84804" y="45775"/>
                  <a:pt x="84232" y="45377"/>
                  <a:pt x="83609" y="45003"/>
                </a:cubicBezTo>
                <a:lnTo>
                  <a:pt x="83609" y="45003"/>
                </a:lnTo>
                <a:cubicBezTo>
                  <a:pt x="84082" y="45028"/>
                  <a:pt x="84555" y="45053"/>
                  <a:pt x="85003" y="45053"/>
                </a:cubicBezTo>
                <a:cubicBezTo>
                  <a:pt x="85252" y="45053"/>
                  <a:pt x="85551" y="45053"/>
                  <a:pt x="85800" y="45028"/>
                </a:cubicBezTo>
                <a:cubicBezTo>
                  <a:pt x="85875" y="45028"/>
                  <a:pt x="85974" y="45003"/>
                  <a:pt x="86074" y="45003"/>
                </a:cubicBezTo>
                <a:close/>
                <a:moveTo>
                  <a:pt x="48513" y="36864"/>
                </a:moveTo>
                <a:cubicBezTo>
                  <a:pt x="48513" y="36889"/>
                  <a:pt x="48538" y="36889"/>
                  <a:pt x="48538" y="36938"/>
                </a:cubicBezTo>
                <a:cubicBezTo>
                  <a:pt x="44779" y="39627"/>
                  <a:pt x="41394" y="42912"/>
                  <a:pt x="38631" y="46322"/>
                </a:cubicBezTo>
                <a:cubicBezTo>
                  <a:pt x="38581" y="46322"/>
                  <a:pt x="38581" y="46298"/>
                  <a:pt x="38557" y="46298"/>
                </a:cubicBezTo>
                <a:cubicBezTo>
                  <a:pt x="41319" y="42838"/>
                  <a:pt x="44729" y="39577"/>
                  <a:pt x="48513" y="36864"/>
                </a:cubicBezTo>
                <a:close/>
                <a:moveTo>
                  <a:pt x="86347" y="45053"/>
                </a:moveTo>
                <a:cubicBezTo>
                  <a:pt x="86099" y="45451"/>
                  <a:pt x="85850" y="45899"/>
                  <a:pt x="85601" y="46372"/>
                </a:cubicBezTo>
                <a:lnTo>
                  <a:pt x="85551" y="46372"/>
                </a:lnTo>
                <a:lnTo>
                  <a:pt x="86273" y="45053"/>
                </a:lnTo>
                <a:close/>
                <a:moveTo>
                  <a:pt x="38009" y="46123"/>
                </a:moveTo>
                <a:cubicBezTo>
                  <a:pt x="38084" y="46198"/>
                  <a:pt x="38208" y="46298"/>
                  <a:pt x="38308" y="46372"/>
                </a:cubicBezTo>
                <a:lnTo>
                  <a:pt x="38283" y="46397"/>
                </a:lnTo>
                <a:cubicBezTo>
                  <a:pt x="38183" y="46298"/>
                  <a:pt x="38059" y="46198"/>
                  <a:pt x="37959" y="46148"/>
                </a:cubicBezTo>
                <a:lnTo>
                  <a:pt x="38009" y="46123"/>
                </a:lnTo>
                <a:close/>
                <a:moveTo>
                  <a:pt x="79901" y="44456"/>
                </a:moveTo>
                <a:cubicBezTo>
                  <a:pt x="80100" y="44580"/>
                  <a:pt x="80274" y="44680"/>
                  <a:pt x="80473" y="44779"/>
                </a:cubicBezTo>
                <a:lnTo>
                  <a:pt x="80647" y="44879"/>
                </a:lnTo>
                <a:cubicBezTo>
                  <a:pt x="81120" y="45128"/>
                  <a:pt x="81593" y="45327"/>
                  <a:pt x="82091" y="45526"/>
                </a:cubicBezTo>
                <a:cubicBezTo>
                  <a:pt x="82141" y="45551"/>
                  <a:pt x="82216" y="45551"/>
                  <a:pt x="82265" y="45576"/>
                </a:cubicBezTo>
                <a:cubicBezTo>
                  <a:pt x="82713" y="45725"/>
                  <a:pt x="83112" y="45899"/>
                  <a:pt x="83585" y="46024"/>
                </a:cubicBezTo>
                <a:cubicBezTo>
                  <a:pt x="83709" y="46049"/>
                  <a:pt x="83833" y="46073"/>
                  <a:pt x="83958" y="46148"/>
                </a:cubicBezTo>
                <a:lnTo>
                  <a:pt x="84705" y="46322"/>
                </a:lnTo>
                <a:lnTo>
                  <a:pt x="84730" y="46347"/>
                </a:lnTo>
                <a:lnTo>
                  <a:pt x="84754" y="46397"/>
                </a:lnTo>
                <a:lnTo>
                  <a:pt x="84804" y="46422"/>
                </a:lnTo>
                <a:cubicBezTo>
                  <a:pt x="83112" y="46049"/>
                  <a:pt x="81519" y="45426"/>
                  <a:pt x="80100" y="44605"/>
                </a:cubicBezTo>
                <a:cubicBezTo>
                  <a:pt x="80075" y="44580"/>
                  <a:pt x="80025" y="44580"/>
                  <a:pt x="80000" y="44555"/>
                </a:cubicBezTo>
                <a:cubicBezTo>
                  <a:pt x="79975" y="44530"/>
                  <a:pt x="79901" y="44505"/>
                  <a:pt x="79851" y="44456"/>
                </a:cubicBezTo>
                <a:close/>
                <a:moveTo>
                  <a:pt x="85078" y="46422"/>
                </a:moveTo>
                <a:cubicBezTo>
                  <a:pt x="85087" y="46422"/>
                  <a:pt x="85102" y="46425"/>
                  <a:pt x="85119" y="46429"/>
                </a:cubicBezTo>
                <a:lnTo>
                  <a:pt x="85119" y="46429"/>
                </a:lnTo>
                <a:cubicBezTo>
                  <a:pt x="85115" y="46432"/>
                  <a:pt x="85112" y="46433"/>
                  <a:pt x="85109" y="46433"/>
                </a:cubicBezTo>
                <a:cubicBezTo>
                  <a:pt x="85100" y="46433"/>
                  <a:pt x="85095" y="46422"/>
                  <a:pt x="85078" y="46422"/>
                </a:cubicBezTo>
                <a:close/>
                <a:moveTo>
                  <a:pt x="63522" y="41195"/>
                </a:moveTo>
                <a:cubicBezTo>
                  <a:pt x="63945" y="42016"/>
                  <a:pt x="64319" y="42813"/>
                  <a:pt x="64617" y="43584"/>
                </a:cubicBezTo>
                <a:cubicBezTo>
                  <a:pt x="64667" y="43659"/>
                  <a:pt x="64692" y="43759"/>
                  <a:pt x="64717" y="43808"/>
                </a:cubicBezTo>
                <a:cubicBezTo>
                  <a:pt x="64842" y="44132"/>
                  <a:pt x="64941" y="44406"/>
                  <a:pt x="65066" y="44704"/>
                </a:cubicBezTo>
                <a:cubicBezTo>
                  <a:pt x="65140" y="44904"/>
                  <a:pt x="65190" y="45078"/>
                  <a:pt x="65265" y="45227"/>
                </a:cubicBezTo>
                <a:cubicBezTo>
                  <a:pt x="65339" y="45451"/>
                  <a:pt x="65389" y="45675"/>
                  <a:pt x="65464" y="45924"/>
                </a:cubicBezTo>
                <a:cubicBezTo>
                  <a:pt x="65538" y="46073"/>
                  <a:pt x="65563" y="46273"/>
                  <a:pt x="65638" y="46422"/>
                </a:cubicBezTo>
                <a:lnTo>
                  <a:pt x="65563" y="46447"/>
                </a:lnTo>
                <a:cubicBezTo>
                  <a:pt x="65514" y="46273"/>
                  <a:pt x="65439" y="46049"/>
                  <a:pt x="65389" y="45849"/>
                </a:cubicBezTo>
                <a:cubicBezTo>
                  <a:pt x="65314" y="45675"/>
                  <a:pt x="65290" y="45526"/>
                  <a:pt x="65215" y="45327"/>
                </a:cubicBezTo>
                <a:cubicBezTo>
                  <a:pt x="65165" y="45103"/>
                  <a:pt x="65066" y="44904"/>
                  <a:pt x="64966" y="44655"/>
                </a:cubicBezTo>
                <a:lnTo>
                  <a:pt x="64692" y="43908"/>
                </a:lnTo>
                <a:cubicBezTo>
                  <a:pt x="64667" y="43784"/>
                  <a:pt x="64593" y="43684"/>
                  <a:pt x="64543" y="43559"/>
                </a:cubicBezTo>
                <a:cubicBezTo>
                  <a:pt x="64219" y="42813"/>
                  <a:pt x="63896" y="41991"/>
                  <a:pt x="63473" y="41195"/>
                </a:cubicBezTo>
                <a:close/>
                <a:moveTo>
                  <a:pt x="85165" y="46440"/>
                </a:moveTo>
                <a:cubicBezTo>
                  <a:pt x="85180" y="46444"/>
                  <a:pt x="85194" y="46447"/>
                  <a:pt x="85202" y="46447"/>
                </a:cubicBezTo>
                <a:lnTo>
                  <a:pt x="85227" y="46472"/>
                </a:lnTo>
                <a:cubicBezTo>
                  <a:pt x="85202" y="46472"/>
                  <a:pt x="85178" y="46472"/>
                  <a:pt x="85178" y="46447"/>
                </a:cubicBezTo>
                <a:lnTo>
                  <a:pt x="85165" y="46440"/>
                </a:lnTo>
                <a:close/>
                <a:moveTo>
                  <a:pt x="28774" y="39826"/>
                </a:moveTo>
                <a:lnTo>
                  <a:pt x="29347" y="40199"/>
                </a:lnTo>
                <a:cubicBezTo>
                  <a:pt x="27704" y="42290"/>
                  <a:pt x="26260" y="44406"/>
                  <a:pt x="24991" y="46522"/>
                </a:cubicBezTo>
                <a:cubicBezTo>
                  <a:pt x="24642" y="46173"/>
                  <a:pt x="24319" y="45825"/>
                  <a:pt x="23995" y="45501"/>
                </a:cubicBezTo>
                <a:cubicBezTo>
                  <a:pt x="25066" y="44182"/>
                  <a:pt x="26136" y="42887"/>
                  <a:pt x="27256" y="41568"/>
                </a:cubicBezTo>
                <a:lnTo>
                  <a:pt x="27355" y="41469"/>
                </a:lnTo>
                <a:cubicBezTo>
                  <a:pt x="27828" y="40921"/>
                  <a:pt x="28301" y="40398"/>
                  <a:pt x="28774" y="39826"/>
                </a:cubicBezTo>
                <a:close/>
                <a:moveTo>
                  <a:pt x="38457" y="46422"/>
                </a:moveTo>
                <a:cubicBezTo>
                  <a:pt x="38482" y="46422"/>
                  <a:pt x="38482" y="46447"/>
                  <a:pt x="38532" y="46447"/>
                </a:cubicBezTo>
                <a:cubicBezTo>
                  <a:pt x="38532" y="46472"/>
                  <a:pt x="38482" y="46472"/>
                  <a:pt x="38482" y="46522"/>
                </a:cubicBezTo>
                <a:cubicBezTo>
                  <a:pt x="38457" y="46522"/>
                  <a:pt x="38432" y="46522"/>
                  <a:pt x="38432" y="46472"/>
                </a:cubicBezTo>
                <a:cubicBezTo>
                  <a:pt x="38432" y="46447"/>
                  <a:pt x="38457" y="46447"/>
                  <a:pt x="38457" y="46422"/>
                </a:cubicBezTo>
                <a:close/>
                <a:moveTo>
                  <a:pt x="69994" y="43709"/>
                </a:moveTo>
                <a:cubicBezTo>
                  <a:pt x="69994" y="43709"/>
                  <a:pt x="70019" y="43709"/>
                  <a:pt x="70019" y="43759"/>
                </a:cubicBezTo>
                <a:cubicBezTo>
                  <a:pt x="70019" y="43759"/>
                  <a:pt x="70044" y="43759"/>
                  <a:pt x="70044" y="43784"/>
                </a:cubicBezTo>
                <a:cubicBezTo>
                  <a:pt x="69521" y="44132"/>
                  <a:pt x="68973" y="44456"/>
                  <a:pt x="68426" y="44804"/>
                </a:cubicBezTo>
                <a:cubicBezTo>
                  <a:pt x="68252" y="44929"/>
                  <a:pt x="68077" y="45028"/>
                  <a:pt x="67903" y="45153"/>
                </a:cubicBezTo>
                <a:cubicBezTo>
                  <a:pt x="67206" y="45625"/>
                  <a:pt x="66534" y="46073"/>
                  <a:pt x="65812" y="46546"/>
                </a:cubicBezTo>
                <a:lnTo>
                  <a:pt x="65812" y="46522"/>
                </a:lnTo>
                <a:lnTo>
                  <a:pt x="65812" y="46497"/>
                </a:lnTo>
                <a:cubicBezTo>
                  <a:pt x="66459" y="46024"/>
                  <a:pt x="67132" y="45576"/>
                  <a:pt x="67779" y="45128"/>
                </a:cubicBezTo>
                <a:cubicBezTo>
                  <a:pt x="67928" y="45003"/>
                  <a:pt x="68127" y="44904"/>
                  <a:pt x="68276" y="44804"/>
                </a:cubicBezTo>
                <a:cubicBezTo>
                  <a:pt x="68301" y="44804"/>
                  <a:pt x="68301" y="44779"/>
                  <a:pt x="68326" y="44779"/>
                </a:cubicBezTo>
                <a:cubicBezTo>
                  <a:pt x="68899" y="44431"/>
                  <a:pt x="69421" y="44057"/>
                  <a:pt x="69994" y="43709"/>
                </a:cubicBezTo>
                <a:close/>
                <a:moveTo>
                  <a:pt x="117835" y="37760"/>
                </a:moveTo>
                <a:lnTo>
                  <a:pt x="117835" y="38731"/>
                </a:lnTo>
                <a:cubicBezTo>
                  <a:pt x="117611" y="41294"/>
                  <a:pt x="117113" y="43933"/>
                  <a:pt x="116416" y="46646"/>
                </a:cubicBezTo>
                <a:cubicBezTo>
                  <a:pt x="116416" y="46546"/>
                  <a:pt x="116416" y="46447"/>
                  <a:pt x="116441" y="46322"/>
                </a:cubicBezTo>
                <a:cubicBezTo>
                  <a:pt x="117212" y="43360"/>
                  <a:pt x="117685" y="40523"/>
                  <a:pt x="117835" y="37760"/>
                </a:cubicBezTo>
                <a:close/>
                <a:moveTo>
                  <a:pt x="29496" y="40299"/>
                </a:moveTo>
                <a:cubicBezTo>
                  <a:pt x="29546" y="40299"/>
                  <a:pt x="29546" y="40324"/>
                  <a:pt x="29571" y="40324"/>
                </a:cubicBezTo>
                <a:cubicBezTo>
                  <a:pt x="27903" y="42415"/>
                  <a:pt x="26459" y="44530"/>
                  <a:pt x="25190" y="46671"/>
                </a:cubicBezTo>
                <a:cubicBezTo>
                  <a:pt x="25140" y="46671"/>
                  <a:pt x="25140" y="46646"/>
                  <a:pt x="25140" y="46646"/>
                </a:cubicBezTo>
                <a:cubicBezTo>
                  <a:pt x="26385" y="44505"/>
                  <a:pt x="27853" y="42390"/>
                  <a:pt x="29496" y="40299"/>
                </a:cubicBezTo>
                <a:close/>
                <a:moveTo>
                  <a:pt x="115669" y="38332"/>
                </a:moveTo>
                <a:cubicBezTo>
                  <a:pt x="116242" y="40797"/>
                  <a:pt x="116441" y="43510"/>
                  <a:pt x="116242" y="46372"/>
                </a:cubicBezTo>
                <a:cubicBezTo>
                  <a:pt x="116217" y="46447"/>
                  <a:pt x="116192" y="46571"/>
                  <a:pt x="116167" y="46671"/>
                </a:cubicBezTo>
                <a:cubicBezTo>
                  <a:pt x="116416" y="43709"/>
                  <a:pt x="116217" y="40946"/>
                  <a:pt x="115619" y="38432"/>
                </a:cubicBezTo>
                <a:cubicBezTo>
                  <a:pt x="115669" y="38407"/>
                  <a:pt x="115669" y="38357"/>
                  <a:pt x="115669" y="38332"/>
                </a:cubicBezTo>
                <a:close/>
                <a:moveTo>
                  <a:pt x="65663" y="46621"/>
                </a:moveTo>
                <a:lnTo>
                  <a:pt x="65663" y="46646"/>
                </a:lnTo>
                <a:lnTo>
                  <a:pt x="65663" y="46671"/>
                </a:lnTo>
                <a:lnTo>
                  <a:pt x="65613" y="46696"/>
                </a:lnTo>
                <a:lnTo>
                  <a:pt x="65613" y="46671"/>
                </a:lnTo>
                <a:lnTo>
                  <a:pt x="65613" y="46646"/>
                </a:lnTo>
                <a:lnTo>
                  <a:pt x="65663" y="46621"/>
                </a:lnTo>
                <a:close/>
                <a:moveTo>
                  <a:pt x="91774" y="43684"/>
                </a:moveTo>
                <a:cubicBezTo>
                  <a:pt x="93068" y="44182"/>
                  <a:pt x="94188" y="44879"/>
                  <a:pt x="95134" y="45775"/>
                </a:cubicBezTo>
                <a:cubicBezTo>
                  <a:pt x="94885" y="45825"/>
                  <a:pt x="94661" y="45924"/>
                  <a:pt x="94412" y="45974"/>
                </a:cubicBezTo>
                <a:cubicBezTo>
                  <a:pt x="94387" y="45974"/>
                  <a:pt x="94313" y="46024"/>
                  <a:pt x="94288" y="46024"/>
                </a:cubicBezTo>
                <a:cubicBezTo>
                  <a:pt x="93964" y="46098"/>
                  <a:pt x="93665" y="46173"/>
                  <a:pt x="93342" y="46223"/>
                </a:cubicBezTo>
                <a:cubicBezTo>
                  <a:pt x="93317" y="46223"/>
                  <a:pt x="93292" y="46223"/>
                  <a:pt x="93217" y="46273"/>
                </a:cubicBezTo>
                <a:lnTo>
                  <a:pt x="92296" y="46447"/>
                </a:lnTo>
                <a:cubicBezTo>
                  <a:pt x="92272" y="46447"/>
                  <a:pt x="92197" y="46447"/>
                  <a:pt x="92172" y="46472"/>
                </a:cubicBezTo>
                <a:cubicBezTo>
                  <a:pt x="91848" y="46546"/>
                  <a:pt x="91550" y="46571"/>
                  <a:pt x="91226" y="46596"/>
                </a:cubicBezTo>
                <a:lnTo>
                  <a:pt x="91151" y="46596"/>
                </a:lnTo>
                <a:cubicBezTo>
                  <a:pt x="90454" y="46671"/>
                  <a:pt x="89807" y="46696"/>
                  <a:pt x="89110" y="46696"/>
                </a:cubicBezTo>
                <a:lnTo>
                  <a:pt x="89085" y="46696"/>
                </a:lnTo>
                <a:cubicBezTo>
                  <a:pt x="88563" y="46696"/>
                  <a:pt x="88040" y="46671"/>
                  <a:pt x="87542" y="46646"/>
                </a:cubicBezTo>
                <a:cubicBezTo>
                  <a:pt x="87418" y="46646"/>
                  <a:pt x="87244" y="46596"/>
                  <a:pt x="87119" y="46596"/>
                </a:cubicBezTo>
                <a:cubicBezTo>
                  <a:pt x="86696" y="46571"/>
                  <a:pt x="86248" y="46522"/>
                  <a:pt x="85825" y="46422"/>
                </a:cubicBezTo>
                <a:cubicBezTo>
                  <a:pt x="86099" y="45949"/>
                  <a:pt x="86347" y="45526"/>
                  <a:pt x="86596" y="45053"/>
                </a:cubicBezTo>
                <a:cubicBezTo>
                  <a:pt x="88314" y="44829"/>
                  <a:pt x="90081" y="44406"/>
                  <a:pt x="91774" y="43684"/>
                </a:cubicBezTo>
                <a:close/>
                <a:moveTo>
                  <a:pt x="23871" y="45650"/>
                </a:moveTo>
                <a:lnTo>
                  <a:pt x="24891" y="46671"/>
                </a:lnTo>
                <a:cubicBezTo>
                  <a:pt x="24891" y="46671"/>
                  <a:pt x="24866" y="46696"/>
                  <a:pt x="24866" y="46746"/>
                </a:cubicBezTo>
                <a:lnTo>
                  <a:pt x="23846" y="45700"/>
                </a:lnTo>
                <a:cubicBezTo>
                  <a:pt x="23846" y="45675"/>
                  <a:pt x="23871" y="45675"/>
                  <a:pt x="23871" y="45650"/>
                </a:cubicBezTo>
                <a:close/>
                <a:moveTo>
                  <a:pt x="25016" y="46795"/>
                </a:moveTo>
                <a:lnTo>
                  <a:pt x="25041" y="46820"/>
                </a:lnTo>
                <a:cubicBezTo>
                  <a:pt x="25041" y="46870"/>
                  <a:pt x="25016" y="46870"/>
                  <a:pt x="25016" y="46895"/>
                </a:cubicBezTo>
                <a:cubicBezTo>
                  <a:pt x="25016" y="46895"/>
                  <a:pt x="25016" y="46870"/>
                  <a:pt x="24991" y="46870"/>
                </a:cubicBezTo>
                <a:cubicBezTo>
                  <a:pt x="24991" y="46820"/>
                  <a:pt x="25016" y="46820"/>
                  <a:pt x="25016" y="46795"/>
                </a:cubicBezTo>
                <a:close/>
                <a:moveTo>
                  <a:pt x="95283" y="45899"/>
                </a:moveTo>
                <a:lnTo>
                  <a:pt x="95308" y="45924"/>
                </a:lnTo>
                <a:lnTo>
                  <a:pt x="95333" y="45949"/>
                </a:lnTo>
                <a:cubicBezTo>
                  <a:pt x="93292" y="46571"/>
                  <a:pt x="91201" y="46895"/>
                  <a:pt x="89110" y="46895"/>
                </a:cubicBezTo>
                <a:cubicBezTo>
                  <a:pt x="88613" y="46895"/>
                  <a:pt x="88115" y="46845"/>
                  <a:pt x="87617" y="46820"/>
                </a:cubicBezTo>
                <a:cubicBezTo>
                  <a:pt x="87492" y="46820"/>
                  <a:pt x="87418" y="46795"/>
                  <a:pt x="87293" y="46795"/>
                </a:cubicBezTo>
                <a:cubicBezTo>
                  <a:pt x="86870" y="46770"/>
                  <a:pt x="86472" y="46696"/>
                  <a:pt x="86074" y="46646"/>
                </a:cubicBezTo>
                <a:cubicBezTo>
                  <a:pt x="85974" y="46646"/>
                  <a:pt x="85875" y="46621"/>
                  <a:pt x="85800" y="46621"/>
                </a:cubicBezTo>
                <a:lnTo>
                  <a:pt x="85675" y="46621"/>
                </a:lnTo>
                <a:cubicBezTo>
                  <a:pt x="85700" y="46571"/>
                  <a:pt x="85700" y="46571"/>
                  <a:pt x="85700" y="46546"/>
                </a:cubicBezTo>
                <a:cubicBezTo>
                  <a:pt x="86123" y="46646"/>
                  <a:pt x="86596" y="46696"/>
                  <a:pt x="87069" y="46746"/>
                </a:cubicBezTo>
                <a:cubicBezTo>
                  <a:pt x="87219" y="46746"/>
                  <a:pt x="87343" y="46770"/>
                  <a:pt x="87492" y="46770"/>
                </a:cubicBezTo>
                <a:cubicBezTo>
                  <a:pt x="88040" y="46795"/>
                  <a:pt x="88563" y="46820"/>
                  <a:pt x="89085" y="46820"/>
                </a:cubicBezTo>
                <a:lnTo>
                  <a:pt x="89110" y="46820"/>
                </a:lnTo>
                <a:cubicBezTo>
                  <a:pt x="91176" y="46820"/>
                  <a:pt x="93267" y="46522"/>
                  <a:pt x="95283" y="45899"/>
                </a:cubicBezTo>
                <a:close/>
                <a:moveTo>
                  <a:pt x="109820" y="45451"/>
                </a:moveTo>
                <a:lnTo>
                  <a:pt x="109820" y="45451"/>
                </a:lnTo>
                <a:cubicBezTo>
                  <a:pt x="109596" y="46049"/>
                  <a:pt x="109347" y="46671"/>
                  <a:pt x="109098" y="47268"/>
                </a:cubicBezTo>
                <a:cubicBezTo>
                  <a:pt x="108998" y="46895"/>
                  <a:pt x="108949" y="46546"/>
                  <a:pt x="108849" y="46173"/>
                </a:cubicBezTo>
                <a:cubicBezTo>
                  <a:pt x="108973" y="46073"/>
                  <a:pt x="109073" y="46024"/>
                  <a:pt x="109197" y="45924"/>
                </a:cubicBezTo>
                <a:cubicBezTo>
                  <a:pt x="109372" y="45800"/>
                  <a:pt x="109571" y="45650"/>
                  <a:pt x="109720" y="45526"/>
                </a:cubicBezTo>
                <a:cubicBezTo>
                  <a:pt x="109745" y="45476"/>
                  <a:pt x="109770" y="45476"/>
                  <a:pt x="109820" y="45451"/>
                </a:cubicBezTo>
                <a:close/>
                <a:moveTo>
                  <a:pt x="72657" y="45128"/>
                </a:moveTo>
                <a:cubicBezTo>
                  <a:pt x="72682" y="45401"/>
                  <a:pt x="72707" y="45675"/>
                  <a:pt x="72782" y="45949"/>
                </a:cubicBezTo>
                <a:cubicBezTo>
                  <a:pt x="72782" y="46073"/>
                  <a:pt x="72707" y="46173"/>
                  <a:pt x="72682" y="46273"/>
                </a:cubicBezTo>
                <a:cubicBezTo>
                  <a:pt x="72035" y="46571"/>
                  <a:pt x="71388" y="46945"/>
                  <a:pt x="70741" y="47293"/>
                </a:cubicBezTo>
                <a:cubicBezTo>
                  <a:pt x="71114" y="46671"/>
                  <a:pt x="71463" y="46024"/>
                  <a:pt x="71811" y="45401"/>
                </a:cubicBezTo>
                <a:lnTo>
                  <a:pt x="72657" y="45128"/>
                </a:lnTo>
                <a:close/>
                <a:moveTo>
                  <a:pt x="70218" y="43883"/>
                </a:moveTo>
                <a:cubicBezTo>
                  <a:pt x="70741" y="44132"/>
                  <a:pt x="71189" y="44331"/>
                  <a:pt x="71687" y="44530"/>
                </a:cubicBezTo>
                <a:cubicBezTo>
                  <a:pt x="71637" y="44680"/>
                  <a:pt x="71537" y="44829"/>
                  <a:pt x="71438" y="45028"/>
                </a:cubicBezTo>
                <a:lnTo>
                  <a:pt x="71438" y="45053"/>
                </a:lnTo>
                <a:cubicBezTo>
                  <a:pt x="71438" y="45078"/>
                  <a:pt x="71413" y="45078"/>
                  <a:pt x="71413" y="45103"/>
                </a:cubicBezTo>
                <a:cubicBezTo>
                  <a:pt x="69670" y="45700"/>
                  <a:pt x="67853" y="46522"/>
                  <a:pt x="66061" y="47542"/>
                </a:cubicBezTo>
                <a:cubicBezTo>
                  <a:pt x="66061" y="47517"/>
                  <a:pt x="66061" y="47492"/>
                  <a:pt x="66036" y="47442"/>
                </a:cubicBezTo>
                <a:cubicBezTo>
                  <a:pt x="65987" y="47343"/>
                  <a:pt x="65987" y="47268"/>
                  <a:pt x="65962" y="47169"/>
                </a:cubicBezTo>
                <a:cubicBezTo>
                  <a:pt x="65937" y="47044"/>
                  <a:pt x="65912" y="46945"/>
                  <a:pt x="65862" y="46820"/>
                </a:cubicBezTo>
                <a:cubicBezTo>
                  <a:pt x="65937" y="46795"/>
                  <a:pt x="65987" y="46721"/>
                  <a:pt x="66061" y="46696"/>
                </a:cubicBezTo>
                <a:cubicBezTo>
                  <a:pt x="66708" y="46223"/>
                  <a:pt x="67331" y="45800"/>
                  <a:pt x="67978" y="45401"/>
                </a:cubicBezTo>
                <a:lnTo>
                  <a:pt x="68550" y="45028"/>
                </a:lnTo>
                <a:cubicBezTo>
                  <a:pt x="68550" y="45028"/>
                  <a:pt x="68575" y="45028"/>
                  <a:pt x="68575" y="45003"/>
                </a:cubicBezTo>
                <a:cubicBezTo>
                  <a:pt x="69173" y="44555"/>
                  <a:pt x="69695" y="44207"/>
                  <a:pt x="70218" y="43883"/>
                </a:cubicBezTo>
                <a:close/>
                <a:moveTo>
                  <a:pt x="71360" y="45795"/>
                </a:moveTo>
                <a:lnTo>
                  <a:pt x="71360" y="45795"/>
                </a:lnTo>
                <a:cubicBezTo>
                  <a:pt x="71175" y="46103"/>
                  <a:pt x="71032" y="46409"/>
                  <a:pt x="70890" y="46646"/>
                </a:cubicBezTo>
                <a:cubicBezTo>
                  <a:pt x="70790" y="46795"/>
                  <a:pt x="70716" y="46920"/>
                  <a:pt x="70641" y="47069"/>
                </a:cubicBezTo>
                <a:cubicBezTo>
                  <a:pt x="70616" y="47069"/>
                  <a:pt x="70616" y="47094"/>
                  <a:pt x="70566" y="47144"/>
                </a:cubicBezTo>
                <a:cubicBezTo>
                  <a:pt x="70517" y="47268"/>
                  <a:pt x="70417" y="47393"/>
                  <a:pt x="70318" y="47542"/>
                </a:cubicBezTo>
                <a:lnTo>
                  <a:pt x="70293" y="47567"/>
                </a:lnTo>
                <a:cubicBezTo>
                  <a:pt x="70656" y="46961"/>
                  <a:pt x="71020" y="46355"/>
                  <a:pt x="71360" y="45795"/>
                </a:cubicBezTo>
                <a:close/>
                <a:moveTo>
                  <a:pt x="98445" y="45028"/>
                </a:moveTo>
                <a:cubicBezTo>
                  <a:pt x="98046" y="45849"/>
                  <a:pt x="97573" y="46746"/>
                  <a:pt x="97125" y="47642"/>
                </a:cubicBezTo>
                <a:cubicBezTo>
                  <a:pt x="96777" y="47044"/>
                  <a:pt x="96403" y="46497"/>
                  <a:pt x="95931" y="45999"/>
                </a:cubicBezTo>
                <a:cubicBezTo>
                  <a:pt x="96080" y="45924"/>
                  <a:pt x="96254" y="45899"/>
                  <a:pt x="96403" y="45825"/>
                </a:cubicBezTo>
                <a:cubicBezTo>
                  <a:pt x="96453" y="45800"/>
                  <a:pt x="96553" y="45775"/>
                  <a:pt x="96627" y="45775"/>
                </a:cubicBezTo>
                <a:cubicBezTo>
                  <a:pt x="96901" y="45675"/>
                  <a:pt x="97150" y="45551"/>
                  <a:pt x="97424" y="45451"/>
                </a:cubicBezTo>
                <a:cubicBezTo>
                  <a:pt x="97524" y="45426"/>
                  <a:pt x="97573" y="45401"/>
                  <a:pt x="97673" y="45377"/>
                </a:cubicBezTo>
                <a:cubicBezTo>
                  <a:pt x="97922" y="45277"/>
                  <a:pt x="98171" y="45153"/>
                  <a:pt x="98420" y="45028"/>
                </a:cubicBezTo>
                <a:close/>
                <a:moveTo>
                  <a:pt x="65713" y="46920"/>
                </a:moveTo>
                <a:cubicBezTo>
                  <a:pt x="65762" y="47019"/>
                  <a:pt x="65762" y="47069"/>
                  <a:pt x="65787" y="47169"/>
                </a:cubicBezTo>
                <a:cubicBezTo>
                  <a:pt x="65812" y="47194"/>
                  <a:pt x="65837" y="47318"/>
                  <a:pt x="65837" y="47418"/>
                </a:cubicBezTo>
                <a:cubicBezTo>
                  <a:pt x="65837" y="47467"/>
                  <a:pt x="65887" y="47542"/>
                  <a:pt x="65887" y="47642"/>
                </a:cubicBezTo>
                <a:cubicBezTo>
                  <a:pt x="65837" y="47642"/>
                  <a:pt x="65837" y="47667"/>
                  <a:pt x="65812" y="47667"/>
                </a:cubicBezTo>
                <a:cubicBezTo>
                  <a:pt x="65812" y="47592"/>
                  <a:pt x="65787" y="47542"/>
                  <a:pt x="65787" y="47467"/>
                </a:cubicBezTo>
                <a:lnTo>
                  <a:pt x="65688" y="47094"/>
                </a:lnTo>
                <a:cubicBezTo>
                  <a:pt x="65688" y="47044"/>
                  <a:pt x="65663" y="46970"/>
                  <a:pt x="65663" y="46945"/>
                </a:cubicBezTo>
                <a:cubicBezTo>
                  <a:pt x="65688" y="46945"/>
                  <a:pt x="65688" y="46920"/>
                  <a:pt x="65713" y="46920"/>
                </a:cubicBezTo>
                <a:close/>
                <a:moveTo>
                  <a:pt x="108650" y="46322"/>
                </a:moveTo>
                <a:cubicBezTo>
                  <a:pt x="108650" y="46397"/>
                  <a:pt x="108675" y="46422"/>
                  <a:pt x="108675" y="46472"/>
                </a:cubicBezTo>
                <a:cubicBezTo>
                  <a:pt x="108774" y="46795"/>
                  <a:pt x="108874" y="47169"/>
                  <a:pt x="108949" y="47542"/>
                </a:cubicBezTo>
                <a:lnTo>
                  <a:pt x="108949" y="47592"/>
                </a:lnTo>
                <a:cubicBezTo>
                  <a:pt x="108949" y="47642"/>
                  <a:pt x="108899" y="47642"/>
                  <a:pt x="108899" y="47667"/>
                </a:cubicBezTo>
                <a:cubicBezTo>
                  <a:pt x="108899" y="47691"/>
                  <a:pt x="108899" y="47691"/>
                  <a:pt x="108874" y="47716"/>
                </a:cubicBezTo>
                <a:lnTo>
                  <a:pt x="108874" y="47642"/>
                </a:lnTo>
                <a:cubicBezTo>
                  <a:pt x="108874" y="47592"/>
                  <a:pt x="108874" y="47567"/>
                  <a:pt x="108849" y="47517"/>
                </a:cubicBezTo>
                <a:cubicBezTo>
                  <a:pt x="108849" y="47442"/>
                  <a:pt x="108799" y="47393"/>
                  <a:pt x="108799" y="47343"/>
                </a:cubicBezTo>
                <a:lnTo>
                  <a:pt x="108625" y="46522"/>
                </a:lnTo>
                <a:cubicBezTo>
                  <a:pt x="108625" y="46472"/>
                  <a:pt x="108600" y="46422"/>
                  <a:pt x="108600" y="46397"/>
                </a:cubicBezTo>
                <a:lnTo>
                  <a:pt x="108625" y="46347"/>
                </a:lnTo>
                <a:lnTo>
                  <a:pt x="108650" y="46322"/>
                </a:lnTo>
                <a:close/>
                <a:moveTo>
                  <a:pt x="110200" y="45149"/>
                </a:moveTo>
                <a:cubicBezTo>
                  <a:pt x="109857" y="46029"/>
                  <a:pt x="109490" y="46885"/>
                  <a:pt x="109148" y="47741"/>
                </a:cubicBezTo>
                <a:lnTo>
                  <a:pt x="109148" y="47642"/>
                </a:lnTo>
                <a:cubicBezTo>
                  <a:pt x="109496" y="46820"/>
                  <a:pt x="109845" y="45974"/>
                  <a:pt x="110143" y="45177"/>
                </a:cubicBezTo>
                <a:cubicBezTo>
                  <a:pt x="110169" y="45165"/>
                  <a:pt x="110188" y="45159"/>
                  <a:pt x="110200" y="45149"/>
                </a:cubicBezTo>
                <a:close/>
                <a:moveTo>
                  <a:pt x="71288" y="45327"/>
                </a:moveTo>
                <a:cubicBezTo>
                  <a:pt x="71288" y="45377"/>
                  <a:pt x="71263" y="45401"/>
                  <a:pt x="71263" y="45426"/>
                </a:cubicBezTo>
                <a:cubicBezTo>
                  <a:pt x="69571" y="46024"/>
                  <a:pt x="67878" y="46795"/>
                  <a:pt x="66136" y="47766"/>
                </a:cubicBezTo>
                <a:cubicBezTo>
                  <a:pt x="66086" y="47766"/>
                  <a:pt x="66086" y="47741"/>
                  <a:pt x="66086" y="47691"/>
                </a:cubicBezTo>
                <a:cubicBezTo>
                  <a:pt x="67878" y="46746"/>
                  <a:pt x="69621" y="45924"/>
                  <a:pt x="71288" y="45327"/>
                </a:cubicBezTo>
                <a:close/>
                <a:moveTo>
                  <a:pt x="72184" y="46820"/>
                </a:moveTo>
                <a:lnTo>
                  <a:pt x="72184" y="46820"/>
                </a:lnTo>
                <a:cubicBezTo>
                  <a:pt x="71736" y="47069"/>
                  <a:pt x="71263" y="47318"/>
                  <a:pt x="70815" y="47567"/>
                </a:cubicBezTo>
                <a:cubicBezTo>
                  <a:pt x="70790" y="47567"/>
                  <a:pt x="70790" y="47617"/>
                  <a:pt x="70766" y="47617"/>
                </a:cubicBezTo>
                <a:cubicBezTo>
                  <a:pt x="70691" y="47642"/>
                  <a:pt x="70641" y="47667"/>
                  <a:pt x="70542" y="47741"/>
                </a:cubicBezTo>
                <a:cubicBezTo>
                  <a:pt x="70517" y="47741"/>
                  <a:pt x="70492" y="47766"/>
                  <a:pt x="70492" y="47766"/>
                </a:cubicBezTo>
                <a:lnTo>
                  <a:pt x="70517" y="47741"/>
                </a:lnTo>
                <a:cubicBezTo>
                  <a:pt x="70616" y="47642"/>
                  <a:pt x="70741" y="47567"/>
                  <a:pt x="70840" y="47517"/>
                </a:cubicBezTo>
                <a:cubicBezTo>
                  <a:pt x="71363" y="47268"/>
                  <a:pt x="71786" y="47019"/>
                  <a:pt x="72184" y="46820"/>
                </a:cubicBezTo>
                <a:close/>
                <a:moveTo>
                  <a:pt x="95756" y="46049"/>
                </a:moveTo>
                <a:cubicBezTo>
                  <a:pt x="96254" y="46571"/>
                  <a:pt x="96652" y="47169"/>
                  <a:pt x="97026" y="47816"/>
                </a:cubicBezTo>
                <a:cubicBezTo>
                  <a:pt x="97026" y="47866"/>
                  <a:pt x="97001" y="47866"/>
                  <a:pt x="97001" y="47891"/>
                </a:cubicBezTo>
                <a:cubicBezTo>
                  <a:pt x="96627" y="47243"/>
                  <a:pt x="96179" y="46621"/>
                  <a:pt x="95682" y="46049"/>
                </a:cubicBezTo>
                <a:close/>
                <a:moveTo>
                  <a:pt x="98818" y="44829"/>
                </a:moveTo>
                <a:cubicBezTo>
                  <a:pt x="98320" y="45874"/>
                  <a:pt x="97822" y="46870"/>
                  <a:pt x="97300" y="47891"/>
                </a:cubicBezTo>
                <a:lnTo>
                  <a:pt x="97250" y="47816"/>
                </a:lnTo>
                <a:cubicBezTo>
                  <a:pt x="97772" y="46820"/>
                  <a:pt x="98270" y="45849"/>
                  <a:pt x="98743" y="44879"/>
                </a:cubicBezTo>
                <a:cubicBezTo>
                  <a:pt x="98768" y="44879"/>
                  <a:pt x="98793" y="44829"/>
                  <a:pt x="98818" y="44829"/>
                </a:cubicBezTo>
                <a:close/>
                <a:moveTo>
                  <a:pt x="65912" y="47816"/>
                </a:moveTo>
                <a:lnTo>
                  <a:pt x="65912" y="47891"/>
                </a:lnTo>
                <a:cubicBezTo>
                  <a:pt x="65862" y="47891"/>
                  <a:pt x="65862" y="47915"/>
                  <a:pt x="65837" y="47915"/>
                </a:cubicBezTo>
                <a:lnTo>
                  <a:pt x="65837" y="47866"/>
                </a:lnTo>
                <a:cubicBezTo>
                  <a:pt x="65862" y="47816"/>
                  <a:pt x="65912" y="47816"/>
                  <a:pt x="65912" y="47816"/>
                </a:cubicBezTo>
                <a:close/>
                <a:moveTo>
                  <a:pt x="70069" y="47915"/>
                </a:moveTo>
                <a:cubicBezTo>
                  <a:pt x="70069" y="47928"/>
                  <a:pt x="70069" y="47934"/>
                  <a:pt x="70075" y="47934"/>
                </a:cubicBezTo>
                <a:cubicBezTo>
                  <a:pt x="70081" y="47934"/>
                  <a:pt x="70094" y="47928"/>
                  <a:pt x="70118" y="47915"/>
                </a:cubicBezTo>
                <a:lnTo>
                  <a:pt x="70118" y="47915"/>
                </a:lnTo>
                <a:cubicBezTo>
                  <a:pt x="70118" y="47940"/>
                  <a:pt x="70069" y="47940"/>
                  <a:pt x="70069" y="47940"/>
                </a:cubicBezTo>
                <a:lnTo>
                  <a:pt x="70044" y="47990"/>
                </a:lnTo>
                <a:cubicBezTo>
                  <a:pt x="70044" y="47990"/>
                  <a:pt x="70044" y="47940"/>
                  <a:pt x="70069" y="47940"/>
                </a:cubicBezTo>
                <a:lnTo>
                  <a:pt x="70069" y="47915"/>
                </a:lnTo>
                <a:close/>
                <a:moveTo>
                  <a:pt x="116167" y="47368"/>
                </a:moveTo>
                <a:cubicBezTo>
                  <a:pt x="116167" y="47492"/>
                  <a:pt x="116117" y="47642"/>
                  <a:pt x="116092" y="47766"/>
                </a:cubicBezTo>
                <a:cubicBezTo>
                  <a:pt x="116067" y="47891"/>
                  <a:pt x="116043" y="48015"/>
                  <a:pt x="115993" y="48115"/>
                </a:cubicBezTo>
                <a:cubicBezTo>
                  <a:pt x="115993" y="47990"/>
                  <a:pt x="116043" y="47891"/>
                  <a:pt x="116043" y="47766"/>
                </a:cubicBezTo>
                <a:cubicBezTo>
                  <a:pt x="116092" y="47642"/>
                  <a:pt x="116117" y="47517"/>
                  <a:pt x="116167" y="47368"/>
                </a:cubicBezTo>
                <a:close/>
                <a:moveTo>
                  <a:pt x="97125" y="48015"/>
                </a:moveTo>
                <a:cubicBezTo>
                  <a:pt x="97125" y="48040"/>
                  <a:pt x="97150" y="48040"/>
                  <a:pt x="97150" y="48065"/>
                </a:cubicBezTo>
                <a:cubicBezTo>
                  <a:pt x="97150" y="48115"/>
                  <a:pt x="97150" y="48115"/>
                  <a:pt x="97125" y="48139"/>
                </a:cubicBezTo>
                <a:cubicBezTo>
                  <a:pt x="97125" y="48115"/>
                  <a:pt x="97076" y="48065"/>
                  <a:pt x="97076" y="48065"/>
                </a:cubicBezTo>
                <a:cubicBezTo>
                  <a:pt x="97076" y="48040"/>
                  <a:pt x="97125" y="48040"/>
                  <a:pt x="97125" y="48015"/>
                </a:cubicBezTo>
                <a:close/>
                <a:moveTo>
                  <a:pt x="108973" y="47915"/>
                </a:moveTo>
                <a:cubicBezTo>
                  <a:pt x="108973" y="47940"/>
                  <a:pt x="108973" y="48015"/>
                  <a:pt x="108998" y="48040"/>
                </a:cubicBezTo>
                <a:cubicBezTo>
                  <a:pt x="108998" y="48065"/>
                  <a:pt x="108973" y="48065"/>
                  <a:pt x="108973" y="48115"/>
                </a:cubicBezTo>
                <a:cubicBezTo>
                  <a:pt x="108973" y="48139"/>
                  <a:pt x="108949" y="48139"/>
                  <a:pt x="108949" y="48164"/>
                </a:cubicBezTo>
                <a:lnTo>
                  <a:pt x="108949" y="48115"/>
                </a:lnTo>
                <a:lnTo>
                  <a:pt x="108949" y="48040"/>
                </a:lnTo>
                <a:lnTo>
                  <a:pt x="108949" y="47990"/>
                </a:lnTo>
                <a:cubicBezTo>
                  <a:pt x="108949" y="47940"/>
                  <a:pt x="108973" y="47940"/>
                  <a:pt x="108973" y="47915"/>
                </a:cubicBezTo>
                <a:close/>
                <a:moveTo>
                  <a:pt x="75570" y="45576"/>
                </a:moveTo>
                <a:lnTo>
                  <a:pt x="75570" y="45576"/>
                </a:lnTo>
                <a:cubicBezTo>
                  <a:pt x="75097" y="46447"/>
                  <a:pt x="74524" y="47318"/>
                  <a:pt x="73952" y="48189"/>
                </a:cubicBezTo>
                <a:cubicBezTo>
                  <a:pt x="73703" y="47642"/>
                  <a:pt x="73529" y="47069"/>
                  <a:pt x="73379" y="46522"/>
                </a:cubicBezTo>
                <a:cubicBezTo>
                  <a:pt x="73653" y="46397"/>
                  <a:pt x="73927" y="46273"/>
                  <a:pt x="74250" y="46098"/>
                </a:cubicBezTo>
                <a:cubicBezTo>
                  <a:pt x="74350" y="46073"/>
                  <a:pt x="74474" y="46024"/>
                  <a:pt x="74549" y="45974"/>
                </a:cubicBezTo>
                <a:cubicBezTo>
                  <a:pt x="74599" y="45949"/>
                  <a:pt x="74649" y="45949"/>
                  <a:pt x="74674" y="45924"/>
                </a:cubicBezTo>
                <a:cubicBezTo>
                  <a:pt x="74997" y="45800"/>
                  <a:pt x="75296" y="45675"/>
                  <a:pt x="75570" y="45576"/>
                </a:cubicBezTo>
                <a:close/>
                <a:moveTo>
                  <a:pt x="73205" y="46621"/>
                </a:moveTo>
                <a:cubicBezTo>
                  <a:pt x="73379" y="47194"/>
                  <a:pt x="73553" y="47791"/>
                  <a:pt x="73852" y="48388"/>
                </a:cubicBezTo>
                <a:cubicBezTo>
                  <a:pt x="73852" y="48413"/>
                  <a:pt x="73802" y="48413"/>
                  <a:pt x="73802" y="48438"/>
                </a:cubicBezTo>
                <a:cubicBezTo>
                  <a:pt x="73529" y="47866"/>
                  <a:pt x="73304" y="47243"/>
                  <a:pt x="73155" y="46646"/>
                </a:cubicBezTo>
                <a:cubicBezTo>
                  <a:pt x="73180" y="46646"/>
                  <a:pt x="73180" y="46621"/>
                  <a:pt x="73205" y="46621"/>
                </a:cubicBezTo>
                <a:close/>
                <a:moveTo>
                  <a:pt x="75941" y="45497"/>
                </a:moveTo>
                <a:cubicBezTo>
                  <a:pt x="75352" y="46477"/>
                  <a:pt x="74738" y="47458"/>
                  <a:pt x="74051" y="48438"/>
                </a:cubicBezTo>
                <a:lnTo>
                  <a:pt x="74051" y="48413"/>
                </a:lnTo>
                <a:cubicBezTo>
                  <a:pt x="74723" y="47442"/>
                  <a:pt x="75346" y="46447"/>
                  <a:pt x="75918" y="45501"/>
                </a:cubicBezTo>
                <a:cubicBezTo>
                  <a:pt x="75927" y="45501"/>
                  <a:pt x="75935" y="45499"/>
                  <a:pt x="75941" y="45497"/>
                </a:cubicBezTo>
                <a:close/>
                <a:moveTo>
                  <a:pt x="79502" y="44555"/>
                </a:moveTo>
                <a:cubicBezTo>
                  <a:pt x="79751" y="44704"/>
                  <a:pt x="79975" y="44829"/>
                  <a:pt x="80224" y="44953"/>
                </a:cubicBezTo>
                <a:cubicBezTo>
                  <a:pt x="81519" y="45675"/>
                  <a:pt x="82888" y="46198"/>
                  <a:pt x="84381" y="46571"/>
                </a:cubicBezTo>
                <a:cubicBezTo>
                  <a:pt x="84431" y="46571"/>
                  <a:pt x="84456" y="46621"/>
                  <a:pt x="84481" y="46621"/>
                </a:cubicBezTo>
                <a:cubicBezTo>
                  <a:pt x="84680" y="46646"/>
                  <a:pt x="84829" y="46696"/>
                  <a:pt x="85003" y="46746"/>
                </a:cubicBezTo>
                <a:lnTo>
                  <a:pt x="85053" y="46770"/>
                </a:lnTo>
                <a:cubicBezTo>
                  <a:pt x="84705" y="47368"/>
                  <a:pt x="84331" y="48015"/>
                  <a:pt x="83933" y="48662"/>
                </a:cubicBezTo>
                <a:lnTo>
                  <a:pt x="83560" y="48488"/>
                </a:lnTo>
                <a:lnTo>
                  <a:pt x="83186" y="48289"/>
                </a:lnTo>
                <a:cubicBezTo>
                  <a:pt x="83062" y="48239"/>
                  <a:pt x="82962" y="48164"/>
                  <a:pt x="82838" y="48115"/>
                </a:cubicBezTo>
                <a:cubicBezTo>
                  <a:pt x="82763" y="48065"/>
                  <a:pt x="82713" y="48040"/>
                  <a:pt x="82614" y="47990"/>
                </a:cubicBezTo>
                <a:cubicBezTo>
                  <a:pt x="82489" y="47915"/>
                  <a:pt x="82390" y="47866"/>
                  <a:pt x="82265" y="47791"/>
                </a:cubicBezTo>
                <a:cubicBezTo>
                  <a:pt x="82091" y="47691"/>
                  <a:pt x="81917" y="47567"/>
                  <a:pt x="81743" y="47492"/>
                </a:cubicBezTo>
                <a:cubicBezTo>
                  <a:pt x="81643" y="47418"/>
                  <a:pt x="81519" y="47368"/>
                  <a:pt x="81394" y="47293"/>
                </a:cubicBezTo>
                <a:cubicBezTo>
                  <a:pt x="81245" y="47194"/>
                  <a:pt x="81095" y="47069"/>
                  <a:pt x="80921" y="46994"/>
                </a:cubicBezTo>
                <a:cubicBezTo>
                  <a:pt x="80822" y="46895"/>
                  <a:pt x="80672" y="46820"/>
                  <a:pt x="80573" y="46746"/>
                </a:cubicBezTo>
                <a:cubicBezTo>
                  <a:pt x="80448" y="46646"/>
                  <a:pt x="80274" y="46522"/>
                  <a:pt x="80150" y="46422"/>
                </a:cubicBezTo>
                <a:lnTo>
                  <a:pt x="79776" y="46148"/>
                </a:lnTo>
                <a:cubicBezTo>
                  <a:pt x="79652" y="46049"/>
                  <a:pt x="79527" y="45949"/>
                  <a:pt x="79428" y="45825"/>
                </a:cubicBezTo>
                <a:cubicBezTo>
                  <a:pt x="79303" y="45700"/>
                  <a:pt x="79179" y="45625"/>
                  <a:pt x="79054" y="45501"/>
                </a:cubicBezTo>
                <a:cubicBezTo>
                  <a:pt x="79029" y="45451"/>
                  <a:pt x="79005" y="45426"/>
                  <a:pt x="78930" y="45401"/>
                </a:cubicBezTo>
                <a:cubicBezTo>
                  <a:pt x="78880" y="45327"/>
                  <a:pt x="78830" y="45277"/>
                  <a:pt x="78731" y="45202"/>
                </a:cubicBezTo>
                <a:cubicBezTo>
                  <a:pt x="78606" y="45078"/>
                  <a:pt x="78482" y="44953"/>
                  <a:pt x="78357" y="44879"/>
                </a:cubicBezTo>
                <a:cubicBezTo>
                  <a:pt x="78357" y="44829"/>
                  <a:pt x="78308" y="44804"/>
                  <a:pt x="78308" y="44779"/>
                </a:cubicBezTo>
                <a:cubicBezTo>
                  <a:pt x="78731" y="44680"/>
                  <a:pt x="79129" y="44580"/>
                  <a:pt x="79502" y="44555"/>
                </a:cubicBezTo>
                <a:close/>
                <a:moveTo>
                  <a:pt x="73949" y="48625"/>
                </a:moveTo>
                <a:cubicBezTo>
                  <a:pt x="73951" y="48628"/>
                  <a:pt x="73952" y="48632"/>
                  <a:pt x="73952" y="48637"/>
                </a:cubicBezTo>
                <a:cubicBezTo>
                  <a:pt x="73952" y="48662"/>
                  <a:pt x="73927" y="48662"/>
                  <a:pt x="73927" y="48687"/>
                </a:cubicBezTo>
                <a:lnTo>
                  <a:pt x="73927" y="48662"/>
                </a:lnTo>
                <a:cubicBezTo>
                  <a:pt x="73927" y="48642"/>
                  <a:pt x="73943" y="48638"/>
                  <a:pt x="73949" y="48625"/>
                </a:cubicBezTo>
                <a:close/>
                <a:moveTo>
                  <a:pt x="85227" y="46820"/>
                </a:moveTo>
                <a:cubicBezTo>
                  <a:pt x="85227" y="46870"/>
                  <a:pt x="85252" y="46870"/>
                  <a:pt x="85252" y="46895"/>
                </a:cubicBezTo>
                <a:lnTo>
                  <a:pt x="84132" y="48762"/>
                </a:lnTo>
                <a:cubicBezTo>
                  <a:pt x="84107" y="48762"/>
                  <a:pt x="84107" y="48762"/>
                  <a:pt x="84082" y="48737"/>
                </a:cubicBezTo>
                <a:cubicBezTo>
                  <a:pt x="84481" y="48115"/>
                  <a:pt x="84854" y="47492"/>
                  <a:pt x="85227" y="46820"/>
                </a:cubicBezTo>
                <a:close/>
                <a:moveTo>
                  <a:pt x="78482" y="45153"/>
                </a:moveTo>
                <a:lnTo>
                  <a:pt x="78482" y="45153"/>
                </a:lnTo>
                <a:cubicBezTo>
                  <a:pt x="78631" y="45302"/>
                  <a:pt x="78781" y="45451"/>
                  <a:pt x="78930" y="45576"/>
                </a:cubicBezTo>
                <a:cubicBezTo>
                  <a:pt x="78980" y="45625"/>
                  <a:pt x="79005" y="45650"/>
                  <a:pt x="79029" y="45650"/>
                </a:cubicBezTo>
                <a:cubicBezTo>
                  <a:pt x="79154" y="45775"/>
                  <a:pt x="79278" y="45874"/>
                  <a:pt x="79403" y="45999"/>
                </a:cubicBezTo>
                <a:cubicBezTo>
                  <a:pt x="79502" y="46049"/>
                  <a:pt x="79602" y="46148"/>
                  <a:pt x="79677" y="46198"/>
                </a:cubicBezTo>
                <a:cubicBezTo>
                  <a:pt x="79751" y="46273"/>
                  <a:pt x="79801" y="46298"/>
                  <a:pt x="79876" y="46322"/>
                </a:cubicBezTo>
                <a:cubicBezTo>
                  <a:pt x="79926" y="46372"/>
                  <a:pt x="79975" y="46422"/>
                  <a:pt x="80025" y="46447"/>
                </a:cubicBezTo>
                <a:cubicBezTo>
                  <a:pt x="80100" y="46522"/>
                  <a:pt x="80174" y="46571"/>
                  <a:pt x="80249" y="46621"/>
                </a:cubicBezTo>
                <a:cubicBezTo>
                  <a:pt x="80349" y="46671"/>
                  <a:pt x="80398" y="46746"/>
                  <a:pt x="80498" y="46795"/>
                </a:cubicBezTo>
                <a:lnTo>
                  <a:pt x="80772" y="46994"/>
                </a:lnTo>
                <a:cubicBezTo>
                  <a:pt x="80871" y="47044"/>
                  <a:pt x="80971" y="47119"/>
                  <a:pt x="81095" y="47194"/>
                </a:cubicBezTo>
                <a:cubicBezTo>
                  <a:pt x="81195" y="47268"/>
                  <a:pt x="81245" y="47318"/>
                  <a:pt x="81344" y="47393"/>
                </a:cubicBezTo>
                <a:lnTo>
                  <a:pt x="81618" y="47567"/>
                </a:lnTo>
                <a:cubicBezTo>
                  <a:pt x="81817" y="47691"/>
                  <a:pt x="81991" y="47816"/>
                  <a:pt x="82216" y="47915"/>
                </a:cubicBezTo>
                <a:cubicBezTo>
                  <a:pt x="82290" y="47940"/>
                  <a:pt x="82365" y="48015"/>
                  <a:pt x="82464" y="48040"/>
                </a:cubicBezTo>
                <a:cubicBezTo>
                  <a:pt x="82514" y="48065"/>
                  <a:pt x="82589" y="48115"/>
                  <a:pt x="82664" y="48164"/>
                </a:cubicBezTo>
                <a:lnTo>
                  <a:pt x="82863" y="48264"/>
                </a:lnTo>
                <a:cubicBezTo>
                  <a:pt x="82962" y="48314"/>
                  <a:pt x="83062" y="48363"/>
                  <a:pt x="83136" y="48413"/>
                </a:cubicBezTo>
                <a:lnTo>
                  <a:pt x="83336" y="48513"/>
                </a:lnTo>
                <a:cubicBezTo>
                  <a:pt x="83510" y="48612"/>
                  <a:pt x="83709" y="48687"/>
                  <a:pt x="83883" y="48762"/>
                </a:cubicBezTo>
                <a:lnTo>
                  <a:pt x="83858" y="48787"/>
                </a:lnTo>
                <a:cubicBezTo>
                  <a:pt x="83634" y="48787"/>
                  <a:pt x="83510" y="48762"/>
                  <a:pt x="83385" y="48687"/>
                </a:cubicBezTo>
                <a:cubicBezTo>
                  <a:pt x="83336" y="48662"/>
                  <a:pt x="83311" y="48662"/>
                  <a:pt x="83236" y="48637"/>
                </a:cubicBezTo>
                <a:cubicBezTo>
                  <a:pt x="82987" y="48513"/>
                  <a:pt x="82763" y="48388"/>
                  <a:pt x="82514" y="48264"/>
                </a:cubicBezTo>
                <a:cubicBezTo>
                  <a:pt x="82464" y="48239"/>
                  <a:pt x="82365" y="48189"/>
                  <a:pt x="82315" y="48139"/>
                </a:cubicBezTo>
                <a:cubicBezTo>
                  <a:pt x="82091" y="48015"/>
                  <a:pt x="81892" y="47891"/>
                  <a:pt x="81718" y="47791"/>
                </a:cubicBezTo>
                <a:lnTo>
                  <a:pt x="81444" y="47617"/>
                </a:lnTo>
                <a:cubicBezTo>
                  <a:pt x="81245" y="47492"/>
                  <a:pt x="81095" y="47393"/>
                  <a:pt x="80946" y="47268"/>
                </a:cubicBezTo>
                <a:cubicBezTo>
                  <a:pt x="80822" y="47169"/>
                  <a:pt x="80722" y="47119"/>
                  <a:pt x="80598" y="47019"/>
                </a:cubicBezTo>
                <a:cubicBezTo>
                  <a:pt x="80448" y="46920"/>
                  <a:pt x="80324" y="46795"/>
                  <a:pt x="80150" y="46696"/>
                </a:cubicBezTo>
                <a:cubicBezTo>
                  <a:pt x="80025" y="46621"/>
                  <a:pt x="79901" y="46522"/>
                  <a:pt x="79776" y="46397"/>
                </a:cubicBezTo>
                <a:cubicBezTo>
                  <a:pt x="79726" y="46372"/>
                  <a:pt x="79702" y="46298"/>
                  <a:pt x="79627" y="46273"/>
                </a:cubicBezTo>
                <a:cubicBezTo>
                  <a:pt x="79577" y="46198"/>
                  <a:pt x="79477" y="46148"/>
                  <a:pt x="79403" y="46073"/>
                </a:cubicBezTo>
                <a:cubicBezTo>
                  <a:pt x="79278" y="45949"/>
                  <a:pt x="79129" y="45825"/>
                  <a:pt x="79005" y="45750"/>
                </a:cubicBezTo>
                <a:cubicBezTo>
                  <a:pt x="78905" y="45650"/>
                  <a:pt x="78781" y="45551"/>
                  <a:pt x="78706" y="45451"/>
                </a:cubicBezTo>
                <a:lnTo>
                  <a:pt x="78507" y="45277"/>
                </a:lnTo>
                <a:lnTo>
                  <a:pt x="78507" y="45202"/>
                </a:lnTo>
                <a:lnTo>
                  <a:pt x="78482" y="45153"/>
                </a:lnTo>
                <a:close/>
                <a:moveTo>
                  <a:pt x="84008" y="48886"/>
                </a:moveTo>
                <a:cubicBezTo>
                  <a:pt x="84008" y="48911"/>
                  <a:pt x="84008" y="48911"/>
                  <a:pt x="84057" y="48911"/>
                </a:cubicBezTo>
                <a:cubicBezTo>
                  <a:pt x="84057" y="48911"/>
                  <a:pt x="84057" y="48936"/>
                  <a:pt x="84008" y="48936"/>
                </a:cubicBezTo>
                <a:cubicBezTo>
                  <a:pt x="83983" y="48936"/>
                  <a:pt x="83983" y="48911"/>
                  <a:pt x="83958" y="48911"/>
                </a:cubicBezTo>
                <a:cubicBezTo>
                  <a:pt x="83958" y="48911"/>
                  <a:pt x="83958" y="48886"/>
                  <a:pt x="83983" y="48886"/>
                </a:cubicBezTo>
                <a:close/>
                <a:moveTo>
                  <a:pt x="63273" y="41294"/>
                </a:moveTo>
                <a:cubicBezTo>
                  <a:pt x="63697" y="42066"/>
                  <a:pt x="64045" y="42813"/>
                  <a:pt x="64319" y="43535"/>
                </a:cubicBezTo>
                <a:cubicBezTo>
                  <a:pt x="64369" y="43659"/>
                  <a:pt x="64443" y="43808"/>
                  <a:pt x="64468" y="43933"/>
                </a:cubicBezTo>
                <a:cubicBezTo>
                  <a:pt x="64568" y="44207"/>
                  <a:pt x="64667" y="44456"/>
                  <a:pt x="64742" y="44704"/>
                </a:cubicBezTo>
                <a:cubicBezTo>
                  <a:pt x="64817" y="44929"/>
                  <a:pt x="64916" y="45128"/>
                  <a:pt x="64966" y="45327"/>
                </a:cubicBezTo>
                <a:cubicBezTo>
                  <a:pt x="65041" y="45551"/>
                  <a:pt x="65090" y="45750"/>
                  <a:pt x="65165" y="45949"/>
                </a:cubicBezTo>
                <a:cubicBezTo>
                  <a:pt x="65215" y="46173"/>
                  <a:pt x="65290" y="46372"/>
                  <a:pt x="65339" y="46571"/>
                </a:cubicBezTo>
                <a:cubicBezTo>
                  <a:pt x="65041" y="46795"/>
                  <a:pt x="64717" y="47019"/>
                  <a:pt x="64443" y="47268"/>
                </a:cubicBezTo>
                <a:lnTo>
                  <a:pt x="64070" y="47542"/>
                </a:lnTo>
                <a:cubicBezTo>
                  <a:pt x="63896" y="47667"/>
                  <a:pt x="63721" y="47791"/>
                  <a:pt x="63547" y="47915"/>
                </a:cubicBezTo>
                <a:cubicBezTo>
                  <a:pt x="63473" y="47940"/>
                  <a:pt x="63423" y="48015"/>
                  <a:pt x="63348" y="48040"/>
                </a:cubicBezTo>
                <a:cubicBezTo>
                  <a:pt x="63199" y="48164"/>
                  <a:pt x="63024" y="48289"/>
                  <a:pt x="62850" y="48438"/>
                </a:cubicBezTo>
                <a:cubicBezTo>
                  <a:pt x="62800" y="48513"/>
                  <a:pt x="62726" y="48538"/>
                  <a:pt x="62676" y="48612"/>
                </a:cubicBezTo>
                <a:cubicBezTo>
                  <a:pt x="62477" y="48737"/>
                  <a:pt x="62303" y="48886"/>
                  <a:pt x="62128" y="49011"/>
                </a:cubicBezTo>
                <a:cubicBezTo>
                  <a:pt x="61979" y="49135"/>
                  <a:pt x="61855" y="49235"/>
                  <a:pt x="61705" y="49359"/>
                </a:cubicBezTo>
                <a:cubicBezTo>
                  <a:pt x="61606" y="49409"/>
                  <a:pt x="61506" y="49508"/>
                  <a:pt x="61431" y="49558"/>
                </a:cubicBezTo>
                <a:cubicBezTo>
                  <a:pt x="61332" y="49633"/>
                  <a:pt x="61282" y="49683"/>
                  <a:pt x="61183" y="49757"/>
                </a:cubicBezTo>
                <a:cubicBezTo>
                  <a:pt x="61158" y="49732"/>
                  <a:pt x="61083" y="49683"/>
                  <a:pt x="61058" y="49658"/>
                </a:cubicBezTo>
                <a:cubicBezTo>
                  <a:pt x="60934" y="49608"/>
                  <a:pt x="60834" y="49508"/>
                  <a:pt x="60710" y="49434"/>
                </a:cubicBezTo>
                <a:cubicBezTo>
                  <a:pt x="60610" y="49384"/>
                  <a:pt x="60535" y="49309"/>
                  <a:pt x="60436" y="49235"/>
                </a:cubicBezTo>
                <a:cubicBezTo>
                  <a:pt x="60336" y="49160"/>
                  <a:pt x="60286" y="49110"/>
                  <a:pt x="60187" y="49036"/>
                </a:cubicBezTo>
                <a:lnTo>
                  <a:pt x="59814" y="48762"/>
                </a:lnTo>
                <a:cubicBezTo>
                  <a:pt x="59789" y="48737"/>
                  <a:pt x="59714" y="48687"/>
                  <a:pt x="59689" y="48662"/>
                </a:cubicBezTo>
                <a:cubicBezTo>
                  <a:pt x="58793" y="47940"/>
                  <a:pt x="57822" y="47069"/>
                  <a:pt x="56827" y="46073"/>
                </a:cubicBezTo>
                <a:lnTo>
                  <a:pt x="56677" y="45924"/>
                </a:lnTo>
                <a:lnTo>
                  <a:pt x="56254" y="45526"/>
                </a:lnTo>
                <a:lnTo>
                  <a:pt x="56005" y="45277"/>
                </a:lnTo>
                <a:cubicBezTo>
                  <a:pt x="56204" y="45153"/>
                  <a:pt x="56379" y="44978"/>
                  <a:pt x="56603" y="44854"/>
                </a:cubicBezTo>
                <a:cubicBezTo>
                  <a:pt x="56677" y="44804"/>
                  <a:pt x="56752" y="44779"/>
                  <a:pt x="56827" y="44704"/>
                </a:cubicBezTo>
                <a:cubicBezTo>
                  <a:pt x="57075" y="44555"/>
                  <a:pt x="57300" y="44406"/>
                  <a:pt x="57548" y="44232"/>
                </a:cubicBezTo>
                <a:cubicBezTo>
                  <a:pt x="57573" y="44232"/>
                  <a:pt x="57573" y="44207"/>
                  <a:pt x="57598" y="44207"/>
                </a:cubicBezTo>
                <a:cubicBezTo>
                  <a:pt x="57673" y="44182"/>
                  <a:pt x="57723" y="44157"/>
                  <a:pt x="57797" y="44082"/>
                </a:cubicBezTo>
                <a:cubicBezTo>
                  <a:pt x="57996" y="43933"/>
                  <a:pt x="58245" y="43808"/>
                  <a:pt x="58469" y="43684"/>
                </a:cubicBezTo>
                <a:cubicBezTo>
                  <a:pt x="58494" y="43659"/>
                  <a:pt x="58544" y="43659"/>
                  <a:pt x="58569" y="43609"/>
                </a:cubicBezTo>
                <a:cubicBezTo>
                  <a:pt x="58594" y="43584"/>
                  <a:pt x="58619" y="43584"/>
                  <a:pt x="58669" y="43559"/>
                </a:cubicBezTo>
                <a:cubicBezTo>
                  <a:pt x="58693" y="43535"/>
                  <a:pt x="58718" y="43535"/>
                  <a:pt x="58743" y="43485"/>
                </a:cubicBezTo>
                <a:lnTo>
                  <a:pt x="59415" y="43111"/>
                </a:lnTo>
                <a:cubicBezTo>
                  <a:pt x="59440" y="43087"/>
                  <a:pt x="59490" y="43087"/>
                  <a:pt x="59540" y="43062"/>
                </a:cubicBezTo>
                <a:cubicBezTo>
                  <a:pt x="59589" y="43037"/>
                  <a:pt x="59664" y="43012"/>
                  <a:pt x="59714" y="42937"/>
                </a:cubicBezTo>
                <a:cubicBezTo>
                  <a:pt x="59913" y="42813"/>
                  <a:pt x="60112" y="42713"/>
                  <a:pt x="60311" y="42614"/>
                </a:cubicBezTo>
                <a:cubicBezTo>
                  <a:pt x="60436" y="42564"/>
                  <a:pt x="60560" y="42489"/>
                  <a:pt x="60660" y="42439"/>
                </a:cubicBezTo>
                <a:lnTo>
                  <a:pt x="61207" y="42166"/>
                </a:lnTo>
                <a:cubicBezTo>
                  <a:pt x="61332" y="42091"/>
                  <a:pt x="61481" y="42041"/>
                  <a:pt x="61606" y="41966"/>
                </a:cubicBezTo>
                <a:cubicBezTo>
                  <a:pt x="61780" y="41867"/>
                  <a:pt x="61954" y="41817"/>
                  <a:pt x="62103" y="41767"/>
                </a:cubicBezTo>
                <a:cubicBezTo>
                  <a:pt x="62278" y="41693"/>
                  <a:pt x="62402" y="41643"/>
                  <a:pt x="62552" y="41568"/>
                </a:cubicBezTo>
                <a:lnTo>
                  <a:pt x="63024" y="41394"/>
                </a:lnTo>
                <a:cubicBezTo>
                  <a:pt x="63099" y="41344"/>
                  <a:pt x="63199" y="41319"/>
                  <a:pt x="63273" y="41294"/>
                </a:cubicBezTo>
                <a:close/>
                <a:moveTo>
                  <a:pt x="85352" y="47069"/>
                </a:moveTo>
                <a:cubicBezTo>
                  <a:pt x="85974" y="47816"/>
                  <a:pt x="86472" y="48712"/>
                  <a:pt x="86795" y="49757"/>
                </a:cubicBezTo>
                <a:cubicBezTo>
                  <a:pt x="86721" y="49683"/>
                  <a:pt x="86621" y="49683"/>
                  <a:pt x="86547" y="49658"/>
                </a:cubicBezTo>
                <a:cubicBezTo>
                  <a:pt x="86347" y="49608"/>
                  <a:pt x="86198" y="49558"/>
                  <a:pt x="85999" y="49508"/>
                </a:cubicBezTo>
                <a:lnTo>
                  <a:pt x="85725" y="49409"/>
                </a:lnTo>
                <a:cubicBezTo>
                  <a:pt x="85626" y="49384"/>
                  <a:pt x="85576" y="49359"/>
                  <a:pt x="85476" y="49309"/>
                </a:cubicBezTo>
                <a:cubicBezTo>
                  <a:pt x="85327" y="49260"/>
                  <a:pt x="85178" y="49185"/>
                  <a:pt x="85003" y="49160"/>
                </a:cubicBezTo>
                <a:cubicBezTo>
                  <a:pt x="84929" y="49135"/>
                  <a:pt x="84854" y="49110"/>
                  <a:pt x="84754" y="49060"/>
                </a:cubicBezTo>
                <a:cubicBezTo>
                  <a:pt x="84680" y="49036"/>
                  <a:pt x="84580" y="48961"/>
                  <a:pt x="84456" y="48936"/>
                </a:cubicBezTo>
                <a:lnTo>
                  <a:pt x="84257" y="48836"/>
                </a:lnTo>
                <a:cubicBezTo>
                  <a:pt x="84630" y="48264"/>
                  <a:pt x="84978" y="47667"/>
                  <a:pt x="85352" y="47069"/>
                </a:cubicBezTo>
                <a:close/>
                <a:moveTo>
                  <a:pt x="85501" y="46795"/>
                </a:moveTo>
                <a:cubicBezTo>
                  <a:pt x="86223" y="47642"/>
                  <a:pt x="86746" y="48637"/>
                  <a:pt x="87094" y="49782"/>
                </a:cubicBezTo>
                <a:cubicBezTo>
                  <a:pt x="87094" y="49795"/>
                  <a:pt x="87088" y="49801"/>
                  <a:pt x="87079" y="49801"/>
                </a:cubicBezTo>
                <a:cubicBezTo>
                  <a:pt x="87069" y="49801"/>
                  <a:pt x="87057" y="49795"/>
                  <a:pt x="87044" y="49782"/>
                </a:cubicBezTo>
                <a:cubicBezTo>
                  <a:pt x="86696" y="48662"/>
                  <a:pt x="86198" y="47667"/>
                  <a:pt x="85476" y="46870"/>
                </a:cubicBezTo>
                <a:cubicBezTo>
                  <a:pt x="85476" y="46820"/>
                  <a:pt x="85501" y="46820"/>
                  <a:pt x="85501" y="46795"/>
                </a:cubicBezTo>
                <a:close/>
                <a:moveTo>
                  <a:pt x="55931" y="45377"/>
                </a:moveTo>
                <a:lnTo>
                  <a:pt x="56204" y="45650"/>
                </a:lnTo>
                <a:cubicBezTo>
                  <a:pt x="56603" y="46049"/>
                  <a:pt x="57001" y="46447"/>
                  <a:pt x="57374" y="46795"/>
                </a:cubicBezTo>
                <a:cubicBezTo>
                  <a:pt x="57474" y="46895"/>
                  <a:pt x="57573" y="46970"/>
                  <a:pt x="57673" y="47044"/>
                </a:cubicBezTo>
                <a:cubicBezTo>
                  <a:pt x="57947" y="47318"/>
                  <a:pt x="58245" y="47567"/>
                  <a:pt x="58544" y="47816"/>
                </a:cubicBezTo>
                <a:cubicBezTo>
                  <a:pt x="58718" y="47990"/>
                  <a:pt x="58868" y="48115"/>
                  <a:pt x="59042" y="48264"/>
                </a:cubicBezTo>
                <a:cubicBezTo>
                  <a:pt x="59241" y="48438"/>
                  <a:pt x="59465" y="48637"/>
                  <a:pt x="59689" y="48787"/>
                </a:cubicBezTo>
                <a:cubicBezTo>
                  <a:pt x="59863" y="48936"/>
                  <a:pt x="60062" y="49060"/>
                  <a:pt x="60212" y="49185"/>
                </a:cubicBezTo>
                <a:cubicBezTo>
                  <a:pt x="60436" y="49359"/>
                  <a:pt x="60660" y="49508"/>
                  <a:pt x="60834" y="49658"/>
                </a:cubicBezTo>
                <a:cubicBezTo>
                  <a:pt x="60909" y="49732"/>
                  <a:pt x="60983" y="49782"/>
                  <a:pt x="61058" y="49807"/>
                </a:cubicBezTo>
                <a:cubicBezTo>
                  <a:pt x="61033" y="49807"/>
                  <a:pt x="61033" y="49857"/>
                  <a:pt x="60983" y="49857"/>
                </a:cubicBezTo>
                <a:cubicBezTo>
                  <a:pt x="60062" y="49235"/>
                  <a:pt x="59042" y="48388"/>
                  <a:pt x="57922" y="47393"/>
                </a:cubicBezTo>
                <a:lnTo>
                  <a:pt x="57847" y="47318"/>
                </a:lnTo>
                <a:cubicBezTo>
                  <a:pt x="57673" y="47144"/>
                  <a:pt x="57474" y="46994"/>
                  <a:pt x="57300" y="46795"/>
                </a:cubicBezTo>
                <a:lnTo>
                  <a:pt x="57175" y="46671"/>
                </a:lnTo>
                <a:cubicBezTo>
                  <a:pt x="56976" y="46522"/>
                  <a:pt x="56802" y="46322"/>
                  <a:pt x="56627" y="46148"/>
                </a:cubicBezTo>
                <a:lnTo>
                  <a:pt x="56478" y="45999"/>
                </a:lnTo>
                <a:cubicBezTo>
                  <a:pt x="56304" y="45800"/>
                  <a:pt x="56105" y="45576"/>
                  <a:pt x="55881" y="45401"/>
                </a:cubicBezTo>
                <a:lnTo>
                  <a:pt x="55856" y="45377"/>
                </a:lnTo>
                <a:lnTo>
                  <a:pt x="55856" y="45377"/>
                </a:lnTo>
                <a:cubicBezTo>
                  <a:pt x="55868" y="45389"/>
                  <a:pt x="55887" y="45395"/>
                  <a:pt x="55902" y="45395"/>
                </a:cubicBezTo>
                <a:cubicBezTo>
                  <a:pt x="55918" y="45395"/>
                  <a:pt x="55931" y="45389"/>
                  <a:pt x="55931" y="45377"/>
                </a:cubicBezTo>
                <a:close/>
                <a:moveTo>
                  <a:pt x="65439" y="46795"/>
                </a:moveTo>
                <a:lnTo>
                  <a:pt x="65439" y="46820"/>
                </a:lnTo>
                <a:lnTo>
                  <a:pt x="65439" y="46845"/>
                </a:lnTo>
                <a:cubicBezTo>
                  <a:pt x="65290" y="46970"/>
                  <a:pt x="65140" y="47069"/>
                  <a:pt x="64966" y="47194"/>
                </a:cubicBezTo>
                <a:cubicBezTo>
                  <a:pt x="64891" y="47268"/>
                  <a:pt x="64817" y="47318"/>
                  <a:pt x="64717" y="47393"/>
                </a:cubicBezTo>
                <a:cubicBezTo>
                  <a:pt x="64692" y="47393"/>
                  <a:pt x="64692" y="47418"/>
                  <a:pt x="64667" y="47418"/>
                </a:cubicBezTo>
                <a:cubicBezTo>
                  <a:pt x="64294" y="47691"/>
                  <a:pt x="63945" y="47940"/>
                  <a:pt x="63572" y="48214"/>
                </a:cubicBezTo>
                <a:cubicBezTo>
                  <a:pt x="63323" y="48413"/>
                  <a:pt x="63099" y="48587"/>
                  <a:pt x="62850" y="48787"/>
                </a:cubicBezTo>
                <a:lnTo>
                  <a:pt x="62825" y="48811"/>
                </a:lnTo>
                <a:lnTo>
                  <a:pt x="62751" y="48886"/>
                </a:lnTo>
                <a:cubicBezTo>
                  <a:pt x="62726" y="48911"/>
                  <a:pt x="62701" y="48936"/>
                  <a:pt x="62676" y="48936"/>
                </a:cubicBezTo>
                <a:cubicBezTo>
                  <a:pt x="62352" y="49185"/>
                  <a:pt x="62004" y="49434"/>
                  <a:pt x="61705" y="49683"/>
                </a:cubicBezTo>
                <a:cubicBezTo>
                  <a:pt x="61606" y="49757"/>
                  <a:pt x="61556" y="49807"/>
                  <a:pt x="61456" y="49882"/>
                </a:cubicBezTo>
                <a:cubicBezTo>
                  <a:pt x="61431" y="49857"/>
                  <a:pt x="61431" y="49857"/>
                  <a:pt x="61407" y="49857"/>
                </a:cubicBezTo>
                <a:cubicBezTo>
                  <a:pt x="61456" y="49782"/>
                  <a:pt x="61506" y="49757"/>
                  <a:pt x="61581" y="49683"/>
                </a:cubicBezTo>
                <a:cubicBezTo>
                  <a:pt x="62029" y="49309"/>
                  <a:pt x="62477" y="48986"/>
                  <a:pt x="62950" y="48637"/>
                </a:cubicBezTo>
                <a:cubicBezTo>
                  <a:pt x="63174" y="48488"/>
                  <a:pt x="63348" y="48314"/>
                  <a:pt x="63572" y="48164"/>
                </a:cubicBezTo>
                <a:cubicBezTo>
                  <a:pt x="64194" y="47691"/>
                  <a:pt x="64817" y="47243"/>
                  <a:pt x="65439" y="46795"/>
                </a:cubicBezTo>
                <a:close/>
                <a:moveTo>
                  <a:pt x="84207" y="48986"/>
                </a:moveTo>
                <a:cubicBezTo>
                  <a:pt x="84456" y="49110"/>
                  <a:pt x="84705" y="49185"/>
                  <a:pt x="84954" y="49284"/>
                </a:cubicBezTo>
                <a:cubicBezTo>
                  <a:pt x="84978" y="49284"/>
                  <a:pt x="85003" y="49309"/>
                  <a:pt x="85053" y="49309"/>
                </a:cubicBezTo>
                <a:cubicBezTo>
                  <a:pt x="85327" y="49434"/>
                  <a:pt x="85626" y="49533"/>
                  <a:pt x="85924" y="49633"/>
                </a:cubicBezTo>
                <a:cubicBezTo>
                  <a:pt x="85949" y="49633"/>
                  <a:pt x="85949" y="49633"/>
                  <a:pt x="85974" y="49658"/>
                </a:cubicBezTo>
                <a:cubicBezTo>
                  <a:pt x="86248" y="49757"/>
                  <a:pt x="86571" y="49857"/>
                  <a:pt x="86845" y="49932"/>
                </a:cubicBezTo>
                <a:lnTo>
                  <a:pt x="86845" y="49981"/>
                </a:lnTo>
                <a:lnTo>
                  <a:pt x="86845" y="50006"/>
                </a:lnTo>
                <a:cubicBezTo>
                  <a:pt x="86248" y="49857"/>
                  <a:pt x="85675" y="49658"/>
                  <a:pt x="85103" y="49434"/>
                </a:cubicBezTo>
                <a:cubicBezTo>
                  <a:pt x="84804" y="49309"/>
                  <a:pt x="84506" y="49185"/>
                  <a:pt x="84207" y="49060"/>
                </a:cubicBezTo>
                <a:cubicBezTo>
                  <a:pt x="84232" y="49060"/>
                  <a:pt x="84207" y="49060"/>
                  <a:pt x="84182" y="49011"/>
                </a:cubicBezTo>
                <a:cubicBezTo>
                  <a:pt x="84182" y="49011"/>
                  <a:pt x="84182" y="48986"/>
                  <a:pt x="84207" y="48986"/>
                </a:cubicBezTo>
                <a:close/>
                <a:moveTo>
                  <a:pt x="61232" y="49932"/>
                </a:moveTo>
                <a:lnTo>
                  <a:pt x="61307" y="50006"/>
                </a:lnTo>
                <a:cubicBezTo>
                  <a:pt x="61257" y="50006"/>
                  <a:pt x="61257" y="50031"/>
                  <a:pt x="61232" y="50031"/>
                </a:cubicBezTo>
                <a:lnTo>
                  <a:pt x="61207" y="50031"/>
                </a:lnTo>
                <a:cubicBezTo>
                  <a:pt x="61207" y="50031"/>
                  <a:pt x="61183" y="50031"/>
                  <a:pt x="61183" y="50006"/>
                </a:cubicBezTo>
                <a:lnTo>
                  <a:pt x="61232" y="49932"/>
                </a:lnTo>
                <a:close/>
                <a:moveTo>
                  <a:pt x="65563" y="47019"/>
                </a:moveTo>
                <a:cubicBezTo>
                  <a:pt x="65563" y="47069"/>
                  <a:pt x="65588" y="47144"/>
                  <a:pt x="65588" y="47194"/>
                </a:cubicBezTo>
                <a:cubicBezTo>
                  <a:pt x="65563" y="47318"/>
                  <a:pt x="65588" y="47418"/>
                  <a:pt x="65638" y="47517"/>
                </a:cubicBezTo>
                <a:cubicBezTo>
                  <a:pt x="65663" y="47567"/>
                  <a:pt x="65663" y="47667"/>
                  <a:pt x="65663" y="47741"/>
                </a:cubicBezTo>
                <a:cubicBezTo>
                  <a:pt x="64418" y="48438"/>
                  <a:pt x="63149" y="49235"/>
                  <a:pt x="61904" y="50131"/>
                </a:cubicBezTo>
                <a:cubicBezTo>
                  <a:pt x="61805" y="50106"/>
                  <a:pt x="61730" y="50031"/>
                  <a:pt x="61680" y="50006"/>
                </a:cubicBezTo>
                <a:lnTo>
                  <a:pt x="61655" y="50006"/>
                </a:lnTo>
                <a:cubicBezTo>
                  <a:pt x="61730" y="49932"/>
                  <a:pt x="61830" y="49832"/>
                  <a:pt x="61929" y="49782"/>
                </a:cubicBezTo>
                <a:cubicBezTo>
                  <a:pt x="62178" y="49558"/>
                  <a:pt x="62452" y="49384"/>
                  <a:pt x="62701" y="49160"/>
                </a:cubicBezTo>
                <a:cubicBezTo>
                  <a:pt x="62751" y="49135"/>
                  <a:pt x="62800" y="49110"/>
                  <a:pt x="62850" y="49036"/>
                </a:cubicBezTo>
                <a:cubicBezTo>
                  <a:pt x="63174" y="48787"/>
                  <a:pt x="63473" y="48563"/>
                  <a:pt x="63796" y="48314"/>
                </a:cubicBezTo>
                <a:cubicBezTo>
                  <a:pt x="64070" y="48090"/>
                  <a:pt x="64369" y="47891"/>
                  <a:pt x="64667" y="47667"/>
                </a:cubicBezTo>
                <a:cubicBezTo>
                  <a:pt x="64692" y="47642"/>
                  <a:pt x="64717" y="47592"/>
                  <a:pt x="64792" y="47567"/>
                </a:cubicBezTo>
                <a:cubicBezTo>
                  <a:pt x="65041" y="47393"/>
                  <a:pt x="65290" y="47194"/>
                  <a:pt x="65563" y="47019"/>
                </a:cubicBezTo>
                <a:close/>
                <a:moveTo>
                  <a:pt x="71164" y="45650"/>
                </a:moveTo>
                <a:lnTo>
                  <a:pt x="71164" y="45650"/>
                </a:lnTo>
                <a:cubicBezTo>
                  <a:pt x="70940" y="46024"/>
                  <a:pt x="70790" y="46322"/>
                  <a:pt x="70641" y="46571"/>
                </a:cubicBezTo>
                <a:cubicBezTo>
                  <a:pt x="70566" y="46671"/>
                  <a:pt x="70542" y="46770"/>
                  <a:pt x="70517" y="46820"/>
                </a:cubicBezTo>
                <a:cubicBezTo>
                  <a:pt x="70442" y="46945"/>
                  <a:pt x="70367" y="47069"/>
                  <a:pt x="70293" y="47194"/>
                </a:cubicBezTo>
                <a:cubicBezTo>
                  <a:pt x="70143" y="47393"/>
                  <a:pt x="70019" y="47567"/>
                  <a:pt x="69894" y="47791"/>
                </a:cubicBezTo>
                <a:cubicBezTo>
                  <a:pt x="69297" y="48139"/>
                  <a:pt x="68700" y="48488"/>
                  <a:pt x="68152" y="48861"/>
                </a:cubicBezTo>
                <a:cubicBezTo>
                  <a:pt x="68028" y="48936"/>
                  <a:pt x="67878" y="49011"/>
                  <a:pt x="67729" y="49110"/>
                </a:cubicBezTo>
                <a:cubicBezTo>
                  <a:pt x="67331" y="49359"/>
                  <a:pt x="66907" y="49658"/>
                  <a:pt x="66435" y="49981"/>
                </a:cubicBezTo>
                <a:lnTo>
                  <a:pt x="66161" y="50156"/>
                </a:lnTo>
                <a:cubicBezTo>
                  <a:pt x="66186" y="50106"/>
                  <a:pt x="66186" y="50031"/>
                  <a:pt x="66186" y="49932"/>
                </a:cubicBezTo>
                <a:cubicBezTo>
                  <a:pt x="66211" y="49882"/>
                  <a:pt x="66211" y="49782"/>
                  <a:pt x="66211" y="49732"/>
                </a:cubicBezTo>
                <a:cubicBezTo>
                  <a:pt x="66211" y="49658"/>
                  <a:pt x="66211" y="49558"/>
                  <a:pt x="66260" y="49484"/>
                </a:cubicBezTo>
                <a:cubicBezTo>
                  <a:pt x="66260" y="49384"/>
                  <a:pt x="66285" y="49309"/>
                  <a:pt x="66285" y="49235"/>
                </a:cubicBezTo>
                <a:lnTo>
                  <a:pt x="66285" y="48936"/>
                </a:lnTo>
                <a:lnTo>
                  <a:pt x="66285" y="48662"/>
                </a:lnTo>
                <a:cubicBezTo>
                  <a:pt x="66285" y="48563"/>
                  <a:pt x="66260" y="48488"/>
                  <a:pt x="66260" y="48388"/>
                </a:cubicBezTo>
                <a:cubicBezTo>
                  <a:pt x="66260" y="48289"/>
                  <a:pt x="66211" y="48164"/>
                  <a:pt x="66211" y="48065"/>
                </a:cubicBezTo>
                <a:cubicBezTo>
                  <a:pt x="66211" y="48040"/>
                  <a:pt x="66211" y="48015"/>
                  <a:pt x="66186" y="47940"/>
                </a:cubicBezTo>
                <a:cubicBezTo>
                  <a:pt x="67878" y="47019"/>
                  <a:pt x="69546" y="46248"/>
                  <a:pt x="71164" y="45650"/>
                </a:cubicBezTo>
                <a:close/>
                <a:moveTo>
                  <a:pt x="97250" y="48289"/>
                </a:moveTo>
                <a:cubicBezTo>
                  <a:pt x="97548" y="48911"/>
                  <a:pt x="97797" y="49558"/>
                  <a:pt x="97996" y="50255"/>
                </a:cubicBezTo>
                <a:lnTo>
                  <a:pt x="97947" y="50255"/>
                </a:lnTo>
                <a:cubicBezTo>
                  <a:pt x="97772" y="49558"/>
                  <a:pt x="97524" y="48936"/>
                  <a:pt x="97200" y="48363"/>
                </a:cubicBezTo>
                <a:cubicBezTo>
                  <a:pt x="97200" y="48314"/>
                  <a:pt x="97250" y="48289"/>
                  <a:pt x="97250" y="48289"/>
                </a:cubicBezTo>
                <a:close/>
                <a:moveTo>
                  <a:pt x="105265" y="40448"/>
                </a:moveTo>
                <a:cubicBezTo>
                  <a:pt x="105290" y="40448"/>
                  <a:pt x="105364" y="40473"/>
                  <a:pt x="105464" y="40548"/>
                </a:cubicBezTo>
                <a:cubicBezTo>
                  <a:pt x="105713" y="40821"/>
                  <a:pt x="105962" y="41095"/>
                  <a:pt x="106161" y="41419"/>
                </a:cubicBezTo>
                <a:cubicBezTo>
                  <a:pt x="106235" y="41518"/>
                  <a:pt x="106285" y="41568"/>
                  <a:pt x="106360" y="41668"/>
                </a:cubicBezTo>
                <a:cubicBezTo>
                  <a:pt x="106609" y="42041"/>
                  <a:pt x="106858" y="42439"/>
                  <a:pt x="107107" y="42838"/>
                </a:cubicBezTo>
                <a:cubicBezTo>
                  <a:pt x="107156" y="42937"/>
                  <a:pt x="107206" y="43037"/>
                  <a:pt x="107256" y="43136"/>
                </a:cubicBezTo>
                <a:cubicBezTo>
                  <a:pt x="107455" y="43460"/>
                  <a:pt x="107604" y="43808"/>
                  <a:pt x="107754" y="44182"/>
                </a:cubicBezTo>
                <a:cubicBezTo>
                  <a:pt x="107779" y="44256"/>
                  <a:pt x="107779" y="44281"/>
                  <a:pt x="107828" y="44331"/>
                </a:cubicBezTo>
                <a:lnTo>
                  <a:pt x="107903" y="44630"/>
                </a:lnTo>
                <a:cubicBezTo>
                  <a:pt x="108077" y="45028"/>
                  <a:pt x="108202" y="45401"/>
                  <a:pt x="108326" y="45825"/>
                </a:cubicBezTo>
                <a:cubicBezTo>
                  <a:pt x="108351" y="45899"/>
                  <a:pt x="108351" y="45949"/>
                  <a:pt x="108376" y="46024"/>
                </a:cubicBezTo>
                <a:cubicBezTo>
                  <a:pt x="108077" y="46248"/>
                  <a:pt x="107754" y="46422"/>
                  <a:pt x="107480" y="46621"/>
                </a:cubicBezTo>
                <a:cubicBezTo>
                  <a:pt x="107256" y="46770"/>
                  <a:pt x="107032" y="46895"/>
                  <a:pt x="106833" y="47044"/>
                </a:cubicBezTo>
                <a:cubicBezTo>
                  <a:pt x="106484" y="47243"/>
                  <a:pt x="106136" y="47418"/>
                  <a:pt x="105837" y="47617"/>
                </a:cubicBezTo>
                <a:cubicBezTo>
                  <a:pt x="105588" y="47741"/>
                  <a:pt x="105339" y="47891"/>
                  <a:pt x="105090" y="48015"/>
                </a:cubicBezTo>
                <a:cubicBezTo>
                  <a:pt x="104742" y="48164"/>
                  <a:pt x="104418" y="48314"/>
                  <a:pt x="104095" y="48438"/>
                </a:cubicBezTo>
                <a:cubicBezTo>
                  <a:pt x="103796" y="48563"/>
                  <a:pt x="103547" y="48687"/>
                  <a:pt x="103273" y="48811"/>
                </a:cubicBezTo>
                <a:cubicBezTo>
                  <a:pt x="102975" y="48936"/>
                  <a:pt x="102626" y="49060"/>
                  <a:pt x="102303" y="49160"/>
                </a:cubicBezTo>
                <a:cubicBezTo>
                  <a:pt x="102004" y="49260"/>
                  <a:pt x="101730" y="49384"/>
                  <a:pt x="101407" y="49484"/>
                </a:cubicBezTo>
                <a:cubicBezTo>
                  <a:pt x="101133" y="49558"/>
                  <a:pt x="100859" y="49633"/>
                  <a:pt x="100560" y="49732"/>
                </a:cubicBezTo>
                <a:cubicBezTo>
                  <a:pt x="100535" y="49732"/>
                  <a:pt x="100535" y="49732"/>
                  <a:pt x="100510" y="49757"/>
                </a:cubicBezTo>
                <a:lnTo>
                  <a:pt x="100486" y="49757"/>
                </a:lnTo>
                <a:cubicBezTo>
                  <a:pt x="100162" y="49857"/>
                  <a:pt x="99863" y="49932"/>
                  <a:pt x="99515" y="50006"/>
                </a:cubicBezTo>
                <a:cubicBezTo>
                  <a:pt x="99141" y="50106"/>
                  <a:pt x="98793" y="50156"/>
                  <a:pt x="98420" y="50230"/>
                </a:cubicBezTo>
                <a:cubicBezTo>
                  <a:pt x="98395" y="50230"/>
                  <a:pt x="98370" y="50230"/>
                  <a:pt x="98295" y="50255"/>
                </a:cubicBezTo>
                <a:cubicBezTo>
                  <a:pt x="98071" y="49484"/>
                  <a:pt x="97797" y="48762"/>
                  <a:pt x="97449" y="48115"/>
                </a:cubicBezTo>
                <a:cubicBezTo>
                  <a:pt x="98046" y="46994"/>
                  <a:pt x="98619" y="45874"/>
                  <a:pt x="99166" y="44754"/>
                </a:cubicBezTo>
                <a:cubicBezTo>
                  <a:pt x="99291" y="44680"/>
                  <a:pt x="99415" y="44630"/>
                  <a:pt x="99515" y="44555"/>
                </a:cubicBezTo>
                <a:cubicBezTo>
                  <a:pt x="99614" y="44505"/>
                  <a:pt x="99739" y="44456"/>
                  <a:pt x="99814" y="44406"/>
                </a:cubicBezTo>
                <a:lnTo>
                  <a:pt x="100486" y="44032"/>
                </a:lnTo>
                <a:cubicBezTo>
                  <a:pt x="100610" y="43958"/>
                  <a:pt x="100735" y="43908"/>
                  <a:pt x="100809" y="43833"/>
                </a:cubicBezTo>
                <a:cubicBezTo>
                  <a:pt x="101008" y="43709"/>
                  <a:pt x="101232" y="43584"/>
                  <a:pt x="101407" y="43460"/>
                </a:cubicBezTo>
                <a:cubicBezTo>
                  <a:pt x="101531" y="43385"/>
                  <a:pt x="101655" y="43311"/>
                  <a:pt x="101780" y="43211"/>
                </a:cubicBezTo>
                <a:cubicBezTo>
                  <a:pt x="101979" y="43087"/>
                  <a:pt x="102153" y="42962"/>
                  <a:pt x="102303" y="42838"/>
                </a:cubicBezTo>
                <a:cubicBezTo>
                  <a:pt x="102427" y="42763"/>
                  <a:pt x="102601" y="42663"/>
                  <a:pt x="102726" y="42564"/>
                </a:cubicBezTo>
                <a:cubicBezTo>
                  <a:pt x="102875" y="42439"/>
                  <a:pt x="103049" y="42315"/>
                  <a:pt x="103224" y="42190"/>
                </a:cubicBezTo>
                <a:cubicBezTo>
                  <a:pt x="103373" y="42066"/>
                  <a:pt x="103497" y="41966"/>
                  <a:pt x="103647" y="41842"/>
                </a:cubicBezTo>
                <a:cubicBezTo>
                  <a:pt x="103796" y="41718"/>
                  <a:pt x="103970" y="41593"/>
                  <a:pt x="104095" y="41469"/>
                </a:cubicBezTo>
                <a:lnTo>
                  <a:pt x="104543" y="41095"/>
                </a:lnTo>
                <a:cubicBezTo>
                  <a:pt x="104717" y="40971"/>
                  <a:pt x="104842" y="40846"/>
                  <a:pt x="104966" y="40722"/>
                </a:cubicBezTo>
                <a:cubicBezTo>
                  <a:pt x="105041" y="40647"/>
                  <a:pt x="105165" y="40548"/>
                  <a:pt x="105265" y="40448"/>
                </a:cubicBezTo>
                <a:close/>
                <a:moveTo>
                  <a:pt x="61506" y="50131"/>
                </a:moveTo>
                <a:cubicBezTo>
                  <a:pt x="61556" y="50156"/>
                  <a:pt x="61581" y="50156"/>
                  <a:pt x="61606" y="50180"/>
                </a:cubicBezTo>
                <a:cubicBezTo>
                  <a:pt x="61606" y="50180"/>
                  <a:pt x="61680" y="50230"/>
                  <a:pt x="61705" y="50280"/>
                </a:cubicBezTo>
                <a:cubicBezTo>
                  <a:pt x="61606" y="50255"/>
                  <a:pt x="61506" y="50230"/>
                  <a:pt x="61456" y="50156"/>
                </a:cubicBezTo>
                <a:cubicBezTo>
                  <a:pt x="61481" y="50156"/>
                  <a:pt x="61481" y="50131"/>
                  <a:pt x="61506" y="50131"/>
                </a:cubicBezTo>
                <a:close/>
                <a:moveTo>
                  <a:pt x="65688" y="47940"/>
                </a:moveTo>
                <a:lnTo>
                  <a:pt x="65688" y="48015"/>
                </a:lnTo>
                <a:cubicBezTo>
                  <a:pt x="64518" y="48687"/>
                  <a:pt x="63323" y="49434"/>
                  <a:pt x="62128" y="50280"/>
                </a:cubicBezTo>
                <a:cubicBezTo>
                  <a:pt x="62103" y="50280"/>
                  <a:pt x="62103" y="50255"/>
                  <a:pt x="62079" y="50255"/>
                </a:cubicBezTo>
                <a:cubicBezTo>
                  <a:pt x="63298" y="49409"/>
                  <a:pt x="64518" y="48637"/>
                  <a:pt x="65688" y="47940"/>
                </a:cubicBezTo>
                <a:close/>
                <a:moveTo>
                  <a:pt x="65987" y="48065"/>
                </a:moveTo>
                <a:cubicBezTo>
                  <a:pt x="65987" y="48164"/>
                  <a:pt x="66036" y="48264"/>
                  <a:pt x="66036" y="48363"/>
                </a:cubicBezTo>
                <a:cubicBezTo>
                  <a:pt x="66036" y="48488"/>
                  <a:pt x="66061" y="48563"/>
                  <a:pt x="66061" y="48687"/>
                </a:cubicBezTo>
                <a:lnTo>
                  <a:pt x="66061" y="48911"/>
                </a:lnTo>
                <a:lnTo>
                  <a:pt x="66061" y="49210"/>
                </a:lnTo>
                <a:lnTo>
                  <a:pt x="66061" y="49434"/>
                </a:lnTo>
                <a:cubicBezTo>
                  <a:pt x="66061" y="49533"/>
                  <a:pt x="66061" y="49633"/>
                  <a:pt x="66036" y="49708"/>
                </a:cubicBezTo>
                <a:cubicBezTo>
                  <a:pt x="66036" y="49782"/>
                  <a:pt x="65987" y="49832"/>
                  <a:pt x="65987" y="49932"/>
                </a:cubicBezTo>
                <a:cubicBezTo>
                  <a:pt x="65987" y="50006"/>
                  <a:pt x="65962" y="50081"/>
                  <a:pt x="65962" y="50156"/>
                </a:cubicBezTo>
                <a:cubicBezTo>
                  <a:pt x="65937" y="50255"/>
                  <a:pt x="65912" y="50305"/>
                  <a:pt x="65862" y="50380"/>
                </a:cubicBezTo>
                <a:cubicBezTo>
                  <a:pt x="65862" y="50380"/>
                  <a:pt x="65862" y="50405"/>
                  <a:pt x="65837" y="50405"/>
                </a:cubicBezTo>
                <a:cubicBezTo>
                  <a:pt x="65812" y="50429"/>
                  <a:pt x="65787" y="50429"/>
                  <a:pt x="65738" y="50454"/>
                </a:cubicBezTo>
                <a:cubicBezTo>
                  <a:pt x="65738" y="50429"/>
                  <a:pt x="65787" y="50405"/>
                  <a:pt x="65787" y="50380"/>
                </a:cubicBezTo>
                <a:cubicBezTo>
                  <a:pt x="65812" y="50255"/>
                  <a:pt x="65837" y="50180"/>
                  <a:pt x="65862" y="50106"/>
                </a:cubicBezTo>
                <a:cubicBezTo>
                  <a:pt x="65862" y="50031"/>
                  <a:pt x="65912" y="50006"/>
                  <a:pt x="65912" y="49932"/>
                </a:cubicBezTo>
                <a:cubicBezTo>
                  <a:pt x="65937" y="49857"/>
                  <a:pt x="65937" y="49782"/>
                  <a:pt x="65962" y="49683"/>
                </a:cubicBezTo>
                <a:lnTo>
                  <a:pt x="65962" y="49484"/>
                </a:lnTo>
                <a:cubicBezTo>
                  <a:pt x="65962" y="49384"/>
                  <a:pt x="65962" y="49284"/>
                  <a:pt x="66011" y="49185"/>
                </a:cubicBezTo>
                <a:lnTo>
                  <a:pt x="66011" y="48936"/>
                </a:lnTo>
                <a:lnTo>
                  <a:pt x="66011" y="48662"/>
                </a:lnTo>
                <a:cubicBezTo>
                  <a:pt x="66011" y="48563"/>
                  <a:pt x="65962" y="48488"/>
                  <a:pt x="65962" y="48388"/>
                </a:cubicBezTo>
                <a:cubicBezTo>
                  <a:pt x="65962" y="48289"/>
                  <a:pt x="65937" y="48189"/>
                  <a:pt x="65937" y="48090"/>
                </a:cubicBezTo>
                <a:cubicBezTo>
                  <a:pt x="65962" y="48090"/>
                  <a:pt x="65962" y="48065"/>
                  <a:pt x="65987" y="48065"/>
                </a:cubicBezTo>
                <a:close/>
                <a:moveTo>
                  <a:pt x="97100" y="48538"/>
                </a:moveTo>
                <a:cubicBezTo>
                  <a:pt x="97374" y="49110"/>
                  <a:pt x="97573" y="49658"/>
                  <a:pt x="97772" y="50280"/>
                </a:cubicBezTo>
                <a:cubicBezTo>
                  <a:pt x="97673" y="50305"/>
                  <a:pt x="97548" y="50355"/>
                  <a:pt x="97449" y="50355"/>
                </a:cubicBezTo>
                <a:cubicBezTo>
                  <a:pt x="97001" y="50405"/>
                  <a:pt x="96478" y="50479"/>
                  <a:pt x="96030" y="50504"/>
                </a:cubicBezTo>
                <a:cubicBezTo>
                  <a:pt x="96403" y="49857"/>
                  <a:pt x="96777" y="49185"/>
                  <a:pt x="97100" y="48538"/>
                </a:cubicBezTo>
                <a:close/>
                <a:moveTo>
                  <a:pt x="108401" y="46273"/>
                </a:moveTo>
                <a:lnTo>
                  <a:pt x="108401" y="46298"/>
                </a:lnTo>
                <a:lnTo>
                  <a:pt x="108401" y="46322"/>
                </a:lnTo>
                <a:cubicBezTo>
                  <a:pt x="108152" y="46522"/>
                  <a:pt x="107878" y="46671"/>
                  <a:pt x="107629" y="46820"/>
                </a:cubicBezTo>
                <a:cubicBezTo>
                  <a:pt x="107380" y="46994"/>
                  <a:pt x="107132" y="47169"/>
                  <a:pt x="106858" y="47318"/>
                </a:cubicBezTo>
                <a:cubicBezTo>
                  <a:pt x="106584" y="47492"/>
                  <a:pt x="106260" y="47642"/>
                  <a:pt x="105987" y="47791"/>
                </a:cubicBezTo>
                <a:cubicBezTo>
                  <a:pt x="105713" y="47940"/>
                  <a:pt x="105389" y="48115"/>
                  <a:pt x="105115" y="48264"/>
                </a:cubicBezTo>
                <a:cubicBezTo>
                  <a:pt x="104842" y="48388"/>
                  <a:pt x="104543" y="48513"/>
                  <a:pt x="104294" y="48637"/>
                </a:cubicBezTo>
                <a:cubicBezTo>
                  <a:pt x="103945" y="48787"/>
                  <a:pt x="103647" y="48936"/>
                  <a:pt x="103298" y="49060"/>
                </a:cubicBezTo>
                <a:lnTo>
                  <a:pt x="102552" y="49359"/>
                </a:lnTo>
                <a:cubicBezTo>
                  <a:pt x="102178" y="49484"/>
                  <a:pt x="101805" y="49633"/>
                  <a:pt x="101431" y="49757"/>
                </a:cubicBezTo>
                <a:cubicBezTo>
                  <a:pt x="101183" y="49807"/>
                  <a:pt x="100934" y="49882"/>
                  <a:pt x="100735" y="49932"/>
                </a:cubicBezTo>
                <a:cubicBezTo>
                  <a:pt x="100311" y="50056"/>
                  <a:pt x="99913" y="50180"/>
                  <a:pt x="99515" y="50280"/>
                </a:cubicBezTo>
                <a:cubicBezTo>
                  <a:pt x="99266" y="50355"/>
                  <a:pt x="99017" y="50380"/>
                  <a:pt x="98743" y="50429"/>
                </a:cubicBezTo>
                <a:cubicBezTo>
                  <a:pt x="98619" y="50479"/>
                  <a:pt x="98445" y="50504"/>
                  <a:pt x="98320" y="50529"/>
                </a:cubicBezTo>
                <a:lnTo>
                  <a:pt x="98270" y="50405"/>
                </a:lnTo>
                <a:cubicBezTo>
                  <a:pt x="98320" y="50405"/>
                  <a:pt x="98370" y="50380"/>
                  <a:pt x="98420" y="50380"/>
                </a:cubicBezTo>
                <a:cubicBezTo>
                  <a:pt x="98445" y="50380"/>
                  <a:pt x="98519" y="50355"/>
                  <a:pt x="98544" y="50355"/>
                </a:cubicBezTo>
                <a:cubicBezTo>
                  <a:pt x="98868" y="50280"/>
                  <a:pt x="99166" y="50255"/>
                  <a:pt x="99490" y="50156"/>
                </a:cubicBezTo>
                <a:cubicBezTo>
                  <a:pt x="99565" y="50131"/>
                  <a:pt x="99664" y="50106"/>
                  <a:pt x="99739" y="50106"/>
                </a:cubicBezTo>
                <a:cubicBezTo>
                  <a:pt x="99938" y="50031"/>
                  <a:pt x="100137" y="49981"/>
                  <a:pt x="100361" y="49907"/>
                </a:cubicBezTo>
                <a:lnTo>
                  <a:pt x="100386" y="49907"/>
                </a:lnTo>
                <a:cubicBezTo>
                  <a:pt x="100411" y="49907"/>
                  <a:pt x="100486" y="49882"/>
                  <a:pt x="100510" y="49882"/>
                </a:cubicBezTo>
                <a:cubicBezTo>
                  <a:pt x="100560" y="49857"/>
                  <a:pt x="100635" y="49857"/>
                  <a:pt x="100685" y="49807"/>
                </a:cubicBezTo>
                <a:cubicBezTo>
                  <a:pt x="100934" y="49757"/>
                  <a:pt x="101183" y="49683"/>
                  <a:pt x="101407" y="49633"/>
                </a:cubicBezTo>
                <a:cubicBezTo>
                  <a:pt x="101680" y="49533"/>
                  <a:pt x="101929" y="49434"/>
                  <a:pt x="102228" y="49359"/>
                </a:cubicBezTo>
                <a:cubicBezTo>
                  <a:pt x="102253" y="49359"/>
                  <a:pt x="102278" y="49309"/>
                  <a:pt x="102303" y="49309"/>
                </a:cubicBezTo>
                <a:cubicBezTo>
                  <a:pt x="102651" y="49185"/>
                  <a:pt x="102975" y="49110"/>
                  <a:pt x="103298" y="48986"/>
                </a:cubicBezTo>
                <a:cubicBezTo>
                  <a:pt x="103497" y="48911"/>
                  <a:pt x="103647" y="48811"/>
                  <a:pt x="103796" y="48762"/>
                </a:cubicBezTo>
                <a:cubicBezTo>
                  <a:pt x="103871" y="48737"/>
                  <a:pt x="103970" y="48687"/>
                  <a:pt x="104020" y="48662"/>
                </a:cubicBezTo>
                <a:cubicBezTo>
                  <a:pt x="104045" y="48637"/>
                  <a:pt x="104120" y="48637"/>
                  <a:pt x="104145" y="48612"/>
                </a:cubicBezTo>
                <a:cubicBezTo>
                  <a:pt x="104169" y="48612"/>
                  <a:pt x="104219" y="48563"/>
                  <a:pt x="104244" y="48563"/>
                </a:cubicBezTo>
                <a:cubicBezTo>
                  <a:pt x="104518" y="48438"/>
                  <a:pt x="104842" y="48314"/>
                  <a:pt x="105115" y="48189"/>
                </a:cubicBezTo>
                <a:cubicBezTo>
                  <a:pt x="105339" y="48115"/>
                  <a:pt x="105538" y="47940"/>
                  <a:pt x="105763" y="47866"/>
                </a:cubicBezTo>
                <a:cubicBezTo>
                  <a:pt x="105837" y="47816"/>
                  <a:pt x="105862" y="47791"/>
                  <a:pt x="105912" y="47766"/>
                </a:cubicBezTo>
                <a:cubicBezTo>
                  <a:pt x="105962" y="47766"/>
                  <a:pt x="105962" y="47741"/>
                  <a:pt x="105987" y="47741"/>
                </a:cubicBezTo>
                <a:cubicBezTo>
                  <a:pt x="106161" y="47642"/>
                  <a:pt x="106385" y="47517"/>
                  <a:pt x="106584" y="47418"/>
                </a:cubicBezTo>
                <a:cubicBezTo>
                  <a:pt x="106659" y="47368"/>
                  <a:pt x="106783" y="47318"/>
                  <a:pt x="106883" y="47268"/>
                </a:cubicBezTo>
                <a:cubicBezTo>
                  <a:pt x="107082" y="47144"/>
                  <a:pt x="107256" y="47019"/>
                  <a:pt x="107480" y="46895"/>
                </a:cubicBezTo>
                <a:cubicBezTo>
                  <a:pt x="107530" y="46870"/>
                  <a:pt x="107604" y="46795"/>
                  <a:pt x="107654" y="46770"/>
                </a:cubicBezTo>
                <a:cubicBezTo>
                  <a:pt x="107903" y="46621"/>
                  <a:pt x="108152" y="46447"/>
                  <a:pt x="108401" y="46273"/>
                </a:cubicBezTo>
                <a:close/>
                <a:moveTo>
                  <a:pt x="97026" y="48289"/>
                </a:moveTo>
                <a:cubicBezTo>
                  <a:pt x="97026" y="48314"/>
                  <a:pt x="97051" y="48363"/>
                  <a:pt x="97051" y="48363"/>
                </a:cubicBezTo>
                <a:cubicBezTo>
                  <a:pt x="96627" y="49060"/>
                  <a:pt x="96204" y="49807"/>
                  <a:pt x="95806" y="50554"/>
                </a:cubicBezTo>
                <a:lnTo>
                  <a:pt x="95756" y="50554"/>
                </a:lnTo>
                <a:cubicBezTo>
                  <a:pt x="96179" y="49807"/>
                  <a:pt x="96627" y="49036"/>
                  <a:pt x="97026" y="48289"/>
                </a:cubicBezTo>
                <a:close/>
                <a:moveTo>
                  <a:pt x="69646" y="48239"/>
                </a:moveTo>
                <a:cubicBezTo>
                  <a:pt x="69646" y="48264"/>
                  <a:pt x="69621" y="48264"/>
                  <a:pt x="69621" y="48289"/>
                </a:cubicBezTo>
                <a:cubicBezTo>
                  <a:pt x="69496" y="48363"/>
                  <a:pt x="69372" y="48438"/>
                  <a:pt x="69247" y="48513"/>
                </a:cubicBezTo>
                <a:cubicBezTo>
                  <a:pt x="69197" y="48513"/>
                  <a:pt x="69197" y="48538"/>
                  <a:pt x="69173" y="48538"/>
                </a:cubicBezTo>
                <a:cubicBezTo>
                  <a:pt x="68077" y="49160"/>
                  <a:pt x="67032" y="49882"/>
                  <a:pt x="65937" y="50629"/>
                </a:cubicBezTo>
                <a:lnTo>
                  <a:pt x="65962" y="50604"/>
                </a:lnTo>
                <a:lnTo>
                  <a:pt x="65962" y="50554"/>
                </a:lnTo>
                <a:cubicBezTo>
                  <a:pt x="66708" y="50031"/>
                  <a:pt x="67704" y="49384"/>
                  <a:pt x="68650" y="48811"/>
                </a:cubicBezTo>
                <a:cubicBezTo>
                  <a:pt x="68774" y="48762"/>
                  <a:pt x="68874" y="48687"/>
                  <a:pt x="68998" y="48637"/>
                </a:cubicBezTo>
                <a:lnTo>
                  <a:pt x="69073" y="48563"/>
                </a:lnTo>
                <a:cubicBezTo>
                  <a:pt x="69272" y="48488"/>
                  <a:pt x="69446" y="48363"/>
                  <a:pt x="69646" y="48239"/>
                </a:cubicBezTo>
                <a:close/>
                <a:moveTo>
                  <a:pt x="95408" y="46173"/>
                </a:moveTo>
                <a:cubicBezTo>
                  <a:pt x="96030" y="46696"/>
                  <a:pt x="96503" y="47368"/>
                  <a:pt x="96901" y="48065"/>
                </a:cubicBezTo>
                <a:cubicBezTo>
                  <a:pt x="96453" y="48911"/>
                  <a:pt x="96005" y="49757"/>
                  <a:pt x="95507" y="50554"/>
                </a:cubicBezTo>
                <a:lnTo>
                  <a:pt x="95458" y="50554"/>
                </a:lnTo>
                <a:cubicBezTo>
                  <a:pt x="94810" y="50629"/>
                  <a:pt x="94138" y="50653"/>
                  <a:pt x="93466" y="50653"/>
                </a:cubicBezTo>
                <a:cubicBezTo>
                  <a:pt x="92968" y="50653"/>
                  <a:pt x="92471" y="50629"/>
                  <a:pt x="91973" y="50604"/>
                </a:cubicBezTo>
                <a:lnTo>
                  <a:pt x="91649" y="50604"/>
                </a:lnTo>
                <a:cubicBezTo>
                  <a:pt x="91151" y="50554"/>
                  <a:pt x="90654" y="50504"/>
                  <a:pt x="90181" y="50429"/>
                </a:cubicBezTo>
                <a:lnTo>
                  <a:pt x="90081" y="50429"/>
                </a:lnTo>
                <a:cubicBezTo>
                  <a:pt x="89733" y="50405"/>
                  <a:pt x="89434" y="50355"/>
                  <a:pt x="89085" y="50280"/>
                </a:cubicBezTo>
                <a:cubicBezTo>
                  <a:pt x="88986" y="50255"/>
                  <a:pt x="88911" y="50255"/>
                  <a:pt x="88812" y="50230"/>
                </a:cubicBezTo>
                <a:cubicBezTo>
                  <a:pt x="88563" y="50156"/>
                  <a:pt x="88314" y="50131"/>
                  <a:pt x="88065" y="50056"/>
                </a:cubicBezTo>
                <a:lnTo>
                  <a:pt x="87990" y="50056"/>
                </a:lnTo>
                <a:lnTo>
                  <a:pt x="87617" y="49981"/>
                </a:lnTo>
                <a:cubicBezTo>
                  <a:pt x="87542" y="49932"/>
                  <a:pt x="87418" y="49907"/>
                  <a:pt x="87318" y="49882"/>
                </a:cubicBezTo>
                <a:cubicBezTo>
                  <a:pt x="86995" y="48687"/>
                  <a:pt x="86472" y="47667"/>
                  <a:pt x="85750" y="46820"/>
                </a:cubicBezTo>
                <a:lnTo>
                  <a:pt x="85825" y="46820"/>
                </a:lnTo>
                <a:cubicBezTo>
                  <a:pt x="85924" y="46870"/>
                  <a:pt x="85999" y="46870"/>
                  <a:pt x="86099" y="46895"/>
                </a:cubicBezTo>
                <a:cubicBezTo>
                  <a:pt x="86497" y="46945"/>
                  <a:pt x="86870" y="46994"/>
                  <a:pt x="87293" y="47044"/>
                </a:cubicBezTo>
                <a:cubicBezTo>
                  <a:pt x="87368" y="47044"/>
                  <a:pt x="87492" y="47069"/>
                  <a:pt x="87592" y="47069"/>
                </a:cubicBezTo>
                <a:cubicBezTo>
                  <a:pt x="88090" y="47094"/>
                  <a:pt x="88588" y="47144"/>
                  <a:pt x="89085" y="47144"/>
                </a:cubicBezTo>
                <a:cubicBezTo>
                  <a:pt x="89733" y="47144"/>
                  <a:pt x="90405" y="47094"/>
                  <a:pt x="91027" y="47044"/>
                </a:cubicBezTo>
                <a:cubicBezTo>
                  <a:pt x="91077" y="47044"/>
                  <a:pt x="91176" y="47044"/>
                  <a:pt x="91226" y="47019"/>
                </a:cubicBezTo>
                <a:lnTo>
                  <a:pt x="92072" y="46920"/>
                </a:lnTo>
                <a:cubicBezTo>
                  <a:pt x="92172" y="46920"/>
                  <a:pt x="92222" y="46895"/>
                  <a:pt x="92321" y="46895"/>
                </a:cubicBezTo>
                <a:cubicBezTo>
                  <a:pt x="92595" y="46845"/>
                  <a:pt x="92894" y="46795"/>
                  <a:pt x="93168" y="46721"/>
                </a:cubicBezTo>
                <a:cubicBezTo>
                  <a:pt x="93217" y="46721"/>
                  <a:pt x="93317" y="46696"/>
                  <a:pt x="93392" y="46696"/>
                </a:cubicBezTo>
                <a:lnTo>
                  <a:pt x="94213" y="46522"/>
                </a:lnTo>
                <a:cubicBezTo>
                  <a:pt x="94288" y="46472"/>
                  <a:pt x="94387" y="46472"/>
                  <a:pt x="94437" y="46447"/>
                </a:cubicBezTo>
                <a:cubicBezTo>
                  <a:pt x="94711" y="46397"/>
                  <a:pt x="95010" y="46298"/>
                  <a:pt x="95283" y="46198"/>
                </a:cubicBezTo>
                <a:cubicBezTo>
                  <a:pt x="95308" y="46198"/>
                  <a:pt x="95333" y="46173"/>
                  <a:pt x="95408" y="46173"/>
                </a:cubicBezTo>
                <a:close/>
                <a:moveTo>
                  <a:pt x="97797" y="50529"/>
                </a:moveTo>
                <a:lnTo>
                  <a:pt x="97797" y="50554"/>
                </a:lnTo>
                <a:lnTo>
                  <a:pt x="97797" y="50604"/>
                </a:lnTo>
                <a:cubicBezTo>
                  <a:pt x="97673" y="50629"/>
                  <a:pt x="97548" y="50653"/>
                  <a:pt x="97424" y="50653"/>
                </a:cubicBezTo>
                <a:cubicBezTo>
                  <a:pt x="97150" y="50678"/>
                  <a:pt x="96876" y="50728"/>
                  <a:pt x="96553" y="50753"/>
                </a:cubicBezTo>
                <a:cubicBezTo>
                  <a:pt x="96379" y="50753"/>
                  <a:pt x="96130" y="50778"/>
                  <a:pt x="95881" y="50778"/>
                </a:cubicBezTo>
                <a:lnTo>
                  <a:pt x="95906" y="50753"/>
                </a:lnTo>
                <a:cubicBezTo>
                  <a:pt x="96030" y="50753"/>
                  <a:pt x="96130" y="50728"/>
                  <a:pt x="96254" y="50728"/>
                </a:cubicBezTo>
                <a:lnTo>
                  <a:pt x="96379" y="50728"/>
                </a:lnTo>
                <a:cubicBezTo>
                  <a:pt x="96752" y="50678"/>
                  <a:pt x="97125" y="50653"/>
                  <a:pt x="97499" y="50604"/>
                </a:cubicBezTo>
                <a:lnTo>
                  <a:pt x="97524" y="50604"/>
                </a:lnTo>
                <a:cubicBezTo>
                  <a:pt x="97623" y="50554"/>
                  <a:pt x="97698" y="50554"/>
                  <a:pt x="97797" y="50529"/>
                </a:cubicBezTo>
                <a:close/>
                <a:moveTo>
                  <a:pt x="95682" y="50753"/>
                </a:moveTo>
                <a:cubicBezTo>
                  <a:pt x="95682" y="50753"/>
                  <a:pt x="95682" y="50778"/>
                  <a:pt x="95657" y="50778"/>
                </a:cubicBezTo>
                <a:lnTo>
                  <a:pt x="95657" y="50803"/>
                </a:lnTo>
                <a:lnTo>
                  <a:pt x="95582" y="50803"/>
                </a:lnTo>
                <a:cubicBezTo>
                  <a:pt x="95582" y="50803"/>
                  <a:pt x="95582" y="50778"/>
                  <a:pt x="95632" y="50778"/>
                </a:cubicBezTo>
                <a:cubicBezTo>
                  <a:pt x="95632" y="50778"/>
                  <a:pt x="95632" y="50753"/>
                  <a:pt x="95657" y="50753"/>
                </a:cubicBezTo>
                <a:close/>
                <a:moveTo>
                  <a:pt x="65613" y="50778"/>
                </a:moveTo>
                <a:cubicBezTo>
                  <a:pt x="65588" y="50803"/>
                  <a:pt x="65563" y="50853"/>
                  <a:pt x="65514" y="50853"/>
                </a:cubicBezTo>
                <a:cubicBezTo>
                  <a:pt x="65538" y="50803"/>
                  <a:pt x="65563" y="50778"/>
                  <a:pt x="65613" y="50778"/>
                </a:cubicBezTo>
                <a:close/>
                <a:moveTo>
                  <a:pt x="87368" y="50056"/>
                </a:moveTo>
                <a:cubicBezTo>
                  <a:pt x="87542" y="50106"/>
                  <a:pt x="87692" y="50156"/>
                  <a:pt x="87841" y="50180"/>
                </a:cubicBezTo>
                <a:cubicBezTo>
                  <a:pt x="87916" y="50180"/>
                  <a:pt x="87940" y="50230"/>
                  <a:pt x="87990" y="50230"/>
                </a:cubicBezTo>
                <a:cubicBezTo>
                  <a:pt x="88339" y="50305"/>
                  <a:pt x="88712" y="50380"/>
                  <a:pt x="89061" y="50429"/>
                </a:cubicBezTo>
                <a:cubicBezTo>
                  <a:pt x="89110" y="50429"/>
                  <a:pt x="89160" y="50454"/>
                  <a:pt x="89210" y="50454"/>
                </a:cubicBezTo>
                <a:cubicBezTo>
                  <a:pt x="89334" y="50504"/>
                  <a:pt x="89459" y="50504"/>
                  <a:pt x="89558" y="50529"/>
                </a:cubicBezTo>
                <a:lnTo>
                  <a:pt x="90106" y="50629"/>
                </a:lnTo>
                <a:cubicBezTo>
                  <a:pt x="90206" y="50629"/>
                  <a:pt x="90305" y="50653"/>
                  <a:pt x="90355" y="50653"/>
                </a:cubicBezTo>
                <a:lnTo>
                  <a:pt x="90454" y="50653"/>
                </a:lnTo>
                <a:cubicBezTo>
                  <a:pt x="90579" y="50678"/>
                  <a:pt x="90728" y="50678"/>
                  <a:pt x="90853" y="50703"/>
                </a:cubicBezTo>
                <a:cubicBezTo>
                  <a:pt x="90977" y="50703"/>
                  <a:pt x="91077" y="50753"/>
                  <a:pt x="91201" y="50753"/>
                </a:cubicBezTo>
                <a:cubicBezTo>
                  <a:pt x="91351" y="50753"/>
                  <a:pt x="91525" y="50778"/>
                  <a:pt x="91674" y="50778"/>
                </a:cubicBezTo>
                <a:lnTo>
                  <a:pt x="91799" y="50778"/>
                </a:lnTo>
                <a:cubicBezTo>
                  <a:pt x="91923" y="50778"/>
                  <a:pt x="92048" y="50803"/>
                  <a:pt x="92172" y="50803"/>
                </a:cubicBezTo>
                <a:lnTo>
                  <a:pt x="92321" y="50803"/>
                </a:lnTo>
                <a:cubicBezTo>
                  <a:pt x="92695" y="50828"/>
                  <a:pt x="93068" y="50828"/>
                  <a:pt x="93441" y="50828"/>
                </a:cubicBezTo>
                <a:cubicBezTo>
                  <a:pt x="94089" y="50828"/>
                  <a:pt x="94711" y="50803"/>
                  <a:pt x="95333" y="50778"/>
                </a:cubicBezTo>
                <a:lnTo>
                  <a:pt x="95333" y="50778"/>
                </a:lnTo>
                <a:cubicBezTo>
                  <a:pt x="95333" y="50778"/>
                  <a:pt x="95333" y="50803"/>
                  <a:pt x="95308" y="50803"/>
                </a:cubicBezTo>
                <a:cubicBezTo>
                  <a:pt x="95308" y="50803"/>
                  <a:pt x="95308" y="50828"/>
                  <a:pt x="95283" y="50828"/>
                </a:cubicBezTo>
                <a:cubicBezTo>
                  <a:pt x="94960" y="50877"/>
                  <a:pt x="94636" y="50877"/>
                  <a:pt x="94313" y="50877"/>
                </a:cubicBezTo>
                <a:lnTo>
                  <a:pt x="94263" y="50877"/>
                </a:lnTo>
                <a:cubicBezTo>
                  <a:pt x="93964" y="50877"/>
                  <a:pt x="93690" y="50902"/>
                  <a:pt x="93417" y="50902"/>
                </a:cubicBezTo>
                <a:lnTo>
                  <a:pt x="92321" y="50902"/>
                </a:lnTo>
                <a:cubicBezTo>
                  <a:pt x="92023" y="50902"/>
                  <a:pt x="91724" y="50877"/>
                  <a:pt x="91425" y="50828"/>
                </a:cubicBezTo>
                <a:lnTo>
                  <a:pt x="91226" y="50828"/>
                </a:lnTo>
                <a:cubicBezTo>
                  <a:pt x="90903" y="50803"/>
                  <a:pt x="90579" y="50778"/>
                  <a:pt x="90230" y="50703"/>
                </a:cubicBezTo>
                <a:lnTo>
                  <a:pt x="90181" y="50703"/>
                </a:lnTo>
                <a:cubicBezTo>
                  <a:pt x="89832" y="50653"/>
                  <a:pt x="89459" y="50629"/>
                  <a:pt x="89110" y="50554"/>
                </a:cubicBezTo>
                <a:cubicBezTo>
                  <a:pt x="88538" y="50454"/>
                  <a:pt x="87940" y="50305"/>
                  <a:pt x="87343" y="50156"/>
                </a:cubicBezTo>
                <a:lnTo>
                  <a:pt x="87343" y="50131"/>
                </a:lnTo>
                <a:cubicBezTo>
                  <a:pt x="87368" y="50131"/>
                  <a:pt x="87368" y="50106"/>
                  <a:pt x="87368" y="50056"/>
                </a:cubicBezTo>
                <a:close/>
                <a:moveTo>
                  <a:pt x="115445" y="38681"/>
                </a:moveTo>
                <a:cubicBezTo>
                  <a:pt x="116067" y="41444"/>
                  <a:pt x="116192" y="44530"/>
                  <a:pt x="115819" y="47766"/>
                </a:cubicBezTo>
                <a:cubicBezTo>
                  <a:pt x="115495" y="48811"/>
                  <a:pt x="115146" y="49907"/>
                  <a:pt x="114748" y="51002"/>
                </a:cubicBezTo>
                <a:cubicBezTo>
                  <a:pt x="114201" y="48811"/>
                  <a:pt x="112881" y="46621"/>
                  <a:pt x="110940" y="44505"/>
                </a:cubicBezTo>
                <a:lnTo>
                  <a:pt x="111015" y="44406"/>
                </a:lnTo>
                <a:cubicBezTo>
                  <a:pt x="111139" y="44281"/>
                  <a:pt x="111263" y="44182"/>
                  <a:pt x="111363" y="44057"/>
                </a:cubicBezTo>
                <a:lnTo>
                  <a:pt x="111836" y="43584"/>
                </a:lnTo>
                <a:lnTo>
                  <a:pt x="112110" y="43311"/>
                </a:lnTo>
                <a:cubicBezTo>
                  <a:pt x="112259" y="43161"/>
                  <a:pt x="112433" y="42962"/>
                  <a:pt x="112583" y="42813"/>
                </a:cubicBezTo>
                <a:cubicBezTo>
                  <a:pt x="112632" y="42713"/>
                  <a:pt x="112732" y="42663"/>
                  <a:pt x="112807" y="42564"/>
                </a:cubicBezTo>
                <a:lnTo>
                  <a:pt x="113255" y="41991"/>
                </a:lnTo>
                <a:cubicBezTo>
                  <a:pt x="113329" y="41942"/>
                  <a:pt x="113354" y="41867"/>
                  <a:pt x="113429" y="41792"/>
                </a:cubicBezTo>
                <a:cubicBezTo>
                  <a:pt x="113578" y="41568"/>
                  <a:pt x="113728" y="41369"/>
                  <a:pt x="113877" y="41170"/>
                </a:cubicBezTo>
                <a:cubicBezTo>
                  <a:pt x="113927" y="41145"/>
                  <a:pt x="113952" y="41095"/>
                  <a:pt x="113977" y="41046"/>
                </a:cubicBezTo>
                <a:cubicBezTo>
                  <a:pt x="114549" y="40249"/>
                  <a:pt x="115047" y="39477"/>
                  <a:pt x="115445" y="38681"/>
                </a:cubicBezTo>
                <a:close/>
                <a:moveTo>
                  <a:pt x="65812" y="48214"/>
                </a:moveTo>
                <a:cubicBezTo>
                  <a:pt x="65812" y="48314"/>
                  <a:pt x="65837" y="48388"/>
                  <a:pt x="65837" y="48463"/>
                </a:cubicBezTo>
                <a:cubicBezTo>
                  <a:pt x="65837" y="48563"/>
                  <a:pt x="65887" y="48637"/>
                  <a:pt x="65887" y="48712"/>
                </a:cubicBezTo>
                <a:lnTo>
                  <a:pt x="65887" y="49011"/>
                </a:lnTo>
                <a:lnTo>
                  <a:pt x="65887" y="49210"/>
                </a:lnTo>
                <a:cubicBezTo>
                  <a:pt x="65787" y="49284"/>
                  <a:pt x="65787" y="49359"/>
                  <a:pt x="65787" y="49434"/>
                </a:cubicBezTo>
                <a:lnTo>
                  <a:pt x="65787" y="49633"/>
                </a:lnTo>
                <a:cubicBezTo>
                  <a:pt x="65787" y="49732"/>
                  <a:pt x="65762" y="49782"/>
                  <a:pt x="65762" y="49832"/>
                </a:cubicBezTo>
                <a:cubicBezTo>
                  <a:pt x="65762" y="49907"/>
                  <a:pt x="65713" y="49932"/>
                  <a:pt x="65713" y="50006"/>
                </a:cubicBezTo>
                <a:cubicBezTo>
                  <a:pt x="65688" y="50106"/>
                  <a:pt x="65663" y="50156"/>
                  <a:pt x="65663" y="50205"/>
                </a:cubicBezTo>
                <a:cubicBezTo>
                  <a:pt x="65663" y="50255"/>
                  <a:pt x="65613" y="50280"/>
                  <a:pt x="65613" y="50305"/>
                </a:cubicBezTo>
                <a:cubicBezTo>
                  <a:pt x="65588" y="50405"/>
                  <a:pt x="65538" y="50504"/>
                  <a:pt x="65464" y="50579"/>
                </a:cubicBezTo>
                <a:cubicBezTo>
                  <a:pt x="65439" y="50653"/>
                  <a:pt x="65364" y="50678"/>
                  <a:pt x="65314" y="50753"/>
                </a:cubicBezTo>
                <a:lnTo>
                  <a:pt x="65290" y="50778"/>
                </a:lnTo>
                <a:lnTo>
                  <a:pt x="65215" y="50828"/>
                </a:lnTo>
                <a:cubicBezTo>
                  <a:pt x="64991" y="50952"/>
                  <a:pt x="64742" y="51052"/>
                  <a:pt x="64468" y="51052"/>
                </a:cubicBezTo>
                <a:cubicBezTo>
                  <a:pt x="64319" y="51052"/>
                  <a:pt x="64120" y="51027"/>
                  <a:pt x="63945" y="51002"/>
                </a:cubicBezTo>
                <a:lnTo>
                  <a:pt x="63896" y="51002"/>
                </a:lnTo>
                <a:cubicBezTo>
                  <a:pt x="63448" y="50902"/>
                  <a:pt x="62950" y="50678"/>
                  <a:pt x="62402" y="50405"/>
                </a:cubicBezTo>
                <a:cubicBezTo>
                  <a:pt x="63547" y="49583"/>
                  <a:pt x="64667" y="48886"/>
                  <a:pt x="65812" y="48214"/>
                </a:cubicBezTo>
                <a:close/>
                <a:moveTo>
                  <a:pt x="65389" y="50977"/>
                </a:moveTo>
                <a:lnTo>
                  <a:pt x="65414" y="51002"/>
                </a:lnTo>
                <a:lnTo>
                  <a:pt x="65389" y="51027"/>
                </a:lnTo>
                <a:cubicBezTo>
                  <a:pt x="65339" y="51027"/>
                  <a:pt x="65339" y="51052"/>
                  <a:pt x="65339" y="51052"/>
                </a:cubicBezTo>
                <a:lnTo>
                  <a:pt x="65314" y="51101"/>
                </a:lnTo>
                <a:cubicBezTo>
                  <a:pt x="65290" y="51126"/>
                  <a:pt x="65240" y="51126"/>
                  <a:pt x="65215" y="51126"/>
                </a:cubicBezTo>
                <a:cubicBezTo>
                  <a:pt x="65140" y="51151"/>
                  <a:pt x="65066" y="51176"/>
                  <a:pt x="65016" y="51176"/>
                </a:cubicBezTo>
                <a:lnTo>
                  <a:pt x="65290" y="51002"/>
                </a:lnTo>
                <a:cubicBezTo>
                  <a:pt x="65314" y="51002"/>
                  <a:pt x="65314" y="50977"/>
                  <a:pt x="65339" y="50977"/>
                </a:cubicBezTo>
                <a:close/>
                <a:moveTo>
                  <a:pt x="62178" y="50504"/>
                </a:moveTo>
                <a:cubicBezTo>
                  <a:pt x="62228" y="50529"/>
                  <a:pt x="62303" y="50554"/>
                  <a:pt x="62328" y="50604"/>
                </a:cubicBezTo>
                <a:cubicBezTo>
                  <a:pt x="62576" y="50728"/>
                  <a:pt x="62800" y="50803"/>
                  <a:pt x="63024" y="50902"/>
                </a:cubicBezTo>
                <a:cubicBezTo>
                  <a:pt x="63049" y="50902"/>
                  <a:pt x="63074" y="50927"/>
                  <a:pt x="63099" y="50927"/>
                </a:cubicBezTo>
                <a:cubicBezTo>
                  <a:pt x="63323" y="51027"/>
                  <a:pt x="63547" y="51101"/>
                  <a:pt x="63771" y="51126"/>
                </a:cubicBezTo>
                <a:lnTo>
                  <a:pt x="63821" y="51126"/>
                </a:lnTo>
                <a:cubicBezTo>
                  <a:pt x="64045" y="51151"/>
                  <a:pt x="64219" y="51176"/>
                  <a:pt x="64418" y="51176"/>
                </a:cubicBezTo>
                <a:cubicBezTo>
                  <a:pt x="64518" y="51176"/>
                  <a:pt x="64568" y="51176"/>
                  <a:pt x="64667" y="51151"/>
                </a:cubicBezTo>
                <a:lnTo>
                  <a:pt x="64667" y="51151"/>
                </a:lnTo>
                <a:cubicBezTo>
                  <a:pt x="64617" y="51176"/>
                  <a:pt x="64593" y="51176"/>
                  <a:pt x="64568" y="51201"/>
                </a:cubicBezTo>
                <a:cubicBezTo>
                  <a:pt x="64444" y="51230"/>
                  <a:pt x="64313" y="51244"/>
                  <a:pt x="64176" y="51244"/>
                </a:cubicBezTo>
                <a:cubicBezTo>
                  <a:pt x="63592" y="51244"/>
                  <a:pt x="62884" y="50992"/>
                  <a:pt x="62079" y="50529"/>
                </a:cubicBezTo>
                <a:cubicBezTo>
                  <a:pt x="62103" y="50529"/>
                  <a:pt x="62103" y="50504"/>
                  <a:pt x="62128" y="50504"/>
                </a:cubicBezTo>
                <a:close/>
                <a:moveTo>
                  <a:pt x="110766" y="44630"/>
                </a:moveTo>
                <a:cubicBezTo>
                  <a:pt x="112807" y="46795"/>
                  <a:pt x="114126" y="49110"/>
                  <a:pt x="114698" y="51301"/>
                </a:cubicBezTo>
                <a:cubicBezTo>
                  <a:pt x="114698" y="51350"/>
                  <a:pt x="114674" y="51375"/>
                  <a:pt x="114674" y="51400"/>
                </a:cubicBezTo>
                <a:cubicBezTo>
                  <a:pt x="114101" y="49160"/>
                  <a:pt x="112757" y="46870"/>
                  <a:pt x="110741" y="44655"/>
                </a:cubicBezTo>
                <a:cubicBezTo>
                  <a:pt x="110766" y="44655"/>
                  <a:pt x="110766" y="44630"/>
                  <a:pt x="110766" y="44630"/>
                </a:cubicBezTo>
                <a:close/>
                <a:moveTo>
                  <a:pt x="115744" y="48737"/>
                </a:moveTo>
                <a:cubicBezTo>
                  <a:pt x="115719" y="48861"/>
                  <a:pt x="115719" y="49011"/>
                  <a:pt x="115694" y="49135"/>
                </a:cubicBezTo>
                <a:cubicBezTo>
                  <a:pt x="115445" y="49882"/>
                  <a:pt x="115196" y="50629"/>
                  <a:pt x="114947" y="51400"/>
                </a:cubicBezTo>
                <a:cubicBezTo>
                  <a:pt x="114947" y="51375"/>
                  <a:pt x="114922" y="51350"/>
                  <a:pt x="114922" y="51301"/>
                </a:cubicBezTo>
                <a:cubicBezTo>
                  <a:pt x="115196" y="50429"/>
                  <a:pt x="115470" y="49608"/>
                  <a:pt x="115744" y="48737"/>
                </a:cubicBezTo>
                <a:close/>
                <a:moveTo>
                  <a:pt x="114748" y="51624"/>
                </a:moveTo>
                <a:cubicBezTo>
                  <a:pt x="114748" y="51649"/>
                  <a:pt x="114748" y="51674"/>
                  <a:pt x="114798" y="51749"/>
                </a:cubicBezTo>
                <a:cubicBezTo>
                  <a:pt x="114798" y="51774"/>
                  <a:pt x="114748" y="51848"/>
                  <a:pt x="114748" y="51873"/>
                </a:cubicBezTo>
                <a:cubicBezTo>
                  <a:pt x="114748" y="51798"/>
                  <a:pt x="114748" y="51774"/>
                  <a:pt x="114723" y="51749"/>
                </a:cubicBezTo>
                <a:cubicBezTo>
                  <a:pt x="114723" y="51724"/>
                  <a:pt x="114748" y="51649"/>
                  <a:pt x="114748" y="51624"/>
                </a:cubicBezTo>
                <a:close/>
                <a:moveTo>
                  <a:pt x="115470" y="50405"/>
                </a:moveTo>
                <a:cubicBezTo>
                  <a:pt x="115346" y="51002"/>
                  <a:pt x="115221" y="51624"/>
                  <a:pt x="115097" y="52222"/>
                </a:cubicBezTo>
                <a:lnTo>
                  <a:pt x="114997" y="51749"/>
                </a:lnTo>
                <a:cubicBezTo>
                  <a:pt x="115171" y="51301"/>
                  <a:pt x="115321" y="50877"/>
                  <a:pt x="115470" y="50405"/>
                </a:cubicBezTo>
                <a:close/>
                <a:moveTo>
                  <a:pt x="29720" y="40423"/>
                </a:moveTo>
                <a:cubicBezTo>
                  <a:pt x="32234" y="41991"/>
                  <a:pt x="34898" y="43908"/>
                  <a:pt x="37511" y="45999"/>
                </a:cubicBezTo>
                <a:cubicBezTo>
                  <a:pt x="35520" y="48139"/>
                  <a:pt x="33603" y="50355"/>
                  <a:pt x="31836" y="52595"/>
                </a:cubicBezTo>
                <a:cubicBezTo>
                  <a:pt x="29546" y="50728"/>
                  <a:pt x="27331" y="48762"/>
                  <a:pt x="25339" y="46820"/>
                </a:cubicBezTo>
                <a:cubicBezTo>
                  <a:pt x="26584" y="44680"/>
                  <a:pt x="28077" y="42539"/>
                  <a:pt x="29720" y="40423"/>
                </a:cubicBezTo>
                <a:close/>
                <a:moveTo>
                  <a:pt x="64717" y="51500"/>
                </a:moveTo>
                <a:lnTo>
                  <a:pt x="64443" y="51674"/>
                </a:lnTo>
                <a:cubicBezTo>
                  <a:pt x="64418" y="51724"/>
                  <a:pt x="64393" y="51749"/>
                  <a:pt x="64344" y="51749"/>
                </a:cubicBezTo>
                <a:cubicBezTo>
                  <a:pt x="64169" y="51873"/>
                  <a:pt x="63995" y="51998"/>
                  <a:pt x="63846" y="52122"/>
                </a:cubicBezTo>
                <a:cubicBezTo>
                  <a:pt x="63600" y="52294"/>
                  <a:pt x="63379" y="52490"/>
                  <a:pt x="63181" y="52639"/>
                </a:cubicBezTo>
                <a:lnTo>
                  <a:pt x="63181" y="52639"/>
                </a:lnTo>
                <a:cubicBezTo>
                  <a:pt x="63541" y="52296"/>
                  <a:pt x="63978" y="51972"/>
                  <a:pt x="64393" y="51649"/>
                </a:cubicBezTo>
                <a:cubicBezTo>
                  <a:pt x="64418" y="51624"/>
                  <a:pt x="64468" y="51599"/>
                  <a:pt x="64518" y="51550"/>
                </a:cubicBezTo>
                <a:cubicBezTo>
                  <a:pt x="64543" y="51525"/>
                  <a:pt x="64568" y="51500"/>
                  <a:pt x="64593" y="51500"/>
                </a:cubicBezTo>
                <a:close/>
                <a:moveTo>
                  <a:pt x="37636" y="46123"/>
                </a:moveTo>
                <a:cubicBezTo>
                  <a:pt x="37660" y="46123"/>
                  <a:pt x="37660" y="46148"/>
                  <a:pt x="37685" y="46148"/>
                </a:cubicBezTo>
                <a:cubicBezTo>
                  <a:pt x="35694" y="48289"/>
                  <a:pt x="33802" y="50504"/>
                  <a:pt x="32035" y="52744"/>
                </a:cubicBezTo>
                <a:cubicBezTo>
                  <a:pt x="31985" y="52744"/>
                  <a:pt x="31985" y="52719"/>
                  <a:pt x="31960" y="52719"/>
                </a:cubicBezTo>
                <a:cubicBezTo>
                  <a:pt x="33728" y="50479"/>
                  <a:pt x="35644" y="48264"/>
                  <a:pt x="37636" y="46123"/>
                </a:cubicBezTo>
                <a:close/>
                <a:moveTo>
                  <a:pt x="63099" y="52719"/>
                </a:moveTo>
                <a:lnTo>
                  <a:pt x="63074" y="52744"/>
                </a:lnTo>
                <a:cubicBezTo>
                  <a:pt x="63069" y="52747"/>
                  <a:pt x="63064" y="52750"/>
                  <a:pt x="63059" y="52753"/>
                </a:cubicBezTo>
                <a:lnTo>
                  <a:pt x="63059" y="52753"/>
                </a:lnTo>
                <a:lnTo>
                  <a:pt x="63099" y="52719"/>
                </a:lnTo>
                <a:close/>
                <a:moveTo>
                  <a:pt x="25215" y="46945"/>
                </a:moveTo>
                <a:cubicBezTo>
                  <a:pt x="27206" y="48911"/>
                  <a:pt x="29421" y="50853"/>
                  <a:pt x="31711" y="52719"/>
                </a:cubicBezTo>
                <a:cubicBezTo>
                  <a:pt x="31687" y="52744"/>
                  <a:pt x="31687" y="52769"/>
                  <a:pt x="31662" y="52769"/>
                </a:cubicBezTo>
                <a:cubicBezTo>
                  <a:pt x="29372" y="50927"/>
                  <a:pt x="27181" y="48986"/>
                  <a:pt x="25190" y="47019"/>
                </a:cubicBezTo>
                <a:cubicBezTo>
                  <a:pt x="25190" y="46994"/>
                  <a:pt x="25215" y="46994"/>
                  <a:pt x="25215" y="46945"/>
                </a:cubicBezTo>
                <a:close/>
                <a:moveTo>
                  <a:pt x="48662" y="37088"/>
                </a:moveTo>
                <a:cubicBezTo>
                  <a:pt x="50330" y="39303"/>
                  <a:pt x="52023" y="41469"/>
                  <a:pt x="53765" y="43435"/>
                </a:cubicBezTo>
                <a:cubicBezTo>
                  <a:pt x="53889" y="43559"/>
                  <a:pt x="53989" y="43709"/>
                  <a:pt x="54113" y="43833"/>
                </a:cubicBezTo>
                <a:cubicBezTo>
                  <a:pt x="54313" y="44032"/>
                  <a:pt x="54487" y="44207"/>
                  <a:pt x="54636" y="44431"/>
                </a:cubicBezTo>
                <a:cubicBezTo>
                  <a:pt x="51525" y="47119"/>
                  <a:pt x="48588" y="49932"/>
                  <a:pt x="45874" y="52869"/>
                </a:cubicBezTo>
                <a:cubicBezTo>
                  <a:pt x="43734" y="50728"/>
                  <a:pt x="41295" y="48538"/>
                  <a:pt x="38756" y="46497"/>
                </a:cubicBezTo>
                <a:cubicBezTo>
                  <a:pt x="41519" y="43062"/>
                  <a:pt x="44879" y="39826"/>
                  <a:pt x="48662" y="37088"/>
                </a:cubicBezTo>
                <a:close/>
                <a:moveTo>
                  <a:pt x="31836" y="52844"/>
                </a:moveTo>
                <a:cubicBezTo>
                  <a:pt x="31861" y="52844"/>
                  <a:pt x="31861" y="52869"/>
                  <a:pt x="31911" y="52869"/>
                </a:cubicBezTo>
                <a:cubicBezTo>
                  <a:pt x="31911" y="52894"/>
                  <a:pt x="31861" y="52894"/>
                  <a:pt x="31861" y="52919"/>
                </a:cubicBezTo>
                <a:cubicBezTo>
                  <a:pt x="31836" y="52919"/>
                  <a:pt x="31836" y="52894"/>
                  <a:pt x="31811" y="52894"/>
                </a:cubicBezTo>
                <a:cubicBezTo>
                  <a:pt x="31811" y="52869"/>
                  <a:pt x="31836" y="52869"/>
                  <a:pt x="31836" y="52844"/>
                </a:cubicBezTo>
                <a:close/>
                <a:moveTo>
                  <a:pt x="114848" y="52097"/>
                </a:moveTo>
                <a:cubicBezTo>
                  <a:pt x="114873" y="52296"/>
                  <a:pt x="114922" y="52545"/>
                  <a:pt x="114947" y="52769"/>
                </a:cubicBezTo>
                <a:cubicBezTo>
                  <a:pt x="114947" y="52819"/>
                  <a:pt x="114922" y="52894"/>
                  <a:pt x="114922" y="52919"/>
                </a:cubicBezTo>
                <a:cubicBezTo>
                  <a:pt x="114922" y="52719"/>
                  <a:pt x="114873" y="52470"/>
                  <a:pt x="114823" y="52222"/>
                </a:cubicBezTo>
                <a:cubicBezTo>
                  <a:pt x="114823" y="52172"/>
                  <a:pt x="114848" y="52122"/>
                  <a:pt x="114848" y="52097"/>
                </a:cubicBezTo>
                <a:close/>
                <a:moveTo>
                  <a:pt x="115968" y="48762"/>
                </a:moveTo>
                <a:cubicBezTo>
                  <a:pt x="115769" y="50131"/>
                  <a:pt x="115495" y="51525"/>
                  <a:pt x="115146" y="52968"/>
                </a:cubicBezTo>
                <a:cubicBezTo>
                  <a:pt x="115146" y="52894"/>
                  <a:pt x="115146" y="52844"/>
                  <a:pt x="115122" y="52769"/>
                </a:cubicBezTo>
                <a:cubicBezTo>
                  <a:pt x="115445" y="51550"/>
                  <a:pt x="115694" y="50380"/>
                  <a:pt x="115843" y="49185"/>
                </a:cubicBezTo>
                <a:cubicBezTo>
                  <a:pt x="115868" y="49036"/>
                  <a:pt x="115943" y="48911"/>
                  <a:pt x="115968" y="48762"/>
                </a:cubicBezTo>
                <a:close/>
                <a:moveTo>
                  <a:pt x="38656" y="46621"/>
                </a:moveTo>
                <a:cubicBezTo>
                  <a:pt x="41170" y="48662"/>
                  <a:pt x="43609" y="50803"/>
                  <a:pt x="45750" y="52968"/>
                </a:cubicBezTo>
                <a:cubicBezTo>
                  <a:pt x="45750" y="52993"/>
                  <a:pt x="45725" y="52993"/>
                  <a:pt x="45725" y="53018"/>
                </a:cubicBezTo>
                <a:cubicBezTo>
                  <a:pt x="43560" y="50877"/>
                  <a:pt x="41145" y="48687"/>
                  <a:pt x="38631" y="46671"/>
                </a:cubicBezTo>
                <a:cubicBezTo>
                  <a:pt x="38631" y="46646"/>
                  <a:pt x="38656" y="46646"/>
                  <a:pt x="38656" y="46621"/>
                </a:cubicBezTo>
                <a:close/>
                <a:moveTo>
                  <a:pt x="54810" y="44555"/>
                </a:moveTo>
                <a:cubicBezTo>
                  <a:pt x="54810" y="44580"/>
                  <a:pt x="54835" y="44580"/>
                  <a:pt x="54835" y="44605"/>
                </a:cubicBezTo>
                <a:cubicBezTo>
                  <a:pt x="51724" y="47268"/>
                  <a:pt x="48787" y="50106"/>
                  <a:pt x="46049" y="53018"/>
                </a:cubicBezTo>
                <a:lnTo>
                  <a:pt x="46024" y="52993"/>
                </a:lnTo>
                <a:cubicBezTo>
                  <a:pt x="48762" y="50056"/>
                  <a:pt x="51699" y="47243"/>
                  <a:pt x="54810" y="44555"/>
                </a:cubicBezTo>
                <a:close/>
                <a:moveTo>
                  <a:pt x="77860" y="44879"/>
                </a:moveTo>
                <a:cubicBezTo>
                  <a:pt x="77909" y="44929"/>
                  <a:pt x="77959" y="45003"/>
                  <a:pt x="78009" y="45028"/>
                </a:cubicBezTo>
                <a:lnTo>
                  <a:pt x="78108" y="45401"/>
                </a:lnTo>
                <a:cubicBezTo>
                  <a:pt x="78133" y="45501"/>
                  <a:pt x="78133" y="45576"/>
                  <a:pt x="78158" y="45675"/>
                </a:cubicBezTo>
                <a:cubicBezTo>
                  <a:pt x="78208" y="45775"/>
                  <a:pt x="78208" y="45849"/>
                  <a:pt x="78208" y="45949"/>
                </a:cubicBezTo>
                <a:lnTo>
                  <a:pt x="78208" y="46049"/>
                </a:lnTo>
                <a:cubicBezTo>
                  <a:pt x="78233" y="46173"/>
                  <a:pt x="78233" y="46298"/>
                  <a:pt x="78258" y="46397"/>
                </a:cubicBezTo>
                <a:cubicBezTo>
                  <a:pt x="78258" y="46497"/>
                  <a:pt x="78258" y="46571"/>
                  <a:pt x="78283" y="46646"/>
                </a:cubicBezTo>
                <a:cubicBezTo>
                  <a:pt x="78283" y="46795"/>
                  <a:pt x="78333" y="46945"/>
                  <a:pt x="78333" y="47144"/>
                </a:cubicBezTo>
                <a:lnTo>
                  <a:pt x="78333" y="47243"/>
                </a:lnTo>
                <a:cubicBezTo>
                  <a:pt x="78357" y="48115"/>
                  <a:pt x="78258" y="49036"/>
                  <a:pt x="78084" y="50006"/>
                </a:cubicBezTo>
                <a:lnTo>
                  <a:pt x="78084" y="50056"/>
                </a:lnTo>
                <a:cubicBezTo>
                  <a:pt x="77884" y="51027"/>
                  <a:pt x="77636" y="52022"/>
                  <a:pt x="77287" y="53018"/>
                </a:cubicBezTo>
                <a:cubicBezTo>
                  <a:pt x="75968" y="51599"/>
                  <a:pt x="74922" y="50131"/>
                  <a:pt x="74225" y="48662"/>
                </a:cubicBezTo>
                <a:cubicBezTo>
                  <a:pt x="74972" y="47542"/>
                  <a:pt x="75669" y="46447"/>
                  <a:pt x="76341" y="45327"/>
                </a:cubicBezTo>
                <a:cubicBezTo>
                  <a:pt x="76441" y="45277"/>
                  <a:pt x="76615" y="45227"/>
                  <a:pt x="76789" y="45177"/>
                </a:cubicBezTo>
                <a:cubicBezTo>
                  <a:pt x="77163" y="45053"/>
                  <a:pt x="77511" y="44953"/>
                  <a:pt x="77860" y="44879"/>
                </a:cubicBezTo>
                <a:close/>
                <a:moveTo>
                  <a:pt x="69795" y="48388"/>
                </a:moveTo>
                <a:cubicBezTo>
                  <a:pt x="69372" y="49060"/>
                  <a:pt x="68824" y="49907"/>
                  <a:pt x="68177" y="50853"/>
                </a:cubicBezTo>
                <a:cubicBezTo>
                  <a:pt x="68077" y="50977"/>
                  <a:pt x="68003" y="51126"/>
                  <a:pt x="67903" y="51251"/>
                </a:cubicBezTo>
                <a:cubicBezTo>
                  <a:pt x="67580" y="51649"/>
                  <a:pt x="67206" y="52172"/>
                  <a:pt x="66659" y="52919"/>
                </a:cubicBezTo>
                <a:cubicBezTo>
                  <a:pt x="66659" y="52919"/>
                  <a:pt x="66634" y="52968"/>
                  <a:pt x="66634" y="52993"/>
                </a:cubicBezTo>
                <a:cubicBezTo>
                  <a:pt x="66634" y="53018"/>
                  <a:pt x="66584" y="53018"/>
                  <a:pt x="66584" y="53043"/>
                </a:cubicBezTo>
                <a:lnTo>
                  <a:pt x="66484" y="53043"/>
                </a:lnTo>
                <a:cubicBezTo>
                  <a:pt x="66484" y="53018"/>
                  <a:pt x="66534" y="52993"/>
                  <a:pt x="66534" y="52993"/>
                </a:cubicBezTo>
                <a:cubicBezTo>
                  <a:pt x="66559" y="52919"/>
                  <a:pt x="66584" y="52894"/>
                  <a:pt x="66584" y="52894"/>
                </a:cubicBezTo>
                <a:lnTo>
                  <a:pt x="66659" y="52844"/>
                </a:lnTo>
                <a:cubicBezTo>
                  <a:pt x="67082" y="52271"/>
                  <a:pt x="67480" y="51724"/>
                  <a:pt x="67853" y="51176"/>
                </a:cubicBezTo>
                <a:cubicBezTo>
                  <a:pt x="67928" y="51126"/>
                  <a:pt x="67953" y="51027"/>
                  <a:pt x="68028" y="50977"/>
                </a:cubicBezTo>
                <a:cubicBezTo>
                  <a:pt x="68152" y="50803"/>
                  <a:pt x="68227" y="50653"/>
                  <a:pt x="68326" y="50529"/>
                </a:cubicBezTo>
                <a:cubicBezTo>
                  <a:pt x="68650" y="50106"/>
                  <a:pt x="68849" y="49782"/>
                  <a:pt x="69197" y="49260"/>
                </a:cubicBezTo>
                <a:lnTo>
                  <a:pt x="69770" y="48413"/>
                </a:lnTo>
                <a:lnTo>
                  <a:pt x="69795" y="48388"/>
                </a:lnTo>
                <a:close/>
                <a:moveTo>
                  <a:pt x="45874" y="53093"/>
                </a:moveTo>
                <a:lnTo>
                  <a:pt x="45899" y="53118"/>
                </a:lnTo>
                <a:cubicBezTo>
                  <a:pt x="45899" y="53143"/>
                  <a:pt x="45874" y="53143"/>
                  <a:pt x="45874" y="53167"/>
                </a:cubicBezTo>
                <a:cubicBezTo>
                  <a:pt x="45874" y="53167"/>
                  <a:pt x="45874" y="53143"/>
                  <a:pt x="45850" y="53143"/>
                </a:cubicBezTo>
                <a:cubicBezTo>
                  <a:pt x="45850" y="53118"/>
                  <a:pt x="45874" y="53118"/>
                  <a:pt x="45874" y="53093"/>
                </a:cubicBezTo>
                <a:close/>
                <a:moveTo>
                  <a:pt x="72384" y="47019"/>
                </a:moveTo>
                <a:lnTo>
                  <a:pt x="72384" y="47019"/>
                </a:lnTo>
                <a:cubicBezTo>
                  <a:pt x="71562" y="49036"/>
                  <a:pt x="70492" y="51126"/>
                  <a:pt x="69123" y="53167"/>
                </a:cubicBezTo>
                <a:cubicBezTo>
                  <a:pt x="68409" y="52979"/>
                  <a:pt x="67808" y="52891"/>
                  <a:pt x="67321" y="52891"/>
                </a:cubicBezTo>
                <a:cubicBezTo>
                  <a:pt x="67163" y="52891"/>
                  <a:pt x="67017" y="52900"/>
                  <a:pt x="66883" y="52919"/>
                </a:cubicBezTo>
                <a:cubicBezTo>
                  <a:pt x="67156" y="52595"/>
                  <a:pt x="67405" y="52246"/>
                  <a:pt x="67629" y="51923"/>
                </a:cubicBezTo>
                <a:cubicBezTo>
                  <a:pt x="67704" y="51798"/>
                  <a:pt x="67804" y="51674"/>
                  <a:pt x="67878" y="51550"/>
                </a:cubicBezTo>
                <a:cubicBezTo>
                  <a:pt x="68003" y="51400"/>
                  <a:pt x="68077" y="51251"/>
                  <a:pt x="68177" y="51126"/>
                </a:cubicBezTo>
                <a:cubicBezTo>
                  <a:pt x="68252" y="51052"/>
                  <a:pt x="68276" y="50977"/>
                  <a:pt x="68326" y="50902"/>
                </a:cubicBezTo>
                <a:cubicBezTo>
                  <a:pt x="68376" y="50877"/>
                  <a:pt x="68401" y="50803"/>
                  <a:pt x="68426" y="50778"/>
                </a:cubicBezTo>
                <a:cubicBezTo>
                  <a:pt x="68501" y="50678"/>
                  <a:pt x="68550" y="50604"/>
                  <a:pt x="68650" y="50504"/>
                </a:cubicBezTo>
                <a:lnTo>
                  <a:pt x="69023" y="49932"/>
                </a:lnTo>
                <a:cubicBezTo>
                  <a:pt x="69123" y="49807"/>
                  <a:pt x="69173" y="49683"/>
                  <a:pt x="69272" y="49533"/>
                </a:cubicBezTo>
                <a:cubicBezTo>
                  <a:pt x="69571" y="49060"/>
                  <a:pt x="69870" y="48637"/>
                  <a:pt x="70168" y="48164"/>
                </a:cubicBezTo>
                <a:cubicBezTo>
                  <a:pt x="70442" y="48015"/>
                  <a:pt x="70691" y="47891"/>
                  <a:pt x="70940" y="47716"/>
                </a:cubicBezTo>
                <a:cubicBezTo>
                  <a:pt x="71512" y="47442"/>
                  <a:pt x="71985" y="47194"/>
                  <a:pt x="72384" y="47019"/>
                </a:cubicBezTo>
                <a:close/>
                <a:moveTo>
                  <a:pt x="78208" y="45202"/>
                </a:moveTo>
                <a:lnTo>
                  <a:pt x="78233" y="45227"/>
                </a:lnTo>
                <a:lnTo>
                  <a:pt x="78258" y="45277"/>
                </a:lnTo>
                <a:cubicBezTo>
                  <a:pt x="78258" y="45302"/>
                  <a:pt x="78258" y="45327"/>
                  <a:pt x="78283" y="45352"/>
                </a:cubicBezTo>
                <a:cubicBezTo>
                  <a:pt x="78333" y="45451"/>
                  <a:pt x="78333" y="45526"/>
                  <a:pt x="78333" y="45601"/>
                </a:cubicBezTo>
                <a:cubicBezTo>
                  <a:pt x="78333" y="45650"/>
                  <a:pt x="78333" y="45675"/>
                  <a:pt x="78357" y="45700"/>
                </a:cubicBezTo>
                <a:cubicBezTo>
                  <a:pt x="78382" y="45825"/>
                  <a:pt x="78382" y="45924"/>
                  <a:pt x="78407" y="46049"/>
                </a:cubicBezTo>
                <a:cubicBezTo>
                  <a:pt x="78482" y="46273"/>
                  <a:pt x="78482" y="46372"/>
                  <a:pt x="78482" y="46447"/>
                </a:cubicBezTo>
                <a:lnTo>
                  <a:pt x="78482" y="46546"/>
                </a:lnTo>
                <a:cubicBezTo>
                  <a:pt x="78482" y="46671"/>
                  <a:pt x="78507" y="46770"/>
                  <a:pt x="78507" y="46895"/>
                </a:cubicBezTo>
                <a:lnTo>
                  <a:pt x="78507" y="47243"/>
                </a:lnTo>
                <a:lnTo>
                  <a:pt x="78507" y="47293"/>
                </a:lnTo>
                <a:lnTo>
                  <a:pt x="78507" y="47667"/>
                </a:lnTo>
                <a:lnTo>
                  <a:pt x="78507" y="48040"/>
                </a:lnTo>
                <a:lnTo>
                  <a:pt x="78507" y="48065"/>
                </a:lnTo>
                <a:cubicBezTo>
                  <a:pt x="78507" y="48189"/>
                  <a:pt x="78507" y="48314"/>
                  <a:pt x="78482" y="48438"/>
                </a:cubicBezTo>
                <a:cubicBezTo>
                  <a:pt x="78482" y="48563"/>
                  <a:pt x="78432" y="48687"/>
                  <a:pt x="78432" y="48836"/>
                </a:cubicBezTo>
                <a:cubicBezTo>
                  <a:pt x="78432" y="48961"/>
                  <a:pt x="78407" y="49135"/>
                  <a:pt x="78382" y="49260"/>
                </a:cubicBezTo>
                <a:cubicBezTo>
                  <a:pt x="78357" y="49384"/>
                  <a:pt x="78357" y="49508"/>
                  <a:pt x="78308" y="49633"/>
                </a:cubicBezTo>
                <a:cubicBezTo>
                  <a:pt x="78283" y="49782"/>
                  <a:pt x="78258" y="49907"/>
                  <a:pt x="78258" y="50056"/>
                </a:cubicBezTo>
                <a:cubicBezTo>
                  <a:pt x="78233" y="50180"/>
                  <a:pt x="78233" y="50305"/>
                  <a:pt x="78208" y="50429"/>
                </a:cubicBezTo>
                <a:cubicBezTo>
                  <a:pt x="78158" y="50579"/>
                  <a:pt x="78133" y="50753"/>
                  <a:pt x="78108" y="50877"/>
                </a:cubicBezTo>
                <a:lnTo>
                  <a:pt x="78009" y="51251"/>
                </a:lnTo>
                <a:cubicBezTo>
                  <a:pt x="77984" y="51400"/>
                  <a:pt x="77909" y="51550"/>
                  <a:pt x="77884" y="51674"/>
                </a:cubicBezTo>
                <a:lnTo>
                  <a:pt x="77785" y="52047"/>
                </a:lnTo>
                <a:lnTo>
                  <a:pt x="77785" y="52072"/>
                </a:lnTo>
                <a:cubicBezTo>
                  <a:pt x="77760" y="52246"/>
                  <a:pt x="77685" y="52371"/>
                  <a:pt x="77660" y="52520"/>
                </a:cubicBezTo>
                <a:cubicBezTo>
                  <a:pt x="77636" y="52645"/>
                  <a:pt x="77586" y="52794"/>
                  <a:pt x="77536" y="52919"/>
                </a:cubicBezTo>
                <a:lnTo>
                  <a:pt x="77536" y="52943"/>
                </a:lnTo>
                <a:cubicBezTo>
                  <a:pt x="77511" y="53043"/>
                  <a:pt x="77486" y="53118"/>
                  <a:pt x="77461" y="53192"/>
                </a:cubicBezTo>
                <a:lnTo>
                  <a:pt x="77412" y="53167"/>
                </a:lnTo>
                <a:lnTo>
                  <a:pt x="77387" y="53143"/>
                </a:lnTo>
                <a:cubicBezTo>
                  <a:pt x="77387" y="53118"/>
                  <a:pt x="77387" y="53118"/>
                  <a:pt x="77412" y="53068"/>
                </a:cubicBezTo>
                <a:cubicBezTo>
                  <a:pt x="77461" y="52993"/>
                  <a:pt x="77486" y="52894"/>
                  <a:pt x="77511" y="52819"/>
                </a:cubicBezTo>
                <a:cubicBezTo>
                  <a:pt x="77611" y="52620"/>
                  <a:pt x="77660" y="52371"/>
                  <a:pt x="77735" y="52147"/>
                </a:cubicBezTo>
                <a:lnTo>
                  <a:pt x="77735" y="52122"/>
                </a:lnTo>
                <a:cubicBezTo>
                  <a:pt x="77760" y="52022"/>
                  <a:pt x="77785" y="51898"/>
                  <a:pt x="77835" y="51798"/>
                </a:cubicBezTo>
                <a:cubicBezTo>
                  <a:pt x="77835" y="51774"/>
                  <a:pt x="77835" y="51774"/>
                  <a:pt x="77860" y="51749"/>
                </a:cubicBezTo>
                <a:cubicBezTo>
                  <a:pt x="77909" y="51525"/>
                  <a:pt x="77984" y="51276"/>
                  <a:pt x="78034" y="51052"/>
                </a:cubicBezTo>
                <a:lnTo>
                  <a:pt x="78034" y="51027"/>
                </a:lnTo>
                <a:cubicBezTo>
                  <a:pt x="78084" y="50927"/>
                  <a:pt x="78108" y="50803"/>
                  <a:pt x="78108" y="50728"/>
                </a:cubicBezTo>
                <a:lnTo>
                  <a:pt x="78108" y="50678"/>
                </a:lnTo>
                <a:cubicBezTo>
                  <a:pt x="78158" y="50429"/>
                  <a:pt x="78208" y="50180"/>
                  <a:pt x="78258" y="49932"/>
                </a:cubicBezTo>
                <a:cubicBezTo>
                  <a:pt x="78258" y="49857"/>
                  <a:pt x="78283" y="49757"/>
                  <a:pt x="78283" y="49683"/>
                </a:cubicBezTo>
                <a:cubicBezTo>
                  <a:pt x="78283" y="49633"/>
                  <a:pt x="78333" y="49533"/>
                  <a:pt x="78333" y="49484"/>
                </a:cubicBezTo>
                <a:lnTo>
                  <a:pt x="78333" y="49434"/>
                </a:lnTo>
                <a:cubicBezTo>
                  <a:pt x="78357" y="49235"/>
                  <a:pt x="78382" y="49011"/>
                  <a:pt x="78407" y="48762"/>
                </a:cubicBezTo>
                <a:lnTo>
                  <a:pt x="78407" y="48737"/>
                </a:lnTo>
                <a:lnTo>
                  <a:pt x="78407" y="48637"/>
                </a:lnTo>
                <a:cubicBezTo>
                  <a:pt x="78457" y="48438"/>
                  <a:pt x="78457" y="48264"/>
                  <a:pt x="78457" y="48065"/>
                </a:cubicBezTo>
                <a:lnTo>
                  <a:pt x="78457" y="47816"/>
                </a:lnTo>
                <a:lnTo>
                  <a:pt x="78457" y="47791"/>
                </a:lnTo>
                <a:lnTo>
                  <a:pt x="78457" y="47393"/>
                </a:lnTo>
                <a:lnTo>
                  <a:pt x="78457" y="47069"/>
                </a:lnTo>
                <a:lnTo>
                  <a:pt x="78457" y="47044"/>
                </a:lnTo>
                <a:lnTo>
                  <a:pt x="78457" y="46945"/>
                </a:lnTo>
                <a:cubicBezTo>
                  <a:pt x="78457" y="46845"/>
                  <a:pt x="78457" y="46795"/>
                  <a:pt x="78407" y="46696"/>
                </a:cubicBezTo>
                <a:cubicBezTo>
                  <a:pt x="78407" y="46571"/>
                  <a:pt x="78407" y="46422"/>
                  <a:pt x="78382" y="46298"/>
                </a:cubicBezTo>
                <a:cubicBezTo>
                  <a:pt x="78382" y="46198"/>
                  <a:pt x="78357" y="46098"/>
                  <a:pt x="78357" y="46024"/>
                </a:cubicBezTo>
                <a:cubicBezTo>
                  <a:pt x="78333" y="45849"/>
                  <a:pt x="78333" y="45700"/>
                  <a:pt x="78283" y="45576"/>
                </a:cubicBezTo>
                <a:cubicBezTo>
                  <a:pt x="78283" y="45551"/>
                  <a:pt x="78258" y="45476"/>
                  <a:pt x="78258" y="45451"/>
                </a:cubicBezTo>
                <a:cubicBezTo>
                  <a:pt x="78258" y="45426"/>
                  <a:pt x="78258" y="45401"/>
                  <a:pt x="78233" y="45352"/>
                </a:cubicBezTo>
                <a:lnTo>
                  <a:pt x="78233" y="45327"/>
                </a:lnTo>
                <a:cubicBezTo>
                  <a:pt x="78233" y="45302"/>
                  <a:pt x="78208" y="45227"/>
                  <a:pt x="78208" y="45202"/>
                </a:cubicBezTo>
                <a:close/>
                <a:moveTo>
                  <a:pt x="72757" y="46820"/>
                </a:moveTo>
                <a:cubicBezTo>
                  <a:pt x="71911" y="48936"/>
                  <a:pt x="70766" y="51101"/>
                  <a:pt x="69372" y="53267"/>
                </a:cubicBezTo>
                <a:cubicBezTo>
                  <a:pt x="69322" y="53267"/>
                  <a:pt x="69322" y="53267"/>
                  <a:pt x="69297" y="53242"/>
                </a:cubicBezTo>
                <a:cubicBezTo>
                  <a:pt x="70691" y="51126"/>
                  <a:pt x="71811" y="48936"/>
                  <a:pt x="72657" y="46870"/>
                </a:cubicBezTo>
                <a:cubicBezTo>
                  <a:pt x="72682" y="46870"/>
                  <a:pt x="72732" y="46820"/>
                  <a:pt x="72757" y="46820"/>
                </a:cubicBezTo>
                <a:close/>
                <a:moveTo>
                  <a:pt x="74026" y="48861"/>
                </a:moveTo>
                <a:cubicBezTo>
                  <a:pt x="74773" y="50355"/>
                  <a:pt x="75819" y="51798"/>
                  <a:pt x="77163" y="53242"/>
                </a:cubicBezTo>
                <a:cubicBezTo>
                  <a:pt x="77163" y="53267"/>
                  <a:pt x="77138" y="53267"/>
                  <a:pt x="77138" y="53292"/>
                </a:cubicBezTo>
                <a:cubicBezTo>
                  <a:pt x="75794" y="51873"/>
                  <a:pt x="74748" y="50380"/>
                  <a:pt x="74001" y="48911"/>
                </a:cubicBezTo>
                <a:cubicBezTo>
                  <a:pt x="74001" y="48886"/>
                  <a:pt x="74026" y="48886"/>
                  <a:pt x="74026" y="48861"/>
                </a:cubicBezTo>
                <a:close/>
                <a:moveTo>
                  <a:pt x="67331" y="53068"/>
                </a:moveTo>
                <a:cubicBezTo>
                  <a:pt x="67779" y="53068"/>
                  <a:pt x="68326" y="53167"/>
                  <a:pt x="68998" y="53367"/>
                </a:cubicBezTo>
                <a:cubicBezTo>
                  <a:pt x="68998" y="53391"/>
                  <a:pt x="68949" y="53391"/>
                  <a:pt x="68949" y="53416"/>
                </a:cubicBezTo>
                <a:cubicBezTo>
                  <a:pt x="68325" y="53249"/>
                  <a:pt x="67794" y="53165"/>
                  <a:pt x="67356" y="53165"/>
                </a:cubicBezTo>
                <a:cubicBezTo>
                  <a:pt x="67078" y="53165"/>
                  <a:pt x="66837" y="53199"/>
                  <a:pt x="66634" y="53267"/>
                </a:cubicBezTo>
                <a:cubicBezTo>
                  <a:pt x="66659" y="53242"/>
                  <a:pt x="66683" y="53217"/>
                  <a:pt x="66683" y="53167"/>
                </a:cubicBezTo>
                <a:cubicBezTo>
                  <a:pt x="66883" y="53118"/>
                  <a:pt x="67082" y="53068"/>
                  <a:pt x="67331" y="53068"/>
                </a:cubicBezTo>
                <a:close/>
                <a:moveTo>
                  <a:pt x="54960" y="44704"/>
                </a:moveTo>
                <a:cubicBezTo>
                  <a:pt x="55109" y="44879"/>
                  <a:pt x="55234" y="45028"/>
                  <a:pt x="55383" y="45177"/>
                </a:cubicBezTo>
                <a:cubicBezTo>
                  <a:pt x="55209" y="45302"/>
                  <a:pt x="55059" y="45426"/>
                  <a:pt x="54860" y="45551"/>
                </a:cubicBezTo>
                <a:lnTo>
                  <a:pt x="54835" y="45551"/>
                </a:lnTo>
                <a:cubicBezTo>
                  <a:pt x="54761" y="45576"/>
                  <a:pt x="54736" y="45601"/>
                  <a:pt x="54686" y="45650"/>
                </a:cubicBezTo>
                <a:cubicBezTo>
                  <a:pt x="54636" y="45675"/>
                  <a:pt x="54586" y="45700"/>
                  <a:pt x="54561" y="45750"/>
                </a:cubicBezTo>
                <a:lnTo>
                  <a:pt x="53715" y="46397"/>
                </a:lnTo>
                <a:lnTo>
                  <a:pt x="53641" y="46447"/>
                </a:lnTo>
                <a:cubicBezTo>
                  <a:pt x="53616" y="46472"/>
                  <a:pt x="53591" y="46522"/>
                  <a:pt x="53566" y="46522"/>
                </a:cubicBezTo>
                <a:cubicBezTo>
                  <a:pt x="53018" y="46945"/>
                  <a:pt x="52496" y="47393"/>
                  <a:pt x="51973" y="47866"/>
                </a:cubicBezTo>
                <a:lnTo>
                  <a:pt x="51873" y="47940"/>
                </a:lnTo>
                <a:cubicBezTo>
                  <a:pt x="51823" y="48015"/>
                  <a:pt x="51749" y="48040"/>
                  <a:pt x="51699" y="48115"/>
                </a:cubicBezTo>
                <a:cubicBezTo>
                  <a:pt x="51624" y="48139"/>
                  <a:pt x="51599" y="48189"/>
                  <a:pt x="51525" y="48239"/>
                </a:cubicBezTo>
                <a:lnTo>
                  <a:pt x="51450" y="48314"/>
                </a:lnTo>
                <a:cubicBezTo>
                  <a:pt x="51002" y="48737"/>
                  <a:pt x="50604" y="49110"/>
                  <a:pt x="50156" y="49508"/>
                </a:cubicBezTo>
                <a:lnTo>
                  <a:pt x="49982" y="49683"/>
                </a:lnTo>
                <a:lnTo>
                  <a:pt x="49658" y="50006"/>
                </a:lnTo>
                <a:lnTo>
                  <a:pt x="49384" y="50280"/>
                </a:lnTo>
                <a:cubicBezTo>
                  <a:pt x="49235" y="50429"/>
                  <a:pt x="49085" y="50629"/>
                  <a:pt x="48911" y="50778"/>
                </a:cubicBezTo>
                <a:cubicBezTo>
                  <a:pt x="48662" y="51027"/>
                  <a:pt x="48413" y="51276"/>
                  <a:pt x="48214" y="51550"/>
                </a:cubicBezTo>
                <a:cubicBezTo>
                  <a:pt x="48164" y="51599"/>
                  <a:pt x="48140" y="51624"/>
                  <a:pt x="48140" y="51649"/>
                </a:cubicBezTo>
                <a:lnTo>
                  <a:pt x="48090" y="51724"/>
                </a:lnTo>
                <a:cubicBezTo>
                  <a:pt x="47542" y="52296"/>
                  <a:pt x="47019" y="52894"/>
                  <a:pt x="46547" y="53491"/>
                </a:cubicBezTo>
                <a:lnTo>
                  <a:pt x="46148" y="53093"/>
                </a:lnTo>
                <a:cubicBezTo>
                  <a:pt x="48911" y="50230"/>
                  <a:pt x="51848" y="47393"/>
                  <a:pt x="54960" y="44704"/>
                </a:cubicBezTo>
                <a:close/>
                <a:moveTo>
                  <a:pt x="69197" y="53391"/>
                </a:moveTo>
                <a:cubicBezTo>
                  <a:pt x="69197" y="53391"/>
                  <a:pt x="69247" y="53416"/>
                  <a:pt x="69272" y="53416"/>
                </a:cubicBezTo>
                <a:cubicBezTo>
                  <a:pt x="69272" y="53466"/>
                  <a:pt x="69247" y="53466"/>
                  <a:pt x="69247" y="53491"/>
                </a:cubicBezTo>
                <a:cubicBezTo>
                  <a:pt x="69197" y="53491"/>
                  <a:pt x="69197" y="53491"/>
                  <a:pt x="69173" y="53466"/>
                </a:cubicBezTo>
                <a:cubicBezTo>
                  <a:pt x="69173" y="53416"/>
                  <a:pt x="69197" y="53416"/>
                  <a:pt x="69197" y="53391"/>
                </a:cubicBezTo>
                <a:close/>
                <a:moveTo>
                  <a:pt x="73006" y="46696"/>
                </a:moveTo>
                <a:cubicBezTo>
                  <a:pt x="73180" y="47318"/>
                  <a:pt x="73404" y="47990"/>
                  <a:pt x="73678" y="48612"/>
                </a:cubicBezTo>
                <a:cubicBezTo>
                  <a:pt x="72558" y="50255"/>
                  <a:pt x="71388" y="51873"/>
                  <a:pt x="70118" y="53491"/>
                </a:cubicBezTo>
                <a:cubicBezTo>
                  <a:pt x="69894" y="53416"/>
                  <a:pt x="69695" y="53367"/>
                  <a:pt x="69546" y="53292"/>
                </a:cubicBezTo>
                <a:cubicBezTo>
                  <a:pt x="70990" y="51101"/>
                  <a:pt x="72135" y="48861"/>
                  <a:pt x="73006" y="46696"/>
                </a:cubicBezTo>
                <a:close/>
                <a:moveTo>
                  <a:pt x="73777" y="48811"/>
                </a:moveTo>
                <a:cubicBezTo>
                  <a:pt x="73777" y="48811"/>
                  <a:pt x="73777" y="48861"/>
                  <a:pt x="73802" y="48861"/>
                </a:cubicBezTo>
                <a:cubicBezTo>
                  <a:pt x="72732" y="50429"/>
                  <a:pt x="71562" y="51998"/>
                  <a:pt x="70367" y="53541"/>
                </a:cubicBezTo>
                <a:lnTo>
                  <a:pt x="70318" y="53541"/>
                </a:lnTo>
                <a:cubicBezTo>
                  <a:pt x="71512" y="52022"/>
                  <a:pt x="72682" y="50429"/>
                  <a:pt x="73777" y="48811"/>
                </a:cubicBezTo>
                <a:close/>
                <a:moveTo>
                  <a:pt x="23522" y="45650"/>
                </a:moveTo>
                <a:lnTo>
                  <a:pt x="23572" y="45675"/>
                </a:lnTo>
                <a:cubicBezTo>
                  <a:pt x="21506" y="48264"/>
                  <a:pt x="19589" y="50902"/>
                  <a:pt x="17772" y="53591"/>
                </a:cubicBezTo>
                <a:lnTo>
                  <a:pt x="17723" y="53591"/>
                </a:lnTo>
                <a:cubicBezTo>
                  <a:pt x="19515" y="50927"/>
                  <a:pt x="21456" y="48264"/>
                  <a:pt x="23522" y="45650"/>
                </a:cubicBezTo>
                <a:close/>
                <a:moveTo>
                  <a:pt x="117710" y="41344"/>
                </a:moveTo>
                <a:lnTo>
                  <a:pt x="117710" y="41344"/>
                </a:lnTo>
                <a:cubicBezTo>
                  <a:pt x="117685" y="41593"/>
                  <a:pt x="117660" y="41842"/>
                  <a:pt x="117660" y="42066"/>
                </a:cubicBezTo>
                <a:cubicBezTo>
                  <a:pt x="117461" y="43584"/>
                  <a:pt x="117212" y="45327"/>
                  <a:pt x="116988" y="46671"/>
                </a:cubicBezTo>
                <a:cubicBezTo>
                  <a:pt x="116839" y="47642"/>
                  <a:pt x="116540" y="49060"/>
                  <a:pt x="116217" y="50156"/>
                </a:cubicBezTo>
                <a:cubicBezTo>
                  <a:pt x="116117" y="50479"/>
                  <a:pt x="116043" y="50778"/>
                  <a:pt x="115943" y="51126"/>
                </a:cubicBezTo>
                <a:cubicBezTo>
                  <a:pt x="115719" y="51923"/>
                  <a:pt x="115470" y="52869"/>
                  <a:pt x="115196" y="53715"/>
                </a:cubicBezTo>
                <a:lnTo>
                  <a:pt x="115196" y="53541"/>
                </a:lnTo>
                <a:cubicBezTo>
                  <a:pt x="115719" y="51599"/>
                  <a:pt x="116067" y="49658"/>
                  <a:pt x="116291" y="47816"/>
                </a:cubicBezTo>
                <a:cubicBezTo>
                  <a:pt x="116914" y="45625"/>
                  <a:pt x="117412" y="43460"/>
                  <a:pt x="117710" y="41344"/>
                </a:cubicBezTo>
                <a:close/>
                <a:moveTo>
                  <a:pt x="46049" y="53267"/>
                </a:moveTo>
                <a:lnTo>
                  <a:pt x="46472" y="53665"/>
                </a:lnTo>
                <a:cubicBezTo>
                  <a:pt x="46472" y="53715"/>
                  <a:pt x="46472" y="53715"/>
                  <a:pt x="46422" y="53740"/>
                </a:cubicBezTo>
                <a:lnTo>
                  <a:pt x="46024" y="53342"/>
                </a:lnTo>
                <a:cubicBezTo>
                  <a:pt x="46024" y="53292"/>
                  <a:pt x="46049" y="53292"/>
                  <a:pt x="46049" y="53267"/>
                </a:cubicBezTo>
                <a:close/>
                <a:moveTo>
                  <a:pt x="69421" y="53491"/>
                </a:moveTo>
                <a:cubicBezTo>
                  <a:pt x="69621" y="53541"/>
                  <a:pt x="69770" y="53615"/>
                  <a:pt x="69944" y="53665"/>
                </a:cubicBezTo>
                <a:cubicBezTo>
                  <a:pt x="69944" y="53690"/>
                  <a:pt x="69919" y="53690"/>
                  <a:pt x="69919" y="53740"/>
                </a:cubicBezTo>
                <a:cubicBezTo>
                  <a:pt x="69720" y="53665"/>
                  <a:pt x="69571" y="53615"/>
                  <a:pt x="69397" y="53541"/>
                </a:cubicBezTo>
                <a:cubicBezTo>
                  <a:pt x="69421" y="53516"/>
                  <a:pt x="69421" y="53491"/>
                  <a:pt x="69421" y="53491"/>
                </a:cubicBezTo>
                <a:close/>
                <a:moveTo>
                  <a:pt x="54494" y="46213"/>
                </a:moveTo>
                <a:cubicBezTo>
                  <a:pt x="54460" y="46240"/>
                  <a:pt x="54425" y="46268"/>
                  <a:pt x="54387" y="46298"/>
                </a:cubicBezTo>
                <a:cubicBezTo>
                  <a:pt x="54238" y="46422"/>
                  <a:pt x="54064" y="46546"/>
                  <a:pt x="53889" y="46696"/>
                </a:cubicBezTo>
                <a:cubicBezTo>
                  <a:pt x="53865" y="46746"/>
                  <a:pt x="53840" y="46746"/>
                  <a:pt x="53815" y="46770"/>
                </a:cubicBezTo>
                <a:cubicBezTo>
                  <a:pt x="53740" y="46820"/>
                  <a:pt x="53641" y="46895"/>
                  <a:pt x="53591" y="46945"/>
                </a:cubicBezTo>
                <a:cubicBezTo>
                  <a:pt x="53566" y="46970"/>
                  <a:pt x="53516" y="46970"/>
                  <a:pt x="53491" y="47019"/>
                </a:cubicBezTo>
                <a:lnTo>
                  <a:pt x="53466" y="47044"/>
                </a:lnTo>
                <a:cubicBezTo>
                  <a:pt x="53267" y="47194"/>
                  <a:pt x="53068" y="47343"/>
                  <a:pt x="52869" y="47542"/>
                </a:cubicBezTo>
                <a:lnTo>
                  <a:pt x="52844" y="47567"/>
                </a:lnTo>
                <a:lnTo>
                  <a:pt x="52769" y="47642"/>
                </a:lnTo>
                <a:cubicBezTo>
                  <a:pt x="52744" y="47642"/>
                  <a:pt x="52744" y="47667"/>
                  <a:pt x="52720" y="47667"/>
                </a:cubicBezTo>
                <a:cubicBezTo>
                  <a:pt x="52122" y="48164"/>
                  <a:pt x="51575" y="48687"/>
                  <a:pt x="51002" y="49210"/>
                </a:cubicBezTo>
                <a:cubicBezTo>
                  <a:pt x="51002" y="49210"/>
                  <a:pt x="50977" y="49210"/>
                  <a:pt x="50977" y="49260"/>
                </a:cubicBezTo>
                <a:lnTo>
                  <a:pt x="50878" y="49334"/>
                </a:lnTo>
                <a:lnTo>
                  <a:pt x="49658" y="50554"/>
                </a:lnTo>
                <a:lnTo>
                  <a:pt x="49608" y="50629"/>
                </a:lnTo>
                <a:lnTo>
                  <a:pt x="49509" y="50703"/>
                </a:lnTo>
                <a:lnTo>
                  <a:pt x="49359" y="50877"/>
                </a:lnTo>
                <a:cubicBezTo>
                  <a:pt x="49011" y="51251"/>
                  <a:pt x="48637" y="51624"/>
                  <a:pt x="48289" y="51998"/>
                </a:cubicBezTo>
                <a:lnTo>
                  <a:pt x="48140" y="52147"/>
                </a:lnTo>
                <a:lnTo>
                  <a:pt x="48040" y="52246"/>
                </a:lnTo>
                <a:cubicBezTo>
                  <a:pt x="48015" y="52271"/>
                  <a:pt x="47990" y="52321"/>
                  <a:pt x="47965" y="52371"/>
                </a:cubicBezTo>
                <a:cubicBezTo>
                  <a:pt x="47916" y="52396"/>
                  <a:pt x="47916" y="52421"/>
                  <a:pt x="47891" y="52421"/>
                </a:cubicBezTo>
                <a:cubicBezTo>
                  <a:pt x="47517" y="52869"/>
                  <a:pt x="47119" y="53317"/>
                  <a:pt x="46746" y="53765"/>
                </a:cubicBezTo>
                <a:lnTo>
                  <a:pt x="46721" y="53740"/>
                </a:lnTo>
                <a:cubicBezTo>
                  <a:pt x="46870" y="53541"/>
                  <a:pt x="46995" y="53367"/>
                  <a:pt x="47144" y="53217"/>
                </a:cubicBezTo>
                <a:cubicBezTo>
                  <a:pt x="47219" y="53118"/>
                  <a:pt x="47293" y="53018"/>
                  <a:pt x="47368" y="52943"/>
                </a:cubicBezTo>
                <a:cubicBezTo>
                  <a:pt x="47766" y="52446"/>
                  <a:pt x="48214" y="51998"/>
                  <a:pt x="48637" y="51500"/>
                </a:cubicBezTo>
                <a:cubicBezTo>
                  <a:pt x="48737" y="51400"/>
                  <a:pt x="48787" y="51301"/>
                  <a:pt x="48886" y="51251"/>
                </a:cubicBezTo>
                <a:cubicBezTo>
                  <a:pt x="49334" y="50778"/>
                  <a:pt x="49782" y="50305"/>
                  <a:pt x="50255" y="49832"/>
                </a:cubicBezTo>
                <a:lnTo>
                  <a:pt x="50479" y="49633"/>
                </a:lnTo>
                <a:cubicBezTo>
                  <a:pt x="50977" y="49160"/>
                  <a:pt x="51450" y="48687"/>
                  <a:pt x="51973" y="48264"/>
                </a:cubicBezTo>
                <a:cubicBezTo>
                  <a:pt x="52023" y="48239"/>
                  <a:pt x="52072" y="48164"/>
                  <a:pt x="52122" y="48139"/>
                </a:cubicBezTo>
                <a:lnTo>
                  <a:pt x="53242" y="47194"/>
                </a:lnTo>
                <a:lnTo>
                  <a:pt x="53715" y="46820"/>
                </a:lnTo>
                <a:lnTo>
                  <a:pt x="53815" y="46721"/>
                </a:lnTo>
                <a:cubicBezTo>
                  <a:pt x="54033" y="46546"/>
                  <a:pt x="54271" y="46371"/>
                  <a:pt x="54494" y="46213"/>
                </a:cubicBezTo>
                <a:close/>
                <a:moveTo>
                  <a:pt x="114997" y="53342"/>
                </a:moveTo>
                <a:lnTo>
                  <a:pt x="114997" y="53541"/>
                </a:lnTo>
                <a:cubicBezTo>
                  <a:pt x="114997" y="53615"/>
                  <a:pt x="114972" y="53715"/>
                  <a:pt x="114947" y="53765"/>
                </a:cubicBezTo>
                <a:lnTo>
                  <a:pt x="114947" y="53541"/>
                </a:lnTo>
                <a:cubicBezTo>
                  <a:pt x="114972" y="53491"/>
                  <a:pt x="114972" y="53391"/>
                  <a:pt x="114997" y="53342"/>
                </a:cubicBezTo>
                <a:close/>
                <a:moveTo>
                  <a:pt x="17673" y="53765"/>
                </a:moveTo>
                <a:cubicBezTo>
                  <a:pt x="17673" y="53790"/>
                  <a:pt x="17648" y="53790"/>
                  <a:pt x="17648" y="53839"/>
                </a:cubicBezTo>
                <a:lnTo>
                  <a:pt x="17598" y="53839"/>
                </a:lnTo>
                <a:cubicBezTo>
                  <a:pt x="17598" y="53790"/>
                  <a:pt x="17623" y="53790"/>
                  <a:pt x="17623" y="53765"/>
                </a:cubicBezTo>
                <a:close/>
                <a:moveTo>
                  <a:pt x="66293" y="53362"/>
                </a:moveTo>
                <a:cubicBezTo>
                  <a:pt x="66172" y="53507"/>
                  <a:pt x="66031" y="53673"/>
                  <a:pt x="65912" y="53839"/>
                </a:cubicBezTo>
                <a:cubicBezTo>
                  <a:pt x="65912" y="53790"/>
                  <a:pt x="65937" y="53765"/>
                  <a:pt x="65937" y="53740"/>
                </a:cubicBezTo>
                <a:lnTo>
                  <a:pt x="65937" y="53690"/>
                </a:lnTo>
                <a:cubicBezTo>
                  <a:pt x="65937" y="53665"/>
                  <a:pt x="65962" y="53640"/>
                  <a:pt x="65962" y="53615"/>
                </a:cubicBezTo>
                <a:cubicBezTo>
                  <a:pt x="66036" y="53516"/>
                  <a:pt x="66086" y="53416"/>
                  <a:pt x="66186" y="53367"/>
                </a:cubicBezTo>
                <a:lnTo>
                  <a:pt x="66211" y="53367"/>
                </a:lnTo>
                <a:cubicBezTo>
                  <a:pt x="66252" y="53367"/>
                  <a:pt x="66278" y="53367"/>
                  <a:pt x="66293" y="53362"/>
                </a:cubicBezTo>
                <a:close/>
                <a:moveTo>
                  <a:pt x="23721" y="45800"/>
                </a:moveTo>
                <a:cubicBezTo>
                  <a:pt x="24070" y="46173"/>
                  <a:pt x="24393" y="46546"/>
                  <a:pt x="24767" y="46895"/>
                </a:cubicBezTo>
                <a:cubicBezTo>
                  <a:pt x="23398" y="49235"/>
                  <a:pt x="22278" y="51599"/>
                  <a:pt x="21456" y="53864"/>
                </a:cubicBezTo>
                <a:cubicBezTo>
                  <a:pt x="20286" y="53715"/>
                  <a:pt x="19166" y="53615"/>
                  <a:pt x="18046" y="53591"/>
                </a:cubicBezTo>
                <a:cubicBezTo>
                  <a:pt x="19789" y="50977"/>
                  <a:pt x="21705" y="48388"/>
                  <a:pt x="23721" y="45800"/>
                </a:cubicBezTo>
                <a:close/>
                <a:moveTo>
                  <a:pt x="24891" y="47019"/>
                </a:moveTo>
                <a:lnTo>
                  <a:pt x="24916" y="47044"/>
                </a:lnTo>
                <a:cubicBezTo>
                  <a:pt x="23597" y="49359"/>
                  <a:pt x="22502" y="51649"/>
                  <a:pt x="21655" y="53889"/>
                </a:cubicBezTo>
                <a:lnTo>
                  <a:pt x="21606" y="53889"/>
                </a:lnTo>
                <a:cubicBezTo>
                  <a:pt x="22452" y="51649"/>
                  <a:pt x="23572" y="49359"/>
                  <a:pt x="24891" y="47019"/>
                </a:cubicBezTo>
                <a:close/>
                <a:moveTo>
                  <a:pt x="37835" y="46273"/>
                </a:moveTo>
                <a:cubicBezTo>
                  <a:pt x="37959" y="46372"/>
                  <a:pt x="38059" y="46447"/>
                  <a:pt x="38183" y="46546"/>
                </a:cubicBezTo>
                <a:cubicBezTo>
                  <a:pt x="36291" y="48936"/>
                  <a:pt x="34698" y="51425"/>
                  <a:pt x="33454" y="53889"/>
                </a:cubicBezTo>
                <a:cubicBezTo>
                  <a:pt x="33031" y="53541"/>
                  <a:pt x="32583" y="53217"/>
                  <a:pt x="32184" y="52869"/>
                </a:cubicBezTo>
                <a:cubicBezTo>
                  <a:pt x="33952" y="50629"/>
                  <a:pt x="35818" y="48413"/>
                  <a:pt x="37835" y="46273"/>
                </a:cubicBezTo>
                <a:close/>
                <a:moveTo>
                  <a:pt x="38308" y="46646"/>
                </a:moveTo>
                <a:cubicBezTo>
                  <a:pt x="38332" y="46646"/>
                  <a:pt x="38332" y="46671"/>
                  <a:pt x="38382" y="46671"/>
                </a:cubicBezTo>
                <a:cubicBezTo>
                  <a:pt x="36466" y="49060"/>
                  <a:pt x="34898" y="51550"/>
                  <a:pt x="33653" y="54014"/>
                </a:cubicBezTo>
                <a:cubicBezTo>
                  <a:pt x="33603" y="54014"/>
                  <a:pt x="33603" y="53989"/>
                  <a:pt x="33578" y="53989"/>
                </a:cubicBezTo>
                <a:cubicBezTo>
                  <a:pt x="34823" y="51525"/>
                  <a:pt x="36416" y="49036"/>
                  <a:pt x="38308" y="46646"/>
                </a:cubicBezTo>
                <a:close/>
                <a:moveTo>
                  <a:pt x="17897" y="53790"/>
                </a:moveTo>
                <a:cubicBezTo>
                  <a:pt x="19017" y="53839"/>
                  <a:pt x="20212" y="53889"/>
                  <a:pt x="21357" y="54039"/>
                </a:cubicBezTo>
                <a:lnTo>
                  <a:pt x="21357" y="54113"/>
                </a:lnTo>
                <a:cubicBezTo>
                  <a:pt x="20162" y="53964"/>
                  <a:pt x="19017" y="53864"/>
                  <a:pt x="17872" y="53864"/>
                </a:cubicBezTo>
                <a:cubicBezTo>
                  <a:pt x="17872" y="53839"/>
                  <a:pt x="17897" y="53839"/>
                  <a:pt x="17897" y="53790"/>
                </a:cubicBezTo>
                <a:close/>
                <a:moveTo>
                  <a:pt x="32035" y="52993"/>
                </a:moveTo>
                <a:cubicBezTo>
                  <a:pt x="32483" y="53342"/>
                  <a:pt x="32931" y="53715"/>
                  <a:pt x="33354" y="54039"/>
                </a:cubicBezTo>
                <a:cubicBezTo>
                  <a:pt x="33354" y="54088"/>
                  <a:pt x="33329" y="54088"/>
                  <a:pt x="33329" y="54113"/>
                </a:cubicBezTo>
                <a:cubicBezTo>
                  <a:pt x="32906" y="53765"/>
                  <a:pt x="32433" y="53391"/>
                  <a:pt x="31985" y="53043"/>
                </a:cubicBezTo>
                <a:cubicBezTo>
                  <a:pt x="31985" y="53018"/>
                  <a:pt x="32035" y="53018"/>
                  <a:pt x="32035" y="52993"/>
                </a:cubicBezTo>
                <a:close/>
                <a:moveTo>
                  <a:pt x="21606" y="54088"/>
                </a:moveTo>
                <a:cubicBezTo>
                  <a:pt x="21606" y="54113"/>
                  <a:pt x="21606" y="54113"/>
                  <a:pt x="21581" y="54138"/>
                </a:cubicBezTo>
                <a:lnTo>
                  <a:pt x="21506" y="54138"/>
                </a:lnTo>
                <a:cubicBezTo>
                  <a:pt x="21506" y="54113"/>
                  <a:pt x="21506" y="54113"/>
                  <a:pt x="21531" y="54088"/>
                </a:cubicBezTo>
                <a:close/>
                <a:moveTo>
                  <a:pt x="19042" y="40174"/>
                </a:moveTo>
                <a:lnTo>
                  <a:pt x="19042" y="40199"/>
                </a:lnTo>
                <a:lnTo>
                  <a:pt x="19092" y="40224"/>
                </a:lnTo>
                <a:cubicBezTo>
                  <a:pt x="18992" y="40448"/>
                  <a:pt x="18893" y="40573"/>
                  <a:pt x="18793" y="40722"/>
                </a:cubicBezTo>
                <a:lnTo>
                  <a:pt x="17673" y="42415"/>
                </a:lnTo>
                <a:cubicBezTo>
                  <a:pt x="17499" y="42713"/>
                  <a:pt x="17275" y="43037"/>
                  <a:pt x="17100" y="43311"/>
                </a:cubicBezTo>
                <a:cubicBezTo>
                  <a:pt x="16802" y="43759"/>
                  <a:pt x="16553" y="44182"/>
                  <a:pt x="16304" y="44580"/>
                </a:cubicBezTo>
                <a:cubicBezTo>
                  <a:pt x="16154" y="44829"/>
                  <a:pt x="16030" y="45053"/>
                  <a:pt x="15881" y="45277"/>
                </a:cubicBezTo>
                <a:cubicBezTo>
                  <a:pt x="15507" y="45899"/>
                  <a:pt x="15184" y="46472"/>
                  <a:pt x="14860" y="47094"/>
                </a:cubicBezTo>
                <a:cubicBezTo>
                  <a:pt x="14561" y="47592"/>
                  <a:pt x="14313" y="48090"/>
                  <a:pt x="14064" y="48612"/>
                </a:cubicBezTo>
                <a:cubicBezTo>
                  <a:pt x="14064" y="48612"/>
                  <a:pt x="14064" y="48637"/>
                  <a:pt x="14039" y="48637"/>
                </a:cubicBezTo>
                <a:cubicBezTo>
                  <a:pt x="13939" y="48811"/>
                  <a:pt x="13865" y="49011"/>
                  <a:pt x="13765" y="49235"/>
                </a:cubicBezTo>
                <a:cubicBezTo>
                  <a:pt x="13541" y="49683"/>
                  <a:pt x="13317" y="50131"/>
                  <a:pt x="13118" y="50604"/>
                </a:cubicBezTo>
                <a:cubicBezTo>
                  <a:pt x="13043" y="50753"/>
                  <a:pt x="12944" y="50902"/>
                  <a:pt x="12894" y="51052"/>
                </a:cubicBezTo>
                <a:cubicBezTo>
                  <a:pt x="12421" y="52122"/>
                  <a:pt x="11948" y="53217"/>
                  <a:pt x="11575" y="54238"/>
                </a:cubicBezTo>
                <a:lnTo>
                  <a:pt x="11525" y="54238"/>
                </a:lnTo>
                <a:cubicBezTo>
                  <a:pt x="13192" y="49658"/>
                  <a:pt x="15781" y="44879"/>
                  <a:pt x="19042" y="40174"/>
                </a:cubicBezTo>
                <a:close/>
                <a:moveTo>
                  <a:pt x="19216" y="40473"/>
                </a:moveTo>
                <a:cubicBezTo>
                  <a:pt x="20212" y="41917"/>
                  <a:pt x="21606" y="43634"/>
                  <a:pt x="23398" y="45501"/>
                </a:cubicBezTo>
                <a:cubicBezTo>
                  <a:pt x="21282" y="48139"/>
                  <a:pt x="19341" y="50853"/>
                  <a:pt x="17499" y="53591"/>
                </a:cubicBezTo>
                <a:cubicBezTo>
                  <a:pt x="15507" y="53591"/>
                  <a:pt x="13566" y="53765"/>
                  <a:pt x="11799" y="54238"/>
                </a:cubicBezTo>
                <a:cubicBezTo>
                  <a:pt x="12670" y="51898"/>
                  <a:pt x="13765" y="49508"/>
                  <a:pt x="15109" y="47094"/>
                </a:cubicBezTo>
                <a:cubicBezTo>
                  <a:pt x="15258" y="46820"/>
                  <a:pt x="15408" y="46546"/>
                  <a:pt x="15557" y="46298"/>
                </a:cubicBezTo>
                <a:cubicBezTo>
                  <a:pt x="15731" y="46024"/>
                  <a:pt x="15881" y="45775"/>
                  <a:pt x="16030" y="45501"/>
                </a:cubicBezTo>
                <a:cubicBezTo>
                  <a:pt x="16304" y="45028"/>
                  <a:pt x="16603" y="44555"/>
                  <a:pt x="16876" y="44057"/>
                </a:cubicBezTo>
                <a:cubicBezTo>
                  <a:pt x="16926" y="44008"/>
                  <a:pt x="16976" y="43908"/>
                  <a:pt x="17001" y="43833"/>
                </a:cubicBezTo>
                <a:cubicBezTo>
                  <a:pt x="17349" y="43286"/>
                  <a:pt x="17723" y="42713"/>
                  <a:pt x="18046" y="42166"/>
                </a:cubicBezTo>
                <a:cubicBezTo>
                  <a:pt x="18420" y="41568"/>
                  <a:pt x="18793" y="41046"/>
                  <a:pt x="19216" y="40473"/>
                </a:cubicBezTo>
                <a:close/>
                <a:moveTo>
                  <a:pt x="33528" y="54138"/>
                </a:moveTo>
                <a:cubicBezTo>
                  <a:pt x="33553" y="54138"/>
                  <a:pt x="33553" y="54163"/>
                  <a:pt x="33578" y="54163"/>
                </a:cubicBezTo>
                <a:cubicBezTo>
                  <a:pt x="33578" y="54213"/>
                  <a:pt x="33553" y="54213"/>
                  <a:pt x="33553" y="54238"/>
                </a:cubicBezTo>
                <a:cubicBezTo>
                  <a:pt x="33528" y="54238"/>
                  <a:pt x="33479" y="54238"/>
                  <a:pt x="33479" y="54213"/>
                </a:cubicBezTo>
                <a:cubicBezTo>
                  <a:pt x="33479" y="54163"/>
                  <a:pt x="33528" y="54163"/>
                  <a:pt x="33528" y="54138"/>
                </a:cubicBezTo>
                <a:close/>
                <a:moveTo>
                  <a:pt x="17399" y="53790"/>
                </a:moveTo>
                <a:cubicBezTo>
                  <a:pt x="17374" y="53790"/>
                  <a:pt x="17374" y="53790"/>
                  <a:pt x="17349" y="53839"/>
                </a:cubicBezTo>
                <a:cubicBezTo>
                  <a:pt x="15358" y="53839"/>
                  <a:pt x="13441" y="54039"/>
                  <a:pt x="11699" y="54512"/>
                </a:cubicBezTo>
                <a:cubicBezTo>
                  <a:pt x="11699" y="54487"/>
                  <a:pt x="11749" y="54487"/>
                  <a:pt x="11749" y="54462"/>
                </a:cubicBezTo>
                <a:cubicBezTo>
                  <a:pt x="13516" y="53989"/>
                  <a:pt x="15408" y="53790"/>
                  <a:pt x="17399" y="53790"/>
                </a:cubicBezTo>
                <a:close/>
                <a:moveTo>
                  <a:pt x="118084" y="37735"/>
                </a:moveTo>
                <a:lnTo>
                  <a:pt x="118084" y="38482"/>
                </a:lnTo>
                <a:cubicBezTo>
                  <a:pt x="118059" y="39452"/>
                  <a:pt x="118034" y="40647"/>
                  <a:pt x="117909" y="41842"/>
                </a:cubicBezTo>
                <a:cubicBezTo>
                  <a:pt x="117909" y="41942"/>
                  <a:pt x="117860" y="42016"/>
                  <a:pt x="117860" y="42091"/>
                </a:cubicBezTo>
                <a:cubicBezTo>
                  <a:pt x="117660" y="43709"/>
                  <a:pt x="117436" y="45401"/>
                  <a:pt x="117212" y="46671"/>
                </a:cubicBezTo>
                <a:cubicBezTo>
                  <a:pt x="117188" y="46820"/>
                  <a:pt x="117163" y="46945"/>
                  <a:pt x="117113" y="47119"/>
                </a:cubicBezTo>
                <a:cubicBezTo>
                  <a:pt x="116964" y="47940"/>
                  <a:pt x="116764" y="48861"/>
                  <a:pt x="116540" y="49857"/>
                </a:cubicBezTo>
                <a:cubicBezTo>
                  <a:pt x="116491" y="49981"/>
                  <a:pt x="116466" y="50106"/>
                  <a:pt x="116441" y="50180"/>
                </a:cubicBezTo>
                <a:cubicBezTo>
                  <a:pt x="116366" y="50405"/>
                  <a:pt x="116316" y="50629"/>
                  <a:pt x="116242" y="50877"/>
                </a:cubicBezTo>
                <a:lnTo>
                  <a:pt x="116142" y="51151"/>
                </a:lnTo>
                <a:cubicBezTo>
                  <a:pt x="116043" y="51624"/>
                  <a:pt x="115868" y="52172"/>
                  <a:pt x="115719" y="52719"/>
                </a:cubicBezTo>
                <a:cubicBezTo>
                  <a:pt x="115520" y="53292"/>
                  <a:pt x="115346" y="53914"/>
                  <a:pt x="115122" y="54586"/>
                </a:cubicBezTo>
                <a:cubicBezTo>
                  <a:pt x="115122" y="54611"/>
                  <a:pt x="115097" y="54611"/>
                  <a:pt x="115097" y="54636"/>
                </a:cubicBezTo>
                <a:cubicBezTo>
                  <a:pt x="115097" y="54586"/>
                  <a:pt x="115122" y="54536"/>
                  <a:pt x="115122" y="54487"/>
                </a:cubicBezTo>
                <a:lnTo>
                  <a:pt x="115122" y="54362"/>
                </a:lnTo>
                <a:cubicBezTo>
                  <a:pt x="115470" y="53391"/>
                  <a:pt x="115819" y="52147"/>
                  <a:pt x="116092" y="51151"/>
                </a:cubicBezTo>
                <a:cubicBezTo>
                  <a:pt x="116192" y="50803"/>
                  <a:pt x="116291" y="50504"/>
                  <a:pt x="116366" y="50180"/>
                </a:cubicBezTo>
                <a:cubicBezTo>
                  <a:pt x="116690" y="49110"/>
                  <a:pt x="116964" y="47667"/>
                  <a:pt x="117163" y="46671"/>
                </a:cubicBezTo>
                <a:cubicBezTo>
                  <a:pt x="117412" y="45327"/>
                  <a:pt x="117611" y="43584"/>
                  <a:pt x="117810" y="42066"/>
                </a:cubicBezTo>
                <a:cubicBezTo>
                  <a:pt x="117934" y="41120"/>
                  <a:pt x="117984" y="39801"/>
                  <a:pt x="118034" y="38731"/>
                </a:cubicBezTo>
                <a:cubicBezTo>
                  <a:pt x="118059" y="38556"/>
                  <a:pt x="118059" y="38357"/>
                  <a:pt x="118059" y="38208"/>
                </a:cubicBezTo>
                <a:lnTo>
                  <a:pt x="118059" y="38083"/>
                </a:lnTo>
                <a:cubicBezTo>
                  <a:pt x="118059" y="37959"/>
                  <a:pt x="118059" y="37859"/>
                  <a:pt x="118084" y="37735"/>
                </a:cubicBezTo>
                <a:close/>
                <a:moveTo>
                  <a:pt x="62952" y="52842"/>
                </a:moveTo>
                <a:lnTo>
                  <a:pt x="62952" y="52842"/>
                </a:lnTo>
                <a:cubicBezTo>
                  <a:pt x="62941" y="52853"/>
                  <a:pt x="62931" y="52862"/>
                  <a:pt x="62925" y="52869"/>
                </a:cubicBezTo>
                <a:lnTo>
                  <a:pt x="62352" y="53342"/>
                </a:lnTo>
                <a:cubicBezTo>
                  <a:pt x="61979" y="53615"/>
                  <a:pt x="61606" y="53914"/>
                  <a:pt x="61307" y="54213"/>
                </a:cubicBezTo>
                <a:cubicBezTo>
                  <a:pt x="61034" y="54445"/>
                  <a:pt x="60760" y="54670"/>
                  <a:pt x="60495" y="54896"/>
                </a:cubicBezTo>
                <a:lnTo>
                  <a:pt x="60495" y="54896"/>
                </a:lnTo>
                <a:cubicBezTo>
                  <a:pt x="60654" y="54753"/>
                  <a:pt x="60809" y="54615"/>
                  <a:pt x="60959" y="54487"/>
                </a:cubicBezTo>
                <a:cubicBezTo>
                  <a:pt x="61058" y="54387"/>
                  <a:pt x="61183" y="54288"/>
                  <a:pt x="61282" y="54213"/>
                </a:cubicBezTo>
                <a:cubicBezTo>
                  <a:pt x="61307" y="54213"/>
                  <a:pt x="61307" y="54163"/>
                  <a:pt x="61332" y="54163"/>
                </a:cubicBezTo>
                <a:cubicBezTo>
                  <a:pt x="61606" y="53914"/>
                  <a:pt x="61929" y="53665"/>
                  <a:pt x="62228" y="53416"/>
                </a:cubicBezTo>
                <a:cubicBezTo>
                  <a:pt x="62352" y="53342"/>
                  <a:pt x="62452" y="53242"/>
                  <a:pt x="62576" y="53143"/>
                </a:cubicBezTo>
                <a:cubicBezTo>
                  <a:pt x="62651" y="53093"/>
                  <a:pt x="62726" y="53018"/>
                  <a:pt x="62800" y="52968"/>
                </a:cubicBezTo>
                <a:lnTo>
                  <a:pt x="62952" y="52842"/>
                </a:lnTo>
                <a:close/>
                <a:moveTo>
                  <a:pt x="78606" y="45675"/>
                </a:moveTo>
                <a:lnTo>
                  <a:pt x="78656" y="45725"/>
                </a:lnTo>
                <a:lnTo>
                  <a:pt x="78656" y="45700"/>
                </a:lnTo>
                <a:cubicBezTo>
                  <a:pt x="78706" y="45725"/>
                  <a:pt x="78731" y="45725"/>
                  <a:pt x="78731" y="45775"/>
                </a:cubicBezTo>
                <a:cubicBezTo>
                  <a:pt x="78756" y="45800"/>
                  <a:pt x="78830" y="45849"/>
                  <a:pt x="78880" y="45899"/>
                </a:cubicBezTo>
                <a:cubicBezTo>
                  <a:pt x="78930" y="45924"/>
                  <a:pt x="78980" y="45999"/>
                  <a:pt x="79029" y="46024"/>
                </a:cubicBezTo>
                <a:lnTo>
                  <a:pt x="79079" y="46049"/>
                </a:lnTo>
                <a:cubicBezTo>
                  <a:pt x="79204" y="46173"/>
                  <a:pt x="79328" y="46273"/>
                  <a:pt x="79477" y="46397"/>
                </a:cubicBezTo>
                <a:cubicBezTo>
                  <a:pt x="79602" y="46472"/>
                  <a:pt x="79726" y="46571"/>
                  <a:pt x="79851" y="46696"/>
                </a:cubicBezTo>
                <a:cubicBezTo>
                  <a:pt x="79901" y="46770"/>
                  <a:pt x="80000" y="46820"/>
                  <a:pt x="80075" y="46845"/>
                </a:cubicBezTo>
                <a:cubicBezTo>
                  <a:pt x="80125" y="46895"/>
                  <a:pt x="80174" y="46945"/>
                  <a:pt x="80224" y="46970"/>
                </a:cubicBezTo>
                <a:cubicBezTo>
                  <a:pt x="80374" y="47094"/>
                  <a:pt x="80523" y="47194"/>
                  <a:pt x="80697" y="47293"/>
                </a:cubicBezTo>
                <a:cubicBezTo>
                  <a:pt x="80722" y="47293"/>
                  <a:pt x="80722" y="47318"/>
                  <a:pt x="80747" y="47318"/>
                </a:cubicBezTo>
                <a:cubicBezTo>
                  <a:pt x="80822" y="47343"/>
                  <a:pt x="80847" y="47393"/>
                  <a:pt x="80896" y="47418"/>
                </a:cubicBezTo>
                <a:lnTo>
                  <a:pt x="80946" y="47442"/>
                </a:lnTo>
                <a:cubicBezTo>
                  <a:pt x="80971" y="47467"/>
                  <a:pt x="80996" y="47467"/>
                  <a:pt x="81021" y="47517"/>
                </a:cubicBezTo>
                <a:lnTo>
                  <a:pt x="81319" y="47691"/>
                </a:lnTo>
                <a:cubicBezTo>
                  <a:pt x="81394" y="47766"/>
                  <a:pt x="81469" y="47791"/>
                  <a:pt x="81568" y="47841"/>
                </a:cubicBezTo>
                <a:cubicBezTo>
                  <a:pt x="81643" y="47915"/>
                  <a:pt x="81743" y="47965"/>
                  <a:pt x="81842" y="48015"/>
                </a:cubicBezTo>
                <a:cubicBezTo>
                  <a:pt x="82016" y="48139"/>
                  <a:pt x="82240" y="48214"/>
                  <a:pt x="82440" y="48339"/>
                </a:cubicBezTo>
                <a:cubicBezTo>
                  <a:pt x="82489" y="48388"/>
                  <a:pt x="82589" y="48438"/>
                  <a:pt x="82639" y="48463"/>
                </a:cubicBezTo>
                <a:cubicBezTo>
                  <a:pt x="82763" y="48538"/>
                  <a:pt x="82888" y="48587"/>
                  <a:pt x="82987" y="48662"/>
                </a:cubicBezTo>
                <a:cubicBezTo>
                  <a:pt x="83087" y="48712"/>
                  <a:pt x="83211" y="48787"/>
                  <a:pt x="83311" y="48811"/>
                </a:cubicBezTo>
                <a:lnTo>
                  <a:pt x="83485" y="48911"/>
                </a:lnTo>
                <a:lnTo>
                  <a:pt x="83684" y="49011"/>
                </a:lnTo>
                <a:cubicBezTo>
                  <a:pt x="82390" y="51052"/>
                  <a:pt x="80996" y="53118"/>
                  <a:pt x="79477" y="55134"/>
                </a:cubicBezTo>
                <a:cubicBezTo>
                  <a:pt x="78830" y="54586"/>
                  <a:pt x="78208" y="54014"/>
                  <a:pt x="77611" y="53416"/>
                </a:cubicBezTo>
                <a:cubicBezTo>
                  <a:pt x="78407" y="51151"/>
                  <a:pt x="78830" y="48986"/>
                  <a:pt x="78731" y="47019"/>
                </a:cubicBezTo>
                <a:lnTo>
                  <a:pt x="78731" y="46920"/>
                </a:lnTo>
                <a:cubicBezTo>
                  <a:pt x="78731" y="46770"/>
                  <a:pt x="78706" y="46621"/>
                  <a:pt x="78706" y="46447"/>
                </a:cubicBezTo>
                <a:lnTo>
                  <a:pt x="78706" y="46322"/>
                </a:lnTo>
                <a:lnTo>
                  <a:pt x="78606" y="45675"/>
                </a:lnTo>
                <a:close/>
                <a:moveTo>
                  <a:pt x="83833" y="49135"/>
                </a:moveTo>
                <a:cubicBezTo>
                  <a:pt x="83858" y="49135"/>
                  <a:pt x="83858" y="49160"/>
                  <a:pt x="83883" y="49160"/>
                </a:cubicBezTo>
                <a:cubicBezTo>
                  <a:pt x="82589" y="51176"/>
                  <a:pt x="81195" y="53242"/>
                  <a:pt x="79652" y="55283"/>
                </a:cubicBezTo>
                <a:cubicBezTo>
                  <a:pt x="79627" y="55283"/>
                  <a:pt x="79627" y="55258"/>
                  <a:pt x="79602" y="55258"/>
                </a:cubicBezTo>
                <a:cubicBezTo>
                  <a:pt x="81120" y="53242"/>
                  <a:pt x="82514" y="51176"/>
                  <a:pt x="83833" y="49135"/>
                </a:cubicBezTo>
                <a:close/>
                <a:moveTo>
                  <a:pt x="77536" y="53615"/>
                </a:moveTo>
                <a:cubicBezTo>
                  <a:pt x="78108" y="54213"/>
                  <a:pt x="78731" y="54736"/>
                  <a:pt x="79378" y="55258"/>
                </a:cubicBezTo>
                <a:cubicBezTo>
                  <a:pt x="79378" y="55283"/>
                  <a:pt x="79353" y="55283"/>
                  <a:pt x="79353" y="55333"/>
                </a:cubicBezTo>
                <a:cubicBezTo>
                  <a:pt x="78706" y="54785"/>
                  <a:pt x="78084" y="54238"/>
                  <a:pt x="77511" y="53665"/>
                </a:cubicBezTo>
                <a:cubicBezTo>
                  <a:pt x="77511" y="53640"/>
                  <a:pt x="77536" y="53640"/>
                  <a:pt x="77536" y="53615"/>
                </a:cubicBezTo>
                <a:close/>
                <a:moveTo>
                  <a:pt x="79477" y="55383"/>
                </a:moveTo>
                <a:cubicBezTo>
                  <a:pt x="79502" y="55383"/>
                  <a:pt x="79527" y="55408"/>
                  <a:pt x="79527" y="55408"/>
                </a:cubicBezTo>
                <a:cubicBezTo>
                  <a:pt x="79527" y="55457"/>
                  <a:pt x="79502" y="55457"/>
                  <a:pt x="79502" y="55482"/>
                </a:cubicBezTo>
                <a:cubicBezTo>
                  <a:pt x="79477" y="55482"/>
                  <a:pt x="79477" y="55457"/>
                  <a:pt x="79453" y="55457"/>
                </a:cubicBezTo>
                <a:cubicBezTo>
                  <a:pt x="79453" y="55408"/>
                  <a:pt x="79477" y="55408"/>
                  <a:pt x="79477" y="55383"/>
                </a:cubicBezTo>
                <a:close/>
                <a:moveTo>
                  <a:pt x="18644" y="39627"/>
                </a:moveTo>
                <a:cubicBezTo>
                  <a:pt x="18743" y="39801"/>
                  <a:pt x="18818" y="39925"/>
                  <a:pt x="18917" y="40075"/>
                </a:cubicBezTo>
                <a:cubicBezTo>
                  <a:pt x="18021" y="41344"/>
                  <a:pt x="17150" y="42663"/>
                  <a:pt x="16379" y="43958"/>
                </a:cubicBezTo>
                <a:cubicBezTo>
                  <a:pt x="14188" y="47517"/>
                  <a:pt x="12520" y="51002"/>
                  <a:pt x="11276" y="54362"/>
                </a:cubicBezTo>
                <a:cubicBezTo>
                  <a:pt x="10131" y="54711"/>
                  <a:pt x="9061" y="55109"/>
                  <a:pt x="8140" y="55607"/>
                </a:cubicBezTo>
                <a:cubicBezTo>
                  <a:pt x="10952" y="50280"/>
                  <a:pt x="14512" y="44879"/>
                  <a:pt x="18644" y="39627"/>
                </a:cubicBezTo>
                <a:close/>
                <a:moveTo>
                  <a:pt x="18519" y="39428"/>
                </a:moveTo>
                <a:cubicBezTo>
                  <a:pt x="18519" y="39452"/>
                  <a:pt x="18544" y="39452"/>
                  <a:pt x="18544" y="39477"/>
                </a:cubicBezTo>
                <a:cubicBezTo>
                  <a:pt x="14313" y="44804"/>
                  <a:pt x="10703" y="50305"/>
                  <a:pt x="7841" y="55781"/>
                </a:cubicBezTo>
                <a:cubicBezTo>
                  <a:pt x="7816" y="55831"/>
                  <a:pt x="7791" y="55831"/>
                  <a:pt x="7766" y="55856"/>
                </a:cubicBezTo>
                <a:cubicBezTo>
                  <a:pt x="10629" y="50355"/>
                  <a:pt x="14263" y="44804"/>
                  <a:pt x="18519" y="39428"/>
                </a:cubicBezTo>
                <a:close/>
                <a:moveTo>
                  <a:pt x="25090" y="47194"/>
                </a:moveTo>
                <a:cubicBezTo>
                  <a:pt x="27082" y="49135"/>
                  <a:pt x="29297" y="51101"/>
                  <a:pt x="31562" y="52919"/>
                </a:cubicBezTo>
                <a:cubicBezTo>
                  <a:pt x="30790" y="53889"/>
                  <a:pt x="30044" y="54860"/>
                  <a:pt x="29322" y="55856"/>
                </a:cubicBezTo>
                <a:cubicBezTo>
                  <a:pt x="26883" y="54960"/>
                  <a:pt x="24369" y="54288"/>
                  <a:pt x="21879" y="53914"/>
                </a:cubicBezTo>
                <a:cubicBezTo>
                  <a:pt x="22701" y="51724"/>
                  <a:pt x="23746" y="49484"/>
                  <a:pt x="25090" y="47194"/>
                </a:cubicBezTo>
                <a:close/>
                <a:moveTo>
                  <a:pt x="31687" y="53018"/>
                </a:moveTo>
                <a:cubicBezTo>
                  <a:pt x="31711" y="53018"/>
                  <a:pt x="31711" y="53043"/>
                  <a:pt x="31736" y="53043"/>
                </a:cubicBezTo>
                <a:cubicBezTo>
                  <a:pt x="30990" y="54014"/>
                  <a:pt x="30243" y="54935"/>
                  <a:pt x="29546" y="55905"/>
                </a:cubicBezTo>
                <a:cubicBezTo>
                  <a:pt x="29496" y="55905"/>
                  <a:pt x="29496" y="55881"/>
                  <a:pt x="29471" y="55881"/>
                </a:cubicBezTo>
                <a:cubicBezTo>
                  <a:pt x="30193" y="54960"/>
                  <a:pt x="30940" y="53989"/>
                  <a:pt x="31687" y="53018"/>
                </a:cubicBezTo>
                <a:close/>
                <a:moveTo>
                  <a:pt x="11176" y="54611"/>
                </a:moveTo>
                <a:cubicBezTo>
                  <a:pt x="11176" y="54611"/>
                  <a:pt x="11176" y="54636"/>
                  <a:pt x="11151" y="54661"/>
                </a:cubicBezTo>
                <a:cubicBezTo>
                  <a:pt x="9932" y="55009"/>
                  <a:pt x="8837" y="55482"/>
                  <a:pt x="7916" y="56030"/>
                </a:cubicBezTo>
                <a:cubicBezTo>
                  <a:pt x="7940" y="56005"/>
                  <a:pt x="7940" y="55980"/>
                  <a:pt x="7965" y="55955"/>
                </a:cubicBezTo>
                <a:cubicBezTo>
                  <a:pt x="8911" y="55408"/>
                  <a:pt x="10006" y="54960"/>
                  <a:pt x="11176" y="54611"/>
                </a:cubicBezTo>
                <a:close/>
                <a:moveTo>
                  <a:pt x="21780" y="54088"/>
                </a:moveTo>
                <a:cubicBezTo>
                  <a:pt x="24244" y="54462"/>
                  <a:pt x="26758" y="55084"/>
                  <a:pt x="29173" y="55980"/>
                </a:cubicBezTo>
                <a:cubicBezTo>
                  <a:pt x="29173" y="56005"/>
                  <a:pt x="29173" y="56030"/>
                  <a:pt x="29123" y="56030"/>
                </a:cubicBezTo>
                <a:cubicBezTo>
                  <a:pt x="26733" y="55134"/>
                  <a:pt x="24244" y="54512"/>
                  <a:pt x="21755" y="54138"/>
                </a:cubicBezTo>
                <a:cubicBezTo>
                  <a:pt x="21755" y="54113"/>
                  <a:pt x="21755" y="54113"/>
                  <a:pt x="21780" y="54088"/>
                </a:cubicBezTo>
                <a:close/>
                <a:moveTo>
                  <a:pt x="29347" y="56080"/>
                </a:moveTo>
                <a:cubicBezTo>
                  <a:pt x="29372" y="56080"/>
                  <a:pt x="29372" y="56105"/>
                  <a:pt x="29421" y="56105"/>
                </a:cubicBezTo>
                <a:cubicBezTo>
                  <a:pt x="29421" y="56129"/>
                  <a:pt x="29372" y="56129"/>
                  <a:pt x="29372" y="56154"/>
                </a:cubicBezTo>
                <a:cubicBezTo>
                  <a:pt x="29347" y="56129"/>
                  <a:pt x="29347" y="56129"/>
                  <a:pt x="29322" y="56129"/>
                </a:cubicBezTo>
                <a:cubicBezTo>
                  <a:pt x="29322" y="56105"/>
                  <a:pt x="29347" y="56105"/>
                  <a:pt x="29347" y="56080"/>
                </a:cubicBezTo>
                <a:close/>
                <a:moveTo>
                  <a:pt x="59807" y="55507"/>
                </a:moveTo>
                <a:cubicBezTo>
                  <a:pt x="59599" y="55690"/>
                  <a:pt x="59374" y="55874"/>
                  <a:pt x="59191" y="56080"/>
                </a:cubicBezTo>
                <a:cubicBezTo>
                  <a:pt x="59146" y="56110"/>
                  <a:pt x="59110" y="56131"/>
                  <a:pt x="59077" y="56160"/>
                </a:cubicBezTo>
                <a:lnTo>
                  <a:pt x="59077" y="56160"/>
                </a:lnTo>
                <a:cubicBezTo>
                  <a:pt x="59123" y="56117"/>
                  <a:pt x="59170" y="56073"/>
                  <a:pt x="59216" y="56030"/>
                </a:cubicBezTo>
                <a:cubicBezTo>
                  <a:pt x="59406" y="55864"/>
                  <a:pt x="59596" y="55675"/>
                  <a:pt x="59807" y="55507"/>
                </a:cubicBezTo>
                <a:close/>
                <a:moveTo>
                  <a:pt x="7667" y="56105"/>
                </a:moveTo>
                <a:cubicBezTo>
                  <a:pt x="7642" y="56129"/>
                  <a:pt x="7642" y="56154"/>
                  <a:pt x="7592" y="56229"/>
                </a:cubicBezTo>
                <a:cubicBezTo>
                  <a:pt x="7567" y="56229"/>
                  <a:pt x="7542" y="56254"/>
                  <a:pt x="7517" y="56279"/>
                </a:cubicBezTo>
                <a:cubicBezTo>
                  <a:pt x="7542" y="56254"/>
                  <a:pt x="7542" y="56229"/>
                  <a:pt x="7567" y="56154"/>
                </a:cubicBezTo>
                <a:cubicBezTo>
                  <a:pt x="7592" y="56129"/>
                  <a:pt x="7642" y="56129"/>
                  <a:pt x="7667" y="56105"/>
                </a:cubicBezTo>
                <a:close/>
                <a:moveTo>
                  <a:pt x="73877" y="49110"/>
                </a:moveTo>
                <a:cubicBezTo>
                  <a:pt x="74624" y="50604"/>
                  <a:pt x="75669" y="52097"/>
                  <a:pt x="77038" y="53516"/>
                </a:cubicBezTo>
                <a:cubicBezTo>
                  <a:pt x="76739" y="54412"/>
                  <a:pt x="76341" y="55383"/>
                  <a:pt x="75868" y="56329"/>
                </a:cubicBezTo>
                <a:cubicBezTo>
                  <a:pt x="73902" y="55159"/>
                  <a:pt x="72060" y="54263"/>
                  <a:pt x="70517" y="53665"/>
                </a:cubicBezTo>
                <a:cubicBezTo>
                  <a:pt x="71687" y="52172"/>
                  <a:pt x="72856" y="50653"/>
                  <a:pt x="73877" y="49110"/>
                </a:cubicBezTo>
                <a:close/>
                <a:moveTo>
                  <a:pt x="77237" y="53665"/>
                </a:moveTo>
                <a:cubicBezTo>
                  <a:pt x="77262" y="53715"/>
                  <a:pt x="77262" y="53715"/>
                  <a:pt x="77287" y="53715"/>
                </a:cubicBezTo>
                <a:cubicBezTo>
                  <a:pt x="77287" y="53740"/>
                  <a:pt x="77262" y="53765"/>
                  <a:pt x="77262" y="53790"/>
                </a:cubicBezTo>
                <a:cubicBezTo>
                  <a:pt x="77262" y="53839"/>
                  <a:pt x="77237" y="53864"/>
                  <a:pt x="77237" y="53889"/>
                </a:cubicBezTo>
                <a:cubicBezTo>
                  <a:pt x="77188" y="53989"/>
                  <a:pt x="77138" y="54088"/>
                  <a:pt x="77113" y="54163"/>
                </a:cubicBezTo>
                <a:cubicBezTo>
                  <a:pt x="77038" y="54337"/>
                  <a:pt x="76988" y="54487"/>
                  <a:pt x="76914" y="54611"/>
                </a:cubicBezTo>
                <a:cubicBezTo>
                  <a:pt x="76889" y="54661"/>
                  <a:pt x="76889" y="54736"/>
                  <a:pt x="76864" y="54760"/>
                </a:cubicBezTo>
                <a:cubicBezTo>
                  <a:pt x="76814" y="54785"/>
                  <a:pt x="76814" y="54860"/>
                  <a:pt x="76789" y="54885"/>
                </a:cubicBezTo>
                <a:cubicBezTo>
                  <a:pt x="76789" y="54910"/>
                  <a:pt x="76764" y="54910"/>
                  <a:pt x="76764" y="54960"/>
                </a:cubicBezTo>
                <a:cubicBezTo>
                  <a:pt x="76690" y="55109"/>
                  <a:pt x="76615" y="55258"/>
                  <a:pt x="76540" y="55457"/>
                </a:cubicBezTo>
                <a:cubicBezTo>
                  <a:pt x="76515" y="55532"/>
                  <a:pt x="76491" y="55607"/>
                  <a:pt x="76416" y="55706"/>
                </a:cubicBezTo>
                <a:cubicBezTo>
                  <a:pt x="76416" y="55731"/>
                  <a:pt x="76391" y="55756"/>
                  <a:pt x="76391" y="55756"/>
                </a:cubicBezTo>
                <a:cubicBezTo>
                  <a:pt x="76291" y="55955"/>
                  <a:pt x="76192" y="56129"/>
                  <a:pt x="76117" y="56279"/>
                </a:cubicBezTo>
                <a:cubicBezTo>
                  <a:pt x="76117" y="56329"/>
                  <a:pt x="76067" y="56353"/>
                  <a:pt x="76067" y="56378"/>
                </a:cubicBezTo>
                <a:lnTo>
                  <a:pt x="76043" y="56378"/>
                </a:lnTo>
                <a:cubicBezTo>
                  <a:pt x="76043" y="56378"/>
                  <a:pt x="76018" y="56378"/>
                  <a:pt x="76018" y="56353"/>
                </a:cubicBezTo>
                <a:cubicBezTo>
                  <a:pt x="76491" y="55482"/>
                  <a:pt x="76889" y="54586"/>
                  <a:pt x="77237" y="53665"/>
                </a:cubicBezTo>
                <a:close/>
                <a:moveTo>
                  <a:pt x="67311" y="53370"/>
                </a:moveTo>
                <a:cubicBezTo>
                  <a:pt x="67732" y="53370"/>
                  <a:pt x="68256" y="53453"/>
                  <a:pt x="68874" y="53615"/>
                </a:cubicBezTo>
                <a:cubicBezTo>
                  <a:pt x="68202" y="54536"/>
                  <a:pt x="67530" y="55482"/>
                  <a:pt x="66783" y="56453"/>
                </a:cubicBezTo>
                <a:cubicBezTo>
                  <a:pt x="66136" y="55208"/>
                  <a:pt x="65912" y="54288"/>
                  <a:pt x="66211" y="53790"/>
                </a:cubicBezTo>
                <a:cubicBezTo>
                  <a:pt x="66393" y="53509"/>
                  <a:pt x="66766" y="53370"/>
                  <a:pt x="67311" y="53370"/>
                </a:cubicBezTo>
                <a:close/>
                <a:moveTo>
                  <a:pt x="70417" y="53839"/>
                </a:moveTo>
                <a:cubicBezTo>
                  <a:pt x="71985" y="54412"/>
                  <a:pt x="73802" y="55333"/>
                  <a:pt x="75794" y="56503"/>
                </a:cubicBezTo>
                <a:cubicBezTo>
                  <a:pt x="75794" y="56528"/>
                  <a:pt x="75769" y="56528"/>
                  <a:pt x="75769" y="56577"/>
                </a:cubicBezTo>
                <a:cubicBezTo>
                  <a:pt x="73777" y="55408"/>
                  <a:pt x="71935" y="54487"/>
                  <a:pt x="70392" y="53889"/>
                </a:cubicBezTo>
                <a:cubicBezTo>
                  <a:pt x="70392" y="53864"/>
                  <a:pt x="70392" y="53839"/>
                  <a:pt x="70417" y="53839"/>
                </a:cubicBezTo>
                <a:close/>
                <a:moveTo>
                  <a:pt x="65912" y="54163"/>
                </a:moveTo>
                <a:cubicBezTo>
                  <a:pt x="65837" y="54760"/>
                  <a:pt x="66086" y="55582"/>
                  <a:pt x="66659" y="56602"/>
                </a:cubicBezTo>
                <a:lnTo>
                  <a:pt x="66584" y="56652"/>
                </a:lnTo>
                <a:cubicBezTo>
                  <a:pt x="66061" y="55657"/>
                  <a:pt x="65787" y="54860"/>
                  <a:pt x="65812" y="54263"/>
                </a:cubicBezTo>
                <a:lnTo>
                  <a:pt x="65912" y="54163"/>
                </a:lnTo>
                <a:close/>
                <a:moveTo>
                  <a:pt x="69048" y="53615"/>
                </a:moveTo>
                <a:cubicBezTo>
                  <a:pt x="69073" y="53615"/>
                  <a:pt x="69073" y="53615"/>
                  <a:pt x="69098" y="53640"/>
                </a:cubicBezTo>
                <a:cubicBezTo>
                  <a:pt x="68426" y="54661"/>
                  <a:pt x="67679" y="55657"/>
                  <a:pt x="66907" y="56652"/>
                </a:cubicBezTo>
                <a:cubicBezTo>
                  <a:pt x="66907" y="56627"/>
                  <a:pt x="66858" y="56627"/>
                  <a:pt x="66858" y="56602"/>
                </a:cubicBezTo>
                <a:cubicBezTo>
                  <a:pt x="67654" y="55607"/>
                  <a:pt x="68351" y="54611"/>
                  <a:pt x="69048" y="53615"/>
                </a:cubicBezTo>
                <a:close/>
                <a:moveTo>
                  <a:pt x="75918" y="56577"/>
                </a:moveTo>
                <a:cubicBezTo>
                  <a:pt x="75968" y="56602"/>
                  <a:pt x="75968" y="56602"/>
                  <a:pt x="75993" y="56602"/>
                </a:cubicBezTo>
                <a:cubicBezTo>
                  <a:pt x="75993" y="56627"/>
                  <a:pt x="75943" y="56627"/>
                  <a:pt x="75943" y="56652"/>
                </a:cubicBezTo>
                <a:lnTo>
                  <a:pt x="75918" y="56652"/>
                </a:lnTo>
                <a:cubicBezTo>
                  <a:pt x="75918" y="56652"/>
                  <a:pt x="75893" y="56652"/>
                  <a:pt x="75893" y="56627"/>
                </a:cubicBezTo>
                <a:cubicBezTo>
                  <a:pt x="75893" y="56602"/>
                  <a:pt x="75918" y="56602"/>
                  <a:pt x="75918" y="56577"/>
                </a:cubicBezTo>
                <a:close/>
                <a:moveTo>
                  <a:pt x="66758" y="56752"/>
                </a:moveTo>
                <a:cubicBezTo>
                  <a:pt x="66758" y="56777"/>
                  <a:pt x="66783" y="56777"/>
                  <a:pt x="66783" y="56826"/>
                </a:cubicBezTo>
                <a:lnTo>
                  <a:pt x="66708" y="56876"/>
                </a:lnTo>
                <a:cubicBezTo>
                  <a:pt x="66708" y="56876"/>
                  <a:pt x="66708" y="56851"/>
                  <a:pt x="66683" y="56826"/>
                </a:cubicBezTo>
                <a:lnTo>
                  <a:pt x="66758" y="56752"/>
                </a:lnTo>
                <a:close/>
                <a:moveTo>
                  <a:pt x="31861" y="53167"/>
                </a:moveTo>
                <a:cubicBezTo>
                  <a:pt x="32334" y="53541"/>
                  <a:pt x="32782" y="53889"/>
                  <a:pt x="33230" y="54263"/>
                </a:cubicBezTo>
                <a:cubicBezTo>
                  <a:pt x="32807" y="55208"/>
                  <a:pt x="32408" y="56105"/>
                  <a:pt x="32060" y="57001"/>
                </a:cubicBezTo>
                <a:cubicBezTo>
                  <a:pt x="31288" y="56627"/>
                  <a:pt x="30492" y="56279"/>
                  <a:pt x="29695" y="56005"/>
                </a:cubicBezTo>
                <a:cubicBezTo>
                  <a:pt x="30417" y="55084"/>
                  <a:pt x="31164" y="54113"/>
                  <a:pt x="31861" y="53167"/>
                </a:cubicBezTo>
                <a:close/>
                <a:moveTo>
                  <a:pt x="69272" y="53665"/>
                </a:moveTo>
                <a:cubicBezTo>
                  <a:pt x="69421" y="53740"/>
                  <a:pt x="69621" y="53765"/>
                  <a:pt x="69770" y="53839"/>
                </a:cubicBezTo>
                <a:cubicBezTo>
                  <a:pt x="68899" y="54885"/>
                  <a:pt x="68028" y="55955"/>
                  <a:pt x="67082" y="57001"/>
                </a:cubicBezTo>
                <a:cubicBezTo>
                  <a:pt x="67082" y="56976"/>
                  <a:pt x="67057" y="56876"/>
                  <a:pt x="67007" y="56826"/>
                </a:cubicBezTo>
                <a:cubicBezTo>
                  <a:pt x="67804" y="55781"/>
                  <a:pt x="68575" y="54736"/>
                  <a:pt x="69272" y="53665"/>
                </a:cubicBezTo>
                <a:close/>
                <a:moveTo>
                  <a:pt x="33404" y="54387"/>
                </a:moveTo>
                <a:cubicBezTo>
                  <a:pt x="33429" y="54387"/>
                  <a:pt x="33429" y="54412"/>
                  <a:pt x="33454" y="54412"/>
                </a:cubicBezTo>
                <a:cubicBezTo>
                  <a:pt x="33031" y="55333"/>
                  <a:pt x="32608" y="56229"/>
                  <a:pt x="32309" y="57125"/>
                </a:cubicBezTo>
                <a:cubicBezTo>
                  <a:pt x="32284" y="57125"/>
                  <a:pt x="32284" y="57100"/>
                  <a:pt x="32234" y="57100"/>
                </a:cubicBezTo>
                <a:cubicBezTo>
                  <a:pt x="32558" y="56204"/>
                  <a:pt x="32956" y="55283"/>
                  <a:pt x="33404" y="54387"/>
                </a:cubicBezTo>
                <a:close/>
                <a:moveTo>
                  <a:pt x="70019" y="53889"/>
                </a:moveTo>
                <a:cubicBezTo>
                  <a:pt x="69148" y="55034"/>
                  <a:pt x="68252" y="56154"/>
                  <a:pt x="67256" y="57225"/>
                </a:cubicBezTo>
                <a:cubicBezTo>
                  <a:pt x="67331" y="57075"/>
                  <a:pt x="67430" y="56951"/>
                  <a:pt x="67555" y="56801"/>
                </a:cubicBezTo>
                <a:cubicBezTo>
                  <a:pt x="67704" y="56652"/>
                  <a:pt x="67828" y="56503"/>
                  <a:pt x="68003" y="56329"/>
                </a:cubicBezTo>
                <a:cubicBezTo>
                  <a:pt x="68351" y="55905"/>
                  <a:pt x="68700" y="55482"/>
                  <a:pt x="69048" y="55084"/>
                </a:cubicBezTo>
                <a:cubicBezTo>
                  <a:pt x="69148" y="54984"/>
                  <a:pt x="69197" y="54885"/>
                  <a:pt x="69297" y="54760"/>
                </a:cubicBezTo>
                <a:cubicBezTo>
                  <a:pt x="69546" y="54487"/>
                  <a:pt x="69770" y="54188"/>
                  <a:pt x="69969" y="53889"/>
                </a:cubicBezTo>
                <a:close/>
                <a:moveTo>
                  <a:pt x="29596" y="56154"/>
                </a:moveTo>
                <a:cubicBezTo>
                  <a:pt x="30392" y="56478"/>
                  <a:pt x="31214" y="56826"/>
                  <a:pt x="32035" y="57200"/>
                </a:cubicBezTo>
                <a:cubicBezTo>
                  <a:pt x="31985" y="57225"/>
                  <a:pt x="31985" y="57225"/>
                  <a:pt x="31985" y="57250"/>
                </a:cubicBezTo>
                <a:cubicBezTo>
                  <a:pt x="31189" y="56876"/>
                  <a:pt x="30367" y="56528"/>
                  <a:pt x="29571" y="56229"/>
                </a:cubicBezTo>
                <a:cubicBezTo>
                  <a:pt x="29571" y="56204"/>
                  <a:pt x="29596" y="56204"/>
                  <a:pt x="29596" y="56154"/>
                </a:cubicBezTo>
                <a:close/>
                <a:moveTo>
                  <a:pt x="66883" y="57001"/>
                </a:moveTo>
                <a:cubicBezTo>
                  <a:pt x="66907" y="57075"/>
                  <a:pt x="66932" y="57125"/>
                  <a:pt x="67007" y="57200"/>
                </a:cubicBezTo>
                <a:cubicBezTo>
                  <a:pt x="66957" y="57200"/>
                  <a:pt x="66957" y="57225"/>
                  <a:pt x="66932" y="57250"/>
                </a:cubicBezTo>
                <a:cubicBezTo>
                  <a:pt x="66907" y="57200"/>
                  <a:pt x="66883" y="57125"/>
                  <a:pt x="66808" y="57075"/>
                </a:cubicBezTo>
                <a:lnTo>
                  <a:pt x="66883" y="57001"/>
                </a:lnTo>
                <a:close/>
                <a:moveTo>
                  <a:pt x="32184" y="57250"/>
                </a:moveTo>
                <a:cubicBezTo>
                  <a:pt x="32209" y="57250"/>
                  <a:pt x="32209" y="57274"/>
                  <a:pt x="32234" y="57274"/>
                </a:cubicBezTo>
                <a:cubicBezTo>
                  <a:pt x="32234" y="57324"/>
                  <a:pt x="32234" y="57324"/>
                  <a:pt x="32209" y="57349"/>
                </a:cubicBezTo>
                <a:cubicBezTo>
                  <a:pt x="32184" y="57349"/>
                  <a:pt x="32184" y="57349"/>
                  <a:pt x="32159" y="57324"/>
                </a:cubicBezTo>
                <a:cubicBezTo>
                  <a:pt x="32159" y="57274"/>
                  <a:pt x="32159" y="57274"/>
                  <a:pt x="32184" y="57250"/>
                </a:cubicBezTo>
                <a:close/>
                <a:moveTo>
                  <a:pt x="77436" y="53864"/>
                </a:moveTo>
                <a:cubicBezTo>
                  <a:pt x="78009" y="54412"/>
                  <a:pt x="78606" y="54960"/>
                  <a:pt x="79229" y="55482"/>
                </a:cubicBezTo>
                <a:cubicBezTo>
                  <a:pt x="78706" y="56129"/>
                  <a:pt x="78208" y="56777"/>
                  <a:pt x="77685" y="57449"/>
                </a:cubicBezTo>
                <a:cubicBezTo>
                  <a:pt x="77188" y="57125"/>
                  <a:pt x="76739" y="56851"/>
                  <a:pt x="76267" y="56577"/>
                </a:cubicBezTo>
                <a:cubicBezTo>
                  <a:pt x="76739" y="55657"/>
                  <a:pt x="77113" y="54760"/>
                  <a:pt x="77436" y="53864"/>
                </a:cubicBezTo>
                <a:close/>
                <a:moveTo>
                  <a:pt x="67082" y="57349"/>
                </a:moveTo>
                <a:cubicBezTo>
                  <a:pt x="67082" y="57374"/>
                  <a:pt x="67107" y="57374"/>
                  <a:pt x="67107" y="57399"/>
                </a:cubicBezTo>
                <a:lnTo>
                  <a:pt x="67057" y="57474"/>
                </a:lnTo>
                <a:lnTo>
                  <a:pt x="67057" y="57449"/>
                </a:lnTo>
                <a:cubicBezTo>
                  <a:pt x="67057" y="57449"/>
                  <a:pt x="67057" y="57399"/>
                  <a:pt x="67032" y="57399"/>
                </a:cubicBezTo>
                <a:lnTo>
                  <a:pt x="67082" y="57349"/>
                </a:lnTo>
                <a:close/>
                <a:moveTo>
                  <a:pt x="17548" y="36938"/>
                </a:moveTo>
                <a:cubicBezTo>
                  <a:pt x="17573" y="37561"/>
                  <a:pt x="17897" y="38332"/>
                  <a:pt x="18395" y="39228"/>
                </a:cubicBezTo>
                <a:cubicBezTo>
                  <a:pt x="14039" y="44754"/>
                  <a:pt x="10305" y="50405"/>
                  <a:pt x="7418" y="56005"/>
                </a:cubicBezTo>
                <a:cubicBezTo>
                  <a:pt x="6696" y="56478"/>
                  <a:pt x="6049" y="56976"/>
                  <a:pt x="5526" y="57523"/>
                </a:cubicBezTo>
                <a:cubicBezTo>
                  <a:pt x="7219" y="53167"/>
                  <a:pt x="9558" y="48662"/>
                  <a:pt x="12421" y="44207"/>
                </a:cubicBezTo>
                <a:cubicBezTo>
                  <a:pt x="12769" y="43684"/>
                  <a:pt x="13118" y="43186"/>
                  <a:pt x="13416" y="42663"/>
                </a:cubicBezTo>
                <a:cubicBezTo>
                  <a:pt x="14686" y="40722"/>
                  <a:pt x="16105" y="38830"/>
                  <a:pt x="17548" y="36938"/>
                </a:cubicBezTo>
                <a:close/>
                <a:moveTo>
                  <a:pt x="114748" y="54288"/>
                </a:moveTo>
                <a:cubicBezTo>
                  <a:pt x="114748" y="54462"/>
                  <a:pt x="114723" y="54586"/>
                  <a:pt x="114698" y="54736"/>
                </a:cubicBezTo>
                <a:cubicBezTo>
                  <a:pt x="114450" y="55532"/>
                  <a:pt x="114201" y="56353"/>
                  <a:pt x="113927" y="57200"/>
                </a:cubicBezTo>
                <a:cubicBezTo>
                  <a:pt x="113852" y="57324"/>
                  <a:pt x="113802" y="57449"/>
                  <a:pt x="113728" y="57523"/>
                </a:cubicBezTo>
                <a:cubicBezTo>
                  <a:pt x="114101" y="56453"/>
                  <a:pt x="114450" y="55383"/>
                  <a:pt x="114748" y="54288"/>
                </a:cubicBezTo>
                <a:close/>
                <a:moveTo>
                  <a:pt x="79328" y="55607"/>
                </a:moveTo>
                <a:cubicBezTo>
                  <a:pt x="79353" y="55607"/>
                  <a:pt x="79353" y="55632"/>
                  <a:pt x="79378" y="55632"/>
                </a:cubicBezTo>
                <a:cubicBezTo>
                  <a:pt x="78905" y="56279"/>
                  <a:pt x="78407" y="56901"/>
                  <a:pt x="77884" y="57573"/>
                </a:cubicBezTo>
                <a:cubicBezTo>
                  <a:pt x="77860" y="57573"/>
                  <a:pt x="77860" y="57523"/>
                  <a:pt x="77835" y="57523"/>
                </a:cubicBezTo>
                <a:cubicBezTo>
                  <a:pt x="78333" y="56876"/>
                  <a:pt x="78830" y="56254"/>
                  <a:pt x="79328" y="55607"/>
                </a:cubicBezTo>
                <a:close/>
                <a:moveTo>
                  <a:pt x="114823" y="55283"/>
                </a:moveTo>
                <a:lnTo>
                  <a:pt x="114823" y="55283"/>
                </a:lnTo>
                <a:cubicBezTo>
                  <a:pt x="114848" y="55358"/>
                  <a:pt x="114823" y="55457"/>
                  <a:pt x="114798" y="55507"/>
                </a:cubicBezTo>
                <a:cubicBezTo>
                  <a:pt x="114798" y="55557"/>
                  <a:pt x="114748" y="55607"/>
                  <a:pt x="114748" y="55657"/>
                </a:cubicBezTo>
                <a:cubicBezTo>
                  <a:pt x="114748" y="55706"/>
                  <a:pt x="114748" y="55731"/>
                  <a:pt x="114723" y="55756"/>
                </a:cubicBezTo>
                <a:cubicBezTo>
                  <a:pt x="114574" y="56154"/>
                  <a:pt x="114425" y="56602"/>
                  <a:pt x="114250" y="57075"/>
                </a:cubicBezTo>
                <a:cubicBezTo>
                  <a:pt x="114250" y="57075"/>
                  <a:pt x="114250" y="57100"/>
                  <a:pt x="114225" y="57100"/>
                </a:cubicBezTo>
                <a:cubicBezTo>
                  <a:pt x="114201" y="57200"/>
                  <a:pt x="114126" y="57250"/>
                  <a:pt x="114101" y="57349"/>
                </a:cubicBezTo>
                <a:cubicBezTo>
                  <a:pt x="114076" y="57399"/>
                  <a:pt x="114051" y="57474"/>
                  <a:pt x="113977" y="57573"/>
                </a:cubicBezTo>
                <a:cubicBezTo>
                  <a:pt x="114051" y="57374"/>
                  <a:pt x="114101" y="57225"/>
                  <a:pt x="114176" y="57026"/>
                </a:cubicBezTo>
                <a:cubicBezTo>
                  <a:pt x="114250" y="56826"/>
                  <a:pt x="114375" y="56577"/>
                  <a:pt x="114450" y="56353"/>
                </a:cubicBezTo>
                <a:lnTo>
                  <a:pt x="114624" y="55781"/>
                </a:lnTo>
                <a:lnTo>
                  <a:pt x="114624" y="55756"/>
                </a:lnTo>
                <a:lnTo>
                  <a:pt x="114823" y="55283"/>
                </a:lnTo>
                <a:close/>
                <a:moveTo>
                  <a:pt x="76167" y="56727"/>
                </a:moveTo>
                <a:cubicBezTo>
                  <a:pt x="76640" y="57001"/>
                  <a:pt x="77113" y="57274"/>
                  <a:pt x="77586" y="57598"/>
                </a:cubicBezTo>
                <a:cubicBezTo>
                  <a:pt x="77586" y="57623"/>
                  <a:pt x="77536" y="57623"/>
                  <a:pt x="77536" y="57648"/>
                </a:cubicBezTo>
                <a:cubicBezTo>
                  <a:pt x="77063" y="57349"/>
                  <a:pt x="76615" y="57075"/>
                  <a:pt x="76142" y="56826"/>
                </a:cubicBezTo>
                <a:cubicBezTo>
                  <a:pt x="76142" y="56752"/>
                  <a:pt x="76167" y="56727"/>
                  <a:pt x="76167" y="56727"/>
                </a:cubicBezTo>
                <a:close/>
                <a:moveTo>
                  <a:pt x="77735" y="57698"/>
                </a:moveTo>
                <a:cubicBezTo>
                  <a:pt x="77735" y="57698"/>
                  <a:pt x="77760" y="57698"/>
                  <a:pt x="77785" y="57722"/>
                </a:cubicBezTo>
                <a:cubicBezTo>
                  <a:pt x="77785" y="57747"/>
                  <a:pt x="77760" y="57747"/>
                  <a:pt x="77760" y="57772"/>
                </a:cubicBezTo>
                <a:cubicBezTo>
                  <a:pt x="77735" y="57772"/>
                  <a:pt x="77735" y="57747"/>
                  <a:pt x="77685" y="57747"/>
                </a:cubicBezTo>
                <a:cubicBezTo>
                  <a:pt x="77685" y="57722"/>
                  <a:pt x="77735" y="57722"/>
                  <a:pt x="77735" y="57698"/>
                </a:cubicBezTo>
                <a:close/>
                <a:moveTo>
                  <a:pt x="6347" y="55109"/>
                </a:moveTo>
                <a:lnTo>
                  <a:pt x="6347" y="55109"/>
                </a:lnTo>
                <a:cubicBezTo>
                  <a:pt x="5949" y="56030"/>
                  <a:pt x="5551" y="56976"/>
                  <a:pt x="5202" y="57897"/>
                </a:cubicBezTo>
                <a:cubicBezTo>
                  <a:pt x="5178" y="57971"/>
                  <a:pt x="5103" y="57996"/>
                  <a:pt x="5078" y="58071"/>
                </a:cubicBezTo>
                <a:cubicBezTo>
                  <a:pt x="5103" y="57996"/>
                  <a:pt x="5103" y="57971"/>
                  <a:pt x="5128" y="57897"/>
                </a:cubicBezTo>
                <a:cubicBezTo>
                  <a:pt x="5800" y="56229"/>
                  <a:pt x="6323" y="55134"/>
                  <a:pt x="6347" y="55109"/>
                </a:cubicBezTo>
                <a:close/>
                <a:moveTo>
                  <a:pt x="7268" y="56353"/>
                </a:moveTo>
                <a:cubicBezTo>
                  <a:pt x="7219" y="56403"/>
                  <a:pt x="7219" y="56453"/>
                  <a:pt x="7194" y="56478"/>
                </a:cubicBezTo>
                <a:cubicBezTo>
                  <a:pt x="6447" y="57001"/>
                  <a:pt x="5800" y="57573"/>
                  <a:pt x="5277" y="58220"/>
                </a:cubicBezTo>
                <a:cubicBezTo>
                  <a:pt x="5302" y="58146"/>
                  <a:pt x="5302" y="58096"/>
                  <a:pt x="5327" y="58021"/>
                </a:cubicBezTo>
                <a:cubicBezTo>
                  <a:pt x="5850" y="57399"/>
                  <a:pt x="6522" y="56851"/>
                  <a:pt x="7268" y="56353"/>
                </a:cubicBezTo>
                <a:close/>
                <a:moveTo>
                  <a:pt x="113603" y="58096"/>
                </a:moveTo>
                <a:lnTo>
                  <a:pt x="113603" y="58096"/>
                </a:lnTo>
                <a:cubicBezTo>
                  <a:pt x="113578" y="58146"/>
                  <a:pt x="113578" y="58220"/>
                  <a:pt x="113553" y="58245"/>
                </a:cubicBezTo>
                <a:cubicBezTo>
                  <a:pt x="113553" y="58270"/>
                  <a:pt x="113553" y="58270"/>
                  <a:pt x="113504" y="58320"/>
                </a:cubicBezTo>
                <a:cubicBezTo>
                  <a:pt x="113479" y="58370"/>
                  <a:pt x="113429" y="58444"/>
                  <a:pt x="113379" y="58494"/>
                </a:cubicBezTo>
                <a:cubicBezTo>
                  <a:pt x="113429" y="58444"/>
                  <a:pt x="113454" y="58345"/>
                  <a:pt x="113454" y="58270"/>
                </a:cubicBezTo>
                <a:cubicBezTo>
                  <a:pt x="113504" y="58220"/>
                  <a:pt x="113553" y="58146"/>
                  <a:pt x="113603" y="58096"/>
                </a:cubicBezTo>
                <a:close/>
                <a:moveTo>
                  <a:pt x="6273" y="54835"/>
                </a:moveTo>
                <a:lnTo>
                  <a:pt x="6273" y="54835"/>
                </a:lnTo>
                <a:cubicBezTo>
                  <a:pt x="6074" y="55258"/>
                  <a:pt x="5850" y="55706"/>
                  <a:pt x="5700" y="56154"/>
                </a:cubicBezTo>
                <a:cubicBezTo>
                  <a:pt x="5650" y="56329"/>
                  <a:pt x="5576" y="56453"/>
                  <a:pt x="5551" y="56602"/>
                </a:cubicBezTo>
                <a:cubicBezTo>
                  <a:pt x="5451" y="56851"/>
                  <a:pt x="5327" y="57125"/>
                  <a:pt x="5227" y="57374"/>
                </a:cubicBezTo>
                <a:cubicBezTo>
                  <a:pt x="5202" y="57474"/>
                  <a:pt x="5178" y="57523"/>
                  <a:pt x="5153" y="57623"/>
                </a:cubicBezTo>
                <a:cubicBezTo>
                  <a:pt x="5028" y="57971"/>
                  <a:pt x="4854" y="58320"/>
                  <a:pt x="4705" y="58693"/>
                </a:cubicBezTo>
                <a:cubicBezTo>
                  <a:pt x="4705" y="58716"/>
                  <a:pt x="4685" y="58718"/>
                  <a:pt x="4680" y="58736"/>
                </a:cubicBezTo>
                <a:lnTo>
                  <a:pt x="4680" y="58736"/>
                </a:lnTo>
                <a:cubicBezTo>
                  <a:pt x="4731" y="58266"/>
                  <a:pt x="4905" y="57870"/>
                  <a:pt x="5078" y="57474"/>
                </a:cubicBezTo>
                <a:cubicBezTo>
                  <a:pt x="5277" y="56976"/>
                  <a:pt x="5476" y="56478"/>
                  <a:pt x="5675" y="56030"/>
                </a:cubicBezTo>
                <a:cubicBezTo>
                  <a:pt x="5725" y="55881"/>
                  <a:pt x="5800" y="55731"/>
                  <a:pt x="5899" y="55582"/>
                </a:cubicBezTo>
                <a:cubicBezTo>
                  <a:pt x="5949" y="55408"/>
                  <a:pt x="6049" y="55233"/>
                  <a:pt x="6148" y="55034"/>
                </a:cubicBezTo>
                <a:cubicBezTo>
                  <a:pt x="6173" y="54960"/>
                  <a:pt x="6198" y="54885"/>
                  <a:pt x="6273" y="54835"/>
                </a:cubicBezTo>
                <a:close/>
                <a:moveTo>
                  <a:pt x="5028" y="58444"/>
                </a:moveTo>
                <a:cubicBezTo>
                  <a:pt x="4978" y="58494"/>
                  <a:pt x="4953" y="58594"/>
                  <a:pt x="4953" y="58643"/>
                </a:cubicBezTo>
                <a:cubicBezTo>
                  <a:pt x="4854" y="58718"/>
                  <a:pt x="4829" y="58768"/>
                  <a:pt x="4804" y="58843"/>
                </a:cubicBezTo>
                <a:cubicBezTo>
                  <a:pt x="4829" y="58768"/>
                  <a:pt x="4854" y="58693"/>
                  <a:pt x="4904" y="58619"/>
                </a:cubicBezTo>
                <a:cubicBezTo>
                  <a:pt x="4929" y="58569"/>
                  <a:pt x="4978" y="58494"/>
                  <a:pt x="5028" y="58444"/>
                </a:cubicBezTo>
                <a:close/>
                <a:moveTo>
                  <a:pt x="38507" y="46795"/>
                </a:moveTo>
                <a:cubicBezTo>
                  <a:pt x="41021" y="48861"/>
                  <a:pt x="43435" y="51002"/>
                  <a:pt x="45601" y="53143"/>
                </a:cubicBezTo>
                <a:cubicBezTo>
                  <a:pt x="43858" y="55034"/>
                  <a:pt x="42166" y="56976"/>
                  <a:pt x="40622" y="58942"/>
                </a:cubicBezTo>
                <a:cubicBezTo>
                  <a:pt x="38407" y="57523"/>
                  <a:pt x="36092" y="55881"/>
                  <a:pt x="33802" y="54113"/>
                </a:cubicBezTo>
                <a:cubicBezTo>
                  <a:pt x="35022" y="51674"/>
                  <a:pt x="36590" y="49185"/>
                  <a:pt x="38507" y="46795"/>
                </a:cubicBezTo>
                <a:close/>
                <a:moveTo>
                  <a:pt x="45675" y="53292"/>
                </a:moveTo>
                <a:lnTo>
                  <a:pt x="45725" y="53342"/>
                </a:lnTo>
                <a:cubicBezTo>
                  <a:pt x="44033" y="55208"/>
                  <a:pt x="42390" y="57125"/>
                  <a:pt x="40797" y="59091"/>
                </a:cubicBezTo>
                <a:cubicBezTo>
                  <a:pt x="40772" y="59091"/>
                  <a:pt x="40772" y="59067"/>
                  <a:pt x="40747" y="59067"/>
                </a:cubicBezTo>
                <a:cubicBezTo>
                  <a:pt x="42290" y="57100"/>
                  <a:pt x="43933" y="55159"/>
                  <a:pt x="45675" y="53292"/>
                </a:cubicBezTo>
                <a:close/>
                <a:moveTo>
                  <a:pt x="33728" y="54337"/>
                </a:moveTo>
                <a:cubicBezTo>
                  <a:pt x="36018" y="56105"/>
                  <a:pt x="38308" y="57722"/>
                  <a:pt x="40523" y="59116"/>
                </a:cubicBezTo>
                <a:cubicBezTo>
                  <a:pt x="40448" y="59116"/>
                  <a:pt x="40448" y="59116"/>
                  <a:pt x="40448" y="59141"/>
                </a:cubicBezTo>
                <a:cubicBezTo>
                  <a:pt x="38283" y="57747"/>
                  <a:pt x="35968" y="56129"/>
                  <a:pt x="33703" y="54387"/>
                </a:cubicBezTo>
                <a:cubicBezTo>
                  <a:pt x="33703" y="54362"/>
                  <a:pt x="33728" y="54362"/>
                  <a:pt x="33728" y="54337"/>
                </a:cubicBezTo>
                <a:close/>
                <a:moveTo>
                  <a:pt x="55731" y="45526"/>
                </a:moveTo>
                <a:cubicBezTo>
                  <a:pt x="55806" y="45576"/>
                  <a:pt x="55856" y="45675"/>
                  <a:pt x="55955" y="45725"/>
                </a:cubicBezTo>
                <a:lnTo>
                  <a:pt x="56379" y="46173"/>
                </a:lnTo>
                <a:lnTo>
                  <a:pt x="56677" y="46447"/>
                </a:lnTo>
                <a:lnTo>
                  <a:pt x="57075" y="46870"/>
                </a:lnTo>
                <a:cubicBezTo>
                  <a:pt x="57175" y="46945"/>
                  <a:pt x="57250" y="47019"/>
                  <a:pt x="57349" y="47119"/>
                </a:cubicBezTo>
                <a:cubicBezTo>
                  <a:pt x="57474" y="47243"/>
                  <a:pt x="57623" y="47368"/>
                  <a:pt x="57748" y="47492"/>
                </a:cubicBezTo>
                <a:cubicBezTo>
                  <a:pt x="57822" y="47542"/>
                  <a:pt x="57922" y="47617"/>
                  <a:pt x="57972" y="47667"/>
                </a:cubicBezTo>
                <a:cubicBezTo>
                  <a:pt x="58121" y="47791"/>
                  <a:pt x="58295" y="47940"/>
                  <a:pt x="58420" y="48065"/>
                </a:cubicBezTo>
                <a:cubicBezTo>
                  <a:pt x="58469" y="48115"/>
                  <a:pt x="58494" y="48164"/>
                  <a:pt x="58569" y="48189"/>
                </a:cubicBezTo>
                <a:cubicBezTo>
                  <a:pt x="58743" y="48363"/>
                  <a:pt x="58917" y="48513"/>
                  <a:pt x="59092" y="48637"/>
                </a:cubicBezTo>
                <a:cubicBezTo>
                  <a:pt x="59117" y="48637"/>
                  <a:pt x="59117" y="48662"/>
                  <a:pt x="59166" y="48662"/>
                </a:cubicBezTo>
                <a:cubicBezTo>
                  <a:pt x="59789" y="49160"/>
                  <a:pt x="60361" y="49633"/>
                  <a:pt x="60934" y="50006"/>
                </a:cubicBezTo>
                <a:cubicBezTo>
                  <a:pt x="60734" y="50156"/>
                  <a:pt x="60585" y="50305"/>
                  <a:pt x="60411" y="50429"/>
                </a:cubicBezTo>
                <a:cubicBezTo>
                  <a:pt x="60286" y="50529"/>
                  <a:pt x="60162" y="50653"/>
                  <a:pt x="60038" y="50753"/>
                </a:cubicBezTo>
                <a:cubicBezTo>
                  <a:pt x="59963" y="50803"/>
                  <a:pt x="59913" y="50853"/>
                  <a:pt x="59863" y="50902"/>
                </a:cubicBezTo>
                <a:cubicBezTo>
                  <a:pt x="59465" y="51251"/>
                  <a:pt x="59092" y="51599"/>
                  <a:pt x="58693" y="51923"/>
                </a:cubicBezTo>
                <a:cubicBezTo>
                  <a:pt x="58569" y="52022"/>
                  <a:pt x="58469" y="52122"/>
                  <a:pt x="58345" y="52246"/>
                </a:cubicBezTo>
                <a:cubicBezTo>
                  <a:pt x="58320" y="52271"/>
                  <a:pt x="58295" y="52271"/>
                  <a:pt x="58295" y="52296"/>
                </a:cubicBezTo>
                <a:lnTo>
                  <a:pt x="58245" y="52346"/>
                </a:lnTo>
                <a:cubicBezTo>
                  <a:pt x="57772" y="52769"/>
                  <a:pt x="57324" y="53167"/>
                  <a:pt x="56851" y="53615"/>
                </a:cubicBezTo>
                <a:cubicBezTo>
                  <a:pt x="56802" y="53665"/>
                  <a:pt x="56727" y="53740"/>
                  <a:pt x="56677" y="53765"/>
                </a:cubicBezTo>
                <a:cubicBezTo>
                  <a:pt x="56130" y="54263"/>
                  <a:pt x="55607" y="54760"/>
                  <a:pt x="55084" y="55283"/>
                </a:cubicBezTo>
                <a:lnTo>
                  <a:pt x="54935" y="55457"/>
                </a:lnTo>
                <a:lnTo>
                  <a:pt x="54835" y="55532"/>
                </a:lnTo>
                <a:lnTo>
                  <a:pt x="54810" y="55582"/>
                </a:lnTo>
                <a:lnTo>
                  <a:pt x="53516" y="56851"/>
                </a:lnTo>
                <a:cubicBezTo>
                  <a:pt x="53392" y="56976"/>
                  <a:pt x="53267" y="57100"/>
                  <a:pt x="53143" y="57250"/>
                </a:cubicBezTo>
                <a:cubicBezTo>
                  <a:pt x="52769" y="57648"/>
                  <a:pt x="52396" y="58071"/>
                  <a:pt x="52023" y="58444"/>
                </a:cubicBezTo>
                <a:cubicBezTo>
                  <a:pt x="51973" y="58494"/>
                  <a:pt x="51948" y="58569"/>
                  <a:pt x="51873" y="58619"/>
                </a:cubicBezTo>
                <a:cubicBezTo>
                  <a:pt x="51823" y="58693"/>
                  <a:pt x="51749" y="58743"/>
                  <a:pt x="51724" y="58818"/>
                </a:cubicBezTo>
                <a:cubicBezTo>
                  <a:pt x="51599" y="58942"/>
                  <a:pt x="51475" y="59067"/>
                  <a:pt x="51351" y="59216"/>
                </a:cubicBezTo>
                <a:cubicBezTo>
                  <a:pt x="50355" y="57722"/>
                  <a:pt x="48886" y="55905"/>
                  <a:pt x="46970" y="53889"/>
                </a:cubicBezTo>
                <a:cubicBezTo>
                  <a:pt x="47343" y="53416"/>
                  <a:pt x="47716" y="52968"/>
                  <a:pt x="48115" y="52520"/>
                </a:cubicBezTo>
                <a:lnTo>
                  <a:pt x="48140" y="52495"/>
                </a:lnTo>
                <a:cubicBezTo>
                  <a:pt x="48513" y="52097"/>
                  <a:pt x="48886" y="51649"/>
                  <a:pt x="49260" y="51251"/>
                </a:cubicBezTo>
                <a:lnTo>
                  <a:pt x="49285" y="51226"/>
                </a:lnTo>
                <a:cubicBezTo>
                  <a:pt x="49384" y="51126"/>
                  <a:pt x="49484" y="51002"/>
                  <a:pt x="49583" y="50902"/>
                </a:cubicBezTo>
                <a:cubicBezTo>
                  <a:pt x="49882" y="50604"/>
                  <a:pt x="50156" y="50280"/>
                  <a:pt x="50479" y="49981"/>
                </a:cubicBezTo>
                <a:cubicBezTo>
                  <a:pt x="50629" y="49807"/>
                  <a:pt x="50828" y="49633"/>
                  <a:pt x="51002" y="49484"/>
                </a:cubicBezTo>
                <a:cubicBezTo>
                  <a:pt x="51251" y="49235"/>
                  <a:pt x="51500" y="49011"/>
                  <a:pt x="51774" y="48762"/>
                </a:cubicBezTo>
                <a:lnTo>
                  <a:pt x="52819" y="47816"/>
                </a:lnTo>
                <a:cubicBezTo>
                  <a:pt x="52869" y="47766"/>
                  <a:pt x="52944" y="47741"/>
                  <a:pt x="52993" y="47667"/>
                </a:cubicBezTo>
                <a:cubicBezTo>
                  <a:pt x="53018" y="47642"/>
                  <a:pt x="53093" y="47617"/>
                  <a:pt x="53118" y="47567"/>
                </a:cubicBezTo>
                <a:cubicBezTo>
                  <a:pt x="53242" y="47492"/>
                  <a:pt x="53367" y="47393"/>
                  <a:pt x="53466" y="47293"/>
                </a:cubicBezTo>
                <a:lnTo>
                  <a:pt x="53516" y="47243"/>
                </a:lnTo>
                <a:cubicBezTo>
                  <a:pt x="53641" y="47144"/>
                  <a:pt x="53765" y="47019"/>
                  <a:pt x="53939" y="46920"/>
                </a:cubicBezTo>
                <a:lnTo>
                  <a:pt x="54313" y="46646"/>
                </a:lnTo>
                <a:cubicBezTo>
                  <a:pt x="54337" y="46621"/>
                  <a:pt x="54362" y="46571"/>
                  <a:pt x="54387" y="46571"/>
                </a:cubicBezTo>
                <a:cubicBezTo>
                  <a:pt x="54561" y="46447"/>
                  <a:pt x="54736" y="46322"/>
                  <a:pt x="54885" y="46173"/>
                </a:cubicBezTo>
                <a:lnTo>
                  <a:pt x="55258" y="45899"/>
                </a:lnTo>
                <a:cubicBezTo>
                  <a:pt x="55383" y="45775"/>
                  <a:pt x="55557" y="45650"/>
                  <a:pt x="55731" y="45526"/>
                </a:cubicBezTo>
                <a:close/>
                <a:moveTo>
                  <a:pt x="40647" y="59191"/>
                </a:moveTo>
                <a:cubicBezTo>
                  <a:pt x="40672" y="59191"/>
                  <a:pt x="40672" y="59216"/>
                  <a:pt x="40697" y="59216"/>
                </a:cubicBezTo>
                <a:cubicBezTo>
                  <a:pt x="40697" y="59241"/>
                  <a:pt x="40672" y="59241"/>
                  <a:pt x="40672" y="59266"/>
                </a:cubicBezTo>
                <a:cubicBezTo>
                  <a:pt x="40647" y="59266"/>
                  <a:pt x="40622" y="59241"/>
                  <a:pt x="40622" y="59241"/>
                </a:cubicBezTo>
                <a:cubicBezTo>
                  <a:pt x="40622" y="59216"/>
                  <a:pt x="40647" y="59216"/>
                  <a:pt x="40647" y="59191"/>
                </a:cubicBezTo>
                <a:close/>
                <a:moveTo>
                  <a:pt x="84082" y="49185"/>
                </a:moveTo>
                <a:cubicBezTo>
                  <a:pt x="84132" y="49235"/>
                  <a:pt x="84182" y="49235"/>
                  <a:pt x="84232" y="49260"/>
                </a:cubicBezTo>
                <a:cubicBezTo>
                  <a:pt x="84306" y="49284"/>
                  <a:pt x="84331" y="49284"/>
                  <a:pt x="84381" y="49309"/>
                </a:cubicBezTo>
                <a:cubicBezTo>
                  <a:pt x="84431" y="49309"/>
                  <a:pt x="84456" y="49334"/>
                  <a:pt x="84481" y="49334"/>
                </a:cubicBezTo>
                <a:cubicBezTo>
                  <a:pt x="84705" y="49434"/>
                  <a:pt x="84929" y="49533"/>
                  <a:pt x="85178" y="49633"/>
                </a:cubicBezTo>
                <a:cubicBezTo>
                  <a:pt x="85227" y="49658"/>
                  <a:pt x="85252" y="49658"/>
                  <a:pt x="85327" y="49683"/>
                </a:cubicBezTo>
                <a:cubicBezTo>
                  <a:pt x="85601" y="49782"/>
                  <a:pt x="85850" y="49882"/>
                  <a:pt x="86123" y="49956"/>
                </a:cubicBezTo>
                <a:cubicBezTo>
                  <a:pt x="86173" y="49956"/>
                  <a:pt x="86198" y="50006"/>
                  <a:pt x="86248" y="50006"/>
                </a:cubicBezTo>
                <a:lnTo>
                  <a:pt x="86298" y="50006"/>
                </a:lnTo>
                <a:cubicBezTo>
                  <a:pt x="86497" y="50056"/>
                  <a:pt x="86721" y="50156"/>
                  <a:pt x="86970" y="50205"/>
                </a:cubicBezTo>
                <a:cubicBezTo>
                  <a:pt x="87617" y="52844"/>
                  <a:pt x="87244" y="56005"/>
                  <a:pt x="86074" y="59340"/>
                </a:cubicBezTo>
                <a:cubicBezTo>
                  <a:pt x="83809" y="58245"/>
                  <a:pt x="81693" y="56901"/>
                  <a:pt x="79826" y="55383"/>
                </a:cubicBezTo>
                <a:cubicBezTo>
                  <a:pt x="81344" y="53342"/>
                  <a:pt x="82763" y="51276"/>
                  <a:pt x="84082" y="49185"/>
                </a:cubicBezTo>
                <a:close/>
                <a:moveTo>
                  <a:pt x="46771" y="54014"/>
                </a:moveTo>
                <a:cubicBezTo>
                  <a:pt x="48737" y="56030"/>
                  <a:pt x="50206" y="57847"/>
                  <a:pt x="51151" y="59315"/>
                </a:cubicBezTo>
                <a:lnTo>
                  <a:pt x="51102" y="59365"/>
                </a:lnTo>
                <a:cubicBezTo>
                  <a:pt x="50156" y="57872"/>
                  <a:pt x="48712" y="56080"/>
                  <a:pt x="46746" y="54088"/>
                </a:cubicBezTo>
                <a:cubicBezTo>
                  <a:pt x="46746" y="54039"/>
                  <a:pt x="46771" y="54039"/>
                  <a:pt x="46771" y="54014"/>
                </a:cubicBezTo>
                <a:close/>
                <a:moveTo>
                  <a:pt x="60983" y="50156"/>
                </a:moveTo>
                <a:cubicBezTo>
                  <a:pt x="60983" y="50156"/>
                  <a:pt x="61033" y="50156"/>
                  <a:pt x="61033" y="50180"/>
                </a:cubicBezTo>
                <a:lnTo>
                  <a:pt x="61058" y="50180"/>
                </a:lnTo>
                <a:cubicBezTo>
                  <a:pt x="60934" y="50305"/>
                  <a:pt x="60784" y="50479"/>
                  <a:pt x="60585" y="50604"/>
                </a:cubicBezTo>
                <a:cubicBezTo>
                  <a:pt x="60486" y="50653"/>
                  <a:pt x="60436" y="50728"/>
                  <a:pt x="60386" y="50753"/>
                </a:cubicBezTo>
                <a:cubicBezTo>
                  <a:pt x="60262" y="50877"/>
                  <a:pt x="60137" y="50977"/>
                  <a:pt x="59988" y="51101"/>
                </a:cubicBezTo>
                <a:cubicBezTo>
                  <a:pt x="59589" y="51425"/>
                  <a:pt x="59216" y="51749"/>
                  <a:pt x="58843" y="52097"/>
                </a:cubicBezTo>
                <a:lnTo>
                  <a:pt x="58768" y="52147"/>
                </a:lnTo>
                <a:lnTo>
                  <a:pt x="58743" y="52147"/>
                </a:lnTo>
                <a:cubicBezTo>
                  <a:pt x="58693" y="52197"/>
                  <a:pt x="58619" y="52246"/>
                  <a:pt x="58594" y="52296"/>
                </a:cubicBezTo>
                <a:cubicBezTo>
                  <a:pt x="58519" y="52371"/>
                  <a:pt x="58445" y="52421"/>
                  <a:pt x="58370" y="52495"/>
                </a:cubicBezTo>
                <a:cubicBezTo>
                  <a:pt x="57847" y="52943"/>
                  <a:pt x="57349" y="53416"/>
                  <a:pt x="56851" y="53889"/>
                </a:cubicBezTo>
                <a:lnTo>
                  <a:pt x="56777" y="53939"/>
                </a:lnTo>
                <a:cubicBezTo>
                  <a:pt x="56254" y="54437"/>
                  <a:pt x="55756" y="54935"/>
                  <a:pt x="55234" y="55432"/>
                </a:cubicBezTo>
                <a:lnTo>
                  <a:pt x="54835" y="55856"/>
                </a:lnTo>
                <a:lnTo>
                  <a:pt x="54786" y="55881"/>
                </a:lnTo>
                <a:lnTo>
                  <a:pt x="54761" y="55905"/>
                </a:lnTo>
                <a:lnTo>
                  <a:pt x="53740" y="56951"/>
                </a:lnTo>
                <a:cubicBezTo>
                  <a:pt x="53541" y="57125"/>
                  <a:pt x="53392" y="57274"/>
                  <a:pt x="53242" y="57474"/>
                </a:cubicBezTo>
                <a:lnTo>
                  <a:pt x="53217" y="57498"/>
                </a:lnTo>
                <a:cubicBezTo>
                  <a:pt x="52894" y="57797"/>
                  <a:pt x="52595" y="58146"/>
                  <a:pt x="52272" y="58494"/>
                </a:cubicBezTo>
                <a:cubicBezTo>
                  <a:pt x="52147" y="58643"/>
                  <a:pt x="52023" y="58768"/>
                  <a:pt x="51873" y="58917"/>
                </a:cubicBezTo>
                <a:cubicBezTo>
                  <a:pt x="51848" y="58967"/>
                  <a:pt x="51799" y="58992"/>
                  <a:pt x="51799" y="59017"/>
                </a:cubicBezTo>
                <a:lnTo>
                  <a:pt x="51774" y="59042"/>
                </a:lnTo>
                <a:lnTo>
                  <a:pt x="51749" y="59091"/>
                </a:lnTo>
                <a:cubicBezTo>
                  <a:pt x="51649" y="59216"/>
                  <a:pt x="51525" y="59291"/>
                  <a:pt x="51425" y="59415"/>
                </a:cubicBezTo>
                <a:cubicBezTo>
                  <a:pt x="51425" y="59415"/>
                  <a:pt x="51425" y="59390"/>
                  <a:pt x="51400" y="59390"/>
                </a:cubicBezTo>
                <a:lnTo>
                  <a:pt x="51400" y="59365"/>
                </a:lnTo>
                <a:cubicBezTo>
                  <a:pt x="52097" y="58619"/>
                  <a:pt x="52769" y="57872"/>
                  <a:pt x="53466" y="57150"/>
                </a:cubicBezTo>
                <a:lnTo>
                  <a:pt x="53491" y="57125"/>
                </a:lnTo>
                <a:lnTo>
                  <a:pt x="53516" y="57100"/>
                </a:lnTo>
                <a:cubicBezTo>
                  <a:pt x="54238" y="56353"/>
                  <a:pt x="54985" y="55607"/>
                  <a:pt x="55731" y="54885"/>
                </a:cubicBezTo>
                <a:lnTo>
                  <a:pt x="56005" y="54611"/>
                </a:lnTo>
                <a:cubicBezTo>
                  <a:pt x="56752" y="53889"/>
                  <a:pt x="57524" y="53167"/>
                  <a:pt x="58320" y="52446"/>
                </a:cubicBezTo>
                <a:lnTo>
                  <a:pt x="58494" y="52271"/>
                </a:lnTo>
                <a:cubicBezTo>
                  <a:pt x="58967" y="51873"/>
                  <a:pt x="59440" y="51475"/>
                  <a:pt x="59938" y="51052"/>
                </a:cubicBezTo>
                <a:cubicBezTo>
                  <a:pt x="60062" y="50927"/>
                  <a:pt x="60212" y="50853"/>
                  <a:pt x="60336" y="50728"/>
                </a:cubicBezTo>
                <a:lnTo>
                  <a:pt x="60983" y="50156"/>
                </a:lnTo>
                <a:close/>
                <a:moveTo>
                  <a:pt x="87169" y="50280"/>
                </a:moveTo>
                <a:cubicBezTo>
                  <a:pt x="87194" y="50280"/>
                  <a:pt x="87194" y="50280"/>
                  <a:pt x="87219" y="50305"/>
                </a:cubicBezTo>
                <a:cubicBezTo>
                  <a:pt x="87841" y="52919"/>
                  <a:pt x="87468" y="56105"/>
                  <a:pt x="86298" y="59465"/>
                </a:cubicBezTo>
                <a:cubicBezTo>
                  <a:pt x="86248" y="59465"/>
                  <a:pt x="86248" y="59440"/>
                  <a:pt x="86223" y="59440"/>
                </a:cubicBezTo>
                <a:cubicBezTo>
                  <a:pt x="87418" y="56080"/>
                  <a:pt x="87791" y="52919"/>
                  <a:pt x="87169" y="50280"/>
                </a:cubicBezTo>
                <a:close/>
                <a:moveTo>
                  <a:pt x="79702" y="55532"/>
                </a:moveTo>
                <a:cubicBezTo>
                  <a:pt x="81593" y="57075"/>
                  <a:pt x="83709" y="58395"/>
                  <a:pt x="85999" y="59515"/>
                </a:cubicBezTo>
                <a:cubicBezTo>
                  <a:pt x="85999" y="59564"/>
                  <a:pt x="85999" y="59564"/>
                  <a:pt x="85974" y="59589"/>
                </a:cubicBezTo>
                <a:cubicBezTo>
                  <a:pt x="83684" y="58469"/>
                  <a:pt x="81519" y="57125"/>
                  <a:pt x="79627" y="55607"/>
                </a:cubicBezTo>
                <a:lnTo>
                  <a:pt x="79702" y="55532"/>
                </a:lnTo>
                <a:close/>
                <a:moveTo>
                  <a:pt x="51326" y="59490"/>
                </a:moveTo>
                <a:lnTo>
                  <a:pt x="51326" y="59515"/>
                </a:lnTo>
                <a:cubicBezTo>
                  <a:pt x="51326" y="59515"/>
                  <a:pt x="51326" y="59564"/>
                  <a:pt x="51351" y="59564"/>
                </a:cubicBezTo>
                <a:lnTo>
                  <a:pt x="51276" y="59614"/>
                </a:lnTo>
                <a:cubicBezTo>
                  <a:pt x="51276" y="59589"/>
                  <a:pt x="51276" y="59589"/>
                  <a:pt x="51251" y="59564"/>
                </a:cubicBezTo>
                <a:lnTo>
                  <a:pt x="51326" y="59490"/>
                </a:lnTo>
                <a:close/>
                <a:moveTo>
                  <a:pt x="4232" y="59614"/>
                </a:moveTo>
                <a:lnTo>
                  <a:pt x="4232" y="59614"/>
                </a:lnTo>
                <a:cubicBezTo>
                  <a:pt x="4223" y="59637"/>
                  <a:pt x="4214" y="59660"/>
                  <a:pt x="4205" y="59684"/>
                </a:cubicBezTo>
                <a:lnTo>
                  <a:pt x="4205" y="59684"/>
                </a:lnTo>
                <a:cubicBezTo>
                  <a:pt x="4212" y="59656"/>
                  <a:pt x="4218" y="59628"/>
                  <a:pt x="4232" y="59614"/>
                </a:cubicBezTo>
                <a:close/>
                <a:moveTo>
                  <a:pt x="86173" y="59589"/>
                </a:moveTo>
                <a:cubicBezTo>
                  <a:pt x="86198" y="59614"/>
                  <a:pt x="86198" y="59614"/>
                  <a:pt x="86223" y="59614"/>
                </a:cubicBezTo>
                <a:cubicBezTo>
                  <a:pt x="86223" y="59639"/>
                  <a:pt x="86198" y="59639"/>
                  <a:pt x="86198" y="59689"/>
                </a:cubicBezTo>
                <a:cubicBezTo>
                  <a:pt x="86173" y="59689"/>
                  <a:pt x="86173" y="59639"/>
                  <a:pt x="86123" y="59639"/>
                </a:cubicBezTo>
                <a:cubicBezTo>
                  <a:pt x="86123" y="59614"/>
                  <a:pt x="86173" y="59614"/>
                  <a:pt x="86173" y="59589"/>
                </a:cubicBezTo>
                <a:close/>
                <a:moveTo>
                  <a:pt x="61282" y="50280"/>
                </a:moveTo>
                <a:cubicBezTo>
                  <a:pt x="61332" y="50355"/>
                  <a:pt x="61431" y="50380"/>
                  <a:pt x="61481" y="50405"/>
                </a:cubicBezTo>
                <a:cubicBezTo>
                  <a:pt x="57748" y="53118"/>
                  <a:pt x="54387" y="56353"/>
                  <a:pt x="51649" y="59739"/>
                </a:cubicBezTo>
                <a:cubicBezTo>
                  <a:pt x="51624" y="59689"/>
                  <a:pt x="51599" y="59614"/>
                  <a:pt x="51525" y="59564"/>
                </a:cubicBezTo>
                <a:cubicBezTo>
                  <a:pt x="51624" y="59465"/>
                  <a:pt x="51699" y="59365"/>
                  <a:pt x="51774" y="59266"/>
                </a:cubicBezTo>
                <a:cubicBezTo>
                  <a:pt x="52023" y="59017"/>
                  <a:pt x="52247" y="58743"/>
                  <a:pt x="52496" y="58494"/>
                </a:cubicBezTo>
                <a:cubicBezTo>
                  <a:pt x="52620" y="58370"/>
                  <a:pt x="52720" y="58245"/>
                  <a:pt x="52844" y="58146"/>
                </a:cubicBezTo>
                <a:cubicBezTo>
                  <a:pt x="52968" y="58021"/>
                  <a:pt x="53093" y="57872"/>
                  <a:pt x="53217" y="57747"/>
                </a:cubicBezTo>
                <a:cubicBezTo>
                  <a:pt x="53242" y="57722"/>
                  <a:pt x="53267" y="57698"/>
                  <a:pt x="53317" y="57623"/>
                </a:cubicBezTo>
                <a:cubicBezTo>
                  <a:pt x="53491" y="57399"/>
                  <a:pt x="53715" y="57200"/>
                  <a:pt x="53939" y="57001"/>
                </a:cubicBezTo>
                <a:lnTo>
                  <a:pt x="54761" y="56154"/>
                </a:lnTo>
                <a:lnTo>
                  <a:pt x="54885" y="56030"/>
                </a:lnTo>
                <a:cubicBezTo>
                  <a:pt x="55059" y="55881"/>
                  <a:pt x="55209" y="55706"/>
                  <a:pt x="55383" y="55532"/>
                </a:cubicBezTo>
                <a:cubicBezTo>
                  <a:pt x="55881" y="55034"/>
                  <a:pt x="56379" y="54586"/>
                  <a:pt x="56876" y="54113"/>
                </a:cubicBezTo>
                <a:cubicBezTo>
                  <a:pt x="56976" y="54039"/>
                  <a:pt x="57051" y="53964"/>
                  <a:pt x="57125" y="53889"/>
                </a:cubicBezTo>
                <a:lnTo>
                  <a:pt x="57175" y="53864"/>
                </a:lnTo>
                <a:lnTo>
                  <a:pt x="58469" y="52645"/>
                </a:lnTo>
                <a:cubicBezTo>
                  <a:pt x="58619" y="52520"/>
                  <a:pt x="58793" y="52371"/>
                  <a:pt x="58942" y="52246"/>
                </a:cubicBezTo>
                <a:cubicBezTo>
                  <a:pt x="59341" y="51898"/>
                  <a:pt x="59714" y="51550"/>
                  <a:pt x="60112" y="51226"/>
                </a:cubicBezTo>
                <a:cubicBezTo>
                  <a:pt x="60311" y="51052"/>
                  <a:pt x="60461" y="50927"/>
                  <a:pt x="60660" y="50778"/>
                </a:cubicBezTo>
                <a:cubicBezTo>
                  <a:pt x="60859" y="50629"/>
                  <a:pt x="61083" y="50479"/>
                  <a:pt x="61282" y="50280"/>
                </a:cubicBezTo>
                <a:close/>
                <a:moveTo>
                  <a:pt x="4185" y="59735"/>
                </a:moveTo>
                <a:cubicBezTo>
                  <a:pt x="4162" y="59797"/>
                  <a:pt x="4138" y="59858"/>
                  <a:pt x="4114" y="59920"/>
                </a:cubicBezTo>
                <a:lnTo>
                  <a:pt x="4114" y="59920"/>
                </a:lnTo>
                <a:cubicBezTo>
                  <a:pt x="4136" y="59859"/>
                  <a:pt x="4159" y="59799"/>
                  <a:pt x="4182" y="59739"/>
                </a:cubicBezTo>
                <a:cubicBezTo>
                  <a:pt x="4183" y="59737"/>
                  <a:pt x="4184" y="59736"/>
                  <a:pt x="4185" y="59735"/>
                </a:cubicBezTo>
                <a:close/>
                <a:moveTo>
                  <a:pt x="51450" y="59714"/>
                </a:moveTo>
                <a:cubicBezTo>
                  <a:pt x="51475" y="59764"/>
                  <a:pt x="51525" y="59838"/>
                  <a:pt x="51575" y="59888"/>
                </a:cubicBezTo>
                <a:lnTo>
                  <a:pt x="51500" y="59963"/>
                </a:lnTo>
                <a:cubicBezTo>
                  <a:pt x="51475" y="59888"/>
                  <a:pt x="51450" y="59838"/>
                  <a:pt x="51375" y="59764"/>
                </a:cubicBezTo>
                <a:cubicBezTo>
                  <a:pt x="51400" y="59739"/>
                  <a:pt x="51400" y="59714"/>
                  <a:pt x="51450" y="59714"/>
                </a:cubicBezTo>
                <a:close/>
                <a:moveTo>
                  <a:pt x="61680" y="50529"/>
                </a:moveTo>
                <a:cubicBezTo>
                  <a:pt x="61705" y="50529"/>
                  <a:pt x="61705" y="50554"/>
                  <a:pt x="61730" y="50554"/>
                </a:cubicBezTo>
                <a:cubicBezTo>
                  <a:pt x="57947" y="53292"/>
                  <a:pt x="54561" y="56528"/>
                  <a:pt x="51823" y="59988"/>
                </a:cubicBezTo>
                <a:cubicBezTo>
                  <a:pt x="51823" y="59963"/>
                  <a:pt x="51774" y="59963"/>
                  <a:pt x="51774" y="59938"/>
                </a:cubicBezTo>
                <a:cubicBezTo>
                  <a:pt x="54561" y="56503"/>
                  <a:pt x="57922" y="53267"/>
                  <a:pt x="61680" y="50529"/>
                </a:cubicBezTo>
                <a:close/>
                <a:moveTo>
                  <a:pt x="45899" y="53466"/>
                </a:moveTo>
                <a:lnTo>
                  <a:pt x="46347" y="53889"/>
                </a:lnTo>
                <a:cubicBezTo>
                  <a:pt x="44754" y="55881"/>
                  <a:pt x="43410" y="57971"/>
                  <a:pt x="42315" y="60012"/>
                </a:cubicBezTo>
                <a:cubicBezTo>
                  <a:pt x="41892" y="59739"/>
                  <a:pt x="41419" y="59490"/>
                  <a:pt x="40946" y="59191"/>
                </a:cubicBezTo>
                <a:cubicBezTo>
                  <a:pt x="42514" y="57250"/>
                  <a:pt x="44157" y="55333"/>
                  <a:pt x="45899" y="53466"/>
                </a:cubicBezTo>
                <a:close/>
                <a:moveTo>
                  <a:pt x="114698" y="52595"/>
                </a:moveTo>
                <a:cubicBezTo>
                  <a:pt x="114723" y="52894"/>
                  <a:pt x="114748" y="53217"/>
                  <a:pt x="114748" y="53541"/>
                </a:cubicBezTo>
                <a:cubicBezTo>
                  <a:pt x="114350" y="55084"/>
                  <a:pt x="113877" y="56602"/>
                  <a:pt x="113305" y="58195"/>
                </a:cubicBezTo>
                <a:cubicBezTo>
                  <a:pt x="112757" y="58892"/>
                  <a:pt x="112110" y="59564"/>
                  <a:pt x="111363" y="60112"/>
                </a:cubicBezTo>
                <a:cubicBezTo>
                  <a:pt x="112632" y="57598"/>
                  <a:pt x="113753" y="55084"/>
                  <a:pt x="114698" y="52595"/>
                </a:cubicBezTo>
                <a:close/>
                <a:moveTo>
                  <a:pt x="46397" y="53939"/>
                </a:moveTo>
                <a:lnTo>
                  <a:pt x="46422" y="53989"/>
                </a:lnTo>
                <a:cubicBezTo>
                  <a:pt x="46497" y="54088"/>
                  <a:pt x="46497" y="54113"/>
                  <a:pt x="46472" y="54113"/>
                </a:cubicBezTo>
                <a:cubicBezTo>
                  <a:pt x="46123" y="54536"/>
                  <a:pt x="45800" y="54984"/>
                  <a:pt x="45476" y="55408"/>
                </a:cubicBezTo>
                <a:cubicBezTo>
                  <a:pt x="45377" y="55557"/>
                  <a:pt x="45252" y="55706"/>
                  <a:pt x="45153" y="55856"/>
                </a:cubicBezTo>
                <a:cubicBezTo>
                  <a:pt x="44929" y="56154"/>
                  <a:pt x="44680" y="56503"/>
                  <a:pt x="44481" y="56851"/>
                </a:cubicBezTo>
                <a:cubicBezTo>
                  <a:pt x="44381" y="57001"/>
                  <a:pt x="44281" y="57125"/>
                  <a:pt x="44182" y="57274"/>
                </a:cubicBezTo>
                <a:cubicBezTo>
                  <a:pt x="44132" y="57349"/>
                  <a:pt x="44107" y="57424"/>
                  <a:pt x="44033" y="57498"/>
                </a:cubicBezTo>
                <a:cubicBezTo>
                  <a:pt x="43809" y="57872"/>
                  <a:pt x="43560" y="58245"/>
                  <a:pt x="43385" y="58594"/>
                </a:cubicBezTo>
                <a:cubicBezTo>
                  <a:pt x="43062" y="59116"/>
                  <a:pt x="42788" y="59639"/>
                  <a:pt x="42514" y="60137"/>
                </a:cubicBezTo>
                <a:cubicBezTo>
                  <a:pt x="42514" y="60137"/>
                  <a:pt x="42489" y="60137"/>
                  <a:pt x="42489" y="60112"/>
                </a:cubicBezTo>
                <a:lnTo>
                  <a:pt x="42440" y="60112"/>
                </a:lnTo>
                <a:cubicBezTo>
                  <a:pt x="42564" y="59863"/>
                  <a:pt x="42688" y="59639"/>
                  <a:pt x="42813" y="59390"/>
                </a:cubicBezTo>
                <a:cubicBezTo>
                  <a:pt x="42813" y="59365"/>
                  <a:pt x="42863" y="59340"/>
                  <a:pt x="42888" y="59291"/>
                </a:cubicBezTo>
                <a:lnTo>
                  <a:pt x="43360" y="58469"/>
                </a:lnTo>
                <a:cubicBezTo>
                  <a:pt x="43360" y="58469"/>
                  <a:pt x="43360" y="58419"/>
                  <a:pt x="43385" y="58419"/>
                </a:cubicBezTo>
                <a:cubicBezTo>
                  <a:pt x="43560" y="58121"/>
                  <a:pt x="43759" y="57847"/>
                  <a:pt x="43933" y="57523"/>
                </a:cubicBezTo>
                <a:cubicBezTo>
                  <a:pt x="44132" y="57225"/>
                  <a:pt x="44306" y="56926"/>
                  <a:pt x="44505" y="56627"/>
                </a:cubicBezTo>
                <a:cubicBezTo>
                  <a:pt x="44530" y="56602"/>
                  <a:pt x="44555" y="56553"/>
                  <a:pt x="44555" y="56503"/>
                </a:cubicBezTo>
                <a:cubicBezTo>
                  <a:pt x="44754" y="56229"/>
                  <a:pt x="44929" y="55980"/>
                  <a:pt x="45128" y="55681"/>
                </a:cubicBezTo>
                <a:cubicBezTo>
                  <a:pt x="45352" y="55408"/>
                  <a:pt x="45526" y="55109"/>
                  <a:pt x="45750" y="54810"/>
                </a:cubicBezTo>
                <a:cubicBezTo>
                  <a:pt x="45800" y="54760"/>
                  <a:pt x="45850" y="54686"/>
                  <a:pt x="45899" y="54611"/>
                </a:cubicBezTo>
                <a:cubicBezTo>
                  <a:pt x="46049" y="54387"/>
                  <a:pt x="46248" y="54163"/>
                  <a:pt x="46397" y="53939"/>
                </a:cubicBezTo>
                <a:close/>
                <a:moveTo>
                  <a:pt x="51649" y="60062"/>
                </a:moveTo>
                <a:cubicBezTo>
                  <a:pt x="51649" y="60087"/>
                  <a:pt x="51699" y="60112"/>
                  <a:pt x="51699" y="60112"/>
                </a:cubicBezTo>
                <a:lnTo>
                  <a:pt x="51624" y="60187"/>
                </a:lnTo>
                <a:cubicBezTo>
                  <a:pt x="51624" y="60137"/>
                  <a:pt x="51599" y="60137"/>
                  <a:pt x="51599" y="60112"/>
                </a:cubicBezTo>
                <a:lnTo>
                  <a:pt x="51649" y="60062"/>
                </a:lnTo>
                <a:close/>
                <a:moveTo>
                  <a:pt x="40822" y="59315"/>
                </a:moveTo>
                <a:cubicBezTo>
                  <a:pt x="41295" y="59589"/>
                  <a:pt x="41767" y="59888"/>
                  <a:pt x="42240" y="60137"/>
                </a:cubicBezTo>
                <a:cubicBezTo>
                  <a:pt x="42240" y="60187"/>
                  <a:pt x="42191" y="60187"/>
                  <a:pt x="42191" y="60212"/>
                </a:cubicBezTo>
                <a:cubicBezTo>
                  <a:pt x="41743" y="59963"/>
                  <a:pt x="41270" y="59689"/>
                  <a:pt x="40797" y="59365"/>
                </a:cubicBezTo>
                <a:cubicBezTo>
                  <a:pt x="40797" y="59340"/>
                  <a:pt x="40822" y="59340"/>
                  <a:pt x="40822" y="59315"/>
                </a:cubicBezTo>
                <a:close/>
                <a:moveTo>
                  <a:pt x="42440" y="60261"/>
                </a:moveTo>
                <a:cubicBezTo>
                  <a:pt x="42440" y="60261"/>
                  <a:pt x="42489" y="60261"/>
                  <a:pt x="42489" y="60311"/>
                </a:cubicBezTo>
                <a:cubicBezTo>
                  <a:pt x="42489" y="60336"/>
                  <a:pt x="42440" y="60336"/>
                  <a:pt x="42440" y="60361"/>
                </a:cubicBezTo>
                <a:cubicBezTo>
                  <a:pt x="42415" y="60361"/>
                  <a:pt x="42415" y="60361"/>
                  <a:pt x="42390" y="60336"/>
                </a:cubicBezTo>
                <a:cubicBezTo>
                  <a:pt x="42390" y="60311"/>
                  <a:pt x="42415" y="60311"/>
                  <a:pt x="42415" y="60261"/>
                </a:cubicBezTo>
                <a:close/>
                <a:moveTo>
                  <a:pt x="114599" y="52097"/>
                </a:moveTo>
                <a:cubicBezTo>
                  <a:pt x="114599" y="52122"/>
                  <a:pt x="114624" y="52172"/>
                  <a:pt x="114624" y="52222"/>
                </a:cubicBezTo>
                <a:cubicBezTo>
                  <a:pt x="113628" y="54885"/>
                  <a:pt x="112433" y="57598"/>
                  <a:pt x="111064" y="60336"/>
                </a:cubicBezTo>
                <a:cubicBezTo>
                  <a:pt x="111015" y="60361"/>
                  <a:pt x="110990" y="60386"/>
                  <a:pt x="110965" y="60386"/>
                </a:cubicBezTo>
                <a:cubicBezTo>
                  <a:pt x="112359" y="57598"/>
                  <a:pt x="113603" y="54835"/>
                  <a:pt x="114599" y="52097"/>
                </a:cubicBezTo>
                <a:close/>
                <a:moveTo>
                  <a:pt x="87443" y="50355"/>
                </a:moveTo>
                <a:lnTo>
                  <a:pt x="87443" y="50355"/>
                </a:lnTo>
                <a:cubicBezTo>
                  <a:pt x="87692" y="50405"/>
                  <a:pt x="87916" y="50479"/>
                  <a:pt x="88164" y="50529"/>
                </a:cubicBezTo>
                <a:cubicBezTo>
                  <a:pt x="88214" y="50529"/>
                  <a:pt x="88289" y="50554"/>
                  <a:pt x="88339" y="50554"/>
                </a:cubicBezTo>
                <a:cubicBezTo>
                  <a:pt x="88438" y="50579"/>
                  <a:pt x="88563" y="50579"/>
                  <a:pt x="88662" y="50629"/>
                </a:cubicBezTo>
                <a:cubicBezTo>
                  <a:pt x="88812" y="50653"/>
                  <a:pt x="88986" y="50678"/>
                  <a:pt x="89160" y="50728"/>
                </a:cubicBezTo>
                <a:cubicBezTo>
                  <a:pt x="89210" y="50728"/>
                  <a:pt x="89285" y="50753"/>
                  <a:pt x="89359" y="50753"/>
                </a:cubicBezTo>
                <a:lnTo>
                  <a:pt x="89409" y="50753"/>
                </a:lnTo>
                <a:cubicBezTo>
                  <a:pt x="89434" y="50753"/>
                  <a:pt x="89484" y="50753"/>
                  <a:pt x="89534" y="50778"/>
                </a:cubicBezTo>
                <a:lnTo>
                  <a:pt x="90181" y="50877"/>
                </a:lnTo>
                <a:cubicBezTo>
                  <a:pt x="90305" y="50902"/>
                  <a:pt x="90430" y="50902"/>
                  <a:pt x="90554" y="50902"/>
                </a:cubicBezTo>
                <a:cubicBezTo>
                  <a:pt x="90778" y="50927"/>
                  <a:pt x="91027" y="50952"/>
                  <a:pt x="91226" y="50952"/>
                </a:cubicBezTo>
                <a:lnTo>
                  <a:pt x="91351" y="50952"/>
                </a:lnTo>
                <a:cubicBezTo>
                  <a:pt x="91450" y="50952"/>
                  <a:pt x="91575" y="50952"/>
                  <a:pt x="91674" y="51002"/>
                </a:cubicBezTo>
                <a:lnTo>
                  <a:pt x="91799" y="51002"/>
                </a:lnTo>
                <a:cubicBezTo>
                  <a:pt x="91898" y="51002"/>
                  <a:pt x="91948" y="51002"/>
                  <a:pt x="92048" y="51027"/>
                </a:cubicBezTo>
                <a:cubicBezTo>
                  <a:pt x="92147" y="51027"/>
                  <a:pt x="92222" y="51027"/>
                  <a:pt x="92321" y="51052"/>
                </a:cubicBezTo>
                <a:lnTo>
                  <a:pt x="93417" y="51052"/>
                </a:lnTo>
                <a:cubicBezTo>
                  <a:pt x="93989" y="51052"/>
                  <a:pt x="94586" y="51027"/>
                  <a:pt x="95184" y="51002"/>
                </a:cubicBezTo>
                <a:lnTo>
                  <a:pt x="95184" y="51002"/>
                </a:lnTo>
                <a:cubicBezTo>
                  <a:pt x="93392" y="54238"/>
                  <a:pt x="91276" y="57449"/>
                  <a:pt x="88936" y="60585"/>
                </a:cubicBezTo>
                <a:cubicBezTo>
                  <a:pt x="88090" y="60261"/>
                  <a:pt x="87244" y="59888"/>
                  <a:pt x="86447" y="59515"/>
                </a:cubicBezTo>
                <a:cubicBezTo>
                  <a:pt x="87617" y="56154"/>
                  <a:pt x="88040" y="53018"/>
                  <a:pt x="87443" y="50355"/>
                </a:cubicBezTo>
                <a:close/>
                <a:moveTo>
                  <a:pt x="113105" y="58718"/>
                </a:moveTo>
                <a:lnTo>
                  <a:pt x="113105" y="58718"/>
                </a:lnTo>
                <a:cubicBezTo>
                  <a:pt x="113081" y="58768"/>
                  <a:pt x="113081" y="58843"/>
                  <a:pt x="113056" y="58892"/>
                </a:cubicBezTo>
                <a:cubicBezTo>
                  <a:pt x="112508" y="59515"/>
                  <a:pt x="111861" y="60087"/>
                  <a:pt x="111114" y="60585"/>
                </a:cubicBezTo>
                <a:cubicBezTo>
                  <a:pt x="111139" y="60560"/>
                  <a:pt x="111139" y="60510"/>
                  <a:pt x="111189" y="60460"/>
                </a:cubicBezTo>
                <a:cubicBezTo>
                  <a:pt x="111936" y="59938"/>
                  <a:pt x="112583" y="59365"/>
                  <a:pt x="113105" y="58718"/>
                </a:cubicBezTo>
                <a:close/>
                <a:moveTo>
                  <a:pt x="95532" y="51027"/>
                </a:moveTo>
                <a:cubicBezTo>
                  <a:pt x="93665" y="54263"/>
                  <a:pt x="91525" y="57498"/>
                  <a:pt x="89185" y="60684"/>
                </a:cubicBezTo>
                <a:cubicBezTo>
                  <a:pt x="89160" y="60684"/>
                  <a:pt x="89160" y="60635"/>
                  <a:pt x="89110" y="60635"/>
                </a:cubicBezTo>
                <a:cubicBezTo>
                  <a:pt x="91475" y="57474"/>
                  <a:pt x="93591" y="54238"/>
                  <a:pt x="95458" y="51027"/>
                </a:cubicBezTo>
                <a:close/>
                <a:moveTo>
                  <a:pt x="86372" y="59714"/>
                </a:moveTo>
                <a:cubicBezTo>
                  <a:pt x="87194" y="60087"/>
                  <a:pt x="87990" y="60436"/>
                  <a:pt x="88812" y="60734"/>
                </a:cubicBezTo>
                <a:cubicBezTo>
                  <a:pt x="88812" y="60759"/>
                  <a:pt x="88787" y="60759"/>
                  <a:pt x="88787" y="60809"/>
                </a:cubicBezTo>
                <a:cubicBezTo>
                  <a:pt x="87965" y="60485"/>
                  <a:pt x="87169" y="60137"/>
                  <a:pt x="86347" y="59764"/>
                </a:cubicBezTo>
                <a:cubicBezTo>
                  <a:pt x="86372" y="59739"/>
                  <a:pt x="86372" y="59714"/>
                  <a:pt x="86372" y="59714"/>
                </a:cubicBezTo>
                <a:close/>
                <a:moveTo>
                  <a:pt x="110865" y="60685"/>
                </a:moveTo>
                <a:lnTo>
                  <a:pt x="110865" y="60685"/>
                </a:lnTo>
                <a:cubicBezTo>
                  <a:pt x="110840" y="60709"/>
                  <a:pt x="110840" y="60734"/>
                  <a:pt x="110815" y="60809"/>
                </a:cubicBezTo>
                <a:cubicBezTo>
                  <a:pt x="110766" y="60834"/>
                  <a:pt x="110741" y="60834"/>
                  <a:pt x="110716" y="60859"/>
                </a:cubicBezTo>
                <a:cubicBezTo>
                  <a:pt x="110741" y="60834"/>
                  <a:pt x="110741" y="60809"/>
                  <a:pt x="110766" y="60734"/>
                </a:cubicBezTo>
                <a:cubicBezTo>
                  <a:pt x="110815" y="60709"/>
                  <a:pt x="110840" y="60709"/>
                  <a:pt x="110865" y="60685"/>
                </a:cubicBezTo>
                <a:close/>
                <a:moveTo>
                  <a:pt x="88986" y="60809"/>
                </a:moveTo>
                <a:cubicBezTo>
                  <a:pt x="89036" y="60809"/>
                  <a:pt x="89061" y="60834"/>
                  <a:pt x="89061" y="60834"/>
                </a:cubicBezTo>
                <a:cubicBezTo>
                  <a:pt x="89061" y="60859"/>
                  <a:pt x="89011" y="60859"/>
                  <a:pt x="89011" y="60884"/>
                </a:cubicBezTo>
                <a:cubicBezTo>
                  <a:pt x="88986" y="60884"/>
                  <a:pt x="88986" y="60884"/>
                  <a:pt x="88961" y="60859"/>
                </a:cubicBezTo>
                <a:cubicBezTo>
                  <a:pt x="88961" y="60834"/>
                  <a:pt x="88986" y="60834"/>
                  <a:pt x="88986" y="60809"/>
                </a:cubicBezTo>
                <a:close/>
                <a:moveTo>
                  <a:pt x="33578" y="54536"/>
                </a:moveTo>
                <a:cubicBezTo>
                  <a:pt x="35843" y="56279"/>
                  <a:pt x="38133" y="57897"/>
                  <a:pt x="40299" y="59315"/>
                </a:cubicBezTo>
                <a:cubicBezTo>
                  <a:pt x="39801" y="59963"/>
                  <a:pt x="39303" y="60585"/>
                  <a:pt x="38805" y="61232"/>
                </a:cubicBezTo>
                <a:cubicBezTo>
                  <a:pt x="36914" y="59689"/>
                  <a:pt x="34723" y="58345"/>
                  <a:pt x="32433" y="57225"/>
                </a:cubicBezTo>
                <a:cubicBezTo>
                  <a:pt x="32782" y="56329"/>
                  <a:pt x="33180" y="55408"/>
                  <a:pt x="33578" y="54536"/>
                </a:cubicBezTo>
                <a:close/>
                <a:moveTo>
                  <a:pt x="40498" y="59365"/>
                </a:moveTo>
                <a:cubicBezTo>
                  <a:pt x="40523" y="59365"/>
                  <a:pt x="40523" y="59390"/>
                  <a:pt x="40548" y="59390"/>
                </a:cubicBezTo>
                <a:cubicBezTo>
                  <a:pt x="40050" y="60062"/>
                  <a:pt x="39527" y="60709"/>
                  <a:pt x="39054" y="61357"/>
                </a:cubicBezTo>
                <a:cubicBezTo>
                  <a:pt x="39029" y="61357"/>
                  <a:pt x="39029" y="61332"/>
                  <a:pt x="39005" y="61332"/>
                </a:cubicBezTo>
                <a:cubicBezTo>
                  <a:pt x="39453" y="60684"/>
                  <a:pt x="39950" y="60012"/>
                  <a:pt x="40498" y="59365"/>
                </a:cubicBezTo>
                <a:close/>
                <a:moveTo>
                  <a:pt x="3612" y="61301"/>
                </a:moveTo>
                <a:cubicBezTo>
                  <a:pt x="3605" y="61323"/>
                  <a:pt x="3598" y="61344"/>
                  <a:pt x="3592" y="61365"/>
                </a:cubicBezTo>
                <a:lnTo>
                  <a:pt x="3592" y="61365"/>
                </a:lnTo>
                <a:cubicBezTo>
                  <a:pt x="3596" y="61344"/>
                  <a:pt x="3601" y="61323"/>
                  <a:pt x="3609" y="61307"/>
                </a:cubicBezTo>
                <a:cubicBezTo>
                  <a:pt x="3610" y="61305"/>
                  <a:pt x="3611" y="61303"/>
                  <a:pt x="3612" y="61301"/>
                </a:cubicBezTo>
                <a:close/>
                <a:moveTo>
                  <a:pt x="32408" y="57374"/>
                </a:moveTo>
                <a:cubicBezTo>
                  <a:pt x="34698" y="58469"/>
                  <a:pt x="36839" y="59838"/>
                  <a:pt x="38706" y="61357"/>
                </a:cubicBezTo>
                <a:lnTo>
                  <a:pt x="38681" y="61381"/>
                </a:lnTo>
                <a:cubicBezTo>
                  <a:pt x="36789" y="59863"/>
                  <a:pt x="34649" y="58519"/>
                  <a:pt x="32359" y="57449"/>
                </a:cubicBezTo>
                <a:cubicBezTo>
                  <a:pt x="32359" y="57399"/>
                  <a:pt x="32359" y="57399"/>
                  <a:pt x="32408" y="57374"/>
                </a:cubicBezTo>
                <a:close/>
                <a:moveTo>
                  <a:pt x="38880" y="61481"/>
                </a:moveTo>
                <a:cubicBezTo>
                  <a:pt x="38905" y="61481"/>
                  <a:pt x="38905" y="61506"/>
                  <a:pt x="38930" y="61506"/>
                </a:cubicBezTo>
                <a:lnTo>
                  <a:pt x="38905" y="61556"/>
                </a:lnTo>
                <a:cubicBezTo>
                  <a:pt x="38880" y="61556"/>
                  <a:pt x="38830" y="61506"/>
                  <a:pt x="38830" y="61506"/>
                </a:cubicBezTo>
                <a:lnTo>
                  <a:pt x="38880" y="61481"/>
                </a:lnTo>
                <a:close/>
                <a:moveTo>
                  <a:pt x="113305" y="58942"/>
                </a:moveTo>
                <a:cubicBezTo>
                  <a:pt x="112956" y="59813"/>
                  <a:pt x="112583" y="60709"/>
                  <a:pt x="112234" y="61481"/>
                </a:cubicBezTo>
                <a:cubicBezTo>
                  <a:pt x="112217" y="61533"/>
                  <a:pt x="112197" y="61581"/>
                  <a:pt x="112176" y="61630"/>
                </a:cubicBezTo>
                <a:lnTo>
                  <a:pt x="112176" y="61630"/>
                </a:lnTo>
                <a:cubicBezTo>
                  <a:pt x="112515" y="60759"/>
                  <a:pt x="112870" y="59888"/>
                  <a:pt x="113205" y="59017"/>
                </a:cubicBezTo>
                <a:lnTo>
                  <a:pt x="113305" y="58942"/>
                </a:lnTo>
                <a:close/>
                <a:moveTo>
                  <a:pt x="113804" y="58252"/>
                </a:moveTo>
                <a:cubicBezTo>
                  <a:pt x="113489" y="59031"/>
                  <a:pt x="113197" y="59832"/>
                  <a:pt x="112856" y="60610"/>
                </a:cubicBezTo>
                <a:cubicBezTo>
                  <a:pt x="112732" y="60884"/>
                  <a:pt x="112608" y="61207"/>
                  <a:pt x="112483" y="61481"/>
                </a:cubicBezTo>
                <a:cubicBezTo>
                  <a:pt x="112483" y="61506"/>
                  <a:pt x="112458" y="61556"/>
                  <a:pt x="112458" y="61581"/>
                </a:cubicBezTo>
                <a:cubicBezTo>
                  <a:pt x="112458" y="61605"/>
                  <a:pt x="112408" y="61605"/>
                  <a:pt x="112408" y="61630"/>
                </a:cubicBezTo>
                <a:cubicBezTo>
                  <a:pt x="112368" y="61773"/>
                  <a:pt x="112294" y="61899"/>
                  <a:pt x="112241" y="62022"/>
                </a:cubicBezTo>
                <a:lnTo>
                  <a:pt x="112241" y="62022"/>
                </a:lnTo>
                <a:cubicBezTo>
                  <a:pt x="112434" y="61526"/>
                  <a:pt x="112669" y="61029"/>
                  <a:pt x="112881" y="60510"/>
                </a:cubicBezTo>
                <a:cubicBezTo>
                  <a:pt x="112881" y="60485"/>
                  <a:pt x="112931" y="60460"/>
                  <a:pt x="112931" y="60386"/>
                </a:cubicBezTo>
                <a:cubicBezTo>
                  <a:pt x="113180" y="59764"/>
                  <a:pt x="113429" y="59116"/>
                  <a:pt x="113653" y="58494"/>
                </a:cubicBezTo>
                <a:cubicBezTo>
                  <a:pt x="113653" y="58469"/>
                  <a:pt x="113703" y="58444"/>
                  <a:pt x="113703" y="58395"/>
                </a:cubicBezTo>
                <a:cubicBezTo>
                  <a:pt x="113728" y="58370"/>
                  <a:pt x="113753" y="58345"/>
                  <a:pt x="113753" y="58320"/>
                </a:cubicBezTo>
                <a:cubicBezTo>
                  <a:pt x="113782" y="58290"/>
                  <a:pt x="113794" y="58270"/>
                  <a:pt x="113804" y="58252"/>
                </a:cubicBezTo>
                <a:close/>
                <a:moveTo>
                  <a:pt x="110616" y="44804"/>
                </a:moveTo>
                <a:cubicBezTo>
                  <a:pt x="112732" y="47069"/>
                  <a:pt x="114076" y="49484"/>
                  <a:pt x="114574" y="51749"/>
                </a:cubicBezTo>
                <a:cubicBezTo>
                  <a:pt x="113479" y="54636"/>
                  <a:pt x="112184" y="57623"/>
                  <a:pt x="110641" y="60610"/>
                </a:cubicBezTo>
                <a:cubicBezTo>
                  <a:pt x="109695" y="61207"/>
                  <a:pt x="108575" y="61705"/>
                  <a:pt x="107331" y="62078"/>
                </a:cubicBezTo>
                <a:cubicBezTo>
                  <a:pt x="108376" y="59017"/>
                  <a:pt x="109073" y="56129"/>
                  <a:pt x="109322" y="53391"/>
                </a:cubicBezTo>
                <a:lnTo>
                  <a:pt x="109322" y="53342"/>
                </a:lnTo>
                <a:lnTo>
                  <a:pt x="109322" y="53292"/>
                </a:lnTo>
                <a:lnTo>
                  <a:pt x="109322" y="53217"/>
                </a:lnTo>
                <a:cubicBezTo>
                  <a:pt x="109347" y="52794"/>
                  <a:pt x="109372" y="52396"/>
                  <a:pt x="109372" y="51998"/>
                </a:cubicBezTo>
                <a:lnTo>
                  <a:pt x="109372" y="51973"/>
                </a:lnTo>
                <a:lnTo>
                  <a:pt x="109372" y="51823"/>
                </a:lnTo>
                <a:lnTo>
                  <a:pt x="109372" y="51774"/>
                </a:lnTo>
                <a:lnTo>
                  <a:pt x="109372" y="51550"/>
                </a:lnTo>
                <a:lnTo>
                  <a:pt x="109372" y="50429"/>
                </a:lnTo>
                <a:lnTo>
                  <a:pt x="109372" y="50355"/>
                </a:lnTo>
                <a:cubicBezTo>
                  <a:pt x="109372" y="50230"/>
                  <a:pt x="109372" y="50106"/>
                  <a:pt x="109347" y="49981"/>
                </a:cubicBezTo>
                <a:cubicBezTo>
                  <a:pt x="109347" y="49658"/>
                  <a:pt x="109297" y="49359"/>
                  <a:pt x="109272" y="49060"/>
                </a:cubicBezTo>
                <a:lnTo>
                  <a:pt x="109272" y="48886"/>
                </a:lnTo>
                <a:cubicBezTo>
                  <a:pt x="109272" y="48787"/>
                  <a:pt x="109247" y="48687"/>
                  <a:pt x="109247" y="48563"/>
                </a:cubicBezTo>
                <a:lnTo>
                  <a:pt x="109247" y="48513"/>
                </a:lnTo>
                <a:cubicBezTo>
                  <a:pt x="109222" y="48388"/>
                  <a:pt x="109222" y="48239"/>
                  <a:pt x="109222" y="48115"/>
                </a:cubicBezTo>
                <a:cubicBezTo>
                  <a:pt x="109670" y="47019"/>
                  <a:pt x="110118" y="45924"/>
                  <a:pt x="110517" y="44879"/>
                </a:cubicBezTo>
                <a:cubicBezTo>
                  <a:pt x="110542" y="44829"/>
                  <a:pt x="110591" y="44804"/>
                  <a:pt x="110616" y="44804"/>
                </a:cubicBezTo>
                <a:close/>
                <a:moveTo>
                  <a:pt x="109073" y="48513"/>
                </a:moveTo>
                <a:cubicBezTo>
                  <a:pt x="109073" y="48563"/>
                  <a:pt x="109098" y="48637"/>
                  <a:pt x="109098" y="48737"/>
                </a:cubicBezTo>
                <a:cubicBezTo>
                  <a:pt x="109123" y="48886"/>
                  <a:pt x="109123" y="49036"/>
                  <a:pt x="109148" y="49185"/>
                </a:cubicBezTo>
                <a:lnTo>
                  <a:pt x="109148" y="49309"/>
                </a:lnTo>
                <a:cubicBezTo>
                  <a:pt x="109197" y="49633"/>
                  <a:pt x="109197" y="49932"/>
                  <a:pt x="109222" y="50230"/>
                </a:cubicBezTo>
                <a:lnTo>
                  <a:pt x="109222" y="50554"/>
                </a:lnTo>
                <a:lnTo>
                  <a:pt x="109222" y="51848"/>
                </a:lnTo>
                <a:lnTo>
                  <a:pt x="109222" y="51923"/>
                </a:lnTo>
                <a:cubicBezTo>
                  <a:pt x="109222" y="52122"/>
                  <a:pt x="109197" y="52346"/>
                  <a:pt x="109197" y="52520"/>
                </a:cubicBezTo>
                <a:cubicBezTo>
                  <a:pt x="109197" y="52620"/>
                  <a:pt x="109197" y="52744"/>
                  <a:pt x="109148" y="52844"/>
                </a:cubicBezTo>
                <a:cubicBezTo>
                  <a:pt x="109148" y="52919"/>
                  <a:pt x="109148" y="53043"/>
                  <a:pt x="109123" y="53143"/>
                </a:cubicBezTo>
                <a:cubicBezTo>
                  <a:pt x="109098" y="53342"/>
                  <a:pt x="109098" y="53541"/>
                  <a:pt x="109073" y="53740"/>
                </a:cubicBezTo>
                <a:cubicBezTo>
                  <a:pt x="109023" y="54138"/>
                  <a:pt x="108973" y="54536"/>
                  <a:pt x="108899" y="54960"/>
                </a:cubicBezTo>
                <a:cubicBezTo>
                  <a:pt x="108849" y="55408"/>
                  <a:pt x="108749" y="55881"/>
                  <a:pt x="108650" y="56329"/>
                </a:cubicBezTo>
                <a:cubicBezTo>
                  <a:pt x="108625" y="56528"/>
                  <a:pt x="108575" y="56777"/>
                  <a:pt x="108525" y="57026"/>
                </a:cubicBezTo>
                <a:cubicBezTo>
                  <a:pt x="108351" y="57847"/>
                  <a:pt x="108152" y="58643"/>
                  <a:pt x="107903" y="59490"/>
                </a:cubicBezTo>
                <a:cubicBezTo>
                  <a:pt x="107853" y="59714"/>
                  <a:pt x="107779" y="59963"/>
                  <a:pt x="107704" y="60187"/>
                </a:cubicBezTo>
                <a:cubicBezTo>
                  <a:pt x="107505" y="60759"/>
                  <a:pt x="107281" y="61456"/>
                  <a:pt x="107032" y="62128"/>
                </a:cubicBezTo>
                <a:cubicBezTo>
                  <a:pt x="107007" y="62128"/>
                  <a:pt x="107007" y="62128"/>
                  <a:pt x="106982" y="62178"/>
                </a:cubicBezTo>
                <a:cubicBezTo>
                  <a:pt x="107032" y="62004"/>
                  <a:pt x="107082" y="61854"/>
                  <a:pt x="107132" y="61680"/>
                </a:cubicBezTo>
                <a:cubicBezTo>
                  <a:pt x="107132" y="61630"/>
                  <a:pt x="107156" y="61605"/>
                  <a:pt x="107156" y="61605"/>
                </a:cubicBezTo>
                <a:lnTo>
                  <a:pt x="107256" y="61332"/>
                </a:lnTo>
                <a:cubicBezTo>
                  <a:pt x="107356" y="61008"/>
                  <a:pt x="107480" y="60684"/>
                  <a:pt x="107580" y="60361"/>
                </a:cubicBezTo>
                <a:cubicBezTo>
                  <a:pt x="107604" y="60236"/>
                  <a:pt x="107654" y="60087"/>
                  <a:pt x="107704" y="59963"/>
                </a:cubicBezTo>
                <a:cubicBezTo>
                  <a:pt x="107779" y="59714"/>
                  <a:pt x="107853" y="59440"/>
                  <a:pt x="107903" y="59191"/>
                </a:cubicBezTo>
                <a:cubicBezTo>
                  <a:pt x="107953" y="59116"/>
                  <a:pt x="107953" y="59017"/>
                  <a:pt x="107978" y="58967"/>
                </a:cubicBezTo>
                <a:cubicBezTo>
                  <a:pt x="108003" y="58867"/>
                  <a:pt x="108003" y="58818"/>
                  <a:pt x="108028" y="58718"/>
                </a:cubicBezTo>
                <a:cubicBezTo>
                  <a:pt x="108077" y="58594"/>
                  <a:pt x="108102" y="58444"/>
                  <a:pt x="108127" y="58320"/>
                </a:cubicBezTo>
                <a:cubicBezTo>
                  <a:pt x="108127" y="58270"/>
                  <a:pt x="108152" y="58220"/>
                  <a:pt x="108152" y="58195"/>
                </a:cubicBezTo>
                <a:lnTo>
                  <a:pt x="108152" y="58146"/>
                </a:lnTo>
                <a:cubicBezTo>
                  <a:pt x="108227" y="57946"/>
                  <a:pt x="108252" y="57747"/>
                  <a:pt x="108326" y="57523"/>
                </a:cubicBezTo>
                <a:lnTo>
                  <a:pt x="108326" y="57498"/>
                </a:lnTo>
                <a:cubicBezTo>
                  <a:pt x="108376" y="57250"/>
                  <a:pt x="108451" y="56976"/>
                  <a:pt x="108501" y="56727"/>
                </a:cubicBezTo>
                <a:cubicBezTo>
                  <a:pt x="108501" y="56702"/>
                  <a:pt x="108501" y="56652"/>
                  <a:pt x="108525" y="56627"/>
                </a:cubicBezTo>
                <a:cubicBezTo>
                  <a:pt x="108525" y="56602"/>
                  <a:pt x="108525" y="56528"/>
                  <a:pt x="108575" y="56503"/>
                </a:cubicBezTo>
                <a:lnTo>
                  <a:pt x="108575" y="56478"/>
                </a:lnTo>
                <a:lnTo>
                  <a:pt x="108650" y="56005"/>
                </a:lnTo>
                <a:cubicBezTo>
                  <a:pt x="108700" y="55881"/>
                  <a:pt x="108700" y="55756"/>
                  <a:pt x="108725" y="55632"/>
                </a:cubicBezTo>
                <a:cubicBezTo>
                  <a:pt x="108749" y="55482"/>
                  <a:pt x="108774" y="55283"/>
                  <a:pt x="108824" y="55134"/>
                </a:cubicBezTo>
                <a:cubicBezTo>
                  <a:pt x="108849" y="54910"/>
                  <a:pt x="108874" y="54736"/>
                  <a:pt x="108899" y="54536"/>
                </a:cubicBezTo>
                <a:cubicBezTo>
                  <a:pt x="108949" y="54412"/>
                  <a:pt x="108949" y="54288"/>
                  <a:pt x="108973" y="54163"/>
                </a:cubicBezTo>
                <a:cubicBezTo>
                  <a:pt x="108973" y="54113"/>
                  <a:pt x="108998" y="54039"/>
                  <a:pt x="108998" y="53964"/>
                </a:cubicBezTo>
                <a:cubicBezTo>
                  <a:pt x="108998" y="53839"/>
                  <a:pt x="109023" y="53715"/>
                  <a:pt x="109023" y="53591"/>
                </a:cubicBezTo>
                <a:cubicBezTo>
                  <a:pt x="109023" y="53516"/>
                  <a:pt x="109023" y="53491"/>
                  <a:pt x="109073" y="53416"/>
                </a:cubicBezTo>
                <a:cubicBezTo>
                  <a:pt x="109073" y="53292"/>
                  <a:pt x="109098" y="53167"/>
                  <a:pt x="109098" y="53043"/>
                </a:cubicBezTo>
                <a:cubicBezTo>
                  <a:pt x="109098" y="52968"/>
                  <a:pt x="109123" y="52894"/>
                  <a:pt x="109123" y="52794"/>
                </a:cubicBezTo>
                <a:cubicBezTo>
                  <a:pt x="109123" y="52670"/>
                  <a:pt x="109148" y="52520"/>
                  <a:pt x="109148" y="52396"/>
                </a:cubicBezTo>
                <a:lnTo>
                  <a:pt x="109148" y="52147"/>
                </a:lnTo>
                <a:lnTo>
                  <a:pt x="109148" y="51898"/>
                </a:lnTo>
                <a:lnTo>
                  <a:pt x="109148" y="51624"/>
                </a:lnTo>
                <a:lnTo>
                  <a:pt x="109148" y="51475"/>
                </a:lnTo>
                <a:lnTo>
                  <a:pt x="109148" y="50877"/>
                </a:lnTo>
                <a:lnTo>
                  <a:pt x="109148" y="50728"/>
                </a:lnTo>
                <a:lnTo>
                  <a:pt x="109148" y="50405"/>
                </a:lnTo>
                <a:lnTo>
                  <a:pt x="109148" y="50180"/>
                </a:lnTo>
                <a:lnTo>
                  <a:pt x="109148" y="50131"/>
                </a:lnTo>
                <a:cubicBezTo>
                  <a:pt x="109148" y="49882"/>
                  <a:pt x="109123" y="49658"/>
                  <a:pt x="109098" y="49409"/>
                </a:cubicBezTo>
                <a:cubicBezTo>
                  <a:pt x="109098" y="49309"/>
                  <a:pt x="109098" y="49185"/>
                  <a:pt x="109073" y="49110"/>
                </a:cubicBezTo>
                <a:lnTo>
                  <a:pt x="109073" y="49060"/>
                </a:lnTo>
                <a:cubicBezTo>
                  <a:pt x="109073" y="49011"/>
                  <a:pt x="109073" y="48936"/>
                  <a:pt x="109023" y="48911"/>
                </a:cubicBezTo>
                <a:lnTo>
                  <a:pt x="109023" y="48811"/>
                </a:lnTo>
                <a:cubicBezTo>
                  <a:pt x="109023" y="48762"/>
                  <a:pt x="109023" y="48687"/>
                  <a:pt x="108998" y="48637"/>
                </a:cubicBezTo>
                <a:lnTo>
                  <a:pt x="108998" y="48612"/>
                </a:lnTo>
                <a:cubicBezTo>
                  <a:pt x="108998" y="48612"/>
                  <a:pt x="108998" y="48563"/>
                  <a:pt x="109023" y="48563"/>
                </a:cubicBezTo>
                <a:cubicBezTo>
                  <a:pt x="109023" y="48538"/>
                  <a:pt x="109023" y="48538"/>
                  <a:pt x="109073" y="48513"/>
                </a:cubicBezTo>
                <a:close/>
                <a:moveTo>
                  <a:pt x="110467" y="60933"/>
                </a:moveTo>
                <a:cubicBezTo>
                  <a:pt x="110442" y="60958"/>
                  <a:pt x="110442" y="60983"/>
                  <a:pt x="110392" y="61008"/>
                </a:cubicBezTo>
                <a:cubicBezTo>
                  <a:pt x="109471" y="61556"/>
                  <a:pt x="108376" y="62004"/>
                  <a:pt x="107206" y="62352"/>
                </a:cubicBezTo>
                <a:cubicBezTo>
                  <a:pt x="107206" y="62352"/>
                  <a:pt x="107206" y="62327"/>
                  <a:pt x="107231" y="62302"/>
                </a:cubicBezTo>
                <a:cubicBezTo>
                  <a:pt x="108451" y="61954"/>
                  <a:pt x="109521" y="61481"/>
                  <a:pt x="110467" y="60933"/>
                </a:cubicBezTo>
                <a:close/>
                <a:moveTo>
                  <a:pt x="79552" y="55756"/>
                </a:moveTo>
                <a:cubicBezTo>
                  <a:pt x="81469" y="57274"/>
                  <a:pt x="83634" y="58643"/>
                  <a:pt x="85949" y="59764"/>
                </a:cubicBezTo>
                <a:cubicBezTo>
                  <a:pt x="85601" y="60635"/>
                  <a:pt x="85227" y="61506"/>
                  <a:pt x="84804" y="62427"/>
                </a:cubicBezTo>
                <a:cubicBezTo>
                  <a:pt x="82514" y="60684"/>
                  <a:pt x="80249" y="59067"/>
                  <a:pt x="78059" y="57648"/>
                </a:cubicBezTo>
                <a:cubicBezTo>
                  <a:pt x="78581" y="57026"/>
                  <a:pt x="79054" y="56378"/>
                  <a:pt x="79552" y="55756"/>
                </a:cubicBezTo>
                <a:close/>
                <a:moveTo>
                  <a:pt x="61855" y="50728"/>
                </a:moveTo>
                <a:cubicBezTo>
                  <a:pt x="62825" y="51176"/>
                  <a:pt x="63647" y="51475"/>
                  <a:pt x="64294" y="51500"/>
                </a:cubicBezTo>
                <a:cubicBezTo>
                  <a:pt x="64095" y="51649"/>
                  <a:pt x="63896" y="51774"/>
                  <a:pt x="63697" y="51923"/>
                </a:cubicBezTo>
                <a:cubicBezTo>
                  <a:pt x="63448" y="52122"/>
                  <a:pt x="63199" y="52296"/>
                  <a:pt x="62975" y="52495"/>
                </a:cubicBezTo>
                <a:lnTo>
                  <a:pt x="62925" y="52520"/>
                </a:lnTo>
                <a:cubicBezTo>
                  <a:pt x="62676" y="52719"/>
                  <a:pt x="62427" y="52919"/>
                  <a:pt x="62178" y="53118"/>
                </a:cubicBezTo>
                <a:cubicBezTo>
                  <a:pt x="61805" y="53416"/>
                  <a:pt x="61407" y="53740"/>
                  <a:pt x="61033" y="54039"/>
                </a:cubicBezTo>
                <a:cubicBezTo>
                  <a:pt x="60162" y="54760"/>
                  <a:pt x="59341" y="55482"/>
                  <a:pt x="58743" y="56080"/>
                </a:cubicBezTo>
                <a:lnTo>
                  <a:pt x="58594" y="56229"/>
                </a:lnTo>
                <a:cubicBezTo>
                  <a:pt x="57947" y="56851"/>
                  <a:pt x="57474" y="57324"/>
                  <a:pt x="57100" y="57698"/>
                </a:cubicBezTo>
                <a:lnTo>
                  <a:pt x="56851" y="57946"/>
                </a:lnTo>
                <a:lnTo>
                  <a:pt x="56802" y="57996"/>
                </a:lnTo>
                <a:cubicBezTo>
                  <a:pt x="56503" y="58270"/>
                  <a:pt x="55333" y="59465"/>
                  <a:pt x="53690" y="61357"/>
                </a:cubicBezTo>
                <a:lnTo>
                  <a:pt x="53591" y="61456"/>
                </a:lnTo>
                <a:cubicBezTo>
                  <a:pt x="53491" y="61581"/>
                  <a:pt x="53392" y="61680"/>
                  <a:pt x="53317" y="61805"/>
                </a:cubicBezTo>
                <a:cubicBezTo>
                  <a:pt x="53093" y="62078"/>
                  <a:pt x="52869" y="62327"/>
                  <a:pt x="52695" y="62551"/>
                </a:cubicBezTo>
                <a:cubicBezTo>
                  <a:pt x="52645" y="61929"/>
                  <a:pt x="52371" y="61133"/>
                  <a:pt x="51848" y="60212"/>
                </a:cubicBezTo>
                <a:cubicBezTo>
                  <a:pt x="54611" y="56752"/>
                  <a:pt x="58046" y="53466"/>
                  <a:pt x="61855" y="50728"/>
                </a:cubicBezTo>
                <a:close/>
                <a:moveTo>
                  <a:pt x="3388" y="62565"/>
                </a:moveTo>
                <a:lnTo>
                  <a:pt x="3388" y="62565"/>
                </a:lnTo>
                <a:cubicBezTo>
                  <a:pt x="3385" y="62573"/>
                  <a:pt x="3385" y="62576"/>
                  <a:pt x="3385" y="62576"/>
                </a:cubicBezTo>
                <a:lnTo>
                  <a:pt x="3385" y="62576"/>
                </a:lnTo>
                <a:cubicBezTo>
                  <a:pt x="3385" y="62573"/>
                  <a:pt x="3386" y="62569"/>
                  <a:pt x="3388" y="62565"/>
                </a:cubicBezTo>
                <a:close/>
                <a:moveTo>
                  <a:pt x="86074" y="59863"/>
                </a:moveTo>
                <a:cubicBezTo>
                  <a:pt x="86099" y="59863"/>
                  <a:pt x="86099" y="59888"/>
                  <a:pt x="86123" y="59888"/>
                </a:cubicBezTo>
                <a:cubicBezTo>
                  <a:pt x="85825" y="60759"/>
                  <a:pt x="85426" y="61680"/>
                  <a:pt x="84978" y="62576"/>
                </a:cubicBezTo>
                <a:cubicBezTo>
                  <a:pt x="84954" y="62576"/>
                  <a:pt x="84954" y="62551"/>
                  <a:pt x="84929" y="62551"/>
                </a:cubicBezTo>
                <a:cubicBezTo>
                  <a:pt x="85352" y="61630"/>
                  <a:pt x="85725" y="60734"/>
                  <a:pt x="86074" y="59863"/>
                </a:cubicBezTo>
                <a:close/>
                <a:moveTo>
                  <a:pt x="4655" y="59390"/>
                </a:moveTo>
                <a:cubicBezTo>
                  <a:pt x="4281" y="60485"/>
                  <a:pt x="3933" y="61556"/>
                  <a:pt x="3609" y="62601"/>
                </a:cubicBezTo>
                <a:cubicBezTo>
                  <a:pt x="3609" y="62452"/>
                  <a:pt x="3634" y="62327"/>
                  <a:pt x="3684" y="62178"/>
                </a:cubicBezTo>
                <a:cubicBezTo>
                  <a:pt x="3908" y="61357"/>
                  <a:pt x="4182" y="60560"/>
                  <a:pt x="4456" y="59739"/>
                </a:cubicBezTo>
                <a:cubicBezTo>
                  <a:pt x="4530" y="59639"/>
                  <a:pt x="4580" y="59515"/>
                  <a:pt x="4655" y="59390"/>
                </a:cubicBezTo>
                <a:close/>
                <a:moveTo>
                  <a:pt x="97922" y="50753"/>
                </a:moveTo>
                <a:cubicBezTo>
                  <a:pt x="98743" y="54138"/>
                  <a:pt x="98245" y="58245"/>
                  <a:pt x="96677" y="62601"/>
                </a:cubicBezTo>
                <a:cubicBezTo>
                  <a:pt x="94213" y="62253"/>
                  <a:pt x="91774" y="61630"/>
                  <a:pt x="89359" y="60734"/>
                </a:cubicBezTo>
                <a:cubicBezTo>
                  <a:pt x="91724" y="57498"/>
                  <a:pt x="93889" y="54238"/>
                  <a:pt x="95781" y="51002"/>
                </a:cubicBezTo>
                <a:cubicBezTo>
                  <a:pt x="96005" y="50977"/>
                  <a:pt x="96179" y="50927"/>
                  <a:pt x="96403" y="50927"/>
                </a:cubicBezTo>
                <a:cubicBezTo>
                  <a:pt x="96777" y="50902"/>
                  <a:pt x="97150" y="50877"/>
                  <a:pt x="97499" y="50803"/>
                </a:cubicBezTo>
                <a:lnTo>
                  <a:pt x="97524" y="50803"/>
                </a:lnTo>
                <a:cubicBezTo>
                  <a:pt x="97648" y="50778"/>
                  <a:pt x="97772" y="50753"/>
                  <a:pt x="97922" y="50753"/>
                </a:cubicBezTo>
                <a:close/>
                <a:moveTo>
                  <a:pt x="77959" y="57822"/>
                </a:moveTo>
                <a:cubicBezTo>
                  <a:pt x="80125" y="59216"/>
                  <a:pt x="82440" y="60834"/>
                  <a:pt x="84705" y="62576"/>
                </a:cubicBezTo>
                <a:cubicBezTo>
                  <a:pt x="84705" y="62601"/>
                  <a:pt x="84655" y="62601"/>
                  <a:pt x="84655" y="62626"/>
                </a:cubicBezTo>
                <a:cubicBezTo>
                  <a:pt x="82390" y="60859"/>
                  <a:pt x="80100" y="59241"/>
                  <a:pt x="77884" y="57847"/>
                </a:cubicBezTo>
                <a:cubicBezTo>
                  <a:pt x="77909" y="57847"/>
                  <a:pt x="77909" y="57822"/>
                  <a:pt x="77959" y="57822"/>
                </a:cubicBezTo>
                <a:close/>
                <a:moveTo>
                  <a:pt x="98121" y="50678"/>
                </a:moveTo>
                <a:cubicBezTo>
                  <a:pt x="98992" y="54113"/>
                  <a:pt x="98494" y="58245"/>
                  <a:pt x="96901" y="62626"/>
                </a:cubicBezTo>
                <a:lnTo>
                  <a:pt x="96827" y="62626"/>
                </a:lnTo>
                <a:cubicBezTo>
                  <a:pt x="98395" y="58245"/>
                  <a:pt x="98893" y="54113"/>
                  <a:pt x="98046" y="50678"/>
                </a:cubicBezTo>
                <a:close/>
                <a:moveTo>
                  <a:pt x="70293" y="54014"/>
                </a:moveTo>
                <a:cubicBezTo>
                  <a:pt x="71861" y="54611"/>
                  <a:pt x="73728" y="55532"/>
                  <a:pt x="75719" y="56702"/>
                </a:cubicBezTo>
                <a:cubicBezTo>
                  <a:pt x="74649" y="58718"/>
                  <a:pt x="73329" y="60734"/>
                  <a:pt x="71786" y="62726"/>
                </a:cubicBezTo>
                <a:cubicBezTo>
                  <a:pt x="69820" y="60734"/>
                  <a:pt x="68326" y="58942"/>
                  <a:pt x="67380" y="57399"/>
                </a:cubicBezTo>
                <a:cubicBezTo>
                  <a:pt x="67555" y="57200"/>
                  <a:pt x="67729" y="56976"/>
                  <a:pt x="67953" y="56752"/>
                </a:cubicBezTo>
                <a:lnTo>
                  <a:pt x="68052" y="56652"/>
                </a:lnTo>
                <a:cubicBezTo>
                  <a:pt x="68301" y="56378"/>
                  <a:pt x="68525" y="56105"/>
                  <a:pt x="68774" y="55831"/>
                </a:cubicBezTo>
                <a:cubicBezTo>
                  <a:pt x="68874" y="55731"/>
                  <a:pt x="68924" y="55632"/>
                  <a:pt x="69023" y="55532"/>
                </a:cubicBezTo>
                <a:cubicBezTo>
                  <a:pt x="69297" y="55233"/>
                  <a:pt x="69546" y="54885"/>
                  <a:pt x="69820" y="54586"/>
                </a:cubicBezTo>
                <a:lnTo>
                  <a:pt x="70293" y="54014"/>
                </a:lnTo>
                <a:close/>
                <a:moveTo>
                  <a:pt x="51774" y="60311"/>
                </a:moveTo>
                <a:cubicBezTo>
                  <a:pt x="52321" y="61307"/>
                  <a:pt x="52595" y="62103"/>
                  <a:pt x="52570" y="62701"/>
                </a:cubicBezTo>
                <a:lnTo>
                  <a:pt x="52471" y="62800"/>
                </a:lnTo>
                <a:cubicBezTo>
                  <a:pt x="52520" y="62203"/>
                  <a:pt x="52272" y="61357"/>
                  <a:pt x="51724" y="60361"/>
                </a:cubicBezTo>
                <a:lnTo>
                  <a:pt x="51774" y="60311"/>
                </a:lnTo>
                <a:close/>
                <a:moveTo>
                  <a:pt x="84829" y="62701"/>
                </a:moveTo>
                <a:cubicBezTo>
                  <a:pt x="84854" y="62701"/>
                  <a:pt x="84879" y="62726"/>
                  <a:pt x="84879" y="62726"/>
                </a:cubicBezTo>
                <a:cubicBezTo>
                  <a:pt x="84879" y="62750"/>
                  <a:pt x="84854" y="62750"/>
                  <a:pt x="84854" y="62800"/>
                </a:cubicBezTo>
                <a:cubicBezTo>
                  <a:pt x="84829" y="62800"/>
                  <a:pt x="84829" y="62750"/>
                  <a:pt x="84804" y="62750"/>
                </a:cubicBezTo>
                <a:cubicBezTo>
                  <a:pt x="84804" y="62726"/>
                  <a:pt x="84829" y="62726"/>
                  <a:pt x="84829" y="62701"/>
                </a:cubicBezTo>
                <a:close/>
                <a:moveTo>
                  <a:pt x="89235" y="60884"/>
                </a:moveTo>
                <a:cubicBezTo>
                  <a:pt x="91649" y="61805"/>
                  <a:pt x="94163" y="62427"/>
                  <a:pt x="96627" y="62800"/>
                </a:cubicBezTo>
                <a:cubicBezTo>
                  <a:pt x="96627" y="62825"/>
                  <a:pt x="96578" y="62825"/>
                  <a:pt x="96578" y="62850"/>
                </a:cubicBezTo>
                <a:cubicBezTo>
                  <a:pt x="94089" y="62477"/>
                  <a:pt x="91599" y="61854"/>
                  <a:pt x="89210" y="60958"/>
                </a:cubicBezTo>
                <a:cubicBezTo>
                  <a:pt x="89210" y="60933"/>
                  <a:pt x="89210" y="60933"/>
                  <a:pt x="89235" y="60884"/>
                </a:cubicBezTo>
                <a:close/>
                <a:moveTo>
                  <a:pt x="46621" y="54163"/>
                </a:moveTo>
                <a:cubicBezTo>
                  <a:pt x="48538" y="56204"/>
                  <a:pt x="50031" y="58021"/>
                  <a:pt x="51002" y="59515"/>
                </a:cubicBezTo>
                <a:cubicBezTo>
                  <a:pt x="50828" y="59714"/>
                  <a:pt x="50654" y="59938"/>
                  <a:pt x="50479" y="60112"/>
                </a:cubicBezTo>
                <a:lnTo>
                  <a:pt x="50280" y="60311"/>
                </a:lnTo>
                <a:cubicBezTo>
                  <a:pt x="50031" y="60585"/>
                  <a:pt x="49832" y="60859"/>
                  <a:pt x="49608" y="61108"/>
                </a:cubicBezTo>
                <a:cubicBezTo>
                  <a:pt x="49533" y="61207"/>
                  <a:pt x="49459" y="61257"/>
                  <a:pt x="49384" y="61357"/>
                </a:cubicBezTo>
                <a:cubicBezTo>
                  <a:pt x="48961" y="61854"/>
                  <a:pt x="48513" y="62352"/>
                  <a:pt x="48115" y="62875"/>
                </a:cubicBezTo>
                <a:cubicBezTo>
                  <a:pt x="46547" y="62302"/>
                  <a:pt x="44680" y="61357"/>
                  <a:pt x="42688" y="60212"/>
                </a:cubicBezTo>
                <a:cubicBezTo>
                  <a:pt x="43759" y="58195"/>
                  <a:pt x="45053" y="56154"/>
                  <a:pt x="46621" y="54163"/>
                </a:cubicBezTo>
                <a:close/>
                <a:moveTo>
                  <a:pt x="96827" y="62825"/>
                </a:moveTo>
                <a:cubicBezTo>
                  <a:pt x="96827" y="62850"/>
                  <a:pt x="96827" y="62850"/>
                  <a:pt x="96802" y="62875"/>
                </a:cubicBezTo>
                <a:lnTo>
                  <a:pt x="96752" y="62875"/>
                </a:lnTo>
                <a:cubicBezTo>
                  <a:pt x="96752" y="62850"/>
                  <a:pt x="96777" y="62850"/>
                  <a:pt x="96777" y="62825"/>
                </a:cubicBezTo>
                <a:close/>
                <a:moveTo>
                  <a:pt x="59062" y="56174"/>
                </a:moveTo>
                <a:cubicBezTo>
                  <a:pt x="59047" y="56189"/>
                  <a:pt x="59032" y="56207"/>
                  <a:pt x="59017" y="56229"/>
                </a:cubicBezTo>
                <a:lnTo>
                  <a:pt x="58917" y="56353"/>
                </a:lnTo>
                <a:cubicBezTo>
                  <a:pt x="58220" y="57026"/>
                  <a:pt x="57723" y="57498"/>
                  <a:pt x="57324" y="57872"/>
                </a:cubicBezTo>
                <a:lnTo>
                  <a:pt x="57100" y="58096"/>
                </a:lnTo>
                <a:lnTo>
                  <a:pt x="57075" y="58121"/>
                </a:lnTo>
                <a:lnTo>
                  <a:pt x="56727" y="58469"/>
                </a:lnTo>
                <a:lnTo>
                  <a:pt x="56478" y="58718"/>
                </a:lnTo>
                <a:cubicBezTo>
                  <a:pt x="56453" y="58743"/>
                  <a:pt x="56453" y="58743"/>
                  <a:pt x="56453" y="58768"/>
                </a:cubicBezTo>
                <a:cubicBezTo>
                  <a:pt x="56354" y="58867"/>
                  <a:pt x="56254" y="58967"/>
                  <a:pt x="56179" y="59091"/>
                </a:cubicBezTo>
                <a:cubicBezTo>
                  <a:pt x="55706" y="59589"/>
                  <a:pt x="55109" y="60236"/>
                  <a:pt x="54387" y="61058"/>
                </a:cubicBezTo>
                <a:cubicBezTo>
                  <a:pt x="53765" y="61755"/>
                  <a:pt x="53217" y="62427"/>
                  <a:pt x="52819" y="62925"/>
                </a:cubicBezTo>
                <a:lnTo>
                  <a:pt x="52819" y="62850"/>
                </a:lnTo>
                <a:lnTo>
                  <a:pt x="52819" y="62800"/>
                </a:lnTo>
                <a:lnTo>
                  <a:pt x="52844" y="62750"/>
                </a:lnTo>
                <a:lnTo>
                  <a:pt x="53217" y="62302"/>
                </a:lnTo>
                <a:cubicBezTo>
                  <a:pt x="54462" y="60809"/>
                  <a:pt x="55806" y="59340"/>
                  <a:pt x="57200" y="57946"/>
                </a:cubicBezTo>
                <a:cubicBezTo>
                  <a:pt x="57778" y="57392"/>
                  <a:pt x="58398" y="56794"/>
                  <a:pt x="59062" y="56174"/>
                </a:cubicBezTo>
                <a:close/>
                <a:moveTo>
                  <a:pt x="108476" y="46447"/>
                </a:moveTo>
                <a:cubicBezTo>
                  <a:pt x="108476" y="46646"/>
                  <a:pt x="108525" y="46795"/>
                  <a:pt x="108575" y="46994"/>
                </a:cubicBezTo>
                <a:cubicBezTo>
                  <a:pt x="108600" y="47144"/>
                  <a:pt x="108625" y="47318"/>
                  <a:pt x="108650" y="47492"/>
                </a:cubicBezTo>
                <a:cubicBezTo>
                  <a:pt x="108650" y="47517"/>
                  <a:pt x="108650" y="47542"/>
                  <a:pt x="108700" y="47567"/>
                </a:cubicBezTo>
                <a:lnTo>
                  <a:pt x="108700" y="47642"/>
                </a:lnTo>
                <a:cubicBezTo>
                  <a:pt x="108725" y="47766"/>
                  <a:pt x="108725" y="47891"/>
                  <a:pt x="108749" y="48015"/>
                </a:cubicBezTo>
                <a:cubicBezTo>
                  <a:pt x="106659" y="52919"/>
                  <a:pt x="103921" y="57946"/>
                  <a:pt x="100635" y="62925"/>
                </a:cubicBezTo>
                <a:cubicBezTo>
                  <a:pt x="99490" y="62925"/>
                  <a:pt x="98295" y="62825"/>
                  <a:pt x="97076" y="62676"/>
                </a:cubicBezTo>
                <a:cubicBezTo>
                  <a:pt x="98644" y="58245"/>
                  <a:pt x="99141" y="54088"/>
                  <a:pt x="98295" y="50629"/>
                </a:cubicBezTo>
                <a:cubicBezTo>
                  <a:pt x="98370" y="50629"/>
                  <a:pt x="98420" y="50604"/>
                  <a:pt x="98494" y="50604"/>
                </a:cubicBezTo>
                <a:lnTo>
                  <a:pt x="98519" y="50604"/>
                </a:lnTo>
                <a:lnTo>
                  <a:pt x="99440" y="50405"/>
                </a:lnTo>
                <a:cubicBezTo>
                  <a:pt x="99764" y="50355"/>
                  <a:pt x="100062" y="50255"/>
                  <a:pt x="100411" y="50156"/>
                </a:cubicBezTo>
                <a:lnTo>
                  <a:pt x="100486" y="50156"/>
                </a:lnTo>
                <a:cubicBezTo>
                  <a:pt x="100510" y="50156"/>
                  <a:pt x="100510" y="50156"/>
                  <a:pt x="100535" y="50131"/>
                </a:cubicBezTo>
                <a:cubicBezTo>
                  <a:pt x="100809" y="50031"/>
                  <a:pt x="101133" y="49981"/>
                  <a:pt x="101407" y="49882"/>
                </a:cubicBezTo>
                <a:cubicBezTo>
                  <a:pt x="101730" y="49782"/>
                  <a:pt x="102004" y="49658"/>
                  <a:pt x="102303" y="49558"/>
                </a:cubicBezTo>
                <a:cubicBezTo>
                  <a:pt x="102352" y="49558"/>
                  <a:pt x="102352" y="49558"/>
                  <a:pt x="102377" y="49533"/>
                </a:cubicBezTo>
                <a:cubicBezTo>
                  <a:pt x="102676" y="49409"/>
                  <a:pt x="103024" y="49309"/>
                  <a:pt x="103348" y="49185"/>
                </a:cubicBezTo>
                <a:cubicBezTo>
                  <a:pt x="103622" y="49060"/>
                  <a:pt x="103896" y="48936"/>
                  <a:pt x="104145" y="48811"/>
                </a:cubicBezTo>
                <a:cubicBezTo>
                  <a:pt x="104145" y="48811"/>
                  <a:pt x="104169" y="48811"/>
                  <a:pt x="104169" y="48787"/>
                </a:cubicBezTo>
                <a:cubicBezTo>
                  <a:pt x="104219" y="48787"/>
                  <a:pt x="104244" y="48762"/>
                  <a:pt x="104269" y="48762"/>
                </a:cubicBezTo>
                <a:cubicBezTo>
                  <a:pt x="104543" y="48637"/>
                  <a:pt x="104866" y="48513"/>
                  <a:pt x="105140" y="48363"/>
                </a:cubicBezTo>
                <a:cubicBezTo>
                  <a:pt x="105389" y="48239"/>
                  <a:pt x="105638" y="48065"/>
                  <a:pt x="105887" y="47940"/>
                </a:cubicBezTo>
                <a:lnTo>
                  <a:pt x="105912" y="47940"/>
                </a:lnTo>
                <a:cubicBezTo>
                  <a:pt x="106111" y="47866"/>
                  <a:pt x="106260" y="47766"/>
                  <a:pt x="106459" y="47667"/>
                </a:cubicBezTo>
                <a:cubicBezTo>
                  <a:pt x="106609" y="47567"/>
                  <a:pt x="106758" y="47517"/>
                  <a:pt x="106908" y="47418"/>
                </a:cubicBezTo>
                <a:cubicBezTo>
                  <a:pt x="107007" y="47368"/>
                  <a:pt x="107082" y="47318"/>
                  <a:pt x="107156" y="47268"/>
                </a:cubicBezTo>
                <a:cubicBezTo>
                  <a:pt x="107331" y="47169"/>
                  <a:pt x="107480" y="47044"/>
                  <a:pt x="107654" y="46945"/>
                </a:cubicBezTo>
                <a:cubicBezTo>
                  <a:pt x="107953" y="46770"/>
                  <a:pt x="108227" y="46621"/>
                  <a:pt x="108476" y="46447"/>
                </a:cubicBezTo>
                <a:close/>
                <a:moveTo>
                  <a:pt x="108774" y="48413"/>
                </a:moveTo>
                <a:lnTo>
                  <a:pt x="108774" y="48488"/>
                </a:lnTo>
                <a:cubicBezTo>
                  <a:pt x="106733" y="53267"/>
                  <a:pt x="104095" y="58121"/>
                  <a:pt x="100909" y="62925"/>
                </a:cubicBezTo>
                <a:lnTo>
                  <a:pt x="100859" y="62925"/>
                </a:lnTo>
                <a:cubicBezTo>
                  <a:pt x="104020" y="58121"/>
                  <a:pt x="106708" y="53242"/>
                  <a:pt x="108774" y="48413"/>
                </a:cubicBezTo>
                <a:close/>
                <a:moveTo>
                  <a:pt x="67281" y="57598"/>
                </a:moveTo>
                <a:cubicBezTo>
                  <a:pt x="68202" y="59067"/>
                  <a:pt x="69695" y="60859"/>
                  <a:pt x="71637" y="62875"/>
                </a:cubicBezTo>
                <a:cubicBezTo>
                  <a:pt x="71637" y="62925"/>
                  <a:pt x="71587" y="62925"/>
                  <a:pt x="71587" y="62950"/>
                </a:cubicBezTo>
                <a:cubicBezTo>
                  <a:pt x="69670" y="60933"/>
                  <a:pt x="68177" y="59116"/>
                  <a:pt x="67206" y="57648"/>
                </a:cubicBezTo>
                <a:lnTo>
                  <a:pt x="67281" y="57598"/>
                </a:lnTo>
                <a:close/>
                <a:moveTo>
                  <a:pt x="75819" y="56826"/>
                </a:moveTo>
                <a:cubicBezTo>
                  <a:pt x="75819" y="56826"/>
                  <a:pt x="75868" y="56826"/>
                  <a:pt x="75868" y="56851"/>
                </a:cubicBezTo>
                <a:lnTo>
                  <a:pt x="75893" y="56851"/>
                </a:lnTo>
                <a:cubicBezTo>
                  <a:pt x="75843" y="57001"/>
                  <a:pt x="75744" y="57125"/>
                  <a:pt x="75669" y="57274"/>
                </a:cubicBezTo>
                <a:cubicBezTo>
                  <a:pt x="75619" y="57399"/>
                  <a:pt x="75545" y="57498"/>
                  <a:pt x="75495" y="57623"/>
                </a:cubicBezTo>
                <a:cubicBezTo>
                  <a:pt x="75395" y="57822"/>
                  <a:pt x="75271" y="57996"/>
                  <a:pt x="75171" y="58195"/>
                </a:cubicBezTo>
                <a:cubicBezTo>
                  <a:pt x="75122" y="58320"/>
                  <a:pt x="75047" y="58444"/>
                  <a:pt x="74972" y="58519"/>
                </a:cubicBezTo>
                <a:cubicBezTo>
                  <a:pt x="74773" y="58843"/>
                  <a:pt x="74549" y="59141"/>
                  <a:pt x="74375" y="59465"/>
                </a:cubicBezTo>
                <a:cubicBezTo>
                  <a:pt x="74176" y="59764"/>
                  <a:pt x="74001" y="60087"/>
                  <a:pt x="73777" y="60361"/>
                </a:cubicBezTo>
                <a:cubicBezTo>
                  <a:pt x="73603" y="60684"/>
                  <a:pt x="73354" y="60958"/>
                  <a:pt x="73155" y="61257"/>
                </a:cubicBezTo>
                <a:cubicBezTo>
                  <a:pt x="72931" y="61581"/>
                  <a:pt x="72757" y="61854"/>
                  <a:pt x="72533" y="62178"/>
                </a:cubicBezTo>
                <a:cubicBezTo>
                  <a:pt x="72508" y="62203"/>
                  <a:pt x="72508" y="62228"/>
                  <a:pt x="72483" y="62253"/>
                </a:cubicBezTo>
                <a:cubicBezTo>
                  <a:pt x="72284" y="62502"/>
                  <a:pt x="72110" y="62726"/>
                  <a:pt x="71911" y="62950"/>
                </a:cubicBezTo>
                <a:lnTo>
                  <a:pt x="71886" y="62925"/>
                </a:lnTo>
                <a:cubicBezTo>
                  <a:pt x="73429" y="60884"/>
                  <a:pt x="74773" y="58843"/>
                  <a:pt x="75819" y="56826"/>
                </a:cubicBezTo>
                <a:close/>
                <a:moveTo>
                  <a:pt x="108874" y="48936"/>
                </a:moveTo>
                <a:lnTo>
                  <a:pt x="108874" y="49036"/>
                </a:lnTo>
                <a:cubicBezTo>
                  <a:pt x="108899" y="49235"/>
                  <a:pt x="108899" y="49409"/>
                  <a:pt x="108899" y="49558"/>
                </a:cubicBezTo>
                <a:cubicBezTo>
                  <a:pt x="108949" y="49882"/>
                  <a:pt x="108949" y="50156"/>
                  <a:pt x="108973" y="50479"/>
                </a:cubicBezTo>
                <a:lnTo>
                  <a:pt x="108973" y="50554"/>
                </a:lnTo>
                <a:lnTo>
                  <a:pt x="108973" y="50853"/>
                </a:lnTo>
                <a:lnTo>
                  <a:pt x="108973" y="51923"/>
                </a:lnTo>
                <a:lnTo>
                  <a:pt x="108973" y="52222"/>
                </a:lnTo>
                <a:lnTo>
                  <a:pt x="108874" y="53416"/>
                </a:lnTo>
                <a:cubicBezTo>
                  <a:pt x="108874" y="53491"/>
                  <a:pt x="108874" y="53591"/>
                  <a:pt x="108849" y="53640"/>
                </a:cubicBezTo>
                <a:cubicBezTo>
                  <a:pt x="108824" y="54088"/>
                  <a:pt x="108749" y="54512"/>
                  <a:pt x="108700" y="54960"/>
                </a:cubicBezTo>
                <a:cubicBezTo>
                  <a:pt x="108700" y="55009"/>
                  <a:pt x="108700" y="55034"/>
                  <a:pt x="108650" y="55109"/>
                </a:cubicBezTo>
                <a:lnTo>
                  <a:pt x="108650" y="55134"/>
                </a:lnTo>
                <a:cubicBezTo>
                  <a:pt x="108600" y="55607"/>
                  <a:pt x="108501" y="56080"/>
                  <a:pt x="108401" y="56577"/>
                </a:cubicBezTo>
                <a:lnTo>
                  <a:pt x="108401" y="56602"/>
                </a:lnTo>
                <a:lnTo>
                  <a:pt x="108401" y="56627"/>
                </a:lnTo>
                <a:lnTo>
                  <a:pt x="108401" y="56702"/>
                </a:lnTo>
                <a:cubicBezTo>
                  <a:pt x="108301" y="57200"/>
                  <a:pt x="108202" y="57722"/>
                  <a:pt x="108052" y="58245"/>
                </a:cubicBezTo>
                <a:cubicBezTo>
                  <a:pt x="107654" y="59515"/>
                  <a:pt x="107256" y="60859"/>
                  <a:pt x="106758" y="62228"/>
                </a:cubicBezTo>
                <a:cubicBezTo>
                  <a:pt x="105016" y="62701"/>
                  <a:pt x="103124" y="62925"/>
                  <a:pt x="101158" y="62950"/>
                </a:cubicBezTo>
                <a:cubicBezTo>
                  <a:pt x="104219" y="58320"/>
                  <a:pt x="106833" y="53615"/>
                  <a:pt x="108874" y="48936"/>
                </a:cubicBezTo>
                <a:close/>
                <a:moveTo>
                  <a:pt x="51127" y="59714"/>
                </a:moveTo>
                <a:lnTo>
                  <a:pt x="51127" y="59714"/>
                </a:lnTo>
                <a:cubicBezTo>
                  <a:pt x="51027" y="59863"/>
                  <a:pt x="50952" y="59988"/>
                  <a:pt x="50828" y="60112"/>
                </a:cubicBezTo>
                <a:cubicBezTo>
                  <a:pt x="50828" y="60137"/>
                  <a:pt x="50778" y="60137"/>
                  <a:pt x="50778" y="60187"/>
                </a:cubicBezTo>
                <a:cubicBezTo>
                  <a:pt x="50654" y="60311"/>
                  <a:pt x="50529" y="60460"/>
                  <a:pt x="50405" y="60585"/>
                </a:cubicBezTo>
                <a:cubicBezTo>
                  <a:pt x="50031" y="60983"/>
                  <a:pt x="49708" y="61431"/>
                  <a:pt x="49359" y="61829"/>
                </a:cubicBezTo>
                <a:cubicBezTo>
                  <a:pt x="49260" y="61929"/>
                  <a:pt x="49210" y="62004"/>
                  <a:pt x="49110" y="62128"/>
                </a:cubicBezTo>
                <a:cubicBezTo>
                  <a:pt x="48861" y="62427"/>
                  <a:pt x="48637" y="62701"/>
                  <a:pt x="48413" y="62999"/>
                </a:cubicBezTo>
                <a:lnTo>
                  <a:pt x="48388" y="62999"/>
                </a:lnTo>
                <a:cubicBezTo>
                  <a:pt x="49235" y="61879"/>
                  <a:pt x="50156" y="60809"/>
                  <a:pt x="51127" y="59714"/>
                </a:cubicBezTo>
                <a:close/>
                <a:moveTo>
                  <a:pt x="40672" y="59515"/>
                </a:moveTo>
                <a:cubicBezTo>
                  <a:pt x="41170" y="59838"/>
                  <a:pt x="41643" y="60112"/>
                  <a:pt x="42116" y="60386"/>
                </a:cubicBezTo>
                <a:cubicBezTo>
                  <a:pt x="41668" y="61307"/>
                  <a:pt x="41270" y="62203"/>
                  <a:pt x="40921" y="63099"/>
                </a:cubicBezTo>
                <a:cubicBezTo>
                  <a:pt x="40349" y="62551"/>
                  <a:pt x="39776" y="62004"/>
                  <a:pt x="39154" y="61481"/>
                </a:cubicBezTo>
                <a:cubicBezTo>
                  <a:pt x="39652" y="60834"/>
                  <a:pt x="40150" y="60187"/>
                  <a:pt x="40672" y="59515"/>
                </a:cubicBezTo>
                <a:close/>
                <a:moveTo>
                  <a:pt x="42614" y="60386"/>
                </a:moveTo>
                <a:cubicBezTo>
                  <a:pt x="44605" y="61556"/>
                  <a:pt x="46422" y="62477"/>
                  <a:pt x="47990" y="63074"/>
                </a:cubicBezTo>
                <a:cubicBezTo>
                  <a:pt x="47990" y="63099"/>
                  <a:pt x="47990" y="63099"/>
                  <a:pt x="47965" y="63124"/>
                </a:cubicBezTo>
                <a:cubicBezTo>
                  <a:pt x="46397" y="62551"/>
                  <a:pt x="44555" y="61630"/>
                  <a:pt x="42564" y="60460"/>
                </a:cubicBezTo>
                <a:cubicBezTo>
                  <a:pt x="42564" y="60436"/>
                  <a:pt x="42614" y="60436"/>
                  <a:pt x="42614" y="60386"/>
                </a:cubicBezTo>
                <a:close/>
                <a:moveTo>
                  <a:pt x="97026" y="62850"/>
                </a:moveTo>
                <a:cubicBezTo>
                  <a:pt x="98196" y="62999"/>
                  <a:pt x="99365" y="63099"/>
                  <a:pt x="100510" y="63099"/>
                </a:cubicBezTo>
                <a:cubicBezTo>
                  <a:pt x="100510" y="63124"/>
                  <a:pt x="100486" y="63124"/>
                  <a:pt x="100486" y="63174"/>
                </a:cubicBezTo>
                <a:cubicBezTo>
                  <a:pt x="99316" y="63124"/>
                  <a:pt x="98171" y="63049"/>
                  <a:pt x="97026" y="62925"/>
                </a:cubicBezTo>
                <a:lnTo>
                  <a:pt x="97026" y="62850"/>
                </a:lnTo>
                <a:close/>
                <a:moveTo>
                  <a:pt x="100784" y="63099"/>
                </a:moveTo>
                <a:cubicBezTo>
                  <a:pt x="100759" y="63124"/>
                  <a:pt x="100759" y="63174"/>
                  <a:pt x="100735" y="63174"/>
                </a:cubicBezTo>
                <a:lnTo>
                  <a:pt x="100660" y="63174"/>
                </a:lnTo>
                <a:cubicBezTo>
                  <a:pt x="100660" y="63124"/>
                  <a:pt x="100685" y="63124"/>
                  <a:pt x="100735" y="63099"/>
                </a:cubicBezTo>
                <a:close/>
                <a:moveTo>
                  <a:pt x="106659" y="62427"/>
                </a:moveTo>
                <a:cubicBezTo>
                  <a:pt x="106659" y="62452"/>
                  <a:pt x="106634" y="62477"/>
                  <a:pt x="106634" y="62477"/>
                </a:cubicBezTo>
                <a:cubicBezTo>
                  <a:pt x="104916" y="62925"/>
                  <a:pt x="103000" y="63174"/>
                  <a:pt x="100983" y="63174"/>
                </a:cubicBezTo>
                <a:cubicBezTo>
                  <a:pt x="101008" y="63174"/>
                  <a:pt x="101033" y="63124"/>
                  <a:pt x="101033" y="63099"/>
                </a:cubicBezTo>
                <a:cubicBezTo>
                  <a:pt x="103024" y="63099"/>
                  <a:pt x="104916" y="62875"/>
                  <a:pt x="106659" y="62427"/>
                </a:cubicBezTo>
                <a:close/>
                <a:moveTo>
                  <a:pt x="51276" y="59963"/>
                </a:moveTo>
                <a:cubicBezTo>
                  <a:pt x="51276" y="59988"/>
                  <a:pt x="51326" y="60062"/>
                  <a:pt x="51375" y="60112"/>
                </a:cubicBezTo>
                <a:cubicBezTo>
                  <a:pt x="50579" y="61133"/>
                  <a:pt x="49782" y="62203"/>
                  <a:pt x="49110" y="63248"/>
                </a:cubicBezTo>
                <a:cubicBezTo>
                  <a:pt x="48961" y="63198"/>
                  <a:pt x="48762" y="63124"/>
                  <a:pt x="48588" y="63099"/>
                </a:cubicBezTo>
                <a:cubicBezTo>
                  <a:pt x="48762" y="62875"/>
                  <a:pt x="48961" y="62626"/>
                  <a:pt x="49135" y="62427"/>
                </a:cubicBezTo>
                <a:lnTo>
                  <a:pt x="49160" y="62377"/>
                </a:lnTo>
                <a:lnTo>
                  <a:pt x="49733" y="61730"/>
                </a:lnTo>
                <a:cubicBezTo>
                  <a:pt x="49982" y="61456"/>
                  <a:pt x="50230" y="61133"/>
                  <a:pt x="50479" y="60859"/>
                </a:cubicBezTo>
                <a:lnTo>
                  <a:pt x="51127" y="60112"/>
                </a:lnTo>
                <a:cubicBezTo>
                  <a:pt x="51201" y="60062"/>
                  <a:pt x="51226" y="59988"/>
                  <a:pt x="51276" y="59963"/>
                </a:cubicBezTo>
                <a:close/>
                <a:moveTo>
                  <a:pt x="39054" y="61630"/>
                </a:moveTo>
                <a:cubicBezTo>
                  <a:pt x="39677" y="62178"/>
                  <a:pt x="40299" y="62726"/>
                  <a:pt x="40871" y="63298"/>
                </a:cubicBezTo>
                <a:cubicBezTo>
                  <a:pt x="40871" y="63323"/>
                  <a:pt x="40822" y="63323"/>
                  <a:pt x="40822" y="63348"/>
                </a:cubicBezTo>
                <a:cubicBezTo>
                  <a:pt x="40274" y="62750"/>
                  <a:pt x="39652" y="62228"/>
                  <a:pt x="39029" y="61680"/>
                </a:cubicBezTo>
                <a:lnTo>
                  <a:pt x="39054" y="61630"/>
                </a:lnTo>
                <a:close/>
                <a:moveTo>
                  <a:pt x="42365" y="60560"/>
                </a:moveTo>
                <a:cubicBezTo>
                  <a:pt x="42365" y="60560"/>
                  <a:pt x="42390" y="60560"/>
                  <a:pt x="42390" y="60585"/>
                </a:cubicBezTo>
                <a:cubicBezTo>
                  <a:pt x="41917" y="61506"/>
                  <a:pt x="41519" y="62427"/>
                  <a:pt x="41170" y="63348"/>
                </a:cubicBezTo>
                <a:lnTo>
                  <a:pt x="41145" y="63323"/>
                </a:lnTo>
                <a:lnTo>
                  <a:pt x="41120" y="63298"/>
                </a:lnTo>
                <a:cubicBezTo>
                  <a:pt x="41120" y="63198"/>
                  <a:pt x="41145" y="63124"/>
                  <a:pt x="41170" y="63074"/>
                </a:cubicBezTo>
                <a:cubicBezTo>
                  <a:pt x="41245" y="62950"/>
                  <a:pt x="41295" y="62800"/>
                  <a:pt x="41319" y="62676"/>
                </a:cubicBezTo>
                <a:lnTo>
                  <a:pt x="41519" y="62203"/>
                </a:lnTo>
                <a:cubicBezTo>
                  <a:pt x="41543" y="62103"/>
                  <a:pt x="41618" y="61979"/>
                  <a:pt x="41668" y="61879"/>
                </a:cubicBezTo>
                <a:cubicBezTo>
                  <a:pt x="41767" y="61705"/>
                  <a:pt x="41867" y="61481"/>
                  <a:pt x="41942" y="61307"/>
                </a:cubicBezTo>
                <a:cubicBezTo>
                  <a:pt x="41991" y="61232"/>
                  <a:pt x="42016" y="61133"/>
                  <a:pt x="42066" y="61083"/>
                </a:cubicBezTo>
                <a:cubicBezTo>
                  <a:pt x="42166" y="60884"/>
                  <a:pt x="42240" y="60734"/>
                  <a:pt x="42315" y="60560"/>
                </a:cubicBezTo>
                <a:close/>
                <a:moveTo>
                  <a:pt x="51475" y="60311"/>
                </a:moveTo>
                <a:cubicBezTo>
                  <a:pt x="51475" y="60336"/>
                  <a:pt x="51500" y="60336"/>
                  <a:pt x="51500" y="60361"/>
                </a:cubicBezTo>
                <a:cubicBezTo>
                  <a:pt x="50728" y="61357"/>
                  <a:pt x="50006" y="62352"/>
                  <a:pt x="49334" y="63348"/>
                </a:cubicBezTo>
                <a:cubicBezTo>
                  <a:pt x="49285" y="63348"/>
                  <a:pt x="49285" y="63348"/>
                  <a:pt x="49260" y="63323"/>
                </a:cubicBezTo>
                <a:cubicBezTo>
                  <a:pt x="49957" y="62302"/>
                  <a:pt x="50703" y="61307"/>
                  <a:pt x="51475" y="60311"/>
                </a:cubicBezTo>
                <a:close/>
                <a:moveTo>
                  <a:pt x="48463" y="63223"/>
                </a:moveTo>
                <a:cubicBezTo>
                  <a:pt x="48637" y="63298"/>
                  <a:pt x="48837" y="63348"/>
                  <a:pt x="48986" y="63422"/>
                </a:cubicBezTo>
                <a:cubicBezTo>
                  <a:pt x="48986" y="63447"/>
                  <a:pt x="48961" y="63447"/>
                  <a:pt x="48961" y="63472"/>
                </a:cubicBezTo>
                <a:cubicBezTo>
                  <a:pt x="48762" y="63422"/>
                  <a:pt x="48613" y="63348"/>
                  <a:pt x="48413" y="63298"/>
                </a:cubicBezTo>
                <a:cubicBezTo>
                  <a:pt x="48413" y="63248"/>
                  <a:pt x="48463" y="63248"/>
                  <a:pt x="48463" y="63223"/>
                </a:cubicBezTo>
                <a:close/>
                <a:moveTo>
                  <a:pt x="76043" y="56951"/>
                </a:moveTo>
                <a:cubicBezTo>
                  <a:pt x="76491" y="57225"/>
                  <a:pt x="76963" y="57474"/>
                  <a:pt x="77412" y="57772"/>
                </a:cubicBezTo>
                <a:cubicBezTo>
                  <a:pt x="75868" y="59714"/>
                  <a:pt x="74225" y="61605"/>
                  <a:pt x="72483" y="63497"/>
                </a:cubicBezTo>
                <a:lnTo>
                  <a:pt x="72035" y="63074"/>
                </a:lnTo>
                <a:cubicBezTo>
                  <a:pt x="73628" y="61083"/>
                  <a:pt x="74972" y="58992"/>
                  <a:pt x="76043" y="56951"/>
                </a:cubicBezTo>
                <a:close/>
                <a:moveTo>
                  <a:pt x="49160" y="63472"/>
                </a:moveTo>
                <a:cubicBezTo>
                  <a:pt x="49210" y="63472"/>
                  <a:pt x="49210" y="63472"/>
                  <a:pt x="49235" y="63497"/>
                </a:cubicBezTo>
                <a:cubicBezTo>
                  <a:pt x="49235" y="63547"/>
                  <a:pt x="49210" y="63547"/>
                  <a:pt x="49210" y="63572"/>
                </a:cubicBezTo>
                <a:cubicBezTo>
                  <a:pt x="49160" y="63547"/>
                  <a:pt x="49135" y="63547"/>
                  <a:pt x="49135" y="63547"/>
                </a:cubicBezTo>
                <a:cubicBezTo>
                  <a:pt x="49135" y="63497"/>
                  <a:pt x="49160" y="63497"/>
                  <a:pt x="49160" y="63472"/>
                </a:cubicBezTo>
                <a:close/>
                <a:moveTo>
                  <a:pt x="51599" y="60510"/>
                </a:moveTo>
                <a:cubicBezTo>
                  <a:pt x="52247" y="61755"/>
                  <a:pt x="52471" y="62676"/>
                  <a:pt x="52147" y="63174"/>
                </a:cubicBezTo>
                <a:cubicBezTo>
                  <a:pt x="51978" y="63455"/>
                  <a:pt x="51604" y="63593"/>
                  <a:pt x="51063" y="63593"/>
                </a:cubicBezTo>
                <a:cubicBezTo>
                  <a:pt x="50646" y="63593"/>
                  <a:pt x="50130" y="63510"/>
                  <a:pt x="49533" y="63348"/>
                </a:cubicBezTo>
                <a:cubicBezTo>
                  <a:pt x="50156" y="62427"/>
                  <a:pt x="50853" y="61456"/>
                  <a:pt x="51599" y="60510"/>
                </a:cubicBezTo>
                <a:close/>
                <a:moveTo>
                  <a:pt x="3435" y="63174"/>
                </a:moveTo>
                <a:lnTo>
                  <a:pt x="3435" y="63373"/>
                </a:lnTo>
                <a:cubicBezTo>
                  <a:pt x="3410" y="63447"/>
                  <a:pt x="3410" y="63547"/>
                  <a:pt x="3360" y="63597"/>
                </a:cubicBezTo>
                <a:lnTo>
                  <a:pt x="3360" y="63373"/>
                </a:lnTo>
                <a:cubicBezTo>
                  <a:pt x="3385" y="63323"/>
                  <a:pt x="3385" y="63248"/>
                  <a:pt x="3435" y="63174"/>
                </a:cubicBezTo>
                <a:close/>
                <a:moveTo>
                  <a:pt x="52471" y="63099"/>
                </a:moveTo>
                <a:cubicBezTo>
                  <a:pt x="52471" y="63124"/>
                  <a:pt x="52446" y="63174"/>
                  <a:pt x="52396" y="63198"/>
                </a:cubicBezTo>
                <a:lnTo>
                  <a:pt x="52396" y="63223"/>
                </a:lnTo>
                <a:cubicBezTo>
                  <a:pt x="52396" y="63248"/>
                  <a:pt x="52371" y="63298"/>
                  <a:pt x="52371" y="63323"/>
                </a:cubicBezTo>
                <a:cubicBezTo>
                  <a:pt x="52321" y="63422"/>
                  <a:pt x="52247" y="63497"/>
                  <a:pt x="52147" y="63572"/>
                </a:cubicBezTo>
                <a:lnTo>
                  <a:pt x="52122" y="63572"/>
                </a:lnTo>
                <a:cubicBezTo>
                  <a:pt x="52122" y="63572"/>
                  <a:pt x="52097" y="63597"/>
                  <a:pt x="52072" y="63597"/>
                </a:cubicBezTo>
                <a:cubicBezTo>
                  <a:pt x="52197" y="63447"/>
                  <a:pt x="52321" y="63248"/>
                  <a:pt x="52471" y="63099"/>
                </a:cubicBezTo>
                <a:close/>
                <a:moveTo>
                  <a:pt x="71935" y="63198"/>
                </a:moveTo>
                <a:lnTo>
                  <a:pt x="72359" y="63597"/>
                </a:lnTo>
                <a:cubicBezTo>
                  <a:pt x="72359" y="63622"/>
                  <a:pt x="72309" y="63622"/>
                  <a:pt x="72309" y="63622"/>
                </a:cubicBezTo>
                <a:lnTo>
                  <a:pt x="71920" y="63232"/>
                </a:lnTo>
                <a:lnTo>
                  <a:pt x="71920" y="63232"/>
                </a:lnTo>
                <a:cubicBezTo>
                  <a:pt x="71927" y="63228"/>
                  <a:pt x="71935" y="63213"/>
                  <a:pt x="71935" y="63198"/>
                </a:cubicBezTo>
                <a:close/>
                <a:moveTo>
                  <a:pt x="77586" y="57872"/>
                </a:moveTo>
                <a:cubicBezTo>
                  <a:pt x="77611" y="57872"/>
                  <a:pt x="77611" y="57897"/>
                  <a:pt x="77636" y="57897"/>
                </a:cubicBezTo>
                <a:cubicBezTo>
                  <a:pt x="76092" y="59863"/>
                  <a:pt x="74425" y="61805"/>
                  <a:pt x="72682" y="63671"/>
                </a:cubicBezTo>
                <a:lnTo>
                  <a:pt x="72657" y="63622"/>
                </a:lnTo>
                <a:cubicBezTo>
                  <a:pt x="74375" y="61730"/>
                  <a:pt x="76018" y="59813"/>
                  <a:pt x="77586" y="57872"/>
                </a:cubicBezTo>
                <a:close/>
                <a:moveTo>
                  <a:pt x="86323" y="59913"/>
                </a:moveTo>
                <a:cubicBezTo>
                  <a:pt x="87094" y="60286"/>
                  <a:pt x="87866" y="60610"/>
                  <a:pt x="88687" y="60909"/>
                </a:cubicBezTo>
                <a:cubicBezTo>
                  <a:pt x="87965" y="61879"/>
                  <a:pt x="87244" y="62825"/>
                  <a:pt x="86497" y="63746"/>
                </a:cubicBezTo>
                <a:cubicBezTo>
                  <a:pt x="86049" y="63373"/>
                  <a:pt x="85601" y="63024"/>
                  <a:pt x="85128" y="62676"/>
                </a:cubicBezTo>
                <a:cubicBezTo>
                  <a:pt x="85576" y="61730"/>
                  <a:pt x="85974" y="60834"/>
                  <a:pt x="86323" y="59913"/>
                </a:cubicBezTo>
                <a:close/>
                <a:moveTo>
                  <a:pt x="72508" y="63796"/>
                </a:moveTo>
                <a:lnTo>
                  <a:pt x="72533" y="63821"/>
                </a:lnTo>
                <a:cubicBezTo>
                  <a:pt x="72533" y="63846"/>
                  <a:pt x="72508" y="63846"/>
                  <a:pt x="72508" y="63846"/>
                </a:cubicBezTo>
                <a:lnTo>
                  <a:pt x="72458" y="63821"/>
                </a:lnTo>
                <a:cubicBezTo>
                  <a:pt x="72458" y="63796"/>
                  <a:pt x="72508" y="63796"/>
                  <a:pt x="72508" y="63796"/>
                </a:cubicBezTo>
                <a:close/>
                <a:moveTo>
                  <a:pt x="49384" y="63547"/>
                </a:moveTo>
                <a:cubicBezTo>
                  <a:pt x="50038" y="63714"/>
                  <a:pt x="50581" y="63798"/>
                  <a:pt x="51023" y="63798"/>
                </a:cubicBezTo>
                <a:cubicBezTo>
                  <a:pt x="51305" y="63798"/>
                  <a:pt x="51546" y="63764"/>
                  <a:pt x="51749" y="63696"/>
                </a:cubicBezTo>
                <a:lnTo>
                  <a:pt x="51749" y="63696"/>
                </a:lnTo>
                <a:cubicBezTo>
                  <a:pt x="51724" y="63721"/>
                  <a:pt x="51699" y="63746"/>
                  <a:pt x="51699" y="63796"/>
                </a:cubicBezTo>
                <a:cubicBezTo>
                  <a:pt x="51500" y="63846"/>
                  <a:pt x="51276" y="63871"/>
                  <a:pt x="51002" y="63871"/>
                </a:cubicBezTo>
                <a:cubicBezTo>
                  <a:pt x="50579" y="63871"/>
                  <a:pt x="50006" y="63796"/>
                  <a:pt x="49359" y="63597"/>
                </a:cubicBezTo>
                <a:cubicBezTo>
                  <a:pt x="49359" y="63572"/>
                  <a:pt x="49384" y="63572"/>
                  <a:pt x="49384" y="63547"/>
                </a:cubicBezTo>
                <a:close/>
                <a:moveTo>
                  <a:pt x="88837" y="61008"/>
                </a:moveTo>
                <a:cubicBezTo>
                  <a:pt x="88861" y="61008"/>
                  <a:pt x="88861" y="61008"/>
                  <a:pt x="88911" y="61058"/>
                </a:cubicBezTo>
                <a:cubicBezTo>
                  <a:pt x="88189" y="62004"/>
                  <a:pt x="87443" y="62950"/>
                  <a:pt x="86696" y="63920"/>
                </a:cubicBezTo>
                <a:cubicBezTo>
                  <a:pt x="86671" y="63920"/>
                  <a:pt x="86671" y="63871"/>
                  <a:pt x="86621" y="63871"/>
                </a:cubicBezTo>
                <a:cubicBezTo>
                  <a:pt x="87368" y="62950"/>
                  <a:pt x="88115" y="61979"/>
                  <a:pt x="88837" y="61008"/>
                </a:cubicBezTo>
                <a:close/>
                <a:moveTo>
                  <a:pt x="85053" y="62850"/>
                </a:moveTo>
                <a:cubicBezTo>
                  <a:pt x="85476" y="63198"/>
                  <a:pt x="85949" y="63572"/>
                  <a:pt x="86372" y="63920"/>
                </a:cubicBezTo>
                <a:cubicBezTo>
                  <a:pt x="86372" y="63945"/>
                  <a:pt x="86347" y="63945"/>
                  <a:pt x="86347" y="63970"/>
                </a:cubicBezTo>
                <a:cubicBezTo>
                  <a:pt x="85924" y="63597"/>
                  <a:pt x="85451" y="63248"/>
                  <a:pt x="85003" y="62925"/>
                </a:cubicBezTo>
                <a:cubicBezTo>
                  <a:pt x="85003" y="62875"/>
                  <a:pt x="85053" y="62875"/>
                  <a:pt x="85053" y="62850"/>
                </a:cubicBezTo>
                <a:close/>
                <a:moveTo>
                  <a:pt x="86497" y="64045"/>
                </a:moveTo>
                <a:cubicBezTo>
                  <a:pt x="86547" y="64045"/>
                  <a:pt x="86571" y="64045"/>
                  <a:pt x="86571" y="64070"/>
                </a:cubicBezTo>
                <a:cubicBezTo>
                  <a:pt x="86571" y="64095"/>
                  <a:pt x="86522" y="64095"/>
                  <a:pt x="86522" y="64119"/>
                </a:cubicBezTo>
                <a:cubicBezTo>
                  <a:pt x="86497" y="64119"/>
                  <a:pt x="86497" y="64095"/>
                  <a:pt x="86472" y="64095"/>
                </a:cubicBezTo>
                <a:cubicBezTo>
                  <a:pt x="86472" y="64070"/>
                  <a:pt x="86497" y="64070"/>
                  <a:pt x="86497" y="64045"/>
                </a:cubicBezTo>
                <a:close/>
                <a:moveTo>
                  <a:pt x="7019" y="56851"/>
                </a:moveTo>
                <a:lnTo>
                  <a:pt x="7019" y="56851"/>
                </a:lnTo>
                <a:cubicBezTo>
                  <a:pt x="5725" y="59365"/>
                  <a:pt x="4605" y="61879"/>
                  <a:pt x="3684" y="64343"/>
                </a:cubicBezTo>
                <a:cubicBezTo>
                  <a:pt x="3659" y="64045"/>
                  <a:pt x="3609" y="63721"/>
                  <a:pt x="3609" y="63373"/>
                </a:cubicBezTo>
                <a:cubicBezTo>
                  <a:pt x="4033" y="61879"/>
                  <a:pt x="4481" y="60336"/>
                  <a:pt x="5078" y="58768"/>
                </a:cubicBezTo>
                <a:cubicBezTo>
                  <a:pt x="5601" y="58046"/>
                  <a:pt x="6223" y="57399"/>
                  <a:pt x="7019" y="56851"/>
                </a:cubicBezTo>
                <a:close/>
                <a:moveTo>
                  <a:pt x="3460" y="63970"/>
                </a:moveTo>
                <a:cubicBezTo>
                  <a:pt x="3485" y="64244"/>
                  <a:pt x="3535" y="64468"/>
                  <a:pt x="3560" y="64717"/>
                </a:cubicBezTo>
                <a:cubicBezTo>
                  <a:pt x="3560" y="64742"/>
                  <a:pt x="3535" y="64816"/>
                  <a:pt x="3535" y="64841"/>
                </a:cubicBezTo>
                <a:cubicBezTo>
                  <a:pt x="3485" y="64617"/>
                  <a:pt x="3460" y="64368"/>
                  <a:pt x="3435" y="64169"/>
                </a:cubicBezTo>
                <a:cubicBezTo>
                  <a:pt x="3435" y="64095"/>
                  <a:pt x="3460" y="64045"/>
                  <a:pt x="3460" y="63970"/>
                </a:cubicBezTo>
                <a:close/>
                <a:moveTo>
                  <a:pt x="7443" y="56528"/>
                </a:moveTo>
                <a:cubicBezTo>
                  <a:pt x="6024" y="59340"/>
                  <a:pt x="4779" y="62128"/>
                  <a:pt x="3784" y="64841"/>
                </a:cubicBezTo>
                <a:cubicBezTo>
                  <a:pt x="3784" y="64816"/>
                  <a:pt x="3734" y="64742"/>
                  <a:pt x="3734" y="64717"/>
                </a:cubicBezTo>
                <a:cubicBezTo>
                  <a:pt x="4729" y="62053"/>
                  <a:pt x="5949" y="59340"/>
                  <a:pt x="7318" y="56602"/>
                </a:cubicBezTo>
                <a:cubicBezTo>
                  <a:pt x="7343" y="56577"/>
                  <a:pt x="7393" y="56528"/>
                  <a:pt x="7443" y="56528"/>
                </a:cubicBezTo>
                <a:close/>
                <a:moveTo>
                  <a:pt x="3609" y="65090"/>
                </a:moveTo>
                <a:cubicBezTo>
                  <a:pt x="3609" y="65115"/>
                  <a:pt x="3609" y="65165"/>
                  <a:pt x="3659" y="65215"/>
                </a:cubicBezTo>
                <a:cubicBezTo>
                  <a:pt x="3659" y="65240"/>
                  <a:pt x="3609" y="65314"/>
                  <a:pt x="3609" y="65339"/>
                </a:cubicBezTo>
                <a:cubicBezTo>
                  <a:pt x="3609" y="65314"/>
                  <a:pt x="3609" y="65240"/>
                  <a:pt x="3584" y="65215"/>
                </a:cubicBezTo>
                <a:cubicBezTo>
                  <a:pt x="3584" y="65190"/>
                  <a:pt x="3609" y="65115"/>
                  <a:pt x="3609" y="65090"/>
                </a:cubicBezTo>
                <a:close/>
                <a:moveTo>
                  <a:pt x="65713" y="54039"/>
                </a:moveTo>
                <a:lnTo>
                  <a:pt x="65713" y="54113"/>
                </a:lnTo>
                <a:lnTo>
                  <a:pt x="65713" y="54163"/>
                </a:lnTo>
                <a:cubicBezTo>
                  <a:pt x="65713" y="54163"/>
                  <a:pt x="65713" y="54213"/>
                  <a:pt x="65688" y="54213"/>
                </a:cubicBezTo>
                <a:cubicBezTo>
                  <a:pt x="65538" y="54387"/>
                  <a:pt x="65414" y="54536"/>
                  <a:pt x="65290" y="54711"/>
                </a:cubicBezTo>
                <a:cubicBezTo>
                  <a:pt x="64045" y="56204"/>
                  <a:pt x="62701" y="57623"/>
                  <a:pt x="61307" y="59017"/>
                </a:cubicBezTo>
                <a:cubicBezTo>
                  <a:pt x="60635" y="59639"/>
                  <a:pt x="59938" y="60336"/>
                  <a:pt x="59191" y="61008"/>
                </a:cubicBezTo>
                <a:cubicBezTo>
                  <a:pt x="58992" y="61207"/>
                  <a:pt x="58768" y="61381"/>
                  <a:pt x="58569" y="61581"/>
                </a:cubicBezTo>
                <a:cubicBezTo>
                  <a:pt x="58196" y="61929"/>
                  <a:pt x="57847" y="62228"/>
                  <a:pt x="57499" y="62551"/>
                </a:cubicBezTo>
                <a:cubicBezTo>
                  <a:pt x="57399" y="62626"/>
                  <a:pt x="57324" y="62726"/>
                  <a:pt x="57225" y="62800"/>
                </a:cubicBezTo>
                <a:lnTo>
                  <a:pt x="57200" y="62825"/>
                </a:lnTo>
                <a:cubicBezTo>
                  <a:pt x="56901" y="63049"/>
                  <a:pt x="56627" y="63248"/>
                  <a:pt x="56379" y="63497"/>
                </a:cubicBezTo>
                <a:cubicBezTo>
                  <a:pt x="55482" y="64219"/>
                  <a:pt x="54611" y="64916"/>
                  <a:pt x="53889" y="65439"/>
                </a:cubicBezTo>
                <a:cubicBezTo>
                  <a:pt x="53815" y="65439"/>
                  <a:pt x="53765" y="65464"/>
                  <a:pt x="53740" y="65464"/>
                </a:cubicBezTo>
                <a:lnTo>
                  <a:pt x="53616" y="65464"/>
                </a:lnTo>
                <a:cubicBezTo>
                  <a:pt x="53641" y="65439"/>
                  <a:pt x="53690" y="65414"/>
                  <a:pt x="53740" y="65364"/>
                </a:cubicBezTo>
                <a:cubicBezTo>
                  <a:pt x="53740" y="65364"/>
                  <a:pt x="53765" y="65364"/>
                  <a:pt x="53765" y="65339"/>
                </a:cubicBezTo>
                <a:cubicBezTo>
                  <a:pt x="53840" y="65289"/>
                  <a:pt x="53939" y="65240"/>
                  <a:pt x="53989" y="65190"/>
                </a:cubicBezTo>
                <a:cubicBezTo>
                  <a:pt x="54188" y="65040"/>
                  <a:pt x="54362" y="64891"/>
                  <a:pt x="54561" y="64767"/>
                </a:cubicBezTo>
                <a:cubicBezTo>
                  <a:pt x="54810" y="64592"/>
                  <a:pt x="55010" y="64443"/>
                  <a:pt x="55234" y="64244"/>
                </a:cubicBezTo>
                <a:lnTo>
                  <a:pt x="55308" y="64219"/>
                </a:lnTo>
                <a:cubicBezTo>
                  <a:pt x="55358" y="64169"/>
                  <a:pt x="55433" y="64119"/>
                  <a:pt x="55482" y="64070"/>
                </a:cubicBezTo>
                <a:cubicBezTo>
                  <a:pt x="55557" y="64045"/>
                  <a:pt x="55582" y="63970"/>
                  <a:pt x="55632" y="63945"/>
                </a:cubicBezTo>
                <a:lnTo>
                  <a:pt x="56105" y="63572"/>
                </a:lnTo>
                <a:cubicBezTo>
                  <a:pt x="56453" y="63298"/>
                  <a:pt x="56827" y="62999"/>
                  <a:pt x="57125" y="62726"/>
                </a:cubicBezTo>
                <a:cubicBezTo>
                  <a:pt x="57225" y="62676"/>
                  <a:pt x="57324" y="62576"/>
                  <a:pt x="57374" y="62502"/>
                </a:cubicBezTo>
                <a:lnTo>
                  <a:pt x="57424" y="62502"/>
                </a:lnTo>
                <a:cubicBezTo>
                  <a:pt x="57797" y="62203"/>
                  <a:pt x="58196" y="61854"/>
                  <a:pt x="58544" y="61556"/>
                </a:cubicBezTo>
                <a:cubicBezTo>
                  <a:pt x="58793" y="61332"/>
                  <a:pt x="58992" y="61108"/>
                  <a:pt x="59241" y="60884"/>
                </a:cubicBezTo>
                <a:cubicBezTo>
                  <a:pt x="59316" y="60834"/>
                  <a:pt x="59415" y="60759"/>
                  <a:pt x="59465" y="60709"/>
                </a:cubicBezTo>
                <a:cubicBezTo>
                  <a:pt x="59490" y="60684"/>
                  <a:pt x="59565" y="60635"/>
                  <a:pt x="59589" y="60585"/>
                </a:cubicBezTo>
                <a:cubicBezTo>
                  <a:pt x="60311" y="59888"/>
                  <a:pt x="60809" y="59390"/>
                  <a:pt x="61207" y="59017"/>
                </a:cubicBezTo>
                <a:cubicBezTo>
                  <a:pt x="61257" y="58967"/>
                  <a:pt x="61357" y="58892"/>
                  <a:pt x="61431" y="58843"/>
                </a:cubicBezTo>
                <a:lnTo>
                  <a:pt x="61456" y="58818"/>
                </a:lnTo>
                <a:lnTo>
                  <a:pt x="61830" y="58444"/>
                </a:lnTo>
                <a:lnTo>
                  <a:pt x="61879" y="58370"/>
                </a:lnTo>
                <a:cubicBezTo>
                  <a:pt x="61979" y="58270"/>
                  <a:pt x="62079" y="58195"/>
                  <a:pt x="62128" y="58096"/>
                </a:cubicBezTo>
                <a:lnTo>
                  <a:pt x="62253" y="57971"/>
                </a:lnTo>
                <a:cubicBezTo>
                  <a:pt x="62751" y="57449"/>
                  <a:pt x="63448" y="56727"/>
                  <a:pt x="64244" y="55781"/>
                </a:cubicBezTo>
                <a:cubicBezTo>
                  <a:pt x="64319" y="55731"/>
                  <a:pt x="64369" y="55632"/>
                  <a:pt x="64443" y="55582"/>
                </a:cubicBezTo>
                <a:cubicBezTo>
                  <a:pt x="64493" y="55482"/>
                  <a:pt x="64593" y="55408"/>
                  <a:pt x="64667" y="55333"/>
                </a:cubicBezTo>
                <a:cubicBezTo>
                  <a:pt x="64717" y="55258"/>
                  <a:pt x="64742" y="55208"/>
                  <a:pt x="64817" y="55134"/>
                </a:cubicBezTo>
                <a:cubicBezTo>
                  <a:pt x="65041" y="54860"/>
                  <a:pt x="65240" y="54611"/>
                  <a:pt x="65439" y="54387"/>
                </a:cubicBezTo>
                <a:cubicBezTo>
                  <a:pt x="65464" y="54337"/>
                  <a:pt x="65538" y="54288"/>
                  <a:pt x="65563" y="54238"/>
                </a:cubicBezTo>
                <a:cubicBezTo>
                  <a:pt x="65613" y="54163"/>
                  <a:pt x="65663" y="54113"/>
                  <a:pt x="65713" y="54039"/>
                </a:cubicBezTo>
                <a:close/>
                <a:moveTo>
                  <a:pt x="29197" y="56254"/>
                </a:moveTo>
                <a:cubicBezTo>
                  <a:pt x="29222" y="56254"/>
                  <a:pt x="29222" y="56279"/>
                  <a:pt x="29247" y="56279"/>
                </a:cubicBezTo>
                <a:cubicBezTo>
                  <a:pt x="26907" y="59465"/>
                  <a:pt x="24767" y="62701"/>
                  <a:pt x="22900" y="65912"/>
                </a:cubicBezTo>
                <a:lnTo>
                  <a:pt x="22850" y="65912"/>
                </a:lnTo>
                <a:cubicBezTo>
                  <a:pt x="24717" y="62701"/>
                  <a:pt x="26858" y="59465"/>
                  <a:pt x="29197" y="56254"/>
                </a:cubicBezTo>
                <a:close/>
                <a:moveTo>
                  <a:pt x="53367" y="65737"/>
                </a:moveTo>
                <a:cubicBezTo>
                  <a:pt x="53342" y="65787"/>
                  <a:pt x="53267" y="65812"/>
                  <a:pt x="53242" y="65837"/>
                </a:cubicBezTo>
                <a:cubicBezTo>
                  <a:pt x="53217" y="65862"/>
                  <a:pt x="53192" y="65862"/>
                  <a:pt x="53143" y="65912"/>
                </a:cubicBezTo>
                <a:cubicBezTo>
                  <a:pt x="53118" y="65936"/>
                  <a:pt x="53043" y="65961"/>
                  <a:pt x="53018" y="65986"/>
                </a:cubicBezTo>
                <a:lnTo>
                  <a:pt x="52993" y="65961"/>
                </a:lnTo>
                <a:cubicBezTo>
                  <a:pt x="52993" y="65961"/>
                  <a:pt x="52993" y="65936"/>
                  <a:pt x="53018" y="65936"/>
                </a:cubicBezTo>
                <a:cubicBezTo>
                  <a:pt x="53043" y="65936"/>
                  <a:pt x="53043" y="65912"/>
                  <a:pt x="53093" y="65912"/>
                </a:cubicBezTo>
                <a:lnTo>
                  <a:pt x="53118" y="65862"/>
                </a:lnTo>
                <a:cubicBezTo>
                  <a:pt x="53143" y="65837"/>
                  <a:pt x="53168" y="65837"/>
                  <a:pt x="53217" y="65812"/>
                </a:cubicBezTo>
                <a:cubicBezTo>
                  <a:pt x="53242" y="65812"/>
                  <a:pt x="53317" y="65787"/>
                  <a:pt x="53367" y="65737"/>
                </a:cubicBezTo>
                <a:close/>
                <a:moveTo>
                  <a:pt x="52869" y="66086"/>
                </a:moveTo>
                <a:lnTo>
                  <a:pt x="52869" y="66086"/>
                </a:lnTo>
                <a:cubicBezTo>
                  <a:pt x="52849" y="66106"/>
                  <a:pt x="52828" y="66126"/>
                  <a:pt x="52795" y="66133"/>
                </a:cubicBezTo>
                <a:lnTo>
                  <a:pt x="52795" y="66133"/>
                </a:lnTo>
                <a:cubicBezTo>
                  <a:pt x="52814" y="66121"/>
                  <a:pt x="52841" y="66100"/>
                  <a:pt x="52869" y="66086"/>
                </a:cubicBezTo>
                <a:close/>
                <a:moveTo>
                  <a:pt x="21730" y="54337"/>
                </a:moveTo>
                <a:cubicBezTo>
                  <a:pt x="24194" y="54661"/>
                  <a:pt x="26634" y="55283"/>
                  <a:pt x="29048" y="56204"/>
                </a:cubicBezTo>
                <a:cubicBezTo>
                  <a:pt x="26683" y="59440"/>
                  <a:pt x="24518" y="62701"/>
                  <a:pt x="22626" y="65936"/>
                </a:cubicBezTo>
                <a:cubicBezTo>
                  <a:pt x="22452" y="65961"/>
                  <a:pt x="22253" y="65961"/>
                  <a:pt x="22079" y="65986"/>
                </a:cubicBezTo>
                <a:cubicBezTo>
                  <a:pt x="21655" y="66036"/>
                  <a:pt x="21257" y="66086"/>
                  <a:pt x="20884" y="66111"/>
                </a:cubicBezTo>
                <a:cubicBezTo>
                  <a:pt x="20759" y="66161"/>
                  <a:pt x="20635" y="66185"/>
                  <a:pt x="20486" y="66185"/>
                </a:cubicBezTo>
                <a:cubicBezTo>
                  <a:pt x="19664" y="62825"/>
                  <a:pt x="20137" y="58718"/>
                  <a:pt x="21730" y="54337"/>
                </a:cubicBezTo>
                <a:close/>
                <a:moveTo>
                  <a:pt x="22776" y="66111"/>
                </a:moveTo>
                <a:cubicBezTo>
                  <a:pt x="22776" y="66161"/>
                  <a:pt x="22751" y="66161"/>
                  <a:pt x="22751" y="66185"/>
                </a:cubicBezTo>
                <a:lnTo>
                  <a:pt x="22701" y="66185"/>
                </a:lnTo>
                <a:cubicBezTo>
                  <a:pt x="22701" y="66161"/>
                  <a:pt x="22726" y="66161"/>
                  <a:pt x="22726" y="66111"/>
                </a:cubicBezTo>
                <a:close/>
                <a:moveTo>
                  <a:pt x="21531" y="54288"/>
                </a:moveTo>
                <a:cubicBezTo>
                  <a:pt x="19988" y="58693"/>
                  <a:pt x="19490" y="62825"/>
                  <a:pt x="20311" y="66235"/>
                </a:cubicBezTo>
                <a:lnTo>
                  <a:pt x="20262" y="66235"/>
                </a:lnTo>
                <a:cubicBezTo>
                  <a:pt x="19415" y="62825"/>
                  <a:pt x="19888" y="58693"/>
                  <a:pt x="21481" y="54288"/>
                </a:cubicBezTo>
                <a:close/>
                <a:moveTo>
                  <a:pt x="65663" y="54462"/>
                </a:moveTo>
                <a:cubicBezTo>
                  <a:pt x="65688" y="55084"/>
                  <a:pt x="65962" y="55856"/>
                  <a:pt x="66484" y="56777"/>
                </a:cubicBezTo>
                <a:cubicBezTo>
                  <a:pt x="63721" y="60236"/>
                  <a:pt x="60311" y="63522"/>
                  <a:pt x="56478" y="66285"/>
                </a:cubicBezTo>
                <a:cubicBezTo>
                  <a:pt x="55557" y="65787"/>
                  <a:pt x="54736" y="65488"/>
                  <a:pt x="54089" y="65464"/>
                </a:cubicBezTo>
                <a:cubicBezTo>
                  <a:pt x="54263" y="65314"/>
                  <a:pt x="54462" y="65190"/>
                  <a:pt x="54686" y="65040"/>
                </a:cubicBezTo>
                <a:cubicBezTo>
                  <a:pt x="54935" y="64841"/>
                  <a:pt x="55184" y="64667"/>
                  <a:pt x="55383" y="64468"/>
                </a:cubicBezTo>
                <a:lnTo>
                  <a:pt x="55458" y="64418"/>
                </a:lnTo>
                <a:cubicBezTo>
                  <a:pt x="55706" y="64219"/>
                  <a:pt x="55955" y="64045"/>
                  <a:pt x="56204" y="63821"/>
                </a:cubicBezTo>
                <a:cubicBezTo>
                  <a:pt x="56603" y="63497"/>
                  <a:pt x="57001" y="63174"/>
                  <a:pt x="57374" y="62850"/>
                </a:cubicBezTo>
                <a:cubicBezTo>
                  <a:pt x="58196" y="62178"/>
                  <a:pt x="58967" y="61481"/>
                  <a:pt x="59589" y="60884"/>
                </a:cubicBezTo>
                <a:cubicBezTo>
                  <a:pt x="59664" y="60859"/>
                  <a:pt x="59689" y="60784"/>
                  <a:pt x="59714" y="60759"/>
                </a:cubicBezTo>
                <a:cubicBezTo>
                  <a:pt x="60361" y="60137"/>
                  <a:pt x="60859" y="59664"/>
                  <a:pt x="61232" y="59291"/>
                </a:cubicBezTo>
                <a:lnTo>
                  <a:pt x="61506" y="59017"/>
                </a:lnTo>
                <a:lnTo>
                  <a:pt x="61556" y="58992"/>
                </a:lnTo>
                <a:lnTo>
                  <a:pt x="61929" y="58619"/>
                </a:lnTo>
                <a:lnTo>
                  <a:pt x="62128" y="58395"/>
                </a:lnTo>
                <a:cubicBezTo>
                  <a:pt x="62178" y="58370"/>
                  <a:pt x="62178" y="58345"/>
                  <a:pt x="62203" y="58345"/>
                </a:cubicBezTo>
                <a:lnTo>
                  <a:pt x="62477" y="58071"/>
                </a:lnTo>
                <a:cubicBezTo>
                  <a:pt x="62950" y="57573"/>
                  <a:pt x="63597" y="56876"/>
                  <a:pt x="64344" y="56030"/>
                </a:cubicBezTo>
                <a:cubicBezTo>
                  <a:pt x="64493" y="55856"/>
                  <a:pt x="64692" y="55657"/>
                  <a:pt x="64842" y="55457"/>
                </a:cubicBezTo>
                <a:cubicBezTo>
                  <a:pt x="64891" y="55408"/>
                  <a:pt x="64916" y="55358"/>
                  <a:pt x="64941" y="55333"/>
                </a:cubicBezTo>
                <a:cubicBezTo>
                  <a:pt x="65190" y="55009"/>
                  <a:pt x="65439" y="54736"/>
                  <a:pt x="65663" y="54462"/>
                </a:cubicBezTo>
                <a:close/>
                <a:moveTo>
                  <a:pt x="53840" y="65613"/>
                </a:moveTo>
                <a:cubicBezTo>
                  <a:pt x="54462" y="65613"/>
                  <a:pt x="55308" y="65862"/>
                  <a:pt x="56304" y="66409"/>
                </a:cubicBezTo>
                <a:cubicBezTo>
                  <a:pt x="56254" y="66409"/>
                  <a:pt x="56254" y="66434"/>
                  <a:pt x="56229" y="66434"/>
                </a:cubicBezTo>
                <a:cubicBezTo>
                  <a:pt x="56179" y="66409"/>
                  <a:pt x="56130" y="66409"/>
                  <a:pt x="56105" y="66360"/>
                </a:cubicBezTo>
                <a:cubicBezTo>
                  <a:pt x="55955" y="66285"/>
                  <a:pt x="55756" y="66210"/>
                  <a:pt x="55607" y="66111"/>
                </a:cubicBezTo>
                <a:cubicBezTo>
                  <a:pt x="55582" y="66111"/>
                  <a:pt x="55557" y="66086"/>
                  <a:pt x="55557" y="66086"/>
                </a:cubicBezTo>
                <a:cubicBezTo>
                  <a:pt x="55358" y="65986"/>
                  <a:pt x="55184" y="65936"/>
                  <a:pt x="54985" y="65862"/>
                </a:cubicBezTo>
                <a:cubicBezTo>
                  <a:pt x="54960" y="65862"/>
                  <a:pt x="54935" y="65837"/>
                  <a:pt x="54885" y="65837"/>
                </a:cubicBezTo>
                <a:cubicBezTo>
                  <a:pt x="54711" y="65787"/>
                  <a:pt x="54561" y="65737"/>
                  <a:pt x="54387" y="65712"/>
                </a:cubicBezTo>
                <a:cubicBezTo>
                  <a:pt x="54238" y="65688"/>
                  <a:pt x="54113" y="65688"/>
                  <a:pt x="53989" y="65688"/>
                </a:cubicBezTo>
                <a:lnTo>
                  <a:pt x="53740" y="65688"/>
                </a:lnTo>
                <a:cubicBezTo>
                  <a:pt x="53740" y="65688"/>
                  <a:pt x="53765" y="65688"/>
                  <a:pt x="53765" y="65663"/>
                </a:cubicBezTo>
                <a:cubicBezTo>
                  <a:pt x="53815" y="65613"/>
                  <a:pt x="53815" y="65613"/>
                  <a:pt x="53840" y="65613"/>
                </a:cubicBezTo>
                <a:close/>
                <a:moveTo>
                  <a:pt x="66584" y="56976"/>
                </a:moveTo>
                <a:cubicBezTo>
                  <a:pt x="66584" y="57001"/>
                  <a:pt x="66634" y="57001"/>
                  <a:pt x="66634" y="57026"/>
                </a:cubicBezTo>
                <a:cubicBezTo>
                  <a:pt x="63846" y="60460"/>
                  <a:pt x="60486" y="63696"/>
                  <a:pt x="56727" y="66434"/>
                </a:cubicBezTo>
                <a:cubicBezTo>
                  <a:pt x="56702" y="66434"/>
                  <a:pt x="56702" y="66409"/>
                  <a:pt x="56677" y="66409"/>
                </a:cubicBezTo>
                <a:cubicBezTo>
                  <a:pt x="60436" y="63671"/>
                  <a:pt x="63821" y="60386"/>
                  <a:pt x="66584" y="56976"/>
                </a:cubicBezTo>
                <a:close/>
                <a:moveTo>
                  <a:pt x="22502" y="66161"/>
                </a:moveTo>
                <a:cubicBezTo>
                  <a:pt x="22502" y="66185"/>
                  <a:pt x="22477" y="66210"/>
                  <a:pt x="22477" y="66210"/>
                </a:cubicBezTo>
                <a:cubicBezTo>
                  <a:pt x="21954" y="66285"/>
                  <a:pt x="21407" y="66310"/>
                  <a:pt x="20884" y="66409"/>
                </a:cubicBezTo>
                <a:cubicBezTo>
                  <a:pt x="20759" y="66434"/>
                  <a:pt x="20660" y="66434"/>
                  <a:pt x="20535" y="66459"/>
                </a:cubicBezTo>
                <a:cubicBezTo>
                  <a:pt x="20535" y="66434"/>
                  <a:pt x="20535" y="66434"/>
                  <a:pt x="20510" y="66409"/>
                </a:cubicBezTo>
                <a:cubicBezTo>
                  <a:pt x="20635" y="66360"/>
                  <a:pt x="20759" y="66335"/>
                  <a:pt x="20884" y="66335"/>
                </a:cubicBezTo>
                <a:cubicBezTo>
                  <a:pt x="21232" y="66285"/>
                  <a:pt x="21606" y="66235"/>
                  <a:pt x="21954" y="66210"/>
                </a:cubicBezTo>
                <a:cubicBezTo>
                  <a:pt x="22128" y="66185"/>
                  <a:pt x="22327" y="66161"/>
                  <a:pt x="22502" y="66161"/>
                </a:cubicBezTo>
                <a:close/>
                <a:moveTo>
                  <a:pt x="3286" y="64717"/>
                </a:moveTo>
                <a:cubicBezTo>
                  <a:pt x="3311" y="64866"/>
                  <a:pt x="3336" y="65040"/>
                  <a:pt x="3360" y="65215"/>
                </a:cubicBezTo>
                <a:lnTo>
                  <a:pt x="2912" y="66534"/>
                </a:lnTo>
                <a:cubicBezTo>
                  <a:pt x="3037" y="65936"/>
                  <a:pt x="3161" y="65314"/>
                  <a:pt x="3286" y="64717"/>
                </a:cubicBezTo>
                <a:close/>
                <a:moveTo>
                  <a:pt x="29446" y="56353"/>
                </a:moveTo>
                <a:cubicBezTo>
                  <a:pt x="30293" y="56652"/>
                  <a:pt x="31114" y="57026"/>
                  <a:pt x="31935" y="57399"/>
                </a:cubicBezTo>
                <a:cubicBezTo>
                  <a:pt x="30741" y="60759"/>
                  <a:pt x="30342" y="63920"/>
                  <a:pt x="30940" y="66584"/>
                </a:cubicBezTo>
                <a:cubicBezTo>
                  <a:pt x="30691" y="66534"/>
                  <a:pt x="30467" y="66459"/>
                  <a:pt x="30218" y="66409"/>
                </a:cubicBezTo>
                <a:cubicBezTo>
                  <a:pt x="30168" y="66409"/>
                  <a:pt x="30094" y="66360"/>
                  <a:pt x="30044" y="66360"/>
                </a:cubicBezTo>
                <a:cubicBezTo>
                  <a:pt x="29745" y="66310"/>
                  <a:pt x="29471" y="66235"/>
                  <a:pt x="29197" y="66210"/>
                </a:cubicBezTo>
                <a:cubicBezTo>
                  <a:pt x="29098" y="66210"/>
                  <a:pt x="29048" y="66185"/>
                  <a:pt x="28949" y="66185"/>
                </a:cubicBezTo>
                <a:cubicBezTo>
                  <a:pt x="28700" y="66161"/>
                  <a:pt x="28426" y="66086"/>
                  <a:pt x="28177" y="66061"/>
                </a:cubicBezTo>
                <a:cubicBezTo>
                  <a:pt x="28052" y="66036"/>
                  <a:pt x="27928" y="66036"/>
                  <a:pt x="27828" y="66036"/>
                </a:cubicBezTo>
                <a:cubicBezTo>
                  <a:pt x="27580" y="65986"/>
                  <a:pt x="27355" y="65961"/>
                  <a:pt x="27107" y="65961"/>
                </a:cubicBezTo>
                <a:cubicBezTo>
                  <a:pt x="26932" y="65936"/>
                  <a:pt x="26733" y="65936"/>
                  <a:pt x="26584" y="65936"/>
                </a:cubicBezTo>
                <a:cubicBezTo>
                  <a:pt x="26385" y="65936"/>
                  <a:pt x="26211" y="65912"/>
                  <a:pt x="26011" y="65912"/>
                </a:cubicBezTo>
                <a:cubicBezTo>
                  <a:pt x="25638" y="65862"/>
                  <a:pt x="25314" y="65862"/>
                  <a:pt x="24941" y="65862"/>
                </a:cubicBezTo>
                <a:cubicBezTo>
                  <a:pt x="24369" y="65862"/>
                  <a:pt x="23821" y="65912"/>
                  <a:pt x="23224" y="65936"/>
                </a:cubicBezTo>
                <a:lnTo>
                  <a:pt x="23149" y="65936"/>
                </a:lnTo>
                <a:cubicBezTo>
                  <a:pt x="24991" y="62726"/>
                  <a:pt x="27107" y="59515"/>
                  <a:pt x="29446" y="56353"/>
                </a:cubicBezTo>
                <a:close/>
                <a:moveTo>
                  <a:pt x="66708" y="57200"/>
                </a:moveTo>
                <a:cubicBezTo>
                  <a:pt x="66758" y="57250"/>
                  <a:pt x="66783" y="57324"/>
                  <a:pt x="66808" y="57349"/>
                </a:cubicBezTo>
                <a:cubicBezTo>
                  <a:pt x="64642" y="59764"/>
                  <a:pt x="62278" y="62128"/>
                  <a:pt x="59739" y="64368"/>
                </a:cubicBezTo>
                <a:lnTo>
                  <a:pt x="59664" y="64468"/>
                </a:lnTo>
                <a:lnTo>
                  <a:pt x="59614" y="64493"/>
                </a:lnTo>
                <a:cubicBezTo>
                  <a:pt x="59589" y="64543"/>
                  <a:pt x="59565" y="64567"/>
                  <a:pt x="59540" y="64567"/>
                </a:cubicBezTo>
                <a:cubicBezTo>
                  <a:pt x="59067" y="64966"/>
                  <a:pt x="58619" y="65364"/>
                  <a:pt x="58171" y="65737"/>
                </a:cubicBezTo>
                <a:cubicBezTo>
                  <a:pt x="57996" y="65862"/>
                  <a:pt x="57872" y="65986"/>
                  <a:pt x="57723" y="66086"/>
                </a:cubicBezTo>
                <a:cubicBezTo>
                  <a:pt x="57548" y="66310"/>
                  <a:pt x="57324" y="66484"/>
                  <a:pt x="57100" y="66658"/>
                </a:cubicBezTo>
                <a:cubicBezTo>
                  <a:pt x="57051" y="66584"/>
                  <a:pt x="56951" y="66559"/>
                  <a:pt x="56876" y="66534"/>
                </a:cubicBezTo>
                <a:cubicBezTo>
                  <a:pt x="60610" y="63821"/>
                  <a:pt x="63970" y="60585"/>
                  <a:pt x="66708" y="57200"/>
                </a:cubicBezTo>
                <a:close/>
                <a:moveTo>
                  <a:pt x="32085" y="57498"/>
                </a:moveTo>
                <a:cubicBezTo>
                  <a:pt x="32110" y="57498"/>
                  <a:pt x="32110" y="57523"/>
                  <a:pt x="32159" y="57523"/>
                </a:cubicBezTo>
                <a:cubicBezTo>
                  <a:pt x="30965" y="60884"/>
                  <a:pt x="30591" y="64045"/>
                  <a:pt x="31214" y="66683"/>
                </a:cubicBezTo>
                <a:cubicBezTo>
                  <a:pt x="31189" y="66683"/>
                  <a:pt x="31189" y="66683"/>
                  <a:pt x="31164" y="66658"/>
                </a:cubicBezTo>
                <a:cubicBezTo>
                  <a:pt x="30542" y="63995"/>
                  <a:pt x="30915" y="60859"/>
                  <a:pt x="32085" y="57498"/>
                </a:cubicBezTo>
                <a:close/>
                <a:moveTo>
                  <a:pt x="56702" y="66683"/>
                </a:moveTo>
                <a:cubicBezTo>
                  <a:pt x="56802" y="66708"/>
                  <a:pt x="56876" y="66733"/>
                  <a:pt x="56951" y="66808"/>
                </a:cubicBezTo>
                <a:cubicBezTo>
                  <a:pt x="56926" y="66808"/>
                  <a:pt x="56926" y="66833"/>
                  <a:pt x="56876" y="66833"/>
                </a:cubicBezTo>
                <a:cubicBezTo>
                  <a:pt x="56827" y="66808"/>
                  <a:pt x="56752" y="66783"/>
                  <a:pt x="56702" y="66708"/>
                </a:cubicBezTo>
                <a:cubicBezTo>
                  <a:pt x="56677" y="66708"/>
                  <a:pt x="56677" y="66708"/>
                  <a:pt x="56702" y="66683"/>
                </a:cubicBezTo>
                <a:close/>
                <a:moveTo>
                  <a:pt x="66932" y="57523"/>
                </a:moveTo>
                <a:cubicBezTo>
                  <a:pt x="66932" y="57523"/>
                  <a:pt x="66932" y="57573"/>
                  <a:pt x="66957" y="57573"/>
                </a:cubicBezTo>
                <a:lnTo>
                  <a:pt x="66957" y="57598"/>
                </a:lnTo>
                <a:cubicBezTo>
                  <a:pt x="64817" y="59988"/>
                  <a:pt x="62477" y="62327"/>
                  <a:pt x="60038" y="64543"/>
                </a:cubicBezTo>
                <a:cubicBezTo>
                  <a:pt x="59963" y="64592"/>
                  <a:pt x="59913" y="64617"/>
                  <a:pt x="59838" y="64692"/>
                </a:cubicBezTo>
                <a:cubicBezTo>
                  <a:pt x="59365" y="65090"/>
                  <a:pt x="58917" y="65513"/>
                  <a:pt x="58395" y="65936"/>
                </a:cubicBezTo>
                <a:cubicBezTo>
                  <a:pt x="58245" y="66061"/>
                  <a:pt x="58096" y="66185"/>
                  <a:pt x="57972" y="66310"/>
                </a:cubicBezTo>
                <a:cubicBezTo>
                  <a:pt x="57748" y="66484"/>
                  <a:pt x="57524" y="66633"/>
                  <a:pt x="57324" y="66833"/>
                </a:cubicBezTo>
                <a:cubicBezTo>
                  <a:pt x="57324" y="66833"/>
                  <a:pt x="57300" y="66833"/>
                  <a:pt x="57300" y="66808"/>
                </a:cubicBezTo>
                <a:lnTo>
                  <a:pt x="57250" y="66808"/>
                </a:lnTo>
                <a:cubicBezTo>
                  <a:pt x="57449" y="66609"/>
                  <a:pt x="57623" y="66459"/>
                  <a:pt x="57822" y="66310"/>
                </a:cubicBezTo>
                <a:cubicBezTo>
                  <a:pt x="57996" y="66161"/>
                  <a:pt x="58171" y="66036"/>
                  <a:pt x="58345" y="65862"/>
                </a:cubicBezTo>
                <a:cubicBezTo>
                  <a:pt x="58743" y="65538"/>
                  <a:pt x="59191" y="65165"/>
                  <a:pt x="59589" y="64816"/>
                </a:cubicBezTo>
                <a:lnTo>
                  <a:pt x="59689" y="64717"/>
                </a:lnTo>
                <a:lnTo>
                  <a:pt x="59714" y="64692"/>
                </a:lnTo>
                <a:cubicBezTo>
                  <a:pt x="59814" y="64617"/>
                  <a:pt x="59913" y="64543"/>
                  <a:pt x="59963" y="64468"/>
                </a:cubicBezTo>
                <a:cubicBezTo>
                  <a:pt x="61058" y="63497"/>
                  <a:pt x="62079" y="62551"/>
                  <a:pt x="63099" y="61506"/>
                </a:cubicBezTo>
                <a:lnTo>
                  <a:pt x="63572" y="61058"/>
                </a:lnTo>
                <a:lnTo>
                  <a:pt x="64642" y="59988"/>
                </a:lnTo>
                <a:cubicBezTo>
                  <a:pt x="64817" y="59813"/>
                  <a:pt x="65016" y="59614"/>
                  <a:pt x="65165" y="59440"/>
                </a:cubicBezTo>
                <a:cubicBezTo>
                  <a:pt x="65464" y="59091"/>
                  <a:pt x="65787" y="58768"/>
                  <a:pt x="66086" y="58444"/>
                </a:cubicBezTo>
                <a:cubicBezTo>
                  <a:pt x="66285" y="58245"/>
                  <a:pt x="66435" y="58071"/>
                  <a:pt x="66634" y="57872"/>
                </a:cubicBezTo>
                <a:cubicBezTo>
                  <a:pt x="66708" y="57747"/>
                  <a:pt x="66833" y="57648"/>
                  <a:pt x="66932" y="57523"/>
                </a:cubicBezTo>
                <a:close/>
                <a:moveTo>
                  <a:pt x="24941" y="66036"/>
                </a:moveTo>
                <a:cubicBezTo>
                  <a:pt x="25314" y="66036"/>
                  <a:pt x="25638" y="66036"/>
                  <a:pt x="26011" y="66061"/>
                </a:cubicBezTo>
                <a:cubicBezTo>
                  <a:pt x="26235" y="66061"/>
                  <a:pt x="26459" y="66086"/>
                  <a:pt x="26708" y="66086"/>
                </a:cubicBezTo>
                <a:cubicBezTo>
                  <a:pt x="26833" y="66086"/>
                  <a:pt x="26982" y="66111"/>
                  <a:pt x="27107" y="66111"/>
                </a:cubicBezTo>
                <a:cubicBezTo>
                  <a:pt x="27430" y="66136"/>
                  <a:pt x="27704" y="66185"/>
                  <a:pt x="28003" y="66210"/>
                </a:cubicBezTo>
                <a:cubicBezTo>
                  <a:pt x="28077" y="66210"/>
                  <a:pt x="28127" y="66210"/>
                  <a:pt x="28202" y="66235"/>
                </a:cubicBezTo>
                <a:cubicBezTo>
                  <a:pt x="28550" y="66285"/>
                  <a:pt x="28874" y="66335"/>
                  <a:pt x="29197" y="66409"/>
                </a:cubicBezTo>
                <a:lnTo>
                  <a:pt x="29222" y="66409"/>
                </a:lnTo>
                <a:cubicBezTo>
                  <a:pt x="29820" y="66484"/>
                  <a:pt x="30417" y="66658"/>
                  <a:pt x="30990" y="66808"/>
                </a:cubicBezTo>
                <a:lnTo>
                  <a:pt x="30990" y="66857"/>
                </a:lnTo>
                <a:cubicBezTo>
                  <a:pt x="29073" y="66360"/>
                  <a:pt x="27007" y="66086"/>
                  <a:pt x="24891" y="66086"/>
                </a:cubicBezTo>
                <a:cubicBezTo>
                  <a:pt x="24244" y="66086"/>
                  <a:pt x="23622" y="66111"/>
                  <a:pt x="23000" y="66136"/>
                </a:cubicBezTo>
                <a:cubicBezTo>
                  <a:pt x="23000" y="66111"/>
                  <a:pt x="23024" y="66111"/>
                  <a:pt x="23024" y="66086"/>
                </a:cubicBezTo>
                <a:cubicBezTo>
                  <a:pt x="23647" y="66061"/>
                  <a:pt x="24269" y="66036"/>
                  <a:pt x="24891" y="66036"/>
                </a:cubicBezTo>
                <a:close/>
                <a:moveTo>
                  <a:pt x="57150" y="66907"/>
                </a:moveTo>
                <a:cubicBezTo>
                  <a:pt x="57150" y="66907"/>
                  <a:pt x="57200" y="66907"/>
                  <a:pt x="57200" y="66932"/>
                </a:cubicBezTo>
                <a:lnTo>
                  <a:pt x="57125" y="66982"/>
                </a:lnTo>
                <a:lnTo>
                  <a:pt x="57075" y="66932"/>
                </a:lnTo>
                <a:cubicBezTo>
                  <a:pt x="57100" y="66932"/>
                  <a:pt x="57100" y="66907"/>
                  <a:pt x="57125" y="66907"/>
                </a:cubicBezTo>
                <a:close/>
                <a:moveTo>
                  <a:pt x="40846" y="63696"/>
                </a:moveTo>
                <a:lnTo>
                  <a:pt x="40896" y="63721"/>
                </a:lnTo>
                <a:lnTo>
                  <a:pt x="40921" y="63746"/>
                </a:lnTo>
                <a:lnTo>
                  <a:pt x="40822" y="64045"/>
                </a:lnTo>
                <a:cubicBezTo>
                  <a:pt x="40797" y="64119"/>
                  <a:pt x="40772" y="64194"/>
                  <a:pt x="40772" y="64244"/>
                </a:cubicBezTo>
                <a:cubicBezTo>
                  <a:pt x="40697" y="64443"/>
                  <a:pt x="40647" y="64592"/>
                  <a:pt x="40598" y="64792"/>
                </a:cubicBezTo>
                <a:cubicBezTo>
                  <a:pt x="40573" y="64916"/>
                  <a:pt x="40523" y="65040"/>
                  <a:pt x="40473" y="65165"/>
                </a:cubicBezTo>
                <a:cubicBezTo>
                  <a:pt x="40448" y="65289"/>
                  <a:pt x="40423" y="65364"/>
                  <a:pt x="40398" y="65488"/>
                </a:cubicBezTo>
                <a:cubicBezTo>
                  <a:pt x="40324" y="65688"/>
                  <a:pt x="40299" y="65862"/>
                  <a:pt x="40274" y="66061"/>
                </a:cubicBezTo>
                <a:cubicBezTo>
                  <a:pt x="40224" y="66210"/>
                  <a:pt x="40174" y="66360"/>
                  <a:pt x="40150" y="66534"/>
                </a:cubicBezTo>
                <a:cubicBezTo>
                  <a:pt x="40150" y="66559"/>
                  <a:pt x="40100" y="66584"/>
                  <a:pt x="40100" y="66609"/>
                </a:cubicBezTo>
                <a:cubicBezTo>
                  <a:pt x="40082" y="66739"/>
                  <a:pt x="40062" y="66869"/>
                  <a:pt x="40042" y="66998"/>
                </a:cubicBezTo>
                <a:lnTo>
                  <a:pt x="40042" y="66998"/>
                </a:lnTo>
                <a:cubicBezTo>
                  <a:pt x="40047" y="66941"/>
                  <a:pt x="40050" y="66885"/>
                  <a:pt x="40050" y="66833"/>
                </a:cubicBezTo>
                <a:cubicBezTo>
                  <a:pt x="40075" y="66708"/>
                  <a:pt x="40075" y="66609"/>
                  <a:pt x="40100" y="66484"/>
                </a:cubicBezTo>
                <a:cubicBezTo>
                  <a:pt x="40150" y="66335"/>
                  <a:pt x="40174" y="66161"/>
                  <a:pt x="40199" y="65986"/>
                </a:cubicBezTo>
                <a:lnTo>
                  <a:pt x="40199" y="65961"/>
                </a:lnTo>
                <a:cubicBezTo>
                  <a:pt x="40224" y="65862"/>
                  <a:pt x="40224" y="65787"/>
                  <a:pt x="40274" y="65688"/>
                </a:cubicBezTo>
                <a:cubicBezTo>
                  <a:pt x="40299" y="65538"/>
                  <a:pt x="40349" y="65339"/>
                  <a:pt x="40398" y="65190"/>
                </a:cubicBezTo>
                <a:cubicBezTo>
                  <a:pt x="40423" y="65115"/>
                  <a:pt x="40423" y="65065"/>
                  <a:pt x="40448" y="64991"/>
                </a:cubicBezTo>
                <a:cubicBezTo>
                  <a:pt x="40448" y="64941"/>
                  <a:pt x="40473" y="64916"/>
                  <a:pt x="40473" y="64841"/>
                </a:cubicBezTo>
                <a:cubicBezTo>
                  <a:pt x="40548" y="64692"/>
                  <a:pt x="40573" y="64493"/>
                  <a:pt x="40647" y="64343"/>
                </a:cubicBezTo>
                <a:cubicBezTo>
                  <a:pt x="40672" y="64219"/>
                  <a:pt x="40697" y="64095"/>
                  <a:pt x="40772" y="63970"/>
                </a:cubicBezTo>
                <a:lnTo>
                  <a:pt x="40846" y="63696"/>
                </a:lnTo>
                <a:close/>
                <a:moveTo>
                  <a:pt x="48090" y="63348"/>
                </a:moveTo>
                <a:lnTo>
                  <a:pt x="47716" y="63821"/>
                </a:lnTo>
                <a:cubicBezTo>
                  <a:pt x="47468" y="64119"/>
                  <a:pt x="47219" y="64443"/>
                  <a:pt x="46995" y="64742"/>
                </a:cubicBezTo>
                <a:cubicBezTo>
                  <a:pt x="46920" y="64841"/>
                  <a:pt x="46845" y="64941"/>
                  <a:pt x="46771" y="65065"/>
                </a:cubicBezTo>
                <a:cubicBezTo>
                  <a:pt x="46646" y="65240"/>
                  <a:pt x="46497" y="65439"/>
                  <a:pt x="46372" y="65588"/>
                </a:cubicBezTo>
                <a:cubicBezTo>
                  <a:pt x="46273" y="65712"/>
                  <a:pt x="46173" y="65862"/>
                  <a:pt x="46049" y="65986"/>
                </a:cubicBezTo>
                <a:cubicBezTo>
                  <a:pt x="45999" y="66086"/>
                  <a:pt x="45899" y="66185"/>
                  <a:pt x="45850" y="66310"/>
                </a:cubicBezTo>
                <a:cubicBezTo>
                  <a:pt x="45800" y="66335"/>
                  <a:pt x="45775" y="66409"/>
                  <a:pt x="45750" y="66434"/>
                </a:cubicBezTo>
                <a:cubicBezTo>
                  <a:pt x="45650" y="66559"/>
                  <a:pt x="45601" y="66683"/>
                  <a:pt x="45501" y="66808"/>
                </a:cubicBezTo>
                <a:lnTo>
                  <a:pt x="44916" y="67608"/>
                </a:lnTo>
                <a:lnTo>
                  <a:pt x="44916" y="67608"/>
                </a:lnTo>
                <a:cubicBezTo>
                  <a:pt x="45876" y="66176"/>
                  <a:pt x="46918" y="64762"/>
                  <a:pt x="48040" y="63348"/>
                </a:cubicBezTo>
                <a:close/>
                <a:moveTo>
                  <a:pt x="32309" y="57598"/>
                </a:moveTo>
                <a:cubicBezTo>
                  <a:pt x="34574" y="58693"/>
                  <a:pt x="36690" y="60012"/>
                  <a:pt x="38557" y="61556"/>
                </a:cubicBezTo>
                <a:cubicBezTo>
                  <a:pt x="37038" y="63597"/>
                  <a:pt x="35594" y="65663"/>
                  <a:pt x="34300" y="67729"/>
                </a:cubicBezTo>
                <a:cubicBezTo>
                  <a:pt x="34225" y="67704"/>
                  <a:pt x="34201" y="67704"/>
                  <a:pt x="34151" y="67679"/>
                </a:cubicBezTo>
                <a:cubicBezTo>
                  <a:pt x="34076" y="67654"/>
                  <a:pt x="34051" y="67654"/>
                  <a:pt x="33977" y="67604"/>
                </a:cubicBezTo>
                <a:cubicBezTo>
                  <a:pt x="33703" y="67480"/>
                  <a:pt x="33454" y="67405"/>
                  <a:pt x="33180" y="67305"/>
                </a:cubicBezTo>
                <a:cubicBezTo>
                  <a:pt x="33155" y="67305"/>
                  <a:pt x="33080" y="67281"/>
                  <a:pt x="33056" y="67281"/>
                </a:cubicBezTo>
                <a:lnTo>
                  <a:pt x="32209" y="66982"/>
                </a:lnTo>
                <a:cubicBezTo>
                  <a:pt x="32184" y="66982"/>
                  <a:pt x="32110" y="66957"/>
                  <a:pt x="32085" y="66957"/>
                </a:cubicBezTo>
                <a:cubicBezTo>
                  <a:pt x="31861" y="66907"/>
                  <a:pt x="31612" y="66808"/>
                  <a:pt x="31413" y="66733"/>
                </a:cubicBezTo>
                <a:cubicBezTo>
                  <a:pt x="30741" y="64095"/>
                  <a:pt x="31114" y="60958"/>
                  <a:pt x="32309" y="57598"/>
                </a:cubicBezTo>
                <a:close/>
                <a:moveTo>
                  <a:pt x="38706" y="61680"/>
                </a:moveTo>
                <a:cubicBezTo>
                  <a:pt x="38756" y="61680"/>
                  <a:pt x="38756" y="61705"/>
                  <a:pt x="38781" y="61705"/>
                </a:cubicBezTo>
                <a:cubicBezTo>
                  <a:pt x="37237" y="63721"/>
                  <a:pt x="35843" y="65787"/>
                  <a:pt x="34549" y="67828"/>
                </a:cubicBezTo>
                <a:cubicBezTo>
                  <a:pt x="34524" y="67828"/>
                  <a:pt x="34524" y="67803"/>
                  <a:pt x="34474" y="67803"/>
                </a:cubicBezTo>
                <a:cubicBezTo>
                  <a:pt x="35794" y="65737"/>
                  <a:pt x="37187" y="63696"/>
                  <a:pt x="38706" y="61680"/>
                </a:cubicBezTo>
                <a:close/>
                <a:moveTo>
                  <a:pt x="42514" y="60635"/>
                </a:moveTo>
                <a:cubicBezTo>
                  <a:pt x="44481" y="61780"/>
                  <a:pt x="46298" y="62701"/>
                  <a:pt x="47866" y="63298"/>
                </a:cubicBezTo>
                <a:cubicBezTo>
                  <a:pt x="47368" y="63920"/>
                  <a:pt x="46895" y="64493"/>
                  <a:pt x="46472" y="65115"/>
                </a:cubicBezTo>
                <a:cubicBezTo>
                  <a:pt x="46472" y="65165"/>
                  <a:pt x="46422" y="65165"/>
                  <a:pt x="46422" y="65190"/>
                </a:cubicBezTo>
                <a:cubicBezTo>
                  <a:pt x="46024" y="65712"/>
                  <a:pt x="45650" y="66235"/>
                  <a:pt x="45277" y="66758"/>
                </a:cubicBezTo>
                <a:cubicBezTo>
                  <a:pt x="45227" y="66857"/>
                  <a:pt x="45128" y="66982"/>
                  <a:pt x="45053" y="67081"/>
                </a:cubicBezTo>
                <a:cubicBezTo>
                  <a:pt x="45028" y="67106"/>
                  <a:pt x="45003" y="67181"/>
                  <a:pt x="44978" y="67206"/>
                </a:cubicBezTo>
                <a:lnTo>
                  <a:pt x="44505" y="67853"/>
                </a:lnTo>
                <a:cubicBezTo>
                  <a:pt x="43759" y="66360"/>
                  <a:pt x="42688" y="64866"/>
                  <a:pt x="41319" y="63447"/>
                </a:cubicBezTo>
                <a:cubicBezTo>
                  <a:pt x="41494" y="62974"/>
                  <a:pt x="41668" y="62551"/>
                  <a:pt x="41892" y="62078"/>
                </a:cubicBezTo>
                <a:cubicBezTo>
                  <a:pt x="41892" y="62078"/>
                  <a:pt x="41892" y="62053"/>
                  <a:pt x="41917" y="62053"/>
                </a:cubicBezTo>
                <a:cubicBezTo>
                  <a:pt x="42066" y="61581"/>
                  <a:pt x="42290" y="61108"/>
                  <a:pt x="42514" y="60635"/>
                </a:cubicBezTo>
                <a:close/>
                <a:moveTo>
                  <a:pt x="31463" y="66957"/>
                </a:moveTo>
                <a:lnTo>
                  <a:pt x="31463" y="66957"/>
                </a:lnTo>
                <a:cubicBezTo>
                  <a:pt x="32060" y="67106"/>
                  <a:pt x="32657" y="67305"/>
                  <a:pt x="33205" y="67530"/>
                </a:cubicBezTo>
                <a:cubicBezTo>
                  <a:pt x="33504" y="67654"/>
                  <a:pt x="33802" y="67778"/>
                  <a:pt x="34101" y="67878"/>
                </a:cubicBezTo>
                <a:cubicBezTo>
                  <a:pt x="34126" y="67878"/>
                  <a:pt x="34126" y="67928"/>
                  <a:pt x="34176" y="67928"/>
                </a:cubicBezTo>
                <a:lnTo>
                  <a:pt x="34201" y="67928"/>
                </a:lnTo>
                <a:lnTo>
                  <a:pt x="34176" y="67953"/>
                </a:lnTo>
                <a:cubicBezTo>
                  <a:pt x="34051" y="67903"/>
                  <a:pt x="33927" y="67853"/>
                  <a:pt x="33802" y="67803"/>
                </a:cubicBezTo>
                <a:cubicBezTo>
                  <a:pt x="33678" y="67729"/>
                  <a:pt x="33553" y="67679"/>
                  <a:pt x="33404" y="67654"/>
                </a:cubicBezTo>
                <a:cubicBezTo>
                  <a:pt x="33155" y="67554"/>
                  <a:pt x="32931" y="67455"/>
                  <a:pt x="32682" y="67380"/>
                </a:cubicBezTo>
                <a:cubicBezTo>
                  <a:pt x="32583" y="67355"/>
                  <a:pt x="32483" y="67330"/>
                  <a:pt x="32433" y="67305"/>
                </a:cubicBezTo>
                <a:lnTo>
                  <a:pt x="31487" y="67007"/>
                </a:lnTo>
                <a:cubicBezTo>
                  <a:pt x="31487" y="66982"/>
                  <a:pt x="31487" y="66982"/>
                  <a:pt x="31463" y="66957"/>
                </a:cubicBezTo>
                <a:close/>
                <a:moveTo>
                  <a:pt x="17225" y="54014"/>
                </a:moveTo>
                <a:lnTo>
                  <a:pt x="17225" y="54014"/>
                </a:lnTo>
                <a:cubicBezTo>
                  <a:pt x="14163" y="58643"/>
                  <a:pt x="11550" y="63348"/>
                  <a:pt x="9509" y="68002"/>
                </a:cubicBezTo>
                <a:lnTo>
                  <a:pt x="9509" y="67878"/>
                </a:lnTo>
                <a:lnTo>
                  <a:pt x="9509" y="67729"/>
                </a:lnTo>
                <a:cubicBezTo>
                  <a:pt x="9509" y="67604"/>
                  <a:pt x="9509" y="67530"/>
                  <a:pt x="9459" y="67380"/>
                </a:cubicBezTo>
                <a:cubicBezTo>
                  <a:pt x="9434" y="67081"/>
                  <a:pt x="9434" y="66758"/>
                  <a:pt x="9409" y="66434"/>
                </a:cubicBezTo>
                <a:lnTo>
                  <a:pt x="9409" y="66310"/>
                </a:lnTo>
                <a:lnTo>
                  <a:pt x="9409" y="66111"/>
                </a:lnTo>
                <a:lnTo>
                  <a:pt x="9409" y="64991"/>
                </a:lnTo>
                <a:lnTo>
                  <a:pt x="9409" y="64742"/>
                </a:lnTo>
                <a:cubicBezTo>
                  <a:pt x="9434" y="64343"/>
                  <a:pt x="9459" y="63945"/>
                  <a:pt x="9509" y="63497"/>
                </a:cubicBezTo>
                <a:cubicBezTo>
                  <a:pt x="9509" y="63447"/>
                  <a:pt x="9509" y="63348"/>
                  <a:pt x="9533" y="63298"/>
                </a:cubicBezTo>
                <a:cubicBezTo>
                  <a:pt x="9558" y="62850"/>
                  <a:pt x="9633" y="62402"/>
                  <a:pt x="9683" y="61979"/>
                </a:cubicBezTo>
                <a:cubicBezTo>
                  <a:pt x="9683" y="61929"/>
                  <a:pt x="9708" y="61854"/>
                  <a:pt x="9708" y="61805"/>
                </a:cubicBezTo>
                <a:cubicBezTo>
                  <a:pt x="9782" y="61332"/>
                  <a:pt x="9882" y="60859"/>
                  <a:pt x="9957" y="60386"/>
                </a:cubicBezTo>
                <a:cubicBezTo>
                  <a:pt x="9957" y="60361"/>
                  <a:pt x="9957" y="60336"/>
                  <a:pt x="9982" y="60311"/>
                </a:cubicBezTo>
                <a:cubicBezTo>
                  <a:pt x="10081" y="59813"/>
                  <a:pt x="10206" y="59266"/>
                  <a:pt x="10330" y="58768"/>
                </a:cubicBezTo>
                <a:cubicBezTo>
                  <a:pt x="10703" y="57449"/>
                  <a:pt x="11151" y="56105"/>
                  <a:pt x="11624" y="54736"/>
                </a:cubicBezTo>
                <a:cubicBezTo>
                  <a:pt x="13367" y="54263"/>
                  <a:pt x="15258" y="54039"/>
                  <a:pt x="17225" y="54014"/>
                </a:cubicBezTo>
                <a:close/>
                <a:moveTo>
                  <a:pt x="34350" y="67953"/>
                </a:moveTo>
                <a:cubicBezTo>
                  <a:pt x="34400" y="67953"/>
                  <a:pt x="34400" y="67978"/>
                  <a:pt x="34425" y="67978"/>
                </a:cubicBezTo>
                <a:cubicBezTo>
                  <a:pt x="34425" y="68027"/>
                  <a:pt x="34400" y="68027"/>
                  <a:pt x="34400" y="68052"/>
                </a:cubicBezTo>
                <a:lnTo>
                  <a:pt x="34350" y="68052"/>
                </a:lnTo>
                <a:lnTo>
                  <a:pt x="34325" y="68027"/>
                </a:lnTo>
                <a:cubicBezTo>
                  <a:pt x="34325" y="67978"/>
                  <a:pt x="34350" y="67978"/>
                  <a:pt x="34350" y="67953"/>
                </a:cubicBezTo>
                <a:close/>
                <a:moveTo>
                  <a:pt x="41195" y="63622"/>
                </a:moveTo>
                <a:cubicBezTo>
                  <a:pt x="42539" y="65065"/>
                  <a:pt x="43609" y="66559"/>
                  <a:pt x="44356" y="68027"/>
                </a:cubicBezTo>
                <a:cubicBezTo>
                  <a:pt x="44356" y="68052"/>
                  <a:pt x="44306" y="68052"/>
                  <a:pt x="44306" y="68077"/>
                </a:cubicBezTo>
                <a:cubicBezTo>
                  <a:pt x="43609" y="66584"/>
                  <a:pt x="42539" y="65115"/>
                  <a:pt x="41195" y="63696"/>
                </a:cubicBezTo>
                <a:lnTo>
                  <a:pt x="41195" y="63622"/>
                </a:lnTo>
                <a:close/>
                <a:moveTo>
                  <a:pt x="3211" y="63995"/>
                </a:moveTo>
                <a:cubicBezTo>
                  <a:pt x="3211" y="64070"/>
                  <a:pt x="3211" y="64119"/>
                  <a:pt x="3236" y="64194"/>
                </a:cubicBezTo>
                <a:cubicBezTo>
                  <a:pt x="2937" y="65364"/>
                  <a:pt x="2713" y="66584"/>
                  <a:pt x="2539" y="67729"/>
                </a:cubicBezTo>
                <a:cubicBezTo>
                  <a:pt x="2489" y="67903"/>
                  <a:pt x="2439" y="68027"/>
                  <a:pt x="2390" y="68177"/>
                </a:cubicBezTo>
                <a:cubicBezTo>
                  <a:pt x="2589" y="66808"/>
                  <a:pt x="2863" y="65414"/>
                  <a:pt x="3211" y="63995"/>
                </a:cubicBezTo>
                <a:close/>
                <a:moveTo>
                  <a:pt x="3460" y="65563"/>
                </a:moveTo>
                <a:cubicBezTo>
                  <a:pt x="3460" y="65588"/>
                  <a:pt x="3485" y="65613"/>
                  <a:pt x="3485" y="65663"/>
                </a:cubicBezTo>
                <a:cubicBezTo>
                  <a:pt x="3186" y="66534"/>
                  <a:pt x="2912" y="67355"/>
                  <a:pt x="2664" y="68226"/>
                </a:cubicBezTo>
                <a:cubicBezTo>
                  <a:pt x="2664" y="68077"/>
                  <a:pt x="2688" y="67928"/>
                  <a:pt x="2713" y="67803"/>
                </a:cubicBezTo>
                <a:lnTo>
                  <a:pt x="3460" y="65563"/>
                </a:lnTo>
                <a:close/>
                <a:moveTo>
                  <a:pt x="69309" y="48584"/>
                </a:moveTo>
                <a:cubicBezTo>
                  <a:pt x="68913" y="49251"/>
                  <a:pt x="68419" y="49990"/>
                  <a:pt x="67828" y="50778"/>
                </a:cubicBezTo>
                <a:cubicBezTo>
                  <a:pt x="67654" y="51027"/>
                  <a:pt x="67405" y="51375"/>
                  <a:pt x="67107" y="51774"/>
                </a:cubicBezTo>
                <a:cubicBezTo>
                  <a:pt x="66833" y="52271"/>
                  <a:pt x="66484" y="52719"/>
                  <a:pt x="66186" y="53118"/>
                </a:cubicBezTo>
                <a:cubicBezTo>
                  <a:pt x="65688" y="53765"/>
                  <a:pt x="65190" y="54362"/>
                  <a:pt x="64717" y="54885"/>
                </a:cubicBezTo>
                <a:cubicBezTo>
                  <a:pt x="64617" y="55009"/>
                  <a:pt x="64543" y="55134"/>
                  <a:pt x="64418" y="55233"/>
                </a:cubicBezTo>
                <a:cubicBezTo>
                  <a:pt x="64294" y="55358"/>
                  <a:pt x="64194" y="55507"/>
                  <a:pt x="64070" y="55632"/>
                </a:cubicBezTo>
                <a:cubicBezTo>
                  <a:pt x="63746" y="56005"/>
                  <a:pt x="63448" y="56353"/>
                  <a:pt x="63099" y="56702"/>
                </a:cubicBezTo>
                <a:lnTo>
                  <a:pt x="63074" y="56727"/>
                </a:lnTo>
                <a:cubicBezTo>
                  <a:pt x="62452" y="57399"/>
                  <a:pt x="61755" y="58096"/>
                  <a:pt x="61108" y="58768"/>
                </a:cubicBezTo>
                <a:cubicBezTo>
                  <a:pt x="59963" y="59863"/>
                  <a:pt x="58469" y="61257"/>
                  <a:pt x="57275" y="62327"/>
                </a:cubicBezTo>
                <a:cubicBezTo>
                  <a:pt x="57150" y="62427"/>
                  <a:pt x="57075" y="62502"/>
                  <a:pt x="56951" y="62626"/>
                </a:cubicBezTo>
                <a:lnTo>
                  <a:pt x="56901" y="62676"/>
                </a:lnTo>
                <a:cubicBezTo>
                  <a:pt x="56627" y="62925"/>
                  <a:pt x="56329" y="63124"/>
                  <a:pt x="56030" y="63373"/>
                </a:cubicBezTo>
                <a:cubicBezTo>
                  <a:pt x="55159" y="64070"/>
                  <a:pt x="54337" y="64717"/>
                  <a:pt x="53641" y="65215"/>
                </a:cubicBezTo>
                <a:cubicBezTo>
                  <a:pt x="53491" y="65314"/>
                  <a:pt x="53367" y="65439"/>
                  <a:pt x="53217" y="65538"/>
                </a:cubicBezTo>
                <a:lnTo>
                  <a:pt x="52919" y="65712"/>
                </a:lnTo>
                <a:lnTo>
                  <a:pt x="52894" y="65712"/>
                </a:lnTo>
                <a:cubicBezTo>
                  <a:pt x="52122" y="66235"/>
                  <a:pt x="50803" y="67156"/>
                  <a:pt x="49608" y="67903"/>
                </a:cubicBezTo>
                <a:lnTo>
                  <a:pt x="49135" y="68177"/>
                </a:lnTo>
                <a:lnTo>
                  <a:pt x="49036" y="68226"/>
                </a:lnTo>
                <a:cubicBezTo>
                  <a:pt x="49011" y="68226"/>
                  <a:pt x="49011" y="68276"/>
                  <a:pt x="48986" y="68276"/>
                </a:cubicBezTo>
                <a:cubicBezTo>
                  <a:pt x="49384" y="67604"/>
                  <a:pt x="49882" y="66857"/>
                  <a:pt x="50479" y="66036"/>
                </a:cubicBezTo>
                <a:cubicBezTo>
                  <a:pt x="50654" y="65787"/>
                  <a:pt x="50902" y="65439"/>
                  <a:pt x="51226" y="65040"/>
                </a:cubicBezTo>
                <a:cubicBezTo>
                  <a:pt x="51500" y="64667"/>
                  <a:pt x="51799" y="64244"/>
                  <a:pt x="52097" y="63871"/>
                </a:cubicBezTo>
                <a:cubicBezTo>
                  <a:pt x="52620" y="63198"/>
                  <a:pt x="53143" y="62551"/>
                  <a:pt x="53641" y="61979"/>
                </a:cubicBezTo>
                <a:cubicBezTo>
                  <a:pt x="53715" y="61929"/>
                  <a:pt x="53765" y="61829"/>
                  <a:pt x="53840" y="61755"/>
                </a:cubicBezTo>
                <a:cubicBezTo>
                  <a:pt x="53865" y="61730"/>
                  <a:pt x="53865" y="61705"/>
                  <a:pt x="53889" y="61705"/>
                </a:cubicBezTo>
                <a:cubicBezTo>
                  <a:pt x="54014" y="61556"/>
                  <a:pt x="54138" y="61381"/>
                  <a:pt x="54263" y="61257"/>
                </a:cubicBezTo>
                <a:cubicBezTo>
                  <a:pt x="54537" y="60933"/>
                  <a:pt x="54860" y="60585"/>
                  <a:pt x="55159" y="60261"/>
                </a:cubicBezTo>
                <a:cubicBezTo>
                  <a:pt x="55209" y="60236"/>
                  <a:pt x="55234" y="60187"/>
                  <a:pt x="55283" y="60137"/>
                </a:cubicBezTo>
                <a:cubicBezTo>
                  <a:pt x="55906" y="59465"/>
                  <a:pt x="56578" y="58768"/>
                  <a:pt x="57250" y="58096"/>
                </a:cubicBezTo>
                <a:cubicBezTo>
                  <a:pt x="58370" y="57001"/>
                  <a:pt x="59863" y="55632"/>
                  <a:pt x="61058" y="54586"/>
                </a:cubicBezTo>
                <a:cubicBezTo>
                  <a:pt x="61183" y="54487"/>
                  <a:pt x="61257" y="54387"/>
                  <a:pt x="61382" y="54263"/>
                </a:cubicBezTo>
                <a:cubicBezTo>
                  <a:pt x="61456" y="54238"/>
                  <a:pt x="61481" y="54163"/>
                  <a:pt x="61556" y="54138"/>
                </a:cubicBezTo>
                <a:cubicBezTo>
                  <a:pt x="61830" y="53914"/>
                  <a:pt x="62103" y="53715"/>
                  <a:pt x="62352" y="53466"/>
                </a:cubicBezTo>
                <a:cubicBezTo>
                  <a:pt x="62427" y="53391"/>
                  <a:pt x="62477" y="53367"/>
                  <a:pt x="62552" y="53292"/>
                </a:cubicBezTo>
                <a:cubicBezTo>
                  <a:pt x="62651" y="53217"/>
                  <a:pt x="62751" y="53143"/>
                  <a:pt x="62850" y="53043"/>
                </a:cubicBezTo>
                <a:lnTo>
                  <a:pt x="63174" y="52794"/>
                </a:lnTo>
                <a:cubicBezTo>
                  <a:pt x="63224" y="52744"/>
                  <a:pt x="63323" y="52670"/>
                  <a:pt x="63373" y="52620"/>
                </a:cubicBezTo>
                <a:cubicBezTo>
                  <a:pt x="63547" y="52495"/>
                  <a:pt x="63721" y="52371"/>
                  <a:pt x="63896" y="52246"/>
                </a:cubicBezTo>
                <a:cubicBezTo>
                  <a:pt x="64095" y="52097"/>
                  <a:pt x="64319" y="51923"/>
                  <a:pt x="64518" y="51774"/>
                </a:cubicBezTo>
                <a:cubicBezTo>
                  <a:pt x="64568" y="51749"/>
                  <a:pt x="64617" y="51674"/>
                  <a:pt x="64692" y="51649"/>
                </a:cubicBezTo>
                <a:cubicBezTo>
                  <a:pt x="64817" y="51550"/>
                  <a:pt x="64941" y="51475"/>
                  <a:pt x="65066" y="51400"/>
                </a:cubicBezTo>
                <a:cubicBezTo>
                  <a:pt x="65215" y="51301"/>
                  <a:pt x="65339" y="51226"/>
                  <a:pt x="65514" y="51101"/>
                </a:cubicBezTo>
                <a:cubicBezTo>
                  <a:pt x="66285" y="50554"/>
                  <a:pt x="67555" y="49683"/>
                  <a:pt x="68725" y="48936"/>
                </a:cubicBezTo>
                <a:cubicBezTo>
                  <a:pt x="68824" y="48886"/>
                  <a:pt x="68899" y="48861"/>
                  <a:pt x="68973" y="48787"/>
                </a:cubicBezTo>
                <a:lnTo>
                  <a:pt x="69247" y="48637"/>
                </a:lnTo>
                <a:cubicBezTo>
                  <a:pt x="69268" y="48617"/>
                  <a:pt x="69288" y="48613"/>
                  <a:pt x="69309" y="48584"/>
                </a:cubicBezTo>
                <a:close/>
                <a:moveTo>
                  <a:pt x="44431" y="68276"/>
                </a:moveTo>
                <a:lnTo>
                  <a:pt x="44431" y="68301"/>
                </a:lnTo>
                <a:cubicBezTo>
                  <a:pt x="44431" y="68315"/>
                  <a:pt x="44423" y="68321"/>
                  <a:pt x="44416" y="68328"/>
                </a:cubicBezTo>
                <a:lnTo>
                  <a:pt x="44416" y="68328"/>
                </a:lnTo>
                <a:cubicBezTo>
                  <a:pt x="44414" y="68327"/>
                  <a:pt x="44410" y="68326"/>
                  <a:pt x="44406" y="68326"/>
                </a:cubicBezTo>
                <a:cubicBezTo>
                  <a:pt x="44406" y="68301"/>
                  <a:pt x="44431" y="68301"/>
                  <a:pt x="44431" y="68276"/>
                </a:cubicBezTo>
                <a:close/>
                <a:moveTo>
                  <a:pt x="22352" y="66434"/>
                </a:moveTo>
                <a:lnTo>
                  <a:pt x="22352" y="66434"/>
                </a:lnTo>
                <a:cubicBezTo>
                  <a:pt x="21979" y="67081"/>
                  <a:pt x="21606" y="67729"/>
                  <a:pt x="21257" y="68401"/>
                </a:cubicBezTo>
                <a:cubicBezTo>
                  <a:pt x="21008" y="67828"/>
                  <a:pt x="20784" y="67281"/>
                  <a:pt x="20610" y="66658"/>
                </a:cubicBezTo>
                <a:cubicBezTo>
                  <a:pt x="20734" y="66658"/>
                  <a:pt x="20834" y="66609"/>
                  <a:pt x="20909" y="66584"/>
                </a:cubicBezTo>
                <a:cubicBezTo>
                  <a:pt x="21382" y="66534"/>
                  <a:pt x="21879" y="66459"/>
                  <a:pt x="22352" y="66434"/>
                </a:cubicBezTo>
                <a:close/>
                <a:moveTo>
                  <a:pt x="11397" y="54771"/>
                </a:moveTo>
                <a:lnTo>
                  <a:pt x="11397" y="54771"/>
                </a:lnTo>
                <a:cubicBezTo>
                  <a:pt x="11174" y="55390"/>
                  <a:pt x="11001" y="56008"/>
                  <a:pt x="10803" y="56602"/>
                </a:cubicBezTo>
                <a:cubicBezTo>
                  <a:pt x="10778" y="56652"/>
                  <a:pt x="10778" y="56702"/>
                  <a:pt x="10728" y="56752"/>
                </a:cubicBezTo>
                <a:cubicBezTo>
                  <a:pt x="10728" y="56826"/>
                  <a:pt x="10703" y="56851"/>
                  <a:pt x="10703" y="56901"/>
                </a:cubicBezTo>
                <a:cubicBezTo>
                  <a:pt x="10629" y="57200"/>
                  <a:pt x="10554" y="57474"/>
                  <a:pt x="10454" y="57772"/>
                </a:cubicBezTo>
                <a:lnTo>
                  <a:pt x="10380" y="58146"/>
                </a:lnTo>
                <a:cubicBezTo>
                  <a:pt x="10330" y="58270"/>
                  <a:pt x="10305" y="58444"/>
                  <a:pt x="10280" y="58569"/>
                </a:cubicBezTo>
                <a:cubicBezTo>
                  <a:pt x="10206" y="58843"/>
                  <a:pt x="10156" y="59141"/>
                  <a:pt x="10056" y="59440"/>
                </a:cubicBezTo>
                <a:cubicBezTo>
                  <a:pt x="10056" y="59490"/>
                  <a:pt x="10031" y="59564"/>
                  <a:pt x="10031" y="59589"/>
                </a:cubicBezTo>
                <a:cubicBezTo>
                  <a:pt x="10006" y="59764"/>
                  <a:pt x="9932" y="59963"/>
                  <a:pt x="9907" y="60137"/>
                </a:cubicBezTo>
                <a:cubicBezTo>
                  <a:pt x="9882" y="60236"/>
                  <a:pt x="9882" y="60336"/>
                  <a:pt x="9832" y="60436"/>
                </a:cubicBezTo>
                <a:cubicBezTo>
                  <a:pt x="9807" y="60610"/>
                  <a:pt x="9757" y="60834"/>
                  <a:pt x="9708" y="61008"/>
                </a:cubicBezTo>
                <a:cubicBezTo>
                  <a:pt x="9708" y="61083"/>
                  <a:pt x="9683" y="61108"/>
                  <a:pt x="9683" y="61182"/>
                </a:cubicBezTo>
                <a:cubicBezTo>
                  <a:pt x="9658" y="61357"/>
                  <a:pt x="9633" y="61506"/>
                  <a:pt x="9583" y="61705"/>
                </a:cubicBezTo>
                <a:cubicBezTo>
                  <a:pt x="9558" y="61854"/>
                  <a:pt x="9558" y="61979"/>
                  <a:pt x="9533" y="62128"/>
                </a:cubicBezTo>
                <a:cubicBezTo>
                  <a:pt x="9533" y="62253"/>
                  <a:pt x="9509" y="62352"/>
                  <a:pt x="9459" y="62477"/>
                </a:cubicBezTo>
                <a:cubicBezTo>
                  <a:pt x="9459" y="62576"/>
                  <a:pt x="9434" y="62676"/>
                  <a:pt x="9434" y="62750"/>
                </a:cubicBezTo>
                <a:cubicBezTo>
                  <a:pt x="9434" y="62825"/>
                  <a:pt x="9409" y="62875"/>
                  <a:pt x="9409" y="62974"/>
                </a:cubicBezTo>
                <a:cubicBezTo>
                  <a:pt x="9409" y="63074"/>
                  <a:pt x="9384" y="63174"/>
                  <a:pt x="9384" y="63248"/>
                </a:cubicBezTo>
                <a:cubicBezTo>
                  <a:pt x="9334" y="63422"/>
                  <a:pt x="9334" y="63572"/>
                  <a:pt x="9334" y="63746"/>
                </a:cubicBezTo>
                <a:cubicBezTo>
                  <a:pt x="9334" y="63821"/>
                  <a:pt x="9334" y="63871"/>
                  <a:pt x="9309" y="63945"/>
                </a:cubicBezTo>
                <a:cubicBezTo>
                  <a:pt x="9309" y="63995"/>
                  <a:pt x="9309" y="64070"/>
                  <a:pt x="9285" y="64119"/>
                </a:cubicBezTo>
                <a:cubicBezTo>
                  <a:pt x="9285" y="64294"/>
                  <a:pt x="9260" y="64418"/>
                  <a:pt x="9260" y="64543"/>
                </a:cubicBezTo>
                <a:lnTo>
                  <a:pt x="9260" y="64742"/>
                </a:lnTo>
                <a:cubicBezTo>
                  <a:pt x="9260" y="64866"/>
                  <a:pt x="9210" y="64991"/>
                  <a:pt x="9210" y="65115"/>
                </a:cubicBezTo>
                <a:lnTo>
                  <a:pt x="9210" y="65339"/>
                </a:lnTo>
                <a:lnTo>
                  <a:pt x="9210" y="65439"/>
                </a:lnTo>
                <a:lnTo>
                  <a:pt x="9210" y="66036"/>
                </a:lnTo>
                <a:lnTo>
                  <a:pt x="9210" y="66210"/>
                </a:lnTo>
                <a:lnTo>
                  <a:pt x="9210" y="66235"/>
                </a:lnTo>
                <a:lnTo>
                  <a:pt x="9210" y="66285"/>
                </a:lnTo>
                <a:lnTo>
                  <a:pt x="9210" y="66733"/>
                </a:lnTo>
                <a:cubicBezTo>
                  <a:pt x="9210" y="66982"/>
                  <a:pt x="9260" y="67231"/>
                  <a:pt x="9285" y="67480"/>
                </a:cubicBezTo>
                <a:cubicBezTo>
                  <a:pt x="9285" y="67654"/>
                  <a:pt x="9309" y="67803"/>
                  <a:pt x="9309" y="67953"/>
                </a:cubicBezTo>
                <a:cubicBezTo>
                  <a:pt x="9309" y="68027"/>
                  <a:pt x="9309" y="68052"/>
                  <a:pt x="9334" y="68102"/>
                </a:cubicBezTo>
                <a:lnTo>
                  <a:pt x="9334" y="68301"/>
                </a:lnTo>
                <a:lnTo>
                  <a:pt x="9334" y="68326"/>
                </a:lnTo>
                <a:cubicBezTo>
                  <a:pt x="9334" y="68326"/>
                  <a:pt x="9334" y="68351"/>
                  <a:pt x="9309" y="68351"/>
                </a:cubicBezTo>
                <a:cubicBezTo>
                  <a:pt x="9309" y="68401"/>
                  <a:pt x="9285" y="68401"/>
                  <a:pt x="9285" y="68426"/>
                </a:cubicBezTo>
                <a:lnTo>
                  <a:pt x="9285" y="68326"/>
                </a:lnTo>
                <a:cubicBezTo>
                  <a:pt x="9260" y="68152"/>
                  <a:pt x="9260" y="67953"/>
                  <a:pt x="9210" y="67729"/>
                </a:cubicBezTo>
                <a:cubicBezTo>
                  <a:pt x="9185" y="67455"/>
                  <a:pt x="9185" y="67181"/>
                  <a:pt x="9160" y="66907"/>
                </a:cubicBezTo>
                <a:cubicBezTo>
                  <a:pt x="9160" y="66708"/>
                  <a:pt x="9135" y="66559"/>
                  <a:pt x="9135" y="66360"/>
                </a:cubicBezTo>
                <a:lnTo>
                  <a:pt x="9135" y="65364"/>
                </a:lnTo>
                <a:lnTo>
                  <a:pt x="9135" y="64966"/>
                </a:lnTo>
                <a:cubicBezTo>
                  <a:pt x="9135" y="64567"/>
                  <a:pt x="9160" y="64169"/>
                  <a:pt x="9185" y="63721"/>
                </a:cubicBezTo>
                <a:lnTo>
                  <a:pt x="9185" y="63547"/>
                </a:lnTo>
                <a:cubicBezTo>
                  <a:pt x="9260" y="62925"/>
                  <a:pt x="9309" y="62253"/>
                  <a:pt x="9434" y="61630"/>
                </a:cubicBezTo>
                <a:cubicBezTo>
                  <a:pt x="9459" y="61481"/>
                  <a:pt x="9509" y="61357"/>
                  <a:pt x="9509" y="61207"/>
                </a:cubicBezTo>
                <a:lnTo>
                  <a:pt x="9782" y="59714"/>
                </a:lnTo>
                <a:cubicBezTo>
                  <a:pt x="9832" y="59365"/>
                  <a:pt x="9932" y="58992"/>
                  <a:pt x="10031" y="58643"/>
                </a:cubicBezTo>
                <a:cubicBezTo>
                  <a:pt x="10081" y="58345"/>
                  <a:pt x="10181" y="58021"/>
                  <a:pt x="10280" y="57747"/>
                </a:cubicBezTo>
                <a:cubicBezTo>
                  <a:pt x="10430" y="57175"/>
                  <a:pt x="10579" y="56627"/>
                  <a:pt x="10778" y="56055"/>
                </a:cubicBezTo>
                <a:cubicBezTo>
                  <a:pt x="10803" y="55930"/>
                  <a:pt x="10878" y="55806"/>
                  <a:pt x="10902" y="55706"/>
                </a:cubicBezTo>
                <a:cubicBezTo>
                  <a:pt x="11077" y="55457"/>
                  <a:pt x="11201" y="55134"/>
                  <a:pt x="11326" y="54785"/>
                </a:cubicBezTo>
                <a:cubicBezTo>
                  <a:pt x="11346" y="54785"/>
                  <a:pt x="11385" y="54785"/>
                  <a:pt x="11397" y="54771"/>
                </a:cubicBezTo>
                <a:close/>
                <a:moveTo>
                  <a:pt x="34673" y="68077"/>
                </a:moveTo>
                <a:cubicBezTo>
                  <a:pt x="34723" y="68152"/>
                  <a:pt x="34848" y="68202"/>
                  <a:pt x="34972" y="68276"/>
                </a:cubicBezTo>
                <a:cubicBezTo>
                  <a:pt x="35022" y="68301"/>
                  <a:pt x="35072" y="68301"/>
                  <a:pt x="35097" y="68326"/>
                </a:cubicBezTo>
                <a:cubicBezTo>
                  <a:pt x="35192" y="68374"/>
                  <a:pt x="35284" y="68422"/>
                  <a:pt x="35375" y="68469"/>
                </a:cubicBezTo>
                <a:lnTo>
                  <a:pt x="35375" y="68469"/>
                </a:lnTo>
                <a:cubicBezTo>
                  <a:pt x="35209" y="68418"/>
                  <a:pt x="35066" y="68324"/>
                  <a:pt x="34922" y="68276"/>
                </a:cubicBezTo>
                <a:cubicBezTo>
                  <a:pt x="34823" y="68226"/>
                  <a:pt x="34723" y="68177"/>
                  <a:pt x="34649" y="68152"/>
                </a:cubicBezTo>
                <a:cubicBezTo>
                  <a:pt x="34649" y="68102"/>
                  <a:pt x="34673" y="68102"/>
                  <a:pt x="34673" y="68077"/>
                </a:cubicBezTo>
                <a:close/>
                <a:moveTo>
                  <a:pt x="52396" y="66409"/>
                </a:moveTo>
                <a:lnTo>
                  <a:pt x="52371" y="66434"/>
                </a:lnTo>
                <a:cubicBezTo>
                  <a:pt x="52371" y="66434"/>
                  <a:pt x="52371" y="66459"/>
                  <a:pt x="52346" y="66459"/>
                </a:cubicBezTo>
                <a:cubicBezTo>
                  <a:pt x="51624" y="66932"/>
                  <a:pt x="50654" y="67579"/>
                  <a:pt x="49733" y="68177"/>
                </a:cubicBezTo>
                <a:cubicBezTo>
                  <a:pt x="49583" y="68276"/>
                  <a:pt x="49459" y="68351"/>
                  <a:pt x="49260" y="68450"/>
                </a:cubicBezTo>
                <a:cubicBezTo>
                  <a:pt x="49225" y="68470"/>
                  <a:pt x="49189" y="68491"/>
                  <a:pt x="49152" y="68513"/>
                </a:cubicBezTo>
                <a:lnTo>
                  <a:pt x="49152" y="68513"/>
                </a:lnTo>
                <a:cubicBezTo>
                  <a:pt x="49157" y="68506"/>
                  <a:pt x="49160" y="68494"/>
                  <a:pt x="49160" y="68475"/>
                </a:cubicBezTo>
                <a:cubicBezTo>
                  <a:pt x="49758" y="68152"/>
                  <a:pt x="50355" y="67729"/>
                  <a:pt x="50927" y="67355"/>
                </a:cubicBezTo>
                <a:cubicBezTo>
                  <a:pt x="51151" y="67206"/>
                  <a:pt x="51375" y="67081"/>
                  <a:pt x="51624" y="66932"/>
                </a:cubicBezTo>
                <a:cubicBezTo>
                  <a:pt x="51649" y="66907"/>
                  <a:pt x="51674" y="66907"/>
                  <a:pt x="51724" y="66857"/>
                </a:cubicBezTo>
                <a:cubicBezTo>
                  <a:pt x="51923" y="66708"/>
                  <a:pt x="52172" y="66559"/>
                  <a:pt x="52396" y="66409"/>
                </a:cubicBezTo>
                <a:close/>
                <a:moveTo>
                  <a:pt x="17524" y="54014"/>
                </a:moveTo>
                <a:cubicBezTo>
                  <a:pt x="14362" y="58818"/>
                  <a:pt x="11674" y="63696"/>
                  <a:pt x="9583" y="68525"/>
                </a:cubicBezTo>
                <a:lnTo>
                  <a:pt x="9583" y="68450"/>
                </a:lnTo>
                <a:cubicBezTo>
                  <a:pt x="11649" y="63696"/>
                  <a:pt x="14288" y="58843"/>
                  <a:pt x="17474" y="54014"/>
                </a:cubicBezTo>
                <a:close/>
                <a:moveTo>
                  <a:pt x="51898" y="63945"/>
                </a:moveTo>
                <a:cubicBezTo>
                  <a:pt x="51873" y="63970"/>
                  <a:pt x="51873" y="63995"/>
                  <a:pt x="51848" y="64045"/>
                </a:cubicBezTo>
                <a:cubicBezTo>
                  <a:pt x="51799" y="64095"/>
                  <a:pt x="51774" y="64119"/>
                  <a:pt x="51774" y="64119"/>
                </a:cubicBezTo>
                <a:cubicBezTo>
                  <a:pt x="51774" y="64169"/>
                  <a:pt x="51749" y="64169"/>
                  <a:pt x="51749" y="64194"/>
                </a:cubicBezTo>
                <a:cubicBezTo>
                  <a:pt x="51301" y="64742"/>
                  <a:pt x="50902" y="65314"/>
                  <a:pt x="50529" y="65837"/>
                </a:cubicBezTo>
                <a:cubicBezTo>
                  <a:pt x="50479" y="65912"/>
                  <a:pt x="50430" y="65961"/>
                  <a:pt x="50380" y="66061"/>
                </a:cubicBezTo>
                <a:cubicBezTo>
                  <a:pt x="50255" y="66210"/>
                  <a:pt x="50156" y="66360"/>
                  <a:pt x="50056" y="66484"/>
                </a:cubicBezTo>
                <a:cubicBezTo>
                  <a:pt x="49758" y="66932"/>
                  <a:pt x="49533" y="67281"/>
                  <a:pt x="49160" y="67803"/>
                </a:cubicBezTo>
                <a:cubicBezTo>
                  <a:pt x="48986" y="68077"/>
                  <a:pt x="48787" y="68326"/>
                  <a:pt x="48613" y="68600"/>
                </a:cubicBezTo>
                <a:lnTo>
                  <a:pt x="48563" y="68600"/>
                </a:lnTo>
                <a:cubicBezTo>
                  <a:pt x="48575" y="68575"/>
                  <a:pt x="48581" y="68569"/>
                  <a:pt x="48578" y="68569"/>
                </a:cubicBezTo>
                <a:cubicBezTo>
                  <a:pt x="48575" y="68569"/>
                  <a:pt x="48563" y="68575"/>
                  <a:pt x="48538" y="68575"/>
                </a:cubicBezTo>
                <a:cubicBezTo>
                  <a:pt x="48986" y="67853"/>
                  <a:pt x="49583" y="66957"/>
                  <a:pt x="50280" y="65961"/>
                </a:cubicBezTo>
                <a:cubicBezTo>
                  <a:pt x="50753" y="65314"/>
                  <a:pt x="51226" y="64667"/>
                  <a:pt x="51724" y="64045"/>
                </a:cubicBezTo>
                <a:lnTo>
                  <a:pt x="51749" y="63995"/>
                </a:lnTo>
                <a:lnTo>
                  <a:pt x="51799" y="63945"/>
                </a:lnTo>
                <a:close/>
                <a:moveTo>
                  <a:pt x="20411" y="66683"/>
                </a:moveTo>
                <a:cubicBezTo>
                  <a:pt x="20610" y="67355"/>
                  <a:pt x="20859" y="67978"/>
                  <a:pt x="21158" y="68575"/>
                </a:cubicBezTo>
                <a:cubicBezTo>
                  <a:pt x="21158" y="68600"/>
                  <a:pt x="21133" y="68625"/>
                  <a:pt x="21133" y="68625"/>
                </a:cubicBezTo>
                <a:cubicBezTo>
                  <a:pt x="20835" y="68005"/>
                  <a:pt x="20587" y="67361"/>
                  <a:pt x="20389" y="66693"/>
                </a:cubicBezTo>
                <a:lnTo>
                  <a:pt x="20389" y="66693"/>
                </a:lnTo>
                <a:cubicBezTo>
                  <a:pt x="20392" y="66690"/>
                  <a:pt x="20398" y="66683"/>
                  <a:pt x="20411" y="66683"/>
                </a:cubicBezTo>
                <a:close/>
                <a:moveTo>
                  <a:pt x="22651" y="66409"/>
                </a:moveTo>
                <a:cubicBezTo>
                  <a:pt x="22228" y="67156"/>
                  <a:pt x="21780" y="67928"/>
                  <a:pt x="21382" y="68674"/>
                </a:cubicBezTo>
                <a:cubicBezTo>
                  <a:pt x="21382" y="68650"/>
                  <a:pt x="21357" y="68600"/>
                  <a:pt x="21357" y="68600"/>
                </a:cubicBezTo>
                <a:cubicBezTo>
                  <a:pt x="21755" y="67853"/>
                  <a:pt x="22153" y="67106"/>
                  <a:pt x="22601" y="66409"/>
                </a:cubicBezTo>
                <a:close/>
                <a:moveTo>
                  <a:pt x="53964" y="65837"/>
                </a:moveTo>
                <a:cubicBezTo>
                  <a:pt x="54113" y="65837"/>
                  <a:pt x="54288" y="65862"/>
                  <a:pt x="54487" y="65912"/>
                </a:cubicBezTo>
                <a:cubicBezTo>
                  <a:pt x="54512" y="65912"/>
                  <a:pt x="54537" y="65912"/>
                  <a:pt x="54586" y="65936"/>
                </a:cubicBezTo>
                <a:cubicBezTo>
                  <a:pt x="54761" y="65961"/>
                  <a:pt x="54960" y="66036"/>
                  <a:pt x="55134" y="66111"/>
                </a:cubicBezTo>
                <a:cubicBezTo>
                  <a:pt x="55159" y="66111"/>
                  <a:pt x="55209" y="66161"/>
                  <a:pt x="55234" y="66161"/>
                </a:cubicBezTo>
                <a:cubicBezTo>
                  <a:pt x="55458" y="66235"/>
                  <a:pt x="55706" y="66360"/>
                  <a:pt x="55955" y="66484"/>
                </a:cubicBezTo>
                <a:cubicBezTo>
                  <a:pt x="55980" y="66534"/>
                  <a:pt x="56005" y="66534"/>
                  <a:pt x="56055" y="66559"/>
                </a:cubicBezTo>
                <a:cubicBezTo>
                  <a:pt x="54885" y="67355"/>
                  <a:pt x="53765" y="68077"/>
                  <a:pt x="52620" y="68724"/>
                </a:cubicBezTo>
                <a:cubicBezTo>
                  <a:pt x="52620" y="68674"/>
                  <a:pt x="52595" y="68600"/>
                  <a:pt x="52595" y="68525"/>
                </a:cubicBezTo>
                <a:cubicBezTo>
                  <a:pt x="52595" y="68426"/>
                  <a:pt x="52570" y="68326"/>
                  <a:pt x="52570" y="68226"/>
                </a:cubicBezTo>
                <a:lnTo>
                  <a:pt x="52570" y="67978"/>
                </a:lnTo>
                <a:lnTo>
                  <a:pt x="52570" y="67729"/>
                </a:lnTo>
                <a:cubicBezTo>
                  <a:pt x="52595" y="67679"/>
                  <a:pt x="52595" y="67604"/>
                  <a:pt x="52595" y="67554"/>
                </a:cubicBezTo>
                <a:cubicBezTo>
                  <a:pt x="52595" y="67455"/>
                  <a:pt x="52595" y="67405"/>
                  <a:pt x="52620" y="67305"/>
                </a:cubicBezTo>
                <a:cubicBezTo>
                  <a:pt x="52620" y="67231"/>
                  <a:pt x="52645" y="67181"/>
                  <a:pt x="52645" y="67106"/>
                </a:cubicBezTo>
                <a:cubicBezTo>
                  <a:pt x="52645" y="67057"/>
                  <a:pt x="52670" y="66982"/>
                  <a:pt x="52670" y="66932"/>
                </a:cubicBezTo>
                <a:cubicBezTo>
                  <a:pt x="52720" y="66857"/>
                  <a:pt x="52720" y="66808"/>
                  <a:pt x="52744" y="66733"/>
                </a:cubicBezTo>
                <a:cubicBezTo>
                  <a:pt x="52769" y="66683"/>
                  <a:pt x="52769" y="66658"/>
                  <a:pt x="52794" y="66584"/>
                </a:cubicBezTo>
                <a:cubicBezTo>
                  <a:pt x="52844" y="66484"/>
                  <a:pt x="52894" y="66409"/>
                  <a:pt x="52968" y="66310"/>
                </a:cubicBezTo>
                <a:cubicBezTo>
                  <a:pt x="52993" y="66235"/>
                  <a:pt x="53043" y="66185"/>
                  <a:pt x="53118" y="66161"/>
                </a:cubicBezTo>
                <a:lnTo>
                  <a:pt x="53143" y="66111"/>
                </a:lnTo>
                <a:cubicBezTo>
                  <a:pt x="53168" y="66086"/>
                  <a:pt x="53217" y="66086"/>
                  <a:pt x="53217" y="66061"/>
                </a:cubicBezTo>
                <a:cubicBezTo>
                  <a:pt x="53292" y="65986"/>
                  <a:pt x="53392" y="65961"/>
                  <a:pt x="53516" y="65912"/>
                </a:cubicBezTo>
                <a:cubicBezTo>
                  <a:pt x="53641" y="65862"/>
                  <a:pt x="53790" y="65837"/>
                  <a:pt x="53964" y="65837"/>
                </a:cubicBezTo>
                <a:close/>
                <a:moveTo>
                  <a:pt x="49128" y="68527"/>
                </a:moveTo>
                <a:cubicBezTo>
                  <a:pt x="48990" y="68611"/>
                  <a:pt x="48844" y="68705"/>
                  <a:pt x="48712" y="68799"/>
                </a:cubicBezTo>
                <a:cubicBezTo>
                  <a:pt x="48712" y="68774"/>
                  <a:pt x="48737" y="68774"/>
                  <a:pt x="48737" y="68724"/>
                </a:cubicBezTo>
                <a:cubicBezTo>
                  <a:pt x="48860" y="68675"/>
                  <a:pt x="48982" y="68578"/>
                  <a:pt x="49128" y="68527"/>
                </a:cubicBezTo>
                <a:close/>
                <a:moveTo>
                  <a:pt x="52620" y="66484"/>
                </a:moveTo>
                <a:cubicBezTo>
                  <a:pt x="52595" y="66559"/>
                  <a:pt x="52595" y="66584"/>
                  <a:pt x="52570" y="66658"/>
                </a:cubicBezTo>
                <a:cubicBezTo>
                  <a:pt x="52570" y="66733"/>
                  <a:pt x="52520" y="66783"/>
                  <a:pt x="52496" y="66857"/>
                </a:cubicBezTo>
                <a:cubicBezTo>
                  <a:pt x="52471" y="66932"/>
                  <a:pt x="52471" y="67032"/>
                  <a:pt x="52471" y="67081"/>
                </a:cubicBezTo>
                <a:cubicBezTo>
                  <a:pt x="52471" y="67131"/>
                  <a:pt x="52446" y="67206"/>
                  <a:pt x="52446" y="67256"/>
                </a:cubicBezTo>
                <a:cubicBezTo>
                  <a:pt x="52446" y="67355"/>
                  <a:pt x="52446" y="67430"/>
                  <a:pt x="52396" y="67530"/>
                </a:cubicBezTo>
                <a:lnTo>
                  <a:pt x="52396" y="67729"/>
                </a:lnTo>
                <a:lnTo>
                  <a:pt x="52396" y="68002"/>
                </a:lnTo>
                <a:lnTo>
                  <a:pt x="52396" y="68276"/>
                </a:lnTo>
                <a:cubicBezTo>
                  <a:pt x="52396" y="68351"/>
                  <a:pt x="52446" y="68475"/>
                  <a:pt x="52446" y="68575"/>
                </a:cubicBezTo>
                <a:cubicBezTo>
                  <a:pt x="52446" y="68674"/>
                  <a:pt x="52471" y="68774"/>
                  <a:pt x="52471" y="68849"/>
                </a:cubicBezTo>
                <a:cubicBezTo>
                  <a:pt x="52446" y="68849"/>
                  <a:pt x="52446" y="68899"/>
                  <a:pt x="52396" y="68899"/>
                </a:cubicBezTo>
                <a:cubicBezTo>
                  <a:pt x="52371" y="68699"/>
                  <a:pt x="52371" y="68550"/>
                  <a:pt x="52346" y="68401"/>
                </a:cubicBezTo>
                <a:lnTo>
                  <a:pt x="52346" y="68301"/>
                </a:lnTo>
                <a:cubicBezTo>
                  <a:pt x="52346" y="68152"/>
                  <a:pt x="52321" y="67953"/>
                  <a:pt x="52321" y="67803"/>
                </a:cubicBezTo>
                <a:lnTo>
                  <a:pt x="52321" y="67729"/>
                </a:lnTo>
                <a:cubicBezTo>
                  <a:pt x="52321" y="67579"/>
                  <a:pt x="52321" y="67430"/>
                  <a:pt x="52346" y="67281"/>
                </a:cubicBezTo>
                <a:lnTo>
                  <a:pt x="52346" y="67231"/>
                </a:lnTo>
                <a:cubicBezTo>
                  <a:pt x="52371" y="66957"/>
                  <a:pt x="52446" y="66733"/>
                  <a:pt x="52520" y="66559"/>
                </a:cubicBezTo>
                <a:cubicBezTo>
                  <a:pt x="52570" y="66534"/>
                  <a:pt x="52595" y="66534"/>
                  <a:pt x="52620" y="66484"/>
                </a:cubicBezTo>
                <a:close/>
                <a:moveTo>
                  <a:pt x="21257" y="68799"/>
                </a:moveTo>
                <a:cubicBezTo>
                  <a:pt x="21257" y="68824"/>
                  <a:pt x="21282" y="68849"/>
                  <a:pt x="21282" y="68849"/>
                </a:cubicBezTo>
                <a:cubicBezTo>
                  <a:pt x="21282" y="68899"/>
                  <a:pt x="21257" y="68899"/>
                  <a:pt x="21257" y="68923"/>
                </a:cubicBezTo>
                <a:cubicBezTo>
                  <a:pt x="21257" y="68899"/>
                  <a:pt x="21232" y="68899"/>
                  <a:pt x="21232" y="68849"/>
                </a:cubicBezTo>
                <a:cubicBezTo>
                  <a:pt x="21232" y="68849"/>
                  <a:pt x="21232" y="68824"/>
                  <a:pt x="21257" y="68799"/>
                </a:cubicBezTo>
                <a:close/>
                <a:moveTo>
                  <a:pt x="48339" y="68948"/>
                </a:moveTo>
                <a:cubicBezTo>
                  <a:pt x="48339" y="68948"/>
                  <a:pt x="48339" y="68973"/>
                  <a:pt x="48289" y="68973"/>
                </a:cubicBezTo>
                <a:lnTo>
                  <a:pt x="48339" y="68948"/>
                </a:lnTo>
                <a:close/>
                <a:moveTo>
                  <a:pt x="9434" y="68774"/>
                </a:moveTo>
                <a:lnTo>
                  <a:pt x="9434" y="68824"/>
                </a:lnTo>
                <a:lnTo>
                  <a:pt x="9434" y="68899"/>
                </a:lnTo>
                <a:lnTo>
                  <a:pt x="9434" y="68948"/>
                </a:lnTo>
                <a:cubicBezTo>
                  <a:pt x="9434" y="68973"/>
                  <a:pt x="9409" y="68973"/>
                  <a:pt x="9409" y="68998"/>
                </a:cubicBezTo>
                <a:cubicBezTo>
                  <a:pt x="9409" y="68973"/>
                  <a:pt x="9409" y="68923"/>
                  <a:pt x="9384" y="68874"/>
                </a:cubicBezTo>
                <a:cubicBezTo>
                  <a:pt x="9384" y="68849"/>
                  <a:pt x="9409" y="68849"/>
                  <a:pt x="9409" y="68824"/>
                </a:cubicBezTo>
                <a:cubicBezTo>
                  <a:pt x="9409" y="68799"/>
                  <a:pt x="9434" y="68799"/>
                  <a:pt x="9434" y="68774"/>
                </a:cubicBezTo>
                <a:close/>
                <a:moveTo>
                  <a:pt x="48289" y="68973"/>
                </a:moveTo>
                <a:cubicBezTo>
                  <a:pt x="48289" y="69023"/>
                  <a:pt x="48289" y="69023"/>
                  <a:pt x="48264" y="69023"/>
                </a:cubicBezTo>
                <a:cubicBezTo>
                  <a:pt x="48264" y="68973"/>
                  <a:pt x="48289" y="68973"/>
                  <a:pt x="48289" y="68973"/>
                </a:cubicBezTo>
                <a:close/>
                <a:moveTo>
                  <a:pt x="56229" y="66683"/>
                </a:moveTo>
                <a:cubicBezTo>
                  <a:pt x="56254" y="66683"/>
                  <a:pt x="56254" y="66708"/>
                  <a:pt x="56304" y="66708"/>
                </a:cubicBezTo>
                <a:cubicBezTo>
                  <a:pt x="55084" y="67554"/>
                  <a:pt x="53889" y="68326"/>
                  <a:pt x="52695" y="69023"/>
                </a:cubicBezTo>
                <a:lnTo>
                  <a:pt x="52695" y="68948"/>
                </a:lnTo>
                <a:cubicBezTo>
                  <a:pt x="53865" y="68276"/>
                  <a:pt x="55059" y="67530"/>
                  <a:pt x="56229" y="66683"/>
                </a:cubicBezTo>
                <a:close/>
                <a:moveTo>
                  <a:pt x="52520" y="69048"/>
                </a:moveTo>
                <a:lnTo>
                  <a:pt x="52520" y="69098"/>
                </a:lnTo>
                <a:cubicBezTo>
                  <a:pt x="52496" y="69098"/>
                  <a:pt x="52471" y="69147"/>
                  <a:pt x="52471" y="69147"/>
                </a:cubicBezTo>
                <a:lnTo>
                  <a:pt x="52471" y="69073"/>
                </a:lnTo>
                <a:cubicBezTo>
                  <a:pt x="52496" y="69073"/>
                  <a:pt x="52496" y="69048"/>
                  <a:pt x="52520" y="69048"/>
                </a:cubicBezTo>
                <a:close/>
                <a:moveTo>
                  <a:pt x="2365" y="68799"/>
                </a:moveTo>
                <a:cubicBezTo>
                  <a:pt x="2365" y="68923"/>
                  <a:pt x="2340" y="69048"/>
                  <a:pt x="2340" y="69147"/>
                </a:cubicBezTo>
                <a:cubicBezTo>
                  <a:pt x="2315" y="69297"/>
                  <a:pt x="2290" y="69421"/>
                  <a:pt x="2215" y="69571"/>
                </a:cubicBezTo>
                <a:cubicBezTo>
                  <a:pt x="2215" y="69421"/>
                  <a:pt x="2240" y="69297"/>
                  <a:pt x="2290" y="69147"/>
                </a:cubicBezTo>
                <a:cubicBezTo>
                  <a:pt x="2315" y="69048"/>
                  <a:pt x="2340" y="68923"/>
                  <a:pt x="2365" y="68799"/>
                </a:cubicBezTo>
                <a:close/>
                <a:moveTo>
                  <a:pt x="89061" y="61108"/>
                </a:moveTo>
                <a:cubicBezTo>
                  <a:pt x="91475" y="62004"/>
                  <a:pt x="93964" y="62676"/>
                  <a:pt x="96478" y="63024"/>
                </a:cubicBezTo>
                <a:cubicBezTo>
                  <a:pt x="95682" y="65215"/>
                  <a:pt x="94636" y="67480"/>
                  <a:pt x="93292" y="69770"/>
                </a:cubicBezTo>
                <a:cubicBezTo>
                  <a:pt x="91301" y="67828"/>
                  <a:pt x="89085" y="65862"/>
                  <a:pt x="86820" y="64045"/>
                </a:cubicBezTo>
                <a:cubicBezTo>
                  <a:pt x="87592" y="63074"/>
                  <a:pt x="88339" y="62103"/>
                  <a:pt x="89061" y="61108"/>
                </a:cubicBezTo>
                <a:close/>
                <a:moveTo>
                  <a:pt x="31562" y="67181"/>
                </a:moveTo>
                <a:cubicBezTo>
                  <a:pt x="31587" y="67206"/>
                  <a:pt x="31587" y="67231"/>
                  <a:pt x="31612" y="67231"/>
                </a:cubicBezTo>
                <a:cubicBezTo>
                  <a:pt x="31861" y="67305"/>
                  <a:pt x="32110" y="67405"/>
                  <a:pt x="32359" y="67455"/>
                </a:cubicBezTo>
                <a:cubicBezTo>
                  <a:pt x="32483" y="67480"/>
                  <a:pt x="32608" y="67554"/>
                  <a:pt x="32707" y="67579"/>
                </a:cubicBezTo>
                <a:cubicBezTo>
                  <a:pt x="32931" y="67654"/>
                  <a:pt x="33105" y="67729"/>
                  <a:pt x="33329" y="67803"/>
                </a:cubicBezTo>
                <a:cubicBezTo>
                  <a:pt x="33454" y="67853"/>
                  <a:pt x="33578" y="67928"/>
                  <a:pt x="33728" y="67953"/>
                </a:cubicBezTo>
                <a:cubicBezTo>
                  <a:pt x="33852" y="67978"/>
                  <a:pt x="33952" y="68052"/>
                  <a:pt x="34076" y="68077"/>
                </a:cubicBezTo>
                <a:cubicBezTo>
                  <a:pt x="33703" y="68674"/>
                  <a:pt x="33354" y="69272"/>
                  <a:pt x="32981" y="69844"/>
                </a:cubicBezTo>
                <a:cubicBezTo>
                  <a:pt x="32359" y="69098"/>
                  <a:pt x="31861" y="68202"/>
                  <a:pt x="31562" y="67181"/>
                </a:cubicBezTo>
                <a:close/>
                <a:moveTo>
                  <a:pt x="96777" y="63074"/>
                </a:moveTo>
                <a:cubicBezTo>
                  <a:pt x="95931" y="65314"/>
                  <a:pt x="94810" y="67604"/>
                  <a:pt x="93466" y="69919"/>
                </a:cubicBezTo>
                <a:lnTo>
                  <a:pt x="93441" y="69894"/>
                </a:lnTo>
                <a:cubicBezTo>
                  <a:pt x="94786" y="67579"/>
                  <a:pt x="95881" y="65289"/>
                  <a:pt x="96702" y="63074"/>
                </a:cubicBezTo>
                <a:close/>
                <a:moveTo>
                  <a:pt x="49260" y="63746"/>
                </a:moveTo>
                <a:cubicBezTo>
                  <a:pt x="49957" y="63945"/>
                  <a:pt x="50529" y="64045"/>
                  <a:pt x="51002" y="64045"/>
                </a:cubicBezTo>
                <a:cubicBezTo>
                  <a:pt x="51201" y="64045"/>
                  <a:pt x="51351" y="64045"/>
                  <a:pt x="51500" y="63995"/>
                </a:cubicBezTo>
                <a:lnTo>
                  <a:pt x="51500" y="63995"/>
                </a:lnTo>
                <a:cubicBezTo>
                  <a:pt x="51251" y="64343"/>
                  <a:pt x="51002" y="64667"/>
                  <a:pt x="50753" y="64991"/>
                </a:cubicBezTo>
                <a:cubicBezTo>
                  <a:pt x="50629" y="65190"/>
                  <a:pt x="50504" y="65339"/>
                  <a:pt x="50380" y="65513"/>
                </a:cubicBezTo>
                <a:cubicBezTo>
                  <a:pt x="50330" y="65613"/>
                  <a:pt x="50255" y="65712"/>
                  <a:pt x="50206" y="65787"/>
                </a:cubicBezTo>
                <a:cubicBezTo>
                  <a:pt x="50131" y="65862"/>
                  <a:pt x="50031" y="65986"/>
                  <a:pt x="49982" y="66086"/>
                </a:cubicBezTo>
                <a:lnTo>
                  <a:pt x="49957" y="66111"/>
                </a:lnTo>
                <a:cubicBezTo>
                  <a:pt x="49857" y="66235"/>
                  <a:pt x="49782" y="66335"/>
                  <a:pt x="49708" y="66459"/>
                </a:cubicBezTo>
                <a:lnTo>
                  <a:pt x="49334" y="67032"/>
                </a:lnTo>
                <a:cubicBezTo>
                  <a:pt x="49235" y="67156"/>
                  <a:pt x="49160" y="67281"/>
                  <a:pt x="49085" y="67430"/>
                </a:cubicBezTo>
                <a:cubicBezTo>
                  <a:pt x="48762" y="67903"/>
                  <a:pt x="48463" y="68326"/>
                  <a:pt x="48164" y="68799"/>
                </a:cubicBezTo>
                <a:cubicBezTo>
                  <a:pt x="47891" y="68948"/>
                  <a:pt x="47642" y="69098"/>
                  <a:pt x="47393" y="69222"/>
                </a:cubicBezTo>
                <a:cubicBezTo>
                  <a:pt x="46845" y="69521"/>
                  <a:pt x="46397" y="69770"/>
                  <a:pt x="45999" y="69944"/>
                </a:cubicBezTo>
                <a:cubicBezTo>
                  <a:pt x="46795" y="67928"/>
                  <a:pt x="47916" y="65837"/>
                  <a:pt x="49260" y="63746"/>
                </a:cubicBezTo>
                <a:close/>
                <a:moveTo>
                  <a:pt x="56478" y="66808"/>
                </a:moveTo>
                <a:cubicBezTo>
                  <a:pt x="56528" y="66833"/>
                  <a:pt x="56603" y="66857"/>
                  <a:pt x="56702" y="66932"/>
                </a:cubicBezTo>
                <a:cubicBezTo>
                  <a:pt x="56727" y="66932"/>
                  <a:pt x="56727" y="66957"/>
                  <a:pt x="56752" y="66957"/>
                </a:cubicBezTo>
                <a:cubicBezTo>
                  <a:pt x="56652" y="67032"/>
                  <a:pt x="56578" y="67106"/>
                  <a:pt x="56478" y="67181"/>
                </a:cubicBezTo>
                <a:cubicBezTo>
                  <a:pt x="56254" y="67355"/>
                  <a:pt x="56030" y="67530"/>
                  <a:pt x="55831" y="67704"/>
                </a:cubicBezTo>
                <a:cubicBezTo>
                  <a:pt x="55731" y="67803"/>
                  <a:pt x="55607" y="67853"/>
                  <a:pt x="55507" y="67953"/>
                </a:cubicBezTo>
                <a:cubicBezTo>
                  <a:pt x="55234" y="68177"/>
                  <a:pt x="54910" y="68426"/>
                  <a:pt x="54636" y="68650"/>
                </a:cubicBezTo>
                <a:cubicBezTo>
                  <a:pt x="54412" y="68824"/>
                  <a:pt x="54163" y="68973"/>
                  <a:pt x="53964" y="69172"/>
                </a:cubicBezTo>
                <a:cubicBezTo>
                  <a:pt x="53889" y="69222"/>
                  <a:pt x="53790" y="69272"/>
                  <a:pt x="53740" y="69322"/>
                </a:cubicBezTo>
                <a:cubicBezTo>
                  <a:pt x="53466" y="69546"/>
                  <a:pt x="53168" y="69720"/>
                  <a:pt x="52894" y="69944"/>
                </a:cubicBezTo>
                <a:cubicBezTo>
                  <a:pt x="52894" y="69894"/>
                  <a:pt x="52869" y="69819"/>
                  <a:pt x="52869" y="69770"/>
                </a:cubicBezTo>
                <a:cubicBezTo>
                  <a:pt x="52819" y="69645"/>
                  <a:pt x="52769" y="69521"/>
                  <a:pt x="52744" y="69421"/>
                </a:cubicBezTo>
                <a:cubicBezTo>
                  <a:pt x="52744" y="69347"/>
                  <a:pt x="52720" y="69272"/>
                  <a:pt x="52720" y="69197"/>
                </a:cubicBezTo>
                <a:cubicBezTo>
                  <a:pt x="53964" y="68475"/>
                  <a:pt x="55234" y="67704"/>
                  <a:pt x="56478" y="66808"/>
                </a:cubicBezTo>
                <a:close/>
                <a:moveTo>
                  <a:pt x="86721" y="64169"/>
                </a:moveTo>
                <a:cubicBezTo>
                  <a:pt x="88986" y="65986"/>
                  <a:pt x="91201" y="67953"/>
                  <a:pt x="93192" y="69919"/>
                </a:cubicBezTo>
                <a:cubicBezTo>
                  <a:pt x="93192" y="69944"/>
                  <a:pt x="93168" y="69944"/>
                  <a:pt x="93168" y="69969"/>
                </a:cubicBezTo>
                <a:cubicBezTo>
                  <a:pt x="91176" y="68002"/>
                  <a:pt x="88961" y="66086"/>
                  <a:pt x="86671" y="64219"/>
                </a:cubicBezTo>
                <a:cubicBezTo>
                  <a:pt x="86696" y="64219"/>
                  <a:pt x="86696" y="64194"/>
                  <a:pt x="86721" y="64169"/>
                </a:cubicBezTo>
                <a:close/>
                <a:moveTo>
                  <a:pt x="52570" y="69297"/>
                </a:moveTo>
                <a:cubicBezTo>
                  <a:pt x="52570" y="69347"/>
                  <a:pt x="52595" y="69421"/>
                  <a:pt x="52595" y="69471"/>
                </a:cubicBezTo>
                <a:lnTo>
                  <a:pt x="52695" y="69844"/>
                </a:lnTo>
                <a:cubicBezTo>
                  <a:pt x="52695" y="69919"/>
                  <a:pt x="52720" y="69969"/>
                  <a:pt x="52720" y="70043"/>
                </a:cubicBezTo>
                <a:cubicBezTo>
                  <a:pt x="52695" y="70043"/>
                  <a:pt x="52695" y="70068"/>
                  <a:pt x="52645" y="70068"/>
                </a:cubicBezTo>
                <a:cubicBezTo>
                  <a:pt x="52620" y="69944"/>
                  <a:pt x="52595" y="69819"/>
                  <a:pt x="52570" y="69720"/>
                </a:cubicBezTo>
                <a:cubicBezTo>
                  <a:pt x="52570" y="69670"/>
                  <a:pt x="52520" y="69595"/>
                  <a:pt x="52520" y="69546"/>
                </a:cubicBezTo>
                <a:cubicBezTo>
                  <a:pt x="52496" y="69471"/>
                  <a:pt x="52496" y="69396"/>
                  <a:pt x="52496" y="69322"/>
                </a:cubicBezTo>
                <a:cubicBezTo>
                  <a:pt x="52520" y="69322"/>
                  <a:pt x="52520" y="69297"/>
                  <a:pt x="52570" y="69297"/>
                </a:cubicBezTo>
                <a:close/>
                <a:moveTo>
                  <a:pt x="34225" y="68177"/>
                </a:moveTo>
                <a:cubicBezTo>
                  <a:pt x="34275" y="68177"/>
                  <a:pt x="34275" y="68177"/>
                  <a:pt x="34300" y="68202"/>
                </a:cubicBezTo>
                <a:cubicBezTo>
                  <a:pt x="33902" y="68849"/>
                  <a:pt x="33528" y="69471"/>
                  <a:pt x="33155" y="70093"/>
                </a:cubicBezTo>
                <a:cubicBezTo>
                  <a:pt x="33155" y="70068"/>
                  <a:pt x="33105" y="70068"/>
                  <a:pt x="33105" y="70043"/>
                </a:cubicBezTo>
                <a:lnTo>
                  <a:pt x="34225" y="68177"/>
                </a:lnTo>
                <a:close/>
                <a:moveTo>
                  <a:pt x="31338" y="67156"/>
                </a:moveTo>
                <a:cubicBezTo>
                  <a:pt x="31687" y="68276"/>
                  <a:pt x="32184" y="69272"/>
                  <a:pt x="32906" y="70068"/>
                </a:cubicBezTo>
                <a:cubicBezTo>
                  <a:pt x="32906" y="70093"/>
                  <a:pt x="32856" y="70093"/>
                  <a:pt x="32856" y="70143"/>
                </a:cubicBezTo>
                <a:cubicBezTo>
                  <a:pt x="32159" y="69297"/>
                  <a:pt x="31612" y="68301"/>
                  <a:pt x="31288" y="67156"/>
                </a:cubicBezTo>
                <a:close/>
                <a:moveTo>
                  <a:pt x="49011" y="63696"/>
                </a:moveTo>
                <a:cubicBezTo>
                  <a:pt x="49036" y="63696"/>
                  <a:pt x="49036" y="63696"/>
                  <a:pt x="49061" y="63721"/>
                </a:cubicBezTo>
                <a:cubicBezTo>
                  <a:pt x="47667" y="65837"/>
                  <a:pt x="46547" y="68027"/>
                  <a:pt x="45700" y="70093"/>
                </a:cubicBezTo>
                <a:cubicBezTo>
                  <a:pt x="45675" y="70093"/>
                  <a:pt x="45650" y="70143"/>
                  <a:pt x="45626" y="70143"/>
                </a:cubicBezTo>
                <a:cubicBezTo>
                  <a:pt x="46497" y="68027"/>
                  <a:pt x="47617" y="65837"/>
                  <a:pt x="49011" y="63696"/>
                </a:cubicBezTo>
                <a:close/>
                <a:moveTo>
                  <a:pt x="47891" y="69172"/>
                </a:moveTo>
                <a:lnTo>
                  <a:pt x="47866" y="69197"/>
                </a:lnTo>
                <a:cubicBezTo>
                  <a:pt x="47741" y="69322"/>
                  <a:pt x="47617" y="69396"/>
                  <a:pt x="47492" y="69446"/>
                </a:cubicBezTo>
                <a:cubicBezTo>
                  <a:pt x="46995" y="69695"/>
                  <a:pt x="46547" y="69944"/>
                  <a:pt x="46148" y="70143"/>
                </a:cubicBezTo>
                <a:cubicBezTo>
                  <a:pt x="46621" y="69869"/>
                  <a:pt x="47119" y="69645"/>
                  <a:pt x="47592" y="69347"/>
                </a:cubicBezTo>
                <a:cubicBezTo>
                  <a:pt x="47592" y="69347"/>
                  <a:pt x="47617" y="69347"/>
                  <a:pt x="47617" y="69322"/>
                </a:cubicBezTo>
                <a:lnTo>
                  <a:pt x="47791" y="69222"/>
                </a:lnTo>
                <a:cubicBezTo>
                  <a:pt x="47816" y="69197"/>
                  <a:pt x="47866" y="69197"/>
                  <a:pt x="47891" y="69172"/>
                </a:cubicBezTo>
                <a:close/>
                <a:moveTo>
                  <a:pt x="56926" y="67057"/>
                </a:moveTo>
                <a:cubicBezTo>
                  <a:pt x="56951" y="67081"/>
                  <a:pt x="56951" y="67081"/>
                  <a:pt x="56976" y="67081"/>
                </a:cubicBezTo>
                <a:cubicBezTo>
                  <a:pt x="56926" y="67156"/>
                  <a:pt x="56851" y="67181"/>
                  <a:pt x="56802" y="67231"/>
                </a:cubicBezTo>
                <a:cubicBezTo>
                  <a:pt x="56354" y="67579"/>
                  <a:pt x="55881" y="67953"/>
                  <a:pt x="55458" y="68301"/>
                </a:cubicBezTo>
                <a:cubicBezTo>
                  <a:pt x="55234" y="68450"/>
                  <a:pt x="55010" y="68650"/>
                  <a:pt x="54810" y="68799"/>
                </a:cubicBezTo>
                <a:cubicBezTo>
                  <a:pt x="54188" y="69272"/>
                  <a:pt x="53566" y="69720"/>
                  <a:pt x="52944" y="70168"/>
                </a:cubicBezTo>
                <a:lnTo>
                  <a:pt x="52944" y="70143"/>
                </a:lnTo>
                <a:lnTo>
                  <a:pt x="52944" y="70093"/>
                </a:lnTo>
                <a:cubicBezTo>
                  <a:pt x="53118" y="69969"/>
                  <a:pt x="53292" y="69819"/>
                  <a:pt x="53491" y="69670"/>
                </a:cubicBezTo>
                <a:lnTo>
                  <a:pt x="53566" y="69595"/>
                </a:lnTo>
                <a:lnTo>
                  <a:pt x="54586" y="68849"/>
                </a:lnTo>
                <a:cubicBezTo>
                  <a:pt x="54636" y="68824"/>
                  <a:pt x="54711" y="68774"/>
                  <a:pt x="54761" y="68724"/>
                </a:cubicBezTo>
                <a:lnTo>
                  <a:pt x="54810" y="68724"/>
                </a:lnTo>
                <a:cubicBezTo>
                  <a:pt x="55059" y="68550"/>
                  <a:pt x="55283" y="68351"/>
                  <a:pt x="55557" y="68152"/>
                </a:cubicBezTo>
                <a:cubicBezTo>
                  <a:pt x="55582" y="68152"/>
                  <a:pt x="55582" y="68102"/>
                  <a:pt x="55607" y="68102"/>
                </a:cubicBezTo>
                <a:cubicBezTo>
                  <a:pt x="55706" y="68052"/>
                  <a:pt x="55781" y="67953"/>
                  <a:pt x="55881" y="67903"/>
                </a:cubicBezTo>
                <a:cubicBezTo>
                  <a:pt x="56005" y="67803"/>
                  <a:pt x="56179" y="67679"/>
                  <a:pt x="56304" y="67579"/>
                </a:cubicBezTo>
                <a:cubicBezTo>
                  <a:pt x="56453" y="67455"/>
                  <a:pt x="56603" y="67330"/>
                  <a:pt x="56727" y="67231"/>
                </a:cubicBezTo>
                <a:cubicBezTo>
                  <a:pt x="56752" y="67181"/>
                  <a:pt x="56851" y="67106"/>
                  <a:pt x="56926" y="67057"/>
                </a:cubicBezTo>
                <a:close/>
                <a:moveTo>
                  <a:pt x="77760" y="58021"/>
                </a:moveTo>
                <a:cubicBezTo>
                  <a:pt x="79975" y="59440"/>
                  <a:pt x="82265" y="61083"/>
                  <a:pt x="84580" y="62850"/>
                </a:cubicBezTo>
                <a:cubicBezTo>
                  <a:pt x="83361" y="65240"/>
                  <a:pt x="81767" y="67729"/>
                  <a:pt x="79876" y="70168"/>
                </a:cubicBezTo>
                <a:cubicBezTo>
                  <a:pt x="77362" y="68102"/>
                  <a:pt x="74922" y="65961"/>
                  <a:pt x="72782" y="63821"/>
                </a:cubicBezTo>
                <a:cubicBezTo>
                  <a:pt x="74524" y="61929"/>
                  <a:pt x="76192" y="59988"/>
                  <a:pt x="77760" y="58021"/>
                </a:cubicBezTo>
                <a:close/>
                <a:moveTo>
                  <a:pt x="93342" y="70068"/>
                </a:moveTo>
                <a:lnTo>
                  <a:pt x="93392" y="70093"/>
                </a:lnTo>
                <a:cubicBezTo>
                  <a:pt x="93392" y="70143"/>
                  <a:pt x="93342" y="70143"/>
                  <a:pt x="93342" y="70168"/>
                </a:cubicBezTo>
                <a:lnTo>
                  <a:pt x="93317" y="70143"/>
                </a:lnTo>
                <a:cubicBezTo>
                  <a:pt x="93317" y="70093"/>
                  <a:pt x="93342" y="70093"/>
                  <a:pt x="93342" y="70068"/>
                </a:cubicBezTo>
                <a:close/>
                <a:moveTo>
                  <a:pt x="48264" y="63447"/>
                </a:moveTo>
                <a:lnTo>
                  <a:pt x="48837" y="63622"/>
                </a:lnTo>
                <a:cubicBezTo>
                  <a:pt x="47393" y="65837"/>
                  <a:pt x="46248" y="68077"/>
                  <a:pt x="45377" y="70218"/>
                </a:cubicBezTo>
                <a:cubicBezTo>
                  <a:pt x="45227" y="69595"/>
                  <a:pt x="45003" y="68948"/>
                  <a:pt x="44680" y="68326"/>
                </a:cubicBezTo>
                <a:cubicBezTo>
                  <a:pt x="45178" y="67579"/>
                  <a:pt x="45675" y="66857"/>
                  <a:pt x="46223" y="66161"/>
                </a:cubicBezTo>
                <a:cubicBezTo>
                  <a:pt x="46372" y="65936"/>
                  <a:pt x="46547" y="65688"/>
                  <a:pt x="46746" y="65464"/>
                </a:cubicBezTo>
                <a:lnTo>
                  <a:pt x="47866" y="63970"/>
                </a:lnTo>
                <a:cubicBezTo>
                  <a:pt x="47965" y="63846"/>
                  <a:pt x="48040" y="63746"/>
                  <a:pt x="48115" y="63622"/>
                </a:cubicBezTo>
                <a:cubicBezTo>
                  <a:pt x="48140" y="63572"/>
                  <a:pt x="48214" y="63547"/>
                  <a:pt x="48239" y="63472"/>
                </a:cubicBezTo>
                <a:cubicBezTo>
                  <a:pt x="48239" y="63472"/>
                  <a:pt x="48239" y="63447"/>
                  <a:pt x="48264" y="63447"/>
                </a:cubicBezTo>
                <a:close/>
                <a:moveTo>
                  <a:pt x="52744" y="70218"/>
                </a:moveTo>
                <a:lnTo>
                  <a:pt x="52744" y="70268"/>
                </a:lnTo>
                <a:lnTo>
                  <a:pt x="52744" y="70292"/>
                </a:lnTo>
                <a:lnTo>
                  <a:pt x="52720" y="70292"/>
                </a:lnTo>
                <a:lnTo>
                  <a:pt x="52720" y="70268"/>
                </a:lnTo>
                <a:lnTo>
                  <a:pt x="52744" y="70218"/>
                </a:lnTo>
                <a:close/>
                <a:moveTo>
                  <a:pt x="84730" y="62925"/>
                </a:moveTo>
                <a:cubicBezTo>
                  <a:pt x="84754" y="62925"/>
                  <a:pt x="84754" y="62950"/>
                  <a:pt x="84804" y="62950"/>
                </a:cubicBezTo>
                <a:cubicBezTo>
                  <a:pt x="83560" y="65414"/>
                  <a:pt x="81967" y="67903"/>
                  <a:pt x="80075" y="70292"/>
                </a:cubicBezTo>
                <a:cubicBezTo>
                  <a:pt x="80025" y="70292"/>
                  <a:pt x="80025" y="70268"/>
                  <a:pt x="80000" y="70268"/>
                </a:cubicBezTo>
                <a:cubicBezTo>
                  <a:pt x="81892" y="67853"/>
                  <a:pt x="83485" y="65364"/>
                  <a:pt x="84730" y="62925"/>
                </a:cubicBezTo>
                <a:close/>
                <a:moveTo>
                  <a:pt x="44555" y="68475"/>
                </a:moveTo>
                <a:cubicBezTo>
                  <a:pt x="44854" y="69098"/>
                  <a:pt x="45053" y="69695"/>
                  <a:pt x="45227" y="70292"/>
                </a:cubicBezTo>
                <a:cubicBezTo>
                  <a:pt x="45178" y="70292"/>
                  <a:pt x="45178" y="70317"/>
                  <a:pt x="45153" y="70317"/>
                </a:cubicBezTo>
                <a:cubicBezTo>
                  <a:pt x="45003" y="69770"/>
                  <a:pt x="44804" y="69172"/>
                  <a:pt x="44530" y="68550"/>
                </a:cubicBezTo>
                <a:cubicBezTo>
                  <a:pt x="44530" y="68525"/>
                  <a:pt x="44555" y="68525"/>
                  <a:pt x="44555" y="68475"/>
                </a:cubicBezTo>
                <a:close/>
                <a:moveTo>
                  <a:pt x="72657" y="63945"/>
                </a:moveTo>
                <a:cubicBezTo>
                  <a:pt x="74798" y="66086"/>
                  <a:pt x="77237" y="68276"/>
                  <a:pt x="79751" y="70292"/>
                </a:cubicBezTo>
                <a:cubicBezTo>
                  <a:pt x="79751" y="70317"/>
                  <a:pt x="79726" y="70317"/>
                  <a:pt x="79726" y="70342"/>
                </a:cubicBezTo>
                <a:cubicBezTo>
                  <a:pt x="77188" y="68301"/>
                  <a:pt x="74773" y="66161"/>
                  <a:pt x="72632" y="63995"/>
                </a:cubicBezTo>
                <a:cubicBezTo>
                  <a:pt x="72632" y="63970"/>
                  <a:pt x="72657" y="63945"/>
                  <a:pt x="72657" y="63945"/>
                </a:cubicBezTo>
                <a:close/>
                <a:moveTo>
                  <a:pt x="17748" y="54014"/>
                </a:moveTo>
                <a:cubicBezTo>
                  <a:pt x="18893" y="54014"/>
                  <a:pt x="20062" y="54113"/>
                  <a:pt x="21282" y="54263"/>
                </a:cubicBezTo>
                <a:cubicBezTo>
                  <a:pt x="19739" y="58668"/>
                  <a:pt x="19241" y="62850"/>
                  <a:pt x="20062" y="66310"/>
                </a:cubicBezTo>
                <a:cubicBezTo>
                  <a:pt x="20013" y="66310"/>
                  <a:pt x="19988" y="66335"/>
                  <a:pt x="19913" y="66335"/>
                </a:cubicBezTo>
                <a:cubicBezTo>
                  <a:pt x="19589" y="66385"/>
                  <a:pt x="19241" y="66459"/>
                  <a:pt x="18917" y="66509"/>
                </a:cubicBezTo>
                <a:cubicBezTo>
                  <a:pt x="18594" y="66609"/>
                  <a:pt x="18245" y="66708"/>
                  <a:pt x="17922" y="66808"/>
                </a:cubicBezTo>
                <a:cubicBezTo>
                  <a:pt x="17623" y="66907"/>
                  <a:pt x="17299" y="66957"/>
                  <a:pt x="17001" y="67057"/>
                </a:cubicBezTo>
                <a:cubicBezTo>
                  <a:pt x="16652" y="67156"/>
                  <a:pt x="16354" y="67256"/>
                  <a:pt x="16005" y="67380"/>
                </a:cubicBezTo>
                <a:cubicBezTo>
                  <a:pt x="15682" y="67480"/>
                  <a:pt x="15383" y="67604"/>
                  <a:pt x="15084" y="67729"/>
                </a:cubicBezTo>
                <a:cubicBezTo>
                  <a:pt x="14785" y="67853"/>
                  <a:pt x="14462" y="68002"/>
                  <a:pt x="14163" y="68152"/>
                </a:cubicBezTo>
                <a:cubicBezTo>
                  <a:pt x="13840" y="68276"/>
                  <a:pt x="13541" y="68401"/>
                  <a:pt x="13267" y="68550"/>
                </a:cubicBezTo>
                <a:cubicBezTo>
                  <a:pt x="12968" y="68699"/>
                  <a:pt x="12670" y="68849"/>
                  <a:pt x="12396" y="69023"/>
                </a:cubicBezTo>
                <a:cubicBezTo>
                  <a:pt x="12072" y="69172"/>
                  <a:pt x="11799" y="69322"/>
                  <a:pt x="11475" y="69521"/>
                </a:cubicBezTo>
                <a:cubicBezTo>
                  <a:pt x="11201" y="69670"/>
                  <a:pt x="10952" y="69844"/>
                  <a:pt x="10678" y="70019"/>
                </a:cubicBezTo>
                <a:lnTo>
                  <a:pt x="9932" y="70467"/>
                </a:lnTo>
                <a:cubicBezTo>
                  <a:pt x="9907" y="70317"/>
                  <a:pt x="9857" y="70168"/>
                  <a:pt x="9832" y="69969"/>
                </a:cubicBezTo>
                <a:cubicBezTo>
                  <a:pt x="9782" y="69795"/>
                  <a:pt x="9757" y="69571"/>
                  <a:pt x="9683" y="69347"/>
                </a:cubicBezTo>
                <a:lnTo>
                  <a:pt x="9683" y="69247"/>
                </a:lnTo>
                <a:cubicBezTo>
                  <a:pt x="9658" y="69123"/>
                  <a:pt x="9658" y="68998"/>
                  <a:pt x="9633" y="68923"/>
                </a:cubicBezTo>
                <a:cubicBezTo>
                  <a:pt x="11699" y="63995"/>
                  <a:pt x="14437" y="58992"/>
                  <a:pt x="17748" y="54014"/>
                </a:cubicBezTo>
                <a:close/>
                <a:moveTo>
                  <a:pt x="79876" y="70417"/>
                </a:moveTo>
                <a:cubicBezTo>
                  <a:pt x="79901" y="70417"/>
                  <a:pt x="79950" y="70442"/>
                  <a:pt x="79950" y="70442"/>
                </a:cubicBezTo>
                <a:cubicBezTo>
                  <a:pt x="79950" y="70467"/>
                  <a:pt x="79901" y="70467"/>
                  <a:pt x="79901" y="70492"/>
                </a:cubicBezTo>
                <a:cubicBezTo>
                  <a:pt x="79876" y="70492"/>
                  <a:pt x="79876" y="70467"/>
                  <a:pt x="79851" y="70467"/>
                </a:cubicBezTo>
                <a:cubicBezTo>
                  <a:pt x="79851" y="70442"/>
                  <a:pt x="79876" y="70442"/>
                  <a:pt x="79876" y="70417"/>
                </a:cubicBezTo>
                <a:close/>
                <a:moveTo>
                  <a:pt x="33155" y="70442"/>
                </a:moveTo>
                <a:cubicBezTo>
                  <a:pt x="33180" y="70442"/>
                  <a:pt x="33205" y="70442"/>
                  <a:pt x="33205" y="70467"/>
                </a:cubicBezTo>
                <a:lnTo>
                  <a:pt x="33280" y="70467"/>
                </a:lnTo>
                <a:lnTo>
                  <a:pt x="33304" y="70516"/>
                </a:lnTo>
                <a:cubicBezTo>
                  <a:pt x="33280" y="70516"/>
                  <a:pt x="33205" y="70467"/>
                  <a:pt x="33180" y="70467"/>
                </a:cubicBezTo>
                <a:lnTo>
                  <a:pt x="33155" y="70442"/>
                </a:lnTo>
                <a:close/>
                <a:moveTo>
                  <a:pt x="9533" y="69197"/>
                </a:moveTo>
                <a:cubicBezTo>
                  <a:pt x="9533" y="69272"/>
                  <a:pt x="9558" y="69322"/>
                  <a:pt x="9558" y="69396"/>
                </a:cubicBezTo>
                <a:cubicBezTo>
                  <a:pt x="9558" y="69446"/>
                  <a:pt x="9583" y="69546"/>
                  <a:pt x="9583" y="69595"/>
                </a:cubicBezTo>
                <a:cubicBezTo>
                  <a:pt x="9658" y="69894"/>
                  <a:pt x="9708" y="70168"/>
                  <a:pt x="9782" y="70417"/>
                </a:cubicBezTo>
                <a:cubicBezTo>
                  <a:pt x="9782" y="70442"/>
                  <a:pt x="9807" y="70516"/>
                  <a:pt x="9807" y="70541"/>
                </a:cubicBezTo>
                <a:lnTo>
                  <a:pt x="9782" y="70566"/>
                </a:lnTo>
                <a:lnTo>
                  <a:pt x="9733" y="70591"/>
                </a:lnTo>
                <a:cubicBezTo>
                  <a:pt x="9733" y="70541"/>
                  <a:pt x="9708" y="70467"/>
                  <a:pt x="9708" y="70417"/>
                </a:cubicBezTo>
                <a:lnTo>
                  <a:pt x="9708" y="70392"/>
                </a:lnTo>
                <a:cubicBezTo>
                  <a:pt x="9633" y="70193"/>
                  <a:pt x="9558" y="69969"/>
                  <a:pt x="9533" y="69770"/>
                </a:cubicBezTo>
                <a:cubicBezTo>
                  <a:pt x="9509" y="69645"/>
                  <a:pt x="9459" y="69521"/>
                  <a:pt x="9459" y="69396"/>
                </a:cubicBezTo>
                <a:lnTo>
                  <a:pt x="9459" y="69322"/>
                </a:lnTo>
                <a:cubicBezTo>
                  <a:pt x="9459" y="69297"/>
                  <a:pt x="9484" y="69297"/>
                  <a:pt x="9484" y="69272"/>
                </a:cubicBezTo>
                <a:cubicBezTo>
                  <a:pt x="9484" y="69222"/>
                  <a:pt x="9484" y="69222"/>
                  <a:pt x="9533" y="69197"/>
                </a:cubicBezTo>
                <a:close/>
                <a:moveTo>
                  <a:pt x="84954" y="63074"/>
                </a:moveTo>
                <a:cubicBezTo>
                  <a:pt x="85377" y="63422"/>
                  <a:pt x="85825" y="63746"/>
                  <a:pt x="86223" y="64095"/>
                </a:cubicBezTo>
                <a:cubicBezTo>
                  <a:pt x="84431" y="66335"/>
                  <a:pt x="82564" y="68550"/>
                  <a:pt x="80573" y="70691"/>
                </a:cubicBezTo>
                <a:cubicBezTo>
                  <a:pt x="80448" y="70591"/>
                  <a:pt x="80349" y="70516"/>
                  <a:pt x="80224" y="70417"/>
                </a:cubicBezTo>
                <a:cubicBezTo>
                  <a:pt x="82116" y="68027"/>
                  <a:pt x="83709" y="65538"/>
                  <a:pt x="84954" y="63074"/>
                </a:cubicBezTo>
                <a:close/>
                <a:moveTo>
                  <a:pt x="20137" y="66484"/>
                </a:moveTo>
                <a:lnTo>
                  <a:pt x="20137" y="66534"/>
                </a:lnTo>
                <a:lnTo>
                  <a:pt x="20112" y="66559"/>
                </a:lnTo>
                <a:cubicBezTo>
                  <a:pt x="19714" y="66609"/>
                  <a:pt x="19291" y="66708"/>
                  <a:pt x="18893" y="66808"/>
                </a:cubicBezTo>
                <a:cubicBezTo>
                  <a:pt x="18594" y="66857"/>
                  <a:pt x="18295" y="66957"/>
                  <a:pt x="18021" y="67057"/>
                </a:cubicBezTo>
                <a:cubicBezTo>
                  <a:pt x="17673" y="67156"/>
                  <a:pt x="17299" y="67231"/>
                  <a:pt x="16976" y="67330"/>
                </a:cubicBezTo>
                <a:cubicBezTo>
                  <a:pt x="16652" y="67430"/>
                  <a:pt x="16354" y="67554"/>
                  <a:pt x="16030" y="67679"/>
                </a:cubicBezTo>
                <a:cubicBezTo>
                  <a:pt x="15731" y="67803"/>
                  <a:pt x="15408" y="67903"/>
                  <a:pt x="15109" y="68027"/>
                </a:cubicBezTo>
                <a:cubicBezTo>
                  <a:pt x="14785" y="68152"/>
                  <a:pt x="14512" y="68301"/>
                  <a:pt x="14188" y="68426"/>
                </a:cubicBezTo>
                <a:cubicBezTo>
                  <a:pt x="13889" y="68550"/>
                  <a:pt x="13566" y="68699"/>
                  <a:pt x="13267" y="68849"/>
                </a:cubicBezTo>
                <a:cubicBezTo>
                  <a:pt x="12993" y="68973"/>
                  <a:pt x="12744" y="69147"/>
                  <a:pt x="12446" y="69297"/>
                </a:cubicBezTo>
                <a:cubicBezTo>
                  <a:pt x="12147" y="69471"/>
                  <a:pt x="11799" y="69645"/>
                  <a:pt x="11500" y="69819"/>
                </a:cubicBezTo>
                <a:cubicBezTo>
                  <a:pt x="11251" y="69969"/>
                  <a:pt x="11027" y="70143"/>
                  <a:pt x="10803" y="70292"/>
                </a:cubicBezTo>
                <a:cubicBezTo>
                  <a:pt x="10529" y="70467"/>
                  <a:pt x="10255" y="70641"/>
                  <a:pt x="10006" y="70815"/>
                </a:cubicBezTo>
                <a:lnTo>
                  <a:pt x="10006" y="70765"/>
                </a:lnTo>
                <a:cubicBezTo>
                  <a:pt x="10206" y="70591"/>
                  <a:pt x="10454" y="70442"/>
                  <a:pt x="10678" y="70292"/>
                </a:cubicBezTo>
                <a:lnTo>
                  <a:pt x="11525" y="69720"/>
                </a:lnTo>
                <a:lnTo>
                  <a:pt x="12371" y="69272"/>
                </a:lnTo>
                <a:cubicBezTo>
                  <a:pt x="12670" y="69098"/>
                  <a:pt x="12993" y="68923"/>
                  <a:pt x="13292" y="68774"/>
                </a:cubicBezTo>
                <a:cubicBezTo>
                  <a:pt x="13541" y="68650"/>
                  <a:pt x="13815" y="68525"/>
                  <a:pt x="14113" y="68401"/>
                </a:cubicBezTo>
                <a:lnTo>
                  <a:pt x="15134" y="67928"/>
                </a:lnTo>
                <a:cubicBezTo>
                  <a:pt x="15383" y="67828"/>
                  <a:pt x="15657" y="67729"/>
                  <a:pt x="15906" y="67654"/>
                </a:cubicBezTo>
                <a:cubicBezTo>
                  <a:pt x="16279" y="67530"/>
                  <a:pt x="16652" y="67355"/>
                  <a:pt x="17026" y="67231"/>
                </a:cubicBezTo>
                <a:cubicBezTo>
                  <a:pt x="17275" y="67156"/>
                  <a:pt x="17524" y="67106"/>
                  <a:pt x="17797" y="67032"/>
                </a:cubicBezTo>
                <a:cubicBezTo>
                  <a:pt x="18171" y="66907"/>
                  <a:pt x="18594" y="66808"/>
                  <a:pt x="18967" y="66708"/>
                </a:cubicBezTo>
                <a:cubicBezTo>
                  <a:pt x="19241" y="66658"/>
                  <a:pt x="19515" y="66609"/>
                  <a:pt x="19789" y="66559"/>
                </a:cubicBezTo>
                <a:cubicBezTo>
                  <a:pt x="19913" y="66534"/>
                  <a:pt x="20013" y="66534"/>
                  <a:pt x="20137" y="66484"/>
                </a:cubicBezTo>
                <a:close/>
                <a:moveTo>
                  <a:pt x="24941" y="66285"/>
                </a:moveTo>
                <a:cubicBezTo>
                  <a:pt x="26808" y="66285"/>
                  <a:pt x="28625" y="66484"/>
                  <a:pt x="30367" y="66907"/>
                </a:cubicBezTo>
                <a:cubicBezTo>
                  <a:pt x="30417" y="66907"/>
                  <a:pt x="30442" y="66932"/>
                  <a:pt x="30467" y="66932"/>
                </a:cubicBezTo>
                <a:cubicBezTo>
                  <a:pt x="30691" y="66982"/>
                  <a:pt x="30865" y="67032"/>
                  <a:pt x="31089" y="67081"/>
                </a:cubicBezTo>
                <a:cubicBezTo>
                  <a:pt x="31413" y="68276"/>
                  <a:pt x="31935" y="69297"/>
                  <a:pt x="32657" y="70143"/>
                </a:cubicBezTo>
                <a:lnTo>
                  <a:pt x="32608" y="70143"/>
                </a:lnTo>
                <a:cubicBezTo>
                  <a:pt x="32533" y="70093"/>
                  <a:pt x="32408" y="70093"/>
                  <a:pt x="32309" y="70068"/>
                </a:cubicBezTo>
                <a:cubicBezTo>
                  <a:pt x="31935" y="70019"/>
                  <a:pt x="31562" y="69969"/>
                  <a:pt x="31164" y="69944"/>
                </a:cubicBezTo>
                <a:cubicBezTo>
                  <a:pt x="31039" y="69944"/>
                  <a:pt x="30915" y="69919"/>
                  <a:pt x="30815" y="69919"/>
                </a:cubicBezTo>
                <a:cubicBezTo>
                  <a:pt x="30318" y="69894"/>
                  <a:pt x="29845" y="69844"/>
                  <a:pt x="29347" y="69844"/>
                </a:cubicBezTo>
                <a:cubicBezTo>
                  <a:pt x="28973" y="69844"/>
                  <a:pt x="28625" y="69844"/>
                  <a:pt x="28252" y="69894"/>
                </a:cubicBezTo>
                <a:cubicBezTo>
                  <a:pt x="28102" y="69894"/>
                  <a:pt x="27928" y="69919"/>
                  <a:pt x="27754" y="69919"/>
                </a:cubicBezTo>
                <a:cubicBezTo>
                  <a:pt x="27580" y="69919"/>
                  <a:pt x="27380" y="69944"/>
                  <a:pt x="27181" y="69944"/>
                </a:cubicBezTo>
                <a:lnTo>
                  <a:pt x="26509" y="70043"/>
                </a:lnTo>
                <a:cubicBezTo>
                  <a:pt x="26360" y="70068"/>
                  <a:pt x="26211" y="70068"/>
                  <a:pt x="26086" y="70093"/>
                </a:cubicBezTo>
                <a:cubicBezTo>
                  <a:pt x="25837" y="70143"/>
                  <a:pt x="25613" y="70193"/>
                  <a:pt x="25364" y="70218"/>
                </a:cubicBezTo>
                <a:cubicBezTo>
                  <a:pt x="25240" y="70268"/>
                  <a:pt x="25115" y="70268"/>
                  <a:pt x="24991" y="70292"/>
                </a:cubicBezTo>
                <a:lnTo>
                  <a:pt x="24244" y="70467"/>
                </a:lnTo>
                <a:cubicBezTo>
                  <a:pt x="24145" y="70492"/>
                  <a:pt x="24020" y="70541"/>
                  <a:pt x="23945" y="70541"/>
                </a:cubicBezTo>
                <a:cubicBezTo>
                  <a:pt x="23697" y="70591"/>
                  <a:pt x="23448" y="70691"/>
                  <a:pt x="23199" y="70740"/>
                </a:cubicBezTo>
                <a:cubicBezTo>
                  <a:pt x="23124" y="70790"/>
                  <a:pt x="23074" y="70790"/>
                  <a:pt x="23000" y="70815"/>
                </a:cubicBezTo>
                <a:cubicBezTo>
                  <a:pt x="22352" y="70218"/>
                  <a:pt x="21879" y="69571"/>
                  <a:pt x="21506" y="68849"/>
                </a:cubicBezTo>
                <a:cubicBezTo>
                  <a:pt x="21954" y="68027"/>
                  <a:pt x="22402" y="67181"/>
                  <a:pt x="22900" y="66360"/>
                </a:cubicBezTo>
                <a:lnTo>
                  <a:pt x="22950" y="66360"/>
                </a:lnTo>
                <a:cubicBezTo>
                  <a:pt x="23597" y="66310"/>
                  <a:pt x="24269" y="66285"/>
                  <a:pt x="24941" y="66285"/>
                </a:cubicBezTo>
                <a:close/>
                <a:moveTo>
                  <a:pt x="9807" y="70790"/>
                </a:moveTo>
                <a:lnTo>
                  <a:pt x="9807" y="70815"/>
                </a:lnTo>
                <a:lnTo>
                  <a:pt x="9807" y="70840"/>
                </a:lnTo>
                <a:lnTo>
                  <a:pt x="9757" y="70840"/>
                </a:lnTo>
                <a:lnTo>
                  <a:pt x="9757" y="70815"/>
                </a:lnTo>
                <a:lnTo>
                  <a:pt x="9782" y="70815"/>
                </a:lnTo>
                <a:cubicBezTo>
                  <a:pt x="9807" y="70815"/>
                  <a:pt x="9807" y="70790"/>
                  <a:pt x="9807" y="70790"/>
                </a:cubicBezTo>
                <a:close/>
                <a:moveTo>
                  <a:pt x="80100" y="70566"/>
                </a:moveTo>
                <a:cubicBezTo>
                  <a:pt x="80199" y="70666"/>
                  <a:pt x="80324" y="70765"/>
                  <a:pt x="80398" y="70815"/>
                </a:cubicBezTo>
                <a:lnTo>
                  <a:pt x="80374" y="70840"/>
                </a:lnTo>
                <a:cubicBezTo>
                  <a:pt x="80274" y="70765"/>
                  <a:pt x="80150" y="70666"/>
                  <a:pt x="80075" y="70591"/>
                </a:cubicBezTo>
                <a:lnTo>
                  <a:pt x="80100" y="70566"/>
                </a:lnTo>
                <a:close/>
                <a:moveTo>
                  <a:pt x="86347" y="64219"/>
                </a:moveTo>
                <a:cubicBezTo>
                  <a:pt x="86372" y="64219"/>
                  <a:pt x="86372" y="64244"/>
                  <a:pt x="86422" y="64244"/>
                </a:cubicBezTo>
                <a:cubicBezTo>
                  <a:pt x="84630" y="66484"/>
                  <a:pt x="82738" y="68699"/>
                  <a:pt x="80747" y="70840"/>
                </a:cubicBezTo>
                <a:cubicBezTo>
                  <a:pt x="80722" y="70840"/>
                  <a:pt x="80722" y="70815"/>
                  <a:pt x="80697" y="70815"/>
                </a:cubicBezTo>
                <a:cubicBezTo>
                  <a:pt x="82688" y="68674"/>
                  <a:pt x="84580" y="66459"/>
                  <a:pt x="86347" y="64219"/>
                </a:cubicBezTo>
                <a:close/>
                <a:moveTo>
                  <a:pt x="21382" y="69073"/>
                </a:moveTo>
                <a:cubicBezTo>
                  <a:pt x="21753" y="69716"/>
                  <a:pt x="22197" y="70334"/>
                  <a:pt x="22692" y="70904"/>
                </a:cubicBezTo>
                <a:lnTo>
                  <a:pt x="22692" y="70904"/>
                </a:lnTo>
                <a:cubicBezTo>
                  <a:pt x="22690" y="70904"/>
                  <a:pt x="22689" y="70904"/>
                  <a:pt x="22687" y="70904"/>
                </a:cubicBezTo>
                <a:cubicBezTo>
                  <a:pt x="22670" y="70904"/>
                  <a:pt x="22643" y="70915"/>
                  <a:pt x="22626" y="70915"/>
                </a:cubicBezTo>
                <a:cubicBezTo>
                  <a:pt x="22128" y="70392"/>
                  <a:pt x="21730" y="69795"/>
                  <a:pt x="21357" y="69147"/>
                </a:cubicBezTo>
                <a:cubicBezTo>
                  <a:pt x="21357" y="69098"/>
                  <a:pt x="21382" y="69098"/>
                  <a:pt x="21382" y="69073"/>
                </a:cubicBezTo>
                <a:close/>
                <a:moveTo>
                  <a:pt x="80573" y="70940"/>
                </a:moveTo>
                <a:cubicBezTo>
                  <a:pt x="80598" y="70940"/>
                  <a:pt x="80598" y="70964"/>
                  <a:pt x="80622" y="70964"/>
                </a:cubicBezTo>
                <a:lnTo>
                  <a:pt x="80598" y="71014"/>
                </a:lnTo>
                <a:cubicBezTo>
                  <a:pt x="80573" y="71014"/>
                  <a:pt x="80573" y="70964"/>
                  <a:pt x="80523" y="70964"/>
                </a:cubicBezTo>
                <a:lnTo>
                  <a:pt x="80573" y="70940"/>
                </a:lnTo>
                <a:close/>
                <a:moveTo>
                  <a:pt x="29297" y="70068"/>
                </a:moveTo>
                <a:cubicBezTo>
                  <a:pt x="29795" y="70068"/>
                  <a:pt x="30293" y="70093"/>
                  <a:pt x="30790" y="70143"/>
                </a:cubicBezTo>
                <a:cubicBezTo>
                  <a:pt x="30915" y="70143"/>
                  <a:pt x="31039" y="70168"/>
                  <a:pt x="31164" y="70168"/>
                </a:cubicBezTo>
                <a:cubicBezTo>
                  <a:pt x="31562" y="70193"/>
                  <a:pt x="31935" y="70268"/>
                  <a:pt x="32334" y="70317"/>
                </a:cubicBezTo>
                <a:cubicBezTo>
                  <a:pt x="32433" y="70342"/>
                  <a:pt x="32533" y="70342"/>
                  <a:pt x="32608" y="70392"/>
                </a:cubicBezTo>
                <a:cubicBezTo>
                  <a:pt x="32637" y="70347"/>
                  <a:pt x="32658" y="70338"/>
                  <a:pt x="32676" y="70338"/>
                </a:cubicBezTo>
                <a:cubicBezTo>
                  <a:pt x="32687" y="70338"/>
                  <a:pt x="32697" y="70342"/>
                  <a:pt x="32707" y="70342"/>
                </a:cubicBezTo>
                <a:cubicBezTo>
                  <a:pt x="32682" y="70392"/>
                  <a:pt x="32682" y="70392"/>
                  <a:pt x="32682" y="70417"/>
                </a:cubicBezTo>
                <a:cubicBezTo>
                  <a:pt x="32234" y="70317"/>
                  <a:pt x="31786" y="70268"/>
                  <a:pt x="31313" y="70218"/>
                </a:cubicBezTo>
                <a:cubicBezTo>
                  <a:pt x="31164" y="70218"/>
                  <a:pt x="31039" y="70193"/>
                  <a:pt x="30865" y="70193"/>
                </a:cubicBezTo>
                <a:cubicBezTo>
                  <a:pt x="30342" y="70168"/>
                  <a:pt x="29820" y="70143"/>
                  <a:pt x="29247" y="70143"/>
                </a:cubicBezTo>
                <a:lnTo>
                  <a:pt x="29197" y="70143"/>
                </a:lnTo>
                <a:cubicBezTo>
                  <a:pt x="28849" y="70143"/>
                  <a:pt x="28500" y="70143"/>
                  <a:pt x="28202" y="70168"/>
                </a:cubicBezTo>
                <a:cubicBezTo>
                  <a:pt x="27953" y="70168"/>
                  <a:pt x="27679" y="70193"/>
                  <a:pt x="27430" y="70218"/>
                </a:cubicBezTo>
                <a:cubicBezTo>
                  <a:pt x="27331" y="70218"/>
                  <a:pt x="27231" y="70218"/>
                  <a:pt x="27131" y="70268"/>
                </a:cubicBezTo>
                <a:cubicBezTo>
                  <a:pt x="26833" y="70292"/>
                  <a:pt x="26484" y="70317"/>
                  <a:pt x="26186" y="70392"/>
                </a:cubicBezTo>
                <a:lnTo>
                  <a:pt x="26061" y="70392"/>
                </a:lnTo>
                <a:cubicBezTo>
                  <a:pt x="25713" y="70442"/>
                  <a:pt x="25339" y="70516"/>
                  <a:pt x="24991" y="70566"/>
                </a:cubicBezTo>
                <a:cubicBezTo>
                  <a:pt x="24369" y="70691"/>
                  <a:pt x="23746" y="70840"/>
                  <a:pt x="23124" y="71039"/>
                </a:cubicBezTo>
                <a:lnTo>
                  <a:pt x="23099" y="71014"/>
                </a:lnTo>
                <a:lnTo>
                  <a:pt x="23074" y="70964"/>
                </a:lnTo>
                <a:cubicBezTo>
                  <a:pt x="23348" y="70890"/>
                  <a:pt x="23622" y="70815"/>
                  <a:pt x="23896" y="70716"/>
                </a:cubicBezTo>
                <a:cubicBezTo>
                  <a:pt x="23970" y="70716"/>
                  <a:pt x="23995" y="70691"/>
                  <a:pt x="24070" y="70691"/>
                </a:cubicBezTo>
                <a:cubicBezTo>
                  <a:pt x="24369" y="70641"/>
                  <a:pt x="24692" y="70541"/>
                  <a:pt x="24966" y="70467"/>
                </a:cubicBezTo>
                <a:cubicBezTo>
                  <a:pt x="25016" y="70467"/>
                  <a:pt x="25090" y="70442"/>
                  <a:pt x="25140" y="70442"/>
                </a:cubicBezTo>
                <a:cubicBezTo>
                  <a:pt x="25439" y="70392"/>
                  <a:pt x="25738" y="70317"/>
                  <a:pt x="26011" y="70292"/>
                </a:cubicBezTo>
                <a:cubicBezTo>
                  <a:pt x="26111" y="70268"/>
                  <a:pt x="26235" y="70268"/>
                  <a:pt x="26335" y="70268"/>
                </a:cubicBezTo>
                <a:cubicBezTo>
                  <a:pt x="26584" y="70218"/>
                  <a:pt x="26833" y="70193"/>
                  <a:pt x="27107" y="70168"/>
                </a:cubicBezTo>
                <a:cubicBezTo>
                  <a:pt x="27306" y="70143"/>
                  <a:pt x="27455" y="70143"/>
                  <a:pt x="27629" y="70143"/>
                </a:cubicBezTo>
                <a:cubicBezTo>
                  <a:pt x="27828" y="70143"/>
                  <a:pt x="28003" y="70093"/>
                  <a:pt x="28202" y="70093"/>
                </a:cubicBezTo>
                <a:cubicBezTo>
                  <a:pt x="28575" y="70068"/>
                  <a:pt x="28924" y="70068"/>
                  <a:pt x="29297" y="70068"/>
                </a:cubicBezTo>
                <a:close/>
                <a:moveTo>
                  <a:pt x="22891" y="71070"/>
                </a:moveTo>
                <a:cubicBezTo>
                  <a:pt x="22888" y="71070"/>
                  <a:pt x="22888" y="71077"/>
                  <a:pt x="22900" y="71089"/>
                </a:cubicBezTo>
                <a:cubicBezTo>
                  <a:pt x="22896" y="71082"/>
                  <a:pt x="22893" y="71076"/>
                  <a:pt x="22891" y="71070"/>
                </a:cubicBezTo>
                <a:close/>
                <a:moveTo>
                  <a:pt x="45377" y="70840"/>
                </a:moveTo>
                <a:cubicBezTo>
                  <a:pt x="45377" y="70890"/>
                  <a:pt x="45377" y="70940"/>
                  <a:pt x="45402" y="70964"/>
                </a:cubicBezTo>
                <a:cubicBezTo>
                  <a:pt x="45402" y="71014"/>
                  <a:pt x="45377" y="71064"/>
                  <a:pt x="45377" y="71089"/>
                </a:cubicBezTo>
                <a:cubicBezTo>
                  <a:pt x="45377" y="71064"/>
                  <a:pt x="45377" y="71014"/>
                  <a:pt x="45352" y="70964"/>
                </a:cubicBezTo>
                <a:cubicBezTo>
                  <a:pt x="45352" y="70915"/>
                  <a:pt x="45352" y="70890"/>
                  <a:pt x="45377" y="70840"/>
                </a:cubicBezTo>
                <a:close/>
                <a:moveTo>
                  <a:pt x="22850" y="71039"/>
                </a:moveTo>
                <a:cubicBezTo>
                  <a:pt x="22871" y="71039"/>
                  <a:pt x="22875" y="71039"/>
                  <a:pt x="22891" y="71070"/>
                </a:cubicBezTo>
                <a:lnTo>
                  <a:pt x="22891" y="71070"/>
                </a:lnTo>
                <a:cubicBezTo>
                  <a:pt x="22891" y="71070"/>
                  <a:pt x="22891" y="71070"/>
                  <a:pt x="22891" y="71070"/>
                </a:cubicBezTo>
                <a:cubicBezTo>
                  <a:pt x="22894" y="71070"/>
                  <a:pt x="22900" y="71076"/>
                  <a:pt x="22900" y="71089"/>
                </a:cubicBezTo>
                <a:cubicBezTo>
                  <a:pt x="22875" y="71089"/>
                  <a:pt x="22850" y="71089"/>
                  <a:pt x="22850" y="71139"/>
                </a:cubicBezTo>
                <a:lnTo>
                  <a:pt x="22825" y="71089"/>
                </a:lnTo>
                <a:cubicBezTo>
                  <a:pt x="22825" y="71089"/>
                  <a:pt x="22776" y="71089"/>
                  <a:pt x="22776" y="71064"/>
                </a:cubicBezTo>
                <a:cubicBezTo>
                  <a:pt x="22825" y="71064"/>
                  <a:pt x="22825" y="71064"/>
                  <a:pt x="22825" y="71039"/>
                </a:cubicBezTo>
                <a:close/>
                <a:moveTo>
                  <a:pt x="96926" y="63099"/>
                </a:moveTo>
                <a:cubicBezTo>
                  <a:pt x="98071" y="63248"/>
                  <a:pt x="99191" y="63348"/>
                  <a:pt x="100311" y="63373"/>
                </a:cubicBezTo>
                <a:cubicBezTo>
                  <a:pt x="98569" y="65986"/>
                  <a:pt x="96677" y="68575"/>
                  <a:pt x="94661" y="71139"/>
                </a:cubicBezTo>
                <a:cubicBezTo>
                  <a:pt x="94313" y="70765"/>
                  <a:pt x="93964" y="70417"/>
                  <a:pt x="93591" y="70068"/>
                </a:cubicBezTo>
                <a:cubicBezTo>
                  <a:pt x="94960" y="67729"/>
                  <a:pt x="96080" y="65364"/>
                  <a:pt x="96926" y="63099"/>
                </a:cubicBezTo>
                <a:close/>
                <a:moveTo>
                  <a:pt x="38905" y="61829"/>
                </a:moveTo>
                <a:cubicBezTo>
                  <a:pt x="39552" y="62377"/>
                  <a:pt x="40174" y="62950"/>
                  <a:pt x="40772" y="63547"/>
                </a:cubicBezTo>
                <a:cubicBezTo>
                  <a:pt x="40324" y="64792"/>
                  <a:pt x="40025" y="65986"/>
                  <a:pt x="39826" y="67181"/>
                </a:cubicBezTo>
                <a:cubicBezTo>
                  <a:pt x="39801" y="67281"/>
                  <a:pt x="39801" y="67380"/>
                  <a:pt x="39776" y="67480"/>
                </a:cubicBezTo>
                <a:lnTo>
                  <a:pt x="39776" y="67579"/>
                </a:lnTo>
                <a:cubicBezTo>
                  <a:pt x="39751" y="67704"/>
                  <a:pt x="39751" y="67828"/>
                  <a:pt x="39751" y="67953"/>
                </a:cubicBezTo>
                <a:cubicBezTo>
                  <a:pt x="39751" y="68077"/>
                  <a:pt x="39701" y="68226"/>
                  <a:pt x="39701" y="68351"/>
                </a:cubicBezTo>
                <a:cubicBezTo>
                  <a:pt x="39677" y="68575"/>
                  <a:pt x="39677" y="68799"/>
                  <a:pt x="39677" y="69023"/>
                </a:cubicBezTo>
                <a:lnTo>
                  <a:pt x="39677" y="69098"/>
                </a:lnTo>
                <a:lnTo>
                  <a:pt x="39677" y="69197"/>
                </a:lnTo>
                <a:lnTo>
                  <a:pt x="39677" y="69695"/>
                </a:lnTo>
                <a:cubicBezTo>
                  <a:pt x="39677" y="69844"/>
                  <a:pt x="39677" y="70043"/>
                  <a:pt x="39701" y="70193"/>
                </a:cubicBezTo>
                <a:cubicBezTo>
                  <a:pt x="39701" y="70292"/>
                  <a:pt x="39701" y="70392"/>
                  <a:pt x="39751" y="70442"/>
                </a:cubicBezTo>
                <a:lnTo>
                  <a:pt x="39751" y="70566"/>
                </a:lnTo>
                <a:lnTo>
                  <a:pt x="39751" y="70591"/>
                </a:lnTo>
                <a:cubicBezTo>
                  <a:pt x="39776" y="70765"/>
                  <a:pt x="39776" y="70890"/>
                  <a:pt x="39801" y="71039"/>
                </a:cubicBezTo>
                <a:cubicBezTo>
                  <a:pt x="39801" y="71089"/>
                  <a:pt x="39826" y="71164"/>
                  <a:pt x="39826" y="71213"/>
                </a:cubicBezTo>
                <a:lnTo>
                  <a:pt x="39776" y="71164"/>
                </a:lnTo>
                <a:lnTo>
                  <a:pt x="39776" y="71188"/>
                </a:lnTo>
                <a:lnTo>
                  <a:pt x="39701" y="71139"/>
                </a:lnTo>
                <a:cubicBezTo>
                  <a:pt x="39627" y="71039"/>
                  <a:pt x="39502" y="70940"/>
                  <a:pt x="39403" y="70840"/>
                </a:cubicBezTo>
                <a:cubicBezTo>
                  <a:pt x="39278" y="70716"/>
                  <a:pt x="39129" y="70591"/>
                  <a:pt x="39005" y="70516"/>
                </a:cubicBezTo>
                <a:cubicBezTo>
                  <a:pt x="38880" y="70417"/>
                  <a:pt x="38756" y="70292"/>
                  <a:pt x="38581" y="70193"/>
                </a:cubicBezTo>
                <a:lnTo>
                  <a:pt x="38208" y="69919"/>
                </a:lnTo>
                <a:cubicBezTo>
                  <a:pt x="38059" y="69795"/>
                  <a:pt x="37909" y="69695"/>
                  <a:pt x="37760" y="69571"/>
                </a:cubicBezTo>
                <a:cubicBezTo>
                  <a:pt x="37660" y="69521"/>
                  <a:pt x="37536" y="69421"/>
                  <a:pt x="37436" y="69347"/>
                </a:cubicBezTo>
                <a:cubicBezTo>
                  <a:pt x="37262" y="69222"/>
                  <a:pt x="37063" y="69098"/>
                  <a:pt x="36889" y="69023"/>
                </a:cubicBezTo>
                <a:cubicBezTo>
                  <a:pt x="36789" y="68948"/>
                  <a:pt x="36690" y="68899"/>
                  <a:pt x="36590" y="68849"/>
                </a:cubicBezTo>
                <a:cubicBezTo>
                  <a:pt x="36391" y="68724"/>
                  <a:pt x="36192" y="68600"/>
                  <a:pt x="35968" y="68475"/>
                </a:cubicBezTo>
                <a:cubicBezTo>
                  <a:pt x="35918" y="68450"/>
                  <a:pt x="35818" y="68401"/>
                  <a:pt x="35769" y="68351"/>
                </a:cubicBezTo>
                <a:cubicBezTo>
                  <a:pt x="35545" y="68226"/>
                  <a:pt x="35296" y="68102"/>
                  <a:pt x="35072" y="68027"/>
                </a:cubicBezTo>
                <a:lnTo>
                  <a:pt x="34898" y="67928"/>
                </a:lnTo>
                <a:cubicBezTo>
                  <a:pt x="34823" y="67903"/>
                  <a:pt x="34773" y="67853"/>
                  <a:pt x="34673" y="67828"/>
                </a:cubicBezTo>
                <a:cubicBezTo>
                  <a:pt x="36018" y="65862"/>
                  <a:pt x="37412" y="63846"/>
                  <a:pt x="38905" y="61829"/>
                </a:cubicBezTo>
                <a:close/>
                <a:moveTo>
                  <a:pt x="52272" y="66733"/>
                </a:moveTo>
                <a:lnTo>
                  <a:pt x="52272" y="66808"/>
                </a:lnTo>
                <a:lnTo>
                  <a:pt x="52197" y="67181"/>
                </a:lnTo>
                <a:lnTo>
                  <a:pt x="52197" y="67281"/>
                </a:lnTo>
                <a:cubicBezTo>
                  <a:pt x="52197" y="67405"/>
                  <a:pt x="52147" y="67530"/>
                  <a:pt x="52147" y="67679"/>
                </a:cubicBezTo>
                <a:lnTo>
                  <a:pt x="52147" y="67803"/>
                </a:lnTo>
                <a:lnTo>
                  <a:pt x="52147" y="68226"/>
                </a:lnTo>
                <a:cubicBezTo>
                  <a:pt x="52147" y="68301"/>
                  <a:pt x="52147" y="68351"/>
                  <a:pt x="52197" y="68426"/>
                </a:cubicBezTo>
                <a:cubicBezTo>
                  <a:pt x="52197" y="68575"/>
                  <a:pt x="52222" y="68699"/>
                  <a:pt x="52247" y="68849"/>
                </a:cubicBezTo>
                <a:lnTo>
                  <a:pt x="52247" y="68948"/>
                </a:lnTo>
                <a:cubicBezTo>
                  <a:pt x="50579" y="69894"/>
                  <a:pt x="48886" y="70666"/>
                  <a:pt x="47268" y="71263"/>
                </a:cubicBezTo>
                <a:cubicBezTo>
                  <a:pt x="47468" y="70940"/>
                  <a:pt x="47617" y="70666"/>
                  <a:pt x="47741" y="70442"/>
                </a:cubicBezTo>
                <a:cubicBezTo>
                  <a:pt x="47841" y="70317"/>
                  <a:pt x="47891" y="70168"/>
                  <a:pt x="47990" y="70019"/>
                </a:cubicBezTo>
                <a:cubicBezTo>
                  <a:pt x="48015" y="69944"/>
                  <a:pt x="48090" y="69894"/>
                  <a:pt x="48115" y="69819"/>
                </a:cubicBezTo>
                <a:cubicBezTo>
                  <a:pt x="48214" y="69645"/>
                  <a:pt x="48339" y="69421"/>
                  <a:pt x="48488" y="69147"/>
                </a:cubicBezTo>
                <a:cubicBezTo>
                  <a:pt x="49110" y="68799"/>
                  <a:pt x="49708" y="68401"/>
                  <a:pt x="50330" y="68027"/>
                </a:cubicBezTo>
                <a:cubicBezTo>
                  <a:pt x="50479" y="67928"/>
                  <a:pt x="50654" y="67803"/>
                  <a:pt x="50878" y="67679"/>
                </a:cubicBezTo>
                <a:cubicBezTo>
                  <a:pt x="51127" y="67530"/>
                  <a:pt x="51450" y="67330"/>
                  <a:pt x="51724" y="67106"/>
                </a:cubicBezTo>
                <a:lnTo>
                  <a:pt x="52272" y="66733"/>
                </a:lnTo>
                <a:close/>
                <a:moveTo>
                  <a:pt x="48090" y="69347"/>
                </a:moveTo>
                <a:lnTo>
                  <a:pt x="48090" y="69347"/>
                </a:lnTo>
                <a:cubicBezTo>
                  <a:pt x="47990" y="69471"/>
                  <a:pt x="47916" y="69645"/>
                  <a:pt x="47841" y="69770"/>
                </a:cubicBezTo>
                <a:cubicBezTo>
                  <a:pt x="47841" y="69787"/>
                  <a:pt x="47841" y="69805"/>
                  <a:pt x="47823" y="69805"/>
                </a:cubicBezTo>
                <a:cubicBezTo>
                  <a:pt x="47816" y="69805"/>
                  <a:pt x="47806" y="69802"/>
                  <a:pt x="47791" y="69795"/>
                </a:cubicBezTo>
                <a:lnTo>
                  <a:pt x="47791" y="69795"/>
                </a:lnTo>
                <a:cubicBezTo>
                  <a:pt x="47841" y="69819"/>
                  <a:pt x="47766" y="69919"/>
                  <a:pt x="47667" y="70068"/>
                </a:cubicBezTo>
                <a:cubicBezTo>
                  <a:pt x="47418" y="70467"/>
                  <a:pt x="47219" y="70890"/>
                  <a:pt x="46970" y="71288"/>
                </a:cubicBezTo>
                <a:cubicBezTo>
                  <a:pt x="47144" y="70915"/>
                  <a:pt x="47343" y="70591"/>
                  <a:pt x="47468" y="70342"/>
                </a:cubicBezTo>
                <a:cubicBezTo>
                  <a:pt x="47542" y="70193"/>
                  <a:pt x="47617" y="70043"/>
                  <a:pt x="47716" y="69894"/>
                </a:cubicBezTo>
                <a:cubicBezTo>
                  <a:pt x="47766" y="69844"/>
                  <a:pt x="47766" y="69819"/>
                  <a:pt x="47791" y="69795"/>
                </a:cubicBezTo>
                <a:lnTo>
                  <a:pt x="47791" y="69795"/>
                </a:lnTo>
                <a:cubicBezTo>
                  <a:pt x="47791" y="69795"/>
                  <a:pt x="47791" y="69795"/>
                  <a:pt x="47791" y="69795"/>
                </a:cubicBezTo>
                <a:cubicBezTo>
                  <a:pt x="47866" y="69670"/>
                  <a:pt x="47965" y="69546"/>
                  <a:pt x="48040" y="69396"/>
                </a:cubicBezTo>
                <a:lnTo>
                  <a:pt x="48090" y="69347"/>
                </a:lnTo>
                <a:close/>
                <a:moveTo>
                  <a:pt x="100635" y="63348"/>
                </a:moveTo>
                <a:cubicBezTo>
                  <a:pt x="98868" y="66036"/>
                  <a:pt x="96926" y="68674"/>
                  <a:pt x="94835" y="71288"/>
                </a:cubicBezTo>
                <a:lnTo>
                  <a:pt x="94810" y="71263"/>
                </a:lnTo>
                <a:cubicBezTo>
                  <a:pt x="96876" y="68674"/>
                  <a:pt x="98793" y="66036"/>
                  <a:pt x="100560" y="63348"/>
                </a:cubicBezTo>
                <a:close/>
                <a:moveTo>
                  <a:pt x="93516" y="70218"/>
                </a:moveTo>
                <a:lnTo>
                  <a:pt x="94537" y="71263"/>
                </a:lnTo>
                <a:cubicBezTo>
                  <a:pt x="94537" y="71288"/>
                  <a:pt x="94512" y="71288"/>
                  <a:pt x="94512" y="71313"/>
                </a:cubicBezTo>
                <a:lnTo>
                  <a:pt x="93466" y="70292"/>
                </a:lnTo>
                <a:cubicBezTo>
                  <a:pt x="93466" y="70268"/>
                  <a:pt x="93516" y="70218"/>
                  <a:pt x="93516" y="70218"/>
                </a:cubicBezTo>
                <a:close/>
                <a:moveTo>
                  <a:pt x="44406" y="68774"/>
                </a:moveTo>
                <a:cubicBezTo>
                  <a:pt x="44655" y="69297"/>
                  <a:pt x="44854" y="69844"/>
                  <a:pt x="45003" y="70417"/>
                </a:cubicBezTo>
                <a:cubicBezTo>
                  <a:pt x="44729" y="70541"/>
                  <a:pt x="44431" y="70666"/>
                  <a:pt x="44132" y="70815"/>
                </a:cubicBezTo>
                <a:cubicBezTo>
                  <a:pt x="44008" y="70890"/>
                  <a:pt x="43908" y="70915"/>
                  <a:pt x="43784" y="70964"/>
                </a:cubicBezTo>
                <a:cubicBezTo>
                  <a:pt x="43759" y="71014"/>
                  <a:pt x="43684" y="71014"/>
                  <a:pt x="43659" y="71039"/>
                </a:cubicBezTo>
                <a:cubicBezTo>
                  <a:pt x="43360" y="71164"/>
                  <a:pt x="43037" y="71288"/>
                  <a:pt x="42763" y="71388"/>
                </a:cubicBezTo>
                <a:lnTo>
                  <a:pt x="42763" y="71338"/>
                </a:lnTo>
                <a:cubicBezTo>
                  <a:pt x="42888" y="71164"/>
                  <a:pt x="43012" y="70940"/>
                  <a:pt x="43136" y="70765"/>
                </a:cubicBezTo>
                <a:cubicBezTo>
                  <a:pt x="43161" y="70716"/>
                  <a:pt x="43186" y="70691"/>
                  <a:pt x="43186" y="70641"/>
                </a:cubicBezTo>
                <a:cubicBezTo>
                  <a:pt x="43560" y="70019"/>
                  <a:pt x="43958" y="69396"/>
                  <a:pt x="44406" y="68774"/>
                </a:cubicBezTo>
                <a:close/>
                <a:moveTo>
                  <a:pt x="44297" y="68488"/>
                </a:moveTo>
                <a:cubicBezTo>
                  <a:pt x="44300" y="68488"/>
                  <a:pt x="44306" y="68500"/>
                  <a:pt x="44306" y="68525"/>
                </a:cubicBezTo>
                <a:lnTo>
                  <a:pt x="44306" y="68550"/>
                </a:lnTo>
                <a:cubicBezTo>
                  <a:pt x="43673" y="69499"/>
                  <a:pt x="43064" y="70472"/>
                  <a:pt x="42479" y="71400"/>
                </a:cubicBezTo>
                <a:lnTo>
                  <a:pt x="42479" y="71400"/>
                </a:lnTo>
                <a:cubicBezTo>
                  <a:pt x="43057" y="70395"/>
                  <a:pt x="43658" y="69437"/>
                  <a:pt x="44306" y="68525"/>
                </a:cubicBezTo>
                <a:cubicBezTo>
                  <a:pt x="44294" y="68500"/>
                  <a:pt x="44294" y="68488"/>
                  <a:pt x="44297" y="68488"/>
                </a:cubicBezTo>
                <a:close/>
                <a:moveTo>
                  <a:pt x="67132" y="57822"/>
                </a:moveTo>
                <a:cubicBezTo>
                  <a:pt x="68127" y="59315"/>
                  <a:pt x="69571" y="61108"/>
                  <a:pt x="71512" y="63124"/>
                </a:cubicBezTo>
                <a:cubicBezTo>
                  <a:pt x="71015" y="63721"/>
                  <a:pt x="70517" y="64319"/>
                  <a:pt x="69994" y="64891"/>
                </a:cubicBezTo>
                <a:cubicBezTo>
                  <a:pt x="69944" y="64941"/>
                  <a:pt x="69919" y="64966"/>
                  <a:pt x="69894" y="65040"/>
                </a:cubicBezTo>
                <a:lnTo>
                  <a:pt x="69795" y="65115"/>
                </a:lnTo>
                <a:cubicBezTo>
                  <a:pt x="69297" y="65663"/>
                  <a:pt x="68799" y="66185"/>
                  <a:pt x="68276" y="66708"/>
                </a:cubicBezTo>
                <a:cubicBezTo>
                  <a:pt x="68003" y="66982"/>
                  <a:pt x="67704" y="67281"/>
                  <a:pt x="67405" y="67554"/>
                </a:cubicBezTo>
                <a:lnTo>
                  <a:pt x="67306" y="67654"/>
                </a:lnTo>
                <a:cubicBezTo>
                  <a:pt x="67281" y="67679"/>
                  <a:pt x="67256" y="67704"/>
                  <a:pt x="67206" y="67704"/>
                </a:cubicBezTo>
                <a:cubicBezTo>
                  <a:pt x="67156" y="67754"/>
                  <a:pt x="67057" y="67828"/>
                  <a:pt x="67007" y="67878"/>
                </a:cubicBezTo>
                <a:cubicBezTo>
                  <a:pt x="66833" y="68002"/>
                  <a:pt x="66708" y="68152"/>
                  <a:pt x="66559" y="68301"/>
                </a:cubicBezTo>
                <a:cubicBezTo>
                  <a:pt x="66459" y="68351"/>
                  <a:pt x="66410" y="68450"/>
                  <a:pt x="66310" y="68500"/>
                </a:cubicBezTo>
                <a:lnTo>
                  <a:pt x="65762" y="68973"/>
                </a:lnTo>
                <a:cubicBezTo>
                  <a:pt x="65638" y="69073"/>
                  <a:pt x="65514" y="69197"/>
                  <a:pt x="65414" y="69297"/>
                </a:cubicBezTo>
                <a:cubicBezTo>
                  <a:pt x="65314" y="69396"/>
                  <a:pt x="65190" y="69471"/>
                  <a:pt x="65090" y="69546"/>
                </a:cubicBezTo>
                <a:cubicBezTo>
                  <a:pt x="65041" y="69595"/>
                  <a:pt x="64966" y="69645"/>
                  <a:pt x="64916" y="69695"/>
                </a:cubicBezTo>
                <a:cubicBezTo>
                  <a:pt x="64767" y="69819"/>
                  <a:pt x="64642" y="69944"/>
                  <a:pt x="64468" y="70043"/>
                </a:cubicBezTo>
                <a:cubicBezTo>
                  <a:pt x="64393" y="70143"/>
                  <a:pt x="64294" y="70193"/>
                  <a:pt x="64169" y="70243"/>
                </a:cubicBezTo>
                <a:cubicBezTo>
                  <a:pt x="64145" y="70292"/>
                  <a:pt x="64070" y="70317"/>
                  <a:pt x="64045" y="70342"/>
                </a:cubicBezTo>
                <a:cubicBezTo>
                  <a:pt x="63896" y="70467"/>
                  <a:pt x="63771" y="70566"/>
                  <a:pt x="63597" y="70691"/>
                </a:cubicBezTo>
                <a:cubicBezTo>
                  <a:pt x="63572" y="70716"/>
                  <a:pt x="63547" y="70716"/>
                  <a:pt x="63522" y="70740"/>
                </a:cubicBezTo>
                <a:cubicBezTo>
                  <a:pt x="63473" y="70740"/>
                  <a:pt x="63473" y="70790"/>
                  <a:pt x="63448" y="70790"/>
                </a:cubicBezTo>
                <a:lnTo>
                  <a:pt x="63074" y="71064"/>
                </a:lnTo>
                <a:cubicBezTo>
                  <a:pt x="62950" y="71188"/>
                  <a:pt x="62825" y="71313"/>
                  <a:pt x="62676" y="71437"/>
                </a:cubicBezTo>
                <a:lnTo>
                  <a:pt x="62477" y="71263"/>
                </a:lnTo>
                <a:lnTo>
                  <a:pt x="61979" y="70765"/>
                </a:lnTo>
                <a:lnTo>
                  <a:pt x="61805" y="70566"/>
                </a:lnTo>
                <a:lnTo>
                  <a:pt x="61307" y="70068"/>
                </a:lnTo>
                <a:cubicBezTo>
                  <a:pt x="61232" y="70019"/>
                  <a:pt x="61183" y="69969"/>
                  <a:pt x="61133" y="69919"/>
                </a:cubicBezTo>
                <a:cubicBezTo>
                  <a:pt x="60959" y="69770"/>
                  <a:pt x="60809" y="69595"/>
                  <a:pt x="60610" y="69446"/>
                </a:cubicBezTo>
                <a:lnTo>
                  <a:pt x="60486" y="69322"/>
                </a:lnTo>
                <a:cubicBezTo>
                  <a:pt x="60311" y="69172"/>
                  <a:pt x="60112" y="69023"/>
                  <a:pt x="59963" y="68849"/>
                </a:cubicBezTo>
                <a:cubicBezTo>
                  <a:pt x="59938" y="68824"/>
                  <a:pt x="59913" y="68799"/>
                  <a:pt x="59863" y="68799"/>
                </a:cubicBezTo>
                <a:cubicBezTo>
                  <a:pt x="59689" y="68650"/>
                  <a:pt x="59490" y="68450"/>
                  <a:pt x="59316" y="68301"/>
                </a:cubicBezTo>
                <a:lnTo>
                  <a:pt x="59266" y="68276"/>
                </a:lnTo>
                <a:cubicBezTo>
                  <a:pt x="58644" y="67729"/>
                  <a:pt x="58071" y="67305"/>
                  <a:pt x="57499" y="66932"/>
                </a:cubicBezTo>
                <a:cubicBezTo>
                  <a:pt x="57698" y="66783"/>
                  <a:pt x="57872" y="66609"/>
                  <a:pt x="58096" y="66434"/>
                </a:cubicBezTo>
                <a:cubicBezTo>
                  <a:pt x="58196" y="66335"/>
                  <a:pt x="58320" y="66285"/>
                  <a:pt x="58395" y="66185"/>
                </a:cubicBezTo>
                <a:cubicBezTo>
                  <a:pt x="58469" y="66111"/>
                  <a:pt x="58519" y="66061"/>
                  <a:pt x="58594" y="66036"/>
                </a:cubicBezTo>
                <a:cubicBezTo>
                  <a:pt x="59017" y="65663"/>
                  <a:pt x="59440" y="65314"/>
                  <a:pt x="59863" y="64941"/>
                </a:cubicBezTo>
                <a:cubicBezTo>
                  <a:pt x="59963" y="64841"/>
                  <a:pt x="60062" y="64742"/>
                  <a:pt x="60187" y="64692"/>
                </a:cubicBezTo>
                <a:lnTo>
                  <a:pt x="60212" y="64667"/>
                </a:lnTo>
                <a:cubicBezTo>
                  <a:pt x="61307" y="63671"/>
                  <a:pt x="62402" y="62676"/>
                  <a:pt x="63448" y="61630"/>
                </a:cubicBezTo>
                <a:lnTo>
                  <a:pt x="63473" y="61605"/>
                </a:lnTo>
                <a:lnTo>
                  <a:pt x="64966" y="60112"/>
                </a:lnTo>
                <a:cubicBezTo>
                  <a:pt x="65066" y="60012"/>
                  <a:pt x="65140" y="59938"/>
                  <a:pt x="65215" y="59863"/>
                </a:cubicBezTo>
                <a:cubicBezTo>
                  <a:pt x="65663" y="59440"/>
                  <a:pt x="66061" y="58967"/>
                  <a:pt x="66509" y="58519"/>
                </a:cubicBezTo>
                <a:cubicBezTo>
                  <a:pt x="66559" y="58444"/>
                  <a:pt x="66659" y="58370"/>
                  <a:pt x="66708" y="58270"/>
                </a:cubicBezTo>
                <a:cubicBezTo>
                  <a:pt x="66833" y="58121"/>
                  <a:pt x="67007" y="57971"/>
                  <a:pt x="67132" y="57822"/>
                </a:cubicBezTo>
                <a:close/>
                <a:moveTo>
                  <a:pt x="9285" y="69670"/>
                </a:moveTo>
                <a:cubicBezTo>
                  <a:pt x="9384" y="70043"/>
                  <a:pt x="9459" y="70417"/>
                  <a:pt x="9533" y="70765"/>
                </a:cubicBezTo>
                <a:cubicBezTo>
                  <a:pt x="9409" y="70840"/>
                  <a:pt x="9260" y="70964"/>
                  <a:pt x="9135" y="71064"/>
                </a:cubicBezTo>
                <a:cubicBezTo>
                  <a:pt x="8961" y="71188"/>
                  <a:pt x="8812" y="71313"/>
                  <a:pt x="8662" y="71413"/>
                </a:cubicBezTo>
                <a:cubicBezTo>
                  <a:pt x="8637" y="71437"/>
                  <a:pt x="8588" y="71437"/>
                  <a:pt x="8563" y="71462"/>
                </a:cubicBezTo>
                <a:cubicBezTo>
                  <a:pt x="8787" y="70865"/>
                  <a:pt x="9036" y="70243"/>
                  <a:pt x="9285" y="69670"/>
                </a:cubicBezTo>
                <a:close/>
                <a:moveTo>
                  <a:pt x="57349" y="67057"/>
                </a:moveTo>
                <a:cubicBezTo>
                  <a:pt x="58320" y="67679"/>
                  <a:pt x="59341" y="68525"/>
                  <a:pt x="60461" y="69546"/>
                </a:cubicBezTo>
                <a:lnTo>
                  <a:pt x="60486" y="69571"/>
                </a:lnTo>
                <a:cubicBezTo>
                  <a:pt x="60685" y="69770"/>
                  <a:pt x="60909" y="69944"/>
                  <a:pt x="61083" y="70143"/>
                </a:cubicBezTo>
                <a:lnTo>
                  <a:pt x="61183" y="70218"/>
                </a:lnTo>
                <a:cubicBezTo>
                  <a:pt x="61357" y="70417"/>
                  <a:pt x="61556" y="70566"/>
                  <a:pt x="61730" y="70765"/>
                </a:cubicBezTo>
                <a:lnTo>
                  <a:pt x="61904" y="70915"/>
                </a:lnTo>
                <a:cubicBezTo>
                  <a:pt x="62079" y="71089"/>
                  <a:pt x="62228" y="71288"/>
                  <a:pt x="62427" y="71437"/>
                </a:cubicBezTo>
                <a:lnTo>
                  <a:pt x="62527" y="71537"/>
                </a:lnTo>
                <a:cubicBezTo>
                  <a:pt x="62477" y="71562"/>
                  <a:pt x="62477" y="71562"/>
                  <a:pt x="62452" y="71562"/>
                </a:cubicBezTo>
                <a:lnTo>
                  <a:pt x="61979" y="71089"/>
                </a:lnTo>
                <a:lnTo>
                  <a:pt x="61855" y="70964"/>
                </a:lnTo>
                <a:lnTo>
                  <a:pt x="61606" y="70716"/>
                </a:lnTo>
                <a:cubicBezTo>
                  <a:pt x="60013" y="69172"/>
                  <a:pt x="58594" y="67953"/>
                  <a:pt x="57300" y="67081"/>
                </a:cubicBezTo>
                <a:cubicBezTo>
                  <a:pt x="57324" y="67081"/>
                  <a:pt x="57324" y="67057"/>
                  <a:pt x="57349" y="67057"/>
                </a:cubicBezTo>
                <a:close/>
                <a:moveTo>
                  <a:pt x="52247" y="69172"/>
                </a:moveTo>
                <a:lnTo>
                  <a:pt x="52247" y="69222"/>
                </a:lnTo>
                <a:cubicBezTo>
                  <a:pt x="50507" y="70191"/>
                  <a:pt x="48768" y="70986"/>
                  <a:pt x="47054" y="71583"/>
                </a:cubicBezTo>
                <a:lnTo>
                  <a:pt x="47054" y="71583"/>
                </a:lnTo>
                <a:cubicBezTo>
                  <a:pt x="47119" y="71560"/>
                  <a:pt x="47119" y="71537"/>
                  <a:pt x="47119" y="71537"/>
                </a:cubicBezTo>
                <a:cubicBezTo>
                  <a:pt x="48787" y="70940"/>
                  <a:pt x="50504" y="70168"/>
                  <a:pt x="52247" y="69172"/>
                </a:cubicBezTo>
                <a:close/>
                <a:moveTo>
                  <a:pt x="39985" y="67375"/>
                </a:moveTo>
                <a:cubicBezTo>
                  <a:pt x="39970" y="67487"/>
                  <a:pt x="39958" y="67596"/>
                  <a:pt x="39950" y="67704"/>
                </a:cubicBezTo>
                <a:lnTo>
                  <a:pt x="39950" y="67803"/>
                </a:lnTo>
                <a:cubicBezTo>
                  <a:pt x="39950" y="67928"/>
                  <a:pt x="39926" y="68027"/>
                  <a:pt x="39926" y="68152"/>
                </a:cubicBezTo>
                <a:cubicBezTo>
                  <a:pt x="39901" y="68351"/>
                  <a:pt x="39901" y="68575"/>
                  <a:pt x="39851" y="68774"/>
                </a:cubicBezTo>
                <a:lnTo>
                  <a:pt x="39851" y="68824"/>
                </a:lnTo>
                <a:cubicBezTo>
                  <a:pt x="39851" y="68899"/>
                  <a:pt x="39851" y="68973"/>
                  <a:pt x="39826" y="69048"/>
                </a:cubicBezTo>
                <a:cubicBezTo>
                  <a:pt x="39901" y="69073"/>
                  <a:pt x="39901" y="69098"/>
                  <a:pt x="39901" y="69098"/>
                </a:cubicBezTo>
                <a:lnTo>
                  <a:pt x="39901" y="69446"/>
                </a:lnTo>
                <a:lnTo>
                  <a:pt x="39901" y="69595"/>
                </a:lnTo>
                <a:lnTo>
                  <a:pt x="39901" y="69844"/>
                </a:lnTo>
                <a:cubicBezTo>
                  <a:pt x="39901" y="70043"/>
                  <a:pt x="39926" y="70193"/>
                  <a:pt x="39926" y="70342"/>
                </a:cubicBezTo>
                <a:lnTo>
                  <a:pt x="39926" y="70442"/>
                </a:lnTo>
                <a:lnTo>
                  <a:pt x="39926" y="70566"/>
                </a:lnTo>
                <a:cubicBezTo>
                  <a:pt x="39926" y="70666"/>
                  <a:pt x="39950" y="70765"/>
                  <a:pt x="39950" y="70890"/>
                </a:cubicBezTo>
                <a:lnTo>
                  <a:pt x="39950" y="70964"/>
                </a:lnTo>
                <a:cubicBezTo>
                  <a:pt x="39950" y="71064"/>
                  <a:pt x="40000" y="71188"/>
                  <a:pt x="40000" y="71288"/>
                </a:cubicBezTo>
                <a:cubicBezTo>
                  <a:pt x="40000" y="71338"/>
                  <a:pt x="40025" y="71413"/>
                  <a:pt x="40025" y="71437"/>
                </a:cubicBezTo>
                <a:cubicBezTo>
                  <a:pt x="40025" y="71512"/>
                  <a:pt x="40050" y="71537"/>
                  <a:pt x="40050" y="71587"/>
                </a:cubicBezTo>
                <a:lnTo>
                  <a:pt x="40050" y="71637"/>
                </a:lnTo>
                <a:lnTo>
                  <a:pt x="40025" y="71587"/>
                </a:lnTo>
                <a:lnTo>
                  <a:pt x="40000" y="71562"/>
                </a:lnTo>
                <a:cubicBezTo>
                  <a:pt x="40000" y="71537"/>
                  <a:pt x="40000" y="71512"/>
                  <a:pt x="39950" y="71462"/>
                </a:cubicBezTo>
                <a:lnTo>
                  <a:pt x="39950" y="71413"/>
                </a:lnTo>
                <a:cubicBezTo>
                  <a:pt x="39926" y="71313"/>
                  <a:pt x="39926" y="71213"/>
                  <a:pt x="39901" y="71089"/>
                </a:cubicBezTo>
                <a:lnTo>
                  <a:pt x="39901" y="71064"/>
                </a:lnTo>
                <a:cubicBezTo>
                  <a:pt x="39901" y="70964"/>
                  <a:pt x="39876" y="70840"/>
                  <a:pt x="39876" y="70765"/>
                </a:cubicBezTo>
                <a:cubicBezTo>
                  <a:pt x="39876" y="70641"/>
                  <a:pt x="39826" y="70516"/>
                  <a:pt x="39826" y="70392"/>
                </a:cubicBezTo>
                <a:cubicBezTo>
                  <a:pt x="39826" y="70268"/>
                  <a:pt x="39801" y="70168"/>
                  <a:pt x="39801" y="70043"/>
                </a:cubicBezTo>
                <a:lnTo>
                  <a:pt x="39801" y="69894"/>
                </a:lnTo>
                <a:lnTo>
                  <a:pt x="39801" y="69670"/>
                </a:lnTo>
                <a:lnTo>
                  <a:pt x="39801" y="69297"/>
                </a:lnTo>
                <a:lnTo>
                  <a:pt x="39801" y="69073"/>
                </a:lnTo>
                <a:lnTo>
                  <a:pt x="39801" y="68899"/>
                </a:lnTo>
                <a:cubicBezTo>
                  <a:pt x="39801" y="68774"/>
                  <a:pt x="39801" y="68650"/>
                  <a:pt x="39826" y="68475"/>
                </a:cubicBezTo>
                <a:cubicBezTo>
                  <a:pt x="39826" y="68351"/>
                  <a:pt x="39876" y="68226"/>
                  <a:pt x="39876" y="68102"/>
                </a:cubicBezTo>
                <a:cubicBezTo>
                  <a:pt x="39876" y="67953"/>
                  <a:pt x="39901" y="67828"/>
                  <a:pt x="39926" y="67679"/>
                </a:cubicBezTo>
                <a:cubicBezTo>
                  <a:pt x="39926" y="67604"/>
                  <a:pt x="39926" y="67579"/>
                  <a:pt x="39950" y="67530"/>
                </a:cubicBezTo>
                <a:cubicBezTo>
                  <a:pt x="39950" y="67482"/>
                  <a:pt x="39971" y="67424"/>
                  <a:pt x="39985" y="67375"/>
                </a:cubicBezTo>
                <a:close/>
                <a:moveTo>
                  <a:pt x="71512" y="63323"/>
                </a:moveTo>
                <a:lnTo>
                  <a:pt x="71537" y="63348"/>
                </a:lnTo>
                <a:cubicBezTo>
                  <a:pt x="71388" y="63572"/>
                  <a:pt x="71239" y="63746"/>
                  <a:pt x="71039" y="63970"/>
                </a:cubicBezTo>
                <a:cubicBezTo>
                  <a:pt x="71015" y="63995"/>
                  <a:pt x="70990" y="64070"/>
                  <a:pt x="70915" y="64095"/>
                </a:cubicBezTo>
                <a:cubicBezTo>
                  <a:pt x="70691" y="64343"/>
                  <a:pt x="70442" y="64617"/>
                  <a:pt x="70243" y="64866"/>
                </a:cubicBezTo>
                <a:cubicBezTo>
                  <a:pt x="69994" y="65165"/>
                  <a:pt x="69770" y="65414"/>
                  <a:pt x="69521" y="65688"/>
                </a:cubicBezTo>
                <a:lnTo>
                  <a:pt x="69397" y="65812"/>
                </a:lnTo>
                <a:cubicBezTo>
                  <a:pt x="69148" y="66061"/>
                  <a:pt x="68899" y="66310"/>
                  <a:pt x="68650" y="66584"/>
                </a:cubicBezTo>
                <a:cubicBezTo>
                  <a:pt x="68401" y="66833"/>
                  <a:pt x="68152" y="67106"/>
                  <a:pt x="67903" y="67355"/>
                </a:cubicBezTo>
                <a:lnTo>
                  <a:pt x="67804" y="67455"/>
                </a:lnTo>
                <a:cubicBezTo>
                  <a:pt x="67530" y="67729"/>
                  <a:pt x="67256" y="67978"/>
                  <a:pt x="66957" y="68226"/>
                </a:cubicBezTo>
                <a:cubicBezTo>
                  <a:pt x="66708" y="68475"/>
                  <a:pt x="66435" y="68724"/>
                  <a:pt x="66186" y="68948"/>
                </a:cubicBezTo>
                <a:cubicBezTo>
                  <a:pt x="65887" y="69222"/>
                  <a:pt x="65538" y="69521"/>
                  <a:pt x="65190" y="69795"/>
                </a:cubicBezTo>
                <a:cubicBezTo>
                  <a:pt x="65041" y="69919"/>
                  <a:pt x="64891" y="70068"/>
                  <a:pt x="64717" y="70193"/>
                </a:cubicBezTo>
                <a:cubicBezTo>
                  <a:pt x="64642" y="70292"/>
                  <a:pt x="64543" y="70342"/>
                  <a:pt x="64443" y="70442"/>
                </a:cubicBezTo>
                <a:lnTo>
                  <a:pt x="63323" y="71288"/>
                </a:lnTo>
                <a:cubicBezTo>
                  <a:pt x="63149" y="71437"/>
                  <a:pt x="62925" y="71587"/>
                  <a:pt x="62726" y="71711"/>
                </a:cubicBezTo>
                <a:lnTo>
                  <a:pt x="62701" y="71686"/>
                </a:lnTo>
                <a:lnTo>
                  <a:pt x="62676" y="71661"/>
                </a:lnTo>
                <a:cubicBezTo>
                  <a:pt x="62950" y="71437"/>
                  <a:pt x="63099" y="71338"/>
                  <a:pt x="63224" y="71213"/>
                </a:cubicBezTo>
                <a:cubicBezTo>
                  <a:pt x="63298" y="71188"/>
                  <a:pt x="63323" y="71114"/>
                  <a:pt x="63373" y="71089"/>
                </a:cubicBezTo>
                <a:cubicBezTo>
                  <a:pt x="63448" y="71064"/>
                  <a:pt x="63497" y="70989"/>
                  <a:pt x="63572" y="70964"/>
                </a:cubicBezTo>
                <a:lnTo>
                  <a:pt x="63597" y="70964"/>
                </a:lnTo>
                <a:cubicBezTo>
                  <a:pt x="63796" y="70840"/>
                  <a:pt x="63970" y="70691"/>
                  <a:pt x="64145" y="70541"/>
                </a:cubicBezTo>
                <a:cubicBezTo>
                  <a:pt x="64169" y="70492"/>
                  <a:pt x="64219" y="70467"/>
                  <a:pt x="64269" y="70442"/>
                </a:cubicBezTo>
                <a:cubicBezTo>
                  <a:pt x="64344" y="70367"/>
                  <a:pt x="64418" y="70317"/>
                  <a:pt x="64518" y="70243"/>
                </a:cubicBezTo>
                <a:cubicBezTo>
                  <a:pt x="64518" y="70243"/>
                  <a:pt x="64543" y="70243"/>
                  <a:pt x="64543" y="70218"/>
                </a:cubicBezTo>
                <a:cubicBezTo>
                  <a:pt x="64692" y="70093"/>
                  <a:pt x="64817" y="69969"/>
                  <a:pt x="64966" y="69869"/>
                </a:cubicBezTo>
                <a:cubicBezTo>
                  <a:pt x="65140" y="69745"/>
                  <a:pt x="65314" y="69595"/>
                  <a:pt x="65464" y="69471"/>
                </a:cubicBezTo>
                <a:cubicBezTo>
                  <a:pt x="65563" y="69421"/>
                  <a:pt x="65663" y="69322"/>
                  <a:pt x="65762" y="69222"/>
                </a:cubicBezTo>
                <a:cubicBezTo>
                  <a:pt x="65837" y="69172"/>
                  <a:pt x="65937" y="69073"/>
                  <a:pt x="66036" y="68998"/>
                </a:cubicBezTo>
                <a:cubicBezTo>
                  <a:pt x="66161" y="68923"/>
                  <a:pt x="66285" y="68799"/>
                  <a:pt x="66385" y="68699"/>
                </a:cubicBezTo>
                <a:lnTo>
                  <a:pt x="66435" y="68625"/>
                </a:lnTo>
                <a:lnTo>
                  <a:pt x="66484" y="68575"/>
                </a:lnTo>
                <a:cubicBezTo>
                  <a:pt x="66534" y="68550"/>
                  <a:pt x="66584" y="68525"/>
                  <a:pt x="66609" y="68450"/>
                </a:cubicBezTo>
                <a:cubicBezTo>
                  <a:pt x="66833" y="68276"/>
                  <a:pt x="67032" y="68077"/>
                  <a:pt x="67231" y="67878"/>
                </a:cubicBezTo>
                <a:lnTo>
                  <a:pt x="67331" y="67803"/>
                </a:lnTo>
                <a:cubicBezTo>
                  <a:pt x="67604" y="67554"/>
                  <a:pt x="67853" y="67256"/>
                  <a:pt x="68152" y="67007"/>
                </a:cubicBezTo>
                <a:lnTo>
                  <a:pt x="68301" y="66857"/>
                </a:lnTo>
                <a:lnTo>
                  <a:pt x="68351" y="66808"/>
                </a:lnTo>
                <a:cubicBezTo>
                  <a:pt x="68824" y="66335"/>
                  <a:pt x="69297" y="65837"/>
                  <a:pt x="69770" y="65339"/>
                </a:cubicBezTo>
                <a:cubicBezTo>
                  <a:pt x="69770" y="65314"/>
                  <a:pt x="69795" y="65314"/>
                  <a:pt x="69795" y="65289"/>
                </a:cubicBezTo>
                <a:cubicBezTo>
                  <a:pt x="69919" y="65165"/>
                  <a:pt x="70044" y="64991"/>
                  <a:pt x="70168" y="64866"/>
                </a:cubicBezTo>
                <a:cubicBezTo>
                  <a:pt x="70193" y="64841"/>
                  <a:pt x="70193" y="64816"/>
                  <a:pt x="70218" y="64816"/>
                </a:cubicBezTo>
                <a:cubicBezTo>
                  <a:pt x="70566" y="64443"/>
                  <a:pt x="70890" y="64045"/>
                  <a:pt x="71214" y="63671"/>
                </a:cubicBezTo>
                <a:cubicBezTo>
                  <a:pt x="71288" y="63572"/>
                  <a:pt x="71338" y="63497"/>
                  <a:pt x="71413" y="63447"/>
                </a:cubicBezTo>
                <a:cubicBezTo>
                  <a:pt x="71438" y="63422"/>
                  <a:pt x="71463" y="63348"/>
                  <a:pt x="71512" y="63323"/>
                </a:cubicBezTo>
                <a:close/>
                <a:moveTo>
                  <a:pt x="52520" y="70342"/>
                </a:moveTo>
                <a:lnTo>
                  <a:pt x="52520" y="70367"/>
                </a:lnTo>
                <a:lnTo>
                  <a:pt x="52520" y="70417"/>
                </a:lnTo>
                <a:cubicBezTo>
                  <a:pt x="51878" y="70862"/>
                  <a:pt x="51235" y="71307"/>
                  <a:pt x="50568" y="71728"/>
                </a:cubicBezTo>
                <a:lnTo>
                  <a:pt x="50568" y="71728"/>
                </a:lnTo>
                <a:cubicBezTo>
                  <a:pt x="50646" y="71671"/>
                  <a:pt x="50711" y="71611"/>
                  <a:pt x="50803" y="71537"/>
                </a:cubicBezTo>
                <a:cubicBezTo>
                  <a:pt x="51375" y="71164"/>
                  <a:pt x="51973" y="70765"/>
                  <a:pt x="52520" y="70342"/>
                </a:cubicBezTo>
                <a:close/>
                <a:moveTo>
                  <a:pt x="35430" y="68498"/>
                </a:moveTo>
                <a:lnTo>
                  <a:pt x="35430" y="68498"/>
                </a:lnTo>
                <a:cubicBezTo>
                  <a:pt x="35557" y="68565"/>
                  <a:pt x="35684" y="68632"/>
                  <a:pt x="35818" y="68699"/>
                </a:cubicBezTo>
                <a:cubicBezTo>
                  <a:pt x="35893" y="68724"/>
                  <a:pt x="35943" y="68749"/>
                  <a:pt x="36042" y="68824"/>
                </a:cubicBezTo>
                <a:cubicBezTo>
                  <a:pt x="36267" y="68948"/>
                  <a:pt x="36441" y="69073"/>
                  <a:pt x="36665" y="69197"/>
                </a:cubicBezTo>
                <a:cubicBezTo>
                  <a:pt x="36764" y="69247"/>
                  <a:pt x="36839" y="69322"/>
                  <a:pt x="36939" y="69347"/>
                </a:cubicBezTo>
                <a:cubicBezTo>
                  <a:pt x="37138" y="69471"/>
                  <a:pt x="37287" y="69571"/>
                  <a:pt x="37461" y="69695"/>
                </a:cubicBezTo>
                <a:cubicBezTo>
                  <a:pt x="37586" y="69745"/>
                  <a:pt x="37685" y="69844"/>
                  <a:pt x="37810" y="69919"/>
                </a:cubicBezTo>
                <a:cubicBezTo>
                  <a:pt x="37959" y="69994"/>
                  <a:pt x="38084" y="70118"/>
                  <a:pt x="38258" y="70218"/>
                </a:cubicBezTo>
                <a:lnTo>
                  <a:pt x="38631" y="70492"/>
                </a:lnTo>
                <a:cubicBezTo>
                  <a:pt x="38756" y="70591"/>
                  <a:pt x="38880" y="70691"/>
                  <a:pt x="38980" y="70815"/>
                </a:cubicBezTo>
                <a:cubicBezTo>
                  <a:pt x="39104" y="70940"/>
                  <a:pt x="39278" y="71039"/>
                  <a:pt x="39403" y="71164"/>
                </a:cubicBezTo>
                <a:cubicBezTo>
                  <a:pt x="39502" y="71238"/>
                  <a:pt x="39602" y="71338"/>
                  <a:pt x="39701" y="71437"/>
                </a:cubicBezTo>
                <a:lnTo>
                  <a:pt x="39901" y="71612"/>
                </a:lnTo>
                <a:lnTo>
                  <a:pt x="39926" y="71736"/>
                </a:lnTo>
                <a:lnTo>
                  <a:pt x="39477" y="71313"/>
                </a:lnTo>
                <a:cubicBezTo>
                  <a:pt x="39403" y="71213"/>
                  <a:pt x="39303" y="71164"/>
                  <a:pt x="39204" y="71064"/>
                </a:cubicBezTo>
                <a:cubicBezTo>
                  <a:pt x="39054" y="70940"/>
                  <a:pt x="38905" y="70790"/>
                  <a:pt x="38731" y="70666"/>
                </a:cubicBezTo>
                <a:cubicBezTo>
                  <a:pt x="38656" y="70566"/>
                  <a:pt x="38557" y="70492"/>
                  <a:pt x="38432" y="70442"/>
                </a:cubicBezTo>
                <a:cubicBezTo>
                  <a:pt x="38283" y="70317"/>
                  <a:pt x="38108" y="70193"/>
                  <a:pt x="37934" y="70068"/>
                </a:cubicBezTo>
                <a:cubicBezTo>
                  <a:pt x="37835" y="69969"/>
                  <a:pt x="37710" y="69919"/>
                  <a:pt x="37586" y="69844"/>
                </a:cubicBezTo>
                <a:cubicBezTo>
                  <a:pt x="37436" y="69720"/>
                  <a:pt x="37237" y="69620"/>
                  <a:pt x="37088" y="69496"/>
                </a:cubicBezTo>
                <a:cubicBezTo>
                  <a:pt x="36963" y="69446"/>
                  <a:pt x="36839" y="69347"/>
                  <a:pt x="36764" y="69297"/>
                </a:cubicBezTo>
                <a:cubicBezTo>
                  <a:pt x="36590" y="69197"/>
                  <a:pt x="36416" y="69073"/>
                  <a:pt x="36267" y="68973"/>
                </a:cubicBezTo>
                <a:cubicBezTo>
                  <a:pt x="36142" y="68923"/>
                  <a:pt x="35993" y="68824"/>
                  <a:pt x="35893" y="68774"/>
                </a:cubicBezTo>
                <a:cubicBezTo>
                  <a:pt x="35732" y="68682"/>
                  <a:pt x="35571" y="68590"/>
                  <a:pt x="35430" y="68498"/>
                </a:cubicBezTo>
                <a:close/>
                <a:moveTo>
                  <a:pt x="62601" y="71686"/>
                </a:moveTo>
                <a:cubicBezTo>
                  <a:pt x="62651" y="71686"/>
                  <a:pt x="62651" y="71686"/>
                  <a:pt x="62676" y="71711"/>
                </a:cubicBezTo>
                <a:cubicBezTo>
                  <a:pt x="62651" y="71761"/>
                  <a:pt x="62651" y="71761"/>
                  <a:pt x="62601" y="71761"/>
                </a:cubicBezTo>
                <a:lnTo>
                  <a:pt x="62576" y="71711"/>
                </a:lnTo>
                <a:lnTo>
                  <a:pt x="62601" y="71686"/>
                </a:lnTo>
                <a:close/>
                <a:moveTo>
                  <a:pt x="9260" y="69197"/>
                </a:moveTo>
                <a:lnTo>
                  <a:pt x="9260" y="69297"/>
                </a:lnTo>
                <a:cubicBezTo>
                  <a:pt x="8911" y="70093"/>
                  <a:pt x="8563" y="70940"/>
                  <a:pt x="8264" y="71761"/>
                </a:cubicBezTo>
                <a:cubicBezTo>
                  <a:pt x="8229" y="71778"/>
                  <a:pt x="8207" y="71784"/>
                  <a:pt x="8196" y="71794"/>
                </a:cubicBezTo>
                <a:lnTo>
                  <a:pt x="8196" y="71794"/>
                </a:lnTo>
                <a:cubicBezTo>
                  <a:pt x="8542" y="70928"/>
                  <a:pt x="8889" y="70063"/>
                  <a:pt x="9260" y="69197"/>
                </a:cubicBezTo>
                <a:close/>
                <a:moveTo>
                  <a:pt x="47642" y="69645"/>
                </a:moveTo>
                <a:cubicBezTo>
                  <a:pt x="47268" y="70268"/>
                  <a:pt x="46895" y="70915"/>
                  <a:pt x="46547" y="71537"/>
                </a:cubicBezTo>
                <a:lnTo>
                  <a:pt x="45725" y="71811"/>
                </a:lnTo>
                <a:cubicBezTo>
                  <a:pt x="45675" y="71537"/>
                  <a:pt x="45650" y="71263"/>
                  <a:pt x="45601" y="71014"/>
                </a:cubicBezTo>
                <a:cubicBezTo>
                  <a:pt x="45626" y="70890"/>
                  <a:pt x="45650" y="70765"/>
                  <a:pt x="45675" y="70666"/>
                </a:cubicBezTo>
                <a:cubicBezTo>
                  <a:pt x="46347" y="70342"/>
                  <a:pt x="46995" y="70019"/>
                  <a:pt x="47642" y="69645"/>
                </a:cubicBezTo>
                <a:close/>
                <a:moveTo>
                  <a:pt x="45426" y="71313"/>
                </a:moveTo>
                <a:cubicBezTo>
                  <a:pt x="45476" y="71512"/>
                  <a:pt x="45501" y="71661"/>
                  <a:pt x="45501" y="71836"/>
                </a:cubicBezTo>
                <a:lnTo>
                  <a:pt x="45476" y="71885"/>
                </a:lnTo>
                <a:cubicBezTo>
                  <a:pt x="45426" y="71711"/>
                  <a:pt x="45426" y="71587"/>
                  <a:pt x="45402" y="71437"/>
                </a:cubicBezTo>
                <a:cubicBezTo>
                  <a:pt x="45402" y="71413"/>
                  <a:pt x="45426" y="71338"/>
                  <a:pt x="45426" y="71313"/>
                </a:cubicBezTo>
                <a:close/>
                <a:moveTo>
                  <a:pt x="32832" y="70591"/>
                </a:moveTo>
                <a:lnTo>
                  <a:pt x="32085" y="71910"/>
                </a:lnTo>
                <a:lnTo>
                  <a:pt x="32035" y="71910"/>
                </a:lnTo>
                <a:lnTo>
                  <a:pt x="32782" y="70591"/>
                </a:lnTo>
                <a:close/>
                <a:moveTo>
                  <a:pt x="45103" y="70940"/>
                </a:moveTo>
                <a:lnTo>
                  <a:pt x="45103" y="70964"/>
                </a:lnTo>
                <a:cubicBezTo>
                  <a:pt x="44978" y="71288"/>
                  <a:pt x="44879" y="71587"/>
                  <a:pt x="44779" y="71910"/>
                </a:cubicBezTo>
                <a:cubicBezTo>
                  <a:pt x="44306" y="71811"/>
                  <a:pt x="43858" y="71761"/>
                  <a:pt x="43360" y="71761"/>
                </a:cubicBezTo>
                <a:cubicBezTo>
                  <a:pt x="43933" y="71512"/>
                  <a:pt x="44530" y="71213"/>
                  <a:pt x="45103" y="70940"/>
                </a:cubicBezTo>
                <a:close/>
                <a:moveTo>
                  <a:pt x="21257" y="69322"/>
                </a:moveTo>
                <a:cubicBezTo>
                  <a:pt x="21606" y="69919"/>
                  <a:pt x="21979" y="70467"/>
                  <a:pt x="22452" y="70964"/>
                </a:cubicBezTo>
                <a:cubicBezTo>
                  <a:pt x="22327" y="71014"/>
                  <a:pt x="22153" y="71064"/>
                  <a:pt x="22029" y="71089"/>
                </a:cubicBezTo>
                <a:cubicBezTo>
                  <a:pt x="21929" y="71139"/>
                  <a:pt x="21855" y="71164"/>
                  <a:pt x="21730" y="71188"/>
                </a:cubicBezTo>
                <a:lnTo>
                  <a:pt x="20983" y="71462"/>
                </a:lnTo>
                <a:cubicBezTo>
                  <a:pt x="20884" y="71512"/>
                  <a:pt x="20759" y="71562"/>
                  <a:pt x="20660" y="71587"/>
                </a:cubicBezTo>
                <a:cubicBezTo>
                  <a:pt x="20411" y="71686"/>
                  <a:pt x="20212" y="71811"/>
                  <a:pt x="19938" y="71910"/>
                </a:cubicBezTo>
                <a:cubicBezTo>
                  <a:pt x="19913" y="71910"/>
                  <a:pt x="19888" y="71935"/>
                  <a:pt x="19888" y="71935"/>
                </a:cubicBezTo>
                <a:cubicBezTo>
                  <a:pt x="20361" y="71089"/>
                  <a:pt x="20784" y="70193"/>
                  <a:pt x="21257" y="69322"/>
                </a:cubicBezTo>
                <a:close/>
                <a:moveTo>
                  <a:pt x="45277" y="71836"/>
                </a:moveTo>
                <a:lnTo>
                  <a:pt x="45277" y="71910"/>
                </a:lnTo>
                <a:cubicBezTo>
                  <a:pt x="45277" y="71935"/>
                  <a:pt x="45252" y="71935"/>
                  <a:pt x="45252" y="71935"/>
                </a:cubicBezTo>
                <a:cubicBezTo>
                  <a:pt x="45252" y="71910"/>
                  <a:pt x="45277" y="71885"/>
                  <a:pt x="45277" y="71836"/>
                </a:cubicBezTo>
                <a:close/>
                <a:moveTo>
                  <a:pt x="9558" y="70964"/>
                </a:moveTo>
                <a:lnTo>
                  <a:pt x="9583" y="71014"/>
                </a:lnTo>
                <a:cubicBezTo>
                  <a:pt x="9509" y="71064"/>
                  <a:pt x="9384" y="71164"/>
                  <a:pt x="9285" y="71263"/>
                </a:cubicBezTo>
                <a:cubicBezTo>
                  <a:pt x="9135" y="71388"/>
                  <a:pt x="8961" y="71462"/>
                  <a:pt x="8837" y="71587"/>
                </a:cubicBezTo>
                <a:cubicBezTo>
                  <a:pt x="8712" y="71686"/>
                  <a:pt x="8588" y="71786"/>
                  <a:pt x="8463" y="71910"/>
                </a:cubicBezTo>
                <a:cubicBezTo>
                  <a:pt x="8438" y="71935"/>
                  <a:pt x="8413" y="71960"/>
                  <a:pt x="8388" y="71960"/>
                </a:cubicBezTo>
                <a:cubicBezTo>
                  <a:pt x="8388" y="71935"/>
                  <a:pt x="8413" y="71910"/>
                  <a:pt x="8413" y="71836"/>
                </a:cubicBezTo>
                <a:cubicBezTo>
                  <a:pt x="8438" y="71811"/>
                  <a:pt x="8488" y="71786"/>
                  <a:pt x="8538" y="71711"/>
                </a:cubicBezTo>
                <a:cubicBezTo>
                  <a:pt x="8911" y="71462"/>
                  <a:pt x="9210" y="71213"/>
                  <a:pt x="9558" y="70964"/>
                </a:cubicBezTo>
                <a:close/>
                <a:moveTo>
                  <a:pt x="33031" y="70666"/>
                </a:moveTo>
                <a:cubicBezTo>
                  <a:pt x="33056" y="70666"/>
                  <a:pt x="33056" y="70666"/>
                  <a:pt x="33080" y="70691"/>
                </a:cubicBezTo>
                <a:cubicBezTo>
                  <a:pt x="33578" y="71188"/>
                  <a:pt x="34151" y="71587"/>
                  <a:pt x="34723" y="71960"/>
                </a:cubicBezTo>
                <a:cubicBezTo>
                  <a:pt x="34213" y="71924"/>
                  <a:pt x="33690" y="71901"/>
                  <a:pt x="33162" y="71901"/>
                </a:cubicBezTo>
                <a:cubicBezTo>
                  <a:pt x="32969" y="71901"/>
                  <a:pt x="32776" y="71904"/>
                  <a:pt x="32583" y="71910"/>
                </a:cubicBezTo>
                <a:cubicBezTo>
                  <a:pt x="32483" y="71910"/>
                  <a:pt x="32408" y="71935"/>
                  <a:pt x="32309" y="71935"/>
                </a:cubicBezTo>
                <a:cubicBezTo>
                  <a:pt x="32558" y="71512"/>
                  <a:pt x="32782" y="71064"/>
                  <a:pt x="33031" y="70666"/>
                </a:cubicBezTo>
                <a:close/>
                <a:moveTo>
                  <a:pt x="45178" y="71313"/>
                </a:moveTo>
                <a:cubicBezTo>
                  <a:pt x="45178" y="71338"/>
                  <a:pt x="45227" y="71413"/>
                  <a:pt x="45227" y="71437"/>
                </a:cubicBezTo>
                <a:cubicBezTo>
                  <a:pt x="45153" y="71637"/>
                  <a:pt x="45103" y="71786"/>
                  <a:pt x="45053" y="71960"/>
                </a:cubicBezTo>
                <a:lnTo>
                  <a:pt x="45003" y="71960"/>
                </a:lnTo>
                <a:cubicBezTo>
                  <a:pt x="45053" y="71711"/>
                  <a:pt x="45128" y="71537"/>
                  <a:pt x="45178" y="71313"/>
                </a:cubicBezTo>
                <a:close/>
                <a:moveTo>
                  <a:pt x="33454" y="70765"/>
                </a:moveTo>
                <a:cubicBezTo>
                  <a:pt x="33479" y="70765"/>
                  <a:pt x="33553" y="70790"/>
                  <a:pt x="33578" y="70790"/>
                </a:cubicBezTo>
                <a:cubicBezTo>
                  <a:pt x="34151" y="71288"/>
                  <a:pt x="34773" y="71686"/>
                  <a:pt x="35445" y="72010"/>
                </a:cubicBezTo>
                <a:cubicBezTo>
                  <a:pt x="35346" y="72010"/>
                  <a:pt x="35296" y="71960"/>
                  <a:pt x="35196" y="71960"/>
                </a:cubicBezTo>
                <a:cubicBezTo>
                  <a:pt x="34549" y="71637"/>
                  <a:pt x="33952" y="71213"/>
                  <a:pt x="33454" y="70765"/>
                </a:cubicBezTo>
                <a:close/>
                <a:moveTo>
                  <a:pt x="41120" y="63871"/>
                </a:moveTo>
                <a:cubicBezTo>
                  <a:pt x="42440" y="65314"/>
                  <a:pt x="43485" y="66783"/>
                  <a:pt x="44182" y="68226"/>
                </a:cubicBezTo>
                <a:cubicBezTo>
                  <a:pt x="43435" y="69347"/>
                  <a:pt x="42738" y="70442"/>
                  <a:pt x="42066" y="71562"/>
                </a:cubicBezTo>
                <a:lnTo>
                  <a:pt x="42041" y="71562"/>
                </a:lnTo>
                <a:cubicBezTo>
                  <a:pt x="42016" y="71562"/>
                  <a:pt x="41991" y="71587"/>
                  <a:pt x="41991" y="71587"/>
                </a:cubicBezTo>
                <a:cubicBezTo>
                  <a:pt x="41867" y="71686"/>
                  <a:pt x="41743" y="71711"/>
                  <a:pt x="41618" y="71761"/>
                </a:cubicBezTo>
                <a:cubicBezTo>
                  <a:pt x="41245" y="71885"/>
                  <a:pt x="40896" y="71960"/>
                  <a:pt x="40523" y="72060"/>
                </a:cubicBezTo>
                <a:cubicBezTo>
                  <a:pt x="40448" y="72010"/>
                  <a:pt x="40423" y="71935"/>
                  <a:pt x="40374" y="71910"/>
                </a:cubicBezTo>
                <a:lnTo>
                  <a:pt x="40274" y="71437"/>
                </a:lnTo>
                <a:cubicBezTo>
                  <a:pt x="40274" y="71388"/>
                  <a:pt x="40249" y="71313"/>
                  <a:pt x="40249" y="71213"/>
                </a:cubicBezTo>
                <a:cubicBezTo>
                  <a:pt x="40199" y="71064"/>
                  <a:pt x="40199" y="70915"/>
                  <a:pt x="40174" y="70765"/>
                </a:cubicBezTo>
                <a:lnTo>
                  <a:pt x="40174" y="70716"/>
                </a:lnTo>
                <a:lnTo>
                  <a:pt x="40174" y="70691"/>
                </a:lnTo>
                <a:cubicBezTo>
                  <a:pt x="40174" y="70641"/>
                  <a:pt x="40150" y="70566"/>
                  <a:pt x="40150" y="70467"/>
                </a:cubicBezTo>
                <a:cubicBezTo>
                  <a:pt x="40150" y="70342"/>
                  <a:pt x="40150" y="70268"/>
                  <a:pt x="40125" y="70143"/>
                </a:cubicBezTo>
                <a:cubicBezTo>
                  <a:pt x="40125" y="70019"/>
                  <a:pt x="40075" y="69919"/>
                  <a:pt x="40075" y="69795"/>
                </a:cubicBezTo>
                <a:lnTo>
                  <a:pt x="40075" y="69720"/>
                </a:lnTo>
                <a:lnTo>
                  <a:pt x="40075" y="69645"/>
                </a:lnTo>
                <a:lnTo>
                  <a:pt x="40075" y="69571"/>
                </a:lnTo>
                <a:cubicBezTo>
                  <a:pt x="40075" y="69197"/>
                  <a:pt x="40075" y="68799"/>
                  <a:pt x="40125" y="68401"/>
                </a:cubicBezTo>
                <a:cubicBezTo>
                  <a:pt x="40125" y="68301"/>
                  <a:pt x="40125" y="68226"/>
                  <a:pt x="40150" y="68152"/>
                </a:cubicBezTo>
                <a:cubicBezTo>
                  <a:pt x="40249" y="67231"/>
                  <a:pt x="40398" y="66310"/>
                  <a:pt x="40647" y="65364"/>
                </a:cubicBezTo>
                <a:cubicBezTo>
                  <a:pt x="40772" y="64866"/>
                  <a:pt x="40921" y="64368"/>
                  <a:pt x="41120" y="63871"/>
                </a:cubicBezTo>
                <a:close/>
                <a:moveTo>
                  <a:pt x="46422" y="71786"/>
                </a:moveTo>
                <a:cubicBezTo>
                  <a:pt x="46422" y="71811"/>
                  <a:pt x="46397" y="71836"/>
                  <a:pt x="46397" y="71836"/>
                </a:cubicBezTo>
                <a:cubicBezTo>
                  <a:pt x="46173" y="71910"/>
                  <a:pt x="45924" y="71960"/>
                  <a:pt x="45725" y="72060"/>
                </a:cubicBezTo>
                <a:lnTo>
                  <a:pt x="45725" y="72010"/>
                </a:lnTo>
                <a:cubicBezTo>
                  <a:pt x="45974" y="71935"/>
                  <a:pt x="46173" y="71836"/>
                  <a:pt x="46422" y="71786"/>
                </a:cubicBezTo>
                <a:close/>
                <a:moveTo>
                  <a:pt x="40125" y="71935"/>
                </a:moveTo>
                <a:lnTo>
                  <a:pt x="40150" y="71960"/>
                </a:lnTo>
                <a:lnTo>
                  <a:pt x="40174" y="72010"/>
                </a:lnTo>
                <a:lnTo>
                  <a:pt x="40199" y="72085"/>
                </a:lnTo>
                <a:lnTo>
                  <a:pt x="40150" y="72035"/>
                </a:lnTo>
                <a:cubicBezTo>
                  <a:pt x="40150" y="72010"/>
                  <a:pt x="40150" y="71960"/>
                  <a:pt x="40125" y="71935"/>
                </a:cubicBezTo>
                <a:close/>
                <a:moveTo>
                  <a:pt x="21058" y="69073"/>
                </a:moveTo>
                <a:cubicBezTo>
                  <a:pt x="21133" y="69098"/>
                  <a:pt x="21133" y="69098"/>
                  <a:pt x="21133" y="69147"/>
                </a:cubicBezTo>
                <a:cubicBezTo>
                  <a:pt x="20610" y="70143"/>
                  <a:pt x="20112" y="71089"/>
                  <a:pt x="19639" y="72085"/>
                </a:cubicBezTo>
                <a:cubicBezTo>
                  <a:pt x="19614" y="72085"/>
                  <a:pt x="19589" y="72134"/>
                  <a:pt x="19540" y="72134"/>
                </a:cubicBezTo>
                <a:cubicBezTo>
                  <a:pt x="20038" y="71089"/>
                  <a:pt x="20535" y="70093"/>
                  <a:pt x="21058" y="69073"/>
                </a:cubicBezTo>
                <a:close/>
                <a:moveTo>
                  <a:pt x="42912" y="71935"/>
                </a:moveTo>
                <a:cubicBezTo>
                  <a:pt x="43510" y="71935"/>
                  <a:pt x="44132" y="71960"/>
                  <a:pt x="44729" y="72085"/>
                </a:cubicBezTo>
                <a:cubicBezTo>
                  <a:pt x="44655" y="72085"/>
                  <a:pt x="44630" y="72134"/>
                  <a:pt x="44555" y="72134"/>
                </a:cubicBezTo>
                <a:cubicBezTo>
                  <a:pt x="44131" y="72042"/>
                  <a:pt x="43679" y="71991"/>
                  <a:pt x="43230" y="71991"/>
                </a:cubicBezTo>
                <a:cubicBezTo>
                  <a:pt x="43073" y="71991"/>
                  <a:pt x="42917" y="71997"/>
                  <a:pt x="42763" y="72010"/>
                </a:cubicBezTo>
                <a:cubicBezTo>
                  <a:pt x="42813" y="71960"/>
                  <a:pt x="42863" y="71960"/>
                  <a:pt x="42912" y="71935"/>
                </a:cubicBezTo>
                <a:close/>
                <a:moveTo>
                  <a:pt x="11077" y="54885"/>
                </a:moveTo>
                <a:lnTo>
                  <a:pt x="11077" y="54885"/>
                </a:lnTo>
                <a:cubicBezTo>
                  <a:pt x="9807" y="58519"/>
                  <a:pt x="9085" y="62004"/>
                  <a:pt x="9011" y="65190"/>
                </a:cubicBezTo>
                <a:lnTo>
                  <a:pt x="9011" y="65464"/>
                </a:lnTo>
                <a:lnTo>
                  <a:pt x="9011" y="66584"/>
                </a:lnTo>
                <a:cubicBezTo>
                  <a:pt x="9011" y="66733"/>
                  <a:pt x="9011" y="66907"/>
                  <a:pt x="9036" y="67032"/>
                </a:cubicBezTo>
                <a:cubicBezTo>
                  <a:pt x="9036" y="67106"/>
                  <a:pt x="9036" y="67206"/>
                  <a:pt x="9061" y="67305"/>
                </a:cubicBezTo>
                <a:cubicBezTo>
                  <a:pt x="9061" y="67530"/>
                  <a:pt x="9085" y="67729"/>
                  <a:pt x="9085" y="67928"/>
                </a:cubicBezTo>
                <a:cubicBezTo>
                  <a:pt x="9110" y="68102"/>
                  <a:pt x="9110" y="68301"/>
                  <a:pt x="9160" y="68450"/>
                </a:cubicBezTo>
                <a:cubicBezTo>
                  <a:pt x="9160" y="68575"/>
                  <a:pt x="9185" y="68699"/>
                  <a:pt x="9185" y="68824"/>
                </a:cubicBezTo>
                <a:cubicBezTo>
                  <a:pt x="8712" y="69894"/>
                  <a:pt x="8289" y="70964"/>
                  <a:pt x="7866" y="72060"/>
                </a:cubicBezTo>
                <a:lnTo>
                  <a:pt x="7791" y="72159"/>
                </a:lnTo>
                <a:cubicBezTo>
                  <a:pt x="5675" y="69894"/>
                  <a:pt x="4331" y="67480"/>
                  <a:pt x="3833" y="65215"/>
                </a:cubicBezTo>
                <a:cubicBezTo>
                  <a:pt x="4904" y="62302"/>
                  <a:pt x="6198" y="59340"/>
                  <a:pt x="7766" y="56353"/>
                </a:cubicBezTo>
                <a:cubicBezTo>
                  <a:pt x="8712" y="55756"/>
                  <a:pt x="9832" y="55258"/>
                  <a:pt x="11077" y="54885"/>
                </a:cubicBezTo>
                <a:close/>
                <a:moveTo>
                  <a:pt x="31985" y="72134"/>
                </a:moveTo>
                <a:cubicBezTo>
                  <a:pt x="31985" y="72159"/>
                  <a:pt x="31960" y="72159"/>
                  <a:pt x="31960" y="72184"/>
                </a:cubicBezTo>
                <a:lnTo>
                  <a:pt x="31911" y="72184"/>
                </a:lnTo>
                <a:cubicBezTo>
                  <a:pt x="31911" y="72159"/>
                  <a:pt x="31935" y="72159"/>
                  <a:pt x="31935" y="72134"/>
                </a:cubicBezTo>
                <a:close/>
                <a:moveTo>
                  <a:pt x="45153" y="72159"/>
                </a:moveTo>
                <a:cubicBezTo>
                  <a:pt x="45178" y="72159"/>
                  <a:pt x="45227" y="72159"/>
                  <a:pt x="45252" y="72184"/>
                </a:cubicBezTo>
                <a:cubicBezTo>
                  <a:pt x="45227" y="72184"/>
                  <a:pt x="45178" y="72209"/>
                  <a:pt x="45153" y="72209"/>
                </a:cubicBezTo>
                <a:lnTo>
                  <a:pt x="45153" y="72159"/>
                </a:lnTo>
                <a:close/>
                <a:moveTo>
                  <a:pt x="71811" y="63348"/>
                </a:moveTo>
                <a:lnTo>
                  <a:pt x="72234" y="63746"/>
                </a:lnTo>
                <a:cubicBezTo>
                  <a:pt x="69446" y="66733"/>
                  <a:pt x="66534" y="69546"/>
                  <a:pt x="63423" y="72209"/>
                </a:cubicBezTo>
                <a:cubicBezTo>
                  <a:pt x="63273" y="72060"/>
                  <a:pt x="63149" y="71910"/>
                  <a:pt x="62975" y="71761"/>
                </a:cubicBezTo>
                <a:lnTo>
                  <a:pt x="63348" y="71462"/>
                </a:lnTo>
                <a:cubicBezTo>
                  <a:pt x="63522" y="71338"/>
                  <a:pt x="63697" y="71213"/>
                  <a:pt x="63846" y="71089"/>
                </a:cubicBezTo>
                <a:cubicBezTo>
                  <a:pt x="64045" y="70940"/>
                  <a:pt x="64219" y="70815"/>
                  <a:pt x="64418" y="70666"/>
                </a:cubicBezTo>
                <a:cubicBezTo>
                  <a:pt x="64443" y="70641"/>
                  <a:pt x="64518" y="70591"/>
                  <a:pt x="64543" y="70566"/>
                </a:cubicBezTo>
                <a:cubicBezTo>
                  <a:pt x="64568" y="70541"/>
                  <a:pt x="64642" y="70516"/>
                  <a:pt x="64667" y="70467"/>
                </a:cubicBezTo>
                <a:lnTo>
                  <a:pt x="64767" y="70367"/>
                </a:lnTo>
                <a:cubicBezTo>
                  <a:pt x="65314" y="69944"/>
                  <a:pt x="65837" y="69471"/>
                  <a:pt x="66385" y="68998"/>
                </a:cubicBezTo>
                <a:lnTo>
                  <a:pt x="66410" y="68973"/>
                </a:lnTo>
                <a:lnTo>
                  <a:pt x="66459" y="68923"/>
                </a:lnTo>
                <a:cubicBezTo>
                  <a:pt x="66957" y="68475"/>
                  <a:pt x="67430" y="68052"/>
                  <a:pt x="67903" y="67579"/>
                </a:cubicBezTo>
                <a:cubicBezTo>
                  <a:pt x="68003" y="67530"/>
                  <a:pt x="68052" y="67430"/>
                  <a:pt x="68152" y="67355"/>
                </a:cubicBezTo>
                <a:lnTo>
                  <a:pt x="68202" y="67305"/>
                </a:lnTo>
                <a:lnTo>
                  <a:pt x="68301" y="67206"/>
                </a:lnTo>
                <a:cubicBezTo>
                  <a:pt x="68700" y="66808"/>
                  <a:pt x="69123" y="66409"/>
                  <a:pt x="69521" y="65961"/>
                </a:cubicBezTo>
                <a:cubicBezTo>
                  <a:pt x="69646" y="65837"/>
                  <a:pt x="69745" y="65712"/>
                  <a:pt x="69870" y="65588"/>
                </a:cubicBezTo>
                <a:cubicBezTo>
                  <a:pt x="69894" y="65563"/>
                  <a:pt x="69894" y="65538"/>
                  <a:pt x="69919" y="65538"/>
                </a:cubicBezTo>
                <a:cubicBezTo>
                  <a:pt x="70193" y="65215"/>
                  <a:pt x="70492" y="64916"/>
                  <a:pt x="70766" y="64567"/>
                </a:cubicBezTo>
                <a:cubicBezTo>
                  <a:pt x="70865" y="64468"/>
                  <a:pt x="70940" y="64368"/>
                  <a:pt x="71015" y="64294"/>
                </a:cubicBezTo>
                <a:cubicBezTo>
                  <a:pt x="71139" y="64119"/>
                  <a:pt x="71263" y="63995"/>
                  <a:pt x="71388" y="63846"/>
                </a:cubicBezTo>
                <a:lnTo>
                  <a:pt x="71413" y="63821"/>
                </a:lnTo>
                <a:cubicBezTo>
                  <a:pt x="71537" y="63671"/>
                  <a:pt x="71687" y="63497"/>
                  <a:pt x="71811" y="63348"/>
                </a:cubicBezTo>
                <a:close/>
                <a:moveTo>
                  <a:pt x="33221" y="72051"/>
                </a:moveTo>
                <a:cubicBezTo>
                  <a:pt x="33878" y="72051"/>
                  <a:pt x="34525" y="72083"/>
                  <a:pt x="35171" y="72159"/>
                </a:cubicBezTo>
                <a:cubicBezTo>
                  <a:pt x="35221" y="72184"/>
                  <a:pt x="35321" y="72209"/>
                  <a:pt x="35370" y="72259"/>
                </a:cubicBezTo>
                <a:cubicBezTo>
                  <a:pt x="34706" y="72166"/>
                  <a:pt x="34028" y="72115"/>
                  <a:pt x="33336" y="72115"/>
                </a:cubicBezTo>
                <a:cubicBezTo>
                  <a:pt x="33095" y="72115"/>
                  <a:pt x="32852" y="72121"/>
                  <a:pt x="32608" y="72134"/>
                </a:cubicBezTo>
                <a:cubicBezTo>
                  <a:pt x="32458" y="72134"/>
                  <a:pt x="32334" y="72159"/>
                  <a:pt x="32184" y="72159"/>
                </a:cubicBezTo>
                <a:cubicBezTo>
                  <a:pt x="32184" y="72134"/>
                  <a:pt x="32209" y="72134"/>
                  <a:pt x="32209" y="72085"/>
                </a:cubicBezTo>
                <a:cubicBezTo>
                  <a:pt x="32334" y="72085"/>
                  <a:pt x="32483" y="72060"/>
                  <a:pt x="32608" y="72060"/>
                </a:cubicBezTo>
                <a:cubicBezTo>
                  <a:pt x="32813" y="72054"/>
                  <a:pt x="33017" y="72051"/>
                  <a:pt x="33221" y="72051"/>
                </a:cubicBezTo>
                <a:close/>
                <a:moveTo>
                  <a:pt x="46248" y="72085"/>
                </a:moveTo>
                <a:lnTo>
                  <a:pt x="46248" y="72085"/>
                </a:lnTo>
                <a:cubicBezTo>
                  <a:pt x="46223" y="72159"/>
                  <a:pt x="46173" y="72209"/>
                  <a:pt x="46148" y="72259"/>
                </a:cubicBezTo>
                <a:cubicBezTo>
                  <a:pt x="46099" y="72209"/>
                  <a:pt x="46024" y="72184"/>
                  <a:pt x="45924" y="72184"/>
                </a:cubicBezTo>
                <a:cubicBezTo>
                  <a:pt x="46024" y="72159"/>
                  <a:pt x="46148" y="72134"/>
                  <a:pt x="46248" y="72085"/>
                </a:cubicBezTo>
                <a:close/>
                <a:moveTo>
                  <a:pt x="8164" y="72060"/>
                </a:moveTo>
                <a:cubicBezTo>
                  <a:pt x="8164" y="72134"/>
                  <a:pt x="8164" y="72159"/>
                  <a:pt x="8140" y="72184"/>
                </a:cubicBezTo>
                <a:lnTo>
                  <a:pt x="8090" y="72209"/>
                </a:lnTo>
                <a:lnTo>
                  <a:pt x="8040" y="72284"/>
                </a:lnTo>
                <a:cubicBezTo>
                  <a:pt x="8040" y="72259"/>
                  <a:pt x="8065" y="72184"/>
                  <a:pt x="8065" y="72159"/>
                </a:cubicBezTo>
                <a:lnTo>
                  <a:pt x="8164" y="72060"/>
                </a:lnTo>
                <a:close/>
                <a:moveTo>
                  <a:pt x="3709" y="65513"/>
                </a:moveTo>
                <a:cubicBezTo>
                  <a:pt x="4281" y="67754"/>
                  <a:pt x="5601" y="70068"/>
                  <a:pt x="7617" y="72284"/>
                </a:cubicBezTo>
                <a:cubicBezTo>
                  <a:pt x="7592" y="72284"/>
                  <a:pt x="7592" y="72309"/>
                  <a:pt x="7567" y="72309"/>
                </a:cubicBezTo>
                <a:cubicBezTo>
                  <a:pt x="5576" y="70168"/>
                  <a:pt x="4232" y="67853"/>
                  <a:pt x="3684" y="65613"/>
                </a:cubicBezTo>
                <a:cubicBezTo>
                  <a:pt x="3684" y="65588"/>
                  <a:pt x="3709" y="65563"/>
                  <a:pt x="3709" y="65513"/>
                </a:cubicBezTo>
                <a:close/>
                <a:moveTo>
                  <a:pt x="22601" y="71089"/>
                </a:moveTo>
                <a:lnTo>
                  <a:pt x="22626" y="71139"/>
                </a:lnTo>
                <a:lnTo>
                  <a:pt x="22651" y="71164"/>
                </a:lnTo>
                <a:cubicBezTo>
                  <a:pt x="22029" y="71388"/>
                  <a:pt x="21407" y="71587"/>
                  <a:pt x="20784" y="71836"/>
                </a:cubicBezTo>
                <a:cubicBezTo>
                  <a:pt x="20486" y="71960"/>
                  <a:pt x="20137" y="72134"/>
                  <a:pt x="19813" y="72284"/>
                </a:cubicBezTo>
                <a:cubicBezTo>
                  <a:pt x="19789" y="72284"/>
                  <a:pt x="19789" y="72309"/>
                  <a:pt x="19764" y="72309"/>
                </a:cubicBezTo>
                <a:cubicBezTo>
                  <a:pt x="19764" y="72309"/>
                  <a:pt x="19764" y="72284"/>
                  <a:pt x="19789" y="72284"/>
                </a:cubicBezTo>
                <a:cubicBezTo>
                  <a:pt x="19789" y="72284"/>
                  <a:pt x="19789" y="72259"/>
                  <a:pt x="19813" y="72259"/>
                </a:cubicBezTo>
                <a:cubicBezTo>
                  <a:pt x="19838" y="72209"/>
                  <a:pt x="19888" y="72184"/>
                  <a:pt x="19913" y="72159"/>
                </a:cubicBezTo>
                <a:cubicBezTo>
                  <a:pt x="20212" y="72035"/>
                  <a:pt x="20436" y="71910"/>
                  <a:pt x="20734" y="71786"/>
                </a:cubicBezTo>
                <a:cubicBezTo>
                  <a:pt x="20784" y="71761"/>
                  <a:pt x="20859" y="71761"/>
                  <a:pt x="20909" y="71711"/>
                </a:cubicBezTo>
                <a:cubicBezTo>
                  <a:pt x="21183" y="71587"/>
                  <a:pt x="21506" y="71462"/>
                  <a:pt x="21780" y="71388"/>
                </a:cubicBezTo>
                <a:cubicBezTo>
                  <a:pt x="21805" y="71338"/>
                  <a:pt x="21879" y="71338"/>
                  <a:pt x="21904" y="71313"/>
                </a:cubicBezTo>
                <a:cubicBezTo>
                  <a:pt x="22128" y="71213"/>
                  <a:pt x="22352" y="71164"/>
                  <a:pt x="22601" y="71089"/>
                </a:cubicBezTo>
                <a:close/>
                <a:moveTo>
                  <a:pt x="41295" y="72134"/>
                </a:moveTo>
                <a:cubicBezTo>
                  <a:pt x="41270" y="72134"/>
                  <a:pt x="41170" y="72159"/>
                  <a:pt x="41071" y="72184"/>
                </a:cubicBezTo>
                <a:cubicBezTo>
                  <a:pt x="40946" y="72209"/>
                  <a:pt x="40822" y="72259"/>
                  <a:pt x="40697" y="72309"/>
                </a:cubicBezTo>
                <a:cubicBezTo>
                  <a:pt x="40697" y="72309"/>
                  <a:pt x="40697" y="72284"/>
                  <a:pt x="40672" y="72284"/>
                </a:cubicBezTo>
                <a:lnTo>
                  <a:pt x="40647" y="72259"/>
                </a:lnTo>
                <a:cubicBezTo>
                  <a:pt x="40797" y="72209"/>
                  <a:pt x="40996" y="72159"/>
                  <a:pt x="41145" y="72134"/>
                </a:cubicBezTo>
                <a:close/>
                <a:moveTo>
                  <a:pt x="45551" y="72284"/>
                </a:moveTo>
                <a:lnTo>
                  <a:pt x="45551" y="72309"/>
                </a:lnTo>
                <a:cubicBezTo>
                  <a:pt x="45526" y="72309"/>
                  <a:pt x="45526" y="72309"/>
                  <a:pt x="45501" y="72284"/>
                </a:cubicBezTo>
                <a:lnTo>
                  <a:pt x="45501" y="72284"/>
                </a:lnTo>
                <a:cubicBezTo>
                  <a:pt x="45509" y="72292"/>
                  <a:pt x="45515" y="72295"/>
                  <a:pt x="45520" y="72295"/>
                </a:cubicBezTo>
                <a:cubicBezTo>
                  <a:pt x="45529" y="72295"/>
                  <a:pt x="45534" y="72284"/>
                  <a:pt x="45551" y="72284"/>
                </a:cubicBezTo>
                <a:close/>
                <a:moveTo>
                  <a:pt x="62825" y="71836"/>
                </a:moveTo>
                <a:cubicBezTo>
                  <a:pt x="62975" y="72010"/>
                  <a:pt x="63149" y="72159"/>
                  <a:pt x="63298" y="72333"/>
                </a:cubicBezTo>
                <a:cubicBezTo>
                  <a:pt x="63273" y="72333"/>
                  <a:pt x="63224" y="72383"/>
                  <a:pt x="63224" y="72383"/>
                </a:cubicBezTo>
                <a:cubicBezTo>
                  <a:pt x="63074" y="72209"/>
                  <a:pt x="62925" y="72035"/>
                  <a:pt x="62751" y="71885"/>
                </a:cubicBezTo>
                <a:lnTo>
                  <a:pt x="62800" y="71885"/>
                </a:lnTo>
                <a:lnTo>
                  <a:pt x="62825" y="71836"/>
                </a:lnTo>
                <a:close/>
                <a:moveTo>
                  <a:pt x="72309" y="63945"/>
                </a:moveTo>
                <a:lnTo>
                  <a:pt x="72359" y="63970"/>
                </a:lnTo>
                <a:cubicBezTo>
                  <a:pt x="69621" y="66907"/>
                  <a:pt x="66683" y="69720"/>
                  <a:pt x="63572" y="72408"/>
                </a:cubicBezTo>
                <a:lnTo>
                  <a:pt x="63547" y="72383"/>
                </a:lnTo>
                <a:lnTo>
                  <a:pt x="63522" y="72333"/>
                </a:lnTo>
                <a:cubicBezTo>
                  <a:pt x="66659" y="69695"/>
                  <a:pt x="69571" y="66857"/>
                  <a:pt x="72309" y="63945"/>
                </a:cubicBezTo>
                <a:close/>
                <a:moveTo>
                  <a:pt x="34474" y="68276"/>
                </a:moveTo>
                <a:cubicBezTo>
                  <a:pt x="34574" y="68301"/>
                  <a:pt x="34649" y="68326"/>
                  <a:pt x="34723" y="68401"/>
                </a:cubicBezTo>
                <a:cubicBezTo>
                  <a:pt x="34898" y="68475"/>
                  <a:pt x="35072" y="68550"/>
                  <a:pt x="35221" y="68650"/>
                </a:cubicBezTo>
                <a:cubicBezTo>
                  <a:pt x="35395" y="68699"/>
                  <a:pt x="35520" y="68799"/>
                  <a:pt x="35644" y="68849"/>
                </a:cubicBezTo>
                <a:cubicBezTo>
                  <a:pt x="35794" y="68948"/>
                  <a:pt x="35943" y="69023"/>
                  <a:pt x="36092" y="69098"/>
                </a:cubicBezTo>
                <a:cubicBezTo>
                  <a:pt x="36267" y="69197"/>
                  <a:pt x="36391" y="69272"/>
                  <a:pt x="36540" y="69347"/>
                </a:cubicBezTo>
                <a:cubicBezTo>
                  <a:pt x="36690" y="69446"/>
                  <a:pt x="36814" y="69546"/>
                  <a:pt x="36963" y="69645"/>
                </a:cubicBezTo>
                <a:cubicBezTo>
                  <a:pt x="37088" y="69720"/>
                  <a:pt x="37262" y="69819"/>
                  <a:pt x="37387" y="69919"/>
                </a:cubicBezTo>
                <a:cubicBezTo>
                  <a:pt x="37511" y="70019"/>
                  <a:pt x="37660" y="70093"/>
                  <a:pt x="37785" y="70193"/>
                </a:cubicBezTo>
                <a:cubicBezTo>
                  <a:pt x="37909" y="70292"/>
                  <a:pt x="38034" y="70392"/>
                  <a:pt x="38183" y="70516"/>
                </a:cubicBezTo>
                <a:cubicBezTo>
                  <a:pt x="38308" y="70591"/>
                  <a:pt x="38432" y="70691"/>
                  <a:pt x="38557" y="70815"/>
                </a:cubicBezTo>
                <a:cubicBezTo>
                  <a:pt x="38681" y="70915"/>
                  <a:pt x="38805" y="71039"/>
                  <a:pt x="38930" y="71139"/>
                </a:cubicBezTo>
                <a:cubicBezTo>
                  <a:pt x="39054" y="71213"/>
                  <a:pt x="39179" y="71338"/>
                  <a:pt x="39303" y="71437"/>
                </a:cubicBezTo>
                <a:cubicBezTo>
                  <a:pt x="39428" y="71562"/>
                  <a:pt x="39552" y="71686"/>
                  <a:pt x="39677" y="71786"/>
                </a:cubicBezTo>
                <a:lnTo>
                  <a:pt x="40000" y="72085"/>
                </a:lnTo>
                <a:cubicBezTo>
                  <a:pt x="40000" y="72134"/>
                  <a:pt x="40000" y="72134"/>
                  <a:pt x="40025" y="72134"/>
                </a:cubicBezTo>
                <a:lnTo>
                  <a:pt x="40025" y="72159"/>
                </a:lnTo>
                <a:cubicBezTo>
                  <a:pt x="39577" y="72309"/>
                  <a:pt x="39204" y="72383"/>
                  <a:pt x="38830" y="72433"/>
                </a:cubicBezTo>
                <a:cubicBezTo>
                  <a:pt x="38631" y="72309"/>
                  <a:pt x="38382" y="72159"/>
                  <a:pt x="38158" y="72035"/>
                </a:cubicBezTo>
                <a:lnTo>
                  <a:pt x="38133" y="72010"/>
                </a:lnTo>
                <a:cubicBezTo>
                  <a:pt x="36839" y="71288"/>
                  <a:pt x="35445" y="70765"/>
                  <a:pt x="33977" y="70392"/>
                </a:cubicBezTo>
                <a:cubicBezTo>
                  <a:pt x="33927" y="70392"/>
                  <a:pt x="33902" y="70342"/>
                  <a:pt x="33827" y="70342"/>
                </a:cubicBezTo>
                <a:cubicBezTo>
                  <a:pt x="33678" y="70317"/>
                  <a:pt x="33479" y="70268"/>
                  <a:pt x="33329" y="70218"/>
                </a:cubicBezTo>
                <a:cubicBezTo>
                  <a:pt x="33329" y="70218"/>
                  <a:pt x="33304" y="70218"/>
                  <a:pt x="33304" y="70193"/>
                </a:cubicBezTo>
                <a:cubicBezTo>
                  <a:pt x="33678" y="69546"/>
                  <a:pt x="34076" y="68899"/>
                  <a:pt x="34474" y="68276"/>
                </a:cubicBezTo>
                <a:close/>
                <a:moveTo>
                  <a:pt x="35843" y="72259"/>
                </a:moveTo>
                <a:lnTo>
                  <a:pt x="35843" y="72259"/>
                </a:lnTo>
                <a:cubicBezTo>
                  <a:pt x="35943" y="72284"/>
                  <a:pt x="36067" y="72284"/>
                  <a:pt x="36167" y="72309"/>
                </a:cubicBezTo>
                <a:cubicBezTo>
                  <a:pt x="36328" y="72362"/>
                  <a:pt x="36476" y="72403"/>
                  <a:pt x="36638" y="72449"/>
                </a:cubicBezTo>
                <a:lnTo>
                  <a:pt x="36638" y="72449"/>
                </a:lnTo>
                <a:cubicBezTo>
                  <a:pt x="36493" y="72417"/>
                  <a:pt x="36335" y="72400"/>
                  <a:pt x="36167" y="72383"/>
                </a:cubicBezTo>
                <a:cubicBezTo>
                  <a:pt x="36142" y="72383"/>
                  <a:pt x="36092" y="72383"/>
                  <a:pt x="36092" y="72333"/>
                </a:cubicBezTo>
                <a:cubicBezTo>
                  <a:pt x="36018" y="72309"/>
                  <a:pt x="35943" y="72284"/>
                  <a:pt x="35843" y="72259"/>
                </a:cubicBezTo>
                <a:close/>
                <a:moveTo>
                  <a:pt x="33977" y="70890"/>
                </a:moveTo>
                <a:lnTo>
                  <a:pt x="33977" y="70890"/>
                </a:lnTo>
                <a:cubicBezTo>
                  <a:pt x="34101" y="70915"/>
                  <a:pt x="34225" y="70940"/>
                  <a:pt x="34325" y="70964"/>
                </a:cubicBezTo>
                <a:lnTo>
                  <a:pt x="34698" y="71064"/>
                </a:lnTo>
                <a:cubicBezTo>
                  <a:pt x="35196" y="71213"/>
                  <a:pt x="35694" y="71388"/>
                  <a:pt x="36167" y="71562"/>
                </a:cubicBezTo>
                <a:lnTo>
                  <a:pt x="36192" y="71562"/>
                </a:lnTo>
                <a:cubicBezTo>
                  <a:pt x="36665" y="71761"/>
                  <a:pt x="37113" y="71960"/>
                  <a:pt x="37586" y="72209"/>
                </a:cubicBezTo>
                <a:cubicBezTo>
                  <a:pt x="37660" y="72259"/>
                  <a:pt x="37710" y="72284"/>
                  <a:pt x="37810" y="72309"/>
                </a:cubicBezTo>
                <a:cubicBezTo>
                  <a:pt x="37909" y="72383"/>
                  <a:pt x="37984" y="72433"/>
                  <a:pt x="38084" y="72458"/>
                </a:cubicBezTo>
                <a:lnTo>
                  <a:pt x="37909" y="72458"/>
                </a:lnTo>
                <a:cubicBezTo>
                  <a:pt x="37337" y="72383"/>
                  <a:pt x="36789" y="72209"/>
                  <a:pt x="36192" y="72134"/>
                </a:cubicBezTo>
                <a:cubicBezTo>
                  <a:pt x="35346" y="71811"/>
                  <a:pt x="34599" y="71413"/>
                  <a:pt x="33977" y="70890"/>
                </a:cubicBezTo>
                <a:close/>
                <a:moveTo>
                  <a:pt x="39926" y="72458"/>
                </a:moveTo>
                <a:lnTo>
                  <a:pt x="39926" y="72458"/>
                </a:lnTo>
                <a:cubicBezTo>
                  <a:pt x="39926" y="72458"/>
                  <a:pt x="39926" y="72458"/>
                  <a:pt x="39926" y="72458"/>
                </a:cubicBezTo>
                <a:lnTo>
                  <a:pt x="39901" y="72458"/>
                </a:lnTo>
                <a:cubicBezTo>
                  <a:pt x="39908" y="72458"/>
                  <a:pt x="39917" y="72458"/>
                  <a:pt x="39926" y="72458"/>
                </a:cubicBezTo>
                <a:close/>
                <a:moveTo>
                  <a:pt x="45750" y="72309"/>
                </a:moveTo>
                <a:cubicBezTo>
                  <a:pt x="45874" y="72333"/>
                  <a:pt x="45949" y="72383"/>
                  <a:pt x="46099" y="72408"/>
                </a:cubicBezTo>
                <a:cubicBezTo>
                  <a:pt x="46099" y="72433"/>
                  <a:pt x="46049" y="72433"/>
                  <a:pt x="46049" y="72458"/>
                </a:cubicBezTo>
                <a:cubicBezTo>
                  <a:pt x="45974" y="72433"/>
                  <a:pt x="45850" y="72408"/>
                  <a:pt x="45750" y="72383"/>
                </a:cubicBezTo>
                <a:lnTo>
                  <a:pt x="45750" y="72309"/>
                </a:lnTo>
                <a:close/>
                <a:moveTo>
                  <a:pt x="7791" y="72433"/>
                </a:moveTo>
                <a:cubicBezTo>
                  <a:pt x="7791" y="72458"/>
                  <a:pt x="7766" y="72458"/>
                  <a:pt x="7766" y="72508"/>
                </a:cubicBezTo>
                <a:lnTo>
                  <a:pt x="7716" y="72458"/>
                </a:lnTo>
                <a:cubicBezTo>
                  <a:pt x="7766" y="72458"/>
                  <a:pt x="7766" y="72433"/>
                  <a:pt x="7791" y="72433"/>
                </a:cubicBezTo>
                <a:close/>
                <a:moveTo>
                  <a:pt x="19515" y="72383"/>
                </a:moveTo>
                <a:cubicBezTo>
                  <a:pt x="19515" y="72383"/>
                  <a:pt x="19515" y="72408"/>
                  <a:pt x="19490" y="72408"/>
                </a:cubicBezTo>
                <a:cubicBezTo>
                  <a:pt x="19490" y="72433"/>
                  <a:pt x="19465" y="72433"/>
                  <a:pt x="19465" y="72458"/>
                </a:cubicBezTo>
                <a:cubicBezTo>
                  <a:pt x="19440" y="72458"/>
                  <a:pt x="19415" y="72458"/>
                  <a:pt x="19390" y="72508"/>
                </a:cubicBezTo>
                <a:cubicBezTo>
                  <a:pt x="19390" y="72458"/>
                  <a:pt x="19415" y="72458"/>
                  <a:pt x="19415" y="72433"/>
                </a:cubicBezTo>
                <a:lnTo>
                  <a:pt x="19415" y="72408"/>
                </a:lnTo>
                <a:cubicBezTo>
                  <a:pt x="19440" y="72408"/>
                  <a:pt x="19490" y="72383"/>
                  <a:pt x="19515" y="72383"/>
                </a:cubicBezTo>
                <a:close/>
                <a:moveTo>
                  <a:pt x="33592" y="70544"/>
                </a:moveTo>
                <a:cubicBezTo>
                  <a:pt x="35230" y="70918"/>
                  <a:pt x="36818" y="71539"/>
                  <a:pt x="38283" y="72333"/>
                </a:cubicBezTo>
                <a:cubicBezTo>
                  <a:pt x="38308" y="72383"/>
                  <a:pt x="38382" y="72383"/>
                  <a:pt x="38407" y="72408"/>
                </a:cubicBezTo>
                <a:cubicBezTo>
                  <a:pt x="38432" y="72433"/>
                  <a:pt x="38507" y="72458"/>
                  <a:pt x="38532" y="72508"/>
                </a:cubicBezTo>
                <a:lnTo>
                  <a:pt x="38457" y="72508"/>
                </a:lnTo>
                <a:cubicBezTo>
                  <a:pt x="38283" y="72408"/>
                  <a:pt x="38084" y="72284"/>
                  <a:pt x="37909" y="72184"/>
                </a:cubicBezTo>
                <a:cubicBezTo>
                  <a:pt x="37835" y="72159"/>
                  <a:pt x="37785" y="72134"/>
                  <a:pt x="37685" y="72060"/>
                </a:cubicBezTo>
                <a:cubicBezTo>
                  <a:pt x="37212" y="71811"/>
                  <a:pt x="36764" y="71587"/>
                  <a:pt x="36267" y="71413"/>
                </a:cubicBezTo>
                <a:cubicBezTo>
                  <a:pt x="36192" y="71388"/>
                  <a:pt x="36142" y="71338"/>
                  <a:pt x="36067" y="71338"/>
                </a:cubicBezTo>
                <a:cubicBezTo>
                  <a:pt x="35669" y="71188"/>
                  <a:pt x="35221" y="71039"/>
                  <a:pt x="34798" y="70915"/>
                </a:cubicBezTo>
                <a:cubicBezTo>
                  <a:pt x="34673" y="70890"/>
                  <a:pt x="34549" y="70815"/>
                  <a:pt x="34425" y="70790"/>
                </a:cubicBezTo>
                <a:lnTo>
                  <a:pt x="33678" y="70591"/>
                </a:lnTo>
                <a:lnTo>
                  <a:pt x="33653" y="70566"/>
                </a:lnTo>
                <a:cubicBezTo>
                  <a:pt x="33614" y="70566"/>
                  <a:pt x="33606" y="70551"/>
                  <a:pt x="33592" y="70544"/>
                </a:cubicBezTo>
                <a:close/>
                <a:moveTo>
                  <a:pt x="41419" y="72284"/>
                </a:moveTo>
                <a:cubicBezTo>
                  <a:pt x="41245" y="72408"/>
                  <a:pt x="41071" y="72433"/>
                  <a:pt x="40921" y="72508"/>
                </a:cubicBezTo>
                <a:cubicBezTo>
                  <a:pt x="40921" y="72458"/>
                  <a:pt x="40896" y="72458"/>
                  <a:pt x="40896" y="72433"/>
                </a:cubicBezTo>
                <a:cubicBezTo>
                  <a:pt x="40921" y="72433"/>
                  <a:pt x="40921" y="72433"/>
                  <a:pt x="40946" y="72408"/>
                </a:cubicBezTo>
                <a:cubicBezTo>
                  <a:pt x="41046" y="72383"/>
                  <a:pt x="41170" y="72333"/>
                  <a:pt x="41270" y="72309"/>
                </a:cubicBezTo>
                <a:cubicBezTo>
                  <a:pt x="41319" y="72309"/>
                  <a:pt x="41369" y="72284"/>
                  <a:pt x="41419" y="72284"/>
                </a:cubicBezTo>
                <a:close/>
                <a:moveTo>
                  <a:pt x="63423" y="72458"/>
                </a:moveTo>
                <a:cubicBezTo>
                  <a:pt x="63423" y="72508"/>
                  <a:pt x="63423" y="72508"/>
                  <a:pt x="63448" y="72533"/>
                </a:cubicBezTo>
                <a:cubicBezTo>
                  <a:pt x="63423" y="72533"/>
                  <a:pt x="63423" y="72557"/>
                  <a:pt x="63398" y="72557"/>
                </a:cubicBezTo>
                <a:cubicBezTo>
                  <a:pt x="63398" y="72533"/>
                  <a:pt x="63348" y="72533"/>
                  <a:pt x="63348" y="72508"/>
                </a:cubicBezTo>
                <a:cubicBezTo>
                  <a:pt x="63398" y="72508"/>
                  <a:pt x="63398" y="72458"/>
                  <a:pt x="63423" y="72458"/>
                </a:cubicBezTo>
                <a:close/>
                <a:moveTo>
                  <a:pt x="43334" y="72176"/>
                </a:moveTo>
                <a:cubicBezTo>
                  <a:pt x="43592" y="72176"/>
                  <a:pt x="43849" y="72188"/>
                  <a:pt x="44107" y="72209"/>
                </a:cubicBezTo>
                <a:cubicBezTo>
                  <a:pt x="43385" y="72383"/>
                  <a:pt x="42688" y="72508"/>
                  <a:pt x="42016" y="72582"/>
                </a:cubicBezTo>
                <a:cubicBezTo>
                  <a:pt x="42016" y="72557"/>
                  <a:pt x="42041" y="72533"/>
                  <a:pt x="42041" y="72533"/>
                </a:cubicBezTo>
                <a:cubicBezTo>
                  <a:pt x="42041" y="72533"/>
                  <a:pt x="42041" y="72508"/>
                  <a:pt x="42066" y="72508"/>
                </a:cubicBezTo>
                <a:cubicBezTo>
                  <a:pt x="42066" y="72508"/>
                  <a:pt x="42066" y="72458"/>
                  <a:pt x="42116" y="72458"/>
                </a:cubicBezTo>
                <a:cubicBezTo>
                  <a:pt x="42141" y="72408"/>
                  <a:pt x="42191" y="72309"/>
                  <a:pt x="42240" y="72259"/>
                </a:cubicBezTo>
                <a:cubicBezTo>
                  <a:pt x="42605" y="72200"/>
                  <a:pt x="42969" y="72176"/>
                  <a:pt x="43334" y="72176"/>
                </a:cubicBezTo>
                <a:close/>
                <a:moveTo>
                  <a:pt x="40672" y="72533"/>
                </a:moveTo>
                <a:cubicBezTo>
                  <a:pt x="40672" y="72533"/>
                  <a:pt x="40697" y="72557"/>
                  <a:pt x="40697" y="72582"/>
                </a:cubicBezTo>
                <a:cubicBezTo>
                  <a:pt x="40672" y="72582"/>
                  <a:pt x="40672" y="72582"/>
                  <a:pt x="40647" y="72632"/>
                </a:cubicBezTo>
                <a:cubicBezTo>
                  <a:pt x="40647" y="72582"/>
                  <a:pt x="40622" y="72582"/>
                  <a:pt x="40622" y="72557"/>
                </a:cubicBezTo>
                <a:cubicBezTo>
                  <a:pt x="40647" y="72557"/>
                  <a:pt x="40647" y="72557"/>
                  <a:pt x="40672" y="72533"/>
                </a:cubicBezTo>
                <a:close/>
                <a:moveTo>
                  <a:pt x="41942" y="72309"/>
                </a:moveTo>
                <a:cubicBezTo>
                  <a:pt x="41892" y="72408"/>
                  <a:pt x="41817" y="72533"/>
                  <a:pt x="41767" y="72632"/>
                </a:cubicBezTo>
                <a:lnTo>
                  <a:pt x="41743" y="72632"/>
                </a:lnTo>
                <a:cubicBezTo>
                  <a:pt x="41767" y="72533"/>
                  <a:pt x="41817" y="72433"/>
                  <a:pt x="41892" y="72333"/>
                </a:cubicBezTo>
                <a:cubicBezTo>
                  <a:pt x="41917" y="72333"/>
                  <a:pt x="41942" y="72309"/>
                  <a:pt x="41942" y="72309"/>
                </a:cubicBezTo>
                <a:close/>
                <a:moveTo>
                  <a:pt x="39204" y="72582"/>
                </a:moveTo>
                <a:cubicBezTo>
                  <a:pt x="39204" y="72582"/>
                  <a:pt x="39179" y="72582"/>
                  <a:pt x="39154" y="72632"/>
                </a:cubicBezTo>
                <a:cubicBezTo>
                  <a:pt x="39129" y="72632"/>
                  <a:pt x="39129" y="72657"/>
                  <a:pt x="39079" y="72657"/>
                </a:cubicBezTo>
                <a:lnTo>
                  <a:pt x="39054" y="72657"/>
                </a:lnTo>
                <a:cubicBezTo>
                  <a:pt x="39054" y="72657"/>
                  <a:pt x="39029" y="72657"/>
                  <a:pt x="39029" y="72632"/>
                </a:cubicBezTo>
                <a:cubicBezTo>
                  <a:pt x="39079" y="72632"/>
                  <a:pt x="39154" y="72582"/>
                  <a:pt x="39204" y="72582"/>
                </a:cubicBezTo>
                <a:close/>
                <a:moveTo>
                  <a:pt x="38756" y="72657"/>
                </a:moveTo>
                <a:lnTo>
                  <a:pt x="38781" y="72682"/>
                </a:lnTo>
                <a:lnTo>
                  <a:pt x="38756" y="72682"/>
                </a:lnTo>
                <a:cubicBezTo>
                  <a:pt x="38756" y="72657"/>
                  <a:pt x="38706" y="72657"/>
                  <a:pt x="38681" y="72657"/>
                </a:cubicBezTo>
                <a:close/>
                <a:moveTo>
                  <a:pt x="40398" y="72632"/>
                </a:moveTo>
                <a:cubicBezTo>
                  <a:pt x="40398" y="72657"/>
                  <a:pt x="40398" y="72657"/>
                  <a:pt x="40423" y="72682"/>
                </a:cubicBezTo>
                <a:lnTo>
                  <a:pt x="40374" y="72682"/>
                </a:lnTo>
                <a:lnTo>
                  <a:pt x="40374" y="72657"/>
                </a:lnTo>
                <a:cubicBezTo>
                  <a:pt x="40398" y="72657"/>
                  <a:pt x="40398" y="72657"/>
                  <a:pt x="40398" y="72632"/>
                </a:cubicBezTo>
                <a:close/>
                <a:moveTo>
                  <a:pt x="41543" y="72458"/>
                </a:moveTo>
                <a:cubicBezTo>
                  <a:pt x="41543" y="72533"/>
                  <a:pt x="41494" y="72582"/>
                  <a:pt x="41444" y="72657"/>
                </a:cubicBezTo>
                <a:cubicBezTo>
                  <a:pt x="41319" y="72657"/>
                  <a:pt x="41195" y="72657"/>
                  <a:pt x="41046" y="72682"/>
                </a:cubicBezTo>
                <a:lnTo>
                  <a:pt x="41021" y="72657"/>
                </a:lnTo>
                <a:cubicBezTo>
                  <a:pt x="41195" y="72582"/>
                  <a:pt x="41369" y="72533"/>
                  <a:pt x="41543" y="72458"/>
                </a:cubicBezTo>
                <a:close/>
                <a:moveTo>
                  <a:pt x="37810" y="72757"/>
                </a:moveTo>
                <a:cubicBezTo>
                  <a:pt x="37835" y="72757"/>
                  <a:pt x="37860" y="72757"/>
                  <a:pt x="37909" y="72782"/>
                </a:cubicBezTo>
                <a:cubicBezTo>
                  <a:pt x="37959" y="72782"/>
                  <a:pt x="38009" y="72806"/>
                  <a:pt x="38059" y="72806"/>
                </a:cubicBezTo>
                <a:cubicBezTo>
                  <a:pt x="38133" y="72831"/>
                  <a:pt x="38183" y="72831"/>
                  <a:pt x="38208" y="72856"/>
                </a:cubicBezTo>
                <a:cubicBezTo>
                  <a:pt x="38256" y="72856"/>
                  <a:pt x="38281" y="72902"/>
                  <a:pt x="38304" y="72906"/>
                </a:cubicBezTo>
                <a:lnTo>
                  <a:pt x="38304" y="72906"/>
                </a:lnTo>
                <a:cubicBezTo>
                  <a:pt x="38257" y="72904"/>
                  <a:pt x="38195" y="72897"/>
                  <a:pt x="38133" y="72856"/>
                </a:cubicBezTo>
                <a:cubicBezTo>
                  <a:pt x="38059" y="72856"/>
                  <a:pt x="38034" y="72856"/>
                  <a:pt x="37959" y="72831"/>
                </a:cubicBezTo>
                <a:cubicBezTo>
                  <a:pt x="37934" y="72806"/>
                  <a:pt x="37884" y="72782"/>
                  <a:pt x="37810" y="72782"/>
                </a:cubicBezTo>
                <a:lnTo>
                  <a:pt x="37810" y="72757"/>
                </a:lnTo>
                <a:close/>
                <a:moveTo>
                  <a:pt x="41319" y="72831"/>
                </a:moveTo>
                <a:cubicBezTo>
                  <a:pt x="41319" y="72881"/>
                  <a:pt x="41319" y="72906"/>
                  <a:pt x="41295" y="72906"/>
                </a:cubicBezTo>
                <a:lnTo>
                  <a:pt x="41270" y="72906"/>
                </a:lnTo>
                <a:lnTo>
                  <a:pt x="41245" y="72881"/>
                </a:lnTo>
                <a:cubicBezTo>
                  <a:pt x="41245" y="72881"/>
                  <a:pt x="41245" y="72831"/>
                  <a:pt x="41195" y="72831"/>
                </a:cubicBezTo>
                <a:close/>
                <a:moveTo>
                  <a:pt x="41643" y="72831"/>
                </a:moveTo>
                <a:cubicBezTo>
                  <a:pt x="41643" y="72881"/>
                  <a:pt x="41618" y="72881"/>
                  <a:pt x="41618" y="72906"/>
                </a:cubicBezTo>
                <a:lnTo>
                  <a:pt x="41568" y="72906"/>
                </a:lnTo>
                <a:cubicBezTo>
                  <a:pt x="41568" y="72881"/>
                  <a:pt x="41618" y="72881"/>
                  <a:pt x="41618" y="72831"/>
                </a:cubicBezTo>
                <a:close/>
                <a:moveTo>
                  <a:pt x="44555" y="72309"/>
                </a:moveTo>
                <a:cubicBezTo>
                  <a:pt x="44605" y="72309"/>
                  <a:pt x="44630" y="72309"/>
                  <a:pt x="44680" y="72333"/>
                </a:cubicBezTo>
                <a:lnTo>
                  <a:pt x="44680" y="72383"/>
                </a:lnTo>
                <a:cubicBezTo>
                  <a:pt x="43734" y="72632"/>
                  <a:pt x="42788" y="72806"/>
                  <a:pt x="41867" y="72906"/>
                </a:cubicBezTo>
                <a:cubicBezTo>
                  <a:pt x="41867" y="72831"/>
                  <a:pt x="41892" y="72806"/>
                  <a:pt x="41892" y="72806"/>
                </a:cubicBezTo>
                <a:cubicBezTo>
                  <a:pt x="42763" y="72707"/>
                  <a:pt x="43634" y="72533"/>
                  <a:pt x="44555" y="72309"/>
                </a:cubicBezTo>
                <a:close/>
                <a:moveTo>
                  <a:pt x="40971" y="72881"/>
                </a:moveTo>
                <a:lnTo>
                  <a:pt x="41046" y="72931"/>
                </a:lnTo>
                <a:lnTo>
                  <a:pt x="40971" y="72931"/>
                </a:lnTo>
                <a:cubicBezTo>
                  <a:pt x="40946" y="72931"/>
                  <a:pt x="40921" y="72906"/>
                  <a:pt x="40921" y="72881"/>
                </a:cubicBezTo>
                <a:close/>
                <a:moveTo>
                  <a:pt x="39751" y="72906"/>
                </a:moveTo>
                <a:cubicBezTo>
                  <a:pt x="39677" y="72931"/>
                  <a:pt x="39652" y="72931"/>
                  <a:pt x="39577" y="72956"/>
                </a:cubicBezTo>
                <a:cubicBezTo>
                  <a:pt x="39552" y="72956"/>
                  <a:pt x="39552" y="72931"/>
                  <a:pt x="39527" y="72931"/>
                </a:cubicBezTo>
                <a:lnTo>
                  <a:pt x="39552" y="72931"/>
                </a:lnTo>
                <a:cubicBezTo>
                  <a:pt x="39627" y="72906"/>
                  <a:pt x="39677" y="72906"/>
                  <a:pt x="39751" y="72906"/>
                </a:cubicBezTo>
                <a:close/>
                <a:moveTo>
                  <a:pt x="40249" y="72931"/>
                </a:moveTo>
                <a:lnTo>
                  <a:pt x="40249" y="72956"/>
                </a:lnTo>
                <a:lnTo>
                  <a:pt x="40125" y="72956"/>
                </a:lnTo>
                <a:cubicBezTo>
                  <a:pt x="40174" y="72956"/>
                  <a:pt x="40199" y="72956"/>
                  <a:pt x="40249" y="72931"/>
                </a:cubicBezTo>
                <a:close/>
                <a:moveTo>
                  <a:pt x="40498" y="72906"/>
                </a:moveTo>
                <a:cubicBezTo>
                  <a:pt x="40498" y="72931"/>
                  <a:pt x="40523" y="72931"/>
                  <a:pt x="40523" y="72956"/>
                </a:cubicBezTo>
                <a:lnTo>
                  <a:pt x="40448" y="72956"/>
                </a:lnTo>
                <a:cubicBezTo>
                  <a:pt x="40448" y="72931"/>
                  <a:pt x="40448" y="72931"/>
                  <a:pt x="40423" y="72906"/>
                </a:cubicBezTo>
                <a:close/>
                <a:moveTo>
                  <a:pt x="45750" y="72557"/>
                </a:moveTo>
                <a:cubicBezTo>
                  <a:pt x="45850" y="72582"/>
                  <a:pt x="45899" y="72632"/>
                  <a:pt x="45974" y="72632"/>
                </a:cubicBezTo>
                <a:cubicBezTo>
                  <a:pt x="45899" y="72757"/>
                  <a:pt x="45800" y="72906"/>
                  <a:pt x="45750" y="73030"/>
                </a:cubicBezTo>
                <a:lnTo>
                  <a:pt x="45750" y="72557"/>
                </a:lnTo>
                <a:close/>
                <a:moveTo>
                  <a:pt x="52321" y="69396"/>
                </a:moveTo>
                <a:cubicBezTo>
                  <a:pt x="52321" y="69421"/>
                  <a:pt x="52346" y="69471"/>
                  <a:pt x="52346" y="69521"/>
                </a:cubicBezTo>
                <a:cubicBezTo>
                  <a:pt x="52371" y="69595"/>
                  <a:pt x="52371" y="69695"/>
                  <a:pt x="52396" y="69795"/>
                </a:cubicBezTo>
                <a:lnTo>
                  <a:pt x="52496" y="70168"/>
                </a:lnTo>
                <a:cubicBezTo>
                  <a:pt x="52396" y="70218"/>
                  <a:pt x="52346" y="70268"/>
                  <a:pt x="52247" y="70317"/>
                </a:cubicBezTo>
                <a:cubicBezTo>
                  <a:pt x="51624" y="70765"/>
                  <a:pt x="51002" y="71188"/>
                  <a:pt x="50355" y="71637"/>
                </a:cubicBezTo>
                <a:lnTo>
                  <a:pt x="49782" y="72010"/>
                </a:lnTo>
                <a:cubicBezTo>
                  <a:pt x="49235" y="72383"/>
                  <a:pt x="48662" y="72707"/>
                  <a:pt x="48140" y="73055"/>
                </a:cubicBezTo>
                <a:cubicBezTo>
                  <a:pt x="47642" y="72806"/>
                  <a:pt x="47169" y="72582"/>
                  <a:pt x="46671" y="72408"/>
                </a:cubicBezTo>
                <a:cubicBezTo>
                  <a:pt x="46771" y="72259"/>
                  <a:pt x="46845" y="72060"/>
                  <a:pt x="46920" y="71885"/>
                </a:cubicBezTo>
                <a:cubicBezTo>
                  <a:pt x="46920" y="71836"/>
                  <a:pt x="46970" y="71836"/>
                  <a:pt x="46970" y="71811"/>
                </a:cubicBezTo>
                <a:cubicBezTo>
                  <a:pt x="48712" y="71188"/>
                  <a:pt x="50504" y="70392"/>
                  <a:pt x="52321" y="69396"/>
                </a:cubicBezTo>
                <a:close/>
                <a:moveTo>
                  <a:pt x="41519" y="73080"/>
                </a:moveTo>
                <a:cubicBezTo>
                  <a:pt x="41494" y="73130"/>
                  <a:pt x="41494" y="73155"/>
                  <a:pt x="41444" y="73155"/>
                </a:cubicBezTo>
                <a:cubicBezTo>
                  <a:pt x="41444" y="73130"/>
                  <a:pt x="41444" y="73130"/>
                  <a:pt x="41494" y="73080"/>
                </a:cubicBezTo>
                <a:close/>
                <a:moveTo>
                  <a:pt x="50495" y="71776"/>
                </a:moveTo>
                <a:lnTo>
                  <a:pt x="50006" y="72109"/>
                </a:lnTo>
                <a:cubicBezTo>
                  <a:pt x="49484" y="72458"/>
                  <a:pt x="48911" y="72806"/>
                  <a:pt x="48388" y="73155"/>
                </a:cubicBezTo>
                <a:cubicBezTo>
                  <a:pt x="48388" y="73167"/>
                  <a:pt x="48382" y="73174"/>
                  <a:pt x="48373" y="73174"/>
                </a:cubicBezTo>
                <a:cubicBezTo>
                  <a:pt x="48364" y="73174"/>
                  <a:pt x="48351" y="73167"/>
                  <a:pt x="48339" y="73155"/>
                </a:cubicBezTo>
                <a:lnTo>
                  <a:pt x="48339" y="73155"/>
                </a:lnTo>
                <a:cubicBezTo>
                  <a:pt x="48339" y="73155"/>
                  <a:pt x="48339" y="73155"/>
                  <a:pt x="48339" y="73155"/>
                </a:cubicBezTo>
                <a:lnTo>
                  <a:pt x="48339" y="73155"/>
                </a:lnTo>
                <a:cubicBezTo>
                  <a:pt x="48351" y="73167"/>
                  <a:pt x="48351" y="73174"/>
                  <a:pt x="48348" y="73174"/>
                </a:cubicBezTo>
                <a:cubicBezTo>
                  <a:pt x="48345" y="73174"/>
                  <a:pt x="48339" y="73167"/>
                  <a:pt x="48339" y="73155"/>
                </a:cubicBezTo>
                <a:lnTo>
                  <a:pt x="48339" y="73155"/>
                </a:lnTo>
                <a:cubicBezTo>
                  <a:pt x="48339" y="73155"/>
                  <a:pt x="48339" y="73155"/>
                  <a:pt x="48339" y="73155"/>
                </a:cubicBezTo>
                <a:cubicBezTo>
                  <a:pt x="48488" y="73055"/>
                  <a:pt x="48637" y="72956"/>
                  <a:pt x="48837" y="72831"/>
                </a:cubicBezTo>
                <a:cubicBezTo>
                  <a:pt x="49036" y="72707"/>
                  <a:pt x="49235" y="72557"/>
                  <a:pt x="49459" y="72433"/>
                </a:cubicBezTo>
                <a:cubicBezTo>
                  <a:pt x="49608" y="72333"/>
                  <a:pt x="49782" y="72209"/>
                  <a:pt x="49957" y="72134"/>
                </a:cubicBezTo>
                <a:cubicBezTo>
                  <a:pt x="50131" y="72010"/>
                  <a:pt x="50305" y="71910"/>
                  <a:pt x="50479" y="71786"/>
                </a:cubicBezTo>
                <a:cubicBezTo>
                  <a:pt x="50485" y="71783"/>
                  <a:pt x="50490" y="71779"/>
                  <a:pt x="50495" y="71776"/>
                </a:cubicBezTo>
                <a:close/>
                <a:moveTo>
                  <a:pt x="41170" y="73130"/>
                </a:moveTo>
                <a:lnTo>
                  <a:pt x="41195" y="73155"/>
                </a:lnTo>
                <a:cubicBezTo>
                  <a:pt x="41195" y="73180"/>
                  <a:pt x="41170" y="73180"/>
                  <a:pt x="41170" y="73205"/>
                </a:cubicBezTo>
                <a:cubicBezTo>
                  <a:pt x="41145" y="73180"/>
                  <a:pt x="41145" y="73155"/>
                  <a:pt x="41120" y="73130"/>
                </a:cubicBezTo>
                <a:close/>
                <a:moveTo>
                  <a:pt x="46596" y="72582"/>
                </a:moveTo>
                <a:cubicBezTo>
                  <a:pt x="47044" y="72757"/>
                  <a:pt x="47492" y="72956"/>
                  <a:pt x="47916" y="73180"/>
                </a:cubicBezTo>
                <a:cubicBezTo>
                  <a:pt x="47891" y="73180"/>
                  <a:pt x="47891" y="73205"/>
                  <a:pt x="47866" y="73205"/>
                </a:cubicBezTo>
                <a:cubicBezTo>
                  <a:pt x="47468" y="73006"/>
                  <a:pt x="46995" y="72806"/>
                  <a:pt x="46547" y="72657"/>
                </a:cubicBezTo>
                <a:cubicBezTo>
                  <a:pt x="46547" y="72632"/>
                  <a:pt x="46596" y="72632"/>
                  <a:pt x="46596" y="72582"/>
                </a:cubicBezTo>
                <a:close/>
                <a:moveTo>
                  <a:pt x="29247" y="70292"/>
                </a:moveTo>
                <a:cubicBezTo>
                  <a:pt x="29770" y="70292"/>
                  <a:pt x="30318" y="70317"/>
                  <a:pt x="30840" y="70342"/>
                </a:cubicBezTo>
                <a:cubicBezTo>
                  <a:pt x="30965" y="70342"/>
                  <a:pt x="31114" y="70392"/>
                  <a:pt x="31239" y="70392"/>
                </a:cubicBezTo>
                <a:cubicBezTo>
                  <a:pt x="31687" y="70417"/>
                  <a:pt x="32110" y="70467"/>
                  <a:pt x="32558" y="70566"/>
                </a:cubicBezTo>
                <a:cubicBezTo>
                  <a:pt x="32259" y="71039"/>
                  <a:pt x="32035" y="71462"/>
                  <a:pt x="31786" y="71935"/>
                </a:cubicBezTo>
                <a:cubicBezTo>
                  <a:pt x="30069" y="72134"/>
                  <a:pt x="28326" y="72557"/>
                  <a:pt x="26609" y="73254"/>
                </a:cubicBezTo>
                <a:cubicBezTo>
                  <a:pt x="25314" y="72757"/>
                  <a:pt x="24169" y="72060"/>
                  <a:pt x="23248" y="71164"/>
                </a:cubicBezTo>
                <a:cubicBezTo>
                  <a:pt x="23497" y="71089"/>
                  <a:pt x="23721" y="71039"/>
                  <a:pt x="23970" y="70964"/>
                </a:cubicBezTo>
                <a:cubicBezTo>
                  <a:pt x="24020" y="70940"/>
                  <a:pt x="24120" y="70940"/>
                  <a:pt x="24169" y="70915"/>
                </a:cubicBezTo>
                <a:lnTo>
                  <a:pt x="25016" y="70716"/>
                </a:lnTo>
                <a:cubicBezTo>
                  <a:pt x="25115" y="70691"/>
                  <a:pt x="25215" y="70691"/>
                  <a:pt x="25265" y="70666"/>
                </a:cubicBezTo>
                <a:cubicBezTo>
                  <a:pt x="25538" y="70591"/>
                  <a:pt x="25787" y="70566"/>
                  <a:pt x="26086" y="70516"/>
                </a:cubicBezTo>
                <a:cubicBezTo>
                  <a:pt x="26211" y="70467"/>
                  <a:pt x="26285" y="70467"/>
                  <a:pt x="26410" y="70467"/>
                </a:cubicBezTo>
                <a:cubicBezTo>
                  <a:pt x="26659" y="70442"/>
                  <a:pt x="26907" y="70417"/>
                  <a:pt x="27131" y="70392"/>
                </a:cubicBezTo>
                <a:cubicBezTo>
                  <a:pt x="27281" y="70342"/>
                  <a:pt x="27480" y="70342"/>
                  <a:pt x="27629" y="70342"/>
                </a:cubicBezTo>
                <a:cubicBezTo>
                  <a:pt x="27828" y="70342"/>
                  <a:pt x="28003" y="70317"/>
                  <a:pt x="28202" y="70317"/>
                </a:cubicBezTo>
                <a:cubicBezTo>
                  <a:pt x="28525" y="70292"/>
                  <a:pt x="28874" y="70292"/>
                  <a:pt x="29222" y="70292"/>
                </a:cubicBezTo>
                <a:close/>
                <a:moveTo>
                  <a:pt x="38557" y="73180"/>
                </a:moveTo>
                <a:lnTo>
                  <a:pt x="38557" y="73180"/>
                </a:lnTo>
                <a:cubicBezTo>
                  <a:pt x="38532" y="73205"/>
                  <a:pt x="38457" y="73254"/>
                  <a:pt x="38432" y="73279"/>
                </a:cubicBezTo>
                <a:cubicBezTo>
                  <a:pt x="38398" y="73296"/>
                  <a:pt x="38340" y="73302"/>
                  <a:pt x="38283" y="73311"/>
                </a:cubicBezTo>
                <a:lnTo>
                  <a:pt x="38283" y="73311"/>
                </a:lnTo>
                <a:cubicBezTo>
                  <a:pt x="38312" y="73299"/>
                  <a:pt x="38344" y="73280"/>
                  <a:pt x="38382" y="73254"/>
                </a:cubicBezTo>
                <a:cubicBezTo>
                  <a:pt x="38432" y="73205"/>
                  <a:pt x="38507" y="73205"/>
                  <a:pt x="38557" y="73180"/>
                </a:cubicBezTo>
                <a:close/>
                <a:moveTo>
                  <a:pt x="48214" y="73304"/>
                </a:moveTo>
                <a:cubicBezTo>
                  <a:pt x="48187" y="73304"/>
                  <a:pt x="48174" y="73312"/>
                  <a:pt x="48165" y="73319"/>
                </a:cubicBezTo>
                <a:lnTo>
                  <a:pt x="48165" y="73319"/>
                </a:lnTo>
                <a:cubicBezTo>
                  <a:pt x="48166" y="73304"/>
                  <a:pt x="48173" y="73304"/>
                  <a:pt x="48214" y="73304"/>
                </a:cubicBezTo>
                <a:close/>
                <a:moveTo>
                  <a:pt x="39253" y="73254"/>
                </a:moveTo>
                <a:cubicBezTo>
                  <a:pt x="39278" y="73254"/>
                  <a:pt x="39278" y="73254"/>
                  <a:pt x="39278" y="73279"/>
                </a:cubicBezTo>
                <a:cubicBezTo>
                  <a:pt x="39303" y="73304"/>
                  <a:pt x="39328" y="73304"/>
                  <a:pt x="39378" y="73329"/>
                </a:cubicBezTo>
                <a:cubicBezTo>
                  <a:pt x="39303" y="73304"/>
                  <a:pt x="39278" y="73304"/>
                  <a:pt x="39204" y="73279"/>
                </a:cubicBezTo>
                <a:cubicBezTo>
                  <a:pt x="39253" y="73279"/>
                  <a:pt x="39253" y="73279"/>
                  <a:pt x="39253" y="73254"/>
                </a:cubicBezTo>
                <a:close/>
                <a:moveTo>
                  <a:pt x="48140" y="73304"/>
                </a:moveTo>
                <a:cubicBezTo>
                  <a:pt x="48140" y="73304"/>
                  <a:pt x="48158" y="73304"/>
                  <a:pt x="48163" y="73320"/>
                </a:cubicBezTo>
                <a:lnTo>
                  <a:pt x="48163" y="73320"/>
                </a:lnTo>
                <a:cubicBezTo>
                  <a:pt x="48156" y="73325"/>
                  <a:pt x="48150" y="73329"/>
                  <a:pt x="48140" y="73329"/>
                </a:cubicBezTo>
                <a:lnTo>
                  <a:pt x="48090" y="73329"/>
                </a:lnTo>
                <a:cubicBezTo>
                  <a:pt x="48115" y="73329"/>
                  <a:pt x="48115" y="73304"/>
                  <a:pt x="48140" y="73304"/>
                </a:cubicBezTo>
                <a:close/>
                <a:moveTo>
                  <a:pt x="23074" y="71213"/>
                </a:moveTo>
                <a:cubicBezTo>
                  <a:pt x="23995" y="72134"/>
                  <a:pt x="25090" y="72831"/>
                  <a:pt x="26385" y="73329"/>
                </a:cubicBezTo>
                <a:cubicBezTo>
                  <a:pt x="26360" y="73329"/>
                  <a:pt x="26335" y="73379"/>
                  <a:pt x="26285" y="73379"/>
                </a:cubicBezTo>
                <a:cubicBezTo>
                  <a:pt x="25033" y="72888"/>
                  <a:pt x="23926" y="72154"/>
                  <a:pt x="23012" y="71251"/>
                </a:cubicBezTo>
                <a:lnTo>
                  <a:pt x="23012" y="71251"/>
                </a:lnTo>
                <a:cubicBezTo>
                  <a:pt x="23013" y="71251"/>
                  <a:pt x="23014" y="71251"/>
                  <a:pt x="23015" y="71251"/>
                </a:cubicBezTo>
                <a:cubicBezTo>
                  <a:pt x="23031" y="71251"/>
                  <a:pt x="23049" y="71238"/>
                  <a:pt x="23074" y="71213"/>
                </a:cubicBezTo>
                <a:close/>
                <a:moveTo>
                  <a:pt x="31711" y="72134"/>
                </a:moveTo>
                <a:cubicBezTo>
                  <a:pt x="31711" y="72159"/>
                  <a:pt x="31687" y="72159"/>
                  <a:pt x="31687" y="72184"/>
                </a:cubicBezTo>
                <a:cubicBezTo>
                  <a:pt x="30094" y="72333"/>
                  <a:pt x="28550" y="72757"/>
                  <a:pt x="27007" y="73379"/>
                </a:cubicBezTo>
                <a:cubicBezTo>
                  <a:pt x="26982" y="73379"/>
                  <a:pt x="26957" y="73329"/>
                  <a:pt x="26907" y="73329"/>
                </a:cubicBezTo>
                <a:cubicBezTo>
                  <a:pt x="28476" y="72707"/>
                  <a:pt x="30069" y="72309"/>
                  <a:pt x="31711" y="72134"/>
                </a:cubicBezTo>
                <a:close/>
                <a:moveTo>
                  <a:pt x="41319" y="73304"/>
                </a:moveTo>
                <a:cubicBezTo>
                  <a:pt x="41369" y="73329"/>
                  <a:pt x="41369" y="73329"/>
                  <a:pt x="41369" y="73379"/>
                </a:cubicBezTo>
                <a:cubicBezTo>
                  <a:pt x="41369" y="73404"/>
                  <a:pt x="41319" y="73404"/>
                  <a:pt x="41319" y="73429"/>
                </a:cubicBezTo>
                <a:lnTo>
                  <a:pt x="41319" y="73404"/>
                </a:lnTo>
                <a:lnTo>
                  <a:pt x="41295" y="73379"/>
                </a:lnTo>
                <a:cubicBezTo>
                  <a:pt x="41295" y="73329"/>
                  <a:pt x="41319" y="73329"/>
                  <a:pt x="41319" y="73304"/>
                </a:cubicBezTo>
                <a:close/>
                <a:moveTo>
                  <a:pt x="40896" y="73130"/>
                </a:moveTo>
                <a:cubicBezTo>
                  <a:pt x="40921" y="73205"/>
                  <a:pt x="40996" y="73304"/>
                  <a:pt x="41046" y="73379"/>
                </a:cubicBezTo>
                <a:cubicBezTo>
                  <a:pt x="41021" y="73404"/>
                  <a:pt x="40996" y="73454"/>
                  <a:pt x="40996" y="73503"/>
                </a:cubicBezTo>
                <a:cubicBezTo>
                  <a:pt x="40921" y="73379"/>
                  <a:pt x="40871" y="73254"/>
                  <a:pt x="40822" y="73130"/>
                </a:cubicBezTo>
                <a:close/>
                <a:moveTo>
                  <a:pt x="26609" y="73454"/>
                </a:moveTo>
                <a:cubicBezTo>
                  <a:pt x="26683" y="73454"/>
                  <a:pt x="26708" y="73454"/>
                  <a:pt x="26708" y="73503"/>
                </a:cubicBezTo>
                <a:cubicBezTo>
                  <a:pt x="26683" y="73503"/>
                  <a:pt x="26634" y="73528"/>
                  <a:pt x="26609" y="73528"/>
                </a:cubicBezTo>
                <a:lnTo>
                  <a:pt x="26584" y="73528"/>
                </a:lnTo>
                <a:cubicBezTo>
                  <a:pt x="26559" y="73528"/>
                  <a:pt x="26559" y="73503"/>
                  <a:pt x="26509" y="73503"/>
                </a:cubicBezTo>
                <a:cubicBezTo>
                  <a:pt x="26559" y="73503"/>
                  <a:pt x="26584" y="73454"/>
                  <a:pt x="26609" y="73454"/>
                </a:cubicBezTo>
                <a:close/>
                <a:moveTo>
                  <a:pt x="40324" y="73155"/>
                </a:moveTo>
                <a:cubicBezTo>
                  <a:pt x="40349" y="73205"/>
                  <a:pt x="40349" y="73254"/>
                  <a:pt x="40398" y="73304"/>
                </a:cubicBezTo>
                <a:lnTo>
                  <a:pt x="40398" y="73329"/>
                </a:lnTo>
                <a:cubicBezTo>
                  <a:pt x="40423" y="73404"/>
                  <a:pt x="40448" y="73503"/>
                  <a:pt x="40498" y="73553"/>
                </a:cubicBezTo>
                <a:lnTo>
                  <a:pt x="40498" y="73578"/>
                </a:lnTo>
                <a:lnTo>
                  <a:pt x="40299" y="73478"/>
                </a:lnTo>
                <a:cubicBezTo>
                  <a:pt x="40150" y="73354"/>
                  <a:pt x="40000" y="73279"/>
                  <a:pt x="39826" y="73155"/>
                </a:cubicBezTo>
                <a:close/>
                <a:moveTo>
                  <a:pt x="45501" y="72508"/>
                </a:moveTo>
                <a:cubicBezTo>
                  <a:pt x="45526" y="72508"/>
                  <a:pt x="45526" y="72508"/>
                  <a:pt x="45551" y="72533"/>
                </a:cubicBezTo>
                <a:cubicBezTo>
                  <a:pt x="45551" y="72831"/>
                  <a:pt x="45551" y="73180"/>
                  <a:pt x="45526" y="73503"/>
                </a:cubicBezTo>
                <a:cubicBezTo>
                  <a:pt x="45506" y="73544"/>
                  <a:pt x="45486" y="73568"/>
                  <a:pt x="45479" y="73615"/>
                </a:cubicBezTo>
                <a:lnTo>
                  <a:pt x="45479" y="73615"/>
                </a:lnTo>
                <a:cubicBezTo>
                  <a:pt x="45503" y="73253"/>
                  <a:pt x="45525" y="72869"/>
                  <a:pt x="45501" y="72508"/>
                </a:cubicBezTo>
                <a:close/>
                <a:moveTo>
                  <a:pt x="41170" y="73553"/>
                </a:moveTo>
                <a:lnTo>
                  <a:pt x="41195" y="73578"/>
                </a:lnTo>
                <a:lnTo>
                  <a:pt x="41120" y="73777"/>
                </a:lnTo>
                <a:lnTo>
                  <a:pt x="41071" y="73752"/>
                </a:lnTo>
                <a:lnTo>
                  <a:pt x="41170" y="73553"/>
                </a:lnTo>
                <a:close/>
                <a:moveTo>
                  <a:pt x="40622" y="73205"/>
                </a:moveTo>
                <a:cubicBezTo>
                  <a:pt x="40647" y="73254"/>
                  <a:pt x="40672" y="73329"/>
                  <a:pt x="40747" y="73429"/>
                </a:cubicBezTo>
                <a:lnTo>
                  <a:pt x="40822" y="73628"/>
                </a:lnTo>
                <a:cubicBezTo>
                  <a:pt x="40871" y="73653"/>
                  <a:pt x="40871" y="73702"/>
                  <a:pt x="40896" y="73752"/>
                </a:cubicBezTo>
                <a:cubicBezTo>
                  <a:pt x="40896" y="73752"/>
                  <a:pt x="40896" y="73777"/>
                  <a:pt x="40871" y="73777"/>
                </a:cubicBezTo>
                <a:lnTo>
                  <a:pt x="40871" y="73802"/>
                </a:lnTo>
                <a:cubicBezTo>
                  <a:pt x="40772" y="73653"/>
                  <a:pt x="40697" y="73503"/>
                  <a:pt x="40622" y="73329"/>
                </a:cubicBezTo>
                <a:cubicBezTo>
                  <a:pt x="40573" y="73279"/>
                  <a:pt x="40573" y="73254"/>
                  <a:pt x="40548" y="73205"/>
                </a:cubicBezTo>
                <a:close/>
                <a:moveTo>
                  <a:pt x="31562" y="72408"/>
                </a:moveTo>
                <a:cubicBezTo>
                  <a:pt x="31239" y="72956"/>
                  <a:pt x="30965" y="73503"/>
                  <a:pt x="30691" y="74051"/>
                </a:cubicBezTo>
                <a:cubicBezTo>
                  <a:pt x="29471" y="74001"/>
                  <a:pt x="28351" y="73777"/>
                  <a:pt x="27306" y="73454"/>
                </a:cubicBezTo>
                <a:cubicBezTo>
                  <a:pt x="28700" y="72931"/>
                  <a:pt x="30118" y="72557"/>
                  <a:pt x="31562" y="72408"/>
                </a:cubicBezTo>
                <a:close/>
                <a:moveTo>
                  <a:pt x="31861" y="72383"/>
                </a:moveTo>
                <a:cubicBezTo>
                  <a:pt x="31562" y="72931"/>
                  <a:pt x="31239" y="73503"/>
                  <a:pt x="30965" y="74051"/>
                </a:cubicBezTo>
                <a:lnTo>
                  <a:pt x="30915" y="74051"/>
                </a:lnTo>
                <a:cubicBezTo>
                  <a:pt x="31189" y="73503"/>
                  <a:pt x="31487" y="72931"/>
                  <a:pt x="31811" y="72383"/>
                </a:cubicBezTo>
                <a:close/>
                <a:moveTo>
                  <a:pt x="33230" y="72321"/>
                </a:moveTo>
                <a:cubicBezTo>
                  <a:pt x="34209" y="72321"/>
                  <a:pt x="35167" y="72414"/>
                  <a:pt x="36092" y="72557"/>
                </a:cubicBezTo>
                <a:cubicBezTo>
                  <a:pt x="36565" y="72707"/>
                  <a:pt x="37088" y="72881"/>
                  <a:pt x="37636" y="72956"/>
                </a:cubicBezTo>
                <a:lnTo>
                  <a:pt x="37710" y="72956"/>
                </a:lnTo>
                <a:cubicBezTo>
                  <a:pt x="37884" y="73006"/>
                  <a:pt x="38034" y="73030"/>
                  <a:pt x="38183" y="73080"/>
                </a:cubicBezTo>
                <a:cubicBezTo>
                  <a:pt x="38208" y="73080"/>
                  <a:pt x="38208" y="73080"/>
                  <a:pt x="38258" y="73130"/>
                </a:cubicBezTo>
                <a:cubicBezTo>
                  <a:pt x="35945" y="73742"/>
                  <a:pt x="33757" y="74086"/>
                  <a:pt x="31748" y="74086"/>
                </a:cubicBezTo>
                <a:cubicBezTo>
                  <a:pt x="31552" y="74086"/>
                  <a:pt x="31357" y="74082"/>
                  <a:pt x="31164" y="74076"/>
                </a:cubicBezTo>
                <a:cubicBezTo>
                  <a:pt x="31463" y="73503"/>
                  <a:pt x="31736" y="72931"/>
                  <a:pt x="32060" y="72383"/>
                </a:cubicBezTo>
                <a:cubicBezTo>
                  <a:pt x="32234" y="72383"/>
                  <a:pt x="32433" y="72333"/>
                  <a:pt x="32608" y="72333"/>
                </a:cubicBezTo>
                <a:cubicBezTo>
                  <a:pt x="32816" y="72325"/>
                  <a:pt x="33023" y="72321"/>
                  <a:pt x="33230" y="72321"/>
                </a:cubicBezTo>
                <a:close/>
                <a:moveTo>
                  <a:pt x="27007" y="73553"/>
                </a:moveTo>
                <a:cubicBezTo>
                  <a:pt x="28102" y="73926"/>
                  <a:pt x="29322" y="74151"/>
                  <a:pt x="30591" y="74200"/>
                </a:cubicBezTo>
                <a:cubicBezTo>
                  <a:pt x="30591" y="74225"/>
                  <a:pt x="30566" y="74225"/>
                  <a:pt x="30566" y="74275"/>
                </a:cubicBezTo>
                <a:cubicBezTo>
                  <a:pt x="29247" y="74175"/>
                  <a:pt x="28003" y="73951"/>
                  <a:pt x="26932" y="73578"/>
                </a:cubicBezTo>
                <a:cubicBezTo>
                  <a:pt x="26957" y="73578"/>
                  <a:pt x="26982" y="73578"/>
                  <a:pt x="27007" y="73553"/>
                </a:cubicBezTo>
                <a:close/>
                <a:moveTo>
                  <a:pt x="30840" y="74250"/>
                </a:moveTo>
                <a:cubicBezTo>
                  <a:pt x="30840" y="74275"/>
                  <a:pt x="30815" y="74275"/>
                  <a:pt x="30815" y="74300"/>
                </a:cubicBezTo>
                <a:lnTo>
                  <a:pt x="30741" y="74300"/>
                </a:lnTo>
                <a:cubicBezTo>
                  <a:pt x="30790" y="74275"/>
                  <a:pt x="30790" y="74275"/>
                  <a:pt x="30790" y="74250"/>
                </a:cubicBezTo>
                <a:close/>
                <a:moveTo>
                  <a:pt x="41369" y="73777"/>
                </a:moveTo>
                <a:cubicBezTo>
                  <a:pt x="41394" y="73827"/>
                  <a:pt x="41444" y="73902"/>
                  <a:pt x="41519" y="73951"/>
                </a:cubicBezTo>
                <a:cubicBezTo>
                  <a:pt x="41618" y="74076"/>
                  <a:pt x="41668" y="74200"/>
                  <a:pt x="41767" y="74300"/>
                </a:cubicBezTo>
                <a:cubicBezTo>
                  <a:pt x="41568" y="74200"/>
                  <a:pt x="41419" y="74126"/>
                  <a:pt x="41270" y="74026"/>
                </a:cubicBezTo>
                <a:cubicBezTo>
                  <a:pt x="41270" y="74001"/>
                  <a:pt x="41245" y="74001"/>
                  <a:pt x="41245" y="73951"/>
                </a:cubicBezTo>
                <a:cubicBezTo>
                  <a:pt x="41270" y="73902"/>
                  <a:pt x="41295" y="73827"/>
                  <a:pt x="41369" y="73777"/>
                </a:cubicBezTo>
                <a:close/>
                <a:moveTo>
                  <a:pt x="37835" y="73404"/>
                </a:moveTo>
                <a:lnTo>
                  <a:pt x="37835" y="73404"/>
                </a:lnTo>
                <a:cubicBezTo>
                  <a:pt x="37785" y="73429"/>
                  <a:pt x="37760" y="73454"/>
                  <a:pt x="37685" y="73503"/>
                </a:cubicBezTo>
                <a:cubicBezTo>
                  <a:pt x="35570" y="74026"/>
                  <a:pt x="33528" y="74325"/>
                  <a:pt x="31662" y="74325"/>
                </a:cubicBezTo>
                <a:cubicBezTo>
                  <a:pt x="31438" y="74325"/>
                  <a:pt x="31239" y="74300"/>
                  <a:pt x="31039" y="74300"/>
                </a:cubicBezTo>
                <a:cubicBezTo>
                  <a:pt x="31039" y="74275"/>
                  <a:pt x="31064" y="74275"/>
                  <a:pt x="31064" y="74250"/>
                </a:cubicBezTo>
                <a:cubicBezTo>
                  <a:pt x="31225" y="74254"/>
                  <a:pt x="31386" y="74256"/>
                  <a:pt x="31548" y="74256"/>
                </a:cubicBezTo>
                <a:cubicBezTo>
                  <a:pt x="33503" y="74256"/>
                  <a:pt x="35605" y="73978"/>
                  <a:pt x="37835" y="73404"/>
                </a:cubicBezTo>
                <a:close/>
                <a:moveTo>
                  <a:pt x="46497" y="72806"/>
                </a:moveTo>
                <a:cubicBezTo>
                  <a:pt x="46895" y="72956"/>
                  <a:pt x="47293" y="73130"/>
                  <a:pt x="47716" y="73329"/>
                </a:cubicBezTo>
                <a:cubicBezTo>
                  <a:pt x="47667" y="73379"/>
                  <a:pt x="47642" y="73379"/>
                  <a:pt x="47617" y="73404"/>
                </a:cubicBezTo>
                <a:cubicBezTo>
                  <a:pt x="46995" y="73777"/>
                  <a:pt x="46372" y="74151"/>
                  <a:pt x="45725" y="74499"/>
                </a:cubicBezTo>
                <a:cubicBezTo>
                  <a:pt x="45974" y="73902"/>
                  <a:pt x="46223" y="73404"/>
                  <a:pt x="46497" y="72806"/>
                </a:cubicBezTo>
                <a:close/>
                <a:moveTo>
                  <a:pt x="41494" y="73503"/>
                </a:moveTo>
                <a:cubicBezTo>
                  <a:pt x="41519" y="73528"/>
                  <a:pt x="41543" y="73553"/>
                  <a:pt x="41543" y="73578"/>
                </a:cubicBezTo>
                <a:cubicBezTo>
                  <a:pt x="41743" y="73877"/>
                  <a:pt x="41917" y="74126"/>
                  <a:pt x="42116" y="74399"/>
                </a:cubicBezTo>
                <a:cubicBezTo>
                  <a:pt x="42166" y="74499"/>
                  <a:pt x="42191" y="74549"/>
                  <a:pt x="42265" y="74648"/>
                </a:cubicBezTo>
                <a:cubicBezTo>
                  <a:pt x="42240" y="74623"/>
                  <a:pt x="42191" y="74574"/>
                  <a:pt x="42141" y="74549"/>
                </a:cubicBezTo>
                <a:cubicBezTo>
                  <a:pt x="41942" y="74250"/>
                  <a:pt x="41743" y="73951"/>
                  <a:pt x="41519" y="73653"/>
                </a:cubicBezTo>
                <a:cubicBezTo>
                  <a:pt x="41494" y="73628"/>
                  <a:pt x="41494" y="73578"/>
                  <a:pt x="41444" y="73553"/>
                </a:cubicBezTo>
                <a:cubicBezTo>
                  <a:pt x="41444" y="73528"/>
                  <a:pt x="41494" y="73528"/>
                  <a:pt x="41494" y="73503"/>
                </a:cubicBezTo>
                <a:close/>
                <a:moveTo>
                  <a:pt x="47916" y="73454"/>
                </a:moveTo>
                <a:cubicBezTo>
                  <a:pt x="47866" y="73503"/>
                  <a:pt x="47816" y="73528"/>
                  <a:pt x="47766" y="73553"/>
                </a:cubicBezTo>
                <a:cubicBezTo>
                  <a:pt x="47069" y="73951"/>
                  <a:pt x="46372" y="74399"/>
                  <a:pt x="45675" y="74773"/>
                </a:cubicBezTo>
                <a:cubicBezTo>
                  <a:pt x="45655" y="74793"/>
                  <a:pt x="45634" y="74797"/>
                  <a:pt x="45600" y="74811"/>
                </a:cubicBezTo>
                <a:lnTo>
                  <a:pt x="45600" y="74811"/>
                </a:lnTo>
                <a:cubicBezTo>
                  <a:pt x="45601" y="74808"/>
                  <a:pt x="45601" y="74803"/>
                  <a:pt x="45601" y="74798"/>
                </a:cubicBezTo>
                <a:lnTo>
                  <a:pt x="45601" y="74773"/>
                </a:lnTo>
                <a:cubicBezTo>
                  <a:pt x="45899" y="74574"/>
                  <a:pt x="46223" y="74399"/>
                  <a:pt x="46522" y="74250"/>
                </a:cubicBezTo>
                <a:cubicBezTo>
                  <a:pt x="46895" y="74026"/>
                  <a:pt x="47293" y="73802"/>
                  <a:pt x="47667" y="73553"/>
                </a:cubicBezTo>
                <a:lnTo>
                  <a:pt x="47866" y="73454"/>
                </a:lnTo>
                <a:close/>
                <a:moveTo>
                  <a:pt x="41519" y="74375"/>
                </a:moveTo>
                <a:lnTo>
                  <a:pt x="41519" y="74375"/>
                </a:lnTo>
                <a:cubicBezTo>
                  <a:pt x="41668" y="74449"/>
                  <a:pt x="41817" y="74549"/>
                  <a:pt x="41991" y="74673"/>
                </a:cubicBezTo>
                <a:cubicBezTo>
                  <a:pt x="42016" y="74748"/>
                  <a:pt x="42041" y="74773"/>
                  <a:pt x="42066" y="74823"/>
                </a:cubicBezTo>
                <a:cubicBezTo>
                  <a:pt x="41917" y="74748"/>
                  <a:pt x="41792" y="74623"/>
                  <a:pt x="41643" y="74524"/>
                </a:cubicBezTo>
                <a:cubicBezTo>
                  <a:pt x="41568" y="74449"/>
                  <a:pt x="41543" y="74424"/>
                  <a:pt x="41519" y="74375"/>
                </a:cubicBezTo>
                <a:close/>
                <a:moveTo>
                  <a:pt x="45544" y="74860"/>
                </a:moveTo>
                <a:cubicBezTo>
                  <a:pt x="45539" y="74867"/>
                  <a:pt x="45534" y="74872"/>
                  <a:pt x="45526" y="74872"/>
                </a:cubicBezTo>
                <a:cubicBezTo>
                  <a:pt x="45532" y="74868"/>
                  <a:pt x="45538" y="74864"/>
                  <a:pt x="45544" y="74860"/>
                </a:cubicBezTo>
                <a:close/>
                <a:moveTo>
                  <a:pt x="41519" y="74773"/>
                </a:moveTo>
                <a:lnTo>
                  <a:pt x="41693" y="74947"/>
                </a:lnTo>
                <a:cubicBezTo>
                  <a:pt x="41743" y="74997"/>
                  <a:pt x="41792" y="75047"/>
                  <a:pt x="41867" y="75071"/>
                </a:cubicBezTo>
                <a:lnTo>
                  <a:pt x="41817" y="75121"/>
                </a:lnTo>
                <a:cubicBezTo>
                  <a:pt x="41767" y="75047"/>
                  <a:pt x="41743" y="74997"/>
                  <a:pt x="41668" y="74947"/>
                </a:cubicBezTo>
                <a:cubicBezTo>
                  <a:pt x="41618" y="74897"/>
                  <a:pt x="41543" y="74823"/>
                  <a:pt x="41519" y="74773"/>
                </a:cubicBezTo>
                <a:close/>
                <a:moveTo>
                  <a:pt x="42415" y="74997"/>
                </a:moveTo>
                <a:lnTo>
                  <a:pt x="42415" y="74997"/>
                </a:lnTo>
                <a:cubicBezTo>
                  <a:pt x="42440" y="75022"/>
                  <a:pt x="42489" y="75022"/>
                  <a:pt x="42514" y="75047"/>
                </a:cubicBezTo>
                <a:cubicBezTo>
                  <a:pt x="42539" y="75071"/>
                  <a:pt x="42564" y="75146"/>
                  <a:pt x="42564" y="75171"/>
                </a:cubicBezTo>
                <a:cubicBezTo>
                  <a:pt x="42539" y="75146"/>
                  <a:pt x="42514" y="75146"/>
                  <a:pt x="42489" y="75121"/>
                </a:cubicBezTo>
                <a:cubicBezTo>
                  <a:pt x="42440" y="75071"/>
                  <a:pt x="42415" y="75022"/>
                  <a:pt x="42415" y="74997"/>
                </a:cubicBezTo>
                <a:close/>
                <a:moveTo>
                  <a:pt x="45128" y="72433"/>
                </a:moveTo>
                <a:cubicBezTo>
                  <a:pt x="45178" y="72433"/>
                  <a:pt x="45252" y="72458"/>
                  <a:pt x="45302" y="72458"/>
                </a:cubicBezTo>
                <a:cubicBezTo>
                  <a:pt x="45327" y="73055"/>
                  <a:pt x="45302" y="73653"/>
                  <a:pt x="45202" y="74200"/>
                </a:cubicBezTo>
                <a:cubicBezTo>
                  <a:pt x="45078" y="74449"/>
                  <a:pt x="45003" y="74698"/>
                  <a:pt x="44879" y="74997"/>
                </a:cubicBezTo>
                <a:cubicBezTo>
                  <a:pt x="44729" y="75022"/>
                  <a:pt x="44605" y="75071"/>
                  <a:pt x="44481" y="75171"/>
                </a:cubicBezTo>
                <a:cubicBezTo>
                  <a:pt x="44605" y="74275"/>
                  <a:pt x="44804" y="73379"/>
                  <a:pt x="45103" y="72433"/>
                </a:cubicBezTo>
                <a:close/>
                <a:moveTo>
                  <a:pt x="44729" y="75246"/>
                </a:moveTo>
                <a:cubicBezTo>
                  <a:pt x="44729" y="75246"/>
                  <a:pt x="44729" y="75270"/>
                  <a:pt x="44681" y="75271"/>
                </a:cubicBezTo>
                <a:lnTo>
                  <a:pt x="44681" y="75271"/>
                </a:lnTo>
                <a:cubicBezTo>
                  <a:pt x="44698" y="75262"/>
                  <a:pt x="44714" y="75253"/>
                  <a:pt x="44729" y="75246"/>
                </a:cubicBezTo>
                <a:close/>
                <a:moveTo>
                  <a:pt x="44868" y="72496"/>
                </a:moveTo>
                <a:cubicBezTo>
                  <a:pt x="44599" y="73453"/>
                  <a:pt x="44379" y="74386"/>
                  <a:pt x="44257" y="75271"/>
                </a:cubicBezTo>
                <a:cubicBezTo>
                  <a:pt x="44232" y="75271"/>
                  <a:pt x="44232" y="75295"/>
                  <a:pt x="44182" y="75295"/>
                </a:cubicBezTo>
                <a:cubicBezTo>
                  <a:pt x="44306" y="74399"/>
                  <a:pt x="44530" y="73454"/>
                  <a:pt x="44804" y="72508"/>
                </a:cubicBezTo>
                <a:cubicBezTo>
                  <a:pt x="44835" y="72508"/>
                  <a:pt x="44857" y="72508"/>
                  <a:pt x="44868" y="72496"/>
                </a:cubicBezTo>
                <a:close/>
                <a:moveTo>
                  <a:pt x="42198" y="75129"/>
                </a:moveTo>
                <a:cubicBezTo>
                  <a:pt x="42249" y="75166"/>
                  <a:pt x="42313" y="75194"/>
                  <a:pt x="42365" y="75246"/>
                </a:cubicBezTo>
                <a:cubicBezTo>
                  <a:pt x="42390" y="75271"/>
                  <a:pt x="42390" y="75295"/>
                  <a:pt x="42415" y="75320"/>
                </a:cubicBezTo>
                <a:cubicBezTo>
                  <a:pt x="42315" y="75271"/>
                  <a:pt x="42265" y="75246"/>
                  <a:pt x="42240" y="75171"/>
                </a:cubicBezTo>
                <a:lnTo>
                  <a:pt x="42198" y="75129"/>
                </a:lnTo>
                <a:close/>
                <a:moveTo>
                  <a:pt x="3161" y="63298"/>
                </a:moveTo>
                <a:lnTo>
                  <a:pt x="3161" y="63422"/>
                </a:lnTo>
                <a:cubicBezTo>
                  <a:pt x="2664" y="65364"/>
                  <a:pt x="2290" y="67305"/>
                  <a:pt x="2066" y="69147"/>
                </a:cubicBezTo>
                <a:cubicBezTo>
                  <a:pt x="1469" y="71263"/>
                  <a:pt x="996" y="73379"/>
                  <a:pt x="697" y="75395"/>
                </a:cubicBezTo>
                <a:cubicBezTo>
                  <a:pt x="797" y="74175"/>
                  <a:pt x="946" y="72906"/>
                  <a:pt x="1170" y="71562"/>
                </a:cubicBezTo>
                <a:cubicBezTo>
                  <a:pt x="1618" y="68824"/>
                  <a:pt x="2290" y="66061"/>
                  <a:pt x="3161" y="63298"/>
                </a:cubicBezTo>
                <a:close/>
                <a:moveTo>
                  <a:pt x="9683" y="71188"/>
                </a:moveTo>
                <a:cubicBezTo>
                  <a:pt x="9708" y="71263"/>
                  <a:pt x="9708" y="71313"/>
                  <a:pt x="9757" y="71388"/>
                </a:cubicBezTo>
                <a:cubicBezTo>
                  <a:pt x="9807" y="71587"/>
                  <a:pt x="9882" y="71786"/>
                  <a:pt x="9932" y="71960"/>
                </a:cubicBezTo>
                <a:cubicBezTo>
                  <a:pt x="9957" y="72060"/>
                  <a:pt x="10006" y="72159"/>
                  <a:pt x="10031" y="72209"/>
                </a:cubicBezTo>
                <a:cubicBezTo>
                  <a:pt x="10056" y="72309"/>
                  <a:pt x="10081" y="72408"/>
                  <a:pt x="10131" y="72458"/>
                </a:cubicBezTo>
                <a:cubicBezTo>
                  <a:pt x="10181" y="72657"/>
                  <a:pt x="10280" y="72831"/>
                  <a:pt x="10330" y="73030"/>
                </a:cubicBezTo>
                <a:cubicBezTo>
                  <a:pt x="10380" y="73130"/>
                  <a:pt x="10430" y="73254"/>
                  <a:pt x="10454" y="73329"/>
                </a:cubicBezTo>
                <a:cubicBezTo>
                  <a:pt x="10454" y="73379"/>
                  <a:pt x="10504" y="73404"/>
                  <a:pt x="10504" y="73429"/>
                </a:cubicBezTo>
                <a:cubicBezTo>
                  <a:pt x="10529" y="73528"/>
                  <a:pt x="10579" y="73578"/>
                  <a:pt x="10629" y="73678"/>
                </a:cubicBezTo>
                <a:lnTo>
                  <a:pt x="10902" y="74250"/>
                </a:lnTo>
                <a:lnTo>
                  <a:pt x="11002" y="74424"/>
                </a:lnTo>
                <a:cubicBezTo>
                  <a:pt x="11052" y="74549"/>
                  <a:pt x="11126" y="74648"/>
                  <a:pt x="11176" y="74773"/>
                </a:cubicBezTo>
                <a:cubicBezTo>
                  <a:pt x="11251" y="74897"/>
                  <a:pt x="11326" y="75022"/>
                  <a:pt x="11400" y="75121"/>
                </a:cubicBezTo>
                <a:cubicBezTo>
                  <a:pt x="11450" y="75196"/>
                  <a:pt x="11525" y="75320"/>
                  <a:pt x="11624" y="75420"/>
                </a:cubicBezTo>
                <a:lnTo>
                  <a:pt x="11649" y="75445"/>
                </a:lnTo>
                <a:cubicBezTo>
                  <a:pt x="10380" y="74549"/>
                  <a:pt x="9210" y="73553"/>
                  <a:pt x="8164" y="72508"/>
                </a:cubicBezTo>
                <a:cubicBezTo>
                  <a:pt x="8214" y="72508"/>
                  <a:pt x="8264" y="72408"/>
                  <a:pt x="8289" y="72309"/>
                </a:cubicBezTo>
                <a:cubicBezTo>
                  <a:pt x="8388" y="72209"/>
                  <a:pt x="8463" y="72159"/>
                  <a:pt x="8563" y="72060"/>
                </a:cubicBezTo>
                <a:cubicBezTo>
                  <a:pt x="8687" y="71960"/>
                  <a:pt x="8812" y="71885"/>
                  <a:pt x="8936" y="71736"/>
                </a:cubicBezTo>
                <a:cubicBezTo>
                  <a:pt x="9085" y="71612"/>
                  <a:pt x="9210" y="71537"/>
                  <a:pt x="9384" y="71413"/>
                </a:cubicBezTo>
                <a:cubicBezTo>
                  <a:pt x="9459" y="71338"/>
                  <a:pt x="9558" y="71263"/>
                  <a:pt x="9683" y="71188"/>
                </a:cubicBezTo>
                <a:close/>
                <a:moveTo>
                  <a:pt x="44680" y="75271"/>
                </a:moveTo>
                <a:lnTo>
                  <a:pt x="44680" y="75295"/>
                </a:lnTo>
                <a:lnTo>
                  <a:pt x="44406" y="75495"/>
                </a:lnTo>
                <a:lnTo>
                  <a:pt x="44406" y="75445"/>
                </a:lnTo>
                <a:lnTo>
                  <a:pt x="44406" y="75420"/>
                </a:lnTo>
                <a:cubicBezTo>
                  <a:pt x="44489" y="75378"/>
                  <a:pt x="44591" y="75319"/>
                  <a:pt x="44680" y="75271"/>
                </a:cubicBezTo>
                <a:close/>
                <a:moveTo>
                  <a:pt x="41917" y="75271"/>
                </a:moveTo>
                <a:cubicBezTo>
                  <a:pt x="42016" y="75271"/>
                  <a:pt x="42041" y="75295"/>
                  <a:pt x="42066" y="75370"/>
                </a:cubicBezTo>
                <a:cubicBezTo>
                  <a:pt x="42116" y="75395"/>
                  <a:pt x="42116" y="75395"/>
                  <a:pt x="42116" y="75420"/>
                </a:cubicBezTo>
                <a:cubicBezTo>
                  <a:pt x="42166" y="75470"/>
                  <a:pt x="42191" y="75544"/>
                  <a:pt x="42265" y="75619"/>
                </a:cubicBezTo>
                <a:cubicBezTo>
                  <a:pt x="42191" y="75569"/>
                  <a:pt x="42166" y="75520"/>
                  <a:pt x="42116" y="75445"/>
                </a:cubicBezTo>
                <a:lnTo>
                  <a:pt x="42041" y="75395"/>
                </a:lnTo>
                <a:lnTo>
                  <a:pt x="41917" y="75271"/>
                </a:lnTo>
                <a:close/>
                <a:moveTo>
                  <a:pt x="44232" y="75520"/>
                </a:moveTo>
                <a:lnTo>
                  <a:pt x="44232" y="75544"/>
                </a:lnTo>
                <a:lnTo>
                  <a:pt x="44232" y="75569"/>
                </a:lnTo>
                <a:cubicBezTo>
                  <a:pt x="44182" y="75569"/>
                  <a:pt x="44157" y="75619"/>
                  <a:pt x="44157" y="75619"/>
                </a:cubicBezTo>
                <a:lnTo>
                  <a:pt x="44157" y="75569"/>
                </a:lnTo>
                <a:lnTo>
                  <a:pt x="44157" y="75544"/>
                </a:lnTo>
                <a:cubicBezTo>
                  <a:pt x="44182" y="75544"/>
                  <a:pt x="44182" y="75520"/>
                  <a:pt x="44232" y="75520"/>
                </a:cubicBezTo>
                <a:close/>
                <a:moveTo>
                  <a:pt x="44630" y="72533"/>
                </a:moveTo>
                <a:cubicBezTo>
                  <a:pt x="44331" y="73528"/>
                  <a:pt x="44132" y="74449"/>
                  <a:pt x="44008" y="75395"/>
                </a:cubicBezTo>
                <a:cubicBezTo>
                  <a:pt x="43858" y="75495"/>
                  <a:pt x="43684" y="75569"/>
                  <a:pt x="43535" y="75644"/>
                </a:cubicBezTo>
                <a:cubicBezTo>
                  <a:pt x="43261" y="75395"/>
                  <a:pt x="42987" y="75171"/>
                  <a:pt x="42664" y="74922"/>
                </a:cubicBezTo>
                <a:cubicBezTo>
                  <a:pt x="42614" y="74823"/>
                  <a:pt x="42564" y="74773"/>
                  <a:pt x="42514" y="74673"/>
                </a:cubicBezTo>
                <a:cubicBezTo>
                  <a:pt x="42440" y="74549"/>
                  <a:pt x="42365" y="74449"/>
                  <a:pt x="42290" y="74325"/>
                </a:cubicBezTo>
                <a:lnTo>
                  <a:pt x="41743" y="73503"/>
                </a:lnTo>
                <a:cubicBezTo>
                  <a:pt x="41668" y="73429"/>
                  <a:pt x="41643" y="73379"/>
                  <a:pt x="41593" y="73304"/>
                </a:cubicBezTo>
                <a:cubicBezTo>
                  <a:pt x="41668" y="73205"/>
                  <a:pt x="41693" y="73130"/>
                  <a:pt x="41767" y="73055"/>
                </a:cubicBezTo>
                <a:cubicBezTo>
                  <a:pt x="42688" y="72956"/>
                  <a:pt x="43659" y="72782"/>
                  <a:pt x="44630" y="72533"/>
                </a:cubicBezTo>
                <a:close/>
                <a:moveTo>
                  <a:pt x="42688" y="75520"/>
                </a:moveTo>
                <a:lnTo>
                  <a:pt x="42788" y="75619"/>
                </a:lnTo>
                <a:cubicBezTo>
                  <a:pt x="42805" y="75636"/>
                  <a:pt x="42822" y="75664"/>
                  <a:pt x="42831" y="75696"/>
                </a:cubicBezTo>
                <a:lnTo>
                  <a:pt x="42831" y="75696"/>
                </a:lnTo>
                <a:cubicBezTo>
                  <a:pt x="42818" y="75687"/>
                  <a:pt x="42800" y="75681"/>
                  <a:pt x="42788" y="75669"/>
                </a:cubicBezTo>
                <a:cubicBezTo>
                  <a:pt x="42763" y="75619"/>
                  <a:pt x="42738" y="75569"/>
                  <a:pt x="42688" y="75520"/>
                </a:cubicBezTo>
                <a:close/>
                <a:moveTo>
                  <a:pt x="57075" y="67206"/>
                </a:moveTo>
                <a:cubicBezTo>
                  <a:pt x="57100" y="67231"/>
                  <a:pt x="57125" y="67256"/>
                  <a:pt x="57200" y="67305"/>
                </a:cubicBezTo>
                <a:cubicBezTo>
                  <a:pt x="57324" y="67355"/>
                  <a:pt x="57424" y="67455"/>
                  <a:pt x="57548" y="67530"/>
                </a:cubicBezTo>
                <a:cubicBezTo>
                  <a:pt x="57623" y="67579"/>
                  <a:pt x="57723" y="67654"/>
                  <a:pt x="57822" y="67729"/>
                </a:cubicBezTo>
                <a:cubicBezTo>
                  <a:pt x="57922" y="67803"/>
                  <a:pt x="57972" y="67853"/>
                  <a:pt x="58071" y="67928"/>
                </a:cubicBezTo>
                <a:cubicBezTo>
                  <a:pt x="58196" y="68002"/>
                  <a:pt x="58320" y="68102"/>
                  <a:pt x="58469" y="68226"/>
                </a:cubicBezTo>
                <a:cubicBezTo>
                  <a:pt x="58494" y="68251"/>
                  <a:pt x="58544" y="68301"/>
                  <a:pt x="58594" y="68326"/>
                </a:cubicBezTo>
                <a:cubicBezTo>
                  <a:pt x="59440" y="68998"/>
                  <a:pt x="60361" y="69819"/>
                  <a:pt x="61307" y="70765"/>
                </a:cubicBezTo>
                <a:cubicBezTo>
                  <a:pt x="61431" y="70890"/>
                  <a:pt x="61556" y="70964"/>
                  <a:pt x="61680" y="71089"/>
                </a:cubicBezTo>
                <a:lnTo>
                  <a:pt x="61879" y="71313"/>
                </a:lnTo>
                <a:lnTo>
                  <a:pt x="62303" y="71711"/>
                </a:lnTo>
                <a:cubicBezTo>
                  <a:pt x="62128" y="71811"/>
                  <a:pt x="61979" y="71935"/>
                  <a:pt x="61830" y="72035"/>
                </a:cubicBezTo>
                <a:cubicBezTo>
                  <a:pt x="61705" y="72134"/>
                  <a:pt x="61581" y="72184"/>
                  <a:pt x="61456" y="72284"/>
                </a:cubicBezTo>
                <a:cubicBezTo>
                  <a:pt x="61257" y="72408"/>
                  <a:pt x="61083" y="72533"/>
                  <a:pt x="60859" y="72657"/>
                </a:cubicBezTo>
                <a:lnTo>
                  <a:pt x="60585" y="72831"/>
                </a:lnTo>
                <a:cubicBezTo>
                  <a:pt x="60560" y="72856"/>
                  <a:pt x="60535" y="72906"/>
                  <a:pt x="60461" y="72906"/>
                </a:cubicBezTo>
                <a:cubicBezTo>
                  <a:pt x="60286" y="73030"/>
                  <a:pt x="60087" y="73105"/>
                  <a:pt x="59913" y="73230"/>
                </a:cubicBezTo>
                <a:cubicBezTo>
                  <a:pt x="59814" y="73304"/>
                  <a:pt x="59714" y="73354"/>
                  <a:pt x="59614" y="73404"/>
                </a:cubicBezTo>
                <a:cubicBezTo>
                  <a:pt x="59589" y="73429"/>
                  <a:pt x="59540" y="73454"/>
                  <a:pt x="59490" y="73478"/>
                </a:cubicBezTo>
                <a:cubicBezTo>
                  <a:pt x="59341" y="73578"/>
                  <a:pt x="59166" y="73678"/>
                  <a:pt x="58992" y="73777"/>
                </a:cubicBezTo>
                <a:cubicBezTo>
                  <a:pt x="58942" y="73802"/>
                  <a:pt x="58843" y="73877"/>
                  <a:pt x="58793" y="73902"/>
                </a:cubicBezTo>
                <a:cubicBezTo>
                  <a:pt x="58718" y="73926"/>
                  <a:pt x="58619" y="74001"/>
                  <a:pt x="58569" y="74026"/>
                </a:cubicBezTo>
                <a:cubicBezTo>
                  <a:pt x="58420" y="74126"/>
                  <a:pt x="58245" y="74175"/>
                  <a:pt x="58096" y="74275"/>
                </a:cubicBezTo>
                <a:cubicBezTo>
                  <a:pt x="57947" y="74375"/>
                  <a:pt x="57797" y="74424"/>
                  <a:pt x="57623" y="74524"/>
                </a:cubicBezTo>
                <a:cubicBezTo>
                  <a:pt x="57474" y="74574"/>
                  <a:pt x="57349" y="74673"/>
                  <a:pt x="57200" y="74748"/>
                </a:cubicBezTo>
                <a:cubicBezTo>
                  <a:pt x="57175" y="74773"/>
                  <a:pt x="57125" y="74773"/>
                  <a:pt x="57100" y="74798"/>
                </a:cubicBezTo>
                <a:cubicBezTo>
                  <a:pt x="56976" y="74847"/>
                  <a:pt x="56827" y="74922"/>
                  <a:pt x="56702" y="74997"/>
                </a:cubicBezTo>
                <a:cubicBezTo>
                  <a:pt x="56578" y="75047"/>
                  <a:pt x="56428" y="75121"/>
                  <a:pt x="56304" y="75171"/>
                </a:cubicBezTo>
                <a:cubicBezTo>
                  <a:pt x="56105" y="75271"/>
                  <a:pt x="55955" y="75320"/>
                  <a:pt x="55756" y="75420"/>
                </a:cubicBezTo>
                <a:cubicBezTo>
                  <a:pt x="55632" y="75470"/>
                  <a:pt x="55507" y="75520"/>
                  <a:pt x="55383" y="75569"/>
                </a:cubicBezTo>
                <a:cubicBezTo>
                  <a:pt x="55258" y="75644"/>
                  <a:pt x="55134" y="75669"/>
                  <a:pt x="55059" y="75744"/>
                </a:cubicBezTo>
                <a:cubicBezTo>
                  <a:pt x="54686" y="74872"/>
                  <a:pt x="54313" y="74051"/>
                  <a:pt x="53989" y="73304"/>
                </a:cubicBezTo>
                <a:cubicBezTo>
                  <a:pt x="53964" y="73205"/>
                  <a:pt x="53889" y="73130"/>
                  <a:pt x="53865" y="73030"/>
                </a:cubicBezTo>
                <a:cubicBezTo>
                  <a:pt x="53740" y="72757"/>
                  <a:pt x="53641" y="72458"/>
                  <a:pt x="53566" y="72184"/>
                </a:cubicBezTo>
                <a:cubicBezTo>
                  <a:pt x="53491" y="72010"/>
                  <a:pt x="53392" y="71811"/>
                  <a:pt x="53342" y="71637"/>
                </a:cubicBezTo>
                <a:lnTo>
                  <a:pt x="53143" y="70964"/>
                </a:lnTo>
                <a:cubicBezTo>
                  <a:pt x="53093" y="70790"/>
                  <a:pt x="53018" y="70566"/>
                  <a:pt x="52968" y="70392"/>
                </a:cubicBezTo>
                <a:cubicBezTo>
                  <a:pt x="53441" y="70043"/>
                  <a:pt x="53889" y="69695"/>
                  <a:pt x="54337" y="69347"/>
                </a:cubicBezTo>
                <a:lnTo>
                  <a:pt x="54711" y="69073"/>
                </a:lnTo>
                <a:cubicBezTo>
                  <a:pt x="54761" y="69023"/>
                  <a:pt x="54835" y="68973"/>
                  <a:pt x="54935" y="68923"/>
                </a:cubicBezTo>
                <a:lnTo>
                  <a:pt x="55383" y="68550"/>
                </a:lnTo>
                <a:cubicBezTo>
                  <a:pt x="55607" y="68401"/>
                  <a:pt x="55831" y="68202"/>
                  <a:pt x="56005" y="68052"/>
                </a:cubicBezTo>
                <a:cubicBezTo>
                  <a:pt x="56179" y="67928"/>
                  <a:pt x="56354" y="67803"/>
                  <a:pt x="56503" y="67654"/>
                </a:cubicBezTo>
                <a:cubicBezTo>
                  <a:pt x="56603" y="67554"/>
                  <a:pt x="56702" y="67480"/>
                  <a:pt x="56827" y="67380"/>
                </a:cubicBezTo>
                <a:cubicBezTo>
                  <a:pt x="56926" y="67330"/>
                  <a:pt x="56976" y="67256"/>
                  <a:pt x="57075" y="67206"/>
                </a:cubicBezTo>
                <a:close/>
                <a:moveTo>
                  <a:pt x="42912" y="75320"/>
                </a:moveTo>
                <a:lnTo>
                  <a:pt x="43385" y="75694"/>
                </a:lnTo>
                <a:cubicBezTo>
                  <a:pt x="43360" y="75768"/>
                  <a:pt x="43311" y="75768"/>
                  <a:pt x="43311" y="75768"/>
                </a:cubicBezTo>
                <a:cubicBezTo>
                  <a:pt x="43186" y="75669"/>
                  <a:pt x="43112" y="75569"/>
                  <a:pt x="42987" y="75495"/>
                </a:cubicBezTo>
                <a:cubicBezTo>
                  <a:pt x="42937" y="75420"/>
                  <a:pt x="42912" y="75395"/>
                  <a:pt x="42912" y="75320"/>
                </a:cubicBezTo>
                <a:close/>
                <a:moveTo>
                  <a:pt x="52844" y="70516"/>
                </a:moveTo>
                <a:cubicBezTo>
                  <a:pt x="52869" y="70641"/>
                  <a:pt x="52944" y="70790"/>
                  <a:pt x="52968" y="70915"/>
                </a:cubicBezTo>
                <a:cubicBezTo>
                  <a:pt x="53018" y="71164"/>
                  <a:pt x="53093" y="71388"/>
                  <a:pt x="53192" y="71661"/>
                </a:cubicBezTo>
                <a:cubicBezTo>
                  <a:pt x="53217" y="71786"/>
                  <a:pt x="53267" y="71935"/>
                  <a:pt x="53342" y="72060"/>
                </a:cubicBezTo>
                <a:cubicBezTo>
                  <a:pt x="53740" y="73205"/>
                  <a:pt x="54263" y="74449"/>
                  <a:pt x="54885" y="75793"/>
                </a:cubicBezTo>
                <a:lnTo>
                  <a:pt x="54835" y="75793"/>
                </a:lnTo>
                <a:cubicBezTo>
                  <a:pt x="54437" y="74922"/>
                  <a:pt x="54064" y="74126"/>
                  <a:pt x="53740" y="73329"/>
                </a:cubicBezTo>
                <a:cubicBezTo>
                  <a:pt x="53715" y="73279"/>
                  <a:pt x="53690" y="73180"/>
                  <a:pt x="53641" y="73130"/>
                </a:cubicBezTo>
                <a:cubicBezTo>
                  <a:pt x="53516" y="72806"/>
                  <a:pt x="53441" y="72533"/>
                  <a:pt x="53317" y="72259"/>
                </a:cubicBezTo>
                <a:cubicBezTo>
                  <a:pt x="53242" y="72060"/>
                  <a:pt x="53143" y="71885"/>
                  <a:pt x="53118" y="71686"/>
                </a:cubicBezTo>
                <a:cubicBezTo>
                  <a:pt x="53068" y="71462"/>
                  <a:pt x="52993" y="71263"/>
                  <a:pt x="52944" y="71064"/>
                </a:cubicBezTo>
                <a:cubicBezTo>
                  <a:pt x="52869" y="70890"/>
                  <a:pt x="52819" y="70691"/>
                  <a:pt x="52769" y="70541"/>
                </a:cubicBezTo>
                <a:lnTo>
                  <a:pt x="52844" y="70516"/>
                </a:lnTo>
                <a:close/>
                <a:moveTo>
                  <a:pt x="43983" y="75669"/>
                </a:moveTo>
                <a:lnTo>
                  <a:pt x="43983" y="75694"/>
                </a:lnTo>
                <a:lnTo>
                  <a:pt x="43983" y="75744"/>
                </a:lnTo>
                <a:cubicBezTo>
                  <a:pt x="43883" y="75768"/>
                  <a:pt x="43809" y="75793"/>
                  <a:pt x="43759" y="75818"/>
                </a:cubicBezTo>
                <a:lnTo>
                  <a:pt x="43734" y="75793"/>
                </a:lnTo>
                <a:cubicBezTo>
                  <a:pt x="43809" y="75768"/>
                  <a:pt x="43883" y="75694"/>
                  <a:pt x="43983" y="75669"/>
                </a:cubicBezTo>
                <a:close/>
                <a:moveTo>
                  <a:pt x="62477" y="71836"/>
                </a:moveTo>
                <a:lnTo>
                  <a:pt x="62527" y="71885"/>
                </a:lnTo>
                <a:lnTo>
                  <a:pt x="62552" y="71910"/>
                </a:lnTo>
                <a:cubicBezTo>
                  <a:pt x="62427" y="72010"/>
                  <a:pt x="62328" y="72060"/>
                  <a:pt x="62203" y="72159"/>
                </a:cubicBezTo>
                <a:cubicBezTo>
                  <a:pt x="62054" y="72284"/>
                  <a:pt x="61855" y="72358"/>
                  <a:pt x="61705" y="72508"/>
                </a:cubicBezTo>
                <a:cubicBezTo>
                  <a:pt x="61581" y="72582"/>
                  <a:pt x="61431" y="72682"/>
                  <a:pt x="61307" y="72782"/>
                </a:cubicBezTo>
                <a:lnTo>
                  <a:pt x="60734" y="73155"/>
                </a:lnTo>
                <a:cubicBezTo>
                  <a:pt x="60660" y="73205"/>
                  <a:pt x="60535" y="73279"/>
                  <a:pt x="60436" y="73329"/>
                </a:cubicBezTo>
                <a:cubicBezTo>
                  <a:pt x="60311" y="73404"/>
                  <a:pt x="60187" y="73478"/>
                  <a:pt x="60062" y="73553"/>
                </a:cubicBezTo>
                <a:lnTo>
                  <a:pt x="59789" y="73727"/>
                </a:lnTo>
                <a:cubicBezTo>
                  <a:pt x="59689" y="73777"/>
                  <a:pt x="59614" y="73827"/>
                  <a:pt x="59540" y="73852"/>
                </a:cubicBezTo>
                <a:cubicBezTo>
                  <a:pt x="59291" y="74026"/>
                  <a:pt x="59042" y="74151"/>
                  <a:pt x="58818" y="74275"/>
                </a:cubicBezTo>
                <a:lnTo>
                  <a:pt x="58619" y="74375"/>
                </a:lnTo>
                <a:cubicBezTo>
                  <a:pt x="58594" y="74375"/>
                  <a:pt x="58594" y="74399"/>
                  <a:pt x="58569" y="74399"/>
                </a:cubicBezTo>
                <a:cubicBezTo>
                  <a:pt x="58494" y="74424"/>
                  <a:pt x="58469" y="74449"/>
                  <a:pt x="58420" y="74499"/>
                </a:cubicBezTo>
                <a:lnTo>
                  <a:pt x="58046" y="74673"/>
                </a:lnTo>
                <a:lnTo>
                  <a:pt x="57847" y="74773"/>
                </a:lnTo>
                <a:cubicBezTo>
                  <a:pt x="57797" y="74798"/>
                  <a:pt x="57748" y="74823"/>
                  <a:pt x="57698" y="74823"/>
                </a:cubicBezTo>
                <a:cubicBezTo>
                  <a:pt x="57449" y="74947"/>
                  <a:pt x="57175" y="75071"/>
                  <a:pt x="56926" y="75196"/>
                </a:cubicBezTo>
                <a:cubicBezTo>
                  <a:pt x="56926" y="75196"/>
                  <a:pt x="56876" y="75196"/>
                  <a:pt x="56876" y="75221"/>
                </a:cubicBezTo>
                <a:cubicBezTo>
                  <a:pt x="56354" y="75470"/>
                  <a:pt x="55831" y="75694"/>
                  <a:pt x="55333" y="75918"/>
                </a:cubicBezTo>
                <a:cubicBezTo>
                  <a:pt x="55209" y="75893"/>
                  <a:pt x="55184" y="75893"/>
                  <a:pt x="55184" y="75893"/>
                </a:cubicBezTo>
                <a:cubicBezTo>
                  <a:pt x="55184" y="75893"/>
                  <a:pt x="55184" y="75868"/>
                  <a:pt x="55134" y="75868"/>
                </a:cubicBezTo>
                <a:lnTo>
                  <a:pt x="55134" y="75818"/>
                </a:lnTo>
                <a:cubicBezTo>
                  <a:pt x="55308" y="75768"/>
                  <a:pt x="55458" y="75694"/>
                  <a:pt x="55632" y="75644"/>
                </a:cubicBezTo>
                <a:cubicBezTo>
                  <a:pt x="55731" y="75619"/>
                  <a:pt x="55806" y="75569"/>
                  <a:pt x="55881" y="75544"/>
                </a:cubicBezTo>
                <a:cubicBezTo>
                  <a:pt x="55931" y="75544"/>
                  <a:pt x="55955" y="75520"/>
                  <a:pt x="55980" y="75495"/>
                </a:cubicBezTo>
                <a:cubicBezTo>
                  <a:pt x="56055" y="75445"/>
                  <a:pt x="56130" y="75420"/>
                  <a:pt x="56204" y="75395"/>
                </a:cubicBezTo>
                <a:cubicBezTo>
                  <a:pt x="56229" y="75395"/>
                  <a:pt x="56254" y="75370"/>
                  <a:pt x="56304" y="75370"/>
                </a:cubicBezTo>
                <a:lnTo>
                  <a:pt x="56478" y="75271"/>
                </a:lnTo>
                <a:lnTo>
                  <a:pt x="56503" y="75271"/>
                </a:lnTo>
                <a:cubicBezTo>
                  <a:pt x="56603" y="75246"/>
                  <a:pt x="56702" y="75171"/>
                  <a:pt x="56827" y="75146"/>
                </a:cubicBezTo>
                <a:cubicBezTo>
                  <a:pt x="56876" y="75121"/>
                  <a:pt x="56926" y="75121"/>
                  <a:pt x="56976" y="75071"/>
                </a:cubicBezTo>
                <a:cubicBezTo>
                  <a:pt x="57075" y="75047"/>
                  <a:pt x="57125" y="74997"/>
                  <a:pt x="57225" y="74947"/>
                </a:cubicBezTo>
                <a:cubicBezTo>
                  <a:pt x="57250" y="74922"/>
                  <a:pt x="57324" y="74922"/>
                  <a:pt x="57349" y="74897"/>
                </a:cubicBezTo>
                <a:cubicBezTo>
                  <a:pt x="57374" y="74897"/>
                  <a:pt x="57374" y="74872"/>
                  <a:pt x="57424" y="74872"/>
                </a:cubicBezTo>
                <a:lnTo>
                  <a:pt x="57449" y="74872"/>
                </a:lnTo>
                <a:lnTo>
                  <a:pt x="57822" y="74673"/>
                </a:lnTo>
                <a:cubicBezTo>
                  <a:pt x="57972" y="74574"/>
                  <a:pt x="58121" y="74524"/>
                  <a:pt x="58320" y="74424"/>
                </a:cubicBezTo>
                <a:lnTo>
                  <a:pt x="58345" y="74424"/>
                </a:lnTo>
                <a:cubicBezTo>
                  <a:pt x="58494" y="74325"/>
                  <a:pt x="58669" y="74275"/>
                  <a:pt x="58818" y="74175"/>
                </a:cubicBezTo>
                <a:cubicBezTo>
                  <a:pt x="58942" y="74126"/>
                  <a:pt x="59067" y="74051"/>
                  <a:pt x="59191" y="73951"/>
                </a:cubicBezTo>
                <a:cubicBezTo>
                  <a:pt x="59191" y="73951"/>
                  <a:pt x="59216" y="73951"/>
                  <a:pt x="59216" y="73926"/>
                </a:cubicBezTo>
                <a:lnTo>
                  <a:pt x="59241" y="73926"/>
                </a:lnTo>
                <a:cubicBezTo>
                  <a:pt x="59440" y="73827"/>
                  <a:pt x="59614" y="73752"/>
                  <a:pt x="59789" y="73628"/>
                </a:cubicBezTo>
                <a:cubicBezTo>
                  <a:pt x="59838" y="73578"/>
                  <a:pt x="59913" y="73553"/>
                  <a:pt x="59963" y="73503"/>
                </a:cubicBezTo>
                <a:cubicBezTo>
                  <a:pt x="60038" y="73454"/>
                  <a:pt x="60062" y="73429"/>
                  <a:pt x="60112" y="73404"/>
                </a:cubicBezTo>
                <a:cubicBezTo>
                  <a:pt x="60336" y="73279"/>
                  <a:pt x="60535" y="73155"/>
                  <a:pt x="60734" y="73030"/>
                </a:cubicBezTo>
                <a:cubicBezTo>
                  <a:pt x="60784" y="73006"/>
                  <a:pt x="60809" y="73006"/>
                  <a:pt x="60834" y="72956"/>
                </a:cubicBezTo>
                <a:cubicBezTo>
                  <a:pt x="60859" y="72931"/>
                  <a:pt x="60934" y="72906"/>
                  <a:pt x="60959" y="72881"/>
                </a:cubicBezTo>
                <a:cubicBezTo>
                  <a:pt x="60959" y="72881"/>
                  <a:pt x="60983" y="72881"/>
                  <a:pt x="60983" y="72831"/>
                </a:cubicBezTo>
                <a:cubicBezTo>
                  <a:pt x="61207" y="72682"/>
                  <a:pt x="61456" y="72533"/>
                  <a:pt x="61680" y="72383"/>
                </a:cubicBezTo>
                <a:cubicBezTo>
                  <a:pt x="61705" y="72383"/>
                  <a:pt x="61705" y="72333"/>
                  <a:pt x="61730" y="72333"/>
                </a:cubicBezTo>
                <a:cubicBezTo>
                  <a:pt x="61780" y="72309"/>
                  <a:pt x="61830" y="72284"/>
                  <a:pt x="61855" y="72259"/>
                </a:cubicBezTo>
                <a:cubicBezTo>
                  <a:pt x="62079" y="72134"/>
                  <a:pt x="62278" y="71960"/>
                  <a:pt x="62477" y="71836"/>
                </a:cubicBezTo>
                <a:close/>
                <a:moveTo>
                  <a:pt x="43535" y="75893"/>
                </a:moveTo>
                <a:lnTo>
                  <a:pt x="43560" y="75918"/>
                </a:lnTo>
                <a:lnTo>
                  <a:pt x="43609" y="75943"/>
                </a:lnTo>
                <a:cubicBezTo>
                  <a:pt x="43560" y="75943"/>
                  <a:pt x="43560" y="75992"/>
                  <a:pt x="43535" y="75992"/>
                </a:cubicBezTo>
                <a:lnTo>
                  <a:pt x="43485" y="75918"/>
                </a:lnTo>
                <a:cubicBezTo>
                  <a:pt x="43510" y="75918"/>
                  <a:pt x="43510" y="75893"/>
                  <a:pt x="43535" y="75893"/>
                </a:cubicBezTo>
                <a:close/>
                <a:moveTo>
                  <a:pt x="54960" y="75943"/>
                </a:moveTo>
                <a:lnTo>
                  <a:pt x="54960" y="75992"/>
                </a:lnTo>
                <a:cubicBezTo>
                  <a:pt x="54972" y="75968"/>
                  <a:pt x="54978" y="75955"/>
                  <a:pt x="54982" y="75955"/>
                </a:cubicBezTo>
                <a:cubicBezTo>
                  <a:pt x="54985" y="75955"/>
                  <a:pt x="54985" y="75968"/>
                  <a:pt x="54985" y="75992"/>
                </a:cubicBezTo>
                <a:cubicBezTo>
                  <a:pt x="54960" y="75992"/>
                  <a:pt x="54960" y="76017"/>
                  <a:pt x="54935" y="76017"/>
                </a:cubicBezTo>
                <a:cubicBezTo>
                  <a:pt x="54935" y="76017"/>
                  <a:pt x="54935" y="75992"/>
                  <a:pt x="54885" y="75992"/>
                </a:cubicBezTo>
                <a:lnTo>
                  <a:pt x="54885" y="75943"/>
                </a:lnTo>
                <a:close/>
                <a:moveTo>
                  <a:pt x="9832" y="71064"/>
                </a:moveTo>
                <a:cubicBezTo>
                  <a:pt x="9932" y="71288"/>
                  <a:pt x="10006" y="71512"/>
                  <a:pt x="10056" y="71711"/>
                </a:cubicBezTo>
                <a:cubicBezTo>
                  <a:pt x="10081" y="71786"/>
                  <a:pt x="10131" y="71836"/>
                  <a:pt x="10131" y="71935"/>
                </a:cubicBezTo>
                <a:cubicBezTo>
                  <a:pt x="10156" y="71985"/>
                  <a:pt x="10156" y="72060"/>
                  <a:pt x="10181" y="72085"/>
                </a:cubicBezTo>
                <a:cubicBezTo>
                  <a:pt x="10206" y="72159"/>
                  <a:pt x="10206" y="72209"/>
                  <a:pt x="10255" y="72284"/>
                </a:cubicBezTo>
                <a:lnTo>
                  <a:pt x="10330" y="72557"/>
                </a:lnTo>
                <a:cubicBezTo>
                  <a:pt x="10405" y="72682"/>
                  <a:pt x="10454" y="72806"/>
                  <a:pt x="10504" y="72956"/>
                </a:cubicBezTo>
                <a:cubicBezTo>
                  <a:pt x="10504" y="72981"/>
                  <a:pt x="10504" y="72981"/>
                  <a:pt x="10529" y="73030"/>
                </a:cubicBezTo>
                <a:cubicBezTo>
                  <a:pt x="10554" y="73080"/>
                  <a:pt x="10579" y="73180"/>
                  <a:pt x="10629" y="73230"/>
                </a:cubicBezTo>
                <a:cubicBezTo>
                  <a:pt x="10629" y="73279"/>
                  <a:pt x="10654" y="73304"/>
                  <a:pt x="10654" y="73304"/>
                </a:cubicBezTo>
                <a:cubicBezTo>
                  <a:pt x="10654" y="73329"/>
                  <a:pt x="10678" y="73329"/>
                  <a:pt x="10678" y="73354"/>
                </a:cubicBezTo>
                <a:cubicBezTo>
                  <a:pt x="10728" y="73478"/>
                  <a:pt x="10803" y="73653"/>
                  <a:pt x="10853" y="73777"/>
                </a:cubicBezTo>
                <a:lnTo>
                  <a:pt x="11052" y="74151"/>
                </a:lnTo>
                <a:cubicBezTo>
                  <a:pt x="11052" y="74175"/>
                  <a:pt x="11077" y="74175"/>
                  <a:pt x="11077" y="74200"/>
                </a:cubicBezTo>
                <a:cubicBezTo>
                  <a:pt x="11102" y="74225"/>
                  <a:pt x="11102" y="74275"/>
                  <a:pt x="11151" y="74300"/>
                </a:cubicBezTo>
                <a:cubicBezTo>
                  <a:pt x="11176" y="74350"/>
                  <a:pt x="11226" y="74449"/>
                  <a:pt x="11276" y="74524"/>
                </a:cubicBezTo>
                <a:cubicBezTo>
                  <a:pt x="11326" y="74648"/>
                  <a:pt x="11400" y="74773"/>
                  <a:pt x="11475" y="74847"/>
                </a:cubicBezTo>
                <a:cubicBezTo>
                  <a:pt x="11525" y="74922"/>
                  <a:pt x="11575" y="75022"/>
                  <a:pt x="11649" y="75071"/>
                </a:cubicBezTo>
                <a:cubicBezTo>
                  <a:pt x="11674" y="75146"/>
                  <a:pt x="11724" y="75196"/>
                  <a:pt x="11774" y="75295"/>
                </a:cubicBezTo>
                <a:cubicBezTo>
                  <a:pt x="11799" y="75345"/>
                  <a:pt x="11823" y="75395"/>
                  <a:pt x="11848" y="75445"/>
                </a:cubicBezTo>
                <a:cubicBezTo>
                  <a:pt x="11898" y="75470"/>
                  <a:pt x="11923" y="75544"/>
                  <a:pt x="11948" y="75569"/>
                </a:cubicBezTo>
                <a:cubicBezTo>
                  <a:pt x="12047" y="75694"/>
                  <a:pt x="12147" y="75793"/>
                  <a:pt x="12222" y="75918"/>
                </a:cubicBezTo>
                <a:lnTo>
                  <a:pt x="12271" y="75943"/>
                </a:lnTo>
                <a:cubicBezTo>
                  <a:pt x="12296" y="75968"/>
                  <a:pt x="12296" y="76017"/>
                  <a:pt x="12321" y="76042"/>
                </a:cubicBezTo>
                <a:cubicBezTo>
                  <a:pt x="12296" y="76017"/>
                  <a:pt x="12271" y="76017"/>
                  <a:pt x="12222" y="75968"/>
                </a:cubicBezTo>
                <a:cubicBezTo>
                  <a:pt x="12197" y="75943"/>
                  <a:pt x="12172" y="75943"/>
                  <a:pt x="12147" y="75918"/>
                </a:cubicBezTo>
                <a:cubicBezTo>
                  <a:pt x="12122" y="75843"/>
                  <a:pt x="12047" y="75793"/>
                  <a:pt x="12023" y="75768"/>
                </a:cubicBezTo>
                <a:cubicBezTo>
                  <a:pt x="11948" y="75669"/>
                  <a:pt x="11898" y="75594"/>
                  <a:pt x="11823" y="75520"/>
                </a:cubicBezTo>
                <a:cubicBezTo>
                  <a:pt x="11774" y="75420"/>
                  <a:pt x="11699" y="75320"/>
                  <a:pt x="11599" y="75196"/>
                </a:cubicBezTo>
                <a:cubicBezTo>
                  <a:pt x="11525" y="75071"/>
                  <a:pt x="11450" y="74947"/>
                  <a:pt x="11400" y="74823"/>
                </a:cubicBezTo>
                <a:cubicBezTo>
                  <a:pt x="11326" y="74723"/>
                  <a:pt x="11276" y="74648"/>
                  <a:pt x="11201" y="74524"/>
                </a:cubicBezTo>
                <a:cubicBezTo>
                  <a:pt x="11176" y="74449"/>
                  <a:pt x="11126" y="74350"/>
                  <a:pt x="11077" y="74300"/>
                </a:cubicBezTo>
                <a:cubicBezTo>
                  <a:pt x="10977" y="74151"/>
                  <a:pt x="10927" y="73976"/>
                  <a:pt x="10828" y="73827"/>
                </a:cubicBezTo>
                <a:cubicBezTo>
                  <a:pt x="10728" y="73678"/>
                  <a:pt x="10654" y="73478"/>
                  <a:pt x="10579" y="73329"/>
                </a:cubicBezTo>
                <a:cubicBezTo>
                  <a:pt x="10554" y="73304"/>
                  <a:pt x="10554" y="73230"/>
                  <a:pt x="10529" y="73205"/>
                </a:cubicBezTo>
                <a:cubicBezTo>
                  <a:pt x="10454" y="73055"/>
                  <a:pt x="10405" y="72931"/>
                  <a:pt x="10330" y="72782"/>
                </a:cubicBezTo>
                <a:cubicBezTo>
                  <a:pt x="10280" y="72607"/>
                  <a:pt x="10206" y="72433"/>
                  <a:pt x="10156" y="72284"/>
                </a:cubicBezTo>
                <a:cubicBezTo>
                  <a:pt x="10131" y="72209"/>
                  <a:pt x="10081" y="72159"/>
                  <a:pt x="10081" y="72060"/>
                </a:cubicBezTo>
                <a:cubicBezTo>
                  <a:pt x="10031" y="71910"/>
                  <a:pt x="10006" y="71736"/>
                  <a:pt x="9932" y="71612"/>
                </a:cubicBezTo>
                <a:cubicBezTo>
                  <a:pt x="9932" y="71437"/>
                  <a:pt x="9882" y="71288"/>
                  <a:pt x="9832" y="71064"/>
                </a:cubicBezTo>
                <a:close/>
                <a:moveTo>
                  <a:pt x="43261" y="76017"/>
                </a:moveTo>
                <a:lnTo>
                  <a:pt x="43261" y="76017"/>
                </a:lnTo>
                <a:cubicBezTo>
                  <a:pt x="43286" y="76017"/>
                  <a:pt x="43311" y="76017"/>
                  <a:pt x="43311" y="76042"/>
                </a:cubicBezTo>
                <a:cubicBezTo>
                  <a:pt x="43286" y="76017"/>
                  <a:pt x="43286" y="76017"/>
                  <a:pt x="43261" y="76017"/>
                </a:cubicBezTo>
                <a:close/>
                <a:moveTo>
                  <a:pt x="8090" y="72757"/>
                </a:moveTo>
                <a:cubicBezTo>
                  <a:pt x="9285" y="73951"/>
                  <a:pt x="10579" y="75047"/>
                  <a:pt x="12023" y="76017"/>
                </a:cubicBezTo>
                <a:cubicBezTo>
                  <a:pt x="12047" y="76067"/>
                  <a:pt x="12122" y="76142"/>
                  <a:pt x="12147" y="76167"/>
                </a:cubicBezTo>
                <a:cubicBezTo>
                  <a:pt x="10654" y="75146"/>
                  <a:pt x="9285" y="74026"/>
                  <a:pt x="8065" y="72806"/>
                </a:cubicBezTo>
                <a:cubicBezTo>
                  <a:pt x="8065" y="72782"/>
                  <a:pt x="8090" y="72782"/>
                  <a:pt x="8090" y="72757"/>
                </a:cubicBezTo>
                <a:close/>
                <a:moveTo>
                  <a:pt x="43062" y="76142"/>
                </a:moveTo>
                <a:lnTo>
                  <a:pt x="43062" y="76167"/>
                </a:lnTo>
                <a:lnTo>
                  <a:pt x="43037" y="76167"/>
                </a:lnTo>
                <a:cubicBezTo>
                  <a:pt x="43037" y="76167"/>
                  <a:pt x="43062" y="76167"/>
                  <a:pt x="43062" y="76142"/>
                </a:cubicBezTo>
                <a:close/>
                <a:moveTo>
                  <a:pt x="43097" y="76156"/>
                </a:moveTo>
                <a:cubicBezTo>
                  <a:pt x="43112" y="76156"/>
                  <a:pt x="43112" y="76167"/>
                  <a:pt x="43112" y="76167"/>
                </a:cubicBezTo>
                <a:lnTo>
                  <a:pt x="43062" y="76167"/>
                </a:lnTo>
                <a:cubicBezTo>
                  <a:pt x="43078" y="76158"/>
                  <a:pt x="43089" y="76156"/>
                  <a:pt x="43097" y="76156"/>
                </a:cubicBezTo>
                <a:close/>
                <a:moveTo>
                  <a:pt x="44182" y="75818"/>
                </a:moveTo>
                <a:cubicBezTo>
                  <a:pt x="44182" y="75943"/>
                  <a:pt x="44157" y="76067"/>
                  <a:pt x="44157" y="76192"/>
                </a:cubicBezTo>
                <a:lnTo>
                  <a:pt x="44107" y="76142"/>
                </a:lnTo>
                <a:cubicBezTo>
                  <a:pt x="44107" y="76042"/>
                  <a:pt x="44132" y="75943"/>
                  <a:pt x="44132" y="75868"/>
                </a:cubicBezTo>
                <a:cubicBezTo>
                  <a:pt x="44157" y="75868"/>
                  <a:pt x="44157" y="75818"/>
                  <a:pt x="44182" y="75818"/>
                </a:cubicBezTo>
                <a:close/>
                <a:moveTo>
                  <a:pt x="44555" y="75619"/>
                </a:moveTo>
                <a:cubicBezTo>
                  <a:pt x="44481" y="75818"/>
                  <a:pt x="44381" y="76042"/>
                  <a:pt x="44306" y="76266"/>
                </a:cubicBezTo>
                <a:cubicBezTo>
                  <a:pt x="44356" y="76067"/>
                  <a:pt x="44356" y="75893"/>
                  <a:pt x="44381" y="75694"/>
                </a:cubicBezTo>
                <a:lnTo>
                  <a:pt x="44555" y="75619"/>
                </a:lnTo>
                <a:close/>
                <a:moveTo>
                  <a:pt x="45078" y="75541"/>
                </a:moveTo>
                <a:lnTo>
                  <a:pt x="44904" y="76017"/>
                </a:lnTo>
                <a:lnTo>
                  <a:pt x="44904" y="76042"/>
                </a:lnTo>
                <a:cubicBezTo>
                  <a:pt x="44879" y="76117"/>
                  <a:pt x="44854" y="76192"/>
                  <a:pt x="44804" y="76266"/>
                </a:cubicBezTo>
                <a:cubicBezTo>
                  <a:pt x="44804" y="76241"/>
                  <a:pt x="44829" y="76192"/>
                  <a:pt x="44829" y="76167"/>
                </a:cubicBezTo>
                <a:cubicBezTo>
                  <a:pt x="44879" y="76042"/>
                  <a:pt x="44929" y="75893"/>
                  <a:pt x="44978" y="75768"/>
                </a:cubicBezTo>
                <a:cubicBezTo>
                  <a:pt x="45007" y="75698"/>
                  <a:pt x="45043" y="75619"/>
                  <a:pt x="45078" y="75541"/>
                </a:cubicBezTo>
                <a:close/>
                <a:moveTo>
                  <a:pt x="42813" y="76241"/>
                </a:moveTo>
                <a:cubicBezTo>
                  <a:pt x="42813" y="76241"/>
                  <a:pt x="42813" y="76266"/>
                  <a:pt x="42862" y="76291"/>
                </a:cubicBezTo>
                <a:lnTo>
                  <a:pt x="42862" y="76291"/>
                </a:lnTo>
                <a:cubicBezTo>
                  <a:pt x="42838" y="76279"/>
                  <a:pt x="42838" y="76272"/>
                  <a:pt x="42844" y="76272"/>
                </a:cubicBezTo>
                <a:cubicBezTo>
                  <a:pt x="42850" y="76272"/>
                  <a:pt x="42863" y="76279"/>
                  <a:pt x="42863" y="76291"/>
                </a:cubicBezTo>
                <a:cubicBezTo>
                  <a:pt x="42813" y="76291"/>
                  <a:pt x="42813" y="76291"/>
                  <a:pt x="42813" y="76266"/>
                </a:cubicBezTo>
                <a:lnTo>
                  <a:pt x="42788" y="76241"/>
                </a:lnTo>
                <a:close/>
                <a:moveTo>
                  <a:pt x="43734" y="76042"/>
                </a:moveTo>
                <a:lnTo>
                  <a:pt x="43883" y="76192"/>
                </a:lnTo>
                <a:lnTo>
                  <a:pt x="43883" y="76291"/>
                </a:lnTo>
                <a:cubicBezTo>
                  <a:pt x="43809" y="76192"/>
                  <a:pt x="43759" y="76142"/>
                  <a:pt x="43659" y="76067"/>
                </a:cubicBezTo>
                <a:cubicBezTo>
                  <a:pt x="43684" y="76067"/>
                  <a:pt x="43684" y="76042"/>
                  <a:pt x="43734" y="76042"/>
                </a:cubicBezTo>
                <a:close/>
                <a:moveTo>
                  <a:pt x="44873" y="75437"/>
                </a:moveTo>
                <a:lnTo>
                  <a:pt x="44873" y="75437"/>
                </a:lnTo>
                <a:cubicBezTo>
                  <a:pt x="44750" y="75778"/>
                  <a:pt x="44627" y="76072"/>
                  <a:pt x="44481" y="76366"/>
                </a:cubicBezTo>
                <a:cubicBezTo>
                  <a:pt x="44605" y="76042"/>
                  <a:pt x="44729" y="75768"/>
                  <a:pt x="44854" y="75445"/>
                </a:cubicBezTo>
                <a:cubicBezTo>
                  <a:pt x="44854" y="75445"/>
                  <a:pt x="44865" y="75445"/>
                  <a:pt x="44873" y="75437"/>
                </a:cubicBezTo>
                <a:close/>
                <a:moveTo>
                  <a:pt x="44057" y="76391"/>
                </a:moveTo>
                <a:cubicBezTo>
                  <a:pt x="44107" y="76391"/>
                  <a:pt x="44107" y="76416"/>
                  <a:pt x="44132" y="76416"/>
                </a:cubicBezTo>
                <a:lnTo>
                  <a:pt x="44057" y="76416"/>
                </a:lnTo>
                <a:lnTo>
                  <a:pt x="44057" y="76391"/>
                </a:lnTo>
                <a:close/>
                <a:moveTo>
                  <a:pt x="52595" y="70641"/>
                </a:moveTo>
                <a:cubicBezTo>
                  <a:pt x="52645" y="70815"/>
                  <a:pt x="52720" y="71014"/>
                  <a:pt x="52744" y="71164"/>
                </a:cubicBezTo>
                <a:cubicBezTo>
                  <a:pt x="52819" y="71388"/>
                  <a:pt x="52869" y="71562"/>
                  <a:pt x="52944" y="71786"/>
                </a:cubicBezTo>
                <a:cubicBezTo>
                  <a:pt x="52993" y="72010"/>
                  <a:pt x="53093" y="72209"/>
                  <a:pt x="53143" y="72408"/>
                </a:cubicBezTo>
                <a:cubicBezTo>
                  <a:pt x="53242" y="72682"/>
                  <a:pt x="53342" y="72931"/>
                  <a:pt x="53466" y="73205"/>
                </a:cubicBezTo>
                <a:cubicBezTo>
                  <a:pt x="53516" y="73329"/>
                  <a:pt x="53591" y="73503"/>
                  <a:pt x="53641" y="73628"/>
                </a:cubicBezTo>
                <a:cubicBezTo>
                  <a:pt x="53815" y="74001"/>
                  <a:pt x="53964" y="74375"/>
                  <a:pt x="54138" y="74748"/>
                </a:cubicBezTo>
                <a:cubicBezTo>
                  <a:pt x="54138" y="74773"/>
                  <a:pt x="54188" y="74773"/>
                  <a:pt x="54188" y="74798"/>
                </a:cubicBezTo>
                <a:cubicBezTo>
                  <a:pt x="54337" y="75121"/>
                  <a:pt x="54487" y="75445"/>
                  <a:pt x="54636" y="75793"/>
                </a:cubicBezTo>
                <a:cubicBezTo>
                  <a:pt x="54611" y="75818"/>
                  <a:pt x="54537" y="75818"/>
                  <a:pt x="54512" y="75868"/>
                </a:cubicBezTo>
                <a:cubicBezTo>
                  <a:pt x="54337" y="75918"/>
                  <a:pt x="54188" y="75992"/>
                  <a:pt x="53989" y="76042"/>
                </a:cubicBezTo>
                <a:lnTo>
                  <a:pt x="53964" y="76042"/>
                </a:lnTo>
                <a:cubicBezTo>
                  <a:pt x="53840" y="76067"/>
                  <a:pt x="53740" y="76092"/>
                  <a:pt x="53616" y="76142"/>
                </a:cubicBezTo>
                <a:lnTo>
                  <a:pt x="53591" y="76142"/>
                </a:lnTo>
                <a:cubicBezTo>
                  <a:pt x="53392" y="76192"/>
                  <a:pt x="53242" y="76266"/>
                  <a:pt x="53068" y="76291"/>
                </a:cubicBezTo>
                <a:cubicBezTo>
                  <a:pt x="52968" y="76316"/>
                  <a:pt x="52844" y="76366"/>
                  <a:pt x="52744" y="76391"/>
                </a:cubicBezTo>
                <a:cubicBezTo>
                  <a:pt x="52720" y="76391"/>
                  <a:pt x="52695" y="76416"/>
                  <a:pt x="52645" y="76416"/>
                </a:cubicBezTo>
                <a:cubicBezTo>
                  <a:pt x="51326" y="75146"/>
                  <a:pt x="49957" y="74076"/>
                  <a:pt x="48588" y="73304"/>
                </a:cubicBezTo>
                <a:cubicBezTo>
                  <a:pt x="48737" y="73205"/>
                  <a:pt x="48886" y="73130"/>
                  <a:pt x="49036" y="73006"/>
                </a:cubicBezTo>
                <a:cubicBezTo>
                  <a:pt x="49285" y="72831"/>
                  <a:pt x="49509" y="72682"/>
                  <a:pt x="49758" y="72533"/>
                </a:cubicBezTo>
                <a:cubicBezTo>
                  <a:pt x="49957" y="72408"/>
                  <a:pt x="50106" y="72309"/>
                  <a:pt x="50280" y="72184"/>
                </a:cubicBezTo>
                <a:cubicBezTo>
                  <a:pt x="50380" y="72134"/>
                  <a:pt x="50504" y="72060"/>
                  <a:pt x="50604" y="72010"/>
                </a:cubicBezTo>
                <a:cubicBezTo>
                  <a:pt x="50703" y="71935"/>
                  <a:pt x="50828" y="71885"/>
                  <a:pt x="50902" y="71786"/>
                </a:cubicBezTo>
                <a:cubicBezTo>
                  <a:pt x="51151" y="71637"/>
                  <a:pt x="51400" y="71437"/>
                  <a:pt x="51624" y="71288"/>
                </a:cubicBezTo>
                <a:cubicBezTo>
                  <a:pt x="51948" y="71064"/>
                  <a:pt x="52272" y="70840"/>
                  <a:pt x="52595" y="70641"/>
                </a:cubicBezTo>
                <a:close/>
                <a:moveTo>
                  <a:pt x="106559" y="62726"/>
                </a:moveTo>
                <a:lnTo>
                  <a:pt x="106559" y="62726"/>
                </a:lnTo>
                <a:cubicBezTo>
                  <a:pt x="106360" y="63298"/>
                  <a:pt x="106136" y="63871"/>
                  <a:pt x="105887" y="64443"/>
                </a:cubicBezTo>
                <a:cubicBezTo>
                  <a:pt x="105887" y="64468"/>
                  <a:pt x="105862" y="64493"/>
                  <a:pt x="105862" y="64543"/>
                </a:cubicBezTo>
                <a:cubicBezTo>
                  <a:pt x="105638" y="65065"/>
                  <a:pt x="105389" y="65613"/>
                  <a:pt x="105140" y="66161"/>
                </a:cubicBezTo>
                <a:lnTo>
                  <a:pt x="105041" y="66335"/>
                </a:lnTo>
                <a:cubicBezTo>
                  <a:pt x="104792" y="66857"/>
                  <a:pt x="104543" y="67355"/>
                  <a:pt x="104294" y="67903"/>
                </a:cubicBezTo>
                <a:lnTo>
                  <a:pt x="104194" y="68077"/>
                </a:lnTo>
                <a:cubicBezTo>
                  <a:pt x="104194" y="68077"/>
                  <a:pt x="104194" y="68102"/>
                  <a:pt x="104169" y="68102"/>
                </a:cubicBezTo>
                <a:cubicBezTo>
                  <a:pt x="104020" y="68401"/>
                  <a:pt x="103871" y="68699"/>
                  <a:pt x="103697" y="69023"/>
                </a:cubicBezTo>
                <a:cubicBezTo>
                  <a:pt x="103522" y="69396"/>
                  <a:pt x="103323" y="69720"/>
                  <a:pt x="103124" y="70093"/>
                </a:cubicBezTo>
                <a:cubicBezTo>
                  <a:pt x="103024" y="70292"/>
                  <a:pt x="102900" y="70467"/>
                  <a:pt x="102800" y="70666"/>
                </a:cubicBezTo>
                <a:cubicBezTo>
                  <a:pt x="102776" y="70765"/>
                  <a:pt x="102701" y="70815"/>
                  <a:pt x="102676" y="70915"/>
                </a:cubicBezTo>
                <a:cubicBezTo>
                  <a:pt x="102502" y="71213"/>
                  <a:pt x="102303" y="71562"/>
                  <a:pt x="102128" y="71885"/>
                </a:cubicBezTo>
                <a:cubicBezTo>
                  <a:pt x="101929" y="72209"/>
                  <a:pt x="101705" y="72557"/>
                  <a:pt x="101531" y="72881"/>
                </a:cubicBezTo>
                <a:cubicBezTo>
                  <a:pt x="101382" y="73130"/>
                  <a:pt x="101257" y="73329"/>
                  <a:pt x="101108" y="73553"/>
                </a:cubicBezTo>
                <a:cubicBezTo>
                  <a:pt x="100834" y="73951"/>
                  <a:pt x="100585" y="74375"/>
                  <a:pt x="100311" y="74773"/>
                </a:cubicBezTo>
                <a:cubicBezTo>
                  <a:pt x="100286" y="74823"/>
                  <a:pt x="100262" y="74897"/>
                  <a:pt x="100187" y="74922"/>
                </a:cubicBezTo>
                <a:cubicBezTo>
                  <a:pt x="99888" y="75445"/>
                  <a:pt x="99540" y="75943"/>
                  <a:pt x="99166" y="76440"/>
                </a:cubicBezTo>
                <a:cubicBezTo>
                  <a:pt x="98171" y="75022"/>
                  <a:pt x="96777" y="73304"/>
                  <a:pt x="94960" y="71437"/>
                </a:cubicBezTo>
                <a:cubicBezTo>
                  <a:pt x="97076" y="68799"/>
                  <a:pt x="99042" y="66086"/>
                  <a:pt x="100834" y="63373"/>
                </a:cubicBezTo>
                <a:lnTo>
                  <a:pt x="100959" y="63373"/>
                </a:lnTo>
                <a:cubicBezTo>
                  <a:pt x="102950" y="63373"/>
                  <a:pt x="104866" y="63174"/>
                  <a:pt x="106559" y="62726"/>
                </a:cubicBezTo>
                <a:close/>
                <a:moveTo>
                  <a:pt x="42968" y="76453"/>
                </a:moveTo>
                <a:cubicBezTo>
                  <a:pt x="42975" y="76453"/>
                  <a:pt x="42987" y="76465"/>
                  <a:pt x="42987" y="76490"/>
                </a:cubicBezTo>
                <a:cubicBezTo>
                  <a:pt x="42962" y="76465"/>
                  <a:pt x="42962" y="76453"/>
                  <a:pt x="42968" y="76453"/>
                </a:cubicBezTo>
                <a:close/>
                <a:moveTo>
                  <a:pt x="86547" y="64343"/>
                </a:moveTo>
                <a:cubicBezTo>
                  <a:pt x="88837" y="66210"/>
                  <a:pt x="91052" y="68177"/>
                  <a:pt x="93043" y="70093"/>
                </a:cubicBezTo>
                <a:cubicBezTo>
                  <a:pt x="91799" y="72284"/>
                  <a:pt x="90305" y="74424"/>
                  <a:pt x="88662" y="76515"/>
                </a:cubicBezTo>
                <a:cubicBezTo>
                  <a:pt x="86123" y="74922"/>
                  <a:pt x="83485" y="73030"/>
                  <a:pt x="80871" y="70940"/>
                </a:cubicBezTo>
                <a:cubicBezTo>
                  <a:pt x="82863" y="68799"/>
                  <a:pt x="84754" y="66584"/>
                  <a:pt x="86547" y="64343"/>
                </a:cubicBezTo>
                <a:close/>
                <a:moveTo>
                  <a:pt x="20137" y="66708"/>
                </a:moveTo>
                <a:cubicBezTo>
                  <a:pt x="20361" y="67480"/>
                  <a:pt x="20635" y="68202"/>
                  <a:pt x="20983" y="68849"/>
                </a:cubicBezTo>
                <a:cubicBezTo>
                  <a:pt x="20386" y="69969"/>
                  <a:pt x="19838" y="71089"/>
                  <a:pt x="19266" y="72234"/>
                </a:cubicBezTo>
                <a:cubicBezTo>
                  <a:pt x="19166" y="72309"/>
                  <a:pt x="19042" y="72333"/>
                  <a:pt x="18967" y="72408"/>
                </a:cubicBezTo>
                <a:lnTo>
                  <a:pt x="18594" y="72582"/>
                </a:lnTo>
                <a:cubicBezTo>
                  <a:pt x="18370" y="72707"/>
                  <a:pt x="18171" y="72806"/>
                  <a:pt x="17972" y="72931"/>
                </a:cubicBezTo>
                <a:cubicBezTo>
                  <a:pt x="17847" y="72981"/>
                  <a:pt x="17723" y="73080"/>
                  <a:pt x="17548" y="73155"/>
                </a:cubicBezTo>
                <a:cubicBezTo>
                  <a:pt x="17374" y="73279"/>
                  <a:pt x="17175" y="73354"/>
                  <a:pt x="17001" y="73478"/>
                </a:cubicBezTo>
                <a:cubicBezTo>
                  <a:pt x="16876" y="73578"/>
                  <a:pt x="16727" y="73678"/>
                  <a:pt x="16603" y="73727"/>
                </a:cubicBezTo>
                <a:cubicBezTo>
                  <a:pt x="16403" y="73852"/>
                  <a:pt x="16254" y="73976"/>
                  <a:pt x="16055" y="74076"/>
                </a:cubicBezTo>
                <a:cubicBezTo>
                  <a:pt x="15906" y="74175"/>
                  <a:pt x="15781" y="74275"/>
                  <a:pt x="15632" y="74399"/>
                </a:cubicBezTo>
                <a:cubicBezTo>
                  <a:pt x="15482" y="74524"/>
                  <a:pt x="15308" y="74648"/>
                  <a:pt x="15134" y="74773"/>
                </a:cubicBezTo>
                <a:cubicBezTo>
                  <a:pt x="14985" y="74897"/>
                  <a:pt x="14810" y="74972"/>
                  <a:pt x="14686" y="75096"/>
                </a:cubicBezTo>
                <a:lnTo>
                  <a:pt x="14238" y="75470"/>
                </a:lnTo>
                <a:cubicBezTo>
                  <a:pt x="14064" y="75594"/>
                  <a:pt x="13914" y="75719"/>
                  <a:pt x="13790" y="75843"/>
                </a:cubicBezTo>
                <a:cubicBezTo>
                  <a:pt x="13640" y="75968"/>
                  <a:pt x="13516" y="76092"/>
                  <a:pt x="13367" y="76266"/>
                </a:cubicBezTo>
                <a:cubicBezTo>
                  <a:pt x="13267" y="76341"/>
                  <a:pt x="13168" y="76440"/>
                  <a:pt x="13043" y="76540"/>
                </a:cubicBezTo>
                <a:cubicBezTo>
                  <a:pt x="13068" y="76515"/>
                  <a:pt x="13018" y="76440"/>
                  <a:pt x="12919" y="76416"/>
                </a:cubicBezTo>
                <a:cubicBezTo>
                  <a:pt x="12670" y="76142"/>
                  <a:pt x="12421" y="75818"/>
                  <a:pt x="12197" y="75520"/>
                </a:cubicBezTo>
                <a:cubicBezTo>
                  <a:pt x="12147" y="75420"/>
                  <a:pt x="12072" y="75345"/>
                  <a:pt x="12023" y="75271"/>
                </a:cubicBezTo>
                <a:cubicBezTo>
                  <a:pt x="11749" y="74897"/>
                  <a:pt x="11525" y="74474"/>
                  <a:pt x="11276" y="74051"/>
                </a:cubicBezTo>
                <a:cubicBezTo>
                  <a:pt x="11201" y="73951"/>
                  <a:pt x="11151" y="73827"/>
                  <a:pt x="11126" y="73702"/>
                </a:cubicBezTo>
                <a:cubicBezTo>
                  <a:pt x="10927" y="73354"/>
                  <a:pt x="10778" y="72981"/>
                  <a:pt x="10629" y="72607"/>
                </a:cubicBezTo>
                <a:cubicBezTo>
                  <a:pt x="10629" y="72582"/>
                  <a:pt x="10579" y="72557"/>
                  <a:pt x="10579" y="72533"/>
                </a:cubicBezTo>
                <a:cubicBezTo>
                  <a:pt x="10554" y="72433"/>
                  <a:pt x="10504" y="72309"/>
                  <a:pt x="10454" y="72209"/>
                </a:cubicBezTo>
                <a:cubicBezTo>
                  <a:pt x="10305" y="71786"/>
                  <a:pt x="10156" y="71338"/>
                  <a:pt x="10031" y="70865"/>
                </a:cubicBezTo>
                <a:cubicBezTo>
                  <a:pt x="10280" y="70691"/>
                  <a:pt x="10529" y="70541"/>
                  <a:pt x="10778" y="70367"/>
                </a:cubicBezTo>
                <a:cubicBezTo>
                  <a:pt x="11052" y="70193"/>
                  <a:pt x="11326" y="69994"/>
                  <a:pt x="11624" y="69844"/>
                </a:cubicBezTo>
                <a:cubicBezTo>
                  <a:pt x="11898" y="69695"/>
                  <a:pt x="12172" y="69546"/>
                  <a:pt x="12446" y="69421"/>
                </a:cubicBezTo>
                <a:cubicBezTo>
                  <a:pt x="12769" y="69247"/>
                  <a:pt x="13043" y="69073"/>
                  <a:pt x="13367" y="68923"/>
                </a:cubicBezTo>
                <a:lnTo>
                  <a:pt x="14188" y="68550"/>
                </a:lnTo>
                <a:cubicBezTo>
                  <a:pt x="14512" y="68376"/>
                  <a:pt x="14860" y="68226"/>
                  <a:pt x="15159" y="68102"/>
                </a:cubicBezTo>
                <a:cubicBezTo>
                  <a:pt x="15433" y="67978"/>
                  <a:pt x="15756" y="67878"/>
                  <a:pt x="16030" y="67803"/>
                </a:cubicBezTo>
                <a:cubicBezTo>
                  <a:pt x="16379" y="67679"/>
                  <a:pt x="16677" y="67554"/>
                  <a:pt x="17026" y="67455"/>
                </a:cubicBezTo>
                <a:cubicBezTo>
                  <a:pt x="17349" y="67355"/>
                  <a:pt x="17673" y="67256"/>
                  <a:pt x="17996" y="67181"/>
                </a:cubicBezTo>
                <a:cubicBezTo>
                  <a:pt x="18295" y="67081"/>
                  <a:pt x="18619" y="66982"/>
                  <a:pt x="18917" y="66932"/>
                </a:cubicBezTo>
                <a:cubicBezTo>
                  <a:pt x="19341" y="66833"/>
                  <a:pt x="19714" y="66758"/>
                  <a:pt x="20112" y="66708"/>
                </a:cubicBezTo>
                <a:close/>
                <a:moveTo>
                  <a:pt x="43383" y="76281"/>
                </a:moveTo>
                <a:cubicBezTo>
                  <a:pt x="43410" y="76293"/>
                  <a:pt x="43448" y="76297"/>
                  <a:pt x="43485" y="76316"/>
                </a:cubicBezTo>
                <a:lnTo>
                  <a:pt x="43510" y="76316"/>
                </a:lnTo>
                <a:cubicBezTo>
                  <a:pt x="43609" y="76391"/>
                  <a:pt x="43734" y="76440"/>
                  <a:pt x="43809" y="76515"/>
                </a:cubicBezTo>
                <a:cubicBezTo>
                  <a:pt x="43858" y="76515"/>
                  <a:pt x="43858" y="76540"/>
                  <a:pt x="43883" y="76540"/>
                </a:cubicBezTo>
                <a:lnTo>
                  <a:pt x="43858" y="76565"/>
                </a:lnTo>
                <a:cubicBezTo>
                  <a:pt x="43684" y="76515"/>
                  <a:pt x="43535" y="76416"/>
                  <a:pt x="43385" y="76316"/>
                </a:cubicBezTo>
                <a:lnTo>
                  <a:pt x="43385" y="76291"/>
                </a:lnTo>
                <a:cubicBezTo>
                  <a:pt x="43385" y="76291"/>
                  <a:pt x="43385" y="76286"/>
                  <a:pt x="43383" y="76281"/>
                </a:cubicBezTo>
                <a:close/>
                <a:moveTo>
                  <a:pt x="48388" y="73429"/>
                </a:moveTo>
                <a:cubicBezTo>
                  <a:pt x="49758" y="74200"/>
                  <a:pt x="51127" y="75246"/>
                  <a:pt x="52446" y="76565"/>
                </a:cubicBezTo>
                <a:cubicBezTo>
                  <a:pt x="52396" y="76565"/>
                  <a:pt x="52371" y="76565"/>
                  <a:pt x="52371" y="76615"/>
                </a:cubicBezTo>
                <a:cubicBezTo>
                  <a:pt x="51077" y="75271"/>
                  <a:pt x="49708" y="74200"/>
                  <a:pt x="48339" y="73454"/>
                </a:cubicBezTo>
                <a:cubicBezTo>
                  <a:pt x="48364" y="73454"/>
                  <a:pt x="48364" y="73429"/>
                  <a:pt x="48388" y="73429"/>
                </a:cubicBezTo>
                <a:close/>
                <a:moveTo>
                  <a:pt x="93192" y="70268"/>
                </a:moveTo>
                <a:lnTo>
                  <a:pt x="93217" y="70292"/>
                </a:lnTo>
                <a:cubicBezTo>
                  <a:pt x="91973" y="72433"/>
                  <a:pt x="90529" y="74574"/>
                  <a:pt x="88861" y="76640"/>
                </a:cubicBezTo>
                <a:cubicBezTo>
                  <a:pt x="88837" y="76640"/>
                  <a:pt x="88837" y="76615"/>
                  <a:pt x="88812" y="76615"/>
                </a:cubicBezTo>
                <a:cubicBezTo>
                  <a:pt x="90454" y="74524"/>
                  <a:pt x="91923" y="72408"/>
                  <a:pt x="93192" y="70268"/>
                </a:cubicBezTo>
                <a:close/>
                <a:moveTo>
                  <a:pt x="54711" y="75968"/>
                </a:moveTo>
                <a:lnTo>
                  <a:pt x="54711" y="76017"/>
                </a:lnTo>
                <a:lnTo>
                  <a:pt x="54711" y="76042"/>
                </a:lnTo>
                <a:lnTo>
                  <a:pt x="54661" y="76042"/>
                </a:lnTo>
                <a:cubicBezTo>
                  <a:pt x="54362" y="76167"/>
                  <a:pt x="54089" y="76266"/>
                  <a:pt x="53765" y="76341"/>
                </a:cubicBezTo>
                <a:lnTo>
                  <a:pt x="53715" y="76341"/>
                </a:lnTo>
                <a:cubicBezTo>
                  <a:pt x="53392" y="76440"/>
                  <a:pt x="53118" y="76540"/>
                  <a:pt x="52844" y="76640"/>
                </a:cubicBezTo>
                <a:lnTo>
                  <a:pt x="52794" y="76640"/>
                </a:lnTo>
                <a:cubicBezTo>
                  <a:pt x="52805" y="76661"/>
                  <a:pt x="52811" y="76668"/>
                  <a:pt x="52811" y="76668"/>
                </a:cubicBezTo>
                <a:cubicBezTo>
                  <a:pt x="52810" y="76668"/>
                  <a:pt x="52798" y="76654"/>
                  <a:pt x="52769" y="76640"/>
                </a:cubicBezTo>
                <a:cubicBezTo>
                  <a:pt x="52819" y="76640"/>
                  <a:pt x="52844" y="76615"/>
                  <a:pt x="52869" y="76615"/>
                </a:cubicBezTo>
                <a:cubicBezTo>
                  <a:pt x="52894" y="76615"/>
                  <a:pt x="52944" y="76615"/>
                  <a:pt x="52944" y="76565"/>
                </a:cubicBezTo>
                <a:lnTo>
                  <a:pt x="52993" y="76565"/>
                </a:lnTo>
                <a:cubicBezTo>
                  <a:pt x="53018" y="76565"/>
                  <a:pt x="53068" y="76540"/>
                  <a:pt x="53093" y="76540"/>
                </a:cubicBezTo>
                <a:cubicBezTo>
                  <a:pt x="53317" y="76465"/>
                  <a:pt x="53566" y="76391"/>
                  <a:pt x="53765" y="76316"/>
                </a:cubicBezTo>
                <a:cubicBezTo>
                  <a:pt x="53815" y="76316"/>
                  <a:pt x="53815" y="76316"/>
                  <a:pt x="53840" y="76291"/>
                </a:cubicBezTo>
                <a:cubicBezTo>
                  <a:pt x="53865" y="76291"/>
                  <a:pt x="53889" y="76266"/>
                  <a:pt x="53939" y="76266"/>
                </a:cubicBezTo>
                <a:cubicBezTo>
                  <a:pt x="53964" y="76266"/>
                  <a:pt x="53964" y="76266"/>
                  <a:pt x="53989" y="76241"/>
                </a:cubicBezTo>
                <a:lnTo>
                  <a:pt x="54014" y="76241"/>
                </a:lnTo>
                <a:cubicBezTo>
                  <a:pt x="54238" y="76167"/>
                  <a:pt x="54462" y="76067"/>
                  <a:pt x="54711" y="75968"/>
                </a:cubicBezTo>
                <a:close/>
                <a:moveTo>
                  <a:pt x="94835" y="71587"/>
                </a:moveTo>
                <a:cubicBezTo>
                  <a:pt x="96677" y="73503"/>
                  <a:pt x="98071" y="75196"/>
                  <a:pt x="99067" y="76640"/>
                </a:cubicBezTo>
                <a:cubicBezTo>
                  <a:pt x="99067" y="76665"/>
                  <a:pt x="99042" y="76665"/>
                  <a:pt x="99042" y="76689"/>
                </a:cubicBezTo>
                <a:cubicBezTo>
                  <a:pt x="98071" y="75271"/>
                  <a:pt x="96652" y="73553"/>
                  <a:pt x="94835" y="71661"/>
                </a:cubicBezTo>
                <a:lnTo>
                  <a:pt x="94835" y="71587"/>
                </a:lnTo>
                <a:close/>
                <a:moveTo>
                  <a:pt x="106883" y="62676"/>
                </a:moveTo>
                <a:cubicBezTo>
                  <a:pt x="105165" y="67231"/>
                  <a:pt x="102626" y="72035"/>
                  <a:pt x="99341" y="76689"/>
                </a:cubicBezTo>
                <a:lnTo>
                  <a:pt x="99316" y="76665"/>
                </a:lnTo>
                <a:cubicBezTo>
                  <a:pt x="99415" y="76490"/>
                  <a:pt x="99515" y="76316"/>
                  <a:pt x="99639" y="76167"/>
                </a:cubicBezTo>
                <a:cubicBezTo>
                  <a:pt x="100013" y="75644"/>
                  <a:pt x="100361" y="75121"/>
                  <a:pt x="100685" y="74574"/>
                </a:cubicBezTo>
                <a:cubicBezTo>
                  <a:pt x="100909" y="74275"/>
                  <a:pt x="101108" y="73951"/>
                  <a:pt x="101307" y="73628"/>
                </a:cubicBezTo>
                <a:cubicBezTo>
                  <a:pt x="101556" y="73205"/>
                  <a:pt x="101805" y="72782"/>
                  <a:pt x="102054" y="72383"/>
                </a:cubicBezTo>
                <a:lnTo>
                  <a:pt x="102527" y="71637"/>
                </a:lnTo>
                <a:cubicBezTo>
                  <a:pt x="103199" y="70467"/>
                  <a:pt x="103796" y="69322"/>
                  <a:pt x="104394" y="68177"/>
                </a:cubicBezTo>
                <a:cubicBezTo>
                  <a:pt x="104443" y="68027"/>
                  <a:pt x="104543" y="67853"/>
                  <a:pt x="104618" y="67729"/>
                </a:cubicBezTo>
                <a:cubicBezTo>
                  <a:pt x="104866" y="67231"/>
                  <a:pt x="105066" y="66733"/>
                  <a:pt x="105314" y="66285"/>
                </a:cubicBezTo>
                <a:cubicBezTo>
                  <a:pt x="105389" y="66161"/>
                  <a:pt x="105414" y="66061"/>
                  <a:pt x="105489" y="65936"/>
                </a:cubicBezTo>
                <a:cubicBezTo>
                  <a:pt x="105987" y="64841"/>
                  <a:pt x="106435" y="63746"/>
                  <a:pt x="106858" y="62676"/>
                </a:cubicBezTo>
                <a:close/>
                <a:moveTo>
                  <a:pt x="12570" y="76416"/>
                </a:moveTo>
                <a:cubicBezTo>
                  <a:pt x="12620" y="76440"/>
                  <a:pt x="12645" y="76440"/>
                  <a:pt x="12670" y="76465"/>
                </a:cubicBezTo>
                <a:cubicBezTo>
                  <a:pt x="12695" y="76515"/>
                  <a:pt x="12744" y="76515"/>
                  <a:pt x="12769" y="76540"/>
                </a:cubicBezTo>
                <a:cubicBezTo>
                  <a:pt x="12869" y="76615"/>
                  <a:pt x="12894" y="76665"/>
                  <a:pt x="12944" y="76714"/>
                </a:cubicBezTo>
                <a:cubicBezTo>
                  <a:pt x="12919" y="76689"/>
                  <a:pt x="12894" y="76689"/>
                  <a:pt x="12869" y="76665"/>
                </a:cubicBezTo>
                <a:cubicBezTo>
                  <a:pt x="12819" y="76640"/>
                  <a:pt x="12794" y="76640"/>
                  <a:pt x="12769" y="76615"/>
                </a:cubicBezTo>
                <a:lnTo>
                  <a:pt x="12744" y="76565"/>
                </a:lnTo>
                <a:lnTo>
                  <a:pt x="12570" y="76416"/>
                </a:lnTo>
                <a:close/>
                <a:moveTo>
                  <a:pt x="19166" y="72557"/>
                </a:moveTo>
                <a:cubicBezTo>
                  <a:pt x="19166" y="72582"/>
                  <a:pt x="19141" y="72582"/>
                  <a:pt x="19141" y="72632"/>
                </a:cubicBezTo>
                <a:cubicBezTo>
                  <a:pt x="19042" y="72657"/>
                  <a:pt x="18967" y="72707"/>
                  <a:pt x="18893" y="72757"/>
                </a:cubicBezTo>
                <a:cubicBezTo>
                  <a:pt x="18868" y="72782"/>
                  <a:pt x="18793" y="72782"/>
                  <a:pt x="18768" y="72806"/>
                </a:cubicBezTo>
                <a:cubicBezTo>
                  <a:pt x="18494" y="72956"/>
                  <a:pt x="18245" y="73080"/>
                  <a:pt x="17996" y="73254"/>
                </a:cubicBezTo>
                <a:cubicBezTo>
                  <a:pt x="17922" y="73279"/>
                  <a:pt x="17872" y="73304"/>
                  <a:pt x="17772" y="73379"/>
                </a:cubicBezTo>
                <a:cubicBezTo>
                  <a:pt x="17524" y="73528"/>
                  <a:pt x="17299" y="73653"/>
                  <a:pt x="17100" y="73802"/>
                </a:cubicBezTo>
                <a:lnTo>
                  <a:pt x="16802" y="74001"/>
                </a:lnTo>
                <a:cubicBezTo>
                  <a:pt x="16578" y="74126"/>
                  <a:pt x="16403" y="74275"/>
                  <a:pt x="16179" y="74424"/>
                </a:cubicBezTo>
                <a:cubicBezTo>
                  <a:pt x="16055" y="74524"/>
                  <a:pt x="15955" y="74574"/>
                  <a:pt x="15856" y="74673"/>
                </a:cubicBezTo>
                <a:cubicBezTo>
                  <a:pt x="15657" y="74798"/>
                  <a:pt x="15507" y="74947"/>
                  <a:pt x="15308" y="75071"/>
                </a:cubicBezTo>
                <a:cubicBezTo>
                  <a:pt x="15184" y="75171"/>
                  <a:pt x="15059" y="75271"/>
                  <a:pt x="14910" y="75395"/>
                </a:cubicBezTo>
                <a:lnTo>
                  <a:pt x="14437" y="75768"/>
                </a:lnTo>
                <a:cubicBezTo>
                  <a:pt x="14288" y="75893"/>
                  <a:pt x="14163" y="76017"/>
                  <a:pt x="14014" y="76142"/>
                </a:cubicBezTo>
                <a:cubicBezTo>
                  <a:pt x="13889" y="76266"/>
                  <a:pt x="13715" y="76391"/>
                  <a:pt x="13616" y="76515"/>
                </a:cubicBezTo>
                <a:cubicBezTo>
                  <a:pt x="13541" y="76565"/>
                  <a:pt x="13441" y="76640"/>
                  <a:pt x="13392" y="76714"/>
                </a:cubicBezTo>
                <a:lnTo>
                  <a:pt x="13367" y="76714"/>
                </a:lnTo>
                <a:cubicBezTo>
                  <a:pt x="13367" y="76714"/>
                  <a:pt x="13317" y="76714"/>
                  <a:pt x="13317" y="76689"/>
                </a:cubicBezTo>
                <a:cubicBezTo>
                  <a:pt x="13392" y="76640"/>
                  <a:pt x="13491" y="76565"/>
                  <a:pt x="13541" y="76465"/>
                </a:cubicBezTo>
                <a:cubicBezTo>
                  <a:pt x="13690" y="76366"/>
                  <a:pt x="13815" y="76216"/>
                  <a:pt x="13989" y="76067"/>
                </a:cubicBezTo>
                <a:cubicBezTo>
                  <a:pt x="14138" y="75943"/>
                  <a:pt x="14288" y="75818"/>
                  <a:pt x="14412" y="75694"/>
                </a:cubicBezTo>
                <a:cubicBezTo>
                  <a:pt x="14561" y="75569"/>
                  <a:pt x="14736" y="75445"/>
                  <a:pt x="14860" y="75320"/>
                </a:cubicBezTo>
                <a:cubicBezTo>
                  <a:pt x="15010" y="75196"/>
                  <a:pt x="15134" y="75121"/>
                  <a:pt x="15283" y="74997"/>
                </a:cubicBezTo>
                <a:cubicBezTo>
                  <a:pt x="15433" y="74847"/>
                  <a:pt x="15607" y="74723"/>
                  <a:pt x="15781" y="74623"/>
                </a:cubicBezTo>
                <a:cubicBezTo>
                  <a:pt x="15906" y="74524"/>
                  <a:pt x="16055" y="74424"/>
                  <a:pt x="16179" y="74325"/>
                </a:cubicBezTo>
                <a:cubicBezTo>
                  <a:pt x="16379" y="74200"/>
                  <a:pt x="16553" y="74076"/>
                  <a:pt x="16727" y="73951"/>
                </a:cubicBezTo>
                <a:cubicBezTo>
                  <a:pt x="16851" y="73877"/>
                  <a:pt x="16976" y="73802"/>
                  <a:pt x="17100" y="73752"/>
                </a:cubicBezTo>
                <a:cubicBezTo>
                  <a:pt x="17275" y="73628"/>
                  <a:pt x="17499" y="73503"/>
                  <a:pt x="17673" y="73379"/>
                </a:cubicBezTo>
                <a:cubicBezTo>
                  <a:pt x="17772" y="73304"/>
                  <a:pt x="17897" y="73254"/>
                  <a:pt x="17996" y="73180"/>
                </a:cubicBezTo>
                <a:cubicBezTo>
                  <a:pt x="18220" y="73055"/>
                  <a:pt x="18420" y="72931"/>
                  <a:pt x="18668" y="72806"/>
                </a:cubicBezTo>
                <a:cubicBezTo>
                  <a:pt x="18768" y="72757"/>
                  <a:pt x="18868" y="72707"/>
                  <a:pt x="18967" y="72682"/>
                </a:cubicBezTo>
                <a:cubicBezTo>
                  <a:pt x="19042" y="72582"/>
                  <a:pt x="19117" y="72557"/>
                  <a:pt x="19166" y="72557"/>
                </a:cubicBezTo>
                <a:close/>
                <a:moveTo>
                  <a:pt x="80747" y="71089"/>
                </a:moveTo>
                <a:cubicBezTo>
                  <a:pt x="83361" y="73155"/>
                  <a:pt x="85999" y="75047"/>
                  <a:pt x="88538" y="76665"/>
                </a:cubicBezTo>
                <a:cubicBezTo>
                  <a:pt x="88538" y="76689"/>
                  <a:pt x="88488" y="76689"/>
                  <a:pt x="88488" y="76714"/>
                </a:cubicBezTo>
                <a:cubicBezTo>
                  <a:pt x="85974" y="75121"/>
                  <a:pt x="83336" y="73205"/>
                  <a:pt x="80722" y="71139"/>
                </a:cubicBezTo>
                <a:lnTo>
                  <a:pt x="80747" y="71089"/>
                </a:lnTo>
                <a:close/>
                <a:moveTo>
                  <a:pt x="88687" y="76764"/>
                </a:moveTo>
                <a:cubicBezTo>
                  <a:pt x="88712" y="76764"/>
                  <a:pt x="88712" y="76789"/>
                  <a:pt x="88737" y="76789"/>
                </a:cubicBezTo>
                <a:cubicBezTo>
                  <a:pt x="88737" y="76814"/>
                  <a:pt x="88712" y="76814"/>
                  <a:pt x="88712" y="76864"/>
                </a:cubicBezTo>
                <a:cubicBezTo>
                  <a:pt x="88687" y="76864"/>
                  <a:pt x="88687" y="76814"/>
                  <a:pt x="88662" y="76814"/>
                </a:cubicBezTo>
                <a:cubicBezTo>
                  <a:pt x="88662" y="76789"/>
                  <a:pt x="88687" y="76789"/>
                  <a:pt x="88687" y="76764"/>
                </a:cubicBezTo>
                <a:close/>
                <a:moveTo>
                  <a:pt x="99191" y="76814"/>
                </a:moveTo>
                <a:cubicBezTo>
                  <a:pt x="99191" y="76814"/>
                  <a:pt x="99191" y="76864"/>
                  <a:pt x="99241" y="76864"/>
                </a:cubicBezTo>
                <a:cubicBezTo>
                  <a:pt x="99241" y="76864"/>
                  <a:pt x="99191" y="76889"/>
                  <a:pt x="99191" y="76913"/>
                </a:cubicBezTo>
                <a:lnTo>
                  <a:pt x="99166" y="76889"/>
                </a:lnTo>
                <a:cubicBezTo>
                  <a:pt x="99166" y="76839"/>
                  <a:pt x="99191" y="76839"/>
                  <a:pt x="99191" y="76814"/>
                </a:cubicBezTo>
                <a:close/>
                <a:moveTo>
                  <a:pt x="44033" y="76889"/>
                </a:moveTo>
                <a:cubicBezTo>
                  <a:pt x="44033" y="76889"/>
                  <a:pt x="44057" y="76889"/>
                  <a:pt x="44057" y="76913"/>
                </a:cubicBezTo>
                <a:cubicBezTo>
                  <a:pt x="44057" y="76938"/>
                  <a:pt x="44033" y="76988"/>
                  <a:pt x="44033" y="77013"/>
                </a:cubicBezTo>
                <a:lnTo>
                  <a:pt x="44033" y="76889"/>
                </a:lnTo>
                <a:close/>
                <a:moveTo>
                  <a:pt x="93392" y="70417"/>
                </a:moveTo>
                <a:cubicBezTo>
                  <a:pt x="93715" y="70765"/>
                  <a:pt x="94064" y="71089"/>
                  <a:pt x="94387" y="71437"/>
                </a:cubicBezTo>
                <a:cubicBezTo>
                  <a:pt x="93317" y="72757"/>
                  <a:pt x="92222" y="74076"/>
                  <a:pt x="91102" y="75370"/>
                </a:cubicBezTo>
                <a:cubicBezTo>
                  <a:pt x="91077" y="75395"/>
                  <a:pt x="91077" y="75420"/>
                  <a:pt x="91052" y="75420"/>
                </a:cubicBezTo>
                <a:cubicBezTo>
                  <a:pt x="90579" y="76017"/>
                  <a:pt x="90081" y="76565"/>
                  <a:pt x="89583" y="77113"/>
                </a:cubicBezTo>
                <a:lnTo>
                  <a:pt x="89036" y="76739"/>
                </a:lnTo>
                <a:cubicBezTo>
                  <a:pt x="90678" y="74648"/>
                  <a:pt x="92147" y="72533"/>
                  <a:pt x="93392" y="70417"/>
                </a:cubicBezTo>
                <a:close/>
                <a:moveTo>
                  <a:pt x="48214" y="73578"/>
                </a:moveTo>
                <a:cubicBezTo>
                  <a:pt x="49583" y="74325"/>
                  <a:pt x="50902" y="75345"/>
                  <a:pt x="52197" y="76640"/>
                </a:cubicBezTo>
                <a:cubicBezTo>
                  <a:pt x="52097" y="76665"/>
                  <a:pt x="51998" y="76665"/>
                  <a:pt x="51898" y="76689"/>
                </a:cubicBezTo>
                <a:cubicBezTo>
                  <a:pt x="51774" y="76714"/>
                  <a:pt x="51624" y="76764"/>
                  <a:pt x="51500" y="76789"/>
                </a:cubicBezTo>
                <a:cubicBezTo>
                  <a:pt x="51475" y="76789"/>
                  <a:pt x="51400" y="76814"/>
                  <a:pt x="51375" y="76814"/>
                </a:cubicBezTo>
                <a:cubicBezTo>
                  <a:pt x="51251" y="76864"/>
                  <a:pt x="51127" y="76864"/>
                  <a:pt x="51002" y="76889"/>
                </a:cubicBezTo>
                <a:cubicBezTo>
                  <a:pt x="50952" y="76889"/>
                  <a:pt x="50878" y="76913"/>
                  <a:pt x="50828" y="76913"/>
                </a:cubicBezTo>
                <a:cubicBezTo>
                  <a:pt x="50728" y="76938"/>
                  <a:pt x="50629" y="76938"/>
                  <a:pt x="50504" y="76988"/>
                </a:cubicBezTo>
                <a:cubicBezTo>
                  <a:pt x="50380" y="77013"/>
                  <a:pt x="50230" y="77013"/>
                  <a:pt x="50106" y="77038"/>
                </a:cubicBezTo>
                <a:lnTo>
                  <a:pt x="50006" y="77038"/>
                </a:lnTo>
                <a:cubicBezTo>
                  <a:pt x="49882" y="77063"/>
                  <a:pt x="49758" y="77063"/>
                  <a:pt x="49658" y="77088"/>
                </a:cubicBezTo>
                <a:cubicBezTo>
                  <a:pt x="49509" y="77137"/>
                  <a:pt x="49334" y="77137"/>
                  <a:pt x="49160" y="77137"/>
                </a:cubicBezTo>
                <a:lnTo>
                  <a:pt x="49061" y="77137"/>
                </a:lnTo>
                <a:cubicBezTo>
                  <a:pt x="49011" y="77137"/>
                  <a:pt x="48911" y="77137"/>
                  <a:pt x="48861" y="77162"/>
                </a:cubicBezTo>
                <a:cubicBezTo>
                  <a:pt x="48588" y="77162"/>
                  <a:pt x="48339" y="77187"/>
                  <a:pt x="48040" y="77187"/>
                </a:cubicBezTo>
                <a:cubicBezTo>
                  <a:pt x="47642" y="77187"/>
                  <a:pt x="47244" y="77162"/>
                  <a:pt x="46870" y="77137"/>
                </a:cubicBezTo>
                <a:cubicBezTo>
                  <a:pt x="46771" y="77137"/>
                  <a:pt x="46671" y="77113"/>
                  <a:pt x="46571" y="77113"/>
                </a:cubicBezTo>
                <a:cubicBezTo>
                  <a:pt x="46497" y="77113"/>
                  <a:pt x="46422" y="77063"/>
                  <a:pt x="46323" y="77063"/>
                </a:cubicBezTo>
                <a:cubicBezTo>
                  <a:pt x="46074" y="77038"/>
                  <a:pt x="45874" y="77013"/>
                  <a:pt x="45626" y="76938"/>
                </a:cubicBezTo>
                <a:cubicBezTo>
                  <a:pt x="45576" y="76938"/>
                  <a:pt x="45526" y="76913"/>
                  <a:pt x="45501" y="76913"/>
                </a:cubicBezTo>
                <a:cubicBezTo>
                  <a:pt x="45327" y="76889"/>
                  <a:pt x="45202" y="76814"/>
                  <a:pt x="45053" y="76789"/>
                </a:cubicBezTo>
                <a:cubicBezTo>
                  <a:pt x="45028" y="76789"/>
                  <a:pt x="45003" y="76764"/>
                  <a:pt x="44929" y="76764"/>
                </a:cubicBezTo>
                <a:cubicBezTo>
                  <a:pt x="44954" y="76640"/>
                  <a:pt x="45028" y="76490"/>
                  <a:pt x="45053" y="76366"/>
                </a:cubicBezTo>
                <a:cubicBezTo>
                  <a:pt x="45178" y="75893"/>
                  <a:pt x="45352" y="75495"/>
                  <a:pt x="45476" y="75146"/>
                </a:cubicBezTo>
                <a:cubicBezTo>
                  <a:pt x="45601" y="75071"/>
                  <a:pt x="45675" y="75022"/>
                  <a:pt x="45800" y="74947"/>
                </a:cubicBezTo>
                <a:lnTo>
                  <a:pt x="45999" y="74872"/>
                </a:lnTo>
                <a:cubicBezTo>
                  <a:pt x="46049" y="74823"/>
                  <a:pt x="46099" y="74798"/>
                  <a:pt x="46148" y="74773"/>
                </a:cubicBezTo>
                <a:cubicBezTo>
                  <a:pt x="46522" y="74549"/>
                  <a:pt x="46870" y="74375"/>
                  <a:pt x="47244" y="74151"/>
                </a:cubicBezTo>
                <a:cubicBezTo>
                  <a:pt x="47492" y="74001"/>
                  <a:pt x="47741" y="73827"/>
                  <a:pt x="47990" y="73702"/>
                </a:cubicBezTo>
                <a:cubicBezTo>
                  <a:pt x="48040" y="73678"/>
                  <a:pt x="48115" y="73603"/>
                  <a:pt x="48214" y="73578"/>
                </a:cubicBezTo>
                <a:close/>
                <a:moveTo>
                  <a:pt x="94537" y="71587"/>
                </a:moveTo>
                <a:lnTo>
                  <a:pt x="94562" y="71637"/>
                </a:lnTo>
                <a:cubicBezTo>
                  <a:pt x="94213" y="72035"/>
                  <a:pt x="93914" y="72458"/>
                  <a:pt x="93566" y="72881"/>
                </a:cubicBezTo>
                <a:lnTo>
                  <a:pt x="93093" y="73429"/>
                </a:lnTo>
                <a:cubicBezTo>
                  <a:pt x="92545" y="74076"/>
                  <a:pt x="91973" y="74773"/>
                  <a:pt x="91425" y="75420"/>
                </a:cubicBezTo>
                <a:cubicBezTo>
                  <a:pt x="91176" y="75694"/>
                  <a:pt x="90952" y="75943"/>
                  <a:pt x="90703" y="76241"/>
                </a:cubicBezTo>
                <a:cubicBezTo>
                  <a:pt x="90405" y="76565"/>
                  <a:pt x="90106" y="76913"/>
                  <a:pt x="89807" y="77237"/>
                </a:cubicBezTo>
                <a:cubicBezTo>
                  <a:pt x="89782" y="77237"/>
                  <a:pt x="89782" y="77187"/>
                  <a:pt x="89733" y="77187"/>
                </a:cubicBezTo>
                <a:cubicBezTo>
                  <a:pt x="91425" y="75370"/>
                  <a:pt x="93018" y="73503"/>
                  <a:pt x="94537" y="71587"/>
                </a:cubicBezTo>
                <a:close/>
                <a:moveTo>
                  <a:pt x="43560" y="76689"/>
                </a:moveTo>
                <a:cubicBezTo>
                  <a:pt x="43609" y="76689"/>
                  <a:pt x="43609" y="76739"/>
                  <a:pt x="43634" y="76739"/>
                </a:cubicBezTo>
                <a:cubicBezTo>
                  <a:pt x="43684" y="76764"/>
                  <a:pt x="43784" y="76789"/>
                  <a:pt x="43833" y="76814"/>
                </a:cubicBezTo>
                <a:cubicBezTo>
                  <a:pt x="43858" y="76938"/>
                  <a:pt x="43858" y="77113"/>
                  <a:pt x="43809" y="77262"/>
                </a:cubicBezTo>
                <a:cubicBezTo>
                  <a:pt x="43784" y="77237"/>
                  <a:pt x="43784" y="77187"/>
                  <a:pt x="43759" y="77187"/>
                </a:cubicBezTo>
                <a:cubicBezTo>
                  <a:pt x="43734" y="77162"/>
                  <a:pt x="43684" y="77113"/>
                  <a:pt x="43659" y="77063"/>
                </a:cubicBezTo>
                <a:cubicBezTo>
                  <a:pt x="43634" y="76938"/>
                  <a:pt x="43560" y="76814"/>
                  <a:pt x="43535" y="76739"/>
                </a:cubicBezTo>
                <a:lnTo>
                  <a:pt x="43560" y="76739"/>
                </a:lnTo>
                <a:lnTo>
                  <a:pt x="43560" y="76689"/>
                </a:lnTo>
                <a:close/>
                <a:moveTo>
                  <a:pt x="88911" y="76889"/>
                </a:moveTo>
                <a:cubicBezTo>
                  <a:pt x="89085" y="77013"/>
                  <a:pt x="89285" y="77137"/>
                  <a:pt x="89459" y="77237"/>
                </a:cubicBezTo>
                <a:cubicBezTo>
                  <a:pt x="89459" y="77262"/>
                  <a:pt x="89434" y="77262"/>
                  <a:pt x="89434" y="77287"/>
                </a:cubicBezTo>
                <a:cubicBezTo>
                  <a:pt x="89235" y="77162"/>
                  <a:pt x="89061" y="77063"/>
                  <a:pt x="88861" y="76938"/>
                </a:cubicBezTo>
                <a:cubicBezTo>
                  <a:pt x="88861" y="76913"/>
                  <a:pt x="88911" y="76913"/>
                  <a:pt x="88911" y="76889"/>
                </a:cubicBezTo>
                <a:close/>
                <a:moveTo>
                  <a:pt x="110243" y="61357"/>
                </a:moveTo>
                <a:lnTo>
                  <a:pt x="110243" y="61357"/>
                </a:lnTo>
                <a:cubicBezTo>
                  <a:pt x="107455" y="66683"/>
                  <a:pt x="103896" y="72060"/>
                  <a:pt x="99739" y="77312"/>
                </a:cubicBezTo>
                <a:cubicBezTo>
                  <a:pt x="99639" y="77162"/>
                  <a:pt x="99540" y="77038"/>
                  <a:pt x="99440" y="76889"/>
                </a:cubicBezTo>
                <a:cubicBezTo>
                  <a:pt x="100361" y="75619"/>
                  <a:pt x="101232" y="74300"/>
                  <a:pt x="102004" y="73006"/>
                </a:cubicBezTo>
                <a:cubicBezTo>
                  <a:pt x="104169" y="69446"/>
                  <a:pt x="105862" y="65961"/>
                  <a:pt x="107107" y="62601"/>
                </a:cubicBezTo>
                <a:cubicBezTo>
                  <a:pt x="108252" y="62253"/>
                  <a:pt x="109322" y="61854"/>
                  <a:pt x="110243" y="61357"/>
                </a:cubicBezTo>
                <a:close/>
                <a:moveTo>
                  <a:pt x="52272" y="76764"/>
                </a:moveTo>
                <a:lnTo>
                  <a:pt x="52296" y="76789"/>
                </a:lnTo>
                <a:lnTo>
                  <a:pt x="52272" y="76789"/>
                </a:lnTo>
                <a:cubicBezTo>
                  <a:pt x="52023" y="76839"/>
                  <a:pt x="51749" y="76913"/>
                  <a:pt x="51500" y="76988"/>
                </a:cubicBezTo>
                <a:cubicBezTo>
                  <a:pt x="51425" y="76988"/>
                  <a:pt x="51400" y="77013"/>
                  <a:pt x="51351" y="77013"/>
                </a:cubicBezTo>
                <a:cubicBezTo>
                  <a:pt x="51102" y="77063"/>
                  <a:pt x="50853" y="77113"/>
                  <a:pt x="50554" y="77162"/>
                </a:cubicBezTo>
                <a:cubicBezTo>
                  <a:pt x="50529" y="77162"/>
                  <a:pt x="50479" y="77187"/>
                  <a:pt x="50430" y="77187"/>
                </a:cubicBezTo>
                <a:cubicBezTo>
                  <a:pt x="50056" y="77262"/>
                  <a:pt x="49683" y="77287"/>
                  <a:pt x="49309" y="77312"/>
                </a:cubicBezTo>
                <a:cubicBezTo>
                  <a:pt x="49235" y="77312"/>
                  <a:pt x="49135" y="77361"/>
                  <a:pt x="49036" y="77361"/>
                </a:cubicBezTo>
                <a:cubicBezTo>
                  <a:pt x="48662" y="77386"/>
                  <a:pt x="48289" y="77411"/>
                  <a:pt x="47940" y="77411"/>
                </a:cubicBezTo>
                <a:lnTo>
                  <a:pt x="47916" y="77411"/>
                </a:lnTo>
                <a:cubicBezTo>
                  <a:pt x="47542" y="77411"/>
                  <a:pt x="47169" y="77386"/>
                  <a:pt x="46795" y="77361"/>
                </a:cubicBezTo>
                <a:lnTo>
                  <a:pt x="46696" y="77361"/>
                </a:lnTo>
                <a:cubicBezTo>
                  <a:pt x="46621" y="77361"/>
                  <a:pt x="46522" y="77312"/>
                  <a:pt x="46422" y="77312"/>
                </a:cubicBezTo>
                <a:cubicBezTo>
                  <a:pt x="46372" y="77312"/>
                  <a:pt x="46298" y="77287"/>
                  <a:pt x="46248" y="77287"/>
                </a:cubicBezTo>
                <a:cubicBezTo>
                  <a:pt x="45924" y="77262"/>
                  <a:pt x="45626" y="77187"/>
                  <a:pt x="45327" y="77137"/>
                </a:cubicBezTo>
                <a:cubicBezTo>
                  <a:pt x="45202" y="77088"/>
                  <a:pt x="45053" y="77038"/>
                  <a:pt x="44929" y="77013"/>
                </a:cubicBezTo>
                <a:lnTo>
                  <a:pt x="44904" y="77013"/>
                </a:lnTo>
                <a:lnTo>
                  <a:pt x="44879" y="76988"/>
                </a:lnTo>
                <a:lnTo>
                  <a:pt x="44829" y="76938"/>
                </a:lnTo>
                <a:lnTo>
                  <a:pt x="45003" y="76938"/>
                </a:lnTo>
                <a:cubicBezTo>
                  <a:pt x="45053" y="76988"/>
                  <a:pt x="45128" y="76988"/>
                  <a:pt x="45227" y="77013"/>
                </a:cubicBezTo>
                <a:cubicBezTo>
                  <a:pt x="45252" y="77013"/>
                  <a:pt x="45302" y="77038"/>
                  <a:pt x="45352" y="77038"/>
                </a:cubicBezTo>
                <a:lnTo>
                  <a:pt x="45402" y="77038"/>
                </a:lnTo>
                <a:cubicBezTo>
                  <a:pt x="45501" y="77063"/>
                  <a:pt x="45601" y="77063"/>
                  <a:pt x="45650" y="77113"/>
                </a:cubicBezTo>
                <a:cubicBezTo>
                  <a:pt x="45725" y="77113"/>
                  <a:pt x="45775" y="77137"/>
                  <a:pt x="45850" y="77137"/>
                </a:cubicBezTo>
                <a:cubicBezTo>
                  <a:pt x="45974" y="77162"/>
                  <a:pt x="46049" y="77187"/>
                  <a:pt x="46173" y="77187"/>
                </a:cubicBezTo>
                <a:cubicBezTo>
                  <a:pt x="46273" y="77187"/>
                  <a:pt x="46372" y="77237"/>
                  <a:pt x="46472" y="77237"/>
                </a:cubicBezTo>
                <a:cubicBezTo>
                  <a:pt x="46522" y="77237"/>
                  <a:pt x="46596" y="77262"/>
                  <a:pt x="46646" y="77262"/>
                </a:cubicBezTo>
                <a:lnTo>
                  <a:pt x="46845" y="77262"/>
                </a:lnTo>
                <a:cubicBezTo>
                  <a:pt x="46920" y="77262"/>
                  <a:pt x="46995" y="77287"/>
                  <a:pt x="47094" y="77287"/>
                </a:cubicBezTo>
                <a:cubicBezTo>
                  <a:pt x="47393" y="77312"/>
                  <a:pt x="47716" y="77312"/>
                  <a:pt x="48015" y="77312"/>
                </a:cubicBezTo>
                <a:cubicBezTo>
                  <a:pt x="48289" y="77312"/>
                  <a:pt x="48538" y="77312"/>
                  <a:pt x="48837" y="77287"/>
                </a:cubicBezTo>
                <a:lnTo>
                  <a:pt x="48961" y="77287"/>
                </a:lnTo>
                <a:cubicBezTo>
                  <a:pt x="49011" y="77287"/>
                  <a:pt x="49085" y="77287"/>
                  <a:pt x="49135" y="77262"/>
                </a:cubicBezTo>
                <a:lnTo>
                  <a:pt x="49235" y="77262"/>
                </a:lnTo>
                <a:cubicBezTo>
                  <a:pt x="49359" y="77262"/>
                  <a:pt x="49509" y="77237"/>
                  <a:pt x="49633" y="77237"/>
                </a:cubicBezTo>
                <a:cubicBezTo>
                  <a:pt x="49832" y="77187"/>
                  <a:pt x="49982" y="77162"/>
                  <a:pt x="50156" y="77162"/>
                </a:cubicBezTo>
                <a:lnTo>
                  <a:pt x="50230" y="77162"/>
                </a:lnTo>
                <a:cubicBezTo>
                  <a:pt x="50280" y="77162"/>
                  <a:pt x="50380" y="77137"/>
                  <a:pt x="50430" y="77137"/>
                </a:cubicBezTo>
                <a:cubicBezTo>
                  <a:pt x="50479" y="77137"/>
                  <a:pt x="50529" y="77137"/>
                  <a:pt x="50554" y="77113"/>
                </a:cubicBezTo>
                <a:cubicBezTo>
                  <a:pt x="50629" y="77113"/>
                  <a:pt x="50678" y="77063"/>
                  <a:pt x="50753" y="77063"/>
                </a:cubicBezTo>
                <a:lnTo>
                  <a:pt x="50778" y="77063"/>
                </a:lnTo>
                <a:cubicBezTo>
                  <a:pt x="50878" y="77038"/>
                  <a:pt x="50977" y="77038"/>
                  <a:pt x="51052" y="77013"/>
                </a:cubicBezTo>
                <a:lnTo>
                  <a:pt x="51127" y="77013"/>
                </a:lnTo>
                <a:cubicBezTo>
                  <a:pt x="51176" y="77013"/>
                  <a:pt x="51226" y="76988"/>
                  <a:pt x="51276" y="76988"/>
                </a:cubicBezTo>
                <a:cubicBezTo>
                  <a:pt x="51500" y="76938"/>
                  <a:pt x="51724" y="76889"/>
                  <a:pt x="51923" y="76814"/>
                </a:cubicBezTo>
                <a:lnTo>
                  <a:pt x="52023" y="76814"/>
                </a:lnTo>
                <a:cubicBezTo>
                  <a:pt x="52097" y="76814"/>
                  <a:pt x="52122" y="76789"/>
                  <a:pt x="52172" y="76789"/>
                </a:cubicBezTo>
                <a:cubicBezTo>
                  <a:pt x="52222" y="76789"/>
                  <a:pt x="52247" y="76789"/>
                  <a:pt x="52272" y="76764"/>
                </a:cubicBezTo>
                <a:close/>
                <a:moveTo>
                  <a:pt x="89608" y="77337"/>
                </a:moveTo>
                <a:cubicBezTo>
                  <a:pt x="89658" y="77337"/>
                  <a:pt x="89683" y="77337"/>
                  <a:pt x="89683" y="77386"/>
                </a:cubicBezTo>
                <a:cubicBezTo>
                  <a:pt x="89633" y="77411"/>
                  <a:pt x="89633" y="77411"/>
                  <a:pt x="89633" y="77436"/>
                </a:cubicBezTo>
                <a:cubicBezTo>
                  <a:pt x="89608" y="77436"/>
                  <a:pt x="89608" y="77411"/>
                  <a:pt x="89583" y="77411"/>
                </a:cubicBezTo>
                <a:cubicBezTo>
                  <a:pt x="89583" y="77386"/>
                  <a:pt x="89608" y="77386"/>
                  <a:pt x="89608" y="77337"/>
                </a:cubicBezTo>
                <a:close/>
                <a:moveTo>
                  <a:pt x="44057" y="77386"/>
                </a:moveTo>
                <a:lnTo>
                  <a:pt x="44057" y="77486"/>
                </a:lnTo>
                <a:cubicBezTo>
                  <a:pt x="44033" y="77511"/>
                  <a:pt x="44033" y="77536"/>
                  <a:pt x="44008" y="77536"/>
                </a:cubicBezTo>
                <a:cubicBezTo>
                  <a:pt x="44033" y="77486"/>
                  <a:pt x="44057" y="77436"/>
                  <a:pt x="44057" y="77386"/>
                </a:cubicBezTo>
                <a:close/>
                <a:moveTo>
                  <a:pt x="99316" y="77038"/>
                </a:moveTo>
                <a:cubicBezTo>
                  <a:pt x="99415" y="77187"/>
                  <a:pt x="99515" y="77312"/>
                  <a:pt x="99614" y="77486"/>
                </a:cubicBezTo>
                <a:lnTo>
                  <a:pt x="99540" y="77536"/>
                </a:lnTo>
                <a:cubicBezTo>
                  <a:pt x="99490" y="77386"/>
                  <a:pt x="99390" y="77237"/>
                  <a:pt x="99291" y="77113"/>
                </a:cubicBezTo>
                <a:cubicBezTo>
                  <a:pt x="99291" y="77063"/>
                  <a:pt x="99316" y="77063"/>
                  <a:pt x="99316" y="77038"/>
                </a:cubicBezTo>
                <a:close/>
                <a:moveTo>
                  <a:pt x="110616" y="61108"/>
                </a:moveTo>
                <a:lnTo>
                  <a:pt x="110616" y="61108"/>
                </a:lnTo>
                <a:cubicBezTo>
                  <a:pt x="107754" y="66609"/>
                  <a:pt x="104120" y="72159"/>
                  <a:pt x="99863" y="77536"/>
                </a:cubicBezTo>
                <a:cubicBezTo>
                  <a:pt x="99863" y="77511"/>
                  <a:pt x="99814" y="77511"/>
                  <a:pt x="99814" y="77486"/>
                </a:cubicBezTo>
                <a:cubicBezTo>
                  <a:pt x="104095" y="72134"/>
                  <a:pt x="107704" y="66609"/>
                  <a:pt x="110517" y="61182"/>
                </a:cubicBezTo>
                <a:cubicBezTo>
                  <a:pt x="110567" y="61133"/>
                  <a:pt x="110591" y="61133"/>
                  <a:pt x="110616" y="61108"/>
                </a:cubicBezTo>
                <a:close/>
                <a:moveTo>
                  <a:pt x="40896" y="74549"/>
                </a:moveTo>
                <a:cubicBezTo>
                  <a:pt x="40946" y="74574"/>
                  <a:pt x="40996" y="74648"/>
                  <a:pt x="41046" y="74673"/>
                </a:cubicBezTo>
                <a:cubicBezTo>
                  <a:pt x="41270" y="74897"/>
                  <a:pt x="41519" y="75071"/>
                  <a:pt x="41743" y="75295"/>
                </a:cubicBezTo>
                <a:lnTo>
                  <a:pt x="41767" y="75320"/>
                </a:lnTo>
                <a:cubicBezTo>
                  <a:pt x="41892" y="75445"/>
                  <a:pt x="42016" y="75619"/>
                  <a:pt x="42091" y="75744"/>
                </a:cubicBezTo>
                <a:cubicBezTo>
                  <a:pt x="42240" y="75893"/>
                  <a:pt x="42365" y="76042"/>
                  <a:pt x="42440" y="76192"/>
                </a:cubicBezTo>
                <a:cubicBezTo>
                  <a:pt x="41419" y="76689"/>
                  <a:pt x="40398" y="77162"/>
                  <a:pt x="39403" y="77561"/>
                </a:cubicBezTo>
                <a:cubicBezTo>
                  <a:pt x="39876" y="76565"/>
                  <a:pt x="40349" y="75569"/>
                  <a:pt x="40896" y="74549"/>
                </a:cubicBezTo>
                <a:close/>
                <a:moveTo>
                  <a:pt x="99739" y="77610"/>
                </a:moveTo>
                <a:cubicBezTo>
                  <a:pt x="99739" y="77635"/>
                  <a:pt x="99739" y="77660"/>
                  <a:pt x="99764" y="77660"/>
                </a:cubicBezTo>
                <a:lnTo>
                  <a:pt x="99689" y="77710"/>
                </a:lnTo>
                <a:cubicBezTo>
                  <a:pt x="99689" y="77685"/>
                  <a:pt x="99664" y="77685"/>
                  <a:pt x="99664" y="77660"/>
                </a:cubicBezTo>
                <a:lnTo>
                  <a:pt x="99739" y="77610"/>
                </a:lnTo>
                <a:close/>
                <a:moveTo>
                  <a:pt x="40747" y="74424"/>
                </a:moveTo>
                <a:lnTo>
                  <a:pt x="40772" y="74449"/>
                </a:lnTo>
                <a:cubicBezTo>
                  <a:pt x="40174" y="75544"/>
                  <a:pt x="39652" y="76640"/>
                  <a:pt x="39154" y="77685"/>
                </a:cubicBezTo>
                <a:cubicBezTo>
                  <a:pt x="39129" y="77685"/>
                  <a:pt x="39129" y="77685"/>
                  <a:pt x="39079" y="77735"/>
                </a:cubicBezTo>
                <a:cubicBezTo>
                  <a:pt x="39577" y="76615"/>
                  <a:pt x="40150" y="75520"/>
                  <a:pt x="40747" y="74424"/>
                </a:cubicBezTo>
                <a:close/>
                <a:moveTo>
                  <a:pt x="42614" y="76366"/>
                </a:moveTo>
                <a:lnTo>
                  <a:pt x="42614" y="76391"/>
                </a:lnTo>
                <a:lnTo>
                  <a:pt x="42639" y="76416"/>
                </a:lnTo>
                <a:cubicBezTo>
                  <a:pt x="41494" y="76938"/>
                  <a:pt x="40374" y="77436"/>
                  <a:pt x="39278" y="77884"/>
                </a:cubicBezTo>
                <a:cubicBezTo>
                  <a:pt x="39278" y="77859"/>
                  <a:pt x="39278" y="77859"/>
                  <a:pt x="39303" y="77859"/>
                </a:cubicBezTo>
                <a:cubicBezTo>
                  <a:pt x="40398" y="77386"/>
                  <a:pt x="41494" y="76889"/>
                  <a:pt x="42614" y="76366"/>
                </a:cubicBezTo>
                <a:close/>
                <a:moveTo>
                  <a:pt x="62477" y="72085"/>
                </a:moveTo>
                <a:cubicBezTo>
                  <a:pt x="62651" y="72259"/>
                  <a:pt x="62800" y="72433"/>
                  <a:pt x="62950" y="72582"/>
                </a:cubicBezTo>
                <a:cubicBezTo>
                  <a:pt x="60734" y="74449"/>
                  <a:pt x="58445" y="76266"/>
                  <a:pt x="56055" y="77984"/>
                </a:cubicBezTo>
                <a:cubicBezTo>
                  <a:pt x="55856" y="77287"/>
                  <a:pt x="55557" y="76665"/>
                  <a:pt x="55234" y="76067"/>
                </a:cubicBezTo>
                <a:lnTo>
                  <a:pt x="55706" y="75893"/>
                </a:lnTo>
                <a:cubicBezTo>
                  <a:pt x="55756" y="75868"/>
                  <a:pt x="55831" y="75818"/>
                  <a:pt x="55906" y="75793"/>
                </a:cubicBezTo>
                <a:cubicBezTo>
                  <a:pt x="56055" y="75744"/>
                  <a:pt x="56204" y="75669"/>
                  <a:pt x="56354" y="75619"/>
                </a:cubicBezTo>
                <a:cubicBezTo>
                  <a:pt x="56403" y="75569"/>
                  <a:pt x="56478" y="75544"/>
                  <a:pt x="56503" y="75544"/>
                </a:cubicBezTo>
                <a:cubicBezTo>
                  <a:pt x="56528" y="75520"/>
                  <a:pt x="56578" y="75520"/>
                  <a:pt x="56603" y="75495"/>
                </a:cubicBezTo>
                <a:cubicBezTo>
                  <a:pt x="56677" y="75445"/>
                  <a:pt x="56752" y="75420"/>
                  <a:pt x="56827" y="75395"/>
                </a:cubicBezTo>
                <a:lnTo>
                  <a:pt x="56851" y="75395"/>
                </a:lnTo>
                <a:cubicBezTo>
                  <a:pt x="56876" y="75370"/>
                  <a:pt x="56951" y="75370"/>
                  <a:pt x="56976" y="75320"/>
                </a:cubicBezTo>
                <a:cubicBezTo>
                  <a:pt x="57100" y="75271"/>
                  <a:pt x="57250" y="75196"/>
                  <a:pt x="57374" y="75121"/>
                </a:cubicBezTo>
                <a:cubicBezTo>
                  <a:pt x="57374" y="75121"/>
                  <a:pt x="57424" y="75121"/>
                  <a:pt x="57424" y="75071"/>
                </a:cubicBezTo>
                <a:cubicBezTo>
                  <a:pt x="57449" y="75071"/>
                  <a:pt x="57474" y="75047"/>
                  <a:pt x="57474" y="75047"/>
                </a:cubicBezTo>
                <a:cubicBezTo>
                  <a:pt x="57573" y="75022"/>
                  <a:pt x="57648" y="74947"/>
                  <a:pt x="57748" y="74922"/>
                </a:cubicBezTo>
                <a:cubicBezTo>
                  <a:pt x="57947" y="74823"/>
                  <a:pt x="58146" y="74698"/>
                  <a:pt x="58345" y="74623"/>
                </a:cubicBezTo>
                <a:cubicBezTo>
                  <a:pt x="58345" y="74623"/>
                  <a:pt x="58370" y="74623"/>
                  <a:pt x="58370" y="74574"/>
                </a:cubicBezTo>
                <a:cubicBezTo>
                  <a:pt x="58469" y="74524"/>
                  <a:pt x="58594" y="74499"/>
                  <a:pt x="58693" y="74424"/>
                </a:cubicBezTo>
                <a:cubicBezTo>
                  <a:pt x="58718" y="74424"/>
                  <a:pt x="58743" y="74399"/>
                  <a:pt x="58743" y="74399"/>
                </a:cubicBezTo>
                <a:cubicBezTo>
                  <a:pt x="58942" y="74300"/>
                  <a:pt x="59092" y="74200"/>
                  <a:pt x="59291" y="74126"/>
                </a:cubicBezTo>
                <a:lnTo>
                  <a:pt x="59316" y="74126"/>
                </a:lnTo>
                <a:cubicBezTo>
                  <a:pt x="59440" y="74051"/>
                  <a:pt x="59540" y="74001"/>
                  <a:pt x="59664" y="73926"/>
                </a:cubicBezTo>
                <a:cubicBezTo>
                  <a:pt x="59838" y="73802"/>
                  <a:pt x="60038" y="73702"/>
                  <a:pt x="60237" y="73578"/>
                </a:cubicBezTo>
                <a:cubicBezTo>
                  <a:pt x="60286" y="73553"/>
                  <a:pt x="60336" y="73528"/>
                  <a:pt x="60361" y="73503"/>
                </a:cubicBezTo>
                <a:cubicBezTo>
                  <a:pt x="60461" y="73429"/>
                  <a:pt x="60560" y="73404"/>
                  <a:pt x="60610" y="73329"/>
                </a:cubicBezTo>
                <a:cubicBezTo>
                  <a:pt x="60809" y="73205"/>
                  <a:pt x="60983" y="73080"/>
                  <a:pt x="61183" y="73006"/>
                </a:cubicBezTo>
                <a:cubicBezTo>
                  <a:pt x="61307" y="72906"/>
                  <a:pt x="61456" y="72806"/>
                  <a:pt x="61581" y="72707"/>
                </a:cubicBezTo>
                <a:lnTo>
                  <a:pt x="62153" y="72333"/>
                </a:lnTo>
                <a:cubicBezTo>
                  <a:pt x="62278" y="72259"/>
                  <a:pt x="62402" y="72184"/>
                  <a:pt x="62477" y="72085"/>
                </a:cubicBezTo>
                <a:close/>
                <a:moveTo>
                  <a:pt x="39029" y="77934"/>
                </a:moveTo>
                <a:lnTo>
                  <a:pt x="39029" y="77959"/>
                </a:lnTo>
                <a:lnTo>
                  <a:pt x="39029" y="78009"/>
                </a:lnTo>
                <a:cubicBezTo>
                  <a:pt x="39017" y="78021"/>
                  <a:pt x="38998" y="78027"/>
                  <a:pt x="38983" y="78027"/>
                </a:cubicBezTo>
                <a:cubicBezTo>
                  <a:pt x="38967" y="78027"/>
                  <a:pt x="38955" y="78021"/>
                  <a:pt x="38955" y="78009"/>
                </a:cubicBezTo>
                <a:cubicBezTo>
                  <a:pt x="38955" y="77959"/>
                  <a:pt x="38955" y="77959"/>
                  <a:pt x="39005" y="77959"/>
                </a:cubicBezTo>
                <a:cubicBezTo>
                  <a:pt x="39005" y="77959"/>
                  <a:pt x="39029" y="77959"/>
                  <a:pt x="39029" y="77934"/>
                </a:cubicBezTo>
                <a:close/>
                <a:moveTo>
                  <a:pt x="55084" y="76142"/>
                </a:moveTo>
                <a:cubicBezTo>
                  <a:pt x="55383" y="76764"/>
                  <a:pt x="55706" y="77386"/>
                  <a:pt x="56055" y="78009"/>
                </a:cubicBezTo>
                <a:lnTo>
                  <a:pt x="56005" y="78034"/>
                </a:lnTo>
                <a:cubicBezTo>
                  <a:pt x="55632" y="77411"/>
                  <a:pt x="55333" y="76789"/>
                  <a:pt x="55010" y="76167"/>
                </a:cubicBezTo>
                <a:cubicBezTo>
                  <a:pt x="55059" y="76167"/>
                  <a:pt x="55059" y="76167"/>
                  <a:pt x="55084" y="76142"/>
                </a:cubicBezTo>
                <a:close/>
                <a:moveTo>
                  <a:pt x="44505" y="77212"/>
                </a:moveTo>
                <a:lnTo>
                  <a:pt x="44530" y="77262"/>
                </a:lnTo>
                <a:lnTo>
                  <a:pt x="44555" y="77287"/>
                </a:lnTo>
                <a:cubicBezTo>
                  <a:pt x="44505" y="77486"/>
                  <a:pt x="44431" y="77760"/>
                  <a:pt x="44381" y="78058"/>
                </a:cubicBezTo>
                <a:lnTo>
                  <a:pt x="44356" y="78034"/>
                </a:lnTo>
                <a:cubicBezTo>
                  <a:pt x="44356" y="78034"/>
                  <a:pt x="44356" y="78009"/>
                  <a:pt x="44306" y="78009"/>
                </a:cubicBezTo>
                <a:cubicBezTo>
                  <a:pt x="44306" y="77934"/>
                  <a:pt x="44356" y="77884"/>
                  <a:pt x="44356" y="77834"/>
                </a:cubicBezTo>
                <a:lnTo>
                  <a:pt x="44431" y="77461"/>
                </a:lnTo>
                <a:cubicBezTo>
                  <a:pt x="44481" y="77386"/>
                  <a:pt x="44481" y="77312"/>
                  <a:pt x="44505" y="77212"/>
                </a:cubicBezTo>
                <a:close/>
                <a:moveTo>
                  <a:pt x="63199" y="72657"/>
                </a:moveTo>
                <a:cubicBezTo>
                  <a:pt x="63199" y="72682"/>
                  <a:pt x="63224" y="72682"/>
                  <a:pt x="63224" y="72707"/>
                </a:cubicBezTo>
                <a:cubicBezTo>
                  <a:pt x="60983" y="74623"/>
                  <a:pt x="58693" y="76416"/>
                  <a:pt x="56304" y="78133"/>
                </a:cubicBezTo>
                <a:cubicBezTo>
                  <a:pt x="56304" y="78083"/>
                  <a:pt x="56254" y="78083"/>
                  <a:pt x="56254" y="78058"/>
                </a:cubicBezTo>
                <a:cubicBezTo>
                  <a:pt x="58669" y="76366"/>
                  <a:pt x="60983" y="74524"/>
                  <a:pt x="63199" y="72657"/>
                </a:cubicBezTo>
                <a:close/>
                <a:moveTo>
                  <a:pt x="3584" y="65936"/>
                </a:moveTo>
                <a:cubicBezTo>
                  <a:pt x="4207" y="68102"/>
                  <a:pt x="5526" y="70317"/>
                  <a:pt x="7467" y="72433"/>
                </a:cubicBezTo>
                <a:cubicBezTo>
                  <a:pt x="5551" y="74175"/>
                  <a:pt x="4033" y="76142"/>
                  <a:pt x="2912" y="78258"/>
                </a:cubicBezTo>
                <a:cubicBezTo>
                  <a:pt x="2240" y="75495"/>
                  <a:pt x="2141" y="72433"/>
                  <a:pt x="2539" y="69172"/>
                </a:cubicBezTo>
                <a:cubicBezTo>
                  <a:pt x="2838" y="68102"/>
                  <a:pt x="3186" y="67032"/>
                  <a:pt x="3584" y="65936"/>
                </a:cubicBezTo>
                <a:close/>
                <a:moveTo>
                  <a:pt x="43809" y="78158"/>
                </a:moveTo>
                <a:cubicBezTo>
                  <a:pt x="43858" y="78183"/>
                  <a:pt x="43858" y="78233"/>
                  <a:pt x="43858" y="78258"/>
                </a:cubicBezTo>
                <a:cubicBezTo>
                  <a:pt x="43809" y="78233"/>
                  <a:pt x="43809" y="78183"/>
                  <a:pt x="43809" y="78158"/>
                </a:cubicBezTo>
                <a:close/>
                <a:moveTo>
                  <a:pt x="18967" y="72931"/>
                </a:moveTo>
                <a:cubicBezTo>
                  <a:pt x="18121" y="74798"/>
                  <a:pt x="17349" y="76665"/>
                  <a:pt x="16652" y="78506"/>
                </a:cubicBezTo>
                <a:cubicBezTo>
                  <a:pt x="15557" y="77984"/>
                  <a:pt x="14537" y="77411"/>
                  <a:pt x="13516" y="76789"/>
                </a:cubicBezTo>
                <a:cubicBezTo>
                  <a:pt x="13616" y="76739"/>
                  <a:pt x="13665" y="76640"/>
                  <a:pt x="13765" y="76565"/>
                </a:cubicBezTo>
                <a:cubicBezTo>
                  <a:pt x="13889" y="76440"/>
                  <a:pt x="14014" y="76316"/>
                  <a:pt x="14138" y="76241"/>
                </a:cubicBezTo>
                <a:lnTo>
                  <a:pt x="14611" y="75868"/>
                </a:lnTo>
                <a:cubicBezTo>
                  <a:pt x="14761" y="75744"/>
                  <a:pt x="14885" y="75619"/>
                  <a:pt x="15034" y="75520"/>
                </a:cubicBezTo>
                <a:cubicBezTo>
                  <a:pt x="15184" y="75395"/>
                  <a:pt x="15308" y="75295"/>
                  <a:pt x="15482" y="75171"/>
                </a:cubicBezTo>
                <a:lnTo>
                  <a:pt x="15930" y="74798"/>
                </a:lnTo>
                <a:cubicBezTo>
                  <a:pt x="16055" y="74698"/>
                  <a:pt x="16229" y="74623"/>
                  <a:pt x="16354" y="74524"/>
                </a:cubicBezTo>
                <a:cubicBezTo>
                  <a:pt x="16528" y="74399"/>
                  <a:pt x="16677" y="74275"/>
                  <a:pt x="16876" y="74151"/>
                </a:cubicBezTo>
                <a:cubicBezTo>
                  <a:pt x="17001" y="74051"/>
                  <a:pt x="17125" y="74001"/>
                  <a:pt x="17250" y="73926"/>
                </a:cubicBezTo>
                <a:cubicBezTo>
                  <a:pt x="17424" y="73802"/>
                  <a:pt x="17648" y="73678"/>
                  <a:pt x="17847" y="73553"/>
                </a:cubicBezTo>
                <a:cubicBezTo>
                  <a:pt x="17922" y="73503"/>
                  <a:pt x="18046" y="73429"/>
                  <a:pt x="18146" y="73379"/>
                </a:cubicBezTo>
                <a:lnTo>
                  <a:pt x="18793" y="73006"/>
                </a:lnTo>
                <a:cubicBezTo>
                  <a:pt x="18868" y="72956"/>
                  <a:pt x="18893" y="72931"/>
                  <a:pt x="18967" y="72931"/>
                </a:cubicBezTo>
                <a:close/>
                <a:moveTo>
                  <a:pt x="2215" y="70292"/>
                </a:moveTo>
                <a:cubicBezTo>
                  <a:pt x="1967" y="73205"/>
                  <a:pt x="2141" y="75992"/>
                  <a:pt x="2738" y="78531"/>
                </a:cubicBezTo>
                <a:cubicBezTo>
                  <a:pt x="2713" y="78556"/>
                  <a:pt x="2713" y="78581"/>
                  <a:pt x="2713" y="78631"/>
                </a:cubicBezTo>
                <a:cubicBezTo>
                  <a:pt x="2116" y="76167"/>
                  <a:pt x="1942" y="73454"/>
                  <a:pt x="2116" y="70591"/>
                </a:cubicBezTo>
                <a:cubicBezTo>
                  <a:pt x="2141" y="70492"/>
                  <a:pt x="2191" y="70392"/>
                  <a:pt x="2215" y="70292"/>
                </a:cubicBezTo>
                <a:close/>
                <a:moveTo>
                  <a:pt x="19365" y="72757"/>
                </a:moveTo>
                <a:cubicBezTo>
                  <a:pt x="18420" y="74698"/>
                  <a:pt x="17598" y="76665"/>
                  <a:pt x="16901" y="78631"/>
                </a:cubicBezTo>
                <a:cubicBezTo>
                  <a:pt x="16876" y="78631"/>
                  <a:pt x="16876" y="78581"/>
                  <a:pt x="16851" y="78581"/>
                </a:cubicBezTo>
                <a:cubicBezTo>
                  <a:pt x="17548" y="76665"/>
                  <a:pt x="18370" y="74723"/>
                  <a:pt x="19266" y="72782"/>
                </a:cubicBezTo>
                <a:cubicBezTo>
                  <a:pt x="19291" y="72782"/>
                  <a:pt x="19316" y="72757"/>
                  <a:pt x="19365" y="72757"/>
                </a:cubicBezTo>
                <a:close/>
                <a:moveTo>
                  <a:pt x="7592" y="72582"/>
                </a:moveTo>
                <a:lnTo>
                  <a:pt x="7642" y="72632"/>
                </a:lnTo>
                <a:cubicBezTo>
                  <a:pt x="5650" y="74424"/>
                  <a:pt x="4082" y="76440"/>
                  <a:pt x="2987" y="78656"/>
                </a:cubicBezTo>
                <a:cubicBezTo>
                  <a:pt x="2987" y="78631"/>
                  <a:pt x="2987" y="78581"/>
                  <a:pt x="2962" y="78581"/>
                </a:cubicBezTo>
                <a:cubicBezTo>
                  <a:pt x="4057" y="76416"/>
                  <a:pt x="5650" y="74399"/>
                  <a:pt x="7592" y="72582"/>
                </a:cubicBezTo>
                <a:close/>
                <a:moveTo>
                  <a:pt x="13416" y="76938"/>
                </a:moveTo>
                <a:lnTo>
                  <a:pt x="13416" y="76938"/>
                </a:lnTo>
                <a:cubicBezTo>
                  <a:pt x="14437" y="77561"/>
                  <a:pt x="15507" y="78158"/>
                  <a:pt x="16603" y="78681"/>
                </a:cubicBezTo>
                <a:cubicBezTo>
                  <a:pt x="16603" y="78730"/>
                  <a:pt x="16603" y="78730"/>
                  <a:pt x="16553" y="78755"/>
                </a:cubicBezTo>
                <a:cubicBezTo>
                  <a:pt x="15557" y="78282"/>
                  <a:pt x="14611" y="77760"/>
                  <a:pt x="13690" y="77187"/>
                </a:cubicBezTo>
                <a:cubicBezTo>
                  <a:pt x="13616" y="77088"/>
                  <a:pt x="13516" y="77038"/>
                  <a:pt x="13416" y="76938"/>
                </a:cubicBezTo>
                <a:close/>
                <a:moveTo>
                  <a:pt x="16777" y="78755"/>
                </a:moveTo>
                <a:cubicBezTo>
                  <a:pt x="16802" y="78755"/>
                  <a:pt x="16802" y="78780"/>
                  <a:pt x="16851" y="78780"/>
                </a:cubicBezTo>
                <a:cubicBezTo>
                  <a:pt x="16851" y="78805"/>
                  <a:pt x="16802" y="78805"/>
                  <a:pt x="16802" y="78855"/>
                </a:cubicBezTo>
                <a:cubicBezTo>
                  <a:pt x="16777" y="78855"/>
                  <a:pt x="16752" y="78855"/>
                  <a:pt x="16752" y="78805"/>
                </a:cubicBezTo>
                <a:cubicBezTo>
                  <a:pt x="16752" y="78780"/>
                  <a:pt x="16777" y="78780"/>
                  <a:pt x="16777" y="78755"/>
                </a:cubicBezTo>
                <a:close/>
                <a:moveTo>
                  <a:pt x="54835" y="76192"/>
                </a:moveTo>
                <a:cubicBezTo>
                  <a:pt x="55134" y="76814"/>
                  <a:pt x="55482" y="77486"/>
                  <a:pt x="55831" y="78133"/>
                </a:cubicBezTo>
                <a:cubicBezTo>
                  <a:pt x="55458" y="78407"/>
                  <a:pt x="55084" y="78656"/>
                  <a:pt x="54711" y="78905"/>
                </a:cubicBezTo>
                <a:cubicBezTo>
                  <a:pt x="54138" y="78233"/>
                  <a:pt x="53591" y="77511"/>
                  <a:pt x="52968" y="76864"/>
                </a:cubicBezTo>
                <a:cubicBezTo>
                  <a:pt x="53018" y="76814"/>
                  <a:pt x="53093" y="76814"/>
                  <a:pt x="53143" y="76789"/>
                </a:cubicBezTo>
                <a:cubicBezTo>
                  <a:pt x="53192" y="76789"/>
                  <a:pt x="53192" y="76789"/>
                  <a:pt x="53217" y="76764"/>
                </a:cubicBezTo>
                <a:cubicBezTo>
                  <a:pt x="53367" y="76714"/>
                  <a:pt x="53491" y="76665"/>
                  <a:pt x="53641" y="76615"/>
                </a:cubicBezTo>
                <a:lnTo>
                  <a:pt x="53690" y="76615"/>
                </a:lnTo>
                <a:cubicBezTo>
                  <a:pt x="53740" y="76565"/>
                  <a:pt x="53840" y="76565"/>
                  <a:pt x="53889" y="76540"/>
                </a:cubicBezTo>
                <a:cubicBezTo>
                  <a:pt x="53964" y="76515"/>
                  <a:pt x="54014" y="76515"/>
                  <a:pt x="54089" y="76490"/>
                </a:cubicBezTo>
                <a:lnTo>
                  <a:pt x="54537" y="76291"/>
                </a:lnTo>
                <a:cubicBezTo>
                  <a:pt x="54586" y="76291"/>
                  <a:pt x="54586" y="76291"/>
                  <a:pt x="54611" y="76266"/>
                </a:cubicBezTo>
                <a:cubicBezTo>
                  <a:pt x="54661" y="76241"/>
                  <a:pt x="54736" y="76241"/>
                  <a:pt x="54786" y="76192"/>
                </a:cubicBezTo>
                <a:close/>
                <a:moveTo>
                  <a:pt x="52769" y="76913"/>
                </a:moveTo>
                <a:cubicBezTo>
                  <a:pt x="53392" y="77561"/>
                  <a:pt x="53989" y="78282"/>
                  <a:pt x="54561" y="79054"/>
                </a:cubicBezTo>
                <a:cubicBezTo>
                  <a:pt x="54512" y="79054"/>
                  <a:pt x="54512" y="79104"/>
                  <a:pt x="54487" y="79104"/>
                </a:cubicBezTo>
                <a:cubicBezTo>
                  <a:pt x="53939" y="78357"/>
                  <a:pt x="53342" y="77610"/>
                  <a:pt x="52695" y="76938"/>
                </a:cubicBezTo>
                <a:cubicBezTo>
                  <a:pt x="52720" y="76913"/>
                  <a:pt x="52744" y="76913"/>
                  <a:pt x="52769" y="76913"/>
                </a:cubicBezTo>
                <a:close/>
                <a:moveTo>
                  <a:pt x="14487" y="77809"/>
                </a:moveTo>
                <a:lnTo>
                  <a:pt x="14487" y="77809"/>
                </a:lnTo>
                <a:cubicBezTo>
                  <a:pt x="15134" y="78233"/>
                  <a:pt x="15806" y="78581"/>
                  <a:pt x="16528" y="78930"/>
                </a:cubicBezTo>
                <a:cubicBezTo>
                  <a:pt x="16503" y="79004"/>
                  <a:pt x="16503" y="79054"/>
                  <a:pt x="16478" y="79129"/>
                </a:cubicBezTo>
                <a:cubicBezTo>
                  <a:pt x="16403" y="79104"/>
                  <a:pt x="16329" y="79054"/>
                  <a:pt x="16279" y="79004"/>
                </a:cubicBezTo>
                <a:cubicBezTo>
                  <a:pt x="16055" y="78880"/>
                  <a:pt x="15806" y="78755"/>
                  <a:pt x="15607" y="78631"/>
                </a:cubicBezTo>
                <a:cubicBezTo>
                  <a:pt x="15607" y="78631"/>
                  <a:pt x="15557" y="78631"/>
                  <a:pt x="15557" y="78606"/>
                </a:cubicBezTo>
                <a:cubicBezTo>
                  <a:pt x="15383" y="78482"/>
                  <a:pt x="15234" y="78357"/>
                  <a:pt x="15034" y="78233"/>
                </a:cubicBezTo>
                <a:cubicBezTo>
                  <a:pt x="14860" y="78108"/>
                  <a:pt x="14661" y="77984"/>
                  <a:pt x="14487" y="77809"/>
                </a:cubicBezTo>
                <a:close/>
                <a:moveTo>
                  <a:pt x="55931" y="78307"/>
                </a:moveTo>
                <a:cubicBezTo>
                  <a:pt x="55931" y="78357"/>
                  <a:pt x="55955" y="78357"/>
                  <a:pt x="55955" y="78382"/>
                </a:cubicBezTo>
                <a:cubicBezTo>
                  <a:pt x="55582" y="78631"/>
                  <a:pt x="55209" y="78880"/>
                  <a:pt x="54860" y="79129"/>
                </a:cubicBezTo>
                <a:cubicBezTo>
                  <a:pt x="54835" y="79129"/>
                  <a:pt x="54835" y="79104"/>
                  <a:pt x="54810" y="79104"/>
                </a:cubicBezTo>
                <a:cubicBezTo>
                  <a:pt x="55184" y="78855"/>
                  <a:pt x="55557" y="78581"/>
                  <a:pt x="55931" y="78307"/>
                </a:cubicBezTo>
                <a:close/>
                <a:moveTo>
                  <a:pt x="16691" y="79018"/>
                </a:moveTo>
                <a:cubicBezTo>
                  <a:pt x="16708" y="79018"/>
                  <a:pt x="16735" y="79029"/>
                  <a:pt x="16752" y="79029"/>
                </a:cubicBezTo>
                <a:cubicBezTo>
                  <a:pt x="16727" y="79104"/>
                  <a:pt x="16677" y="79154"/>
                  <a:pt x="16677" y="79253"/>
                </a:cubicBezTo>
                <a:cubicBezTo>
                  <a:pt x="16652" y="79253"/>
                  <a:pt x="16652" y="79203"/>
                  <a:pt x="16627" y="79203"/>
                </a:cubicBezTo>
                <a:cubicBezTo>
                  <a:pt x="16652" y="79154"/>
                  <a:pt x="16677" y="79104"/>
                  <a:pt x="16677" y="79029"/>
                </a:cubicBezTo>
                <a:cubicBezTo>
                  <a:pt x="16677" y="79021"/>
                  <a:pt x="16683" y="79018"/>
                  <a:pt x="16691" y="79018"/>
                </a:cubicBezTo>
                <a:close/>
                <a:moveTo>
                  <a:pt x="22776" y="71288"/>
                </a:moveTo>
                <a:cubicBezTo>
                  <a:pt x="23672" y="72184"/>
                  <a:pt x="24792" y="72931"/>
                  <a:pt x="26086" y="73454"/>
                </a:cubicBezTo>
                <a:cubicBezTo>
                  <a:pt x="23273" y="74723"/>
                  <a:pt x="20635" y="76714"/>
                  <a:pt x="18444" y="79278"/>
                </a:cubicBezTo>
                <a:cubicBezTo>
                  <a:pt x="17996" y="79079"/>
                  <a:pt x="17524" y="78880"/>
                  <a:pt x="17051" y="78656"/>
                </a:cubicBezTo>
                <a:cubicBezTo>
                  <a:pt x="17772" y="76665"/>
                  <a:pt x="18644" y="74648"/>
                  <a:pt x="19614" y="72582"/>
                </a:cubicBezTo>
                <a:cubicBezTo>
                  <a:pt x="19664" y="72557"/>
                  <a:pt x="19764" y="72508"/>
                  <a:pt x="19813" y="72458"/>
                </a:cubicBezTo>
                <a:cubicBezTo>
                  <a:pt x="19913" y="72433"/>
                  <a:pt x="19988" y="72408"/>
                  <a:pt x="20062" y="72333"/>
                </a:cubicBezTo>
                <a:cubicBezTo>
                  <a:pt x="20336" y="72209"/>
                  <a:pt x="20560" y="72134"/>
                  <a:pt x="20859" y="72010"/>
                </a:cubicBezTo>
                <a:cubicBezTo>
                  <a:pt x="20909" y="71960"/>
                  <a:pt x="21008" y="71935"/>
                  <a:pt x="21058" y="71910"/>
                </a:cubicBezTo>
                <a:cubicBezTo>
                  <a:pt x="21357" y="71786"/>
                  <a:pt x="21606" y="71686"/>
                  <a:pt x="21879" y="71587"/>
                </a:cubicBezTo>
                <a:cubicBezTo>
                  <a:pt x="21929" y="71562"/>
                  <a:pt x="22004" y="71562"/>
                  <a:pt x="22054" y="71537"/>
                </a:cubicBezTo>
                <a:cubicBezTo>
                  <a:pt x="22303" y="71437"/>
                  <a:pt x="22527" y="71388"/>
                  <a:pt x="22776" y="71288"/>
                </a:cubicBezTo>
                <a:close/>
                <a:moveTo>
                  <a:pt x="54636" y="79203"/>
                </a:moveTo>
                <a:cubicBezTo>
                  <a:pt x="54686" y="79203"/>
                  <a:pt x="54686" y="79203"/>
                  <a:pt x="54686" y="79253"/>
                </a:cubicBezTo>
                <a:cubicBezTo>
                  <a:pt x="54636" y="79253"/>
                  <a:pt x="54636" y="79278"/>
                  <a:pt x="54611" y="79278"/>
                </a:cubicBezTo>
                <a:lnTo>
                  <a:pt x="54586" y="79253"/>
                </a:lnTo>
                <a:cubicBezTo>
                  <a:pt x="54611" y="79253"/>
                  <a:pt x="54611" y="79203"/>
                  <a:pt x="54636" y="79203"/>
                </a:cubicBezTo>
                <a:close/>
                <a:moveTo>
                  <a:pt x="44057" y="78805"/>
                </a:moveTo>
                <a:cubicBezTo>
                  <a:pt x="44057" y="78880"/>
                  <a:pt x="44107" y="78930"/>
                  <a:pt x="44132" y="79004"/>
                </a:cubicBezTo>
                <a:cubicBezTo>
                  <a:pt x="44157" y="79104"/>
                  <a:pt x="44157" y="79178"/>
                  <a:pt x="44182" y="79278"/>
                </a:cubicBezTo>
                <a:lnTo>
                  <a:pt x="44182" y="79328"/>
                </a:lnTo>
                <a:lnTo>
                  <a:pt x="44132" y="79328"/>
                </a:lnTo>
                <a:cubicBezTo>
                  <a:pt x="44107" y="79178"/>
                  <a:pt x="44107" y="79054"/>
                  <a:pt x="44057" y="78905"/>
                </a:cubicBezTo>
                <a:lnTo>
                  <a:pt x="44057" y="78805"/>
                </a:lnTo>
                <a:close/>
                <a:moveTo>
                  <a:pt x="13292" y="77162"/>
                </a:moveTo>
                <a:cubicBezTo>
                  <a:pt x="13317" y="77187"/>
                  <a:pt x="13367" y="77187"/>
                  <a:pt x="13416" y="77237"/>
                </a:cubicBezTo>
                <a:lnTo>
                  <a:pt x="13441" y="77262"/>
                </a:lnTo>
                <a:cubicBezTo>
                  <a:pt x="13466" y="77287"/>
                  <a:pt x="13516" y="77287"/>
                  <a:pt x="13516" y="77312"/>
                </a:cubicBezTo>
                <a:cubicBezTo>
                  <a:pt x="13690" y="77511"/>
                  <a:pt x="13889" y="77660"/>
                  <a:pt x="14064" y="77809"/>
                </a:cubicBezTo>
                <a:cubicBezTo>
                  <a:pt x="14138" y="77859"/>
                  <a:pt x="14188" y="77909"/>
                  <a:pt x="14238" y="77934"/>
                </a:cubicBezTo>
                <a:lnTo>
                  <a:pt x="14263" y="77984"/>
                </a:lnTo>
                <a:lnTo>
                  <a:pt x="14313" y="78034"/>
                </a:lnTo>
                <a:cubicBezTo>
                  <a:pt x="14537" y="78183"/>
                  <a:pt x="14761" y="78382"/>
                  <a:pt x="14960" y="78531"/>
                </a:cubicBezTo>
                <a:cubicBezTo>
                  <a:pt x="15059" y="78606"/>
                  <a:pt x="15134" y="78631"/>
                  <a:pt x="15209" y="78681"/>
                </a:cubicBezTo>
                <a:cubicBezTo>
                  <a:pt x="15258" y="78730"/>
                  <a:pt x="15283" y="78730"/>
                  <a:pt x="15308" y="78755"/>
                </a:cubicBezTo>
                <a:lnTo>
                  <a:pt x="15333" y="78780"/>
                </a:lnTo>
                <a:lnTo>
                  <a:pt x="15383" y="78780"/>
                </a:lnTo>
                <a:cubicBezTo>
                  <a:pt x="15408" y="78780"/>
                  <a:pt x="15408" y="78805"/>
                  <a:pt x="15433" y="78805"/>
                </a:cubicBezTo>
                <a:cubicBezTo>
                  <a:pt x="15582" y="78905"/>
                  <a:pt x="15781" y="79029"/>
                  <a:pt x="15930" y="79129"/>
                </a:cubicBezTo>
                <a:cubicBezTo>
                  <a:pt x="16030" y="79154"/>
                  <a:pt x="16080" y="79228"/>
                  <a:pt x="16179" y="79253"/>
                </a:cubicBezTo>
                <a:cubicBezTo>
                  <a:pt x="16254" y="79278"/>
                  <a:pt x="16279" y="79303"/>
                  <a:pt x="16329" y="79303"/>
                </a:cubicBezTo>
                <a:lnTo>
                  <a:pt x="16329" y="79353"/>
                </a:lnTo>
                <a:lnTo>
                  <a:pt x="16329" y="79378"/>
                </a:lnTo>
                <a:cubicBezTo>
                  <a:pt x="16005" y="79178"/>
                  <a:pt x="15657" y="79029"/>
                  <a:pt x="15333" y="78805"/>
                </a:cubicBezTo>
                <a:cubicBezTo>
                  <a:pt x="15308" y="78805"/>
                  <a:pt x="15308" y="78780"/>
                  <a:pt x="15283" y="78780"/>
                </a:cubicBezTo>
                <a:cubicBezTo>
                  <a:pt x="14561" y="78307"/>
                  <a:pt x="13889" y="77785"/>
                  <a:pt x="13292" y="77162"/>
                </a:cubicBezTo>
                <a:close/>
                <a:moveTo>
                  <a:pt x="3236" y="62327"/>
                </a:moveTo>
                <a:lnTo>
                  <a:pt x="3236" y="62377"/>
                </a:lnTo>
                <a:lnTo>
                  <a:pt x="3236" y="62477"/>
                </a:lnTo>
                <a:lnTo>
                  <a:pt x="3236" y="62551"/>
                </a:lnTo>
                <a:cubicBezTo>
                  <a:pt x="3186" y="62750"/>
                  <a:pt x="3087" y="62999"/>
                  <a:pt x="3012" y="63223"/>
                </a:cubicBezTo>
                <a:cubicBezTo>
                  <a:pt x="2141" y="65986"/>
                  <a:pt x="1494" y="68799"/>
                  <a:pt x="1021" y="71537"/>
                </a:cubicBezTo>
                <a:cubicBezTo>
                  <a:pt x="622" y="73902"/>
                  <a:pt x="473" y="76142"/>
                  <a:pt x="398" y="78108"/>
                </a:cubicBezTo>
                <a:cubicBezTo>
                  <a:pt x="349" y="78357"/>
                  <a:pt x="324" y="78556"/>
                  <a:pt x="324" y="78805"/>
                </a:cubicBezTo>
                <a:lnTo>
                  <a:pt x="324" y="78880"/>
                </a:lnTo>
                <a:cubicBezTo>
                  <a:pt x="324" y="79054"/>
                  <a:pt x="299" y="79253"/>
                  <a:pt x="299" y="79403"/>
                </a:cubicBezTo>
                <a:lnTo>
                  <a:pt x="299" y="79129"/>
                </a:lnTo>
                <a:cubicBezTo>
                  <a:pt x="299" y="78432"/>
                  <a:pt x="324" y="77735"/>
                  <a:pt x="349" y="76988"/>
                </a:cubicBezTo>
                <a:lnTo>
                  <a:pt x="349" y="76913"/>
                </a:lnTo>
                <a:cubicBezTo>
                  <a:pt x="423" y="76017"/>
                  <a:pt x="498" y="74947"/>
                  <a:pt x="598" y="73951"/>
                </a:cubicBezTo>
                <a:cubicBezTo>
                  <a:pt x="697" y="73180"/>
                  <a:pt x="797" y="72383"/>
                  <a:pt x="946" y="71537"/>
                </a:cubicBezTo>
                <a:lnTo>
                  <a:pt x="946" y="71512"/>
                </a:lnTo>
                <a:cubicBezTo>
                  <a:pt x="996" y="71213"/>
                  <a:pt x="1070" y="70890"/>
                  <a:pt x="1120" y="70541"/>
                </a:cubicBezTo>
                <a:cubicBezTo>
                  <a:pt x="1195" y="70143"/>
                  <a:pt x="1295" y="69770"/>
                  <a:pt x="1344" y="69347"/>
                </a:cubicBezTo>
                <a:cubicBezTo>
                  <a:pt x="1743" y="67330"/>
                  <a:pt x="2315" y="65289"/>
                  <a:pt x="2937" y="63223"/>
                </a:cubicBezTo>
                <a:lnTo>
                  <a:pt x="2937" y="63198"/>
                </a:lnTo>
                <a:cubicBezTo>
                  <a:pt x="3012" y="62925"/>
                  <a:pt x="3112" y="62626"/>
                  <a:pt x="3236" y="62327"/>
                </a:cubicBezTo>
                <a:close/>
                <a:moveTo>
                  <a:pt x="26335" y="73578"/>
                </a:moveTo>
                <a:cubicBezTo>
                  <a:pt x="26360" y="73578"/>
                  <a:pt x="26385" y="73603"/>
                  <a:pt x="26435" y="73603"/>
                </a:cubicBezTo>
                <a:cubicBezTo>
                  <a:pt x="23597" y="74847"/>
                  <a:pt x="20958" y="76814"/>
                  <a:pt x="18743" y="79403"/>
                </a:cubicBezTo>
                <a:cubicBezTo>
                  <a:pt x="18668" y="79403"/>
                  <a:pt x="18644" y="79403"/>
                  <a:pt x="18644" y="79378"/>
                </a:cubicBezTo>
                <a:cubicBezTo>
                  <a:pt x="20859" y="76789"/>
                  <a:pt x="23497" y="74823"/>
                  <a:pt x="26335" y="73578"/>
                </a:cubicBezTo>
                <a:close/>
                <a:moveTo>
                  <a:pt x="1967" y="70292"/>
                </a:moveTo>
                <a:cubicBezTo>
                  <a:pt x="1967" y="70392"/>
                  <a:pt x="1967" y="70467"/>
                  <a:pt x="1942" y="70591"/>
                </a:cubicBezTo>
                <a:cubicBezTo>
                  <a:pt x="1120" y="73653"/>
                  <a:pt x="672" y="76615"/>
                  <a:pt x="498" y="79427"/>
                </a:cubicBezTo>
                <a:lnTo>
                  <a:pt x="498" y="79427"/>
                </a:lnTo>
                <a:cubicBezTo>
                  <a:pt x="498" y="79004"/>
                  <a:pt x="498" y="78531"/>
                  <a:pt x="548" y="78058"/>
                </a:cubicBezTo>
                <a:cubicBezTo>
                  <a:pt x="797" y="75544"/>
                  <a:pt x="1245" y="72956"/>
                  <a:pt x="1967" y="70292"/>
                </a:cubicBezTo>
                <a:close/>
                <a:moveTo>
                  <a:pt x="16503" y="79403"/>
                </a:moveTo>
                <a:cubicBezTo>
                  <a:pt x="16553" y="79403"/>
                  <a:pt x="16603" y="79403"/>
                  <a:pt x="16603" y="79427"/>
                </a:cubicBezTo>
                <a:cubicBezTo>
                  <a:pt x="16603" y="79477"/>
                  <a:pt x="16553" y="79502"/>
                  <a:pt x="16553" y="79502"/>
                </a:cubicBezTo>
                <a:cubicBezTo>
                  <a:pt x="16528" y="79502"/>
                  <a:pt x="16528" y="79477"/>
                  <a:pt x="16503" y="79477"/>
                </a:cubicBezTo>
                <a:lnTo>
                  <a:pt x="16503" y="79427"/>
                </a:lnTo>
                <a:lnTo>
                  <a:pt x="16503" y="79403"/>
                </a:lnTo>
                <a:close/>
                <a:moveTo>
                  <a:pt x="17001" y="78880"/>
                </a:moveTo>
                <a:cubicBezTo>
                  <a:pt x="17424" y="79104"/>
                  <a:pt x="17872" y="79278"/>
                  <a:pt x="18345" y="79477"/>
                </a:cubicBezTo>
                <a:cubicBezTo>
                  <a:pt x="18345" y="79502"/>
                  <a:pt x="18295" y="79502"/>
                  <a:pt x="18295" y="79527"/>
                </a:cubicBezTo>
                <a:cubicBezTo>
                  <a:pt x="17847" y="79353"/>
                  <a:pt x="17399" y="79129"/>
                  <a:pt x="16976" y="78930"/>
                </a:cubicBezTo>
                <a:cubicBezTo>
                  <a:pt x="16976" y="78905"/>
                  <a:pt x="17001" y="78880"/>
                  <a:pt x="17001" y="78880"/>
                </a:cubicBezTo>
                <a:close/>
                <a:moveTo>
                  <a:pt x="38930" y="73379"/>
                </a:moveTo>
                <a:cubicBezTo>
                  <a:pt x="39005" y="73404"/>
                  <a:pt x="39079" y="73429"/>
                  <a:pt x="39154" y="73454"/>
                </a:cubicBezTo>
                <a:cubicBezTo>
                  <a:pt x="39179" y="73503"/>
                  <a:pt x="39253" y="73503"/>
                  <a:pt x="39278" y="73528"/>
                </a:cubicBezTo>
                <a:cubicBezTo>
                  <a:pt x="39403" y="73578"/>
                  <a:pt x="39502" y="73653"/>
                  <a:pt x="39577" y="73678"/>
                </a:cubicBezTo>
                <a:cubicBezTo>
                  <a:pt x="39701" y="73752"/>
                  <a:pt x="39826" y="73827"/>
                  <a:pt x="39950" y="73902"/>
                </a:cubicBezTo>
                <a:cubicBezTo>
                  <a:pt x="40050" y="73951"/>
                  <a:pt x="40125" y="74001"/>
                  <a:pt x="40174" y="74051"/>
                </a:cubicBezTo>
                <a:cubicBezTo>
                  <a:pt x="40199" y="74051"/>
                  <a:pt x="40224" y="74076"/>
                  <a:pt x="40224" y="74076"/>
                </a:cubicBezTo>
                <a:cubicBezTo>
                  <a:pt x="40349" y="74151"/>
                  <a:pt x="40448" y="74225"/>
                  <a:pt x="40548" y="74300"/>
                </a:cubicBezTo>
                <a:cubicBezTo>
                  <a:pt x="39926" y="75470"/>
                  <a:pt x="39328" y="76665"/>
                  <a:pt x="38805" y="77809"/>
                </a:cubicBezTo>
                <a:cubicBezTo>
                  <a:pt x="37138" y="78506"/>
                  <a:pt x="35470" y="79104"/>
                  <a:pt x="33852" y="79552"/>
                </a:cubicBezTo>
                <a:cubicBezTo>
                  <a:pt x="34947" y="76789"/>
                  <a:pt x="36540" y="74698"/>
                  <a:pt x="38532" y="73503"/>
                </a:cubicBezTo>
                <a:cubicBezTo>
                  <a:pt x="38656" y="73454"/>
                  <a:pt x="38805" y="73429"/>
                  <a:pt x="38930" y="73379"/>
                </a:cubicBezTo>
                <a:close/>
                <a:moveTo>
                  <a:pt x="18519" y="79527"/>
                </a:moveTo>
                <a:cubicBezTo>
                  <a:pt x="18544" y="79527"/>
                  <a:pt x="18544" y="79552"/>
                  <a:pt x="18569" y="79552"/>
                </a:cubicBezTo>
                <a:lnTo>
                  <a:pt x="18519" y="79627"/>
                </a:lnTo>
                <a:cubicBezTo>
                  <a:pt x="18494" y="79627"/>
                  <a:pt x="18494" y="79602"/>
                  <a:pt x="18469" y="79602"/>
                </a:cubicBezTo>
                <a:lnTo>
                  <a:pt x="18519" y="79527"/>
                </a:lnTo>
                <a:close/>
                <a:moveTo>
                  <a:pt x="37934" y="73653"/>
                </a:moveTo>
                <a:cubicBezTo>
                  <a:pt x="36142" y="74947"/>
                  <a:pt x="34649" y="76988"/>
                  <a:pt x="33653" y="79627"/>
                </a:cubicBezTo>
                <a:cubicBezTo>
                  <a:pt x="33603" y="79627"/>
                  <a:pt x="33578" y="79651"/>
                  <a:pt x="33553" y="79651"/>
                </a:cubicBezTo>
                <a:cubicBezTo>
                  <a:pt x="34549" y="77013"/>
                  <a:pt x="35968" y="74997"/>
                  <a:pt x="37760" y="73678"/>
                </a:cubicBezTo>
                <a:cubicBezTo>
                  <a:pt x="37810" y="73678"/>
                  <a:pt x="37884" y="73653"/>
                  <a:pt x="37934" y="73653"/>
                </a:cubicBezTo>
                <a:close/>
                <a:moveTo>
                  <a:pt x="16876" y="79104"/>
                </a:moveTo>
                <a:cubicBezTo>
                  <a:pt x="17275" y="79278"/>
                  <a:pt x="17723" y="79477"/>
                  <a:pt x="18121" y="79651"/>
                </a:cubicBezTo>
                <a:cubicBezTo>
                  <a:pt x="18096" y="79726"/>
                  <a:pt x="18021" y="79751"/>
                  <a:pt x="17996" y="79801"/>
                </a:cubicBezTo>
                <a:cubicBezTo>
                  <a:pt x="17872" y="79776"/>
                  <a:pt x="17748" y="79726"/>
                  <a:pt x="17598" y="79651"/>
                </a:cubicBezTo>
                <a:cubicBezTo>
                  <a:pt x="17349" y="79552"/>
                  <a:pt x="17051" y="79427"/>
                  <a:pt x="16802" y="79303"/>
                </a:cubicBezTo>
                <a:cubicBezTo>
                  <a:pt x="16851" y="79253"/>
                  <a:pt x="16876" y="79154"/>
                  <a:pt x="16876" y="79104"/>
                </a:cubicBezTo>
                <a:close/>
                <a:moveTo>
                  <a:pt x="38756" y="78108"/>
                </a:moveTo>
                <a:lnTo>
                  <a:pt x="38756" y="78133"/>
                </a:lnTo>
                <a:lnTo>
                  <a:pt x="38756" y="78158"/>
                </a:lnTo>
                <a:cubicBezTo>
                  <a:pt x="37063" y="78855"/>
                  <a:pt x="35420" y="79403"/>
                  <a:pt x="33827" y="79851"/>
                </a:cubicBezTo>
                <a:cubicBezTo>
                  <a:pt x="33728" y="79826"/>
                  <a:pt x="33728" y="79826"/>
                  <a:pt x="33777" y="79801"/>
                </a:cubicBezTo>
                <a:cubicBezTo>
                  <a:pt x="34076" y="79676"/>
                  <a:pt x="34400" y="79602"/>
                  <a:pt x="34698" y="79502"/>
                </a:cubicBezTo>
                <a:lnTo>
                  <a:pt x="35271" y="79303"/>
                </a:lnTo>
                <a:lnTo>
                  <a:pt x="35321" y="79303"/>
                </a:lnTo>
                <a:cubicBezTo>
                  <a:pt x="35968" y="79104"/>
                  <a:pt x="36665" y="78880"/>
                  <a:pt x="37337" y="78631"/>
                </a:cubicBezTo>
                <a:cubicBezTo>
                  <a:pt x="37387" y="78631"/>
                  <a:pt x="37387" y="78631"/>
                  <a:pt x="37412" y="78581"/>
                </a:cubicBezTo>
                <a:cubicBezTo>
                  <a:pt x="37461" y="78556"/>
                  <a:pt x="37511" y="78556"/>
                  <a:pt x="37561" y="78531"/>
                </a:cubicBezTo>
                <a:cubicBezTo>
                  <a:pt x="37959" y="78382"/>
                  <a:pt x="38332" y="78258"/>
                  <a:pt x="38756" y="78108"/>
                </a:cubicBezTo>
                <a:close/>
                <a:moveTo>
                  <a:pt x="72458" y="64095"/>
                </a:moveTo>
                <a:cubicBezTo>
                  <a:pt x="74624" y="66235"/>
                  <a:pt x="77038" y="68426"/>
                  <a:pt x="79602" y="70467"/>
                </a:cubicBezTo>
                <a:cubicBezTo>
                  <a:pt x="76814" y="73902"/>
                  <a:pt x="73454" y="77137"/>
                  <a:pt x="69670" y="79875"/>
                </a:cubicBezTo>
                <a:cubicBezTo>
                  <a:pt x="69546" y="79726"/>
                  <a:pt x="69421" y="79527"/>
                  <a:pt x="69297" y="79378"/>
                </a:cubicBezTo>
                <a:cubicBezTo>
                  <a:pt x="68874" y="78755"/>
                  <a:pt x="68401" y="78158"/>
                  <a:pt x="67928" y="77561"/>
                </a:cubicBezTo>
                <a:cubicBezTo>
                  <a:pt x="67779" y="77386"/>
                  <a:pt x="67654" y="77187"/>
                  <a:pt x="67505" y="77013"/>
                </a:cubicBezTo>
                <a:cubicBezTo>
                  <a:pt x="66883" y="76216"/>
                  <a:pt x="66260" y="75445"/>
                  <a:pt x="65638" y="74698"/>
                </a:cubicBezTo>
                <a:cubicBezTo>
                  <a:pt x="65638" y="74673"/>
                  <a:pt x="65588" y="74673"/>
                  <a:pt x="65588" y="74648"/>
                </a:cubicBezTo>
                <a:cubicBezTo>
                  <a:pt x="65314" y="74300"/>
                  <a:pt x="65016" y="73976"/>
                  <a:pt x="64717" y="73653"/>
                </a:cubicBezTo>
                <a:cubicBezTo>
                  <a:pt x="64568" y="73454"/>
                  <a:pt x="64369" y="73279"/>
                  <a:pt x="64219" y="73080"/>
                </a:cubicBezTo>
                <a:cubicBezTo>
                  <a:pt x="64045" y="72906"/>
                  <a:pt x="63871" y="72707"/>
                  <a:pt x="63697" y="72533"/>
                </a:cubicBezTo>
                <a:cubicBezTo>
                  <a:pt x="66808" y="69844"/>
                  <a:pt x="69770" y="67007"/>
                  <a:pt x="72458" y="64095"/>
                </a:cubicBezTo>
                <a:close/>
                <a:moveTo>
                  <a:pt x="18345" y="79751"/>
                </a:moveTo>
                <a:cubicBezTo>
                  <a:pt x="18370" y="79751"/>
                  <a:pt x="18370" y="79776"/>
                  <a:pt x="18395" y="79776"/>
                </a:cubicBezTo>
                <a:cubicBezTo>
                  <a:pt x="18370" y="79851"/>
                  <a:pt x="18295" y="79875"/>
                  <a:pt x="18270" y="79925"/>
                </a:cubicBezTo>
                <a:lnTo>
                  <a:pt x="18196" y="79925"/>
                </a:lnTo>
                <a:cubicBezTo>
                  <a:pt x="18245" y="79826"/>
                  <a:pt x="18295" y="79801"/>
                  <a:pt x="18345" y="79751"/>
                </a:cubicBezTo>
                <a:close/>
                <a:moveTo>
                  <a:pt x="112856" y="59440"/>
                </a:moveTo>
                <a:cubicBezTo>
                  <a:pt x="111114" y="63871"/>
                  <a:pt x="108700" y="68550"/>
                  <a:pt x="105713" y="73155"/>
                </a:cubicBezTo>
                <a:cubicBezTo>
                  <a:pt x="105489" y="73503"/>
                  <a:pt x="105240" y="73877"/>
                  <a:pt x="105016" y="74200"/>
                </a:cubicBezTo>
                <a:cubicBezTo>
                  <a:pt x="103721" y="76167"/>
                  <a:pt x="102303" y="78108"/>
                  <a:pt x="100809" y="80025"/>
                </a:cubicBezTo>
                <a:cubicBezTo>
                  <a:pt x="100784" y="79403"/>
                  <a:pt x="100486" y="78631"/>
                  <a:pt x="99988" y="77735"/>
                </a:cubicBezTo>
                <a:cubicBezTo>
                  <a:pt x="104344" y="72209"/>
                  <a:pt x="108077" y="66559"/>
                  <a:pt x="110965" y="60958"/>
                </a:cubicBezTo>
                <a:cubicBezTo>
                  <a:pt x="111687" y="60485"/>
                  <a:pt x="112334" y="59988"/>
                  <a:pt x="112856" y="59440"/>
                </a:cubicBezTo>
                <a:close/>
                <a:moveTo>
                  <a:pt x="16752" y="79527"/>
                </a:moveTo>
                <a:cubicBezTo>
                  <a:pt x="16851" y="79552"/>
                  <a:pt x="16926" y="79602"/>
                  <a:pt x="17026" y="79651"/>
                </a:cubicBezTo>
                <a:cubicBezTo>
                  <a:pt x="17125" y="79676"/>
                  <a:pt x="17175" y="79726"/>
                  <a:pt x="17275" y="79751"/>
                </a:cubicBezTo>
                <a:cubicBezTo>
                  <a:pt x="17474" y="79851"/>
                  <a:pt x="17673" y="79900"/>
                  <a:pt x="17872" y="80000"/>
                </a:cubicBezTo>
                <a:lnTo>
                  <a:pt x="17872" y="80025"/>
                </a:lnTo>
                <a:lnTo>
                  <a:pt x="17872" y="80050"/>
                </a:lnTo>
                <a:lnTo>
                  <a:pt x="16752" y="79602"/>
                </a:lnTo>
                <a:lnTo>
                  <a:pt x="16752" y="79552"/>
                </a:lnTo>
                <a:lnTo>
                  <a:pt x="16752" y="79527"/>
                </a:lnTo>
                <a:close/>
                <a:moveTo>
                  <a:pt x="79751" y="70591"/>
                </a:moveTo>
                <a:cubicBezTo>
                  <a:pt x="79776" y="70591"/>
                  <a:pt x="79776" y="70641"/>
                  <a:pt x="79826" y="70641"/>
                </a:cubicBezTo>
                <a:cubicBezTo>
                  <a:pt x="77038" y="74076"/>
                  <a:pt x="73653" y="77337"/>
                  <a:pt x="69870" y="80050"/>
                </a:cubicBezTo>
                <a:cubicBezTo>
                  <a:pt x="69870" y="80025"/>
                  <a:pt x="69820" y="80025"/>
                  <a:pt x="69820" y="80000"/>
                </a:cubicBezTo>
                <a:cubicBezTo>
                  <a:pt x="73603" y="77287"/>
                  <a:pt x="76988" y="74051"/>
                  <a:pt x="79751" y="70591"/>
                </a:cubicBezTo>
                <a:close/>
                <a:moveTo>
                  <a:pt x="63572" y="72707"/>
                </a:moveTo>
                <a:cubicBezTo>
                  <a:pt x="63721" y="72906"/>
                  <a:pt x="63896" y="73055"/>
                  <a:pt x="64070" y="73254"/>
                </a:cubicBezTo>
                <a:cubicBezTo>
                  <a:pt x="64219" y="73404"/>
                  <a:pt x="64393" y="73578"/>
                  <a:pt x="64543" y="73777"/>
                </a:cubicBezTo>
                <a:cubicBezTo>
                  <a:pt x="66260" y="75694"/>
                  <a:pt x="67953" y="77859"/>
                  <a:pt x="69571" y="80050"/>
                </a:cubicBezTo>
                <a:cubicBezTo>
                  <a:pt x="69571" y="80050"/>
                  <a:pt x="69546" y="80050"/>
                  <a:pt x="69546" y="80099"/>
                </a:cubicBezTo>
                <a:cubicBezTo>
                  <a:pt x="68177" y="78233"/>
                  <a:pt x="66808" y="76490"/>
                  <a:pt x="65439" y="74872"/>
                </a:cubicBezTo>
                <a:lnTo>
                  <a:pt x="65339" y="74773"/>
                </a:lnTo>
                <a:cubicBezTo>
                  <a:pt x="65090" y="74449"/>
                  <a:pt x="64817" y="74175"/>
                  <a:pt x="64568" y="73902"/>
                </a:cubicBezTo>
                <a:cubicBezTo>
                  <a:pt x="64369" y="73678"/>
                  <a:pt x="64194" y="73454"/>
                  <a:pt x="63970" y="73254"/>
                </a:cubicBezTo>
                <a:cubicBezTo>
                  <a:pt x="63821" y="73055"/>
                  <a:pt x="63672" y="72906"/>
                  <a:pt x="63522" y="72757"/>
                </a:cubicBezTo>
                <a:cubicBezTo>
                  <a:pt x="63547" y="72757"/>
                  <a:pt x="63547" y="72707"/>
                  <a:pt x="63572" y="72707"/>
                </a:cubicBezTo>
                <a:close/>
                <a:moveTo>
                  <a:pt x="18295" y="80174"/>
                </a:moveTo>
                <a:cubicBezTo>
                  <a:pt x="18367" y="80174"/>
                  <a:pt x="18393" y="80174"/>
                  <a:pt x="18417" y="80219"/>
                </a:cubicBezTo>
                <a:lnTo>
                  <a:pt x="18417" y="80219"/>
                </a:lnTo>
                <a:cubicBezTo>
                  <a:pt x="18376" y="80204"/>
                  <a:pt x="18336" y="80189"/>
                  <a:pt x="18295" y="80174"/>
                </a:cubicBezTo>
                <a:close/>
                <a:moveTo>
                  <a:pt x="99888" y="77859"/>
                </a:moveTo>
                <a:cubicBezTo>
                  <a:pt x="100411" y="78805"/>
                  <a:pt x="100685" y="79627"/>
                  <a:pt x="100660" y="80249"/>
                </a:cubicBezTo>
                <a:cubicBezTo>
                  <a:pt x="100616" y="80271"/>
                  <a:pt x="100572" y="80293"/>
                  <a:pt x="100562" y="80332"/>
                </a:cubicBezTo>
                <a:lnTo>
                  <a:pt x="100562" y="80332"/>
                </a:lnTo>
                <a:cubicBezTo>
                  <a:pt x="100630" y="79736"/>
                  <a:pt x="100356" y="78920"/>
                  <a:pt x="99814" y="77909"/>
                </a:cubicBezTo>
                <a:lnTo>
                  <a:pt x="99888" y="77859"/>
                </a:lnTo>
                <a:close/>
                <a:moveTo>
                  <a:pt x="44232" y="79527"/>
                </a:moveTo>
                <a:cubicBezTo>
                  <a:pt x="44257" y="79751"/>
                  <a:pt x="44281" y="79925"/>
                  <a:pt x="44356" y="80124"/>
                </a:cubicBezTo>
                <a:cubicBezTo>
                  <a:pt x="44381" y="80199"/>
                  <a:pt x="44381" y="80299"/>
                  <a:pt x="44406" y="80423"/>
                </a:cubicBezTo>
                <a:lnTo>
                  <a:pt x="44381" y="80423"/>
                </a:lnTo>
                <a:cubicBezTo>
                  <a:pt x="44356" y="80124"/>
                  <a:pt x="44257" y="79826"/>
                  <a:pt x="44182" y="79527"/>
                </a:cubicBezTo>
                <a:close/>
                <a:moveTo>
                  <a:pt x="18594" y="79826"/>
                </a:moveTo>
                <a:cubicBezTo>
                  <a:pt x="19117" y="80050"/>
                  <a:pt x="19639" y="80274"/>
                  <a:pt x="20212" y="80448"/>
                </a:cubicBezTo>
                <a:lnTo>
                  <a:pt x="19739" y="80373"/>
                </a:lnTo>
                <a:lnTo>
                  <a:pt x="19092" y="80174"/>
                </a:lnTo>
                <a:cubicBezTo>
                  <a:pt x="18868" y="80124"/>
                  <a:pt x="18668" y="80050"/>
                  <a:pt x="18494" y="80000"/>
                </a:cubicBezTo>
                <a:cubicBezTo>
                  <a:pt x="18494" y="79925"/>
                  <a:pt x="18519" y="79900"/>
                  <a:pt x="18594" y="79826"/>
                </a:cubicBezTo>
                <a:close/>
                <a:moveTo>
                  <a:pt x="108127" y="69595"/>
                </a:moveTo>
                <a:lnTo>
                  <a:pt x="108127" y="69595"/>
                </a:lnTo>
                <a:cubicBezTo>
                  <a:pt x="107878" y="70093"/>
                  <a:pt x="107580" y="70591"/>
                  <a:pt x="107256" y="71089"/>
                </a:cubicBezTo>
                <a:cubicBezTo>
                  <a:pt x="106708" y="72035"/>
                  <a:pt x="106111" y="72931"/>
                  <a:pt x="105514" y="73877"/>
                </a:cubicBezTo>
                <a:cubicBezTo>
                  <a:pt x="105489" y="73926"/>
                  <a:pt x="105464" y="74001"/>
                  <a:pt x="105389" y="74051"/>
                </a:cubicBezTo>
                <a:cubicBezTo>
                  <a:pt x="104966" y="74698"/>
                  <a:pt x="104493" y="75395"/>
                  <a:pt x="104045" y="76042"/>
                </a:cubicBezTo>
                <a:cubicBezTo>
                  <a:pt x="103995" y="76117"/>
                  <a:pt x="103945" y="76192"/>
                  <a:pt x="103896" y="76266"/>
                </a:cubicBezTo>
                <a:cubicBezTo>
                  <a:pt x="103846" y="76366"/>
                  <a:pt x="103771" y="76416"/>
                  <a:pt x="103746" y="76515"/>
                </a:cubicBezTo>
                <a:lnTo>
                  <a:pt x="103000" y="77536"/>
                </a:lnTo>
                <a:cubicBezTo>
                  <a:pt x="102800" y="77785"/>
                  <a:pt x="102651" y="78034"/>
                  <a:pt x="102477" y="78258"/>
                </a:cubicBezTo>
                <a:cubicBezTo>
                  <a:pt x="102402" y="78307"/>
                  <a:pt x="102377" y="78382"/>
                  <a:pt x="102303" y="78482"/>
                </a:cubicBezTo>
                <a:cubicBezTo>
                  <a:pt x="102104" y="78755"/>
                  <a:pt x="101904" y="79004"/>
                  <a:pt x="101680" y="79278"/>
                </a:cubicBezTo>
                <a:cubicBezTo>
                  <a:pt x="101382" y="79676"/>
                  <a:pt x="101108" y="80099"/>
                  <a:pt x="100784" y="80473"/>
                </a:cubicBezTo>
                <a:lnTo>
                  <a:pt x="100784" y="80423"/>
                </a:lnTo>
                <a:lnTo>
                  <a:pt x="100784" y="80373"/>
                </a:lnTo>
                <a:cubicBezTo>
                  <a:pt x="100909" y="80224"/>
                  <a:pt x="101058" y="80025"/>
                  <a:pt x="101183" y="79851"/>
                </a:cubicBezTo>
                <a:cubicBezTo>
                  <a:pt x="102104" y="78681"/>
                  <a:pt x="103099" y="77386"/>
                  <a:pt x="103796" y="76316"/>
                </a:cubicBezTo>
                <a:cubicBezTo>
                  <a:pt x="104294" y="75619"/>
                  <a:pt x="104792" y="74823"/>
                  <a:pt x="105339" y="74026"/>
                </a:cubicBezTo>
                <a:cubicBezTo>
                  <a:pt x="105364" y="74001"/>
                  <a:pt x="105389" y="73951"/>
                  <a:pt x="105389" y="73902"/>
                </a:cubicBezTo>
                <a:cubicBezTo>
                  <a:pt x="106360" y="72408"/>
                  <a:pt x="107331" y="70890"/>
                  <a:pt x="108127" y="69595"/>
                </a:cubicBezTo>
                <a:close/>
                <a:moveTo>
                  <a:pt x="94686" y="71811"/>
                </a:moveTo>
                <a:cubicBezTo>
                  <a:pt x="96503" y="73702"/>
                  <a:pt x="97922" y="75420"/>
                  <a:pt x="98893" y="76889"/>
                </a:cubicBezTo>
                <a:cubicBezTo>
                  <a:pt x="98196" y="77859"/>
                  <a:pt x="97499" y="78805"/>
                  <a:pt x="96752" y="79776"/>
                </a:cubicBezTo>
                <a:cubicBezTo>
                  <a:pt x="96702" y="79801"/>
                  <a:pt x="96702" y="79826"/>
                  <a:pt x="96677" y="79875"/>
                </a:cubicBezTo>
                <a:cubicBezTo>
                  <a:pt x="96503" y="80099"/>
                  <a:pt x="96304" y="80348"/>
                  <a:pt x="96155" y="80547"/>
                </a:cubicBezTo>
                <a:cubicBezTo>
                  <a:pt x="94412" y="79826"/>
                  <a:pt x="92272" y="78730"/>
                  <a:pt x="89957" y="77337"/>
                </a:cubicBezTo>
                <a:cubicBezTo>
                  <a:pt x="90355" y="76913"/>
                  <a:pt x="90778" y="76440"/>
                  <a:pt x="91151" y="76017"/>
                </a:cubicBezTo>
                <a:cubicBezTo>
                  <a:pt x="91226" y="75918"/>
                  <a:pt x="91326" y="75793"/>
                  <a:pt x="91425" y="75694"/>
                </a:cubicBezTo>
                <a:cubicBezTo>
                  <a:pt x="92072" y="74922"/>
                  <a:pt x="92720" y="74175"/>
                  <a:pt x="93392" y="73404"/>
                </a:cubicBezTo>
                <a:cubicBezTo>
                  <a:pt x="93441" y="73329"/>
                  <a:pt x="93466" y="73279"/>
                  <a:pt x="93541" y="73205"/>
                </a:cubicBezTo>
                <a:cubicBezTo>
                  <a:pt x="93914" y="72732"/>
                  <a:pt x="94313" y="72284"/>
                  <a:pt x="94686" y="71811"/>
                </a:cubicBezTo>
                <a:close/>
                <a:moveTo>
                  <a:pt x="99042" y="77038"/>
                </a:moveTo>
                <a:lnTo>
                  <a:pt x="99067" y="77063"/>
                </a:lnTo>
                <a:cubicBezTo>
                  <a:pt x="98245" y="78258"/>
                  <a:pt x="97374" y="79427"/>
                  <a:pt x="96428" y="80597"/>
                </a:cubicBezTo>
                <a:lnTo>
                  <a:pt x="96379" y="80597"/>
                </a:lnTo>
                <a:cubicBezTo>
                  <a:pt x="97300" y="79403"/>
                  <a:pt x="98196" y="78233"/>
                  <a:pt x="99042" y="77038"/>
                </a:cubicBezTo>
                <a:close/>
                <a:moveTo>
                  <a:pt x="79950" y="70765"/>
                </a:moveTo>
                <a:cubicBezTo>
                  <a:pt x="80025" y="70840"/>
                  <a:pt x="80150" y="70915"/>
                  <a:pt x="80249" y="71014"/>
                </a:cubicBezTo>
                <a:cubicBezTo>
                  <a:pt x="77138" y="74325"/>
                  <a:pt x="73777" y="77561"/>
                  <a:pt x="70243" y="80622"/>
                </a:cubicBezTo>
                <a:lnTo>
                  <a:pt x="69944" y="80249"/>
                </a:lnTo>
                <a:cubicBezTo>
                  <a:pt x="73777" y="77511"/>
                  <a:pt x="77163" y="74225"/>
                  <a:pt x="79950" y="70765"/>
                </a:cubicBezTo>
                <a:close/>
                <a:moveTo>
                  <a:pt x="44406" y="80622"/>
                </a:moveTo>
                <a:cubicBezTo>
                  <a:pt x="44406" y="80640"/>
                  <a:pt x="44406" y="80659"/>
                  <a:pt x="44407" y="80677"/>
                </a:cubicBezTo>
                <a:lnTo>
                  <a:pt x="44407" y="80677"/>
                </a:lnTo>
                <a:cubicBezTo>
                  <a:pt x="44399" y="80659"/>
                  <a:pt x="44390" y="80640"/>
                  <a:pt x="44381" y="80622"/>
                </a:cubicBezTo>
                <a:close/>
                <a:moveTo>
                  <a:pt x="89832" y="77486"/>
                </a:moveTo>
                <a:cubicBezTo>
                  <a:pt x="92147" y="78880"/>
                  <a:pt x="94263" y="79975"/>
                  <a:pt x="96030" y="80647"/>
                </a:cubicBezTo>
                <a:cubicBezTo>
                  <a:pt x="96030" y="80672"/>
                  <a:pt x="96005" y="80672"/>
                  <a:pt x="96005" y="80722"/>
                </a:cubicBezTo>
                <a:cubicBezTo>
                  <a:pt x="94213" y="80025"/>
                  <a:pt x="92097" y="78905"/>
                  <a:pt x="89807" y="77536"/>
                </a:cubicBezTo>
                <a:cubicBezTo>
                  <a:pt x="89807" y="77511"/>
                  <a:pt x="89832" y="77511"/>
                  <a:pt x="89832" y="77486"/>
                </a:cubicBezTo>
                <a:close/>
                <a:moveTo>
                  <a:pt x="18743" y="79627"/>
                </a:moveTo>
                <a:cubicBezTo>
                  <a:pt x="19764" y="80050"/>
                  <a:pt x="20834" y="80423"/>
                  <a:pt x="21879" y="80747"/>
                </a:cubicBezTo>
                <a:cubicBezTo>
                  <a:pt x="21780" y="80747"/>
                  <a:pt x="21655" y="80747"/>
                  <a:pt x="21531" y="80722"/>
                </a:cubicBezTo>
                <a:cubicBezTo>
                  <a:pt x="20585" y="80398"/>
                  <a:pt x="19614" y="80050"/>
                  <a:pt x="18668" y="79676"/>
                </a:cubicBezTo>
                <a:lnTo>
                  <a:pt x="18743" y="79627"/>
                </a:lnTo>
                <a:close/>
                <a:moveTo>
                  <a:pt x="37337" y="73777"/>
                </a:moveTo>
                <a:lnTo>
                  <a:pt x="37337" y="73777"/>
                </a:lnTo>
                <a:cubicBezTo>
                  <a:pt x="35669" y="75146"/>
                  <a:pt x="34300" y="77137"/>
                  <a:pt x="33329" y="79726"/>
                </a:cubicBezTo>
                <a:cubicBezTo>
                  <a:pt x="32608" y="79900"/>
                  <a:pt x="31911" y="80099"/>
                  <a:pt x="31214" y="80249"/>
                </a:cubicBezTo>
                <a:cubicBezTo>
                  <a:pt x="30666" y="80373"/>
                  <a:pt x="30094" y="80448"/>
                  <a:pt x="29546" y="80547"/>
                </a:cubicBezTo>
                <a:cubicBezTo>
                  <a:pt x="29347" y="80597"/>
                  <a:pt x="29197" y="80622"/>
                  <a:pt x="28998" y="80647"/>
                </a:cubicBezTo>
                <a:cubicBezTo>
                  <a:pt x="28924" y="80647"/>
                  <a:pt x="28824" y="80672"/>
                  <a:pt x="28749" y="80672"/>
                </a:cubicBezTo>
                <a:cubicBezTo>
                  <a:pt x="28550" y="80722"/>
                  <a:pt x="28351" y="80722"/>
                  <a:pt x="28152" y="80747"/>
                </a:cubicBezTo>
                <a:cubicBezTo>
                  <a:pt x="28924" y="78656"/>
                  <a:pt x="29845" y="76565"/>
                  <a:pt x="30940" y="74499"/>
                </a:cubicBezTo>
                <a:cubicBezTo>
                  <a:pt x="31189" y="74499"/>
                  <a:pt x="31413" y="74524"/>
                  <a:pt x="31662" y="74524"/>
                </a:cubicBezTo>
                <a:cubicBezTo>
                  <a:pt x="33429" y="74524"/>
                  <a:pt x="35346" y="74275"/>
                  <a:pt x="37337" y="73777"/>
                </a:cubicBezTo>
                <a:close/>
                <a:moveTo>
                  <a:pt x="99191" y="77262"/>
                </a:moveTo>
                <a:cubicBezTo>
                  <a:pt x="99291" y="77411"/>
                  <a:pt x="99365" y="77536"/>
                  <a:pt x="99440" y="77660"/>
                </a:cubicBezTo>
                <a:cubicBezTo>
                  <a:pt x="98619" y="78730"/>
                  <a:pt x="97772" y="79751"/>
                  <a:pt x="96901" y="80747"/>
                </a:cubicBezTo>
                <a:cubicBezTo>
                  <a:pt x="96802" y="80722"/>
                  <a:pt x="96752" y="80672"/>
                  <a:pt x="96652" y="80647"/>
                </a:cubicBezTo>
                <a:cubicBezTo>
                  <a:pt x="97524" y="79527"/>
                  <a:pt x="98395" y="78407"/>
                  <a:pt x="99191" y="77262"/>
                </a:cubicBezTo>
                <a:close/>
                <a:moveTo>
                  <a:pt x="30716" y="74499"/>
                </a:moveTo>
                <a:cubicBezTo>
                  <a:pt x="29621" y="76615"/>
                  <a:pt x="28700" y="78681"/>
                  <a:pt x="27878" y="80772"/>
                </a:cubicBezTo>
                <a:lnTo>
                  <a:pt x="27828" y="80772"/>
                </a:lnTo>
                <a:cubicBezTo>
                  <a:pt x="28625" y="78681"/>
                  <a:pt x="29596" y="76615"/>
                  <a:pt x="30666" y="74499"/>
                </a:cubicBezTo>
                <a:close/>
                <a:moveTo>
                  <a:pt x="69770" y="80323"/>
                </a:moveTo>
                <a:cubicBezTo>
                  <a:pt x="69870" y="80448"/>
                  <a:pt x="69944" y="80572"/>
                  <a:pt x="70044" y="80747"/>
                </a:cubicBezTo>
                <a:cubicBezTo>
                  <a:pt x="70044" y="80747"/>
                  <a:pt x="70044" y="80772"/>
                  <a:pt x="70019" y="80772"/>
                </a:cubicBezTo>
                <a:cubicBezTo>
                  <a:pt x="69919" y="80647"/>
                  <a:pt x="69820" y="80498"/>
                  <a:pt x="69745" y="80373"/>
                </a:cubicBezTo>
                <a:lnTo>
                  <a:pt x="69770" y="80323"/>
                </a:lnTo>
                <a:close/>
                <a:moveTo>
                  <a:pt x="80398" y="71139"/>
                </a:moveTo>
                <a:cubicBezTo>
                  <a:pt x="80448" y="71139"/>
                  <a:pt x="80448" y="71164"/>
                  <a:pt x="80473" y="71164"/>
                </a:cubicBezTo>
                <a:cubicBezTo>
                  <a:pt x="77337" y="74524"/>
                  <a:pt x="73977" y="77760"/>
                  <a:pt x="70392" y="80796"/>
                </a:cubicBezTo>
                <a:cubicBezTo>
                  <a:pt x="70392" y="80772"/>
                  <a:pt x="70367" y="80772"/>
                  <a:pt x="70367" y="80747"/>
                </a:cubicBezTo>
                <a:cubicBezTo>
                  <a:pt x="73902" y="77735"/>
                  <a:pt x="77262" y="74499"/>
                  <a:pt x="80398" y="71139"/>
                </a:cubicBezTo>
                <a:close/>
                <a:moveTo>
                  <a:pt x="99540" y="77859"/>
                </a:moveTo>
                <a:cubicBezTo>
                  <a:pt x="99540" y="77884"/>
                  <a:pt x="99565" y="77884"/>
                  <a:pt x="99565" y="77909"/>
                </a:cubicBezTo>
                <a:cubicBezTo>
                  <a:pt x="98768" y="78880"/>
                  <a:pt x="97947" y="79875"/>
                  <a:pt x="97150" y="80846"/>
                </a:cubicBezTo>
                <a:cubicBezTo>
                  <a:pt x="97100" y="80846"/>
                  <a:pt x="97100" y="80846"/>
                  <a:pt x="97076" y="80796"/>
                </a:cubicBezTo>
                <a:cubicBezTo>
                  <a:pt x="97922" y="79801"/>
                  <a:pt x="98743" y="78855"/>
                  <a:pt x="99540" y="77859"/>
                </a:cubicBezTo>
                <a:close/>
                <a:moveTo>
                  <a:pt x="26634" y="73752"/>
                </a:moveTo>
                <a:cubicBezTo>
                  <a:pt x="27804" y="74151"/>
                  <a:pt x="29073" y="74399"/>
                  <a:pt x="30467" y="74499"/>
                </a:cubicBezTo>
                <a:cubicBezTo>
                  <a:pt x="29372" y="76615"/>
                  <a:pt x="28451" y="78730"/>
                  <a:pt x="27629" y="80796"/>
                </a:cubicBezTo>
                <a:cubicBezTo>
                  <a:pt x="27455" y="80846"/>
                  <a:pt x="27231" y="80871"/>
                  <a:pt x="27057" y="80871"/>
                </a:cubicBezTo>
                <a:cubicBezTo>
                  <a:pt x="26883" y="80871"/>
                  <a:pt x="26758" y="80896"/>
                  <a:pt x="26609" y="80896"/>
                </a:cubicBezTo>
                <a:cubicBezTo>
                  <a:pt x="25986" y="80921"/>
                  <a:pt x="25364" y="80971"/>
                  <a:pt x="24742" y="80971"/>
                </a:cubicBezTo>
                <a:lnTo>
                  <a:pt x="24642" y="80971"/>
                </a:lnTo>
                <a:cubicBezTo>
                  <a:pt x="24145" y="80971"/>
                  <a:pt x="23622" y="80921"/>
                  <a:pt x="23124" y="80896"/>
                </a:cubicBezTo>
                <a:lnTo>
                  <a:pt x="23074" y="80896"/>
                </a:lnTo>
                <a:cubicBezTo>
                  <a:pt x="21655" y="80523"/>
                  <a:pt x="20262" y="80050"/>
                  <a:pt x="18893" y="79502"/>
                </a:cubicBezTo>
                <a:cubicBezTo>
                  <a:pt x="21133" y="76913"/>
                  <a:pt x="23821" y="74947"/>
                  <a:pt x="26634" y="73752"/>
                </a:cubicBezTo>
                <a:close/>
                <a:moveTo>
                  <a:pt x="70193" y="80871"/>
                </a:moveTo>
                <a:cubicBezTo>
                  <a:pt x="70193" y="80896"/>
                  <a:pt x="70193" y="80921"/>
                  <a:pt x="70218" y="80921"/>
                </a:cubicBezTo>
                <a:lnTo>
                  <a:pt x="70193" y="80971"/>
                </a:lnTo>
                <a:cubicBezTo>
                  <a:pt x="70193" y="80921"/>
                  <a:pt x="70168" y="80921"/>
                  <a:pt x="70168" y="80896"/>
                </a:cubicBezTo>
                <a:lnTo>
                  <a:pt x="70193" y="80871"/>
                </a:lnTo>
                <a:close/>
                <a:moveTo>
                  <a:pt x="18454" y="80232"/>
                </a:moveTo>
                <a:cubicBezTo>
                  <a:pt x="18763" y="80306"/>
                  <a:pt x="19028" y="80402"/>
                  <a:pt x="19341" y="80498"/>
                </a:cubicBezTo>
                <a:cubicBezTo>
                  <a:pt x="19415" y="80523"/>
                  <a:pt x="19540" y="80523"/>
                  <a:pt x="19639" y="80547"/>
                </a:cubicBezTo>
                <a:lnTo>
                  <a:pt x="19664" y="80547"/>
                </a:lnTo>
                <a:cubicBezTo>
                  <a:pt x="19988" y="80622"/>
                  <a:pt x="20262" y="80722"/>
                  <a:pt x="20610" y="80772"/>
                </a:cubicBezTo>
                <a:cubicBezTo>
                  <a:pt x="20759" y="80796"/>
                  <a:pt x="20909" y="80821"/>
                  <a:pt x="21108" y="80821"/>
                </a:cubicBezTo>
                <a:cubicBezTo>
                  <a:pt x="21158" y="80821"/>
                  <a:pt x="21207" y="80871"/>
                  <a:pt x="21257" y="80871"/>
                </a:cubicBezTo>
                <a:cubicBezTo>
                  <a:pt x="21307" y="80871"/>
                  <a:pt x="21382" y="80871"/>
                  <a:pt x="21456" y="80896"/>
                </a:cubicBezTo>
                <a:cubicBezTo>
                  <a:pt x="21481" y="80896"/>
                  <a:pt x="21506" y="80896"/>
                  <a:pt x="21531" y="80921"/>
                </a:cubicBezTo>
                <a:cubicBezTo>
                  <a:pt x="21581" y="80921"/>
                  <a:pt x="21631" y="80971"/>
                  <a:pt x="21655" y="80971"/>
                </a:cubicBezTo>
                <a:lnTo>
                  <a:pt x="21705" y="80971"/>
                </a:lnTo>
                <a:cubicBezTo>
                  <a:pt x="21722" y="80971"/>
                  <a:pt x="21749" y="80982"/>
                  <a:pt x="21780" y="80989"/>
                </a:cubicBezTo>
                <a:lnTo>
                  <a:pt x="21780" y="80989"/>
                </a:lnTo>
                <a:cubicBezTo>
                  <a:pt x="21631" y="80970"/>
                  <a:pt x="21516" y="80966"/>
                  <a:pt x="21382" y="80921"/>
                </a:cubicBezTo>
                <a:cubicBezTo>
                  <a:pt x="21257" y="80896"/>
                  <a:pt x="21158" y="80896"/>
                  <a:pt x="21083" y="80871"/>
                </a:cubicBezTo>
                <a:cubicBezTo>
                  <a:pt x="20171" y="80754"/>
                  <a:pt x="19281" y="80527"/>
                  <a:pt x="18454" y="80232"/>
                </a:cubicBezTo>
                <a:close/>
                <a:moveTo>
                  <a:pt x="27828" y="80971"/>
                </a:moveTo>
                <a:lnTo>
                  <a:pt x="27828" y="80996"/>
                </a:lnTo>
                <a:lnTo>
                  <a:pt x="27754" y="80996"/>
                </a:lnTo>
                <a:lnTo>
                  <a:pt x="27754" y="80971"/>
                </a:lnTo>
                <a:close/>
                <a:moveTo>
                  <a:pt x="33230" y="79975"/>
                </a:moveTo>
                <a:lnTo>
                  <a:pt x="33230" y="80000"/>
                </a:lnTo>
                <a:lnTo>
                  <a:pt x="33230" y="80025"/>
                </a:lnTo>
                <a:cubicBezTo>
                  <a:pt x="31811" y="80398"/>
                  <a:pt x="30392" y="80722"/>
                  <a:pt x="29073" y="80896"/>
                </a:cubicBezTo>
                <a:cubicBezTo>
                  <a:pt x="28973" y="80896"/>
                  <a:pt x="28899" y="80921"/>
                  <a:pt x="28824" y="80921"/>
                </a:cubicBezTo>
                <a:cubicBezTo>
                  <a:pt x="28550" y="80921"/>
                  <a:pt x="28252" y="80971"/>
                  <a:pt x="28003" y="80996"/>
                </a:cubicBezTo>
                <a:cubicBezTo>
                  <a:pt x="28301" y="80921"/>
                  <a:pt x="28525" y="80896"/>
                  <a:pt x="28774" y="80871"/>
                </a:cubicBezTo>
                <a:cubicBezTo>
                  <a:pt x="28849" y="80871"/>
                  <a:pt x="28924" y="80846"/>
                  <a:pt x="28998" y="80846"/>
                </a:cubicBezTo>
                <a:cubicBezTo>
                  <a:pt x="30367" y="80647"/>
                  <a:pt x="31811" y="80348"/>
                  <a:pt x="33230" y="79975"/>
                </a:cubicBezTo>
                <a:close/>
                <a:moveTo>
                  <a:pt x="96503" y="80846"/>
                </a:moveTo>
                <a:cubicBezTo>
                  <a:pt x="96578" y="80871"/>
                  <a:pt x="96652" y="80896"/>
                  <a:pt x="96752" y="80921"/>
                </a:cubicBezTo>
                <a:cubicBezTo>
                  <a:pt x="96752" y="80971"/>
                  <a:pt x="96702" y="80971"/>
                  <a:pt x="96702" y="80996"/>
                </a:cubicBezTo>
                <a:cubicBezTo>
                  <a:pt x="96627" y="80971"/>
                  <a:pt x="96553" y="80921"/>
                  <a:pt x="96453" y="80896"/>
                </a:cubicBezTo>
                <a:cubicBezTo>
                  <a:pt x="96503" y="80871"/>
                  <a:pt x="96503" y="80846"/>
                  <a:pt x="96503" y="80846"/>
                </a:cubicBezTo>
                <a:close/>
                <a:moveTo>
                  <a:pt x="96951" y="80971"/>
                </a:moveTo>
                <a:cubicBezTo>
                  <a:pt x="96951" y="80971"/>
                  <a:pt x="97001" y="80996"/>
                  <a:pt x="97026" y="80996"/>
                </a:cubicBezTo>
                <a:cubicBezTo>
                  <a:pt x="97026" y="81020"/>
                  <a:pt x="97001" y="81020"/>
                  <a:pt x="97001" y="81045"/>
                </a:cubicBezTo>
                <a:cubicBezTo>
                  <a:pt x="96951" y="81045"/>
                  <a:pt x="96951" y="81045"/>
                  <a:pt x="96926" y="81020"/>
                </a:cubicBezTo>
                <a:cubicBezTo>
                  <a:pt x="96926" y="80996"/>
                  <a:pt x="96951" y="80996"/>
                  <a:pt x="96951" y="80971"/>
                </a:cubicBezTo>
                <a:close/>
                <a:moveTo>
                  <a:pt x="44406" y="78656"/>
                </a:moveTo>
                <a:lnTo>
                  <a:pt x="44879" y="79602"/>
                </a:lnTo>
                <a:cubicBezTo>
                  <a:pt x="44978" y="79776"/>
                  <a:pt x="45053" y="79975"/>
                  <a:pt x="45128" y="80149"/>
                </a:cubicBezTo>
                <a:cubicBezTo>
                  <a:pt x="45252" y="80473"/>
                  <a:pt x="45377" y="80747"/>
                  <a:pt x="45476" y="81045"/>
                </a:cubicBezTo>
                <a:cubicBezTo>
                  <a:pt x="45479" y="81053"/>
                  <a:pt x="45481" y="81061"/>
                  <a:pt x="45483" y="81069"/>
                </a:cubicBezTo>
                <a:lnTo>
                  <a:pt x="45483" y="81069"/>
                </a:lnTo>
                <a:cubicBezTo>
                  <a:pt x="45385" y="80794"/>
                  <a:pt x="45279" y="80517"/>
                  <a:pt x="45153" y="80249"/>
                </a:cubicBezTo>
                <a:cubicBezTo>
                  <a:pt x="45128" y="80174"/>
                  <a:pt x="45103" y="80124"/>
                  <a:pt x="45053" y="80025"/>
                </a:cubicBezTo>
                <a:cubicBezTo>
                  <a:pt x="44879" y="79627"/>
                  <a:pt x="44680" y="79228"/>
                  <a:pt x="44481" y="78855"/>
                </a:cubicBezTo>
                <a:cubicBezTo>
                  <a:pt x="44431" y="78805"/>
                  <a:pt x="44431" y="78755"/>
                  <a:pt x="44406" y="78730"/>
                </a:cubicBezTo>
                <a:lnTo>
                  <a:pt x="44406" y="78681"/>
                </a:lnTo>
                <a:lnTo>
                  <a:pt x="44406" y="78656"/>
                </a:lnTo>
                <a:close/>
                <a:moveTo>
                  <a:pt x="22651" y="81045"/>
                </a:moveTo>
                <a:cubicBezTo>
                  <a:pt x="22751" y="81045"/>
                  <a:pt x="22850" y="81095"/>
                  <a:pt x="22950" y="81095"/>
                </a:cubicBezTo>
                <a:lnTo>
                  <a:pt x="23024" y="81095"/>
                </a:lnTo>
                <a:cubicBezTo>
                  <a:pt x="23074" y="81095"/>
                  <a:pt x="23124" y="81120"/>
                  <a:pt x="23149" y="81120"/>
                </a:cubicBezTo>
                <a:lnTo>
                  <a:pt x="23199" y="81120"/>
                </a:lnTo>
                <a:cubicBezTo>
                  <a:pt x="23248" y="81145"/>
                  <a:pt x="23273" y="81145"/>
                  <a:pt x="23323" y="81145"/>
                </a:cubicBezTo>
                <a:lnTo>
                  <a:pt x="22975" y="81145"/>
                </a:lnTo>
                <a:cubicBezTo>
                  <a:pt x="22900" y="81145"/>
                  <a:pt x="22875" y="81120"/>
                  <a:pt x="22825" y="81120"/>
                </a:cubicBezTo>
                <a:cubicBezTo>
                  <a:pt x="22751" y="81070"/>
                  <a:pt x="22701" y="81070"/>
                  <a:pt x="22626" y="81045"/>
                </a:cubicBezTo>
                <a:close/>
                <a:moveTo>
                  <a:pt x="100535" y="80672"/>
                </a:moveTo>
                <a:cubicBezTo>
                  <a:pt x="100535" y="80747"/>
                  <a:pt x="100510" y="80772"/>
                  <a:pt x="100486" y="80796"/>
                </a:cubicBezTo>
                <a:cubicBezTo>
                  <a:pt x="100386" y="80921"/>
                  <a:pt x="100286" y="81020"/>
                  <a:pt x="100237" y="81145"/>
                </a:cubicBezTo>
                <a:cubicBezTo>
                  <a:pt x="100187" y="81145"/>
                  <a:pt x="100187" y="81170"/>
                  <a:pt x="100162" y="81170"/>
                </a:cubicBezTo>
                <a:cubicBezTo>
                  <a:pt x="100286" y="81020"/>
                  <a:pt x="100411" y="80871"/>
                  <a:pt x="100535" y="80672"/>
                </a:cubicBezTo>
                <a:close/>
                <a:moveTo>
                  <a:pt x="99664" y="78108"/>
                </a:moveTo>
                <a:cubicBezTo>
                  <a:pt x="100311" y="79303"/>
                  <a:pt x="100535" y="80224"/>
                  <a:pt x="100262" y="80722"/>
                </a:cubicBezTo>
                <a:cubicBezTo>
                  <a:pt x="100187" y="80772"/>
                  <a:pt x="100162" y="80821"/>
                  <a:pt x="100112" y="80896"/>
                </a:cubicBezTo>
                <a:cubicBezTo>
                  <a:pt x="99901" y="81083"/>
                  <a:pt x="99546" y="81176"/>
                  <a:pt x="99073" y="81176"/>
                </a:cubicBezTo>
                <a:cubicBezTo>
                  <a:pt x="98600" y="81176"/>
                  <a:pt x="98009" y="81083"/>
                  <a:pt x="97324" y="80896"/>
                </a:cubicBezTo>
                <a:lnTo>
                  <a:pt x="99664" y="78108"/>
                </a:lnTo>
                <a:close/>
                <a:moveTo>
                  <a:pt x="27530" y="80996"/>
                </a:moveTo>
                <a:lnTo>
                  <a:pt x="27530" y="81020"/>
                </a:lnTo>
                <a:lnTo>
                  <a:pt x="27530" y="81045"/>
                </a:lnTo>
                <a:cubicBezTo>
                  <a:pt x="27380" y="81045"/>
                  <a:pt x="27256" y="81095"/>
                  <a:pt x="27107" y="81120"/>
                </a:cubicBezTo>
                <a:cubicBezTo>
                  <a:pt x="26957" y="81120"/>
                  <a:pt x="26783" y="81145"/>
                  <a:pt x="26659" y="81145"/>
                </a:cubicBezTo>
                <a:cubicBezTo>
                  <a:pt x="26011" y="81170"/>
                  <a:pt x="25389" y="81220"/>
                  <a:pt x="24767" y="81220"/>
                </a:cubicBezTo>
                <a:lnTo>
                  <a:pt x="24667" y="81220"/>
                </a:lnTo>
                <a:cubicBezTo>
                  <a:pt x="24518" y="81220"/>
                  <a:pt x="24344" y="81220"/>
                  <a:pt x="24169" y="81170"/>
                </a:cubicBezTo>
                <a:cubicBezTo>
                  <a:pt x="24145" y="81170"/>
                  <a:pt x="24095" y="81145"/>
                  <a:pt x="24045" y="81145"/>
                </a:cubicBezTo>
                <a:lnTo>
                  <a:pt x="24020" y="81145"/>
                </a:lnTo>
                <a:cubicBezTo>
                  <a:pt x="23995" y="81145"/>
                  <a:pt x="23970" y="81120"/>
                  <a:pt x="23921" y="81120"/>
                </a:cubicBezTo>
                <a:cubicBezTo>
                  <a:pt x="24169" y="81120"/>
                  <a:pt x="24418" y="81145"/>
                  <a:pt x="24717" y="81145"/>
                </a:cubicBezTo>
                <a:lnTo>
                  <a:pt x="24891" y="81145"/>
                </a:lnTo>
                <a:cubicBezTo>
                  <a:pt x="25489" y="81145"/>
                  <a:pt x="26086" y="81120"/>
                  <a:pt x="26659" y="81095"/>
                </a:cubicBezTo>
                <a:lnTo>
                  <a:pt x="26708" y="81095"/>
                </a:lnTo>
                <a:cubicBezTo>
                  <a:pt x="26783" y="81095"/>
                  <a:pt x="26858" y="81095"/>
                  <a:pt x="26957" y="81045"/>
                </a:cubicBezTo>
                <a:lnTo>
                  <a:pt x="27107" y="81045"/>
                </a:lnTo>
                <a:cubicBezTo>
                  <a:pt x="27231" y="81020"/>
                  <a:pt x="27380" y="81020"/>
                  <a:pt x="27530" y="80996"/>
                </a:cubicBezTo>
                <a:close/>
                <a:moveTo>
                  <a:pt x="42738" y="76565"/>
                </a:moveTo>
                <a:cubicBezTo>
                  <a:pt x="42912" y="76864"/>
                  <a:pt x="43062" y="77113"/>
                  <a:pt x="43236" y="77361"/>
                </a:cubicBezTo>
                <a:cubicBezTo>
                  <a:pt x="43311" y="77536"/>
                  <a:pt x="43410" y="77685"/>
                  <a:pt x="43485" y="77884"/>
                </a:cubicBezTo>
                <a:cubicBezTo>
                  <a:pt x="42191" y="79378"/>
                  <a:pt x="40299" y="80523"/>
                  <a:pt x="37909" y="81244"/>
                </a:cubicBezTo>
                <a:cubicBezTo>
                  <a:pt x="37909" y="81220"/>
                  <a:pt x="37934" y="81170"/>
                  <a:pt x="37934" y="81145"/>
                </a:cubicBezTo>
                <a:cubicBezTo>
                  <a:pt x="37959" y="81095"/>
                  <a:pt x="37959" y="81020"/>
                  <a:pt x="38009" y="80971"/>
                </a:cubicBezTo>
                <a:cubicBezTo>
                  <a:pt x="38158" y="80523"/>
                  <a:pt x="38332" y="80099"/>
                  <a:pt x="38532" y="79676"/>
                </a:cubicBezTo>
                <a:cubicBezTo>
                  <a:pt x="38557" y="79577"/>
                  <a:pt x="38581" y="79502"/>
                  <a:pt x="38656" y="79403"/>
                </a:cubicBezTo>
                <a:cubicBezTo>
                  <a:pt x="38656" y="79378"/>
                  <a:pt x="38681" y="79378"/>
                  <a:pt x="38681" y="79353"/>
                </a:cubicBezTo>
                <a:lnTo>
                  <a:pt x="38681" y="79303"/>
                </a:lnTo>
                <a:cubicBezTo>
                  <a:pt x="38805" y="78930"/>
                  <a:pt x="38955" y="78556"/>
                  <a:pt x="39154" y="78183"/>
                </a:cubicBezTo>
                <a:cubicBezTo>
                  <a:pt x="39403" y="78108"/>
                  <a:pt x="39652" y="77984"/>
                  <a:pt x="39901" y="77884"/>
                </a:cubicBezTo>
                <a:cubicBezTo>
                  <a:pt x="40199" y="77760"/>
                  <a:pt x="40523" y="77610"/>
                  <a:pt x="40822" y="77486"/>
                </a:cubicBezTo>
                <a:cubicBezTo>
                  <a:pt x="41120" y="77361"/>
                  <a:pt x="41419" y="77237"/>
                  <a:pt x="41693" y="77063"/>
                </a:cubicBezTo>
                <a:cubicBezTo>
                  <a:pt x="41991" y="76938"/>
                  <a:pt x="42290" y="76789"/>
                  <a:pt x="42564" y="76640"/>
                </a:cubicBezTo>
                <a:cubicBezTo>
                  <a:pt x="42639" y="76615"/>
                  <a:pt x="42664" y="76565"/>
                  <a:pt x="42738" y="76565"/>
                </a:cubicBezTo>
                <a:close/>
                <a:moveTo>
                  <a:pt x="38905" y="78282"/>
                </a:moveTo>
                <a:cubicBezTo>
                  <a:pt x="38457" y="79303"/>
                  <a:pt x="38059" y="80299"/>
                  <a:pt x="37685" y="81269"/>
                </a:cubicBezTo>
                <a:lnTo>
                  <a:pt x="37660" y="81269"/>
                </a:lnTo>
                <a:cubicBezTo>
                  <a:pt x="37959" y="80299"/>
                  <a:pt x="38382" y="79303"/>
                  <a:pt x="38830" y="78307"/>
                </a:cubicBezTo>
                <a:cubicBezTo>
                  <a:pt x="38880" y="78307"/>
                  <a:pt x="38880" y="78307"/>
                  <a:pt x="38905" y="78282"/>
                </a:cubicBezTo>
                <a:close/>
                <a:moveTo>
                  <a:pt x="97200" y="81045"/>
                </a:moveTo>
                <a:cubicBezTo>
                  <a:pt x="97929" y="81267"/>
                  <a:pt x="98556" y="81378"/>
                  <a:pt x="99058" y="81378"/>
                </a:cubicBezTo>
                <a:cubicBezTo>
                  <a:pt x="99344" y="81378"/>
                  <a:pt x="99590" y="81342"/>
                  <a:pt x="99789" y="81269"/>
                </a:cubicBezTo>
                <a:lnTo>
                  <a:pt x="99789" y="81269"/>
                </a:lnTo>
                <a:cubicBezTo>
                  <a:pt x="99764" y="81294"/>
                  <a:pt x="99739" y="81344"/>
                  <a:pt x="99739" y="81369"/>
                </a:cubicBezTo>
                <a:cubicBezTo>
                  <a:pt x="99554" y="81415"/>
                  <a:pt x="99343" y="81438"/>
                  <a:pt x="99106" y="81438"/>
                </a:cubicBezTo>
                <a:cubicBezTo>
                  <a:pt x="98578" y="81438"/>
                  <a:pt x="97924" y="81326"/>
                  <a:pt x="97150" y="81120"/>
                </a:cubicBezTo>
                <a:lnTo>
                  <a:pt x="97200" y="81045"/>
                </a:lnTo>
                <a:close/>
                <a:moveTo>
                  <a:pt x="43560" y="78034"/>
                </a:moveTo>
                <a:cubicBezTo>
                  <a:pt x="43560" y="78058"/>
                  <a:pt x="43609" y="78058"/>
                  <a:pt x="43609" y="78108"/>
                </a:cubicBezTo>
                <a:cubicBezTo>
                  <a:pt x="42265" y="79627"/>
                  <a:pt x="40299" y="80772"/>
                  <a:pt x="37810" y="81518"/>
                </a:cubicBezTo>
                <a:cubicBezTo>
                  <a:pt x="37785" y="81493"/>
                  <a:pt x="37785" y="81468"/>
                  <a:pt x="37810" y="81419"/>
                </a:cubicBezTo>
                <a:cubicBezTo>
                  <a:pt x="40274" y="80722"/>
                  <a:pt x="42215" y="79527"/>
                  <a:pt x="43560" y="78034"/>
                </a:cubicBezTo>
                <a:close/>
                <a:moveTo>
                  <a:pt x="99988" y="81518"/>
                </a:moveTo>
                <a:cubicBezTo>
                  <a:pt x="99938" y="81554"/>
                  <a:pt x="99893" y="81589"/>
                  <a:pt x="99851" y="81624"/>
                </a:cubicBezTo>
                <a:lnTo>
                  <a:pt x="99851" y="81624"/>
                </a:lnTo>
                <a:cubicBezTo>
                  <a:pt x="99880" y="81589"/>
                  <a:pt x="99909" y="81554"/>
                  <a:pt x="99938" y="81518"/>
                </a:cubicBezTo>
                <a:close/>
                <a:moveTo>
                  <a:pt x="27455" y="81269"/>
                </a:moveTo>
                <a:cubicBezTo>
                  <a:pt x="27380" y="81419"/>
                  <a:pt x="27331" y="81618"/>
                  <a:pt x="27256" y="81767"/>
                </a:cubicBezTo>
                <a:cubicBezTo>
                  <a:pt x="26559" y="81668"/>
                  <a:pt x="25837" y="81518"/>
                  <a:pt x="25115" y="81394"/>
                </a:cubicBezTo>
                <a:cubicBezTo>
                  <a:pt x="25638" y="81394"/>
                  <a:pt x="26136" y="81369"/>
                  <a:pt x="26683" y="81344"/>
                </a:cubicBezTo>
                <a:cubicBezTo>
                  <a:pt x="26808" y="81344"/>
                  <a:pt x="26957" y="81294"/>
                  <a:pt x="27082" y="81294"/>
                </a:cubicBezTo>
                <a:cubicBezTo>
                  <a:pt x="27206" y="81294"/>
                  <a:pt x="27331" y="81269"/>
                  <a:pt x="27455" y="81269"/>
                </a:cubicBezTo>
                <a:close/>
                <a:moveTo>
                  <a:pt x="27704" y="81244"/>
                </a:moveTo>
                <a:cubicBezTo>
                  <a:pt x="27629" y="81419"/>
                  <a:pt x="27580" y="81618"/>
                  <a:pt x="27480" y="81792"/>
                </a:cubicBezTo>
                <a:lnTo>
                  <a:pt x="27455" y="81792"/>
                </a:lnTo>
                <a:lnTo>
                  <a:pt x="27629" y="81244"/>
                </a:lnTo>
                <a:close/>
                <a:moveTo>
                  <a:pt x="23871" y="81344"/>
                </a:moveTo>
                <a:cubicBezTo>
                  <a:pt x="23970" y="81369"/>
                  <a:pt x="24095" y="81369"/>
                  <a:pt x="24194" y="81369"/>
                </a:cubicBezTo>
                <a:cubicBezTo>
                  <a:pt x="25190" y="81618"/>
                  <a:pt x="26211" y="81767"/>
                  <a:pt x="27206" y="81916"/>
                </a:cubicBezTo>
                <a:cubicBezTo>
                  <a:pt x="27206" y="81966"/>
                  <a:pt x="27181" y="81966"/>
                  <a:pt x="27181" y="81991"/>
                </a:cubicBezTo>
                <a:cubicBezTo>
                  <a:pt x="26086" y="81842"/>
                  <a:pt x="24966" y="81618"/>
                  <a:pt x="23871" y="81344"/>
                </a:cubicBezTo>
                <a:close/>
                <a:moveTo>
                  <a:pt x="27455" y="81966"/>
                </a:moveTo>
                <a:cubicBezTo>
                  <a:pt x="27455" y="81991"/>
                  <a:pt x="27455" y="81991"/>
                  <a:pt x="27405" y="82016"/>
                </a:cubicBezTo>
                <a:lnTo>
                  <a:pt x="27355" y="82016"/>
                </a:lnTo>
                <a:cubicBezTo>
                  <a:pt x="27355" y="82016"/>
                  <a:pt x="27380" y="81991"/>
                  <a:pt x="27380" y="81966"/>
                </a:cubicBezTo>
                <a:close/>
                <a:moveTo>
                  <a:pt x="33423" y="80140"/>
                </a:moveTo>
                <a:lnTo>
                  <a:pt x="33423" y="80140"/>
                </a:lnTo>
                <a:cubicBezTo>
                  <a:pt x="33202" y="80757"/>
                  <a:pt x="33029" y="81374"/>
                  <a:pt x="32856" y="82016"/>
                </a:cubicBezTo>
                <a:lnTo>
                  <a:pt x="32807" y="82016"/>
                </a:lnTo>
                <a:cubicBezTo>
                  <a:pt x="32981" y="81394"/>
                  <a:pt x="33155" y="80772"/>
                  <a:pt x="33354" y="80149"/>
                </a:cubicBezTo>
                <a:cubicBezTo>
                  <a:pt x="33391" y="80149"/>
                  <a:pt x="33414" y="80149"/>
                  <a:pt x="33423" y="80140"/>
                </a:cubicBezTo>
                <a:close/>
                <a:moveTo>
                  <a:pt x="38532" y="78382"/>
                </a:moveTo>
                <a:lnTo>
                  <a:pt x="38532" y="78382"/>
                </a:lnTo>
                <a:cubicBezTo>
                  <a:pt x="38084" y="79378"/>
                  <a:pt x="37685" y="80348"/>
                  <a:pt x="37337" y="81344"/>
                </a:cubicBezTo>
                <a:cubicBezTo>
                  <a:pt x="36018" y="81742"/>
                  <a:pt x="34574" y="81916"/>
                  <a:pt x="33080" y="82016"/>
                </a:cubicBezTo>
                <a:cubicBezTo>
                  <a:pt x="33230" y="81369"/>
                  <a:pt x="33429" y="80672"/>
                  <a:pt x="33678" y="80050"/>
                </a:cubicBezTo>
                <a:lnTo>
                  <a:pt x="34051" y="79950"/>
                </a:lnTo>
                <a:cubicBezTo>
                  <a:pt x="34225" y="79900"/>
                  <a:pt x="34425" y="79875"/>
                  <a:pt x="34574" y="79801"/>
                </a:cubicBezTo>
                <a:lnTo>
                  <a:pt x="35694" y="79427"/>
                </a:lnTo>
                <a:cubicBezTo>
                  <a:pt x="35918" y="79378"/>
                  <a:pt x="36142" y="79303"/>
                  <a:pt x="36316" y="79203"/>
                </a:cubicBezTo>
                <a:cubicBezTo>
                  <a:pt x="36665" y="79104"/>
                  <a:pt x="36988" y="78954"/>
                  <a:pt x="37387" y="78855"/>
                </a:cubicBezTo>
                <a:cubicBezTo>
                  <a:pt x="37636" y="78755"/>
                  <a:pt x="37835" y="78656"/>
                  <a:pt x="38084" y="78556"/>
                </a:cubicBezTo>
                <a:cubicBezTo>
                  <a:pt x="38258" y="78506"/>
                  <a:pt x="38382" y="78432"/>
                  <a:pt x="38532" y="78382"/>
                </a:cubicBezTo>
                <a:close/>
                <a:moveTo>
                  <a:pt x="33105" y="80199"/>
                </a:moveTo>
                <a:lnTo>
                  <a:pt x="33105" y="80199"/>
                </a:lnTo>
                <a:cubicBezTo>
                  <a:pt x="32931" y="80796"/>
                  <a:pt x="32732" y="81419"/>
                  <a:pt x="32583" y="82041"/>
                </a:cubicBezTo>
                <a:cubicBezTo>
                  <a:pt x="32188" y="82060"/>
                  <a:pt x="31786" y="82069"/>
                  <a:pt x="31378" y="82069"/>
                </a:cubicBezTo>
                <a:cubicBezTo>
                  <a:pt x="30187" y="82069"/>
                  <a:pt x="28946" y="81990"/>
                  <a:pt x="27704" y="81842"/>
                </a:cubicBezTo>
                <a:cubicBezTo>
                  <a:pt x="27754" y="81618"/>
                  <a:pt x="27853" y="81419"/>
                  <a:pt x="27903" y="81220"/>
                </a:cubicBezTo>
                <a:cubicBezTo>
                  <a:pt x="28227" y="81170"/>
                  <a:pt x="28525" y="81120"/>
                  <a:pt x="28824" y="81095"/>
                </a:cubicBezTo>
                <a:cubicBezTo>
                  <a:pt x="28874" y="81095"/>
                  <a:pt x="28973" y="81045"/>
                  <a:pt x="29023" y="81045"/>
                </a:cubicBezTo>
                <a:cubicBezTo>
                  <a:pt x="29123" y="81045"/>
                  <a:pt x="29197" y="81020"/>
                  <a:pt x="29272" y="81020"/>
                </a:cubicBezTo>
                <a:cubicBezTo>
                  <a:pt x="29347" y="81020"/>
                  <a:pt x="29446" y="80996"/>
                  <a:pt x="29496" y="80996"/>
                </a:cubicBezTo>
                <a:cubicBezTo>
                  <a:pt x="29944" y="80921"/>
                  <a:pt x="30367" y="80821"/>
                  <a:pt x="30815" y="80747"/>
                </a:cubicBezTo>
                <a:cubicBezTo>
                  <a:pt x="30940" y="80697"/>
                  <a:pt x="31014" y="80697"/>
                  <a:pt x="31139" y="80672"/>
                </a:cubicBezTo>
                <a:cubicBezTo>
                  <a:pt x="31562" y="80572"/>
                  <a:pt x="31985" y="80498"/>
                  <a:pt x="32384" y="80398"/>
                </a:cubicBezTo>
                <a:cubicBezTo>
                  <a:pt x="32558" y="80373"/>
                  <a:pt x="32707" y="80348"/>
                  <a:pt x="32832" y="80299"/>
                </a:cubicBezTo>
                <a:lnTo>
                  <a:pt x="33105" y="80199"/>
                </a:lnTo>
                <a:close/>
                <a:moveTo>
                  <a:pt x="32832" y="82240"/>
                </a:moveTo>
                <a:cubicBezTo>
                  <a:pt x="32832" y="82265"/>
                  <a:pt x="32832" y="82290"/>
                  <a:pt x="32807" y="82290"/>
                </a:cubicBezTo>
                <a:lnTo>
                  <a:pt x="32732" y="82290"/>
                </a:lnTo>
                <a:cubicBezTo>
                  <a:pt x="32782" y="82265"/>
                  <a:pt x="32782" y="82265"/>
                  <a:pt x="32782" y="82240"/>
                </a:cubicBezTo>
                <a:close/>
                <a:moveTo>
                  <a:pt x="37287" y="81593"/>
                </a:moveTo>
                <a:cubicBezTo>
                  <a:pt x="37287" y="81618"/>
                  <a:pt x="37262" y="81643"/>
                  <a:pt x="37262" y="81643"/>
                </a:cubicBezTo>
                <a:cubicBezTo>
                  <a:pt x="35943" y="81991"/>
                  <a:pt x="34524" y="82215"/>
                  <a:pt x="33031" y="82290"/>
                </a:cubicBezTo>
                <a:cubicBezTo>
                  <a:pt x="33031" y="82265"/>
                  <a:pt x="33031" y="82240"/>
                  <a:pt x="33056" y="82215"/>
                </a:cubicBezTo>
                <a:cubicBezTo>
                  <a:pt x="34524" y="82116"/>
                  <a:pt x="35943" y="81916"/>
                  <a:pt x="37287" y="81593"/>
                </a:cubicBezTo>
                <a:close/>
                <a:moveTo>
                  <a:pt x="27629" y="82016"/>
                </a:moveTo>
                <a:cubicBezTo>
                  <a:pt x="28990" y="82196"/>
                  <a:pt x="30334" y="82280"/>
                  <a:pt x="31637" y="82280"/>
                </a:cubicBezTo>
                <a:cubicBezTo>
                  <a:pt x="31955" y="82280"/>
                  <a:pt x="32270" y="82275"/>
                  <a:pt x="32583" y="82265"/>
                </a:cubicBezTo>
                <a:lnTo>
                  <a:pt x="32583" y="82315"/>
                </a:lnTo>
                <a:cubicBezTo>
                  <a:pt x="32234" y="82315"/>
                  <a:pt x="31911" y="82365"/>
                  <a:pt x="31562" y="82365"/>
                </a:cubicBezTo>
                <a:cubicBezTo>
                  <a:pt x="30243" y="82365"/>
                  <a:pt x="28949" y="82265"/>
                  <a:pt x="27604" y="82091"/>
                </a:cubicBezTo>
                <a:cubicBezTo>
                  <a:pt x="27604" y="82041"/>
                  <a:pt x="27629" y="82016"/>
                  <a:pt x="27629" y="82016"/>
                </a:cubicBezTo>
                <a:close/>
                <a:moveTo>
                  <a:pt x="52471" y="76963"/>
                </a:moveTo>
                <a:cubicBezTo>
                  <a:pt x="53118" y="77660"/>
                  <a:pt x="53715" y="78407"/>
                  <a:pt x="54313" y="79178"/>
                </a:cubicBezTo>
                <a:cubicBezTo>
                  <a:pt x="52371" y="80498"/>
                  <a:pt x="50454" y="81742"/>
                  <a:pt x="48513" y="82813"/>
                </a:cubicBezTo>
                <a:cubicBezTo>
                  <a:pt x="47741" y="80796"/>
                  <a:pt x="46646" y="78905"/>
                  <a:pt x="45227" y="77287"/>
                </a:cubicBezTo>
                <a:lnTo>
                  <a:pt x="45252" y="77287"/>
                </a:lnTo>
                <a:cubicBezTo>
                  <a:pt x="45302" y="77287"/>
                  <a:pt x="45352" y="77312"/>
                  <a:pt x="45402" y="77312"/>
                </a:cubicBezTo>
                <a:cubicBezTo>
                  <a:pt x="45426" y="77312"/>
                  <a:pt x="45501" y="77361"/>
                  <a:pt x="45526" y="77361"/>
                </a:cubicBezTo>
                <a:cubicBezTo>
                  <a:pt x="45626" y="77386"/>
                  <a:pt x="45750" y="77386"/>
                  <a:pt x="45850" y="77411"/>
                </a:cubicBezTo>
                <a:cubicBezTo>
                  <a:pt x="46024" y="77436"/>
                  <a:pt x="46173" y="77486"/>
                  <a:pt x="46372" y="77511"/>
                </a:cubicBezTo>
                <a:cubicBezTo>
                  <a:pt x="46472" y="77511"/>
                  <a:pt x="46522" y="77536"/>
                  <a:pt x="46621" y="77536"/>
                </a:cubicBezTo>
                <a:lnTo>
                  <a:pt x="46870" y="77536"/>
                </a:lnTo>
                <a:cubicBezTo>
                  <a:pt x="47194" y="77561"/>
                  <a:pt x="47542" y="77610"/>
                  <a:pt x="47891" y="77610"/>
                </a:cubicBezTo>
                <a:lnTo>
                  <a:pt x="47990" y="77610"/>
                </a:lnTo>
                <a:cubicBezTo>
                  <a:pt x="48239" y="77610"/>
                  <a:pt x="48488" y="77610"/>
                  <a:pt x="48762" y="77561"/>
                </a:cubicBezTo>
                <a:cubicBezTo>
                  <a:pt x="48861" y="77561"/>
                  <a:pt x="48936" y="77536"/>
                  <a:pt x="49061" y="77536"/>
                </a:cubicBezTo>
                <a:cubicBezTo>
                  <a:pt x="49160" y="77536"/>
                  <a:pt x="49235" y="77536"/>
                  <a:pt x="49334" y="77511"/>
                </a:cubicBezTo>
                <a:cubicBezTo>
                  <a:pt x="49409" y="77511"/>
                  <a:pt x="49509" y="77511"/>
                  <a:pt x="49608" y="77461"/>
                </a:cubicBezTo>
                <a:cubicBezTo>
                  <a:pt x="49782" y="77436"/>
                  <a:pt x="49982" y="77411"/>
                  <a:pt x="50156" y="77411"/>
                </a:cubicBezTo>
                <a:cubicBezTo>
                  <a:pt x="50255" y="77411"/>
                  <a:pt x="50355" y="77386"/>
                  <a:pt x="50479" y="77386"/>
                </a:cubicBezTo>
                <a:cubicBezTo>
                  <a:pt x="50504" y="77386"/>
                  <a:pt x="50579" y="77337"/>
                  <a:pt x="50604" y="77337"/>
                </a:cubicBezTo>
                <a:lnTo>
                  <a:pt x="51077" y="77262"/>
                </a:lnTo>
                <a:cubicBezTo>
                  <a:pt x="51151" y="77262"/>
                  <a:pt x="51226" y="77212"/>
                  <a:pt x="51326" y="77212"/>
                </a:cubicBezTo>
                <a:lnTo>
                  <a:pt x="51351" y="77212"/>
                </a:lnTo>
                <a:cubicBezTo>
                  <a:pt x="51400" y="77212"/>
                  <a:pt x="51475" y="77187"/>
                  <a:pt x="51525" y="77187"/>
                </a:cubicBezTo>
                <a:cubicBezTo>
                  <a:pt x="51699" y="77162"/>
                  <a:pt x="51873" y="77137"/>
                  <a:pt x="52023" y="77063"/>
                </a:cubicBezTo>
                <a:cubicBezTo>
                  <a:pt x="52097" y="77038"/>
                  <a:pt x="52147" y="77038"/>
                  <a:pt x="52222" y="77038"/>
                </a:cubicBezTo>
                <a:cubicBezTo>
                  <a:pt x="52321" y="77013"/>
                  <a:pt x="52371" y="77013"/>
                  <a:pt x="52471" y="76963"/>
                </a:cubicBezTo>
                <a:close/>
                <a:moveTo>
                  <a:pt x="44779" y="77162"/>
                </a:moveTo>
                <a:cubicBezTo>
                  <a:pt x="44804" y="77162"/>
                  <a:pt x="44804" y="77162"/>
                  <a:pt x="44854" y="77187"/>
                </a:cubicBezTo>
                <a:cubicBezTo>
                  <a:pt x="46372" y="78880"/>
                  <a:pt x="47542" y="80796"/>
                  <a:pt x="48364" y="82962"/>
                </a:cubicBezTo>
                <a:cubicBezTo>
                  <a:pt x="48339" y="82962"/>
                  <a:pt x="48339" y="82987"/>
                  <a:pt x="48289" y="82987"/>
                </a:cubicBezTo>
                <a:cubicBezTo>
                  <a:pt x="47492" y="80846"/>
                  <a:pt x="46298" y="78880"/>
                  <a:pt x="44779" y="77162"/>
                </a:cubicBezTo>
                <a:close/>
                <a:moveTo>
                  <a:pt x="54462" y="79353"/>
                </a:moveTo>
                <a:lnTo>
                  <a:pt x="54487" y="79378"/>
                </a:lnTo>
                <a:cubicBezTo>
                  <a:pt x="52520" y="80722"/>
                  <a:pt x="50604" y="81916"/>
                  <a:pt x="48637" y="83037"/>
                </a:cubicBezTo>
                <a:cubicBezTo>
                  <a:pt x="48637" y="83012"/>
                  <a:pt x="48637" y="83012"/>
                  <a:pt x="48613" y="82987"/>
                </a:cubicBezTo>
                <a:cubicBezTo>
                  <a:pt x="50529" y="81892"/>
                  <a:pt x="52496" y="80647"/>
                  <a:pt x="54462" y="79353"/>
                </a:cubicBezTo>
                <a:close/>
                <a:moveTo>
                  <a:pt x="48463" y="83111"/>
                </a:moveTo>
                <a:cubicBezTo>
                  <a:pt x="48463" y="83136"/>
                  <a:pt x="48463" y="83136"/>
                  <a:pt x="48488" y="83161"/>
                </a:cubicBezTo>
                <a:cubicBezTo>
                  <a:pt x="48463" y="83161"/>
                  <a:pt x="48413" y="83161"/>
                  <a:pt x="48413" y="83211"/>
                </a:cubicBezTo>
                <a:cubicBezTo>
                  <a:pt x="48413" y="83161"/>
                  <a:pt x="48413" y="83161"/>
                  <a:pt x="48388" y="83136"/>
                </a:cubicBezTo>
                <a:cubicBezTo>
                  <a:pt x="48413" y="83136"/>
                  <a:pt x="48413" y="83111"/>
                  <a:pt x="48463" y="83111"/>
                </a:cubicBezTo>
                <a:close/>
                <a:moveTo>
                  <a:pt x="44406" y="79054"/>
                </a:moveTo>
                <a:cubicBezTo>
                  <a:pt x="44406" y="79104"/>
                  <a:pt x="44431" y="79104"/>
                  <a:pt x="44431" y="79129"/>
                </a:cubicBezTo>
                <a:cubicBezTo>
                  <a:pt x="44655" y="79527"/>
                  <a:pt x="44854" y="79925"/>
                  <a:pt x="45003" y="80348"/>
                </a:cubicBezTo>
                <a:cubicBezTo>
                  <a:pt x="45028" y="80423"/>
                  <a:pt x="45053" y="80523"/>
                  <a:pt x="45128" y="80622"/>
                </a:cubicBezTo>
                <a:cubicBezTo>
                  <a:pt x="45302" y="81045"/>
                  <a:pt x="45476" y="81518"/>
                  <a:pt x="45601" y="81966"/>
                </a:cubicBezTo>
                <a:cubicBezTo>
                  <a:pt x="45601" y="81991"/>
                  <a:pt x="45601" y="81991"/>
                  <a:pt x="45626" y="82016"/>
                </a:cubicBezTo>
                <a:cubicBezTo>
                  <a:pt x="45750" y="82414"/>
                  <a:pt x="45825" y="82862"/>
                  <a:pt x="45924" y="83261"/>
                </a:cubicBezTo>
                <a:cubicBezTo>
                  <a:pt x="45302" y="82464"/>
                  <a:pt x="44879" y="81518"/>
                  <a:pt x="44605" y="80448"/>
                </a:cubicBezTo>
                <a:cubicBezTo>
                  <a:pt x="44605" y="80423"/>
                  <a:pt x="44555" y="80373"/>
                  <a:pt x="44555" y="80348"/>
                </a:cubicBezTo>
                <a:lnTo>
                  <a:pt x="44481" y="79875"/>
                </a:lnTo>
                <a:cubicBezTo>
                  <a:pt x="44431" y="79676"/>
                  <a:pt x="44406" y="79502"/>
                  <a:pt x="44381" y="79353"/>
                </a:cubicBezTo>
                <a:cubicBezTo>
                  <a:pt x="44381" y="79253"/>
                  <a:pt x="44381" y="79154"/>
                  <a:pt x="44406" y="79054"/>
                </a:cubicBezTo>
                <a:close/>
                <a:moveTo>
                  <a:pt x="7567" y="72956"/>
                </a:moveTo>
                <a:lnTo>
                  <a:pt x="7567" y="72956"/>
                </a:lnTo>
                <a:cubicBezTo>
                  <a:pt x="6298" y="76565"/>
                  <a:pt x="5402" y="80050"/>
                  <a:pt x="4904" y="83385"/>
                </a:cubicBezTo>
                <a:cubicBezTo>
                  <a:pt x="4107" y="82041"/>
                  <a:pt x="3485" y="80597"/>
                  <a:pt x="3087" y="78979"/>
                </a:cubicBezTo>
                <a:cubicBezTo>
                  <a:pt x="4057" y="76938"/>
                  <a:pt x="5426" y="75022"/>
                  <a:pt x="7169" y="73329"/>
                </a:cubicBezTo>
                <a:cubicBezTo>
                  <a:pt x="7318" y="73180"/>
                  <a:pt x="7443" y="73080"/>
                  <a:pt x="7567" y="72956"/>
                </a:cubicBezTo>
                <a:close/>
                <a:moveTo>
                  <a:pt x="16677" y="79751"/>
                </a:moveTo>
                <a:cubicBezTo>
                  <a:pt x="16777" y="79776"/>
                  <a:pt x="16876" y="79851"/>
                  <a:pt x="16976" y="79900"/>
                </a:cubicBezTo>
                <a:cubicBezTo>
                  <a:pt x="17100" y="79975"/>
                  <a:pt x="17250" y="80025"/>
                  <a:pt x="17374" y="80050"/>
                </a:cubicBezTo>
                <a:cubicBezTo>
                  <a:pt x="17499" y="80124"/>
                  <a:pt x="17623" y="80149"/>
                  <a:pt x="17748" y="80224"/>
                </a:cubicBezTo>
                <a:cubicBezTo>
                  <a:pt x="16901" y="81294"/>
                  <a:pt x="16130" y="82464"/>
                  <a:pt x="15482" y="83634"/>
                </a:cubicBezTo>
                <a:cubicBezTo>
                  <a:pt x="15806" y="82365"/>
                  <a:pt x="16229" y="81045"/>
                  <a:pt x="16677" y="79751"/>
                </a:cubicBezTo>
                <a:close/>
                <a:moveTo>
                  <a:pt x="46118" y="83555"/>
                </a:moveTo>
                <a:cubicBezTo>
                  <a:pt x="46128" y="83612"/>
                  <a:pt x="46138" y="83669"/>
                  <a:pt x="46147" y="83726"/>
                </a:cubicBezTo>
                <a:lnTo>
                  <a:pt x="46147" y="83726"/>
                </a:lnTo>
                <a:cubicBezTo>
                  <a:pt x="46145" y="83719"/>
                  <a:pt x="46139" y="83709"/>
                  <a:pt x="46123" y="83709"/>
                </a:cubicBezTo>
                <a:lnTo>
                  <a:pt x="46099" y="83659"/>
                </a:lnTo>
                <a:cubicBezTo>
                  <a:pt x="46107" y="83623"/>
                  <a:pt x="46114" y="83589"/>
                  <a:pt x="46118" y="83555"/>
                </a:cubicBezTo>
                <a:close/>
                <a:moveTo>
                  <a:pt x="7816" y="72831"/>
                </a:moveTo>
                <a:lnTo>
                  <a:pt x="7841" y="72881"/>
                </a:lnTo>
                <a:cubicBezTo>
                  <a:pt x="6472" y="76640"/>
                  <a:pt x="5551" y="80274"/>
                  <a:pt x="5053" y="83734"/>
                </a:cubicBezTo>
                <a:cubicBezTo>
                  <a:pt x="5053" y="83709"/>
                  <a:pt x="5053" y="83659"/>
                  <a:pt x="5028" y="83634"/>
                </a:cubicBezTo>
                <a:cubicBezTo>
                  <a:pt x="5103" y="82962"/>
                  <a:pt x="5227" y="82240"/>
                  <a:pt x="5352" y="81543"/>
                </a:cubicBezTo>
                <a:lnTo>
                  <a:pt x="5352" y="81518"/>
                </a:lnTo>
                <a:cubicBezTo>
                  <a:pt x="5924" y="78730"/>
                  <a:pt x="6721" y="75793"/>
                  <a:pt x="7816" y="72831"/>
                </a:cubicBezTo>
                <a:close/>
                <a:moveTo>
                  <a:pt x="44680" y="81294"/>
                </a:moveTo>
                <a:cubicBezTo>
                  <a:pt x="45003" y="82165"/>
                  <a:pt x="45476" y="82987"/>
                  <a:pt x="46024" y="83634"/>
                </a:cubicBezTo>
                <a:cubicBezTo>
                  <a:pt x="46024" y="83658"/>
                  <a:pt x="46024" y="83729"/>
                  <a:pt x="46047" y="83756"/>
                </a:cubicBezTo>
                <a:lnTo>
                  <a:pt x="46047" y="83756"/>
                </a:lnTo>
                <a:cubicBezTo>
                  <a:pt x="45475" y="83134"/>
                  <a:pt x="45028" y="82413"/>
                  <a:pt x="44729" y="81593"/>
                </a:cubicBezTo>
                <a:cubicBezTo>
                  <a:pt x="44729" y="81493"/>
                  <a:pt x="44680" y="81394"/>
                  <a:pt x="44680" y="81294"/>
                </a:cubicBezTo>
                <a:close/>
                <a:moveTo>
                  <a:pt x="2937" y="79203"/>
                </a:moveTo>
                <a:cubicBezTo>
                  <a:pt x="3385" y="80821"/>
                  <a:pt x="4033" y="82315"/>
                  <a:pt x="4829" y="83659"/>
                </a:cubicBezTo>
                <a:cubicBezTo>
                  <a:pt x="4829" y="83709"/>
                  <a:pt x="4829" y="83734"/>
                  <a:pt x="4804" y="83758"/>
                </a:cubicBezTo>
                <a:cubicBezTo>
                  <a:pt x="3983" y="82414"/>
                  <a:pt x="3336" y="80921"/>
                  <a:pt x="2863" y="79278"/>
                </a:cubicBezTo>
                <a:cubicBezTo>
                  <a:pt x="2912" y="79278"/>
                  <a:pt x="2937" y="79253"/>
                  <a:pt x="2937" y="79203"/>
                </a:cubicBezTo>
                <a:close/>
                <a:moveTo>
                  <a:pt x="44754" y="77386"/>
                </a:moveTo>
                <a:cubicBezTo>
                  <a:pt x="46248" y="79029"/>
                  <a:pt x="47393" y="80921"/>
                  <a:pt x="48164" y="83037"/>
                </a:cubicBezTo>
                <a:cubicBezTo>
                  <a:pt x="47617" y="83360"/>
                  <a:pt x="47094" y="83659"/>
                  <a:pt x="46522" y="83958"/>
                </a:cubicBezTo>
                <a:lnTo>
                  <a:pt x="46497" y="83908"/>
                </a:lnTo>
                <a:cubicBezTo>
                  <a:pt x="46472" y="83833"/>
                  <a:pt x="46472" y="83734"/>
                  <a:pt x="46422" y="83634"/>
                </a:cubicBezTo>
                <a:cubicBezTo>
                  <a:pt x="46372" y="83385"/>
                  <a:pt x="46347" y="83111"/>
                  <a:pt x="46273" y="82862"/>
                </a:cubicBezTo>
                <a:cubicBezTo>
                  <a:pt x="46223" y="82613"/>
                  <a:pt x="46148" y="82389"/>
                  <a:pt x="46099" y="82165"/>
                </a:cubicBezTo>
                <a:cubicBezTo>
                  <a:pt x="45999" y="81867"/>
                  <a:pt x="45899" y="81518"/>
                  <a:pt x="45800" y="81220"/>
                </a:cubicBezTo>
                <a:cubicBezTo>
                  <a:pt x="45750" y="81020"/>
                  <a:pt x="45650" y="80796"/>
                  <a:pt x="45601" y="80622"/>
                </a:cubicBezTo>
                <a:cubicBezTo>
                  <a:pt x="45476" y="80274"/>
                  <a:pt x="45352" y="79975"/>
                  <a:pt x="45178" y="79627"/>
                </a:cubicBezTo>
                <a:cubicBezTo>
                  <a:pt x="45103" y="79427"/>
                  <a:pt x="45003" y="79253"/>
                  <a:pt x="44904" y="79029"/>
                </a:cubicBezTo>
                <a:cubicBezTo>
                  <a:pt x="44779" y="78780"/>
                  <a:pt x="44680" y="78531"/>
                  <a:pt x="44530" y="78307"/>
                </a:cubicBezTo>
                <a:lnTo>
                  <a:pt x="44530" y="78258"/>
                </a:lnTo>
                <a:cubicBezTo>
                  <a:pt x="44530" y="78233"/>
                  <a:pt x="44555" y="78158"/>
                  <a:pt x="44555" y="78133"/>
                </a:cubicBezTo>
                <a:lnTo>
                  <a:pt x="44754" y="77386"/>
                </a:lnTo>
                <a:close/>
                <a:moveTo>
                  <a:pt x="46248" y="83958"/>
                </a:moveTo>
                <a:lnTo>
                  <a:pt x="46273" y="83982"/>
                </a:lnTo>
                <a:lnTo>
                  <a:pt x="46273" y="84032"/>
                </a:lnTo>
                <a:lnTo>
                  <a:pt x="46248" y="84007"/>
                </a:lnTo>
                <a:cubicBezTo>
                  <a:pt x="46273" y="84007"/>
                  <a:pt x="46273" y="83982"/>
                  <a:pt x="46248" y="83958"/>
                </a:cubicBezTo>
                <a:close/>
                <a:moveTo>
                  <a:pt x="4978" y="83908"/>
                </a:moveTo>
                <a:cubicBezTo>
                  <a:pt x="5028" y="83958"/>
                  <a:pt x="5028" y="83982"/>
                  <a:pt x="5053" y="84007"/>
                </a:cubicBezTo>
                <a:lnTo>
                  <a:pt x="5053" y="84107"/>
                </a:lnTo>
                <a:cubicBezTo>
                  <a:pt x="5028" y="84082"/>
                  <a:pt x="5028" y="84032"/>
                  <a:pt x="4978" y="84032"/>
                </a:cubicBezTo>
                <a:lnTo>
                  <a:pt x="4978" y="83908"/>
                </a:lnTo>
                <a:close/>
                <a:moveTo>
                  <a:pt x="48239" y="83261"/>
                </a:moveTo>
                <a:lnTo>
                  <a:pt x="48239" y="83286"/>
                </a:lnTo>
                <a:cubicBezTo>
                  <a:pt x="47741" y="83559"/>
                  <a:pt x="47194" y="83883"/>
                  <a:pt x="46721" y="84157"/>
                </a:cubicBezTo>
                <a:lnTo>
                  <a:pt x="46671" y="84132"/>
                </a:lnTo>
                <a:cubicBezTo>
                  <a:pt x="47194" y="83858"/>
                  <a:pt x="47716" y="83559"/>
                  <a:pt x="48239" y="83261"/>
                </a:cubicBezTo>
                <a:close/>
                <a:moveTo>
                  <a:pt x="16478" y="79627"/>
                </a:moveTo>
                <a:cubicBezTo>
                  <a:pt x="16503" y="79627"/>
                  <a:pt x="16503" y="79651"/>
                  <a:pt x="16528" y="79651"/>
                </a:cubicBezTo>
                <a:cubicBezTo>
                  <a:pt x="15980" y="81244"/>
                  <a:pt x="15507" y="82788"/>
                  <a:pt x="15109" y="84356"/>
                </a:cubicBezTo>
                <a:cubicBezTo>
                  <a:pt x="15059" y="84455"/>
                  <a:pt x="15010" y="84505"/>
                  <a:pt x="14985" y="84605"/>
                </a:cubicBezTo>
                <a:cubicBezTo>
                  <a:pt x="15383" y="82987"/>
                  <a:pt x="15881" y="81344"/>
                  <a:pt x="16478" y="79627"/>
                </a:cubicBezTo>
                <a:close/>
                <a:moveTo>
                  <a:pt x="17897" y="80274"/>
                </a:moveTo>
                <a:cubicBezTo>
                  <a:pt x="17922" y="80274"/>
                  <a:pt x="17922" y="80299"/>
                  <a:pt x="17972" y="80299"/>
                </a:cubicBezTo>
                <a:cubicBezTo>
                  <a:pt x="16876" y="81717"/>
                  <a:pt x="15930" y="83211"/>
                  <a:pt x="15159" y="84754"/>
                </a:cubicBezTo>
                <a:cubicBezTo>
                  <a:pt x="15184" y="84655"/>
                  <a:pt x="15234" y="84580"/>
                  <a:pt x="15234" y="84480"/>
                </a:cubicBezTo>
                <a:cubicBezTo>
                  <a:pt x="16005" y="82987"/>
                  <a:pt x="16876" y="81593"/>
                  <a:pt x="17897" y="80274"/>
                </a:cubicBezTo>
                <a:close/>
                <a:moveTo>
                  <a:pt x="63348" y="72831"/>
                </a:moveTo>
                <a:cubicBezTo>
                  <a:pt x="63522" y="73030"/>
                  <a:pt x="63697" y="73180"/>
                  <a:pt x="63846" y="73354"/>
                </a:cubicBezTo>
                <a:cubicBezTo>
                  <a:pt x="64070" y="73578"/>
                  <a:pt x="64269" y="73827"/>
                  <a:pt x="64468" y="74051"/>
                </a:cubicBezTo>
                <a:cubicBezTo>
                  <a:pt x="64717" y="74325"/>
                  <a:pt x="64966" y="74599"/>
                  <a:pt x="65190" y="74897"/>
                </a:cubicBezTo>
                <a:cubicBezTo>
                  <a:pt x="65290" y="75022"/>
                  <a:pt x="65389" y="75096"/>
                  <a:pt x="65464" y="75221"/>
                </a:cubicBezTo>
                <a:cubicBezTo>
                  <a:pt x="66783" y="76789"/>
                  <a:pt x="68052" y="78432"/>
                  <a:pt x="69297" y="80124"/>
                </a:cubicBezTo>
                <a:cubicBezTo>
                  <a:pt x="66310" y="82240"/>
                  <a:pt x="63273" y="83808"/>
                  <a:pt x="60411" y="84879"/>
                </a:cubicBezTo>
                <a:cubicBezTo>
                  <a:pt x="58942" y="82663"/>
                  <a:pt x="57573" y="80423"/>
                  <a:pt x="56379" y="78282"/>
                </a:cubicBezTo>
                <a:cubicBezTo>
                  <a:pt x="58793" y="76565"/>
                  <a:pt x="61108" y="74723"/>
                  <a:pt x="63348" y="72831"/>
                </a:cubicBezTo>
                <a:close/>
                <a:moveTo>
                  <a:pt x="44729" y="82066"/>
                </a:moveTo>
                <a:cubicBezTo>
                  <a:pt x="45053" y="82862"/>
                  <a:pt x="45526" y="83534"/>
                  <a:pt x="46049" y="84107"/>
                </a:cubicBezTo>
                <a:lnTo>
                  <a:pt x="46049" y="84182"/>
                </a:lnTo>
                <a:cubicBezTo>
                  <a:pt x="45551" y="84480"/>
                  <a:pt x="45028" y="84729"/>
                  <a:pt x="44530" y="85003"/>
                </a:cubicBezTo>
                <a:cubicBezTo>
                  <a:pt x="44530" y="84978"/>
                  <a:pt x="44530" y="84953"/>
                  <a:pt x="44555" y="84903"/>
                </a:cubicBezTo>
                <a:cubicBezTo>
                  <a:pt x="44680" y="84032"/>
                  <a:pt x="44729" y="83211"/>
                  <a:pt x="44729" y="82365"/>
                </a:cubicBezTo>
                <a:lnTo>
                  <a:pt x="44729" y="82265"/>
                </a:lnTo>
                <a:lnTo>
                  <a:pt x="44729" y="82066"/>
                </a:lnTo>
                <a:close/>
                <a:moveTo>
                  <a:pt x="56229" y="78407"/>
                </a:moveTo>
                <a:cubicBezTo>
                  <a:pt x="57374" y="80523"/>
                  <a:pt x="58743" y="82763"/>
                  <a:pt x="60237" y="84978"/>
                </a:cubicBezTo>
                <a:cubicBezTo>
                  <a:pt x="60212" y="84978"/>
                  <a:pt x="60212" y="84978"/>
                  <a:pt x="60187" y="85003"/>
                </a:cubicBezTo>
                <a:cubicBezTo>
                  <a:pt x="58718" y="82763"/>
                  <a:pt x="57349" y="80547"/>
                  <a:pt x="56204" y="78432"/>
                </a:cubicBezTo>
                <a:lnTo>
                  <a:pt x="56229" y="78407"/>
                </a:lnTo>
                <a:close/>
                <a:moveTo>
                  <a:pt x="97624" y="84234"/>
                </a:moveTo>
                <a:cubicBezTo>
                  <a:pt x="97399" y="84491"/>
                  <a:pt x="97172" y="84749"/>
                  <a:pt x="96940" y="85010"/>
                </a:cubicBezTo>
                <a:lnTo>
                  <a:pt x="96940" y="85010"/>
                </a:lnTo>
                <a:cubicBezTo>
                  <a:pt x="97182" y="84723"/>
                  <a:pt x="97413" y="84456"/>
                  <a:pt x="97624" y="84234"/>
                </a:cubicBezTo>
                <a:close/>
                <a:moveTo>
                  <a:pt x="69446" y="80274"/>
                </a:moveTo>
                <a:cubicBezTo>
                  <a:pt x="69446" y="80299"/>
                  <a:pt x="69446" y="80299"/>
                  <a:pt x="69496" y="80348"/>
                </a:cubicBezTo>
                <a:cubicBezTo>
                  <a:pt x="66534" y="82414"/>
                  <a:pt x="63473" y="84032"/>
                  <a:pt x="60585" y="85103"/>
                </a:cubicBezTo>
                <a:cubicBezTo>
                  <a:pt x="60585" y="85078"/>
                  <a:pt x="60560" y="85078"/>
                  <a:pt x="60560" y="85028"/>
                </a:cubicBezTo>
                <a:cubicBezTo>
                  <a:pt x="63423" y="83982"/>
                  <a:pt x="66459" y="82365"/>
                  <a:pt x="69446" y="80274"/>
                </a:cubicBezTo>
                <a:close/>
                <a:moveTo>
                  <a:pt x="44428" y="81464"/>
                </a:moveTo>
                <a:cubicBezTo>
                  <a:pt x="44438" y="81506"/>
                  <a:pt x="44450" y="81557"/>
                  <a:pt x="44481" y="81618"/>
                </a:cubicBezTo>
                <a:cubicBezTo>
                  <a:pt x="44530" y="82788"/>
                  <a:pt x="44505" y="83982"/>
                  <a:pt x="44281" y="85152"/>
                </a:cubicBezTo>
                <a:cubicBezTo>
                  <a:pt x="44281" y="85152"/>
                  <a:pt x="44257" y="85152"/>
                  <a:pt x="44257" y="85177"/>
                </a:cubicBezTo>
                <a:cubicBezTo>
                  <a:pt x="44257" y="85103"/>
                  <a:pt x="44281" y="85003"/>
                  <a:pt x="44306" y="84903"/>
                </a:cubicBezTo>
                <a:cubicBezTo>
                  <a:pt x="44481" y="83958"/>
                  <a:pt x="44505" y="83012"/>
                  <a:pt x="44481" y="82116"/>
                </a:cubicBezTo>
                <a:lnTo>
                  <a:pt x="44481" y="81867"/>
                </a:lnTo>
                <a:cubicBezTo>
                  <a:pt x="44481" y="81767"/>
                  <a:pt x="44431" y="81643"/>
                  <a:pt x="44431" y="81543"/>
                </a:cubicBezTo>
                <a:cubicBezTo>
                  <a:pt x="44431" y="81520"/>
                  <a:pt x="44431" y="81490"/>
                  <a:pt x="44428" y="81464"/>
                </a:cubicBezTo>
                <a:close/>
                <a:moveTo>
                  <a:pt x="60361" y="85127"/>
                </a:moveTo>
                <a:cubicBezTo>
                  <a:pt x="60361" y="85127"/>
                  <a:pt x="60411" y="85152"/>
                  <a:pt x="60411" y="85202"/>
                </a:cubicBezTo>
                <a:cubicBezTo>
                  <a:pt x="60361" y="85202"/>
                  <a:pt x="60361" y="85202"/>
                  <a:pt x="60336" y="85227"/>
                </a:cubicBezTo>
                <a:cubicBezTo>
                  <a:pt x="60336" y="85202"/>
                  <a:pt x="60311" y="85202"/>
                  <a:pt x="60311" y="85152"/>
                </a:cubicBezTo>
                <a:cubicBezTo>
                  <a:pt x="60336" y="85152"/>
                  <a:pt x="60336" y="85152"/>
                  <a:pt x="60361" y="85127"/>
                </a:cubicBezTo>
                <a:close/>
                <a:moveTo>
                  <a:pt x="46123" y="84381"/>
                </a:moveTo>
                <a:lnTo>
                  <a:pt x="46123" y="84455"/>
                </a:lnTo>
                <a:cubicBezTo>
                  <a:pt x="45607" y="84726"/>
                  <a:pt x="45042" y="84996"/>
                  <a:pt x="44525" y="85267"/>
                </a:cubicBezTo>
                <a:lnTo>
                  <a:pt x="44525" y="85267"/>
                </a:lnTo>
                <a:cubicBezTo>
                  <a:pt x="44530" y="85257"/>
                  <a:pt x="44530" y="85242"/>
                  <a:pt x="44530" y="85227"/>
                </a:cubicBezTo>
                <a:lnTo>
                  <a:pt x="46123" y="84381"/>
                </a:lnTo>
                <a:close/>
                <a:moveTo>
                  <a:pt x="1917" y="71537"/>
                </a:moveTo>
                <a:lnTo>
                  <a:pt x="1917" y="71537"/>
                </a:lnTo>
                <a:cubicBezTo>
                  <a:pt x="1792" y="74151"/>
                  <a:pt x="1991" y="76640"/>
                  <a:pt x="2589" y="78930"/>
                </a:cubicBezTo>
                <a:cubicBezTo>
                  <a:pt x="1867" y="80448"/>
                  <a:pt x="1369" y="82091"/>
                  <a:pt x="1120" y="83709"/>
                </a:cubicBezTo>
                <a:cubicBezTo>
                  <a:pt x="1095" y="83709"/>
                  <a:pt x="1095" y="83734"/>
                  <a:pt x="1095" y="83758"/>
                </a:cubicBezTo>
                <a:lnTo>
                  <a:pt x="996" y="84605"/>
                </a:lnTo>
                <a:lnTo>
                  <a:pt x="996" y="84704"/>
                </a:lnTo>
                <a:cubicBezTo>
                  <a:pt x="996" y="84804"/>
                  <a:pt x="971" y="84978"/>
                  <a:pt x="971" y="85103"/>
                </a:cubicBezTo>
                <a:cubicBezTo>
                  <a:pt x="971" y="85152"/>
                  <a:pt x="971" y="85252"/>
                  <a:pt x="946" y="85327"/>
                </a:cubicBezTo>
                <a:cubicBezTo>
                  <a:pt x="349" y="81120"/>
                  <a:pt x="722" y="76490"/>
                  <a:pt x="1917" y="71537"/>
                </a:cubicBezTo>
                <a:close/>
                <a:moveTo>
                  <a:pt x="44281" y="85351"/>
                </a:moveTo>
                <a:lnTo>
                  <a:pt x="44281" y="85401"/>
                </a:lnTo>
                <a:lnTo>
                  <a:pt x="44257" y="85401"/>
                </a:lnTo>
                <a:cubicBezTo>
                  <a:pt x="44257" y="85401"/>
                  <a:pt x="44257" y="85376"/>
                  <a:pt x="44281" y="85351"/>
                </a:cubicBezTo>
                <a:close/>
                <a:moveTo>
                  <a:pt x="48289" y="83460"/>
                </a:moveTo>
                <a:cubicBezTo>
                  <a:pt x="48538" y="84132"/>
                  <a:pt x="48762" y="84854"/>
                  <a:pt x="48911" y="85575"/>
                </a:cubicBezTo>
                <a:cubicBezTo>
                  <a:pt x="48140" y="85227"/>
                  <a:pt x="47418" y="84779"/>
                  <a:pt x="46845" y="84256"/>
                </a:cubicBezTo>
                <a:cubicBezTo>
                  <a:pt x="47343" y="84007"/>
                  <a:pt x="47841" y="83734"/>
                  <a:pt x="48289" y="83460"/>
                </a:cubicBezTo>
                <a:close/>
                <a:moveTo>
                  <a:pt x="56055" y="78531"/>
                </a:moveTo>
                <a:cubicBezTo>
                  <a:pt x="57200" y="80647"/>
                  <a:pt x="58544" y="82862"/>
                  <a:pt x="60038" y="85078"/>
                </a:cubicBezTo>
                <a:cubicBezTo>
                  <a:pt x="59490" y="85252"/>
                  <a:pt x="58967" y="85451"/>
                  <a:pt x="58445" y="85575"/>
                </a:cubicBezTo>
                <a:cubicBezTo>
                  <a:pt x="57499" y="83286"/>
                  <a:pt x="56329" y="81170"/>
                  <a:pt x="54960" y="79278"/>
                </a:cubicBezTo>
                <a:cubicBezTo>
                  <a:pt x="55333" y="79029"/>
                  <a:pt x="55682" y="78780"/>
                  <a:pt x="56055" y="78531"/>
                </a:cubicBezTo>
                <a:close/>
                <a:moveTo>
                  <a:pt x="54810" y="79378"/>
                </a:moveTo>
                <a:cubicBezTo>
                  <a:pt x="56179" y="81244"/>
                  <a:pt x="57324" y="83360"/>
                  <a:pt x="58245" y="85600"/>
                </a:cubicBezTo>
                <a:cubicBezTo>
                  <a:pt x="58220" y="85600"/>
                  <a:pt x="58220" y="85600"/>
                  <a:pt x="58196" y="85625"/>
                </a:cubicBezTo>
                <a:cubicBezTo>
                  <a:pt x="57250" y="83385"/>
                  <a:pt x="56105" y="81294"/>
                  <a:pt x="54736" y="79427"/>
                </a:cubicBezTo>
                <a:lnTo>
                  <a:pt x="54810" y="79378"/>
                </a:lnTo>
                <a:close/>
                <a:moveTo>
                  <a:pt x="48538" y="83310"/>
                </a:moveTo>
                <a:cubicBezTo>
                  <a:pt x="48837" y="84107"/>
                  <a:pt x="49036" y="84879"/>
                  <a:pt x="49235" y="85700"/>
                </a:cubicBezTo>
                <a:cubicBezTo>
                  <a:pt x="49210" y="85700"/>
                  <a:pt x="49160" y="85650"/>
                  <a:pt x="49160" y="85650"/>
                </a:cubicBezTo>
                <a:cubicBezTo>
                  <a:pt x="48986" y="84879"/>
                  <a:pt x="48737" y="84107"/>
                  <a:pt x="48488" y="83360"/>
                </a:cubicBezTo>
                <a:cubicBezTo>
                  <a:pt x="48513" y="83360"/>
                  <a:pt x="48513" y="83310"/>
                  <a:pt x="48538" y="83310"/>
                </a:cubicBezTo>
                <a:close/>
                <a:moveTo>
                  <a:pt x="60112" y="85202"/>
                </a:moveTo>
                <a:cubicBezTo>
                  <a:pt x="60112" y="85227"/>
                  <a:pt x="60162" y="85227"/>
                  <a:pt x="60162" y="85252"/>
                </a:cubicBezTo>
                <a:cubicBezTo>
                  <a:pt x="59589" y="85451"/>
                  <a:pt x="59067" y="85625"/>
                  <a:pt x="58494" y="85775"/>
                </a:cubicBezTo>
                <a:lnTo>
                  <a:pt x="58494" y="85725"/>
                </a:lnTo>
                <a:cubicBezTo>
                  <a:pt x="59017" y="85575"/>
                  <a:pt x="59589" y="85376"/>
                  <a:pt x="60112" y="85202"/>
                </a:cubicBezTo>
                <a:close/>
                <a:moveTo>
                  <a:pt x="14860" y="85252"/>
                </a:moveTo>
                <a:lnTo>
                  <a:pt x="14860" y="85252"/>
                </a:lnTo>
                <a:cubicBezTo>
                  <a:pt x="14810" y="85351"/>
                  <a:pt x="14810" y="85451"/>
                  <a:pt x="14785" y="85526"/>
                </a:cubicBezTo>
                <a:cubicBezTo>
                  <a:pt x="14761" y="85625"/>
                  <a:pt x="14736" y="85725"/>
                  <a:pt x="14661" y="85824"/>
                </a:cubicBezTo>
                <a:cubicBezTo>
                  <a:pt x="14686" y="85725"/>
                  <a:pt x="14686" y="85625"/>
                  <a:pt x="14736" y="85501"/>
                </a:cubicBezTo>
                <a:cubicBezTo>
                  <a:pt x="14761" y="85401"/>
                  <a:pt x="14810" y="85327"/>
                  <a:pt x="14860" y="85252"/>
                </a:cubicBezTo>
                <a:close/>
                <a:moveTo>
                  <a:pt x="46671" y="84356"/>
                </a:moveTo>
                <a:cubicBezTo>
                  <a:pt x="47343" y="84928"/>
                  <a:pt x="48115" y="85426"/>
                  <a:pt x="48986" y="85775"/>
                </a:cubicBezTo>
                <a:cubicBezTo>
                  <a:pt x="48986" y="85809"/>
                  <a:pt x="48986" y="85832"/>
                  <a:pt x="48994" y="85842"/>
                </a:cubicBezTo>
                <a:lnTo>
                  <a:pt x="48994" y="85842"/>
                </a:lnTo>
                <a:cubicBezTo>
                  <a:pt x="48107" y="85471"/>
                  <a:pt x="47294" y="84977"/>
                  <a:pt x="46627" y="84361"/>
                </a:cubicBezTo>
                <a:lnTo>
                  <a:pt x="46627" y="84361"/>
                </a:lnTo>
                <a:cubicBezTo>
                  <a:pt x="46637" y="84370"/>
                  <a:pt x="46648" y="84374"/>
                  <a:pt x="46655" y="84374"/>
                </a:cubicBezTo>
                <a:cubicBezTo>
                  <a:pt x="46665" y="84374"/>
                  <a:pt x="46671" y="84368"/>
                  <a:pt x="46671" y="84356"/>
                </a:cubicBezTo>
                <a:close/>
                <a:moveTo>
                  <a:pt x="58320" y="85750"/>
                </a:moveTo>
                <a:cubicBezTo>
                  <a:pt x="58320" y="85775"/>
                  <a:pt x="58320" y="85775"/>
                  <a:pt x="58345" y="85799"/>
                </a:cubicBezTo>
                <a:cubicBezTo>
                  <a:pt x="58320" y="85849"/>
                  <a:pt x="58320" y="85849"/>
                  <a:pt x="58295" y="85849"/>
                </a:cubicBezTo>
                <a:cubicBezTo>
                  <a:pt x="58295" y="85799"/>
                  <a:pt x="58295" y="85799"/>
                  <a:pt x="58245" y="85775"/>
                </a:cubicBezTo>
                <a:cubicBezTo>
                  <a:pt x="58295" y="85775"/>
                  <a:pt x="58295" y="85775"/>
                  <a:pt x="58320" y="85750"/>
                </a:cubicBezTo>
                <a:close/>
                <a:moveTo>
                  <a:pt x="43809" y="78880"/>
                </a:moveTo>
                <a:lnTo>
                  <a:pt x="43908" y="79353"/>
                </a:lnTo>
                <a:lnTo>
                  <a:pt x="43908" y="79427"/>
                </a:lnTo>
                <a:lnTo>
                  <a:pt x="43908" y="79527"/>
                </a:lnTo>
                <a:lnTo>
                  <a:pt x="43933" y="79527"/>
                </a:lnTo>
                <a:cubicBezTo>
                  <a:pt x="44008" y="79851"/>
                  <a:pt x="44033" y="80149"/>
                  <a:pt x="44132" y="80473"/>
                </a:cubicBezTo>
                <a:cubicBezTo>
                  <a:pt x="44182" y="80846"/>
                  <a:pt x="44232" y="81220"/>
                  <a:pt x="44257" y="81593"/>
                </a:cubicBezTo>
                <a:cubicBezTo>
                  <a:pt x="44257" y="81717"/>
                  <a:pt x="44281" y="81792"/>
                  <a:pt x="44281" y="81916"/>
                </a:cubicBezTo>
                <a:lnTo>
                  <a:pt x="44281" y="82016"/>
                </a:lnTo>
                <a:lnTo>
                  <a:pt x="44281" y="83037"/>
                </a:lnTo>
                <a:cubicBezTo>
                  <a:pt x="44257" y="83783"/>
                  <a:pt x="44182" y="84530"/>
                  <a:pt x="44033" y="85277"/>
                </a:cubicBezTo>
                <a:cubicBezTo>
                  <a:pt x="43560" y="85526"/>
                  <a:pt x="43062" y="85750"/>
                  <a:pt x="42614" y="85974"/>
                </a:cubicBezTo>
                <a:cubicBezTo>
                  <a:pt x="42639" y="83758"/>
                  <a:pt x="43037" y="81369"/>
                  <a:pt x="43809" y="78880"/>
                </a:cubicBezTo>
                <a:close/>
                <a:moveTo>
                  <a:pt x="49235" y="85899"/>
                </a:moveTo>
                <a:cubicBezTo>
                  <a:pt x="49235" y="85899"/>
                  <a:pt x="49260" y="85899"/>
                  <a:pt x="49285" y="85949"/>
                </a:cubicBezTo>
                <a:cubicBezTo>
                  <a:pt x="49285" y="85974"/>
                  <a:pt x="49285" y="85999"/>
                  <a:pt x="49334" y="85999"/>
                </a:cubicBezTo>
                <a:lnTo>
                  <a:pt x="49260" y="85999"/>
                </a:lnTo>
                <a:cubicBezTo>
                  <a:pt x="49260" y="85974"/>
                  <a:pt x="49260" y="85949"/>
                  <a:pt x="49235" y="85899"/>
                </a:cubicBezTo>
                <a:close/>
                <a:moveTo>
                  <a:pt x="43734" y="78482"/>
                </a:moveTo>
                <a:cubicBezTo>
                  <a:pt x="43734" y="78506"/>
                  <a:pt x="43759" y="78531"/>
                  <a:pt x="43759" y="78556"/>
                </a:cubicBezTo>
                <a:cubicBezTo>
                  <a:pt x="42912" y="81170"/>
                  <a:pt x="42440" y="83709"/>
                  <a:pt x="42440" y="86024"/>
                </a:cubicBezTo>
                <a:cubicBezTo>
                  <a:pt x="42415" y="86048"/>
                  <a:pt x="42390" y="86048"/>
                  <a:pt x="42390" y="86048"/>
                </a:cubicBezTo>
                <a:cubicBezTo>
                  <a:pt x="42390" y="83684"/>
                  <a:pt x="42863" y="81145"/>
                  <a:pt x="43734" y="78482"/>
                </a:cubicBezTo>
                <a:close/>
                <a:moveTo>
                  <a:pt x="44008" y="85476"/>
                </a:moveTo>
                <a:lnTo>
                  <a:pt x="44008" y="85526"/>
                </a:lnTo>
                <a:cubicBezTo>
                  <a:pt x="43535" y="85750"/>
                  <a:pt x="43062" y="85999"/>
                  <a:pt x="42639" y="86223"/>
                </a:cubicBezTo>
                <a:lnTo>
                  <a:pt x="42639" y="86148"/>
                </a:lnTo>
                <a:cubicBezTo>
                  <a:pt x="43062" y="85949"/>
                  <a:pt x="43535" y="85725"/>
                  <a:pt x="44008" y="85476"/>
                </a:cubicBezTo>
                <a:close/>
                <a:moveTo>
                  <a:pt x="54586" y="79527"/>
                </a:moveTo>
                <a:cubicBezTo>
                  <a:pt x="55931" y="81394"/>
                  <a:pt x="57075" y="83460"/>
                  <a:pt x="57996" y="85650"/>
                </a:cubicBezTo>
                <a:cubicBezTo>
                  <a:pt x="56284" y="86108"/>
                  <a:pt x="54653" y="86346"/>
                  <a:pt x="53148" y="86346"/>
                </a:cubicBezTo>
                <a:cubicBezTo>
                  <a:pt x="51789" y="86346"/>
                  <a:pt x="50531" y="86151"/>
                  <a:pt x="49409" y="85750"/>
                </a:cubicBezTo>
                <a:cubicBezTo>
                  <a:pt x="49235" y="84879"/>
                  <a:pt x="48986" y="84032"/>
                  <a:pt x="48662" y="83211"/>
                </a:cubicBezTo>
                <a:cubicBezTo>
                  <a:pt x="50654" y="82116"/>
                  <a:pt x="52620" y="80871"/>
                  <a:pt x="54586" y="79527"/>
                </a:cubicBezTo>
                <a:close/>
                <a:moveTo>
                  <a:pt x="42440" y="86248"/>
                </a:moveTo>
                <a:lnTo>
                  <a:pt x="42440" y="86322"/>
                </a:lnTo>
                <a:cubicBezTo>
                  <a:pt x="42415" y="86322"/>
                  <a:pt x="42415" y="86347"/>
                  <a:pt x="42390" y="86347"/>
                </a:cubicBezTo>
                <a:lnTo>
                  <a:pt x="42390" y="86272"/>
                </a:lnTo>
                <a:cubicBezTo>
                  <a:pt x="42390" y="86272"/>
                  <a:pt x="42415" y="86248"/>
                  <a:pt x="42440" y="86248"/>
                </a:cubicBezTo>
                <a:close/>
                <a:moveTo>
                  <a:pt x="58071" y="85849"/>
                </a:moveTo>
                <a:cubicBezTo>
                  <a:pt x="58071" y="85874"/>
                  <a:pt x="58071" y="85874"/>
                  <a:pt x="58096" y="85899"/>
                </a:cubicBezTo>
                <a:cubicBezTo>
                  <a:pt x="56354" y="86372"/>
                  <a:pt x="54686" y="86621"/>
                  <a:pt x="53143" y="86621"/>
                </a:cubicBezTo>
                <a:cubicBezTo>
                  <a:pt x="51823" y="86621"/>
                  <a:pt x="50579" y="86422"/>
                  <a:pt x="49484" y="86048"/>
                </a:cubicBezTo>
                <a:cubicBezTo>
                  <a:pt x="49484" y="86030"/>
                  <a:pt x="49484" y="86012"/>
                  <a:pt x="49474" y="86003"/>
                </a:cubicBezTo>
                <a:lnTo>
                  <a:pt x="49474" y="86003"/>
                </a:lnTo>
                <a:cubicBezTo>
                  <a:pt x="50592" y="86363"/>
                  <a:pt x="51841" y="86542"/>
                  <a:pt x="53185" y="86542"/>
                </a:cubicBezTo>
                <a:cubicBezTo>
                  <a:pt x="54709" y="86542"/>
                  <a:pt x="56355" y="86311"/>
                  <a:pt x="58071" y="85849"/>
                </a:cubicBezTo>
                <a:close/>
                <a:moveTo>
                  <a:pt x="2664" y="79203"/>
                </a:moveTo>
                <a:cubicBezTo>
                  <a:pt x="2664" y="79253"/>
                  <a:pt x="2664" y="79278"/>
                  <a:pt x="2688" y="79278"/>
                </a:cubicBezTo>
                <a:cubicBezTo>
                  <a:pt x="2041" y="80722"/>
                  <a:pt x="1593" y="82190"/>
                  <a:pt x="1344" y="83734"/>
                </a:cubicBezTo>
                <a:lnTo>
                  <a:pt x="1344" y="83783"/>
                </a:lnTo>
                <a:cubicBezTo>
                  <a:pt x="1319" y="84082"/>
                  <a:pt x="1295" y="84356"/>
                  <a:pt x="1245" y="84605"/>
                </a:cubicBezTo>
                <a:lnTo>
                  <a:pt x="1245" y="84704"/>
                </a:lnTo>
                <a:cubicBezTo>
                  <a:pt x="1245" y="84854"/>
                  <a:pt x="1220" y="84978"/>
                  <a:pt x="1220" y="85127"/>
                </a:cubicBezTo>
                <a:cubicBezTo>
                  <a:pt x="1220" y="85227"/>
                  <a:pt x="1195" y="85327"/>
                  <a:pt x="1195" y="85401"/>
                </a:cubicBezTo>
                <a:lnTo>
                  <a:pt x="1195" y="85451"/>
                </a:lnTo>
                <a:cubicBezTo>
                  <a:pt x="1170" y="85874"/>
                  <a:pt x="1170" y="86322"/>
                  <a:pt x="1195" y="86745"/>
                </a:cubicBezTo>
                <a:cubicBezTo>
                  <a:pt x="1170" y="86646"/>
                  <a:pt x="1170" y="86571"/>
                  <a:pt x="1120" y="86472"/>
                </a:cubicBezTo>
                <a:cubicBezTo>
                  <a:pt x="1120" y="86123"/>
                  <a:pt x="1095" y="85775"/>
                  <a:pt x="1120" y="85451"/>
                </a:cubicBezTo>
                <a:cubicBezTo>
                  <a:pt x="1120" y="85327"/>
                  <a:pt x="1120" y="85227"/>
                  <a:pt x="1170" y="85103"/>
                </a:cubicBezTo>
                <a:cubicBezTo>
                  <a:pt x="1170" y="84953"/>
                  <a:pt x="1195" y="84779"/>
                  <a:pt x="1195" y="84605"/>
                </a:cubicBezTo>
                <a:cubicBezTo>
                  <a:pt x="1220" y="84331"/>
                  <a:pt x="1245" y="84032"/>
                  <a:pt x="1295" y="83783"/>
                </a:cubicBezTo>
                <a:lnTo>
                  <a:pt x="1295" y="83684"/>
                </a:lnTo>
                <a:cubicBezTo>
                  <a:pt x="1519" y="82165"/>
                  <a:pt x="1991" y="80647"/>
                  <a:pt x="2664" y="79203"/>
                </a:cubicBezTo>
                <a:close/>
                <a:moveTo>
                  <a:pt x="448" y="82091"/>
                </a:moveTo>
                <a:cubicBezTo>
                  <a:pt x="573" y="84406"/>
                  <a:pt x="846" y="85999"/>
                  <a:pt x="946" y="86521"/>
                </a:cubicBezTo>
                <a:lnTo>
                  <a:pt x="946" y="86745"/>
                </a:lnTo>
                <a:lnTo>
                  <a:pt x="946" y="86770"/>
                </a:lnTo>
                <a:cubicBezTo>
                  <a:pt x="896" y="86646"/>
                  <a:pt x="871" y="86496"/>
                  <a:pt x="846" y="86347"/>
                </a:cubicBezTo>
                <a:cubicBezTo>
                  <a:pt x="846" y="86248"/>
                  <a:pt x="822" y="86148"/>
                  <a:pt x="822" y="86073"/>
                </a:cubicBezTo>
                <a:cubicBezTo>
                  <a:pt x="797" y="85974"/>
                  <a:pt x="797" y="85849"/>
                  <a:pt x="747" y="85750"/>
                </a:cubicBezTo>
                <a:cubicBezTo>
                  <a:pt x="672" y="85127"/>
                  <a:pt x="573" y="84480"/>
                  <a:pt x="548" y="83833"/>
                </a:cubicBezTo>
                <a:lnTo>
                  <a:pt x="548" y="83634"/>
                </a:lnTo>
                <a:cubicBezTo>
                  <a:pt x="498" y="83111"/>
                  <a:pt x="473" y="82613"/>
                  <a:pt x="448" y="82091"/>
                </a:cubicBezTo>
                <a:close/>
                <a:moveTo>
                  <a:pt x="69571" y="80473"/>
                </a:moveTo>
                <a:cubicBezTo>
                  <a:pt x="69670" y="80597"/>
                  <a:pt x="69770" y="80747"/>
                  <a:pt x="69894" y="80871"/>
                </a:cubicBezTo>
                <a:cubicBezTo>
                  <a:pt x="67331" y="83012"/>
                  <a:pt x="64692" y="85103"/>
                  <a:pt x="61979" y="87069"/>
                </a:cubicBezTo>
                <a:cubicBezTo>
                  <a:pt x="61506" y="86496"/>
                  <a:pt x="61108" y="85874"/>
                  <a:pt x="60685" y="85252"/>
                </a:cubicBezTo>
                <a:cubicBezTo>
                  <a:pt x="63572" y="84157"/>
                  <a:pt x="66634" y="82539"/>
                  <a:pt x="69571" y="80473"/>
                </a:cubicBezTo>
                <a:close/>
                <a:moveTo>
                  <a:pt x="60486" y="85351"/>
                </a:moveTo>
                <a:lnTo>
                  <a:pt x="61805" y="87218"/>
                </a:lnTo>
                <a:lnTo>
                  <a:pt x="61780" y="87243"/>
                </a:lnTo>
                <a:lnTo>
                  <a:pt x="60461" y="85376"/>
                </a:lnTo>
                <a:cubicBezTo>
                  <a:pt x="60461" y="85351"/>
                  <a:pt x="60486" y="85351"/>
                  <a:pt x="60486" y="85351"/>
                </a:cubicBezTo>
                <a:close/>
                <a:moveTo>
                  <a:pt x="70019" y="81045"/>
                </a:moveTo>
                <a:cubicBezTo>
                  <a:pt x="70019" y="81070"/>
                  <a:pt x="70019" y="81070"/>
                  <a:pt x="70044" y="81120"/>
                </a:cubicBezTo>
                <a:cubicBezTo>
                  <a:pt x="67505" y="83261"/>
                  <a:pt x="64842" y="85351"/>
                  <a:pt x="62153" y="87293"/>
                </a:cubicBezTo>
                <a:cubicBezTo>
                  <a:pt x="62153" y="87268"/>
                  <a:pt x="62103" y="87268"/>
                  <a:pt x="62103" y="87243"/>
                </a:cubicBezTo>
                <a:cubicBezTo>
                  <a:pt x="64842" y="85277"/>
                  <a:pt x="67505" y="83236"/>
                  <a:pt x="70019" y="81045"/>
                </a:cubicBezTo>
                <a:close/>
                <a:moveTo>
                  <a:pt x="43485" y="78407"/>
                </a:moveTo>
                <a:lnTo>
                  <a:pt x="43485" y="78407"/>
                </a:lnTo>
                <a:cubicBezTo>
                  <a:pt x="42639" y="81145"/>
                  <a:pt x="42166" y="83758"/>
                  <a:pt x="42191" y="86148"/>
                </a:cubicBezTo>
                <a:cubicBezTo>
                  <a:pt x="40050" y="87144"/>
                  <a:pt x="37934" y="88015"/>
                  <a:pt x="35843" y="88737"/>
                </a:cubicBezTo>
                <a:cubicBezTo>
                  <a:pt x="35918" y="88438"/>
                  <a:pt x="35943" y="88089"/>
                  <a:pt x="36018" y="87766"/>
                </a:cubicBezTo>
                <a:cubicBezTo>
                  <a:pt x="36042" y="87617"/>
                  <a:pt x="36067" y="87467"/>
                  <a:pt x="36092" y="87268"/>
                </a:cubicBezTo>
                <a:lnTo>
                  <a:pt x="36092" y="87243"/>
                </a:lnTo>
                <a:cubicBezTo>
                  <a:pt x="36167" y="86895"/>
                  <a:pt x="36267" y="86521"/>
                  <a:pt x="36341" y="86148"/>
                </a:cubicBezTo>
                <a:cubicBezTo>
                  <a:pt x="36391" y="86024"/>
                  <a:pt x="36416" y="85874"/>
                  <a:pt x="36441" y="85750"/>
                </a:cubicBezTo>
                <a:cubicBezTo>
                  <a:pt x="36515" y="85526"/>
                  <a:pt x="36565" y="85302"/>
                  <a:pt x="36640" y="85053"/>
                </a:cubicBezTo>
                <a:cubicBezTo>
                  <a:pt x="36690" y="84879"/>
                  <a:pt x="36715" y="84679"/>
                  <a:pt x="36789" y="84505"/>
                </a:cubicBezTo>
                <a:cubicBezTo>
                  <a:pt x="36814" y="84381"/>
                  <a:pt x="36839" y="84281"/>
                  <a:pt x="36889" y="84157"/>
                </a:cubicBezTo>
                <a:cubicBezTo>
                  <a:pt x="37013" y="83734"/>
                  <a:pt x="37138" y="83286"/>
                  <a:pt x="37287" y="82862"/>
                </a:cubicBezTo>
                <a:lnTo>
                  <a:pt x="37287" y="82813"/>
                </a:lnTo>
                <a:cubicBezTo>
                  <a:pt x="37312" y="82763"/>
                  <a:pt x="37312" y="82688"/>
                  <a:pt x="37337" y="82613"/>
                </a:cubicBezTo>
                <a:lnTo>
                  <a:pt x="37337" y="82564"/>
                </a:lnTo>
                <a:cubicBezTo>
                  <a:pt x="37436" y="82290"/>
                  <a:pt x="37561" y="82016"/>
                  <a:pt x="37660" y="81692"/>
                </a:cubicBezTo>
                <a:cubicBezTo>
                  <a:pt x="40125" y="80996"/>
                  <a:pt x="42116" y="79875"/>
                  <a:pt x="43485" y="78407"/>
                </a:cubicBezTo>
                <a:close/>
                <a:moveTo>
                  <a:pt x="60262" y="85451"/>
                </a:moveTo>
                <a:cubicBezTo>
                  <a:pt x="60710" y="86098"/>
                  <a:pt x="61158" y="86720"/>
                  <a:pt x="61606" y="87368"/>
                </a:cubicBezTo>
                <a:cubicBezTo>
                  <a:pt x="60934" y="87841"/>
                  <a:pt x="60237" y="88313"/>
                  <a:pt x="59589" y="88762"/>
                </a:cubicBezTo>
                <a:cubicBezTo>
                  <a:pt x="59291" y="87816"/>
                  <a:pt x="58967" y="86870"/>
                  <a:pt x="58594" y="85974"/>
                </a:cubicBezTo>
                <a:cubicBezTo>
                  <a:pt x="59166" y="85824"/>
                  <a:pt x="59714" y="85625"/>
                  <a:pt x="60262" y="85451"/>
                </a:cubicBezTo>
                <a:close/>
                <a:moveTo>
                  <a:pt x="37461" y="81792"/>
                </a:moveTo>
                <a:cubicBezTo>
                  <a:pt x="36963" y="83236"/>
                  <a:pt x="36565" y="84605"/>
                  <a:pt x="36217" y="85974"/>
                </a:cubicBezTo>
                <a:lnTo>
                  <a:pt x="36217" y="85999"/>
                </a:lnTo>
                <a:cubicBezTo>
                  <a:pt x="36092" y="86496"/>
                  <a:pt x="36018" y="86969"/>
                  <a:pt x="35918" y="87467"/>
                </a:cubicBezTo>
                <a:cubicBezTo>
                  <a:pt x="35918" y="87517"/>
                  <a:pt x="35893" y="87592"/>
                  <a:pt x="35893" y="87641"/>
                </a:cubicBezTo>
                <a:cubicBezTo>
                  <a:pt x="35818" y="88015"/>
                  <a:pt x="35769" y="88438"/>
                  <a:pt x="35694" y="88811"/>
                </a:cubicBezTo>
                <a:cubicBezTo>
                  <a:pt x="35644" y="88836"/>
                  <a:pt x="35644" y="88836"/>
                  <a:pt x="35594" y="88836"/>
                </a:cubicBezTo>
                <a:cubicBezTo>
                  <a:pt x="35769" y="87741"/>
                  <a:pt x="35968" y="86621"/>
                  <a:pt x="36291" y="85476"/>
                </a:cubicBezTo>
                <a:cubicBezTo>
                  <a:pt x="36316" y="85376"/>
                  <a:pt x="36341" y="85277"/>
                  <a:pt x="36391" y="85152"/>
                </a:cubicBezTo>
                <a:cubicBezTo>
                  <a:pt x="36690" y="84032"/>
                  <a:pt x="37038" y="82912"/>
                  <a:pt x="37436" y="81792"/>
                </a:cubicBezTo>
                <a:close/>
                <a:moveTo>
                  <a:pt x="58395" y="85999"/>
                </a:moveTo>
                <a:cubicBezTo>
                  <a:pt x="58768" y="86944"/>
                  <a:pt x="59117" y="87865"/>
                  <a:pt x="59390" y="88836"/>
                </a:cubicBezTo>
                <a:cubicBezTo>
                  <a:pt x="59365" y="88836"/>
                  <a:pt x="59365" y="88861"/>
                  <a:pt x="59341" y="88861"/>
                </a:cubicBezTo>
                <a:cubicBezTo>
                  <a:pt x="59067" y="87915"/>
                  <a:pt x="58718" y="86969"/>
                  <a:pt x="58345" y="86024"/>
                </a:cubicBezTo>
                <a:cubicBezTo>
                  <a:pt x="58370" y="86024"/>
                  <a:pt x="58370" y="86024"/>
                  <a:pt x="58395" y="85999"/>
                </a:cubicBezTo>
                <a:close/>
                <a:moveTo>
                  <a:pt x="42191" y="86372"/>
                </a:moveTo>
                <a:lnTo>
                  <a:pt x="42191" y="86422"/>
                </a:lnTo>
                <a:cubicBezTo>
                  <a:pt x="40050" y="87417"/>
                  <a:pt x="37909" y="88289"/>
                  <a:pt x="35818" y="89010"/>
                </a:cubicBezTo>
                <a:lnTo>
                  <a:pt x="35818" y="88961"/>
                </a:lnTo>
                <a:cubicBezTo>
                  <a:pt x="37909" y="88239"/>
                  <a:pt x="40050" y="87368"/>
                  <a:pt x="42191" y="86372"/>
                </a:cubicBezTo>
                <a:close/>
                <a:moveTo>
                  <a:pt x="61705" y="87492"/>
                </a:moveTo>
                <a:cubicBezTo>
                  <a:pt x="61705" y="87517"/>
                  <a:pt x="61730" y="87517"/>
                  <a:pt x="61730" y="87567"/>
                </a:cubicBezTo>
                <a:cubicBezTo>
                  <a:pt x="61058" y="88065"/>
                  <a:pt x="60336" y="88513"/>
                  <a:pt x="59664" y="89010"/>
                </a:cubicBezTo>
                <a:cubicBezTo>
                  <a:pt x="59664" y="88986"/>
                  <a:pt x="59664" y="88986"/>
                  <a:pt x="59614" y="88961"/>
                </a:cubicBezTo>
                <a:cubicBezTo>
                  <a:pt x="60336" y="88463"/>
                  <a:pt x="61033" y="87990"/>
                  <a:pt x="61705" y="87492"/>
                </a:cubicBezTo>
                <a:close/>
                <a:moveTo>
                  <a:pt x="80598" y="71263"/>
                </a:moveTo>
                <a:cubicBezTo>
                  <a:pt x="83211" y="73304"/>
                  <a:pt x="85875" y="75246"/>
                  <a:pt x="88364" y="76814"/>
                </a:cubicBezTo>
                <a:cubicBezTo>
                  <a:pt x="84804" y="81269"/>
                  <a:pt x="80448" y="85476"/>
                  <a:pt x="75520" y="89010"/>
                </a:cubicBezTo>
                <a:cubicBezTo>
                  <a:pt x="74101" y="86447"/>
                  <a:pt x="72384" y="83659"/>
                  <a:pt x="70492" y="80971"/>
                </a:cubicBezTo>
                <a:cubicBezTo>
                  <a:pt x="74051" y="77884"/>
                  <a:pt x="77436" y="74648"/>
                  <a:pt x="80598" y="71263"/>
                </a:cubicBezTo>
                <a:close/>
                <a:moveTo>
                  <a:pt x="88948" y="88600"/>
                </a:moveTo>
                <a:lnTo>
                  <a:pt x="88948" y="88600"/>
                </a:lnTo>
                <a:cubicBezTo>
                  <a:pt x="88796" y="88744"/>
                  <a:pt x="88644" y="88888"/>
                  <a:pt x="88488" y="89035"/>
                </a:cubicBezTo>
                <a:lnTo>
                  <a:pt x="88470" y="89071"/>
                </a:lnTo>
                <a:lnTo>
                  <a:pt x="88470" y="89071"/>
                </a:lnTo>
                <a:lnTo>
                  <a:pt x="88563" y="88986"/>
                </a:lnTo>
                <a:lnTo>
                  <a:pt x="88948" y="88600"/>
                </a:lnTo>
                <a:close/>
                <a:moveTo>
                  <a:pt x="35594" y="89010"/>
                </a:moveTo>
                <a:lnTo>
                  <a:pt x="35594" y="89085"/>
                </a:lnTo>
                <a:lnTo>
                  <a:pt x="35545" y="89085"/>
                </a:lnTo>
                <a:lnTo>
                  <a:pt x="35545" y="89060"/>
                </a:lnTo>
                <a:cubicBezTo>
                  <a:pt x="35570" y="89060"/>
                  <a:pt x="35594" y="89010"/>
                  <a:pt x="35594" y="89010"/>
                </a:cubicBezTo>
                <a:close/>
                <a:moveTo>
                  <a:pt x="43983" y="85775"/>
                </a:moveTo>
                <a:lnTo>
                  <a:pt x="43983" y="85775"/>
                </a:lnTo>
                <a:cubicBezTo>
                  <a:pt x="43734" y="86895"/>
                  <a:pt x="43410" y="87990"/>
                  <a:pt x="42937" y="89085"/>
                </a:cubicBezTo>
                <a:cubicBezTo>
                  <a:pt x="42738" y="88239"/>
                  <a:pt x="42639" y="87343"/>
                  <a:pt x="42639" y="86447"/>
                </a:cubicBezTo>
                <a:cubicBezTo>
                  <a:pt x="43062" y="86223"/>
                  <a:pt x="43535" y="85999"/>
                  <a:pt x="43983" y="85775"/>
                </a:cubicBezTo>
                <a:close/>
                <a:moveTo>
                  <a:pt x="59490" y="89060"/>
                </a:moveTo>
                <a:cubicBezTo>
                  <a:pt x="59490" y="89085"/>
                  <a:pt x="59490" y="89085"/>
                  <a:pt x="59540" y="89110"/>
                </a:cubicBezTo>
                <a:cubicBezTo>
                  <a:pt x="59490" y="89110"/>
                  <a:pt x="59490" y="89135"/>
                  <a:pt x="59465" y="89135"/>
                </a:cubicBezTo>
                <a:cubicBezTo>
                  <a:pt x="59440" y="89110"/>
                  <a:pt x="59440" y="89085"/>
                  <a:pt x="59440" y="89085"/>
                </a:cubicBezTo>
                <a:cubicBezTo>
                  <a:pt x="59465" y="89085"/>
                  <a:pt x="59465" y="89060"/>
                  <a:pt x="59490" y="89060"/>
                </a:cubicBezTo>
                <a:close/>
                <a:moveTo>
                  <a:pt x="70318" y="81120"/>
                </a:moveTo>
                <a:cubicBezTo>
                  <a:pt x="72234" y="83833"/>
                  <a:pt x="73927" y="86571"/>
                  <a:pt x="75370" y="89160"/>
                </a:cubicBezTo>
                <a:lnTo>
                  <a:pt x="75346" y="89210"/>
                </a:lnTo>
                <a:cubicBezTo>
                  <a:pt x="73902" y="86596"/>
                  <a:pt x="72184" y="83833"/>
                  <a:pt x="70293" y="81145"/>
                </a:cubicBezTo>
                <a:lnTo>
                  <a:pt x="70318" y="81120"/>
                </a:lnTo>
                <a:close/>
                <a:moveTo>
                  <a:pt x="88538" y="76938"/>
                </a:moveTo>
                <a:cubicBezTo>
                  <a:pt x="88563" y="76938"/>
                  <a:pt x="88563" y="76988"/>
                  <a:pt x="88588" y="76988"/>
                </a:cubicBezTo>
                <a:cubicBezTo>
                  <a:pt x="84978" y="81468"/>
                  <a:pt x="80598" y="85700"/>
                  <a:pt x="75644" y="89234"/>
                </a:cubicBezTo>
                <a:cubicBezTo>
                  <a:pt x="75619" y="89234"/>
                  <a:pt x="75619" y="89234"/>
                  <a:pt x="75619" y="89210"/>
                </a:cubicBezTo>
                <a:cubicBezTo>
                  <a:pt x="80573" y="85650"/>
                  <a:pt x="84954" y="81419"/>
                  <a:pt x="88538" y="76938"/>
                </a:cubicBezTo>
                <a:close/>
                <a:moveTo>
                  <a:pt x="42440" y="86496"/>
                </a:moveTo>
                <a:cubicBezTo>
                  <a:pt x="42489" y="87492"/>
                  <a:pt x="42614" y="88413"/>
                  <a:pt x="42788" y="89334"/>
                </a:cubicBezTo>
                <a:cubicBezTo>
                  <a:pt x="42788" y="89359"/>
                  <a:pt x="42763" y="89384"/>
                  <a:pt x="42763" y="89434"/>
                </a:cubicBezTo>
                <a:cubicBezTo>
                  <a:pt x="42514" y="88513"/>
                  <a:pt x="42390" y="87567"/>
                  <a:pt x="42390" y="86521"/>
                </a:cubicBezTo>
                <a:cubicBezTo>
                  <a:pt x="42415" y="86521"/>
                  <a:pt x="42415" y="86496"/>
                  <a:pt x="42440" y="86496"/>
                </a:cubicBezTo>
                <a:close/>
                <a:moveTo>
                  <a:pt x="44173" y="85695"/>
                </a:moveTo>
                <a:lnTo>
                  <a:pt x="44173" y="85695"/>
                </a:lnTo>
                <a:cubicBezTo>
                  <a:pt x="43924" y="86974"/>
                  <a:pt x="43528" y="88228"/>
                  <a:pt x="42987" y="89458"/>
                </a:cubicBezTo>
                <a:lnTo>
                  <a:pt x="42987" y="89434"/>
                </a:lnTo>
                <a:cubicBezTo>
                  <a:pt x="43528" y="88228"/>
                  <a:pt x="43924" y="86974"/>
                  <a:pt x="44173" y="85695"/>
                </a:cubicBezTo>
                <a:close/>
                <a:moveTo>
                  <a:pt x="37187" y="81867"/>
                </a:moveTo>
                <a:lnTo>
                  <a:pt x="37187" y="81867"/>
                </a:lnTo>
                <a:cubicBezTo>
                  <a:pt x="36316" y="84306"/>
                  <a:pt x="35719" y="86671"/>
                  <a:pt x="35395" y="88911"/>
                </a:cubicBezTo>
                <a:cubicBezTo>
                  <a:pt x="34400" y="89259"/>
                  <a:pt x="33404" y="89558"/>
                  <a:pt x="32433" y="89832"/>
                </a:cubicBezTo>
                <a:cubicBezTo>
                  <a:pt x="32284" y="87268"/>
                  <a:pt x="32458" y="84779"/>
                  <a:pt x="32981" y="82489"/>
                </a:cubicBezTo>
                <a:cubicBezTo>
                  <a:pt x="34474" y="82389"/>
                  <a:pt x="35893" y="82215"/>
                  <a:pt x="37187" y="81867"/>
                </a:cubicBezTo>
                <a:close/>
                <a:moveTo>
                  <a:pt x="93631" y="88605"/>
                </a:moveTo>
                <a:lnTo>
                  <a:pt x="93631" y="88605"/>
                </a:lnTo>
                <a:cubicBezTo>
                  <a:pt x="93444" y="88800"/>
                  <a:pt x="93259" y="88988"/>
                  <a:pt x="93093" y="89185"/>
                </a:cubicBezTo>
                <a:cubicBezTo>
                  <a:pt x="92862" y="89418"/>
                  <a:pt x="92629" y="89652"/>
                  <a:pt x="92395" y="89884"/>
                </a:cubicBezTo>
                <a:lnTo>
                  <a:pt x="92395" y="89884"/>
                </a:lnTo>
                <a:cubicBezTo>
                  <a:pt x="92440" y="89839"/>
                  <a:pt x="92482" y="89796"/>
                  <a:pt x="92520" y="89757"/>
                </a:cubicBezTo>
                <a:cubicBezTo>
                  <a:pt x="92794" y="89458"/>
                  <a:pt x="93143" y="89135"/>
                  <a:pt x="93441" y="88786"/>
                </a:cubicBezTo>
                <a:lnTo>
                  <a:pt x="93631" y="88605"/>
                </a:lnTo>
                <a:close/>
                <a:moveTo>
                  <a:pt x="32807" y="82489"/>
                </a:moveTo>
                <a:cubicBezTo>
                  <a:pt x="32284" y="84804"/>
                  <a:pt x="32110" y="87293"/>
                  <a:pt x="32284" y="89882"/>
                </a:cubicBezTo>
                <a:cubicBezTo>
                  <a:pt x="32234" y="89882"/>
                  <a:pt x="32234" y="89882"/>
                  <a:pt x="32209" y="89931"/>
                </a:cubicBezTo>
                <a:cubicBezTo>
                  <a:pt x="32035" y="87343"/>
                  <a:pt x="32209" y="84804"/>
                  <a:pt x="32732" y="82489"/>
                </a:cubicBezTo>
                <a:close/>
                <a:moveTo>
                  <a:pt x="35346" y="89110"/>
                </a:moveTo>
                <a:lnTo>
                  <a:pt x="35346" y="89160"/>
                </a:lnTo>
                <a:cubicBezTo>
                  <a:pt x="34400" y="89508"/>
                  <a:pt x="33429" y="89782"/>
                  <a:pt x="32458" y="90081"/>
                </a:cubicBezTo>
                <a:lnTo>
                  <a:pt x="32458" y="90031"/>
                </a:lnTo>
                <a:cubicBezTo>
                  <a:pt x="33404" y="89757"/>
                  <a:pt x="34350" y="89458"/>
                  <a:pt x="35346" y="89110"/>
                </a:cubicBezTo>
                <a:close/>
                <a:moveTo>
                  <a:pt x="88737" y="77063"/>
                </a:moveTo>
                <a:cubicBezTo>
                  <a:pt x="88936" y="77187"/>
                  <a:pt x="89110" y="77312"/>
                  <a:pt x="89309" y="77411"/>
                </a:cubicBezTo>
                <a:cubicBezTo>
                  <a:pt x="89285" y="77436"/>
                  <a:pt x="89235" y="77511"/>
                  <a:pt x="89185" y="77536"/>
                </a:cubicBezTo>
                <a:cubicBezTo>
                  <a:pt x="89061" y="77685"/>
                  <a:pt x="88936" y="77809"/>
                  <a:pt x="88787" y="77959"/>
                </a:cubicBezTo>
                <a:cubicBezTo>
                  <a:pt x="88189" y="78631"/>
                  <a:pt x="87567" y="79278"/>
                  <a:pt x="86970" y="79900"/>
                </a:cubicBezTo>
                <a:cubicBezTo>
                  <a:pt x="86721" y="80149"/>
                  <a:pt x="86497" y="80398"/>
                  <a:pt x="86248" y="80647"/>
                </a:cubicBezTo>
                <a:cubicBezTo>
                  <a:pt x="85800" y="81145"/>
                  <a:pt x="85302" y="81618"/>
                  <a:pt x="84829" y="82116"/>
                </a:cubicBezTo>
                <a:cubicBezTo>
                  <a:pt x="84481" y="82439"/>
                  <a:pt x="84107" y="82788"/>
                  <a:pt x="83759" y="83136"/>
                </a:cubicBezTo>
                <a:cubicBezTo>
                  <a:pt x="83336" y="83534"/>
                  <a:pt x="82937" y="83933"/>
                  <a:pt x="82489" y="84381"/>
                </a:cubicBezTo>
                <a:cubicBezTo>
                  <a:pt x="82191" y="84655"/>
                  <a:pt x="81867" y="84978"/>
                  <a:pt x="81568" y="85252"/>
                </a:cubicBezTo>
                <a:cubicBezTo>
                  <a:pt x="80971" y="85775"/>
                  <a:pt x="80398" y="86297"/>
                  <a:pt x="79826" y="86845"/>
                </a:cubicBezTo>
                <a:cubicBezTo>
                  <a:pt x="79502" y="87119"/>
                  <a:pt x="79204" y="87368"/>
                  <a:pt x="78905" y="87641"/>
                </a:cubicBezTo>
                <a:lnTo>
                  <a:pt x="77511" y="88861"/>
                </a:lnTo>
                <a:cubicBezTo>
                  <a:pt x="77212" y="89135"/>
                  <a:pt x="76864" y="89434"/>
                  <a:pt x="76515" y="89707"/>
                </a:cubicBezTo>
                <a:lnTo>
                  <a:pt x="76043" y="90081"/>
                </a:lnTo>
                <a:cubicBezTo>
                  <a:pt x="75968" y="89857"/>
                  <a:pt x="75819" y="89633"/>
                  <a:pt x="75744" y="89434"/>
                </a:cubicBezTo>
                <a:cubicBezTo>
                  <a:pt x="80722" y="85849"/>
                  <a:pt x="85128" y="81593"/>
                  <a:pt x="88737" y="77063"/>
                </a:cubicBezTo>
                <a:close/>
                <a:moveTo>
                  <a:pt x="32284" y="90081"/>
                </a:moveTo>
                <a:lnTo>
                  <a:pt x="32284" y="90106"/>
                </a:lnTo>
                <a:cubicBezTo>
                  <a:pt x="32234" y="90106"/>
                  <a:pt x="32234" y="90106"/>
                  <a:pt x="32209" y="90131"/>
                </a:cubicBezTo>
                <a:lnTo>
                  <a:pt x="32209" y="90081"/>
                </a:lnTo>
                <a:close/>
                <a:moveTo>
                  <a:pt x="8040" y="73055"/>
                </a:moveTo>
                <a:cubicBezTo>
                  <a:pt x="9384" y="74424"/>
                  <a:pt x="10927" y="75669"/>
                  <a:pt x="12645" y="76789"/>
                </a:cubicBezTo>
                <a:lnTo>
                  <a:pt x="12670" y="76814"/>
                </a:lnTo>
                <a:cubicBezTo>
                  <a:pt x="12695" y="76864"/>
                  <a:pt x="12744" y="76913"/>
                  <a:pt x="12769" y="76938"/>
                </a:cubicBezTo>
                <a:lnTo>
                  <a:pt x="12894" y="77063"/>
                </a:lnTo>
                <a:cubicBezTo>
                  <a:pt x="12944" y="77162"/>
                  <a:pt x="13043" y="77237"/>
                  <a:pt x="13118" y="77312"/>
                </a:cubicBezTo>
                <a:cubicBezTo>
                  <a:pt x="13242" y="77411"/>
                  <a:pt x="13317" y="77536"/>
                  <a:pt x="13441" y="77635"/>
                </a:cubicBezTo>
                <a:cubicBezTo>
                  <a:pt x="13616" y="77785"/>
                  <a:pt x="13790" y="77934"/>
                  <a:pt x="13989" y="78108"/>
                </a:cubicBezTo>
                <a:cubicBezTo>
                  <a:pt x="14113" y="78183"/>
                  <a:pt x="14238" y="78282"/>
                  <a:pt x="14313" y="78382"/>
                </a:cubicBezTo>
                <a:cubicBezTo>
                  <a:pt x="14512" y="78531"/>
                  <a:pt x="14686" y="78656"/>
                  <a:pt x="14910" y="78805"/>
                </a:cubicBezTo>
                <a:cubicBezTo>
                  <a:pt x="15034" y="78905"/>
                  <a:pt x="15159" y="78954"/>
                  <a:pt x="15283" y="79029"/>
                </a:cubicBezTo>
                <a:cubicBezTo>
                  <a:pt x="15507" y="79154"/>
                  <a:pt x="15682" y="79303"/>
                  <a:pt x="15906" y="79427"/>
                </a:cubicBezTo>
                <a:lnTo>
                  <a:pt x="16279" y="79627"/>
                </a:lnTo>
                <a:lnTo>
                  <a:pt x="16304" y="79627"/>
                </a:lnTo>
                <a:cubicBezTo>
                  <a:pt x="15632" y="81618"/>
                  <a:pt x="15034" y="83559"/>
                  <a:pt x="14561" y="85501"/>
                </a:cubicBezTo>
                <a:cubicBezTo>
                  <a:pt x="13889" y="87019"/>
                  <a:pt x="13367" y="88587"/>
                  <a:pt x="12944" y="90155"/>
                </a:cubicBezTo>
                <a:cubicBezTo>
                  <a:pt x="9658" y="88861"/>
                  <a:pt x="7044" y="86770"/>
                  <a:pt x="5227" y="83958"/>
                </a:cubicBezTo>
                <a:lnTo>
                  <a:pt x="5227" y="83858"/>
                </a:lnTo>
                <a:lnTo>
                  <a:pt x="5227" y="83833"/>
                </a:lnTo>
                <a:cubicBezTo>
                  <a:pt x="5327" y="83111"/>
                  <a:pt x="5451" y="82389"/>
                  <a:pt x="5601" y="81668"/>
                </a:cubicBezTo>
                <a:cubicBezTo>
                  <a:pt x="5650" y="81593"/>
                  <a:pt x="5650" y="81493"/>
                  <a:pt x="5675" y="81419"/>
                </a:cubicBezTo>
                <a:cubicBezTo>
                  <a:pt x="6198" y="78730"/>
                  <a:pt x="7019" y="75918"/>
                  <a:pt x="8040" y="73055"/>
                </a:cubicBezTo>
                <a:close/>
                <a:moveTo>
                  <a:pt x="14362" y="86397"/>
                </a:moveTo>
                <a:cubicBezTo>
                  <a:pt x="14313" y="86521"/>
                  <a:pt x="14288" y="86646"/>
                  <a:pt x="14288" y="86745"/>
                </a:cubicBezTo>
                <a:cubicBezTo>
                  <a:pt x="13865" y="87865"/>
                  <a:pt x="13491" y="89010"/>
                  <a:pt x="13192" y="90205"/>
                </a:cubicBezTo>
                <a:cubicBezTo>
                  <a:pt x="13168" y="90205"/>
                  <a:pt x="13143" y="90180"/>
                  <a:pt x="13143" y="90180"/>
                </a:cubicBezTo>
                <a:cubicBezTo>
                  <a:pt x="13441" y="88886"/>
                  <a:pt x="13865" y="87617"/>
                  <a:pt x="14362" y="86397"/>
                </a:cubicBezTo>
                <a:close/>
                <a:moveTo>
                  <a:pt x="75570" y="89533"/>
                </a:moveTo>
                <a:cubicBezTo>
                  <a:pt x="75694" y="89757"/>
                  <a:pt x="75794" y="89981"/>
                  <a:pt x="75918" y="90205"/>
                </a:cubicBezTo>
                <a:lnTo>
                  <a:pt x="75893" y="90230"/>
                </a:lnTo>
                <a:lnTo>
                  <a:pt x="75520" y="89583"/>
                </a:lnTo>
                <a:lnTo>
                  <a:pt x="75570" y="89533"/>
                </a:lnTo>
                <a:close/>
                <a:moveTo>
                  <a:pt x="89459" y="77511"/>
                </a:moveTo>
                <a:cubicBezTo>
                  <a:pt x="89484" y="77511"/>
                  <a:pt x="89484" y="77536"/>
                  <a:pt x="89509" y="77536"/>
                </a:cubicBezTo>
                <a:cubicBezTo>
                  <a:pt x="89110" y="77984"/>
                  <a:pt x="88737" y="78407"/>
                  <a:pt x="88339" y="78805"/>
                </a:cubicBezTo>
                <a:cubicBezTo>
                  <a:pt x="87990" y="79178"/>
                  <a:pt x="87642" y="79552"/>
                  <a:pt x="87318" y="79900"/>
                </a:cubicBezTo>
                <a:cubicBezTo>
                  <a:pt x="86945" y="80299"/>
                  <a:pt x="86522" y="80722"/>
                  <a:pt x="86148" y="81120"/>
                </a:cubicBezTo>
                <a:cubicBezTo>
                  <a:pt x="85949" y="81344"/>
                  <a:pt x="85750" y="81543"/>
                  <a:pt x="85526" y="81742"/>
                </a:cubicBezTo>
                <a:cubicBezTo>
                  <a:pt x="84879" y="82414"/>
                  <a:pt x="84207" y="83086"/>
                  <a:pt x="83510" y="83734"/>
                </a:cubicBezTo>
                <a:lnTo>
                  <a:pt x="82863" y="84381"/>
                </a:lnTo>
                <a:cubicBezTo>
                  <a:pt x="82340" y="84879"/>
                  <a:pt x="81792" y="85376"/>
                  <a:pt x="81245" y="85874"/>
                </a:cubicBezTo>
                <a:cubicBezTo>
                  <a:pt x="80847" y="86248"/>
                  <a:pt x="80473" y="86596"/>
                  <a:pt x="80050" y="86969"/>
                </a:cubicBezTo>
                <a:cubicBezTo>
                  <a:pt x="79677" y="87318"/>
                  <a:pt x="79303" y="87617"/>
                  <a:pt x="78930" y="87965"/>
                </a:cubicBezTo>
                <a:cubicBezTo>
                  <a:pt x="78532" y="88338"/>
                  <a:pt x="78108" y="88712"/>
                  <a:pt x="77660" y="89060"/>
                </a:cubicBezTo>
                <a:lnTo>
                  <a:pt x="76441" y="90081"/>
                </a:lnTo>
                <a:cubicBezTo>
                  <a:pt x="76366" y="90131"/>
                  <a:pt x="76291" y="90205"/>
                  <a:pt x="76192" y="90255"/>
                </a:cubicBezTo>
                <a:cubicBezTo>
                  <a:pt x="76192" y="90230"/>
                  <a:pt x="76167" y="90230"/>
                  <a:pt x="76167" y="90205"/>
                </a:cubicBezTo>
                <a:cubicBezTo>
                  <a:pt x="76341" y="90106"/>
                  <a:pt x="76491" y="89981"/>
                  <a:pt x="76640" y="89857"/>
                </a:cubicBezTo>
                <a:cubicBezTo>
                  <a:pt x="76914" y="89608"/>
                  <a:pt x="77212" y="89384"/>
                  <a:pt x="77511" y="89135"/>
                </a:cubicBezTo>
                <a:cubicBezTo>
                  <a:pt x="78034" y="88712"/>
                  <a:pt x="78581" y="88239"/>
                  <a:pt x="79079" y="87766"/>
                </a:cubicBezTo>
                <a:lnTo>
                  <a:pt x="79901" y="87019"/>
                </a:lnTo>
                <a:cubicBezTo>
                  <a:pt x="80523" y="86472"/>
                  <a:pt x="81145" y="85899"/>
                  <a:pt x="81743" y="85351"/>
                </a:cubicBezTo>
                <a:cubicBezTo>
                  <a:pt x="81991" y="85103"/>
                  <a:pt x="82265" y="84854"/>
                  <a:pt x="82514" y="84605"/>
                </a:cubicBezTo>
                <a:cubicBezTo>
                  <a:pt x="83062" y="84107"/>
                  <a:pt x="83560" y="83609"/>
                  <a:pt x="84082" y="83111"/>
                </a:cubicBezTo>
                <a:lnTo>
                  <a:pt x="84655" y="82514"/>
                </a:lnTo>
                <a:cubicBezTo>
                  <a:pt x="85277" y="81892"/>
                  <a:pt x="85899" y="81269"/>
                  <a:pt x="86497" y="80647"/>
                </a:cubicBezTo>
                <a:lnTo>
                  <a:pt x="86995" y="80149"/>
                </a:lnTo>
                <a:cubicBezTo>
                  <a:pt x="87692" y="79427"/>
                  <a:pt x="88364" y="78730"/>
                  <a:pt x="89011" y="78009"/>
                </a:cubicBezTo>
                <a:cubicBezTo>
                  <a:pt x="89061" y="77984"/>
                  <a:pt x="89085" y="77934"/>
                  <a:pt x="89085" y="77909"/>
                </a:cubicBezTo>
                <a:cubicBezTo>
                  <a:pt x="89210" y="77785"/>
                  <a:pt x="89334" y="77635"/>
                  <a:pt x="89459" y="77511"/>
                </a:cubicBezTo>
                <a:close/>
                <a:moveTo>
                  <a:pt x="5202" y="84256"/>
                </a:moveTo>
                <a:cubicBezTo>
                  <a:pt x="7044" y="86994"/>
                  <a:pt x="9633" y="89060"/>
                  <a:pt x="12919" y="90305"/>
                </a:cubicBezTo>
                <a:lnTo>
                  <a:pt x="12919" y="90355"/>
                </a:lnTo>
                <a:cubicBezTo>
                  <a:pt x="9658" y="89110"/>
                  <a:pt x="7044" y="87094"/>
                  <a:pt x="5202" y="84356"/>
                </a:cubicBezTo>
                <a:cubicBezTo>
                  <a:pt x="5178" y="84331"/>
                  <a:pt x="5202" y="84281"/>
                  <a:pt x="5202" y="84256"/>
                </a:cubicBezTo>
                <a:close/>
                <a:moveTo>
                  <a:pt x="14064" y="87890"/>
                </a:moveTo>
                <a:lnTo>
                  <a:pt x="14064" y="87890"/>
                </a:lnTo>
                <a:cubicBezTo>
                  <a:pt x="13914" y="88737"/>
                  <a:pt x="13790" y="89558"/>
                  <a:pt x="13690" y="90355"/>
                </a:cubicBezTo>
                <a:cubicBezTo>
                  <a:pt x="13616" y="90330"/>
                  <a:pt x="13491" y="90305"/>
                  <a:pt x="13392" y="90255"/>
                </a:cubicBezTo>
                <a:cubicBezTo>
                  <a:pt x="13566" y="89483"/>
                  <a:pt x="13790" y="88662"/>
                  <a:pt x="14064" y="87890"/>
                </a:cubicBezTo>
                <a:close/>
                <a:moveTo>
                  <a:pt x="13118" y="90355"/>
                </a:moveTo>
                <a:cubicBezTo>
                  <a:pt x="13143" y="90379"/>
                  <a:pt x="13168" y="90379"/>
                  <a:pt x="13168" y="90379"/>
                </a:cubicBezTo>
                <a:lnTo>
                  <a:pt x="13168" y="90454"/>
                </a:lnTo>
                <a:lnTo>
                  <a:pt x="13118" y="90454"/>
                </a:lnTo>
                <a:cubicBezTo>
                  <a:pt x="13068" y="90379"/>
                  <a:pt x="13068" y="90379"/>
                  <a:pt x="13118" y="90355"/>
                </a:cubicBezTo>
                <a:close/>
                <a:moveTo>
                  <a:pt x="14611" y="86496"/>
                </a:moveTo>
                <a:lnTo>
                  <a:pt x="14611" y="86496"/>
                </a:lnTo>
                <a:cubicBezTo>
                  <a:pt x="14313" y="87841"/>
                  <a:pt x="14113" y="89135"/>
                  <a:pt x="13939" y="90454"/>
                </a:cubicBezTo>
                <a:cubicBezTo>
                  <a:pt x="13914" y="90454"/>
                  <a:pt x="13889" y="90404"/>
                  <a:pt x="13865" y="90404"/>
                </a:cubicBezTo>
                <a:cubicBezTo>
                  <a:pt x="14014" y="89234"/>
                  <a:pt x="14188" y="88040"/>
                  <a:pt x="14437" y="86845"/>
                </a:cubicBezTo>
                <a:cubicBezTo>
                  <a:pt x="14487" y="86720"/>
                  <a:pt x="14537" y="86621"/>
                  <a:pt x="14611" y="86496"/>
                </a:cubicBezTo>
                <a:close/>
                <a:moveTo>
                  <a:pt x="75993" y="90379"/>
                </a:moveTo>
                <a:cubicBezTo>
                  <a:pt x="75993" y="90404"/>
                  <a:pt x="76018" y="90404"/>
                  <a:pt x="76018" y="90454"/>
                </a:cubicBezTo>
                <a:lnTo>
                  <a:pt x="75993" y="90479"/>
                </a:lnTo>
                <a:cubicBezTo>
                  <a:pt x="75993" y="90454"/>
                  <a:pt x="75993" y="90404"/>
                  <a:pt x="75968" y="90404"/>
                </a:cubicBezTo>
                <a:lnTo>
                  <a:pt x="75993" y="90379"/>
                </a:lnTo>
                <a:close/>
                <a:moveTo>
                  <a:pt x="13317" y="90454"/>
                </a:moveTo>
                <a:cubicBezTo>
                  <a:pt x="13441" y="90479"/>
                  <a:pt x="13541" y="90504"/>
                  <a:pt x="13665" y="90579"/>
                </a:cubicBezTo>
                <a:lnTo>
                  <a:pt x="13665" y="90628"/>
                </a:lnTo>
                <a:cubicBezTo>
                  <a:pt x="13541" y="90603"/>
                  <a:pt x="13441" y="90579"/>
                  <a:pt x="13317" y="90529"/>
                </a:cubicBezTo>
                <a:lnTo>
                  <a:pt x="13317" y="90454"/>
                </a:lnTo>
                <a:close/>
                <a:moveTo>
                  <a:pt x="88470" y="89071"/>
                </a:moveTo>
                <a:lnTo>
                  <a:pt x="88239" y="89284"/>
                </a:lnTo>
                <a:lnTo>
                  <a:pt x="87044" y="90404"/>
                </a:lnTo>
                <a:cubicBezTo>
                  <a:pt x="86970" y="90479"/>
                  <a:pt x="86895" y="90563"/>
                  <a:pt x="86820" y="90634"/>
                </a:cubicBezTo>
                <a:lnTo>
                  <a:pt x="86820" y="90634"/>
                </a:lnTo>
                <a:cubicBezTo>
                  <a:pt x="86870" y="90588"/>
                  <a:pt x="86920" y="90544"/>
                  <a:pt x="86970" y="90504"/>
                </a:cubicBezTo>
                <a:cubicBezTo>
                  <a:pt x="87368" y="90131"/>
                  <a:pt x="87791" y="89757"/>
                  <a:pt x="88189" y="89359"/>
                </a:cubicBezTo>
                <a:lnTo>
                  <a:pt x="88289" y="89259"/>
                </a:lnTo>
                <a:lnTo>
                  <a:pt x="88463" y="89085"/>
                </a:lnTo>
                <a:lnTo>
                  <a:pt x="88470" y="89071"/>
                </a:lnTo>
                <a:close/>
                <a:moveTo>
                  <a:pt x="86820" y="90634"/>
                </a:moveTo>
                <a:lnTo>
                  <a:pt x="86820" y="90634"/>
                </a:lnTo>
                <a:cubicBezTo>
                  <a:pt x="86813" y="90640"/>
                  <a:pt x="86806" y="90647"/>
                  <a:pt x="86799" y="90654"/>
                </a:cubicBezTo>
                <a:lnTo>
                  <a:pt x="86799" y="90654"/>
                </a:lnTo>
                <a:cubicBezTo>
                  <a:pt x="86806" y="90647"/>
                  <a:pt x="86813" y="90641"/>
                  <a:pt x="86820" y="90634"/>
                </a:cubicBezTo>
                <a:close/>
                <a:moveTo>
                  <a:pt x="13865" y="90603"/>
                </a:moveTo>
                <a:cubicBezTo>
                  <a:pt x="13889" y="90603"/>
                  <a:pt x="13889" y="90603"/>
                  <a:pt x="13914" y="90628"/>
                </a:cubicBezTo>
                <a:lnTo>
                  <a:pt x="13914" y="90678"/>
                </a:lnTo>
                <a:cubicBezTo>
                  <a:pt x="13889" y="90678"/>
                  <a:pt x="13889" y="90678"/>
                  <a:pt x="13865" y="90628"/>
                </a:cubicBezTo>
                <a:cubicBezTo>
                  <a:pt x="13815" y="90628"/>
                  <a:pt x="13865" y="90628"/>
                  <a:pt x="13865" y="90603"/>
                </a:cubicBezTo>
                <a:close/>
                <a:moveTo>
                  <a:pt x="27505" y="82265"/>
                </a:moveTo>
                <a:cubicBezTo>
                  <a:pt x="28849" y="82464"/>
                  <a:pt x="30193" y="82539"/>
                  <a:pt x="31537" y="82539"/>
                </a:cubicBezTo>
                <a:cubicBezTo>
                  <a:pt x="31861" y="82539"/>
                  <a:pt x="32184" y="82514"/>
                  <a:pt x="32533" y="82514"/>
                </a:cubicBezTo>
                <a:cubicBezTo>
                  <a:pt x="32035" y="84854"/>
                  <a:pt x="31861" y="87368"/>
                  <a:pt x="31985" y="89956"/>
                </a:cubicBezTo>
                <a:cubicBezTo>
                  <a:pt x="29621" y="90603"/>
                  <a:pt x="27355" y="91027"/>
                  <a:pt x="25190" y="91300"/>
                </a:cubicBezTo>
                <a:cubicBezTo>
                  <a:pt x="25613" y="88388"/>
                  <a:pt x="26385" y="85376"/>
                  <a:pt x="27505" y="82265"/>
                </a:cubicBezTo>
                <a:close/>
                <a:moveTo>
                  <a:pt x="1743" y="90504"/>
                </a:moveTo>
                <a:lnTo>
                  <a:pt x="1743" y="90504"/>
                </a:lnTo>
                <a:cubicBezTo>
                  <a:pt x="1792" y="90579"/>
                  <a:pt x="1792" y="90603"/>
                  <a:pt x="1817" y="90678"/>
                </a:cubicBezTo>
                <a:lnTo>
                  <a:pt x="1817" y="90703"/>
                </a:lnTo>
                <a:cubicBezTo>
                  <a:pt x="1842" y="90803"/>
                  <a:pt x="1917" y="90877"/>
                  <a:pt x="1942" y="90977"/>
                </a:cubicBezTo>
                <a:cubicBezTo>
                  <a:pt x="1964" y="91090"/>
                  <a:pt x="1997" y="91204"/>
                  <a:pt x="2036" y="91318"/>
                </a:cubicBezTo>
                <a:lnTo>
                  <a:pt x="2036" y="91318"/>
                </a:lnTo>
                <a:cubicBezTo>
                  <a:pt x="1991" y="91249"/>
                  <a:pt x="1991" y="91224"/>
                  <a:pt x="1967" y="91176"/>
                </a:cubicBezTo>
                <a:cubicBezTo>
                  <a:pt x="1917" y="90952"/>
                  <a:pt x="1817" y="90728"/>
                  <a:pt x="1743" y="90504"/>
                </a:cubicBezTo>
                <a:close/>
                <a:moveTo>
                  <a:pt x="27355" y="82240"/>
                </a:moveTo>
                <a:cubicBezTo>
                  <a:pt x="26235" y="85351"/>
                  <a:pt x="25439" y="88388"/>
                  <a:pt x="24991" y="91325"/>
                </a:cubicBezTo>
                <a:cubicBezTo>
                  <a:pt x="24991" y="91313"/>
                  <a:pt x="24985" y="91307"/>
                  <a:pt x="24975" y="91307"/>
                </a:cubicBezTo>
                <a:cubicBezTo>
                  <a:pt x="24966" y="91307"/>
                  <a:pt x="24954" y="91313"/>
                  <a:pt x="24941" y="91325"/>
                </a:cubicBezTo>
                <a:cubicBezTo>
                  <a:pt x="25364" y="88388"/>
                  <a:pt x="26186" y="85351"/>
                  <a:pt x="27306" y="82240"/>
                </a:cubicBezTo>
                <a:close/>
                <a:moveTo>
                  <a:pt x="18146" y="80373"/>
                </a:moveTo>
                <a:cubicBezTo>
                  <a:pt x="18270" y="80398"/>
                  <a:pt x="18395" y="80473"/>
                  <a:pt x="18544" y="80498"/>
                </a:cubicBezTo>
                <a:cubicBezTo>
                  <a:pt x="18793" y="80597"/>
                  <a:pt x="19042" y="80647"/>
                  <a:pt x="19291" y="80747"/>
                </a:cubicBezTo>
                <a:cubicBezTo>
                  <a:pt x="19465" y="80772"/>
                  <a:pt x="19639" y="80846"/>
                  <a:pt x="19838" y="80871"/>
                </a:cubicBezTo>
                <a:lnTo>
                  <a:pt x="20585" y="81045"/>
                </a:lnTo>
                <a:cubicBezTo>
                  <a:pt x="20734" y="81095"/>
                  <a:pt x="20909" y="81120"/>
                  <a:pt x="21083" y="81145"/>
                </a:cubicBezTo>
                <a:cubicBezTo>
                  <a:pt x="21158" y="81170"/>
                  <a:pt x="21257" y="81170"/>
                  <a:pt x="21357" y="81170"/>
                </a:cubicBezTo>
                <a:lnTo>
                  <a:pt x="21904" y="81269"/>
                </a:lnTo>
                <a:cubicBezTo>
                  <a:pt x="22153" y="81294"/>
                  <a:pt x="22402" y="81344"/>
                  <a:pt x="22651" y="81344"/>
                </a:cubicBezTo>
                <a:cubicBezTo>
                  <a:pt x="22751" y="81344"/>
                  <a:pt x="22850" y="81369"/>
                  <a:pt x="22975" y="81369"/>
                </a:cubicBezTo>
                <a:cubicBezTo>
                  <a:pt x="24344" y="81742"/>
                  <a:pt x="25738" y="82016"/>
                  <a:pt x="27131" y="82240"/>
                </a:cubicBezTo>
                <a:cubicBezTo>
                  <a:pt x="26011" y="85376"/>
                  <a:pt x="25215" y="88463"/>
                  <a:pt x="24767" y="91375"/>
                </a:cubicBezTo>
                <a:cubicBezTo>
                  <a:pt x="23653" y="91474"/>
                  <a:pt x="22564" y="91525"/>
                  <a:pt x="21506" y="91525"/>
                </a:cubicBezTo>
                <a:cubicBezTo>
                  <a:pt x="18829" y="91525"/>
                  <a:pt x="16343" y="91200"/>
                  <a:pt x="14113" y="90504"/>
                </a:cubicBezTo>
                <a:cubicBezTo>
                  <a:pt x="14288" y="88911"/>
                  <a:pt x="14561" y="87268"/>
                  <a:pt x="14985" y="85625"/>
                </a:cubicBezTo>
                <a:cubicBezTo>
                  <a:pt x="15806" y="83783"/>
                  <a:pt x="16876" y="82016"/>
                  <a:pt x="18146" y="80373"/>
                </a:cubicBezTo>
                <a:close/>
                <a:moveTo>
                  <a:pt x="32035" y="90131"/>
                </a:moveTo>
                <a:lnTo>
                  <a:pt x="32035" y="90205"/>
                </a:lnTo>
                <a:cubicBezTo>
                  <a:pt x="29670" y="90852"/>
                  <a:pt x="27355" y="91300"/>
                  <a:pt x="25140" y="91549"/>
                </a:cubicBezTo>
                <a:cubicBezTo>
                  <a:pt x="25140" y="91500"/>
                  <a:pt x="25140" y="91475"/>
                  <a:pt x="25190" y="91475"/>
                </a:cubicBezTo>
                <a:cubicBezTo>
                  <a:pt x="27380" y="91226"/>
                  <a:pt x="29670" y="90803"/>
                  <a:pt x="32035" y="90131"/>
                </a:cubicBezTo>
                <a:close/>
                <a:moveTo>
                  <a:pt x="24966" y="91500"/>
                </a:moveTo>
                <a:lnTo>
                  <a:pt x="24966" y="91574"/>
                </a:lnTo>
                <a:lnTo>
                  <a:pt x="24891" y="91574"/>
                </a:lnTo>
                <a:lnTo>
                  <a:pt x="24891" y="91500"/>
                </a:lnTo>
                <a:close/>
                <a:moveTo>
                  <a:pt x="2041" y="91332"/>
                </a:moveTo>
                <a:cubicBezTo>
                  <a:pt x="2071" y="91418"/>
                  <a:pt x="2104" y="91504"/>
                  <a:pt x="2138" y="91591"/>
                </a:cubicBezTo>
                <a:lnTo>
                  <a:pt x="2138" y="91591"/>
                </a:lnTo>
                <a:cubicBezTo>
                  <a:pt x="2119" y="91560"/>
                  <a:pt x="2101" y="91530"/>
                  <a:pt x="2091" y="91500"/>
                </a:cubicBezTo>
                <a:cubicBezTo>
                  <a:pt x="2091" y="91475"/>
                  <a:pt x="2091" y="91475"/>
                  <a:pt x="2066" y="91450"/>
                </a:cubicBezTo>
                <a:cubicBezTo>
                  <a:pt x="2043" y="91404"/>
                  <a:pt x="2041" y="91359"/>
                  <a:pt x="2041" y="91332"/>
                </a:cubicBezTo>
                <a:close/>
                <a:moveTo>
                  <a:pt x="14064" y="90703"/>
                </a:moveTo>
                <a:cubicBezTo>
                  <a:pt x="16298" y="91389"/>
                  <a:pt x="18732" y="91715"/>
                  <a:pt x="21355" y="91715"/>
                </a:cubicBezTo>
                <a:cubicBezTo>
                  <a:pt x="22444" y="91715"/>
                  <a:pt x="23564" y="91659"/>
                  <a:pt x="24717" y="91549"/>
                </a:cubicBezTo>
                <a:lnTo>
                  <a:pt x="24717" y="91599"/>
                </a:lnTo>
                <a:cubicBezTo>
                  <a:pt x="23572" y="91724"/>
                  <a:pt x="22402" y="91798"/>
                  <a:pt x="21332" y="91798"/>
                </a:cubicBezTo>
                <a:cubicBezTo>
                  <a:pt x="18668" y="91798"/>
                  <a:pt x="16254" y="91450"/>
                  <a:pt x="14064" y="90753"/>
                </a:cubicBezTo>
                <a:lnTo>
                  <a:pt x="14064" y="90703"/>
                </a:lnTo>
                <a:close/>
                <a:moveTo>
                  <a:pt x="46397" y="84505"/>
                </a:moveTo>
                <a:cubicBezTo>
                  <a:pt x="46422" y="84655"/>
                  <a:pt x="46422" y="84779"/>
                  <a:pt x="46447" y="84928"/>
                </a:cubicBezTo>
                <a:cubicBezTo>
                  <a:pt x="46497" y="85252"/>
                  <a:pt x="46522" y="85600"/>
                  <a:pt x="46547" y="85899"/>
                </a:cubicBezTo>
                <a:cubicBezTo>
                  <a:pt x="46547" y="85999"/>
                  <a:pt x="46547" y="86123"/>
                  <a:pt x="46571" y="86223"/>
                </a:cubicBezTo>
                <a:lnTo>
                  <a:pt x="46571" y="86372"/>
                </a:lnTo>
                <a:cubicBezTo>
                  <a:pt x="46571" y="86720"/>
                  <a:pt x="46621" y="87094"/>
                  <a:pt x="46571" y="87417"/>
                </a:cubicBezTo>
                <a:lnTo>
                  <a:pt x="46571" y="87865"/>
                </a:lnTo>
                <a:lnTo>
                  <a:pt x="46571" y="88139"/>
                </a:lnTo>
                <a:cubicBezTo>
                  <a:pt x="46571" y="88463"/>
                  <a:pt x="46547" y="88786"/>
                  <a:pt x="46522" y="89110"/>
                </a:cubicBezTo>
                <a:lnTo>
                  <a:pt x="46422" y="89857"/>
                </a:lnTo>
                <a:cubicBezTo>
                  <a:pt x="46397" y="90205"/>
                  <a:pt x="46323" y="90529"/>
                  <a:pt x="46273" y="90877"/>
                </a:cubicBezTo>
                <a:cubicBezTo>
                  <a:pt x="46248" y="91126"/>
                  <a:pt x="46173" y="91350"/>
                  <a:pt x="46123" y="91599"/>
                </a:cubicBezTo>
                <a:cubicBezTo>
                  <a:pt x="46072" y="91840"/>
                  <a:pt x="46008" y="92070"/>
                  <a:pt x="45949" y="92304"/>
                </a:cubicBezTo>
                <a:lnTo>
                  <a:pt x="45949" y="92304"/>
                </a:lnTo>
                <a:cubicBezTo>
                  <a:pt x="46584" y="89689"/>
                  <a:pt x="46716" y="87036"/>
                  <a:pt x="46372" y="84530"/>
                </a:cubicBezTo>
                <a:cubicBezTo>
                  <a:pt x="46372" y="84530"/>
                  <a:pt x="46397" y="84530"/>
                  <a:pt x="46397" y="84505"/>
                </a:cubicBezTo>
                <a:close/>
                <a:moveTo>
                  <a:pt x="45914" y="92446"/>
                </a:moveTo>
                <a:cubicBezTo>
                  <a:pt x="45900" y="92503"/>
                  <a:pt x="45887" y="92561"/>
                  <a:pt x="45874" y="92620"/>
                </a:cubicBezTo>
                <a:cubicBezTo>
                  <a:pt x="45866" y="92645"/>
                  <a:pt x="45858" y="92670"/>
                  <a:pt x="45850" y="92695"/>
                </a:cubicBezTo>
                <a:lnTo>
                  <a:pt x="45850" y="92695"/>
                </a:lnTo>
                <a:cubicBezTo>
                  <a:pt x="45872" y="92612"/>
                  <a:pt x="45893" y="92529"/>
                  <a:pt x="45914" y="92446"/>
                </a:cubicBezTo>
                <a:close/>
                <a:moveTo>
                  <a:pt x="45626" y="93490"/>
                </a:moveTo>
                <a:cubicBezTo>
                  <a:pt x="45626" y="93490"/>
                  <a:pt x="45626" y="93490"/>
                  <a:pt x="45626" y="93491"/>
                </a:cubicBezTo>
                <a:cubicBezTo>
                  <a:pt x="45624" y="93495"/>
                  <a:pt x="45623" y="93499"/>
                  <a:pt x="45622" y="93503"/>
                </a:cubicBezTo>
                <a:lnTo>
                  <a:pt x="45622" y="93503"/>
                </a:lnTo>
                <a:cubicBezTo>
                  <a:pt x="45623" y="93498"/>
                  <a:pt x="45624" y="93494"/>
                  <a:pt x="45626" y="93490"/>
                </a:cubicBezTo>
                <a:close/>
                <a:moveTo>
                  <a:pt x="70143" y="81244"/>
                </a:moveTo>
                <a:cubicBezTo>
                  <a:pt x="72035" y="83908"/>
                  <a:pt x="73753" y="86696"/>
                  <a:pt x="75146" y="89259"/>
                </a:cubicBezTo>
                <a:cubicBezTo>
                  <a:pt x="72558" y="91101"/>
                  <a:pt x="69944" y="92620"/>
                  <a:pt x="67405" y="93864"/>
                </a:cubicBezTo>
                <a:cubicBezTo>
                  <a:pt x="65638" y="91923"/>
                  <a:pt x="63846" y="89707"/>
                  <a:pt x="62228" y="87442"/>
                </a:cubicBezTo>
                <a:cubicBezTo>
                  <a:pt x="64966" y="85476"/>
                  <a:pt x="67629" y="83410"/>
                  <a:pt x="70143" y="81244"/>
                </a:cubicBezTo>
                <a:close/>
                <a:moveTo>
                  <a:pt x="46148" y="84655"/>
                </a:moveTo>
                <a:lnTo>
                  <a:pt x="46148" y="84655"/>
                </a:lnTo>
                <a:cubicBezTo>
                  <a:pt x="46547" y="87666"/>
                  <a:pt x="46223" y="90852"/>
                  <a:pt x="45227" y="93939"/>
                </a:cubicBezTo>
                <a:cubicBezTo>
                  <a:pt x="44232" y="92819"/>
                  <a:pt x="43510" y="91450"/>
                  <a:pt x="43062" y="89832"/>
                </a:cubicBezTo>
                <a:cubicBezTo>
                  <a:pt x="43734" y="88438"/>
                  <a:pt x="44182" y="86994"/>
                  <a:pt x="44481" y="85526"/>
                </a:cubicBezTo>
                <a:cubicBezTo>
                  <a:pt x="45028" y="85252"/>
                  <a:pt x="45601" y="84953"/>
                  <a:pt x="46148" y="84655"/>
                </a:cubicBezTo>
                <a:close/>
                <a:moveTo>
                  <a:pt x="62079" y="87567"/>
                </a:moveTo>
                <a:cubicBezTo>
                  <a:pt x="63721" y="89832"/>
                  <a:pt x="65464" y="91997"/>
                  <a:pt x="67256" y="93964"/>
                </a:cubicBezTo>
                <a:cubicBezTo>
                  <a:pt x="67206" y="93964"/>
                  <a:pt x="67206" y="93989"/>
                  <a:pt x="67181" y="93989"/>
                </a:cubicBezTo>
                <a:lnTo>
                  <a:pt x="67156" y="93964"/>
                </a:lnTo>
                <a:cubicBezTo>
                  <a:pt x="65389" y="91997"/>
                  <a:pt x="63647" y="89832"/>
                  <a:pt x="62054" y="87592"/>
                </a:cubicBezTo>
                <a:lnTo>
                  <a:pt x="62079" y="87567"/>
                </a:lnTo>
                <a:close/>
                <a:moveTo>
                  <a:pt x="75246" y="89458"/>
                </a:moveTo>
                <a:cubicBezTo>
                  <a:pt x="75246" y="89483"/>
                  <a:pt x="75271" y="89483"/>
                  <a:pt x="75271" y="89508"/>
                </a:cubicBezTo>
                <a:cubicBezTo>
                  <a:pt x="72732" y="91325"/>
                  <a:pt x="70118" y="92844"/>
                  <a:pt x="67555" y="94088"/>
                </a:cubicBezTo>
                <a:cubicBezTo>
                  <a:pt x="67555" y="94088"/>
                  <a:pt x="67530" y="94063"/>
                  <a:pt x="67530" y="94038"/>
                </a:cubicBezTo>
                <a:cubicBezTo>
                  <a:pt x="70069" y="92819"/>
                  <a:pt x="72657" y="91300"/>
                  <a:pt x="75246" y="89458"/>
                </a:cubicBezTo>
                <a:close/>
                <a:moveTo>
                  <a:pt x="45568" y="93678"/>
                </a:moveTo>
                <a:cubicBezTo>
                  <a:pt x="45521" y="93837"/>
                  <a:pt x="45480" y="93988"/>
                  <a:pt x="45426" y="94113"/>
                </a:cubicBezTo>
                <a:cubicBezTo>
                  <a:pt x="45475" y="93968"/>
                  <a:pt x="45522" y="93823"/>
                  <a:pt x="45568" y="93678"/>
                </a:cubicBezTo>
                <a:close/>
                <a:moveTo>
                  <a:pt x="42987" y="90056"/>
                </a:moveTo>
                <a:cubicBezTo>
                  <a:pt x="43435" y="91624"/>
                  <a:pt x="44157" y="92993"/>
                  <a:pt x="45153" y="94113"/>
                </a:cubicBezTo>
                <a:cubicBezTo>
                  <a:pt x="45153" y="94163"/>
                  <a:pt x="45128" y="94188"/>
                  <a:pt x="45128" y="94188"/>
                </a:cubicBezTo>
                <a:cubicBezTo>
                  <a:pt x="44132" y="93068"/>
                  <a:pt x="43385" y="91724"/>
                  <a:pt x="42912" y="90131"/>
                </a:cubicBezTo>
                <a:cubicBezTo>
                  <a:pt x="42937" y="90106"/>
                  <a:pt x="42937" y="90081"/>
                  <a:pt x="42987" y="90056"/>
                </a:cubicBezTo>
                <a:close/>
                <a:moveTo>
                  <a:pt x="67331" y="94113"/>
                </a:moveTo>
                <a:cubicBezTo>
                  <a:pt x="67331" y="94138"/>
                  <a:pt x="67380" y="94138"/>
                  <a:pt x="67380" y="94188"/>
                </a:cubicBezTo>
                <a:cubicBezTo>
                  <a:pt x="67331" y="94188"/>
                  <a:pt x="67331" y="94213"/>
                  <a:pt x="67306" y="94213"/>
                </a:cubicBezTo>
                <a:cubicBezTo>
                  <a:pt x="67306" y="94188"/>
                  <a:pt x="67306" y="94138"/>
                  <a:pt x="67281" y="94138"/>
                </a:cubicBezTo>
                <a:cubicBezTo>
                  <a:pt x="67306" y="94138"/>
                  <a:pt x="67306" y="94113"/>
                  <a:pt x="67331" y="94113"/>
                </a:cubicBezTo>
                <a:close/>
                <a:moveTo>
                  <a:pt x="45352" y="94312"/>
                </a:moveTo>
                <a:cubicBezTo>
                  <a:pt x="45377" y="94362"/>
                  <a:pt x="45352" y="94362"/>
                  <a:pt x="45352" y="94412"/>
                </a:cubicBezTo>
                <a:lnTo>
                  <a:pt x="45302" y="94362"/>
                </a:lnTo>
                <a:cubicBezTo>
                  <a:pt x="45302" y="94337"/>
                  <a:pt x="45302" y="94337"/>
                  <a:pt x="45352" y="94312"/>
                </a:cubicBezTo>
                <a:close/>
                <a:moveTo>
                  <a:pt x="91319" y="90945"/>
                </a:moveTo>
                <a:cubicBezTo>
                  <a:pt x="90031" y="92197"/>
                  <a:pt x="88707" y="93432"/>
                  <a:pt x="87337" y="94644"/>
                </a:cubicBezTo>
                <a:lnTo>
                  <a:pt x="87337" y="94644"/>
                </a:lnTo>
                <a:cubicBezTo>
                  <a:pt x="88780" y="93361"/>
                  <a:pt x="90261" y="91967"/>
                  <a:pt x="91319" y="90945"/>
                </a:cubicBezTo>
                <a:close/>
                <a:moveTo>
                  <a:pt x="58171" y="86098"/>
                </a:moveTo>
                <a:cubicBezTo>
                  <a:pt x="58544" y="87069"/>
                  <a:pt x="58917" y="88015"/>
                  <a:pt x="59191" y="89010"/>
                </a:cubicBezTo>
                <a:cubicBezTo>
                  <a:pt x="56055" y="91126"/>
                  <a:pt x="52869" y="93018"/>
                  <a:pt x="49733" y="94661"/>
                </a:cubicBezTo>
                <a:cubicBezTo>
                  <a:pt x="50131" y="91823"/>
                  <a:pt x="50081" y="88961"/>
                  <a:pt x="49509" y="86272"/>
                </a:cubicBezTo>
                <a:lnTo>
                  <a:pt x="49509" y="86272"/>
                </a:lnTo>
                <a:cubicBezTo>
                  <a:pt x="50629" y="86621"/>
                  <a:pt x="51848" y="86820"/>
                  <a:pt x="53143" y="86820"/>
                </a:cubicBezTo>
                <a:cubicBezTo>
                  <a:pt x="54711" y="86820"/>
                  <a:pt x="56379" y="86571"/>
                  <a:pt x="58171" y="86098"/>
                </a:cubicBezTo>
                <a:close/>
                <a:moveTo>
                  <a:pt x="49286" y="86180"/>
                </a:moveTo>
                <a:cubicBezTo>
                  <a:pt x="49295" y="86198"/>
                  <a:pt x="49337" y="86200"/>
                  <a:pt x="49359" y="86223"/>
                </a:cubicBezTo>
                <a:cubicBezTo>
                  <a:pt x="49907" y="88961"/>
                  <a:pt x="50006" y="91848"/>
                  <a:pt x="49583" y="94735"/>
                </a:cubicBezTo>
                <a:cubicBezTo>
                  <a:pt x="49533" y="94735"/>
                  <a:pt x="49533" y="94760"/>
                  <a:pt x="49509" y="94760"/>
                </a:cubicBezTo>
                <a:cubicBezTo>
                  <a:pt x="49956" y="91850"/>
                  <a:pt x="49882" y="88916"/>
                  <a:pt x="49286" y="86180"/>
                </a:cubicBezTo>
                <a:close/>
                <a:moveTo>
                  <a:pt x="59291" y="89160"/>
                </a:moveTo>
                <a:cubicBezTo>
                  <a:pt x="59291" y="89210"/>
                  <a:pt x="59291" y="89210"/>
                  <a:pt x="59316" y="89234"/>
                </a:cubicBezTo>
                <a:cubicBezTo>
                  <a:pt x="56130" y="91375"/>
                  <a:pt x="52944" y="93267"/>
                  <a:pt x="49733" y="94959"/>
                </a:cubicBezTo>
                <a:lnTo>
                  <a:pt x="49733" y="94860"/>
                </a:lnTo>
                <a:cubicBezTo>
                  <a:pt x="52894" y="93217"/>
                  <a:pt x="56080" y="91325"/>
                  <a:pt x="59291" y="89160"/>
                </a:cubicBezTo>
                <a:close/>
                <a:moveTo>
                  <a:pt x="49509" y="94959"/>
                </a:moveTo>
                <a:lnTo>
                  <a:pt x="49509" y="95059"/>
                </a:lnTo>
                <a:cubicBezTo>
                  <a:pt x="49484" y="95059"/>
                  <a:pt x="49484" y="95084"/>
                  <a:pt x="49459" y="95084"/>
                </a:cubicBezTo>
                <a:lnTo>
                  <a:pt x="49459" y="94984"/>
                </a:lnTo>
                <a:cubicBezTo>
                  <a:pt x="49484" y="94984"/>
                  <a:pt x="49484" y="94959"/>
                  <a:pt x="49509" y="94959"/>
                </a:cubicBezTo>
                <a:close/>
                <a:moveTo>
                  <a:pt x="2763" y="79552"/>
                </a:moveTo>
                <a:cubicBezTo>
                  <a:pt x="3261" y="81195"/>
                  <a:pt x="3933" y="82688"/>
                  <a:pt x="4754" y="84032"/>
                </a:cubicBezTo>
                <a:cubicBezTo>
                  <a:pt x="4680" y="84679"/>
                  <a:pt x="4605" y="85302"/>
                  <a:pt x="4555" y="85974"/>
                </a:cubicBezTo>
                <a:cubicBezTo>
                  <a:pt x="4555" y="86098"/>
                  <a:pt x="4505" y="86173"/>
                  <a:pt x="4505" y="86297"/>
                </a:cubicBezTo>
                <a:cubicBezTo>
                  <a:pt x="4456" y="86969"/>
                  <a:pt x="4431" y="87617"/>
                  <a:pt x="4381" y="88264"/>
                </a:cubicBezTo>
                <a:lnTo>
                  <a:pt x="4381" y="88712"/>
                </a:lnTo>
                <a:lnTo>
                  <a:pt x="4381" y="90255"/>
                </a:lnTo>
                <a:lnTo>
                  <a:pt x="4381" y="90703"/>
                </a:lnTo>
                <a:cubicBezTo>
                  <a:pt x="4431" y="91276"/>
                  <a:pt x="4456" y="91873"/>
                  <a:pt x="4505" y="92470"/>
                </a:cubicBezTo>
                <a:cubicBezTo>
                  <a:pt x="4505" y="92620"/>
                  <a:pt x="4555" y="92769"/>
                  <a:pt x="4580" y="92968"/>
                </a:cubicBezTo>
                <a:cubicBezTo>
                  <a:pt x="4655" y="93565"/>
                  <a:pt x="4729" y="94138"/>
                  <a:pt x="4829" y="94735"/>
                </a:cubicBezTo>
                <a:cubicBezTo>
                  <a:pt x="4829" y="94760"/>
                  <a:pt x="4854" y="94835"/>
                  <a:pt x="4854" y="94860"/>
                </a:cubicBezTo>
                <a:cubicBezTo>
                  <a:pt x="4879" y="95009"/>
                  <a:pt x="4929" y="95134"/>
                  <a:pt x="4953" y="95308"/>
                </a:cubicBezTo>
                <a:cubicBezTo>
                  <a:pt x="3360" y="93317"/>
                  <a:pt x="2215" y="90952"/>
                  <a:pt x="1494" y="88214"/>
                </a:cubicBezTo>
                <a:cubicBezTo>
                  <a:pt x="1444" y="87766"/>
                  <a:pt x="1419" y="87368"/>
                  <a:pt x="1369" y="86944"/>
                </a:cubicBezTo>
                <a:lnTo>
                  <a:pt x="1369" y="86745"/>
                </a:lnTo>
                <a:cubicBezTo>
                  <a:pt x="1344" y="86322"/>
                  <a:pt x="1344" y="85874"/>
                  <a:pt x="1369" y="85426"/>
                </a:cubicBezTo>
                <a:cubicBezTo>
                  <a:pt x="1369" y="85351"/>
                  <a:pt x="1369" y="85227"/>
                  <a:pt x="1394" y="85127"/>
                </a:cubicBezTo>
                <a:cubicBezTo>
                  <a:pt x="1394" y="84978"/>
                  <a:pt x="1444" y="84804"/>
                  <a:pt x="1444" y="84630"/>
                </a:cubicBezTo>
                <a:cubicBezTo>
                  <a:pt x="1593" y="82887"/>
                  <a:pt x="2066" y="81195"/>
                  <a:pt x="2763" y="79552"/>
                </a:cubicBezTo>
                <a:close/>
                <a:moveTo>
                  <a:pt x="75395" y="89707"/>
                </a:moveTo>
                <a:cubicBezTo>
                  <a:pt x="75520" y="89907"/>
                  <a:pt x="75644" y="90155"/>
                  <a:pt x="75744" y="90379"/>
                </a:cubicBezTo>
                <a:cubicBezTo>
                  <a:pt x="75420" y="90628"/>
                  <a:pt x="75122" y="90902"/>
                  <a:pt x="74773" y="91151"/>
                </a:cubicBezTo>
                <a:cubicBezTo>
                  <a:pt x="74524" y="91375"/>
                  <a:pt x="74275" y="91574"/>
                  <a:pt x="74026" y="91773"/>
                </a:cubicBezTo>
                <a:cubicBezTo>
                  <a:pt x="73304" y="92346"/>
                  <a:pt x="72608" y="92893"/>
                  <a:pt x="71886" y="93441"/>
                </a:cubicBezTo>
                <a:cubicBezTo>
                  <a:pt x="71687" y="93590"/>
                  <a:pt x="71512" y="93715"/>
                  <a:pt x="71313" y="93864"/>
                </a:cubicBezTo>
                <a:cubicBezTo>
                  <a:pt x="70641" y="94387"/>
                  <a:pt x="69919" y="94934"/>
                  <a:pt x="69197" y="95432"/>
                </a:cubicBezTo>
                <a:cubicBezTo>
                  <a:pt x="69123" y="95457"/>
                  <a:pt x="69023" y="95532"/>
                  <a:pt x="68949" y="95582"/>
                </a:cubicBezTo>
                <a:cubicBezTo>
                  <a:pt x="68824" y="95457"/>
                  <a:pt x="68700" y="95308"/>
                  <a:pt x="68575" y="95183"/>
                </a:cubicBezTo>
                <a:cubicBezTo>
                  <a:pt x="68301" y="94860"/>
                  <a:pt x="68003" y="94561"/>
                  <a:pt x="67704" y="94238"/>
                </a:cubicBezTo>
                <a:cubicBezTo>
                  <a:pt x="70268" y="92993"/>
                  <a:pt x="72856" y="91475"/>
                  <a:pt x="75395" y="89707"/>
                </a:cubicBezTo>
                <a:close/>
                <a:moveTo>
                  <a:pt x="4929" y="84331"/>
                </a:moveTo>
                <a:cubicBezTo>
                  <a:pt x="4953" y="84356"/>
                  <a:pt x="4953" y="84381"/>
                  <a:pt x="4978" y="84381"/>
                </a:cubicBezTo>
                <a:cubicBezTo>
                  <a:pt x="4929" y="84903"/>
                  <a:pt x="4854" y="85426"/>
                  <a:pt x="4804" y="85949"/>
                </a:cubicBezTo>
                <a:cubicBezTo>
                  <a:pt x="4804" y="86048"/>
                  <a:pt x="4779" y="86223"/>
                  <a:pt x="4779" y="86347"/>
                </a:cubicBezTo>
                <a:cubicBezTo>
                  <a:pt x="4705" y="86969"/>
                  <a:pt x="4680" y="87592"/>
                  <a:pt x="4655" y="88214"/>
                </a:cubicBezTo>
                <a:lnTo>
                  <a:pt x="4655" y="88388"/>
                </a:lnTo>
                <a:cubicBezTo>
                  <a:pt x="4605" y="89010"/>
                  <a:pt x="4655" y="89633"/>
                  <a:pt x="4655" y="90255"/>
                </a:cubicBezTo>
                <a:cubicBezTo>
                  <a:pt x="4655" y="90454"/>
                  <a:pt x="4655" y="90628"/>
                  <a:pt x="4680" y="90852"/>
                </a:cubicBezTo>
                <a:cubicBezTo>
                  <a:pt x="4705" y="91375"/>
                  <a:pt x="4729" y="91923"/>
                  <a:pt x="4779" y="92420"/>
                </a:cubicBezTo>
                <a:cubicBezTo>
                  <a:pt x="4779" y="92495"/>
                  <a:pt x="4779" y="92595"/>
                  <a:pt x="4804" y="92719"/>
                </a:cubicBezTo>
                <a:cubicBezTo>
                  <a:pt x="4854" y="93317"/>
                  <a:pt x="4953" y="93914"/>
                  <a:pt x="5053" y="94462"/>
                </a:cubicBezTo>
                <a:cubicBezTo>
                  <a:pt x="5078" y="94611"/>
                  <a:pt x="5103" y="94785"/>
                  <a:pt x="5128" y="94959"/>
                </a:cubicBezTo>
                <a:cubicBezTo>
                  <a:pt x="5202" y="95208"/>
                  <a:pt x="5227" y="95457"/>
                  <a:pt x="5302" y="95706"/>
                </a:cubicBezTo>
                <a:cubicBezTo>
                  <a:pt x="5277" y="95681"/>
                  <a:pt x="5277" y="95656"/>
                  <a:pt x="5227" y="95607"/>
                </a:cubicBezTo>
                <a:cubicBezTo>
                  <a:pt x="5178" y="95358"/>
                  <a:pt x="5103" y="95084"/>
                  <a:pt x="5053" y="94835"/>
                </a:cubicBezTo>
                <a:cubicBezTo>
                  <a:pt x="5028" y="94735"/>
                  <a:pt x="5028" y="94611"/>
                  <a:pt x="4978" y="94536"/>
                </a:cubicBezTo>
                <a:cubicBezTo>
                  <a:pt x="4904" y="94038"/>
                  <a:pt x="4829" y="93491"/>
                  <a:pt x="4754" y="92968"/>
                </a:cubicBezTo>
                <a:cubicBezTo>
                  <a:pt x="4729" y="92819"/>
                  <a:pt x="4729" y="92694"/>
                  <a:pt x="4705" y="92545"/>
                </a:cubicBezTo>
                <a:cubicBezTo>
                  <a:pt x="4630" y="91972"/>
                  <a:pt x="4605" y="91375"/>
                  <a:pt x="4580" y="90803"/>
                </a:cubicBezTo>
                <a:cubicBezTo>
                  <a:pt x="4580" y="90603"/>
                  <a:pt x="4580" y="90429"/>
                  <a:pt x="4555" y="90205"/>
                </a:cubicBezTo>
                <a:lnTo>
                  <a:pt x="4555" y="88712"/>
                </a:lnTo>
                <a:lnTo>
                  <a:pt x="4555" y="88264"/>
                </a:lnTo>
                <a:cubicBezTo>
                  <a:pt x="4580" y="87641"/>
                  <a:pt x="4605" y="87019"/>
                  <a:pt x="4680" y="86372"/>
                </a:cubicBezTo>
                <a:cubicBezTo>
                  <a:pt x="4680" y="86223"/>
                  <a:pt x="4705" y="86024"/>
                  <a:pt x="4705" y="85874"/>
                </a:cubicBezTo>
                <a:cubicBezTo>
                  <a:pt x="4804" y="85376"/>
                  <a:pt x="4854" y="84854"/>
                  <a:pt x="4929" y="84331"/>
                </a:cubicBezTo>
                <a:close/>
                <a:moveTo>
                  <a:pt x="67530" y="94312"/>
                </a:moveTo>
                <a:lnTo>
                  <a:pt x="68650" y="95507"/>
                </a:lnTo>
                <a:lnTo>
                  <a:pt x="68799" y="95681"/>
                </a:lnTo>
                <a:lnTo>
                  <a:pt x="68774" y="95681"/>
                </a:lnTo>
                <a:cubicBezTo>
                  <a:pt x="68774" y="95706"/>
                  <a:pt x="68774" y="95706"/>
                  <a:pt x="68749" y="95706"/>
                </a:cubicBezTo>
                <a:cubicBezTo>
                  <a:pt x="68525" y="95482"/>
                  <a:pt x="68326" y="95283"/>
                  <a:pt x="68127" y="95059"/>
                </a:cubicBezTo>
                <a:cubicBezTo>
                  <a:pt x="67903" y="94835"/>
                  <a:pt x="67679" y="94611"/>
                  <a:pt x="67505" y="94362"/>
                </a:cubicBezTo>
                <a:lnTo>
                  <a:pt x="67455" y="94337"/>
                </a:lnTo>
                <a:cubicBezTo>
                  <a:pt x="67505" y="94337"/>
                  <a:pt x="67505" y="94312"/>
                  <a:pt x="67530" y="94312"/>
                </a:cubicBezTo>
                <a:close/>
                <a:moveTo>
                  <a:pt x="46621" y="84630"/>
                </a:moveTo>
                <a:cubicBezTo>
                  <a:pt x="47293" y="85252"/>
                  <a:pt x="48140" y="85725"/>
                  <a:pt x="49085" y="86098"/>
                </a:cubicBezTo>
                <a:cubicBezTo>
                  <a:pt x="49708" y="88886"/>
                  <a:pt x="49758" y="91873"/>
                  <a:pt x="49285" y="94860"/>
                </a:cubicBezTo>
                <a:cubicBezTo>
                  <a:pt x="48712" y="95183"/>
                  <a:pt x="48090" y="95482"/>
                  <a:pt x="47492" y="95781"/>
                </a:cubicBezTo>
                <a:cubicBezTo>
                  <a:pt x="46771" y="95358"/>
                  <a:pt x="46148" y="94860"/>
                  <a:pt x="45601" y="94287"/>
                </a:cubicBezTo>
                <a:cubicBezTo>
                  <a:pt x="46099" y="92844"/>
                  <a:pt x="46422" y="91375"/>
                  <a:pt x="46621" y="89882"/>
                </a:cubicBezTo>
                <a:cubicBezTo>
                  <a:pt x="46845" y="88114"/>
                  <a:pt x="46845" y="86372"/>
                  <a:pt x="46621" y="84729"/>
                </a:cubicBezTo>
                <a:lnTo>
                  <a:pt x="46621" y="84630"/>
                </a:lnTo>
                <a:close/>
                <a:moveTo>
                  <a:pt x="75819" y="90504"/>
                </a:moveTo>
                <a:cubicBezTo>
                  <a:pt x="75819" y="90554"/>
                  <a:pt x="75868" y="90554"/>
                  <a:pt x="75868" y="90579"/>
                </a:cubicBezTo>
                <a:cubicBezTo>
                  <a:pt x="75520" y="90852"/>
                  <a:pt x="75171" y="91126"/>
                  <a:pt x="74873" y="91425"/>
                </a:cubicBezTo>
                <a:cubicBezTo>
                  <a:pt x="74624" y="91599"/>
                  <a:pt x="74400" y="91798"/>
                  <a:pt x="74151" y="91997"/>
                </a:cubicBezTo>
                <a:cubicBezTo>
                  <a:pt x="73429" y="92570"/>
                  <a:pt x="72682" y="93167"/>
                  <a:pt x="71985" y="93715"/>
                </a:cubicBezTo>
                <a:cubicBezTo>
                  <a:pt x="71786" y="93839"/>
                  <a:pt x="71637" y="93989"/>
                  <a:pt x="71438" y="94113"/>
                </a:cubicBezTo>
                <a:cubicBezTo>
                  <a:pt x="70691" y="94686"/>
                  <a:pt x="69944" y="95233"/>
                  <a:pt x="69173" y="95781"/>
                </a:cubicBezTo>
                <a:lnTo>
                  <a:pt x="69148" y="95731"/>
                </a:lnTo>
                <a:cubicBezTo>
                  <a:pt x="69123" y="95681"/>
                  <a:pt x="69148" y="95656"/>
                  <a:pt x="69197" y="95607"/>
                </a:cubicBezTo>
                <a:cubicBezTo>
                  <a:pt x="69919" y="95084"/>
                  <a:pt x="70666" y="94561"/>
                  <a:pt x="71388" y="94038"/>
                </a:cubicBezTo>
                <a:cubicBezTo>
                  <a:pt x="71562" y="93864"/>
                  <a:pt x="71761" y="93740"/>
                  <a:pt x="71985" y="93590"/>
                </a:cubicBezTo>
                <a:lnTo>
                  <a:pt x="74126" y="91923"/>
                </a:lnTo>
                <a:cubicBezTo>
                  <a:pt x="74375" y="91724"/>
                  <a:pt x="74574" y="91549"/>
                  <a:pt x="74848" y="91325"/>
                </a:cubicBezTo>
                <a:cubicBezTo>
                  <a:pt x="75171" y="91051"/>
                  <a:pt x="75495" y="90803"/>
                  <a:pt x="75819" y="90504"/>
                </a:cubicBezTo>
                <a:close/>
                <a:moveTo>
                  <a:pt x="2041" y="90404"/>
                </a:moveTo>
                <a:lnTo>
                  <a:pt x="2041" y="90404"/>
                </a:lnTo>
                <a:cubicBezTo>
                  <a:pt x="2788" y="92396"/>
                  <a:pt x="3809" y="94138"/>
                  <a:pt x="5053" y="95681"/>
                </a:cubicBezTo>
                <a:cubicBezTo>
                  <a:pt x="5053" y="95706"/>
                  <a:pt x="5078" y="95756"/>
                  <a:pt x="5078" y="95806"/>
                </a:cubicBezTo>
                <a:cubicBezTo>
                  <a:pt x="4057" y="94561"/>
                  <a:pt x="3186" y="93192"/>
                  <a:pt x="2489" y="91649"/>
                </a:cubicBezTo>
                <a:cubicBezTo>
                  <a:pt x="2315" y="91251"/>
                  <a:pt x="2141" y="90852"/>
                  <a:pt x="2041" y="90404"/>
                </a:cubicBezTo>
                <a:close/>
                <a:moveTo>
                  <a:pt x="45526" y="94486"/>
                </a:moveTo>
                <a:cubicBezTo>
                  <a:pt x="46049" y="95034"/>
                  <a:pt x="46646" y="95482"/>
                  <a:pt x="47293" y="95855"/>
                </a:cubicBezTo>
                <a:cubicBezTo>
                  <a:pt x="47268" y="95855"/>
                  <a:pt x="47268" y="95905"/>
                  <a:pt x="47244" y="95905"/>
                </a:cubicBezTo>
                <a:cubicBezTo>
                  <a:pt x="46596" y="95532"/>
                  <a:pt x="46024" y="95084"/>
                  <a:pt x="45501" y="94561"/>
                </a:cubicBezTo>
                <a:cubicBezTo>
                  <a:pt x="45501" y="94511"/>
                  <a:pt x="45501" y="94511"/>
                  <a:pt x="45526" y="94486"/>
                </a:cubicBezTo>
                <a:close/>
                <a:moveTo>
                  <a:pt x="68874" y="95806"/>
                </a:moveTo>
                <a:cubicBezTo>
                  <a:pt x="68924" y="95831"/>
                  <a:pt x="68924" y="95831"/>
                  <a:pt x="68949" y="95855"/>
                </a:cubicBezTo>
                <a:lnTo>
                  <a:pt x="68899" y="95905"/>
                </a:lnTo>
                <a:lnTo>
                  <a:pt x="68874" y="95855"/>
                </a:lnTo>
                <a:lnTo>
                  <a:pt x="68824" y="95831"/>
                </a:lnTo>
                <a:lnTo>
                  <a:pt x="68874" y="95806"/>
                </a:lnTo>
                <a:close/>
                <a:moveTo>
                  <a:pt x="49235" y="95084"/>
                </a:moveTo>
                <a:lnTo>
                  <a:pt x="49235" y="95183"/>
                </a:lnTo>
                <a:cubicBezTo>
                  <a:pt x="48737" y="95457"/>
                  <a:pt x="48264" y="95706"/>
                  <a:pt x="47766" y="95930"/>
                </a:cubicBezTo>
                <a:cubicBezTo>
                  <a:pt x="47741" y="95905"/>
                  <a:pt x="47716" y="95905"/>
                  <a:pt x="47667" y="95855"/>
                </a:cubicBezTo>
                <a:cubicBezTo>
                  <a:pt x="48189" y="95607"/>
                  <a:pt x="48712" y="95333"/>
                  <a:pt x="49235" y="95084"/>
                </a:cubicBezTo>
                <a:close/>
                <a:moveTo>
                  <a:pt x="47492" y="95980"/>
                </a:moveTo>
                <a:cubicBezTo>
                  <a:pt x="47517" y="96005"/>
                  <a:pt x="47542" y="96005"/>
                  <a:pt x="47592" y="96055"/>
                </a:cubicBezTo>
                <a:cubicBezTo>
                  <a:pt x="47542" y="96055"/>
                  <a:pt x="47542" y="96079"/>
                  <a:pt x="47517" y="96079"/>
                </a:cubicBezTo>
                <a:cubicBezTo>
                  <a:pt x="47492" y="96055"/>
                  <a:pt x="47468" y="96055"/>
                  <a:pt x="47418" y="96030"/>
                </a:cubicBezTo>
                <a:cubicBezTo>
                  <a:pt x="47468" y="96030"/>
                  <a:pt x="47468" y="95980"/>
                  <a:pt x="47492" y="95980"/>
                </a:cubicBezTo>
                <a:close/>
                <a:moveTo>
                  <a:pt x="5302" y="96005"/>
                </a:moveTo>
                <a:lnTo>
                  <a:pt x="5302" y="96005"/>
                </a:lnTo>
                <a:cubicBezTo>
                  <a:pt x="5327" y="96055"/>
                  <a:pt x="5352" y="96079"/>
                  <a:pt x="5352" y="96104"/>
                </a:cubicBezTo>
                <a:cubicBezTo>
                  <a:pt x="5352" y="96154"/>
                  <a:pt x="5402" y="96204"/>
                  <a:pt x="5402" y="96229"/>
                </a:cubicBezTo>
                <a:lnTo>
                  <a:pt x="5302" y="96129"/>
                </a:lnTo>
                <a:cubicBezTo>
                  <a:pt x="5327" y="96104"/>
                  <a:pt x="5327" y="96055"/>
                  <a:pt x="5302" y="96005"/>
                </a:cubicBezTo>
                <a:close/>
                <a:moveTo>
                  <a:pt x="61855" y="87666"/>
                </a:moveTo>
                <a:cubicBezTo>
                  <a:pt x="61979" y="87865"/>
                  <a:pt x="62128" y="88040"/>
                  <a:pt x="62303" y="88239"/>
                </a:cubicBezTo>
                <a:cubicBezTo>
                  <a:pt x="62726" y="88836"/>
                  <a:pt x="63174" y="89434"/>
                  <a:pt x="63597" y="89981"/>
                </a:cubicBezTo>
                <a:cubicBezTo>
                  <a:pt x="63746" y="90205"/>
                  <a:pt x="63921" y="90379"/>
                  <a:pt x="64070" y="90603"/>
                </a:cubicBezTo>
                <a:cubicBezTo>
                  <a:pt x="64692" y="91375"/>
                  <a:pt x="65314" y="92172"/>
                  <a:pt x="65937" y="92893"/>
                </a:cubicBezTo>
                <a:cubicBezTo>
                  <a:pt x="66211" y="93242"/>
                  <a:pt x="66484" y="93565"/>
                  <a:pt x="66783" y="93864"/>
                </a:cubicBezTo>
                <a:cubicBezTo>
                  <a:pt x="66833" y="93939"/>
                  <a:pt x="66907" y="93989"/>
                  <a:pt x="66932" y="94063"/>
                </a:cubicBezTo>
                <a:cubicBezTo>
                  <a:pt x="64866" y="95034"/>
                  <a:pt x="62875" y="95806"/>
                  <a:pt x="60959" y="96328"/>
                </a:cubicBezTo>
                <a:cubicBezTo>
                  <a:pt x="60834" y="93964"/>
                  <a:pt x="60411" y="91549"/>
                  <a:pt x="59714" y="89160"/>
                </a:cubicBezTo>
                <a:cubicBezTo>
                  <a:pt x="60436" y="88662"/>
                  <a:pt x="61158" y="88214"/>
                  <a:pt x="61855" y="87666"/>
                </a:cubicBezTo>
                <a:close/>
                <a:moveTo>
                  <a:pt x="2763" y="92844"/>
                </a:moveTo>
                <a:cubicBezTo>
                  <a:pt x="3186" y="93615"/>
                  <a:pt x="3634" y="94362"/>
                  <a:pt x="4182" y="95084"/>
                </a:cubicBezTo>
                <a:cubicBezTo>
                  <a:pt x="4207" y="95109"/>
                  <a:pt x="4232" y="95158"/>
                  <a:pt x="4257" y="95208"/>
                </a:cubicBezTo>
                <a:cubicBezTo>
                  <a:pt x="4555" y="95582"/>
                  <a:pt x="4829" y="95930"/>
                  <a:pt x="5128" y="96279"/>
                </a:cubicBezTo>
                <a:cubicBezTo>
                  <a:pt x="5153" y="96279"/>
                  <a:pt x="5153" y="96303"/>
                  <a:pt x="5178" y="96303"/>
                </a:cubicBezTo>
                <a:lnTo>
                  <a:pt x="5202" y="96403"/>
                </a:lnTo>
                <a:lnTo>
                  <a:pt x="4456" y="95557"/>
                </a:lnTo>
                <a:lnTo>
                  <a:pt x="4381" y="95482"/>
                </a:lnTo>
                <a:cubicBezTo>
                  <a:pt x="4082" y="95084"/>
                  <a:pt x="3809" y="94686"/>
                  <a:pt x="3510" y="94287"/>
                </a:cubicBezTo>
                <a:cubicBezTo>
                  <a:pt x="3510" y="94238"/>
                  <a:pt x="3485" y="94238"/>
                  <a:pt x="3485" y="94213"/>
                </a:cubicBezTo>
                <a:cubicBezTo>
                  <a:pt x="3261" y="93864"/>
                  <a:pt x="3087" y="93541"/>
                  <a:pt x="2888" y="93192"/>
                </a:cubicBezTo>
                <a:cubicBezTo>
                  <a:pt x="2863" y="93068"/>
                  <a:pt x="2813" y="92968"/>
                  <a:pt x="2763" y="92844"/>
                </a:cubicBezTo>
                <a:close/>
                <a:moveTo>
                  <a:pt x="59565" y="89284"/>
                </a:moveTo>
                <a:cubicBezTo>
                  <a:pt x="60237" y="91624"/>
                  <a:pt x="60685" y="94063"/>
                  <a:pt x="60834" y="96428"/>
                </a:cubicBezTo>
                <a:cubicBezTo>
                  <a:pt x="60809" y="96428"/>
                  <a:pt x="60809" y="96428"/>
                  <a:pt x="60784" y="96453"/>
                </a:cubicBezTo>
                <a:cubicBezTo>
                  <a:pt x="60585" y="94063"/>
                  <a:pt x="60187" y="91649"/>
                  <a:pt x="59490" y="89334"/>
                </a:cubicBezTo>
                <a:cubicBezTo>
                  <a:pt x="59540" y="89334"/>
                  <a:pt x="59540" y="89284"/>
                  <a:pt x="59565" y="89284"/>
                </a:cubicBezTo>
                <a:close/>
                <a:moveTo>
                  <a:pt x="49210" y="95432"/>
                </a:moveTo>
                <a:cubicBezTo>
                  <a:pt x="49135" y="95781"/>
                  <a:pt x="49085" y="96154"/>
                  <a:pt x="48986" y="96478"/>
                </a:cubicBezTo>
                <a:cubicBezTo>
                  <a:pt x="48637" y="96353"/>
                  <a:pt x="48289" y="96204"/>
                  <a:pt x="47990" y="96055"/>
                </a:cubicBezTo>
                <a:cubicBezTo>
                  <a:pt x="48388" y="95855"/>
                  <a:pt x="48787" y="95656"/>
                  <a:pt x="49210" y="95432"/>
                </a:cubicBezTo>
                <a:close/>
                <a:moveTo>
                  <a:pt x="67132" y="94213"/>
                </a:moveTo>
                <a:lnTo>
                  <a:pt x="67132" y="94213"/>
                </a:lnTo>
                <a:cubicBezTo>
                  <a:pt x="67107" y="94238"/>
                  <a:pt x="67156" y="94287"/>
                  <a:pt x="67156" y="94287"/>
                </a:cubicBezTo>
                <a:cubicBezTo>
                  <a:pt x="65066" y="95283"/>
                  <a:pt x="63024" y="96030"/>
                  <a:pt x="61033" y="96577"/>
                </a:cubicBezTo>
                <a:lnTo>
                  <a:pt x="61033" y="96528"/>
                </a:lnTo>
                <a:cubicBezTo>
                  <a:pt x="62975" y="95955"/>
                  <a:pt x="65041" y="95183"/>
                  <a:pt x="67132" y="94213"/>
                </a:cubicBezTo>
                <a:close/>
                <a:moveTo>
                  <a:pt x="49484" y="95308"/>
                </a:moveTo>
                <a:cubicBezTo>
                  <a:pt x="49409" y="95731"/>
                  <a:pt x="49334" y="96179"/>
                  <a:pt x="49235" y="96602"/>
                </a:cubicBezTo>
                <a:cubicBezTo>
                  <a:pt x="49210" y="96602"/>
                  <a:pt x="49160" y="96577"/>
                  <a:pt x="49160" y="96577"/>
                </a:cubicBezTo>
                <a:cubicBezTo>
                  <a:pt x="49260" y="96179"/>
                  <a:pt x="49359" y="95731"/>
                  <a:pt x="49409" y="95333"/>
                </a:cubicBezTo>
                <a:cubicBezTo>
                  <a:pt x="49459" y="95333"/>
                  <a:pt x="49459" y="95308"/>
                  <a:pt x="49484" y="95308"/>
                </a:cubicBezTo>
                <a:close/>
                <a:moveTo>
                  <a:pt x="60834" y="96577"/>
                </a:moveTo>
                <a:lnTo>
                  <a:pt x="60834" y="96627"/>
                </a:lnTo>
                <a:cubicBezTo>
                  <a:pt x="60809" y="96627"/>
                  <a:pt x="60809" y="96627"/>
                  <a:pt x="60784" y="96677"/>
                </a:cubicBezTo>
                <a:cubicBezTo>
                  <a:pt x="60809" y="96627"/>
                  <a:pt x="60784" y="96627"/>
                  <a:pt x="60784" y="96602"/>
                </a:cubicBezTo>
                <a:cubicBezTo>
                  <a:pt x="60809" y="96602"/>
                  <a:pt x="60809" y="96602"/>
                  <a:pt x="60834" y="96577"/>
                </a:cubicBezTo>
                <a:close/>
                <a:moveTo>
                  <a:pt x="47791" y="96129"/>
                </a:moveTo>
                <a:cubicBezTo>
                  <a:pt x="48140" y="96353"/>
                  <a:pt x="48538" y="96528"/>
                  <a:pt x="48961" y="96677"/>
                </a:cubicBezTo>
                <a:lnTo>
                  <a:pt x="48961" y="96727"/>
                </a:lnTo>
                <a:cubicBezTo>
                  <a:pt x="48513" y="96577"/>
                  <a:pt x="48115" y="96378"/>
                  <a:pt x="47741" y="96179"/>
                </a:cubicBezTo>
                <a:cubicBezTo>
                  <a:pt x="47766" y="96179"/>
                  <a:pt x="47766" y="96129"/>
                  <a:pt x="47791" y="96129"/>
                </a:cubicBezTo>
                <a:close/>
                <a:moveTo>
                  <a:pt x="5451" y="96602"/>
                </a:moveTo>
                <a:lnTo>
                  <a:pt x="5526" y="96702"/>
                </a:lnTo>
                <a:lnTo>
                  <a:pt x="5526" y="96727"/>
                </a:lnTo>
                <a:lnTo>
                  <a:pt x="5551" y="96826"/>
                </a:lnTo>
                <a:lnTo>
                  <a:pt x="5551" y="96826"/>
                </a:lnTo>
                <a:lnTo>
                  <a:pt x="5451" y="96727"/>
                </a:lnTo>
                <a:lnTo>
                  <a:pt x="5451" y="96602"/>
                </a:lnTo>
                <a:close/>
                <a:moveTo>
                  <a:pt x="49110" y="96776"/>
                </a:moveTo>
                <a:cubicBezTo>
                  <a:pt x="49135" y="96776"/>
                  <a:pt x="49135" y="96776"/>
                  <a:pt x="49160" y="96801"/>
                </a:cubicBezTo>
                <a:lnTo>
                  <a:pt x="49160" y="96851"/>
                </a:lnTo>
                <a:lnTo>
                  <a:pt x="49135" y="96851"/>
                </a:lnTo>
                <a:cubicBezTo>
                  <a:pt x="49135" y="96826"/>
                  <a:pt x="49110" y="96826"/>
                  <a:pt x="49110" y="96826"/>
                </a:cubicBezTo>
                <a:lnTo>
                  <a:pt x="49110" y="96776"/>
                </a:lnTo>
                <a:close/>
                <a:moveTo>
                  <a:pt x="89658" y="77685"/>
                </a:moveTo>
                <a:cubicBezTo>
                  <a:pt x="91948" y="79079"/>
                  <a:pt x="94064" y="80174"/>
                  <a:pt x="95881" y="80896"/>
                </a:cubicBezTo>
                <a:cubicBezTo>
                  <a:pt x="95781" y="81020"/>
                  <a:pt x="95682" y="81145"/>
                  <a:pt x="95557" y="81269"/>
                </a:cubicBezTo>
                <a:cubicBezTo>
                  <a:pt x="95383" y="81493"/>
                  <a:pt x="95209" y="81692"/>
                  <a:pt x="95034" y="81916"/>
                </a:cubicBezTo>
                <a:cubicBezTo>
                  <a:pt x="94711" y="82290"/>
                  <a:pt x="94437" y="82663"/>
                  <a:pt x="94138" y="83012"/>
                </a:cubicBezTo>
                <a:cubicBezTo>
                  <a:pt x="94014" y="83136"/>
                  <a:pt x="93889" y="83286"/>
                  <a:pt x="93790" y="83410"/>
                </a:cubicBezTo>
                <a:cubicBezTo>
                  <a:pt x="93068" y="84231"/>
                  <a:pt x="92346" y="85028"/>
                  <a:pt x="91599" y="85849"/>
                </a:cubicBezTo>
                <a:cubicBezTo>
                  <a:pt x="91550" y="85899"/>
                  <a:pt x="91475" y="85974"/>
                  <a:pt x="91425" y="86048"/>
                </a:cubicBezTo>
                <a:cubicBezTo>
                  <a:pt x="91052" y="86422"/>
                  <a:pt x="90703" y="86845"/>
                  <a:pt x="90330" y="87218"/>
                </a:cubicBezTo>
                <a:cubicBezTo>
                  <a:pt x="90106" y="87417"/>
                  <a:pt x="89932" y="87641"/>
                  <a:pt x="89708" y="87841"/>
                </a:cubicBezTo>
                <a:lnTo>
                  <a:pt x="88948" y="88600"/>
                </a:lnTo>
                <a:lnTo>
                  <a:pt x="88948" y="88600"/>
                </a:lnTo>
                <a:cubicBezTo>
                  <a:pt x="89233" y="88330"/>
                  <a:pt x="89515" y="88058"/>
                  <a:pt x="89807" y="87766"/>
                </a:cubicBezTo>
                <a:lnTo>
                  <a:pt x="89982" y="87592"/>
                </a:lnTo>
                <a:cubicBezTo>
                  <a:pt x="90405" y="87168"/>
                  <a:pt x="90778" y="86770"/>
                  <a:pt x="91176" y="86372"/>
                </a:cubicBezTo>
                <a:lnTo>
                  <a:pt x="91326" y="86223"/>
                </a:lnTo>
                <a:cubicBezTo>
                  <a:pt x="91351" y="86173"/>
                  <a:pt x="91400" y="86123"/>
                  <a:pt x="91450" y="86098"/>
                </a:cubicBezTo>
                <a:lnTo>
                  <a:pt x="91525" y="86024"/>
                </a:lnTo>
                <a:cubicBezTo>
                  <a:pt x="93093" y="84356"/>
                  <a:pt x="94586" y="82638"/>
                  <a:pt x="96030" y="80871"/>
                </a:cubicBezTo>
                <a:lnTo>
                  <a:pt x="96080" y="80871"/>
                </a:lnTo>
                <a:cubicBezTo>
                  <a:pt x="95084" y="82066"/>
                  <a:pt x="94064" y="83286"/>
                  <a:pt x="93018" y="84505"/>
                </a:cubicBezTo>
                <a:cubicBezTo>
                  <a:pt x="92944" y="84605"/>
                  <a:pt x="92894" y="84655"/>
                  <a:pt x="92794" y="84754"/>
                </a:cubicBezTo>
                <a:cubicBezTo>
                  <a:pt x="91674" y="85999"/>
                  <a:pt x="90479" y="87218"/>
                  <a:pt x="89285" y="88413"/>
                </a:cubicBezTo>
                <a:lnTo>
                  <a:pt x="89235" y="88463"/>
                </a:lnTo>
                <a:cubicBezTo>
                  <a:pt x="88737" y="88911"/>
                  <a:pt x="88239" y="89409"/>
                  <a:pt x="87741" y="89882"/>
                </a:cubicBezTo>
                <a:lnTo>
                  <a:pt x="87617" y="90006"/>
                </a:lnTo>
                <a:lnTo>
                  <a:pt x="87567" y="90081"/>
                </a:lnTo>
                <a:cubicBezTo>
                  <a:pt x="87119" y="90479"/>
                  <a:pt x="86671" y="90902"/>
                  <a:pt x="86198" y="91325"/>
                </a:cubicBezTo>
                <a:lnTo>
                  <a:pt x="86123" y="91375"/>
                </a:lnTo>
                <a:cubicBezTo>
                  <a:pt x="86049" y="91475"/>
                  <a:pt x="85949" y="91524"/>
                  <a:pt x="85850" y="91624"/>
                </a:cubicBezTo>
                <a:cubicBezTo>
                  <a:pt x="85426" y="91997"/>
                  <a:pt x="85003" y="92371"/>
                  <a:pt x="84580" y="92719"/>
                </a:cubicBezTo>
                <a:cubicBezTo>
                  <a:pt x="84431" y="92844"/>
                  <a:pt x="84257" y="92968"/>
                  <a:pt x="84132" y="93093"/>
                </a:cubicBezTo>
                <a:cubicBezTo>
                  <a:pt x="83734" y="93441"/>
                  <a:pt x="83311" y="93765"/>
                  <a:pt x="82888" y="94113"/>
                </a:cubicBezTo>
                <a:cubicBezTo>
                  <a:pt x="82738" y="94238"/>
                  <a:pt x="82564" y="94387"/>
                  <a:pt x="82390" y="94511"/>
                </a:cubicBezTo>
                <a:cubicBezTo>
                  <a:pt x="82327" y="94564"/>
                  <a:pt x="82264" y="94616"/>
                  <a:pt x="82200" y="94667"/>
                </a:cubicBezTo>
                <a:lnTo>
                  <a:pt x="82200" y="94667"/>
                </a:lnTo>
                <a:lnTo>
                  <a:pt x="82216" y="94636"/>
                </a:lnTo>
                <a:cubicBezTo>
                  <a:pt x="82589" y="94362"/>
                  <a:pt x="82962" y="94063"/>
                  <a:pt x="83311" y="93740"/>
                </a:cubicBezTo>
                <a:cubicBezTo>
                  <a:pt x="83336" y="93715"/>
                  <a:pt x="83385" y="93690"/>
                  <a:pt x="83435" y="93615"/>
                </a:cubicBezTo>
                <a:cubicBezTo>
                  <a:pt x="83560" y="93516"/>
                  <a:pt x="83684" y="93416"/>
                  <a:pt x="83809" y="93317"/>
                </a:cubicBezTo>
                <a:lnTo>
                  <a:pt x="83833" y="93267"/>
                </a:lnTo>
                <a:cubicBezTo>
                  <a:pt x="83958" y="93192"/>
                  <a:pt x="84082" y="93068"/>
                  <a:pt x="84207" y="92968"/>
                </a:cubicBezTo>
                <a:cubicBezTo>
                  <a:pt x="84431" y="92769"/>
                  <a:pt x="84630" y="92595"/>
                  <a:pt x="84829" y="92445"/>
                </a:cubicBezTo>
                <a:cubicBezTo>
                  <a:pt x="84879" y="92371"/>
                  <a:pt x="84954" y="92346"/>
                  <a:pt x="84978" y="92271"/>
                </a:cubicBezTo>
                <a:cubicBezTo>
                  <a:pt x="85053" y="92221"/>
                  <a:pt x="85103" y="92196"/>
                  <a:pt x="85178" y="92122"/>
                </a:cubicBezTo>
                <a:cubicBezTo>
                  <a:pt x="85227" y="92072"/>
                  <a:pt x="85302" y="92022"/>
                  <a:pt x="85352" y="91972"/>
                </a:cubicBezTo>
                <a:lnTo>
                  <a:pt x="85451" y="91873"/>
                </a:lnTo>
                <a:cubicBezTo>
                  <a:pt x="85850" y="91524"/>
                  <a:pt x="86223" y="91201"/>
                  <a:pt x="86596" y="90852"/>
                </a:cubicBezTo>
                <a:cubicBezTo>
                  <a:pt x="86664" y="90785"/>
                  <a:pt x="86731" y="90718"/>
                  <a:pt x="86799" y="90654"/>
                </a:cubicBezTo>
                <a:lnTo>
                  <a:pt x="86799" y="90654"/>
                </a:lnTo>
                <a:cubicBezTo>
                  <a:pt x="86756" y="90693"/>
                  <a:pt x="86714" y="90727"/>
                  <a:pt x="86671" y="90753"/>
                </a:cubicBezTo>
                <a:cubicBezTo>
                  <a:pt x="86248" y="91101"/>
                  <a:pt x="85875" y="91475"/>
                  <a:pt x="85476" y="91823"/>
                </a:cubicBezTo>
                <a:cubicBezTo>
                  <a:pt x="85327" y="91948"/>
                  <a:pt x="85178" y="92097"/>
                  <a:pt x="85003" y="92221"/>
                </a:cubicBezTo>
                <a:cubicBezTo>
                  <a:pt x="84630" y="92545"/>
                  <a:pt x="84257" y="92869"/>
                  <a:pt x="83883" y="93192"/>
                </a:cubicBezTo>
                <a:lnTo>
                  <a:pt x="83336" y="93665"/>
                </a:lnTo>
                <a:cubicBezTo>
                  <a:pt x="82987" y="93939"/>
                  <a:pt x="82614" y="94238"/>
                  <a:pt x="82240" y="94536"/>
                </a:cubicBezTo>
                <a:cubicBezTo>
                  <a:pt x="82016" y="94710"/>
                  <a:pt x="81817" y="94860"/>
                  <a:pt x="81568" y="95059"/>
                </a:cubicBezTo>
                <a:cubicBezTo>
                  <a:pt x="81220" y="95308"/>
                  <a:pt x="80871" y="95582"/>
                  <a:pt x="80523" y="95831"/>
                </a:cubicBezTo>
                <a:lnTo>
                  <a:pt x="79776" y="96403"/>
                </a:lnTo>
                <a:cubicBezTo>
                  <a:pt x="79751" y="96428"/>
                  <a:pt x="79702" y="96453"/>
                  <a:pt x="79652" y="96478"/>
                </a:cubicBezTo>
                <a:cubicBezTo>
                  <a:pt x="79453" y="96652"/>
                  <a:pt x="79204" y="96826"/>
                  <a:pt x="78980" y="96976"/>
                </a:cubicBezTo>
                <a:cubicBezTo>
                  <a:pt x="78905" y="96776"/>
                  <a:pt x="78855" y="96577"/>
                  <a:pt x="78781" y="96403"/>
                </a:cubicBezTo>
                <a:cubicBezTo>
                  <a:pt x="78731" y="96179"/>
                  <a:pt x="78656" y="95980"/>
                  <a:pt x="78606" y="95781"/>
                </a:cubicBezTo>
                <a:cubicBezTo>
                  <a:pt x="78532" y="95557"/>
                  <a:pt x="78432" y="95333"/>
                  <a:pt x="78382" y="95109"/>
                </a:cubicBezTo>
                <a:cubicBezTo>
                  <a:pt x="78283" y="94860"/>
                  <a:pt x="78183" y="94586"/>
                  <a:pt x="78059" y="94312"/>
                </a:cubicBezTo>
                <a:cubicBezTo>
                  <a:pt x="78009" y="94138"/>
                  <a:pt x="77959" y="93989"/>
                  <a:pt x="77884" y="93864"/>
                </a:cubicBezTo>
                <a:cubicBezTo>
                  <a:pt x="77735" y="93491"/>
                  <a:pt x="77561" y="93167"/>
                  <a:pt x="77412" y="92794"/>
                </a:cubicBezTo>
                <a:cubicBezTo>
                  <a:pt x="77412" y="92744"/>
                  <a:pt x="77387" y="92719"/>
                  <a:pt x="77362" y="92694"/>
                </a:cubicBezTo>
                <a:cubicBezTo>
                  <a:pt x="77038" y="91972"/>
                  <a:pt x="76665" y="91226"/>
                  <a:pt x="76291" y="90479"/>
                </a:cubicBezTo>
                <a:cubicBezTo>
                  <a:pt x="76416" y="90379"/>
                  <a:pt x="76540" y="90280"/>
                  <a:pt x="76640" y="90205"/>
                </a:cubicBezTo>
                <a:cubicBezTo>
                  <a:pt x="76988" y="89931"/>
                  <a:pt x="77287" y="89633"/>
                  <a:pt x="77636" y="89359"/>
                </a:cubicBezTo>
                <a:cubicBezTo>
                  <a:pt x="78133" y="88936"/>
                  <a:pt x="78631" y="88513"/>
                  <a:pt x="79104" y="88089"/>
                </a:cubicBezTo>
                <a:cubicBezTo>
                  <a:pt x="79453" y="87766"/>
                  <a:pt x="79776" y="87492"/>
                  <a:pt x="80125" y="87193"/>
                </a:cubicBezTo>
                <a:cubicBezTo>
                  <a:pt x="80697" y="86671"/>
                  <a:pt x="81220" y="86198"/>
                  <a:pt x="81743" y="85700"/>
                </a:cubicBezTo>
                <a:cubicBezTo>
                  <a:pt x="82116" y="85351"/>
                  <a:pt x="82489" y="85003"/>
                  <a:pt x="82838" y="84655"/>
                </a:cubicBezTo>
                <a:cubicBezTo>
                  <a:pt x="83136" y="84381"/>
                  <a:pt x="83460" y="84082"/>
                  <a:pt x="83734" y="83783"/>
                </a:cubicBezTo>
                <a:cubicBezTo>
                  <a:pt x="84306" y="83261"/>
                  <a:pt x="84829" y="82738"/>
                  <a:pt x="85352" y="82165"/>
                </a:cubicBezTo>
                <a:lnTo>
                  <a:pt x="86323" y="81195"/>
                </a:lnTo>
                <a:cubicBezTo>
                  <a:pt x="86671" y="80871"/>
                  <a:pt x="86970" y="80523"/>
                  <a:pt x="87318" y="80174"/>
                </a:cubicBezTo>
                <a:lnTo>
                  <a:pt x="88911" y="78506"/>
                </a:lnTo>
                <a:cubicBezTo>
                  <a:pt x="89160" y="78258"/>
                  <a:pt x="89359" y="77959"/>
                  <a:pt x="89608" y="77710"/>
                </a:cubicBezTo>
                <a:lnTo>
                  <a:pt x="89658" y="77685"/>
                </a:lnTo>
                <a:close/>
                <a:moveTo>
                  <a:pt x="76117" y="90603"/>
                </a:moveTo>
                <a:cubicBezTo>
                  <a:pt x="76764" y="91873"/>
                  <a:pt x="77312" y="93093"/>
                  <a:pt x="77785" y="94238"/>
                </a:cubicBezTo>
                <a:lnTo>
                  <a:pt x="77884" y="94437"/>
                </a:lnTo>
                <a:cubicBezTo>
                  <a:pt x="78009" y="94735"/>
                  <a:pt x="78108" y="95059"/>
                  <a:pt x="78233" y="95333"/>
                </a:cubicBezTo>
                <a:cubicBezTo>
                  <a:pt x="78283" y="95507"/>
                  <a:pt x="78357" y="95681"/>
                  <a:pt x="78407" y="95855"/>
                </a:cubicBezTo>
                <a:cubicBezTo>
                  <a:pt x="78507" y="96079"/>
                  <a:pt x="78532" y="96303"/>
                  <a:pt x="78631" y="96552"/>
                </a:cubicBezTo>
                <a:cubicBezTo>
                  <a:pt x="78681" y="96702"/>
                  <a:pt x="78731" y="96876"/>
                  <a:pt x="78781" y="97050"/>
                </a:cubicBezTo>
                <a:cubicBezTo>
                  <a:pt x="78756" y="97050"/>
                  <a:pt x="78756" y="97075"/>
                  <a:pt x="78731" y="97075"/>
                </a:cubicBezTo>
                <a:cubicBezTo>
                  <a:pt x="78706" y="96926"/>
                  <a:pt x="78631" y="96727"/>
                  <a:pt x="78581" y="96577"/>
                </a:cubicBezTo>
                <a:cubicBezTo>
                  <a:pt x="78507" y="96353"/>
                  <a:pt x="78457" y="96179"/>
                  <a:pt x="78382" y="95955"/>
                </a:cubicBezTo>
                <a:cubicBezTo>
                  <a:pt x="78308" y="95756"/>
                  <a:pt x="78258" y="95582"/>
                  <a:pt x="78183" y="95432"/>
                </a:cubicBezTo>
                <a:cubicBezTo>
                  <a:pt x="78108" y="95158"/>
                  <a:pt x="77984" y="94860"/>
                  <a:pt x="77884" y="94561"/>
                </a:cubicBezTo>
                <a:cubicBezTo>
                  <a:pt x="77860" y="94511"/>
                  <a:pt x="77860" y="94462"/>
                  <a:pt x="77810" y="94412"/>
                </a:cubicBezTo>
                <a:cubicBezTo>
                  <a:pt x="77362" y="93217"/>
                  <a:pt x="76764" y="91948"/>
                  <a:pt x="76067" y="90628"/>
                </a:cubicBezTo>
                <a:lnTo>
                  <a:pt x="76117" y="90603"/>
                </a:lnTo>
                <a:close/>
                <a:moveTo>
                  <a:pt x="80528" y="95978"/>
                </a:moveTo>
                <a:cubicBezTo>
                  <a:pt x="80053" y="96453"/>
                  <a:pt x="79518" y="96826"/>
                  <a:pt x="79005" y="97200"/>
                </a:cubicBezTo>
                <a:lnTo>
                  <a:pt x="79005" y="97175"/>
                </a:lnTo>
                <a:lnTo>
                  <a:pt x="79005" y="97125"/>
                </a:lnTo>
                <a:cubicBezTo>
                  <a:pt x="79328" y="96926"/>
                  <a:pt x="79627" y="96702"/>
                  <a:pt x="79901" y="96453"/>
                </a:cubicBezTo>
                <a:cubicBezTo>
                  <a:pt x="80125" y="96303"/>
                  <a:pt x="80324" y="96129"/>
                  <a:pt x="80523" y="95980"/>
                </a:cubicBezTo>
                <a:cubicBezTo>
                  <a:pt x="80525" y="95979"/>
                  <a:pt x="80526" y="95978"/>
                  <a:pt x="80528" y="95978"/>
                </a:cubicBezTo>
                <a:close/>
                <a:moveTo>
                  <a:pt x="45426" y="94760"/>
                </a:moveTo>
                <a:cubicBezTo>
                  <a:pt x="45899" y="95233"/>
                  <a:pt x="46422" y="95656"/>
                  <a:pt x="47019" y="96005"/>
                </a:cubicBezTo>
                <a:cubicBezTo>
                  <a:pt x="46123" y="96453"/>
                  <a:pt x="45252" y="96851"/>
                  <a:pt x="44356" y="97224"/>
                </a:cubicBezTo>
                <a:cubicBezTo>
                  <a:pt x="44779" y="96428"/>
                  <a:pt x="45128" y="95607"/>
                  <a:pt x="45426" y="94760"/>
                </a:cubicBezTo>
                <a:close/>
                <a:moveTo>
                  <a:pt x="78855" y="97249"/>
                </a:moveTo>
                <a:lnTo>
                  <a:pt x="78855" y="97299"/>
                </a:lnTo>
                <a:lnTo>
                  <a:pt x="78830" y="97299"/>
                </a:lnTo>
                <a:cubicBezTo>
                  <a:pt x="78830" y="97324"/>
                  <a:pt x="78830" y="97324"/>
                  <a:pt x="78781" y="97349"/>
                </a:cubicBezTo>
                <a:lnTo>
                  <a:pt x="78781" y="97324"/>
                </a:lnTo>
                <a:lnTo>
                  <a:pt x="78781" y="97299"/>
                </a:lnTo>
                <a:lnTo>
                  <a:pt x="78830" y="97299"/>
                </a:lnTo>
                <a:lnTo>
                  <a:pt x="78855" y="97249"/>
                </a:lnTo>
                <a:close/>
                <a:moveTo>
                  <a:pt x="45252" y="94561"/>
                </a:moveTo>
                <a:lnTo>
                  <a:pt x="45277" y="94586"/>
                </a:lnTo>
                <a:cubicBezTo>
                  <a:pt x="45252" y="94611"/>
                  <a:pt x="45252" y="94686"/>
                  <a:pt x="45227" y="94710"/>
                </a:cubicBezTo>
                <a:lnTo>
                  <a:pt x="45227" y="94735"/>
                </a:lnTo>
                <a:cubicBezTo>
                  <a:pt x="45153" y="94860"/>
                  <a:pt x="45128" y="95034"/>
                  <a:pt x="45053" y="95158"/>
                </a:cubicBezTo>
                <a:lnTo>
                  <a:pt x="44680" y="96079"/>
                </a:lnTo>
                <a:cubicBezTo>
                  <a:pt x="44605" y="96279"/>
                  <a:pt x="44505" y="96478"/>
                  <a:pt x="44406" y="96677"/>
                </a:cubicBezTo>
                <a:cubicBezTo>
                  <a:pt x="44381" y="96727"/>
                  <a:pt x="44356" y="96776"/>
                  <a:pt x="44356" y="96826"/>
                </a:cubicBezTo>
                <a:cubicBezTo>
                  <a:pt x="44281" y="96976"/>
                  <a:pt x="44182" y="97100"/>
                  <a:pt x="44132" y="97249"/>
                </a:cubicBezTo>
                <a:cubicBezTo>
                  <a:pt x="44107" y="97299"/>
                  <a:pt x="44107" y="97324"/>
                  <a:pt x="44057" y="97374"/>
                </a:cubicBezTo>
                <a:cubicBezTo>
                  <a:pt x="44057" y="97374"/>
                  <a:pt x="44057" y="97374"/>
                  <a:pt x="44055" y="97374"/>
                </a:cubicBezTo>
                <a:lnTo>
                  <a:pt x="44055" y="97374"/>
                </a:lnTo>
                <a:cubicBezTo>
                  <a:pt x="44495" y="96421"/>
                  <a:pt x="44910" y="95515"/>
                  <a:pt x="45252" y="94561"/>
                </a:cubicBezTo>
                <a:close/>
                <a:moveTo>
                  <a:pt x="59341" y="89434"/>
                </a:moveTo>
                <a:cubicBezTo>
                  <a:pt x="59988" y="91724"/>
                  <a:pt x="60436" y="94113"/>
                  <a:pt x="60585" y="96453"/>
                </a:cubicBezTo>
                <a:cubicBezTo>
                  <a:pt x="58312" y="97064"/>
                  <a:pt x="56153" y="97378"/>
                  <a:pt x="54164" y="97378"/>
                </a:cubicBezTo>
                <a:cubicBezTo>
                  <a:pt x="52428" y="97378"/>
                  <a:pt x="50822" y="97139"/>
                  <a:pt x="49384" y="96652"/>
                </a:cubicBezTo>
                <a:cubicBezTo>
                  <a:pt x="49509" y="96179"/>
                  <a:pt x="49608" y="95681"/>
                  <a:pt x="49658" y="95183"/>
                </a:cubicBezTo>
                <a:cubicBezTo>
                  <a:pt x="52869" y="93491"/>
                  <a:pt x="56105" y="91574"/>
                  <a:pt x="59341" y="89434"/>
                </a:cubicBezTo>
                <a:close/>
                <a:moveTo>
                  <a:pt x="42215" y="86646"/>
                </a:moveTo>
                <a:cubicBezTo>
                  <a:pt x="42265" y="87741"/>
                  <a:pt x="42415" y="88762"/>
                  <a:pt x="42639" y="89732"/>
                </a:cubicBezTo>
                <a:cubicBezTo>
                  <a:pt x="41419" y="92246"/>
                  <a:pt x="39602" y="94611"/>
                  <a:pt x="37212" y="96602"/>
                </a:cubicBezTo>
                <a:cubicBezTo>
                  <a:pt x="37187" y="96627"/>
                  <a:pt x="37163" y="96677"/>
                  <a:pt x="37088" y="96702"/>
                </a:cubicBezTo>
                <a:cubicBezTo>
                  <a:pt x="36739" y="96976"/>
                  <a:pt x="36416" y="97249"/>
                  <a:pt x="36042" y="97523"/>
                </a:cubicBezTo>
                <a:cubicBezTo>
                  <a:pt x="35968" y="97299"/>
                  <a:pt x="35918" y="97075"/>
                  <a:pt x="35893" y="96901"/>
                </a:cubicBezTo>
                <a:cubicBezTo>
                  <a:pt x="35843" y="96727"/>
                  <a:pt x="35818" y="96577"/>
                  <a:pt x="35794" y="96378"/>
                </a:cubicBezTo>
                <a:cubicBezTo>
                  <a:pt x="35719" y="96104"/>
                  <a:pt x="35694" y="95806"/>
                  <a:pt x="35669" y="95482"/>
                </a:cubicBezTo>
                <a:cubicBezTo>
                  <a:pt x="35669" y="95383"/>
                  <a:pt x="35644" y="95333"/>
                  <a:pt x="35644" y="95233"/>
                </a:cubicBezTo>
                <a:cubicBezTo>
                  <a:pt x="35644" y="95183"/>
                  <a:pt x="35594" y="95109"/>
                  <a:pt x="35594" y="95059"/>
                </a:cubicBezTo>
                <a:cubicBezTo>
                  <a:pt x="35570" y="94611"/>
                  <a:pt x="35545" y="94138"/>
                  <a:pt x="35520" y="93715"/>
                </a:cubicBezTo>
                <a:lnTo>
                  <a:pt x="35520" y="93491"/>
                </a:lnTo>
                <a:lnTo>
                  <a:pt x="35520" y="93317"/>
                </a:lnTo>
                <a:lnTo>
                  <a:pt x="35520" y="92321"/>
                </a:lnTo>
                <a:cubicBezTo>
                  <a:pt x="35520" y="92122"/>
                  <a:pt x="35545" y="91948"/>
                  <a:pt x="35545" y="91748"/>
                </a:cubicBezTo>
                <a:cubicBezTo>
                  <a:pt x="35545" y="91450"/>
                  <a:pt x="35570" y="91151"/>
                  <a:pt x="35594" y="90852"/>
                </a:cubicBezTo>
                <a:lnTo>
                  <a:pt x="35594" y="90827"/>
                </a:lnTo>
                <a:cubicBezTo>
                  <a:pt x="35594" y="90628"/>
                  <a:pt x="35619" y="90479"/>
                  <a:pt x="35669" y="90280"/>
                </a:cubicBezTo>
                <a:cubicBezTo>
                  <a:pt x="35694" y="89981"/>
                  <a:pt x="35719" y="89658"/>
                  <a:pt x="35794" y="89359"/>
                </a:cubicBezTo>
                <a:cubicBezTo>
                  <a:pt x="35794" y="89334"/>
                  <a:pt x="35794" y="89284"/>
                  <a:pt x="35818" y="89259"/>
                </a:cubicBezTo>
                <a:cubicBezTo>
                  <a:pt x="37934" y="88537"/>
                  <a:pt x="40075" y="87666"/>
                  <a:pt x="42215" y="86646"/>
                </a:cubicBezTo>
                <a:close/>
                <a:moveTo>
                  <a:pt x="60610" y="96627"/>
                </a:moveTo>
                <a:lnTo>
                  <a:pt x="60610" y="96702"/>
                </a:lnTo>
                <a:cubicBezTo>
                  <a:pt x="58345" y="97324"/>
                  <a:pt x="56179" y="97623"/>
                  <a:pt x="54188" y="97623"/>
                </a:cubicBezTo>
                <a:cubicBezTo>
                  <a:pt x="52396" y="97623"/>
                  <a:pt x="50778" y="97374"/>
                  <a:pt x="49359" y="96901"/>
                </a:cubicBezTo>
                <a:cubicBezTo>
                  <a:pt x="49334" y="96901"/>
                  <a:pt x="49359" y="96851"/>
                  <a:pt x="49359" y="96826"/>
                </a:cubicBezTo>
                <a:cubicBezTo>
                  <a:pt x="50807" y="97317"/>
                  <a:pt x="52430" y="97561"/>
                  <a:pt x="54188" y="97561"/>
                </a:cubicBezTo>
                <a:cubicBezTo>
                  <a:pt x="56177" y="97561"/>
                  <a:pt x="58337" y="97248"/>
                  <a:pt x="60610" y="96627"/>
                </a:cubicBezTo>
                <a:close/>
                <a:moveTo>
                  <a:pt x="47219" y="96104"/>
                </a:moveTo>
                <a:cubicBezTo>
                  <a:pt x="47244" y="96154"/>
                  <a:pt x="47268" y="96154"/>
                  <a:pt x="47293" y="96179"/>
                </a:cubicBezTo>
                <a:cubicBezTo>
                  <a:pt x="46248" y="96677"/>
                  <a:pt x="45227" y="97175"/>
                  <a:pt x="44157" y="97648"/>
                </a:cubicBezTo>
                <a:cubicBezTo>
                  <a:pt x="44182" y="97573"/>
                  <a:pt x="44232" y="97548"/>
                  <a:pt x="44232" y="97473"/>
                </a:cubicBezTo>
                <a:cubicBezTo>
                  <a:pt x="45227" y="97050"/>
                  <a:pt x="46223" y="96577"/>
                  <a:pt x="47219" y="96104"/>
                </a:cubicBezTo>
                <a:close/>
                <a:moveTo>
                  <a:pt x="35570" y="89334"/>
                </a:moveTo>
                <a:cubicBezTo>
                  <a:pt x="35520" y="89707"/>
                  <a:pt x="35470" y="90106"/>
                  <a:pt x="35445" y="90479"/>
                </a:cubicBezTo>
                <a:cubicBezTo>
                  <a:pt x="35445" y="90579"/>
                  <a:pt x="35420" y="90678"/>
                  <a:pt x="35420" y="90753"/>
                </a:cubicBezTo>
                <a:lnTo>
                  <a:pt x="35420" y="90852"/>
                </a:lnTo>
                <a:cubicBezTo>
                  <a:pt x="35395" y="91126"/>
                  <a:pt x="35395" y="91375"/>
                  <a:pt x="35346" y="91649"/>
                </a:cubicBezTo>
                <a:lnTo>
                  <a:pt x="35346" y="91923"/>
                </a:lnTo>
                <a:cubicBezTo>
                  <a:pt x="35346" y="92072"/>
                  <a:pt x="35321" y="92196"/>
                  <a:pt x="35321" y="92346"/>
                </a:cubicBezTo>
                <a:lnTo>
                  <a:pt x="35321" y="92371"/>
                </a:lnTo>
                <a:lnTo>
                  <a:pt x="35321" y="93366"/>
                </a:lnTo>
                <a:lnTo>
                  <a:pt x="35321" y="93839"/>
                </a:lnTo>
                <a:cubicBezTo>
                  <a:pt x="35321" y="94213"/>
                  <a:pt x="35346" y="94586"/>
                  <a:pt x="35395" y="94934"/>
                </a:cubicBezTo>
                <a:lnTo>
                  <a:pt x="35395" y="94984"/>
                </a:lnTo>
                <a:cubicBezTo>
                  <a:pt x="35395" y="95084"/>
                  <a:pt x="35395" y="95134"/>
                  <a:pt x="35420" y="95233"/>
                </a:cubicBezTo>
                <a:cubicBezTo>
                  <a:pt x="35445" y="95681"/>
                  <a:pt x="35520" y="96129"/>
                  <a:pt x="35594" y="96577"/>
                </a:cubicBezTo>
                <a:cubicBezTo>
                  <a:pt x="35644" y="96727"/>
                  <a:pt x="35669" y="96851"/>
                  <a:pt x="35694" y="97000"/>
                </a:cubicBezTo>
                <a:cubicBezTo>
                  <a:pt x="35769" y="97224"/>
                  <a:pt x="35794" y="97473"/>
                  <a:pt x="35843" y="97697"/>
                </a:cubicBezTo>
                <a:lnTo>
                  <a:pt x="35818" y="97722"/>
                </a:lnTo>
                <a:cubicBezTo>
                  <a:pt x="35818" y="97722"/>
                  <a:pt x="35794" y="97722"/>
                  <a:pt x="35794" y="97772"/>
                </a:cubicBezTo>
                <a:cubicBezTo>
                  <a:pt x="35769" y="97448"/>
                  <a:pt x="35694" y="97224"/>
                  <a:pt x="35669" y="97025"/>
                </a:cubicBezTo>
                <a:cubicBezTo>
                  <a:pt x="35644" y="96851"/>
                  <a:pt x="35594" y="96702"/>
                  <a:pt x="35570" y="96528"/>
                </a:cubicBezTo>
                <a:cubicBezTo>
                  <a:pt x="35545" y="96403"/>
                  <a:pt x="35545" y="96303"/>
                  <a:pt x="35520" y="96179"/>
                </a:cubicBezTo>
                <a:cubicBezTo>
                  <a:pt x="35470" y="96055"/>
                  <a:pt x="35470" y="95905"/>
                  <a:pt x="35445" y="95731"/>
                </a:cubicBezTo>
                <a:cubicBezTo>
                  <a:pt x="35420" y="95557"/>
                  <a:pt x="35395" y="95333"/>
                  <a:pt x="35346" y="95158"/>
                </a:cubicBezTo>
                <a:cubicBezTo>
                  <a:pt x="35346" y="95034"/>
                  <a:pt x="35321" y="94910"/>
                  <a:pt x="35321" y="94735"/>
                </a:cubicBezTo>
                <a:lnTo>
                  <a:pt x="35321" y="94561"/>
                </a:lnTo>
                <a:cubicBezTo>
                  <a:pt x="35296" y="94287"/>
                  <a:pt x="35296" y="93989"/>
                  <a:pt x="35271" y="93715"/>
                </a:cubicBezTo>
                <a:lnTo>
                  <a:pt x="35271" y="93366"/>
                </a:lnTo>
                <a:lnTo>
                  <a:pt x="35271" y="92221"/>
                </a:lnTo>
                <a:lnTo>
                  <a:pt x="35271" y="92022"/>
                </a:lnTo>
                <a:cubicBezTo>
                  <a:pt x="35296" y="91574"/>
                  <a:pt x="35296" y="91126"/>
                  <a:pt x="35346" y="90678"/>
                </a:cubicBezTo>
                <a:cubicBezTo>
                  <a:pt x="35395" y="90230"/>
                  <a:pt x="35445" y="89757"/>
                  <a:pt x="35520" y="89334"/>
                </a:cubicBezTo>
                <a:close/>
                <a:moveTo>
                  <a:pt x="42688" y="90057"/>
                </a:moveTo>
                <a:cubicBezTo>
                  <a:pt x="41493" y="92496"/>
                  <a:pt x="39676" y="94810"/>
                  <a:pt x="37337" y="96776"/>
                </a:cubicBezTo>
                <a:lnTo>
                  <a:pt x="37262" y="96851"/>
                </a:lnTo>
                <a:cubicBezTo>
                  <a:pt x="36889" y="97175"/>
                  <a:pt x="36466" y="97473"/>
                  <a:pt x="36067" y="97772"/>
                </a:cubicBezTo>
                <a:lnTo>
                  <a:pt x="36067" y="97697"/>
                </a:lnTo>
                <a:cubicBezTo>
                  <a:pt x="36441" y="97424"/>
                  <a:pt x="36814" y="97150"/>
                  <a:pt x="37187" y="96826"/>
                </a:cubicBezTo>
                <a:cubicBezTo>
                  <a:pt x="37212" y="96801"/>
                  <a:pt x="37287" y="96776"/>
                  <a:pt x="37312" y="96727"/>
                </a:cubicBezTo>
                <a:cubicBezTo>
                  <a:pt x="39651" y="94761"/>
                  <a:pt x="41493" y="92496"/>
                  <a:pt x="42688" y="90057"/>
                </a:cubicBezTo>
                <a:close/>
                <a:moveTo>
                  <a:pt x="43933" y="97648"/>
                </a:moveTo>
                <a:cubicBezTo>
                  <a:pt x="43908" y="97672"/>
                  <a:pt x="43908" y="97722"/>
                  <a:pt x="43883" y="97772"/>
                </a:cubicBezTo>
                <a:cubicBezTo>
                  <a:pt x="43858" y="97772"/>
                  <a:pt x="43858" y="97772"/>
                  <a:pt x="43809" y="97797"/>
                </a:cubicBezTo>
                <a:cubicBezTo>
                  <a:pt x="43858" y="97772"/>
                  <a:pt x="43858" y="97697"/>
                  <a:pt x="43883" y="97672"/>
                </a:cubicBezTo>
                <a:cubicBezTo>
                  <a:pt x="43883" y="97648"/>
                  <a:pt x="43908" y="97648"/>
                  <a:pt x="43933" y="97648"/>
                </a:cubicBezTo>
                <a:close/>
                <a:moveTo>
                  <a:pt x="96329" y="81070"/>
                </a:moveTo>
                <a:cubicBezTo>
                  <a:pt x="96428" y="81120"/>
                  <a:pt x="96478" y="81145"/>
                  <a:pt x="96578" y="81170"/>
                </a:cubicBezTo>
                <a:cubicBezTo>
                  <a:pt x="91475" y="87119"/>
                  <a:pt x="85601" y="92744"/>
                  <a:pt x="79154" y="97797"/>
                </a:cubicBezTo>
                <a:cubicBezTo>
                  <a:pt x="79129" y="97598"/>
                  <a:pt x="79104" y="97523"/>
                  <a:pt x="79079" y="97399"/>
                </a:cubicBezTo>
                <a:cubicBezTo>
                  <a:pt x="79652" y="96976"/>
                  <a:pt x="80224" y="96552"/>
                  <a:pt x="80772" y="96104"/>
                </a:cubicBezTo>
                <a:cubicBezTo>
                  <a:pt x="80847" y="96079"/>
                  <a:pt x="80896" y="96005"/>
                  <a:pt x="80971" y="95980"/>
                </a:cubicBezTo>
                <a:cubicBezTo>
                  <a:pt x="80996" y="95955"/>
                  <a:pt x="81021" y="95930"/>
                  <a:pt x="81071" y="95930"/>
                </a:cubicBezTo>
                <a:cubicBezTo>
                  <a:pt x="81568" y="95557"/>
                  <a:pt x="82066" y="95183"/>
                  <a:pt x="82514" y="94785"/>
                </a:cubicBezTo>
                <a:cubicBezTo>
                  <a:pt x="82564" y="94785"/>
                  <a:pt x="82564" y="94735"/>
                  <a:pt x="82589" y="94735"/>
                </a:cubicBezTo>
                <a:cubicBezTo>
                  <a:pt x="82738" y="94611"/>
                  <a:pt x="82863" y="94486"/>
                  <a:pt x="83012" y="94412"/>
                </a:cubicBezTo>
                <a:lnTo>
                  <a:pt x="83062" y="94362"/>
                </a:lnTo>
                <a:cubicBezTo>
                  <a:pt x="83460" y="94014"/>
                  <a:pt x="83858" y="93715"/>
                  <a:pt x="84257" y="93366"/>
                </a:cubicBezTo>
                <a:cubicBezTo>
                  <a:pt x="84381" y="93267"/>
                  <a:pt x="84481" y="93192"/>
                  <a:pt x="84605" y="93068"/>
                </a:cubicBezTo>
                <a:cubicBezTo>
                  <a:pt x="84630" y="93018"/>
                  <a:pt x="84705" y="92993"/>
                  <a:pt x="84730" y="92943"/>
                </a:cubicBezTo>
                <a:cubicBezTo>
                  <a:pt x="84730" y="92943"/>
                  <a:pt x="84754" y="92943"/>
                  <a:pt x="84754" y="92893"/>
                </a:cubicBezTo>
                <a:lnTo>
                  <a:pt x="85974" y="91873"/>
                </a:lnTo>
                <a:cubicBezTo>
                  <a:pt x="86074" y="91773"/>
                  <a:pt x="86173" y="91699"/>
                  <a:pt x="86298" y="91599"/>
                </a:cubicBezTo>
                <a:cubicBezTo>
                  <a:pt x="86323" y="91574"/>
                  <a:pt x="86347" y="91549"/>
                  <a:pt x="86422" y="91500"/>
                </a:cubicBezTo>
                <a:lnTo>
                  <a:pt x="86447" y="91475"/>
                </a:lnTo>
                <a:cubicBezTo>
                  <a:pt x="86870" y="91101"/>
                  <a:pt x="87293" y="90703"/>
                  <a:pt x="87716" y="90330"/>
                </a:cubicBezTo>
                <a:lnTo>
                  <a:pt x="87741" y="90280"/>
                </a:lnTo>
                <a:lnTo>
                  <a:pt x="87816" y="90230"/>
                </a:lnTo>
                <a:cubicBezTo>
                  <a:pt x="87866" y="90155"/>
                  <a:pt x="87940" y="90106"/>
                  <a:pt x="88040" y="90031"/>
                </a:cubicBezTo>
                <a:cubicBezTo>
                  <a:pt x="88488" y="89608"/>
                  <a:pt x="88961" y="89160"/>
                  <a:pt x="89409" y="88712"/>
                </a:cubicBezTo>
                <a:lnTo>
                  <a:pt x="89558" y="88537"/>
                </a:lnTo>
                <a:lnTo>
                  <a:pt x="89957" y="88139"/>
                </a:lnTo>
                <a:cubicBezTo>
                  <a:pt x="90081" y="88015"/>
                  <a:pt x="90181" y="87890"/>
                  <a:pt x="90305" y="87791"/>
                </a:cubicBezTo>
                <a:lnTo>
                  <a:pt x="90430" y="87666"/>
                </a:lnTo>
                <a:cubicBezTo>
                  <a:pt x="90529" y="87542"/>
                  <a:pt x="90654" y="87467"/>
                  <a:pt x="90728" y="87343"/>
                </a:cubicBezTo>
                <a:lnTo>
                  <a:pt x="91326" y="86745"/>
                </a:lnTo>
                <a:cubicBezTo>
                  <a:pt x="91450" y="86621"/>
                  <a:pt x="91575" y="86472"/>
                  <a:pt x="91699" y="86347"/>
                </a:cubicBezTo>
                <a:cubicBezTo>
                  <a:pt x="92048" y="85999"/>
                  <a:pt x="92346" y="85625"/>
                  <a:pt x="92695" y="85252"/>
                </a:cubicBezTo>
                <a:lnTo>
                  <a:pt x="92794" y="85152"/>
                </a:lnTo>
                <a:lnTo>
                  <a:pt x="93068" y="84879"/>
                </a:lnTo>
                <a:lnTo>
                  <a:pt x="93118" y="84804"/>
                </a:lnTo>
                <a:cubicBezTo>
                  <a:pt x="94263" y="83609"/>
                  <a:pt x="95308" y="82365"/>
                  <a:pt x="96329" y="81070"/>
                </a:cubicBezTo>
                <a:close/>
                <a:moveTo>
                  <a:pt x="78905" y="97523"/>
                </a:moveTo>
                <a:cubicBezTo>
                  <a:pt x="78955" y="97598"/>
                  <a:pt x="78955" y="97697"/>
                  <a:pt x="78980" y="97797"/>
                </a:cubicBezTo>
                <a:lnTo>
                  <a:pt x="78980" y="97847"/>
                </a:lnTo>
                <a:cubicBezTo>
                  <a:pt x="78930" y="97847"/>
                  <a:pt x="78930" y="97872"/>
                  <a:pt x="78905" y="97872"/>
                </a:cubicBezTo>
                <a:cubicBezTo>
                  <a:pt x="78905" y="97847"/>
                  <a:pt x="78880" y="97797"/>
                  <a:pt x="78880" y="97772"/>
                </a:cubicBezTo>
                <a:cubicBezTo>
                  <a:pt x="78855" y="97697"/>
                  <a:pt x="78855" y="97598"/>
                  <a:pt x="78830" y="97548"/>
                </a:cubicBezTo>
                <a:lnTo>
                  <a:pt x="78905" y="97523"/>
                </a:lnTo>
                <a:close/>
                <a:moveTo>
                  <a:pt x="35893" y="97822"/>
                </a:moveTo>
                <a:lnTo>
                  <a:pt x="35893" y="97847"/>
                </a:lnTo>
                <a:lnTo>
                  <a:pt x="35893" y="97897"/>
                </a:lnTo>
                <a:lnTo>
                  <a:pt x="35843" y="97897"/>
                </a:lnTo>
                <a:cubicBezTo>
                  <a:pt x="35843" y="97897"/>
                  <a:pt x="35818" y="97897"/>
                  <a:pt x="35818" y="97921"/>
                </a:cubicBezTo>
                <a:lnTo>
                  <a:pt x="35818" y="97897"/>
                </a:lnTo>
                <a:lnTo>
                  <a:pt x="35843" y="97847"/>
                </a:lnTo>
                <a:lnTo>
                  <a:pt x="35893" y="97822"/>
                </a:lnTo>
                <a:close/>
                <a:moveTo>
                  <a:pt x="96777" y="81170"/>
                </a:moveTo>
                <a:cubicBezTo>
                  <a:pt x="96802" y="81170"/>
                  <a:pt x="96802" y="81170"/>
                  <a:pt x="96827" y="81220"/>
                </a:cubicBezTo>
                <a:cubicBezTo>
                  <a:pt x="91674" y="87218"/>
                  <a:pt x="85725" y="92918"/>
                  <a:pt x="79204" y="98021"/>
                </a:cubicBezTo>
                <a:cubicBezTo>
                  <a:pt x="79204" y="97971"/>
                  <a:pt x="79204" y="97946"/>
                  <a:pt x="79154" y="97946"/>
                </a:cubicBezTo>
                <a:cubicBezTo>
                  <a:pt x="85700" y="92844"/>
                  <a:pt x="91599" y="87144"/>
                  <a:pt x="96777" y="81170"/>
                </a:cubicBezTo>
                <a:close/>
                <a:moveTo>
                  <a:pt x="79029" y="98046"/>
                </a:moveTo>
                <a:lnTo>
                  <a:pt x="79029" y="98096"/>
                </a:lnTo>
                <a:cubicBezTo>
                  <a:pt x="79005" y="98096"/>
                  <a:pt x="79005" y="98145"/>
                  <a:pt x="78980" y="98145"/>
                </a:cubicBezTo>
                <a:lnTo>
                  <a:pt x="78980" y="98071"/>
                </a:lnTo>
                <a:cubicBezTo>
                  <a:pt x="78980" y="98071"/>
                  <a:pt x="79005" y="98046"/>
                  <a:pt x="79029" y="98046"/>
                </a:cubicBezTo>
                <a:close/>
                <a:moveTo>
                  <a:pt x="35321" y="89384"/>
                </a:moveTo>
                <a:cubicBezTo>
                  <a:pt x="35271" y="89832"/>
                  <a:pt x="35221" y="90255"/>
                  <a:pt x="35171" y="90703"/>
                </a:cubicBezTo>
                <a:lnTo>
                  <a:pt x="35171" y="90778"/>
                </a:lnTo>
                <a:cubicBezTo>
                  <a:pt x="35146" y="91226"/>
                  <a:pt x="35097" y="91649"/>
                  <a:pt x="35097" y="92097"/>
                </a:cubicBezTo>
                <a:lnTo>
                  <a:pt x="35097" y="92147"/>
                </a:lnTo>
                <a:lnTo>
                  <a:pt x="35097" y="92346"/>
                </a:lnTo>
                <a:lnTo>
                  <a:pt x="35097" y="93441"/>
                </a:lnTo>
                <a:lnTo>
                  <a:pt x="35097" y="93640"/>
                </a:lnTo>
                <a:lnTo>
                  <a:pt x="35097" y="93839"/>
                </a:lnTo>
                <a:cubicBezTo>
                  <a:pt x="35097" y="94138"/>
                  <a:pt x="35146" y="94462"/>
                  <a:pt x="35171" y="94735"/>
                </a:cubicBezTo>
                <a:cubicBezTo>
                  <a:pt x="35171" y="94860"/>
                  <a:pt x="35171" y="94984"/>
                  <a:pt x="35196" y="95109"/>
                </a:cubicBezTo>
                <a:lnTo>
                  <a:pt x="35196" y="95258"/>
                </a:lnTo>
                <a:cubicBezTo>
                  <a:pt x="35221" y="95557"/>
                  <a:pt x="35246" y="95806"/>
                  <a:pt x="35296" y="96055"/>
                </a:cubicBezTo>
                <a:cubicBezTo>
                  <a:pt x="35321" y="96204"/>
                  <a:pt x="35321" y="96353"/>
                  <a:pt x="35346" y="96503"/>
                </a:cubicBezTo>
                <a:cubicBezTo>
                  <a:pt x="35346" y="96552"/>
                  <a:pt x="35346" y="96577"/>
                  <a:pt x="35370" y="96627"/>
                </a:cubicBezTo>
                <a:cubicBezTo>
                  <a:pt x="35420" y="96876"/>
                  <a:pt x="35470" y="97100"/>
                  <a:pt x="35545" y="97349"/>
                </a:cubicBezTo>
                <a:cubicBezTo>
                  <a:pt x="35570" y="97498"/>
                  <a:pt x="35594" y="97623"/>
                  <a:pt x="35644" y="97797"/>
                </a:cubicBezTo>
                <a:cubicBezTo>
                  <a:pt x="35346" y="97996"/>
                  <a:pt x="35047" y="98195"/>
                  <a:pt x="34723" y="98369"/>
                </a:cubicBezTo>
                <a:cubicBezTo>
                  <a:pt x="34549" y="98494"/>
                  <a:pt x="34350" y="98618"/>
                  <a:pt x="34126" y="98743"/>
                </a:cubicBezTo>
                <a:cubicBezTo>
                  <a:pt x="33230" y="95955"/>
                  <a:pt x="32657" y="93093"/>
                  <a:pt x="32458" y="90255"/>
                </a:cubicBezTo>
                <a:cubicBezTo>
                  <a:pt x="33404" y="90006"/>
                  <a:pt x="34350" y="89707"/>
                  <a:pt x="35321" y="89384"/>
                </a:cubicBezTo>
                <a:close/>
                <a:moveTo>
                  <a:pt x="32284" y="90305"/>
                </a:moveTo>
                <a:cubicBezTo>
                  <a:pt x="32458" y="93167"/>
                  <a:pt x="33056" y="96055"/>
                  <a:pt x="33977" y="98817"/>
                </a:cubicBezTo>
                <a:cubicBezTo>
                  <a:pt x="33952" y="98817"/>
                  <a:pt x="33952" y="98842"/>
                  <a:pt x="33927" y="98842"/>
                </a:cubicBezTo>
                <a:cubicBezTo>
                  <a:pt x="32981" y="96079"/>
                  <a:pt x="32408" y="93167"/>
                  <a:pt x="32209" y="90330"/>
                </a:cubicBezTo>
                <a:cubicBezTo>
                  <a:pt x="32234" y="90330"/>
                  <a:pt x="32284" y="90305"/>
                  <a:pt x="32284" y="90305"/>
                </a:cubicBezTo>
                <a:close/>
                <a:moveTo>
                  <a:pt x="35694" y="97971"/>
                </a:moveTo>
                <a:lnTo>
                  <a:pt x="35719" y="98046"/>
                </a:lnTo>
                <a:cubicBezTo>
                  <a:pt x="35520" y="98195"/>
                  <a:pt x="35296" y="98320"/>
                  <a:pt x="35072" y="98444"/>
                </a:cubicBezTo>
                <a:cubicBezTo>
                  <a:pt x="34798" y="98643"/>
                  <a:pt x="34549" y="98817"/>
                  <a:pt x="34275" y="98967"/>
                </a:cubicBezTo>
                <a:cubicBezTo>
                  <a:pt x="34275" y="98942"/>
                  <a:pt x="34275" y="98942"/>
                  <a:pt x="34225" y="98917"/>
                </a:cubicBezTo>
                <a:cubicBezTo>
                  <a:pt x="34400" y="98793"/>
                  <a:pt x="34574" y="98668"/>
                  <a:pt x="34773" y="98569"/>
                </a:cubicBezTo>
                <a:cubicBezTo>
                  <a:pt x="35072" y="98394"/>
                  <a:pt x="35395" y="98195"/>
                  <a:pt x="35694" y="97971"/>
                </a:cubicBezTo>
                <a:close/>
                <a:moveTo>
                  <a:pt x="34051" y="99017"/>
                </a:moveTo>
                <a:cubicBezTo>
                  <a:pt x="34051" y="99041"/>
                  <a:pt x="34051" y="99041"/>
                  <a:pt x="34076" y="99066"/>
                </a:cubicBezTo>
                <a:cubicBezTo>
                  <a:pt x="34051" y="99066"/>
                  <a:pt x="34051" y="99091"/>
                  <a:pt x="34026" y="99091"/>
                </a:cubicBezTo>
                <a:cubicBezTo>
                  <a:pt x="34026" y="99066"/>
                  <a:pt x="34026" y="99066"/>
                  <a:pt x="33977" y="99041"/>
                </a:cubicBezTo>
                <a:cubicBezTo>
                  <a:pt x="34026" y="99041"/>
                  <a:pt x="34026" y="99017"/>
                  <a:pt x="34051" y="99017"/>
                </a:cubicBezTo>
                <a:close/>
                <a:moveTo>
                  <a:pt x="5700" y="96403"/>
                </a:moveTo>
                <a:cubicBezTo>
                  <a:pt x="6670" y="97445"/>
                  <a:pt x="7781" y="98393"/>
                  <a:pt x="8988" y="99201"/>
                </a:cubicBezTo>
                <a:lnTo>
                  <a:pt x="8988" y="99201"/>
                </a:lnTo>
                <a:cubicBezTo>
                  <a:pt x="8877" y="99173"/>
                  <a:pt x="8795" y="99128"/>
                  <a:pt x="8712" y="99066"/>
                </a:cubicBezTo>
                <a:cubicBezTo>
                  <a:pt x="8563" y="98967"/>
                  <a:pt x="8413" y="98842"/>
                  <a:pt x="8289" y="98768"/>
                </a:cubicBezTo>
                <a:cubicBezTo>
                  <a:pt x="8214" y="98693"/>
                  <a:pt x="8140" y="98668"/>
                  <a:pt x="8065" y="98593"/>
                </a:cubicBezTo>
                <a:cubicBezTo>
                  <a:pt x="7891" y="98444"/>
                  <a:pt x="7692" y="98320"/>
                  <a:pt x="7517" y="98170"/>
                </a:cubicBezTo>
                <a:cubicBezTo>
                  <a:pt x="7293" y="97971"/>
                  <a:pt x="7044" y="97822"/>
                  <a:pt x="6820" y="97598"/>
                </a:cubicBezTo>
                <a:cubicBezTo>
                  <a:pt x="6447" y="97249"/>
                  <a:pt x="6049" y="96901"/>
                  <a:pt x="5700" y="96528"/>
                </a:cubicBezTo>
                <a:lnTo>
                  <a:pt x="5700" y="96453"/>
                </a:lnTo>
                <a:lnTo>
                  <a:pt x="5700" y="96403"/>
                </a:lnTo>
                <a:close/>
                <a:moveTo>
                  <a:pt x="9069" y="99255"/>
                </a:moveTo>
                <a:cubicBezTo>
                  <a:pt x="9075" y="99258"/>
                  <a:pt x="9080" y="99262"/>
                  <a:pt x="9085" y="99266"/>
                </a:cubicBezTo>
                <a:cubicBezTo>
                  <a:pt x="9085" y="99266"/>
                  <a:pt x="9077" y="99266"/>
                  <a:pt x="9069" y="99255"/>
                </a:cubicBezTo>
                <a:close/>
                <a:moveTo>
                  <a:pt x="5800" y="96951"/>
                </a:moveTo>
                <a:lnTo>
                  <a:pt x="5800" y="96951"/>
                </a:lnTo>
                <a:cubicBezTo>
                  <a:pt x="5924" y="97050"/>
                  <a:pt x="6024" y="97175"/>
                  <a:pt x="6148" y="97249"/>
                </a:cubicBezTo>
                <a:lnTo>
                  <a:pt x="6223" y="97349"/>
                </a:lnTo>
                <a:cubicBezTo>
                  <a:pt x="6347" y="97473"/>
                  <a:pt x="6522" y="97598"/>
                  <a:pt x="6671" y="97722"/>
                </a:cubicBezTo>
                <a:cubicBezTo>
                  <a:pt x="6696" y="97772"/>
                  <a:pt x="6721" y="97772"/>
                  <a:pt x="6771" y="97797"/>
                </a:cubicBezTo>
                <a:cubicBezTo>
                  <a:pt x="6845" y="97847"/>
                  <a:pt x="6920" y="97946"/>
                  <a:pt x="7019" y="97996"/>
                </a:cubicBezTo>
                <a:cubicBezTo>
                  <a:pt x="7044" y="98046"/>
                  <a:pt x="7094" y="98071"/>
                  <a:pt x="7144" y="98096"/>
                </a:cubicBezTo>
                <a:cubicBezTo>
                  <a:pt x="7592" y="98569"/>
                  <a:pt x="8164" y="98967"/>
                  <a:pt x="8712" y="99390"/>
                </a:cubicBezTo>
                <a:cubicBezTo>
                  <a:pt x="8563" y="99290"/>
                  <a:pt x="8413" y="99166"/>
                  <a:pt x="8264" y="99066"/>
                </a:cubicBezTo>
                <a:cubicBezTo>
                  <a:pt x="8140" y="98967"/>
                  <a:pt x="8015" y="98917"/>
                  <a:pt x="7916" y="98817"/>
                </a:cubicBezTo>
                <a:cubicBezTo>
                  <a:pt x="7766" y="98718"/>
                  <a:pt x="7642" y="98593"/>
                  <a:pt x="7467" y="98494"/>
                </a:cubicBezTo>
                <a:cubicBezTo>
                  <a:pt x="7343" y="98419"/>
                  <a:pt x="7219" y="98320"/>
                  <a:pt x="7094" y="98195"/>
                </a:cubicBezTo>
                <a:cubicBezTo>
                  <a:pt x="6970" y="98096"/>
                  <a:pt x="6845" y="97996"/>
                  <a:pt x="6721" y="97872"/>
                </a:cubicBezTo>
                <a:cubicBezTo>
                  <a:pt x="6596" y="97772"/>
                  <a:pt x="6472" y="97672"/>
                  <a:pt x="6323" y="97548"/>
                </a:cubicBezTo>
                <a:cubicBezTo>
                  <a:pt x="6198" y="97448"/>
                  <a:pt x="6098" y="97324"/>
                  <a:pt x="5974" y="97224"/>
                </a:cubicBezTo>
                <a:lnTo>
                  <a:pt x="5825" y="97075"/>
                </a:lnTo>
                <a:cubicBezTo>
                  <a:pt x="5825" y="97050"/>
                  <a:pt x="5800" y="96976"/>
                  <a:pt x="5800" y="96951"/>
                </a:cubicBezTo>
                <a:close/>
                <a:moveTo>
                  <a:pt x="68700" y="95955"/>
                </a:moveTo>
                <a:lnTo>
                  <a:pt x="68749" y="95980"/>
                </a:lnTo>
                <a:cubicBezTo>
                  <a:pt x="68675" y="96030"/>
                  <a:pt x="68625" y="96079"/>
                  <a:pt x="68550" y="96104"/>
                </a:cubicBezTo>
                <a:cubicBezTo>
                  <a:pt x="67281" y="97000"/>
                  <a:pt x="66036" y="97847"/>
                  <a:pt x="64767" y="98693"/>
                </a:cubicBezTo>
                <a:cubicBezTo>
                  <a:pt x="64386" y="98934"/>
                  <a:pt x="64010" y="99174"/>
                  <a:pt x="63637" y="99410"/>
                </a:cubicBezTo>
                <a:lnTo>
                  <a:pt x="63637" y="99410"/>
                </a:lnTo>
                <a:cubicBezTo>
                  <a:pt x="63778" y="99319"/>
                  <a:pt x="63911" y="99225"/>
                  <a:pt x="64045" y="99141"/>
                </a:cubicBezTo>
                <a:cubicBezTo>
                  <a:pt x="64717" y="98693"/>
                  <a:pt x="65439" y="98220"/>
                  <a:pt x="66136" y="97772"/>
                </a:cubicBezTo>
                <a:cubicBezTo>
                  <a:pt x="66459" y="97548"/>
                  <a:pt x="66808" y="97299"/>
                  <a:pt x="67156" y="97050"/>
                </a:cubicBezTo>
                <a:cubicBezTo>
                  <a:pt x="67679" y="96677"/>
                  <a:pt x="68202" y="96328"/>
                  <a:pt x="68700" y="95955"/>
                </a:cubicBezTo>
                <a:close/>
                <a:moveTo>
                  <a:pt x="42813" y="90429"/>
                </a:moveTo>
                <a:cubicBezTo>
                  <a:pt x="43311" y="91972"/>
                  <a:pt x="44057" y="93317"/>
                  <a:pt x="45053" y="94437"/>
                </a:cubicBezTo>
                <a:cubicBezTo>
                  <a:pt x="44680" y="95482"/>
                  <a:pt x="44232" y="96552"/>
                  <a:pt x="43684" y="97573"/>
                </a:cubicBezTo>
                <a:cubicBezTo>
                  <a:pt x="41394" y="98569"/>
                  <a:pt x="39104" y="99415"/>
                  <a:pt x="36914" y="100087"/>
                </a:cubicBezTo>
                <a:cubicBezTo>
                  <a:pt x="36839" y="99938"/>
                  <a:pt x="36764" y="99813"/>
                  <a:pt x="36715" y="99689"/>
                </a:cubicBezTo>
                <a:cubicBezTo>
                  <a:pt x="36690" y="99589"/>
                  <a:pt x="36615" y="99465"/>
                  <a:pt x="36590" y="99390"/>
                </a:cubicBezTo>
                <a:lnTo>
                  <a:pt x="36590" y="99340"/>
                </a:lnTo>
                <a:cubicBezTo>
                  <a:pt x="36441" y="98917"/>
                  <a:pt x="36291" y="98444"/>
                  <a:pt x="36167" y="97971"/>
                </a:cubicBezTo>
                <a:cubicBezTo>
                  <a:pt x="36192" y="97946"/>
                  <a:pt x="36217" y="97921"/>
                  <a:pt x="36267" y="97921"/>
                </a:cubicBezTo>
                <a:cubicBezTo>
                  <a:pt x="36665" y="97598"/>
                  <a:pt x="37063" y="97324"/>
                  <a:pt x="37436" y="96976"/>
                </a:cubicBezTo>
                <a:cubicBezTo>
                  <a:pt x="37461" y="96951"/>
                  <a:pt x="37511" y="96951"/>
                  <a:pt x="37511" y="96926"/>
                </a:cubicBezTo>
                <a:cubicBezTo>
                  <a:pt x="39776" y="95034"/>
                  <a:pt x="41568" y="92819"/>
                  <a:pt x="42813" y="90429"/>
                </a:cubicBezTo>
                <a:close/>
                <a:moveTo>
                  <a:pt x="35968" y="98046"/>
                </a:moveTo>
                <a:lnTo>
                  <a:pt x="36167" y="98693"/>
                </a:lnTo>
                <a:cubicBezTo>
                  <a:pt x="36167" y="98718"/>
                  <a:pt x="36167" y="98718"/>
                  <a:pt x="36192" y="98743"/>
                </a:cubicBezTo>
                <a:cubicBezTo>
                  <a:pt x="36217" y="98842"/>
                  <a:pt x="36242" y="98917"/>
                  <a:pt x="36291" y="98992"/>
                </a:cubicBezTo>
                <a:lnTo>
                  <a:pt x="36391" y="99290"/>
                </a:lnTo>
                <a:lnTo>
                  <a:pt x="36466" y="99564"/>
                </a:lnTo>
                <a:cubicBezTo>
                  <a:pt x="36466" y="99589"/>
                  <a:pt x="36515" y="99614"/>
                  <a:pt x="36515" y="99664"/>
                </a:cubicBezTo>
                <a:cubicBezTo>
                  <a:pt x="36565" y="99813"/>
                  <a:pt x="36640" y="99938"/>
                  <a:pt x="36690" y="100087"/>
                </a:cubicBezTo>
                <a:lnTo>
                  <a:pt x="36690" y="100112"/>
                </a:lnTo>
                <a:lnTo>
                  <a:pt x="36640" y="100112"/>
                </a:lnTo>
                <a:cubicBezTo>
                  <a:pt x="36590" y="100087"/>
                  <a:pt x="36590" y="100037"/>
                  <a:pt x="36565" y="99987"/>
                </a:cubicBezTo>
                <a:cubicBezTo>
                  <a:pt x="36466" y="99788"/>
                  <a:pt x="36391" y="99539"/>
                  <a:pt x="36291" y="99290"/>
                </a:cubicBezTo>
                <a:cubicBezTo>
                  <a:pt x="36267" y="99191"/>
                  <a:pt x="36217" y="99066"/>
                  <a:pt x="36167" y="98967"/>
                </a:cubicBezTo>
                <a:lnTo>
                  <a:pt x="36167" y="98942"/>
                </a:lnTo>
                <a:cubicBezTo>
                  <a:pt x="36067" y="98668"/>
                  <a:pt x="35968" y="98369"/>
                  <a:pt x="35918" y="98096"/>
                </a:cubicBezTo>
                <a:lnTo>
                  <a:pt x="35943" y="98071"/>
                </a:lnTo>
                <a:lnTo>
                  <a:pt x="35968" y="98046"/>
                </a:lnTo>
                <a:close/>
                <a:moveTo>
                  <a:pt x="5551" y="97075"/>
                </a:moveTo>
                <a:lnTo>
                  <a:pt x="5601" y="97175"/>
                </a:lnTo>
                <a:cubicBezTo>
                  <a:pt x="5675" y="97374"/>
                  <a:pt x="5725" y="97573"/>
                  <a:pt x="5800" y="97797"/>
                </a:cubicBezTo>
                <a:cubicBezTo>
                  <a:pt x="5899" y="98096"/>
                  <a:pt x="5974" y="98369"/>
                  <a:pt x="6074" y="98668"/>
                </a:cubicBezTo>
                <a:cubicBezTo>
                  <a:pt x="6173" y="98942"/>
                  <a:pt x="6298" y="99216"/>
                  <a:pt x="6397" y="99465"/>
                </a:cubicBezTo>
                <a:cubicBezTo>
                  <a:pt x="6497" y="99704"/>
                  <a:pt x="6565" y="99928"/>
                  <a:pt x="6652" y="100148"/>
                </a:cubicBezTo>
                <a:lnTo>
                  <a:pt x="6652" y="100148"/>
                </a:lnTo>
                <a:cubicBezTo>
                  <a:pt x="6626" y="100095"/>
                  <a:pt x="6591" y="100021"/>
                  <a:pt x="6571" y="99962"/>
                </a:cubicBezTo>
                <a:cubicBezTo>
                  <a:pt x="6347" y="99514"/>
                  <a:pt x="6173" y="98992"/>
                  <a:pt x="5974" y="98469"/>
                </a:cubicBezTo>
                <a:cubicBezTo>
                  <a:pt x="5974" y="98444"/>
                  <a:pt x="5974" y="98444"/>
                  <a:pt x="5949" y="98419"/>
                </a:cubicBezTo>
                <a:cubicBezTo>
                  <a:pt x="5800" y="97971"/>
                  <a:pt x="5675" y="97548"/>
                  <a:pt x="5551" y="97075"/>
                </a:cubicBezTo>
                <a:close/>
                <a:moveTo>
                  <a:pt x="75868" y="90753"/>
                </a:moveTo>
                <a:cubicBezTo>
                  <a:pt x="76491" y="91972"/>
                  <a:pt x="77038" y="93167"/>
                  <a:pt x="77486" y="94287"/>
                </a:cubicBezTo>
                <a:cubicBezTo>
                  <a:pt x="77511" y="94362"/>
                  <a:pt x="77586" y="94462"/>
                  <a:pt x="77611" y="94561"/>
                </a:cubicBezTo>
                <a:cubicBezTo>
                  <a:pt x="77735" y="94835"/>
                  <a:pt x="77835" y="95109"/>
                  <a:pt x="77909" y="95432"/>
                </a:cubicBezTo>
                <a:cubicBezTo>
                  <a:pt x="77984" y="95607"/>
                  <a:pt x="78084" y="95806"/>
                  <a:pt x="78133" y="95980"/>
                </a:cubicBezTo>
                <a:lnTo>
                  <a:pt x="78333" y="96652"/>
                </a:lnTo>
                <a:cubicBezTo>
                  <a:pt x="78382" y="96826"/>
                  <a:pt x="78457" y="97050"/>
                  <a:pt x="78507" y="97224"/>
                </a:cubicBezTo>
                <a:cubicBezTo>
                  <a:pt x="77860" y="97697"/>
                  <a:pt x="77163" y="98170"/>
                  <a:pt x="76491" y="98593"/>
                </a:cubicBezTo>
                <a:lnTo>
                  <a:pt x="76217" y="98793"/>
                </a:lnTo>
                <a:cubicBezTo>
                  <a:pt x="76142" y="98842"/>
                  <a:pt x="76043" y="98892"/>
                  <a:pt x="75993" y="98942"/>
                </a:cubicBezTo>
                <a:cubicBezTo>
                  <a:pt x="75420" y="99315"/>
                  <a:pt x="74873" y="99664"/>
                  <a:pt x="74300" y="100012"/>
                </a:cubicBezTo>
                <a:cubicBezTo>
                  <a:pt x="74275" y="100037"/>
                  <a:pt x="74176" y="100087"/>
                  <a:pt x="74101" y="100162"/>
                </a:cubicBezTo>
                <a:cubicBezTo>
                  <a:pt x="73902" y="100037"/>
                  <a:pt x="73728" y="99913"/>
                  <a:pt x="73529" y="99763"/>
                </a:cubicBezTo>
                <a:cubicBezTo>
                  <a:pt x="73479" y="99689"/>
                  <a:pt x="73404" y="99664"/>
                  <a:pt x="73304" y="99589"/>
                </a:cubicBezTo>
                <a:cubicBezTo>
                  <a:pt x="73180" y="99514"/>
                  <a:pt x="73105" y="99415"/>
                  <a:pt x="72981" y="99315"/>
                </a:cubicBezTo>
                <a:lnTo>
                  <a:pt x="72508" y="98942"/>
                </a:lnTo>
                <a:cubicBezTo>
                  <a:pt x="72458" y="98917"/>
                  <a:pt x="72433" y="98892"/>
                  <a:pt x="72384" y="98842"/>
                </a:cubicBezTo>
                <a:cubicBezTo>
                  <a:pt x="72184" y="98693"/>
                  <a:pt x="72035" y="98544"/>
                  <a:pt x="71861" y="98394"/>
                </a:cubicBezTo>
                <a:lnTo>
                  <a:pt x="71786" y="98320"/>
                </a:lnTo>
                <a:cubicBezTo>
                  <a:pt x="71637" y="98170"/>
                  <a:pt x="71438" y="98021"/>
                  <a:pt x="71263" y="97847"/>
                </a:cubicBezTo>
                <a:cubicBezTo>
                  <a:pt x="71239" y="97822"/>
                  <a:pt x="71189" y="97797"/>
                  <a:pt x="71139" y="97772"/>
                </a:cubicBezTo>
                <a:cubicBezTo>
                  <a:pt x="70990" y="97648"/>
                  <a:pt x="70815" y="97473"/>
                  <a:pt x="70666" y="97324"/>
                </a:cubicBezTo>
                <a:lnTo>
                  <a:pt x="70492" y="97150"/>
                </a:lnTo>
                <a:lnTo>
                  <a:pt x="70118" y="96776"/>
                </a:lnTo>
                <a:cubicBezTo>
                  <a:pt x="70019" y="96677"/>
                  <a:pt x="69894" y="96577"/>
                  <a:pt x="69795" y="96453"/>
                </a:cubicBezTo>
                <a:cubicBezTo>
                  <a:pt x="69695" y="96353"/>
                  <a:pt x="69621" y="96229"/>
                  <a:pt x="69496" y="96154"/>
                </a:cubicBezTo>
                <a:lnTo>
                  <a:pt x="69197" y="95855"/>
                </a:lnTo>
                <a:cubicBezTo>
                  <a:pt x="69994" y="95308"/>
                  <a:pt x="70741" y="94735"/>
                  <a:pt x="71512" y="94188"/>
                </a:cubicBezTo>
                <a:cubicBezTo>
                  <a:pt x="71662" y="94063"/>
                  <a:pt x="71811" y="93939"/>
                  <a:pt x="71985" y="93839"/>
                </a:cubicBezTo>
                <a:cubicBezTo>
                  <a:pt x="72732" y="93292"/>
                  <a:pt x="73504" y="92694"/>
                  <a:pt x="74225" y="92097"/>
                </a:cubicBezTo>
                <a:cubicBezTo>
                  <a:pt x="74425" y="91948"/>
                  <a:pt x="74624" y="91748"/>
                  <a:pt x="74848" y="91599"/>
                </a:cubicBezTo>
                <a:lnTo>
                  <a:pt x="75868" y="90753"/>
                </a:lnTo>
                <a:close/>
                <a:moveTo>
                  <a:pt x="69123" y="95980"/>
                </a:moveTo>
                <a:cubicBezTo>
                  <a:pt x="69197" y="96079"/>
                  <a:pt x="69272" y="96179"/>
                  <a:pt x="69372" y="96229"/>
                </a:cubicBezTo>
                <a:lnTo>
                  <a:pt x="69695" y="96577"/>
                </a:lnTo>
                <a:lnTo>
                  <a:pt x="69894" y="96776"/>
                </a:lnTo>
                <a:cubicBezTo>
                  <a:pt x="71363" y="98195"/>
                  <a:pt x="72732" y="99390"/>
                  <a:pt x="73927" y="100211"/>
                </a:cubicBezTo>
                <a:cubicBezTo>
                  <a:pt x="73902" y="100286"/>
                  <a:pt x="73902" y="100286"/>
                  <a:pt x="73877" y="100286"/>
                </a:cubicBezTo>
                <a:cubicBezTo>
                  <a:pt x="72433" y="99290"/>
                  <a:pt x="70815" y="97847"/>
                  <a:pt x="69048" y="96030"/>
                </a:cubicBezTo>
                <a:lnTo>
                  <a:pt x="69123" y="95980"/>
                </a:lnTo>
                <a:close/>
                <a:moveTo>
                  <a:pt x="78606" y="97424"/>
                </a:moveTo>
                <a:lnTo>
                  <a:pt x="78606" y="97448"/>
                </a:lnTo>
                <a:lnTo>
                  <a:pt x="78606" y="97473"/>
                </a:lnTo>
                <a:cubicBezTo>
                  <a:pt x="78482" y="97573"/>
                  <a:pt x="78357" y="97672"/>
                  <a:pt x="78233" y="97722"/>
                </a:cubicBezTo>
                <a:cubicBezTo>
                  <a:pt x="77735" y="98071"/>
                  <a:pt x="77188" y="98444"/>
                  <a:pt x="76715" y="98793"/>
                </a:cubicBezTo>
                <a:cubicBezTo>
                  <a:pt x="76441" y="98942"/>
                  <a:pt x="76242" y="99091"/>
                  <a:pt x="75993" y="99266"/>
                </a:cubicBezTo>
                <a:lnTo>
                  <a:pt x="74947" y="99913"/>
                </a:lnTo>
                <a:cubicBezTo>
                  <a:pt x="74848" y="99962"/>
                  <a:pt x="74698" y="100062"/>
                  <a:pt x="74574" y="100137"/>
                </a:cubicBezTo>
                <a:cubicBezTo>
                  <a:pt x="74524" y="100186"/>
                  <a:pt x="74425" y="100261"/>
                  <a:pt x="74300" y="100286"/>
                </a:cubicBezTo>
                <a:cubicBezTo>
                  <a:pt x="74350" y="100211"/>
                  <a:pt x="74400" y="100186"/>
                  <a:pt x="74425" y="100162"/>
                </a:cubicBezTo>
                <a:cubicBezTo>
                  <a:pt x="74499" y="100137"/>
                  <a:pt x="74574" y="100062"/>
                  <a:pt x="74649" y="100037"/>
                </a:cubicBezTo>
                <a:cubicBezTo>
                  <a:pt x="74773" y="99938"/>
                  <a:pt x="74922" y="99888"/>
                  <a:pt x="75047" y="99788"/>
                </a:cubicBezTo>
                <a:cubicBezTo>
                  <a:pt x="75097" y="99788"/>
                  <a:pt x="75097" y="99763"/>
                  <a:pt x="75122" y="99763"/>
                </a:cubicBezTo>
                <a:cubicBezTo>
                  <a:pt x="75470" y="99539"/>
                  <a:pt x="75794" y="99315"/>
                  <a:pt x="76117" y="99091"/>
                </a:cubicBezTo>
                <a:cubicBezTo>
                  <a:pt x="76291" y="98967"/>
                  <a:pt x="76441" y="98892"/>
                  <a:pt x="76640" y="98768"/>
                </a:cubicBezTo>
                <a:cubicBezTo>
                  <a:pt x="76739" y="98693"/>
                  <a:pt x="76814" y="98643"/>
                  <a:pt x="76889" y="98593"/>
                </a:cubicBezTo>
                <a:cubicBezTo>
                  <a:pt x="77312" y="98320"/>
                  <a:pt x="77735" y="98021"/>
                  <a:pt x="78158" y="97722"/>
                </a:cubicBezTo>
                <a:cubicBezTo>
                  <a:pt x="78308" y="97623"/>
                  <a:pt x="78482" y="97548"/>
                  <a:pt x="78606" y="97424"/>
                </a:cubicBezTo>
                <a:close/>
                <a:moveTo>
                  <a:pt x="43560" y="97797"/>
                </a:moveTo>
                <a:cubicBezTo>
                  <a:pt x="43535" y="97822"/>
                  <a:pt x="43535" y="97897"/>
                  <a:pt x="43510" y="97921"/>
                </a:cubicBezTo>
                <a:cubicBezTo>
                  <a:pt x="41319" y="98842"/>
                  <a:pt x="39154" y="99664"/>
                  <a:pt x="37038" y="100311"/>
                </a:cubicBezTo>
                <a:cubicBezTo>
                  <a:pt x="37038" y="100286"/>
                  <a:pt x="37013" y="100261"/>
                  <a:pt x="37013" y="100211"/>
                </a:cubicBezTo>
                <a:cubicBezTo>
                  <a:pt x="39129" y="99564"/>
                  <a:pt x="41319" y="98718"/>
                  <a:pt x="43560" y="97797"/>
                </a:cubicBezTo>
                <a:close/>
                <a:moveTo>
                  <a:pt x="36789" y="100311"/>
                </a:moveTo>
                <a:lnTo>
                  <a:pt x="36789" y="100336"/>
                </a:lnTo>
                <a:cubicBezTo>
                  <a:pt x="36789" y="100336"/>
                  <a:pt x="36789" y="100386"/>
                  <a:pt x="36814" y="100386"/>
                </a:cubicBezTo>
                <a:cubicBezTo>
                  <a:pt x="36789" y="100386"/>
                  <a:pt x="36764" y="100386"/>
                  <a:pt x="36764" y="100410"/>
                </a:cubicBezTo>
                <a:cubicBezTo>
                  <a:pt x="36764" y="100386"/>
                  <a:pt x="36715" y="100336"/>
                  <a:pt x="36715" y="100311"/>
                </a:cubicBezTo>
                <a:close/>
                <a:moveTo>
                  <a:pt x="74126" y="100386"/>
                </a:moveTo>
                <a:cubicBezTo>
                  <a:pt x="74126" y="100386"/>
                  <a:pt x="74151" y="100386"/>
                  <a:pt x="74151" y="100410"/>
                </a:cubicBezTo>
                <a:cubicBezTo>
                  <a:pt x="74126" y="100410"/>
                  <a:pt x="74126" y="100435"/>
                  <a:pt x="74101" y="100435"/>
                </a:cubicBezTo>
                <a:cubicBezTo>
                  <a:pt x="74101" y="100435"/>
                  <a:pt x="74051" y="100435"/>
                  <a:pt x="74026" y="100411"/>
                </a:cubicBezTo>
                <a:lnTo>
                  <a:pt x="74026" y="100411"/>
                </a:lnTo>
                <a:cubicBezTo>
                  <a:pt x="74026" y="100411"/>
                  <a:pt x="74026" y="100411"/>
                  <a:pt x="74026" y="100411"/>
                </a:cubicBezTo>
                <a:lnTo>
                  <a:pt x="74026" y="100411"/>
                </a:lnTo>
                <a:cubicBezTo>
                  <a:pt x="74039" y="100423"/>
                  <a:pt x="74039" y="100429"/>
                  <a:pt x="74036" y="100429"/>
                </a:cubicBezTo>
                <a:cubicBezTo>
                  <a:pt x="74033" y="100429"/>
                  <a:pt x="74026" y="100423"/>
                  <a:pt x="74026" y="100410"/>
                </a:cubicBezTo>
                <a:lnTo>
                  <a:pt x="74026" y="100410"/>
                </a:lnTo>
                <a:cubicBezTo>
                  <a:pt x="74026" y="100410"/>
                  <a:pt x="74026" y="100410"/>
                  <a:pt x="74026" y="100410"/>
                </a:cubicBezTo>
                <a:cubicBezTo>
                  <a:pt x="74051" y="100410"/>
                  <a:pt x="74051" y="100386"/>
                  <a:pt x="74101" y="100386"/>
                </a:cubicBezTo>
                <a:close/>
                <a:moveTo>
                  <a:pt x="35719" y="98220"/>
                </a:moveTo>
                <a:cubicBezTo>
                  <a:pt x="35769" y="98345"/>
                  <a:pt x="35794" y="98444"/>
                  <a:pt x="35818" y="98544"/>
                </a:cubicBezTo>
                <a:cubicBezTo>
                  <a:pt x="35843" y="98668"/>
                  <a:pt x="35893" y="98768"/>
                  <a:pt x="35918" y="98892"/>
                </a:cubicBezTo>
                <a:cubicBezTo>
                  <a:pt x="35918" y="98917"/>
                  <a:pt x="35943" y="98942"/>
                  <a:pt x="35943" y="98942"/>
                </a:cubicBezTo>
                <a:cubicBezTo>
                  <a:pt x="35943" y="98942"/>
                  <a:pt x="35943" y="98967"/>
                  <a:pt x="35968" y="98967"/>
                </a:cubicBezTo>
                <a:cubicBezTo>
                  <a:pt x="36018" y="99091"/>
                  <a:pt x="36067" y="99191"/>
                  <a:pt x="36092" y="99315"/>
                </a:cubicBezTo>
                <a:cubicBezTo>
                  <a:pt x="36092" y="99340"/>
                  <a:pt x="36142" y="99415"/>
                  <a:pt x="36142" y="99440"/>
                </a:cubicBezTo>
                <a:cubicBezTo>
                  <a:pt x="36167" y="99564"/>
                  <a:pt x="36217" y="99664"/>
                  <a:pt x="36267" y="99788"/>
                </a:cubicBezTo>
                <a:cubicBezTo>
                  <a:pt x="36316" y="99913"/>
                  <a:pt x="36341" y="100037"/>
                  <a:pt x="36416" y="100162"/>
                </a:cubicBezTo>
                <a:lnTo>
                  <a:pt x="34823" y="100635"/>
                </a:lnTo>
                <a:cubicBezTo>
                  <a:pt x="34673" y="100162"/>
                  <a:pt x="34474" y="99664"/>
                  <a:pt x="34300" y="99166"/>
                </a:cubicBezTo>
                <a:cubicBezTo>
                  <a:pt x="34549" y="99017"/>
                  <a:pt x="34773" y="98842"/>
                  <a:pt x="34972" y="98693"/>
                </a:cubicBezTo>
                <a:lnTo>
                  <a:pt x="35719" y="98220"/>
                </a:lnTo>
                <a:close/>
                <a:moveTo>
                  <a:pt x="34126" y="99241"/>
                </a:moveTo>
                <a:cubicBezTo>
                  <a:pt x="34325" y="99763"/>
                  <a:pt x="34499" y="100211"/>
                  <a:pt x="34698" y="100709"/>
                </a:cubicBezTo>
                <a:cubicBezTo>
                  <a:pt x="34673" y="100709"/>
                  <a:pt x="34673" y="100709"/>
                  <a:pt x="34649" y="100759"/>
                </a:cubicBezTo>
                <a:cubicBezTo>
                  <a:pt x="34449" y="100261"/>
                  <a:pt x="34275" y="99788"/>
                  <a:pt x="34076" y="99290"/>
                </a:cubicBezTo>
                <a:cubicBezTo>
                  <a:pt x="34101" y="99290"/>
                  <a:pt x="34101" y="99241"/>
                  <a:pt x="34126" y="99241"/>
                </a:cubicBezTo>
                <a:close/>
                <a:moveTo>
                  <a:pt x="67306" y="94437"/>
                </a:moveTo>
                <a:lnTo>
                  <a:pt x="67380" y="94486"/>
                </a:lnTo>
                <a:cubicBezTo>
                  <a:pt x="67555" y="94710"/>
                  <a:pt x="67779" y="94934"/>
                  <a:pt x="67953" y="95134"/>
                </a:cubicBezTo>
                <a:cubicBezTo>
                  <a:pt x="68177" y="95358"/>
                  <a:pt x="68401" y="95607"/>
                  <a:pt x="68625" y="95831"/>
                </a:cubicBezTo>
                <a:cubicBezTo>
                  <a:pt x="68077" y="96204"/>
                  <a:pt x="67555" y="96577"/>
                  <a:pt x="67032" y="96926"/>
                </a:cubicBezTo>
                <a:cubicBezTo>
                  <a:pt x="66683" y="97125"/>
                  <a:pt x="66335" y="97374"/>
                  <a:pt x="66036" y="97598"/>
                </a:cubicBezTo>
                <a:cubicBezTo>
                  <a:pt x="65364" y="98046"/>
                  <a:pt x="64717" y="98444"/>
                  <a:pt x="64070" y="98892"/>
                </a:cubicBezTo>
                <a:cubicBezTo>
                  <a:pt x="63821" y="99041"/>
                  <a:pt x="63572" y="99216"/>
                  <a:pt x="63323" y="99390"/>
                </a:cubicBezTo>
                <a:cubicBezTo>
                  <a:pt x="62576" y="99838"/>
                  <a:pt x="61830" y="100311"/>
                  <a:pt x="61058" y="100759"/>
                </a:cubicBezTo>
                <a:cubicBezTo>
                  <a:pt x="61108" y="99465"/>
                  <a:pt x="61108" y="98145"/>
                  <a:pt x="61058" y="96801"/>
                </a:cubicBezTo>
                <a:cubicBezTo>
                  <a:pt x="63074" y="96229"/>
                  <a:pt x="65165" y="95432"/>
                  <a:pt x="67306" y="94437"/>
                </a:cubicBezTo>
                <a:close/>
                <a:moveTo>
                  <a:pt x="97026" y="81269"/>
                </a:moveTo>
                <a:cubicBezTo>
                  <a:pt x="97822" y="81518"/>
                  <a:pt x="98544" y="81643"/>
                  <a:pt x="99092" y="81643"/>
                </a:cubicBezTo>
                <a:cubicBezTo>
                  <a:pt x="99266" y="81643"/>
                  <a:pt x="99415" y="81643"/>
                  <a:pt x="99540" y="81618"/>
                </a:cubicBezTo>
                <a:lnTo>
                  <a:pt x="99540" y="81618"/>
                </a:lnTo>
                <a:cubicBezTo>
                  <a:pt x="98942" y="82365"/>
                  <a:pt x="98320" y="83061"/>
                  <a:pt x="97698" y="83833"/>
                </a:cubicBezTo>
                <a:cubicBezTo>
                  <a:pt x="97200" y="84406"/>
                  <a:pt x="96677" y="85003"/>
                  <a:pt x="96155" y="85600"/>
                </a:cubicBezTo>
                <a:cubicBezTo>
                  <a:pt x="95283" y="86571"/>
                  <a:pt x="94412" y="87517"/>
                  <a:pt x="93466" y="88488"/>
                </a:cubicBezTo>
                <a:lnTo>
                  <a:pt x="93441" y="88513"/>
                </a:lnTo>
                <a:cubicBezTo>
                  <a:pt x="89708" y="92371"/>
                  <a:pt x="85601" y="96055"/>
                  <a:pt x="81220" y="99390"/>
                </a:cubicBezTo>
                <a:lnTo>
                  <a:pt x="80100" y="100211"/>
                </a:lnTo>
                <a:cubicBezTo>
                  <a:pt x="79851" y="100410"/>
                  <a:pt x="79552" y="100585"/>
                  <a:pt x="79303" y="100784"/>
                </a:cubicBezTo>
                <a:cubicBezTo>
                  <a:pt x="79303" y="100759"/>
                  <a:pt x="79353" y="100684"/>
                  <a:pt x="79353" y="100659"/>
                </a:cubicBezTo>
                <a:cubicBezTo>
                  <a:pt x="79378" y="100560"/>
                  <a:pt x="79378" y="100460"/>
                  <a:pt x="79403" y="100386"/>
                </a:cubicBezTo>
                <a:cubicBezTo>
                  <a:pt x="79403" y="100311"/>
                  <a:pt x="79403" y="100261"/>
                  <a:pt x="79428" y="100186"/>
                </a:cubicBezTo>
                <a:cubicBezTo>
                  <a:pt x="79428" y="100087"/>
                  <a:pt x="79477" y="100012"/>
                  <a:pt x="79477" y="99888"/>
                </a:cubicBezTo>
                <a:cubicBezTo>
                  <a:pt x="79403" y="99813"/>
                  <a:pt x="79403" y="99714"/>
                  <a:pt x="79403" y="99664"/>
                </a:cubicBezTo>
                <a:lnTo>
                  <a:pt x="79403" y="99315"/>
                </a:lnTo>
                <a:cubicBezTo>
                  <a:pt x="79403" y="99216"/>
                  <a:pt x="79378" y="99141"/>
                  <a:pt x="79378" y="99066"/>
                </a:cubicBezTo>
                <a:cubicBezTo>
                  <a:pt x="79378" y="98942"/>
                  <a:pt x="79353" y="98842"/>
                  <a:pt x="79353" y="98718"/>
                </a:cubicBezTo>
                <a:cubicBezTo>
                  <a:pt x="79353" y="98618"/>
                  <a:pt x="79303" y="98544"/>
                  <a:pt x="79278" y="98444"/>
                </a:cubicBezTo>
                <a:cubicBezTo>
                  <a:pt x="79278" y="98345"/>
                  <a:pt x="79253" y="98295"/>
                  <a:pt x="79253" y="98195"/>
                </a:cubicBezTo>
                <a:cubicBezTo>
                  <a:pt x="85825" y="93068"/>
                  <a:pt x="91823" y="87293"/>
                  <a:pt x="97026" y="81269"/>
                </a:cubicBezTo>
                <a:close/>
                <a:moveTo>
                  <a:pt x="78731" y="97697"/>
                </a:moveTo>
                <a:cubicBezTo>
                  <a:pt x="78731" y="97747"/>
                  <a:pt x="78756" y="97822"/>
                  <a:pt x="78756" y="97872"/>
                </a:cubicBezTo>
                <a:cubicBezTo>
                  <a:pt x="78756" y="97946"/>
                  <a:pt x="78781" y="97971"/>
                  <a:pt x="78781" y="98046"/>
                </a:cubicBezTo>
                <a:cubicBezTo>
                  <a:pt x="77561" y="98967"/>
                  <a:pt x="76316" y="99913"/>
                  <a:pt x="75072" y="100809"/>
                </a:cubicBezTo>
                <a:cubicBezTo>
                  <a:pt x="74898" y="100659"/>
                  <a:pt x="74723" y="100560"/>
                  <a:pt x="74524" y="100435"/>
                </a:cubicBezTo>
                <a:cubicBezTo>
                  <a:pt x="74574" y="100336"/>
                  <a:pt x="74674" y="100286"/>
                  <a:pt x="74798" y="100211"/>
                </a:cubicBezTo>
                <a:cubicBezTo>
                  <a:pt x="74922" y="100162"/>
                  <a:pt x="75047" y="100062"/>
                  <a:pt x="75171" y="100012"/>
                </a:cubicBezTo>
                <a:cubicBezTo>
                  <a:pt x="75196" y="100012"/>
                  <a:pt x="75196" y="99962"/>
                  <a:pt x="75246" y="99962"/>
                </a:cubicBezTo>
                <a:cubicBezTo>
                  <a:pt x="75420" y="99838"/>
                  <a:pt x="75570" y="99714"/>
                  <a:pt x="75769" y="99639"/>
                </a:cubicBezTo>
                <a:lnTo>
                  <a:pt x="76043" y="99440"/>
                </a:lnTo>
                <a:cubicBezTo>
                  <a:pt x="76291" y="99290"/>
                  <a:pt x="76565" y="99091"/>
                  <a:pt x="76814" y="98942"/>
                </a:cubicBezTo>
                <a:cubicBezTo>
                  <a:pt x="76889" y="98917"/>
                  <a:pt x="76939" y="98842"/>
                  <a:pt x="77038" y="98793"/>
                </a:cubicBezTo>
                <a:cubicBezTo>
                  <a:pt x="77262" y="98668"/>
                  <a:pt x="77436" y="98494"/>
                  <a:pt x="77660" y="98369"/>
                </a:cubicBezTo>
                <a:cubicBezTo>
                  <a:pt x="77785" y="98295"/>
                  <a:pt x="77909" y="98195"/>
                  <a:pt x="78034" y="98121"/>
                </a:cubicBezTo>
                <a:cubicBezTo>
                  <a:pt x="78059" y="98121"/>
                  <a:pt x="78059" y="98096"/>
                  <a:pt x="78108" y="98096"/>
                </a:cubicBezTo>
                <a:lnTo>
                  <a:pt x="78133" y="98096"/>
                </a:lnTo>
                <a:cubicBezTo>
                  <a:pt x="78308" y="97971"/>
                  <a:pt x="78507" y="97847"/>
                  <a:pt x="78731" y="97697"/>
                </a:cubicBezTo>
                <a:close/>
                <a:moveTo>
                  <a:pt x="60859" y="96826"/>
                </a:moveTo>
                <a:lnTo>
                  <a:pt x="60859" y="96826"/>
                </a:lnTo>
                <a:cubicBezTo>
                  <a:pt x="60959" y="98195"/>
                  <a:pt x="60934" y="99539"/>
                  <a:pt x="60834" y="100883"/>
                </a:cubicBezTo>
                <a:cubicBezTo>
                  <a:pt x="60809" y="100883"/>
                  <a:pt x="60809" y="100908"/>
                  <a:pt x="60784" y="100908"/>
                </a:cubicBezTo>
                <a:cubicBezTo>
                  <a:pt x="60859" y="99589"/>
                  <a:pt x="60884" y="98220"/>
                  <a:pt x="60809" y="96851"/>
                </a:cubicBezTo>
                <a:cubicBezTo>
                  <a:pt x="60834" y="96851"/>
                  <a:pt x="60834" y="96851"/>
                  <a:pt x="60859" y="96826"/>
                </a:cubicBezTo>
                <a:close/>
                <a:moveTo>
                  <a:pt x="78830" y="98195"/>
                </a:moveTo>
                <a:lnTo>
                  <a:pt x="78830" y="98245"/>
                </a:lnTo>
                <a:cubicBezTo>
                  <a:pt x="77660" y="99166"/>
                  <a:pt x="76491" y="100062"/>
                  <a:pt x="75296" y="100908"/>
                </a:cubicBezTo>
                <a:cubicBezTo>
                  <a:pt x="75271" y="100908"/>
                  <a:pt x="75271" y="100883"/>
                  <a:pt x="75246" y="100883"/>
                </a:cubicBezTo>
                <a:cubicBezTo>
                  <a:pt x="76441" y="100012"/>
                  <a:pt x="77636" y="99141"/>
                  <a:pt x="78830" y="98195"/>
                </a:cubicBezTo>
                <a:close/>
                <a:moveTo>
                  <a:pt x="36540" y="100386"/>
                </a:moveTo>
                <a:cubicBezTo>
                  <a:pt x="36540" y="100410"/>
                  <a:pt x="36565" y="100410"/>
                  <a:pt x="36565" y="100435"/>
                </a:cubicBezTo>
                <a:lnTo>
                  <a:pt x="36565" y="100460"/>
                </a:lnTo>
                <a:lnTo>
                  <a:pt x="34972" y="100933"/>
                </a:lnTo>
                <a:cubicBezTo>
                  <a:pt x="34972" y="100908"/>
                  <a:pt x="34947" y="100883"/>
                  <a:pt x="34947" y="100834"/>
                </a:cubicBezTo>
                <a:lnTo>
                  <a:pt x="36540" y="100386"/>
                </a:lnTo>
                <a:close/>
                <a:moveTo>
                  <a:pt x="74325" y="100535"/>
                </a:moveTo>
                <a:cubicBezTo>
                  <a:pt x="74524" y="100659"/>
                  <a:pt x="74748" y="100784"/>
                  <a:pt x="74922" y="100908"/>
                </a:cubicBezTo>
                <a:cubicBezTo>
                  <a:pt x="74898" y="100908"/>
                  <a:pt x="74898" y="100933"/>
                  <a:pt x="74873" y="100933"/>
                </a:cubicBezTo>
                <a:cubicBezTo>
                  <a:pt x="74649" y="100809"/>
                  <a:pt x="74474" y="100684"/>
                  <a:pt x="74275" y="100560"/>
                </a:cubicBezTo>
                <a:cubicBezTo>
                  <a:pt x="74300" y="100560"/>
                  <a:pt x="74300" y="100535"/>
                  <a:pt x="74325" y="100535"/>
                </a:cubicBezTo>
                <a:close/>
                <a:moveTo>
                  <a:pt x="5153" y="84729"/>
                </a:moveTo>
                <a:cubicBezTo>
                  <a:pt x="7019" y="87393"/>
                  <a:pt x="9583" y="89384"/>
                  <a:pt x="12869" y="90603"/>
                </a:cubicBezTo>
                <a:cubicBezTo>
                  <a:pt x="12072" y="94088"/>
                  <a:pt x="12023" y="97672"/>
                  <a:pt x="12695" y="100958"/>
                </a:cubicBezTo>
                <a:cubicBezTo>
                  <a:pt x="9832" y="99813"/>
                  <a:pt x="7443" y="98170"/>
                  <a:pt x="5576" y="96055"/>
                </a:cubicBezTo>
                <a:cubicBezTo>
                  <a:pt x="5476" y="95681"/>
                  <a:pt x="5402" y="95308"/>
                  <a:pt x="5327" y="94934"/>
                </a:cubicBezTo>
                <a:cubicBezTo>
                  <a:pt x="5302" y="94760"/>
                  <a:pt x="5277" y="94586"/>
                  <a:pt x="5227" y="94437"/>
                </a:cubicBezTo>
                <a:cubicBezTo>
                  <a:pt x="5153" y="93864"/>
                  <a:pt x="5053" y="93317"/>
                  <a:pt x="4978" y="92719"/>
                </a:cubicBezTo>
                <a:cubicBezTo>
                  <a:pt x="4978" y="92595"/>
                  <a:pt x="4953" y="92445"/>
                  <a:pt x="4953" y="92321"/>
                </a:cubicBezTo>
                <a:lnTo>
                  <a:pt x="4854" y="90902"/>
                </a:lnTo>
                <a:cubicBezTo>
                  <a:pt x="4854" y="90703"/>
                  <a:pt x="4829" y="90479"/>
                  <a:pt x="4829" y="90255"/>
                </a:cubicBezTo>
                <a:cubicBezTo>
                  <a:pt x="4829" y="89658"/>
                  <a:pt x="4804" y="89110"/>
                  <a:pt x="4829" y="88513"/>
                </a:cubicBezTo>
                <a:cubicBezTo>
                  <a:pt x="4829" y="88363"/>
                  <a:pt x="4854" y="88164"/>
                  <a:pt x="4854" y="88015"/>
                </a:cubicBezTo>
                <a:lnTo>
                  <a:pt x="4953" y="86521"/>
                </a:lnTo>
                <a:cubicBezTo>
                  <a:pt x="4978" y="86297"/>
                  <a:pt x="4978" y="86098"/>
                  <a:pt x="5028" y="85899"/>
                </a:cubicBezTo>
                <a:cubicBezTo>
                  <a:pt x="5053" y="85501"/>
                  <a:pt x="5103" y="85127"/>
                  <a:pt x="5153" y="84729"/>
                </a:cubicBezTo>
                <a:close/>
                <a:moveTo>
                  <a:pt x="34798" y="100859"/>
                </a:moveTo>
                <a:lnTo>
                  <a:pt x="34798" y="100859"/>
                </a:lnTo>
                <a:cubicBezTo>
                  <a:pt x="34773" y="100933"/>
                  <a:pt x="34798" y="100958"/>
                  <a:pt x="34798" y="101008"/>
                </a:cubicBezTo>
                <a:lnTo>
                  <a:pt x="34773" y="101008"/>
                </a:lnTo>
                <a:cubicBezTo>
                  <a:pt x="34773" y="100958"/>
                  <a:pt x="34723" y="100933"/>
                  <a:pt x="34723" y="100908"/>
                </a:cubicBezTo>
                <a:cubicBezTo>
                  <a:pt x="34773" y="100908"/>
                  <a:pt x="34773" y="100908"/>
                  <a:pt x="34798" y="100859"/>
                </a:cubicBezTo>
                <a:close/>
                <a:moveTo>
                  <a:pt x="63566" y="99455"/>
                </a:moveTo>
                <a:lnTo>
                  <a:pt x="63566" y="99455"/>
                </a:lnTo>
                <a:cubicBezTo>
                  <a:pt x="62717" y="99992"/>
                  <a:pt x="61880" y="100514"/>
                  <a:pt x="61033" y="101014"/>
                </a:cubicBezTo>
                <a:lnTo>
                  <a:pt x="61033" y="101014"/>
                </a:lnTo>
                <a:cubicBezTo>
                  <a:pt x="61033" y="101012"/>
                  <a:pt x="61033" y="101010"/>
                  <a:pt x="61033" y="101008"/>
                </a:cubicBezTo>
                <a:cubicBezTo>
                  <a:pt x="61830" y="100535"/>
                  <a:pt x="62601" y="100037"/>
                  <a:pt x="63423" y="99539"/>
                </a:cubicBezTo>
                <a:cubicBezTo>
                  <a:pt x="63472" y="99512"/>
                  <a:pt x="63519" y="99484"/>
                  <a:pt x="63566" y="99455"/>
                </a:cubicBezTo>
                <a:close/>
                <a:moveTo>
                  <a:pt x="13043" y="90603"/>
                </a:moveTo>
                <a:cubicBezTo>
                  <a:pt x="13068" y="90603"/>
                  <a:pt x="13068" y="90603"/>
                  <a:pt x="13118" y="90628"/>
                </a:cubicBezTo>
                <a:cubicBezTo>
                  <a:pt x="12321" y="94113"/>
                  <a:pt x="12296" y="97697"/>
                  <a:pt x="12993" y="101033"/>
                </a:cubicBezTo>
                <a:cubicBezTo>
                  <a:pt x="12944" y="101033"/>
                  <a:pt x="12919" y="101008"/>
                  <a:pt x="12919" y="101008"/>
                </a:cubicBezTo>
                <a:cubicBezTo>
                  <a:pt x="12197" y="97672"/>
                  <a:pt x="12271" y="94088"/>
                  <a:pt x="13043" y="90603"/>
                </a:cubicBezTo>
                <a:close/>
                <a:moveTo>
                  <a:pt x="79104" y="98320"/>
                </a:moveTo>
                <a:cubicBezTo>
                  <a:pt x="79104" y="98345"/>
                  <a:pt x="79104" y="98394"/>
                  <a:pt x="79129" y="98444"/>
                </a:cubicBezTo>
                <a:cubicBezTo>
                  <a:pt x="79154" y="98544"/>
                  <a:pt x="79154" y="98643"/>
                  <a:pt x="79204" y="98718"/>
                </a:cubicBezTo>
                <a:cubicBezTo>
                  <a:pt x="79229" y="98842"/>
                  <a:pt x="79229" y="98942"/>
                  <a:pt x="79229" y="99066"/>
                </a:cubicBezTo>
                <a:cubicBezTo>
                  <a:pt x="79229" y="99166"/>
                  <a:pt x="79253" y="99266"/>
                  <a:pt x="79253" y="99340"/>
                </a:cubicBezTo>
                <a:lnTo>
                  <a:pt x="79253" y="99614"/>
                </a:lnTo>
                <a:lnTo>
                  <a:pt x="79253" y="99863"/>
                </a:lnTo>
                <a:cubicBezTo>
                  <a:pt x="79253" y="99962"/>
                  <a:pt x="79253" y="100037"/>
                  <a:pt x="79229" y="100137"/>
                </a:cubicBezTo>
                <a:cubicBezTo>
                  <a:pt x="79229" y="100211"/>
                  <a:pt x="79229" y="100286"/>
                  <a:pt x="79204" y="100386"/>
                </a:cubicBezTo>
                <a:cubicBezTo>
                  <a:pt x="79204" y="100435"/>
                  <a:pt x="79154" y="100485"/>
                  <a:pt x="79154" y="100585"/>
                </a:cubicBezTo>
                <a:cubicBezTo>
                  <a:pt x="79154" y="100659"/>
                  <a:pt x="79129" y="100759"/>
                  <a:pt x="79129" y="100809"/>
                </a:cubicBezTo>
                <a:cubicBezTo>
                  <a:pt x="79104" y="100809"/>
                  <a:pt x="79079" y="100834"/>
                  <a:pt x="79079" y="100908"/>
                </a:cubicBezTo>
                <a:cubicBezTo>
                  <a:pt x="79079" y="100933"/>
                  <a:pt x="79079" y="100933"/>
                  <a:pt x="79029" y="100958"/>
                </a:cubicBezTo>
                <a:cubicBezTo>
                  <a:pt x="79005" y="101008"/>
                  <a:pt x="78980" y="101008"/>
                  <a:pt x="78930" y="101033"/>
                </a:cubicBezTo>
                <a:cubicBezTo>
                  <a:pt x="78930" y="101008"/>
                  <a:pt x="78930" y="101008"/>
                  <a:pt x="78980" y="100958"/>
                </a:cubicBezTo>
                <a:cubicBezTo>
                  <a:pt x="79005" y="100883"/>
                  <a:pt x="79029" y="100809"/>
                  <a:pt x="79079" y="100709"/>
                </a:cubicBezTo>
                <a:cubicBezTo>
                  <a:pt x="79079" y="100659"/>
                  <a:pt x="79104" y="100585"/>
                  <a:pt x="79104" y="100535"/>
                </a:cubicBezTo>
                <a:cubicBezTo>
                  <a:pt x="79104" y="100460"/>
                  <a:pt x="79129" y="100386"/>
                  <a:pt x="79129" y="100311"/>
                </a:cubicBezTo>
                <a:cubicBezTo>
                  <a:pt x="79129" y="100261"/>
                  <a:pt x="79129" y="100162"/>
                  <a:pt x="79154" y="100062"/>
                </a:cubicBezTo>
                <a:lnTo>
                  <a:pt x="79154" y="99838"/>
                </a:lnTo>
                <a:lnTo>
                  <a:pt x="79154" y="99564"/>
                </a:lnTo>
                <a:lnTo>
                  <a:pt x="79154" y="99315"/>
                </a:lnTo>
                <a:cubicBezTo>
                  <a:pt x="79154" y="99216"/>
                  <a:pt x="79129" y="99141"/>
                  <a:pt x="79129" y="99017"/>
                </a:cubicBezTo>
                <a:cubicBezTo>
                  <a:pt x="79129" y="98917"/>
                  <a:pt x="79104" y="98817"/>
                  <a:pt x="79104" y="98718"/>
                </a:cubicBezTo>
                <a:cubicBezTo>
                  <a:pt x="79104" y="98643"/>
                  <a:pt x="79079" y="98519"/>
                  <a:pt x="79029" y="98419"/>
                </a:cubicBezTo>
                <a:lnTo>
                  <a:pt x="79029" y="98345"/>
                </a:lnTo>
                <a:cubicBezTo>
                  <a:pt x="79079" y="98345"/>
                  <a:pt x="79079" y="98320"/>
                  <a:pt x="79104" y="98320"/>
                </a:cubicBezTo>
                <a:close/>
                <a:moveTo>
                  <a:pt x="3236" y="94287"/>
                </a:moveTo>
                <a:cubicBezTo>
                  <a:pt x="3311" y="94287"/>
                  <a:pt x="3311" y="94312"/>
                  <a:pt x="3336" y="94312"/>
                </a:cubicBezTo>
                <a:cubicBezTo>
                  <a:pt x="3336" y="94337"/>
                  <a:pt x="3360" y="94337"/>
                  <a:pt x="3360" y="94362"/>
                </a:cubicBezTo>
                <a:cubicBezTo>
                  <a:pt x="3659" y="94810"/>
                  <a:pt x="3933" y="95208"/>
                  <a:pt x="4281" y="95607"/>
                </a:cubicBezTo>
                <a:lnTo>
                  <a:pt x="4331" y="95681"/>
                </a:lnTo>
                <a:cubicBezTo>
                  <a:pt x="4655" y="96079"/>
                  <a:pt x="4978" y="96453"/>
                  <a:pt x="5327" y="96826"/>
                </a:cubicBezTo>
                <a:cubicBezTo>
                  <a:pt x="5451" y="97324"/>
                  <a:pt x="5601" y="97797"/>
                  <a:pt x="5775" y="98245"/>
                </a:cubicBezTo>
                <a:cubicBezTo>
                  <a:pt x="5800" y="98345"/>
                  <a:pt x="5825" y="98469"/>
                  <a:pt x="5850" y="98593"/>
                </a:cubicBezTo>
                <a:cubicBezTo>
                  <a:pt x="6024" y="99041"/>
                  <a:pt x="6173" y="99465"/>
                  <a:pt x="6347" y="99888"/>
                </a:cubicBezTo>
                <a:cubicBezTo>
                  <a:pt x="6422" y="100037"/>
                  <a:pt x="6472" y="100162"/>
                  <a:pt x="6522" y="100311"/>
                </a:cubicBezTo>
                <a:cubicBezTo>
                  <a:pt x="6646" y="100560"/>
                  <a:pt x="6771" y="100809"/>
                  <a:pt x="6895" y="101083"/>
                </a:cubicBezTo>
                <a:cubicBezTo>
                  <a:pt x="6771" y="100908"/>
                  <a:pt x="6646" y="100709"/>
                  <a:pt x="6472" y="100510"/>
                </a:cubicBezTo>
                <a:cubicBezTo>
                  <a:pt x="5924" y="99639"/>
                  <a:pt x="4281" y="96926"/>
                  <a:pt x="3410" y="94661"/>
                </a:cubicBezTo>
                <a:cubicBezTo>
                  <a:pt x="3336" y="94536"/>
                  <a:pt x="3311" y="94412"/>
                  <a:pt x="3236" y="94287"/>
                </a:cubicBezTo>
                <a:close/>
                <a:moveTo>
                  <a:pt x="85823" y="95956"/>
                </a:moveTo>
                <a:cubicBezTo>
                  <a:pt x="85716" y="96047"/>
                  <a:pt x="85609" y="96138"/>
                  <a:pt x="85501" y="96229"/>
                </a:cubicBezTo>
                <a:cubicBezTo>
                  <a:pt x="85476" y="96279"/>
                  <a:pt x="85426" y="96303"/>
                  <a:pt x="85377" y="96353"/>
                </a:cubicBezTo>
                <a:cubicBezTo>
                  <a:pt x="84854" y="96801"/>
                  <a:pt x="84331" y="97224"/>
                  <a:pt x="83833" y="97648"/>
                </a:cubicBezTo>
                <a:cubicBezTo>
                  <a:pt x="83585" y="97822"/>
                  <a:pt x="83361" y="98046"/>
                  <a:pt x="83112" y="98220"/>
                </a:cubicBezTo>
                <a:cubicBezTo>
                  <a:pt x="82589" y="98668"/>
                  <a:pt x="82016" y="99091"/>
                  <a:pt x="81469" y="99514"/>
                </a:cubicBezTo>
                <a:cubicBezTo>
                  <a:pt x="81071" y="99813"/>
                  <a:pt x="80697" y="100087"/>
                  <a:pt x="80274" y="100386"/>
                </a:cubicBezTo>
                <a:lnTo>
                  <a:pt x="79627" y="100834"/>
                </a:lnTo>
                <a:cubicBezTo>
                  <a:pt x="79602" y="100883"/>
                  <a:pt x="79552" y="100883"/>
                  <a:pt x="79527" y="100908"/>
                </a:cubicBezTo>
                <a:cubicBezTo>
                  <a:pt x="79420" y="100994"/>
                  <a:pt x="79332" y="101043"/>
                  <a:pt x="79230" y="101118"/>
                </a:cubicBezTo>
                <a:lnTo>
                  <a:pt x="79230" y="101118"/>
                </a:lnTo>
                <a:cubicBezTo>
                  <a:pt x="79232" y="101103"/>
                  <a:pt x="79237" y="101083"/>
                  <a:pt x="79253" y="101083"/>
                </a:cubicBezTo>
                <a:cubicBezTo>
                  <a:pt x="79552" y="100883"/>
                  <a:pt x="79851" y="100659"/>
                  <a:pt x="80125" y="100435"/>
                </a:cubicBezTo>
                <a:cubicBezTo>
                  <a:pt x="80573" y="100137"/>
                  <a:pt x="80996" y="99813"/>
                  <a:pt x="81394" y="99514"/>
                </a:cubicBezTo>
                <a:cubicBezTo>
                  <a:pt x="81718" y="99290"/>
                  <a:pt x="81991" y="99066"/>
                  <a:pt x="82265" y="98842"/>
                </a:cubicBezTo>
                <a:cubicBezTo>
                  <a:pt x="83385" y="97996"/>
                  <a:pt x="84853" y="96753"/>
                  <a:pt x="85823" y="95956"/>
                </a:cubicBezTo>
                <a:close/>
                <a:moveTo>
                  <a:pt x="79209" y="101134"/>
                </a:moveTo>
                <a:cubicBezTo>
                  <a:pt x="79199" y="101141"/>
                  <a:pt x="79189" y="101149"/>
                  <a:pt x="79179" y="101157"/>
                </a:cubicBezTo>
                <a:cubicBezTo>
                  <a:pt x="79179" y="101157"/>
                  <a:pt x="79179" y="101140"/>
                  <a:pt x="79209" y="101134"/>
                </a:cubicBezTo>
                <a:close/>
                <a:moveTo>
                  <a:pt x="60834" y="101107"/>
                </a:moveTo>
                <a:lnTo>
                  <a:pt x="60834" y="101207"/>
                </a:lnTo>
                <a:cubicBezTo>
                  <a:pt x="60809" y="101207"/>
                  <a:pt x="60809" y="101257"/>
                  <a:pt x="60784" y="101257"/>
                </a:cubicBezTo>
                <a:lnTo>
                  <a:pt x="60784" y="101157"/>
                </a:lnTo>
                <a:cubicBezTo>
                  <a:pt x="60809" y="101157"/>
                  <a:pt x="60809" y="101107"/>
                  <a:pt x="60834" y="101107"/>
                </a:cubicBezTo>
                <a:close/>
                <a:moveTo>
                  <a:pt x="78835" y="101389"/>
                </a:moveTo>
                <a:cubicBezTo>
                  <a:pt x="78826" y="101395"/>
                  <a:pt x="78816" y="101403"/>
                  <a:pt x="78795" y="101405"/>
                </a:cubicBezTo>
                <a:lnTo>
                  <a:pt x="78795" y="101405"/>
                </a:lnTo>
                <a:cubicBezTo>
                  <a:pt x="78807" y="101400"/>
                  <a:pt x="78820" y="101394"/>
                  <a:pt x="78835" y="101389"/>
                </a:cubicBezTo>
                <a:close/>
                <a:moveTo>
                  <a:pt x="13267" y="90678"/>
                </a:moveTo>
                <a:cubicBezTo>
                  <a:pt x="13392" y="90703"/>
                  <a:pt x="13516" y="90728"/>
                  <a:pt x="13640" y="90778"/>
                </a:cubicBezTo>
                <a:cubicBezTo>
                  <a:pt x="13192" y="94586"/>
                  <a:pt x="13367" y="98170"/>
                  <a:pt x="14138" y="101406"/>
                </a:cubicBezTo>
                <a:cubicBezTo>
                  <a:pt x="13815" y="101307"/>
                  <a:pt x="13516" y="101182"/>
                  <a:pt x="13192" y="101083"/>
                </a:cubicBezTo>
                <a:cubicBezTo>
                  <a:pt x="12446" y="97772"/>
                  <a:pt x="12496" y="94188"/>
                  <a:pt x="13267" y="90678"/>
                </a:cubicBezTo>
                <a:close/>
                <a:moveTo>
                  <a:pt x="13790" y="90852"/>
                </a:moveTo>
                <a:cubicBezTo>
                  <a:pt x="13815" y="90852"/>
                  <a:pt x="13815" y="90852"/>
                  <a:pt x="13865" y="90877"/>
                </a:cubicBezTo>
                <a:cubicBezTo>
                  <a:pt x="13443" y="94672"/>
                  <a:pt x="13565" y="98219"/>
                  <a:pt x="14378" y="101470"/>
                </a:cubicBezTo>
                <a:lnTo>
                  <a:pt x="14378" y="101470"/>
                </a:lnTo>
                <a:cubicBezTo>
                  <a:pt x="14367" y="101456"/>
                  <a:pt x="14345" y="101456"/>
                  <a:pt x="14313" y="101456"/>
                </a:cubicBezTo>
                <a:cubicBezTo>
                  <a:pt x="13541" y="98220"/>
                  <a:pt x="13392" y="94661"/>
                  <a:pt x="13790" y="90852"/>
                </a:cubicBezTo>
                <a:close/>
                <a:moveTo>
                  <a:pt x="78768" y="101419"/>
                </a:moveTo>
                <a:lnTo>
                  <a:pt x="78681" y="101506"/>
                </a:lnTo>
                <a:lnTo>
                  <a:pt x="78681" y="101456"/>
                </a:lnTo>
                <a:cubicBezTo>
                  <a:pt x="78718" y="101443"/>
                  <a:pt x="78743" y="101431"/>
                  <a:pt x="78768" y="101419"/>
                </a:cubicBezTo>
                <a:close/>
                <a:moveTo>
                  <a:pt x="33827" y="99091"/>
                </a:moveTo>
                <a:cubicBezTo>
                  <a:pt x="33827" y="99141"/>
                  <a:pt x="33827" y="99141"/>
                  <a:pt x="33852" y="99166"/>
                </a:cubicBezTo>
                <a:cubicBezTo>
                  <a:pt x="33678" y="99241"/>
                  <a:pt x="33504" y="99340"/>
                  <a:pt x="33329" y="99440"/>
                </a:cubicBezTo>
                <a:cubicBezTo>
                  <a:pt x="33031" y="99589"/>
                  <a:pt x="32707" y="99788"/>
                  <a:pt x="32408" y="99938"/>
                </a:cubicBezTo>
                <a:lnTo>
                  <a:pt x="31562" y="100311"/>
                </a:lnTo>
                <a:cubicBezTo>
                  <a:pt x="31214" y="100460"/>
                  <a:pt x="30915" y="100610"/>
                  <a:pt x="30566" y="100734"/>
                </a:cubicBezTo>
                <a:cubicBezTo>
                  <a:pt x="30318" y="100834"/>
                  <a:pt x="30044" y="100933"/>
                  <a:pt x="29745" y="101033"/>
                </a:cubicBezTo>
                <a:cubicBezTo>
                  <a:pt x="29372" y="101157"/>
                  <a:pt x="29048" y="101307"/>
                  <a:pt x="28675" y="101406"/>
                </a:cubicBezTo>
                <a:cubicBezTo>
                  <a:pt x="28509" y="101456"/>
                  <a:pt x="28342" y="101495"/>
                  <a:pt x="28161" y="101537"/>
                </a:cubicBezTo>
                <a:lnTo>
                  <a:pt x="28161" y="101537"/>
                </a:lnTo>
                <a:cubicBezTo>
                  <a:pt x="28330" y="101489"/>
                  <a:pt x="28497" y="101444"/>
                  <a:pt x="28650" y="101406"/>
                </a:cubicBezTo>
                <a:cubicBezTo>
                  <a:pt x="28949" y="101307"/>
                  <a:pt x="29222" y="101207"/>
                  <a:pt x="29496" y="101083"/>
                </a:cubicBezTo>
                <a:cubicBezTo>
                  <a:pt x="29845" y="100958"/>
                  <a:pt x="30218" y="100834"/>
                  <a:pt x="30566" y="100709"/>
                </a:cubicBezTo>
                <a:cubicBezTo>
                  <a:pt x="30815" y="100635"/>
                  <a:pt x="31064" y="100510"/>
                  <a:pt x="31313" y="100386"/>
                </a:cubicBezTo>
                <a:cubicBezTo>
                  <a:pt x="31687" y="100211"/>
                  <a:pt x="32060" y="100062"/>
                  <a:pt x="32408" y="99863"/>
                </a:cubicBezTo>
                <a:cubicBezTo>
                  <a:pt x="32608" y="99763"/>
                  <a:pt x="32832" y="99614"/>
                  <a:pt x="33056" y="99539"/>
                </a:cubicBezTo>
                <a:cubicBezTo>
                  <a:pt x="33304" y="99415"/>
                  <a:pt x="33578" y="99241"/>
                  <a:pt x="33827" y="99091"/>
                </a:cubicBezTo>
                <a:close/>
                <a:moveTo>
                  <a:pt x="78905" y="98494"/>
                </a:moveTo>
                <a:cubicBezTo>
                  <a:pt x="78955" y="98593"/>
                  <a:pt x="78955" y="98693"/>
                  <a:pt x="78955" y="98793"/>
                </a:cubicBezTo>
                <a:cubicBezTo>
                  <a:pt x="78955" y="98867"/>
                  <a:pt x="78980" y="98967"/>
                  <a:pt x="78980" y="99066"/>
                </a:cubicBezTo>
                <a:cubicBezTo>
                  <a:pt x="78980" y="99166"/>
                  <a:pt x="79005" y="99241"/>
                  <a:pt x="79005" y="99340"/>
                </a:cubicBezTo>
                <a:lnTo>
                  <a:pt x="79005" y="99589"/>
                </a:lnTo>
                <a:lnTo>
                  <a:pt x="79005" y="99838"/>
                </a:lnTo>
                <a:lnTo>
                  <a:pt x="79005" y="100062"/>
                </a:lnTo>
                <a:cubicBezTo>
                  <a:pt x="79005" y="100112"/>
                  <a:pt x="79005" y="100211"/>
                  <a:pt x="78980" y="100286"/>
                </a:cubicBezTo>
                <a:cubicBezTo>
                  <a:pt x="78980" y="100336"/>
                  <a:pt x="78955" y="100410"/>
                  <a:pt x="78955" y="100485"/>
                </a:cubicBezTo>
                <a:cubicBezTo>
                  <a:pt x="78905" y="100535"/>
                  <a:pt x="78880" y="100585"/>
                  <a:pt x="78880" y="100659"/>
                </a:cubicBezTo>
                <a:cubicBezTo>
                  <a:pt x="78855" y="100709"/>
                  <a:pt x="78830" y="100809"/>
                  <a:pt x="78830" y="100883"/>
                </a:cubicBezTo>
                <a:cubicBezTo>
                  <a:pt x="78830" y="100908"/>
                  <a:pt x="78781" y="100933"/>
                  <a:pt x="78781" y="101008"/>
                </a:cubicBezTo>
                <a:cubicBezTo>
                  <a:pt x="78756" y="101083"/>
                  <a:pt x="78681" y="101182"/>
                  <a:pt x="78631" y="101282"/>
                </a:cubicBezTo>
                <a:cubicBezTo>
                  <a:pt x="78606" y="101331"/>
                  <a:pt x="78532" y="101381"/>
                  <a:pt x="78482" y="101431"/>
                </a:cubicBezTo>
                <a:cubicBezTo>
                  <a:pt x="78407" y="101456"/>
                  <a:pt x="78357" y="101531"/>
                  <a:pt x="78308" y="101555"/>
                </a:cubicBezTo>
                <a:cubicBezTo>
                  <a:pt x="78127" y="101650"/>
                  <a:pt x="77906" y="101697"/>
                  <a:pt x="77651" y="101697"/>
                </a:cubicBezTo>
                <a:cubicBezTo>
                  <a:pt x="77097" y="101697"/>
                  <a:pt x="76379" y="101476"/>
                  <a:pt x="75545" y="101033"/>
                </a:cubicBezTo>
                <a:cubicBezTo>
                  <a:pt x="76715" y="100211"/>
                  <a:pt x="77835" y="99365"/>
                  <a:pt x="78905" y="98494"/>
                </a:cubicBezTo>
                <a:close/>
                <a:moveTo>
                  <a:pt x="27535" y="101708"/>
                </a:moveTo>
                <a:cubicBezTo>
                  <a:pt x="27457" y="101731"/>
                  <a:pt x="27379" y="101753"/>
                  <a:pt x="27301" y="101774"/>
                </a:cubicBezTo>
                <a:lnTo>
                  <a:pt x="27301" y="101774"/>
                </a:lnTo>
                <a:cubicBezTo>
                  <a:pt x="27378" y="101750"/>
                  <a:pt x="27456" y="101727"/>
                  <a:pt x="27535" y="101708"/>
                </a:cubicBezTo>
                <a:close/>
                <a:moveTo>
                  <a:pt x="78507" y="101630"/>
                </a:moveTo>
                <a:lnTo>
                  <a:pt x="78507" y="101655"/>
                </a:lnTo>
                <a:cubicBezTo>
                  <a:pt x="78507" y="101655"/>
                  <a:pt x="78457" y="101705"/>
                  <a:pt x="78382" y="101755"/>
                </a:cubicBezTo>
                <a:cubicBezTo>
                  <a:pt x="78357" y="101755"/>
                  <a:pt x="78357" y="101779"/>
                  <a:pt x="78333" y="101779"/>
                </a:cubicBezTo>
                <a:cubicBezTo>
                  <a:pt x="78283" y="101779"/>
                  <a:pt x="78258" y="101804"/>
                  <a:pt x="78233" y="101804"/>
                </a:cubicBezTo>
                <a:cubicBezTo>
                  <a:pt x="78217" y="101821"/>
                  <a:pt x="78190" y="101826"/>
                  <a:pt x="78159" y="101842"/>
                </a:cubicBezTo>
                <a:lnTo>
                  <a:pt x="78159" y="101842"/>
                </a:lnTo>
                <a:lnTo>
                  <a:pt x="78382" y="101680"/>
                </a:lnTo>
                <a:cubicBezTo>
                  <a:pt x="78407" y="101655"/>
                  <a:pt x="78482" y="101655"/>
                  <a:pt x="78507" y="101630"/>
                </a:cubicBezTo>
                <a:close/>
                <a:moveTo>
                  <a:pt x="75296" y="101107"/>
                </a:moveTo>
                <a:cubicBezTo>
                  <a:pt x="75370" y="101157"/>
                  <a:pt x="75395" y="101182"/>
                  <a:pt x="75470" y="101207"/>
                </a:cubicBezTo>
                <a:cubicBezTo>
                  <a:pt x="75520" y="101257"/>
                  <a:pt x="75545" y="101282"/>
                  <a:pt x="75619" y="101282"/>
                </a:cubicBezTo>
                <a:cubicBezTo>
                  <a:pt x="75719" y="101307"/>
                  <a:pt x="75794" y="101381"/>
                  <a:pt x="75868" y="101406"/>
                </a:cubicBezTo>
                <a:cubicBezTo>
                  <a:pt x="75918" y="101431"/>
                  <a:pt x="76018" y="101456"/>
                  <a:pt x="76092" y="101481"/>
                </a:cubicBezTo>
                <a:cubicBezTo>
                  <a:pt x="76142" y="101531"/>
                  <a:pt x="76167" y="101531"/>
                  <a:pt x="76242" y="101555"/>
                </a:cubicBezTo>
                <a:lnTo>
                  <a:pt x="76515" y="101655"/>
                </a:lnTo>
                <a:lnTo>
                  <a:pt x="76540" y="101655"/>
                </a:lnTo>
                <a:cubicBezTo>
                  <a:pt x="76914" y="101779"/>
                  <a:pt x="77262" y="101829"/>
                  <a:pt x="77586" y="101829"/>
                </a:cubicBezTo>
                <a:cubicBezTo>
                  <a:pt x="77636" y="101829"/>
                  <a:pt x="77710" y="101829"/>
                  <a:pt x="77760" y="101804"/>
                </a:cubicBezTo>
                <a:lnTo>
                  <a:pt x="77760" y="101804"/>
                </a:lnTo>
                <a:cubicBezTo>
                  <a:pt x="77735" y="101829"/>
                  <a:pt x="77710" y="101829"/>
                  <a:pt x="77660" y="101854"/>
                </a:cubicBezTo>
                <a:cubicBezTo>
                  <a:pt x="77574" y="101869"/>
                  <a:pt x="77483" y="101876"/>
                  <a:pt x="77388" y="101876"/>
                </a:cubicBezTo>
                <a:cubicBezTo>
                  <a:pt x="76823" y="101876"/>
                  <a:pt x="76102" y="101626"/>
                  <a:pt x="75271" y="101157"/>
                </a:cubicBezTo>
                <a:lnTo>
                  <a:pt x="75296" y="101107"/>
                </a:lnTo>
                <a:close/>
                <a:moveTo>
                  <a:pt x="24966" y="91748"/>
                </a:moveTo>
                <a:cubicBezTo>
                  <a:pt x="24468" y="95457"/>
                  <a:pt x="24543" y="98917"/>
                  <a:pt x="25339" y="102053"/>
                </a:cubicBezTo>
                <a:lnTo>
                  <a:pt x="25265" y="102053"/>
                </a:lnTo>
                <a:cubicBezTo>
                  <a:pt x="24493" y="98917"/>
                  <a:pt x="24393" y="95457"/>
                  <a:pt x="24891" y="91748"/>
                </a:cubicBezTo>
                <a:close/>
                <a:moveTo>
                  <a:pt x="32060" y="90379"/>
                </a:moveTo>
                <a:cubicBezTo>
                  <a:pt x="32259" y="93242"/>
                  <a:pt x="32856" y="96179"/>
                  <a:pt x="33802" y="98967"/>
                </a:cubicBezTo>
                <a:cubicBezTo>
                  <a:pt x="33553" y="99141"/>
                  <a:pt x="33304" y="99266"/>
                  <a:pt x="33056" y="99390"/>
                </a:cubicBezTo>
                <a:cubicBezTo>
                  <a:pt x="32807" y="99514"/>
                  <a:pt x="32558" y="99664"/>
                  <a:pt x="32309" y="99788"/>
                </a:cubicBezTo>
                <a:cubicBezTo>
                  <a:pt x="31960" y="99938"/>
                  <a:pt x="31612" y="100087"/>
                  <a:pt x="31313" y="100261"/>
                </a:cubicBezTo>
                <a:cubicBezTo>
                  <a:pt x="31014" y="100386"/>
                  <a:pt x="30790" y="100510"/>
                  <a:pt x="30492" y="100585"/>
                </a:cubicBezTo>
                <a:cubicBezTo>
                  <a:pt x="30168" y="100709"/>
                  <a:pt x="29845" y="100834"/>
                  <a:pt x="29496" y="100958"/>
                </a:cubicBezTo>
                <a:cubicBezTo>
                  <a:pt x="29222" y="101058"/>
                  <a:pt x="28924" y="101182"/>
                  <a:pt x="28625" y="101282"/>
                </a:cubicBezTo>
                <a:cubicBezTo>
                  <a:pt x="28326" y="101381"/>
                  <a:pt x="27978" y="101456"/>
                  <a:pt x="27679" y="101555"/>
                </a:cubicBezTo>
                <a:cubicBezTo>
                  <a:pt x="27355" y="101655"/>
                  <a:pt x="27057" y="101755"/>
                  <a:pt x="26733" y="101804"/>
                </a:cubicBezTo>
                <a:lnTo>
                  <a:pt x="25812" y="102004"/>
                </a:lnTo>
                <a:cubicBezTo>
                  <a:pt x="25713" y="102028"/>
                  <a:pt x="25638" y="102028"/>
                  <a:pt x="25538" y="102053"/>
                </a:cubicBezTo>
                <a:cubicBezTo>
                  <a:pt x="24742" y="98892"/>
                  <a:pt x="24617" y="95432"/>
                  <a:pt x="25140" y="91724"/>
                </a:cubicBezTo>
                <a:cubicBezTo>
                  <a:pt x="27355" y="91475"/>
                  <a:pt x="29695" y="91002"/>
                  <a:pt x="32060" y="90379"/>
                </a:cubicBezTo>
                <a:close/>
                <a:moveTo>
                  <a:pt x="25538" y="102103"/>
                </a:moveTo>
                <a:cubicBezTo>
                  <a:pt x="25588" y="102128"/>
                  <a:pt x="25638" y="102134"/>
                  <a:pt x="25688" y="102134"/>
                </a:cubicBezTo>
                <a:cubicBezTo>
                  <a:pt x="25702" y="102134"/>
                  <a:pt x="25716" y="102134"/>
                  <a:pt x="25730" y="102133"/>
                </a:cubicBezTo>
                <a:lnTo>
                  <a:pt x="25730" y="102133"/>
                </a:lnTo>
                <a:cubicBezTo>
                  <a:pt x="25662" y="102150"/>
                  <a:pt x="25595" y="102166"/>
                  <a:pt x="25538" y="102178"/>
                </a:cubicBezTo>
                <a:lnTo>
                  <a:pt x="25538" y="102153"/>
                </a:lnTo>
                <a:lnTo>
                  <a:pt x="25538" y="102103"/>
                </a:lnTo>
                <a:close/>
                <a:moveTo>
                  <a:pt x="33927" y="99365"/>
                </a:moveTo>
                <a:cubicBezTo>
                  <a:pt x="34076" y="99838"/>
                  <a:pt x="34275" y="100311"/>
                  <a:pt x="34449" y="100784"/>
                </a:cubicBezTo>
                <a:cubicBezTo>
                  <a:pt x="31459" y="101575"/>
                  <a:pt x="28517" y="102145"/>
                  <a:pt x="25771" y="102396"/>
                </a:cubicBezTo>
                <a:lnTo>
                  <a:pt x="25771" y="102396"/>
                </a:lnTo>
                <a:cubicBezTo>
                  <a:pt x="25797" y="102391"/>
                  <a:pt x="25824" y="102378"/>
                  <a:pt x="25837" y="102352"/>
                </a:cubicBezTo>
                <a:lnTo>
                  <a:pt x="26758" y="102178"/>
                </a:lnTo>
                <a:lnTo>
                  <a:pt x="27804" y="101904"/>
                </a:lnTo>
                <a:cubicBezTo>
                  <a:pt x="28102" y="101804"/>
                  <a:pt x="28376" y="101730"/>
                  <a:pt x="28700" y="101655"/>
                </a:cubicBezTo>
                <a:cubicBezTo>
                  <a:pt x="29048" y="101555"/>
                  <a:pt x="29347" y="101431"/>
                  <a:pt x="29695" y="101307"/>
                </a:cubicBezTo>
                <a:cubicBezTo>
                  <a:pt x="29994" y="101182"/>
                  <a:pt x="30318" y="101083"/>
                  <a:pt x="30591" y="100958"/>
                </a:cubicBezTo>
                <a:cubicBezTo>
                  <a:pt x="30915" y="100834"/>
                  <a:pt x="31189" y="100684"/>
                  <a:pt x="31487" y="100560"/>
                </a:cubicBezTo>
                <a:cubicBezTo>
                  <a:pt x="31811" y="100435"/>
                  <a:pt x="32110" y="100286"/>
                  <a:pt x="32433" y="100162"/>
                </a:cubicBezTo>
                <a:cubicBezTo>
                  <a:pt x="32707" y="99987"/>
                  <a:pt x="32981" y="99838"/>
                  <a:pt x="33280" y="99714"/>
                </a:cubicBezTo>
                <a:cubicBezTo>
                  <a:pt x="33479" y="99589"/>
                  <a:pt x="33703" y="99490"/>
                  <a:pt x="33927" y="99365"/>
                </a:cubicBezTo>
                <a:close/>
                <a:moveTo>
                  <a:pt x="14039" y="90927"/>
                </a:moveTo>
                <a:lnTo>
                  <a:pt x="14039" y="90927"/>
                </a:lnTo>
                <a:cubicBezTo>
                  <a:pt x="16229" y="91574"/>
                  <a:pt x="18644" y="91948"/>
                  <a:pt x="21282" y="91948"/>
                </a:cubicBezTo>
                <a:cubicBezTo>
                  <a:pt x="22377" y="91948"/>
                  <a:pt x="23522" y="91873"/>
                  <a:pt x="24692" y="91748"/>
                </a:cubicBezTo>
                <a:lnTo>
                  <a:pt x="24692" y="91748"/>
                </a:lnTo>
                <a:cubicBezTo>
                  <a:pt x="24194" y="95457"/>
                  <a:pt x="24269" y="98942"/>
                  <a:pt x="25041" y="102053"/>
                </a:cubicBezTo>
                <a:cubicBezTo>
                  <a:pt x="24916" y="102078"/>
                  <a:pt x="24841" y="102128"/>
                  <a:pt x="24717" y="102128"/>
                </a:cubicBezTo>
                <a:cubicBezTo>
                  <a:pt x="24418" y="102153"/>
                  <a:pt x="24145" y="102178"/>
                  <a:pt x="23846" y="102203"/>
                </a:cubicBezTo>
                <a:cubicBezTo>
                  <a:pt x="23472" y="102252"/>
                  <a:pt x="23099" y="102302"/>
                  <a:pt x="22726" y="102327"/>
                </a:cubicBezTo>
                <a:cubicBezTo>
                  <a:pt x="22552" y="102327"/>
                  <a:pt x="22402" y="102327"/>
                  <a:pt x="22253" y="102377"/>
                </a:cubicBezTo>
                <a:cubicBezTo>
                  <a:pt x="21780" y="102427"/>
                  <a:pt x="21282" y="102427"/>
                  <a:pt x="20759" y="102427"/>
                </a:cubicBezTo>
                <a:cubicBezTo>
                  <a:pt x="20137" y="102427"/>
                  <a:pt x="19540" y="102402"/>
                  <a:pt x="18917" y="102377"/>
                </a:cubicBezTo>
                <a:cubicBezTo>
                  <a:pt x="17399" y="102203"/>
                  <a:pt x="15980" y="101929"/>
                  <a:pt x="14611" y="101531"/>
                </a:cubicBezTo>
                <a:cubicBezTo>
                  <a:pt x="13790" y="98295"/>
                  <a:pt x="13640" y="94710"/>
                  <a:pt x="14039" y="90927"/>
                </a:cubicBezTo>
                <a:close/>
                <a:moveTo>
                  <a:pt x="6744" y="100357"/>
                </a:moveTo>
                <a:lnTo>
                  <a:pt x="6744" y="100357"/>
                </a:lnTo>
                <a:cubicBezTo>
                  <a:pt x="6861" y="100590"/>
                  <a:pt x="6977" y="100823"/>
                  <a:pt x="7094" y="101033"/>
                </a:cubicBezTo>
                <a:cubicBezTo>
                  <a:pt x="7268" y="101307"/>
                  <a:pt x="7393" y="101580"/>
                  <a:pt x="7542" y="101879"/>
                </a:cubicBezTo>
                <a:cubicBezTo>
                  <a:pt x="7660" y="102068"/>
                  <a:pt x="7778" y="102278"/>
                  <a:pt x="7896" y="102469"/>
                </a:cubicBezTo>
                <a:lnTo>
                  <a:pt x="7896" y="102469"/>
                </a:lnTo>
                <a:cubicBezTo>
                  <a:pt x="7838" y="102403"/>
                  <a:pt x="7772" y="102330"/>
                  <a:pt x="7716" y="102252"/>
                </a:cubicBezTo>
                <a:lnTo>
                  <a:pt x="7443" y="101779"/>
                </a:lnTo>
                <a:cubicBezTo>
                  <a:pt x="7393" y="101680"/>
                  <a:pt x="7318" y="101555"/>
                  <a:pt x="7293" y="101431"/>
                </a:cubicBezTo>
                <a:cubicBezTo>
                  <a:pt x="7099" y="101086"/>
                  <a:pt x="6905" y="100723"/>
                  <a:pt x="6744" y="100357"/>
                </a:cubicBezTo>
                <a:close/>
                <a:moveTo>
                  <a:pt x="25115" y="102252"/>
                </a:moveTo>
                <a:lnTo>
                  <a:pt x="25115" y="102302"/>
                </a:lnTo>
                <a:cubicBezTo>
                  <a:pt x="24991" y="102327"/>
                  <a:pt x="24866" y="102352"/>
                  <a:pt x="24742" y="102352"/>
                </a:cubicBezTo>
                <a:cubicBezTo>
                  <a:pt x="24468" y="102402"/>
                  <a:pt x="24145" y="102427"/>
                  <a:pt x="23871" y="102452"/>
                </a:cubicBezTo>
                <a:cubicBezTo>
                  <a:pt x="23771" y="102452"/>
                  <a:pt x="23647" y="102501"/>
                  <a:pt x="23572" y="102501"/>
                </a:cubicBezTo>
                <a:cubicBezTo>
                  <a:pt x="23382" y="102501"/>
                  <a:pt x="23207" y="102501"/>
                  <a:pt x="23024" y="102512"/>
                </a:cubicBezTo>
                <a:lnTo>
                  <a:pt x="23024" y="102512"/>
                </a:lnTo>
                <a:cubicBezTo>
                  <a:pt x="23359" y="102480"/>
                  <a:pt x="23680" y="102423"/>
                  <a:pt x="24020" y="102402"/>
                </a:cubicBezTo>
                <a:cubicBezTo>
                  <a:pt x="24269" y="102377"/>
                  <a:pt x="24493" y="102327"/>
                  <a:pt x="24742" y="102302"/>
                </a:cubicBezTo>
                <a:cubicBezTo>
                  <a:pt x="24891" y="102302"/>
                  <a:pt x="24991" y="102277"/>
                  <a:pt x="25115" y="102252"/>
                </a:cubicBezTo>
                <a:close/>
                <a:moveTo>
                  <a:pt x="25464" y="102576"/>
                </a:moveTo>
                <a:cubicBezTo>
                  <a:pt x="25489" y="102626"/>
                  <a:pt x="25489" y="102651"/>
                  <a:pt x="25489" y="102676"/>
                </a:cubicBezTo>
                <a:lnTo>
                  <a:pt x="25439" y="102676"/>
                </a:lnTo>
                <a:cubicBezTo>
                  <a:pt x="25439" y="102651"/>
                  <a:pt x="25389" y="102626"/>
                  <a:pt x="25389" y="102576"/>
                </a:cubicBezTo>
                <a:close/>
                <a:moveTo>
                  <a:pt x="34524" y="100958"/>
                </a:moveTo>
                <a:cubicBezTo>
                  <a:pt x="34524" y="101008"/>
                  <a:pt x="34549" y="101033"/>
                  <a:pt x="34549" y="101058"/>
                </a:cubicBezTo>
                <a:cubicBezTo>
                  <a:pt x="31463" y="101904"/>
                  <a:pt x="28500" y="102427"/>
                  <a:pt x="25663" y="102676"/>
                </a:cubicBezTo>
                <a:cubicBezTo>
                  <a:pt x="25663" y="102651"/>
                  <a:pt x="25638" y="102626"/>
                  <a:pt x="25638" y="102576"/>
                </a:cubicBezTo>
                <a:cubicBezTo>
                  <a:pt x="28476" y="102327"/>
                  <a:pt x="31438" y="101779"/>
                  <a:pt x="34524" y="100958"/>
                </a:cubicBezTo>
                <a:close/>
                <a:moveTo>
                  <a:pt x="16503" y="102228"/>
                </a:moveTo>
                <a:cubicBezTo>
                  <a:pt x="16827" y="102302"/>
                  <a:pt x="17175" y="102327"/>
                  <a:pt x="17524" y="102402"/>
                </a:cubicBezTo>
                <a:cubicBezTo>
                  <a:pt x="17573" y="102402"/>
                  <a:pt x="17648" y="102427"/>
                  <a:pt x="17673" y="102427"/>
                </a:cubicBezTo>
                <a:cubicBezTo>
                  <a:pt x="18071" y="102476"/>
                  <a:pt x="18519" y="102526"/>
                  <a:pt x="18967" y="102551"/>
                </a:cubicBezTo>
                <a:cubicBezTo>
                  <a:pt x="19540" y="102626"/>
                  <a:pt x="20162" y="102676"/>
                  <a:pt x="20784" y="102700"/>
                </a:cubicBezTo>
                <a:lnTo>
                  <a:pt x="20759" y="102700"/>
                </a:lnTo>
                <a:cubicBezTo>
                  <a:pt x="20386" y="102700"/>
                  <a:pt x="20038" y="102700"/>
                  <a:pt x="19664" y="102676"/>
                </a:cubicBezTo>
                <a:cubicBezTo>
                  <a:pt x="19490" y="102676"/>
                  <a:pt x="19291" y="102651"/>
                  <a:pt x="19117" y="102651"/>
                </a:cubicBezTo>
                <a:cubicBezTo>
                  <a:pt x="19017" y="102651"/>
                  <a:pt x="18917" y="102651"/>
                  <a:pt x="18818" y="102601"/>
                </a:cubicBezTo>
                <a:cubicBezTo>
                  <a:pt x="18021" y="102526"/>
                  <a:pt x="17250" y="102402"/>
                  <a:pt x="16503" y="102228"/>
                </a:cubicBezTo>
                <a:close/>
                <a:moveTo>
                  <a:pt x="25215" y="102626"/>
                </a:moveTo>
                <a:cubicBezTo>
                  <a:pt x="25215" y="102651"/>
                  <a:pt x="25240" y="102676"/>
                  <a:pt x="25240" y="102700"/>
                </a:cubicBezTo>
                <a:cubicBezTo>
                  <a:pt x="24393" y="102775"/>
                  <a:pt x="23597" y="102800"/>
                  <a:pt x="22776" y="102800"/>
                </a:cubicBezTo>
                <a:lnTo>
                  <a:pt x="23622" y="102700"/>
                </a:lnTo>
                <a:lnTo>
                  <a:pt x="25215" y="102626"/>
                </a:lnTo>
                <a:close/>
                <a:moveTo>
                  <a:pt x="2593" y="92982"/>
                </a:moveTo>
                <a:cubicBezTo>
                  <a:pt x="2596" y="92988"/>
                  <a:pt x="2602" y="92993"/>
                  <a:pt x="2614" y="92993"/>
                </a:cubicBezTo>
                <a:cubicBezTo>
                  <a:pt x="2639" y="93068"/>
                  <a:pt x="2688" y="93093"/>
                  <a:pt x="2688" y="93167"/>
                </a:cubicBezTo>
                <a:cubicBezTo>
                  <a:pt x="2713" y="93217"/>
                  <a:pt x="2738" y="93267"/>
                  <a:pt x="2763" y="93366"/>
                </a:cubicBezTo>
                <a:cubicBezTo>
                  <a:pt x="2937" y="93839"/>
                  <a:pt x="3112" y="94312"/>
                  <a:pt x="3261" y="94710"/>
                </a:cubicBezTo>
                <a:cubicBezTo>
                  <a:pt x="4132" y="96976"/>
                  <a:pt x="5800" y="99714"/>
                  <a:pt x="6347" y="100585"/>
                </a:cubicBezTo>
                <a:cubicBezTo>
                  <a:pt x="6771" y="101207"/>
                  <a:pt x="7194" y="101804"/>
                  <a:pt x="7567" y="102327"/>
                </a:cubicBezTo>
                <a:cubicBezTo>
                  <a:pt x="7642" y="102427"/>
                  <a:pt x="7692" y="102526"/>
                  <a:pt x="7716" y="102651"/>
                </a:cubicBezTo>
                <a:lnTo>
                  <a:pt x="7766" y="102651"/>
                </a:lnTo>
                <a:cubicBezTo>
                  <a:pt x="7791" y="102700"/>
                  <a:pt x="7816" y="102775"/>
                  <a:pt x="7891" y="102825"/>
                </a:cubicBezTo>
                <a:cubicBezTo>
                  <a:pt x="7891" y="102875"/>
                  <a:pt x="7916" y="102875"/>
                  <a:pt x="7916" y="102900"/>
                </a:cubicBezTo>
                <a:cubicBezTo>
                  <a:pt x="7841" y="102800"/>
                  <a:pt x="7791" y="102700"/>
                  <a:pt x="7716" y="102651"/>
                </a:cubicBezTo>
                <a:cubicBezTo>
                  <a:pt x="7692" y="102626"/>
                  <a:pt x="7667" y="102576"/>
                  <a:pt x="7667" y="102551"/>
                </a:cubicBezTo>
                <a:cubicBezTo>
                  <a:pt x="7467" y="102302"/>
                  <a:pt x="7268" y="102028"/>
                  <a:pt x="7069" y="101730"/>
                </a:cubicBezTo>
                <a:cubicBezTo>
                  <a:pt x="6820" y="101381"/>
                  <a:pt x="6571" y="101033"/>
                  <a:pt x="6323" y="100659"/>
                </a:cubicBezTo>
                <a:cubicBezTo>
                  <a:pt x="6323" y="100659"/>
                  <a:pt x="6323" y="100610"/>
                  <a:pt x="6298" y="100610"/>
                </a:cubicBezTo>
                <a:lnTo>
                  <a:pt x="6298" y="100585"/>
                </a:lnTo>
                <a:lnTo>
                  <a:pt x="5825" y="99838"/>
                </a:lnTo>
                <a:cubicBezTo>
                  <a:pt x="5352" y="99066"/>
                  <a:pt x="4705" y="97921"/>
                  <a:pt x="4107" y="96727"/>
                </a:cubicBezTo>
                <a:cubicBezTo>
                  <a:pt x="3983" y="96478"/>
                  <a:pt x="3858" y="96229"/>
                  <a:pt x="3784" y="95980"/>
                </a:cubicBezTo>
                <a:cubicBezTo>
                  <a:pt x="3709" y="95831"/>
                  <a:pt x="3609" y="95681"/>
                  <a:pt x="3560" y="95557"/>
                </a:cubicBezTo>
                <a:cubicBezTo>
                  <a:pt x="3435" y="95283"/>
                  <a:pt x="3336" y="95034"/>
                  <a:pt x="3211" y="94760"/>
                </a:cubicBezTo>
                <a:lnTo>
                  <a:pt x="3211" y="94735"/>
                </a:lnTo>
                <a:cubicBezTo>
                  <a:pt x="2989" y="94217"/>
                  <a:pt x="2766" y="93600"/>
                  <a:pt x="2593" y="92982"/>
                </a:cubicBezTo>
                <a:close/>
                <a:moveTo>
                  <a:pt x="43311" y="98170"/>
                </a:moveTo>
                <a:cubicBezTo>
                  <a:pt x="42514" y="99589"/>
                  <a:pt x="41543" y="101008"/>
                  <a:pt x="40423" y="102277"/>
                </a:cubicBezTo>
                <a:lnTo>
                  <a:pt x="40423" y="102302"/>
                </a:lnTo>
                <a:cubicBezTo>
                  <a:pt x="40050" y="102700"/>
                  <a:pt x="39677" y="103124"/>
                  <a:pt x="39303" y="103497"/>
                </a:cubicBezTo>
                <a:lnTo>
                  <a:pt x="39179" y="103621"/>
                </a:lnTo>
                <a:lnTo>
                  <a:pt x="39054" y="103497"/>
                </a:lnTo>
                <a:cubicBezTo>
                  <a:pt x="38781" y="103173"/>
                  <a:pt x="38482" y="102825"/>
                  <a:pt x="38258" y="102501"/>
                </a:cubicBezTo>
                <a:cubicBezTo>
                  <a:pt x="38208" y="102452"/>
                  <a:pt x="38183" y="102402"/>
                  <a:pt x="38158" y="102377"/>
                </a:cubicBezTo>
                <a:cubicBezTo>
                  <a:pt x="38133" y="102327"/>
                  <a:pt x="38133" y="102302"/>
                  <a:pt x="38084" y="102277"/>
                </a:cubicBezTo>
                <a:cubicBezTo>
                  <a:pt x="37810" y="101904"/>
                  <a:pt x="37586" y="101506"/>
                  <a:pt x="37337" y="101083"/>
                </a:cubicBezTo>
                <a:cubicBezTo>
                  <a:pt x="37287" y="101008"/>
                  <a:pt x="37237" y="100908"/>
                  <a:pt x="37187" y="100784"/>
                </a:cubicBezTo>
                <a:cubicBezTo>
                  <a:pt x="37138" y="100684"/>
                  <a:pt x="37088" y="100585"/>
                  <a:pt x="37063" y="100460"/>
                </a:cubicBezTo>
                <a:cubicBezTo>
                  <a:pt x="39104" y="99813"/>
                  <a:pt x="41195" y="99041"/>
                  <a:pt x="43311" y="98170"/>
                </a:cubicBezTo>
                <a:close/>
                <a:moveTo>
                  <a:pt x="36839" y="100560"/>
                </a:moveTo>
                <a:lnTo>
                  <a:pt x="36839" y="100560"/>
                </a:lnTo>
                <a:cubicBezTo>
                  <a:pt x="36939" y="100709"/>
                  <a:pt x="37038" y="100883"/>
                  <a:pt x="37088" y="101008"/>
                </a:cubicBezTo>
                <a:cubicBezTo>
                  <a:pt x="37138" y="101058"/>
                  <a:pt x="37163" y="101083"/>
                  <a:pt x="37163" y="101157"/>
                </a:cubicBezTo>
                <a:cubicBezTo>
                  <a:pt x="37163" y="101182"/>
                  <a:pt x="37187" y="101207"/>
                  <a:pt x="37187" y="101207"/>
                </a:cubicBezTo>
                <a:cubicBezTo>
                  <a:pt x="37212" y="101282"/>
                  <a:pt x="37237" y="101331"/>
                  <a:pt x="37287" y="101381"/>
                </a:cubicBezTo>
                <a:cubicBezTo>
                  <a:pt x="37387" y="101531"/>
                  <a:pt x="37436" y="101655"/>
                  <a:pt x="37536" y="101779"/>
                </a:cubicBezTo>
                <a:cubicBezTo>
                  <a:pt x="37536" y="101804"/>
                  <a:pt x="37561" y="101804"/>
                  <a:pt x="37561" y="101829"/>
                </a:cubicBezTo>
                <a:cubicBezTo>
                  <a:pt x="37586" y="101879"/>
                  <a:pt x="37586" y="101904"/>
                  <a:pt x="37636" y="101929"/>
                </a:cubicBezTo>
                <a:cubicBezTo>
                  <a:pt x="37660" y="101954"/>
                  <a:pt x="37685" y="102028"/>
                  <a:pt x="37710" y="102053"/>
                </a:cubicBezTo>
                <a:cubicBezTo>
                  <a:pt x="37785" y="102178"/>
                  <a:pt x="37884" y="102277"/>
                  <a:pt x="37934" y="102402"/>
                </a:cubicBezTo>
                <a:cubicBezTo>
                  <a:pt x="37959" y="102427"/>
                  <a:pt x="38009" y="102501"/>
                  <a:pt x="38034" y="102526"/>
                </a:cubicBezTo>
                <a:cubicBezTo>
                  <a:pt x="38059" y="102576"/>
                  <a:pt x="38133" y="102651"/>
                  <a:pt x="38158" y="102700"/>
                </a:cubicBezTo>
                <a:lnTo>
                  <a:pt x="38258" y="102800"/>
                </a:lnTo>
                <a:cubicBezTo>
                  <a:pt x="38283" y="102875"/>
                  <a:pt x="38308" y="102900"/>
                  <a:pt x="38382" y="102949"/>
                </a:cubicBezTo>
                <a:cubicBezTo>
                  <a:pt x="38382" y="102949"/>
                  <a:pt x="38382" y="102999"/>
                  <a:pt x="38407" y="102999"/>
                </a:cubicBezTo>
                <a:cubicBezTo>
                  <a:pt x="38457" y="103049"/>
                  <a:pt x="38507" y="103124"/>
                  <a:pt x="38557" y="103173"/>
                </a:cubicBezTo>
                <a:cubicBezTo>
                  <a:pt x="38631" y="103248"/>
                  <a:pt x="38681" y="103323"/>
                  <a:pt x="38756" y="103397"/>
                </a:cubicBezTo>
                <a:lnTo>
                  <a:pt x="38805" y="103447"/>
                </a:lnTo>
                <a:cubicBezTo>
                  <a:pt x="38880" y="103522"/>
                  <a:pt x="38930" y="103621"/>
                  <a:pt x="39005" y="103696"/>
                </a:cubicBezTo>
                <a:lnTo>
                  <a:pt x="38955" y="103746"/>
                </a:lnTo>
                <a:lnTo>
                  <a:pt x="38930" y="103771"/>
                </a:lnTo>
                <a:cubicBezTo>
                  <a:pt x="38781" y="103621"/>
                  <a:pt x="38656" y="103447"/>
                  <a:pt x="38532" y="103298"/>
                </a:cubicBezTo>
                <a:cubicBezTo>
                  <a:pt x="38432" y="103173"/>
                  <a:pt x="38308" y="103049"/>
                  <a:pt x="38208" y="102900"/>
                </a:cubicBezTo>
                <a:cubicBezTo>
                  <a:pt x="38084" y="102750"/>
                  <a:pt x="38009" y="102626"/>
                  <a:pt x="37909" y="102452"/>
                </a:cubicBezTo>
                <a:cubicBezTo>
                  <a:pt x="37810" y="102327"/>
                  <a:pt x="37710" y="102203"/>
                  <a:pt x="37636" y="102053"/>
                </a:cubicBezTo>
                <a:cubicBezTo>
                  <a:pt x="37511" y="101879"/>
                  <a:pt x="37412" y="101680"/>
                  <a:pt x="37287" y="101506"/>
                </a:cubicBezTo>
                <a:cubicBezTo>
                  <a:pt x="37262" y="101431"/>
                  <a:pt x="37187" y="101331"/>
                  <a:pt x="37163" y="101282"/>
                </a:cubicBezTo>
                <a:lnTo>
                  <a:pt x="37063" y="101083"/>
                </a:lnTo>
                <a:cubicBezTo>
                  <a:pt x="37013" y="100958"/>
                  <a:pt x="36914" y="100784"/>
                  <a:pt x="36839" y="100560"/>
                </a:cubicBezTo>
                <a:close/>
                <a:moveTo>
                  <a:pt x="43784" y="98046"/>
                </a:moveTo>
                <a:cubicBezTo>
                  <a:pt x="43759" y="98071"/>
                  <a:pt x="43759" y="98096"/>
                  <a:pt x="43734" y="98145"/>
                </a:cubicBezTo>
                <a:cubicBezTo>
                  <a:pt x="43609" y="98345"/>
                  <a:pt x="43460" y="98569"/>
                  <a:pt x="43311" y="98793"/>
                </a:cubicBezTo>
                <a:cubicBezTo>
                  <a:pt x="43311" y="98793"/>
                  <a:pt x="43311" y="98817"/>
                  <a:pt x="43286" y="98817"/>
                </a:cubicBezTo>
                <a:cubicBezTo>
                  <a:pt x="43161" y="99041"/>
                  <a:pt x="43037" y="99266"/>
                  <a:pt x="42912" y="99440"/>
                </a:cubicBezTo>
                <a:lnTo>
                  <a:pt x="42738" y="99714"/>
                </a:lnTo>
                <a:cubicBezTo>
                  <a:pt x="42440" y="100162"/>
                  <a:pt x="42141" y="100585"/>
                  <a:pt x="41817" y="101033"/>
                </a:cubicBezTo>
                <a:cubicBezTo>
                  <a:pt x="41767" y="101083"/>
                  <a:pt x="41693" y="101182"/>
                  <a:pt x="41643" y="101257"/>
                </a:cubicBezTo>
                <a:cubicBezTo>
                  <a:pt x="41295" y="101680"/>
                  <a:pt x="40946" y="102078"/>
                  <a:pt x="40573" y="102526"/>
                </a:cubicBezTo>
                <a:cubicBezTo>
                  <a:pt x="40523" y="102576"/>
                  <a:pt x="40448" y="102651"/>
                  <a:pt x="40423" y="102700"/>
                </a:cubicBezTo>
                <a:cubicBezTo>
                  <a:pt x="40075" y="103074"/>
                  <a:pt x="39751" y="103447"/>
                  <a:pt x="39378" y="103821"/>
                </a:cubicBezTo>
                <a:lnTo>
                  <a:pt x="39328" y="103796"/>
                </a:lnTo>
                <a:cubicBezTo>
                  <a:pt x="39303" y="103771"/>
                  <a:pt x="39303" y="103771"/>
                  <a:pt x="39328" y="103746"/>
                </a:cubicBezTo>
                <a:cubicBezTo>
                  <a:pt x="39701" y="103373"/>
                  <a:pt x="40075" y="102949"/>
                  <a:pt x="40448" y="102576"/>
                </a:cubicBezTo>
                <a:lnTo>
                  <a:pt x="40548" y="102501"/>
                </a:lnTo>
                <a:cubicBezTo>
                  <a:pt x="41792" y="101083"/>
                  <a:pt x="42813" y="99639"/>
                  <a:pt x="43684" y="98071"/>
                </a:cubicBezTo>
                <a:cubicBezTo>
                  <a:pt x="43734" y="98071"/>
                  <a:pt x="43734" y="98071"/>
                  <a:pt x="43759" y="98046"/>
                </a:cubicBezTo>
                <a:close/>
                <a:moveTo>
                  <a:pt x="39179" y="103821"/>
                </a:moveTo>
                <a:cubicBezTo>
                  <a:pt x="39179" y="103895"/>
                  <a:pt x="39179" y="103895"/>
                  <a:pt x="39204" y="103920"/>
                </a:cubicBezTo>
                <a:lnTo>
                  <a:pt x="39204" y="103920"/>
                </a:lnTo>
                <a:lnTo>
                  <a:pt x="39204" y="103920"/>
                </a:lnTo>
                <a:cubicBezTo>
                  <a:pt x="39204" y="103933"/>
                  <a:pt x="39197" y="103939"/>
                  <a:pt x="39194" y="103939"/>
                </a:cubicBezTo>
                <a:cubicBezTo>
                  <a:pt x="39191" y="103939"/>
                  <a:pt x="39191" y="103933"/>
                  <a:pt x="39204" y="103920"/>
                </a:cubicBezTo>
                <a:lnTo>
                  <a:pt x="39204" y="103920"/>
                </a:lnTo>
                <a:lnTo>
                  <a:pt x="39179" y="103945"/>
                </a:lnTo>
                <a:lnTo>
                  <a:pt x="39154" y="103920"/>
                </a:lnTo>
                <a:cubicBezTo>
                  <a:pt x="39154" y="103920"/>
                  <a:pt x="39154" y="103895"/>
                  <a:pt x="39129" y="103895"/>
                </a:cubicBezTo>
                <a:lnTo>
                  <a:pt x="39154" y="103870"/>
                </a:lnTo>
                <a:lnTo>
                  <a:pt x="39179" y="103821"/>
                </a:lnTo>
                <a:close/>
                <a:moveTo>
                  <a:pt x="39303" y="104069"/>
                </a:moveTo>
                <a:cubicBezTo>
                  <a:pt x="39378" y="104069"/>
                  <a:pt x="39403" y="104119"/>
                  <a:pt x="39403" y="104144"/>
                </a:cubicBezTo>
                <a:cubicBezTo>
                  <a:pt x="39627" y="104368"/>
                  <a:pt x="39826" y="104542"/>
                  <a:pt x="40075" y="104766"/>
                </a:cubicBezTo>
                <a:cubicBezTo>
                  <a:pt x="40150" y="104816"/>
                  <a:pt x="40199" y="104866"/>
                  <a:pt x="40274" y="104916"/>
                </a:cubicBezTo>
                <a:cubicBezTo>
                  <a:pt x="40498" y="105115"/>
                  <a:pt x="40697" y="105264"/>
                  <a:pt x="40946" y="105414"/>
                </a:cubicBezTo>
                <a:cubicBezTo>
                  <a:pt x="40958" y="105426"/>
                  <a:pt x="40971" y="105436"/>
                  <a:pt x="40984" y="105446"/>
                </a:cubicBezTo>
                <a:lnTo>
                  <a:pt x="40984" y="105446"/>
                </a:lnTo>
                <a:cubicBezTo>
                  <a:pt x="40334" y="105064"/>
                  <a:pt x="39787" y="104599"/>
                  <a:pt x="39303" y="104069"/>
                </a:cubicBezTo>
                <a:close/>
                <a:moveTo>
                  <a:pt x="77884" y="102128"/>
                </a:moveTo>
                <a:cubicBezTo>
                  <a:pt x="77163" y="102626"/>
                  <a:pt x="76416" y="103074"/>
                  <a:pt x="75719" y="103572"/>
                </a:cubicBezTo>
                <a:cubicBezTo>
                  <a:pt x="75669" y="103572"/>
                  <a:pt x="75669" y="103621"/>
                  <a:pt x="75644" y="103621"/>
                </a:cubicBezTo>
                <a:cubicBezTo>
                  <a:pt x="75296" y="103821"/>
                  <a:pt x="74997" y="104045"/>
                  <a:pt x="74649" y="104269"/>
                </a:cubicBezTo>
                <a:cubicBezTo>
                  <a:pt x="74499" y="104368"/>
                  <a:pt x="74300" y="104493"/>
                  <a:pt x="74151" y="104567"/>
                </a:cubicBezTo>
                <a:cubicBezTo>
                  <a:pt x="74101" y="104617"/>
                  <a:pt x="74026" y="104642"/>
                  <a:pt x="73952" y="104692"/>
                </a:cubicBezTo>
                <a:cubicBezTo>
                  <a:pt x="73777" y="104816"/>
                  <a:pt x="73603" y="104916"/>
                  <a:pt x="73429" y="105015"/>
                </a:cubicBezTo>
                <a:cubicBezTo>
                  <a:pt x="73080" y="105237"/>
                  <a:pt x="72710" y="105450"/>
                  <a:pt x="72347" y="105664"/>
                </a:cubicBezTo>
                <a:lnTo>
                  <a:pt x="72347" y="105664"/>
                </a:lnTo>
                <a:cubicBezTo>
                  <a:pt x="73812" y="104769"/>
                  <a:pt x="75333" y="103810"/>
                  <a:pt x="76491" y="103024"/>
                </a:cubicBezTo>
                <a:cubicBezTo>
                  <a:pt x="76889" y="102750"/>
                  <a:pt x="77287" y="102452"/>
                  <a:pt x="77760" y="102128"/>
                </a:cubicBezTo>
                <a:close/>
                <a:moveTo>
                  <a:pt x="41444" y="105737"/>
                </a:moveTo>
                <a:cubicBezTo>
                  <a:pt x="41446" y="105737"/>
                  <a:pt x="41462" y="105738"/>
                  <a:pt x="41467" y="105752"/>
                </a:cubicBezTo>
                <a:lnTo>
                  <a:pt x="41467" y="105752"/>
                </a:lnTo>
                <a:cubicBezTo>
                  <a:pt x="41459" y="105747"/>
                  <a:pt x="41452" y="105742"/>
                  <a:pt x="41444" y="105737"/>
                </a:cubicBezTo>
                <a:close/>
                <a:moveTo>
                  <a:pt x="68899" y="96154"/>
                </a:moveTo>
                <a:lnTo>
                  <a:pt x="68949" y="96204"/>
                </a:lnTo>
                <a:cubicBezTo>
                  <a:pt x="69795" y="97075"/>
                  <a:pt x="70641" y="97847"/>
                  <a:pt x="71413" y="98569"/>
                </a:cubicBezTo>
                <a:cubicBezTo>
                  <a:pt x="72234" y="99290"/>
                  <a:pt x="72981" y="99888"/>
                  <a:pt x="73678" y="100410"/>
                </a:cubicBezTo>
                <a:cubicBezTo>
                  <a:pt x="73603" y="100460"/>
                  <a:pt x="73529" y="100510"/>
                  <a:pt x="73429" y="100560"/>
                </a:cubicBezTo>
                <a:cubicBezTo>
                  <a:pt x="73080" y="100759"/>
                  <a:pt x="72782" y="100958"/>
                  <a:pt x="72433" y="101157"/>
                </a:cubicBezTo>
                <a:cubicBezTo>
                  <a:pt x="72259" y="101257"/>
                  <a:pt x="72085" y="101331"/>
                  <a:pt x="71911" y="101456"/>
                </a:cubicBezTo>
                <a:cubicBezTo>
                  <a:pt x="67804" y="103771"/>
                  <a:pt x="63721" y="105513"/>
                  <a:pt x="59863" y="106608"/>
                </a:cubicBezTo>
                <a:cubicBezTo>
                  <a:pt x="60461" y="104916"/>
                  <a:pt x="60834" y="103149"/>
                  <a:pt x="60983" y="101307"/>
                </a:cubicBezTo>
                <a:cubicBezTo>
                  <a:pt x="61058" y="101282"/>
                  <a:pt x="61108" y="101257"/>
                  <a:pt x="61183" y="101182"/>
                </a:cubicBezTo>
                <a:cubicBezTo>
                  <a:pt x="63398" y="99888"/>
                  <a:pt x="65588" y="98444"/>
                  <a:pt x="67804" y="96901"/>
                </a:cubicBezTo>
                <a:cubicBezTo>
                  <a:pt x="68177" y="96627"/>
                  <a:pt x="68525" y="96378"/>
                  <a:pt x="68899" y="96154"/>
                </a:cubicBezTo>
                <a:close/>
                <a:moveTo>
                  <a:pt x="60809" y="101431"/>
                </a:moveTo>
                <a:cubicBezTo>
                  <a:pt x="60610" y="103273"/>
                  <a:pt x="60262" y="105015"/>
                  <a:pt x="59689" y="106658"/>
                </a:cubicBezTo>
                <a:cubicBezTo>
                  <a:pt x="59652" y="106658"/>
                  <a:pt x="59629" y="106658"/>
                  <a:pt x="59620" y="106668"/>
                </a:cubicBezTo>
                <a:lnTo>
                  <a:pt x="59620" y="106668"/>
                </a:lnTo>
                <a:cubicBezTo>
                  <a:pt x="60189" y="105029"/>
                  <a:pt x="60561" y="103267"/>
                  <a:pt x="60734" y="101456"/>
                </a:cubicBezTo>
                <a:cubicBezTo>
                  <a:pt x="60784" y="101456"/>
                  <a:pt x="60784" y="101431"/>
                  <a:pt x="60809" y="101431"/>
                </a:cubicBezTo>
                <a:close/>
                <a:moveTo>
                  <a:pt x="47468" y="96328"/>
                </a:moveTo>
                <a:cubicBezTo>
                  <a:pt x="47891" y="96577"/>
                  <a:pt x="48364" y="96801"/>
                  <a:pt x="48837" y="96976"/>
                </a:cubicBezTo>
                <a:cubicBezTo>
                  <a:pt x="47990" y="100510"/>
                  <a:pt x="46397" y="103920"/>
                  <a:pt x="44033" y="106882"/>
                </a:cubicBezTo>
                <a:cubicBezTo>
                  <a:pt x="43933" y="106783"/>
                  <a:pt x="43809" y="106733"/>
                  <a:pt x="43659" y="106658"/>
                </a:cubicBezTo>
                <a:cubicBezTo>
                  <a:pt x="43410" y="106559"/>
                  <a:pt x="43136" y="106434"/>
                  <a:pt x="42888" y="106359"/>
                </a:cubicBezTo>
                <a:cubicBezTo>
                  <a:pt x="42688" y="106260"/>
                  <a:pt x="42514" y="106135"/>
                  <a:pt x="42290" y="106036"/>
                </a:cubicBezTo>
                <a:cubicBezTo>
                  <a:pt x="42041" y="105911"/>
                  <a:pt x="41817" y="105787"/>
                  <a:pt x="41618" y="105662"/>
                </a:cubicBezTo>
                <a:lnTo>
                  <a:pt x="41568" y="105662"/>
                </a:lnTo>
                <a:cubicBezTo>
                  <a:pt x="41394" y="105538"/>
                  <a:pt x="41245" y="105414"/>
                  <a:pt x="41046" y="105289"/>
                </a:cubicBezTo>
                <a:lnTo>
                  <a:pt x="40398" y="104816"/>
                </a:lnTo>
                <a:cubicBezTo>
                  <a:pt x="40249" y="104692"/>
                  <a:pt x="40075" y="104542"/>
                  <a:pt x="39926" y="104393"/>
                </a:cubicBezTo>
                <a:cubicBezTo>
                  <a:pt x="39776" y="104244"/>
                  <a:pt x="39577" y="104119"/>
                  <a:pt x="39428" y="103945"/>
                </a:cubicBezTo>
                <a:cubicBezTo>
                  <a:pt x="39801" y="103572"/>
                  <a:pt x="40174" y="103198"/>
                  <a:pt x="40523" y="102800"/>
                </a:cubicBezTo>
                <a:lnTo>
                  <a:pt x="40647" y="102676"/>
                </a:lnTo>
                <a:cubicBezTo>
                  <a:pt x="41046" y="102203"/>
                  <a:pt x="41419" y="101755"/>
                  <a:pt x="41792" y="101282"/>
                </a:cubicBezTo>
                <a:cubicBezTo>
                  <a:pt x="42614" y="100211"/>
                  <a:pt x="43360" y="99091"/>
                  <a:pt x="43983" y="97921"/>
                </a:cubicBezTo>
                <a:cubicBezTo>
                  <a:pt x="45128" y="97424"/>
                  <a:pt x="46273" y="96901"/>
                  <a:pt x="47468" y="96328"/>
                </a:cubicBezTo>
                <a:close/>
                <a:moveTo>
                  <a:pt x="73877" y="100535"/>
                </a:moveTo>
                <a:lnTo>
                  <a:pt x="73902" y="100560"/>
                </a:lnTo>
                <a:cubicBezTo>
                  <a:pt x="73902" y="100560"/>
                  <a:pt x="73927" y="100560"/>
                  <a:pt x="73927" y="100585"/>
                </a:cubicBezTo>
                <a:cubicBezTo>
                  <a:pt x="73877" y="100635"/>
                  <a:pt x="73802" y="100684"/>
                  <a:pt x="73753" y="100709"/>
                </a:cubicBezTo>
                <a:cubicBezTo>
                  <a:pt x="73529" y="100834"/>
                  <a:pt x="73304" y="100958"/>
                  <a:pt x="73130" y="101083"/>
                </a:cubicBezTo>
                <a:lnTo>
                  <a:pt x="72856" y="101282"/>
                </a:lnTo>
                <a:cubicBezTo>
                  <a:pt x="72657" y="101406"/>
                  <a:pt x="72433" y="101506"/>
                  <a:pt x="72259" y="101630"/>
                </a:cubicBezTo>
                <a:cubicBezTo>
                  <a:pt x="71637" y="101954"/>
                  <a:pt x="71015" y="102302"/>
                  <a:pt x="70417" y="102626"/>
                </a:cubicBezTo>
                <a:lnTo>
                  <a:pt x="69870" y="102900"/>
                </a:lnTo>
                <a:cubicBezTo>
                  <a:pt x="69421" y="103124"/>
                  <a:pt x="68998" y="103323"/>
                  <a:pt x="68575" y="103547"/>
                </a:cubicBezTo>
                <a:cubicBezTo>
                  <a:pt x="68028" y="103821"/>
                  <a:pt x="67505" y="104069"/>
                  <a:pt x="66932" y="104318"/>
                </a:cubicBezTo>
                <a:cubicBezTo>
                  <a:pt x="66883" y="104368"/>
                  <a:pt x="66783" y="104393"/>
                  <a:pt x="66708" y="104418"/>
                </a:cubicBezTo>
                <a:cubicBezTo>
                  <a:pt x="64418" y="105438"/>
                  <a:pt x="62103" y="106285"/>
                  <a:pt x="59913" y="106907"/>
                </a:cubicBezTo>
                <a:lnTo>
                  <a:pt x="59913" y="106882"/>
                </a:lnTo>
                <a:lnTo>
                  <a:pt x="59913" y="106857"/>
                </a:lnTo>
                <a:cubicBezTo>
                  <a:pt x="59938" y="106783"/>
                  <a:pt x="60038" y="106758"/>
                  <a:pt x="60112" y="106733"/>
                </a:cubicBezTo>
                <a:cubicBezTo>
                  <a:pt x="60311" y="106658"/>
                  <a:pt x="60461" y="106633"/>
                  <a:pt x="60635" y="106559"/>
                </a:cubicBezTo>
                <a:cubicBezTo>
                  <a:pt x="61083" y="106434"/>
                  <a:pt x="61506" y="106285"/>
                  <a:pt x="61954" y="106135"/>
                </a:cubicBezTo>
                <a:cubicBezTo>
                  <a:pt x="61979" y="106135"/>
                  <a:pt x="62004" y="106111"/>
                  <a:pt x="62079" y="106111"/>
                </a:cubicBezTo>
                <a:cubicBezTo>
                  <a:pt x="62203" y="106061"/>
                  <a:pt x="62303" y="106036"/>
                  <a:pt x="62427" y="106011"/>
                </a:cubicBezTo>
                <a:cubicBezTo>
                  <a:pt x="62925" y="105812"/>
                  <a:pt x="63448" y="105638"/>
                  <a:pt x="63945" y="105438"/>
                </a:cubicBezTo>
                <a:cubicBezTo>
                  <a:pt x="63995" y="105414"/>
                  <a:pt x="64095" y="105389"/>
                  <a:pt x="64169" y="105364"/>
                </a:cubicBezTo>
                <a:cubicBezTo>
                  <a:pt x="64692" y="105140"/>
                  <a:pt x="65240" y="104916"/>
                  <a:pt x="65787" y="104692"/>
                </a:cubicBezTo>
                <a:cubicBezTo>
                  <a:pt x="65837" y="104667"/>
                  <a:pt x="65862" y="104667"/>
                  <a:pt x="65937" y="104642"/>
                </a:cubicBezTo>
                <a:cubicBezTo>
                  <a:pt x="66484" y="104393"/>
                  <a:pt x="67032" y="104144"/>
                  <a:pt x="67580" y="103895"/>
                </a:cubicBezTo>
                <a:cubicBezTo>
                  <a:pt x="67654" y="103870"/>
                  <a:pt x="67679" y="103870"/>
                  <a:pt x="67729" y="103821"/>
                </a:cubicBezTo>
                <a:cubicBezTo>
                  <a:pt x="68276" y="103572"/>
                  <a:pt x="68824" y="103298"/>
                  <a:pt x="69347" y="103024"/>
                </a:cubicBezTo>
                <a:lnTo>
                  <a:pt x="69546" y="102924"/>
                </a:lnTo>
                <a:cubicBezTo>
                  <a:pt x="70069" y="102676"/>
                  <a:pt x="70566" y="102402"/>
                  <a:pt x="71089" y="102078"/>
                </a:cubicBezTo>
                <a:lnTo>
                  <a:pt x="71139" y="102078"/>
                </a:lnTo>
                <a:cubicBezTo>
                  <a:pt x="71214" y="102053"/>
                  <a:pt x="71288" y="102004"/>
                  <a:pt x="71388" y="101954"/>
                </a:cubicBezTo>
                <a:cubicBezTo>
                  <a:pt x="71637" y="101804"/>
                  <a:pt x="71911" y="101680"/>
                  <a:pt x="72160" y="101531"/>
                </a:cubicBezTo>
                <a:cubicBezTo>
                  <a:pt x="72309" y="101431"/>
                  <a:pt x="72458" y="101331"/>
                  <a:pt x="72657" y="101257"/>
                </a:cubicBezTo>
                <a:cubicBezTo>
                  <a:pt x="72757" y="101182"/>
                  <a:pt x="72856" y="101157"/>
                  <a:pt x="72906" y="101083"/>
                </a:cubicBezTo>
                <a:cubicBezTo>
                  <a:pt x="73006" y="101033"/>
                  <a:pt x="73130" y="100958"/>
                  <a:pt x="73230" y="100908"/>
                </a:cubicBezTo>
                <a:lnTo>
                  <a:pt x="73255" y="100883"/>
                </a:lnTo>
                <a:cubicBezTo>
                  <a:pt x="73404" y="100784"/>
                  <a:pt x="73529" y="100684"/>
                  <a:pt x="73678" y="100635"/>
                </a:cubicBezTo>
                <a:lnTo>
                  <a:pt x="73877" y="100535"/>
                </a:lnTo>
                <a:close/>
                <a:moveTo>
                  <a:pt x="49135" y="96976"/>
                </a:moveTo>
                <a:cubicBezTo>
                  <a:pt x="48289" y="100510"/>
                  <a:pt x="46721" y="103920"/>
                  <a:pt x="44381" y="106882"/>
                </a:cubicBezTo>
                <a:cubicBezTo>
                  <a:pt x="44366" y="106911"/>
                  <a:pt x="44343" y="106923"/>
                  <a:pt x="44327" y="106923"/>
                </a:cubicBezTo>
                <a:cubicBezTo>
                  <a:pt x="44315" y="106923"/>
                  <a:pt x="44306" y="106917"/>
                  <a:pt x="44306" y="106907"/>
                </a:cubicBezTo>
                <a:cubicBezTo>
                  <a:pt x="46621" y="103920"/>
                  <a:pt x="48214" y="100485"/>
                  <a:pt x="49085" y="96976"/>
                </a:cubicBezTo>
                <a:close/>
                <a:moveTo>
                  <a:pt x="41519" y="105762"/>
                </a:moveTo>
                <a:cubicBezTo>
                  <a:pt x="41668" y="105862"/>
                  <a:pt x="41792" y="105936"/>
                  <a:pt x="41942" y="106036"/>
                </a:cubicBezTo>
                <a:lnTo>
                  <a:pt x="42141" y="106135"/>
                </a:lnTo>
                <a:cubicBezTo>
                  <a:pt x="42440" y="106310"/>
                  <a:pt x="42763" y="106484"/>
                  <a:pt x="43087" y="106633"/>
                </a:cubicBezTo>
                <a:cubicBezTo>
                  <a:pt x="43211" y="106683"/>
                  <a:pt x="43385" y="106758"/>
                  <a:pt x="43535" y="106807"/>
                </a:cubicBezTo>
                <a:lnTo>
                  <a:pt x="44008" y="107007"/>
                </a:lnTo>
                <a:lnTo>
                  <a:pt x="44008" y="107031"/>
                </a:lnTo>
                <a:cubicBezTo>
                  <a:pt x="43096" y="106684"/>
                  <a:pt x="42260" y="106261"/>
                  <a:pt x="41483" y="105762"/>
                </a:cubicBezTo>
                <a:close/>
                <a:moveTo>
                  <a:pt x="9011" y="104169"/>
                </a:moveTo>
                <a:lnTo>
                  <a:pt x="9011" y="104169"/>
                </a:lnTo>
                <a:cubicBezTo>
                  <a:pt x="9782" y="105065"/>
                  <a:pt x="10305" y="105613"/>
                  <a:pt x="10380" y="105662"/>
                </a:cubicBezTo>
                <a:lnTo>
                  <a:pt x="10405" y="105687"/>
                </a:lnTo>
                <a:lnTo>
                  <a:pt x="10678" y="105986"/>
                </a:lnTo>
                <a:cubicBezTo>
                  <a:pt x="10753" y="106036"/>
                  <a:pt x="10828" y="106135"/>
                  <a:pt x="10927" y="106185"/>
                </a:cubicBezTo>
                <a:cubicBezTo>
                  <a:pt x="11258" y="106516"/>
                  <a:pt x="11589" y="106827"/>
                  <a:pt x="11936" y="107153"/>
                </a:cubicBezTo>
                <a:lnTo>
                  <a:pt x="11936" y="107153"/>
                </a:lnTo>
                <a:cubicBezTo>
                  <a:pt x="11892" y="107121"/>
                  <a:pt x="11845" y="107091"/>
                  <a:pt x="11799" y="107056"/>
                </a:cubicBezTo>
                <a:cubicBezTo>
                  <a:pt x="11799" y="107056"/>
                  <a:pt x="11774" y="107031"/>
                  <a:pt x="11749" y="107031"/>
                </a:cubicBezTo>
                <a:lnTo>
                  <a:pt x="11599" y="106907"/>
                </a:lnTo>
                <a:cubicBezTo>
                  <a:pt x="11400" y="106708"/>
                  <a:pt x="11176" y="106534"/>
                  <a:pt x="10977" y="106310"/>
                </a:cubicBezTo>
                <a:cubicBezTo>
                  <a:pt x="10927" y="106260"/>
                  <a:pt x="10853" y="106235"/>
                  <a:pt x="10803" y="106160"/>
                </a:cubicBezTo>
                <a:cubicBezTo>
                  <a:pt x="10678" y="106036"/>
                  <a:pt x="10554" y="105911"/>
                  <a:pt x="10405" y="105787"/>
                </a:cubicBezTo>
                <a:cubicBezTo>
                  <a:pt x="10330" y="105737"/>
                  <a:pt x="10280" y="105662"/>
                  <a:pt x="10255" y="105613"/>
                </a:cubicBezTo>
                <a:cubicBezTo>
                  <a:pt x="10106" y="105488"/>
                  <a:pt x="10031" y="105364"/>
                  <a:pt x="9907" y="105239"/>
                </a:cubicBezTo>
                <a:cubicBezTo>
                  <a:pt x="9708" y="105040"/>
                  <a:pt x="9533" y="104816"/>
                  <a:pt x="9384" y="104642"/>
                </a:cubicBezTo>
                <a:lnTo>
                  <a:pt x="9285" y="104542"/>
                </a:lnTo>
                <a:lnTo>
                  <a:pt x="9011" y="104169"/>
                </a:lnTo>
                <a:close/>
                <a:moveTo>
                  <a:pt x="60685" y="96951"/>
                </a:moveTo>
                <a:lnTo>
                  <a:pt x="60685" y="96951"/>
                </a:lnTo>
                <a:cubicBezTo>
                  <a:pt x="60784" y="98345"/>
                  <a:pt x="60734" y="99714"/>
                  <a:pt x="60635" y="101083"/>
                </a:cubicBezTo>
                <a:cubicBezTo>
                  <a:pt x="56055" y="103696"/>
                  <a:pt x="51525" y="105911"/>
                  <a:pt x="47094" y="107654"/>
                </a:cubicBezTo>
                <a:cubicBezTo>
                  <a:pt x="46970" y="107629"/>
                  <a:pt x="46845" y="107604"/>
                  <a:pt x="46721" y="107604"/>
                </a:cubicBezTo>
                <a:cubicBezTo>
                  <a:pt x="46397" y="107529"/>
                  <a:pt x="46099" y="107480"/>
                  <a:pt x="45800" y="107405"/>
                </a:cubicBezTo>
                <a:lnTo>
                  <a:pt x="45153" y="107231"/>
                </a:lnTo>
                <a:cubicBezTo>
                  <a:pt x="44978" y="107156"/>
                  <a:pt x="44754" y="107106"/>
                  <a:pt x="44555" y="107031"/>
                </a:cubicBezTo>
                <a:cubicBezTo>
                  <a:pt x="46895" y="104045"/>
                  <a:pt x="48488" y="100610"/>
                  <a:pt x="49334" y="97125"/>
                </a:cubicBezTo>
                <a:cubicBezTo>
                  <a:pt x="50778" y="97623"/>
                  <a:pt x="52396" y="97872"/>
                  <a:pt x="54213" y="97872"/>
                </a:cubicBezTo>
                <a:cubicBezTo>
                  <a:pt x="56204" y="97872"/>
                  <a:pt x="58370" y="97573"/>
                  <a:pt x="60685" y="96951"/>
                </a:cubicBezTo>
                <a:close/>
                <a:moveTo>
                  <a:pt x="60560" y="101282"/>
                </a:moveTo>
                <a:lnTo>
                  <a:pt x="60560" y="101331"/>
                </a:lnTo>
                <a:cubicBezTo>
                  <a:pt x="56204" y="103895"/>
                  <a:pt x="51848" y="106036"/>
                  <a:pt x="47542" y="107728"/>
                </a:cubicBezTo>
                <a:lnTo>
                  <a:pt x="47418" y="107728"/>
                </a:lnTo>
                <a:cubicBezTo>
                  <a:pt x="51749" y="106036"/>
                  <a:pt x="56130" y="103895"/>
                  <a:pt x="60560" y="101282"/>
                </a:cubicBezTo>
                <a:close/>
                <a:moveTo>
                  <a:pt x="44381" y="107156"/>
                </a:moveTo>
                <a:cubicBezTo>
                  <a:pt x="44481" y="107181"/>
                  <a:pt x="44530" y="107231"/>
                  <a:pt x="44630" y="107256"/>
                </a:cubicBezTo>
                <a:cubicBezTo>
                  <a:pt x="44779" y="107305"/>
                  <a:pt x="44929" y="107355"/>
                  <a:pt x="45103" y="107405"/>
                </a:cubicBezTo>
                <a:lnTo>
                  <a:pt x="45750" y="107604"/>
                </a:lnTo>
                <a:lnTo>
                  <a:pt x="46223" y="107679"/>
                </a:lnTo>
                <a:cubicBezTo>
                  <a:pt x="46422" y="107728"/>
                  <a:pt x="46596" y="107753"/>
                  <a:pt x="46721" y="107778"/>
                </a:cubicBezTo>
                <a:cubicBezTo>
                  <a:pt x="46671" y="107778"/>
                  <a:pt x="46671" y="107778"/>
                  <a:pt x="46646" y="107803"/>
                </a:cubicBezTo>
                <a:cubicBezTo>
                  <a:pt x="45850" y="107654"/>
                  <a:pt x="45103" y="107480"/>
                  <a:pt x="44356" y="107181"/>
                </a:cubicBezTo>
                <a:lnTo>
                  <a:pt x="44381" y="107156"/>
                </a:lnTo>
                <a:close/>
                <a:moveTo>
                  <a:pt x="47163" y="107859"/>
                </a:moveTo>
                <a:cubicBezTo>
                  <a:pt x="47175" y="107859"/>
                  <a:pt x="47194" y="107865"/>
                  <a:pt x="47219" y="107878"/>
                </a:cubicBezTo>
                <a:cubicBezTo>
                  <a:pt x="47219" y="107878"/>
                  <a:pt x="47169" y="107878"/>
                  <a:pt x="47169" y="107903"/>
                </a:cubicBezTo>
                <a:cubicBezTo>
                  <a:pt x="47169" y="107903"/>
                  <a:pt x="47144" y="107903"/>
                  <a:pt x="47144" y="107928"/>
                </a:cubicBezTo>
                <a:cubicBezTo>
                  <a:pt x="47119" y="107928"/>
                  <a:pt x="47094" y="107903"/>
                  <a:pt x="47019" y="107903"/>
                </a:cubicBezTo>
                <a:lnTo>
                  <a:pt x="47094" y="107903"/>
                </a:lnTo>
                <a:cubicBezTo>
                  <a:pt x="47119" y="107903"/>
                  <a:pt x="47119" y="107903"/>
                  <a:pt x="47144" y="107878"/>
                </a:cubicBezTo>
                <a:cubicBezTo>
                  <a:pt x="47144" y="107865"/>
                  <a:pt x="47150" y="107859"/>
                  <a:pt x="47163" y="107859"/>
                </a:cubicBezTo>
                <a:close/>
                <a:moveTo>
                  <a:pt x="60535" y="101630"/>
                </a:moveTo>
                <a:lnTo>
                  <a:pt x="60535" y="101630"/>
                </a:lnTo>
                <a:cubicBezTo>
                  <a:pt x="60336" y="103422"/>
                  <a:pt x="59963" y="105165"/>
                  <a:pt x="59415" y="106758"/>
                </a:cubicBezTo>
                <a:cubicBezTo>
                  <a:pt x="57847" y="107131"/>
                  <a:pt x="56329" y="107480"/>
                  <a:pt x="54860" y="107679"/>
                </a:cubicBezTo>
                <a:lnTo>
                  <a:pt x="54810" y="107679"/>
                </a:lnTo>
                <a:cubicBezTo>
                  <a:pt x="54736" y="107679"/>
                  <a:pt x="54686" y="107728"/>
                  <a:pt x="54586" y="107728"/>
                </a:cubicBezTo>
                <a:cubicBezTo>
                  <a:pt x="54238" y="107753"/>
                  <a:pt x="53939" y="107803"/>
                  <a:pt x="53591" y="107853"/>
                </a:cubicBezTo>
                <a:cubicBezTo>
                  <a:pt x="53342" y="107878"/>
                  <a:pt x="53118" y="107878"/>
                  <a:pt x="52894" y="107903"/>
                </a:cubicBezTo>
                <a:cubicBezTo>
                  <a:pt x="52819" y="107903"/>
                  <a:pt x="52720" y="107903"/>
                  <a:pt x="52620" y="107928"/>
                </a:cubicBezTo>
                <a:cubicBezTo>
                  <a:pt x="52496" y="107928"/>
                  <a:pt x="52371" y="107977"/>
                  <a:pt x="52247" y="107977"/>
                </a:cubicBezTo>
                <a:cubicBezTo>
                  <a:pt x="51973" y="107977"/>
                  <a:pt x="51649" y="108002"/>
                  <a:pt x="51375" y="108002"/>
                </a:cubicBezTo>
                <a:lnTo>
                  <a:pt x="50853" y="108002"/>
                </a:lnTo>
                <a:cubicBezTo>
                  <a:pt x="50280" y="108002"/>
                  <a:pt x="49733" y="107977"/>
                  <a:pt x="49160" y="107928"/>
                </a:cubicBezTo>
                <a:lnTo>
                  <a:pt x="49135" y="107928"/>
                </a:lnTo>
                <a:cubicBezTo>
                  <a:pt x="49011" y="107928"/>
                  <a:pt x="48886" y="107903"/>
                  <a:pt x="48762" y="107903"/>
                </a:cubicBezTo>
                <a:cubicBezTo>
                  <a:pt x="48662" y="107903"/>
                  <a:pt x="48588" y="107878"/>
                  <a:pt x="48488" y="107878"/>
                </a:cubicBezTo>
                <a:cubicBezTo>
                  <a:pt x="48289" y="107853"/>
                  <a:pt x="48140" y="107853"/>
                  <a:pt x="47965" y="107803"/>
                </a:cubicBezTo>
                <a:cubicBezTo>
                  <a:pt x="52072" y="106160"/>
                  <a:pt x="56254" y="104119"/>
                  <a:pt x="60535" y="101630"/>
                </a:cubicBezTo>
                <a:close/>
                <a:moveTo>
                  <a:pt x="59316" y="106957"/>
                </a:moveTo>
                <a:lnTo>
                  <a:pt x="59316" y="107007"/>
                </a:lnTo>
                <a:lnTo>
                  <a:pt x="59316" y="107031"/>
                </a:lnTo>
                <a:cubicBezTo>
                  <a:pt x="58594" y="107206"/>
                  <a:pt x="57847" y="107405"/>
                  <a:pt x="57125" y="107554"/>
                </a:cubicBezTo>
                <a:cubicBezTo>
                  <a:pt x="57001" y="107579"/>
                  <a:pt x="56876" y="107579"/>
                  <a:pt x="56752" y="107629"/>
                </a:cubicBezTo>
                <a:cubicBezTo>
                  <a:pt x="56155" y="107753"/>
                  <a:pt x="55582" y="107828"/>
                  <a:pt x="54985" y="107928"/>
                </a:cubicBezTo>
                <a:cubicBezTo>
                  <a:pt x="54960" y="107928"/>
                  <a:pt x="54910" y="107928"/>
                  <a:pt x="54860" y="107952"/>
                </a:cubicBezTo>
                <a:cubicBezTo>
                  <a:pt x="54761" y="107952"/>
                  <a:pt x="54661" y="108002"/>
                  <a:pt x="54611" y="108002"/>
                </a:cubicBezTo>
                <a:cubicBezTo>
                  <a:pt x="54263" y="108027"/>
                  <a:pt x="53914" y="108077"/>
                  <a:pt x="53616" y="108127"/>
                </a:cubicBezTo>
                <a:cubicBezTo>
                  <a:pt x="53367" y="108152"/>
                  <a:pt x="53143" y="108152"/>
                  <a:pt x="52894" y="108176"/>
                </a:cubicBezTo>
                <a:cubicBezTo>
                  <a:pt x="52844" y="108176"/>
                  <a:pt x="52744" y="108176"/>
                  <a:pt x="52670" y="108201"/>
                </a:cubicBezTo>
                <a:cubicBezTo>
                  <a:pt x="52520" y="108201"/>
                  <a:pt x="52371" y="108251"/>
                  <a:pt x="52247" y="108251"/>
                </a:cubicBezTo>
                <a:cubicBezTo>
                  <a:pt x="51774" y="108276"/>
                  <a:pt x="51301" y="108276"/>
                  <a:pt x="50853" y="108276"/>
                </a:cubicBezTo>
                <a:lnTo>
                  <a:pt x="50430" y="108276"/>
                </a:lnTo>
                <a:cubicBezTo>
                  <a:pt x="49982" y="108276"/>
                  <a:pt x="49509" y="108251"/>
                  <a:pt x="49061" y="108226"/>
                </a:cubicBezTo>
                <a:cubicBezTo>
                  <a:pt x="48986" y="108226"/>
                  <a:pt x="48911" y="108226"/>
                  <a:pt x="48812" y="108176"/>
                </a:cubicBezTo>
                <a:cubicBezTo>
                  <a:pt x="48538" y="108152"/>
                  <a:pt x="48289" y="108127"/>
                  <a:pt x="48015" y="108077"/>
                </a:cubicBezTo>
                <a:cubicBezTo>
                  <a:pt x="47816" y="108052"/>
                  <a:pt x="47642" y="108052"/>
                  <a:pt x="47492" y="108027"/>
                </a:cubicBezTo>
                <a:cubicBezTo>
                  <a:pt x="47517" y="107977"/>
                  <a:pt x="47517" y="107977"/>
                  <a:pt x="47542" y="107928"/>
                </a:cubicBezTo>
                <a:cubicBezTo>
                  <a:pt x="47592" y="107928"/>
                  <a:pt x="47592" y="107928"/>
                  <a:pt x="47617" y="107903"/>
                </a:cubicBezTo>
                <a:lnTo>
                  <a:pt x="47716" y="107903"/>
                </a:lnTo>
                <a:cubicBezTo>
                  <a:pt x="48090" y="107952"/>
                  <a:pt x="48463" y="108002"/>
                  <a:pt x="48837" y="108027"/>
                </a:cubicBezTo>
                <a:cubicBezTo>
                  <a:pt x="48911" y="108027"/>
                  <a:pt x="48986" y="108052"/>
                  <a:pt x="49036" y="108052"/>
                </a:cubicBezTo>
                <a:lnTo>
                  <a:pt x="49235" y="108052"/>
                </a:lnTo>
                <a:cubicBezTo>
                  <a:pt x="49758" y="108102"/>
                  <a:pt x="50280" y="108127"/>
                  <a:pt x="50803" y="108127"/>
                </a:cubicBezTo>
                <a:cubicBezTo>
                  <a:pt x="51276" y="108127"/>
                  <a:pt x="51749" y="108077"/>
                  <a:pt x="52222" y="108077"/>
                </a:cubicBezTo>
                <a:lnTo>
                  <a:pt x="52247" y="108077"/>
                </a:lnTo>
                <a:cubicBezTo>
                  <a:pt x="52346" y="108077"/>
                  <a:pt x="52471" y="108077"/>
                  <a:pt x="52545" y="108052"/>
                </a:cubicBezTo>
                <a:cubicBezTo>
                  <a:pt x="52645" y="108052"/>
                  <a:pt x="52744" y="108052"/>
                  <a:pt x="52844" y="108027"/>
                </a:cubicBezTo>
                <a:lnTo>
                  <a:pt x="52968" y="108027"/>
                </a:lnTo>
                <a:cubicBezTo>
                  <a:pt x="53168" y="108002"/>
                  <a:pt x="53367" y="108002"/>
                  <a:pt x="53591" y="107952"/>
                </a:cubicBezTo>
                <a:lnTo>
                  <a:pt x="53616" y="107952"/>
                </a:lnTo>
                <a:cubicBezTo>
                  <a:pt x="53765" y="107928"/>
                  <a:pt x="53964" y="107928"/>
                  <a:pt x="54113" y="107903"/>
                </a:cubicBezTo>
                <a:cubicBezTo>
                  <a:pt x="54238" y="107878"/>
                  <a:pt x="54387" y="107878"/>
                  <a:pt x="54512" y="107828"/>
                </a:cubicBezTo>
                <a:lnTo>
                  <a:pt x="54636" y="107828"/>
                </a:lnTo>
                <a:cubicBezTo>
                  <a:pt x="54711" y="107828"/>
                  <a:pt x="54810" y="107803"/>
                  <a:pt x="54860" y="107803"/>
                </a:cubicBezTo>
                <a:lnTo>
                  <a:pt x="55607" y="107704"/>
                </a:lnTo>
                <a:lnTo>
                  <a:pt x="55657" y="107704"/>
                </a:lnTo>
                <a:cubicBezTo>
                  <a:pt x="55731" y="107704"/>
                  <a:pt x="55781" y="107679"/>
                  <a:pt x="55856" y="107679"/>
                </a:cubicBezTo>
                <a:cubicBezTo>
                  <a:pt x="56329" y="107579"/>
                  <a:pt x="56777" y="107529"/>
                  <a:pt x="57250" y="107430"/>
                </a:cubicBezTo>
                <a:cubicBezTo>
                  <a:pt x="57349" y="107405"/>
                  <a:pt x="57474" y="107380"/>
                  <a:pt x="57573" y="107380"/>
                </a:cubicBezTo>
                <a:cubicBezTo>
                  <a:pt x="57648" y="107330"/>
                  <a:pt x="57772" y="107305"/>
                  <a:pt x="57872" y="107305"/>
                </a:cubicBezTo>
                <a:cubicBezTo>
                  <a:pt x="57947" y="107305"/>
                  <a:pt x="57972" y="107280"/>
                  <a:pt x="58021" y="107280"/>
                </a:cubicBezTo>
                <a:cubicBezTo>
                  <a:pt x="58345" y="107206"/>
                  <a:pt x="58619" y="107156"/>
                  <a:pt x="58942" y="107056"/>
                </a:cubicBezTo>
                <a:lnTo>
                  <a:pt x="59316" y="106957"/>
                </a:lnTo>
                <a:close/>
                <a:moveTo>
                  <a:pt x="44232" y="107380"/>
                </a:moveTo>
                <a:cubicBezTo>
                  <a:pt x="44257" y="107380"/>
                  <a:pt x="44281" y="107405"/>
                  <a:pt x="44306" y="107405"/>
                </a:cubicBezTo>
                <a:cubicBezTo>
                  <a:pt x="44381" y="107430"/>
                  <a:pt x="44431" y="107430"/>
                  <a:pt x="44505" y="107480"/>
                </a:cubicBezTo>
                <a:cubicBezTo>
                  <a:pt x="44879" y="107604"/>
                  <a:pt x="45252" y="107679"/>
                  <a:pt x="45626" y="107778"/>
                </a:cubicBezTo>
                <a:cubicBezTo>
                  <a:pt x="45725" y="107803"/>
                  <a:pt x="45850" y="107853"/>
                  <a:pt x="45924" y="107853"/>
                </a:cubicBezTo>
                <a:cubicBezTo>
                  <a:pt x="46024" y="107878"/>
                  <a:pt x="46148" y="107903"/>
                  <a:pt x="46248" y="107928"/>
                </a:cubicBezTo>
                <a:cubicBezTo>
                  <a:pt x="45003" y="108400"/>
                  <a:pt x="43759" y="108799"/>
                  <a:pt x="42539" y="109172"/>
                </a:cubicBezTo>
                <a:cubicBezTo>
                  <a:pt x="43161" y="108625"/>
                  <a:pt x="43734" y="108027"/>
                  <a:pt x="44232" y="107380"/>
                </a:cubicBezTo>
                <a:close/>
                <a:moveTo>
                  <a:pt x="43983" y="107280"/>
                </a:moveTo>
                <a:cubicBezTo>
                  <a:pt x="44008" y="107280"/>
                  <a:pt x="44008" y="107305"/>
                  <a:pt x="44033" y="107305"/>
                </a:cubicBezTo>
                <a:cubicBezTo>
                  <a:pt x="43435" y="108027"/>
                  <a:pt x="42813" y="108724"/>
                  <a:pt x="42191" y="109346"/>
                </a:cubicBezTo>
                <a:cubicBezTo>
                  <a:pt x="42166" y="109346"/>
                  <a:pt x="42091" y="109371"/>
                  <a:pt x="42066" y="109371"/>
                </a:cubicBezTo>
                <a:cubicBezTo>
                  <a:pt x="42738" y="108724"/>
                  <a:pt x="43385" y="108027"/>
                  <a:pt x="43983" y="107280"/>
                </a:cubicBezTo>
                <a:close/>
                <a:moveTo>
                  <a:pt x="46621" y="108027"/>
                </a:moveTo>
                <a:cubicBezTo>
                  <a:pt x="46646" y="108027"/>
                  <a:pt x="46671" y="108027"/>
                  <a:pt x="46721" y="108052"/>
                </a:cubicBezTo>
                <a:cubicBezTo>
                  <a:pt x="45178" y="108649"/>
                  <a:pt x="43659" y="109147"/>
                  <a:pt x="42166" y="109620"/>
                </a:cubicBezTo>
                <a:cubicBezTo>
                  <a:pt x="42240" y="109595"/>
                  <a:pt x="42240" y="109545"/>
                  <a:pt x="42265" y="109521"/>
                </a:cubicBezTo>
                <a:cubicBezTo>
                  <a:pt x="43684" y="109097"/>
                  <a:pt x="45153" y="108600"/>
                  <a:pt x="46621" y="108027"/>
                </a:cubicBezTo>
                <a:close/>
                <a:moveTo>
                  <a:pt x="5924" y="97424"/>
                </a:moveTo>
                <a:lnTo>
                  <a:pt x="5949" y="97448"/>
                </a:lnTo>
                <a:cubicBezTo>
                  <a:pt x="6074" y="97548"/>
                  <a:pt x="6173" y="97672"/>
                  <a:pt x="6298" y="97772"/>
                </a:cubicBezTo>
                <a:cubicBezTo>
                  <a:pt x="6422" y="97897"/>
                  <a:pt x="6547" y="97971"/>
                  <a:pt x="6671" y="98096"/>
                </a:cubicBezTo>
                <a:cubicBezTo>
                  <a:pt x="6795" y="98220"/>
                  <a:pt x="6945" y="98320"/>
                  <a:pt x="7069" y="98419"/>
                </a:cubicBezTo>
                <a:cubicBezTo>
                  <a:pt x="7194" y="98519"/>
                  <a:pt x="7318" y="98593"/>
                  <a:pt x="7418" y="98693"/>
                </a:cubicBezTo>
                <a:cubicBezTo>
                  <a:pt x="7567" y="98817"/>
                  <a:pt x="7716" y="98917"/>
                  <a:pt x="7866" y="99041"/>
                </a:cubicBezTo>
                <a:cubicBezTo>
                  <a:pt x="7965" y="99091"/>
                  <a:pt x="8090" y="99191"/>
                  <a:pt x="8189" y="99266"/>
                </a:cubicBezTo>
                <a:cubicBezTo>
                  <a:pt x="8364" y="99390"/>
                  <a:pt x="8563" y="99514"/>
                  <a:pt x="8737" y="99589"/>
                </a:cubicBezTo>
                <a:cubicBezTo>
                  <a:pt x="8837" y="99664"/>
                  <a:pt x="8936" y="99714"/>
                  <a:pt x="9036" y="99763"/>
                </a:cubicBezTo>
                <a:cubicBezTo>
                  <a:pt x="9210" y="99888"/>
                  <a:pt x="9434" y="100012"/>
                  <a:pt x="9658" y="100087"/>
                </a:cubicBezTo>
                <a:cubicBezTo>
                  <a:pt x="9708" y="100137"/>
                  <a:pt x="9807" y="100186"/>
                  <a:pt x="9907" y="100211"/>
                </a:cubicBezTo>
                <a:cubicBezTo>
                  <a:pt x="10106" y="100336"/>
                  <a:pt x="10330" y="100435"/>
                  <a:pt x="10579" y="100560"/>
                </a:cubicBezTo>
                <a:cubicBezTo>
                  <a:pt x="10654" y="100585"/>
                  <a:pt x="10703" y="100635"/>
                  <a:pt x="10803" y="100659"/>
                </a:cubicBezTo>
                <a:cubicBezTo>
                  <a:pt x="11052" y="100784"/>
                  <a:pt x="11301" y="100883"/>
                  <a:pt x="11525" y="101008"/>
                </a:cubicBezTo>
                <a:cubicBezTo>
                  <a:pt x="11575" y="101033"/>
                  <a:pt x="11649" y="101058"/>
                  <a:pt x="11699" y="101058"/>
                </a:cubicBezTo>
                <a:cubicBezTo>
                  <a:pt x="11948" y="101157"/>
                  <a:pt x="12197" y="101282"/>
                  <a:pt x="12471" y="101381"/>
                </a:cubicBezTo>
                <a:cubicBezTo>
                  <a:pt x="12545" y="101406"/>
                  <a:pt x="12595" y="101406"/>
                  <a:pt x="12645" y="101431"/>
                </a:cubicBezTo>
                <a:cubicBezTo>
                  <a:pt x="12695" y="101456"/>
                  <a:pt x="12769" y="101456"/>
                  <a:pt x="12819" y="101506"/>
                </a:cubicBezTo>
                <a:cubicBezTo>
                  <a:pt x="13541" y="104567"/>
                  <a:pt x="14910" y="107405"/>
                  <a:pt x="16926" y="109745"/>
                </a:cubicBezTo>
                <a:cubicBezTo>
                  <a:pt x="16777" y="109670"/>
                  <a:pt x="16578" y="109620"/>
                  <a:pt x="16428" y="109545"/>
                </a:cubicBezTo>
                <a:cubicBezTo>
                  <a:pt x="16105" y="109396"/>
                  <a:pt x="15756" y="109247"/>
                  <a:pt x="15408" y="109048"/>
                </a:cubicBezTo>
                <a:cubicBezTo>
                  <a:pt x="15234" y="108973"/>
                  <a:pt x="15059" y="108898"/>
                  <a:pt x="14885" y="108799"/>
                </a:cubicBezTo>
                <a:lnTo>
                  <a:pt x="13939" y="108251"/>
                </a:lnTo>
                <a:cubicBezTo>
                  <a:pt x="13790" y="108152"/>
                  <a:pt x="13616" y="108052"/>
                  <a:pt x="13441" y="107928"/>
                </a:cubicBezTo>
                <a:cubicBezTo>
                  <a:pt x="13168" y="107778"/>
                  <a:pt x="12894" y="107554"/>
                  <a:pt x="12620" y="107355"/>
                </a:cubicBezTo>
                <a:lnTo>
                  <a:pt x="12147" y="106982"/>
                </a:lnTo>
                <a:cubicBezTo>
                  <a:pt x="11898" y="106758"/>
                  <a:pt x="11649" y="106534"/>
                  <a:pt x="11375" y="106310"/>
                </a:cubicBezTo>
                <a:cubicBezTo>
                  <a:pt x="11201" y="106185"/>
                  <a:pt x="11052" y="106036"/>
                  <a:pt x="10927" y="105911"/>
                </a:cubicBezTo>
                <a:lnTo>
                  <a:pt x="10878" y="105862"/>
                </a:lnTo>
                <a:cubicBezTo>
                  <a:pt x="10654" y="105638"/>
                  <a:pt x="10430" y="105414"/>
                  <a:pt x="10206" y="105165"/>
                </a:cubicBezTo>
                <a:cubicBezTo>
                  <a:pt x="10056" y="105015"/>
                  <a:pt x="9907" y="104816"/>
                  <a:pt x="9757" y="104667"/>
                </a:cubicBezTo>
                <a:cubicBezTo>
                  <a:pt x="9558" y="104418"/>
                  <a:pt x="9334" y="104169"/>
                  <a:pt x="9160" y="103945"/>
                </a:cubicBezTo>
                <a:cubicBezTo>
                  <a:pt x="9011" y="103771"/>
                  <a:pt x="8837" y="103547"/>
                  <a:pt x="8712" y="103373"/>
                </a:cubicBezTo>
                <a:cubicBezTo>
                  <a:pt x="8563" y="103124"/>
                  <a:pt x="8388" y="102875"/>
                  <a:pt x="8214" y="102626"/>
                </a:cubicBezTo>
                <a:cubicBezTo>
                  <a:pt x="8065" y="102402"/>
                  <a:pt x="7940" y="102178"/>
                  <a:pt x="7816" y="101929"/>
                </a:cubicBezTo>
                <a:cubicBezTo>
                  <a:pt x="7667" y="101680"/>
                  <a:pt x="7542" y="101431"/>
                  <a:pt x="7418" y="101157"/>
                </a:cubicBezTo>
                <a:cubicBezTo>
                  <a:pt x="7293" y="100908"/>
                  <a:pt x="7169" y="100659"/>
                  <a:pt x="7044" y="100386"/>
                </a:cubicBezTo>
                <a:cubicBezTo>
                  <a:pt x="6920" y="100137"/>
                  <a:pt x="6820" y="99838"/>
                  <a:pt x="6696" y="99564"/>
                </a:cubicBezTo>
                <a:cubicBezTo>
                  <a:pt x="6571" y="99290"/>
                  <a:pt x="6472" y="99017"/>
                  <a:pt x="6347" y="98718"/>
                </a:cubicBezTo>
                <a:lnTo>
                  <a:pt x="6074" y="97897"/>
                </a:lnTo>
                <a:cubicBezTo>
                  <a:pt x="6024" y="97722"/>
                  <a:pt x="5974" y="97573"/>
                  <a:pt x="5924" y="97424"/>
                </a:cubicBezTo>
                <a:close/>
                <a:moveTo>
                  <a:pt x="41892" y="109645"/>
                </a:moveTo>
                <a:lnTo>
                  <a:pt x="41792" y="109745"/>
                </a:lnTo>
                <a:cubicBezTo>
                  <a:pt x="41743" y="109745"/>
                  <a:pt x="41693" y="109770"/>
                  <a:pt x="41643" y="109770"/>
                </a:cubicBezTo>
                <a:lnTo>
                  <a:pt x="41743" y="109670"/>
                </a:lnTo>
                <a:cubicBezTo>
                  <a:pt x="41792" y="109670"/>
                  <a:pt x="41817" y="109645"/>
                  <a:pt x="41892" y="109645"/>
                </a:cubicBezTo>
                <a:close/>
                <a:moveTo>
                  <a:pt x="36665" y="100635"/>
                </a:moveTo>
                <a:lnTo>
                  <a:pt x="36939" y="101182"/>
                </a:lnTo>
                <a:cubicBezTo>
                  <a:pt x="36963" y="101207"/>
                  <a:pt x="36963" y="101257"/>
                  <a:pt x="37013" y="101282"/>
                </a:cubicBezTo>
                <a:cubicBezTo>
                  <a:pt x="37038" y="101331"/>
                  <a:pt x="37063" y="101406"/>
                  <a:pt x="37138" y="101506"/>
                </a:cubicBezTo>
                <a:cubicBezTo>
                  <a:pt x="37212" y="101655"/>
                  <a:pt x="37312" y="101829"/>
                  <a:pt x="37436" y="102004"/>
                </a:cubicBezTo>
                <a:cubicBezTo>
                  <a:pt x="37436" y="102028"/>
                  <a:pt x="37461" y="102028"/>
                  <a:pt x="37461" y="102053"/>
                </a:cubicBezTo>
                <a:cubicBezTo>
                  <a:pt x="37511" y="102128"/>
                  <a:pt x="37536" y="102178"/>
                  <a:pt x="37561" y="102203"/>
                </a:cubicBezTo>
                <a:cubicBezTo>
                  <a:pt x="37586" y="102277"/>
                  <a:pt x="37636" y="102327"/>
                  <a:pt x="37685" y="102402"/>
                </a:cubicBezTo>
                <a:cubicBezTo>
                  <a:pt x="37909" y="102700"/>
                  <a:pt x="38084" y="102999"/>
                  <a:pt x="38332" y="103273"/>
                </a:cubicBezTo>
                <a:cubicBezTo>
                  <a:pt x="38382" y="103323"/>
                  <a:pt x="38432" y="103373"/>
                  <a:pt x="38457" y="103397"/>
                </a:cubicBezTo>
                <a:cubicBezTo>
                  <a:pt x="38581" y="103547"/>
                  <a:pt x="38756" y="103696"/>
                  <a:pt x="38880" y="103870"/>
                </a:cubicBezTo>
                <a:lnTo>
                  <a:pt x="38955" y="103945"/>
                </a:lnTo>
                <a:cubicBezTo>
                  <a:pt x="39005" y="103995"/>
                  <a:pt x="39029" y="104020"/>
                  <a:pt x="39029" y="104045"/>
                </a:cubicBezTo>
                <a:lnTo>
                  <a:pt x="39278" y="104293"/>
                </a:lnTo>
                <a:cubicBezTo>
                  <a:pt x="39428" y="104443"/>
                  <a:pt x="39627" y="104617"/>
                  <a:pt x="39801" y="104766"/>
                </a:cubicBezTo>
                <a:cubicBezTo>
                  <a:pt x="39901" y="104866"/>
                  <a:pt x="40000" y="104941"/>
                  <a:pt x="40125" y="105015"/>
                </a:cubicBezTo>
                <a:cubicBezTo>
                  <a:pt x="40299" y="105165"/>
                  <a:pt x="40498" y="105314"/>
                  <a:pt x="40697" y="105438"/>
                </a:cubicBezTo>
                <a:cubicBezTo>
                  <a:pt x="40822" y="105538"/>
                  <a:pt x="40996" y="105638"/>
                  <a:pt x="41145" y="105762"/>
                </a:cubicBezTo>
                <a:cubicBezTo>
                  <a:pt x="41369" y="105911"/>
                  <a:pt x="41568" y="106036"/>
                  <a:pt x="41817" y="106185"/>
                </a:cubicBezTo>
                <a:cubicBezTo>
                  <a:pt x="41991" y="106285"/>
                  <a:pt x="42166" y="106384"/>
                  <a:pt x="42315" y="106484"/>
                </a:cubicBezTo>
                <a:cubicBezTo>
                  <a:pt x="42489" y="106534"/>
                  <a:pt x="42614" y="106633"/>
                  <a:pt x="42763" y="106683"/>
                </a:cubicBezTo>
                <a:cubicBezTo>
                  <a:pt x="42937" y="106783"/>
                  <a:pt x="43136" y="106882"/>
                  <a:pt x="43311" y="106932"/>
                </a:cubicBezTo>
                <a:cubicBezTo>
                  <a:pt x="43435" y="107007"/>
                  <a:pt x="43560" y="107031"/>
                  <a:pt x="43734" y="107106"/>
                </a:cubicBezTo>
                <a:cubicBezTo>
                  <a:pt x="43759" y="107131"/>
                  <a:pt x="43809" y="107131"/>
                  <a:pt x="43858" y="107156"/>
                </a:cubicBezTo>
                <a:cubicBezTo>
                  <a:pt x="43136" y="108027"/>
                  <a:pt x="42415" y="108774"/>
                  <a:pt x="41668" y="109496"/>
                </a:cubicBezTo>
                <a:cubicBezTo>
                  <a:pt x="41295" y="109620"/>
                  <a:pt x="40921" y="109720"/>
                  <a:pt x="40548" y="109794"/>
                </a:cubicBezTo>
                <a:cubicBezTo>
                  <a:pt x="38283" y="107405"/>
                  <a:pt x="36416" y="104393"/>
                  <a:pt x="35047" y="101083"/>
                </a:cubicBezTo>
                <a:cubicBezTo>
                  <a:pt x="35570" y="100933"/>
                  <a:pt x="36092" y="100784"/>
                  <a:pt x="36665" y="100635"/>
                </a:cubicBezTo>
                <a:close/>
                <a:moveTo>
                  <a:pt x="34848" y="101157"/>
                </a:moveTo>
                <a:cubicBezTo>
                  <a:pt x="36217" y="104443"/>
                  <a:pt x="38059" y="107480"/>
                  <a:pt x="40349" y="109869"/>
                </a:cubicBezTo>
                <a:cubicBezTo>
                  <a:pt x="40324" y="109869"/>
                  <a:pt x="40324" y="109869"/>
                  <a:pt x="40299" y="109894"/>
                </a:cubicBezTo>
                <a:cubicBezTo>
                  <a:pt x="38034" y="107480"/>
                  <a:pt x="36167" y="104443"/>
                  <a:pt x="34798" y="101182"/>
                </a:cubicBezTo>
                <a:cubicBezTo>
                  <a:pt x="34823" y="101182"/>
                  <a:pt x="34823" y="101182"/>
                  <a:pt x="34848" y="101157"/>
                </a:cubicBezTo>
                <a:close/>
                <a:moveTo>
                  <a:pt x="13043" y="101630"/>
                </a:moveTo>
                <a:lnTo>
                  <a:pt x="13043" y="101630"/>
                </a:lnTo>
                <a:cubicBezTo>
                  <a:pt x="13068" y="101655"/>
                  <a:pt x="13118" y="101655"/>
                  <a:pt x="13118" y="101655"/>
                </a:cubicBezTo>
                <a:cubicBezTo>
                  <a:pt x="13889" y="104791"/>
                  <a:pt x="15308" y="107679"/>
                  <a:pt x="17474" y="110018"/>
                </a:cubicBezTo>
                <a:cubicBezTo>
                  <a:pt x="17424" y="109994"/>
                  <a:pt x="17374" y="109994"/>
                  <a:pt x="17349" y="109969"/>
                </a:cubicBezTo>
                <a:cubicBezTo>
                  <a:pt x="15234" y="107629"/>
                  <a:pt x="13815" y="104766"/>
                  <a:pt x="13043" y="101630"/>
                </a:cubicBezTo>
                <a:close/>
                <a:moveTo>
                  <a:pt x="41319" y="109794"/>
                </a:moveTo>
                <a:lnTo>
                  <a:pt x="41245" y="109894"/>
                </a:lnTo>
                <a:cubicBezTo>
                  <a:pt x="41071" y="109919"/>
                  <a:pt x="40921" y="109969"/>
                  <a:pt x="40747" y="110018"/>
                </a:cubicBezTo>
                <a:lnTo>
                  <a:pt x="40697" y="109994"/>
                </a:lnTo>
                <a:cubicBezTo>
                  <a:pt x="40921" y="109919"/>
                  <a:pt x="41120" y="109869"/>
                  <a:pt x="41319" y="109794"/>
                </a:cubicBezTo>
                <a:close/>
                <a:moveTo>
                  <a:pt x="13317" y="108102"/>
                </a:moveTo>
                <a:lnTo>
                  <a:pt x="13317" y="108102"/>
                </a:lnTo>
                <a:cubicBezTo>
                  <a:pt x="13416" y="108152"/>
                  <a:pt x="13516" y="108226"/>
                  <a:pt x="13616" y="108251"/>
                </a:cubicBezTo>
                <a:cubicBezTo>
                  <a:pt x="13989" y="108500"/>
                  <a:pt x="14362" y="108724"/>
                  <a:pt x="14736" y="108923"/>
                </a:cubicBezTo>
                <a:cubicBezTo>
                  <a:pt x="14810" y="108998"/>
                  <a:pt x="14935" y="109023"/>
                  <a:pt x="15034" y="109097"/>
                </a:cubicBezTo>
                <a:cubicBezTo>
                  <a:pt x="15433" y="109297"/>
                  <a:pt x="15856" y="109521"/>
                  <a:pt x="16279" y="109720"/>
                </a:cubicBezTo>
                <a:cubicBezTo>
                  <a:pt x="16379" y="109770"/>
                  <a:pt x="16503" y="109794"/>
                  <a:pt x="16627" y="109844"/>
                </a:cubicBezTo>
                <a:cubicBezTo>
                  <a:pt x="16802" y="109919"/>
                  <a:pt x="17026" y="109994"/>
                  <a:pt x="17250" y="110093"/>
                </a:cubicBezTo>
                <a:cubicBezTo>
                  <a:pt x="17275" y="110168"/>
                  <a:pt x="17299" y="110218"/>
                  <a:pt x="17349" y="110242"/>
                </a:cubicBezTo>
                <a:lnTo>
                  <a:pt x="16403" y="109869"/>
                </a:lnTo>
                <a:cubicBezTo>
                  <a:pt x="16304" y="109844"/>
                  <a:pt x="16229" y="109794"/>
                  <a:pt x="16130" y="109745"/>
                </a:cubicBezTo>
                <a:cubicBezTo>
                  <a:pt x="15731" y="109545"/>
                  <a:pt x="15308" y="109346"/>
                  <a:pt x="14910" y="109122"/>
                </a:cubicBezTo>
                <a:cubicBezTo>
                  <a:pt x="14785" y="109048"/>
                  <a:pt x="14661" y="108998"/>
                  <a:pt x="14561" y="108923"/>
                </a:cubicBezTo>
                <a:cubicBezTo>
                  <a:pt x="14263" y="108774"/>
                  <a:pt x="14014" y="108600"/>
                  <a:pt x="13690" y="108400"/>
                </a:cubicBezTo>
                <a:cubicBezTo>
                  <a:pt x="13566" y="108301"/>
                  <a:pt x="13441" y="108176"/>
                  <a:pt x="13317" y="108102"/>
                </a:cubicBezTo>
                <a:close/>
                <a:moveTo>
                  <a:pt x="40697" y="110218"/>
                </a:moveTo>
                <a:cubicBezTo>
                  <a:pt x="40747" y="110242"/>
                  <a:pt x="40747" y="110267"/>
                  <a:pt x="40772" y="110292"/>
                </a:cubicBezTo>
                <a:lnTo>
                  <a:pt x="40747" y="110342"/>
                </a:lnTo>
                <a:lnTo>
                  <a:pt x="40647" y="110242"/>
                </a:lnTo>
                <a:cubicBezTo>
                  <a:pt x="40672" y="110242"/>
                  <a:pt x="40672" y="110242"/>
                  <a:pt x="40697" y="110218"/>
                </a:cubicBezTo>
                <a:close/>
                <a:moveTo>
                  <a:pt x="41494" y="110018"/>
                </a:moveTo>
                <a:cubicBezTo>
                  <a:pt x="41369" y="110143"/>
                  <a:pt x="41245" y="110242"/>
                  <a:pt x="41120" y="110367"/>
                </a:cubicBezTo>
                <a:lnTo>
                  <a:pt x="41046" y="110292"/>
                </a:lnTo>
                <a:cubicBezTo>
                  <a:pt x="41145" y="110218"/>
                  <a:pt x="41245" y="110143"/>
                  <a:pt x="41319" y="110043"/>
                </a:cubicBezTo>
                <a:cubicBezTo>
                  <a:pt x="41394" y="110043"/>
                  <a:pt x="41419" y="110018"/>
                  <a:pt x="41494" y="110018"/>
                </a:cubicBezTo>
                <a:close/>
                <a:moveTo>
                  <a:pt x="17822" y="110392"/>
                </a:moveTo>
                <a:cubicBezTo>
                  <a:pt x="17847" y="110417"/>
                  <a:pt x="17872" y="110417"/>
                  <a:pt x="17872" y="110466"/>
                </a:cubicBezTo>
                <a:cubicBezTo>
                  <a:pt x="17847" y="110466"/>
                  <a:pt x="17797" y="110466"/>
                  <a:pt x="17797" y="110417"/>
                </a:cubicBezTo>
                <a:lnTo>
                  <a:pt x="17822" y="110392"/>
                </a:lnTo>
                <a:close/>
                <a:moveTo>
                  <a:pt x="40896" y="110417"/>
                </a:moveTo>
                <a:cubicBezTo>
                  <a:pt x="40921" y="110417"/>
                  <a:pt x="40921" y="110466"/>
                  <a:pt x="40946" y="110466"/>
                </a:cubicBezTo>
                <a:lnTo>
                  <a:pt x="40921" y="110491"/>
                </a:lnTo>
                <a:cubicBezTo>
                  <a:pt x="40896" y="110491"/>
                  <a:pt x="40896" y="110466"/>
                  <a:pt x="40871" y="110466"/>
                </a:cubicBezTo>
                <a:lnTo>
                  <a:pt x="40896" y="110417"/>
                </a:lnTo>
                <a:close/>
                <a:moveTo>
                  <a:pt x="13292" y="101730"/>
                </a:moveTo>
                <a:cubicBezTo>
                  <a:pt x="13317" y="101730"/>
                  <a:pt x="13392" y="101779"/>
                  <a:pt x="13416" y="101779"/>
                </a:cubicBezTo>
                <a:cubicBezTo>
                  <a:pt x="13491" y="101804"/>
                  <a:pt x="13541" y="101804"/>
                  <a:pt x="13616" y="101829"/>
                </a:cubicBezTo>
                <a:cubicBezTo>
                  <a:pt x="13815" y="101904"/>
                  <a:pt x="14014" y="101954"/>
                  <a:pt x="14238" y="102028"/>
                </a:cubicBezTo>
                <a:cubicBezTo>
                  <a:pt x="15134" y="105414"/>
                  <a:pt x="16727" y="108276"/>
                  <a:pt x="18893" y="110516"/>
                </a:cubicBezTo>
                <a:cubicBezTo>
                  <a:pt x="18793" y="110491"/>
                  <a:pt x="18743" y="110466"/>
                  <a:pt x="18644" y="110466"/>
                </a:cubicBezTo>
                <a:cubicBezTo>
                  <a:pt x="18420" y="110392"/>
                  <a:pt x="18245" y="110342"/>
                  <a:pt x="18021" y="110267"/>
                </a:cubicBezTo>
                <a:cubicBezTo>
                  <a:pt x="17996" y="110242"/>
                  <a:pt x="17922" y="110218"/>
                  <a:pt x="17847" y="110168"/>
                </a:cubicBezTo>
                <a:cubicBezTo>
                  <a:pt x="15607" y="107853"/>
                  <a:pt x="14113" y="104916"/>
                  <a:pt x="13292" y="101730"/>
                </a:cubicBezTo>
                <a:close/>
                <a:moveTo>
                  <a:pt x="14487" y="102053"/>
                </a:moveTo>
                <a:cubicBezTo>
                  <a:pt x="14512" y="102053"/>
                  <a:pt x="14537" y="102053"/>
                  <a:pt x="14537" y="102078"/>
                </a:cubicBezTo>
                <a:cubicBezTo>
                  <a:pt x="15482" y="105513"/>
                  <a:pt x="17125" y="108400"/>
                  <a:pt x="19415" y="110666"/>
                </a:cubicBezTo>
                <a:cubicBezTo>
                  <a:pt x="19390" y="110666"/>
                  <a:pt x="19316" y="110641"/>
                  <a:pt x="19291" y="110641"/>
                </a:cubicBezTo>
                <a:cubicBezTo>
                  <a:pt x="17026" y="108376"/>
                  <a:pt x="15408" y="105488"/>
                  <a:pt x="14487" y="102053"/>
                </a:cubicBezTo>
                <a:close/>
                <a:moveTo>
                  <a:pt x="74101" y="100659"/>
                </a:moveTo>
                <a:cubicBezTo>
                  <a:pt x="74275" y="100784"/>
                  <a:pt x="74499" y="100908"/>
                  <a:pt x="74674" y="101033"/>
                </a:cubicBezTo>
                <a:cubicBezTo>
                  <a:pt x="69048" y="105015"/>
                  <a:pt x="63398" y="108251"/>
                  <a:pt x="57872" y="110715"/>
                </a:cubicBezTo>
                <a:cubicBezTo>
                  <a:pt x="58594" y="109670"/>
                  <a:pt x="59216" y="108475"/>
                  <a:pt x="59739" y="107106"/>
                </a:cubicBezTo>
                <a:cubicBezTo>
                  <a:pt x="59838" y="107056"/>
                  <a:pt x="59963" y="107031"/>
                  <a:pt x="60062" y="107007"/>
                </a:cubicBezTo>
                <a:cubicBezTo>
                  <a:pt x="60635" y="106857"/>
                  <a:pt x="61207" y="106658"/>
                  <a:pt x="61805" y="106484"/>
                </a:cubicBezTo>
                <a:cubicBezTo>
                  <a:pt x="62178" y="106359"/>
                  <a:pt x="62576" y="106185"/>
                  <a:pt x="62950" y="106061"/>
                </a:cubicBezTo>
                <a:cubicBezTo>
                  <a:pt x="63298" y="105936"/>
                  <a:pt x="63597" y="105862"/>
                  <a:pt x="63945" y="105737"/>
                </a:cubicBezTo>
                <a:cubicBezTo>
                  <a:pt x="64070" y="105687"/>
                  <a:pt x="64169" y="105662"/>
                  <a:pt x="64294" y="105613"/>
                </a:cubicBezTo>
                <a:cubicBezTo>
                  <a:pt x="64792" y="105414"/>
                  <a:pt x="65290" y="105190"/>
                  <a:pt x="65787" y="104990"/>
                </a:cubicBezTo>
                <a:cubicBezTo>
                  <a:pt x="65812" y="104990"/>
                  <a:pt x="65837" y="104941"/>
                  <a:pt x="65912" y="104916"/>
                </a:cubicBezTo>
                <a:cubicBezTo>
                  <a:pt x="66061" y="104866"/>
                  <a:pt x="66211" y="104791"/>
                  <a:pt x="66385" y="104692"/>
                </a:cubicBezTo>
                <a:lnTo>
                  <a:pt x="67580" y="104144"/>
                </a:lnTo>
                <a:cubicBezTo>
                  <a:pt x="67679" y="104119"/>
                  <a:pt x="67779" y="104045"/>
                  <a:pt x="67903" y="104020"/>
                </a:cubicBezTo>
                <a:lnTo>
                  <a:pt x="68077" y="103920"/>
                </a:lnTo>
                <a:cubicBezTo>
                  <a:pt x="68650" y="103671"/>
                  <a:pt x="69173" y="103397"/>
                  <a:pt x="69745" y="103124"/>
                </a:cubicBezTo>
                <a:cubicBezTo>
                  <a:pt x="70168" y="102900"/>
                  <a:pt x="70566" y="102676"/>
                  <a:pt x="71015" y="102427"/>
                </a:cubicBezTo>
                <a:cubicBezTo>
                  <a:pt x="71438" y="102178"/>
                  <a:pt x="71886" y="101954"/>
                  <a:pt x="72284" y="101705"/>
                </a:cubicBezTo>
                <a:cubicBezTo>
                  <a:pt x="72483" y="101630"/>
                  <a:pt x="72657" y="101506"/>
                  <a:pt x="72856" y="101406"/>
                </a:cubicBezTo>
                <a:cubicBezTo>
                  <a:pt x="73105" y="101257"/>
                  <a:pt x="73379" y="101083"/>
                  <a:pt x="73628" y="100933"/>
                </a:cubicBezTo>
                <a:cubicBezTo>
                  <a:pt x="73678" y="100908"/>
                  <a:pt x="73753" y="100883"/>
                  <a:pt x="73802" y="100809"/>
                </a:cubicBezTo>
                <a:cubicBezTo>
                  <a:pt x="73902" y="100759"/>
                  <a:pt x="74001" y="100684"/>
                  <a:pt x="74101" y="100659"/>
                </a:cubicBezTo>
                <a:close/>
                <a:moveTo>
                  <a:pt x="18171" y="110491"/>
                </a:moveTo>
                <a:cubicBezTo>
                  <a:pt x="18245" y="110516"/>
                  <a:pt x="18270" y="110516"/>
                  <a:pt x="18345" y="110516"/>
                </a:cubicBezTo>
                <a:cubicBezTo>
                  <a:pt x="18619" y="110616"/>
                  <a:pt x="18917" y="110715"/>
                  <a:pt x="19216" y="110790"/>
                </a:cubicBezTo>
                <a:lnTo>
                  <a:pt x="19291" y="110890"/>
                </a:lnTo>
                <a:cubicBezTo>
                  <a:pt x="18967" y="110790"/>
                  <a:pt x="18619" y="110666"/>
                  <a:pt x="18270" y="110591"/>
                </a:cubicBezTo>
                <a:lnTo>
                  <a:pt x="18171" y="110491"/>
                </a:lnTo>
                <a:close/>
                <a:moveTo>
                  <a:pt x="59484" y="107172"/>
                </a:moveTo>
                <a:cubicBezTo>
                  <a:pt x="58962" y="108609"/>
                  <a:pt x="58292" y="109848"/>
                  <a:pt x="57499" y="110890"/>
                </a:cubicBezTo>
                <a:cubicBezTo>
                  <a:pt x="57474" y="110914"/>
                  <a:pt x="57449" y="110914"/>
                  <a:pt x="57374" y="110964"/>
                </a:cubicBezTo>
                <a:cubicBezTo>
                  <a:pt x="58196" y="109869"/>
                  <a:pt x="58868" y="108625"/>
                  <a:pt x="59440" y="107181"/>
                </a:cubicBezTo>
                <a:cubicBezTo>
                  <a:pt x="59458" y="107181"/>
                  <a:pt x="59475" y="107181"/>
                  <a:pt x="59484" y="107172"/>
                </a:cubicBezTo>
                <a:close/>
                <a:moveTo>
                  <a:pt x="19614" y="110914"/>
                </a:moveTo>
                <a:cubicBezTo>
                  <a:pt x="19639" y="110914"/>
                  <a:pt x="19664" y="110914"/>
                  <a:pt x="19714" y="110964"/>
                </a:cubicBezTo>
                <a:lnTo>
                  <a:pt x="19764" y="110964"/>
                </a:lnTo>
                <a:cubicBezTo>
                  <a:pt x="19764" y="110989"/>
                  <a:pt x="19789" y="111014"/>
                  <a:pt x="19838" y="111039"/>
                </a:cubicBezTo>
                <a:cubicBezTo>
                  <a:pt x="19789" y="111039"/>
                  <a:pt x="19739" y="111014"/>
                  <a:pt x="19714" y="111014"/>
                </a:cubicBezTo>
                <a:lnTo>
                  <a:pt x="19614" y="110914"/>
                </a:lnTo>
                <a:close/>
                <a:moveTo>
                  <a:pt x="74848" y="101157"/>
                </a:moveTo>
                <a:cubicBezTo>
                  <a:pt x="74873" y="101157"/>
                  <a:pt x="74873" y="101182"/>
                  <a:pt x="74898" y="101182"/>
                </a:cubicBezTo>
                <a:cubicBezTo>
                  <a:pt x="69148" y="105264"/>
                  <a:pt x="63273" y="108649"/>
                  <a:pt x="57524" y="111163"/>
                </a:cubicBezTo>
                <a:cubicBezTo>
                  <a:pt x="57573" y="111114"/>
                  <a:pt x="57598" y="111089"/>
                  <a:pt x="57623" y="111014"/>
                </a:cubicBezTo>
                <a:cubicBezTo>
                  <a:pt x="63273" y="108525"/>
                  <a:pt x="69073" y="105239"/>
                  <a:pt x="74848" y="101157"/>
                </a:cubicBezTo>
                <a:close/>
                <a:moveTo>
                  <a:pt x="57300" y="111163"/>
                </a:moveTo>
                <a:lnTo>
                  <a:pt x="57300" y="111163"/>
                </a:lnTo>
                <a:cubicBezTo>
                  <a:pt x="57250" y="111238"/>
                  <a:pt x="57200" y="111263"/>
                  <a:pt x="57175" y="111338"/>
                </a:cubicBezTo>
                <a:cubicBezTo>
                  <a:pt x="57125" y="111363"/>
                  <a:pt x="57075" y="111363"/>
                  <a:pt x="57051" y="111387"/>
                </a:cubicBezTo>
                <a:cubicBezTo>
                  <a:pt x="57075" y="111338"/>
                  <a:pt x="57125" y="111288"/>
                  <a:pt x="57175" y="111238"/>
                </a:cubicBezTo>
                <a:cubicBezTo>
                  <a:pt x="57200" y="111213"/>
                  <a:pt x="57250" y="111213"/>
                  <a:pt x="57300" y="111163"/>
                </a:cubicBezTo>
                <a:close/>
                <a:moveTo>
                  <a:pt x="34599" y="101257"/>
                </a:moveTo>
                <a:cubicBezTo>
                  <a:pt x="35968" y="104542"/>
                  <a:pt x="37810" y="107529"/>
                  <a:pt x="40075" y="109969"/>
                </a:cubicBezTo>
                <a:cubicBezTo>
                  <a:pt x="38905" y="110267"/>
                  <a:pt x="37760" y="110541"/>
                  <a:pt x="36590" y="110790"/>
                </a:cubicBezTo>
                <a:cubicBezTo>
                  <a:pt x="36466" y="110840"/>
                  <a:pt x="36391" y="110840"/>
                  <a:pt x="36267" y="110865"/>
                </a:cubicBezTo>
                <a:cubicBezTo>
                  <a:pt x="35594" y="110989"/>
                  <a:pt x="34947" y="111114"/>
                  <a:pt x="34325" y="111213"/>
                </a:cubicBezTo>
                <a:lnTo>
                  <a:pt x="33578" y="111288"/>
                </a:lnTo>
                <a:cubicBezTo>
                  <a:pt x="33080" y="111363"/>
                  <a:pt x="32558" y="111462"/>
                  <a:pt x="32060" y="111487"/>
                </a:cubicBezTo>
                <a:cubicBezTo>
                  <a:pt x="31960" y="111487"/>
                  <a:pt x="31911" y="111487"/>
                  <a:pt x="31811" y="111512"/>
                </a:cubicBezTo>
                <a:cubicBezTo>
                  <a:pt x="28874" y="109471"/>
                  <a:pt x="26833" y="106534"/>
                  <a:pt x="25738" y="102875"/>
                </a:cubicBezTo>
                <a:cubicBezTo>
                  <a:pt x="28575" y="102626"/>
                  <a:pt x="31537" y="102078"/>
                  <a:pt x="34599" y="101257"/>
                </a:cubicBezTo>
                <a:close/>
                <a:moveTo>
                  <a:pt x="25538" y="102875"/>
                </a:moveTo>
                <a:cubicBezTo>
                  <a:pt x="26634" y="106534"/>
                  <a:pt x="28650" y="109471"/>
                  <a:pt x="31512" y="111537"/>
                </a:cubicBezTo>
                <a:lnTo>
                  <a:pt x="31438" y="111537"/>
                </a:lnTo>
                <a:cubicBezTo>
                  <a:pt x="28600" y="109471"/>
                  <a:pt x="26584" y="106534"/>
                  <a:pt x="25489" y="102875"/>
                </a:cubicBezTo>
                <a:close/>
                <a:moveTo>
                  <a:pt x="40199" y="110118"/>
                </a:moveTo>
                <a:cubicBezTo>
                  <a:pt x="40249" y="110118"/>
                  <a:pt x="40274" y="110118"/>
                  <a:pt x="40274" y="110143"/>
                </a:cubicBezTo>
                <a:cubicBezTo>
                  <a:pt x="37461" y="110890"/>
                  <a:pt x="34773" y="111462"/>
                  <a:pt x="32159" y="111736"/>
                </a:cubicBezTo>
                <a:lnTo>
                  <a:pt x="32110" y="111736"/>
                </a:lnTo>
                <a:cubicBezTo>
                  <a:pt x="32085" y="111711"/>
                  <a:pt x="32060" y="111711"/>
                  <a:pt x="32060" y="111661"/>
                </a:cubicBezTo>
                <a:lnTo>
                  <a:pt x="32110" y="111661"/>
                </a:lnTo>
                <a:cubicBezTo>
                  <a:pt x="32682" y="111611"/>
                  <a:pt x="33280" y="111512"/>
                  <a:pt x="33827" y="111462"/>
                </a:cubicBezTo>
                <a:lnTo>
                  <a:pt x="34400" y="111363"/>
                </a:lnTo>
                <a:cubicBezTo>
                  <a:pt x="35146" y="111238"/>
                  <a:pt x="35918" y="111114"/>
                  <a:pt x="36665" y="110964"/>
                </a:cubicBezTo>
                <a:lnTo>
                  <a:pt x="36690" y="110964"/>
                </a:lnTo>
                <a:cubicBezTo>
                  <a:pt x="37835" y="110715"/>
                  <a:pt x="39029" y="110417"/>
                  <a:pt x="40199" y="110118"/>
                </a:cubicBezTo>
                <a:close/>
                <a:moveTo>
                  <a:pt x="31736" y="111711"/>
                </a:moveTo>
                <a:cubicBezTo>
                  <a:pt x="31786" y="111736"/>
                  <a:pt x="31811" y="111736"/>
                  <a:pt x="31836" y="111761"/>
                </a:cubicBezTo>
                <a:lnTo>
                  <a:pt x="31736" y="111761"/>
                </a:lnTo>
                <a:cubicBezTo>
                  <a:pt x="31711" y="111736"/>
                  <a:pt x="31687" y="111736"/>
                  <a:pt x="31637" y="111711"/>
                </a:cubicBezTo>
                <a:close/>
                <a:moveTo>
                  <a:pt x="14761" y="102153"/>
                </a:moveTo>
                <a:lnTo>
                  <a:pt x="14761" y="102153"/>
                </a:lnTo>
                <a:cubicBezTo>
                  <a:pt x="14985" y="102203"/>
                  <a:pt x="15234" y="102277"/>
                  <a:pt x="15433" y="102302"/>
                </a:cubicBezTo>
                <a:cubicBezTo>
                  <a:pt x="15532" y="102327"/>
                  <a:pt x="15607" y="102327"/>
                  <a:pt x="15682" y="102352"/>
                </a:cubicBezTo>
                <a:cubicBezTo>
                  <a:pt x="15930" y="102427"/>
                  <a:pt x="16229" y="102452"/>
                  <a:pt x="16478" y="102526"/>
                </a:cubicBezTo>
                <a:cubicBezTo>
                  <a:pt x="16553" y="102551"/>
                  <a:pt x="16677" y="102551"/>
                  <a:pt x="16777" y="102576"/>
                </a:cubicBezTo>
                <a:cubicBezTo>
                  <a:pt x="17026" y="102626"/>
                  <a:pt x="17250" y="102676"/>
                  <a:pt x="17499" y="102700"/>
                </a:cubicBezTo>
                <a:cubicBezTo>
                  <a:pt x="17648" y="102725"/>
                  <a:pt x="17772" y="102725"/>
                  <a:pt x="17922" y="102775"/>
                </a:cubicBezTo>
                <a:cubicBezTo>
                  <a:pt x="18146" y="102800"/>
                  <a:pt x="18370" y="102825"/>
                  <a:pt x="18544" y="102825"/>
                </a:cubicBezTo>
                <a:cubicBezTo>
                  <a:pt x="18644" y="102825"/>
                  <a:pt x="18743" y="102825"/>
                  <a:pt x="18843" y="102850"/>
                </a:cubicBezTo>
                <a:cubicBezTo>
                  <a:pt x="19988" y="102974"/>
                  <a:pt x="21158" y="103049"/>
                  <a:pt x="22377" y="103049"/>
                </a:cubicBezTo>
                <a:cubicBezTo>
                  <a:pt x="23323" y="103049"/>
                  <a:pt x="24269" y="103024"/>
                  <a:pt x="25265" y="102924"/>
                </a:cubicBezTo>
                <a:cubicBezTo>
                  <a:pt x="26335" y="106559"/>
                  <a:pt x="28326" y="109521"/>
                  <a:pt x="31114" y="111611"/>
                </a:cubicBezTo>
                <a:cubicBezTo>
                  <a:pt x="31039" y="111611"/>
                  <a:pt x="30940" y="111636"/>
                  <a:pt x="30840" y="111636"/>
                </a:cubicBezTo>
                <a:lnTo>
                  <a:pt x="29820" y="111736"/>
                </a:lnTo>
                <a:cubicBezTo>
                  <a:pt x="29073" y="111761"/>
                  <a:pt x="28326" y="111786"/>
                  <a:pt x="27604" y="111786"/>
                </a:cubicBezTo>
                <a:cubicBezTo>
                  <a:pt x="26883" y="111786"/>
                  <a:pt x="26211" y="111761"/>
                  <a:pt x="25514" y="111736"/>
                </a:cubicBezTo>
                <a:cubicBezTo>
                  <a:pt x="25240" y="111686"/>
                  <a:pt x="24966" y="111661"/>
                  <a:pt x="24692" y="111661"/>
                </a:cubicBezTo>
                <a:cubicBezTo>
                  <a:pt x="24269" y="111636"/>
                  <a:pt x="23896" y="111611"/>
                  <a:pt x="23522" y="111587"/>
                </a:cubicBezTo>
                <a:cubicBezTo>
                  <a:pt x="23199" y="111537"/>
                  <a:pt x="22850" y="111487"/>
                  <a:pt x="22502" y="111412"/>
                </a:cubicBezTo>
                <a:cubicBezTo>
                  <a:pt x="22228" y="111387"/>
                  <a:pt x="21904" y="111338"/>
                  <a:pt x="21631" y="111288"/>
                </a:cubicBezTo>
                <a:cubicBezTo>
                  <a:pt x="21257" y="111238"/>
                  <a:pt x="20884" y="111139"/>
                  <a:pt x="20535" y="111039"/>
                </a:cubicBezTo>
                <a:cubicBezTo>
                  <a:pt x="20262" y="110890"/>
                  <a:pt x="20038" y="110865"/>
                  <a:pt x="19838" y="110790"/>
                </a:cubicBezTo>
                <a:cubicBezTo>
                  <a:pt x="17424" y="108550"/>
                  <a:pt x="15731" y="105638"/>
                  <a:pt x="14761" y="102153"/>
                </a:cubicBezTo>
                <a:close/>
                <a:moveTo>
                  <a:pt x="20162" y="111039"/>
                </a:moveTo>
                <a:lnTo>
                  <a:pt x="20162" y="111039"/>
                </a:lnTo>
                <a:cubicBezTo>
                  <a:pt x="20610" y="111163"/>
                  <a:pt x="21083" y="111263"/>
                  <a:pt x="21531" y="111363"/>
                </a:cubicBezTo>
                <a:lnTo>
                  <a:pt x="22203" y="111462"/>
                </a:lnTo>
                <a:cubicBezTo>
                  <a:pt x="22626" y="111512"/>
                  <a:pt x="23024" y="111611"/>
                  <a:pt x="23472" y="111636"/>
                </a:cubicBezTo>
                <a:cubicBezTo>
                  <a:pt x="23771" y="111661"/>
                  <a:pt x="24120" y="111711"/>
                  <a:pt x="24468" y="111736"/>
                </a:cubicBezTo>
                <a:lnTo>
                  <a:pt x="25489" y="111835"/>
                </a:lnTo>
                <a:cubicBezTo>
                  <a:pt x="26161" y="111860"/>
                  <a:pt x="26883" y="111885"/>
                  <a:pt x="27604" y="111885"/>
                </a:cubicBezTo>
                <a:cubicBezTo>
                  <a:pt x="28351" y="111885"/>
                  <a:pt x="29098" y="111860"/>
                  <a:pt x="29845" y="111835"/>
                </a:cubicBezTo>
                <a:cubicBezTo>
                  <a:pt x="30218" y="111786"/>
                  <a:pt x="30616" y="111761"/>
                  <a:pt x="30990" y="111736"/>
                </a:cubicBezTo>
                <a:cubicBezTo>
                  <a:pt x="31114" y="111736"/>
                  <a:pt x="31239" y="111711"/>
                  <a:pt x="31413" y="111711"/>
                </a:cubicBezTo>
                <a:cubicBezTo>
                  <a:pt x="31438" y="111736"/>
                  <a:pt x="31463" y="111736"/>
                  <a:pt x="31487" y="111761"/>
                </a:cubicBezTo>
                <a:lnTo>
                  <a:pt x="31338" y="111761"/>
                </a:lnTo>
                <a:cubicBezTo>
                  <a:pt x="30840" y="111786"/>
                  <a:pt x="30367" y="111860"/>
                  <a:pt x="29919" y="111885"/>
                </a:cubicBezTo>
                <a:cubicBezTo>
                  <a:pt x="29123" y="111910"/>
                  <a:pt x="28376" y="111960"/>
                  <a:pt x="27629" y="111960"/>
                </a:cubicBezTo>
                <a:cubicBezTo>
                  <a:pt x="26883" y="111960"/>
                  <a:pt x="26186" y="111910"/>
                  <a:pt x="25489" y="111885"/>
                </a:cubicBezTo>
                <a:lnTo>
                  <a:pt x="24468" y="111786"/>
                </a:lnTo>
                <a:lnTo>
                  <a:pt x="23423" y="111686"/>
                </a:lnTo>
                <a:cubicBezTo>
                  <a:pt x="23000" y="111636"/>
                  <a:pt x="22601" y="111587"/>
                  <a:pt x="22153" y="111512"/>
                </a:cubicBezTo>
                <a:cubicBezTo>
                  <a:pt x="21929" y="111487"/>
                  <a:pt x="21680" y="111437"/>
                  <a:pt x="21481" y="111387"/>
                </a:cubicBezTo>
                <a:cubicBezTo>
                  <a:pt x="21033" y="111288"/>
                  <a:pt x="20635" y="111188"/>
                  <a:pt x="20237" y="111114"/>
                </a:cubicBezTo>
                <a:lnTo>
                  <a:pt x="20162" y="111039"/>
                </a:lnTo>
                <a:close/>
                <a:moveTo>
                  <a:pt x="14942" y="109369"/>
                </a:moveTo>
                <a:cubicBezTo>
                  <a:pt x="14951" y="109371"/>
                  <a:pt x="14963" y="109371"/>
                  <a:pt x="14985" y="109371"/>
                </a:cubicBezTo>
                <a:cubicBezTo>
                  <a:pt x="15308" y="109545"/>
                  <a:pt x="15682" y="109745"/>
                  <a:pt x="16055" y="109919"/>
                </a:cubicBezTo>
                <a:cubicBezTo>
                  <a:pt x="16229" y="109994"/>
                  <a:pt x="16403" y="110043"/>
                  <a:pt x="16603" y="110143"/>
                </a:cubicBezTo>
                <a:cubicBezTo>
                  <a:pt x="16926" y="110292"/>
                  <a:pt x="17299" y="110466"/>
                  <a:pt x="17648" y="110591"/>
                </a:cubicBezTo>
                <a:cubicBezTo>
                  <a:pt x="18220" y="111139"/>
                  <a:pt x="18793" y="111661"/>
                  <a:pt x="19415" y="112134"/>
                </a:cubicBezTo>
                <a:cubicBezTo>
                  <a:pt x="18619" y="111736"/>
                  <a:pt x="17748" y="111238"/>
                  <a:pt x="16876" y="110666"/>
                </a:cubicBezTo>
                <a:cubicBezTo>
                  <a:pt x="16143" y="110226"/>
                  <a:pt x="15530" y="109786"/>
                  <a:pt x="14942" y="109369"/>
                </a:cubicBezTo>
                <a:close/>
                <a:moveTo>
                  <a:pt x="18046" y="110715"/>
                </a:moveTo>
                <a:cubicBezTo>
                  <a:pt x="18096" y="110715"/>
                  <a:pt x="18146" y="110740"/>
                  <a:pt x="18171" y="110740"/>
                </a:cubicBezTo>
                <a:cubicBezTo>
                  <a:pt x="19017" y="111537"/>
                  <a:pt x="19913" y="112234"/>
                  <a:pt x="20859" y="112831"/>
                </a:cubicBezTo>
                <a:lnTo>
                  <a:pt x="20486" y="112632"/>
                </a:lnTo>
                <a:cubicBezTo>
                  <a:pt x="19614" y="112109"/>
                  <a:pt x="18793" y="111462"/>
                  <a:pt x="18046" y="110715"/>
                </a:cubicBezTo>
                <a:close/>
                <a:moveTo>
                  <a:pt x="75097" y="101307"/>
                </a:moveTo>
                <a:cubicBezTo>
                  <a:pt x="75993" y="101804"/>
                  <a:pt x="76764" y="102078"/>
                  <a:pt x="77412" y="102128"/>
                </a:cubicBezTo>
                <a:cubicBezTo>
                  <a:pt x="70143" y="107156"/>
                  <a:pt x="62751" y="110840"/>
                  <a:pt x="55931" y="112881"/>
                </a:cubicBezTo>
                <a:cubicBezTo>
                  <a:pt x="56428" y="112483"/>
                  <a:pt x="56851" y="112010"/>
                  <a:pt x="57300" y="111487"/>
                </a:cubicBezTo>
                <a:cubicBezTo>
                  <a:pt x="63174" y="108923"/>
                  <a:pt x="69173" y="105513"/>
                  <a:pt x="75097" y="101307"/>
                </a:cubicBezTo>
                <a:close/>
                <a:moveTo>
                  <a:pt x="13192" y="108301"/>
                </a:moveTo>
                <a:lnTo>
                  <a:pt x="13192" y="108301"/>
                </a:lnTo>
                <a:cubicBezTo>
                  <a:pt x="13267" y="108376"/>
                  <a:pt x="13367" y="108401"/>
                  <a:pt x="13416" y="108425"/>
                </a:cubicBezTo>
                <a:cubicBezTo>
                  <a:pt x="13441" y="108475"/>
                  <a:pt x="13491" y="108475"/>
                  <a:pt x="13516" y="108500"/>
                </a:cubicBezTo>
                <a:cubicBezTo>
                  <a:pt x="13541" y="108525"/>
                  <a:pt x="13616" y="108550"/>
                  <a:pt x="13640" y="108550"/>
                </a:cubicBezTo>
                <a:cubicBezTo>
                  <a:pt x="14512" y="109247"/>
                  <a:pt x="15507" y="109994"/>
                  <a:pt x="16802" y="110790"/>
                </a:cubicBezTo>
                <a:cubicBezTo>
                  <a:pt x="18096" y="111611"/>
                  <a:pt x="19341" y="112259"/>
                  <a:pt x="20411" y="112781"/>
                </a:cubicBezTo>
                <a:cubicBezTo>
                  <a:pt x="20510" y="112856"/>
                  <a:pt x="20585" y="112881"/>
                  <a:pt x="20660" y="112931"/>
                </a:cubicBezTo>
                <a:cubicBezTo>
                  <a:pt x="20710" y="112980"/>
                  <a:pt x="20759" y="113005"/>
                  <a:pt x="20784" y="113005"/>
                </a:cubicBezTo>
                <a:cubicBezTo>
                  <a:pt x="20797" y="113012"/>
                  <a:pt x="20811" y="113019"/>
                  <a:pt x="20823" y="113025"/>
                </a:cubicBezTo>
                <a:lnTo>
                  <a:pt x="20823" y="113025"/>
                </a:lnTo>
                <a:cubicBezTo>
                  <a:pt x="19925" y="112699"/>
                  <a:pt x="18934" y="112190"/>
                  <a:pt x="17897" y="111587"/>
                </a:cubicBezTo>
                <a:cubicBezTo>
                  <a:pt x="17872" y="111537"/>
                  <a:pt x="17847" y="111537"/>
                  <a:pt x="17797" y="111512"/>
                </a:cubicBezTo>
                <a:cubicBezTo>
                  <a:pt x="17499" y="111338"/>
                  <a:pt x="17150" y="111139"/>
                  <a:pt x="16851" y="110914"/>
                </a:cubicBezTo>
                <a:cubicBezTo>
                  <a:pt x="16777" y="110890"/>
                  <a:pt x="16677" y="110840"/>
                  <a:pt x="16627" y="110765"/>
                </a:cubicBezTo>
                <a:cubicBezTo>
                  <a:pt x="16379" y="110616"/>
                  <a:pt x="16130" y="110466"/>
                  <a:pt x="15906" y="110292"/>
                </a:cubicBezTo>
                <a:lnTo>
                  <a:pt x="14686" y="109471"/>
                </a:lnTo>
                <a:cubicBezTo>
                  <a:pt x="14263" y="109147"/>
                  <a:pt x="13815" y="108799"/>
                  <a:pt x="13392" y="108475"/>
                </a:cubicBezTo>
                <a:cubicBezTo>
                  <a:pt x="13317" y="108401"/>
                  <a:pt x="13267" y="108376"/>
                  <a:pt x="13192" y="108301"/>
                </a:cubicBezTo>
                <a:close/>
                <a:moveTo>
                  <a:pt x="56926" y="111636"/>
                </a:moveTo>
                <a:lnTo>
                  <a:pt x="56926" y="111636"/>
                </a:lnTo>
                <a:cubicBezTo>
                  <a:pt x="56453" y="112159"/>
                  <a:pt x="55955" y="112607"/>
                  <a:pt x="55458" y="113005"/>
                </a:cubicBezTo>
                <a:cubicBezTo>
                  <a:pt x="55383" y="113030"/>
                  <a:pt x="55333" y="113030"/>
                  <a:pt x="55258" y="113080"/>
                </a:cubicBezTo>
                <a:cubicBezTo>
                  <a:pt x="55806" y="112657"/>
                  <a:pt x="56304" y="112234"/>
                  <a:pt x="56752" y="111711"/>
                </a:cubicBezTo>
                <a:cubicBezTo>
                  <a:pt x="56827" y="111661"/>
                  <a:pt x="56851" y="111661"/>
                  <a:pt x="56926" y="111636"/>
                </a:cubicBezTo>
                <a:close/>
                <a:moveTo>
                  <a:pt x="61730" y="110989"/>
                </a:moveTo>
                <a:cubicBezTo>
                  <a:pt x="60734" y="111412"/>
                  <a:pt x="59639" y="111835"/>
                  <a:pt x="58121" y="112408"/>
                </a:cubicBezTo>
                <a:cubicBezTo>
                  <a:pt x="57225" y="112732"/>
                  <a:pt x="56329" y="113005"/>
                  <a:pt x="55408" y="113254"/>
                </a:cubicBezTo>
                <a:cubicBezTo>
                  <a:pt x="55458" y="113229"/>
                  <a:pt x="55507" y="113204"/>
                  <a:pt x="55557" y="113155"/>
                </a:cubicBezTo>
                <a:cubicBezTo>
                  <a:pt x="57573" y="112582"/>
                  <a:pt x="59614" y="111860"/>
                  <a:pt x="61730" y="110989"/>
                </a:cubicBezTo>
                <a:close/>
                <a:moveTo>
                  <a:pt x="40423" y="110292"/>
                </a:moveTo>
                <a:cubicBezTo>
                  <a:pt x="40498" y="110367"/>
                  <a:pt x="40523" y="110392"/>
                  <a:pt x="40573" y="110417"/>
                </a:cubicBezTo>
                <a:cubicBezTo>
                  <a:pt x="39029" y="111711"/>
                  <a:pt x="37337" y="112732"/>
                  <a:pt x="35594" y="113478"/>
                </a:cubicBezTo>
                <a:cubicBezTo>
                  <a:pt x="34449" y="113030"/>
                  <a:pt x="33354" y="112508"/>
                  <a:pt x="32359" y="111885"/>
                </a:cubicBezTo>
                <a:cubicBezTo>
                  <a:pt x="34947" y="111611"/>
                  <a:pt x="37660" y="111039"/>
                  <a:pt x="40423" y="110292"/>
                </a:cubicBezTo>
                <a:close/>
                <a:moveTo>
                  <a:pt x="54985" y="113354"/>
                </a:moveTo>
                <a:cubicBezTo>
                  <a:pt x="54960" y="113379"/>
                  <a:pt x="54935" y="113404"/>
                  <a:pt x="54885" y="113404"/>
                </a:cubicBezTo>
                <a:cubicBezTo>
                  <a:pt x="54835" y="113453"/>
                  <a:pt x="54736" y="113453"/>
                  <a:pt x="54686" y="113478"/>
                </a:cubicBezTo>
                <a:cubicBezTo>
                  <a:pt x="54736" y="113453"/>
                  <a:pt x="54761" y="113404"/>
                  <a:pt x="54835" y="113379"/>
                </a:cubicBezTo>
                <a:cubicBezTo>
                  <a:pt x="54885" y="113379"/>
                  <a:pt x="54935" y="113354"/>
                  <a:pt x="54985" y="113354"/>
                </a:cubicBezTo>
                <a:close/>
                <a:moveTo>
                  <a:pt x="40697" y="110591"/>
                </a:moveTo>
                <a:cubicBezTo>
                  <a:pt x="40747" y="110591"/>
                  <a:pt x="40747" y="110616"/>
                  <a:pt x="40772" y="110616"/>
                </a:cubicBezTo>
                <a:cubicBezTo>
                  <a:pt x="39278" y="111860"/>
                  <a:pt x="37660" y="112856"/>
                  <a:pt x="35968" y="113603"/>
                </a:cubicBezTo>
                <a:cubicBezTo>
                  <a:pt x="35943" y="113603"/>
                  <a:pt x="35918" y="113578"/>
                  <a:pt x="35868" y="113578"/>
                </a:cubicBezTo>
                <a:cubicBezTo>
                  <a:pt x="37561" y="112831"/>
                  <a:pt x="39204" y="111835"/>
                  <a:pt x="40697" y="110591"/>
                </a:cubicBezTo>
                <a:close/>
                <a:moveTo>
                  <a:pt x="32085" y="111910"/>
                </a:moveTo>
                <a:cubicBezTo>
                  <a:pt x="33080" y="112582"/>
                  <a:pt x="34201" y="113130"/>
                  <a:pt x="35395" y="113603"/>
                </a:cubicBezTo>
                <a:cubicBezTo>
                  <a:pt x="35346" y="113603"/>
                  <a:pt x="35321" y="113628"/>
                  <a:pt x="35296" y="113628"/>
                </a:cubicBezTo>
                <a:cubicBezTo>
                  <a:pt x="34101" y="113155"/>
                  <a:pt x="32981" y="112607"/>
                  <a:pt x="31985" y="111960"/>
                </a:cubicBezTo>
                <a:cubicBezTo>
                  <a:pt x="32035" y="111910"/>
                  <a:pt x="32060" y="111910"/>
                  <a:pt x="32085" y="111910"/>
                </a:cubicBezTo>
                <a:close/>
                <a:moveTo>
                  <a:pt x="35644" y="113702"/>
                </a:moveTo>
                <a:cubicBezTo>
                  <a:pt x="35669" y="113702"/>
                  <a:pt x="35694" y="113727"/>
                  <a:pt x="35694" y="113727"/>
                </a:cubicBezTo>
                <a:cubicBezTo>
                  <a:pt x="35669" y="113727"/>
                  <a:pt x="35644" y="113752"/>
                  <a:pt x="35594" y="113752"/>
                </a:cubicBezTo>
                <a:cubicBezTo>
                  <a:pt x="35570" y="113752"/>
                  <a:pt x="35545" y="113727"/>
                  <a:pt x="35520" y="113727"/>
                </a:cubicBezTo>
                <a:cubicBezTo>
                  <a:pt x="35545" y="113727"/>
                  <a:pt x="35570" y="113702"/>
                  <a:pt x="35594" y="113702"/>
                </a:cubicBezTo>
                <a:close/>
                <a:moveTo>
                  <a:pt x="18594" y="110865"/>
                </a:moveTo>
                <a:cubicBezTo>
                  <a:pt x="18893" y="110964"/>
                  <a:pt x="19216" y="111089"/>
                  <a:pt x="19515" y="111139"/>
                </a:cubicBezTo>
                <a:cubicBezTo>
                  <a:pt x="19540" y="111139"/>
                  <a:pt x="19589" y="111139"/>
                  <a:pt x="19614" y="111163"/>
                </a:cubicBezTo>
                <a:cubicBezTo>
                  <a:pt x="20734" y="112234"/>
                  <a:pt x="22004" y="113130"/>
                  <a:pt x="23398" y="113877"/>
                </a:cubicBezTo>
                <a:cubicBezTo>
                  <a:pt x="21631" y="113204"/>
                  <a:pt x="20013" y="112209"/>
                  <a:pt x="18594" y="110865"/>
                </a:cubicBezTo>
                <a:close/>
                <a:moveTo>
                  <a:pt x="61701" y="111266"/>
                </a:moveTo>
                <a:lnTo>
                  <a:pt x="61701" y="111266"/>
                </a:lnTo>
                <a:cubicBezTo>
                  <a:pt x="61626" y="111299"/>
                  <a:pt x="61548" y="111344"/>
                  <a:pt x="61456" y="111363"/>
                </a:cubicBezTo>
                <a:cubicBezTo>
                  <a:pt x="61332" y="111412"/>
                  <a:pt x="61207" y="111487"/>
                  <a:pt x="61083" y="111512"/>
                </a:cubicBezTo>
                <a:cubicBezTo>
                  <a:pt x="59963" y="111985"/>
                  <a:pt x="58669" y="112458"/>
                  <a:pt x="56752" y="113155"/>
                </a:cubicBezTo>
                <a:cubicBezTo>
                  <a:pt x="56702" y="113204"/>
                  <a:pt x="56627" y="113204"/>
                  <a:pt x="56603" y="113229"/>
                </a:cubicBezTo>
                <a:cubicBezTo>
                  <a:pt x="55995" y="113448"/>
                  <a:pt x="55173" y="113715"/>
                  <a:pt x="54300" y="113982"/>
                </a:cubicBezTo>
                <a:lnTo>
                  <a:pt x="54300" y="113982"/>
                </a:lnTo>
                <a:cubicBezTo>
                  <a:pt x="54308" y="113979"/>
                  <a:pt x="54313" y="113976"/>
                  <a:pt x="54313" y="113976"/>
                </a:cubicBezTo>
                <a:cubicBezTo>
                  <a:pt x="54337" y="113976"/>
                  <a:pt x="54362" y="113926"/>
                  <a:pt x="54387" y="113926"/>
                </a:cubicBezTo>
                <a:cubicBezTo>
                  <a:pt x="54437" y="113926"/>
                  <a:pt x="54437" y="113901"/>
                  <a:pt x="54462" y="113901"/>
                </a:cubicBezTo>
                <a:cubicBezTo>
                  <a:pt x="55582" y="113553"/>
                  <a:pt x="56329" y="113279"/>
                  <a:pt x="56752" y="113130"/>
                </a:cubicBezTo>
                <a:cubicBezTo>
                  <a:pt x="57300" y="112906"/>
                  <a:pt x="57797" y="112756"/>
                  <a:pt x="58220" y="112557"/>
                </a:cubicBezTo>
                <a:lnTo>
                  <a:pt x="59988" y="111910"/>
                </a:lnTo>
                <a:cubicBezTo>
                  <a:pt x="60187" y="111860"/>
                  <a:pt x="60336" y="111786"/>
                  <a:pt x="60535" y="111736"/>
                </a:cubicBezTo>
                <a:cubicBezTo>
                  <a:pt x="60909" y="111573"/>
                  <a:pt x="61304" y="111409"/>
                  <a:pt x="61701" y="111266"/>
                </a:cubicBezTo>
                <a:close/>
                <a:moveTo>
                  <a:pt x="59241" y="107156"/>
                </a:moveTo>
                <a:lnTo>
                  <a:pt x="59241" y="107156"/>
                </a:lnTo>
                <a:cubicBezTo>
                  <a:pt x="58619" y="108724"/>
                  <a:pt x="57922" y="110018"/>
                  <a:pt x="57051" y="111089"/>
                </a:cubicBezTo>
                <a:cubicBezTo>
                  <a:pt x="53889" y="112458"/>
                  <a:pt x="50828" y="113528"/>
                  <a:pt x="47791" y="114349"/>
                </a:cubicBezTo>
                <a:cubicBezTo>
                  <a:pt x="45601" y="113827"/>
                  <a:pt x="43311" y="112508"/>
                  <a:pt x="41195" y="110466"/>
                </a:cubicBezTo>
                <a:cubicBezTo>
                  <a:pt x="41419" y="110267"/>
                  <a:pt x="41643" y="110093"/>
                  <a:pt x="41867" y="109869"/>
                </a:cubicBezTo>
                <a:cubicBezTo>
                  <a:pt x="43609" y="109346"/>
                  <a:pt x="45352" y="108749"/>
                  <a:pt x="47119" y="108052"/>
                </a:cubicBezTo>
                <a:lnTo>
                  <a:pt x="47219" y="108052"/>
                </a:lnTo>
                <a:cubicBezTo>
                  <a:pt x="47268" y="108052"/>
                  <a:pt x="47343" y="108102"/>
                  <a:pt x="47368" y="108102"/>
                </a:cubicBezTo>
                <a:cubicBezTo>
                  <a:pt x="47791" y="108152"/>
                  <a:pt x="48239" y="108226"/>
                  <a:pt x="48662" y="108251"/>
                </a:cubicBezTo>
                <a:cubicBezTo>
                  <a:pt x="48762" y="108251"/>
                  <a:pt x="48861" y="108276"/>
                  <a:pt x="48961" y="108276"/>
                </a:cubicBezTo>
                <a:lnTo>
                  <a:pt x="49110" y="108276"/>
                </a:lnTo>
                <a:cubicBezTo>
                  <a:pt x="49658" y="108301"/>
                  <a:pt x="50230" y="108351"/>
                  <a:pt x="50828" y="108351"/>
                </a:cubicBezTo>
                <a:lnTo>
                  <a:pt x="51002" y="108351"/>
                </a:lnTo>
                <a:cubicBezTo>
                  <a:pt x="51400" y="108351"/>
                  <a:pt x="51823" y="108351"/>
                  <a:pt x="52222" y="108301"/>
                </a:cubicBezTo>
                <a:lnTo>
                  <a:pt x="52272" y="108301"/>
                </a:lnTo>
                <a:cubicBezTo>
                  <a:pt x="52496" y="108301"/>
                  <a:pt x="52720" y="108276"/>
                  <a:pt x="52944" y="108251"/>
                </a:cubicBezTo>
                <a:lnTo>
                  <a:pt x="53068" y="108251"/>
                </a:lnTo>
                <a:cubicBezTo>
                  <a:pt x="53242" y="108251"/>
                  <a:pt x="53416" y="108226"/>
                  <a:pt x="53616" y="108176"/>
                </a:cubicBezTo>
                <a:cubicBezTo>
                  <a:pt x="53765" y="108176"/>
                  <a:pt x="53889" y="108152"/>
                  <a:pt x="54064" y="108127"/>
                </a:cubicBezTo>
                <a:cubicBezTo>
                  <a:pt x="54238" y="108102"/>
                  <a:pt x="54462" y="108102"/>
                  <a:pt x="54686" y="108052"/>
                </a:cubicBezTo>
                <a:lnTo>
                  <a:pt x="54711" y="108052"/>
                </a:lnTo>
                <a:cubicBezTo>
                  <a:pt x="54761" y="108052"/>
                  <a:pt x="54835" y="108027"/>
                  <a:pt x="54885" y="108027"/>
                </a:cubicBezTo>
                <a:lnTo>
                  <a:pt x="54960" y="108027"/>
                </a:lnTo>
                <a:lnTo>
                  <a:pt x="55433" y="107928"/>
                </a:lnTo>
                <a:cubicBezTo>
                  <a:pt x="55731" y="107878"/>
                  <a:pt x="56055" y="107803"/>
                  <a:pt x="56354" y="107778"/>
                </a:cubicBezTo>
                <a:cubicBezTo>
                  <a:pt x="56603" y="107753"/>
                  <a:pt x="56851" y="107679"/>
                  <a:pt x="57100" y="107654"/>
                </a:cubicBezTo>
                <a:cubicBezTo>
                  <a:pt x="57822" y="107529"/>
                  <a:pt x="58544" y="107355"/>
                  <a:pt x="59241" y="107156"/>
                </a:cubicBezTo>
                <a:close/>
                <a:moveTo>
                  <a:pt x="56329" y="111910"/>
                </a:moveTo>
                <a:cubicBezTo>
                  <a:pt x="55831" y="112383"/>
                  <a:pt x="55308" y="112856"/>
                  <a:pt x="54736" y="113229"/>
                </a:cubicBezTo>
                <a:cubicBezTo>
                  <a:pt x="52968" y="113727"/>
                  <a:pt x="51201" y="114101"/>
                  <a:pt x="49509" y="114374"/>
                </a:cubicBezTo>
                <a:cubicBezTo>
                  <a:pt x="51749" y="113702"/>
                  <a:pt x="54014" y="112881"/>
                  <a:pt x="56329" y="111910"/>
                </a:cubicBezTo>
                <a:close/>
                <a:moveTo>
                  <a:pt x="19988" y="111288"/>
                </a:moveTo>
                <a:cubicBezTo>
                  <a:pt x="20013" y="111288"/>
                  <a:pt x="20087" y="111338"/>
                  <a:pt x="20112" y="111338"/>
                </a:cubicBezTo>
                <a:cubicBezTo>
                  <a:pt x="21531" y="112607"/>
                  <a:pt x="23199" y="113628"/>
                  <a:pt x="25066" y="114449"/>
                </a:cubicBezTo>
                <a:cubicBezTo>
                  <a:pt x="24941" y="114399"/>
                  <a:pt x="24817" y="114374"/>
                  <a:pt x="24717" y="114349"/>
                </a:cubicBezTo>
                <a:cubicBezTo>
                  <a:pt x="22950" y="113528"/>
                  <a:pt x="21357" y="112508"/>
                  <a:pt x="19988" y="111288"/>
                </a:cubicBezTo>
                <a:close/>
                <a:moveTo>
                  <a:pt x="41071" y="110616"/>
                </a:moveTo>
                <a:cubicBezTo>
                  <a:pt x="43136" y="112582"/>
                  <a:pt x="45277" y="113877"/>
                  <a:pt x="47468" y="114474"/>
                </a:cubicBezTo>
                <a:cubicBezTo>
                  <a:pt x="47418" y="114474"/>
                  <a:pt x="47393" y="114499"/>
                  <a:pt x="47343" y="114499"/>
                </a:cubicBezTo>
                <a:cubicBezTo>
                  <a:pt x="45178" y="113901"/>
                  <a:pt x="43062" y="112607"/>
                  <a:pt x="41046" y="110641"/>
                </a:cubicBezTo>
                <a:lnTo>
                  <a:pt x="41071" y="110616"/>
                </a:lnTo>
                <a:close/>
                <a:moveTo>
                  <a:pt x="56802" y="111412"/>
                </a:moveTo>
                <a:cubicBezTo>
                  <a:pt x="56752" y="111487"/>
                  <a:pt x="56702" y="111512"/>
                  <a:pt x="56677" y="111587"/>
                </a:cubicBezTo>
                <a:cubicBezTo>
                  <a:pt x="53840" y="112732"/>
                  <a:pt x="51102" y="113727"/>
                  <a:pt x="48388" y="114499"/>
                </a:cubicBezTo>
                <a:cubicBezTo>
                  <a:pt x="48339" y="114499"/>
                  <a:pt x="48264" y="114474"/>
                  <a:pt x="48214" y="114474"/>
                </a:cubicBezTo>
                <a:cubicBezTo>
                  <a:pt x="51002" y="113702"/>
                  <a:pt x="53865" y="112657"/>
                  <a:pt x="56802" y="111412"/>
                </a:cubicBezTo>
                <a:close/>
                <a:moveTo>
                  <a:pt x="22300" y="113641"/>
                </a:moveTo>
                <a:cubicBezTo>
                  <a:pt x="22877" y="113870"/>
                  <a:pt x="23339" y="114032"/>
                  <a:pt x="23622" y="114150"/>
                </a:cubicBezTo>
                <a:cubicBezTo>
                  <a:pt x="24020" y="114325"/>
                  <a:pt x="24393" y="114449"/>
                  <a:pt x="24817" y="114573"/>
                </a:cubicBezTo>
                <a:cubicBezTo>
                  <a:pt x="24717" y="114573"/>
                  <a:pt x="24593" y="114524"/>
                  <a:pt x="24418" y="114499"/>
                </a:cubicBezTo>
                <a:lnTo>
                  <a:pt x="24393" y="114499"/>
                </a:lnTo>
                <a:cubicBezTo>
                  <a:pt x="24269" y="114474"/>
                  <a:pt x="24194" y="114449"/>
                  <a:pt x="24070" y="114374"/>
                </a:cubicBezTo>
                <a:cubicBezTo>
                  <a:pt x="24020" y="114374"/>
                  <a:pt x="24020" y="114349"/>
                  <a:pt x="23995" y="114349"/>
                </a:cubicBezTo>
                <a:cubicBezTo>
                  <a:pt x="23522" y="114200"/>
                  <a:pt x="23099" y="114026"/>
                  <a:pt x="22651" y="113827"/>
                </a:cubicBezTo>
                <a:cubicBezTo>
                  <a:pt x="22534" y="113768"/>
                  <a:pt x="22417" y="113695"/>
                  <a:pt x="22300" y="113641"/>
                </a:cubicBezTo>
                <a:close/>
                <a:moveTo>
                  <a:pt x="47791" y="114573"/>
                </a:moveTo>
                <a:cubicBezTo>
                  <a:pt x="47841" y="114573"/>
                  <a:pt x="47866" y="114598"/>
                  <a:pt x="47916" y="114598"/>
                </a:cubicBezTo>
                <a:lnTo>
                  <a:pt x="47667" y="114598"/>
                </a:lnTo>
                <a:cubicBezTo>
                  <a:pt x="47716" y="114598"/>
                  <a:pt x="47766" y="114573"/>
                  <a:pt x="47791" y="114573"/>
                </a:cubicBezTo>
                <a:close/>
                <a:moveTo>
                  <a:pt x="54188" y="113553"/>
                </a:moveTo>
                <a:cubicBezTo>
                  <a:pt x="54089" y="113603"/>
                  <a:pt x="54014" y="113628"/>
                  <a:pt x="53939" y="113702"/>
                </a:cubicBezTo>
                <a:cubicBezTo>
                  <a:pt x="52396" y="114101"/>
                  <a:pt x="50902" y="114399"/>
                  <a:pt x="49484" y="114623"/>
                </a:cubicBezTo>
                <a:cubicBezTo>
                  <a:pt x="49384" y="114623"/>
                  <a:pt x="49285" y="114623"/>
                  <a:pt x="49235" y="114598"/>
                </a:cubicBezTo>
                <a:cubicBezTo>
                  <a:pt x="50853" y="114349"/>
                  <a:pt x="52496" y="114001"/>
                  <a:pt x="54188" y="113553"/>
                </a:cubicBezTo>
                <a:close/>
                <a:moveTo>
                  <a:pt x="53068" y="114101"/>
                </a:moveTo>
                <a:lnTo>
                  <a:pt x="53068" y="114101"/>
                </a:lnTo>
                <a:cubicBezTo>
                  <a:pt x="52645" y="114250"/>
                  <a:pt x="52247" y="114374"/>
                  <a:pt x="51848" y="114474"/>
                </a:cubicBezTo>
                <a:cubicBezTo>
                  <a:pt x="51400" y="114524"/>
                  <a:pt x="50977" y="114598"/>
                  <a:pt x="50529" y="114623"/>
                </a:cubicBezTo>
                <a:cubicBezTo>
                  <a:pt x="51375" y="114474"/>
                  <a:pt x="52222" y="114275"/>
                  <a:pt x="53068" y="114101"/>
                </a:cubicBezTo>
                <a:close/>
                <a:moveTo>
                  <a:pt x="48488" y="114698"/>
                </a:moveTo>
                <a:cubicBezTo>
                  <a:pt x="48538" y="114698"/>
                  <a:pt x="48613" y="114723"/>
                  <a:pt x="48662" y="114723"/>
                </a:cubicBezTo>
                <a:cubicBezTo>
                  <a:pt x="48637" y="114723"/>
                  <a:pt x="48538" y="114748"/>
                  <a:pt x="48488" y="114748"/>
                </a:cubicBezTo>
                <a:cubicBezTo>
                  <a:pt x="48413" y="114748"/>
                  <a:pt x="48388" y="114723"/>
                  <a:pt x="48339" y="114723"/>
                </a:cubicBezTo>
                <a:cubicBezTo>
                  <a:pt x="48388" y="114723"/>
                  <a:pt x="48463" y="114698"/>
                  <a:pt x="48488" y="114698"/>
                </a:cubicBezTo>
                <a:close/>
                <a:moveTo>
                  <a:pt x="53342" y="114225"/>
                </a:moveTo>
                <a:lnTo>
                  <a:pt x="53143" y="114325"/>
                </a:lnTo>
                <a:cubicBezTo>
                  <a:pt x="53118" y="114325"/>
                  <a:pt x="53093" y="114349"/>
                  <a:pt x="53068" y="114349"/>
                </a:cubicBezTo>
                <a:cubicBezTo>
                  <a:pt x="52869" y="114399"/>
                  <a:pt x="52720" y="114474"/>
                  <a:pt x="52520" y="114524"/>
                </a:cubicBezTo>
                <a:lnTo>
                  <a:pt x="52471" y="114524"/>
                </a:lnTo>
                <a:cubicBezTo>
                  <a:pt x="52272" y="114598"/>
                  <a:pt x="52072" y="114623"/>
                  <a:pt x="51873" y="114698"/>
                </a:cubicBezTo>
                <a:cubicBezTo>
                  <a:pt x="51823" y="114698"/>
                  <a:pt x="51774" y="114698"/>
                  <a:pt x="51724" y="114723"/>
                </a:cubicBezTo>
                <a:lnTo>
                  <a:pt x="51624" y="114723"/>
                </a:lnTo>
                <a:cubicBezTo>
                  <a:pt x="51500" y="114748"/>
                  <a:pt x="51400" y="114748"/>
                  <a:pt x="51276" y="114773"/>
                </a:cubicBezTo>
                <a:cubicBezTo>
                  <a:pt x="52023" y="114598"/>
                  <a:pt x="52720" y="114399"/>
                  <a:pt x="53342" y="114225"/>
                </a:cubicBezTo>
                <a:close/>
                <a:moveTo>
                  <a:pt x="40896" y="110740"/>
                </a:moveTo>
                <a:cubicBezTo>
                  <a:pt x="42863" y="112632"/>
                  <a:pt x="44904" y="113951"/>
                  <a:pt x="46995" y="114573"/>
                </a:cubicBezTo>
                <a:cubicBezTo>
                  <a:pt x="46795" y="114623"/>
                  <a:pt x="46621" y="114648"/>
                  <a:pt x="46422" y="114723"/>
                </a:cubicBezTo>
                <a:cubicBezTo>
                  <a:pt x="45529" y="114794"/>
                  <a:pt x="44652" y="114830"/>
                  <a:pt x="43794" y="114830"/>
                </a:cubicBezTo>
                <a:cubicBezTo>
                  <a:pt x="41045" y="114830"/>
                  <a:pt x="38494" y="114461"/>
                  <a:pt x="36217" y="113702"/>
                </a:cubicBezTo>
                <a:cubicBezTo>
                  <a:pt x="37884" y="112956"/>
                  <a:pt x="39428" y="111960"/>
                  <a:pt x="40896" y="110740"/>
                </a:cubicBezTo>
                <a:close/>
                <a:moveTo>
                  <a:pt x="49484" y="114797"/>
                </a:moveTo>
                <a:cubicBezTo>
                  <a:pt x="49633" y="114822"/>
                  <a:pt x="49789" y="114835"/>
                  <a:pt x="49944" y="114835"/>
                </a:cubicBezTo>
                <a:cubicBezTo>
                  <a:pt x="50100" y="114835"/>
                  <a:pt x="50255" y="114822"/>
                  <a:pt x="50405" y="114797"/>
                </a:cubicBezTo>
                <a:lnTo>
                  <a:pt x="50405" y="114797"/>
                </a:lnTo>
                <a:cubicBezTo>
                  <a:pt x="50330" y="114847"/>
                  <a:pt x="50230" y="114847"/>
                  <a:pt x="50131" y="114872"/>
                </a:cubicBezTo>
                <a:lnTo>
                  <a:pt x="50031" y="114872"/>
                </a:lnTo>
                <a:cubicBezTo>
                  <a:pt x="49758" y="114872"/>
                  <a:pt x="49484" y="114847"/>
                  <a:pt x="49235" y="114847"/>
                </a:cubicBezTo>
                <a:cubicBezTo>
                  <a:pt x="49334" y="114847"/>
                  <a:pt x="49384" y="114797"/>
                  <a:pt x="49484" y="114797"/>
                </a:cubicBezTo>
                <a:close/>
                <a:moveTo>
                  <a:pt x="20486" y="111387"/>
                </a:moveTo>
                <a:lnTo>
                  <a:pt x="20486" y="111387"/>
                </a:lnTo>
                <a:cubicBezTo>
                  <a:pt x="20784" y="111462"/>
                  <a:pt x="21083" y="111537"/>
                  <a:pt x="21382" y="111611"/>
                </a:cubicBezTo>
                <a:cubicBezTo>
                  <a:pt x="21631" y="111661"/>
                  <a:pt x="21904" y="111711"/>
                  <a:pt x="22153" y="111736"/>
                </a:cubicBezTo>
                <a:cubicBezTo>
                  <a:pt x="22576" y="111786"/>
                  <a:pt x="22975" y="111885"/>
                  <a:pt x="23373" y="111910"/>
                </a:cubicBezTo>
                <a:cubicBezTo>
                  <a:pt x="23771" y="111985"/>
                  <a:pt x="24219" y="112010"/>
                  <a:pt x="24642" y="112035"/>
                </a:cubicBezTo>
                <a:cubicBezTo>
                  <a:pt x="24941" y="112084"/>
                  <a:pt x="25190" y="112109"/>
                  <a:pt x="25464" y="112109"/>
                </a:cubicBezTo>
                <a:cubicBezTo>
                  <a:pt x="26186" y="112134"/>
                  <a:pt x="26883" y="112159"/>
                  <a:pt x="27629" y="112159"/>
                </a:cubicBezTo>
                <a:cubicBezTo>
                  <a:pt x="28376" y="112159"/>
                  <a:pt x="29123" y="112134"/>
                  <a:pt x="29919" y="112109"/>
                </a:cubicBezTo>
                <a:cubicBezTo>
                  <a:pt x="30367" y="112059"/>
                  <a:pt x="30840" y="112035"/>
                  <a:pt x="31338" y="111985"/>
                </a:cubicBezTo>
                <a:cubicBezTo>
                  <a:pt x="31463" y="111985"/>
                  <a:pt x="31587" y="111960"/>
                  <a:pt x="31736" y="111960"/>
                </a:cubicBezTo>
                <a:cubicBezTo>
                  <a:pt x="32782" y="112632"/>
                  <a:pt x="33852" y="113229"/>
                  <a:pt x="35072" y="113727"/>
                </a:cubicBezTo>
                <a:cubicBezTo>
                  <a:pt x="33329" y="114399"/>
                  <a:pt x="31487" y="114797"/>
                  <a:pt x="29670" y="114897"/>
                </a:cubicBezTo>
                <a:cubicBezTo>
                  <a:pt x="29396" y="114914"/>
                  <a:pt x="29125" y="114922"/>
                  <a:pt x="28856" y="114922"/>
                </a:cubicBezTo>
                <a:cubicBezTo>
                  <a:pt x="27952" y="114922"/>
                  <a:pt x="27074" y="114832"/>
                  <a:pt x="26211" y="114698"/>
                </a:cubicBezTo>
                <a:cubicBezTo>
                  <a:pt x="24020" y="113877"/>
                  <a:pt x="22128" y="112781"/>
                  <a:pt x="20486" y="111387"/>
                </a:cubicBezTo>
                <a:close/>
                <a:moveTo>
                  <a:pt x="46995" y="114872"/>
                </a:moveTo>
                <a:cubicBezTo>
                  <a:pt x="46895" y="114897"/>
                  <a:pt x="46795" y="114947"/>
                  <a:pt x="46721" y="114947"/>
                </a:cubicBezTo>
                <a:cubicBezTo>
                  <a:pt x="46497" y="114972"/>
                  <a:pt x="46298" y="114972"/>
                  <a:pt x="46099" y="114997"/>
                </a:cubicBezTo>
                <a:lnTo>
                  <a:pt x="46472" y="114897"/>
                </a:lnTo>
                <a:cubicBezTo>
                  <a:pt x="46646" y="114897"/>
                  <a:pt x="46795" y="114872"/>
                  <a:pt x="46995" y="114872"/>
                </a:cubicBezTo>
                <a:close/>
                <a:moveTo>
                  <a:pt x="35968" y="113827"/>
                </a:moveTo>
                <a:cubicBezTo>
                  <a:pt x="38360" y="114638"/>
                  <a:pt x="41027" y="115028"/>
                  <a:pt x="43938" y="115028"/>
                </a:cubicBezTo>
                <a:cubicBezTo>
                  <a:pt x="44419" y="115028"/>
                  <a:pt x="44907" y="115018"/>
                  <a:pt x="45402" y="114997"/>
                </a:cubicBezTo>
                <a:lnTo>
                  <a:pt x="45402" y="114997"/>
                </a:lnTo>
                <a:cubicBezTo>
                  <a:pt x="45302" y="115021"/>
                  <a:pt x="45227" y="115021"/>
                  <a:pt x="45128" y="115071"/>
                </a:cubicBezTo>
                <a:cubicBezTo>
                  <a:pt x="44680" y="115096"/>
                  <a:pt x="44281" y="115096"/>
                  <a:pt x="43883" y="115096"/>
                </a:cubicBezTo>
                <a:cubicBezTo>
                  <a:pt x="40946" y="115096"/>
                  <a:pt x="38283" y="114648"/>
                  <a:pt x="35918" y="113852"/>
                </a:cubicBezTo>
                <a:cubicBezTo>
                  <a:pt x="35918" y="113827"/>
                  <a:pt x="35943" y="113827"/>
                  <a:pt x="35968" y="113827"/>
                </a:cubicBezTo>
                <a:close/>
                <a:moveTo>
                  <a:pt x="35296" y="113852"/>
                </a:moveTo>
                <a:cubicBezTo>
                  <a:pt x="35321" y="113852"/>
                  <a:pt x="35346" y="113877"/>
                  <a:pt x="35395" y="113877"/>
                </a:cubicBezTo>
                <a:cubicBezTo>
                  <a:pt x="33528" y="114623"/>
                  <a:pt x="31587" y="115071"/>
                  <a:pt x="29670" y="115146"/>
                </a:cubicBezTo>
                <a:cubicBezTo>
                  <a:pt x="29421" y="115146"/>
                  <a:pt x="29123" y="115196"/>
                  <a:pt x="28924" y="115196"/>
                </a:cubicBezTo>
                <a:cubicBezTo>
                  <a:pt x="28426" y="115196"/>
                  <a:pt x="27953" y="115146"/>
                  <a:pt x="27480" y="115121"/>
                </a:cubicBezTo>
                <a:cubicBezTo>
                  <a:pt x="27355" y="115071"/>
                  <a:pt x="27256" y="115021"/>
                  <a:pt x="27181" y="114997"/>
                </a:cubicBezTo>
                <a:lnTo>
                  <a:pt x="27181" y="114997"/>
                </a:lnTo>
                <a:cubicBezTo>
                  <a:pt x="27790" y="115073"/>
                  <a:pt x="28398" y="115105"/>
                  <a:pt x="29029" y="115105"/>
                </a:cubicBezTo>
                <a:cubicBezTo>
                  <a:pt x="29224" y="115105"/>
                  <a:pt x="29421" y="115102"/>
                  <a:pt x="29621" y="115096"/>
                </a:cubicBezTo>
                <a:cubicBezTo>
                  <a:pt x="31562" y="114997"/>
                  <a:pt x="33454" y="114573"/>
                  <a:pt x="35296" y="113852"/>
                </a:cubicBezTo>
                <a:close/>
                <a:moveTo>
                  <a:pt x="35644" y="113951"/>
                </a:moveTo>
                <a:cubicBezTo>
                  <a:pt x="38059" y="114822"/>
                  <a:pt x="40822" y="115246"/>
                  <a:pt x="43858" y="115246"/>
                </a:cubicBezTo>
                <a:lnTo>
                  <a:pt x="44057" y="115246"/>
                </a:lnTo>
                <a:cubicBezTo>
                  <a:pt x="41096" y="115870"/>
                  <a:pt x="38258" y="116185"/>
                  <a:pt x="35584" y="116185"/>
                </a:cubicBezTo>
                <a:cubicBezTo>
                  <a:pt x="34099" y="116185"/>
                  <a:pt x="32665" y="116088"/>
                  <a:pt x="31288" y="115893"/>
                </a:cubicBezTo>
                <a:cubicBezTo>
                  <a:pt x="31114" y="115868"/>
                  <a:pt x="30940" y="115843"/>
                  <a:pt x="30790" y="115843"/>
                </a:cubicBezTo>
                <a:cubicBezTo>
                  <a:pt x="29919" y="115718"/>
                  <a:pt x="29098" y="115519"/>
                  <a:pt x="28301" y="115320"/>
                </a:cubicBezTo>
                <a:cubicBezTo>
                  <a:pt x="28476" y="115320"/>
                  <a:pt x="28700" y="115345"/>
                  <a:pt x="28874" y="115345"/>
                </a:cubicBezTo>
                <a:cubicBezTo>
                  <a:pt x="29123" y="115345"/>
                  <a:pt x="29372" y="115345"/>
                  <a:pt x="29670" y="115320"/>
                </a:cubicBezTo>
                <a:cubicBezTo>
                  <a:pt x="31687" y="115221"/>
                  <a:pt x="33703" y="114748"/>
                  <a:pt x="35644" y="113951"/>
                </a:cubicBezTo>
                <a:close/>
                <a:moveTo>
                  <a:pt x="48513" y="114947"/>
                </a:moveTo>
                <a:cubicBezTo>
                  <a:pt x="48787" y="114997"/>
                  <a:pt x="49135" y="114997"/>
                  <a:pt x="49459" y="115021"/>
                </a:cubicBezTo>
                <a:cubicBezTo>
                  <a:pt x="49110" y="115121"/>
                  <a:pt x="48737" y="115196"/>
                  <a:pt x="48364" y="115270"/>
                </a:cubicBezTo>
                <a:cubicBezTo>
                  <a:pt x="46497" y="115694"/>
                  <a:pt x="43410" y="116191"/>
                  <a:pt x="40448" y="116316"/>
                </a:cubicBezTo>
                <a:cubicBezTo>
                  <a:pt x="42489" y="116067"/>
                  <a:pt x="44605" y="115644"/>
                  <a:pt x="46771" y="115121"/>
                </a:cubicBezTo>
                <a:cubicBezTo>
                  <a:pt x="47343" y="115071"/>
                  <a:pt x="47916" y="114997"/>
                  <a:pt x="48513" y="114947"/>
                </a:cubicBezTo>
                <a:close/>
                <a:moveTo>
                  <a:pt x="27596" y="115399"/>
                </a:moveTo>
                <a:cubicBezTo>
                  <a:pt x="28936" y="115729"/>
                  <a:pt x="30005" y="115919"/>
                  <a:pt x="30392" y="115967"/>
                </a:cubicBezTo>
                <a:cubicBezTo>
                  <a:pt x="30542" y="115992"/>
                  <a:pt x="30666" y="115992"/>
                  <a:pt x="30741" y="116017"/>
                </a:cubicBezTo>
                <a:cubicBezTo>
                  <a:pt x="30890" y="116042"/>
                  <a:pt x="31014" y="116042"/>
                  <a:pt x="31189" y="116092"/>
                </a:cubicBezTo>
                <a:cubicBezTo>
                  <a:pt x="31985" y="116216"/>
                  <a:pt x="32757" y="116291"/>
                  <a:pt x="33578" y="116391"/>
                </a:cubicBezTo>
                <a:cubicBezTo>
                  <a:pt x="33329" y="116366"/>
                  <a:pt x="33056" y="116341"/>
                  <a:pt x="32782" y="116341"/>
                </a:cubicBezTo>
                <a:cubicBezTo>
                  <a:pt x="32608" y="116341"/>
                  <a:pt x="32483" y="116316"/>
                  <a:pt x="32334" y="116316"/>
                </a:cubicBezTo>
                <a:cubicBezTo>
                  <a:pt x="32159" y="116266"/>
                  <a:pt x="31960" y="116266"/>
                  <a:pt x="31786" y="116241"/>
                </a:cubicBezTo>
                <a:cubicBezTo>
                  <a:pt x="31413" y="116191"/>
                  <a:pt x="31064" y="116142"/>
                  <a:pt x="30691" y="116092"/>
                </a:cubicBezTo>
                <a:cubicBezTo>
                  <a:pt x="30591" y="116092"/>
                  <a:pt x="30492" y="116042"/>
                  <a:pt x="30442" y="116042"/>
                </a:cubicBezTo>
                <a:cubicBezTo>
                  <a:pt x="29695" y="115942"/>
                  <a:pt x="28949" y="115768"/>
                  <a:pt x="28227" y="115594"/>
                </a:cubicBezTo>
                <a:cubicBezTo>
                  <a:pt x="28202" y="115594"/>
                  <a:pt x="28127" y="115544"/>
                  <a:pt x="28102" y="115544"/>
                </a:cubicBezTo>
                <a:cubicBezTo>
                  <a:pt x="27918" y="115503"/>
                  <a:pt x="27768" y="115446"/>
                  <a:pt x="27596" y="115399"/>
                </a:cubicBezTo>
                <a:close/>
                <a:moveTo>
                  <a:pt x="45601" y="115221"/>
                </a:moveTo>
                <a:cubicBezTo>
                  <a:pt x="42813" y="115868"/>
                  <a:pt x="40150" y="116241"/>
                  <a:pt x="37586" y="116391"/>
                </a:cubicBezTo>
                <a:cubicBezTo>
                  <a:pt x="37088" y="116391"/>
                  <a:pt x="36665" y="116391"/>
                  <a:pt x="36217" y="116366"/>
                </a:cubicBezTo>
                <a:cubicBezTo>
                  <a:pt x="39029" y="116316"/>
                  <a:pt x="42016" y="115942"/>
                  <a:pt x="45128" y="115221"/>
                </a:cubicBezTo>
                <a:close/>
                <a:moveTo>
                  <a:pt x="50479" y="115021"/>
                </a:moveTo>
                <a:cubicBezTo>
                  <a:pt x="50031" y="115146"/>
                  <a:pt x="49583" y="115270"/>
                  <a:pt x="49085" y="115370"/>
                </a:cubicBezTo>
                <a:cubicBezTo>
                  <a:pt x="48264" y="115519"/>
                  <a:pt x="47293" y="115743"/>
                  <a:pt x="46372" y="115893"/>
                </a:cubicBezTo>
                <a:cubicBezTo>
                  <a:pt x="45924" y="115967"/>
                  <a:pt x="45426" y="116067"/>
                  <a:pt x="44929" y="116117"/>
                </a:cubicBezTo>
                <a:lnTo>
                  <a:pt x="44879" y="116117"/>
                </a:lnTo>
                <a:cubicBezTo>
                  <a:pt x="44406" y="116191"/>
                  <a:pt x="43908" y="116216"/>
                  <a:pt x="43385" y="116266"/>
                </a:cubicBezTo>
                <a:cubicBezTo>
                  <a:pt x="42191" y="116391"/>
                  <a:pt x="40871" y="116490"/>
                  <a:pt x="39577" y="116565"/>
                </a:cubicBezTo>
                <a:cubicBezTo>
                  <a:pt x="39204" y="116590"/>
                  <a:pt x="38830" y="116590"/>
                  <a:pt x="38457" y="116615"/>
                </a:cubicBezTo>
                <a:lnTo>
                  <a:pt x="37685" y="116615"/>
                </a:lnTo>
                <a:cubicBezTo>
                  <a:pt x="37187" y="116615"/>
                  <a:pt x="36764" y="116615"/>
                  <a:pt x="36316" y="116590"/>
                </a:cubicBezTo>
                <a:lnTo>
                  <a:pt x="37038" y="116590"/>
                </a:lnTo>
                <a:cubicBezTo>
                  <a:pt x="37187" y="116590"/>
                  <a:pt x="37387" y="116540"/>
                  <a:pt x="37536" y="116540"/>
                </a:cubicBezTo>
                <a:lnTo>
                  <a:pt x="37660" y="116540"/>
                </a:lnTo>
                <a:cubicBezTo>
                  <a:pt x="38208" y="116540"/>
                  <a:pt x="38880" y="116540"/>
                  <a:pt x="39552" y="116515"/>
                </a:cubicBezTo>
                <a:lnTo>
                  <a:pt x="39577" y="116515"/>
                </a:lnTo>
                <a:cubicBezTo>
                  <a:pt x="40822" y="116490"/>
                  <a:pt x="42166" y="116366"/>
                  <a:pt x="43410" y="116241"/>
                </a:cubicBezTo>
                <a:cubicBezTo>
                  <a:pt x="45352" y="116017"/>
                  <a:pt x="47119" y="115718"/>
                  <a:pt x="48364" y="115420"/>
                </a:cubicBezTo>
                <a:cubicBezTo>
                  <a:pt x="48986" y="115295"/>
                  <a:pt x="49583" y="115146"/>
                  <a:pt x="50106" y="115021"/>
                </a:cubicBezTo>
                <a:close/>
                <a:moveTo>
                  <a:pt x="80647" y="0"/>
                </a:moveTo>
                <a:cubicBezTo>
                  <a:pt x="79950" y="0"/>
                  <a:pt x="79278" y="25"/>
                  <a:pt x="78706" y="50"/>
                </a:cubicBezTo>
                <a:lnTo>
                  <a:pt x="78606" y="50"/>
                </a:lnTo>
                <a:cubicBezTo>
                  <a:pt x="77212" y="125"/>
                  <a:pt x="75520" y="249"/>
                  <a:pt x="73603" y="498"/>
                </a:cubicBezTo>
                <a:cubicBezTo>
                  <a:pt x="73529" y="498"/>
                  <a:pt x="73479" y="523"/>
                  <a:pt x="73404" y="523"/>
                </a:cubicBezTo>
                <a:cubicBezTo>
                  <a:pt x="72209" y="672"/>
                  <a:pt x="70691" y="971"/>
                  <a:pt x="69894" y="1145"/>
                </a:cubicBezTo>
                <a:cubicBezTo>
                  <a:pt x="69471" y="1245"/>
                  <a:pt x="69073" y="1295"/>
                  <a:pt x="68700" y="1394"/>
                </a:cubicBezTo>
                <a:lnTo>
                  <a:pt x="68675" y="1394"/>
                </a:lnTo>
                <a:cubicBezTo>
                  <a:pt x="68326" y="1494"/>
                  <a:pt x="67978" y="1544"/>
                  <a:pt x="67679" y="1643"/>
                </a:cubicBezTo>
                <a:cubicBezTo>
                  <a:pt x="65215" y="2240"/>
                  <a:pt x="63248" y="2863"/>
                  <a:pt x="62228" y="3236"/>
                </a:cubicBezTo>
                <a:cubicBezTo>
                  <a:pt x="61357" y="3535"/>
                  <a:pt x="60834" y="3734"/>
                  <a:pt x="60809" y="3734"/>
                </a:cubicBezTo>
                <a:cubicBezTo>
                  <a:pt x="60461" y="3858"/>
                  <a:pt x="60087" y="4008"/>
                  <a:pt x="59689" y="4157"/>
                </a:cubicBezTo>
                <a:lnTo>
                  <a:pt x="59639" y="4157"/>
                </a:lnTo>
                <a:cubicBezTo>
                  <a:pt x="58868" y="4456"/>
                  <a:pt x="57947" y="4829"/>
                  <a:pt x="57150" y="5153"/>
                </a:cubicBezTo>
                <a:cubicBezTo>
                  <a:pt x="54960" y="6074"/>
                  <a:pt x="53466" y="6820"/>
                  <a:pt x="49633" y="8812"/>
                </a:cubicBezTo>
                <a:cubicBezTo>
                  <a:pt x="49185" y="9011"/>
                  <a:pt x="48637" y="9334"/>
                  <a:pt x="47990" y="9708"/>
                </a:cubicBezTo>
                <a:cubicBezTo>
                  <a:pt x="47891" y="9782"/>
                  <a:pt x="47791" y="9807"/>
                  <a:pt x="47692" y="9857"/>
                </a:cubicBezTo>
                <a:cubicBezTo>
                  <a:pt x="45800" y="10977"/>
                  <a:pt x="43336" y="12471"/>
                  <a:pt x="41668" y="13665"/>
                </a:cubicBezTo>
                <a:cubicBezTo>
                  <a:pt x="41593" y="13715"/>
                  <a:pt x="41519" y="13740"/>
                  <a:pt x="41444" y="13815"/>
                </a:cubicBezTo>
                <a:cubicBezTo>
                  <a:pt x="40971" y="14113"/>
                  <a:pt x="40548" y="14437"/>
                  <a:pt x="40174" y="14711"/>
                </a:cubicBezTo>
                <a:lnTo>
                  <a:pt x="39701" y="15034"/>
                </a:lnTo>
                <a:lnTo>
                  <a:pt x="39677" y="15034"/>
                </a:lnTo>
                <a:cubicBezTo>
                  <a:pt x="38407" y="15906"/>
                  <a:pt x="37362" y="16677"/>
                  <a:pt x="36167" y="17648"/>
                </a:cubicBezTo>
                <a:cubicBezTo>
                  <a:pt x="36092" y="17698"/>
                  <a:pt x="36042" y="17723"/>
                  <a:pt x="35943" y="17797"/>
                </a:cubicBezTo>
                <a:cubicBezTo>
                  <a:pt x="34798" y="18669"/>
                  <a:pt x="33255" y="19938"/>
                  <a:pt x="32359" y="20685"/>
                </a:cubicBezTo>
                <a:lnTo>
                  <a:pt x="32334" y="20685"/>
                </a:lnTo>
                <a:cubicBezTo>
                  <a:pt x="31861" y="21083"/>
                  <a:pt x="31189" y="21680"/>
                  <a:pt x="30442" y="22327"/>
                </a:cubicBezTo>
                <a:cubicBezTo>
                  <a:pt x="29397" y="23248"/>
                  <a:pt x="28376" y="24194"/>
                  <a:pt x="27530" y="25016"/>
                </a:cubicBezTo>
                <a:cubicBezTo>
                  <a:pt x="26883" y="25638"/>
                  <a:pt x="26285" y="26186"/>
                  <a:pt x="25887" y="26634"/>
                </a:cubicBezTo>
                <a:lnTo>
                  <a:pt x="25663" y="26858"/>
                </a:lnTo>
                <a:cubicBezTo>
                  <a:pt x="25389" y="27156"/>
                  <a:pt x="25041" y="27480"/>
                  <a:pt x="24717" y="27853"/>
                </a:cubicBezTo>
                <a:cubicBezTo>
                  <a:pt x="23970" y="28625"/>
                  <a:pt x="23174" y="29397"/>
                  <a:pt x="22552" y="30118"/>
                </a:cubicBezTo>
                <a:cubicBezTo>
                  <a:pt x="22054" y="30666"/>
                  <a:pt x="21631" y="31164"/>
                  <a:pt x="21257" y="31587"/>
                </a:cubicBezTo>
                <a:cubicBezTo>
                  <a:pt x="20983" y="31886"/>
                  <a:pt x="20734" y="32159"/>
                  <a:pt x="20510" y="32408"/>
                </a:cubicBezTo>
                <a:cubicBezTo>
                  <a:pt x="20386" y="32558"/>
                  <a:pt x="20286" y="32707"/>
                  <a:pt x="20162" y="32782"/>
                </a:cubicBezTo>
                <a:cubicBezTo>
                  <a:pt x="19988" y="33006"/>
                  <a:pt x="19789" y="33205"/>
                  <a:pt x="19614" y="33404"/>
                </a:cubicBezTo>
                <a:cubicBezTo>
                  <a:pt x="19390" y="33653"/>
                  <a:pt x="19166" y="33952"/>
                  <a:pt x="18917" y="34225"/>
                </a:cubicBezTo>
                <a:cubicBezTo>
                  <a:pt x="18196" y="35072"/>
                  <a:pt x="17748" y="35644"/>
                  <a:pt x="16827" y="36839"/>
                </a:cubicBezTo>
                <a:lnTo>
                  <a:pt x="16802" y="36864"/>
                </a:lnTo>
                <a:cubicBezTo>
                  <a:pt x="16802" y="36864"/>
                  <a:pt x="16627" y="37113"/>
                  <a:pt x="16304" y="37511"/>
                </a:cubicBezTo>
                <a:cubicBezTo>
                  <a:pt x="15632" y="38432"/>
                  <a:pt x="14810" y="39477"/>
                  <a:pt x="14213" y="40349"/>
                </a:cubicBezTo>
                <a:cubicBezTo>
                  <a:pt x="14213" y="40373"/>
                  <a:pt x="14188" y="40373"/>
                  <a:pt x="14188" y="40423"/>
                </a:cubicBezTo>
                <a:cubicBezTo>
                  <a:pt x="13441" y="41469"/>
                  <a:pt x="12595" y="42688"/>
                  <a:pt x="11774" y="44032"/>
                </a:cubicBezTo>
                <a:cubicBezTo>
                  <a:pt x="10927" y="45352"/>
                  <a:pt x="10181" y="46546"/>
                  <a:pt x="9583" y="47592"/>
                </a:cubicBezTo>
                <a:cubicBezTo>
                  <a:pt x="9110" y="48339"/>
                  <a:pt x="8712" y="49135"/>
                  <a:pt x="8239" y="49956"/>
                </a:cubicBezTo>
                <a:cubicBezTo>
                  <a:pt x="7791" y="50828"/>
                  <a:pt x="7492" y="51400"/>
                  <a:pt x="7443" y="51525"/>
                </a:cubicBezTo>
                <a:cubicBezTo>
                  <a:pt x="7293" y="51798"/>
                  <a:pt x="7119" y="52122"/>
                  <a:pt x="6970" y="52446"/>
                </a:cubicBezTo>
                <a:lnTo>
                  <a:pt x="6845" y="52670"/>
                </a:lnTo>
                <a:cubicBezTo>
                  <a:pt x="6472" y="53416"/>
                  <a:pt x="6049" y="54288"/>
                  <a:pt x="5700" y="55109"/>
                </a:cubicBezTo>
                <a:cubicBezTo>
                  <a:pt x="5675" y="55159"/>
                  <a:pt x="5626" y="55258"/>
                  <a:pt x="5601" y="55358"/>
                </a:cubicBezTo>
                <a:cubicBezTo>
                  <a:pt x="5078" y="56528"/>
                  <a:pt x="3734" y="59589"/>
                  <a:pt x="2639" y="63024"/>
                </a:cubicBezTo>
                <a:lnTo>
                  <a:pt x="2639" y="63074"/>
                </a:lnTo>
                <a:cubicBezTo>
                  <a:pt x="2191" y="64443"/>
                  <a:pt x="1718" y="66235"/>
                  <a:pt x="1344" y="67853"/>
                </a:cubicBezTo>
                <a:cubicBezTo>
                  <a:pt x="1245" y="68251"/>
                  <a:pt x="1145" y="68724"/>
                  <a:pt x="1070" y="69222"/>
                </a:cubicBezTo>
                <a:cubicBezTo>
                  <a:pt x="996" y="69620"/>
                  <a:pt x="896" y="69994"/>
                  <a:pt x="846" y="70367"/>
                </a:cubicBezTo>
                <a:lnTo>
                  <a:pt x="846" y="70417"/>
                </a:lnTo>
                <a:cubicBezTo>
                  <a:pt x="772" y="70716"/>
                  <a:pt x="722" y="71064"/>
                  <a:pt x="647" y="71363"/>
                </a:cubicBezTo>
                <a:lnTo>
                  <a:pt x="647" y="71437"/>
                </a:lnTo>
                <a:cubicBezTo>
                  <a:pt x="523" y="72159"/>
                  <a:pt x="398" y="72981"/>
                  <a:pt x="324" y="73827"/>
                </a:cubicBezTo>
                <a:cubicBezTo>
                  <a:pt x="199" y="74897"/>
                  <a:pt x="100" y="75918"/>
                  <a:pt x="75" y="76889"/>
                </a:cubicBezTo>
                <a:lnTo>
                  <a:pt x="75" y="76963"/>
                </a:lnTo>
                <a:cubicBezTo>
                  <a:pt x="25" y="77585"/>
                  <a:pt x="0" y="78332"/>
                  <a:pt x="0" y="79054"/>
                </a:cubicBezTo>
                <a:lnTo>
                  <a:pt x="0" y="79776"/>
                </a:lnTo>
                <a:lnTo>
                  <a:pt x="0" y="80323"/>
                </a:lnTo>
                <a:cubicBezTo>
                  <a:pt x="0" y="80946"/>
                  <a:pt x="25" y="81668"/>
                  <a:pt x="100" y="82365"/>
                </a:cubicBezTo>
                <a:cubicBezTo>
                  <a:pt x="249" y="84505"/>
                  <a:pt x="498" y="85999"/>
                  <a:pt x="598" y="86496"/>
                </a:cubicBezTo>
                <a:lnTo>
                  <a:pt x="622" y="86745"/>
                </a:lnTo>
                <a:cubicBezTo>
                  <a:pt x="622" y="86770"/>
                  <a:pt x="622" y="86845"/>
                  <a:pt x="647" y="86870"/>
                </a:cubicBezTo>
                <a:cubicBezTo>
                  <a:pt x="772" y="87741"/>
                  <a:pt x="1070" y="88961"/>
                  <a:pt x="1319" y="89882"/>
                </a:cubicBezTo>
                <a:cubicBezTo>
                  <a:pt x="1319" y="89907"/>
                  <a:pt x="1344" y="89981"/>
                  <a:pt x="1344" y="90006"/>
                </a:cubicBezTo>
                <a:cubicBezTo>
                  <a:pt x="1369" y="90081"/>
                  <a:pt x="1369" y="90131"/>
                  <a:pt x="1394" y="90205"/>
                </a:cubicBezTo>
                <a:cubicBezTo>
                  <a:pt x="1444" y="90255"/>
                  <a:pt x="1444" y="90355"/>
                  <a:pt x="1469" y="90404"/>
                </a:cubicBezTo>
                <a:cubicBezTo>
                  <a:pt x="1618" y="90952"/>
                  <a:pt x="1817" y="91500"/>
                  <a:pt x="1991" y="92072"/>
                </a:cubicBezTo>
                <a:cubicBezTo>
                  <a:pt x="2016" y="92122"/>
                  <a:pt x="2066" y="92221"/>
                  <a:pt x="2066" y="92271"/>
                </a:cubicBezTo>
                <a:cubicBezTo>
                  <a:pt x="2066" y="92321"/>
                  <a:pt x="2066" y="92321"/>
                  <a:pt x="2091" y="92346"/>
                </a:cubicBezTo>
                <a:cubicBezTo>
                  <a:pt x="2191" y="92620"/>
                  <a:pt x="2265" y="92943"/>
                  <a:pt x="2365" y="93217"/>
                </a:cubicBezTo>
                <a:cubicBezTo>
                  <a:pt x="2439" y="93441"/>
                  <a:pt x="2514" y="93615"/>
                  <a:pt x="2589" y="93839"/>
                </a:cubicBezTo>
                <a:cubicBezTo>
                  <a:pt x="2688" y="94138"/>
                  <a:pt x="2813" y="94437"/>
                  <a:pt x="2888" y="94710"/>
                </a:cubicBezTo>
                <a:lnTo>
                  <a:pt x="2888" y="94735"/>
                </a:lnTo>
                <a:cubicBezTo>
                  <a:pt x="2962" y="94885"/>
                  <a:pt x="3087" y="95183"/>
                  <a:pt x="3236" y="95557"/>
                </a:cubicBezTo>
                <a:cubicBezTo>
                  <a:pt x="3311" y="95681"/>
                  <a:pt x="3360" y="95831"/>
                  <a:pt x="3460" y="96005"/>
                </a:cubicBezTo>
                <a:cubicBezTo>
                  <a:pt x="3560" y="96229"/>
                  <a:pt x="3684" y="96478"/>
                  <a:pt x="3809" y="96752"/>
                </a:cubicBezTo>
                <a:cubicBezTo>
                  <a:pt x="4232" y="97623"/>
                  <a:pt x="4804" y="98693"/>
                  <a:pt x="5501" y="99863"/>
                </a:cubicBezTo>
                <a:cubicBezTo>
                  <a:pt x="5725" y="100211"/>
                  <a:pt x="5874" y="100485"/>
                  <a:pt x="5999" y="100684"/>
                </a:cubicBezTo>
                <a:cubicBezTo>
                  <a:pt x="6248" y="101083"/>
                  <a:pt x="6547" y="101456"/>
                  <a:pt x="6795" y="101804"/>
                </a:cubicBezTo>
                <a:cubicBezTo>
                  <a:pt x="6970" y="102078"/>
                  <a:pt x="7194" y="102327"/>
                  <a:pt x="7368" y="102626"/>
                </a:cubicBezTo>
                <a:cubicBezTo>
                  <a:pt x="7418" y="102676"/>
                  <a:pt x="7467" y="102750"/>
                  <a:pt x="7492" y="102775"/>
                </a:cubicBezTo>
                <a:cubicBezTo>
                  <a:pt x="7841" y="103198"/>
                  <a:pt x="8189" y="103621"/>
                  <a:pt x="8463" y="103995"/>
                </a:cubicBezTo>
                <a:cubicBezTo>
                  <a:pt x="8612" y="104169"/>
                  <a:pt x="8812" y="104393"/>
                  <a:pt x="8961" y="104567"/>
                </a:cubicBezTo>
                <a:cubicBezTo>
                  <a:pt x="9085" y="104742"/>
                  <a:pt x="9235" y="104891"/>
                  <a:pt x="9334" y="105015"/>
                </a:cubicBezTo>
                <a:cubicBezTo>
                  <a:pt x="9683" y="105389"/>
                  <a:pt x="9932" y="105662"/>
                  <a:pt x="10056" y="105762"/>
                </a:cubicBezTo>
                <a:cubicBezTo>
                  <a:pt x="10106" y="105812"/>
                  <a:pt x="10181" y="105911"/>
                  <a:pt x="10280" y="105961"/>
                </a:cubicBezTo>
                <a:lnTo>
                  <a:pt x="10405" y="106086"/>
                </a:lnTo>
                <a:cubicBezTo>
                  <a:pt x="10554" y="106260"/>
                  <a:pt x="10728" y="106409"/>
                  <a:pt x="10902" y="106559"/>
                </a:cubicBezTo>
                <a:cubicBezTo>
                  <a:pt x="11226" y="106907"/>
                  <a:pt x="11599" y="107256"/>
                  <a:pt x="11973" y="107579"/>
                </a:cubicBezTo>
                <a:cubicBezTo>
                  <a:pt x="12296" y="107878"/>
                  <a:pt x="12645" y="108152"/>
                  <a:pt x="12944" y="108425"/>
                </a:cubicBezTo>
                <a:cubicBezTo>
                  <a:pt x="13018" y="108450"/>
                  <a:pt x="13043" y="108525"/>
                  <a:pt x="13093" y="108550"/>
                </a:cubicBezTo>
                <a:cubicBezTo>
                  <a:pt x="13815" y="109147"/>
                  <a:pt x="14661" y="109770"/>
                  <a:pt x="15657" y="110417"/>
                </a:cubicBezTo>
                <a:cubicBezTo>
                  <a:pt x="15756" y="110491"/>
                  <a:pt x="15806" y="110541"/>
                  <a:pt x="15906" y="110616"/>
                </a:cubicBezTo>
                <a:cubicBezTo>
                  <a:pt x="16055" y="110690"/>
                  <a:pt x="16204" y="110790"/>
                  <a:pt x="16379" y="110914"/>
                </a:cubicBezTo>
                <a:cubicBezTo>
                  <a:pt x="16428" y="110939"/>
                  <a:pt x="16453" y="110989"/>
                  <a:pt x="16503" y="111014"/>
                </a:cubicBezTo>
                <a:cubicBezTo>
                  <a:pt x="16528" y="111039"/>
                  <a:pt x="16553" y="111039"/>
                  <a:pt x="16578" y="111064"/>
                </a:cubicBezTo>
                <a:cubicBezTo>
                  <a:pt x="16901" y="111288"/>
                  <a:pt x="17250" y="111487"/>
                  <a:pt x="17548" y="111661"/>
                </a:cubicBezTo>
                <a:cubicBezTo>
                  <a:pt x="17573" y="111686"/>
                  <a:pt x="17623" y="111686"/>
                  <a:pt x="17648" y="111736"/>
                </a:cubicBezTo>
                <a:cubicBezTo>
                  <a:pt x="19789" y="112980"/>
                  <a:pt x="21481" y="113652"/>
                  <a:pt x="21855" y="113777"/>
                </a:cubicBezTo>
                <a:cubicBezTo>
                  <a:pt x="22029" y="113852"/>
                  <a:pt x="22178" y="113926"/>
                  <a:pt x="22402" y="114001"/>
                </a:cubicBezTo>
                <a:lnTo>
                  <a:pt x="22427" y="114026"/>
                </a:lnTo>
                <a:cubicBezTo>
                  <a:pt x="22651" y="114125"/>
                  <a:pt x="22875" y="114175"/>
                  <a:pt x="23049" y="114275"/>
                </a:cubicBezTo>
                <a:cubicBezTo>
                  <a:pt x="23174" y="114349"/>
                  <a:pt x="23298" y="114374"/>
                  <a:pt x="23423" y="114399"/>
                </a:cubicBezTo>
                <a:lnTo>
                  <a:pt x="24169" y="114673"/>
                </a:lnTo>
                <a:cubicBezTo>
                  <a:pt x="25787" y="115246"/>
                  <a:pt x="27455" y="115644"/>
                  <a:pt x="28650" y="115893"/>
                </a:cubicBezTo>
                <a:cubicBezTo>
                  <a:pt x="28849" y="115918"/>
                  <a:pt x="29023" y="115967"/>
                  <a:pt x="29197" y="116017"/>
                </a:cubicBezTo>
                <a:cubicBezTo>
                  <a:pt x="29695" y="116117"/>
                  <a:pt x="30069" y="116166"/>
                  <a:pt x="30243" y="116216"/>
                </a:cubicBezTo>
                <a:lnTo>
                  <a:pt x="30342" y="116216"/>
                </a:lnTo>
                <a:cubicBezTo>
                  <a:pt x="30517" y="116241"/>
                  <a:pt x="30691" y="116266"/>
                  <a:pt x="30865" y="116266"/>
                </a:cubicBezTo>
                <a:lnTo>
                  <a:pt x="30990" y="116266"/>
                </a:lnTo>
                <a:cubicBezTo>
                  <a:pt x="31711" y="116366"/>
                  <a:pt x="32483" y="116490"/>
                  <a:pt x="33130" y="116540"/>
                </a:cubicBezTo>
                <a:lnTo>
                  <a:pt x="33205" y="116540"/>
                </a:lnTo>
                <a:cubicBezTo>
                  <a:pt x="33255" y="116540"/>
                  <a:pt x="33354" y="116540"/>
                  <a:pt x="33429" y="116590"/>
                </a:cubicBezTo>
                <a:cubicBezTo>
                  <a:pt x="34176" y="116639"/>
                  <a:pt x="34997" y="116714"/>
                  <a:pt x="35918" y="116739"/>
                </a:cubicBezTo>
                <a:cubicBezTo>
                  <a:pt x="36441" y="116764"/>
                  <a:pt x="36963" y="116764"/>
                  <a:pt x="37461" y="116764"/>
                </a:cubicBezTo>
                <a:lnTo>
                  <a:pt x="38357" y="116764"/>
                </a:lnTo>
                <a:cubicBezTo>
                  <a:pt x="38706" y="116764"/>
                  <a:pt x="39079" y="116764"/>
                  <a:pt x="39477" y="116739"/>
                </a:cubicBezTo>
                <a:cubicBezTo>
                  <a:pt x="41270" y="116664"/>
                  <a:pt x="43136" y="116490"/>
                  <a:pt x="44779" y="116266"/>
                </a:cubicBezTo>
                <a:cubicBezTo>
                  <a:pt x="45252" y="116216"/>
                  <a:pt x="45750" y="116142"/>
                  <a:pt x="46273" y="116042"/>
                </a:cubicBezTo>
                <a:cubicBezTo>
                  <a:pt x="47019" y="115918"/>
                  <a:pt x="47741" y="115793"/>
                  <a:pt x="48289" y="115669"/>
                </a:cubicBezTo>
                <a:cubicBezTo>
                  <a:pt x="48538" y="115619"/>
                  <a:pt x="48762" y="115594"/>
                  <a:pt x="48986" y="115519"/>
                </a:cubicBezTo>
                <a:cubicBezTo>
                  <a:pt x="49036" y="115519"/>
                  <a:pt x="49135" y="115494"/>
                  <a:pt x="49185" y="115494"/>
                </a:cubicBezTo>
                <a:lnTo>
                  <a:pt x="49484" y="115420"/>
                </a:lnTo>
                <a:cubicBezTo>
                  <a:pt x="50305" y="115246"/>
                  <a:pt x="51351" y="114997"/>
                  <a:pt x="52371" y="114723"/>
                </a:cubicBezTo>
                <a:lnTo>
                  <a:pt x="52421" y="114723"/>
                </a:lnTo>
                <a:cubicBezTo>
                  <a:pt x="54462" y="114150"/>
                  <a:pt x="55831" y="113727"/>
                  <a:pt x="56528" y="113428"/>
                </a:cubicBezTo>
                <a:cubicBezTo>
                  <a:pt x="56876" y="113304"/>
                  <a:pt x="57200" y="113229"/>
                  <a:pt x="57374" y="113130"/>
                </a:cubicBezTo>
                <a:cubicBezTo>
                  <a:pt x="57698" y="113005"/>
                  <a:pt x="57996" y="112881"/>
                  <a:pt x="58345" y="112756"/>
                </a:cubicBezTo>
                <a:lnTo>
                  <a:pt x="58519" y="112682"/>
                </a:lnTo>
                <a:cubicBezTo>
                  <a:pt x="59316" y="112408"/>
                  <a:pt x="60212" y="112059"/>
                  <a:pt x="60983" y="111736"/>
                </a:cubicBezTo>
                <a:cubicBezTo>
                  <a:pt x="63224" y="110815"/>
                  <a:pt x="64717" y="110068"/>
                  <a:pt x="68550" y="108077"/>
                </a:cubicBezTo>
                <a:cubicBezTo>
                  <a:pt x="68824" y="107928"/>
                  <a:pt x="69197" y="107753"/>
                  <a:pt x="69571" y="107529"/>
                </a:cubicBezTo>
                <a:cubicBezTo>
                  <a:pt x="70069" y="107256"/>
                  <a:pt x="70641" y="106932"/>
                  <a:pt x="71214" y="106559"/>
                </a:cubicBezTo>
                <a:cubicBezTo>
                  <a:pt x="73006" y="105513"/>
                  <a:pt x="75022" y="104219"/>
                  <a:pt x="76491" y="103223"/>
                </a:cubicBezTo>
                <a:cubicBezTo>
                  <a:pt x="76565" y="103173"/>
                  <a:pt x="76690" y="103074"/>
                  <a:pt x="76789" y="103024"/>
                </a:cubicBezTo>
                <a:cubicBezTo>
                  <a:pt x="77188" y="102725"/>
                  <a:pt x="77561" y="102476"/>
                  <a:pt x="77934" y="102228"/>
                </a:cubicBezTo>
                <a:lnTo>
                  <a:pt x="78482" y="101854"/>
                </a:lnTo>
                <a:cubicBezTo>
                  <a:pt x="79677" y="101033"/>
                  <a:pt x="80896" y="100087"/>
                  <a:pt x="82041" y="99191"/>
                </a:cubicBezTo>
                <a:cubicBezTo>
                  <a:pt x="82091" y="99166"/>
                  <a:pt x="82141" y="99116"/>
                  <a:pt x="82216" y="99091"/>
                </a:cubicBezTo>
                <a:cubicBezTo>
                  <a:pt x="83336" y="98245"/>
                  <a:pt x="84754" y="97050"/>
                  <a:pt x="85725" y="96229"/>
                </a:cubicBezTo>
                <a:cubicBezTo>
                  <a:pt x="85750" y="96229"/>
                  <a:pt x="85750" y="96204"/>
                  <a:pt x="85775" y="96204"/>
                </a:cubicBezTo>
                <a:lnTo>
                  <a:pt x="85825" y="96179"/>
                </a:lnTo>
                <a:cubicBezTo>
                  <a:pt x="86347" y="95731"/>
                  <a:pt x="87020" y="95134"/>
                  <a:pt x="87741" y="94486"/>
                </a:cubicBezTo>
                <a:lnTo>
                  <a:pt x="87766" y="94462"/>
                </a:lnTo>
                <a:cubicBezTo>
                  <a:pt x="87866" y="94362"/>
                  <a:pt x="87965" y="94262"/>
                  <a:pt x="88090" y="94188"/>
                </a:cubicBezTo>
                <a:cubicBezTo>
                  <a:pt x="88712" y="93615"/>
                  <a:pt x="89309" y="93068"/>
                  <a:pt x="89882" y="92520"/>
                </a:cubicBezTo>
                <a:cubicBezTo>
                  <a:pt x="90006" y="92396"/>
                  <a:pt x="90131" y="92321"/>
                  <a:pt x="90255" y="92196"/>
                </a:cubicBezTo>
                <a:cubicBezTo>
                  <a:pt x="91201" y="91276"/>
                  <a:pt x="92048" y="90479"/>
                  <a:pt x="92545" y="89981"/>
                </a:cubicBezTo>
                <a:cubicBezTo>
                  <a:pt x="92744" y="89732"/>
                  <a:pt x="92993" y="89483"/>
                  <a:pt x="93242" y="89234"/>
                </a:cubicBezTo>
                <a:lnTo>
                  <a:pt x="93466" y="89010"/>
                </a:lnTo>
                <a:cubicBezTo>
                  <a:pt x="94213" y="88239"/>
                  <a:pt x="94985" y="87467"/>
                  <a:pt x="95607" y="86770"/>
                </a:cubicBezTo>
                <a:cubicBezTo>
                  <a:pt x="96080" y="86248"/>
                  <a:pt x="96478" y="85775"/>
                  <a:pt x="96851" y="85376"/>
                </a:cubicBezTo>
                <a:cubicBezTo>
                  <a:pt x="97175" y="85028"/>
                  <a:pt x="97424" y="84754"/>
                  <a:pt x="97673" y="84480"/>
                </a:cubicBezTo>
                <a:cubicBezTo>
                  <a:pt x="97797" y="84306"/>
                  <a:pt x="97922" y="84182"/>
                  <a:pt x="98021" y="84057"/>
                </a:cubicBezTo>
                <a:cubicBezTo>
                  <a:pt x="98196" y="83858"/>
                  <a:pt x="98395" y="83659"/>
                  <a:pt x="98544" y="83485"/>
                </a:cubicBezTo>
                <a:cubicBezTo>
                  <a:pt x="98818" y="83161"/>
                  <a:pt x="99092" y="82813"/>
                  <a:pt x="99390" y="82489"/>
                </a:cubicBezTo>
                <a:cubicBezTo>
                  <a:pt x="100013" y="81742"/>
                  <a:pt x="100436" y="81170"/>
                  <a:pt x="101207" y="80174"/>
                </a:cubicBezTo>
                <a:cubicBezTo>
                  <a:pt x="101257" y="80149"/>
                  <a:pt x="101282" y="80075"/>
                  <a:pt x="101307" y="80050"/>
                </a:cubicBezTo>
                <a:lnTo>
                  <a:pt x="101332" y="80025"/>
                </a:lnTo>
                <a:cubicBezTo>
                  <a:pt x="102203" y="78905"/>
                  <a:pt x="103199" y="77585"/>
                  <a:pt x="103896" y="76590"/>
                </a:cubicBezTo>
                <a:cubicBezTo>
                  <a:pt x="103945" y="76515"/>
                  <a:pt x="104045" y="76391"/>
                  <a:pt x="104120" y="76291"/>
                </a:cubicBezTo>
                <a:cubicBezTo>
                  <a:pt x="105663" y="74076"/>
                  <a:pt x="107107" y="71836"/>
                  <a:pt x="108401" y="69595"/>
                </a:cubicBezTo>
                <a:cubicBezTo>
                  <a:pt x="108401" y="69571"/>
                  <a:pt x="108426" y="69546"/>
                  <a:pt x="108476" y="69546"/>
                </a:cubicBezTo>
                <a:cubicBezTo>
                  <a:pt x="108525" y="69421"/>
                  <a:pt x="108675" y="69197"/>
                  <a:pt x="108849" y="68923"/>
                </a:cubicBezTo>
                <a:cubicBezTo>
                  <a:pt x="108899" y="68799"/>
                  <a:pt x="108998" y="68625"/>
                  <a:pt x="109098" y="68475"/>
                </a:cubicBezTo>
                <a:cubicBezTo>
                  <a:pt x="109347" y="68077"/>
                  <a:pt x="109621" y="67554"/>
                  <a:pt x="109919" y="66982"/>
                </a:cubicBezTo>
                <a:cubicBezTo>
                  <a:pt x="110118" y="66609"/>
                  <a:pt x="110342" y="66235"/>
                  <a:pt x="110542" y="65837"/>
                </a:cubicBezTo>
                <a:cubicBezTo>
                  <a:pt x="110766" y="65439"/>
                  <a:pt x="110990" y="65016"/>
                  <a:pt x="111164" y="64592"/>
                </a:cubicBezTo>
                <a:cubicBezTo>
                  <a:pt x="111288" y="64368"/>
                  <a:pt x="111388" y="64119"/>
                  <a:pt x="111512" y="63871"/>
                </a:cubicBezTo>
                <a:cubicBezTo>
                  <a:pt x="111836" y="63223"/>
                  <a:pt x="112135" y="62526"/>
                  <a:pt x="112458" y="61879"/>
                </a:cubicBezTo>
                <a:lnTo>
                  <a:pt x="112458" y="61854"/>
                </a:lnTo>
                <a:cubicBezTo>
                  <a:pt x="112458" y="61829"/>
                  <a:pt x="112483" y="61829"/>
                  <a:pt x="112483" y="61780"/>
                </a:cubicBezTo>
                <a:cubicBezTo>
                  <a:pt x="112632" y="61481"/>
                  <a:pt x="112757" y="61157"/>
                  <a:pt x="112881" y="60859"/>
                </a:cubicBezTo>
                <a:cubicBezTo>
                  <a:pt x="113504" y="59415"/>
                  <a:pt x="114076" y="58046"/>
                  <a:pt x="114524" y="56752"/>
                </a:cubicBezTo>
                <a:cubicBezTo>
                  <a:pt x="114574" y="56627"/>
                  <a:pt x="114599" y="56528"/>
                  <a:pt x="114649" y="56428"/>
                </a:cubicBezTo>
                <a:lnTo>
                  <a:pt x="115221" y="54860"/>
                </a:lnTo>
                <a:cubicBezTo>
                  <a:pt x="115246" y="54785"/>
                  <a:pt x="115271" y="54686"/>
                  <a:pt x="115271" y="54636"/>
                </a:cubicBezTo>
                <a:cubicBezTo>
                  <a:pt x="115470" y="54138"/>
                  <a:pt x="115619" y="53541"/>
                  <a:pt x="115819" y="52993"/>
                </a:cubicBezTo>
                <a:cubicBezTo>
                  <a:pt x="116117" y="51948"/>
                  <a:pt x="116391" y="50952"/>
                  <a:pt x="116615" y="50056"/>
                </a:cubicBezTo>
                <a:cubicBezTo>
                  <a:pt x="116839" y="49185"/>
                  <a:pt x="117063" y="48189"/>
                  <a:pt x="117212" y="47393"/>
                </a:cubicBezTo>
                <a:lnTo>
                  <a:pt x="117312" y="46920"/>
                </a:lnTo>
                <a:lnTo>
                  <a:pt x="117312" y="46895"/>
                </a:lnTo>
                <a:cubicBezTo>
                  <a:pt x="117586" y="45401"/>
                  <a:pt x="117735" y="44207"/>
                  <a:pt x="117835" y="43360"/>
                </a:cubicBezTo>
                <a:cubicBezTo>
                  <a:pt x="117860" y="43037"/>
                  <a:pt x="117934" y="42663"/>
                  <a:pt x="117959" y="42315"/>
                </a:cubicBezTo>
                <a:cubicBezTo>
                  <a:pt x="117959" y="42215"/>
                  <a:pt x="117984" y="42116"/>
                  <a:pt x="117984" y="42066"/>
                </a:cubicBezTo>
                <a:cubicBezTo>
                  <a:pt x="118084" y="41120"/>
                  <a:pt x="118183" y="39950"/>
                  <a:pt x="118183" y="38980"/>
                </a:cubicBezTo>
                <a:lnTo>
                  <a:pt x="118183" y="38731"/>
                </a:lnTo>
                <a:cubicBezTo>
                  <a:pt x="118308" y="37113"/>
                  <a:pt x="118283" y="36167"/>
                  <a:pt x="118283" y="36117"/>
                </a:cubicBezTo>
                <a:cubicBezTo>
                  <a:pt x="118233" y="35818"/>
                  <a:pt x="118233" y="35445"/>
                  <a:pt x="118208" y="35072"/>
                </a:cubicBezTo>
                <a:cubicBezTo>
                  <a:pt x="118183" y="34474"/>
                  <a:pt x="118158" y="33927"/>
                  <a:pt x="118109" y="33429"/>
                </a:cubicBezTo>
                <a:cubicBezTo>
                  <a:pt x="118084" y="33105"/>
                  <a:pt x="117984" y="31836"/>
                  <a:pt x="117660" y="29994"/>
                </a:cubicBezTo>
                <a:cubicBezTo>
                  <a:pt x="117586" y="29571"/>
                  <a:pt x="117486" y="29098"/>
                  <a:pt x="117362" y="28600"/>
                </a:cubicBezTo>
                <a:cubicBezTo>
                  <a:pt x="117287" y="28127"/>
                  <a:pt x="117163" y="27654"/>
                  <a:pt x="117038" y="27156"/>
                </a:cubicBezTo>
                <a:lnTo>
                  <a:pt x="116964" y="26957"/>
                </a:lnTo>
                <a:cubicBezTo>
                  <a:pt x="116715" y="26111"/>
                  <a:pt x="116441" y="25115"/>
                  <a:pt x="116043" y="23921"/>
                </a:cubicBezTo>
                <a:cubicBezTo>
                  <a:pt x="115918" y="23597"/>
                  <a:pt x="115819" y="23273"/>
                  <a:pt x="115694" y="23000"/>
                </a:cubicBezTo>
                <a:cubicBezTo>
                  <a:pt x="115445" y="22352"/>
                  <a:pt x="114798" y="20660"/>
                  <a:pt x="114126" y="19440"/>
                </a:cubicBezTo>
                <a:cubicBezTo>
                  <a:pt x="112732" y="16677"/>
                  <a:pt x="111214" y="14661"/>
                  <a:pt x="111189" y="14661"/>
                </a:cubicBezTo>
                <a:cubicBezTo>
                  <a:pt x="110318" y="13441"/>
                  <a:pt x="109073" y="12048"/>
                  <a:pt x="108227" y="11127"/>
                </a:cubicBezTo>
                <a:cubicBezTo>
                  <a:pt x="108127" y="11052"/>
                  <a:pt x="108077" y="10952"/>
                  <a:pt x="107978" y="10853"/>
                </a:cubicBezTo>
                <a:cubicBezTo>
                  <a:pt x="107953" y="10828"/>
                  <a:pt x="107878" y="10803"/>
                  <a:pt x="107853" y="10728"/>
                </a:cubicBezTo>
                <a:cubicBezTo>
                  <a:pt x="107480" y="10330"/>
                  <a:pt x="107007" y="9932"/>
                  <a:pt x="106609" y="9558"/>
                </a:cubicBezTo>
                <a:cubicBezTo>
                  <a:pt x="106410" y="9409"/>
                  <a:pt x="106260" y="9235"/>
                  <a:pt x="106111" y="9110"/>
                </a:cubicBezTo>
                <a:cubicBezTo>
                  <a:pt x="105763" y="8812"/>
                  <a:pt x="105414" y="8563"/>
                  <a:pt x="105115" y="8289"/>
                </a:cubicBezTo>
                <a:cubicBezTo>
                  <a:pt x="105016" y="8214"/>
                  <a:pt x="104916" y="8115"/>
                  <a:pt x="104842" y="8065"/>
                </a:cubicBezTo>
                <a:cubicBezTo>
                  <a:pt x="104269" y="7617"/>
                  <a:pt x="103746" y="7219"/>
                  <a:pt x="103249" y="6870"/>
                </a:cubicBezTo>
                <a:cubicBezTo>
                  <a:pt x="103000" y="6696"/>
                  <a:pt x="102751" y="6522"/>
                  <a:pt x="102502" y="6347"/>
                </a:cubicBezTo>
                <a:cubicBezTo>
                  <a:pt x="102477" y="6347"/>
                  <a:pt x="102477" y="6323"/>
                  <a:pt x="102427" y="6323"/>
                </a:cubicBezTo>
                <a:cubicBezTo>
                  <a:pt x="101481" y="5700"/>
                  <a:pt x="100635" y="5178"/>
                  <a:pt x="99938" y="4779"/>
                </a:cubicBezTo>
                <a:cubicBezTo>
                  <a:pt x="99764" y="4705"/>
                  <a:pt x="99614" y="4605"/>
                  <a:pt x="99415" y="4506"/>
                </a:cubicBezTo>
                <a:cubicBezTo>
                  <a:pt x="99291" y="4456"/>
                  <a:pt x="99191" y="4381"/>
                  <a:pt x="99067" y="4331"/>
                </a:cubicBezTo>
                <a:cubicBezTo>
                  <a:pt x="98818" y="4207"/>
                  <a:pt x="98569" y="4082"/>
                  <a:pt x="98295" y="3958"/>
                </a:cubicBezTo>
                <a:cubicBezTo>
                  <a:pt x="98171" y="3883"/>
                  <a:pt x="98046" y="3833"/>
                  <a:pt x="97897" y="3759"/>
                </a:cubicBezTo>
                <a:cubicBezTo>
                  <a:pt x="97648" y="3634"/>
                  <a:pt x="97399" y="3535"/>
                  <a:pt x="97150" y="3410"/>
                </a:cubicBezTo>
                <a:cubicBezTo>
                  <a:pt x="97001" y="3361"/>
                  <a:pt x="96876" y="3286"/>
                  <a:pt x="96702" y="3236"/>
                </a:cubicBezTo>
                <a:cubicBezTo>
                  <a:pt x="96528" y="3137"/>
                  <a:pt x="96329" y="3087"/>
                  <a:pt x="96155" y="2987"/>
                </a:cubicBezTo>
                <a:cubicBezTo>
                  <a:pt x="95756" y="2838"/>
                  <a:pt x="95383" y="2664"/>
                  <a:pt x="95034" y="2539"/>
                </a:cubicBezTo>
                <a:cubicBezTo>
                  <a:pt x="95010" y="2539"/>
                  <a:pt x="95010" y="2514"/>
                  <a:pt x="94960" y="2514"/>
                </a:cubicBezTo>
                <a:cubicBezTo>
                  <a:pt x="94835" y="2464"/>
                  <a:pt x="94711" y="2415"/>
                  <a:pt x="94586" y="2365"/>
                </a:cubicBezTo>
                <a:cubicBezTo>
                  <a:pt x="94188" y="2216"/>
                  <a:pt x="93790" y="2091"/>
                  <a:pt x="93417" y="1967"/>
                </a:cubicBezTo>
                <a:cubicBezTo>
                  <a:pt x="92944" y="1792"/>
                  <a:pt x="92471" y="1668"/>
                  <a:pt x="92048" y="1519"/>
                </a:cubicBezTo>
                <a:cubicBezTo>
                  <a:pt x="92023" y="1519"/>
                  <a:pt x="91973" y="1494"/>
                  <a:pt x="91948" y="1494"/>
                </a:cubicBezTo>
                <a:cubicBezTo>
                  <a:pt x="91052" y="1220"/>
                  <a:pt x="89932" y="996"/>
                  <a:pt x="88861" y="772"/>
                </a:cubicBezTo>
                <a:cubicBezTo>
                  <a:pt x="88737" y="747"/>
                  <a:pt x="88662" y="747"/>
                  <a:pt x="88538" y="722"/>
                </a:cubicBezTo>
                <a:lnTo>
                  <a:pt x="88463" y="722"/>
                </a:lnTo>
                <a:cubicBezTo>
                  <a:pt x="88413" y="722"/>
                  <a:pt x="88364" y="672"/>
                  <a:pt x="88314" y="672"/>
                </a:cubicBezTo>
                <a:cubicBezTo>
                  <a:pt x="88189" y="647"/>
                  <a:pt x="88090" y="647"/>
                  <a:pt x="87965" y="623"/>
                </a:cubicBezTo>
                <a:cubicBezTo>
                  <a:pt x="87368" y="523"/>
                  <a:pt x="86696" y="423"/>
                  <a:pt x="85999" y="349"/>
                </a:cubicBezTo>
                <a:cubicBezTo>
                  <a:pt x="85850" y="299"/>
                  <a:pt x="85700" y="299"/>
                  <a:pt x="85576" y="274"/>
                </a:cubicBezTo>
                <a:lnTo>
                  <a:pt x="85551" y="274"/>
                </a:lnTo>
                <a:lnTo>
                  <a:pt x="84954" y="224"/>
                </a:lnTo>
                <a:cubicBezTo>
                  <a:pt x="83734" y="50"/>
                  <a:pt x="82141" y="0"/>
                  <a:pt x="80647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895" name="Google Shape;895;p46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099737" y="826250"/>
            <a:ext cx="6944525" cy="2756750"/>
          </a:xfrm>
          <a:prstGeom prst="rect">
            <a:avLst/>
          </a:prstGeom>
          <a:noFill/>
          <a:ln>
            <a:noFill/>
          </a:ln>
        </p:spPr>
      </p:pic>
      <p:sp>
        <p:nvSpPr>
          <p:cNvPr id="896" name="Google Shape;896;p46"/>
          <p:cNvSpPr txBox="1"/>
          <p:nvPr>
            <p:ph type="title"/>
          </p:nvPr>
        </p:nvSpPr>
        <p:spPr>
          <a:xfrm>
            <a:off x="811950" y="213970"/>
            <a:ext cx="7520100" cy="653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3600"/>
              <a:t>Q4 Analysis</a:t>
            </a:r>
            <a:endParaRPr sz="3600"/>
          </a:p>
        </p:txBody>
      </p:sp>
      <p:sp>
        <p:nvSpPr>
          <p:cNvPr id="897" name="Google Shape;897;p46"/>
          <p:cNvSpPr txBox="1"/>
          <p:nvPr/>
        </p:nvSpPr>
        <p:spPr>
          <a:xfrm>
            <a:off x="2584200" y="3727175"/>
            <a:ext cx="3975600" cy="1046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chemeClr val="dk2"/>
                </a:solidFill>
                <a:latin typeface="Inter"/>
                <a:ea typeface="Inter"/>
                <a:cs typeface="Inter"/>
                <a:sym typeface="Inter"/>
              </a:rPr>
              <a:t>2008 Dates</a:t>
            </a:r>
            <a:r>
              <a:rPr lang="en">
                <a:solidFill>
                  <a:schemeClr val="dk2"/>
                </a:solidFill>
                <a:latin typeface="Inter"/>
                <a:ea typeface="Inter"/>
                <a:cs typeface="Inter"/>
                <a:sym typeface="Inter"/>
              </a:rPr>
              <a:t> - Global Financial Crisis</a:t>
            </a:r>
            <a:endParaRPr>
              <a:solidFill>
                <a:schemeClr val="dk2"/>
              </a:solidFill>
              <a:latin typeface="Inter"/>
              <a:ea typeface="Inter"/>
              <a:cs typeface="Inter"/>
              <a:sym typeface="Inter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chemeClr val="dk2"/>
                </a:solidFill>
                <a:latin typeface="Inter"/>
                <a:ea typeface="Inter"/>
                <a:cs typeface="Inter"/>
                <a:sym typeface="Inter"/>
              </a:rPr>
              <a:t>2020 Dates</a:t>
            </a:r>
            <a:r>
              <a:rPr lang="en">
                <a:solidFill>
                  <a:schemeClr val="dk2"/>
                </a:solidFill>
                <a:latin typeface="Inter"/>
                <a:ea typeface="Inter"/>
                <a:cs typeface="Inter"/>
                <a:sym typeface="Inter"/>
              </a:rPr>
              <a:t> - COVID 19 Crash</a:t>
            </a:r>
            <a:endParaRPr>
              <a:solidFill>
                <a:schemeClr val="dk2"/>
              </a:solidFill>
              <a:latin typeface="Inter"/>
              <a:ea typeface="Inter"/>
              <a:cs typeface="Inter"/>
              <a:sym typeface="Inter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chemeClr val="dk2"/>
                </a:solidFill>
                <a:latin typeface="Inter"/>
                <a:ea typeface="Inter"/>
                <a:cs typeface="Inter"/>
                <a:sym typeface="Inter"/>
              </a:rPr>
              <a:t>2025/04/09</a:t>
            </a:r>
            <a:r>
              <a:rPr lang="en">
                <a:solidFill>
                  <a:schemeClr val="dk2"/>
                </a:solidFill>
                <a:latin typeface="Inter"/>
                <a:ea typeface="Inter"/>
                <a:cs typeface="Inter"/>
                <a:sym typeface="Inter"/>
              </a:rPr>
              <a:t> - Trump's announcement of a 90-day pause on tariffs</a:t>
            </a:r>
            <a:endParaRPr>
              <a:solidFill>
                <a:schemeClr val="dk2"/>
              </a:solidFill>
              <a:latin typeface="Inter"/>
              <a:ea typeface="Inter"/>
              <a:cs typeface="Inter"/>
              <a:sym typeface="Inter"/>
            </a:endParaRP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01" name="Shape 9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2" name="Google Shape;902;p47"/>
          <p:cNvSpPr txBox="1"/>
          <p:nvPr>
            <p:ph idx="4294967295" type="title"/>
          </p:nvPr>
        </p:nvSpPr>
        <p:spPr>
          <a:xfrm>
            <a:off x="375450" y="175525"/>
            <a:ext cx="8393100" cy="1083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2"/>
                </a:solidFill>
              </a:rPr>
              <a:t>What This Means</a:t>
            </a:r>
            <a:endParaRPr>
              <a:solidFill>
                <a:schemeClr val="lt2"/>
              </a:solidFill>
            </a:endParaRPr>
          </a:p>
        </p:txBody>
      </p:sp>
      <p:sp>
        <p:nvSpPr>
          <p:cNvPr id="903" name="Google Shape;903;p47"/>
          <p:cNvSpPr txBox="1"/>
          <p:nvPr/>
        </p:nvSpPr>
        <p:spPr>
          <a:xfrm>
            <a:off x="6174375" y="858625"/>
            <a:ext cx="2978700" cy="400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dk2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904" name="Google Shape;904;p47"/>
          <p:cNvSpPr txBox="1"/>
          <p:nvPr/>
        </p:nvSpPr>
        <p:spPr>
          <a:xfrm>
            <a:off x="717825" y="1090550"/>
            <a:ext cx="3975600" cy="400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dk2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905" name="Google Shape;905;p47"/>
          <p:cNvSpPr txBox="1"/>
          <p:nvPr/>
        </p:nvSpPr>
        <p:spPr>
          <a:xfrm>
            <a:off x="1588950" y="941450"/>
            <a:ext cx="5966100" cy="1908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>
                <a:solidFill>
                  <a:schemeClr val="dk2"/>
                </a:solidFill>
                <a:latin typeface="Inter"/>
                <a:ea typeface="Inter"/>
                <a:cs typeface="Inter"/>
                <a:sym typeface="Inter"/>
              </a:rPr>
              <a:t>None of the S&amp;P 500’s top 5 best or worst days were caused by wars or conflicts. They were </a:t>
            </a:r>
            <a:r>
              <a:rPr lang="en" sz="1600">
                <a:solidFill>
                  <a:schemeClr val="dk2"/>
                </a:solidFill>
                <a:latin typeface="Inter"/>
                <a:ea typeface="Inter"/>
                <a:cs typeface="Inter"/>
                <a:sym typeface="Inter"/>
              </a:rPr>
              <a:t>caused</a:t>
            </a:r>
            <a:r>
              <a:rPr lang="en" sz="1600">
                <a:solidFill>
                  <a:schemeClr val="dk2"/>
                </a:solidFill>
                <a:latin typeface="Inter"/>
                <a:ea typeface="Inter"/>
                <a:cs typeface="Inter"/>
                <a:sym typeface="Inter"/>
              </a:rPr>
              <a:t> by financial disasters and </a:t>
            </a:r>
            <a:r>
              <a:rPr lang="en" sz="1600">
                <a:solidFill>
                  <a:schemeClr val="dk2"/>
                </a:solidFill>
                <a:latin typeface="Inter"/>
                <a:ea typeface="Inter"/>
                <a:cs typeface="Inter"/>
                <a:sym typeface="Inter"/>
              </a:rPr>
              <a:t>economic</a:t>
            </a:r>
            <a:r>
              <a:rPr lang="en" sz="1600">
                <a:solidFill>
                  <a:schemeClr val="dk2"/>
                </a:solidFill>
                <a:latin typeface="Inter"/>
                <a:ea typeface="Inter"/>
                <a:cs typeface="Inter"/>
                <a:sym typeface="Inter"/>
              </a:rPr>
              <a:t> shocks. </a:t>
            </a:r>
            <a:endParaRPr sz="1600">
              <a:solidFill>
                <a:schemeClr val="dk2"/>
              </a:solidFill>
              <a:latin typeface="Inter"/>
              <a:ea typeface="Inter"/>
              <a:cs typeface="Inter"/>
              <a:sym typeface="Inter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600">
              <a:solidFill>
                <a:schemeClr val="dk2"/>
              </a:solidFill>
              <a:latin typeface="Inter"/>
              <a:ea typeface="Inter"/>
              <a:cs typeface="Inter"/>
              <a:sym typeface="Inter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>
                <a:solidFill>
                  <a:schemeClr val="dk2"/>
                </a:solidFill>
                <a:latin typeface="Inter"/>
                <a:ea typeface="Inter"/>
                <a:cs typeface="Inter"/>
                <a:sym typeface="Inter"/>
              </a:rPr>
              <a:t>This emphasizes the </a:t>
            </a:r>
            <a:r>
              <a:rPr lang="en" sz="1600">
                <a:solidFill>
                  <a:schemeClr val="dk2"/>
                </a:solidFill>
                <a:latin typeface="Inter"/>
                <a:ea typeface="Inter"/>
                <a:cs typeface="Inter"/>
                <a:sym typeface="Inter"/>
              </a:rPr>
              <a:t>geographical</a:t>
            </a:r>
            <a:r>
              <a:rPr lang="en" sz="1600">
                <a:solidFill>
                  <a:schemeClr val="dk2"/>
                </a:solidFill>
                <a:latin typeface="Inter"/>
                <a:ea typeface="Inter"/>
                <a:cs typeface="Inter"/>
                <a:sym typeface="Inter"/>
              </a:rPr>
              <a:t> bounds of wars and how their influence targets specific sections of the economy (such as oil, defense stocks).</a:t>
            </a:r>
            <a:endParaRPr sz="1600">
              <a:solidFill>
                <a:schemeClr val="dk2"/>
              </a:solidFill>
              <a:latin typeface="Inter"/>
              <a:ea typeface="Inter"/>
              <a:cs typeface="Inter"/>
              <a:sym typeface="Inter"/>
            </a:endParaRPr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09" name="Shape 9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0" name="Google Shape;910;p48"/>
          <p:cNvSpPr txBox="1"/>
          <p:nvPr>
            <p:ph type="title"/>
          </p:nvPr>
        </p:nvSpPr>
        <p:spPr>
          <a:xfrm>
            <a:off x="3239225" y="755700"/>
            <a:ext cx="4770600" cy="3632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/>
              <a:t>How correlated are the gold, oil, and defense industry stocks during times of war and unrest?</a:t>
            </a:r>
            <a:endParaRPr sz="2000"/>
          </a:p>
        </p:txBody>
      </p:sp>
      <p:sp>
        <p:nvSpPr>
          <p:cNvPr id="911" name="Google Shape;911;p48"/>
          <p:cNvSpPr txBox="1"/>
          <p:nvPr>
            <p:ph idx="2" type="title"/>
          </p:nvPr>
        </p:nvSpPr>
        <p:spPr>
          <a:xfrm>
            <a:off x="1227150" y="754863"/>
            <a:ext cx="2076000" cy="1083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05</a:t>
            </a:r>
            <a:endParaRPr/>
          </a:p>
        </p:txBody>
      </p:sp>
      <p:sp>
        <p:nvSpPr>
          <p:cNvPr id="912" name="Google Shape;912;p48"/>
          <p:cNvSpPr/>
          <p:nvPr/>
        </p:nvSpPr>
        <p:spPr>
          <a:xfrm rot="1913091">
            <a:off x="-904286" y="2414166"/>
            <a:ext cx="3710747" cy="3662319"/>
          </a:xfrm>
          <a:custGeom>
            <a:rect b="b" l="l" r="r" t="t"/>
            <a:pathLst>
              <a:path extrusionOk="0" h="116764" w="118308">
                <a:moveTo>
                  <a:pt x="85119" y="611"/>
                </a:moveTo>
                <a:cubicBezTo>
                  <a:pt x="85338" y="611"/>
                  <a:pt x="85543" y="623"/>
                  <a:pt x="85725" y="623"/>
                </a:cubicBezTo>
                <a:lnTo>
                  <a:pt x="85850" y="623"/>
                </a:lnTo>
                <a:lnTo>
                  <a:pt x="86596" y="722"/>
                </a:lnTo>
                <a:cubicBezTo>
                  <a:pt x="87119" y="772"/>
                  <a:pt x="87642" y="871"/>
                  <a:pt x="88214" y="971"/>
                </a:cubicBezTo>
                <a:cubicBezTo>
                  <a:pt x="88314" y="996"/>
                  <a:pt x="88389" y="996"/>
                  <a:pt x="88488" y="1021"/>
                </a:cubicBezTo>
                <a:cubicBezTo>
                  <a:pt x="88861" y="1095"/>
                  <a:pt x="89260" y="1195"/>
                  <a:pt x="89633" y="1270"/>
                </a:cubicBezTo>
                <a:cubicBezTo>
                  <a:pt x="89807" y="1320"/>
                  <a:pt x="89982" y="1369"/>
                  <a:pt x="90131" y="1394"/>
                </a:cubicBezTo>
                <a:cubicBezTo>
                  <a:pt x="90230" y="1444"/>
                  <a:pt x="90305" y="1469"/>
                  <a:pt x="90380" y="1469"/>
                </a:cubicBezTo>
                <a:cubicBezTo>
                  <a:pt x="90547" y="1493"/>
                  <a:pt x="90691" y="1562"/>
                  <a:pt x="90812" y="1590"/>
                </a:cubicBezTo>
                <a:lnTo>
                  <a:pt x="90812" y="1590"/>
                </a:lnTo>
                <a:cubicBezTo>
                  <a:pt x="90120" y="1441"/>
                  <a:pt x="89428" y="1269"/>
                  <a:pt x="88712" y="1145"/>
                </a:cubicBezTo>
                <a:cubicBezTo>
                  <a:pt x="88637" y="1145"/>
                  <a:pt x="88563" y="1120"/>
                  <a:pt x="88488" y="1120"/>
                </a:cubicBezTo>
                <a:lnTo>
                  <a:pt x="87940" y="1021"/>
                </a:lnTo>
                <a:cubicBezTo>
                  <a:pt x="87219" y="896"/>
                  <a:pt x="86273" y="772"/>
                  <a:pt x="85451" y="697"/>
                </a:cubicBezTo>
                <a:lnTo>
                  <a:pt x="84904" y="623"/>
                </a:lnTo>
                <a:lnTo>
                  <a:pt x="84779" y="623"/>
                </a:lnTo>
                <a:cubicBezTo>
                  <a:pt x="84895" y="614"/>
                  <a:pt x="85009" y="611"/>
                  <a:pt x="85119" y="611"/>
                </a:cubicBezTo>
                <a:close/>
                <a:moveTo>
                  <a:pt x="81195" y="573"/>
                </a:moveTo>
                <a:cubicBezTo>
                  <a:pt x="81693" y="573"/>
                  <a:pt x="82216" y="598"/>
                  <a:pt x="82713" y="598"/>
                </a:cubicBezTo>
                <a:cubicBezTo>
                  <a:pt x="79726" y="598"/>
                  <a:pt x="76590" y="971"/>
                  <a:pt x="73304" y="1718"/>
                </a:cubicBezTo>
                <a:cubicBezTo>
                  <a:pt x="73155" y="1718"/>
                  <a:pt x="72981" y="1718"/>
                  <a:pt x="72807" y="1743"/>
                </a:cubicBezTo>
                <a:cubicBezTo>
                  <a:pt x="75744" y="1071"/>
                  <a:pt x="78532" y="697"/>
                  <a:pt x="81195" y="573"/>
                </a:cubicBezTo>
                <a:close/>
                <a:moveTo>
                  <a:pt x="80996" y="349"/>
                </a:moveTo>
                <a:cubicBezTo>
                  <a:pt x="81245" y="349"/>
                  <a:pt x="81469" y="349"/>
                  <a:pt x="81718" y="374"/>
                </a:cubicBezTo>
                <a:cubicBezTo>
                  <a:pt x="81568" y="374"/>
                  <a:pt x="81369" y="374"/>
                  <a:pt x="81220" y="399"/>
                </a:cubicBezTo>
                <a:lnTo>
                  <a:pt x="80747" y="399"/>
                </a:lnTo>
                <a:cubicBezTo>
                  <a:pt x="80025" y="399"/>
                  <a:pt x="79378" y="423"/>
                  <a:pt x="78781" y="473"/>
                </a:cubicBezTo>
                <a:cubicBezTo>
                  <a:pt x="77113" y="548"/>
                  <a:pt x="74997" y="747"/>
                  <a:pt x="73504" y="921"/>
                </a:cubicBezTo>
                <a:cubicBezTo>
                  <a:pt x="72309" y="1095"/>
                  <a:pt x="70790" y="1369"/>
                  <a:pt x="70019" y="1519"/>
                </a:cubicBezTo>
                <a:cubicBezTo>
                  <a:pt x="69397" y="1643"/>
                  <a:pt x="68799" y="1768"/>
                  <a:pt x="68202" y="1917"/>
                </a:cubicBezTo>
                <a:lnTo>
                  <a:pt x="67903" y="1917"/>
                </a:lnTo>
                <a:cubicBezTo>
                  <a:pt x="68177" y="1817"/>
                  <a:pt x="68451" y="1743"/>
                  <a:pt x="68749" y="1693"/>
                </a:cubicBezTo>
                <a:lnTo>
                  <a:pt x="68799" y="1693"/>
                </a:lnTo>
                <a:cubicBezTo>
                  <a:pt x="70542" y="1270"/>
                  <a:pt x="72184" y="996"/>
                  <a:pt x="73678" y="797"/>
                </a:cubicBezTo>
                <a:cubicBezTo>
                  <a:pt x="75146" y="623"/>
                  <a:pt x="77113" y="473"/>
                  <a:pt x="78706" y="374"/>
                </a:cubicBezTo>
                <a:cubicBezTo>
                  <a:pt x="79204" y="349"/>
                  <a:pt x="79702" y="349"/>
                  <a:pt x="80125" y="349"/>
                </a:cubicBezTo>
                <a:close/>
                <a:moveTo>
                  <a:pt x="77586" y="697"/>
                </a:moveTo>
                <a:cubicBezTo>
                  <a:pt x="75669" y="946"/>
                  <a:pt x="73728" y="1320"/>
                  <a:pt x="71662" y="1817"/>
                </a:cubicBezTo>
                <a:cubicBezTo>
                  <a:pt x="71064" y="1867"/>
                  <a:pt x="70492" y="1942"/>
                  <a:pt x="69870" y="1992"/>
                </a:cubicBezTo>
                <a:cubicBezTo>
                  <a:pt x="69546" y="1942"/>
                  <a:pt x="69247" y="1892"/>
                  <a:pt x="68924" y="1892"/>
                </a:cubicBezTo>
                <a:cubicBezTo>
                  <a:pt x="69272" y="1817"/>
                  <a:pt x="69646" y="1743"/>
                  <a:pt x="70019" y="1693"/>
                </a:cubicBezTo>
                <a:cubicBezTo>
                  <a:pt x="70815" y="1519"/>
                  <a:pt x="72309" y="1220"/>
                  <a:pt x="73504" y="1095"/>
                </a:cubicBezTo>
                <a:cubicBezTo>
                  <a:pt x="74649" y="946"/>
                  <a:pt x="76167" y="822"/>
                  <a:pt x="77586" y="697"/>
                </a:cubicBezTo>
                <a:close/>
                <a:moveTo>
                  <a:pt x="72284" y="1942"/>
                </a:moveTo>
                <a:cubicBezTo>
                  <a:pt x="72184" y="1967"/>
                  <a:pt x="72035" y="1992"/>
                  <a:pt x="71911" y="2016"/>
                </a:cubicBezTo>
                <a:cubicBezTo>
                  <a:pt x="71736" y="2016"/>
                  <a:pt x="71537" y="2066"/>
                  <a:pt x="71363" y="2066"/>
                </a:cubicBezTo>
                <a:cubicBezTo>
                  <a:pt x="71463" y="2016"/>
                  <a:pt x="71562" y="1992"/>
                  <a:pt x="71687" y="1967"/>
                </a:cubicBezTo>
                <a:cubicBezTo>
                  <a:pt x="71886" y="1942"/>
                  <a:pt x="72110" y="1942"/>
                  <a:pt x="72284" y="1942"/>
                </a:cubicBezTo>
                <a:close/>
                <a:moveTo>
                  <a:pt x="68508" y="2070"/>
                </a:moveTo>
                <a:cubicBezTo>
                  <a:pt x="68737" y="2070"/>
                  <a:pt x="68967" y="2099"/>
                  <a:pt x="69173" y="2116"/>
                </a:cubicBezTo>
                <a:cubicBezTo>
                  <a:pt x="69073" y="2116"/>
                  <a:pt x="68973" y="2141"/>
                  <a:pt x="68874" y="2141"/>
                </a:cubicBezTo>
                <a:cubicBezTo>
                  <a:pt x="68712" y="2128"/>
                  <a:pt x="68557" y="2122"/>
                  <a:pt x="68401" y="2122"/>
                </a:cubicBezTo>
                <a:cubicBezTo>
                  <a:pt x="68245" y="2122"/>
                  <a:pt x="68090" y="2128"/>
                  <a:pt x="67928" y="2141"/>
                </a:cubicBezTo>
                <a:cubicBezTo>
                  <a:pt x="68028" y="2116"/>
                  <a:pt x="68127" y="2116"/>
                  <a:pt x="68202" y="2091"/>
                </a:cubicBezTo>
                <a:cubicBezTo>
                  <a:pt x="68302" y="2076"/>
                  <a:pt x="68405" y="2070"/>
                  <a:pt x="68508" y="2070"/>
                </a:cubicBezTo>
                <a:close/>
                <a:moveTo>
                  <a:pt x="69870" y="2166"/>
                </a:moveTo>
                <a:cubicBezTo>
                  <a:pt x="69919" y="2216"/>
                  <a:pt x="70019" y="2216"/>
                  <a:pt x="70069" y="2216"/>
                </a:cubicBezTo>
                <a:cubicBezTo>
                  <a:pt x="70019" y="2216"/>
                  <a:pt x="69919" y="2240"/>
                  <a:pt x="69870" y="2240"/>
                </a:cubicBezTo>
                <a:cubicBezTo>
                  <a:pt x="69795" y="2240"/>
                  <a:pt x="69695" y="2216"/>
                  <a:pt x="69646" y="2216"/>
                </a:cubicBezTo>
                <a:cubicBezTo>
                  <a:pt x="69695" y="2216"/>
                  <a:pt x="69795" y="2166"/>
                  <a:pt x="69870" y="2166"/>
                </a:cubicBezTo>
                <a:close/>
                <a:moveTo>
                  <a:pt x="70691" y="2340"/>
                </a:moveTo>
                <a:cubicBezTo>
                  <a:pt x="70666" y="2340"/>
                  <a:pt x="70591" y="2365"/>
                  <a:pt x="70566" y="2365"/>
                </a:cubicBezTo>
                <a:cubicBezTo>
                  <a:pt x="70558" y="2365"/>
                  <a:pt x="70547" y="2362"/>
                  <a:pt x="70535" y="2359"/>
                </a:cubicBezTo>
                <a:lnTo>
                  <a:pt x="70535" y="2359"/>
                </a:lnTo>
                <a:cubicBezTo>
                  <a:pt x="70537" y="2359"/>
                  <a:pt x="70539" y="2359"/>
                  <a:pt x="70542" y="2359"/>
                </a:cubicBezTo>
                <a:cubicBezTo>
                  <a:pt x="70573" y="2359"/>
                  <a:pt x="70604" y="2352"/>
                  <a:pt x="70641" y="2340"/>
                </a:cubicBezTo>
                <a:close/>
                <a:moveTo>
                  <a:pt x="67057" y="2141"/>
                </a:moveTo>
                <a:cubicBezTo>
                  <a:pt x="66310" y="2340"/>
                  <a:pt x="65663" y="2514"/>
                  <a:pt x="65041" y="2713"/>
                </a:cubicBezTo>
                <a:cubicBezTo>
                  <a:pt x="65140" y="2664"/>
                  <a:pt x="65190" y="2639"/>
                  <a:pt x="65290" y="2614"/>
                </a:cubicBezTo>
                <a:cubicBezTo>
                  <a:pt x="65314" y="2614"/>
                  <a:pt x="65339" y="2589"/>
                  <a:pt x="65389" y="2589"/>
                </a:cubicBezTo>
                <a:cubicBezTo>
                  <a:pt x="65762" y="2464"/>
                  <a:pt x="66136" y="2340"/>
                  <a:pt x="66509" y="2240"/>
                </a:cubicBezTo>
                <a:cubicBezTo>
                  <a:pt x="66559" y="2240"/>
                  <a:pt x="66634" y="2216"/>
                  <a:pt x="66683" y="2216"/>
                </a:cubicBezTo>
                <a:lnTo>
                  <a:pt x="66708" y="2216"/>
                </a:lnTo>
                <a:cubicBezTo>
                  <a:pt x="66833" y="2166"/>
                  <a:pt x="66932" y="2166"/>
                  <a:pt x="67057" y="2141"/>
                </a:cubicBezTo>
                <a:close/>
                <a:moveTo>
                  <a:pt x="67729" y="2340"/>
                </a:moveTo>
                <a:cubicBezTo>
                  <a:pt x="67007" y="2464"/>
                  <a:pt x="66211" y="2639"/>
                  <a:pt x="65439" y="2838"/>
                </a:cubicBezTo>
                <a:cubicBezTo>
                  <a:pt x="65812" y="2713"/>
                  <a:pt x="66161" y="2589"/>
                  <a:pt x="66559" y="2514"/>
                </a:cubicBezTo>
                <a:cubicBezTo>
                  <a:pt x="66932" y="2440"/>
                  <a:pt x="67331" y="2365"/>
                  <a:pt x="67729" y="2340"/>
                </a:cubicBezTo>
                <a:close/>
                <a:moveTo>
                  <a:pt x="82881" y="760"/>
                </a:moveTo>
                <a:cubicBezTo>
                  <a:pt x="84830" y="760"/>
                  <a:pt x="86687" y="922"/>
                  <a:pt x="88438" y="1245"/>
                </a:cubicBezTo>
                <a:cubicBezTo>
                  <a:pt x="88538" y="1270"/>
                  <a:pt x="88613" y="1270"/>
                  <a:pt x="88712" y="1320"/>
                </a:cubicBezTo>
                <a:cubicBezTo>
                  <a:pt x="89135" y="1394"/>
                  <a:pt x="89608" y="1494"/>
                  <a:pt x="90006" y="1618"/>
                </a:cubicBezTo>
                <a:cubicBezTo>
                  <a:pt x="89795" y="1606"/>
                  <a:pt x="89577" y="1600"/>
                  <a:pt x="89356" y="1600"/>
                </a:cubicBezTo>
                <a:cubicBezTo>
                  <a:pt x="89135" y="1600"/>
                  <a:pt x="88911" y="1606"/>
                  <a:pt x="88687" y="1618"/>
                </a:cubicBezTo>
                <a:cubicBezTo>
                  <a:pt x="86646" y="1718"/>
                  <a:pt x="84630" y="2191"/>
                  <a:pt x="82713" y="2987"/>
                </a:cubicBezTo>
                <a:cubicBezTo>
                  <a:pt x="80302" y="2136"/>
                  <a:pt x="77643" y="1689"/>
                  <a:pt x="74737" y="1689"/>
                </a:cubicBezTo>
                <a:cubicBezTo>
                  <a:pt x="74584" y="1689"/>
                  <a:pt x="74430" y="1690"/>
                  <a:pt x="74275" y="1693"/>
                </a:cubicBezTo>
                <a:cubicBezTo>
                  <a:pt x="77298" y="1071"/>
                  <a:pt x="80178" y="760"/>
                  <a:pt x="82881" y="760"/>
                </a:cubicBezTo>
                <a:close/>
                <a:moveTo>
                  <a:pt x="89362" y="1797"/>
                </a:moveTo>
                <a:cubicBezTo>
                  <a:pt x="89882" y="1797"/>
                  <a:pt x="90392" y="1832"/>
                  <a:pt x="90903" y="1867"/>
                </a:cubicBezTo>
                <a:cubicBezTo>
                  <a:pt x="91027" y="1867"/>
                  <a:pt x="91102" y="1892"/>
                  <a:pt x="91201" y="1942"/>
                </a:cubicBezTo>
                <a:cubicBezTo>
                  <a:pt x="90670" y="1875"/>
                  <a:pt x="90128" y="1842"/>
                  <a:pt x="89575" y="1842"/>
                </a:cubicBezTo>
                <a:cubicBezTo>
                  <a:pt x="89298" y="1842"/>
                  <a:pt x="89019" y="1851"/>
                  <a:pt x="88737" y="1867"/>
                </a:cubicBezTo>
                <a:cubicBezTo>
                  <a:pt x="86820" y="1967"/>
                  <a:pt x="84929" y="2390"/>
                  <a:pt x="83087" y="3112"/>
                </a:cubicBezTo>
                <a:cubicBezTo>
                  <a:pt x="83062" y="3112"/>
                  <a:pt x="83012" y="3087"/>
                  <a:pt x="82987" y="3087"/>
                </a:cubicBezTo>
                <a:cubicBezTo>
                  <a:pt x="84854" y="2340"/>
                  <a:pt x="86795" y="1892"/>
                  <a:pt x="88712" y="1817"/>
                </a:cubicBezTo>
                <a:cubicBezTo>
                  <a:pt x="88931" y="1803"/>
                  <a:pt x="89147" y="1797"/>
                  <a:pt x="89362" y="1797"/>
                </a:cubicBezTo>
                <a:close/>
                <a:moveTo>
                  <a:pt x="74489" y="1870"/>
                </a:moveTo>
                <a:cubicBezTo>
                  <a:pt x="77392" y="1870"/>
                  <a:pt x="80073" y="2278"/>
                  <a:pt x="82464" y="3112"/>
                </a:cubicBezTo>
                <a:cubicBezTo>
                  <a:pt x="82464" y="3112"/>
                  <a:pt x="82440" y="3137"/>
                  <a:pt x="82390" y="3137"/>
                </a:cubicBezTo>
                <a:cubicBezTo>
                  <a:pt x="80063" y="2319"/>
                  <a:pt x="77437" y="1925"/>
                  <a:pt x="74599" y="1925"/>
                </a:cubicBezTo>
                <a:cubicBezTo>
                  <a:pt x="74067" y="1925"/>
                  <a:pt x="73527" y="1939"/>
                  <a:pt x="72981" y="1967"/>
                </a:cubicBezTo>
                <a:cubicBezTo>
                  <a:pt x="73080" y="1917"/>
                  <a:pt x="73180" y="1892"/>
                  <a:pt x="73304" y="1892"/>
                </a:cubicBezTo>
                <a:cubicBezTo>
                  <a:pt x="73703" y="1877"/>
                  <a:pt x="74098" y="1870"/>
                  <a:pt x="74489" y="1870"/>
                </a:cubicBezTo>
                <a:close/>
                <a:moveTo>
                  <a:pt x="82763" y="3211"/>
                </a:moveTo>
                <a:cubicBezTo>
                  <a:pt x="82813" y="3211"/>
                  <a:pt x="82838" y="3236"/>
                  <a:pt x="82863" y="3236"/>
                </a:cubicBezTo>
                <a:cubicBezTo>
                  <a:pt x="82838" y="3236"/>
                  <a:pt x="82813" y="3261"/>
                  <a:pt x="82763" y="3261"/>
                </a:cubicBezTo>
                <a:lnTo>
                  <a:pt x="82738" y="3261"/>
                </a:lnTo>
                <a:cubicBezTo>
                  <a:pt x="82713" y="3236"/>
                  <a:pt x="82688" y="3236"/>
                  <a:pt x="82688" y="3236"/>
                </a:cubicBezTo>
                <a:cubicBezTo>
                  <a:pt x="82713" y="3236"/>
                  <a:pt x="82738" y="3211"/>
                  <a:pt x="82763" y="3211"/>
                </a:cubicBezTo>
                <a:close/>
                <a:moveTo>
                  <a:pt x="68874" y="2340"/>
                </a:moveTo>
                <a:cubicBezTo>
                  <a:pt x="68949" y="2340"/>
                  <a:pt x="69048" y="2340"/>
                  <a:pt x="69173" y="2365"/>
                </a:cubicBezTo>
                <a:cubicBezTo>
                  <a:pt x="67555" y="2614"/>
                  <a:pt x="65912" y="2962"/>
                  <a:pt x="64219" y="3385"/>
                </a:cubicBezTo>
                <a:cubicBezTo>
                  <a:pt x="64294" y="3336"/>
                  <a:pt x="64393" y="3311"/>
                  <a:pt x="64468" y="3261"/>
                </a:cubicBezTo>
                <a:cubicBezTo>
                  <a:pt x="65962" y="2888"/>
                  <a:pt x="67430" y="2589"/>
                  <a:pt x="68874" y="2340"/>
                </a:cubicBezTo>
                <a:close/>
                <a:moveTo>
                  <a:pt x="93466" y="2315"/>
                </a:moveTo>
                <a:cubicBezTo>
                  <a:pt x="93541" y="2340"/>
                  <a:pt x="93591" y="2340"/>
                  <a:pt x="93665" y="2365"/>
                </a:cubicBezTo>
                <a:cubicBezTo>
                  <a:pt x="93790" y="2390"/>
                  <a:pt x="93914" y="2464"/>
                  <a:pt x="94064" y="2489"/>
                </a:cubicBezTo>
                <a:lnTo>
                  <a:pt x="94636" y="2664"/>
                </a:lnTo>
                <a:cubicBezTo>
                  <a:pt x="95034" y="2788"/>
                  <a:pt x="95408" y="2962"/>
                  <a:pt x="95781" y="3137"/>
                </a:cubicBezTo>
                <a:cubicBezTo>
                  <a:pt x="95831" y="3186"/>
                  <a:pt x="95906" y="3211"/>
                  <a:pt x="95931" y="3211"/>
                </a:cubicBezTo>
                <a:lnTo>
                  <a:pt x="96304" y="3385"/>
                </a:lnTo>
                <a:cubicBezTo>
                  <a:pt x="95308" y="2987"/>
                  <a:pt x="94412" y="2639"/>
                  <a:pt x="93566" y="2390"/>
                </a:cubicBezTo>
                <a:lnTo>
                  <a:pt x="93392" y="2315"/>
                </a:lnTo>
                <a:close/>
                <a:moveTo>
                  <a:pt x="63746" y="3460"/>
                </a:moveTo>
                <a:cubicBezTo>
                  <a:pt x="63697" y="3485"/>
                  <a:pt x="63647" y="3510"/>
                  <a:pt x="63572" y="3585"/>
                </a:cubicBezTo>
                <a:cubicBezTo>
                  <a:pt x="63522" y="3585"/>
                  <a:pt x="63448" y="3585"/>
                  <a:pt x="63373" y="3609"/>
                </a:cubicBezTo>
                <a:cubicBezTo>
                  <a:pt x="63448" y="3585"/>
                  <a:pt x="63473" y="3560"/>
                  <a:pt x="63547" y="3510"/>
                </a:cubicBezTo>
                <a:cubicBezTo>
                  <a:pt x="63597" y="3485"/>
                  <a:pt x="63696" y="3485"/>
                  <a:pt x="63746" y="3460"/>
                </a:cubicBezTo>
                <a:close/>
                <a:moveTo>
                  <a:pt x="64194" y="2888"/>
                </a:moveTo>
                <a:lnTo>
                  <a:pt x="64194" y="2888"/>
                </a:lnTo>
                <a:cubicBezTo>
                  <a:pt x="64169" y="2937"/>
                  <a:pt x="64095" y="2937"/>
                  <a:pt x="64070" y="2962"/>
                </a:cubicBezTo>
                <a:lnTo>
                  <a:pt x="64045" y="2962"/>
                </a:lnTo>
                <a:cubicBezTo>
                  <a:pt x="63995" y="2987"/>
                  <a:pt x="63970" y="2987"/>
                  <a:pt x="63921" y="3012"/>
                </a:cubicBezTo>
                <a:cubicBezTo>
                  <a:pt x="62651" y="3410"/>
                  <a:pt x="61805" y="3709"/>
                  <a:pt x="61606" y="3784"/>
                </a:cubicBezTo>
                <a:cubicBezTo>
                  <a:pt x="61207" y="3958"/>
                  <a:pt x="60809" y="4107"/>
                  <a:pt x="60436" y="4232"/>
                </a:cubicBezTo>
                <a:cubicBezTo>
                  <a:pt x="60183" y="4316"/>
                  <a:pt x="59918" y="4412"/>
                  <a:pt x="59643" y="4504"/>
                </a:cubicBezTo>
                <a:lnTo>
                  <a:pt x="59643" y="4504"/>
                </a:lnTo>
                <a:cubicBezTo>
                  <a:pt x="60223" y="4283"/>
                  <a:pt x="60869" y="4040"/>
                  <a:pt x="61606" y="3759"/>
                </a:cubicBezTo>
                <a:cubicBezTo>
                  <a:pt x="61680" y="3734"/>
                  <a:pt x="61855" y="3684"/>
                  <a:pt x="62103" y="3585"/>
                </a:cubicBezTo>
                <a:cubicBezTo>
                  <a:pt x="62651" y="3385"/>
                  <a:pt x="63348" y="3161"/>
                  <a:pt x="64194" y="2888"/>
                </a:cubicBezTo>
                <a:close/>
                <a:moveTo>
                  <a:pt x="83087" y="3311"/>
                </a:moveTo>
                <a:cubicBezTo>
                  <a:pt x="84257" y="3759"/>
                  <a:pt x="85377" y="4331"/>
                  <a:pt x="86372" y="4978"/>
                </a:cubicBezTo>
                <a:cubicBezTo>
                  <a:pt x="86347" y="5003"/>
                  <a:pt x="86323" y="5003"/>
                  <a:pt x="86298" y="5003"/>
                </a:cubicBezTo>
                <a:cubicBezTo>
                  <a:pt x="85302" y="4356"/>
                  <a:pt x="84182" y="3809"/>
                  <a:pt x="82987" y="3336"/>
                </a:cubicBezTo>
                <a:cubicBezTo>
                  <a:pt x="83012" y="3336"/>
                  <a:pt x="83062" y="3311"/>
                  <a:pt x="83087" y="3311"/>
                </a:cubicBezTo>
                <a:close/>
                <a:moveTo>
                  <a:pt x="68899" y="2589"/>
                </a:moveTo>
                <a:lnTo>
                  <a:pt x="68899" y="2589"/>
                </a:lnTo>
                <a:cubicBezTo>
                  <a:pt x="66659" y="3261"/>
                  <a:pt x="64369" y="4082"/>
                  <a:pt x="62054" y="5078"/>
                </a:cubicBezTo>
                <a:cubicBezTo>
                  <a:pt x="62552" y="4555"/>
                  <a:pt x="63074" y="4107"/>
                  <a:pt x="63647" y="3734"/>
                </a:cubicBezTo>
                <a:cubicBezTo>
                  <a:pt x="65439" y="3236"/>
                  <a:pt x="67181" y="2863"/>
                  <a:pt x="68899" y="2589"/>
                </a:cubicBezTo>
                <a:close/>
                <a:moveTo>
                  <a:pt x="86621" y="5202"/>
                </a:moveTo>
                <a:cubicBezTo>
                  <a:pt x="86671" y="5227"/>
                  <a:pt x="86696" y="5227"/>
                  <a:pt x="86721" y="5252"/>
                </a:cubicBezTo>
                <a:lnTo>
                  <a:pt x="86621" y="5252"/>
                </a:lnTo>
                <a:cubicBezTo>
                  <a:pt x="86596" y="5227"/>
                  <a:pt x="86571" y="5202"/>
                  <a:pt x="86547" y="5202"/>
                </a:cubicBezTo>
                <a:close/>
                <a:moveTo>
                  <a:pt x="63099" y="3858"/>
                </a:moveTo>
                <a:lnTo>
                  <a:pt x="63099" y="3858"/>
                </a:lnTo>
                <a:cubicBezTo>
                  <a:pt x="62576" y="4257"/>
                  <a:pt x="62079" y="4730"/>
                  <a:pt x="61606" y="5227"/>
                </a:cubicBezTo>
                <a:cubicBezTo>
                  <a:pt x="61556" y="5252"/>
                  <a:pt x="61506" y="5252"/>
                  <a:pt x="61456" y="5302"/>
                </a:cubicBezTo>
                <a:cubicBezTo>
                  <a:pt x="61929" y="4754"/>
                  <a:pt x="62402" y="4331"/>
                  <a:pt x="62925" y="3933"/>
                </a:cubicBezTo>
                <a:cubicBezTo>
                  <a:pt x="62975" y="3883"/>
                  <a:pt x="63049" y="3883"/>
                  <a:pt x="63099" y="3858"/>
                </a:cubicBezTo>
                <a:close/>
                <a:moveTo>
                  <a:pt x="69994" y="2464"/>
                </a:moveTo>
                <a:cubicBezTo>
                  <a:pt x="70044" y="2464"/>
                  <a:pt x="70118" y="2489"/>
                  <a:pt x="70168" y="2489"/>
                </a:cubicBezTo>
                <a:cubicBezTo>
                  <a:pt x="67380" y="3261"/>
                  <a:pt x="64518" y="4306"/>
                  <a:pt x="61581" y="5551"/>
                </a:cubicBezTo>
                <a:cubicBezTo>
                  <a:pt x="61606" y="5476"/>
                  <a:pt x="61680" y="5451"/>
                  <a:pt x="61705" y="5377"/>
                </a:cubicBezTo>
                <a:cubicBezTo>
                  <a:pt x="64543" y="4207"/>
                  <a:pt x="67281" y="3236"/>
                  <a:pt x="69994" y="2464"/>
                </a:cubicBezTo>
                <a:close/>
                <a:moveTo>
                  <a:pt x="89101" y="2013"/>
                </a:moveTo>
                <a:cubicBezTo>
                  <a:pt x="90165" y="2013"/>
                  <a:pt x="91191" y="2109"/>
                  <a:pt x="92197" y="2265"/>
                </a:cubicBezTo>
                <a:cubicBezTo>
                  <a:pt x="94387" y="3062"/>
                  <a:pt x="96279" y="4182"/>
                  <a:pt x="97897" y="5551"/>
                </a:cubicBezTo>
                <a:cubicBezTo>
                  <a:pt x="97573" y="5476"/>
                  <a:pt x="97300" y="5377"/>
                  <a:pt x="97001" y="5327"/>
                </a:cubicBezTo>
                <a:cubicBezTo>
                  <a:pt x="96702" y="5252"/>
                  <a:pt x="96428" y="5227"/>
                  <a:pt x="96179" y="5202"/>
                </a:cubicBezTo>
                <a:cubicBezTo>
                  <a:pt x="95806" y="5128"/>
                  <a:pt x="95408" y="5078"/>
                  <a:pt x="95034" y="5003"/>
                </a:cubicBezTo>
                <a:cubicBezTo>
                  <a:pt x="94586" y="4954"/>
                  <a:pt x="94163" y="4929"/>
                  <a:pt x="93715" y="4879"/>
                </a:cubicBezTo>
                <a:cubicBezTo>
                  <a:pt x="93466" y="4854"/>
                  <a:pt x="93217" y="4829"/>
                  <a:pt x="92944" y="4829"/>
                </a:cubicBezTo>
                <a:cubicBezTo>
                  <a:pt x="92222" y="4804"/>
                  <a:pt x="91525" y="4754"/>
                  <a:pt x="90778" y="4754"/>
                </a:cubicBezTo>
                <a:cubicBezTo>
                  <a:pt x="90031" y="4754"/>
                  <a:pt x="89285" y="4804"/>
                  <a:pt x="88488" y="4829"/>
                </a:cubicBezTo>
                <a:cubicBezTo>
                  <a:pt x="88040" y="4854"/>
                  <a:pt x="87542" y="4879"/>
                  <a:pt x="87069" y="4954"/>
                </a:cubicBezTo>
                <a:cubicBezTo>
                  <a:pt x="86945" y="4954"/>
                  <a:pt x="86820" y="4978"/>
                  <a:pt x="86671" y="4978"/>
                </a:cubicBezTo>
                <a:cubicBezTo>
                  <a:pt x="85626" y="4306"/>
                  <a:pt x="84555" y="3709"/>
                  <a:pt x="83336" y="3211"/>
                </a:cubicBezTo>
                <a:cubicBezTo>
                  <a:pt x="85078" y="2514"/>
                  <a:pt x="86920" y="2116"/>
                  <a:pt x="88737" y="2016"/>
                </a:cubicBezTo>
                <a:cubicBezTo>
                  <a:pt x="88859" y="2014"/>
                  <a:pt x="88980" y="2013"/>
                  <a:pt x="89101" y="2013"/>
                </a:cubicBezTo>
                <a:close/>
                <a:moveTo>
                  <a:pt x="93317" y="2514"/>
                </a:moveTo>
                <a:cubicBezTo>
                  <a:pt x="93441" y="2564"/>
                  <a:pt x="93541" y="2589"/>
                  <a:pt x="93665" y="2614"/>
                </a:cubicBezTo>
                <a:cubicBezTo>
                  <a:pt x="95433" y="3435"/>
                  <a:pt x="97026" y="4456"/>
                  <a:pt x="98395" y="5675"/>
                </a:cubicBezTo>
                <a:cubicBezTo>
                  <a:pt x="98345" y="5675"/>
                  <a:pt x="98295" y="5626"/>
                  <a:pt x="98270" y="5626"/>
                </a:cubicBezTo>
                <a:cubicBezTo>
                  <a:pt x="96827" y="4356"/>
                  <a:pt x="95184" y="3311"/>
                  <a:pt x="93317" y="2514"/>
                </a:cubicBezTo>
                <a:close/>
                <a:moveTo>
                  <a:pt x="61332" y="5551"/>
                </a:moveTo>
                <a:lnTo>
                  <a:pt x="61332" y="5551"/>
                </a:lnTo>
                <a:cubicBezTo>
                  <a:pt x="61307" y="5601"/>
                  <a:pt x="61232" y="5626"/>
                  <a:pt x="61207" y="5700"/>
                </a:cubicBezTo>
                <a:cubicBezTo>
                  <a:pt x="61183" y="5725"/>
                  <a:pt x="61108" y="5750"/>
                  <a:pt x="61083" y="5750"/>
                </a:cubicBezTo>
                <a:cubicBezTo>
                  <a:pt x="61108" y="5700"/>
                  <a:pt x="61183" y="5675"/>
                  <a:pt x="61207" y="5601"/>
                </a:cubicBezTo>
                <a:cubicBezTo>
                  <a:pt x="61232" y="5576"/>
                  <a:pt x="61307" y="5576"/>
                  <a:pt x="61332" y="5551"/>
                </a:cubicBezTo>
                <a:close/>
                <a:moveTo>
                  <a:pt x="90728" y="4978"/>
                </a:moveTo>
                <a:cubicBezTo>
                  <a:pt x="91475" y="4978"/>
                  <a:pt x="92197" y="5003"/>
                  <a:pt x="92869" y="5053"/>
                </a:cubicBezTo>
                <a:cubicBezTo>
                  <a:pt x="93242" y="5078"/>
                  <a:pt x="93591" y="5103"/>
                  <a:pt x="93939" y="5128"/>
                </a:cubicBezTo>
                <a:cubicBezTo>
                  <a:pt x="94288" y="5178"/>
                  <a:pt x="94611" y="5202"/>
                  <a:pt x="94935" y="5227"/>
                </a:cubicBezTo>
                <a:cubicBezTo>
                  <a:pt x="95433" y="5302"/>
                  <a:pt x="95931" y="5377"/>
                  <a:pt x="96428" y="5476"/>
                </a:cubicBezTo>
                <a:cubicBezTo>
                  <a:pt x="96578" y="5501"/>
                  <a:pt x="96727" y="5501"/>
                  <a:pt x="96901" y="5551"/>
                </a:cubicBezTo>
                <a:cubicBezTo>
                  <a:pt x="97324" y="5626"/>
                  <a:pt x="97723" y="5725"/>
                  <a:pt x="98146" y="5825"/>
                </a:cubicBezTo>
                <a:lnTo>
                  <a:pt x="98180" y="5870"/>
                </a:lnTo>
                <a:lnTo>
                  <a:pt x="98180" y="5870"/>
                </a:lnTo>
                <a:cubicBezTo>
                  <a:pt x="97761" y="5748"/>
                  <a:pt x="97319" y="5674"/>
                  <a:pt x="96876" y="5576"/>
                </a:cubicBezTo>
                <a:cubicBezTo>
                  <a:pt x="96652" y="5551"/>
                  <a:pt x="96403" y="5501"/>
                  <a:pt x="96179" y="5476"/>
                </a:cubicBezTo>
                <a:cubicBezTo>
                  <a:pt x="95781" y="5427"/>
                  <a:pt x="95383" y="5327"/>
                  <a:pt x="94935" y="5277"/>
                </a:cubicBezTo>
                <a:lnTo>
                  <a:pt x="93914" y="5202"/>
                </a:lnTo>
                <a:cubicBezTo>
                  <a:pt x="93566" y="5153"/>
                  <a:pt x="93267" y="5128"/>
                  <a:pt x="92894" y="5103"/>
                </a:cubicBezTo>
                <a:cubicBezTo>
                  <a:pt x="92197" y="5078"/>
                  <a:pt x="91475" y="5028"/>
                  <a:pt x="90778" y="5028"/>
                </a:cubicBezTo>
                <a:cubicBezTo>
                  <a:pt x="90031" y="5028"/>
                  <a:pt x="89285" y="5078"/>
                  <a:pt x="88538" y="5103"/>
                </a:cubicBezTo>
                <a:cubicBezTo>
                  <a:pt x="88164" y="5128"/>
                  <a:pt x="87791" y="5153"/>
                  <a:pt x="87368" y="5202"/>
                </a:cubicBezTo>
                <a:cubicBezTo>
                  <a:pt x="87244" y="5202"/>
                  <a:pt x="87094" y="5227"/>
                  <a:pt x="86970" y="5227"/>
                </a:cubicBezTo>
                <a:cubicBezTo>
                  <a:pt x="86945" y="5202"/>
                  <a:pt x="86920" y="5202"/>
                  <a:pt x="86870" y="5178"/>
                </a:cubicBezTo>
                <a:lnTo>
                  <a:pt x="86945" y="5178"/>
                </a:lnTo>
                <a:cubicBezTo>
                  <a:pt x="87468" y="5103"/>
                  <a:pt x="87965" y="5078"/>
                  <a:pt x="88463" y="5053"/>
                </a:cubicBezTo>
                <a:cubicBezTo>
                  <a:pt x="89235" y="5003"/>
                  <a:pt x="89982" y="4978"/>
                  <a:pt x="90728" y="4978"/>
                </a:cubicBezTo>
                <a:close/>
                <a:moveTo>
                  <a:pt x="62975" y="3684"/>
                </a:moveTo>
                <a:lnTo>
                  <a:pt x="62975" y="3684"/>
                </a:lnTo>
                <a:cubicBezTo>
                  <a:pt x="62925" y="3709"/>
                  <a:pt x="62900" y="3734"/>
                  <a:pt x="62825" y="3809"/>
                </a:cubicBezTo>
                <a:cubicBezTo>
                  <a:pt x="60809" y="4381"/>
                  <a:pt x="58743" y="5103"/>
                  <a:pt x="56627" y="5974"/>
                </a:cubicBezTo>
                <a:cubicBezTo>
                  <a:pt x="57723" y="5501"/>
                  <a:pt x="58868" y="5053"/>
                  <a:pt x="60560" y="4431"/>
                </a:cubicBezTo>
                <a:cubicBezTo>
                  <a:pt x="61357" y="4132"/>
                  <a:pt x="62178" y="3883"/>
                  <a:pt x="62975" y="3684"/>
                </a:cubicBezTo>
                <a:close/>
                <a:moveTo>
                  <a:pt x="98544" y="5924"/>
                </a:moveTo>
                <a:cubicBezTo>
                  <a:pt x="98569" y="5924"/>
                  <a:pt x="98644" y="5949"/>
                  <a:pt x="98669" y="5949"/>
                </a:cubicBezTo>
                <a:lnTo>
                  <a:pt x="98768" y="6049"/>
                </a:lnTo>
                <a:cubicBezTo>
                  <a:pt x="98718" y="6049"/>
                  <a:pt x="98693" y="6049"/>
                  <a:pt x="98669" y="5999"/>
                </a:cubicBezTo>
                <a:lnTo>
                  <a:pt x="98619" y="5999"/>
                </a:lnTo>
                <a:cubicBezTo>
                  <a:pt x="98619" y="5949"/>
                  <a:pt x="98569" y="5924"/>
                  <a:pt x="98544" y="5924"/>
                </a:cubicBezTo>
                <a:close/>
                <a:moveTo>
                  <a:pt x="94960" y="3062"/>
                </a:moveTo>
                <a:lnTo>
                  <a:pt x="94960" y="3062"/>
                </a:lnTo>
                <a:cubicBezTo>
                  <a:pt x="96752" y="3734"/>
                  <a:pt x="98370" y="4754"/>
                  <a:pt x="99789" y="6074"/>
                </a:cubicBezTo>
                <a:cubicBezTo>
                  <a:pt x="99490" y="5974"/>
                  <a:pt x="99166" y="5850"/>
                  <a:pt x="98868" y="5800"/>
                </a:cubicBezTo>
                <a:cubicBezTo>
                  <a:pt x="98818" y="5800"/>
                  <a:pt x="98793" y="5800"/>
                  <a:pt x="98768" y="5750"/>
                </a:cubicBezTo>
                <a:cubicBezTo>
                  <a:pt x="97648" y="4705"/>
                  <a:pt x="96379" y="3809"/>
                  <a:pt x="94960" y="3062"/>
                </a:cubicBezTo>
                <a:close/>
                <a:moveTo>
                  <a:pt x="74446" y="2122"/>
                </a:moveTo>
                <a:cubicBezTo>
                  <a:pt x="77248" y="2122"/>
                  <a:pt x="79829" y="2490"/>
                  <a:pt x="82141" y="3261"/>
                </a:cubicBezTo>
                <a:cubicBezTo>
                  <a:pt x="80498" y="4008"/>
                  <a:pt x="78930" y="5003"/>
                  <a:pt x="77486" y="6198"/>
                </a:cubicBezTo>
                <a:cubicBezTo>
                  <a:pt x="75520" y="4306"/>
                  <a:pt x="73479" y="3012"/>
                  <a:pt x="71388" y="2365"/>
                </a:cubicBezTo>
                <a:cubicBezTo>
                  <a:pt x="71562" y="2315"/>
                  <a:pt x="71761" y="2265"/>
                  <a:pt x="71935" y="2216"/>
                </a:cubicBezTo>
                <a:cubicBezTo>
                  <a:pt x="72790" y="2154"/>
                  <a:pt x="73628" y="2122"/>
                  <a:pt x="74446" y="2122"/>
                </a:cubicBezTo>
                <a:close/>
                <a:moveTo>
                  <a:pt x="97449" y="4082"/>
                </a:moveTo>
                <a:cubicBezTo>
                  <a:pt x="97648" y="4182"/>
                  <a:pt x="97822" y="4257"/>
                  <a:pt x="97996" y="4331"/>
                </a:cubicBezTo>
                <a:cubicBezTo>
                  <a:pt x="98818" y="4879"/>
                  <a:pt x="99614" y="5501"/>
                  <a:pt x="100311" y="6223"/>
                </a:cubicBezTo>
                <a:cubicBezTo>
                  <a:pt x="100286" y="6223"/>
                  <a:pt x="100237" y="6198"/>
                  <a:pt x="100187" y="6198"/>
                </a:cubicBezTo>
                <a:cubicBezTo>
                  <a:pt x="99365" y="5377"/>
                  <a:pt x="98445" y="4655"/>
                  <a:pt x="97449" y="4082"/>
                </a:cubicBezTo>
                <a:close/>
                <a:moveTo>
                  <a:pt x="71064" y="2464"/>
                </a:moveTo>
                <a:cubicBezTo>
                  <a:pt x="73180" y="3062"/>
                  <a:pt x="75321" y="4356"/>
                  <a:pt x="77362" y="6323"/>
                </a:cubicBezTo>
                <a:cubicBezTo>
                  <a:pt x="77312" y="6323"/>
                  <a:pt x="77312" y="6347"/>
                  <a:pt x="77287" y="6347"/>
                </a:cubicBezTo>
                <a:cubicBezTo>
                  <a:pt x="75246" y="4381"/>
                  <a:pt x="73105" y="3087"/>
                  <a:pt x="70940" y="2489"/>
                </a:cubicBezTo>
                <a:cubicBezTo>
                  <a:pt x="70990" y="2489"/>
                  <a:pt x="71015" y="2464"/>
                  <a:pt x="71064" y="2464"/>
                </a:cubicBezTo>
                <a:close/>
                <a:moveTo>
                  <a:pt x="82440" y="3361"/>
                </a:moveTo>
                <a:cubicBezTo>
                  <a:pt x="82464" y="3361"/>
                  <a:pt x="82489" y="3385"/>
                  <a:pt x="82514" y="3385"/>
                </a:cubicBezTo>
                <a:cubicBezTo>
                  <a:pt x="80822" y="4107"/>
                  <a:pt x="79204" y="5128"/>
                  <a:pt x="77660" y="6372"/>
                </a:cubicBezTo>
                <a:lnTo>
                  <a:pt x="77636" y="6347"/>
                </a:lnTo>
                <a:cubicBezTo>
                  <a:pt x="79129" y="5103"/>
                  <a:pt x="80747" y="4107"/>
                  <a:pt x="82440" y="3361"/>
                </a:cubicBezTo>
                <a:close/>
                <a:moveTo>
                  <a:pt x="99067" y="6049"/>
                </a:moveTo>
                <a:lnTo>
                  <a:pt x="99067" y="6049"/>
                </a:lnTo>
                <a:cubicBezTo>
                  <a:pt x="99415" y="6123"/>
                  <a:pt x="99764" y="6248"/>
                  <a:pt x="100112" y="6347"/>
                </a:cubicBezTo>
                <a:lnTo>
                  <a:pt x="100187" y="6447"/>
                </a:lnTo>
                <a:cubicBezTo>
                  <a:pt x="100162" y="6447"/>
                  <a:pt x="100112" y="6447"/>
                  <a:pt x="100038" y="6422"/>
                </a:cubicBezTo>
                <a:cubicBezTo>
                  <a:pt x="99764" y="6323"/>
                  <a:pt x="99490" y="6223"/>
                  <a:pt x="99166" y="6123"/>
                </a:cubicBezTo>
                <a:lnTo>
                  <a:pt x="99067" y="6049"/>
                </a:lnTo>
                <a:close/>
                <a:moveTo>
                  <a:pt x="77486" y="6447"/>
                </a:moveTo>
                <a:lnTo>
                  <a:pt x="77511" y="6472"/>
                </a:lnTo>
                <a:cubicBezTo>
                  <a:pt x="77486" y="6472"/>
                  <a:pt x="77486" y="6497"/>
                  <a:pt x="77461" y="6497"/>
                </a:cubicBezTo>
                <a:lnTo>
                  <a:pt x="77412" y="6472"/>
                </a:lnTo>
                <a:cubicBezTo>
                  <a:pt x="77461" y="6472"/>
                  <a:pt x="77461" y="6447"/>
                  <a:pt x="77486" y="6447"/>
                </a:cubicBezTo>
                <a:close/>
                <a:moveTo>
                  <a:pt x="82763" y="3460"/>
                </a:moveTo>
                <a:cubicBezTo>
                  <a:pt x="83933" y="3883"/>
                  <a:pt x="85003" y="4431"/>
                  <a:pt x="85999" y="5053"/>
                </a:cubicBezTo>
                <a:cubicBezTo>
                  <a:pt x="83410" y="5352"/>
                  <a:pt x="80722" y="5875"/>
                  <a:pt x="77984" y="6621"/>
                </a:cubicBezTo>
                <a:lnTo>
                  <a:pt x="77810" y="6472"/>
                </a:lnTo>
                <a:cubicBezTo>
                  <a:pt x="79353" y="5227"/>
                  <a:pt x="81021" y="4207"/>
                  <a:pt x="82763" y="3460"/>
                </a:cubicBezTo>
                <a:close/>
                <a:moveTo>
                  <a:pt x="77660" y="6621"/>
                </a:moveTo>
                <a:lnTo>
                  <a:pt x="77760" y="6721"/>
                </a:lnTo>
                <a:cubicBezTo>
                  <a:pt x="77735" y="6721"/>
                  <a:pt x="77710" y="6721"/>
                  <a:pt x="77710" y="6746"/>
                </a:cubicBezTo>
                <a:lnTo>
                  <a:pt x="77611" y="6671"/>
                </a:lnTo>
                <a:cubicBezTo>
                  <a:pt x="77636" y="6671"/>
                  <a:pt x="77636" y="6621"/>
                  <a:pt x="77660" y="6621"/>
                </a:cubicBezTo>
                <a:close/>
                <a:moveTo>
                  <a:pt x="86248" y="5227"/>
                </a:moveTo>
                <a:cubicBezTo>
                  <a:pt x="86298" y="5252"/>
                  <a:pt x="86323" y="5252"/>
                  <a:pt x="86347" y="5302"/>
                </a:cubicBezTo>
                <a:lnTo>
                  <a:pt x="86298" y="5302"/>
                </a:lnTo>
                <a:cubicBezTo>
                  <a:pt x="85725" y="5352"/>
                  <a:pt x="85128" y="5451"/>
                  <a:pt x="84580" y="5501"/>
                </a:cubicBezTo>
                <a:cubicBezTo>
                  <a:pt x="84381" y="5551"/>
                  <a:pt x="84207" y="5576"/>
                  <a:pt x="83983" y="5601"/>
                </a:cubicBezTo>
                <a:cubicBezTo>
                  <a:pt x="83236" y="5725"/>
                  <a:pt x="82464" y="5850"/>
                  <a:pt x="81718" y="5999"/>
                </a:cubicBezTo>
                <a:lnTo>
                  <a:pt x="81693" y="5999"/>
                </a:lnTo>
                <a:cubicBezTo>
                  <a:pt x="80523" y="6248"/>
                  <a:pt x="79353" y="6547"/>
                  <a:pt x="78158" y="6845"/>
                </a:cubicBezTo>
                <a:cubicBezTo>
                  <a:pt x="78133" y="6845"/>
                  <a:pt x="78108" y="6820"/>
                  <a:pt x="78108" y="6820"/>
                </a:cubicBezTo>
                <a:cubicBezTo>
                  <a:pt x="80896" y="6074"/>
                  <a:pt x="83609" y="5501"/>
                  <a:pt x="86223" y="5227"/>
                </a:cubicBezTo>
                <a:close/>
                <a:moveTo>
                  <a:pt x="77262" y="6596"/>
                </a:moveTo>
                <a:cubicBezTo>
                  <a:pt x="77287" y="6621"/>
                  <a:pt x="77337" y="6621"/>
                  <a:pt x="77337" y="6671"/>
                </a:cubicBezTo>
                <a:cubicBezTo>
                  <a:pt x="77237" y="6746"/>
                  <a:pt x="77138" y="6820"/>
                  <a:pt x="77038" y="6920"/>
                </a:cubicBezTo>
                <a:cubicBezTo>
                  <a:pt x="76988" y="6920"/>
                  <a:pt x="76963" y="6945"/>
                  <a:pt x="76889" y="6945"/>
                </a:cubicBezTo>
                <a:cubicBezTo>
                  <a:pt x="77013" y="6820"/>
                  <a:pt x="77138" y="6721"/>
                  <a:pt x="77262" y="6596"/>
                </a:cubicBezTo>
                <a:close/>
                <a:moveTo>
                  <a:pt x="77636" y="6945"/>
                </a:moveTo>
                <a:lnTo>
                  <a:pt x="77660" y="6970"/>
                </a:lnTo>
                <a:cubicBezTo>
                  <a:pt x="77461" y="7044"/>
                  <a:pt x="77262" y="7094"/>
                  <a:pt x="77038" y="7169"/>
                </a:cubicBezTo>
                <a:lnTo>
                  <a:pt x="77138" y="7069"/>
                </a:lnTo>
                <a:cubicBezTo>
                  <a:pt x="77287" y="7044"/>
                  <a:pt x="77461" y="6970"/>
                  <a:pt x="77636" y="6945"/>
                </a:cubicBezTo>
                <a:close/>
                <a:moveTo>
                  <a:pt x="76715" y="7194"/>
                </a:moveTo>
                <a:lnTo>
                  <a:pt x="76615" y="7268"/>
                </a:lnTo>
                <a:cubicBezTo>
                  <a:pt x="76590" y="7293"/>
                  <a:pt x="76540" y="7293"/>
                  <a:pt x="76491" y="7318"/>
                </a:cubicBezTo>
                <a:lnTo>
                  <a:pt x="76590" y="7219"/>
                </a:lnTo>
                <a:cubicBezTo>
                  <a:pt x="76640" y="7219"/>
                  <a:pt x="76665" y="7194"/>
                  <a:pt x="76715" y="7194"/>
                </a:cubicBezTo>
                <a:close/>
                <a:moveTo>
                  <a:pt x="99067" y="4879"/>
                </a:moveTo>
                <a:lnTo>
                  <a:pt x="99067" y="4879"/>
                </a:lnTo>
                <a:cubicBezTo>
                  <a:pt x="99316" y="5003"/>
                  <a:pt x="99540" y="5128"/>
                  <a:pt x="99814" y="5252"/>
                </a:cubicBezTo>
                <a:cubicBezTo>
                  <a:pt x="100784" y="5775"/>
                  <a:pt x="102054" y="6572"/>
                  <a:pt x="103497" y="7592"/>
                </a:cubicBezTo>
                <a:cubicBezTo>
                  <a:pt x="103099" y="7418"/>
                  <a:pt x="102726" y="7194"/>
                  <a:pt x="102352" y="7044"/>
                </a:cubicBezTo>
                <a:cubicBezTo>
                  <a:pt x="102228" y="6970"/>
                  <a:pt x="102054" y="6920"/>
                  <a:pt x="101904" y="6845"/>
                </a:cubicBezTo>
                <a:cubicBezTo>
                  <a:pt x="101531" y="6696"/>
                  <a:pt x="101133" y="6497"/>
                  <a:pt x="100759" y="6372"/>
                </a:cubicBezTo>
                <a:cubicBezTo>
                  <a:pt x="100237" y="5825"/>
                  <a:pt x="99664" y="5327"/>
                  <a:pt x="99067" y="4879"/>
                </a:cubicBezTo>
                <a:close/>
                <a:moveTo>
                  <a:pt x="97648" y="3933"/>
                </a:moveTo>
                <a:cubicBezTo>
                  <a:pt x="97698" y="3933"/>
                  <a:pt x="97797" y="3958"/>
                  <a:pt x="97897" y="4008"/>
                </a:cubicBezTo>
                <a:cubicBezTo>
                  <a:pt x="98021" y="4082"/>
                  <a:pt x="98146" y="4132"/>
                  <a:pt x="98295" y="4207"/>
                </a:cubicBezTo>
                <a:lnTo>
                  <a:pt x="99042" y="4580"/>
                </a:lnTo>
                <a:cubicBezTo>
                  <a:pt x="99166" y="4630"/>
                  <a:pt x="99266" y="4705"/>
                  <a:pt x="99390" y="4754"/>
                </a:cubicBezTo>
                <a:cubicBezTo>
                  <a:pt x="100411" y="5327"/>
                  <a:pt x="101431" y="5924"/>
                  <a:pt x="102402" y="6572"/>
                </a:cubicBezTo>
                <a:cubicBezTo>
                  <a:pt x="102402" y="6572"/>
                  <a:pt x="102427" y="6572"/>
                  <a:pt x="102427" y="6596"/>
                </a:cubicBezTo>
                <a:cubicBezTo>
                  <a:pt x="102726" y="6796"/>
                  <a:pt x="103000" y="6970"/>
                  <a:pt x="103249" y="7144"/>
                </a:cubicBezTo>
                <a:lnTo>
                  <a:pt x="105115" y="8563"/>
                </a:lnTo>
                <a:cubicBezTo>
                  <a:pt x="105120" y="8568"/>
                  <a:pt x="105125" y="8573"/>
                  <a:pt x="105131" y="8578"/>
                </a:cubicBezTo>
                <a:lnTo>
                  <a:pt x="105131" y="8578"/>
                </a:lnTo>
                <a:cubicBezTo>
                  <a:pt x="105094" y="8558"/>
                  <a:pt x="105059" y="8532"/>
                  <a:pt x="105016" y="8488"/>
                </a:cubicBezTo>
                <a:lnTo>
                  <a:pt x="104966" y="8488"/>
                </a:lnTo>
                <a:cubicBezTo>
                  <a:pt x="104866" y="8438"/>
                  <a:pt x="104792" y="8413"/>
                  <a:pt x="104717" y="8339"/>
                </a:cubicBezTo>
                <a:cubicBezTo>
                  <a:pt x="102800" y="6820"/>
                  <a:pt x="101058" y="5750"/>
                  <a:pt x="99863" y="5103"/>
                </a:cubicBezTo>
                <a:cubicBezTo>
                  <a:pt x="99241" y="4754"/>
                  <a:pt x="98644" y="4456"/>
                  <a:pt x="98046" y="4207"/>
                </a:cubicBezTo>
                <a:cubicBezTo>
                  <a:pt x="97996" y="4132"/>
                  <a:pt x="97897" y="4107"/>
                  <a:pt x="97822" y="4058"/>
                </a:cubicBezTo>
                <a:cubicBezTo>
                  <a:pt x="97772" y="4008"/>
                  <a:pt x="97698" y="3958"/>
                  <a:pt x="97648" y="3933"/>
                </a:cubicBezTo>
                <a:close/>
                <a:moveTo>
                  <a:pt x="101033" y="6696"/>
                </a:moveTo>
                <a:lnTo>
                  <a:pt x="101033" y="6696"/>
                </a:lnTo>
                <a:cubicBezTo>
                  <a:pt x="101431" y="6845"/>
                  <a:pt x="101855" y="6995"/>
                  <a:pt x="102228" y="7144"/>
                </a:cubicBezTo>
                <a:cubicBezTo>
                  <a:pt x="103049" y="7542"/>
                  <a:pt x="103846" y="7990"/>
                  <a:pt x="104618" y="8463"/>
                </a:cubicBezTo>
                <a:cubicBezTo>
                  <a:pt x="104742" y="8563"/>
                  <a:pt x="104891" y="8687"/>
                  <a:pt x="105016" y="8787"/>
                </a:cubicBezTo>
                <a:lnTo>
                  <a:pt x="104742" y="8588"/>
                </a:lnTo>
                <a:cubicBezTo>
                  <a:pt x="104369" y="8339"/>
                  <a:pt x="104020" y="8115"/>
                  <a:pt x="103622" y="7891"/>
                </a:cubicBezTo>
                <a:cubicBezTo>
                  <a:pt x="103522" y="7841"/>
                  <a:pt x="103398" y="7766"/>
                  <a:pt x="103273" y="7741"/>
                </a:cubicBezTo>
                <a:cubicBezTo>
                  <a:pt x="102875" y="7517"/>
                  <a:pt x="102452" y="7343"/>
                  <a:pt x="102054" y="7144"/>
                </a:cubicBezTo>
                <a:cubicBezTo>
                  <a:pt x="101929" y="7094"/>
                  <a:pt x="101805" y="7069"/>
                  <a:pt x="101730" y="6995"/>
                </a:cubicBezTo>
                <a:cubicBezTo>
                  <a:pt x="101531" y="6920"/>
                  <a:pt x="101307" y="6845"/>
                  <a:pt x="101133" y="6746"/>
                </a:cubicBezTo>
                <a:cubicBezTo>
                  <a:pt x="101133" y="6760"/>
                  <a:pt x="101126" y="6766"/>
                  <a:pt x="101117" y="6766"/>
                </a:cubicBezTo>
                <a:cubicBezTo>
                  <a:pt x="101093" y="6766"/>
                  <a:pt x="101051" y="6731"/>
                  <a:pt x="101033" y="6696"/>
                </a:cubicBezTo>
                <a:close/>
                <a:moveTo>
                  <a:pt x="76217" y="7318"/>
                </a:moveTo>
                <a:lnTo>
                  <a:pt x="76217" y="7318"/>
                </a:lnTo>
                <a:cubicBezTo>
                  <a:pt x="76167" y="7368"/>
                  <a:pt x="76142" y="7418"/>
                  <a:pt x="76117" y="7418"/>
                </a:cubicBezTo>
                <a:cubicBezTo>
                  <a:pt x="74674" y="7841"/>
                  <a:pt x="73230" y="8339"/>
                  <a:pt x="71761" y="8911"/>
                </a:cubicBezTo>
                <a:cubicBezTo>
                  <a:pt x="71736" y="8911"/>
                  <a:pt x="71687" y="8911"/>
                  <a:pt x="71662" y="8861"/>
                </a:cubicBezTo>
                <a:cubicBezTo>
                  <a:pt x="73180" y="8289"/>
                  <a:pt x="74723" y="7766"/>
                  <a:pt x="76217" y="7318"/>
                </a:cubicBezTo>
                <a:close/>
                <a:moveTo>
                  <a:pt x="71239" y="9011"/>
                </a:moveTo>
                <a:cubicBezTo>
                  <a:pt x="71263" y="9011"/>
                  <a:pt x="71288" y="9061"/>
                  <a:pt x="71363" y="9061"/>
                </a:cubicBezTo>
                <a:lnTo>
                  <a:pt x="71288" y="9061"/>
                </a:lnTo>
                <a:cubicBezTo>
                  <a:pt x="71263" y="9061"/>
                  <a:pt x="71263" y="9061"/>
                  <a:pt x="71214" y="9085"/>
                </a:cubicBezTo>
                <a:lnTo>
                  <a:pt x="71164" y="9085"/>
                </a:lnTo>
                <a:cubicBezTo>
                  <a:pt x="71164" y="9085"/>
                  <a:pt x="71189" y="9085"/>
                  <a:pt x="71189" y="9061"/>
                </a:cubicBezTo>
                <a:cubicBezTo>
                  <a:pt x="71189" y="9061"/>
                  <a:pt x="71239" y="9061"/>
                  <a:pt x="71239" y="9011"/>
                </a:cubicBezTo>
                <a:close/>
                <a:moveTo>
                  <a:pt x="75769" y="7766"/>
                </a:moveTo>
                <a:lnTo>
                  <a:pt x="75769" y="7766"/>
                </a:lnTo>
                <a:cubicBezTo>
                  <a:pt x="75196" y="8314"/>
                  <a:pt x="74674" y="8936"/>
                  <a:pt x="74151" y="9583"/>
                </a:cubicBezTo>
                <a:cubicBezTo>
                  <a:pt x="74126" y="9583"/>
                  <a:pt x="74101" y="9558"/>
                  <a:pt x="74051" y="9558"/>
                </a:cubicBezTo>
                <a:cubicBezTo>
                  <a:pt x="74026" y="9534"/>
                  <a:pt x="73952" y="9534"/>
                  <a:pt x="73902" y="9534"/>
                </a:cubicBezTo>
                <a:cubicBezTo>
                  <a:pt x="73529" y="9409"/>
                  <a:pt x="73155" y="9310"/>
                  <a:pt x="72782" y="9185"/>
                </a:cubicBezTo>
                <a:cubicBezTo>
                  <a:pt x="72757" y="9185"/>
                  <a:pt x="72707" y="9185"/>
                  <a:pt x="72682" y="9135"/>
                </a:cubicBezTo>
                <a:cubicBezTo>
                  <a:pt x="72583" y="9110"/>
                  <a:pt x="72458" y="9085"/>
                  <a:pt x="72384" y="9085"/>
                </a:cubicBezTo>
                <a:cubicBezTo>
                  <a:pt x="72284" y="9061"/>
                  <a:pt x="72184" y="9011"/>
                  <a:pt x="72060" y="9011"/>
                </a:cubicBezTo>
                <a:cubicBezTo>
                  <a:pt x="73304" y="8563"/>
                  <a:pt x="74549" y="8140"/>
                  <a:pt x="75769" y="7766"/>
                </a:cubicBezTo>
                <a:close/>
                <a:moveTo>
                  <a:pt x="76291" y="7592"/>
                </a:moveTo>
                <a:cubicBezTo>
                  <a:pt x="75644" y="8214"/>
                  <a:pt x="74997" y="8936"/>
                  <a:pt x="74400" y="9683"/>
                </a:cubicBezTo>
                <a:cubicBezTo>
                  <a:pt x="74375" y="9683"/>
                  <a:pt x="74375" y="9658"/>
                  <a:pt x="74350" y="9658"/>
                </a:cubicBezTo>
                <a:cubicBezTo>
                  <a:pt x="74922" y="8936"/>
                  <a:pt x="75545" y="8239"/>
                  <a:pt x="76167" y="7617"/>
                </a:cubicBezTo>
                <a:cubicBezTo>
                  <a:pt x="76217" y="7617"/>
                  <a:pt x="76267" y="7592"/>
                  <a:pt x="76291" y="7592"/>
                </a:cubicBezTo>
                <a:close/>
                <a:moveTo>
                  <a:pt x="70566" y="2589"/>
                </a:moveTo>
                <a:cubicBezTo>
                  <a:pt x="72782" y="3112"/>
                  <a:pt x="75022" y="4431"/>
                  <a:pt x="77163" y="6472"/>
                </a:cubicBezTo>
                <a:cubicBezTo>
                  <a:pt x="76963" y="6671"/>
                  <a:pt x="76739" y="6845"/>
                  <a:pt x="76515" y="7069"/>
                </a:cubicBezTo>
                <a:cubicBezTo>
                  <a:pt x="74773" y="7592"/>
                  <a:pt x="73031" y="8189"/>
                  <a:pt x="71263" y="8861"/>
                </a:cubicBezTo>
                <a:lnTo>
                  <a:pt x="71164" y="8861"/>
                </a:lnTo>
                <a:cubicBezTo>
                  <a:pt x="71114" y="8861"/>
                  <a:pt x="71039" y="8837"/>
                  <a:pt x="70940" y="8837"/>
                </a:cubicBezTo>
                <a:cubicBezTo>
                  <a:pt x="70542" y="8762"/>
                  <a:pt x="70118" y="8712"/>
                  <a:pt x="69670" y="8687"/>
                </a:cubicBezTo>
                <a:cubicBezTo>
                  <a:pt x="69571" y="8687"/>
                  <a:pt x="69471" y="8637"/>
                  <a:pt x="69397" y="8637"/>
                </a:cubicBezTo>
                <a:lnTo>
                  <a:pt x="69247" y="8637"/>
                </a:lnTo>
                <a:cubicBezTo>
                  <a:pt x="68675" y="8613"/>
                  <a:pt x="68102" y="8588"/>
                  <a:pt x="67530" y="8588"/>
                </a:cubicBezTo>
                <a:cubicBezTo>
                  <a:pt x="67057" y="8588"/>
                  <a:pt x="66584" y="8613"/>
                  <a:pt x="66136" y="8613"/>
                </a:cubicBezTo>
                <a:cubicBezTo>
                  <a:pt x="65862" y="8613"/>
                  <a:pt x="65613" y="8637"/>
                  <a:pt x="65389" y="8687"/>
                </a:cubicBezTo>
                <a:cubicBezTo>
                  <a:pt x="65165" y="8712"/>
                  <a:pt x="64966" y="8712"/>
                  <a:pt x="64767" y="8737"/>
                </a:cubicBezTo>
                <a:cubicBezTo>
                  <a:pt x="64418" y="8787"/>
                  <a:pt x="64045" y="8812"/>
                  <a:pt x="63697" y="8861"/>
                </a:cubicBezTo>
                <a:cubicBezTo>
                  <a:pt x="63647" y="8861"/>
                  <a:pt x="63547" y="8911"/>
                  <a:pt x="63473" y="8911"/>
                </a:cubicBezTo>
                <a:cubicBezTo>
                  <a:pt x="63348" y="8911"/>
                  <a:pt x="63273" y="8936"/>
                  <a:pt x="63149" y="8961"/>
                </a:cubicBezTo>
                <a:cubicBezTo>
                  <a:pt x="62427" y="9061"/>
                  <a:pt x="61680" y="9210"/>
                  <a:pt x="60934" y="9359"/>
                </a:cubicBezTo>
                <a:cubicBezTo>
                  <a:pt x="60336" y="9484"/>
                  <a:pt x="59739" y="9608"/>
                  <a:pt x="59166" y="9782"/>
                </a:cubicBezTo>
                <a:cubicBezTo>
                  <a:pt x="59739" y="8214"/>
                  <a:pt x="60461" y="6945"/>
                  <a:pt x="61332" y="5850"/>
                </a:cubicBezTo>
                <a:cubicBezTo>
                  <a:pt x="64468" y="4481"/>
                  <a:pt x="67580" y="3385"/>
                  <a:pt x="70566" y="2589"/>
                </a:cubicBezTo>
                <a:close/>
                <a:moveTo>
                  <a:pt x="71736" y="9110"/>
                </a:moveTo>
                <a:cubicBezTo>
                  <a:pt x="72533" y="9285"/>
                  <a:pt x="73280" y="9459"/>
                  <a:pt x="74026" y="9733"/>
                </a:cubicBezTo>
                <a:lnTo>
                  <a:pt x="74001" y="9782"/>
                </a:lnTo>
                <a:cubicBezTo>
                  <a:pt x="73902" y="9733"/>
                  <a:pt x="73827" y="9708"/>
                  <a:pt x="73753" y="9708"/>
                </a:cubicBezTo>
                <a:cubicBezTo>
                  <a:pt x="73578" y="9658"/>
                  <a:pt x="73429" y="9608"/>
                  <a:pt x="73255" y="9558"/>
                </a:cubicBezTo>
                <a:cubicBezTo>
                  <a:pt x="73080" y="9484"/>
                  <a:pt x="72906" y="9459"/>
                  <a:pt x="72757" y="9434"/>
                </a:cubicBezTo>
                <a:cubicBezTo>
                  <a:pt x="72707" y="9434"/>
                  <a:pt x="72682" y="9409"/>
                  <a:pt x="72657" y="9409"/>
                </a:cubicBezTo>
                <a:lnTo>
                  <a:pt x="72632" y="9409"/>
                </a:lnTo>
                <a:cubicBezTo>
                  <a:pt x="72458" y="9359"/>
                  <a:pt x="72284" y="9310"/>
                  <a:pt x="72135" y="9285"/>
                </a:cubicBezTo>
                <a:cubicBezTo>
                  <a:pt x="71935" y="9235"/>
                  <a:pt x="71786" y="9185"/>
                  <a:pt x="71662" y="9160"/>
                </a:cubicBezTo>
                <a:cubicBezTo>
                  <a:pt x="71687" y="9160"/>
                  <a:pt x="71687" y="9160"/>
                  <a:pt x="71736" y="9110"/>
                </a:cubicBezTo>
                <a:close/>
                <a:moveTo>
                  <a:pt x="60983" y="5999"/>
                </a:moveTo>
                <a:cubicBezTo>
                  <a:pt x="60187" y="7069"/>
                  <a:pt x="59490" y="8339"/>
                  <a:pt x="58942" y="9782"/>
                </a:cubicBezTo>
                <a:cubicBezTo>
                  <a:pt x="58922" y="9782"/>
                  <a:pt x="58884" y="9782"/>
                  <a:pt x="58872" y="9796"/>
                </a:cubicBezTo>
                <a:lnTo>
                  <a:pt x="58872" y="9796"/>
                </a:lnTo>
                <a:cubicBezTo>
                  <a:pt x="59419" y="8357"/>
                  <a:pt x="60089" y="7116"/>
                  <a:pt x="60859" y="6074"/>
                </a:cubicBezTo>
                <a:cubicBezTo>
                  <a:pt x="60909" y="6049"/>
                  <a:pt x="60934" y="6049"/>
                  <a:pt x="60983" y="5999"/>
                </a:cubicBezTo>
                <a:close/>
                <a:moveTo>
                  <a:pt x="106582" y="9856"/>
                </a:moveTo>
                <a:lnTo>
                  <a:pt x="106582" y="9856"/>
                </a:lnTo>
                <a:cubicBezTo>
                  <a:pt x="106582" y="9857"/>
                  <a:pt x="106583" y="9857"/>
                  <a:pt x="106584" y="9857"/>
                </a:cubicBezTo>
                <a:cubicBezTo>
                  <a:pt x="106595" y="9857"/>
                  <a:pt x="106601" y="9867"/>
                  <a:pt x="106607" y="9878"/>
                </a:cubicBezTo>
                <a:lnTo>
                  <a:pt x="106607" y="9878"/>
                </a:lnTo>
                <a:cubicBezTo>
                  <a:pt x="106598" y="9871"/>
                  <a:pt x="106590" y="9864"/>
                  <a:pt x="106582" y="9856"/>
                </a:cubicBezTo>
                <a:close/>
                <a:moveTo>
                  <a:pt x="67430" y="8712"/>
                </a:moveTo>
                <a:cubicBezTo>
                  <a:pt x="68028" y="8712"/>
                  <a:pt x="68625" y="8737"/>
                  <a:pt x="69173" y="8762"/>
                </a:cubicBezTo>
                <a:cubicBezTo>
                  <a:pt x="69272" y="8762"/>
                  <a:pt x="69397" y="8812"/>
                  <a:pt x="69496" y="8812"/>
                </a:cubicBezTo>
                <a:cubicBezTo>
                  <a:pt x="69670" y="8837"/>
                  <a:pt x="69820" y="8837"/>
                  <a:pt x="70019" y="8861"/>
                </a:cubicBezTo>
                <a:lnTo>
                  <a:pt x="70766" y="8961"/>
                </a:lnTo>
                <a:cubicBezTo>
                  <a:pt x="70840" y="8986"/>
                  <a:pt x="70840" y="8986"/>
                  <a:pt x="70815" y="8986"/>
                </a:cubicBezTo>
                <a:cubicBezTo>
                  <a:pt x="70790" y="8986"/>
                  <a:pt x="70790" y="8986"/>
                  <a:pt x="70766" y="9036"/>
                </a:cubicBezTo>
                <a:lnTo>
                  <a:pt x="70641" y="9036"/>
                </a:lnTo>
                <a:cubicBezTo>
                  <a:pt x="70293" y="8961"/>
                  <a:pt x="69919" y="8936"/>
                  <a:pt x="69571" y="8911"/>
                </a:cubicBezTo>
                <a:cubicBezTo>
                  <a:pt x="69496" y="8911"/>
                  <a:pt x="69397" y="8861"/>
                  <a:pt x="69297" y="8861"/>
                </a:cubicBezTo>
                <a:lnTo>
                  <a:pt x="69073" y="8861"/>
                </a:lnTo>
                <a:cubicBezTo>
                  <a:pt x="68550" y="8837"/>
                  <a:pt x="68028" y="8812"/>
                  <a:pt x="67505" y="8812"/>
                </a:cubicBezTo>
                <a:cubicBezTo>
                  <a:pt x="67032" y="8812"/>
                  <a:pt x="66559" y="8837"/>
                  <a:pt x="66086" y="8837"/>
                </a:cubicBezTo>
                <a:lnTo>
                  <a:pt x="65937" y="8837"/>
                </a:lnTo>
                <a:cubicBezTo>
                  <a:pt x="65812" y="8837"/>
                  <a:pt x="65713" y="8861"/>
                  <a:pt x="65588" y="8861"/>
                </a:cubicBezTo>
                <a:cubicBezTo>
                  <a:pt x="65538" y="8861"/>
                  <a:pt x="65439" y="8861"/>
                  <a:pt x="65389" y="8911"/>
                </a:cubicBezTo>
                <a:cubicBezTo>
                  <a:pt x="65165" y="8936"/>
                  <a:pt x="64966" y="8936"/>
                  <a:pt x="64767" y="8961"/>
                </a:cubicBezTo>
                <a:cubicBezTo>
                  <a:pt x="64642" y="8961"/>
                  <a:pt x="64518" y="8986"/>
                  <a:pt x="64344" y="8986"/>
                </a:cubicBezTo>
                <a:lnTo>
                  <a:pt x="63697" y="9085"/>
                </a:lnTo>
                <a:cubicBezTo>
                  <a:pt x="63647" y="9085"/>
                  <a:pt x="63547" y="9110"/>
                  <a:pt x="63473" y="9110"/>
                </a:cubicBezTo>
                <a:lnTo>
                  <a:pt x="62726" y="9210"/>
                </a:lnTo>
                <a:lnTo>
                  <a:pt x="61805" y="9409"/>
                </a:lnTo>
                <a:cubicBezTo>
                  <a:pt x="61556" y="9434"/>
                  <a:pt x="61307" y="9484"/>
                  <a:pt x="61058" y="9534"/>
                </a:cubicBezTo>
                <a:cubicBezTo>
                  <a:pt x="60710" y="9583"/>
                  <a:pt x="60336" y="9683"/>
                  <a:pt x="59963" y="9782"/>
                </a:cubicBezTo>
                <a:cubicBezTo>
                  <a:pt x="59739" y="9832"/>
                  <a:pt x="59565" y="9857"/>
                  <a:pt x="59341" y="9932"/>
                </a:cubicBezTo>
                <a:lnTo>
                  <a:pt x="58967" y="10031"/>
                </a:lnTo>
                <a:lnTo>
                  <a:pt x="58967" y="9982"/>
                </a:lnTo>
                <a:lnTo>
                  <a:pt x="58967" y="9957"/>
                </a:lnTo>
                <a:cubicBezTo>
                  <a:pt x="60486" y="9558"/>
                  <a:pt x="61954" y="9235"/>
                  <a:pt x="63398" y="9011"/>
                </a:cubicBezTo>
                <a:cubicBezTo>
                  <a:pt x="63448" y="9011"/>
                  <a:pt x="63547" y="8986"/>
                  <a:pt x="63597" y="8986"/>
                </a:cubicBezTo>
                <a:cubicBezTo>
                  <a:pt x="63945" y="8936"/>
                  <a:pt x="64319" y="8911"/>
                  <a:pt x="64667" y="8861"/>
                </a:cubicBezTo>
                <a:cubicBezTo>
                  <a:pt x="64891" y="8837"/>
                  <a:pt x="65066" y="8837"/>
                  <a:pt x="65290" y="8812"/>
                </a:cubicBezTo>
                <a:cubicBezTo>
                  <a:pt x="65538" y="8762"/>
                  <a:pt x="65787" y="8762"/>
                  <a:pt x="66036" y="8737"/>
                </a:cubicBezTo>
                <a:cubicBezTo>
                  <a:pt x="66509" y="8712"/>
                  <a:pt x="66957" y="8712"/>
                  <a:pt x="67430" y="8712"/>
                </a:cubicBezTo>
                <a:close/>
                <a:moveTo>
                  <a:pt x="74474" y="9932"/>
                </a:moveTo>
                <a:cubicBezTo>
                  <a:pt x="75370" y="10255"/>
                  <a:pt x="76217" y="10679"/>
                  <a:pt x="76988" y="11176"/>
                </a:cubicBezTo>
                <a:cubicBezTo>
                  <a:pt x="77735" y="11649"/>
                  <a:pt x="78457" y="12222"/>
                  <a:pt x="79079" y="12844"/>
                </a:cubicBezTo>
                <a:cubicBezTo>
                  <a:pt x="79005" y="12844"/>
                  <a:pt x="78980" y="12819"/>
                  <a:pt x="78955" y="12794"/>
                </a:cubicBezTo>
                <a:cubicBezTo>
                  <a:pt x="78731" y="12570"/>
                  <a:pt x="78507" y="12396"/>
                  <a:pt x="78283" y="12197"/>
                </a:cubicBezTo>
                <a:cubicBezTo>
                  <a:pt x="78233" y="12147"/>
                  <a:pt x="78158" y="12097"/>
                  <a:pt x="78108" y="12048"/>
                </a:cubicBezTo>
                <a:lnTo>
                  <a:pt x="78034" y="11973"/>
                </a:lnTo>
                <a:cubicBezTo>
                  <a:pt x="77860" y="11824"/>
                  <a:pt x="77636" y="11674"/>
                  <a:pt x="77461" y="11550"/>
                </a:cubicBezTo>
                <a:cubicBezTo>
                  <a:pt x="77387" y="11475"/>
                  <a:pt x="77287" y="11450"/>
                  <a:pt x="77237" y="11400"/>
                </a:cubicBezTo>
                <a:cubicBezTo>
                  <a:pt x="77138" y="11326"/>
                  <a:pt x="77088" y="11301"/>
                  <a:pt x="76988" y="11226"/>
                </a:cubicBezTo>
                <a:cubicBezTo>
                  <a:pt x="76963" y="11226"/>
                  <a:pt x="76963" y="11201"/>
                  <a:pt x="76914" y="11201"/>
                </a:cubicBezTo>
                <a:cubicBezTo>
                  <a:pt x="76889" y="11176"/>
                  <a:pt x="76864" y="11176"/>
                  <a:pt x="76864" y="11127"/>
                </a:cubicBezTo>
                <a:cubicBezTo>
                  <a:pt x="76739" y="11077"/>
                  <a:pt x="76640" y="10977"/>
                  <a:pt x="76515" y="10927"/>
                </a:cubicBezTo>
                <a:cubicBezTo>
                  <a:pt x="76466" y="10878"/>
                  <a:pt x="76391" y="10828"/>
                  <a:pt x="76341" y="10803"/>
                </a:cubicBezTo>
                <a:cubicBezTo>
                  <a:pt x="76117" y="10679"/>
                  <a:pt x="75893" y="10579"/>
                  <a:pt x="75669" y="10479"/>
                </a:cubicBezTo>
                <a:cubicBezTo>
                  <a:pt x="75570" y="10430"/>
                  <a:pt x="75470" y="10355"/>
                  <a:pt x="75370" y="10330"/>
                </a:cubicBezTo>
                <a:cubicBezTo>
                  <a:pt x="75196" y="10255"/>
                  <a:pt x="75097" y="10206"/>
                  <a:pt x="74922" y="10131"/>
                </a:cubicBezTo>
                <a:lnTo>
                  <a:pt x="74474" y="9957"/>
                </a:lnTo>
                <a:lnTo>
                  <a:pt x="74474" y="9932"/>
                </a:lnTo>
                <a:close/>
                <a:moveTo>
                  <a:pt x="106687" y="9948"/>
                </a:moveTo>
                <a:cubicBezTo>
                  <a:pt x="106865" y="10088"/>
                  <a:pt x="107027" y="10249"/>
                  <a:pt x="107231" y="10430"/>
                </a:cubicBezTo>
                <a:lnTo>
                  <a:pt x="107256" y="10454"/>
                </a:lnTo>
                <a:cubicBezTo>
                  <a:pt x="107405" y="10604"/>
                  <a:pt x="107580" y="10728"/>
                  <a:pt x="107729" y="10903"/>
                </a:cubicBezTo>
                <a:lnTo>
                  <a:pt x="108028" y="11201"/>
                </a:lnTo>
                <a:cubicBezTo>
                  <a:pt x="108127" y="11301"/>
                  <a:pt x="108227" y="11425"/>
                  <a:pt x="108301" y="11525"/>
                </a:cubicBezTo>
                <a:cubicBezTo>
                  <a:pt x="108575" y="11799"/>
                  <a:pt x="108849" y="12097"/>
                  <a:pt x="109098" y="12421"/>
                </a:cubicBezTo>
                <a:cubicBezTo>
                  <a:pt x="109123" y="12446"/>
                  <a:pt x="109123" y="12471"/>
                  <a:pt x="109148" y="12520"/>
                </a:cubicBezTo>
                <a:cubicBezTo>
                  <a:pt x="109222" y="12595"/>
                  <a:pt x="109297" y="12695"/>
                  <a:pt x="109372" y="12794"/>
                </a:cubicBezTo>
                <a:cubicBezTo>
                  <a:pt x="109496" y="12944"/>
                  <a:pt x="109596" y="13068"/>
                  <a:pt x="109720" y="13217"/>
                </a:cubicBezTo>
                <a:lnTo>
                  <a:pt x="109048" y="12471"/>
                </a:lnTo>
                <a:cubicBezTo>
                  <a:pt x="108998" y="12396"/>
                  <a:pt x="108899" y="12296"/>
                  <a:pt x="108849" y="12197"/>
                </a:cubicBezTo>
                <a:cubicBezTo>
                  <a:pt x="108725" y="12048"/>
                  <a:pt x="108600" y="11923"/>
                  <a:pt x="108476" y="11774"/>
                </a:cubicBezTo>
                <a:cubicBezTo>
                  <a:pt x="108401" y="11699"/>
                  <a:pt x="108351" y="11649"/>
                  <a:pt x="108277" y="11550"/>
                </a:cubicBezTo>
                <a:cubicBezTo>
                  <a:pt x="108177" y="11450"/>
                  <a:pt x="108127" y="11351"/>
                  <a:pt x="108028" y="11276"/>
                </a:cubicBezTo>
                <a:lnTo>
                  <a:pt x="107978" y="11201"/>
                </a:lnTo>
                <a:cubicBezTo>
                  <a:pt x="107903" y="11127"/>
                  <a:pt x="107878" y="11077"/>
                  <a:pt x="107804" y="11052"/>
                </a:cubicBezTo>
                <a:cubicBezTo>
                  <a:pt x="107461" y="10670"/>
                  <a:pt x="107054" y="10271"/>
                  <a:pt x="106687" y="9948"/>
                </a:cubicBezTo>
                <a:close/>
                <a:moveTo>
                  <a:pt x="86845" y="5402"/>
                </a:moveTo>
                <a:lnTo>
                  <a:pt x="86945" y="5427"/>
                </a:lnTo>
                <a:cubicBezTo>
                  <a:pt x="89782" y="7492"/>
                  <a:pt x="91799" y="10430"/>
                  <a:pt x="92894" y="14089"/>
                </a:cubicBezTo>
                <a:lnTo>
                  <a:pt x="92819" y="14089"/>
                </a:lnTo>
                <a:cubicBezTo>
                  <a:pt x="91724" y="10430"/>
                  <a:pt x="89708" y="7492"/>
                  <a:pt x="86845" y="5402"/>
                </a:cubicBezTo>
                <a:close/>
                <a:moveTo>
                  <a:pt x="110392" y="14313"/>
                </a:moveTo>
                <a:cubicBezTo>
                  <a:pt x="110395" y="14318"/>
                  <a:pt x="110397" y="14323"/>
                  <a:pt x="110400" y="14328"/>
                </a:cubicBezTo>
                <a:lnTo>
                  <a:pt x="110400" y="14328"/>
                </a:lnTo>
                <a:cubicBezTo>
                  <a:pt x="110395" y="14323"/>
                  <a:pt x="110392" y="14319"/>
                  <a:pt x="110392" y="14313"/>
                </a:cubicBezTo>
                <a:close/>
                <a:moveTo>
                  <a:pt x="95582" y="14163"/>
                </a:moveTo>
                <a:lnTo>
                  <a:pt x="94761" y="14238"/>
                </a:lnTo>
                <a:cubicBezTo>
                  <a:pt x="94213" y="14288"/>
                  <a:pt x="93690" y="14313"/>
                  <a:pt x="93143" y="14337"/>
                </a:cubicBezTo>
                <a:cubicBezTo>
                  <a:pt x="93143" y="14313"/>
                  <a:pt x="93093" y="14288"/>
                  <a:pt x="93093" y="14238"/>
                </a:cubicBezTo>
                <a:cubicBezTo>
                  <a:pt x="93922" y="14189"/>
                  <a:pt x="94775" y="14164"/>
                  <a:pt x="95582" y="14163"/>
                </a:cubicBezTo>
                <a:close/>
                <a:moveTo>
                  <a:pt x="92944" y="14288"/>
                </a:moveTo>
                <a:cubicBezTo>
                  <a:pt x="92944" y="14313"/>
                  <a:pt x="92968" y="14337"/>
                  <a:pt x="92968" y="14387"/>
                </a:cubicBezTo>
                <a:lnTo>
                  <a:pt x="92919" y="14387"/>
                </a:lnTo>
                <a:cubicBezTo>
                  <a:pt x="92894" y="14313"/>
                  <a:pt x="92894" y="14288"/>
                  <a:pt x="92894" y="14288"/>
                </a:cubicBezTo>
                <a:close/>
                <a:moveTo>
                  <a:pt x="95557" y="14362"/>
                </a:moveTo>
                <a:cubicBezTo>
                  <a:pt x="95134" y="14412"/>
                  <a:pt x="94686" y="14462"/>
                  <a:pt x="94263" y="14537"/>
                </a:cubicBezTo>
                <a:cubicBezTo>
                  <a:pt x="94064" y="14562"/>
                  <a:pt x="93840" y="14562"/>
                  <a:pt x="93665" y="14586"/>
                </a:cubicBezTo>
                <a:cubicBezTo>
                  <a:pt x="93466" y="14661"/>
                  <a:pt x="93392" y="14686"/>
                  <a:pt x="93267" y="14686"/>
                </a:cubicBezTo>
                <a:lnTo>
                  <a:pt x="93267" y="14636"/>
                </a:lnTo>
                <a:cubicBezTo>
                  <a:pt x="93367" y="14586"/>
                  <a:pt x="93516" y="14562"/>
                  <a:pt x="93641" y="14562"/>
                </a:cubicBezTo>
                <a:cubicBezTo>
                  <a:pt x="93964" y="14487"/>
                  <a:pt x="94313" y="14462"/>
                  <a:pt x="94661" y="14437"/>
                </a:cubicBezTo>
                <a:cubicBezTo>
                  <a:pt x="94711" y="14437"/>
                  <a:pt x="94786" y="14412"/>
                  <a:pt x="94835" y="14412"/>
                </a:cubicBezTo>
                <a:cubicBezTo>
                  <a:pt x="95010" y="14412"/>
                  <a:pt x="95134" y="14412"/>
                  <a:pt x="95283" y="14362"/>
                </a:cubicBezTo>
                <a:close/>
                <a:moveTo>
                  <a:pt x="97623" y="14263"/>
                </a:moveTo>
                <a:cubicBezTo>
                  <a:pt x="97996" y="14263"/>
                  <a:pt x="98345" y="14263"/>
                  <a:pt x="98743" y="14288"/>
                </a:cubicBezTo>
                <a:cubicBezTo>
                  <a:pt x="98942" y="14288"/>
                  <a:pt x="99166" y="14313"/>
                  <a:pt x="99390" y="14313"/>
                </a:cubicBezTo>
                <a:lnTo>
                  <a:pt x="99614" y="14313"/>
                </a:lnTo>
                <a:cubicBezTo>
                  <a:pt x="100411" y="14412"/>
                  <a:pt x="101232" y="14537"/>
                  <a:pt x="102004" y="14686"/>
                </a:cubicBezTo>
                <a:cubicBezTo>
                  <a:pt x="101158" y="14537"/>
                  <a:pt x="100311" y="14437"/>
                  <a:pt x="99490" y="14387"/>
                </a:cubicBezTo>
                <a:cubicBezTo>
                  <a:pt x="98868" y="14313"/>
                  <a:pt x="98245" y="14288"/>
                  <a:pt x="97623" y="14263"/>
                </a:cubicBezTo>
                <a:close/>
                <a:moveTo>
                  <a:pt x="90778" y="5252"/>
                </a:moveTo>
                <a:cubicBezTo>
                  <a:pt x="91475" y="5252"/>
                  <a:pt x="92172" y="5302"/>
                  <a:pt x="92844" y="5327"/>
                </a:cubicBezTo>
                <a:cubicBezTo>
                  <a:pt x="93143" y="5352"/>
                  <a:pt x="93417" y="5377"/>
                  <a:pt x="93690" y="5377"/>
                </a:cubicBezTo>
                <a:cubicBezTo>
                  <a:pt x="94064" y="5427"/>
                  <a:pt x="94462" y="5451"/>
                  <a:pt x="94835" y="5476"/>
                </a:cubicBezTo>
                <a:cubicBezTo>
                  <a:pt x="95184" y="5501"/>
                  <a:pt x="95532" y="5576"/>
                  <a:pt x="95881" y="5626"/>
                </a:cubicBezTo>
                <a:cubicBezTo>
                  <a:pt x="96155" y="5675"/>
                  <a:pt x="96453" y="5725"/>
                  <a:pt x="96752" y="5750"/>
                </a:cubicBezTo>
                <a:cubicBezTo>
                  <a:pt x="97125" y="5825"/>
                  <a:pt x="97499" y="5924"/>
                  <a:pt x="97872" y="5999"/>
                </a:cubicBezTo>
                <a:cubicBezTo>
                  <a:pt x="98121" y="6074"/>
                  <a:pt x="98320" y="6099"/>
                  <a:pt x="98544" y="6173"/>
                </a:cubicBezTo>
                <a:cubicBezTo>
                  <a:pt x="100934" y="8413"/>
                  <a:pt x="102651" y="11326"/>
                  <a:pt x="103622" y="14810"/>
                </a:cubicBezTo>
                <a:cubicBezTo>
                  <a:pt x="103398" y="14761"/>
                  <a:pt x="103149" y="14686"/>
                  <a:pt x="102900" y="14661"/>
                </a:cubicBezTo>
                <a:cubicBezTo>
                  <a:pt x="102850" y="14661"/>
                  <a:pt x="102751" y="14636"/>
                  <a:pt x="102676" y="14636"/>
                </a:cubicBezTo>
                <a:cubicBezTo>
                  <a:pt x="102402" y="14562"/>
                  <a:pt x="102153" y="14512"/>
                  <a:pt x="101880" y="14462"/>
                </a:cubicBezTo>
                <a:cubicBezTo>
                  <a:pt x="101780" y="14437"/>
                  <a:pt x="101680" y="14437"/>
                  <a:pt x="101606" y="14437"/>
                </a:cubicBezTo>
                <a:cubicBezTo>
                  <a:pt x="101357" y="14412"/>
                  <a:pt x="101108" y="14337"/>
                  <a:pt x="100859" y="14313"/>
                </a:cubicBezTo>
                <a:cubicBezTo>
                  <a:pt x="100735" y="14288"/>
                  <a:pt x="100610" y="14288"/>
                  <a:pt x="100486" y="14288"/>
                </a:cubicBezTo>
                <a:cubicBezTo>
                  <a:pt x="100262" y="14263"/>
                  <a:pt x="100038" y="14213"/>
                  <a:pt x="99789" y="14213"/>
                </a:cubicBezTo>
                <a:lnTo>
                  <a:pt x="99565" y="14213"/>
                </a:lnTo>
                <a:cubicBezTo>
                  <a:pt x="98377" y="14097"/>
                  <a:pt x="97138" y="14032"/>
                  <a:pt x="95864" y="14032"/>
                </a:cubicBezTo>
                <a:cubicBezTo>
                  <a:pt x="94949" y="14032"/>
                  <a:pt x="94015" y="14066"/>
                  <a:pt x="93068" y="14138"/>
                </a:cubicBezTo>
                <a:cubicBezTo>
                  <a:pt x="92023" y="10479"/>
                  <a:pt x="90031" y="7542"/>
                  <a:pt x="87219" y="5451"/>
                </a:cubicBezTo>
                <a:cubicBezTo>
                  <a:pt x="87318" y="5451"/>
                  <a:pt x="87418" y="5427"/>
                  <a:pt x="87542" y="5427"/>
                </a:cubicBezTo>
                <a:lnTo>
                  <a:pt x="88563" y="5327"/>
                </a:lnTo>
                <a:cubicBezTo>
                  <a:pt x="89309" y="5302"/>
                  <a:pt x="90056" y="5252"/>
                  <a:pt x="90778" y="5252"/>
                </a:cubicBezTo>
                <a:close/>
                <a:moveTo>
                  <a:pt x="48115" y="10056"/>
                </a:moveTo>
                <a:cubicBezTo>
                  <a:pt x="46173" y="11176"/>
                  <a:pt x="43609" y="12769"/>
                  <a:pt x="41867" y="13964"/>
                </a:cubicBezTo>
                <a:cubicBezTo>
                  <a:pt x="41444" y="14263"/>
                  <a:pt x="41046" y="14537"/>
                  <a:pt x="40573" y="14885"/>
                </a:cubicBezTo>
                <a:lnTo>
                  <a:pt x="40448" y="14885"/>
                </a:lnTo>
                <a:cubicBezTo>
                  <a:pt x="41892" y="13889"/>
                  <a:pt x="43311" y="12944"/>
                  <a:pt x="44729" y="12048"/>
                </a:cubicBezTo>
                <a:cubicBezTo>
                  <a:pt x="45153" y="11774"/>
                  <a:pt x="45601" y="11525"/>
                  <a:pt x="45999" y="11276"/>
                </a:cubicBezTo>
                <a:cubicBezTo>
                  <a:pt x="46721" y="10828"/>
                  <a:pt x="47393" y="10430"/>
                  <a:pt x="48115" y="10056"/>
                </a:cubicBezTo>
                <a:close/>
                <a:moveTo>
                  <a:pt x="98942" y="6248"/>
                </a:moveTo>
                <a:cubicBezTo>
                  <a:pt x="99017" y="6298"/>
                  <a:pt x="99042" y="6323"/>
                  <a:pt x="99067" y="6323"/>
                </a:cubicBezTo>
                <a:cubicBezTo>
                  <a:pt x="101357" y="8588"/>
                  <a:pt x="102975" y="11450"/>
                  <a:pt x="103896" y="14885"/>
                </a:cubicBezTo>
                <a:cubicBezTo>
                  <a:pt x="103871" y="14885"/>
                  <a:pt x="103846" y="14885"/>
                  <a:pt x="103846" y="14835"/>
                </a:cubicBezTo>
                <a:cubicBezTo>
                  <a:pt x="102900" y="11400"/>
                  <a:pt x="101257" y="8538"/>
                  <a:pt x="98942" y="6248"/>
                </a:cubicBezTo>
                <a:close/>
                <a:moveTo>
                  <a:pt x="99440" y="6472"/>
                </a:moveTo>
                <a:lnTo>
                  <a:pt x="99440" y="6472"/>
                </a:lnTo>
                <a:cubicBezTo>
                  <a:pt x="99540" y="6497"/>
                  <a:pt x="99614" y="6522"/>
                  <a:pt x="99689" y="6522"/>
                </a:cubicBezTo>
                <a:cubicBezTo>
                  <a:pt x="99888" y="6596"/>
                  <a:pt x="100112" y="6646"/>
                  <a:pt x="100311" y="6721"/>
                </a:cubicBezTo>
                <a:cubicBezTo>
                  <a:pt x="100386" y="6721"/>
                  <a:pt x="100436" y="6746"/>
                  <a:pt x="100535" y="6796"/>
                </a:cubicBezTo>
                <a:cubicBezTo>
                  <a:pt x="102776" y="9110"/>
                  <a:pt x="104269" y="12048"/>
                  <a:pt x="105090" y="15209"/>
                </a:cubicBezTo>
                <a:cubicBezTo>
                  <a:pt x="105016" y="15184"/>
                  <a:pt x="104991" y="15184"/>
                  <a:pt x="104916" y="15184"/>
                </a:cubicBezTo>
                <a:cubicBezTo>
                  <a:pt x="104866" y="15184"/>
                  <a:pt x="104842" y="15159"/>
                  <a:pt x="104767" y="15159"/>
                </a:cubicBezTo>
                <a:lnTo>
                  <a:pt x="104120" y="14960"/>
                </a:lnTo>
                <a:cubicBezTo>
                  <a:pt x="103224" y="11575"/>
                  <a:pt x="101631" y="8712"/>
                  <a:pt x="99440" y="6472"/>
                </a:cubicBezTo>
                <a:close/>
                <a:moveTo>
                  <a:pt x="100909" y="6920"/>
                </a:moveTo>
                <a:cubicBezTo>
                  <a:pt x="100934" y="6945"/>
                  <a:pt x="101008" y="6945"/>
                  <a:pt x="101033" y="6970"/>
                </a:cubicBezTo>
                <a:cubicBezTo>
                  <a:pt x="103149" y="9310"/>
                  <a:pt x="104543" y="12172"/>
                  <a:pt x="105339" y="15308"/>
                </a:cubicBezTo>
                <a:cubicBezTo>
                  <a:pt x="105290" y="15308"/>
                  <a:pt x="105290" y="15308"/>
                  <a:pt x="105265" y="15283"/>
                </a:cubicBezTo>
                <a:cubicBezTo>
                  <a:pt x="104493" y="12147"/>
                  <a:pt x="103049" y="9235"/>
                  <a:pt x="100909" y="6920"/>
                </a:cubicBezTo>
                <a:close/>
                <a:moveTo>
                  <a:pt x="67530" y="8961"/>
                </a:moveTo>
                <a:cubicBezTo>
                  <a:pt x="68077" y="8961"/>
                  <a:pt x="68650" y="8986"/>
                  <a:pt x="69173" y="9011"/>
                </a:cubicBezTo>
                <a:lnTo>
                  <a:pt x="69272" y="9011"/>
                </a:lnTo>
                <a:cubicBezTo>
                  <a:pt x="69397" y="9011"/>
                  <a:pt x="69521" y="9061"/>
                  <a:pt x="69621" y="9061"/>
                </a:cubicBezTo>
                <a:cubicBezTo>
                  <a:pt x="69745" y="9061"/>
                  <a:pt x="69820" y="9085"/>
                  <a:pt x="69944" y="9085"/>
                </a:cubicBezTo>
                <a:cubicBezTo>
                  <a:pt x="70118" y="9110"/>
                  <a:pt x="70268" y="9110"/>
                  <a:pt x="70417" y="9160"/>
                </a:cubicBezTo>
                <a:cubicBezTo>
                  <a:pt x="66310" y="10803"/>
                  <a:pt x="62103" y="12844"/>
                  <a:pt x="57847" y="15333"/>
                </a:cubicBezTo>
                <a:cubicBezTo>
                  <a:pt x="58046" y="13541"/>
                  <a:pt x="58420" y="11799"/>
                  <a:pt x="58967" y="10206"/>
                </a:cubicBezTo>
                <a:cubicBezTo>
                  <a:pt x="60560" y="9807"/>
                  <a:pt x="62079" y="9484"/>
                  <a:pt x="63547" y="9285"/>
                </a:cubicBezTo>
                <a:cubicBezTo>
                  <a:pt x="63572" y="9285"/>
                  <a:pt x="63647" y="9285"/>
                  <a:pt x="63672" y="9235"/>
                </a:cubicBezTo>
                <a:lnTo>
                  <a:pt x="63746" y="9235"/>
                </a:lnTo>
                <a:cubicBezTo>
                  <a:pt x="64095" y="9185"/>
                  <a:pt x="64443" y="9160"/>
                  <a:pt x="64792" y="9110"/>
                </a:cubicBezTo>
                <a:cubicBezTo>
                  <a:pt x="64991" y="9085"/>
                  <a:pt x="65190" y="9085"/>
                  <a:pt x="65414" y="9061"/>
                </a:cubicBezTo>
                <a:cubicBezTo>
                  <a:pt x="65663" y="9011"/>
                  <a:pt x="65862" y="9011"/>
                  <a:pt x="66136" y="8986"/>
                </a:cubicBezTo>
                <a:cubicBezTo>
                  <a:pt x="66584" y="8961"/>
                  <a:pt x="67057" y="8961"/>
                  <a:pt x="67530" y="8961"/>
                </a:cubicBezTo>
                <a:close/>
                <a:moveTo>
                  <a:pt x="40274" y="15084"/>
                </a:moveTo>
                <a:lnTo>
                  <a:pt x="40000" y="15283"/>
                </a:lnTo>
                <a:cubicBezTo>
                  <a:pt x="39950" y="15308"/>
                  <a:pt x="39901" y="15333"/>
                  <a:pt x="39876" y="15383"/>
                </a:cubicBezTo>
                <a:lnTo>
                  <a:pt x="39876" y="15333"/>
                </a:lnTo>
                <a:cubicBezTo>
                  <a:pt x="39876" y="15283"/>
                  <a:pt x="39926" y="15258"/>
                  <a:pt x="40000" y="15209"/>
                </a:cubicBezTo>
                <a:cubicBezTo>
                  <a:pt x="40025" y="15209"/>
                  <a:pt x="40025" y="15184"/>
                  <a:pt x="40050" y="15184"/>
                </a:cubicBezTo>
                <a:cubicBezTo>
                  <a:pt x="40075" y="15184"/>
                  <a:pt x="40100" y="15159"/>
                  <a:pt x="40150" y="15159"/>
                </a:cubicBezTo>
                <a:cubicBezTo>
                  <a:pt x="40174" y="15134"/>
                  <a:pt x="40199" y="15134"/>
                  <a:pt x="40274" y="15084"/>
                </a:cubicBezTo>
                <a:close/>
                <a:moveTo>
                  <a:pt x="110591" y="14163"/>
                </a:moveTo>
                <a:lnTo>
                  <a:pt x="110591" y="14163"/>
                </a:lnTo>
                <a:cubicBezTo>
                  <a:pt x="110741" y="14412"/>
                  <a:pt x="110890" y="14636"/>
                  <a:pt x="111064" y="14810"/>
                </a:cubicBezTo>
                <a:cubicBezTo>
                  <a:pt x="111201" y="15021"/>
                  <a:pt x="111347" y="15245"/>
                  <a:pt x="111496" y="15472"/>
                </a:cubicBezTo>
                <a:lnTo>
                  <a:pt x="111496" y="15472"/>
                </a:lnTo>
                <a:cubicBezTo>
                  <a:pt x="111250" y="15117"/>
                  <a:pt x="111073" y="14883"/>
                  <a:pt x="111015" y="14810"/>
                </a:cubicBezTo>
                <a:cubicBezTo>
                  <a:pt x="110965" y="14761"/>
                  <a:pt x="110940" y="14686"/>
                  <a:pt x="110865" y="14636"/>
                </a:cubicBezTo>
                <a:cubicBezTo>
                  <a:pt x="110840" y="14562"/>
                  <a:pt x="110766" y="14512"/>
                  <a:pt x="110741" y="14412"/>
                </a:cubicBezTo>
                <a:cubicBezTo>
                  <a:pt x="110741" y="14412"/>
                  <a:pt x="110741" y="14387"/>
                  <a:pt x="110716" y="14387"/>
                </a:cubicBezTo>
                <a:cubicBezTo>
                  <a:pt x="110691" y="14337"/>
                  <a:pt x="110691" y="14313"/>
                  <a:pt x="110641" y="14288"/>
                </a:cubicBezTo>
                <a:cubicBezTo>
                  <a:pt x="110616" y="14263"/>
                  <a:pt x="110591" y="14188"/>
                  <a:pt x="110591" y="14163"/>
                </a:cubicBezTo>
                <a:close/>
                <a:moveTo>
                  <a:pt x="58738" y="10296"/>
                </a:moveTo>
                <a:lnTo>
                  <a:pt x="58738" y="10296"/>
                </a:lnTo>
                <a:cubicBezTo>
                  <a:pt x="58193" y="11934"/>
                  <a:pt x="57822" y="13671"/>
                  <a:pt x="57623" y="15507"/>
                </a:cubicBezTo>
                <a:cubicBezTo>
                  <a:pt x="57598" y="15507"/>
                  <a:pt x="57598" y="15532"/>
                  <a:pt x="57573" y="15532"/>
                </a:cubicBezTo>
                <a:cubicBezTo>
                  <a:pt x="57748" y="13690"/>
                  <a:pt x="58096" y="11948"/>
                  <a:pt x="58693" y="10305"/>
                </a:cubicBezTo>
                <a:cubicBezTo>
                  <a:pt x="58711" y="10305"/>
                  <a:pt x="58730" y="10305"/>
                  <a:pt x="58738" y="10296"/>
                </a:cubicBezTo>
                <a:close/>
                <a:moveTo>
                  <a:pt x="39677" y="15458"/>
                </a:moveTo>
                <a:lnTo>
                  <a:pt x="39677" y="15507"/>
                </a:lnTo>
                <a:cubicBezTo>
                  <a:pt x="39627" y="15532"/>
                  <a:pt x="39577" y="15557"/>
                  <a:pt x="39527" y="15582"/>
                </a:cubicBezTo>
                <a:cubicBezTo>
                  <a:pt x="39552" y="15557"/>
                  <a:pt x="39552" y="15557"/>
                  <a:pt x="39577" y="15557"/>
                </a:cubicBezTo>
                <a:lnTo>
                  <a:pt x="39677" y="15458"/>
                </a:lnTo>
                <a:close/>
                <a:moveTo>
                  <a:pt x="62452" y="4082"/>
                </a:moveTo>
                <a:lnTo>
                  <a:pt x="62452" y="4082"/>
                </a:lnTo>
                <a:cubicBezTo>
                  <a:pt x="61954" y="4481"/>
                  <a:pt x="61506" y="4954"/>
                  <a:pt x="61083" y="5476"/>
                </a:cubicBezTo>
                <a:cubicBezTo>
                  <a:pt x="55209" y="8015"/>
                  <a:pt x="49210" y="11450"/>
                  <a:pt x="43286" y="15657"/>
                </a:cubicBezTo>
                <a:cubicBezTo>
                  <a:pt x="42390" y="15159"/>
                  <a:pt x="41618" y="14885"/>
                  <a:pt x="40946" y="14835"/>
                </a:cubicBezTo>
                <a:cubicBezTo>
                  <a:pt x="48239" y="9782"/>
                  <a:pt x="55632" y="6123"/>
                  <a:pt x="62452" y="4082"/>
                </a:cubicBezTo>
                <a:close/>
                <a:moveTo>
                  <a:pt x="70915" y="9235"/>
                </a:moveTo>
                <a:cubicBezTo>
                  <a:pt x="66659" y="10927"/>
                  <a:pt x="62228" y="13068"/>
                  <a:pt x="57822" y="15682"/>
                </a:cubicBezTo>
                <a:lnTo>
                  <a:pt x="57822" y="15632"/>
                </a:lnTo>
                <a:cubicBezTo>
                  <a:pt x="62178" y="13068"/>
                  <a:pt x="66534" y="10927"/>
                  <a:pt x="70815" y="9235"/>
                </a:cubicBezTo>
                <a:close/>
                <a:moveTo>
                  <a:pt x="86571" y="5451"/>
                </a:moveTo>
                <a:cubicBezTo>
                  <a:pt x="89484" y="7468"/>
                  <a:pt x="91550" y="10430"/>
                  <a:pt x="92645" y="14089"/>
                </a:cubicBezTo>
                <a:cubicBezTo>
                  <a:pt x="89832" y="14337"/>
                  <a:pt x="86845" y="14885"/>
                  <a:pt x="83759" y="15706"/>
                </a:cubicBezTo>
                <a:cubicBezTo>
                  <a:pt x="82390" y="12421"/>
                  <a:pt x="80573" y="9434"/>
                  <a:pt x="78283" y="6995"/>
                </a:cubicBezTo>
                <a:cubicBezTo>
                  <a:pt x="79477" y="6696"/>
                  <a:pt x="80622" y="6422"/>
                  <a:pt x="81767" y="6173"/>
                </a:cubicBezTo>
                <a:cubicBezTo>
                  <a:pt x="81892" y="6123"/>
                  <a:pt x="81991" y="6123"/>
                  <a:pt x="82116" y="6099"/>
                </a:cubicBezTo>
                <a:cubicBezTo>
                  <a:pt x="82763" y="5974"/>
                  <a:pt x="83410" y="5850"/>
                  <a:pt x="84033" y="5750"/>
                </a:cubicBezTo>
                <a:cubicBezTo>
                  <a:pt x="84306" y="5725"/>
                  <a:pt x="84555" y="5700"/>
                  <a:pt x="84829" y="5675"/>
                </a:cubicBezTo>
                <a:cubicBezTo>
                  <a:pt x="85327" y="5601"/>
                  <a:pt x="85825" y="5501"/>
                  <a:pt x="86323" y="5476"/>
                </a:cubicBezTo>
                <a:cubicBezTo>
                  <a:pt x="86422" y="5451"/>
                  <a:pt x="86472" y="5451"/>
                  <a:pt x="86571" y="5451"/>
                </a:cubicBezTo>
                <a:close/>
                <a:moveTo>
                  <a:pt x="60834" y="5750"/>
                </a:moveTo>
                <a:lnTo>
                  <a:pt x="60834" y="5750"/>
                </a:lnTo>
                <a:cubicBezTo>
                  <a:pt x="60809" y="5825"/>
                  <a:pt x="60784" y="5875"/>
                  <a:pt x="60734" y="5924"/>
                </a:cubicBezTo>
                <a:cubicBezTo>
                  <a:pt x="55109" y="8389"/>
                  <a:pt x="49285" y="11699"/>
                  <a:pt x="43535" y="15781"/>
                </a:cubicBezTo>
                <a:cubicBezTo>
                  <a:pt x="43510" y="15781"/>
                  <a:pt x="43510" y="15756"/>
                  <a:pt x="43460" y="15756"/>
                </a:cubicBezTo>
                <a:cubicBezTo>
                  <a:pt x="49235" y="11674"/>
                  <a:pt x="55109" y="8289"/>
                  <a:pt x="60834" y="5750"/>
                </a:cubicBezTo>
                <a:close/>
                <a:moveTo>
                  <a:pt x="40921" y="15034"/>
                </a:moveTo>
                <a:cubicBezTo>
                  <a:pt x="41046" y="15034"/>
                  <a:pt x="41170" y="15059"/>
                  <a:pt x="41319" y="15059"/>
                </a:cubicBezTo>
                <a:cubicBezTo>
                  <a:pt x="41867" y="15184"/>
                  <a:pt x="42440" y="15408"/>
                  <a:pt x="43112" y="15781"/>
                </a:cubicBezTo>
                <a:lnTo>
                  <a:pt x="43062" y="15806"/>
                </a:lnTo>
                <a:cubicBezTo>
                  <a:pt x="43012" y="15781"/>
                  <a:pt x="42987" y="15756"/>
                  <a:pt x="42912" y="15706"/>
                </a:cubicBezTo>
                <a:cubicBezTo>
                  <a:pt x="42863" y="15682"/>
                  <a:pt x="42813" y="15657"/>
                  <a:pt x="42763" y="15657"/>
                </a:cubicBezTo>
                <a:cubicBezTo>
                  <a:pt x="42664" y="15632"/>
                  <a:pt x="42564" y="15557"/>
                  <a:pt x="42489" y="15532"/>
                </a:cubicBezTo>
                <a:cubicBezTo>
                  <a:pt x="42415" y="15507"/>
                  <a:pt x="42365" y="15458"/>
                  <a:pt x="42265" y="15433"/>
                </a:cubicBezTo>
                <a:cubicBezTo>
                  <a:pt x="42191" y="15408"/>
                  <a:pt x="42141" y="15383"/>
                  <a:pt x="42066" y="15383"/>
                </a:cubicBezTo>
                <a:cubicBezTo>
                  <a:pt x="41991" y="15333"/>
                  <a:pt x="41917" y="15308"/>
                  <a:pt x="41867" y="15283"/>
                </a:cubicBezTo>
                <a:cubicBezTo>
                  <a:pt x="41792" y="15258"/>
                  <a:pt x="41767" y="15258"/>
                  <a:pt x="41693" y="15209"/>
                </a:cubicBezTo>
                <a:cubicBezTo>
                  <a:pt x="41643" y="15184"/>
                  <a:pt x="41543" y="15159"/>
                  <a:pt x="41494" y="15159"/>
                </a:cubicBezTo>
                <a:cubicBezTo>
                  <a:pt x="41419" y="15159"/>
                  <a:pt x="41369" y="15134"/>
                  <a:pt x="41295" y="15134"/>
                </a:cubicBezTo>
                <a:cubicBezTo>
                  <a:pt x="41245" y="15134"/>
                  <a:pt x="41170" y="15084"/>
                  <a:pt x="41120" y="15084"/>
                </a:cubicBezTo>
                <a:cubicBezTo>
                  <a:pt x="40996" y="15084"/>
                  <a:pt x="40896" y="15059"/>
                  <a:pt x="40772" y="15059"/>
                </a:cubicBezTo>
                <a:cubicBezTo>
                  <a:pt x="40697" y="15059"/>
                  <a:pt x="40647" y="15059"/>
                  <a:pt x="40573" y="15084"/>
                </a:cubicBezTo>
                <a:cubicBezTo>
                  <a:pt x="40622" y="15059"/>
                  <a:pt x="40647" y="15059"/>
                  <a:pt x="40672" y="15034"/>
                </a:cubicBezTo>
                <a:close/>
                <a:moveTo>
                  <a:pt x="78084" y="7069"/>
                </a:moveTo>
                <a:cubicBezTo>
                  <a:pt x="80374" y="9459"/>
                  <a:pt x="82216" y="12471"/>
                  <a:pt x="83585" y="15781"/>
                </a:cubicBezTo>
                <a:cubicBezTo>
                  <a:pt x="83560" y="15781"/>
                  <a:pt x="83560" y="15781"/>
                  <a:pt x="83510" y="15806"/>
                </a:cubicBezTo>
                <a:cubicBezTo>
                  <a:pt x="82141" y="12520"/>
                  <a:pt x="80324" y="9534"/>
                  <a:pt x="78009" y="7094"/>
                </a:cubicBezTo>
                <a:cubicBezTo>
                  <a:pt x="78034" y="7094"/>
                  <a:pt x="78034" y="7094"/>
                  <a:pt x="78084" y="7069"/>
                </a:cubicBezTo>
                <a:close/>
                <a:moveTo>
                  <a:pt x="57623" y="15756"/>
                </a:moveTo>
                <a:lnTo>
                  <a:pt x="57623" y="15806"/>
                </a:lnTo>
                <a:cubicBezTo>
                  <a:pt x="57598" y="15806"/>
                  <a:pt x="57598" y="15831"/>
                  <a:pt x="57573" y="15831"/>
                </a:cubicBezTo>
                <a:lnTo>
                  <a:pt x="57573" y="15781"/>
                </a:lnTo>
                <a:cubicBezTo>
                  <a:pt x="57598" y="15781"/>
                  <a:pt x="57598" y="15756"/>
                  <a:pt x="57623" y="15756"/>
                </a:cubicBezTo>
                <a:close/>
                <a:moveTo>
                  <a:pt x="92695" y="14288"/>
                </a:moveTo>
                <a:cubicBezTo>
                  <a:pt x="92695" y="14313"/>
                  <a:pt x="92720" y="14337"/>
                  <a:pt x="92720" y="14387"/>
                </a:cubicBezTo>
                <a:cubicBezTo>
                  <a:pt x="89907" y="14636"/>
                  <a:pt x="86945" y="15159"/>
                  <a:pt x="83858" y="16005"/>
                </a:cubicBezTo>
                <a:cubicBezTo>
                  <a:pt x="83858" y="15955"/>
                  <a:pt x="83833" y="15931"/>
                  <a:pt x="83833" y="15906"/>
                </a:cubicBezTo>
                <a:cubicBezTo>
                  <a:pt x="86895" y="15059"/>
                  <a:pt x="89907" y="14537"/>
                  <a:pt x="92695" y="14288"/>
                </a:cubicBezTo>
                <a:close/>
                <a:moveTo>
                  <a:pt x="110635" y="14700"/>
                </a:moveTo>
                <a:cubicBezTo>
                  <a:pt x="110653" y="14721"/>
                  <a:pt x="110672" y="14742"/>
                  <a:pt x="110691" y="14761"/>
                </a:cubicBezTo>
                <a:cubicBezTo>
                  <a:pt x="110766" y="14885"/>
                  <a:pt x="110840" y="15010"/>
                  <a:pt x="110940" y="15159"/>
                </a:cubicBezTo>
                <a:cubicBezTo>
                  <a:pt x="111073" y="15425"/>
                  <a:pt x="111206" y="15712"/>
                  <a:pt x="111340" y="16018"/>
                </a:cubicBezTo>
                <a:lnTo>
                  <a:pt x="111340" y="16018"/>
                </a:lnTo>
                <a:cubicBezTo>
                  <a:pt x="111306" y="15954"/>
                  <a:pt x="111272" y="15892"/>
                  <a:pt x="111239" y="15831"/>
                </a:cubicBezTo>
                <a:cubicBezTo>
                  <a:pt x="111089" y="15557"/>
                  <a:pt x="110965" y="15283"/>
                  <a:pt x="110815" y="15010"/>
                </a:cubicBezTo>
                <a:cubicBezTo>
                  <a:pt x="110755" y="14902"/>
                  <a:pt x="110695" y="14799"/>
                  <a:pt x="110635" y="14700"/>
                </a:cubicBezTo>
                <a:close/>
                <a:moveTo>
                  <a:pt x="83634" y="15955"/>
                </a:moveTo>
                <a:cubicBezTo>
                  <a:pt x="83634" y="16005"/>
                  <a:pt x="83684" y="16030"/>
                  <a:pt x="83684" y="16055"/>
                </a:cubicBezTo>
                <a:cubicBezTo>
                  <a:pt x="83634" y="16055"/>
                  <a:pt x="83634" y="16055"/>
                  <a:pt x="83609" y="16080"/>
                </a:cubicBezTo>
                <a:cubicBezTo>
                  <a:pt x="83609" y="16030"/>
                  <a:pt x="83609" y="16005"/>
                  <a:pt x="83585" y="15955"/>
                </a:cubicBezTo>
                <a:close/>
                <a:moveTo>
                  <a:pt x="60486" y="6223"/>
                </a:moveTo>
                <a:lnTo>
                  <a:pt x="60486" y="6223"/>
                </a:lnTo>
                <a:cubicBezTo>
                  <a:pt x="59789" y="7244"/>
                  <a:pt x="59166" y="8488"/>
                  <a:pt x="58619" y="9857"/>
                </a:cubicBezTo>
                <a:cubicBezTo>
                  <a:pt x="57847" y="10081"/>
                  <a:pt x="57051" y="10330"/>
                  <a:pt x="56229" y="10604"/>
                </a:cubicBezTo>
                <a:cubicBezTo>
                  <a:pt x="55433" y="10903"/>
                  <a:pt x="54611" y="11176"/>
                  <a:pt x="53815" y="11525"/>
                </a:cubicBezTo>
                <a:cubicBezTo>
                  <a:pt x="52520" y="12023"/>
                  <a:pt x="51201" y="12645"/>
                  <a:pt x="49882" y="13267"/>
                </a:cubicBezTo>
                <a:cubicBezTo>
                  <a:pt x="49708" y="13342"/>
                  <a:pt x="49484" y="13441"/>
                  <a:pt x="49285" y="13541"/>
                </a:cubicBezTo>
                <a:cubicBezTo>
                  <a:pt x="49260" y="13541"/>
                  <a:pt x="49260" y="13566"/>
                  <a:pt x="49235" y="13566"/>
                </a:cubicBezTo>
                <a:cubicBezTo>
                  <a:pt x="48861" y="13765"/>
                  <a:pt x="48463" y="13939"/>
                  <a:pt x="48090" y="14163"/>
                </a:cubicBezTo>
                <a:cubicBezTo>
                  <a:pt x="48040" y="14163"/>
                  <a:pt x="48040" y="14188"/>
                  <a:pt x="48015" y="14188"/>
                </a:cubicBezTo>
                <a:cubicBezTo>
                  <a:pt x="47916" y="14263"/>
                  <a:pt x="47841" y="14313"/>
                  <a:pt x="47741" y="14337"/>
                </a:cubicBezTo>
                <a:cubicBezTo>
                  <a:pt x="47169" y="14636"/>
                  <a:pt x="46646" y="14935"/>
                  <a:pt x="46099" y="15258"/>
                </a:cubicBezTo>
                <a:cubicBezTo>
                  <a:pt x="45899" y="15333"/>
                  <a:pt x="45750" y="15433"/>
                  <a:pt x="45551" y="15532"/>
                </a:cubicBezTo>
                <a:cubicBezTo>
                  <a:pt x="45227" y="15706"/>
                  <a:pt x="44904" y="15931"/>
                  <a:pt x="44555" y="16105"/>
                </a:cubicBezTo>
                <a:cubicBezTo>
                  <a:pt x="44481" y="16179"/>
                  <a:pt x="44381" y="16204"/>
                  <a:pt x="44281" y="16279"/>
                </a:cubicBezTo>
                <a:cubicBezTo>
                  <a:pt x="44107" y="16155"/>
                  <a:pt x="43883" y="16030"/>
                  <a:pt x="43684" y="15906"/>
                </a:cubicBezTo>
                <a:cubicBezTo>
                  <a:pt x="49334" y="11923"/>
                  <a:pt x="54985" y="8687"/>
                  <a:pt x="60486" y="6223"/>
                </a:cubicBezTo>
                <a:close/>
                <a:moveTo>
                  <a:pt x="92844" y="14761"/>
                </a:moveTo>
                <a:lnTo>
                  <a:pt x="92844" y="14786"/>
                </a:lnTo>
                <a:lnTo>
                  <a:pt x="92844" y="14810"/>
                </a:lnTo>
                <a:cubicBezTo>
                  <a:pt x="92670" y="14810"/>
                  <a:pt x="92545" y="14835"/>
                  <a:pt x="92396" y="14885"/>
                </a:cubicBezTo>
                <a:cubicBezTo>
                  <a:pt x="92147" y="14935"/>
                  <a:pt x="91898" y="14960"/>
                  <a:pt x="91649" y="15034"/>
                </a:cubicBezTo>
                <a:cubicBezTo>
                  <a:pt x="91276" y="15134"/>
                  <a:pt x="90903" y="15209"/>
                  <a:pt x="90529" y="15333"/>
                </a:cubicBezTo>
                <a:cubicBezTo>
                  <a:pt x="90230" y="15408"/>
                  <a:pt x="89957" y="15507"/>
                  <a:pt x="89683" y="15557"/>
                </a:cubicBezTo>
                <a:cubicBezTo>
                  <a:pt x="89334" y="15657"/>
                  <a:pt x="89036" y="15806"/>
                  <a:pt x="88687" y="15906"/>
                </a:cubicBezTo>
                <a:cubicBezTo>
                  <a:pt x="88364" y="16005"/>
                  <a:pt x="88090" y="16130"/>
                  <a:pt x="87791" y="16204"/>
                </a:cubicBezTo>
                <a:cubicBezTo>
                  <a:pt x="87722" y="16231"/>
                  <a:pt x="87656" y="16257"/>
                  <a:pt x="87591" y="16284"/>
                </a:cubicBezTo>
                <a:lnTo>
                  <a:pt x="87591" y="16284"/>
                </a:lnTo>
                <a:cubicBezTo>
                  <a:pt x="87673" y="16248"/>
                  <a:pt x="87756" y="16213"/>
                  <a:pt x="87841" y="16179"/>
                </a:cubicBezTo>
                <a:lnTo>
                  <a:pt x="88588" y="15906"/>
                </a:lnTo>
                <a:cubicBezTo>
                  <a:pt x="88961" y="15781"/>
                  <a:pt x="89334" y="15632"/>
                  <a:pt x="89733" y="15507"/>
                </a:cubicBezTo>
                <a:lnTo>
                  <a:pt x="90479" y="15308"/>
                </a:lnTo>
                <a:cubicBezTo>
                  <a:pt x="90878" y="15184"/>
                  <a:pt x="91301" y="15084"/>
                  <a:pt x="91699" y="14960"/>
                </a:cubicBezTo>
                <a:cubicBezTo>
                  <a:pt x="91948" y="14910"/>
                  <a:pt x="92222" y="14885"/>
                  <a:pt x="92471" y="14810"/>
                </a:cubicBezTo>
                <a:cubicBezTo>
                  <a:pt x="92595" y="14786"/>
                  <a:pt x="92720" y="14761"/>
                  <a:pt x="92844" y="14761"/>
                </a:cubicBezTo>
                <a:close/>
                <a:moveTo>
                  <a:pt x="77835" y="7144"/>
                </a:moveTo>
                <a:cubicBezTo>
                  <a:pt x="80100" y="9558"/>
                  <a:pt x="81967" y="12570"/>
                  <a:pt x="83336" y="15881"/>
                </a:cubicBezTo>
                <a:cubicBezTo>
                  <a:pt x="82813" y="16030"/>
                  <a:pt x="82265" y="16179"/>
                  <a:pt x="81718" y="16329"/>
                </a:cubicBezTo>
                <a:cubicBezTo>
                  <a:pt x="81718" y="16304"/>
                  <a:pt x="81693" y="16304"/>
                  <a:pt x="81693" y="16279"/>
                </a:cubicBezTo>
                <a:cubicBezTo>
                  <a:pt x="81593" y="16080"/>
                  <a:pt x="81519" y="15931"/>
                  <a:pt x="81444" y="15781"/>
                </a:cubicBezTo>
                <a:cubicBezTo>
                  <a:pt x="81394" y="15731"/>
                  <a:pt x="81394" y="15682"/>
                  <a:pt x="81369" y="15657"/>
                </a:cubicBezTo>
                <a:cubicBezTo>
                  <a:pt x="81344" y="15582"/>
                  <a:pt x="81270" y="15482"/>
                  <a:pt x="81245" y="15433"/>
                </a:cubicBezTo>
                <a:lnTo>
                  <a:pt x="80971" y="14960"/>
                </a:lnTo>
                <a:cubicBezTo>
                  <a:pt x="80946" y="14935"/>
                  <a:pt x="80896" y="14860"/>
                  <a:pt x="80871" y="14835"/>
                </a:cubicBezTo>
                <a:cubicBezTo>
                  <a:pt x="80847" y="14810"/>
                  <a:pt x="80847" y="14786"/>
                  <a:pt x="80822" y="14761"/>
                </a:cubicBezTo>
                <a:cubicBezTo>
                  <a:pt x="80747" y="14686"/>
                  <a:pt x="80722" y="14586"/>
                  <a:pt x="80647" y="14537"/>
                </a:cubicBezTo>
                <a:cubicBezTo>
                  <a:pt x="80598" y="14437"/>
                  <a:pt x="80498" y="14337"/>
                  <a:pt x="80448" y="14238"/>
                </a:cubicBezTo>
                <a:cubicBezTo>
                  <a:pt x="80448" y="14238"/>
                  <a:pt x="80448" y="14213"/>
                  <a:pt x="80398" y="14213"/>
                </a:cubicBezTo>
                <a:cubicBezTo>
                  <a:pt x="80274" y="14039"/>
                  <a:pt x="80150" y="13865"/>
                  <a:pt x="80000" y="13690"/>
                </a:cubicBezTo>
                <a:cubicBezTo>
                  <a:pt x="79950" y="13616"/>
                  <a:pt x="79901" y="13566"/>
                  <a:pt x="79851" y="13491"/>
                </a:cubicBezTo>
                <a:cubicBezTo>
                  <a:pt x="79726" y="13342"/>
                  <a:pt x="79602" y="13217"/>
                  <a:pt x="79477" y="13068"/>
                </a:cubicBezTo>
                <a:lnTo>
                  <a:pt x="79378" y="12944"/>
                </a:lnTo>
                <a:lnTo>
                  <a:pt x="79328" y="12869"/>
                </a:lnTo>
                <a:lnTo>
                  <a:pt x="79229" y="12794"/>
                </a:lnTo>
                <a:lnTo>
                  <a:pt x="79204" y="12720"/>
                </a:lnTo>
                <a:lnTo>
                  <a:pt x="79079" y="12595"/>
                </a:lnTo>
                <a:cubicBezTo>
                  <a:pt x="78905" y="12446"/>
                  <a:pt x="78756" y="12296"/>
                  <a:pt x="78581" y="12122"/>
                </a:cubicBezTo>
                <a:cubicBezTo>
                  <a:pt x="78482" y="12048"/>
                  <a:pt x="78357" y="11948"/>
                  <a:pt x="78258" y="11848"/>
                </a:cubicBezTo>
                <a:cubicBezTo>
                  <a:pt x="78059" y="11699"/>
                  <a:pt x="77884" y="11575"/>
                  <a:pt x="77685" y="11425"/>
                </a:cubicBezTo>
                <a:cubicBezTo>
                  <a:pt x="77536" y="11301"/>
                  <a:pt x="77387" y="11201"/>
                  <a:pt x="77188" y="11077"/>
                </a:cubicBezTo>
                <a:cubicBezTo>
                  <a:pt x="76988" y="10952"/>
                  <a:pt x="76789" y="10803"/>
                  <a:pt x="76565" y="10679"/>
                </a:cubicBezTo>
                <a:cubicBezTo>
                  <a:pt x="76416" y="10579"/>
                  <a:pt x="76242" y="10479"/>
                  <a:pt x="76067" y="10405"/>
                </a:cubicBezTo>
                <a:cubicBezTo>
                  <a:pt x="75943" y="10330"/>
                  <a:pt x="75794" y="10230"/>
                  <a:pt x="75669" y="10181"/>
                </a:cubicBezTo>
                <a:cubicBezTo>
                  <a:pt x="75495" y="10081"/>
                  <a:pt x="75296" y="9982"/>
                  <a:pt x="75072" y="9882"/>
                </a:cubicBezTo>
                <a:cubicBezTo>
                  <a:pt x="74947" y="9832"/>
                  <a:pt x="74823" y="9807"/>
                  <a:pt x="74698" y="9733"/>
                </a:cubicBezTo>
                <a:cubicBezTo>
                  <a:pt x="74649" y="9708"/>
                  <a:pt x="74624" y="9708"/>
                  <a:pt x="74549" y="9683"/>
                </a:cubicBezTo>
                <a:cubicBezTo>
                  <a:pt x="75246" y="8936"/>
                  <a:pt x="75968" y="8165"/>
                  <a:pt x="76715" y="7468"/>
                </a:cubicBezTo>
                <a:cubicBezTo>
                  <a:pt x="77063" y="7343"/>
                  <a:pt x="77436" y="7244"/>
                  <a:pt x="77835" y="7144"/>
                </a:cubicBezTo>
                <a:close/>
                <a:moveTo>
                  <a:pt x="58619" y="10031"/>
                </a:moveTo>
                <a:lnTo>
                  <a:pt x="58619" y="10056"/>
                </a:lnTo>
                <a:lnTo>
                  <a:pt x="58619" y="10081"/>
                </a:lnTo>
                <a:cubicBezTo>
                  <a:pt x="58469" y="10181"/>
                  <a:pt x="58370" y="10181"/>
                  <a:pt x="58320" y="10206"/>
                </a:cubicBezTo>
                <a:cubicBezTo>
                  <a:pt x="58121" y="10280"/>
                  <a:pt x="57922" y="10305"/>
                  <a:pt x="57723" y="10355"/>
                </a:cubicBezTo>
                <a:lnTo>
                  <a:pt x="56603" y="10728"/>
                </a:lnTo>
                <a:cubicBezTo>
                  <a:pt x="56379" y="10803"/>
                  <a:pt x="56204" y="10853"/>
                  <a:pt x="55980" y="10927"/>
                </a:cubicBezTo>
                <a:cubicBezTo>
                  <a:pt x="55607" y="11052"/>
                  <a:pt x="55209" y="11201"/>
                  <a:pt x="54810" y="11351"/>
                </a:cubicBezTo>
                <a:cubicBezTo>
                  <a:pt x="54611" y="11425"/>
                  <a:pt x="54387" y="11525"/>
                  <a:pt x="54213" y="11575"/>
                </a:cubicBezTo>
                <a:cubicBezTo>
                  <a:pt x="53815" y="11724"/>
                  <a:pt x="53392" y="11898"/>
                  <a:pt x="53018" y="12072"/>
                </a:cubicBezTo>
                <a:cubicBezTo>
                  <a:pt x="52844" y="12172"/>
                  <a:pt x="52620" y="12222"/>
                  <a:pt x="52446" y="12321"/>
                </a:cubicBezTo>
                <a:cubicBezTo>
                  <a:pt x="52023" y="12471"/>
                  <a:pt x="51649" y="12670"/>
                  <a:pt x="51251" y="12844"/>
                </a:cubicBezTo>
                <a:cubicBezTo>
                  <a:pt x="51027" y="12944"/>
                  <a:pt x="50853" y="13043"/>
                  <a:pt x="50629" y="13143"/>
                </a:cubicBezTo>
                <a:cubicBezTo>
                  <a:pt x="50255" y="13317"/>
                  <a:pt x="49857" y="13516"/>
                  <a:pt x="49484" y="13690"/>
                </a:cubicBezTo>
                <a:cubicBezTo>
                  <a:pt x="49260" y="13790"/>
                  <a:pt x="49036" y="13914"/>
                  <a:pt x="48837" y="14014"/>
                </a:cubicBezTo>
                <a:cubicBezTo>
                  <a:pt x="48463" y="14188"/>
                  <a:pt x="48040" y="14412"/>
                  <a:pt x="47667" y="14636"/>
                </a:cubicBezTo>
                <a:cubicBezTo>
                  <a:pt x="47468" y="14761"/>
                  <a:pt x="47244" y="14835"/>
                  <a:pt x="47019" y="14960"/>
                </a:cubicBezTo>
                <a:cubicBezTo>
                  <a:pt x="46771" y="15084"/>
                  <a:pt x="46522" y="15258"/>
                  <a:pt x="46273" y="15408"/>
                </a:cubicBezTo>
                <a:cubicBezTo>
                  <a:pt x="46099" y="15507"/>
                  <a:pt x="45924" y="15582"/>
                  <a:pt x="45750" y="15706"/>
                </a:cubicBezTo>
                <a:cubicBezTo>
                  <a:pt x="45551" y="15831"/>
                  <a:pt x="45377" y="15931"/>
                  <a:pt x="45178" y="16030"/>
                </a:cubicBezTo>
                <a:cubicBezTo>
                  <a:pt x="45028" y="16130"/>
                  <a:pt x="44904" y="16204"/>
                  <a:pt x="44754" y="16279"/>
                </a:cubicBezTo>
                <a:cubicBezTo>
                  <a:pt x="44680" y="16304"/>
                  <a:pt x="44630" y="16329"/>
                  <a:pt x="44555" y="16403"/>
                </a:cubicBezTo>
                <a:lnTo>
                  <a:pt x="44530" y="16379"/>
                </a:lnTo>
                <a:cubicBezTo>
                  <a:pt x="44530" y="16379"/>
                  <a:pt x="44505" y="16379"/>
                  <a:pt x="44505" y="16329"/>
                </a:cubicBezTo>
                <a:cubicBezTo>
                  <a:pt x="44555" y="16304"/>
                  <a:pt x="44605" y="16279"/>
                  <a:pt x="44655" y="16254"/>
                </a:cubicBezTo>
                <a:cubicBezTo>
                  <a:pt x="44779" y="16155"/>
                  <a:pt x="44929" y="16080"/>
                  <a:pt x="45053" y="16005"/>
                </a:cubicBezTo>
                <a:cubicBezTo>
                  <a:pt x="45277" y="15881"/>
                  <a:pt x="45476" y="15756"/>
                  <a:pt x="45675" y="15632"/>
                </a:cubicBezTo>
                <a:cubicBezTo>
                  <a:pt x="45850" y="15532"/>
                  <a:pt x="45999" y="15433"/>
                  <a:pt x="46173" y="15333"/>
                </a:cubicBezTo>
                <a:lnTo>
                  <a:pt x="46223" y="15333"/>
                </a:lnTo>
                <a:cubicBezTo>
                  <a:pt x="50454" y="12944"/>
                  <a:pt x="54636" y="11151"/>
                  <a:pt x="58619" y="10031"/>
                </a:cubicBezTo>
                <a:close/>
                <a:moveTo>
                  <a:pt x="43510" y="16030"/>
                </a:moveTo>
                <a:cubicBezTo>
                  <a:pt x="43734" y="16130"/>
                  <a:pt x="43908" y="16254"/>
                  <a:pt x="44107" y="16403"/>
                </a:cubicBezTo>
                <a:cubicBezTo>
                  <a:pt x="44057" y="16403"/>
                  <a:pt x="44057" y="16428"/>
                  <a:pt x="44033" y="16428"/>
                </a:cubicBezTo>
                <a:cubicBezTo>
                  <a:pt x="43933" y="16379"/>
                  <a:pt x="43883" y="16329"/>
                  <a:pt x="43809" y="16279"/>
                </a:cubicBezTo>
                <a:lnTo>
                  <a:pt x="43784" y="16279"/>
                </a:lnTo>
                <a:cubicBezTo>
                  <a:pt x="43659" y="16204"/>
                  <a:pt x="43560" y="16155"/>
                  <a:pt x="43435" y="16055"/>
                </a:cubicBezTo>
                <a:cubicBezTo>
                  <a:pt x="43485" y="16055"/>
                  <a:pt x="43485" y="16030"/>
                  <a:pt x="43510" y="16030"/>
                </a:cubicBezTo>
                <a:close/>
                <a:moveTo>
                  <a:pt x="44281" y="16503"/>
                </a:moveTo>
                <a:cubicBezTo>
                  <a:pt x="44306" y="16503"/>
                  <a:pt x="44306" y="16503"/>
                  <a:pt x="44356" y="16528"/>
                </a:cubicBezTo>
                <a:cubicBezTo>
                  <a:pt x="44306" y="16528"/>
                  <a:pt x="44306" y="16553"/>
                  <a:pt x="44281" y="16553"/>
                </a:cubicBezTo>
                <a:lnTo>
                  <a:pt x="44257" y="16553"/>
                </a:lnTo>
                <a:cubicBezTo>
                  <a:pt x="44257" y="16553"/>
                  <a:pt x="44232" y="16553"/>
                  <a:pt x="44232" y="16528"/>
                </a:cubicBezTo>
                <a:cubicBezTo>
                  <a:pt x="44257" y="16528"/>
                  <a:pt x="44257" y="16503"/>
                  <a:pt x="44281" y="16503"/>
                </a:cubicBezTo>
                <a:close/>
                <a:moveTo>
                  <a:pt x="83385" y="16030"/>
                </a:moveTo>
                <a:cubicBezTo>
                  <a:pt x="83385" y="16055"/>
                  <a:pt x="83435" y="16080"/>
                  <a:pt x="83435" y="16105"/>
                </a:cubicBezTo>
                <a:lnTo>
                  <a:pt x="81842" y="16578"/>
                </a:lnTo>
                <a:cubicBezTo>
                  <a:pt x="81842" y="16553"/>
                  <a:pt x="81817" y="16553"/>
                  <a:pt x="81817" y="16553"/>
                </a:cubicBezTo>
                <a:cubicBezTo>
                  <a:pt x="81842" y="16528"/>
                  <a:pt x="81817" y="16503"/>
                  <a:pt x="81817" y="16503"/>
                </a:cubicBezTo>
                <a:lnTo>
                  <a:pt x="83385" y="16030"/>
                </a:lnTo>
                <a:close/>
                <a:moveTo>
                  <a:pt x="92659" y="14538"/>
                </a:moveTo>
                <a:lnTo>
                  <a:pt x="92659" y="14538"/>
                </a:lnTo>
                <a:cubicBezTo>
                  <a:pt x="92628" y="14542"/>
                  <a:pt x="92567" y="14562"/>
                  <a:pt x="92545" y="14562"/>
                </a:cubicBezTo>
                <a:lnTo>
                  <a:pt x="91599" y="14761"/>
                </a:lnTo>
                <a:cubicBezTo>
                  <a:pt x="91276" y="14835"/>
                  <a:pt x="90903" y="14935"/>
                  <a:pt x="90554" y="15034"/>
                </a:cubicBezTo>
                <a:cubicBezTo>
                  <a:pt x="90280" y="15134"/>
                  <a:pt x="89957" y="15184"/>
                  <a:pt x="89683" y="15283"/>
                </a:cubicBezTo>
                <a:lnTo>
                  <a:pt x="88662" y="15657"/>
                </a:lnTo>
                <a:cubicBezTo>
                  <a:pt x="88364" y="15756"/>
                  <a:pt x="88090" y="15831"/>
                  <a:pt x="87816" y="15955"/>
                </a:cubicBezTo>
                <a:cubicBezTo>
                  <a:pt x="87468" y="16080"/>
                  <a:pt x="87169" y="16254"/>
                  <a:pt x="86845" y="16403"/>
                </a:cubicBezTo>
                <a:cubicBezTo>
                  <a:pt x="86571" y="16528"/>
                  <a:pt x="86248" y="16652"/>
                  <a:pt x="85974" y="16777"/>
                </a:cubicBezTo>
                <a:cubicBezTo>
                  <a:pt x="85675" y="16926"/>
                  <a:pt x="85377" y="17075"/>
                  <a:pt x="85078" y="17250"/>
                </a:cubicBezTo>
                <a:cubicBezTo>
                  <a:pt x="84879" y="17324"/>
                  <a:pt x="84680" y="17449"/>
                  <a:pt x="84481" y="17548"/>
                </a:cubicBezTo>
                <a:lnTo>
                  <a:pt x="83933" y="16155"/>
                </a:lnTo>
                <a:cubicBezTo>
                  <a:pt x="86966" y="15309"/>
                  <a:pt x="89899" y="14787"/>
                  <a:pt x="92659" y="14538"/>
                </a:cubicBezTo>
                <a:close/>
                <a:moveTo>
                  <a:pt x="83734" y="16179"/>
                </a:moveTo>
                <a:cubicBezTo>
                  <a:pt x="83958" y="16677"/>
                  <a:pt x="84132" y="17175"/>
                  <a:pt x="84306" y="17648"/>
                </a:cubicBezTo>
                <a:cubicBezTo>
                  <a:pt x="84257" y="17648"/>
                  <a:pt x="84257" y="17673"/>
                  <a:pt x="84232" y="17673"/>
                </a:cubicBezTo>
                <a:cubicBezTo>
                  <a:pt x="84057" y="17175"/>
                  <a:pt x="83858" y="16677"/>
                  <a:pt x="83684" y="16204"/>
                </a:cubicBezTo>
                <a:cubicBezTo>
                  <a:pt x="83709" y="16204"/>
                  <a:pt x="83709" y="16204"/>
                  <a:pt x="83734" y="16179"/>
                </a:cubicBezTo>
                <a:close/>
                <a:moveTo>
                  <a:pt x="111549" y="16427"/>
                </a:moveTo>
                <a:cubicBezTo>
                  <a:pt x="111605" y="16527"/>
                  <a:pt x="111662" y="16627"/>
                  <a:pt x="111711" y="16727"/>
                </a:cubicBezTo>
                <a:cubicBezTo>
                  <a:pt x="111836" y="17026"/>
                  <a:pt x="111960" y="17324"/>
                  <a:pt x="112060" y="17648"/>
                </a:cubicBezTo>
                <a:cubicBezTo>
                  <a:pt x="112075" y="17699"/>
                  <a:pt x="112092" y="17750"/>
                  <a:pt x="112111" y="17802"/>
                </a:cubicBezTo>
                <a:lnTo>
                  <a:pt x="112111" y="17802"/>
                </a:lnTo>
                <a:cubicBezTo>
                  <a:pt x="112061" y="17678"/>
                  <a:pt x="112008" y="17554"/>
                  <a:pt x="111960" y="17424"/>
                </a:cubicBezTo>
                <a:cubicBezTo>
                  <a:pt x="111836" y="17150"/>
                  <a:pt x="111736" y="16827"/>
                  <a:pt x="111612" y="16553"/>
                </a:cubicBezTo>
                <a:cubicBezTo>
                  <a:pt x="111591" y="16511"/>
                  <a:pt x="111570" y="16469"/>
                  <a:pt x="111549" y="16427"/>
                </a:cubicBezTo>
                <a:close/>
                <a:moveTo>
                  <a:pt x="109646" y="17573"/>
                </a:moveTo>
                <a:cubicBezTo>
                  <a:pt x="109769" y="17644"/>
                  <a:pt x="109892" y="17727"/>
                  <a:pt x="110006" y="17813"/>
                </a:cubicBezTo>
                <a:lnTo>
                  <a:pt x="110006" y="17813"/>
                </a:lnTo>
                <a:cubicBezTo>
                  <a:pt x="109889" y="17731"/>
                  <a:pt x="109769" y="17650"/>
                  <a:pt x="109646" y="17573"/>
                </a:cubicBezTo>
                <a:close/>
                <a:moveTo>
                  <a:pt x="87278" y="16426"/>
                </a:moveTo>
                <a:cubicBezTo>
                  <a:pt x="87156" y="16486"/>
                  <a:pt x="87038" y="16552"/>
                  <a:pt x="86920" y="16627"/>
                </a:cubicBezTo>
                <a:cubicBezTo>
                  <a:pt x="86596" y="16777"/>
                  <a:pt x="86298" y="16901"/>
                  <a:pt x="85974" y="17051"/>
                </a:cubicBezTo>
                <a:cubicBezTo>
                  <a:pt x="85700" y="17175"/>
                  <a:pt x="85451" y="17324"/>
                  <a:pt x="85178" y="17499"/>
                </a:cubicBezTo>
                <a:cubicBezTo>
                  <a:pt x="84954" y="17623"/>
                  <a:pt x="84730" y="17698"/>
                  <a:pt x="84555" y="17822"/>
                </a:cubicBezTo>
                <a:lnTo>
                  <a:pt x="84555" y="17797"/>
                </a:lnTo>
                <a:lnTo>
                  <a:pt x="84555" y="17772"/>
                </a:lnTo>
                <a:cubicBezTo>
                  <a:pt x="84730" y="17673"/>
                  <a:pt x="84879" y="17573"/>
                  <a:pt x="85078" y="17499"/>
                </a:cubicBezTo>
                <a:cubicBezTo>
                  <a:pt x="85377" y="17324"/>
                  <a:pt x="85700" y="17150"/>
                  <a:pt x="85999" y="17001"/>
                </a:cubicBezTo>
                <a:cubicBezTo>
                  <a:pt x="86248" y="16876"/>
                  <a:pt x="86547" y="16752"/>
                  <a:pt x="86795" y="16652"/>
                </a:cubicBezTo>
                <a:cubicBezTo>
                  <a:pt x="86951" y="16581"/>
                  <a:pt x="87112" y="16503"/>
                  <a:pt x="87278" y="16426"/>
                </a:cubicBezTo>
                <a:close/>
                <a:moveTo>
                  <a:pt x="84356" y="17872"/>
                </a:moveTo>
                <a:lnTo>
                  <a:pt x="84356" y="17897"/>
                </a:lnTo>
                <a:lnTo>
                  <a:pt x="84356" y="17922"/>
                </a:lnTo>
                <a:cubicBezTo>
                  <a:pt x="84331" y="17922"/>
                  <a:pt x="84331" y="17947"/>
                  <a:pt x="84306" y="17947"/>
                </a:cubicBezTo>
                <a:lnTo>
                  <a:pt x="84306" y="17922"/>
                </a:lnTo>
                <a:lnTo>
                  <a:pt x="84306" y="17897"/>
                </a:lnTo>
                <a:cubicBezTo>
                  <a:pt x="84331" y="17872"/>
                  <a:pt x="84331" y="17872"/>
                  <a:pt x="84356" y="17872"/>
                </a:cubicBezTo>
                <a:close/>
                <a:moveTo>
                  <a:pt x="40772" y="15209"/>
                </a:moveTo>
                <a:cubicBezTo>
                  <a:pt x="40946" y="15209"/>
                  <a:pt x="41170" y="15258"/>
                  <a:pt x="41394" y="15308"/>
                </a:cubicBezTo>
                <a:lnTo>
                  <a:pt x="41419" y="15308"/>
                </a:lnTo>
                <a:cubicBezTo>
                  <a:pt x="41643" y="15383"/>
                  <a:pt x="41892" y="15433"/>
                  <a:pt x="42141" y="15557"/>
                </a:cubicBezTo>
                <a:cubicBezTo>
                  <a:pt x="42390" y="15657"/>
                  <a:pt x="42639" y="15781"/>
                  <a:pt x="42888" y="15931"/>
                </a:cubicBezTo>
                <a:cubicBezTo>
                  <a:pt x="41743" y="16727"/>
                  <a:pt x="40622" y="17573"/>
                  <a:pt x="39527" y="18445"/>
                </a:cubicBezTo>
                <a:cubicBezTo>
                  <a:pt x="39502" y="18370"/>
                  <a:pt x="39502" y="18270"/>
                  <a:pt x="39502" y="18171"/>
                </a:cubicBezTo>
                <a:cubicBezTo>
                  <a:pt x="39502" y="18071"/>
                  <a:pt x="39453" y="17972"/>
                  <a:pt x="39453" y="17897"/>
                </a:cubicBezTo>
                <a:cubicBezTo>
                  <a:pt x="39453" y="17797"/>
                  <a:pt x="39428" y="17698"/>
                  <a:pt x="39428" y="17598"/>
                </a:cubicBezTo>
                <a:lnTo>
                  <a:pt x="39428" y="17399"/>
                </a:lnTo>
                <a:lnTo>
                  <a:pt x="39428" y="17100"/>
                </a:lnTo>
                <a:lnTo>
                  <a:pt x="39428" y="16926"/>
                </a:lnTo>
                <a:cubicBezTo>
                  <a:pt x="39428" y="16827"/>
                  <a:pt x="39428" y="16777"/>
                  <a:pt x="39453" y="16677"/>
                </a:cubicBezTo>
                <a:cubicBezTo>
                  <a:pt x="39453" y="16603"/>
                  <a:pt x="39502" y="16553"/>
                  <a:pt x="39502" y="16478"/>
                </a:cubicBezTo>
                <a:cubicBezTo>
                  <a:pt x="39453" y="16428"/>
                  <a:pt x="39502" y="16329"/>
                  <a:pt x="39502" y="16279"/>
                </a:cubicBezTo>
                <a:cubicBezTo>
                  <a:pt x="39527" y="16204"/>
                  <a:pt x="39527" y="16155"/>
                  <a:pt x="39552" y="16080"/>
                </a:cubicBezTo>
                <a:cubicBezTo>
                  <a:pt x="39577" y="16030"/>
                  <a:pt x="39577" y="16005"/>
                  <a:pt x="39602" y="15931"/>
                </a:cubicBezTo>
                <a:cubicBezTo>
                  <a:pt x="39652" y="15831"/>
                  <a:pt x="39701" y="15756"/>
                  <a:pt x="39776" y="15657"/>
                </a:cubicBezTo>
                <a:lnTo>
                  <a:pt x="39901" y="15532"/>
                </a:lnTo>
                <a:cubicBezTo>
                  <a:pt x="40000" y="15458"/>
                  <a:pt x="40075" y="15408"/>
                  <a:pt x="40150" y="15333"/>
                </a:cubicBezTo>
                <a:cubicBezTo>
                  <a:pt x="40324" y="15258"/>
                  <a:pt x="40523" y="15209"/>
                  <a:pt x="40772" y="15209"/>
                </a:cubicBezTo>
                <a:close/>
                <a:moveTo>
                  <a:pt x="39428" y="15906"/>
                </a:moveTo>
                <a:cubicBezTo>
                  <a:pt x="39403" y="15931"/>
                  <a:pt x="39403" y="16005"/>
                  <a:pt x="39403" y="16030"/>
                </a:cubicBezTo>
                <a:cubicBezTo>
                  <a:pt x="39378" y="16080"/>
                  <a:pt x="39328" y="16155"/>
                  <a:pt x="39328" y="16204"/>
                </a:cubicBezTo>
                <a:cubicBezTo>
                  <a:pt x="39303" y="16279"/>
                  <a:pt x="39303" y="16379"/>
                  <a:pt x="39303" y="16428"/>
                </a:cubicBezTo>
                <a:cubicBezTo>
                  <a:pt x="39303" y="16503"/>
                  <a:pt x="39278" y="16553"/>
                  <a:pt x="39278" y="16627"/>
                </a:cubicBezTo>
                <a:cubicBezTo>
                  <a:pt x="39278" y="16702"/>
                  <a:pt x="39278" y="16802"/>
                  <a:pt x="39253" y="16876"/>
                </a:cubicBezTo>
                <a:lnTo>
                  <a:pt x="39253" y="17075"/>
                </a:lnTo>
                <a:lnTo>
                  <a:pt x="39253" y="17374"/>
                </a:lnTo>
                <a:lnTo>
                  <a:pt x="39253" y="17623"/>
                </a:lnTo>
                <a:cubicBezTo>
                  <a:pt x="39253" y="17698"/>
                  <a:pt x="39278" y="17822"/>
                  <a:pt x="39278" y="17922"/>
                </a:cubicBezTo>
                <a:cubicBezTo>
                  <a:pt x="39278" y="18021"/>
                  <a:pt x="39303" y="18121"/>
                  <a:pt x="39303" y="18196"/>
                </a:cubicBezTo>
                <a:cubicBezTo>
                  <a:pt x="39303" y="18295"/>
                  <a:pt x="39328" y="18420"/>
                  <a:pt x="39378" y="18544"/>
                </a:cubicBezTo>
                <a:lnTo>
                  <a:pt x="39378" y="18569"/>
                </a:lnTo>
                <a:cubicBezTo>
                  <a:pt x="39328" y="18569"/>
                  <a:pt x="39328" y="18594"/>
                  <a:pt x="39303" y="18594"/>
                </a:cubicBezTo>
                <a:lnTo>
                  <a:pt x="39303" y="18519"/>
                </a:lnTo>
                <a:cubicBezTo>
                  <a:pt x="39278" y="18420"/>
                  <a:pt x="39278" y="18295"/>
                  <a:pt x="39253" y="18196"/>
                </a:cubicBezTo>
                <a:cubicBezTo>
                  <a:pt x="39253" y="18121"/>
                  <a:pt x="39204" y="18021"/>
                  <a:pt x="39204" y="17922"/>
                </a:cubicBezTo>
                <a:cubicBezTo>
                  <a:pt x="39204" y="17822"/>
                  <a:pt x="39179" y="17698"/>
                  <a:pt x="39179" y="17598"/>
                </a:cubicBezTo>
                <a:lnTo>
                  <a:pt x="39179" y="17399"/>
                </a:lnTo>
                <a:lnTo>
                  <a:pt x="39179" y="17075"/>
                </a:lnTo>
                <a:lnTo>
                  <a:pt x="39179" y="16851"/>
                </a:lnTo>
                <a:cubicBezTo>
                  <a:pt x="39179" y="16777"/>
                  <a:pt x="39179" y="16677"/>
                  <a:pt x="39204" y="16578"/>
                </a:cubicBezTo>
                <a:cubicBezTo>
                  <a:pt x="39204" y="16528"/>
                  <a:pt x="39253" y="16453"/>
                  <a:pt x="39253" y="16403"/>
                </a:cubicBezTo>
                <a:cubicBezTo>
                  <a:pt x="39253" y="16329"/>
                  <a:pt x="39278" y="16229"/>
                  <a:pt x="39278" y="16179"/>
                </a:cubicBezTo>
                <a:cubicBezTo>
                  <a:pt x="39278" y="16130"/>
                  <a:pt x="39303" y="16055"/>
                  <a:pt x="39328" y="16005"/>
                </a:cubicBezTo>
                <a:lnTo>
                  <a:pt x="39428" y="15906"/>
                </a:lnTo>
                <a:close/>
                <a:moveTo>
                  <a:pt x="43062" y="16030"/>
                </a:moveTo>
                <a:cubicBezTo>
                  <a:pt x="43112" y="16030"/>
                  <a:pt x="43112" y="16055"/>
                  <a:pt x="43136" y="16055"/>
                </a:cubicBezTo>
                <a:cubicBezTo>
                  <a:pt x="41917" y="16926"/>
                  <a:pt x="40747" y="17797"/>
                  <a:pt x="39577" y="18693"/>
                </a:cubicBezTo>
                <a:lnTo>
                  <a:pt x="39577" y="18644"/>
                </a:lnTo>
                <a:cubicBezTo>
                  <a:pt x="40697" y="17772"/>
                  <a:pt x="41892" y="16901"/>
                  <a:pt x="43062" y="16030"/>
                </a:cubicBezTo>
                <a:close/>
                <a:moveTo>
                  <a:pt x="83585" y="16279"/>
                </a:moveTo>
                <a:cubicBezTo>
                  <a:pt x="83709" y="16777"/>
                  <a:pt x="83883" y="17275"/>
                  <a:pt x="84082" y="17797"/>
                </a:cubicBezTo>
                <a:cubicBezTo>
                  <a:pt x="83833" y="17947"/>
                  <a:pt x="83609" y="18121"/>
                  <a:pt x="83361" y="18270"/>
                </a:cubicBezTo>
                <a:cubicBezTo>
                  <a:pt x="83112" y="18420"/>
                  <a:pt x="82863" y="18569"/>
                  <a:pt x="82639" y="18743"/>
                </a:cubicBezTo>
                <a:cubicBezTo>
                  <a:pt x="82614" y="18644"/>
                  <a:pt x="82589" y="18569"/>
                  <a:pt x="82589" y="18494"/>
                </a:cubicBezTo>
                <a:cubicBezTo>
                  <a:pt x="82514" y="18295"/>
                  <a:pt x="82464" y="18121"/>
                  <a:pt x="82440" y="17947"/>
                </a:cubicBezTo>
                <a:lnTo>
                  <a:pt x="82440" y="17922"/>
                </a:lnTo>
                <a:cubicBezTo>
                  <a:pt x="82440" y="17897"/>
                  <a:pt x="82390" y="17822"/>
                  <a:pt x="82390" y="17797"/>
                </a:cubicBezTo>
                <a:cubicBezTo>
                  <a:pt x="82365" y="17698"/>
                  <a:pt x="82340" y="17648"/>
                  <a:pt x="82290" y="17548"/>
                </a:cubicBezTo>
                <a:lnTo>
                  <a:pt x="82116" y="17075"/>
                </a:lnTo>
                <a:cubicBezTo>
                  <a:pt x="82091" y="16951"/>
                  <a:pt x="82016" y="16876"/>
                  <a:pt x="81991" y="16752"/>
                </a:cubicBezTo>
                <a:lnTo>
                  <a:pt x="83585" y="16279"/>
                </a:lnTo>
                <a:close/>
                <a:moveTo>
                  <a:pt x="79229" y="13342"/>
                </a:moveTo>
                <a:cubicBezTo>
                  <a:pt x="79253" y="13417"/>
                  <a:pt x="79303" y="13441"/>
                  <a:pt x="79353" y="13516"/>
                </a:cubicBezTo>
                <a:cubicBezTo>
                  <a:pt x="79602" y="13790"/>
                  <a:pt x="79851" y="14089"/>
                  <a:pt x="80100" y="14412"/>
                </a:cubicBezTo>
                <a:cubicBezTo>
                  <a:pt x="80150" y="14462"/>
                  <a:pt x="80174" y="14537"/>
                  <a:pt x="80249" y="14636"/>
                </a:cubicBezTo>
                <a:cubicBezTo>
                  <a:pt x="80523" y="15010"/>
                  <a:pt x="80772" y="15408"/>
                  <a:pt x="80996" y="15806"/>
                </a:cubicBezTo>
                <a:cubicBezTo>
                  <a:pt x="81046" y="15906"/>
                  <a:pt x="81095" y="16005"/>
                  <a:pt x="81145" y="16130"/>
                </a:cubicBezTo>
                <a:cubicBezTo>
                  <a:pt x="81220" y="16254"/>
                  <a:pt x="81245" y="16329"/>
                  <a:pt x="81295" y="16453"/>
                </a:cubicBezTo>
                <a:cubicBezTo>
                  <a:pt x="79229" y="17125"/>
                  <a:pt x="77138" y="17897"/>
                  <a:pt x="75022" y="18768"/>
                </a:cubicBezTo>
                <a:cubicBezTo>
                  <a:pt x="75221" y="18420"/>
                  <a:pt x="75420" y="18071"/>
                  <a:pt x="75644" y="17748"/>
                </a:cubicBezTo>
                <a:cubicBezTo>
                  <a:pt x="75719" y="17648"/>
                  <a:pt x="75744" y="17573"/>
                  <a:pt x="75794" y="17499"/>
                </a:cubicBezTo>
                <a:cubicBezTo>
                  <a:pt x="76092" y="17051"/>
                  <a:pt x="76391" y="16627"/>
                  <a:pt x="76715" y="16204"/>
                </a:cubicBezTo>
                <a:cubicBezTo>
                  <a:pt x="76764" y="16130"/>
                  <a:pt x="76814" y="16055"/>
                  <a:pt x="76889" y="15955"/>
                </a:cubicBezTo>
                <a:cubicBezTo>
                  <a:pt x="77212" y="15532"/>
                  <a:pt x="77536" y="15134"/>
                  <a:pt x="77909" y="14711"/>
                </a:cubicBezTo>
                <a:lnTo>
                  <a:pt x="78034" y="14586"/>
                </a:lnTo>
                <a:cubicBezTo>
                  <a:pt x="78382" y="14213"/>
                  <a:pt x="78756" y="13815"/>
                  <a:pt x="79104" y="13466"/>
                </a:cubicBezTo>
                <a:lnTo>
                  <a:pt x="79229" y="13342"/>
                </a:lnTo>
                <a:close/>
                <a:moveTo>
                  <a:pt x="39403" y="18818"/>
                </a:moveTo>
                <a:lnTo>
                  <a:pt x="39403" y="18893"/>
                </a:lnTo>
                <a:cubicBezTo>
                  <a:pt x="39403" y="18893"/>
                  <a:pt x="39378" y="18893"/>
                  <a:pt x="39328" y="18917"/>
                </a:cubicBezTo>
                <a:lnTo>
                  <a:pt x="39328" y="18843"/>
                </a:lnTo>
                <a:cubicBezTo>
                  <a:pt x="39378" y="18843"/>
                  <a:pt x="39378" y="18818"/>
                  <a:pt x="39403" y="18818"/>
                </a:cubicBezTo>
                <a:close/>
                <a:moveTo>
                  <a:pt x="84132" y="17972"/>
                </a:moveTo>
                <a:lnTo>
                  <a:pt x="84132" y="18021"/>
                </a:lnTo>
                <a:lnTo>
                  <a:pt x="84132" y="18046"/>
                </a:lnTo>
                <a:cubicBezTo>
                  <a:pt x="83933" y="18171"/>
                  <a:pt x="83684" y="18320"/>
                  <a:pt x="83460" y="18494"/>
                </a:cubicBezTo>
                <a:cubicBezTo>
                  <a:pt x="83211" y="18644"/>
                  <a:pt x="82962" y="18793"/>
                  <a:pt x="82713" y="18992"/>
                </a:cubicBezTo>
                <a:lnTo>
                  <a:pt x="82688" y="18917"/>
                </a:lnTo>
                <a:cubicBezTo>
                  <a:pt x="82888" y="18768"/>
                  <a:pt x="83136" y="18594"/>
                  <a:pt x="83361" y="18469"/>
                </a:cubicBezTo>
                <a:cubicBezTo>
                  <a:pt x="83609" y="18320"/>
                  <a:pt x="83858" y="18146"/>
                  <a:pt x="84132" y="17972"/>
                </a:cubicBezTo>
                <a:close/>
                <a:moveTo>
                  <a:pt x="81369" y="16627"/>
                </a:moveTo>
                <a:cubicBezTo>
                  <a:pt x="81369" y="16652"/>
                  <a:pt x="81394" y="16677"/>
                  <a:pt x="81394" y="16702"/>
                </a:cubicBezTo>
                <a:cubicBezTo>
                  <a:pt x="79253" y="17399"/>
                  <a:pt x="77013" y="18196"/>
                  <a:pt x="74773" y="19166"/>
                </a:cubicBezTo>
                <a:cubicBezTo>
                  <a:pt x="74798" y="19117"/>
                  <a:pt x="74848" y="19067"/>
                  <a:pt x="74848" y="19042"/>
                </a:cubicBezTo>
                <a:cubicBezTo>
                  <a:pt x="77038" y="18121"/>
                  <a:pt x="79229" y="17300"/>
                  <a:pt x="81369" y="16627"/>
                </a:cubicBezTo>
                <a:close/>
                <a:moveTo>
                  <a:pt x="43286" y="16155"/>
                </a:moveTo>
                <a:lnTo>
                  <a:pt x="43858" y="16528"/>
                </a:lnTo>
                <a:cubicBezTo>
                  <a:pt x="43784" y="16578"/>
                  <a:pt x="43734" y="16652"/>
                  <a:pt x="43634" y="16677"/>
                </a:cubicBezTo>
                <a:cubicBezTo>
                  <a:pt x="43136" y="17001"/>
                  <a:pt x="42664" y="17300"/>
                  <a:pt x="42166" y="17623"/>
                </a:cubicBezTo>
                <a:cubicBezTo>
                  <a:pt x="41991" y="17748"/>
                  <a:pt x="41792" y="17872"/>
                  <a:pt x="41568" y="17996"/>
                </a:cubicBezTo>
                <a:lnTo>
                  <a:pt x="40747" y="18544"/>
                </a:lnTo>
                <a:cubicBezTo>
                  <a:pt x="40523" y="18693"/>
                  <a:pt x="40324" y="18818"/>
                  <a:pt x="40125" y="18942"/>
                </a:cubicBezTo>
                <a:cubicBezTo>
                  <a:pt x="39950" y="19042"/>
                  <a:pt x="39801" y="19166"/>
                  <a:pt x="39652" y="19266"/>
                </a:cubicBezTo>
                <a:cubicBezTo>
                  <a:pt x="39652" y="19191"/>
                  <a:pt x="39627" y="19141"/>
                  <a:pt x="39627" y="19067"/>
                </a:cubicBezTo>
                <a:cubicBezTo>
                  <a:pt x="39627" y="19017"/>
                  <a:pt x="39577" y="18942"/>
                  <a:pt x="39577" y="18917"/>
                </a:cubicBezTo>
                <a:cubicBezTo>
                  <a:pt x="40797" y="17996"/>
                  <a:pt x="42016" y="17051"/>
                  <a:pt x="43286" y="16155"/>
                </a:cubicBezTo>
                <a:close/>
                <a:moveTo>
                  <a:pt x="39428" y="19117"/>
                </a:moveTo>
                <a:cubicBezTo>
                  <a:pt x="39428" y="19166"/>
                  <a:pt x="39453" y="19191"/>
                  <a:pt x="39453" y="19266"/>
                </a:cubicBezTo>
                <a:cubicBezTo>
                  <a:pt x="39453" y="19316"/>
                  <a:pt x="39502" y="19390"/>
                  <a:pt x="39502" y="19440"/>
                </a:cubicBezTo>
                <a:lnTo>
                  <a:pt x="39453" y="19440"/>
                </a:lnTo>
                <a:cubicBezTo>
                  <a:pt x="39428" y="19365"/>
                  <a:pt x="39428" y="19266"/>
                  <a:pt x="39403" y="19191"/>
                </a:cubicBezTo>
                <a:cubicBezTo>
                  <a:pt x="39403" y="19166"/>
                  <a:pt x="39403" y="19166"/>
                  <a:pt x="39378" y="19141"/>
                </a:cubicBezTo>
                <a:cubicBezTo>
                  <a:pt x="39403" y="19141"/>
                  <a:pt x="39403" y="19117"/>
                  <a:pt x="39428" y="19117"/>
                </a:cubicBezTo>
                <a:close/>
                <a:moveTo>
                  <a:pt x="101456" y="7094"/>
                </a:moveTo>
                <a:lnTo>
                  <a:pt x="101456" y="7094"/>
                </a:lnTo>
                <a:cubicBezTo>
                  <a:pt x="101631" y="7144"/>
                  <a:pt x="101805" y="7219"/>
                  <a:pt x="101954" y="7268"/>
                </a:cubicBezTo>
                <a:cubicBezTo>
                  <a:pt x="102303" y="7443"/>
                  <a:pt x="102651" y="7617"/>
                  <a:pt x="103000" y="7766"/>
                </a:cubicBezTo>
                <a:cubicBezTo>
                  <a:pt x="103149" y="7866"/>
                  <a:pt x="103323" y="7941"/>
                  <a:pt x="103497" y="8015"/>
                </a:cubicBezTo>
                <a:cubicBezTo>
                  <a:pt x="103846" y="8214"/>
                  <a:pt x="104145" y="8389"/>
                  <a:pt x="104468" y="8588"/>
                </a:cubicBezTo>
                <a:cubicBezTo>
                  <a:pt x="104618" y="8687"/>
                  <a:pt x="104767" y="8762"/>
                  <a:pt x="104916" y="8886"/>
                </a:cubicBezTo>
                <a:cubicBezTo>
                  <a:pt x="105240" y="9085"/>
                  <a:pt x="105514" y="9310"/>
                  <a:pt x="105787" y="9509"/>
                </a:cubicBezTo>
                <a:cubicBezTo>
                  <a:pt x="105912" y="9708"/>
                  <a:pt x="106111" y="9832"/>
                  <a:pt x="106235" y="9957"/>
                </a:cubicBezTo>
                <a:cubicBezTo>
                  <a:pt x="106509" y="10181"/>
                  <a:pt x="106758" y="10405"/>
                  <a:pt x="107007" y="10654"/>
                </a:cubicBezTo>
                <a:cubicBezTo>
                  <a:pt x="107156" y="10778"/>
                  <a:pt x="107331" y="10927"/>
                  <a:pt x="107480" y="11052"/>
                </a:cubicBezTo>
                <a:cubicBezTo>
                  <a:pt x="107729" y="11276"/>
                  <a:pt x="107953" y="11525"/>
                  <a:pt x="108152" y="11749"/>
                </a:cubicBezTo>
                <a:cubicBezTo>
                  <a:pt x="108277" y="11873"/>
                  <a:pt x="108376" y="11998"/>
                  <a:pt x="108501" y="12147"/>
                </a:cubicBezTo>
                <a:cubicBezTo>
                  <a:pt x="108525" y="12172"/>
                  <a:pt x="108575" y="12222"/>
                  <a:pt x="108625" y="12272"/>
                </a:cubicBezTo>
                <a:cubicBezTo>
                  <a:pt x="108849" y="12496"/>
                  <a:pt x="109023" y="12769"/>
                  <a:pt x="109222" y="12993"/>
                </a:cubicBezTo>
                <a:cubicBezTo>
                  <a:pt x="109372" y="13193"/>
                  <a:pt x="109496" y="13392"/>
                  <a:pt x="109646" y="13566"/>
                </a:cubicBezTo>
                <a:cubicBezTo>
                  <a:pt x="109845" y="13815"/>
                  <a:pt x="109994" y="14064"/>
                  <a:pt x="110143" y="14337"/>
                </a:cubicBezTo>
                <a:cubicBezTo>
                  <a:pt x="110268" y="14562"/>
                  <a:pt x="110442" y="14786"/>
                  <a:pt x="110567" y="14985"/>
                </a:cubicBezTo>
                <a:cubicBezTo>
                  <a:pt x="110716" y="15234"/>
                  <a:pt x="110840" y="15532"/>
                  <a:pt x="110990" y="15781"/>
                </a:cubicBezTo>
                <a:lnTo>
                  <a:pt x="111363" y="16528"/>
                </a:lnTo>
                <a:cubicBezTo>
                  <a:pt x="111487" y="16802"/>
                  <a:pt x="111612" y="17051"/>
                  <a:pt x="111711" y="17324"/>
                </a:cubicBezTo>
                <a:cubicBezTo>
                  <a:pt x="111836" y="17598"/>
                  <a:pt x="111936" y="17847"/>
                  <a:pt x="112010" y="18146"/>
                </a:cubicBezTo>
                <a:lnTo>
                  <a:pt x="112309" y="18967"/>
                </a:lnTo>
                <a:cubicBezTo>
                  <a:pt x="112359" y="19141"/>
                  <a:pt x="112384" y="19291"/>
                  <a:pt x="112458" y="19440"/>
                </a:cubicBezTo>
                <a:lnTo>
                  <a:pt x="112408" y="19415"/>
                </a:lnTo>
                <a:cubicBezTo>
                  <a:pt x="112309" y="19291"/>
                  <a:pt x="112160" y="19191"/>
                  <a:pt x="112035" y="19067"/>
                </a:cubicBezTo>
                <a:cubicBezTo>
                  <a:pt x="111936" y="18992"/>
                  <a:pt x="111836" y="18843"/>
                  <a:pt x="111711" y="18768"/>
                </a:cubicBezTo>
                <a:cubicBezTo>
                  <a:pt x="111537" y="18644"/>
                  <a:pt x="111413" y="18544"/>
                  <a:pt x="111263" y="18420"/>
                </a:cubicBezTo>
                <a:cubicBezTo>
                  <a:pt x="111139" y="18320"/>
                  <a:pt x="111064" y="18245"/>
                  <a:pt x="110915" y="18171"/>
                </a:cubicBezTo>
                <a:cubicBezTo>
                  <a:pt x="110766" y="18046"/>
                  <a:pt x="110591" y="17922"/>
                  <a:pt x="110417" y="17822"/>
                </a:cubicBezTo>
                <a:lnTo>
                  <a:pt x="110143" y="17648"/>
                </a:lnTo>
                <a:lnTo>
                  <a:pt x="109596" y="17275"/>
                </a:lnTo>
                <a:cubicBezTo>
                  <a:pt x="109496" y="17200"/>
                  <a:pt x="109422" y="17175"/>
                  <a:pt x="109347" y="17125"/>
                </a:cubicBezTo>
                <a:cubicBezTo>
                  <a:pt x="109123" y="17001"/>
                  <a:pt x="108899" y="16876"/>
                  <a:pt x="108725" y="16752"/>
                </a:cubicBezTo>
                <a:cubicBezTo>
                  <a:pt x="108650" y="16702"/>
                  <a:pt x="108600" y="16677"/>
                  <a:pt x="108501" y="16627"/>
                </a:cubicBezTo>
                <a:cubicBezTo>
                  <a:pt x="108277" y="16503"/>
                  <a:pt x="108028" y="16379"/>
                  <a:pt x="107804" y="16279"/>
                </a:cubicBezTo>
                <a:lnTo>
                  <a:pt x="107629" y="16179"/>
                </a:lnTo>
                <a:cubicBezTo>
                  <a:pt x="107380" y="16055"/>
                  <a:pt x="107132" y="15955"/>
                  <a:pt x="106883" y="15831"/>
                </a:cubicBezTo>
                <a:cubicBezTo>
                  <a:pt x="106808" y="15806"/>
                  <a:pt x="106783" y="15806"/>
                  <a:pt x="106733" y="15781"/>
                </a:cubicBezTo>
                <a:cubicBezTo>
                  <a:pt x="106484" y="15657"/>
                  <a:pt x="106186" y="15557"/>
                  <a:pt x="105912" y="15458"/>
                </a:cubicBezTo>
                <a:cubicBezTo>
                  <a:pt x="105862" y="15433"/>
                  <a:pt x="105812" y="15433"/>
                  <a:pt x="105763" y="15408"/>
                </a:cubicBezTo>
                <a:cubicBezTo>
                  <a:pt x="105688" y="15383"/>
                  <a:pt x="105638" y="15333"/>
                  <a:pt x="105563" y="15333"/>
                </a:cubicBezTo>
                <a:cubicBezTo>
                  <a:pt x="104866" y="12272"/>
                  <a:pt x="103497" y="9434"/>
                  <a:pt x="101456" y="7094"/>
                </a:cubicBezTo>
                <a:close/>
                <a:moveTo>
                  <a:pt x="44057" y="16652"/>
                </a:moveTo>
                <a:cubicBezTo>
                  <a:pt x="44033" y="16702"/>
                  <a:pt x="43983" y="16727"/>
                  <a:pt x="43908" y="16802"/>
                </a:cubicBezTo>
                <a:cubicBezTo>
                  <a:pt x="43734" y="16926"/>
                  <a:pt x="43510" y="17051"/>
                  <a:pt x="43311" y="17175"/>
                </a:cubicBezTo>
                <a:lnTo>
                  <a:pt x="42290" y="17822"/>
                </a:lnTo>
                <a:cubicBezTo>
                  <a:pt x="42116" y="17947"/>
                  <a:pt x="41917" y="18046"/>
                  <a:pt x="41767" y="18171"/>
                </a:cubicBezTo>
                <a:lnTo>
                  <a:pt x="41494" y="18345"/>
                </a:lnTo>
                <a:cubicBezTo>
                  <a:pt x="41120" y="18594"/>
                  <a:pt x="40697" y="18893"/>
                  <a:pt x="40324" y="19166"/>
                </a:cubicBezTo>
                <a:cubicBezTo>
                  <a:pt x="40150" y="19291"/>
                  <a:pt x="39950" y="19415"/>
                  <a:pt x="39801" y="19540"/>
                </a:cubicBezTo>
                <a:lnTo>
                  <a:pt x="39801" y="19515"/>
                </a:lnTo>
                <a:lnTo>
                  <a:pt x="39801" y="19465"/>
                </a:lnTo>
                <a:cubicBezTo>
                  <a:pt x="39901" y="19415"/>
                  <a:pt x="40025" y="19316"/>
                  <a:pt x="40125" y="19266"/>
                </a:cubicBezTo>
                <a:cubicBezTo>
                  <a:pt x="40672" y="18893"/>
                  <a:pt x="41195" y="18519"/>
                  <a:pt x="41767" y="18146"/>
                </a:cubicBezTo>
                <a:lnTo>
                  <a:pt x="42315" y="17772"/>
                </a:lnTo>
                <a:cubicBezTo>
                  <a:pt x="42863" y="17424"/>
                  <a:pt x="43360" y="17075"/>
                  <a:pt x="43883" y="16777"/>
                </a:cubicBezTo>
                <a:cubicBezTo>
                  <a:pt x="43908" y="16727"/>
                  <a:pt x="43983" y="16677"/>
                  <a:pt x="44057" y="16652"/>
                </a:cubicBezTo>
                <a:close/>
                <a:moveTo>
                  <a:pt x="39552" y="19614"/>
                </a:moveTo>
                <a:lnTo>
                  <a:pt x="39577" y="19639"/>
                </a:lnTo>
                <a:lnTo>
                  <a:pt x="39577" y="19664"/>
                </a:lnTo>
                <a:lnTo>
                  <a:pt x="39552" y="19689"/>
                </a:lnTo>
                <a:lnTo>
                  <a:pt x="39552" y="19664"/>
                </a:lnTo>
                <a:lnTo>
                  <a:pt x="39552" y="19639"/>
                </a:lnTo>
                <a:cubicBezTo>
                  <a:pt x="39527" y="19639"/>
                  <a:pt x="39527" y="19639"/>
                  <a:pt x="39552" y="19614"/>
                </a:cubicBezTo>
                <a:close/>
                <a:moveTo>
                  <a:pt x="112202" y="18038"/>
                </a:moveTo>
                <a:cubicBezTo>
                  <a:pt x="112254" y="18167"/>
                  <a:pt x="112309" y="18296"/>
                  <a:pt x="112359" y="18420"/>
                </a:cubicBezTo>
                <a:cubicBezTo>
                  <a:pt x="112458" y="18693"/>
                  <a:pt x="112508" y="18992"/>
                  <a:pt x="112608" y="19266"/>
                </a:cubicBezTo>
                <a:lnTo>
                  <a:pt x="112807" y="19814"/>
                </a:lnTo>
                <a:lnTo>
                  <a:pt x="112732" y="19739"/>
                </a:lnTo>
                <a:cubicBezTo>
                  <a:pt x="112682" y="19515"/>
                  <a:pt x="112608" y="19316"/>
                  <a:pt x="112558" y="19141"/>
                </a:cubicBezTo>
                <a:cubicBezTo>
                  <a:pt x="112458" y="18818"/>
                  <a:pt x="112359" y="18544"/>
                  <a:pt x="112259" y="18220"/>
                </a:cubicBezTo>
                <a:cubicBezTo>
                  <a:pt x="112242" y="18159"/>
                  <a:pt x="112223" y="18098"/>
                  <a:pt x="112202" y="18038"/>
                </a:cubicBezTo>
                <a:close/>
                <a:moveTo>
                  <a:pt x="74051" y="10031"/>
                </a:moveTo>
                <a:lnTo>
                  <a:pt x="74051" y="10031"/>
                </a:lnTo>
                <a:cubicBezTo>
                  <a:pt x="71761" y="13018"/>
                  <a:pt x="70168" y="16428"/>
                  <a:pt x="69322" y="19938"/>
                </a:cubicBezTo>
                <a:lnTo>
                  <a:pt x="69272" y="19938"/>
                </a:lnTo>
                <a:cubicBezTo>
                  <a:pt x="70094" y="16428"/>
                  <a:pt x="71687" y="13018"/>
                  <a:pt x="74026" y="10056"/>
                </a:cubicBezTo>
                <a:lnTo>
                  <a:pt x="74051" y="10031"/>
                </a:lnTo>
                <a:close/>
                <a:moveTo>
                  <a:pt x="110214" y="17963"/>
                </a:moveTo>
                <a:lnTo>
                  <a:pt x="110442" y="18096"/>
                </a:lnTo>
                <a:cubicBezTo>
                  <a:pt x="110591" y="18220"/>
                  <a:pt x="110741" y="18345"/>
                  <a:pt x="110890" y="18445"/>
                </a:cubicBezTo>
                <a:cubicBezTo>
                  <a:pt x="110990" y="18544"/>
                  <a:pt x="111114" y="18594"/>
                  <a:pt x="111214" y="18693"/>
                </a:cubicBezTo>
                <a:cubicBezTo>
                  <a:pt x="111363" y="18818"/>
                  <a:pt x="111487" y="18917"/>
                  <a:pt x="111637" y="19042"/>
                </a:cubicBezTo>
                <a:cubicBezTo>
                  <a:pt x="111761" y="19141"/>
                  <a:pt x="111861" y="19216"/>
                  <a:pt x="111985" y="19316"/>
                </a:cubicBezTo>
                <a:cubicBezTo>
                  <a:pt x="112110" y="19440"/>
                  <a:pt x="112234" y="19565"/>
                  <a:pt x="112384" y="19689"/>
                </a:cubicBezTo>
                <a:cubicBezTo>
                  <a:pt x="112458" y="19714"/>
                  <a:pt x="112483" y="19789"/>
                  <a:pt x="112508" y="19814"/>
                </a:cubicBezTo>
                <a:cubicBezTo>
                  <a:pt x="112508" y="19838"/>
                  <a:pt x="112558" y="19913"/>
                  <a:pt x="112558" y="19938"/>
                </a:cubicBezTo>
                <a:lnTo>
                  <a:pt x="112334" y="19714"/>
                </a:lnTo>
                <a:lnTo>
                  <a:pt x="112110" y="19515"/>
                </a:lnTo>
                <a:cubicBezTo>
                  <a:pt x="111985" y="19390"/>
                  <a:pt x="111836" y="19266"/>
                  <a:pt x="111687" y="19141"/>
                </a:cubicBezTo>
                <a:cubicBezTo>
                  <a:pt x="111637" y="19141"/>
                  <a:pt x="111637" y="19092"/>
                  <a:pt x="111612" y="19092"/>
                </a:cubicBezTo>
                <a:cubicBezTo>
                  <a:pt x="111512" y="19017"/>
                  <a:pt x="111438" y="18942"/>
                  <a:pt x="111338" y="18843"/>
                </a:cubicBezTo>
                <a:cubicBezTo>
                  <a:pt x="111313" y="18818"/>
                  <a:pt x="111239" y="18793"/>
                  <a:pt x="111214" y="18768"/>
                </a:cubicBezTo>
                <a:cubicBezTo>
                  <a:pt x="110914" y="18518"/>
                  <a:pt x="110580" y="18235"/>
                  <a:pt x="110214" y="17963"/>
                </a:cubicBezTo>
                <a:close/>
                <a:moveTo>
                  <a:pt x="71288" y="9310"/>
                </a:moveTo>
                <a:cubicBezTo>
                  <a:pt x="71438" y="9334"/>
                  <a:pt x="71562" y="9359"/>
                  <a:pt x="71736" y="9409"/>
                </a:cubicBezTo>
                <a:cubicBezTo>
                  <a:pt x="72010" y="9459"/>
                  <a:pt x="72284" y="9484"/>
                  <a:pt x="72558" y="9583"/>
                </a:cubicBezTo>
                <a:cubicBezTo>
                  <a:pt x="72807" y="9658"/>
                  <a:pt x="73056" y="9733"/>
                  <a:pt x="73304" y="9807"/>
                </a:cubicBezTo>
                <a:cubicBezTo>
                  <a:pt x="73504" y="9857"/>
                  <a:pt x="73653" y="9907"/>
                  <a:pt x="73827" y="9957"/>
                </a:cubicBezTo>
                <a:cubicBezTo>
                  <a:pt x="71512" y="12944"/>
                  <a:pt x="69919" y="16379"/>
                  <a:pt x="69073" y="19863"/>
                </a:cubicBezTo>
                <a:cubicBezTo>
                  <a:pt x="67613" y="19361"/>
                  <a:pt x="65978" y="19116"/>
                  <a:pt x="64209" y="19116"/>
                </a:cubicBezTo>
                <a:cubicBezTo>
                  <a:pt x="62207" y="19116"/>
                  <a:pt x="60033" y="19430"/>
                  <a:pt x="57748" y="20038"/>
                </a:cubicBezTo>
                <a:cubicBezTo>
                  <a:pt x="57648" y="18644"/>
                  <a:pt x="57698" y="17275"/>
                  <a:pt x="57772" y="15906"/>
                </a:cubicBezTo>
                <a:cubicBezTo>
                  <a:pt x="62328" y="13217"/>
                  <a:pt x="66833" y="11027"/>
                  <a:pt x="71288" y="9310"/>
                </a:cubicBezTo>
                <a:close/>
                <a:moveTo>
                  <a:pt x="57598" y="16030"/>
                </a:moveTo>
                <a:cubicBezTo>
                  <a:pt x="57499" y="17349"/>
                  <a:pt x="57474" y="18693"/>
                  <a:pt x="57573" y="20062"/>
                </a:cubicBezTo>
                <a:cubicBezTo>
                  <a:pt x="57548" y="20062"/>
                  <a:pt x="57548" y="20062"/>
                  <a:pt x="57499" y="20087"/>
                </a:cubicBezTo>
                <a:cubicBezTo>
                  <a:pt x="57424" y="18718"/>
                  <a:pt x="57449" y="17399"/>
                  <a:pt x="57548" y="16055"/>
                </a:cubicBezTo>
                <a:cubicBezTo>
                  <a:pt x="57573" y="16055"/>
                  <a:pt x="57573" y="16030"/>
                  <a:pt x="57598" y="16030"/>
                </a:cubicBezTo>
                <a:close/>
                <a:moveTo>
                  <a:pt x="69247" y="20112"/>
                </a:moveTo>
                <a:cubicBezTo>
                  <a:pt x="69272" y="20112"/>
                  <a:pt x="69272" y="20137"/>
                  <a:pt x="69272" y="20137"/>
                </a:cubicBezTo>
                <a:lnTo>
                  <a:pt x="69272" y="20187"/>
                </a:lnTo>
                <a:cubicBezTo>
                  <a:pt x="69247" y="20187"/>
                  <a:pt x="69247" y="20187"/>
                  <a:pt x="69197" y="20162"/>
                </a:cubicBezTo>
                <a:lnTo>
                  <a:pt x="69197" y="20112"/>
                </a:lnTo>
                <a:close/>
                <a:moveTo>
                  <a:pt x="64192" y="19303"/>
                </a:moveTo>
                <a:cubicBezTo>
                  <a:pt x="65952" y="19303"/>
                  <a:pt x="67575" y="19547"/>
                  <a:pt x="69023" y="20038"/>
                </a:cubicBezTo>
                <a:cubicBezTo>
                  <a:pt x="69048" y="20062"/>
                  <a:pt x="69048" y="20112"/>
                  <a:pt x="69023" y="20112"/>
                </a:cubicBezTo>
                <a:cubicBezTo>
                  <a:pt x="67575" y="19610"/>
                  <a:pt x="65952" y="19365"/>
                  <a:pt x="64192" y="19365"/>
                </a:cubicBezTo>
                <a:cubicBezTo>
                  <a:pt x="62200" y="19365"/>
                  <a:pt x="60033" y="19679"/>
                  <a:pt x="57748" y="20286"/>
                </a:cubicBezTo>
                <a:lnTo>
                  <a:pt x="57748" y="20237"/>
                </a:lnTo>
                <a:cubicBezTo>
                  <a:pt x="60034" y="19616"/>
                  <a:pt x="62200" y="19303"/>
                  <a:pt x="64192" y="19303"/>
                </a:cubicBezTo>
                <a:close/>
                <a:moveTo>
                  <a:pt x="57598" y="20262"/>
                </a:moveTo>
                <a:lnTo>
                  <a:pt x="57598" y="20311"/>
                </a:lnTo>
                <a:cubicBezTo>
                  <a:pt x="57573" y="20311"/>
                  <a:pt x="57573" y="20311"/>
                  <a:pt x="57548" y="20336"/>
                </a:cubicBezTo>
                <a:lnTo>
                  <a:pt x="57548" y="20286"/>
                </a:lnTo>
                <a:cubicBezTo>
                  <a:pt x="57573" y="20286"/>
                  <a:pt x="57573" y="20286"/>
                  <a:pt x="57598" y="20262"/>
                </a:cubicBezTo>
                <a:close/>
                <a:moveTo>
                  <a:pt x="112881" y="20162"/>
                </a:moveTo>
                <a:lnTo>
                  <a:pt x="112981" y="20262"/>
                </a:lnTo>
                <a:cubicBezTo>
                  <a:pt x="112931" y="20262"/>
                  <a:pt x="112931" y="20311"/>
                  <a:pt x="112956" y="20361"/>
                </a:cubicBezTo>
                <a:lnTo>
                  <a:pt x="112881" y="20286"/>
                </a:lnTo>
                <a:lnTo>
                  <a:pt x="112881" y="20237"/>
                </a:lnTo>
                <a:lnTo>
                  <a:pt x="112881" y="20162"/>
                </a:lnTo>
                <a:close/>
                <a:moveTo>
                  <a:pt x="109397" y="17772"/>
                </a:moveTo>
                <a:lnTo>
                  <a:pt x="109397" y="17772"/>
                </a:lnTo>
                <a:cubicBezTo>
                  <a:pt x="109521" y="17797"/>
                  <a:pt x="109596" y="17822"/>
                  <a:pt x="109646" y="17897"/>
                </a:cubicBezTo>
                <a:cubicBezTo>
                  <a:pt x="109770" y="17972"/>
                  <a:pt x="109894" y="18046"/>
                  <a:pt x="110019" y="18146"/>
                </a:cubicBezTo>
                <a:cubicBezTo>
                  <a:pt x="110118" y="18196"/>
                  <a:pt x="110218" y="18270"/>
                  <a:pt x="110318" y="18370"/>
                </a:cubicBezTo>
                <a:cubicBezTo>
                  <a:pt x="110492" y="18519"/>
                  <a:pt x="110691" y="18644"/>
                  <a:pt x="110865" y="18793"/>
                </a:cubicBezTo>
                <a:cubicBezTo>
                  <a:pt x="111089" y="18992"/>
                  <a:pt x="111338" y="19141"/>
                  <a:pt x="111512" y="19316"/>
                </a:cubicBezTo>
                <a:cubicBezTo>
                  <a:pt x="111936" y="19664"/>
                  <a:pt x="112309" y="20038"/>
                  <a:pt x="112632" y="20436"/>
                </a:cubicBezTo>
                <a:lnTo>
                  <a:pt x="112632" y="20461"/>
                </a:lnTo>
                <a:cubicBezTo>
                  <a:pt x="112632" y="20481"/>
                  <a:pt x="112632" y="20497"/>
                  <a:pt x="112636" y="20510"/>
                </a:cubicBezTo>
                <a:lnTo>
                  <a:pt x="112636" y="20510"/>
                </a:lnTo>
                <a:cubicBezTo>
                  <a:pt x="111677" y="19485"/>
                  <a:pt x="110597" y="18556"/>
                  <a:pt x="109397" y="17772"/>
                </a:cubicBezTo>
                <a:close/>
                <a:moveTo>
                  <a:pt x="74350" y="10056"/>
                </a:moveTo>
                <a:cubicBezTo>
                  <a:pt x="74425" y="10181"/>
                  <a:pt x="74624" y="10230"/>
                  <a:pt x="74773" y="10305"/>
                </a:cubicBezTo>
                <a:cubicBezTo>
                  <a:pt x="74997" y="10405"/>
                  <a:pt x="75246" y="10479"/>
                  <a:pt x="75470" y="10579"/>
                </a:cubicBezTo>
                <a:cubicBezTo>
                  <a:pt x="75669" y="10679"/>
                  <a:pt x="75893" y="10803"/>
                  <a:pt x="76117" y="10927"/>
                </a:cubicBezTo>
                <a:cubicBezTo>
                  <a:pt x="76341" y="11052"/>
                  <a:pt x="76515" y="11151"/>
                  <a:pt x="76715" y="11276"/>
                </a:cubicBezTo>
                <a:cubicBezTo>
                  <a:pt x="76739" y="11276"/>
                  <a:pt x="76739" y="11301"/>
                  <a:pt x="76764" y="11301"/>
                </a:cubicBezTo>
                <a:lnTo>
                  <a:pt x="77337" y="11674"/>
                </a:lnTo>
                <a:cubicBezTo>
                  <a:pt x="77511" y="11824"/>
                  <a:pt x="77735" y="11948"/>
                  <a:pt x="77909" y="12097"/>
                </a:cubicBezTo>
                <a:cubicBezTo>
                  <a:pt x="78108" y="12272"/>
                  <a:pt x="78258" y="12421"/>
                  <a:pt x="78407" y="12570"/>
                </a:cubicBezTo>
                <a:cubicBezTo>
                  <a:pt x="78581" y="12720"/>
                  <a:pt x="78731" y="12844"/>
                  <a:pt x="78880" y="13018"/>
                </a:cubicBezTo>
                <a:lnTo>
                  <a:pt x="78407" y="13466"/>
                </a:lnTo>
                <a:lnTo>
                  <a:pt x="78208" y="13690"/>
                </a:lnTo>
                <a:cubicBezTo>
                  <a:pt x="77984" y="13914"/>
                  <a:pt x="77760" y="14163"/>
                  <a:pt x="77586" y="14387"/>
                </a:cubicBezTo>
                <a:cubicBezTo>
                  <a:pt x="77536" y="14412"/>
                  <a:pt x="77511" y="14437"/>
                  <a:pt x="77486" y="14512"/>
                </a:cubicBezTo>
                <a:cubicBezTo>
                  <a:pt x="77237" y="14786"/>
                  <a:pt x="77013" y="15034"/>
                  <a:pt x="76789" y="15308"/>
                </a:cubicBezTo>
                <a:cubicBezTo>
                  <a:pt x="76715" y="15433"/>
                  <a:pt x="76615" y="15532"/>
                  <a:pt x="76540" y="15657"/>
                </a:cubicBezTo>
                <a:cubicBezTo>
                  <a:pt x="76416" y="15806"/>
                  <a:pt x="76291" y="16005"/>
                  <a:pt x="76167" y="16155"/>
                </a:cubicBezTo>
                <a:cubicBezTo>
                  <a:pt x="76092" y="16279"/>
                  <a:pt x="75993" y="16428"/>
                  <a:pt x="75893" y="16553"/>
                </a:cubicBezTo>
                <a:cubicBezTo>
                  <a:pt x="75794" y="16702"/>
                  <a:pt x="75669" y="16876"/>
                  <a:pt x="75594" y="17001"/>
                </a:cubicBezTo>
                <a:cubicBezTo>
                  <a:pt x="75495" y="17150"/>
                  <a:pt x="75395" y="17275"/>
                  <a:pt x="75296" y="17424"/>
                </a:cubicBezTo>
                <a:cubicBezTo>
                  <a:pt x="75221" y="17573"/>
                  <a:pt x="75122" y="17698"/>
                  <a:pt x="75022" y="17872"/>
                </a:cubicBezTo>
                <a:cubicBezTo>
                  <a:pt x="74922" y="18021"/>
                  <a:pt x="74848" y="18146"/>
                  <a:pt x="74773" y="18295"/>
                </a:cubicBezTo>
                <a:cubicBezTo>
                  <a:pt x="74674" y="18445"/>
                  <a:pt x="74599" y="18619"/>
                  <a:pt x="74524" y="18768"/>
                </a:cubicBezTo>
                <a:cubicBezTo>
                  <a:pt x="74499" y="18868"/>
                  <a:pt x="74425" y="18917"/>
                  <a:pt x="74400" y="19017"/>
                </a:cubicBezTo>
                <a:cubicBezTo>
                  <a:pt x="73255" y="19515"/>
                  <a:pt x="72110" y="20038"/>
                  <a:pt x="70940" y="20610"/>
                </a:cubicBezTo>
                <a:cubicBezTo>
                  <a:pt x="70517" y="20361"/>
                  <a:pt x="70044" y="20137"/>
                  <a:pt x="69571" y="19938"/>
                </a:cubicBezTo>
                <a:cubicBezTo>
                  <a:pt x="70417" y="16428"/>
                  <a:pt x="72010" y="13018"/>
                  <a:pt x="74350" y="10056"/>
                </a:cubicBezTo>
                <a:close/>
                <a:moveTo>
                  <a:pt x="58494" y="10405"/>
                </a:moveTo>
                <a:lnTo>
                  <a:pt x="58494" y="10405"/>
                </a:lnTo>
                <a:cubicBezTo>
                  <a:pt x="57922" y="12023"/>
                  <a:pt x="57548" y="13790"/>
                  <a:pt x="57374" y="15657"/>
                </a:cubicBezTo>
                <a:cubicBezTo>
                  <a:pt x="57225" y="15756"/>
                  <a:pt x="57051" y="15831"/>
                  <a:pt x="56876" y="15955"/>
                </a:cubicBezTo>
                <a:lnTo>
                  <a:pt x="54736" y="17275"/>
                </a:lnTo>
                <a:cubicBezTo>
                  <a:pt x="53865" y="17822"/>
                  <a:pt x="52968" y="18395"/>
                  <a:pt x="52097" y="18992"/>
                </a:cubicBezTo>
                <a:lnTo>
                  <a:pt x="51251" y="19540"/>
                </a:lnTo>
                <a:cubicBezTo>
                  <a:pt x="50654" y="19938"/>
                  <a:pt x="50081" y="20336"/>
                  <a:pt x="49484" y="20784"/>
                </a:cubicBezTo>
                <a:cubicBezTo>
                  <a:pt x="49484" y="20759"/>
                  <a:pt x="49459" y="20759"/>
                  <a:pt x="49459" y="20759"/>
                </a:cubicBezTo>
                <a:cubicBezTo>
                  <a:pt x="48588" y="19888"/>
                  <a:pt x="47766" y="19067"/>
                  <a:pt x="46995" y="18395"/>
                </a:cubicBezTo>
                <a:cubicBezTo>
                  <a:pt x="46173" y="17673"/>
                  <a:pt x="45426" y="17051"/>
                  <a:pt x="44729" y="16553"/>
                </a:cubicBezTo>
                <a:cubicBezTo>
                  <a:pt x="44779" y="16528"/>
                  <a:pt x="44879" y="16453"/>
                  <a:pt x="44929" y="16428"/>
                </a:cubicBezTo>
                <a:cubicBezTo>
                  <a:pt x="45277" y="16254"/>
                  <a:pt x="45601" y="16030"/>
                  <a:pt x="45924" y="15831"/>
                </a:cubicBezTo>
                <a:lnTo>
                  <a:pt x="46123" y="15756"/>
                </a:lnTo>
                <a:cubicBezTo>
                  <a:pt x="46248" y="15682"/>
                  <a:pt x="46323" y="15632"/>
                  <a:pt x="46447" y="15557"/>
                </a:cubicBezTo>
                <a:cubicBezTo>
                  <a:pt x="46895" y="15308"/>
                  <a:pt x="47293" y="15084"/>
                  <a:pt x="47741" y="14835"/>
                </a:cubicBezTo>
                <a:lnTo>
                  <a:pt x="47766" y="14835"/>
                </a:lnTo>
                <a:cubicBezTo>
                  <a:pt x="51425" y="12894"/>
                  <a:pt x="55034" y="11400"/>
                  <a:pt x="58494" y="10405"/>
                </a:cubicBezTo>
                <a:close/>
                <a:moveTo>
                  <a:pt x="69446" y="20187"/>
                </a:moveTo>
                <a:cubicBezTo>
                  <a:pt x="69894" y="20361"/>
                  <a:pt x="70293" y="20535"/>
                  <a:pt x="70666" y="20759"/>
                </a:cubicBezTo>
                <a:cubicBezTo>
                  <a:pt x="70641" y="20759"/>
                  <a:pt x="70641" y="20784"/>
                  <a:pt x="70591" y="20784"/>
                </a:cubicBezTo>
                <a:cubicBezTo>
                  <a:pt x="70218" y="20610"/>
                  <a:pt x="69870" y="20411"/>
                  <a:pt x="69446" y="20262"/>
                </a:cubicBezTo>
                <a:lnTo>
                  <a:pt x="69446" y="20187"/>
                </a:lnTo>
                <a:close/>
                <a:moveTo>
                  <a:pt x="74225" y="19291"/>
                </a:moveTo>
                <a:cubicBezTo>
                  <a:pt x="74176" y="19316"/>
                  <a:pt x="74176" y="19390"/>
                  <a:pt x="74151" y="19415"/>
                </a:cubicBezTo>
                <a:lnTo>
                  <a:pt x="71164" y="20809"/>
                </a:lnTo>
                <a:cubicBezTo>
                  <a:pt x="71139" y="20784"/>
                  <a:pt x="71114" y="20784"/>
                  <a:pt x="71064" y="20759"/>
                </a:cubicBezTo>
                <a:cubicBezTo>
                  <a:pt x="72135" y="20262"/>
                  <a:pt x="73155" y="19764"/>
                  <a:pt x="74225" y="19291"/>
                </a:cubicBezTo>
                <a:close/>
                <a:moveTo>
                  <a:pt x="44505" y="16652"/>
                </a:moveTo>
                <a:cubicBezTo>
                  <a:pt x="45924" y="17673"/>
                  <a:pt x="47542" y="19067"/>
                  <a:pt x="49334" y="20909"/>
                </a:cubicBezTo>
                <a:lnTo>
                  <a:pt x="49260" y="20934"/>
                </a:lnTo>
                <a:cubicBezTo>
                  <a:pt x="49110" y="20784"/>
                  <a:pt x="48986" y="20635"/>
                  <a:pt x="48837" y="20510"/>
                </a:cubicBezTo>
                <a:lnTo>
                  <a:pt x="48712" y="20386"/>
                </a:lnTo>
                <a:lnTo>
                  <a:pt x="48339" y="20013"/>
                </a:lnTo>
                <a:lnTo>
                  <a:pt x="47990" y="19664"/>
                </a:lnTo>
                <a:lnTo>
                  <a:pt x="47891" y="19565"/>
                </a:lnTo>
                <a:cubicBezTo>
                  <a:pt x="46646" y="18395"/>
                  <a:pt x="45501" y="17424"/>
                  <a:pt x="44431" y="16677"/>
                </a:cubicBezTo>
                <a:cubicBezTo>
                  <a:pt x="44481" y="16677"/>
                  <a:pt x="44505" y="16677"/>
                  <a:pt x="44505" y="16652"/>
                </a:cubicBezTo>
                <a:close/>
                <a:moveTo>
                  <a:pt x="112981" y="20710"/>
                </a:moveTo>
                <a:lnTo>
                  <a:pt x="113081" y="20809"/>
                </a:lnTo>
                <a:cubicBezTo>
                  <a:pt x="113056" y="20859"/>
                  <a:pt x="113056" y="20884"/>
                  <a:pt x="113081" y="20934"/>
                </a:cubicBezTo>
                <a:cubicBezTo>
                  <a:pt x="113056" y="20909"/>
                  <a:pt x="113006" y="20884"/>
                  <a:pt x="113006" y="20859"/>
                </a:cubicBezTo>
                <a:cubicBezTo>
                  <a:pt x="113006" y="20809"/>
                  <a:pt x="112981" y="20759"/>
                  <a:pt x="112981" y="20710"/>
                </a:cubicBezTo>
                <a:close/>
                <a:moveTo>
                  <a:pt x="57354" y="15918"/>
                </a:moveTo>
                <a:lnTo>
                  <a:pt x="57354" y="15918"/>
                </a:lnTo>
                <a:cubicBezTo>
                  <a:pt x="57349" y="15927"/>
                  <a:pt x="57349" y="15941"/>
                  <a:pt x="57349" y="15955"/>
                </a:cubicBezTo>
                <a:cubicBezTo>
                  <a:pt x="56553" y="16428"/>
                  <a:pt x="55756" y="16926"/>
                  <a:pt x="54960" y="17424"/>
                </a:cubicBezTo>
                <a:cubicBezTo>
                  <a:pt x="54736" y="17548"/>
                  <a:pt x="54512" y="17698"/>
                  <a:pt x="54313" y="17872"/>
                </a:cubicBezTo>
                <a:cubicBezTo>
                  <a:pt x="53616" y="18295"/>
                  <a:pt x="52944" y="18743"/>
                  <a:pt x="52247" y="19191"/>
                </a:cubicBezTo>
                <a:cubicBezTo>
                  <a:pt x="51898" y="19415"/>
                  <a:pt x="51599" y="19664"/>
                  <a:pt x="51251" y="19888"/>
                </a:cubicBezTo>
                <a:cubicBezTo>
                  <a:pt x="50728" y="20262"/>
                  <a:pt x="50206" y="20610"/>
                  <a:pt x="49658" y="20983"/>
                </a:cubicBezTo>
                <a:lnTo>
                  <a:pt x="49633" y="20934"/>
                </a:lnTo>
                <a:cubicBezTo>
                  <a:pt x="50156" y="20560"/>
                  <a:pt x="50703" y="20187"/>
                  <a:pt x="51226" y="19863"/>
                </a:cubicBezTo>
                <a:cubicBezTo>
                  <a:pt x="51575" y="19639"/>
                  <a:pt x="51873" y="19390"/>
                  <a:pt x="52222" y="19166"/>
                </a:cubicBezTo>
                <a:lnTo>
                  <a:pt x="53068" y="18619"/>
                </a:lnTo>
                <a:cubicBezTo>
                  <a:pt x="54480" y="17653"/>
                  <a:pt x="55941" y="16761"/>
                  <a:pt x="57354" y="15918"/>
                </a:cubicBezTo>
                <a:close/>
                <a:moveTo>
                  <a:pt x="70840" y="20884"/>
                </a:moveTo>
                <a:cubicBezTo>
                  <a:pt x="70890" y="20909"/>
                  <a:pt x="70915" y="20909"/>
                  <a:pt x="70940" y="20934"/>
                </a:cubicBezTo>
                <a:cubicBezTo>
                  <a:pt x="70915" y="20934"/>
                  <a:pt x="70915" y="20983"/>
                  <a:pt x="70890" y="20983"/>
                </a:cubicBezTo>
                <a:cubicBezTo>
                  <a:pt x="70840" y="20934"/>
                  <a:pt x="70815" y="20909"/>
                  <a:pt x="70790" y="20909"/>
                </a:cubicBezTo>
                <a:cubicBezTo>
                  <a:pt x="70815" y="20909"/>
                  <a:pt x="70815" y="20884"/>
                  <a:pt x="70840" y="20884"/>
                </a:cubicBezTo>
                <a:close/>
                <a:moveTo>
                  <a:pt x="49484" y="21033"/>
                </a:moveTo>
                <a:lnTo>
                  <a:pt x="49509" y="21058"/>
                </a:lnTo>
                <a:lnTo>
                  <a:pt x="49533" y="21083"/>
                </a:lnTo>
                <a:lnTo>
                  <a:pt x="49509" y="21133"/>
                </a:lnTo>
                <a:lnTo>
                  <a:pt x="49484" y="21158"/>
                </a:lnTo>
                <a:lnTo>
                  <a:pt x="49409" y="21058"/>
                </a:lnTo>
                <a:lnTo>
                  <a:pt x="49484" y="21033"/>
                </a:lnTo>
                <a:close/>
                <a:moveTo>
                  <a:pt x="69421" y="20436"/>
                </a:moveTo>
                <a:cubicBezTo>
                  <a:pt x="69745" y="20560"/>
                  <a:pt x="70069" y="20734"/>
                  <a:pt x="70417" y="20884"/>
                </a:cubicBezTo>
                <a:cubicBezTo>
                  <a:pt x="70019" y="21058"/>
                  <a:pt x="69596" y="21282"/>
                  <a:pt x="69197" y="21506"/>
                </a:cubicBezTo>
                <a:cubicBezTo>
                  <a:pt x="69272" y="21158"/>
                  <a:pt x="69322" y="20784"/>
                  <a:pt x="69421" y="20436"/>
                </a:cubicBezTo>
                <a:close/>
                <a:moveTo>
                  <a:pt x="69173" y="20336"/>
                </a:moveTo>
                <a:cubicBezTo>
                  <a:pt x="69173" y="20361"/>
                  <a:pt x="69197" y="20361"/>
                  <a:pt x="69247" y="20386"/>
                </a:cubicBezTo>
                <a:cubicBezTo>
                  <a:pt x="69148" y="20784"/>
                  <a:pt x="69048" y="21232"/>
                  <a:pt x="68973" y="21631"/>
                </a:cubicBezTo>
                <a:cubicBezTo>
                  <a:pt x="68949" y="21631"/>
                  <a:pt x="68949" y="21655"/>
                  <a:pt x="68924" y="21655"/>
                </a:cubicBezTo>
                <a:cubicBezTo>
                  <a:pt x="68973" y="21207"/>
                  <a:pt x="69073" y="20784"/>
                  <a:pt x="69173" y="20336"/>
                </a:cubicBezTo>
                <a:close/>
                <a:moveTo>
                  <a:pt x="70616" y="21008"/>
                </a:moveTo>
                <a:cubicBezTo>
                  <a:pt x="70641" y="21033"/>
                  <a:pt x="70666" y="21033"/>
                  <a:pt x="70691" y="21058"/>
                </a:cubicBezTo>
                <a:cubicBezTo>
                  <a:pt x="70168" y="21307"/>
                  <a:pt x="69670" y="21606"/>
                  <a:pt x="69148" y="21855"/>
                </a:cubicBezTo>
                <a:lnTo>
                  <a:pt x="69148" y="21755"/>
                </a:lnTo>
                <a:cubicBezTo>
                  <a:pt x="69646" y="21506"/>
                  <a:pt x="70118" y="21257"/>
                  <a:pt x="70616" y="21008"/>
                </a:cubicBezTo>
                <a:close/>
                <a:moveTo>
                  <a:pt x="68924" y="21855"/>
                </a:moveTo>
                <a:lnTo>
                  <a:pt x="68924" y="21929"/>
                </a:lnTo>
                <a:cubicBezTo>
                  <a:pt x="68899" y="21929"/>
                  <a:pt x="68899" y="21954"/>
                  <a:pt x="68874" y="21954"/>
                </a:cubicBezTo>
                <a:lnTo>
                  <a:pt x="68874" y="21879"/>
                </a:lnTo>
                <a:cubicBezTo>
                  <a:pt x="68899" y="21879"/>
                  <a:pt x="68899" y="21855"/>
                  <a:pt x="68924" y="21855"/>
                </a:cubicBezTo>
                <a:close/>
                <a:moveTo>
                  <a:pt x="74026" y="19714"/>
                </a:moveTo>
                <a:lnTo>
                  <a:pt x="74026" y="19764"/>
                </a:lnTo>
                <a:cubicBezTo>
                  <a:pt x="73977" y="19913"/>
                  <a:pt x="73902" y="20038"/>
                  <a:pt x="73802" y="20187"/>
                </a:cubicBezTo>
                <a:cubicBezTo>
                  <a:pt x="73728" y="20336"/>
                  <a:pt x="73653" y="20535"/>
                  <a:pt x="73553" y="20685"/>
                </a:cubicBezTo>
                <a:cubicBezTo>
                  <a:pt x="73504" y="20809"/>
                  <a:pt x="73429" y="20958"/>
                  <a:pt x="73379" y="21083"/>
                </a:cubicBezTo>
                <a:cubicBezTo>
                  <a:pt x="73304" y="21257"/>
                  <a:pt x="73230" y="21431"/>
                  <a:pt x="73155" y="21631"/>
                </a:cubicBezTo>
                <a:cubicBezTo>
                  <a:pt x="73105" y="21755"/>
                  <a:pt x="73056" y="21904"/>
                  <a:pt x="73006" y="22029"/>
                </a:cubicBezTo>
                <a:cubicBezTo>
                  <a:pt x="72981" y="22103"/>
                  <a:pt x="72981" y="22128"/>
                  <a:pt x="72931" y="22178"/>
                </a:cubicBezTo>
                <a:cubicBezTo>
                  <a:pt x="72483" y="21705"/>
                  <a:pt x="71935" y="21307"/>
                  <a:pt x="71363" y="20934"/>
                </a:cubicBezTo>
                <a:cubicBezTo>
                  <a:pt x="72259" y="20510"/>
                  <a:pt x="73130" y="20087"/>
                  <a:pt x="74026" y="19714"/>
                </a:cubicBezTo>
                <a:close/>
                <a:moveTo>
                  <a:pt x="71139" y="21033"/>
                </a:moveTo>
                <a:cubicBezTo>
                  <a:pt x="71761" y="21407"/>
                  <a:pt x="72359" y="21879"/>
                  <a:pt x="72856" y="22377"/>
                </a:cubicBezTo>
                <a:cubicBezTo>
                  <a:pt x="72881" y="22402"/>
                  <a:pt x="72856" y="22427"/>
                  <a:pt x="72856" y="22427"/>
                </a:cubicBezTo>
                <a:cubicBezTo>
                  <a:pt x="72309" y="21904"/>
                  <a:pt x="71736" y="21431"/>
                  <a:pt x="71064" y="21058"/>
                </a:cubicBezTo>
                <a:cubicBezTo>
                  <a:pt x="71114" y="21058"/>
                  <a:pt x="71114" y="21033"/>
                  <a:pt x="71139" y="21033"/>
                </a:cubicBezTo>
                <a:close/>
                <a:moveTo>
                  <a:pt x="57374" y="16179"/>
                </a:moveTo>
                <a:lnTo>
                  <a:pt x="57374" y="16179"/>
                </a:lnTo>
                <a:cubicBezTo>
                  <a:pt x="57250" y="17499"/>
                  <a:pt x="57250" y="18793"/>
                  <a:pt x="57324" y="20137"/>
                </a:cubicBezTo>
                <a:cubicBezTo>
                  <a:pt x="55308" y="20685"/>
                  <a:pt x="53217" y="21506"/>
                  <a:pt x="51102" y="22502"/>
                </a:cubicBezTo>
                <a:cubicBezTo>
                  <a:pt x="51102" y="22477"/>
                  <a:pt x="51077" y="22477"/>
                  <a:pt x="51077" y="22427"/>
                </a:cubicBezTo>
                <a:cubicBezTo>
                  <a:pt x="50853" y="22178"/>
                  <a:pt x="50629" y="21954"/>
                  <a:pt x="50405" y="21705"/>
                </a:cubicBezTo>
                <a:cubicBezTo>
                  <a:pt x="50230" y="21506"/>
                  <a:pt x="50006" y="21282"/>
                  <a:pt x="49832" y="21058"/>
                </a:cubicBezTo>
                <a:cubicBezTo>
                  <a:pt x="50355" y="20685"/>
                  <a:pt x="50878" y="20311"/>
                  <a:pt x="51400" y="19988"/>
                </a:cubicBezTo>
                <a:cubicBezTo>
                  <a:pt x="51749" y="19764"/>
                  <a:pt x="52097" y="19515"/>
                  <a:pt x="52446" y="19291"/>
                </a:cubicBezTo>
                <a:lnTo>
                  <a:pt x="54313" y="18071"/>
                </a:lnTo>
                <a:cubicBezTo>
                  <a:pt x="54586" y="17897"/>
                  <a:pt x="54860" y="17698"/>
                  <a:pt x="55134" y="17548"/>
                </a:cubicBezTo>
                <a:cubicBezTo>
                  <a:pt x="55881" y="17075"/>
                  <a:pt x="56627" y="16603"/>
                  <a:pt x="57374" y="16179"/>
                </a:cubicBezTo>
                <a:close/>
                <a:moveTo>
                  <a:pt x="111508" y="15961"/>
                </a:moveTo>
                <a:lnTo>
                  <a:pt x="111508" y="15961"/>
                </a:lnTo>
                <a:cubicBezTo>
                  <a:pt x="112181" y="16960"/>
                  <a:pt x="113240" y="18615"/>
                  <a:pt x="114201" y="20635"/>
                </a:cubicBezTo>
                <a:cubicBezTo>
                  <a:pt x="114534" y="21324"/>
                  <a:pt x="114788" y="21974"/>
                  <a:pt x="115034" y="22566"/>
                </a:cubicBezTo>
                <a:lnTo>
                  <a:pt x="115034" y="22566"/>
                </a:lnTo>
                <a:cubicBezTo>
                  <a:pt x="115026" y="22557"/>
                  <a:pt x="115014" y="22552"/>
                  <a:pt x="114997" y="22552"/>
                </a:cubicBezTo>
                <a:cubicBezTo>
                  <a:pt x="114723" y="22153"/>
                  <a:pt x="114450" y="21755"/>
                  <a:pt x="114126" y="21332"/>
                </a:cubicBezTo>
                <a:lnTo>
                  <a:pt x="114051" y="21257"/>
                </a:lnTo>
                <a:cubicBezTo>
                  <a:pt x="113728" y="20884"/>
                  <a:pt x="113429" y="20510"/>
                  <a:pt x="113081" y="20137"/>
                </a:cubicBezTo>
                <a:cubicBezTo>
                  <a:pt x="113006" y="19838"/>
                  <a:pt x="112881" y="19565"/>
                  <a:pt x="112832" y="19291"/>
                </a:cubicBezTo>
                <a:lnTo>
                  <a:pt x="112558" y="18370"/>
                </a:lnTo>
                <a:cubicBezTo>
                  <a:pt x="112458" y="18071"/>
                  <a:pt x="112334" y="17822"/>
                  <a:pt x="112234" y="17573"/>
                </a:cubicBezTo>
                <a:cubicBezTo>
                  <a:pt x="112110" y="17275"/>
                  <a:pt x="112010" y="16951"/>
                  <a:pt x="111861" y="16677"/>
                </a:cubicBezTo>
                <a:cubicBezTo>
                  <a:pt x="111761" y="16428"/>
                  <a:pt x="111637" y="16204"/>
                  <a:pt x="111512" y="15980"/>
                </a:cubicBezTo>
                <a:cubicBezTo>
                  <a:pt x="111512" y="15974"/>
                  <a:pt x="111511" y="15967"/>
                  <a:pt x="111508" y="15961"/>
                </a:cubicBezTo>
                <a:close/>
                <a:moveTo>
                  <a:pt x="49633" y="21232"/>
                </a:moveTo>
                <a:cubicBezTo>
                  <a:pt x="49832" y="21407"/>
                  <a:pt x="50006" y="21631"/>
                  <a:pt x="50206" y="21805"/>
                </a:cubicBezTo>
                <a:cubicBezTo>
                  <a:pt x="50405" y="22054"/>
                  <a:pt x="50654" y="22278"/>
                  <a:pt x="50878" y="22527"/>
                </a:cubicBezTo>
                <a:lnTo>
                  <a:pt x="50902" y="22552"/>
                </a:lnTo>
                <a:cubicBezTo>
                  <a:pt x="50878" y="22552"/>
                  <a:pt x="50878" y="22601"/>
                  <a:pt x="50853" y="22601"/>
                </a:cubicBezTo>
                <a:lnTo>
                  <a:pt x="50778" y="22527"/>
                </a:lnTo>
                <a:cubicBezTo>
                  <a:pt x="50703" y="22402"/>
                  <a:pt x="50579" y="22303"/>
                  <a:pt x="50479" y="22178"/>
                </a:cubicBezTo>
                <a:cubicBezTo>
                  <a:pt x="50156" y="21855"/>
                  <a:pt x="49882" y="21531"/>
                  <a:pt x="49583" y="21232"/>
                </a:cubicBezTo>
                <a:lnTo>
                  <a:pt x="49583" y="21232"/>
                </a:lnTo>
                <a:cubicBezTo>
                  <a:pt x="49592" y="21241"/>
                  <a:pt x="49597" y="21243"/>
                  <a:pt x="49602" y="21243"/>
                </a:cubicBezTo>
                <a:cubicBezTo>
                  <a:pt x="49611" y="21243"/>
                  <a:pt x="49616" y="21232"/>
                  <a:pt x="49633" y="21232"/>
                </a:cubicBezTo>
                <a:close/>
                <a:moveTo>
                  <a:pt x="57349" y="20311"/>
                </a:moveTo>
                <a:lnTo>
                  <a:pt x="57349" y="20386"/>
                </a:lnTo>
                <a:cubicBezTo>
                  <a:pt x="55383" y="20934"/>
                  <a:pt x="53342" y="21705"/>
                  <a:pt x="51251" y="22676"/>
                </a:cubicBezTo>
                <a:cubicBezTo>
                  <a:pt x="51251" y="22676"/>
                  <a:pt x="51226" y="22676"/>
                  <a:pt x="51226" y="22651"/>
                </a:cubicBezTo>
                <a:cubicBezTo>
                  <a:pt x="53317" y="21655"/>
                  <a:pt x="55358" y="20884"/>
                  <a:pt x="57349" y="20311"/>
                </a:cubicBezTo>
                <a:close/>
                <a:moveTo>
                  <a:pt x="51077" y="22751"/>
                </a:moveTo>
                <a:cubicBezTo>
                  <a:pt x="51077" y="22776"/>
                  <a:pt x="51077" y="22776"/>
                  <a:pt x="51102" y="22800"/>
                </a:cubicBezTo>
                <a:cubicBezTo>
                  <a:pt x="51077" y="22800"/>
                  <a:pt x="51077" y="22825"/>
                  <a:pt x="51027" y="22825"/>
                </a:cubicBezTo>
                <a:cubicBezTo>
                  <a:pt x="51027" y="22800"/>
                  <a:pt x="51002" y="22800"/>
                  <a:pt x="51002" y="22776"/>
                </a:cubicBezTo>
                <a:cubicBezTo>
                  <a:pt x="51027" y="22776"/>
                  <a:pt x="51027" y="22751"/>
                  <a:pt x="51077" y="22751"/>
                </a:cubicBezTo>
                <a:close/>
                <a:moveTo>
                  <a:pt x="113329" y="18395"/>
                </a:moveTo>
                <a:lnTo>
                  <a:pt x="113329" y="18395"/>
                </a:lnTo>
                <a:cubicBezTo>
                  <a:pt x="113603" y="18893"/>
                  <a:pt x="113852" y="19316"/>
                  <a:pt x="113977" y="19540"/>
                </a:cubicBezTo>
                <a:cubicBezTo>
                  <a:pt x="114126" y="19814"/>
                  <a:pt x="114300" y="20137"/>
                  <a:pt x="114425" y="20436"/>
                </a:cubicBezTo>
                <a:cubicBezTo>
                  <a:pt x="115047" y="21780"/>
                  <a:pt x="115495" y="22975"/>
                  <a:pt x="115868" y="23995"/>
                </a:cubicBezTo>
                <a:cubicBezTo>
                  <a:pt x="115868" y="24020"/>
                  <a:pt x="115918" y="24045"/>
                  <a:pt x="115918" y="24095"/>
                </a:cubicBezTo>
                <a:cubicBezTo>
                  <a:pt x="115868" y="24045"/>
                  <a:pt x="115843" y="23995"/>
                  <a:pt x="115843" y="23970"/>
                </a:cubicBezTo>
                <a:cubicBezTo>
                  <a:pt x="115843" y="23970"/>
                  <a:pt x="115843" y="23921"/>
                  <a:pt x="115819" y="23921"/>
                </a:cubicBezTo>
                <a:lnTo>
                  <a:pt x="115819" y="23896"/>
                </a:lnTo>
                <a:cubicBezTo>
                  <a:pt x="115769" y="23846"/>
                  <a:pt x="115744" y="23771"/>
                  <a:pt x="115719" y="23672"/>
                </a:cubicBezTo>
                <a:cubicBezTo>
                  <a:pt x="115370" y="22726"/>
                  <a:pt x="114947" y="21655"/>
                  <a:pt x="114375" y="20436"/>
                </a:cubicBezTo>
                <a:cubicBezTo>
                  <a:pt x="114026" y="19739"/>
                  <a:pt x="113653" y="19017"/>
                  <a:pt x="113329" y="18395"/>
                </a:cubicBezTo>
                <a:close/>
                <a:moveTo>
                  <a:pt x="113180" y="20535"/>
                </a:moveTo>
                <a:lnTo>
                  <a:pt x="113180" y="20535"/>
                </a:lnTo>
                <a:cubicBezTo>
                  <a:pt x="113429" y="20809"/>
                  <a:pt x="113678" y="21058"/>
                  <a:pt x="113877" y="21382"/>
                </a:cubicBezTo>
                <a:cubicBezTo>
                  <a:pt x="113927" y="21407"/>
                  <a:pt x="113952" y="21431"/>
                  <a:pt x="113952" y="21481"/>
                </a:cubicBezTo>
                <a:cubicBezTo>
                  <a:pt x="114250" y="21879"/>
                  <a:pt x="114524" y="22278"/>
                  <a:pt x="114823" y="22676"/>
                </a:cubicBezTo>
                <a:cubicBezTo>
                  <a:pt x="114823" y="22726"/>
                  <a:pt x="114848" y="22726"/>
                  <a:pt x="114848" y="22751"/>
                </a:cubicBezTo>
                <a:cubicBezTo>
                  <a:pt x="115097" y="23124"/>
                  <a:pt x="115296" y="23497"/>
                  <a:pt x="115495" y="23871"/>
                </a:cubicBezTo>
                <a:cubicBezTo>
                  <a:pt x="115545" y="23995"/>
                  <a:pt x="115595" y="24120"/>
                  <a:pt x="115619" y="24244"/>
                </a:cubicBezTo>
                <a:cubicBezTo>
                  <a:pt x="115221" y="23398"/>
                  <a:pt x="114723" y="22626"/>
                  <a:pt x="114176" y="21855"/>
                </a:cubicBezTo>
                <a:cubicBezTo>
                  <a:pt x="114126" y="21805"/>
                  <a:pt x="114101" y="21755"/>
                  <a:pt x="114076" y="21705"/>
                </a:cubicBezTo>
                <a:cubicBezTo>
                  <a:pt x="113802" y="21332"/>
                  <a:pt x="113504" y="21008"/>
                  <a:pt x="113205" y="20660"/>
                </a:cubicBezTo>
                <a:cubicBezTo>
                  <a:pt x="113230" y="20660"/>
                  <a:pt x="113230" y="20660"/>
                  <a:pt x="113205" y="20635"/>
                </a:cubicBezTo>
                <a:lnTo>
                  <a:pt x="113180" y="20535"/>
                </a:lnTo>
                <a:close/>
                <a:moveTo>
                  <a:pt x="93143" y="14935"/>
                </a:moveTo>
                <a:cubicBezTo>
                  <a:pt x="93889" y="18021"/>
                  <a:pt x="94014" y="21506"/>
                  <a:pt x="93516" y="25215"/>
                </a:cubicBezTo>
                <a:lnTo>
                  <a:pt x="93441" y="25215"/>
                </a:lnTo>
                <a:cubicBezTo>
                  <a:pt x="93939" y="21506"/>
                  <a:pt x="93840" y="18046"/>
                  <a:pt x="93068" y="14935"/>
                </a:cubicBezTo>
                <a:close/>
                <a:moveTo>
                  <a:pt x="93466" y="25389"/>
                </a:moveTo>
                <a:lnTo>
                  <a:pt x="93466" y="25464"/>
                </a:lnTo>
                <a:lnTo>
                  <a:pt x="93417" y="25464"/>
                </a:lnTo>
                <a:lnTo>
                  <a:pt x="93417" y="25389"/>
                </a:lnTo>
                <a:close/>
                <a:moveTo>
                  <a:pt x="97623" y="14512"/>
                </a:moveTo>
                <a:cubicBezTo>
                  <a:pt x="98245" y="14512"/>
                  <a:pt x="98868" y="14537"/>
                  <a:pt x="99490" y="14562"/>
                </a:cubicBezTo>
                <a:cubicBezTo>
                  <a:pt x="100983" y="14711"/>
                  <a:pt x="102427" y="15010"/>
                  <a:pt x="103771" y="15383"/>
                </a:cubicBezTo>
                <a:cubicBezTo>
                  <a:pt x="104593" y="18619"/>
                  <a:pt x="104742" y="22178"/>
                  <a:pt x="104344" y="25986"/>
                </a:cubicBezTo>
                <a:cubicBezTo>
                  <a:pt x="102139" y="25309"/>
                  <a:pt x="99740" y="24983"/>
                  <a:pt x="97155" y="24983"/>
                </a:cubicBezTo>
                <a:cubicBezTo>
                  <a:pt x="96035" y="24983"/>
                  <a:pt x="94880" y="25045"/>
                  <a:pt x="93690" y="25165"/>
                </a:cubicBezTo>
                <a:cubicBezTo>
                  <a:pt x="94188" y="21481"/>
                  <a:pt x="94089" y="17996"/>
                  <a:pt x="93317" y="14885"/>
                </a:cubicBezTo>
                <a:cubicBezTo>
                  <a:pt x="93441" y="14835"/>
                  <a:pt x="93541" y="14810"/>
                  <a:pt x="93665" y="14810"/>
                </a:cubicBezTo>
                <a:cubicBezTo>
                  <a:pt x="93939" y="14786"/>
                  <a:pt x="94263" y="14761"/>
                  <a:pt x="94537" y="14711"/>
                </a:cubicBezTo>
                <a:cubicBezTo>
                  <a:pt x="94910" y="14686"/>
                  <a:pt x="95283" y="14636"/>
                  <a:pt x="95657" y="14586"/>
                </a:cubicBezTo>
                <a:cubicBezTo>
                  <a:pt x="95955" y="14562"/>
                  <a:pt x="96279" y="14562"/>
                  <a:pt x="96627" y="14562"/>
                </a:cubicBezTo>
                <a:cubicBezTo>
                  <a:pt x="96926" y="14537"/>
                  <a:pt x="97275" y="14512"/>
                  <a:pt x="97623" y="14512"/>
                </a:cubicBezTo>
                <a:close/>
                <a:moveTo>
                  <a:pt x="103995" y="15433"/>
                </a:moveTo>
                <a:cubicBezTo>
                  <a:pt x="104020" y="15433"/>
                  <a:pt x="104045" y="15433"/>
                  <a:pt x="104045" y="15458"/>
                </a:cubicBezTo>
                <a:cubicBezTo>
                  <a:pt x="104842" y="18693"/>
                  <a:pt x="104991" y="22278"/>
                  <a:pt x="104593" y="26086"/>
                </a:cubicBezTo>
                <a:cubicBezTo>
                  <a:pt x="104543" y="26086"/>
                  <a:pt x="104543" y="26086"/>
                  <a:pt x="104518" y="26036"/>
                </a:cubicBezTo>
                <a:cubicBezTo>
                  <a:pt x="104916" y="22253"/>
                  <a:pt x="104792" y="18669"/>
                  <a:pt x="103995" y="15433"/>
                </a:cubicBezTo>
                <a:close/>
                <a:moveTo>
                  <a:pt x="116247" y="25401"/>
                </a:moveTo>
                <a:cubicBezTo>
                  <a:pt x="116259" y="25416"/>
                  <a:pt x="116291" y="25424"/>
                  <a:pt x="116291" y="25464"/>
                </a:cubicBezTo>
                <a:lnTo>
                  <a:pt x="116291" y="25489"/>
                </a:lnTo>
                <a:cubicBezTo>
                  <a:pt x="116366" y="25711"/>
                  <a:pt x="116440" y="25934"/>
                  <a:pt x="116490" y="26156"/>
                </a:cubicBezTo>
                <a:lnTo>
                  <a:pt x="116490" y="26156"/>
                </a:lnTo>
                <a:cubicBezTo>
                  <a:pt x="116481" y="26132"/>
                  <a:pt x="116473" y="26109"/>
                  <a:pt x="116466" y="26086"/>
                </a:cubicBezTo>
                <a:cubicBezTo>
                  <a:pt x="116392" y="25866"/>
                  <a:pt x="116343" y="25645"/>
                  <a:pt x="116247" y="25401"/>
                </a:cubicBezTo>
                <a:close/>
                <a:moveTo>
                  <a:pt x="44281" y="16802"/>
                </a:moveTo>
                <a:cubicBezTo>
                  <a:pt x="44481" y="16926"/>
                  <a:pt x="44630" y="17051"/>
                  <a:pt x="44804" y="17175"/>
                </a:cubicBezTo>
                <a:lnTo>
                  <a:pt x="45277" y="17548"/>
                </a:lnTo>
                <a:cubicBezTo>
                  <a:pt x="45302" y="17573"/>
                  <a:pt x="45327" y="17573"/>
                  <a:pt x="45327" y="17623"/>
                </a:cubicBezTo>
                <a:cubicBezTo>
                  <a:pt x="45700" y="17922"/>
                  <a:pt x="46123" y="18245"/>
                  <a:pt x="46497" y="18569"/>
                </a:cubicBezTo>
                <a:cubicBezTo>
                  <a:pt x="46497" y="18569"/>
                  <a:pt x="46522" y="18569"/>
                  <a:pt x="46522" y="18594"/>
                </a:cubicBezTo>
                <a:cubicBezTo>
                  <a:pt x="46671" y="18768"/>
                  <a:pt x="46870" y="18917"/>
                  <a:pt x="47044" y="19067"/>
                </a:cubicBezTo>
                <a:cubicBezTo>
                  <a:pt x="47069" y="19092"/>
                  <a:pt x="47144" y="19141"/>
                  <a:pt x="47169" y="19191"/>
                </a:cubicBezTo>
                <a:cubicBezTo>
                  <a:pt x="47293" y="19316"/>
                  <a:pt x="47443" y="19440"/>
                  <a:pt x="47567" y="19565"/>
                </a:cubicBezTo>
                <a:cubicBezTo>
                  <a:pt x="47667" y="19664"/>
                  <a:pt x="47766" y="19739"/>
                  <a:pt x="47816" y="19814"/>
                </a:cubicBezTo>
                <a:lnTo>
                  <a:pt x="48115" y="20112"/>
                </a:lnTo>
                <a:cubicBezTo>
                  <a:pt x="48239" y="20237"/>
                  <a:pt x="48388" y="20361"/>
                  <a:pt x="48513" y="20510"/>
                </a:cubicBezTo>
                <a:lnTo>
                  <a:pt x="48712" y="20685"/>
                </a:lnTo>
                <a:lnTo>
                  <a:pt x="49061" y="21058"/>
                </a:lnTo>
                <a:cubicBezTo>
                  <a:pt x="48289" y="21631"/>
                  <a:pt x="47542" y="22178"/>
                  <a:pt x="46771" y="22751"/>
                </a:cubicBezTo>
                <a:cubicBezTo>
                  <a:pt x="46621" y="22875"/>
                  <a:pt x="46447" y="22975"/>
                  <a:pt x="46298" y="23099"/>
                </a:cubicBezTo>
                <a:cubicBezTo>
                  <a:pt x="45551" y="23672"/>
                  <a:pt x="44779" y="24244"/>
                  <a:pt x="44033" y="24841"/>
                </a:cubicBezTo>
                <a:cubicBezTo>
                  <a:pt x="43809" y="24991"/>
                  <a:pt x="43634" y="25165"/>
                  <a:pt x="43410" y="25314"/>
                </a:cubicBezTo>
                <a:lnTo>
                  <a:pt x="42390" y="26161"/>
                </a:lnTo>
                <a:cubicBezTo>
                  <a:pt x="41718" y="24916"/>
                  <a:pt x="41170" y="23696"/>
                  <a:pt x="40722" y="22601"/>
                </a:cubicBezTo>
                <a:cubicBezTo>
                  <a:pt x="40697" y="22527"/>
                  <a:pt x="40672" y="22452"/>
                  <a:pt x="40647" y="22377"/>
                </a:cubicBezTo>
                <a:cubicBezTo>
                  <a:pt x="40523" y="22054"/>
                  <a:pt x="40423" y="21755"/>
                  <a:pt x="40299" y="21431"/>
                </a:cubicBezTo>
                <a:cubicBezTo>
                  <a:pt x="40224" y="21282"/>
                  <a:pt x="40174" y="21083"/>
                  <a:pt x="40100" y="20934"/>
                </a:cubicBezTo>
                <a:cubicBezTo>
                  <a:pt x="40025" y="20685"/>
                  <a:pt x="39950" y="20461"/>
                  <a:pt x="39901" y="20237"/>
                </a:cubicBezTo>
                <a:cubicBezTo>
                  <a:pt x="39826" y="20038"/>
                  <a:pt x="39776" y="19838"/>
                  <a:pt x="39726" y="19689"/>
                </a:cubicBezTo>
                <a:cubicBezTo>
                  <a:pt x="40398" y="19216"/>
                  <a:pt x="41071" y="18768"/>
                  <a:pt x="41718" y="18320"/>
                </a:cubicBezTo>
                <a:cubicBezTo>
                  <a:pt x="41917" y="18196"/>
                  <a:pt x="42141" y="18071"/>
                  <a:pt x="42315" y="17947"/>
                </a:cubicBezTo>
                <a:cubicBezTo>
                  <a:pt x="42838" y="17598"/>
                  <a:pt x="43336" y="17300"/>
                  <a:pt x="43883" y="16951"/>
                </a:cubicBezTo>
                <a:cubicBezTo>
                  <a:pt x="44057" y="16926"/>
                  <a:pt x="44157" y="16876"/>
                  <a:pt x="44281" y="16802"/>
                </a:cubicBezTo>
                <a:close/>
                <a:moveTo>
                  <a:pt x="97037" y="25188"/>
                </a:moveTo>
                <a:cubicBezTo>
                  <a:pt x="99657" y="25188"/>
                  <a:pt x="102099" y="25526"/>
                  <a:pt x="104294" y="26210"/>
                </a:cubicBezTo>
                <a:lnTo>
                  <a:pt x="104294" y="26260"/>
                </a:lnTo>
                <a:cubicBezTo>
                  <a:pt x="102077" y="25574"/>
                  <a:pt x="99636" y="25249"/>
                  <a:pt x="97015" y="25249"/>
                </a:cubicBezTo>
                <a:cubicBezTo>
                  <a:pt x="95929" y="25249"/>
                  <a:pt x="94811" y="25305"/>
                  <a:pt x="93665" y="25414"/>
                </a:cubicBezTo>
                <a:lnTo>
                  <a:pt x="93665" y="25364"/>
                </a:lnTo>
                <a:cubicBezTo>
                  <a:pt x="94817" y="25247"/>
                  <a:pt x="95943" y="25188"/>
                  <a:pt x="97037" y="25188"/>
                </a:cubicBezTo>
                <a:close/>
                <a:moveTo>
                  <a:pt x="104244" y="15532"/>
                </a:moveTo>
                <a:lnTo>
                  <a:pt x="104244" y="15532"/>
                </a:lnTo>
                <a:cubicBezTo>
                  <a:pt x="104543" y="15607"/>
                  <a:pt x="104866" y="15756"/>
                  <a:pt x="105165" y="15831"/>
                </a:cubicBezTo>
                <a:cubicBezTo>
                  <a:pt x="105912" y="19166"/>
                  <a:pt x="105887" y="22751"/>
                  <a:pt x="105115" y="26260"/>
                </a:cubicBezTo>
                <a:cubicBezTo>
                  <a:pt x="104991" y="26235"/>
                  <a:pt x="104866" y="26161"/>
                  <a:pt x="104742" y="26136"/>
                </a:cubicBezTo>
                <a:cubicBezTo>
                  <a:pt x="105165" y="22352"/>
                  <a:pt x="105016" y="18768"/>
                  <a:pt x="104244" y="15532"/>
                </a:cubicBezTo>
                <a:close/>
                <a:moveTo>
                  <a:pt x="39652" y="19863"/>
                </a:moveTo>
                <a:lnTo>
                  <a:pt x="39751" y="20137"/>
                </a:lnTo>
                <a:cubicBezTo>
                  <a:pt x="39801" y="20411"/>
                  <a:pt x="39901" y="20685"/>
                  <a:pt x="40000" y="21008"/>
                </a:cubicBezTo>
                <a:cubicBezTo>
                  <a:pt x="40025" y="21058"/>
                  <a:pt x="40050" y="21158"/>
                  <a:pt x="40075" y="21232"/>
                </a:cubicBezTo>
                <a:cubicBezTo>
                  <a:pt x="40622" y="22751"/>
                  <a:pt x="41369" y="24493"/>
                  <a:pt x="42290" y="26285"/>
                </a:cubicBezTo>
                <a:lnTo>
                  <a:pt x="42265" y="26335"/>
                </a:lnTo>
                <a:cubicBezTo>
                  <a:pt x="41618" y="25041"/>
                  <a:pt x="41046" y="23846"/>
                  <a:pt x="40573" y="22726"/>
                </a:cubicBezTo>
                <a:cubicBezTo>
                  <a:pt x="40548" y="22626"/>
                  <a:pt x="40523" y="22552"/>
                  <a:pt x="40498" y="22477"/>
                </a:cubicBezTo>
                <a:cubicBezTo>
                  <a:pt x="40349" y="22153"/>
                  <a:pt x="40274" y="21879"/>
                  <a:pt x="40150" y="21606"/>
                </a:cubicBezTo>
                <a:lnTo>
                  <a:pt x="39950" y="21033"/>
                </a:lnTo>
                <a:cubicBezTo>
                  <a:pt x="39901" y="20809"/>
                  <a:pt x="39826" y="20610"/>
                  <a:pt x="39751" y="20386"/>
                </a:cubicBezTo>
                <a:cubicBezTo>
                  <a:pt x="39677" y="20237"/>
                  <a:pt x="39652" y="20038"/>
                  <a:pt x="39577" y="19888"/>
                </a:cubicBezTo>
                <a:cubicBezTo>
                  <a:pt x="39627" y="19888"/>
                  <a:pt x="39627" y="19863"/>
                  <a:pt x="39652" y="19863"/>
                </a:cubicBezTo>
                <a:close/>
                <a:moveTo>
                  <a:pt x="104493" y="26235"/>
                </a:moveTo>
                <a:cubicBezTo>
                  <a:pt x="104518" y="26235"/>
                  <a:pt x="104518" y="26235"/>
                  <a:pt x="104543" y="26260"/>
                </a:cubicBezTo>
                <a:lnTo>
                  <a:pt x="104543" y="26335"/>
                </a:lnTo>
                <a:cubicBezTo>
                  <a:pt x="104518" y="26335"/>
                  <a:pt x="104518" y="26335"/>
                  <a:pt x="104493" y="26285"/>
                </a:cubicBezTo>
                <a:lnTo>
                  <a:pt x="104493" y="26235"/>
                </a:lnTo>
                <a:close/>
                <a:moveTo>
                  <a:pt x="105414" y="15931"/>
                </a:moveTo>
                <a:cubicBezTo>
                  <a:pt x="105464" y="15931"/>
                  <a:pt x="105489" y="15955"/>
                  <a:pt x="105489" y="15955"/>
                </a:cubicBezTo>
                <a:cubicBezTo>
                  <a:pt x="106161" y="19266"/>
                  <a:pt x="106136" y="22850"/>
                  <a:pt x="105364" y="26360"/>
                </a:cubicBezTo>
                <a:cubicBezTo>
                  <a:pt x="105339" y="26360"/>
                  <a:pt x="105339" y="26360"/>
                  <a:pt x="105290" y="26335"/>
                </a:cubicBezTo>
                <a:cubicBezTo>
                  <a:pt x="106086" y="22850"/>
                  <a:pt x="106111" y="19266"/>
                  <a:pt x="105414" y="15931"/>
                </a:cubicBezTo>
                <a:close/>
                <a:moveTo>
                  <a:pt x="116518" y="26231"/>
                </a:moveTo>
                <a:lnTo>
                  <a:pt x="116518" y="26231"/>
                </a:lnTo>
                <a:cubicBezTo>
                  <a:pt x="116524" y="26234"/>
                  <a:pt x="116531" y="26235"/>
                  <a:pt x="116540" y="26235"/>
                </a:cubicBezTo>
                <a:cubicBezTo>
                  <a:pt x="116559" y="26272"/>
                  <a:pt x="116564" y="26323"/>
                  <a:pt x="116575" y="26367"/>
                </a:cubicBezTo>
                <a:lnTo>
                  <a:pt x="116575" y="26367"/>
                </a:lnTo>
                <a:cubicBezTo>
                  <a:pt x="116570" y="26356"/>
                  <a:pt x="116565" y="26346"/>
                  <a:pt x="116565" y="26335"/>
                </a:cubicBezTo>
                <a:cubicBezTo>
                  <a:pt x="116546" y="26297"/>
                  <a:pt x="116531" y="26263"/>
                  <a:pt x="116518" y="26231"/>
                </a:cubicBezTo>
                <a:close/>
                <a:moveTo>
                  <a:pt x="49260" y="21183"/>
                </a:moveTo>
                <a:cubicBezTo>
                  <a:pt x="49260" y="21183"/>
                  <a:pt x="49260" y="21232"/>
                  <a:pt x="49285" y="21257"/>
                </a:cubicBezTo>
                <a:cubicBezTo>
                  <a:pt x="48513" y="21805"/>
                  <a:pt x="47741" y="22402"/>
                  <a:pt x="46970" y="22975"/>
                </a:cubicBezTo>
                <a:cubicBezTo>
                  <a:pt x="46795" y="23099"/>
                  <a:pt x="46646" y="23224"/>
                  <a:pt x="46472" y="23348"/>
                </a:cubicBezTo>
                <a:cubicBezTo>
                  <a:pt x="45725" y="23896"/>
                  <a:pt x="44978" y="24493"/>
                  <a:pt x="44257" y="25041"/>
                </a:cubicBezTo>
                <a:cubicBezTo>
                  <a:pt x="44033" y="25240"/>
                  <a:pt x="43809" y="25389"/>
                  <a:pt x="43609" y="25588"/>
                </a:cubicBezTo>
                <a:lnTo>
                  <a:pt x="42564" y="26410"/>
                </a:lnTo>
                <a:cubicBezTo>
                  <a:pt x="42564" y="26385"/>
                  <a:pt x="42539" y="26385"/>
                  <a:pt x="42539" y="26360"/>
                </a:cubicBezTo>
                <a:cubicBezTo>
                  <a:pt x="42888" y="26086"/>
                  <a:pt x="43236" y="25762"/>
                  <a:pt x="43609" y="25489"/>
                </a:cubicBezTo>
                <a:cubicBezTo>
                  <a:pt x="43809" y="25290"/>
                  <a:pt x="44033" y="25140"/>
                  <a:pt x="44257" y="24966"/>
                </a:cubicBezTo>
                <a:cubicBezTo>
                  <a:pt x="45003" y="24369"/>
                  <a:pt x="45750" y="23771"/>
                  <a:pt x="46497" y="23224"/>
                </a:cubicBezTo>
                <a:cubicBezTo>
                  <a:pt x="46646" y="23099"/>
                  <a:pt x="46795" y="23000"/>
                  <a:pt x="46970" y="22875"/>
                </a:cubicBezTo>
                <a:cubicBezTo>
                  <a:pt x="47741" y="22303"/>
                  <a:pt x="48488" y="21730"/>
                  <a:pt x="49260" y="21183"/>
                </a:cubicBezTo>
                <a:close/>
                <a:moveTo>
                  <a:pt x="81519" y="16827"/>
                </a:moveTo>
                <a:cubicBezTo>
                  <a:pt x="81568" y="16926"/>
                  <a:pt x="81618" y="17026"/>
                  <a:pt x="81643" y="17125"/>
                </a:cubicBezTo>
                <a:cubicBezTo>
                  <a:pt x="81718" y="17250"/>
                  <a:pt x="81743" y="17374"/>
                  <a:pt x="81817" y="17499"/>
                </a:cubicBezTo>
                <a:cubicBezTo>
                  <a:pt x="81942" y="17972"/>
                  <a:pt x="82091" y="18420"/>
                  <a:pt x="82216" y="18868"/>
                </a:cubicBezTo>
                <a:cubicBezTo>
                  <a:pt x="82216" y="18893"/>
                  <a:pt x="82240" y="18942"/>
                  <a:pt x="82240" y="18992"/>
                </a:cubicBezTo>
                <a:cubicBezTo>
                  <a:pt x="82191" y="19017"/>
                  <a:pt x="82141" y="19042"/>
                  <a:pt x="82091" y="19117"/>
                </a:cubicBezTo>
                <a:cubicBezTo>
                  <a:pt x="81817" y="19316"/>
                  <a:pt x="81519" y="19515"/>
                  <a:pt x="81270" y="19739"/>
                </a:cubicBezTo>
                <a:cubicBezTo>
                  <a:pt x="81220" y="19789"/>
                  <a:pt x="81120" y="19863"/>
                  <a:pt x="81071" y="19913"/>
                </a:cubicBezTo>
                <a:cubicBezTo>
                  <a:pt x="81021" y="19938"/>
                  <a:pt x="80996" y="19988"/>
                  <a:pt x="80946" y="20013"/>
                </a:cubicBezTo>
                <a:cubicBezTo>
                  <a:pt x="80896" y="20038"/>
                  <a:pt x="80871" y="20038"/>
                  <a:pt x="80871" y="20062"/>
                </a:cubicBezTo>
                <a:cubicBezTo>
                  <a:pt x="80622" y="20262"/>
                  <a:pt x="80398" y="20486"/>
                  <a:pt x="80199" y="20660"/>
                </a:cubicBezTo>
                <a:cubicBezTo>
                  <a:pt x="80125" y="20734"/>
                  <a:pt x="80025" y="20784"/>
                  <a:pt x="79975" y="20859"/>
                </a:cubicBezTo>
                <a:cubicBezTo>
                  <a:pt x="79652" y="21158"/>
                  <a:pt x="79353" y="21431"/>
                  <a:pt x="79029" y="21755"/>
                </a:cubicBezTo>
                <a:lnTo>
                  <a:pt x="78855" y="21929"/>
                </a:lnTo>
                <a:cubicBezTo>
                  <a:pt x="78606" y="22178"/>
                  <a:pt x="78382" y="22427"/>
                  <a:pt x="78158" y="22676"/>
                </a:cubicBezTo>
                <a:cubicBezTo>
                  <a:pt x="78084" y="22776"/>
                  <a:pt x="77984" y="22900"/>
                  <a:pt x="77909" y="23000"/>
                </a:cubicBezTo>
                <a:cubicBezTo>
                  <a:pt x="77710" y="23248"/>
                  <a:pt x="77511" y="23522"/>
                  <a:pt x="77287" y="23771"/>
                </a:cubicBezTo>
                <a:cubicBezTo>
                  <a:pt x="77237" y="23871"/>
                  <a:pt x="77138" y="23995"/>
                  <a:pt x="77088" y="24095"/>
                </a:cubicBezTo>
                <a:cubicBezTo>
                  <a:pt x="76889" y="24369"/>
                  <a:pt x="76665" y="24642"/>
                  <a:pt x="76515" y="24916"/>
                </a:cubicBezTo>
                <a:cubicBezTo>
                  <a:pt x="76391" y="25115"/>
                  <a:pt x="76291" y="25265"/>
                  <a:pt x="76167" y="25464"/>
                </a:cubicBezTo>
                <a:cubicBezTo>
                  <a:pt x="76092" y="25588"/>
                  <a:pt x="76018" y="25738"/>
                  <a:pt x="75918" y="25862"/>
                </a:cubicBezTo>
                <a:lnTo>
                  <a:pt x="75545" y="26509"/>
                </a:lnTo>
                <a:cubicBezTo>
                  <a:pt x="75047" y="24916"/>
                  <a:pt x="74300" y="23597"/>
                  <a:pt x="73280" y="22477"/>
                </a:cubicBezTo>
                <a:cubicBezTo>
                  <a:pt x="73329" y="22352"/>
                  <a:pt x="73379" y="22178"/>
                  <a:pt x="73429" y="22054"/>
                </a:cubicBezTo>
                <a:cubicBezTo>
                  <a:pt x="73603" y="21655"/>
                  <a:pt x="73777" y="21232"/>
                  <a:pt x="73952" y="20809"/>
                </a:cubicBezTo>
                <a:lnTo>
                  <a:pt x="74151" y="20436"/>
                </a:lnTo>
                <a:cubicBezTo>
                  <a:pt x="74300" y="20112"/>
                  <a:pt x="74499" y="19764"/>
                  <a:pt x="74674" y="19390"/>
                </a:cubicBezTo>
                <a:cubicBezTo>
                  <a:pt x="76988" y="18395"/>
                  <a:pt x="79278" y="17548"/>
                  <a:pt x="81519" y="16827"/>
                </a:cubicBezTo>
                <a:close/>
                <a:moveTo>
                  <a:pt x="104717" y="26335"/>
                </a:moveTo>
                <a:cubicBezTo>
                  <a:pt x="104842" y="26360"/>
                  <a:pt x="104916" y="26385"/>
                  <a:pt x="105041" y="26459"/>
                </a:cubicBezTo>
                <a:lnTo>
                  <a:pt x="105041" y="26509"/>
                </a:lnTo>
                <a:cubicBezTo>
                  <a:pt x="104916" y="26484"/>
                  <a:pt x="104842" y="26459"/>
                  <a:pt x="104717" y="26385"/>
                </a:cubicBezTo>
                <a:lnTo>
                  <a:pt x="104717" y="26335"/>
                </a:lnTo>
                <a:close/>
                <a:moveTo>
                  <a:pt x="113329" y="21133"/>
                </a:moveTo>
                <a:lnTo>
                  <a:pt x="113329" y="21133"/>
                </a:lnTo>
                <a:cubicBezTo>
                  <a:pt x="114350" y="22377"/>
                  <a:pt x="115221" y="23746"/>
                  <a:pt x="115918" y="25265"/>
                </a:cubicBezTo>
                <a:cubicBezTo>
                  <a:pt x="116067" y="25663"/>
                  <a:pt x="116217" y="26111"/>
                  <a:pt x="116366" y="26509"/>
                </a:cubicBezTo>
                <a:cubicBezTo>
                  <a:pt x="115619" y="24543"/>
                  <a:pt x="114599" y="22776"/>
                  <a:pt x="113354" y="21257"/>
                </a:cubicBezTo>
                <a:cubicBezTo>
                  <a:pt x="113354" y="21232"/>
                  <a:pt x="113329" y="21158"/>
                  <a:pt x="113329" y="21133"/>
                </a:cubicBezTo>
                <a:close/>
                <a:moveTo>
                  <a:pt x="42390" y="26484"/>
                </a:moveTo>
                <a:cubicBezTo>
                  <a:pt x="42390" y="26509"/>
                  <a:pt x="42415" y="26509"/>
                  <a:pt x="42415" y="26534"/>
                </a:cubicBezTo>
                <a:lnTo>
                  <a:pt x="42390" y="26559"/>
                </a:lnTo>
                <a:cubicBezTo>
                  <a:pt x="42390" y="26534"/>
                  <a:pt x="42365" y="26534"/>
                  <a:pt x="42365" y="26509"/>
                </a:cubicBezTo>
                <a:lnTo>
                  <a:pt x="42390" y="26484"/>
                </a:lnTo>
                <a:close/>
                <a:moveTo>
                  <a:pt x="92869" y="15010"/>
                </a:moveTo>
                <a:cubicBezTo>
                  <a:pt x="93641" y="18071"/>
                  <a:pt x="93765" y="21531"/>
                  <a:pt x="93267" y="25240"/>
                </a:cubicBezTo>
                <a:cubicBezTo>
                  <a:pt x="91052" y="25489"/>
                  <a:pt x="88737" y="25912"/>
                  <a:pt x="86347" y="26584"/>
                </a:cubicBezTo>
                <a:cubicBezTo>
                  <a:pt x="86123" y="23721"/>
                  <a:pt x="85551" y="20784"/>
                  <a:pt x="84605" y="18021"/>
                </a:cubicBezTo>
                <a:cubicBezTo>
                  <a:pt x="84829" y="17897"/>
                  <a:pt x="85028" y="17797"/>
                  <a:pt x="85227" y="17673"/>
                </a:cubicBezTo>
                <a:lnTo>
                  <a:pt x="86074" y="17200"/>
                </a:lnTo>
                <a:cubicBezTo>
                  <a:pt x="86372" y="17051"/>
                  <a:pt x="86646" y="16926"/>
                  <a:pt x="86970" y="16802"/>
                </a:cubicBezTo>
                <a:cubicBezTo>
                  <a:pt x="87268" y="16677"/>
                  <a:pt x="87567" y="16528"/>
                  <a:pt x="87866" y="16403"/>
                </a:cubicBezTo>
                <a:cubicBezTo>
                  <a:pt x="88140" y="16279"/>
                  <a:pt x="88463" y="16179"/>
                  <a:pt x="88762" y="16080"/>
                </a:cubicBezTo>
                <a:cubicBezTo>
                  <a:pt x="89110" y="15955"/>
                  <a:pt x="89434" y="15831"/>
                  <a:pt x="89758" y="15756"/>
                </a:cubicBezTo>
                <a:cubicBezTo>
                  <a:pt x="90056" y="15657"/>
                  <a:pt x="90355" y="15582"/>
                  <a:pt x="90629" y="15507"/>
                </a:cubicBezTo>
                <a:cubicBezTo>
                  <a:pt x="90977" y="15408"/>
                  <a:pt x="91326" y="15283"/>
                  <a:pt x="91699" y="15209"/>
                </a:cubicBezTo>
                <a:cubicBezTo>
                  <a:pt x="91973" y="15159"/>
                  <a:pt x="92247" y="15084"/>
                  <a:pt x="92545" y="15059"/>
                </a:cubicBezTo>
                <a:cubicBezTo>
                  <a:pt x="92670" y="15034"/>
                  <a:pt x="92744" y="15034"/>
                  <a:pt x="92869" y="15010"/>
                </a:cubicBezTo>
                <a:close/>
                <a:moveTo>
                  <a:pt x="105290" y="26509"/>
                </a:moveTo>
                <a:lnTo>
                  <a:pt x="105290" y="26584"/>
                </a:lnTo>
                <a:lnTo>
                  <a:pt x="105240" y="26584"/>
                </a:lnTo>
                <a:lnTo>
                  <a:pt x="105240" y="26509"/>
                </a:lnTo>
                <a:close/>
                <a:moveTo>
                  <a:pt x="84456" y="18121"/>
                </a:moveTo>
                <a:cubicBezTo>
                  <a:pt x="85377" y="20884"/>
                  <a:pt x="85974" y="23771"/>
                  <a:pt x="86173" y="26634"/>
                </a:cubicBezTo>
                <a:cubicBezTo>
                  <a:pt x="86157" y="26625"/>
                  <a:pt x="86143" y="26623"/>
                  <a:pt x="86132" y="26623"/>
                </a:cubicBezTo>
                <a:cubicBezTo>
                  <a:pt x="86110" y="26623"/>
                  <a:pt x="86099" y="26634"/>
                  <a:pt x="86099" y="26634"/>
                </a:cubicBezTo>
                <a:cubicBezTo>
                  <a:pt x="85899" y="23796"/>
                  <a:pt x="85327" y="20909"/>
                  <a:pt x="84381" y="18146"/>
                </a:cubicBezTo>
                <a:cubicBezTo>
                  <a:pt x="84431" y="18146"/>
                  <a:pt x="84431" y="18121"/>
                  <a:pt x="84456" y="18121"/>
                </a:cubicBezTo>
                <a:close/>
                <a:moveTo>
                  <a:pt x="93253" y="25416"/>
                </a:moveTo>
                <a:lnTo>
                  <a:pt x="93253" y="25416"/>
                </a:lnTo>
                <a:cubicBezTo>
                  <a:pt x="93217" y="25424"/>
                  <a:pt x="93217" y="25466"/>
                  <a:pt x="93217" y="25489"/>
                </a:cubicBezTo>
                <a:cubicBezTo>
                  <a:pt x="91027" y="25738"/>
                  <a:pt x="88737" y="26161"/>
                  <a:pt x="86372" y="26833"/>
                </a:cubicBezTo>
                <a:lnTo>
                  <a:pt x="86372" y="26758"/>
                </a:lnTo>
                <a:cubicBezTo>
                  <a:pt x="88732" y="26112"/>
                  <a:pt x="91042" y="25665"/>
                  <a:pt x="93253" y="25416"/>
                </a:cubicBezTo>
                <a:close/>
                <a:moveTo>
                  <a:pt x="73255" y="22726"/>
                </a:moveTo>
                <a:cubicBezTo>
                  <a:pt x="74275" y="23846"/>
                  <a:pt x="75022" y="25215"/>
                  <a:pt x="75495" y="26783"/>
                </a:cubicBezTo>
                <a:cubicBezTo>
                  <a:pt x="75420" y="26833"/>
                  <a:pt x="75420" y="26858"/>
                  <a:pt x="75420" y="26883"/>
                </a:cubicBezTo>
                <a:cubicBezTo>
                  <a:pt x="74972" y="25290"/>
                  <a:pt x="74225" y="23896"/>
                  <a:pt x="73230" y="22776"/>
                </a:cubicBezTo>
                <a:cubicBezTo>
                  <a:pt x="73230" y="22751"/>
                  <a:pt x="73230" y="22751"/>
                  <a:pt x="73255" y="22726"/>
                </a:cubicBezTo>
                <a:close/>
                <a:moveTo>
                  <a:pt x="86173" y="26783"/>
                </a:moveTo>
                <a:lnTo>
                  <a:pt x="86173" y="26858"/>
                </a:lnTo>
                <a:cubicBezTo>
                  <a:pt x="86173" y="26858"/>
                  <a:pt x="86123" y="26883"/>
                  <a:pt x="86099" y="26883"/>
                </a:cubicBezTo>
                <a:lnTo>
                  <a:pt x="86099" y="26833"/>
                </a:lnTo>
                <a:cubicBezTo>
                  <a:pt x="86123" y="26833"/>
                  <a:pt x="86123" y="26833"/>
                  <a:pt x="86173" y="26783"/>
                </a:cubicBezTo>
                <a:close/>
                <a:moveTo>
                  <a:pt x="49409" y="21382"/>
                </a:moveTo>
                <a:cubicBezTo>
                  <a:pt x="49708" y="21680"/>
                  <a:pt x="49982" y="21979"/>
                  <a:pt x="50280" y="22278"/>
                </a:cubicBezTo>
                <a:cubicBezTo>
                  <a:pt x="50405" y="22427"/>
                  <a:pt x="50579" y="22552"/>
                  <a:pt x="50703" y="22726"/>
                </a:cubicBezTo>
                <a:cubicBezTo>
                  <a:pt x="48164" y="23921"/>
                  <a:pt x="45601" y="25464"/>
                  <a:pt x="43012" y="27256"/>
                </a:cubicBezTo>
                <a:cubicBezTo>
                  <a:pt x="42888" y="27032"/>
                  <a:pt x="42763" y="26783"/>
                  <a:pt x="42664" y="26584"/>
                </a:cubicBezTo>
                <a:cubicBezTo>
                  <a:pt x="43012" y="26285"/>
                  <a:pt x="43311" y="26011"/>
                  <a:pt x="43659" y="25762"/>
                </a:cubicBezTo>
                <a:cubicBezTo>
                  <a:pt x="43883" y="25588"/>
                  <a:pt x="44132" y="25389"/>
                  <a:pt x="44356" y="25215"/>
                </a:cubicBezTo>
                <a:cubicBezTo>
                  <a:pt x="45053" y="24617"/>
                  <a:pt x="45800" y="24045"/>
                  <a:pt x="46547" y="23497"/>
                </a:cubicBezTo>
                <a:cubicBezTo>
                  <a:pt x="46721" y="23373"/>
                  <a:pt x="46870" y="23248"/>
                  <a:pt x="47019" y="23149"/>
                </a:cubicBezTo>
                <a:cubicBezTo>
                  <a:pt x="47766" y="22601"/>
                  <a:pt x="48538" y="22029"/>
                  <a:pt x="49285" y="21481"/>
                </a:cubicBezTo>
                <a:cubicBezTo>
                  <a:pt x="49334" y="21431"/>
                  <a:pt x="49384" y="21407"/>
                  <a:pt x="49409" y="21382"/>
                </a:cubicBezTo>
                <a:close/>
                <a:moveTo>
                  <a:pt x="42514" y="26733"/>
                </a:moveTo>
                <a:cubicBezTo>
                  <a:pt x="42614" y="26907"/>
                  <a:pt x="42738" y="27156"/>
                  <a:pt x="42863" y="27380"/>
                </a:cubicBezTo>
                <a:lnTo>
                  <a:pt x="42813" y="27405"/>
                </a:lnTo>
                <a:cubicBezTo>
                  <a:pt x="42688" y="27181"/>
                  <a:pt x="42614" y="26982"/>
                  <a:pt x="42489" y="26758"/>
                </a:cubicBezTo>
                <a:lnTo>
                  <a:pt x="42514" y="26733"/>
                </a:lnTo>
                <a:close/>
                <a:moveTo>
                  <a:pt x="50828" y="22825"/>
                </a:moveTo>
                <a:cubicBezTo>
                  <a:pt x="50828" y="22875"/>
                  <a:pt x="50853" y="22875"/>
                  <a:pt x="50853" y="22900"/>
                </a:cubicBezTo>
                <a:cubicBezTo>
                  <a:pt x="48289" y="24145"/>
                  <a:pt x="45725" y="25663"/>
                  <a:pt x="43136" y="27480"/>
                </a:cubicBezTo>
                <a:cubicBezTo>
                  <a:pt x="43136" y="27455"/>
                  <a:pt x="43112" y="27455"/>
                  <a:pt x="43112" y="27405"/>
                </a:cubicBezTo>
                <a:cubicBezTo>
                  <a:pt x="45675" y="25613"/>
                  <a:pt x="48264" y="24070"/>
                  <a:pt x="50828" y="22825"/>
                </a:cubicBezTo>
                <a:close/>
                <a:moveTo>
                  <a:pt x="64177" y="19540"/>
                </a:moveTo>
                <a:cubicBezTo>
                  <a:pt x="65925" y="19540"/>
                  <a:pt x="67537" y="19784"/>
                  <a:pt x="68973" y="20286"/>
                </a:cubicBezTo>
                <a:cubicBezTo>
                  <a:pt x="68874" y="20784"/>
                  <a:pt x="68774" y="21257"/>
                  <a:pt x="68700" y="21755"/>
                </a:cubicBezTo>
                <a:cubicBezTo>
                  <a:pt x="65514" y="23423"/>
                  <a:pt x="62278" y="25364"/>
                  <a:pt x="59017" y="27505"/>
                </a:cubicBezTo>
                <a:cubicBezTo>
                  <a:pt x="58370" y="25215"/>
                  <a:pt x="57947" y="22800"/>
                  <a:pt x="57772" y="20461"/>
                </a:cubicBezTo>
                <a:cubicBezTo>
                  <a:pt x="60045" y="19853"/>
                  <a:pt x="62199" y="19540"/>
                  <a:pt x="64177" y="19540"/>
                </a:cubicBezTo>
                <a:close/>
                <a:moveTo>
                  <a:pt x="84257" y="18171"/>
                </a:moveTo>
                <a:cubicBezTo>
                  <a:pt x="85128" y="20983"/>
                  <a:pt x="85725" y="23846"/>
                  <a:pt x="85924" y="26659"/>
                </a:cubicBezTo>
                <a:cubicBezTo>
                  <a:pt x="84978" y="26907"/>
                  <a:pt x="84008" y="27231"/>
                  <a:pt x="83087" y="27530"/>
                </a:cubicBezTo>
                <a:cubicBezTo>
                  <a:pt x="83136" y="27107"/>
                  <a:pt x="83186" y="26659"/>
                  <a:pt x="83236" y="26235"/>
                </a:cubicBezTo>
                <a:lnTo>
                  <a:pt x="83236" y="26161"/>
                </a:lnTo>
                <a:cubicBezTo>
                  <a:pt x="83261" y="25738"/>
                  <a:pt x="83311" y="25290"/>
                  <a:pt x="83311" y="24866"/>
                </a:cubicBezTo>
                <a:lnTo>
                  <a:pt x="83311" y="24767"/>
                </a:lnTo>
                <a:lnTo>
                  <a:pt x="83311" y="24593"/>
                </a:lnTo>
                <a:lnTo>
                  <a:pt x="83311" y="23497"/>
                </a:lnTo>
                <a:lnTo>
                  <a:pt x="83311" y="23248"/>
                </a:lnTo>
                <a:lnTo>
                  <a:pt x="83311" y="23099"/>
                </a:lnTo>
                <a:cubicBezTo>
                  <a:pt x="83311" y="22776"/>
                  <a:pt x="83261" y="22502"/>
                  <a:pt x="83236" y="22178"/>
                </a:cubicBezTo>
                <a:cubicBezTo>
                  <a:pt x="83236" y="22054"/>
                  <a:pt x="83236" y="21929"/>
                  <a:pt x="83211" y="21805"/>
                </a:cubicBezTo>
                <a:lnTo>
                  <a:pt x="83211" y="21655"/>
                </a:lnTo>
                <a:cubicBezTo>
                  <a:pt x="83161" y="21407"/>
                  <a:pt x="83136" y="21133"/>
                  <a:pt x="83112" y="20884"/>
                </a:cubicBezTo>
                <a:cubicBezTo>
                  <a:pt x="83087" y="20710"/>
                  <a:pt x="83087" y="20560"/>
                  <a:pt x="83062" y="20386"/>
                </a:cubicBezTo>
                <a:cubicBezTo>
                  <a:pt x="83062" y="20361"/>
                  <a:pt x="83062" y="20311"/>
                  <a:pt x="83012" y="20286"/>
                </a:cubicBezTo>
                <a:cubicBezTo>
                  <a:pt x="82987" y="20038"/>
                  <a:pt x="82912" y="19814"/>
                  <a:pt x="82863" y="19614"/>
                </a:cubicBezTo>
                <a:lnTo>
                  <a:pt x="82763" y="19141"/>
                </a:lnTo>
                <a:cubicBezTo>
                  <a:pt x="83012" y="18942"/>
                  <a:pt x="83286" y="18793"/>
                  <a:pt x="83585" y="18594"/>
                </a:cubicBezTo>
                <a:cubicBezTo>
                  <a:pt x="83784" y="18445"/>
                  <a:pt x="84008" y="18295"/>
                  <a:pt x="84257" y="18171"/>
                </a:cubicBezTo>
                <a:close/>
                <a:moveTo>
                  <a:pt x="82614" y="19291"/>
                </a:moveTo>
                <a:cubicBezTo>
                  <a:pt x="82614" y="19490"/>
                  <a:pt x="82639" y="19664"/>
                  <a:pt x="82713" y="19838"/>
                </a:cubicBezTo>
                <a:cubicBezTo>
                  <a:pt x="82738" y="20038"/>
                  <a:pt x="82813" y="20237"/>
                  <a:pt x="82838" y="20411"/>
                </a:cubicBezTo>
                <a:cubicBezTo>
                  <a:pt x="82863" y="20535"/>
                  <a:pt x="82863" y="20660"/>
                  <a:pt x="82888" y="20784"/>
                </a:cubicBezTo>
                <a:cubicBezTo>
                  <a:pt x="82937" y="20884"/>
                  <a:pt x="82937" y="21008"/>
                  <a:pt x="82937" y="21083"/>
                </a:cubicBezTo>
                <a:cubicBezTo>
                  <a:pt x="82962" y="21307"/>
                  <a:pt x="82987" y="21531"/>
                  <a:pt x="83012" y="21780"/>
                </a:cubicBezTo>
                <a:cubicBezTo>
                  <a:pt x="83012" y="21904"/>
                  <a:pt x="83062" y="22054"/>
                  <a:pt x="83062" y="22178"/>
                </a:cubicBezTo>
                <a:lnTo>
                  <a:pt x="83062" y="22303"/>
                </a:lnTo>
                <a:cubicBezTo>
                  <a:pt x="83087" y="22626"/>
                  <a:pt x="83112" y="22900"/>
                  <a:pt x="83112" y="23224"/>
                </a:cubicBezTo>
                <a:lnTo>
                  <a:pt x="83112" y="23547"/>
                </a:lnTo>
                <a:lnTo>
                  <a:pt x="83112" y="24717"/>
                </a:lnTo>
                <a:lnTo>
                  <a:pt x="83112" y="24891"/>
                </a:lnTo>
                <a:cubicBezTo>
                  <a:pt x="83087" y="25787"/>
                  <a:pt x="82987" y="26708"/>
                  <a:pt x="82863" y="27629"/>
                </a:cubicBezTo>
                <a:lnTo>
                  <a:pt x="82788" y="27629"/>
                </a:lnTo>
                <a:cubicBezTo>
                  <a:pt x="82863" y="27256"/>
                  <a:pt x="82888" y="26883"/>
                  <a:pt x="82912" y="26509"/>
                </a:cubicBezTo>
                <a:cubicBezTo>
                  <a:pt x="82912" y="26459"/>
                  <a:pt x="82912" y="26410"/>
                  <a:pt x="82962" y="26360"/>
                </a:cubicBezTo>
                <a:cubicBezTo>
                  <a:pt x="82962" y="26285"/>
                  <a:pt x="82962" y="26235"/>
                  <a:pt x="82987" y="26161"/>
                </a:cubicBezTo>
                <a:lnTo>
                  <a:pt x="82987" y="26111"/>
                </a:lnTo>
                <a:cubicBezTo>
                  <a:pt x="83012" y="25762"/>
                  <a:pt x="83012" y="25414"/>
                  <a:pt x="83062" y="25090"/>
                </a:cubicBezTo>
                <a:lnTo>
                  <a:pt x="83062" y="24991"/>
                </a:lnTo>
                <a:lnTo>
                  <a:pt x="83062" y="24866"/>
                </a:lnTo>
                <a:lnTo>
                  <a:pt x="83062" y="24617"/>
                </a:lnTo>
                <a:lnTo>
                  <a:pt x="83062" y="23672"/>
                </a:lnTo>
                <a:lnTo>
                  <a:pt x="83062" y="23373"/>
                </a:lnTo>
                <a:lnTo>
                  <a:pt x="83062" y="23174"/>
                </a:lnTo>
                <a:cubicBezTo>
                  <a:pt x="83062" y="22900"/>
                  <a:pt x="83012" y="22601"/>
                  <a:pt x="82987" y="22303"/>
                </a:cubicBezTo>
                <a:cubicBezTo>
                  <a:pt x="82987" y="22178"/>
                  <a:pt x="82987" y="22054"/>
                  <a:pt x="82962" y="21904"/>
                </a:cubicBezTo>
                <a:lnTo>
                  <a:pt x="82962" y="21780"/>
                </a:lnTo>
                <a:cubicBezTo>
                  <a:pt x="82912" y="21506"/>
                  <a:pt x="82888" y="21232"/>
                  <a:pt x="82838" y="20934"/>
                </a:cubicBezTo>
                <a:cubicBezTo>
                  <a:pt x="82788" y="20809"/>
                  <a:pt x="82788" y="20685"/>
                  <a:pt x="82763" y="20560"/>
                </a:cubicBezTo>
                <a:lnTo>
                  <a:pt x="82763" y="20486"/>
                </a:lnTo>
                <a:lnTo>
                  <a:pt x="82763" y="20436"/>
                </a:lnTo>
                <a:cubicBezTo>
                  <a:pt x="82738" y="20311"/>
                  <a:pt x="82713" y="20187"/>
                  <a:pt x="82713" y="20112"/>
                </a:cubicBezTo>
                <a:cubicBezTo>
                  <a:pt x="82713" y="20062"/>
                  <a:pt x="82713" y="20038"/>
                  <a:pt x="82688" y="20013"/>
                </a:cubicBezTo>
                <a:cubicBezTo>
                  <a:pt x="82639" y="19789"/>
                  <a:pt x="82589" y="19565"/>
                  <a:pt x="82564" y="19365"/>
                </a:cubicBezTo>
                <a:lnTo>
                  <a:pt x="82589" y="19316"/>
                </a:lnTo>
                <a:cubicBezTo>
                  <a:pt x="82589" y="19316"/>
                  <a:pt x="82614" y="19316"/>
                  <a:pt x="82614" y="19291"/>
                </a:cubicBezTo>
                <a:close/>
                <a:moveTo>
                  <a:pt x="57598" y="20510"/>
                </a:moveTo>
                <a:cubicBezTo>
                  <a:pt x="57797" y="22900"/>
                  <a:pt x="58196" y="25290"/>
                  <a:pt x="58868" y="27629"/>
                </a:cubicBezTo>
                <a:cubicBezTo>
                  <a:pt x="58843" y="27629"/>
                  <a:pt x="58843" y="27654"/>
                  <a:pt x="58818" y="27654"/>
                </a:cubicBezTo>
                <a:cubicBezTo>
                  <a:pt x="58121" y="25314"/>
                  <a:pt x="57698" y="22900"/>
                  <a:pt x="57548" y="20535"/>
                </a:cubicBezTo>
                <a:cubicBezTo>
                  <a:pt x="57573" y="20535"/>
                  <a:pt x="57573" y="20535"/>
                  <a:pt x="57598" y="20510"/>
                </a:cubicBezTo>
                <a:close/>
                <a:moveTo>
                  <a:pt x="68650" y="22004"/>
                </a:moveTo>
                <a:cubicBezTo>
                  <a:pt x="68675" y="22029"/>
                  <a:pt x="68650" y="22054"/>
                  <a:pt x="68650" y="22103"/>
                </a:cubicBezTo>
                <a:cubicBezTo>
                  <a:pt x="65464" y="23746"/>
                  <a:pt x="62303" y="25638"/>
                  <a:pt x="59092" y="27779"/>
                </a:cubicBezTo>
                <a:cubicBezTo>
                  <a:pt x="59092" y="27754"/>
                  <a:pt x="59092" y="27754"/>
                  <a:pt x="59067" y="27729"/>
                </a:cubicBezTo>
                <a:cubicBezTo>
                  <a:pt x="62228" y="25563"/>
                  <a:pt x="65439" y="23672"/>
                  <a:pt x="68650" y="22004"/>
                </a:cubicBezTo>
                <a:close/>
                <a:moveTo>
                  <a:pt x="85924" y="26858"/>
                </a:moveTo>
                <a:lnTo>
                  <a:pt x="85924" y="26907"/>
                </a:lnTo>
                <a:cubicBezTo>
                  <a:pt x="84978" y="27206"/>
                  <a:pt x="84008" y="27505"/>
                  <a:pt x="83012" y="27828"/>
                </a:cubicBezTo>
                <a:lnTo>
                  <a:pt x="83012" y="27754"/>
                </a:lnTo>
                <a:cubicBezTo>
                  <a:pt x="83983" y="27405"/>
                  <a:pt x="84954" y="27131"/>
                  <a:pt x="85924" y="26858"/>
                </a:cubicBezTo>
                <a:close/>
                <a:moveTo>
                  <a:pt x="58917" y="27828"/>
                </a:moveTo>
                <a:cubicBezTo>
                  <a:pt x="58942" y="27828"/>
                  <a:pt x="58942" y="27853"/>
                  <a:pt x="58942" y="27878"/>
                </a:cubicBezTo>
                <a:cubicBezTo>
                  <a:pt x="58917" y="27878"/>
                  <a:pt x="58917" y="27903"/>
                  <a:pt x="58868" y="27903"/>
                </a:cubicBezTo>
                <a:cubicBezTo>
                  <a:pt x="58868" y="27878"/>
                  <a:pt x="58868" y="27878"/>
                  <a:pt x="58843" y="27853"/>
                </a:cubicBezTo>
                <a:cubicBezTo>
                  <a:pt x="58868" y="27853"/>
                  <a:pt x="58868" y="27828"/>
                  <a:pt x="58917" y="27828"/>
                </a:cubicBezTo>
                <a:close/>
                <a:moveTo>
                  <a:pt x="82838" y="27878"/>
                </a:moveTo>
                <a:lnTo>
                  <a:pt x="82838" y="27903"/>
                </a:lnTo>
                <a:cubicBezTo>
                  <a:pt x="82788" y="27903"/>
                  <a:pt x="82763" y="27953"/>
                  <a:pt x="82763" y="27953"/>
                </a:cubicBezTo>
                <a:lnTo>
                  <a:pt x="82763" y="27878"/>
                </a:lnTo>
                <a:close/>
                <a:moveTo>
                  <a:pt x="117011" y="28311"/>
                </a:moveTo>
                <a:cubicBezTo>
                  <a:pt x="117028" y="28360"/>
                  <a:pt x="117049" y="28409"/>
                  <a:pt x="117063" y="28451"/>
                </a:cubicBezTo>
                <a:cubicBezTo>
                  <a:pt x="117088" y="28500"/>
                  <a:pt x="117088" y="28575"/>
                  <a:pt x="117113" y="28625"/>
                </a:cubicBezTo>
                <a:lnTo>
                  <a:pt x="117063" y="28625"/>
                </a:lnTo>
                <a:lnTo>
                  <a:pt x="117063" y="28575"/>
                </a:lnTo>
                <a:lnTo>
                  <a:pt x="117063" y="28500"/>
                </a:lnTo>
                <a:cubicBezTo>
                  <a:pt x="117033" y="28441"/>
                  <a:pt x="117021" y="28373"/>
                  <a:pt x="117011" y="28311"/>
                </a:cubicBezTo>
                <a:close/>
                <a:moveTo>
                  <a:pt x="104717" y="26584"/>
                </a:moveTo>
                <a:cubicBezTo>
                  <a:pt x="104792" y="26609"/>
                  <a:pt x="104916" y="26634"/>
                  <a:pt x="105016" y="26659"/>
                </a:cubicBezTo>
                <a:cubicBezTo>
                  <a:pt x="104842" y="27455"/>
                  <a:pt x="104618" y="28252"/>
                  <a:pt x="104344" y="29023"/>
                </a:cubicBezTo>
                <a:cubicBezTo>
                  <a:pt x="104468" y="28227"/>
                  <a:pt x="104593" y="27380"/>
                  <a:pt x="104717" y="26584"/>
                </a:cubicBezTo>
                <a:close/>
                <a:moveTo>
                  <a:pt x="117113" y="28849"/>
                </a:moveTo>
                <a:cubicBezTo>
                  <a:pt x="117113" y="28940"/>
                  <a:pt x="117154" y="29051"/>
                  <a:pt x="117162" y="29127"/>
                </a:cubicBezTo>
                <a:lnTo>
                  <a:pt x="117162" y="29127"/>
                </a:lnTo>
                <a:cubicBezTo>
                  <a:pt x="117159" y="29109"/>
                  <a:pt x="117149" y="29091"/>
                  <a:pt x="117113" y="29073"/>
                </a:cubicBezTo>
                <a:cubicBezTo>
                  <a:pt x="117088" y="28998"/>
                  <a:pt x="117088" y="28899"/>
                  <a:pt x="117088" y="28849"/>
                </a:cubicBezTo>
                <a:close/>
                <a:moveTo>
                  <a:pt x="57424" y="20635"/>
                </a:moveTo>
                <a:cubicBezTo>
                  <a:pt x="57548" y="22975"/>
                  <a:pt x="57972" y="25389"/>
                  <a:pt x="58669" y="27754"/>
                </a:cubicBezTo>
                <a:cubicBezTo>
                  <a:pt x="57947" y="28252"/>
                  <a:pt x="57225" y="28724"/>
                  <a:pt x="56503" y="29247"/>
                </a:cubicBezTo>
                <a:cubicBezTo>
                  <a:pt x="56379" y="29073"/>
                  <a:pt x="56254" y="28899"/>
                  <a:pt x="56130" y="28749"/>
                </a:cubicBezTo>
                <a:cubicBezTo>
                  <a:pt x="55706" y="28127"/>
                  <a:pt x="55234" y="27530"/>
                  <a:pt x="54761" y="26957"/>
                </a:cubicBezTo>
                <a:cubicBezTo>
                  <a:pt x="54636" y="26758"/>
                  <a:pt x="54487" y="26584"/>
                  <a:pt x="54362" y="26410"/>
                </a:cubicBezTo>
                <a:cubicBezTo>
                  <a:pt x="53740" y="25638"/>
                  <a:pt x="53118" y="24866"/>
                  <a:pt x="52496" y="24120"/>
                </a:cubicBezTo>
                <a:cubicBezTo>
                  <a:pt x="52471" y="24095"/>
                  <a:pt x="52471" y="24045"/>
                  <a:pt x="52446" y="24045"/>
                </a:cubicBezTo>
                <a:cubicBezTo>
                  <a:pt x="52147" y="23721"/>
                  <a:pt x="51873" y="23398"/>
                  <a:pt x="51599" y="23099"/>
                </a:cubicBezTo>
                <a:cubicBezTo>
                  <a:pt x="51525" y="23024"/>
                  <a:pt x="51500" y="22975"/>
                  <a:pt x="51450" y="22900"/>
                </a:cubicBezTo>
                <a:cubicBezTo>
                  <a:pt x="53491" y="21929"/>
                  <a:pt x="55482" y="21183"/>
                  <a:pt x="57424" y="20635"/>
                </a:cubicBezTo>
                <a:close/>
                <a:moveTo>
                  <a:pt x="51251" y="22925"/>
                </a:moveTo>
                <a:cubicBezTo>
                  <a:pt x="51251" y="22975"/>
                  <a:pt x="51276" y="22975"/>
                  <a:pt x="51276" y="23000"/>
                </a:cubicBezTo>
                <a:cubicBezTo>
                  <a:pt x="52993" y="24966"/>
                  <a:pt x="54736" y="27131"/>
                  <a:pt x="56354" y="29372"/>
                </a:cubicBezTo>
                <a:lnTo>
                  <a:pt x="56329" y="29397"/>
                </a:lnTo>
                <a:cubicBezTo>
                  <a:pt x="55084" y="27729"/>
                  <a:pt x="53815" y="26086"/>
                  <a:pt x="52496" y="24493"/>
                </a:cubicBezTo>
                <a:cubicBezTo>
                  <a:pt x="52396" y="24369"/>
                  <a:pt x="52272" y="24244"/>
                  <a:pt x="52197" y="24120"/>
                </a:cubicBezTo>
                <a:lnTo>
                  <a:pt x="51624" y="23472"/>
                </a:lnTo>
                <a:cubicBezTo>
                  <a:pt x="51475" y="23298"/>
                  <a:pt x="51351" y="23124"/>
                  <a:pt x="51201" y="22975"/>
                </a:cubicBezTo>
                <a:cubicBezTo>
                  <a:pt x="51226" y="22975"/>
                  <a:pt x="51226" y="22925"/>
                  <a:pt x="51251" y="22925"/>
                </a:cubicBezTo>
                <a:close/>
                <a:moveTo>
                  <a:pt x="58718" y="27953"/>
                </a:moveTo>
                <a:cubicBezTo>
                  <a:pt x="58718" y="27978"/>
                  <a:pt x="58718" y="27978"/>
                  <a:pt x="58743" y="28003"/>
                </a:cubicBezTo>
                <a:cubicBezTo>
                  <a:pt x="58046" y="28476"/>
                  <a:pt x="57349" y="28973"/>
                  <a:pt x="56677" y="29471"/>
                </a:cubicBezTo>
                <a:cubicBezTo>
                  <a:pt x="56677" y="29446"/>
                  <a:pt x="56627" y="29446"/>
                  <a:pt x="56627" y="29397"/>
                </a:cubicBezTo>
                <a:cubicBezTo>
                  <a:pt x="57324" y="28899"/>
                  <a:pt x="58046" y="28451"/>
                  <a:pt x="58718" y="27953"/>
                </a:cubicBezTo>
                <a:close/>
                <a:moveTo>
                  <a:pt x="82340" y="19440"/>
                </a:moveTo>
                <a:lnTo>
                  <a:pt x="82440" y="19913"/>
                </a:lnTo>
                <a:cubicBezTo>
                  <a:pt x="82514" y="20162"/>
                  <a:pt x="82564" y="20386"/>
                  <a:pt x="82614" y="20635"/>
                </a:cubicBezTo>
                <a:cubicBezTo>
                  <a:pt x="82639" y="20859"/>
                  <a:pt x="82688" y="21033"/>
                  <a:pt x="82713" y="21257"/>
                </a:cubicBezTo>
                <a:lnTo>
                  <a:pt x="82813" y="22004"/>
                </a:lnTo>
                <a:cubicBezTo>
                  <a:pt x="82838" y="22178"/>
                  <a:pt x="82838" y="22377"/>
                  <a:pt x="82838" y="22552"/>
                </a:cubicBezTo>
                <a:cubicBezTo>
                  <a:pt x="82863" y="22850"/>
                  <a:pt x="82863" y="23124"/>
                  <a:pt x="82863" y="23398"/>
                </a:cubicBezTo>
                <a:lnTo>
                  <a:pt x="82863" y="23672"/>
                </a:lnTo>
                <a:lnTo>
                  <a:pt x="82863" y="23871"/>
                </a:lnTo>
                <a:lnTo>
                  <a:pt x="82863" y="23921"/>
                </a:lnTo>
                <a:lnTo>
                  <a:pt x="82863" y="24891"/>
                </a:lnTo>
                <a:cubicBezTo>
                  <a:pt x="82863" y="24991"/>
                  <a:pt x="82863" y="25115"/>
                  <a:pt x="82838" y="25240"/>
                </a:cubicBezTo>
                <a:lnTo>
                  <a:pt x="82838" y="25314"/>
                </a:lnTo>
                <a:cubicBezTo>
                  <a:pt x="82813" y="25713"/>
                  <a:pt x="82813" y="26086"/>
                  <a:pt x="82738" y="26435"/>
                </a:cubicBezTo>
                <a:cubicBezTo>
                  <a:pt x="82738" y="26534"/>
                  <a:pt x="82713" y="26634"/>
                  <a:pt x="82713" y="26683"/>
                </a:cubicBezTo>
                <a:cubicBezTo>
                  <a:pt x="82688" y="27032"/>
                  <a:pt x="82614" y="27380"/>
                  <a:pt x="82589" y="27729"/>
                </a:cubicBezTo>
                <a:cubicBezTo>
                  <a:pt x="80473" y="28426"/>
                  <a:pt x="78357" y="29297"/>
                  <a:pt x="76167" y="30293"/>
                </a:cubicBezTo>
                <a:cubicBezTo>
                  <a:pt x="76142" y="29222"/>
                  <a:pt x="75993" y="28177"/>
                  <a:pt x="75769" y="27231"/>
                </a:cubicBezTo>
                <a:cubicBezTo>
                  <a:pt x="75868" y="27007"/>
                  <a:pt x="75993" y="26758"/>
                  <a:pt x="76117" y="26534"/>
                </a:cubicBezTo>
                <a:cubicBezTo>
                  <a:pt x="76142" y="26484"/>
                  <a:pt x="76167" y="26410"/>
                  <a:pt x="76242" y="26360"/>
                </a:cubicBezTo>
                <a:cubicBezTo>
                  <a:pt x="76416" y="25986"/>
                  <a:pt x="76640" y="25638"/>
                  <a:pt x="76864" y="25290"/>
                </a:cubicBezTo>
                <a:cubicBezTo>
                  <a:pt x="76963" y="25165"/>
                  <a:pt x="77013" y="25041"/>
                  <a:pt x="77113" y="24916"/>
                </a:cubicBezTo>
                <a:cubicBezTo>
                  <a:pt x="77287" y="24642"/>
                  <a:pt x="77511" y="24319"/>
                  <a:pt x="77685" y="24045"/>
                </a:cubicBezTo>
                <a:cubicBezTo>
                  <a:pt x="77785" y="23896"/>
                  <a:pt x="77909" y="23771"/>
                  <a:pt x="78009" y="23622"/>
                </a:cubicBezTo>
                <a:cubicBezTo>
                  <a:pt x="78233" y="23373"/>
                  <a:pt x="78407" y="23074"/>
                  <a:pt x="78631" y="22825"/>
                </a:cubicBezTo>
                <a:cubicBezTo>
                  <a:pt x="78756" y="22676"/>
                  <a:pt x="78880" y="22552"/>
                  <a:pt x="79005" y="22402"/>
                </a:cubicBezTo>
                <a:cubicBezTo>
                  <a:pt x="79229" y="22153"/>
                  <a:pt x="79477" y="21904"/>
                  <a:pt x="79677" y="21680"/>
                </a:cubicBezTo>
                <a:lnTo>
                  <a:pt x="80100" y="21282"/>
                </a:lnTo>
                <a:lnTo>
                  <a:pt x="80921" y="20535"/>
                </a:lnTo>
                <a:cubicBezTo>
                  <a:pt x="81046" y="20436"/>
                  <a:pt x="81195" y="20311"/>
                  <a:pt x="81295" y="20212"/>
                </a:cubicBezTo>
                <a:cubicBezTo>
                  <a:pt x="81643" y="19938"/>
                  <a:pt x="81991" y="19689"/>
                  <a:pt x="82340" y="19440"/>
                </a:cubicBezTo>
                <a:close/>
                <a:moveTo>
                  <a:pt x="75644" y="27505"/>
                </a:moveTo>
                <a:cubicBezTo>
                  <a:pt x="75868" y="28451"/>
                  <a:pt x="75993" y="29372"/>
                  <a:pt x="76018" y="30392"/>
                </a:cubicBezTo>
                <a:cubicBezTo>
                  <a:pt x="75993" y="30392"/>
                  <a:pt x="75968" y="30392"/>
                  <a:pt x="75968" y="30442"/>
                </a:cubicBezTo>
                <a:cubicBezTo>
                  <a:pt x="75918" y="29446"/>
                  <a:pt x="75794" y="28500"/>
                  <a:pt x="75619" y="27604"/>
                </a:cubicBezTo>
                <a:cubicBezTo>
                  <a:pt x="75619" y="27579"/>
                  <a:pt x="75644" y="27530"/>
                  <a:pt x="75644" y="27505"/>
                </a:cubicBezTo>
                <a:close/>
                <a:moveTo>
                  <a:pt x="104468" y="26509"/>
                </a:moveTo>
                <a:cubicBezTo>
                  <a:pt x="104493" y="26509"/>
                  <a:pt x="104493" y="26509"/>
                  <a:pt x="104518" y="26534"/>
                </a:cubicBezTo>
                <a:cubicBezTo>
                  <a:pt x="104369" y="27729"/>
                  <a:pt x="104169" y="28899"/>
                  <a:pt x="103921" y="30118"/>
                </a:cubicBezTo>
                <a:cubicBezTo>
                  <a:pt x="103896" y="30243"/>
                  <a:pt x="103846" y="30342"/>
                  <a:pt x="103796" y="30467"/>
                </a:cubicBezTo>
                <a:cubicBezTo>
                  <a:pt x="104095" y="29098"/>
                  <a:pt x="104294" y="27779"/>
                  <a:pt x="104468" y="26509"/>
                </a:cubicBezTo>
                <a:close/>
                <a:moveTo>
                  <a:pt x="105165" y="26733"/>
                </a:moveTo>
                <a:cubicBezTo>
                  <a:pt x="105215" y="26758"/>
                  <a:pt x="105240" y="26758"/>
                  <a:pt x="105240" y="26758"/>
                </a:cubicBezTo>
                <a:cubicBezTo>
                  <a:pt x="104916" y="28028"/>
                  <a:pt x="104518" y="29322"/>
                  <a:pt x="104020" y="30517"/>
                </a:cubicBezTo>
                <a:cubicBezTo>
                  <a:pt x="104045" y="30392"/>
                  <a:pt x="104095" y="30268"/>
                  <a:pt x="104095" y="30193"/>
                </a:cubicBezTo>
                <a:cubicBezTo>
                  <a:pt x="104518" y="29073"/>
                  <a:pt x="104891" y="27878"/>
                  <a:pt x="105165" y="26733"/>
                </a:cubicBezTo>
                <a:close/>
                <a:moveTo>
                  <a:pt x="82564" y="27953"/>
                </a:moveTo>
                <a:lnTo>
                  <a:pt x="82564" y="28003"/>
                </a:lnTo>
                <a:cubicBezTo>
                  <a:pt x="80473" y="28724"/>
                  <a:pt x="78308" y="29596"/>
                  <a:pt x="76167" y="30591"/>
                </a:cubicBezTo>
                <a:lnTo>
                  <a:pt x="76167" y="30517"/>
                </a:lnTo>
                <a:cubicBezTo>
                  <a:pt x="78308" y="29521"/>
                  <a:pt x="80473" y="28650"/>
                  <a:pt x="82564" y="27953"/>
                </a:cubicBezTo>
                <a:close/>
                <a:moveTo>
                  <a:pt x="76018" y="30616"/>
                </a:moveTo>
                <a:lnTo>
                  <a:pt x="76018" y="30691"/>
                </a:lnTo>
                <a:cubicBezTo>
                  <a:pt x="75993" y="30691"/>
                  <a:pt x="75968" y="30691"/>
                  <a:pt x="75968" y="30716"/>
                </a:cubicBezTo>
                <a:lnTo>
                  <a:pt x="75968" y="30641"/>
                </a:lnTo>
                <a:cubicBezTo>
                  <a:pt x="75993" y="30641"/>
                  <a:pt x="75993" y="30616"/>
                  <a:pt x="76018" y="30616"/>
                </a:cubicBezTo>
                <a:close/>
                <a:moveTo>
                  <a:pt x="68874" y="22153"/>
                </a:moveTo>
                <a:cubicBezTo>
                  <a:pt x="68426" y="25090"/>
                  <a:pt x="68501" y="28003"/>
                  <a:pt x="69073" y="30741"/>
                </a:cubicBezTo>
                <a:lnTo>
                  <a:pt x="69023" y="30741"/>
                </a:lnTo>
                <a:cubicBezTo>
                  <a:pt x="68451" y="28003"/>
                  <a:pt x="68351" y="25115"/>
                  <a:pt x="68799" y="22178"/>
                </a:cubicBezTo>
                <a:cubicBezTo>
                  <a:pt x="68824" y="22178"/>
                  <a:pt x="68824" y="22153"/>
                  <a:pt x="68874" y="22153"/>
                </a:cubicBezTo>
                <a:close/>
                <a:moveTo>
                  <a:pt x="68650" y="22303"/>
                </a:moveTo>
                <a:lnTo>
                  <a:pt x="68650" y="22303"/>
                </a:lnTo>
                <a:cubicBezTo>
                  <a:pt x="68227" y="25140"/>
                  <a:pt x="68301" y="28003"/>
                  <a:pt x="68849" y="30691"/>
                </a:cubicBezTo>
                <a:cubicBezTo>
                  <a:pt x="67741" y="30325"/>
                  <a:pt x="66511" y="30148"/>
                  <a:pt x="65193" y="30148"/>
                </a:cubicBezTo>
                <a:cubicBezTo>
                  <a:pt x="63640" y="30148"/>
                  <a:pt x="61962" y="30394"/>
                  <a:pt x="60212" y="30865"/>
                </a:cubicBezTo>
                <a:cubicBezTo>
                  <a:pt x="59838" y="29894"/>
                  <a:pt x="59465" y="28948"/>
                  <a:pt x="59191" y="27953"/>
                </a:cubicBezTo>
                <a:cubicBezTo>
                  <a:pt x="62328" y="25837"/>
                  <a:pt x="65514" y="23921"/>
                  <a:pt x="68650" y="22303"/>
                </a:cubicBezTo>
                <a:close/>
                <a:moveTo>
                  <a:pt x="59042" y="28077"/>
                </a:moveTo>
                <a:cubicBezTo>
                  <a:pt x="59316" y="29023"/>
                  <a:pt x="59639" y="29969"/>
                  <a:pt x="60038" y="30940"/>
                </a:cubicBezTo>
                <a:lnTo>
                  <a:pt x="59963" y="30940"/>
                </a:lnTo>
                <a:cubicBezTo>
                  <a:pt x="59589" y="29994"/>
                  <a:pt x="59241" y="29073"/>
                  <a:pt x="58967" y="28102"/>
                </a:cubicBezTo>
                <a:cubicBezTo>
                  <a:pt x="58992" y="28102"/>
                  <a:pt x="58992" y="28077"/>
                  <a:pt x="59042" y="28077"/>
                </a:cubicBezTo>
                <a:close/>
                <a:moveTo>
                  <a:pt x="69148" y="30965"/>
                </a:moveTo>
                <a:cubicBezTo>
                  <a:pt x="69148" y="30990"/>
                  <a:pt x="69148" y="31014"/>
                  <a:pt x="69173" y="31014"/>
                </a:cubicBezTo>
                <a:cubicBezTo>
                  <a:pt x="69164" y="31031"/>
                  <a:pt x="69156" y="31037"/>
                  <a:pt x="69149" y="31037"/>
                </a:cubicBezTo>
                <a:cubicBezTo>
                  <a:pt x="69134" y="31037"/>
                  <a:pt x="69123" y="31014"/>
                  <a:pt x="69123" y="31014"/>
                </a:cubicBezTo>
                <a:cubicBezTo>
                  <a:pt x="69123" y="30990"/>
                  <a:pt x="69123" y="30965"/>
                  <a:pt x="69073" y="30965"/>
                </a:cubicBezTo>
                <a:close/>
                <a:moveTo>
                  <a:pt x="65230" y="30358"/>
                </a:moveTo>
                <a:cubicBezTo>
                  <a:pt x="66548" y="30358"/>
                  <a:pt x="67770" y="30533"/>
                  <a:pt x="68874" y="30890"/>
                </a:cubicBezTo>
                <a:cubicBezTo>
                  <a:pt x="68874" y="30911"/>
                  <a:pt x="68874" y="30949"/>
                  <a:pt x="68889" y="30961"/>
                </a:cubicBezTo>
                <a:lnTo>
                  <a:pt x="68889" y="30961"/>
                </a:lnTo>
                <a:cubicBezTo>
                  <a:pt x="67796" y="30583"/>
                  <a:pt x="66575" y="30401"/>
                  <a:pt x="65257" y="30401"/>
                </a:cubicBezTo>
                <a:cubicBezTo>
                  <a:pt x="63725" y="30401"/>
                  <a:pt x="62061" y="30646"/>
                  <a:pt x="60311" y="31114"/>
                </a:cubicBezTo>
                <a:cubicBezTo>
                  <a:pt x="60311" y="31089"/>
                  <a:pt x="60262" y="31089"/>
                  <a:pt x="60262" y="31064"/>
                </a:cubicBezTo>
                <a:cubicBezTo>
                  <a:pt x="62029" y="30596"/>
                  <a:pt x="63695" y="30358"/>
                  <a:pt x="65230" y="30358"/>
                </a:cubicBezTo>
                <a:close/>
                <a:moveTo>
                  <a:pt x="60087" y="31089"/>
                </a:moveTo>
                <a:cubicBezTo>
                  <a:pt x="60087" y="31114"/>
                  <a:pt x="60087" y="31114"/>
                  <a:pt x="60112" y="31139"/>
                </a:cubicBezTo>
                <a:cubicBezTo>
                  <a:pt x="60087" y="31139"/>
                  <a:pt x="60087" y="31139"/>
                  <a:pt x="60062" y="31189"/>
                </a:cubicBezTo>
                <a:cubicBezTo>
                  <a:pt x="60062" y="31139"/>
                  <a:pt x="60038" y="31139"/>
                  <a:pt x="60038" y="31114"/>
                </a:cubicBezTo>
                <a:cubicBezTo>
                  <a:pt x="60062" y="31089"/>
                  <a:pt x="60062" y="31089"/>
                  <a:pt x="60087" y="31089"/>
                </a:cubicBezTo>
                <a:close/>
                <a:moveTo>
                  <a:pt x="75470" y="27903"/>
                </a:moveTo>
                <a:cubicBezTo>
                  <a:pt x="75644" y="28724"/>
                  <a:pt x="75744" y="29596"/>
                  <a:pt x="75769" y="30517"/>
                </a:cubicBezTo>
                <a:cubicBezTo>
                  <a:pt x="75346" y="30741"/>
                  <a:pt x="74898" y="30965"/>
                  <a:pt x="74425" y="31189"/>
                </a:cubicBezTo>
                <a:cubicBezTo>
                  <a:pt x="74474" y="31089"/>
                  <a:pt x="74474" y="30965"/>
                  <a:pt x="74499" y="30865"/>
                </a:cubicBezTo>
                <a:cubicBezTo>
                  <a:pt x="74499" y="30815"/>
                  <a:pt x="74524" y="30766"/>
                  <a:pt x="74524" y="30716"/>
                </a:cubicBezTo>
                <a:cubicBezTo>
                  <a:pt x="74748" y="29770"/>
                  <a:pt x="75047" y="28824"/>
                  <a:pt x="75470" y="27903"/>
                </a:cubicBezTo>
                <a:close/>
                <a:moveTo>
                  <a:pt x="75744" y="30716"/>
                </a:moveTo>
                <a:lnTo>
                  <a:pt x="75744" y="30766"/>
                </a:lnTo>
                <a:cubicBezTo>
                  <a:pt x="75296" y="30990"/>
                  <a:pt x="74848" y="31238"/>
                  <a:pt x="74375" y="31462"/>
                </a:cubicBezTo>
                <a:lnTo>
                  <a:pt x="74375" y="31363"/>
                </a:lnTo>
                <a:cubicBezTo>
                  <a:pt x="74848" y="31139"/>
                  <a:pt x="75271" y="30890"/>
                  <a:pt x="75744" y="30716"/>
                </a:cubicBezTo>
                <a:close/>
                <a:moveTo>
                  <a:pt x="58793" y="28202"/>
                </a:moveTo>
                <a:cubicBezTo>
                  <a:pt x="59092" y="29148"/>
                  <a:pt x="59440" y="30069"/>
                  <a:pt x="59789" y="30990"/>
                </a:cubicBezTo>
                <a:cubicBezTo>
                  <a:pt x="59216" y="31139"/>
                  <a:pt x="58669" y="31338"/>
                  <a:pt x="58096" y="31512"/>
                </a:cubicBezTo>
                <a:cubicBezTo>
                  <a:pt x="57673" y="30865"/>
                  <a:pt x="57225" y="30243"/>
                  <a:pt x="56752" y="29596"/>
                </a:cubicBezTo>
                <a:cubicBezTo>
                  <a:pt x="57449" y="29123"/>
                  <a:pt x="58121" y="28650"/>
                  <a:pt x="58793" y="28202"/>
                </a:cubicBezTo>
                <a:close/>
                <a:moveTo>
                  <a:pt x="56603" y="29720"/>
                </a:moveTo>
                <a:lnTo>
                  <a:pt x="57922" y="31587"/>
                </a:lnTo>
                <a:lnTo>
                  <a:pt x="57872" y="31612"/>
                </a:lnTo>
                <a:lnTo>
                  <a:pt x="56578" y="29745"/>
                </a:lnTo>
                <a:lnTo>
                  <a:pt x="56603" y="29720"/>
                </a:lnTo>
                <a:close/>
                <a:moveTo>
                  <a:pt x="103721" y="31139"/>
                </a:moveTo>
                <a:lnTo>
                  <a:pt x="103721" y="31139"/>
                </a:lnTo>
                <a:cubicBezTo>
                  <a:pt x="103672" y="31239"/>
                  <a:pt x="103672" y="31338"/>
                  <a:pt x="103647" y="31462"/>
                </a:cubicBezTo>
                <a:cubicBezTo>
                  <a:pt x="103622" y="31562"/>
                  <a:pt x="103547" y="31637"/>
                  <a:pt x="103522" y="31711"/>
                </a:cubicBezTo>
                <a:cubicBezTo>
                  <a:pt x="103547" y="31612"/>
                  <a:pt x="103547" y="31512"/>
                  <a:pt x="103597" y="31438"/>
                </a:cubicBezTo>
                <a:cubicBezTo>
                  <a:pt x="103622" y="31338"/>
                  <a:pt x="103672" y="31239"/>
                  <a:pt x="103721" y="31139"/>
                </a:cubicBezTo>
                <a:close/>
                <a:moveTo>
                  <a:pt x="117461" y="30143"/>
                </a:moveTo>
                <a:cubicBezTo>
                  <a:pt x="117461" y="30268"/>
                  <a:pt x="117486" y="30367"/>
                  <a:pt x="117536" y="30492"/>
                </a:cubicBezTo>
                <a:cubicBezTo>
                  <a:pt x="117561" y="30616"/>
                  <a:pt x="117561" y="30766"/>
                  <a:pt x="117586" y="30890"/>
                </a:cubicBezTo>
                <a:cubicBezTo>
                  <a:pt x="117617" y="31170"/>
                  <a:pt x="117648" y="31440"/>
                  <a:pt x="117679" y="31719"/>
                </a:cubicBezTo>
                <a:lnTo>
                  <a:pt x="117679" y="31719"/>
                </a:lnTo>
                <a:cubicBezTo>
                  <a:pt x="117646" y="31477"/>
                  <a:pt x="117603" y="31212"/>
                  <a:pt x="117561" y="30915"/>
                </a:cubicBezTo>
                <a:cubicBezTo>
                  <a:pt x="117511" y="30766"/>
                  <a:pt x="117486" y="30616"/>
                  <a:pt x="117461" y="30442"/>
                </a:cubicBezTo>
                <a:lnTo>
                  <a:pt x="117461" y="30218"/>
                </a:lnTo>
                <a:lnTo>
                  <a:pt x="117461" y="30143"/>
                </a:lnTo>
                <a:close/>
                <a:moveTo>
                  <a:pt x="59863" y="31139"/>
                </a:moveTo>
                <a:lnTo>
                  <a:pt x="59863" y="31214"/>
                </a:lnTo>
                <a:cubicBezTo>
                  <a:pt x="59341" y="31363"/>
                  <a:pt x="58793" y="31537"/>
                  <a:pt x="58245" y="31736"/>
                </a:cubicBezTo>
                <a:cubicBezTo>
                  <a:pt x="58245" y="31711"/>
                  <a:pt x="58220" y="31711"/>
                  <a:pt x="58220" y="31687"/>
                </a:cubicBezTo>
                <a:cubicBezTo>
                  <a:pt x="58793" y="31487"/>
                  <a:pt x="59316" y="31313"/>
                  <a:pt x="59863" y="31139"/>
                </a:cubicBezTo>
                <a:close/>
                <a:moveTo>
                  <a:pt x="58046" y="31736"/>
                </a:moveTo>
                <a:cubicBezTo>
                  <a:pt x="58046" y="31761"/>
                  <a:pt x="58071" y="31761"/>
                  <a:pt x="58071" y="31811"/>
                </a:cubicBezTo>
                <a:cubicBezTo>
                  <a:pt x="58046" y="31811"/>
                  <a:pt x="58046" y="31811"/>
                  <a:pt x="57996" y="31836"/>
                </a:cubicBezTo>
                <a:cubicBezTo>
                  <a:pt x="57996" y="31811"/>
                  <a:pt x="57972" y="31811"/>
                  <a:pt x="57972" y="31761"/>
                </a:cubicBezTo>
                <a:cubicBezTo>
                  <a:pt x="57996" y="31761"/>
                  <a:pt x="57996" y="31761"/>
                  <a:pt x="58046" y="31736"/>
                </a:cubicBezTo>
                <a:close/>
                <a:moveTo>
                  <a:pt x="70890" y="21158"/>
                </a:moveTo>
                <a:cubicBezTo>
                  <a:pt x="71612" y="21556"/>
                  <a:pt x="72234" y="22054"/>
                  <a:pt x="72782" y="22626"/>
                </a:cubicBezTo>
                <a:cubicBezTo>
                  <a:pt x="72757" y="22751"/>
                  <a:pt x="72732" y="22850"/>
                  <a:pt x="72657" y="22975"/>
                </a:cubicBezTo>
                <a:lnTo>
                  <a:pt x="72483" y="23522"/>
                </a:lnTo>
                <a:cubicBezTo>
                  <a:pt x="72433" y="23647"/>
                  <a:pt x="72384" y="23796"/>
                  <a:pt x="72359" y="23921"/>
                </a:cubicBezTo>
                <a:cubicBezTo>
                  <a:pt x="72284" y="24120"/>
                  <a:pt x="72259" y="24294"/>
                  <a:pt x="72184" y="24493"/>
                </a:cubicBezTo>
                <a:cubicBezTo>
                  <a:pt x="72160" y="24617"/>
                  <a:pt x="72135" y="24767"/>
                  <a:pt x="72110" y="24891"/>
                </a:cubicBezTo>
                <a:cubicBezTo>
                  <a:pt x="72060" y="25066"/>
                  <a:pt x="72010" y="25265"/>
                  <a:pt x="71985" y="25439"/>
                </a:cubicBezTo>
                <a:cubicBezTo>
                  <a:pt x="71935" y="25613"/>
                  <a:pt x="71911" y="25738"/>
                  <a:pt x="71886" y="25887"/>
                </a:cubicBezTo>
                <a:cubicBezTo>
                  <a:pt x="71861" y="26061"/>
                  <a:pt x="71811" y="26235"/>
                  <a:pt x="71786" y="26410"/>
                </a:cubicBezTo>
                <a:cubicBezTo>
                  <a:pt x="71761" y="26559"/>
                  <a:pt x="71736" y="26733"/>
                  <a:pt x="71736" y="26858"/>
                </a:cubicBezTo>
                <a:cubicBezTo>
                  <a:pt x="71736" y="26883"/>
                  <a:pt x="71736" y="26957"/>
                  <a:pt x="71687" y="26982"/>
                </a:cubicBezTo>
                <a:lnTo>
                  <a:pt x="71687" y="27107"/>
                </a:lnTo>
                <a:cubicBezTo>
                  <a:pt x="71637" y="27654"/>
                  <a:pt x="71562" y="28227"/>
                  <a:pt x="71537" y="28749"/>
                </a:cubicBezTo>
                <a:lnTo>
                  <a:pt x="71537" y="28948"/>
                </a:lnTo>
                <a:cubicBezTo>
                  <a:pt x="71512" y="29496"/>
                  <a:pt x="71512" y="30069"/>
                  <a:pt x="71537" y="30591"/>
                </a:cubicBezTo>
                <a:lnTo>
                  <a:pt x="71537" y="30691"/>
                </a:lnTo>
                <a:cubicBezTo>
                  <a:pt x="71562" y="31214"/>
                  <a:pt x="71637" y="31711"/>
                  <a:pt x="71687" y="32209"/>
                </a:cubicBezTo>
                <a:cubicBezTo>
                  <a:pt x="71015" y="31587"/>
                  <a:pt x="70168" y="31114"/>
                  <a:pt x="69247" y="30741"/>
                </a:cubicBezTo>
                <a:cubicBezTo>
                  <a:pt x="68625" y="27953"/>
                  <a:pt x="68550" y="24966"/>
                  <a:pt x="69023" y="21954"/>
                </a:cubicBezTo>
                <a:cubicBezTo>
                  <a:pt x="69695" y="21755"/>
                  <a:pt x="70293" y="21481"/>
                  <a:pt x="70890" y="21158"/>
                </a:cubicBezTo>
                <a:close/>
                <a:moveTo>
                  <a:pt x="73130" y="23000"/>
                </a:moveTo>
                <a:cubicBezTo>
                  <a:pt x="74126" y="24120"/>
                  <a:pt x="74873" y="25514"/>
                  <a:pt x="75271" y="27131"/>
                </a:cubicBezTo>
                <a:cubicBezTo>
                  <a:pt x="74624" y="28525"/>
                  <a:pt x="74126" y="29969"/>
                  <a:pt x="73877" y="31413"/>
                </a:cubicBezTo>
                <a:cubicBezTo>
                  <a:pt x="73304" y="31711"/>
                  <a:pt x="72757" y="32010"/>
                  <a:pt x="72184" y="32284"/>
                </a:cubicBezTo>
                <a:cubicBezTo>
                  <a:pt x="72160" y="32110"/>
                  <a:pt x="72135" y="31886"/>
                  <a:pt x="72135" y="31711"/>
                </a:cubicBezTo>
                <a:cubicBezTo>
                  <a:pt x="72110" y="31487"/>
                  <a:pt x="72110" y="31288"/>
                  <a:pt x="72060" y="31089"/>
                </a:cubicBezTo>
                <a:cubicBezTo>
                  <a:pt x="72035" y="30716"/>
                  <a:pt x="72010" y="30293"/>
                  <a:pt x="72010" y="29894"/>
                </a:cubicBezTo>
                <a:lnTo>
                  <a:pt x="72010" y="29397"/>
                </a:lnTo>
                <a:cubicBezTo>
                  <a:pt x="72010" y="28998"/>
                  <a:pt x="72035" y="28600"/>
                  <a:pt x="72060" y="28177"/>
                </a:cubicBezTo>
                <a:cubicBezTo>
                  <a:pt x="72060" y="28003"/>
                  <a:pt x="72110" y="27804"/>
                  <a:pt x="72110" y="27629"/>
                </a:cubicBezTo>
                <a:cubicBezTo>
                  <a:pt x="72135" y="27380"/>
                  <a:pt x="72160" y="27107"/>
                  <a:pt x="72184" y="26858"/>
                </a:cubicBezTo>
                <a:cubicBezTo>
                  <a:pt x="72234" y="26509"/>
                  <a:pt x="72284" y="26186"/>
                  <a:pt x="72359" y="25862"/>
                </a:cubicBezTo>
                <a:cubicBezTo>
                  <a:pt x="72384" y="25613"/>
                  <a:pt x="72433" y="25364"/>
                  <a:pt x="72508" y="25140"/>
                </a:cubicBezTo>
                <a:cubicBezTo>
                  <a:pt x="72558" y="24891"/>
                  <a:pt x="72632" y="24617"/>
                  <a:pt x="72682" y="24369"/>
                </a:cubicBezTo>
                <a:cubicBezTo>
                  <a:pt x="72782" y="24095"/>
                  <a:pt x="72856" y="23846"/>
                  <a:pt x="72931" y="23597"/>
                </a:cubicBezTo>
                <a:cubicBezTo>
                  <a:pt x="73006" y="23398"/>
                  <a:pt x="73056" y="23174"/>
                  <a:pt x="73130" y="23000"/>
                </a:cubicBezTo>
                <a:close/>
                <a:moveTo>
                  <a:pt x="105663" y="16080"/>
                </a:moveTo>
                <a:lnTo>
                  <a:pt x="105663" y="16080"/>
                </a:lnTo>
                <a:cubicBezTo>
                  <a:pt x="108525" y="17150"/>
                  <a:pt x="110940" y="18768"/>
                  <a:pt x="112807" y="20909"/>
                </a:cubicBezTo>
                <a:cubicBezTo>
                  <a:pt x="112881" y="21282"/>
                  <a:pt x="112981" y="21655"/>
                  <a:pt x="113056" y="22054"/>
                </a:cubicBezTo>
                <a:cubicBezTo>
                  <a:pt x="113081" y="22228"/>
                  <a:pt x="113105" y="22402"/>
                  <a:pt x="113130" y="22552"/>
                </a:cubicBezTo>
                <a:cubicBezTo>
                  <a:pt x="113230" y="23124"/>
                  <a:pt x="113329" y="23672"/>
                  <a:pt x="113379" y="24269"/>
                </a:cubicBezTo>
                <a:cubicBezTo>
                  <a:pt x="113379" y="24418"/>
                  <a:pt x="113429" y="24543"/>
                  <a:pt x="113429" y="24717"/>
                </a:cubicBezTo>
                <a:lnTo>
                  <a:pt x="113504" y="26111"/>
                </a:lnTo>
                <a:cubicBezTo>
                  <a:pt x="113504" y="26335"/>
                  <a:pt x="113553" y="26534"/>
                  <a:pt x="113553" y="26783"/>
                </a:cubicBezTo>
                <a:cubicBezTo>
                  <a:pt x="113553" y="27355"/>
                  <a:pt x="113578" y="27953"/>
                  <a:pt x="113553" y="28500"/>
                </a:cubicBezTo>
                <a:cubicBezTo>
                  <a:pt x="113553" y="28700"/>
                  <a:pt x="113504" y="28849"/>
                  <a:pt x="113504" y="29023"/>
                </a:cubicBezTo>
                <a:lnTo>
                  <a:pt x="113429" y="30517"/>
                </a:lnTo>
                <a:cubicBezTo>
                  <a:pt x="113379" y="30741"/>
                  <a:pt x="113379" y="30965"/>
                  <a:pt x="113354" y="31139"/>
                </a:cubicBezTo>
                <a:cubicBezTo>
                  <a:pt x="113329" y="31562"/>
                  <a:pt x="113255" y="31935"/>
                  <a:pt x="113230" y="32334"/>
                </a:cubicBezTo>
                <a:cubicBezTo>
                  <a:pt x="111363" y="29645"/>
                  <a:pt x="108774" y="27654"/>
                  <a:pt x="105514" y="26459"/>
                </a:cubicBezTo>
                <a:cubicBezTo>
                  <a:pt x="106285" y="22975"/>
                  <a:pt x="106360" y="19390"/>
                  <a:pt x="105663" y="16080"/>
                </a:cubicBezTo>
                <a:close/>
                <a:moveTo>
                  <a:pt x="69389" y="31096"/>
                </a:moveTo>
                <a:lnTo>
                  <a:pt x="69389" y="31096"/>
                </a:lnTo>
                <a:cubicBezTo>
                  <a:pt x="70278" y="31469"/>
                  <a:pt x="71069" y="31964"/>
                  <a:pt x="71761" y="32558"/>
                </a:cubicBezTo>
                <a:cubicBezTo>
                  <a:pt x="71736" y="32558"/>
                  <a:pt x="71687" y="32583"/>
                  <a:pt x="71687" y="32583"/>
                </a:cubicBezTo>
                <a:cubicBezTo>
                  <a:pt x="71039" y="31985"/>
                  <a:pt x="70268" y="31487"/>
                  <a:pt x="69397" y="31139"/>
                </a:cubicBezTo>
                <a:cubicBezTo>
                  <a:pt x="69397" y="31122"/>
                  <a:pt x="69397" y="31106"/>
                  <a:pt x="69389" y="31096"/>
                </a:cubicBezTo>
                <a:close/>
                <a:moveTo>
                  <a:pt x="73852" y="31687"/>
                </a:moveTo>
                <a:lnTo>
                  <a:pt x="73852" y="31736"/>
                </a:lnTo>
                <a:cubicBezTo>
                  <a:pt x="73304" y="31985"/>
                  <a:pt x="72782" y="32259"/>
                  <a:pt x="72234" y="32583"/>
                </a:cubicBezTo>
                <a:lnTo>
                  <a:pt x="72234" y="32508"/>
                </a:lnTo>
                <a:cubicBezTo>
                  <a:pt x="72757" y="32234"/>
                  <a:pt x="73304" y="31960"/>
                  <a:pt x="73852" y="31687"/>
                </a:cubicBezTo>
                <a:close/>
                <a:moveTo>
                  <a:pt x="113081" y="21232"/>
                </a:moveTo>
                <a:cubicBezTo>
                  <a:pt x="113105" y="21257"/>
                  <a:pt x="113105" y="21282"/>
                  <a:pt x="113130" y="21307"/>
                </a:cubicBezTo>
                <a:cubicBezTo>
                  <a:pt x="113205" y="21556"/>
                  <a:pt x="113255" y="21805"/>
                  <a:pt x="113280" y="22103"/>
                </a:cubicBezTo>
                <a:cubicBezTo>
                  <a:pt x="113329" y="22228"/>
                  <a:pt x="113329" y="22352"/>
                  <a:pt x="113354" y="22477"/>
                </a:cubicBezTo>
                <a:cubicBezTo>
                  <a:pt x="113454" y="22925"/>
                  <a:pt x="113504" y="23423"/>
                  <a:pt x="113578" y="23921"/>
                </a:cubicBezTo>
                <a:cubicBezTo>
                  <a:pt x="113603" y="24095"/>
                  <a:pt x="113603" y="24244"/>
                  <a:pt x="113628" y="24418"/>
                </a:cubicBezTo>
                <a:cubicBezTo>
                  <a:pt x="113703" y="24991"/>
                  <a:pt x="113728" y="25538"/>
                  <a:pt x="113753" y="26136"/>
                </a:cubicBezTo>
                <a:cubicBezTo>
                  <a:pt x="113753" y="26360"/>
                  <a:pt x="113753" y="26584"/>
                  <a:pt x="113777" y="26783"/>
                </a:cubicBezTo>
                <a:lnTo>
                  <a:pt x="113777" y="28152"/>
                </a:lnTo>
                <a:lnTo>
                  <a:pt x="113777" y="28724"/>
                </a:lnTo>
                <a:cubicBezTo>
                  <a:pt x="113753" y="29322"/>
                  <a:pt x="113728" y="29894"/>
                  <a:pt x="113703" y="30517"/>
                </a:cubicBezTo>
                <a:cubicBezTo>
                  <a:pt x="113653" y="30741"/>
                  <a:pt x="113653" y="30940"/>
                  <a:pt x="113628" y="31139"/>
                </a:cubicBezTo>
                <a:cubicBezTo>
                  <a:pt x="113578" y="31612"/>
                  <a:pt x="113504" y="32110"/>
                  <a:pt x="113454" y="32632"/>
                </a:cubicBezTo>
                <a:cubicBezTo>
                  <a:pt x="113429" y="32607"/>
                  <a:pt x="113429" y="32583"/>
                  <a:pt x="113379" y="32583"/>
                </a:cubicBezTo>
                <a:lnTo>
                  <a:pt x="113578" y="30990"/>
                </a:lnTo>
                <a:cubicBezTo>
                  <a:pt x="113578" y="30865"/>
                  <a:pt x="113603" y="30741"/>
                  <a:pt x="113603" y="30616"/>
                </a:cubicBezTo>
                <a:cubicBezTo>
                  <a:pt x="113678" y="29994"/>
                  <a:pt x="113703" y="29347"/>
                  <a:pt x="113728" y="28724"/>
                </a:cubicBezTo>
                <a:lnTo>
                  <a:pt x="113728" y="28525"/>
                </a:lnTo>
                <a:cubicBezTo>
                  <a:pt x="113753" y="27903"/>
                  <a:pt x="113728" y="27281"/>
                  <a:pt x="113728" y="26659"/>
                </a:cubicBezTo>
                <a:cubicBezTo>
                  <a:pt x="113728" y="26484"/>
                  <a:pt x="113728" y="26285"/>
                  <a:pt x="113703" y="26111"/>
                </a:cubicBezTo>
                <a:lnTo>
                  <a:pt x="113603" y="24518"/>
                </a:lnTo>
                <a:cubicBezTo>
                  <a:pt x="113603" y="24418"/>
                  <a:pt x="113603" y="24344"/>
                  <a:pt x="113578" y="24244"/>
                </a:cubicBezTo>
                <a:cubicBezTo>
                  <a:pt x="113504" y="23647"/>
                  <a:pt x="113429" y="23049"/>
                  <a:pt x="113329" y="22477"/>
                </a:cubicBezTo>
                <a:lnTo>
                  <a:pt x="113230" y="22004"/>
                </a:lnTo>
                <a:cubicBezTo>
                  <a:pt x="113180" y="21755"/>
                  <a:pt x="113130" y="21481"/>
                  <a:pt x="113081" y="21232"/>
                </a:cubicBezTo>
                <a:close/>
                <a:moveTo>
                  <a:pt x="105464" y="26609"/>
                </a:moveTo>
                <a:cubicBezTo>
                  <a:pt x="108725" y="27853"/>
                  <a:pt x="111338" y="29869"/>
                  <a:pt x="113180" y="32607"/>
                </a:cubicBezTo>
                <a:lnTo>
                  <a:pt x="113180" y="32707"/>
                </a:lnTo>
                <a:cubicBezTo>
                  <a:pt x="111363" y="29944"/>
                  <a:pt x="108749" y="27878"/>
                  <a:pt x="105464" y="26659"/>
                </a:cubicBezTo>
                <a:lnTo>
                  <a:pt x="105464" y="26609"/>
                </a:lnTo>
                <a:close/>
                <a:moveTo>
                  <a:pt x="113329" y="32831"/>
                </a:moveTo>
                <a:cubicBezTo>
                  <a:pt x="113354" y="32856"/>
                  <a:pt x="113354" y="32881"/>
                  <a:pt x="113379" y="32881"/>
                </a:cubicBezTo>
                <a:lnTo>
                  <a:pt x="113379" y="33006"/>
                </a:lnTo>
                <a:cubicBezTo>
                  <a:pt x="113354" y="32981"/>
                  <a:pt x="113354" y="32956"/>
                  <a:pt x="113329" y="32931"/>
                </a:cubicBezTo>
                <a:lnTo>
                  <a:pt x="113329" y="32831"/>
                </a:lnTo>
                <a:close/>
                <a:moveTo>
                  <a:pt x="69446" y="31363"/>
                </a:moveTo>
                <a:lnTo>
                  <a:pt x="69446" y="31363"/>
                </a:lnTo>
                <a:cubicBezTo>
                  <a:pt x="70218" y="31711"/>
                  <a:pt x="70940" y="32135"/>
                  <a:pt x="71537" y="32682"/>
                </a:cubicBezTo>
                <a:cubicBezTo>
                  <a:pt x="71039" y="32931"/>
                  <a:pt x="70542" y="33205"/>
                  <a:pt x="70069" y="33479"/>
                </a:cubicBezTo>
                <a:cubicBezTo>
                  <a:pt x="69820" y="32807"/>
                  <a:pt x="69596" y="32085"/>
                  <a:pt x="69446" y="31363"/>
                </a:cubicBezTo>
                <a:close/>
                <a:moveTo>
                  <a:pt x="69148" y="31238"/>
                </a:moveTo>
                <a:cubicBezTo>
                  <a:pt x="69173" y="31238"/>
                  <a:pt x="69197" y="31263"/>
                  <a:pt x="69197" y="31263"/>
                </a:cubicBezTo>
                <a:cubicBezTo>
                  <a:pt x="69397" y="32060"/>
                  <a:pt x="69646" y="32831"/>
                  <a:pt x="69894" y="33578"/>
                </a:cubicBezTo>
                <a:cubicBezTo>
                  <a:pt x="69870" y="33578"/>
                  <a:pt x="69870" y="33603"/>
                  <a:pt x="69820" y="33603"/>
                </a:cubicBezTo>
                <a:cubicBezTo>
                  <a:pt x="69546" y="32831"/>
                  <a:pt x="69322" y="32060"/>
                  <a:pt x="69148" y="31238"/>
                </a:cubicBezTo>
                <a:close/>
                <a:moveTo>
                  <a:pt x="71662" y="32831"/>
                </a:moveTo>
                <a:cubicBezTo>
                  <a:pt x="71687" y="32831"/>
                  <a:pt x="71687" y="32856"/>
                  <a:pt x="71736" y="32881"/>
                </a:cubicBezTo>
                <a:cubicBezTo>
                  <a:pt x="71189" y="33180"/>
                  <a:pt x="70691" y="33454"/>
                  <a:pt x="70168" y="33752"/>
                </a:cubicBezTo>
                <a:cubicBezTo>
                  <a:pt x="70143" y="33703"/>
                  <a:pt x="70143" y="33678"/>
                  <a:pt x="70143" y="33678"/>
                </a:cubicBezTo>
                <a:cubicBezTo>
                  <a:pt x="70641" y="33379"/>
                  <a:pt x="71164" y="33105"/>
                  <a:pt x="71662" y="32831"/>
                </a:cubicBezTo>
                <a:close/>
                <a:moveTo>
                  <a:pt x="69944" y="33752"/>
                </a:moveTo>
                <a:cubicBezTo>
                  <a:pt x="69944" y="33802"/>
                  <a:pt x="69944" y="33802"/>
                  <a:pt x="69994" y="33827"/>
                </a:cubicBezTo>
                <a:cubicBezTo>
                  <a:pt x="69944" y="33827"/>
                  <a:pt x="69944" y="33852"/>
                  <a:pt x="69919" y="33852"/>
                </a:cubicBezTo>
                <a:cubicBezTo>
                  <a:pt x="69919" y="33827"/>
                  <a:pt x="69894" y="33827"/>
                  <a:pt x="69894" y="33802"/>
                </a:cubicBezTo>
                <a:cubicBezTo>
                  <a:pt x="69919" y="33752"/>
                  <a:pt x="69944" y="33752"/>
                  <a:pt x="69944" y="33752"/>
                </a:cubicBezTo>
                <a:close/>
                <a:moveTo>
                  <a:pt x="117188" y="30168"/>
                </a:moveTo>
                <a:cubicBezTo>
                  <a:pt x="117188" y="30243"/>
                  <a:pt x="117212" y="30293"/>
                  <a:pt x="117212" y="30342"/>
                </a:cubicBezTo>
                <a:cubicBezTo>
                  <a:pt x="117212" y="30367"/>
                  <a:pt x="117237" y="30392"/>
                  <a:pt x="117237" y="30467"/>
                </a:cubicBezTo>
                <a:lnTo>
                  <a:pt x="117237" y="31338"/>
                </a:lnTo>
                <a:lnTo>
                  <a:pt x="117237" y="31711"/>
                </a:lnTo>
                <a:lnTo>
                  <a:pt x="117237" y="31761"/>
                </a:lnTo>
                <a:cubicBezTo>
                  <a:pt x="117237" y="31886"/>
                  <a:pt x="117212" y="32010"/>
                  <a:pt x="117212" y="32159"/>
                </a:cubicBezTo>
                <a:cubicBezTo>
                  <a:pt x="117212" y="32309"/>
                  <a:pt x="117188" y="32408"/>
                  <a:pt x="117188" y="32583"/>
                </a:cubicBezTo>
                <a:cubicBezTo>
                  <a:pt x="117163" y="32757"/>
                  <a:pt x="117163" y="32906"/>
                  <a:pt x="117113" y="33105"/>
                </a:cubicBezTo>
                <a:lnTo>
                  <a:pt x="117113" y="33230"/>
                </a:lnTo>
                <a:cubicBezTo>
                  <a:pt x="117113" y="33304"/>
                  <a:pt x="117088" y="33354"/>
                  <a:pt x="117088" y="33404"/>
                </a:cubicBezTo>
                <a:cubicBezTo>
                  <a:pt x="117050" y="33632"/>
                  <a:pt x="117007" y="33860"/>
                  <a:pt x="116958" y="34087"/>
                </a:cubicBezTo>
                <a:lnTo>
                  <a:pt x="116958" y="34087"/>
                </a:lnTo>
                <a:lnTo>
                  <a:pt x="117038" y="33628"/>
                </a:lnTo>
                <a:cubicBezTo>
                  <a:pt x="117063" y="33504"/>
                  <a:pt x="117063" y="33379"/>
                  <a:pt x="117088" y="33255"/>
                </a:cubicBezTo>
                <a:lnTo>
                  <a:pt x="117088" y="33230"/>
                </a:lnTo>
                <a:lnTo>
                  <a:pt x="117088" y="33205"/>
                </a:lnTo>
                <a:cubicBezTo>
                  <a:pt x="117113" y="33056"/>
                  <a:pt x="117113" y="32856"/>
                  <a:pt x="117163" y="32707"/>
                </a:cubicBezTo>
                <a:cubicBezTo>
                  <a:pt x="117163" y="32583"/>
                  <a:pt x="117188" y="32458"/>
                  <a:pt x="117188" y="32334"/>
                </a:cubicBezTo>
                <a:lnTo>
                  <a:pt x="117188" y="32259"/>
                </a:lnTo>
                <a:lnTo>
                  <a:pt x="117188" y="32110"/>
                </a:lnTo>
                <a:cubicBezTo>
                  <a:pt x="117188" y="31985"/>
                  <a:pt x="117212" y="31861"/>
                  <a:pt x="117212" y="31761"/>
                </a:cubicBezTo>
                <a:lnTo>
                  <a:pt x="117212" y="31587"/>
                </a:lnTo>
                <a:cubicBezTo>
                  <a:pt x="117188" y="31512"/>
                  <a:pt x="117188" y="31512"/>
                  <a:pt x="117188" y="31487"/>
                </a:cubicBezTo>
                <a:lnTo>
                  <a:pt x="117188" y="31064"/>
                </a:lnTo>
                <a:lnTo>
                  <a:pt x="117188" y="30840"/>
                </a:lnTo>
                <a:lnTo>
                  <a:pt x="117188" y="30716"/>
                </a:lnTo>
                <a:lnTo>
                  <a:pt x="117188" y="30243"/>
                </a:lnTo>
                <a:lnTo>
                  <a:pt x="117188" y="30168"/>
                </a:lnTo>
                <a:close/>
                <a:moveTo>
                  <a:pt x="86198" y="27032"/>
                </a:moveTo>
                <a:lnTo>
                  <a:pt x="86198" y="27032"/>
                </a:lnTo>
                <a:cubicBezTo>
                  <a:pt x="86347" y="29621"/>
                  <a:pt x="86173" y="32135"/>
                  <a:pt x="85675" y="34474"/>
                </a:cubicBezTo>
                <a:lnTo>
                  <a:pt x="85601" y="34474"/>
                </a:lnTo>
                <a:cubicBezTo>
                  <a:pt x="86123" y="32135"/>
                  <a:pt x="86298" y="29645"/>
                  <a:pt x="86123" y="27082"/>
                </a:cubicBezTo>
                <a:cubicBezTo>
                  <a:pt x="86173" y="27082"/>
                  <a:pt x="86173" y="27082"/>
                  <a:pt x="86198" y="27032"/>
                </a:cubicBezTo>
                <a:close/>
                <a:moveTo>
                  <a:pt x="85601" y="34624"/>
                </a:moveTo>
                <a:lnTo>
                  <a:pt x="85601" y="34698"/>
                </a:lnTo>
                <a:lnTo>
                  <a:pt x="85551" y="34698"/>
                </a:lnTo>
                <a:lnTo>
                  <a:pt x="85551" y="34624"/>
                </a:lnTo>
                <a:close/>
                <a:moveTo>
                  <a:pt x="93192" y="25663"/>
                </a:moveTo>
                <a:lnTo>
                  <a:pt x="93192" y="25663"/>
                </a:lnTo>
                <a:cubicBezTo>
                  <a:pt x="92769" y="28575"/>
                  <a:pt x="91973" y="31612"/>
                  <a:pt x="90853" y="34698"/>
                </a:cubicBezTo>
                <a:cubicBezTo>
                  <a:pt x="89535" y="34524"/>
                  <a:pt x="88232" y="34425"/>
                  <a:pt x="86956" y="34425"/>
                </a:cubicBezTo>
                <a:cubicBezTo>
                  <a:pt x="86593" y="34425"/>
                  <a:pt x="86233" y="34433"/>
                  <a:pt x="85875" y="34449"/>
                </a:cubicBezTo>
                <a:cubicBezTo>
                  <a:pt x="86347" y="32110"/>
                  <a:pt x="86547" y="29596"/>
                  <a:pt x="86372" y="27007"/>
                </a:cubicBezTo>
                <a:cubicBezTo>
                  <a:pt x="88737" y="26360"/>
                  <a:pt x="91027" y="25912"/>
                  <a:pt x="93192" y="25663"/>
                </a:cubicBezTo>
                <a:close/>
                <a:moveTo>
                  <a:pt x="93441" y="25638"/>
                </a:moveTo>
                <a:cubicBezTo>
                  <a:pt x="93018" y="28575"/>
                  <a:pt x="92197" y="31612"/>
                  <a:pt x="91077" y="34748"/>
                </a:cubicBezTo>
                <a:lnTo>
                  <a:pt x="91027" y="34748"/>
                </a:lnTo>
                <a:cubicBezTo>
                  <a:pt x="92147" y="31637"/>
                  <a:pt x="92944" y="28600"/>
                  <a:pt x="93392" y="25663"/>
                </a:cubicBezTo>
                <a:cubicBezTo>
                  <a:pt x="93392" y="25638"/>
                  <a:pt x="93417" y="25638"/>
                  <a:pt x="93441" y="25638"/>
                </a:cubicBezTo>
                <a:close/>
                <a:moveTo>
                  <a:pt x="73802" y="31960"/>
                </a:moveTo>
                <a:lnTo>
                  <a:pt x="73802" y="32060"/>
                </a:lnTo>
                <a:lnTo>
                  <a:pt x="73802" y="32085"/>
                </a:lnTo>
                <a:cubicBezTo>
                  <a:pt x="73753" y="32458"/>
                  <a:pt x="73703" y="32856"/>
                  <a:pt x="73678" y="33230"/>
                </a:cubicBezTo>
                <a:cubicBezTo>
                  <a:pt x="73653" y="33479"/>
                  <a:pt x="73653" y="33703"/>
                  <a:pt x="73653" y="33952"/>
                </a:cubicBezTo>
                <a:lnTo>
                  <a:pt x="73653" y="33976"/>
                </a:lnTo>
                <a:lnTo>
                  <a:pt x="73653" y="34026"/>
                </a:lnTo>
                <a:cubicBezTo>
                  <a:pt x="73653" y="34325"/>
                  <a:pt x="73628" y="34599"/>
                  <a:pt x="73653" y="34848"/>
                </a:cubicBezTo>
                <a:cubicBezTo>
                  <a:pt x="73304" y="34076"/>
                  <a:pt x="72832" y="33404"/>
                  <a:pt x="72284" y="32831"/>
                </a:cubicBezTo>
                <a:lnTo>
                  <a:pt x="72284" y="32757"/>
                </a:lnTo>
                <a:cubicBezTo>
                  <a:pt x="72782" y="32483"/>
                  <a:pt x="73280" y="32209"/>
                  <a:pt x="73802" y="31960"/>
                </a:cubicBezTo>
                <a:close/>
                <a:moveTo>
                  <a:pt x="86708" y="34609"/>
                </a:moveTo>
                <a:cubicBezTo>
                  <a:pt x="88023" y="34609"/>
                  <a:pt x="89368" y="34692"/>
                  <a:pt x="90728" y="34873"/>
                </a:cubicBezTo>
                <a:cubicBezTo>
                  <a:pt x="90778" y="34922"/>
                  <a:pt x="90778" y="34922"/>
                  <a:pt x="90728" y="34947"/>
                </a:cubicBezTo>
                <a:cubicBezTo>
                  <a:pt x="89434" y="34748"/>
                  <a:pt x="88090" y="34649"/>
                  <a:pt x="86820" y="34649"/>
                </a:cubicBezTo>
                <a:cubicBezTo>
                  <a:pt x="86472" y="34649"/>
                  <a:pt x="86099" y="34698"/>
                  <a:pt x="85750" y="34698"/>
                </a:cubicBezTo>
                <a:lnTo>
                  <a:pt x="85750" y="34624"/>
                </a:lnTo>
                <a:cubicBezTo>
                  <a:pt x="86067" y="34614"/>
                  <a:pt x="86387" y="34609"/>
                  <a:pt x="86708" y="34609"/>
                </a:cubicBezTo>
                <a:close/>
                <a:moveTo>
                  <a:pt x="91027" y="34922"/>
                </a:moveTo>
                <a:cubicBezTo>
                  <a:pt x="91027" y="34947"/>
                  <a:pt x="91027" y="34947"/>
                  <a:pt x="90977" y="34972"/>
                </a:cubicBezTo>
                <a:lnTo>
                  <a:pt x="90927" y="34972"/>
                </a:lnTo>
                <a:cubicBezTo>
                  <a:pt x="90927" y="34947"/>
                  <a:pt x="90927" y="34947"/>
                  <a:pt x="90952" y="34922"/>
                </a:cubicBezTo>
                <a:close/>
                <a:moveTo>
                  <a:pt x="85949" y="27107"/>
                </a:moveTo>
                <a:lnTo>
                  <a:pt x="85949" y="27107"/>
                </a:lnTo>
                <a:cubicBezTo>
                  <a:pt x="86099" y="29645"/>
                  <a:pt x="85899" y="32135"/>
                  <a:pt x="85377" y="34474"/>
                </a:cubicBezTo>
                <a:cubicBezTo>
                  <a:pt x="83933" y="34574"/>
                  <a:pt x="82514" y="34748"/>
                  <a:pt x="81195" y="35097"/>
                </a:cubicBezTo>
                <a:cubicBezTo>
                  <a:pt x="82066" y="32632"/>
                  <a:pt x="82639" y="30268"/>
                  <a:pt x="82987" y="28028"/>
                </a:cubicBezTo>
                <a:cubicBezTo>
                  <a:pt x="83983" y="27704"/>
                  <a:pt x="84978" y="27380"/>
                  <a:pt x="85949" y="27107"/>
                </a:cubicBezTo>
                <a:close/>
                <a:moveTo>
                  <a:pt x="82738" y="28102"/>
                </a:moveTo>
                <a:cubicBezTo>
                  <a:pt x="82738" y="28127"/>
                  <a:pt x="82763" y="28127"/>
                  <a:pt x="82763" y="28127"/>
                </a:cubicBezTo>
                <a:cubicBezTo>
                  <a:pt x="82464" y="30367"/>
                  <a:pt x="81817" y="32732"/>
                  <a:pt x="80971" y="35171"/>
                </a:cubicBezTo>
                <a:lnTo>
                  <a:pt x="80921" y="35171"/>
                </a:lnTo>
                <a:cubicBezTo>
                  <a:pt x="81270" y="34225"/>
                  <a:pt x="81543" y="33304"/>
                  <a:pt x="81817" y="32383"/>
                </a:cubicBezTo>
                <a:cubicBezTo>
                  <a:pt x="81867" y="32184"/>
                  <a:pt x="81917" y="31960"/>
                  <a:pt x="81991" y="31711"/>
                </a:cubicBezTo>
                <a:cubicBezTo>
                  <a:pt x="82066" y="31462"/>
                  <a:pt x="82116" y="31238"/>
                  <a:pt x="82191" y="30990"/>
                </a:cubicBezTo>
                <a:cubicBezTo>
                  <a:pt x="82191" y="30965"/>
                  <a:pt x="82191" y="30940"/>
                  <a:pt x="82216" y="30890"/>
                </a:cubicBezTo>
                <a:cubicBezTo>
                  <a:pt x="82216" y="30840"/>
                  <a:pt x="82240" y="30815"/>
                  <a:pt x="82240" y="30741"/>
                </a:cubicBezTo>
                <a:cubicBezTo>
                  <a:pt x="82240" y="30716"/>
                  <a:pt x="82265" y="30641"/>
                  <a:pt x="82265" y="30616"/>
                </a:cubicBezTo>
                <a:cubicBezTo>
                  <a:pt x="82365" y="30218"/>
                  <a:pt x="82464" y="29845"/>
                  <a:pt x="82514" y="29446"/>
                </a:cubicBezTo>
                <a:cubicBezTo>
                  <a:pt x="82514" y="29397"/>
                  <a:pt x="82564" y="29347"/>
                  <a:pt x="82564" y="29322"/>
                </a:cubicBezTo>
                <a:lnTo>
                  <a:pt x="82564" y="29247"/>
                </a:lnTo>
                <a:cubicBezTo>
                  <a:pt x="82614" y="28874"/>
                  <a:pt x="82688" y="28476"/>
                  <a:pt x="82738" y="28102"/>
                </a:cubicBezTo>
                <a:close/>
                <a:moveTo>
                  <a:pt x="85361" y="34699"/>
                </a:moveTo>
                <a:cubicBezTo>
                  <a:pt x="85352" y="34700"/>
                  <a:pt x="85352" y="34705"/>
                  <a:pt x="85352" y="34723"/>
                </a:cubicBezTo>
                <a:cubicBezTo>
                  <a:pt x="83858" y="34823"/>
                  <a:pt x="82464" y="35047"/>
                  <a:pt x="81120" y="35370"/>
                </a:cubicBezTo>
                <a:cubicBezTo>
                  <a:pt x="81120" y="35345"/>
                  <a:pt x="81145" y="35345"/>
                  <a:pt x="81145" y="35321"/>
                </a:cubicBezTo>
                <a:cubicBezTo>
                  <a:pt x="82485" y="34973"/>
                  <a:pt x="83874" y="34750"/>
                  <a:pt x="85361" y="34699"/>
                </a:cubicBezTo>
                <a:close/>
                <a:moveTo>
                  <a:pt x="117785" y="32906"/>
                </a:moveTo>
                <a:lnTo>
                  <a:pt x="117785" y="32906"/>
                </a:lnTo>
                <a:cubicBezTo>
                  <a:pt x="117835" y="33255"/>
                  <a:pt x="117860" y="33678"/>
                  <a:pt x="117909" y="34001"/>
                </a:cubicBezTo>
                <a:cubicBezTo>
                  <a:pt x="117909" y="34225"/>
                  <a:pt x="117934" y="34449"/>
                  <a:pt x="117934" y="34649"/>
                </a:cubicBezTo>
                <a:lnTo>
                  <a:pt x="117934" y="34698"/>
                </a:lnTo>
                <a:lnTo>
                  <a:pt x="117934" y="34873"/>
                </a:lnTo>
                <a:lnTo>
                  <a:pt x="117934" y="35395"/>
                </a:lnTo>
                <a:cubicBezTo>
                  <a:pt x="117909" y="34997"/>
                  <a:pt x="117909" y="34599"/>
                  <a:pt x="117860" y="34225"/>
                </a:cubicBezTo>
                <a:cubicBezTo>
                  <a:pt x="117860" y="33976"/>
                  <a:pt x="117835" y="33728"/>
                  <a:pt x="117835" y="33479"/>
                </a:cubicBezTo>
                <a:cubicBezTo>
                  <a:pt x="117835" y="33354"/>
                  <a:pt x="117810" y="33155"/>
                  <a:pt x="117785" y="32906"/>
                </a:cubicBezTo>
                <a:close/>
                <a:moveTo>
                  <a:pt x="39253" y="15756"/>
                </a:moveTo>
                <a:cubicBezTo>
                  <a:pt x="39253" y="15781"/>
                  <a:pt x="39253" y="15781"/>
                  <a:pt x="39204" y="15806"/>
                </a:cubicBezTo>
                <a:lnTo>
                  <a:pt x="39204" y="15831"/>
                </a:lnTo>
                <a:cubicBezTo>
                  <a:pt x="38905" y="16055"/>
                  <a:pt x="38631" y="16304"/>
                  <a:pt x="38308" y="16528"/>
                </a:cubicBezTo>
                <a:cubicBezTo>
                  <a:pt x="37860" y="16827"/>
                  <a:pt x="37436" y="17175"/>
                  <a:pt x="37038" y="17499"/>
                </a:cubicBezTo>
                <a:cubicBezTo>
                  <a:pt x="36764" y="17698"/>
                  <a:pt x="36466" y="17922"/>
                  <a:pt x="36217" y="18121"/>
                </a:cubicBezTo>
                <a:cubicBezTo>
                  <a:pt x="35072" y="18992"/>
                  <a:pt x="33578" y="20262"/>
                  <a:pt x="32682" y="21008"/>
                </a:cubicBezTo>
                <a:cubicBezTo>
                  <a:pt x="30094" y="23124"/>
                  <a:pt x="26858" y="26210"/>
                  <a:pt x="25937" y="27206"/>
                </a:cubicBezTo>
                <a:cubicBezTo>
                  <a:pt x="25638" y="27505"/>
                  <a:pt x="25314" y="27828"/>
                  <a:pt x="24966" y="28152"/>
                </a:cubicBezTo>
                <a:lnTo>
                  <a:pt x="24941" y="28202"/>
                </a:lnTo>
                <a:cubicBezTo>
                  <a:pt x="24767" y="28351"/>
                  <a:pt x="24617" y="28500"/>
                  <a:pt x="24468" y="28675"/>
                </a:cubicBezTo>
                <a:cubicBezTo>
                  <a:pt x="23871" y="29272"/>
                  <a:pt x="23323" y="29869"/>
                  <a:pt x="22850" y="30392"/>
                </a:cubicBezTo>
                <a:cubicBezTo>
                  <a:pt x="22601" y="30691"/>
                  <a:pt x="22377" y="30915"/>
                  <a:pt x="22203" y="31139"/>
                </a:cubicBezTo>
                <a:cubicBezTo>
                  <a:pt x="22029" y="31313"/>
                  <a:pt x="21904" y="31462"/>
                  <a:pt x="21780" y="31587"/>
                </a:cubicBezTo>
                <a:cubicBezTo>
                  <a:pt x="21382" y="32060"/>
                  <a:pt x="21008" y="32458"/>
                  <a:pt x="20710" y="32831"/>
                </a:cubicBezTo>
                <a:cubicBezTo>
                  <a:pt x="19639" y="34051"/>
                  <a:pt x="19092" y="34698"/>
                  <a:pt x="18519" y="35420"/>
                </a:cubicBezTo>
                <a:lnTo>
                  <a:pt x="18494" y="35420"/>
                </a:lnTo>
                <a:cubicBezTo>
                  <a:pt x="18619" y="35246"/>
                  <a:pt x="18743" y="35072"/>
                  <a:pt x="18893" y="34873"/>
                </a:cubicBezTo>
                <a:cubicBezTo>
                  <a:pt x="19415" y="34225"/>
                  <a:pt x="19988" y="33553"/>
                  <a:pt x="20535" y="32881"/>
                </a:cubicBezTo>
                <a:cubicBezTo>
                  <a:pt x="21033" y="32334"/>
                  <a:pt x="21606" y="31711"/>
                  <a:pt x="22128" y="31114"/>
                </a:cubicBezTo>
                <a:cubicBezTo>
                  <a:pt x="22875" y="30317"/>
                  <a:pt x="23622" y="29471"/>
                  <a:pt x="24369" y="28700"/>
                </a:cubicBezTo>
                <a:cubicBezTo>
                  <a:pt x="24692" y="28351"/>
                  <a:pt x="24966" y="28028"/>
                  <a:pt x="25265" y="27729"/>
                </a:cubicBezTo>
                <a:cubicBezTo>
                  <a:pt x="27629" y="25290"/>
                  <a:pt x="30168" y="22925"/>
                  <a:pt x="32807" y="20734"/>
                </a:cubicBezTo>
                <a:cubicBezTo>
                  <a:pt x="33703" y="19938"/>
                  <a:pt x="34649" y="19191"/>
                  <a:pt x="35570" y="18494"/>
                </a:cubicBezTo>
                <a:cubicBezTo>
                  <a:pt x="36042" y="18121"/>
                  <a:pt x="36515" y="17748"/>
                  <a:pt x="37013" y="17399"/>
                </a:cubicBezTo>
                <a:cubicBezTo>
                  <a:pt x="37436" y="17075"/>
                  <a:pt x="37884" y="16752"/>
                  <a:pt x="38308" y="16428"/>
                </a:cubicBezTo>
                <a:cubicBezTo>
                  <a:pt x="38557" y="16254"/>
                  <a:pt x="38781" y="16080"/>
                  <a:pt x="39029" y="15906"/>
                </a:cubicBezTo>
                <a:cubicBezTo>
                  <a:pt x="39079" y="15831"/>
                  <a:pt x="39154" y="15806"/>
                  <a:pt x="39253" y="15756"/>
                </a:cubicBezTo>
                <a:close/>
                <a:moveTo>
                  <a:pt x="91201" y="34947"/>
                </a:moveTo>
                <a:cubicBezTo>
                  <a:pt x="92296" y="35097"/>
                  <a:pt x="93417" y="35321"/>
                  <a:pt x="94512" y="35569"/>
                </a:cubicBezTo>
                <a:lnTo>
                  <a:pt x="94163" y="35569"/>
                </a:lnTo>
                <a:cubicBezTo>
                  <a:pt x="93168" y="35321"/>
                  <a:pt x="92172" y="35121"/>
                  <a:pt x="91176" y="34997"/>
                </a:cubicBezTo>
                <a:cubicBezTo>
                  <a:pt x="91176" y="34972"/>
                  <a:pt x="91176" y="34972"/>
                  <a:pt x="91201" y="34947"/>
                </a:cubicBezTo>
                <a:close/>
                <a:moveTo>
                  <a:pt x="72350" y="33225"/>
                </a:moveTo>
                <a:cubicBezTo>
                  <a:pt x="72903" y="33836"/>
                  <a:pt x="73337" y="34519"/>
                  <a:pt x="73653" y="35345"/>
                </a:cubicBezTo>
                <a:lnTo>
                  <a:pt x="73653" y="35495"/>
                </a:lnTo>
                <a:lnTo>
                  <a:pt x="73653" y="35594"/>
                </a:lnTo>
                <a:cubicBezTo>
                  <a:pt x="73329" y="34723"/>
                  <a:pt x="72881" y="33976"/>
                  <a:pt x="72359" y="33304"/>
                </a:cubicBezTo>
                <a:cubicBezTo>
                  <a:pt x="72359" y="33276"/>
                  <a:pt x="72359" y="33248"/>
                  <a:pt x="72350" y="33225"/>
                </a:cubicBezTo>
                <a:close/>
                <a:moveTo>
                  <a:pt x="51002" y="23024"/>
                </a:moveTo>
                <a:cubicBezTo>
                  <a:pt x="51151" y="23248"/>
                  <a:pt x="51326" y="23423"/>
                  <a:pt x="51475" y="23622"/>
                </a:cubicBezTo>
                <a:cubicBezTo>
                  <a:pt x="51649" y="23846"/>
                  <a:pt x="51848" y="24020"/>
                  <a:pt x="52023" y="24244"/>
                </a:cubicBezTo>
                <a:cubicBezTo>
                  <a:pt x="52197" y="24418"/>
                  <a:pt x="52371" y="24642"/>
                  <a:pt x="52520" y="24841"/>
                </a:cubicBezTo>
                <a:cubicBezTo>
                  <a:pt x="52819" y="25165"/>
                  <a:pt x="53093" y="25489"/>
                  <a:pt x="53367" y="25837"/>
                </a:cubicBezTo>
                <a:lnTo>
                  <a:pt x="53392" y="25862"/>
                </a:lnTo>
                <a:cubicBezTo>
                  <a:pt x="54337" y="27032"/>
                  <a:pt x="55258" y="28227"/>
                  <a:pt x="56179" y="29471"/>
                </a:cubicBezTo>
                <a:cubicBezTo>
                  <a:pt x="53416" y="31438"/>
                  <a:pt x="50778" y="33479"/>
                  <a:pt x="48264" y="35669"/>
                </a:cubicBezTo>
                <a:cubicBezTo>
                  <a:pt x="46372" y="32981"/>
                  <a:pt x="44655" y="30218"/>
                  <a:pt x="43261" y="27629"/>
                </a:cubicBezTo>
                <a:cubicBezTo>
                  <a:pt x="45850" y="25787"/>
                  <a:pt x="48438" y="24269"/>
                  <a:pt x="51002" y="23024"/>
                </a:cubicBezTo>
                <a:close/>
                <a:moveTo>
                  <a:pt x="91102" y="35196"/>
                </a:moveTo>
                <a:cubicBezTo>
                  <a:pt x="91823" y="35296"/>
                  <a:pt x="92545" y="35420"/>
                  <a:pt x="93267" y="35569"/>
                </a:cubicBezTo>
                <a:lnTo>
                  <a:pt x="93217" y="35569"/>
                </a:lnTo>
                <a:cubicBezTo>
                  <a:pt x="92844" y="35569"/>
                  <a:pt x="92446" y="35569"/>
                  <a:pt x="92048" y="35594"/>
                </a:cubicBezTo>
                <a:lnTo>
                  <a:pt x="91699" y="35594"/>
                </a:lnTo>
                <a:cubicBezTo>
                  <a:pt x="91550" y="35594"/>
                  <a:pt x="91425" y="35619"/>
                  <a:pt x="91251" y="35619"/>
                </a:cubicBezTo>
                <a:cubicBezTo>
                  <a:pt x="91151" y="35619"/>
                  <a:pt x="91002" y="35669"/>
                  <a:pt x="90927" y="35669"/>
                </a:cubicBezTo>
                <a:cubicBezTo>
                  <a:pt x="90977" y="35545"/>
                  <a:pt x="91052" y="35345"/>
                  <a:pt x="91102" y="35196"/>
                </a:cubicBezTo>
                <a:close/>
                <a:moveTo>
                  <a:pt x="39054" y="16155"/>
                </a:moveTo>
                <a:cubicBezTo>
                  <a:pt x="39054" y="16204"/>
                  <a:pt x="39029" y="16279"/>
                  <a:pt x="39029" y="16304"/>
                </a:cubicBezTo>
                <a:cubicBezTo>
                  <a:pt x="39029" y="16379"/>
                  <a:pt x="39005" y="16453"/>
                  <a:pt x="39005" y="16528"/>
                </a:cubicBezTo>
                <a:cubicBezTo>
                  <a:pt x="39005" y="16627"/>
                  <a:pt x="39005" y="16677"/>
                  <a:pt x="38955" y="16777"/>
                </a:cubicBezTo>
                <a:cubicBezTo>
                  <a:pt x="38955" y="16876"/>
                  <a:pt x="38955" y="16926"/>
                  <a:pt x="38930" y="17026"/>
                </a:cubicBezTo>
                <a:cubicBezTo>
                  <a:pt x="38955" y="17150"/>
                  <a:pt x="38955" y="17250"/>
                  <a:pt x="38955" y="17324"/>
                </a:cubicBezTo>
                <a:lnTo>
                  <a:pt x="38955" y="17623"/>
                </a:lnTo>
                <a:cubicBezTo>
                  <a:pt x="38955" y="17698"/>
                  <a:pt x="39005" y="17822"/>
                  <a:pt x="39005" y="17922"/>
                </a:cubicBezTo>
                <a:cubicBezTo>
                  <a:pt x="39005" y="18021"/>
                  <a:pt x="39029" y="18121"/>
                  <a:pt x="39029" y="18245"/>
                </a:cubicBezTo>
                <a:cubicBezTo>
                  <a:pt x="39029" y="18320"/>
                  <a:pt x="39054" y="18445"/>
                  <a:pt x="39079" y="18544"/>
                </a:cubicBezTo>
                <a:cubicBezTo>
                  <a:pt x="39079" y="18619"/>
                  <a:pt x="39104" y="18693"/>
                  <a:pt x="39104" y="18768"/>
                </a:cubicBezTo>
                <a:cubicBezTo>
                  <a:pt x="32558" y="23896"/>
                  <a:pt x="26534" y="29645"/>
                  <a:pt x="21357" y="35694"/>
                </a:cubicBezTo>
                <a:cubicBezTo>
                  <a:pt x="20527" y="35443"/>
                  <a:pt x="19832" y="35312"/>
                  <a:pt x="19272" y="35312"/>
                </a:cubicBezTo>
                <a:cubicBezTo>
                  <a:pt x="19109" y="35312"/>
                  <a:pt x="18958" y="35323"/>
                  <a:pt x="18818" y="35345"/>
                </a:cubicBezTo>
                <a:cubicBezTo>
                  <a:pt x="19440" y="34599"/>
                  <a:pt x="20038" y="33852"/>
                  <a:pt x="20685" y="33105"/>
                </a:cubicBezTo>
                <a:cubicBezTo>
                  <a:pt x="21158" y="32558"/>
                  <a:pt x="21655" y="32010"/>
                  <a:pt x="22128" y="31462"/>
                </a:cubicBezTo>
                <a:cubicBezTo>
                  <a:pt x="26584" y="26484"/>
                  <a:pt x="31612" y="21780"/>
                  <a:pt x="37138" y="17573"/>
                </a:cubicBezTo>
                <a:cubicBezTo>
                  <a:pt x="37511" y="17300"/>
                  <a:pt x="37909" y="17001"/>
                  <a:pt x="38283" y="16702"/>
                </a:cubicBezTo>
                <a:cubicBezTo>
                  <a:pt x="38532" y="16528"/>
                  <a:pt x="38781" y="16329"/>
                  <a:pt x="39054" y="16155"/>
                </a:cubicBezTo>
                <a:close/>
                <a:moveTo>
                  <a:pt x="90952" y="35171"/>
                </a:moveTo>
                <a:cubicBezTo>
                  <a:pt x="90853" y="35345"/>
                  <a:pt x="90803" y="35545"/>
                  <a:pt x="90728" y="35719"/>
                </a:cubicBezTo>
                <a:lnTo>
                  <a:pt x="90678" y="35719"/>
                </a:lnTo>
                <a:cubicBezTo>
                  <a:pt x="90728" y="35545"/>
                  <a:pt x="90803" y="35345"/>
                  <a:pt x="90903" y="35171"/>
                </a:cubicBezTo>
                <a:close/>
                <a:moveTo>
                  <a:pt x="39179" y="18942"/>
                </a:moveTo>
                <a:cubicBezTo>
                  <a:pt x="39179" y="18992"/>
                  <a:pt x="39179" y="19017"/>
                  <a:pt x="39204" y="19017"/>
                </a:cubicBezTo>
                <a:cubicBezTo>
                  <a:pt x="32682" y="24120"/>
                  <a:pt x="26758" y="29770"/>
                  <a:pt x="21606" y="35794"/>
                </a:cubicBezTo>
                <a:cubicBezTo>
                  <a:pt x="21581" y="35794"/>
                  <a:pt x="21581" y="35794"/>
                  <a:pt x="21531" y="35744"/>
                </a:cubicBezTo>
                <a:cubicBezTo>
                  <a:pt x="26708" y="29745"/>
                  <a:pt x="32657" y="24045"/>
                  <a:pt x="39179" y="18942"/>
                </a:cubicBezTo>
                <a:close/>
                <a:moveTo>
                  <a:pt x="43037" y="27754"/>
                </a:moveTo>
                <a:cubicBezTo>
                  <a:pt x="44481" y="30367"/>
                  <a:pt x="46223" y="33105"/>
                  <a:pt x="48090" y="35818"/>
                </a:cubicBezTo>
                <a:lnTo>
                  <a:pt x="48040" y="35843"/>
                </a:lnTo>
                <a:cubicBezTo>
                  <a:pt x="46148" y="33130"/>
                  <a:pt x="44431" y="30392"/>
                  <a:pt x="43012" y="27779"/>
                </a:cubicBezTo>
                <a:lnTo>
                  <a:pt x="43037" y="27754"/>
                </a:lnTo>
                <a:close/>
                <a:moveTo>
                  <a:pt x="95333" y="35794"/>
                </a:moveTo>
                <a:cubicBezTo>
                  <a:pt x="95408" y="35794"/>
                  <a:pt x="95433" y="35818"/>
                  <a:pt x="95507" y="35818"/>
                </a:cubicBezTo>
                <a:lnTo>
                  <a:pt x="95532" y="35818"/>
                </a:lnTo>
                <a:cubicBezTo>
                  <a:pt x="95582" y="35843"/>
                  <a:pt x="95657" y="35843"/>
                  <a:pt x="95707" y="35868"/>
                </a:cubicBezTo>
                <a:lnTo>
                  <a:pt x="95682" y="35868"/>
                </a:lnTo>
                <a:cubicBezTo>
                  <a:pt x="95582" y="35868"/>
                  <a:pt x="95532" y="35843"/>
                  <a:pt x="95433" y="35843"/>
                </a:cubicBezTo>
                <a:lnTo>
                  <a:pt x="95383" y="35843"/>
                </a:lnTo>
                <a:cubicBezTo>
                  <a:pt x="95333" y="35843"/>
                  <a:pt x="95283" y="35818"/>
                  <a:pt x="95258" y="35818"/>
                </a:cubicBezTo>
                <a:lnTo>
                  <a:pt x="95209" y="35818"/>
                </a:lnTo>
                <a:cubicBezTo>
                  <a:pt x="95159" y="35818"/>
                  <a:pt x="95134" y="35818"/>
                  <a:pt x="95084" y="35794"/>
                </a:cubicBezTo>
                <a:close/>
                <a:moveTo>
                  <a:pt x="56254" y="29645"/>
                </a:moveTo>
                <a:cubicBezTo>
                  <a:pt x="56254" y="29670"/>
                  <a:pt x="56304" y="29670"/>
                  <a:pt x="56304" y="29720"/>
                </a:cubicBezTo>
                <a:cubicBezTo>
                  <a:pt x="53566" y="31687"/>
                  <a:pt x="50902" y="33728"/>
                  <a:pt x="48388" y="35893"/>
                </a:cubicBezTo>
                <a:cubicBezTo>
                  <a:pt x="48364" y="35868"/>
                  <a:pt x="48364" y="35843"/>
                  <a:pt x="48364" y="35843"/>
                </a:cubicBezTo>
                <a:cubicBezTo>
                  <a:pt x="50902" y="33703"/>
                  <a:pt x="53566" y="31612"/>
                  <a:pt x="56254" y="29645"/>
                </a:cubicBezTo>
                <a:close/>
                <a:moveTo>
                  <a:pt x="19266" y="35495"/>
                </a:moveTo>
                <a:cubicBezTo>
                  <a:pt x="19789" y="35495"/>
                  <a:pt x="20461" y="35619"/>
                  <a:pt x="21183" y="35843"/>
                </a:cubicBezTo>
                <a:lnTo>
                  <a:pt x="21133" y="35918"/>
                </a:lnTo>
                <a:cubicBezTo>
                  <a:pt x="20404" y="35696"/>
                  <a:pt x="19786" y="35585"/>
                  <a:pt x="19286" y="35585"/>
                </a:cubicBezTo>
                <a:cubicBezTo>
                  <a:pt x="19000" y="35585"/>
                  <a:pt x="18752" y="35622"/>
                  <a:pt x="18544" y="35694"/>
                </a:cubicBezTo>
                <a:lnTo>
                  <a:pt x="18644" y="35594"/>
                </a:lnTo>
                <a:cubicBezTo>
                  <a:pt x="18818" y="35545"/>
                  <a:pt x="19042" y="35495"/>
                  <a:pt x="19266" y="35495"/>
                </a:cubicBezTo>
                <a:close/>
                <a:moveTo>
                  <a:pt x="93641" y="35744"/>
                </a:moveTo>
                <a:cubicBezTo>
                  <a:pt x="93815" y="35744"/>
                  <a:pt x="94014" y="35794"/>
                  <a:pt x="94213" y="35794"/>
                </a:cubicBezTo>
                <a:cubicBezTo>
                  <a:pt x="94263" y="35794"/>
                  <a:pt x="94313" y="35818"/>
                  <a:pt x="94337" y="35818"/>
                </a:cubicBezTo>
                <a:lnTo>
                  <a:pt x="94387" y="35818"/>
                </a:lnTo>
                <a:cubicBezTo>
                  <a:pt x="94412" y="35818"/>
                  <a:pt x="94437" y="35843"/>
                  <a:pt x="94462" y="35843"/>
                </a:cubicBezTo>
                <a:cubicBezTo>
                  <a:pt x="94188" y="35843"/>
                  <a:pt x="93914" y="35818"/>
                  <a:pt x="93591" y="35818"/>
                </a:cubicBezTo>
                <a:cubicBezTo>
                  <a:pt x="92968" y="35818"/>
                  <a:pt x="92346" y="35843"/>
                  <a:pt x="91699" y="35868"/>
                </a:cubicBezTo>
                <a:cubicBezTo>
                  <a:pt x="91550" y="35868"/>
                  <a:pt x="91425" y="35893"/>
                  <a:pt x="91276" y="35893"/>
                </a:cubicBezTo>
                <a:cubicBezTo>
                  <a:pt x="91102" y="35893"/>
                  <a:pt x="90952" y="35943"/>
                  <a:pt x="90803" y="35943"/>
                </a:cubicBezTo>
                <a:lnTo>
                  <a:pt x="90803" y="35893"/>
                </a:lnTo>
                <a:lnTo>
                  <a:pt x="90803" y="35868"/>
                </a:lnTo>
                <a:cubicBezTo>
                  <a:pt x="90927" y="35868"/>
                  <a:pt x="91077" y="35843"/>
                  <a:pt x="91201" y="35818"/>
                </a:cubicBezTo>
                <a:cubicBezTo>
                  <a:pt x="91351" y="35818"/>
                  <a:pt x="91525" y="35794"/>
                  <a:pt x="91674" y="35794"/>
                </a:cubicBezTo>
                <a:cubicBezTo>
                  <a:pt x="92346" y="35794"/>
                  <a:pt x="92968" y="35744"/>
                  <a:pt x="93591" y="35744"/>
                </a:cubicBezTo>
                <a:close/>
                <a:moveTo>
                  <a:pt x="39253" y="19266"/>
                </a:moveTo>
                <a:cubicBezTo>
                  <a:pt x="39278" y="19341"/>
                  <a:pt x="39278" y="19465"/>
                  <a:pt x="39303" y="19565"/>
                </a:cubicBezTo>
                <a:cubicBezTo>
                  <a:pt x="38706" y="19988"/>
                  <a:pt x="38158" y="20411"/>
                  <a:pt x="37561" y="20809"/>
                </a:cubicBezTo>
                <a:cubicBezTo>
                  <a:pt x="37461" y="20884"/>
                  <a:pt x="37387" y="20983"/>
                  <a:pt x="37287" y="21033"/>
                </a:cubicBezTo>
                <a:cubicBezTo>
                  <a:pt x="36789" y="21407"/>
                  <a:pt x="36291" y="21805"/>
                  <a:pt x="35794" y="22178"/>
                </a:cubicBezTo>
                <a:lnTo>
                  <a:pt x="35221" y="22651"/>
                </a:lnTo>
                <a:cubicBezTo>
                  <a:pt x="34823" y="22975"/>
                  <a:pt x="34449" y="23273"/>
                  <a:pt x="34051" y="23622"/>
                </a:cubicBezTo>
                <a:cubicBezTo>
                  <a:pt x="34051" y="23622"/>
                  <a:pt x="34001" y="23622"/>
                  <a:pt x="34001" y="23647"/>
                </a:cubicBezTo>
                <a:cubicBezTo>
                  <a:pt x="33852" y="23771"/>
                  <a:pt x="33728" y="23896"/>
                  <a:pt x="33578" y="24020"/>
                </a:cubicBezTo>
                <a:lnTo>
                  <a:pt x="33479" y="24120"/>
                </a:lnTo>
                <a:cubicBezTo>
                  <a:pt x="33105" y="24468"/>
                  <a:pt x="32707" y="24767"/>
                  <a:pt x="32334" y="25115"/>
                </a:cubicBezTo>
                <a:lnTo>
                  <a:pt x="32309" y="25140"/>
                </a:lnTo>
                <a:cubicBezTo>
                  <a:pt x="32309" y="25140"/>
                  <a:pt x="32259" y="25140"/>
                  <a:pt x="32259" y="25165"/>
                </a:cubicBezTo>
                <a:cubicBezTo>
                  <a:pt x="32135" y="25265"/>
                  <a:pt x="32010" y="25389"/>
                  <a:pt x="31911" y="25489"/>
                </a:cubicBezTo>
                <a:cubicBezTo>
                  <a:pt x="31861" y="25514"/>
                  <a:pt x="31836" y="25514"/>
                  <a:pt x="31836" y="25538"/>
                </a:cubicBezTo>
                <a:lnTo>
                  <a:pt x="30616" y="26659"/>
                </a:lnTo>
                <a:cubicBezTo>
                  <a:pt x="30566" y="26733"/>
                  <a:pt x="30467" y="26783"/>
                  <a:pt x="30417" y="26883"/>
                </a:cubicBezTo>
                <a:lnTo>
                  <a:pt x="30318" y="26982"/>
                </a:lnTo>
                <a:lnTo>
                  <a:pt x="30243" y="27032"/>
                </a:lnTo>
                <a:cubicBezTo>
                  <a:pt x="29820" y="27480"/>
                  <a:pt x="29347" y="27878"/>
                  <a:pt x="28924" y="28301"/>
                </a:cubicBezTo>
                <a:lnTo>
                  <a:pt x="28874" y="28351"/>
                </a:lnTo>
                <a:lnTo>
                  <a:pt x="28749" y="28476"/>
                </a:lnTo>
                <a:lnTo>
                  <a:pt x="28725" y="28500"/>
                </a:lnTo>
                <a:cubicBezTo>
                  <a:pt x="28227" y="28998"/>
                  <a:pt x="27729" y="29496"/>
                  <a:pt x="27256" y="29994"/>
                </a:cubicBezTo>
                <a:lnTo>
                  <a:pt x="27231" y="30019"/>
                </a:lnTo>
                <a:cubicBezTo>
                  <a:pt x="27131" y="30118"/>
                  <a:pt x="27082" y="30218"/>
                  <a:pt x="26982" y="30293"/>
                </a:cubicBezTo>
                <a:cubicBezTo>
                  <a:pt x="26957" y="30342"/>
                  <a:pt x="26957" y="30367"/>
                  <a:pt x="26932" y="30367"/>
                </a:cubicBezTo>
                <a:cubicBezTo>
                  <a:pt x="26883" y="30392"/>
                  <a:pt x="26883" y="30417"/>
                  <a:pt x="26858" y="30417"/>
                </a:cubicBezTo>
                <a:cubicBezTo>
                  <a:pt x="26360" y="30965"/>
                  <a:pt x="25862" y="31487"/>
                  <a:pt x="25389" y="32010"/>
                </a:cubicBezTo>
                <a:cubicBezTo>
                  <a:pt x="25314" y="32135"/>
                  <a:pt x="25190" y="32259"/>
                  <a:pt x="25090" y="32359"/>
                </a:cubicBezTo>
                <a:cubicBezTo>
                  <a:pt x="25016" y="32408"/>
                  <a:pt x="24966" y="32508"/>
                  <a:pt x="24891" y="32583"/>
                </a:cubicBezTo>
                <a:cubicBezTo>
                  <a:pt x="24518" y="32981"/>
                  <a:pt x="24194" y="33379"/>
                  <a:pt x="23846" y="33777"/>
                </a:cubicBezTo>
                <a:cubicBezTo>
                  <a:pt x="23746" y="33902"/>
                  <a:pt x="23622" y="34026"/>
                  <a:pt x="23522" y="34151"/>
                </a:cubicBezTo>
                <a:lnTo>
                  <a:pt x="23149" y="34624"/>
                </a:lnTo>
                <a:cubicBezTo>
                  <a:pt x="22776" y="35072"/>
                  <a:pt x="22402" y="35495"/>
                  <a:pt x="22029" y="35968"/>
                </a:cubicBezTo>
                <a:cubicBezTo>
                  <a:pt x="21954" y="35943"/>
                  <a:pt x="21879" y="35893"/>
                  <a:pt x="21780" y="35868"/>
                </a:cubicBezTo>
                <a:cubicBezTo>
                  <a:pt x="26883" y="29919"/>
                  <a:pt x="32782" y="24294"/>
                  <a:pt x="39253" y="19266"/>
                </a:cubicBezTo>
                <a:close/>
                <a:moveTo>
                  <a:pt x="39378" y="19764"/>
                </a:moveTo>
                <a:lnTo>
                  <a:pt x="39378" y="19789"/>
                </a:lnTo>
                <a:lnTo>
                  <a:pt x="39378" y="19814"/>
                </a:lnTo>
                <a:cubicBezTo>
                  <a:pt x="39154" y="19963"/>
                  <a:pt x="38905" y="20162"/>
                  <a:pt x="38681" y="20311"/>
                </a:cubicBezTo>
                <a:cubicBezTo>
                  <a:pt x="38407" y="20535"/>
                  <a:pt x="38084" y="20710"/>
                  <a:pt x="37810" y="20934"/>
                </a:cubicBezTo>
                <a:cubicBezTo>
                  <a:pt x="37785" y="20958"/>
                  <a:pt x="37710" y="21008"/>
                  <a:pt x="37685" y="21033"/>
                </a:cubicBezTo>
                <a:cubicBezTo>
                  <a:pt x="37337" y="21282"/>
                  <a:pt x="37013" y="21556"/>
                  <a:pt x="36665" y="21830"/>
                </a:cubicBezTo>
                <a:cubicBezTo>
                  <a:pt x="36491" y="21954"/>
                  <a:pt x="36316" y="22079"/>
                  <a:pt x="36167" y="22203"/>
                </a:cubicBezTo>
                <a:lnTo>
                  <a:pt x="36142" y="22253"/>
                </a:lnTo>
                <a:cubicBezTo>
                  <a:pt x="35769" y="22552"/>
                  <a:pt x="35346" y="22875"/>
                  <a:pt x="34972" y="23174"/>
                </a:cubicBezTo>
                <a:cubicBezTo>
                  <a:pt x="34898" y="23273"/>
                  <a:pt x="34773" y="23323"/>
                  <a:pt x="34673" y="23423"/>
                </a:cubicBezTo>
                <a:cubicBezTo>
                  <a:pt x="34649" y="23448"/>
                  <a:pt x="34599" y="23448"/>
                  <a:pt x="34574" y="23497"/>
                </a:cubicBezTo>
                <a:cubicBezTo>
                  <a:pt x="34549" y="23522"/>
                  <a:pt x="34524" y="23547"/>
                  <a:pt x="34474" y="23547"/>
                </a:cubicBezTo>
                <a:cubicBezTo>
                  <a:pt x="34051" y="23921"/>
                  <a:pt x="33578" y="24294"/>
                  <a:pt x="33130" y="24667"/>
                </a:cubicBezTo>
                <a:cubicBezTo>
                  <a:pt x="33056" y="24742"/>
                  <a:pt x="32981" y="24792"/>
                  <a:pt x="32881" y="24891"/>
                </a:cubicBezTo>
                <a:cubicBezTo>
                  <a:pt x="32832" y="24941"/>
                  <a:pt x="32757" y="24991"/>
                  <a:pt x="32707" y="25041"/>
                </a:cubicBezTo>
                <a:cubicBezTo>
                  <a:pt x="32583" y="25140"/>
                  <a:pt x="32458" y="25265"/>
                  <a:pt x="32359" y="25364"/>
                </a:cubicBezTo>
                <a:cubicBezTo>
                  <a:pt x="32060" y="25638"/>
                  <a:pt x="31761" y="25912"/>
                  <a:pt x="31463" y="26161"/>
                </a:cubicBezTo>
                <a:lnTo>
                  <a:pt x="31388" y="26235"/>
                </a:lnTo>
                <a:lnTo>
                  <a:pt x="31363" y="26260"/>
                </a:lnTo>
                <a:cubicBezTo>
                  <a:pt x="31014" y="26559"/>
                  <a:pt x="30716" y="26883"/>
                  <a:pt x="30367" y="27181"/>
                </a:cubicBezTo>
                <a:cubicBezTo>
                  <a:pt x="29919" y="27629"/>
                  <a:pt x="29421" y="28102"/>
                  <a:pt x="28949" y="28525"/>
                </a:cubicBezTo>
                <a:cubicBezTo>
                  <a:pt x="28749" y="28724"/>
                  <a:pt x="28600" y="28899"/>
                  <a:pt x="28426" y="29048"/>
                </a:cubicBezTo>
                <a:cubicBezTo>
                  <a:pt x="26211" y="31263"/>
                  <a:pt x="24120" y="33578"/>
                  <a:pt x="22228" y="35968"/>
                </a:cubicBezTo>
                <a:lnTo>
                  <a:pt x="22153" y="35968"/>
                </a:lnTo>
                <a:lnTo>
                  <a:pt x="22228" y="35893"/>
                </a:lnTo>
                <a:cubicBezTo>
                  <a:pt x="22701" y="35321"/>
                  <a:pt x="23174" y="34723"/>
                  <a:pt x="23672" y="34126"/>
                </a:cubicBezTo>
                <a:cubicBezTo>
                  <a:pt x="23871" y="33902"/>
                  <a:pt x="24095" y="33653"/>
                  <a:pt x="24269" y="33454"/>
                </a:cubicBezTo>
                <a:cubicBezTo>
                  <a:pt x="24642" y="33006"/>
                  <a:pt x="25041" y="32583"/>
                  <a:pt x="25414" y="32135"/>
                </a:cubicBezTo>
                <a:cubicBezTo>
                  <a:pt x="26036" y="31462"/>
                  <a:pt x="26659" y="30790"/>
                  <a:pt x="27281" y="30118"/>
                </a:cubicBezTo>
                <a:lnTo>
                  <a:pt x="27405" y="29994"/>
                </a:lnTo>
                <a:cubicBezTo>
                  <a:pt x="27853" y="29521"/>
                  <a:pt x="28326" y="29048"/>
                  <a:pt x="28774" y="28625"/>
                </a:cubicBezTo>
                <a:lnTo>
                  <a:pt x="29073" y="28351"/>
                </a:lnTo>
                <a:cubicBezTo>
                  <a:pt x="29471" y="27928"/>
                  <a:pt x="29919" y="27530"/>
                  <a:pt x="30342" y="27131"/>
                </a:cubicBezTo>
                <a:lnTo>
                  <a:pt x="30716" y="26758"/>
                </a:lnTo>
                <a:cubicBezTo>
                  <a:pt x="31114" y="26385"/>
                  <a:pt x="31512" y="26011"/>
                  <a:pt x="31935" y="25663"/>
                </a:cubicBezTo>
                <a:cubicBezTo>
                  <a:pt x="32085" y="25514"/>
                  <a:pt x="32234" y="25389"/>
                  <a:pt x="32408" y="25240"/>
                </a:cubicBezTo>
                <a:cubicBezTo>
                  <a:pt x="32807" y="24891"/>
                  <a:pt x="33205" y="24543"/>
                  <a:pt x="33578" y="24194"/>
                </a:cubicBezTo>
                <a:cubicBezTo>
                  <a:pt x="33728" y="24045"/>
                  <a:pt x="33927" y="23921"/>
                  <a:pt x="34076" y="23771"/>
                </a:cubicBezTo>
                <a:cubicBezTo>
                  <a:pt x="34474" y="23423"/>
                  <a:pt x="34922" y="23074"/>
                  <a:pt x="35346" y="22751"/>
                </a:cubicBezTo>
                <a:lnTo>
                  <a:pt x="35818" y="22377"/>
                </a:lnTo>
                <a:cubicBezTo>
                  <a:pt x="36341" y="21929"/>
                  <a:pt x="36914" y="21506"/>
                  <a:pt x="37461" y="21083"/>
                </a:cubicBezTo>
                <a:cubicBezTo>
                  <a:pt x="37511" y="21058"/>
                  <a:pt x="37536" y="21033"/>
                  <a:pt x="37586" y="21008"/>
                </a:cubicBezTo>
                <a:cubicBezTo>
                  <a:pt x="38258" y="20560"/>
                  <a:pt x="38805" y="20162"/>
                  <a:pt x="39378" y="19764"/>
                </a:cubicBezTo>
                <a:close/>
                <a:moveTo>
                  <a:pt x="90654" y="35918"/>
                </a:moveTo>
                <a:cubicBezTo>
                  <a:pt x="90654" y="35943"/>
                  <a:pt x="90604" y="35943"/>
                  <a:pt x="90604" y="35968"/>
                </a:cubicBezTo>
                <a:lnTo>
                  <a:pt x="90554" y="35968"/>
                </a:lnTo>
                <a:lnTo>
                  <a:pt x="90554" y="35943"/>
                </a:lnTo>
                <a:cubicBezTo>
                  <a:pt x="90604" y="35943"/>
                  <a:pt x="90604" y="35943"/>
                  <a:pt x="90654" y="35918"/>
                </a:cubicBezTo>
                <a:close/>
                <a:moveTo>
                  <a:pt x="21382" y="35918"/>
                </a:moveTo>
                <a:cubicBezTo>
                  <a:pt x="21407" y="35918"/>
                  <a:pt x="21407" y="35918"/>
                  <a:pt x="21456" y="35943"/>
                </a:cubicBezTo>
                <a:cubicBezTo>
                  <a:pt x="21456" y="35968"/>
                  <a:pt x="21407" y="35968"/>
                  <a:pt x="21407" y="35993"/>
                </a:cubicBezTo>
                <a:cubicBezTo>
                  <a:pt x="21407" y="35968"/>
                  <a:pt x="21382" y="35968"/>
                  <a:pt x="21357" y="35968"/>
                </a:cubicBezTo>
                <a:cubicBezTo>
                  <a:pt x="21357" y="35943"/>
                  <a:pt x="21382" y="35943"/>
                  <a:pt x="21382" y="35918"/>
                </a:cubicBezTo>
                <a:close/>
                <a:moveTo>
                  <a:pt x="48214" y="35968"/>
                </a:moveTo>
                <a:cubicBezTo>
                  <a:pt x="48214" y="35993"/>
                  <a:pt x="48239" y="35993"/>
                  <a:pt x="48239" y="36042"/>
                </a:cubicBezTo>
                <a:lnTo>
                  <a:pt x="48214" y="36067"/>
                </a:lnTo>
                <a:cubicBezTo>
                  <a:pt x="48164" y="36042"/>
                  <a:pt x="48164" y="36042"/>
                  <a:pt x="48164" y="35993"/>
                </a:cubicBezTo>
                <a:lnTo>
                  <a:pt x="48214" y="35968"/>
                </a:lnTo>
                <a:close/>
                <a:moveTo>
                  <a:pt x="21655" y="35968"/>
                </a:moveTo>
                <a:cubicBezTo>
                  <a:pt x="21755" y="35993"/>
                  <a:pt x="21805" y="36042"/>
                  <a:pt x="21904" y="36067"/>
                </a:cubicBezTo>
                <a:cubicBezTo>
                  <a:pt x="21904" y="36092"/>
                  <a:pt x="21879" y="36092"/>
                  <a:pt x="21879" y="36117"/>
                </a:cubicBezTo>
                <a:cubicBezTo>
                  <a:pt x="21780" y="36092"/>
                  <a:pt x="21730" y="36067"/>
                  <a:pt x="21631" y="36042"/>
                </a:cubicBezTo>
                <a:cubicBezTo>
                  <a:pt x="21631" y="35993"/>
                  <a:pt x="21655" y="35993"/>
                  <a:pt x="21655" y="35968"/>
                </a:cubicBezTo>
                <a:close/>
                <a:moveTo>
                  <a:pt x="18230" y="35762"/>
                </a:moveTo>
                <a:lnTo>
                  <a:pt x="18230" y="35762"/>
                </a:lnTo>
                <a:cubicBezTo>
                  <a:pt x="18123" y="35893"/>
                  <a:pt x="18014" y="36041"/>
                  <a:pt x="17872" y="36190"/>
                </a:cubicBezTo>
                <a:lnTo>
                  <a:pt x="17872" y="36190"/>
                </a:lnTo>
                <a:cubicBezTo>
                  <a:pt x="17873" y="36167"/>
                  <a:pt x="17897" y="36166"/>
                  <a:pt x="17897" y="36117"/>
                </a:cubicBezTo>
                <a:cubicBezTo>
                  <a:pt x="17897" y="36092"/>
                  <a:pt x="17922" y="36092"/>
                  <a:pt x="17972" y="36067"/>
                </a:cubicBezTo>
                <a:cubicBezTo>
                  <a:pt x="18021" y="35968"/>
                  <a:pt x="18121" y="35868"/>
                  <a:pt x="18171" y="35769"/>
                </a:cubicBezTo>
                <a:lnTo>
                  <a:pt x="18196" y="35769"/>
                </a:lnTo>
                <a:cubicBezTo>
                  <a:pt x="18196" y="35769"/>
                  <a:pt x="18215" y="35769"/>
                  <a:pt x="18230" y="35762"/>
                </a:cubicBezTo>
                <a:close/>
                <a:moveTo>
                  <a:pt x="56379" y="29869"/>
                </a:moveTo>
                <a:cubicBezTo>
                  <a:pt x="56851" y="30467"/>
                  <a:pt x="57250" y="31064"/>
                  <a:pt x="57698" y="31687"/>
                </a:cubicBezTo>
                <a:cubicBezTo>
                  <a:pt x="54810" y="32732"/>
                  <a:pt x="51774" y="34350"/>
                  <a:pt x="48787" y="36466"/>
                </a:cubicBezTo>
                <a:cubicBezTo>
                  <a:pt x="48712" y="36341"/>
                  <a:pt x="48613" y="36192"/>
                  <a:pt x="48488" y="36067"/>
                </a:cubicBezTo>
                <a:cubicBezTo>
                  <a:pt x="51027" y="33927"/>
                  <a:pt x="53690" y="31836"/>
                  <a:pt x="56379" y="29869"/>
                </a:cubicBezTo>
                <a:close/>
                <a:moveTo>
                  <a:pt x="116812" y="34716"/>
                </a:moveTo>
                <a:lnTo>
                  <a:pt x="116812" y="34716"/>
                </a:lnTo>
                <a:cubicBezTo>
                  <a:pt x="116659" y="35317"/>
                  <a:pt x="116473" y="35912"/>
                  <a:pt x="116258" y="36496"/>
                </a:cubicBezTo>
                <a:lnTo>
                  <a:pt x="116258" y="36496"/>
                </a:lnTo>
                <a:cubicBezTo>
                  <a:pt x="116461" y="35898"/>
                  <a:pt x="116650" y="35312"/>
                  <a:pt x="116812" y="34716"/>
                </a:cubicBezTo>
                <a:close/>
                <a:moveTo>
                  <a:pt x="48364" y="36167"/>
                </a:moveTo>
                <a:cubicBezTo>
                  <a:pt x="48463" y="36291"/>
                  <a:pt x="48538" y="36416"/>
                  <a:pt x="48637" y="36565"/>
                </a:cubicBezTo>
                <a:lnTo>
                  <a:pt x="48613" y="36590"/>
                </a:lnTo>
                <a:cubicBezTo>
                  <a:pt x="48513" y="36466"/>
                  <a:pt x="48413" y="36341"/>
                  <a:pt x="48339" y="36192"/>
                </a:cubicBezTo>
                <a:lnTo>
                  <a:pt x="48364" y="36167"/>
                </a:lnTo>
                <a:close/>
                <a:moveTo>
                  <a:pt x="97037" y="25437"/>
                </a:moveTo>
                <a:cubicBezTo>
                  <a:pt x="99657" y="25437"/>
                  <a:pt x="102099" y="25775"/>
                  <a:pt x="104294" y="26459"/>
                </a:cubicBezTo>
                <a:cubicBezTo>
                  <a:pt x="104095" y="28028"/>
                  <a:pt x="103796" y="29645"/>
                  <a:pt x="103398" y="31338"/>
                </a:cubicBezTo>
                <a:cubicBezTo>
                  <a:pt x="102552" y="33180"/>
                  <a:pt x="101506" y="34947"/>
                  <a:pt x="100237" y="36590"/>
                </a:cubicBezTo>
                <a:cubicBezTo>
                  <a:pt x="100112" y="36565"/>
                  <a:pt x="99988" y="36490"/>
                  <a:pt x="99863" y="36466"/>
                </a:cubicBezTo>
                <a:cubicBezTo>
                  <a:pt x="99614" y="36366"/>
                  <a:pt x="99365" y="36316"/>
                  <a:pt x="99067" y="36217"/>
                </a:cubicBezTo>
                <a:cubicBezTo>
                  <a:pt x="98917" y="36192"/>
                  <a:pt x="98743" y="36117"/>
                  <a:pt x="98569" y="36092"/>
                </a:cubicBezTo>
                <a:lnTo>
                  <a:pt x="97822" y="35918"/>
                </a:lnTo>
                <a:cubicBezTo>
                  <a:pt x="97673" y="35868"/>
                  <a:pt x="97499" y="35843"/>
                  <a:pt x="97324" y="35818"/>
                </a:cubicBezTo>
                <a:cubicBezTo>
                  <a:pt x="97250" y="35818"/>
                  <a:pt x="97150" y="35794"/>
                  <a:pt x="97076" y="35794"/>
                </a:cubicBezTo>
                <a:lnTo>
                  <a:pt x="96528" y="35694"/>
                </a:lnTo>
                <a:cubicBezTo>
                  <a:pt x="96279" y="35669"/>
                  <a:pt x="96030" y="35619"/>
                  <a:pt x="95756" y="35619"/>
                </a:cubicBezTo>
                <a:cubicBezTo>
                  <a:pt x="95632" y="35619"/>
                  <a:pt x="95507" y="35594"/>
                  <a:pt x="95408" y="35594"/>
                </a:cubicBezTo>
                <a:cubicBezTo>
                  <a:pt x="94039" y="35221"/>
                  <a:pt x="92670" y="34947"/>
                  <a:pt x="91301" y="34748"/>
                </a:cubicBezTo>
                <a:cubicBezTo>
                  <a:pt x="92421" y="31612"/>
                  <a:pt x="93217" y="28525"/>
                  <a:pt x="93665" y="25613"/>
                </a:cubicBezTo>
                <a:cubicBezTo>
                  <a:pt x="94817" y="25496"/>
                  <a:pt x="95943" y="25437"/>
                  <a:pt x="97037" y="25437"/>
                </a:cubicBezTo>
                <a:close/>
                <a:moveTo>
                  <a:pt x="57797" y="31836"/>
                </a:moveTo>
                <a:cubicBezTo>
                  <a:pt x="57797" y="31861"/>
                  <a:pt x="57822" y="31861"/>
                  <a:pt x="57822" y="31886"/>
                </a:cubicBezTo>
                <a:cubicBezTo>
                  <a:pt x="54960" y="32956"/>
                  <a:pt x="51898" y="34574"/>
                  <a:pt x="48911" y="36665"/>
                </a:cubicBezTo>
                <a:cubicBezTo>
                  <a:pt x="48911" y="36665"/>
                  <a:pt x="48911" y="36615"/>
                  <a:pt x="48886" y="36615"/>
                </a:cubicBezTo>
                <a:cubicBezTo>
                  <a:pt x="51873" y="34499"/>
                  <a:pt x="54885" y="32931"/>
                  <a:pt x="57797" y="31836"/>
                </a:cubicBezTo>
                <a:close/>
                <a:moveTo>
                  <a:pt x="103224" y="32209"/>
                </a:moveTo>
                <a:cubicBezTo>
                  <a:pt x="103174" y="32309"/>
                  <a:pt x="103149" y="32383"/>
                  <a:pt x="103149" y="32483"/>
                </a:cubicBezTo>
                <a:cubicBezTo>
                  <a:pt x="102377" y="33952"/>
                  <a:pt x="101506" y="35345"/>
                  <a:pt x="100486" y="36690"/>
                </a:cubicBezTo>
                <a:cubicBezTo>
                  <a:pt x="100436" y="36690"/>
                  <a:pt x="100436" y="36665"/>
                  <a:pt x="100411" y="36665"/>
                </a:cubicBezTo>
                <a:cubicBezTo>
                  <a:pt x="101506" y="35246"/>
                  <a:pt x="102427" y="33752"/>
                  <a:pt x="103224" y="32209"/>
                </a:cubicBezTo>
                <a:close/>
                <a:moveTo>
                  <a:pt x="87061" y="34883"/>
                </a:moveTo>
                <a:cubicBezTo>
                  <a:pt x="88227" y="34883"/>
                  <a:pt x="89439" y="34976"/>
                  <a:pt x="90678" y="35121"/>
                </a:cubicBezTo>
                <a:cubicBezTo>
                  <a:pt x="90604" y="35345"/>
                  <a:pt x="90529" y="35545"/>
                  <a:pt x="90454" y="35744"/>
                </a:cubicBezTo>
                <a:cubicBezTo>
                  <a:pt x="90156" y="35794"/>
                  <a:pt x="89857" y="35843"/>
                  <a:pt x="89558" y="35868"/>
                </a:cubicBezTo>
                <a:cubicBezTo>
                  <a:pt x="89459" y="35868"/>
                  <a:pt x="89409" y="35918"/>
                  <a:pt x="89309" y="35918"/>
                </a:cubicBezTo>
                <a:lnTo>
                  <a:pt x="89210" y="35918"/>
                </a:lnTo>
                <a:cubicBezTo>
                  <a:pt x="89085" y="35943"/>
                  <a:pt x="88986" y="35943"/>
                  <a:pt x="88861" y="35968"/>
                </a:cubicBezTo>
                <a:lnTo>
                  <a:pt x="88314" y="36067"/>
                </a:lnTo>
                <a:cubicBezTo>
                  <a:pt x="88239" y="36067"/>
                  <a:pt x="88189" y="36092"/>
                  <a:pt x="88115" y="36092"/>
                </a:cubicBezTo>
                <a:lnTo>
                  <a:pt x="87667" y="36192"/>
                </a:lnTo>
                <a:cubicBezTo>
                  <a:pt x="87492" y="36217"/>
                  <a:pt x="87368" y="36242"/>
                  <a:pt x="87219" y="36291"/>
                </a:cubicBezTo>
                <a:cubicBezTo>
                  <a:pt x="86945" y="36341"/>
                  <a:pt x="86671" y="36416"/>
                  <a:pt x="86347" y="36466"/>
                </a:cubicBezTo>
                <a:cubicBezTo>
                  <a:pt x="86223" y="36490"/>
                  <a:pt x="86099" y="36515"/>
                  <a:pt x="85999" y="36565"/>
                </a:cubicBezTo>
                <a:lnTo>
                  <a:pt x="85551" y="36665"/>
                </a:lnTo>
                <a:lnTo>
                  <a:pt x="85252" y="36739"/>
                </a:lnTo>
                <a:cubicBezTo>
                  <a:pt x="85451" y="36167"/>
                  <a:pt x="85626" y="35545"/>
                  <a:pt x="85800" y="34922"/>
                </a:cubicBezTo>
                <a:cubicBezTo>
                  <a:pt x="86213" y="34896"/>
                  <a:pt x="86634" y="34883"/>
                  <a:pt x="87061" y="34883"/>
                </a:cubicBezTo>
                <a:close/>
                <a:moveTo>
                  <a:pt x="85576" y="34922"/>
                </a:moveTo>
                <a:cubicBezTo>
                  <a:pt x="85426" y="35545"/>
                  <a:pt x="85227" y="36192"/>
                  <a:pt x="85003" y="36789"/>
                </a:cubicBezTo>
                <a:cubicBezTo>
                  <a:pt x="84986" y="36789"/>
                  <a:pt x="84968" y="36789"/>
                  <a:pt x="84959" y="36798"/>
                </a:cubicBezTo>
                <a:lnTo>
                  <a:pt x="84959" y="36798"/>
                </a:lnTo>
                <a:cubicBezTo>
                  <a:pt x="85181" y="36181"/>
                  <a:pt x="85353" y="35564"/>
                  <a:pt x="85501" y="34922"/>
                </a:cubicBezTo>
                <a:close/>
                <a:moveTo>
                  <a:pt x="96542" y="35920"/>
                </a:moveTo>
                <a:lnTo>
                  <a:pt x="96542" y="35920"/>
                </a:lnTo>
                <a:cubicBezTo>
                  <a:pt x="96689" y="35943"/>
                  <a:pt x="96881" y="35944"/>
                  <a:pt x="97026" y="35968"/>
                </a:cubicBezTo>
                <a:cubicBezTo>
                  <a:pt x="97125" y="35968"/>
                  <a:pt x="97200" y="35993"/>
                  <a:pt x="97300" y="35993"/>
                </a:cubicBezTo>
                <a:cubicBezTo>
                  <a:pt x="98270" y="36217"/>
                  <a:pt x="99191" y="36441"/>
                  <a:pt x="100062" y="36789"/>
                </a:cubicBezTo>
                <a:cubicBezTo>
                  <a:pt x="100054" y="36797"/>
                  <a:pt x="100049" y="36800"/>
                  <a:pt x="100046" y="36800"/>
                </a:cubicBezTo>
                <a:cubicBezTo>
                  <a:pt x="100040" y="36800"/>
                  <a:pt x="100046" y="36789"/>
                  <a:pt x="100062" y="36789"/>
                </a:cubicBezTo>
                <a:cubicBezTo>
                  <a:pt x="99689" y="36690"/>
                  <a:pt x="99390" y="36565"/>
                  <a:pt x="99017" y="36466"/>
                </a:cubicBezTo>
                <a:cubicBezTo>
                  <a:pt x="98942" y="36441"/>
                  <a:pt x="98868" y="36441"/>
                  <a:pt x="98793" y="36416"/>
                </a:cubicBezTo>
                <a:cubicBezTo>
                  <a:pt x="98445" y="36316"/>
                  <a:pt x="98121" y="36242"/>
                  <a:pt x="97772" y="36167"/>
                </a:cubicBezTo>
                <a:cubicBezTo>
                  <a:pt x="97648" y="36117"/>
                  <a:pt x="97548" y="36117"/>
                  <a:pt x="97424" y="36092"/>
                </a:cubicBezTo>
                <a:cubicBezTo>
                  <a:pt x="97374" y="36092"/>
                  <a:pt x="97324" y="36067"/>
                  <a:pt x="97275" y="36067"/>
                </a:cubicBezTo>
                <a:cubicBezTo>
                  <a:pt x="97200" y="36067"/>
                  <a:pt x="97175" y="36042"/>
                  <a:pt x="97125" y="36042"/>
                </a:cubicBezTo>
                <a:cubicBezTo>
                  <a:pt x="97051" y="36042"/>
                  <a:pt x="97026" y="36042"/>
                  <a:pt x="96951" y="35993"/>
                </a:cubicBezTo>
                <a:cubicBezTo>
                  <a:pt x="96901" y="35993"/>
                  <a:pt x="96827" y="35968"/>
                  <a:pt x="96777" y="35968"/>
                </a:cubicBezTo>
                <a:cubicBezTo>
                  <a:pt x="96752" y="35968"/>
                  <a:pt x="96677" y="35943"/>
                  <a:pt x="96652" y="35943"/>
                </a:cubicBezTo>
                <a:lnTo>
                  <a:pt x="96627" y="35943"/>
                </a:lnTo>
                <a:cubicBezTo>
                  <a:pt x="96587" y="35943"/>
                  <a:pt x="96563" y="35926"/>
                  <a:pt x="96542" y="35920"/>
                </a:cubicBezTo>
                <a:close/>
                <a:moveTo>
                  <a:pt x="90380" y="35943"/>
                </a:moveTo>
                <a:lnTo>
                  <a:pt x="90380" y="35968"/>
                </a:lnTo>
                <a:lnTo>
                  <a:pt x="90380" y="35993"/>
                </a:lnTo>
                <a:cubicBezTo>
                  <a:pt x="90106" y="36042"/>
                  <a:pt x="89857" y="36067"/>
                  <a:pt x="89608" y="36092"/>
                </a:cubicBezTo>
                <a:cubicBezTo>
                  <a:pt x="89534" y="36092"/>
                  <a:pt x="89434" y="36117"/>
                  <a:pt x="89359" y="36117"/>
                </a:cubicBezTo>
                <a:cubicBezTo>
                  <a:pt x="88662" y="36217"/>
                  <a:pt x="87940" y="36341"/>
                  <a:pt x="87219" y="36490"/>
                </a:cubicBezTo>
                <a:cubicBezTo>
                  <a:pt x="86870" y="36565"/>
                  <a:pt x="86547" y="36665"/>
                  <a:pt x="86198" y="36739"/>
                </a:cubicBezTo>
                <a:cubicBezTo>
                  <a:pt x="85850" y="36839"/>
                  <a:pt x="85501" y="36938"/>
                  <a:pt x="85178" y="36988"/>
                </a:cubicBezTo>
                <a:lnTo>
                  <a:pt x="85178" y="36963"/>
                </a:lnTo>
                <a:lnTo>
                  <a:pt x="85178" y="36938"/>
                </a:lnTo>
                <a:cubicBezTo>
                  <a:pt x="86596" y="36565"/>
                  <a:pt x="87965" y="36242"/>
                  <a:pt x="89334" y="36067"/>
                </a:cubicBezTo>
                <a:cubicBezTo>
                  <a:pt x="89434" y="36067"/>
                  <a:pt x="89534" y="36042"/>
                  <a:pt x="89608" y="36042"/>
                </a:cubicBezTo>
                <a:cubicBezTo>
                  <a:pt x="89857" y="35993"/>
                  <a:pt x="90131" y="35968"/>
                  <a:pt x="90380" y="35943"/>
                </a:cubicBezTo>
                <a:close/>
                <a:moveTo>
                  <a:pt x="98121" y="36466"/>
                </a:moveTo>
                <a:lnTo>
                  <a:pt x="98121" y="36466"/>
                </a:lnTo>
                <a:cubicBezTo>
                  <a:pt x="98295" y="36490"/>
                  <a:pt x="98494" y="36515"/>
                  <a:pt x="98669" y="36590"/>
                </a:cubicBezTo>
                <a:cubicBezTo>
                  <a:pt x="98917" y="36665"/>
                  <a:pt x="99141" y="36739"/>
                  <a:pt x="99390" y="36814"/>
                </a:cubicBezTo>
                <a:cubicBezTo>
                  <a:pt x="99565" y="36864"/>
                  <a:pt x="99764" y="36914"/>
                  <a:pt x="99913" y="36963"/>
                </a:cubicBezTo>
                <a:cubicBezTo>
                  <a:pt x="99888" y="37038"/>
                  <a:pt x="99814" y="37063"/>
                  <a:pt x="99789" y="37113"/>
                </a:cubicBezTo>
                <a:lnTo>
                  <a:pt x="98121" y="36466"/>
                </a:lnTo>
                <a:close/>
                <a:moveTo>
                  <a:pt x="102925" y="33304"/>
                </a:moveTo>
                <a:lnTo>
                  <a:pt x="102925" y="33304"/>
                </a:lnTo>
                <a:cubicBezTo>
                  <a:pt x="102552" y="34599"/>
                  <a:pt x="102153" y="35918"/>
                  <a:pt x="101730" y="37187"/>
                </a:cubicBezTo>
                <a:cubicBezTo>
                  <a:pt x="101631" y="37163"/>
                  <a:pt x="101531" y="37088"/>
                  <a:pt x="101431" y="37038"/>
                </a:cubicBezTo>
                <a:cubicBezTo>
                  <a:pt x="101307" y="36963"/>
                  <a:pt x="101183" y="36938"/>
                  <a:pt x="101033" y="36864"/>
                </a:cubicBezTo>
                <a:cubicBezTo>
                  <a:pt x="100909" y="36814"/>
                  <a:pt x="100784" y="36789"/>
                  <a:pt x="100660" y="36714"/>
                </a:cubicBezTo>
                <a:cubicBezTo>
                  <a:pt x="101506" y="35619"/>
                  <a:pt x="102278" y="34474"/>
                  <a:pt x="102925" y="33304"/>
                </a:cubicBezTo>
                <a:close/>
                <a:moveTo>
                  <a:pt x="100162" y="37038"/>
                </a:moveTo>
                <a:cubicBezTo>
                  <a:pt x="100137" y="37088"/>
                  <a:pt x="100062" y="37138"/>
                  <a:pt x="100038" y="37212"/>
                </a:cubicBezTo>
                <a:cubicBezTo>
                  <a:pt x="100013" y="37212"/>
                  <a:pt x="100013" y="37187"/>
                  <a:pt x="99988" y="37187"/>
                </a:cubicBezTo>
                <a:cubicBezTo>
                  <a:pt x="100013" y="37113"/>
                  <a:pt x="100062" y="37088"/>
                  <a:pt x="100112" y="37038"/>
                </a:cubicBezTo>
                <a:close/>
                <a:moveTo>
                  <a:pt x="96478" y="36167"/>
                </a:moveTo>
                <a:lnTo>
                  <a:pt x="96478" y="36167"/>
                </a:lnTo>
                <a:cubicBezTo>
                  <a:pt x="96578" y="36192"/>
                  <a:pt x="96677" y="36217"/>
                  <a:pt x="96777" y="36217"/>
                </a:cubicBezTo>
                <a:cubicBezTo>
                  <a:pt x="97748" y="36515"/>
                  <a:pt x="98693" y="36864"/>
                  <a:pt x="99664" y="37237"/>
                </a:cubicBezTo>
                <a:lnTo>
                  <a:pt x="99639" y="37287"/>
                </a:lnTo>
                <a:cubicBezTo>
                  <a:pt x="98619" y="36839"/>
                  <a:pt x="97548" y="36466"/>
                  <a:pt x="96478" y="36167"/>
                </a:cubicBezTo>
                <a:close/>
                <a:moveTo>
                  <a:pt x="103423" y="32334"/>
                </a:moveTo>
                <a:cubicBezTo>
                  <a:pt x="103024" y="33976"/>
                  <a:pt x="102502" y="35619"/>
                  <a:pt x="101929" y="37312"/>
                </a:cubicBezTo>
                <a:cubicBezTo>
                  <a:pt x="101904" y="37312"/>
                  <a:pt x="101904" y="37287"/>
                  <a:pt x="101880" y="37287"/>
                </a:cubicBezTo>
                <a:cubicBezTo>
                  <a:pt x="102427" y="35694"/>
                  <a:pt x="102900" y="34126"/>
                  <a:pt x="103298" y="32583"/>
                </a:cubicBezTo>
                <a:cubicBezTo>
                  <a:pt x="103348" y="32483"/>
                  <a:pt x="103398" y="32433"/>
                  <a:pt x="103423" y="32334"/>
                </a:cubicBezTo>
                <a:close/>
                <a:moveTo>
                  <a:pt x="113479" y="21631"/>
                </a:moveTo>
                <a:lnTo>
                  <a:pt x="113479" y="21631"/>
                </a:lnTo>
                <a:cubicBezTo>
                  <a:pt x="115072" y="23622"/>
                  <a:pt x="116217" y="26011"/>
                  <a:pt x="116939" y="28724"/>
                </a:cubicBezTo>
                <a:cubicBezTo>
                  <a:pt x="116939" y="29148"/>
                  <a:pt x="116964" y="29596"/>
                  <a:pt x="116988" y="30019"/>
                </a:cubicBezTo>
                <a:lnTo>
                  <a:pt x="116988" y="30218"/>
                </a:lnTo>
                <a:cubicBezTo>
                  <a:pt x="117038" y="30591"/>
                  <a:pt x="116988" y="30965"/>
                  <a:pt x="116988" y="31338"/>
                </a:cubicBezTo>
                <a:lnTo>
                  <a:pt x="116988" y="31662"/>
                </a:lnTo>
                <a:lnTo>
                  <a:pt x="116988" y="31786"/>
                </a:lnTo>
                <a:cubicBezTo>
                  <a:pt x="116988" y="31886"/>
                  <a:pt x="116988" y="32010"/>
                  <a:pt x="116964" y="32110"/>
                </a:cubicBezTo>
                <a:cubicBezTo>
                  <a:pt x="116964" y="32234"/>
                  <a:pt x="116939" y="32383"/>
                  <a:pt x="116939" y="32508"/>
                </a:cubicBezTo>
                <a:cubicBezTo>
                  <a:pt x="116889" y="32707"/>
                  <a:pt x="116889" y="32906"/>
                  <a:pt x="116864" y="33105"/>
                </a:cubicBezTo>
                <a:cubicBezTo>
                  <a:pt x="116864" y="33130"/>
                  <a:pt x="116864" y="33180"/>
                  <a:pt x="116839" y="33205"/>
                </a:cubicBezTo>
                <a:cubicBezTo>
                  <a:pt x="116839" y="33230"/>
                  <a:pt x="116839" y="33255"/>
                  <a:pt x="116814" y="33329"/>
                </a:cubicBezTo>
                <a:cubicBezTo>
                  <a:pt x="116764" y="33603"/>
                  <a:pt x="116715" y="33877"/>
                  <a:pt x="116640" y="34176"/>
                </a:cubicBezTo>
                <a:cubicBezTo>
                  <a:pt x="116615" y="34225"/>
                  <a:pt x="116615" y="34325"/>
                  <a:pt x="116615" y="34375"/>
                </a:cubicBezTo>
                <a:cubicBezTo>
                  <a:pt x="116366" y="35370"/>
                  <a:pt x="116067" y="36416"/>
                  <a:pt x="115619" y="37362"/>
                </a:cubicBezTo>
                <a:cubicBezTo>
                  <a:pt x="115122" y="35719"/>
                  <a:pt x="114474" y="34225"/>
                  <a:pt x="113628" y="32881"/>
                </a:cubicBezTo>
                <a:cubicBezTo>
                  <a:pt x="113728" y="32234"/>
                  <a:pt x="113777" y="31612"/>
                  <a:pt x="113852" y="30990"/>
                </a:cubicBezTo>
                <a:cubicBezTo>
                  <a:pt x="113852" y="30865"/>
                  <a:pt x="113877" y="30741"/>
                  <a:pt x="113877" y="30616"/>
                </a:cubicBezTo>
                <a:cubicBezTo>
                  <a:pt x="113952" y="29969"/>
                  <a:pt x="113977" y="29347"/>
                  <a:pt x="114001" y="28700"/>
                </a:cubicBezTo>
                <a:lnTo>
                  <a:pt x="114001" y="28202"/>
                </a:lnTo>
                <a:lnTo>
                  <a:pt x="114001" y="26708"/>
                </a:lnTo>
                <a:lnTo>
                  <a:pt x="114001" y="26210"/>
                </a:lnTo>
                <a:cubicBezTo>
                  <a:pt x="113977" y="25613"/>
                  <a:pt x="113952" y="25041"/>
                  <a:pt x="113877" y="24468"/>
                </a:cubicBezTo>
                <a:cubicBezTo>
                  <a:pt x="113852" y="24269"/>
                  <a:pt x="113852" y="24120"/>
                  <a:pt x="113827" y="23921"/>
                </a:cubicBezTo>
                <a:cubicBezTo>
                  <a:pt x="113753" y="23348"/>
                  <a:pt x="113653" y="22751"/>
                  <a:pt x="113578" y="22178"/>
                </a:cubicBezTo>
                <a:cubicBezTo>
                  <a:pt x="113578" y="22128"/>
                  <a:pt x="113529" y="22054"/>
                  <a:pt x="113529" y="22004"/>
                </a:cubicBezTo>
                <a:cubicBezTo>
                  <a:pt x="113504" y="21879"/>
                  <a:pt x="113479" y="21755"/>
                  <a:pt x="113479" y="21631"/>
                </a:cubicBezTo>
                <a:close/>
                <a:moveTo>
                  <a:pt x="65156" y="30581"/>
                </a:moveTo>
                <a:cubicBezTo>
                  <a:pt x="66537" y="30581"/>
                  <a:pt x="67809" y="30781"/>
                  <a:pt x="68949" y="31189"/>
                </a:cubicBezTo>
                <a:cubicBezTo>
                  <a:pt x="69148" y="32060"/>
                  <a:pt x="69397" y="32881"/>
                  <a:pt x="69695" y="33703"/>
                </a:cubicBezTo>
                <a:cubicBezTo>
                  <a:pt x="67704" y="34823"/>
                  <a:pt x="65762" y="36067"/>
                  <a:pt x="63796" y="37411"/>
                </a:cubicBezTo>
                <a:cubicBezTo>
                  <a:pt x="62452" y="35545"/>
                  <a:pt x="61307" y="33479"/>
                  <a:pt x="60361" y="31263"/>
                </a:cubicBezTo>
                <a:cubicBezTo>
                  <a:pt x="62063" y="30812"/>
                  <a:pt x="63672" y="30581"/>
                  <a:pt x="65156" y="30581"/>
                </a:cubicBezTo>
                <a:close/>
                <a:moveTo>
                  <a:pt x="100510" y="36864"/>
                </a:moveTo>
                <a:cubicBezTo>
                  <a:pt x="100909" y="37063"/>
                  <a:pt x="101282" y="37212"/>
                  <a:pt x="101631" y="37411"/>
                </a:cubicBezTo>
                <a:cubicBezTo>
                  <a:pt x="101531" y="37362"/>
                  <a:pt x="101431" y="37337"/>
                  <a:pt x="101357" y="37287"/>
                </a:cubicBezTo>
                <a:cubicBezTo>
                  <a:pt x="101307" y="37237"/>
                  <a:pt x="101257" y="37237"/>
                  <a:pt x="101232" y="37212"/>
                </a:cubicBezTo>
                <a:cubicBezTo>
                  <a:pt x="101008" y="37113"/>
                  <a:pt x="100759" y="37038"/>
                  <a:pt x="100510" y="36938"/>
                </a:cubicBezTo>
                <a:lnTo>
                  <a:pt x="100510" y="36914"/>
                </a:lnTo>
                <a:lnTo>
                  <a:pt x="100510" y="36864"/>
                </a:lnTo>
                <a:close/>
                <a:moveTo>
                  <a:pt x="99888" y="37343"/>
                </a:moveTo>
                <a:cubicBezTo>
                  <a:pt x="99894" y="37343"/>
                  <a:pt x="99901" y="37349"/>
                  <a:pt x="99913" y="37362"/>
                </a:cubicBezTo>
                <a:cubicBezTo>
                  <a:pt x="99913" y="37411"/>
                  <a:pt x="99888" y="37411"/>
                  <a:pt x="99888" y="37436"/>
                </a:cubicBezTo>
                <a:cubicBezTo>
                  <a:pt x="99863" y="37436"/>
                  <a:pt x="99863" y="37411"/>
                  <a:pt x="99814" y="37411"/>
                </a:cubicBezTo>
                <a:lnTo>
                  <a:pt x="99863" y="37362"/>
                </a:lnTo>
                <a:cubicBezTo>
                  <a:pt x="99876" y="37349"/>
                  <a:pt x="99882" y="37343"/>
                  <a:pt x="99888" y="37343"/>
                </a:cubicBezTo>
                <a:close/>
                <a:moveTo>
                  <a:pt x="60187" y="31313"/>
                </a:moveTo>
                <a:cubicBezTo>
                  <a:pt x="61108" y="33553"/>
                  <a:pt x="62253" y="35619"/>
                  <a:pt x="63647" y="37486"/>
                </a:cubicBezTo>
                <a:lnTo>
                  <a:pt x="63572" y="37561"/>
                </a:lnTo>
                <a:cubicBezTo>
                  <a:pt x="62203" y="35694"/>
                  <a:pt x="61058" y="33578"/>
                  <a:pt x="60112" y="31338"/>
                </a:cubicBezTo>
                <a:cubicBezTo>
                  <a:pt x="60162" y="31338"/>
                  <a:pt x="60162" y="31338"/>
                  <a:pt x="60187" y="31313"/>
                </a:cubicBezTo>
                <a:close/>
                <a:moveTo>
                  <a:pt x="101805" y="37461"/>
                </a:moveTo>
                <a:cubicBezTo>
                  <a:pt x="101855" y="37461"/>
                  <a:pt x="101855" y="37486"/>
                  <a:pt x="101880" y="37486"/>
                </a:cubicBezTo>
                <a:lnTo>
                  <a:pt x="101880" y="37536"/>
                </a:lnTo>
                <a:lnTo>
                  <a:pt x="101880" y="37561"/>
                </a:lnTo>
                <a:cubicBezTo>
                  <a:pt x="101805" y="37536"/>
                  <a:pt x="101805" y="37536"/>
                  <a:pt x="101780" y="37536"/>
                </a:cubicBezTo>
                <a:cubicBezTo>
                  <a:pt x="101780" y="37486"/>
                  <a:pt x="101805" y="37461"/>
                  <a:pt x="101805" y="37461"/>
                </a:cubicBezTo>
                <a:close/>
                <a:moveTo>
                  <a:pt x="69745" y="33852"/>
                </a:moveTo>
                <a:cubicBezTo>
                  <a:pt x="69745" y="33877"/>
                  <a:pt x="69770" y="33877"/>
                  <a:pt x="69770" y="33927"/>
                </a:cubicBezTo>
                <a:cubicBezTo>
                  <a:pt x="67828" y="35072"/>
                  <a:pt x="65862" y="36291"/>
                  <a:pt x="63921" y="37611"/>
                </a:cubicBezTo>
                <a:cubicBezTo>
                  <a:pt x="63921" y="37586"/>
                  <a:pt x="63896" y="37586"/>
                  <a:pt x="63896" y="37561"/>
                </a:cubicBezTo>
                <a:cubicBezTo>
                  <a:pt x="65837" y="36217"/>
                  <a:pt x="67804" y="34997"/>
                  <a:pt x="69745" y="33852"/>
                </a:cubicBezTo>
                <a:close/>
                <a:moveTo>
                  <a:pt x="113553" y="33180"/>
                </a:moveTo>
                <a:cubicBezTo>
                  <a:pt x="114350" y="34499"/>
                  <a:pt x="114997" y="35993"/>
                  <a:pt x="115470" y="37660"/>
                </a:cubicBezTo>
                <a:cubicBezTo>
                  <a:pt x="115470" y="37685"/>
                  <a:pt x="115445" y="37710"/>
                  <a:pt x="115445" y="37735"/>
                </a:cubicBezTo>
                <a:cubicBezTo>
                  <a:pt x="114997" y="36092"/>
                  <a:pt x="114350" y="34599"/>
                  <a:pt x="113553" y="33255"/>
                </a:cubicBezTo>
                <a:lnTo>
                  <a:pt x="113553" y="33180"/>
                </a:lnTo>
                <a:close/>
                <a:moveTo>
                  <a:pt x="63746" y="37685"/>
                </a:moveTo>
                <a:cubicBezTo>
                  <a:pt x="63746" y="37710"/>
                  <a:pt x="63796" y="37710"/>
                  <a:pt x="63796" y="37735"/>
                </a:cubicBezTo>
                <a:cubicBezTo>
                  <a:pt x="63746" y="37735"/>
                  <a:pt x="63746" y="37760"/>
                  <a:pt x="63721" y="37760"/>
                </a:cubicBezTo>
                <a:cubicBezTo>
                  <a:pt x="63697" y="37735"/>
                  <a:pt x="63697" y="37710"/>
                  <a:pt x="63697" y="37710"/>
                </a:cubicBezTo>
                <a:cubicBezTo>
                  <a:pt x="63721" y="37710"/>
                  <a:pt x="63721" y="37685"/>
                  <a:pt x="63746" y="37685"/>
                </a:cubicBezTo>
                <a:close/>
                <a:moveTo>
                  <a:pt x="116152" y="36779"/>
                </a:moveTo>
                <a:cubicBezTo>
                  <a:pt x="116024" y="37110"/>
                  <a:pt x="115888" y="37437"/>
                  <a:pt x="115744" y="37760"/>
                </a:cubicBezTo>
                <a:cubicBezTo>
                  <a:pt x="115744" y="37735"/>
                  <a:pt x="115744" y="37710"/>
                  <a:pt x="115719" y="37710"/>
                </a:cubicBezTo>
                <a:cubicBezTo>
                  <a:pt x="115719" y="37710"/>
                  <a:pt x="115719" y="37685"/>
                  <a:pt x="115744" y="37685"/>
                </a:cubicBezTo>
                <a:cubicBezTo>
                  <a:pt x="115794" y="37660"/>
                  <a:pt x="115794" y="37586"/>
                  <a:pt x="115819" y="37561"/>
                </a:cubicBezTo>
                <a:cubicBezTo>
                  <a:pt x="115918" y="37312"/>
                  <a:pt x="116043" y="37063"/>
                  <a:pt x="116117" y="36814"/>
                </a:cubicBezTo>
                <a:cubicBezTo>
                  <a:pt x="116133" y="36806"/>
                  <a:pt x="116143" y="36794"/>
                  <a:pt x="116152" y="36779"/>
                </a:cubicBezTo>
                <a:close/>
                <a:moveTo>
                  <a:pt x="100311" y="37113"/>
                </a:moveTo>
                <a:cubicBezTo>
                  <a:pt x="100510" y="37187"/>
                  <a:pt x="100660" y="37237"/>
                  <a:pt x="100809" y="37312"/>
                </a:cubicBezTo>
                <a:cubicBezTo>
                  <a:pt x="101058" y="37411"/>
                  <a:pt x="101307" y="37486"/>
                  <a:pt x="101531" y="37611"/>
                </a:cubicBezTo>
                <a:cubicBezTo>
                  <a:pt x="101506" y="37685"/>
                  <a:pt x="101481" y="37760"/>
                  <a:pt x="101431" y="37835"/>
                </a:cubicBezTo>
                <a:cubicBezTo>
                  <a:pt x="101033" y="37635"/>
                  <a:pt x="100610" y="37461"/>
                  <a:pt x="100187" y="37262"/>
                </a:cubicBezTo>
                <a:cubicBezTo>
                  <a:pt x="100237" y="37212"/>
                  <a:pt x="100286" y="37187"/>
                  <a:pt x="100311" y="37113"/>
                </a:cubicBezTo>
                <a:close/>
                <a:moveTo>
                  <a:pt x="72408" y="33678"/>
                </a:moveTo>
                <a:lnTo>
                  <a:pt x="72408" y="33678"/>
                </a:lnTo>
                <a:cubicBezTo>
                  <a:pt x="73031" y="34474"/>
                  <a:pt x="73504" y="35420"/>
                  <a:pt x="73777" y="36466"/>
                </a:cubicBezTo>
                <a:lnTo>
                  <a:pt x="73777" y="36490"/>
                </a:lnTo>
                <a:cubicBezTo>
                  <a:pt x="73777" y="36515"/>
                  <a:pt x="73777" y="36565"/>
                  <a:pt x="73802" y="36590"/>
                </a:cubicBezTo>
                <a:lnTo>
                  <a:pt x="73802" y="36690"/>
                </a:lnTo>
                <a:cubicBezTo>
                  <a:pt x="73852" y="36864"/>
                  <a:pt x="73877" y="37038"/>
                  <a:pt x="73902" y="37212"/>
                </a:cubicBezTo>
                <a:cubicBezTo>
                  <a:pt x="73902" y="37287"/>
                  <a:pt x="73927" y="37337"/>
                  <a:pt x="73927" y="37411"/>
                </a:cubicBezTo>
                <a:lnTo>
                  <a:pt x="73927" y="37486"/>
                </a:lnTo>
                <a:cubicBezTo>
                  <a:pt x="73927" y="37561"/>
                  <a:pt x="73977" y="37586"/>
                  <a:pt x="73977" y="37660"/>
                </a:cubicBezTo>
                <a:cubicBezTo>
                  <a:pt x="73977" y="37710"/>
                  <a:pt x="73977" y="37810"/>
                  <a:pt x="73927" y="37859"/>
                </a:cubicBezTo>
                <a:cubicBezTo>
                  <a:pt x="73753" y="37536"/>
                  <a:pt x="73603" y="37187"/>
                  <a:pt x="73429" y="36814"/>
                </a:cubicBezTo>
                <a:cubicBezTo>
                  <a:pt x="73404" y="36714"/>
                  <a:pt x="73354" y="36615"/>
                  <a:pt x="73304" y="36490"/>
                </a:cubicBezTo>
                <a:cubicBezTo>
                  <a:pt x="73155" y="36117"/>
                  <a:pt x="73031" y="35794"/>
                  <a:pt x="72906" y="35420"/>
                </a:cubicBezTo>
                <a:cubicBezTo>
                  <a:pt x="72856" y="35246"/>
                  <a:pt x="72807" y="35097"/>
                  <a:pt x="72757" y="34947"/>
                </a:cubicBezTo>
                <a:cubicBezTo>
                  <a:pt x="72657" y="34624"/>
                  <a:pt x="72558" y="34325"/>
                  <a:pt x="72508" y="34001"/>
                </a:cubicBezTo>
                <a:cubicBezTo>
                  <a:pt x="72483" y="33877"/>
                  <a:pt x="72433" y="33802"/>
                  <a:pt x="72408" y="33678"/>
                </a:cubicBezTo>
                <a:close/>
                <a:moveTo>
                  <a:pt x="101730" y="37710"/>
                </a:moveTo>
                <a:cubicBezTo>
                  <a:pt x="101755" y="37710"/>
                  <a:pt x="101755" y="37735"/>
                  <a:pt x="101780" y="37735"/>
                </a:cubicBezTo>
                <a:cubicBezTo>
                  <a:pt x="101755" y="37810"/>
                  <a:pt x="101730" y="37909"/>
                  <a:pt x="101730" y="37959"/>
                </a:cubicBezTo>
                <a:cubicBezTo>
                  <a:pt x="101680" y="37959"/>
                  <a:pt x="101680" y="37934"/>
                  <a:pt x="101655" y="37934"/>
                </a:cubicBezTo>
                <a:cubicBezTo>
                  <a:pt x="101655" y="37859"/>
                  <a:pt x="101680" y="37760"/>
                  <a:pt x="101730" y="37710"/>
                </a:cubicBezTo>
                <a:close/>
                <a:moveTo>
                  <a:pt x="75769" y="31039"/>
                </a:moveTo>
                <a:lnTo>
                  <a:pt x="75769" y="31039"/>
                </a:lnTo>
                <a:cubicBezTo>
                  <a:pt x="75744" y="33205"/>
                  <a:pt x="75346" y="35569"/>
                  <a:pt x="74549" y="38059"/>
                </a:cubicBezTo>
                <a:cubicBezTo>
                  <a:pt x="74524" y="37909"/>
                  <a:pt x="74499" y="37710"/>
                  <a:pt x="74425" y="37561"/>
                </a:cubicBezTo>
                <a:lnTo>
                  <a:pt x="74425" y="37536"/>
                </a:lnTo>
                <a:lnTo>
                  <a:pt x="74425" y="37436"/>
                </a:lnTo>
                <a:cubicBezTo>
                  <a:pt x="74375" y="37113"/>
                  <a:pt x="74350" y="36839"/>
                  <a:pt x="74250" y="36565"/>
                </a:cubicBezTo>
                <a:lnTo>
                  <a:pt x="74250" y="36441"/>
                </a:lnTo>
                <a:lnTo>
                  <a:pt x="74151" y="35594"/>
                </a:lnTo>
                <a:cubicBezTo>
                  <a:pt x="74151" y="35470"/>
                  <a:pt x="74126" y="35345"/>
                  <a:pt x="74126" y="35221"/>
                </a:cubicBezTo>
                <a:lnTo>
                  <a:pt x="74126" y="35072"/>
                </a:lnTo>
                <a:lnTo>
                  <a:pt x="74126" y="34997"/>
                </a:lnTo>
                <a:lnTo>
                  <a:pt x="74126" y="34873"/>
                </a:lnTo>
                <a:lnTo>
                  <a:pt x="74126" y="33827"/>
                </a:lnTo>
                <a:lnTo>
                  <a:pt x="74126" y="33703"/>
                </a:lnTo>
                <a:lnTo>
                  <a:pt x="74126" y="33479"/>
                </a:lnTo>
                <a:cubicBezTo>
                  <a:pt x="74151" y="33105"/>
                  <a:pt x="74176" y="32732"/>
                  <a:pt x="74250" y="32359"/>
                </a:cubicBezTo>
                <a:cubicBezTo>
                  <a:pt x="74250" y="32259"/>
                  <a:pt x="74275" y="32159"/>
                  <a:pt x="74275" y="32110"/>
                </a:cubicBezTo>
                <a:cubicBezTo>
                  <a:pt x="74300" y="31985"/>
                  <a:pt x="74325" y="31861"/>
                  <a:pt x="74325" y="31736"/>
                </a:cubicBezTo>
                <a:cubicBezTo>
                  <a:pt x="74798" y="31487"/>
                  <a:pt x="75296" y="31263"/>
                  <a:pt x="75769" y="31039"/>
                </a:cubicBezTo>
                <a:close/>
                <a:moveTo>
                  <a:pt x="100062" y="37436"/>
                </a:moveTo>
                <a:cubicBezTo>
                  <a:pt x="100535" y="37611"/>
                  <a:pt x="100983" y="37810"/>
                  <a:pt x="101407" y="38034"/>
                </a:cubicBezTo>
                <a:cubicBezTo>
                  <a:pt x="101407" y="38059"/>
                  <a:pt x="101407" y="38059"/>
                  <a:pt x="101382" y="38083"/>
                </a:cubicBezTo>
                <a:cubicBezTo>
                  <a:pt x="100934" y="37859"/>
                  <a:pt x="100486" y="37685"/>
                  <a:pt x="100038" y="37486"/>
                </a:cubicBezTo>
                <a:cubicBezTo>
                  <a:pt x="100038" y="37461"/>
                  <a:pt x="100062" y="37461"/>
                  <a:pt x="100062" y="37436"/>
                </a:cubicBezTo>
                <a:close/>
                <a:moveTo>
                  <a:pt x="101556" y="38083"/>
                </a:moveTo>
                <a:cubicBezTo>
                  <a:pt x="101606" y="38083"/>
                  <a:pt x="101606" y="38108"/>
                  <a:pt x="101631" y="38108"/>
                </a:cubicBezTo>
                <a:cubicBezTo>
                  <a:pt x="101631" y="38133"/>
                  <a:pt x="101631" y="38133"/>
                  <a:pt x="101606" y="38183"/>
                </a:cubicBezTo>
                <a:cubicBezTo>
                  <a:pt x="101567" y="38183"/>
                  <a:pt x="101558" y="38153"/>
                  <a:pt x="101545" y="38140"/>
                </a:cubicBezTo>
                <a:lnTo>
                  <a:pt x="101545" y="38140"/>
                </a:lnTo>
                <a:cubicBezTo>
                  <a:pt x="101556" y="38136"/>
                  <a:pt x="101556" y="38102"/>
                  <a:pt x="101556" y="38083"/>
                </a:cubicBezTo>
                <a:close/>
                <a:moveTo>
                  <a:pt x="59938" y="31363"/>
                </a:moveTo>
                <a:cubicBezTo>
                  <a:pt x="60859" y="33628"/>
                  <a:pt x="62054" y="35744"/>
                  <a:pt x="63423" y="37660"/>
                </a:cubicBezTo>
                <a:cubicBezTo>
                  <a:pt x="63049" y="37909"/>
                  <a:pt x="62701" y="38158"/>
                  <a:pt x="62328" y="38407"/>
                </a:cubicBezTo>
                <a:cubicBezTo>
                  <a:pt x="61183" y="36291"/>
                  <a:pt x="59838" y="34076"/>
                  <a:pt x="58345" y="31861"/>
                </a:cubicBezTo>
                <a:cubicBezTo>
                  <a:pt x="58868" y="31687"/>
                  <a:pt x="59390" y="31487"/>
                  <a:pt x="59938" y="31363"/>
                </a:cubicBezTo>
                <a:close/>
                <a:moveTo>
                  <a:pt x="76018" y="30865"/>
                </a:moveTo>
                <a:cubicBezTo>
                  <a:pt x="76018" y="33230"/>
                  <a:pt x="75545" y="35794"/>
                  <a:pt x="74674" y="38457"/>
                </a:cubicBezTo>
                <a:cubicBezTo>
                  <a:pt x="74674" y="38432"/>
                  <a:pt x="74649" y="38407"/>
                  <a:pt x="74649" y="38357"/>
                </a:cubicBezTo>
                <a:cubicBezTo>
                  <a:pt x="75495" y="35744"/>
                  <a:pt x="75943" y="33230"/>
                  <a:pt x="75943" y="30890"/>
                </a:cubicBezTo>
                <a:cubicBezTo>
                  <a:pt x="75968" y="30890"/>
                  <a:pt x="75993" y="30890"/>
                  <a:pt x="76018" y="30865"/>
                </a:cubicBezTo>
                <a:close/>
                <a:moveTo>
                  <a:pt x="85302" y="34922"/>
                </a:moveTo>
                <a:lnTo>
                  <a:pt x="85302" y="34922"/>
                </a:lnTo>
                <a:cubicBezTo>
                  <a:pt x="85128" y="35569"/>
                  <a:pt x="84954" y="36242"/>
                  <a:pt x="84705" y="36864"/>
                </a:cubicBezTo>
                <a:cubicBezTo>
                  <a:pt x="84555" y="36914"/>
                  <a:pt x="84381" y="36963"/>
                  <a:pt x="84257" y="36988"/>
                </a:cubicBezTo>
                <a:cubicBezTo>
                  <a:pt x="84107" y="37038"/>
                  <a:pt x="83958" y="37088"/>
                  <a:pt x="83809" y="37113"/>
                </a:cubicBezTo>
                <a:cubicBezTo>
                  <a:pt x="83385" y="37237"/>
                  <a:pt x="82987" y="37362"/>
                  <a:pt x="82564" y="37536"/>
                </a:cubicBezTo>
                <a:cubicBezTo>
                  <a:pt x="82365" y="37586"/>
                  <a:pt x="82216" y="37611"/>
                  <a:pt x="82066" y="37685"/>
                </a:cubicBezTo>
                <a:cubicBezTo>
                  <a:pt x="81718" y="37810"/>
                  <a:pt x="81394" y="37934"/>
                  <a:pt x="81071" y="38059"/>
                </a:cubicBezTo>
                <a:cubicBezTo>
                  <a:pt x="80996" y="38083"/>
                  <a:pt x="80946" y="38108"/>
                  <a:pt x="80871" y="38108"/>
                </a:cubicBezTo>
                <a:cubicBezTo>
                  <a:pt x="80697" y="38183"/>
                  <a:pt x="80498" y="38233"/>
                  <a:pt x="80324" y="38332"/>
                </a:cubicBezTo>
                <a:cubicBezTo>
                  <a:pt x="80150" y="38382"/>
                  <a:pt x="80000" y="38457"/>
                  <a:pt x="79876" y="38532"/>
                </a:cubicBezTo>
                <a:cubicBezTo>
                  <a:pt x="80324" y="37536"/>
                  <a:pt x="80722" y="36565"/>
                  <a:pt x="81071" y="35569"/>
                </a:cubicBezTo>
                <a:cubicBezTo>
                  <a:pt x="82365" y="35221"/>
                  <a:pt x="83809" y="34997"/>
                  <a:pt x="85302" y="34922"/>
                </a:cubicBezTo>
                <a:close/>
                <a:moveTo>
                  <a:pt x="17524" y="36490"/>
                </a:moveTo>
                <a:lnTo>
                  <a:pt x="17524" y="36540"/>
                </a:lnTo>
                <a:lnTo>
                  <a:pt x="17524" y="36565"/>
                </a:lnTo>
                <a:lnTo>
                  <a:pt x="17524" y="36590"/>
                </a:lnTo>
                <a:cubicBezTo>
                  <a:pt x="17399" y="36739"/>
                  <a:pt x="17250" y="36938"/>
                  <a:pt x="17125" y="37113"/>
                </a:cubicBezTo>
                <a:cubicBezTo>
                  <a:pt x="16805" y="37529"/>
                  <a:pt x="16417" y="38027"/>
                  <a:pt x="16019" y="38550"/>
                </a:cubicBezTo>
                <a:lnTo>
                  <a:pt x="16019" y="38550"/>
                </a:lnTo>
                <a:lnTo>
                  <a:pt x="16154" y="38357"/>
                </a:lnTo>
                <a:cubicBezTo>
                  <a:pt x="16379" y="38083"/>
                  <a:pt x="16553" y="37810"/>
                  <a:pt x="16777" y="37536"/>
                </a:cubicBezTo>
                <a:cubicBezTo>
                  <a:pt x="16802" y="37461"/>
                  <a:pt x="16851" y="37436"/>
                  <a:pt x="16876" y="37362"/>
                </a:cubicBezTo>
                <a:cubicBezTo>
                  <a:pt x="17100" y="37088"/>
                  <a:pt x="17299" y="36814"/>
                  <a:pt x="17524" y="36490"/>
                </a:cubicBezTo>
                <a:close/>
                <a:moveTo>
                  <a:pt x="58196" y="31960"/>
                </a:moveTo>
                <a:cubicBezTo>
                  <a:pt x="59639" y="34176"/>
                  <a:pt x="61033" y="36416"/>
                  <a:pt x="62178" y="38532"/>
                </a:cubicBezTo>
                <a:lnTo>
                  <a:pt x="62128" y="38556"/>
                </a:lnTo>
                <a:cubicBezTo>
                  <a:pt x="60983" y="36441"/>
                  <a:pt x="59614" y="34200"/>
                  <a:pt x="58121" y="31985"/>
                </a:cubicBezTo>
                <a:cubicBezTo>
                  <a:pt x="58171" y="31985"/>
                  <a:pt x="58171" y="31985"/>
                  <a:pt x="58196" y="31960"/>
                </a:cubicBezTo>
                <a:close/>
                <a:moveTo>
                  <a:pt x="82514" y="28227"/>
                </a:moveTo>
                <a:lnTo>
                  <a:pt x="82514" y="28227"/>
                </a:lnTo>
                <a:cubicBezTo>
                  <a:pt x="82166" y="30467"/>
                  <a:pt x="81519" y="32831"/>
                  <a:pt x="80647" y="35246"/>
                </a:cubicBezTo>
                <a:cubicBezTo>
                  <a:pt x="78208" y="35968"/>
                  <a:pt x="76192" y="37088"/>
                  <a:pt x="74848" y="38556"/>
                </a:cubicBezTo>
                <a:cubicBezTo>
                  <a:pt x="75744" y="35818"/>
                  <a:pt x="76217" y="33205"/>
                  <a:pt x="76167" y="30815"/>
                </a:cubicBezTo>
                <a:cubicBezTo>
                  <a:pt x="78308" y="29820"/>
                  <a:pt x="80448" y="28948"/>
                  <a:pt x="82514" y="28227"/>
                </a:cubicBezTo>
                <a:close/>
                <a:moveTo>
                  <a:pt x="63497" y="37810"/>
                </a:moveTo>
                <a:lnTo>
                  <a:pt x="63572" y="37859"/>
                </a:lnTo>
                <a:cubicBezTo>
                  <a:pt x="63199" y="38108"/>
                  <a:pt x="62825" y="38357"/>
                  <a:pt x="62452" y="38656"/>
                </a:cubicBezTo>
                <a:cubicBezTo>
                  <a:pt x="62452" y="38606"/>
                  <a:pt x="62427" y="38606"/>
                  <a:pt x="62427" y="38581"/>
                </a:cubicBezTo>
                <a:cubicBezTo>
                  <a:pt x="62800" y="38332"/>
                  <a:pt x="63174" y="38059"/>
                  <a:pt x="63497" y="37810"/>
                </a:cubicBezTo>
                <a:close/>
                <a:moveTo>
                  <a:pt x="80747" y="35694"/>
                </a:moveTo>
                <a:cubicBezTo>
                  <a:pt x="80398" y="36615"/>
                  <a:pt x="80000" y="37611"/>
                  <a:pt x="79552" y="38656"/>
                </a:cubicBezTo>
                <a:cubicBezTo>
                  <a:pt x="79527" y="38656"/>
                  <a:pt x="79527" y="38656"/>
                  <a:pt x="79502" y="38681"/>
                </a:cubicBezTo>
                <a:cubicBezTo>
                  <a:pt x="79926" y="37635"/>
                  <a:pt x="80349" y="36665"/>
                  <a:pt x="80722" y="35694"/>
                </a:cubicBezTo>
                <a:close/>
                <a:moveTo>
                  <a:pt x="84680" y="37063"/>
                </a:moveTo>
                <a:lnTo>
                  <a:pt x="84630" y="37113"/>
                </a:lnTo>
                <a:cubicBezTo>
                  <a:pt x="84356" y="37212"/>
                  <a:pt x="84082" y="37337"/>
                  <a:pt x="83809" y="37411"/>
                </a:cubicBezTo>
                <a:cubicBezTo>
                  <a:pt x="83585" y="37461"/>
                  <a:pt x="83336" y="37561"/>
                  <a:pt x="83112" y="37611"/>
                </a:cubicBezTo>
                <a:cubicBezTo>
                  <a:pt x="82464" y="37835"/>
                  <a:pt x="81817" y="38059"/>
                  <a:pt x="81120" y="38308"/>
                </a:cubicBezTo>
                <a:lnTo>
                  <a:pt x="80847" y="38382"/>
                </a:lnTo>
                <a:cubicBezTo>
                  <a:pt x="80473" y="38532"/>
                  <a:pt x="80100" y="38681"/>
                  <a:pt x="79726" y="38805"/>
                </a:cubicBezTo>
                <a:lnTo>
                  <a:pt x="79726" y="38780"/>
                </a:lnTo>
                <a:cubicBezTo>
                  <a:pt x="79726" y="38780"/>
                  <a:pt x="79726" y="38731"/>
                  <a:pt x="79751" y="38731"/>
                </a:cubicBezTo>
                <a:cubicBezTo>
                  <a:pt x="81444" y="38059"/>
                  <a:pt x="83087" y="37486"/>
                  <a:pt x="84680" y="37063"/>
                </a:cubicBezTo>
                <a:close/>
                <a:moveTo>
                  <a:pt x="19306" y="35769"/>
                </a:moveTo>
                <a:cubicBezTo>
                  <a:pt x="19770" y="35769"/>
                  <a:pt x="20349" y="35868"/>
                  <a:pt x="21033" y="36067"/>
                </a:cubicBezTo>
                <a:lnTo>
                  <a:pt x="18718" y="38855"/>
                </a:lnTo>
                <a:cubicBezTo>
                  <a:pt x="18046" y="37635"/>
                  <a:pt x="17847" y="36739"/>
                  <a:pt x="18121" y="36242"/>
                </a:cubicBezTo>
                <a:cubicBezTo>
                  <a:pt x="18171" y="36192"/>
                  <a:pt x="18220" y="36117"/>
                  <a:pt x="18270" y="36067"/>
                </a:cubicBezTo>
                <a:cubicBezTo>
                  <a:pt x="18494" y="35868"/>
                  <a:pt x="18843" y="35769"/>
                  <a:pt x="19306" y="35769"/>
                </a:cubicBezTo>
                <a:close/>
                <a:moveTo>
                  <a:pt x="80598" y="35445"/>
                </a:moveTo>
                <a:cubicBezTo>
                  <a:pt x="80598" y="35470"/>
                  <a:pt x="80573" y="35495"/>
                  <a:pt x="80573" y="35495"/>
                </a:cubicBezTo>
                <a:cubicBezTo>
                  <a:pt x="78108" y="36217"/>
                  <a:pt x="76142" y="37411"/>
                  <a:pt x="74848" y="38905"/>
                </a:cubicBezTo>
                <a:cubicBezTo>
                  <a:pt x="74848" y="38855"/>
                  <a:pt x="74798" y="38855"/>
                  <a:pt x="74798" y="38830"/>
                </a:cubicBezTo>
                <a:cubicBezTo>
                  <a:pt x="76142" y="37312"/>
                  <a:pt x="78108" y="36167"/>
                  <a:pt x="80598" y="35445"/>
                </a:cubicBezTo>
                <a:close/>
                <a:moveTo>
                  <a:pt x="79403" y="38930"/>
                </a:moveTo>
                <a:cubicBezTo>
                  <a:pt x="79403" y="38955"/>
                  <a:pt x="79403" y="38955"/>
                  <a:pt x="79378" y="38955"/>
                </a:cubicBezTo>
                <a:cubicBezTo>
                  <a:pt x="79378" y="38955"/>
                  <a:pt x="79353" y="38955"/>
                  <a:pt x="79353" y="38980"/>
                </a:cubicBezTo>
                <a:lnTo>
                  <a:pt x="79353" y="38955"/>
                </a:lnTo>
                <a:lnTo>
                  <a:pt x="79353" y="38930"/>
                </a:lnTo>
                <a:close/>
                <a:moveTo>
                  <a:pt x="17847" y="36615"/>
                </a:moveTo>
                <a:lnTo>
                  <a:pt x="17847" y="36615"/>
                </a:lnTo>
                <a:cubicBezTo>
                  <a:pt x="17772" y="37212"/>
                  <a:pt x="18046" y="38034"/>
                  <a:pt x="18594" y="39054"/>
                </a:cubicBezTo>
                <a:lnTo>
                  <a:pt x="18519" y="39104"/>
                </a:lnTo>
                <a:cubicBezTo>
                  <a:pt x="17996" y="38158"/>
                  <a:pt x="17723" y="37337"/>
                  <a:pt x="17748" y="36714"/>
                </a:cubicBezTo>
                <a:lnTo>
                  <a:pt x="17847" y="36615"/>
                </a:lnTo>
                <a:close/>
                <a:moveTo>
                  <a:pt x="21232" y="36117"/>
                </a:moveTo>
                <a:cubicBezTo>
                  <a:pt x="21257" y="36117"/>
                  <a:pt x="21257" y="36117"/>
                  <a:pt x="21282" y="36167"/>
                </a:cubicBezTo>
                <a:cubicBezTo>
                  <a:pt x="20461" y="37138"/>
                  <a:pt x="19639" y="38108"/>
                  <a:pt x="18818" y="39104"/>
                </a:cubicBezTo>
                <a:cubicBezTo>
                  <a:pt x="18818" y="39079"/>
                  <a:pt x="18793" y="39079"/>
                  <a:pt x="18793" y="39054"/>
                </a:cubicBezTo>
                <a:cubicBezTo>
                  <a:pt x="19614" y="38059"/>
                  <a:pt x="20411" y="37088"/>
                  <a:pt x="21232" y="36117"/>
                </a:cubicBezTo>
                <a:close/>
                <a:moveTo>
                  <a:pt x="101904" y="37835"/>
                </a:moveTo>
                <a:cubicBezTo>
                  <a:pt x="102004" y="37859"/>
                  <a:pt x="102054" y="37934"/>
                  <a:pt x="102153" y="37959"/>
                </a:cubicBezTo>
                <a:lnTo>
                  <a:pt x="102800" y="38332"/>
                </a:lnTo>
                <a:lnTo>
                  <a:pt x="102850" y="38332"/>
                </a:lnTo>
                <a:cubicBezTo>
                  <a:pt x="103024" y="38457"/>
                  <a:pt x="103224" y="38581"/>
                  <a:pt x="103373" y="38706"/>
                </a:cubicBezTo>
                <a:cubicBezTo>
                  <a:pt x="103547" y="38830"/>
                  <a:pt x="103746" y="38955"/>
                  <a:pt x="103921" y="39104"/>
                </a:cubicBezTo>
                <a:cubicBezTo>
                  <a:pt x="103273" y="38731"/>
                  <a:pt x="102552" y="38357"/>
                  <a:pt x="101855" y="38034"/>
                </a:cubicBezTo>
                <a:cubicBezTo>
                  <a:pt x="101880" y="37959"/>
                  <a:pt x="101904" y="37909"/>
                  <a:pt x="101904" y="37835"/>
                </a:cubicBezTo>
                <a:close/>
                <a:moveTo>
                  <a:pt x="18693" y="39204"/>
                </a:moveTo>
                <a:cubicBezTo>
                  <a:pt x="18693" y="39228"/>
                  <a:pt x="18743" y="39228"/>
                  <a:pt x="18743" y="39278"/>
                </a:cubicBezTo>
                <a:lnTo>
                  <a:pt x="18668" y="39328"/>
                </a:lnTo>
                <a:cubicBezTo>
                  <a:pt x="18644" y="39303"/>
                  <a:pt x="18644" y="39303"/>
                  <a:pt x="18644" y="39278"/>
                </a:cubicBezTo>
                <a:lnTo>
                  <a:pt x="18693" y="39204"/>
                </a:lnTo>
                <a:close/>
                <a:moveTo>
                  <a:pt x="39428" y="20062"/>
                </a:moveTo>
                <a:cubicBezTo>
                  <a:pt x="39453" y="20237"/>
                  <a:pt x="39527" y="20411"/>
                  <a:pt x="39577" y="20560"/>
                </a:cubicBezTo>
                <a:cubicBezTo>
                  <a:pt x="39652" y="20734"/>
                  <a:pt x="39701" y="20934"/>
                  <a:pt x="39801" y="21183"/>
                </a:cubicBezTo>
                <a:cubicBezTo>
                  <a:pt x="39876" y="21382"/>
                  <a:pt x="39950" y="21606"/>
                  <a:pt x="40025" y="21780"/>
                </a:cubicBezTo>
                <a:cubicBezTo>
                  <a:pt x="40125" y="22054"/>
                  <a:pt x="40224" y="22352"/>
                  <a:pt x="40324" y="22626"/>
                </a:cubicBezTo>
                <a:cubicBezTo>
                  <a:pt x="40398" y="22751"/>
                  <a:pt x="40448" y="22875"/>
                  <a:pt x="40498" y="23024"/>
                </a:cubicBezTo>
                <a:cubicBezTo>
                  <a:pt x="40647" y="23398"/>
                  <a:pt x="40797" y="23771"/>
                  <a:pt x="40971" y="24169"/>
                </a:cubicBezTo>
                <a:cubicBezTo>
                  <a:pt x="40971" y="24169"/>
                  <a:pt x="40971" y="24219"/>
                  <a:pt x="41021" y="24219"/>
                </a:cubicBezTo>
                <a:cubicBezTo>
                  <a:pt x="41344" y="24916"/>
                  <a:pt x="41693" y="25713"/>
                  <a:pt x="42091" y="26484"/>
                </a:cubicBezTo>
                <a:cubicBezTo>
                  <a:pt x="41967" y="26584"/>
                  <a:pt x="41892" y="26659"/>
                  <a:pt x="41767" y="26758"/>
                </a:cubicBezTo>
                <a:cubicBezTo>
                  <a:pt x="41419" y="27032"/>
                  <a:pt x="41071" y="27331"/>
                  <a:pt x="40722" y="27629"/>
                </a:cubicBezTo>
                <a:cubicBezTo>
                  <a:pt x="40224" y="28028"/>
                  <a:pt x="39776" y="28476"/>
                  <a:pt x="39278" y="28874"/>
                </a:cubicBezTo>
                <a:cubicBezTo>
                  <a:pt x="38930" y="29197"/>
                  <a:pt x="38581" y="29471"/>
                  <a:pt x="38233" y="29770"/>
                </a:cubicBezTo>
                <a:cubicBezTo>
                  <a:pt x="37685" y="30268"/>
                  <a:pt x="37163" y="30766"/>
                  <a:pt x="36615" y="31263"/>
                </a:cubicBezTo>
                <a:cubicBezTo>
                  <a:pt x="36267" y="31612"/>
                  <a:pt x="35868" y="31960"/>
                  <a:pt x="35520" y="32334"/>
                </a:cubicBezTo>
                <a:cubicBezTo>
                  <a:pt x="35196" y="32607"/>
                  <a:pt x="34922" y="32881"/>
                  <a:pt x="34599" y="33205"/>
                </a:cubicBezTo>
                <a:cubicBezTo>
                  <a:pt x="34051" y="33728"/>
                  <a:pt x="33479" y="34300"/>
                  <a:pt x="32956" y="34848"/>
                </a:cubicBezTo>
                <a:lnTo>
                  <a:pt x="32010" y="35794"/>
                </a:lnTo>
                <a:cubicBezTo>
                  <a:pt x="31687" y="36117"/>
                  <a:pt x="31363" y="36466"/>
                  <a:pt x="31014" y="36814"/>
                </a:cubicBezTo>
                <a:lnTo>
                  <a:pt x="29446" y="38482"/>
                </a:lnTo>
                <a:cubicBezTo>
                  <a:pt x="29197" y="38780"/>
                  <a:pt x="28949" y="39029"/>
                  <a:pt x="28700" y="39303"/>
                </a:cubicBezTo>
                <a:lnTo>
                  <a:pt x="28650" y="39328"/>
                </a:lnTo>
                <a:cubicBezTo>
                  <a:pt x="26360" y="37934"/>
                  <a:pt x="24244" y="36839"/>
                  <a:pt x="22427" y="36117"/>
                </a:cubicBezTo>
                <a:cubicBezTo>
                  <a:pt x="22552" y="35993"/>
                  <a:pt x="22651" y="35843"/>
                  <a:pt x="22776" y="35719"/>
                </a:cubicBezTo>
                <a:cubicBezTo>
                  <a:pt x="22800" y="35669"/>
                  <a:pt x="22875" y="35594"/>
                  <a:pt x="22900" y="35569"/>
                </a:cubicBezTo>
                <a:cubicBezTo>
                  <a:pt x="23273" y="35097"/>
                  <a:pt x="23672" y="34624"/>
                  <a:pt x="24095" y="34176"/>
                </a:cubicBezTo>
                <a:cubicBezTo>
                  <a:pt x="24145" y="34101"/>
                  <a:pt x="24219" y="34001"/>
                  <a:pt x="24269" y="33952"/>
                </a:cubicBezTo>
                <a:cubicBezTo>
                  <a:pt x="24617" y="33578"/>
                  <a:pt x="24916" y="33205"/>
                  <a:pt x="25265" y="32831"/>
                </a:cubicBezTo>
                <a:cubicBezTo>
                  <a:pt x="25514" y="32558"/>
                  <a:pt x="25787" y="32259"/>
                  <a:pt x="26036" y="31960"/>
                </a:cubicBezTo>
                <a:cubicBezTo>
                  <a:pt x="26285" y="31687"/>
                  <a:pt x="26584" y="31363"/>
                  <a:pt x="26858" y="31089"/>
                </a:cubicBezTo>
                <a:cubicBezTo>
                  <a:pt x="26957" y="30990"/>
                  <a:pt x="27032" y="30890"/>
                  <a:pt x="27131" y="30766"/>
                </a:cubicBezTo>
                <a:cubicBezTo>
                  <a:pt x="27654" y="30218"/>
                  <a:pt x="28202" y="29645"/>
                  <a:pt x="28749" y="29123"/>
                </a:cubicBezTo>
                <a:lnTo>
                  <a:pt x="29496" y="28376"/>
                </a:lnTo>
                <a:cubicBezTo>
                  <a:pt x="30118" y="27779"/>
                  <a:pt x="30716" y="27206"/>
                  <a:pt x="31363" y="26609"/>
                </a:cubicBezTo>
                <a:cubicBezTo>
                  <a:pt x="31487" y="26484"/>
                  <a:pt x="31637" y="26360"/>
                  <a:pt x="31786" y="26235"/>
                </a:cubicBezTo>
                <a:cubicBezTo>
                  <a:pt x="32135" y="25887"/>
                  <a:pt x="32483" y="25588"/>
                  <a:pt x="32856" y="25265"/>
                </a:cubicBezTo>
                <a:cubicBezTo>
                  <a:pt x="33056" y="25115"/>
                  <a:pt x="33230" y="24916"/>
                  <a:pt x="33429" y="24767"/>
                </a:cubicBezTo>
                <a:cubicBezTo>
                  <a:pt x="33777" y="24468"/>
                  <a:pt x="34101" y="24169"/>
                  <a:pt x="34449" y="23896"/>
                </a:cubicBezTo>
                <a:cubicBezTo>
                  <a:pt x="34673" y="23721"/>
                  <a:pt x="34898" y="23522"/>
                  <a:pt x="35146" y="23348"/>
                </a:cubicBezTo>
                <a:cubicBezTo>
                  <a:pt x="35445" y="23099"/>
                  <a:pt x="35794" y="22800"/>
                  <a:pt x="36092" y="22552"/>
                </a:cubicBezTo>
                <a:cubicBezTo>
                  <a:pt x="36341" y="22377"/>
                  <a:pt x="36565" y="22178"/>
                  <a:pt x="36814" y="22004"/>
                </a:cubicBezTo>
                <a:cubicBezTo>
                  <a:pt x="36889" y="21929"/>
                  <a:pt x="36939" y="21904"/>
                  <a:pt x="37038" y="21855"/>
                </a:cubicBezTo>
                <a:cubicBezTo>
                  <a:pt x="37287" y="21655"/>
                  <a:pt x="37561" y="21431"/>
                  <a:pt x="37810" y="21257"/>
                </a:cubicBezTo>
                <a:cubicBezTo>
                  <a:pt x="38059" y="21058"/>
                  <a:pt x="38283" y="20909"/>
                  <a:pt x="38532" y="20734"/>
                </a:cubicBezTo>
                <a:cubicBezTo>
                  <a:pt x="38830" y="20510"/>
                  <a:pt x="39129" y="20286"/>
                  <a:pt x="39428" y="20062"/>
                </a:cubicBezTo>
                <a:close/>
                <a:moveTo>
                  <a:pt x="42215" y="26559"/>
                </a:moveTo>
                <a:cubicBezTo>
                  <a:pt x="42215" y="26609"/>
                  <a:pt x="42265" y="26609"/>
                  <a:pt x="42265" y="26634"/>
                </a:cubicBezTo>
                <a:cubicBezTo>
                  <a:pt x="42041" y="26858"/>
                  <a:pt x="41867" y="27007"/>
                  <a:pt x="41668" y="27131"/>
                </a:cubicBezTo>
                <a:cubicBezTo>
                  <a:pt x="41419" y="27355"/>
                  <a:pt x="41170" y="27530"/>
                  <a:pt x="40921" y="27754"/>
                </a:cubicBezTo>
                <a:cubicBezTo>
                  <a:pt x="40349" y="28227"/>
                  <a:pt x="39826" y="28700"/>
                  <a:pt x="39278" y="29197"/>
                </a:cubicBezTo>
                <a:cubicBezTo>
                  <a:pt x="38980" y="29446"/>
                  <a:pt x="38756" y="29645"/>
                  <a:pt x="38457" y="29894"/>
                </a:cubicBezTo>
                <a:cubicBezTo>
                  <a:pt x="37835" y="30467"/>
                  <a:pt x="37212" y="31014"/>
                  <a:pt x="36590" y="31612"/>
                </a:cubicBezTo>
                <a:cubicBezTo>
                  <a:pt x="36341" y="31861"/>
                  <a:pt x="36092" y="32085"/>
                  <a:pt x="35843" y="32334"/>
                </a:cubicBezTo>
                <a:cubicBezTo>
                  <a:pt x="35321" y="32831"/>
                  <a:pt x="34798" y="33329"/>
                  <a:pt x="34300" y="33827"/>
                </a:cubicBezTo>
                <a:lnTo>
                  <a:pt x="33728" y="34375"/>
                </a:lnTo>
                <a:cubicBezTo>
                  <a:pt x="33105" y="34997"/>
                  <a:pt x="32483" y="35619"/>
                  <a:pt x="31861" y="36266"/>
                </a:cubicBezTo>
                <a:lnTo>
                  <a:pt x="31363" y="36764"/>
                </a:lnTo>
                <a:cubicBezTo>
                  <a:pt x="30691" y="37486"/>
                  <a:pt x="29994" y="38208"/>
                  <a:pt x="29347" y="38930"/>
                </a:cubicBezTo>
                <a:lnTo>
                  <a:pt x="29247" y="39004"/>
                </a:lnTo>
                <a:cubicBezTo>
                  <a:pt x="29123" y="39154"/>
                  <a:pt x="28998" y="39278"/>
                  <a:pt x="28899" y="39378"/>
                </a:cubicBezTo>
                <a:cubicBezTo>
                  <a:pt x="28874" y="39378"/>
                  <a:pt x="28874" y="39353"/>
                  <a:pt x="28849" y="39353"/>
                </a:cubicBezTo>
                <a:lnTo>
                  <a:pt x="29969" y="38133"/>
                </a:lnTo>
                <a:cubicBezTo>
                  <a:pt x="30342" y="37735"/>
                  <a:pt x="30716" y="37362"/>
                  <a:pt x="31089" y="36963"/>
                </a:cubicBezTo>
                <a:cubicBezTo>
                  <a:pt x="31463" y="36565"/>
                  <a:pt x="31861" y="36142"/>
                  <a:pt x="32234" y="35769"/>
                </a:cubicBezTo>
                <a:lnTo>
                  <a:pt x="32881" y="35121"/>
                </a:lnTo>
                <a:cubicBezTo>
                  <a:pt x="33553" y="34474"/>
                  <a:pt x="34201" y="33827"/>
                  <a:pt x="34873" y="33155"/>
                </a:cubicBezTo>
                <a:cubicBezTo>
                  <a:pt x="35097" y="32956"/>
                  <a:pt x="35346" y="32732"/>
                  <a:pt x="35594" y="32483"/>
                </a:cubicBezTo>
                <a:lnTo>
                  <a:pt x="36988" y="31164"/>
                </a:lnTo>
                <a:cubicBezTo>
                  <a:pt x="37461" y="30741"/>
                  <a:pt x="37934" y="30342"/>
                  <a:pt x="38407" y="29894"/>
                </a:cubicBezTo>
                <a:cubicBezTo>
                  <a:pt x="38731" y="29596"/>
                  <a:pt x="39104" y="29272"/>
                  <a:pt x="39453" y="28924"/>
                </a:cubicBezTo>
                <a:cubicBezTo>
                  <a:pt x="39926" y="28525"/>
                  <a:pt x="40349" y="28152"/>
                  <a:pt x="40822" y="27754"/>
                </a:cubicBezTo>
                <a:cubicBezTo>
                  <a:pt x="41195" y="27430"/>
                  <a:pt x="41543" y="27131"/>
                  <a:pt x="41917" y="26808"/>
                </a:cubicBezTo>
                <a:cubicBezTo>
                  <a:pt x="42016" y="26733"/>
                  <a:pt x="42091" y="26659"/>
                  <a:pt x="42215" y="26559"/>
                </a:cubicBezTo>
                <a:close/>
                <a:moveTo>
                  <a:pt x="22377" y="36242"/>
                </a:moveTo>
                <a:cubicBezTo>
                  <a:pt x="24145" y="36938"/>
                  <a:pt x="26260" y="38034"/>
                  <a:pt x="28575" y="39428"/>
                </a:cubicBezTo>
                <a:cubicBezTo>
                  <a:pt x="28575" y="39452"/>
                  <a:pt x="28550" y="39452"/>
                  <a:pt x="28550" y="39477"/>
                </a:cubicBezTo>
                <a:cubicBezTo>
                  <a:pt x="26235" y="38083"/>
                  <a:pt x="24120" y="36988"/>
                  <a:pt x="22352" y="36316"/>
                </a:cubicBezTo>
                <a:cubicBezTo>
                  <a:pt x="22352" y="36291"/>
                  <a:pt x="22377" y="36291"/>
                  <a:pt x="22377" y="36242"/>
                </a:cubicBezTo>
                <a:close/>
                <a:moveTo>
                  <a:pt x="74350" y="39428"/>
                </a:moveTo>
                <a:cubicBezTo>
                  <a:pt x="74350" y="39453"/>
                  <a:pt x="74300" y="39527"/>
                  <a:pt x="74300" y="39552"/>
                </a:cubicBezTo>
                <a:lnTo>
                  <a:pt x="74300" y="39477"/>
                </a:lnTo>
                <a:cubicBezTo>
                  <a:pt x="74300" y="39453"/>
                  <a:pt x="74350" y="39452"/>
                  <a:pt x="74350" y="39428"/>
                </a:cubicBezTo>
                <a:close/>
                <a:moveTo>
                  <a:pt x="71886" y="33006"/>
                </a:moveTo>
                <a:lnTo>
                  <a:pt x="71911" y="33031"/>
                </a:lnTo>
                <a:cubicBezTo>
                  <a:pt x="71935" y="33354"/>
                  <a:pt x="72010" y="33703"/>
                  <a:pt x="72060" y="34051"/>
                </a:cubicBezTo>
                <a:cubicBezTo>
                  <a:pt x="72110" y="34126"/>
                  <a:pt x="72110" y="34225"/>
                  <a:pt x="72135" y="34325"/>
                </a:cubicBezTo>
                <a:cubicBezTo>
                  <a:pt x="72259" y="34823"/>
                  <a:pt x="72384" y="35296"/>
                  <a:pt x="72558" y="35744"/>
                </a:cubicBezTo>
                <a:cubicBezTo>
                  <a:pt x="72608" y="35843"/>
                  <a:pt x="72632" y="35943"/>
                  <a:pt x="72657" y="35993"/>
                </a:cubicBezTo>
                <a:cubicBezTo>
                  <a:pt x="72807" y="36466"/>
                  <a:pt x="73006" y="36938"/>
                  <a:pt x="73230" y="37362"/>
                </a:cubicBezTo>
                <a:cubicBezTo>
                  <a:pt x="73255" y="37436"/>
                  <a:pt x="73280" y="37486"/>
                  <a:pt x="73304" y="37586"/>
                </a:cubicBezTo>
                <a:cubicBezTo>
                  <a:pt x="73479" y="37934"/>
                  <a:pt x="73653" y="38308"/>
                  <a:pt x="73877" y="38656"/>
                </a:cubicBezTo>
                <a:lnTo>
                  <a:pt x="73877" y="38706"/>
                </a:lnTo>
                <a:cubicBezTo>
                  <a:pt x="73852" y="38805"/>
                  <a:pt x="73852" y="38855"/>
                  <a:pt x="73852" y="38955"/>
                </a:cubicBezTo>
                <a:cubicBezTo>
                  <a:pt x="73802" y="39179"/>
                  <a:pt x="73753" y="39353"/>
                  <a:pt x="73678" y="39577"/>
                </a:cubicBezTo>
                <a:cubicBezTo>
                  <a:pt x="72184" y="37934"/>
                  <a:pt x="71039" y="36042"/>
                  <a:pt x="70268" y="33927"/>
                </a:cubicBezTo>
                <a:cubicBezTo>
                  <a:pt x="70790" y="33603"/>
                  <a:pt x="71363" y="33304"/>
                  <a:pt x="71886" y="33006"/>
                </a:cubicBezTo>
                <a:close/>
                <a:moveTo>
                  <a:pt x="28725" y="39552"/>
                </a:moveTo>
                <a:cubicBezTo>
                  <a:pt x="28749" y="39552"/>
                  <a:pt x="28749" y="39577"/>
                  <a:pt x="28774" y="39577"/>
                </a:cubicBezTo>
                <a:cubicBezTo>
                  <a:pt x="28774" y="39602"/>
                  <a:pt x="28749" y="39602"/>
                  <a:pt x="28749" y="39627"/>
                </a:cubicBezTo>
                <a:cubicBezTo>
                  <a:pt x="28725" y="39577"/>
                  <a:pt x="28725" y="39577"/>
                  <a:pt x="28700" y="39577"/>
                </a:cubicBezTo>
                <a:lnTo>
                  <a:pt x="28725" y="39552"/>
                </a:lnTo>
                <a:close/>
                <a:moveTo>
                  <a:pt x="21481" y="36192"/>
                </a:moveTo>
                <a:cubicBezTo>
                  <a:pt x="21581" y="36217"/>
                  <a:pt x="21631" y="36242"/>
                  <a:pt x="21730" y="36291"/>
                </a:cubicBezTo>
                <a:cubicBezTo>
                  <a:pt x="20859" y="37411"/>
                  <a:pt x="19988" y="38532"/>
                  <a:pt x="19166" y="39677"/>
                </a:cubicBezTo>
                <a:cubicBezTo>
                  <a:pt x="19092" y="39502"/>
                  <a:pt x="19017" y="39378"/>
                  <a:pt x="18917" y="39253"/>
                </a:cubicBezTo>
                <a:cubicBezTo>
                  <a:pt x="19764" y="38233"/>
                  <a:pt x="20610" y="37212"/>
                  <a:pt x="21481" y="36192"/>
                </a:cubicBezTo>
                <a:close/>
                <a:moveTo>
                  <a:pt x="74026" y="38855"/>
                </a:moveTo>
                <a:lnTo>
                  <a:pt x="74051" y="38880"/>
                </a:lnTo>
                <a:lnTo>
                  <a:pt x="74051" y="38930"/>
                </a:lnTo>
                <a:lnTo>
                  <a:pt x="74051" y="38980"/>
                </a:lnTo>
                <a:lnTo>
                  <a:pt x="73877" y="39726"/>
                </a:lnTo>
                <a:lnTo>
                  <a:pt x="73852" y="39701"/>
                </a:lnTo>
                <a:lnTo>
                  <a:pt x="73802" y="39677"/>
                </a:lnTo>
                <a:cubicBezTo>
                  <a:pt x="73877" y="39477"/>
                  <a:pt x="73927" y="39228"/>
                  <a:pt x="74001" y="38955"/>
                </a:cubicBezTo>
                <a:cubicBezTo>
                  <a:pt x="74001" y="38930"/>
                  <a:pt x="74001" y="38905"/>
                  <a:pt x="74026" y="38855"/>
                </a:cubicBezTo>
                <a:close/>
                <a:moveTo>
                  <a:pt x="102004" y="37561"/>
                </a:moveTo>
                <a:cubicBezTo>
                  <a:pt x="102352" y="37735"/>
                  <a:pt x="102676" y="37909"/>
                  <a:pt x="103000" y="38108"/>
                </a:cubicBezTo>
                <a:cubicBezTo>
                  <a:pt x="103024" y="38108"/>
                  <a:pt x="103024" y="38158"/>
                  <a:pt x="103049" y="38158"/>
                </a:cubicBezTo>
                <a:cubicBezTo>
                  <a:pt x="103796" y="38606"/>
                  <a:pt x="104493" y="39179"/>
                  <a:pt x="105066" y="39776"/>
                </a:cubicBezTo>
                <a:cubicBezTo>
                  <a:pt x="105072" y="39783"/>
                  <a:pt x="105074" y="39786"/>
                  <a:pt x="105071" y="39786"/>
                </a:cubicBezTo>
                <a:cubicBezTo>
                  <a:pt x="105064" y="39786"/>
                  <a:pt x="105027" y="39763"/>
                  <a:pt x="104991" y="39726"/>
                </a:cubicBezTo>
                <a:lnTo>
                  <a:pt x="104966" y="39701"/>
                </a:lnTo>
                <a:cubicBezTo>
                  <a:pt x="104916" y="39677"/>
                  <a:pt x="104891" y="39677"/>
                  <a:pt x="104866" y="39652"/>
                </a:cubicBezTo>
                <a:cubicBezTo>
                  <a:pt x="104667" y="39452"/>
                  <a:pt x="104493" y="39278"/>
                  <a:pt x="104269" y="39104"/>
                </a:cubicBezTo>
                <a:cubicBezTo>
                  <a:pt x="104219" y="39079"/>
                  <a:pt x="104145" y="39029"/>
                  <a:pt x="104120" y="38980"/>
                </a:cubicBezTo>
                <a:cubicBezTo>
                  <a:pt x="103871" y="38805"/>
                  <a:pt x="103647" y="38606"/>
                  <a:pt x="103373" y="38432"/>
                </a:cubicBezTo>
                <a:cubicBezTo>
                  <a:pt x="103348" y="38407"/>
                  <a:pt x="103273" y="38357"/>
                  <a:pt x="103224" y="38332"/>
                </a:cubicBezTo>
                <a:cubicBezTo>
                  <a:pt x="103149" y="38308"/>
                  <a:pt x="103099" y="38233"/>
                  <a:pt x="103024" y="38208"/>
                </a:cubicBezTo>
                <a:lnTo>
                  <a:pt x="103000" y="38183"/>
                </a:lnTo>
                <a:lnTo>
                  <a:pt x="102975" y="38158"/>
                </a:lnTo>
                <a:lnTo>
                  <a:pt x="102925" y="38108"/>
                </a:lnTo>
                <a:cubicBezTo>
                  <a:pt x="102751" y="38034"/>
                  <a:pt x="102576" y="37909"/>
                  <a:pt x="102402" y="37810"/>
                </a:cubicBezTo>
                <a:cubicBezTo>
                  <a:pt x="102377" y="37785"/>
                  <a:pt x="102303" y="37785"/>
                  <a:pt x="102253" y="37735"/>
                </a:cubicBezTo>
                <a:cubicBezTo>
                  <a:pt x="102153" y="37710"/>
                  <a:pt x="102079" y="37660"/>
                  <a:pt x="102004" y="37611"/>
                </a:cubicBezTo>
                <a:lnTo>
                  <a:pt x="102004" y="37586"/>
                </a:lnTo>
                <a:lnTo>
                  <a:pt x="102004" y="37561"/>
                </a:lnTo>
                <a:close/>
                <a:moveTo>
                  <a:pt x="70069" y="34001"/>
                </a:moveTo>
                <a:cubicBezTo>
                  <a:pt x="70890" y="36117"/>
                  <a:pt x="72060" y="38083"/>
                  <a:pt x="73603" y="39801"/>
                </a:cubicBezTo>
                <a:lnTo>
                  <a:pt x="73529" y="39801"/>
                </a:lnTo>
                <a:cubicBezTo>
                  <a:pt x="72010" y="38108"/>
                  <a:pt x="70815" y="36192"/>
                  <a:pt x="70019" y="34026"/>
                </a:cubicBezTo>
                <a:cubicBezTo>
                  <a:pt x="70044" y="34026"/>
                  <a:pt x="70044" y="34001"/>
                  <a:pt x="70069" y="34001"/>
                </a:cubicBezTo>
                <a:close/>
                <a:moveTo>
                  <a:pt x="42265" y="26907"/>
                </a:moveTo>
                <a:cubicBezTo>
                  <a:pt x="42415" y="27107"/>
                  <a:pt x="42539" y="27281"/>
                  <a:pt x="42639" y="27505"/>
                </a:cubicBezTo>
                <a:cubicBezTo>
                  <a:pt x="37660" y="31089"/>
                  <a:pt x="33230" y="35345"/>
                  <a:pt x="29621" y="39851"/>
                </a:cubicBezTo>
                <a:cubicBezTo>
                  <a:pt x="29446" y="39726"/>
                  <a:pt x="29247" y="39602"/>
                  <a:pt x="29073" y="39527"/>
                </a:cubicBezTo>
                <a:cubicBezTo>
                  <a:pt x="29098" y="39477"/>
                  <a:pt x="29123" y="39428"/>
                  <a:pt x="29148" y="39403"/>
                </a:cubicBezTo>
                <a:cubicBezTo>
                  <a:pt x="29272" y="39228"/>
                  <a:pt x="29421" y="39104"/>
                  <a:pt x="29571" y="38955"/>
                </a:cubicBezTo>
                <a:cubicBezTo>
                  <a:pt x="30168" y="38308"/>
                  <a:pt x="30790" y="37660"/>
                  <a:pt x="31363" y="37038"/>
                </a:cubicBezTo>
                <a:cubicBezTo>
                  <a:pt x="31612" y="36789"/>
                  <a:pt x="31836" y="36540"/>
                  <a:pt x="32085" y="36316"/>
                </a:cubicBezTo>
                <a:cubicBezTo>
                  <a:pt x="32558" y="35818"/>
                  <a:pt x="33056" y="35345"/>
                  <a:pt x="33528" y="34848"/>
                </a:cubicBezTo>
                <a:lnTo>
                  <a:pt x="34549" y="33827"/>
                </a:lnTo>
                <a:cubicBezTo>
                  <a:pt x="34972" y="33429"/>
                  <a:pt x="35420" y="32981"/>
                  <a:pt x="35843" y="32583"/>
                </a:cubicBezTo>
                <a:cubicBezTo>
                  <a:pt x="36167" y="32309"/>
                  <a:pt x="36441" y="32010"/>
                  <a:pt x="36764" y="31736"/>
                </a:cubicBezTo>
                <a:cubicBezTo>
                  <a:pt x="37337" y="31214"/>
                  <a:pt x="37934" y="30641"/>
                  <a:pt x="38532" y="30118"/>
                </a:cubicBezTo>
                <a:cubicBezTo>
                  <a:pt x="38805" y="29869"/>
                  <a:pt x="39129" y="29596"/>
                  <a:pt x="39403" y="29347"/>
                </a:cubicBezTo>
                <a:cubicBezTo>
                  <a:pt x="39901" y="28899"/>
                  <a:pt x="40374" y="28500"/>
                  <a:pt x="40871" y="28077"/>
                </a:cubicBezTo>
                <a:cubicBezTo>
                  <a:pt x="41145" y="27828"/>
                  <a:pt x="41419" y="27579"/>
                  <a:pt x="41693" y="27355"/>
                </a:cubicBezTo>
                <a:cubicBezTo>
                  <a:pt x="41892" y="27206"/>
                  <a:pt x="42066" y="27032"/>
                  <a:pt x="42265" y="26907"/>
                </a:cubicBezTo>
                <a:close/>
                <a:moveTo>
                  <a:pt x="22004" y="36316"/>
                </a:moveTo>
                <a:cubicBezTo>
                  <a:pt x="21083" y="37536"/>
                  <a:pt x="20212" y="38706"/>
                  <a:pt x="19341" y="39901"/>
                </a:cubicBezTo>
                <a:cubicBezTo>
                  <a:pt x="19291" y="39851"/>
                  <a:pt x="19291" y="39851"/>
                  <a:pt x="19291" y="39826"/>
                </a:cubicBezTo>
                <a:cubicBezTo>
                  <a:pt x="20137" y="38656"/>
                  <a:pt x="21008" y="37486"/>
                  <a:pt x="21954" y="36316"/>
                </a:cubicBezTo>
                <a:close/>
                <a:moveTo>
                  <a:pt x="18818" y="39428"/>
                </a:moveTo>
                <a:cubicBezTo>
                  <a:pt x="18893" y="39577"/>
                  <a:pt x="18992" y="39701"/>
                  <a:pt x="19092" y="39851"/>
                </a:cubicBezTo>
                <a:cubicBezTo>
                  <a:pt x="19092" y="39901"/>
                  <a:pt x="19042" y="39901"/>
                  <a:pt x="19042" y="39925"/>
                </a:cubicBezTo>
                <a:cubicBezTo>
                  <a:pt x="18967" y="39776"/>
                  <a:pt x="18868" y="39627"/>
                  <a:pt x="18768" y="39477"/>
                </a:cubicBezTo>
                <a:lnTo>
                  <a:pt x="18818" y="39428"/>
                </a:lnTo>
                <a:close/>
                <a:moveTo>
                  <a:pt x="69870" y="34151"/>
                </a:moveTo>
                <a:cubicBezTo>
                  <a:pt x="70641" y="36167"/>
                  <a:pt x="71736" y="38034"/>
                  <a:pt x="73155" y="39677"/>
                </a:cubicBezTo>
                <a:lnTo>
                  <a:pt x="73130" y="39677"/>
                </a:lnTo>
                <a:cubicBezTo>
                  <a:pt x="73056" y="39677"/>
                  <a:pt x="73031" y="39652"/>
                  <a:pt x="72981" y="39652"/>
                </a:cubicBezTo>
                <a:cubicBezTo>
                  <a:pt x="72906" y="39652"/>
                  <a:pt x="72881" y="39602"/>
                  <a:pt x="72807" y="39602"/>
                </a:cubicBezTo>
                <a:cubicBezTo>
                  <a:pt x="72707" y="39577"/>
                  <a:pt x="72608" y="39577"/>
                  <a:pt x="72508" y="39552"/>
                </a:cubicBezTo>
                <a:lnTo>
                  <a:pt x="71935" y="39452"/>
                </a:lnTo>
                <a:cubicBezTo>
                  <a:pt x="71836" y="39452"/>
                  <a:pt x="71786" y="39428"/>
                  <a:pt x="71687" y="39428"/>
                </a:cubicBezTo>
                <a:lnTo>
                  <a:pt x="71438" y="39428"/>
                </a:lnTo>
                <a:cubicBezTo>
                  <a:pt x="71089" y="39403"/>
                  <a:pt x="70716" y="39353"/>
                  <a:pt x="70392" y="39353"/>
                </a:cubicBezTo>
                <a:lnTo>
                  <a:pt x="70342" y="39353"/>
                </a:lnTo>
                <a:cubicBezTo>
                  <a:pt x="70069" y="39353"/>
                  <a:pt x="69820" y="39353"/>
                  <a:pt x="69546" y="39403"/>
                </a:cubicBezTo>
                <a:cubicBezTo>
                  <a:pt x="69421" y="39403"/>
                  <a:pt x="69297" y="39428"/>
                  <a:pt x="69173" y="39428"/>
                </a:cubicBezTo>
                <a:cubicBezTo>
                  <a:pt x="69023" y="39428"/>
                  <a:pt x="68849" y="39452"/>
                  <a:pt x="68700" y="39452"/>
                </a:cubicBezTo>
                <a:cubicBezTo>
                  <a:pt x="68650" y="39452"/>
                  <a:pt x="68600" y="39452"/>
                  <a:pt x="68550" y="39477"/>
                </a:cubicBezTo>
                <a:cubicBezTo>
                  <a:pt x="68451" y="39477"/>
                  <a:pt x="68351" y="39527"/>
                  <a:pt x="68276" y="39527"/>
                </a:cubicBezTo>
                <a:cubicBezTo>
                  <a:pt x="68152" y="39552"/>
                  <a:pt x="68003" y="39552"/>
                  <a:pt x="67853" y="39577"/>
                </a:cubicBezTo>
                <a:cubicBezTo>
                  <a:pt x="67779" y="39577"/>
                  <a:pt x="67679" y="39602"/>
                  <a:pt x="67580" y="39627"/>
                </a:cubicBezTo>
                <a:lnTo>
                  <a:pt x="67530" y="39627"/>
                </a:lnTo>
                <a:cubicBezTo>
                  <a:pt x="67455" y="39627"/>
                  <a:pt x="67430" y="39677"/>
                  <a:pt x="67380" y="39677"/>
                </a:cubicBezTo>
                <a:cubicBezTo>
                  <a:pt x="67256" y="39701"/>
                  <a:pt x="67107" y="39701"/>
                  <a:pt x="67007" y="39726"/>
                </a:cubicBezTo>
                <a:lnTo>
                  <a:pt x="66957" y="39726"/>
                </a:lnTo>
                <a:cubicBezTo>
                  <a:pt x="66808" y="39751"/>
                  <a:pt x="66609" y="39826"/>
                  <a:pt x="66459" y="39851"/>
                </a:cubicBezTo>
                <a:cubicBezTo>
                  <a:pt x="66335" y="39876"/>
                  <a:pt x="66211" y="39925"/>
                  <a:pt x="66111" y="39950"/>
                </a:cubicBezTo>
                <a:cubicBezTo>
                  <a:pt x="66061" y="39975"/>
                  <a:pt x="65962" y="39975"/>
                  <a:pt x="65912" y="40000"/>
                </a:cubicBezTo>
                <a:cubicBezTo>
                  <a:pt x="65240" y="39328"/>
                  <a:pt x="64667" y="38581"/>
                  <a:pt x="64070" y="37810"/>
                </a:cubicBezTo>
                <a:cubicBezTo>
                  <a:pt x="65987" y="36490"/>
                  <a:pt x="67928" y="35246"/>
                  <a:pt x="69870" y="34151"/>
                </a:cubicBezTo>
                <a:close/>
                <a:moveTo>
                  <a:pt x="42754" y="27719"/>
                </a:moveTo>
                <a:cubicBezTo>
                  <a:pt x="42763" y="27719"/>
                  <a:pt x="42763" y="27736"/>
                  <a:pt x="42763" y="27754"/>
                </a:cubicBezTo>
                <a:cubicBezTo>
                  <a:pt x="37810" y="31313"/>
                  <a:pt x="33429" y="35545"/>
                  <a:pt x="29845" y="40025"/>
                </a:cubicBezTo>
                <a:cubicBezTo>
                  <a:pt x="29820" y="40025"/>
                  <a:pt x="29820" y="39975"/>
                  <a:pt x="29795" y="39975"/>
                </a:cubicBezTo>
                <a:cubicBezTo>
                  <a:pt x="33404" y="35495"/>
                  <a:pt x="37785" y="31263"/>
                  <a:pt x="42738" y="27729"/>
                </a:cubicBezTo>
                <a:cubicBezTo>
                  <a:pt x="42745" y="27722"/>
                  <a:pt x="42751" y="27719"/>
                  <a:pt x="42754" y="27719"/>
                </a:cubicBezTo>
                <a:close/>
                <a:moveTo>
                  <a:pt x="101805" y="38208"/>
                </a:moveTo>
                <a:cubicBezTo>
                  <a:pt x="102800" y="38681"/>
                  <a:pt x="103771" y="39204"/>
                  <a:pt x="104717" y="39801"/>
                </a:cubicBezTo>
                <a:cubicBezTo>
                  <a:pt x="104767" y="39851"/>
                  <a:pt x="104866" y="39925"/>
                  <a:pt x="104916" y="40025"/>
                </a:cubicBezTo>
                <a:cubicBezTo>
                  <a:pt x="103896" y="39353"/>
                  <a:pt x="102875" y="38780"/>
                  <a:pt x="101780" y="38283"/>
                </a:cubicBezTo>
                <a:cubicBezTo>
                  <a:pt x="101780" y="38233"/>
                  <a:pt x="101780" y="38233"/>
                  <a:pt x="101805" y="38208"/>
                </a:cubicBezTo>
                <a:close/>
                <a:moveTo>
                  <a:pt x="28949" y="39652"/>
                </a:moveTo>
                <a:cubicBezTo>
                  <a:pt x="29123" y="39776"/>
                  <a:pt x="29322" y="39851"/>
                  <a:pt x="29496" y="39975"/>
                </a:cubicBezTo>
                <a:cubicBezTo>
                  <a:pt x="29496" y="40025"/>
                  <a:pt x="29496" y="40050"/>
                  <a:pt x="29471" y="40050"/>
                </a:cubicBezTo>
                <a:cubicBezTo>
                  <a:pt x="29297" y="39925"/>
                  <a:pt x="29098" y="39801"/>
                  <a:pt x="28924" y="39701"/>
                </a:cubicBezTo>
                <a:cubicBezTo>
                  <a:pt x="28924" y="39677"/>
                  <a:pt x="28949" y="39677"/>
                  <a:pt x="28949" y="39652"/>
                </a:cubicBezTo>
                <a:close/>
                <a:moveTo>
                  <a:pt x="63896" y="37859"/>
                </a:moveTo>
                <a:cubicBezTo>
                  <a:pt x="64443" y="38606"/>
                  <a:pt x="65041" y="39353"/>
                  <a:pt x="65688" y="40025"/>
                </a:cubicBezTo>
                <a:cubicBezTo>
                  <a:pt x="65663" y="40025"/>
                  <a:pt x="65638" y="40025"/>
                  <a:pt x="65588" y="40050"/>
                </a:cubicBezTo>
                <a:cubicBezTo>
                  <a:pt x="64966" y="39403"/>
                  <a:pt x="64393" y="38681"/>
                  <a:pt x="63821" y="37909"/>
                </a:cubicBezTo>
                <a:cubicBezTo>
                  <a:pt x="63846" y="37909"/>
                  <a:pt x="63846" y="37859"/>
                  <a:pt x="63896" y="37859"/>
                </a:cubicBezTo>
                <a:close/>
                <a:moveTo>
                  <a:pt x="74350" y="39925"/>
                </a:moveTo>
                <a:lnTo>
                  <a:pt x="74350" y="40050"/>
                </a:lnTo>
                <a:cubicBezTo>
                  <a:pt x="74350" y="40050"/>
                  <a:pt x="74300" y="40050"/>
                  <a:pt x="74300" y="40025"/>
                </a:cubicBezTo>
                <a:cubicBezTo>
                  <a:pt x="74300" y="39975"/>
                  <a:pt x="74350" y="39950"/>
                  <a:pt x="74350" y="39925"/>
                </a:cubicBezTo>
                <a:close/>
                <a:moveTo>
                  <a:pt x="19166" y="40050"/>
                </a:moveTo>
                <a:cubicBezTo>
                  <a:pt x="19216" y="40075"/>
                  <a:pt x="19216" y="40075"/>
                  <a:pt x="19216" y="40100"/>
                </a:cubicBezTo>
                <a:cubicBezTo>
                  <a:pt x="19216" y="40125"/>
                  <a:pt x="19166" y="40125"/>
                  <a:pt x="19166" y="40174"/>
                </a:cubicBezTo>
                <a:cubicBezTo>
                  <a:pt x="19166" y="40174"/>
                  <a:pt x="19166" y="40125"/>
                  <a:pt x="19141" y="40125"/>
                </a:cubicBezTo>
                <a:lnTo>
                  <a:pt x="19141" y="40100"/>
                </a:lnTo>
                <a:cubicBezTo>
                  <a:pt x="19141" y="40075"/>
                  <a:pt x="19166" y="40050"/>
                  <a:pt x="19166" y="40050"/>
                </a:cubicBezTo>
                <a:close/>
                <a:moveTo>
                  <a:pt x="29670" y="40075"/>
                </a:moveTo>
                <a:cubicBezTo>
                  <a:pt x="29695" y="40075"/>
                  <a:pt x="29695" y="40100"/>
                  <a:pt x="29720" y="40100"/>
                </a:cubicBezTo>
                <a:cubicBezTo>
                  <a:pt x="29720" y="40149"/>
                  <a:pt x="29695" y="40149"/>
                  <a:pt x="29695" y="40174"/>
                </a:cubicBezTo>
                <a:cubicBezTo>
                  <a:pt x="29670" y="40174"/>
                  <a:pt x="29670" y="40174"/>
                  <a:pt x="29621" y="40149"/>
                </a:cubicBezTo>
                <a:cubicBezTo>
                  <a:pt x="29621" y="40100"/>
                  <a:pt x="29670" y="40100"/>
                  <a:pt x="29670" y="40075"/>
                </a:cubicBezTo>
                <a:close/>
                <a:moveTo>
                  <a:pt x="70392" y="39577"/>
                </a:moveTo>
                <a:cubicBezTo>
                  <a:pt x="70815" y="39577"/>
                  <a:pt x="71189" y="39602"/>
                  <a:pt x="71587" y="39627"/>
                </a:cubicBezTo>
                <a:cubicBezTo>
                  <a:pt x="71687" y="39627"/>
                  <a:pt x="71786" y="39677"/>
                  <a:pt x="71886" y="39677"/>
                </a:cubicBezTo>
                <a:cubicBezTo>
                  <a:pt x="71960" y="39677"/>
                  <a:pt x="72035" y="39701"/>
                  <a:pt x="72135" y="39701"/>
                </a:cubicBezTo>
                <a:cubicBezTo>
                  <a:pt x="72408" y="39726"/>
                  <a:pt x="72707" y="39801"/>
                  <a:pt x="73006" y="39851"/>
                </a:cubicBezTo>
                <a:cubicBezTo>
                  <a:pt x="73155" y="39876"/>
                  <a:pt x="73280" y="39950"/>
                  <a:pt x="73429" y="39975"/>
                </a:cubicBezTo>
                <a:lnTo>
                  <a:pt x="73454" y="40000"/>
                </a:lnTo>
                <a:lnTo>
                  <a:pt x="73504" y="40050"/>
                </a:lnTo>
                <a:cubicBezTo>
                  <a:pt x="73479" y="40025"/>
                  <a:pt x="73404" y="39975"/>
                  <a:pt x="73379" y="39975"/>
                </a:cubicBezTo>
                <a:cubicBezTo>
                  <a:pt x="73304" y="39950"/>
                  <a:pt x="73255" y="39950"/>
                  <a:pt x="73180" y="39925"/>
                </a:cubicBezTo>
                <a:cubicBezTo>
                  <a:pt x="73155" y="39925"/>
                  <a:pt x="73080" y="39901"/>
                  <a:pt x="73056" y="39901"/>
                </a:cubicBezTo>
                <a:lnTo>
                  <a:pt x="73006" y="39901"/>
                </a:lnTo>
                <a:cubicBezTo>
                  <a:pt x="72906" y="39851"/>
                  <a:pt x="72807" y="39851"/>
                  <a:pt x="72707" y="39826"/>
                </a:cubicBezTo>
                <a:cubicBezTo>
                  <a:pt x="72657" y="39826"/>
                  <a:pt x="72608" y="39801"/>
                  <a:pt x="72533" y="39801"/>
                </a:cubicBezTo>
                <a:cubicBezTo>
                  <a:pt x="72408" y="39776"/>
                  <a:pt x="72309" y="39726"/>
                  <a:pt x="72184" y="39726"/>
                </a:cubicBezTo>
                <a:cubicBezTo>
                  <a:pt x="72085" y="39726"/>
                  <a:pt x="72010" y="39701"/>
                  <a:pt x="71911" y="39701"/>
                </a:cubicBezTo>
                <a:cubicBezTo>
                  <a:pt x="71836" y="39701"/>
                  <a:pt x="71786" y="39677"/>
                  <a:pt x="71711" y="39677"/>
                </a:cubicBezTo>
                <a:lnTo>
                  <a:pt x="71537" y="39677"/>
                </a:lnTo>
                <a:cubicBezTo>
                  <a:pt x="71438" y="39677"/>
                  <a:pt x="71388" y="39652"/>
                  <a:pt x="71288" y="39652"/>
                </a:cubicBezTo>
                <a:lnTo>
                  <a:pt x="71064" y="39652"/>
                </a:lnTo>
                <a:cubicBezTo>
                  <a:pt x="70840" y="39652"/>
                  <a:pt x="70641" y="39602"/>
                  <a:pt x="70417" y="39602"/>
                </a:cubicBezTo>
                <a:lnTo>
                  <a:pt x="70318" y="39602"/>
                </a:lnTo>
                <a:cubicBezTo>
                  <a:pt x="70069" y="39602"/>
                  <a:pt x="69795" y="39602"/>
                  <a:pt x="69546" y="39652"/>
                </a:cubicBezTo>
                <a:cubicBezTo>
                  <a:pt x="69446" y="39652"/>
                  <a:pt x="69347" y="39652"/>
                  <a:pt x="69272" y="39677"/>
                </a:cubicBezTo>
                <a:lnTo>
                  <a:pt x="68973" y="39677"/>
                </a:lnTo>
                <a:cubicBezTo>
                  <a:pt x="68899" y="39677"/>
                  <a:pt x="68799" y="39677"/>
                  <a:pt x="68700" y="39701"/>
                </a:cubicBezTo>
                <a:cubicBezTo>
                  <a:pt x="68550" y="39726"/>
                  <a:pt x="68401" y="39726"/>
                  <a:pt x="68202" y="39776"/>
                </a:cubicBezTo>
                <a:cubicBezTo>
                  <a:pt x="68077" y="39801"/>
                  <a:pt x="67978" y="39801"/>
                  <a:pt x="67853" y="39801"/>
                </a:cubicBezTo>
                <a:cubicBezTo>
                  <a:pt x="67779" y="39801"/>
                  <a:pt x="67679" y="39826"/>
                  <a:pt x="67580" y="39851"/>
                </a:cubicBezTo>
                <a:cubicBezTo>
                  <a:pt x="67480" y="39901"/>
                  <a:pt x="67405" y="39901"/>
                  <a:pt x="67331" y="39925"/>
                </a:cubicBezTo>
                <a:cubicBezTo>
                  <a:pt x="67281" y="39925"/>
                  <a:pt x="67181" y="39950"/>
                  <a:pt x="67107" y="39950"/>
                </a:cubicBezTo>
                <a:cubicBezTo>
                  <a:pt x="67082" y="39950"/>
                  <a:pt x="67057" y="39950"/>
                  <a:pt x="67032" y="39975"/>
                </a:cubicBezTo>
                <a:lnTo>
                  <a:pt x="66982" y="39975"/>
                </a:lnTo>
                <a:cubicBezTo>
                  <a:pt x="66808" y="40025"/>
                  <a:pt x="66609" y="40075"/>
                  <a:pt x="66435" y="40100"/>
                </a:cubicBezTo>
                <a:cubicBezTo>
                  <a:pt x="66360" y="40100"/>
                  <a:pt x="66335" y="40149"/>
                  <a:pt x="66285" y="40149"/>
                </a:cubicBezTo>
                <a:cubicBezTo>
                  <a:pt x="66211" y="40149"/>
                  <a:pt x="66186" y="40174"/>
                  <a:pt x="66111" y="40174"/>
                </a:cubicBezTo>
                <a:cubicBezTo>
                  <a:pt x="66086" y="40174"/>
                  <a:pt x="66061" y="40174"/>
                  <a:pt x="66036" y="40199"/>
                </a:cubicBezTo>
                <a:lnTo>
                  <a:pt x="65987" y="40174"/>
                </a:lnTo>
                <a:cubicBezTo>
                  <a:pt x="66036" y="40174"/>
                  <a:pt x="66061" y="40149"/>
                  <a:pt x="66111" y="40149"/>
                </a:cubicBezTo>
                <a:cubicBezTo>
                  <a:pt x="66211" y="40100"/>
                  <a:pt x="66310" y="40100"/>
                  <a:pt x="66410" y="40075"/>
                </a:cubicBezTo>
                <a:cubicBezTo>
                  <a:pt x="66584" y="40025"/>
                  <a:pt x="66808" y="39975"/>
                  <a:pt x="66982" y="39950"/>
                </a:cubicBezTo>
                <a:cubicBezTo>
                  <a:pt x="67156" y="39925"/>
                  <a:pt x="67306" y="39901"/>
                  <a:pt x="67430" y="39851"/>
                </a:cubicBezTo>
                <a:cubicBezTo>
                  <a:pt x="67555" y="39826"/>
                  <a:pt x="67704" y="39801"/>
                  <a:pt x="67828" y="39801"/>
                </a:cubicBezTo>
                <a:cubicBezTo>
                  <a:pt x="68052" y="39776"/>
                  <a:pt x="68301" y="39726"/>
                  <a:pt x="68525" y="39701"/>
                </a:cubicBezTo>
                <a:cubicBezTo>
                  <a:pt x="68575" y="39701"/>
                  <a:pt x="68650" y="39677"/>
                  <a:pt x="68700" y="39677"/>
                </a:cubicBezTo>
                <a:cubicBezTo>
                  <a:pt x="69272" y="39602"/>
                  <a:pt x="69820" y="39577"/>
                  <a:pt x="70342" y="39577"/>
                </a:cubicBezTo>
                <a:close/>
                <a:moveTo>
                  <a:pt x="74549" y="39726"/>
                </a:moveTo>
                <a:cubicBezTo>
                  <a:pt x="74599" y="39801"/>
                  <a:pt x="74649" y="39851"/>
                  <a:pt x="74674" y="39925"/>
                </a:cubicBezTo>
                <a:cubicBezTo>
                  <a:pt x="74723" y="40000"/>
                  <a:pt x="74748" y="40100"/>
                  <a:pt x="74773" y="40174"/>
                </a:cubicBezTo>
                <a:cubicBezTo>
                  <a:pt x="74773" y="40199"/>
                  <a:pt x="74773" y="40199"/>
                  <a:pt x="74798" y="40224"/>
                </a:cubicBezTo>
                <a:lnTo>
                  <a:pt x="74773" y="40199"/>
                </a:lnTo>
                <a:lnTo>
                  <a:pt x="74798" y="40249"/>
                </a:lnTo>
                <a:cubicBezTo>
                  <a:pt x="74773" y="40249"/>
                  <a:pt x="74773" y="40249"/>
                  <a:pt x="74748" y="40224"/>
                </a:cubicBezTo>
                <a:cubicBezTo>
                  <a:pt x="74674" y="40199"/>
                  <a:pt x="74599" y="40174"/>
                  <a:pt x="74524" y="40125"/>
                </a:cubicBezTo>
                <a:cubicBezTo>
                  <a:pt x="74524" y="40000"/>
                  <a:pt x="74549" y="39851"/>
                  <a:pt x="74549" y="39726"/>
                </a:cubicBezTo>
                <a:close/>
                <a:moveTo>
                  <a:pt x="80498" y="35694"/>
                </a:moveTo>
                <a:cubicBezTo>
                  <a:pt x="80100" y="36739"/>
                  <a:pt x="79702" y="37735"/>
                  <a:pt x="79229" y="38780"/>
                </a:cubicBezTo>
                <a:cubicBezTo>
                  <a:pt x="79204" y="38805"/>
                  <a:pt x="79129" y="38805"/>
                  <a:pt x="79104" y="38830"/>
                </a:cubicBezTo>
                <a:cubicBezTo>
                  <a:pt x="78905" y="38930"/>
                  <a:pt x="78706" y="38980"/>
                  <a:pt x="78507" y="39079"/>
                </a:cubicBezTo>
                <a:cubicBezTo>
                  <a:pt x="78258" y="39179"/>
                  <a:pt x="78034" y="39303"/>
                  <a:pt x="77785" y="39403"/>
                </a:cubicBezTo>
                <a:lnTo>
                  <a:pt x="77760" y="39403"/>
                </a:lnTo>
                <a:cubicBezTo>
                  <a:pt x="77636" y="39452"/>
                  <a:pt x="77511" y="39527"/>
                  <a:pt x="77362" y="39577"/>
                </a:cubicBezTo>
                <a:cubicBezTo>
                  <a:pt x="77138" y="39677"/>
                  <a:pt x="76914" y="39776"/>
                  <a:pt x="76739" y="39851"/>
                </a:cubicBezTo>
                <a:cubicBezTo>
                  <a:pt x="76391" y="40025"/>
                  <a:pt x="76043" y="40199"/>
                  <a:pt x="75669" y="40349"/>
                </a:cubicBezTo>
                <a:cubicBezTo>
                  <a:pt x="75495" y="40075"/>
                  <a:pt x="75296" y="39801"/>
                  <a:pt x="75171" y="39527"/>
                </a:cubicBezTo>
                <a:cubicBezTo>
                  <a:pt x="75146" y="39452"/>
                  <a:pt x="75122" y="39428"/>
                  <a:pt x="75097" y="39353"/>
                </a:cubicBezTo>
                <a:cubicBezTo>
                  <a:pt x="75022" y="39278"/>
                  <a:pt x="74997" y="39154"/>
                  <a:pt x="74922" y="39054"/>
                </a:cubicBezTo>
                <a:cubicBezTo>
                  <a:pt x="76217" y="37561"/>
                  <a:pt x="78108" y="36416"/>
                  <a:pt x="80498" y="35694"/>
                </a:cubicBezTo>
                <a:close/>
                <a:moveTo>
                  <a:pt x="105414" y="40224"/>
                </a:moveTo>
                <a:lnTo>
                  <a:pt x="105414" y="40224"/>
                </a:lnTo>
                <a:cubicBezTo>
                  <a:pt x="105464" y="40249"/>
                  <a:pt x="105489" y="40249"/>
                  <a:pt x="105514" y="40299"/>
                </a:cubicBezTo>
                <a:cubicBezTo>
                  <a:pt x="105538" y="40324"/>
                  <a:pt x="105588" y="40324"/>
                  <a:pt x="105613" y="40349"/>
                </a:cubicBezTo>
                <a:cubicBezTo>
                  <a:pt x="105638" y="40373"/>
                  <a:pt x="105663" y="40423"/>
                  <a:pt x="105663" y="40448"/>
                </a:cubicBezTo>
                <a:lnTo>
                  <a:pt x="105696" y="40481"/>
                </a:lnTo>
                <a:lnTo>
                  <a:pt x="105696" y="40481"/>
                </a:lnTo>
                <a:cubicBezTo>
                  <a:pt x="105686" y="40476"/>
                  <a:pt x="105675" y="40473"/>
                  <a:pt x="105663" y="40473"/>
                </a:cubicBezTo>
                <a:cubicBezTo>
                  <a:pt x="105638" y="40448"/>
                  <a:pt x="105613" y="40423"/>
                  <a:pt x="105538" y="40398"/>
                </a:cubicBezTo>
                <a:cubicBezTo>
                  <a:pt x="105538" y="40324"/>
                  <a:pt x="105489" y="40299"/>
                  <a:pt x="105414" y="40224"/>
                </a:cubicBezTo>
                <a:close/>
                <a:moveTo>
                  <a:pt x="74250" y="40523"/>
                </a:moveTo>
                <a:cubicBezTo>
                  <a:pt x="74275" y="40523"/>
                  <a:pt x="74300" y="40548"/>
                  <a:pt x="74300" y="40548"/>
                </a:cubicBezTo>
                <a:cubicBezTo>
                  <a:pt x="74275" y="40548"/>
                  <a:pt x="74275" y="40548"/>
                  <a:pt x="74250" y="40523"/>
                </a:cubicBezTo>
                <a:close/>
                <a:moveTo>
                  <a:pt x="79104" y="39079"/>
                </a:moveTo>
                <a:cubicBezTo>
                  <a:pt x="79104" y="39079"/>
                  <a:pt x="79104" y="39104"/>
                  <a:pt x="79054" y="39104"/>
                </a:cubicBezTo>
                <a:cubicBezTo>
                  <a:pt x="78283" y="39452"/>
                  <a:pt x="77486" y="39801"/>
                  <a:pt x="76665" y="40174"/>
                </a:cubicBezTo>
                <a:cubicBezTo>
                  <a:pt x="76391" y="40299"/>
                  <a:pt x="76092" y="40448"/>
                  <a:pt x="75769" y="40597"/>
                </a:cubicBezTo>
                <a:lnTo>
                  <a:pt x="75769" y="40573"/>
                </a:lnTo>
                <a:cubicBezTo>
                  <a:pt x="75769" y="40573"/>
                  <a:pt x="75769" y="40548"/>
                  <a:pt x="75744" y="40548"/>
                </a:cubicBezTo>
                <a:cubicBezTo>
                  <a:pt x="76889" y="40025"/>
                  <a:pt x="78009" y="39527"/>
                  <a:pt x="79104" y="39079"/>
                </a:cubicBezTo>
                <a:close/>
                <a:moveTo>
                  <a:pt x="74524" y="40349"/>
                </a:moveTo>
                <a:cubicBezTo>
                  <a:pt x="74549" y="40349"/>
                  <a:pt x="74549" y="40398"/>
                  <a:pt x="74549" y="40398"/>
                </a:cubicBezTo>
                <a:cubicBezTo>
                  <a:pt x="74674" y="40448"/>
                  <a:pt x="74798" y="40523"/>
                  <a:pt x="74922" y="40597"/>
                </a:cubicBezTo>
                <a:lnTo>
                  <a:pt x="74922" y="40622"/>
                </a:lnTo>
                <a:cubicBezTo>
                  <a:pt x="74922" y="40622"/>
                  <a:pt x="74922" y="40672"/>
                  <a:pt x="74972" y="40672"/>
                </a:cubicBezTo>
                <a:cubicBezTo>
                  <a:pt x="74922" y="40672"/>
                  <a:pt x="74898" y="40622"/>
                  <a:pt x="74873" y="40622"/>
                </a:cubicBezTo>
                <a:cubicBezTo>
                  <a:pt x="74848" y="40622"/>
                  <a:pt x="74848" y="40597"/>
                  <a:pt x="74798" y="40597"/>
                </a:cubicBezTo>
                <a:cubicBezTo>
                  <a:pt x="74723" y="40548"/>
                  <a:pt x="74624" y="40498"/>
                  <a:pt x="74524" y="40448"/>
                </a:cubicBezTo>
                <a:cubicBezTo>
                  <a:pt x="74499" y="40448"/>
                  <a:pt x="74499" y="40423"/>
                  <a:pt x="74474" y="40423"/>
                </a:cubicBezTo>
                <a:lnTo>
                  <a:pt x="74524" y="40349"/>
                </a:lnTo>
                <a:close/>
                <a:moveTo>
                  <a:pt x="63697" y="37984"/>
                </a:moveTo>
                <a:cubicBezTo>
                  <a:pt x="64219" y="38731"/>
                  <a:pt x="64817" y="39452"/>
                  <a:pt x="65414" y="40075"/>
                </a:cubicBezTo>
                <a:cubicBezTo>
                  <a:pt x="65339" y="40100"/>
                  <a:pt x="65290" y="40100"/>
                  <a:pt x="65215" y="40125"/>
                </a:cubicBezTo>
                <a:cubicBezTo>
                  <a:pt x="65090" y="40174"/>
                  <a:pt x="64966" y="40224"/>
                  <a:pt x="64842" y="40249"/>
                </a:cubicBezTo>
                <a:cubicBezTo>
                  <a:pt x="64792" y="40299"/>
                  <a:pt x="64717" y="40299"/>
                  <a:pt x="64667" y="40324"/>
                </a:cubicBezTo>
                <a:lnTo>
                  <a:pt x="64617" y="40324"/>
                </a:lnTo>
                <a:cubicBezTo>
                  <a:pt x="64543" y="40349"/>
                  <a:pt x="64418" y="40373"/>
                  <a:pt x="64319" y="40423"/>
                </a:cubicBezTo>
                <a:cubicBezTo>
                  <a:pt x="64219" y="40448"/>
                  <a:pt x="64095" y="40473"/>
                  <a:pt x="63995" y="40548"/>
                </a:cubicBezTo>
                <a:cubicBezTo>
                  <a:pt x="63921" y="40573"/>
                  <a:pt x="63846" y="40597"/>
                  <a:pt x="63746" y="40647"/>
                </a:cubicBezTo>
                <a:cubicBezTo>
                  <a:pt x="63697" y="40672"/>
                  <a:pt x="63622" y="40672"/>
                  <a:pt x="63572" y="40697"/>
                </a:cubicBezTo>
                <a:cubicBezTo>
                  <a:pt x="63248" y="40075"/>
                  <a:pt x="62925" y="39428"/>
                  <a:pt x="62576" y="38780"/>
                </a:cubicBezTo>
                <a:cubicBezTo>
                  <a:pt x="62950" y="38482"/>
                  <a:pt x="63323" y="38233"/>
                  <a:pt x="63697" y="37984"/>
                </a:cubicBezTo>
                <a:close/>
                <a:moveTo>
                  <a:pt x="73603" y="40697"/>
                </a:moveTo>
                <a:cubicBezTo>
                  <a:pt x="73603" y="40718"/>
                  <a:pt x="73603" y="40721"/>
                  <a:pt x="73573" y="40737"/>
                </a:cubicBezTo>
                <a:lnTo>
                  <a:pt x="73573" y="40737"/>
                </a:lnTo>
                <a:cubicBezTo>
                  <a:pt x="73582" y="40722"/>
                  <a:pt x="73592" y="40708"/>
                  <a:pt x="73603" y="40697"/>
                </a:cubicBezTo>
                <a:close/>
                <a:moveTo>
                  <a:pt x="62402" y="38930"/>
                </a:moveTo>
                <a:cubicBezTo>
                  <a:pt x="62726" y="39552"/>
                  <a:pt x="63074" y="40174"/>
                  <a:pt x="63348" y="40797"/>
                </a:cubicBezTo>
                <a:cubicBezTo>
                  <a:pt x="63323" y="40797"/>
                  <a:pt x="63323" y="40797"/>
                  <a:pt x="63298" y="40821"/>
                </a:cubicBezTo>
                <a:cubicBezTo>
                  <a:pt x="62975" y="40199"/>
                  <a:pt x="62676" y="39577"/>
                  <a:pt x="62328" y="38955"/>
                </a:cubicBezTo>
                <a:cubicBezTo>
                  <a:pt x="62352" y="38955"/>
                  <a:pt x="62352" y="38930"/>
                  <a:pt x="62402" y="38930"/>
                </a:cubicBezTo>
                <a:close/>
                <a:moveTo>
                  <a:pt x="75296" y="40797"/>
                </a:moveTo>
                <a:cubicBezTo>
                  <a:pt x="75296" y="40797"/>
                  <a:pt x="75346" y="40797"/>
                  <a:pt x="75346" y="40821"/>
                </a:cubicBezTo>
                <a:lnTo>
                  <a:pt x="75346" y="40846"/>
                </a:lnTo>
                <a:lnTo>
                  <a:pt x="75296" y="40846"/>
                </a:lnTo>
                <a:lnTo>
                  <a:pt x="75296" y="40821"/>
                </a:lnTo>
                <a:lnTo>
                  <a:pt x="75271" y="40797"/>
                </a:lnTo>
                <a:close/>
                <a:moveTo>
                  <a:pt x="74474" y="40672"/>
                </a:moveTo>
                <a:cubicBezTo>
                  <a:pt x="74549" y="40722"/>
                  <a:pt x="74624" y="40797"/>
                  <a:pt x="74723" y="40846"/>
                </a:cubicBezTo>
                <a:cubicBezTo>
                  <a:pt x="74674" y="40846"/>
                  <a:pt x="74674" y="40871"/>
                  <a:pt x="74649" y="40871"/>
                </a:cubicBezTo>
                <a:cubicBezTo>
                  <a:pt x="74599" y="40821"/>
                  <a:pt x="74524" y="40797"/>
                  <a:pt x="74474" y="40722"/>
                </a:cubicBezTo>
                <a:lnTo>
                  <a:pt x="74474" y="40672"/>
                </a:lnTo>
                <a:close/>
                <a:moveTo>
                  <a:pt x="65581" y="40284"/>
                </a:moveTo>
                <a:lnTo>
                  <a:pt x="65581" y="40284"/>
                </a:lnTo>
                <a:cubicBezTo>
                  <a:pt x="65583" y="40288"/>
                  <a:pt x="65585" y="40293"/>
                  <a:pt x="65588" y="40299"/>
                </a:cubicBezTo>
                <a:cubicBezTo>
                  <a:pt x="65538" y="40299"/>
                  <a:pt x="65514" y="40324"/>
                  <a:pt x="65439" y="40324"/>
                </a:cubicBezTo>
                <a:cubicBezTo>
                  <a:pt x="65389" y="40349"/>
                  <a:pt x="65314" y="40349"/>
                  <a:pt x="65240" y="40398"/>
                </a:cubicBezTo>
                <a:cubicBezTo>
                  <a:pt x="65215" y="40398"/>
                  <a:pt x="65190" y="40423"/>
                  <a:pt x="65165" y="40423"/>
                </a:cubicBezTo>
                <a:cubicBezTo>
                  <a:pt x="64966" y="40473"/>
                  <a:pt x="64792" y="40548"/>
                  <a:pt x="64617" y="40597"/>
                </a:cubicBezTo>
                <a:cubicBezTo>
                  <a:pt x="64543" y="40622"/>
                  <a:pt x="64443" y="40672"/>
                  <a:pt x="64369" y="40697"/>
                </a:cubicBezTo>
                <a:cubicBezTo>
                  <a:pt x="64194" y="40747"/>
                  <a:pt x="63970" y="40846"/>
                  <a:pt x="63746" y="40921"/>
                </a:cubicBezTo>
                <a:cubicBezTo>
                  <a:pt x="63721" y="40921"/>
                  <a:pt x="63697" y="40946"/>
                  <a:pt x="63672" y="40946"/>
                </a:cubicBezTo>
                <a:lnTo>
                  <a:pt x="63672" y="40921"/>
                </a:lnTo>
                <a:lnTo>
                  <a:pt x="63672" y="40871"/>
                </a:lnTo>
                <a:cubicBezTo>
                  <a:pt x="63921" y="40797"/>
                  <a:pt x="64120" y="40697"/>
                  <a:pt x="64369" y="40622"/>
                </a:cubicBezTo>
                <a:cubicBezTo>
                  <a:pt x="64443" y="40597"/>
                  <a:pt x="64493" y="40597"/>
                  <a:pt x="64568" y="40573"/>
                </a:cubicBezTo>
                <a:cubicBezTo>
                  <a:pt x="64692" y="40523"/>
                  <a:pt x="64842" y="40473"/>
                  <a:pt x="64966" y="40448"/>
                </a:cubicBezTo>
                <a:cubicBezTo>
                  <a:pt x="65066" y="40423"/>
                  <a:pt x="65165" y="40398"/>
                  <a:pt x="65290" y="40349"/>
                </a:cubicBezTo>
                <a:cubicBezTo>
                  <a:pt x="65389" y="40324"/>
                  <a:pt x="65439" y="40324"/>
                  <a:pt x="65538" y="40299"/>
                </a:cubicBezTo>
                <a:cubicBezTo>
                  <a:pt x="65555" y="40299"/>
                  <a:pt x="65572" y="40299"/>
                  <a:pt x="65581" y="40284"/>
                </a:cubicBezTo>
                <a:close/>
                <a:moveTo>
                  <a:pt x="63448" y="40946"/>
                </a:moveTo>
                <a:cubicBezTo>
                  <a:pt x="63448" y="40946"/>
                  <a:pt x="63448" y="40971"/>
                  <a:pt x="63473" y="40971"/>
                </a:cubicBezTo>
                <a:lnTo>
                  <a:pt x="63473" y="41021"/>
                </a:lnTo>
                <a:lnTo>
                  <a:pt x="63423" y="41021"/>
                </a:lnTo>
                <a:lnTo>
                  <a:pt x="63423" y="40971"/>
                </a:lnTo>
                <a:cubicBezTo>
                  <a:pt x="63406" y="40987"/>
                  <a:pt x="63395" y="40993"/>
                  <a:pt x="63388" y="40993"/>
                </a:cubicBezTo>
                <a:cubicBezTo>
                  <a:pt x="63373" y="40993"/>
                  <a:pt x="63373" y="40971"/>
                  <a:pt x="63373" y="40971"/>
                </a:cubicBezTo>
                <a:cubicBezTo>
                  <a:pt x="63423" y="40971"/>
                  <a:pt x="63423" y="40946"/>
                  <a:pt x="63448" y="40946"/>
                </a:cubicBezTo>
                <a:close/>
                <a:moveTo>
                  <a:pt x="74823" y="40971"/>
                </a:moveTo>
                <a:lnTo>
                  <a:pt x="74898" y="41046"/>
                </a:lnTo>
                <a:cubicBezTo>
                  <a:pt x="74873" y="41046"/>
                  <a:pt x="74873" y="41070"/>
                  <a:pt x="74848" y="41070"/>
                </a:cubicBezTo>
                <a:lnTo>
                  <a:pt x="74798" y="41046"/>
                </a:lnTo>
                <a:lnTo>
                  <a:pt x="74773" y="41021"/>
                </a:lnTo>
                <a:cubicBezTo>
                  <a:pt x="74798" y="41021"/>
                  <a:pt x="74798" y="40971"/>
                  <a:pt x="74823" y="40971"/>
                </a:cubicBezTo>
                <a:close/>
                <a:moveTo>
                  <a:pt x="74250" y="40722"/>
                </a:moveTo>
                <a:cubicBezTo>
                  <a:pt x="74250" y="40772"/>
                  <a:pt x="74275" y="40797"/>
                  <a:pt x="74300" y="40797"/>
                </a:cubicBezTo>
                <a:cubicBezTo>
                  <a:pt x="74300" y="40896"/>
                  <a:pt x="74275" y="40971"/>
                  <a:pt x="74275" y="41070"/>
                </a:cubicBezTo>
                <a:cubicBezTo>
                  <a:pt x="74250" y="41070"/>
                  <a:pt x="74250" y="41095"/>
                  <a:pt x="74225" y="41095"/>
                </a:cubicBezTo>
                <a:cubicBezTo>
                  <a:pt x="74225" y="40971"/>
                  <a:pt x="74250" y="40846"/>
                  <a:pt x="74250" y="40722"/>
                </a:cubicBezTo>
                <a:close/>
                <a:moveTo>
                  <a:pt x="74649" y="41095"/>
                </a:moveTo>
                <a:lnTo>
                  <a:pt x="74674" y="41145"/>
                </a:lnTo>
                <a:cubicBezTo>
                  <a:pt x="74599" y="41170"/>
                  <a:pt x="74524" y="41220"/>
                  <a:pt x="74425" y="41270"/>
                </a:cubicBezTo>
                <a:lnTo>
                  <a:pt x="74425" y="41220"/>
                </a:lnTo>
                <a:lnTo>
                  <a:pt x="74425" y="41195"/>
                </a:lnTo>
                <a:cubicBezTo>
                  <a:pt x="74499" y="41195"/>
                  <a:pt x="74549" y="41170"/>
                  <a:pt x="74649" y="41095"/>
                </a:cubicBezTo>
                <a:close/>
                <a:moveTo>
                  <a:pt x="74051" y="40672"/>
                </a:moveTo>
                <a:cubicBezTo>
                  <a:pt x="74026" y="40846"/>
                  <a:pt x="74026" y="41046"/>
                  <a:pt x="74001" y="41220"/>
                </a:cubicBezTo>
                <a:lnTo>
                  <a:pt x="73802" y="41319"/>
                </a:lnTo>
                <a:cubicBezTo>
                  <a:pt x="73902" y="41095"/>
                  <a:pt x="74001" y="40896"/>
                  <a:pt x="74051" y="40672"/>
                </a:cubicBezTo>
                <a:close/>
                <a:moveTo>
                  <a:pt x="74250" y="41319"/>
                </a:moveTo>
                <a:lnTo>
                  <a:pt x="74250" y="41344"/>
                </a:lnTo>
                <a:lnTo>
                  <a:pt x="74250" y="41369"/>
                </a:lnTo>
                <a:cubicBezTo>
                  <a:pt x="74225" y="41369"/>
                  <a:pt x="74225" y="41419"/>
                  <a:pt x="74176" y="41419"/>
                </a:cubicBezTo>
                <a:lnTo>
                  <a:pt x="74176" y="41369"/>
                </a:lnTo>
                <a:lnTo>
                  <a:pt x="74176" y="41344"/>
                </a:lnTo>
                <a:cubicBezTo>
                  <a:pt x="74176" y="41344"/>
                  <a:pt x="74225" y="41344"/>
                  <a:pt x="74250" y="41319"/>
                </a:cubicBezTo>
                <a:close/>
                <a:moveTo>
                  <a:pt x="75520" y="41220"/>
                </a:moveTo>
                <a:lnTo>
                  <a:pt x="75545" y="41270"/>
                </a:lnTo>
                <a:lnTo>
                  <a:pt x="75594" y="41294"/>
                </a:lnTo>
                <a:cubicBezTo>
                  <a:pt x="75619" y="41319"/>
                  <a:pt x="75619" y="41344"/>
                  <a:pt x="75669" y="41419"/>
                </a:cubicBezTo>
                <a:cubicBezTo>
                  <a:pt x="75644" y="41419"/>
                  <a:pt x="75644" y="41394"/>
                  <a:pt x="75619" y="41394"/>
                </a:cubicBezTo>
                <a:lnTo>
                  <a:pt x="75570" y="41344"/>
                </a:lnTo>
                <a:cubicBezTo>
                  <a:pt x="75545" y="41319"/>
                  <a:pt x="75520" y="41270"/>
                  <a:pt x="75520" y="41220"/>
                </a:cubicBezTo>
                <a:close/>
                <a:moveTo>
                  <a:pt x="73902" y="40573"/>
                </a:moveTo>
                <a:lnTo>
                  <a:pt x="73902" y="40573"/>
                </a:lnTo>
                <a:cubicBezTo>
                  <a:pt x="73777" y="40871"/>
                  <a:pt x="73653" y="41170"/>
                  <a:pt x="73529" y="41469"/>
                </a:cubicBezTo>
                <a:lnTo>
                  <a:pt x="73504" y="41494"/>
                </a:lnTo>
                <a:cubicBezTo>
                  <a:pt x="73628" y="41170"/>
                  <a:pt x="73753" y="40871"/>
                  <a:pt x="73902" y="40573"/>
                </a:cubicBezTo>
                <a:close/>
                <a:moveTo>
                  <a:pt x="75047" y="41170"/>
                </a:moveTo>
                <a:cubicBezTo>
                  <a:pt x="75146" y="41270"/>
                  <a:pt x="75271" y="41344"/>
                  <a:pt x="75370" y="41419"/>
                </a:cubicBezTo>
                <a:cubicBezTo>
                  <a:pt x="75395" y="41444"/>
                  <a:pt x="75395" y="41518"/>
                  <a:pt x="75420" y="41543"/>
                </a:cubicBezTo>
                <a:cubicBezTo>
                  <a:pt x="75271" y="41419"/>
                  <a:pt x="75122" y="41319"/>
                  <a:pt x="74997" y="41195"/>
                </a:cubicBezTo>
                <a:cubicBezTo>
                  <a:pt x="75022" y="41195"/>
                  <a:pt x="75047" y="41195"/>
                  <a:pt x="75047" y="41170"/>
                </a:cubicBezTo>
                <a:close/>
                <a:moveTo>
                  <a:pt x="73499" y="40921"/>
                </a:moveTo>
                <a:cubicBezTo>
                  <a:pt x="73475" y="41011"/>
                  <a:pt x="73448" y="41107"/>
                  <a:pt x="73404" y="41195"/>
                </a:cubicBezTo>
                <a:cubicBezTo>
                  <a:pt x="73354" y="41319"/>
                  <a:pt x="73280" y="41469"/>
                  <a:pt x="73230" y="41593"/>
                </a:cubicBezTo>
                <a:cubicBezTo>
                  <a:pt x="73230" y="41638"/>
                  <a:pt x="73230" y="41642"/>
                  <a:pt x="73192" y="41662"/>
                </a:cubicBezTo>
                <a:lnTo>
                  <a:pt x="73192" y="41662"/>
                </a:lnTo>
                <a:cubicBezTo>
                  <a:pt x="73284" y="41423"/>
                  <a:pt x="73335" y="41185"/>
                  <a:pt x="73454" y="40946"/>
                </a:cubicBezTo>
                <a:cubicBezTo>
                  <a:pt x="73454" y="40946"/>
                  <a:pt x="73454" y="40923"/>
                  <a:pt x="73499" y="40921"/>
                </a:cubicBezTo>
                <a:close/>
                <a:moveTo>
                  <a:pt x="73977" y="41469"/>
                </a:moveTo>
                <a:lnTo>
                  <a:pt x="73977" y="41518"/>
                </a:lnTo>
                <a:lnTo>
                  <a:pt x="73977" y="41543"/>
                </a:lnTo>
                <a:cubicBezTo>
                  <a:pt x="73852" y="41593"/>
                  <a:pt x="73753" y="41668"/>
                  <a:pt x="73628" y="41693"/>
                </a:cubicBezTo>
                <a:cubicBezTo>
                  <a:pt x="73628" y="41693"/>
                  <a:pt x="73628" y="41668"/>
                  <a:pt x="73653" y="41668"/>
                </a:cubicBezTo>
                <a:lnTo>
                  <a:pt x="73653" y="41643"/>
                </a:lnTo>
                <a:cubicBezTo>
                  <a:pt x="73753" y="41568"/>
                  <a:pt x="73852" y="41543"/>
                  <a:pt x="73977" y="41469"/>
                </a:cubicBezTo>
                <a:close/>
                <a:moveTo>
                  <a:pt x="75993" y="41643"/>
                </a:moveTo>
                <a:lnTo>
                  <a:pt x="75993" y="41643"/>
                </a:lnTo>
                <a:cubicBezTo>
                  <a:pt x="76043" y="41668"/>
                  <a:pt x="76092" y="41693"/>
                  <a:pt x="76142" y="41767"/>
                </a:cubicBezTo>
                <a:lnTo>
                  <a:pt x="76267" y="41892"/>
                </a:lnTo>
                <a:cubicBezTo>
                  <a:pt x="76192" y="41817"/>
                  <a:pt x="76142" y="41792"/>
                  <a:pt x="76043" y="41718"/>
                </a:cubicBezTo>
                <a:cubicBezTo>
                  <a:pt x="76018" y="41693"/>
                  <a:pt x="76018" y="41668"/>
                  <a:pt x="75993" y="41643"/>
                </a:cubicBezTo>
                <a:close/>
                <a:moveTo>
                  <a:pt x="75819" y="41792"/>
                </a:moveTo>
                <a:cubicBezTo>
                  <a:pt x="75868" y="41792"/>
                  <a:pt x="75868" y="41817"/>
                  <a:pt x="75893" y="41817"/>
                </a:cubicBezTo>
                <a:cubicBezTo>
                  <a:pt x="75918" y="41842"/>
                  <a:pt x="75918" y="41867"/>
                  <a:pt x="75943" y="41917"/>
                </a:cubicBezTo>
                <a:lnTo>
                  <a:pt x="75893" y="41842"/>
                </a:lnTo>
                <a:lnTo>
                  <a:pt x="75868" y="41817"/>
                </a:lnTo>
                <a:cubicBezTo>
                  <a:pt x="75819" y="41817"/>
                  <a:pt x="75819" y="41792"/>
                  <a:pt x="75819" y="41792"/>
                </a:cubicBezTo>
                <a:close/>
                <a:moveTo>
                  <a:pt x="76540" y="41817"/>
                </a:moveTo>
                <a:cubicBezTo>
                  <a:pt x="76590" y="41842"/>
                  <a:pt x="76640" y="41917"/>
                  <a:pt x="76665" y="41966"/>
                </a:cubicBezTo>
                <a:cubicBezTo>
                  <a:pt x="76665" y="41966"/>
                  <a:pt x="76665" y="42016"/>
                  <a:pt x="76715" y="42016"/>
                </a:cubicBezTo>
                <a:cubicBezTo>
                  <a:pt x="76739" y="42066"/>
                  <a:pt x="76789" y="42091"/>
                  <a:pt x="76839" y="42166"/>
                </a:cubicBezTo>
                <a:cubicBezTo>
                  <a:pt x="76764" y="42091"/>
                  <a:pt x="76715" y="42041"/>
                  <a:pt x="76640" y="42016"/>
                </a:cubicBezTo>
                <a:cubicBezTo>
                  <a:pt x="76615" y="41942"/>
                  <a:pt x="76590" y="41917"/>
                  <a:pt x="76515" y="41842"/>
                </a:cubicBezTo>
                <a:lnTo>
                  <a:pt x="76540" y="41817"/>
                </a:lnTo>
                <a:close/>
                <a:moveTo>
                  <a:pt x="78955" y="39353"/>
                </a:moveTo>
                <a:lnTo>
                  <a:pt x="78955" y="39353"/>
                </a:lnTo>
                <a:cubicBezTo>
                  <a:pt x="78482" y="40349"/>
                  <a:pt x="77984" y="41344"/>
                  <a:pt x="77461" y="42340"/>
                </a:cubicBezTo>
                <a:cubicBezTo>
                  <a:pt x="77387" y="42315"/>
                  <a:pt x="77362" y="42265"/>
                  <a:pt x="77287" y="42215"/>
                </a:cubicBezTo>
                <a:cubicBezTo>
                  <a:pt x="77138" y="42066"/>
                  <a:pt x="76963" y="41917"/>
                  <a:pt x="76764" y="41718"/>
                </a:cubicBezTo>
                <a:lnTo>
                  <a:pt x="76665" y="41643"/>
                </a:lnTo>
                <a:lnTo>
                  <a:pt x="76665" y="41444"/>
                </a:lnTo>
                <a:lnTo>
                  <a:pt x="76590" y="41543"/>
                </a:lnTo>
                <a:cubicBezTo>
                  <a:pt x="76491" y="41419"/>
                  <a:pt x="76391" y="41319"/>
                  <a:pt x="76291" y="41195"/>
                </a:cubicBezTo>
                <a:lnTo>
                  <a:pt x="76242" y="41145"/>
                </a:lnTo>
                <a:cubicBezTo>
                  <a:pt x="76117" y="41021"/>
                  <a:pt x="76018" y="40871"/>
                  <a:pt x="75893" y="40772"/>
                </a:cubicBezTo>
                <a:cubicBezTo>
                  <a:pt x="76391" y="40523"/>
                  <a:pt x="76864" y="40299"/>
                  <a:pt x="77362" y="40075"/>
                </a:cubicBezTo>
                <a:lnTo>
                  <a:pt x="77536" y="39975"/>
                </a:lnTo>
                <a:cubicBezTo>
                  <a:pt x="78009" y="39776"/>
                  <a:pt x="78482" y="39577"/>
                  <a:pt x="78955" y="39353"/>
                </a:cubicBezTo>
                <a:close/>
                <a:moveTo>
                  <a:pt x="90554" y="36217"/>
                </a:moveTo>
                <a:cubicBezTo>
                  <a:pt x="89733" y="38233"/>
                  <a:pt x="88787" y="40349"/>
                  <a:pt x="87716" y="42464"/>
                </a:cubicBezTo>
                <a:lnTo>
                  <a:pt x="87667" y="42464"/>
                </a:lnTo>
                <a:cubicBezTo>
                  <a:pt x="88737" y="40349"/>
                  <a:pt x="89683" y="38283"/>
                  <a:pt x="90479" y="36217"/>
                </a:cubicBezTo>
                <a:close/>
                <a:moveTo>
                  <a:pt x="76288" y="42150"/>
                </a:moveTo>
                <a:lnTo>
                  <a:pt x="76288" y="42150"/>
                </a:lnTo>
                <a:cubicBezTo>
                  <a:pt x="76455" y="42224"/>
                  <a:pt x="76620" y="42319"/>
                  <a:pt x="76739" y="42415"/>
                </a:cubicBezTo>
                <a:cubicBezTo>
                  <a:pt x="76764" y="42439"/>
                  <a:pt x="76789" y="42464"/>
                  <a:pt x="76839" y="42539"/>
                </a:cubicBezTo>
                <a:lnTo>
                  <a:pt x="76366" y="42265"/>
                </a:lnTo>
                <a:cubicBezTo>
                  <a:pt x="76366" y="42215"/>
                  <a:pt x="76341" y="42215"/>
                  <a:pt x="76341" y="42190"/>
                </a:cubicBezTo>
                <a:cubicBezTo>
                  <a:pt x="76310" y="42175"/>
                  <a:pt x="76299" y="42160"/>
                  <a:pt x="76288" y="42150"/>
                </a:cubicBezTo>
                <a:close/>
                <a:moveTo>
                  <a:pt x="79303" y="39228"/>
                </a:moveTo>
                <a:lnTo>
                  <a:pt x="79303" y="39228"/>
                </a:lnTo>
                <a:cubicBezTo>
                  <a:pt x="78781" y="40324"/>
                  <a:pt x="78233" y="41419"/>
                  <a:pt x="77660" y="42539"/>
                </a:cubicBezTo>
                <a:lnTo>
                  <a:pt x="77636" y="42514"/>
                </a:lnTo>
                <a:cubicBezTo>
                  <a:pt x="78233" y="41419"/>
                  <a:pt x="78756" y="40324"/>
                  <a:pt x="79253" y="39278"/>
                </a:cubicBezTo>
                <a:cubicBezTo>
                  <a:pt x="79278" y="39278"/>
                  <a:pt x="79278" y="39278"/>
                  <a:pt x="79303" y="39228"/>
                </a:cubicBezTo>
                <a:close/>
                <a:moveTo>
                  <a:pt x="87617" y="42663"/>
                </a:moveTo>
                <a:cubicBezTo>
                  <a:pt x="87592" y="42663"/>
                  <a:pt x="87592" y="42688"/>
                  <a:pt x="87592" y="42713"/>
                </a:cubicBezTo>
                <a:lnTo>
                  <a:pt x="87542" y="42713"/>
                </a:lnTo>
                <a:cubicBezTo>
                  <a:pt x="87542" y="42688"/>
                  <a:pt x="87567" y="42688"/>
                  <a:pt x="87567" y="42663"/>
                </a:cubicBezTo>
                <a:close/>
                <a:moveTo>
                  <a:pt x="72782" y="42166"/>
                </a:moveTo>
                <a:cubicBezTo>
                  <a:pt x="72782" y="42190"/>
                  <a:pt x="72782" y="42191"/>
                  <a:pt x="72757" y="42215"/>
                </a:cubicBezTo>
                <a:lnTo>
                  <a:pt x="72757" y="42265"/>
                </a:lnTo>
                <a:cubicBezTo>
                  <a:pt x="72404" y="42417"/>
                  <a:pt x="72057" y="42594"/>
                  <a:pt x="71710" y="42790"/>
                </a:cubicBezTo>
                <a:lnTo>
                  <a:pt x="71710" y="42790"/>
                </a:lnTo>
                <a:cubicBezTo>
                  <a:pt x="72019" y="42611"/>
                  <a:pt x="72326" y="42436"/>
                  <a:pt x="72632" y="42265"/>
                </a:cubicBezTo>
                <a:cubicBezTo>
                  <a:pt x="72657" y="42215"/>
                  <a:pt x="72707" y="42190"/>
                  <a:pt x="72757" y="42190"/>
                </a:cubicBezTo>
                <a:cubicBezTo>
                  <a:pt x="72757" y="42190"/>
                  <a:pt x="72782" y="42190"/>
                  <a:pt x="72782" y="42166"/>
                </a:cubicBezTo>
                <a:close/>
                <a:moveTo>
                  <a:pt x="76615" y="42589"/>
                </a:moveTo>
                <a:lnTo>
                  <a:pt x="76615" y="42589"/>
                </a:lnTo>
                <a:cubicBezTo>
                  <a:pt x="76764" y="42713"/>
                  <a:pt x="76914" y="42813"/>
                  <a:pt x="77063" y="42912"/>
                </a:cubicBezTo>
                <a:cubicBezTo>
                  <a:pt x="77113" y="42937"/>
                  <a:pt x="77113" y="42962"/>
                  <a:pt x="77138" y="42962"/>
                </a:cubicBezTo>
                <a:cubicBezTo>
                  <a:pt x="77113" y="43037"/>
                  <a:pt x="77063" y="43087"/>
                  <a:pt x="77013" y="43161"/>
                </a:cubicBezTo>
                <a:cubicBezTo>
                  <a:pt x="76963" y="43087"/>
                  <a:pt x="76914" y="43037"/>
                  <a:pt x="76864" y="42962"/>
                </a:cubicBezTo>
                <a:cubicBezTo>
                  <a:pt x="76764" y="42838"/>
                  <a:pt x="76715" y="42713"/>
                  <a:pt x="76615" y="42589"/>
                </a:cubicBezTo>
                <a:close/>
                <a:moveTo>
                  <a:pt x="90255" y="36242"/>
                </a:moveTo>
                <a:lnTo>
                  <a:pt x="90255" y="36242"/>
                </a:lnTo>
                <a:cubicBezTo>
                  <a:pt x="89459" y="38283"/>
                  <a:pt x="88538" y="40349"/>
                  <a:pt x="87443" y="42464"/>
                </a:cubicBezTo>
                <a:cubicBezTo>
                  <a:pt x="87265" y="42460"/>
                  <a:pt x="87086" y="42458"/>
                  <a:pt x="86906" y="42458"/>
                </a:cubicBezTo>
                <a:cubicBezTo>
                  <a:pt x="85085" y="42458"/>
                  <a:pt x="83109" y="42688"/>
                  <a:pt x="81071" y="43186"/>
                </a:cubicBezTo>
                <a:cubicBezTo>
                  <a:pt x="82738" y="41817"/>
                  <a:pt x="84107" y="39826"/>
                  <a:pt x="85078" y="37237"/>
                </a:cubicBezTo>
                <a:cubicBezTo>
                  <a:pt x="86571" y="36839"/>
                  <a:pt x="87990" y="36540"/>
                  <a:pt x="89384" y="36341"/>
                </a:cubicBezTo>
                <a:cubicBezTo>
                  <a:pt x="89484" y="36341"/>
                  <a:pt x="89583" y="36316"/>
                  <a:pt x="89683" y="36316"/>
                </a:cubicBezTo>
                <a:cubicBezTo>
                  <a:pt x="89857" y="36291"/>
                  <a:pt x="90081" y="36291"/>
                  <a:pt x="90255" y="36242"/>
                </a:cubicBezTo>
                <a:close/>
                <a:moveTo>
                  <a:pt x="93641" y="35993"/>
                </a:moveTo>
                <a:cubicBezTo>
                  <a:pt x="94188" y="35993"/>
                  <a:pt x="94761" y="35993"/>
                  <a:pt x="95283" y="36067"/>
                </a:cubicBezTo>
                <a:lnTo>
                  <a:pt x="95308" y="36067"/>
                </a:lnTo>
                <a:cubicBezTo>
                  <a:pt x="96702" y="36441"/>
                  <a:pt x="98121" y="36914"/>
                  <a:pt x="99490" y="37461"/>
                </a:cubicBezTo>
                <a:cubicBezTo>
                  <a:pt x="97250" y="40050"/>
                  <a:pt x="94562" y="41991"/>
                  <a:pt x="91724" y="43211"/>
                </a:cubicBezTo>
                <a:cubicBezTo>
                  <a:pt x="90554" y="42813"/>
                  <a:pt x="89285" y="42564"/>
                  <a:pt x="87916" y="42464"/>
                </a:cubicBezTo>
                <a:cubicBezTo>
                  <a:pt x="88986" y="40349"/>
                  <a:pt x="89932" y="38233"/>
                  <a:pt x="90728" y="36142"/>
                </a:cubicBezTo>
                <a:cubicBezTo>
                  <a:pt x="90927" y="36117"/>
                  <a:pt x="91102" y="36092"/>
                  <a:pt x="91301" y="36092"/>
                </a:cubicBezTo>
                <a:cubicBezTo>
                  <a:pt x="91450" y="36092"/>
                  <a:pt x="91599" y="36067"/>
                  <a:pt x="91774" y="36067"/>
                </a:cubicBezTo>
                <a:cubicBezTo>
                  <a:pt x="92396" y="36042"/>
                  <a:pt x="92968" y="35993"/>
                  <a:pt x="93591" y="35993"/>
                </a:cubicBezTo>
                <a:close/>
                <a:moveTo>
                  <a:pt x="84829" y="37287"/>
                </a:moveTo>
                <a:cubicBezTo>
                  <a:pt x="83833" y="39925"/>
                  <a:pt x="82390" y="41966"/>
                  <a:pt x="80598" y="43286"/>
                </a:cubicBezTo>
                <a:cubicBezTo>
                  <a:pt x="80523" y="43286"/>
                  <a:pt x="80473" y="43311"/>
                  <a:pt x="80398" y="43311"/>
                </a:cubicBezTo>
                <a:cubicBezTo>
                  <a:pt x="82240" y="42016"/>
                  <a:pt x="83709" y="39975"/>
                  <a:pt x="84730" y="37312"/>
                </a:cubicBezTo>
                <a:cubicBezTo>
                  <a:pt x="84754" y="37312"/>
                  <a:pt x="84779" y="37287"/>
                  <a:pt x="84829" y="37287"/>
                </a:cubicBezTo>
                <a:close/>
                <a:moveTo>
                  <a:pt x="99664" y="37536"/>
                </a:moveTo>
                <a:cubicBezTo>
                  <a:pt x="99689" y="37561"/>
                  <a:pt x="99739" y="37561"/>
                  <a:pt x="99764" y="37561"/>
                </a:cubicBezTo>
                <a:cubicBezTo>
                  <a:pt x="97548" y="40149"/>
                  <a:pt x="94910" y="42091"/>
                  <a:pt x="92072" y="43335"/>
                </a:cubicBezTo>
                <a:cubicBezTo>
                  <a:pt x="92048" y="43335"/>
                  <a:pt x="92023" y="43311"/>
                  <a:pt x="91973" y="43311"/>
                </a:cubicBezTo>
                <a:cubicBezTo>
                  <a:pt x="94810" y="42066"/>
                  <a:pt x="97449" y="40100"/>
                  <a:pt x="99664" y="37536"/>
                </a:cubicBezTo>
                <a:close/>
                <a:moveTo>
                  <a:pt x="87816" y="42663"/>
                </a:moveTo>
                <a:cubicBezTo>
                  <a:pt x="89110" y="42763"/>
                  <a:pt x="90330" y="42962"/>
                  <a:pt x="91450" y="43335"/>
                </a:cubicBezTo>
                <a:cubicBezTo>
                  <a:pt x="91425" y="43335"/>
                  <a:pt x="91400" y="43360"/>
                  <a:pt x="91351" y="43360"/>
                </a:cubicBezTo>
                <a:cubicBezTo>
                  <a:pt x="90280" y="43012"/>
                  <a:pt x="89061" y="42788"/>
                  <a:pt x="87791" y="42713"/>
                </a:cubicBezTo>
                <a:cubicBezTo>
                  <a:pt x="87791" y="42688"/>
                  <a:pt x="87816" y="42688"/>
                  <a:pt x="87816" y="42663"/>
                </a:cubicBezTo>
                <a:close/>
                <a:moveTo>
                  <a:pt x="70417" y="39801"/>
                </a:moveTo>
                <a:cubicBezTo>
                  <a:pt x="70815" y="39801"/>
                  <a:pt x="71239" y="39826"/>
                  <a:pt x="71612" y="39851"/>
                </a:cubicBezTo>
                <a:cubicBezTo>
                  <a:pt x="71687" y="39851"/>
                  <a:pt x="71786" y="39901"/>
                  <a:pt x="71886" y="39901"/>
                </a:cubicBezTo>
                <a:cubicBezTo>
                  <a:pt x="71985" y="39901"/>
                  <a:pt x="72035" y="39925"/>
                  <a:pt x="72135" y="39925"/>
                </a:cubicBezTo>
                <a:cubicBezTo>
                  <a:pt x="72384" y="39950"/>
                  <a:pt x="72608" y="39975"/>
                  <a:pt x="72856" y="40050"/>
                </a:cubicBezTo>
                <a:cubicBezTo>
                  <a:pt x="72881" y="40050"/>
                  <a:pt x="72931" y="40050"/>
                  <a:pt x="72981" y="40075"/>
                </a:cubicBezTo>
                <a:cubicBezTo>
                  <a:pt x="73130" y="40100"/>
                  <a:pt x="73255" y="40174"/>
                  <a:pt x="73379" y="40199"/>
                </a:cubicBezTo>
                <a:cubicBezTo>
                  <a:pt x="73404" y="40199"/>
                  <a:pt x="73479" y="40224"/>
                  <a:pt x="73504" y="40224"/>
                </a:cubicBezTo>
                <a:cubicBezTo>
                  <a:pt x="73479" y="40398"/>
                  <a:pt x="73404" y="40523"/>
                  <a:pt x="73379" y="40672"/>
                </a:cubicBezTo>
                <a:cubicBezTo>
                  <a:pt x="73180" y="41070"/>
                  <a:pt x="73031" y="41469"/>
                  <a:pt x="72906" y="41817"/>
                </a:cubicBezTo>
                <a:cubicBezTo>
                  <a:pt x="72782" y="41867"/>
                  <a:pt x="72657" y="41942"/>
                  <a:pt x="72533" y="42041"/>
                </a:cubicBezTo>
                <a:cubicBezTo>
                  <a:pt x="72508" y="42066"/>
                  <a:pt x="72433" y="42066"/>
                  <a:pt x="72408" y="42091"/>
                </a:cubicBezTo>
                <a:lnTo>
                  <a:pt x="71935" y="42365"/>
                </a:lnTo>
                <a:cubicBezTo>
                  <a:pt x="71687" y="42539"/>
                  <a:pt x="71438" y="42663"/>
                  <a:pt x="71189" y="42813"/>
                </a:cubicBezTo>
                <a:cubicBezTo>
                  <a:pt x="70915" y="42962"/>
                  <a:pt x="70666" y="43111"/>
                  <a:pt x="70392" y="43311"/>
                </a:cubicBezTo>
                <a:lnTo>
                  <a:pt x="70193" y="43410"/>
                </a:lnTo>
                <a:cubicBezTo>
                  <a:pt x="68824" y="42663"/>
                  <a:pt x="67505" y="41643"/>
                  <a:pt x="66211" y="40349"/>
                </a:cubicBezTo>
                <a:lnTo>
                  <a:pt x="66584" y="40249"/>
                </a:lnTo>
                <a:lnTo>
                  <a:pt x="66659" y="40249"/>
                </a:lnTo>
                <a:cubicBezTo>
                  <a:pt x="66808" y="40224"/>
                  <a:pt x="66932" y="40199"/>
                  <a:pt x="67082" y="40174"/>
                </a:cubicBezTo>
                <a:cubicBezTo>
                  <a:pt x="67206" y="40125"/>
                  <a:pt x="67380" y="40100"/>
                  <a:pt x="67505" y="40100"/>
                </a:cubicBezTo>
                <a:cubicBezTo>
                  <a:pt x="67580" y="40075"/>
                  <a:pt x="67679" y="40075"/>
                  <a:pt x="67779" y="40050"/>
                </a:cubicBezTo>
                <a:cubicBezTo>
                  <a:pt x="67828" y="40050"/>
                  <a:pt x="67903" y="40000"/>
                  <a:pt x="67953" y="40000"/>
                </a:cubicBezTo>
                <a:cubicBezTo>
                  <a:pt x="68127" y="39975"/>
                  <a:pt x="68252" y="39975"/>
                  <a:pt x="68401" y="39950"/>
                </a:cubicBezTo>
                <a:lnTo>
                  <a:pt x="68501" y="39950"/>
                </a:lnTo>
                <a:cubicBezTo>
                  <a:pt x="68575" y="39950"/>
                  <a:pt x="68700" y="39925"/>
                  <a:pt x="68799" y="39925"/>
                </a:cubicBezTo>
                <a:cubicBezTo>
                  <a:pt x="68899" y="39925"/>
                  <a:pt x="68949" y="39925"/>
                  <a:pt x="69048" y="39901"/>
                </a:cubicBezTo>
                <a:cubicBezTo>
                  <a:pt x="69272" y="39851"/>
                  <a:pt x="69496" y="39851"/>
                  <a:pt x="69695" y="39826"/>
                </a:cubicBezTo>
                <a:cubicBezTo>
                  <a:pt x="69944" y="39826"/>
                  <a:pt x="70193" y="39801"/>
                  <a:pt x="70417" y="39801"/>
                </a:cubicBezTo>
                <a:close/>
                <a:moveTo>
                  <a:pt x="76043" y="42240"/>
                </a:moveTo>
                <a:cubicBezTo>
                  <a:pt x="76117" y="42290"/>
                  <a:pt x="76142" y="42315"/>
                  <a:pt x="76142" y="42315"/>
                </a:cubicBezTo>
                <a:cubicBezTo>
                  <a:pt x="76167" y="42315"/>
                  <a:pt x="76167" y="42340"/>
                  <a:pt x="76192" y="42340"/>
                </a:cubicBezTo>
                <a:cubicBezTo>
                  <a:pt x="76267" y="42415"/>
                  <a:pt x="76291" y="42514"/>
                  <a:pt x="76316" y="42564"/>
                </a:cubicBezTo>
                <a:cubicBezTo>
                  <a:pt x="76366" y="42614"/>
                  <a:pt x="76391" y="42663"/>
                  <a:pt x="76416" y="42713"/>
                </a:cubicBezTo>
                <a:cubicBezTo>
                  <a:pt x="76416" y="42738"/>
                  <a:pt x="76441" y="42738"/>
                  <a:pt x="76441" y="42788"/>
                </a:cubicBezTo>
                <a:cubicBezTo>
                  <a:pt x="76515" y="42887"/>
                  <a:pt x="76615" y="42987"/>
                  <a:pt x="76665" y="43087"/>
                </a:cubicBezTo>
                <a:cubicBezTo>
                  <a:pt x="76739" y="43186"/>
                  <a:pt x="76789" y="43286"/>
                  <a:pt x="76864" y="43335"/>
                </a:cubicBezTo>
                <a:cubicBezTo>
                  <a:pt x="76864" y="43335"/>
                  <a:pt x="76864" y="43360"/>
                  <a:pt x="76814" y="43360"/>
                </a:cubicBezTo>
                <a:lnTo>
                  <a:pt x="76814" y="43410"/>
                </a:lnTo>
                <a:cubicBezTo>
                  <a:pt x="76789" y="43360"/>
                  <a:pt x="76789" y="43335"/>
                  <a:pt x="76764" y="43311"/>
                </a:cubicBezTo>
                <a:cubicBezTo>
                  <a:pt x="76565" y="43037"/>
                  <a:pt x="76366" y="42788"/>
                  <a:pt x="76192" y="42489"/>
                </a:cubicBezTo>
                <a:cubicBezTo>
                  <a:pt x="76142" y="42415"/>
                  <a:pt x="76117" y="42340"/>
                  <a:pt x="76043" y="42240"/>
                </a:cubicBezTo>
                <a:close/>
                <a:moveTo>
                  <a:pt x="77262" y="43186"/>
                </a:moveTo>
                <a:lnTo>
                  <a:pt x="77287" y="43211"/>
                </a:lnTo>
                <a:lnTo>
                  <a:pt x="77212" y="43410"/>
                </a:lnTo>
                <a:lnTo>
                  <a:pt x="77163" y="43360"/>
                </a:lnTo>
                <a:cubicBezTo>
                  <a:pt x="77212" y="43286"/>
                  <a:pt x="77237" y="43261"/>
                  <a:pt x="77262" y="43186"/>
                </a:cubicBezTo>
                <a:close/>
                <a:moveTo>
                  <a:pt x="91799" y="43435"/>
                </a:moveTo>
                <a:cubicBezTo>
                  <a:pt x="91823" y="43435"/>
                  <a:pt x="91823" y="43460"/>
                  <a:pt x="91848" y="43460"/>
                </a:cubicBezTo>
                <a:cubicBezTo>
                  <a:pt x="91823" y="43460"/>
                  <a:pt x="91799" y="43510"/>
                  <a:pt x="91774" y="43510"/>
                </a:cubicBezTo>
                <a:cubicBezTo>
                  <a:pt x="91724" y="43460"/>
                  <a:pt x="91699" y="43460"/>
                  <a:pt x="91674" y="43460"/>
                </a:cubicBezTo>
                <a:cubicBezTo>
                  <a:pt x="91699" y="43460"/>
                  <a:pt x="91724" y="43435"/>
                  <a:pt x="91774" y="43435"/>
                </a:cubicBezTo>
                <a:close/>
                <a:moveTo>
                  <a:pt x="86678" y="42626"/>
                </a:moveTo>
                <a:cubicBezTo>
                  <a:pt x="86902" y="42626"/>
                  <a:pt x="87124" y="42630"/>
                  <a:pt x="87343" y="42639"/>
                </a:cubicBezTo>
                <a:cubicBezTo>
                  <a:pt x="87343" y="42663"/>
                  <a:pt x="87318" y="42663"/>
                  <a:pt x="87318" y="42688"/>
                </a:cubicBezTo>
                <a:cubicBezTo>
                  <a:pt x="87158" y="42684"/>
                  <a:pt x="86996" y="42683"/>
                  <a:pt x="86834" y="42683"/>
                </a:cubicBezTo>
                <a:cubicBezTo>
                  <a:pt x="84895" y="42683"/>
                  <a:pt x="82810" y="42955"/>
                  <a:pt x="80579" y="43520"/>
                </a:cubicBezTo>
                <a:lnTo>
                  <a:pt x="80579" y="43520"/>
                </a:lnTo>
                <a:cubicBezTo>
                  <a:pt x="80625" y="43497"/>
                  <a:pt x="80661" y="43453"/>
                  <a:pt x="80697" y="43435"/>
                </a:cubicBezTo>
                <a:cubicBezTo>
                  <a:pt x="82807" y="42902"/>
                  <a:pt x="84819" y="42626"/>
                  <a:pt x="86678" y="42626"/>
                </a:cubicBezTo>
                <a:close/>
                <a:moveTo>
                  <a:pt x="66011" y="40349"/>
                </a:moveTo>
                <a:cubicBezTo>
                  <a:pt x="67306" y="41693"/>
                  <a:pt x="68675" y="42713"/>
                  <a:pt x="70044" y="43510"/>
                </a:cubicBezTo>
                <a:cubicBezTo>
                  <a:pt x="70019" y="43510"/>
                  <a:pt x="70019" y="43535"/>
                  <a:pt x="69994" y="43535"/>
                </a:cubicBezTo>
                <a:cubicBezTo>
                  <a:pt x="68625" y="42738"/>
                  <a:pt x="67256" y="41718"/>
                  <a:pt x="65937" y="40398"/>
                </a:cubicBezTo>
                <a:cubicBezTo>
                  <a:pt x="65962" y="40398"/>
                  <a:pt x="65962" y="40398"/>
                  <a:pt x="66011" y="40349"/>
                </a:cubicBezTo>
                <a:close/>
                <a:moveTo>
                  <a:pt x="71451" y="42939"/>
                </a:moveTo>
                <a:cubicBezTo>
                  <a:pt x="71199" y="43088"/>
                  <a:pt x="70947" y="43246"/>
                  <a:pt x="70691" y="43410"/>
                </a:cubicBezTo>
                <a:cubicBezTo>
                  <a:pt x="70591" y="43460"/>
                  <a:pt x="70542" y="43510"/>
                  <a:pt x="70492" y="43535"/>
                </a:cubicBezTo>
                <a:lnTo>
                  <a:pt x="70417" y="43535"/>
                </a:lnTo>
                <a:lnTo>
                  <a:pt x="70591" y="43435"/>
                </a:lnTo>
                <a:cubicBezTo>
                  <a:pt x="70882" y="43269"/>
                  <a:pt x="71167" y="43103"/>
                  <a:pt x="71451" y="42939"/>
                </a:cubicBezTo>
                <a:close/>
                <a:moveTo>
                  <a:pt x="84506" y="37411"/>
                </a:moveTo>
                <a:lnTo>
                  <a:pt x="84506" y="37411"/>
                </a:lnTo>
                <a:cubicBezTo>
                  <a:pt x="83435" y="40174"/>
                  <a:pt x="81842" y="42215"/>
                  <a:pt x="79876" y="43460"/>
                </a:cubicBezTo>
                <a:cubicBezTo>
                  <a:pt x="79726" y="43510"/>
                  <a:pt x="79577" y="43559"/>
                  <a:pt x="79453" y="43584"/>
                </a:cubicBezTo>
                <a:cubicBezTo>
                  <a:pt x="79353" y="43559"/>
                  <a:pt x="79278" y="43535"/>
                  <a:pt x="79204" y="43510"/>
                </a:cubicBezTo>
                <a:cubicBezTo>
                  <a:pt x="79154" y="43510"/>
                  <a:pt x="79129" y="43460"/>
                  <a:pt x="79104" y="43460"/>
                </a:cubicBezTo>
                <a:cubicBezTo>
                  <a:pt x="78980" y="43410"/>
                  <a:pt x="78855" y="43335"/>
                  <a:pt x="78781" y="43286"/>
                </a:cubicBezTo>
                <a:cubicBezTo>
                  <a:pt x="78382" y="43062"/>
                  <a:pt x="78108" y="42838"/>
                  <a:pt x="77835" y="42663"/>
                </a:cubicBezTo>
                <a:cubicBezTo>
                  <a:pt x="78457" y="41469"/>
                  <a:pt x="79029" y="40299"/>
                  <a:pt x="79577" y="39154"/>
                </a:cubicBezTo>
                <a:cubicBezTo>
                  <a:pt x="81245" y="38432"/>
                  <a:pt x="82888" y="37859"/>
                  <a:pt x="84506" y="37411"/>
                </a:cubicBezTo>
                <a:close/>
                <a:moveTo>
                  <a:pt x="70293" y="43584"/>
                </a:moveTo>
                <a:cubicBezTo>
                  <a:pt x="70268" y="43584"/>
                  <a:pt x="70268" y="43634"/>
                  <a:pt x="70243" y="43634"/>
                </a:cubicBezTo>
                <a:cubicBezTo>
                  <a:pt x="70243" y="43634"/>
                  <a:pt x="70207" y="43634"/>
                  <a:pt x="70196" y="43603"/>
                </a:cubicBezTo>
                <a:lnTo>
                  <a:pt x="70196" y="43603"/>
                </a:lnTo>
                <a:cubicBezTo>
                  <a:pt x="70201" y="43593"/>
                  <a:pt x="70208" y="43584"/>
                  <a:pt x="70218" y="43584"/>
                </a:cubicBezTo>
                <a:close/>
                <a:moveTo>
                  <a:pt x="70193" y="43609"/>
                </a:moveTo>
                <a:cubicBezTo>
                  <a:pt x="70193" y="43638"/>
                  <a:pt x="70192" y="43649"/>
                  <a:pt x="70187" y="43649"/>
                </a:cubicBezTo>
                <a:cubicBezTo>
                  <a:pt x="70183" y="43649"/>
                  <a:pt x="70177" y="43643"/>
                  <a:pt x="70168" y="43634"/>
                </a:cubicBezTo>
                <a:lnTo>
                  <a:pt x="70168" y="43634"/>
                </a:lnTo>
                <a:cubicBezTo>
                  <a:pt x="70177" y="43642"/>
                  <a:pt x="70182" y="43645"/>
                  <a:pt x="70185" y="43645"/>
                </a:cubicBezTo>
                <a:cubicBezTo>
                  <a:pt x="70190" y="43645"/>
                  <a:pt x="70185" y="43634"/>
                  <a:pt x="70168" y="43634"/>
                </a:cubicBezTo>
                <a:cubicBezTo>
                  <a:pt x="70181" y="43634"/>
                  <a:pt x="70187" y="43622"/>
                  <a:pt x="70193" y="43609"/>
                </a:cubicBezTo>
                <a:close/>
                <a:moveTo>
                  <a:pt x="77038" y="43535"/>
                </a:moveTo>
                <a:lnTo>
                  <a:pt x="77038" y="43559"/>
                </a:lnTo>
                <a:lnTo>
                  <a:pt x="77038" y="43584"/>
                </a:lnTo>
                <a:lnTo>
                  <a:pt x="77038" y="43634"/>
                </a:lnTo>
                <a:lnTo>
                  <a:pt x="77038" y="43659"/>
                </a:lnTo>
                <a:cubicBezTo>
                  <a:pt x="77013" y="43634"/>
                  <a:pt x="77013" y="43584"/>
                  <a:pt x="77013" y="43584"/>
                </a:cubicBezTo>
                <a:cubicBezTo>
                  <a:pt x="77038" y="43559"/>
                  <a:pt x="77038" y="43559"/>
                  <a:pt x="77038" y="43535"/>
                </a:cubicBezTo>
                <a:close/>
                <a:moveTo>
                  <a:pt x="79062" y="43652"/>
                </a:moveTo>
                <a:cubicBezTo>
                  <a:pt x="79097" y="43661"/>
                  <a:pt x="79120" y="43667"/>
                  <a:pt x="79154" y="43684"/>
                </a:cubicBezTo>
                <a:lnTo>
                  <a:pt x="79129" y="43684"/>
                </a:lnTo>
                <a:cubicBezTo>
                  <a:pt x="79106" y="43672"/>
                  <a:pt x="79082" y="43661"/>
                  <a:pt x="79062" y="43652"/>
                </a:cubicBezTo>
                <a:close/>
                <a:moveTo>
                  <a:pt x="80174" y="43584"/>
                </a:moveTo>
                <a:lnTo>
                  <a:pt x="80000" y="43684"/>
                </a:lnTo>
                <a:cubicBezTo>
                  <a:pt x="79950" y="43709"/>
                  <a:pt x="79876" y="43709"/>
                  <a:pt x="79826" y="43734"/>
                </a:cubicBezTo>
                <a:cubicBezTo>
                  <a:pt x="79876" y="43709"/>
                  <a:pt x="79926" y="43684"/>
                  <a:pt x="79975" y="43659"/>
                </a:cubicBezTo>
                <a:cubicBezTo>
                  <a:pt x="80025" y="43609"/>
                  <a:pt x="80100" y="43609"/>
                  <a:pt x="80174" y="43584"/>
                </a:cubicBezTo>
                <a:close/>
                <a:moveTo>
                  <a:pt x="77810" y="43311"/>
                </a:moveTo>
                <a:cubicBezTo>
                  <a:pt x="77860" y="43335"/>
                  <a:pt x="77909" y="43335"/>
                  <a:pt x="77934" y="43385"/>
                </a:cubicBezTo>
                <a:cubicBezTo>
                  <a:pt x="78133" y="43535"/>
                  <a:pt x="78308" y="43659"/>
                  <a:pt x="78507" y="43784"/>
                </a:cubicBezTo>
                <a:lnTo>
                  <a:pt x="78034" y="43784"/>
                </a:lnTo>
                <a:cubicBezTo>
                  <a:pt x="78009" y="43759"/>
                  <a:pt x="78009" y="43684"/>
                  <a:pt x="77984" y="43659"/>
                </a:cubicBezTo>
                <a:cubicBezTo>
                  <a:pt x="77984" y="43634"/>
                  <a:pt x="77984" y="43634"/>
                  <a:pt x="77959" y="43584"/>
                </a:cubicBezTo>
                <a:cubicBezTo>
                  <a:pt x="77909" y="43535"/>
                  <a:pt x="77884" y="43435"/>
                  <a:pt x="77860" y="43385"/>
                </a:cubicBezTo>
                <a:cubicBezTo>
                  <a:pt x="77860" y="43335"/>
                  <a:pt x="77810" y="43335"/>
                  <a:pt x="77810" y="43311"/>
                </a:cubicBezTo>
                <a:close/>
                <a:moveTo>
                  <a:pt x="77586" y="43161"/>
                </a:moveTo>
                <a:cubicBezTo>
                  <a:pt x="77660" y="43311"/>
                  <a:pt x="77735" y="43460"/>
                  <a:pt x="77835" y="43634"/>
                </a:cubicBezTo>
                <a:cubicBezTo>
                  <a:pt x="77785" y="43684"/>
                  <a:pt x="77835" y="43759"/>
                  <a:pt x="77860" y="43808"/>
                </a:cubicBezTo>
                <a:lnTo>
                  <a:pt x="77785" y="43808"/>
                </a:lnTo>
                <a:cubicBezTo>
                  <a:pt x="77760" y="43709"/>
                  <a:pt x="77685" y="43634"/>
                  <a:pt x="77660" y="43535"/>
                </a:cubicBezTo>
                <a:cubicBezTo>
                  <a:pt x="77636" y="43460"/>
                  <a:pt x="77611" y="43435"/>
                  <a:pt x="77611" y="43360"/>
                </a:cubicBezTo>
                <a:lnTo>
                  <a:pt x="77611" y="43335"/>
                </a:lnTo>
                <a:cubicBezTo>
                  <a:pt x="77561" y="43311"/>
                  <a:pt x="77561" y="43286"/>
                  <a:pt x="77536" y="43211"/>
                </a:cubicBezTo>
                <a:cubicBezTo>
                  <a:pt x="77536" y="43211"/>
                  <a:pt x="77536" y="43186"/>
                  <a:pt x="77586" y="43186"/>
                </a:cubicBezTo>
                <a:lnTo>
                  <a:pt x="77586" y="43161"/>
                </a:lnTo>
                <a:close/>
                <a:moveTo>
                  <a:pt x="76914" y="43808"/>
                </a:moveTo>
                <a:cubicBezTo>
                  <a:pt x="76914" y="43833"/>
                  <a:pt x="76914" y="43833"/>
                  <a:pt x="76889" y="43833"/>
                </a:cubicBezTo>
                <a:lnTo>
                  <a:pt x="76864" y="43833"/>
                </a:lnTo>
                <a:cubicBezTo>
                  <a:pt x="76889" y="43833"/>
                  <a:pt x="76889" y="43808"/>
                  <a:pt x="76914" y="43808"/>
                </a:cubicBezTo>
                <a:close/>
                <a:moveTo>
                  <a:pt x="77188" y="43759"/>
                </a:moveTo>
                <a:cubicBezTo>
                  <a:pt x="77237" y="43784"/>
                  <a:pt x="77262" y="43808"/>
                  <a:pt x="77262" y="43833"/>
                </a:cubicBezTo>
                <a:lnTo>
                  <a:pt x="77188" y="43833"/>
                </a:lnTo>
                <a:lnTo>
                  <a:pt x="77163" y="43808"/>
                </a:lnTo>
                <a:cubicBezTo>
                  <a:pt x="77163" y="43808"/>
                  <a:pt x="77163" y="43784"/>
                  <a:pt x="77188" y="43784"/>
                </a:cubicBezTo>
                <a:lnTo>
                  <a:pt x="77188" y="43759"/>
                </a:lnTo>
                <a:close/>
                <a:moveTo>
                  <a:pt x="77387" y="43460"/>
                </a:moveTo>
                <a:lnTo>
                  <a:pt x="77586" y="43833"/>
                </a:lnTo>
                <a:lnTo>
                  <a:pt x="77511" y="43833"/>
                </a:lnTo>
                <a:cubicBezTo>
                  <a:pt x="77486" y="43784"/>
                  <a:pt x="77486" y="43784"/>
                  <a:pt x="77461" y="43759"/>
                </a:cubicBezTo>
                <a:cubicBezTo>
                  <a:pt x="77412" y="43684"/>
                  <a:pt x="77362" y="43634"/>
                  <a:pt x="77337" y="43584"/>
                </a:cubicBezTo>
                <a:cubicBezTo>
                  <a:pt x="77362" y="43559"/>
                  <a:pt x="77387" y="43510"/>
                  <a:pt x="77387" y="43460"/>
                </a:cubicBezTo>
                <a:close/>
                <a:moveTo>
                  <a:pt x="105439" y="26858"/>
                </a:moveTo>
                <a:cubicBezTo>
                  <a:pt x="108774" y="28102"/>
                  <a:pt x="111363" y="30193"/>
                  <a:pt x="113205" y="33006"/>
                </a:cubicBezTo>
                <a:lnTo>
                  <a:pt x="113205" y="33130"/>
                </a:lnTo>
                <a:lnTo>
                  <a:pt x="113205" y="33180"/>
                </a:lnTo>
                <a:cubicBezTo>
                  <a:pt x="113105" y="33877"/>
                  <a:pt x="112981" y="34599"/>
                  <a:pt x="112832" y="35345"/>
                </a:cubicBezTo>
                <a:cubicBezTo>
                  <a:pt x="112782" y="35445"/>
                  <a:pt x="112782" y="35495"/>
                  <a:pt x="112757" y="35594"/>
                </a:cubicBezTo>
                <a:cubicBezTo>
                  <a:pt x="112234" y="38308"/>
                  <a:pt x="111413" y="41095"/>
                  <a:pt x="110392" y="43958"/>
                </a:cubicBezTo>
                <a:cubicBezTo>
                  <a:pt x="108998" y="42564"/>
                  <a:pt x="107455" y="41319"/>
                  <a:pt x="105763" y="40224"/>
                </a:cubicBezTo>
                <a:lnTo>
                  <a:pt x="105738" y="40199"/>
                </a:lnTo>
                <a:cubicBezTo>
                  <a:pt x="105713" y="40149"/>
                  <a:pt x="105638" y="40100"/>
                  <a:pt x="105613" y="40050"/>
                </a:cubicBezTo>
                <a:lnTo>
                  <a:pt x="105514" y="39925"/>
                </a:lnTo>
                <a:lnTo>
                  <a:pt x="105489" y="39901"/>
                </a:lnTo>
                <a:lnTo>
                  <a:pt x="105464" y="39851"/>
                </a:lnTo>
                <a:lnTo>
                  <a:pt x="105265" y="39677"/>
                </a:lnTo>
                <a:cubicBezTo>
                  <a:pt x="105165" y="39577"/>
                  <a:pt x="105041" y="39477"/>
                  <a:pt x="104941" y="39403"/>
                </a:cubicBezTo>
                <a:cubicBezTo>
                  <a:pt x="104767" y="39228"/>
                  <a:pt x="104618" y="39054"/>
                  <a:pt x="104418" y="38930"/>
                </a:cubicBezTo>
                <a:cubicBezTo>
                  <a:pt x="104319" y="38830"/>
                  <a:pt x="104219" y="38780"/>
                  <a:pt x="104070" y="38681"/>
                </a:cubicBezTo>
                <a:cubicBezTo>
                  <a:pt x="103896" y="38532"/>
                  <a:pt x="103672" y="38357"/>
                  <a:pt x="103497" y="38233"/>
                </a:cubicBezTo>
                <a:cubicBezTo>
                  <a:pt x="103373" y="38183"/>
                  <a:pt x="103273" y="38083"/>
                  <a:pt x="103149" y="38034"/>
                </a:cubicBezTo>
                <a:cubicBezTo>
                  <a:pt x="102925" y="37909"/>
                  <a:pt x="102701" y="37735"/>
                  <a:pt x="102502" y="37611"/>
                </a:cubicBezTo>
                <a:lnTo>
                  <a:pt x="102128" y="37436"/>
                </a:lnTo>
                <a:cubicBezTo>
                  <a:pt x="102128" y="37436"/>
                  <a:pt x="102079" y="37436"/>
                  <a:pt x="102079" y="37411"/>
                </a:cubicBezTo>
                <a:cubicBezTo>
                  <a:pt x="102776" y="35420"/>
                  <a:pt x="103373" y="33454"/>
                  <a:pt x="103821" y="31512"/>
                </a:cubicBezTo>
                <a:cubicBezTo>
                  <a:pt x="104518" y="29994"/>
                  <a:pt x="105041" y="28426"/>
                  <a:pt x="105439" y="26858"/>
                </a:cubicBezTo>
                <a:close/>
                <a:moveTo>
                  <a:pt x="113504" y="33553"/>
                </a:moveTo>
                <a:cubicBezTo>
                  <a:pt x="114300" y="34873"/>
                  <a:pt x="114922" y="36341"/>
                  <a:pt x="115321" y="37959"/>
                </a:cubicBezTo>
                <a:cubicBezTo>
                  <a:pt x="114250" y="40125"/>
                  <a:pt x="112732" y="42166"/>
                  <a:pt x="110815" y="43958"/>
                </a:cubicBezTo>
                <a:cubicBezTo>
                  <a:pt x="112110" y="40349"/>
                  <a:pt x="113006" y="36864"/>
                  <a:pt x="113504" y="33553"/>
                </a:cubicBezTo>
                <a:close/>
                <a:moveTo>
                  <a:pt x="78233" y="43958"/>
                </a:moveTo>
                <a:cubicBezTo>
                  <a:pt x="78208" y="43983"/>
                  <a:pt x="78158" y="43983"/>
                  <a:pt x="78133" y="43983"/>
                </a:cubicBezTo>
                <a:cubicBezTo>
                  <a:pt x="78158" y="43958"/>
                  <a:pt x="78208" y="43958"/>
                  <a:pt x="78233" y="43958"/>
                </a:cubicBezTo>
                <a:close/>
                <a:moveTo>
                  <a:pt x="101730" y="38432"/>
                </a:moveTo>
                <a:cubicBezTo>
                  <a:pt x="102800" y="38955"/>
                  <a:pt x="103846" y="39527"/>
                  <a:pt x="104866" y="40149"/>
                </a:cubicBezTo>
                <a:cubicBezTo>
                  <a:pt x="104767" y="40224"/>
                  <a:pt x="104667" y="40299"/>
                  <a:pt x="104618" y="40398"/>
                </a:cubicBezTo>
                <a:cubicBezTo>
                  <a:pt x="104493" y="40473"/>
                  <a:pt x="104369" y="40597"/>
                  <a:pt x="104244" y="40697"/>
                </a:cubicBezTo>
                <a:cubicBezTo>
                  <a:pt x="104095" y="40846"/>
                  <a:pt x="103896" y="40971"/>
                  <a:pt x="103746" y="41095"/>
                </a:cubicBezTo>
                <a:cubicBezTo>
                  <a:pt x="103622" y="41195"/>
                  <a:pt x="103497" y="41319"/>
                  <a:pt x="103348" y="41419"/>
                </a:cubicBezTo>
                <a:lnTo>
                  <a:pt x="102875" y="41792"/>
                </a:lnTo>
                <a:cubicBezTo>
                  <a:pt x="102726" y="41917"/>
                  <a:pt x="102601" y="42016"/>
                  <a:pt x="102427" y="42141"/>
                </a:cubicBezTo>
                <a:cubicBezTo>
                  <a:pt x="102278" y="42215"/>
                  <a:pt x="102153" y="42340"/>
                  <a:pt x="102004" y="42439"/>
                </a:cubicBezTo>
                <a:cubicBezTo>
                  <a:pt x="101855" y="42564"/>
                  <a:pt x="101655" y="42663"/>
                  <a:pt x="101506" y="42788"/>
                </a:cubicBezTo>
                <a:cubicBezTo>
                  <a:pt x="101382" y="42887"/>
                  <a:pt x="101232" y="42937"/>
                  <a:pt x="101108" y="43037"/>
                </a:cubicBezTo>
                <a:cubicBezTo>
                  <a:pt x="100909" y="43161"/>
                  <a:pt x="100735" y="43286"/>
                  <a:pt x="100535" y="43385"/>
                </a:cubicBezTo>
                <a:cubicBezTo>
                  <a:pt x="100411" y="43435"/>
                  <a:pt x="100286" y="43510"/>
                  <a:pt x="100187" y="43584"/>
                </a:cubicBezTo>
                <a:cubicBezTo>
                  <a:pt x="99988" y="43709"/>
                  <a:pt x="99789" y="43833"/>
                  <a:pt x="99565" y="43933"/>
                </a:cubicBezTo>
                <a:cubicBezTo>
                  <a:pt x="99515" y="43958"/>
                  <a:pt x="99490" y="43983"/>
                  <a:pt x="99415" y="44032"/>
                </a:cubicBezTo>
                <a:cubicBezTo>
                  <a:pt x="100262" y="42166"/>
                  <a:pt x="101033" y="40299"/>
                  <a:pt x="101730" y="38432"/>
                </a:cubicBezTo>
                <a:close/>
                <a:moveTo>
                  <a:pt x="77436" y="44008"/>
                </a:moveTo>
                <a:cubicBezTo>
                  <a:pt x="77461" y="44032"/>
                  <a:pt x="77461" y="44057"/>
                  <a:pt x="77486" y="44057"/>
                </a:cubicBezTo>
                <a:lnTo>
                  <a:pt x="77412" y="44057"/>
                </a:lnTo>
                <a:lnTo>
                  <a:pt x="77412" y="44032"/>
                </a:lnTo>
                <a:lnTo>
                  <a:pt x="77387" y="44008"/>
                </a:lnTo>
                <a:close/>
                <a:moveTo>
                  <a:pt x="77909" y="43983"/>
                </a:moveTo>
                <a:cubicBezTo>
                  <a:pt x="77909" y="44032"/>
                  <a:pt x="77909" y="44032"/>
                  <a:pt x="77959" y="44057"/>
                </a:cubicBezTo>
                <a:lnTo>
                  <a:pt x="77884" y="44057"/>
                </a:lnTo>
                <a:cubicBezTo>
                  <a:pt x="77884" y="44032"/>
                  <a:pt x="77860" y="43983"/>
                  <a:pt x="77860" y="43983"/>
                </a:cubicBezTo>
                <a:close/>
                <a:moveTo>
                  <a:pt x="78781" y="44008"/>
                </a:moveTo>
                <a:cubicBezTo>
                  <a:pt x="78830" y="44008"/>
                  <a:pt x="78830" y="44032"/>
                  <a:pt x="78855" y="44032"/>
                </a:cubicBezTo>
                <a:cubicBezTo>
                  <a:pt x="78855" y="44032"/>
                  <a:pt x="78805" y="44032"/>
                  <a:pt x="78805" y="44057"/>
                </a:cubicBezTo>
                <a:lnTo>
                  <a:pt x="78631" y="44057"/>
                </a:lnTo>
                <a:cubicBezTo>
                  <a:pt x="78681" y="44032"/>
                  <a:pt x="78756" y="44032"/>
                  <a:pt x="78781" y="44008"/>
                </a:cubicBezTo>
                <a:close/>
                <a:moveTo>
                  <a:pt x="77113" y="44032"/>
                </a:moveTo>
                <a:lnTo>
                  <a:pt x="77138" y="44057"/>
                </a:lnTo>
                <a:cubicBezTo>
                  <a:pt x="77138" y="44057"/>
                  <a:pt x="77138" y="44082"/>
                  <a:pt x="77163" y="44082"/>
                </a:cubicBezTo>
                <a:lnTo>
                  <a:pt x="77038" y="44082"/>
                </a:lnTo>
                <a:cubicBezTo>
                  <a:pt x="77038" y="44057"/>
                  <a:pt x="77038" y="44057"/>
                  <a:pt x="77063" y="44032"/>
                </a:cubicBezTo>
                <a:close/>
                <a:moveTo>
                  <a:pt x="57947" y="32085"/>
                </a:moveTo>
                <a:cubicBezTo>
                  <a:pt x="59440" y="34300"/>
                  <a:pt x="60809" y="36515"/>
                  <a:pt x="61979" y="38681"/>
                </a:cubicBezTo>
                <a:cubicBezTo>
                  <a:pt x="59589" y="40398"/>
                  <a:pt x="57250" y="42215"/>
                  <a:pt x="55010" y="44132"/>
                </a:cubicBezTo>
                <a:lnTo>
                  <a:pt x="54985" y="44082"/>
                </a:lnTo>
                <a:cubicBezTo>
                  <a:pt x="54835" y="43933"/>
                  <a:pt x="54661" y="43759"/>
                  <a:pt x="54512" y="43584"/>
                </a:cubicBezTo>
                <a:cubicBezTo>
                  <a:pt x="54313" y="43335"/>
                  <a:pt x="54089" y="43087"/>
                  <a:pt x="53865" y="42887"/>
                </a:cubicBezTo>
                <a:cubicBezTo>
                  <a:pt x="53616" y="42589"/>
                  <a:pt x="53392" y="42340"/>
                  <a:pt x="53143" y="42066"/>
                </a:cubicBezTo>
                <a:cubicBezTo>
                  <a:pt x="53043" y="41966"/>
                  <a:pt x="52993" y="41892"/>
                  <a:pt x="52894" y="41792"/>
                </a:cubicBezTo>
                <a:cubicBezTo>
                  <a:pt x="51550" y="40224"/>
                  <a:pt x="50280" y="38556"/>
                  <a:pt x="49036" y="36839"/>
                </a:cubicBezTo>
                <a:cubicBezTo>
                  <a:pt x="52023" y="34723"/>
                  <a:pt x="55084" y="33130"/>
                  <a:pt x="57947" y="32085"/>
                </a:cubicBezTo>
                <a:close/>
                <a:moveTo>
                  <a:pt x="72657" y="42464"/>
                </a:moveTo>
                <a:lnTo>
                  <a:pt x="72657" y="42464"/>
                </a:lnTo>
                <a:cubicBezTo>
                  <a:pt x="72433" y="43037"/>
                  <a:pt x="72184" y="43559"/>
                  <a:pt x="71911" y="44132"/>
                </a:cubicBezTo>
                <a:cubicBezTo>
                  <a:pt x="71463" y="43983"/>
                  <a:pt x="71114" y="43808"/>
                  <a:pt x="70691" y="43634"/>
                </a:cubicBezTo>
                <a:cubicBezTo>
                  <a:pt x="70741" y="43584"/>
                  <a:pt x="70766" y="43584"/>
                  <a:pt x="70790" y="43559"/>
                </a:cubicBezTo>
                <a:cubicBezTo>
                  <a:pt x="71413" y="43186"/>
                  <a:pt x="72035" y="42813"/>
                  <a:pt x="72657" y="42464"/>
                </a:cubicBezTo>
                <a:close/>
                <a:moveTo>
                  <a:pt x="76789" y="44057"/>
                </a:moveTo>
                <a:cubicBezTo>
                  <a:pt x="76789" y="44082"/>
                  <a:pt x="76764" y="44082"/>
                  <a:pt x="76764" y="44132"/>
                </a:cubicBezTo>
                <a:lnTo>
                  <a:pt x="76739" y="44132"/>
                </a:lnTo>
                <a:cubicBezTo>
                  <a:pt x="76739" y="44082"/>
                  <a:pt x="76764" y="44082"/>
                  <a:pt x="76764" y="44057"/>
                </a:cubicBezTo>
                <a:close/>
                <a:moveTo>
                  <a:pt x="113329" y="33230"/>
                </a:moveTo>
                <a:cubicBezTo>
                  <a:pt x="113329" y="33255"/>
                  <a:pt x="113354" y="33304"/>
                  <a:pt x="113379" y="33304"/>
                </a:cubicBezTo>
                <a:cubicBezTo>
                  <a:pt x="113280" y="33976"/>
                  <a:pt x="113180" y="34624"/>
                  <a:pt x="113031" y="35321"/>
                </a:cubicBezTo>
                <a:cubicBezTo>
                  <a:pt x="113031" y="35370"/>
                  <a:pt x="113006" y="35420"/>
                  <a:pt x="113006" y="35470"/>
                </a:cubicBezTo>
                <a:cubicBezTo>
                  <a:pt x="112433" y="38283"/>
                  <a:pt x="111612" y="41170"/>
                  <a:pt x="110567" y="44132"/>
                </a:cubicBezTo>
                <a:lnTo>
                  <a:pt x="110517" y="44082"/>
                </a:lnTo>
                <a:cubicBezTo>
                  <a:pt x="111886" y="40324"/>
                  <a:pt x="112832" y="36690"/>
                  <a:pt x="113329" y="33230"/>
                </a:cubicBezTo>
                <a:close/>
                <a:moveTo>
                  <a:pt x="106211" y="40772"/>
                </a:moveTo>
                <a:cubicBezTo>
                  <a:pt x="107704" y="41792"/>
                  <a:pt x="109073" y="42912"/>
                  <a:pt x="110243" y="44132"/>
                </a:cubicBezTo>
                <a:cubicBezTo>
                  <a:pt x="110243" y="44157"/>
                  <a:pt x="110243" y="44157"/>
                  <a:pt x="110218" y="44182"/>
                </a:cubicBezTo>
                <a:cubicBezTo>
                  <a:pt x="109098" y="43012"/>
                  <a:pt x="107779" y="41917"/>
                  <a:pt x="106335" y="40921"/>
                </a:cubicBezTo>
                <a:cubicBezTo>
                  <a:pt x="106285" y="40846"/>
                  <a:pt x="106260" y="40821"/>
                  <a:pt x="106211" y="40772"/>
                </a:cubicBezTo>
                <a:close/>
                <a:moveTo>
                  <a:pt x="80199" y="44082"/>
                </a:moveTo>
                <a:cubicBezTo>
                  <a:pt x="80249" y="44082"/>
                  <a:pt x="80274" y="44082"/>
                  <a:pt x="80349" y="44132"/>
                </a:cubicBezTo>
                <a:cubicBezTo>
                  <a:pt x="80398" y="44132"/>
                  <a:pt x="80473" y="44157"/>
                  <a:pt x="80573" y="44182"/>
                </a:cubicBezTo>
                <a:cubicBezTo>
                  <a:pt x="80556" y="44190"/>
                  <a:pt x="80542" y="44193"/>
                  <a:pt x="80529" y="44193"/>
                </a:cubicBezTo>
                <a:cubicBezTo>
                  <a:pt x="80504" y="44193"/>
                  <a:pt x="80481" y="44182"/>
                  <a:pt x="80448" y="44182"/>
                </a:cubicBezTo>
                <a:lnTo>
                  <a:pt x="80374" y="44182"/>
                </a:lnTo>
                <a:lnTo>
                  <a:pt x="80100" y="44082"/>
                </a:lnTo>
                <a:close/>
                <a:moveTo>
                  <a:pt x="101506" y="38332"/>
                </a:moveTo>
                <a:cubicBezTo>
                  <a:pt x="101531" y="38332"/>
                  <a:pt x="101531" y="38357"/>
                  <a:pt x="101556" y="38357"/>
                </a:cubicBezTo>
                <a:cubicBezTo>
                  <a:pt x="100834" y="40299"/>
                  <a:pt x="100038" y="42215"/>
                  <a:pt x="99141" y="44182"/>
                </a:cubicBezTo>
                <a:cubicBezTo>
                  <a:pt x="99092" y="44182"/>
                  <a:pt x="99067" y="44207"/>
                  <a:pt x="99042" y="44207"/>
                </a:cubicBezTo>
                <a:cubicBezTo>
                  <a:pt x="99938" y="42265"/>
                  <a:pt x="100784" y="40249"/>
                  <a:pt x="101506" y="38332"/>
                </a:cubicBezTo>
                <a:close/>
                <a:moveTo>
                  <a:pt x="48886" y="36889"/>
                </a:moveTo>
                <a:cubicBezTo>
                  <a:pt x="50206" y="38731"/>
                  <a:pt x="51599" y="40473"/>
                  <a:pt x="52993" y="42116"/>
                </a:cubicBezTo>
                <a:cubicBezTo>
                  <a:pt x="52993" y="42166"/>
                  <a:pt x="53018" y="42166"/>
                  <a:pt x="53018" y="42190"/>
                </a:cubicBezTo>
                <a:cubicBezTo>
                  <a:pt x="53267" y="42489"/>
                  <a:pt x="53566" y="42788"/>
                  <a:pt x="53815" y="43087"/>
                </a:cubicBezTo>
                <a:cubicBezTo>
                  <a:pt x="53989" y="43311"/>
                  <a:pt x="54188" y="43535"/>
                  <a:pt x="54387" y="43734"/>
                </a:cubicBezTo>
                <a:cubicBezTo>
                  <a:pt x="54561" y="43908"/>
                  <a:pt x="54711" y="44057"/>
                  <a:pt x="54860" y="44232"/>
                </a:cubicBezTo>
                <a:cubicBezTo>
                  <a:pt x="54835" y="44232"/>
                  <a:pt x="54835" y="44281"/>
                  <a:pt x="54810" y="44281"/>
                </a:cubicBezTo>
                <a:cubicBezTo>
                  <a:pt x="54636" y="44082"/>
                  <a:pt x="54462" y="43908"/>
                  <a:pt x="54313" y="43709"/>
                </a:cubicBezTo>
                <a:cubicBezTo>
                  <a:pt x="54263" y="43684"/>
                  <a:pt x="54238" y="43659"/>
                  <a:pt x="54238" y="43609"/>
                </a:cubicBezTo>
                <a:cubicBezTo>
                  <a:pt x="52396" y="41568"/>
                  <a:pt x="50579" y="39303"/>
                  <a:pt x="48861" y="36938"/>
                </a:cubicBezTo>
                <a:cubicBezTo>
                  <a:pt x="48861" y="36938"/>
                  <a:pt x="48886" y="36938"/>
                  <a:pt x="48886" y="36889"/>
                </a:cubicBezTo>
                <a:close/>
                <a:moveTo>
                  <a:pt x="80747" y="44256"/>
                </a:moveTo>
                <a:cubicBezTo>
                  <a:pt x="80822" y="44256"/>
                  <a:pt x="80896" y="44281"/>
                  <a:pt x="80971" y="44281"/>
                </a:cubicBezTo>
                <a:cubicBezTo>
                  <a:pt x="80896" y="44281"/>
                  <a:pt x="80822" y="44281"/>
                  <a:pt x="80747" y="44256"/>
                </a:cubicBezTo>
                <a:close/>
                <a:moveTo>
                  <a:pt x="62079" y="38830"/>
                </a:moveTo>
                <a:cubicBezTo>
                  <a:pt x="62079" y="38855"/>
                  <a:pt x="62103" y="38855"/>
                  <a:pt x="62103" y="38880"/>
                </a:cubicBezTo>
                <a:cubicBezTo>
                  <a:pt x="59714" y="40597"/>
                  <a:pt x="57424" y="42415"/>
                  <a:pt x="55184" y="44306"/>
                </a:cubicBezTo>
                <a:cubicBezTo>
                  <a:pt x="55184" y="44281"/>
                  <a:pt x="55134" y="44281"/>
                  <a:pt x="55134" y="44256"/>
                </a:cubicBezTo>
                <a:cubicBezTo>
                  <a:pt x="57374" y="42340"/>
                  <a:pt x="59689" y="40548"/>
                  <a:pt x="62079" y="38830"/>
                </a:cubicBezTo>
                <a:close/>
                <a:moveTo>
                  <a:pt x="79627" y="44281"/>
                </a:moveTo>
                <a:cubicBezTo>
                  <a:pt x="79627" y="44281"/>
                  <a:pt x="79652" y="44281"/>
                  <a:pt x="79702" y="44306"/>
                </a:cubicBezTo>
                <a:lnTo>
                  <a:pt x="79627" y="44306"/>
                </a:lnTo>
                <a:lnTo>
                  <a:pt x="79602" y="44281"/>
                </a:lnTo>
                <a:close/>
                <a:moveTo>
                  <a:pt x="78034" y="44281"/>
                </a:moveTo>
                <a:cubicBezTo>
                  <a:pt x="78009" y="44281"/>
                  <a:pt x="78009" y="44281"/>
                  <a:pt x="78034" y="44306"/>
                </a:cubicBezTo>
                <a:cubicBezTo>
                  <a:pt x="78009" y="44306"/>
                  <a:pt x="78009" y="44306"/>
                  <a:pt x="78009" y="44331"/>
                </a:cubicBezTo>
                <a:cubicBezTo>
                  <a:pt x="78009" y="44306"/>
                  <a:pt x="78009" y="44306"/>
                  <a:pt x="77984" y="44281"/>
                </a:cubicBezTo>
                <a:close/>
                <a:moveTo>
                  <a:pt x="70492" y="43734"/>
                </a:moveTo>
                <a:cubicBezTo>
                  <a:pt x="70940" y="43933"/>
                  <a:pt x="71388" y="44157"/>
                  <a:pt x="71811" y="44306"/>
                </a:cubicBezTo>
                <a:cubicBezTo>
                  <a:pt x="71811" y="44331"/>
                  <a:pt x="71786" y="44331"/>
                  <a:pt x="71786" y="44356"/>
                </a:cubicBezTo>
                <a:cubicBezTo>
                  <a:pt x="71313" y="44207"/>
                  <a:pt x="70890" y="43983"/>
                  <a:pt x="70417" y="43784"/>
                </a:cubicBezTo>
                <a:cubicBezTo>
                  <a:pt x="70442" y="43784"/>
                  <a:pt x="70442" y="43734"/>
                  <a:pt x="70492" y="43734"/>
                </a:cubicBezTo>
                <a:close/>
                <a:moveTo>
                  <a:pt x="72632" y="43908"/>
                </a:moveTo>
                <a:lnTo>
                  <a:pt x="72632" y="44356"/>
                </a:lnTo>
                <a:cubicBezTo>
                  <a:pt x="72558" y="44331"/>
                  <a:pt x="72483" y="44331"/>
                  <a:pt x="72408" y="44306"/>
                </a:cubicBezTo>
                <a:cubicBezTo>
                  <a:pt x="72458" y="44182"/>
                  <a:pt x="72558" y="44032"/>
                  <a:pt x="72632" y="43908"/>
                </a:cubicBezTo>
                <a:close/>
                <a:moveTo>
                  <a:pt x="115370" y="38308"/>
                </a:moveTo>
                <a:lnTo>
                  <a:pt x="115370" y="38357"/>
                </a:lnTo>
                <a:cubicBezTo>
                  <a:pt x="114350" y="40373"/>
                  <a:pt x="112956" y="42290"/>
                  <a:pt x="111214" y="43933"/>
                </a:cubicBezTo>
                <a:lnTo>
                  <a:pt x="111164" y="43958"/>
                </a:lnTo>
                <a:lnTo>
                  <a:pt x="111089" y="44057"/>
                </a:lnTo>
                <a:cubicBezTo>
                  <a:pt x="110965" y="44157"/>
                  <a:pt x="110865" y="44281"/>
                  <a:pt x="110741" y="44356"/>
                </a:cubicBezTo>
                <a:cubicBezTo>
                  <a:pt x="110766" y="44331"/>
                  <a:pt x="110766" y="44331"/>
                  <a:pt x="110741" y="44306"/>
                </a:cubicBezTo>
                <a:lnTo>
                  <a:pt x="110815" y="44256"/>
                </a:lnTo>
                <a:cubicBezTo>
                  <a:pt x="110990" y="44057"/>
                  <a:pt x="111214" y="43883"/>
                  <a:pt x="111388" y="43684"/>
                </a:cubicBezTo>
                <a:lnTo>
                  <a:pt x="111861" y="43211"/>
                </a:lnTo>
                <a:lnTo>
                  <a:pt x="112135" y="42937"/>
                </a:lnTo>
                <a:cubicBezTo>
                  <a:pt x="112309" y="42738"/>
                  <a:pt x="112458" y="42589"/>
                  <a:pt x="112608" y="42415"/>
                </a:cubicBezTo>
                <a:cubicBezTo>
                  <a:pt x="112657" y="42315"/>
                  <a:pt x="112732" y="42265"/>
                  <a:pt x="112832" y="42166"/>
                </a:cubicBezTo>
                <a:cubicBezTo>
                  <a:pt x="112981" y="41966"/>
                  <a:pt x="113130" y="41792"/>
                  <a:pt x="113280" y="41568"/>
                </a:cubicBezTo>
                <a:cubicBezTo>
                  <a:pt x="113329" y="41494"/>
                  <a:pt x="113379" y="41444"/>
                  <a:pt x="113404" y="41419"/>
                </a:cubicBezTo>
                <a:cubicBezTo>
                  <a:pt x="113578" y="41195"/>
                  <a:pt x="113703" y="40996"/>
                  <a:pt x="113852" y="40797"/>
                </a:cubicBezTo>
                <a:cubicBezTo>
                  <a:pt x="113902" y="40697"/>
                  <a:pt x="113977" y="40622"/>
                  <a:pt x="114001" y="40548"/>
                </a:cubicBezTo>
                <a:cubicBezTo>
                  <a:pt x="114325" y="40075"/>
                  <a:pt x="114624" y="39602"/>
                  <a:pt x="114873" y="39129"/>
                </a:cubicBezTo>
                <a:cubicBezTo>
                  <a:pt x="114898" y="39104"/>
                  <a:pt x="114898" y="39079"/>
                  <a:pt x="114947" y="39054"/>
                </a:cubicBezTo>
                <a:cubicBezTo>
                  <a:pt x="115072" y="38830"/>
                  <a:pt x="115196" y="38631"/>
                  <a:pt x="115321" y="38432"/>
                </a:cubicBezTo>
                <a:lnTo>
                  <a:pt x="115321" y="38382"/>
                </a:lnTo>
                <a:cubicBezTo>
                  <a:pt x="115346" y="38357"/>
                  <a:pt x="115346" y="38332"/>
                  <a:pt x="115370" y="38308"/>
                </a:cubicBezTo>
                <a:close/>
                <a:moveTo>
                  <a:pt x="79278" y="44306"/>
                </a:moveTo>
                <a:cubicBezTo>
                  <a:pt x="79278" y="44306"/>
                  <a:pt x="79328" y="44306"/>
                  <a:pt x="79328" y="44331"/>
                </a:cubicBezTo>
                <a:cubicBezTo>
                  <a:pt x="79253" y="44331"/>
                  <a:pt x="79204" y="44381"/>
                  <a:pt x="79129" y="44381"/>
                </a:cubicBezTo>
                <a:cubicBezTo>
                  <a:pt x="79154" y="44381"/>
                  <a:pt x="79204" y="44331"/>
                  <a:pt x="79204" y="44331"/>
                </a:cubicBezTo>
                <a:cubicBezTo>
                  <a:pt x="79229" y="44306"/>
                  <a:pt x="79229" y="44306"/>
                  <a:pt x="79253" y="44306"/>
                </a:cubicBezTo>
                <a:close/>
                <a:moveTo>
                  <a:pt x="105090" y="40174"/>
                </a:moveTo>
                <a:cubicBezTo>
                  <a:pt x="105090" y="40174"/>
                  <a:pt x="105115" y="40174"/>
                  <a:pt x="105115" y="40199"/>
                </a:cubicBezTo>
                <a:cubicBezTo>
                  <a:pt x="105016" y="40274"/>
                  <a:pt x="104966" y="40349"/>
                  <a:pt x="104866" y="40423"/>
                </a:cubicBezTo>
                <a:cubicBezTo>
                  <a:pt x="104742" y="40548"/>
                  <a:pt x="104618" y="40672"/>
                  <a:pt x="104468" y="40797"/>
                </a:cubicBezTo>
                <a:lnTo>
                  <a:pt x="103995" y="41170"/>
                </a:lnTo>
                <a:cubicBezTo>
                  <a:pt x="103846" y="41294"/>
                  <a:pt x="103721" y="41419"/>
                  <a:pt x="103547" y="41543"/>
                </a:cubicBezTo>
                <a:cubicBezTo>
                  <a:pt x="103423" y="41643"/>
                  <a:pt x="103273" y="41742"/>
                  <a:pt x="103149" y="41842"/>
                </a:cubicBezTo>
                <a:cubicBezTo>
                  <a:pt x="102975" y="41966"/>
                  <a:pt x="102800" y="42116"/>
                  <a:pt x="102626" y="42265"/>
                </a:cubicBezTo>
                <a:cubicBezTo>
                  <a:pt x="102502" y="42340"/>
                  <a:pt x="102377" y="42415"/>
                  <a:pt x="102278" y="42514"/>
                </a:cubicBezTo>
                <a:cubicBezTo>
                  <a:pt x="102104" y="42639"/>
                  <a:pt x="101880" y="42788"/>
                  <a:pt x="101680" y="42912"/>
                </a:cubicBezTo>
                <a:lnTo>
                  <a:pt x="101407" y="43087"/>
                </a:lnTo>
                <a:cubicBezTo>
                  <a:pt x="101183" y="43261"/>
                  <a:pt x="100934" y="43385"/>
                  <a:pt x="100735" y="43535"/>
                </a:cubicBezTo>
                <a:cubicBezTo>
                  <a:pt x="100660" y="43559"/>
                  <a:pt x="100560" y="43634"/>
                  <a:pt x="100510" y="43659"/>
                </a:cubicBezTo>
                <a:cubicBezTo>
                  <a:pt x="100262" y="43808"/>
                  <a:pt x="99988" y="43958"/>
                  <a:pt x="99739" y="44082"/>
                </a:cubicBezTo>
                <a:cubicBezTo>
                  <a:pt x="99689" y="44132"/>
                  <a:pt x="99639" y="44132"/>
                  <a:pt x="99614" y="44157"/>
                </a:cubicBezTo>
                <a:cubicBezTo>
                  <a:pt x="99415" y="44306"/>
                  <a:pt x="99316" y="44381"/>
                  <a:pt x="99241" y="44381"/>
                </a:cubicBezTo>
                <a:cubicBezTo>
                  <a:pt x="99241" y="44331"/>
                  <a:pt x="99266" y="44331"/>
                  <a:pt x="99266" y="44306"/>
                </a:cubicBezTo>
                <a:cubicBezTo>
                  <a:pt x="99365" y="44281"/>
                  <a:pt x="99415" y="44207"/>
                  <a:pt x="99515" y="44182"/>
                </a:cubicBezTo>
                <a:cubicBezTo>
                  <a:pt x="99565" y="44157"/>
                  <a:pt x="99614" y="44132"/>
                  <a:pt x="99664" y="44082"/>
                </a:cubicBezTo>
                <a:cubicBezTo>
                  <a:pt x="99913" y="43958"/>
                  <a:pt x="100162" y="43808"/>
                  <a:pt x="100411" y="43659"/>
                </a:cubicBezTo>
                <a:cubicBezTo>
                  <a:pt x="100510" y="43584"/>
                  <a:pt x="100560" y="43559"/>
                  <a:pt x="100660" y="43510"/>
                </a:cubicBezTo>
                <a:cubicBezTo>
                  <a:pt x="100884" y="43360"/>
                  <a:pt x="101108" y="43211"/>
                  <a:pt x="101307" y="43087"/>
                </a:cubicBezTo>
                <a:cubicBezTo>
                  <a:pt x="101407" y="43037"/>
                  <a:pt x="101531" y="42962"/>
                  <a:pt x="101631" y="42912"/>
                </a:cubicBezTo>
                <a:cubicBezTo>
                  <a:pt x="101805" y="42788"/>
                  <a:pt x="102004" y="42663"/>
                  <a:pt x="102178" y="42489"/>
                </a:cubicBezTo>
                <a:lnTo>
                  <a:pt x="102552" y="42215"/>
                </a:lnTo>
                <a:cubicBezTo>
                  <a:pt x="102726" y="42091"/>
                  <a:pt x="102900" y="41966"/>
                  <a:pt x="103049" y="41842"/>
                </a:cubicBezTo>
                <a:cubicBezTo>
                  <a:pt x="103224" y="41718"/>
                  <a:pt x="103348" y="41643"/>
                  <a:pt x="103497" y="41494"/>
                </a:cubicBezTo>
                <a:cubicBezTo>
                  <a:pt x="103647" y="41369"/>
                  <a:pt x="103771" y="41245"/>
                  <a:pt x="103921" y="41145"/>
                </a:cubicBezTo>
                <a:lnTo>
                  <a:pt x="104394" y="40772"/>
                </a:lnTo>
                <a:cubicBezTo>
                  <a:pt x="104518" y="40647"/>
                  <a:pt x="104642" y="40523"/>
                  <a:pt x="104792" y="40398"/>
                </a:cubicBezTo>
                <a:cubicBezTo>
                  <a:pt x="104891" y="40324"/>
                  <a:pt x="104966" y="40224"/>
                  <a:pt x="105041" y="40174"/>
                </a:cubicBezTo>
                <a:close/>
                <a:moveTo>
                  <a:pt x="77735" y="44331"/>
                </a:moveTo>
                <a:lnTo>
                  <a:pt x="77760" y="44381"/>
                </a:lnTo>
                <a:cubicBezTo>
                  <a:pt x="77760" y="44381"/>
                  <a:pt x="77760" y="44406"/>
                  <a:pt x="77785" y="44406"/>
                </a:cubicBezTo>
                <a:lnTo>
                  <a:pt x="77735" y="44406"/>
                </a:lnTo>
                <a:cubicBezTo>
                  <a:pt x="77685" y="44406"/>
                  <a:pt x="77660" y="44406"/>
                  <a:pt x="77660" y="44381"/>
                </a:cubicBezTo>
                <a:cubicBezTo>
                  <a:pt x="77710" y="44381"/>
                  <a:pt x="77735" y="44331"/>
                  <a:pt x="77735" y="44331"/>
                </a:cubicBezTo>
                <a:close/>
                <a:moveTo>
                  <a:pt x="72905" y="43305"/>
                </a:moveTo>
                <a:lnTo>
                  <a:pt x="72905" y="43305"/>
                </a:lnTo>
                <a:cubicBezTo>
                  <a:pt x="72881" y="43696"/>
                  <a:pt x="72857" y="44063"/>
                  <a:pt x="72881" y="44431"/>
                </a:cubicBezTo>
                <a:cubicBezTo>
                  <a:pt x="72832" y="44431"/>
                  <a:pt x="72832" y="44431"/>
                  <a:pt x="72807" y="44406"/>
                </a:cubicBezTo>
                <a:cubicBezTo>
                  <a:pt x="72807" y="44082"/>
                  <a:pt x="72807" y="43759"/>
                  <a:pt x="72856" y="43435"/>
                </a:cubicBezTo>
                <a:cubicBezTo>
                  <a:pt x="72878" y="43392"/>
                  <a:pt x="72900" y="43349"/>
                  <a:pt x="72905" y="43305"/>
                </a:cubicBezTo>
                <a:close/>
                <a:moveTo>
                  <a:pt x="74848" y="41294"/>
                </a:moveTo>
                <a:cubicBezTo>
                  <a:pt x="75122" y="41543"/>
                  <a:pt x="75395" y="41718"/>
                  <a:pt x="75669" y="41942"/>
                </a:cubicBezTo>
                <a:cubicBezTo>
                  <a:pt x="75744" y="42066"/>
                  <a:pt x="75819" y="42190"/>
                  <a:pt x="75893" y="42315"/>
                </a:cubicBezTo>
                <a:cubicBezTo>
                  <a:pt x="75893" y="42340"/>
                  <a:pt x="75918" y="42340"/>
                  <a:pt x="75918" y="42365"/>
                </a:cubicBezTo>
                <a:cubicBezTo>
                  <a:pt x="75918" y="42415"/>
                  <a:pt x="75968" y="42415"/>
                  <a:pt x="75968" y="42439"/>
                </a:cubicBezTo>
                <a:cubicBezTo>
                  <a:pt x="76018" y="42564"/>
                  <a:pt x="76092" y="42663"/>
                  <a:pt x="76167" y="42788"/>
                </a:cubicBezTo>
                <a:lnTo>
                  <a:pt x="76366" y="43062"/>
                </a:lnTo>
                <a:cubicBezTo>
                  <a:pt x="76391" y="43111"/>
                  <a:pt x="76466" y="43186"/>
                  <a:pt x="76491" y="43236"/>
                </a:cubicBezTo>
                <a:cubicBezTo>
                  <a:pt x="76491" y="43286"/>
                  <a:pt x="76515" y="43286"/>
                  <a:pt x="76515" y="43311"/>
                </a:cubicBezTo>
                <a:lnTo>
                  <a:pt x="76715" y="43584"/>
                </a:lnTo>
                <a:lnTo>
                  <a:pt x="76739" y="43609"/>
                </a:lnTo>
                <a:cubicBezTo>
                  <a:pt x="76665" y="43709"/>
                  <a:pt x="76640" y="43808"/>
                  <a:pt x="76590" y="43908"/>
                </a:cubicBezTo>
                <a:cubicBezTo>
                  <a:pt x="75669" y="43983"/>
                  <a:pt x="74723" y="44182"/>
                  <a:pt x="73728" y="44431"/>
                </a:cubicBezTo>
                <a:cubicBezTo>
                  <a:pt x="74001" y="43435"/>
                  <a:pt x="74225" y="42489"/>
                  <a:pt x="74350" y="41568"/>
                </a:cubicBezTo>
                <a:cubicBezTo>
                  <a:pt x="74524" y="41444"/>
                  <a:pt x="74674" y="41394"/>
                  <a:pt x="74848" y="41294"/>
                </a:cubicBezTo>
                <a:close/>
                <a:moveTo>
                  <a:pt x="77287" y="44256"/>
                </a:moveTo>
                <a:cubicBezTo>
                  <a:pt x="77287" y="44256"/>
                  <a:pt x="77287" y="44281"/>
                  <a:pt x="77337" y="44281"/>
                </a:cubicBezTo>
                <a:cubicBezTo>
                  <a:pt x="77138" y="44331"/>
                  <a:pt x="76988" y="44406"/>
                  <a:pt x="76789" y="44456"/>
                </a:cubicBezTo>
                <a:cubicBezTo>
                  <a:pt x="76839" y="44431"/>
                  <a:pt x="76889" y="44331"/>
                  <a:pt x="76914" y="44281"/>
                </a:cubicBezTo>
                <a:cubicBezTo>
                  <a:pt x="77038" y="44281"/>
                  <a:pt x="77163" y="44281"/>
                  <a:pt x="77287" y="44256"/>
                </a:cubicBezTo>
                <a:close/>
                <a:moveTo>
                  <a:pt x="55010" y="44406"/>
                </a:moveTo>
                <a:cubicBezTo>
                  <a:pt x="55010" y="44431"/>
                  <a:pt x="55059" y="44431"/>
                  <a:pt x="55059" y="44456"/>
                </a:cubicBezTo>
                <a:cubicBezTo>
                  <a:pt x="55010" y="44456"/>
                  <a:pt x="55010" y="44480"/>
                  <a:pt x="54985" y="44480"/>
                </a:cubicBezTo>
                <a:cubicBezTo>
                  <a:pt x="54960" y="44456"/>
                  <a:pt x="54960" y="44431"/>
                  <a:pt x="54960" y="44431"/>
                </a:cubicBezTo>
                <a:cubicBezTo>
                  <a:pt x="54985" y="44431"/>
                  <a:pt x="54985" y="44406"/>
                  <a:pt x="55010" y="44406"/>
                </a:cubicBezTo>
                <a:close/>
                <a:moveTo>
                  <a:pt x="74175" y="41651"/>
                </a:moveTo>
                <a:cubicBezTo>
                  <a:pt x="74050" y="42545"/>
                  <a:pt x="73851" y="43513"/>
                  <a:pt x="73553" y="44456"/>
                </a:cubicBezTo>
                <a:cubicBezTo>
                  <a:pt x="73529" y="44456"/>
                  <a:pt x="73529" y="44456"/>
                  <a:pt x="73504" y="44480"/>
                </a:cubicBezTo>
                <a:cubicBezTo>
                  <a:pt x="73777" y="43535"/>
                  <a:pt x="74001" y="42589"/>
                  <a:pt x="74126" y="41693"/>
                </a:cubicBezTo>
                <a:cubicBezTo>
                  <a:pt x="74148" y="41671"/>
                  <a:pt x="74169" y="41668"/>
                  <a:pt x="74175" y="41651"/>
                </a:cubicBezTo>
                <a:close/>
                <a:moveTo>
                  <a:pt x="110639" y="44480"/>
                </a:moveTo>
                <a:cubicBezTo>
                  <a:pt x="110640" y="44487"/>
                  <a:pt x="110641" y="44495"/>
                  <a:pt x="110641" y="44505"/>
                </a:cubicBezTo>
                <a:cubicBezTo>
                  <a:pt x="110616" y="44505"/>
                  <a:pt x="110616" y="44530"/>
                  <a:pt x="110616" y="44530"/>
                </a:cubicBezTo>
                <a:lnTo>
                  <a:pt x="110616" y="44530"/>
                </a:lnTo>
                <a:cubicBezTo>
                  <a:pt x="110616" y="44510"/>
                  <a:pt x="110632" y="44506"/>
                  <a:pt x="110639" y="44480"/>
                </a:cubicBezTo>
                <a:close/>
                <a:moveTo>
                  <a:pt x="73927" y="41792"/>
                </a:moveTo>
                <a:lnTo>
                  <a:pt x="73927" y="41792"/>
                </a:lnTo>
                <a:cubicBezTo>
                  <a:pt x="73802" y="42688"/>
                  <a:pt x="73603" y="43584"/>
                  <a:pt x="73304" y="44530"/>
                </a:cubicBezTo>
                <a:lnTo>
                  <a:pt x="73280" y="44530"/>
                </a:lnTo>
                <a:cubicBezTo>
                  <a:pt x="73230" y="44530"/>
                  <a:pt x="73155" y="44505"/>
                  <a:pt x="73080" y="44505"/>
                </a:cubicBezTo>
                <a:cubicBezTo>
                  <a:pt x="73056" y="43908"/>
                  <a:pt x="73080" y="43335"/>
                  <a:pt x="73180" y="42788"/>
                </a:cubicBezTo>
                <a:cubicBezTo>
                  <a:pt x="73304" y="42539"/>
                  <a:pt x="73404" y="42290"/>
                  <a:pt x="73529" y="42016"/>
                </a:cubicBezTo>
                <a:cubicBezTo>
                  <a:pt x="73653" y="41917"/>
                  <a:pt x="73777" y="41842"/>
                  <a:pt x="73927" y="41792"/>
                </a:cubicBezTo>
                <a:close/>
                <a:moveTo>
                  <a:pt x="78407" y="44505"/>
                </a:moveTo>
                <a:cubicBezTo>
                  <a:pt x="78382" y="44505"/>
                  <a:pt x="78357" y="44505"/>
                  <a:pt x="78283" y="44530"/>
                </a:cubicBezTo>
                <a:cubicBezTo>
                  <a:pt x="78333" y="44505"/>
                  <a:pt x="78357" y="44505"/>
                  <a:pt x="78407" y="44505"/>
                </a:cubicBezTo>
                <a:close/>
                <a:moveTo>
                  <a:pt x="87468" y="42887"/>
                </a:moveTo>
                <a:cubicBezTo>
                  <a:pt x="87194" y="43435"/>
                  <a:pt x="86870" y="43983"/>
                  <a:pt x="86571" y="44555"/>
                </a:cubicBezTo>
                <a:lnTo>
                  <a:pt x="86497" y="44555"/>
                </a:lnTo>
                <a:cubicBezTo>
                  <a:pt x="86845" y="43983"/>
                  <a:pt x="87119" y="43435"/>
                  <a:pt x="87418" y="42887"/>
                </a:cubicBezTo>
                <a:close/>
                <a:moveTo>
                  <a:pt x="87692" y="42912"/>
                </a:moveTo>
                <a:cubicBezTo>
                  <a:pt x="88911" y="42962"/>
                  <a:pt x="90031" y="43186"/>
                  <a:pt x="91077" y="43510"/>
                </a:cubicBezTo>
                <a:cubicBezTo>
                  <a:pt x="89683" y="44032"/>
                  <a:pt x="88239" y="44406"/>
                  <a:pt x="86820" y="44555"/>
                </a:cubicBezTo>
                <a:cubicBezTo>
                  <a:pt x="87119" y="43983"/>
                  <a:pt x="87418" y="43435"/>
                  <a:pt x="87692" y="42912"/>
                </a:cubicBezTo>
                <a:close/>
                <a:moveTo>
                  <a:pt x="98992" y="44456"/>
                </a:moveTo>
                <a:cubicBezTo>
                  <a:pt x="98992" y="44480"/>
                  <a:pt x="98942" y="44480"/>
                  <a:pt x="98942" y="44530"/>
                </a:cubicBezTo>
                <a:lnTo>
                  <a:pt x="98942" y="44555"/>
                </a:lnTo>
                <a:cubicBezTo>
                  <a:pt x="98917" y="44555"/>
                  <a:pt x="98893" y="44580"/>
                  <a:pt x="98868" y="44580"/>
                </a:cubicBezTo>
                <a:cubicBezTo>
                  <a:pt x="98868" y="44580"/>
                  <a:pt x="98868" y="44555"/>
                  <a:pt x="98893" y="44555"/>
                </a:cubicBezTo>
                <a:cubicBezTo>
                  <a:pt x="98893" y="44530"/>
                  <a:pt x="98893" y="44530"/>
                  <a:pt x="98917" y="44480"/>
                </a:cubicBezTo>
                <a:cubicBezTo>
                  <a:pt x="98917" y="44485"/>
                  <a:pt x="98918" y="44487"/>
                  <a:pt x="98920" y="44487"/>
                </a:cubicBezTo>
                <a:cubicBezTo>
                  <a:pt x="98928" y="44487"/>
                  <a:pt x="98952" y="44456"/>
                  <a:pt x="98992" y="44456"/>
                </a:cubicBezTo>
                <a:close/>
                <a:moveTo>
                  <a:pt x="76665" y="44306"/>
                </a:moveTo>
                <a:cubicBezTo>
                  <a:pt x="76615" y="44406"/>
                  <a:pt x="76540" y="44505"/>
                  <a:pt x="76515" y="44580"/>
                </a:cubicBezTo>
                <a:cubicBezTo>
                  <a:pt x="76491" y="44580"/>
                  <a:pt x="76466" y="44605"/>
                  <a:pt x="76466" y="44605"/>
                </a:cubicBezTo>
                <a:cubicBezTo>
                  <a:pt x="76515" y="44530"/>
                  <a:pt x="76590" y="44431"/>
                  <a:pt x="76640" y="44306"/>
                </a:cubicBezTo>
                <a:close/>
                <a:moveTo>
                  <a:pt x="77461" y="44431"/>
                </a:moveTo>
                <a:cubicBezTo>
                  <a:pt x="77461" y="44456"/>
                  <a:pt x="77486" y="44456"/>
                  <a:pt x="77486" y="44480"/>
                </a:cubicBezTo>
                <a:cubicBezTo>
                  <a:pt x="77461" y="44480"/>
                  <a:pt x="77461" y="44480"/>
                  <a:pt x="77412" y="44530"/>
                </a:cubicBezTo>
                <a:cubicBezTo>
                  <a:pt x="77337" y="44555"/>
                  <a:pt x="77212" y="44580"/>
                  <a:pt x="77113" y="44580"/>
                </a:cubicBezTo>
                <a:cubicBezTo>
                  <a:pt x="77038" y="44580"/>
                  <a:pt x="76988" y="44605"/>
                  <a:pt x="76963" y="44605"/>
                </a:cubicBezTo>
                <a:cubicBezTo>
                  <a:pt x="77138" y="44555"/>
                  <a:pt x="77287" y="44505"/>
                  <a:pt x="77461" y="44431"/>
                </a:cubicBezTo>
                <a:close/>
                <a:moveTo>
                  <a:pt x="81618" y="44456"/>
                </a:moveTo>
                <a:cubicBezTo>
                  <a:pt x="81842" y="44480"/>
                  <a:pt x="82016" y="44555"/>
                  <a:pt x="82240" y="44580"/>
                </a:cubicBezTo>
                <a:lnTo>
                  <a:pt x="82265" y="44580"/>
                </a:lnTo>
                <a:cubicBezTo>
                  <a:pt x="82298" y="44591"/>
                  <a:pt x="82321" y="44606"/>
                  <a:pt x="82343" y="44620"/>
                </a:cubicBezTo>
                <a:lnTo>
                  <a:pt x="82343" y="44620"/>
                </a:lnTo>
                <a:cubicBezTo>
                  <a:pt x="82273" y="44605"/>
                  <a:pt x="82200" y="44605"/>
                  <a:pt x="82116" y="44605"/>
                </a:cubicBezTo>
                <a:cubicBezTo>
                  <a:pt x="81991" y="44555"/>
                  <a:pt x="81817" y="44530"/>
                  <a:pt x="81618" y="44456"/>
                </a:cubicBezTo>
                <a:close/>
                <a:moveTo>
                  <a:pt x="72309" y="44456"/>
                </a:moveTo>
                <a:cubicBezTo>
                  <a:pt x="72408" y="44505"/>
                  <a:pt x="72533" y="44530"/>
                  <a:pt x="72632" y="44555"/>
                </a:cubicBezTo>
                <a:lnTo>
                  <a:pt x="72632" y="44630"/>
                </a:lnTo>
                <a:cubicBezTo>
                  <a:pt x="72508" y="44580"/>
                  <a:pt x="72408" y="44555"/>
                  <a:pt x="72284" y="44530"/>
                </a:cubicBezTo>
                <a:cubicBezTo>
                  <a:pt x="72284" y="44505"/>
                  <a:pt x="72309" y="44505"/>
                  <a:pt x="72309" y="44456"/>
                </a:cubicBezTo>
                <a:close/>
                <a:moveTo>
                  <a:pt x="86633" y="42877"/>
                </a:moveTo>
                <a:cubicBezTo>
                  <a:pt x="86830" y="42877"/>
                  <a:pt x="87026" y="42881"/>
                  <a:pt x="87219" y="42887"/>
                </a:cubicBezTo>
                <a:cubicBezTo>
                  <a:pt x="86920" y="43435"/>
                  <a:pt x="86621" y="44032"/>
                  <a:pt x="86323" y="44580"/>
                </a:cubicBezTo>
                <a:cubicBezTo>
                  <a:pt x="86123" y="44580"/>
                  <a:pt x="85949" y="44605"/>
                  <a:pt x="85750" y="44605"/>
                </a:cubicBezTo>
                <a:cubicBezTo>
                  <a:pt x="85482" y="44622"/>
                  <a:pt x="85215" y="44630"/>
                  <a:pt x="84949" y="44630"/>
                </a:cubicBezTo>
                <a:cubicBezTo>
                  <a:pt x="84054" y="44630"/>
                  <a:pt x="83167" y="44540"/>
                  <a:pt x="82265" y="44406"/>
                </a:cubicBezTo>
                <a:cubicBezTo>
                  <a:pt x="81767" y="44256"/>
                  <a:pt x="81270" y="44082"/>
                  <a:pt x="80747" y="43983"/>
                </a:cubicBezTo>
                <a:lnTo>
                  <a:pt x="80747" y="43958"/>
                </a:lnTo>
                <a:lnTo>
                  <a:pt x="80647" y="43958"/>
                </a:lnTo>
                <a:cubicBezTo>
                  <a:pt x="80498" y="43933"/>
                  <a:pt x="80324" y="43908"/>
                  <a:pt x="80150" y="43833"/>
                </a:cubicBezTo>
                <a:lnTo>
                  <a:pt x="80125" y="43833"/>
                </a:lnTo>
                <a:cubicBezTo>
                  <a:pt x="82414" y="43221"/>
                  <a:pt x="84622" y="42877"/>
                  <a:pt x="86633" y="42877"/>
                </a:cubicBezTo>
                <a:close/>
                <a:moveTo>
                  <a:pt x="76491" y="44057"/>
                </a:moveTo>
                <a:cubicBezTo>
                  <a:pt x="76491" y="44132"/>
                  <a:pt x="76491" y="44132"/>
                  <a:pt x="76441" y="44157"/>
                </a:cubicBezTo>
                <a:cubicBezTo>
                  <a:pt x="75619" y="44256"/>
                  <a:pt x="74698" y="44431"/>
                  <a:pt x="73802" y="44655"/>
                </a:cubicBezTo>
                <a:cubicBezTo>
                  <a:pt x="73777" y="44655"/>
                  <a:pt x="73703" y="44655"/>
                  <a:pt x="73678" y="44605"/>
                </a:cubicBezTo>
                <a:lnTo>
                  <a:pt x="73678" y="44580"/>
                </a:lnTo>
                <a:cubicBezTo>
                  <a:pt x="74649" y="44331"/>
                  <a:pt x="75594" y="44182"/>
                  <a:pt x="76491" y="44057"/>
                </a:cubicBezTo>
                <a:close/>
                <a:moveTo>
                  <a:pt x="72853" y="44617"/>
                </a:moveTo>
                <a:cubicBezTo>
                  <a:pt x="72863" y="44617"/>
                  <a:pt x="72869" y="44630"/>
                  <a:pt x="72881" y="44655"/>
                </a:cubicBezTo>
                <a:cubicBezTo>
                  <a:pt x="72832" y="44655"/>
                  <a:pt x="72832" y="44655"/>
                  <a:pt x="72807" y="44680"/>
                </a:cubicBezTo>
                <a:lnTo>
                  <a:pt x="72807" y="44655"/>
                </a:lnTo>
                <a:cubicBezTo>
                  <a:pt x="72832" y="44630"/>
                  <a:pt x="72844" y="44617"/>
                  <a:pt x="72853" y="44617"/>
                </a:cubicBezTo>
                <a:close/>
                <a:moveTo>
                  <a:pt x="76341" y="44331"/>
                </a:moveTo>
                <a:cubicBezTo>
                  <a:pt x="76267" y="44456"/>
                  <a:pt x="76167" y="44580"/>
                  <a:pt x="76117" y="44704"/>
                </a:cubicBezTo>
                <a:cubicBezTo>
                  <a:pt x="75840" y="44751"/>
                  <a:pt x="75556" y="44770"/>
                  <a:pt x="75271" y="44770"/>
                </a:cubicBezTo>
                <a:cubicBezTo>
                  <a:pt x="74941" y="44770"/>
                  <a:pt x="74608" y="44744"/>
                  <a:pt x="74275" y="44704"/>
                </a:cubicBezTo>
                <a:cubicBezTo>
                  <a:pt x="74997" y="44555"/>
                  <a:pt x="75669" y="44431"/>
                  <a:pt x="76341" y="44331"/>
                </a:cubicBezTo>
                <a:close/>
                <a:moveTo>
                  <a:pt x="73230" y="44754"/>
                </a:moveTo>
                <a:lnTo>
                  <a:pt x="73230" y="44804"/>
                </a:lnTo>
                <a:cubicBezTo>
                  <a:pt x="73180" y="44779"/>
                  <a:pt x="73155" y="44779"/>
                  <a:pt x="73105" y="44779"/>
                </a:cubicBezTo>
                <a:cubicBezTo>
                  <a:pt x="73130" y="44779"/>
                  <a:pt x="73155" y="44754"/>
                  <a:pt x="73230" y="44754"/>
                </a:cubicBezTo>
                <a:close/>
                <a:moveTo>
                  <a:pt x="86447" y="44754"/>
                </a:moveTo>
                <a:cubicBezTo>
                  <a:pt x="86447" y="44767"/>
                  <a:pt x="86453" y="44773"/>
                  <a:pt x="86463" y="44773"/>
                </a:cubicBezTo>
                <a:cubicBezTo>
                  <a:pt x="86472" y="44773"/>
                  <a:pt x="86484" y="44767"/>
                  <a:pt x="86497" y="44754"/>
                </a:cubicBezTo>
                <a:lnTo>
                  <a:pt x="86497" y="44754"/>
                </a:lnTo>
                <a:cubicBezTo>
                  <a:pt x="86497" y="44779"/>
                  <a:pt x="86472" y="44779"/>
                  <a:pt x="86472" y="44804"/>
                </a:cubicBezTo>
                <a:lnTo>
                  <a:pt x="86422" y="44804"/>
                </a:lnTo>
                <a:cubicBezTo>
                  <a:pt x="86422" y="44779"/>
                  <a:pt x="86447" y="44779"/>
                  <a:pt x="86447" y="44754"/>
                </a:cubicBezTo>
                <a:close/>
                <a:moveTo>
                  <a:pt x="91351" y="43559"/>
                </a:moveTo>
                <a:cubicBezTo>
                  <a:pt x="91400" y="43559"/>
                  <a:pt x="91425" y="43584"/>
                  <a:pt x="91450" y="43584"/>
                </a:cubicBezTo>
                <a:cubicBezTo>
                  <a:pt x="89932" y="44256"/>
                  <a:pt x="88314" y="44655"/>
                  <a:pt x="86671" y="44804"/>
                </a:cubicBezTo>
                <a:cubicBezTo>
                  <a:pt x="86671" y="44779"/>
                  <a:pt x="86696" y="44779"/>
                  <a:pt x="86696" y="44754"/>
                </a:cubicBezTo>
                <a:cubicBezTo>
                  <a:pt x="88289" y="44580"/>
                  <a:pt x="89832" y="44182"/>
                  <a:pt x="91351" y="43559"/>
                </a:cubicBezTo>
                <a:close/>
                <a:moveTo>
                  <a:pt x="77660" y="44655"/>
                </a:moveTo>
                <a:lnTo>
                  <a:pt x="77685" y="44680"/>
                </a:lnTo>
                <a:lnTo>
                  <a:pt x="77735" y="44704"/>
                </a:lnTo>
                <a:cubicBezTo>
                  <a:pt x="77586" y="44729"/>
                  <a:pt x="77387" y="44804"/>
                  <a:pt x="77237" y="44829"/>
                </a:cubicBezTo>
                <a:lnTo>
                  <a:pt x="77063" y="44829"/>
                </a:lnTo>
                <a:cubicBezTo>
                  <a:pt x="77113" y="44829"/>
                  <a:pt x="77163" y="44804"/>
                  <a:pt x="77237" y="44779"/>
                </a:cubicBezTo>
                <a:cubicBezTo>
                  <a:pt x="77387" y="44754"/>
                  <a:pt x="77511" y="44680"/>
                  <a:pt x="77660" y="44655"/>
                </a:cubicBezTo>
                <a:close/>
                <a:moveTo>
                  <a:pt x="72184" y="44680"/>
                </a:moveTo>
                <a:cubicBezTo>
                  <a:pt x="72284" y="44704"/>
                  <a:pt x="72384" y="44754"/>
                  <a:pt x="72433" y="44779"/>
                </a:cubicBezTo>
                <a:cubicBezTo>
                  <a:pt x="72309" y="44804"/>
                  <a:pt x="72234" y="44829"/>
                  <a:pt x="72085" y="44879"/>
                </a:cubicBezTo>
                <a:lnTo>
                  <a:pt x="72184" y="44680"/>
                </a:lnTo>
                <a:close/>
                <a:moveTo>
                  <a:pt x="110342" y="44655"/>
                </a:moveTo>
                <a:cubicBezTo>
                  <a:pt x="110342" y="44680"/>
                  <a:pt x="110318" y="44754"/>
                  <a:pt x="110318" y="44779"/>
                </a:cubicBezTo>
                <a:lnTo>
                  <a:pt x="110218" y="44879"/>
                </a:lnTo>
                <a:cubicBezTo>
                  <a:pt x="110218" y="44829"/>
                  <a:pt x="110243" y="44804"/>
                  <a:pt x="110243" y="44754"/>
                </a:cubicBezTo>
                <a:lnTo>
                  <a:pt x="110268" y="44704"/>
                </a:lnTo>
                <a:lnTo>
                  <a:pt x="110318" y="44680"/>
                </a:lnTo>
                <a:lnTo>
                  <a:pt x="110342" y="44655"/>
                </a:lnTo>
                <a:close/>
                <a:moveTo>
                  <a:pt x="83033" y="44711"/>
                </a:moveTo>
                <a:cubicBezTo>
                  <a:pt x="83683" y="44799"/>
                  <a:pt x="84359" y="44848"/>
                  <a:pt x="85033" y="44848"/>
                </a:cubicBezTo>
                <a:cubicBezTo>
                  <a:pt x="85273" y="44848"/>
                  <a:pt x="85512" y="44842"/>
                  <a:pt x="85750" y="44829"/>
                </a:cubicBezTo>
                <a:cubicBezTo>
                  <a:pt x="85924" y="44829"/>
                  <a:pt x="86049" y="44804"/>
                  <a:pt x="86198" y="44804"/>
                </a:cubicBezTo>
                <a:cubicBezTo>
                  <a:pt x="86198" y="44829"/>
                  <a:pt x="86173" y="44829"/>
                  <a:pt x="86173" y="44879"/>
                </a:cubicBezTo>
                <a:lnTo>
                  <a:pt x="85750" y="44879"/>
                </a:lnTo>
                <a:cubicBezTo>
                  <a:pt x="85501" y="44879"/>
                  <a:pt x="85252" y="44904"/>
                  <a:pt x="85003" y="44904"/>
                </a:cubicBezTo>
                <a:cubicBezTo>
                  <a:pt x="84381" y="44904"/>
                  <a:pt x="83809" y="44829"/>
                  <a:pt x="83186" y="44779"/>
                </a:cubicBezTo>
                <a:cubicBezTo>
                  <a:pt x="83128" y="44760"/>
                  <a:pt x="83085" y="44725"/>
                  <a:pt x="83033" y="44711"/>
                </a:cubicBezTo>
                <a:close/>
                <a:moveTo>
                  <a:pt x="62103" y="39079"/>
                </a:moveTo>
                <a:cubicBezTo>
                  <a:pt x="62527" y="39677"/>
                  <a:pt x="62825" y="40299"/>
                  <a:pt x="63149" y="40871"/>
                </a:cubicBezTo>
                <a:cubicBezTo>
                  <a:pt x="63024" y="40921"/>
                  <a:pt x="62925" y="40971"/>
                  <a:pt x="62800" y="41046"/>
                </a:cubicBezTo>
                <a:cubicBezTo>
                  <a:pt x="62676" y="41095"/>
                  <a:pt x="62552" y="41145"/>
                  <a:pt x="62452" y="41195"/>
                </a:cubicBezTo>
                <a:cubicBezTo>
                  <a:pt x="62352" y="41220"/>
                  <a:pt x="62253" y="41294"/>
                  <a:pt x="62178" y="41319"/>
                </a:cubicBezTo>
                <a:cubicBezTo>
                  <a:pt x="62079" y="41344"/>
                  <a:pt x="62029" y="41369"/>
                  <a:pt x="61929" y="41444"/>
                </a:cubicBezTo>
                <a:lnTo>
                  <a:pt x="61855" y="41444"/>
                </a:lnTo>
                <a:cubicBezTo>
                  <a:pt x="61730" y="41494"/>
                  <a:pt x="61606" y="41543"/>
                  <a:pt x="61481" y="41593"/>
                </a:cubicBezTo>
                <a:cubicBezTo>
                  <a:pt x="61332" y="41668"/>
                  <a:pt x="61133" y="41767"/>
                  <a:pt x="60983" y="41842"/>
                </a:cubicBezTo>
                <a:lnTo>
                  <a:pt x="60959" y="41842"/>
                </a:lnTo>
                <a:cubicBezTo>
                  <a:pt x="60959" y="41842"/>
                  <a:pt x="60934" y="41842"/>
                  <a:pt x="60934" y="41892"/>
                </a:cubicBezTo>
                <a:cubicBezTo>
                  <a:pt x="60809" y="41942"/>
                  <a:pt x="60685" y="42016"/>
                  <a:pt x="60510" y="42066"/>
                </a:cubicBezTo>
                <a:cubicBezTo>
                  <a:pt x="60486" y="42066"/>
                  <a:pt x="60461" y="42091"/>
                  <a:pt x="60436" y="42116"/>
                </a:cubicBezTo>
                <a:cubicBezTo>
                  <a:pt x="60386" y="42166"/>
                  <a:pt x="60361" y="42166"/>
                  <a:pt x="60336" y="42190"/>
                </a:cubicBezTo>
                <a:cubicBezTo>
                  <a:pt x="60336" y="42190"/>
                  <a:pt x="60311" y="42190"/>
                  <a:pt x="60311" y="42215"/>
                </a:cubicBezTo>
                <a:cubicBezTo>
                  <a:pt x="60212" y="42240"/>
                  <a:pt x="60137" y="42315"/>
                  <a:pt x="60062" y="42340"/>
                </a:cubicBezTo>
                <a:lnTo>
                  <a:pt x="60013" y="42340"/>
                </a:lnTo>
                <a:cubicBezTo>
                  <a:pt x="60013" y="42340"/>
                  <a:pt x="59988" y="42340"/>
                  <a:pt x="59988" y="42365"/>
                </a:cubicBezTo>
                <a:cubicBezTo>
                  <a:pt x="59838" y="42439"/>
                  <a:pt x="59714" y="42539"/>
                  <a:pt x="59565" y="42589"/>
                </a:cubicBezTo>
                <a:cubicBezTo>
                  <a:pt x="59465" y="42614"/>
                  <a:pt x="59390" y="42688"/>
                  <a:pt x="59316" y="42713"/>
                </a:cubicBezTo>
                <a:cubicBezTo>
                  <a:pt x="59216" y="42788"/>
                  <a:pt x="59117" y="42813"/>
                  <a:pt x="59017" y="42863"/>
                </a:cubicBezTo>
                <a:cubicBezTo>
                  <a:pt x="58868" y="42962"/>
                  <a:pt x="58718" y="43037"/>
                  <a:pt x="58569" y="43111"/>
                </a:cubicBezTo>
                <a:lnTo>
                  <a:pt x="58096" y="43410"/>
                </a:lnTo>
                <a:lnTo>
                  <a:pt x="58071" y="43410"/>
                </a:lnTo>
                <a:cubicBezTo>
                  <a:pt x="57897" y="43510"/>
                  <a:pt x="57748" y="43584"/>
                  <a:pt x="57573" y="43709"/>
                </a:cubicBezTo>
                <a:cubicBezTo>
                  <a:pt x="57399" y="43808"/>
                  <a:pt x="57250" y="43908"/>
                  <a:pt x="57125" y="43983"/>
                </a:cubicBezTo>
                <a:cubicBezTo>
                  <a:pt x="56976" y="44082"/>
                  <a:pt x="56827" y="44182"/>
                  <a:pt x="56652" y="44306"/>
                </a:cubicBezTo>
                <a:cubicBezTo>
                  <a:pt x="56627" y="44306"/>
                  <a:pt x="56627" y="44331"/>
                  <a:pt x="56603" y="44331"/>
                </a:cubicBezTo>
                <a:cubicBezTo>
                  <a:pt x="56528" y="44356"/>
                  <a:pt x="56503" y="44406"/>
                  <a:pt x="56453" y="44431"/>
                </a:cubicBezTo>
                <a:cubicBezTo>
                  <a:pt x="56379" y="44480"/>
                  <a:pt x="56329" y="44530"/>
                  <a:pt x="56229" y="44580"/>
                </a:cubicBezTo>
                <a:cubicBezTo>
                  <a:pt x="56204" y="44580"/>
                  <a:pt x="56204" y="44605"/>
                  <a:pt x="56155" y="44605"/>
                </a:cubicBezTo>
                <a:cubicBezTo>
                  <a:pt x="56155" y="44605"/>
                  <a:pt x="56130" y="44605"/>
                  <a:pt x="56130" y="44655"/>
                </a:cubicBezTo>
                <a:cubicBezTo>
                  <a:pt x="55980" y="44754"/>
                  <a:pt x="55831" y="44854"/>
                  <a:pt x="55657" y="44953"/>
                </a:cubicBezTo>
                <a:cubicBezTo>
                  <a:pt x="55507" y="44804"/>
                  <a:pt x="55358" y="44605"/>
                  <a:pt x="55209" y="44456"/>
                </a:cubicBezTo>
                <a:cubicBezTo>
                  <a:pt x="57399" y="42589"/>
                  <a:pt x="59714" y="40797"/>
                  <a:pt x="62103" y="39079"/>
                </a:cubicBezTo>
                <a:close/>
                <a:moveTo>
                  <a:pt x="73802" y="44829"/>
                </a:moveTo>
                <a:cubicBezTo>
                  <a:pt x="74400" y="44929"/>
                  <a:pt x="75022" y="44953"/>
                  <a:pt x="75619" y="44953"/>
                </a:cubicBezTo>
                <a:cubicBezTo>
                  <a:pt x="75545" y="45003"/>
                  <a:pt x="75520" y="45003"/>
                  <a:pt x="75470" y="45028"/>
                </a:cubicBezTo>
                <a:lnTo>
                  <a:pt x="75346" y="45028"/>
                </a:lnTo>
                <a:cubicBezTo>
                  <a:pt x="74773" y="45028"/>
                  <a:pt x="74250" y="44953"/>
                  <a:pt x="73678" y="44879"/>
                </a:cubicBezTo>
                <a:cubicBezTo>
                  <a:pt x="73728" y="44879"/>
                  <a:pt x="73777" y="44829"/>
                  <a:pt x="73802" y="44829"/>
                </a:cubicBezTo>
                <a:close/>
                <a:moveTo>
                  <a:pt x="78158" y="44829"/>
                </a:moveTo>
                <a:lnTo>
                  <a:pt x="78233" y="44904"/>
                </a:lnTo>
                <a:lnTo>
                  <a:pt x="78233" y="44953"/>
                </a:lnTo>
                <a:lnTo>
                  <a:pt x="78233" y="45028"/>
                </a:lnTo>
                <a:lnTo>
                  <a:pt x="78183" y="44978"/>
                </a:lnTo>
                <a:lnTo>
                  <a:pt x="78158" y="44953"/>
                </a:lnTo>
                <a:lnTo>
                  <a:pt x="78158" y="44929"/>
                </a:lnTo>
                <a:lnTo>
                  <a:pt x="78158" y="44829"/>
                </a:lnTo>
                <a:close/>
                <a:moveTo>
                  <a:pt x="55184" y="44555"/>
                </a:moveTo>
                <a:cubicBezTo>
                  <a:pt x="55333" y="44704"/>
                  <a:pt x="55482" y="44904"/>
                  <a:pt x="55632" y="45053"/>
                </a:cubicBezTo>
                <a:lnTo>
                  <a:pt x="55607" y="45053"/>
                </a:lnTo>
                <a:lnTo>
                  <a:pt x="55582" y="45078"/>
                </a:lnTo>
                <a:lnTo>
                  <a:pt x="55308" y="44804"/>
                </a:lnTo>
                <a:lnTo>
                  <a:pt x="55109" y="44605"/>
                </a:lnTo>
                <a:lnTo>
                  <a:pt x="55184" y="44555"/>
                </a:lnTo>
                <a:close/>
                <a:moveTo>
                  <a:pt x="63224" y="41046"/>
                </a:moveTo>
                <a:lnTo>
                  <a:pt x="63224" y="41070"/>
                </a:lnTo>
                <a:cubicBezTo>
                  <a:pt x="63099" y="41145"/>
                  <a:pt x="62975" y="41195"/>
                  <a:pt x="62875" y="41270"/>
                </a:cubicBezTo>
                <a:cubicBezTo>
                  <a:pt x="62751" y="41319"/>
                  <a:pt x="62626" y="41344"/>
                  <a:pt x="62502" y="41419"/>
                </a:cubicBezTo>
                <a:cubicBezTo>
                  <a:pt x="62427" y="41444"/>
                  <a:pt x="62328" y="41518"/>
                  <a:pt x="62228" y="41543"/>
                </a:cubicBezTo>
                <a:cubicBezTo>
                  <a:pt x="62178" y="41568"/>
                  <a:pt x="62079" y="41593"/>
                  <a:pt x="62029" y="41643"/>
                </a:cubicBezTo>
                <a:cubicBezTo>
                  <a:pt x="61855" y="41693"/>
                  <a:pt x="61730" y="41767"/>
                  <a:pt x="61581" y="41817"/>
                </a:cubicBezTo>
                <a:cubicBezTo>
                  <a:pt x="61431" y="41892"/>
                  <a:pt x="61282" y="41966"/>
                  <a:pt x="61108" y="42041"/>
                </a:cubicBezTo>
                <a:cubicBezTo>
                  <a:pt x="60959" y="42141"/>
                  <a:pt x="60809" y="42190"/>
                  <a:pt x="60610" y="42290"/>
                </a:cubicBezTo>
                <a:cubicBezTo>
                  <a:pt x="60486" y="42340"/>
                  <a:pt x="60361" y="42415"/>
                  <a:pt x="60262" y="42464"/>
                </a:cubicBezTo>
                <a:cubicBezTo>
                  <a:pt x="60237" y="42464"/>
                  <a:pt x="60237" y="42514"/>
                  <a:pt x="60212" y="42514"/>
                </a:cubicBezTo>
                <a:cubicBezTo>
                  <a:pt x="60013" y="42589"/>
                  <a:pt x="59838" y="42688"/>
                  <a:pt x="59689" y="42788"/>
                </a:cubicBezTo>
                <a:cubicBezTo>
                  <a:pt x="59614" y="42813"/>
                  <a:pt x="59540" y="42887"/>
                  <a:pt x="59465" y="42912"/>
                </a:cubicBezTo>
                <a:cubicBezTo>
                  <a:pt x="59440" y="42912"/>
                  <a:pt x="59440" y="42937"/>
                  <a:pt x="59415" y="42937"/>
                </a:cubicBezTo>
                <a:cubicBezTo>
                  <a:pt x="59365" y="42937"/>
                  <a:pt x="59365" y="42962"/>
                  <a:pt x="59341" y="42962"/>
                </a:cubicBezTo>
                <a:cubicBezTo>
                  <a:pt x="59316" y="42962"/>
                  <a:pt x="59316" y="43012"/>
                  <a:pt x="59291" y="43012"/>
                </a:cubicBezTo>
                <a:cubicBezTo>
                  <a:pt x="59092" y="43136"/>
                  <a:pt x="58917" y="43211"/>
                  <a:pt x="58693" y="43335"/>
                </a:cubicBezTo>
                <a:cubicBezTo>
                  <a:pt x="58669" y="43335"/>
                  <a:pt x="58669" y="43360"/>
                  <a:pt x="58619" y="43360"/>
                </a:cubicBezTo>
                <a:cubicBezTo>
                  <a:pt x="58594" y="43360"/>
                  <a:pt x="58594" y="43410"/>
                  <a:pt x="58569" y="43410"/>
                </a:cubicBezTo>
                <a:lnTo>
                  <a:pt x="58544" y="43435"/>
                </a:lnTo>
                <a:cubicBezTo>
                  <a:pt x="58494" y="43435"/>
                  <a:pt x="58494" y="43460"/>
                  <a:pt x="58469" y="43460"/>
                </a:cubicBezTo>
                <a:cubicBezTo>
                  <a:pt x="58469" y="43460"/>
                  <a:pt x="58445" y="43460"/>
                  <a:pt x="58445" y="43485"/>
                </a:cubicBezTo>
                <a:cubicBezTo>
                  <a:pt x="58420" y="43535"/>
                  <a:pt x="58370" y="43535"/>
                  <a:pt x="58345" y="43559"/>
                </a:cubicBezTo>
                <a:cubicBezTo>
                  <a:pt x="58121" y="43684"/>
                  <a:pt x="57947" y="43808"/>
                  <a:pt x="57723" y="43933"/>
                </a:cubicBezTo>
                <a:cubicBezTo>
                  <a:pt x="57698" y="43958"/>
                  <a:pt x="57673" y="43958"/>
                  <a:pt x="57623" y="43983"/>
                </a:cubicBezTo>
                <a:cubicBezTo>
                  <a:pt x="57598" y="44032"/>
                  <a:pt x="57573" y="44032"/>
                  <a:pt x="57548" y="44057"/>
                </a:cubicBezTo>
                <a:cubicBezTo>
                  <a:pt x="57499" y="44057"/>
                  <a:pt x="57499" y="44082"/>
                  <a:pt x="57474" y="44082"/>
                </a:cubicBezTo>
                <a:cubicBezTo>
                  <a:pt x="57449" y="44107"/>
                  <a:pt x="57424" y="44107"/>
                  <a:pt x="57374" y="44157"/>
                </a:cubicBezTo>
                <a:cubicBezTo>
                  <a:pt x="57175" y="44281"/>
                  <a:pt x="56951" y="44431"/>
                  <a:pt x="56752" y="44555"/>
                </a:cubicBezTo>
                <a:cubicBezTo>
                  <a:pt x="56702" y="44580"/>
                  <a:pt x="56627" y="44655"/>
                  <a:pt x="56553" y="44704"/>
                </a:cubicBezTo>
                <a:cubicBezTo>
                  <a:pt x="56503" y="44729"/>
                  <a:pt x="56478" y="44779"/>
                  <a:pt x="56453" y="44779"/>
                </a:cubicBezTo>
                <a:cubicBezTo>
                  <a:pt x="56304" y="44904"/>
                  <a:pt x="56105" y="44978"/>
                  <a:pt x="55955" y="45103"/>
                </a:cubicBezTo>
                <a:lnTo>
                  <a:pt x="55931" y="45078"/>
                </a:lnTo>
                <a:lnTo>
                  <a:pt x="55881" y="45053"/>
                </a:lnTo>
                <a:cubicBezTo>
                  <a:pt x="56080" y="44929"/>
                  <a:pt x="56229" y="44804"/>
                  <a:pt x="56428" y="44680"/>
                </a:cubicBezTo>
                <a:lnTo>
                  <a:pt x="56702" y="44480"/>
                </a:lnTo>
                <a:cubicBezTo>
                  <a:pt x="56752" y="44456"/>
                  <a:pt x="56827" y="44406"/>
                  <a:pt x="56876" y="44356"/>
                </a:cubicBezTo>
                <a:cubicBezTo>
                  <a:pt x="57051" y="44281"/>
                  <a:pt x="57175" y="44182"/>
                  <a:pt x="57324" y="44082"/>
                </a:cubicBezTo>
                <a:cubicBezTo>
                  <a:pt x="57449" y="44032"/>
                  <a:pt x="57548" y="43933"/>
                  <a:pt x="57673" y="43858"/>
                </a:cubicBezTo>
                <a:cubicBezTo>
                  <a:pt x="57847" y="43734"/>
                  <a:pt x="58046" y="43609"/>
                  <a:pt x="58220" y="43535"/>
                </a:cubicBezTo>
                <a:cubicBezTo>
                  <a:pt x="58345" y="43435"/>
                  <a:pt x="58469" y="43360"/>
                  <a:pt x="58619" y="43286"/>
                </a:cubicBezTo>
                <a:cubicBezTo>
                  <a:pt x="58818" y="43186"/>
                  <a:pt x="58967" y="43087"/>
                  <a:pt x="59166" y="42987"/>
                </a:cubicBezTo>
                <a:cubicBezTo>
                  <a:pt x="59316" y="42912"/>
                  <a:pt x="59465" y="42813"/>
                  <a:pt x="59589" y="42738"/>
                </a:cubicBezTo>
                <a:cubicBezTo>
                  <a:pt x="59739" y="42663"/>
                  <a:pt x="59913" y="42589"/>
                  <a:pt x="60062" y="42489"/>
                </a:cubicBezTo>
                <a:cubicBezTo>
                  <a:pt x="60087" y="42464"/>
                  <a:pt x="60162" y="42464"/>
                  <a:pt x="60187" y="42439"/>
                </a:cubicBezTo>
                <a:lnTo>
                  <a:pt x="60560" y="42240"/>
                </a:lnTo>
                <a:lnTo>
                  <a:pt x="60934" y="42066"/>
                </a:lnTo>
                <a:cubicBezTo>
                  <a:pt x="60983" y="42041"/>
                  <a:pt x="61008" y="42041"/>
                  <a:pt x="61083" y="41991"/>
                </a:cubicBezTo>
                <a:cubicBezTo>
                  <a:pt x="61232" y="41942"/>
                  <a:pt x="61357" y="41842"/>
                  <a:pt x="61506" y="41792"/>
                </a:cubicBezTo>
                <a:cubicBezTo>
                  <a:pt x="61631" y="41718"/>
                  <a:pt x="61730" y="41693"/>
                  <a:pt x="61855" y="41618"/>
                </a:cubicBezTo>
                <a:cubicBezTo>
                  <a:pt x="62079" y="41543"/>
                  <a:pt x="62253" y="41444"/>
                  <a:pt x="62477" y="41344"/>
                </a:cubicBezTo>
                <a:cubicBezTo>
                  <a:pt x="62576" y="41319"/>
                  <a:pt x="62676" y="41294"/>
                  <a:pt x="62751" y="41220"/>
                </a:cubicBezTo>
                <a:lnTo>
                  <a:pt x="63224" y="41046"/>
                </a:lnTo>
                <a:close/>
                <a:moveTo>
                  <a:pt x="73130" y="45028"/>
                </a:moveTo>
                <a:cubicBezTo>
                  <a:pt x="73130" y="45053"/>
                  <a:pt x="73080" y="45078"/>
                  <a:pt x="73080" y="45128"/>
                </a:cubicBezTo>
                <a:lnTo>
                  <a:pt x="73080" y="45053"/>
                </a:lnTo>
                <a:lnTo>
                  <a:pt x="73130" y="45028"/>
                </a:lnTo>
                <a:close/>
                <a:moveTo>
                  <a:pt x="22228" y="36466"/>
                </a:moveTo>
                <a:cubicBezTo>
                  <a:pt x="23970" y="37113"/>
                  <a:pt x="26111" y="38208"/>
                  <a:pt x="28426" y="39602"/>
                </a:cubicBezTo>
                <a:cubicBezTo>
                  <a:pt x="28003" y="40050"/>
                  <a:pt x="27629" y="40473"/>
                  <a:pt x="27231" y="40946"/>
                </a:cubicBezTo>
                <a:cubicBezTo>
                  <a:pt x="27131" y="41070"/>
                  <a:pt x="27057" y="41170"/>
                  <a:pt x="26907" y="41294"/>
                </a:cubicBezTo>
                <a:cubicBezTo>
                  <a:pt x="26260" y="42041"/>
                  <a:pt x="25613" y="42813"/>
                  <a:pt x="24966" y="43584"/>
                </a:cubicBezTo>
                <a:cubicBezTo>
                  <a:pt x="24891" y="43659"/>
                  <a:pt x="24866" y="43709"/>
                  <a:pt x="24792" y="43784"/>
                </a:cubicBezTo>
                <a:lnTo>
                  <a:pt x="23672" y="45177"/>
                </a:lnTo>
                <a:cubicBezTo>
                  <a:pt x="21879" y="43286"/>
                  <a:pt x="20436" y="41568"/>
                  <a:pt x="19490" y="40100"/>
                </a:cubicBezTo>
                <a:cubicBezTo>
                  <a:pt x="19789" y="39677"/>
                  <a:pt x="20062" y="39278"/>
                  <a:pt x="20386" y="38830"/>
                </a:cubicBezTo>
                <a:lnTo>
                  <a:pt x="20411" y="38805"/>
                </a:lnTo>
                <a:cubicBezTo>
                  <a:pt x="20784" y="38283"/>
                  <a:pt x="21183" y="37760"/>
                  <a:pt x="21606" y="37237"/>
                </a:cubicBezTo>
                <a:cubicBezTo>
                  <a:pt x="21631" y="37212"/>
                  <a:pt x="21655" y="37187"/>
                  <a:pt x="21655" y="37138"/>
                </a:cubicBezTo>
                <a:cubicBezTo>
                  <a:pt x="21855" y="36889"/>
                  <a:pt x="22029" y="36690"/>
                  <a:pt x="22228" y="36466"/>
                </a:cubicBezTo>
                <a:close/>
                <a:moveTo>
                  <a:pt x="72657" y="44904"/>
                </a:moveTo>
                <a:lnTo>
                  <a:pt x="72657" y="44953"/>
                </a:lnTo>
                <a:cubicBezTo>
                  <a:pt x="72408" y="45028"/>
                  <a:pt x="72184" y="45128"/>
                  <a:pt x="71935" y="45177"/>
                </a:cubicBezTo>
                <a:cubicBezTo>
                  <a:pt x="71985" y="45153"/>
                  <a:pt x="71985" y="45128"/>
                  <a:pt x="72010" y="45128"/>
                </a:cubicBezTo>
                <a:cubicBezTo>
                  <a:pt x="72234" y="45053"/>
                  <a:pt x="72433" y="45003"/>
                  <a:pt x="72657" y="44904"/>
                </a:cubicBezTo>
                <a:close/>
                <a:moveTo>
                  <a:pt x="55756" y="45202"/>
                </a:moveTo>
                <a:lnTo>
                  <a:pt x="55781" y="45227"/>
                </a:lnTo>
                <a:cubicBezTo>
                  <a:pt x="55781" y="45227"/>
                  <a:pt x="55756" y="45227"/>
                  <a:pt x="55756" y="45277"/>
                </a:cubicBezTo>
                <a:lnTo>
                  <a:pt x="55731" y="45302"/>
                </a:lnTo>
                <a:cubicBezTo>
                  <a:pt x="55731" y="45277"/>
                  <a:pt x="55731" y="45277"/>
                  <a:pt x="55706" y="45227"/>
                </a:cubicBezTo>
                <a:cubicBezTo>
                  <a:pt x="55731" y="45202"/>
                  <a:pt x="55731" y="45202"/>
                  <a:pt x="55756" y="45202"/>
                </a:cubicBezTo>
                <a:close/>
                <a:moveTo>
                  <a:pt x="28575" y="39701"/>
                </a:moveTo>
                <a:cubicBezTo>
                  <a:pt x="28600" y="39701"/>
                  <a:pt x="28600" y="39726"/>
                  <a:pt x="28625" y="39726"/>
                </a:cubicBezTo>
                <a:cubicBezTo>
                  <a:pt x="26957" y="41568"/>
                  <a:pt x="25364" y="43435"/>
                  <a:pt x="23846" y="45327"/>
                </a:cubicBezTo>
                <a:lnTo>
                  <a:pt x="23821" y="45302"/>
                </a:lnTo>
                <a:cubicBezTo>
                  <a:pt x="24145" y="44879"/>
                  <a:pt x="24493" y="44456"/>
                  <a:pt x="24841" y="44032"/>
                </a:cubicBezTo>
                <a:cubicBezTo>
                  <a:pt x="24991" y="43833"/>
                  <a:pt x="25115" y="43684"/>
                  <a:pt x="25265" y="43510"/>
                </a:cubicBezTo>
                <a:cubicBezTo>
                  <a:pt x="25837" y="42813"/>
                  <a:pt x="26385" y="42166"/>
                  <a:pt x="26982" y="41518"/>
                </a:cubicBezTo>
                <a:cubicBezTo>
                  <a:pt x="27206" y="41270"/>
                  <a:pt x="27455" y="40971"/>
                  <a:pt x="27679" y="40722"/>
                </a:cubicBezTo>
                <a:cubicBezTo>
                  <a:pt x="27978" y="40398"/>
                  <a:pt x="28252" y="40050"/>
                  <a:pt x="28575" y="39701"/>
                </a:cubicBezTo>
                <a:close/>
                <a:moveTo>
                  <a:pt x="19341" y="40274"/>
                </a:moveTo>
                <a:cubicBezTo>
                  <a:pt x="20286" y="41693"/>
                  <a:pt x="21730" y="43410"/>
                  <a:pt x="23522" y="45302"/>
                </a:cubicBezTo>
                <a:cubicBezTo>
                  <a:pt x="23572" y="45327"/>
                  <a:pt x="23522" y="45327"/>
                  <a:pt x="23522" y="45377"/>
                </a:cubicBezTo>
                <a:cubicBezTo>
                  <a:pt x="21705" y="43460"/>
                  <a:pt x="20286" y="41767"/>
                  <a:pt x="19291" y="40324"/>
                </a:cubicBezTo>
                <a:cubicBezTo>
                  <a:pt x="19291" y="40299"/>
                  <a:pt x="19341" y="40299"/>
                  <a:pt x="19341" y="40274"/>
                </a:cubicBezTo>
                <a:close/>
                <a:moveTo>
                  <a:pt x="117436" y="31687"/>
                </a:moveTo>
                <a:lnTo>
                  <a:pt x="117436" y="31687"/>
                </a:lnTo>
                <a:cubicBezTo>
                  <a:pt x="118034" y="35868"/>
                  <a:pt x="117660" y="40548"/>
                  <a:pt x="116466" y="45451"/>
                </a:cubicBezTo>
                <a:cubicBezTo>
                  <a:pt x="116590" y="42838"/>
                  <a:pt x="116366" y="40349"/>
                  <a:pt x="115794" y="38059"/>
                </a:cubicBezTo>
                <a:cubicBezTo>
                  <a:pt x="115819" y="37984"/>
                  <a:pt x="115819" y="37959"/>
                  <a:pt x="115843" y="37909"/>
                </a:cubicBezTo>
                <a:cubicBezTo>
                  <a:pt x="115843" y="37859"/>
                  <a:pt x="115868" y="37835"/>
                  <a:pt x="115868" y="37810"/>
                </a:cubicBezTo>
                <a:cubicBezTo>
                  <a:pt x="115968" y="37586"/>
                  <a:pt x="116092" y="37337"/>
                  <a:pt x="116192" y="37113"/>
                </a:cubicBezTo>
                <a:cubicBezTo>
                  <a:pt x="116217" y="37063"/>
                  <a:pt x="116242" y="36963"/>
                  <a:pt x="116291" y="36914"/>
                </a:cubicBezTo>
                <a:cubicBezTo>
                  <a:pt x="116366" y="36690"/>
                  <a:pt x="116441" y="36466"/>
                  <a:pt x="116540" y="36242"/>
                </a:cubicBezTo>
                <a:lnTo>
                  <a:pt x="116615" y="35968"/>
                </a:lnTo>
                <a:cubicBezTo>
                  <a:pt x="116690" y="35744"/>
                  <a:pt x="116739" y="35569"/>
                  <a:pt x="116814" y="35345"/>
                </a:cubicBezTo>
                <a:cubicBezTo>
                  <a:pt x="116839" y="35246"/>
                  <a:pt x="116864" y="35121"/>
                  <a:pt x="116914" y="35047"/>
                </a:cubicBezTo>
                <a:cubicBezTo>
                  <a:pt x="116964" y="34848"/>
                  <a:pt x="116988" y="34624"/>
                  <a:pt x="117063" y="34449"/>
                </a:cubicBezTo>
                <a:cubicBezTo>
                  <a:pt x="117088" y="34325"/>
                  <a:pt x="117113" y="34200"/>
                  <a:pt x="117113" y="34076"/>
                </a:cubicBezTo>
                <a:lnTo>
                  <a:pt x="117212" y="33504"/>
                </a:lnTo>
                <a:cubicBezTo>
                  <a:pt x="117212" y="33454"/>
                  <a:pt x="117237" y="33379"/>
                  <a:pt x="117237" y="33329"/>
                </a:cubicBezTo>
                <a:cubicBezTo>
                  <a:pt x="117287" y="33255"/>
                  <a:pt x="117287" y="33230"/>
                  <a:pt x="117287" y="33205"/>
                </a:cubicBezTo>
                <a:cubicBezTo>
                  <a:pt x="117287" y="33130"/>
                  <a:pt x="117312" y="33080"/>
                  <a:pt x="117312" y="33006"/>
                </a:cubicBezTo>
                <a:cubicBezTo>
                  <a:pt x="117337" y="32856"/>
                  <a:pt x="117362" y="32682"/>
                  <a:pt x="117362" y="32508"/>
                </a:cubicBezTo>
                <a:lnTo>
                  <a:pt x="117362" y="32359"/>
                </a:lnTo>
                <a:lnTo>
                  <a:pt x="117362" y="32309"/>
                </a:lnTo>
                <a:cubicBezTo>
                  <a:pt x="117362" y="32184"/>
                  <a:pt x="117412" y="32010"/>
                  <a:pt x="117412" y="31886"/>
                </a:cubicBezTo>
                <a:cubicBezTo>
                  <a:pt x="117412" y="31836"/>
                  <a:pt x="117412" y="31761"/>
                  <a:pt x="117436" y="31687"/>
                </a:cubicBezTo>
                <a:close/>
                <a:moveTo>
                  <a:pt x="72906" y="45078"/>
                </a:moveTo>
                <a:cubicBezTo>
                  <a:pt x="72931" y="45227"/>
                  <a:pt x="72931" y="45377"/>
                  <a:pt x="72981" y="45526"/>
                </a:cubicBezTo>
                <a:cubicBezTo>
                  <a:pt x="72981" y="45551"/>
                  <a:pt x="72931" y="45625"/>
                  <a:pt x="72931" y="45650"/>
                </a:cubicBezTo>
                <a:cubicBezTo>
                  <a:pt x="72906" y="45451"/>
                  <a:pt x="72881" y="45302"/>
                  <a:pt x="72881" y="45128"/>
                </a:cubicBezTo>
                <a:cubicBezTo>
                  <a:pt x="72881" y="45078"/>
                  <a:pt x="72906" y="45078"/>
                  <a:pt x="72906" y="45078"/>
                </a:cubicBezTo>
                <a:close/>
                <a:moveTo>
                  <a:pt x="73379" y="45003"/>
                </a:moveTo>
                <a:lnTo>
                  <a:pt x="73180" y="45650"/>
                </a:lnTo>
                <a:cubicBezTo>
                  <a:pt x="73180" y="45625"/>
                  <a:pt x="73155" y="45551"/>
                  <a:pt x="73155" y="45526"/>
                </a:cubicBezTo>
                <a:cubicBezTo>
                  <a:pt x="73205" y="45327"/>
                  <a:pt x="73280" y="45177"/>
                  <a:pt x="73304" y="45003"/>
                </a:cubicBezTo>
                <a:close/>
                <a:moveTo>
                  <a:pt x="99938" y="37660"/>
                </a:moveTo>
                <a:cubicBezTo>
                  <a:pt x="100411" y="37835"/>
                  <a:pt x="100884" y="38059"/>
                  <a:pt x="101357" y="38283"/>
                </a:cubicBezTo>
                <a:cubicBezTo>
                  <a:pt x="100610" y="40249"/>
                  <a:pt x="99739" y="42315"/>
                  <a:pt x="98768" y="44331"/>
                </a:cubicBezTo>
                <a:cubicBezTo>
                  <a:pt x="98693" y="44381"/>
                  <a:pt x="98619" y="44431"/>
                  <a:pt x="98544" y="44456"/>
                </a:cubicBezTo>
                <a:cubicBezTo>
                  <a:pt x="98445" y="44505"/>
                  <a:pt x="98395" y="44530"/>
                  <a:pt x="98295" y="44580"/>
                </a:cubicBezTo>
                <a:cubicBezTo>
                  <a:pt x="98046" y="44704"/>
                  <a:pt x="97797" y="44829"/>
                  <a:pt x="97524" y="44929"/>
                </a:cubicBezTo>
                <a:cubicBezTo>
                  <a:pt x="97449" y="44953"/>
                  <a:pt x="97399" y="45003"/>
                  <a:pt x="97300" y="45028"/>
                </a:cubicBezTo>
                <a:cubicBezTo>
                  <a:pt x="97026" y="45153"/>
                  <a:pt x="96752" y="45252"/>
                  <a:pt x="96503" y="45327"/>
                </a:cubicBezTo>
                <a:cubicBezTo>
                  <a:pt x="96428" y="45377"/>
                  <a:pt x="96379" y="45377"/>
                  <a:pt x="96329" y="45401"/>
                </a:cubicBezTo>
                <a:cubicBezTo>
                  <a:pt x="96080" y="45501"/>
                  <a:pt x="95831" y="45551"/>
                  <a:pt x="95632" y="45650"/>
                </a:cubicBezTo>
                <a:cubicBezTo>
                  <a:pt x="94711" y="44754"/>
                  <a:pt x="93591" y="44008"/>
                  <a:pt x="92321" y="43460"/>
                </a:cubicBezTo>
                <a:cubicBezTo>
                  <a:pt x="95134" y="42190"/>
                  <a:pt x="97772" y="40199"/>
                  <a:pt x="99938" y="37660"/>
                </a:cubicBezTo>
                <a:close/>
                <a:moveTo>
                  <a:pt x="14638" y="40456"/>
                </a:moveTo>
                <a:cubicBezTo>
                  <a:pt x="14595" y="40521"/>
                  <a:pt x="14553" y="40584"/>
                  <a:pt x="14512" y="40647"/>
                </a:cubicBezTo>
                <a:cubicBezTo>
                  <a:pt x="14039" y="41319"/>
                  <a:pt x="13541" y="42066"/>
                  <a:pt x="13043" y="42838"/>
                </a:cubicBezTo>
                <a:cubicBezTo>
                  <a:pt x="12944" y="42962"/>
                  <a:pt x="12869" y="43136"/>
                  <a:pt x="12769" y="43261"/>
                </a:cubicBezTo>
                <a:cubicBezTo>
                  <a:pt x="12228" y="44059"/>
                  <a:pt x="11702" y="44882"/>
                  <a:pt x="11207" y="45673"/>
                </a:cubicBezTo>
                <a:lnTo>
                  <a:pt x="11207" y="45673"/>
                </a:lnTo>
                <a:cubicBezTo>
                  <a:pt x="11728" y="44828"/>
                  <a:pt x="12253" y="43947"/>
                  <a:pt x="12819" y="43087"/>
                </a:cubicBezTo>
                <a:cubicBezTo>
                  <a:pt x="12869" y="43037"/>
                  <a:pt x="12919" y="42962"/>
                  <a:pt x="12944" y="42912"/>
                </a:cubicBezTo>
                <a:cubicBezTo>
                  <a:pt x="13441" y="42166"/>
                  <a:pt x="13939" y="41444"/>
                  <a:pt x="14437" y="40722"/>
                </a:cubicBezTo>
                <a:cubicBezTo>
                  <a:pt x="14505" y="40635"/>
                  <a:pt x="14571" y="40546"/>
                  <a:pt x="14638" y="40456"/>
                </a:cubicBezTo>
                <a:close/>
                <a:moveTo>
                  <a:pt x="42838" y="27903"/>
                </a:moveTo>
                <a:cubicBezTo>
                  <a:pt x="44281" y="30517"/>
                  <a:pt x="45999" y="33304"/>
                  <a:pt x="47891" y="35968"/>
                </a:cubicBezTo>
                <a:cubicBezTo>
                  <a:pt x="44306" y="39054"/>
                  <a:pt x="40921" y="42290"/>
                  <a:pt x="37785" y="45675"/>
                </a:cubicBezTo>
                <a:cubicBezTo>
                  <a:pt x="35171" y="43634"/>
                  <a:pt x="32483" y="41693"/>
                  <a:pt x="29994" y="40100"/>
                </a:cubicBezTo>
                <a:cubicBezTo>
                  <a:pt x="33578" y="35669"/>
                  <a:pt x="37934" y="31462"/>
                  <a:pt x="42838" y="27903"/>
                </a:cubicBezTo>
                <a:close/>
                <a:moveTo>
                  <a:pt x="92072" y="43559"/>
                </a:moveTo>
                <a:cubicBezTo>
                  <a:pt x="93342" y="44057"/>
                  <a:pt x="94462" y="44804"/>
                  <a:pt x="95408" y="45700"/>
                </a:cubicBezTo>
                <a:lnTo>
                  <a:pt x="95308" y="45700"/>
                </a:lnTo>
                <a:cubicBezTo>
                  <a:pt x="94387" y="44804"/>
                  <a:pt x="93292" y="44082"/>
                  <a:pt x="91973" y="43584"/>
                </a:cubicBezTo>
                <a:cubicBezTo>
                  <a:pt x="92023" y="43584"/>
                  <a:pt x="92048" y="43559"/>
                  <a:pt x="92072" y="43559"/>
                </a:cubicBezTo>
                <a:close/>
                <a:moveTo>
                  <a:pt x="106730" y="41502"/>
                </a:moveTo>
                <a:cubicBezTo>
                  <a:pt x="108006" y="42414"/>
                  <a:pt x="109135" y="43398"/>
                  <a:pt x="110168" y="44431"/>
                </a:cubicBezTo>
                <a:cubicBezTo>
                  <a:pt x="110143" y="44456"/>
                  <a:pt x="110118" y="44530"/>
                  <a:pt x="110094" y="44605"/>
                </a:cubicBezTo>
                <a:cubicBezTo>
                  <a:pt x="109994" y="44704"/>
                  <a:pt x="109870" y="44804"/>
                  <a:pt x="109770" y="44904"/>
                </a:cubicBezTo>
                <a:cubicBezTo>
                  <a:pt x="109695" y="45003"/>
                  <a:pt x="109596" y="45053"/>
                  <a:pt x="109471" y="45153"/>
                </a:cubicBezTo>
                <a:cubicBezTo>
                  <a:pt x="109322" y="45277"/>
                  <a:pt x="109123" y="45401"/>
                  <a:pt x="108973" y="45526"/>
                </a:cubicBezTo>
                <a:cubicBezTo>
                  <a:pt x="108874" y="45576"/>
                  <a:pt x="108774" y="45650"/>
                  <a:pt x="108700" y="45725"/>
                </a:cubicBezTo>
                <a:cubicBezTo>
                  <a:pt x="108700" y="45675"/>
                  <a:pt x="108650" y="45650"/>
                  <a:pt x="108650" y="45576"/>
                </a:cubicBezTo>
                <a:cubicBezTo>
                  <a:pt x="108600" y="45377"/>
                  <a:pt x="108525" y="45153"/>
                  <a:pt x="108476" y="44953"/>
                </a:cubicBezTo>
                <a:lnTo>
                  <a:pt x="108376" y="44680"/>
                </a:lnTo>
                <a:cubicBezTo>
                  <a:pt x="108351" y="44605"/>
                  <a:pt x="108301" y="44530"/>
                  <a:pt x="108277" y="44456"/>
                </a:cubicBezTo>
                <a:cubicBezTo>
                  <a:pt x="108252" y="44356"/>
                  <a:pt x="108177" y="44256"/>
                  <a:pt x="108152" y="44157"/>
                </a:cubicBezTo>
                <a:cubicBezTo>
                  <a:pt x="108127" y="44082"/>
                  <a:pt x="108127" y="44057"/>
                  <a:pt x="108102" y="43983"/>
                </a:cubicBezTo>
                <a:cubicBezTo>
                  <a:pt x="108102" y="43958"/>
                  <a:pt x="108052" y="43933"/>
                  <a:pt x="108052" y="43933"/>
                </a:cubicBezTo>
                <a:cubicBezTo>
                  <a:pt x="108003" y="43808"/>
                  <a:pt x="107978" y="43684"/>
                  <a:pt x="107903" y="43584"/>
                </a:cubicBezTo>
                <a:cubicBezTo>
                  <a:pt x="107903" y="43559"/>
                  <a:pt x="107878" y="43535"/>
                  <a:pt x="107878" y="43510"/>
                </a:cubicBezTo>
                <a:lnTo>
                  <a:pt x="107779" y="43311"/>
                </a:lnTo>
                <a:cubicBezTo>
                  <a:pt x="107679" y="43136"/>
                  <a:pt x="107604" y="42912"/>
                  <a:pt x="107480" y="42713"/>
                </a:cubicBezTo>
                <a:cubicBezTo>
                  <a:pt x="107430" y="42663"/>
                  <a:pt x="107380" y="42589"/>
                  <a:pt x="107356" y="42514"/>
                </a:cubicBezTo>
                <a:cubicBezTo>
                  <a:pt x="107281" y="42415"/>
                  <a:pt x="107231" y="42290"/>
                  <a:pt x="107156" y="42190"/>
                </a:cubicBezTo>
                <a:cubicBezTo>
                  <a:pt x="107107" y="42066"/>
                  <a:pt x="107032" y="41966"/>
                  <a:pt x="106932" y="41842"/>
                </a:cubicBezTo>
                <a:cubicBezTo>
                  <a:pt x="106883" y="41718"/>
                  <a:pt x="106783" y="41643"/>
                  <a:pt x="106733" y="41518"/>
                </a:cubicBezTo>
                <a:cubicBezTo>
                  <a:pt x="106733" y="41518"/>
                  <a:pt x="106733" y="41511"/>
                  <a:pt x="106730" y="41502"/>
                </a:cubicBezTo>
                <a:close/>
                <a:moveTo>
                  <a:pt x="55507" y="45426"/>
                </a:moveTo>
                <a:lnTo>
                  <a:pt x="55557" y="45451"/>
                </a:lnTo>
                <a:lnTo>
                  <a:pt x="55582" y="45476"/>
                </a:lnTo>
                <a:cubicBezTo>
                  <a:pt x="55569" y="45473"/>
                  <a:pt x="55556" y="45471"/>
                  <a:pt x="55543" y="45471"/>
                </a:cubicBezTo>
                <a:cubicBezTo>
                  <a:pt x="55456" y="45471"/>
                  <a:pt x="55367" y="45539"/>
                  <a:pt x="55258" y="45625"/>
                </a:cubicBezTo>
                <a:cubicBezTo>
                  <a:pt x="55201" y="45663"/>
                  <a:pt x="55130" y="45716"/>
                  <a:pt x="55055" y="45772"/>
                </a:cubicBezTo>
                <a:lnTo>
                  <a:pt x="55055" y="45772"/>
                </a:lnTo>
                <a:cubicBezTo>
                  <a:pt x="55183" y="45673"/>
                  <a:pt x="55315" y="45575"/>
                  <a:pt x="55458" y="45476"/>
                </a:cubicBezTo>
                <a:cubicBezTo>
                  <a:pt x="55482" y="45476"/>
                  <a:pt x="55482" y="45451"/>
                  <a:pt x="55507" y="45426"/>
                </a:cubicBezTo>
                <a:close/>
                <a:moveTo>
                  <a:pt x="29870" y="40199"/>
                </a:moveTo>
                <a:cubicBezTo>
                  <a:pt x="32408" y="41842"/>
                  <a:pt x="35047" y="43759"/>
                  <a:pt x="37660" y="45800"/>
                </a:cubicBezTo>
                <a:lnTo>
                  <a:pt x="37636" y="45825"/>
                </a:lnTo>
                <a:cubicBezTo>
                  <a:pt x="35022" y="43784"/>
                  <a:pt x="32359" y="41892"/>
                  <a:pt x="29845" y="40249"/>
                </a:cubicBezTo>
                <a:cubicBezTo>
                  <a:pt x="29845" y="40224"/>
                  <a:pt x="29870" y="40224"/>
                  <a:pt x="29870" y="40199"/>
                </a:cubicBezTo>
                <a:close/>
                <a:moveTo>
                  <a:pt x="48015" y="36167"/>
                </a:moveTo>
                <a:cubicBezTo>
                  <a:pt x="48015" y="36192"/>
                  <a:pt x="48040" y="36192"/>
                  <a:pt x="48040" y="36217"/>
                </a:cubicBezTo>
                <a:cubicBezTo>
                  <a:pt x="44481" y="39228"/>
                  <a:pt x="41120" y="42464"/>
                  <a:pt x="38009" y="45825"/>
                </a:cubicBezTo>
                <a:cubicBezTo>
                  <a:pt x="37959" y="45825"/>
                  <a:pt x="37959" y="45800"/>
                  <a:pt x="37934" y="45800"/>
                </a:cubicBezTo>
                <a:cubicBezTo>
                  <a:pt x="41071" y="42439"/>
                  <a:pt x="44431" y="39204"/>
                  <a:pt x="48015" y="36167"/>
                </a:cubicBezTo>
                <a:close/>
                <a:moveTo>
                  <a:pt x="98619" y="44630"/>
                </a:moveTo>
                <a:cubicBezTo>
                  <a:pt x="98619" y="44630"/>
                  <a:pt x="98619" y="44655"/>
                  <a:pt x="98569" y="44655"/>
                </a:cubicBezTo>
                <a:cubicBezTo>
                  <a:pt x="98569" y="44655"/>
                  <a:pt x="98569" y="44680"/>
                  <a:pt x="98544" y="44680"/>
                </a:cubicBezTo>
                <a:cubicBezTo>
                  <a:pt x="97673" y="45153"/>
                  <a:pt x="96752" y="45526"/>
                  <a:pt x="95781" y="45825"/>
                </a:cubicBezTo>
                <a:lnTo>
                  <a:pt x="95707" y="45775"/>
                </a:lnTo>
                <a:cubicBezTo>
                  <a:pt x="96677" y="45451"/>
                  <a:pt x="97623" y="45078"/>
                  <a:pt x="98544" y="44655"/>
                </a:cubicBezTo>
                <a:cubicBezTo>
                  <a:pt x="98569" y="44655"/>
                  <a:pt x="98569" y="44630"/>
                  <a:pt x="98619" y="44630"/>
                </a:cubicBezTo>
                <a:close/>
                <a:moveTo>
                  <a:pt x="106061" y="40846"/>
                </a:moveTo>
                <a:lnTo>
                  <a:pt x="106061" y="40846"/>
                </a:lnTo>
                <a:cubicBezTo>
                  <a:pt x="106111" y="40896"/>
                  <a:pt x="106136" y="40896"/>
                  <a:pt x="106161" y="40921"/>
                </a:cubicBezTo>
                <a:cubicBezTo>
                  <a:pt x="106186" y="40946"/>
                  <a:pt x="106235" y="40946"/>
                  <a:pt x="106260" y="40971"/>
                </a:cubicBezTo>
                <a:cubicBezTo>
                  <a:pt x="106310" y="41070"/>
                  <a:pt x="106385" y="41145"/>
                  <a:pt x="106435" y="41220"/>
                </a:cubicBezTo>
                <a:cubicBezTo>
                  <a:pt x="106484" y="41294"/>
                  <a:pt x="106509" y="41319"/>
                  <a:pt x="106534" y="41394"/>
                </a:cubicBezTo>
                <a:cubicBezTo>
                  <a:pt x="106584" y="41419"/>
                  <a:pt x="106584" y="41444"/>
                  <a:pt x="106609" y="41469"/>
                </a:cubicBezTo>
                <a:cubicBezTo>
                  <a:pt x="106659" y="41543"/>
                  <a:pt x="106708" y="41643"/>
                  <a:pt x="106758" y="41693"/>
                </a:cubicBezTo>
                <a:cubicBezTo>
                  <a:pt x="106858" y="41842"/>
                  <a:pt x="106982" y="42016"/>
                  <a:pt x="107057" y="42190"/>
                </a:cubicBezTo>
                <a:cubicBezTo>
                  <a:pt x="107107" y="42215"/>
                  <a:pt x="107132" y="42290"/>
                  <a:pt x="107156" y="42315"/>
                </a:cubicBezTo>
                <a:cubicBezTo>
                  <a:pt x="107231" y="42415"/>
                  <a:pt x="107256" y="42514"/>
                  <a:pt x="107331" y="42564"/>
                </a:cubicBezTo>
                <a:cubicBezTo>
                  <a:pt x="107430" y="42763"/>
                  <a:pt x="107530" y="42962"/>
                  <a:pt x="107629" y="43186"/>
                </a:cubicBezTo>
                <a:cubicBezTo>
                  <a:pt x="107679" y="43286"/>
                  <a:pt x="107729" y="43410"/>
                  <a:pt x="107779" y="43510"/>
                </a:cubicBezTo>
                <a:cubicBezTo>
                  <a:pt x="107828" y="43559"/>
                  <a:pt x="107853" y="43634"/>
                  <a:pt x="107878" y="43709"/>
                </a:cubicBezTo>
                <a:cubicBezTo>
                  <a:pt x="107978" y="43908"/>
                  <a:pt x="108028" y="44082"/>
                  <a:pt x="108127" y="44306"/>
                </a:cubicBezTo>
                <a:cubicBezTo>
                  <a:pt x="108152" y="44406"/>
                  <a:pt x="108202" y="44505"/>
                  <a:pt x="108252" y="44580"/>
                </a:cubicBezTo>
                <a:cubicBezTo>
                  <a:pt x="108277" y="44655"/>
                  <a:pt x="108277" y="44680"/>
                  <a:pt x="108301" y="44754"/>
                </a:cubicBezTo>
                <a:cubicBezTo>
                  <a:pt x="108301" y="44779"/>
                  <a:pt x="108351" y="44804"/>
                  <a:pt x="108351" y="44804"/>
                </a:cubicBezTo>
                <a:cubicBezTo>
                  <a:pt x="108401" y="45028"/>
                  <a:pt x="108501" y="45252"/>
                  <a:pt x="108575" y="45501"/>
                </a:cubicBezTo>
                <a:cubicBezTo>
                  <a:pt x="108476" y="45650"/>
                  <a:pt x="108525" y="45750"/>
                  <a:pt x="108525" y="45849"/>
                </a:cubicBezTo>
                <a:cubicBezTo>
                  <a:pt x="108401" y="45576"/>
                  <a:pt x="108351" y="45302"/>
                  <a:pt x="108252" y="45028"/>
                </a:cubicBezTo>
                <a:cubicBezTo>
                  <a:pt x="108227" y="44953"/>
                  <a:pt x="108227" y="44904"/>
                  <a:pt x="108202" y="44879"/>
                </a:cubicBezTo>
                <a:cubicBezTo>
                  <a:pt x="108152" y="44804"/>
                  <a:pt x="108127" y="44754"/>
                  <a:pt x="108102" y="44655"/>
                </a:cubicBezTo>
                <a:cubicBezTo>
                  <a:pt x="108077" y="44555"/>
                  <a:pt x="108028" y="44456"/>
                  <a:pt x="108003" y="44331"/>
                </a:cubicBezTo>
                <a:lnTo>
                  <a:pt x="108003" y="44306"/>
                </a:lnTo>
                <a:cubicBezTo>
                  <a:pt x="107953" y="44182"/>
                  <a:pt x="107903" y="44057"/>
                  <a:pt x="107853" y="43933"/>
                </a:cubicBezTo>
                <a:cubicBezTo>
                  <a:pt x="107828" y="43833"/>
                  <a:pt x="107779" y="43784"/>
                  <a:pt x="107754" y="43684"/>
                </a:cubicBezTo>
                <a:cubicBezTo>
                  <a:pt x="107754" y="43659"/>
                  <a:pt x="107729" y="43634"/>
                  <a:pt x="107729" y="43584"/>
                </a:cubicBezTo>
                <a:cubicBezTo>
                  <a:pt x="107604" y="43311"/>
                  <a:pt x="107480" y="43062"/>
                  <a:pt x="107331" y="42788"/>
                </a:cubicBezTo>
                <a:lnTo>
                  <a:pt x="107331" y="42763"/>
                </a:lnTo>
                <a:cubicBezTo>
                  <a:pt x="107331" y="42713"/>
                  <a:pt x="107281" y="42713"/>
                  <a:pt x="107281" y="42688"/>
                </a:cubicBezTo>
                <a:cubicBezTo>
                  <a:pt x="107256" y="42663"/>
                  <a:pt x="107256" y="42639"/>
                  <a:pt x="107231" y="42589"/>
                </a:cubicBezTo>
                <a:cubicBezTo>
                  <a:pt x="107181" y="42514"/>
                  <a:pt x="107132" y="42439"/>
                  <a:pt x="107057" y="42390"/>
                </a:cubicBezTo>
                <a:cubicBezTo>
                  <a:pt x="106982" y="42190"/>
                  <a:pt x="106858" y="42016"/>
                  <a:pt x="106733" y="41817"/>
                </a:cubicBezTo>
                <a:cubicBezTo>
                  <a:pt x="106683" y="41767"/>
                  <a:pt x="106634" y="41668"/>
                  <a:pt x="106609" y="41593"/>
                </a:cubicBezTo>
                <a:cubicBezTo>
                  <a:pt x="106559" y="41543"/>
                  <a:pt x="106509" y="41469"/>
                  <a:pt x="106484" y="41419"/>
                </a:cubicBezTo>
                <a:lnTo>
                  <a:pt x="106435" y="41394"/>
                </a:lnTo>
                <a:cubicBezTo>
                  <a:pt x="106435" y="41344"/>
                  <a:pt x="106410" y="41344"/>
                  <a:pt x="106410" y="41319"/>
                </a:cubicBezTo>
                <a:cubicBezTo>
                  <a:pt x="106310" y="41195"/>
                  <a:pt x="106235" y="41095"/>
                  <a:pt x="106161" y="40971"/>
                </a:cubicBezTo>
                <a:cubicBezTo>
                  <a:pt x="106136" y="40946"/>
                  <a:pt x="106111" y="40921"/>
                  <a:pt x="106061" y="40846"/>
                </a:cubicBezTo>
                <a:close/>
                <a:moveTo>
                  <a:pt x="95532" y="45825"/>
                </a:moveTo>
                <a:cubicBezTo>
                  <a:pt x="95532" y="45825"/>
                  <a:pt x="95557" y="45825"/>
                  <a:pt x="95557" y="45849"/>
                </a:cubicBezTo>
                <a:lnTo>
                  <a:pt x="95582" y="45899"/>
                </a:lnTo>
                <a:cubicBezTo>
                  <a:pt x="95557" y="45899"/>
                  <a:pt x="95557" y="45899"/>
                  <a:pt x="95532" y="45924"/>
                </a:cubicBezTo>
                <a:cubicBezTo>
                  <a:pt x="95532" y="45899"/>
                  <a:pt x="95507" y="45899"/>
                  <a:pt x="95458" y="45849"/>
                </a:cubicBezTo>
                <a:cubicBezTo>
                  <a:pt x="95507" y="45849"/>
                  <a:pt x="95532" y="45849"/>
                  <a:pt x="95532" y="45825"/>
                </a:cubicBezTo>
                <a:close/>
                <a:moveTo>
                  <a:pt x="37785" y="45924"/>
                </a:moveTo>
                <a:cubicBezTo>
                  <a:pt x="37810" y="45924"/>
                  <a:pt x="37810" y="45949"/>
                  <a:pt x="37835" y="45949"/>
                </a:cubicBezTo>
                <a:lnTo>
                  <a:pt x="37810" y="45999"/>
                </a:lnTo>
                <a:cubicBezTo>
                  <a:pt x="37810" y="45999"/>
                  <a:pt x="37785" y="45999"/>
                  <a:pt x="37760" y="45949"/>
                </a:cubicBezTo>
                <a:lnTo>
                  <a:pt x="37785" y="45924"/>
                </a:lnTo>
                <a:close/>
                <a:moveTo>
                  <a:pt x="109944" y="45003"/>
                </a:moveTo>
                <a:cubicBezTo>
                  <a:pt x="109944" y="45028"/>
                  <a:pt x="109894" y="45053"/>
                  <a:pt x="109894" y="45128"/>
                </a:cubicBezTo>
                <a:cubicBezTo>
                  <a:pt x="109845" y="45153"/>
                  <a:pt x="109820" y="45202"/>
                  <a:pt x="109745" y="45252"/>
                </a:cubicBezTo>
                <a:cubicBezTo>
                  <a:pt x="109471" y="45501"/>
                  <a:pt x="109123" y="45750"/>
                  <a:pt x="108774" y="45999"/>
                </a:cubicBezTo>
                <a:lnTo>
                  <a:pt x="108749" y="45924"/>
                </a:lnTo>
                <a:cubicBezTo>
                  <a:pt x="108849" y="45874"/>
                  <a:pt x="108949" y="45775"/>
                  <a:pt x="109023" y="45700"/>
                </a:cubicBezTo>
                <a:cubicBezTo>
                  <a:pt x="109197" y="45576"/>
                  <a:pt x="109347" y="45451"/>
                  <a:pt x="109496" y="45377"/>
                </a:cubicBezTo>
                <a:lnTo>
                  <a:pt x="109596" y="45277"/>
                </a:lnTo>
                <a:cubicBezTo>
                  <a:pt x="109720" y="45177"/>
                  <a:pt x="109820" y="45078"/>
                  <a:pt x="109944" y="45003"/>
                </a:cubicBezTo>
                <a:close/>
                <a:moveTo>
                  <a:pt x="73603" y="45053"/>
                </a:moveTo>
                <a:cubicBezTo>
                  <a:pt x="74051" y="45128"/>
                  <a:pt x="74549" y="45177"/>
                  <a:pt x="75047" y="45202"/>
                </a:cubicBezTo>
                <a:cubicBezTo>
                  <a:pt x="74474" y="45451"/>
                  <a:pt x="73877" y="45725"/>
                  <a:pt x="73280" y="46024"/>
                </a:cubicBezTo>
                <a:lnTo>
                  <a:pt x="73280" y="45999"/>
                </a:lnTo>
                <a:cubicBezTo>
                  <a:pt x="73404" y="45675"/>
                  <a:pt x="73504" y="45377"/>
                  <a:pt x="73603" y="45053"/>
                </a:cubicBezTo>
                <a:close/>
                <a:moveTo>
                  <a:pt x="80573" y="44431"/>
                </a:moveTo>
                <a:cubicBezTo>
                  <a:pt x="81021" y="44580"/>
                  <a:pt x="81568" y="44704"/>
                  <a:pt x="82116" y="44804"/>
                </a:cubicBezTo>
                <a:cubicBezTo>
                  <a:pt x="82141" y="44804"/>
                  <a:pt x="82191" y="44829"/>
                  <a:pt x="82216" y="44829"/>
                </a:cubicBezTo>
                <a:cubicBezTo>
                  <a:pt x="83062" y="45153"/>
                  <a:pt x="83759" y="45551"/>
                  <a:pt x="84431" y="46073"/>
                </a:cubicBezTo>
                <a:cubicBezTo>
                  <a:pt x="84306" y="46049"/>
                  <a:pt x="84182" y="46024"/>
                  <a:pt x="84082" y="45999"/>
                </a:cubicBezTo>
                <a:cubicBezTo>
                  <a:pt x="83958" y="45949"/>
                  <a:pt x="83833" y="45924"/>
                  <a:pt x="83734" y="45899"/>
                </a:cubicBezTo>
                <a:cubicBezTo>
                  <a:pt x="82738" y="45576"/>
                  <a:pt x="81767" y="45202"/>
                  <a:pt x="80871" y="44754"/>
                </a:cubicBezTo>
                <a:cubicBezTo>
                  <a:pt x="80822" y="44704"/>
                  <a:pt x="80722" y="44680"/>
                  <a:pt x="80647" y="44605"/>
                </a:cubicBezTo>
                <a:cubicBezTo>
                  <a:pt x="80573" y="44555"/>
                  <a:pt x="80473" y="44480"/>
                  <a:pt x="80349" y="44431"/>
                </a:cubicBezTo>
                <a:close/>
                <a:moveTo>
                  <a:pt x="73031" y="45849"/>
                </a:moveTo>
                <a:cubicBezTo>
                  <a:pt x="73031" y="45899"/>
                  <a:pt x="73056" y="45949"/>
                  <a:pt x="73056" y="45999"/>
                </a:cubicBezTo>
                <a:cubicBezTo>
                  <a:pt x="73056" y="46024"/>
                  <a:pt x="73031" y="46073"/>
                  <a:pt x="73031" y="46123"/>
                </a:cubicBezTo>
                <a:cubicBezTo>
                  <a:pt x="73031" y="46073"/>
                  <a:pt x="73031" y="46024"/>
                  <a:pt x="73006" y="45999"/>
                </a:cubicBezTo>
                <a:cubicBezTo>
                  <a:pt x="73006" y="45949"/>
                  <a:pt x="73031" y="45899"/>
                  <a:pt x="73031" y="45849"/>
                </a:cubicBezTo>
                <a:close/>
                <a:moveTo>
                  <a:pt x="108625" y="46049"/>
                </a:moveTo>
                <a:lnTo>
                  <a:pt x="108625" y="46073"/>
                </a:lnTo>
                <a:lnTo>
                  <a:pt x="108625" y="46123"/>
                </a:lnTo>
                <a:cubicBezTo>
                  <a:pt x="108625" y="46123"/>
                  <a:pt x="108600" y="46123"/>
                  <a:pt x="108600" y="46148"/>
                </a:cubicBezTo>
                <a:lnTo>
                  <a:pt x="108600" y="46123"/>
                </a:lnTo>
                <a:lnTo>
                  <a:pt x="108575" y="46073"/>
                </a:lnTo>
                <a:lnTo>
                  <a:pt x="108625" y="46049"/>
                </a:lnTo>
                <a:close/>
                <a:moveTo>
                  <a:pt x="48164" y="36341"/>
                </a:moveTo>
                <a:lnTo>
                  <a:pt x="48463" y="36714"/>
                </a:lnTo>
                <a:cubicBezTo>
                  <a:pt x="44630" y="39452"/>
                  <a:pt x="41245" y="42738"/>
                  <a:pt x="38457" y="46198"/>
                </a:cubicBezTo>
                <a:cubicBezTo>
                  <a:pt x="38382" y="46098"/>
                  <a:pt x="38258" y="46049"/>
                  <a:pt x="38158" y="45949"/>
                </a:cubicBezTo>
                <a:cubicBezTo>
                  <a:pt x="41245" y="42589"/>
                  <a:pt x="44605" y="39403"/>
                  <a:pt x="48164" y="36341"/>
                </a:cubicBezTo>
                <a:close/>
                <a:moveTo>
                  <a:pt x="82888" y="44929"/>
                </a:moveTo>
                <a:cubicBezTo>
                  <a:pt x="82962" y="44929"/>
                  <a:pt x="83062" y="44953"/>
                  <a:pt x="83136" y="44953"/>
                </a:cubicBezTo>
                <a:cubicBezTo>
                  <a:pt x="83833" y="45302"/>
                  <a:pt x="84431" y="45700"/>
                  <a:pt x="84954" y="46198"/>
                </a:cubicBezTo>
                <a:cubicBezTo>
                  <a:pt x="84929" y="46198"/>
                  <a:pt x="84854" y="46173"/>
                  <a:pt x="84829" y="46173"/>
                </a:cubicBezTo>
                <a:cubicBezTo>
                  <a:pt x="84257" y="45675"/>
                  <a:pt x="83609" y="45277"/>
                  <a:pt x="82888" y="44929"/>
                </a:cubicBezTo>
                <a:close/>
                <a:moveTo>
                  <a:pt x="65787" y="40448"/>
                </a:moveTo>
                <a:cubicBezTo>
                  <a:pt x="67057" y="41792"/>
                  <a:pt x="68426" y="42838"/>
                  <a:pt x="69795" y="43634"/>
                </a:cubicBezTo>
                <a:cubicBezTo>
                  <a:pt x="69646" y="43709"/>
                  <a:pt x="69496" y="43808"/>
                  <a:pt x="69372" y="43908"/>
                </a:cubicBezTo>
                <a:cubicBezTo>
                  <a:pt x="69247" y="44008"/>
                  <a:pt x="69123" y="44057"/>
                  <a:pt x="68949" y="44157"/>
                </a:cubicBezTo>
                <a:cubicBezTo>
                  <a:pt x="68749" y="44281"/>
                  <a:pt x="68525" y="44431"/>
                  <a:pt x="68301" y="44555"/>
                </a:cubicBezTo>
                <a:lnTo>
                  <a:pt x="68276" y="44580"/>
                </a:lnTo>
                <a:cubicBezTo>
                  <a:pt x="68227" y="44630"/>
                  <a:pt x="68177" y="44655"/>
                  <a:pt x="68152" y="44680"/>
                </a:cubicBezTo>
                <a:cubicBezTo>
                  <a:pt x="68028" y="44779"/>
                  <a:pt x="67903" y="44829"/>
                  <a:pt x="67729" y="44929"/>
                </a:cubicBezTo>
                <a:cubicBezTo>
                  <a:pt x="67654" y="45003"/>
                  <a:pt x="67580" y="45028"/>
                  <a:pt x="67480" y="45078"/>
                </a:cubicBezTo>
                <a:cubicBezTo>
                  <a:pt x="67156" y="45302"/>
                  <a:pt x="66833" y="45551"/>
                  <a:pt x="66484" y="45775"/>
                </a:cubicBezTo>
                <a:cubicBezTo>
                  <a:pt x="66459" y="45775"/>
                  <a:pt x="66459" y="45800"/>
                  <a:pt x="66435" y="45800"/>
                </a:cubicBezTo>
                <a:lnTo>
                  <a:pt x="66410" y="45825"/>
                </a:lnTo>
                <a:cubicBezTo>
                  <a:pt x="66186" y="45999"/>
                  <a:pt x="65962" y="46123"/>
                  <a:pt x="65738" y="46273"/>
                </a:cubicBezTo>
                <a:cubicBezTo>
                  <a:pt x="65713" y="46123"/>
                  <a:pt x="65613" y="45924"/>
                  <a:pt x="65588" y="45775"/>
                </a:cubicBezTo>
                <a:cubicBezTo>
                  <a:pt x="65538" y="45551"/>
                  <a:pt x="65464" y="45327"/>
                  <a:pt x="65364" y="45128"/>
                </a:cubicBezTo>
                <a:cubicBezTo>
                  <a:pt x="65314" y="44929"/>
                  <a:pt x="65215" y="44704"/>
                  <a:pt x="65165" y="44505"/>
                </a:cubicBezTo>
                <a:cubicBezTo>
                  <a:pt x="65066" y="44207"/>
                  <a:pt x="64966" y="43958"/>
                  <a:pt x="64842" y="43659"/>
                </a:cubicBezTo>
                <a:cubicBezTo>
                  <a:pt x="64792" y="43535"/>
                  <a:pt x="64717" y="43385"/>
                  <a:pt x="64667" y="43261"/>
                </a:cubicBezTo>
                <a:lnTo>
                  <a:pt x="64194" y="42141"/>
                </a:lnTo>
                <a:cubicBezTo>
                  <a:pt x="64194" y="42091"/>
                  <a:pt x="64169" y="42066"/>
                  <a:pt x="64169" y="42041"/>
                </a:cubicBezTo>
                <a:cubicBezTo>
                  <a:pt x="63995" y="41718"/>
                  <a:pt x="63871" y="41419"/>
                  <a:pt x="63721" y="41070"/>
                </a:cubicBezTo>
                <a:cubicBezTo>
                  <a:pt x="63796" y="41046"/>
                  <a:pt x="63871" y="41021"/>
                  <a:pt x="63945" y="40971"/>
                </a:cubicBezTo>
                <a:cubicBezTo>
                  <a:pt x="64045" y="40946"/>
                  <a:pt x="64120" y="40921"/>
                  <a:pt x="64244" y="40896"/>
                </a:cubicBezTo>
                <a:cubicBezTo>
                  <a:pt x="64319" y="40846"/>
                  <a:pt x="64369" y="40846"/>
                  <a:pt x="64443" y="40821"/>
                </a:cubicBezTo>
                <a:cubicBezTo>
                  <a:pt x="64593" y="40772"/>
                  <a:pt x="64717" y="40722"/>
                  <a:pt x="64866" y="40697"/>
                </a:cubicBezTo>
                <a:cubicBezTo>
                  <a:pt x="64941" y="40672"/>
                  <a:pt x="64991" y="40672"/>
                  <a:pt x="65090" y="40647"/>
                </a:cubicBezTo>
                <a:cubicBezTo>
                  <a:pt x="65165" y="40597"/>
                  <a:pt x="65240" y="40573"/>
                  <a:pt x="65314" y="40573"/>
                </a:cubicBezTo>
                <a:lnTo>
                  <a:pt x="65339" y="40573"/>
                </a:lnTo>
                <a:cubicBezTo>
                  <a:pt x="65464" y="40548"/>
                  <a:pt x="65613" y="40523"/>
                  <a:pt x="65738" y="40448"/>
                </a:cubicBezTo>
                <a:close/>
                <a:moveTo>
                  <a:pt x="86074" y="45003"/>
                </a:moveTo>
                <a:cubicBezTo>
                  <a:pt x="85825" y="45451"/>
                  <a:pt x="85601" y="45849"/>
                  <a:pt x="85352" y="46298"/>
                </a:cubicBezTo>
                <a:cubicBezTo>
                  <a:pt x="85327" y="46298"/>
                  <a:pt x="85327" y="46298"/>
                  <a:pt x="85302" y="46273"/>
                </a:cubicBezTo>
                <a:cubicBezTo>
                  <a:pt x="84804" y="45775"/>
                  <a:pt x="84232" y="45377"/>
                  <a:pt x="83609" y="45003"/>
                </a:cubicBezTo>
                <a:lnTo>
                  <a:pt x="83609" y="45003"/>
                </a:lnTo>
                <a:cubicBezTo>
                  <a:pt x="84082" y="45028"/>
                  <a:pt x="84555" y="45053"/>
                  <a:pt x="85003" y="45053"/>
                </a:cubicBezTo>
                <a:cubicBezTo>
                  <a:pt x="85252" y="45053"/>
                  <a:pt x="85551" y="45053"/>
                  <a:pt x="85800" y="45028"/>
                </a:cubicBezTo>
                <a:cubicBezTo>
                  <a:pt x="85875" y="45028"/>
                  <a:pt x="85974" y="45003"/>
                  <a:pt x="86074" y="45003"/>
                </a:cubicBezTo>
                <a:close/>
                <a:moveTo>
                  <a:pt x="48513" y="36864"/>
                </a:moveTo>
                <a:cubicBezTo>
                  <a:pt x="48513" y="36889"/>
                  <a:pt x="48538" y="36889"/>
                  <a:pt x="48538" y="36938"/>
                </a:cubicBezTo>
                <a:cubicBezTo>
                  <a:pt x="44779" y="39627"/>
                  <a:pt x="41394" y="42912"/>
                  <a:pt x="38631" y="46322"/>
                </a:cubicBezTo>
                <a:cubicBezTo>
                  <a:pt x="38581" y="46322"/>
                  <a:pt x="38581" y="46298"/>
                  <a:pt x="38557" y="46298"/>
                </a:cubicBezTo>
                <a:cubicBezTo>
                  <a:pt x="41319" y="42838"/>
                  <a:pt x="44729" y="39577"/>
                  <a:pt x="48513" y="36864"/>
                </a:cubicBezTo>
                <a:close/>
                <a:moveTo>
                  <a:pt x="86347" y="45053"/>
                </a:moveTo>
                <a:cubicBezTo>
                  <a:pt x="86099" y="45451"/>
                  <a:pt x="85850" y="45899"/>
                  <a:pt x="85601" y="46372"/>
                </a:cubicBezTo>
                <a:lnTo>
                  <a:pt x="85551" y="46372"/>
                </a:lnTo>
                <a:lnTo>
                  <a:pt x="86273" y="45053"/>
                </a:lnTo>
                <a:close/>
                <a:moveTo>
                  <a:pt x="38009" y="46123"/>
                </a:moveTo>
                <a:cubicBezTo>
                  <a:pt x="38084" y="46198"/>
                  <a:pt x="38208" y="46298"/>
                  <a:pt x="38308" y="46372"/>
                </a:cubicBezTo>
                <a:lnTo>
                  <a:pt x="38283" y="46397"/>
                </a:lnTo>
                <a:cubicBezTo>
                  <a:pt x="38183" y="46298"/>
                  <a:pt x="38059" y="46198"/>
                  <a:pt x="37959" y="46148"/>
                </a:cubicBezTo>
                <a:lnTo>
                  <a:pt x="38009" y="46123"/>
                </a:lnTo>
                <a:close/>
                <a:moveTo>
                  <a:pt x="79901" y="44456"/>
                </a:moveTo>
                <a:cubicBezTo>
                  <a:pt x="80100" y="44580"/>
                  <a:pt x="80274" y="44680"/>
                  <a:pt x="80473" y="44779"/>
                </a:cubicBezTo>
                <a:lnTo>
                  <a:pt x="80647" y="44879"/>
                </a:lnTo>
                <a:cubicBezTo>
                  <a:pt x="81120" y="45128"/>
                  <a:pt x="81593" y="45327"/>
                  <a:pt x="82091" y="45526"/>
                </a:cubicBezTo>
                <a:cubicBezTo>
                  <a:pt x="82141" y="45551"/>
                  <a:pt x="82216" y="45551"/>
                  <a:pt x="82265" y="45576"/>
                </a:cubicBezTo>
                <a:cubicBezTo>
                  <a:pt x="82713" y="45725"/>
                  <a:pt x="83112" y="45899"/>
                  <a:pt x="83585" y="46024"/>
                </a:cubicBezTo>
                <a:cubicBezTo>
                  <a:pt x="83709" y="46049"/>
                  <a:pt x="83833" y="46073"/>
                  <a:pt x="83958" y="46148"/>
                </a:cubicBezTo>
                <a:lnTo>
                  <a:pt x="84705" y="46322"/>
                </a:lnTo>
                <a:lnTo>
                  <a:pt x="84730" y="46347"/>
                </a:lnTo>
                <a:lnTo>
                  <a:pt x="84754" y="46397"/>
                </a:lnTo>
                <a:lnTo>
                  <a:pt x="84804" y="46422"/>
                </a:lnTo>
                <a:cubicBezTo>
                  <a:pt x="83112" y="46049"/>
                  <a:pt x="81519" y="45426"/>
                  <a:pt x="80100" y="44605"/>
                </a:cubicBezTo>
                <a:cubicBezTo>
                  <a:pt x="80075" y="44580"/>
                  <a:pt x="80025" y="44580"/>
                  <a:pt x="80000" y="44555"/>
                </a:cubicBezTo>
                <a:cubicBezTo>
                  <a:pt x="79975" y="44530"/>
                  <a:pt x="79901" y="44505"/>
                  <a:pt x="79851" y="44456"/>
                </a:cubicBezTo>
                <a:close/>
                <a:moveTo>
                  <a:pt x="85078" y="46422"/>
                </a:moveTo>
                <a:cubicBezTo>
                  <a:pt x="85087" y="46422"/>
                  <a:pt x="85102" y="46425"/>
                  <a:pt x="85119" y="46429"/>
                </a:cubicBezTo>
                <a:lnTo>
                  <a:pt x="85119" y="46429"/>
                </a:lnTo>
                <a:cubicBezTo>
                  <a:pt x="85115" y="46432"/>
                  <a:pt x="85112" y="46433"/>
                  <a:pt x="85109" y="46433"/>
                </a:cubicBezTo>
                <a:cubicBezTo>
                  <a:pt x="85100" y="46433"/>
                  <a:pt x="85095" y="46422"/>
                  <a:pt x="85078" y="46422"/>
                </a:cubicBezTo>
                <a:close/>
                <a:moveTo>
                  <a:pt x="63522" y="41195"/>
                </a:moveTo>
                <a:cubicBezTo>
                  <a:pt x="63945" y="42016"/>
                  <a:pt x="64319" y="42813"/>
                  <a:pt x="64617" y="43584"/>
                </a:cubicBezTo>
                <a:cubicBezTo>
                  <a:pt x="64667" y="43659"/>
                  <a:pt x="64692" y="43759"/>
                  <a:pt x="64717" y="43808"/>
                </a:cubicBezTo>
                <a:cubicBezTo>
                  <a:pt x="64842" y="44132"/>
                  <a:pt x="64941" y="44406"/>
                  <a:pt x="65066" y="44704"/>
                </a:cubicBezTo>
                <a:cubicBezTo>
                  <a:pt x="65140" y="44904"/>
                  <a:pt x="65190" y="45078"/>
                  <a:pt x="65265" y="45227"/>
                </a:cubicBezTo>
                <a:cubicBezTo>
                  <a:pt x="65339" y="45451"/>
                  <a:pt x="65389" y="45675"/>
                  <a:pt x="65464" y="45924"/>
                </a:cubicBezTo>
                <a:cubicBezTo>
                  <a:pt x="65538" y="46073"/>
                  <a:pt x="65563" y="46273"/>
                  <a:pt x="65638" y="46422"/>
                </a:cubicBezTo>
                <a:lnTo>
                  <a:pt x="65563" y="46447"/>
                </a:lnTo>
                <a:cubicBezTo>
                  <a:pt x="65514" y="46273"/>
                  <a:pt x="65439" y="46049"/>
                  <a:pt x="65389" y="45849"/>
                </a:cubicBezTo>
                <a:cubicBezTo>
                  <a:pt x="65314" y="45675"/>
                  <a:pt x="65290" y="45526"/>
                  <a:pt x="65215" y="45327"/>
                </a:cubicBezTo>
                <a:cubicBezTo>
                  <a:pt x="65165" y="45103"/>
                  <a:pt x="65066" y="44904"/>
                  <a:pt x="64966" y="44655"/>
                </a:cubicBezTo>
                <a:lnTo>
                  <a:pt x="64692" y="43908"/>
                </a:lnTo>
                <a:cubicBezTo>
                  <a:pt x="64667" y="43784"/>
                  <a:pt x="64593" y="43684"/>
                  <a:pt x="64543" y="43559"/>
                </a:cubicBezTo>
                <a:cubicBezTo>
                  <a:pt x="64219" y="42813"/>
                  <a:pt x="63896" y="41991"/>
                  <a:pt x="63473" y="41195"/>
                </a:cubicBezTo>
                <a:close/>
                <a:moveTo>
                  <a:pt x="85165" y="46440"/>
                </a:moveTo>
                <a:cubicBezTo>
                  <a:pt x="85180" y="46444"/>
                  <a:pt x="85194" y="46447"/>
                  <a:pt x="85202" y="46447"/>
                </a:cubicBezTo>
                <a:lnTo>
                  <a:pt x="85227" y="46472"/>
                </a:lnTo>
                <a:cubicBezTo>
                  <a:pt x="85202" y="46472"/>
                  <a:pt x="85178" y="46472"/>
                  <a:pt x="85178" y="46447"/>
                </a:cubicBezTo>
                <a:lnTo>
                  <a:pt x="85165" y="46440"/>
                </a:lnTo>
                <a:close/>
                <a:moveTo>
                  <a:pt x="28774" y="39826"/>
                </a:moveTo>
                <a:lnTo>
                  <a:pt x="29347" y="40199"/>
                </a:lnTo>
                <a:cubicBezTo>
                  <a:pt x="27704" y="42290"/>
                  <a:pt x="26260" y="44406"/>
                  <a:pt x="24991" y="46522"/>
                </a:cubicBezTo>
                <a:cubicBezTo>
                  <a:pt x="24642" y="46173"/>
                  <a:pt x="24319" y="45825"/>
                  <a:pt x="23995" y="45501"/>
                </a:cubicBezTo>
                <a:cubicBezTo>
                  <a:pt x="25066" y="44182"/>
                  <a:pt x="26136" y="42887"/>
                  <a:pt x="27256" y="41568"/>
                </a:cubicBezTo>
                <a:lnTo>
                  <a:pt x="27355" y="41469"/>
                </a:lnTo>
                <a:cubicBezTo>
                  <a:pt x="27828" y="40921"/>
                  <a:pt x="28301" y="40398"/>
                  <a:pt x="28774" y="39826"/>
                </a:cubicBezTo>
                <a:close/>
                <a:moveTo>
                  <a:pt x="38457" y="46422"/>
                </a:moveTo>
                <a:cubicBezTo>
                  <a:pt x="38482" y="46422"/>
                  <a:pt x="38482" y="46447"/>
                  <a:pt x="38532" y="46447"/>
                </a:cubicBezTo>
                <a:cubicBezTo>
                  <a:pt x="38532" y="46472"/>
                  <a:pt x="38482" y="46472"/>
                  <a:pt x="38482" y="46522"/>
                </a:cubicBezTo>
                <a:cubicBezTo>
                  <a:pt x="38457" y="46522"/>
                  <a:pt x="38432" y="46522"/>
                  <a:pt x="38432" y="46472"/>
                </a:cubicBezTo>
                <a:cubicBezTo>
                  <a:pt x="38432" y="46447"/>
                  <a:pt x="38457" y="46447"/>
                  <a:pt x="38457" y="46422"/>
                </a:cubicBezTo>
                <a:close/>
                <a:moveTo>
                  <a:pt x="69994" y="43709"/>
                </a:moveTo>
                <a:cubicBezTo>
                  <a:pt x="69994" y="43709"/>
                  <a:pt x="70019" y="43709"/>
                  <a:pt x="70019" y="43759"/>
                </a:cubicBezTo>
                <a:cubicBezTo>
                  <a:pt x="70019" y="43759"/>
                  <a:pt x="70044" y="43759"/>
                  <a:pt x="70044" y="43784"/>
                </a:cubicBezTo>
                <a:cubicBezTo>
                  <a:pt x="69521" y="44132"/>
                  <a:pt x="68973" y="44456"/>
                  <a:pt x="68426" y="44804"/>
                </a:cubicBezTo>
                <a:cubicBezTo>
                  <a:pt x="68252" y="44929"/>
                  <a:pt x="68077" y="45028"/>
                  <a:pt x="67903" y="45153"/>
                </a:cubicBezTo>
                <a:cubicBezTo>
                  <a:pt x="67206" y="45625"/>
                  <a:pt x="66534" y="46073"/>
                  <a:pt x="65812" y="46546"/>
                </a:cubicBezTo>
                <a:lnTo>
                  <a:pt x="65812" y="46522"/>
                </a:lnTo>
                <a:lnTo>
                  <a:pt x="65812" y="46497"/>
                </a:lnTo>
                <a:cubicBezTo>
                  <a:pt x="66459" y="46024"/>
                  <a:pt x="67132" y="45576"/>
                  <a:pt x="67779" y="45128"/>
                </a:cubicBezTo>
                <a:cubicBezTo>
                  <a:pt x="67928" y="45003"/>
                  <a:pt x="68127" y="44904"/>
                  <a:pt x="68276" y="44804"/>
                </a:cubicBezTo>
                <a:cubicBezTo>
                  <a:pt x="68301" y="44804"/>
                  <a:pt x="68301" y="44779"/>
                  <a:pt x="68326" y="44779"/>
                </a:cubicBezTo>
                <a:cubicBezTo>
                  <a:pt x="68899" y="44431"/>
                  <a:pt x="69421" y="44057"/>
                  <a:pt x="69994" y="43709"/>
                </a:cubicBezTo>
                <a:close/>
                <a:moveTo>
                  <a:pt x="117835" y="37760"/>
                </a:moveTo>
                <a:lnTo>
                  <a:pt x="117835" y="38731"/>
                </a:lnTo>
                <a:cubicBezTo>
                  <a:pt x="117611" y="41294"/>
                  <a:pt x="117113" y="43933"/>
                  <a:pt x="116416" y="46646"/>
                </a:cubicBezTo>
                <a:cubicBezTo>
                  <a:pt x="116416" y="46546"/>
                  <a:pt x="116416" y="46447"/>
                  <a:pt x="116441" y="46322"/>
                </a:cubicBezTo>
                <a:cubicBezTo>
                  <a:pt x="117212" y="43360"/>
                  <a:pt x="117685" y="40523"/>
                  <a:pt x="117835" y="37760"/>
                </a:cubicBezTo>
                <a:close/>
                <a:moveTo>
                  <a:pt x="29496" y="40299"/>
                </a:moveTo>
                <a:cubicBezTo>
                  <a:pt x="29546" y="40299"/>
                  <a:pt x="29546" y="40324"/>
                  <a:pt x="29571" y="40324"/>
                </a:cubicBezTo>
                <a:cubicBezTo>
                  <a:pt x="27903" y="42415"/>
                  <a:pt x="26459" y="44530"/>
                  <a:pt x="25190" y="46671"/>
                </a:cubicBezTo>
                <a:cubicBezTo>
                  <a:pt x="25140" y="46671"/>
                  <a:pt x="25140" y="46646"/>
                  <a:pt x="25140" y="46646"/>
                </a:cubicBezTo>
                <a:cubicBezTo>
                  <a:pt x="26385" y="44505"/>
                  <a:pt x="27853" y="42390"/>
                  <a:pt x="29496" y="40299"/>
                </a:cubicBezTo>
                <a:close/>
                <a:moveTo>
                  <a:pt x="115669" y="38332"/>
                </a:moveTo>
                <a:cubicBezTo>
                  <a:pt x="116242" y="40797"/>
                  <a:pt x="116441" y="43510"/>
                  <a:pt x="116242" y="46372"/>
                </a:cubicBezTo>
                <a:cubicBezTo>
                  <a:pt x="116217" y="46447"/>
                  <a:pt x="116192" y="46571"/>
                  <a:pt x="116167" y="46671"/>
                </a:cubicBezTo>
                <a:cubicBezTo>
                  <a:pt x="116416" y="43709"/>
                  <a:pt x="116217" y="40946"/>
                  <a:pt x="115619" y="38432"/>
                </a:cubicBezTo>
                <a:cubicBezTo>
                  <a:pt x="115669" y="38407"/>
                  <a:pt x="115669" y="38357"/>
                  <a:pt x="115669" y="38332"/>
                </a:cubicBezTo>
                <a:close/>
                <a:moveTo>
                  <a:pt x="65663" y="46621"/>
                </a:moveTo>
                <a:lnTo>
                  <a:pt x="65663" y="46646"/>
                </a:lnTo>
                <a:lnTo>
                  <a:pt x="65663" y="46671"/>
                </a:lnTo>
                <a:lnTo>
                  <a:pt x="65613" y="46696"/>
                </a:lnTo>
                <a:lnTo>
                  <a:pt x="65613" y="46671"/>
                </a:lnTo>
                <a:lnTo>
                  <a:pt x="65613" y="46646"/>
                </a:lnTo>
                <a:lnTo>
                  <a:pt x="65663" y="46621"/>
                </a:lnTo>
                <a:close/>
                <a:moveTo>
                  <a:pt x="91774" y="43684"/>
                </a:moveTo>
                <a:cubicBezTo>
                  <a:pt x="93068" y="44182"/>
                  <a:pt x="94188" y="44879"/>
                  <a:pt x="95134" y="45775"/>
                </a:cubicBezTo>
                <a:cubicBezTo>
                  <a:pt x="94885" y="45825"/>
                  <a:pt x="94661" y="45924"/>
                  <a:pt x="94412" y="45974"/>
                </a:cubicBezTo>
                <a:cubicBezTo>
                  <a:pt x="94387" y="45974"/>
                  <a:pt x="94313" y="46024"/>
                  <a:pt x="94288" y="46024"/>
                </a:cubicBezTo>
                <a:cubicBezTo>
                  <a:pt x="93964" y="46098"/>
                  <a:pt x="93665" y="46173"/>
                  <a:pt x="93342" y="46223"/>
                </a:cubicBezTo>
                <a:cubicBezTo>
                  <a:pt x="93317" y="46223"/>
                  <a:pt x="93292" y="46223"/>
                  <a:pt x="93217" y="46273"/>
                </a:cubicBezTo>
                <a:lnTo>
                  <a:pt x="92296" y="46447"/>
                </a:lnTo>
                <a:cubicBezTo>
                  <a:pt x="92272" y="46447"/>
                  <a:pt x="92197" y="46447"/>
                  <a:pt x="92172" y="46472"/>
                </a:cubicBezTo>
                <a:cubicBezTo>
                  <a:pt x="91848" y="46546"/>
                  <a:pt x="91550" y="46571"/>
                  <a:pt x="91226" y="46596"/>
                </a:cubicBezTo>
                <a:lnTo>
                  <a:pt x="91151" y="46596"/>
                </a:lnTo>
                <a:cubicBezTo>
                  <a:pt x="90454" y="46671"/>
                  <a:pt x="89807" y="46696"/>
                  <a:pt x="89110" y="46696"/>
                </a:cubicBezTo>
                <a:lnTo>
                  <a:pt x="89085" y="46696"/>
                </a:lnTo>
                <a:cubicBezTo>
                  <a:pt x="88563" y="46696"/>
                  <a:pt x="88040" y="46671"/>
                  <a:pt x="87542" y="46646"/>
                </a:cubicBezTo>
                <a:cubicBezTo>
                  <a:pt x="87418" y="46646"/>
                  <a:pt x="87244" y="46596"/>
                  <a:pt x="87119" y="46596"/>
                </a:cubicBezTo>
                <a:cubicBezTo>
                  <a:pt x="86696" y="46571"/>
                  <a:pt x="86248" y="46522"/>
                  <a:pt x="85825" y="46422"/>
                </a:cubicBezTo>
                <a:cubicBezTo>
                  <a:pt x="86099" y="45949"/>
                  <a:pt x="86347" y="45526"/>
                  <a:pt x="86596" y="45053"/>
                </a:cubicBezTo>
                <a:cubicBezTo>
                  <a:pt x="88314" y="44829"/>
                  <a:pt x="90081" y="44406"/>
                  <a:pt x="91774" y="43684"/>
                </a:cubicBezTo>
                <a:close/>
                <a:moveTo>
                  <a:pt x="23871" y="45650"/>
                </a:moveTo>
                <a:lnTo>
                  <a:pt x="24891" y="46671"/>
                </a:lnTo>
                <a:cubicBezTo>
                  <a:pt x="24891" y="46671"/>
                  <a:pt x="24866" y="46696"/>
                  <a:pt x="24866" y="46746"/>
                </a:cubicBezTo>
                <a:lnTo>
                  <a:pt x="23846" y="45700"/>
                </a:lnTo>
                <a:cubicBezTo>
                  <a:pt x="23846" y="45675"/>
                  <a:pt x="23871" y="45675"/>
                  <a:pt x="23871" y="45650"/>
                </a:cubicBezTo>
                <a:close/>
                <a:moveTo>
                  <a:pt x="25016" y="46795"/>
                </a:moveTo>
                <a:lnTo>
                  <a:pt x="25041" y="46820"/>
                </a:lnTo>
                <a:cubicBezTo>
                  <a:pt x="25041" y="46870"/>
                  <a:pt x="25016" y="46870"/>
                  <a:pt x="25016" y="46895"/>
                </a:cubicBezTo>
                <a:cubicBezTo>
                  <a:pt x="25016" y="46895"/>
                  <a:pt x="25016" y="46870"/>
                  <a:pt x="24991" y="46870"/>
                </a:cubicBezTo>
                <a:cubicBezTo>
                  <a:pt x="24991" y="46820"/>
                  <a:pt x="25016" y="46820"/>
                  <a:pt x="25016" y="46795"/>
                </a:cubicBezTo>
                <a:close/>
                <a:moveTo>
                  <a:pt x="95283" y="45899"/>
                </a:moveTo>
                <a:lnTo>
                  <a:pt x="95308" y="45924"/>
                </a:lnTo>
                <a:lnTo>
                  <a:pt x="95333" y="45949"/>
                </a:lnTo>
                <a:cubicBezTo>
                  <a:pt x="93292" y="46571"/>
                  <a:pt x="91201" y="46895"/>
                  <a:pt x="89110" y="46895"/>
                </a:cubicBezTo>
                <a:cubicBezTo>
                  <a:pt x="88613" y="46895"/>
                  <a:pt x="88115" y="46845"/>
                  <a:pt x="87617" y="46820"/>
                </a:cubicBezTo>
                <a:cubicBezTo>
                  <a:pt x="87492" y="46820"/>
                  <a:pt x="87418" y="46795"/>
                  <a:pt x="87293" y="46795"/>
                </a:cubicBezTo>
                <a:cubicBezTo>
                  <a:pt x="86870" y="46770"/>
                  <a:pt x="86472" y="46696"/>
                  <a:pt x="86074" y="46646"/>
                </a:cubicBezTo>
                <a:cubicBezTo>
                  <a:pt x="85974" y="46646"/>
                  <a:pt x="85875" y="46621"/>
                  <a:pt x="85800" y="46621"/>
                </a:cubicBezTo>
                <a:lnTo>
                  <a:pt x="85675" y="46621"/>
                </a:lnTo>
                <a:cubicBezTo>
                  <a:pt x="85700" y="46571"/>
                  <a:pt x="85700" y="46571"/>
                  <a:pt x="85700" y="46546"/>
                </a:cubicBezTo>
                <a:cubicBezTo>
                  <a:pt x="86123" y="46646"/>
                  <a:pt x="86596" y="46696"/>
                  <a:pt x="87069" y="46746"/>
                </a:cubicBezTo>
                <a:cubicBezTo>
                  <a:pt x="87219" y="46746"/>
                  <a:pt x="87343" y="46770"/>
                  <a:pt x="87492" y="46770"/>
                </a:cubicBezTo>
                <a:cubicBezTo>
                  <a:pt x="88040" y="46795"/>
                  <a:pt x="88563" y="46820"/>
                  <a:pt x="89085" y="46820"/>
                </a:cubicBezTo>
                <a:lnTo>
                  <a:pt x="89110" y="46820"/>
                </a:lnTo>
                <a:cubicBezTo>
                  <a:pt x="91176" y="46820"/>
                  <a:pt x="93267" y="46522"/>
                  <a:pt x="95283" y="45899"/>
                </a:cubicBezTo>
                <a:close/>
                <a:moveTo>
                  <a:pt x="109820" y="45451"/>
                </a:moveTo>
                <a:lnTo>
                  <a:pt x="109820" y="45451"/>
                </a:lnTo>
                <a:cubicBezTo>
                  <a:pt x="109596" y="46049"/>
                  <a:pt x="109347" y="46671"/>
                  <a:pt x="109098" y="47268"/>
                </a:cubicBezTo>
                <a:cubicBezTo>
                  <a:pt x="108998" y="46895"/>
                  <a:pt x="108949" y="46546"/>
                  <a:pt x="108849" y="46173"/>
                </a:cubicBezTo>
                <a:cubicBezTo>
                  <a:pt x="108973" y="46073"/>
                  <a:pt x="109073" y="46024"/>
                  <a:pt x="109197" y="45924"/>
                </a:cubicBezTo>
                <a:cubicBezTo>
                  <a:pt x="109372" y="45800"/>
                  <a:pt x="109571" y="45650"/>
                  <a:pt x="109720" y="45526"/>
                </a:cubicBezTo>
                <a:cubicBezTo>
                  <a:pt x="109745" y="45476"/>
                  <a:pt x="109770" y="45476"/>
                  <a:pt x="109820" y="45451"/>
                </a:cubicBezTo>
                <a:close/>
                <a:moveTo>
                  <a:pt x="72657" y="45128"/>
                </a:moveTo>
                <a:cubicBezTo>
                  <a:pt x="72682" y="45401"/>
                  <a:pt x="72707" y="45675"/>
                  <a:pt x="72782" y="45949"/>
                </a:cubicBezTo>
                <a:cubicBezTo>
                  <a:pt x="72782" y="46073"/>
                  <a:pt x="72707" y="46173"/>
                  <a:pt x="72682" y="46273"/>
                </a:cubicBezTo>
                <a:cubicBezTo>
                  <a:pt x="72035" y="46571"/>
                  <a:pt x="71388" y="46945"/>
                  <a:pt x="70741" y="47293"/>
                </a:cubicBezTo>
                <a:cubicBezTo>
                  <a:pt x="71114" y="46671"/>
                  <a:pt x="71463" y="46024"/>
                  <a:pt x="71811" y="45401"/>
                </a:cubicBezTo>
                <a:lnTo>
                  <a:pt x="72657" y="45128"/>
                </a:lnTo>
                <a:close/>
                <a:moveTo>
                  <a:pt x="70218" y="43883"/>
                </a:moveTo>
                <a:cubicBezTo>
                  <a:pt x="70741" y="44132"/>
                  <a:pt x="71189" y="44331"/>
                  <a:pt x="71687" y="44530"/>
                </a:cubicBezTo>
                <a:cubicBezTo>
                  <a:pt x="71637" y="44680"/>
                  <a:pt x="71537" y="44829"/>
                  <a:pt x="71438" y="45028"/>
                </a:cubicBezTo>
                <a:lnTo>
                  <a:pt x="71438" y="45053"/>
                </a:lnTo>
                <a:cubicBezTo>
                  <a:pt x="71438" y="45078"/>
                  <a:pt x="71413" y="45078"/>
                  <a:pt x="71413" y="45103"/>
                </a:cubicBezTo>
                <a:cubicBezTo>
                  <a:pt x="69670" y="45700"/>
                  <a:pt x="67853" y="46522"/>
                  <a:pt x="66061" y="47542"/>
                </a:cubicBezTo>
                <a:cubicBezTo>
                  <a:pt x="66061" y="47517"/>
                  <a:pt x="66061" y="47492"/>
                  <a:pt x="66036" y="47442"/>
                </a:cubicBezTo>
                <a:cubicBezTo>
                  <a:pt x="65987" y="47343"/>
                  <a:pt x="65987" y="47268"/>
                  <a:pt x="65962" y="47169"/>
                </a:cubicBezTo>
                <a:cubicBezTo>
                  <a:pt x="65937" y="47044"/>
                  <a:pt x="65912" y="46945"/>
                  <a:pt x="65862" y="46820"/>
                </a:cubicBezTo>
                <a:cubicBezTo>
                  <a:pt x="65937" y="46795"/>
                  <a:pt x="65987" y="46721"/>
                  <a:pt x="66061" y="46696"/>
                </a:cubicBezTo>
                <a:cubicBezTo>
                  <a:pt x="66708" y="46223"/>
                  <a:pt x="67331" y="45800"/>
                  <a:pt x="67978" y="45401"/>
                </a:cubicBezTo>
                <a:lnTo>
                  <a:pt x="68550" y="45028"/>
                </a:lnTo>
                <a:cubicBezTo>
                  <a:pt x="68550" y="45028"/>
                  <a:pt x="68575" y="45028"/>
                  <a:pt x="68575" y="45003"/>
                </a:cubicBezTo>
                <a:cubicBezTo>
                  <a:pt x="69173" y="44555"/>
                  <a:pt x="69695" y="44207"/>
                  <a:pt x="70218" y="43883"/>
                </a:cubicBezTo>
                <a:close/>
                <a:moveTo>
                  <a:pt x="71360" y="45795"/>
                </a:moveTo>
                <a:lnTo>
                  <a:pt x="71360" y="45795"/>
                </a:lnTo>
                <a:cubicBezTo>
                  <a:pt x="71175" y="46103"/>
                  <a:pt x="71032" y="46409"/>
                  <a:pt x="70890" y="46646"/>
                </a:cubicBezTo>
                <a:cubicBezTo>
                  <a:pt x="70790" y="46795"/>
                  <a:pt x="70716" y="46920"/>
                  <a:pt x="70641" y="47069"/>
                </a:cubicBezTo>
                <a:cubicBezTo>
                  <a:pt x="70616" y="47069"/>
                  <a:pt x="70616" y="47094"/>
                  <a:pt x="70566" y="47144"/>
                </a:cubicBezTo>
                <a:cubicBezTo>
                  <a:pt x="70517" y="47268"/>
                  <a:pt x="70417" y="47393"/>
                  <a:pt x="70318" y="47542"/>
                </a:cubicBezTo>
                <a:lnTo>
                  <a:pt x="70293" y="47567"/>
                </a:lnTo>
                <a:cubicBezTo>
                  <a:pt x="70656" y="46961"/>
                  <a:pt x="71020" y="46355"/>
                  <a:pt x="71360" y="45795"/>
                </a:cubicBezTo>
                <a:close/>
                <a:moveTo>
                  <a:pt x="98445" y="45028"/>
                </a:moveTo>
                <a:cubicBezTo>
                  <a:pt x="98046" y="45849"/>
                  <a:pt x="97573" y="46746"/>
                  <a:pt x="97125" y="47642"/>
                </a:cubicBezTo>
                <a:cubicBezTo>
                  <a:pt x="96777" y="47044"/>
                  <a:pt x="96403" y="46497"/>
                  <a:pt x="95931" y="45999"/>
                </a:cubicBezTo>
                <a:cubicBezTo>
                  <a:pt x="96080" y="45924"/>
                  <a:pt x="96254" y="45899"/>
                  <a:pt x="96403" y="45825"/>
                </a:cubicBezTo>
                <a:cubicBezTo>
                  <a:pt x="96453" y="45800"/>
                  <a:pt x="96553" y="45775"/>
                  <a:pt x="96627" y="45775"/>
                </a:cubicBezTo>
                <a:cubicBezTo>
                  <a:pt x="96901" y="45675"/>
                  <a:pt x="97150" y="45551"/>
                  <a:pt x="97424" y="45451"/>
                </a:cubicBezTo>
                <a:cubicBezTo>
                  <a:pt x="97524" y="45426"/>
                  <a:pt x="97573" y="45401"/>
                  <a:pt x="97673" y="45377"/>
                </a:cubicBezTo>
                <a:cubicBezTo>
                  <a:pt x="97922" y="45277"/>
                  <a:pt x="98171" y="45153"/>
                  <a:pt x="98420" y="45028"/>
                </a:cubicBezTo>
                <a:close/>
                <a:moveTo>
                  <a:pt x="65713" y="46920"/>
                </a:moveTo>
                <a:cubicBezTo>
                  <a:pt x="65762" y="47019"/>
                  <a:pt x="65762" y="47069"/>
                  <a:pt x="65787" y="47169"/>
                </a:cubicBezTo>
                <a:cubicBezTo>
                  <a:pt x="65812" y="47194"/>
                  <a:pt x="65837" y="47318"/>
                  <a:pt x="65837" y="47418"/>
                </a:cubicBezTo>
                <a:cubicBezTo>
                  <a:pt x="65837" y="47467"/>
                  <a:pt x="65887" y="47542"/>
                  <a:pt x="65887" y="47642"/>
                </a:cubicBezTo>
                <a:cubicBezTo>
                  <a:pt x="65837" y="47642"/>
                  <a:pt x="65837" y="47667"/>
                  <a:pt x="65812" y="47667"/>
                </a:cubicBezTo>
                <a:cubicBezTo>
                  <a:pt x="65812" y="47592"/>
                  <a:pt x="65787" y="47542"/>
                  <a:pt x="65787" y="47467"/>
                </a:cubicBezTo>
                <a:lnTo>
                  <a:pt x="65688" y="47094"/>
                </a:lnTo>
                <a:cubicBezTo>
                  <a:pt x="65688" y="47044"/>
                  <a:pt x="65663" y="46970"/>
                  <a:pt x="65663" y="46945"/>
                </a:cubicBezTo>
                <a:cubicBezTo>
                  <a:pt x="65688" y="46945"/>
                  <a:pt x="65688" y="46920"/>
                  <a:pt x="65713" y="46920"/>
                </a:cubicBezTo>
                <a:close/>
                <a:moveTo>
                  <a:pt x="108650" y="46322"/>
                </a:moveTo>
                <a:cubicBezTo>
                  <a:pt x="108650" y="46397"/>
                  <a:pt x="108675" y="46422"/>
                  <a:pt x="108675" y="46472"/>
                </a:cubicBezTo>
                <a:cubicBezTo>
                  <a:pt x="108774" y="46795"/>
                  <a:pt x="108874" y="47169"/>
                  <a:pt x="108949" y="47542"/>
                </a:cubicBezTo>
                <a:lnTo>
                  <a:pt x="108949" y="47592"/>
                </a:lnTo>
                <a:cubicBezTo>
                  <a:pt x="108949" y="47642"/>
                  <a:pt x="108899" y="47642"/>
                  <a:pt x="108899" y="47667"/>
                </a:cubicBezTo>
                <a:cubicBezTo>
                  <a:pt x="108899" y="47691"/>
                  <a:pt x="108899" y="47691"/>
                  <a:pt x="108874" y="47716"/>
                </a:cubicBezTo>
                <a:lnTo>
                  <a:pt x="108874" y="47642"/>
                </a:lnTo>
                <a:cubicBezTo>
                  <a:pt x="108874" y="47592"/>
                  <a:pt x="108874" y="47567"/>
                  <a:pt x="108849" y="47517"/>
                </a:cubicBezTo>
                <a:cubicBezTo>
                  <a:pt x="108849" y="47442"/>
                  <a:pt x="108799" y="47393"/>
                  <a:pt x="108799" y="47343"/>
                </a:cubicBezTo>
                <a:lnTo>
                  <a:pt x="108625" y="46522"/>
                </a:lnTo>
                <a:cubicBezTo>
                  <a:pt x="108625" y="46472"/>
                  <a:pt x="108600" y="46422"/>
                  <a:pt x="108600" y="46397"/>
                </a:cubicBezTo>
                <a:lnTo>
                  <a:pt x="108625" y="46347"/>
                </a:lnTo>
                <a:lnTo>
                  <a:pt x="108650" y="46322"/>
                </a:lnTo>
                <a:close/>
                <a:moveTo>
                  <a:pt x="110200" y="45149"/>
                </a:moveTo>
                <a:cubicBezTo>
                  <a:pt x="109857" y="46029"/>
                  <a:pt x="109490" y="46885"/>
                  <a:pt x="109148" y="47741"/>
                </a:cubicBezTo>
                <a:lnTo>
                  <a:pt x="109148" y="47642"/>
                </a:lnTo>
                <a:cubicBezTo>
                  <a:pt x="109496" y="46820"/>
                  <a:pt x="109845" y="45974"/>
                  <a:pt x="110143" y="45177"/>
                </a:cubicBezTo>
                <a:cubicBezTo>
                  <a:pt x="110169" y="45165"/>
                  <a:pt x="110188" y="45159"/>
                  <a:pt x="110200" y="45149"/>
                </a:cubicBezTo>
                <a:close/>
                <a:moveTo>
                  <a:pt x="71288" y="45327"/>
                </a:moveTo>
                <a:cubicBezTo>
                  <a:pt x="71288" y="45377"/>
                  <a:pt x="71263" y="45401"/>
                  <a:pt x="71263" y="45426"/>
                </a:cubicBezTo>
                <a:cubicBezTo>
                  <a:pt x="69571" y="46024"/>
                  <a:pt x="67878" y="46795"/>
                  <a:pt x="66136" y="47766"/>
                </a:cubicBezTo>
                <a:cubicBezTo>
                  <a:pt x="66086" y="47766"/>
                  <a:pt x="66086" y="47741"/>
                  <a:pt x="66086" y="47691"/>
                </a:cubicBezTo>
                <a:cubicBezTo>
                  <a:pt x="67878" y="46746"/>
                  <a:pt x="69621" y="45924"/>
                  <a:pt x="71288" y="45327"/>
                </a:cubicBezTo>
                <a:close/>
                <a:moveTo>
                  <a:pt x="72184" y="46820"/>
                </a:moveTo>
                <a:lnTo>
                  <a:pt x="72184" y="46820"/>
                </a:lnTo>
                <a:cubicBezTo>
                  <a:pt x="71736" y="47069"/>
                  <a:pt x="71263" y="47318"/>
                  <a:pt x="70815" y="47567"/>
                </a:cubicBezTo>
                <a:cubicBezTo>
                  <a:pt x="70790" y="47567"/>
                  <a:pt x="70790" y="47617"/>
                  <a:pt x="70766" y="47617"/>
                </a:cubicBezTo>
                <a:cubicBezTo>
                  <a:pt x="70691" y="47642"/>
                  <a:pt x="70641" y="47667"/>
                  <a:pt x="70542" y="47741"/>
                </a:cubicBezTo>
                <a:cubicBezTo>
                  <a:pt x="70517" y="47741"/>
                  <a:pt x="70492" y="47766"/>
                  <a:pt x="70492" y="47766"/>
                </a:cubicBezTo>
                <a:lnTo>
                  <a:pt x="70517" y="47741"/>
                </a:lnTo>
                <a:cubicBezTo>
                  <a:pt x="70616" y="47642"/>
                  <a:pt x="70741" y="47567"/>
                  <a:pt x="70840" y="47517"/>
                </a:cubicBezTo>
                <a:cubicBezTo>
                  <a:pt x="71363" y="47268"/>
                  <a:pt x="71786" y="47019"/>
                  <a:pt x="72184" y="46820"/>
                </a:cubicBezTo>
                <a:close/>
                <a:moveTo>
                  <a:pt x="95756" y="46049"/>
                </a:moveTo>
                <a:cubicBezTo>
                  <a:pt x="96254" y="46571"/>
                  <a:pt x="96652" y="47169"/>
                  <a:pt x="97026" y="47816"/>
                </a:cubicBezTo>
                <a:cubicBezTo>
                  <a:pt x="97026" y="47866"/>
                  <a:pt x="97001" y="47866"/>
                  <a:pt x="97001" y="47891"/>
                </a:cubicBezTo>
                <a:cubicBezTo>
                  <a:pt x="96627" y="47243"/>
                  <a:pt x="96179" y="46621"/>
                  <a:pt x="95682" y="46049"/>
                </a:cubicBezTo>
                <a:close/>
                <a:moveTo>
                  <a:pt x="98818" y="44829"/>
                </a:moveTo>
                <a:cubicBezTo>
                  <a:pt x="98320" y="45874"/>
                  <a:pt x="97822" y="46870"/>
                  <a:pt x="97300" y="47891"/>
                </a:cubicBezTo>
                <a:lnTo>
                  <a:pt x="97250" y="47816"/>
                </a:lnTo>
                <a:cubicBezTo>
                  <a:pt x="97772" y="46820"/>
                  <a:pt x="98270" y="45849"/>
                  <a:pt x="98743" y="44879"/>
                </a:cubicBezTo>
                <a:cubicBezTo>
                  <a:pt x="98768" y="44879"/>
                  <a:pt x="98793" y="44829"/>
                  <a:pt x="98818" y="44829"/>
                </a:cubicBezTo>
                <a:close/>
                <a:moveTo>
                  <a:pt x="65912" y="47816"/>
                </a:moveTo>
                <a:lnTo>
                  <a:pt x="65912" y="47891"/>
                </a:lnTo>
                <a:cubicBezTo>
                  <a:pt x="65862" y="47891"/>
                  <a:pt x="65862" y="47915"/>
                  <a:pt x="65837" y="47915"/>
                </a:cubicBezTo>
                <a:lnTo>
                  <a:pt x="65837" y="47866"/>
                </a:lnTo>
                <a:cubicBezTo>
                  <a:pt x="65862" y="47816"/>
                  <a:pt x="65912" y="47816"/>
                  <a:pt x="65912" y="47816"/>
                </a:cubicBezTo>
                <a:close/>
                <a:moveTo>
                  <a:pt x="70069" y="47915"/>
                </a:moveTo>
                <a:cubicBezTo>
                  <a:pt x="70069" y="47928"/>
                  <a:pt x="70069" y="47934"/>
                  <a:pt x="70075" y="47934"/>
                </a:cubicBezTo>
                <a:cubicBezTo>
                  <a:pt x="70081" y="47934"/>
                  <a:pt x="70094" y="47928"/>
                  <a:pt x="70118" y="47915"/>
                </a:cubicBezTo>
                <a:lnTo>
                  <a:pt x="70118" y="47915"/>
                </a:lnTo>
                <a:cubicBezTo>
                  <a:pt x="70118" y="47940"/>
                  <a:pt x="70069" y="47940"/>
                  <a:pt x="70069" y="47940"/>
                </a:cubicBezTo>
                <a:lnTo>
                  <a:pt x="70044" y="47990"/>
                </a:lnTo>
                <a:cubicBezTo>
                  <a:pt x="70044" y="47990"/>
                  <a:pt x="70044" y="47940"/>
                  <a:pt x="70069" y="47940"/>
                </a:cubicBezTo>
                <a:lnTo>
                  <a:pt x="70069" y="47915"/>
                </a:lnTo>
                <a:close/>
                <a:moveTo>
                  <a:pt x="116167" y="47368"/>
                </a:moveTo>
                <a:cubicBezTo>
                  <a:pt x="116167" y="47492"/>
                  <a:pt x="116117" y="47642"/>
                  <a:pt x="116092" y="47766"/>
                </a:cubicBezTo>
                <a:cubicBezTo>
                  <a:pt x="116067" y="47891"/>
                  <a:pt x="116043" y="48015"/>
                  <a:pt x="115993" y="48115"/>
                </a:cubicBezTo>
                <a:cubicBezTo>
                  <a:pt x="115993" y="47990"/>
                  <a:pt x="116043" y="47891"/>
                  <a:pt x="116043" y="47766"/>
                </a:cubicBezTo>
                <a:cubicBezTo>
                  <a:pt x="116092" y="47642"/>
                  <a:pt x="116117" y="47517"/>
                  <a:pt x="116167" y="47368"/>
                </a:cubicBezTo>
                <a:close/>
                <a:moveTo>
                  <a:pt x="97125" y="48015"/>
                </a:moveTo>
                <a:cubicBezTo>
                  <a:pt x="97125" y="48040"/>
                  <a:pt x="97150" y="48040"/>
                  <a:pt x="97150" y="48065"/>
                </a:cubicBezTo>
                <a:cubicBezTo>
                  <a:pt x="97150" y="48115"/>
                  <a:pt x="97150" y="48115"/>
                  <a:pt x="97125" y="48139"/>
                </a:cubicBezTo>
                <a:cubicBezTo>
                  <a:pt x="97125" y="48115"/>
                  <a:pt x="97076" y="48065"/>
                  <a:pt x="97076" y="48065"/>
                </a:cubicBezTo>
                <a:cubicBezTo>
                  <a:pt x="97076" y="48040"/>
                  <a:pt x="97125" y="48040"/>
                  <a:pt x="97125" y="48015"/>
                </a:cubicBezTo>
                <a:close/>
                <a:moveTo>
                  <a:pt x="108973" y="47915"/>
                </a:moveTo>
                <a:cubicBezTo>
                  <a:pt x="108973" y="47940"/>
                  <a:pt x="108973" y="48015"/>
                  <a:pt x="108998" y="48040"/>
                </a:cubicBezTo>
                <a:cubicBezTo>
                  <a:pt x="108998" y="48065"/>
                  <a:pt x="108973" y="48065"/>
                  <a:pt x="108973" y="48115"/>
                </a:cubicBezTo>
                <a:cubicBezTo>
                  <a:pt x="108973" y="48139"/>
                  <a:pt x="108949" y="48139"/>
                  <a:pt x="108949" y="48164"/>
                </a:cubicBezTo>
                <a:lnTo>
                  <a:pt x="108949" y="48115"/>
                </a:lnTo>
                <a:lnTo>
                  <a:pt x="108949" y="48040"/>
                </a:lnTo>
                <a:lnTo>
                  <a:pt x="108949" y="47990"/>
                </a:lnTo>
                <a:cubicBezTo>
                  <a:pt x="108949" y="47940"/>
                  <a:pt x="108973" y="47940"/>
                  <a:pt x="108973" y="47915"/>
                </a:cubicBezTo>
                <a:close/>
                <a:moveTo>
                  <a:pt x="75570" y="45576"/>
                </a:moveTo>
                <a:lnTo>
                  <a:pt x="75570" y="45576"/>
                </a:lnTo>
                <a:cubicBezTo>
                  <a:pt x="75097" y="46447"/>
                  <a:pt x="74524" y="47318"/>
                  <a:pt x="73952" y="48189"/>
                </a:cubicBezTo>
                <a:cubicBezTo>
                  <a:pt x="73703" y="47642"/>
                  <a:pt x="73529" y="47069"/>
                  <a:pt x="73379" y="46522"/>
                </a:cubicBezTo>
                <a:cubicBezTo>
                  <a:pt x="73653" y="46397"/>
                  <a:pt x="73927" y="46273"/>
                  <a:pt x="74250" y="46098"/>
                </a:cubicBezTo>
                <a:cubicBezTo>
                  <a:pt x="74350" y="46073"/>
                  <a:pt x="74474" y="46024"/>
                  <a:pt x="74549" y="45974"/>
                </a:cubicBezTo>
                <a:cubicBezTo>
                  <a:pt x="74599" y="45949"/>
                  <a:pt x="74649" y="45949"/>
                  <a:pt x="74674" y="45924"/>
                </a:cubicBezTo>
                <a:cubicBezTo>
                  <a:pt x="74997" y="45800"/>
                  <a:pt x="75296" y="45675"/>
                  <a:pt x="75570" y="45576"/>
                </a:cubicBezTo>
                <a:close/>
                <a:moveTo>
                  <a:pt x="73205" y="46621"/>
                </a:moveTo>
                <a:cubicBezTo>
                  <a:pt x="73379" y="47194"/>
                  <a:pt x="73553" y="47791"/>
                  <a:pt x="73852" y="48388"/>
                </a:cubicBezTo>
                <a:cubicBezTo>
                  <a:pt x="73852" y="48413"/>
                  <a:pt x="73802" y="48413"/>
                  <a:pt x="73802" y="48438"/>
                </a:cubicBezTo>
                <a:cubicBezTo>
                  <a:pt x="73529" y="47866"/>
                  <a:pt x="73304" y="47243"/>
                  <a:pt x="73155" y="46646"/>
                </a:cubicBezTo>
                <a:cubicBezTo>
                  <a:pt x="73180" y="46646"/>
                  <a:pt x="73180" y="46621"/>
                  <a:pt x="73205" y="46621"/>
                </a:cubicBezTo>
                <a:close/>
                <a:moveTo>
                  <a:pt x="75941" y="45497"/>
                </a:moveTo>
                <a:cubicBezTo>
                  <a:pt x="75352" y="46477"/>
                  <a:pt x="74738" y="47458"/>
                  <a:pt x="74051" y="48438"/>
                </a:cubicBezTo>
                <a:lnTo>
                  <a:pt x="74051" y="48413"/>
                </a:lnTo>
                <a:cubicBezTo>
                  <a:pt x="74723" y="47442"/>
                  <a:pt x="75346" y="46447"/>
                  <a:pt x="75918" y="45501"/>
                </a:cubicBezTo>
                <a:cubicBezTo>
                  <a:pt x="75927" y="45501"/>
                  <a:pt x="75935" y="45499"/>
                  <a:pt x="75941" y="45497"/>
                </a:cubicBezTo>
                <a:close/>
                <a:moveTo>
                  <a:pt x="79502" y="44555"/>
                </a:moveTo>
                <a:cubicBezTo>
                  <a:pt x="79751" y="44704"/>
                  <a:pt x="79975" y="44829"/>
                  <a:pt x="80224" y="44953"/>
                </a:cubicBezTo>
                <a:cubicBezTo>
                  <a:pt x="81519" y="45675"/>
                  <a:pt x="82888" y="46198"/>
                  <a:pt x="84381" y="46571"/>
                </a:cubicBezTo>
                <a:cubicBezTo>
                  <a:pt x="84431" y="46571"/>
                  <a:pt x="84456" y="46621"/>
                  <a:pt x="84481" y="46621"/>
                </a:cubicBezTo>
                <a:cubicBezTo>
                  <a:pt x="84680" y="46646"/>
                  <a:pt x="84829" y="46696"/>
                  <a:pt x="85003" y="46746"/>
                </a:cubicBezTo>
                <a:lnTo>
                  <a:pt x="85053" y="46770"/>
                </a:lnTo>
                <a:cubicBezTo>
                  <a:pt x="84705" y="47368"/>
                  <a:pt x="84331" y="48015"/>
                  <a:pt x="83933" y="48662"/>
                </a:cubicBezTo>
                <a:lnTo>
                  <a:pt x="83560" y="48488"/>
                </a:lnTo>
                <a:lnTo>
                  <a:pt x="83186" y="48289"/>
                </a:lnTo>
                <a:cubicBezTo>
                  <a:pt x="83062" y="48239"/>
                  <a:pt x="82962" y="48164"/>
                  <a:pt x="82838" y="48115"/>
                </a:cubicBezTo>
                <a:cubicBezTo>
                  <a:pt x="82763" y="48065"/>
                  <a:pt x="82713" y="48040"/>
                  <a:pt x="82614" y="47990"/>
                </a:cubicBezTo>
                <a:cubicBezTo>
                  <a:pt x="82489" y="47915"/>
                  <a:pt x="82390" y="47866"/>
                  <a:pt x="82265" y="47791"/>
                </a:cubicBezTo>
                <a:cubicBezTo>
                  <a:pt x="82091" y="47691"/>
                  <a:pt x="81917" y="47567"/>
                  <a:pt x="81743" y="47492"/>
                </a:cubicBezTo>
                <a:cubicBezTo>
                  <a:pt x="81643" y="47418"/>
                  <a:pt x="81519" y="47368"/>
                  <a:pt x="81394" y="47293"/>
                </a:cubicBezTo>
                <a:cubicBezTo>
                  <a:pt x="81245" y="47194"/>
                  <a:pt x="81095" y="47069"/>
                  <a:pt x="80921" y="46994"/>
                </a:cubicBezTo>
                <a:cubicBezTo>
                  <a:pt x="80822" y="46895"/>
                  <a:pt x="80672" y="46820"/>
                  <a:pt x="80573" y="46746"/>
                </a:cubicBezTo>
                <a:cubicBezTo>
                  <a:pt x="80448" y="46646"/>
                  <a:pt x="80274" y="46522"/>
                  <a:pt x="80150" y="46422"/>
                </a:cubicBezTo>
                <a:lnTo>
                  <a:pt x="79776" y="46148"/>
                </a:lnTo>
                <a:cubicBezTo>
                  <a:pt x="79652" y="46049"/>
                  <a:pt x="79527" y="45949"/>
                  <a:pt x="79428" y="45825"/>
                </a:cubicBezTo>
                <a:cubicBezTo>
                  <a:pt x="79303" y="45700"/>
                  <a:pt x="79179" y="45625"/>
                  <a:pt x="79054" y="45501"/>
                </a:cubicBezTo>
                <a:cubicBezTo>
                  <a:pt x="79029" y="45451"/>
                  <a:pt x="79005" y="45426"/>
                  <a:pt x="78930" y="45401"/>
                </a:cubicBezTo>
                <a:cubicBezTo>
                  <a:pt x="78880" y="45327"/>
                  <a:pt x="78830" y="45277"/>
                  <a:pt x="78731" y="45202"/>
                </a:cubicBezTo>
                <a:cubicBezTo>
                  <a:pt x="78606" y="45078"/>
                  <a:pt x="78482" y="44953"/>
                  <a:pt x="78357" y="44879"/>
                </a:cubicBezTo>
                <a:cubicBezTo>
                  <a:pt x="78357" y="44829"/>
                  <a:pt x="78308" y="44804"/>
                  <a:pt x="78308" y="44779"/>
                </a:cubicBezTo>
                <a:cubicBezTo>
                  <a:pt x="78731" y="44680"/>
                  <a:pt x="79129" y="44580"/>
                  <a:pt x="79502" y="44555"/>
                </a:cubicBezTo>
                <a:close/>
                <a:moveTo>
                  <a:pt x="73949" y="48625"/>
                </a:moveTo>
                <a:cubicBezTo>
                  <a:pt x="73951" y="48628"/>
                  <a:pt x="73952" y="48632"/>
                  <a:pt x="73952" y="48637"/>
                </a:cubicBezTo>
                <a:cubicBezTo>
                  <a:pt x="73952" y="48662"/>
                  <a:pt x="73927" y="48662"/>
                  <a:pt x="73927" y="48687"/>
                </a:cubicBezTo>
                <a:lnTo>
                  <a:pt x="73927" y="48662"/>
                </a:lnTo>
                <a:cubicBezTo>
                  <a:pt x="73927" y="48642"/>
                  <a:pt x="73943" y="48638"/>
                  <a:pt x="73949" y="48625"/>
                </a:cubicBezTo>
                <a:close/>
                <a:moveTo>
                  <a:pt x="85227" y="46820"/>
                </a:moveTo>
                <a:cubicBezTo>
                  <a:pt x="85227" y="46870"/>
                  <a:pt x="85252" y="46870"/>
                  <a:pt x="85252" y="46895"/>
                </a:cubicBezTo>
                <a:lnTo>
                  <a:pt x="84132" y="48762"/>
                </a:lnTo>
                <a:cubicBezTo>
                  <a:pt x="84107" y="48762"/>
                  <a:pt x="84107" y="48762"/>
                  <a:pt x="84082" y="48737"/>
                </a:cubicBezTo>
                <a:cubicBezTo>
                  <a:pt x="84481" y="48115"/>
                  <a:pt x="84854" y="47492"/>
                  <a:pt x="85227" y="46820"/>
                </a:cubicBezTo>
                <a:close/>
                <a:moveTo>
                  <a:pt x="78482" y="45153"/>
                </a:moveTo>
                <a:lnTo>
                  <a:pt x="78482" y="45153"/>
                </a:lnTo>
                <a:cubicBezTo>
                  <a:pt x="78631" y="45302"/>
                  <a:pt x="78781" y="45451"/>
                  <a:pt x="78930" y="45576"/>
                </a:cubicBezTo>
                <a:cubicBezTo>
                  <a:pt x="78980" y="45625"/>
                  <a:pt x="79005" y="45650"/>
                  <a:pt x="79029" y="45650"/>
                </a:cubicBezTo>
                <a:cubicBezTo>
                  <a:pt x="79154" y="45775"/>
                  <a:pt x="79278" y="45874"/>
                  <a:pt x="79403" y="45999"/>
                </a:cubicBezTo>
                <a:cubicBezTo>
                  <a:pt x="79502" y="46049"/>
                  <a:pt x="79602" y="46148"/>
                  <a:pt x="79677" y="46198"/>
                </a:cubicBezTo>
                <a:cubicBezTo>
                  <a:pt x="79751" y="46273"/>
                  <a:pt x="79801" y="46298"/>
                  <a:pt x="79876" y="46322"/>
                </a:cubicBezTo>
                <a:cubicBezTo>
                  <a:pt x="79926" y="46372"/>
                  <a:pt x="79975" y="46422"/>
                  <a:pt x="80025" y="46447"/>
                </a:cubicBezTo>
                <a:cubicBezTo>
                  <a:pt x="80100" y="46522"/>
                  <a:pt x="80174" y="46571"/>
                  <a:pt x="80249" y="46621"/>
                </a:cubicBezTo>
                <a:cubicBezTo>
                  <a:pt x="80349" y="46671"/>
                  <a:pt x="80398" y="46746"/>
                  <a:pt x="80498" y="46795"/>
                </a:cubicBezTo>
                <a:lnTo>
                  <a:pt x="80772" y="46994"/>
                </a:lnTo>
                <a:cubicBezTo>
                  <a:pt x="80871" y="47044"/>
                  <a:pt x="80971" y="47119"/>
                  <a:pt x="81095" y="47194"/>
                </a:cubicBezTo>
                <a:cubicBezTo>
                  <a:pt x="81195" y="47268"/>
                  <a:pt x="81245" y="47318"/>
                  <a:pt x="81344" y="47393"/>
                </a:cubicBezTo>
                <a:lnTo>
                  <a:pt x="81618" y="47567"/>
                </a:lnTo>
                <a:cubicBezTo>
                  <a:pt x="81817" y="47691"/>
                  <a:pt x="81991" y="47816"/>
                  <a:pt x="82216" y="47915"/>
                </a:cubicBezTo>
                <a:cubicBezTo>
                  <a:pt x="82290" y="47940"/>
                  <a:pt x="82365" y="48015"/>
                  <a:pt x="82464" y="48040"/>
                </a:cubicBezTo>
                <a:cubicBezTo>
                  <a:pt x="82514" y="48065"/>
                  <a:pt x="82589" y="48115"/>
                  <a:pt x="82664" y="48164"/>
                </a:cubicBezTo>
                <a:lnTo>
                  <a:pt x="82863" y="48264"/>
                </a:lnTo>
                <a:cubicBezTo>
                  <a:pt x="82962" y="48314"/>
                  <a:pt x="83062" y="48363"/>
                  <a:pt x="83136" y="48413"/>
                </a:cubicBezTo>
                <a:lnTo>
                  <a:pt x="83336" y="48513"/>
                </a:lnTo>
                <a:cubicBezTo>
                  <a:pt x="83510" y="48612"/>
                  <a:pt x="83709" y="48687"/>
                  <a:pt x="83883" y="48762"/>
                </a:cubicBezTo>
                <a:lnTo>
                  <a:pt x="83858" y="48787"/>
                </a:lnTo>
                <a:cubicBezTo>
                  <a:pt x="83634" y="48787"/>
                  <a:pt x="83510" y="48762"/>
                  <a:pt x="83385" y="48687"/>
                </a:cubicBezTo>
                <a:cubicBezTo>
                  <a:pt x="83336" y="48662"/>
                  <a:pt x="83311" y="48662"/>
                  <a:pt x="83236" y="48637"/>
                </a:cubicBezTo>
                <a:cubicBezTo>
                  <a:pt x="82987" y="48513"/>
                  <a:pt x="82763" y="48388"/>
                  <a:pt x="82514" y="48264"/>
                </a:cubicBezTo>
                <a:cubicBezTo>
                  <a:pt x="82464" y="48239"/>
                  <a:pt x="82365" y="48189"/>
                  <a:pt x="82315" y="48139"/>
                </a:cubicBezTo>
                <a:cubicBezTo>
                  <a:pt x="82091" y="48015"/>
                  <a:pt x="81892" y="47891"/>
                  <a:pt x="81718" y="47791"/>
                </a:cubicBezTo>
                <a:lnTo>
                  <a:pt x="81444" y="47617"/>
                </a:lnTo>
                <a:cubicBezTo>
                  <a:pt x="81245" y="47492"/>
                  <a:pt x="81095" y="47393"/>
                  <a:pt x="80946" y="47268"/>
                </a:cubicBezTo>
                <a:cubicBezTo>
                  <a:pt x="80822" y="47169"/>
                  <a:pt x="80722" y="47119"/>
                  <a:pt x="80598" y="47019"/>
                </a:cubicBezTo>
                <a:cubicBezTo>
                  <a:pt x="80448" y="46920"/>
                  <a:pt x="80324" y="46795"/>
                  <a:pt x="80150" y="46696"/>
                </a:cubicBezTo>
                <a:cubicBezTo>
                  <a:pt x="80025" y="46621"/>
                  <a:pt x="79901" y="46522"/>
                  <a:pt x="79776" y="46397"/>
                </a:cubicBezTo>
                <a:cubicBezTo>
                  <a:pt x="79726" y="46372"/>
                  <a:pt x="79702" y="46298"/>
                  <a:pt x="79627" y="46273"/>
                </a:cubicBezTo>
                <a:cubicBezTo>
                  <a:pt x="79577" y="46198"/>
                  <a:pt x="79477" y="46148"/>
                  <a:pt x="79403" y="46073"/>
                </a:cubicBezTo>
                <a:cubicBezTo>
                  <a:pt x="79278" y="45949"/>
                  <a:pt x="79129" y="45825"/>
                  <a:pt x="79005" y="45750"/>
                </a:cubicBezTo>
                <a:cubicBezTo>
                  <a:pt x="78905" y="45650"/>
                  <a:pt x="78781" y="45551"/>
                  <a:pt x="78706" y="45451"/>
                </a:cubicBezTo>
                <a:lnTo>
                  <a:pt x="78507" y="45277"/>
                </a:lnTo>
                <a:lnTo>
                  <a:pt x="78507" y="45202"/>
                </a:lnTo>
                <a:lnTo>
                  <a:pt x="78482" y="45153"/>
                </a:lnTo>
                <a:close/>
                <a:moveTo>
                  <a:pt x="84008" y="48886"/>
                </a:moveTo>
                <a:cubicBezTo>
                  <a:pt x="84008" y="48911"/>
                  <a:pt x="84008" y="48911"/>
                  <a:pt x="84057" y="48911"/>
                </a:cubicBezTo>
                <a:cubicBezTo>
                  <a:pt x="84057" y="48911"/>
                  <a:pt x="84057" y="48936"/>
                  <a:pt x="84008" y="48936"/>
                </a:cubicBezTo>
                <a:cubicBezTo>
                  <a:pt x="83983" y="48936"/>
                  <a:pt x="83983" y="48911"/>
                  <a:pt x="83958" y="48911"/>
                </a:cubicBezTo>
                <a:cubicBezTo>
                  <a:pt x="83958" y="48911"/>
                  <a:pt x="83958" y="48886"/>
                  <a:pt x="83983" y="48886"/>
                </a:cubicBezTo>
                <a:close/>
                <a:moveTo>
                  <a:pt x="63273" y="41294"/>
                </a:moveTo>
                <a:cubicBezTo>
                  <a:pt x="63697" y="42066"/>
                  <a:pt x="64045" y="42813"/>
                  <a:pt x="64319" y="43535"/>
                </a:cubicBezTo>
                <a:cubicBezTo>
                  <a:pt x="64369" y="43659"/>
                  <a:pt x="64443" y="43808"/>
                  <a:pt x="64468" y="43933"/>
                </a:cubicBezTo>
                <a:cubicBezTo>
                  <a:pt x="64568" y="44207"/>
                  <a:pt x="64667" y="44456"/>
                  <a:pt x="64742" y="44704"/>
                </a:cubicBezTo>
                <a:cubicBezTo>
                  <a:pt x="64817" y="44929"/>
                  <a:pt x="64916" y="45128"/>
                  <a:pt x="64966" y="45327"/>
                </a:cubicBezTo>
                <a:cubicBezTo>
                  <a:pt x="65041" y="45551"/>
                  <a:pt x="65090" y="45750"/>
                  <a:pt x="65165" y="45949"/>
                </a:cubicBezTo>
                <a:cubicBezTo>
                  <a:pt x="65215" y="46173"/>
                  <a:pt x="65290" y="46372"/>
                  <a:pt x="65339" y="46571"/>
                </a:cubicBezTo>
                <a:cubicBezTo>
                  <a:pt x="65041" y="46795"/>
                  <a:pt x="64717" y="47019"/>
                  <a:pt x="64443" y="47268"/>
                </a:cubicBezTo>
                <a:lnTo>
                  <a:pt x="64070" y="47542"/>
                </a:lnTo>
                <a:cubicBezTo>
                  <a:pt x="63896" y="47667"/>
                  <a:pt x="63721" y="47791"/>
                  <a:pt x="63547" y="47915"/>
                </a:cubicBezTo>
                <a:cubicBezTo>
                  <a:pt x="63473" y="47940"/>
                  <a:pt x="63423" y="48015"/>
                  <a:pt x="63348" y="48040"/>
                </a:cubicBezTo>
                <a:cubicBezTo>
                  <a:pt x="63199" y="48164"/>
                  <a:pt x="63024" y="48289"/>
                  <a:pt x="62850" y="48438"/>
                </a:cubicBezTo>
                <a:cubicBezTo>
                  <a:pt x="62800" y="48513"/>
                  <a:pt x="62726" y="48538"/>
                  <a:pt x="62676" y="48612"/>
                </a:cubicBezTo>
                <a:cubicBezTo>
                  <a:pt x="62477" y="48737"/>
                  <a:pt x="62303" y="48886"/>
                  <a:pt x="62128" y="49011"/>
                </a:cubicBezTo>
                <a:cubicBezTo>
                  <a:pt x="61979" y="49135"/>
                  <a:pt x="61855" y="49235"/>
                  <a:pt x="61705" y="49359"/>
                </a:cubicBezTo>
                <a:cubicBezTo>
                  <a:pt x="61606" y="49409"/>
                  <a:pt x="61506" y="49508"/>
                  <a:pt x="61431" y="49558"/>
                </a:cubicBezTo>
                <a:cubicBezTo>
                  <a:pt x="61332" y="49633"/>
                  <a:pt x="61282" y="49683"/>
                  <a:pt x="61183" y="49757"/>
                </a:cubicBezTo>
                <a:cubicBezTo>
                  <a:pt x="61158" y="49732"/>
                  <a:pt x="61083" y="49683"/>
                  <a:pt x="61058" y="49658"/>
                </a:cubicBezTo>
                <a:cubicBezTo>
                  <a:pt x="60934" y="49608"/>
                  <a:pt x="60834" y="49508"/>
                  <a:pt x="60710" y="49434"/>
                </a:cubicBezTo>
                <a:cubicBezTo>
                  <a:pt x="60610" y="49384"/>
                  <a:pt x="60535" y="49309"/>
                  <a:pt x="60436" y="49235"/>
                </a:cubicBezTo>
                <a:cubicBezTo>
                  <a:pt x="60336" y="49160"/>
                  <a:pt x="60286" y="49110"/>
                  <a:pt x="60187" y="49036"/>
                </a:cubicBezTo>
                <a:lnTo>
                  <a:pt x="59814" y="48762"/>
                </a:lnTo>
                <a:cubicBezTo>
                  <a:pt x="59789" y="48737"/>
                  <a:pt x="59714" y="48687"/>
                  <a:pt x="59689" y="48662"/>
                </a:cubicBezTo>
                <a:cubicBezTo>
                  <a:pt x="58793" y="47940"/>
                  <a:pt x="57822" y="47069"/>
                  <a:pt x="56827" y="46073"/>
                </a:cubicBezTo>
                <a:lnTo>
                  <a:pt x="56677" y="45924"/>
                </a:lnTo>
                <a:lnTo>
                  <a:pt x="56254" y="45526"/>
                </a:lnTo>
                <a:lnTo>
                  <a:pt x="56005" y="45277"/>
                </a:lnTo>
                <a:cubicBezTo>
                  <a:pt x="56204" y="45153"/>
                  <a:pt x="56379" y="44978"/>
                  <a:pt x="56603" y="44854"/>
                </a:cubicBezTo>
                <a:cubicBezTo>
                  <a:pt x="56677" y="44804"/>
                  <a:pt x="56752" y="44779"/>
                  <a:pt x="56827" y="44704"/>
                </a:cubicBezTo>
                <a:cubicBezTo>
                  <a:pt x="57075" y="44555"/>
                  <a:pt x="57300" y="44406"/>
                  <a:pt x="57548" y="44232"/>
                </a:cubicBezTo>
                <a:cubicBezTo>
                  <a:pt x="57573" y="44232"/>
                  <a:pt x="57573" y="44207"/>
                  <a:pt x="57598" y="44207"/>
                </a:cubicBezTo>
                <a:cubicBezTo>
                  <a:pt x="57673" y="44182"/>
                  <a:pt x="57723" y="44157"/>
                  <a:pt x="57797" y="44082"/>
                </a:cubicBezTo>
                <a:cubicBezTo>
                  <a:pt x="57996" y="43933"/>
                  <a:pt x="58245" y="43808"/>
                  <a:pt x="58469" y="43684"/>
                </a:cubicBezTo>
                <a:cubicBezTo>
                  <a:pt x="58494" y="43659"/>
                  <a:pt x="58544" y="43659"/>
                  <a:pt x="58569" y="43609"/>
                </a:cubicBezTo>
                <a:cubicBezTo>
                  <a:pt x="58594" y="43584"/>
                  <a:pt x="58619" y="43584"/>
                  <a:pt x="58669" y="43559"/>
                </a:cubicBezTo>
                <a:cubicBezTo>
                  <a:pt x="58693" y="43535"/>
                  <a:pt x="58718" y="43535"/>
                  <a:pt x="58743" y="43485"/>
                </a:cubicBezTo>
                <a:lnTo>
                  <a:pt x="59415" y="43111"/>
                </a:lnTo>
                <a:cubicBezTo>
                  <a:pt x="59440" y="43087"/>
                  <a:pt x="59490" y="43087"/>
                  <a:pt x="59540" y="43062"/>
                </a:cubicBezTo>
                <a:cubicBezTo>
                  <a:pt x="59589" y="43037"/>
                  <a:pt x="59664" y="43012"/>
                  <a:pt x="59714" y="42937"/>
                </a:cubicBezTo>
                <a:cubicBezTo>
                  <a:pt x="59913" y="42813"/>
                  <a:pt x="60112" y="42713"/>
                  <a:pt x="60311" y="42614"/>
                </a:cubicBezTo>
                <a:cubicBezTo>
                  <a:pt x="60436" y="42564"/>
                  <a:pt x="60560" y="42489"/>
                  <a:pt x="60660" y="42439"/>
                </a:cubicBezTo>
                <a:lnTo>
                  <a:pt x="61207" y="42166"/>
                </a:lnTo>
                <a:cubicBezTo>
                  <a:pt x="61332" y="42091"/>
                  <a:pt x="61481" y="42041"/>
                  <a:pt x="61606" y="41966"/>
                </a:cubicBezTo>
                <a:cubicBezTo>
                  <a:pt x="61780" y="41867"/>
                  <a:pt x="61954" y="41817"/>
                  <a:pt x="62103" y="41767"/>
                </a:cubicBezTo>
                <a:cubicBezTo>
                  <a:pt x="62278" y="41693"/>
                  <a:pt x="62402" y="41643"/>
                  <a:pt x="62552" y="41568"/>
                </a:cubicBezTo>
                <a:lnTo>
                  <a:pt x="63024" y="41394"/>
                </a:lnTo>
                <a:cubicBezTo>
                  <a:pt x="63099" y="41344"/>
                  <a:pt x="63199" y="41319"/>
                  <a:pt x="63273" y="41294"/>
                </a:cubicBezTo>
                <a:close/>
                <a:moveTo>
                  <a:pt x="85352" y="47069"/>
                </a:moveTo>
                <a:cubicBezTo>
                  <a:pt x="85974" y="47816"/>
                  <a:pt x="86472" y="48712"/>
                  <a:pt x="86795" y="49757"/>
                </a:cubicBezTo>
                <a:cubicBezTo>
                  <a:pt x="86721" y="49683"/>
                  <a:pt x="86621" y="49683"/>
                  <a:pt x="86547" y="49658"/>
                </a:cubicBezTo>
                <a:cubicBezTo>
                  <a:pt x="86347" y="49608"/>
                  <a:pt x="86198" y="49558"/>
                  <a:pt x="85999" y="49508"/>
                </a:cubicBezTo>
                <a:lnTo>
                  <a:pt x="85725" y="49409"/>
                </a:lnTo>
                <a:cubicBezTo>
                  <a:pt x="85626" y="49384"/>
                  <a:pt x="85576" y="49359"/>
                  <a:pt x="85476" y="49309"/>
                </a:cubicBezTo>
                <a:cubicBezTo>
                  <a:pt x="85327" y="49260"/>
                  <a:pt x="85178" y="49185"/>
                  <a:pt x="85003" y="49160"/>
                </a:cubicBezTo>
                <a:cubicBezTo>
                  <a:pt x="84929" y="49135"/>
                  <a:pt x="84854" y="49110"/>
                  <a:pt x="84754" y="49060"/>
                </a:cubicBezTo>
                <a:cubicBezTo>
                  <a:pt x="84680" y="49036"/>
                  <a:pt x="84580" y="48961"/>
                  <a:pt x="84456" y="48936"/>
                </a:cubicBezTo>
                <a:lnTo>
                  <a:pt x="84257" y="48836"/>
                </a:lnTo>
                <a:cubicBezTo>
                  <a:pt x="84630" y="48264"/>
                  <a:pt x="84978" y="47667"/>
                  <a:pt x="85352" y="47069"/>
                </a:cubicBezTo>
                <a:close/>
                <a:moveTo>
                  <a:pt x="85501" y="46795"/>
                </a:moveTo>
                <a:cubicBezTo>
                  <a:pt x="86223" y="47642"/>
                  <a:pt x="86746" y="48637"/>
                  <a:pt x="87094" y="49782"/>
                </a:cubicBezTo>
                <a:cubicBezTo>
                  <a:pt x="87094" y="49795"/>
                  <a:pt x="87088" y="49801"/>
                  <a:pt x="87079" y="49801"/>
                </a:cubicBezTo>
                <a:cubicBezTo>
                  <a:pt x="87069" y="49801"/>
                  <a:pt x="87057" y="49795"/>
                  <a:pt x="87044" y="49782"/>
                </a:cubicBezTo>
                <a:cubicBezTo>
                  <a:pt x="86696" y="48662"/>
                  <a:pt x="86198" y="47667"/>
                  <a:pt x="85476" y="46870"/>
                </a:cubicBezTo>
                <a:cubicBezTo>
                  <a:pt x="85476" y="46820"/>
                  <a:pt x="85501" y="46820"/>
                  <a:pt x="85501" y="46795"/>
                </a:cubicBezTo>
                <a:close/>
                <a:moveTo>
                  <a:pt x="55931" y="45377"/>
                </a:moveTo>
                <a:lnTo>
                  <a:pt x="56204" y="45650"/>
                </a:lnTo>
                <a:cubicBezTo>
                  <a:pt x="56603" y="46049"/>
                  <a:pt x="57001" y="46447"/>
                  <a:pt x="57374" y="46795"/>
                </a:cubicBezTo>
                <a:cubicBezTo>
                  <a:pt x="57474" y="46895"/>
                  <a:pt x="57573" y="46970"/>
                  <a:pt x="57673" y="47044"/>
                </a:cubicBezTo>
                <a:cubicBezTo>
                  <a:pt x="57947" y="47318"/>
                  <a:pt x="58245" y="47567"/>
                  <a:pt x="58544" y="47816"/>
                </a:cubicBezTo>
                <a:cubicBezTo>
                  <a:pt x="58718" y="47990"/>
                  <a:pt x="58868" y="48115"/>
                  <a:pt x="59042" y="48264"/>
                </a:cubicBezTo>
                <a:cubicBezTo>
                  <a:pt x="59241" y="48438"/>
                  <a:pt x="59465" y="48637"/>
                  <a:pt x="59689" y="48787"/>
                </a:cubicBezTo>
                <a:cubicBezTo>
                  <a:pt x="59863" y="48936"/>
                  <a:pt x="60062" y="49060"/>
                  <a:pt x="60212" y="49185"/>
                </a:cubicBezTo>
                <a:cubicBezTo>
                  <a:pt x="60436" y="49359"/>
                  <a:pt x="60660" y="49508"/>
                  <a:pt x="60834" y="49658"/>
                </a:cubicBezTo>
                <a:cubicBezTo>
                  <a:pt x="60909" y="49732"/>
                  <a:pt x="60983" y="49782"/>
                  <a:pt x="61058" y="49807"/>
                </a:cubicBezTo>
                <a:cubicBezTo>
                  <a:pt x="61033" y="49807"/>
                  <a:pt x="61033" y="49857"/>
                  <a:pt x="60983" y="49857"/>
                </a:cubicBezTo>
                <a:cubicBezTo>
                  <a:pt x="60062" y="49235"/>
                  <a:pt x="59042" y="48388"/>
                  <a:pt x="57922" y="47393"/>
                </a:cubicBezTo>
                <a:lnTo>
                  <a:pt x="57847" y="47318"/>
                </a:lnTo>
                <a:cubicBezTo>
                  <a:pt x="57673" y="47144"/>
                  <a:pt x="57474" y="46994"/>
                  <a:pt x="57300" y="46795"/>
                </a:cubicBezTo>
                <a:lnTo>
                  <a:pt x="57175" y="46671"/>
                </a:lnTo>
                <a:cubicBezTo>
                  <a:pt x="56976" y="46522"/>
                  <a:pt x="56802" y="46322"/>
                  <a:pt x="56627" y="46148"/>
                </a:cubicBezTo>
                <a:lnTo>
                  <a:pt x="56478" y="45999"/>
                </a:lnTo>
                <a:cubicBezTo>
                  <a:pt x="56304" y="45800"/>
                  <a:pt x="56105" y="45576"/>
                  <a:pt x="55881" y="45401"/>
                </a:cubicBezTo>
                <a:lnTo>
                  <a:pt x="55856" y="45377"/>
                </a:lnTo>
                <a:lnTo>
                  <a:pt x="55856" y="45377"/>
                </a:lnTo>
                <a:cubicBezTo>
                  <a:pt x="55868" y="45389"/>
                  <a:pt x="55887" y="45395"/>
                  <a:pt x="55902" y="45395"/>
                </a:cubicBezTo>
                <a:cubicBezTo>
                  <a:pt x="55918" y="45395"/>
                  <a:pt x="55931" y="45389"/>
                  <a:pt x="55931" y="45377"/>
                </a:cubicBezTo>
                <a:close/>
                <a:moveTo>
                  <a:pt x="65439" y="46795"/>
                </a:moveTo>
                <a:lnTo>
                  <a:pt x="65439" y="46820"/>
                </a:lnTo>
                <a:lnTo>
                  <a:pt x="65439" y="46845"/>
                </a:lnTo>
                <a:cubicBezTo>
                  <a:pt x="65290" y="46970"/>
                  <a:pt x="65140" y="47069"/>
                  <a:pt x="64966" y="47194"/>
                </a:cubicBezTo>
                <a:cubicBezTo>
                  <a:pt x="64891" y="47268"/>
                  <a:pt x="64817" y="47318"/>
                  <a:pt x="64717" y="47393"/>
                </a:cubicBezTo>
                <a:cubicBezTo>
                  <a:pt x="64692" y="47393"/>
                  <a:pt x="64692" y="47418"/>
                  <a:pt x="64667" y="47418"/>
                </a:cubicBezTo>
                <a:cubicBezTo>
                  <a:pt x="64294" y="47691"/>
                  <a:pt x="63945" y="47940"/>
                  <a:pt x="63572" y="48214"/>
                </a:cubicBezTo>
                <a:cubicBezTo>
                  <a:pt x="63323" y="48413"/>
                  <a:pt x="63099" y="48587"/>
                  <a:pt x="62850" y="48787"/>
                </a:cubicBezTo>
                <a:lnTo>
                  <a:pt x="62825" y="48811"/>
                </a:lnTo>
                <a:lnTo>
                  <a:pt x="62751" y="48886"/>
                </a:lnTo>
                <a:cubicBezTo>
                  <a:pt x="62726" y="48911"/>
                  <a:pt x="62701" y="48936"/>
                  <a:pt x="62676" y="48936"/>
                </a:cubicBezTo>
                <a:cubicBezTo>
                  <a:pt x="62352" y="49185"/>
                  <a:pt x="62004" y="49434"/>
                  <a:pt x="61705" y="49683"/>
                </a:cubicBezTo>
                <a:cubicBezTo>
                  <a:pt x="61606" y="49757"/>
                  <a:pt x="61556" y="49807"/>
                  <a:pt x="61456" y="49882"/>
                </a:cubicBezTo>
                <a:cubicBezTo>
                  <a:pt x="61431" y="49857"/>
                  <a:pt x="61431" y="49857"/>
                  <a:pt x="61407" y="49857"/>
                </a:cubicBezTo>
                <a:cubicBezTo>
                  <a:pt x="61456" y="49782"/>
                  <a:pt x="61506" y="49757"/>
                  <a:pt x="61581" y="49683"/>
                </a:cubicBezTo>
                <a:cubicBezTo>
                  <a:pt x="62029" y="49309"/>
                  <a:pt x="62477" y="48986"/>
                  <a:pt x="62950" y="48637"/>
                </a:cubicBezTo>
                <a:cubicBezTo>
                  <a:pt x="63174" y="48488"/>
                  <a:pt x="63348" y="48314"/>
                  <a:pt x="63572" y="48164"/>
                </a:cubicBezTo>
                <a:cubicBezTo>
                  <a:pt x="64194" y="47691"/>
                  <a:pt x="64817" y="47243"/>
                  <a:pt x="65439" y="46795"/>
                </a:cubicBezTo>
                <a:close/>
                <a:moveTo>
                  <a:pt x="84207" y="48986"/>
                </a:moveTo>
                <a:cubicBezTo>
                  <a:pt x="84456" y="49110"/>
                  <a:pt x="84705" y="49185"/>
                  <a:pt x="84954" y="49284"/>
                </a:cubicBezTo>
                <a:cubicBezTo>
                  <a:pt x="84978" y="49284"/>
                  <a:pt x="85003" y="49309"/>
                  <a:pt x="85053" y="49309"/>
                </a:cubicBezTo>
                <a:cubicBezTo>
                  <a:pt x="85327" y="49434"/>
                  <a:pt x="85626" y="49533"/>
                  <a:pt x="85924" y="49633"/>
                </a:cubicBezTo>
                <a:cubicBezTo>
                  <a:pt x="85949" y="49633"/>
                  <a:pt x="85949" y="49633"/>
                  <a:pt x="85974" y="49658"/>
                </a:cubicBezTo>
                <a:cubicBezTo>
                  <a:pt x="86248" y="49757"/>
                  <a:pt x="86571" y="49857"/>
                  <a:pt x="86845" y="49932"/>
                </a:cubicBezTo>
                <a:lnTo>
                  <a:pt x="86845" y="49981"/>
                </a:lnTo>
                <a:lnTo>
                  <a:pt x="86845" y="50006"/>
                </a:lnTo>
                <a:cubicBezTo>
                  <a:pt x="86248" y="49857"/>
                  <a:pt x="85675" y="49658"/>
                  <a:pt x="85103" y="49434"/>
                </a:cubicBezTo>
                <a:cubicBezTo>
                  <a:pt x="84804" y="49309"/>
                  <a:pt x="84506" y="49185"/>
                  <a:pt x="84207" y="49060"/>
                </a:cubicBezTo>
                <a:cubicBezTo>
                  <a:pt x="84232" y="49060"/>
                  <a:pt x="84207" y="49060"/>
                  <a:pt x="84182" y="49011"/>
                </a:cubicBezTo>
                <a:cubicBezTo>
                  <a:pt x="84182" y="49011"/>
                  <a:pt x="84182" y="48986"/>
                  <a:pt x="84207" y="48986"/>
                </a:cubicBezTo>
                <a:close/>
                <a:moveTo>
                  <a:pt x="61232" y="49932"/>
                </a:moveTo>
                <a:lnTo>
                  <a:pt x="61307" y="50006"/>
                </a:lnTo>
                <a:cubicBezTo>
                  <a:pt x="61257" y="50006"/>
                  <a:pt x="61257" y="50031"/>
                  <a:pt x="61232" y="50031"/>
                </a:cubicBezTo>
                <a:lnTo>
                  <a:pt x="61207" y="50031"/>
                </a:lnTo>
                <a:cubicBezTo>
                  <a:pt x="61207" y="50031"/>
                  <a:pt x="61183" y="50031"/>
                  <a:pt x="61183" y="50006"/>
                </a:cubicBezTo>
                <a:lnTo>
                  <a:pt x="61232" y="49932"/>
                </a:lnTo>
                <a:close/>
                <a:moveTo>
                  <a:pt x="65563" y="47019"/>
                </a:moveTo>
                <a:cubicBezTo>
                  <a:pt x="65563" y="47069"/>
                  <a:pt x="65588" y="47144"/>
                  <a:pt x="65588" y="47194"/>
                </a:cubicBezTo>
                <a:cubicBezTo>
                  <a:pt x="65563" y="47318"/>
                  <a:pt x="65588" y="47418"/>
                  <a:pt x="65638" y="47517"/>
                </a:cubicBezTo>
                <a:cubicBezTo>
                  <a:pt x="65663" y="47567"/>
                  <a:pt x="65663" y="47667"/>
                  <a:pt x="65663" y="47741"/>
                </a:cubicBezTo>
                <a:cubicBezTo>
                  <a:pt x="64418" y="48438"/>
                  <a:pt x="63149" y="49235"/>
                  <a:pt x="61904" y="50131"/>
                </a:cubicBezTo>
                <a:cubicBezTo>
                  <a:pt x="61805" y="50106"/>
                  <a:pt x="61730" y="50031"/>
                  <a:pt x="61680" y="50006"/>
                </a:cubicBezTo>
                <a:lnTo>
                  <a:pt x="61655" y="50006"/>
                </a:lnTo>
                <a:cubicBezTo>
                  <a:pt x="61730" y="49932"/>
                  <a:pt x="61830" y="49832"/>
                  <a:pt x="61929" y="49782"/>
                </a:cubicBezTo>
                <a:cubicBezTo>
                  <a:pt x="62178" y="49558"/>
                  <a:pt x="62452" y="49384"/>
                  <a:pt x="62701" y="49160"/>
                </a:cubicBezTo>
                <a:cubicBezTo>
                  <a:pt x="62751" y="49135"/>
                  <a:pt x="62800" y="49110"/>
                  <a:pt x="62850" y="49036"/>
                </a:cubicBezTo>
                <a:cubicBezTo>
                  <a:pt x="63174" y="48787"/>
                  <a:pt x="63473" y="48563"/>
                  <a:pt x="63796" y="48314"/>
                </a:cubicBezTo>
                <a:cubicBezTo>
                  <a:pt x="64070" y="48090"/>
                  <a:pt x="64369" y="47891"/>
                  <a:pt x="64667" y="47667"/>
                </a:cubicBezTo>
                <a:cubicBezTo>
                  <a:pt x="64692" y="47642"/>
                  <a:pt x="64717" y="47592"/>
                  <a:pt x="64792" y="47567"/>
                </a:cubicBezTo>
                <a:cubicBezTo>
                  <a:pt x="65041" y="47393"/>
                  <a:pt x="65290" y="47194"/>
                  <a:pt x="65563" y="47019"/>
                </a:cubicBezTo>
                <a:close/>
                <a:moveTo>
                  <a:pt x="71164" y="45650"/>
                </a:moveTo>
                <a:lnTo>
                  <a:pt x="71164" y="45650"/>
                </a:lnTo>
                <a:cubicBezTo>
                  <a:pt x="70940" y="46024"/>
                  <a:pt x="70790" y="46322"/>
                  <a:pt x="70641" y="46571"/>
                </a:cubicBezTo>
                <a:cubicBezTo>
                  <a:pt x="70566" y="46671"/>
                  <a:pt x="70542" y="46770"/>
                  <a:pt x="70517" y="46820"/>
                </a:cubicBezTo>
                <a:cubicBezTo>
                  <a:pt x="70442" y="46945"/>
                  <a:pt x="70367" y="47069"/>
                  <a:pt x="70293" y="47194"/>
                </a:cubicBezTo>
                <a:cubicBezTo>
                  <a:pt x="70143" y="47393"/>
                  <a:pt x="70019" y="47567"/>
                  <a:pt x="69894" y="47791"/>
                </a:cubicBezTo>
                <a:cubicBezTo>
                  <a:pt x="69297" y="48139"/>
                  <a:pt x="68700" y="48488"/>
                  <a:pt x="68152" y="48861"/>
                </a:cubicBezTo>
                <a:cubicBezTo>
                  <a:pt x="68028" y="48936"/>
                  <a:pt x="67878" y="49011"/>
                  <a:pt x="67729" y="49110"/>
                </a:cubicBezTo>
                <a:cubicBezTo>
                  <a:pt x="67331" y="49359"/>
                  <a:pt x="66907" y="49658"/>
                  <a:pt x="66435" y="49981"/>
                </a:cubicBezTo>
                <a:lnTo>
                  <a:pt x="66161" y="50156"/>
                </a:lnTo>
                <a:cubicBezTo>
                  <a:pt x="66186" y="50106"/>
                  <a:pt x="66186" y="50031"/>
                  <a:pt x="66186" y="49932"/>
                </a:cubicBezTo>
                <a:cubicBezTo>
                  <a:pt x="66211" y="49882"/>
                  <a:pt x="66211" y="49782"/>
                  <a:pt x="66211" y="49732"/>
                </a:cubicBezTo>
                <a:cubicBezTo>
                  <a:pt x="66211" y="49658"/>
                  <a:pt x="66211" y="49558"/>
                  <a:pt x="66260" y="49484"/>
                </a:cubicBezTo>
                <a:cubicBezTo>
                  <a:pt x="66260" y="49384"/>
                  <a:pt x="66285" y="49309"/>
                  <a:pt x="66285" y="49235"/>
                </a:cubicBezTo>
                <a:lnTo>
                  <a:pt x="66285" y="48936"/>
                </a:lnTo>
                <a:lnTo>
                  <a:pt x="66285" y="48662"/>
                </a:lnTo>
                <a:cubicBezTo>
                  <a:pt x="66285" y="48563"/>
                  <a:pt x="66260" y="48488"/>
                  <a:pt x="66260" y="48388"/>
                </a:cubicBezTo>
                <a:cubicBezTo>
                  <a:pt x="66260" y="48289"/>
                  <a:pt x="66211" y="48164"/>
                  <a:pt x="66211" y="48065"/>
                </a:cubicBezTo>
                <a:cubicBezTo>
                  <a:pt x="66211" y="48040"/>
                  <a:pt x="66211" y="48015"/>
                  <a:pt x="66186" y="47940"/>
                </a:cubicBezTo>
                <a:cubicBezTo>
                  <a:pt x="67878" y="47019"/>
                  <a:pt x="69546" y="46248"/>
                  <a:pt x="71164" y="45650"/>
                </a:cubicBezTo>
                <a:close/>
                <a:moveTo>
                  <a:pt x="97250" y="48289"/>
                </a:moveTo>
                <a:cubicBezTo>
                  <a:pt x="97548" y="48911"/>
                  <a:pt x="97797" y="49558"/>
                  <a:pt x="97996" y="50255"/>
                </a:cubicBezTo>
                <a:lnTo>
                  <a:pt x="97947" y="50255"/>
                </a:lnTo>
                <a:cubicBezTo>
                  <a:pt x="97772" y="49558"/>
                  <a:pt x="97524" y="48936"/>
                  <a:pt x="97200" y="48363"/>
                </a:cubicBezTo>
                <a:cubicBezTo>
                  <a:pt x="97200" y="48314"/>
                  <a:pt x="97250" y="48289"/>
                  <a:pt x="97250" y="48289"/>
                </a:cubicBezTo>
                <a:close/>
                <a:moveTo>
                  <a:pt x="105265" y="40448"/>
                </a:moveTo>
                <a:cubicBezTo>
                  <a:pt x="105290" y="40448"/>
                  <a:pt x="105364" y="40473"/>
                  <a:pt x="105464" y="40548"/>
                </a:cubicBezTo>
                <a:cubicBezTo>
                  <a:pt x="105713" y="40821"/>
                  <a:pt x="105962" y="41095"/>
                  <a:pt x="106161" y="41419"/>
                </a:cubicBezTo>
                <a:cubicBezTo>
                  <a:pt x="106235" y="41518"/>
                  <a:pt x="106285" y="41568"/>
                  <a:pt x="106360" y="41668"/>
                </a:cubicBezTo>
                <a:cubicBezTo>
                  <a:pt x="106609" y="42041"/>
                  <a:pt x="106858" y="42439"/>
                  <a:pt x="107107" y="42838"/>
                </a:cubicBezTo>
                <a:cubicBezTo>
                  <a:pt x="107156" y="42937"/>
                  <a:pt x="107206" y="43037"/>
                  <a:pt x="107256" y="43136"/>
                </a:cubicBezTo>
                <a:cubicBezTo>
                  <a:pt x="107455" y="43460"/>
                  <a:pt x="107604" y="43808"/>
                  <a:pt x="107754" y="44182"/>
                </a:cubicBezTo>
                <a:cubicBezTo>
                  <a:pt x="107779" y="44256"/>
                  <a:pt x="107779" y="44281"/>
                  <a:pt x="107828" y="44331"/>
                </a:cubicBezTo>
                <a:lnTo>
                  <a:pt x="107903" y="44630"/>
                </a:lnTo>
                <a:cubicBezTo>
                  <a:pt x="108077" y="45028"/>
                  <a:pt x="108202" y="45401"/>
                  <a:pt x="108326" y="45825"/>
                </a:cubicBezTo>
                <a:cubicBezTo>
                  <a:pt x="108351" y="45899"/>
                  <a:pt x="108351" y="45949"/>
                  <a:pt x="108376" y="46024"/>
                </a:cubicBezTo>
                <a:cubicBezTo>
                  <a:pt x="108077" y="46248"/>
                  <a:pt x="107754" y="46422"/>
                  <a:pt x="107480" y="46621"/>
                </a:cubicBezTo>
                <a:cubicBezTo>
                  <a:pt x="107256" y="46770"/>
                  <a:pt x="107032" y="46895"/>
                  <a:pt x="106833" y="47044"/>
                </a:cubicBezTo>
                <a:cubicBezTo>
                  <a:pt x="106484" y="47243"/>
                  <a:pt x="106136" y="47418"/>
                  <a:pt x="105837" y="47617"/>
                </a:cubicBezTo>
                <a:cubicBezTo>
                  <a:pt x="105588" y="47741"/>
                  <a:pt x="105339" y="47891"/>
                  <a:pt x="105090" y="48015"/>
                </a:cubicBezTo>
                <a:cubicBezTo>
                  <a:pt x="104742" y="48164"/>
                  <a:pt x="104418" y="48314"/>
                  <a:pt x="104095" y="48438"/>
                </a:cubicBezTo>
                <a:cubicBezTo>
                  <a:pt x="103796" y="48563"/>
                  <a:pt x="103547" y="48687"/>
                  <a:pt x="103273" y="48811"/>
                </a:cubicBezTo>
                <a:cubicBezTo>
                  <a:pt x="102975" y="48936"/>
                  <a:pt x="102626" y="49060"/>
                  <a:pt x="102303" y="49160"/>
                </a:cubicBezTo>
                <a:cubicBezTo>
                  <a:pt x="102004" y="49260"/>
                  <a:pt x="101730" y="49384"/>
                  <a:pt x="101407" y="49484"/>
                </a:cubicBezTo>
                <a:cubicBezTo>
                  <a:pt x="101133" y="49558"/>
                  <a:pt x="100859" y="49633"/>
                  <a:pt x="100560" y="49732"/>
                </a:cubicBezTo>
                <a:cubicBezTo>
                  <a:pt x="100535" y="49732"/>
                  <a:pt x="100535" y="49732"/>
                  <a:pt x="100510" y="49757"/>
                </a:cubicBezTo>
                <a:lnTo>
                  <a:pt x="100486" y="49757"/>
                </a:lnTo>
                <a:cubicBezTo>
                  <a:pt x="100162" y="49857"/>
                  <a:pt x="99863" y="49932"/>
                  <a:pt x="99515" y="50006"/>
                </a:cubicBezTo>
                <a:cubicBezTo>
                  <a:pt x="99141" y="50106"/>
                  <a:pt x="98793" y="50156"/>
                  <a:pt x="98420" y="50230"/>
                </a:cubicBezTo>
                <a:cubicBezTo>
                  <a:pt x="98395" y="50230"/>
                  <a:pt x="98370" y="50230"/>
                  <a:pt x="98295" y="50255"/>
                </a:cubicBezTo>
                <a:cubicBezTo>
                  <a:pt x="98071" y="49484"/>
                  <a:pt x="97797" y="48762"/>
                  <a:pt x="97449" y="48115"/>
                </a:cubicBezTo>
                <a:cubicBezTo>
                  <a:pt x="98046" y="46994"/>
                  <a:pt x="98619" y="45874"/>
                  <a:pt x="99166" y="44754"/>
                </a:cubicBezTo>
                <a:cubicBezTo>
                  <a:pt x="99291" y="44680"/>
                  <a:pt x="99415" y="44630"/>
                  <a:pt x="99515" y="44555"/>
                </a:cubicBezTo>
                <a:cubicBezTo>
                  <a:pt x="99614" y="44505"/>
                  <a:pt x="99739" y="44456"/>
                  <a:pt x="99814" y="44406"/>
                </a:cubicBezTo>
                <a:lnTo>
                  <a:pt x="100486" y="44032"/>
                </a:lnTo>
                <a:cubicBezTo>
                  <a:pt x="100610" y="43958"/>
                  <a:pt x="100735" y="43908"/>
                  <a:pt x="100809" y="43833"/>
                </a:cubicBezTo>
                <a:cubicBezTo>
                  <a:pt x="101008" y="43709"/>
                  <a:pt x="101232" y="43584"/>
                  <a:pt x="101407" y="43460"/>
                </a:cubicBezTo>
                <a:cubicBezTo>
                  <a:pt x="101531" y="43385"/>
                  <a:pt x="101655" y="43311"/>
                  <a:pt x="101780" y="43211"/>
                </a:cubicBezTo>
                <a:cubicBezTo>
                  <a:pt x="101979" y="43087"/>
                  <a:pt x="102153" y="42962"/>
                  <a:pt x="102303" y="42838"/>
                </a:cubicBezTo>
                <a:cubicBezTo>
                  <a:pt x="102427" y="42763"/>
                  <a:pt x="102601" y="42663"/>
                  <a:pt x="102726" y="42564"/>
                </a:cubicBezTo>
                <a:cubicBezTo>
                  <a:pt x="102875" y="42439"/>
                  <a:pt x="103049" y="42315"/>
                  <a:pt x="103224" y="42190"/>
                </a:cubicBezTo>
                <a:cubicBezTo>
                  <a:pt x="103373" y="42066"/>
                  <a:pt x="103497" y="41966"/>
                  <a:pt x="103647" y="41842"/>
                </a:cubicBezTo>
                <a:cubicBezTo>
                  <a:pt x="103796" y="41718"/>
                  <a:pt x="103970" y="41593"/>
                  <a:pt x="104095" y="41469"/>
                </a:cubicBezTo>
                <a:lnTo>
                  <a:pt x="104543" y="41095"/>
                </a:lnTo>
                <a:cubicBezTo>
                  <a:pt x="104717" y="40971"/>
                  <a:pt x="104842" y="40846"/>
                  <a:pt x="104966" y="40722"/>
                </a:cubicBezTo>
                <a:cubicBezTo>
                  <a:pt x="105041" y="40647"/>
                  <a:pt x="105165" y="40548"/>
                  <a:pt x="105265" y="40448"/>
                </a:cubicBezTo>
                <a:close/>
                <a:moveTo>
                  <a:pt x="61506" y="50131"/>
                </a:moveTo>
                <a:cubicBezTo>
                  <a:pt x="61556" y="50156"/>
                  <a:pt x="61581" y="50156"/>
                  <a:pt x="61606" y="50180"/>
                </a:cubicBezTo>
                <a:cubicBezTo>
                  <a:pt x="61606" y="50180"/>
                  <a:pt x="61680" y="50230"/>
                  <a:pt x="61705" y="50280"/>
                </a:cubicBezTo>
                <a:cubicBezTo>
                  <a:pt x="61606" y="50255"/>
                  <a:pt x="61506" y="50230"/>
                  <a:pt x="61456" y="50156"/>
                </a:cubicBezTo>
                <a:cubicBezTo>
                  <a:pt x="61481" y="50156"/>
                  <a:pt x="61481" y="50131"/>
                  <a:pt x="61506" y="50131"/>
                </a:cubicBezTo>
                <a:close/>
                <a:moveTo>
                  <a:pt x="65688" y="47940"/>
                </a:moveTo>
                <a:lnTo>
                  <a:pt x="65688" y="48015"/>
                </a:lnTo>
                <a:cubicBezTo>
                  <a:pt x="64518" y="48687"/>
                  <a:pt x="63323" y="49434"/>
                  <a:pt x="62128" y="50280"/>
                </a:cubicBezTo>
                <a:cubicBezTo>
                  <a:pt x="62103" y="50280"/>
                  <a:pt x="62103" y="50255"/>
                  <a:pt x="62079" y="50255"/>
                </a:cubicBezTo>
                <a:cubicBezTo>
                  <a:pt x="63298" y="49409"/>
                  <a:pt x="64518" y="48637"/>
                  <a:pt x="65688" y="47940"/>
                </a:cubicBezTo>
                <a:close/>
                <a:moveTo>
                  <a:pt x="65987" y="48065"/>
                </a:moveTo>
                <a:cubicBezTo>
                  <a:pt x="65987" y="48164"/>
                  <a:pt x="66036" y="48264"/>
                  <a:pt x="66036" y="48363"/>
                </a:cubicBezTo>
                <a:cubicBezTo>
                  <a:pt x="66036" y="48488"/>
                  <a:pt x="66061" y="48563"/>
                  <a:pt x="66061" y="48687"/>
                </a:cubicBezTo>
                <a:lnTo>
                  <a:pt x="66061" y="48911"/>
                </a:lnTo>
                <a:lnTo>
                  <a:pt x="66061" y="49210"/>
                </a:lnTo>
                <a:lnTo>
                  <a:pt x="66061" y="49434"/>
                </a:lnTo>
                <a:cubicBezTo>
                  <a:pt x="66061" y="49533"/>
                  <a:pt x="66061" y="49633"/>
                  <a:pt x="66036" y="49708"/>
                </a:cubicBezTo>
                <a:cubicBezTo>
                  <a:pt x="66036" y="49782"/>
                  <a:pt x="65987" y="49832"/>
                  <a:pt x="65987" y="49932"/>
                </a:cubicBezTo>
                <a:cubicBezTo>
                  <a:pt x="65987" y="50006"/>
                  <a:pt x="65962" y="50081"/>
                  <a:pt x="65962" y="50156"/>
                </a:cubicBezTo>
                <a:cubicBezTo>
                  <a:pt x="65937" y="50255"/>
                  <a:pt x="65912" y="50305"/>
                  <a:pt x="65862" y="50380"/>
                </a:cubicBezTo>
                <a:cubicBezTo>
                  <a:pt x="65862" y="50380"/>
                  <a:pt x="65862" y="50405"/>
                  <a:pt x="65837" y="50405"/>
                </a:cubicBezTo>
                <a:cubicBezTo>
                  <a:pt x="65812" y="50429"/>
                  <a:pt x="65787" y="50429"/>
                  <a:pt x="65738" y="50454"/>
                </a:cubicBezTo>
                <a:cubicBezTo>
                  <a:pt x="65738" y="50429"/>
                  <a:pt x="65787" y="50405"/>
                  <a:pt x="65787" y="50380"/>
                </a:cubicBezTo>
                <a:cubicBezTo>
                  <a:pt x="65812" y="50255"/>
                  <a:pt x="65837" y="50180"/>
                  <a:pt x="65862" y="50106"/>
                </a:cubicBezTo>
                <a:cubicBezTo>
                  <a:pt x="65862" y="50031"/>
                  <a:pt x="65912" y="50006"/>
                  <a:pt x="65912" y="49932"/>
                </a:cubicBezTo>
                <a:cubicBezTo>
                  <a:pt x="65937" y="49857"/>
                  <a:pt x="65937" y="49782"/>
                  <a:pt x="65962" y="49683"/>
                </a:cubicBezTo>
                <a:lnTo>
                  <a:pt x="65962" y="49484"/>
                </a:lnTo>
                <a:cubicBezTo>
                  <a:pt x="65962" y="49384"/>
                  <a:pt x="65962" y="49284"/>
                  <a:pt x="66011" y="49185"/>
                </a:cubicBezTo>
                <a:lnTo>
                  <a:pt x="66011" y="48936"/>
                </a:lnTo>
                <a:lnTo>
                  <a:pt x="66011" y="48662"/>
                </a:lnTo>
                <a:cubicBezTo>
                  <a:pt x="66011" y="48563"/>
                  <a:pt x="65962" y="48488"/>
                  <a:pt x="65962" y="48388"/>
                </a:cubicBezTo>
                <a:cubicBezTo>
                  <a:pt x="65962" y="48289"/>
                  <a:pt x="65937" y="48189"/>
                  <a:pt x="65937" y="48090"/>
                </a:cubicBezTo>
                <a:cubicBezTo>
                  <a:pt x="65962" y="48090"/>
                  <a:pt x="65962" y="48065"/>
                  <a:pt x="65987" y="48065"/>
                </a:cubicBezTo>
                <a:close/>
                <a:moveTo>
                  <a:pt x="97100" y="48538"/>
                </a:moveTo>
                <a:cubicBezTo>
                  <a:pt x="97374" y="49110"/>
                  <a:pt x="97573" y="49658"/>
                  <a:pt x="97772" y="50280"/>
                </a:cubicBezTo>
                <a:cubicBezTo>
                  <a:pt x="97673" y="50305"/>
                  <a:pt x="97548" y="50355"/>
                  <a:pt x="97449" y="50355"/>
                </a:cubicBezTo>
                <a:cubicBezTo>
                  <a:pt x="97001" y="50405"/>
                  <a:pt x="96478" y="50479"/>
                  <a:pt x="96030" y="50504"/>
                </a:cubicBezTo>
                <a:cubicBezTo>
                  <a:pt x="96403" y="49857"/>
                  <a:pt x="96777" y="49185"/>
                  <a:pt x="97100" y="48538"/>
                </a:cubicBezTo>
                <a:close/>
                <a:moveTo>
                  <a:pt x="108401" y="46273"/>
                </a:moveTo>
                <a:lnTo>
                  <a:pt x="108401" y="46298"/>
                </a:lnTo>
                <a:lnTo>
                  <a:pt x="108401" y="46322"/>
                </a:lnTo>
                <a:cubicBezTo>
                  <a:pt x="108152" y="46522"/>
                  <a:pt x="107878" y="46671"/>
                  <a:pt x="107629" y="46820"/>
                </a:cubicBezTo>
                <a:cubicBezTo>
                  <a:pt x="107380" y="46994"/>
                  <a:pt x="107132" y="47169"/>
                  <a:pt x="106858" y="47318"/>
                </a:cubicBezTo>
                <a:cubicBezTo>
                  <a:pt x="106584" y="47492"/>
                  <a:pt x="106260" y="47642"/>
                  <a:pt x="105987" y="47791"/>
                </a:cubicBezTo>
                <a:cubicBezTo>
                  <a:pt x="105713" y="47940"/>
                  <a:pt x="105389" y="48115"/>
                  <a:pt x="105115" y="48264"/>
                </a:cubicBezTo>
                <a:cubicBezTo>
                  <a:pt x="104842" y="48388"/>
                  <a:pt x="104543" y="48513"/>
                  <a:pt x="104294" y="48637"/>
                </a:cubicBezTo>
                <a:cubicBezTo>
                  <a:pt x="103945" y="48787"/>
                  <a:pt x="103647" y="48936"/>
                  <a:pt x="103298" y="49060"/>
                </a:cubicBezTo>
                <a:lnTo>
                  <a:pt x="102552" y="49359"/>
                </a:lnTo>
                <a:cubicBezTo>
                  <a:pt x="102178" y="49484"/>
                  <a:pt x="101805" y="49633"/>
                  <a:pt x="101431" y="49757"/>
                </a:cubicBezTo>
                <a:cubicBezTo>
                  <a:pt x="101183" y="49807"/>
                  <a:pt x="100934" y="49882"/>
                  <a:pt x="100735" y="49932"/>
                </a:cubicBezTo>
                <a:cubicBezTo>
                  <a:pt x="100311" y="50056"/>
                  <a:pt x="99913" y="50180"/>
                  <a:pt x="99515" y="50280"/>
                </a:cubicBezTo>
                <a:cubicBezTo>
                  <a:pt x="99266" y="50355"/>
                  <a:pt x="99017" y="50380"/>
                  <a:pt x="98743" y="50429"/>
                </a:cubicBezTo>
                <a:cubicBezTo>
                  <a:pt x="98619" y="50479"/>
                  <a:pt x="98445" y="50504"/>
                  <a:pt x="98320" y="50529"/>
                </a:cubicBezTo>
                <a:lnTo>
                  <a:pt x="98270" y="50405"/>
                </a:lnTo>
                <a:cubicBezTo>
                  <a:pt x="98320" y="50405"/>
                  <a:pt x="98370" y="50380"/>
                  <a:pt x="98420" y="50380"/>
                </a:cubicBezTo>
                <a:cubicBezTo>
                  <a:pt x="98445" y="50380"/>
                  <a:pt x="98519" y="50355"/>
                  <a:pt x="98544" y="50355"/>
                </a:cubicBezTo>
                <a:cubicBezTo>
                  <a:pt x="98868" y="50280"/>
                  <a:pt x="99166" y="50255"/>
                  <a:pt x="99490" y="50156"/>
                </a:cubicBezTo>
                <a:cubicBezTo>
                  <a:pt x="99565" y="50131"/>
                  <a:pt x="99664" y="50106"/>
                  <a:pt x="99739" y="50106"/>
                </a:cubicBezTo>
                <a:cubicBezTo>
                  <a:pt x="99938" y="50031"/>
                  <a:pt x="100137" y="49981"/>
                  <a:pt x="100361" y="49907"/>
                </a:cubicBezTo>
                <a:lnTo>
                  <a:pt x="100386" y="49907"/>
                </a:lnTo>
                <a:cubicBezTo>
                  <a:pt x="100411" y="49907"/>
                  <a:pt x="100486" y="49882"/>
                  <a:pt x="100510" y="49882"/>
                </a:cubicBezTo>
                <a:cubicBezTo>
                  <a:pt x="100560" y="49857"/>
                  <a:pt x="100635" y="49857"/>
                  <a:pt x="100685" y="49807"/>
                </a:cubicBezTo>
                <a:cubicBezTo>
                  <a:pt x="100934" y="49757"/>
                  <a:pt x="101183" y="49683"/>
                  <a:pt x="101407" y="49633"/>
                </a:cubicBezTo>
                <a:cubicBezTo>
                  <a:pt x="101680" y="49533"/>
                  <a:pt x="101929" y="49434"/>
                  <a:pt x="102228" y="49359"/>
                </a:cubicBezTo>
                <a:cubicBezTo>
                  <a:pt x="102253" y="49359"/>
                  <a:pt x="102278" y="49309"/>
                  <a:pt x="102303" y="49309"/>
                </a:cubicBezTo>
                <a:cubicBezTo>
                  <a:pt x="102651" y="49185"/>
                  <a:pt x="102975" y="49110"/>
                  <a:pt x="103298" y="48986"/>
                </a:cubicBezTo>
                <a:cubicBezTo>
                  <a:pt x="103497" y="48911"/>
                  <a:pt x="103647" y="48811"/>
                  <a:pt x="103796" y="48762"/>
                </a:cubicBezTo>
                <a:cubicBezTo>
                  <a:pt x="103871" y="48737"/>
                  <a:pt x="103970" y="48687"/>
                  <a:pt x="104020" y="48662"/>
                </a:cubicBezTo>
                <a:cubicBezTo>
                  <a:pt x="104045" y="48637"/>
                  <a:pt x="104120" y="48637"/>
                  <a:pt x="104145" y="48612"/>
                </a:cubicBezTo>
                <a:cubicBezTo>
                  <a:pt x="104169" y="48612"/>
                  <a:pt x="104219" y="48563"/>
                  <a:pt x="104244" y="48563"/>
                </a:cubicBezTo>
                <a:cubicBezTo>
                  <a:pt x="104518" y="48438"/>
                  <a:pt x="104842" y="48314"/>
                  <a:pt x="105115" y="48189"/>
                </a:cubicBezTo>
                <a:cubicBezTo>
                  <a:pt x="105339" y="48115"/>
                  <a:pt x="105538" y="47940"/>
                  <a:pt x="105763" y="47866"/>
                </a:cubicBezTo>
                <a:cubicBezTo>
                  <a:pt x="105837" y="47816"/>
                  <a:pt x="105862" y="47791"/>
                  <a:pt x="105912" y="47766"/>
                </a:cubicBezTo>
                <a:cubicBezTo>
                  <a:pt x="105962" y="47766"/>
                  <a:pt x="105962" y="47741"/>
                  <a:pt x="105987" y="47741"/>
                </a:cubicBezTo>
                <a:cubicBezTo>
                  <a:pt x="106161" y="47642"/>
                  <a:pt x="106385" y="47517"/>
                  <a:pt x="106584" y="47418"/>
                </a:cubicBezTo>
                <a:cubicBezTo>
                  <a:pt x="106659" y="47368"/>
                  <a:pt x="106783" y="47318"/>
                  <a:pt x="106883" y="47268"/>
                </a:cubicBezTo>
                <a:cubicBezTo>
                  <a:pt x="107082" y="47144"/>
                  <a:pt x="107256" y="47019"/>
                  <a:pt x="107480" y="46895"/>
                </a:cubicBezTo>
                <a:cubicBezTo>
                  <a:pt x="107530" y="46870"/>
                  <a:pt x="107604" y="46795"/>
                  <a:pt x="107654" y="46770"/>
                </a:cubicBezTo>
                <a:cubicBezTo>
                  <a:pt x="107903" y="46621"/>
                  <a:pt x="108152" y="46447"/>
                  <a:pt x="108401" y="46273"/>
                </a:cubicBezTo>
                <a:close/>
                <a:moveTo>
                  <a:pt x="97026" y="48289"/>
                </a:moveTo>
                <a:cubicBezTo>
                  <a:pt x="97026" y="48314"/>
                  <a:pt x="97051" y="48363"/>
                  <a:pt x="97051" y="48363"/>
                </a:cubicBezTo>
                <a:cubicBezTo>
                  <a:pt x="96627" y="49060"/>
                  <a:pt x="96204" y="49807"/>
                  <a:pt x="95806" y="50554"/>
                </a:cubicBezTo>
                <a:lnTo>
                  <a:pt x="95756" y="50554"/>
                </a:lnTo>
                <a:cubicBezTo>
                  <a:pt x="96179" y="49807"/>
                  <a:pt x="96627" y="49036"/>
                  <a:pt x="97026" y="48289"/>
                </a:cubicBezTo>
                <a:close/>
                <a:moveTo>
                  <a:pt x="69646" y="48239"/>
                </a:moveTo>
                <a:cubicBezTo>
                  <a:pt x="69646" y="48264"/>
                  <a:pt x="69621" y="48264"/>
                  <a:pt x="69621" y="48289"/>
                </a:cubicBezTo>
                <a:cubicBezTo>
                  <a:pt x="69496" y="48363"/>
                  <a:pt x="69372" y="48438"/>
                  <a:pt x="69247" y="48513"/>
                </a:cubicBezTo>
                <a:cubicBezTo>
                  <a:pt x="69197" y="48513"/>
                  <a:pt x="69197" y="48538"/>
                  <a:pt x="69173" y="48538"/>
                </a:cubicBezTo>
                <a:cubicBezTo>
                  <a:pt x="68077" y="49160"/>
                  <a:pt x="67032" y="49882"/>
                  <a:pt x="65937" y="50629"/>
                </a:cubicBezTo>
                <a:lnTo>
                  <a:pt x="65962" y="50604"/>
                </a:lnTo>
                <a:lnTo>
                  <a:pt x="65962" y="50554"/>
                </a:lnTo>
                <a:cubicBezTo>
                  <a:pt x="66708" y="50031"/>
                  <a:pt x="67704" y="49384"/>
                  <a:pt x="68650" y="48811"/>
                </a:cubicBezTo>
                <a:cubicBezTo>
                  <a:pt x="68774" y="48762"/>
                  <a:pt x="68874" y="48687"/>
                  <a:pt x="68998" y="48637"/>
                </a:cubicBezTo>
                <a:lnTo>
                  <a:pt x="69073" y="48563"/>
                </a:lnTo>
                <a:cubicBezTo>
                  <a:pt x="69272" y="48488"/>
                  <a:pt x="69446" y="48363"/>
                  <a:pt x="69646" y="48239"/>
                </a:cubicBezTo>
                <a:close/>
                <a:moveTo>
                  <a:pt x="95408" y="46173"/>
                </a:moveTo>
                <a:cubicBezTo>
                  <a:pt x="96030" y="46696"/>
                  <a:pt x="96503" y="47368"/>
                  <a:pt x="96901" y="48065"/>
                </a:cubicBezTo>
                <a:cubicBezTo>
                  <a:pt x="96453" y="48911"/>
                  <a:pt x="96005" y="49757"/>
                  <a:pt x="95507" y="50554"/>
                </a:cubicBezTo>
                <a:lnTo>
                  <a:pt x="95458" y="50554"/>
                </a:lnTo>
                <a:cubicBezTo>
                  <a:pt x="94810" y="50629"/>
                  <a:pt x="94138" y="50653"/>
                  <a:pt x="93466" y="50653"/>
                </a:cubicBezTo>
                <a:cubicBezTo>
                  <a:pt x="92968" y="50653"/>
                  <a:pt x="92471" y="50629"/>
                  <a:pt x="91973" y="50604"/>
                </a:cubicBezTo>
                <a:lnTo>
                  <a:pt x="91649" y="50604"/>
                </a:lnTo>
                <a:cubicBezTo>
                  <a:pt x="91151" y="50554"/>
                  <a:pt x="90654" y="50504"/>
                  <a:pt x="90181" y="50429"/>
                </a:cubicBezTo>
                <a:lnTo>
                  <a:pt x="90081" y="50429"/>
                </a:lnTo>
                <a:cubicBezTo>
                  <a:pt x="89733" y="50405"/>
                  <a:pt x="89434" y="50355"/>
                  <a:pt x="89085" y="50280"/>
                </a:cubicBezTo>
                <a:cubicBezTo>
                  <a:pt x="88986" y="50255"/>
                  <a:pt x="88911" y="50255"/>
                  <a:pt x="88812" y="50230"/>
                </a:cubicBezTo>
                <a:cubicBezTo>
                  <a:pt x="88563" y="50156"/>
                  <a:pt x="88314" y="50131"/>
                  <a:pt x="88065" y="50056"/>
                </a:cubicBezTo>
                <a:lnTo>
                  <a:pt x="87990" y="50056"/>
                </a:lnTo>
                <a:lnTo>
                  <a:pt x="87617" y="49981"/>
                </a:lnTo>
                <a:cubicBezTo>
                  <a:pt x="87542" y="49932"/>
                  <a:pt x="87418" y="49907"/>
                  <a:pt x="87318" y="49882"/>
                </a:cubicBezTo>
                <a:cubicBezTo>
                  <a:pt x="86995" y="48687"/>
                  <a:pt x="86472" y="47667"/>
                  <a:pt x="85750" y="46820"/>
                </a:cubicBezTo>
                <a:lnTo>
                  <a:pt x="85825" y="46820"/>
                </a:lnTo>
                <a:cubicBezTo>
                  <a:pt x="85924" y="46870"/>
                  <a:pt x="85999" y="46870"/>
                  <a:pt x="86099" y="46895"/>
                </a:cubicBezTo>
                <a:cubicBezTo>
                  <a:pt x="86497" y="46945"/>
                  <a:pt x="86870" y="46994"/>
                  <a:pt x="87293" y="47044"/>
                </a:cubicBezTo>
                <a:cubicBezTo>
                  <a:pt x="87368" y="47044"/>
                  <a:pt x="87492" y="47069"/>
                  <a:pt x="87592" y="47069"/>
                </a:cubicBezTo>
                <a:cubicBezTo>
                  <a:pt x="88090" y="47094"/>
                  <a:pt x="88588" y="47144"/>
                  <a:pt x="89085" y="47144"/>
                </a:cubicBezTo>
                <a:cubicBezTo>
                  <a:pt x="89733" y="47144"/>
                  <a:pt x="90405" y="47094"/>
                  <a:pt x="91027" y="47044"/>
                </a:cubicBezTo>
                <a:cubicBezTo>
                  <a:pt x="91077" y="47044"/>
                  <a:pt x="91176" y="47044"/>
                  <a:pt x="91226" y="47019"/>
                </a:cubicBezTo>
                <a:lnTo>
                  <a:pt x="92072" y="46920"/>
                </a:lnTo>
                <a:cubicBezTo>
                  <a:pt x="92172" y="46920"/>
                  <a:pt x="92222" y="46895"/>
                  <a:pt x="92321" y="46895"/>
                </a:cubicBezTo>
                <a:cubicBezTo>
                  <a:pt x="92595" y="46845"/>
                  <a:pt x="92894" y="46795"/>
                  <a:pt x="93168" y="46721"/>
                </a:cubicBezTo>
                <a:cubicBezTo>
                  <a:pt x="93217" y="46721"/>
                  <a:pt x="93317" y="46696"/>
                  <a:pt x="93392" y="46696"/>
                </a:cubicBezTo>
                <a:lnTo>
                  <a:pt x="94213" y="46522"/>
                </a:lnTo>
                <a:cubicBezTo>
                  <a:pt x="94288" y="46472"/>
                  <a:pt x="94387" y="46472"/>
                  <a:pt x="94437" y="46447"/>
                </a:cubicBezTo>
                <a:cubicBezTo>
                  <a:pt x="94711" y="46397"/>
                  <a:pt x="95010" y="46298"/>
                  <a:pt x="95283" y="46198"/>
                </a:cubicBezTo>
                <a:cubicBezTo>
                  <a:pt x="95308" y="46198"/>
                  <a:pt x="95333" y="46173"/>
                  <a:pt x="95408" y="46173"/>
                </a:cubicBezTo>
                <a:close/>
                <a:moveTo>
                  <a:pt x="97797" y="50529"/>
                </a:moveTo>
                <a:lnTo>
                  <a:pt x="97797" y="50554"/>
                </a:lnTo>
                <a:lnTo>
                  <a:pt x="97797" y="50604"/>
                </a:lnTo>
                <a:cubicBezTo>
                  <a:pt x="97673" y="50629"/>
                  <a:pt x="97548" y="50653"/>
                  <a:pt x="97424" y="50653"/>
                </a:cubicBezTo>
                <a:cubicBezTo>
                  <a:pt x="97150" y="50678"/>
                  <a:pt x="96876" y="50728"/>
                  <a:pt x="96553" y="50753"/>
                </a:cubicBezTo>
                <a:cubicBezTo>
                  <a:pt x="96379" y="50753"/>
                  <a:pt x="96130" y="50778"/>
                  <a:pt x="95881" y="50778"/>
                </a:cubicBezTo>
                <a:lnTo>
                  <a:pt x="95906" y="50753"/>
                </a:lnTo>
                <a:cubicBezTo>
                  <a:pt x="96030" y="50753"/>
                  <a:pt x="96130" y="50728"/>
                  <a:pt x="96254" y="50728"/>
                </a:cubicBezTo>
                <a:lnTo>
                  <a:pt x="96379" y="50728"/>
                </a:lnTo>
                <a:cubicBezTo>
                  <a:pt x="96752" y="50678"/>
                  <a:pt x="97125" y="50653"/>
                  <a:pt x="97499" y="50604"/>
                </a:cubicBezTo>
                <a:lnTo>
                  <a:pt x="97524" y="50604"/>
                </a:lnTo>
                <a:cubicBezTo>
                  <a:pt x="97623" y="50554"/>
                  <a:pt x="97698" y="50554"/>
                  <a:pt x="97797" y="50529"/>
                </a:cubicBezTo>
                <a:close/>
                <a:moveTo>
                  <a:pt x="95682" y="50753"/>
                </a:moveTo>
                <a:cubicBezTo>
                  <a:pt x="95682" y="50753"/>
                  <a:pt x="95682" y="50778"/>
                  <a:pt x="95657" y="50778"/>
                </a:cubicBezTo>
                <a:lnTo>
                  <a:pt x="95657" y="50803"/>
                </a:lnTo>
                <a:lnTo>
                  <a:pt x="95582" y="50803"/>
                </a:lnTo>
                <a:cubicBezTo>
                  <a:pt x="95582" y="50803"/>
                  <a:pt x="95582" y="50778"/>
                  <a:pt x="95632" y="50778"/>
                </a:cubicBezTo>
                <a:cubicBezTo>
                  <a:pt x="95632" y="50778"/>
                  <a:pt x="95632" y="50753"/>
                  <a:pt x="95657" y="50753"/>
                </a:cubicBezTo>
                <a:close/>
                <a:moveTo>
                  <a:pt x="65613" y="50778"/>
                </a:moveTo>
                <a:cubicBezTo>
                  <a:pt x="65588" y="50803"/>
                  <a:pt x="65563" y="50853"/>
                  <a:pt x="65514" y="50853"/>
                </a:cubicBezTo>
                <a:cubicBezTo>
                  <a:pt x="65538" y="50803"/>
                  <a:pt x="65563" y="50778"/>
                  <a:pt x="65613" y="50778"/>
                </a:cubicBezTo>
                <a:close/>
                <a:moveTo>
                  <a:pt x="87368" y="50056"/>
                </a:moveTo>
                <a:cubicBezTo>
                  <a:pt x="87542" y="50106"/>
                  <a:pt x="87692" y="50156"/>
                  <a:pt x="87841" y="50180"/>
                </a:cubicBezTo>
                <a:cubicBezTo>
                  <a:pt x="87916" y="50180"/>
                  <a:pt x="87940" y="50230"/>
                  <a:pt x="87990" y="50230"/>
                </a:cubicBezTo>
                <a:cubicBezTo>
                  <a:pt x="88339" y="50305"/>
                  <a:pt x="88712" y="50380"/>
                  <a:pt x="89061" y="50429"/>
                </a:cubicBezTo>
                <a:cubicBezTo>
                  <a:pt x="89110" y="50429"/>
                  <a:pt x="89160" y="50454"/>
                  <a:pt x="89210" y="50454"/>
                </a:cubicBezTo>
                <a:cubicBezTo>
                  <a:pt x="89334" y="50504"/>
                  <a:pt x="89459" y="50504"/>
                  <a:pt x="89558" y="50529"/>
                </a:cubicBezTo>
                <a:lnTo>
                  <a:pt x="90106" y="50629"/>
                </a:lnTo>
                <a:cubicBezTo>
                  <a:pt x="90206" y="50629"/>
                  <a:pt x="90305" y="50653"/>
                  <a:pt x="90355" y="50653"/>
                </a:cubicBezTo>
                <a:lnTo>
                  <a:pt x="90454" y="50653"/>
                </a:lnTo>
                <a:cubicBezTo>
                  <a:pt x="90579" y="50678"/>
                  <a:pt x="90728" y="50678"/>
                  <a:pt x="90853" y="50703"/>
                </a:cubicBezTo>
                <a:cubicBezTo>
                  <a:pt x="90977" y="50703"/>
                  <a:pt x="91077" y="50753"/>
                  <a:pt x="91201" y="50753"/>
                </a:cubicBezTo>
                <a:cubicBezTo>
                  <a:pt x="91351" y="50753"/>
                  <a:pt x="91525" y="50778"/>
                  <a:pt x="91674" y="50778"/>
                </a:cubicBezTo>
                <a:lnTo>
                  <a:pt x="91799" y="50778"/>
                </a:lnTo>
                <a:cubicBezTo>
                  <a:pt x="91923" y="50778"/>
                  <a:pt x="92048" y="50803"/>
                  <a:pt x="92172" y="50803"/>
                </a:cubicBezTo>
                <a:lnTo>
                  <a:pt x="92321" y="50803"/>
                </a:lnTo>
                <a:cubicBezTo>
                  <a:pt x="92695" y="50828"/>
                  <a:pt x="93068" y="50828"/>
                  <a:pt x="93441" y="50828"/>
                </a:cubicBezTo>
                <a:cubicBezTo>
                  <a:pt x="94089" y="50828"/>
                  <a:pt x="94711" y="50803"/>
                  <a:pt x="95333" y="50778"/>
                </a:cubicBezTo>
                <a:lnTo>
                  <a:pt x="95333" y="50778"/>
                </a:lnTo>
                <a:cubicBezTo>
                  <a:pt x="95333" y="50778"/>
                  <a:pt x="95333" y="50803"/>
                  <a:pt x="95308" y="50803"/>
                </a:cubicBezTo>
                <a:cubicBezTo>
                  <a:pt x="95308" y="50803"/>
                  <a:pt x="95308" y="50828"/>
                  <a:pt x="95283" y="50828"/>
                </a:cubicBezTo>
                <a:cubicBezTo>
                  <a:pt x="94960" y="50877"/>
                  <a:pt x="94636" y="50877"/>
                  <a:pt x="94313" y="50877"/>
                </a:cubicBezTo>
                <a:lnTo>
                  <a:pt x="94263" y="50877"/>
                </a:lnTo>
                <a:cubicBezTo>
                  <a:pt x="93964" y="50877"/>
                  <a:pt x="93690" y="50902"/>
                  <a:pt x="93417" y="50902"/>
                </a:cubicBezTo>
                <a:lnTo>
                  <a:pt x="92321" y="50902"/>
                </a:lnTo>
                <a:cubicBezTo>
                  <a:pt x="92023" y="50902"/>
                  <a:pt x="91724" y="50877"/>
                  <a:pt x="91425" y="50828"/>
                </a:cubicBezTo>
                <a:lnTo>
                  <a:pt x="91226" y="50828"/>
                </a:lnTo>
                <a:cubicBezTo>
                  <a:pt x="90903" y="50803"/>
                  <a:pt x="90579" y="50778"/>
                  <a:pt x="90230" y="50703"/>
                </a:cubicBezTo>
                <a:lnTo>
                  <a:pt x="90181" y="50703"/>
                </a:lnTo>
                <a:cubicBezTo>
                  <a:pt x="89832" y="50653"/>
                  <a:pt x="89459" y="50629"/>
                  <a:pt x="89110" y="50554"/>
                </a:cubicBezTo>
                <a:cubicBezTo>
                  <a:pt x="88538" y="50454"/>
                  <a:pt x="87940" y="50305"/>
                  <a:pt x="87343" y="50156"/>
                </a:cubicBezTo>
                <a:lnTo>
                  <a:pt x="87343" y="50131"/>
                </a:lnTo>
                <a:cubicBezTo>
                  <a:pt x="87368" y="50131"/>
                  <a:pt x="87368" y="50106"/>
                  <a:pt x="87368" y="50056"/>
                </a:cubicBezTo>
                <a:close/>
                <a:moveTo>
                  <a:pt x="115445" y="38681"/>
                </a:moveTo>
                <a:cubicBezTo>
                  <a:pt x="116067" y="41444"/>
                  <a:pt x="116192" y="44530"/>
                  <a:pt x="115819" y="47766"/>
                </a:cubicBezTo>
                <a:cubicBezTo>
                  <a:pt x="115495" y="48811"/>
                  <a:pt x="115146" y="49907"/>
                  <a:pt x="114748" y="51002"/>
                </a:cubicBezTo>
                <a:cubicBezTo>
                  <a:pt x="114201" y="48811"/>
                  <a:pt x="112881" y="46621"/>
                  <a:pt x="110940" y="44505"/>
                </a:cubicBezTo>
                <a:lnTo>
                  <a:pt x="111015" y="44406"/>
                </a:lnTo>
                <a:cubicBezTo>
                  <a:pt x="111139" y="44281"/>
                  <a:pt x="111263" y="44182"/>
                  <a:pt x="111363" y="44057"/>
                </a:cubicBezTo>
                <a:lnTo>
                  <a:pt x="111836" y="43584"/>
                </a:lnTo>
                <a:lnTo>
                  <a:pt x="112110" y="43311"/>
                </a:lnTo>
                <a:cubicBezTo>
                  <a:pt x="112259" y="43161"/>
                  <a:pt x="112433" y="42962"/>
                  <a:pt x="112583" y="42813"/>
                </a:cubicBezTo>
                <a:cubicBezTo>
                  <a:pt x="112632" y="42713"/>
                  <a:pt x="112732" y="42663"/>
                  <a:pt x="112807" y="42564"/>
                </a:cubicBezTo>
                <a:lnTo>
                  <a:pt x="113255" y="41991"/>
                </a:lnTo>
                <a:cubicBezTo>
                  <a:pt x="113329" y="41942"/>
                  <a:pt x="113354" y="41867"/>
                  <a:pt x="113429" y="41792"/>
                </a:cubicBezTo>
                <a:cubicBezTo>
                  <a:pt x="113578" y="41568"/>
                  <a:pt x="113728" y="41369"/>
                  <a:pt x="113877" y="41170"/>
                </a:cubicBezTo>
                <a:cubicBezTo>
                  <a:pt x="113927" y="41145"/>
                  <a:pt x="113952" y="41095"/>
                  <a:pt x="113977" y="41046"/>
                </a:cubicBezTo>
                <a:cubicBezTo>
                  <a:pt x="114549" y="40249"/>
                  <a:pt x="115047" y="39477"/>
                  <a:pt x="115445" y="38681"/>
                </a:cubicBezTo>
                <a:close/>
                <a:moveTo>
                  <a:pt x="65812" y="48214"/>
                </a:moveTo>
                <a:cubicBezTo>
                  <a:pt x="65812" y="48314"/>
                  <a:pt x="65837" y="48388"/>
                  <a:pt x="65837" y="48463"/>
                </a:cubicBezTo>
                <a:cubicBezTo>
                  <a:pt x="65837" y="48563"/>
                  <a:pt x="65887" y="48637"/>
                  <a:pt x="65887" y="48712"/>
                </a:cubicBezTo>
                <a:lnTo>
                  <a:pt x="65887" y="49011"/>
                </a:lnTo>
                <a:lnTo>
                  <a:pt x="65887" y="49210"/>
                </a:lnTo>
                <a:cubicBezTo>
                  <a:pt x="65787" y="49284"/>
                  <a:pt x="65787" y="49359"/>
                  <a:pt x="65787" y="49434"/>
                </a:cubicBezTo>
                <a:lnTo>
                  <a:pt x="65787" y="49633"/>
                </a:lnTo>
                <a:cubicBezTo>
                  <a:pt x="65787" y="49732"/>
                  <a:pt x="65762" y="49782"/>
                  <a:pt x="65762" y="49832"/>
                </a:cubicBezTo>
                <a:cubicBezTo>
                  <a:pt x="65762" y="49907"/>
                  <a:pt x="65713" y="49932"/>
                  <a:pt x="65713" y="50006"/>
                </a:cubicBezTo>
                <a:cubicBezTo>
                  <a:pt x="65688" y="50106"/>
                  <a:pt x="65663" y="50156"/>
                  <a:pt x="65663" y="50205"/>
                </a:cubicBezTo>
                <a:cubicBezTo>
                  <a:pt x="65663" y="50255"/>
                  <a:pt x="65613" y="50280"/>
                  <a:pt x="65613" y="50305"/>
                </a:cubicBezTo>
                <a:cubicBezTo>
                  <a:pt x="65588" y="50405"/>
                  <a:pt x="65538" y="50504"/>
                  <a:pt x="65464" y="50579"/>
                </a:cubicBezTo>
                <a:cubicBezTo>
                  <a:pt x="65439" y="50653"/>
                  <a:pt x="65364" y="50678"/>
                  <a:pt x="65314" y="50753"/>
                </a:cubicBezTo>
                <a:lnTo>
                  <a:pt x="65290" y="50778"/>
                </a:lnTo>
                <a:lnTo>
                  <a:pt x="65215" y="50828"/>
                </a:lnTo>
                <a:cubicBezTo>
                  <a:pt x="64991" y="50952"/>
                  <a:pt x="64742" y="51052"/>
                  <a:pt x="64468" y="51052"/>
                </a:cubicBezTo>
                <a:cubicBezTo>
                  <a:pt x="64319" y="51052"/>
                  <a:pt x="64120" y="51027"/>
                  <a:pt x="63945" y="51002"/>
                </a:cubicBezTo>
                <a:lnTo>
                  <a:pt x="63896" y="51002"/>
                </a:lnTo>
                <a:cubicBezTo>
                  <a:pt x="63448" y="50902"/>
                  <a:pt x="62950" y="50678"/>
                  <a:pt x="62402" y="50405"/>
                </a:cubicBezTo>
                <a:cubicBezTo>
                  <a:pt x="63547" y="49583"/>
                  <a:pt x="64667" y="48886"/>
                  <a:pt x="65812" y="48214"/>
                </a:cubicBezTo>
                <a:close/>
                <a:moveTo>
                  <a:pt x="65389" y="50977"/>
                </a:moveTo>
                <a:lnTo>
                  <a:pt x="65414" y="51002"/>
                </a:lnTo>
                <a:lnTo>
                  <a:pt x="65389" y="51027"/>
                </a:lnTo>
                <a:cubicBezTo>
                  <a:pt x="65339" y="51027"/>
                  <a:pt x="65339" y="51052"/>
                  <a:pt x="65339" y="51052"/>
                </a:cubicBezTo>
                <a:lnTo>
                  <a:pt x="65314" y="51101"/>
                </a:lnTo>
                <a:cubicBezTo>
                  <a:pt x="65290" y="51126"/>
                  <a:pt x="65240" y="51126"/>
                  <a:pt x="65215" y="51126"/>
                </a:cubicBezTo>
                <a:cubicBezTo>
                  <a:pt x="65140" y="51151"/>
                  <a:pt x="65066" y="51176"/>
                  <a:pt x="65016" y="51176"/>
                </a:cubicBezTo>
                <a:lnTo>
                  <a:pt x="65290" y="51002"/>
                </a:lnTo>
                <a:cubicBezTo>
                  <a:pt x="65314" y="51002"/>
                  <a:pt x="65314" y="50977"/>
                  <a:pt x="65339" y="50977"/>
                </a:cubicBezTo>
                <a:close/>
                <a:moveTo>
                  <a:pt x="62178" y="50504"/>
                </a:moveTo>
                <a:cubicBezTo>
                  <a:pt x="62228" y="50529"/>
                  <a:pt x="62303" y="50554"/>
                  <a:pt x="62328" y="50604"/>
                </a:cubicBezTo>
                <a:cubicBezTo>
                  <a:pt x="62576" y="50728"/>
                  <a:pt x="62800" y="50803"/>
                  <a:pt x="63024" y="50902"/>
                </a:cubicBezTo>
                <a:cubicBezTo>
                  <a:pt x="63049" y="50902"/>
                  <a:pt x="63074" y="50927"/>
                  <a:pt x="63099" y="50927"/>
                </a:cubicBezTo>
                <a:cubicBezTo>
                  <a:pt x="63323" y="51027"/>
                  <a:pt x="63547" y="51101"/>
                  <a:pt x="63771" y="51126"/>
                </a:cubicBezTo>
                <a:lnTo>
                  <a:pt x="63821" y="51126"/>
                </a:lnTo>
                <a:cubicBezTo>
                  <a:pt x="64045" y="51151"/>
                  <a:pt x="64219" y="51176"/>
                  <a:pt x="64418" y="51176"/>
                </a:cubicBezTo>
                <a:cubicBezTo>
                  <a:pt x="64518" y="51176"/>
                  <a:pt x="64568" y="51176"/>
                  <a:pt x="64667" y="51151"/>
                </a:cubicBezTo>
                <a:lnTo>
                  <a:pt x="64667" y="51151"/>
                </a:lnTo>
                <a:cubicBezTo>
                  <a:pt x="64617" y="51176"/>
                  <a:pt x="64593" y="51176"/>
                  <a:pt x="64568" y="51201"/>
                </a:cubicBezTo>
                <a:cubicBezTo>
                  <a:pt x="64444" y="51230"/>
                  <a:pt x="64313" y="51244"/>
                  <a:pt x="64176" y="51244"/>
                </a:cubicBezTo>
                <a:cubicBezTo>
                  <a:pt x="63592" y="51244"/>
                  <a:pt x="62884" y="50992"/>
                  <a:pt x="62079" y="50529"/>
                </a:cubicBezTo>
                <a:cubicBezTo>
                  <a:pt x="62103" y="50529"/>
                  <a:pt x="62103" y="50504"/>
                  <a:pt x="62128" y="50504"/>
                </a:cubicBezTo>
                <a:close/>
                <a:moveTo>
                  <a:pt x="110766" y="44630"/>
                </a:moveTo>
                <a:cubicBezTo>
                  <a:pt x="112807" y="46795"/>
                  <a:pt x="114126" y="49110"/>
                  <a:pt x="114698" y="51301"/>
                </a:cubicBezTo>
                <a:cubicBezTo>
                  <a:pt x="114698" y="51350"/>
                  <a:pt x="114674" y="51375"/>
                  <a:pt x="114674" y="51400"/>
                </a:cubicBezTo>
                <a:cubicBezTo>
                  <a:pt x="114101" y="49160"/>
                  <a:pt x="112757" y="46870"/>
                  <a:pt x="110741" y="44655"/>
                </a:cubicBezTo>
                <a:cubicBezTo>
                  <a:pt x="110766" y="44655"/>
                  <a:pt x="110766" y="44630"/>
                  <a:pt x="110766" y="44630"/>
                </a:cubicBezTo>
                <a:close/>
                <a:moveTo>
                  <a:pt x="115744" y="48737"/>
                </a:moveTo>
                <a:cubicBezTo>
                  <a:pt x="115719" y="48861"/>
                  <a:pt x="115719" y="49011"/>
                  <a:pt x="115694" y="49135"/>
                </a:cubicBezTo>
                <a:cubicBezTo>
                  <a:pt x="115445" y="49882"/>
                  <a:pt x="115196" y="50629"/>
                  <a:pt x="114947" y="51400"/>
                </a:cubicBezTo>
                <a:cubicBezTo>
                  <a:pt x="114947" y="51375"/>
                  <a:pt x="114922" y="51350"/>
                  <a:pt x="114922" y="51301"/>
                </a:cubicBezTo>
                <a:cubicBezTo>
                  <a:pt x="115196" y="50429"/>
                  <a:pt x="115470" y="49608"/>
                  <a:pt x="115744" y="48737"/>
                </a:cubicBezTo>
                <a:close/>
                <a:moveTo>
                  <a:pt x="114748" y="51624"/>
                </a:moveTo>
                <a:cubicBezTo>
                  <a:pt x="114748" y="51649"/>
                  <a:pt x="114748" y="51674"/>
                  <a:pt x="114798" y="51749"/>
                </a:cubicBezTo>
                <a:cubicBezTo>
                  <a:pt x="114798" y="51774"/>
                  <a:pt x="114748" y="51848"/>
                  <a:pt x="114748" y="51873"/>
                </a:cubicBezTo>
                <a:cubicBezTo>
                  <a:pt x="114748" y="51798"/>
                  <a:pt x="114748" y="51774"/>
                  <a:pt x="114723" y="51749"/>
                </a:cubicBezTo>
                <a:cubicBezTo>
                  <a:pt x="114723" y="51724"/>
                  <a:pt x="114748" y="51649"/>
                  <a:pt x="114748" y="51624"/>
                </a:cubicBezTo>
                <a:close/>
                <a:moveTo>
                  <a:pt x="115470" y="50405"/>
                </a:moveTo>
                <a:cubicBezTo>
                  <a:pt x="115346" y="51002"/>
                  <a:pt x="115221" y="51624"/>
                  <a:pt x="115097" y="52222"/>
                </a:cubicBezTo>
                <a:lnTo>
                  <a:pt x="114997" y="51749"/>
                </a:lnTo>
                <a:cubicBezTo>
                  <a:pt x="115171" y="51301"/>
                  <a:pt x="115321" y="50877"/>
                  <a:pt x="115470" y="50405"/>
                </a:cubicBezTo>
                <a:close/>
                <a:moveTo>
                  <a:pt x="29720" y="40423"/>
                </a:moveTo>
                <a:cubicBezTo>
                  <a:pt x="32234" y="41991"/>
                  <a:pt x="34898" y="43908"/>
                  <a:pt x="37511" y="45999"/>
                </a:cubicBezTo>
                <a:cubicBezTo>
                  <a:pt x="35520" y="48139"/>
                  <a:pt x="33603" y="50355"/>
                  <a:pt x="31836" y="52595"/>
                </a:cubicBezTo>
                <a:cubicBezTo>
                  <a:pt x="29546" y="50728"/>
                  <a:pt x="27331" y="48762"/>
                  <a:pt x="25339" y="46820"/>
                </a:cubicBezTo>
                <a:cubicBezTo>
                  <a:pt x="26584" y="44680"/>
                  <a:pt x="28077" y="42539"/>
                  <a:pt x="29720" y="40423"/>
                </a:cubicBezTo>
                <a:close/>
                <a:moveTo>
                  <a:pt x="64717" y="51500"/>
                </a:moveTo>
                <a:lnTo>
                  <a:pt x="64443" y="51674"/>
                </a:lnTo>
                <a:cubicBezTo>
                  <a:pt x="64418" y="51724"/>
                  <a:pt x="64393" y="51749"/>
                  <a:pt x="64344" y="51749"/>
                </a:cubicBezTo>
                <a:cubicBezTo>
                  <a:pt x="64169" y="51873"/>
                  <a:pt x="63995" y="51998"/>
                  <a:pt x="63846" y="52122"/>
                </a:cubicBezTo>
                <a:cubicBezTo>
                  <a:pt x="63600" y="52294"/>
                  <a:pt x="63379" y="52490"/>
                  <a:pt x="63181" y="52639"/>
                </a:cubicBezTo>
                <a:lnTo>
                  <a:pt x="63181" y="52639"/>
                </a:lnTo>
                <a:cubicBezTo>
                  <a:pt x="63541" y="52296"/>
                  <a:pt x="63978" y="51972"/>
                  <a:pt x="64393" y="51649"/>
                </a:cubicBezTo>
                <a:cubicBezTo>
                  <a:pt x="64418" y="51624"/>
                  <a:pt x="64468" y="51599"/>
                  <a:pt x="64518" y="51550"/>
                </a:cubicBezTo>
                <a:cubicBezTo>
                  <a:pt x="64543" y="51525"/>
                  <a:pt x="64568" y="51500"/>
                  <a:pt x="64593" y="51500"/>
                </a:cubicBezTo>
                <a:close/>
                <a:moveTo>
                  <a:pt x="37636" y="46123"/>
                </a:moveTo>
                <a:cubicBezTo>
                  <a:pt x="37660" y="46123"/>
                  <a:pt x="37660" y="46148"/>
                  <a:pt x="37685" y="46148"/>
                </a:cubicBezTo>
                <a:cubicBezTo>
                  <a:pt x="35694" y="48289"/>
                  <a:pt x="33802" y="50504"/>
                  <a:pt x="32035" y="52744"/>
                </a:cubicBezTo>
                <a:cubicBezTo>
                  <a:pt x="31985" y="52744"/>
                  <a:pt x="31985" y="52719"/>
                  <a:pt x="31960" y="52719"/>
                </a:cubicBezTo>
                <a:cubicBezTo>
                  <a:pt x="33728" y="50479"/>
                  <a:pt x="35644" y="48264"/>
                  <a:pt x="37636" y="46123"/>
                </a:cubicBezTo>
                <a:close/>
                <a:moveTo>
                  <a:pt x="63099" y="52719"/>
                </a:moveTo>
                <a:lnTo>
                  <a:pt x="63074" y="52744"/>
                </a:lnTo>
                <a:cubicBezTo>
                  <a:pt x="63069" y="52747"/>
                  <a:pt x="63064" y="52750"/>
                  <a:pt x="63059" y="52753"/>
                </a:cubicBezTo>
                <a:lnTo>
                  <a:pt x="63059" y="52753"/>
                </a:lnTo>
                <a:lnTo>
                  <a:pt x="63099" y="52719"/>
                </a:lnTo>
                <a:close/>
                <a:moveTo>
                  <a:pt x="25215" y="46945"/>
                </a:moveTo>
                <a:cubicBezTo>
                  <a:pt x="27206" y="48911"/>
                  <a:pt x="29421" y="50853"/>
                  <a:pt x="31711" y="52719"/>
                </a:cubicBezTo>
                <a:cubicBezTo>
                  <a:pt x="31687" y="52744"/>
                  <a:pt x="31687" y="52769"/>
                  <a:pt x="31662" y="52769"/>
                </a:cubicBezTo>
                <a:cubicBezTo>
                  <a:pt x="29372" y="50927"/>
                  <a:pt x="27181" y="48986"/>
                  <a:pt x="25190" y="47019"/>
                </a:cubicBezTo>
                <a:cubicBezTo>
                  <a:pt x="25190" y="46994"/>
                  <a:pt x="25215" y="46994"/>
                  <a:pt x="25215" y="46945"/>
                </a:cubicBezTo>
                <a:close/>
                <a:moveTo>
                  <a:pt x="48662" y="37088"/>
                </a:moveTo>
                <a:cubicBezTo>
                  <a:pt x="50330" y="39303"/>
                  <a:pt x="52023" y="41469"/>
                  <a:pt x="53765" y="43435"/>
                </a:cubicBezTo>
                <a:cubicBezTo>
                  <a:pt x="53889" y="43559"/>
                  <a:pt x="53989" y="43709"/>
                  <a:pt x="54113" y="43833"/>
                </a:cubicBezTo>
                <a:cubicBezTo>
                  <a:pt x="54313" y="44032"/>
                  <a:pt x="54487" y="44207"/>
                  <a:pt x="54636" y="44431"/>
                </a:cubicBezTo>
                <a:cubicBezTo>
                  <a:pt x="51525" y="47119"/>
                  <a:pt x="48588" y="49932"/>
                  <a:pt x="45874" y="52869"/>
                </a:cubicBezTo>
                <a:cubicBezTo>
                  <a:pt x="43734" y="50728"/>
                  <a:pt x="41295" y="48538"/>
                  <a:pt x="38756" y="46497"/>
                </a:cubicBezTo>
                <a:cubicBezTo>
                  <a:pt x="41519" y="43062"/>
                  <a:pt x="44879" y="39826"/>
                  <a:pt x="48662" y="37088"/>
                </a:cubicBezTo>
                <a:close/>
                <a:moveTo>
                  <a:pt x="31836" y="52844"/>
                </a:moveTo>
                <a:cubicBezTo>
                  <a:pt x="31861" y="52844"/>
                  <a:pt x="31861" y="52869"/>
                  <a:pt x="31911" y="52869"/>
                </a:cubicBezTo>
                <a:cubicBezTo>
                  <a:pt x="31911" y="52894"/>
                  <a:pt x="31861" y="52894"/>
                  <a:pt x="31861" y="52919"/>
                </a:cubicBezTo>
                <a:cubicBezTo>
                  <a:pt x="31836" y="52919"/>
                  <a:pt x="31836" y="52894"/>
                  <a:pt x="31811" y="52894"/>
                </a:cubicBezTo>
                <a:cubicBezTo>
                  <a:pt x="31811" y="52869"/>
                  <a:pt x="31836" y="52869"/>
                  <a:pt x="31836" y="52844"/>
                </a:cubicBezTo>
                <a:close/>
                <a:moveTo>
                  <a:pt x="114848" y="52097"/>
                </a:moveTo>
                <a:cubicBezTo>
                  <a:pt x="114873" y="52296"/>
                  <a:pt x="114922" y="52545"/>
                  <a:pt x="114947" y="52769"/>
                </a:cubicBezTo>
                <a:cubicBezTo>
                  <a:pt x="114947" y="52819"/>
                  <a:pt x="114922" y="52894"/>
                  <a:pt x="114922" y="52919"/>
                </a:cubicBezTo>
                <a:cubicBezTo>
                  <a:pt x="114922" y="52719"/>
                  <a:pt x="114873" y="52470"/>
                  <a:pt x="114823" y="52222"/>
                </a:cubicBezTo>
                <a:cubicBezTo>
                  <a:pt x="114823" y="52172"/>
                  <a:pt x="114848" y="52122"/>
                  <a:pt x="114848" y="52097"/>
                </a:cubicBezTo>
                <a:close/>
                <a:moveTo>
                  <a:pt x="115968" y="48762"/>
                </a:moveTo>
                <a:cubicBezTo>
                  <a:pt x="115769" y="50131"/>
                  <a:pt x="115495" y="51525"/>
                  <a:pt x="115146" y="52968"/>
                </a:cubicBezTo>
                <a:cubicBezTo>
                  <a:pt x="115146" y="52894"/>
                  <a:pt x="115146" y="52844"/>
                  <a:pt x="115122" y="52769"/>
                </a:cubicBezTo>
                <a:cubicBezTo>
                  <a:pt x="115445" y="51550"/>
                  <a:pt x="115694" y="50380"/>
                  <a:pt x="115843" y="49185"/>
                </a:cubicBezTo>
                <a:cubicBezTo>
                  <a:pt x="115868" y="49036"/>
                  <a:pt x="115943" y="48911"/>
                  <a:pt x="115968" y="48762"/>
                </a:cubicBezTo>
                <a:close/>
                <a:moveTo>
                  <a:pt x="38656" y="46621"/>
                </a:moveTo>
                <a:cubicBezTo>
                  <a:pt x="41170" y="48662"/>
                  <a:pt x="43609" y="50803"/>
                  <a:pt x="45750" y="52968"/>
                </a:cubicBezTo>
                <a:cubicBezTo>
                  <a:pt x="45750" y="52993"/>
                  <a:pt x="45725" y="52993"/>
                  <a:pt x="45725" y="53018"/>
                </a:cubicBezTo>
                <a:cubicBezTo>
                  <a:pt x="43560" y="50877"/>
                  <a:pt x="41145" y="48687"/>
                  <a:pt x="38631" y="46671"/>
                </a:cubicBezTo>
                <a:cubicBezTo>
                  <a:pt x="38631" y="46646"/>
                  <a:pt x="38656" y="46646"/>
                  <a:pt x="38656" y="46621"/>
                </a:cubicBezTo>
                <a:close/>
                <a:moveTo>
                  <a:pt x="54810" y="44555"/>
                </a:moveTo>
                <a:cubicBezTo>
                  <a:pt x="54810" y="44580"/>
                  <a:pt x="54835" y="44580"/>
                  <a:pt x="54835" y="44605"/>
                </a:cubicBezTo>
                <a:cubicBezTo>
                  <a:pt x="51724" y="47268"/>
                  <a:pt x="48787" y="50106"/>
                  <a:pt x="46049" y="53018"/>
                </a:cubicBezTo>
                <a:lnTo>
                  <a:pt x="46024" y="52993"/>
                </a:lnTo>
                <a:cubicBezTo>
                  <a:pt x="48762" y="50056"/>
                  <a:pt x="51699" y="47243"/>
                  <a:pt x="54810" y="44555"/>
                </a:cubicBezTo>
                <a:close/>
                <a:moveTo>
                  <a:pt x="77860" y="44879"/>
                </a:moveTo>
                <a:cubicBezTo>
                  <a:pt x="77909" y="44929"/>
                  <a:pt x="77959" y="45003"/>
                  <a:pt x="78009" y="45028"/>
                </a:cubicBezTo>
                <a:lnTo>
                  <a:pt x="78108" y="45401"/>
                </a:lnTo>
                <a:cubicBezTo>
                  <a:pt x="78133" y="45501"/>
                  <a:pt x="78133" y="45576"/>
                  <a:pt x="78158" y="45675"/>
                </a:cubicBezTo>
                <a:cubicBezTo>
                  <a:pt x="78208" y="45775"/>
                  <a:pt x="78208" y="45849"/>
                  <a:pt x="78208" y="45949"/>
                </a:cubicBezTo>
                <a:lnTo>
                  <a:pt x="78208" y="46049"/>
                </a:lnTo>
                <a:cubicBezTo>
                  <a:pt x="78233" y="46173"/>
                  <a:pt x="78233" y="46298"/>
                  <a:pt x="78258" y="46397"/>
                </a:cubicBezTo>
                <a:cubicBezTo>
                  <a:pt x="78258" y="46497"/>
                  <a:pt x="78258" y="46571"/>
                  <a:pt x="78283" y="46646"/>
                </a:cubicBezTo>
                <a:cubicBezTo>
                  <a:pt x="78283" y="46795"/>
                  <a:pt x="78333" y="46945"/>
                  <a:pt x="78333" y="47144"/>
                </a:cubicBezTo>
                <a:lnTo>
                  <a:pt x="78333" y="47243"/>
                </a:lnTo>
                <a:cubicBezTo>
                  <a:pt x="78357" y="48115"/>
                  <a:pt x="78258" y="49036"/>
                  <a:pt x="78084" y="50006"/>
                </a:cubicBezTo>
                <a:lnTo>
                  <a:pt x="78084" y="50056"/>
                </a:lnTo>
                <a:cubicBezTo>
                  <a:pt x="77884" y="51027"/>
                  <a:pt x="77636" y="52022"/>
                  <a:pt x="77287" y="53018"/>
                </a:cubicBezTo>
                <a:cubicBezTo>
                  <a:pt x="75968" y="51599"/>
                  <a:pt x="74922" y="50131"/>
                  <a:pt x="74225" y="48662"/>
                </a:cubicBezTo>
                <a:cubicBezTo>
                  <a:pt x="74972" y="47542"/>
                  <a:pt x="75669" y="46447"/>
                  <a:pt x="76341" y="45327"/>
                </a:cubicBezTo>
                <a:cubicBezTo>
                  <a:pt x="76441" y="45277"/>
                  <a:pt x="76615" y="45227"/>
                  <a:pt x="76789" y="45177"/>
                </a:cubicBezTo>
                <a:cubicBezTo>
                  <a:pt x="77163" y="45053"/>
                  <a:pt x="77511" y="44953"/>
                  <a:pt x="77860" y="44879"/>
                </a:cubicBezTo>
                <a:close/>
                <a:moveTo>
                  <a:pt x="69795" y="48388"/>
                </a:moveTo>
                <a:cubicBezTo>
                  <a:pt x="69372" y="49060"/>
                  <a:pt x="68824" y="49907"/>
                  <a:pt x="68177" y="50853"/>
                </a:cubicBezTo>
                <a:cubicBezTo>
                  <a:pt x="68077" y="50977"/>
                  <a:pt x="68003" y="51126"/>
                  <a:pt x="67903" y="51251"/>
                </a:cubicBezTo>
                <a:cubicBezTo>
                  <a:pt x="67580" y="51649"/>
                  <a:pt x="67206" y="52172"/>
                  <a:pt x="66659" y="52919"/>
                </a:cubicBezTo>
                <a:cubicBezTo>
                  <a:pt x="66659" y="52919"/>
                  <a:pt x="66634" y="52968"/>
                  <a:pt x="66634" y="52993"/>
                </a:cubicBezTo>
                <a:cubicBezTo>
                  <a:pt x="66634" y="53018"/>
                  <a:pt x="66584" y="53018"/>
                  <a:pt x="66584" y="53043"/>
                </a:cubicBezTo>
                <a:lnTo>
                  <a:pt x="66484" y="53043"/>
                </a:lnTo>
                <a:cubicBezTo>
                  <a:pt x="66484" y="53018"/>
                  <a:pt x="66534" y="52993"/>
                  <a:pt x="66534" y="52993"/>
                </a:cubicBezTo>
                <a:cubicBezTo>
                  <a:pt x="66559" y="52919"/>
                  <a:pt x="66584" y="52894"/>
                  <a:pt x="66584" y="52894"/>
                </a:cubicBezTo>
                <a:lnTo>
                  <a:pt x="66659" y="52844"/>
                </a:lnTo>
                <a:cubicBezTo>
                  <a:pt x="67082" y="52271"/>
                  <a:pt x="67480" y="51724"/>
                  <a:pt x="67853" y="51176"/>
                </a:cubicBezTo>
                <a:cubicBezTo>
                  <a:pt x="67928" y="51126"/>
                  <a:pt x="67953" y="51027"/>
                  <a:pt x="68028" y="50977"/>
                </a:cubicBezTo>
                <a:cubicBezTo>
                  <a:pt x="68152" y="50803"/>
                  <a:pt x="68227" y="50653"/>
                  <a:pt x="68326" y="50529"/>
                </a:cubicBezTo>
                <a:cubicBezTo>
                  <a:pt x="68650" y="50106"/>
                  <a:pt x="68849" y="49782"/>
                  <a:pt x="69197" y="49260"/>
                </a:cubicBezTo>
                <a:lnTo>
                  <a:pt x="69770" y="48413"/>
                </a:lnTo>
                <a:lnTo>
                  <a:pt x="69795" y="48388"/>
                </a:lnTo>
                <a:close/>
                <a:moveTo>
                  <a:pt x="45874" y="53093"/>
                </a:moveTo>
                <a:lnTo>
                  <a:pt x="45899" y="53118"/>
                </a:lnTo>
                <a:cubicBezTo>
                  <a:pt x="45899" y="53143"/>
                  <a:pt x="45874" y="53143"/>
                  <a:pt x="45874" y="53167"/>
                </a:cubicBezTo>
                <a:cubicBezTo>
                  <a:pt x="45874" y="53167"/>
                  <a:pt x="45874" y="53143"/>
                  <a:pt x="45850" y="53143"/>
                </a:cubicBezTo>
                <a:cubicBezTo>
                  <a:pt x="45850" y="53118"/>
                  <a:pt x="45874" y="53118"/>
                  <a:pt x="45874" y="53093"/>
                </a:cubicBezTo>
                <a:close/>
                <a:moveTo>
                  <a:pt x="72384" y="47019"/>
                </a:moveTo>
                <a:lnTo>
                  <a:pt x="72384" y="47019"/>
                </a:lnTo>
                <a:cubicBezTo>
                  <a:pt x="71562" y="49036"/>
                  <a:pt x="70492" y="51126"/>
                  <a:pt x="69123" y="53167"/>
                </a:cubicBezTo>
                <a:cubicBezTo>
                  <a:pt x="68409" y="52979"/>
                  <a:pt x="67808" y="52891"/>
                  <a:pt x="67321" y="52891"/>
                </a:cubicBezTo>
                <a:cubicBezTo>
                  <a:pt x="67163" y="52891"/>
                  <a:pt x="67017" y="52900"/>
                  <a:pt x="66883" y="52919"/>
                </a:cubicBezTo>
                <a:cubicBezTo>
                  <a:pt x="67156" y="52595"/>
                  <a:pt x="67405" y="52246"/>
                  <a:pt x="67629" y="51923"/>
                </a:cubicBezTo>
                <a:cubicBezTo>
                  <a:pt x="67704" y="51798"/>
                  <a:pt x="67804" y="51674"/>
                  <a:pt x="67878" y="51550"/>
                </a:cubicBezTo>
                <a:cubicBezTo>
                  <a:pt x="68003" y="51400"/>
                  <a:pt x="68077" y="51251"/>
                  <a:pt x="68177" y="51126"/>
                </a:cubicBezTo>
                <a:cubicBezTo>
                  <a:pt x="68252" y="51052"/>
                  <a:pt x="68276" y="50977"/>
                  <a:pt x="68326" y="50902"/>
                </a:cubicBezTo>
                <a:cubicBezTo>
                  <a:pt x="68376" y="50877"/>
                  <a:pt x="68401" y="50803"/>
                  <a:pt x="68426" y="50778"/>
                </a:cubicBezTo>
                <a:cubicBezTo>
                  <a:pt x="68501" y="50678"/>
                  <a:pt x="68550" y="50604"/>
                  <a:pt x="68650" y="50504"/>
                </a:cubicBezTo>
                <a:lnTo>
                  <a:pt x="69023" y="49932"/>
                </a:lnTo>
                <a:cubicBezTo>
                  <a:pt x="69123" y="49807"/>
                  <a:pt x="69173" y="49683"/>
                  <a:pt x="69272" y="49533"/>
                </a:cubicBezTo>
                <a:cubicBezTo>
                  <a:pt x="69571" y="49060"/>
                  <a:pt x="69870" y="48637"/>
                  <a:pt x="70168" y="48164"/>
                </a:cubicBezTo>
                <a:cubicBezTo>
                  <a:pt x="70442" y="48015"/>
                  <a:pt x="70691" y="47891"/>
                  <a:pt x="70940" y="47716"/>
                </a:cubicBezTo>
                <a:cubicBezTo>
                  <a:pt x="71512" y="47442"/>
                  <a:pt x="71985" y="47194"/>
                  <a:pt x="72384" y="47019"/>
                </a:cubicBezTo>
                <a:close/>
                <a:moveTo>
                  <a:pt x="78208" y="45202"/>
                </a:moveTo>
                <a:lnTo>
                  <a:pt x="78233" y="45227"/>
                </a:lnTo>
                <a:lnTo>
                  <a:pt x="78258" y="45277"/>
                </a:lnTo>
                <a:cubicBezTo>
                  <a:pt x="78258" y="45302"/>
                  <a:pt x="78258" y="45327"/>
                  <a:pt x="78283" y="45352"/>
                </a:cubicBezTo>
                <a:cubicBezTo>
                  <a:pt x="78333" y="45451"/>
                  <a:pt x="78333" y="45526"/>
                  <a:pt x="78333" y="45601"/>
                </a:cubicBezTo>
                <a:cubicBezTo>
                  <a:pt x="78333" y="45650"/>
                  <a:pt x="78333" y="45675"/>
                  <a:pt x="78357" y="45700"/>
                </a:cubicBezTo>
                <a:cubicBezTo>
                  <a:pt x="78382" y="45825"/>
                  <a:pt x="78382" y="45924"/>
                  <a:pt x="78407" y="46049"/>
                </a:cubicBezTo>
                <a:cubicBezTo>
                  <a:pt x="78482" y="46273"/>
                  <a:pt x="78482" y="46372"/>
                  <a:pt x="78482" y="46447"/>
                </a:cubicBezTo>
                <a:lnTo>
                  <a:pt x="78482" y="46546"/>
                </a:lnTo>
                <a:cubicBezTo>
                  <a:pt x="78482" y="46671"/>
                  <a:pt x="78507" y="46770"/>
                  <a:pt x="78507" y="46895"/>
                </a:cubicBezTo>
                <a:lnTo>
                  <a:pt x="78507" y="47243"/>
                </a:lnTo>
                <a:lnTo>
                  <a:pt x="78507" y="47293"/>
                </a:lnTo>
                <a:lnTo>
                  <a:pt x="78507" y="47667"/>
                </a:lnTo>
                <a:lnTo>
                  <a:pt x="78507" y="48040"/>
                </a:lnTo>
                <a:lnTo>
                  <a:pt x="78507" y="48065"/>
                </a:lnTo>
                <a:cubicBezTo>
                  <a:pt x="78507" y="48189"/>
                  <a:pt x="78507" y="48314"/>
                  <a:pt x="78482" y="48438"/>
                </a:cubicBezTo>
                <a:cubicBezTo>
                  <a:pt x="78482" y="48563"/>
                  <a:pt x="78432" y="48687"/>
                  <a:pt x="78432" y="48836"/>
                </a:cubicBezTo>
                <a:cubicBezTo>
                  <a:pt x="78432" y="48961"/>
                  <a:pt x="78407" y="49135"/>
                  <a:pt x="78382" y="49260"/>
                </a:cubicBezTo>
                <a:cubicBezTo>
                  <a:pt x="78357" y="49384"/>
                  <a:pt x="78357" y="49508"/>
                  <a:pt x="78308" y="49633"/>
                </a:cubicBezTo>
                <a:cubicBezTo>
                  <a:pt x="78283" y="49782"/>
                  <a:pt x="78258" y="49907"/>
                  <a:pt x="78258" y="50056"/>
                </a:cubicBezTo>
                <a:cubicBezTo>
                  <a:pt x="78233" y="50180"/>
                  <a:pt x="78233" y="50305"/>
                  <a:pt x="78208" y="50429"/>
                </a:cubicBezTo>
                <a:cubicBezTo>
                  <a:pt x="78158" y="50579"/>
                  <a:pt x="78133" y="50753"/>
                  <a:pt x="78108" y="50877"/>
                </a:cubicBezTo>
                <a:lnTo>
                  <a:pt x="78009" y="51251"/>
                </a:lnTo>
                <a:cubicBezTo>
                  <a:pt x="77984" y="51400"/>
                  <a:pt x="77909" y="51550"/>
                  <a:pt x="77884" y="51674"/>
                </a:cubicBezTo>
                <a:lnTo>
                  <a:pt x="77785" y="52047"/>
                </a:lnTo>
                <a:lnTo>
                  <a:pt x="77785" y="52072"/>
                </a:lnTo>
                <a:cubicBezTo>
                  <a:pt x="77760" y="52246"/>
                  <a:pt x="77685" y="52371"/>
                  <a:pt x="77660" y="52520"/>
                </a:cubicBezTo>
                <a:cubicBezTo>
                  <a:pt x="77636" y="52645"/>
                  <a:pt x="77586" y="52794"/>
                  <a:pt x="77536" y="52919"/>
                </a:cubicBezTo>
                <a:lnTo>
                  <a:pt x="77536" y="52943"/>
                </a:lnTo>
                <a:cubicBezTo>
                  <a:pt x="77511" y="53043"/>
                  <a:pt x="77486" y="53118"/>
                  <a:pt x="77461" y="53192"/>
                </a:cubicBezTo>
                <a:lnTo>
                  <a:pt x="77412" y="53167"/>
                </a:lnTo>
                <a:lnTo>
                  <a:pt x="77387" y="53143"/>
                </a:lnTo>
                <a:cubicBezTo>
                  <a:pt x="77387" y="53118"/>
                  <a:pt x="77387" y="53118"/>
                  <a:pt x="77412" y="53068"/>
                </a:cubicBezTo>
                <a:cubicBezTo>
                  <a:pt x="77461" y="52993"/>
                  <a:pt x="77486" y="52894"/>
                  <a:pt x="77511" y="52819"/>
                </a:cubicBezTo>
                <a:cubicBezTo>
                  <a:pt x="77611" y="52620"/>
                  <a:pt x="77660" y="52371"/>
                  <a:pt x="77735" y="52147"/>
                </a:cubicBezTo>
                <a:lnTo>
                  <a:pt x="77735" y="52122"/>
                </a:lnTo>
                <a:cubicBezTo>
                  <a:pt x="77760" y="52022"/>
                  <a:pt x="77785" y="51898"/>
                  <a:pt x="77835" y="51798"/>
                </a:cubicBezTo>
                <a:cubicBezTo>
                  <a:pt x="77835" y="51774"/>
                  <a:pt x="77835" y="51774"/>
                  <a:pt x="77860" y="51749"/>
                </a:cubicBezTo>
                <a:cubicBezTo>
                  <a:pt x="77909" y="51525"/>
                  <a:pt x="77984" y="51276"/>
                  <a:pt x="78034" y="51052"/>
                </a:cubicBezTo>
                <a:lnTo>
                  <a:pt x="78034" y="51027"/>
                </a:lnTo>
                <a:cubicBezTo>
                  <a:pt x="78084" y="50927"/>
                  <a:pt x="78108" y="50803"/>
                  <a:pt x="78108" y="50728"/>
                </a:cubicBezTo>
                <a:lnTo>
                  <a:pt x="78108" y="50678"/>
                </a:lnTo>
                <a:cubicBezTo>
                  <a:pt x="78158" y="50429"/>
                  <a:pt x="78208" y="50180"/>
                  <a:pt x="78258" y="49932"/>
                </a:cubicBezTo>
                <a:cubicBezTo>
                  <a:pt x="78258" y="49857"/>
                  <a:pt x="78283" y="49757"/>
                  <a:pt x="78283" y="49683"/>
                </a:cubicBezTo>
                <a:cubicBezTo>
                  <a:pt x="78283" y="49633"/>
                  <a:pt x="78333" y="49533"/>
                  <a:pt x="78333" y="49484"/>
                </a:cubicBezTo>
                <a:lnTo>
                  <a:pt x="78333" y="49434"/>
                </a:lnTo>
                <a:cubicBezTo>
                  <a:pt x="78357" y="49235"/>
                  <a:pt x="78382" y="49011"/>
                  <a:pt x="78407" y="48762"/>
                </a:cubicBezTo>
                <a:lnTo>
                  <a:pt x="78407" y="48737"/>
                </a:lnTo>
                <a:lnTo>
                  <a:pt x="78407" y="48637"/>
                </a:lnTo>
                <a:cubicBezTo>
                  <a:pt x="78457" y="48438"/>
                  <a:pt x="78457" y="48264"/>
                  <a:pt x="78457" y="48065"/>
                </a:cubicBezTo>
                <a:lnTo>
                  <a:pt x="78457" y="47816"/>
                </a:lnTo>
                <a:lnTo>
                  <a:pt x="78457" y="47791"/>
                </a:lnTo>
                <a:lnTo>
                  <a:pt x="78457" y="47393"/>
                </a:lnTo>
                <a:lnTo>
                  <a:pt x="78457" y="47069"/>
                </a:lnTo>
                <a:lnTo>
                  <a:pt x="78457" y="47044"/>
                </a:lnTo>
                <a:lnTo>
                  <a:pt x="78457" y="46945"/>
                </a:lnTo>
                <a:cubicBezTo>
                  <a:pt x="78457" y="46845"/>
                  <a:pt x="78457" y="46795"/>
                  <a:pt x="78407" y="46696"/>
                </a:cubicBezTo>
                <a:cubicBezTo>
                  <a:pt x="78407" y="46571"/>
                  <a:pt x="78407" y="46422"/>
                  <a:pt x="78382" y="46298"/>
                </a:cubicBezTo>
                <a:cubicBezTo>
                  <a:pt x="78382" y="46198"/>
                  <a:pt x="78357" y="46098"/>
                  <a:pt x="78357" y="46024"/>
                </a:cubicBezTo>
                <a:cubicBezTo>
                  <a:pt x="78333" y="45849"/>
                  <a:pt x="78333" y="45700"/>
                  <a:pt x="78283" y="45576"/>
                </a:cubicBezTo>
                <a:cubicBezTo>
                  <a:pt x="78283" y="45551"/>
                  <a:pt x="78258" y="45476"/>
                  <a:pt x="78258" y="45451"/>
                </a:cubicBezTo>
                <a:cubicBezTo>
                  <a:pt x="78258" y="45426"/>
                  <a:pt x="78258" y="45401"/>
                  <a:pt x="78233" y="45352"/>
                </a:cubicBezTo>
                <a:lnTo>
                  <a:pt x="78233" y="45327"/>
                </a:lnTo>
                <a:cubicBezTo>
                  <a:pt x="78233" y="45302"/>
                  <a:pt x="78208" y="45227"/>
                  <a:pt x="78208" y="45202"/>
                </a:cubicBezTo>
                <a:close/>
                <a:moveTo>
                  <a:pt x="72757" y="46820"/>
                </a:moveTo>
                <a:cubicBezTo>
                  <a:pt x="71911" y="48936"/>
                  <a:pt x="70766" y="51101"/>
                  <a:pt x="69372" y="53267"/>
                </a:cubicBezTo>
                <a:cubicBezTo>
                  <a:pt x="69322" y="53267"/>
                  <a:pt x="69322" y="53267"/>
                  <a:pt x="69297" y="53242"/>
                </a:cubicBezTo>
                <a:cubicBezTo>
                  <a:pt x="70691" y="51126"/>
                  <a:pt x="71811" y="48936"/>
                  <a:pt x="72657" y="46870"/>
                </a:cubicBezTo>
                <a:cubicBezTo>
                  <a:pt x="72682" y="46870"/>
                  <a:pt x="72732" y="46820"/>
                  <a:pt x="72757" y="46820"/>
                </a:cubicBezTo>
                <a:close/>
                <a:moveTo>
                  <a:pt x="74026" y="48861"/>
                </a:moveTo>
                <a:cubicBezTo>
                  <a:pt x="74773" y="50355"/>
                  <a:pt x="75819" y="51798"/>
                  <a:pt x="77163" y="53242"/>
                </a:cubicBezTo>
                <a:cubicBezTo>
                  <a:pt x="77163" y="53267"/>
                  <a:pt x="77138" y="53267"/>
                  <a:pt x="77138" y="53292"/>
                </a:cubicBezTo>
                <a:cubicBezTo>
                  <a:pt x="75794" y="51873"/>
                  <a:pt x="74748" y="50380"/>
                  <a:pt x="74001" y="48911"/>
                </a:cubicBezTo>
                <a:cubicBezTo>
                  <a:pt x="74001" y="48886"/>
                  <a:pt x="74026" y="48886"/>
                  <a:pt x="74026" y="48861"/>
                </a:cubicBezTo>
                <a:close/>
                <a:moveTo>
                  <a:pt x="67331" y="53068"/>
                </a:moveTo>
                <a:cubicBezTo>
                  <a:pt x="67779" y="53068"/>
                  <a:pt x="68326" y="53167"/>
                  <a:pt x="68998" y="53367"/>
                </a:cubicBezTo>
                <a:cubicBezTo>
                  <a:pt x="68998" y="53391"/>
                  <a:pt x="68949" y="53391"/>
                  <a:pt x="68949" y="53416"/>
                </a:cubicBezTo>
                <a:cubicBezTo>
                  <a:pt x="68325" y="53249"/>
                  <a:pt x="67794" y="53165"/>
                  <a:pt x="67356" y="53165"/>
                </a:cubicBezTo>
                <a:cubicBezTo>
                  <a:pt x="67078" y="53165"/>
                  <a:pt x="66837" y="53199"/>
                  <a:pt x="66634" y="53267"/>
                </a:cubicBezTo>
                <a:cubicBezTo>
                  <a:pt x="66659" y="53242"/>
                  <a:pt x="66683" y="53217"/>
                  <a:pt x="66683" y="53167"/>
                </a:cubicBezTo>
                <a:cubicBezTo>
                  <a:pt x="66883" y="53118"/>
                  <a:pt x="67082" y="53068"/>
                  <a:pt x="67331" y="53068"/>
                </a:cubicBezTo>
                <a:close/>
                <a:moveTo>
                  <a:pt x="54960" y="44704"/>
                </a:moveTo>
                <a:cubicBezTo>
                  <a:pt x="55109" y="44879"/>
                  <a:pt x="55234" y="45028"/>
                  <a:pt x="55383" y="45177"/>
                </a:cubicBezTo>
                <a:cubicBezTo>
                  <a:pt x="55209" y="45302"/>
                  <a:pt x="55059" y="45426"/>
                  <a:pt x="54860" y="45551"/>
                </a:cubicBezTo>
                <a:lnTo>
                  <a:pt x="54835" y="45551"/>
                </a:lnTo>
                <a:cubicBezTo>
                  <a:pt x="54761" y="45576"/>
                  <a:pt x="54736" y="45601"/>
                  <a:pt x="54686" y="45650"/>
                </a:cubicBezTo>
                <a:cubicBezTo>
                  <a:pt x="54636" y="45675"/>
                  <a:pt x="54586" y="45700"/>
                  <a:pt x="54561" y="45750"/>
                </a:cubicBezTo>
                <a:lnTo>
                  <a:pt x="53715" y="46397"/>
                </a:lnTo>
                <a:lnTo>
                  <a:pt x="53641" y="46447"/>
                </a:lnTo>
                <a:cubicBezTo>
                  <a:pt x="53616" y="46472"/>
                  <a:pt x="53591" y="46522"/>
                  <a:pt x="53566" y="46522"/>
                </a:cubicBezTo>
                <a:cubicBezTo>
                  <a:pt x="53018" y="46945"/>
                  <a:pt x="52496" y="47393"/>
                  <a:pt x="51973" y="47866"/>
                </a:cubicBezTo>
                <a:lnTo>
                  <a:pt x="51873" y="47940"/>
                </a:lnTo>
                <a:cubicBezTo>
                  <a:pt x="51823" y="48015"/>
                  <a:pt x="51749" y="48040"/>
                  <a:pt x="51699" y="48115"/>
                </a:cubicBezTo>
                <a:cubicBezTo>
                  <a:pt x="51624" y="48139"/>
                  <a:pt x="51599" y="48189"/>
                  <a:pt x="51525" y="48239"/>
                </a:cubicBezTo>
                <a:lnTo>
                  <a:pt x="51450" y="48314"/>
                </a:lnTo>
                <a:cubicBezTo>
                  <a:pt x="51002" y="48737"/>
                  <a:pt x="50604" y="49110"/>
                  <a:pt x="50156" y="49508"/>
                </a:cubicBezTo>
                <a:lnTo>
                  <a:pt x="49982" y="49683"/>
                </a:lnTo>
                <a:lnTo>
                  <a:pt x="49658" y="50006"/>
                </a:lnTo>
                <a:lnTo>
                  <a:pt x="49384" y="50280"/>
                </a:lnTo>
                <a:cubicBezTo>
                  <a:pt x="49235" y="50429"/>
                  <a:pt x="49085" y="50629"/>
                  <a:pt x="48911" y="50778"/>
                </a:cubicBezTo>
                <a:cubicBezTo>
                  <a:pt x="48662" y="51027"/>
                  <a:pt x="48413" y="51276"/>
                  <a:pt x="48214" y="51550"/>
                </a:cubicBezTo>
                <a:cubicBezTo>
                  <a:pt x="48164" y="51599"/>
                  <a:pt x="48140" y="51624"/>
                  <a:pt x="48140" y="51649"/>
                </a:cubicBezTo>
                <a:lnTo>
                  <a:pt x="48090" y="51724"/>
                </a:lnTo>
                <a:cubicBezTo>
                  <a:pt x="47542" y="52296"/>
                  <a:pt x="47019" y="52894"/>
                  <a:pt x="46547" y="53491"/>
                </a:cubicBezTo>
                <a:lnTo>
                  <a:pt x="46148" y="53093"/>
                </a:lnTo>
                <a:cubicBezTo>
                  <a:pt x="48911" y="50230"/>
                  <a:pt x="51848" y="47393"/>
                  <a:pt x="54960" y="44704"/>
                </a:cubicBezTo>
                <a:close/>
                <a:moveTo>
                  <a:pt x="69197" y="53391"/>
                </a:moveTo>
                <a:cubicBezTo>
                  <a:pt x="69197" y="53391"/>
                  <a:pt x="69247" y="53416"/>
                  <a:pt x="69272" y="53416"/>
                </a:cubicBezTo>
                <a:cubicBezTo>
                  <a:pt x="69272" y="53466"/>
                  <a:pt x="69247" y="53466"/>
                  <a:pt x="69247" y="53491"/>
                </a:cubicBezTo>
                <a:cubicBezTo>
                  <a:pt x="69197" y="53491"/>
                  <a:pt x="69197" y="53491"/>
                  <a:pt x="69173" y="53466"/>
                </a:cubicBezTo>
                <a:cubicBezTo>
                  <a:pt x="69173" y="53416"/>
                  <a:pt x="69197" y="53416"/>
                  <a:pt x="69197" y="53391"/>
                </a:cubicBezTo>
                <a:close/>
                <a:moveTo>
                  <a:pt x="73006" y="46696"/>
                </a:moveTo>
                <a:cubicBezTo>
                  <a:pt x="73180" y="47318"/>
                  <a:pt x="73404" y="47990"/>
                  <a:pt x="73678" y="48612"/>
                </a:cubicBezTo>
                <a:cubicBezTo>
                  <a:pt x="72558" y="50255"/>
                  <a:pt x="71388" y="51873"/>
                  <a:pt x="70118" y="53491"/>
                </a:cubicBezTo>
                <a:cubicBezTo>
                  <a:pt x="69894" y="53416"/>
                  <a:pt x="69695" y="53367"/>
                  <a:pt x="69546" y="53292"/>
                </a:cubicBezTo>
                <a:cubicBezTo>
                  <a:pt x="70990" y="51101"/>
                  <a:pt x="72135" y="48861"/>
                  <a:pt x="73006" y="46696"/>
                </a:cubicBezTo>
                <a:close/>
                <a:moveTo>
                  <a:pt x="73777" y="48811"/>
                </a:moveTo>
                <a:cubicBezTo>
                  <a:pt x="73777" y="48811"/>
                  <a:pt x="73777" y="48861"/>
                  <a:pt x="73802" y="48861"/>
                </a:cubicBezTo>
                <a:cubicBezTo>
                  <a:pt x="72732" y="50429"/>
                  <a:pt x="71562" y="51998"/>
                  <a:pt x="70367" y="53541"/>
                </a:cubicBezTo>
                <a:lnTo>
                  <a:pt x="70318" y="53541"/>
                </a:lnTo>
                <a:cubicBezTo>
                  <a:pt x="71512" y="52022"/>
                  <a:pt x="72682" y="50429"/>
                  <a:pt x="73777" y="48811"/>
                </a:cubicBezTo>
                <a:close/>
                <a:moveTo>
                  <a:pt x="23522" y="45650"/>
                </a:moveTo>
                <a:lnTo>
                  <a:pt x="23572" y="45675"/>
                </a:lnTo>
                <a:cubicBezTo>
                  <a:pt x="21506" y="48264"/>
                  <a:pt x="19589" y="50902"/>
                  <a:pt x="17772" y="53591"/>
                </a:cubicBezTo>
                <a:lnTo>
                  <a:pt x="17723" y="53591"/>
                </a:lnTo>
                <a:cubicBezTo>
                  <a:pt x="19515" y="50927"/>
                  <a:pt x="21456" y="48264"/>
                  <a:pt x="23522" y="45650"/>
                </a:cubicBezTo>
                <a:close/>
                <a:moveTo>
                  <a:pt x="117710" y="41344"/>
                </a:moveTo>
                <a:lnTo>
                  <a:pt x="117710" y="41344"/>
                </a:lnTo>
                <a:cubicBezTo>
                  <a:pt x="117685" y="41593"/>
                  <a:pt x="117660" y="41842"/>
                  <a:pt x="117660" y="42066"/>
                </a:cubicBezTo>
                <a:cubicBezTo>
                  <a:pt x="117461" y="43584"/>
                  <a:pt x="117212" y="45327"/>
                  <a:pt x="116988" y="46671"/>
                </a:cubicBezTo>
                <a:cubicBezTo>
                  <a:pt x="116839" y="47642"/>
                  <a:pt x="116540" y="49060"/>
                  <a:pt x="116217" y="50156"/>
                </a:cubicBezTo>
                <a:cubicBezTo>
                  <a:pt x="116117" y="50479"/>
                  <a:pt x="116043" y="50778"/>
                  <a:pt x="115943" y="51126"/>
                </a:cubicBezTo>
                <a:cubicBezTo>
                  <a:pt x="115719" y="51923"/>
                  <a:pt x="115470" y="52869"/>
                  <a:pt x="115196" y="53715"/>
                </a:cubicBezTo>
                <a:lnTo>
                  <a:pt x="115196" y="53541"/>
                </a:lnTo>
                <a:cubicBezTo>
                  <a:pt x="115719" y="51599"/>
                  <a:pt x="116067" y="49658"/>
                  <a:pt x="116291" y="47816"/>
                </a:cubicBezTo>
                <a:cubicBezTo>
                  <a:pt x="116914" y="45625"/>
                  <a:pt x="117412" y="43460"/>
                  <a:pt x="117710" y="41344"/>
                </a:cubicBezTo>
                <a:close/>
                <a:moveTo>
                  <a:pt x="46049" y="53267"/>
                </a:moveTo>
                <a:lnTo>
                  <a:pt x="46472" y="53665"/>
                </a:lnTo>
                <a:cubicBezTo>
                  <a:pt x="46472" y="53715"/>
                  <a:pt x="46472" y="53715"/>
                  <a:pt x="46422" y="53740"/>
                </a:cubicBezTo>
                <a:lnTo>
                  <a:pt x="46024" y="53342"/>
                </a:lnTo>
                <a:cubicBezTo>
                  <a:pt x="46024" y="53292"/>
                  <a:pt x="46049" y="53292"/>
                  <a:pt x="46049" y="53267"/>
                </a:cubicBezTo>
                <a:close/>
                <a:moveTo>
                  <a:pt x="69421" y="53491"/>
                </a:moveTo>
                <a:cubicBezTo>
                  <a:pt x="69621" y="53541"/>
                  <a:pt x="69770" y="53615"/>
                  <a:pt x="69944" y="53665"/>
                </a:cubicBezTo>
                <a:cubicBezTo>
                  <a:pt x="69944" y="53690"/>
                  <a:pt x="69919" y="53690"/>
                  <a:pt x="69919" y="53740"/>
                </a:cubicBezTo>
                <a:cubicBezTo>
                  <a:pt x="69720" y="53665"/>
                  <a:pt x="69571" y="53615"/>
                  <a:pt x="69397" y="53541"/>
                </a:cubicBezTo>
                <a:cubicBezTo>
                  <a:pt x="69421" y="53516"/>
                  <a:pt x="69421" y="53491"/>
                  <a:pt x="69421" y="53491"/>
                </a:cubicBezTo>
                <a:close/>
                <a:moveTo>
                  <a:pt x="54494" y="46213"/>
                </a:moveTo>
                <a:cubicBezTo>
                  <a:pt x="54460" y="46240"/>
                  <a:pt x="54425" y="46268"/>
                  <a:pt x="54387" y="46298"/>
                </a:cubicBezTo>
                <a:cubicBezTo>
                  <a:pt x="54238" y="46422"/>
                  <a:pt x="54064" y="46546"/>
                  <a:pt x="53889" y="46696"/>
                </a:cubicBezTo>
                <a:cubicBezTo>
                  <a:pt x="53865" y="46746"/>
                  <a:pt x="53840" y="46746"/>
                  <a:pt x="53815" y="46770"/>
                </a:cubicBezTo>
                <a:cubicBezTo>
                  <a:pt x="53740" y="46820"/>
                  <a:pt x="53641" y="46895"/>
                  <a:pt x="53591" y="46945"/>
                </a:cubicBezTo>
                <a:cubicBezTo>
                  <a:pt x="53566" y="46970"/>
                  <a:pt x="53516" y="46970"/>
                  <a:pt x="53491" y="47019"/>
                </a:cubicBezTo>
                <a:lnTo>
                  <a:pt x="53466" y="47044"/>
                </a:lnTo>
                <a:cubicBezTo>
                  <a:pt x="53267" y="47194"/>
                  <a:pt x="53068" y="47343"/>
                  <a:pt x="52869" y="47542"/>
                </a:cubicBezTo>
                <a:lnTo>
                  <a:pt x="52844" y="47567"/>
                </a:lnTo>
                <a:lnTo>
                  <a:pt x="52769" y="47642"/>
                </a:lnTo>
                <a:cubicBezTo>
                  <a:pt x="52744" y="47642"/>
                  <a:pt x="52744" y="47667"/>
                  <a:pt x="52720" y="47667"/>
                </a:cubicBezTo>
                <a:cubicBezTo>
                  <a:pt x="52122" y="48164"/>
                  <a:pt x="51575" y="48687"/>
                  <a:pt x="51002" y="49210"/>
                </a:cubicBezTo>
                <a:cubicBezTo>
                  <a:pt x="51002" y="49210"/>
                  <a:pt x="50977" y="49210"/>
                  <a:pt x="50977" y="49260"/>
                </a:cubicBezTo>
                <a:lnTo>
                  <a:pt x="50878" y="49334"/>
                </a:lnTo>
                <a:lnTo>
                  <a:pt x="49658" y="50554"/>
                </a:lnTo>
                <a:lnTo>
                  <a:pt x="49608" y="50629"/>
                </a:lnTo>
                <a:lnTo>
                  <a:pt x="49509" y="50703"/>
                </a:lnTo>
                <a:lnTo>
                  <a:pt x="49359" y="50877"/>
                </a:lnTo>
                <a:cubicBezTo>
                  <a:pt x="49011" y="51251"/>
                  <a:pt x="48637" y="51624"/>
                  <a:pt x="48289" y="51998"/>
                </a:cubicBezTo>
                <a:lnTo>
                  <a:pt x="48140" y="52147"/>
                </a:lnTo>
                <a:lnTo>
                  <a:pt x="48040" y="52246"/>
                </a:lnTo>
                <a:cubicBezTo>
                  <a:pt x="48015" y="52271"/>
                  <a:pt x="47990" y="52321"/>
                  <a:pt x="47965" y="52371"/>
                </a:cubicBezTo>
                <a:cubicBezTo>
                  <a:pt x="47916" y="52396"/>
                  <a:pt x="47916" y="52421"/>
                  <a:pt x="47891" y="52421"/>
                </a:cubicBezTo>
                <a:cubicBezTo>
                  <a:pt x="47517" y="52869"/>
                  <a:pt x="47119" y="53317"/>
                  <a:pt x="46746" y="53765"/>
                </a:cubicBezTo>
                <a:lnTo>
                  <a:pt x="46721" y="53740"/>
                </a:lnTo>
                <a:cubicBezTo>
                  <a:pt x="46870" y="53541"/>
                  <a:pt x="46995" y="53367"/>
                  <a:pt x="47144" y="53217"/>
                </a:cubicBezTo>
                <a:cubicBezTo>
                  <a:pt x="47219" y="53118"/>
                  <a:pt x="47293" y="53018"/>
                  <a:pt x="47368" y="52943"/>
                </a:cubicBezTo>
                <a:cubicBezTo>
                  <a:pt x="47766" y="52446"/>
                  <a:pt x="48214" y="51998"/>
                  <a:pt x="48637" y="51500"/>
                </a:cubicBezTo>
                <a:cubicBezTo>
                  <a:pt x="48737" y="51400"/>
                  <a:pt x="48787" y="51301"/>
                  <a:pt x="48886" y="51251"/>
                </a:cubicBezTo>
                <a:cubicBezTo>
                  <a:pt x="49334" y="50778"/>
                  <a:pt x="49782" y="50305"/>
                  <a:pt x="50255" y="49832"/>
                </a:cubicBezTo>
                <a:lnTo>
                  <a:pt x="50479" y="49633"/>
                </a:lnTo>
                <a:cubicBezTo>
                  <a:pt x="50977" y="49160"/>
                  <a:pt x="51450" y="48687"/>
                  <a:pt x="51973" y="48264"/>
                </a:cubicBezTo>
                <a:cubicBezTo>
                  <a:pt x="52023" y="48239"/>
                  <a:pt x="52072" y="48164"/>
                  <a:pt x="52122" y="48139"/>
                </a:cubicBezTo>
                <a:lnTo>
                  <a:pt x="53242" y="47194"/>
                </a:lnTo>
                <a:lnTo>
                  <a:pt x="53715" y="46820"/>
                </a:lnTo>
                <a:lnTo>
                  <a:pt x="53815" y="46721"/>
                </a:lnTo>
                <a:cubicBezTo>
                  <a:pt x="54033" y="46546"/>
                  <a:pt x="54271" y="46371"/>
                  <a:pt x="54494" y="46213"/>
                </a:cubicBezTo>
                <a:close/>
                <a:moveTo>
                  <a:pt x="114997" y="53342"/>
                </a:moveTo>
                <a:lnTo>
                  <a:pt x="114997" y="53541"/>
                </a:lnTo>
                <a:cubicBezTo>
                  <a:pt x="114997" y="53615"/>
                  <a:pt x="114972" y="53715"/>
                  <a:pt x="114947" y="53765"/>
                </a:cubicBezTo>
                <a:lnTo>
                  <a:pt x="114947" y="53541"/>
                </a:lnTo>
                <a:cubicBezTo>
                  <a:pt x="114972" y="53491"/>
                  <a:pt x="114972" y="53391"/>
                  <a:pt x="114997" y="53342"/>
                </a:cubicBezTo>
                <a:close/>
                <a:moveTo>
                  <a:pt x="17673" y="53765"/>
                </a:moveTo>
                <a:cubicBezTo>
                  <a:pt x="17673" y="53790"/>
                  <a:pt x="17648" y="53790"/>
                  <a:pt x="17648" y="53839"/>
                </a:cubicBezTo>
                <a:lnTo>
                  <a:pt x="17598" y="53839"/>
                </a:lnTo>
                <a:cubicBezTo>
                  <a:pt x="17598" y="53790"/>
                  <a:pt x="17623" y="53790"/>
                  <a:pt x="17623" y="53765"/>
                </a:cubicBezTo>
                <a:close/>
                <a:moveTo>
                  <a:pt x="66293" y="53362"/>
                </a:moveTo>
                <a:cubicBezTo>
                  <a:pt x="66172" y="53507"/>
                  <a:pt x="66031" y="53673"/>
                  <a:pt x="65912" y="53839"/>
                </a:cubicBezTo>
                <a:cubicBezTo>
                  <a:pt x="65912" y="53790"/>
                  <a:pt x="65937" y="53765"/>
                  <a:pt x="65937" y="53740"/>
                </a:cubicBezTo>
                <a:lnTo>
                  <a:pt x="65937" y="53690"/>
                </a:lnTo>
                <a:cubicBezTo>
                  <a:pt x="65937" y="53665"/>
                  <a:pt x="65962" y="53640"/>
                  <a:pt x="65962" y="53615"/>
                </a:cubicBezTo>
                <a:cubicBezTo>
                  <a:pt x="66036" y="53516"/>
                  <a:pt x="66086" y="53416"/>
                  <a:pt x="66186" y="53367"/>
                </a:cubicBezTo>
                <a:lnTo>
                  <a:pt x="66211" y="53367"/>
                </a:lnTo>
                <a:cubicBezTo>
                  <a:pt x="66252" y="53367"/>
                  <a:pt x="66278" y="53367"/>
                  <a:pt x="66293" y="53362"/>
                </a:cubicBezTo>
                <a:close/>
                <a:moveTo>
                  <a:pt x="23721" y="45800"/>
                </a:moveTo>
                <a:cubicBezTo>
                  <a:pt x="24070" y="46173"/>
                  <a:pt x="24393" y="46546"/>
                  <a:pt x="24767" y="46895"/>
                </a:cubicBezTo>
                <a:cubicBezTo>
                  <a:pt x="23398" y="49235"/>
                  <a:pt x="22278" y="51599"/>
                  <a:pt x="21456" y="53864"/>
                </a:cubicBezTo>
                <a:cubicBezTo>
                  <a:pt x="20286" y="53715"/>
                  <a:pt x="19166" y="53615"/>
                  <a:pt x="18046" y="53591"/>
                </a:cubicBezTo>
                <a:cubicBezTo>
                  <a:pt x="19789" y="50977"/>
                  <a:pt x="21705" y="48388"/>
                  <a:pt x="23721" y="45800"/>
                </a:cubicBezTo>
                <a:close/>
                <a:moveTo>
                  <a:pt x="24891" y="47019"/>
                </a:moveTo>
                <a:lnTo>
                  <a:pt x="24916" y="47044"/>
                </a:lnTo>
                <a:cubicBezTo>
                  <a:pt x="23597" y="49359"/>
                  <a:pt x="22502" y="51649"/>
                  <a:pt x="21655" y="53889"/>
                </a:cubicBezTo>
                <a:lnTo>
                  <a:pt x="21606" y="53889"/>
                </a:lnTo>
                <a:cubicBezTo>
                  <a:pt x="22452" y="51649"/>
                  <a:pt x="23572" y="49359"/>
                  <a:pt x="24891" y="47019"/>
                </a:cubicBezTo>
                <a:close/>
                <a:moveTo>
                  <a:pt x="37835" y="46273"/>
                </a:moveTo>
                <a:cubicBezTo>
                  <a:pt x="37959" y="46372"/>
                  <a:pt x="38059" y="46447"/>
                  <a:pt x="38183" y="46546"/>
                </a:cubicBezTo>
                <a:cubicBezTo>
                  <a:pt x="36291" y="48936"/>
                  <a:pt x="34698" y="51425"/>
                  <a:pt x="33454" y="53889"/>
                </a:cubicBezTo>
                <a:cubicBezTo>
                  <a:pt x="33031" y="53541"/>
                  <a:pt x="32583" y="53217"/>
                  <a:pt x="32184" y="52869"/>
                </a:cubicBezTo>
                <a:cubicBezTo>
                  <a:pt x="33952" y="50629"/>
                  <a:pt x="35818" y="48413"/>
                  <a:pt x="37835" y="46273"/>
                </a:cubicBezTo>
                <a:close/>
                <a:moveTo>
                  <a:pt x="38308" y="46646"/>
                </a:moveTo>
                <a:cubicBezTo>
                  <a:pt x="38332" y="46646"/>
                  <a:pt x="38332" y="46671"/>
                  <a:pt x="38382" y="46671"/>
                </a:cubicBezTo>
                <a:cubicBezTo>
                  <a:pt x="36466" y="49060"/>
                  <a:pt x="34898" y="51550"/>
                  <a:pt x="33653" y="54014"/>
                </a:cubicBezTo>
                <a:cubicBezTo>
                  <a:pt x="33603" y="54014"/>
                  <a:pt x="33603" y="53989"/>
                  <a:pt x="33578" y="53989"/>
                </a:cubicBezTo>
                <a:cubicBezTo>
                  <a:pt x="34823" y="51525"/>
                  <a:pt x="36416" y="49036"/>
                  <a:pt x="38308" y="46646"/>
                </a:cubicBezTo>
                <a:close/>
                <a:moveTo>
                  <a:pt x="17897" y="53790"/>
                </a:moveTo>
                <a:cubicBezTo>
                  <a:pt x="19017" y="53839"/>
                  <a:pt x="20212" y="53889"/>
                  <a:pt x="21357" y="54039"/>
                </a:cubicBezTo>
                <a:lnTo>
                  <a:pt x="21357" y="54113"/>
                </a:lnTo>
                <a:cubicBezTo>
                  <a:pt x="20162" y="53964"/>
                  <a:pt x="19017" y="53864"/>
                  <a:pt x="17872" y="53864"/>
                </a:cubicBezTo>
                <a:cubicBezTo>
                  <a:pt x="17872" y="53839"/>
                  <a:pt x="17897" y="53839"/>
                  <a:pt x="17897" y="53790"/>
                </a:cubicBezTo>
                <a:close/>
                <a:moveTo>
                  <a:pt x="32035" y="52993"/>
                </a:moveTo>
                <a:cubicBezTo>
                  <a:pt x="32483" y="53342"/>
                  <a:pt x="32931" y="53715"/>
                  <a:pt x="33354" y="54039"/>
                </a:cubicBezTo>
                <a:cubicBezTo>
                  <a:pt x="33354" y="54088"/>
                  <a:pt x="33329" y="54088"/>
                  <a:pt x="33329" y="54113"/>
                </a:cubicBezTo>
                <a:cubicBezTo>
                  <a:pt x="32906" y="53765"/>
                  <a:pt x="32433" y="53391"/>
                  <a:pt x="31985" y="53043"/>
                </a:cubicBezTo>
                <a:cubicBezTo>
                  <a:pt x="31985" y="53018"/>
                  <a:pt x="32035" y="53018"/>
                  <a:pt x="32035" y="52993"/>
                </a:cubicBezTo>
                <a:close/>
                <a:moveTo>
                  <a:pt x="21606" y="54088"/>
                </a:moveTo>
                <a:cubicBezTo>
                  <a:pt x="21606" y="54113"/>
                  <a:pt x="21606" y="54113"/>
                  <a:pt x="21581" y="54138"/>
                </a:cubicBezTo>
                <a:lnTo>
                  <a:pt x="21506" y="54138"/>
                </a:lnTo>
                <a:cubicBezTo>
                  <a:pt x="21506" y="54113"/>
                  <a:pt x="21506" y="54113"/>
                  <a:pt x="21531" y="54088"/>
                </a:cubicBezTo>
                <a:close/>
                <a:moveTo>
                  <a:pt x="19042" y="40174"/>
                </a:moveTo>
                <a:lnTo>
                  <a:pt x="19042" y="40199"/>
                </a:lnTo>
                <a:lnTo>
                  <a:pt x="19092" y="40224"/>
                </a:lnTo>
                <a:cubicBezTo>
                  <a:pt x="18992" y="40448"/>
                  <a:pt x="18893" y="40573"/>
                  <a:pt x="18793" y="40722"/>
                </a:cubicBezTo>
                <a:lnTo>
                  <a:pt x="17673" y="42415"/>
                </a:lnTo>
                <a:cubicBezTo>
                  <a:pt x="17499" y="42713"/>
                  <a:pt x="17275" y="43037"/>
                  <a:pt x="17100" y="43311"/>
                </a:cubicBezTo>
                <a:cubicBezTo>
                  <a:pt x="16802" y="43759"/>
                  <a:pt x="16553" y="44182"/>
                  <a:pt x="16304" y="44580"/>
                </a:cubicBezTo>
                <a:cubicBezTo>
                  <a:pt x="16154" y="44829"/>
                  <a:pt x="16030" y="45053"/>
                  <a:pt x="15881" y="45277"/>
                </a:cubicBezTo>
                <a:cubicBezTo>
                  <a:pt x="15507" y="45899"/>
                  <a:pt x="15184" y="46472"/>
                  <a:pt x="14860" y="47094"/>
                </a:cubicBezTo>
                <a:cubicBezTo>
                  <a:pt x="14561" y="47592"/>
                  <a:pt x="14313" y="48090"/>
                  <a:pt x="14064" y="48612"/>
                </a:cubicBezTo>
                <a:cubicBezTo>
                  <a:pt x="14064" y="48612"/>
                  <a:pt x="14064" y="48637"/>
                  <a:pt x="14039" y="48637"/>
                </a:cubicBezTo>
                <a:cubicBezTo>
                  <a:pt x="13939" y="48811"/>
                  <a:pt x="13865" y="49011"/>
                  <a:pt x="13765" y="49235"/>
                </a:cubicBezTo>
                <a:cubicBezTo>
                  <a:pt x="13541" y="49683"/>
                  <a:pt x="13317" y="50131"/>
                  <a:pt x="13118" y="50604"/>
                </a:cubicBezTo>
                <a:cubicBezTo>
                  <a:pt x="13043" y="50753"/>
                  <a:pt x="12944" y="50902"/>
                  <a:pt x="12894" y="51052"/>
                </a:cubicBezTo>
                <a:cubicBezTo>
                  <a:pt x="12421" y="52122"/>
                  <a:pt x="11948" y="53217"/>
                  <a:pt x="11575" y="54238"/>
                </a:cubicBezTo>
                <a:lnTo>
                  <a:pt x="11525" y="54238"/>
                </a:lnTo>
                <a:cubicBezTo>
                  <a:pt x="13192" y="49658"/>
                  <a:pt x="15781" y="44879"/>
                  <a:pt x="19042" y="40174"/>
                </a:cubicBezTo>
                <a:close/>
                <a:moveTo>
                  <a:pt x="19216" y="40473"/>
                </a:moveTo>
                <a:cubicBezTo>
                  <a:pt x="20212" y="41917"/>
                  <a:pt x="21606" y="43634"/>
                  <a:pt x="23398" y="45501"/>
                </a:cubicBezTo>
                <a:cubicBezTo>
                  <a:pt x="21282" y="48139"/>
                  <a:pt x="19341" y="50853"/>
                  <a:pt x="17499" y="53591"/>
                </a:cubicBezTo>
                <a:cubicBezTo>
                  <a:pt x="15507" y="53591"/>
                  <a:pt x="13566" y="53765"/>
                  <a:pt x="11799" y="54238"/>
                </a:cubicBezTo>
                <a:cubicBezTo>
                  <a:pt x="12670" y="51898"/>
                  <a:pt x="13765" y="49508"/>
                  <a:pt x="15109" y="47094"/>
                </a:cubicBezTo>
                <a:cubicBezTo>
                  <a:pt x="15258" y="46820"/>
                  <a:pt x="15408" y="46546"/>
                  <a:pt x="15557" y="46298"/>
                </a:cubicBezTo>
                <a:cubicBezTo>
                  <a:pt x="15731" y="46024"/>
                  <a:pt x="15881" y="45775"/>
                  <a:pt x="16030" y="45501"/>
                </a:cubicBezTo>
                <a:cubicBezTo>
                  <a:pt x="16304" y="45028"/>
                  <a:pt x="16603" y="44555"/>
                  <a:pt x="16876" y="44057"/>
                </a:cubicBezTo>
                <a:cubicBezTo>
                  <a:pt x="16926" y="44008"/>
                  <a:pt x="16976" y="43908"/>
                  <a:pt x="17001" y="43833"/>
                </a:cubicBezTo>
                <a:cubicBezTo>
                  <a:pt x="17349" y="43286"/>
                  <a:pt x="17723" y="42713"/>
                  <a:pt x="18046" y="42166"/>
                </a:cubicBezTo>
                <a:cubicBezTo>
                  <a:pt x="18420" y="41568"/>
                  <a:pt x="18793" y="41046"/>
                  <a:pt x="19216" y="40473"/>
                </a:cubicBezTo>
                <a:close/>
                <a:moveTo>
                  <a:pt x="33528" y="54138"/>
                </a:moveTo>
                <a:cubicBezTo>
                  <a:pt x="33553" y="54138"/>
                  <a:pt x="33553" y="54163"/>
                  <a:pt x="33578" y="54163"/>
                </a:cubicBezTo>
                <a:cubicBezTo>
                  <a:pt x="33578" y="54213"/>
                  <a:pt x="33553" y="54213"/>
                  <a:pt x="33553" y="54238"/>
                </a:cubicBezTo>
                <a:cubicBezTo>
                  <a:pt x="33528" y="54238"/>
                  <a:pt x="33479" y="54238"/>
                  <a:pt x="33479" y="54213"/>
                </a:cubicBezTo>
                <a:cubicBezTo>
                  <a:pt x="33479" y="54163"/>
                  <a:pt x="33528" y="54163"/>
                  <a:pt x="33528" y="54138"/>
                </a:cubicBezTo>
                <a:close/>
                <a:moveTo>
                  <a:pt x="17399" y="53790"/>
                </a:moveTo>
                <a:cubicBezTo>
                  <a:pt x="17374" y="53790"/>
                  <a:pt x="17374" y="53790"/>
                  <a:pt x="17349" y="53839"/>
                </a:cubicBezTo>
                <a:cubicBezTo>
                  <a:pt x="15358" y="53839"/>
                  <a:pt x="13441" y="54039"/>
                  <a:pt x="11699" y="54512"/>
                </a:cubicBezTo>
                <a:cubicBezTo>
                  <a:pt x="11699" y="54487"/>
                  <a:pt x="11749" y="54487"/>
                  <a:pt x="11749" y="54462"/>
                </a:cubicBezTo>
                <a:cubicBezTo>
                  <a:pt x="13516" y="53989"/>
                  <a:pt x="15408" y="53790"/>
                  <a:pt x="17399" y="53790"/>
                </a:cubicBezTo>
                <a:close/>
                <a:moveTo>
                  <a:pt x="118084" y="37735"/>
                </a:moveTo>
                <a:lnTo>
                  <a:pt x="118084" y="38482"/>
                </a:lnTo>
                <a:cubicBezTo>
                  <a:pt x="118059" y="39452"/>
                  <a:pt x="118034" y="40647"/>
                  <a:pt x="117909" y="41842"/>
                </a:cubicBezTo>
                <a:cubicBezTo>
                  <a:pt x="117909" y="41942"/>
                  <a:pt x="117860" y="42016"/>
                  <a:pt x="117860" y="42091"/>
                </a:cubicBezTo>
                <a:cubicBezTo>
                  <a:pt x="117660" y="43709"/>
                  <a:pt x="117436" y="45401"/>
                  <a:pt x="117212" y="46671"/>
                </a:cubicBezTo>
                <a:cubicBezTo>
                  <a:pt x="117188" y="46820"/>
                  <a:pt x="117163" y="46945"/>
                  <a:pt x="117113" y="47119"/>
                </a:cubicBezTo>
                <a:cubicBezTo>
                  <a:pt x="116964" y="47940"/>
                  <a:pt x="116764" y="48861"/>
                  <a:pt x="116540" y="49857"/>
                </a:cubicBezTo>
                <a:cubicBezTo>
                  <a:pt x="116491" y="49981"/>
                  <a:pt x="116466" y="50106"/>
                  <a:pt x="116441" y="50180"/>
                </a:cubicBezTo>
                <a:cubicBezTo>
                  <a:pt x="116366" y="50405"/>
                  <a:pt x="116316" y="50629"/>
                  <a:pt x="116242" y="50877"/>
                </a:cubicBezTo>
                <a:lnTo>
                  <a:pt x="116142" y="51151"/>
                </a:lnTo>
                <a:cubicBezTo>
                  <a:pt x="116043" y="51624"/>
                  <a:pt x="115868" y="52172"/>
                  <a:pt x="115719" y="52719"/>
                </a:cubicBezTo>
                <a:cubicBezTo>
                  <a:pt x="115520" y="53292"/>
                  <a:pt x="115346" y="53914"/>
                  <a:pt x="115122" y="54586"/>
                </a:cubicBezTo>
                <a:cubicBezTo>
                  <a:pt x="115122" y="54611"/>
                  <a:pt x="115097" y="54611"/>
                  <a:pt x="115097" y="54636"/>
                </a:cubicBezTo>
                <a:cubicBezTo>
                  <a:pt x="115097" y="54586"/>
                  <a:pt x="115122" y="54536"/>
                  <a:pt x="115122" y="54487"/>
                </a:cubicBezTo>
                <a:lnTo>
                  <a:pt x="115122" y="54362"/>
                </a:lnTo>
                <a:cubicBezTo>
                  <a:pt x="115470" y="53391"/>
                  <a:pt x="115819" y="52147"/>
                  <a:pt x="116092" y="51151"/>
                </a:cubicBezTo>
                <a:cubicBezTo>
                  <a:pt x="116192" y="50803"/>
                  <a:pt x="116291" y="50504"/>
                  <a:pt x="116366" y="50180"/>
                </a:cubicBezTo>
                <a:cubicBezTo>
                  <a:pt x="116690" y="49110"/>
                  <a:pt x="116964" y="47667"/>
                  <a:pt x="117163" y="46671"/>
                </a:cubicBezTo>
                <a:cubicBezTo>
                  <a:pt x="117412" y="45327"/>
                  <a:pt x="117611" y="43584"/>
                  <a:pt x="117810" y="42066"/>
                </a:cubicBezTo>
                <a:cubicBezTo>
                  <a:pt x="117934" y="41120"/>
                  <a:pt x="117984" y="39801"/>
                  <a:pt x="118034" y="38731"/>
                </a:cubicBezTo>
                <a:cubicBezTo>
                  <a:pt x="118059" y="38556"/>
                  <a:pt x="118059" y="38357"/>
                  <a:pt x="118059" y="38208"/>
                </a:cubicBezTo>
                <a:lnTo>
                  <a:pt x="118059" y="38083"/>
                </a:lnTo>
                <a:cubicBezTo>
                  <a:pt x="118059" y="37959"/>
                  <a:pt x="118059" y="37859"/>
                  <a:pt x="118084" y="37735"/>
                </a:cubicBezTo>
                <a:close/>
                <a:moveTo>
                  <a:pt x="62952" y="52842"/>
                </a:moveTo>
                <a:lnTo>
                  <a:pt x="62952" y="52842"/>
                </a:lnTo>
                <a:cubicBezTo>
                  <a:pt x="62941" y="52853"/>
                  <a:pt x="62931" y="52862"/>
                  <a:pt x="62925" y="52869"/>
                </a:cubicBezTo>
                <a:lnTo>
                  <a:pt x="62352" y="53342"/>
                </a:lnTo>
                <a:cubicBezTo>
                  <a:pt x="61979" y="53615"/>
                  <a:pt x="61606" y="53914"/>
                  <a:pt x="61307" y="54213"/>
                </a:cubicBezTo>
                <a:cubicBezTo>
                  <a:pt x="61034" y="54445"/>
                  <a:pt x="60760" y="54670"/>
                  <a:pt x="60495" y="54896"/>
                </a:cubicBezTo>
                <a:lnTo>
                  <a:pt x="60495" y="54896"/>
                </a:lnTo>
                <a:cubicBezTo>
                  <a:pt x="60654" y="54753"/>
                  <a:pt x="60809" y="54615"/>
                  <a:pt x="60959" y="54487"/>
                </a:cubicBezTo>
                <a:cubicBezTo>
                  <a:pt x="61058" y="54387"/>
                  <a:pt x="61183" y="54288"/>
                  <a:pt x="61282" y="54213"/>
                </a:cubicBezTo>
                <a:cubicBezTo>
                  <a:pt x="61307" y="54213"/>
                  <a:pt x="61307" y="54163"/>
                  <a:pt x="61332" y="54163"/>
                </a:cubicBezTo>
                <a:cubicBezTo>
                  <a:pt x="61606" y="53914"/>
                  <a:pt x="61929" y="53665"/>
                  <a:pt x="62228" y="53416"/>
                </a:cubicBezTo>
                <a:cubicBezTo>
                  <a:pt x="62352" y="53342"/>
                  <a:pt x="62452" y="53242"/>
                  <a:pt x="62576" y="53143"/>
                </a:cubicBezTo>
                <a:cubicBezTo>
                  <a:pt x="62651" y="53093"/>
                  <a:pt x="62726" y="53018"/>
                  <a:pt x="62800" y="52968"/>
                </a:cubicBezTo>
                <a:lnTo>
                  <a:pt x="62952" y="52842"/>
                </a:lnTo>
                <a:close/>
                <a:moveTo>
                  <a:pt x="78606" y="45675"/>
                </a:moveTo>
                <a:lnTo>
                  <a:pt x="78656" y="45725"/>
                </a:lnTo>
                <a:lnTo>
                  <a:pt x="78656" y="45700"/>
                </a:lnTo>
                <a:cubicBezTo>
                  <a:pt x="78706" y="45725"/>
                  <a:pt x="78731" y="45725"/>
                  <a:pt x="78731" y="45775"/>
                </a:cubicBezTo>
                <a:cubicBezTo>
                  <a:pt x="78756" y="45800"/>
                  <a:pt x="78830" y="45849"/>
                  <a:pt x="78880" y="45899"/>
                </a:cubicBezTo>
                <a:cubicBezTo>
                  <a:pt x="78930" y="45924"/>
                  <a:pt x="78980" y="45999"/>
                  <a:pt x="79029" y="46024"/>
                </a:cubicBezTo>
                <a:lnTo>
                  <a:pt x="79079" y="46049"/>
                </a:lnTo>
                <a:cubicBezTo>
                  <a:pt x="79204" y="46173"/>
                  <a:pt x="79328" y="46273"/>
                  <a:pt x="79477" y="46397"/>
                </a:cubicBezTo>
                <a:cubicBezTo>
                  <a:pt x="79602" y="46472"/>
                  <a:pt x="79726" y="46571"/>
                  <a:pt x="79851" y="46696"/>
                </a:cubicBezTo>
                <a:cubicBezTo>
                  <a:pt x="79901" y="46770"/>
                  <a:pt x="80000" y="46820"/>
                  <a:pt x="80075" y="46845"/>
                </a:cubicBezTo>
                <a:cubicBezTo>
                  <a:pt x="80125" y="46895"/>
                  <a:pt x="80174" y="46945"/>
                  <a:pt x="80224" y="46970"/>
                </a:cubicBezTo>
                <a:cubicBezTo>
                  <a:pt x="80374" y="47094"/>
                  <a:pt x="80523" y="47194"/>
                  <a:pt x="80697" y="47293"/>
                </a:cubicBezTo>
                <a:cubicBezTo>
                  <a:pt x="80722" y="47293"/>
                  <a:pt x="80722" y="47318"/>
                  <a:pt x="80747" y="47318"/>
                </a:cubicBezTo>
                <a:cubicBezTo>
                  <a:pt x="80822" y="47343"/>
                  <a:pt x="80847" y="47393"/>
                  <a:pt x="80896" y="47418"/>
                </a:cubicBezTo>
                <a:lnTo>
                  <a:pt x="80946" y="47442"/>
                </a:lnTo>
                <a:cubicBezTo>
                  <a:pt x="80971" y="47467"/>
                  <a:pt x="80996" y="47467"/>
                  <a:pt x="81021" y="47517"/>
                </a:cubicBezTo>
                <a:lnTo>
                  <a:pt x="81319" y="47691"/>
                </a:lnTo>
                <a:cubicBezTo>
                  <a:pt x="81394" y="47766"/>
                  <a:pt x="81469" y="47791"/>
                  <a:pt x="81568" y="47841"/>
                </a:cubicBezTo>
                <a:cubicBezTo>
                  <a:pt x="81643" y="47915"/>
                  <a:pt x="81743" y="47965"/>
                  <a:pt x="81842" y="48015"/>
                </a:cubicBezTo>
                <a:cubicBezTo>
                  <a:pt x="82016" y="48139"/>
                  <a:pt x="82240" y="48214"/>
                  <a:pt x="82440" y="48339"/>
                </a:cubicBezTo>
                <a:cubicBezTo>
                  <a:pt x="82489" y="48388"/>
                  <a:pt x="82589" y="48438"/>
                  <a:pt x="82639" y="48463"/>
                </a:cubicBezTo>
                <a:cubicBezTo>
                  <a:pt x="82763" y="48538"/>
                  <a:pt x="82888" y="48587"/>
                  <a:pt x="82987" y="48662"/>
                </a:cubicBezTo>
                <a:cubicBezTo>
                  <a:pt x="83087" y="48712"/>
                  <a:pt x="83211" y="48787"/>
                  <a:pt x="83311" y="48811"/>
                </a:cubicBezTo>
                <a:lnTo>
                  <a:pt x="83485" y="48911"/>
                </a:lnTo>
                <a:lnTo>
                  <a:pt x="83684" y="49011"/>
                </a:lnTo>
                <a:cubicBezTo>
                  <a:pt x="82390" y="51052"/>
                  <a:pt x="80996" y="53118"/>
                  <a:pt x="79477" y="55134"/>
                </a:cubicBezTo>
                <a:cubicBezTo>
                  <a:pt x="78830" y="54586"/>
                  <a:pt x="78208" y="54014"/>
                  <a:pt x="77611" y="53416"/>
                </a:cubicBezTo>
                <a:cubicBezTo>
                  <a:pt x="78407" y="51151"/>
                  <a:pt x="78830" y="48986"/>
                  <a:pt x="78731" y="47019"/>
                </a:cubicBezTo>
                <a:lnTo>
                  <a:pt x="78731" y="46920"/>
                </a:lnTo>
                <a:cubicBezTo>
                  <a:pt x="78731" y="46770"/>
                  <a:pt x="78706" y="46621"/>
                  <a:pt x="78706" y="46447"/>
                </a:cubicBezTo>
                <a:lnTo>
                  <a:pt x="78706" y="46322"/>
                </a:lnTo>
                <a:lnTo>
                  <a:pt x="78606" y="45675"/>
                </a:lnTo>
                <a:close/>
                <a:moveTo>
                  <a:pt x="83833" y="49135"/>
                </a:moveTo>
                <a:cubicBezTo>
                  <a:pt x="83858" y="49135"/>
                  <a:pt x="83858" y="49160"/>
                  <a:pt x="83883" y="49160"/>
                </a:cubicBezTo>
                <a:cubicBezTo>
                  <a:pt x="82589" y="51176"/>
                  <a:pt x="81195" y="53242"/>
                  <a:pt x="79652" y="55283"/>
                </a:cubicBezTo>
                <a:cubicBezTo>
                  <a:pt x="79627" y="55283"/>
                  <a:pt x="79627" y="55258"/>
                  <a:pt x="79602" y="55258"/>
                </a:cubicBezTo>
                <a:cubicBezTo>
                  <a:pt x="81120" y="53242"/>
                  <a:pt x="82514" y="51176"/>
                  <a:pt x="83833" y="49135"/>
                </a:cubicBezTo>
                <a:close/>
                <a:moveTo>
                  <a:pt x="77536" y="53615"/>
                </a:moveTo>
                <a:cubicBezTo>
                  <a:pt x="78108" y="54213"/>
                  <a:pt x="78731" y="54736"/>
                  <a:pt x="79378" y="55258"/>
                </a:cubicBezTo>
                <a:cubicBezTo>
                  <a:pt x="79378" y="55283"/>
                  <a:pt x="79353" y="55283"/>
                  <a:pt x="79353" y="55333"/>
                </a:cubicBezTo>
                <a:cubicBezTo>
                  <a:pt x="78706" y="54785"/>
                  <a:pt x="78084" y="54238"/>
                  <a:pt x="77511" y="53665"/>
                </a:cubicBezTo>
                <a:cubicBezTo>
                  <a:pt x="77511" y="53640"/>
                  <a:pt x="77536" y="53640"/>
                  <a:pt x="77536" y="53615"/>
                </a:cubicBezTo>
                <a:close/>
                <a:moveTo>
                  <a:pt x="79477" y="55383"/>
                </a:moveTo>
                <a:cubicBezTo>
                  <a:pt x="79502" y="55383"/>
                  <a:pt x="79527" y="55408"/>
                  <a:pt x="79527" y="55408"/>
                </a:cubicBezTo>
                <a:cubicBezTo>
                  <a:pt x="79527" y="55457"/>
                  <a:pt x="79502" y="55457"/>
                  <a:pt x="79502" y="55482"/>
                </a:cubicBezTo>
                <a:cubicBezTo>
                  <a:pt x="79477" y="55482"/>
                  <a:pt x="79477" y="55457"/>
                  <a:pt x="79453" y="55457"/>
                </a:cubicBezTo>
                <a:cubicBezTo>
                  <a:pt x="79453" y="55408"/>
                  <a:pt x="79477" y="55408"/>
                  <a:pt x="79477" y="55383"/>
                </a:cubicBezTo>
                <a:close/>
                <a:moveTo>
                  <a:pt x="18644" y="39627"/>
                </a:moveTo>
                <a:cubicBezTo>
                  <a:pt x="18743" y="39801"/>
                  <a:pt x="18818" y="39925"/>
                  <a:pt x="18917" y="40075"/>
                </a:cubicBezTo>
                <a:cubicBezTo>
                  <a:pt x="18021" y="41344"/>
                  <a:pt x="17150" y="42663"/>
                  <a:pt x="16379" y="43958"/>
                </a:cubicBezTo>
                <a:cubicBezTo>
                  <a:pt x="14188" y="47517"/>
                  <a:pt x="12520" y="51002"/>
                  <a:pt x="11276" y="54362"/>
                </a:cubicBezTo>
                <a:cubicBezTo>
                  <a:pt x="10131" y="54711"/>
                  <a:pt x="9061" y="55109"/>
                  <a:pt x="8140" y="55607"/>
                </a:cubicBezTo>
                <a:cubicBezTo>
                  <a:pt x="10952" y="50280"/>
                  <a:pt x="14512" y="44879"/>
                  <a:pt x="18644" y="39627"/>
                </a:cubicBezTo>
                <a:close/>
                <a:moveTo>
                  <a:pt x="18519" y="39428"/>
                </a:moveTo>
                <a:cubicBezTo>
                  <a:pt x="18519" y="39452"/>
                  <a:pt x="18544" y="39452"/>
                  <a:pt x="18544" y="39477"/>
                </a:cubicBezTo>
                <a:cubicBezTo>
                  <a:pt x="14313" y="44804"/>
                  <a:pt x="10703" y="50305"/>
                  <a:pt x="7841" y="55781"/>
                </a:cubicBezTo>
                <a:cubicBezTo>
                  <a:pt x="7816" y="55831"/>
                  <a:pt x="7791" y="55831"/>
                  <a:pt x="7766" y="55856"/>
                </a:cubicBezTo>
                <a:cubicBezTo>
                  <a:pt x="10629" y="50355"/>
                  <a:pt x="14263" y="44804"/>
                  <a:pt x="18519" y="39428"/>
                </a:cubicBezTo>
                <a:close/>
                <a:moveTo>
                  <a:pt x="25090" y="47194"/>
                </a:moveTo>
                <a:cubicBezTo>
                  <a:pt x="27082" y="49135"/>
                  <a:pt x="29297" y="51101"/>
                  <a:pt x="31562" y="52919"/>
                </a:cubicBezTo>
                <a:cubicBezTo>
                  <a:pt x="30790" y="53889"/>
                  <a:pt x="30044" y="54860"/>
                  <a:pt x="29322" y="55856"/>
                </a:cubicBezTo>
                <a:cubicBezTo>
                  <a:pt x="26883" y="54960"/>
                  <a:pt x="24369" y="54288"/>
                  <a:pt x="21879" y="53914"/>
                </a:cubicBezTo>
                <a:cubicBezTo>
                  <a:pt x="22701" y="51724"/>
                  <a:pt x="23746" y="49484"/>
                  <a:pt x="25090" y="47194"/>
                </a:cubicBezTo>
                <a:close/>
                <a:moveTo>
                  <a:pt x="31687" y="53018"/>
                </a:moveTo>
                <a:cubicBezTo>
                  <a:pt x="31711" y="53018"/>
                  <a:pt x="31711" y="53043"/>
                  <a:pt x="31736" y="53043"/>
                </a:cubicBezTo>
                <a:cubicBezTo>
                  <a:pt x="30990" y="54014"/>
                  <a:pt x="30243" y="54935"/>
                  <a:pt x="29546" y="55905"/>
                </a:cubicBezTo>
                <a:cubicBezTo>
                  <a:pt x="29496" y="55905"/>
                  <a:pt x="29496" y="55881"/>
                  <a:pt x="29471" y="55881"/>
                </a:cubicBezTo>
                <a:cubicBezTo>
                  <a:pt x="30193" y="54960"/>
                  <a:pt x="30940" y="53989"/>
                  <a:pt x="31687" y="53018"/>
                </a:cubicBezTo>
                <a:close/>
                <a:moveTo>
                  <a:pt x="11176" y="54611"/>
                </a:moveTo>
                <a:cubicBezTo>
                  <a:pt x="11176" y="54611"/>
                  <a:pt x="11176" y="54636"/>
                  <a:pt x="11151" y="54661"/>
                </a:cubicBezTo>
                <a:cubicBezTo>
                  <a:pt x="9932" y="55009"/>
                  <a:pt x="8837" y="55482"/>
                  <a:pt x="7916" y="56030"/>
                </a:cubicBezTo>
                <a:cubicBezTo>
                  <a:pt x="7940" y="56005"/>
                  <a:pt x="7940" y="55980"/>
                  <a:pt x="7965" y="55955"/>
                </a:cubicBezTo>
                <a:cubicBezTo>
                  <a:pt x="8911" y="55408"/>
                  <a:pt x="10006" y="54960"/>
                  <a:pt x="11176" y="54611"/>
                </a:cubicBezTo>
                <a:close/>
                <a:moveTo>
                  <a:pt x="21780" y="54088"/>
                </a:moveTo>
                <a:cubicBezTo>
                  <a:pt x="24244" y="54462"/>
                  <a:pt x="26758" y="55084"/>
                  <a:pt x="29173" y="55980"/>
                </a:cubicBezTo>
                <a:cubicBezTo>
                  <a:pt x="29173" y="56005"/>
                  <a:pt x="29173" y="56030"/>
                  <a:pt x="29123" y="56030"/>
                </a:cubicBezTo>
                <a:cubicBezTo>
                  <a:pt x="26733" y="55134"/>
                  <a:pt x="24244" y="54512"/>
                  <a:pt x="21755" y="54138"/>
                </a:cubicBezTo>
                <a:cubicBezTo>
                  <a:pt x="21755" y="54113"/>
                  <a:pt x="21755" y="54113"/>
                  <a:pt x="21780" y="54088"/>
                </a:cubicBezTo>
                <a:close/>
                <a:moveTo>
                  <a:pt x="29347" y="56080"/>
                </a:moveTo>
                <a:cubicBezTo>
                  <a:pt x="29372" y="56080"/>
                  <a:pt x="29372" y="56105"/>
                  <a:pt x="29421" y="56105"/>
                </a:cubicBezTo>
                <a:cubicBezTo>
                  <a:pt x="29421" y="56129"/>
                  <a:pt x="29372" y="56129"/>
                  <a:pt x="29372" y="56154"/>
                </a:cubicBezTo>
                <a:cubicBezTo>
                  <a:pt x="29347" y="56129"/>
                  <a:pt x="29347" y="56129"/>
                  <a:pt x="29322" y="56129"/>
                </a:cubicBezTo>
                <a:cubicBezTo>
                  <a:pt x="29322" y="56105"/>
                  <a:pt x="29347" y="56105"/>
                  <a:pt x="29347" y="56080"/>
                </a:cubicBezTo>
                <a:close/>
                <a:moveTo>
                  <a:pt x="59807" y="55507"/>
                </a:moveTo>
                <a:cubicBezTo>
                  <a:pt x="59599" y="55690"/>
                  <a:pt x="59374" y="55874"/>
                  <a:pt x="59191" y="56080"/>
                </a:cubicBezTo>
                <a:cubicBezTo>
                  <a:pt x="59146" y="56110"/>
                  <a:pt x="59110" y="56131"/>
                  <a:pt x="59077" y="56160"/>
                </a:cubicBezTo>
                <a:lnTo>
                  <a:pt x="59077" y="56160"/>
                </a:lnTo>
                <a:cubicBezTo>
                  <a:pt x="59123" y="56117"/>
                  <a:pt x="59170" y="56073"/>
                  <a:pt x="59216" y="56030"/>
                </a:cubicBezTo>
                <a:cubicBezTo>
                  <a:pt x="59406" y="55864"/>
                  <a:pt x="59596" y="55675"/>
                  <a:pt x="59807" y="55507"/>
                </a:cubicBezTo>
                <a:close/>
                <a:moveTo>
                  <a:pt x="7667" y="56105"/>
                </a:moveTo>
                <a:cubicBezTo>
                  <a:pt x="7642" y="56129"/>
                  <a:pt x="7642" y="56154"/>
                  <a:pt x="7592" y="56229"/>
                </a:cubicBezTo>
                <a:cubicBezTo>
                  <a:pt x="7567" y="56229"/>
                  <a:pt x="7542" y="56254"/>
                  <a:pt x="7517" y="56279"/>
                </a:cubicBezTo>
                <a:cubicBezTo>
                  <a:pt x="7542" y="56254"/>
                  <a:pt x="7542" y="56229"/>
                  <a:pt x="7567" y="56154"/>
                </a:cubicBezTo>
                <a:cubicBezTo>
                  <a:pt x="7592" y="56129"/>
                  <a:pt x="7642" y="56129"/>
                  <a:pt x="7667" y="56105"/>
                </a:cubicBezTo>
                <a:close/>
                <a:moveTo>
                  <a:pt x="73877" y="49110"/>
                </a:moveTo>
                <a:cubicBezTo>
                  <a:pt x="74624" y="50604"/>
                  <a:pt x="75669" y="52097"/>
                  <a:pt x="77038" y="53516"/>
                </a:cubicBezTo>
                <a:cubicBezTo>
                  <a:pt x="76739" y="54412"/>
                  <a:pt x="76341" y="55383"/>
                  <a:pt x="75868" y="56329"/>
                </a:cubicBezTo>
                <a:cubicBezTo>
                  <a:pt x="73902" y="55159"/>
                  <a:pt x="72060" y="54263"/>
                  <a:pt x="70517" y="53665"/>
                </a:cubicBezTo>
                <a:cubicBezTo>
                  <a:pt x="71687" y="52172"/>
                  <a:pt x="72856" y="50653"/>
                  <a:pt x="73877" y="49110"/>
                </a:cubicBezTo>
                <a:close/>
                <a:moveTo>
                  <a:pt x="77237" y="53665"/>
                </a:moveTo>
                <a:cubicBezTo>
                  <a:pt x="77262" y="53715"/>
                  <a:pt x="77262" y="53715"/>
                  <a:pt x="77287" y="53715"/>
                </a:cubicBezTo>
                <a:cubicBezTo>
                  <a:pt x="77287" y="53740"/>
                  <a:pt x="77262" y="53765"/>
                  <a:pt x="77262" y="53790"/>
                </a:cubicBezTo>
                <a:cubicBezTo>
                  <a:pt x="77262" y="53839"/>
                  <a:pt x="77237" y="53864"/>
                  <a:pt x="77237" y="53889"/>
                </a:cubicBezTo>
                <a:cubicBezTo>
                  <a:pt x="77188" y="53989"/>
                  <a:pt x="77138" y="54088"/>
                  <a:pt x="77113" y="54163"/>
                </a:cubicBezTo>
                <a:cubicBezTo>
                  <a:pt x="77038" y="54337"/>
                  <a:pt x="76988" y="54487"/>
                  <a:pt x="76914" y="54611"/>
                </a:cubicBezTo>
                <a:cubicBezTo>
                  <a:pt x="76889" y="54661"/>
                  <a:pt x="76889" y="54736"/>
                  <a:pt x="76864" y="54760"/>
                </a:cubicBezTo>
                <a:cubicBezTo>
                  <a:pt x="76814" y="54785"/>
                  <a:pt x="76814" y="54860"/>
                  <a:pt x="76789" y="54885"/>
                </a:cubicBezTo>
                <a:cubicBezTo>
                  <a:pt x="76789" y="54910"/>
                  <a:pt x="76764" y="54910"/>
                  <a:pt x="76764" y="54960"/>
                </a:cubicBezTo>
                <a:cubicBezTo>
                  <a:pt x="76690" y="55109"/>
                  <a:pt x="76615" y="55258"/>
                  <a:pt x="76540" y="55457"/>
                </a:cubicBezTo>
                <a:cubicBezTo>
                  <a:pt x="76515" y="55532"/>
                  <a:pt x="76491" y="55607"/>
                  <a:pt x="76416" y="55706"/>
                </a:cubicBezTo>
                <a:cubicBezTo>
                  <a:pt x="76416" y="55731"/>
                  <a:pt x="76391" y="55756"/>
                  <a:pt x="76391" y="55756"/>
                </a:cubicBezTo>
                <a:cubicBezTo>
                  <a:pt x="76291" y="55955"/>
                  <a:pt x="76192" y="56129"/>
                  <a:pt x="76117" y="56279"/>
                </a:cubicBezTo>
                <a:cubicBezTo>
                  <a:pt x="76117" y="56329"/>
                  <a:pt x="76067" y="56353"/>
                  <a:pt x="76067" y="56378"/>
                </a:cubicBezTo>
                <a:lnTo>
                  <a:pt x="76043" y="56378"/>
                </a:lnTo>
                <a:cubicBezTo>
                  <a:pt x="76043" y="56378"/>
                  <a:pt x="76018" y="56378"/>
                  <a:pt x="76018" y="56353"/>
                </a:cubicBezTo>
                <a:cubicBezTo>
                  <a:pt x="76491" y="55482"/>
                  <a:pt x="76889" y="54586"/>
                  <a:pt x="77237" y="53665"/>
                </a:cubicBezTo>
                <a:close/>
                <a:moveTo>
                  <a:pt x="67311" y="53370"/>
                </a:moveTo>
                <a:cubicBezTo>
                  <a:pt x="67732" y="53370"/>
                  <a:pt x="68256" y="53453"/>
                  <a:pt x="68874" y="53615"/>
                </a:cubicBezTo>
                <a:cubicBezTo>
                  <a:pt x="68202" y="54536"/>
                  <a:pt x="67530" y="55482"/>
                  <a:pt x="66783" y="56453"/>
                </a:cubicBezTo>
                <a:cubicBezTo>
                  <a:pt x="66136" y="55208"/>
                  <a:pt x="65912" y="54288"/>
                  <a:pt x="66211" y="53790"/>
                </a:cubicBezTo>
                <a:cubicBezTo>
                  <a:pt x="66393" y="53509"/>
                  <a:pt x="66766" y="53370"/>
                  <a:pt x="67311" y="53370"/>
                </a:cubicBezTo>
                <a:close/>
                <a:moveTo>
                  <a:pt x="70417" y="53839"/>
                </a:moveTo>
                <a:cubicBezTo>
                  <a:pt x="71985" y="54412"/>
                  <a:pt x="73802" y="55333"/>
                  <a:pt x="75794" y="56503"/>
                </a:cubicBezTo>
                <a:cubicBezTo>
                  <a:pt x="75794" y="56528"/>
                  <a:pt x="75769" y="56528"/>
                  <a:pt x="75769" y="56577"/>
                </a:cubicBezTo>
                <a:cubicBezTo>
                  <a:pt x="73777" y="55408"/>
                  <a:pt x="71935" y="54487"/>
                  <a:pt x="70392" y="53889"/>
                </a:cubicBezTo>
                <a:cubicBezTo>
                  <a:pt x="70392" y="53864"/>
                  <a:pt x="70392" y="53839"/>
                  <a:pt x="70417" y="53839"/>
                </a:cubicBezTo>
                <a:close/>
                <a:moveTo>
                  <a:pt x="65912" y="54163"/>
                </a:moveTo>
                <a:cubicBezTo>
                  <a:pt x="65837" y="54760"/>
                  <a:pt x="66086" y="55582"/>
                  <a:pt x="66659" y="56602"/>
                </a:cubicBezTo>
                <a:lnTo>
                  <a:pt x="66584" y="56652"/>
                </a:lnTo>
                <a:cubicBezTo>
                  <a:pt x="66061" y="55657"/>
                  <a:pt x="65787" y="54860"/>
                  <a:pt x="65812" y="54263"/>
                </a:cubicBezTo>
                <a:lnTo>
                  <a:pt x="65912" y="54163"/>
                </a:lnTo>
                <a:close/>
                <a:moveTo>
                  <a:pt x="69048" y="53615"/>
                </a:moveTo>
                <a:cubicBezTo>
                  <a:pt x="69073" y="53615"/>
                  <a:pt x="69073" y="53615"/>
                  <a:pt x="69098" y="53640"/>
                </a:cubicBezTo>
                <a:cubicBezTo>
                  <a:pt x="68426" y="54661"/>
                  <a:pt x="67679" y="55657"/>
                  <a:pt x="66907" y="56652"/>
                </a:cubicBezTo>
                <a:cubicBezTo>
                  <a:pt x="66907" y="56627"/>
                  <a:pt x="66858" y="56627"/>
                  <a:pt x="66858" y="56602"/>
                </a:cubicBezTo>
                <a:cubicBezTo>
                  <a:pt x="67654" y="55607"/>
                  <a:pt x="68351" y="54611"/>
                  <a:pt x="69048" y="53615"/>
                </a:cubicBezTo>
                <a:close/>
                <a:moveTo>
                  <a:pt x="75918" y="56577"/>
                </a:moveTo>
                <a:cubicBezTo>
                  <a:pt x="75968" y="56602"/>
                  <a:pt x="75968" y="56602"/>
                  <a:pt x="75993" y="56602"/>
                </a:cubicBezTo>
                <a:cubicBezTo>
                  <a:pt x="75993" y="56627"/>
                  <a:pt x="75943" y="56627"/>
                  <a:pt x="75943" y="56652"/>
                </a:cubicBezTo>
                <a:lnTo>
                  <a:pt x="75918" y="56652"/>
                </a:lnTo>
                <a:cubicBezTo>
                  <a:pt x="75918" y="56652"/>
                  <a:pt x="75893" y="56652"/>
                  <a:pt x="75893" y="56627"/>
                </a:cubicBezTo>
                <a:cubicBezTo>
                  <a:pt x="75893" y="56602"/>
                  <a:pt x="75918" y="56602"/>
                  <a:pt x="75918" y="56577"/>
                </a:cubicBezTo>
                <a:close/>
                <a:moveTo>
                  <a:pt x="66758" y="56752"/>
                </a:moveTo>
                <a:cubicBezTo>
                  <a:pt x="66758" y="56777"/>
                  <a:pt x="66783" y="56777"/>
                  <a:pt x="66783" y="56826"/>
                </a:cubicBezTo>
                <a:lnTo>
                  <a:pt x="66708" y="56876"/>
                </a:lnTo>
                <a:cubicBezTo>
                  <a:pt x="66708" y="56876"/>
                  <a:pt x="66708" y="56851"/>
                  <a:pt x="66683" y="56826"/>
                </a:cubicBezTo>
                <a:lnTo>
                  <a:pt x="66758" y="56752"/>
                </a:lnTo>
                <a:close/>
                <a:moveTo>
                  <a:pt x="31861" y="53167"/>
                </a:moveTo>
                <a:cubicBezTo>
                  <a:pt x="32334" y="53541"/>
                  <a:pt x="32782" y="53889"/>
                  <a:pt x="33230" y="54263"/>
                </a:cubicBezTo>
                <a:cubicBezTo>
                  <a:pt x="32807" y="55208"/>
                  <a:pt x="32408" y="56105"/>
                  <a:pt x="32060" y="57001"/>
                </a:cubicBezTo>
                <a:cubicBezTo>
                  <a:pt x="31288" y="56627"/>
                  <a:pt x="30492" y="56279"/>
                  <a:pt x="29695" y="56005"/>
                </a:cubicBezTo>
                <a:cubicBezTo>
                  <a:pt x="30417" y="55084"/>
                  <a:pt x="31164" y="54113"/>
                  <a:pt x="31861" y="53167"/>
                </a:cubicBezTo>
                <a:close/>
                <a:moveTo>
                  <a:pt x="69272" y="53665"/>
                </a:moveTo>
                <a:cubicBezTo>
                  <a:pt x="69421" y="53740"/>
                  <a:pt x="69621" y="53765"/>
                  <a:pt x="69770" y="53839"/>
                </a:cubicBezTo>
                <a:cubicBezTo>
                  <a:pt x="68899" y="54885"/>
                  <a:pt x="68028" y="55955"/>
                  <a:pt x="67082" y="57001"/>
                </a:cubicBezTo>
                <a:cubicBezTo>
                  <a:pt x="67082" y="56976"/>
                  <a:pt x="67057" y="56876"/>
                  <a:pt x="67007" y="56826"/>
                </a:cubicBezTo>
                <a:cubicBezTo>
                  <a:pt x="67804" y="55781"/>
                  <a:pt x="68575" y="54736"/>
                  <a:pt x="69272" y="53665"/>
                </a:cubicBezTo>
                <a:close/>
                <a:moveTo>
                  <a:pt x="33404" y="54387"/>
                </a:moveTo>
                <a:cubicBezTo>
                  <a:pt x="33429" y="54387"/>
                  <a:pt x="33429" y="54412"/>
                  <a:pt x="33454" y="54412"/>
                </a:cubicBezTo>
                <a:cubicBezTo>
                  <a:pt x="33031" y="55333"/>
                  <a:pt x="32608" y="56229"/>
                  <a:pt x="32309" y="57125"/>
                </a:cubicBezTo>
                <a:cubicBezTo>
                  <a:pt x="32284" y="57125"/>
                  <a:pt x="32284" y="57100"/>
                  <a:pt x="32234" y="57100"/>
                </a:cubicBezTo>
                <a:cubicBezTo>
                  <a:pt x="32558" y="56204"/>
                  <a:pt x="32956" y="55283"/>
                  <a:pt x="33404" y="54387"/>
                </a:cubicBezTo>
                <a:close/>
                <a:moveTo>
                  <a:pt x="70019" y="53889"/>
                </a:moveTo>
                <a:cubicBezTo>
                  <a:pt x="69148" y="55034"/>
                  <a:pt x="68252" y="56154"/>
                  <a:pt x="67256" y="57225"/>
                </a:cubicBezTo>
                <a:cubicBezTo>
                  <a:pt x="67331" y="57075"/>
                  <a:pt x="67430" y="56951"/>
                  <a:pt x="67555" y="56801"/>
                </a:cubicBezTo>
                <a:cubicBezTo>
                  <a:pt x="67704" y="56652"/>
                  <a:pt x="67828" y="56503"/>
                  <a:pt x="68003" y="56329"/>
                </a:cubicBezTo>
                <a:cubicBezTo>
                  <a:pt x="68351" y="55905"/>
                  <a:pt x="68700" y="55482"/>
                  <a:pt x="69048" y="55084"/>
                </a:cubicBezTo>
                <a:cubicBezTo>
                  <a:pt x="69148" y="54984"/>
                  <a:pt x="69197" y="54885"/>
                  <a:pt x="69297" y="54760"/>
                </a:cubicBezTo>
                <a:cubicBezTo>
                  <a:pt x="69546" y="54487"/>
                  <a:pt x="69770" y="54188"/>
                  <a:pt x="69969" y="53889"/>
                </a:cubicBezTo>
                <a:close/>
                <a:moveTo>
                  <a:pt x="29596" y="56154"/>
                </a:moveTo>
                <a:cubicBezTo>
                  <a:pt x="30392" y="56478"/>
                  <a:pt x="31214" y="56826"/>
                  <a:pt x="32035" y="57200"/>
                </a:cubicBezTo>
                <a:cubicBezTo>
                  <a:pt x="31985" y="57225"/>
                  <a:pt x="31985" y="57225"/>
                  <a:pt x="31985" y="57250"/>
                </a:cubicBezTo>
                <a:cubicBezTo>
                  <a:pt x="31189" y="56876"/>
                  <a:pt x="30367" y="56528"/>
                  <a:pt x="29571" y="56229"/>
                </a:cubicBezTo>
                <a:cubicBezTo>
                  <a:pt x="29571" y="56204"/>
                  <a:pt x="29596" y="56204"/>
                  <a:pt x="29596" y="56154"/>
                </a:cubicBezTo>
                <a:close/>
                <a:moveTo>
                  <a:pt x="66883" y="57001"/>
                </a:moveTo>
                <a:cubicBezTo>
                  <a:pt x="66907" y="57075"/>
                  <a:pt x="66932" y="57125"/>
                  <a:pt x="67007" y="57200"/>
                </a:cubicBezTo>
                <a:cubicBezTo>
                  <a:pt x="66957" y="57200"/>
                  <a:pt x="66957" y="57225"/>
                  <a:pt x="66932" y="57250"/>
                </a:cubicBezTo>
                <a:cubicBezTo>
                  <a:pt x="66907" y="57200"/>
                  <a:pt x="66883" y="57125"/>
                  <a:pt x="66808" y="57075"/>
                </a:cubicBezTo>
                <a:lnTo>
                  <a:pt x="66883" y="57001"/>
                </a:lnTo>
                <a:close/>
                <a:moveTo>
                  <a:pt x="32184" y="57250"/>
                </a:moveTo>
                <a:cubicBezTo>
                  <a:pt x="32209" y="57250"/>
                  <a:pt x="32209" y="57274"/>
                  <a:pt x="32234" y="57274"/>
                </a:cubicBezTo>
                <a:cubicBezTo>
                  <a:pt x="32234" y="57324"/>
                  <a:pt x="32234" y="57324"/>
                  <a:pt x="32209" y="57349"/>
                </a:cubicBezTo>
                <a:cubicBezTo>
                  <a:pt x="32184" y="57349"/>
                  <a:pt x="32184" y="57349"/>
                  <a:pt x="32159" y="57324"/>
                </a:cubicBezTo>
                <a:cubicBezTo>
                  <a:pt x="32159" y="57274"/>
                  <a:pt x="32159" y="57274"/>
                  <a:pt x="32184" y="57250"/>
                </a:cubicBezTo>
                <a:close/>
                <a:moveTo>
                  <a:pt x="77436" y="53864"/>
                </a:moveTo>
                <a:cubicBezTo>
                  <a:pt x="78009" y="54412"/>
                  <a:pt x="78606" y="54960"/>
                  <a:pt x="79229" y="55482"/>
                </a:cubicBezTo>
                <a:cubicBezTo>
                  <a:pt x="78706" y="56129"/>
                  <a:pt x="78208" y="56777"/>
                  <a:pt x="77685" y="57449"/>
                </a:cubicBezTo>
                <a:cubicBezTo>
                  <a:pt x="77188" y="57125"/>
                  <a:pt x="76739" y="56851"/>
                  <a:pt x="76267" y="56577"/>
                </a:cubicBezTo>
                <a:cubicBezTo>
                  <a:pt x="76739" y="55657"/>
                  <a:pt x="77113" y="54760"/>
                  <a:pt x="77436" y="53864"/>
                </a:cubicBezTo>
                <a:close/>
                <a:moveTo>
                  <a:pt x="67082" y="57349"/>
                </a:moveTo>
                <a:cubicBezTo>
                  <a:pt x="67082" y="57374"/>
                  <a:pt x="67107" y="57374"/>
                  <a:pt x="67107" y="57399"/>
                </a:cubicBezTo>
                <a:lnTo>
                  <a:pt x="67057" y="57474"/>
                </a:lnTo>
                <a:lnTo>
                  <a:pt x="67057" y="57449"/>
                </a:lnTo>
                <a:cubicBezTo>
                  <a:pt x="67057" y="57449"/>
                  <a:pt x="67057" y="57399"/>
                  <a:pt x="67032" y="57399"/>
                </a:cubicBezTo>
                <a:lnTo>
                  <a:pt x="67082" y="57349"/>
                </a:lnTo>
                <a:close/>
                <a:moveTo>
                  <a:pt x="17548" y="36938"/>
                </a:moveTo>
                <a:cubicBezTo>
                  <a:pt x="17573" y="37561"/>
                  <a:pt x="17897" y="38332"/>
                  <a:pt x="18395" y="39228"/>
                </a:cubicBezTo>
                <a:cubicBezTo>
                  <a:pt x="14039" y="44754"/>
                  <a:pt x="10305" y="50405"/>
                  <a:pt x="7418" y="56005"/>
                </a:cubicBezTo>
                <a:cubicBezTo>
                  <a:pt x="6696" y="56478"/>
                  <a:pt x="6049" y="56976"/>
                  <a:pt x="5526" y="57523"/>
                </a:cubicBezTo>
                <a:cubicBezTo>
                  <a:pt x="7219" y="53167"/>
                  <a:pt x="9558" y="48662"/>
                  <a:pt x="12421" y="44207"/>
                </a:cubicBezTo>
                <a:cubicBezTo>
                  <a:pt x="12769" y="43684"/>
                  <a:pt x="13118" y="43186"/>
                  <a:pt x="13416" y="42663"/>
                </a:cubicBezTo>
                <a:cubicBezTo>
                  <a:pt x="14686" y="40722"/>
                  <a:pt x="16105" y="38830"/>
                  <a:pt x="17548" y="36938"/>
                </a:cubicBezTo>
                <a:close/>
                <a:moveTo>
                  <a:pt x="114748" y="54288"/>
                </a:moveTo>
                <a:cubicBezTo>
                  <a:pt x="114748" y="54462"/>
                  <a:pt x="114723" y="54586"/>
                  <a:pt x="114698" y="54736"/>
                </a:cubicBezTo>
                <a:cubicBezTo>
                  <a:pt x="114450" y="55532"/>
                  <a:pt x="114201" y="56353"/>
                  <a:pt x="113927" y="57200"/>
                </a:cubicBezTo>
                <a:cubicBezTo>
                  <a:pt x="113852" y="57324"/>
                  <a:pt x="113802" y="57449"/>
                  <a:pt x="113728" y="57523"/>
                </a:cubicBezTo>
                <a:cubicBezTo>
                  <a:pt x="114101" y="56453"/>
                  <a:pt x="114450" y="55383"/>
                  <a:pt x="114748" y="54288"/>
                </a:cubicBezTo>
                <a:close/>
                <a:moveTo>
                  <a:pt x="79328" y="55607"/>
                </a:moveTo>
                <a:cubicBezTo>
                  <a:pt x="79353" y="55607"/>
                  <a:pt x="79353" y="55632"/>
                  <a:pt x="79378" y="55632"/>
                </a:cubicBezTo>
                <a:cubicBezTo>
                  <a:pt x="78905" y="56279"/>
                  <a:pt x="78407" y="56901"/>
                  <a:pt x="77884" y="57573"/>
                </a:cubicBezTo>
                <a:cubicBezTo>
                  <a:pt x="77860" y="57573"/>
                  <a:pt x="77860" y="57523"/>
                  <a:pt x="77835" y="57523"/>
                </a:cubicBezTo>
                <a:cubicBezTo>
                  <a:pt x="78333" y="56876"/>
                  <a:pt x="78830" y="56254"/>
                  <a:pt x="79328" y="55607"/>
                </a:cubicBezTo>
                <a:close/>
                <a:moveTo>
                  <a:pt x="114823" y="55283"/>
                </a:moveTo>
                <a:lnTo>
                  <a:pt x="114823" y="55283"/>
                </a:lnTo>
                <a:cubicBezTo>
                  <a:pt x="114848" y="55358"/>
                  <a:pt x="114823" y="55457"/>
                  <a:pt x="114798" y="55507"/>
                </a:cubicBezTo>
                <a:cubicBezTo>
                  <a:pt x="114798" y="55557"/>
                  <a:pt x="114748" y="55607"/>
                  <a:pt x="114748" y="55657"/>
                </a:cubicBezTo>
                <a:cubicBezTo>
                  <a:pt x="114748" y="55706"/>
                  <a:pt x="114748" y="55731"/>
                  <a:pt x="114723" y="55756"/>
                </a:cubicBezTo>
                <a:cubicBezTo>
                  <a:pt x="114574" y="56154"/>
                  <a:pt x="114425" y="56602"/>
                  <a:pt x="114250" y="57075"/>
                </a:cubicBezTo>
                <a:cubicBezTo>
                  <a:pt x="114250" y="57075"/>
                  <a:pt x="114250" y="57100"/>
                  <a:pt x="114225" y="57100"/>
                </a:cubicBezTo>
                <a:cubicBezTo>
                  <a:pt x="114201" y="57200"/>
                  <a:pt x="114126" y="57250"/>
                  <a:pt x="114101" y="57349"/>
                </a:cubicBezTo>
                <a:cubicBezTo>
                  <a:pt x="114076" y="57399"/>
                  <a:pt x="114051" y="57474"/>
                  <a:pt x="113977" y="57573"/>
                </a:cubicBezTo>
                <a:cubicBezTo>
                  <a:pt x="114051" y="57374"/>
                  <a:pt x="114101" y="57225"/>
                  <a:pt x="114176" y="57026"/>
                </a:cubicBezTo>
                <a:cubicBezTo>
                  <a:pt x="114250" y="56826"/>
                  <a:pt x="114375" y="56577"/>
                  <a:pt x="114450" y="56353"/>
                </a:cubicBezTo>
                <a:lnTo>
                  <a:pt x="114624" y="55781"/>
                </a:lnTo>
                <a:lnTo>
                  <a:pt x="114624" y="55756"/>
                </a:lnTo>
                <a:lnTo>
                  <a:pt x="114823" y="55283"/>
                </a:lnTo>
                <a:close/>
                <a:moveTo>
                  <a:pt x="76167" y="56727"/>
                </a:moveTo>
                <a:cubicBezTo>
                  <a:pt x="76640" y="57001"/>
                  <a:pt x="77113" y="57274"/>
                  <a:pt x="77586" y="57598"/>
                </a:cubicBezTo>
                <a:cubicBezTo>
                  <a:pt x="77586" y="57623"/>
                  <a:pt x="77536" y="57623"/>
                  <a:pt x="77536" y="57648"/>
                </a:cubicBezTo>
                <a:cubicBezTo>
                  <a:pt x="77063" y="57349"/>
                  <a:pt x="76615" y="57075"/>
                  <a:pt x="76142" y="56826"/>
                </a:cubicBezTo>
                <a:cubicBezTo>
                  <a:pt x="76142" y="56752"/>
                  <a:pt x="76167" y="56727"/>
                  <a:pt x="76167" y="56727"/>
                </a:cubicBezTo>
                <a:close/>
                <a:moveTo>
                  <a:pt x="77735" y="57698"/>
                </a:moveTo>
                <a:cubicBezTo>
                  <a:pt x="77735" y="57698"/>
                  <a:pt x="77760" y="57698"/>
                  <a:pt x="77785" y="57722"/>
                </a:cubicBezTo>
                <a:cubicBezTo>
                  <a:pt x="77785" y="57747"/>
                  <a:pt x="77760" y="57747"/>
                  <a:pt x="77760" y="57772"/>
                </a:cubicBezTo>
                <a:cubicBezTo>
                  <a:pt x="77735" y="57772"/>
                  <a:pt x="77735" y="57747"/>
                  <a:pt x="77685" y="57747"/>
                </a:cubicBezTo>
                <a:cubicBezTo>
                  <a:pt x="77685" y="57722"/>
                  <a:pt x="77735" y="57722"/>
                  <a:pt x="77735" y="57698"/>
                </a:cubicBezTo>
                <a:close/>
                <a:moveTo>
                  <a:pt x="6347" y="55109"/>
                </a:moveTo>
                <a:lnTo>
                  <a:pt x="6347" y="55109"/>
                </a:lnTo>
                <a:cubicBezTo>
                  <a:pt x="5949" y="56030"/>
                  <a:pt x="5551" y="56976"/>
                  <a:pt x="5202" y="57897"/>
                </a:cubicBezTo>
                <a:cubicBezTo>
                  <a:pt x="5178" y="57971"/>
                  <a:pt x="5103" y="57996"/>
                  <a:pt x="5078" y="58071"/>
                </a:cubicBezTo>
                <a:cubicBezTo>
                  <a:pt x="5103" y="57996"/>
                  <a:pt x="5103" y="57971"/>
                  <a:pt x="5128" y="57897"/>
                </a:cubicBezTo>
                <a:cubicBezTo>
                  <a:pt x="5800" y="56229"/>
                  <a:pt x="6323" y="55134"/>
                  <a:pt x="6347" y="55109"/>
                </a:cubicBezTo>
                <a:close/>
                <a:moveTo>
                  <a:pt x="7268" y="56353"/>
                </a:moveTo>
                <a:cubicBezTo>
                  <a:pt x="7219" y="56403"/>
                  <a:pt x="7219" y="56453"/>
                  <a:pt x="7194" y="56478"/>
                </a:cubicBezTo>
                <a:cubicBezTo>
                  <a:pt x="6447" y="57001"/>
                  <a:pt x="5800" y="57573"/>
                  <a:pt x="5277" y="58220"/>
                </a:cubicBezTo>
                <a:cubicBezTo>
                  <a:pt x="5302" y="58146"/>
                  <a:pt x="5302" y="58096"/>
                  <a:pt x="5327" y="58021"/>
                </a:cubicBezTo>
                <a:cubicBezTo>
                  <a:pt x="5850" y="57399"/>
                  <a:pt x="6522" y="56851"/>
                  <a:pt x="7268" y="56353"/>
                </a:cubicBezTo>
                <a:close/>
                <a:moveTo>
                  <a:pt x="113603" y="58096"/>
                </a:moveTo>
                <a:lnTo>
                  <a:pt x="113603" y="58096"/>
                </a:lnTo>
                <a:cubicBezTo>
                  <a:pt x="113578" y="58146"/>
                  <a:pt x="113578" y="58220"/>
                  <a:pt x="113553" y="58245"/>
                </a:cubicBezTo>
                <a:cubicBezTo>
                  <a:pt x="113553" y="58270"/>
                  <a:pt x="113553" y="58270"/>
                  <a:pt x="113504" y="58320"/>
                </a:cubicBezTo>
                <a:cubicBezTo>
                  <a:pt x="113479" y="58370"/>
                  <a:pt x="113429" y="58444"/>
                  <a:pt x="113379" y="58494"/>
                </a:cubicBezTo>
                <a:cubicBezTo>
                  <a:pt x="113429" y="58444"/>
                  <a:pt x="113454" y="58345"/>
                  <a:pt x="113454" y="58270"/>
                </a:cubicBezTo>
                <a:cubicBezTo>
                  <a:pt x="113504" y="58220"/>
                  <a:pt x="113553" y="58146"/>
                  <a:pt x="113603" y="58096"/>
                </a:cubicBezTo>
                <a:close/>
                <a:moveTo>
                  <a:pt x="6273" y="54835"/>
                </a:moveTo>
                <a:lnTo>
                  <a:pt x="6273" y="54835"/>
                </a:lnTo>
                <a:cubicBezTo>
                  <a:pt x="6074" y="55258"/>
                  <a:pt x="5850" y="55706"/>
                  <a:pt x="5700" y="56154"/>
                </a:cubicBezTo>
                <a:cubicBezTo>
                  <a:pt x="5650" y="56329"/>
                  <a:pt x="5576" y="56453"/>
                  <a:pt x="5551" y="56602"/>
                </a:cubicBezTo>
                <a:cubicBezTo>
                  <a:pt x="5451" y="56851"/>
                  <a:pt x="5327" y="57125"/>
                  <a:pt x="5227" y="57374"/>
                </a:cubicBezTo>
                <a:cubicBezTo>
                  <a:pt x="5202" y="57474"/>
                  <a:pt x="5178" y="57523"/>
                  <a:pt x="5153" y="57623"/>
                </a:cubicBezTo>
                <a:cubicBezTo>
                  <a:pt x="5028" y="57971"/>
                  <a:pt x="4854" y="58320"/>
                  <a:pt x="4705" y="58693"/>
                </a:cubicBezTo>
                <a:cubicBezTo>
                  <a:pt x="4705" y="58716"/>
                  <a:pt x="4685" y="58718"/>
                  <a:pt x="4680" y="58736"/>
                </a:cubicBezTo>
                <a:lnTo>
                  <a:pt x="4680" y="58736"/>
                </a:lnTo>
                <a:cubicBezTo>
                  <a:pt x="4731" y="58266"/>
                  <a:pt x="4905" y="57870"/>
                  <a:pt x="5078" y="57474"/>
                </a:cubicBezTo>
                <a:cubicBezTo>
                  <a:pt x="5277" y="56976"/>
                  <a:pt x="5476" y="56478"/>
                  <a:pt x="5675" y="56030"/>
                </a:cubicBezTo>
                <a:cubicBezTo>
                  <a:pt x="5725" y="55881"/>
                  <a:pt x="5800" y="55731"/>
                  <a:pt x="5899" y="55582"/>
                </a:cubicBezTo>
                <a:cubicBezTo>
                  <a:pt x="5949" y="55408"/>
                  <a:pt x="6049" y="55233"/>
                  <a:pt x="6148" y="55034"/>
                </a:cubicBezTo>
                <a:cubicBezTo>
                  <a:pt x="6173" y="54960"/>
                  <a:pt x="6198" y="54885"/>
                  <a:pt x="6273" y="54835"/>
                </a:cubicBezTo>
                <a:close/>
                <a:moveTo>
                  <a:pt x="5028" y="58444"/>
                </a:moveTo>
                <a:cubicBezTo>
                  <a:pt x="4978" y="58494"/>
                  <a:pt x="4953" y="58594"/>
                  <a:pt x="4953" y="58643"/>
                </a:cubicBezTo>
                <a:cubicBezTo>
                  <a:pt x="4854" y="58718"/>
                  <a:pt x="4829" y="58768"/>
                  <a:pt x="4804" y="58843"/>
                </a:cubicBezTo>
                <a:cubicBezTo>
                  <a:pt x="4829" y="58768"/>
                  <a:pt x="4854" y="58693"/>
                  <a:pt x="4904" y="58619"/>
                </a:cubicBezTo>
                <a:cubicBezTo>
                  <a:pt x="4929" y="58569"/>
                  <a:pt x="4978" y="58494"/>
                  <a:pt x="5028" y="58444"/>
                </a:cubicBezTo>
                <a:close/>
                <a:moveTo>
                  <a:pt x="38507" y="46795"/>
                </a:moveTo>
                <a:cubicBezTo>
                  <a:pt x="41021" y="48861"/>
                  <a:pt x="43435" y="51002"/>
                  <a:pt x="45601" y="53143"/>
                </a:cubicBezTo>
                <a:cubicBezTo>
                  <a:pt x="43858" y="55034"/>
                  <a:pt x="42166" y="56976"/>
                  <a:pt x="40622" y="58942"/>
                </a:cubicBezTo>
                <a:cubicBezTo>
                  <a:pt x="38407" y="57523"/>
                  <a:pt x="36092" y="55881"/>
                  <a:pt x="33802" y="54113"/>
                </a:cubicBezTo>
                <a:cubicBezTo>
                  <a:pt x="35022" y="51674"/>
                  <a:pt x="36590" y="49185"/>
                  <a:pt x="38507" y="46795"/>
                </a:cubicBezTo>
                <a:close/>
                <a:moveTo>
                  <a:pt x="45675" y="53292"/>
                </a:moveTo>
                <a:lnTo>
                  <a:pt x="45725" y="53342"/>
                </a:lnTo>
                <a:cubicBezTo>
                  <a:pt x="44033" y="55208"/>
                  <a:pt x="42390" y="57125"/>
                  <a:pt x="40797" y="59091"/>
                </a:cubicBezTo>
                <a:cubicBezTo>
                  <a:pt x="40772" y="59091"/>
                  <a:pt x="40772" y="59067"/>
                  <a:pt x="40747" y="59067"/>
                </a:cubicBezTo>
                <a:cubicBezTo>
                  <a:pt x="42290" y="57100"/>
                  <a:pt x="43933" y="55159"/>
                  <a:pt x="45675" y="53292"/>
                </a:cubicBezTo>
                <a:close/>
                <a:moveTo>
                  <a:pt x="33728" y="54337"/>
                </a:moveTo>
                <a:cubicBezTo>
                  <a:pt x="36018" y="56105"/>
                  <a:pt x="38308" y="57722"/>
                  <a:pt x="40523" y="59116"/>
                </a:cubicBezTo>
                <a:cubicBezTo>
                  <a:pt x="40448" y="59116"/>
                  <a:pt x="40448" y="59116"/>
                  <a:pt x="40448" y="59141"/>
                </a:cubicBezTo>
                <a:cubicBezTo>
                  <a:pt x="38283" y="57747"/>
                  <a:pt x="35968" y="56129"/>
                  <a:pt x="33703" y="54387"/>
                </a:cubicBezTo>
                <a:cubicBezTo>
                  <a:pt x="33703" y="54362"/>
                  <a:pt x="33728" y="54362"/>
                  <a:pt x="33728" y="54337"/>
                </a:cubicBezTo>
                <a:close/>
                <a:moveTo>
                  <a:pt x="55731" y="45526"/>
                </a:moveTo>
                <a:cubicBezTo>
                  <a:pt x="55806" y="45576"/>
                  <a:pt x="55856" y="45675"/>
                  <a:pt x="55955" y="45725"/>
                </a:cubicBezTo>
                <a:lnTo>
                  <a:pt x="56379" y="46173"/>
                </a:lnTo>
                <a:lnTo>
                  <a:pt x="56677" y="46447"/>
                </a:lnTo>
                <a:lnTo>
                  <a:pt x="57075" y="46870"/>
                </a:lnTo>
                <a:cubicBezTo>
                  <a:pt x="57175" y="46945"/>
                  <a:pt x="57250" y="47019"/>
                  <a:pt x="57349" y="47119"/>
                </a:cubicBezTo>
                <a:cubicBezTo>
                  <a:pt x="57474" y="47243"/>
                  <a:pt x="57623" y="47368"/>
                  <a:pt x="57748" y="47492"/>
                </a:cubicBezTo>
                <a:cubicBezTo>
                  <a:pt x="57822" y="47542"/>
                  <a:pt x="57922" y="47617"/>
                  <a:pt x="57972" y="47667"/>
                </a:cubicBezTo>
                <a:cubicBezTo>
                  <a:pt x="58121" y="47791"/>
                  <a:pt x="58295" y="47940"/>
                  <a:pt x="58420" y="48065"/>
                </a:cubicBezTo>
                <a:cubicBezTo>
                  <a:pt x="58469" y="48115"/>
                  <a:pt x="58494" y="48164"/>
                  <a:pt x="58569" y="48189"/>
                </a:cubicBezTo>
                <a:cubicBezTo>
                  <a:pt x="58743" y="48363"/>
                  <a:pt x="58917" y="48513"/>
                  <a:pt x="59092" y="48637"/>
                </a:cubicBezTo>
                <a:cubicBezTo>
                  <a:pt x="59117" y="48637"/>
                  <a:pt x="59117" y="48662"/>
                  <a:pt x="59166" y="48662"/>
                </a:cubicBezTo>
                <a:cubicBezTo>
                  <a:pt x="59789" y="49160"/>
                  <a:pt x="60361" y="49633"/>
                  <a:pt x="60934" y="50006"/>
                </a:cubicBezTo>
                <a:cubicBezTo>
                  <a:pt x="60734" y="50156"/>
                  <a:pt x="60585" y="50305"/>
                  <a:pt x="60411" y="50429"/>
                </a:cubicBezTo>
                <a:cubicBezTo>
                  <a:pt x="60286" y="50529"/>
                  <a:pt x="60162" y="50653"/>
                  <a:pt x="60038" y="50753"/>
                </a:cubicBezTo>
                <a:cubicBezTo>
                  <a:pt x="59963" y="50803"/>
                  <a:pt x="59913" y="50853"/>
                  <a:pt x="59863" y="50902"/>
                </a:cubicBezTo>
                <a:cubicBezTo>
                  <a:pt x="59465" y="51251"/>
                  <a:pt x="59092" y="51599"/>
                  <a:pt x="58693" y="51923"/>
                </a:cubicBezTo>
                <a:cubicBezTo>
                  <a:pt x="58569" y="52022"/>
                  <a:pt x="58469" y="52122"/>
                  <a:pt x="58345" y="52246"/>
                </a:cubicBezTo>
                <a:cubicBezTo>
                  <a:pt x="58320" y="52271"/>
                  <a:pt x="58295" y="52271"/>
                  <a:pt x="58295" y="52296"/>
                </a:cubicBezTo>
                <a:lnTo>
                  <a:pt x="58245" y="52346"/>
                </a:lnTo>
                <a:cubicBezTo>
                  <a:pt x="57772" y="52769"/>
                  <a:pt x="57324" y="53167"/>
                  <a:pt x="56851" y="53615"/>
                </a:cubicBezTo>
                <a:cubicBezTo>
                  <a:pt x="56802" y="53665"/>
                  <a:pt x="56727" y="53740"/>
                  <a:pt x="56677" y="53765"/>
                </a:cubicBezTo>
                <a:cubicBezTo>
                  <a:pt x="56130" y="54263"/>
                  <a:pt x="55607" y="54760"/>
                  <a:pt x="55084" y="55283"/>
                </a:cubicBezTo>
                <a:lnTo>
                  <a:pt x="54935" y="55457"/>
                </a:lnTo>
                <a:lnTo>
                  <a:pt x="54835" y="55532"/>
                </a:lnTo>
                <a:lnTo>
                  <a:pt x="54810" y="55582"/>
                </a:lnTo>
                <a:lnTo>
                  <a:pt x="53516" y="56851"/>
                </a:lnTo>
                <a:cubicBezTo>
                  <a:pt x="53392" y="56976"/>
                  <a:pt x="53267" y="57100"/>
                  <a:pt x="53143" y="57250"/>
                </a:cubicBezTo>
                <a:cubicBezTo>
                  <a:pt x="52769" y="57648"/>
                  <a:pt x="52396" y="58071"/>
                  <a:pt x="52023" y="58444"/>
                </a:cubicBezTo>
                <a:cubicBezTo>
                  <a:pt x="51973" y="58494"/>
                  <a:pt x="51948" y="58569"/>
                  <a:pt x="51873" y="58619"/>
                </a:cubicBezTo>
                <a:cubicBezTo>
                  <a:pt x="51823" y="58693"/>
                  <a:pt x="51749" y="58743"/>
                  <a:pt x="51724" y="58818"/>
                </a:cubicBezTo>
                <a:cubicBezTo>
                  <a:pt x="51599" y="58942"/>
                  <a:pt x="51475" y="59067"/>
                  <a:pt x="51351" y="59216"/>
                </a:cubicBezTo>
                <a:cubicBezTo>
                  <a:pt x="50355" y="57722"/>
                  <a:pt x="48886" y="55905"/>
                  <a:pt x="46970" y="53889"/>
                </a:cubicBezTo>
                <a:cubicBezTo>
                  <a:pt x="47343" y="53416"/>
                  <a:pt x="47716" y="52968"/>
                  <a:pt x="48115" y="52520"/>
                </a:cubicBezTo>
                <a:lnTo>
                  <a:pt x="48140" y="52495"/>
                </a:lnTo>
                <a:cubicBezTo>
                  <a:pt x="48513" y="52097"/>
                  <a:pt x="48886" y="51649"/>
                  <a:pt x="49260" y="51251"/>
                </a:cubicBezTo>
                <a:lnTo>
                  <a:pt x="49285" y="51226"/>
                </a:lnTo>
                <a:cubicBezTo>
                  <a:pt x="49384" y="51126"/>
                  <a:pt x="49484" y="51002"/>
                  <a:pt x="49583" y="50902"/>
                </a:cubicBezTo>
                <a:cubicBezTo>
                  <a:pt x="49882" y="50604"/>
                  <a:pt x="50156" y="50280"/>
                  <a:pt x="50479" y="49981"/>
                </a:cubicBezTo>
                <a:cubicBezTo>
                  <a:pt x="50629" y="49807"/>
                  <a:pt x="50828" y="49633"/>
                  <a:pt x="51002" y="49484"/>
                </a:cubicBezTo>
                <a:cubicBezTo>
                  <a:pt x="51251" y="49235"/>
                  <a:pt x="51500" y="49011"/>
                  <a:pt x="51774" y="48762"/>
                </a:cubicBezTo>
                <a:lnTo>
                  <a:pt x="52819" y="47816"/>
                </a:lnTo>
                <a:cubicBezTo>
                  <a:pt x="52869" y="47766"/>
                  <a:pt x="52944" y="47741"/>
                  <a:pt x="52993" y="47667"/>
                </a:cubicBezTo>
                <a:cubicBezTo>
                  <a:pt x="53018" y="47642"/>
                  <a:pt x="53093" y="47617"/>
                  <a:pt x="53118" y="47567"/>
                </a:cubicBezTo>
                <a:cubicBezTo>
                  <a:pt x="53242" y="47492"/>
                  <a:pt x="53367" y="47393"/>
                  <a:pt x="53466" y="47293"/>
                </a:cubicBezTo>
                <a:lnTo>
                  <a:pt x="53516" y="47243"/>
                </a:lnTo>
                <a:cubicBezTo>
                  <a:pt x="53641" y="47144"/>
                  <a:pt x="53765" y="47019"/>
                  <a:pt x="53939" y="46920"/>
                </a:cubicBezTo>
                <a:lnTo>
                  <a:pt x="54313" y="46646"/>
                </a:lnTo>
                <a:cubicBezTo>
                  <a:pt x="54337" y="46621"/>
                  <a:pt x="54362" y="46571"/>
                  <a:pt x="54387" y="46571"/>
                </a:cubicBezTo>
                <a:cubicBezTo>
                  <a:pt x="54561" y="46447"/>
                  <a:pt x="54736" y="46322"/>
                  <a:pt x="54885" y="46173"/>
                </a:cubicBezTo>
                <a:lnTo>
                  <a:pt x="55258" y="45899"/>
                </a:lnTo>
                <a:cubicBezTo>
                  <a:pt x="55383" y="45775"/>
                  <a:pt x="55557" y="45650"/>
                  <a:pt x="55731" y="45526"/>
                </a:cubicBezTo>
                <a:close/>
                <a:moveTo>
                  <a:pt x="40647" y="59191"/>
                </a:moveTo>
                <a:cubicBezTo>
                  <a:pt x="40672" y="59191"/>
                  <a:pt x="40672" y="59216"/>
                  <a:pt x="40697" y="59216"/>
                </a:cubicBezTo>
                <a:cubicBezTo>
                  <a:pt x="40697" y="59241"/>
                  <a:pt x="40672" y="59241"/>
                  <a:pt x="40672" y="59266"/>
                </a:cubicBezTo>
                <a:cubicBezTo>
                  <a:pt x="40647" y="59266"/>
                  <a:pt x="40622" y="59241"/>
                  <a:pt x="40622" y="59241"/>
                </a:cubicBezTo>
                <a:cubicBezTo>
                  <a:pt x="40622" y="59216"/>
                  <a:pt x="40647" y="59216"/>
                  <a:pt x="40647" y="59191"/>
                </a:cubicBezTo>
                <a:close/>
                <a:moveTo>
                  <a:pt x="84082" y="49185"/>
                </a:moveTo>
                <a:cubicBezTo>
                  <a:pt x="84132" y="49235"/>
                  <a:pt x="84182" y="49235"/>
                  <a:pt x="84232" y="49260"/>
                </a:cubicBezTo>
                <a:cubicBezTo>
                  <a:pt x="84306" y="49284"/>
                  <a:pt x="84331" y="49284"/>
                  <a:pt x="84381" y="49309"/>
                </a:cubicBezTo>
                <a:cubicBezTo>
                  <a:pt x="84431" y="49309"/>
                  <a:pt x="84456" y="49334"/>
                  <a:pt x="84481" y="49334"/>
                </a:cubicBezTo>
                <a:cubicBezTo>
                  <a:pt x="84705" y="49434"/>
                  <a:pt x="84929" y="49533"/>
                  <a:pt x="85178" y="49633"/>
                </a:cubicBezTo>
                <a:cubicBezTo>
                  <a:pt x="85227" y="49658"/>
                  <a:pt x="85252" y="49658"/>
                  <a:pt x="85327" y="49683"/>
                </a:cubicBezTo>
                <a:cubicBezTo>
                  <a:pt x="85601" y="49782"/>
                  <a:pt x="85850" y="49882"/>
                  <a:pt x="86123" y="49956"/>
                </a:cubicBezTo>
                <a:cubicBezTo>
                  <a:pt x="86173" y="49956"/>
                  <a:pt x="86198" y="50006"/>
                  <a:pt x="86248" y="50006"/>
                </a:cubicBezTo>
                <a:lnTo>
                  <a:pt x="86298" y="50006"/>
                </a:lnTo>
                <a:cubicBezTo>
                  <a:pt x="86497" y="50056"/>
                  <a:pt x="86721" y="50156"/>
                  <a:pt x="86970" y="50205"/>
                </a:cubicBezTo>
                <a:cubicBezTo>
                  <a:pt x="87617" y="52844"/>
                  <a:pt x="87244" y="56005"/>
                  <a:pt x="86074" y="59340"/>
                </a:cubicBezTo>
                <a:cubicBezTo>
                  <a:pt x="83809" y="58245"/>
                  <a:pt x="81693" y="56901"/>
                  <a:pt x="79826" y="55383"/>
                </a:cubicBezTo>
                <a:cubicBezTo>
                  <a:pt x="81344" y="53342"/>
                  <a:pt x="82763" y="51276"/>
                  <a:pt x="84082" y="49185"/>
                </a:cubicBezTo>
                <a:close/>
                <a:moveTo>
                  <a:pt x="46771" y="54014"/>
                </a:moveTo>
                <a:cubicBezTo>
                  <a:pt x="48737" y="56030"/>
                  <a:pt x="50206" y="57847"/>
                  <a:pt x="51151" y="59315"/>
                </a:cubicBezTo>
                <a:lnTo>
                  <a:pt x="51102" y="59365"/>
                </a:lnTo>
                <a:cubicBezTo>
                  <a:pt x="50156" y="57872"/>
                  <a:pt x="48712" y="56080"/>
                  <a:pt x="46746" y="54088"/>
                </a:cubicBezTo>
                <a:cubicBezTo>
                  <a:pt x="46746" y="54039"/>
                  <a:pt x="46771" y="54039"/>
                  <a:pt x="46771" y="54014"/>
                </a:cubicBezTo>
                <a:close/>
                <a:moveTo>
                  <a:pt x="60983" y="50156"/>
                </a:moveTo>
                <a:cubicBezTo>
                  <a:pt x="60983" y="50156"/>
                  <a:pt x="61033" y="50156"/>
                  <a:pt x="61033" y="50180"/>
                </a:cubicBezTo>
                <a:lnTo>
                  <a:pt x="61058" y="50180"/>
                </a:lnTo>
                <a:cubicBezTo>
                  <a:pt x="60934" y="50305"/>
                  <a:pt x="60784" y="50479"/>
                  <a:pt x="60585" y="50604"/>
                </a:cubicBezTo>
                <a:cubicBezTo>
                  <a:pt x="60486" y="50653"/>
                  <a:pt x="60436" y="50728"/>
                  <a:pt x="60386" y="50753"/>
                </a:cubicBezTo>
                <a:cubicBezTo>
                  <a:pt x="60262" y="50877"/>
                  <a:pt x="60137" y="50977"/>
                  <a:pt x="59988" y="51101"/>
                </a:cubicBezTo>
                <a:cubicBezTo>
                  <a:pt x="59589" y="51425"/>
                  <a:pt x="59216" y="51749"/>
                  <a:pt x="58843" y="52097"/>
                </a:cubicBezTo>
                <a:lnTo>
                  <a:pt x="58768" y="52147"/>
                </a:lnTo>
                <a:lnTo>
                  <a:pt x="58743" y="52147"/>
                </a:lnTo>
                <a:cubicBezTo>
                  <a:pt x="58693" y="52197"/>
                  <a:pt x="58619" y="52246"/>
                  <a:pt x="58594" y="52296"/>
                </a:cubicBezTo>
                <a:cubicBezTo>
                  <a:pt x="58519" y="52371"/>
                  <a:pt x="58445" y="52421"/>
                  <a:pt x="58370" y="52495"/>
                </a:cubicBezTo>
                <a:cubicBezTo>
                  <a:pt x="57847" y="52943"/>
                  <a:pt x="57349" y="53416"/>
                  <a:pt x="56851" y="53889"/>
                </a:cubicBezTo>
                <a:lnTo>
                  <a:pt x="56777" y="53939"/>
                </a:lnTo>
                <a:cubicBezTo>
                  <a:pt x="56254" y="54437"/>
                  <a:pt x="55756" y="54935"/>
                  <a:pt x="55234" y="55432"/>
                </a:cubicBezTo>
                <a:lnTo>
                  <a:pt x="54835" y="55856"/>
                </a:lnTo>
                <a:lnTo>
                  <a:pt x="54786" y="55881"/>
                </a:lnTo>
                <a:lnTo>
                  <a:pt x="54761" y="55905"/>
                </a:lnTo>
                <a:lnTo>
                  <a:pt x="53740" y="56951"/>
                </a:lnTo>
                <a:cubicBezTo>
                  <a:pt x="53541" y="57125"/>
                  <a:pt x="53392" y="57274"/>
                  <a:pt x="53242" y="57474"/>
                </a:cubicBezTo>
                <a:lnTo>
                  <a:pt x="53217" y="57498"/>
                </a:lnTo>
                <a:cubicBezTo>
                  <a:pt x="52894" y="57797"/>
                  <a:pt x="52595" y="58146"/>
                  <a:pt x="52272" y="58494"/>
                </a:cubicBezTo>
                <a:cubicBezTo>
                  <a:pt x="52147" y="58643"/>
                  <a:pt x="52023" y="58768"/>
                  <a:pt x="51873" y="58917"/>
                </a:cubicBezTo>
                <a:cubicBezTo>
                  <a:pt x="51848" y="58967"/>
                  <a:pt x="51799" y="58992"/>
                  <a:pt x="51799" y="59017"/>
                </a:cubicBezTo>
                <a:lnTo>
                  <a:pt x="51774" y="59042"/>
                </a:lnTo>
                <a:lnTo>
                  <a:pt x="51749" y="59091"/>
                </a:lnTo>
                <a:cubicBezTo>
                  <a:pt x="51649" y="59216"/>
                  <a:pt x="51525" y="59291"/>
                  <a:pt x="51425" y="59415"/>
                </a:cubicBezTo>
                <a:cubicBezTo>
                  <a:pt x="51425" y="59415"/>
                  <a:pt x="51425" y="59390"/>
                  <a:pt x="51400" y="59390"/>
                </a:cubicBezTo>
                <a:lnTo>
                  <a:pt x="51400" y="59365"/>
                </a:lnTo>
                <a:cubicBezTo>
                  <a:pt x="52097" y="58619"/>
                  <a:pt x="52769" y="57872"/>
                  <a:pt x="53466" y="57150"/>
                </a:cubicBezTo>
                <a:lnTo>
                  <a:pt x="53491" y="57125"/>
                </a:lnTo>
                <a:lnTo>
                  <a:pt x="53516" y="57100"/>
                </a:lnTo>
                <a:cubicBezTo>
                  <a:pt x="54238" y="56353"/>
                  <a:pt x="54985" y="55607"/>
                  <a:pt x="55731" y="54885"/>
                </a:cubicBezTo>
                <a:lnTo>
                  <a:pt x="56005" y="54611"/>
                </a:lnTo>
                <a:cubicBezTo>
                  <a:pt x="56752" y="53889"/>
                  <a:pt x="57524" y="53167"/>
                  <a:pt x="58320" y="52446"/>
                </a:cubicBezTo>
                <a:lnTo>
                  <a:pt x="58494" y="52271"/>
                </a:lnTo>
                <a:cubicBezTo>
                  <a:pt x="58967" y="51873"/>
                  <a:pt x="59440" y="51475"/>
                  <a:pt x="59938" y="51052"/>
                </a:cubicBezTo>
                <a:cubicBezTo>
                  <a:pt x="60062" y="50927"/>
                  <a:pt x="60212" y="50853"/>
                  <a:pt x="60336" y="50728"/>
                </a:cubicBezTo>
                <a:lnTo>
                  <a:pt x="60983" y="50156"/>
                </a:lnTo>
                <a:close/>
                <a:moveTo>
                  <a:pt x="87169" y="50280"/>
                </a:moveTo>
                <a:cubicBezTo>
                  <a:pt x="87194" y="50280"/>
                  <a:pt x="87194" y="50280"/>
                  <a:pt x="87219" y="50305"/>
                </a:cubicBezTo>
                <a:cubicBezTo>
                  <a:pt x="87841" y="52919"/>
                  <a:pt x="87468" y="56105"/>
                  <a:pt x="86298" y="59465"/>
                </a:cubicBezTo>
                <a:cubicBezTo>
                  <a:pt x="86248" y="59465"/>
                  <a:pt x="86248" y="59440"/>
                  <a:pt x="86223" y="59440"/>
                </a:cubicBezTo>
                <a:cubicBezTo>
                  <a:pt x="87418" y="56080"/>
                  <a:pt x="87791" y="52919"/>
                  <a:pt x="87169" y="50280"/>
                </a:cubicBezTo>
                <a:close/>
                <a:moveTo>
                  <a:pt x="79702" y="55532"/>
                </a:moveTo>
                <a:cubicBezTo>
                  <a:pt x="81593" y="57075"/>
                  <a:pt x="83709" y="58395"/>
                  <a:pt x="85999" y="59515"/>
                </a:cubicBezTo>
                <a:cubicBezTo>
                  <a:pt x="85999" y="59564"/>
                  <a:pt x="85999" y="59564"/>
                  <a:pt x="85974" y="59589"/>
                </a:cubicBezTo>
                <a:cubicBezTo>
                  <a:pt x="83684" y="58469"/>
                  <a:pt x="81519" y="57125"/>
                  <a:pt x="79627" y="55607"/>
                </a:cubicBezTo>
                <a:lnTo>
                  <a:pt x="79702" y="55532"/>
                </a:lnTo>
                <a:close/>
                <a:moveTo>
                  <a:pt x="51326" y="59490"/>
                </a:moveTo>
                <a:lnTo>
                  <a:pt x="51326" y="59515"/>
                </a:lnTo>
                <a:cubicBezTo>
                  <a:pt x="51326" y="59515"/>
                  <a:pt x="51326" y="59564"/>
                  <a:pt x="51351" y="59564"/>
                </a:cubicBezTo>
                <a:lnTo>
                  <a:pt x="51276" y="59614"/>
                </a:lnTo>
                <a:cubicBezTo>
                  <a:pt x="51276" y="59589"/>
                  <a:pt x="51276" y="59589"/>
                  <a:pt x="51251" y="59564"/>
                </a:cubicBezTo>
                <a:lnTo>
                  <a:pt x="51326" y="59490"/>
                </a:lnTo>
                <a:close/>
                <a:moveTo>
                  <a:pt x="4232" y="59614"/>
                </a:moveTo>
                <a:lnTo>
                  <a:pt x="4232" y="59614"/>
                </a:lnTo>
                <a:cubicBezTo>
                  <a:pt x="4223" y="59637"/>
                  <a:pt x="4214" y="59660"/>
                  <a:pt x="4205" y="59684"/>
                </a:cubicBezTo>
                <a:lnTo>
                  <a:pt x="4205" y="59684"/>
                </a:lnTo>
                <a:cubicBezTo>
                  <a:pt x="4212" y="59656"/>
                  <a:pt x="4218" y="59628"/>
                  <a:pt x="4232" y="59614"/>
                </a:cubicBezTo>
                <a:close/>
                <a:moveTo>
                  <a:pt x="86173" y="59589"/>
                </a:moveTo>
                <a:cubicBezTo>
                  <a:pt x="86198" y="59614"/>
                  <a:pt x="86198" y="59614"/>
                  <a:pt x="86223" y="59614"/>
                </a:cubicBezTo>
                <a:cubicBezTo>
                  <a:pt x="86223" y="59639"/>
                  <a:pt x="86198" y="59639"/>
                  <a:pt x="86198" y="59689"/>
                </a:cubicBezTo>
                <a:cubicBezTo>
                  <a:pt x="86173" y="59689"/>
                  <a:pt x="86173" y="59639"/>
                  <a:pt x="86123" y="59639"/>
                </a:cubicBezTo>
                <a:cubicBezTo>
                  <a:pt x="86123" y="59614"/>
                  <a:pt x="86173" y="59614"/>
                  <a:pt x="86173" y="59589"/>
                </a:cubicBezTo>
                <a:close/>
                <a:moveTo>
                  <a:pt x="61282" y="50280"/>
                </a:moveTo>
                <a:cubicBezTo>
                  <a:pt x="61332" y="50355"/>
                  <a:pt x="61431" y="50380"/>
                  <a:pt x="61481" y="50405"/>
                </a:cubicBezTo>
                <a:cubicBezTo>
                  <a:pt x="57748" y="53118"/>
                  <a:pt x="54387" y="56353"/>
                  <a:pt x="51649" y="59739"/>
                </a:cubicBezTo>
                <a:cubicBezTo>
                  <a:pt x="51624" y="59689"/>
                  <a:pt x="51599" y="59614"/>
                  <a:pt x="51525" y="59564"/>
                </a:cubicBezTo>
                <a:cubicBezTo>
                  <a:pt x="51624" y="59465"/>
                  <a:pt x="51699" y="59365"/>
                  <a:pt x="51774" y="59266"/>
                </a:cubicBezTo>
                <a:cubicBezTo>
                  <a:pt x="52023" y="59017"/>
                  <a:pt x="52247" y="58743"/>
                  <a:pt x="52496" y="58494"/>
                </a:cubicBezTo>
                <a:cubicBezTo>
                  <a:pt x="52620" y="58370"/>
                  <a:pt x="52720" y="58245"/>
                  <a:pt x="52844" y="58146"/>
                </a:cubicBezTo>
                <a:cubicBezTo>
                  <a:pt x="52968" y="58021"/>
                  <a:pt x="53093" y="57872"/>
                  <a:pt x="53217" y="57747"/>
                </a:cubicBezTo>
                <a:cubicBezTo>
                  <a:pt x="53242" y="57722"/>
                  <a:pt x="53267" y="57698"/>
                  <a:pt x="53317" y="57623"/>
                </a:cubicBezTo>
                <a:cubicBezTo>
                  <a:pt x="53491" y="57399"/>
                  <a:pt x="53715" y="57200"/>
                  <a:pt x="53939" y="57001"/>
                </a:cubicBezTo>
                <a:lnTo>
                  <a:pt x="54761" y="56154"/>
                </a:lnTo>
                <a:lnTo>
                  <a:pt x="54885" y="56030"/>
                </a:lnTo>
                <a:cubicBezTo>
                  <a:pt x="55059" y="55881"/>
                  <a:pt x="55209" y="55706"/>
                  <a:pt x="55383" y="55532"/>
                </a:cubicBezTo>
                <a:cubicBezTo>
                  <a:pt x="55881" y="55034"/>
                  <a:pt x="56379" y="54586"/>
                  <a:pt x="56876" y="54113"/>
                </a:cubicBezTo>
                <a:cubicBezTo>
                  <a:pt x="56976" y="54039"/>
                  <a:pt x="57051" y="53964"/>
                  <a:pt x="57125" y="53889"/>
                </a:cubicBezTo>
                <a:lnTo>
                  <a:pt x="57175" y="53864"/>
                </a:lnTo>
                <a:lnTo>
                  <a:pt x="58469" y="52645"/>
                </a:lnTo>
                <a:cubicBezTo>
                  <a:pt x="58619" y="52520"/>
                  <a:pt x="58793" y="52371"/>
                  <a:pt x="58942" y="52246"/>
                </a:cubicBezTo>
                <a:cubicBezTo>
                  <a:pt x="59341" y="51898"/>
                  <a:pt x="59714" y="51550"/>
                  <a:pt x="60112" y="51226"/>
                </a:cubicBezTo>
                <a:cubicBezTo>
                  <a:pt x="60311" y="51052"/>
                  <a:pt x="60461" y="50927"/>
                  <a:pt x="60660" y="50778"/>
                </a:cubicBezTo>
                <a:cubicBezTo>
                  <a:pt x="60859" y="50629"/>
                  <a:pt x="61083" y="50479"/>
                  <a:pt x="61282" y="50280"/>
                </a:cubicBezTo>
                <a:close/>
                <a:moveTo>
                  <a:pt x="4185" y="59735"/>
                </a:moveTo>
                <a:cubicBezTo>
                  <a:pt x="4162" y="59797"/>
                  <a:pt x="4138" y="59858"/>
                  <a:pt x="4114" y="59920"/>
                </a:cubicBezTo>
                <a:lnTo>
                  <a:pt x="4114" y="59920"/>
                </a:lnTo>
                <a:cubicBezTo>
                  <a:pt x="4136" y="59859"/>
                  <a:pt x="4159" y="59799"/>
                  <a:pt x="4182" y="59739"/>
                </a:cubicBezTo>
                <a:cubicBezTo>
                  <a:pt x="4183" y="59737"/>
                  <a:pt x="4184" y="59736"/>
                  <a:pt x="4185" y="59735"/>
                </a:cubicBezTo>
                <a:close/>
                <a:moveTo>
                  <a:pt x="51450" y="59714"/>
                </a:moveTo>
                <a:cubicBezTo>
                  <a:pt x="51475" y="59764"/>
                  <a:pt x="51525" y="59838"/>
                  <a:pt x="51575" y="59888"/>
                </a:cubicBezTo>
                <a:lnTo>
                  <a:pt x="51500" y="59963"/>
                </a:lnTo>
                <a:cubicBezTo>
                  <a:pt x="51475" y="59888"/>
                  <a:pt x="51450" y="59838"/>
                  <a:pt x="51375" y="59764"/>
                </a:cubicBezTo>
                <a:cubicBezTo>
                  <a:pt x="51400" y="59739"/>
                  <a:pt x="51400" y="59714"/>
                  <a:pt x="51450" y="59714"/>
                </a:cubicBezTo>
                <a:close/>
                <a:moveTo>
                  <a:pt x="61680" y="50529"/>
                </a:moveTo>
                <a:cubicBezTo>
                  <a:pt x="61705" y="50529"/>
                  <a:pt x="61705" y="50554"/>
                  <a:pt x="61730" y="50554"/>
                </a:cubicBezTo>
                <a:cubicBezTo>
                  <a:pt x="57947" y="53292"/>
                  <a:pt x="54561" y="56528"/>
                  <a:pt x="51823" y="59988"/>
                </a:cubicBezTo>
                <a:cubicBezTo>
                  <a:pt x="51823" y="59963"/>
                  <a:pt x="51774" y="59963"/>
                  <a:pt x="51774" y="59938"/>
                </a:cubicBezTo>
                <a:cubicBezTo>
                  <a:pt x="54561" y="56503"/>
                  <a:pt x="57922" y="53267"/>
                  <a:pt x="61680" y="50529"/>
                </a:cubicBezTo>
                <a:close/>
                <a:moveTo>
                  <a:pt x="45899" y="53466"/>
                </a:moveTo>
                <a:lnTo>
                  <a:pt x="46347" y="53889"/>
                </a:lnTo>
                <a:cubicBezTo>
                  <a:pt x="44754" y="55881"/>
                  <a:pt x="43410" y="57971"/>
                  <a:pt x="42315" y="60012"/>
                </a:cubicBezTo>
                <a:cubicBezTo>
                  <a:pt x="41892" y="59739"/>
                  <a:pt x="41419" y="59490"/>
                  <a:pt x="40946" y="59191"/>
                </a:cubicBezTo>
                <a:cubicBezTo>
                  <a:pt x="42514" y="57250"/>
                  <a:pt x="44157" y="55333"/>
                  <a:pt x="45899" y="53466"/>
                </a:cubicBezTo>
                <a:close/>
                <a:moveTo>
                  <a:pt x="114698" y="52595"/>
                </a:moveTo>
                <a:cubicBezTo>
                  <a:pt x="114723" y="52894"/>
                  <a:pt x="114748" y="53217"/>
                  <a:pt x="114748" y="53541"/>
                </a:cubicBezTo>
                <a:cubicBezTo>
                  <a:pt x="114350" y="55084"/>
                  <a:pt x="113877" y="56602"/>
                  <a:pt x="113305" y="58195"/>
                </a:cubicBezTo>
                <a:cubicBezTo>
                  <a:pt x="112757" y="58892"/>
                  <a:pt x="112110" y="59564"/>
                  <a:pt x="111363" y="60112"/>
                </a:cubicBezTo>
                <a:cubicBezTo>
                  <a:pt x="112632" y="57598"/>
                  <a:pt x="113753" y="55084"/>
                  <a:pt x="114698" y="52595"/>
                </a:cubicBezTo>
                <a:close/>
                <a:moveTo>
                  <a:pt x="46397" y="53939"/>
                </a:moveTo>
                <a:lnTo>
                  <a:pt x="46422" y="53989"/>
                </a:lnTo>
                <a:cubicBezTo>
                  <a:pt x="46497" y="54088"/>
                  <a:pt x="46497" y="54113"/>
                  <a:pt x="46472" y="54113"/>
                </a:cubicBezTo>
                <a:cubicBezTo>
                  <a:pt x="46123" y="54536"/>
                  <a:pt x="45800" y="54984"/>
                  <a:pt x="45476" y="55408"/>
                </a:cubicBezTo>
                <a:cubicBezTo>
                  <a:pt x="45377" y="55557"/>
                  <a:pt x="45252" y="55706"/>
                  <a:pt x="45153" y="55856"/>
                </a:cubicBezTo>
                <a:cubicBezTo>
                  <a:pt x="44929" y="56154"/>
                  <a:pt x="44680" y="56503"/>
                  <a:pt x="44481" y="56851"/>
                </a:cubicBezTo>
                <a:cubicBezTo>
                  <a:pt x="44381" y="57001"/>
                  <a:pt x="44281" y="57125"/>
                  <a:pt x="44182" y="57274"/>
                </a:cubicBezTo>
                <a:cubicBezTo>
                  <a:pt x="44132" y="57349"/>
                  <a:pt x="44107" y="57424"/>
                  <a:pt x="44033" y="57498"/>
                </a:cubicBezTo>
                <a:cubicBezTo>
                  <a:pt x="43809" y="57872"/>
                  <a:pt x="43560" y="58245"/>
                  <a:pt x="43385" y="58594"/>
                </a:cubicBezTo>
                <a:cubicBezTo>
                  <a:pt x="43062" y="59116"/>
                  <a:pt x="42788" y="59639"/>
                  <a:pt x="42514" y="60137"/>
                </a:cubicBezTo>
                <a:cubicBezTo>
                  <a:pt x="42514" y="60137"/>
                  <a:pt x="42489" y="60137"/>
                  <a:pt x="42489" y="60112"/>
                </a:cubicBezTo>
                <a:lnTo>
                  <a:pt x="42440" y="60112"/>
                </a:lnTo>
                <a:cubicBezTo>
                  <a:pt x="42564" y="59863"/>
                  <a:pt x="42688" y="59639"/>
                  <a:pt x="42813" y="59390"/>
                </a:cubicBezTo>
                <a:cubicBezTo>
                  <a:pt x="42813" y="59365"/>
                  <a:pt x="42863" y="59340"/>
                  <a:pt x="42888" y="59291"/>
                </a:cubicBezTo>
                <a:lnTo>
                  <a:pt x="43360" y="58469"/>
                </a:lnTo>
                <a:cubicBezTo>
                  <a:pt x="43360" y="58469"/>
                  <a:pt x="43360" y="58419"/>
                  <a:pt x="43385" y="58419"/>
                </a:cubicBezTo>
                <a:cubicBezTo>
                  <a:pt x="43560" y="58121"/>
                  <a:pt x="43759" y="57847"/>
                  <a:pt x="43933" y="57523"/>
                </a:cubicBezTo>
                <a:cubicBezTo>
                  <a:pt x="44132" y="57225"/>
                  <a:pt x="44306" y="56926"/>
                  <a:pt x="44505" y="56627"/>
                </a:cubicBezTo>
                <a:cubicBezTo>
                  <a:pt x="44530" y="56602"/>
                  <a:pt x="44555" y="56553"/>
                  <a:pt x="44555" y="56503"/>
                </a:cubicBezTo>
                <a:cubicBezTo>
                  <a:pt x="44754" y="56229"/>
                  <a:pt x="44929" y="55980"/>
                  <a:pt x="45128" y="55681"/>
                </a:cubicBezTo>
                <a:cubicBezTo>
                  <a:pt x="45352" y="55408"/>
                  <a:pt x="45526" y="55109"/>
                  <a:pt x="45750" y="54810"/>
                </a:cubicBezTo>
                <a:cubicBezTo>
                  <a:pt x="45800" y="54760"/>
                  <a:pt x="45850" y="54686"/>
                  <a:pt x="45899" y="54611"/>
                </a:cubicBezTo>
                <a:cubicBezTo>
                  <a:pt x="46049" y="54387"/>
                  <a:pt x="46248" y="54163"/>
                  <a:pt x="46397" y="53939"/>
                </a:cubicBezTo>
                <a:close/>
                <a:moveTo>
                  <a:pt x="51649" y="60062"/>
                </a:moveTo>
                <a:cubicBezTo>
                  <a:pt x="51649" y="60087"/>
                  <a:pt x="51699" y="60112"/>
                  <a:pt x="51699" y="60112"/>
                </a:cubicBezTo>
                <a:lnTo>
                  <a:pt x="51624" y="60187"/>
                </a:lnTo>
                <a:cubicBezTo>
                  <a:pt x="51624" y="60137"/>
                  <a:pt x="51599" y="60137"/>
                  <a:pt x="51599" y="60112"/>
                </a:cubicBezTo>
                <a:lnTo>
                  <a:pt x="51649" y="60062"/>
                </a:lnTo>
                <a:close/>
                <a:moveTo>
                  <a:pt x="40822" y="59315"/>
                </a:moveTo>
                <a:cubicBezTo>
                  <a:pt x="41295" y="59589"/>
                  <a:pt x="41767" y="59888"/>
                  <a:pt x="42240" y="60137"/>
                </a:cubicBezTo>
                <a:cubicBezTo>
                  <a:pt x="42240" y="60187"/>
                  <a:pt x="42191" y="60187"/>
                  <a:pt x="42191" y="60212"/>
                </a:cubicBezTo>
                <a:cubicBezTo>
                  <a:pt x="41743" y="59963"/>
                  <a:pt x="41270" y="59689"/>
                  <a:pt x="40797" y="59365"/>
                </a:cubicBezTo>
                <a:cubicBezTo>
                  <a:pt x="40797" y="59340"/>
                  <a:pt x="40822" y="59340"/>
                  <a:pt x="40822" y="59315"/>
                </a:cubicBezTo>
                <a:close/>
                <a:moveTo>
                  <a:pt x="42440" y="60261"/>
                </a:moveTo>
                <a:cubicBezTo>
                  <a:pt x="42440" y="60261"/>
                  <a:pt x="42489" y="60261"/>
                  <a:pt x="42489" y="60311"/>
                </a:cubicBezTo>
                <a:cubicBezTo>
                  <a:pt x="42489" y="60336"/>
                  <a:pt x="42440" y="60336"/>
                  <a:pt x="42440" y="60361"/>
                </a:cubicBezTo>
                <a:cubicBezTo>
                  <a:pt x="42415" y="60361"/>
                  <a:pt x="42415" y="60361"/>
                  <a:pt x="42390" y="60336"/>
                </a:cubicBezTo>
                <a:cubicBezTo>
                  <a:pt x="42390" y="60311"/>
                  <a:pt x="42415" y="60311"/>
                  <a:pt x="42415" y="60261"/>
                </a:cubicBezTo>
                <a:close/>
                <a:moveTo>
                  <a:pt x="114599" y="52097"/>
                </a:moveTo>
                <a:cubicBezTo>
                  <a:pt x="114599" y="52122"/>
                  <a:pt x="114624" y="52172"/>
                  <a:pt x="114624" y="52222"/>
                </a:cubicBezTo>
                <a:cubicBezTo>
                  <a:pt x="113628" y="54885"/>
                  <a:pt x="112433" y="57598"/>
                  <a:pt x="111064" y="60336"/>
                </a:cubicBezTo>
                <a:cubicBezTo>
                  <a:pt x="111015" y="60361"/>
                  <a:pt x="110990" y="60386"/>
                  <a:pt x="110965" y="60386"/>
                </a:cubicBezTo>
                <a:cubicBezTo>
                  <a:pt x="112359" y="57598"/>
                  <a:pt x="113603" y="54835"/>
                  <a:pt x="114599" y="52097"/>
                </a:cubicBezTo>
                <a:close/>
                <a:moveTo>
                  <a:pt x="87443" y="50355"/>
                </a:moveTo>
                <a:lnTo>
                  <a:pt x="87443" y="50355"/>
                </a:lnTo>
                <a:cubicBezTo>
                  <a:pt x="87692" y="50405"/>
                  <a:pt x="87916" y="50479"/>
                  <a:pt x="88164" y="50529"/>
                </a:cubicBezTo>
                <a:cubicBezTo>
                  <a:pt x="88214" y="50529"/>
                  <a:pt x="88289" y="50554"/>
                  <a:pt x="88339" y="50554"/>
                </a:cubicBezTo>
                <a:cubicBezTo>
                  <a:pt x="88438" y="50579"/>
                  <a:pt x="88563" y="50579"/>
                  <a:pt x="88662" y="50629"/>
                </a:cubicBezTo>
                <a:cubicBezTo>
                  <a:pt x="88812" y="50653"/>
                  <a:pt x="88986" y="50678"/>
                  <a:pt x="89160" y="50728"/>
                </a:cubicBezTo>
                <a:cubicBezTo>
                  <a:pt x="89210" y="50728"/>
                  <a:pt x="89285" y="50753"/>
                  <a:pt x="89359" y="50753"/>
                </a:cubicBezTo>
                <a:lnTo>
                  <a:pt x="89409" y="50753"/>
                </a:lnTo>
                <a:cubicBezTo>
                  <a:pt x="89434" y="50753"/>
                  <a:pt x="89484" y="50753"/>
                  <a:pt x="89534" y="50778"/>
                </a:cubicBezTo>
                <a:lnTo>
                  <a:pt x="90181" y="50877"/>
                </a:lnTo>
                <a:cubicBezTo>
                  <a:pt x="90305" y="50902"/>
                  <a:pt x="90430" y="50902"/>
                  <a:pt x="90554" y="50902"/>
                </a:cubicBezTo>
                <a:cubicBezTo>
                  <a:pt x="90778" y="50927"/>
                  <a:pt x="91027" y="50952"/>
                  <a:pt x="91226" y="50952"/>
                </a:cubicBezTo>
                <a:lnTo>
                  <a:pt x="91351" y="50952"/>
                </a:lnTo>
                <a:cubicBezTo>
                  <a:pt x="91450" y="50952"/>
                  <a:pt x="91575" y="50952"/>
                  <a:pt x="91674" y="51002"/>
                </a:cubicBezTo>
                <a:lnTo>
                  <a:pt x="91799" y="51002"/>
                </a:lnTo>
                <a:cubicBezTo>
                  <a:pt x="91898" y="51002"/>
                  <a:pt x="91948" y="51002"/>
                  <a:pt x="92048" y="51027"/>
                </a:cubicBezTo>
                <a:cubicBezTo>
                  <a:pt x="92147" y="51027"/>
                  <a:pt x="92222" y="51027"/>
                  <a:pt x="92321" y="51052"/>
                </a:cubicBezTo>
                <a:lnTo>
                  <a:pt x="93417" y="51052"/>
                </a:lnTo>
                <a:cubicBezTo>
                  <a:pt x="93989" y="51052"/>
                  <a:pt x="94586" y="51027"/>
                  <a:pt x="95184" y="51002"/>
                </a:cubicBezTo>
                <a:lnTo>
                  <a:pt x="95184" y="51002"/>
                </a:lnTo>
                <a:cubicBezTo>
                  <a:pt x="93392" y="54238"/>
                  <a:pt x="91276" y="57449"/>
                  <a:pt x="88936" y="60585"/>
                </a:cubicBezTo>
                <a:cubicBezTo>
                  <a:pt x="88090" y="60261"/>
                  <a:pt x="87244" y="59888"/>
                  <a:pt x="86447" y="59515"/>
                </a:cubicBezTo>
                <a:cubicBezTo>
                  <a:pt x="87617" y="56154"/>
                  <a:pt x="88040" y="53018"/>
                  <a:pt x="87443" y="50355"/>
                </a:cubicBezTo>
                <a:close/>
                <a:moveTo>
                  <a:pt x="113105" y="58718"/>
                </a:moveTo>
                <a:lnTo>
                  <a:pt x="113105" y="58718"/>
                </a:lnTo>
                <a:cubicBezTo>
                  <a:pt x="113081" y="58768"/>
                  <a:pt x="113081" y="58843"/>
                  <a:pt x="113056" y="58892"/>
                </a:cubicBezTo>
                <a:cubicBezTo>
                  <a:pt x="112508" y="59515"/>
                  <a:pt x="111861" y="60087"/>
                  <a:pt x="111114" y="60585"/>
                </a:cubicBezTo>
                <a:cubicBezTo>
                  <a:pt x="111139" y="60560"/>
                  <a:pt x="111139" y="60510"/>
                  <a:pt x="111189" y="60460"/>
                </a:cubicBezTo>
                <a:cubicBezTo>
                  <a:pt x="111936" y="59938"/>
                  <a:pt x="112583" y="59365"/>
                  <a:pt x="113105" y="58718"/>
                </a:cubicBezTo>
                <a:close/>
                <a:moveTo>
                  <a:pt x="95532" y="51027"/>
                </a:moveTo>
                <a:cubicBezTo>
                  <a:pt x="93665" y="54263"/>
                  <a:pt x="91525" y="57498"/>
                  <a:pt x="89185" y="60684"/>
                </a:cubicBezTo>
                <a:cubicBezTo>
                  <a:pt x="89160" y="60684"/>
                  <a:pt x="89160" y="60635"/>
                  <a:pt x="89110" y="60635"/>
                </a:cubicBezTo>
                <a:cubicBezTo>
                  <a:pt x="91475" y="57474"/>
                  <a:pt x="93591" y="54238"/>
                  <a:pt x="95458" y="51027"/>
                </a:cubicBezTo>
                <a:close/>
                <a:moveTo>
                  <a:pt x="86372" y="59714"/>
                </a:moveTo>
                <a:cubicBezTo>
                  <a:pt x="87194" y="60087"/>
                  <a:pt x="87990" y="60436"/>
                  <a:pt x="88812" y="60734"/>
                </a:cubicBezTo>
                <a:cubicBezTo>
                  <a:pt x="88812" y="60759"/>
                  <a:pt x="88787" y="60759"/>
                  <a:pt x="88787" y="60809"/>
                </a:cubicBezTo>
                <a:cubicBezTo>
                  <a:pt x="87965" y="60485"/>
                  <a:pt x="87169" y="60137"/>
                  <a:pt x="86347" y="59764"/>
                </a:cubicBezTo>
                <a:cubicBezTo>
                  <a:pt x="86372" y="59739"/>
                  <a:pt x="86372" y="59714"/>
                  <a:pt x="86372" y="59714"/>
                </a:cubicBezTo>
                <a:close/>
                <a:moveTo>
                  <a:pt x="110865" y="60685"/>
                </a:moveTo>
                <a:lnTo>
                  <a:pt x="110865" y="60685"/>
                </a:lnTo>
                <a:cubicBezTo>
                  <a:pt x="110840" y="60709"/>
                  <a:pt x="110840" y="60734"/>
                  <a:pt x="110815" y="60809"/>
                </a:cubicBezTo>
                <a:cubicBezTo>
                  <a:pt x="110766" y="60834"/>
                  <a:pt x="110741" y="60834"/>
                  <a:pt x="110716" y="60859"/>
                </a:cubicBezTo>
                <a:cubicBezTo>
                  <a:pt x="110741" y="60834"/>
                  <a:pt x="110741" y="60809"/>
                  <a:pt x="110766" y="60734"/>
                </a:cubicBezTo>
                <a:cubicBezTo>
                  <a:pt x="110815" y="60709"/>
                  <a:pt x="110840" y="60709"/>
                  <a:pt x="110865" y="60685"/>
                </a:cubicBezTo>
                <a:close/>
                <a:moveTo>
                  <a:pt x="88986" y="60809"/>
                </a:moveTo>
                <a:cubicBezTo>
                  <a:pt x="89036" y="60809"/>
                  <a:pt x="89061" y="60834"/>
                  <a:pt x="89061" y="60834"/>
                </a:cubicBezTo>
                <a:cubicBezTo>
                  <a:pt x="89061" y="60859"/>
                  <a:pt x="89011" y="60859"/>
                  <a:pt x="89011" y="60884"/>
                </a:cubicBezTo>
                <a:cubicBezTo>
                  <a:pt x="88986" y="60884"/>
                  <a:pt x="88986" y="60884"/>
                  <a:pt x="88961" y="60859"/>
                </a:cubicBezTo>
                <a:cubicBezTo>
                  <a:pt x="88961" y="60834"/>
                  <a:pt x="88986" y="60834"/>
                  <a:pt x="88986" y="60809"/>
                </a:cubicBezTo>
                <a:close/>
                <a:moveTo>
                  <a:pt x="33578" y="54536"/>
                </a:moveTo>
                <a:cubicBezTo>
                  <a:pt x="35843" y="56279"/>
                  <a:pt x="38133" y="57897"/>
                  <a:pt x="40299" y="59315"/>
                </a:cubicBezTo>
                <a:cubicBezTo>
                  <a:pt x="39801" y="59963"/>
                  <a:pt x="39303" y="60585"/>
                  <a:pt x="38805" y="61232"/>
                </a:cubicBezTo>
                <a:cubicBezTo>
                  <a:pt x="36914" y="59689"/>
                  <a:pt x="34723" y="58345"/>
                  <a:pt x="32433" y="57225"/>
                </a:cubicBezTo>
                <a:cubicBezTo>
                  <a:pt x="32782" y="56329"/>
                  <a:pt x="33180" y="55408"/>
                  <a:pt x="33578" y="54536"/>
                </a:cubicBezTo>
                <a:close/>
                <a:moveTo>
                  <a:pt x="40498" y="59365"/>
                </a:moveTo>
                <a:cubicBezTo>
                  <a:pt x="40523" y="59365"/>
                  <a:pt x="40523" y="59390"/>
                  <a:pt x="40548" y="59390"/>
                </a:cubicBezTo>
                <a:cubicBezTo>
                  <a:pt x="40050" y="60062"/>
                  <a:pt x="39527" y="60709"/>
                  <a:pt x="39054" y="61357"/>
                </a:cubicBezTo>
                <a:cubicBezTo>
                  <a:pt x="39029" y="61357"/>
                  <a:pt x="39029" y="61332"/>
                  <a:pt x="39005" y="61332"/>
                </a:cubicBezTo>
                <a:cubicBezTo>
                  <a:pt x="39453" y="60684"/>
                  <a:pt x="39950" y="60012"/>
                  <a:pt x="40498" y="59365"/>
                </a:cubicBezTo>
                <a:close/>
                <a:moveTo>
                  <a:pt x="3612" y="61301"/>
                </a:moveTo>
                <a:cubicBezTo>
                  <a:pt x="3605" y="61323"/>
                  <a:pt x="3598" y="61344"/>
                  <a:pt x="3592" y="61365"/>
                </a:cubicBezTo>
                <a:lnTo>
                  <a:pt x="3592" y="61365"/>
                </a:lnTo>
                <a:cubicBezTo>
                  <a:pt x="3596" y="61344"/>
                  <a:pt x="3601" y="61323"/>
                  <a:pt x="3609" y="61307"/>
                </a:cubicBezTo>
                <a:cubicBezTo>
                  <a:pt x="3610" y="61305"/>
                  <a:pt x="3611" y="61303"/>
                  <a:pt x="3612" y="61301"/>
                </a:cubicBezTo>
                <a:close/>
                <a:moveTo>
                  <a:pt x="32408" y="57374"/>
                </a:moveTo>
                <a:cubicBezTo>
                  <a:pt x="34698" y="58469"/>
                  <a:pt x="36839" y="59838"/>
                  <a:pt x="38706" y="61357"/>
                </a:cubicBezTo>
                <a:lnTo>
                  <a:pt x="38681" y="61381"/>
                </a:lnTo>
                <a:cubicBezTo>
                  <a:pt x="36789" y="59863"/>
                  <a:pt x="34649" y="58519"/>
                  <a:pt x="32359" y="57449"/>
                </a:cubicBezTo>
                <a:cubicBezTo>
                  <a:pt x="32359" y="57399"/>
                  <a:pt x="32359" y="57399"/>
                  <a:pt x="32408" y="57374"/>
                </a:cubicBezTo>
                <a:close/>
                <a:moveTo>
                  <a:pt x="38880" y="61481"/>
                </a:moveTo>
                <a:cubicBezTo>
                  <a:pt x="38905" y="61481"/>
                  <a:pt x="38905" y="61506"/>
                  <a:pt x="38930" y="61506"/>
                </a:cubicBezTo>
                <a:lnTo>
                  <a:pt x="38905" y="61556"/>
                </a:lnTo>
                <a:cubicBezTo>
                  <a:pt x="38880" y="61556"/>
                  <a:pt x="38830" y="61506"/>
                  <a:pt x="38830" y="61506"/>
                </a:cubicBezTo>
                <a:lnTo>
                  <a:pt x="38880" y="61481"/>
                </a:lnTo>
                <a:close/>
                <a:moveTo>
                  <a:pt x="113305" y="58942"/>
                </a:moveTo>
                <a:cubicBezTo>
                  <a:pt x="112956" y="59813"/>
                  <a:pt x="112583" y="60709"/>
                  <a:pt x="112234" y="61481"/>
                </a:cubicBezTo>
                <a:cubicBezTo>
                  <a:pt x="112217" y="61533"/>
                  <a:pt x="112197" y="61581"/>
                  <a:pt x="112176" y="61630"/>
                </a:cubicBezTo>
                <a:lnTo>
                  <a:pt x="112176" y="61630"/>
                </a:lnTo>
                <a:cubicBezTo>
                  <a:pt x="112515" y="60759"/>
                  <a:pt x="112870" y="59888"/>
                  <a:pt x="113205" y="59017"/>
                </a:cubicBezTo>
                <a:lnTo>
                  <a:pt x="113305" y="58942"/>
                </a:lnTo>
                <a:close/>
                <a:moveTo>
                  <a:pt x="113804" y="58252"/>
                </a:moveTo>
                <a:cubicBezTo>
                  <a:pt x="113489" y="59031"/>
                  <a:pt x="113197" y="59832"/>
                  <a:pt x="112856" y="60610"/>
                </a:cubicBezTo>
                <a:cubicBezTo>
                  <a:pt x="112732" y="60884"/>
                  <a:pt x="112608" y="61207"/>
                  <a:pt x="112483" y="61481"/>
                </a:cubicBezTo>
                <a:cubicBezTo>
                  <a:pt x="112483" y="61506"/>
                  <a:pt x="112458" y="61556"/>
                  <a:pt x="112458" y="61581"/>
                </a:cubicBezTo>
                <a:cubicBezTo>
                  <a:pt x="112458" y="61605"/>
                  <a:pt x="112408" y="61605"/>
                  <a:pt x="112408" y="61630"/>
                </a:cubicBezTo>
                <a:cubicBezTo>
                  <a:pt x="112368" y="61773"/>
                  <a:pt x="112294" y="61899"/>
                  <a:pt x="112241" y="62022"/>
                </a:cubicBezTo>
                <a:lnTo>
                  <a:pt x="112241" y="62022"/>
                </a:lnTo>
                <a:cubicBezTo>
                  <a:pt x="112434" y="61526"/>
                  <a:pt x="112669" y="61029"/>
                  <a:pt x="112881" y="60510"/>
                </a:cubicBezTo>
                <a:cubicBezTo>
                  <a:pt x="112881" y="60485"/>
                  <a:pt x="112931" y="60460"/>
                  <a:pt x="112931" y="60386"/>
                </a:cubicBezTo>
                <a:cubicBezTo>
                  <a:pt x="113180" y="59764"/>
                  <a:pt x="113429" y="59116"/>
                  <a:pt x="113653" y="58494"/>
                </a:cubicBezTo>
                <a:cubicBezTo>
                  <a:pt x="113653" y="58469"/>
                  <a:pt x="113703" y="58444"/>
                  <a:pt x="113703" y="58395"/>
                </a:cubicBezTo>
                <a:cubicBezTo>
                  <a:pt x="113728" y="58370"/>
                  <a:pt x="113753" y="58345"/>
                  <a:pt x="113753" y="58320"/>
                </a:cubicBezTo>
                <a:cubicBezTo>
                  <a:pt x="113782" y="58290"/>
                  <a:pt x="113794" y="58270"/>
                  <a:pt x="113804" y="58252"/>
                </a:cubicBezTo>
                <a:close/>
                <a:moveTo>
                  <a:pt x="110616" y="44804"/>
                </a:moveTo>
                <a:cubicBezTo>
                  <a:pt x="112732" y="47069"/>
                  <a:pt x="114076" y="49484"/>
                  <a:pt x="114574" y="51749"/>
                </a:cubicBezTo>
                <a:cubicBezTo>
                  <a:pt x="113479" y="54636"/>
                  <a:pt x="112184" y="57623"/>
                  <a:pt x="110641" y="60610"/>
                </a:cubicBezTo>
                <a:cubicBezTo>
                  <a:pt x="109695" y="61207"/>
                  <a:pt x="108575" y="61705"/>
                  <a:pt x="107331" y="62078"/>
                </a:cubicBezTo>
                <a:cubicBezTo>
                  <a:pt x="108376" y="59017"/>
                  <a:pt x="109073" y="56129"/>
                  <a:pt x="109322" y="53391"/>
                </a:cubicBezTo>
                <a:lnTo>
                  <a:pt x="109322" y="53342"/>
                </a:lnTo>
                <a:lnTo>
                  <a:pt x="109322" y="53292"/>
                </a:lnTo>
                <a:lnTo>
                  <a:pt x="109322" y="53217"/>
                </a:lnTo>
                <a:cubicBezTo>
                  <a:pt x="109347" y="52794"/>
                  <a:pt x="109372" y="52396"/>
                  <a:pt x="109372" y="51998"/>
                </a:cubicBezTo>
                <a:lnTo>
                  <a:pt x="109372" y="51973"/>
                </a:lnTo>
                <a:lnTo>
                  <a:pt x="109372" y="51823"/>
                </a:lnTo>
                <a:lnTo>
                  <a:pt x="109372" y="51774"/>
                </a:lnTo>
                <a:lnTo>
                  <a:pt x="109372" y="51550"/>
                </a:lnTo>
                <a:lnTo>
                  <a:pt x="109372" y="50429"/>
                </a:lnTo>
                <a:lnTo>
                  <a:pt x="109372" y="50355"/>
                </a:lnTo>
                <a:cubicBezTo>
                  <a:pt x="109372" y="50230"/>
                  <a:pt x="109372" y="50106"/>
                  <a:pt x="109347" y="49981"/>
                </a:cubicBezTo>
                <a:cubicBezTo>
                  <a:pt x="109347" y="49658"/>
                  <a:pt x="109297" y="49359"/>
                  <a:pt x="109272" y="49060"/>
                </a:cubicBezTo>
                <a:lnTo>
                  <a:pt x="109272" y="48886"/>
                </a:lnTo>
                <a:cubicBezTo>
                  <a:pt x="109272" y="48787"/>
                  <a:pt x="109247" y="48687"/>
                  <a:pt x="109247" y="48563"/>
                </a:cubicBezTo>
                <a:lnTo>
                  <a:pt x="109247" y="48513"/>
                </a:lnTo>
                <a:cubicBezTo>
                  <a:pt x="109222" y="48388"/>
                  <a:pt x="109222" y="48239"/>
                  <a:pt x="109222" y="48115"/>
                </a:cubicBezTo>
                <a:cubicBezTo>
                  <a:pt x="109670" y="47019"/>
                  <a:pt x="110118" y="45924"/>
                  <a:pt x="110517" y="44879"/>
                </a:cubicBezTo>
                <a:cubicBezTo>
                  <a:pt x="110542" y="44829"/>
                  <a:pt x="110591" y="44804"/>
                  <a:pt x="110616" y="44804"/>
                </a:cubicBezTo>
                <a:close/>
                <a:moveTo>
                  <a:pt x="109073" y="48513"/>
                </a:moveTo>
                <a:cubicBezTo>
                  <a:pt x="109073" y="48563"/>
                  <a:pt x="109098" y="48637"/>
                  <a:pt x="109098" y="48737"/>
                </a:cubicBezTo>
                <a:cubicBezTo>
                  <a:pt x="109123" y="48886"/>
                  <a:pt x="109123" y="49036"/>
                  <a:pt x="109148" y="49185"/>
                </a:cubicBezTo>
                <a:lnTo>
                  <a:pt x="109148" y="49309"/>
                </a:lnTo>
                <a:cubicBezTo>
                  <a:pt x="109197" y="49633"/>
                  <a:pt x="109197" y="49932"/>
                  <a:pt x="109222" y="50230"/>
                </a:cubicBezTo>
                <a:lnTo>
                  <a:pt x="109222" y="50554"/>
                </a:lnTo>
                <a:lnTo>
                  <a:pt x="109222" y="51848"/>
                </a:lnTo>
                <a:lnTo>
                  <a:pt x="109222" y="51923"/>
                </a:lnTo>
                <a:cubicBezTo>
                  <a:pt x="109222" y="52122"/>
                  <a:pt x="109197" y="52346"/>
                  <a:pt x="109197" y="52520"/>
                </a:cubicBezTo>
                <a:cubicBezTo>
                  <a:pt x="109197" y="52620"/>
                  <a:pt x="109197" y="52744"/>
                  <a:pt x="109148" y="52844"/>
                </a:cubicBezTo>
                <a:cubicBezTo>
                  <a:pt x="109148" y="52919"/>
                  <a:pt x="109148" y="53043"/>
                  <a:pt x="109123" y="53143"/>
                </a:cubicBezTo>
                <a:cubicBezTo>
                  <a:pt x="109098" y="53342"/>
                  <a:pt x="109098" y="53541"/>
                  <a:pt x="109073" y="53740"/>
                </a:cubicBezTo>
                <a:cubicBezTo>
                  <a:pt x="109023" y="54138"/>
                  <a:pt x="108973" y="54536"/>
                  <a:pt x="108899" y="54960"/>
                </a:cubicBezTo>
                <a:cubicBezTo>
                  <a:pt x="108849" y="55408"/>
                  <a:pt x="108749" y="55881"/>
                  <a:pt x="108650" y="56329"/>
                </a:cubicBezTo>
                <a:cubicBezTo>
                  <a:pt x="108625" y="56528"/>
                  <a:pt x="108575" y="56777"/>
                  <a:pt x="108525" y="57026"/>
                </a:cubicBezTo>
                <a:cubicBezTo>
                  <a:pt x="108351" y="57847"/>
                  <a:pt x="108152" y="58643"/>
                  <a:pt x="107903" y="59490"/>
                </a:cubicBezTo>
                <a:cubicBezTo>
                  <a:pt x="107853" y="59714"/>
                  <a:pt x="107779" y="59963"/>
                  <a:pt x="107704" y="60187"/>
                </a:cubicBezTo>
                <a:cubicBezTo>
                  <a:pt x="107505" y="60759"/>
                  <a:pt x="107281" y="61456"/>
                  <a:pt x="107032" y="62128"/>
                </a:cubicBezTo>
                <a:cubicBezTo>
                  <a:pt x="107007" y="62128"/>
                  <a:pt x="107007" y="62128"/>
                  <a:pt x="106982" y="62178"/>
                </a:cubicBezTo>
                <a:cubicBezTo>
                  <a:pt x="107032" y="62004"/>
                  <a:pt x="107082" y="61854"/>
                  <a:pt x="107132" y="61680"/>
                </a:cubicBezTo>
                <a:cubicBezTo>
                  <a:pt x="107132" y="61630"/>
                  <a:pt x="107156" y="61605"/>
                  <a:pt x="107156" y="61605"/>
                </a:cubicBezTo>
                <a:lnTo>
                  <a:pt x="107256" y="61332"/>
                </a:lnTo>
                <a:cubicBezTo>
                  <a:pt x="107356" y="61008"/>
                  <a:pt x="107480" y="60684"/>
                  <a:pt x="107580" y="60361"/>
                </a:cubicBezTo>
                <a:cubicBezTo>
                  <a:pt x="107604" y="60236"/>
                  <a:pt x="107654" y="60087"/>
                  <a:pt x="107704" y="59963"/>
                </a:cubicBezTo>
                <a:cubicBezTo>
                  <a:pt x="107779" y="59714"/>
                  <a:pt x="107853" y="59440"/>
                  <a:pt x="107903" y="59191"/>
                </a:cubicBezTo>
                <a:cubicBezTo>
                  <a:pt x="107953" y="59116"/>
                  <a:pt x="107953" y="59017"/>
                  <a:pt x="107978" y="58967"/>
                </a:cubicBezTo>
                <a:cubicBezTo>
                  <a:pt x="108003" y="58867"/>
                  <a:pt x="108003" y="58818"/>
                  <a:pt x="108028" y="58718"/>
                </a:cubicBezTo>
                <a:cubicBezTo>
                  <a:pt x="108077" y="58594"/>
                  <a:pt x="108102" y="58444"/>
                  <a:pt x="108127" y="58320"/>
                </a:cubicBezTo>
                <a:cubicBezTo>
                  <a:pt x="108127" y="58270"/>
                  <a:pt x="108152" y="58220"/>
                  <a:pt x="108152" y="58195"/>
                </a:cubicBezTo>
                <a:lnTo>
                  <a:pt x="108152" y="58146"/>
                </a:lnTo>
                <a:cubicBezTo>
                  <a:pt x="108227" y="57946"/>
                  <a:pt x="108252" y="57747"/>
                  <a:pt x="108326" y="57523"/>
                </a:cubicBezTo>
                <a:lnTo>
                  <a:pt x="108326" y="57498"/>
                </a:lnTo>
                <a:cubicBezTo>
                  <a:pt x="108376" y="57250"/>
                  <a:pt x="108451" y="56976"/>
                  <a:pt x="108501" y="56727"/>
                </a:cubicBezTo>
                <a:cubicBezTo>
                  <a:pt x="108501" y="56702"/>
                  <a:pt x="108501" y="56652"/>
                  <a:pt x="108525" y="56627"/>
                </a:cubicBezTo>
                <a:cubicBezTo>
                  <a:pt x="108525" y="56602"/>
                  <a:pt x="108525" y="56528"/>
                  <a:pt x="108575" y="56503"/>
                </a:cubicBezTo>
                <a:lnTo>
                  <a:pt x="108575" y="56478"/>
                </a:lnTo>
                <a:lnTo>
                  <a:pt x="108650" y="56005"/>
                </a:lnTo>
                <a:cubicBezTo>
                  <a:pt x="108700" y="55881"/>
                  <a:pt x="108700" y="55756"/>
                  <a:pt x="108725" y="55632"/>
                </a:cubicBezTo>
                <a:cubicBezTo>
                  <a:pt x="108749" y="55482"/>
                  <a:pt x="108774" y="55283"/>
                  <a:pt x="108824" y="55134"/>
                </a:cubicBezTo>
                <a:cubicBezTo>
                  <a:pt x="108849" y="54910"/>
                  <a:pt x="108874" y="54736"/>
                  <a:pt x="108899" y="54536"/>
                </a:cubicBezTo>
                <a:cubicBezTo>
                  <a:pt x="108949" y="54412"/>
                  <a:pt x="108949" y="54288"/>
                  <a:pt x="108973" y="54163"/>
                </a:cubicBezTo>
                <a:cubicBezTo>
                  <a:pt x="108973" y="54113"/>
                  <a:pt x="108998" y="54039"/>
                  <a:pt x="108998" y="53964"/>
                </a:cubicBezTo>
                <a:cubicBezTo>
                  <a:pt x="108998" y="53839"/>
                  <a:pt x="109023" y="53715"/>
                  <a:pt x="109023" y="53591"/>
                </a:cubicBezTo>
                <a:cubicBezTo>
                  <a:pt x="109023" y="53516"/>
                  <a:pt x="109023" y="53491"/>
                  <a:pt x="109073" y="53416"/>
                </a:cubicBezTo>
                <a:cubicBezTo>
                  <a:pt x="109073" y="53292"/>
                  <a:pt x="109098" y="53167"/>
                  <a:pt x="109098" y="53043"/>
                </a:cubicBezTo>
                <a:cubicBezTo>
                  <a:pt x="109098" y="52968"/>
                  <a:pt x="109123" y="52894"/>
                  <a:pt x="109123" y="52794"/>
                </a:cubicBezTo>
                <a:cubicBezTo>
                  <a:pt x="109123" y="52670"/>
                  <a:pt x="109148" y="52520"/>
                  <a:pt x="109148" y="52396"/>
                </a:cubicBezTo>
                <a:lnTo>
                  <a:pt x="109148" y="52147"/>
                </a:lnTo>
                <a:lnTo>
                  <a:pt x="109148" y="51898"/>
                </a:lnTo>
                <a:lnTo>
                  <a:pt x="109148" y="51624"/>
                </a:lnTo>
                <a:lnTo>
                  <a:pt x="109148" y="51475"/>
                </a:lnTo>
                <a:lnTo>
                  <a:pt x="109148" y="50877"/>
                </a:lnTo>
                <a:lnTo>
                  <a:pt x="109148" y="50728"/>
                </a:lnTo>
                <a:lnTo>
                  <a:pt x="109148" y="50405"/>
                </a:lnTo>
                <a:lnTo>
                  <a:pt x="109148" y="50180"/>
                </a:lnTo>
                <a:lnTo>
                  <a:pt x="109148" y="50131"/>
                </a:lnTo>
                <a:cubicBezTo>
                  <a:pt x="109148" y="49882"/>
                  <a:pt x="109123" y="49658"/>
                  <a:pt x="109098" y="49409"/>
                </a:cubicBezTo>
                <a:cubicBezTo>
                  <a:pt x="109098" y="49309"/>
                  <a:pt x="109098" y="49185"/>
                  <a:pt x="109073" y="49110"/>
                </a:cubicBezTo>
                <a:lnTo>
                  <a:pt x="109073" y="49060"/>
                </a:lnTo>
                <a:cubicBezTo>
                  <a:pt x="109073" y="49011"/>
                  <a:pt x="109073" y="48936"/>
                  <a:pt x="109023" y="48911"/>
                </a:cubicBezTo>
                <a:lnTo>
                  <a:pt x="109023" y="48811"/>
                </a:lnTo>
                <a:cubicBezTo>
                  <a:pt x="109023" y="48762"/>
                  <a:pt x="109023" y="48687"/>
                  <a:pt x="108998" y="48637"/>
                </a:cubicBezTo>
                <a:lnTo>
                  <a:pt x="108998" y="48612"/>
                </a:lnTo>
                <a:cubicBezTo>
                  <a:pt x="108998" y="48612"/>
                  <a:pt x="108998" y="48563"/>
                  <a:pt x="109023" y="48563"/>
                </a:cubicBezTo>
                <a:cubicBezTo>
                  <a:pt x="109023" y="48538"/>
                  <a:pt x="109023" y="48538"/>
                  <a:pt x="109073" y="48513"/>
                </a:cubicBezTo>
                <a:close/>
                <a:moveTo>
                  <a:pt x="110467" y="60933"/>
                </a:moveTo>
                <a:cubicBezTo>
                  <a:pt x="110442" y="60958"/>
                  <a:pt x="110442" y="60983"/>
                  <a:pt x="110392" y="61008"/>
                </a:cubicBezTo>
                <a:cubicBezTo>
                  <a:pt x="109471" y="61556"/>
                  <a:pt x="108376" y="62004"/>
                  <a:pt x="107206" y="62352"/>
                </a:cubicBezTo>
                <a:cubicBezTo>
                  <a:pt x="107206" y="62352"/>
                  <a:pt x="107206" y="62327"/>
                  <a:pt x="107231" y="62302"/>
                </a:cubicBezTo>
                <a:cubicBezTo>
                  <a:pt x="108451" y="61954"/>
                  <a:pt x="109521" y="61481"/>
                  <a:pt x="110467" y="60933"/>
                </a:cubicBezTo>
                <a:close/>
                <a:moveTo>
                  <a:pt x="79552" y="55756"/>
                </a:moveTo>
                <a:cubicBezTo>
                  <a:pt x="81469" y="57274"/>
                  <a:pt x="83634" y="58643"/>
                  <a:pt x="85949" y="59764"/>
                </a:cubicBezTo>
                <a:cubicBezTo>
                  <a:pt x="85601" y="60635"/>
                  <a:pt x="85227" y="61506"/>
                  <a:pt x="84804" y="62427"/>
                </a:cubicBezTo>
                <a:cubicBezTo>
                  <a:pt x="82514" y="60684"/>
                  <a:pt x="80249" y="59067"/>
                  <a:pt x="78059" y="57648"/>
                </a:cubicBezTo>
                <a:cubicBezTo>
                  <a:pt x="78581" y="57026"/>
                  <a:pt x="79054" y="56378"/>
                  <a:pt x="79552" y="55756"/>
                </a:cubicBezTo>
                <a:close/>
                <a:moveTo>
                  <a:pt x="61855" y="50728"/>
                </a:moveTo>
                <a:cubicBezTo>
                  <a:pt x="62825" y="51176"/>
                  <a:pt x="63647" y="51475"/>
                  <a:pt x="64294" y="51500"/>
                </a:cubicBezTo>
                <a:cubicBezTo>
                  <a:pt x="64095" y="51649"/>
                  <a:pt x="63896" y="51774"/>
                  <a:pt x="63697" y="51923"/>
                </a:cubicBezTo>
                <a:cubicBezTo>
                  <a:pt x="63448" y="52122"/>
                  <a:pt x="63199" y="52296"/>
                  <a:pt x="62975" y="52495"/>
                </a:cubicBezTo>
                <a:lnTo>
                  <a:pt x="62925" y="52520"/>
                </a:lnTo>
                <a:cubicBezTo>
                  <a:pt x="62676" y="52719"/>
                  <a:pt x="62427" y="52919"/>
                  <a:pt x="62178" y="53118"/>
                </a:cubicBezTo>
                <a:cubicBezTo>
                  <a:pt x="61805" y="53416"/>
                  <a:pt x="61407" y="53740"/>
                  <a:pt x="61033" y="54039"/>
                </a:cubicBezTo>
                <a:cubicBezTo>
                  <a:pt x="60162" y="54760"/>
                  <a:pt x="59341" y="55482"/>
                  <a:pt x="58743" y="56080"/>
                </a:cubicBezTo>
                <a:lnTo>
                  <a:pt x="58594" y="56229"/>
                </a:lnTo>
                <a:cubicBezTo>
                  <a:pt x="57947" y="56851"/>
                  <a:pt x="57474" y="57324"/>
                  <a:pt x="57100" y="57698"/>
                </a:cubicBezTo>
                <a:lnTo>
                  <a:pt x="56851" y="57946"/>
                </a:lnTo>
                <a:lnTo>
                  <a:pt x="56802" y="57996"/>
                </a:lnTo>
                <a:cubicBezTo>
                  <a:pt x="56503" y="58270"/>
                  <a:pt x="55333" y="59465"/>
                  <a:pt x="53690" y="61357"/>
                </a:cubicBezTo>
                <a:lnTo>
                  <a:pt x="53591" y="61456"/>
                </a:lnTo>
                <a:cubicBezTo>
                  <a:pt x="53491" y="61581"/>
                  <a:pt x="53392" y="61680"/>
                  <a:pt x="53317" y="61805"/>
                </a:cubicBezTo>
                <a:cubicBezTo>
                  <a:pt x="53093" y="62078"/>
                  <a:pt x="52869" y="62327"/>
                  <a:pt x="52695" y="62551"/>
                </a:cubicBezTo>
                <a:cubicBezTo>
                  <a:pt x="52645" y="61929"/>
                  <a:pt x="52371" y="61133"/>
                  <a:pt x="51848" y="60212"/>
                </a:cubicBezTo>
                <a:cubicBezTo>
                  <a:pt x="54611" y="56752"/>
                  <a:pt x="58046" y="53466"/>
                  <a:pt x="61855" y="50728"/>
                </a:cubicBezTo>
                <a:close/>
                <a:moveTo>
                  <a:pt x="3388" y="62565"/>
                </a:moveTo>
                <a:lnTo>
                  <a:pt x="3388" y="62565"/>
                </a:lnTo>
                <a:cubicBezTo>
                  <a:pt x="3385" y="62573"/>
                  <a:pt x="3385" y="62576"/>
                  <a:pt x="3385" y="62576"/>
                </a:cubicBezTo>
                <a:lnTo>
                  <a:pt x="3385" y="62576"/>
                </a:lnTo>
                <a:cubicBezTo>
                  <a:pt x="3385" y="62573"/>
                  <a:pt x="3386" y="62569"/>
                  <a:pt x="3388" y="62565"/>
                </a:cubicBezTo>
                <a:close/>
                <a:moveTo>
                  <a:pt x="86074" y="59863"/>
                </a:moveTo>
                <a:cubicBezTo>
                  <a:pt x="86099" y="59863"/>
                  <a:pt x="86099" y="59888"/>
                  <a:pt x="86123" y="59888"/>
                </a:cubicBezTo>
                <a:cubicBezTo>
                  <a:pt x="85825" y="60759"/>
                  <a:pt x="85426" y="61680"/>
                  <a:pt x="84978" y="62576"/>
                </a:cubicBezTo>
                <a:cubicBezTo>
                  <a:pt x="84954" y="62576"/>
                  <a:pt x="84954" y="62551"/>
                  <a:pt x="84929" y="62551"/>
                </a:cubicBezTo>
                <a:cubicBezTo>
                  <a:pt x="85352" y="61630"/>
                  <a:pt x="85725" y="60734"/>
                  <a:pt x="86074" y="59863"/>
                </a:cubicBezTo>
                <a:close/>
                <a:moveTo>
                  <a:pt x="4655" y="59390"/>
                </a:moveTo>
                <a:cubicBezTo>
                  <a:pt x="4281" y="60485"/>
                  <a:pt x="3933" y="61556"/>
                  <a:pt x="3609" y="62601"/>
                </a:cubicBezTo>
                <a:cubicBezTo>
                  <a:pt x="3609" y="62452"/>
                  <a:pt x="3634" y="62327"/>
                  <a:pt x="3684" y="62178"/>
                </a:cubicBezTo>
                <a:cubicBezTo>
                  <a:pt x="3908" y="61357"/>
                  <a:pt x="4182" y="60560"/>
                  <a:pt x="4456" y="59739"/>
                </a:cubicBezTo>
                <a:cubicBezTo>
                  <a:pt x="4530" y="59639"/>
                  <a:pt x="4580" y="59515"/>
                  <a:pt x="4655" y="59390"/>
                </a:cubicBezTo>
                <a:close/>
                <a:moveTo>
                  <a:pt x="97922" y="50753"/>
                </a:moveTo>
                <a:cubicBezTo>
                  <a:pt x="98743" y="54138"/>
                  <a:pt x="98245" y="58245"/>
                  <a:pt x="96677" y="62601"/>
                </a:cubicBezTo>
                <a:cubicBezTo>
                  <a:pt x="94213" y="62253"/>
                  <a:pt x="91774" y="61630"/>
                  <a:pt x="89359" y="60734"/>
                </a:cubicBezTo>
                <a:cubicBezTo>
                  <a:pt x="91724" y="57498"/>
                  <a:pt x="93889" y="54238"/>
                  <a:pt x="95781" y="51002"/>
                </a:cubicBezTo>
                <a:cubicBezTo>
                  <a:pt x="96005" y="50977"/>
                  <a:pt x="96179" y="50927"/>
                  <a:pt x="96403" y="50927"/>
                </a:cubicBezTo>
                <a:cubicBezTo>
                  <a:pt x="96777" y="50902"/>
                  <a:pt x="97150" y="50877"/>
                  <a:pt x="97499" y="50803"/>
                </a:cubicBezTo>
                <a:lnTo>
                  <a:pt x="97524" y="50803"/>
                </a:lnTo>
                <a:cubicBezTo>
                  <a:pt x="97648" y="50778"/>
                  <a:pt x="97772" y="50753"/>
                  <a:pt x="97922" y="50753"/>
                </a:cubicBezTo>
                <a:close/>
                <a:moveTo>
                  <a:pt x="77959" y="57822"/>
                </a:moveTo>
                <a:cubicBezTo>
                  <a:pt x="80125" y="59216"/>
                  <a:pt x="82440" y="60834"/>
                  <a:pt x="84705" y="62576"/>
                </a:cubicBezTo>
                <a:cubicBezTo>
                  <a:pt x="84705" y="62601"/>
                  <a:pt x="84655" y="62601"/>
                  <a:pt x="84655" y="62626"/>
                </a:cubicBezTo>
                <a:cubicBezTo>
                  <a:pt x="82390" y="60859"/>
                  <a:pt x="80100" y="59241"/>
                  <a:pt x="77884" y="57847"/>
                </a:cubicBezTo>
                <a:cubicBezTo>
                  <a:pt x="77909" y="57847"/>
                  <a:pt x="77909" y="57822"/>
                  <a:pt x="77959" y="57822"/>
                </a:cubicBezTo>
                <a:close/>
                <a:moveTo>
                  <a:pt x="98121" y="50678"/>
                </a:moveTo>
                <a:cubicBezTo>
                  <a:pt x="98992" y="54113"/>
                  <a:pt x="98494" y="58245"/>
                  <a:pt x="96901" y="62626"/>
                </a:cubicBezTo>
                <a:lnTo>
                  <a:pt x="96827" y="62626"/>
                </a:lnTo>
                <a:cubicBezTo>
                  <a:pt x="98395" y="58245"/>
                  <a:pt x="98893" y="54113"/>
                  <a:pt x="98046" y="50678"/>
                </a:cubicBezTo>
                <a:close/>
                <a:moveTo>
                  <a:pt x="70293" y="54014"/>
                </a:moveTo>
                <a:cubicBezTo>
                  <a:pt x="71861" y="54611"/>
                  <a:pt x="73728" y="55532"/>
                  <a:pt x="75719" y="56702"/>
                </a:cubicBezTo>
                <a:cubicBezTo>
                  <a:pt x="74649" y="58718"/>
                  <a:pt x="73329" y="60734"/>
                  <a:pt x="71786" y="62726"/>
                </a:cubicBezTo>
                <a:cubicBezTo>
                  <a:pt x="69820" y="60734"/>
                  <a:pt x="68326" y="58942"/>
                  <a:pt x="67380" y="57399"/>
                </a:cubicBezTo>
                <a:cubicBezTo>
                  <a:pt x="67555" y="57200"/>
                  <a:pt x="67729" y="56976"/>
                  <a:pt x="67953" y="56752"/>
                </a:cubicBezTo>
                <a:lnTo>
                  <a:pt x="68052" y="56652"/>
                </a:lnTo>
                <a:cubicBezTo>
                  <a:pt x="68301" y="56378"/>
                  <a:pt x="68525" y="56105"/>
                  <a:pt x="68774" y="55831"/>
                </a:cubicBezTo>
                <a:cubicBezTo>
                  <a:pt x="68874" y="55731"/>
                  <a:pt x="68924" y="55632"/>
                  <a:pt x="69023" y="55532"/>
                </a:cubicBezTo>
                <a:cubicBezTo>
                  <a:pt x="69297" y="55233"/>
                  <a:pt x="69546" y="54885"/>
                  <a:pt x="69820" y="54586"/>
                </a:cubicBezTo>
                <a:lnTo>
                  <a:pt x="70293" y="54014"/>
                </a:lnTo>
                <a:close/>
                <a:moveTo>
                  <a:pt x="51774" y="60311"/>
                </a:moveTo>
                <a:cubicBezTo>
                  <a:pt x="52321" y="61307"/>
                  <a:pt x="52595" y="62103"/>
                  <a:pt x="52570" y="62701"/>
                </a:cubicBezTo>
                <a:lnTo>
                  <a:pt x="52471" y="62800"/>
                </a:lnTo>
                <a:cubicBezTo>
                  <a:pt x="52520" y="62203"/>
                  <a:pt x="52272" y="61357"/>
                  <a:pt x="51724" y="60361"/>
                </a:cubicBezTo>
                <a:lnTo>
                  <a:pt x="51774" y="60311"/>
                </a:lnTo>
                <a:close/>
                <a:moveTo>
                  <a:pt x="84829" y="62701"/>
                </a:moveTo>
                <a:cubicBezTo>
                  <a:pt x="84854" y="62701"/>
                  <a:pt x="84879" y="62726"/>
                  <a:pt x="84879" y="62726"/>
                </a:cubicBezTo>
                <a:cubicBezTo>
                  <a:pt x="84879" y="62750"/>
                  <a:pt x="84854" y="62750"/>
                  <a:pt x="84854" y="62800"/>
                </a:cubicBezTo>
                <a:cubicBezTo>
                  <a:pt x="84829" y="62800"/>
                  <a:pt x="84829" y="62750"/>
                  <a:pt x="84804" y="62750"/>
                </a:cubicBezTo>
                <a:cubicBezTo>
                  <a:pt x="84804" y="62726"/>
                  <a:pt x="84829" y="62726"/>
                  <a:pt x="84829" y="62701"/>
                </a:cubicBezTo>
                <a:close/>
                <a:moveTo>
                  <a:pt x="89235" y="60884"/>
                </a:moveTo>
                <a:cubicBezTo>
                  <a:pt x="91649" y="61805"/>
                  <a:pt x="94163" y="62427"/>
                  <a:pt x="96627" y="62800"/>
                </a:cubicBezTo>
                <a:cubicBezTo>
                  <a:pt x="96627" y="62825"/>
                  <a:pt x="96578" y="62825"/>
                  <a:pt x="96578" y="62850"/>
                </a:cubicBezTo>
                <a:cubicBezTo>
                  <a:pt x="94089" y="62477"/>
                  <a:pt x="91599" y="61854"/>
                  <a:pt x="89210" y="60958"/>
                </a:cubicBezTo>
                <a:cubicBezTo>
                  <a:pt x="89210" y="60933"/>
                  <a:pt x="89210" y="60933"/>
                  <a:pt x="89235" y="60884"/>
                </a:cubicBezTo>
                <a:close/>
                <a:moveTo>
                  <a:pt x="46621" y="54163"/>
                </a:moveTo>
                <a:cubicBezTo>
                  <a:pt x="48538" y="56204"/>
                  <a:pt x="50031" y="58021"/>
                  <a:pt x="51002" y="59515"/>
                </a:cubicBezTo>
                <a:cubicBezTo>
                  <a:pt x="50828" y="59714"/>
                  <a:pt x="50654" y="59938"/>
                  <a:pt x="50479" y="60112"/>
                </a:cubicBezTo>
                <a:lnTo>
                  <a:pt x="50280" y="60311"/>
                </a:lnTo>
                <a:cubicBezTo>
                  <a:pt x="50031" y="60585"/>
                  <a:pt x="49832" y="60859"/>
                  <a:pt x="49608" y="61108"/>
                </a:cubicBezTo>
                <a:cubicBezTo>
                  <a:pt x="49533" y="61207"/>
                  <a:pt x="49459" y="61257"/>
                  <a:pt x="49384" y="61357"/>
                </a:cubicBezTo>
                <a:cubicBezTo>
                  <a:pt x="48961" y="61854"/>
                  <a:pt x="48513" y="62352"/>
                  <a:pt x="48115" y="62875"/>
                </a:cubicBezTo>
                <a:cubicBezTo>
                  <a:pt x="46547" y="62302"/>
                  <a:pt x="44680" y="61357"/>
                  <a:pt x="42688" y="60212"/>
                </a:cubicBezTo>
                <a:cubicBezTo>
                  <a:pt x="43759" y="58195"/>
                  <a:pt x="45053" y="56154"/>
                  <a:pt x="46621" y="54163"/>
                </a:cubicBezTo>
                <a:close/>
                <a:moveTo>
                  <a:pt x="96827" y="62825"/>
                </a:moveTo>
                <a:cubicBezTo>
                  <a:pt x="96827" y="62850"/>
                  <a:pt x="96827" y="62850"/>
                  <a:pt x="96802" y="62875"/>
                </a:cubicBezTo>
                <a:lnTo>
                  <a:pt x="96752" y="62875"/>
                </a:lnTo>
                <a:cubicBezTo>
                  <a:pt x="96752" y="62850"/>
                  <a:pt x="96777" y="62850"/>
                  <a:pt x="96777" y="62825"/>
                </a:cubicBezTo>
                <a:close/>
                <a:moveTo>
                  <a:pt x="59062" y="56174"/>
                </a:moveTo>
                <a:cubicBezTo>
                  <a:pt x="59047" y="56189"/>
                  <a:pt x="59032" y="56207"/>
                  <a:pt x="59017" y="56229"/>
                </a:cubicBezTo>
                <a:lnTo>
                  <a:pt x="58917" y="56353"/>
                </a:lnTo>
                <a:cubicBezTo>
                  <a:pt x="58220" y="57026"/>
                  <a:pt x="57723" y="57498"/>
                  <a:pt x="57324" y="57872"/>
                </a:cubicBezTo>
                <a:lnTo>
                  <a:pt x="57100" y="58096"/>
                </a:lnTo>
                <a:lnTo>
                  <a:pt x="57075" y="58121"/>
                </a:lnTo>
                <a:lnTo>
                  <a:pt x="56727" y="58469"/>
                </a:lnTo>
                <a:lnTo>
                  <a:pt x="56478" y="58718"/>
                </a:lnTo>
                <a:cubicBezTo>
                  <a:pt x="56453" y="58743"/>
                  <a:pt x="56453" y="58743"/>
                  <a:pt x="56453" y="58768"/>
                </a:cubicBezTo>
                <a:cubicBezTo>
                  <a:pt x="56354" y="58867"/>
                  <a:pt x="56254" y="58967"/>
                  <a:pt x="56179" y="59091"/>
                </a:cubicBezTo>
                <a:cubicBezTo>
                  <a:pt x="55706" y="59589"/>
                  <a:pt x="55109" y="60236"/>
                  <a:pt x="54387" y="61058"/>
                </a:cubicBezTo>
                <a:cubicBezTo>
                  <a:pt x="53765" y="61755"/>
                  <a:pt x="53217" y="62427"/>
                  <a:pt x="52819" y="62925"/>
                </a:cubicBezTo>
                <a:lnTo>
                  <a:pt x="52819" y="62850"/>
                </a:lnTo>
                <a:lnTo>
                  <a:pt x="52819" y="62800"/>
                </a:lnTo>
                <a:lnTo>
                  <a:pt x="52844" y="62750"/>
                </a:lnTo>
                <a:lnTo>
                  <a:pt x="53217" y="62302"/>
                </a:lnTo>
                <a:cubicBezTo>
                  <a:pt x="54462" y="60809"/>
                  <a:pt x="55806" y="59340"/>
                  <a:pt x="57200" y="57946"/>
                </a:cubicBezTo>
                <a:cubicBezTo>
                  <a:pt x="57778" y="57392"/>
                  <a:pt x="58398" y="56794"/>
                  <a:pt x="59062" y="56174"/>
                </a:cubicBezTo>
                <a:close/>
                <a:moveTo>
                  <a:pt x="108476" y="46447"/>
                </a:moveTo>
                <a:cubicBezTo>
                  <a:pt x="108476" y="46646"/>
                  <a:pt x="108525" y="46795"/>
                  <a:pt x="108575" y="46994"/>
                </a:cubicBezTo>
                <a:cubicBezTo>
                  <a:pt x="108600" y="47144"/>
                  <a:pt x="108625" y="47318"/>
                  <a:pt x="108650" y="47492"/>
                </a:cubicBezTo>
                <a:cubicBezTo>
                  <a:pt x="108650" y="47517"/>
                  <a:pt x="108650" y="47542"/>
                  <a:pt x="108700" y="47567"/>
                </a:cubicBezTo>
                <a:lnTo>
                  <a:pt x="108700" y="47642"/>
                </a:lnTo>
                <a:cubicBezTo>
                  <a:pt x="108725" y="47766"/>
                  <a:pt x="108725" y="47891"/>
                  <a:pt x="108749" y="48015"/>
                </a:cubicBezTo>
                <a:cubicBezTo>
                  <a:pt x="106659" y="52919"/>
                  <a:pt x="103921" y="57946"/>
                  <a:pt x="100635" y="62925"/>
                </a:cubicBezTo>
                <a:cubicBezTo>
                  <a:pt x="99490" y="62925"/>
                  <a:pt x="98295" y="62825"/>
                  <a:pt x="97076" y="62676"/>
                </a:cubicBezTo>
                <a:cubicBezTo>
                  <a:pt x="98644" y="58245"/>
                  <a:pt x="99141" y="54088"/>
                  <a:pt x="98295" y="50629"/>
                </a:cubicBezTo>
                <a:cubicBezTo>
                  <a:pt x="98370" y="50629"/>
                  <a:pt x="98420" y="50604"/>
                  <a:pt x="98494" y="50604"/>
                </a:cubicBezTo>
                <a:lnTo>
                  <a:pt x="98519" y="50604"/>
                </a:lnTo>
                <a:lnTo>
                  <a:pt x="99440" y="50405"/>
                </a:lnTo>
                <a:cubicBezTo>
                  <a:pt x="99764" y="50355"/>
                  <a:pt x="100062" y="50255"/>
                  <a:pt x="100411" y="50156"/>
                </a:cubicBezTo>
                <a:lnTo>
                  <a:pt x="100486" y="50156"/>
                </a:lnTo>
                <a:cubicBezTo>
                  <a:pt x="100510" y="50156"/>
                  <a:pt x="100510" y="50156"/>
                  <a:pt x="100535" y="50131"/>
                </a:cubicBezTo>
                <a:cubicBezTo>
                  <a:pt x="100809" y="50031"/>
                  <a:pt x="101133" y="49981"/>
                  <a:pt x="101407" y="49882"/>
                </a:cubicBezTo>
                <a:cubicBezTo>
                  <a:pt x="101730" y="49782"/>
                  <a:pt x="102004" y="49658"/>
                  <a:pt x="102303" y="49558"/>
                </a:cubicBezTo>
                <a:cubicBezTo>
                  <a:pt x="102352" y="49558"/>
                  <a:pt x="102352" y="49558"/>
                  <a:pt x="102377" y="49533"/>
                </a:cubicBezTo>
                <a:cubicBezTo>
                  <a:pt x="102676" y="49409"/>
                  <a:pt x="103024" y="49309"/>
                  <a:pt x="103348" y="49185"/>
                </a:cubicBezTo>
                <a:cubicBezTo>
                  <a:pt x="103622" y="49060"/>
                  <a:pt x="103896" y="48936"/>
                  <a:pt x="104145" y="48811"/>
                </a:cubicBezTo>
                <a:cubicBezTo>
                  <a:pt x="104145" y="48811"/>
                  <a:pt x="104169" y="48811"/>
                  <a:pt x="104169" y="48787"/>
                </a:cubicBezTo>
                <a:cubicBezTo>
                  <a:pt x="104219" y="48787"/>
                  <a:pt x="104244" y="48762"/>
                  <a:pt x="104269" y="48762"/>
                </a:cubicBezTo>
                <a:cubicBezTo>
                  <a:pt x="104543" y="48637"/>
                  <a:pt x="104866" y="48513"/>
                  <a:pt x="105140" y="48363"/>
                </a:cubicBezTo>
                <a:cubicBezTo>
                  <a:pt x="105389" y="48239"/>
                  <a:pt x="105638" y="48065"/>
                  <a:pt x="105887" y="47940"/>
                </a:cubicBezTo>
                <a:lnTo>
                  <a:pt x="105912" y="47940"/>
                </a:lnTo>
                <a:cubicBezTo>
                  <a:pt x="106111" y="47866"/>
                  <a:pt x="106260" y="47766"/>
                  <a:pt x="106459" y="47667"/>
                </a:cubicBezTo>
                <a:cubicBezTo>
                  <a:pt x="106609" y="47567"/>
                  <a:pt x="106758" y="47517"/>
                  <a:pt x="106908" y="47418"/>
                </a:cubicBezTo>
                <a:cubicBezTo>
                  <a:pt x="107007" y="47368"/>
                  <a:pt x="107082" y="47318"/>
                  <a:pt x="107156" y="47268"/>
                </a:cubicBezTo>
                <a:cubicBezTo>
                  <a:pt x="107331" y="47169"/>
                  <a:pt x="107480" y="47044"/>
                  <a:pt x="107654" y="46945"/>
                </a:cubicBezTo>
                <a:cubicBezTo>
                  <a:pt x="107953" y="46770"/>
                  <a:pt x="108227" y="46621"/>
                  <a:pt x="108476" y="46447"/>
                </a:cubicBezTo>
                <a:close/>
                <a:moveTo>
                  <a:pt x="108774" y="48413"/>
                </a:moveTo>
                <a:lnTo>
                  <a:pt x="108774" y="48488"/>
                </a:lnTo>
                <a:cubicBezTo>
                  <a:pt x="106733" y="53267"/>
                  <a:pt x="104095" y="58121"/>
                  <a:pt x="100909" y="62925"/>
                </a:cubicBezTo>
                <a:lnTo>
                  <a:pt x="100859" y="62925"/>
                </a:lnTo>
                <a:cubicBezTo>
                  <a:pt x="104020" y="58121"/>
                  <a:pt x="106708" y="53242"/>
                  <a:pt x="108774" y="48413"/>
                </a:cubicBezTo>
                <a:close/>
                <a:moveTo>
                  <a:pt x="67281" y="57598"/>
                </a:moveTo>
                <a:cubicBezTo>
                  <a:pt x="68202" y="59067"/>
                  <a:pt x="69695" y="60859"/>
                  <a:pt x="71637" y="62875"/>
                </a:cubicBezTo>
                <a:cubicBezTo>
                  <a:pt x="71637" y="62925"/>
                  <a:pt x="71587" y="62925"/>
                  <a:pt x="71587" y="62950"/>
                </a:cubicBezTo>
                <a:cubicBezTo>
                  <a:pt x="69670" y="60933"/>
                  <a:pt x="68177" y="59116"/>
                  <a:pt x="67206" y="57648"/>
                </a:cubicBezTo>
                <a:lnTo>
                  <a:pt x="67281" y="57598"/>
                </a:lnTo>
                <a:close/>
                <a:moveTo>
                  <a:pt x="75819" y="56826"/>
                </a:moveTo>
                <a:cubicBezTo>
                  <a:pt x="75819" y="56826"/>
                  <a:pt x="75868" y="56826"/>
                  <a:pt x="75868" y="56851"/>
                </a:cubicBezTo>
                <a:lnTo>
                  <a:pt x="75893" y="56851"/>
                </a:lnTo>
                <a:cubicBezTo>
                  <a:pt x="75843" y="57001"/>
                  <a:pt x="75744" y="57125"/>
                  <a:pt x="75669" y="57274"/>
                </a:cubicBezTo>
                <a:cubicBezTo>
                  <a:pt x="75619" y="57399"/>
                  <a:pt x="75545" y="57498"/>
                  <a:pt x="75495" y="57623"/>
                </a:cubicBezTo>
                <a:cubicBezTo>
                  <a:pt x="75395" y="57822"/>
                  <a:pt x="75271" y="57996"/>
                  <a:pt x="75171" y="58195"/>
                </a:cubicBezTo>
                <a:cubicBezTo>
                  <a:pt x="75122" y="58320"/>
                  <a:pt x="75047" y="58444"/>
                  <a:pt x="74972" y="58519"/>
                </a:cubicBezTo>
                <a:cubicBezTo>
                  <a:pt x="74773" y="58843"/>
                  <a:pt x="74549" y="59141"/>
                  <a:pt x="74375" y="59465"/>
                </a:cubicBezTo>
                <a:cubicBezTo>
                  <a:pt x="74176" y="59764"/>
                  <a:pt x="74001" y="60087"/>
                  <a:pt x="73777" y="60361"/>
                </a:cubicBezTo>
                <a:cubicBezTo>
                  <a:pt x="73603" y="60684"/>
                  <a:pt x="73354" y="60958"/>
                  <a:pt x="73155" y="61257"/>
                </a:cubicBezTo>
                <a:cubicBezTo>
                  <a:pt x="72931" y="61581"/>
                  <a:pt x="72757" y="61854"/>
                  <a:pt x="72533" y="62178"/>
                </a:cubicBezTo>
                <a:cubicBezTo>
                  <a:pt x="72508" y="62203"/>
                  <a:pt x="72508" y="62228"/>
                  <a:pt x="72483" y="62253"/>
                </a:cubicBezTo>
                <a:cubicBezTo>
                  <a:pt x="72284" y="62502"/>
                  <a:pt x="72110" y="62726"/>
                  <a:pt x="71911" y="62950"/>
                </a:cubicBezTo>
                <a:lnTo>
                  <a:pt x="71886" y="62925"/>
                </a:lnTo>
                <a:cubicBezTo>
                  <a:pt x="73429" y="60884"/>
                  <a:pt x="74773" y="58843"/>
                  <a:pt x="75819" y="56826"/>
                </a:cubicBezTo>
                <a:close/>
                <a:moveTo>
                  <a:pt x="108874" y="48936"/>
                </a:moveTo>
                <a:lnTo>
                  <a:pt x="108874" y="49036"/>
                </a:lnTo>
                <a:cubicBezTo>
                  <a:pt x="108899" y="49235"/>
                  <a:pt x="108899" y="49409"/>
                  <a:pt x="108899" y="49558"/>
                </a:cubicBezTo>
                <a:cubicBezTo>
                  <a:pt x="108949" y="49882"/>
                  <a:pt x="108949" y="50156"/>
                  <a:pt x="108973" y="50479"/>
                </a:cubicBezTo>
                <a:lnTo>
                  <a:pt x="108973" y="50554"/>
                </a:lnTo>
                <a:lnTo>
                  <a:pt x="108973" y="50853"/>
                </a:lnTo>
                <a:lnTo>
                  <a:pt x="108973" y="51923"/>
                </a:lnTo>
                <a:lnTo>
                  <a:pt x="108973" y="52222"/>
                </a:lnTo>
                <a:lnTo>
                  <a:pt x="108874" y="53416"/>
                </a:lnTo>
                <a:cubicBezTo>
                  <a:pt x="108874" y="53491"/>
                  <a:pt x="108874" y="53591"/>
                  <a:pt x="108849" y="53640"/>
                </a:cubicBezTo>
                <a:cubicBezTo>
                  <a:pt x="108824" y="54088"/>
                  <a:pt x="108749" y="54512"/>
                  <a:pt x="108700" y="54960"/>
                </a:cubicBezTo>
                <a:cubicBezTo>
                  <a:pt x="108700" y="55009"/>
                  <a:pt x="108700" y="55034"/>
                  <a:pt x="108650" y="55109"/>
                </a:cubicBezTo>
                <a:lnTo>
                  <a:pt x="108650" y="55134"/>
                </a:lnTo>
                <a:cubicBezTo>
                  <a:pt x="108600" y="55607"/>
                  <a:pt x="108501" y="56080"/>
                  <a:pt x="108401" y="56577"/>
                </a:cubicBezTo>
                <a:lnTo>
                  <a:pt x="108401" y="56602"/>
                </a:lnTo>
                <a:lnTo>
                  <a:pt x="108401" y="56627"/>
                </a:lnTo>
                <a:lnTo>
                  <a:pt x="108401" y="56702"/>
                </a:lnTo>
                <a:cubicBezTo>
                  <a:pt x="108301" y="57200"/>
                  <a:pt x="108202" y="57722"/>
                  <a:pt x="108052" y="58245"/>
                </a:cubicBezTo>
                <a:cubicBezTo>
                  <a:pt x="107654" y="59515"/>
                  <a:pt x="107256" y="60859"/>
                  <a:pt x="106758" y="62228"/>
                </a:cubicBezTo>
                <a:cubicBezTo>
                  <a:pt x="105016" y="62701"/>
                  <a:pt x="103124" y="62925"/>
                  <a:pt x="101158" y="62950"/>
                </a:cubicBezTo>
                <a:cubicBezTo>
                  <a:pt x="104219" y="58320"/>
                  <a:pt x="106833" y="53615"/>
                  <a:pt x="108874" y="48936"/>
                </a:cubicBezTo>
                <a:close/>
                <a:moveTo>
                  <a:pt x="51127" y="59714"/>
                </a:moveTo>
                <a:lnTo>
                  <a:pt x="51127" y="59714"/>
                </a:lnTo>
                <a:cubicBezTo>
                  <a:pt x="51027" y="59863"/>
                  <a:pt x="50952" y="59988"/>
                  <a:pt x="50828" y="60112"/>
                </a:cubicBezTo>
                <a:cubicBezTo>
                  <a:pt x="50828" y="60137"/>
                  <a:pt x="50778" y="60137"/>
                  <a:pt x="50778" y="60187"/>
                </a:cubicBezTo>
                <a:cubicBezTo>
                  <a:pt x="50654" y="60311"/>
                  <a:pt x="50529" y="60460"/>
                  <a:pt x="50405" y="60585"/>
                </a:cubicBezTo>
                <a:cubicBezTo>
                  <a:pt x="50031" y="60983"/>
                  <a:pt x="49708" y="61431"/>
                  <a:pt x="49359" y="61829"/>
                </a:cubicBezTo>
                <a:cubicBezTo>
                  <a:pt x="49260" y="61929"/>
                  <a:pt x="49210" y="62004"/>
                  <a:pt x="49110" y="62128"/>
                </a:cubicBezTo>
                <a:cubicBezTo>
                  <a:pt x="48861" y="62427"/>
                  <a:pt x="48637" y="62701"/>
                  <a:pt x="48413" y="62999"/>
                </a:cubicBezTo>
                <a:lnTo>
                  <a:pt x="48388" y="62999"/>
                </a:lnTo>
                <a:cubicBezTo>
                  <a:pt x="49235" y="61879"/>
                  <a:pt x="50156" y="60809"/>
                  <a:pt x="51127" y="59714"/>
                </a:cubicBezTo>
                <a:close/>
                <a:moveTo>
                  <a:pt x="40672" y="59515"/>
                </a:moveTo>
                <a:cubicBezTo>
                  <a:pt x="41170" y="59838"/>
                  <a:pt x="41643" y="60112"/>
                  <a:pt x="42116" y="60386"/>
                </a:cubicBezTo>
                <a:cubicBezTo>
                  <a:pt x="41668" y="61307"/>
                  <a:pt x="41270" y="62203"/>
                  <a:pt x="40921" y="63099"/>
                </a:cubicBezTo>
                <a:cubicBezTo>
                  <a:pt x="40349" y="62551"/>
                  <a:pt x="39776" y="62004"/>
                  <a:pt x="39154" y="61481"/>
                </a:cubicBezTo>
                <a:cubicBezTo>
                  <a:pt x="39652" y="60834"/>
                  <a:pt x="40150" y="60187"/>
                  <a:pt x="40672" y="59515"/>
                </a:cubicBezTo>
                <a:close/>
                <a:moveTo>
                  <a:pt x="42614" y="60386"/>
                </a:moveTo>
                <a:cubicBezTo>
                  <a:pt x="44605" y="61556"/>
                  <a:pt x="46422" y="62477"/>
                  <a:pt x="47990" y="63074"/>
                </a:cubicBezTo>
                <a:cubicBezTo>
                  <a:pt x="47990" y="63099"/>
                  <a:pt x="47990" y="63099"/>
                  <a:pt x="47965" y="63124"/>
                </a:cubicBezTo>
                <a:cubicBezTo>
                  <a:pt x="46397" y="62551"/>
                  <a:pt x="44555" y="61630"/>
                  <a:pt x="42564" y="60460"/>
                </a:cubicBezTo>
                <a:cubicBezTo>
                  <a:pt x="42564" y="60436"/>
                  <a:pt x="42614" y="60436"/>
                  <a:pt x="42614" y="60386"/>
                </a:cubicBezTo>
                <a:close/>
                <a:moveTo>
                  <a:pt x="97026" y="62850"/>
                </a:moveTo>
                <a:cubicBezTo>
                  <a:pt x="98196" y="62999"/>
                  <a:pt x="99365" y="63099"/>
                  <a:pt x="100510" y="63099"/>
                </a:cubicBezTo>
                <a:cubicBezTo>
                  <a:pt x="100510" y="63124"/>
                  <a:pt x="100486" y="63124"/>
                  <a:pt x="100486" y="63174"/>
                </a:cubicBezTo>
                <a:cubicBezTo>
                  <a:pt x="99316" y="63124"/>
                  <a:pt x="98171" y="63049"/>
                  <a:pt x="97026" y="62925"/>
                </a:cubicBezTo>
                <a:lnTo>
                  <a:pt x="97026" y="62850"/>
                </a:lnTo>
                <a:close/>
                <a:moveTo>
                  <a:pt x="100784" y="63099"/>
                </a:moveTo>
                <a:cubicBezTo>
                  <a:pt x="100759" y="63124"/>
                  <a:pt x="100759" y="63174"/>
                  <a:pt x="100735" y="63174"/>
                </a:cubicBezTo>
                <a:lnTo>
                  <a:pt x="100660" y="63174"/>
                </a:lnTo>
                <a:cubicBezTo>
                  <a:pt x="100660" y="63124"/>
                  <a:pt x="100685" y="63124"/>
                  <a:pt x="100735" y="63099"/>
                </a:cubicBezTo>
                <a:close/>
                <a:moveTo>
                  <a:pt x="106659" y="62427"/>
                </a:moveTo>
                <a:cubicBezTo>
                  <a:pt x="106659" y="62452"/>
                  <a:pt x="106634" y="62477"/>
                  <a:pt x="106634" y="62477"/>
                </a:cubicBezTo>
                <a:cubicBezTo>
                  <a:pt x="104916" y="62925"/>
                  <a:pt x="103000" y="63174"/>
                  <a:pt x="100983" y="63174"/>
                </a:cubicBezTo>
                <a:cubicBezTo>
                  <a:pt x="101008" y="63174"/>
                  <a:pt x="101033" y="63124"/>
                  <a:pt x="101033" y="63099"/>
                </a:cubicBezTo>
                <a:cubicBezTo>
                  <a:pt x="103024" y="63099"/>
                  <a:pt x="104916" y="62875"/>
                  <a:pt x="106659" y="62427"/>
                </a:cubicBezTo>
                <a:close/>
                <a:moveTo>
                  <a:pt x="51276" y="59963"/>
                </a:moveTo>
                <a:cubicBezTo>
                  <a:pt x="51276" y="59988"/>
                  <a:pt x="51326" y="60062"/>
                  <a:pt x="51375" y="60112"/>
                </a:cubicBezTo>
                <a:cubicBezTo>
                  <a:pt x="50579" y="61133"/>
                  <a:pt x="49782" y="62203"/>
                  <a:pt x="49110" y="63248"/>
                </a:cubicBezTo>
                <a:cubicBezTo>
                  <a:pt x="48961" y="63198"/>
                  <a:pt x="48762" y="63124"/>
                  <a:pt x="48588" y="63099"/>
                </a:cubicBezTo>
                <a:cubicBezTo>
                  <a:pt x="48762" y="62875"/>
                  <a:pt x="48961" y="62626"/>
                  <a:pt x="49135" y="62427"/>
                </a:cubicBezTo>
                <a:lnTo>
                  <a:pt x="49160" y="62377"/>
                </a:lnTo>
                <a:lnTo>
                  <a:pt x="49733" y="61730"/>
                </a:lnTo>
                <a:cubicBezTo>
                  <a:pt x="49982" y="61456"/>
                  <a:pt x="50230" y="61133"/>
                  <a:pt x="50479" y="60859"/>
                </a:cubicBezTo>
                <a:lnTo>
                  <a:pt x="51127" y="60112"/>
                </a:lnTo>
                <a:cubicBezTo>
                  <a:pt x="51201" y="60062"/>
                  <a:pt x="51226" y="59988"/>
                  <a:pt x="51276" y="59963"/>
                </a:cubicBezTo>
                <a:close/>
                <a:moveTo>
                  <a:pt x="39054" y="61630"/>
                </a:moveTo>
                <a:cubicBezTo>
                  <a:pt x="39677" y="62178"/>
                  <a:pt x="40299" y="62726"/>
                  <a:pt x="40871" y="63298"/>
                </a:cubicBezTo>
                <a:cubicBezTo>
                  <a:pt x="40871" y="63323"/>
                  <a:pt x="40822" y="63323"/>
                  <a:pt x="40822" y="63348"/>
                </a:cubicBezTo>
                <a:cubicBezTo>
                  <a:pt x="40274" y="62750"/>
                  <a:pt x="39652" y="62228"/>
                  <a:pt x="39029" y="61680"/>
                </a:cubicBezTo>
                <a:lnTo>
                  <a:pt x="39054" y="61630"/>
                </a:lnTo>
                <a:close/>
                <a:moveTo>
                  <a:pt x="42365" y="60560"/>
                </a:moveTo>
                <a:cubicBezTo>
                  <a:pt x="42365" y="60560"/>
                  <a:pt x="42390" y="60560"/>
                  <a:pt x="42390" y="60585"/>
                </a:cubicBezTo>
                <a:cubicBezTo>
                  <a:pt x="41917" y="61506"/>
                  <a:pt x="41519" y="62427"/>
                  <a:pt x="41170" y="63348"/>
                </a:cubicBezTo>
                <a:lnTo>
                  <a:pt x="41145" y="63323"/>
                </a:lnTo>
                <a:lnTo>
                  <a:pt x="41120" y="63298"/>
                </a:lnTo>
                <a:cubicBezTo>
                  <a:pt x="41120" y="63198"/>
                  <a:pt x="41145" y="63124"/>
                  <a:pt x="41170" y="63074"/>
                </a:cubicBezTo>
                <a:cubicBezTo>
                  <a:pt x="41245" y="62950"/>
                  <a:pt x="41295" y="62800"/>
                  <a:pt x="41319" y="62676"/>
                </a:cubicBezTo>
                <a:lnTo>
                  <a:pt x="41519" y="62203"/>
                </a:lnTo>
                <a:cubicBezTo>
                  <a:pt x="41543" y="62103"/>
                  <a:pt x="41618" y="61979"/>
                  <a:pt x="41668" y="61879"/>
                </a:cubicBezTo>
                <a:cubicBezTo>
                  <a:pt x="41767" y="61705"/>
                  <a:pt x="41867" y="61481"/>
                  <a:pt x="41942" y="61307"/>
                </a:cubicBezTo>
                <a:cubicBezTo>
                  <a:pt x="41991" y="61232"/>
                  <a:pt x="42016" y="61133"/>
                  <a:pt x="42066" y="61083"/>
                </a:cubicBezTo>
                <a:cubicBezTo>
                  <a:pt x="42166" y="60884"/>
                  <a:pt x="42240" y="60734"/>
                  <a:pt x="42315" y="60560"/>
                </a:cubicBezTo>
                <a:close/>
                <a:moveTo>
                  <a:pt x="51475" y="60311"/>
                </a:moveTo>
                <a:cubicBezTo>
                  <a:pt x="51475" y="60336"/>
                  <a:pt x="51500" y="60336"/>
                  <a:pt x="51500" y="60361"/>
                </a:cubicBezTo>
                <a:cubicBezTo>
                  <a:pt x="50728" y="61357"/>
                  <a:pt x="50006" y="62352"/>
                  <a:pt x="49334" y="63348"/>
                </a:cubicBezTo>
                <a:cubicBezTo>
                  <a:pt x="49285" y="63348"/>
                  <a:pt x="49285" y="63348"/>
                  <a:pt x="49260" y="63323"/>
                </a:cubicBezTo>
                <a:cubicBezTo>
                  <a:pt x="49957" y="62302"/>
                  <a:pt x="50703" y="61307"/>
                  <a:pt x="51475" y="60311"/>
                </a:cubicBezTo>
                <a:close/>
                <a:moveTo>
                  <a:pt x="48463" y="63223"/>
                </a:moveTo>
                <a:cubicBezTo>
                  <a:pt x="48637" y="63298"/>
                  <a:pt x="48837" y="63348"/>
                  <a:pt x="48986" y="63422"/>
                </a:cubicBezTo>
                <a:cubicBezTo>
                  <a:pt x="48986" y="63447"/>
                  <a:pt x="48961" y="63447"/>
                  <a:pt x="48961" y="63472"/>
                </a:cubicBezTo>
                <a:cubicBezTo>
                  <a:pt x="48762" y="63422"/>
                  <a:pt x="48613" y="63348"/>
                  <a:pt x="48413" y="63298"/>
                </a:cubicBezTo>
                <a:cubicBezTo>
                  <a:pt x="48413" y="63248"/>
                  <a:pt x="48463" y="63248"/>
                  <a:pt x="48463" y="63223"/>
                </a:cubicBezTo>
                <a:close/>
                <a:moveTo>
                  <a:pt x="76043" y="56951"/>
                </a:moveTo>
                <a:cubicBezTo>
                  <a:pt x="76491" y="57225"/>
                  <a:pt x="76963" y="57474"/>
                  <a:pt x="77412" y="57772"/>
                </a:cubicBezTo>
                <a:cubicBezTo>
                  <a:pt x="75868" y="59714"/>
                  <a:pt x="74225" y="61605"/>
                  <a:pt x="72483" y="63497"/>
                </a:cubicBezTo>
                <a:lnTo>
                  <a:pt x="72035" y="63074"/>
                </a:lnTo>
                <a:cubicBezTo>
                  <a:pt x="73628" y="61083"/>
                  <a:pt x="74972" y="58992"/>
                  <a:pt x="76043" y="56951"/>
                </a:cubicBezTo>
                <a:close/>
                <a:moveTo>
                  <a:pt x="49160" y="63472"/>
                </a:moveTo>
                <a:cubicBezTo>
                  <a:pt x="49210" y="63472"/>
                  <a:pt x="49210" y="63472"/>
                  <a:pt x="49235" y="63497"/>
                </a:cubicBezTo>
                <a:cubicBezTo>
                  <a:pt x="49235" y="63547"/>
                  <a:pt x="49210" y="63547"/>
                  <a:pt x="49210" y="63572"/>
                </a:cubicBezTo>
                <a:cubicBezTo>
                  <a:pt x="49160" y="63547"/>
                  <a:pt x="49135" y="63547"/>
                  <a:pt x="49135" y="63547"/>
                </a:cubicBezTo>
                <a:cubicBezTo>
                  <a:pt x="49135" y="63497"/>
                  <a:pt x="49160" y="63497"/>
                  <a:pt x="49160" y="63472"/>
                </a:cubicBezTo>
                <a:close/>
                <a:moveTo>
                  <a:pt x="51599" y="60510"/>
                </a:moveTo>
                <a:cubicBezTo>
                  <a:pt x="52247" y="61755"/>
                  <a:pt x="52471" y="62676"/>
                  <a:pt x="52147" y="63174"/>
                </a:cubicBezTo>
                <a:cubicBezTo>
                  <a:pt x="51978" y="63455"/>
                  <a:pt x="51604" y="63593"/>
                  <a:pt x="51063" y="63593"/>
                </a:cubicBezTo>
                <a:cubicBezTo>
                  <a:pt x="50646" y="63593"/>
                  <a:pt x="50130" y="63510"/>
                  <a:pt x="49533" y="63348"/>
                </a:cubicBezTo>
                <a:cubicBezTo>
                  <a:pt x="50156" y="62427"/>
                  <a:pt x="50853" y="61456"/>
                  <a:pt x="51599" y="60510"/>
                </a:cubicBezTo>
                <a:close/>
                <a:moveTo>
                  <a:pt x="3435" y="63174"/>
                </a:moveTo>
                <a:lnTo>
                  <a:pt x="3435" y="63373"/>
                </a:lnTo>
                <a:cubicBezTo>
                  <a:pt x="3410" y="63447"/>
                  <a:pt x="3410" y="63547"/>
                  <a:pt x="3360" y="63597"/>
                </a:cubicBezTo>
                <a:lnTo>
                  <a:pt x="3360" y="63373"/>
                </a:lnTo>
                <a:cubicBezTo>
                  <a:pt x="3385" y="63323"/>
                  <a:pt x="3385" y="63248"/>
                  <a:pt x="3435" y="63174"/>
                </a:cubicBezTo>
                <a:close/>
                <a:moveTo>
                  <a:pt x="52471" y="63099"/>
                </a:moveTo>
                <a:cubicBezTo>
                  <a:pt x="52471" y="63124"/>
                  <a:pt x="52446" y="63174"/>
                  <a:pt x="52396" y="63198"/>
                </a:cubicBezTo>
                <a:lnTo>
                  <a:pt x="52396" y="63223"/>
                </a:lnTo>
                <a:cubicBezTo>
                  <a:pt x="52396" y="63248"/>
                  <a:pt x="52371" y="63298"/>
                  <a:pt x="52371" y="63323"/>
                </a:cubicBezTo>
                <a:cubicBezTo>
                  <a:pt x="52321" y="63422"/>
                  <a:pt x="52247" y="63497"/>
                  <a:pt x="52147" y="63572"/>
                </a:cubicBezTo>
                <a:lnTo>
                  <a:pt x="52122" y="63572"/>
                </a:lnTo>
                <a:cubicBezTo>
                  <a:pt x="52122" y="63572"/>
                  <a:pt x="52097" y="63597"/>
                  <a:pt x="52072" y="63597"/>
                </a:cubicBezTo>
                <a:cubicBezTo>
                  <a:pt x="52197" y="63447"/>
                  <a:pt x="52321" y="63248"/>
                  <a:pt x="52471" y="63099"/>
                </a:cubicBezTo>
                <a:close/>
                <a:moveTo>
                  <a:pt x="71935" y="63198"/>
                </a:moveTo>
                <a:lnTo>
                  <a:pt x="72359" y="63597"/>
                </a:lnTo>
                <a:cubicBezTo>
                  <a:pt x="72359" y="63622"/>
                  <a:pt x="72309" y="63622"/>
                  <a:pt x="72309" y="63622"/>
                </a:cubicBezTo>
                <a:lnTo>
                  <a:pt x="71920" y="63232"/>
                </a:lnTo>
                <a:lnTo>
                  <a:pt x="71920" y="63232"/>
                </a:lnTo>
                <a:cubicBezTo>
                  <a:pt x="71927" y="63228"/>
                  <a:pt x="71935" y="63213"/>
                  <a:pt x="71935" y="63198"/>
                </a:cubicBezTo>
                <a:close/>
                <a:moveTo>
                  <a:pt x="77586" y="57872"/>
                </a:moveTo>
                <a:cubicBezTo>
                  <a:pt x="77611" y="57872"/>
                  <a:pt x="77611" y="57897"/>
                  <a:pt x="77636" y="57897"/>
                </a:cubicBezTo>
                <a:cubicBezTo>
                  <a:pt x="76092" y="59863"/>
                  <a:pt x="74425" y="61805"/>
                  <a:pt x="72682" y="63671"/>
                </a:cubicBezTo>
                <a:lnTo>
                  <a:pt x="72657" y="63622"/>
                </a:lnTo>
                <a:cubicBezTo>
                  <a:pt x="74375" y="61730"/>
                  <a:pt x="76018" y="59813"/>
                  <a:pt x="77586" y="57872"/>
                </a:cubicBezTo>
                <a:close/>
                <a:moveTo>
                  <a:pt x="86323" y="59913"/>
                </a:moveTo>
                <a:cubicBezTo>
                  <a:pt x="87094" y="60286"/>
                  <a:pt x="87866" y="60610"/>
                  <a:pt x="88687" y="60909"/>
                </a:cubicBezTo>
                <a:cubicBezTo>
                  <a:pt x="87965" y="61879"/>
                  <a:pt x="87244" y="62825"/>
                  <a:pt x="86497" y="63746"/>
                </a:cubicBezTo>
                <a:cubicBezTo>
                  <a:pt x="86049" y="63373"/>
                  <a:pt x="85601" y="63024"/>
                  <a:pt x="85128" y="62676"/>
                </a:cubicBezTo>
                <a:cubicBezTo>
                  <a:pt x="85576" y="61730"/>
                  <a:pt x="85974" y="60834"/>
                  <a:pt x="86323" y="59913"/>
                </a:cubicBezTo>
                <a:close/>
                <a:moveTo>
                  <a:pt x="72508" y="63796"/>
                </a:moveTo>
                <a:lnTo>
                  <a:pt x="72533" y="63821"/>
                </a:lnTo>
                <a:cubicBezTo>
                  <a:pt x="72533" y="63846"/>
                  <a:pt x="72508" y="63846"/>
                  <a:pt x="72508" y="63846"/>
                </a:cubicBezTo>
                <a:lnTo>
                  <a:pt x="72458" y="63821"/>
                </a:lnTo>
                <a:cubicBezTo>
                  <a:pt x="72458" y="63796"/>
                  <a:pt x="72508" y="63796"/>
                  <a:pt x="72508" y="63796"/>
                </a:cubicBezTo>
                <a:close/>
                <a:moveTo>
                  <a:pt x="49384" y="63547"/>
                </a:moveTo>
                <a:cubicBezTo>
                  <a:pt x="50038" y="63714"/>
                  <a:pt x="50581" y="63798"/>
                  <a:pt x="51023" y="63798"/>
                </a:cubicBezTo>
                <a:cubicBezTo>
                  <a:pt x="51305" y="63798"/>
                  <a:pt x="51546" y="63764"/>
                  <a:pt x="51749" y="63696"/>
                </a:cubicBezTo>
                <a:lnTo>
                  <a:pt x="51749" y="63696"/>
                </a:lnTo>
                <a:cubicBezTo>
                  <a:pt x="51724" y="63721"/>
                  <a:pt x="51699" y="63746"/>
                  <a:pt x="51699" y="63796"/>
                </a:cubicBezTo>
                <a:cubicBezTo>
                  <a:pt x="51500" y="63846"/>
                  <a:pt x="51276" y="63871"/>
                  <a:pt x="51002" y="63871"/>
                </a:cubicBezTo>
                <a:cubicBezTo>
                  <a:pt x="50579" y="63871"/>
                  <a:pt x="50006" y="63796"/>
                  <a:pt x="49359" y="63597"/>
                </a:cubicBezTo>
                <a:cubicBezTo>
                  <a:pt x="49359" y="63572"/>
                  <a:pt x="49384" y="63572"/>
                  <a:pt x="49384" y="63547"/>
                </a:cubicBezTo>
                <a:close/>
                <a:moveTo>
                  <a:pt x="88837" y="61008"/>
                </a:moveTo>
                <a:cubicBezTo>
                  <a:pt x="88861" y="61008"/>
                  <a:pt x="88861" y="61008"/>
                  <a:pt x="88911" y="61058"/>
                </a:cubicBezTo>
                <a:cubicBezTo>
                  <a:pt x="88189" y="62004"/>
                  <a:pt x="87443" y="62950"/>
                  <a:pt x="86696" y="63920"/>
                </a:cubicBezTo>
                <a:cubicBezTo>
                  <a:pt x="86671" y="63920"/>
                  <a:pt x="86671" y="63871"/>
                  <a:pt x="86621" y="63871"/>
                </a:cubicBezTo>
                <a:cubicBezTo>
                  <a:pt x="87368" y="62950"/>
                  <a:pt x="88115" y="61979"/>
                  <a:pt x="88837" y="61008"/>
                </a:cubicBezTo>
                <a:close/>
                <a:moveTo>
                  <a:pt x="85053" y="62850"/>
                </a:moveTo>
                <a:cubicBezTo>
                  <a:pt x="85476" y="63198"/>
                  <a:pt x="85949" y="63572"/>
                  <a:pt x="86372" y="63920"/>
                </a:cubicBezTo>
                <a:cubicBezTo>
                  <a:pt x="86372" y="63945"/>
                  <a:pt x="86347" y="63945"/>
                  <a:pt x="86347" y="63970"/>
                </a:cubicBezTo>
                <a:cubicBezTo>
                  <a:pt x="85924" y="63597"/>
                  <a:pt x="85451" y="63248"/>
                  <a:pt x="85003" y="62925"/>
                </a:cubicBezTo>
                <a:cubicBezTo>
                  <a:pt x="85003" y="62875"/>
                  <a:pt x="85053" y="62875"/>
                  <a:pt x="85053" y="62850"/>
                </a:cubicBezTo>
                <a:close/>
                <a:moveTo>
                  <a:pt x="86497" y="64045"/>
                </a:moveTo>
                <a:cubicBezTo>
                  <a:pt x="86547" y="64045"/>
                  <a:pt x="86571" y="64045"/>
                  <a:pt x="86571" y="64070"/>
                </a:cubicBezTo>
                <a:cubicBezTo>
                  <a:pt x="86571" y="64095"/>
                  <a:pt x="86522" y="64095"/>
                  <a:pt x="86522" y="64119"/>
                </a:cubicBezTo>
                <a:cubicBezTo>
                  <a:pt x="86497" y="64119"/>
                  <a:pt x="86497" y="64095"/>
                  <a:pt x="86472" y="64095"/>
                </a:cubicBezTo>
                <a:cubicBezTo>
                  <a:pt x="86472" y="64070"/>
                  <a:pt x="86497" y="64070"/>
                  <a:pt x="86497" y="64045"/>
                </a:cubicBezTo>
                <a:close/>
                <a:moveTo>
                  <a:pt x="7019" y="56851"/>
                </a:moveTo>
                <a:lnTo>
                  <a:pt x="7019" y="56851"/>
                </a:lnTo>
                <a:cubicBezTo>
                  <a:pt x="5725" y="59365"/>
                  <a:pt x="4605" y="61879"/>
                  <a:pt x="3684" y="64343"/>
                </a:cubicBezTo>
                <a:cubicBezTo>
                  <a:pt x="3659" y="64045"/>
                  <a:pt x="3609" y="63721"/>
                  <a:pt x="3609" y="63373"/>
                </a:cubicBezTo>
                <a:cubicBezTo>
                  <a:pt x="4033" y="61879"/>
                  <a:pt x="4481" y="60336"/>
                  <a:pt x="5078" y="58768"/>
                </a:cubicBezTo>
                <a:cubicBezTo>
                  <a:pt x="5601" y="58046"/>
                  <a:pt x="6223" y="57399"/>
                  <a:pt x="7019" y="56851"/>
                </a:cubicBezTo>
                <a:close/>
                <a:moveTo>
                  <a:pt x="3460" y="63970"/>
                </a:moveTo>
                <a:cubicBezTo>
                  <a:pt x="3485" y="64244"/>
                  <a:pt x="3535" y="64468"/>
                  <a:pt x="3560" y="64717"/>
                </a:cubicBezTo>
                <a:cubicBezTo>
                  <a:pt x="3560" y="64742"/>
                  <a:pt x="3535" y="64816"/>
                  <a:pt x="3535" y="64841"/>
                </a:cubicBezTo>
                <a:cubicBezTo>
                  <a:pt x="3485" y="64617"/>
                  <a:pt x="3460" y="64368"/>
                  <a:pt x="3435" y="64169"/>
                </a:cubicBezTo>
                <a:cubicBezTo>
                  <a:pt x="3435" y="64095"/>
                  <a:pt x="3460" y="64045"/>
                  <a:pt x="3460" y="63970"/>
                </a:cubicBezTo>
                <a:close/>
                <a:moveTo>
                  <a:pt x="7443" y="56528"/>
                </a:moveTo>
                <a:cubicBezTo>
                  <a:pt x="6024" y="59340"/>
                  <a:pt x="4779" y="62128"/>
                  <a:pt x="3784" y="64841"/>
                </a:cubicBezTo>
                <a:cubicBezTo>
                  <a:pt x="3784" y="64816"/>
                  <a:pt x="3734" y="64742"/>
                  <a:pt x="3734" y="64717"/>
                </a:cubicBezTo>
                <a:cubicBezTo>
                  <a:pt x="4729" y="62053"/>
                  <a:pt x="5949" y="59340"/>
                  <a:pt x="7318" y="56602"/>
                </a:cubicBezTo>
                <a:cubicBezTo>
                  <a:pt x="7343" y="56577"/>
                  <a:pt x="7393" y="56528"/>
                  <a:pt x="7443" y="56528"/>
                </a:cubicBezTo>
                <a:close/>
                <a:moveTo>
                  <a:pt x="3609" y="65090"/>
                </a:moveTo>
                <a:cubicBezTo>
                  <a:pt x="3609" y="65115"/>
                  <a:pt x="3609" y="65165"/>
                  <a:pt x="3659" y="65215"/>
                </a:cubicBezTo>
                <a:cubicBezTo>
                  <a:pt x="3659" y="65240"/>
                  <a:pt x="3609" y="65314"/>
                  <a:pt x="3609" y="65339"/>
                </a:cubicBezTo>
                <a:cubicBezTo>
                  <a:pt x="3609" y="65314"/>
                  <a:pt x="3609" y="65240"/>
                  <a:pt x="3584" y="65215"/>
                </a:cubicBezTo>
                <a:cubicBezTo>
                  <a:pt x="3584" y="65190"/>
                  <a:pt x="3609" y="65115"/>
                  <a:pt x="3609" y="65090"/>
                </a:cubicBezTo>
                <a:close/>
                <a:moveTo>
                  <a:pt x="65713" y="54039"/>
                </a:moveTo>
                <a:lnTo>
                  <a:pt x="65713" y="54113"/>
                </a:lnTo>
                <a:lnTo>
                  <a:pt x="65713" y="54163"/>
                </a:lnTo>
                <a:cubicBezTo>
                  <a:pt x="65713" y="54163"/>
                  <a:pt x="65713" y="54213"/>
                  <a:pt x="65688" y="54213"/>
                </a:cubicBezTo>
                <a:cubicBezTo>
                  <a:pt x="65538" y="54387"/>
                  <a:pt x="65414" y="54536"/>
                  <a:pt x="65290" y="54711"/>
                </a:cubicBezTo>
                <a:cubicBezTo>
                  <a:pt x="64045" y="56204"/>
                  <a:pt x="62701" y="57623"/>
                  <a:pt x="61307" y="59017"/>
                </a:cubicBezTo>
                <a:cubicBezTo>
                  <a:pt x="60635" y="59639"/>
                  <a:pt x="59938" y="60336"/>
                  <a:pt x="59191" y="61008"/>
                </a:cubicBezTo>
                <a:cubicBezTo>
                  <a:pt x="58992" y="61207"/>
                  <a:pt x="58768" y="61381"/>
                  <a:pt x="58569" y="61581"/>
                </a:cubicBezTo>
                <a:cubicBezTo>
                  <a:pt x="58196" y="61929"/>
                  <a:pt x="57847" y="62228"/>
                  <a:pt x="57499" y="62551"/>
                </a:cubicBezTo>
                <a:cubicBezTo>
                  <a:pt x="57399" y="62626"/>
                  <a:pt x="57324" y="62726"/>
                  <a:pt x="57225" y="62800"/>
                </a:cubicBezTo>
                <a:lnTo>
                  <a:pt x="57200" y="62825"/>
                </a:lnTo>
                <a:cubicBezTo>
                  <a:pt x="56901" y="63049"/>
                  <a:pt x="56627" y="63248"/>
                  <a:pt x="56379" y="63497"/>
                </a:cubicBezTo>
                <a:cubicBezTo>
                  <a:pt x="55482" y="64219"/>
                  <a:pt x="54611" y="64916"/>
                  <a:pt x="53889" y="65439"/>
                </a:cubicBezTo>
                <a:cubicBezTo>
                  <a:pt x="53815" y="65439"/>
                  <a:pt x="53765" y="65464"/>
                  <a:pt x="53740" y="65464"/>
                </a:cubicBezTo>
                <a:lnTo>
                  <a:pt x="53616" y="65464"/>
                </a:lnTo>
                <a:cubicBezTo>
                  <a:pt x="53641" y="65439"/>
                  <a:pt x="53690" y="65414"/>
                  <a:pt x="53740" y="65364"/>
                </a:cubicBezTo>
                <a:cubicBezTo>
                  <a:pt x="53740" y="65364"/>
                  <a:pt x="53765" y="65364"/>
                  <a:pt x="53765" y="65339"/>
                </a:cubicBezTo>
                <a:cubicBezTo>
                  <a:pt x="53840" y="65289"/>
                  <a:pt x="53939" y="65240"/>
                  <a:pt x="53989" y="65190"/>
                </a:cubicBezTo>
                <a:cubicBezTo>
                  <a:pt x="54188" y="65040"/>
                  <a:pt x="54362" y="64891"/>
                  <a:pt x="54561" y="64767"/>
                </a:cubicBezTo>
                <a:cubicBezTo>
                  <a:pt x="54810" y="64592"/>
                  <a:pt x="55010" y="64443"/>
                  <a:pt x="55234" y="64244"/>
                </a:cubicBezTo>
                <a:lnTo>
                  <a:pt x="55308" y="64219"/>
                </a:lnTo>
                <a:cubicBezTo>
                  <a:pt x="55358" y="64169"/>
                  <a:pt x="55433" y="64119"/>
                  <a:pt x="55482" y="64070"/>
                </a:cubicBezTo>
                <a:cubicBezTo>
                  <a:pt x="55557" y="64045"/>
                  <a:pt x="55582" y="63970"/>
                  <a:pt x="55632" y="63945"/>
                </a:cubicBezTo>
                <a:lnTo>
                  <a:pt x="56105" y="63572"/>
                </a:lnTo>
                <a:cubicBezTo>
                  <a:pt x="56453" y="63298"/>
                  <a:pt x="56827" y="62999"/>
                  <a:pt x="57125" y="62726"/>
                </a:cubicBezTo>
                <a:cubicBezTo>
                  <a:pt x="57225" y="62676"/>
                  <a:pt x="57324" y="62576"/>
                  <a:pt x="57374" y="62502"/>
                </a:cubicBezTo>
                <a:lnTo>
                  <a:pt x="57424" y="62502"/>
                </a:lnTo>
                <a:cubicBezTo>
                  <a:pt x="57797" y="62203"/>
                  <a:pt x="58196" y="61854"/>
                  <a:pt x="58544" y="61556"/>
                </a:cubicBezTo>
                <a:cubicBezTo>
                  <a:pt x="58793" y="61332"/>
                  <a:pt x="58992" y="61108"/>
                  <a:pt x="59241" y="60884"/>
                </a:cubicBezTo>
                <a:cubicBezTo>
                  <a:pt x="59316" y="60834"/>
                  <a:pt x="59415" y="60759"/>
                  <a:pt x="59465" y="60709"/>
                </a:cubicBezTo>
                <a:cubicBezTo>
                  <a:pt x="59490" y="60684"/>
                  <a:pt x="59565" y="60635"/>
                  <a:pt x="59589" y="60585"/>
                </a:cubicBezTo>
                <a:cubicBezTo>
                  <a:pt x="60311" y="59888"/>
                  <a:pt x="60809" y="59390"/>
                  <a:pt x="61207" y="59017"/>
                </a:cubicBezTo>
                <a:cubicBezTo>
                  <a:pt x="61257" y="58967"/>
                  <a:pt x="61357" y="58892"/>
                  <a:pt x="61431" y="58843"/>
                </a:cubicBezTo>
                <a:lnTo>
                  <a:pt x="61456" y="58818"/>
                </a:lnTo>
                <a:lnTo>
                  <a:pt x="61830" y="58444"/>
                </a:lnTo>
                <a:lnTo>
                  <a:pt x="61879" y="58370"/>
                </a:lnTo>
                <a:cubicBezTo>
                  <a:pt x="61979" y="58270"/>
                  <a:pt x="62079" y="58195"/>
                  <a:pt x="62128" y="58096"/>
                </a:cubicBezTo>
                <a:lnTo>
                  <a:pt x="62253" y="57971"/>
                </a:lnTo>
                <a:cubicBezTo>
                  <a:pt x="62751" y="57449"/>
                  <a:pt x="63448" y="56727"/>
                  <a:pt x="64244" y="55781"/>
                </a:cubicBezTo>
                <a:cubicBezTo>
                  <a:pt x="64319" y="55731"/>
                  <a:pt x="64369" y="55632"/>
                  <a:pt x="64443" y="55582"/>
                </a:cubicBezTo>
                <a:cubicBezTo>
                  <a:pt x="64493" y="55482"/>
                  <a:pt x="64593" y="55408"/>
                  <a:pt x="64667" y="55333"/>
                </a:cubicBezTo>
                <a:cubicBezTo>
                  <a:pt x="64717" y="55258"/>
                  <a:pt x="64742" y="55208"/>
                  <a:pt x="64817" y="55134"/>
                </a:cubicBezTo>
                <a:cubicBezTo>
                  <a:pt x="65041" y="54860"/>
                  <a:pt x="65240" y="54611"/>
                  <a:pt x="65439" y="54387"/>
                </a:cubicBezTo>
                <a:cubicBezTo>
                  <a:pt x="65464" y="54337"/>
                  <a:pt x="65538" y="54288"/>
                  <a:pt x="65563" y="54238"/>
                </a:cubicBezTo>
                <a:cubicBezTo>
                  <a:pt x="65613" y="54163"/>
                  <a:pt x="65663" y="54113"/>
                  <a:pt x="65713" y="54039"/>
                </a:cubicBezTo>
                <a:close/>
                <a:moveTo>
                  <a:pt x="29197" y="56254"/>
                </a:moveTo>
                <a:cubicBezTo>
                  <a:pt x="29222" y="56254"/>
                  <a:pt x="29222" y="56279"/>
                  <a:pt x="29247" y="56279"/>
                </a:cubicBezTo>
                <a:cubicBezTo>
                  <a:pt x="26907" y="59465"/>
                  <a:pt x="24767" y="62701"/>
                  <a:pt x="22900" y="65912"/>
                </a:cubicBezTo>
                <a:lnTo>
                  <a:pt x="22850" y="65912"/>
                </a:lnTo>
                <a:cubicBezTo>
                  <a:pt x="24717" y="62701"/>
                  <a:pt x="26858" y="59465"/>
                  <a:pt x="29197" y="56254"/>
                </a:cubicBezTo>
                <a:close/>
                <a:moveTo>
                  <a:pt x="53367" y="65737"/>
                </a:moveTo>
                <a:cubicBezTo>
                  <a:pt x="53342" y="65787"/>
                  <a:pt x="53267" y="65812"/>
                  <a:pt x="53242" y="65837"/>
                </a:cubicBezTo>
                <a:cubicBezTo>
                  <a:pt x="53217" y="65862"/>
                  <a:pt x="53192" y="65862"/>
                  <a:pt x="53143" y="65912"/>
                </a:cubicBezTo>
                <a:cubicBezTo>
                  <a:pt x="53118" y="65936"/>
                  <a:pt x="53043" y="65961"/>
                  <a:pt x="53018" y="65986"/>
                </a:cubicBezTo>
                <a:lnTo>
                  <a:pt x="52993" y="65961"/>
                </a:lnTo>
                <a:cubicBezTo>
                  <a:pt x="52993" y="65961"/>
                  <a:pt x="52993" y="65936"/>
                  <a:pt x="53018" y="65936"/>
                </a:cubicBezTo>
                <a:cubicBezTo>
                  <a:pt x="53043" y="65936"/>
                  <a:pt x="53043" y="65912"/>
                  <a:pt x="53093" y="65912"/>
                </a:cubicBezTo>
                <a:lnTo>
                  <a:pt x="53118" y="65862"/>
                </a:lnTo>
                <a:cubicBezTo>
                  <a:pt x="53143" y="65837"/>
                  <a:pt x="53168" y="65837"/>
                  <a:pt x="53217" y="65812"/>
                </a:cubicBezTo>
                <a:cubicBezTo>
                  <a:pt x="53242" y="65812"/>
                  <a:pt x="53317" y="65787"/>
                  <a:pt x="53367" y="65737"/>
                </a:cubicBezTo>
                <a:close/>
                <a:moveTo>
                  <a:pt x="52869" y="66086"/>
                </a:moveTo>
                <a:lnTo>
                  <a:pt x="52869" y="66086"/>
                </a:lnTo>
                <a:cubicBezTo>
                  <a:pt x="52849" y="66106"/>
                  <a:pt x="52828" y="66126"/>
                  <a:pt x="52795" y="66133"/>
                </a:cubicBezTo>
                <a:lnTo>
                  <a:pt x="52795" y="66133"/>
                </a:lnTo>
                <a:cubicBezTo>
                  <a:pt x="52814" y="66121"/>
                  <a:pt x="52841" y="66100"/>
                  <a:pt x="52869" y="66086"/>
                </a:cubicBezTo>
                <a:close/>
                <a:moveTo>
                  <a:pt x="21730" y="54337"/>
                </a:moveTo>
                <a:cubicBezTo>
                  <a:pt x="24194" y="54661"/>
                  <a:pt x="26634" y="55283"/>
                  <a:pt x="29048" y="56204"/>
                </a:cubicBezTo>
                <a:cubicBezTo>
                  <a:pt x="26683" y="59440"/>
                  <a:pt x="24518" y="62701"/>
                  <a:pt x="22626" y="65936"/>
                </a:cubicBezTo>
                <a:cubicBezTo>
                  <a:pt x="22452" y="65961"/>
                  <a:pt x="22253" y="65961"/>
                  <a:pt x="22079" y="65986"/>
                </a:cubicBezTo>
                <a:cubicBezTo>
                  <a:pt x="21655" y="66036"/>
                  <a:pt x="21257" y="66086"/>
                  <a:pt x="20884" y="66111"/>
                </a:cubicBezTo>
                <a:cubicBezTo>
                  <a:pt x="20759" y="66161"/>
                  <a:pt x="20635" y="66185"/>
                  <a:pt x="20486" y="66185"/>
                </a:cubicBezTo>
                <a:cubicBezTo>
                  <a:pt x="19664" y="62825"/>
                  <a:pt x="20137" y="58718"/>
                  <a:pt x="21730" y="54337"/>
                </a:cubicBezTo>
                <a:close/>
                <a:moveTo>
                  <a:pt x="22776" y="66111"/>
                </a:moveTo>
                <a:cubicBezTo>
                  <a:pt x="22776" y="66161"/>
                  <a:pt x="22751" y="66161"/>
                  <a:pt x="22751" y="66185"/>
                </a:cubicBezTo>
                <a:lnTo>
                  <a:pt x="22701" y="66185"/>
                </a:lnTo>
                <a:cubicBezTo>
                  <a:pt x="22701" y="66161"/>
                  <a:pt x="22726" y="66161"/>
                  <a:pt x="22726" y="66111"/>
                </a:cubicBezTo>
                <a:close/>
                <a:moveTo>
                  <a:pt x="21531" y="54288"/>
                </a:moveTo>
                <a:cubicBezTo>
                  <a:pt x="19988" y="58693"/>
                  <a:pt x="19490" y="62825"/>
                  <a:pt x="20311" y="66235"/>
                </a:cubicBezTo>
                <a:lnTo>
                  <a:pt x="20262" y="66235"/>
                </a:lnTo>
                <a:cubicBezTo>
                  <a:pt x="19415" y="62825"/>
                  <a:pt x="19888" y="58693"/>
                  <a:pt x="21481" y="54288"/>
                </a:cubicBezTo>
                <a:close/>
                <a:moveTo>
                  <a:pt x="65663" y="54462"/>
                </a:moveTo>
                <a:cubicBezTo>
                  <a:pt x="65688" y="55084"/>
                  <a:pt x="65962" y="55856"/>
                  <a:pt x="66484" y="56777"/>
                </a:cubicBezTo>
                <a:cubicBezTo>
                  <a:pt x="63721" y="60236"/>
                  <a:pt x="60311" y="63522"/>
                  <a:pt x="56478" y="66285"/>
                </a:cubicBezTo>
                <a:cubicBezTo>
                  <a:pt x="55557" y="65787"/>
                  <a:pt x="54736" y="65488"/>
                  <a:pt x="54089" y="65464"/>
                </a:cubicBezTo>
                <a:cubicBezTo>
                  <a:pt x="54263" y="65314"/>
                  <a:pt x="54462" y="65190"/>
                  <a:pt x="54686" y="65040"/>
                </a:cubicBezTo>
                <a:cubicBezTo>
                  <a:pt x="54935" y="64841"/>
                  <a:pt x="55184" y="64667"/>
                  <a:pt x="55383" y="64468"/>
                </a:cubicBezTo>
                <a:lnTo>
                  <a:pt x="55458" y="64418"/>
                </a:lnTo>
                <a:cubicBezTo>
                  <a:pt x="55706" y="64219"/>
                  <a:pt x="55955" y="64045"/>
                  <a:pt x="56204" y="63821"/>
                </a:cubicBezTo>
                <a:cubicBezTo>
                  <a:pt x="56603" y="63497"/>
                  <a:pt x="57001" y="63174"/>
                  <a:pt x="57374" y="62850"/>
                </a:cubicBezTo>
                <a:cubicBezTo>
                  <a:pt x="58196" y="62178"/>
                  <a:pt x="58967" y="61481"/>
                  <a:pt x="59589" y="60884"/>
                </a:cubicBezTo>
                <a:cubicBezTo>
                  <a:pt x="59664" y="60859"/>
                  <a:pt x="59689" y="60784"/>
                  <a:pt x="59714" y="60759"/>
                </a:cubicBezTo>
                <a:cubicBezTo>
                  <a:pt x="60361" y="60137"/>
                  <a:pt x="60859" y="59664"/>
                  <a:pt x="61232" y="59291"/>
                </a:cubicBezTo>
                <a:lnTo>
                  <a:pt x="61506" y="59017"/>
                </a:lnTo>
                <a:lnTo>
                  <a:pt x="61556" y="58992"/>
                </a:lnTo>
                <a:lnTo>
                  <a:pt x="61929" y="58619"/>
                </a:lnTo>
                <a:lnTo>
                  <a:pt x="62128" y="58395"/>
                </a:lnTo>
                <a:cubicBezTo>
                  <a:pt x="62178" y="58370"/>
                  <a:pt x="62178" y="58345"/>
                  <a:pt x="62203" y="58345"/>
                </a:cubicBezTo>
                <a:lnTo>
                  <a:pt x="62477" y="58071"/>
                </a:lnTo>
                <a:cubicBezTo>
                  <a:pt x="62950" y="57573"/>
                  <a:pt x="63597" y="56876"/>
                  <a:pt x="64344" y="56030"/>
                </a:cubicBezTo>
                <a:cubicBezTo>
                  <a:pt x="64493" y="55856"/>
                  <a:pt x="64692" y="55657"/>
                  <a:pt x="64842" y="55457"/>
                </a:cubicBezTo>
                <a:cubicBezTo>
                  <a:pt x="64891" y="55408"/>
                  <a:pt x="64916" y="55358"/>
                  <a:pt x="64941" y="55333"/>
                </a:cubicBezTo>
                <a:cubicBezTo>
                  <a:pt x="65190" y="55009"/>
                  <a:pt x="65439" y="54736"/>
                  <a:pt x="65663" y="54462"/>
                </a:cubicBezTo>
                <a:close/>
                <a:moveTo>
                  <a:pt x="53840" y="65613"/>
                </a:moveTo>
                <a:cubicBezTo>
                  <a:pt x="54462" y="65613"/>
                  <a:pt x="55308" y="65862"/>
                  <a:pt x="56304" y="66409"/>
                </a:cubicBezTo>
                <a:cubicBezTo>
                  <a:pt x="56254" y="66409"/>
                  <a:pt x="56254" y="66434"/>
                  <a:pt x="56229" y="66434"/>
                </a:cubicBezTo>
                <a:cubicBezTo>
                  <a:pt x="56179" y="66409"/>
                  <a:pt x="56130" y="66409"/>
                  <a:pt x="56105" y="66360"/>
                </a:cubicBezTo>
                <a:cubicBezTo>
                  <a:pt x="55955" y="66285"/>
                  <a:pt x="55756" y="66210"/>
                  <a:pt x="55607" y="66111"/>
                </a:cubicBezTo>
                <a:cubicBezTo>
                  <a:pt x="55582" y="66111"/>
                  <a:pt x="55557" y="66086"/>
                  <a:pt x="55557" y="66086"/>
                </a:cubicBezTo>
                <a:cubicBezTo>
                  <a:pt x="55358" y="65986"/>
                  <a:pt x="55184" y="65936"/>
                  <a:pt x="54985" y="65862"/>
                </a:cubicBezTo>
                <a:cubicBezTo>
                  <a:pt x="54960" y="65862"/>
                  <a:pt x="54935" y="65837"/>
                  <a:pt x="54885" y="65837"/>
                </a:cubicBezTo>
                <a:cubicBezTo>
                  <a:pt x="54711" y="65787"/>
                  <a:pt x="54561" y="65737"/>
                  <a:pt x="54387" y="65712"/>
                </a:cubicBezTo>
                <a:cubicBezTo>
                  <a:pt x="54238" y="65688"/>
                  <a:pt x="54113" y="65688"/>
                  <a:pt x="53989" y="65688"/>
                </a:cubicBezTo>
                <a:lnTo>
                  <a:pt x="53740" y="65688"/>
                </a:lnTo>
                <a:cubicBezTo>
                  <a:pt x="53740" y="65688"/>
                  <a:pt x="53765" y="65688"/>
                  <a:pt x="53765" y="65663"/>
                </a:cubicBezTo>
                <a:cubicBezTo>
                  <a:pt x="53815" y="65613"/>
                  <a:pt x="53815" y="65613"/>
                  <a:pt x="53840" y="65613"/>
                </a:cubicBezTo>
                <a:close/>
                <a:moveTo>
                  <a:pt x="66584" y="56976"/>
                </a:moveTo>
                <a:cubicBezTo>
                  <a:pt x="66584" y="57001"/>
                  <a:pt x="66634" y="57001"/>
                  <a:pt x="66634" y="57026"/>
                </a:cubicBezTo>
                <a:cubicBezTo>
                  <a:pt x="63846" y="60460"/>
                  <a:pt x="60486" y="63696"/>
                  <a:pt x="56727" y="66434"/>
                </a:cubicBezTo>
                <a:cubicBezTo>
                  <a:pt x="56702" y="66434"/>
                  <a:pt x="56702" y="66409"/>
                  <a:pt x="56677" y="66409"/>
                </a:cubicBezTo>
                <a:cubicBezTo>
                  <a:pt x="60436" y="63671"/>
                  <a:pt x="63821" y="60386"/>
                  <a:pt x="66584" y="56976"/>
                </a:cubicBezTo>
                <a:close/>
                <a:moveTo>
                  <a:pt x="22502" y="66161"/>
                </a:moveTo>
                <a:cubicBezTo>
                  <a:pt x="22502" y="66185"/>
                  <a:pt x="22477" y="66210"/>
                  <a:pt x="22477" y="66210"/>
                </a:cubicBezTo>
                <a:cubicBezTo>
                  <a:pt x="21954" y="66285"/>
                  <a:pt x="21407" y="66310"/>
                  <a:pt x="20884" y="66409"/>
                </a:cubicBezTo>
                <a:cubicBezTo>
                  <a:pt x="20759" y="66434"/>
                  <a:pt x="20660" y="66434"/>
                  <a:pt x="20535" y="66459"/>
                </a:cubicBezTo>
                <a:cubicBezTo>
                  <a:pt x="20535" y="66434"/>
                  <a:pt x="20535" y="66434"/>
                  <a:pt x="20510" y="66409"/>
                </a:cubicBezTo>
                <a:cubicBezTo>
                  <a:pt x="20635" y="66360"/>
                  <a:pt x="20759" y="66335"/>
                  <a:pt x="20884" y="66335"/>
                </a:cubicBezTo>
                <a:cubicBezTo>
                  <a:pt x="21232" y="66285"/>
                  <a:pt x="21606" y="66235"/>
                  <a:pt x="21954" y="66210"/>
                </a:cubicBezTo>
                <a:cubicBezTo>
                  <a:pt x="22128" y="66185"/>
                  <a:pt x="22327" y="66161"/>
                  <a:pt x="22502" y="66161"/>
                </a:cubicBezTo>
                <a:close/>
                <a:moveTo>
                  <a:pt x="3286" y="64717"/>
                </a:moveTo>
                <a:cubicBezTo>
                  <a:pt x="3311" y="64866"/>
                  <a:pt x="3336" y="65040"/>
                  <a:pt x="3360" y="65215"/>
                </a:cubicBezTo>
                <a:lnTo>
                  <a:pt x="2912" y="66534"/>
                </a:lnTo>
                <a:cubicBezTo>
                  <a:pt x="3037" y="65936"/>
                  <a:pt x="3161" y="65314"/>
                  <a:pt x="3286" y="64717"/>
                </a:cubicBezTo>
                <a:close/>
                <a:moveTo>
                  <a:pt x="29446" y="56353"/>
                </a:moveTo>
                <a:cubicBezTo>
                  <a:pt x="30293" y="56652"/>
                  <a:pt x="31114" y="57026"/>
                  <a:pt x="31935" y="57399"/>
                </a:cubicBezTo>
                <a:cubicBezTo>
                  <a:pt x="30741" y="60759"/>
                  <a:pt x="30342" y="63920"/>
                  <a:pt x="30940" y="66584"/>
                </a:cubicBezTo>
                <a:cubicBezTo>
                  <a:pt x="30691" y="66534"/>
                  <a:pt x="30467" y="66459"/>
                  <a:pt x="30218" y="66409"/>
                </a:cubicBezTo>
                <a:cubicBezTo>
                  <a:pt x="30168" y="66409"/>
                  <a:pt x="30094" y="66360"/>
                  <a:pt x="30044" y="66360"/>
                </a:cubicBezTo>
                <a:cubicBezTo>
                  <a:pt x="29745" y="66310"/>
                  <a:pt x="29471" y="66235"/>
                  <a:pt x="29197" y="66210"/>
                </a:cubicBezTo>
                <a:cubicBezTo>
                  <a:pt x="29098" y="66210"/>
                  <a:pt x="29048" y="66185"/>
                  <a:pt x="28949" y="66185"/>
                </a:cubicBezTo>
                <a:cubicBezTo>
                  <a:pt x="28700" y="66161"/>
                  <a:pt x="28426" y="66086"/>
                  <a:pt x="28177" y="66061"/>
                </a:cubicBezTo>
                <a:cubicBezTo>
                  <a:pt x="28052" y="66036"/>
                  <a:pt x="27928" y="66036"/>
                  <a:pt x="27828" y="66036"/>
                </a:cubicBezTo>
                <a:cubicBezTo>
                  <a:pt x="27580" y="65986"/>
                  <a:pt x="27355" y="65961"/>
                  <a:pt x="27107" y="65961"/>
                </a:cubicBezTo>
                <a:cubicBezTo>
                  <a:pt x="26932" y="65936"/>
                  <a:pt x="26733" y="65936"/>
                  <a:pt x="26584" y="65936"/>
                </a:cubicBezTo>
                <a:cubicBezTo>
                  <a:pt x="26385" y="65936"/>
                  <a:pt x="26211" y="65912"/>
                  <a:pt x="26011" y="65912"/>
                </a:cubicBezTo>
                <a:cubicBezTo>
                  <a:pt x="25638" y="65862"/>
                  <a:pt x="25314" y="65862"/>
                  <a:pt x="24941" y="65862"/>
                </a:cubicBezTo>
                <a:cubicBezTo>
                  <a:pt x="24369" y="65862"/>
                  <a:pt x="23821" y="65912"/>
                  <a:pt x="23224" y="65936"/>
                </a:cubicBezTo>
                <a:lnTo>
                  <a:pt x="23149" y="65936"/>
                </a:lnTo>
                <a:cubicBezTo>
                  <a:pt x="24991" y="62726"/>
                  <a:pt x="27107" y="59515"/>
                  <a:pt x="29446" y="56353"/>
                </a:cubicBezTo>
                <a:close/>
                <a:moveTo>
                  <a:pt x="66708" y="57200"/>
                </a:moveTo>
                <a:cubicBezTo>
                  <a:pt x="66758" y="57250"/>
                  <a:pt x="66783" y="57324"/>
                  <a:pt x="66808" y="57349"/>
                </a:cubicBezTo>
                <a:cubicBezTo>
                  <a:pt x="64642" y="59764"/>
                  <a:pt x="62278" y="62128"/>
                  <a:pt x="59739" y="64368"/>
                </a:cubicBezTo>
                <a:lnTo>
                  <a:pt x="59664" y="64468"/>
                </a:lnTo>
                <a:lnTo>
                  <a:pt x="59614" y="64493"/>
                </a:lnTo>
                <a:cubicBezTo>
                  <a:pt x="59589" y="64543"/>
                  <a:pt x="59565" y="64567"/>
                  <a:pt x="59540" y="64567"/>
                </a:cubicBezTo>
                <a:cubicBezTo>
                  <a:pt x="59067" y="64966"/>
                  <a:pt x="58619" y="65364"/>
                  <a:pt x="58171" y="65737"/>
                </a:cubicBezTo>
                <a:cubicBezTo>
                  <a:pt x="57996" y="65862"/>
                  <a:pt x="57872" y="65986"/>
                  <a:pt x="57723" y="66086"/>
                </a:cubicBezTo>
                <a:cubicBezTo>
                  <a:pt x="57548" y="66310"/>
                  <a:pt x="57324" y="66484"/>
                  <a:pt x="57100" y="66658"/>
                </a:cubicBezTo>
                <a:cubicBezTo>
                  <a:pt x="57051" y="66584"/>
                  <a:pt x="56951" y="66559"/>
                  <a:pt x="56876" y="66534"/>
                </a:cubicBezTo>
                <a:cubicBezTo>
                  <a:pt x="60610" y="63821"/>
                  <a:pt x="63970" y="60585"/>
                  <a:pt x="66708" y="57200"/>
                </a:cubicBezTo>
                <a:close/>
                <a:moveTo>
                  <a:pt x="32085" y="57498"/>
                </a:moveTo>
                <a:cubicBezTo>
                  <a:pt x="32110" y="57498"/>
                  <a:pt x="32110" y="57523"/>
                  <a:pt x="32159" y="57523"/>
                </a:cubicBezTo>
                <a:cubicBezTo>
                  <a:pt x="30965" y="60884"/>
                  <a:pt x="30591" y="64045"/>
                  <a:pt x="31214" y="66683"/>
                </a:cubicBezTo>
                <a:cubicBezTo>
                  <a:pt x="31189" y="66683"/>
                  <a:pt x="31189" y="66683"/>
                  <a:pt x="31164" y="66658"/>
                </a:cubicBezTo>
                <a:cubicBezTo>
                  <a:pt x="30542" y="63995"/>
                  <a:pt x="30915" y="60859"/>
                  <a:pt x="32085" y="57498"/>
                </a:cubicBezTo>
                <a:close/>
                <a:moveTo>
                  <a:pt x="56702" y="66683"/>
                </a:moveTo>
                <a:cubicBezTo>
                  <a:pt x="56802" y="66708"/>
                  <a:pt x="56876" y="66733"/>
                  <a:pt x="56951" y="66808"/>
                </a:cubicBezTo>
                <a:cubicBezTo>
                  <a:pt x="56926" y="66808"/>
                  <a:pt x="56926" y="66833"/>
                  <a:pt x="56876" y="66833"/>
                </a:cubicBezTo>
                <a:cubicBezTo>
                  <a:pt x="56827" y="66808"/>
                  <a:pt x="56752" y="66783"/>
                  <a:pt x="56702" y="66708"/>
                </a:cubicBezTo>
                <a:cubicBezTo>
                  <a:pt x="56677" y="66708"/>
                  <a:pt x="56677" y="66708"/>
                  <a:pt x="56702" y="66683"/>
                </a:cubicBezTo>
                <a:close/>
                <a:moveTo>
                  <a:pt x="66932" y="57523"/>
                </a:moveTo>
                <a:cubicBezTo>
                  <a:pt x="66932" y="57523"/>
                  <a:pt x="66932" y="57573"/>
                  <a:pt x="66957" y="57573"/>
                </a:cubicBezTo>
                <a:lnTo>
                  <a:pt x="66957" y="57598"/>
                </a:lnTo>
                <a:cubicBezTo>
                  <a:pt x="64817" y="59988"/>
                  <a:pt x="62477" y="62327"/>
                  <a:pt x="60038" y="64543"/>
                </a:cubicBezTo>
                <a:cubicBezTo>
                  <a:pt x="59963" y="64592"/>
                  <a:pt x="59913" y="64617"/>
                  <a:pt x="59838" y="64692"/>
                </a:cubicBezTo>
                <a:cubicBezTo>
                  <a:pt x="59365" y="65090"/>
                  <a:pt x="58917" y="65513"/>
                  <a:pt x="58395" y="65936"/>
                </a:cubicBezTo>
                <a:cubicBezTo>
                  <a:pt x="58245" y="66061"/>
                  <a:pt x="58096" y="66185"/>
                  <a:pt x="57972" y="66310"/>
                </a:cubicBezTo>
                <a:cubicBezTo>
                  <a:pt x="57748" y="66484"/>
                  <a:pt x="57524" y="66633"/>
                  <a:pt x="57324" y="66833"/>
                </a:cubicBezTo>
                <a:cubicBezTo>
                  <a:pt x="57324" y="66833"/>
                  <a:pt x="57300" y="66833"/>
                  <a:pt x="57300" y="66808"/>
                </a:cubicBezTo>
                <a:lnTo>
                  <a:pt x="57250" y="66808"/>
                </a:lnTo>
                <a:cubicBezTo>
                  <a:pt x="57449" y="66609"/>
                  <a:pt x="57623" y="66459"/>
                  <a:pt x="57822" y="66310"/>
                </a:cubicBezTo>
                <a:cubicBezTo>
                  <a:pt x="57996" y="66161"/>
                  <a:pt x="58171" y="66036"/>
                  <a:pt x="58345" y="65862"/>
                </a:cubicBezTo>
                <a:cubicBezTo>
                  <a:pt x="58743" y="65538"/>
                  <a:pt x="59191" y="65165"/>
                  <a:pt x="59589" y="64816"/>
                </a:cubicBezTo>
                <a:lnTo>
                  <a:pt x="59689" y="64717"/>
                </a:lnTo>
                <a:lnTo>
                  <a:pt x="59714" y="64692"/>
                </a:lnTo>
                <a:cubicBezTo>
                  <a:pt x="59814" y="64617"/>
                  <a:pt x="59913" y="64543"/>
                  <a:pt x="59963" y="64468"/>
                </a:cubicBezTo>
                <a:cubicBezTo>
                  <a:pt x="61058" y="63497"/>
                  <a:pt x="62079" y="62551"/>
                  <a:pt x="63099" y="61506"/>
                </a:cubicBezTo>
                <a:lnTo>
                  <a:pt x="63572" y="61058"/>
                </a:lnTo>
                <a:lnTo>
                  <a:pt x="64642" y="59988"/>
                </a:lnTo>
                <a:cubicBezTo>
                  <a:pt x="64817" y="59813"/>
                  <a:pt x="65016" y="59614"/>
                  <a:pt x="65165" y="59440"/>
                </a:cubicBezTo>
                <a:cubicBezTo>
                  <a:pt x="65464" y="59091"/>
                  <a:pt x="65787" y="58768"/>
                  <a:pt x="66086" y="58444"/>
                </a:cubicBezTo>
                <a:cubicBezTo>
                  <a:pt x="66285" y="58245"/>
                  <a:pt x="66435" y="58071"/>
                  <a:pt x="66634" y="57872"/>
                </a:cubicBezTo>
                <a:cubicBezTo>
                  <a:pt x="66708" y="57747"/>
                  <a:pt x="66833" y="57648"/>
                  <a:pt x="66932" y="57523"/>
                </a:cubicBezTo>
                <a:close/>
                <a:moveTo>
                  <a:pt x="24941" y="66036"/>
                </a:moveTo>
                <a:cubicBezTo>
                  <a:pt x="25314" y="66036"/>
                  <a:pt x="25638" y="66036"/>
                  <a:pt x="26011" y="66061"/>
                </a:cubicBezTo>
                <a:cubicBezTo>
                  <a:pt x="26235" y="66061"/>
                  <a:pt x="26459" y="66086"/>
                  <a:pt x="26708" y="66086"/>
                </a:cubicBezTo>
                <a:cubicBezTo>
                  <a:pt x="26833" y="66086"/>
                  <a:pt x="26982" y="66111"/>
                  <a:pt x="27107" y="66111"/>
                </a:cubicBezTo>
                <a:cubicBezTo>
                  <a:pt x="27430" y="66136"/>
                  <a:pt x="27704" y="66185"/>
                  <a:pt x="28003" y="66210"/>
                </a:cubicBezTo>
                <a:cubicBezTo>
                  <a:pt x="28077" y="66210"/>
                  <a:pt x="28127" y="66210"/>
                  <a:pt x="28202" y="66235"/>
                </a:cubicBezTo>
                <a:cubicBezTo>
                  <a:pt x="28550" y="66285"/>
                  <a:pt x="28874" y="66335"/>
                  <a:pt x="29197" y="66409"/>
                </a:cubicBezTo>
                <a:lnTo>
                  <a:pt x="29222" y="66409"/>
                </a:lnTo>
                <a:cubicBezTo>
                  <a:pt x="29820" y="66484"/>
                  <a:pt x="30417" y="66658"/>
                  <a:pt x="30990" y="66808"/>
                </a:cubicBezTo>
                <a:lnTo>
                  <a:pt x="30990" y="66857"/>
                </a:lnTo>
                <a:cubicBezTo>
                  <a:pt x="29073" y="66360"/>
                  <a:pt x="27007" y="66086"/>
                  <a:pt x="24891" y="66086"/>
                </a:cubicBezTo>
                <a:cubicBezTo>
                  <a:pt x="24244" y="66086"/>
                  <a:pt x="23622" y="66111"/>
                  <a:pt x="23000" y="66136"/>
                </a:cubicBezTo>
                <a:cubicBezTo>
                  <a:pt x="23000" y="66111"/>
                  <a:pt x="23024" y="66111"/>
                  <a:pt x="23024" y="66086"/>
                </a:cubicBezTo>
                <a:cubicBezTo>
                  <a:pt x="23647" y="66061"/>
                  <a:pt x="24269" y="66036"/>
                  <a:pt x="24891" y="66036"/>
                </a:cubicBezTo>
                <a:close/>
                <a:moveTo>
                  <a:pt x="57150" y="66907"/>
                </a:moveTo>
                <a:cubicBezTo>
                  <a:pt x="57150" y="66907"/>
                  <a:pt x="57200" y="66907"/>
                  <a:pt x="57200" y="66932"/>
                </a:cubicBezTo>
                <a:lnTo>
                  <a:pt x="57125" y="66982"/>
                </a:lnTo>
                <a:lnTo>
                  <a:pt x="57075" y="66932"/>
                </a:lnTo>
                <a:cubicBezTo>
                  <a:pt x="57100" y="66932"/>
                  <a:pt x="57100" y="66907"/>
                  <a:pt x="57125" y="66907"/>
                </a:cubicBezTo>
                <a:close/>
                <a:moveTo>
                  <a:pt x="40846" y="63696"/>
                </a:moveTo>
                <a:lnTo>
                  <a:pt x="40896" y="63721"/>
                </a:lnTo>
                <a:lnTo>
                  <a:pt x="40921" y="63746"/>
                </a:lnTo>
                <a:lnTo>
                  <a:pt x="40822" y="64045"/>
                </a:lnTo>
                <a:cubicBezTo>
                  <a:pt x="40797" y="64119"/>
                  <a:pt x="40772" y="64194"/>
                  <a:pt x="40772" y="64244"/>
                </a:cubicBezTo>
                <a:cubicBezTo>
                  <a:pt x="40697" y="64443"/>
                  <a:pt x="40647" y="64592"/>
                  <a:pt x="40598" y="64792"/>
                </a:cubicBezTo>
                <a:cubicBezTo>
                  <a:pt x="40573" y="64916"/>
                  <a:pt x="40523" y="65040"/>
                  <a:pt x="40473" y="65165"/>
                </a:cubicBezTo>
                <a:cubicBezTo>
                  <a:pt x="40448" y="65289"/>
                  <a:pt x="40423" y="65364"/>
                  <a:pt x="40398" y="65488"/>
                </a:cubicBezTo>
                <a:cubicBezTo>
                  <a:pt x="40324" y="65688"/>
                  <a:pt x="40299" y="65862"/>
                  <a:pt x="40274" y="66061"/>
                </a:cubicBezTo>
                <a:cubicBezTo>
                  <a:pt x="40224" y="66210"/>
                  <a:pt x="40174" y="66360"/>
                  <a:pt x="40150" y="66534"/>
                </a:cubicBezTo>
                <a:cubicBezTo>
                  <a:pt x="40150" y="66559"/>
                  <a:pt x="40100" y="66584"/>
                  <a:pt x="40100" y="66609"/>
                </a:cubicBezTo>
                <a:cubicBezTo>
                  <a:pt x="40082" y="66739"/>
                  <a:pt x="40062" y="66869"/>
                  <a:pt x="40042" y="66998"/>
                </a:cubicBezTo>
                <a:lnTo>
                  <a:pt x="40042" y="66998"/>
                </a:lnTo>
                <a:cubicBezTo>
                  <a:pt x="40047" y="66941"/>
                  <a:pt x="40050" y="66885"/>
                  <a:pt x="40050" y="66833"/>
                </a:cubicBezTo>
                <a:cubicBezTo>
                  <a:pt x="40075" y="66708"/>
                  <a:pt x="40075" y="66609"/>
                  <a:pt x="40100" y="66484"/>
                </a:cubicBezTo>
                <a:cubicBezTo>
                  <a:pt x="40150" y="66335"/>
                  <a:pt x="40174" y="66161"/>
                  <a:pt x="40199" y="65986"/>
                </a:cubicBezTo>
                <a:lnTo>
                  <a:pt x="40199" y="65961"/>
                </a:lnTo>
                <a:cubicBezTo>
                  <a:pt x="40224" y="65862"/>
                  <a:pt x="40224" y="65787"/>
                  <a:pt x="40274" y="65688"/>
                </a:cubicBezTo>
                <a:cubicBezTo>
                  <a:pt x="40299" y="65538"/>
                  <a:pt x="40349" y="65339"/>
                  <a:pt x="40398" y="65190"/>
                </a:cubicBezTo>
                <a:cubicBezTo>
                  <a:pt x="40423" y="65115"/>
                  <a:pt x="40423" y="65065"/>
                  <a:pt x="40448" y="64991"/>
                </a:cubicBezTo>
                <a:cubicBezTo>
                  <a:pt x="40448" y="64941"/>
                  <a:pt x="40473" y="64916"/>
                  <a:pt x="40473" y="64841"/>
                </a:cubicBezTo>
                <a:cubicBezTo>
                  <a:pt x="40548" y="64692"/>
                  <a:pt x="40573" y="64493"/>
                  <a:pt x="40647" y="64343"/>
                </a:cubicBezTo>
                <a:cubicBezTo>
                  <a:pt x="40672" y="64219"/>
                  <a:pt x="40697" y="64095"/>
                  <a:pt x="40772" y="63970"/>
                </a:cubicBezTo>
                <a:lnTo>
                  <a:pt x="40846" y="63696"/>
                </a:lnTo>
                <a:close/>
                <a:moveTo>
                  <a:pt x="48090" y="63348"/>
                </a:moveTo>
                <a:lnTo>
                  <a:pt x="47716" y="63821"/>
                </a:lnTo>
                <a:cubicBezTo>
                  <a:pt x="47468" y="64119"/>
                  <a:pt x="47219" y="64443"/>
                  <a:pt x="46995" y="64742"/>
                </a:cubicBezTo>
                <a:cubicBezTo>
                  <a:pt x="46920" y="64841"/>
                  <a:pt x="46845" y="64941"/>
                  <a:pt x="46771" y="65065"/>
                </a:cubicBezTo>
                <a:cubicBezTo>
                  <a:pt x="46646" y="65240"/>
                  <a:pt x="46497" y="65439"/>
                  <a:pt x="46372" y="65588"/>
                </a:cubicBezTo>
                <a:cubicBezTo>
                  <a:pt x="46273" y="65712"/>
                  <a:pt x="46173" y="65862"/>
                  <a:pt x="46049" y="65986"/>
                </a:cubicBezTo>
                <a:cubicBezTo>
                  <a:pt x="45999" y="66086"/>
                  <a:pt x="45899" y="66185"/>
                  <a:pt x="45850" y="66310"/>
                </a:cubicBezTo>
                <a:cubicBezTo>
                  <a:pt x="45800" y="66335"/>
                  <a:pt x="45775" y="66409"/>
                  <a:pt x="45750" y="66434"/>
                </a:cubicBezTo>
                <a:cubicBezTo>
                  <a:pt x="45650" y="66559"/>
                  <a:pt x="45601" y="66683"/>
                  <a:pt x="45501" y="66808"/>
                </a:cubicBezTo>
                <a:lnTo>
                  <a:pt x="44916" y="67608"/>
                </a:lnTo>
                <a:lnTo>
                  <a:pt x="44916" y="67608"/>
                </a:lnTo>
                <a:cubicBezTo>
                  <a:pt x="45876" y="66176"/>
                  <a:pt x="46918" y="64762"/>
                  <a:pt x="48040" y="63348"/>
                </a:cubicBezTo>
                <a:close/>
                <a:moveTo>
                  <a:pt x="32309" y="57598"/>
                </a:moveTo>
                <a:cubicBezTo>
                  <a:pt x="34574" y="58693"/>
                  <a:pt x="36690" y="60012"/>
                  <a:pt x="38557" y="61556"/>
                </a:cubicBezTo>
                <a:cubicBezTo>
                  <a:pt x="37038" y="63597"/>
                  <a:pt x="35594" y="65663"/>
                  <a:pt x="34300" y="67729"/>
                </a:cubicBezTo>
                <a:cubicBezTo>
                  <a:pt x="34225" y="67704"/>
                  <a:pt x="34201" y="67704"/>
                  <a:pt x="34151" y="67679"/>
                </a:cubicBezTo>
                <a:cubicBezTo>
                  <a:pt x="34076" y="67654"/>
                  <a:pt x="34051" y="67654"/>
                  <a:pt x="33977" y="67604"/>
                </a:cubicBezTo>
                <a:cubicBezTo>
                  <a:pt x="33703" y="67480"/>
                  <a:pt x="33454" y="67405"/>
                  <a:pt x="33180" y="67305"/>
                </a:cubicBezTo>
                <a:cubicBezTo>
                  <a:pt x="33155" y="67305"/>
                  <a:pt x="33080" y="67281"/>
                  <a:pt x="33056" y="67281"/>
                </a:cubicBezTo>
                <a:lnTo>
                  <a:pt x="32209" y="66982"/>
                </a:lnTo>
                <a:cubicBezTo>
                  <a:pt x="32184" y="66982"/>
                  <a:pt x="32110" y="66957"/>
                  <a:pt x="32085" y="66957"/>
                </a:cubicBezTo>
                <a:cubicBezTo>
                  <a:pt x="31861" y="66907"/>
                  <a:pt x="31612" y="66808"/>
                  <a:pt x="31413" y="66733"/>
                </a:cubicBezTo>
                <a:cubicBezTo>
                  <a:pt x="30741" y="64095"/>
                  <a:pt x="31114" y="60958"/>
                  <a:pt x="32309" y="57598"/>
                </a:cubicBezTo>
                <a:close/>
                <a:moveTo>
                  <a:pt x="38706" y="61680"/>
                </a:moveTo>
                <a:cubicBezTo>
                  <a:pt x="38756" y="61680"/>
                  <a:pt x="38756" y="61705"/>
                  <a:pt x="38781" y="61705"/>
                </a:cubicBezTo>
                <a:cubicBezTo>
                  <a:pt x="37237" y="63721"/>
                  <a:pt x="35843" y="65787"/>
                  <a:pt x="34549" y="67828"/>
                </a:cubicBezTo>
                <a:cubicBezTo>
                  <a:pt x="34524" y="67828"/>
                  <a:pt x="34524" y="67803"/>
                  <a:pt x="34474" y="67803"/>
                </a:cubicBezTo>
                <a:cubicBezTo>
                  <a:pt x="35794" y="65737"/>
                  <a:pt x="37187" y="63696"/>
                  <a:pt x="38706" y="61680"/>
                </a:cubicBezTo>
                <a:close/>
                <a:moveTo>
                  <a:pt x="42514" y="60635"/>
                </a:moveTo>
                <a:cubicBezTo>
                  <a:pt x="44481" y="61780"/>
                  <a:pt x="46298" y="62701"/>
                  <a:pt x="47866" y="63298"/>
                </a:cubicBezTo>
                <a:cubicBezTo>
                  <a:pt x="47368" y="63920"/>
                  <a:pt x="46895" y="64493"/>
                  <a:pt x="46472" y="65115"/>
                </a:cubicBezTo>
                <a:cubicBezTo>
                  <a:pt x="46472" y="65165"/>
                  <a:pt x="46422" y="65165"/>
                  <a:pt x="46422" y="65190"/>
                </a:cubicBezTo>
                <a:cubicBezTo>
                  <a:pt x="46024" y="65712"/>
                  <a:pt x="45650" y="66235"/>
                  <a:pt x="45277" y="66758"/>
                </a:cubicBezTo>
                <a:cubicBezTo>
                  <a:pt x="45227" y="66857"/>
                  <a:pt x="45128" y="66982"/>
                  <a:pt x="45053" y="67081"/>
                </a:cubicBezTo>
                <a:cubicBezTo>
                  <a:pt x="45028" y="67106"/>
                  <a:pt x="45003" y="67181"/>
                  <a:pt x="44978" y="67206"/>
                </a:cubicBezTo>
                <a:lnTo>
                  <a:pt x="44505" y="67853"/>
                </a:lnTo>
                <a:cubicBezTo>
                  <a:pt x="43759" y="66360"/>
                  <a:pt x="42688" y="64866"/>
                  <a:pt x="41319" y="63447"/>
                </a:cubicBezTo>
                <a:cubicBezTo>
                  <a:pt x="41494" y="62974"/>
                  <a:pt x="41668" y="62551"/>
                  <a:pt x="41892" y="62078"/>
                </a:cubicBezTo>
                <a:cubicBezTo>
                  <a:pt x="41892" y="62078"/>
                  <a:pt x="41892" y="62053"/>
                  <a:pt x="41917" y="62053"/>
                </a:cubicBezTo>
                <a:cubicBezTo>
                  <a:pt x="42066" y="61581"/>
                  <a:pt x="42290" y="61108"/>
                  <a:pt x="42514" y="60635"/>
                </a:cubicBezTo>
                <a:close/>
                <a:moveTo>
                  <a:pt x="31463" y="66957"/>
                </a:moveTo>
                <a:lnTo>
                  <a:pt x="31463" y="66957"/>
                </a:lnTo>
                <a:cubicBezTo>
                  <a:pt x="32060" y="67106"/>
                  <a:pt x="32657" y="67305"/>
                  <a:pt x="33205" y="67530"/>
                </a:cubicBezTo>
                <a:cubicBezTo>
                  <a:pt x="33504" y="67654"/>
                  <a:pt x="33802" y="67778"/>
                  <a:pt x="34101" y="67878"/>
                </a:cubicBezTo>
                <a:cubicBezTo>
                  <a:pt x="34126" y="67878"/>
                  <a:pt x="34126" y="67928"/>
                  <a:pt x="34176" y="67928"/>
                </a:cubicBezTo>
                <a:lnTo>
                  <a:pt x="34201" y="67928"/>
                </a:lnTo>
                <a:lnTo>
                  <a:pt x="34176" y="67953"/>
                </a:lnTo>
                <a:cubicBezTo>
                  <a:pt x="34051" y="67903"/>
                  <a:pt x="33927" y="67853"/>
                  <a:pt x="33802" y="67803"/>
                </a:cubicBezTo>
                <a:cubicBezTo>
                  <a:pt x="33678" y="67729"/>
                  <a:pt x="33553" y="67679"/>
                  <a:pt x="33404" y="67654"/>
                </a:cubicBezTo>
                <a:cubicBezTo>
                  <a:pt x="33155" y="67554"/>
                  <a:pt x="32931" y="67455"/>
                  <a:pt x="32682" y="67380"/>
                </a:cubicBezTo>
                <a:cubicBezTo>
                  <a:pt x="32583" y="67355"/>
                  <a:pt x="32483" y="67330"/>
                  <a:pt x="32433" y="67305"/>
                </a:cubicBezTo>
                <a:lnTo>
                  <a:pt x="31487" y="67007"/>
                </a:lnTo>
                <a:cubicBezTo>
                  <a:pt x="31487" y="66982"/>
                  <a:pt x="31487" y="66982"/>
                  <a:pt x="31463" y="66957"/>
                </a:cubicBezTo>
                <a:close/>
                <a:moveTo>
                  <a:pt x="17225" y="54014"/>
                </a:moveTo>
                <a:lnTo>
                  <a:pt x="17225" y="54014"/>
                </a:lnTo>
                <a:cubicBezTo>
                  <a:pt x="14163" y="58643"/>
                  <a:pt x="11550" y="63348"/>
                  <a:pt x="9509" y="68002"/>
                </a:cubicBezTo>
                <a:lnTo>
                  <a:pt x="9509" y="67878"/>
                </a:lnTo>
                <a:lnTo>
                  <a:pt x="9509" y="67729"/>
                </a:lnTo>
                <a:cubicBezTo>
                  <a:pt x="9509" y="67604"/>
                  <a:pt x="9509" y="67530"/>
                  <a:pt x="9459" y="67380"/>
                </a:cubicBezTo>
                <a:cubicBezTo>
                  <a:pt x="9434" y="67081"/>
                  <a:pt x="9434" y="66758"/>
                  <a:pt x="9409" y="66434"/>
                </a:cubicBezTo>
                <a:lnTo>
                  <a:pt x="9409" y="66310"/>
                </a:lnTo>
                <a:lnTo>
                  <a:pt x="9409" y="66111"/>
                </a:lnTo>
                <a:lnTo>
                  <a:pt x="9409" y="64991"/>
                </a:lnTo>
                <a:lnTo>
                  <a:pt x="9409" y="64742"/>
                </a:lnTo>
                <a:cubicBezTo>
                  <a:pt x="9434" y="64343"/>
                  <a:pt x="9459" y="63945"/>
                  <a:pt x="9509" y="63497"/>
                </a:cubicBezTo>
                <a:cubicBezTo>
                  <a:pt x="9509" y="63447"/>
                  <a:pt x="9509" y="63348"/>
                  <a:pt x="9533" y="63298"/>
                </a:cubicBezTo>
                <a:cubicBezTo>
                  <a:pt x="9558" y="62850"/>
                  <a:pt x="9633" y="62402"/>
                  <a:pt x="9683" y="61979"/>
                </a:cubicBezTo>
                <a:cubicBezTo>
                  <a:pt x="9683" y="61929"/>
                  <a:pt x="9708" y="61854"/>
                  <a:pt x="9708" y="61805"/>
                </a:cubicBezTo>
                <a:cubicBezTo>
                  <a:pt x="9782" y="61332"/>
                  <a:pt x="9882" y="60859"/>
                  <a:pt x="9957" y="60386"/>
                </a:cubicBezTo>
                <a:cubicBezTo>
                  <a:pt x="9957" y="60361"/>
                  <a:pt x="9957" y="60336"/>
                  <a:pt x="9982" y="60311"/>
                </a:cubicBezTo>
                <a:cubicBezTo>
                  <a:pt x="10081" y="59813"/>
                  <a:pt x="10206" y="59266"/>
                  <a:pt x="10330" y="58768"/>
                </a:cubicBezTo>
                <a:cubicBezTo>
                  <a:pt x="10703" y="57449"/>
                  <a:pt x="11151" y="56105"/>
                  <a:pt x="11624" y="54736"/>
                </a:cubicBezTo>
                <a:cubicBezTo>
                  <a:pt x="13367" y="54263"/>
                  <a:pt x="15258" y="54039"/>
                  <a:pt x="17225" y="54014"/>
                </a:cubicBezTo>
                <a:close/>
                <a:moveTo>
                  <a:pt x="34350" y="67953"/>
                </a:moveTo>
                <a:cubicBezTo>
                  <a:pt x="34400" y="67953"/>
                  <a:pt x="34400" y="67978"/>
                  <a:pt x="34425" y="67978"/>
                </a:cubicBezTo>
                <a:cubicBezTo>
                  <a:pt x="34425" y="68027"/>
                  <a:pt x="34400" y="68027"/>
                  <a:pt x="34400" y="68052"/>
                </a:cubicBezTo>
                <a:lnTo>
                  <a:pt x="34350" y="68052"/>
                </a:lnTo>
                <a:lnTo>
                  <a:pt x="34325" y="68027"/>
                </a:lnTo>
                <a:cubicBezTo>
                  <a:pt x="34325" y="67978"/>
                  <a:pt x="34350" y="67978"/>
                  <a:pt x="34350" y="67953"/>
                </a:cubicBezTo>
                <a:close/>
                <a:moveTo>
                  <a:pt x="41195" y="63622"/>
                </a:moveTo>
                <a:cubicBezTo>
                  <a:pt x="42539" y="65065"/>
                  <a:pt x="43609" y="66559"/>
                  <a:pt x="44356" y="68027"/>
                </a:cubicBezTo>
                <a:cubicBezTo>
                  <a:pt x="44356" y="68052"/>
                  <a:pt x="44306" y="68052"/>
                  <a:pt x="44306" y="68077"/>
                </a:cubicBezTo>
                <a:cubicBezTo>
                  <a:pt x="43609" y="66584"/>
                  <a:pt x="42539" y="65115"/>
                  <a:pt x="41195" y="63696"/>
                </a:cubicBezTo>
                <a:lnTo>
                  <a:pt x="41195" y="63622"/>
                </a:lnTo>
                <a:close/>
                <a:moveTo>
                  <a:pt x="3211" y="63995"/>
                </a:moveTo>
                <a:cubicBezTo>
                  <a:pt x="3211" y="64070"/>
                  <a:pt x="3211" y="64119"/>
                  <a:pt x="3236" y="64194"/>
                </a:cubicBezTo>
                <a:cubicBezTo>
                  <a:pt x="2937" y="65364"/>
                  <a:pt x="2713" y="66584"/>
                  <a:pt x="2539" y="67729"/>
                </a:cubicBezTo>
                <a:cubicBezTo>
                  <a:pt x="2489" y="67903"/>
                  <a:pt x="2439" y="68027"/>
                  <a:pt x="2390" y="68177"/>
                </a:cubicBezTo>
                <a:cubicBezTo>
                  <a:pt x="2589" y="66808"/>
                  <a:pt x="2863" y="65414"/>
                  <a:pt x="3211" y="63995"/>
                </a:cubicBezTo>
                <a:close/>
                <a:moveTo>
                  <a:pt x="3460" y="65563"/>
                </a:moveTo>
                <a:cubicBezTo>
                  <a:pt x="3460" y="65588"/>
                  <a:pt x="3485" y="65613"/>
                  <a:pt x="3485" y="65663"/>
                </a:cubicBezTo>
                <a:cubicBezTo>
                  <a:pt x="3186" y="66534"/>
                  <a:pt x="2912" y="67355"/>
                  <a:pt x="2664" y="68226"/>
                </a:cubicBezTo>
                <a:cubicBezTo>
                  <a:pt x="2664" y="68077"/>
                  <a:pt x="2688" y="67928"/>
                  <a:pt x="2713" y="67803"/>
                </a:cubicBezTo>
                <a:lnTo>
                  <a:pt x="3460" y="65563"/>
                </a:lnTo>
                <a:close/>
                <a:moveTo>
                  <a:pt x="69309" y="48584"/>
                </a:moveTo>
                <a:cubicBezTo>
                  <a:pt x="68913" y="49251"/>
                  <a:pt x="68419" y="49990"/>
                  <a:pt x="67828" y="50778"/>
                </a:cubicBezTo>
                <a:cubicBezTo>
                  <a:pt x="67654" y="51027"/>
                  <a:pt x="67405" y="51375"/>
                  <a:pt x="67107" y="51774"/>
                </a:cubicBezTo>
                <a:cubicBezTo>
                  <a:pt x="66833" y="52271"/>
                  <a:pt x="66484" y="52719"/>
                  <a:pt x="66186" y="53118"/>
                </a:cubicBezTo>
                <a:cubicBezTo>
                  <a:pt x="65688" y="53765"/>
                  <a:pt x="65190" y="54362"/>
                  <a:pt x="64717" y="54885"/>
                </a:cubicBezTo>
                <a:cubicBezTo>
                  <a:pt x="64617" y="55009"/>
                  <a:pt x="64543" y="55134"/>
                  <a:pt x="64418" y="55233"/>
                </a:cubicBezTo>
                <a:cubicBezTo>
                  <a:pt x="64294" y="55358"/>
                  <a:pt x="64194" y="55507"/>
                  <a:pt x="64070" y="55632"/>
                </a:cubicBezTo>
                <a:cubicBezTo>
                  <a:pt x="63746" y="56005"/>
                  <a:pt x="63448" y="56353"/>
                  <a:pt x="63099" y="56702"/>
                </a:cubicBezTo>
                <a:lnTo>
                  <a:pt x="63074" y="56727"/>
                </a:lnTo>
                <a:cubicBezTo>
                  <a:pt x="62452" y="57399"/>
                  <a:pt x="61755" y="58096"/>
                  <a:pt x="61108" y="58768"/>
                </a:cubicBezTo>
                <a:cubicBezTo>
                  <a:pt x="59963" y="59863"/>
                  <a:pt x="58469" y="61257"/>
                  <a:pt x="57275" y="62327"/>
                </a:cubicBezTo>
                <a:cubicBezTo>
                  <a:pt x="57150" y="62427"/>
                  <a:pt x="57075" y="62502"/>
                  <a:pt x="56951" y="62626"/>
                </a:cubicBezTo>
                <a:lnTo>
                  <a:pt x="56901" y="62676"/>
                </a:lnTo>
                <a:cubicBezTo>
                  <a:pt x="56627" y="62925"/>
                  <a:pt x="56329" y="63124"/>
                  <a:pt x="56030" y="63373"/>
                </a:cubicBezTo>
                <a:cubicBezTo>
                  <a:pt x="55159" y="64070"/>
                  <a:pt x="54337" y="64717"/>
                  <a:pt x="53641" y="65215"/>
                </a:cubicBezTo>
                <a:cubicBezTo>
                  <a:pt x="53491" y="65314"/>
                  <a:pt x="53367" y="65439"/>
                  <a:pt x="53217" y="65538"/>
                </a:cubicBezTo>
                <a:lnTo>
                  <a:pt x="52919" y="65712"/>
                </a:lnTo>
                <a:lnTo>
                  <a:pt x="52894" y="65712"/>
                </a:lnTo>
                <a:cubicBezTo>
                  <a:pt x="52122" y="66235"/>
                  <a:pt x="50803" y="67156"/>
                  <a:pt x="49608" y="67903"/>
                </a:cubicBezTo>
                <a:lnTo>
                  <a:pt x="49135" y="68177"/>
                </a:lnTo>
                <a:lnTo>
                  <a:pt x="49036" y="68226"/>
                </a:lnTo>
                <a:cubicBezTo>
                  <a:pt x="49011" y="68226"/>
                  <a:pt x="49011" y="68276"/>
                  <a:pt x="48986" y="68276"/>
                </a:cubicBezTo>
                <a:cubicBezTo>
                  <a:pt x="49384" y="67604"/>
                  <a:pt x="49882" y="66857"/>
                  <a:pt x="50479" y="66036"/>
                </a:cubicBezTo>
                <a:cubicBezTo>
                  <a:pt x="50654" y="65787"/>
                  <a:pt x="50902" y="65439"/>
                  <a:pt x="51226" y="65040"/>
                </a:cubicBezTo>
                <a:cubicBezTo>
                  <a:pt x="51500" y="64667"/>
                  <a:pt x="51799" y="64244"/>
                  <a:pt x="52097" y="63871"/>
                </a:cubicBezTo>
                <a:cubicBezTo>
                  <a:pt x="52620" y="63198"/>
                  <a:pt x="53143" y="62551"/>
                  <a:pt x="53641" y="61979"/>
                </a:cubicBezTo>
                <a:cubicBezTo>
                  <a:pt x="53715" y="61929"/>
                  <a:pt x="53765" y="61829"/>
                  <a:pt x="53840" y="61755"/>
                </a:cubicBezTo>
                <a:cubicBezTo>
                  <a:pt x="53865" y="61730"/>
                  <a:pt x="53865" y="61705"/>
                  <a:pt x="53889" y="61705"/>
                </a:cubicBezTo>
                <a:cubicBezTo>
                  <a:pt x="54014" y="61556"/>
                  <a:pt x="54138" y="61381"/>
                  <a:pt x="54263" y="61257"/>
                </a:cubicBezTo>
                <a:cubicBezTo>
                  <a:pt x="54537" y="60933"/>
                  <a:pt x="54860" y="60585"/>
                  <a:pt x="55159" y="60261"/>
                </a:cubicBezTo>
                <a:cubicBezTo>
                  <a:pt x="55209" y="60236"/>
                  <a:pt x="55234" y="60187"/>
                  <a:pt x="55283" y="60137"/>
                </a:cubicBezTo>
                <a:cubicBezTo>
                  <a:pt x="55906" y="59465"/>
                  <a:pt x="56578" y="58768"/>
                  <a:pt x="57250" y="58096"/>
                </a:cubicBezTo>
                <a:cubicBezTo>
                  <a:pt x="58370" y="57001"/>
                  <a:pt x="59863" y="55632"/>
                  <a:pt x="61058" y="54586"/>
                </a:cubicBezTo>
                <a:cubicBezTo>
                  <a:pt x="61183" y="54487"/>
                  <a:pt x="61257" y="54387"/>
                  <a:pt x="61382" y="54263"/>
                </a:cubicBezTo>
                <a:cubicBezTo>
                  <a:pt x="61456" y="54238"/>
                  <a:pt x="61481" y="54163"/>
                  <a:pt x="61556" y="54138"/>
                </a:cubicBezTo>
                <a:cubicBezTo>
                  <a:pt x="61830" y="53914"/>
                  <a:pt x="62103" y="53715"/>
                  <a:pt x="62352" y="53466"/>
                </a:cubicBezTo>
                <a:cubicBezTo>
                  <a:pt x="62427" y="53391"/>
                  <a:pt x="62477" y="53367"/>
                  <a:pt x="62552" y="53292"/>
                </a:cubicBezTo>
                <a:cubicBezTo>
                  <a:pt x="62651" y="53217"/>
                  <a:pt x="62751" y="53143"/>
                  <a:pt x="62850" y="53043"/>
                </a:cubicBezTo>
                <a:lnTo>
                  <a:pt x="63174" y="52794"/>
                </a:lnTo>
                <a:cubicBezTo>
                  <a:pt x="63224" y="52744"/>
                  <a:pt x="63323" y="52670"/>
                  <a:pt x="63373" y="52620"/>
                </a:cubicBezTo>
                <a:cubicBezTo>
                  <a:pt x="63547" y="52495"/>
                  <a:pt x="63721" y="52371"/>
                  <a:pt x="63896" y="52246"/>
                </a:cubicBezTo>
                <a:cubicBezTo>
                  <a:pt x="64095" y="52097"/>
                  <a:pt x="64319" y="51923"/>
                  <a:pt x="64518" y="51774"/>
                </a:cubicBezTo>
                <a:cubicBezTo>
                  <a:pt x="64568" y="51749"/>
                  <a:pt x="64617" y="51674"/>
                  <a:pt x="64692" y="51649"/>
                </a:cubicBezTo>
                <a:cubicBezTo>
                  <a:pt x="64817" y="51550"/>
                  <a:pt x="64941" y="51475"/>
                  <a:pt x="65066" y="51400"/>
                </a:cubicBezTo>
                <a:cubicBezTo>
                  <a:pt x="65215" y="51301"/>
                  <a:pt x="65339" y="51226"/>
                  <a:pt x="65514" y="51101"/>
                </a:cubicBezTo>
                <a:cubicBezTo>
                  <a:pt x="66285" y="50554"/>
                  <a:pt x="67555" y="49683"/>
                  <a:pt x="68725" y="48936"/>
                </a:cubicBezTo>
                <a:cubicBezTo>
                  <a:pt x="68824" y="48886"/>
                  <a:pt x="68899" y="48861"/>
                  <a:pt x="68973" y="48787"/>
                </a:cubicBezTo>
                <a:lnTo>
                  <a:pt x="69247" y="48637"/>
                </a:lnTo>
                <a:cubicBezTo>
                  <a:pt x="69268" y="48617"/>
                  <a:pt x="69288" y="48613"/>
                  <a:pt x="69309" y="48584"/>
                </a:cubicBezTo>
                <a:close/>
                <a:moveTo>
                  <a:pt x="44431" y="68276"/>
                </a:moveTo>
                <a:lnTo>
                  <a:pt x="44431" y="68301"/>
                </a:lnTo>
                <a:cubicBezTo>
                  <a:pt x="44431" y="68315"/>
                  <a:pt x="44423" y="68321"/>
                  <a:pt x="44416" y="68328"/>
                </a:cubicBezTo>
                <a:lnTo>
                  <a:pt x="44416" y="68328"/>
                </a:lnTo>
                <a:cubicBezTo>
                  <a:pt x="44414" y="68327"/>
                  <a:pt x="44410" y="68326"/>
                  <a:pt x="44406" y="68326"/>
                </a:cubicBezTo>
                <a:cubicBezTo>
                  <a:pt x="44406" y="68301"/>
                  <a:pt x="44431" y="68301"/>
                  <a:pt x="44431" y="68276"/>
                </a:cubicBezTo>
                <a:close/>
                <a:moveTo>
                  <a:pt x="22352" y="66434"/>
                </a:moveTo>
                <a:lnTo>
                  <a:pt x="22352" y="66434"/>
                </a:lnTo>
                <a:cubicBezTo>
                  <a:pt x="21979" y="67081"/>
                  <a:pt x="21606" y="67729"/>
                  <a:pt x="21257" y="68401"/>
                </a:cubicBezTo>
                <a:cubicBezTo>
                  <a:pt x="21008" y="67828"/>
                  <a:pt x="20784" y="67281"/>
                  <a:pt x="20610" y="66658"/>
                </a:cubicBezTo>
                <a:cubicBezTo>
                  <a:pt x="20734" y="66658"/>
                  <a:pt x="20834" y="66609"/>
                  <a:pt x="20909" y="66584"/>
                </a:cubicBezTo>
                <a:cubicBezTo>
                  <a:pt x="21382" y="66534"/>
                  <a:pt x="21879" y="66459"/>
                  <a:pt x="22352" y="66434"/>
                </a:cubicBezTo>
                <a:close/>
                <a:moveTo>
                  <a:pt x="11397" y="54771"/>
                </a:moveTo>
                <a:lnTo>
                  <a:pt x="11397" y="54771"/>
                </a:lnTo>
                <a:cubicBezTo>
                  <a:pt x="11174" y="55390"/>
                  <a:pt x="11001" y="56008"/>
                  <a:pt x="10803" y="56602"/>
                </a:cubicBezTo>
                <a:cubicBezTo>
                  <a:pt x="10778" y="56652"/>
                  <a:pt x="10778" y="56702"/>
                  <a:pt x="10728" y="56752"/>
                </a:cubicBezTo>
                <a:cubicBezTo>
                  <a:pt x="10728" y="56826"/>
                  <a:pt x="10703" y="56851"/>
                  <a:pt x="10703" y="56901"/>
                </a:cubicBezTo>
                <a:cubicBezTo>
                  <a:pt x="10629" y="57200"/>
                  <a:pt x="10554" y="57474"/>
                  <a:pt x="10454" y="57772"/>
                </a:cubicBezTo>
                <a:lnTo>
                  <a:pt x="10380" y="58146"/>
                </a:lnTo>
                <a:cubicBezTo>
                  <a:pt x="10330" y="58270"/>
                  <a:pt x="10305" y="58444"/>
                  <a:pt x="10280" y="58569"/>
                </a:cubicBezTo>
                <a:cubicBezTo>
                  <a:pt x="10206" y="58843"/>
                  <a:pt x="10156" y="59141"/>
                  <a:pt x="10056" y="59440"/>
                </a:cubicBezTo>
                <a:cubicBezTo>
                  <a:pt x="10056" y="59490"/>
                  <a:pt x="10031" y="59564"/>
                  <a:pt x="10031" y="59589"/>
                </a:cubicBezTo>
                <a:cubicBezTo>
                  <a:pt x="10006" y="59764"/>
                  <a:pt x="9932" y="59963"/>
                  <a:pt x="9907" y="60137"/>
                </a:cubicBezTo>
                <a:cubicBezTo>
                  <a:pt x="9882" y="60236"/>
                  <a:pt x="9882" y="60336"/>
                  <a:pt x="9832" y="60436"/>
                </a:cubicBezTo>
                <a:cubicBezTo>
                  <a:pt x="9807" y="60610"/>
                  <a:pt x="9757" y="60834"/>
                  <a:pt x="9708" y="61008"/>
                </a:cubicBezTo>
                <a:cubicBezTo>
                  <a:pt x="9708" y="61083"/>
                  <a:pt x="9683" y="61108"/>
                  <a:pt x="9683" y="61182"/>
                </a:cubicBezTo>
                <a:cubicBezTo>
                  <a:pt x="9658" y="61357"/>
                  <a:pt x="9633" y="61506"/>
                  <a:pt x="9583" y="61705"/>
                </a:cubicBezTo>
                <a:cubicBezTo>
                  <a:pt x="9558" y="61854"/>
                  <a:pt x="9558" y="61979"/>
                  <a:pt x="9533" y="62128"/>
                </a:cubicBezTo>
                <a:cubicBezTo>
                  <a:pt x="9533" y="62253"/>
                  <a:pt x="9509" y="62352"/>
                  <a:pt x="9459" y="62477"/>
                </a:cubicBezTo>
                <a:cubicBezTo>
                  <a:pt x="9459" y="62576"/>
                  <a:pt x="9434" y="62676"/>
                  <a:pt x="9434" y="62750"/>
                </a:cubicBezTo>
                <a:cubicBezTo>
                  <a:pt x="9434" y="62825"/>
                  <a:pt x="9409" y="62875"/>
                  <a:pt x="9409" y="62974"/>
                </a:cubicBezTo>
                <a:cubicBezTo>
                  <a:pt x="9409" y="63074"/>
                  <a:pt x="9384" y="63174"/>
                  <a:pt x="9384" y="63248"/>
                </a:cubicBezTo>
                <a:cubicBezTo>
                  <a:pt x="9334" y="63422"/>
                  <a:pt x="9334" y="63572"/>
                  <a:pt x="9334" y="63746"/>
                </a:cubicBezTo>
                <a:cubicBezTo>
                  <a:pt x="9334" y="63821"/>
                  <a:pt x="9334" y="63871"/>
                  <a:pt x="9309" y="63945"/>
                </a:cubicBezTo>
                <a:cubicBezTo>
                  <a:pt x="9309" y="63995"/>
                  <a:pt x="9309" y="64070"/>
                  <a:pt x="9285" y="64119"/>
                </a:cubicBezTo>
                <a:cubicBezTo>
                  <a:pt x="9285" y="64294"/>
                  <a:pt x="9260" y="64418"/>
                  <a:pt x="9260" y="64543"/>
                </a:cubicBezTo>
                <a:lnTo>
                  <a:pt x="9260" y="64742"/>
                </a:lnTo>
                <a:cubicBezTo>
                  <a:pt x="9260" y="64866"/>
                  <a:pt x="9210" y="64991"/>
                  <a:pt x="9210" y="65115"/>
                </a:cubicBezTo>
                <a:lnTo>
                  <a:pt x="9210" y="65339"/>
                </a:lnTo>
                <a:lnTo>
                  <a:pt x="9210" y="65439"/>
                </a:lnTo>
                <a:lnTo>
                  <a:pt x="9210" y="66036"/>
                </a:lnTo>
                <a:lnTo>
                  <a:pt x="9210" y="66210"/>
                </a:lnTo>
                <a:lnTo>
                  <a:pt x="9210" y="66235"/>
                </a:lnTo>
                <a:lnTo>
                  <a:pt x="9210" y="66285"/>
                </a:lnTo>
                <a:lnTo>
                  <a:pt x="9210" y="66733"/>
                </a:lnTo>
                <a:cubicBezTo>
                  <a:pt x="9210" y="66982"/>
                  <a:pt x="9260" y="67231"/>
                  <a:pt x="9285" y="67480"/>
                </a:cubicBezTo>
                <a:cubicBezTo>
                  <a:pt x="9285" y="67654"/>
                  <a:pt x="9309" y="67803"/>
                  <a:pt x="9309" y="67953"/>
                </a:cubicBezTo>
                <a:cubicBezTo>
                  <a:pt x="9309" y="68027"/>
                  <a:pt x="9309" y="68052"/>
                  <a:pt x="9334" y="68102"/>
                </a:cubicBezTo>
                <a:lnTo>
                  <a:pt x="9334" y="68301"/>
                </a:lnTo>
                <a:lnTo>
                  <a:pt x="9334" y="68326"/>
                </a:lnTo>
                <a:cubicBezTo>
                  <a:pt x="9334" y="68326"/>
                  <a:pt x="9334" y="68351"/>
                  <a:pt x="9309" y="68351"/>
                </a:cubicBezTo>
                <a:cubicBezTo>
                  <a:pt x="9309" y="68401"/>
                  <a:pt x="9285" y="68401"/>
                  <a:pt x="9285" y="68426"/>
                </a:cubicBezTo>
                <a:lnTo>
                  <a:pt x="9285" y="68326"/>
                </a:lnTo>
                <a:cubicBezTo>
                  <a:pt x="9260" y="68152"/>
                  <a:pt x="9260" y="67953"/>
                  <a:pt x="9210" y="67729"/>
                </a:cubicBezTo>
                <a:cubicBezTo>
                  <a:pt x="9185" y="67455"/>
                  <a:pt x="9185" y="67181"/>
                  <a:pt x="9160" y="66907"/>
                </a:cubicBezTo>
                <a:cubicBezTo>
                  <a:pt x="9160" y="66708"/>
                  <a:pt x="9135" y="66559"/>
                  <a:pt x="9135" y="66360"/>
                </a:cubicBezTo>
                <a:lnTo>
                  <a:pt x="9135" y="65364"/>
                </a:lnTo>
                <a:lnTo>
                  <a:pt x="9135" y="64966"/>
                </a:lnTo>
                <a:cubicBezTo>
                  <a:pt x="9135" y="64567"/>
                  <a:pt x="9160" y="64169"/>
                  <a:pt x="9185" y="63721"/>
                </a:cubicBezTo>
                <a:lnTo>
                  <a:pt x="9185" y="63547"/>
                </a:lnTo>
                <a:cubicBezTo>
                  <a:pt x="9260" y="62925"/>
                  <a:pt x="9309" y="62253"/>
                  <a:pt x="9434" y="61630"/>
                </a:cubicBezTo>
                <a:cubicBezTo>
                  <a:pt x="9459" y="61481"/>
                  <a:pt x="9509" y="61357"/>
                  <a:pt x="9509" y="61207"/>
                </a:cubicBezTo>
                <a:lnTo>
                  <a:pt x="9782" y="59714"/>
                </a:lnTo>
                <a:cubicBezTo>
                  <a:pt x="9832" y="59365"/>
                  <a:pt x="9932" y="58992"/>
                  <a:pt x="10031" y="58643"/>
                </a:cubicBezTo>
                <a:cubicBezTo>
                  <a:pt x="10081" y="58345"/>
                  <a:pt x="10181" y="58021"/>
                  <a:pt x="10280" y="57747"/>
                </a:cubicBezTo>
                <a:cubicBezTo>
                  <a:pt x="10430" y="57175"/>
                  <a:pt x="10579" y="56627"/>
                  <a:pt x="10778" y="56055"/>
                </a:cubicBezTo>
                <a:cubicBezTo>
                  <a:pt x="10803" y="55930"/>
                  <a:pt x="10878" y="55806"/>
                  <a:pt x="10902" y="55706"/>
                </a:cubicBezTo>
                <a:cubicBezTo>
                  <a:pt x="11077" y="55457"/>
                  <a:pt x="11201" y="55134"/>
                  <a:pt x="11326" y="54785"/>
                </a:cubicBezTo>
                <a:cubicBezTo>
                  <a:pt x="11346" y="54785"/>
                  <a:pt x="11385" y="54785"/>
                  <a:pt x="11397" y="54771"/>
                </a:cubicBezTo>
                <a:close/>
                <a:moveTo>
                  <a:pt x="34673" y="68077"/>
                </a:moveTo>
                <a:cubicBezTo>
                  <a:pt x="34723" y="68152"/>
                  <a:pt x="34848" y="68202"/>
                  <a:pt x="34972" y="68276"/>
                </a:cubicBezTo>
                <a:cubicBezTo>
                  <a:pt x="35022" y="68301"/>
                  <a:pt x="35072" y="68301"/>
                  <a:pt x="35097" y="68326"/>
                </a:cubicBezTo>
                <a:cubicBezTo>
                  <a:pt x="35192" y="68374"/>
                  <a:pt x="35284" y="68422"/>
                  <a:pt x="35375" y="68469"/>
                </a:cubicBezTo>
                <a:lnTo>
                  <a:pt x="35375" y="68469"/>
                </a:lnTo>
                <a:cubicBezTo>
                  <a:pt x="35209" y="68418"/>
                  <a:pt x="35066" y="68324"/>
                  <a:pt x="34922" y="68276"/>
                </a:cubicBezTo>
                <a:cubicBezTo>
                  <a:pt x="34823" y="68226"/>
                  <a:pt x="34723" y="68177"/>
                  <a:pt x="34649" y="68152"/>
                </a:cubicBezTo>
                <a:cubicBezTo>
                  <a:pt x="34649" y="68102"/>
                  <a:pt x="34673" y="68102"/>
                  <a:pt x="34673" y="68077"/>
                </a:cubicBezTo>
                <a:close/>
                <a:moveTo>
                  <a:pt x="52396" y="66409"/>
                </a:moveTo>
                <a:lnTo>
                  <a:pt x="52371" y="66434"/>
                </a:lnTo>
                <a:cubicBezTo>
                  <a:pt x="52371" y="66434"/>
                  <a:pt x="52371" y="66459"/>
                  <a:pt x="52346" y="66459"/>
                </a:cubicBezTo>
                <a:cubicBezTo>
                  <a:pt x="51624" y="66932"/>
                  <a:pt x="50654" y="67579"/>
                  <a:pt x="49733" y="68177"/>
                </a:cubicBezTo>
                <a:cubicBezTo>
                  <a:pt x="49583" y="68276"/>
                  <a:pt x="49459" y="68351"/>
                  <a:pt x="49260" y="68450"/>
                </a:cubicBezTo>
                <a:cubicBezTo>
                  <a:pt x="49225" y="68470"/>
                  <a:pt x="49189" y="68491"/>
                  <a:pt x="49152" y="68513"/>
                </a:cubicBezTo>
                <a:lnTo>
                  <a:pt x="49152" y="68513"/>
                </a:lnTo>
                <a:cubicBezTo>
                  <a:pt x="49157" y="68506"/>
                  <a:pt x="49160" y="68494"/>
                  <a:pt x="49160" y="68475"/>
                </a:cubicBezTo>
                <a:cubicBezTo>
                  <a:pt x="49758" y="68152"/>
                  <a:pt x="50355" y="67729"/>
                  <a:pt x="50927" y="67355"/>
                </a:cubicBezTo>
                <a:cubicBezTo>
                  <a:pt x="51151" y="67206"/>
                  <a:pt x="51375" y="67081"/>
                  <a:pt x="51624" y="66932"/>
                </a:cubicBezTo>
                <a:cubicBezTo>
                  <a:pt x="51649" y="66907"/>
                  <a:pt x="51674" y="66907"/>
                  <a:pt x="51724" y="66857"/>
                </a:cubicBezTo>
                <a:cubicBezTo>
                  <a:pt x="51923" y="66708"/>
                  <a:pt x="52172" y="66559"/>
                  <a:pt x="52396" y="66409"/>
                </a:cubicBezTo>
                <a:close/>
                <a:moveTo>
                  <a:pt x="17524" y="54014"/>
                </a:moveTo>
                <a:cubicBezTo>
                  <a:pt x="14362" y="58818"/>
                  <a:pt x="11674" y="63696"/>
                  <a:pt x="9583" y="68525"/>
                </a:cubicBezTo>
                <a:lnTo>
                  <a:pt x="9583" y="68450"/>
                </a:lnTo>
                <a:cubicBezTo>
                  <a:pt x="11649" y="63696"/>
                  <a:pt x="14288" y="58843"/>
                  <a:pt x="17474" y="54014"/>
                </a:cubicBezTo>
                <a:close/>
                <a:moveTo>
                  <a:pt x="51898" y="63945"/>
                </a:moveTo>
                <a:cubicBezTo>
                  <a:pt x="51873" y="63970"/>
                  <a:pt x="51873" y="63995"/>
                  <a:pt x="51848" y="64045"/>
                </a:cubicBezTo>
                <a:cubicBezTo>
                  <a:pt x="51799" y="64095"/>
                  <a:pt x="51774" y="64119"/>
                  <a:pt x="51774" y="64119"/>
                </a:cubicBezTo>
                <a:cubicBezTo>
                  <a:pt x="51774" y="64169"/>
                  <a:pt x="51749" y="64169"/>
                  <a:pt x="51749" y="64194"/>
                </a:cubicBezTo>
                <a:cubicBezTo>
                  <a:pt x="51301" y="64742"/>
                  <a:pt x="50902" y="65314"/>
                  <a:pt x="50529" y="65837"/>
                </a:cubicBezTo>
                <a:cubicBezTo>
                  <a:pt x="50479" y="65912"/>
                  <a:pt x="50430" y="65961"/>
                  <a:pt x="50380" y="66061"/>
                </a:cubicBezTo>
                <a:cubicBezTo>
                  <a:pt x="50255" y="66210"/>
                  <a:pt x="50156" y="66360"/>
                  <a:pt x="50056" y="66484"/>
                </a:cubicBezTo>
                <a:cubicBezTo>
                  <a:pt x="49758" y="66932"/>
                  <a:pt x="49533" y="67281"/>
                  <a:pt x="49160" y="67803"/>
                </a:cubicBezTo>
                <a:cubicBezTo>
                  <a:pt x="48986" y="68077"/>
                  <a:pt x="48787" y="68326"/>
                  <a:pt x="48613" y="68600"/>
                </a:cubicBezTo>
                <a:lnTo>
                  <a:pt x="48563" y="68600"/>
                </a:lnTo>
                <a:cubicBezTo>
                  <a:pt x="48575" y="68575"/>
                  <a:pt x="48581" y="68569"/>
                  <a:pt x="48578" y="68569"/>
                </a:cubicBezTo>
                <a:cubicBezTo>
                  <a:pt x="48575" y="68569"/>
                  <a:pt x="48563" y="68575"/>
                  <a:pt x="48538" y="68575"/>
                </a:cubicBezTo>
                <a:cubicBezTo>
                  <a:pt x="48986" y="67853"/>
                  <a:pt x="49583" y="66957"/>
                  <a:pt x="50280" y="65961"/>
                </a:cubicBezTo>
                <a:cubicBezTo>
                  <a:pt x="50753" y="65314"/>
                  <a:pt x="51226" y="64667"/>
                  <a:pt x="51724" y="64045"/>
                </a:cubicBezTo>
                <a:lnTo>
                  <a:pt x="51749" y="63995"/>
                </a:lnTo>
                <a:lnTo>
                  <a:pt x="51799" y="63945"/>
                </a:lnTo>
                <a:close/>
                <a:moveTo>
                  <a:pt x="20411" y="66683"/>
                </a:moveTo>
                <a:cubicBezTo>
                  <a:pt x="20610" y="67355"/>
                  <a:pt x="20859" y="67978"/>
                  <a:pt x="21158" y="68575"/>
                </a:cubicBezTo>
                <a:cubicBezTo>
                  <a:pt x="21158" y="68600"/>
                  <a:pt x="21133" y="68625"/>
                  <a:pt x="21133" y="68625"/>
                </a:cubicBezTo>
                <a:cubicBezTo>
                  <a:pt x="20835" y="68005"/>
                  <a:pt x="20587" y="67361"/>
                  <a:pt x="20389" y="66693"/>
                </a:cubicBezTo>
                <a:lnTo>
                  <a:pt x="20389" y="66693"/>
                </a:lnTo>
                <a:cubicBezTo>
                  <a:pt x="20392" y="66690"/>
                  <a:pt x="20398" y="66683"/>
                  <a:pt x="20411" y="66683"/>
                </a:cubicBezTo>
                <a:close/>
                <a:moveTo>
                  <a:pt x="22651" y="66409"/>
                </a:moveTo>
                <a:cubicBezTo>
                  <a:pt x="22228" y="67156"/>
                  <a:pt x="21780" y="67928"/>
                  <a:pt x="21382" y="68674"/>
                </a:cubicBezTo>
                <a:cubicBezTo>
                  <a:pt x="21382" y="68650"/>
                  <a:pt x="21357" y="68600"/>
                  <a:pt x="21357" y="68600"/>
                </a:cubicBezTo>
                <a:cubicBezTo>
                  <a:pt x="21755" y="67853"/>
                  <a:pt x="22153" y="67106"/>
                  <a:pt x="22601" y="66409"/>
                </a:cubicBezTo>
                <a:close/>
                <a:moveTo>
                  <a:pt x="53964" y="65837"/>
                </a:moveTo>
                <a:cubicBezTo>
                  <a:pt x="54113" y="65837"/>
                  <a:pt x="54288" y="65862"/>
                  <a:pt x="54487" y="65912"/>
                </a:cubicBezTo>
                <a:cubicBezTo>
                  <a:pt x="54512" y="65912"/>
                  <a:pt x="54537" y="65912"/>
                  <a:pt x="54586" y="65936"/>
                </a:cubicBezTo>
                <a:cubicBezTo>
                  <a:pt x="54761" y="65961"/>
                  <a:pt x="54960" y="66036"/>
                  <a:pt x="55134" y="66111"/>
                </a:cubicBezTo>
                <a:cubicBezTo>
                  <a:pt x="55159" y="66111"/>
                  <a:pt x="55209" y="66161"/>
                  <a:pt x="55234" y="66161"/>
                </a:cubicBezTo>
                <a:cubicBezTo>
                  <a:pt x="55458" y="66235"/>
                  <a:pt x="55706" y="66360"/>
                  <a:pt x="55955" y="66484"/>
                </a:cubicBezTo>
                <a:cubicBezTo>
                  <a:pt x="55980" y="66534"/>
                  <a:pt x="56005" y="66534"/>
                  <a:pt x="56055" y="66559"/>
                </a:cubicBezTo>
                <a:cubicBezTo>
                  <a:pt x="54885" y="67355"/>
                  <a:pt x="53765" y="68077"/>
                  <a:pt x="52620" y="68724"/>
                </a:cubicBezTo>
                <a:cubicBezTo>
                  <a:pt x="52620" y="68674"/>
                  <a:pt x="52595" y="68600"/>
                  <a:pt x="52595" y="68525"/>
                </a:cubicBezTo>
                <a:cubicBezTo>
                  <a:pt x="52595" y="68426"/>
                  <a:pt x="52570" y="68326"/>
                  <a:pt x="52570" y="68226"/>
                </a:cubicBezTo>
                <a:lnTo>
                  <a:pt x="52570" y="67978"/>
                </a:lnTo>
                <a:lnTo>
                  <a:pt x="52570" y="67729"/>
                </a:lnTo>
                <a:cubicBezTo>
                  <a:pt x="52595" y="67679"/>
                  <a:pt x="52595" y="67604"/>
                  <a:pt x="52595" y="67554"/>
                </a:cubicBezTo>
                <a:cubicBezTo>
                  <a:pt x="52595" y="67455"/>
                  <a:pt x="52595" y="67405"/>
                  <a:pt x="52620" y="67305"/>
                </a:cubicBezTo>
                <a:cubicBezTo>
                  <a:pt x="52620" y="67231"/>
                  <a:pt x="52645" y="67181"/>
                  <a:pt x="52645" y="67106"/>
                </a:cubicBezTo>
                <a:cubicBezTo>
                  <a:pt x="52645" y="67057"/>
                  <a:pt x="52670" y="66982"/>
                  <a:pt x="52670" y="66932"/>
                </a:cubicBezTo>
                <a:cubicBezTo>
                  <a:pt x="52720" y="66857"/>
                  <a:pt x="52720" y="66808"/>
                  <a:pt x="52744" y="66733"/>
                </a:cubicBezTo>
                <a:cubicBezTo>
                  <a:pt x="52769" y="66683"/>
                  <a:pt x="52769" y="66658"/>
                  <a:pt x="52794" y="66584"/>
                </a:cubicBezTo>
                <a:cubicBezTo>
                  <a:pt x="52844" y="66484"/>
                  <a:pt x="52894" y="66409"/>
                  <a:pt x="52968" y="66310"/>
                </a:cubicBezTo>
                <a:cubicBezTo>
                  <a:pt x="52993" y="66235"/>
                  <a:pt x="53043" y="66185"/>
                  <a:pt x="53118" y="66161"/>
                </a:cubicBezTo>
                <a:lnTo>
                  <a:pt x="53143" y="66111"/>
                </a:lnTo>
                <a:cubicBezTo>
                  <a:pt x="53168" y="66086"/>
                  <a:pt x="53217" y="66086"/>
                  <a:pt x="53217" y="66061"/>
                </a:cubicBezTo>
                <a:cubicBezTo>
                  <a:pt x="53292" y="65986"/>
                  <a:pt x="53392" y="65961"/>
                  <a:pt x="53516" y="65912"/>
                </a:cubicBezTo>
                <a:cubicBezTo>
                  <a:pt x="53641" y="65862"/>
                  <a:pt x="53790" y="65837"/>
                  <a:pt x="53964" y="65837"/>
                </a:cubicBezTo>
                <a:close/>
                <a:moveTo>
                  <a:pt x="49128" y="68527"/>
                </a:moveTo>
                <a:cubicBezTo>
                  <a:pt x="48990" y="68611"/>
                  <a:pt x="48844" y="68705"/>
                  <a:pt x="48712" y="68799"/>
                </a:cubicBezTo>
                <a:cubicBezTo>
                  <a:pt x="48712" y="68774"/>
                  <a:pt x="48737" y="68774"/>
                  <a:pt x="48737" y="68724"/>
                </a:cubicBezTo>
                <a:cubicBezTo>
                  <a:pt x="48860" y="68675"/>
                  <a:pt x="48982" y="68578"/>
                  <a:pt x="49128" y="68527"/>
                </a:cubicBezTo>
                <a:close/>
                <a:moveTo>
                  <a:pt x="52620" y="66484"/>
                </a:moveTo>
                <a:cubicBezTo>
                  <a:pt x="52595" y="66559"/>
                  <a:pt x="52595" y="66584"/>
                  <a:pt x="52570" y="66658"/>
                </a:cubicBezTo>
                <a:cubicBezTo>
                  <a:pt x="52570" y="66733"/>
                  <a:pt x="52520" y="66783"/>
                  <a:pt x="52496" y="66857"/>
                </a:cubicBezTo>
                <a:cubicBezTo>
                  <a:pt x="52471" y="66932"/>
                  <a:pt x="52471" y="67032"/>
                  <a:pt x="52471" y="67081"/>
                </a:cubicBezTo>
                <a:cubicBezTo>
                  <a:pt x="52471" y="67131"/>
                  <a:pt x="52446" y="67206"/>
                  <a:pt x="52446" y="67256"/>
                </a:cubicBezTo>
                <a:cubicBezTo>
                  <a:pt x="52446" y="67355"/>
                  <a:pt x="52446" y="67430"/>
                  <a:pt x="52396" y="67530"/>
                </a:cubicBezTo>
                <a:lnTo>
                  <a:pt x="52396" y="67729"/>
                </a:lnTo>
                <a:lnTo>
                  <a:pt x="52396" y="68002"/>
                </a:lnTo>
                <a:lnTo>
                  <a:pt x="52396" y="68276"/>
                </a:lnTo>
                <a:cubicBezTo>
                  <a:pt x="52396" y="68351"/>
                  <a:pt x="52446" y="68475"/>
                  <a:pt x="52446" y="68575"/>
                </a:cubicBezTo>
                <a:cubicBezTo>
                  <a:pt x="52446" y="68674"/>
                  <a:pt x="52471" y="68774"/>
                  <a:pt x="52471" y="68849"/>
                </a:cubicBezTo>
                <a:cubicBezTo>
                  <a:pt x="52446" y="68849"/>
                  <a:pt x="52446" y="68899"/>
                  <a:pt x="52396" y="68899"/>
                </a:cubicBezTo>
                <a:cubicBezTo>
                  <a:pt x="52371" y="68699"/>
                  <a:pt x="52371" y="68550"/>
                  <a:pt x="52346" y="68401"/>
                </a:cubicBezTo>
                <a:lnTo>
                  <a:pt x="52346" y="68301"/>
                </a:lnTo>
                <a:cubicBezTo>
                  <a:pt x="52346" y="68152"/>
                  <a:pt x="52321" y="67953"/>
                  <a:pt x="52321" y="67803"/>
                </a:cubicBezTo>
                <a:lnTo>
                  <a:pt x="52321" y="67729"/>
                </a:lnTo>
                <a:cubicBezTo>
                  <a:pt x="52321" y="67579"/>
                  <a:pt x="52321" y="67430"/>
                  <a:pt x="52346" y="67281"/>
                </a:cubicBezTo>
                <a:lnTo>
                  <a:pt x="52346" y="67231"/>
                </a:lnTo>
                <a:cubicBezTo>
                  <a:pt x="52371" y="66957"/>
                  <a:pt x="52446" y="66733"/>
                  <a:pt x="52520" y="66559"/>
                </a:cubicBezTo>
                <a:cubicBezTo>
                  <a:pt x="52570" y="66534"/>
                  <a:pt x="52595" y="66534"/>
                  <a:pt x="52620" y="66484"/>
                </a:cubicBezTo>
                <a:close/>
                <a:moveTo>
                  <a:pt x="21257" y="68799"/>
                </a:moveTo>
                <a:cubicBezTo>
                  <a:pt x="21257" y="68824"/>
                  <a:pt x="21282" y="68849"/>
                  <a:pt x="21282" y="68849"/>
                </a:cubicBezTo>
                <a:cubicBezTo>
                  <a:pt x="21282" y="68899"/>
                  <a:pt x="21257" y="68899"/>
                  <a:pt x="21257" y="68923"/>
                </a:cubicBezTo>
                <a:cubicBezTo>
                  <a:pt x="21257" y="68899"/>
                  <a:pt x="21232" y="68899"/>
                  <a:pt x="21232" y="68849"/>
                </a:cubicBezTo>
                <a:cubicBezTo>
                  <a:pt x="21232" y="68849"/>
                  <a:pt x="21232" y="68824"/>
                  <a:pt x="21257" y="68799"/>
                </a:cubicBezTo>
                <a:close/>
                <a:moveTo>
                  <a:pt x="48339" y="68948"/>
                </a:moveTo>
                <a:cubicBezTo>
                  <a:pt x="48339" y="68948"/>
                  <a:pt x="48339" y="68973"/>
                  <a:pt x="48289" y="68973"/>
                </a:cubicBezTo>
                <a:lnTo>
                  <a:pt x="48339" y="68948"/>
                </a:lnTo>
                <a:close/>
                <a:moveTo>
                  <a:pt x="9434" y="68774"/>
                </a:moveTo>
                <a:lnTo>
                  <a:pt x="9434" y="68824"/>
                </a:lnTo>
                <a:lnTo>
                  <a:pt x="9434" y="68899"/>
                </a:lnTo>
                <a:lnTo>
                  <a:pt x="9434" y="68948"/>
                </a:lnTo>
                <a:cubicBezTo>
                  <a:pt x="9434" y="68973"/>
                  <a:pt x="9409" y="68973"/>
                  <a:pt x="9409" y="68998"/>
                </a:cubicBezTo>
                <a:cubicBezTo>
                  <a:pt x="9409" y="68973"/>
                  <a:pt x="9409" y="68923"/>
                  <a:pt x="9384" y="68874"/>
                </a:cubicBezTo>
                <a:cubicBezTo>
                  <a:pt x="9384" y="68849"/>
                  <a:pt x="9409" y="68849"/>
                  <a:pt x="9409" y="68824"/>
                </a:cubicBezTo>
                <a:cubicBezTo>
                  <a:pt x="9409" y="68799"/>
                  <a:pt x="9434" y="68799"/>
                  <a:pt x="9434" y="68774"/>
                </a:cubicBezTo>
                <a:close/>
                <a:moveTo>
                  <a:pt x="48289" y="68973"/>
                </a:moveTo>
                <a:cubicBezTo>
                  <a:pt x="48289" y="69023"/>
                  <a:pt x="48289" y="69023"/>
                  <a:pt x="48264" y="69023"/>
                </a:cubicBezTo>
                <a:cubicBezTo>
                  <a:pt x="48264" y="68973"/>
                  <a:pt x="48289" y="68973"/>
                  <a:pt x="48289" y="68973"/>
                </a:cubicBezTo>
                <a:close/>
                <a:moveTo>
                  <a:pt x="56229" y="66683"/>
                </a:moveTo>
                <a:cubicBezTo>
                  <a:pt x="56254" y="66683"/>
                  <a:pt x="56254" y="66708"/>
                  <a:pt x="56304" y="66708"/>
                </a:cubicBezTo>
                <a:cubicBezTo>
                  <a:pt x="55084" y="67554"/>
                  <a:pt x="53889" y="68326"/>
                  <a:pt x="52695" y="69023"/>
                </a:cubicBezTo>
                <a:lnTo>
                  <a:pt x="52695" y="68948"/>
                </a:lnTo>
                <a:cubicBezTo>
                  <a:pt x="53865" y="68276"/>
                  <a:pt x="55059" y="67530"/>
                  <a:pt x="56229" y="66683"/>
                </a:cubicBezTo>
                <a:close/>
                <a:moveTo>
                  <a:pt x="52520" y="69048"/>
                </a:moveTo>
                <a:lnTo>
                  <a:pt x="52520" y="69098"/>
                </a:lnTo>
                <a:cubicBezTo>
                  <a:pt x="52496" y="69098"/>
                  <a:pt x="52471" y="69147"/>
                  <a:pt x="52471" y="69147"/>
                </a:cubicBezTo>
                <a:lnTo>
                  <a:pt x="52471" y="69073"/>
                </a:lnTo>
                <a:cubicBezTo>
                  <a:pt x="52496" y="69073"/>
                  <a:pt x="52496" y="69048"/>
                  <a:pt x="52520" y="69048"/>
                </a:cubicBezTo>
                <a:close/>
                <a:moveTo>
                  <a:pt x="2365" y="68799"/>
                </a:moveTo>
                <a:cubicBezTo>
                  <a:pt x="2365" y="68923"/>
                  <a:pt x="2340" y="69048"/>
                  <a:pt x="2340" y="69147"/>
                </a:cubicBezTo>
                <a:cubicBezTo>
                  <a:pt x="2315" y="69297"/>
                  <a:pt x="2290" y="69421"/>
                  <a:pt x="2215" y="69571"/>
                </a:cubicBezTo>
                <a:cubicBezTo>
                  <a:pt x="2215" y="69421"/>
                  <a:pt x="2240" y="69297"/>
                  <a:pt x="2290" y="69147"/>
                </a:cubicBezTo>
                <a:cubicBezTo>
                  <a:pt x="2315" y="69048"/>
                  <a:pt x="2340" y="68923"/>
                  <a:pt x="2365" y="68799"/>
                </a:cubicBezTo>
                <a:close/>
                <a:moveTo>
                  <a:pt x="89061" y="61108"/>
                </a:moveTo>
                <a:cubicBezTo>
                  <a:pt x="91475" y="62004"/>
                  <a:pt x="93964" y="62676"/>
                  <a:pt x="96478" y="63024"/>
                </a:cubicBezTo>
                <a:cubicBezTo>
                  <a:pt x="95682" y="65215"/>
                  <a:pt x="94636" y="67480"/>
                  <a:pt x="93292" y="69770"/>
                </a:cubicBezTo>
                <a:cubicBezTo>
                  <a:pt x="91301" y="67828"/>
                  <a:pt x="89085" y="65862"/>
                  <a:pt x="86820" y="64045"/>
                </a:cubicBezTo>
                <a:cubicBezTo>
                  <a:pt x="87592" y="63074"/>
                  <a:pt x="88339" y="62103"/>
                  <a:pt x="89061" y="61108"/>
                </a:cubicBezTo>
                <a:close/>
                <a:moveTo>
                  <a:pt x="31562" y="67181"/>
                </a:moveTo>
                <a:cubicBezTo>
                  <a:pt x="31587" y="67206"/>
                  <a:pt x="31587" y="67231"/>
                  <a:pt x="31612" y="67231"/>
                </a:cubicBezTo>
                <a:cubicBezTo>
                  <a:pt x="31861" y="67305"/>
                  <a:pt x="32110" y="67405"/>
                  <a:pt x="32359" y="67455"/>
                </a:cubicBezTo>
                <a:cubicBezTo>
                  <a:pt x="32483" y="67480"/>
                  <a:pt x="32608" y="67554"/>
                  <a:pt x="32707" y="67579"/>
                </a:cubicBezTo>
                <a:cubicBezTo>
                  <a:pt x="32931" y="67654"/>
                  <a:pt x="33105" y="67729"/>
                  <a:pt x="33329" y="67803"/>
                </a:cubicBezTo>
                <a:cubicBezTo>
                  <a:pt x="33454" y="67853"/>
                  <a:pt x="33578" y="67928"/>
                  <a:pt x="33728" y="67953"/>
                </a:cubicBezTo>
                <a:cubicBezTo>
                  <a:pt x="33852" y="67978"/>
                  <a:pt x="33952" y="68052"/>
                  <a:pt x="34076" y="68077"/>
                </a:cubicBezTo>
                <a:cubicBezTo>
                  <a:pt x="33703" y="68674"/>
                  <a:pt x="33354" y="69272"/>
                  <a:pt x="32981" y="69844"/>
                </a:cubicBezTo>
                <a:cubicBezTo>
                  <a:pt x="32359" y="69098"/>
                  <a:pt x="31861" y="68202"/>
                  <a:pt x="31562" y="67181"/>
                </a:cubicBezTo>
                <a:close/>
                <a:moveTo>
                  <a:pt x="96777" y="63074"/>
                </a:moveTo>
                <a:cubicBezTo>
                  <a:pt x="95931" y="65314"/>
                  <a:pt x="94810" y="67604"/>
                  <a:pt x="93466" y="69919"/>
                </a:cubicBezTo>
                <a:lnTo>
                  <a:pt x="93441" y="69894"/>
                </a:lnTo>
                <a:cubicBezTo>
                  <a:pt x="94786" y="67579"/>
                  <a:pt x="95881" y="65289"/>
                  <a:pt x="96702" y="63074"/>
                </a:cubicBezTo>
                <a:close/>
                <a:moveTo>
                  <a:pt x="49260" y="63746"/>
                </a:moveTo>
                <a:cubicBezTo>
                  <a:pt x="49957" y="63945"/>
                  <a:pt x="50529" y="64045"/>
                  <a:pt x="51002" y="64045"/>
                </a:cubicBezTo>
                <a:cubicBezTo>
                  <a:pt x="51201" y="64045"/>
                  <a:pt x="51351" y="64045"/>
                  <a:pt x="51500" y="63995"/>
                </a:cubicBezTo>
                <a:lnTo>
                  <a:pt x="51500" y="63995"/>
                </a:lnTo>
                <a:cubicBezTo>
                  <a:pt x="51251" y="64343"/>
                  <a:pt x="51002" y="64667"/>
                  <a:pt x="50753" y="64991"/>
                </a:cubicBezTo>
                <a:cubicBezTo>
                  <a:pt x="50629" y="65190"/>
                  <a:pt x="50504" y="65339"/>
                  <a:pt x="50380" y="65513"/>
                </a:cubicBezTo>
                <a:cubicBezTo>
                  <a:pt x="50330" y="65613"/>
                  <a:pt x="50255" y="65712"/>
                  <a:pt x="50206" y="65787"/>
                </a:cubicBezTo>
                <a:cubicBezTo>
                  <a:pt x="50131" y="65862"/>
                  <a:pt x="50031" y="65986"/>
                  <a:pt x="49982" y="66086"/>
                </a:cubicBezTo>
                <a:lnTo>
                  <a:pt x="49957" y="66111"/>
                </a:lnTo>
                <a:cubicBezTo>
                  <a:pt x="49857" y="66235"/>
                  <a:pt x="49782" y="66335"/>
                  <a:pt x="49708" y="66459"/>
                </a:cubicBezTo>
                <a:lnTo>
                  <a:pt x="49334" y="67032"/>
                </a:lnTo>
                <a:cubicBezTo>
                  <a:pt x="49235" y="67156"/>
                  <a:pt x="49160" y="67281"/>
                  <a:pt x="49085" y="67430"/>
                </a:cubicBezTo>
                <a:cubicBezTo>
                  <a:pt x="48762" y="67903"/>
                  <a:pt x="48463" y="68326"/>
                  <a:pt x="48164" y="68799"/>
                </a:cubicBezTo>
                <a:cubicBezTo>
                  <a:pt x="47891" y="68948"/>
                  <a:pt x="47642" y="69098"/>
                  <a:pt x="47393" y="69222"/>
                </a:cubicBezTo>
                <a:cubicBezTo>
                  <a:pt x="46845" y="69521"/>
                  <a:pt x="46397" y="69770"/>
                  <a:pt x="45999" y="69944"/>
                </a:cubicBezTo>
                <a:cubicBezTo>
                  <a:pt x="46795" y="67928"/>
                  <a:pt x="47916" y="65837"/>
                  <a:pt x="49260" y="63746"/>
                </a:cubicBezTo>
                <a:close/>
                <a:moveTo>
                  <a:pt x="56478" y="66808"/>
                </a:moveTo>
                <a:cubicBezTo>
                  <a:pt x="56528" y="66833"/>
                  <a:pt x="56603" y="66857"/>
                  <a:pt x="56702" y="66932"/>
                </a:cubicBezTo>
                <a:cubicBezTo>
                  <a:pt x="56727" y="66932"/>
                  <a:pt x="56727" y="66957"/>
                  <a:pt x="56752" y="66957"/>
                </a:cubicBezTo>
                <a:cubicBezTo>
                  <a:pt x="56652" y="67032"/>
                  <a:pt x="56578" y="67106"/>
                  <a:pt x="56478" y="67181"/>
                </a:cubicBezTo>
                <a:cubicBezTo>
                  <a:pt x="56254" y="67355"/>
                  <a:pt x="56030" y="67530"/>
                  <a:pt x="55831" y="67704"/>
                </a:cubicBezTo>
                <a:cubicBezTo>
                  <a:pt x="55731" y="67803"/>
                  <a:pt x="55607" y="67853"/>
                  <a:pt x="55507" y="67953"/>
                </a:cubicBezTo>
                <a:cubicBezTo>
                  <a:pt x="55234" y="68177"/>
                  <a:pt x="54910" y="68426"/>
                  <a:pt x="54636" y="68650"/>
                </a:cubicBezTo>
                <a:cubicBezTo>
                  <a:pt x="54412" y="68824"/>
                  <a:pt x="54163" y="68973"/>
                  <a:pt x="53964" y="69172"/>
                </a:cubicBezTo>
                <a:cubicBezTo>
                  <a:pt x="53889" y="69222"/>
                  <a:pt x="53790" y="69272"/>
                  <a:pt x="53740" y="69322"/>
                </a:cubicBezTo>
                <a:cubicBezTo>
                  <a:pt x="53466" y="69546"/>
                  <a:pt x="53168" y="69720"/>
                  <a:pt x="52894" y="69944"/>
                </a:cubicBezTo>
                <a:cubicBezTo>
                  <a:pt x="52894" y="69894"/>
                  <a:pt x="52869" y="69819"/>
                  <a:pt x="52869" y="69770"/>
                </a:cubicBezTo>
                <a:cubicBezTo>
                  <a:pt x="52819" y="69645"/>
                  <a:pt x="52769" y="69521"/>
                  <a:pt x="52744" y="69421"/>
                </a:cubicBezTo>
                <a:cubicBezTo>
                  <a:pt x="52744" y="69347"/>
                  <a:pt x="52720" y="69272"/>
                  <a:pt x="52720" y="69197"/>
                </a:cubicBezTo>
                <a:cubicBezTo>
                  <a:pt x="53964" y="68475"/>
                  <a:pt x="55234" y="67704"/>
                  <a:pt x="56478" y="66808"/>
                </a:cubicBezTo>
                <a:close/>
                <a:moveTo>
                  <a:pt x="86721" y="64169"/>
                </a:moveTo>
                <a:cubicBezTo>
                  <a:pt x="88986" y="65986"/>
                  <a:pt x="91201" y="67953"/>
                  <a:pt x="93192" y="69919"/>
                </a:cubicBezTo>
                <a:cubicBezTo>
                  <a:pt x="93192" y="69944"/>
                  <a:pt x="93168" y="69944"/>
                  <a:pt x="93168" y="69969"/>
                </a:cubicBezTo>
                <a:cubicBezTo>
                  <a:pt x="91176" y="68002"/>
                  <a:pt x="88961" y="66086"/>
                  <a:pt x="86671" y="64219"/>
                </a:cubicBezTo>
                <a:cubicBezTo>
                  <a:pt x="86696" y="64219"/>
                  <a:pt x="86696" y="64194"/>
                  <a:pt x="86721" y="64169"/>
                </a:cubicBezTo>
                <a:close/>
                <a:moveTo>
                  <a:pt x="52570" y="69297"/>
                </a:moveTo>
                <a:cubicBezTo>
                  <a:pt x="52570" y="69347"/>
                  <a:pt x="52595" y="69421"/>
                  <a:pt x="52595" y="69471"/>
                </a:cubicBezTo>
                <a:lnTo>
                  <a:pt x="52695" y="69844"/>
                </a:lnTo>
                <a:cubicBezTo>
                  <a:pt x="52695" y="69919"/>
                  <a:pt x="52720" y="69969"/>
                  <a:pt x="52720" y="70043"/>
                </a:cubicBezTo>
                <a:cubicBezTo>
                  <a:pt x="52695" y="70043"/>
                  <a:pt x="52695" y="70068"/>
                  <a:pt x="52645" y="70068"/>
                </a:cubicBezTo>
                <a:cubicBezTo>
                  <a:pt x="52620" y="69944"/>
                  <a:pt x="52595" y="69819"/>
                  <a:pt x="52570" y="69720"/>
                </a:cubicBezTo>
                <a:cubicBezTo>
                  <a:pt x="52570" y="69670"/>
                  <a:pt x="52520" y="69595"/>
                  <a:pt x="52520" y="69546"/>
                </a:cubicBezTo>
                <a:cubicBezTo>
                  <a:pt x="52496" y="69471"/>
                  <a:pt x="52496" y="69396"/>
                  <a:pt x="52496" y="69322"/>
                </a:cubicBezTo>
                <a:cubicBezTo>
                  <a:pt x="52520" y="69322"/>
                  <a:pt x="52520" y="69297"/>
                  <a:pt x="52570" y="69297"/>
                </a:cubicBezTo>
                <a:close/>
                <a:moveTo>
                  <a:pt x="34225" y="68177"/>
                </a:moveTo>
                <a:cubicBezTo>
                  <a:pt x="34275" y="68177"/>
                  <a:pt x="34275" y="68177"/>
                  <a:pt x="34300" y="68202"/>
                </a:cubicBezTo>
                <a:cubicBezTo>
                  <a:pt x="33902" y="68849"/>
                  <a:pt x="33528" y="69471"/>
                  <a:pt x="33155" y="70093"/>
                </a:cubicBezTo>
                <a:cubicBezTo>
                  <a:pt x="33155" y="70068"/>
                  <a:pt x="33105" y="70068"/>
                  <a:pt x="33105" y="70043"/>
                </a:cubicBezTo>
                <a:lnTo>
                  <a:pt x="34225" y="68177"/>
                </a:lnTo>
                <a:close/>
                <a:moveTo>
                  <a:pt x="31338" y="67156"/>
                </a:moveTo>
                <a:cubicBezTo>
                  <a:pt x="31687" y="68276"/>
                  <a:pt x="32184" y="69272"/>
                  <a:pt x="32906" y="70068"/>
                </a:cubicBezTo>
                <a:cubicBezTo>
                  <a:pt x="32906" y="70093"/>
                  <a:pt x="32856" y="70093"/>
                  <a:pt x="32856" y="70143"/>
                </a:cubicBezTo>
                <a:cubicBezTo>
                  <a:pt x="32159" y="69297"/>
                  <a:pt x="31612" y="68301"/>
                  <a:pt x="31288" y="67156"/>
                </a:cubicBezTo>
                <a:close/>
                <a:moveTo>
                  <a:pt x="49011" y="63696"/>
                </a:moveTo>
                <a:cubicBezTo>
                  <a:pt x="49036" y="63696"/>
                  <a:pt x="49036" y="63696"/>
                  <a:pt x="49061" y="63721"/>
                </a:cubicBezTo>
                <a:cubicBezTo>
                  <a:pt x="47667" y="65837"/>
                  <a:pt x="46547" y="68027"/>
                  <a:pt x="45700" y="70093"/>
                </a:cubicBezTo>
                <a:cubicBezTo>
                  <a:pt x="45675" y="70093"/>
                  <a:pt x="45650" y="70143"/>
                  <a:pt x="45626" y="70143"/>
                </a:cubicBezTo>
                <a:cubicBezTo>
                  <a:pt x="46497" y="68027"/>
                  <a:pt x="47617" y="65837"/>
                  <a:pt x="49011" y="63696"/>
                </a:cubicBezTo>
                <a:close/>
                <a:moveTo>
                  <a:pt x="47891" y="69172"/>
                </a:moveTo>
                <a:lnTo>
                  <a:pt x="47866" y="69197"/>
                </a:lnTo>
                <a:cubicBezTo>
                  <a:pt x="47741" y="69322"/>
                  <a:pt x="47617" y="69396"/>
                  <a:pt x="47492" y="69446"/>
                </a:cubicBezTo>
                <a:cubicBezTo>
                  <a:pt x="46995" y="69695"/>
                  <a:pt x="46547" y="69944"/>
                  <a:pt x="46148" y="70143"/>
                </a:cubicBezTo>
                <a:cubicBezTo>
                  <a:pt x="46621" y="69869"/>
                  <a:pt x="47119" y="69645"/>
                  <a:pt x="47592" y="69347"/>
                </a:cubicBezTo>
                <a:cubicBezTo>
                  <a:pt x="47592" y="69347"/>
                  <a:pt x="47617" y="69347"/>
                  <a:pt x="47617" y="69322"/>
                </a:cubicBezTo>
                <a:lnTo>
                  <a:pt x="47791" y="69222"/>
                </a:lnTo>
                <a:cubicBezTo>
                  <a:pt x="47816" y="69197"/>
                  <a:pt x="47866" y="69197"/>
                  <a:pt x="47891" y="69172"/>
                </a:cubicBezTo>
                <a:close/>
                <a:moveTo>
                  <a:pt x="56926" y="67057"/>
                </a:moveTo>
                <a:cubicBezTo>
                  <a:pt x="56951" y="67081"/>
                  <a:pt x="56951" y="67081"/>
                  <a:pt x="56976" y="67081"/>
                </a:cubicBezTo>
                <a:cubicBezTo>
                  <a:pt x="56926" y="67156"/>
                  <a:pt x="56851" y="67181"/>
                  <a:pt x="56802" y="67231"/>
                </a:cubicBezTo>
                <a:cubicBezTo>
                  <a:pt x="56354" y="67579"/>
                  <a:pt x="55881" y="67953"/>
                  <a:pt x="55458" y="68301"/>
                </a:cubicBezTo>
                <a:cubicBezTo>
                  <a:pt x="55234" y="68450"/>
                  <a:pt x="55010" y="68650"/>
                  <a:pt x="54810" y="68799"/>
                </a:cubicBezTo>
                <a:cubicBezTo>
                  <a:pt x="54188" y="69272"/>
                  <a:pt x="53566" y="69720"/>
                  <a:pt x="52944" y="70168"/>
                </a:cubicBezTo>
                <a:lnTo>
                  <a:pt x="52944" y="70143"/>
                </a:lnTo>
                <a:lnTo>
                  <a:pt x="52944" y="70093"/>
                </a:lnTo>
                <a:cubicBezTo>
                  <a:pt x="53118" y="69969"/>
                  <a:pt x="53292" y="69819"/>
                  <a:pt x="53491" y="69670"/>
                </a:cubicBezTo>
                <a:lnTo>
                  <a:pt x="53566" y="69595"/>
                </a:lnTo>
                <a:lnTo>
                  <a:pt x="54586" y="68849"/>
                </a:lnTo>
                <a:cubicBezTo>
                  <a:pt x="54636" y="68824"/>
                  <a:pt x="54711" y="68774"/>
                  <a:pt x="54761" y="68724"/>
                </a:cubicBezTo>
                <a:lnTo>
                  <a:pt x="54810" y="68724"/>
                </a:lnTo>
                <a:cubicBezTo>
                  <a:pt x="55059" y="68550"/>
                  <a:pt x="55283" y="68351"/>
                  <a:pt x="55557" y="68152"/>
                </a:cubicBezTo>
                <a:cubicBezTo>
                  <a:pt x="55582" y="68152"/>
                  <a:pt x="55582" y="68102"/>
                  <a:pt x="55607" y="68102"/>
                </a:cubicBezTo>
                <a:cubicBezTo>
                  <a:pt x="55706" y="68052"/>
                  <a:pt x="55781" y="67953"/>
                  <a:pt x="55881" y="67903"/>
                </a:cubicBezTo>
                <a:cubicBezTo>
                  <a:pt x="56005" y="67803"/>
                  <a:pt x="56179" y="67679"/>
                  <a:pt x="56304" y="67579"/>
                </a:cubicBezTo>
                <a:cubicBezTo>
                  <a:pt x="56453" y="67455"/>
                  <a:pt x="56603" y="67330"/>
                  <a:pt x="56727" y="67231"/>
                </a:cubicBezTo>
                <a:cubicBezTo>
                  <a:pt x="56752" y="67181"/>
                  <a:pt x="56851" y="67106"/>
                  <a:pt x="56926" y="67057"/>
                </a:cubicBezTo>
                <a:close/>
                <a:moveTo>
                  <a:pt x="77760" y="58021"/>
                </a:moveTo>
                <a:cubicBezTo>
                  <a:pt x="79975" y="59440"/>
                  <a:pt x="82265" y="61083"/>
                  <a:pt x="84580" y="62850"/>
                </a:cubicBezTo>
                <a:cubicBezTo>
                  <a:pt x="83361" y="65240"/>
                  <a:pt x="81767" y="67729"/>
                  <a:pt x="79876" y="70168"/>
                </a:cubicBezTo>
                <a:cubicBezTo>
                  <a:pt x="77362" y="68102"/>
                  <a:pt x="74922" y="65961"/>
                  <a:pt x="72782" y="63821"/>
                </a:cubicBezTo>
                <a:cubicBezTo>
                  <a:pt x="74524" y="61929"/>
                  <a:pt x="76192" y="59988"/>
                  <a:pt x="77760" y="58021"/>
                </a:cubicBezTo>
                <a:close/>
                <a:moveTo>
                  <a:pt x="93342" y="70068"/>
                </a:moveTo>
                <a:lnTo>
                  <a:pt x="93392" y="70093"/>
                </a:lnTo>
                <a:cubicBezTo>
                  <a:pt x="93392" y="70143"/>
                  <a:pt x="93342" y="70143"/>
                  <a:pt x="93342" y="70168"/>
                </a:cubicBezTo>
                <a:lnTo>
                  <a:pt x="93317" y="70143"/>
                </a:lnTo>
                <a:cubicBezTo>
                  <a:pt x="93317" y="70093"/>
                  <a:pt x="93342" y="70093"/>
                  <a:pt x="93342" y="70068"/>
                </a:cubicBezTo>
                <a:close/>
                <a:moveTo>
                  <a:pt x="48264" y="63447"/>
                </a:moveTo>
                <a:lnTo>
                  <a:pt x="48837" y="63622"/>
                </a:lnTo>
                <a:cubicBezTo>
                  <a:pt x="47393" y="65837"/>
                  <a:pt x="46248" y="68077"/>
                  <a:pt x="45377" y="70218"/>
                </a:cubicBezTo>
                <a:cubicBezTo>
                  <a:pt x="45227" y="69595"/>
                  <a:pt x="45003" y="68948"/>
                  <a:pt x="44680" y="68326"/>
                </a:cubicBezTo>
                <a:cubicBezTo>
                  <a:pt x="45178" y="67579"/>
                  <a:pt x="45675" y="66857"/>
                  <a:pt x="46223" y="66161"/>
                </a:cubicBezTo>
                <a:cubicBezTo>
                  <a:pt x="46372" y="65936"/>
                  <a:pt x="46547" y="65688"/>
                  <a:pt x="46746" y="65464"/>
                </a:cubicBezTo>
                <a:lnTo>
                  <a:pt x="47866" y="63970"/>
                </a:lnTo>
                <a:cubicBezTo>
                  <a:pt x="47965" y="63846"/>
                  <a:pt x="48040" y="63746"/>
                  <a:pt x="48115" y="63622"/>
                </a:cubicBezTo>
                <a:cubicBezTo>
                  <a:pt x="48140" y="63572"/>
                  <a:pt x="48214" y="63547"/>
                  <a:pt x="48239" y="63472"/>
                </a:cubicBezTo>
                <a:cubicBezTo>
                  <a:pt x="48239" y="63472"/>
                  <a:pt x="48239" y="63447"/>
                  <a:pt x="48264" y="63447"/>
                </a:cubicBezTo>
                <a:close/>
                <a:moveTo>
                  <a:pt x="52744" y="70218"/>
                </a:moveTo>
                <a:lnTo>
                  <a:pt x="52744" y="70268"/>
                </a:lnTo>
                <a:lnTo>
                  <a:pt x="52744" y="70292"/>
                </a:lnTo>
                <a:lnTo>
                  <a:pt x="52720" y="70292"/>
                </a:lnTo>
                <a:lnTo>
                  <a:pt x="52720" y="70268"/>
                </a:lnTo>
                <a:lnTo>
                  <a:pt x="52744" y="70218"/>
                </a:lnTo>
                <a:close/>
                <a:moveTo>
                  <a:pt x="84730" y="62925"/>
                </a:moveTo>
                <a:cubicBezTo>
                  <a:pt x="84754" y="62925"/>
                  <a:pt x="84754" y="62950"/>
                  <a:pt x="84804" y="62950"/>
                </a:cubicBezTo>
                <a:cubicBezTo>
                  <a:pt x="83560" y="65414"/>
                  <a:pt x="81967" y="67903"/>
                  <a:pt x="80075" y="70292"/>
                </a:cubicBezTo>
                <a:cubicBezTo>
                  <a:pt x="80025" y="70292"/>
                  <a:pt x="80025" y="70268"/>
                  <a:pt x="80000" y="70268"/>
                </a:cubicBezTo>
                <a:cubicBezTo>
                  <a:pt x="81892" y="67853"/>
                  <a:pt x="83485" y="65364"/>
                  <a:pt x="84730" y="62925"/>
                </a:cubicBezTo>
                <a:close/>
                <a:moveTo>
                  <a:pt x="44555" y="68475"/>
                </a:moveTo>
                <a:cubicBezTo>
                  <a:pt x="44854" y="69098"/>
                  <a:pt x="45053" y="69695"/>
                  <a:pt x="45227" y="70292"/>
                </a:cubicBezTo>
                <a:cubicBezTo>
                  <a:pt x="45178" y="70292"/>
                  <a:pt x="45178" y="70317"/>
                  <a:pt x="45153" y="70317"/>
                </a:cubicBezTo>
                <a:cubicBezTo>
                  <a:pt x="45003" y="69770"/>
                  <a:pt x="44804" y="69172"/>
                  <a:pt x="44530" y="68550"/>
                </a:cubicBezTo>
                <a:cubicBezTo>
                  <a:pt x="44530" y="68525"/>
                  <a:pt x="44555" y="68525"/>
                  <a:pt x="44555" y="68475"/>
                </a:cubicBezTo>
                <a:close/>
                <a:moveTo>
                  <a:pt x="72657" y="63945"/>
                </a:moveTo>
                <a:cubicBezTo>
                  <a:pt x="74798" y="66086"/>
                  <a:pt x="77237" y="68276"/>
                  <a:pt x="79751" y="70292"/>
                </a:cubicBezTo>
                <a:cubicBezTo>
                  <a:pt x="79751" y="70317"/>
                  <a:pt x="79726" y="70317"/>
                  <a:pt x="79726" y="70342"/>
                </a:cubicBezTo>
                <a:cubicBezTo>
                  <a:pt x="77188" y="68301"/>
                  <a:pt x="74773" y="66161"/>
                  <a:pt x="72632" y="63995"/>
                </a:cubicBezTo>
                <a:cubicBezTo>
                  <a:pt x="72632" y="63970"/>
                  <a:pt x="72657" y="63945"/>
                  <a:pt x="72657" y="63945"/>
                </a:cubicBezTo>
                <a:close/>
                <a:moveTo>
                  <a:pt x="17748" y="54014"/>
                </a:moveTo>
                <a:cubicBezTo>
                  <a:pt x="18893" y="54014"/>
                  <a:pt x="20062" y="54113"/>
                  <a:pt x="21282" y="54263"/>
                </a:cubicBezTo>
                <a:cubicBezTo>
                  <a:pt x="19739" y="58668"/>
                  <a:pt x="19241" y="62850"/>
                  <a:pt x="20062" y="66310"/>
                </a:cubicBezTo>
                <a:cubicBezTo>
                  <a:pt x="20013" y="66310"/>
                  <a:pt x="19988" y="66335"/>
                  <a:pt x="19913" y="66335"/>
                </a:cubicBezTo>
                <a:cubicBezTo>
                  <a:pt x="19589" y="66385"/>
                  <a:pt x="19241" y="66459"/>
                  <a:pt x="18917" y="66509"/>
                </a:cubicBezTo>
                <a:cubicBezTo>
                  <a:pt x="18594" y="66609"/>
                  <a:pt x="18245" y="66708"/>
                  <a:pt x="17922" y="66808"/>
                </a:cubicBezTo>
                <a:cubicBezTo>
                  <a:pt x="17623" y="66907"/>
                  <a:pt x="17299" y="66957"/>
                  <a:pt x="17001" y="67057"/>
                </a:cubicBezTo>
                <a:cubicBezTo>
                  <a:pt x="16652" y="67156"/>
                  <a:pt x="16354" y="67256"/>
                  <a:pt x="16005" y="67380"/>
                </a:cubicBezTo>
                <a:cubicBezTo>
                  <a:pt x="15682" y="67480"/>
                  <a:pt x="15383" y="67604"/>
                  <a:pt x="15084" y="67729"/>
                </a:cubicBezTo>
                <a:cubicBezTo>
                  <a:pt x="14785" y="67853"/>
                  <a:pt x="14462" y="68002"/>
                  <a:pt x="14163" y="68152"/>
                </a:cubicBezTo>
                <a:cubicBezTo>
                  <a:pt x="13840" y="68276"/>
                  <a:pt x="13541" y="68401"/>
                  <a:pt x="13267" y="68550"/>
                </a:cubicBezTo>
                <a:cubicBezTo>
                  <a:pt x="12968" y="68699"/>
                  <a:pt x="12670" y="68849"/>
                  <a:pt x="12396" y="69023"/>
                </a:cubicBezTo>
                <a:cubicBezTo>
                  <a:pt x="12072" y="69172"/>
                  <a:pt x="11799" y="69322"/>
                  <a:pt x="11475" y="69521"/>
                </a:cubicBezTo>
                <a:cubicBezTo>
                  <a:pt x="11201" y="69670"/>
                  <a:pt x="10952" y="69844"/>
                  <a:pt x="10678" y="70019"/>
                </a:cubicBezTo>
                <a:lnTo>
                  <a:pt x="9932" y="70467"/>
                </a:lnTo>
                <a:cubicBezTo>
                  <a:pt x="9907" y="70317"/>
                  <a:pt x="9857" y="70168"/>
                  <a:pt x="9832" y="69969"/>
                </a:cubicBezTo>
                <a:cubicBezTo>
                  <a:pt x="9782" y="69795"/>
                  <a:pt x="9757" y="69571"/>
                  <a:pt x="9683" y="69347"/>
                </a:cubicBezTo>
                <a:lnTo>
                  <a:pt x="9683" y="69247"/>
                </a:lnTo>
                <a:cubicBezTo>
                  <a:pt x="9658" y="69123"/>
                  <a:pt x="9658" y="68998"/>
                  <a:pt x="9633" y="68923"/>
                </a:cubicBezTo>
                <a:cubicBezTo>
                  <a:pt x="11699" y="63995"/>
                  <a:pt x="14437" y="58992"/>
                  <a:pt x="17748" y="54014"/>
                </a:cubicBezTo>
                <a:close/>
                <a:moveTo>
                  <a:pt x="79876" y="70417"/>
                </a:moveTo>
                <a:cubicBezTo>
                  <a:pt x="79901" y="70417"/>
                  <a:pt x="79950" y="70442"/>
                  <a:pt x="79950" y="70442"/>
                </a:cubicBezTo>
                <a:cubicBezTo>
                  <a:pt x="79950" y="70467"/>
                  <a:pt x="79901" y="70467"/>
                  <a:pt x="79901" y="70492"/>
                </a:cubicBezTo>
                <a:cubicBezTo>
                  <a:pt x="79876" y="70492"/>
                  <a:pt x="79876" y="70467"/>
                  <a:pt x="79851" y="70467"/>
                </a:cubicBezTo>
                <a:cubicBezTo>
                  <a:pt x="79851" y="70442"/>
                  <a:pt x="79876" y="70442"/>
                  <a:pt x="79876" y="70417"/>
                </a:cubicBezTo>
                <a:close/>
                <a:moveTo>
                  <a:pt x="33155" y="70442"/>
                </a:moveTo>
                <a:cubicBezTo>
                  <a:pt x="33180" y="70442"/>
                  <a:pt x="33205" y="70442"/>
                  <a:pt x="33205" y="70467"/>
                </a:cubicBezTo>
                <a:lnTo>
                  <a:pt x="33280" y="70467"/>
                </a:lnTo>
                <a:lnTo>
                  <a:pt x="33304" y="70516"/>
                </a:lnTo>
                <a:cubicBezTo>
                  <a:pt x="33280" y="70516"/>
                  <a:pt x="33205" y="70467"/>
                  <a:pt x="33180" y="70467"/>
                </a:cubicBezTo>
                <a:lnTo>
                  <a:pt x="33155" y="70442"/>
                </a:lnTo>
                <a:close/>
                <a:moveTo>
                  <a:pt x="9533" y="69197"/>
                </a:moveTo>
                <a:cubicBezTo>
                  <a:pt x="9533" y="69272"/>
                  <a:pt x="9558" y="69322"/>
                  <a:pt x="9558" y="69396"/>
                </a:cubicBezTo>
                <a:cubicBezTo>
                  <a:pt x="9558" y="69446"/>
                  <a:pt x="9583" y="69546"/>
                  <a:pt x="9583" y="69595"/>
                </a:cubicBezTo>
                <a:cubicBezTo>
                  <a:pt x="9658" y="69894"/>
                  <a:pt x="9708" y="70168"/>
                  <a:pt x="9782" y="70417"/>
                </a:cubicBezTo>
                <a:cubicBezTo>
                  <a:pt x="9782" y="70442"/>
                  <a:pt x="9807" y="70516"/>
                  <a:pt x="9807" y="70541"/>
                </a:cubicBezTo>
                <a:lnTo>
                  <a:pt x="9782" y="70566"/>
                </a:lnTo>
                <a:lnTo>
                  <a:pt x="9733" y="70591"/>
                </a:lnTo>
                <a:cubicBezTo>
                  <a:pt x="9733" y="70541"/>
                  <a:pt x="9708" y="70467"/>
                  <a:pt x="9708" y="70417"/>
                </a:cubicBezTo>
                <a:lnTo>
                  <a:pt x="9708" y="70392"/>
                </a:lnTo>
                <a:cubicBezTo>
                  <a:pt x="9633" y="70193"/>
                  <a:pt x="9558" y="69969"/>
                  <a:pt x="9533" y="69770"/>
                </a:cubicBezTo>
                <a:cubicBezTo>
                  <a:pt x="9509" y="69645"/>
                  <a:pt x="9459" y="69521"/>
                  <a:pt x="9459" y="69396"/>
                </a:cubicBezTo>
                <a:lnTo>
                  <a:pt x="9459" y="69322"/>
                </a:lnTo>
                <a:cubicBezTo>
                  <a:pt x="9459" y="69297"/>
                  <a:pt x="9484" y="69297"/>
                  <a:pt x="9484" y="69272"/>
                </a:cubicBezTo>
                <a:cubicBezTo>
                  <a:pt x="9484" y="69222"/>
                  <a:pt x="9484" y="69222"/>
                  <a:pt x="9533" y="69197"/>
                </a:cubicBezTo>
                <a:close/>
                <a:moveTo>
                  <a:pt x="84954" y="63074"/>
                </a:moveTo>
                <a:cubicBezTo>
                  <a:pt x="85377" y="63422"/>
                  <a:pt x="85825" y="63746"/>
                  <a:pt x="86223" y="64095"/>
                </a:cubicBezTo>
                <a:cubicBezTo>
                  <a:pt x="84431" y="66335"/>
                  <a:pt x="82564" y="68550"/>
                  <a:pt x="80573" y="70691"/>
                </a:cubicBezTo>
                <a:cubicBezTo>
                  <a:pt x="80448" y="70591"/>
                  <a:pt x="80349" y="70516"/>
                  <a:pt x="80224" y="70417"/>
                </a:cubicBezTo>
                <a:cubicBezTo>
                  <a:pt x="82116" y="68027"/>
                  <a:pt x="83709" y="65538"/>
                  <a:pt x="84954" y="63074"/>
                </a:cubicBezTo>
                <a:close/>
                <a:moveTo>
                  <a:pt x="20137" y="66484"/>
                </a:moveTo>
                <a:lnTo>
                  <a:pt x="20137" y="66534"/>
                </a:lnTo>
                <a:lnTo>
                  <a:pt x="20112" y="66559"/>
                </a:lnTo>
                <a:cubicBezTo>
                  <a:pt x="19714" y="66609"/>
                  <a:pt x="19291" y="66708"/>
                  <a:pt x="18893" y="66808"/>
                </a:cubicBezTo>
                <a:cubicBezTo>
                  <a:pt x="18594" y="66857"/>
                  <a:pt x="18295" y="66957"/>
                  <a:pt x="18021" y="67057"/>
                </a:cubicBezTo>
                <a:cubicBezTo>
                  <a:pt x="17673" y="67156"/>
                  <a:pt x="17299" y="67231"/>
                  <a:pt x="16976" y="67330"/>
                </a:cubicBezTo>
                <a:cubicBezTo>
                  <a:pt x="16652" y="67430"/>
                  <a:pt x="16354" y="67554"/>
                  <a:pt x="16030" y="67679"/>
                </a:cubicBezTo>
                <a:cubicBezTo>
                  <a:pt x="15731" y="67803"/>
                  <a:pt x="15408" y="67903"/>
                  <a:pt x="15109" y="68027"/>
                </a:cubicBezTo>
                <a:cubicBezTo>
                  <a:pt x="14785" y="68152"/>
                  <a:pt x="14512" y="68301"/>
                  <a:pt x="14188" y="68426"/>
                </a:cubicBezTo>
                <a:cubicBezTo>
                  <a:pt x="13889" y="68550"/>
                  <a:pt x="13566" y="68699"/>
                  <a:pt x="13267" y="68849"/>
                </a:cubicBezTo>
                <a:cubicBezTo>
                  <a:pt x="12993" y="68973"/>
                  <a:pt x="12744" y="69147"/>
                  <a:pt x="12446" y="69297"/>
                </a:cubicBezTo>
                <a:cubicBezTo>
                  <a:pt x="12147" y="69471"/>
                  <a:pt x="11799" y="69645"/>
                  <a:pt x="11500" y="69819"/>
                </a:cubicBezTo>
                <a:cubicBezTo>
                  <a:pt x="11251" y="69969"/>
                  <a:pt x="11027" y="70143"/>
                  <a:pt x="10803" y="70292"/>
                </a:cubicBezTo>
                <a:cubicBezTo>
                  <a:pt x="10529" y="70467"/>
                  <a:pt x="10255" y="70641"/>
                  <a:pt x="10006" y="70815"/>
                </a:cubicBezTo>
                <a:lnTo>
                  <a:pt x="10006" y="70765"/>
                </a:lnTo>
                <a:cubicBezTo>
                  <a:pt x="10206" y="70591"/>
                  <a:pt x="10454" y="70442"/>
                  <a:pt x="10678" y="70292"/>
                </a:cubicBezTo>
                <a:lnTo>
                  <a:pt x="11525" y="69720"/>
                </a:lnTo>
                <a:lnTo>
                  <a:pt x="12371" y="69272"/>
                </a:lnTo>
                <a:cubicBezTo>
                  <a:pt x="12670" y="69098"/>
                  <a:pt x="12993" y="68923"/>
                  <a:pt x="13292" y="68774"/>
                </a:cubicBezTo>
                <a:cubicBezTo>
                  <a:pt x="13541" y="68650"/>
                  <a:pt x="13815" y="68525"/>
                  <a:pt x="14113" y="68401"/>
                </a:cubicBezTo>
                <a:lnTo>
                  <a:pt x="15134" y="67928"/>
                </a:lnTo>
                <a:cubicBezTo>
                  <a:pt x="15383" y="67828"/>
                  <a:pt x="15657" y="67729"/>
                  <a:pt x="15906" y="67654"/>
                </a:cubicBezTo>
                <a:cubicBezTo>
                  <a:pt x="16279" y="67530"/>
                  <a:pt x="16652" y="67355"/>
                  <a:pt x="17026" y="67231"/>
                </a:cubicBezTo>
                <a:cubicBezTo>
                  <a:pt x="17275" y="67156"/>
                  <a:pt x="17524" y="67106"/>
                  <a:pt x="17797" y="67032"/>
                </a:cubicBezTo>
                <a:cubicBezTo>
                  <a:pt x="18171" y="66907"/>
                  <a:pt x="18594" y="66808"/>
                  <a:pt x="18967" y="66708"/>
                </a:cubicBezTo>
                <a:cubicBezTo>
                  <a:pt x="19241" y="66658"/>
                  <a:pt x="19515" y="66609"/>
                  <a:pt x="19789" y="66559"/>
                </a:cubicBezTo>
                <a:cubicBezTo>
                  <a:pt x="19913" y="66534"/>
                  <a:pt x="20013" y="66534"/>
                  <a:pt x="20137" y="66484"/>
                </a:cubicBezTo>
                <a:close/>
                <a:moveTo>
                  <a:pt x="24941" y="66285"/>
                </a:moveTo>
                <a:cubicBezTo>
                  <a:pt x="26808" y="66285"/>
                  <a:pt x="28625" y="66484"/>
                  <a:pt x="30367" y="66907"/>
                </a:cubicBezTo>
                <a:cubicBezTo>
                  <a:pt x="30417" y="66907"/>
                  <a:pt x="30442" y="66932"/>
                  <a:pt x="30467" y="66932"/>
                </a:cubicBezTo>
                <a:cubicBezTo>
                  <a:pt x="30691" y="66982"/>
                  <a:pt x="30865" y="67032"/>
                  <a:pt x="31089" y="67081"/>
                </a:cubicBezTo>
                <a:cubicBezTo>
                  <a:pt x="31413" y="68276"/>
                  <a:pt x="31935" y="69297"/>
                  <a:pt x="32657" y="70143"/>
                </a:cubicBezTo>
                <a:lnTo>
                  <a:pt x="32608" y="70143"/>
                </a:lnTo>
                <a:cubicBezTo>
                  <a:pt x="32533" y="70093"/>
                  <a:pt x="32408" y="70093"/>
                  <a:pt x="32309" y="70068"/>
                </a:cubicBezTo>
                <a:cubicBezTo>
                  <a:pt x="31935" y="70019"/>
                  <a:pt x="31562" y="69969"/>
                  <a:pt x="31164" y="69944"/>
                </a:cubicBezTo>
                <a:cubicBezTo>
                  <a:pt x="31039" y="69944"/>
                  <a:pt x="30915" y="69919"/>
                  <a:pt x="30815" y="69919"/>
                </a:cubicBezTo>
                <a:cubicBezTo>
                  <a:pt x="30318" y="69894"/>
                  <a:pt x="29845" y="69844"/>
                  <a:pt x="29347" y="69844"/>
                </a:cubicBezTo>
                <a:cubicBezTo>
                  <a:pt x="28973" y="69844"/>
                  <a:pt x="28625" y="69844"/>
                  <a:pt x="28252" y="69894"/>
                </a:cubicBezTo>
                <a:cubicBezTo>
                  <a:pt x="28102" y="69894"/>
                  <a:pt x="27928" y="69919"/>
                  <a:pt x="27754" y="69919"/>
                </a:cubicBezTo>
                <a:cubicBezTo>
                  <a:pt x="27580" y="69919"/>
                  <a:pt x="27380" y="69944"/>
                  <a:pt x="27181" y="69944"/>
                </a:cubicBezTo>
                <a:lnTo>
                  <a:pt x="26509" y="70043"/>
                </a:lnTo>
                <a:cubicBezTo>
                  <a:pt x="26360" y="70068"/>
                  <a:pt x="26211" y="70068"/>
                  <a:pt x="26086" y="70093"/>
                </a:cubicBezTo>
                <a:cubicBezTo>
                  <a:pt x="25837" y="70143"/>
                  <a:pt x="25613" y="70193"/>
                  <a:pt x="25364" y="70218"/>
                </a:cubicBezTo>
                <a:cubicBezTo>
                  <a:pt x="25240" y="70268"/>
                  <a:pt x="25115" y="70268"/>
                  <a:pt x="24991" y="70292"/>
                </a:cubicBezTo>
                <a:lnTo>
                  <a:pt x="24244" y="70467"/>
                </a:lnTo>
                <a:cubicBezTo>
                  <a:pt x="24145" y="70492"/>
                  <a:pt x="24020" y="70541"/>
                  <a:pt x="23945" y="70541"/>
                </a:cubicBezTo>
                <a:cubicBezTo>
                  <a:pt x="23697" y="70591"/>
                  <a:pt x="23448" y="70691"/>
                  <a:pt x="23199" y="70740"/>
                </a:cubicBezTo>
                <a:cubicBezTo>
                  <a:pt x="23124" y="70790"/>
                  <a:pt x="23074" y="70790"/>
                  <a:pt x="23000" y="70815"/>
                </a:cubicBezTo>
                <a:cubicBezTo>
                  <a:pt x="22352" y="70218"/>
                  <a:pt x="21879" y="69571"/>
                  <a:pt x="21506" y="68849"/>
                </a:cubicBezTo>
                <a:cubicBezTo>
                  <a:pt x="21954" y="68027"/>
                  <a:pt x="22402" y="67181"/>
                  <a:pt x="22900" y="66360"/>
                </a:cubicBezTo>
                <a:lnTo>
                  <a:pt x="22950" y="66360"/>
                </a:lnTo>
                <a:cubicBezTo>
                  <a:pt x="23597" y="66310"/>
                  <a:pt x="24269" y="66285"/>
                  <a:pt x="24941" y="66285"/>
                </a:cubicBezTo>
                <a:close/>
                <a:moveTo>
                  <a:pt x="9807" y="70790"/>
                </a:moveTo>
                <a:lnTo>
                  <a:pt x="9807" y="70815"/>
                </a:lnTo>
                <a:lnTo>
                  <a:pt x="9807" y="70840"/>
                </a:lnTo>
                <a:lnTo>
                  <a:pt x="9757" y="70840"/>
                </a:lnTo>
                <a:lnTo>
                  <a:pt x="9757" y="70815"/>
                </a:lnTo>
                <a:lnTo>
                  <a:pt x="9782" y="70815"/>
                </a:lnTo>
                <a:cubicBezTo>
                  <a:pt x="9807" y="70815"/>
                  <a:pt x="9807" y="70790"/>
                  <a:pt x="9807" y="70790"/>
                </a:cubicBezTo>
                <a:close/>
                <a:moveTo>
                  <a:pt x="80100" y="70566"/>
                </a:moveTo>
                <a:cubicBezTo>
                  <a:pt x="80199" y="70666"/>
                  <a:pt x="80324" y="70765"/>
                  <a:pt x="80398" y="70815"/>
                </a:cubicBezTo>
                <a:lnTo>
                  <a:pt x="80374" y="70840"/>
                </a:lnTo>
                <a:cubicBezTo>
                  <a:pt x="80274" y="70765"/>
                  <a:pt x="80150" y="70666"/>
                  <a:pt x="80075" y="70591"/>
                </a:cubicBezTo>
                <a:lnTo>
                  <a:pt x="80100" y="70566"/>
                </a:lnTo>
                <a:close/>
                <a:moveTo>
                  <a:pt x="86347" y="64219"/>
                </a:moveTo>
                <a:cubicBezTo>
                  <a:pt x="86372" y="64219"/>
                  <a:pt x="86372" y="64244"/>
                  <a:pt x="86422" y="64244"/>
                </a:cubicBezTo>
                <a:cubicBezTo>
                  <a:pt x="84630" y="66484"/>
                  <a:pt x="82738" y="68699"/>
                  <a:pt x="80747" y="70840"/>
                </a:cubicBezTo>
                <a:cubicBezTo>
                  <a:pt x="80722" y="70840"/>
                  <a:pt x="80722" y="70815"/>
                  <a:pt x="80697" y="70815"/>
                </a:cubicBezTo>
                <a:cubicBezTo>
                  <a:pt x="82688" y="68674"/>
                  <a:pt x="84580" y="66459"/>
                  <a:pt x="86347" y="64219"/>
                </a:cubicBezTo>
                <a:close/>
                <a:moveTo>
                  <a:pt x="21382" y="69073"/>
                </a:moveTo>
                <a:cubicBezTo>
                  <a:pt x="21753" y="69716"/>
                  <a:pt x="22197" y="70334"/>
                  <a:pt x="22692" y="70904"/>
                </a:cubicBezTo>
                <a:lnTo>
                  <a:pt x="22692" y="70904"/>
                </a:lnTo>
                <a:cubicBezTo>
                  <a:pt x="22690" y="70904"/>
                  <a:pt x="22689" y="70904"/>
                  <a:pt x="22687" y="70904"/>
                </a:cubicBezTo>
                <a:cubicBezTo>
                  <a:pt x="22670" y="70904"/>
                  <a:pt x="22643" y="70915"/>
                  <a:pt x="22626" y="70915"/>
                </a:cubicBezTo>
                <a:cubicBezTo>
                  <a:pt x="22128" y="70392"/>
                  <a:pt x="21730" y="69795"/>
                  <a:pt x="21357" y="69147"/>
                </a:cubicBezTo>
                <a:cubicBezTo>
                  <a:pt x="21357" y="69098"/>
                  <a:pt x="21382" y="69098"/>
                  <a:pt x="21382" y="69073"/>
                </a:cubicBezTo>
                <a:close/>
                <a:moveTo>
                  <a:pt x="80573" y="70940"/>
                </a:moveTo>
                <a:cubicBezTo>
                  <a:pt x="80598" y="70940"/>
                  <a:pt x="80598" y="70964"/>
                  <a:pt x="80622" y="70964"/>
                </a:cubicBezTo>
                <a:lnTo>
                  <a:pt x="80598" y="71014"/>
                </a:lnTo>
                <a:cubicBezTo>
                  <a:pt x="80573" y="71014"/>
                  <a:pt x="80573" y="70964"/>
                  <a:pt x="80523" y="70964"/>
                </a:cubicBezTo>
                <a:lnTo>
                  <a:pt x="80573" y="70940"/>
                </a:lnTo>
                <a:close/>
                <a:moveTo>
                  <a:pt x="29297" y="70068"/>
                </a:moveTo>
                <a:cubicBezTo>
                  <a:pt x="29795" y="70068"/>
                  <a:pt x="30293" y="70093"/>
                  <a:pt x="30790" y="70143"/>
                </a:cubicBezTo>
                <a:cubicBezTo>
                  <a:pt x="30915" y="70143"/>
                  <a:pt x="31039" y="70168"/>
                  <a:pt x="31164" y="70168"/>
                </a:cubicBezTo>
                <a:cubicBezTo>
                  <a:pt x="31562" y="70193"/>
                  <a:pt x="31935" y="70268"/>
                  <a:pt x="32334" y="70317"/>
                </a:cubicBezTo>
                <a:cubicBezTo>
                  <a:pt x="32433" y="70342"/>
                  <a:pt x="32533" y="70342"/>
                  <a:pt x="32608" y="70392"/>
                </a:cubicBezTo>
                <a:cubicBezTo>
                  <a:pt x="32637" y="70347"/>
                  <a:pt x="32658" y="70338"/>
                  <a:pt x="32676" y="70338"/>
                </a:cubicBezTo>
                <a:cubicBezTo>
                  <a:pt x="32687" y="70338"/>
                  <a:pt x="32697" y="70342"/>
                  <a:pt x="32707" y="70342"/>
                </a:cubicBezTo>
                <a:cubicBezTo>
                  <a:pt x="32682" y="70392"/>
                  <a:pt x="32682" y="70392"/>
                  <a:pt x="32682" y="70417"/>
                </a:cubicBezTo>
                <a:cubicBezTo>
                  <a:pt x="32234" y="70317"/>
                  <a:pt x="31786" y="70268"/>
                  <a:pt x="31313" y="70218"/>
                </a:cubicBezTo>
                <a:cubicBezTo>
                  <a:pt x="31164" y="70218"/>
                  <a:pt x="31039" y="70193"/>
                  <a:pt x="30865" y="70193"/>
                </a:cubicBezTo>
                <a:cubicBezTo>
                  <a:pt x="30342" y="70168"/>
                  <a:pt x="29820" y="70143"/>
                  <a:pt x="29247" y="70143"/>
                </a:cubicBezTo>
                <a:lnTo>
                  <a:pt x="29197" y="70143"/>
                </a:lnTo>
                <a:cubicBezTo>
                  <a:pt x="28849" y="70143"/>
                  <a:pt x="28500" y="70143"/>
                  <a:pt x="28202" y="70168"/>
                </a:cubicBezTo>
                <a:cubicBezTo>
                  <a:pt x="27953" y="70168"/>
                  <a:pt x="27679" y="70193"/>
                  <a:pt x="27430" y="70218"/>
                </a:cubicBezTo>
                <a:cubicBezTo>
                  <a:pt x="27331" y="70218"/>
                  <a:pt x="27231" y="70218"/>
                  <a:pt x="27131" y="70268"/>
                </a:cubicBezTo>
                <a:cubicBezTo>
                  <a:pt x="26833" y="70292"/>
                  <a:pt x="26484" y="70317"/>
                  <a:pt x="26186" y="70392"/>
                </a:cubicBezTo>
                <a:lnTo>
                  <a:pt x="26061" y="70392"/>
                </a:lnTo>
                <a:cubicBezTo>
                  <a:pt x="25713" y="70442"/>
                  <a:pt x="25339" y="70516"/>
                  <a:pt x="24991" y="70566"/>
                </a:cubicBezTo>
                <a:cubicBezTo>
                  <a:pt x="24369" y="70691"/>
                  <a:pt x="23746" y="70840"/>
                  <a:pt x="23124" y="71039"/>
                </a:cubicBezTo>
                <a:lnTo>
                  <a:pt x="23099" y="71014"/>
                </a:lnTo>
                <a:lnTo>
                  <a:pt x="23074" y="70964"/>
                </a:lnTo>
                <a:cubicBezTo>
                  <a:pt x="23348" y="70890"/>
                  <a:pt x="23622" y="70815"/>
                  <a:pt x="23896" y="70716"/>
                </a:cubicBezTo>
                <a:cubicBezTo>
                  <a:pt x="23970" y="70716"/>
                  <a:pt x="23995" y="70691"/>
                  <a:pt x="24070" y="70691"/>
                </a:cubicBezTo>
                <a:cubicBezTo>
                  <a:pt x="24369" y="70641"/>
                  <a:pt x="24692" y="70541"/>
                  <a:pt x="24966" y="70467"/>
                </a:cubicBezTo>
                <a:cubicBezTo>
                  <a:pt x="25016" y="70467"/>
                  <a:pt x="25090" y="70442"/>
                  <a:pt x="25140" y="70442"/>
                </a:cubicBezTo>
                <a:cubicBezTo>
                  <a:pt x="25439" y="70392"/>
                  <a:pt x="25738" y="70317"/>
                  <a:pt x="26011" y="70292"/>
                </a:cubicBezTo>
                <a:cubicBezTo>
                  <a:pt x="26111" y="70268"/>
                  <a:pt x="26235" y="70268"/>
                  <a:pt x="26335" y="70268"/>
                </a:cubicBezTo>
                <a:cubicBezTo>
                  <a:pt x="26584" y="70218"/>
                  <a:pt x="26833" y="70193"/>
                  <a:pt x="27107" y="70168"/>
                </a:cubicBezTo>
                <a:cubicBezTo>
                  <a:pt x="27306" y="70143"/>
                  <a:pt x="27455" y="70143"/>
                  <a:pt x="27629" y="70143"/>
                </a:cubicBezTo>
                <a:cubicBezTo>
                  <a:pt x="27828" y="70143"/>
                  <a:pt x="28003" y="70093"/>
                  <a:pt x="28202" y="70093"/>
                </a:cubicBezTo>
                <a:cubicBezTo>
                  <a:pt x="28575" y="70068"/>
                  <a:pt x="28924" y="70068"/>
                  <a:pt x="29297" y="70068"/>
                </a:cubicBezTo>
                <a:close/>
                <a:moveTo>
                  <a:pt x="22891" y="71070"/>
                </a:moveTo>
                <a:cubicBezTo>
                  <a:pt x="22888" y="71070"/>
                  <a:pt x="22888" y="71077"/>
                  <a:pt x="22900" y="71089"/>
                </a:cubicBezTo>
                <a:cubicBezTo>
                  <a:pt x="22896" y="71082"/>
                  <a:pt x="22893" y="71076"/>
                  <a:pt x="22891" y="71070"/>
                </a:cubicBezTo>
                <a:close/>
                <a:moveTo>
                  <a:pt x="45377" y="70840"/>
                </a:moveTo>
                <a:cubicBezTo>
                  <a:pt x="45377" y="70890"/>
                  <a:pt x="45377" y="70940"/>
                  <a:pt x="45402" y="70964"/>
                </a:cubicBezTo>
                <a:cubicBezTo>
                  <a:pt x="45402" y="71014"/>
                  <a:pt x="45377" y="71064"/>
                  <a:pt x="45377" y="71089"/>
                </a:cubicBezTo>
                <a:cubicBezTo>
                  <a:pt x="45377" y="71064"/>
                  <a:pt x="45377" y="71014"/>
                  <a:pt x="45352" y="70964"/>
                </a:cubicBezTo>
                <a:cubicBezTo>
                  <a:pt x="45352" y="70915"/>
                  <a:pt x="45352" y="70890"/>
                  <a:pt x="45377" y="70840"/>
                </a:cubicBezTo>
                <a:close/>
                <a:moveTo>
                  <a:pt x="22850" y="71039"/>
                </a:moveTo>
                <a:cubicBezTo>
                  <a:pt x="22871" y="71039"/>
                  <a:pt x="22875" y="71039"/>
                  <a:pt x="22891" y="71070"/>
                </a:cubicBezTo>
                <a:lnTo>
                  <a:pt x="22891" y="71070"/>
                </a:lnTo>
                <a:cubicBezTo>
                  <a:pt x="22891" y="71070"/>
                  <a:pt x="22891" y="71070"/>
                  <a:pt x="22891" y="71070"/>
                </a:cubicBezTo>
                <a:cubicBezTo>
                  <a:pt x="22894" y="71070"/>
                  <a:pt x="22900" y="71076"/>
                  <a:pt x="22900" y="71089"/>
                </a:cubicBezTo>
                <a:cubicBezTo>
                  <a:pt x="22875" y="71089"/>
                  <a:pt x="22850" y="71089"/>
                  <a:pt x="22850" y="71139"/>
                </a:cubicBezTo>
                <a:lnTo>
                  <a:pt x="22825" y="71089"/>
                </a:lnTo>
                <a:cubicBezTo>
                  <a:pt x="22825" y="71089"/>
                  <a:pt x="22776" y="71089"/>
                  <a:pt x="22776" y="71064"/>
                </a:cubicBezTo>
                <a:cubicBezTo>
                  <a:pt x="22825" y="71064"/>
                  <a:pt x="22825" y="71064"/>
                  <a:pt x="22825" y="71039"/>
                </a:cubicBezTo>
                <a:close/>
                <a:moveTo>
                  <a:pt x="96926" y="63099"/>
                </a:moveTo>
                <a:cubicBezTo>
                  <a:pt x="98071" y="63248"/>
                  <a:pt x="99191" y="63348"/>
                  <a:pt x="100311" y="63373"/>
                </a:cubicBezTo>
                <a:cubicBezTo>
                  <a:pt x="98569" y="65986"/>
                  <a:pt x="96677" y="68575"/>
                  <a:pt x="94661" y="71139"/>
                </a:cubicBezTo>
                <a:cubicBezTo>
                  <a:pt x="94313" y="70765"/>
                  <a:pt x="93964" y="70417"/>
                  <a:pt x="93591" y="70068"/>
                </a:cubicBezTo>
                <a:cubicBezTo>
                  <a:pt x="94960" y="67729"/>
                  <a:pt x="96080" y="65364"/>
                  <a:pt x="96926" y="63099"/>
                </a:cubicBezTo>
                <a:close/>
                <a:moveTo>
                  <a:pt x="38905" y="61829"/>
                </a:moveTo>
                <a:cubicBezTo>
                  <a:pt x="39552" y="62377"/>
                  <a:pt x="40174" y="62950"/>
                  <a:pt x="40772" y="63547"/>
                </a:cubicBezTo>
                <a:cubicBezTo>
                  <a:pt x="40324" y="64792"/>
                  <a:pt x="40025" y="65986"/>
                  <a:pt x="39826" y="67181"/>
                </a:cubicBezTo>
                <a:cubicBezTo>
                  <a:pt x="39801" y="67281"/>
                  <a:pt x="39801" y="67380"/>
                  <a:pt x="39776" y="67480"/>
                </a:cubicBezTo>
                <a:lnTo>
                  <a:pt x="39776" y="67579"/>
                </a:lnTo>
                <a:cubicBezTo>
                  <a:pt x="39751" y="67704"/>
                  <a:pt x="39751" y="67828"/>
                  <a:pt x="39751" y="67953"/>
                </a:cubicBezTo>
                <a:cubicBezTo>
                  <a:pt x="39751" y="68077"/>
                  <a:pt x="39701" y="68226"/>
                  <a:pt x="39701" y="68351"/>
                </a:cubicBezTo>
                <a:cubicBezTo>
                  <a:pt x="39677" y="68575"/>
                  <a:pt x="39677" y="68799"/>
                  <a:pt x="39677" y="69023"/>
                </a:cubicBezTo>
                <a:lnTo>
                  <a:pt x="39677" y="69098"/>
                </a:lnTo>
                <a:lnTo>
                  <a:pt x="39677" y="69197"/>
                </a:lnTo>
                <a:lnTo>
                  <a:pt x="39677" y="69695"/>
                </a:lnTo>
                <a:cubicBezTo>
                  <a:pt x="39677" y="69844"/>
                  <a:pt x="39677" y="70043"/>
                  <a:pt x="39701" y="70193"/>
                </a:cubicBezTo>
                <a:cubicBezTo>
                  <a:pt x="39701" y="70292"/>
                  <a:pt x="39701" y="70392"/>
                  <a:pt x="39751" y="70442"/>
                </a:cubicBezTo>
                <a:lnTo>
                  <a:pt x="39751" y="70566"/>
                </a:lnTo>
                <a:lnTo>
                  <a:pt x="39751" y="70591"/>
                </a:lnTo>
                <a:cubicBezTo>
                  <a:pt x="39776" y="70765"/>
                  <a:pt x="39776" y="70890"/>
                  <a:pt x="39801" y="71039"/>
                </a:cubicBezTo>
                <a:cubicBezTo>
                  <a:pt x="39801" y="71089"/>
                  <a:pt x="39826" y="71164"/>
                  <a:pt x="39826" y="71213"/>
                </a:cubicBezTo>
                <a:lnTo>
                  <a:pt x="39776" y="71164"/>
                </a:lnTo>
                <a:lnTo>
                  <a:pt x="39776" y="71188"/>
                </a:lnTo>
                <a:lnTo>
                  <a:pt x="39701" y="71139"/>
                </a:lnTo>
                <a:cubicBezTo>
                  <a:pt x="39627" y="71039"/>
                  <a:pt x="39502" y="70940"/>
                  <a:pt x="39403" y="70840"/>
                </a:cubicBezTo>
                <a:cubicBezTo>
                  <a:pt x="39278" y="70716"/>
                  <a:pt x="39129" y="70591"/>
                  <a:pt x="39005" y="70516"/>
                </a:cubicBezTo>
                <a:cubicBezTo>
                  <a:pt x="38880" y="70417"/>
                  <a:pt x="38756" y="70292"/>
                  <a:pt x="38581" y="70193"/>
                </a:cubicBezTo>
                <a:lnTo>
                  <a:pt x="38208" y="69919"/>
                </a:lnTo>
                <a:cubicBezTo>
                  <a:pt x="38059" y="69795"/>
                  <a:pt x="37909" y="69695"/>
                  <a:pt x="37760" y="69571"/>
                </a:cubicBezTo>
                <a:cubicBezTo>
                  <a:pt x="37660" y="69521"/>
                  <a:pt x="37536" y="69421"/>
                  <a:pt x="37436" y="69347"/>
                </a:cubicBezTo>
                <a:cubicBezTo>
                  <a:pt x="37262" y="69222"/>
                  <a:pt x="37063" y="69098"/>
                  <a:pt x="36889" y="69023"/>
                </a:cubicBezTo>
                <a:cubicBezTo>
                  <a:pt x="36789" y="68948"/>
                  <a:pt x="36690" y="68899"/>
                  <a:pt x="36590" y="68849"/>
                </a:cubicBezTo>
                <a:cubicBezTo>
                  <a:pt x="36391" y="68724"/>
                  <a:pt x="36192" y="68600"/>
                  <a:pt x="35968" y="68475"/>
                </a:cubicBezTo>
                <a:cubicBezTo>
                  <a:pt x="35918" y="68450"/>
                  <a:pt x="35818" y="68401"/>
                  <a:pt x="35769" y="68351"/>
                </a:cubicBezTo>
                <a:cubicBezTo>
                  <a:pt x="35545" y="68226"/>
                  <a:pt x="35296" y="68102"/>
                  <a:pt x="35072" y="68027"/>
                </a:cubicBezTo>
                <a:lnTo>
                  <a:pt x="34898" y="67928"/>
                </a:lnTo>
                <a:cubicBezTo>
                  <a:pt x="34823" y="67903"/>
                  <a:pt x="34773" y="67853"/>
                  <a:pt x="34673" y="67828"/>
                </a:cubicBezTo>
                <a:cubicBezTo>
                  <a:pt x="36018" y="65862"/>
                  <a:pt x="37412" y="63846"/>
                  <a:pt x="38905" y="61829"/>
                </a:cubicBezTo>
                <a:close/>
                <a:moveTo>
                  <a:pt x="52272" y="66733"/>
                </a:moveTo>
                <a:lnTo>
                  <a:pt x="52272" y="66808"/>
                </a:lnTo>
                <a:lnTo>
                  <a:pt x="52197" y="67181"/>
                </a:lnTo>
                <a:lnTo>
                  <a:pt x="52197" y="67281"/>
                </a:lnTo>
                <a:cubicBezTo>
                  <a:pt x="52197" y="67405"/>
                  <a:pt x="52147" y="67530"/>
                  <a:pt x="52147" y="67679"/>
                </a:cubicBezTo>
                <a:lnTo>
                  <a:pt x="52147" y="67803"/>
                </a:lnTo>
                <a:lnTo>
                  <a:pt x="52147" y="68226"/>
                </a:lnTo>
                <a:cubicBezTo>
                  <a:pt x="52147" y="68301"/>
                  <a:pt x="52147" y="68351"/>
                  <a:pt x="52197" y="68426"/>
                </a:cubicBezTo>
                <a:cubicBezTo>
                  <a:pt x="52197" y="68575"/>
                  <a:pt x="52222" y="68699"/>
                  <a:pt x="52247" y="68849"/>
                </a:cubicBezTo>
                <a:lnTo>
                  <a:pt x="52247" y="68948"/>
                </a:lnTo>
                <a:cubicBezTo>
                  <a:pt x="50579" y="69894"/>
                  <a:pt x="48886" y="70666"/>
                  <a:pt x="47268" y="71263"/>
                </a:cubicBezTo>
                <a:cubicBezTo>
                  <a:pt x="47468" y="70940"/>
                  <a:pt x="47617" y="70666"/>
                  <a:pt x="47741" y="70442"/>
                </a:cubicBezTo>
                <a:cubicBezTo>
                  <a:pt x="47841" y="70317"/>
                  <a:pt x="47891" y="70168"/>
                  <a:pt x="47990" y="70019"/>
                </a:cubicBezTo>
                <a:cubicBezTo>
                  <a:pt x="48015" y="69944"/>
                  <a:pt x="48090" y="69894"/>
                  <a:pt x="48115" y="69819"/>
                </a:cubicBezTo>
                <a:cubicBezTo>
                  <a:pt x="48214" y="69645"/>
                  <a:pt x="48339" y="69421"/>
                  <a:pt x="48488" y="69147"/>
                </a:cubicBezTo>
                <a:cubicBezTo>
                  <a:pt x="49110" y="68799"/>
                  <a:pt x="49708" y="68401"/>
                  <a:pt x="50330" y="68027"/>
                </a:cubicBezTo>
                <a:cubicBezTo>
                  <a:pt x="50479" y="67928"/>
                  <a:pt x="50654" y="67803"/>
                  <a:pt x="50878" y="67679"/>
                </a:cubicBezTo>
                <a:cubicBezTo>
                  <a:pt x="51127" y="67530"/>
                  <a:pt x="51450" y="67330"/>
                  <a:pt x="51724" y="67106"/>
                </a:cubicBezTo>
                <a:lnTo>
                  <a:pt x="52272" y="66733"/>
                </a:lnTo>
                <a:close/>
                <a:moveTo>
                  <a:pt x="48090" y="69347"/>
                </a:moveTo>
                <a:lnTo>
                  <a:pt x="48090" y="69347"/>
                </a:lnTo>
                <a:cubicBezTo>
                  <a:pt x="47990" y="69471"/>
                  <a:pt x="47916" y="69645"/>
                  <a:pt x="47841" y="69770"/>
                </a:cubicBezTo>
                <a:cubicBezTo>
                  <a:pt x="47841" y="69787"/>
                  <a:pt x="47841" y="69805"/>
                  <a:pt x="47823" y="69805"/>
                </a:cubicBezTo>
                <a:cubicBezTo>
                  <a:pt x="47816" y="69805"/>
                  <a:pt x="47806" y="69802"/>
                  <a:pt x="47791" y="69795"/>
                </a:cubicBezTo>
                <a:lnTo>
                  <a:pt x="47791" y="69795"/>
                </a:lnTo>
                <a:cubicBezTo>
                  <a:pt x="47841" y="69819"/>
                  <a:pt x="47766" y="69919"/>
                  <a:pt x="47667" y="70068"/>
                </a:cubicBezTo>
                <a:cubicBezTo>
                  <a:pt x="47418" y="70467"/>
                  <a:pt x="47219" y="70890"/>
                  <a:pt x="46970" y="71288"/>
                </a:cubicBezTo>
                <a:cubicBezTo>
                  <a:pt x="47144" y="70915"/>
                  <a:pt x="47343" y="70591"/>
                  <a:pt x="47468" y="70342"/>
                </a:cubicBezTo>
                <a:cubicBezTo>
                  <a:pt x="47542" y="70193"/>
                  <a:pt x="47617" y="70043"/>
                  <a:pt x="47716" y="69894"/>
                </a:cubicBezTo>
                <a:cubicBezTo>
                  <a:pt x="47766" y="69844"/>
                  <a:pt x="47766" y="69819"/>
                  <a:pt x="47791" y="69795"/>
                </a:cubicBezTo>
                <a:lnTo>
                  <a:pt x="47791" y="69795"/>
                </a:lnTo>
                <a:cubicBezTo>
                  <a:pt x="47791" y="69795"/>
                  <a:pt x="47791" y="69795"/>
                  <a:pt x="47791" y="69795"/>
                </a:cubicBezTo>
                <a:cubicBezTo>
                  <a:pt x="47866" y="69670"/>
                  <a:pt x="47965" y="69546"/>
                  <a:pt x="48040" y="69396"/>
                </a:cubicBezTo>
                <a:lnTo>
                  <a:pt x="48090" y="69347"/>
                </a:lnTo>
                <a:close/>
                <a:moveTo>
                  <a:pt x="100635" y="63348"/>
                </a:moveTo>
                <a:cubicBezTo>
                  <a:pt x="98868" y="66036"/>
                  <a:pt x="96926" y="68674"/>
                  <a:pt x="94835" y="71288"/>
                </a:cubicBezTo>
                <a:lnTo>
                  <a:pt x="94810" y="71263"/>
                </a:lnTo>
                <a:cubicBezTo>
                  <a:pt x="96876" y="68674"/>
                  <a:pt x="98793" y="66036"/>
                  <a:pt x="100560" y="63348"/>
                </a:cubicBezTo>
                <a:close/>
                <a:moveTo>
                  <a:pt x="93516" y="70218"/>
                </a:moveTo>
                <a:lnTo>
                  <a:pt x="94537" y="71263"/>
                </a:lnTo>
                <a:cubicBezTo>
                  <a:pt x="94537" y="71288"/>
                  <a:pt x="94512" y="71288"/>
                  <a:pt x="94512" y="71313"/>
                </a:cubicBezTo>
                <a:lnTo>
                  <a:pt x="93466" y="70292"/>
                </a:lnTo>
                <a:cubicBezTo>
                  <a:pt x="93466" y="70268"/>
                  <a:pt x="93516" y="70218"/>
                  <a:pt x="93516" y="70218"/>
                </a:cubicBezTo>
                <a:close/>
                <a:moveTo>
                  <a:pt x="44406" y="68774"/>
                </a:moveTo>
                <a:cubicBezTo>
                  <a:pt x="44655" y="69297"/>
                  <a:pt x="44854" y="69844"/>
                  <a:pt x="45003" y="70417"/>
                </a:cubicBezTo>
                <a:cubicBezTo>
                  <a:pt x="44729" y="70541"/>
                  <a:pt x="44431" y="70666"/>
                  <a:pt x="44132" y="70815"/>
                </a:cubicBezTo>
                <a:cubicBezTo>
                  <a:pt x="44008" y="70890"/>
                  <a:pt x="43908" y="70915"/>
                  <a:pt x="43784" y="70964"/>
                </a:cubicBezTo>
                <a:cubicBezTo>
                  <a:pt x="43759" y="71014"/>
                  <a:pt x="43684" y="71014"/>
                  <a:pt x="43659" y="71039"/>
                </a:cubicBezTo>
                <a:cubicBezTo>
                  <a:pt x="43360" y="71164"/>
                  <a:pt x="43037" y="71288"/>
                  <a:pt x="42763" y="71388"/>
                </a:cubicBezTo>
                <a:lnTo>
                  <a:pt x="42763" y="71338"/>
                </a:lnTo>
                <a:cubicBezTo>
                  <a:pt x="42888" y="71164"/>
                  <a:pt x="43012" y="70940"/>
                  <a:pt x="43136" y="70765"/>
                </a:cubicBezTo>
                <a:cubicBezTo>
                  <a:pt x="43161" y="70716"/>
                  <a:pt x="43186" y="70691"/>
                  <a:pt x="43186" y="70641"/>
                </a:cubicBezTo>
                <a:cubicBezTo>
                  <a:pt x="43560" y="70019"/>
                  <a:pt x="43958" y="69396"/>
                  <a:pt x="44406" y="68774"/>
                </a:cubicBezTo>
                <a:close/>
                <a:moveTo>
                  <a:pt x="44297" y="68488"/>
                </a:moveTo>
                <a:cubicBezTo>
                  <a:pt x="44300" y="68488"/>
                  <a:pt x="44306" y="68500"/>
                  <a:pt x="44306" y="68525"/>
                </a:cubicBezTo>
                <a:lnTo>
                  <a:pt x="44306" y="68550"/>
                </a:lnTo>
                <a:cubicBezTo>
                  <a:pt x="43673" y="69499"/>
                  <a:pt x="43064" y="70472"/>
                  <a:pt x="42479" y="71400"/>
                </a:cubicBezTo>
                <a:lnTo>
                  <a:pt x="42479" y="71400"/>
                </a:lnTo>
                <a:cubicBezTo>
                  <a:pt x="43057" y="70395"/>
                  <a:pt x="43658" y="69437"/>
                  <a:pt x="44306" y="68525"/>
                </a:cubicBezTo>
                <a:cubicBezTo>
                  <a:pt x="44294" y="68500"/>
                  <a:pt x="44294" y="68488"/>
                  <a:pt x="44297" y="68488"/>
                </a:cubicBezTo>
                <a:close/>
                <a:moveTo>
                  <a:pt x="67132" y="57822"/>
                </a:moveTo>
                <a:cubicBezTo>
                  <a:pt x="68127" y="59315"/>
                  <a:pt x="69571" y="61108"/>
                  <a:pt x="71512" y="63124"/>
                </a:cubicBezTo>
                <a:cubicBezTo>
                  <a:pt x="71015" y="63721"/>
                  <a:pt x="70517" y="64319"/>
                  <a:pt x="69994" y="64891"/>
                </a:cubicBezTo>
                <a:cubicBezTo>
                  <a:pt x="69944" y="64941"/>
                  <a:pt x="69919" y="64966"/>
                  <a:pt x="69894" y="65040"/>
                </a:cubicBezTo>
                <a:lnTo>
                  <a:pt x="69795" y="65115"/>
                </a:lnTo>
                <a:cubicBezTo>
                  <a:pt x="69297" y="65663"/>
                  <a:pt x="68799" y="66185"/>
                  <a:pt x="68276" y="66708"/>
                </a:cubicBezTo>
                <a:cubicBezTo>
                  <a:pt x="68003" y="66982"/>
                  <a:pt x="67704" y="67281"/>
                  <a:pt x="67405" y="67554"/>
                </a:cubicBezTo>
                <a:lnTo>
                  <a:pt x="67306" y="67654"/>
                </a:lnTo>
                <a:cubicBezTo>
                  <a:pt x="67281" y="67679"/>
                  <a:pt x="67256" y="67704"/>
                  <a:pt x="67206" y="67704"/>
                </a:cubicBezTo>
                <a:cubicBezTo>
                  <a:pt x="67156" y="67754"/>
                  <a:pt x="67057" y="67828"/>
                  <a:pt x="67007" y="67878"/>
                </a:cubicBezTo>
                <a:cubicBezTo>
                  <a:pt x="66833" y="68002"/>
                  <a:pt x="66708" y="68152"/>
                  <a:pt x="66559" y="68301"/>
                </a:cubicBezTo>
                <a:cubicBezTo>
                  <a:pt x="66459" y="68351"/>
                  <a:pt x="66410" y="68450"/>
                  <a:pt x="66310" y="68500"/>
                </a:cubicBezTo>
                <a:lnTo>
                  <a:pt x="65762" y="68973"/>
                </a:lnTo>
                <a:cubicBezTo>
                  <a:pt x="65638" y="69073"/>
                  <a:pt x="65514" y="69197"/>
                  <a:pt x="65414" y="69297"/>
                </a:cubicBezTo>
                <a:cubicBezTo>
                  <a:pt x="65314" y="69396"/>
                  <a:pt x="65190" y="69471"/>
                  <a:pt x="65090" y="69546"/>
                </a:cubicBezTo>
                <a:cubicBezTo>
                  <a:pt x="65041" y="69595"/>
                  <a:pt x="64966" y="69645"/>
                  <a:pt x="64916" y="69695"/>
                </a:cubicBezTo>
                <a:cubicBezTo>
                  <a:pt x="64767" y="69819"/>
                  <a:pt x="64642" y="69944"/>
                  <a:pt x="64468" y="70043"/>
                </a:cubicBezTo>
                <a:cubicBezTo>
                  <a:pt x="64393" y="70143"/>
                  <a:pt x="64294" y="70193"/>
                  <a:pt x="64169" y="70243"/>
                </a:cubicBezTo>
                <a:cubicBezTo>
                  <a:pt x="64145" y="70292"/>
                  <a:pt x="64070" y="70317"/>
                  <a:pt x="64045" y="70342"/>
                </a:cubicBezTo>
                <a:cubicBezTo>
                  <a:pt x="63896" y="70467"/>
                  <a:pt x="63771" y="70566"/>
                  <a:pt x="63597" y="70691"/>
                </a:cubicBezTo>
                <a:cubicBezTo>
                  <a:pt x="63572" y="70716"/>
                  <a:pt x="63547" y="70716"/>
                  <a:pt x="63522" y="70740"/>
                </a:cubicBezTo>
                <a:cubicBezTo>
                  <a:pt x="63473" y="70740"/>
                  <a:pt x="63473" y="70790"/>
                  <a:pt x="63448" y="70790"/>
                </a:cubicBezTo>
                <a:lnTo>
                  <a:pt x="63074" y="71064"/>
                </a:lnTo>
                <a:cubicBezTo>
                  <a:pt x="62950" y="71188"/>
                  <a:pt x="62825" y="71313"/>
                  <a:pt x="62676" y="71437"/>
                </a:cubicBezTo>
                <a:lnTo>
                  <a:pt x="62477" y="71263"/>
                </a:lnTo>
                <a:lnTo>
                  <a:pt x="61979" y="70765"/>
                </a:lnTo>
                <a:lnTo>
                  <a:pt x="61805" y="70566"/>
                </a:lnTo>
                <a:lnTo>
                  <a:pt x="61307" y="70068"/>
                </a:lnTo>
                <a:cubicBezTo>
                  <a:pt x="61232" y="70019"/>
                  <a:pt x="61183" y="69969"/>
                  <a:pt x="61133" y="69919"/>
                </a:cubicBezTo>
                <a:cubicBezTo>
                  <a:pt x="60959" y="69770"/>
                  <a:pt x="60809" y="69595"/>
                  <a:pt x="60610" y="69446"/>
                </a:cubicBezTo>
                <a:lnTo>
                  <a:pt x="60486" y="69322"/>
                </a:lnTo>
                <a:cubicBezTo>
                  <a:pt x="60311" y="69172"/>
                  <a:pt x="60112" y="69023"/>
                  <a:pt x="59963" y="68849"/>
                </a:cubicBezTo>
                <a:cubicBezTo>
                  <a:pt x="59938" y="68824"/>
                  <a:pt x="59913" y="68799"/>
                  <a:pt x="59863" y="68799"/>
                </a:cubicBezTo>
                <a:cubicBezTo>
                  <a:pt x="59689" y="68650"/>
                  <a:pt x="59490" y="68450"/>
                  <a:pt x="59316" y="68301"/>
                </a:cubicBezTo>
                <a:lnTo>
                  <a:pt x="59266" y="68276"/>
                </a:lnTo>
                <a:cubicBezTo>
                  <a:pt x="58644" y="67729"/>
                  <a:pt x="58071" y="67305"/>
                  <a:pt x="57499" y="66932"/>
                </a:cubicBezTo>
                <a:cubicBezTo>
                  <a:pt x="57698" y="66783"/>
                  <a:pt x="57872" y="66609"/>
                  <a:pt x="58096" y="66434"/>
                </a:cubicBezTo>
                <a:cubicBezTo>
                  <a:pt x="58196" y="66335"/>
                  <a:pt x="58320" y="66285"/>
                  <a:pt x="58395" y="66185"/>
                </a:cubicBezTo>
                <a:cubicBezTo>
                  <a:pt x="58469" y="66111"/>
                  <a:pt x="58519" y="66061"/>
                  <a:pt x="58594" y="66036"/>
                </a:cubicBezTo>
                <a:cubicBezTo>
                  <a:pt x="59017" y="65663"/>
                  <a:pt x="59440" y="65314"/>
                  <a:pt x="59863" y="64941"/>
                </a:cubicBezTo>
                <a:cubicBezTo>
                  <a:pt x="59963" y="64841"/>
                  <a:pt x="60062" y="64742"/>
                  <a:pt x="60187" y="64692"/>
                </a:cubicBezTo>
                <a:lnTo>
                  <a:pt x="60212" y="64667"/>
                </a:lnTo>
                <a:cubicBezTo>
                  <a:pt x="61307" y="63671"/>
                  <a:pt x="62402" y="62676"/>
                  <a:pt x="63448" y="61630"/>
                </a:cubicBezTo>
                <a:lnTo>
                  <a:pt x="63473" y="61605"/>
                </a:lnTo>
                <a:lnTo>
                  <a:pt x="64966" y="60112"/>
                </a:lnTo>
                <a:cubicBezTo>
                  <a:pt x="65066" y="60012"/>
                  <a:pt x="65140" y="59938"/>
                  <a:pt x="65215" y="59863"/>
                </a:cubicBezTo>
                <a:cubicBezTo>
                  <a:pt x="65663" y="59440"/>
                  <a:pt x="66061" y="58967"/>
                  <a:pt x="66509" y="58519"/>
                </a:cubicBezTo>
                <a:cubicBezTo>
                  <a:pt x="66559" y="58444"/>
                  <a:pt x="66659" y="58370"/>
                  <a:pt x="66708" y="58270"/>
                </a:cubicBezTo>
                <a:cubicBezTo>
                  <a:pt x="66833" y="58121"/>
                  <a:pt x="67007" y="57971"/>
                  <a:pt x="67132" y="57822"/>
                </a:cubicBezTo>
                <a:close/>
                <a:moveTo>
                  <a:pt x="9285" y="69670"/>
                </a:moveTo>
                <a:cubicBezTo>
                  <a:pt x="9384" y="70043"/>
                  <a:pt x="9459" y="70417"/>
                  <a:pt x="9533" y="70765"/>
                </a:cubicBezTo>
                <a:cubicBezTo>
                  <a:pt x="9409" y="70840"/>
                  <a:pt x="9260" y="70964"/>
                  <a:pt x="9135" y="71064"/>
                </a:cubicBezTo>
                <a:cubicBezTo>
                  <a:pt x="8961" y="71188"/>
                  <a:pt x="8812" y="71313"/>
                  <a:pt x="8662" y="71413"/>
                </a:cubicBezTo>
                <a:cubicBezTo>
                  <a:pt x="8637" y="71437"/>
                  <a:pt x="8588" y="71437"/>
                  <a:pt x="8563" y="71462"/>
                </a:cubicBezTo>
                <a:cubicBezTo>
                  <a:pt x="8787" y="70865"/>
                  <a:pt x="9036" y="70243"/>
                  <a:pt x="9285" y="69670"/>
                </a:cubicBezTo>
                <a:close/>
                <a:moveTo>
                  <a:pt x="57349" y="67057"/>
                </a:moveTo>
                <a:cubicBezTo>
                  <a:pt x="58320" y="67679"/>
                  <a:pt x="59341" y="68525"/>
                  <a:pt x="60461" y="69546"/>
                </a:cubicBezTo>
                <a:lnTo>
                  <a:pt x="60486" y="69571"/>
                </a:lnTo>
                <a:cubicBezTo>
                  <a:pt x="60685" y="69770"/>
                  <a:pt x="60909" y="69944"/>
                  <a:pt x="61083" y="70143"/>
                </a:cubicBezTo>
                <a:lnTo>
                  <a:pt x="61183" y="70218"/>
                </a:lnTo>
                <a:cubicBezTo>
                  <a:pt x="61357" y="70417"/>
                  <a:pt x="61556" y="70566"/>
                  <a:pt x="61730" y="70765"/>
                </a:cubicBezTo>
                <a:lnTo>
                  <a:pt x="61904" y="70915"/>
                </a:lnTo>
                <a:cubicBezTo>
                  <a:pt x="62079" y="71089"/>
                  <a:pt x="62228" y="71288"/>
                  <a:pt x="62427" y="71437"/>
                </a:cubicBezTo>
                <a:lnTo>
                  <a:pt x="62527" y="71537"/>
                </a:lnTo>
                <a:cubicBezTo>
                  <a:pt x="62477" y="71562"/>
                  <a:pt x="62477" y="71562"/>
                  <a:pt x="62452" y="71562"/>
                </a:cubicBezTo>
                <a:lnTo>
                  <a:pt x="61979" y="71089"/>
                </a:lnTo>
                <a:lnTo>
                  <a:pt x="61855" y="70964"/>
                </a:lnTo>
                <a:lnTo>
                  <a:pt x="61606" y="70716"/>
                </a:lnTo>
                <a:cubicBezTo>
                  <a:pt x="60013" y="69172"/>
                  <a:pt x="58594" y="67953"/>
                  <a:pt x="57300" y="67081"/>
                </a:cubicBezTo>
                <a:cubicBezTo>
                  <a:pt x="57324" y="67081"/>
                  <a:pt x="57324" y="67057"/>
                  <a:pt x="57349" y="67057"/>
                </a:cubicBezTo>
                <a:close/>
                <a:moveTo>
                  <a:pt x="52247" y="69172"/>
                </a:moveTo>
                <a:lnTo>
                  <a:pt x="52247" y="69222"/>
                </a:lnTo>
                <a:cubicBezTo>
                  <a:pt x="50507" y="70191"/>
                  <a:pt x="48768" y="70986"/>
                  <a:pt x="47054" y="71583"/>
                </a:cubicBezTo>
                <a:lnTo>
                  <a:pt x="47054" y="71583"/>
                </a:lnTo>
                <a:cubicBezTo>
                  <a:pt x="47119" y="71560"/>
                  <a:pt x="47119" y="71537"/>
                  <a:pt x="47119" y="71537"/>
                </a:cubicBezTo>
                <a:cubicBezTo>
                  <a:pt x="48787" y="70940"/>
                  <a:pt x="50504" y="70168"/>
                  <a:pt x="52247" y="69172"/>
                </a:cubicBezTo>
                <a:close/>
                <a:moveTo>
                  <a:pt x="39985" y="67375"/>
                </a:moveTo>
                <a:cubicBezTo>
                  <a:pt x="39970" y="67487"/>
                  <a:pt x="39958" y="67596"/>
                  <a:pt x="39950" y="67704"/>
                </a:cubicBezTo>
                <a:lnTo>
                  <a:pt x="39950" y="67803"/>
                </a:lnTo>
                <a:cubicBezTo>
                  <a:pt x="39950" y="67928"/>
                  <a:pt x="39926" y="68027"/>
                  <a:pt x="39926" y="68152"/>
                </a:cubicBezTo>
                <a:cubicBezTo>
                  <a:pt x="39901" y="68351"/>
                  <a:pt x="39901" y="68575"/>
                  <a:pt x="39851" y="68774"/>
                </a:cubicBezTo>
                <a:lnTo>
                  <a:pt x="39851" y="68824"/>
                </a:lnTo>
                <a:cubicBezTo>
                  <a:pt x="39851" y="68899"/>
                  <a:pt x="39851" y="68973"/>
                  <a:pt x="39826" y="69048"/>
                </a:cubicBezTo>
                <a:cubicBezTo>
                  <a:pt x="39901" y="69073"/>
                  <a:pt x="39901" y="69098"/>
                  <a:pt x="39901" y="69098"/>
                </a:cubicBezTo>
                <a:lnTo>
                  <a:pt x="39901" y="69446"/>
                </a:lnTo>
                <a:lnTo>
                  <a:pt x="39901" y="69595"/>
                </a:lnTo>
                <a:lnTo>
                  <a:pt x="39901" y="69844"/>
                </a:lnTo>
                <a:cubicBezTo>
                  <a:pt x="39901" y="70043"/>
                  <a:pt x="39926" y="70193"/>
                  <a:pt x="39926" y="70342"/>
                </a:cubicBezTo>
                <a:lnTo>
                  <a:pt x="39926" y="70442"/>
                </a:lnTo>
                <a:lnTo>
                  <a:pt x="39926" y="70566"/>
                </a:lnTo>
                <a:cubicBezTo>
                  <a:pt x="39926" y="70666"/>
                  <a:pt x="39950" y="70765"/>
                  <a:pt x="39950" y="70890"/>
                </a:cubicBezTo>
                <a:lnTo>
                  <a:pt x="39950" y="70964"/>
                </a:lnTo>
                <a:cubicBezTo>
                  <a:pt x="39950" y="71064"/>
                  <a:pt x="40000" y="71188"/>
                  <a:pt x="40000" y="71288"/>
                </a:cubicBezTo>
                <a:cubicBezTo>
                  <a:pt x="40000" y="71338"/>
                  <a:pt x="40025" y="71413"/>
                  <a:pt x="40025" y="71437"/>
                </a:cubicBezTo>
                <a:cubicBezTo>
                  <a:pt x="40025" y="71512"/>
                  <a:pt x="40050" y="71537"/>
                  <a:pt x="40050" y="71587"/>
                </a:cubicBezTo>
                <a:lnTo>
                  <a:pt x="40050" y="71637"/>
                </a:lnTo>
                <a:lnTo>
                  <a:pt x="40025" y="71587"/>
                </a:lnTo>
                <a:lnTo>
                  <a:pt x="40000" y="71562"/>
                </a:lnTo>
                <a:cubicBezTo>
                  <a:pt x="40000" y="71537"/>
                  <a:pt x="40000" y="71512"/>
                  <a:pt x="39950" y="71462"/>
                </a:cubicBezTo>
                <a:lnTo>
                  <a:pt x="39950" y="71413"/>
                </a:lnTo>
                <a:cubicBezTo>
                  <a:pt x="39926" y="71313"/>
                  <a:pt x="39926" y="71213"/>
                  <a:pt x="39901" y="71089"/>
                </a:cubicBezTo>
                <a:lnTo>
                  <a:pt x="39901" y="71064"/>
                </a:lnTo>
                <a:cubicBezTo>
                  <a:pt x="39901" y="70964"/>
                  <a:pt x="39876" y="70840"/>
                  <a:pt x="39876" y="70765"/>
                </a:cubicBezTo>
                <a:cubicBezTo>
                  <a:pt x="39876" y="70641"/>
                  <a:pt x="39826" y="70516"/>
                  <a:pt x="39826" y="70392"/>
                </a:cubicBezTo>
                <a:cubicBezTo>
                  <a:pt x="39826" y="70268"/>
                  <a:pt x="39801" y="70168"/>
                  <a:pt x="39801" y="70043"/>
                </a:cubicBezTo>
                <a:lnTo>
                  <a:pt x="39801" y="69894"/>
                </a:lnTo>
                <a:lnTo>
                  <a:pt x="39801" y="69670"/>
                </a:lnTo>
                <a:lnTo>
                  <a:pt x="39801" y="69297"/>
                </a:lnTo>
                <a:lnTo>
                  <a:pt x="39801" y="69073"/>
                </a:lnTo>
                <a:lnTo>
                  <a:pt x="39801" y="68899"/>
                </a:lnTo>
                <a:cubicBezTo>
                  <a:pt x="39801" y="68774"/>
                  <a:pt x="39801" y="68650"/>
                  <a:pt x="39826" y="68475"/>
                </a:cubicBezTo>
                <a:cubicBezTo>
                  <a:pt x="39826" y="68351"/>
                  <a:pt x="39876" y="68226"/>
                  <a:pt x="39876" y="68102"/>
                </a:cubicBezTo>
                <a:cubicBezTo>
                  <a:pt x="39876" y="67953"/>
                  <a:pt x="39901" y="67828"/>
                  <a:pt x="39926" y="67679"/>
                </a:cubicBezTo>
                <a:cubicBezTo>
                  <a:pt x="39926" y="67604"/>
                  <a:pt x="39926" y="67579"/>
                  <a:pt x="39950" y="67530"/>
                </a:cubicBezTo>
                <a:cubicBezTo>
                  <a:pt x="39950" y="67482"/>
                  <a:pt x="39971" y="67424"/>
                  <a:pt x="39985" y="67375"/>
                </a:cubicBezTo>
                <a:close/>
                <a:moveTo>
                  <a:pt x="71512" y="63323"/>
                </a:moveTo>
                <a:lnTo>
                  <a:pt x="71537" y="63348"/>
                </a:lnTo>
                <a:cubicBezTo>
                  <a:pt x="71388" y="63572"/>
                  <a:pt x="71239" y="63746"/>
                  <a:pt x="71039" y="63970"/>
                </a:cubicBezTo>
                <a:cubicBezTo>
                  <a:pt x="71015" y="63995"/>
                  <a:pt x="70990" y="64070"/>
                  <a:pt x="70915" y="64095"/>
                </a:cubicBezTo>
                <a:cubicBezTo>
                  <a:pt x="70691" y="64343"/>
                  <a:pt x="70442" y="64617"/>
                  <a:pt x="70243" y="64866"/>
                </a:cubicBezTo>
                <a:cubicBezTo>
                  <a:pt x="69994" y="65165"/>
                  <a:pt x="69770" y="65414"/>
                  <a:pt x="69521" y="65688"/>
                </a:cubicBezTo>
                <a:lnTo>
                  <a:pt x="69397" y="65812"/>
                </a:lnTo>
                <a:cubicBezTo>
                  <a:pt x="69148" y="66061"/>
                  <a:pt x="68899" y="66310"/>
                  <a:pt x="68650" y="66584"/>
                </a:cubicBezTo>
                <a:cubicBezTo>
                  <a:pt x="68401" y="66833"/>
                  <a:pt x="68152" y="67106"/>
                  <a:pt x="67903" y="67355"/>
                </a:cubicBezTo>
                <a:lnTo>
                  <a:pt x="67804" y="67455"/>
                </a:lnTo>
                <a:cubicBezTo>
                  <a:pt x="67530" y="67729"/>
                  <a:pt x="67256" y="67978"/>
                  <a:pt x="66957" y="68226"/>
                </a:cubicBezTo>
                <a:cubicBezTo>
                  <a:pt x="66708" y="68475"/>
                  <a:pt x="66435" y="68724"/>
                  <a:pt x="66186" y="68948"/>
                </a:cubicBezTo>
                <a:cubicBezTo>
                  <a:pt x="65887" y="69222"/>
                  <a:pt x="65538" y="69521"/>
                  <a:pt x="65190" y="69795"/>
                </a:cubicBezTo>
                <a:cubicBezTo>
                  <a:pt x="65041" y="69919"/>
                  <a:pt x="64891" y="70068"/>
                  <a:pt x="64717" y="70193"/>
                </a:cubicBezTo>
                <a:cubicBezTo>
                  <a:pt x="64642" y="70292"/>
                  <a:pt x="64543" y="70342"/>
                  <a:pt x="64443" y="70442"/>
                </a:cubicBezTo>
                <a:lnTo>
                  <a:pt x="63323" y="71288"/>
                </a:lnTo>
                <a:cubicBezTo>
                  <a:pt x="63149" y="71437"/>
                  <a:pt x="62925" y="71587"/>
                  <a:pt x="62726" y="71711"/>
                </a:cubicBezTo>
                <a:lnTo>
                  <a:pt x="62701" y="71686"/>
                </a:lnTo>
                <a:lnTo>
                  <a:pt x="62676" y="71661"/>
                </a:lnTo>
                <a:cubicBezTo>
                  <a:pt x="62950" y="71437"/>
                  <a:pt x="63099" y="71338"/>
                  <a:pt x="63224" y="71213"/>
                </a:cubicBezTo>
                <a:cubicBezTo>
                  <a:pt x="63298" y="71188"/>
                  <a:pt x="63323" y="71114"/>
                  <a:pt x="63373" y="71089"/>
                </a:cubicBezTo>
                <a:cubicBezTo>
                  <a:pt x="63448" y="71064"/>
                  <a:pt x="63497" y="70989"/>
                  <a:pt x="63572" y="70964"/>
                </a:cubicBezTo>
                <a:lnTo>
                  <a:pt x="63597" y="70964"/>
                </a:lnTo>
                <a:cubicBezTo>
                  <a:pt x="63796" y="70840"/>
                  <a:pt x="63970" y="70691"/>
                  <a:pt x="64145" y="70541"/>
                </a:cubicBezTo>
                <a:cubicBezTo>
                  <a:pt x="64169" y="70492"/>
                  <a:pt x="64219" y="70467"/>
                  <a:pt x="64269" y="70442"/>
                </a:cubicBezTo>
                <a:cubicBezTo>
                  <a:pt x="64344" y="70367"/>
                  <a:pt x="64418" y="70317"/>
                  <a:pt x="64518" y="70243"/>
                </a:cubicBezTo>
                <a:cubicBezTo>
                  <a:pt x="64518" y="70243"/>
                  <a:pt x="64543" y="70243"/>
                  <a:pt x="64543" y="70218"/>
                </a:cubicBezTo>
                <a:cubicBezTo>
                  <a:pt x="64692" y="70093"/>
                  <a:pt x="64817" y="69969"/>
                  <a:pt x="64966" y="69869"/>
                </a:cubicBezTo>
                <a:cubicBezTo>
                  <a:pt x="65140" y="69745"/>
                  <a:pt x="65314" y="69595"/>
                  <a:pt x="65464" y="69471"/>
                </a:cubicBezTo>
                <a:cubicBezTo>
                  <a:pt x="65563" y="69421"/>
                  <a:pt x="65663" y="69322"/>
                  <a:pt x="65762" y="69222"/>
                </a:cubicBezTo>
                <a:cubicBezTo>
                  <a:pt x="65837" y="69172"/>
                  <a:pt x="65937" y="69073"/>
                  <a:pt x="66036" y="68998"/>
                </a:cubicBezTo>
                <a:cubicBezTo>
                  <a:pt x="66161" y="68923"/>
                  <a:pt x="66285" y="68799"/>
                  <a:pt x="66385" y="68699"/>
                </a:cubicBezTo>
                <a:lnTo>
                  <a:pt x="66435" y="68625"/>
                </a:lnTo>
                <a:lnTo>
                  <a:pt x="66484" y="68575"/>
                </a:lnTo>
                <a:cubicBezTo>
                  <a:pt x="66534" y="68550"/>
                  <a:pt x="66584" y="68525"/>
                  <a:pt x="66609" y="68450"/>
                </a:cubicBezTo>
                <a:cubicBezTo>
                  <a:pt x="66833" y="68276"/>
                  <a:pt x="67032" y="68077"/>
                  <a:pt x="67231" y="67878"/>
                </a:cubicBezTo>
                <a:lnTo>
                  <a:pt x="67331" y="67803"/>
                </a:lnTo>
                <a:cubicBezTo>
                  <a:pt x="67604" y="67554"/>
                  <a:pt x="67853" y="67256"/>
                  <a:pt x="68152" y="67007"/>
                </a:cubicBezTo>
                <a:lnTo>
                  <a:pt x="68301" y="66857"/>
                </a:lnTo>
                <a:lnTo>
                  <a:pt x="68351" y="66808"/>
                </a:lnTo>
                <a:cubicBezTo>
                  <a:pt x="68824" y="66335"/>
                  <a:pt x="69297" y="65837"/>
                  <a:pt x="69770" y="65339"/>
                </a:cubicBezTo>
                <a:cubicBezTo>
                  <a:pt x="69770" y="65314"/>
                  <a:pt x="69795" y="65314"/>
                  <a:pt x="69795" y="65289"/>
                </a:cubicBezTo>
                <a:cubicBezTo>
                  <a:pt x="69919" y="65165"/>
                  <a:pt x="70044" y="64991"/>
                  <a:pt x="70168" y="64866"/>
                </a:cubicBezTo>
                <a:cubicBezTo>
                  <a:pt x="70193" y="64841"/>
                  <a:pt x="70193" y="64816"/>
                  <a:pt x="70218" y="64816"/>
                </a:cubicBezTo>
                <a:cubicBezTo>
                  <a:pt x="70566" y="64443"/>
                  <a:pt x="70890" y="64045"/>
                  <a:pt x="71214" y="63671"/>
                </a:cubicBezTo>
                <a:cubicBezTo>
                  <a:pt x="71288" y="63572"/>
                  <a:pt x="71338" y="63497"/>
                  <a:pt x="71413" y="63447"/>
                </a:cubicBezTo>
                <a:cubicBezTo>
                  <a:pt x="71438" y="63422"/>
                  <a:pt x="71463" y="63348"/>
                  <a:pt x="71512" y="63323"/>
                </a:cubicBezTo>
                <a:close/>
                <a:moveTo>
                  <a:pt x="52520" y="70342"/>
                </a:moveTo>
                <a:lnTo>
                  <a:pt x="52520" y="70367"/>
                </a:lnTo>
                <a:lnTo>
                  <a:pt x="52520" y="70417"/>
                </a:lnTo>
                <a:cubicBezTo>
                  <a:pt x="51878" y="70862"/>
                  <a:pt x="51235" y="71307"/>
                  <a:pt x="50568" y="71728"/>
                </a:cubicBezTo>
                <a:lnTo>
                  <a:pt x="50568" y="71728"/>
                </a:lnTo>
                <a:cubicBezTo>
                  <a:pt x="50646" y="71671"/>
                  <a:pt x="50711" y="71611"/>
                  <a:pt x="50803" y="71537"/>
                </a:cubicBezTo>
                <a:cubicBezTo>
                  <a:pt x="51375" y="71164"/>
                  <a:pt x="51973" y="70765"/>
                  <a:pt x="52520" y="70342"/>
                </a:cubicBezTo>
                <a:close/>
                <a:moveTo>
                  <a:pt x="35430" y="68498"/>
                </a:moveTo>
                <a:lnTo>
                  <a:pt x="35430" y="68498"/>
                </a:lnTo>
                <a:cubicBezTo>
                  <a:pt x="35557" y="68565"/>
                  <a:pt x="35684" y="68632"/>
                  <a:pt x="35818" y="68699"/>
                </a:cubicBezTo>
                <a:cubicBezTo>
                  <a:pt x="35893" y="68724"/>
                  <a:pt x="35943" y="68749"/>
                  <a:pt x="36042" y="68824"/>
                </a:cubicBezTo>
                <a:cubicBezTo>
                  <a:pt x="36267" y="68948"/>
                  <a:pt x="36441" y="69073"/>
                  <a:pt x="36665" y="69197"/>
                </a:cubicBezTo>
                <a:cubicBezTo>
                  <a:pt x="36764" y="69247"/>
                  <a:pt x="36839" y="69322"/>
                  <a:pt x="36939" y="69347"/>
                </a:cubicBezTo>
                <a:cubicBezTo>
                  <a:pt x="37138" y="69471"/>
                  <a:pt x="37287" y="69571"/>
                  <a:pt x="37461" y="69695"/>
                </a:cubicBezTo>
                <a:cubicBezTo>
                  <a:pt x="37586" y="69745"/>
                  <a:pt x="37685" y="69844"/>
                  <a:pt x="37810" y="69919"/>
                </a:cubicBezTo>
                <a:cubicBezTo>
                  <a:pt x="37959" y="69994"/>
                  <a:pt x="38084" y="70118"/>
                  <a:pt x="38258" y="70218"/>
                </a:cubicBezTo>
                <a:lnTo>
                  <a:pt x="38631" y="70492"/>
                </a:lnTo>
                <a:cubicBezTo>
                  <a:pt x="38756" y="70591"/>
                  <a:pt x="38880" y="70691"/>
                  <a:pt x="38980" y="70815"/>
                </a:cubicBezTo>
                <a:cubicBezTo>
                  <a:pt x="39104" y="70940"/>
                  <a:pt x="39278" y="71039"/>
                  <a:pt x="39403" y="71164"/>
                </a:cubicBezTo>
                <a:cubicBezTo>
                  <a:pt x="39502" y="71238"/>
                  <a:pt x="39602" y="71338"/>
                  <a:pt x="39701" y="71437"/>
                </a:cubicBezTo>
                <a:lnTo>
                  <a:pt x="39901" y="71612"/>
                </a:lnTo>
                <a:lnTo>
                  <a:pt x="39926" y="71736"/>
                </a:lnTo>
                <a:lnTo>
                  <a:pt x="39477" y="71313"/>
                </a:lnTo>
                <a:cubicBezTo>
                  <a:pt x="39403" y="71213"/>
                  <a:pt x="39303" y="71164"/>
                  <a:pt x="39204" y="71064"/>
                </a:cubicBezTo>
                <a:cubicBezTo>
                  <a:pt x="39054" y="70940"/>
                  <a:pt x="38905" y="70790"/>
                  <a:pt x="38731" y="70666"/>
                </a:cubicBezTo>
                <a:cubicBezTo>
                  <a:pt x="38656" y="70566"/>
                  <a:pt x="38557" y="70492"/>
                  <a:pt x="38432" y="70442"/>
                </a:cubicBezTo>
                <a:cubicBezTo>
                  <a:pt x="38283" y="70317"/>
                  <a:pt x="38108" y="70193"/>
                  <a:pt x="37934" y="70068"/>
                </a:cubicBezTo>
                <a:cubicBezTo>
                  <a:pt x="37835" y="69969"/>
                  <a:pt x="37710" y="69919"/>
                  <a:pt x="37586" y="69844"/>
                </a:cubicBezTo>
                <a:cubicBezTo>
                  <a:pt x="37436" y="69720"/>
                  <a:pt x="37237" y="69620"/>
                  <a:pt x="37088" y="69496"/>
                </a:cubicBezTo>
                <a:cubicBezTo>
                  <a:pt x="36963" y="69446"/>
                  <a:pt x="36839" y="69347"/>
                  <a:pt x="36764" y="69297"/>
                </a:cubicBezTo>
                <a:cubicBezTo>
                  <a:pt x="36590" y="69197"/>
                  <a:pt x="36416" y="69073"/>
                  <a:pt x="36267" y="68973"/>
                </a:cubicBezTo>
                <a:cubicBezTo>
                  <a:pt x="36142" y="68923"/>
                  <a:pt x="35993" y="68824"/>
                  <a:pt x="35893" y="68774"/>
                </a:cubicBezTo>
                <a:cubicBezTo>
                  <a:pt x="35732" y="68682"/>
                  <a:pt x="35571" y="68590"/>
                  <a:pt x="35430" y="68498"/>
                </a:cubicBezTo>
                <a:close/>
                <a:moveTo>
                  <a:pt x="62601" y="71686"/>
                </a:moveTo>
                <a:cubicBezTo>
                  <a:pt x="62651" y="71686"/>
                  <a:pt x="62651" y="71686"/>
                  <a:pt x="62676" y="71711"/>
                </a:cubicBezTo>
                <a:cubicBezTo>
                  <a:pt x="62651" y="71761"/>
                  <a:pt x="62651" y="71761"/>
                  <a:pt x="62601" y="71761"/>
                </a:cubicBezTo>
                <a:lnTo>
                  <a:pt x="62576" y="71711"/>
                </a:lnTo>
                <a:lnTo>
                  <a:pt x="62601" y="71686"/>
                </a:lnTo>
                <a:close/>
                <a:moveTo>
                  <a:pt x="9260" y="69197"/>
                </a:moveTo>
                <a:lnTo>
                  <a:pt x="9260" y="69297"/>
                </a:lnTo>
                <a:cubicBezTo>
                  <a:pt x="8911" y="70093"/>
                  <a:pt x="8563" y="70940"/>
                  <a:pt x="8264" y="71761"/>
                </a:cubicBezTo>
                <a:cubicBezTo>
                  <a:pt x="8229" y="71778"/>
                  <a:pt x="8207" y="71784"/>
                  <a:pt x="8196" y="71794"/>
                </a:cubicBezTo>
                <a:lnTo>
                  <a:pt x="8196" y="71794"/>
                </a:lnTo>
                <a:cubicBezTo>
                  <a:pt x="8542" y="70928"/>
                  <a:pt x="8889" y="70063"/>
                  <a:pt x="9260" y="69197"/>
                </a:cubicBezTo>
                <a:close/>
                <a:moveTo>
                  <a:pt x="47642" y="69645"/>
                </a:moveTo>
                <a:cubicBezTo>
                  <a:pt x="47268" y="70268"/>
                  <a:pt x="46895" y="70915"/>
                  <a:pt x="46547" y="71537"/>
                </a:cubicBezTo>
                <a:lnTo>
                  <a:pt x="45725" y="71811"/>
                </a:lnTo>
                <a:cubicBezTo>
                  <a:pt x="45675" y="71537"/>
                  <a:pt x="45650" y="71263"/>
                  <a:pt x="45601" y="71014"/>
                </a:cubicBezTo>
                <a:cubicBezTo>
                  <a:pt x="45626" y="70890"/>
                  <a:pt x="45650" y="70765"/>
                  <a:pt x="45675" y="70666"/>
                </a:cubicBezTo>
                <a:cubicBezTo>
                  <a:pt x="46347" y="70342"/>
                  <a:pt x="46995" y="70019"/>
                  <a:pt x="47642" y="69645"/>
                </a:cubicBezTo>
                <a:close/>
                <a:moveTo>
                  <a:pt x="45426" y="71313"/>
                </a:moveTo>
                <a:cubicBezTo>
                  <a:pt x="45476" y="71512"/>
                  <a:pt x="45501" y="71661"/>
                  <a:pt x="45501" y="71836"/>
                </a:cubicBezTo>
                <a:lnTo>
                  <a:pt x="45476" y="71885"/>
                </a:lnTo>
                <a:cubicBezTo>
                  <a:pt x="45426" y="71711"/>
                  <a:pt x="45426" y="71587"/>
                  <a:pt x="45402" y="71437"/>
                </a:cubicBezTo>
                <a:cubicBezTo>
                  <a:pt x="45402" y="71413"/>
                  <a:pt x="45426" y="71338"/>
                  <a:pt x="45426" y="71313"/>
                </a:cubicBezTo>
                <a:close/>
                <a:moveTo>
                  <a:pt x="32832" y="70591"/>
                </a:moveTo>
                <a:lnTo>
                  <a:pt x="32085" y="71910"/>
                </a:lnTo>
                <a:lnTo>
                  <a:pt x="32035" y="71910"/>
                </a:lnTo>
                <a:lnTo>
                  <a:pt x="32782" y="70591"/>
                </a:lnTo>
                <a:close/>
                <a:moveTo>
                  <a:pt x="45103" y="70940"/>
                </a:moveTo>
                <a:lnTo>
                  <a:pt x="45103" y="70964"/>
                </a:lnTo>
                <a:cubicBezTo>
                  <a:pt x="44978" y="71288"/>
                  <a:pt x="44879" y="71587"/>
                  <a:pt x="44779" y="71910"/>
                </a:cubicBezTo>
                <a:cubicBezTo>
                  <a:pt x="44306" y="71811"/>
                  <a:pt x="43858" y="71761"/>
                  <a:pt x="43360" y="71761"/>
                </a:cubicBezTo>
                <a:cubicBezTo>
                  <a:pt x="43933" y="71512"/>
                  <a:pt x="44530" y="71213"/>
                  <a:pt x="45103" y="70940"/>
                </a:cubicBezTo>
                <a:close/>
                <a:moveTo>
                  <a:pt x="21257" y="69322"/>
                </a:moveTo>
                <a:cubicBezTo>
                  <a:pt x="21606" y="69919"/>
                  <a:pt x="21979" y="70467"/>
                  <a:pt x="22452" y="70964"/>
                </a:cubicBezTo>
                <a:cubicBezTo>
                  <a:pt x="22327" y="71014"/>
                  <a:pt x="22153" y="71064"/>
                  <a:pt x="22029" y="71089"/>
                </a:cubicBezTo>
                <a:cubicBezTo>
                  <a:pt x="21929" y="71139"/>
                  <a:pt x="21855" y="71164"/>
                  <a:pt x="21730" y="71188"/>
                </a:cubicBezTo>
                <a:lnTo>
                  <a:pt x="20983" y="71462"/>
                </a:lnTo>
                <a:cubicBezTo>
                  <a:pt x="20884" y="71512"/>
                  <a:pt x="20759" y="71562"/>
                  <a:pt x="20660" y="71587"/>
                </a:cubicBezTo>
                <a:cubicBezTo>
                  <a:pt x="20411" y="71686"/>
                  <a:pt x="20212" y="71811"/>
                  <a:pt x="19938" y="71910"/>
                </a:cubicBezTo>
                <a:cubicBezTo>
                  <a:pt x="19913" y="71910"/>
                  <a:pt x="19888" y="71935"/>
                  <a:pt x="19888" y="71935"/>
                </a:cubicBezTo>
                <a:cubicBezTo>
                  <a:pt x="20361" y="71089"/>
                  <a:pt x="20784" y="70193"/>
                  <a:pt x="21257" y="69322"/>
                </a:cubicBezTo>
                <a:close/>
                <a:moveTo>
                  <a:pt x="45277" y="71836"/>
                </a:moveTo>
                <a:lnTo>
                  <a:pt x="45277" y="71910"/>
                </a:lnTo>
                <a:cubicBezTo>
                  <a:pt x="45277" y="71935"/>
                  <a:pt x="45252" y="71935"/>
                  <a:pt x="45252" y="71935"/>
                </a:cubicBezTo>
                <a:cubicBezTo>
                  <a:pt x="45252" y="71910"/>
                  <a:pt x="45277" y="71885"/>
                  <a:pt x="45277" y="71836"/>
                </a:cubicBezTo>
                <a:close/>
                <a:moveTo>
                  <a:pt x="9558" y="70964"/>
                </a:moveTo>
                <a:lnTo>
                  <a:pt x="9583" y="71014"/>
                </a:lnTo>
                <a:cubicBezTo>
                  <a:pt x="9509" y="71064"/>
                  <a:pt x="9384" y="71164"/>
                  <a:pt x="9285" y="71263"/>
                </a:cubicBezTo>
                <a:cubicBezTo>
                  <a:pt x="9135" y="71388"/>
                  <a:pt x="8961" y="71462"/>
                  <a:pt x="8837" y="71587"/>
                </a:cubicBezTo>
                <a:cubicBezTo>
                  <a:pt x="8712" y="71686"/>
                  <a:pt x="8588" y="71786"/>
                  <a:pt x="8463" y="71910"/>
                </a:cubicBezTo>
                <a:cubicBezTo>
                  <a:pt x="8438" y="71935"/>
                  <a:pt x="8413" y="71960"/>
                  <a:pt x="8388" y="71960"/>
                </a:cubicBezTo>
                <a:cubicBezTo>
                  <a:pt x="8388" y="71935"/>
                  <a:pt x="8413" y="71910"/>
                  <a:pt x="8413" y="71836"/>
                </a:cubicBezTo>
                <a:cubicBezTo>
                  <a:pt x="8438" y="71811"/>
                  <a:pt x="8488" y="71786"/>
                  <a:pt x="8538" y="71711"/>
                </a:cubicBezTo>
                <a:cubicBezTo>
                  <a:pt x="8911" y="71462"/>
                  <a:pt x="9210" y="71213"/>
                  <a:pt x="9558" y="70964"/>
                </a:cubicBezTo>
                <a:close/>
                <a:moveTo>
                  <a:pt x="33031" y="70666"/>
                </a:moveTo>
                <a:cubicBezTo>
                  <a:pt x="33056" y="70666"/>
                  <a:pt x="33056" y="70666"/>
                  <a:pt x="33080" y="70691"/>
                </a:cubicBezTo>
                <a:cubicBezTo>
                  <a:pt x="33578" y="71188"/>
                  <a:pt x="34151" y="71587"/>
                  <a:pt x="34723" y="71960"/>
                </a:cubicBezTo>
                <a:cubicBezTo>
                  <a:pt x="34213" y="71924"/>
                  <a:pt x="33690" y="71901"/>
                  <a:pt x="33162" y="71901"/>
                </a:cubicBezTo>
                <a:cubicBezTo>
                  <a:pt x="32969" y="71901"/>
                  <a:pt x="32776" y="71904"/>
                  <a:pt x="32583" y="71910"/>
                </a:cubicBezTo>
                <a:cubicBezTo>
                  <a:pt x="32483" y="71910"/>
                  <a:pt x="32408" y="71935"/>
                  <a:pt x="32309" y="71935"/>
                </a:cubicBezTo>
                <a:cubicBezTo>
                  <a:pt x="32558" y="71512"/>
                  <a:pt x="32782" y="71064"/>
                  <a:pt x="33031" y="70666"/>
                </a:cubicBezTo>
                <a:close/>
                <a:moveTo>
                  <a:pt x="45178" y="71313"/>
                </a:moveTo>
                <a:cubicBezTo>
                  <a:pt x="45178" y="71338"/>
                  <a:pt x="45227" y="71413"/>
                  <a:pt x="45227" y="71437"/>
                </a:cubicBezTo>
                <a:cubicBezTo>
                  <a:pt x="45153" y="71637"/>
                  <a:pt x="45103" y="71786"/>
                  <a:pt x="45053" y="71960"/>
                </a:cubicBezTo>
                <a:lnTo>
                  <a:pt x="45003" y="71960"/>
                </a:lnTo>
                <a:cubicBezTo>
                  <a:pt x="45053" y="71711"/>
                  <a:pt x="45128" y="71537"/>
                  <a:pt x="45178" y="71313"/>
                </a:cubicBezTo>
                <a:close/>
                <a:moveTo>
                  <a:pt x="33454" y="70765"/>
                </a:moveTo>
                <a:cubicBezTo>
                  <a:pt x="33479" y="70765"/>
                  <a:pt x="33553" y="70790"/>
                  <a:pt x="33578" y="70790"/>
                </a:cubicBezTo>
                <a:cubicBezTo>
                  <a:pt x="34151" y="71288"/>
                  <a:pt x="34773" y="71686"/>
                  <a:pt x="35445" y="72010"/>
                </a:cubicBezTo>
                <a:cubicBezTo>
                  <a:pt x="35346" y="72010"/>
                  <a:pt x="35296" y="71960"/>
                  <a:pt x="35196" y="71960"/>
                </a:cubicBezTo>
                <a:cubicBezTo>
                  <a:pt x="34549" y="71637"/>
                  <a:pt x="33952" y="71213"/>
                  <a:pt x="33454" y="70765"/>
                </a:cubicBezTo>
                <a:close/>
                <a:moveTo>
                  <a:pt x="41120" y="63871"/>
                </a:moveTo>
                <a:cubicBezTo>
                  <a:pt x="42440" y="65314"/>
                  <a:pt x="43485" y="66783"/>
                  <a:pt x="44182" y="68226"/>
                </a:cubicBezTo>
                <a:cubicBezTo>
                  <a:pt x="43435" y="69347"/>
                  <a:pt x="42738" y="70442"/>
                  <a:pt x="42066" y="71562"/>
                </a:cubicBezTo>
                <a:lnTo>
                  <a:pt x="42041" y="71562"/>
                </a:lnTo>
                <a:cubicBezTo>
                  <a:pt x="42016" y="71562"/>
                  <a:pt x="41991" y="71587"/>
                  <a:pt x="41991" y="71587"/>
                </a:cubicBezTo>
                <a:cubicBezTo>
                  <a:pt x="41867" y="71686"/>
                  <a:pt x="41743" y="71711"/>
                  <a:pt x="41618" y="71761"/>
                </a:cubicBezTo>
                <a:cubicBezTo>
                  <a:pt x="41245" y="71885"/>
                  <a:pt x="40896" y="71960"/>
                  <a:pt x="40523" y="72060"/>
                </a:cubicBezTo>
                <a:cubicBezTo>
                  <a:pt x="40448" y="72010"/>
                  <a:pt x="40423" y="71935"/>
                  <a:pt x="40374" y="71910"/>
                </a:cubicBezTo>
                <a:lnTo>
                  <a:pt x="40274" y="71437"/>
                </a:lnTo>
                <a:cubicBezTo>
                  <a:pt x="40274" y="71388"/>
                  <a:pt x="40249" y="71313"/>
                  <a:pt x="40249" y="71213"/>
                </a:cubicBezTo>
                <a:cubicBezTo>
                  <a:pt x="40199" y="71064"/>
                  <a:pt x="40199" y="70915"/>
                  <a:pt x="40174" y="70765"/>
                </a:cubicBezTo>
                <a:lnTo>
                  <a:pt x="40174" y="70716"/>
                </a:lnTo>
                <a:lnTo>
                  <a:pt x="40174" y="70691"/>
                </a:lnTo>
                <a:cubicBezTo>
                  <a:pt x="40174" y="70641"/>
                  <a:pt x="40150" y="70566"/>
                  <a:pt x="40150" y="70467"/>
                </a:cubicBezTo>
                <a:cubicBezTo>
                  <a:pt x="40150" y="70342"/>
                  <a:pt x="40150" y="70268"/>
                  <a:pt x="40125" y="70143"/>
                </a:cubicBezTo>
                <a:cubicBezTo>
                  <a:pt x="40125" y="70019"/>
                  <a:pt x="40075" y="69919"/>
                  <a:pt x="40075" y="69795"/>
                </a:cubicBezTo>
                <a:lnTo>
                  <a:pt x="40075" y="69720"/>
                </a:lnTo>
                <a:lnTo>
                  <a:pt x="40075" y="69645"/>
                </a:lnTo>
                <a:lnTo>
                  <a:pt x="40075" y="69571"/>
                </a:lnTo>
                <a:cubicBezTo>
                  <a:pt x="40075" y="69197"/>
                  <a:pt x="40075" y="68799"/>
                  <a:pt x="40125" y="68401"/>
                </a:cubicBezTo>
                <a:cubicBezTo>
                  <a:pt x="40125" y="68301"/>
                  <a:pt x="40125" y="68226"/>
                  <a:pt x="40150" y="68152"/>
                </a:cubicBezTo>
                <a:cubicBezTo>
                  <a:pt x="40249" y="67231"/>
                  <a:pt x="40398" y="66310"/>
                  <a:pt x="40647" y="65364"/>
                </a:cubicBezTo>
                <a:cubicBezTo>
                  <a:pt x="40772" y="64866"/>
                  <a:pt x="40921" y="64368"/>
                  <a:pt x="41120" y="63871"/>
                </a:cubicBezTo>
                <a:close/>
                <a:moveTo>
                  <a:pt x="46422" y="71786"/>
                </a:moveTo>
                <a:cubicBezTo>
                  <a:pt x="46422" y="71811"/>
                  <a:pt x="46397" y="71836"/>
                  <a:pt x="46397" y="71836"/>
                </a:cubicBezTo>
                <a:cubicBezTo>
                  <a:pt x="46173" y="71910"/>
                  <a:pt x="45924" y="71960"/>
                  <a:pt x="45725" y="72060"/>
                </a:cubicBezTo>
                <a:lnTo>
                  <a:pt x="45725" y="72010"/>
                </a:lnTo>
                <a:cubicBezTo>
                  <a:pt x="45974" y="71935"/>
                  <a:pt x="46173" y="71836"/>
                  <a:pt x="46422" y="71786"/>
                </a:cubicBezTo>
                <a:close/>
                <a:moveTo>
                  <a:pt x="40125" y="71935"/>
                </a:moveTo>
                <a:lnTo>
                  <a:pt x="40150" y="71960"/>
                </a:lnTo>
                <a:lnTo>
                  <a:pt x="40174" y="72010"/>
                </a:lnTo>
                <a:lnTo>
                  <a:pt x="40199" y="72085"/>
                </a:lnTo>
                <a:lnTo>
                  <a:pt x="40150" y="72035"/>
                </a:lnTo>
                <a:cubicBezTo>
                  <a:pt x="40150" y="72010"/>
                  <a:pt x="40150" y="71960"/>
                  <a:pt x="40125" y="71935"/>
                </a:cubicBezTo>
                <a:close/>
                <a:moveTo>
                  <a:pt x="21058" y="69073"/>
                </a:moveTo>
                <a:cubicBezTo>
                  <a:pt x="21133" y="69098"/>
                  <a:pt x="21133" y="69098"/>
                  <a:pt x="21133" y="69147"/>
                </a:cubicBezTo>
                <a:cubicBezTo>
                  <a:pt x="20610" y="70143"/>
                  <a:pt x="20112" y="71089"/>
                  <a:pt x="19639" y="72085"/>
                </a:cubicBezTo>
                <a:cubicBezTo>
                  <a:pt x="19614" y="72085"/>
                  <a:pt x="19589" y="72134"/>
                  <a:pt x="19540" y="72134"/>
                </a:cubicBezTo>
                <a:cubicBezTo>
                  <a:pt x="20038" y="71089"/>
                  <a:pt x="20535" y="70093"/>
                  <a:pt x="21058" y="69073"/>
                </a:cubicBezTo>
                <a:close/>
                <a:moveTo>
                  <a:pt x="42912" y="71935"/>
                </a:moveTo>
                <a:cubicBezTo>
                  <a:pt x="43510" y="71935"/>
                  <a:pt x="44132" y="71960"/>
                  <a:pt x="44729" y="72085"/>
                </a:cubicBezTo>
                <a:cubicBezTo>
                  <a:pt x="44655" y="72085"/>
                  <a:pt x="44630" y="72134"/>
                  <a:pt x="44555" y="72134"/>
                </a:cubicBezTo>
                <a:cubicBezTo>
                  <a:pt x="44131" y="72042"/>
                  <a:pt x="43679" y="71991"/>
                  <a:pt x="43230" y="71991"/>
                </a:cubicBezTo>
                <a:cubicBezTo>
                  <a:pt x="43073" y="71991"/>
                  <a:pt x="42917" y="71997"/>
                  <a:pt x="42763" y="72010"/>
                </a:cubicBezTo>
                <a:cubicBezTo>
                  <a:pt x="42813" y="71960"/>
                  <a:pt x="42863" y="71960"/>
                  <a:pt x="42912" y="71935"/>
                </a:cubicBezTo>
                <a:close/>
                <a:moveTo>
                  <a:pt x="11077" y="54885"/>
                </a:moveTo>
                <a:lnTo>
                  <a:pt x="11077" y="54885"/>
                </a:lnTo>
                <a:cubicBezTo>
                  <a:pt x="9807" y="58519"/>
                  <a:pt x="9085" y="62004"/>
                  <a:pt x="9011" y="65190"/>
                </a:cubicBezTo>
                <a:lnTo>
                  <a:pt x="9011" y="65464"/>
                </a:lnTo>
                <a:lnTo>
                  <a:pt x="9011" y="66584"/>
                </a:lnTo>
                <a:cubicBezTo>
                  <a:pt x="9011" y="66733"/>
                  <a:pt x="9011" y="66907"/>
                  <a:pt x="9036" y="67032"/>
                </a:cubicBezTo>
                <a:cubicBezTo>
                  <a:pt x="9036" y="67106"/>
                  <a:pt x="9036" y="67206"/>
                  <a:pt x="9061" y="67305"/>
                </a:cubicBezTo>
                <a:cubicBezTo>
                  <a:pt x="9061" y="67530"/>
                  <a:pt x="9085" y="67729"/>
                  <a:pt x="9085" y="67928"/>
                </a:cubicBezTo>
                <a:cubicBezTo>
                  <a:pt x="9110" y="68102"/>
                  <a:pt x="9110" y="68301"/>
                  <a:pt x="9160" y="68450"/>
                </a:cubicBezTo>
                <a:cubicBezTo>
                  <a:pt x="9160" y="68575"/>
                  <a:pt x="9185" y="68699"/>
                  <a:pt x="9185" y="68824"/>
                </a:cubicBezTo>
                <a:cubicBezTo>
                  <a:pt x="8712" y="69894"/>
                  <a:pt x="8289" y="70964"/>
                  <a:pt x="7866" y="72060"/>
                </a:cubicBezTo>
                <a:lnTo>
                  <a:pt x="7791" y="72159"/>
                </a:lnTo>
                <a:cubicBezTo>
                  <a:pt x="5675" y="69894"/>
                  <a:pt x="4331" y="67480"/>
                  <a:pt x="3833" y="65215"/>
                </a:cubicBezTo>
                <a:cubicBezTo>
                  <a:pt x="4904" y="62302"/>
                  <a:pt x="6198" y="59340"/>
                  <a:pt x="7766" y="56353"/>
                </a:cubicBezTo>
                <a:cubicBezTo>
                  <a:pt x="8712" y="55756"/>
                  <a:pt x="9832" y="55258"/>
                  <a:pt x="11077" y="54885"/>
                </a:cubicBezTo>
                <a:close/>
                <a:moveTo>
                  <a:pt x="31985" y="72134"/>
                </a:moveTo>
                <a:cubicBezTo>
                  <a:pt x="31985" y="72159"/>
                  <a:pt x="31960" y="72159"/>
                  <a:pt x="31960" y="72184"/>
                </a:cubicBezTo>
                <a:lnTo>
                  <a:pt x="31911" y="72184"/>
                </a:lnTo>
                <a:cubicBezTo>
                  <a:pt x="31911" y="72159"/>
                  <a:pt x="31935" y="72159"/>
                  <a:pt x="31935" y="72134"/>
                </a:cubicBezTo>
                <a:close/>
                <a:moveTo>
                  <a:pt x="45153" y="72159"/>
                </a:moveTo>
                <a:cubicBezTo>
                  <a:pt x="45178" y="72159"/>
                  <a:pt x="45227" y="72159"/>
                  <a:pt x="45252" y="72184"/>
                </a:cubicBezTo>
                <a:cubicBezTo>
                  <a:pt x="45227" y="72184"/>
                  <a:pt x="45178" y="72209"/>
                  <a:pt x="45153" y="72209"/>
                </a:cubicBezTo>
                <a:lnTo>
                  <a:pt x="45153" y="72159"/>
                </a:lnTo>
                <a:close/>
                <a:moveTo>
                  <a:pt x="71811" y="63348"/>
                </a:moveTo>
                <a:lnTo>
                  <a:pt x="72234" y="63746"/>
                </a:lnTo>
                <a:cubicBezTo>
                  <a:pt x="69446" y="66733"/>
                  <a:pt x="66534" y="69546"/>
                  <a:pt x="63423" y="72209"/>
                </a:cubicBezTo>
                <a:cubicBezTo>
                  <a:pt x="63273" y="72060"/>
                  <a:pt x="63149" y="71910"/>
                  <a:pt x="62975" y="71761"/>
                </a:cubicBezTo>
                <a:lnTo>
                  <a:pt x="63348" y="71462"/>
                </a:lnTo>
                <a:cubicBezTo>
                  <a:pt x="63522" y="71338"/>
                  <a:pt x="63697" y="71213"/>
                  <a:pt x="63846" y="71089"/>
                </a:cubicBezTo>
                <a:cubicBezTo>
                  <a:pt x="64045" y="70940"/>
                  <a:pt x="64219" y="70815"/>
                  <a:pt x="64418" y="70666"/>
                </a:cubicBezTo>
                <a:cubicBezTo>
                  <a:pt x="64443" y="70641"/>
                  <a:pt x="64518" y="70591"/>
                  <a:pt x="64543" y="70566"/>
                </a:cubicBezTo>
                <a:cubicBezTo>
                  <a:pt x="64568" y="70541"/>
                  <a:pt x="64642" y="70516"/>
                  <a:pt x="64667" y="70467"/>
                </a:cubicBezTo>
                <a:lnTo>
                  <a:pt x="64767" y="70367"/>
                </a:lnTo>
                <a:cubicBezTo>
                  <a:pt x="65314" y="69944"/>
                  <a:pt x="65837" y="69471"/>
                  <a:pt x="66385" y="68998"/>
                </a:cubicBezTo>
                <a:lnTo>
                  <a:pt x="66410" y="68973"/>
                </a:lnTo>
                <a:lnTo>
                  <a:pt x="66459" y="68923"/>
                </a:lnTo>
                <a:cubicBezTo>
                  <a:pt x="66957" y="68475"/>
                  <a:pt x="67430" y="68052"/>
                  <a:pt x="67903" y="67579"/>
                </a:cubicBezTo>
                <a:cubicBezTo>
                  <a:pt x="68003" y="67530"/>
                  <a:pt x="68052" y="67430"/>
                  <a:pt x="68152" y="67355"/>
                </a:cubicBezTo>
                <a:lnTo>
                  <a:pt x="68202" y="67305"/>
                </a:lnTo>
                <a:lnTo>
                  <a:pt x="68301" y="67206"/>
                </a:lnTo>
                <a:cubicBezTo>
                  <a:pt x="68700" y="66808"/>
                  <a:pt x="69123" y="66409"/>
                  <a:pt x="69521" y="65961"/>
                </a:cubicBezTo>
                <a:cubicBezTo>
                  <a:pt x="69646" y="65837"/>
                  <a:pt x="69745" y="65712"/>
                  <a:pt x="69870" y="65588"/>
                </a:cubicBezTo>
                <a:cubicBezTo>
                  <a:pt x="69894" y="65563"/>
                  <a:pt x="69894" y="65538"/>
                  <a:pt x="69919" y="65538"/>
                </a:cubicBezTo>
                <a:cubicBezTo>
                  <a:pt x="70193" y="65215"/>
                  <a:pt x="70492" y="64916"/>
                  <a:pt x="70766" y="64567"/>
                </a:cubicBezTo>
                <a:cubicBezTo>
                  <a:pt x="70865" y="64468"/>
                  <a:pt x="70940" y="64368"/>
                  <a:pt x="71015" y="64294"/>
                </a:cubicBezTo>
                <a:cubicBezTo>
                  <a:pt x="71139" y="64119"/>
                  <a:pt x="71263" y="63995"/>
                  <a:pt x="71388" y="63846"/>
                </a:cubicBezTo>
                <a:lnTo>
                  <a:pt x="71413" y="63821"/>
                </a:lnTo>
                <a:cubicBezTo>
                  <a:pt x="71537" y="63671"/>
                  <a:pt x="71687" y="63497"/>
                  <a:pt x="71811" y="63348"/>
                </a:cubicBezTo>
                <a:close/>
                <a:moveTo>
                  <a:pt x="33221" y="72051"/>
                </a:moveTo>
                <a:cubicBezTo>
                  <a:pt x="33878" y="72051"/>
                  <a:pt x="34525" y="72083"/>
                  <a:pt x="35171" y="72159"/>
                </a:cubicBezTo>
                <a:cubicBezTo>
                  <a:pt x="35221" y="72184"/>
                  <a:pt x="35321" y="72209"/>
                  <a:pt x="35370" y="72259"/>
                </a:cubicBezTo>
                <a:cubicBezTo>
                  <a:pt x="34706" y="72166"/>
                  <a:pt x="34028" y="72115"/>
                  <a:pt x="33336" y="72115"/>
                </a:cubicBezTo>
                <a:cubicBezTo>
                  <a:pt x="33095" y="72115"/>
                  <a:pt x="32852" y="72121"/>
                  <a:pt x="32608" y="72134"/>
                </a:cubicBezTo>
                <a:cubicBezTo>
                  <a:pt x="32458" y="72134"/>
                  <a:pt x="32334" y="72159"/>
                  <a:pt x="32184" y="72159"/>
                </a:cubicBezTo>
                <a:cubicBezTo>
                  <a:pt x="32184" y="72134"/>
                  <a:pt x="32209" y="72134"/>
                  <a:pt x="32209" y="72085"/>
                </a:cubicBezTo>
                <a:cubicBezTo>
                  <a:pt x="32334" y="72085"/>
                  <a:pt x="32483" y="72060"/>
                  <a:pt x="32608" y="72060"/>
                </a:cubicBezTo>
                <a:cubicBezTo>
                  <a:pt x="32813" y="72054"/>
                  <a:pt x="33017" y="72051"/>
                  <a:pt x="33221" y="72051"/>
                </a:cubicBezTo>
                <a:close/>
                <a:moveTo>
                  <a:pt x="46248" y="72085"/>
                </a:moveTo>
                <a:lnTo>
                  <a:pt x="46248" y="72085"/>
                </a:lnTo>
                <a:cubicBezTo>
                  <a:pt x="46223" y="72159"/>
                  <a:pt x="46173" y="72209"/>
                  <a:pt x="46148" y="72259"/>
                </a:cubicBezTo>
                <a:cubicBezTo>
                  <a:pt x="46099" y="72209"/>
                  <a:pt x="46024" y="72184"/>
                  <a:pt x="45924" y="72184"/>
                </a:cubicBezTo>
                <a:cubicBezTo>
                  <a:pt x="46024" y="72159"/>
                  <a:pt x="46148" y="72134"/>
                  <a:pt x="46248" y="72085"/>
                </a:cubicBezTo>
                <a:close/>
                <a:moveTo>
                  <a:pt x="8164" y="72060"/>
                </a:moveTo>
                <a:cubicBezTo>
                  <a:pt x="8164" y="72134"/>
                  <a:pt x="8164" y="72159"/>
                  <a:pt x="8140" y="72184"/>
                </a:cubicBezTo>
                <a:lnTo>
                  <a:pt x="8090" y="72209"/>
                </a:lnTo>
                <a:lnTo>
                  <a:pt x="8040" y="72284"/>
                </a:lnTo>
                <a:cubicBezTo>
                  <a:pt x="8040" y="72259"/>
                  <a:pt x="8065" y="72184"/>
                  <a:pt x="8065" y="72159"/>
                </a:cubicBezTo>
                <a:lnTo>
                  <a:pt x="8164" y="72060"/>
                </a:lnTo>
                <a:close/>
                <a:moveTo>
                  <a:pt x="3709" y="65513"/>
                </a:moveTo>
                <a:cubicBezTo>
                  <a:pt x="4281" y="67754"/>
                  <a:pt x="5601" y="70068"/>
                  <a:pt x="7617" y="72284"/>
                </a:cubicBezTo>
                <a:cubicBezTo>
                  <a:pt x="7592" y="72284"/>
                  <a:pt x="7592" y="72309"/>
                  <a:pt x="7567" y="72309"/>
                </a:cubicBezTo>
                <a:cubicBezTo>
                  <a:pt x="5576" y="70168"/>
                  <a:pt x="4232" y="67853"/>
                  <a:pt x="3684" y="65613"/>
                </a:cubicBezTo>
                <a:cubicBezTo>
                  <a:pt x="3684" y="65588"/>
                  <a:pt x="3709" y="65563"/>
                  <a:pt x="3709" y="65513"/>
                </a:cubicBezTo>
                <a:close/>
                <a:moveTo>
                  <a:pt x="22601" y="71089"/>
                </a:moveTo>
                <a:lnTo>
                  <a:pt x="22626" y="71139"/>
                </a:lnTo>
                <a:lnTo>
                  <a:pt x="22651" y="71164"/>
                </a:lnTo>
                <a:cubicBezTo>
                  <a:pt x="22029" y="71388"/>
                  <a:pt x="21407" y="71587"/>
                  <a:pt x="20784" y="71836"/>
                </a:cubicBezTo>
                <a:cubicBezTo>
                  <a:pt x="20486" y="71960"/>
                  <a:pt x="20137" y="72134"/>
                  <a:pt x="19813" y="72284"/>
                </a:cubicBezTo>
                <a:cubicBezTo>
                  <a:pt x="19789" y="72284"/>
                  <a:pt x="19789" y="72309"/>
                  <a:pt x="19764" y="72309"/>
                </a:cubicBezTo>
                <a:cubicBezTo>
                  <a:pt x="19764" y="72309"/>
                  <a:pt x="19764" y="72284"/>
                  <a:pt x="19789" y="72284"/>
                </a:cubicBezTo>
                <a:cubicBezTo>
                  <a:pt x="19789" y="72284"/>
                  <a:pt x="19789" y="72259"/>
                  <a:pt x="19813" y="72259"/>
                </a:cubicBezTo>
                <a:cubicBezTo>
                  <a:pt x="19838" y="72209"/>
                  <a:pt x="19888" y="72184"/>
                  <a:pt x="19913" y="72159"/>
                </a:cubicBezTo>
                <a:cubicBezTo>
                  <a:pt x="20212" y="72035"/>
                  <a:pt x="20436" y="71910"/>
                  <a:pt x="20734" y="71786"/>
                </a:cubicBezTo>
                <a:cubicBezTo>
                  <a:pt x="20784" y="71761"/>
                  <a:pt x="20859" y="71761"/>
                  <a:pt x="20909" y="71711"/>
                </a:cubicBezTo>
                <a:cubicBezTo>
                  <a:pt x="21183" y="71587"/>
                  <a:pt x="21506" y="71462"/>
                  <a:pt x="21780" y="71388"/>
                </a:cubicBezTo>
                <a:cubicBezTo>
                  <a:pt x="21805" y="71338"/>
                  <a:pt x="21879" y="71338"/>
                  <a:pt x="21904" y="71313"/>
                </a:cubicBezTo>
                <a:cubicBezTo>
                  <a:pt x="22128" y="71213"/>
                  <a:pt x="22352" y="71164"/>
                  <a:pt x="22601" y="71089"/>
                </a:cubicBezTo>
                <a:close/>
                <a:moveTo>
                  <a:pt x="41295" y="72134"/>
                </a:moveTo>
                <a:cubicBezTo>
                  <a:pt x="41270" y="72134"/>
                  <a:pt x="41170" y="72159"/>
                  <a:pt x="41071" y="72184"/>
                </a:cubicBezTo>
                <a:cubicBezTo>
                  <a:pt x="40946" y="72209"/>
                  <a:pt x="40822" y="72259"/>
                  <a:pt x="40697" y="72309"/>
                </a:cubicBezTo>
                <a:cubicBezTo>
                  <a:pt x="40697" y="72309"/>
                  <a:pt x="40697" y="72284"/>
                  <a:pt x="40672" y="72284"/>
                </a:cubicBezTo>
                <a:lnTo>
                  <a:pt x="40647" y="72259"/>
                </a:lnTo>
                <a:cubicBezTo>
                  <a:pt x="40797" y="72209"/>
                  <a:pt x="40996" y="72159"/>
                  <a:pt x="41145" y="72134"/>
                </a:cubicBezTo>
                <a:close/>
                <a:moveTo>
                  <a:pt x="45551" y="72284"/>
                </a:moveTo>
                <a:lnTo>
                  <a:pt x="45551" y="72309"/>
                </a:lnTo>
                <a:cubicBezTo>
                  <a:pt x="45526" y="72309"/>
                  <a:pt x="45526" y="72309"/>
                  <a:pt x="45501" y="72284"/>
                </a:cubicBezTo>
                <a:lnTo>
                  <a:pt x="45501" y="72284"/>
                </a:lnTo>
                <a:cubicBezTo>
                  <a:pt x="45509" y="72292"/>
                  <a:pt x="45515" y="72295"/>
                  <a:pt x="45520" y="72295"/>
                </a:cubicBezTo>
                <a:cubicBezTo>
                  <a:pt x="45529" y="72295"/>
                  <a:pt x="45534" y="72284"/>
                  <a:pt x="45551" y="72284"/>
                </a:cubicBezTo>
                <a:close/>
                <a:moveTo>
                  <a:pt x="62825" y="71836"/>
                </a:moveTo>
                <a:cubicBezTo>
                  <a:pt x="62975" y="72010"/>
                  <a:pt x="63149" y="72159"/>
                  <a:pt x="63298" y="72333"/>
                </a:cubicBezTo>
                <a:cubicBezTo>
                  <a:pt x="63273" y="72333"/>
                  <a:pt x="63224" y="72383"/>
                  <a:pt x="63224" y="72383"/>
                </a:cubicBezTo>
                <a:cubicBezTo>
                  <a:pt x="63074" y="72209"/>
                  <a:pt x="62925" y="72035"/>
                  <a:pt x="62751" y="71885"/>
                </a:cubicBezTo>
                <a:lnTo>
                  <a:pt x="62800" y="71885"/>
                </a:lnTo>
                <a:lnTo>
                  <a:pt x="62825" y="71836"/>
                </a:lnTo>
                <a:close/>
                <a:moveTo>
                  <a:pt x="72309" y="63945"/>
                </a:moveTo>
                <a:lnTo>
                  <a:pt x="72359" y="63970"/>
                </a:lnTo>
                <a:cubicBezTo>
                  <a:pt x="69621" y="66907"/>
                  <a:pt x="66683" y="69720"/>
                  <a:pt x="63572" y="72408"/>
                </a:cubicBezTo>
                <a:lnTo>
                  <a:pt x="63547" y="72383"/>
                </a:lnTo>
                <a:lnTo>
                  <a:pt x="63522" y="72333"/>
                </a:lnTo>
                <a:cubicBezTo>
                  <a:pt x="66659" y="69695"/>
                  <a:pt x="69571" y="66857"/>
                  <a:pt x="72309" y="63945"/>
                </a:cubicBezTo>
                <a:close/>
                <a:moveTo>
                  <a:pt x="34474" y="68276"/>
                </a:moveTo>
                <a:cubicBezTo>
                  <a:pt x="34574" y="68301"/>
                  <a:pt x="34649" y="68326"/>
                  <a:pt x="34723" y="68401"/>
                </a:cubicBezTo>
                <a:cubicBezTo>
                  <a:pt x="34898" y="68475"/>
                  <a:pt x="35072" y="68550"/>
                  <a:pt x="35221" y="68650"/>
                </a:cubicBezTo>
                <a:cubicBezTo>
                  <a:pt x="35395" y="68699"/>
                  <a:pt x="35520" y="68799"/>
                  <a:pt x="35644" y="68849"/>
                </a:cubicBezTo>
                <a:cubicBezTo>
                  <a:pt x="35794" y="68948"/>
                  <a:pt x="35943" y="69023"/>
                  <a:pt x="36092" y="69098"/>
                </a:cubicBezTo>
                <a:cubicBezTo>
                  <a:pt x="36267" y="69197"/>
                  <a:pt x="36391" y="69272"/>
                  <a:pt x="36540" y="69347"/>
                </a:cubicBezTo>
                <a:cubicBezTo>
                  <a:pt x="36690" y="69446"/>
                  <a:pt x="36814" y="69546"/>
                  <a:pt x="36963" y="69645"/>
                </a:cubicBezTo>
                <a:cubicBezTo>
                  <a:pt x="37088" y="69720"/>
                  <a:pt x="37262" y="69819"/>
                  <a:pt x="37387" y="69919"/>
                </a:cubicBezTo>
                <a:cubicBezTo>
                  <a:pt x="37511" y="70019"/>
                  <a:pt x="37660" y="70093"/>
                  <a:pt x="37785" y="70193"/>
                </a:cubicBezTo>
                <a:cubicBezTo>
                  <a:pt x="37909" y="70292"/>
                  <a:pt x="38034" y="70392"/>
                  <a:pt x="38183" y="70516"/>
                </a:cubicBezTo>
                <a:cubicBezTo>
                  <a:pt x="38308" y="70591"/>
                  <a:pt x="38432" y="70691"/>
                  <a:pt x="38557" y="70815"/>
                </a:cubicBezTo>
                <a:cubicBezTo>
                  <a:pt x="38681" y="70915"/>
                  <a:pt x="38805" y="71039"/>
                  <a:pt x="38930" y="71139"/>
                </a:cubicBezTo>
                <a:cubicBezTo>
                  <a:pt x="39054" y="71213"/>
                  <a:pt x="39179" y="71338"/>
                  <a:pt x="39303" y="71437"/>
                </a:cubicBezTo>
                <a:cubicBezTo>
                  <a:pt x="39428" y="71562"/>
                  <a:pt x="39552" y="71686"/>
                  <a:pt x="39677" y="71786"/>
                </a:cubicBezTo>
                <a:lnTo>
                  <a:pt x="40000" y="72085"/>
                </a:lnTo>
                <a:cubicBezTo>
                  <a:pt x="40000" y="72134"/>
                  <a:pt x="40000" y="72134"/>
                  <a:pt x="40025" y="72134"/>
                </a:cubicBezTo>
                <a:lnTo>
                  <a:pt x="40025" y="72159"/>
                </a:lnTo>
                <a:cubicBezTo>
                  <a:pt x="39577" y="72309"/>
                  <a:pt x="39204" y="72383"/>
                  <a:pt x="38830" y="72433"/>
                </a:cubicBezTo>
                <a:cubicBezTo>
                  <a:pt x="38631" y="72309"/>
                  <a:pt x="38382" y="72159"/>
                  <a:pt x="38158" y="72035"/>
                </a:cubicBezTo>
                <a:lnTo>
                  <a:pt x="38133" y="72010"/>
                </a:lnTo>
                <a:cubicBezTo>
                  <a:pt x="36839" y="71288"/>
                  <a:pt x="35445" y="70765"/>
                  <a:pt x="33977" y="70392"/>
                </a:cubicBezTo>
                <a:cubicBezTo>
                  <a:pt x="33927" y="70392"/>
                  <a:pt x="33902" y="70342"/>
                  <a:pt x="33827" y="70342"/>
                </a:cubicBezTo>
                <a:cubicBezTo>
                  <a:pt x="33678" y="70317"/>
                  <a:pt x="33479" y="70268"/>
                  <a:pt x="33329" y="70218"/>
                </a:cubicBezTo>
                <a:cubicBezTo>
                  <a:pt x="33329" y="70218"/>
                  <a:pt x="33304" y="70218"/>
                  <a:pt x="33304" y="70193"/>
                </a:cubicBezTo>
                <a:cubicBezTo>
                  <a:pt x="33678" y="69546"/>
                  <a:pt x="34076" y="68899"/>
                  <a:pt x="34474" y="68276"/>
                </a:cubicBezTo>
                <a:close/>
                <a:moveTo>
                  <a:pt x="35843" y="72259"/>
                </a:moveTo>
                <a:lnTo>
                  <a:pt x="35843" y="72259"/>
                </a:lnTo>
                <a:cubicBezTo>
                  <a:pt x="35943" y="72284"/>
                  <a:pt x="36067" y="72284"/>
                  <a:pt x="36167" y="72309"/>
                </a:cubicBezTo>
                <a:cubicBezTo>
                  <a:pt x="36328" y="72362"/>
                  <a:pt x="36476" y="72403"/>
                  <a:pt x="36638" y="72449"/>
                </a:cubicBezTo>
                <a:lnTo>
                  <a:pt x="36638" y="72449"/>
                </a:lnTo>
                <a:cubicBezTo>
                  <a:pt x="36493" y="72417"/>
                  <a:pt x="36335" y="72400"/>
                  <a:pt x="36167" y="72383"/>
                </a:cubicBezTo>
                <a:cubicBezTo>
                  <a:pt x="36142" y="72383"/>
                  <a:pt x="36092" y="72383"/>
                  <a:pt x="36092" y="72333"/>
                </a:cubicBezTo>
                <a:cubicBezTo>
                  <a:pt x="36018" y="72309"/>
                  <a:pt x="35943" y="72284"/>
                  <a:pt x="35843" y="72259"/>
                </a:cubicBezTo>
                <a:close/>
                <a:moveTo>
                  <a:pt x="33977" y="70890"/>
                </a:moveTo>
                <a:lnTo>
                  <a:pt x="33977" y="70890"/>
                </a:lnTo>
                <a:cubicBezTo>
                  <a:pt x="34101" y="70915"/>
                  <a:pt x="34225" y="70940"/>
                  <a:pt x="34325" y="70964"/>
                </a:cubicBezTo>
                <a:lnTo>
                  <a:pt x="34698" y="71064"/>
                </a:lnTo>
                <a:cubicBezTo>
                  <a:pt x="35196" y="71213"/>
                  <a:pt x="35694" y="71388"/>
                  <a:pt x="36167" y="71562"/>
                </a:cubicBezTo>
                <a:lnTo>
                  <a:pt x="36192" y="71562"/>
                </a:lnTo>
                <a:cubicBezTo>
                  <a:pt x="36665" y="71761"/>
                  <a:pt x="37113" y="71960"/>
                  <a:pt x="37586" y="72209"/>
                </a:cubicBezTo>
                <a:cubicBezTo>
                  <a:pt x="37660" y="72259"/>
                  <a:pt x="37710" y="72284"/>
                  <a:pt x="37810" y="72309"/>
                </a:cubicBezTo>
                <a:cubicBezTo>
                  <a:pt x="37909" y="72383"/>
                  <a:pt x="37984" y="72433"/>
                  <a:pt x="38084" y="72458"/>
                </a:cubicBezTo>
                <a:lnTo>
                  <a:pt x="37909" y="72458"/>
                </a:lnTo>
                <a:cubicBezTo>
                  <a:pt x="37337" y="72383"/>
                  <a:pt x="36789" y="72209"/>
                  <a:pt x="36192" y="72134"/>
                </a:cubicBezTo>
                <a:cubicBezTo>
                  <a:pt x="35346" y="71811"/>
                  <a:pt x="34599" y="71413"/>
                  <a:pt x="33977" y="70890"/>
                </a:cubicBezTo>
                <a:close/>
                <a:moveTo>
                  <a:pt x="39926" y="72458"/>
                </a:moveTo>
                <a:lnTo>
                  <a:pt x="39926" y="72458"/>
                </a:lnTo>
                <a:cubicBezTo>
                  <a:pt x="39926" y="72458"/>
                  <a:pt x="39926" y="72458"/>
                  <a:pt x="39926" y="72458"/>
                </a:cubicBezTo>
                <a:lnTo>
                  <a:pt x="39901" y="72458"/>
                </a:lnTo>
                <a:cubicBezTo>
                  <a:pt x="39908" y="72458"/>
                  <a:pt x="39917" y="72458"/>
                  <a:pt x="39926" y="72458"/>
                </a:cubicBezTo>
                <a:close/>
                <a:moveTo>
                  <a:pt x="45750" y="72309"/>
                </a:moveTo>
                <a:cubicBezTo>
                  <a:pt x="45874" y="72333"/>
                  <a:pt x="45949" y="72383"/>
                  <a:pt x="46099" y="72408"/>
                </a:cubicBezTo>
                <a:cubicBezTo>
                  <a:pt x="46099" y="72433"/>
                  <a:pt x="46049" y="72433"/>
                  <a:pt x="46049" y="72458"/>
                </a:cubicBezTo>
                <a:cubicBezTo>
                  <a:pt x="45974" y="72433"/>
                  <a:pt x="45850" y="72408"/>
                  <a:pt x="45750" y="72383"/>
                </a:cubicBezTo>
                <a:lnTo>
                  <a:pt x="45750" y="72309"/>
                </a:lnTo>
                <a:close/>
                <a:moveTo>
                  <a:pt x="7791" y="72433"/>
                </a:moveTo>
                <a:cubicBezTo>
                  <a:pt x="7791" y="72458"/>
                  <a:pt x="7766" y="72458"/>
                  <a:pt x="7766" y="72508"/>
                </a:cubicBezTo>
                <a:lnTo>
                  <a:pt x="7716" y="72458"/>
                </a:lnTo>
                <a:cubicBezTo>
                  <a:pt x="7766" y="72458"/>
                  <a:pt x="7766" y="72433"/>
                  <a:pt x="7791" y="72433"/>
                </a:cubicBezTo>
                <a:close/>
                <a:moveTo>
                  <a:pt x="19515" y="72383"/>
                </a:moveTo>
                <a:cubicBezTo>
                  <a:pt x="19515" y="72383"/>
                  <a:pt x="19515" y="72408"/>
                  <a:pt x="19490" y="72408"/>
                </a:cubicBezTo>
                <a:cubicBezTo>
                  <a:pt x="19490" y="72433"/>
                  <a:pt x="19465" y="72433"/>
                  <a:pt x="19465" y="72458"/>
                </a:cubicBezTo>
                <a:cubicBezTo>
                  <a:pt x="19440" y="72458"/>
                  <a:pt x="19415" y="72458"/>
                  <a:pt x="19390" y="72508"/>
                </a:cubicBezTo>
                <a:cubicBezTo>
                  <a:pt x="19390" y="72458"/>
                  <a:pt x="19415" y="72458"/>
                  <a:pt x="19415" y="72433"/>
                </a:cubicBezTo>
                <a:lnTo>
                  <a:pt x="19415" y="72408"/>
                </a:lnTo>
                <a:cubicBezTo>
                  <a:pt x="19440" y="72408"/>
                  <a:pt x="19490" y="72383"/>
                  <a:pt x="19515" y="72383"/>
                </a:cubicBezTo>
                <a:close/>
                <a:moveTo>
                  <a:pt x="33592" y="70544"/>
                </a:moveTo>
                <a:cubicBezTo>
                  <a:pt x="35230" y="70918"/>
                  <a:pt x="36818" y="71539"/>
                  <a:pt x="38283" y="72333"/>
                </a:cubicBezTo>
                <a:cubicBezTo>
                  <a:pt x="38308" y="72383"/>
                  <a:pt x="38382" y="72383"/>
                  <a:pt x="38407" y="72408"/>
                </a:cubicBezTo>
                <a:cubicBezTo>
                  <a:pt x="38432" y="72433"/>
                  <a:pt x="38507" y="72458"/>
                  <a:pt x="38532" y="72508"/>
                </a:cubicBezTo>
                <a:lnTo>
                  <a:pt x="38457" y="72508"/>
                </a:lnTo>
                <a:cubicBezTo>
                  <a:pt x="38283" y="72408"/>
                  <a:pt x="38084" y="72284"/>
                  <a:pt x="37909" y="72184"/>
                </a:cubicBezTo>
                <a:cubicBezTo>
                  <a:pt x="37835" y="72159"/>
                  <a:pt x="37785" y="72134"/>
                  <a:pt x="37685" y="72060"/>
                </a:cubicBezTo>
                <a:cubicBezTo>
                  <a:pt x="37212" y="71811"/>
                  <a:pt x="36764" y="71587"/>
                  <a:pt x="36267" y="71413"/>
                </a:cubicBezTo>
                <a:cubicBezTo>
                  <a:pt x="36192" y="71388"/>
                  <a:pt x="36142" y="71338"/>
                  <a:pt x="36067" y="71338"/>
                </a:cubicBezTo>
                <a:cubicBezTo>
                  <a:pt x="35669" y="71188"/>
                  <a:pt x="35221" y="71039"/>
                  <a:pt x="34798" y="70915"/>
                </a:cubicBezTo>
                <a:cubicBezTo>
                  <a:pt x="34673" y="70890"/>
                  <a:pt x="34549" y="70815"/>
                  <a:pt x="34425" y="70790"/>
                </a:cubicBezTo>
                <a:lnTo>
                  <a:pt x="33678" y="70591"/>
                </a:lnTo>
                <a:lnTo>
                  <a:pt x="33653" y="70566"/>
                </a:lnTo>
                <a:cubicBezTo>
                  <a:pt x="33614" y="70566"/>
                  <a:pt x="33606" y="70551"/>
                  <a:pt x="33592" y="70544"/>
                </a:cubicBezTo>
                <a:close/>
                <a:moveTo>
                  <a:pt x="41419" y="72284"/>
                </a:moveTo>
                <a:cubicBezTo>
                  <a:pt x="41245" y="72408"/>
                  <a:pt x="41071" y="72433"/>
                  <a:pt x="40921" y="72508"/>
                </a:cubicBezTo>
                <a:cubicBezTo>
                  <a:pt x="40921" y="72458"/>
                  <a:pt x="40896" y="72458"/>
                  <a:pt x="40896" y="72433"/>
                </a:cubicBezTo>
                <a:cubicBezTo>
                  <a:pt x="40921" y="72433"/>
                  <a:pt x="40921" y="72433"/>
                  <a:pt x="40946" y="72408"/>
                </a:cubicBezTo>
                <a:cubicBezTo>
                  <a:pt x="41046" y="72383"/>
                  <a:pt x="41170" y="72333"/>
                  <a:pt x="41270" y="72309"/>
                </a:cubicBezTo>
                <a:cubicBezTo>
                  <a:pt x="41319" y="72309"/>
                  <a:pt x="41369" y="72284"/>
                  <a:pt x="41419" y="72284"/>
                </a:cubicBezTo>
                <a:close/>
                <a:moveTo>
                  <a:pt x="63423" y="72458"/>
                </a:moveTo>
                <a:cubicBezTo>
                  <a:pt x="63423" y="72508"/>
                  <a:pt x="63423" y="72508"/>
                  <a:pt x="63448" y="72533"/>
                </a:cubicBezTo>
                <a:cubicBezTo>
                  <a:pt x="63423" y="72533"/>
                  <a:pt x="63423" y="72557"/>
                  <a:pt x="63398" y="72557"/>
                </a:cubicBezTo>
                <a:cubicBezTo>
                  <a:pt x="63398" y="72533"/>
                  <a:pt x="63348" y="72533"/>
                  <a:pt x="63348" y="72508"/>
                </a:cubicBezTo>
                <a:cubicBezTo>
                  <a:pt x="63398" y="72508"/>
                  <a:pt x="63398" y="72458"/>
                  <a:pt x="63423" y="72458"/>
                </a:cubicBezTo>
                <a:close/>
                <a:moveTo>
                  <a:pt x="43334" y="72176"/>
                </a:moveTo>
                <a:cubicBezTo>
                  <a:pt x="43592" y="72176"/>
                  <a:pt x="43849" y="72188"/>
                  <a:pt x="44107" y="72209"/>
                </a:cubicBezTo>
                <a:cubicBezTo>
                  <a:pt x="43385" y="72383"/>
                  <a:pt x="42688" y="72508"/>
                  <a:pt x="42016" y="72582"/>
                </a:cubicBezTo>
                <a:cubicBezTo>
                  <a:pt x="42016" y="72557"/>
                  <a:pt x="42041" y="72533"/>
                  <a:pt x="42041" y="72533"/>
                </a:cubicBezTo>
                <a:cubicBezTo>
                  <a:pt x="42041" y="72533"/>
                  <a:pt x="42041" y="72508"/>
                  <a:pt x="42066" y="72508"/>
                </a:cubicBezTo>
                <a:cubicBezTo>
                  <a:pt x="42066" y="72508"/>
                  <a:pt x="42066" y="72458"/>
                  <a:pt x="42116" y="72458"/>
                </a:cubicBezTo>
                <a:cubicBezTo>
                  <a:pt x="42141" y="72408"/>
                  <a:pt x="42191" y="72309"/>
                  <a:pt x="42240" y="72259"/>
                </a:cubicBezTo>
                <a:cubicBezTo>
                  <a:pt x="42605" y="72200"/>
                  <a:pt x="42969" y="72176"/>
                  <a:pt x="43334" y="72176"/>
                </a:cubicBezTo>
                <a:close/>
                <a:moveTo>
                  <a:pt x="40672" y="72533"/>
                </a:moveTo>
                <a:cubicBezTo>
                  <a:pt x="40672" y="72533"/>
                  <a:pt x="40697" y="72557"/>
                  <a:pt x="40697" y="72582"/>
                </a:cubicBezTo>
                <a:cubicBezTo>
                  <a:pt x="40672" y="72582"/>
                  <a:pt x="40672" y="72582"/>
                  <a:pt x="40647" y="72632"/>
                </a:cubicBezTo>
                <a:cubicBezTo>
                  <a:pt x="40647" y="72582"/>
                  <a:pt x="40622" y="72582"/>
                  <a:pt x="40622" y="72557"/>
                </a:cubicBezTo>
                <a:cubicBezTo>
                  <a:pt x="40647" y="72557"/>
                  <a:pt x="40647" y="72557"/>
                  <a:pt x="40672" y="72533"/>
                </a:cubicBezTo>
                <a:close/>
                <a:moveTo>
                  <a:pt x="41942" y="72309"/>
                </a:moveTo>
                <a:cubicBezTo>
                  <a:pt x="41892" y="72408"/>
                  <a:pt x="41817" y="72533"/>
                  <a:pt x="41767" y="72632"/>
                </a:cubicBezTo>
                <a:lnTo>
                  <a:pt x="41743" y="72632"/>
                </a:lnTo>
                <a:cubicBezTo>
                  <a:pt x="41767" y="72533"/>
                  <a:pt x="41817" y="72433"/>
                  <a:pt x="41892" y="72333"/>
                </a:cubicBezTo>
                <a:cubicBezTo>
                  <a:pt x="41917" y="72333"/>
                  <a:pt x="41942" y="72309"/>
                  <a:pt x="41942" y="72309"/>
                </a:cubicBezTo>
                <a:close/>
                <a:moveTo>
                  <a:pt x="39204" y="72582"/>
                </a:moveTo>
                <a:cubicBezTo>
                  <a:pt x="39204" y="72582"/>
                  <a:pt x="39179" y="72582"/>
                  <a:pt x="39154" y="72632"/>
                </a:cubicBezTo>
                <a:cubicBezTo>
                  <a:pt x="39129" y="72632"/>
                  <a:pt x="39129" y="72657"/>
                  <a:pt x="39079" y="72657"/>
                </a:cubicBezTo>
                <a:lnTo>
                  <a:pt x="39054" y="72657"/>
                </a:lnTo>
                <a:cubicBezTo>
                  <a:pt x="39054" y="72657"/>
                  <a:pt x="39029" y="72657"/>
                  <a:pt x="39029" y="72632"/>
                </a:cubicBezTo>
                <a:cubicBezTo>
                  <a:pt x="39079" y="72632"/>
                  <a:pt x="39154" y="72582"/>
                  <a:pt x="39204" y="72582"/>
                </a:cubicBezTo>
                <a:close/>
                <a:moveTo>
                  <a:pt x="38756" y="72657"/>
                </a:moveTo>
                <a:lnTo>
                  <a:pt x="38781" y="72682"/>
                </a:lnTo>
                <a:lnTo>
                  <a:pt x="38756" y="72682"/>
                </a:lnTo>
                <a:cubicBezTo>
                  <a:pt x="38756" y="72657"/>
                  <a:pt x="38706" y="72657"/>
                  <a:pt x="38681" y="72657"/>
                </a:cubicBezTo>
                <a:close/>
                <a:moveTo>
                  <a:pt x="40398" y="72632"/>
                </a:moveTo>
                <a:cubicBezTo>
                  <a:pt x="40398" y="72657"/>
                  <a:pt x="40398" y="72657"/>
                  <a:pt x="40423" y="72682"/>
                </a:cubicBezTo>
                <a:lnTo>
                  <a:pt x="40374" y="72682"/>
                </a:lnTo>
                <a:lnTo>
                  <a:pt x="40374" y="72657"/>
                </a:lnTo>
                <a:cubicBezTo>
                  <a:pt x="40398" y="72657"/>
                  <a:pt x="40398" y="72657"/>
                  <a:pt x="40398" y="72632"/>
                </a:cubicBezTo>
                <a:close/>
                <a:moveTo>
                  <a:pt x="41543" y="72458"/>
                </a:moveTo>
                <a:cubicBezTo>
                  <a:pt x="41543" y="72533"/>
                  <a:pt x="41494" y="72582"/>
                  <a:pt x="41444" y="72657"/>
                </a:cubicBezTo>
                <a:cubicBezTo>
                  <a:pt x="41319" y="72657"/>
                  <a:pt x="41195" y="72657"/>
                  <a:pt x="41046" y="72682"/>
                </a:cubicBezTo>
                <a:lnTo>
                  <a:pt x="41021" y="72657"/>
                </a:lnTo>
                <a:cubicBezTo>
                  <a:pt x="41195" y="72582"/>
                  <a:pt x="41369" y="72533"/>
                  <a:pt x="41543" y="72458"/>
                </a:cubicBezTo>
                <a:close/>
                <a:moveTo>
                  <a:pt x="37810" y="72757"/>
                </a:moveTo>
                <a:cubicBezTo>
                  <a:pt x="37835" y="72757"/>
                  <a:pt x="37860" y="72757"/>
                  <a:pt x="37909" y="72782"/>
                </a:cubicBezTo>
                <a:cubicBezTo>
                  <a:pt x="37959" y="72782"/>
                  <a:pt x="38009" y="72806"/>
                  <a:pt x="38059" y="72806"/>
                </a:cubicBezTo>
                <a:cubicBezTo>
                  <a:pt x="38133" y="72831"/>
                  <a:pt x="38183" y="72831"/>
                  <a:pt x="38208" y="72856"/>
                </a:cubicBezTo>
                <a:cubicBezTo>
                  <a:pt x="38256" y="72856"/>
                  <a:pt x="38281" y="72902"/>
                  <a:pt x="38304" y="72906"/>
                </a:cubicBezTo>
                <a:lnTo>
                  <a:pt x="38304" y="72906"/>
                </a:lnTo>
                <a:cubicBezTo>
                  <a:pt x="38257" y="72904"/>
                  <a:pt x="38195" y="72897"/>
                  <a:pt x="38133" y="72856"/>
                </a:cubicBezTo>
                <a:cubicBezTo>
                  <a:pt x="38059" y="72856"/>
                  <a:pt x="38034" y="72856"/>
                  <a:pt x="37959" y="72831"/>
                </a:cubicBezTo>
                <a:cubicBezTo>
                  <a:pt x="37934" y="72806"/>
                  <a:pt x="37884" y="72782"/>
                  <a:pt x="37810" y="72782"/>
                </a:cubicBezTo>
                <a:lnTo>
                  <a:pt x="37810" y="72757"/>
                </a:lnTo>
                <a:close/>
                <a:moveTo>
                  <a:pt x="41319" y="72831"/>
                </a:moveTo>
                <a:cubicBezTo>
                  <a:pt x="41319" y="72881"/>
                  <a:pt x="41319" y="72906"/>
                  <a:pt x="41295" y="72906"/>
                </a:cubicBezTo>
                <a:lnTo>
                  <a:pt x="41270" y="72906"/>
                </a:lnTo>
                <a:lnTo>
                  <a:pt x="41245" y="72881"/>
                </a:lnTo>
                <a:cubicBezTo>
                  <a:pt x="41245" y="72881"/>
                  <a:pt x="41245" y="72831"/>
                  <a:pt x="41195" y="72831"/>
                </a:cubicBezTo>
                <a:close/>
                <a:moveTo>
                  <a:pt x="41643" y="72831"/>
                </a:moveTo>
                <a:cubicBezTo>
                  <a:pt x="41643" y="72881"/>
                  <a:pt x="41618" y="72881"/>
                  <a:pt x="41618" y="72906"/>
                </a:cubicBezTo>
                <a:lnTo>
                  <a:pt x="41568" y="72906"/>
                </a:lnTo>
                <a:cubicBezTo>
                  <a:pt x="41568" y="72881"/>
                  <a:pt x="41618" y="72881"/>
                  <a:pt x="41618" y="72831"/>
                </a:cubicBezTo>
                <a:close/>
                <a:moveTo>
                  <a:pt x="44555" y="72309"/>
                </a:moveTo>
                <a:cubicBezTo>
                  <a:pt x="44605" y="72309"/>
                  <a:pt x="44630" y="72309"/>
                  <a:pt x="44680" y="72333"/>
                </a:cubicBezTo>
                <a:lnTo>
                  <a:pt x="44680" y="72383"/>
                </a:lnTo>
                <a:cubicBezTo>
                  <a:pt x="43734" y="72632"/>
                  <a:pt x="42788" y="72806"/>
                  <a:pt x="41867" y="72906"/>
                </a:cubicBezTo>
                <a:cubicBezTo>
                  <a:pt x="41867" y="72831"/>
                  <a:pt x="41892" y="72806"/>
                  <a:pt x="41892" y="72806"/>
                </a:cubicBezTo>
                <a:cubicBezTo>
                  <a:pt x="42763" y="72707"/>
                  <a:pt x="43634" y="72533"/>
                  <a:pt x="44555" y="72309"/>
                </a:cubicBezTo>
                <a:close/>
                <a:moveTo>
                  <a:pt x="40971" y="72881"/>
                </a:moveTo>
                <a:lnTo>
                  <a:pt x="41046" y="72931"/>
                </a:lnTo>
                <a:lnTo>
                  <a:pt x="40971" y="72931"/>
                </a:lnTo>
                <a:cubicBezTo>
                  <a:pt x="40946" y="72931"/>
                  <a:pt x="40921" y="72906"/>
                  <a:pt x="40921" y="72881"/>
                </a:cubicBezTo>
                <a:close/>
                <a:moveTo>
                  <a:pt x="39751" y="72906"/>
                </a:moveTo>
                <a:cubicBezTo>
                  <a:pt x="39677" y="72931"/>
                  <a:pt x="39652" y="72931"/>
                  <a:pt x="39577" y="72956"/>
                </a:cubicBezTo>
                <a:cubicBezTo>
                  <a:pt x="39552" y="72956"/>
                  <a:pt x="39552" y="72931"/>
                  <a:pt x="39527" y="72931"/>
                </a:cubicBezTo>
                <a:lnTo>
                  <a:pt x="39552" y="72931"/>
                </a:lnTo>
                <a:cubicBezTo>
                  <a:pt x="39627" y="72906"/>
                  <a:pt x="39677" y="72906"/>
                  <a:pt x="39751" y="72906"/>
                </a:cubicBezTo>
                <a:close/>
                <a:moveTo>
                  <a:pt x="40249" y="72931"/>
                </a:moveTo>
                <a:lnTo>
                  <a:pt x="40249" y="72956"/>
                </a:lnTo>
                <a:lnTo>
                  <a:pt x="40125" y="72956"/>
                </a:lnTo>
                <a:cubicBezTo>
                  <a:pt x="40174" y="72956"/>
                  <a:pt x="40199" y="72956"/>
                  <a:pt x="40249" y="72931"/>
                </a:cubicBezTo>
                <a:close/>
                <a:moveTo>
                  <a:pt x="40498" y="72906"/>
                </a:moveTo>
                <a:cubicBezTo>
                  <a:pt x="40498" y="72931"/>
                  <a:pt x="40523" y="72931"/>
                  <a:pt x="40523" y="72956"/>
                </a:cubicBezTo>
                <a:lnTo>
                  <a:pt x="40448" y="72956"/>
                </a:lnTo>
                <a:cubicBezTo>
                  <a:pt x="40448" y="72931"/>
                  <a:pt x="40448" y="72931"/>
                  <a:pt x="40423" y="72906"/>
                </a:cubicBezTo>
                <a:close/>
                <a:moveTo>
                  <a:pt x="45750" y="72557"/>
                </a:moveTo>
                <a:cubicBezTo>
                  <a:pt x="45850" y="72582"/>
                  <a:pt x="45899" y="72632"/>
                  <a:pt x="45974" y="72632"/>
                </a:cubicBezTo>
                <a:cubicBezTo>
                  <a:pt x="45899" y="72757"/>
                  <a:pt x="45800" y="72906"/>
                  <a:pt x="45750" y="73030"/>
                </a:cubicBezTo>
                <a:lnTo>
                  <a:pt x="45750" y="72557"/>
                </a:lnTo>
                <a:close/>
                <a:moveTo>
                  <a:pt x="52321" y="69396"/>
                </a:moveTo>
                <a:cubicBezTo>
                  <a:pt x="52321" y="69421"/>
                  <a:pt x="52346" y="69471"/>
                  <a:pt x="52346" y="69521"/>
                </a:cubicBezTo>
                <a:cubicBezTo>
                  <a:pt x="52371" y="69595"/>
                  <a:pt x="52371" y="69695"/>
                  <a:pt x="52396" y="69795"/>
                </a:cubicBezTo>
                <a:lnTo>
                  <a:pt x="52496" y="70168"/>
                </a:lnTo>
                <a:cubicBezTo>
                  <a:pt x="52396" y="70218"/>
                  <a:pt x="52346" y="70268"/>
                  <a:pt x="52247" y="70317"/>
                </a:cubicBezTo>
                <a:cubicBezTo>
                  <a:pt x="51624" y="70765"/>
                  <a:pt x="51002" y="71188"/>
                  <a:pt x="50355" y="71637"/>
                </a:cubicBezTo>
                <a:lnTo>
                  <a:pt x="49782" y="72010"/>
                </a:lnTo>
                <a:cubicBezTo>
                  <a:pt x="49235" y="72383"/>
                  <a:pt x="48662" y="72707"/>
                  <a:pt x="48140" y="73055"/>
                </a:cubicBezTo>
                <a:cubicBezTo>
                  <a:pt x="47642" y="72806"/>
                  <a:pt x="47169" y="72582"/>
                  <a:pt x="46671" y="72408"/>
                </a:cubicBezTo>
                <a:cubicBezTo>
                  <a:pt x="46771" y="72259"/>
                  <a:pt x="46845" y="72060"/>
                  <a:pt x="46920" y="71885"/>
                </a:cubicBezTo>
                <a:cubicBezTo>
                  <a:pt x="46920" y="71836"/>
                  <a:pt x="46970" y="71836"/>
                  <a:pt x="46970" y="71811"/>
                </a:cubicBezTo>
                <a:cubicBezTo>
                  <a:pt x="48712" y="71188"/>
                  <a:pt x="50504" y="70392"/>
                  <a:pt x="52321" y="69396"/>
                </a:cubicBezTo>
                <a:close/>
                <a:moveTo>
                  <a:pt x="41519" y="73080"/>
                </a:moveTo>
                <a:cubicBezTo>
                  <a:pt x="41494" y="73130"/>
                  <a:pt x="41494" y="73155"/>
                  <a:pt x="41444" y="73155"/>
                </a:cubicBezTo>
                <a:cubicBezTo>
                  <a:pt x="41444" y="73130"/>
                  <a:pt x="41444" y="73130"/>
                  <a:pt x="41494" y="73080"/>
                </a:cubicBezTo>
                <a:close/>
                <a:moveTo>
                  <a:pt x="50495" y="71776"/>
                </a:moveTo>
                <a:lnTo>
                  <a:pt x="50006" y="72109"/>
                </a:lnTo>
                <a:cubicBezTo>
                  <a:pt x="49484" y="72458"/>
                  <a:pt x="48911" y="72806"/>
                  <a:pt x="48388" y="73155"/>
                </a:cubicBezTo>
                <a:cubicBezTo>
                  <a:pt x="48388" y="73167"/>
                  <a:pt x="48382" y="73174"/>
                  <a:pt x="48373" y="73174"/>
                </a:cubicBezTo>
                <a:cubicBezTo>
                  <a:pt x="48364" y="73174"/>
                  <a:pt x="48351" y="73167"/>
                  <a:pt x="48339" y="73155"/>
                </a:cubicBezTo>
                <a:lnTo>
                  <a:pt x="48339" y="73155"/>
                </a:lnTo>
                <a:cubicBezTo>
                  <a:pt x="48339" y="73155"/>
                  <a:pt x="48339" y="73155"/>
                  <a:pt x="48339" y="73155"/>
                </a:cubicBezTo>
                <a:lnTo>
                  <a:pt x="48339" y="73155"/>
                </a:lnTo>
                <a:cubicBezTo>
                  <a:pt x="48351" y="73167"/>
                  <a:pt x="48351" y="73174"/>
                  <a:pt x="48348" y="73174"/>
                </a:cubicBezTo>
                <a:cubicBezTo>
                  <a:pt x="48345" y="73174"/>
                  <a:pt x="48339" y="73167"/>
                  <a:pt x="48339" y="73155"/>
                </a:cubicBezTo>
                <a:lnTo>
                  <a:pt x="48339" y="73155"/>
                </a:lnTo>
                <a:cubicBezTo>
                  <a:pt x="48339" y="73155"/>
                  <a:pt x="48339" y="73155"/>
                  <a:pt x="48339" y="73155"/>
                </a:cubicBezTo>
                <a:cubicBezTo>
                  <a:pt x="48488" y="73055"/>
                  <a:pt x="48637" y="72956"/>
                  <a:pt x="48837" y="72831"/>
                </a:cubicBezTo>
                <a:cubicBezTo>
                  <a:pt x="49036" y="72707"/>
                  <a:pt x="49235" y="72557"/>
                  <a:pt x="49459" y="72433"/>
                </a:cubicBezTo>
                <a:cubicBezTo>
                  <a:pt x="49608" y="72333"/>
                  <a:pt x="49782" y="72209"/>
                  <a:pt x="49957" y="72134"/>
                </a:cubicBezTo>
                <a:cubicBezTo>
                  <a:pt x="50131" y="72010"/>
                  <a:pt x="50305" y="71910"/>
                  <a:pt x="50479" y="71786"/>
                </a:cubicBezTo>
                <a:cubicBezTo>
                  <a:pt x="50485" y="71783"/>
                  <a:pt x="50490" y="71779"/>
                  <a:pt x="50495" y="71776"/>
                </a:cubicBezTo>
                <a:close/>
                <a:moveTo>
                  <a:pt x="41170" y="73130"/>
                </a:moveTo>
                <a:lnTo>
                  <a:pt x="41195" y="73155"/>
                </a:lnTo>
                <a:cubicBezTo>
                  <a:pt x="41195" y="73180"/>
                  <a:pt x="41170" y="73180"/>
                  <a:pt x="41170" y="73205"/>
                </a:cubicBezTo>
                <a:cubicBezTo>
                  <a:pt x="41145" y="73180"/>
                  <a:pt x="41145" y="73155"/>
                  <a:pt x="41120" y="73130"/>
                </a:cubicBezTo>
                <a:close/>
                <a:moveTo>
                  <a:pt x="46596" y="72582"/>
                </a:moveTo>
                <a:cubicBezTo>
                  <a:pt x="47044" y="72757"/>
                  <a:pt x="47492" y="72956"/>
                  <a:pt x="47916" y="73180"/>
                </a:cubicBezTo>
                <a:cubicBezTo>
                  <a:pt x="47891" y="73180"/>
                  <a:pt x="47891" y="73205"/>
                  <a:pt x="47866" y="73205"/>
                </a:cubicBezTo>
                <a:cubicBezTo>
                  <a:pt x="47468" y="73006"/>
                  <a:pt x="46995" y="72806"/>
                  <a:pt x="46547" y="72657"/>
                </a:cubicBezTo>
                <a:cubicBezTo>
                  <a:pt x="46547" y="72632"/>
                  <a:pt x="46596" y="72632"/>
                  <a:pt x="46596" y="72582"/>
                </a:cubicBezTo>
                <a:close/>
                <a:moveTo>
                  <a:pt x="29247" y="70292"/>
                </a:moveTo>
                <a:cubicBezTo>
                  <a:pt x="29770" y="70292"/>
                  <a:pt x="30318" y="70317"/>
                  <a:pt x="30840" y="70342"/>
                </a:cubicBezTo>
                <a:cubicBezTo>
                  <a:pt x="30965" y="70342"/>
                  <a:pt x="31114" y="70392"/>
                  <a:pt x="31239" y="70392"/>
                </a:cubicBezTo>
                <a:cubicBezTo>
                  <a:pt x="31687" y="70417"/>
                  <a:pt x="32110" y="70467"/>
                  <a:pt x="32558" y="70566"/>
                </a:cubicBezTo>
                <a:cubicBezTo>
                  <a:pt x="32259" y="71039"/>
                  <a:pt x="32035" y="71462"/>
                  <a:pt x="31786" y="71935"/>
                </a:cubicBezTo>
                <a:cubicBezTo>
                  <a:pt x="30069" y="72134"/>
                  <a:pt x="28326" y="72557"/>
                  <a:pt x="26609" y="73254"/>
                </a:cubicBezTo>
                <a:cubicBezTo>
                  <a:pt x="25314" y="72757"/>
                  <a:pt x="24169" y="72060"/>
                  <a:pt x="23248" y="71164"/>
                </a:cubicBezTo>
                <a:cubicBezTo>
                  <a:pt x="23497" y="71089"/>
                  <a:pt x="23721" y="71039"/>
                  <a:pt x="23970" y="70964"/>
                </a:cubicBezTo>
                <a:cubicBezTo>
                  <a:pt x="24020" y="70940"/>
                  <a:pt x="24120" y="70940"/>
                  <a:pt x="24169" y="70915"/>
                </a:cubicBezTo>
                <a:lnTo>
                  <a:pt x="25016" y="70716"/>
                </a:lnTo>
                <a:cubicBezTo>
                  <a:pt x="25115" y="70691"/>
                  <a:pt x="25215" y="70691"/>
                  <a:pt x="25265" y="70666"/>
                </a:cubicBezTo>
                <a:cubicBezTo>
                  <a:pt x="25538" y="70591"/>
                  <a:pt x="25787" y="70566"/>
                  <a:pt x="26086" y="70516"/>
                </a:cubicBezTo>
                <a:cubicBezTo>
                  <a:pt x="26211" y="70467"/>
                  <a:pt x="26285" y="70467"/>
                  <a:pt x="26410" y="70467"/>
                </a:cubicBezTo>
                <a:cubicBezTo>
                  <a:pt x="26659" y="70442"/>
                  <a:pt x="26907" y="70417"/>
                  <a:pt x="27131" y="70392"/>
                </a:cubicBezTo>
                <a:cubicBezTo>
                  <a:pt x="27281" y="70342"/>
                  <a:pt x="27480" y="70342"/>
                  <a:pt x="27629" y="70342"/>
                </a:cubicBezTo>
                <a:cubicBezTo>
                  <a:pt x="27828" y="70342"/>
                  <a:pt x="28003" y="70317"/>
                  <a:pt x="28202" y="70317"/>
                </a:cubicBezTo>
                <a:cubicBezTo>
                  <a:pt x="28525" y="70292"/>
                  <a:pt x="28874" y="70292"/>
                  <a:pt x="29222" y="70292"/>
                </a:cubicBezTo>
                <a:close/>
                <a:moveTo>
                  <a:pt x="38557" y="73180"/>
                </a:moveTo>
                <a:lnTo>
                  <a:pt x="38557" y="73180"/>
                </a:lnTo>
                <a:cubicBezTo>
                  <a:pt x="38532" y="73205"/>
                  <a:pt x="38457" y="73254"/>
                  <a:pt x="38432" y="73279"/>
                </a:cubicBezTo>
                <a:cubicBezTo>
                  <a:pt x="38398" y="73296"/>
                  <a:pt x="38340" y="73302"/>
                  <a:pt x="38283" y="73311"/>
                </a:cubicBezTo>
                <a:lnTo>
                  <a:pt x="38283" y="73311"/>
                </a:lnTo>
                <a:cubicBezTo>
                  <a:pt x="38312" y="73299"/>
                  <a:pt x="38344" y="73280"/>
                  <a:pt x="38382" y="73254"/>
                </a:cubicBezTo>
                <a:cubicBezTo>
                  <a:pt x="38432" y="73205"/>
                  <a:pt x="38507" y="73205"/>
                  <a:pt x="38557" y="73180"/>
                </a:cubicBezTo>
                <a:close/>
                <a:moveTo>
                  <a:pt x="48214" y="73304"/>
                </a:moveTo>
                <a:cubicBezTo>
                  <a:pt x="48187" y="73304"/>
                  <a:pt x="48174" y="73312"/>
                  <a:pt x="48165" y="73319"/>
                </a:cubicBezTo>
                <a:lnTo>
                  <a:pt x="48165" y="73319"/>
                </a:lnTo>
                <a:cubicBezTo>
                  <a:pt x="48166" y="73304"/>
                  <a:pt x="48173" y="73304"/>
                  <a:pt x="48214" y="73304"/>
                </a:cubicBezTo>
                <a:close/>
                <a:moveTo>
                  <a:pt x="39253" y="73254"/>
                </a:moveTo>
                <a:cubicBezTo>
                  <a:pt x="39278" y="73254"/>
                  <a:pt x="39278" y="73254"/>
                  <a:pt x="39278" y="73279"/>
                </a:cubicBezTo>
                <a:cubicBezTo>
                  <a:pt x="39303" y="73304"/>
                  <a:pt x="39328" y="73304"/>
                  <a:pt x="39378" y="73329"/>
                </a:cubicBezTo>
                <a:cubicBezTo>
                  <a:pt x="39303" y="73304"/>
                  <a:pt x="39278" y="73304"/>
                  <a:pt x="39204" y="73279"/>
                </a:cubicBezTo>
                <a:cubicBezTo>
                  <a:pt x="39253" y="73279"/>
                  <a:pt x="39253" y="73279"/>
                  <a:pt x="39253" y="73254"/>
                </a:cubicBezTo>
                <a:close/>
                <a:moveTo>
                  <a:pt x="48140" y="73304"/>
                </a:moveTo>
                <a:cubicBezTo>
                  <a:pt x="48140" y="73304"/>
                  <a:pt x="48158" y="73304"/>
                  <a:pt x="48163" y="73320"/>
                </a:cubicBezTo>
                <a:lnTo>
                  <a:pt x="48163" y="73320"/>
                </a:lnTo>
                <a:cubicBezTo>
                  <a:pt x="48156" y="73325"/>
                  <a:pt x="48150" y="73329"/>
                  <a:pt x="48140" y="73329"/>
                </a:cubicBezTo>
                <a:lnTo>
                  <a:pt x="48090" y="73329"/>
                </a:lnTo>
                <a:cubicBezTo>
                  <a:pt x="48115" y="73329"/>
                  <a:pt x="48115" y="73304"/>
                  <a:pt x="48140" y="73304"/>
                </a:cubicBezTo>
                <a:close/>
                <a:moveTo>
                  <a:pt x="23074" y="71213"/>
                </a:moveTo>
                <a:cubicBezTo>
                  <a:pt x="23995" y="72134"/>
                  <a:pt x="25090" y="72831"/>
                  <a:pt x="26385" y="73329"/>
                </a:cubicBezTo>
                <a:cubicBezTo>
                  <a:pt x="26360" y="73329"/>
                  <a:pt x="26335" y="73379"/>
                  <a:pt x="26285" y="73379"/>
                </a:cubicBezTo>
                <a:cubicBezTo>
                  <a:pt x="25033" y="72888"/>
                  <a:pt x="23926" y="72154"/>
                  <a:pt x="23012" y="71251"/>
                </a:cubicBezTo>
                <a:lnTo>
                  <a:pt x="23012" y="71251"/>
                </a:lnTo>
                <a:cubicBezTo>
                  <a:pt x="23013" y="71251"/>
                  <a:pt x="23014" y="71251"/>
                  <a:pt x="23015" y="71251"/>
                </a:cubicBezTo>
                <a:cubicBezTo>
                  <a:pt x="23031" y="71251"/>
                  <a:pt x="23049" y="71238"/>
                  <a:pt x="23074" y="71213"/>
                </a:cubicBezTo>
                <a:close/>
                <a:moveTo>
                  <a:pt x="31711" y="72134"/>
                </a:moveTo>
                <a:cubicBezTo>
                  <a:pt x="31711" y="72159"/>
                  <a:pt x="31687" y="72159"/>
                  <a:pt x="31687" y="72184"/>
                </a:cubicBezTo>
                <a:cubicBezTo>
                  <a:pt x="30094" y="72333"/>
                  <a:pt x="28550" y="72757"/>
                  <a:pt x="27007" y="73379"/>
                </a:cubicBezTo>
                <a:cubicBezTo>
                  <a:pt x="26982" y="73379"/>
                  <a:pt x="26957" y="73329"/>
                  <a:pt x="26907" y="73329"/>
                </a:cubicBezTo>
                <a:cubicBezTo>
                  <a:pt x="28476" y="72707"/>
                  <a:pt x="30069" y="72309"/>
                  <a:pt x="31711" y="72134"/>
                </a:cubicBezTo>
                <a:close/>
                <a:moveTo>
                  <a:pt x="41319" y="73304"/>
                </a:moveTo>
                <a:cubicBezTo>
                  <a:pt x="41369" y="73329"/>
                  <a:pt x="41369" y="73329"/>
                  <a:pt x="41369" y="73379"/>
                </a:cubicBezTo>
                <a:cubicBezTo>
                  <a:pt x="41369" y="73404"/>
                  <a:pt x="41319" y="73404"/>
                  <a:pt x="41319" y="73429"/>
                </a:cubicBezTo>
                <a:lnTo>
                  <a:pt x="41319" y="73404"/>
                </a:lnTo>
                <a:lnTo>
                  <a:pt x="41295" y="73379"/>
                </a:lnTo>
                <a:cubicBezTo>
                  <a:pt x="41295" y="73329"/>
                  <a:pt x="41319" y="73329"/>
                  <a:pt x="41319" y="73304"/>
                </a:cubicBezTo>
                <a:close/>
                <a:moveTo>
                  <a:pt x="40896" y="73130"/>
                </a:moveTo>
                <a:cubicBezTo>
                  <a:pt x="40921" y="73205"/>
                  <a:pt x="40996" y="73304"/>
                  <a:pt x="41046" y="73379"/>
                </a:cubicBezTo>
                <a:cubicBezTo>
                  <a:pt x="41021" y="73404"/>
                  <a:pt x="40996" y="73454"/>
                  <a:pt x="40996" y="73503"/>
                </a:cubicBezTo>
                <a:cubicBezTo>
                  <a:pt x="40921" y="73379"/>
                  <a:pt x="40871" y="73254"/>
                  <a:pt x="40822" y="73130"/>
                </a:cubicBezTo>
                <a:close/>
                <a:moveTo>
                  <a:pt x="26609" y="73454"/>
                </a:moveTo>
                <a:cubicBezTo>
                  <a:pt x="26683" y="73454"/>
                  <a:pt x="26708" y="73454"/>
                  <a:pt x="26708" y="73503"/>
                </a:cubicBezTo>
                <a:cubicBezTo>
                  <a:pt x="26683" y="73503"/>
                  <a:pt x="26634" y="73528"/>
                  <a:pt x="26609" y="73528"/>
                </a:cubicBezTo>
                <a:lnTo>
                  <a:pt x="26584" y="73528"/>
                </a:lnTo>
                <a:cubicBezTo>
                  <a:pt x="26559" y="73528"/>
                  <a:pt x="26559" y="73503"/>
                  <a:pt x="26509" y="73503"/>
                </a:cubicBezTo>
                <a:cubicBezTo>
                  <a:pt x="26559" y="73503"/>
                  <a:pt x="26584" y="73454"/>
                  <a:pt x="26609" y="73454"/>
                </a:cubicBezTo>
                <a:close/>
                <a:moveTo>
                  <a:pt x="40324" y="73155"/>
                </a:moveTo>
                <a:cubicBezTo>
                  <a:pt x="40349" y="73205"/>
                  <a:pt x="40349" y="73254"/>
                  <a:pt x="40398" y="73304"/>
                </a:cubicBezTo>
                <a:lnTo>
                  <a:pt x="40398" y="73329"/>
                </a:lnTo>
                <a:cubicBezTo>
                  <a:pt x="40423" y="73404"/>
                  <a:pt x="40448" y="73503"/>
                  <a:pt x="40498" y="73553"/>
                </a:cubicBezTo>
                <a:lnTo>
                  <a:pt x="40498" y="73578"/>
                </a:lnTo>
                <a:lnTo>
                  <a:pt x="40299" y="73478"/>
                </a:lnTo>
                <a:cubicBezTo>
                  <a:pt x="40150" y="73354"/>
                  <a:pt x="40000" y="73279"/>
                  <a:pt x="39826" y="73155"/>
                </a:cubicBezTo>
                <a:close/>
                <a:moveTo>
                  <a:pt x="45501" y="72508"/>
                </a:moveTo>
                <a:cubicBezTo>
                  <a:pt x="45526" y="72508"/>
                  <a:pt x="45526" y="72508"/>
                  <a:pt x="45551" y="72533"/>
                </a:cubicBezTo>
                <a:cubicBezTo>
                  <a:pt x="45551" y="72831"/>
                  <a:pt x="45551" y="73180"/>
                  <a:pt x="45526" y="73503"/>
                </a:cubicBezTo>
                <a:cubicBezTo>
                  <a:pt x="45506" y="73544"/>
                  <a:pt x="45486" y="73568"/>
                  <a:pt x="45479" y="73615"/>
                </a:cubicBezTo>
                <a:lnTo>
                  <a:pt x="45479" y="73615"/>
                </a:lnTo>
                <a:cubicBezTo>
                  <a:pt x="45503" y="73253"/>
                  <a:pt x="45525" y="72869"/>
                  <a:pt x="45501" y="72508"/>
                </a:cubicBezTo>
                <a:close/>
                <a:moveTo>
                  <a:pt x="41170" y="73553"/>
                </a:moveTo>
                <a:lnTo>
                  <a:pt x="41195" y="73578"/>
                </a:lnTo>
                <a:lnTo>
                  <a:pt x="41120" y="73777"/>
                </a:lnTo>
                <a:lnTo>
                  <a:pt x="41071" y="73752"/>
                </a:lnTo>
                <a:lnTo>
                  <a:pt x="41170" y="73553"/>
                </a:lnTo>
                <a:close/>
                <a:moveTo>
                  <a:pt x="40622" y="73205"/>
                </a:moveTo>
                <a:cubicBezTo>
                  <a:pt x="40647" y="73254"/>
                  <a:pt x="40672" y="73329"/>
                  <a:pt x="40747" y="73429"/>
                </a:cubicBezTo>
                <a:lnTo>
                  <a:pt x="40822" y="73628"/>
                </a:lnTo>
                <a:cubicBezTo>
                  <a:pt x="40871" y="73653"/>
                  <a:pt x="40871" y="73702"/>
                  <a:pt x="40896" y="73752"/>
                </a:cubicBezTo>
                <a:cubicBezTo>
                  <a:pt x="40896" y="73752"/>
                  <a:pt x="40896" y="73777"/>
                  <a:pt x="40871" y="73777"/>
                </a:cubicBezTo>
                <a:lnTo>
                  <a:pt x="40871" y="73802"/>
                </a:lnTo>
                <a:cubicBezTo>
                  <a:pt x="40772" y="73653"/>
                  <a:pt x="40697" y="73503"/>
                  <a:pt x="40622" y="73329"/>
                </a:cubicBezTo>
                <a:cubicBezTo>
                  <a:pt x="40573" y="73279"/>
                  <a:pt x="40573" y="73254"/>
                  <a:pt x="40548" y="73205"/>
                </a:cubicBezTo>
                <a:close/>
                <a:moveTo>
                  <a:pt x="31562" y="72408"/>
                </a:moveTo>
                <a:cubicBezTo>
                  <a:pt x="31239" y="72956"/>
                  <a:pt x="30965" y="73503"/>
                  <a:pt x="30691" y="74051"/>
                </a:cubicBezTo>
                <a:cubicBezTo>
                  <a:pt x="29471" y="74001"/>
                  <a:pt x="28351" y="73777"/>
                  <a:pt x="27306" y="73454"/>
                </a:cubicBezTo>
                <a:cubicBezTo>
                  <a:pt x="28700" y="72931"/>
                  <a:pt x="30118" y="72557"/>
                  <a:pt x="31562" y="72408"/>
                </a:cubicBezTo>
                <a:close/>
                <a:moveTo>
                  <a:pt x="31861" y="72383"/>
                </a:moveTo>
                <a:cubicBezTo>
                  <a:pt x="31562" y="72931"/>
                  <a:pt x="31239" y="73503"/>
                  <a:pt x="30965" y="74051"/>
                </a:cubicBezTo>
                <a:lnTo>
                  <a:pt x="30915" y="74051"/>
                </a:lnTo>
                <a:cubicBezTo>
                  <a:pt x="31189" y="73503"/>
                  <a:pt x="31487" y="72931"/>
                  <a:pt x="31811" y="72383"/>
                </a:cubicBezTo>
                <a:close/>
                <a:moveTo>
                  <a:pt x="33230" y="72321"/>
                </a:moveTo>
                <a:cubicBezTo>
                  <a:pt x="34209" y="72321"/>
                  <a:pt x="35167" y="72414"/>
                  <a:pt x="36092" y="72557"/>
                </a:cubicBezTo>
                <a:cubicBezTo>
                  <a:pt x="36565" y="72707"/>
                  <a:pt x="37088" y="72881"/>
                  <a:pt x="37636" y="72956"/>
                </a:cubicBezTo>
                <a:lnTo>
                  <a:pt x="37710" y="72956"/>
                </a:lnTo>
                <a:cubicBezTo>
                  <a:pt x="37884" y="73006"/>
                  <a:pt x="38034" y="73030"/>
                  <a:pt x="38183" y="73080"/>
                </a:cubicBezTo>
                <a:cubicBezTo>
                  <a:pt x="38208" y="73080"/>
                  <a:pt x="38208" y="73080"/>
                  <a:pt x="38258" y="73130"/>
                </a:cubicBezTo>
                <a:cubicBezTo>
                  <a:pt x="35945" y="73742"/>
                  <a:pt x="33757" y="74086"/>
                  <a:pt x="31748" y="74086"/>
                </a:cubicBezTo>
                <a:cubicBezTo>
                  <a:pt x="31552" y="74086"/>
                  <a:pt x="31357" y="74082"/>
                  <a:pt x="31164" y="74076"/>
                </a:cubicBezTo>
                <a:cubicBezTo>
                  <a:pt x="31463" y="73503"/>
                  <a:pt x="31736" y="72931"/>
                  <a:pt x="32060" y="72383"/>
                </a:cubicBezTo>
                <a:cubicBezTo>
                  <a:pt x="32234" y="72383"/>
                  <a:pt x="32433" y="72333"/>
                  <a:pt x="32608" y="72333"/>
                </a:cubicBezTo>
                <a:cubicBezTo>
                  <a:pt x="32816" y="72325"/>
                  <a:pt x="33023" y="72321"/>
                  <a:pt x="33230" y="72321"/>
                </a:cubicBezTo>
                <a:close/>
                <a:moveTo>
                  <a:pt x="27007" y="73553"/>
                </a:moveTo>
                <a:cubicBezTo>
                  <a:pt x="28102" y="73926"/>
                  <a:pt x="29322" y="74151"/>
                  <a:pt x="30591" y="74200"/>
                </a:cubicBezTo>
                <a:cubicBezTo>
                  <a:pt x="30591" y="74225"/>
                  <a:pt x="30566" y="74225"/>
                  <a:pt x="30566" y="74275"/>
                </a:cubicBezTo>
                <a:cubicBezTo>
                  <a:pt x="29247" y="74175"/>
                  <a:pt x="28003" y="73951"/>
                  <a:pt x="26932" y="73578"/>
                </a:cubicBezTo>
                <a:cubicBezTo>
                  <a:pt x="26957" y="73578"/>
                  <a:pt x="26982" y="73578"/>
                  <a:pt x="27007" y="73553"/>
                </a:cubicBezTo>
                <a:close/>
                <a:moveTo>
                  <a:pt x="30840" y="74250"/>
                </a:moveTo>
                <a:cubicBezTo>
                  <a:pt x="30840" y="74275"/>
                  <a:pt x="30815" y="74275"/>
                  <a:pt x="30815" y="74300"/>
                </a:cubicBezTo>
                <a:lnTo>
                  <a:pt x="30741" y="74300"/>
                </a:lnTo>
                <a:cubicBezTo>
                  <a:pt x="30790" y="74275"/>
                  <a:pt x="30790" y="74275"/>
                  <a:pt x="30790" y="74250"/>
                </a:cubicBezTo>
                <a:close/>
                <a:moveTo>
                  <a:pt x="41369" y="73777"/>
                </a:moveTo>
                <a:cubicBezTo>
                  <a:pt x="41394" y="73827"/>
                  <a:pt x="41444" y="73902"/>
                  <a:pt x="41519" y="73951"/>
                </a:cubicBezTo>
                <a:cubicBezTo>
                  <a:pt x="41618" y="74076"/>
                  <a:pt x="41668" y="74200"/>
                  <a:pt x="41767" y="74300"/>
                </a:cubicBezTo>
                <a:cubicBezTo>
                  <a:pt x="41568" y="74200"/>
                  <a:pt x="41419" y="74126"/>
                  <a:pt x="41270" y="74026"/>
                </a:cubicBezTo>
                <a:cubicBezTo>
                  <a:pt x="41270" y="74001"/>
                  <a:pt x="41245" y="74001"/>
                  <a:pt x="41245" y="73951"/>
                </a:cubicBezTo>
                <a:cubicBezTo>
                  <a:pt x="41270" y="73902"/>
                  <a:pt x="41295" y="73827"/>
                  <a:pt x="41369" y="73777"/>
                </a:cubicBezTo>
                <a:close/>
                <a:moveTo>
                  <a:pt x="37835" y="73404"/>
                </a:moveTo>
                <a:lnTo>
                  <a:pt x="37835" y="73404"/>
                </a:lnTo>
                <a:cubicBezTo>
                  <a:pt x="37785" y="73429"/>
                  <a:pt x="37760" y="73454"/>
                  <a:pt x="37685" y="73503"/>
                </a:cubicBezTo>
                <a:cubicBezTo>
                  <a:pt x="35570" y="74026"/>
                  <a:pt x="33528" y="74325"/>
                  <a:pt x="31662" y="74325"/>
                </a:cubicBezTo>
                <a:cubicBezTo>
                  <a:pt x="31438" y="74325"/>
                  <a:pt x="31239" y="74300"/>
                  <a:pt x="31039" y="74300"/>
                </a:cubicBezTo>
                <a:cubicBezTo>
                  <a:pt x="31039" y="74275"/>
                  <a:pt x="31064" y="74275"/>
                  <a:pt x="31064" y="74250"/>
                </a:cubicBezTo>
                <a:cubicBezTo>
                  <a:pt x="31225" y="74254"/>
                  <a:pt x="31386" y="74256"/>
                  <a:pt x="31548" y="74256"/>
                </a:cubicBezTo>
                <a:cubicBezTo>
                  <a:pt x="33503" y="74256"/>
                  <a:pt x="35605" y="73978"/>
                  <a:pt x="37835" y="73404"/>
                </a:cubicBezTo>
                <a:close/>
                <a:moveTo>
                  <a:pt x="46497" y="72806"/>
                </a:moveTo>
                <a:cubicBezTo>
                  <a:pt x="46895" y="72956"/>
                  <a:pt x="47293" y="73130"/>
                  <a:pt x="47716" y="73329"/>
                </a:cubicBezTo>
                <a:cubicBezTo>
                  <a:pt x="47667" y="73379"/>
                  <a:pt x="47642" y="73379"/>
                  <a:pt x="47617" y="73404"/>
                </a:cubicBezTo>
                <a:cubicBezTo>
                  <a:pt x="46995" y="73777"/>
                  <a:pt x="46372" y="74151"/>
                  <a:pt x="45725" y="74499"/>
                </a:cubicBezTo>
                <a:cubicBezTo>
                  <a:pt x="45974" y="73902"/>
                  <a:pt x="46223" y="73404"/>
                  <a:pt x="46497" y="72806"/>
                </a:cubicBezTo>
                <a:close/>
                <a:moveTo>
                  <a:pt x="41494" y="73503"/>
                </a:moveTo>
                <a:cubicBezTo>
                  <a:pt x="41519" y="73528"/>
                  <a:pt x="41543" y="73553"/>
                  <a:pt x="41543" y="73578"/>
                </a:cubicBezTo>
                <a:cubicBezTo>
                  <a:pt x="41743" y="73877"/>
                  <a:pt x="41917" y="74126"/>
                  <a:pt x="42116" y="74399"/>
                </a:cubicBezTo>
                <a:cubicBezTo>
                  <a:pt x="42166" y="74499"/>
                  <a:pt x="42191" y="74549"/>
                  <a:pt x="42265" y="74648"/>
                </a:cubicBezTo>
                <a:cubicBezTo>
                  <a:pt x="42240" y="74623"/>
                  <a:pt x="42191" y="74574"/>
                  <a:pt x="42141" y="74549"/>
                </a:cubicBezTo>
                <a:cubicBezTo>
                  <a:pt x="41942" y="74250"/>
                  <a:pt x="41743" y="73951"/>
                  <a:pt x="41519" y="73653"/>
                </a:cubicBezTo>
                <a:cubicBezTo>
                  <a:pt x="41494" y="73628"/>
                  <a:pt x="41494" y="73578"/>
                  <a:pt x="41444" y="73553"/>
                </a:cubicBezTo>
                <a:cubicBezTo>
                  <a:pt x="41444" y="73528"/>
                  <a:pt x="41494" y="73528"/>
                  <a:pt x="41494" y="73503"/>
                </a:cubicBezTo>
                <a:close/>
                <a:moveTo>
                  <a:pt x="47916" y="73454"/>
                </a:moveTo>
                <a:cubicBezTo>
                  <a:pt x="47866" y="73503"/>
                  <a:pt x="47816" y="73528"/>
                  <a:pt x="47766" y="73553"/>
                </a:cubicBezTo>
                <a:cubicBezTo>
                  <a:pt x="47069" y="73951"/>
                  <a:pt x="46372" y="74399"/>
                  <a:pt x="45675" y="74773"/>
                </a:cubicBezTo>
                <a:cubicBezTo>
                  <a:pt x="45655" y="74793"/>
                  <a:pt x="45634" y="74797"/>
                  <a:pt x="45600" y="74811"/>
                </a:cubicBezTo>
                <a:lnTo>
                  <a:pt x="45600" y="74811"/>
                </a:lnTo>
                <a:cubicBezTo>
                  <a:pt x="45601" y="74808"/>
                  <a:pt x="45601" y="74803"/>
                  <a:pt x="45601" y="74798"/>
                </a:cubicBezTo>
                <a:lnTo>
                  <a:pt x="45601" y="74773"/>
                </a:lnTo>
                <a:cubicBezTo>
                  <a:pt x="45899" y="74574"/>
                  <a:pt x="46223" y="74399"/>
                  <a:pt x="46522" y="74250"/>
                </a:cubicBezTo>
                <a:cubicBezTo>
                  <a:pt x="46895" y="74026"/>
                  <a:pt x="47293" y="73802"/>
                  <a:pt x="47667" y="73553"/>
                </a:cubicBezTo>
                <a:lnTo>
                  <a:pt x="47866" y="73454"/>
                </a:lnTo>
                <a:close/>
                <a:moveTo>
                  <a:pt x="41519" y="74375"/>
                </a:moveTo>
                <a:lnTo>
                  <a:pt x="41519" y="74375"/>
                </a:lnTo>
                <a:cubicBezTo>
                  <a:pt x="41668" y="74449"/>
                  <a:pt x="41817" y="74549"/>
                  <a:pt x="41991" y="74673"/>
                </a:cubicBezTo>
                <a:cubicBezTo>
                  <a:pt x="42016" y="74748"/>
                  <a:pt x="42041" y="74773"/>
                  <a:pt x="42066" y="74823"/>
                </a:cubicBezTo>
                <a:cubicBezTo>
                  <a:pt x="41917" y="74748"/>
                  <a:pt x="41792" y="74623"/>
                  <a:pt x="41643" y="74524"/>
                </a:cubicBezTo>
                <a:cubicBezTo>
                  <a:pt x="41568" y="74449"/>
                  <a:pt x="41543" y="74424"/>
                  <a:pt x="41519" y="74375"/>
                </a:cubicBezTo>
                <a:close/>
                <a:moveTo>
                  <a:pt x="45544" y="74860"/>
                </a:moveTo>
                <a:cubicBezTo>
                  <a:pt x="45539" y="74867"/>
                  <a:pt x="45534" y="74872"/>
                  <a:pt x="45526" y="74872"/>
                </a:cubicBezTo>
                <a:cubicBezTo>
                  <a:pt x="45532" y="74868"/>
                  <a:pt x="45538" y="74864"/>
                  <a:pt x="45544" y="74860"/>
                </a:cubicBezTo>
                <a:close/>
                <a:moveTo>
                  <a:pt x="41519" y="74773"/>
                </a:moveTo>
                <a:lnTo>
                  <a:pt x="41693" y="74947"/>
                </a:lnTo>
                <a:cubicBezTo>
                  <a:pt x="41743" y="74997"/>
                  <a:pt x="41792" y="75047"/>
                  <a:pt x="41867" y="75071"/>
                </a:cubicBezTo>
                <a:lnTo>
                  <a:pt x="41817" y="75121"/>
                </a:lnTo>
                <a:cubicBezTo>
                  <a:pt x="41767" y="75047"/>
                  <a:pt x="41743" y="74997"/>
                  <a:pt x="41668" y="74947"/>
                </a:cubicBezTo>
                <a:cubicBezTo>
                  <a:pt x="41618" y="74897"/>
                  <a:pt x="41543" y="74823"/>
                  <a:pt x="41519" y="74773"/>
                </a:cubicBezTo>
                <a:close/>
                <a:moveTo>
                  <a:pt x="42415" y="74997"/>
                </a:moveTo>
                <a:lnTo>
                  <a:pt x="42415" y="74997"/>
                </a:lnTo>
                <a:cubicBezTo>
                  <a:pt x="42440" y="75022"/>
                  <a:pt x="42489" y="75022"/>
                  <a:pt x="42514" y="75047"/>
                </a:cubicBezTo>
                <a:cubicBezTo>
                  <a:pt x="42539" y="75071"/>
                  <a:pt x="42564" y="75146"/>
                  <a:pt x="42564" y="75171"/>
                </a:cubicBezTo>
                <a:cubicBezTo>
                  <a:pt x="42539" y="75146"/>
                  <a:pt x="42514" y="75146"/>
                  <a:pt x="42489" y="75121"/>
                </a:cubicBezTo>
                <a:cubicBezTo>
                  <a:pt x="42440" y="75071"/>
                  <a:pt x="42415" y="75022"/>
                  <a:pt x="42415" y="74997"/>
                </a:cubicBezTo>
                <a:close/>
                <a:moveTo>
                  <a:pt x="45128" y="72433"/>
                </a:moveTo>
                <a:cubicBezTo>
                  <a:pt x="45178" y="72433"/>
                  <a:pt x="45252" y="72458"/>
                  <a:pt x="45302" y="72458"/>
                </a:cubicBezTo>
                <a:cubicBezTo>
                  <a:pt x="45327" y="73055"/>
                  <a:pt x="45302" y="73653"/>
                  <a:pt x="45202" y="74200"/>
                </a:cubicBezTo>
                <a:cubicBezTo>
                  <a:pt x="45078" y="74449"/>
                  <a:pt x="45003" y="74698"/>
                  <a:pt x="44879" y="74997"/>
                </a:cubicBezTo>
                <a:cubicBezTo>
                  <a:pt x="44729" y="75022"/>
                  <a:pt x="44605" y="75071"/>
                  <a:pt x="44481" y="75171"/>
                </a:cubicBezTo>
                <a:cubicBezTo>
                  <a:pt x="44605" y="74275"/>
                  <a:pt x="44804" y="73379"/>
                  <a:pt x="45103" y="72433"/>
                </a:cubicBezTo>
                <a:close/>
                <a:moveTo>
                  <a:pt x="44729" y="75246"/>
                </a:moveTo>
                <a:cubicBezTo>
                  <a:pt x="44729" y="75246"/>
                  <a:pt x="44729" y="75270"/>
                  <a:pt x="44681" y="75271"/>
                </a:cubicBezTo>
                <a:lnTo>
                  <a:pt x="44681" y="75271"/>
                </a:lnTo>
                <a:cubicBezTo>
                  <a:pt x="44698" y="75262"/>
                  <a:pt x="44714" y="75253"/>
                  <a:pt x="44729" y="75246"/>
                </a:cubicBezTo>
                <a:close/>
                <a:moveTo>
                  <a:pt x="44868" y="72496"/>
                </a:moveTo>
                <a:cubicBezTo>
                  <a:pt x="44599" y="73453"/>
                  <a:pt x="44379" y="74386"/>
                  <a:pt x="44257" y="75271"/>
                </a:cubicBezTo>
                <a:cubicBezTo>
                  <a:pt x="44232" y="75271"/>
                  <a:pt x="44232" y="75295"/>
                  <a:pt x="44182" y="75295"/>
                </a:cubicBezTo>
                <a:cubicBezTo>
                  <a:pt x="44306" y="74399"/>
                  <a:pt x="44530" y="73454"/>
                  <a:pt x="44804" y="72508"/>
                </a:cubicBezTo>
                <a:cubicBezTo>
                  <a:pt x="44835" y="72508"/>
                  <a:pt x="44857" y="72508"/>
                  <a:pt x="44868" y="72496"/>
                </a:cubicBezTo>
                <a:close/>
                <a:moveTo>
                  <a:pt x="42198" y="75129"/>
                </a:moveTo>
                <a:cubicBezTo>
                  <a:pt x="42249" y="75166"/>
                  <a:pt x="42313" y="75194"/>
                  <a:pt x="42365" y="75246"/>
                </a:cubicBezTo>
                <a:cubicBezTo>
                  <a:pt x="42390" y="75271"/>
                  <a:pt x="42390" y="75295"/>
                  <a:pt x="42415" y="75320"/>
                </a:cubicBezTo>
                <a:cubicBezTo>
                  <a:pt x="42315" y="75271"/>
                  <a:pt x="42265" y="75246"/>
                  <a:pt x="42240" y="75171"/>
                </a:cubicBezTo>
                <a:lnTo>
                  <a:pt x="42198" y="75129"/>
                </a:lnTo>
                <a:close/>
                <a:moveTo>
                  <a:pt x="3161" y="63298"/>
                </a:moveTo>
                <a:lnTo>
                  <a:pt x="3161" y="63422"/>
                </a:lnTo>
                <a:cubicBezTo>
                  <a:pt x="2664" y="65364"/>
                  <a:pt x="2290" y="67305"/>
                  <a:pt x="2066" y="69147"/>
                </a:cubicBezTo>
                <a:cubicBezTo>
                  <a:pt x="1469" y="71263"/>
                  <a:pt x="996" y="73379"/>
                  <a:pt x="697" y="75395"/>
                </a:cubicBezTo>
                <a:cubicBezTo>
                  <a:pt x="797" y="74175"/>
                  <a:pt x="946" y="72906"/>
                  <a:pt x="1170" y="71562"/>
                </a:cubicBezTo>
                <a:cubicBezTo>
                  <a:pt x="1618" y="68824"/>
                  <a:pt x="2290" y="66061"/>
                  <a:pt x="3161" y="63298"/>
                </a:cubicBezTo>
                <a:close/>
                <a:moveTo>
                  <a:pt x="9683" y="71188"/>
                </a:moveTo>
                <a:cubicBezTo>
                  <a:pt x="9708" y="71263"/>
                  <a:pt x="9708" y="71313"/>
                  <a:pt x="9757" y="71388"/>
                </a:cubicBezTo>
                <a:cubicBezTo>
                  <a:pt x="9807" y="71587"/>
                  <a:pt x="9882" y="71786"/>
                  <a:pt x="9932" y="71960"/>
                </a:cubicBezTo>
                <a:cubicBezTo>
                  <a:pt x="9957" y="72060"/>
                  <a:pt x="10006" y="72159"/>
                  <a:pt x="10031" y="72209"/>
                </a:cubicBezTo>
                <a:cubicBezTo>
                  <a:pt x="10056" y="72309"/>
                  <a:pt x="10081" y="72408"/>
                  <a:pt x="10131" y="72458"/>
                </a:cubicBezTo>
                <a:cubicBezTo>
                  <a:pt x="10181" y="72657"/>
                  <a:pt x="10280" y="72831"/>
                  <a:pt x="10330" y="73030"/>
                </a:cubicBezTo>
                <a:cubicBezTo>
                  <a:pt x="10380" y="73130"/>
                  <a:pt x="10430" y="73254"/>
                  <a:pt x="10454" y="73329"/>
                </a:cubicBezTo>
                <a:cubicBezTo>
                  <a:pt x="10454" y="73379"/>
                  <a:pt x="10504" y="73404"/>
                  <a:pt x="10504" y="73429"/>
                </a:cubicBezTo>
                <a:cubicBezTo>
                  <a:pt x="10529" y="73528"/>
                  <a:pt x="10579" y="73578"/>
                  <a:pt x="10629" y="73678"/>
                </a:cubicBezTo>
                <a:lnTo>
                  <a:pt x="10902" y="74250"/>
                </a:lnTo>
                <a:lnTo>
                  <a:pt x="11002" y="74424"/>
                </a:lnTo>
                <a:cubicBezTo>
                  <a:pt x="11052" y="74549"/>
                  <a:pt x="11126" y="74648"/>
                  <a:pt x="11176" y="74773"/>
                </a:cubicBezTo>
                <a:cubicBezTo>
                  <a:pt x="11251" y="74897"/>
                  <a:pt x="11326" y="75022"/>
                  <a:pt x="11400" y="75121"/>
                </a:cubicBezTo>
                <a:cubicBezTo>
                  <a:pt x="11450" y="75196"/>
                  <a:pt x="11525" y="75320"/>
                  <a:pt x="11624" y="75420"/>
                </a:cubicBezTo>
                <a:lnTo>
                  <a:pt x="11649" y="75445"/>
                </a:lnTo>
                <a:cubicBezTo>
                  <a:pt x="10380" y="74549"/>
                  <a:pt x="9210" y="73553"/>
                  <a:pt x="8164" y="72508"/>
                </a:cubicBezTo>
                <a:cubicBezTo>
                  <a:pt x="8214" y="72508"/>
                  <a:pt x="8264" y="72408"/>
                  <a:pt x="8289" y="72309"/>
                </a:cubicBezTo>
                <a:cubicBezTo>
                  <a:pt x="8388" y="72209"/>
                  <a:pt x="8463" y="72159"/>
                  <a:pt x="8563" y="72060"/>
                </a:cubicBezTo>
                <a:cubicBezTo>
                  <a:pt x="8687" y="71960"/>
                  <a:pt x="8812" y="71885"/>
                  <a:pt x="8936" y="71736"/>
                </a:cubicBezTo>
                <a:cubicBezTo>
                  <a:pt x="9085" y="71612"/>
                  <a:pt x="9210" y="71537"/>
                  <a:pt x="9384" y="71413"/>
                </a:cubicBezTo>
                <a:cubicBezTo>
                  <a:pt x="9459" y="71338"/>
                  <a:pt x="9558" y="71263"/>
                  <a:pt x="9683" y="71188"/>
                </a:cubicBezTo>
                <a:close/>
                <a:moveTo>
                  <a:pt x="44680" y="75271"/>
                </a:moveTo>
                <a:lnTo>
                  <a:pt x="44680" y="75295"/>
                </a:lnTo>
                <a:lnTo>
                  <a:pt x="44406" y="75495"/>
                </a:lnTo>
                <a:lnTo>
                  <a:pt x="44406" y="75445"/>
                </a:lnTo>
                <a:lnTo>
                  <a:pt x="44406" y="75420"/>
                </a:lnTo>
                <a:cubicBezTo>
                  <a:pt x="44489" y="75378"/>
                  <a:pt x="44591" y="75319"/>
                  <a:pt x="44680" y="75271"/>
                </a:cubicBezTo>
                <a:close/>
                <a:moveTo>
                  <a:pt x="41917" y="75271"/>
                </a:moveTo>
                <a:cubicBezTo>
                  <a:pt x="42016" y="75271"/>
                  <a:pt x="42041" y="75295"/>
                  <a:pt x="42066" y="75370"/>
                </a:cubicBezTo>
                <a:cubicBezTo>
                  <a:pt x="42116" y="75395"/>
                  <a:pt x="42116" y="75395"/>
                  <a:pt x="42116" y="75420"/>
                </a:cubicBezTo>
                <a:cubicBezTo>
                  <a:pt x="42166" y="75470"/>
                  <a:pt x="42191" y="75544"/>
                  <a:pt x="42265" y="75619"/>
                </a:cubicBezTo>
                <a:cubicBezTo>
                  <a:pt x="42191" y="75569"/>
                  <a:pt x="42166" y="75520"/>
                  <a:pt x="42116" y="75445"/>
                </a:cubicBezTo>
                <a:lnTo>
                  <a:pt x="42041" y="75395"/>
                </a:lnTo>
                <a:lnTo>
                  <a:pt x="41917" y="75271"/>
                </a:lnTo>
                <a:close/>
                <a:moveTo>
                  <a:pt x="44232" y="75520"/>
                </a:moveTo>
                <a:lnTo>
                  <a:pt x="44232" y="75544"/>
                </a:lnTo>
                <a:lnTo>
                  <a:pt x="44232" y="75569"/>
                </a:lnTo>
                <a:cubicBezTo>
                  <a:pt x="44182" y="75569"/>
                  <a:pt x="44157" y="75619"/>
                  <a:pt x="44157" y="75619"/>
                </a:cubicBezTo>
                <a:lnTo>
                  <a:pt x="44157" y="75569"/>
                </a:lnTo>
                <a:lnTo>
                  <a:pt x="44157" y="75544"/>
                </a:lnTo>
                <a:cubicBezTo>
                  <a:pt x="44182" y="75544"/>
                  <a:pt x="44182" y="75520"/>
                  <a:pt x="44232" y="75520"/>
                </a:cubicBezTo>
                <a:close/>
                <a:moveTo>
                  <a:pt x="44630" y="72533"/>
                </a:moveTo>
                <a:cubicBezTo>
                  <a:pt x="44331" y="73528"/>
                  <a:pt x="44132" y="74449"/>
                  <a:pt x="44008" y="75395"/>
                </a:cubicBezTo>
                <a:cubicBezTo>
                  <a:pt x="43858" y="75495"/>
                  <a:pt x="43684" y="75569"/>
                  <a:pt x="43535" y="75644"/>
                </a:cubicBezTo>
                <a:cubicBezTo>
                  <a:pt x="43261" y="75395"/>
                  <a:pt x="42987" y="75171"/>
                  <a:pt x="42664" y="74922"/>
                </a:cubicBezTo>
                <a:cubicBezTo>
                  <a:pt x="42614" y="74823"/>
                  <a:pt x="42564" y="74773"/>
                  <a:pt x="42514" y="74673"/>
                </a:cubicBezTo>
                <a:cubicBezTo>
                  <a:pt x="42440" y="74549"/>
                  <a:pt x="42365" y="74449"/>
                  <a:pt x="42290" y="74325"/>
                </a:cubicBezTo>
                <a:lnTo>
                  <a:pt x="41743" y="73503"/>
                </a:lnTo>
                <a:cubicBezTo>
                  <a:pt x="41668" y="73429"/>
                  <a:pt x="41643" y="73379"/>
                  <a:pt x="41593" y="73304"/>
                </a:cubicBezTo>
                <a:cubicBezTo>
                  <a:pt x="41668" y="73205"/>
                  <a:pt x="41693" y="73130"/>
                  <a:pt x="41767" y="73055"/>
                </a:cubicBezTo>
                <a:cubicBezTo>
                  <a:pt x="42688" y="72956"/>
                  <a:pt x="43659" y="72782"/>
                  <a:pt x="44630" y="72533"/>
                </a:cubicBezTo>
                <a:close/>
                <a:moveTo>
                  <a:pt x="42688" y="75520"/>
                </a:moveTo>
                <a:lnTo>
                  <a:pt x="42788" y="75619"/>
                </a:lnTo>
                <a:cubicBezTo>
                  <a:pt x="42805" y="75636"/>
                  <a:pt x="42822" y="75664"/>
                  <a:pt x="42831" y="75696"/>
                </a:cubicBezTo>
                <a:lnTo>
                  <a:pt x="42831" y="75696"/>
                </a:lnTo>
                <a:cubicBezTo>
                  <a:pt x="42818" y="75687"/>
                  <a:pt x="42800" y="75681"/>
                  <a:pt x="42788" y="75669"/>
                </a:cubicBezTo>
                <a:cubicBezTo>
                  <a:pt x="42763" y="75619"/>
                  <a:pt x="42738" y="75569"/>
                  <a:pt x="42688" y="75520"/>
                </a:cubicBezTo>
                <a:close/>
                <a:moveTo>
                  <a:pt x="57075" y="67206"/>
                </a:moveTo>
                <a:cubicBezTo>
                  <a:pt x="57100" y="67231"/>
                  <a:pt x="57125" y="67256"/>
                  <a:pt x="57200" y="67305"/>
                </a:cubicBezTo>
                <a:cubicBezTo>
                  <a:pt x="57324" y="67355"/>
                  <a:pt x="57424" y="67455"/>
                  <a:pt x="57548" y="67530"/>
                </a:cubicBezTo>
                <a:cubicBezTo>
                  <a:pt x="57623" y="67579"/>
                  <a:pt x="57723" y="67654"/>
                  <a:pt x="57822" y="67729"/>
                </a:cubicBezTo>
                <a:cubicBezTo>
                  <a:pt x="57922" y="67803"/>
                  <a:pt x="57972" y="67853"/>
                  <a:pt x="58071" y="67928"/>
                </a:cubicBezTo>
                <a:cubicBezTo>
                  <a:pt x="58196" y="68002"/>
                  <a:pt x="58320" y="68102"/>
                  <a:pt x="58469" y="68226"/>
                </a:cubicBezTo>
                <a:cubicBezTo>
                  <a:pt x="58494" y="68251"/>
                  <a:pt x="58544" y="68301"/>
                  <a:pt x="58594" y="68326"/>
                </a:cubicBezTo>
                <a:cubicBezTo>
                  <a:pt x="59440" y="68998"/>
                  <a:pt x="60361" y="69819"/>
                  <a:pt x="61307" y="70765"/>
                </a:cubicBezTo>
                <a:cubicBezTo>
                  <a:pt x="61431" y="70890"/>
                  <a:pt x="61556" y="70964"/>
                  <a:pt x="61680" y="71089"/>
                </a:cubicBezTo>
                <a:lnTo>
                  <a:pt x="61879" y="71313"/>
                </a:lnTo>
                <a:lnTo>
                  <a:pt x="62303" y="71711"/>
                </a:lnTo>
                <a:cubicBezTo>
                  <a:pt x="62128" y="71811"/>
                  <a:pt x="61979" y="71935"/>
                  <a:pt x="61830" y="72035"/>
                </a:cubicBezTo>
                <a:cubicBezTo>
                  <a:pt x="61705" y="72134"/>
                  <a:pt x="61581" y="72184"/>
                  <a:pt x="61456" y="72284"/>
                </a:cubicBezTo>
                <a:cubicBezTo>
                  <a:pt x="61257" y="72408"/>
                  <a:pt x="61083" y="72533"/>
                  <a:pt x="60859" y="72657"/>
                </a:cubicBezTo>
                <a:lnTo>
                  <a:pt x="60585" y="72831"/>
                </a:lnTo>
                <a:cubicBezTo>
                  <a:pt x="60560" y="72856"/>
                  <a:pt x="60535" y="72906"/>
                  <a:pt x="60461" y="72906"/>
                </a:cubicBezTo>
                <a:cubicBezTo>
                  <a:pt x="60286" y="73030"/>
                  <a:pt x="60087" y="73105"/>
                  <a:pt x="59913" y="73230"/>
                </a:cubicBezTo>
                <a:cubicBezTo>
                  <a:pt x="59814" y="73304"/>
                  <a:pt x="59714" y="73354"/>
                  <a:pt x="59614" y="73404"/>
                </a:cubicBezTo>
                <a:cubicBezTo>
                  <a:pt x="59589" y="73429"/>
                  <a:pt x="59540" y="73454"/>
                  <a:pt x="59490" y="73478"/>
                </a:cubicBezTo>
                <a:cubicBezTo>
                  <a:pt x="59341" y="73578"/>
                  <a:pt x="59166" y="73678"/>
                  <a:pt x="58992" y="73777"/>
                </a:cubicBezTo>
                <a:cubicBezTo>
                  <a:pt x="58942" y="73802"/>
                  <a:pt x="58843" y="73877"/>
                  <a:pt x="58793" y="73902"/>
                </a:cubicBezTo>
                <a:cubicBezTo>
                  <a:pt x="58718" y="73926"/>
                  <a:pt x="58619" y="74001"/>
                  <a:pt x="58569" y="74026"/>
                </a:cubicBezTo>
                <a:cubicBezTo>
                  <a:pt x="58420" y="74126"/>
                  <a:pt x="58245" y="74175"/>
                  <a:pt x="58096" y="74275"/>
                </a:cubicBezTo>
                <a:cubicBezTo>
                  <a:pt x="57947" y="74375"/>
                  <a:pt x="57797" y="74424"/>
                  <a:pt x="57623" y="74524"/>
                </a:cubicBezTo>
                <a:cubicBezTo>
                  <a:pt x="57474" y="74574"/>
                  <a:pt x="57349" y="74673"/>
                  <a:pt x="57200" y="74748"/>
                </a:cubicBezTo>
                <a:cubicBezTo>
                  <a:pt x="57175" y="74773"/>
                  <a:pt x="57125" y="74773"/>
                  <a:pt x="57100" y="74798"/>
                </a:cubicBezTo>
                <a:cubicBezTo>
                  <a:pt x="56976" y="74847"/>
                  <a:pt x="56827" y="74922"/>
                  <a:pt x="56702" y="74997"/>
                </a:cubicBezTo>
                <a:cubicBezTo>
                  <a:pt x="56578" y="75047"/>
                  <a:pt x="56428" y="75121"/>
                  <a:pt x="56304" y="75171"/>
                </a:cubicBezTo>
                <a:cubicBezTo>
                  <a:pt x="56105" y="75271"/>
                  <a:pt x="55955" y="75320"/>
                  <a:pt x="55756" y="75420"/>
                </a:cubicBezTo>
                <a:cubicBezTo>
                  <a:pt x="55632" y="75470"/>
                  <a:pt x="55507" y="75520"/>
                  <a:pt x="55383" y="75569"/>
                </a:cubicBezTo>
                <a:cubicBezTo>
                  <a:pt x="55258" y="75644"/>
                  <a:pt x="55134" y="75669"/>
                  <a:pt x="55059" y="75744"/>
                </a:cubicBezTo>
                <a:cubicBezTo>
                  <a:pt x="54686" y="74872"/>
                  <a:pt x="54313" y="74051"/>
                  <a:pt x="53989" y="73304"/>
                </a:cubicBezTo>
                <a:cubicBezTo>
                  <a:pt x="53964" y="73205"/>
                  <a:pt x="53889" y="73130"/>
                  <a:pt x="53865" y="73030"/>
                </a:cubicBezTo>
                <a:cubicBezTo>
                  <a:pt x="53740" y="72757"/>
                  <a:pt x="53641" y="72458"/>
                  <a:pt x="53566" y="72184"/>
                </a:cubicBezTo>
                <a:cubicBezTo>
                  <a:pt x="53491" y="72010"/>
                  <a:pt x="53392" y="71811"/>
                  <a:pt x="53342" y="71637"/>
                </a:cubicBezTo>
                <a:lnTo>
                  <a:pt x="53143" y="70964"/>
                </a:lnTo>
                <a:cubicBezTo>
                  <a:pt x="53093" y="70790"/>
                  <a:pt x="53018" y="70566"/>
                  <a:pt x="52968" y="70392"/>
                </a:cubicBezTo>
                <a:cubicBezTo>
                  <a:pt x="53441" y="70043"/>
                  <a:pt x="53889" y="69695"/>
                  <a:pt x="54337" y="69347"/>
                </a:cubicBezTo>
                <a:lnTo>
                  <a:pt x="54711" y="69073"/>
                </a:lnTo>
                <a:cubicBezTo>
                  <a:pt x="54761" y="69023"/>
                  <a:pt x="54835" y="68973"/>
                  <a:pt x="54935" y="68923"/>
                </a:cubicBezTo>
                <a:lnTo>
                  <a:pt x="55383" y="68550"/>
                </a:lnTo>
                <a:cubicBezTo>
                  <a:pt x="55607" y="68401"/>
                  <a:pt x="55831" y="68202"/>
                  <a:pt x="56005" y="68052"/>
                </a:cubicBezTo>
                <a:cubicBezTo>
                  <a:pt x="56179" y="67928"/>
                  <a:pt x="56354" y="67803"/>
                  <a:pt x="56503" y="67654"/>
                </a:cubicBezTo>
                <a:cubicBezTo>
                  <a:pt x="56603" y="67554"/>
                  <a:pt x="56702" y="67480"/>
                  <a:pt x="56827" y="67380"/>
                </a:cubicBezTo>
                <a:cubicBezTo>
                  <a:pt x="56926" y="67330"/>
                  <a:pt x="56976" y="67256"/>
                  <a:pt x="57075" y="67206"/>
                </a:cubicBezTo>
                <a:close/>
                <a:moveTo>
                  <a:pt x="42912" y="75320"/>
                </a:moveTo>
                <a:lnTo>
                  <a:pt x="43385" y="75694"/>
                </a:lnTo>
                <a:cubicBezTo>
                  <a:pt x="43360" y="75768"/>
                  <a:pt x="43311" y="75768"/>
                  <a:pt x="43311" y="75768"/>
                </a:cubicBezTo>
                <a:cubicBezTo>
                  <a:pt x="43186" y="75669"/>
                  <a:pt x="43112" y="75569"/>
                  <a:pt x="42987" y="75495"/>
                </a:cubicBezTo>
                <a:cubicBezTo>
                  <a:pt x="42937" y="75420"/>
                  <a:pt x="42912" y="75395"/>
                  <a:pt x="42912" y="75320"/>
                </a:cubicBezTo>
                <a:close/>
                <a:moveTo>
                  <a:pt x="52844" y="70516"/>
                </a:moveTo>
                <a:cubicBezTo>
                  <a:pt x="52869" y="70641"/>
                  <a:pt x="52944" y="70790"/>
                  <a:pt x="52968" y="70915"/>
                </a:cubicBezTo>
                <a:cubicBezTo>
                  <a:pt x="53018" y="71164"/>
                  <a:pt x="53093" y="71388"/>
                  <a:pt x="53192" y="71661"/>
                </a:cubicBezTo>
                <a:cubicBezTo>
                  <a:pt x="53217" y="71786"/>
                  <a:pt x="53267" y="71935"/>
                  <a:pt x="53342" y="72060"/>
                </a:cubicBezTo>
                <a:cubicBezTo>
                  <a:pt x="53740" y="73205"/>
                  <a:pt x="54263" y="74449"/>
                  <a:pt x="54885" y="75793"/>
                </a:cubicBezTo>
                <a:lnTo>
                  <a:pt x="54835" y="75793"/>
                </a:lnTo>
                <a:cubicBezTo>
                  <a:pt x="54437" y="74922"/>
                  <a:pt x="54064" y="74126"/>
                  <a:pt x="53740" y="73329"/>
                </a:cubicBezTo>
                <a:cubicBezTo>
                  <a:pt x="53715" y="73279"/>
                  <a:pt x="53690" y="73180"/>
                  <a:pt x="53641" y="73130"/>
                </a:cubicBezTo>
                <a:cubicBezTo>
                  <a:pt x="53516" y="72806"/>
                  <a:pt x="53441" y="72533"/>
                  <a:pt x="53317" y="72259"/>
                </a:cubicBezTo>
                <a:cubicBezTo>
                  <a:pt x="53242" y="72060"/>
                  <a:pt x="53143" y="71885"/>
                  <a:pt x="53118" y="71686"/>
                </a:cubicBezTo>
                <a:cubicBezTo>
                  <a:pt x="53068" y="71462"/>
                  <a:pt x="52993" y="71263"/>
                  <a:pt x="52944" y="71064"/>
                </a:cubicBezTo>
                <a:cubicBezTo>
                  <a:pt x="52869" y="70890"/>
                  <a:pt x="52819" y="70691"/>
                  <a:pt x="52769" y="70541"/>
                </a:cubicBezTo>
                <a:lnTo>
                  <a:pt x="52844" y="70516"/>
                </a:lnTo>
                <a:close/>
                <a:moveTo>
                  <a:pt x="43983" y="75669"/>
                </a:moveTo>
                <a:lnTo>
                  <a:pt x="43983" y="75694"/>
                </a:lnTo>
                <a:lnTo>
                  <a:pt x="43983" y="75744"/>
                </a:lnTo>
                <a:cubicBezTo>
                  <a:pt x="43883" y="75768"/>
                  <a:pt x="43809" y="75793"/>
                  <a:pt x="43759" y="75818"/>
                </a:cubicBezTo>
                <a:lnTo>
                  <a:pt x="43734" y="75793"/>
                </a:lnTo>
                <a:cubicBezTo>
                  <a:pt x="43809" y="75768"/>
                  <a:pt x="43883" y="75694"/>
                  <a:pt x="43983" y="75669"/>
                </a:cubicBezTo>
                <a:close/>
                <a:moveTo>
                  <a:pt x="62477" y="71836"/>
                </a:moveTo>
                <a:lnTo>
                  <a:pt x="62527" y="71885"/>
                </a:lnTo>
                <a:lnTo>
                  <a:pt x="62552" y="71910"/>
                </a:lnTo>
                <a:cubicBezTo>
                  <a:pt x="62427" y="72010"/>
                  <a:pt x="62328" y="72060"/>
                  <a:pt x="62203" y="72159"/>
                </a:cubicBezTo>
                <a:cubicBezTo>
                  <a:pt x="62054" y="72284"/>
                  <a:pt x="61855" y="72358"/>
                  <a:pt x="61705" y="72508"/>
                </a:cubicBezTo>
                <a:cubicBezTo>
                  <a:pt x="61581" y="72582"/>
                  <a:pt x="61431" y="72682"/>
                  <a:pt x="61307" y="72782"/>
                </a:cubicBezTo>
                <a:lnTo>
                  <a:pt x="60734" y="73155"/>
                </a:lnTo>
                <a:cubicBezTo>
                  <a:pt x="60660" y="73205"/>
                  <a:pt x="60535" y="73279"/>
                  <a:pt x="60436" y="73329"/>
                </a:cubicBezTo>
                <a:cubicBezTo>
                  <a:pt x="60311" y="73404"/>
                  <a:pt x="60187" y="73478"/>
                  <a:pt x="60062" y="73553"/>
                </a:cubicBezTo>
                <a:lnTo>
                  <a:pt x="59789" y="73727"/>
                </a:lnTo>
                <a:cubicBezTo>
                  <a:pt x="59689" y="73777"/>
                  <a:pt x="59614" y="73827"/>
                  <a:pt x="59540" y="73852"/>
                </a:cubicBezTo>
                <a:cubicBezTo>
                  <a:pt x="59291" y="74026"/>
                  <a:pt x="59042" y="74151"/>
                  <a:pt x="58818" y="74275"/>
                </a:cubicBezTo>
                <a:lnTo>
                  <a:pt x="58619" y="74375"/>
                </a:lnTo>
                <a:cubicBezTo>
                  <a:pt x="58594" y="74375"/>
                  <a:pt x="58594" y="74399"/>
                  <a:pt x="58569" y="74399"/>
                </a:cubicBezTo>
                <a:cubicBezTo>
                  <a:pt x="58494" y="74424"/>
                  <a:pt x="58469" y="74449"/>
                  <a:pt x="58420" y="74499"/>
                </a:cubicBezTo>
                <a:lnTo>
                  <a:pt x="58046" y="74673"/>
                </a:lnTo>
                <a:lnTo>
                  <a:pt x="57847" y="74773"/>
                </a:lnTo>
                <a:cubicBezTo>
                  <a:pt x="57797" y="74798"/>
                  <a:pt x="57748" y="74823"/>
                  <a:pt x="57698" y="74823"/>
                </a:cubicBezTo>
                <a:cubicBezTo>
                  <a:pt x="57449" y="74947"/>
                  <a:pt x="57175" y="75071"/>
                  <a:pt x="56926" y="75196"/>
                </a:cubicBezTo>
                <a:cubicBezTo>
                  <a:pt x="56926" y="75196"/>
                  <a:pt x="56876" y="75196"/>
                  <a:pt x="56876" y="75221"/>
                </a:cubicBezTo>
                <a:cubicBezTo>
                  <a:pt x="56354" y="75470"/>
                  <a:pt x="55831" y="75694"/>
                  <a:pt x="55333" y="75918"/>
                </a:cubicBezTo>
                <a:cubicBezTo>
                  <a:pt x="55209" y="75893"/>
                  <a:pt x="55184" y="75893"/>
                  <a:pt x="55184" y="75893"/>
                </a:cubicBezTo>
                <a:cubicBezTo>
                  <a:pt x="55184" y="75893"/>
                  <a:pt x="55184" y="75868"/>
                  <a:pt x="55134" y="75868"/>
                </a:cubicBezTo>
                <a:lnTo>
                  <a:pt x="55134" y="75818"/>
                </a:lnTo>
                <a:cubicBezTo>
                  <a:pt x="55308" y="75768"/>
                  <a:pt x="55458" y="75694"/>
                  <a:pt x="55632" y="75644"/>
                </a:cubicBezTo>
                <a:cubicBezTo>
                  <a:pt x="55731" y="75619"/>
                  <a:pt x="55806" y="75569"/>
                  <a:pt x="55881" y="75544"/>
                </a:cubicBezTo>
                <a:cubicBezTo>
                  <a:pt x="55931" y="75544"/>
                  <a:pt x="55955" y="75520"/>
                  <a:pt x="55980" y="75495"/>
                </a:cubicBezTo>
                <a:cubicBezTo>
                  <a:pt x="56055" y="75445"/>
                  <a:pt x="56130" y="75420"/>
                  <a:pt x="56204" y="75395"/>
                </a:cubicBezTo>
                <a:cubicBezTo>
                  <a:pt x="56229" y="75395"/>
                  <a:pt x="56254" y="75370"/>
                  <a:pt x="56304" y="75370"/>
                </a:cubicBezTo>
                <a:lnTo>
                  <a:pt x="56478" y="75271"/>
                </a:lnTo>
                <a:lnTo>
                  <a:pt x="56503" y="75271"/>
                </a:lnTo>
                <a:cubicBezTo>
                  <a:pt x="56603" y="75246"/>
                  <a:pt x="56702" y="75171"/>
                  <a:pt x="56827" y="75146"/>
                </a:cubicBezTo>
                <a:cubicBezTo>
                  <a:pt x="56876" y="75121"/>
                  <a:pt x="56926" y="75121"/>
                  <a:pt x="56976" y="75071"/>
                </a:cubicBezTo>
                <a:cubicBezTo>
                  <a:pt x="57075" y="75047"/>
                  <a:pt x="57125" y="74997"/>
                  <a:pt x="57225" y="74947"/>
                </a:cubicBezTo>
                <a:cubicBezTo>
                  <a:pt x="57250" y="74922"/>
                  <a:pt x="57324" y="74922"/>
                  <a:pt x="57349" y="74897"/>
                </a:cubicBezTo>
                <a:cubicBezTo>
                  <a:pt x="57374" y="74897"/>
                  <a:pt x="57374" y="74872"/>
                  <a:pt x="57424" y="74872"/>
                </a:cubicBezTo>
                <a:lnTo>
                  <a:pt x="57449" y="74872"/>
                </a:lnTo>
                <a:lnTo>
                  <a:pt x="57822" y="74673"/>
                </a:lnTo>
                <a:cubicBezTo>
                  <a:pt x="57972" y="74574"/>
                  <a:pt x="58121" y="74524"/>
                  <a:pt x="58320" y="74424"/>
                </a:cubicBezTo>
                <a:lnTo>
                  <a:pt x="58345" y="74424"/>
                </a:lnTo>
                <a:cubicBezTo>
                  <a:pt x="58494" y="74325"/>
                  <a:pt x="58669" y="74275"/>
                  <a:pt x="58818" y="74175"/>
                </a:cubicBezTo>
                <a:cubicBezTo>
                  <a:pt x="58942" y="74126"/>
                  <a:pt x="59067" y="74051"/>
                  <a:pt x="59191" y="73951"/>
                </a:cubicBezTo>
                <a:cubicBezTo>
                  <a:pt x="59191" y="73951"/>
                  <a:pt x="59216" y="73951"/>
                  <a:pt x="59216" y="73926"/>
                </a:cubicBezTo>
                <a:lnTo>
                  <a:pt x="59241" y="73926"/>
                </a:lnTo>
                <a:cubicBezTo>
                  <a:pt x="59440" y="73827"/>
                  <a:pt x="59614" y="73752"/>
                  <a:pt x="59789" y="73628"/>
                </a:cubicBezTo>
                <a:cubicBezTo>
                  <a:pt x="59838" y="73578"/>
                  <a:pt x="59913" y="73553"/>
                  <a:pt x="59963" y="73503"/>
                </a:cubicBezTo>
                <a:cubicBezTo>
                  <a:pt x="60038" y="73454"/>
                  <a:pt x="60062" y="73429"/>
                  <a:pt x="60112" y="73404"/>
                </a:cubicBezTo>
                <a:cubicBezTo>
                  <a:pt x="60336" y="73279"/>
                  <a:pt x="60535" y="73155"/>
                  <a:pt x="60734" y="73030"/>
                </a:cubicBezTo>
                <a:cubicBezTo>
                  <a:pt x="60784" y="73006"/>
                  <a:pt x="60809" y="73006"/>
                  <a:pt x="60834" y="72956"/>
                </a:cubicBezTo>
                <a:cubicBezTo>
                  <a:pt x="60859" y="72931"/>
                  <a:pt x="60934" y="72906"/>
                  <a:pt x="60959" y="72881"/>
                </a:cubicBezTo>
                <a:cubicBezTo>
                  <a:pt x="60959" y="72881"/>
                  <a:pt x="60983" y="72881"/>
                  <a:pt x="60983" y="72831"/>
                </a:cubicBezTo>
                <a:cubicBezTo>
                  <a:pt x="61207" y="72682"/>
                  <a:pt x="61456" y="72533"/>
                  <a:pt x="61680" y="72383"/>
                </a:cubicBezTo>
                <a:cubicBezTo>
                  <a:pt x="61705" y="72383"/>
                  <a:pt x="61705" y="72333"/>
                  <a:pt x="61730" y="72333"/>
                </a:cubicBezTo>
                <a:cubicBezTo>
                  <a:pt x="61780" y="72309"/>
                  <a:pt x="61830" y="72284"/>
                  <a:pt x="61855" y="72259"/>
                </a:cubicBezTo>
                <a:cubicBezTo>
                  <a:pt x="62079" y="72134"/>
                  <a:pt x="62278" y="71960"/>
                  <a:pt x="62477" y="71836"/>
                </a:cubicBezTo>
                <a:close/>
                <a:moveTo>
                  <a:pt x="43535" y="75893"/>
                </a:moveTo>
                <a:lnTo>
                  <a:pt x="43560" y="75918"/>
                </a:lnTo>
                <a:lnTo>
                  <a:pt x="43609" y="75943"/>
                </a:lnTo>
                <a:cubicBezTo>
                  <a:pt x="43560" y="75943"/>
                  <a:pt x="43560" y="75992"/>
                  <a:pt x="43535" y="75992"/>
                </a:cubicBezTo>
                <a:lnTo>
                  <a:pt x="43485" y="75918"/>
                </a:lnTo>
                <a:cubicBezTo>
                  <a:pt x="43510" y="75918"/>
                  <a:pt x="43510" y="75893"/>
                  <a:pt x="43535" y="75893"/>
                </a:cubicBezTo>
                <a:close/>
                <a:moveTo>
                  <a:pt x="54960" y="75943"/>
                </a:moveTo>
                <a:lnTo>
                  <a:pt x="54960" y="75992"/>
                </a:lnTo>
                <a:cubicBezTo>
                  <a:pt x="54972" y="75968"/>
                  <a:pt x="54978" y="75955"/>
                  <a:pt x="54982" y="75955"/>
                </a:cubicBezTo>
                <a:cubicBezTo>
                  <a:pt x="54985" y="75955"/>
                  <a:pt x="54985" y="75968"/>
                  <a:pt x="54985" y="75992"/>
                </a:cubicBezTo>
                <a:cubicBezTo>
                  <a:pt x="54960" y="75992"/>
                  <a:pt x="54960" y="76017"/>
                  <a:pt x="54935" y="76017"/>
                </a:cubicBezTo>
                <a:cubicBezTo>
                  <a:pt x="54935" y="76017"/>
                  <a:pt x="54935" y="75992"/>
                  <a:pt x="54885" y="75992"/>
                </a:cubicBezTo>
                <a:lnTo>
                  <a:pt x="54885" y="75943"/>
                </a:lnTo>
                <a:close/>
                <a:moveTo>
                  <a:pt x="9832" y="71064"/>
                </a:moveTo>
                <a:cubicBezTo>
                  <a:pt x="9932" y="71288"/>
                  <a:pt x="10006" y="71512"/>
                  <a:pt x="10056" y="71711"/>
                </a:cubicBezTo>
                <a:cubicBezTo>
                  <a:pt x="10081" y="71786"/>
                  <a:pt x="10131" y="71836"/>
                  <a:pt x="10131" y="71935"/>
                </a:cubicBezTo>
                <a:cubicBezTo>
                  <a:pt x="10156" y="71985"/>
                  <a:pt x="10156" y="72060"/>
                  <a:pt x="10181" y="72085"/>
                </a:cubicBezTo>
                <a:cubicBezTo>
                  <a:pt x="10206" y="72159"/>
                  <a:pt x="10206" y="72209"/>
                  <a:pt x="10255" y="72284"/>
                </a:cubicBezTo>
                <a:lnTo>
                  <a:pt x="10330" y="72557"/>
                </a:lnTo>
                <a:cubicBezTo>
                  <a:pt x="10405" y="72682"/>
                  <a:pt x="10454" y="72806"/>
                  <a:pt x="10504" y="72956"/>
                </a:cubicBezTo>
                <a:cubicBezTo>
                  <a:pt x="10504" y="72981"/>
                  <a:pt x="10504" y="72981"/>
                  <a:pt x="10529" y="73030"/>
                </a:cubicBezTo>
                <a:cubicBezTo>
                  <a:pt x="10554" y="73080"/>
                  <a:pt x="10579" y="73180"/>
                  <a:pt x="10629" y="73230"/>
                </a:cubicBezTo>
                <a:cubicBezTo>
                  <a:pt x="10629" y="73279"/>
                  <a:pt x="10654" y="73304"/>
                  <a:pt x="10654" y="73304"/>
                </a:cubicBezTo>
                <a:cubicBezTo>
                  <a:pt x="10654" y="73329"/>
                  <a:pt x="10678" y="73329"/>
                  <a:pt x="10678" y="73354"/>
                </a:cubicBezTo>
                <a:cubicBezTo>
                  <a:pt x="10728" y="73478"/>
                  <a:pt x="10803" y="73653"/>
                  <a:pt x="10853" y="73777"/>
                </a:cubicBezTo>
                <a:lnTo>
                  <a:pt x="11052" y="74151"/>
                </a:lnTo>
                <a:cubicBezTo>
                  <a:pt x="11052" y="74175"/>
                  <a:pt x="11077" y="74175"/>
                  <a:pt x="11077" y="74200"/>
                </a:cubicBezTo>
                <a:cubicBezTo>
                  <a:pt x="11102" y="74225"/>
                  <a:pt x="11102" y="74275"/>
                  <a:pt x="11151" y="74300"/>
                </a:cubicBezTo>
                <a:cubicBezTo>
                  <a:pt x="11176" y="74350"/>
                  <a:pt x="11226" y="74449"/>
                  <a:pt x="11276" y="74524"/>
                </a:cubicBezTo>
                <a:cubicBezTo>
                  <a:pt x="11326" y="74648"/>
                  <a:pt x="11400" y="74773"/>
                  <a:pt x="11475" y="74847"/>
                </a:cubicBezTo>
                <a:cubicBezTo>
                  <a:pt x="11525" y="74922"/>
                  <a:pt x="11575" y="75022"/>
                  <a:pt x="11649" y="75071"/>
                </a:cubicBezTo>
                <a:cubicBezTo>
                  <a:pt x="11674" y="75146"/>
                  <a:pt x="11724" y="75196"/>
                  <a:pt x="11774" y="75295"/>
                </a:cubicBezTo>
                <a:cubicBezTo>
                  <a:pt x="11799" y="75345"/>
                  <a:pt x="11823" y="75395"/>
                  <a:pt x="11848" y="75445"/>
                </a:cubicBezTo>
                <a:cubicBezTo>
                  <a:pt x="11898" y="75470"/>
                  <a:pt x="11923" y="75544"/>
                  <a:pt x="11948" y="75569"/>
                </a:cubicBezTo>
                <a:cubicBezTo>
                  <a:pt x="12047" y="75694"/>
                  <a:pt x="12147" y="75793"/>
                  <a:pt x="12222" y="75918"/>
                </a:cubicBezTo>
                <a:lnTo>
                  <a:pt x="12271" y="75943"/>
                </a:lnTo>
                <a:cubicBezTo>
                  <a:pt x="12296" y="75968"/>
                  <a:pt x="12296" y="76017"/>
                  <a:pt x="12321" y="76042"/>
                </a:cubicBezTo>
                <a:cubicBezTo>
                  <a:pt x="12296" y="76017"/>
                  <a:pt x="12271" y="76017"/>
                  <a:pt x="12222" y="75968"/>
                </a:cubicBezTo>
                <a:cubicBezTo>
                  <a:pt x="12197" y="75943"/>
                  <a:pt x="12172" y="75943"/>
                  <a:pt x="12147" y="75918"/>
                </a:cubicBezTo>
                <a:cubicBezTo>
                  <a:pt x="12122" y="75843"/>
                  <a:pt x="12047" y="75793"/>
                  <a:pt x="12023" y="75768"/>
                </a:cubicBezTo>
                <a:cubicBezTo>
                  <a:pt x="11948" y="75669"/>
                  <a:pt x="11898" y="75594"/>
                  <a:pt x="11823" y="75520"/>
                </a:cubicBezTo>
                <a:cubicBezTo>
                  <a:pt x="11774" y="75420"/>
                  <a:pt x="11699" y="75320"/>
                  <a:pt x="11599" y="75196"/>
                </a:cubicBezTo>
                <a:cubicBezTo>
                  <a:pt x="11525" y="75071"/>
                  <a:pt x="11450" y="74947"/>
                  <a:pt x="11400" y="74823"/>
                </a:cubicBezTo>
                <a:cubicBezTo>
                  <a:pt x="11326" y="74723"/>
                  <a:pt x="11276" y="74648"/>
                  <a:pt x="11201" y="74524"/>
                </a:cubicBezTo>
                <a:cubicBezTo>
                  <a:pt x="11176" y="74449"/>
                  <a:pt x="11126" y="74350"/>
                  <a:pt x="11077" y="74300"/>
                </a:cubicBezTo>
                <a:cubicBezTo>
                  <a:pt x="10977" y="74151"/>
                  <a:pt x="10927" y="73976"/>
                  <a:pt x="10828" y="73827"/>
                </a:cubicBezTo>
                <a:cubicBezTo>
                  <a:pt x="10728" y="73678"/>
                  <a:pt x="10654" y="73478"/>
                  <a:pt x="10579" y="73329"/>
                </a:cubicBezTo>
                <a:cubicBezTo>
                  <a:pt x="10554" y="73304"/>
                  <a:pt x="10554" y="73230"/>
                  <a:pt x="10529" y="73205"/>
                </a:cubicBezTo>
                <a:cubicBezTo>
                  <a:pt x="10454" y="73055"/>
                  <a:pt x="10405" y="72931"/>
                  <a:pt x="10330" y="72782"/>
                </a:cubicBezTo>
                <a:cubicBezTo>
                  <a:pt x="10280" y="72607"/>
                  <a:pt x="10206" y="72433"/>
                  <a:pt x="10156" y="72284"/>
                </a:cubicBezTo>
                <a:cubicBezTo>
                  <a:pt x="10131" y="72209"/>
                  <a:pt x="10081" y="72159"/>
                  <a:pt x="10081" y="72060"/>
                </a:cubicBezTo>
                <a:cubicBezTo>
                  <a:pt x="10031" y="71910"/>
                  <a:pt x="10006" y="71736"/>
                  <a:pt x="9932" y="71612"/>
                </a:cubicBezTo>
                <a:cubicBezTo>
                  <a:pt x="9932" y="71437"/>
                  <a:pt x="9882" y="71288"/>
                  <a:pt x="9832" y="71064"/>
                </a:cubicBezTo>
                <a:close/>
                <a:moveTo>
                  <a:pt x="43261" y="76017"/>
                </a:moveTo>
                <a:lnTo>
                  <a:pt x="43261" y="76017"/>
                </a:lnTo>
                <a:cubicBezTo>
                  <a:pt x="43286" y="76017"/>
                  <a:pt x="43311" y="76017"/>
                  <a:pt x="43311" y="76042"/>
                </a:cubicBezTo>
                <a:cubicBezTo>
                  <a:pt x="43286" y="76017"/>
                  <a:pt x="43286" y="76017"/>
                  <a:pt x="43261" y="76017"/>
                </a:cubicBezTo>
                <a:close/>
                <a:moveTo>
                  <a:pt x="8090" y="72757"/>
                </a:moveTo>
                <a:cubicBezTo>
                  <a:pt x="9285" y="73951"/>
                  <a:pt x="10579" y="75047"/>
                  <a:pt x="12023" y="76017"/>
                </a:cubicBezTo>
                <a:cubicBezTo>
                  <a:pt x="12047" y="76067"/>
                  <a:pt x="12122" y="76142"/>
                  <a:pt x="12147" y="76167"/>
                </a:cubicBezTo>
                <a:cubicBezTo>
                  <a:pt x="10654" y="75146"/>
                  <a:pt x="9285" y="74026"/>
                  <a:pt x="8065" y="72806"/>
                </a:cubicBezTo>
                <a:cubicBezTo>
                  <a:pt x="8065" y="72782"/>
                  <a:pt x="8090" y="72782"/>
                  <a:pt x="8090" y="72757"/>
                </a:cubicBezTo>
                <a:close/>
                <a:moveTo>
                  <a:pt x="43062" y="76142"/>
                </a:moveTo>
                <a:lnTo>
                  <a:pt x="43062" y="76167"/>
                </a:lnTo>
                <a:lnTo>
                  <a:pt x="43037" y="76167"/>
                </a:lnTo>
                <a:cubicBezTo>
                  <a:pt x="43037" y="76167"/>
                  <a:pt x="43062" y="76167"/>
                  <a:pt x="43062" y="76142"/>
                </a:cubicBezTo>
                <a:close/>
                <a:moveTo>
                  <a:pt x="43097" y="76156"/>
                </a:moveTo>
                <a:cubicBezTo>
                  <a:pt x="43112" y="76156"/>
                  <a:pt x="43112" y="76167"/>
                  <a:pt x="43112" y="76167"/>
                </a:cubicBezTo>
                <a:lnTo>
                  <a:pt x="43062" y="76167"/>
                </a:lnTo>
                <a:cubicBezTo>
                  <a:pt x="43078" y="76158"/>
                  <a:pt x="43089" y="76156"/>
                  <a:pt x="43097" y="76156"/>
                </a:cubicBezTo>
                <a:close/>
                <a:moveTo>
                  <a:pt x="44182" y="75818"/>
                </a:moveTo>
                <a:cubicBezTo>
                  <a:pt x="44182" y="75943"/>
                  <a:pt x="44157" y="76067"/>
                  <a:pt x="44157" y="76192"/>
                </a:cubicBezTo>
                <a:lnTo>
                  <a:pt x="44107" y="76142"/>
                </a:lnTo>
                <a:cubicBezTo>
                  <a:pt x="44107" y="76042"/>
                  <a:pt x="44132" y="75943"/>
                  <a:pt x="44132" y="75868"/>
                </a:cubicBezTo>
                <a:cubicBezTo>
                  <a:pt x="44157" y="75868"/>
                  <a:pt x="44157" y="75818"/>
                  <a:pt x="44182" y="75818"/>
                </a:cubicBezTo>
                <a:close/>
                <a:moveTo>
                  <a:pt x="44555" y="75619"/>
                </a:moveTo>
                <a:cubicBezTo>
                  <a:pt x="44481" y="75818"/>
                  <a:pt x="44381" y="76042"/>
                  <a:pt x="44306" y="76266"/>
                </a:cubicBezTo>
                <a:cubicBezTo>
                  <a:pt x="44356" y="76067"/>
                  <a:pt x="44356" y="75893"/>
                  <a:pt x="44381" y="75694"/>
                </a:cubicBezTo>
                <a:lnTo>
                  <a:pt x="44555" y="75619"/>
                </a:lnTo>
                <a:close/>
                <a:moveTo>
                  <a:pt x="45078" y="75541"/>
                </a:moveTo>
                <a:lnTo>
                  <a:pt x="44904" y="76017"/>
                </a:lnTo>
                <a:lnTo>
                  <a:pt x="44904" y="76042"/>
                </a:lnTo>
                <a:cubicBezTo>
                  <a:pt x="44879" y="76117"/>
                  <a:pt x="44854" y="76192"/>
                  <a:pt x="44804" y="76266"/>
                </a:cubicBezTo>
                <a:cubicBezTo>
                  <a:pt x="44804" y="76241"/>
                  <a:pt x="44829" y="76192"/>
                  <a:pt x="44829" y="76167"/>
                </a:cubicBezTo>
                <a:cubicBezTo>
                  <a:pt x="44879" y="76042"/>
                  <a:pt x="44929" y="75893"/>
                  <a:pt x="44978" y="75768"/>
                </a:cubicBezTo>
                <a:cubicBezTo>
                  <a:pt x="45007" y="75698"/>
                  <a:pt x="45043" y="75619"/>
                  <a:pt x="45078" y="75541"/>
                </a:cubicBezTo>
                <a:close/>
                <a:moveTo>
                  <a:pt x="42813" y="76241"/>
                </a:moveTo>
                <a:cubicBezTo>
                  <a:pt x="42813" y="76241"/>
                  <a:pt x="42813" y="76266"/>
                  <a:pt x="42862" y="76291"/>
                </a:cubicBezTo>
                <a:lnTo>
                  <a:pt x="42862" y="76291"/>
                </a:lnTo>
                <a:cubicBezTo>
                  <a:pt x="42838" y="76279"/>
                  <a:pt x="42838" y="76272"/>
                  <a:pt x="42844" y="76272"/>
                </a:cubicBezTo>
                <a:cubicBezTo>
                  <a:pt x="42850" y="76272"/>
                  <a:pt x="42863" y="76279"/>
                  <a:pt x="42863" y="76291"/>
                </a:cubicBezTo>
                <a:cubicBezTo>
                  <a:pt x="42813" y="76291"/>
                  <a:pt x="42813" y="76291"/>
                  <a:pt x="42813" y="76266"/>
                </a:cubicBezTo>
                <a:lnTo>
                  <a:pt x="42788" y="76241"/>
                </a:lnTo>
                <a:close/>
                <a:moveTo>
                  <a:pt x="43734" y="76042"/>
                </a:moveTo>
                <a:lnTo>
                  <a:pt x="43883" y="76192"/>
                </a:lnTo>
                <a:lnTo>
                  <a:pt x="43883" y="76291"/>
                </a:lnTo>
                <a:cubicBezTo>
                  <a:pt x="43809" y="76192"/>
                  <a:pt x="43759" y="76142"/>
                  <a:pt x="43659" y="76067"/>
                </a:cubicBezTo>
                <a:cubicBezTo>
                  <a:pt x="43684" y="76067"/>
                  <a:pt x="43684" y="76042"/>
                  <a:pt x="43734" y="76042"/>
                </a:cubicBezTo>
                <a:close/>
                <a:moveTo>
                  <a:pt x="44873" y="75437"/>
                </a:moveTo>
                <a:lnTo>
                  <a:pt x="44873" y="75437"/>
                </a:lnTo>
                <a:cubicBezTo>
                  <a:pt x="44750" y="75778"/>
                  <a:pt x="44627" y="76072"/>
                  <a:pt x="44481" y="76366"/>
                </a:cubicBezTo>
                <a:cubicBezTo>
                  <a:pt x="44605" y="76042"/>
                  <a:pt x="44729" y="75768"/>
                  <a:pt x="44854" y="75445"/>
                </a:cubicBezTo>
                <a:cubicBezTo>
                  <a:pt x="44854" y="75445"/>
                  <a:pt x="44865" y="75445"/>
                  <a:pt x="44873" y="75437"/>
                </a:cubicBezTo>
                <a:close/>
                <a:moveTo>
                  <a:pt x="44057" y="76391"/>
                </a:moveTo>
                <a:cubicBezTo>
                  <a:pt x="44107" y="76391"/>
                  <a:pt x="44107" y="76416"/>
                  <a:pt x="44132" y="76416"/>
                </a:cubicBezTo>
                <a:lnTo>
                  <a:pt x="44057" y="76416"/>
                </a:lnTo>
                <a:lnTo>
                  <a:pt x="44057" y="76391"/>
                </a:lnTo>
                <a:close/>
                <a:moveTo>
                  <a:pt x="52595" y="70641"/>
                </a:moveTo>
                <a:cubicBezTo>
                  <a:pt x="52645" y="70815"/>
                  <a:pt x="52720" y="71014"/>
                  <a:pt x="52744" y="71164"/>
                </a:cubicBezTo>
                <a:cubicBezTo>
                  <a:pt x="52819" y="71388"/>
                  <a:pt x="52869" y="71562"/>
                  <a:pt x="52944" y="71786"/>
                </a:cubicBezTo>
                <a:cubicBezTo>
                  <a:pt x="52993" y="72010"/>
                  <a:pt x="53093" y="72209"/>
                  <a:pt x="53143" y="72408"/>
                </a:cubicBezTo>
                <a:cubicBezTo>
                  <a:pt x="53242" y="72682"/>
                  <a:pt x="53342" y="72931"/>
                  <a:pt x="53466" y="73205"/>
                </a:cubicBezTo>
                <a:cubicBezTo>
                  <a:pt x="53516" y="73329"/>
                  <a:pt x="53591" y="73503"/>
                  <a:pt x="53641" y="73628"/>
                </a:cubicBezTo>
                <a:cubicBezTo>
                  <a:pt x="53815" y="74001"/>
                  <a:pt x="53964" y="74375"/>
                  <a:pt x="54138" y="74748"/>
                </a:cubicBezTo>
                <a:cubicBezTo>
                  <a:pt x="54138" y="74773"/>
                  <a:pt x="54188" y="74773"/>
                  <a:pt x="54188" y="74798"/>
                </a:cubicBezTo>
                <a:cubicBezTo>
                  <a:pt x="54337" y="75121"/>
                  <a:pt x="54487" y="75445"/>
                  <a:pt x="54636" y="75793"/>
                </a:cubicBezTo>
                <a:cubicBezTo>
                  <a:pt x="54611" y="75818"/>
                  <a:pt x="54537" y="75818"/>
                  <a:pt x="54512" y="75868"/>
                </a:cubicBezTo>
                <a:cubicBezTo>
                  <a:pt x="54337" y="75918"/>
                  <a:pt x="54188" y="75992"/>
                  <a:pt x="53989" y="76042"/>
                </a:cubicBezTo>
                <a:lnTo>
                  <a:pt x="53964" y="76042"/>
                </a:lnTo>
                <a:cubicBezTo>
                  <a:pt x="53840" y="76067"/>
                  <a:pt x="53740" y="76092"/>
                  <a:pt x="53616" y="76142"/>
                </a:cubicBezTo>
                <a:lnTo>
                  <a:pt x="53591" y="76142"/>
                </a:lnTo>
                <a:cubicBezTo>
                  <a:pt x="53392" y="76192"/>
                  <a:pt x="53242" y="76266"/>
                  <a:pt x="53068" y="76291"/>
                </a:cubicBezTo>
                <a:cubicBezTo>
                  <a:pt x="52968" y="76316"/>
                  <a:pt x="52844" y="76366"/>
                  <a:pt x="52744" y="76391"/>
                </a:cubicBezTo>
                <a:cubicBezTo>
                  <a:pt x="52720" y="76391"/>
                  <a:pt x="52695" y="76416"/>
                  <a:pt x="52645" y="76416"/>
                </a:cubicBezTo>
                <a:cubicBezTo>
                  <a:pt x="51326" y="75146"/>
                  <a:pt x="49957" y="74076"/>
                  <a:pt x="48588" y="73304"/>
                </a:cubicBezTo>
                <a:cubicBezTo>
                  <a:pt x="48737" y="73205"/>
                  <a:pt x="48886" y="73130"/>
                  <a:pt x="49036" y="73006"/>
                </a:cubicBezTo>
                <a:cubicBezTo>
                  <a:pt x="49285" y="72831"/>
                  <a:pt x="49509" y="72682"/>
                  <a:pt x="49758" y="72533"/>
                </a:cubicBezTo>
                <a:cubicBezTo>
                  <a:pt x="49957" y="72408"/>
                  <a:pt x="50106" y="72309"/>
                  <a:pt x="50280" y="72184"/>
                </a:cubicBezTo>
                <a:cubicBezTo>
                  <a:pt x="50380" y="72134"/>
                  <a:pt x="50504" y="72060"/>
                  <a:pt x="50604" y="72010"/>
                </a:cubicBezTo>
                <a:cubicBezTo>
                  <a:pt x="50703" y="71935"/>
                  <a:pt x="50828" y="71885"/>
                  <a:pt x="50902" y="71786"/>
                </a:cubicBezTo>
                <a:cubicBezTo>
                  <a:pt x="51151" y="71637"/>
                  <a:pt x="51400" y="71437"/>
                  <a:pt x="51624" y="71288"/>
                </a:cubicBezTo>
                <a:cubicBezTo>
                  <a:pt x="51948" y="71064"/>
                  <a:pt x="52272" y="70840"/>
                  <a:pt x="52595" y="70641"/>
                </a:cubicBezTo>
                <a:close/>
                <a:moveTo>
                  <a:pt x="106559" y="62726"/>
                </a:moveTo>
                <a:lnTo>
                  <a:pt x="106559" y="62726"/>
                </a:lnTo>
                <a:cubicBezTo>
                  <a:pt x="106360" y="63298"/>
                  <a:pt x="106136" y="63871"/>
                  <a:pt x="105887" y="64443"/>
                </a:cubicBezTo>
                <a:cubicBezTo>
                  <a:pt x="105887" y="64468"/>
                  <a:pt x="105862" y="64493"/>
                  <a:pt x="105862" y="64543"/>
                </a:cubicBezTo>
                <a:cubicBezTo>
                  <a:pt x="105638" y="65065"/>
                  <a:pt x="105389" y="65613"/>
                  <a:pt x="105140" y="66161"/>
                </a:cubicBezTo>
                <a:lnTo>
                  <a:pt x="105041" y="66335"/>
                </a:lnTo>
                <a:cubicBezTo>
                  <a:pt x="104792" y="66857"/>
                  <a:pt x="104543" y="67355"/>
                  <a:pt x="104294" y="67903"/>
                </a:cubicBezTo>
                <a:lnTo>
                  <a:pt x="104194" y="68077"/>
                </a:lnTo>
                <a:cubicBezTo>
                  <a:pt x="104194" y="68077"/>
                  <a:pt x="104194" y="68102"/>
                  <a:pt x="104169" y="68102"/>
                </a:cubicBezTo>
                <a:cubicBezTo>
                  <a:pt x="104020" y="68401"/>
                  <a:pt x="103871" y="68699"/>
                  <a:pt x="103697" y="69023"/>
                </a:cubicBezTo>
                <a:cubicBezTo>
                  <a:pt x="103522" y="69396"/>
                  <a:pt x="103323" y="69720"/>
                  <a:pt x="103124" y="70093"/>
                </a:cubicBezTo>
                <a:cubicBezTo>
                  <a:pt x="103024" y="70292"/>
                  <a:pt x="102900" y="70467"/>
                  <a:pt x="102800" y="70666"/>
                </a:cubicBezTo>
                <a:cubicBezTo>
                  <a:pt x="102776" y="70765"/>
                  <a:pt x="102701" y="70815"/>
                  <a:pt x="102676" y="70915"/>
                </a:cubicBezTo>
                <a:cubicBezTo>
                  <a:pt x="102502" y="71213"/>
                  <a:pt x="102303" y="71562"/>
                  <a:pt x="102128" y="71885"/>
                </a:cubicBezTo>
                <a:cubicBezTo>
                  <a:pt x="101929" y="72209"/>
                  <a:pt x="101705" y="72557"/>
                  <a:pt x="101531" y="72881"/>
                </a:cubicBezTo>
                <a:cubicBezTo>
                  <a:pt x="101382" y="73130"/>
                  <a:pt x="101257" y="73329"/>
                  <a:pt x="101108" y="73553"/>
                </a:cubicBezTo>
                <a:cubicBezTo>
                  <a:pt x="100834" y="73951"/>
                  <a:pt x="100585" y="74375"/>
                  <a:pt x="100311" y="74773"/>
                </a:cubicBezTo>
                <a:cubicBezTo>
                  <a:pt x="100286" y="74823"/>
                  <a:pt x="100262" y="74897"/>
                  <a:pt x="100187" y="74922"/>
                </a:cubicBezTo>
                <a:cubicBezTo>
                  <a:pt x="99888" y="75445"/>
                  <a:pt x="99540" y="75943"/>
                  <a:pt x="99166" y="76440"/>
                </a:cubicBezTo>
                <a:cubicBezTo>
                  <a:pt x="98171" y="75022"/>
                  <a:pt x="96777" y="73304"/>
                  <a:pt x="94960" y="71437"/>
                </a:cubicBezTo>
                <a:cubicBezTo>
                  <a:pt x="97076" y="68799"/>
                  <a:pt x="99042" y="66086"/>
                  <a:pt x="100834" y="63373"/>
                </a:cubicBezTo>
                <a:lnTo>
                  <a:pt x="100959" y="63373"/>
                </a:lnTo>
                <a:cubicBezTo>
                  <a:pt x="102950" y="63373"/>
                  <a:pt x="104866" y="63174"/>
                  <a:pt x="106559" y="62726"/>
                </a:cubicBezTo>
                <a:close/>
                <a:moveTo>
                  <a:pt x="42968" y="76453"/>
                </a:moveTo>
                <a:cubicBezTo>
                  <a:pt x="42975" y="76453"/>
                  <a:pt x="42987" y="76465"/>
                  <a:pt x="42987" y="76490"/>
                </a:cubicBezTo>
                <a:cubicBezTo>
                  <a:pt x="42962" y="76465"/>
                  <a:pt x="42962" y="76453"/>
                  <a:pt x="42968" y="76453"/>
                </a:cubicBezTo>
                <a:close/>
                <a:moveTo>
                  <a:pt x="86547" y="64343"/>
                </a:moveTo>
                <a:cubicBezTo>
                  <a:pt x="88837" y="66210"/>
                  <a:pt x="91052" y="68177"/>
                  <a:pt x="93043" y="70093"/>
                </a:cubicBezTo>
                <a:cubicBezTo>
                  <a:pt x="91799" y="72284"/>
                  <a:pt x="90305" y="74424"/>
                  <a:pt x="88662" y="76515"/>
                </a:cubicBezTo>
                <a:cubicBezTo>
                  <a:pt x="86123" y="74922"/>
                  <a:pt x="83485" y="73030"/>
                  <a:pt x="80871" y="70940"/>
                </a:cubicBezTo>
                <a:cubicBezTo>
                  <a:pt x="82863" y="68799"/>
                  <a:pt x="84754" y="66584"/>
                  <a:pt x="86547" y="64343"/>
                </a:cubicBezTo>
                <a:close/>
                <a:moveTo>
                  <a:pt x="20137" y="66708"/>
                </a:moveTo>
                <a:cubicBezTo>
                  <a:pt x="20361" y="67480"/>
                  <a:pt x="20635" y="68202"/>
                  <a:pt x="20983" y="68849"/>
                </a:cubicBezTo>
                <a:cubicBezTo>
                  <a:pt x="20386" y="69969"/>
                  <a:pt x="19838" y="71089"/>
                  <a:pt x="19266" y="72234"/>
                </a:cubicBezTo>
                <a:cubicBezTo>
                  <a:pt x="19166" y="72309"/>
                  <a:pt x="19042" y="72333"/>
                  <a:pt x="18967" y="72408"/>
                </a:cubicBezTo>
                <a:lnTo>
                  <a:pt x="18594" y="72582"/>
                </a:lnTo>
                <a:cubicBezTo>
                  <a:pt x="18370" y="72707"/>
                  <a:pt x="18171" y="72806"/>
                  <a:pt x="17972" y="72931"/>
                </a:cubicBezTo>
                <a:cubicBezTo>
                  <a:pt x="17847" y="72981"/>
                  <a:pt x="17723" y="73080"/>
                  <a:pt x="17548" y="73155"/>
                </a:cubicBezTo>
                <a:cubicBezTo>
                  <a:pt x="17374" y="73279"/>
                  <a:pt x="17175" y="73354"/>
                  <a:pt x="17001" y="73478"/>
                </a:cubicBezTo>
                <a:cubicBezTo>
                  <a:pt x="16876" y="73578"/>
                  <a:pt x="16727" y="73678"/>
                  <a:pt x="16603" y="73727"/>
                </a:cubicBezTo>
                <a:cubicBezTo>
                  <a:pt x="16403" y="73852"/>
                  <a:pt x="16254" y="73976"/>
                  <a:pt x="16055" y="74076"/>
                </a:cubicBezTo>
                <a:cubicBezTo>
                  <a:pt x="15906" y="74175"/>
                  <a:pt x="15781" y="74275"/>
                  <a:pt x="15632" y="74399"/>
                </a:cubicBezTo>
                <a:cubicBezTo>
                  <a:pt x="15482" y="74524"/>
                  <a:pt x="15308" y="74648"/>
                  <a:pt x="15134" y="74773"/>
                </a:cubicBezTo>
                <a:cubicBezTo>
                  <a:pt x="14985" y="74897"/>
                  <a:pt x="14810" y="74972"/>
                  <a:pt x="14686" y="75096"/>
                </a:cubicBezTo>
                <a:lnTo>
                  <a:pt x="14238" y="75470"/>
                </a:lnTo>
                <a:cubicBezTo>
                  <a:pt x="14064" y="75594"/>
                  <a:pt x="13914" y="75719"/>
                  <a:pt x="13790" y="75843"/>
                </a:cubicBezTo>
                <a:cubicBezTo>
                  <a:pt x="13640" y="75968"/>
                  <a:pt x="13516" y="76092"/>
                  <a:pt x="13367" y="76266"/>
                </a:cubicBezTo>
                <a:cubicBezTo>
                  <a:pt x="13267" y="76341"/>
                  <a:pt x="13168" y="76440"/>
                  <a:pt x="13043" y="76540"/>
                </a:cubicBezTo>
                <a:cubicBezTo>
                  <a:pt x="13068" y="76515"/>
                  <a:pt x="13018" y="76440"/>
                  <a:pt x="12919" y="76416"/>
                </a:cubicBezTo>
                <a:cubicBezTo>
                  <a:pt x="12670" y="76142"/>
                  <a:pt x="12421" y="75818"/>
                  <a:pt x="12197" y="75520"/>
                </a:cubicBezTo>
                <a:cubicBezTo>
                  <a:pt x="12147" y="75420"/>
                  <a:pt x="12072" y="75345"/>
                  <a:pt x="12023" y="75271"/>
                </a:cubicBezTo>
                <a:cubicBezTo>
                  <a:pt x="11749" y="74897"/>
                  <a:pt x="11525" y="74474"/>
                  <a:pt x="11276" y="74051"/>
                </a:cubicBezTo>
                <a:cubicBezTo>
                  <a:pt x="11201" y="73951"/>
                  <a:pt x="11151" y="73827"/>
                  <a:pt x="11126" y="73702"/>
                </a:cubicBezTo>
                <a:cubicBezTo>
                  <a:pt x="10927" y="73354"/>
                  <a:pt x="10778" y="72981"/>
                  <a:pt x="10629" y="72607"/>
                </a:cubicBezTo>
                <a:cubicBezTo>
                  <a:pt x="10629" y="72582"/>
                  <a:pt x="10579" y="72557"/>
                  <a:pt x="10579" y="72533"/>
                </a:cubicBezTo>
                <a:cubicBezTo>
                  <a:pt x="10554" y="72433"/>
                  <a:pt x="10504" y="72309"/>
                  <a:pt x="10454" y="72209"/>
                </a:cubicBezTo>
                <a:cubicBezTo>
                  <a:pt x="10305" y="71786"/>
                  <a:pt x="10156" y="71338"/>
                  <a:pt x="10031" y="70865"/>
                </a:cubicBezTo>
                <a:cubicBezTo>
                  <a:pt x="10280" y="70691"/>
                  <a:pt x="10529" y="70541"/>
                  <a:pt x="10778" y="70367"/>
                </a:cubicBezTo>
                <a:cubicBezTo>
                  <a:pt x="11052" y="70193"/>
                  <a:pt x="11326" y="69994"/>
                  <a:pt x="11624" y="69844"/>
                </a:cubicBezTo>
                <a:cubicBezTo>
                  <a:pt x="11898" y="69695"/>
                  <a:pt x="12172" y="69546"/>
                  <a:pt x="12446" y="69421"/>
                </a:cubicBezTo>
                <a:cubicBezTo>
                  <a:pt x="12769" y="69247"/>
                  <a:pt x="13043" y="69073"/>
                  <a:pt x="13367" y="68923"/>
                </a:cubicBezTo>
                <a:lnTo>
                  <a:pt x="14188" y="68550"/>
                </a:lnTo>
                <a:cubicBezTo>
                  <a:pt x="14512" y="68376"/>
                  <a:pt x="14860" y="68226"/>
                  <a:pt x="15159" y="68102"/>
                </a:cubicBezTo>
                <a:cubicBezTo>
                  <a:pt x="15433" y="67978"/>
                  <a:pt x="15756" y="67878"/>
                  <a:pt x="16030" y="67803"/>
                </a:cubicBezTo>
                <a:cubicBezTo>
                  <a:pt x="16379" y="67679"/>
                  <a:pt x="16677" y="67554"/>
                  <a:pt x="17026" y="67455"/>
                </a:cubicBezTo>
                <a:cubicBezTo>
                  <a:pt x="17349" y="67355"/>
                  <a:pt x="17673" y="67256"/>
                  <a:pt x="17996" y="67181"/>
                </a:cubicBezTo>
                <a:cubicBezTo>
                  <a:pt x="18295" y="67081"/>
                  <a:pt x="18619" y="66982"/>
                  <a:pt x="18917" y="66932"/>
                </a:cubicBezTo>
                <a:cubicBezTo>
                  <a:pt x="19341" y="66833"/>
                  <a:pt x="19714" y="66758"/>
                  <a:pt x="20112" y="66708"/>
                </a:cubicBezTo>
                <a:close/>
                <a:moveTo>
                  <a:pt x="43383" y="76281"/>
                </a:moveTo>
                <a:cubicBezTo>
                  <a:pt x="43410" y="76293"/>
                  <a:pt x="43448" y="76297"/>
                  <a:pt x="43485" y="76316"/>
                </a:cubicBezTo>
                <a:lnTo>
                  <a:pt x="43510" y="76316"/>
                </a:lnTo>
                <a:cubicBezTo>
                  <a:pt x="43609" y="76391"/>
                  <a:pt x="43734" y="76440"/>
                  <a:pt x="43809" y="76515"/>
                </a:cubicBezTo>
                <a:cubicBezTo>
                  <a:pt x="43858" y="76515"/>
                  <a:pt x="43858" y="76540"/>
                  <a:pt x="43883" y="76540"/>
                </a:cubicBezTo>
                <a:lnTo>
                  <a:pt x="43858" y="76565"/>
                </a:lnTo>
                <a:cubicBezTo>
                  <a:pt x="43684" y="76515"/>
                  <a:pt x="43535" y="76416"/>
                  <a:pt x="43385" y="76316"/>
                </a:cubicBezTo>
                <a:lnTo>
                  <a:pt x="43385" y="76291"/>
                </a:lnTo>
                <a:cubicBezTo>
                  <a:pt x="43385" y="76291"/>
                  <a:pt x="43385" y="76286"/>
                  <a:pt x="43383" y="76281"/>
                </a:cubicBezTo>
                <a:close/>
                <a:moveTo>
                  <a:pt x="48388" y="73429"/>
                </a:moveTo>
                <a:cubicBezTo>
                  <a:pt x="49758" y="74200"/>
                  <a:pt x="51127" y="75246"/>
                  <a:pt x="52446" y="76565"/>
                </a:cubicBezTo>
                <a:cubicBezTo>
                  <a:pt x="52396" y="76565"/>
                  <a:pt x="52371" y="76565"/>
                  <a:pt x="52371" y="76615"/>
                </a:cubicBezTo>
                <a:cubicBezTo>
                  <a:pt x="51077" y="75271"/>
                  <a:pt x="49708" y="74200"/>
                  <a:pt x="48339" y="73454"/>
                </a:cubicBezTo>
                <a:cubicBezTo>
                  <a:pt x="48364" y="73454"/>
                  <a:pt x="48364" y="73429"/>
                  <a:pt x="48388" y="73429"/>
                </a:cubicBezTo>
                <a:close/>
                <a:moveTo>
                  <a:pt x="93192" y="70268"/>
                </a:moveTo>
                <a:lnTo>
                  <a:pt x="93217" y="70292"/>
                </a:lnTo>
                <a:cubicBezTo>
                  <a:pt x="91973" y="72433"/>
                  <a:pt x="90529" y="74574"/>
                  <a:pt x="88861" y="76640"/>
                </a:cubicBezTo>
                <a:cubicBezTo>
                  <a:pt x="88837" y="76640"/>
                  <a:pt x="88837" y="76615"/>
                  <a:pt x="88812" y="76615"/>
                </a:cubicBezTo>
                <a:cubicBezTo>
                  <a:pt x="90454" y="74524"/>
                  <a:pt x="91923" y="72408"/>
                  <a:pt x="93192" y="70268"/>
                </a:cubicBezTo>
                <a:close/>
                <a:moveTo>
                  <a:pt x="54711" y="75968"/>
                </a:moveTo>
                <a:lnTo>
                  <a:pt x="54711" y="76017"/>
                </a:lnTo>
                <a:lnTo>
                  <a:pt x="54711" y="76042"/>
                </a:lnTo>
                <a:lnTo>
                  <a:pt x="54661" y="76042"/>
                </a:lnTo>
                <a:cubicBezTo>
                  <a:pt x="54362" y="76167"/>
                  <a:pt x="54089" y="76266"/>
                  <a:pt x="53765" y="76341"/>
                </a:cubicBezTo>
                <a:lnTo>
                  <a:pt x="53715" y="76341"/>
                </a:lnTo>
                <a:cubicBezTo>
                  <a:pt x="53392" y="76440"/>
                  <a:pt x="53118" y="76540"/>
                  <a:pt x="52844" y="76640"/>
                </a:cubicBezTo>
                <a:lnTo>
                  <a:pt x="52794" y="76640"/>
                </a:lnTo>
                <a:cubicBezTo>
                  <a:pt x="52805" y="76661"/>
                  <a:pt x="52811" y="76668"/>
                  <a:pt x="52811" y="76668"/>
                </a:cubicBezTo>
                <a:cubicBezTo>
                  <a:pt x="52810" y="76668"/>
                  <a:pt x="52798" y="76654"/>
                  <a:pt x="52769" y="76640"/>
                </a:cubicBezTo>
                <a:cubicBezTo>
                  <a:pt x="52819" y="76640"/>
                  <a:pt x="52844" y="76615"/>
                  <a:pt x="52869" y="76615"/>
                </a:cubicBezTo>
                <a:cubicBezTo>
                  <a:pt x="52894" y="76615"/>
                  <a:pt x="52944" y="76615"/>
                  <a:pt x="52944" y="76565"/>
                </a:cubicBezTo>
                <a:lnTo>
                  <a:pt x="52993" y="76565"/>
                </a:lnTo>
                <a:cubicBezTo>
                  <a:pt x="53018" y="76565"/>
                  <a:pt x="53068" y="76540"/>
                  <a:pt x="53093" y="76540"/>
                </a:cubicBezTo>
                <a:cubicBezTo>
                  <a:pt x="53317" y="76465"/>
                  <a:pt x="53566" y="76391"/>
                  <a:pt x="53765" y="76316"/>
                </a:cubicBezTo>
                <a:cubicBezTo>
                  <a:pt x="53815" y="76316"/>
                  <a:pt x="53815" y="76316"/>
                  <a:pt x="53840" y="76291"/>
                </a:cubicBezTo>
                <a:cubicBezTo>
                  <a:pt x="53865" y="76291"/>
                  <a:pt x="53889" y="76266"/>
                  <a:pt x="53939" y="76266"/>
                </a:cubicBezTo>
                <a:cubicBezTo>
                  <a:pt x="53964" y="76266"/>
                  <a:pt x="53964" y="76266"/>
                  <a:pt x="53989" y="76241"/>
                </a:cubicBezTo>
                <a:lnTo>
                  <a:pt x="54014" y="76241"/>
                </a:lnTo>
                <a:cubicBezTo>
                  <a:pt x="54238" y="76167"/>
                  <a:pt x="54462" y="76067"/>
                  <a:pt x="54711" y="75968"/>
                </a:cubicBezTo>
                <a:close/>
                <a:moveTo>
                  <a:pt x="94835" y="71587"/>
                </a:moveTo>
                <a:cubicBezTo>
                  <a:pt x="96677" y="73503"/>
                  <a:pt x="98071" y="75196"/>
                  <a:pt x="99067" y="76640"/>
                </a:cubicBezTo>
                <a:cubicBezTo>
                  <a:pt x="99067" y="76665"/>
                  <a:pt x="99042" y="76665"/>
                  <a:pt x="99042" y="76689"/>
                </a:cubicBezTo>
                <a:cubicBezTo>
                  <a:pt x="98071" y="75271"/>
                  <a:pt x="96652" y="73553"/>
                  <a:pt x="94835" y="71661"/>
                </a:cubicBezTo>
                <a:lnTo>
                  <a:pt x="94835" y="71587"/>
                </a:lnTo>
                <a:close/>
                <a:moveTo>
                  <a:pt x="106883" y="62676"/>
                </a:moveTo>
                <a:cubicBezTo>
                  <a:pt x="105165" y="67231"/>
                  <a:pt x="102626" y="72035"/>
                  <a:pt x="99341" y="76689"/>
                </a:cubicBezTo>
                <a:lnTo>
                  <a:pt x="99316" y="76665"/>
                </a:lnTo>
                <a:cubicBezTo>
                  <a:pt x="99415" y="76490"/>
                  <a:pt x="99515" y="76316"/>
                  <a:pt x="99639" y="76167"/>
                </a:cubicBezTo>
                <a:cubicBezTo>
                  <a:pt x="100013" y="75644"/>
                  <a:pt x="100361" y="75121"/>
                  <a:pt x="100685" y="74574"/>
                </a:cubicBezTo>
                <a:cubicBezTo>
                  <a:pt x="100909" y="74275"/>
                  <a:pt x="101108" y="73951"/>
                  <a:pt x="101307" y="73628"/>
                </a:cubicBezTo>
                <a:cubicBezTo>
                  <a:pt x="101556" y="73205"/>
                  <a:pt x="101805" y="72782"/>
                  <a:pt x="102054" y="72383"/>
                </a:cubicBezTo>
                <a:lnTo>
                  <a:pt x="102527" y="71637"/>
                </a:lnTo>
                <a:cubicBezTo>
                  <a:pt x="103199" y="70467"/>
                  <a:pt x="103796" y="69322"/>
                  <a:pt x="104394" y="68177"/>
                </a:cubicBezTo>
                <a:cubicBezTo>
                  <a:pt x="104443" y="68027"/>
                  <a:pt x="104543" y="67853"/>
                  <a:pt x="104618" y="67729"/>
                </a:cubicBezTo>
                <a:cubicBezTo>
                  <a:pt x="104866" y="67231"/>
                  <a:pt x="105066" y="66733"/>
                  <a:pt x="105314" y="66285"/>
                </a:cubicBezTo>
                <a:cubicBezTo>
                  <a:pt x="105389" y="66161"/>
                  <a:pt x="105414" y="66061"/>
                  <a:pt x="105489" y="65936"/>
                </a:cubicBezTo>
                <a:cubicBezTo>
                  <a:pt x="105987" y="64841"/>
                  <a:pt x="106435" y="63746"/>
                  <a:pt x="106858" y="62676"/>
                </a:cubicBezTo>
                <a:close/>
                <a:moveTo>
                  <a:pt x="12570" y="76416"/>
                </a:moveTo>
                <a:cubicBezTo>
                  <a:pt x="12620" y="76440"/>
                  <a:pt x="12645" y="76440"/>
                  <a:pt x="12670" y="76465"/>
                </a:cubicBezTo>
                <a:cubicBezTo>
                  <a:pt x="12695" y="76515"/>
                  <a:pt x="12744" y="76515"/>
                  <a:pt x="12769" y="76540"/>
                </a:cubicBezTo>
                <a:cubicBezTo>
                  <a:pt x="12869" y="76615"/>
                  <a:pt x="12894" y="76665"/>
                  <a:pt x="12944" y="76714"/>
                </a:cubicBezTo>
                <a:cubicBezTo>
                  <a:pt x="12919" y="76689"/>
                  <a:pt x="12894" y="76689"/>
                  <a:pt x="12869" y="76665"/>
                </a:cubicBezTo>
                <a:cubicBezTo>
                  <a:pt x="12819" y="76640"/>
                  <a:pt x="12794" y="76640"/>
                  <a:pt x="12769" y="76615"/>
                </a:cubicBezTo>
                <a:lnTo>
                  <a:pt x="12744" y="76565"/>
                </a:lnTo>
                <a:lnTo>
                  <a:pt x="12570" y="76416"/>
                </a:lnTo>
                <a:close/>
                <a:moveTo>
                  <a:pt x="19166" y="72557"/>
                </a:moveTo>
                <a:cubicBezTo>
                  <a:pt x="19166" y="72582"/>
                  <a:pt x="19141" y="72582"/>
                  <a:pt x="19141" y="72632"/>
                </a:cubicBezTo>
                <a:cubicBezTo>
                  <a:pt x="19042" y="72657"/>
                  <a:pt x="18967" y="72707"/>
                  <a:pt x="18893" y="72757"/>
                </a:cubicBezTo>
                <a:cubicBezTo>
                  <a:pt x="18868" y="72782"/>
                  <a:pt x="18793" y="72782"/>
                  <a:pt x="18768" y="72806"/>
                </a:cubicBezTo>
                <a:cubicBezTo>
                  <a:pt x="18494" y="72956"/>
                  <a:pt x="18245" y="73080"/>
                  <a:pt x="17996" y="73254"/>
                </a:cubicBezTo>
                <a:cubicBezTo>
                  <a:pt x="17922" y="73279"/>
                  <a:pt x="17872" y="73304"/>
                  <a:pt x="17772" y="73379"/>
                </a:cubicBezTo>
                <a:cubicBezTo>
                  <a:pt x="17524" y="73528"/>
                  <a:pt x="17299" y="73653"/>
                  <a:pt x="17100" y="73802"/>
                </a:cubicBezTo>
                <a:lnTo>
                  <a:pt x="16802" y="74001"/>
                </a:lnTo>
                <a:cubicBezTo>
                  <a:pt x="16578" y="74126"/>
                  <a:pt x="16403" y="74275"/>
                  <a:pt x="16179" y="74424"/>
                </a:cubicBezTo>
                <a:cubicBezTo>
                  <a:pt x="16055" y="74524"/>
                  <a:pt x="15955" y="74574"/>
                  <a:pt x="15856" y="74673"/>
                </a:cubicBezTo>
                <a:cubicBezTo>
                  <a:pt x="15657" y="74798"/>
                  <a:pt x="15507" y="74947"/>
                  <a:pt x="15308" y="75071"/>
                </a:cubicBezTo>
                <a:cubicBezTo>
                  <a:pt x="15184" y="75171"/>
                  <a:pt x="15059" y="75271"/>
                  <a:pt x="14910" y="75395"/>
                </a:cubicBezTo>
                <a:lnTo>
                  <a:pt x="14437" y="75768"/>
                </a:lnTo>
                <a:cubicBezTo>
                  <a:pt x="14288" y="75893"/>
                  <a:pt x="14163" y="76017"/>
                  <a:pt x="14014" y="76142"/>
                </a:cubicBezTo>
                <a:cubicBezTo>
                  <a:pt x="13889" y="76266"/>
                  <a:pt x="13715" y="76391"/>
                  <a:pt x="13616" y="76515"/>
                </a:cubicBezTo>
                <a:cubicBezTo>
                  <a:pt x="13541" y="76565"/>
                  <a:pt x="13441" y="76640"/>
                  <a:pt x="13392" y="76714"/>
                </a:cubicBezTo>
                <a:lnTo>
                  <a:pt x="13367" y="76714"/>
                </a:lnTo>
                <a:cubicBezTo>
                  <a:pt x="13367" y="76714"/>
                  <a:pt x="13317" y="76714"/>
                  <a:pt x="13317" y="76689"/>
                </a:cubicBezTo>
                <a:cubicBezTo>
                  <a:pt x="13392" y="76640"/>
                  <a:pt x="13491" y="76565"/>
                  <a:pt x="13541" y="76465"/>
                </a:cubicBezTo>
                <a:cubicBezTo>
                  <a:pt x="13690" y="76366"/>
                  <a:pt x="13815" y="76216"/>
                  <a:pt x="13989" y="76067"/>
                </a:cubicBezTo>
                <a:cubicBezTo>
                  <a:pt x="14138" y="75943"/>
                  <a:pt x="14288" y="75818"/>
                  <a:pt x="14412" y="75694"/>
                </a:cubicBezTo>
                <a:cubicBezTo>
                  <a:pt x="14561" y="75569"/>
                  <a:pt x="14736" y="75445"/>
                  <a:pt x="14860" y="75320"/>
                </a:cubicBezTo>
                <a:cubicBezTo>
                  <a:pt x="15010" y="75196"/>
                  <a:pt x="15134" y="75121"/>
                  <a:pt x="15283" y="74997"/>
                </a:cubicBezTo>
                <a:cubicBezTo>
                  <a:pt x="15433" y="74847"/>
                  <a:pt x="15607" y="74723"/>
                  <a:pt x="15781" y="74623"/>
                </a:cubicBezTo>
                <a:cubicBezTo>
                  <a:pt x="15906" y="74524"/>
                  <a:pt x="16055" y="74424"/>
                  <a:pt x="16179" y="74325"/>
                </a:cubicBezTo>
                <a:cubicBezTo>
                  <a:pt x="16379" y="74200"/>
                  <a:pt x="16553" y="74076"/>
                  <a:pt x="16727" y="73951"/>
                </a:cubicBezTo>
                <a:cubicBezTo>
                  <a:pt x="16851" y="73877"/>
                  <a:pt x="16976" y="73802"/>
                  <a:pt x="17100" y="73752"/>
                </a:cubicBezTo>
                <a:cubicBezTo>
                  <a:pt x="17275" y="73628"/>
                  <a:pt x="17499" y="73503"/>
                  <a:pt x="17673" y="73379"/>
                </a:cubicBezTo>
                <a:cubicBezTo>
                  <a:pt x="17772" y="73304"/>
                  <a:pt x="17897" y="73254"/>
                  <a:pt x="17996" y="73180"/>
                </a:cubicBezTo>
                <a:cubicBezTo>
                  <a:pt x="18220" y="73055"/>
                  <a:pt x="18420" y="72931"/>
                  <a:pt x="18668" y="72806"/>
                </a:cubicBezTo>
                <a:cubicBezTo>
                  <a:pt x="18768" y="72757"/>
                  <a:pt x="18868" y="72707"/>
                  <a:pt x="18967" y="72682"/>
                </a:cubicBezTo>
                <a:cubicBezTo>
                  <a:pt x="19042" y="72582"/>
                  <a:pt x="19117" y="72557"/>
                  <a:pt x="19166" y="72557"/>
                </a:cubicBezTo>
                <a:close/>
                <a:moveTo>
                  <a:pt x="80747" y="71089"/>
                </a:moveTo>
                <a:cubicBezTo>
                  <a:pt x="83361" y="73155"/>
                  <a:pt x="85999" y="75047"/>
                  <a:pt x="88538" y="76665"/>
                </a:cubicBezTo>
                <a:cubicBezTo>
                  <a:pt x="88538" y="76689"/>
                  <a:pt x="88488" y="76689"/>
                  <a:pt x="88488" y="76714"/>
                </a:cubicBezTo>
                <a:cubicBezTo>
                  <a:pt x="85974" y="75121"/>
                  <a:pt x="83336" y="73205"/>
                  <a:pt x="80722" y="71139"/>
                </a:cubicBezTo>
                <a:lnTo>
                  <a:pt x="80747" y="71089"/>
                </a:lnTo>
                <a:close/>
                <a:moveTo>
                  <a:pt x="88687" y="76764"/>
                </a:moveTo>
                <a:cubicBezTo>
                  <a:pt x="88712" y="76764"/>
                  <a:pt x="88712" y="76789"/>
                  <a:pt x="88737" y="76789"/>
                </a:cubicBezTo>
                <a:cubicBezTo>
                  <a:pt x="88737" y="76814"/>
                  <a:pt x="88712" y="76814"/>
                  <a:pt x="88712" y="76864"/>
                </a:cubicBezTo>
                <a:cubicBezTo>
                  <a:pt x="88687" y="76864"/>
                  <a:pt x="88687" y="76814"/>
                  <a:pt x="88662" y="76814"/>
                </a:cubicBezTo>
                <a:cubicBezTo>
                  <a:pt x="88662" y="76789"/>
                  <a:pt x="88687" y="76789"/>
                  <a:pt x="88687" y="76764"/>
                </a:cubicBezTo>
                <a:close/>
                <a:moveTo>
                  <a:pt x="99191" y="76814"/>
                </a:moveTo>
                <a:cubicBezTo>
                  <a:pt x="99191" y="76814"/>
                  <a:pt x="99191" y="76864"/>
                  <a:pt x="99241" y="76864"/>
                </a:cubicBezTo>
                <a:cubicBezTo>
                  <a:pt x="99241" y="76864"/>
                  <a:pt x="99191" y="76889"/>
                  <a:pt x="99191" y="76913"/>
                </a:cubicBezTo>
                <a:lnTo>
                  <a:pt x="99166" y="76889"/>
                </a:lnTo>
                <a:cubicBezTo>
                  <a:pt x="99166" y="76839"/>
                  <a:pt x="99191" y="76839"/>
                  <a:pt x="99191" y="76814"/>
                </a:cubicBezTo>
                <a:close/>
                <a:moveTo>
                  <a:pt x="44033" y="76889"/>
                </a:moveTo>
                <a:cubicBezTo>
                  <a:pt x="44033" y="76889"/>
                  <a:pt x="44057" y="76889"/>
                  <a:pt x="44057" y="76913"/>
                </a:cubicBezTo>
                <a:cubicBezTo>
                  <a:pt x="44057" y="76938"/>
                  <a:pt x="44033" y="76988"/>
                  <a:pt x="44033" y="77013"/>
                </a:cubicBezTo>
                <a:lnTo>
                  <a:pt x="44033" y="76889"/>
                </a:lnTo>
                <a:close/>
                <a:moveTo>
                  <a:pt x="93392" y="70417"/>
                </a:moveTo>
                <a:cubicBezTo>
                  <a:pt x="93715" y="70765"/>
                  <a:pt x="94064" y="71089"/>
                  <a:pt x="94387" y="71437"/>
                </a:cubicBezTo>
                <a:cubicBezTo>
                  <a:pt x="93317" y="72757"/>
                  <a:pt x="92222" y="74076"/>
                  <a:pt x="91102" y="75370"/>
                </a:cubicBezTo>
                <a:cubicBezTo>
                  <a:pt x="91077" y="75395"/>
                  <a:pt x="91077" y="75420"/>
                  <a:pt x="91052" y="75420"/>
                </a:cubicBezTo>
                <a:cubicBezTo>
                  <a:pt x="90579" y="76017"/>
                  <a:pt x="90081" y="76565"/>
                  <a:pt x="89583" y="77113"/>
                </a:cubicBezTo>
                <a:lnTo>
                  <a:pt x="89036" y="76739"/>
                </a:lnTo>
                <a:cubicBezTo>
                  <a:pt x="90678" y="74648"/>
                  <a:pt x="92147" y="72533"/>
                  <a:pt x="93392" y="70417"/>
                </a:cubicBezTo>
                <a:close/>
                <a:moveTo>
                  <a:pt x="48214" y="73578"/>
                </a:moveTo>
                <a:cubicBezTo>
                  <a:pt x="49583" y="74325"/>
                  <a:pt x="50902" y="75345"/>
                  <a:pt x="52197" y="76640"/>
                </a:cubicBezTo>
                <a:cubicBezTo>
                  <a:pt x="52097" y="76665"/>
                  <a:pt x="51998" y="76665"/>
                  <a:pt x="51898" y="76689"/>
                </a:cubicBezTo>
                <a:cubicBezTo>
                  <a:pt x="51774" y="76714"/>
                  <a:pt x="51624" y="76764"/>
                  <a:pt x="51500" y="76789"/>
                </a:cubicBezTo>
                <a:cubicBezTo>
                  <a:pt x="51475" y="76789"/>
                  <a:pt x="51400" y="76814"/>
                  <a:pt x="51375" y="76814"/>
                </a:cubicBezTo>
                <a:cubicBezTo>
                  <a:pt x="51251" y="76864"/>
                  <a:pt x="51127" y="76864"/>
                  <a:pt x="51002" y="76889"/>
                </a:cubicBezTo>
                <a:cubicBezTo>
                  <a:pt x="50952" y="76889"/>
                  <a:pt x="50878" y="76913"/>
                  <a:pt x="50828" y="76913"/>
                </a:cubicBezTo>
                <a:cubicBezTo>
                  <a:pt x="50728" y="76938"/>
                  <a:pt x="50629" y="76938"/>
                  <a:pt x="50504" y="76988"/>
                </a:cubicBezTo>
                <a:cubicBezTo>
                  <a:pt x="50380" y="77013"/>
                  <a:pt x="50230" y="77013"/>
                  <a:pt x="50106" y="77038"/>
                </a:cubicBezTo>
                <a:lnTo>
                  <a:pt x="50006" y="77038"/>
                </a:lnTo>
                <a:cubicBezTo>
                  <a:pt x="49882" y="77063"/>
                  <a:pt x="49758" y="77063"/>
                  <a:pt x="49658" y="77088"/>
                </a:cubicBezTo>
                <a:cubicBezTo>
                  <a:pt x="49509" y="77137"/>
                  <a:pt x="49334" y="77137"/>
                  <a:pt x="49160" y="77137"/>
                </a:cubicBezTo>
                <a:lnTo>
                  <a:pt x="49061" y="77137"/>
                </a:lnTo>
                <a:cubicBezTo>
                  <a:pt x="49011" y="77137"/>
                  <a:pt x="48911" y="77137"/>
                  <a:pt x="48861" y="77162"/>
                </a:cubicBezTo>
                <a:cubicBezTo>
                  <a:pt x="48588" y="77162"/>
                  <a:pt x="48339" y="77187"/>
                  <a:pt x="48040" y="77187"/>
                </a:cubicBezTo>
                <a:cubicBezTo>
                  <a:pt x="47642" y="77187"/>
                  <a:pt x="47244" y="77162"/>
                  <a:pt x="46870" y="77137"/>
                </a:cubicBezTo>
                <a:cubicBezTo>
                  <a:pt x="46771" y="77137"/>
                  <a:pt x="46671" y="77113"/>
                  <a:pt x="46571" y="77113"/>
                </a:cubicBezTo>
                <a:cubicBezTo>
                  <a:pt x="46497" y="77113"/>
                  <a:pt x="46422" y="77063"/>
                  <a:pt x="46323" y="77063"/>
                </a:cubicBezTo>
                <a:cubicBezTo>
                  <a:pt x="46074" y="77038"/>
                  <a:pt x="45874" y="77013"/>
                  <a:pt x="45626" y="76938"/>
                </a:cubicBezTo>
                <a:cubicBezTo>
                  <a:pt x="45576" y="76938"/>
                  <a:pt x="45526" y="76913"/>
                  <a:pt x="45501" y="76913"/>
                </a:cubicBezTo>
                <a:cubicBezTo>
                  <a:pt x="45327" y="76889"/>
                  <a:pt x="45202" y="76814"/>
                  <a:pt x="45053" y="76789"/>
                </a:cubicBezTo>
                <a:cubicBezTo>
                  <a:pt x="45028" y="76789"/>
                  <a:pt x="45003" y="76764"/>
                  <a:pt x="44929" y="76764"/>
                </a:cubicBezTo>
                <a:cubicBezTo>
                  <a:pt x="44954" y="76640"/>
                  <a:pt x="45028" y="76490"/>
                  <a:pt x="45053" y="76366"/>
                </a:cubicBezTo>
                <a:cubicBezTo>
                  <a:pt x="45178" y="75893"/>
                  <a:pt x="45352" y="75495"/>
                  <a:pt x="45476" y="75146"/>
                </a:cubicBezTo>
                <a:cubicBezTo>
                  <a:pt x="45601" y="75071"/>
                  <a:pt x="45675" y="75022"/>
                  <a:pt x="45800" y="74947"/>
                </a:cubicBezTo>
                <a:lnTo>
                  <a:pt x="45999" y="74872"/>
                </a:lnTo>
                <a:cubicBezTo>
                  <a:pt x="46049" y="74823"/>
                  <a:pt x="46099" y="74798"/>
                  <a:pt x="46148" y="74773"/>
                </a:cubicBezTo>
                <a:cubicBezTo>
                  <a:pt x="46522" y="74549"/>
                  <a:pt x="46870" y="74375"/>
                  <a:pt x="47244" y="74151"/>
                </a:cubicBezTo>
                <a:cubicBezTo>
                  <a:pt x="47492" y="74001"/>
                  <a:pt x="47741" y="73827"/>
                  <a:pt x="47990" y="73702"/>
                </a:cubicBezTo>
                <a:cubicBezTo>
                  <a:pt x="48040" y="73678"/>
                  <a:pt x="48115" y="73603"/>
                  <a:pt x="48214" y="73578"/>
                </a:cubicBezTo>
                <a:close/>
                <a:moveTo>
                  <a:pt x="94537" y="71587"/>
                </a:moveTo>
                <a:lnTo>
                  <a:pt x="94562" y="71637"/>
                </a:lnTo>
                <a:cubicBezTo>
                  <a:pt x="94213" y="72035"/>
                  <a:pt x="93914" y="72458"/>
                  <a:pt x="93566" y="72881"/>
                </a:cubicBezTo>
                <a:lnTo>
                  <a:pt x="93093" y="73429"/>
                </a:lnTo>
                <a:cubicBezTo>
                  <a:pt x="92545" y="74076"/>
                  <a:pt x="91973" y="74773"/>
                  <a:pt x="91425" y="75420"/>
                </a:cubicBezTo>
                <a:cubicBezTo>
                  <a:pt x="91176" y="75694"/>
                  <a:pt x="90952" y="75943"/>
                  <a:pt x="90703" y="76241"/>
                </a:cubicBezTo>
                <a:cubicBezTo>
                  <a:pt x="90405" y="76565"/>
                  <a:pt x="90106" y="76913"/>
                  <a:pt x="89807" y="77237"/>
                </a:cubicBezTo>
                <a:cubicBezTo>
                  <a:pt x="89782" y="77237"/>
                  <a:pt x="89782" y="77187"/>
                  <a:pt x="89733" y="77187"/>
                </a:cubicBezTo>
                <a:cubicBezTo>
                  <a:pt x="91425" y="75370"/>
                  <a:pt x="93018" y="73503"/>
                  <a:pt x="94537" y="71587"/>
                </a:cubicBezTo>
                <a:close/>
                <a:moveTo>
                  <a:pt x="43560" y="76689"/>
                </a:moveTo>
                <a:cubicBezTo>
                  <a:pt x="43609" y="76689"/>
                  <a:pt x="43609" y="76739"/>
                  <a:pt x="43634" y="76739"/>
                </a:cubicBezTo>
                <a:cubicBezTo>
                  <a:pt x="43684" y="76764"/>
                  <a:pt x="43784" y="76789"/>
                  <a:pt x="43833" y="76814"/>
                </a:cubicBezTo>
                <a:cubicBezTo>
                  <a:pt x="43858" y="76938"/>
                  <a:pt x="43858" y="77113"/>
                  <a:pt x="43809" y="77262"/>
                </a:cubicBezTo>
                <a:cubicBezTo>
                  <a:pt x="43784" y="77237"/>
                  <a:pt x="43784" y="77187"/>
                  <a:pt x="43759" y="77187"/>
                </a:cubicBezTo>
                <a:cubicBezTo>
                  <a:pt x="43734" y="77162"/>
                  <a:pt x="43684" y="77113"/>
                  <a:pt x="43659" y="77063"/>
                </a:cubicBezTo>
                <a:cubicBezTo>
                  <a:pt x="43634" y="76938"/>
                  <a:pt x="43560" y="76814"/>
                  <a:pt x="43535" y="76739"/>
                </a:cubicBezTo>
                <a:lnTo>
                  <a:pt x="43560" y="76739"/>
                </a:lnTo>
                <a:lnTo>
                  <a:pt x="43560" y="76689"/>
                </a:lnTo>
                <a:close/>
                <a:moveTo>
                  <a:pt x="88911" y="76889"/>
                </a:moveTo>
                <a:cubicBezTo>
                  <a:pt x="89085" y="77013"/>
                  <a:pt x="89285" y="77137"/>
                  <a:pt x="89459" y="77237"/>
                </a:cubicBezTo>
                <a:cubicBezTo>
                  <a:pt x="89459" y="77262"/>
                  <a:pt x="89434" y="77262"/>
                  <a:pt x="89434" y="77287"/>
                </a:cubicBezTo>
                <a:cubicBezTo>
                  <a:pt x="89235" y="77162"/>
                  <a:pt x="89061" y="77063"/>
                  <a:pt x="88861" y="76938"/>
                </a:cubicBezTo>
                <a:cubicBezTo>
                  <a:pt x="88861" y="76913"/>
                  <a:pt x="88911" y="76913"/>
                  <a:pt x="88911" y="76889"/>
                </a:cubicBezTo>
                <a:close/>
                <a:moveTo>
                  <a:pt x="110243" y="61357"/>
                </a:moveTo>
                <a:lnTo>
                  <a:pt x="110243" y="61357"/>
                </a:lnTo>
                <a:cubicBezTo>
                  <a:pt x="107455" y="66683"/>
                  <a:pt x="103896" y="72060"/>
                  <a:pt x="99739" y="77312"/>
                </a:cubicBezTo>
                <a:cubicBezTo>
                  <a:pt x="99639" y="77162"/>
                  <a:pt x="99540" y="77038"/>
                  <a:pt x="99440" y="76889"/>
                </a:cubicBezTo>
                <a:cubicBezTo>
                  <a:pt x="100361" y="75619"/>
                  <a:pt x="101232" y="74300"/>
                  <a:pt x="102004" y="73006"/>
                </a:cubicBezTo>
                <a:cubicBezTo>
                  <a:pt x="104169" y="69446"/>
                  <a:pt x="105862" y="65961"/>
                  <a:pt x="107107" y="62601"/>
                </a:cubicBezTo>
                <a:cubicBezTo>
                  <a:pt x="108252" y="62253"/>
                  <a:pt x="109322" y="61854"/>
                  <a:pt x="110243" y="61357"/>
                </a:cubicBezTo>
                <a:close/>
                <a:moveTo>
                  <a:pt x="52272" y="76764"/>
                </a:moveTo>
                <a:lnTo>
                  <a:pt x="52296" y="76789"/>
                </a:lnTo>
                <a:lnTo>
                  <a:pt x="52272" y="76789"/>
                </a:lnTo>
                <a:cubicBezTo>
                  <a:pt x="52023" y="76839"/>
                  <a:pt x="51749" y="76913"/>
                  <a:pt x="51500" y="76988"/>
                </a:cubicBezTo>
                <a:cubicBezTo>
                  <a:pt x="51425" y="76988"/>
                  <a:pt x="51400" y="77013"/>
                  <a:pt x="51351" y="77013"/>
                </a:cubicBezTo>
                <a:cubicBezTo>
                  <a:pt x="51102" y="77063"/>
                  <a:pt x="50853" y="77113"/>
                  <a:pt x="50554" y="77162"/>
                </a:cubicBezTo>
                <a:cubicBezTo>
                  <a:pt x="50529" y="77162"/>
                  <a:pt x="50479" y="77187"/>
                  <a:pt x="50430" y="77187"/>
                </a:cubicBezTo>
                <a:cubicBezTo>
                  <a:pt x="50056" y="77262"/>
                  <a:pt x="49683" y="77287"/>
                  <a:pt x="49309" y="77312"/>
                </a:cubicBezTo>
                <a:cubicBezTo>
                  <a:pt x="49235" y="77312"/>
                  <a:pt x="49135" y="77361"/>
                  <a:pt x="49036" y="77361"/>
                </a:cubicBezTo>
                <a:cubicBezTo>
                  <a:pt x="48662" y="77386"/>
                  <a:pt x="48289" y="77411"/>
                  <a:pt x="47940" y="77411"/>
                </a:cubicBezTo>
                <a:lnTo>
                  <a:pt x="47916" y="77411"/>
                </a:lnTo>
                <a:cubicBezTo>
                  <a:pt x="47542" y="77411"/>
                  <a:pt x="47169" y="77386"/>
                  <a:pt x="46795" y="77361"/>
                </a:cubicBezTo>
                <a:lnTo>
                  <a:pt x="46696" y="77361"/>
                </a:lnTo>
                <a:cubicBezTo>
                  <a:pt x="46621" y="77361"/>
                  <a:pt x="46522" y="77312"/>
                  <a:pt x="46422" y="77312"/>
                </a:cubicBezTo>
                <a:cubicBezTo>
                  <a:pt x="46372" y="77312"/>
                  <a:pt x="46298" y="77287"/>
                  <a:pt x="46248" y="77287"/>
                </a:cubicBezTo>
                <a:cubicBezTo>
                  <a:pt x="45924" y="77262"/>
                  <a:pt x="45626" y="77187"/>
                  <a:pt x="45327" y="77137"/>
                </a:cubicBezTo>
                <a:cubicBezTo>
                  <a:pt x="45202" y="77088"/>
                  <a:pt x="45053" y="77038"/>
                  <a:pt x="44929" y="77013"/>
                </a:cubicBezTo>
                <a:lnTo>
                  <a:pt x="44904" y="77013"/>
                </a:lnTo>
                <a:lnTo>
                  <a:pt x="44879" y="76988"/>
                </a:lnTo>
                <a:lnTo>
                  <a:pt x="44829" y="76938"/>
                </a:lnTo>
                <a:lnTo>
                  <a:pt x="45003" y="76938"/>
                </a:lnTo>
                <a:cubicBezTo>
                  <a:pt x="45053" y="76988"/>
                  <a:pt x="45128" y="76988"/>
                  <a:pt x="45227" y="77013"/>
                </a:cubicBezTo>
                <a:cubicBezTo>
                  <a:pt x="45252" y="77013"/>
                  <a:pt x="45302" y="77038"/>
                  <a:pt x="45352" y="77038"/>
                </a:cubicBezTo>
                <a:lnTo>
                  <a:pt x="45402" y="77038"/>
                </a:lnTo>
                <a:cubicBezTo>
                  <a:pt x="45501" y="77063"/>
                  <a:pt x="45601" y="77063"/>
                  <a:pt x="45650" y="77113"/>
                </a:cubicBezTo>
                <a:cubicBezTo>
                  <a:pt x="45725" y="77113"/>
                  <a:pt x="45775" y="77137"/>
                  <a:pt x="45850" y="77137"/>
                </a:cubicBezTo>
                <a:cubicBezTo>
                  <a:pt x="45974" y="77162"/>
                  <a:pt x="46049" y="77187"/>
                  <a:pt x="46173" y="77187"/>
                </a:cubicBezTo>
                <a:cubicBezTo>
                  <a:pt x="46273" y="77187"/>
                  <a:pt x="46372" y="77237"/>
                  <a:pt x="46472" y="77237"/>
                </a:cubicBezTo>
                <a:cubicBezTo>
                  <a:pt x="46522" y="77237"/>
                  <a:pt x="46596" y="77262"/>
                  <a:pt x="46646" y="77262"/>
                </a:cubicBezTo>
                <a:lnTo>
                  <a:pt x="46845" y="77262"/>
                </a:lnTo>
                <a:cubicBezTo>
                  <a:pt x="46920" y="77262"/>
                  <a:pt x="46995" y="77287"/>
                  <a:pt x="47094" y="77287"/>
                </a:cubicBezTo>
                <a:cubicBezTo>
                  <a:pt x="47393" y="77312"/>
                  <a:pt x="47716" y="77312"/>
                  <a:pt x="48015" y="77312"/>
                </a:cubicBezTo>
                <a:cubicBezTo>
                  <a:pt x="48289" y="77312"/>
                  <a:pt x="48538" y="77312"/>
                  <a:pt x="48837" y="77287"/>
                </a:cubicBezTo>
                <a:lnTo>
                  <a:pt x="48961" y="77287"/>
                </a:lnTo>
                <a:cubicBezTo>
                  <a:pt x="49011" y="77287"/>
                  <a:pt x="49085" y="77287"/>
                  <a:pt x="49135" y="77262"/>
                </a:cubicBezTo>
                <a:lnTo>
                  <a:pt x="49235" y="77262"/>
                </a:lnTo>
                <a:cubicBezTo>
                  <a:pt x="49359" y="77262"/>
                  <a:pt x="49509" y="77237"/>
                  <a:pt x="49633" y="77237"/>
                </a:cubicBezTo>
                <a:cubicBezTo>
                  <a:pt x="49832" y="77187"/>
                  <a:pt x="49982" y="77162"/>
                  <a:pt x="50156" y="77162"/>
                </a:cubicBezTo>
                <a:lnTo>
                  <a:pt x="50230" y="77162"/>
                </a:lnTo>
                <a:cubicBezTo>
                  <a:pt x="50280" y="77162"/>
                  <a:pt x="50380" y="77137"/>
                  <a:pt x="50430" y="77137"/>
                </a:cubicBezTo>
                <a:cubicBezTo>
                  <a:pt x="50479" y="77137"/>
                  <a:pt x="50529" y="77137"/>
                  <a:pt x="50554" y="77113"/>
                </a:cubicBezTo>
                <a:cubicBezTo>
                  <a:pt x="50629" y="77113"/>
                  <a:pt x="50678" y="77063"/>
                  <a:pt x="50753" y="77063"/>
                </a:cubicBezTo>
                <a:lnTo>
                  <a:pt x="50778" y="77063"/>
                </a:lnTo>
                <a:cubicBezTo>
                  <a:pt x="50878" y="77038"/>
                  <a:pt x="50977" y="77038"/>
                  <a:pt x="51052" y="77013"/>
                </a:cubicBezTo>
                <a:lnTo>
                  <a:pt x="51127" y="77013"/>
                </a:lnTo>
                <a:cubicBezTo>
                  <a:pt x="51176" y="77013"/>
                  <a:pt x="51226" y="76988"/>
                  <a:pt x="51276" y="76988"/>
                </a:cubicBezTo>
                <a:cubicBezTo>
                  <a:pt x="51500" y="76938"/>
                  <a:pt x="51724" y="76889"/>
                  <a:pt x="51923" y="76814"/>
                </a:cubicBezTo>
                <a:lnTo>
                  <a:pt x="52023" y="76814"/>
                </a:lnTo>
                <a:cubicBezTo>
                  <a:pt x="52097" y="76814"/>
                  <a:pt x="52122" y="76789"/>
                  <a:pt x="52172" y="76789"/>
                </a:cubicBezTo>
                <a:cubicBezTo>
                  <a:pt x="52222" y="76789"/>
                  <a:pt x="52247" y="76789"/>
                  <a:pt x="52272" y="76764"/>
                </a:cubicBezTo>
                <a:close/>
                <a:moveTo>
                  <a:pt x="89608" y="77337"/>
                </a:moveTo>
                <a:cubicBezTo>
                  <a:pt x="89658" y="77337"/>
                  <a:pt x="89683" y="77337"/>
                  <a:pt x="89683" y="77386"/>
                </a:cubicBezTo>
                <a:cubicBezTo>
                  <a:pt x="89633" y="77411"/>
                  <a:pt x="89633" y="77411"/>
                  <a:pt x="89633" y="77436"/>
                </a:cubicBezTo>
                <a:cubicBezTo>
                  <a:pt x="89608" y="77436"/>
                  <a:pt x="89608" y="77411"/>
                  <a:pt x="89583" y="77411"/>
                </a:cubicBezTo>
                <a:cubicBezTo>
                  <a:pt x="89583" y="77386"/>
                  <a:pt x="89608" y="77386"/>
                  <a:pt x="89608" y="77337"/>
                </a:cubicBezTo>
                <a:close/>
                <a:moveTo>
                  <a:pt x="44057" y="77386"/>
                </a:moveTo>
                <a:lnTo>
                  <a:pt x="44057" y="77486"/>
                </a:lnTo>
                <a:cubicBezTo>
                  <a:pt x="44033" y="77511"/>
                  <a:pt x="44033" y="77536"/>
                  <a:pt x="44008" y="77536"/>
                </a:cubicBezTo>
                <a:cubicBezTo>
                  <a:pt x="44033" y="77486"/>
                  <a:pt x="44057" y="77436"/>
                  <a:pt x="44057" y="77386"/>
                </a:cubicBezTo>
                <a:close/>
                <a:moveTo>
                  <a:pt x="99316" y="77038"/>
                </a:moveTo>
                <a:cubicBezTo>
                  <a:pt x="99415" y="77187"/>
                  <a:pt x="99515" y="77312"/>
                  <a:pt x="99614" y="77486"/>
                </a:cubicBezTo>
                <a:lnTo>
                  <a:pt x="99540" y="77536"/>
                </a:lnTo>
                <a:cubicBezTo>
                  <a:pt x="99490" y="77386"/>
                  <a:pt x="99390" y="77237"/>
                  <a:pt x="99291" y="77113"/>
                </a:cubicBezTo>
                <a:cubicBezTo>
                  <a:pt x="99291" y="77063"/>
                  <a:pt x="99316" y="77063"/>
                  <a:pt x="99316" y="77038"/>
                </a:cubicBezTo>
                <a:close/>
                <a:moveTo>
                  <a:pt x="110616" y="61108"/>
                </a:moveTo>
                <a:lnTo>
                  <a:pt x="110616" y="61108"/>
                </a:lnTo>
                <a:cubicBezTo>
                  <a:pt x="107754" y="66609"/>
                  <a:pt x="104120" y="72159"/>
                  <a:pt x="99863" y="77536"/>
                </a:cubicBezTo>
                <a:cubicBezTo>
                  <a:pt x="99863" y="77511"/>
                  <a:pt x="99814" y="77511"/>
                  <a:pt x="99814" y="77486"/>
                </a:cubicBezTo>
                <a:cubicBezTo>
                  <a:pt x="104095" y="72134"/>
                  <a:pt x="107704" y="66609"/>
                  <a:pt x="110517" y="61182"/>
                </a:cubicBezTo>
                <a:cubicBezTo>
                  <a:pt x="110567" y="61133"/>
                  <a:pt x="110591" y="61133"/>
                  <a:pt x="110616" y="61108"/>
                </a:cubicBezTo>
                <a:close/>
                <a:moveTo>
                  <a:pt x="40896" y="74549"/>
                </a:moveTo>
                <a:cubicBezTo>
                  <a:pt x="40946" y="74574"/>
                  <a:pt x="40996" y="74648"/>
                  <a:pt x="41046" y="74673"/>
                </a:cubicBezTo>
                <a:cubicBezTo>
                  <a:pt x="41270" y="74897"/>
                  <a:pt x="41519" y="75071"/>
                  <a:pt x="41743" y="75295"/>
                </a:cubicBezTo>
                <a:lnTo>
                  <a:pt x="41767" y="75320"/>
                </a:lnTo>
                <a:cubicBezTo>
                  <a:pt x="41892" y="75445"/>
                  <a:pt x="42016" y="75619"/>
                  <a:pt x="42091" y="75744"/>
                </a:cubicBezTo>
                <a:cubicBezTo>
                  <a:pt x="42240" y="75893"/>
                  <a:pt x="42365" y="76042"/>
                  <a:pt x="42440" y="76192"/>
                </a:cubicBezTo>
                <a:cubicBezTo>
                  <a:pt x="41419" y="76689"/>
                  <a:pt x="40398" y="77162"/>
                  <a:pt x="39403" y="77561"/>
                </a:cubicBezTo>
                <a:cubicBezTo>
                  <a:pt x="39876" y="76565"/>
                  <a:pt x="40349" y="75569"/>
                  <a:pt x="40896" y="74549"/>
                </a:cubicBezTo>
                <a:close/>
                <a:moveTo>
                  <a:pt x="99739" y="77610"/>
                </a:moveTo>
                <a:cubicBezTo>
                  <a:pt x="99739" y="77635"/>
                  <a:pt x="99739" y="77660"/>
                  <a:pt x="99764" y="77660"/>
                </a:cubicBezTo>
                <a:lnTo>
                  <a:pt x="99689" y="77710"/>
                </a:lnTo>
                <a:cubicBezTo>
                  <a:pt x="99689" y="77685"/>
                  <a:pt x="99664" y="77685"/>
                  <a:pt x="99664" y="77660"/>
                </a:cubicBezTo>
                <a:lnTo>
                  <a:pt x="99739" y="77610"/>
                </a:lnTo>
                <a:close/>
                <a:moveTo>
                  <a:pt x="40747" y="74424"/>
                </a:moveTo>
                <a:lnTo>
                  <a:pt x="40772" y="74449"/>
                </a:lnTo>
                <a:cubicBezTo>
                  <a:pt x="40174" y="75544"/>
                  <a:pt x="39652" y="76640"/>
                  <a:pt x="39154" y="77685"/>
                </a:cubicBezTo>
                <a:cubicBezTo>
                  <a:pt x="39129" y="77685"/>
                  <a:pt x="39129" y="77685"/>
                  <a:pt x="39079" y="77735"/>
                </a:cubicBezTo>
                <a:cubicBezTo>
                  <a:pt x="39577" y="76615"/>
                  <a:pt x="40150" y="75520"/>
                  <a:pt x="40747" y="74424"/>
                </a:cubicBezTo>
                <a:close/>
                <a:moveTo>
                  <a:pt x="42614" y="76366"/>
                </a:moveTo>
                <a:lnTo>
                  <a:pt x="42614" y="76391"/>
                </a:lnTo>
                <a:lnTo>
                  <a:pt x="42639" y="76416"/>
                </a:lnTo>
                <a:cubicBezTo>
                  <a:pt x="41494" y="76938"/>
                  <a:pt x="40374" y="77436"/>
                  <a:pt x="39278" y="77884"/>
                </a:cubicBezTo>
                <a:cubicBezTo>
                  <a:pt x="39278" y="77859"/>
                  <a:pt x="39278" y="77859"/>
                  <a:pt x="39303" y="77859"/>
                </a:cubicBezTo>
                <a:cubicBezTo>
                  <a:pt x="40398" y="77386"/>
                  <a:pt x="41494" y="76889"/>
                  <a:pt x="42614" y="76366"/>
                </a:cubicBezTo>
                <a:close/>
                <a:moveTo>
                  <a:pt x="62477" y="72085"/>
                </a:moveTo>
                <a:cubicBezTo>
                  <a:pt x="62651" y="72259"/>
                  <a:pt x="62800" y="72433"/>
                  <a:pt x="62950" y="72582"/>
                </a:cubicBezTo>
                <a:cubicBezTo>
                  <a:pt x="60734" y="74449"/>
                  <a:pt x="58445" y="76266"/>
                  <a:pt x="56055" y="77984"/>
                </a:cubicBezTo>
                <a:cubicBezTo>
                  <a:pt x="55856" y="77287"/>
                  <a:pt x="55557" y="76665"/>
                  <a:pt x="55234" y="76067"/>
                </a:cubicBezTo>
                <a:lnTo>
                  <a:pt x="55706" y="75893"/>
                </a:lnTo>
                <a:cubicBezTo>
                  <a:pt x="55756" y="75868"/>
                  <a:pt x="55831" y="75818"/>
                  <a:pt x="55906" y="75793"/>
                </a:cubicBezTo>
                <a:cubicBezTo>
                  <a:pt x="56055" y="75744"/>
                  <a:pt x="56204" y="75669"/>
                  <a:pt x="56354" y="75619"/>
                </a:cubicBezTo>
                <a:cubicBezTo>
                  <a:pt x="56403" y="75569"/>
                  <a:pt x="56478" y="75544"/>
                  <a:pt x="56503" y="75544"/>
                </a:cubicBezTo>
                <a:cubicBezTo>
                  <a:pt x="56528" y="75520"/>
                  <a:pt x="56578" y="75520"/>
                  <a:pt x="56603" y="75495"/>
                </a:cubicBezTo>
                <a:cubicBezTo>
                  <a:pt x="56677" y="75445"/>
                  <a:pt x="56752" y="75420"/>
                  <a:pt x="56827" y="75395"/>
                </a:cubicBezTo>
                <a:lnTo>
                  <a:pt x="56851" y="75395"/>
                </a:lnTo>
                <a:cubicBezTo>
                  <a:pt x="56876" y="75370"/>
                  <a:pt x="56951" y="75370"/>
                  <a:pt x="56976" y="75320"/>
                </a:cubicBezTo>
                <a:cubicBezTo>
                  <a:pt x="57100" y="75271"/>
                  <a:pt x="57250" y="75196"/>
                  <a:pt x="57374" y="75121"/>
                </a:cubicBezTo>
                <a:cubicBezTo>
                  <a:pt x="57374" y="75121"/>
                  <a:pt x="57424" y="75121"/>
                  <a:pt x="57424" y="75071"/>
                </a:cubicBezTo>
                <a:cubicBezTo>
                  <a:pt x="57449" y="75071"/>
                  <a:pt x="57474" y="75047"/>
                  <a:pt x="57474" y="75047"/>
                </a:cubicBezTo>
                <a:cubicBezTo>
                  <a:pt x="57573" y="75022"/>
                  <a:pt x="57648" y="74947"/>
                  <a:pt x="57748" y="74922"/>
                </a:cubicBezTo>
                <a:cubicBezTo>
                  <a:pt x="57947" y="74823"/>
                  <a:pt x="58146" y="74698"/>
                  <a:pt x="58345" y="74623"/>
                </a:cubicBezTo>
                <a:cubicBezTo>
                  <a:pt x="58345" y="74623"/>
                  <a:pt x="58370" y="74623"/>
                  <a:pt x="58370" y="74574"/>
                </a:cubicBezTo>
                <a:cubicBezTo>
                  <a:pt x="58469" y="74524"/>
                  <a:pt x="58594" y="74499"/>
                  <a:pt x="58693" y="74424"/>
                </a:cubicBezTo>
                <a:cubicBezTo>
                  <a:pt x="58718" y="74424"/>
                  <a:pt x="58743" y="74399"/>
                  <a:pt x="58743" y="74399"/>
                </a:cubicBezTo>
                <a:cubicBezTo>
                  <a:pt x="58942" y="74300"/>
                  <a:pt x="59092" y="74200"/>
                  <a:pt x="59291" y="74126"/>
                </a:cubicBezTo>
                <a:lnTo>
                  <a:pt x="59316" y="74126"/>
                </a:lnTo>
                <a:cubicBezTo>
                  <a:pt x="59440" y="74051"/>
                  <a:pt x="59540" y="74001"/>
                  <a:pt x="59664" y="73926"/>
                </a:cubicBezTo>
                <a:cubicBezTo>
                  <a:pt x="59838" y="73802"/>
                  <a:pt x="60038" y="73702"/>
                  <a:pt x="60237" y="73578"/>
                </a:cubicBezTo>
                <a:cubicBezTo>
                  <a:pt x="60286" y="73553"/>
                  <a:pt x="60336" y="73528"/>
                  <a:pt x="60361" y="73503"/>
                </a:cubicBezTo>
                <a:cubicBezTo>
                  <a:pt x="60461" y="73429"/>
                  <a:pt x="60560" y="73404"/>
                  <a:pt x="60610" y="73329"/>
                </a:cubicBezTo>
                <a:cubicBezTo>
                  <a:pt x="60809" y="73205"/>
                  <a:pt x="60983" y="73080"/>
                  <a:pt x="61183" y="73006"/>
                </a:cubicBezTo>
                <a:cubicBezTo>
                  <a:pt x="61307" y="72906"/>
                  <a:pt x="61456" y="72806"/>
                  <a:pt x="61581" y="72707"/>
                </a:cubicBezTo>
                <a:lnTo>
                  <a:pt x="62153" y="72333"/>
                </a:lnTo>
                <a:cubicBezTo>
                  <a:pt x="62278" y="72259"/>
                  <a:pt x="62402" y="72184"/>
                  <a:pt x="62477" y="72085"/>
                </a:cubicBezTo>
                <a:close/>
                <a:moveTo>
                  <a:pt x="39029" y="77934"/>
                </a:moveTo>
                <a:lnTo>
                  <a:pt x="39029" y="77959"/>
                </a:lnTo>
                <a:lnTo>
                  <a:pt x="39029" y="78009"/>
                </a:lnTo>
                <a:cubicBezTo>
                  <a:pt x="39017" y="78021"/>
                  <a:pt x="38998" y="78027"/>
                  <a:pt x="38983" y="78027"/>
                </a:cubicBezTo>
                <a:cubicBezTo>
                  <a:pt x="38967" y="78027"/>
                  <a:pt x="38955" y="78021"/>
                  <a:pt x="38955" y="78009"/>
                </a:cubicBezTo>
                <a:cubicBezTo>
                  <a:pt x="38955" y="77959"/>
                  <a:pt x="38955" y="77959"/>
                  <a:pt x="39005" y="77959"/>
                </a:cubicBezTo>
                <a:cubicBezTo>
                  <a:pt x="39005" y="77959"/>
                  <a:pt x="39029" y="77959"/>
                  <a:pt x="39029" y="77934"/>
                </a:cubicBezTo>
                <a:close/>
                <a:moveTo>
                  <a:pt x="55084" y="76142"/>
                </a:moveTo>
                <a:cubicBezTo>
                  <a:pt x="55383" y="76764"/>
                  <a:pt x="55706" y="77386"/>
                  <a:pt x="56055" y="78009"/>
                </a:cubicBezTo>
                <a:lnTo>
                  <a:pt x="56005" y="78034"/>
                </a:lnTo>
                <a:cubicBezTo>
                  <a:pt x="55632" y="77411"/>
                  <a:pt x="55333" y="76789"/>
                  <a:pt x="55010" y="76167"/>
                </a:cubicBezTo>
                <a:cubicBezTo>
                  <a:pt x="55059" y="76167"/>
                  <a:pt x="55059" y="76167"/>
                  <a:pt x="55084" y="76142"/>
                </a:cubicBezTo>
                <a:close/>
                <a:moveTo>
                  <a:pt x="44505" y="77212"/>
                </a:moveTo>
                <a:lnTo>
                  <a:pt x="44530" y="77262"/>
                </a:lnTo>
                <a:lnTo>
                  <a:pt x="44555" y="77287"/>
                </a:lnTo>
                <a:cubicBezTo>
                  <a:pt x="44505" y="77486"/>
                  <a:pt x="44431" y="77760"/>
                  <a:pt x="44381" y="78058"/>
                </a:cubicBezTo>
                <a:lnTo>
                  <a:pt x="44356" y="78034"/>
                </a:lnTo>
                <a:cubicBezTo>
                  <a:pt x="44356" y="78034"/>
                  <a:pt x="44356" y="78009"/>
                  <a:pt x="44306" y="78009"/>
                </a:cubicBezTo>
                <a:cubicBezTo>
                  <a:pt x="44306" y="77934"/>
                  <a:pt x="44356" y="77884"/>
                  <a:pt x="44356" y="77834"/>
                </a:cubicBezTo>
                <a:lnTo>
                  <a:pt x="44431" y="77461"/>
                </a:lnTo>
                <a:cubicBezTo>
                  <a:pt x="44481" y="77386"/>
                  <a:pt x="44481" y="77312"/>
                  <a:pt x="44505" y="77212"/>
                </a:cubicBezTo>
                <a:close/>
                <a:moveTo>
                  <a:pt x="63199" y="72657"/>
                </a:moveTo>
                <a:cubicBezTo>
                  <a:pt x="63199" y="72682"/>
                  <a:pt x="63224" y="72682"/>
                  <a:pt x="63224" y="72707"/>
                </a:cubicBezTo>
                <a:cubicBezTo>
                  <a:pt x="60983" y="74623"/>
                  <a:pt x="58693" y="76416"/>
                  <a:pt x="56304" y="78133"/>
                </a:cubicBezTo>
                <a:cubicBezTo>
                  <a:pt x="56304" y="78083"/>
                  <a:pt x="56254" y="78083"/>
                  <a:pt x="56254" y="78058"/>
                </a:cubicBezTo>
                <a:cubicBezTo>
                  <a:pt x="58669" y="76366"/>
                  <a:pt x="60983" y="74524"/>
                  <a:pt x="63199" y="72657"/>
                </a:cubicBezTo>
                <a:close/>
                <a:moveTo>
                  <a:pt x="3584" y="65936"/>
                </a:moveTo>
                <a:cubicBezTo>
                  <a:pt x="4207" y="68102"/>
                  <a:pt x="5526" y="70317"/>
                  <a:pt x="7467" y="72433"/>
                </a:cubicBezTo>
                <a:cubicBezTo>
                  <a:pt x="5551" y="74175"/>
                  <a:pt x="4033" y="76142"/>
                  <a:pt x="2912" y="78258"/>
                </a:cubicBezTo>
                <a:cubicBezTo>
                  <a:pt x="2240" y="75495"/>
                  <a:pt x="2141" y="72433"/>
                  <a:pt x="2539" y="69172"/>
                </a:cubicBezTo>
                <a:cubicBezTo>
                  <a:pt x="2838" y="68102"/>
                  <a:pt x="3186" y="67032"/>
                  <a:pt x="3584" y="65936"/>
                </a:cubicBezTo>
                <a:close/>
                <a:moveTo>
                  <a:pt x="43809" y="78158"/>
                </a:moveTo>
                <a:cubicBezTo>
                  <a:pt x="43858" y="78183"/>
                  <a:pt x="43858" y="78233"/>
                  <a:pt x="43858" y="78258"/>
                </a:cubicBezTo>
                <a:cubicBezTo>
                  <a:pt x="43809" y="78233"/>
                  <a:pt x="43809" y="78183"/>
                  <a:pt x="43809" y="78158"/>
                </a:cubicBezTo>
                <a:close/>
                <a:moveTo>
                  <a:pt x="18967" y="72931"/>
                </a:moveTo>
                <a:cubicBezTo>
                  <a:pt x="18121" y="74798"/>
                  <a:pt x="17349" y="76665"/>
                  <a:pt x="16652" y="78506"/>
                </a:cubicBezTo>
                <a:cubicBezTo>
                  <a:pt x="15557" y="77984"/>
                  <a:pt x="14537" y="77411"/>
                  <a:pt x="13516" y="76789"/>
                </a:cubicBezTo>
                <a:cubicBezTo>
                  <a:pt x="13616" y="76739"/>
                  <a:pt x="13665" y="76640"/>
                  <a:pt x="13765" y="76565"/>
                </a:cubicBezTo>
                <a:cubicBezTo>
                  <a:pt x="13889" y="76440"/>
                  <a:pt x="14014" y="76316"/>
                  <a:pt x="14138" y="76241"/>
                </a:cubicBezTo>
                <a:lnTo>
                  <a:pt x="14611" y="75868"/>
                </a:lnTo>
                <a:cubicBezTo>
                  <a:pt x="14761" y="75744"/>
                  <a:pt x="14885" y="75619"/>
                  <a:pt x="15034" y="75520"/>
                </a:cubicBezTo>
                <a:cubicBezTo>
                  <a:pt x="15184" y="75395"/>
                  <a:pt x="15308" y="75295"/>
                  <a:pt x="15482" y="75171"/>
                </a:cubicBezTo>
                <a:lnTo>
                  <a:pt x="15930" y="74798"/>
                </a:lnTo>
                <a:cubicBezTo>
                  <a:pt x="16055" y="74698"/>
                  <a:pt x="16229" y="74623"/>
                  <a:pt x="16354" y="74524"/>
                </a:cubicBezTo>
                <a:cubicBezTo>
                  <a:pt x="16528" y="74399"/>
                  <a:pt x="16677" y="74275"/>
                  <a:pt x="16876" y="74151"/>
                </a:cubicBezTo>
                <a:cubicBezTo>
                  <a:pt x="17001" y="74051"/>
                  <a:pt x="17125" y="74001"/>
                  <a:pt x="17250" y="73926"/>
                </a:cubicBezTo>
                <a:cubicBezTo>
                  <a:pt x="17424" y="73802"/>
                  <a:pt x="17648" y="73678"/>
                  <a:pt x="17847" y="73553"/>
                </a:cubicBezTo>
                <a:cubicBezTo>
                  <a:pt x="17922" y="73503"/>
                  <a:pt x="18046" y="73429"/>
                  <a:pt x="18146" y="73379"/>
                </a:cubicBezTo>
                <a:lnTo>
                  <a:pt x="18793" y="73006"/>
                </a:lnTo>
                <a:cubicBezTo>
                  <a:pt x="18868" y="72956"/>
                  <a:pt x="18893" y="72931"/>
                  <a:pt x="18967" y="72931"/>
                </a:cubicBezTo>
                <a:close/>
                <a:moveTo>
                  <a:pt x="2215" y="70292"/>
                </a:moveTo>
                <a:cubicBezTo>
                  <a:pt x="1967" y="73205"/>
                  <a:pt x="2141" y="75992"/>
                  <a:pt x="2738" y="78531"/>
                </a:cubicBezTo>
                <a:cubicBezTo>
                  <a:pt x="2713" y="78556"/>
                  <a:pt x="2713" y="78581"/>
                  <a:pt x="2713" y="78631"/>
                </a:cubicBezTo>
                <a:cubicBezTo>
                  <a:pt x="2116" y="76167"/>
                  <a:pt x="1942" y="73454"/>
                  <a:pt x="2116" y="70591"/>
                </a:cubicBezTo>
                <a:cubicBezTo>
                  <a:pt x="2141" y="70492"/>
                  <a:pt x="2191" y="70392"/>
                  <a:pt x="2215" y="70292"/>
                </a:cubicBezTo>
                <a:close/>
                <a:moveTo>
                  <a:pt x="19365" y="72757"/>
                </a:moveTo>
                <a:cubicBezTo>
                  <a:pt x="18420" y="74698"/>
                  <a:pt x="17598" y="76665"/>
                  <a:pt x="16901" y="78631"/>
                </a:cubicBezTo>
                <a:cubicBezTo>
                  <a:pt x="16876" y="78631"/>
                  <a:pt x="16876" y="78581"/>
                  <a:pt x="16851" y="78581"/>
                </a:cubicBezTo>
                <a:cubicBezTo>
                  <a:pt x="17548" y="76665"/>
                  <a:pt x="18370" y="74723"/>
                  <a:pt x="19266" y="72782"/>
                </a:cubicBezTo>
                <a:cubicBezTo>
                  <a:pt x="19291" y="72782"/>
                  <a:pt x="19316" y="72757"/>
                  <a:pt x="19365" y="72757"/>
                </a:cubicBezTo>
                <a:close/>
                <a:moveTo>
                  <a:pt x="7592" y="72582"/>
                </a:moveTo>
                <a:lnTo>
                  <a:pt x="7642" y="72632"/>
                </a:lnTo>
                <a:cubicBezTo>
                  <a:pt x="5650" y="74424"/>
                  <a:pt x="4082" y="76440"/>
                  <a:pt x="2987" y="78656"/>
                </a:cubicBezTo>
                <a:cubicBezTo>
                  <a:pt x="2987" y="78631"/>
                  <a:pt x="2987" y="78581"/>
                  <a:pt x="2962" y="78581"/>
                </a:cubicBezTo>
                <a:cubicBezTo>
                  <a:pt x="4057" y="76416"/>
                  <a:pt x="5650" y="74399"/>
                  <a:pt x="7592" y="72582"/>
                </a:cubicBezTo>
                <a:close/>
                <a:moveTo>
                  <a:pt x="13416" y="76938"/>
                </a:moveTo>
                <a:lnTo>
                  <a:pt x="13416" y="76938"/>
                </a:lnTo>
                <a:cubicBezTo>
                  <a:pt x="14437" y="77561"/>
                  <a:pt x="15507" y="78158"/>
                  <a:pt x="16603" y="78681"/>
                </a:cubicBezTo>
                <a:cubicBezTo>
                  <a:pt x="16603" y="78730"/>
                  <a:pt x="16603" y="78730"/>
                  <a:pt x="16553" y="78755"/>
                </a:cubicBezTo>
                <a:cubicBezTo>
                  <a:pt x="15557" y="78282"/>
                  <a:pt x="14611" y="77760"/>
                  <a:pt x="13690" y="77187"/>
                </a:cubicBezTo>
                <a:cubicBezTo>
                  <a:pt x="13616" y="77088"/>
                  <a:pt x="13516" y="77038"/>
                  <a:pt x="13416" y="76938"/>
                </a:cubicBezTo>
                <a:close/>
                <a:moveTo>
                  <a:pt x="16777" y="78755"/>
                </a:moveTo>
                <a:cubicBezTo>
                  <a:pt x="16802" y="78755"/>
                  <a:pt x="16802" y="78780"/>
                  <a:pt x="16851" y="78780"/>
                </a:cubicBezTo>
                <a:cubicBezTo>
                  <a:pt x="16851" y="78805"/>
                  <a:pt x="16802" y="78805"/>
                  <a:pt x="16802" y="78855"/>
                </a:cubicBezTo>
                <a:cubicBezTo>
                  <a:pt x="16777" y="78855"/>
                  <a:pt x="16752" y="78855"/>
                  <a:pt x="16752" y="78805"/>
                </a:cubicBezTo>
                <a:cubicBezTo>
                  <a:pt x="16752" y="78780"/>
                  <a:pt x="16777" y="78780"/>
                  <a:pt x="16777" y="78755"/>
                </a:cubicBezTo>
                <a:close/>
                <a:moveTo>
                  <a:pt x="54835" y="76192"/>
                </a:moveTo>
                <a:cubicBezTo>
                  <a:pt x="55134" y="76814"/>
                  <a:pt x="55482" y="77486"/>
                  <a:pt x="55831" y="78133"/>
                </a:cubicBezTo>
                <a:cubicBezTo>
                  <a:pt x="55458" y="78407"/>
                  <a:pt x="55084" y="78656"/>
                  <a:pt x="54711" y="78905"/>
                </a:cubicBezTo>
                <a:cubicBezTo>
                  <a:pt x="54138" y="78233"/>
                  <a:pt x="53591" y="77511"/>
                  <a:pt x="52968" y="76864"/>
                </a:cubicBezTo>
                <a:cubicBezTo>
                  <a:pt x="53018" y="76814"/>
                  <a:pt x="53093" y="76814"/>
                  <a:pt x="53143" y="76789"/>
                </a:cubicBezTo>
                <a:cubicBezTo>
                  <a:pt x="53192" y="76789"/>
                  <a:pt x="53192" y="76789"/>
                  <a:pt x="53217" y="76764"/>
                </a:cubicBezTo>
                <a:cubicBezTo>
                  <a:pt x="53367" y="76714"/>
                  <a:pt x="53491" y="76665"/>
                  <a:pt x="53641" y="76615"/>
                </a:cubicBezTo>
                <a:lnTo>
                  <a:pt x="53690" y="76615"/>
                </a:lnTo>
                <a:cubicBezTo>
                  <a:pt x="53740" y="76565"/>
                  <a:pt x="53840" y="76565"/>
                  <a:pt x="53889" y="76540"/>
                </a:cubicBezTo>
                <a:cubicBezTo>
                  <a:pt x="53964" y="76515"/>
                  <a:pt x="54014" y="76515"/>
                  <a:pt x="54089" y="76490"/>
                </a:cubicBezTo>
                <a:lnTo>
                  <a:pt x="54537" y="76291"/>
                </a:lnTo>
                <a:cubicBezTo>
                  <a:pt x="54586" y="76291"/>
                  <a:pt x="54586" y="76291"/>
                  <a:pt x="54611" y="76266"/>
                </a:cubicBezTo>
                <a:cubicBezTo>
                  <a:pt x="54661" y="76241"/>
                  <a:pt x="54736" y="76241"/>
                  <a:pt x="54786" y="76192"/>
                </a:cubicBezTo>
                <a:close/>
                <a:moveTo>
                  <a:pt x="52769" y="76913"/>
                </a:moveTo>
                <a:cubicBezTo>
                  <a:pt x="53392" y="77561"/>
                  <a:pt x="53989" y="78282"/>
                  <a:pt x="54561" y="79054"/>
                </a:cubicBezTo>
                <a:cubicBezTo>
                  <a:pt x="54512" y="79054"/>
                  <a:pt x="54512" y="79104"/>
                  <a:pt x="54487" y="79104"/>
                </a:cubicBezTo>
                <a:cubicBezTo>
                  <a:pt x="53939" y="78357"/>
                  <a:pt x="53342" y="77610"/>
                  <a:pt x="52695" y="76938"/>
                </a:cubicBezTo>
                <a:cubicBezTo>
                  <a:pt x="52720" y="76913"/>
                  <a:pt x="52744" y="76913"/>
                  <a:pt x="52769" y="76913"/>
                </a:cubicBezTo>
                <a:close/>
                <a:moveTo>
                  <a:pt x="14487" y="77809"/>
                </a:moveTo>
                <a:lnTo>
                  <a:pt x="14487" y="77809"/>
                </a:lnTo>
                <a:cubicBezTo>
                  <a:pt x="15134" y="78233"/>
                  <a:pt x="15806" y="78581"/>
                  <a:pt x="16528" y="78930"/>
                </a:cubicBezTo>
                <a:cubicBezTo>
                  <a:pt x="16503" y="79004"/>
                  <a:pt x="16503" y="79054"/>
                  <a:pt x="16478" y="79129"/>
                </a:cubicBezTo>
                <a:cubicBezTo>
                  <a:pt x="16403" y="79104"/>
                  <a:pt x="16329" y="79054"/>
                  <a:pt x="16279" y="79004"/>
                </a:cubicBezTo>
                <a:cubicBezTo>
                  <a:pt x="16055" y="78880"/>
                  <a:pt x="15806" y="78755"/>
                  <a:pt x="15607" y="78631"/>
                </a:cubicBezTo>
                <a:cubicBezTo>
                  <a:pt x="15607" y="78631"/>
                  <a:pt x="15557" y="78631"/>
                  <a:pt x="15557" y="78606"/>
                </a:cubicBezTo>
                <a:cubicBezTo>
                  <a:pt x="15383" y="78482"/>
                  <a:pt x="15234" y="78357"/>
                  <a:pt x="15034" y="78233"/>
                </a:cubicBezTo>
                <a:cubicBezTo>
                  <a:pt x="14860" y="78108"/>
                  <a:pt x="14661" y="77984"/>
                  <a:pt x="14487" y="77809"/>
                </a:cubicBezTo>
                <a:close/>
                <a:moveTo>
                  <a:pt x="55931" y="78307"/>
                </a:moveTo>
                <a:cubicBezTo>
                  <a:pt x="55931" y="78357"/>
                  <a:pt x="55955" y="78357"/>
                  <a:pt x="55955" y="78382"/>
                </a:cubicBezTo>
                <a:cubicBezTo>
                  <a:pt x="55582" y="78631"/>
                  <a:pt x="55209" y="78880"/>
                  <a:pt x="54860" y="79129"/>
                </a:cubicBezTo>
                <a:cubicBezTo>
                  <a:pt x="54835" y="79129"/>
                  <a:pt x="54835" y="79104"/>
                  <a:pt x="54810" y="79104"/>
                </a:cubicBezTo>
                <a:cubicBezTo>
                  <a:pt x="55184" y="78855"/>
                  <a:pt x="55557" y="78581"/>
                  <a:pt x="55931" y="78307"/>
                </a:cubicBezTo>
                <a:close/>
                <a:moveTo>
                  <a:pt x="16691" y="79018"/>
                </a:moveTo>
                <a:cubicBezTo>
                  <a:pt x="16708" y="79018"/>
                  <a:pt x="16735" y="79029"/>
                  <a:pt x="16752" y="79029"/>
                </a:cubicBezTo>
                <a:cubicBezTo>
                  <a:pt x="16727" y="79104"/>
                  <a:pt x="16677" y="79154"/>
                  <a:pt x="16677" y="79253"/>
                </a:cubicBezTo>
                <a:cubicBezTo>
                  <a:pt x="16652" y="79253"/>
                  <a:pt x="16652" y="79203"/>
                  <a:pt x="16627" y="79203"/>
                </a:cubicBezTo>
                <a:cubicBezTo>
                  <a:pt x="16652" y="79154"/>
                  <a:pt x="16677" y="79104"/>
                  <a:pt x="16677" y="79029"/>
                </a:cubicBezTo>
                <a:cubicBezTo>
                  <a:pt x="16677" y="79021"/>
                  <a:pt x="16683" y="79018"/>
                  <a:pt x="16691" y="79018"/>
                </a:cubicBezTo>
                <a:close/>
                <a:moveTo>
                  <a:pt x="22776" y="71288"/>
                </a:moveTo>
                <a:cubicBezTo>
                  <a:pt x="23672" y="72184"/>
                  <a:pt x="24792" y="72931"/>
                  <a:pt x="26086" y="73454"/>
                </a:cubicBezTo>
                <a:cubicBezTo>
                  <a:pt x="23273" y="74723"/>
                  <a:pt x="20635" y="76714"/>
                  <a:pt x="18444" y="79278"/>
                </a:cubicBezTo>
                <a:cubicBezTo>
                  <a:pt x="17996" y="79079"/>
                  <a:pt x="17524" y="78880"/>
                  <a:pt x="17051" y="78656"/>
                </a:cubicBezTo>
                <a:cubicBezTo>
                  <a:pt x="17772" y="76665"/>
                  <a:pt x="18644" y="74648"/>
                  <a:pt x="19614" y="72582"/>
                </a:cubicBezTo>
                <a:cubicBezTo>
                  <a:pt x="19664" y="72557"/>
                  <a:pt x="19764" y="72508"/>
                  <a:pt x="19813" y="72458"/>
                </a:cubicBezTo>
                <a:cubicBezTo>
                  <a:pt x="19913" y="72433"/>
                  <a:pt x="19988" y="72408"/>
                  <a:pt x="20062" y="72333"/>
                </a:cubicBezTo>
                <a:cubicBezTo>
                  <a:pt x="20336" y="72209"/>
                  <a:pt x="20560" y="72134"/>
                  <a:pt x="20859" y="72010"/>
                </a:cubicBezTo>
                <a:cubicBezTo>
                  <a:pt x="20909" y="71960"/>
                  <a:pt x="21008" y="71935"/>
                  <a:pt x="21058" y="71910"/>
                </a:cubicBezTo>
                <a:cubicBezTo>
                  <a:pt x="21357" y="71786"/>
                  <a:pt x="21606" y="71686"/>
                  <a:pt x="21879" y="71587"/>
                </a:cubicBezTo>
                <a:cubicBezTo>
                  <a:pt x="21929" y="71562"/>
                  <a:pt x="22004" y="71562"/>
                  <a:pt x="22054" y="71537"/>
                </a:cubicBezTo>
                <a:cubicBezTo>
                  <a:pt x="22303" y="71437"/>
                  <a:pt x="22527" y="71388"/>
                  <a:pt x="22776" y="71288"/>
                </a:cubicBezTo>
                <a:close/>
                <a:moveTo>
                  <a:pt x="54636" y="79203"/>
                </a:moveTo>
                <a:cubicBezTo>
                  <a:pt x="54686" y="79203"/>
                  <a:pt x="54686" y="79203"/>
                  <a:pt x="54686" y="79253"/>
                </a:cubicBezTo>
                <a:cubicBezTo>
                  <a:pt x="54636" y="79253"/>
                  <a:pt x="54636" y="79278"/>
                  <a:pt x="54611" y="79278"/>
                </a:cubicBezTo>
                <a:lnTo>
                  <a:pt x="54586" y="79253"/>
                </a:lnTo>
                <a:cubicBezTo>
                  <a:pt x="54611" y="79253"/>
                  <a:pt x="54611" y="79203"/>
                  <a:pt x="54636" y="79203"/>
                </a:cubicBezTo>
                <a:close/>
                <a:moveTo>
                  <a:pt x="44057" y="78805"/>
                </a:moveTo>
                <a:cubicBezTo>
                  <a:pt x="44057" y="78880"/>
                  <a:pt x="44107" y="78930"/>
                  <a:pt x="44132" y="79004"/>
                </a:cubicBezTo>
                <a:cubicBezTo>
                  <a:pt x="44157" y="79104"/>
                  <a:pt x="44157" y="79178"/>
                  <a:pt x="44182" y="79278"/>
                </a:cubicBezTo>
                <a:lnTo>
                  <a:pt x="44182" y="79328"/>
                </a:lnTo>
                <a:lnTo>
                  <a:pt x="44132" y="79328"/>
                </a:lnTo>
                <a:cubicBezTo>
                  <a:pt x="44107" y="79178"/>
                  <a:pt x="44107" y="79054"/>
                  <a:pt x="44057" y="78905"/>
                </a:cubicBezTo>
                <a:lnTo>
                  <a:pt x="44057" y="78805"/>
                </a:lnTo>
                <a:close/>
                <a:moveTo>
                  <a:pt x="13292" y="77162"/>
                </a:moveTo>
                <a:cubicBezTo>
                  <a:pt x="13317" y="77187"/>
                  <a:pt x="13367" y="77187"/>
                  <a:pt x="13416" y="77237"/>
                </a:cubicBezTo>
                <a:lnTo>
                  <a:pt x="13441" y="77262"/>
                </a:lnTo>
                <a:cubicBezTo>
                  <a:pt x="13466" y="77287"/>
                  <a:pt x="13516" y="77287"/>
                  <a:pt x="13516" y="77312"/>
                </a:cubicBezTo>
                <a:cubicBezTo>
                  <a:pt x="13690" y="77511"/>
                  <a:pt x="13889" y="77660"/>
                  <a:pt x="14064" y="77809"/>
                </a:cubicBezTo>
                <a:cubicBezTo>
                  <a:pt x="14138" y="77859"/>
                  <a:pt x="14188" y="77909"/>
                  <a:pt x="14238" y="77934"/>
                </a:cubicBezTo>
                <a:lnTo>
                  <a:pt x="14263" y="77984"/>
                </a:lnTo>
                <a:lnTo>
                  <a:pt x="14313" y="78034"/>
                </a:lnTo>
                <a:cubicBezTo>
                  <a:pt x="14537" y="78183"/>
                  <a:pt x="14761" y="78382"/>
                  <a:pt x="14960" y="78531"/>
                </a:cubicBezTo>
                <a:cubicBezTo>
                  <a:pt x="15059" y="78606"/>
                  <a:pt x="15134" y="78631"/>
                  <a:pt x="15209" y="78681"/>
                </a:cubicBezTo>
                <a:cubicBezTo>
                  <a:pt x="15258" y="78730"/>
                  <a:pt x="15283" y="78730"/>
                  <a:pt x="15308" y="78755"/>
                </a:cubicBezTo>
                <a:lnTo>
                  <a:pt x="15333" y="78780"/>
                </a:lnTo>
                <a:lnTo>
                  <a:pt x="15383" y="78780"/>
                </a:lnTo>
                <a:cubicBezTo>
                  <a:pt x="15408" y="78780"/>
                  <a:pt x="15408" y="78805"/>
                  <a:pt x="15433" y="78805"/>
                </a:cubicBezTo>
                <a:cubicBezTo>
                  <a:pt x="15582" y="78905"/>
                  <a:pt x="15781" y="79029"/>
                  <a:pt x="15930" y="79129"/>
                </a:cubicBezTo>
                <a:cubicBezTo>
                  <a:pt x="16030" y="79154"/>
                  <a:pt x="16080" y="79228"/>
                  <a:pt x="16179" y="79253"/>
                </a:cubicBezTo>
                <a:cubicBezTo>
                  <a:pt x="16254" y="79278"/>
                  <a:pt x="16279" y="79303"/>
                  <a:pt x="16329" y="79303"/>
                </a:cubicBezTo>
                <a:lnTo>
                  <a:pt x="16329" y="79353"/>
                </a:lnTo>
                <a:lnTo>
                  <a:pt x="16329" y="79378"/>
                </a:lnTo>
                <a:cubicBezTo>
                  <a:pt x="16005" y="79178"/>
                  <a:pt x="15657" y="79029"/>
                  <a:pt x="15333" y="78805"/>
                </a:cubicBezTo>
                <a:cubicBezTo>
                  <a:pt x="15308" y="78805"/>
                  <a:pt x="15308" y="78780"/>
                  <a:pt x="15283" y="78780"/>
                </a:cubicBezTo>
                <a:cubicBezTo>
                  <a:pt x="14561" y="78307"/>
                  <a:pt x="13889" y="77785"/>
                  <a:pt x="13292" y="77162"/>
                </a:cubicBezTo>
                <a:close/>
                <a:moveTo>
                  <a:pt x="3236" y="62327"/>
                </a:moveTo>
                <a:lnTo>
                  <a:pt x="3236" y="62377"/>
                </a:lnTo>
                <a:lnTo>
                  <a:pt x="3236" y="62477"/>
                </a:lnTo>
                <a:lnTo>
                  <a:pt x="3236" y="62551"/>
                </a:lnTo>
                <a:cubicBezTo>
                  <a:pt x="3186" y="62750"/>
                  <a:pt x="3087" y="62999"/>
                  <a:pt x="3012" y="63223"/>
                </a:cubicBezTo>
                <a:cubicBezTo>
                  <a:pt x="2141" y="65986"/>
                  <a:pt x="1494" y="68799"/>
                  <a:pt x="1021" y="71537"/>
                </a:cubicBezTo>
                <a:cubicBezTo>
                  <a:pt x="622" y="73902"/>
                  <a:pt x="473" y="76142"/>
                  <a:pt x="398" y="78108"/>
                </a:cubicBezTo>
                <a:cubicBezTo>
                  <a:pt x="349" y="78357"/>
                  <a:pt x="324" y="78556"/>
                  <a:pt x="324" y="78805"/>
                </a:cubicBezTo>
                <a:lnTo>
                  <a:pt x="324" y="78880"/>
                </a:lnTo>
                <a:cubicBezTo>
                  <a:pt x="324" y="79054"/>
                  <a:pt x="299" y="79253"/>
                  <a:pt x="299" y="79403"/>
                </a:cubicBezTo>
                <a:lnTo>
                  <a:pt x="299" y="79129"/>
                </a:lnTo>
                <a:cubicBezTo>
                  <a:pt x="299" y="78432"/>
                  <a:pt x="324" y="77735"/>
                  <a:pt x="349" y="76988"/>
                </a:cubicBezTo>
                <a:lnTo>
                  <a:pt x="349" y="76913"/>
                </a:lnTo>
                <a:cubicBezTo>
                  <a:pt x="423" y="76017"/>
                  <a:pt x="498" y="74947"/>
                  <a:pt x="598" y="73951"/>
                </a:cubicBezTo>
                <a:cubicBezTo>
                  <a:pt x="697" y="73180"/>
                  <a:pt x="797" y="72383"/>
                  <a:pt x="946" y="71537"/>
                </a:cubicBezTo>
                <a:lnTo>
                  <a:pt x="946" y="71512"/>
                </a:lnTo>
                <a:cubicBezTo>
                  <a:pt x="996" y="71213"/>
                  <a:pt x="1070" y="70890"/>
                  <a:pt x="1120" y="70541"/>
                </a:cubicBezTo>
                <a:cubicBezTo>
                  <a:pt x="1195" y="70143"/>
                  <a:pt x="1295" y="69770"/>
                  <a:pt x="1344" y="69347"/>
                </a:cubicBezTo>
                <a:cubicBezTo>
                  <a:pt x="1743" y="67330"/>
                  <a:pt x="2315" y="65289"/>
                  <a:pt x="2937" y="63223"/>
                </a:cubicBezTo>
                <a:lnTo>
                  <a:pt x="2937" y="63198"/>
                </a:lnTo>
                <a:cubicBezTo>
                  <a:pt x="3012" y="62925"/>
                  <a:pt x="3112" y="62626"/>
                  <a:pt x="3236" y="62327"/>
                </a:cubicBezTo>
                <a:close/>
                <a:moveTo>
                  <a:pt x="26335" y="73578"/>
                </a:moveTo>
                <a:cubicBezTo>
                  <a:pt x="26360" y="73578"/>
                  <a:pt x="26385" y="73603"/>
                  <a:pt x="26435" y="73603"/>
                </a:cubicBezTo>
                <a:cubicBezTo>
                  <a:pt x="23597" y="74847"/>
                  <a:pt x="20958" y="76814"/>
                  <a:pt x="18743" y="79403"/>
                </a:cubicBezTo>
                <a:cubicBezTo>
                  <a:pt x="18668" y="79403"/>
                  <a:pt x="18644" y="79403"/>
                  <a:pt x="18644" y="79378"/>
                </a:cubicBezTo>
                <a:cubicBezTo>
                  <a:pt x="20859" y="76789"/>
                  <a:pt x="23497" y="74823"/>
                  <a:pt x="26335" y="73578"/>
                </a:cubicBezTo>
                <a:close/>
                <a:moveTo>
                  <a:pt x="1967" y="70292"/>
                </a:moveTo>
                <a:cubicBezTo>
                  <a:pt x="1967" y="70392"/>
                  <a:pt x="1967" y="70467"/>
                  <a:pt x="1942" y="70591"/>
                </a:cubicBezTo>
                <a:cubicBezTo>
                  <a:pt x="1120" y="73653"/>
                  <a:pt x="672" y="76615"/>
                  <a:pt x="498" y="79427"/>
                </a:cubicBezTo>
                <a:lnTo>
                  <a:pt x="498" y="79427"/>
                </a:lnTo>
                <a:cubicBezTo>
                  <a:pt x="498" y="79004"/>
                  <a:pt x="498" y="78531"/>
                  <a:pt x="548" y="78058"/>
                </a:cubicBezTo>
                <a:cubicBezTo>
                  <a:pt x="797" y="75544"/>
                  <a:pt x="1245" y="72956"/>
                  <a:pt x="1967" y="70292"/>
                </a:cubicBezTo>
                <a:close/>
                <a:moveTo>
                  <a:pt x="16503" y="79403"/>
                </a:moveTo>
                <a:cubicBezTo>
                  <a:pt x="16553" y="79403"/>
                  <a:pt x="16603" y="79403"/>
                  <a:pt x="16603" y="79427"/>
                </a:cubicBezTo>
                <a:cubicBezTo>
                  <a:pt x="16603" y="79477"/>
                  <a:pt x="16553" y="79502"/>
                  <a:pt x="16553" y="79502"/>
                </a:cubicBezTo>
                <a:cubicBezTo>
                  <a:pt x="16528" y="79502"/>
                  <a:pt x="16528" y="79477"/>
                  <a:pt x="16503" y="79477"/>
                </a:cubicBezTo>
                <a:lnTo>
                  <a:pt x="16503" y="79427"/>
                </a:lnTo>
                <a:lnTo>
                  <a:pt x="16503" y="79403"/>
                </a:lnTo>
                <a:close/>
                <a:moveTo>
                  <a:pt x="17001" y="78880"/>
                </a:moveTo>
                <a:cubicBezTo>
                  <a:pt x="17424" y="79104"/>
                  <a:pt x="17872" y="79278"/>
                  <a:pt x="18345" y="79477"/>
                </a:cubicBezTo>
                <a:cubicBezTo>
                  <a:pt x="18345" y="79502"/>
                  <a:pt x="18295" y="79502"/>
                  <a:pt x="18295" y="79527"/>
                </a:cubicBezTo>
                <a:cubicBezTo>
                  <a:pt x="17847" y="79353"/>
                  <a:pt x="17399" y="79129"/>
                  <a:pt x="16976" y="78930"/>
                </a:cubicBezTo>
                <a:cubicBezTo>
                  <a:pt x="16976" y="78905"/>
                  <a:pt x="17001" y="78880"/>
                  <a:pt x="17001" y="78880"/>
                </a:cubicBezTo>
                <a:close/>
                <a:moveTo>
                  <a:pt x="38930" y="73379"/>
                </a:moveTo>
                <a:cubicBezTo>
                  <a:pt x="39005" y="73404"/>
                  <a:pt x="39079" y="73429"/>
                  <a:pt x="39154" y="73454"/>
                </a:cubicBezTo>
                <a:cubicBezTo>
                  <a:pt x="39179" y="73503"/>
                  <a:pt x="39253" y="73503"/>
                  <a:pt x="39278" y="73528"/>
                </a:cubicBezTo>
                <a:cubicBezTo>
                  <a:pt x="39403" y="73578"/>
                  <a:pt x="39502" y="73653"/>
                  <a:pt x="39577" y="73678"/>
                </a:cubicBezTo>
                <a:cubicBezTo>
                  <a:pt x="39701" y="73752"/>
                  <a:pt x="39826" y="73827"/>
                  <a:pt x="39950" y="73902"/>
                </a:cubicBezTo>
                <a:cubicBezTo>
                  <a:pt x="40050" y="73951"/>
                  <a:pt x="40125" y="74001"/>
                  <a:pt x="40174" y="74051"/>
                </a:cubicBezTo>
                <a:cubicBezTo>
                  <a:pt x="40199" y="74051"/>
                  <a:pt x="40224" y="74076"/>
                  <a:pt x="40224" y="74076"/>
                </a:cubicBezTo>
                <a:cubicBezTo>
                  <a:pt x="40349" y="74151"/>
                  <a:pt x="40448" y="74225"/>
                  <a:pt x="40548" y="74300"/>
                </a:cubicBezTo>
                <a:cubicBezTo>
                  <a:pt x="39926" y="75470"/>
                  <a:pt x="39328" y="76665"/>
                  <a:pt x="38805" y="77809"/>
                </a:cubicBezTo>
                <a:cubicBezTo>
                  <a:pt x="37138" y="78506"/>
                  <a:pt x="35470" y="79104"/>
                  <a:pt x="33852" y="79552"/>
                </a:cubicBezTo>
                <a:cubicBezTo>
                  <a:pt x="34947" y="76789"/>
                  <a:pt x="36540" y="74698"/>
                  <a:pt x="38532" y="73503"/>
                </a:cubicBezTo>
                <a:cubicBezTo>
                  <a:pt x="38656" y="73454"/>
                  <a:pt x="38805" y="73429"/>
                  <a:pt x="38930" y="73379"/>
                </a:cubicBezTo>
                <a:close/>
                <a:moveTo>
                  <a:pt x="18519" y="79527"/>
                </a:moveTo>
                <a:cubicBezTo>
                  <a:pt x="18544" y="79527"/>
                  <a:pt x="18544" y="79552"/>
                  <a:pt x="18569" y="79552"/>
                </a:cubicBezTo>
                <a:lnTo>
                  <a:pt x="18519" y="79627"/>
                </a:lnTo>
                <a:cubicBezTo>
                  <a:pt x="18494" y="79627"/>
                  <a:pt x="18494" y="79602"/>
                  <a:pt x="18469" y="79602"/>
                </a:cubicBezTo>
                <a:lnTo>
                  <a:pt x="18519" y="79527"/>
                </a:lnTo>
                <a:close/>
                <a:moveTo>
                  <a:pt x="37934" y="73653"/>
                </a:moveTo>
                <a:cubicBezTo>
                  <a:pt x="36142" y="74947"/>
                  <a:pt x="34649" y="76988"/>
                  <a:pt x="33653" y="79627"/>
                </a:cubicBezTo>
                <a:cubicBezTo>
                  <a:pt x="33603" y="79627"/>
                  <a:pt x="33578" y="79651"/>
                  <a:pt x="33553" y="79651"/>
                </a:cubicBezTo>
                <a:cubicBezTo>
                  <a:pt x="34549" y="77013"/>
                  <a:pt x="35968" y="74997"/>
                  <a:pt x="37760" y="73678"/>
                </a:cubicBezTo>
                <a:cubicBezTo>
                  <a:pt x="37810" y="73678"/>
                  <a:pt x="37884" y="73653"/>
                  <a:pt x="37934" y="73653"/>
                </a:cubicBezTo>
                <a:close/>
                <a:moveTo>
                  <a:pt x="16876" y="79104"/>
                </a:moveTo>
                <a:cubicBezTo>
                  <a:pt x="17275" y="79278"/>
                  <a:pt x="17723" y="79477"/>
                  <a:pt x="18121" y="79651"/>
                </a:cubicBezTo>
                <a:cubicBezTo>
                  <a:pt x="18096" y="79726"/>
                  <a:pt x="18021" y="79751"/>
                  <a:pt x="17996" y="79801"/>
                </a:cubicBezTo>
                <a:cubicBezTo>
                  <a:pt x="17872" y="79776"/>
                  <a:pt x="17748" y="79726"/>
                  <a:pt x="17598" y="79651"/>
                </a:cubicBezTo>
                <a:cubicBezTo>
                  <a:pt x="17349" y="79552"/>
                  <a:pt x="17051" y="79427"/>
                  <a:pt x="16802" y="79303"/>
                </a:cubicBezTo>
                <a:cubicBezTo>
                  <a:pt x="16851" y="79253"/>
                  <a:pt x="16876" y="79154"/>
                  <a:pt x="16876" y="79104"/>
                </a:cubicBezTo>
                <a:close/>
                <a:moveTo>
                  <a:pt x="38756" y="78108"/>
                </a:moveTo>
                <a:lnTo>
                  <a:pt x="38756" y="78133"/>
                </a:lnTo>
                <a:lnTo>
                  <a:pt x="38756" y="78158"/>
                </a:lnTo>
                <a:cubicBezTo>
                  <a:pt x="37063" y="78855"/>
                  <a:pt x="35420" y="79403"/>
                  <a:pt x="33827" y="79851"/>
                </a:cubicBezTo>
                <a:cubicBezTo>
                  <a:pt x="33728" y="79826"/>
                  <a:pt x="33728" y="79826"/>
                  <a:pt x="33777" y="79801"/>
                </a:cubicBezTo>
                <a:cubicBezTo>
                  <a:pt x="34076" y="79676"/>
                  <a:pt x="34400" y="79602"/>
                  <a:pt x="34698" y="79502"/>
                </a:cubicBezTo>
                <a:lnTo>
                  <a:pt x="35271" y="79303"/>
                </a:lnTo>
                <a:lnTo>
                  <a:pt x="35321" y="79303"/>
                </a:lnTo>
                <a:cubicBezTo>
                  <a:pt x="35968" y="79104"/>
                  <a:pt x="36665" y="78880"/>
                  <a:pt x="37337" y="78631"/>
                </a:cubicBezTo>
                <a:cubicBezTo>
                  <a:pt x="37387" y="78631"/>
                  <a:pt x="37387" y="78631"/>
                  <a:pt x="37412" y="78581"/>
                </a:cubicBezTo>
                <a:cubicBezTo>
                  <a:pt x="37461" y="78556"/>
                  <a:pt x="37511" y="78556"/>
                  <a:pt x="37561" y="78531"/>
                </a:cubicBezTo>
                <a:cubicBezTo>
                  <a:pt x="37959" y="78382"/>
                  <a:pt x="38332" y="78258"/>
                  <a:pt x="38756" y="78108"/>
                </a:cubicBezTo>
                <a:close/>
                <a:moveTo>
                  <a:pt x="72458" y="64095"/>
                </a:moveTo>
                <a:cubicBezTo>
                  <a:pt x="74624" y="66235"/>
                  <a:pt x="77038" y="68426"/>
                  <a:pt x="79602" y="70467"/>
                </a:cubicBezTo>
                <a:cubicBezTo>
                  <a:pt x="76814" y="73902"/>
                  <a:pt x="73454" y="77137"/>
                  <a:pt x="69670" y="79875"/>
                </a:cubicBezTo>
                <a:cubicBezTo>
                  <a:pt x="69546" y="79726"/>
                  <a:pt x="69421" y="79527"/>
                  <a:pt x="69297" y="79378"/>
                </a:cubicBezTo>
                <a:cubicBezTo>
                  <a:pt x="68874" y="78755"/>
                  <a:pt x="68401" y="78158"/>
                  <a:pt x="67928" y="77561"/>
                </a:cubicBezTo>
                <a:cubicBezTo>
                  <a:pt x="67779" y="77386"/>
                  <a:pt x="67654" y="77187"/>
                  <a:pt x="67505" y="77013"/>
                </a:cubicBezTo>
                <a:cubicBezTo>
                  <a:pt x="66883" y="76216"/>
                  <a:pt x="66260" y="75445"/>
                  <a:pt x="65638" y="74698"/>
                </a:cubicBezTo>
                <a:cubicBezTo>
                  <a:pt x="65638" y="74673"/>
                  <a:pt x="65588" y="74673"/>
                  <a:pt x="65588" y="74648"/>
                </a:cubicBezTo>
                <a:cubicBezTo>
                  <a:pt x="65314" y="74300"/>
                  <a:pt x="65016" y="73976"/>
                  <a:pt x="64717" y="73653"/>
                </a:cubicBezTo>
                <a:cubicBezTo>
                  <a:pt x="64568" y="73454"/>
                  <a:pt x="64369" y="73279"/>
                  <a:pt x="64219" y="73080"/>
                </a:cubicBezTo>
                <a:cubicBezTo>
                  <a:pt x="64045" y="72906"/>
                  <a:pt x="63871" y="72707"/>
                  <a:pt x="63697" y="72533"/>
                </a:cubicBezTo>
                <a:cubicBezTo>
                  <a:pt x="66808" y="69844"/>
                  <a:pt x="69770" y="67007"/>
                  <a:pt x="72458" y="64095"/>
                </a:cubicBezTo>
                <a:close/>
                <a:moveTo>
                  <a:pt x="18345" y="79751"/>
                </a:moveTo>
                <a:cubicBezTo>
                  <a:pt x="18370" y="79751"/>
                  <a:pt x="18370" y="79776"/>
                  <a:pt x="18395" y="79776"/>
                </a:cubicBezTo>
                <a:cubicBezTo>
                  <a:pt x="18370" y="79851"/>
                  <a:pt x="18295" y="79875"/>
                  <a:pt x="18270" y="79925"/>
                </a:cubicBezTo>
                <a:lnTo>
                  <a:pt x="18196" y="79925"/>
                </a:lnTo>
                <a:cubicBezTo>
                  <a:pt x="18245" y="79826"/>
                  <a:pt x="18295" y="79801"/>
                  <a:pt x="18345" y="79751"/>
                </a:cubicBezTo>
                <a:close/>
                <a:moveTo>
                  <a:pt x="112856" y="59440"/>
                </a:moveTo>
                <a:cubicBezTo>
                  <a:pt x="111114" y="63871"/>
                  <a:pt x="108700" y="68550"/>
                  <a:pt x="105713" y="73155"/>
                </a:cubicBezTo>
                <a:cubicBezTo>
                  <a:pt x="105489" y="73503"/>
                  <a:pt x="105240" y="73877"/>
                  <a:pt x="105016" y="74200"/>
                </a:cubicBezTo>
                <a:cubicBezTo>
                  <a:pt x="103721" y="76167"/>
                  <a:pt x="102303" y="78108"/>
                  <a:pt x="100809" y="80025"/>
                </a:cubicBezTo>
                <a:cubicBezTo>
                  <a:pt x="100784" y="79403"/>
                  <a:pt x="100486" y="78631"/>
                  <a:pt x="99988" y="77735"/>
                </a:cubicBezTo>
                <a:cubicBezTo>
                  <a:pt x="104344" y="72209"/>
                  <a:pt x="108077" y="66559"/>
                  <a:pt x="110965" y="60958"/>
                </a:cubicBezTo>
                <a:cubicBezTo>
                  <a:pt x="111687" y="60485"/>
                  <a:pt x="112334" y="59988"/>
                  <a:pt x="112856" y="59440"/>
                </a:cubicBezTo>
                <a:close/>
                <a:moveTo>
                  <a:pt x="16752" y="79527"/>
                </a:moveTo>
                <a:cubicBezTo>
                  <a:pt x="16851" y="79552"/>
                  <a:pt x="16926" y="79602"/>
                  <a:pt x="17026" y="79651"/>
                </a:cubicBezTo>
                <a:cubicBezTo>
                  <a:pt x="17125" y="79676"/>
                  <a:pt x="17175" y="79726"/>
                  <a:pt x="17275" y="79751"/>
                </a:cubicBezTo>
                <a:cubicBezTo>
                  <a:pt x="17474" y="79851"/>
                  <a:pt x="17673" y="79900"/>
                  <a:pt x="17872" y="80000"/>
                </a:cubicBezTo>
                <a:lnTo>
                  <a:pt x="17872" y="80025"/>
                </a:lnTo>
                <a:lnTo>
                  <a:pt x="17872" y="80050"/>
                </a:lnTo>
                <a:lnTo>
                  <a:pt x="16752" y="79602"/>
                </a:lnTo>
                <a:lnTo>
                  <a:pt x="16752" y="79552"/>
                </a:lnTo>
                <a:lnTo>
                  <a:pt x="16752" y="79527"/>
                </a:lnTo>
                <a:close/>
                <a:moveTo>
                  <a:pt x="79751" y="70591"/>
                </a:moveTo>
                <a:cubicBezTo>
                  <a:pt x="79776" y="70591"/>
                  <a:pt x="79776" y="70641"/>
                  <a:pt x="79826" y="70641"/>
                </a:cubicBezTo>
                <a:cubicBezTo>
                  <a:pt x="77038" y="74076"/>
                  <a:pt x="73653" y="77337"/>
                  <a:pt x="69870" y="80050"/>
                </a:cubicBezTo>
                <a:cubicBezTo>
                  <a:pt x="69870" y="80025"/>
                  <a:pt x="69820" y="80025"/>
                  <a:pt x="69820" y="80000"/>
                </a:cubicBezTo>
                <a:cubicBezTo>
                  <a:pt x="73603" y="77287"/>
                  <a:pt x="76988" y="74051"/>
                  <a:pt x="79751" y="70591"/>
                </a:cubicBezTo>
                <a:close/>
                <a:moveTo>
                  <a:pt x="63572" y="72707"/>
                </a:moveTo>
                <a:cubicBezTo>
                  <a:pt x="63721" y="72906"/>
                  <a:pt x="63896" y="73055"/>
                  <a:pt x="64070" y="73254"/>
                </a:cubicBezTo>
                <a:cubicBezTo>
                  <a:pt x="64219" y="73404"/>
                  <a:pt x="64393" y="73578"/>
                  <a:pt x="64543" y="73777"/>
                </a:cubicBezTo>
                <a:cubicBezTo>
                  <a:pt x="66260" y="75694"/>
                  <a:pt x="67953" y="77859"/>
                  <a:pt x="69571" y="80050"/>
                </a:cubicBezTo>
                <a:cubicBezTo>
                  <a:pt x="69571" y="80050"/>
                  <a:pt x="69546" y="80050"/>
                  <a:pt x="69546" y="80099"/>
                </a:cubicBezTo>
                <a:cubicBezTo>
                  <a:pt x="68177" y="78233"/>
                  <a:pt x="66808" y="76490"/>
                  <a:pt x="65439" y="74872"/>
                </a:cubicBezTo>
                <a:lnTo>
                  <a:pt x="65339" y="74773"/>
                </a:lnTo>
                <a:cubicBezTo>
                  <a:pt x="65090" y="74449"/>
                  <a:pt x="64817" y="74175"/>
                  <a:pt x="64568" y="73902"/>
                </a:cubicBezTo>
                <a:cubicBezTo>
                  <a:pt x="64369" y="73678"/>
                  <a:pt x="64194" y="73454"/>
                  <a:pt x="63970" y="73254"/>
                </a:cubicBezTo>
                <a:cubicBezTo>
                  <a:pt x="63821" y="73055"/>
                  <a:pt x="63672" y="72906"/>
                  <a:pt x="63522" y="72757"/>
                </a:cubicBezTo>
                <a:cubicBezTo>
                  <a:pt x="63547" y="72757"/>
                  <a:pt x="63547" y="72707"/>
                  <a:pt x="63572" y="72707"/>
                </a:cubicBezTo>
                <a:close/>
                <a:moveTo>
                  <a:pt x="18295" y="80174"/>
                </a:moveTo>
                <a:cubicBezTo>
                  <a:pt x="18367" y="80174"/>
                  <a:pt x="18393" y="80174"/>
                  <a:pt x="18417" y="80219"/>
                </a:cubicBezTo>
                <a:lnTo>
                  <a:pt x="18417" y="80219"/>
                </a:lnTo>
                <a:cubicBezTo>
                  <a:pt x="18376" y="80204"/>
                  <a:pt x="18336" y="80189"/>
                  <a:pt x="18295" y="80174"/>
                </a:cubicBezTo>
                <a:close/>
                <a:moveTo>
                  <a:pt x="99888" y="77859"/>
                </a:moveTo>
                <a:cubicBezTo>
                  <a:pt x="100411" y="78805"/>
                  <a:pt x="100685" y="79627"/>
                  <a:pt x="100660" y="80249"/>
                </a:cubicBezTo>
                <a:cubicBezTo>
                  <a:pt x="100616" y="80271"/>
                  <a:pt x="100572" y="80293"/>
                  <a:pt x="100562" y="80332"/>
                </a:cubicBezTo>
                <a:lnTo>
                  <a:pt x="100562" y="80332"/>
                </a:lnTo>
                <a:cubicBezTo>
                  <a:pt x="100630" y="79736"/>
                  <a:pt x="100356" y="78920"/>
                  <a:pt x="99814" y="77909"/>
                </a:cubicBezTo>
                <a:lnTo>
                  <a:pt x="99888" y="77859"/>
                </a:lnTo>
                <a:close/>
                <a:moveTo>
                  <a:pt x="44232" y="79527"/>
                </a:moveTo>
                <a:cubicBezTo>
                  <a:pt x="44257" y="79751"/>
                  <a:pt x="44281" y="79925"/>
                  <a:pt x="44356" y="80124"/>
                </a:cubicBezTo>
                <a:cubicBezTo>
                  <a:pt x="44381" y="80199"/>
                  <a:pt x="44381" y="80299"/>
                  <a:pt x="44406" y="80423"/>
                </a:cubicBezTo>
                <a:lnTo>
                  <a:pt x="44381" y="80423"/>
                </a:lnTo>
                <a:cubicBezTo>
                  <a:pt x="44356" y="80124"/>
                  <a:pt x="44257" y="79826"/>
                  <a:pt x="44182" y="79527"/>
                </a:cubicBezTo>
                <a:close/>
                <a:moveTo>
                  <a:pt x="18594" y="79826"/>
                </a:moveTo>
                <a:cubicBezTo>
                  <a:pt x="19117" y="80050"/>
                  <a:pt x="19639" y="80274"/>
                  <a:pt x="20212" y="80448"/>
                </a:cubicBezTo>
                <a:lnTo>
                  <a:pt x="19739" y="80373"/>
                </a:lnTo>
                <a:lnTo>
                  <a:pt x="19092" y="80174"/>
                </a:lnTo>
                <a:cubicBezTo>
                  <a:pt x="18868" y="80124"/>
                  <a:pt x="18668" y="80050"/>
                  <a:pt x="18494" y="80000"/>
                </a:cubicBezTo>
                <a:cubicBezTo>
                  <a:pt x="18494" y="79925"/>
                  <a:pt x="18519" y="79900"/>
                  <a:pt x="18594" y="79826"/>
                </a:cubicBezTo>
                <a:close/>
                <a:moveTo>
                  <a:pt x="108127" y="69595"/>
                </a:moveTo>
                <a:lnTo>
                  <a:pt x="108127" y="69595"/>
                </a:lnTo>
                <a:cubicBezTo>
                  <a:pt x="107878" y="70093"/>
                  <a:pt x="107580" y="70591"/>
                  <a:pt x="107256" y="71089"/>
                </a:cubicBezTo>
                <a:cubicBezTo>
                  <a:pt x="106708" y="72035"/>
                  <a:pt x="106111" y="72931"/>
                  <a:pt x="105514" y="73877"/>
                </a:cubicBezTo>
                <a:cubicBezTo>
                  <a:pt x="105489" y="73926"/>
                  <a:pt x="105464" y="74001"/>
                  <a:pt x="105389" y="74051"/>
                </a:cubicBezTo>
                <a:cubicBezTo>
                  <a:pt x="104966" y="74698"/>
                  <a:pt x="104493" y="75395"/>
                  <a:pt x="104045" y="76042"/>
                </a:cubicBezTo>
                <a:cubicBezTo>
                  <a:pt x="103995" y="76117"/>
                  <a:pt x="103945" y="76192"/>
                  <a:pt x="103896" y="76266"/>
                </a:cubicBezTo>
                <a:cubicBezTo>
                  <a:pt x="103846" y="76366"/>
                  <a:pt x="103771" y="76416"/>
                  <a:pt x="103746" y="76515"/>
                </a:cubicBezTo>
                <a:lnTo>
                  <a:pt x="103000" y="77536"/>
                </a:lnTo>
                <a:cubicBezTo>
                  <a:pt x="102800" y="77785"/>
                  <a:pt x="102651" y="78034"/>
                  <a:pt x="102477" y="78258"/>
                </a:cubicBezTo>
                <a:cubicBezTo>
                  <a:pt x="102402" y="78307"/>
                  <a:pt x="102377" y="78382"/>
                  <a:pt x="102303" y="78482"/>
                </a:cubicBezTo>
                <a:cubicBezTo>
                  <a:pt x="102104" y="78755"/>
                  <a:pt x="101904" y="79004"/>
                  <a:pt x="101680" y="79278"/>
                </a:cubicBezTo>
                <a:cubicBezTo>
                  <a:pt x="101382" y="79676"/>
                  <a:pt x="101108" y="80099"/>
                  <a:pt x="100784" y="80473"/>
                </a:cubicBezTo>
                <a:lnTo>
                  <a:pt x="100784" y="80423"/>
                </a:lnTo>
                <a:lnTo>
                  <a:pt x="100784" y="80373"/>
                </a:lnTo>
                <a:cubicBezTo>
                  <a:pt x="100909" y="80224"/>
                  <a:pt x="101058" y="80025"/>
                  <a:pt x="101183" y="79851"/>
                </a:cubicBezTo>
                <a:cubicBezTo>
                  <a:pt x="102104" y="78681"/>
                  <a:pt x="103099" y="77386"/>
                  <a:pt x="103796" y="76316"/>
                </a:cubicBezTo>
                <a:cubicBezTo>
                  <a:pt x="104294" y="75619"/>
                  <a:pt x="104792" y="74823"/>
                  <a:pt x="105339" y="74026"/>
                </a:cubicBezTo>
                <a:cubicBezTo>
                  <a:pt x="105364" y="74001"/>
                  <a:pt x="105389" y="73951"/>
                  <a:pt x="105389" y="73902"/>
                </a:cubicBezTo>
                <a:cubicBezTo>
                  <a:pt x="106360" y="72408"/>
                  <a:pt x="107331" y="70890"/>
                  <a:pt x="108127" y="69595"/>
                </a:cubicBezTo>
                <a:close/>
                <a:moveTo>
                  <a:pt x="94686" y="71811"/>
                </a:moveTo>
                <a:cubicBezTo>
                  <a:pt x="96503" y="73702"/>
                  <a:pt x="97922" y="75420"/>
                  <a:pt x="98893" y="76889"/>
                </a:cubicBezTo>
                <a:cubicBezTo>
                  <a:pt x="98196" y="77859"/>
                  <a:pt x="97499" y="78805"/>
                  <a:pt x="96752" y="79776"/>
                </a:cubicBezTo>
                <a:cubicBezTo>
                  <a:pt x="96702" y="79801"/>
                  <a:pt x="96702" y="79826"/>
                  <a:pt x="96677" y="79875"/>
                </a:cubicBezTo>
                <a:cubicBezTo>
                  <a:pt x="96503" y="80099"/>
                  <a:pt x="96304" y="80348"/>
                  <a:pt x="96155" y="80547"/>
                </a:cubicBezTo>
                <a:cubicBezTo>
                  <a:pt x="94412" y="79826"/>
                  <a:pt x="92272" y="78730"/>
                  <a:pt x="89957" y="77337"/>
                </a:cubicBezTo>
                <a:cubicBezTo>
                  <a:pt x="90355" y="76913"/>
                  <a:pt x="90778" y="76440"/>
                  <a:pt x="91151" y="76017"/>
                </a:cubicBezTo>
                <a:cubicBezTo>
                  <a:pt x="91226" y="75918"/>
                  <a:pt x="91326" y="75793"/>
                  <a:pt x="91425" y="75694"/>
                </a:cubicBezTo>
                <a:cubicBezTo>
                  <a:pt x="92072" y="74922"/>
                  <a:pt x="92720" y="74175"/>
                  <a:pt x="93392" y="73404"/>
                </a:cubicBezTo>
                <a:cubicBezTo>
                  <a:pt x="93441" y="73329"/>
                  <a:pt x="93466" y="73279"/>
                  <a:pt x="93541" y="73205"/>
                </a:cubicBezTo>
                <a:cubicBezTo>
                  <a:pt x="93914" y="72732"/>
                  <a:pt x="94313" y="72284"/>
                  <a:pt x="94686" y="71811"/>
                </a:cubicBezTo>
                <a:close/>
                <a:moveTo>
                  <a:pt x="99042" y="77038"/>
                </a:moveTo>
                <a:lnTo>
                  <a:pt x="99067" y="77063"/>
                </a:lnTo>
                <a:cubicBezTo>
                  <a:pt x="98245" y="78258"/>
                  <a:pt x="97374" y="79427"/>
                  <a:pt x="96428" y="80597"/>
                </a:cubicBezTo>
                <a:lnTo>
                  <a:pt x="96379" y="80597"/>
                </a:lnTo>
                <a:cubicBezTo>
                  <a:pt x="97300" y="79403"/>
                  <a:pt x="98196" y="78233"/>
                  <a:pt x="99042" y="77038"/>
                </a:cubicBezTo>
                <a:close/>
                <a:moveTo>
                  <a:pt x="79950" y="70765"/>
                </a:moveTo>
                <a:cubicBezTo>
                  <a:pt x="80025" y="70840"/>
                  <a:pt x="80150" y="70915"/>
                  <a:pt x="80249" y="71014"/>
                </a:cubicBezTo>
                <a:cubicBezTo>
                  <a:pt x="77138" y="74325"/>
                  <a:pt x="73777" y="77561"/>
                  <a:pt x="70243" y="80622"/>
                </a:cubicBezTo>
                <a:lnTo>
                  <a:pt x="69944" y="80249"/>
                </a:lnTo>
                <a:cubicBezTo>
                  <a:pt x="73777" y="77511"/>
                  <a:pt x="77163" y="74225"/>
                  <a:pt x="79950" y="70765"/>
                </a:cubicBezTo>
                <a:close/>
                <a:moveTo>
                  <a:pt x="44406" y="80622"/>
                </a:moveTo>
                <a:cubicBezTo>
                  <a:pt x="44406" y="80640"/>
                  <a:pt x="44406" y="80659"/>
                  <a:pt x="44407" y="80677"/>
                </a:cubicBezTo>
                <a:lnTo>
                  <a:pt x="44407" y="80677"/>
                </a:lnTo>
                <a:cubicBezTo>
                  <a:pt x="44399" y="80659"/>
                  <a:pt x="44390" y="80640"/>
                  <a:pt x="44381" y="80622"/>
                </a:cubicBezTo>
                <a:close/>
                <a:moveTo>
                  <a:pt x="89832" y="77486"/>
                </a:moveTo>
                <a:cubicBezTo>
                  <a:pt x="92147" y="78880"/>
                  <a:pt x="94263" y="79975"/>
                  <a:pt x="96030" y="80647"/>
                </a:cubicBezTo>
                <a:cubicBezTo>
                  <a:pt x="96030" y="80672"/>
                  <a:pt x="96005" y="80672"/>
                  <a:pt x="96005" y="80722"/>
                </a:cubicBezTo>
                <a:cubicBezTo>
                  <a:pt x="94213" y="80025"/>
                  <a:pt x="92097" y="78905"/>
                  <a:pt x="89807" y="77536"/>
                </a:cubicBezTo>
                <a:cubicBezTo>
                  <a:pt x="89807" y="77511"/>
                  <a:pt x="89832" y="77511"/>
                  <a:pt x="89832" y="77486"/>
                </a:cubicBezTo>
                <a:close/>
                <a:moveTo>
                  <a:pt x="18743" y="79627"/>
                </a:moveTo>
                <a:cubicBezTo>
                  <a:pt x="19764" y="80050"/>
                  <a:pt x="20834" y="80423"/>
                  <a:pt x="21879" y="80747"/>
                </a:cubicBezTo>
                <a:cubicBezTo>
                  <a:pt x="21780" y="80747"/>
                  <a:pt x="21655" y="80747"/>
                  <a:pt x="21531" y="80722"/>
                </a:cubicBezTo>
                <a:cubicBezTo>
                  <a:pt x="20585" y="80398"/>
                  <a:pt x="19614" y="80050"/>
                  <a:pt x="18668" y="79676"/>
                </a:cubicBezTo>
                <a:lnTo>
                  <a:pt x="18743" y="79627"/>
                </a:lnTo>
                <a:close/>
                <a:moveTo>
                  <a:pt x="37337" y="73777"/>
                </a:moveTo>
                <a:lnTo>
                  <a:pt x="37337" y="73777"/>
                </a:lnTo>
                <a:cubicBezTo>
                  <a:pt x="35669" y="75146"/>
                  <a:pt x="34300" y="77137"/>
                  <a:pt x="33329" y="79726"/>
                </a:cubicBezTo>
                <a:cubicBezTo>
                  <a:pt x="32608" y="79900"/>
                  <a:pt x="31911" y="80099"/>
                  <a:pt x="31214" y="80249"/>
                </a:cubicBezTo>
                <a:cubicBezTo>
                  <a:pt x="30666" y="80373"/>
                  <a:pt x="30094" y="80448"/>
                  <a:pt x="29546" y="80547"/>
                </a:cubicBezTo>
                <a:cubicBezTo>
                  <a:pt x="29347" y="80597"/>
                  <a:pt x="29197" y="80622"/>
                  <a:pt x="28998" y="80647"/>
                </a:cubicBezTo>
                <a:cubicBezTo>
                  <a:pt x="28924" y="80647"/>
                  <a:pt x="28824" y="80672"/>
                  <a:pt x="28749" y="80672"/>
                </a:cubicBezTo>
                <a:cubicBezTo>
                  <a:pt x="28550" y="80722"/>
                  <a:pt x="28351" y="80722"/>
                  <a:pt x="28152" y="80747"/>
                </a:cubicBezTo>
                <a:cubicBezTo>
                  <a:pt x="28924" y="78656"/>
                  <a:pt x="29845" y="76565"/>
                  <a:pt x="30940" y="74499"/>
                </a:cubicBezTo>
                <a:cubicBezTo>
                  <a:pt x="31189" y="74499"/>
                  <a:pt x="31413" y="74524"/>
                  <a:pt x="31662" y="74524"/>
                </a:cubicBezTo>
                <a:cubicBezTo>
                  <a:pt x="33429" y="74524"/>
                  <a:pt x="35346" y="74275"/>
                  <a:pt x="37337" y="73777"/>
                </a:cubicBezTo>
                <a:close/>
                <a:moveTo>
                  <a:pt x="99191" y="77262"/>
                </a:moveTo>
                <a:cubicBezTo>
                  <a:pt x="99291" y="77411"/>
                  <a:pt x="99365" y="77536"/>
                  <a:pt x="99440" y="77660"/>
                </a:cubicBezTo>
                <a:cubicBezTo>
                  <a:pt x="98619" y="78730"/>
                  <a:pt x="97772" y="79751"/>
                  <a:pt x="96901" y="80747"/>
                </a:cubicBezTo>
                <a:cubicBezTo>
                  <a:pt x="96802" y="80722"/>
                  <a:pt x="96752" y="80672"/>
                  <a:pt x="96652" y="80647"/>
                </a:cubicBezTo>
                <a:cubicBezTo>
                  <a:pt x="97524" y="79527"/>
                  <a:pt x="98395" y="78407"/>
                  <a:pt x="99191" y="77262"/>
                </a:cubicBezTo>
                <a:close/>
                <a:moveTo>
                  <a:pt x="30716" y="74499"/>
                </a:moveTo>
                <a:cubicBezTo>
                  <a:pt x="29621" y="76615"/>
                  <a:pt x="28700" y="78681"/>
                  <a:pt x="27878" y="80772"/>
                </a:cubicBezTo>
                <a:lnTo>
                  <a:pt x="27828" y="80772"/>
                </a:lnTo>
                <a:cubicBezTo>
                  <a:pt x="28625" y="78681"/>
                  <a:pt x="29596" y="76615"/>
                  <a:pt x="30666" y="74499"/>
                </a:cubicBezTo>
                <a:close/>
                <a:moveTo>
                  <a:pt x="69770" y="80323"/>
                </a:moveTo>
                <a:cubicBezTo>
                  <a:pt x="69870" y="80448"/>
                  <a:pt x="69944" y="80572"/>
                  <a:pt x="70044" y="80747"/>
                </a:cubicBezTo>
                <a:cubicBezTo>
                  <a:pt x="70044" y="80747"/>
                  <a:pt x="70044" y="80772"/>
                  <a:pt x="70019" y="80772"/>
                </a:cubicBezTo>
                <a:cubicBezTo>
                  <a:pt x="69919" y="80647"/>
                  <a:pt x="69820" y="80498"/>
                  <a:pt x="69745" y="80373"/>
                </a:cubicBezTo>
                <a:lnTo>
                  <a:pt x="69770" y="80323"/>
                </a:lnTo>
                <a:close/>
                <a:moveTo>
                  <a:pt x="80398" y="71139"/>
                </a:moveTo>
                <a:cubicBezTo>
                  <a:pt x="80448" y="71139"/>
                  <a:pt x="80448" y="71164"/>
                  <a:pt x="80473" y="71164"/>
                </a:cubicBezTo>
                <a:cubicBezTo>
                  <a:pt x="77337" y="74524"/>
                  <a:pt x="73977" y="77760"/>
                  <a:pt x="70392" y="80796"/>
                </a:cubicBezTo>
                <a:cubicBezTo>
                  <a:pt x="70392" y="80772"/>
                  <a:pt x="70367" y="80772"/>
                  <a:pt x="70367" y="80747"/>
                </a:cubicBezTo>
                <a:cubicBezTo>
                  <a:pt x="73902" y="77735"/>
                  <a:pt x="77262" y="74499"/>
                  <a:pt x="80398" y="71139"/>
                </a:cubicBezTo>
                <a:close/>
                <a:moveTo>
                  <a:pt x="99540" y="77859"/>
                </a:moveTo>
                <a:cubicBezTo>
                  <a:pt x="99540" y="77884"/>
                  <a:pt x="99565" y="77884"/>
                  <a:pt x="99565" y="77909"/>
                </a:cubicBezTo>
                <a:cubicBezTo>
                  <a:pt x="98768" y="78880"/>
                  <a:pt x="97947" y="79875"/>
                  <a:pt x="97150" y="80846"/>
                </a:cubicBezTo>
                <a:cubicBezTo>
                  <a:pt x="97100" y="80846"/>
                  <a:pt x="97100" y="80846"/>
                  <a:pt x="97076" y="80796"/>
                </a:cubicBezTo>
                <a:cubicBezTo>
                  <a:pt x="97922" y="79801"/>
                  <a:pt x="98743" y="78855"/>
                  <a:pt x="99540" y="77859"/>
                </a:cubicBezTo>
                <a:close/>
                <a:moveTo>
                  <a:pt x="26634" y="73752"/>
                </a:moveTo>
                <a:cubicBezTo>
                  <a:pt x="27804" y="74151"/>
                  <a:pt x="29073" y="74399"/>
                  <a:pt x="30467" y="74499"/>
                </a:cubicBezTo>
                <a:cubicBezTo>
                  <a:pt x="29372" y="76615"/>
                  <a:pt x="28451" y="78730"/>
                  <a:pt x="27629" y="80796"/>
                </a:cubicBezTo>
                <a:cubicBezTo>
                  <a:pt x="27455" y="80846"/>
                  <a:pt x="27231" y="80871"/>
                  <a:pt x="27057" y="80871"/>
                </a:cubicBezTo>
                <a:cubicBezTo>
                  <a:pt x="26883" y="80871"/>
                  <a:pt x="26758" y="80896"/>
                  <a:pt x="26609" y="80896"/>
                </a:cubicBezTo>
                <a:cubicBezTo>
                  <a:pt x="25986" y="80921"/>
                  <a:pt x="25364" y="80971"/>
                  <a:pt x="24742" y="80971"/>
                </a:cubicBezTo>
                <a:lnTo>
                  <a:pt x="24642" y="80971"/>
                </a:lnTo>
                <a:cubicBezTo>
                  <a:pt x="24145" y="80971"/>
                  <a:pt x="23622" y="80921"/>
                  <a:pt x="23124" y="80896"/>
                </a:cubicBezTo>
                <a:lnTo>
                  <a:pt x="23074" y="80896"/>
                </a:lnTo>
                <a:cubicBezTo>
                  <a:pt x="21655" y="80523"/>
                  <a:pt x="20262" y="80050"/>
                  <a:pt x="18893" y="79502"/>
                </a:cubicBezTo>
                <a:cubicBezTo>
                  <a:pt x="21133" y="76913"/>
                  <a:pt x="23821" y="74947"/>
                  <a:pt x="26634" y="73752"/>
                </a:cubicBezTo>
                <a:close/>
                <a:moveTo>
                  <a:pt x="70193" y="80871"/>
                </a:moveTo>
                <a:cubicBezTo>
                  <a:pt x="70193" y="80896"/>
                  <a:pt x="70193" y="80921"/>
                  <a:pt x="70218" y="80921"/>
                </a:cubicBezTo>
                <a:lnTo>
                  <a:pt x="70193" y="80971"/>
                </a:lnTo>
                <a:cubicBezTo>
                  <a:pt x="70193" y="80921"/>
                  <a:pt x="70168" y="80921"/>
                  <a:pt x="70168" y="80896"/>
                </a:cubicBezTo>
                <a:lnTo>
                  <a:pt x="70193" y="80871"/>
                </a:lnTo>
                <a:close/>
                <a:moveTo>
                  <a:pt x="18454" y="80232"/>
                </a:moveTo>
                <a:cubicBezTo>
                  <a:pt x="18763" y="80306"/>
                  <a:pt x="19028" y="80402"/>
                  <a:pt x="19341" y="80498"/>
                </a:cubicBezTo>
                <a:cubicBezTo>
                  <a:pt x="19415" y="80523"/>
                  <a:pt x="19540" y="80523"/>
                  <a:pt x="19639" y="80547"/>
                </a:cubicBezTo>
                <a:lnTo>
                  <a:pt x="19664" y="80547"/>
                </a:lnTo>
                <a:cubicBezTo>
                  <a:pt x="19988" y="80622"/>
                  <a:pt x="20262" y="80722"/>
                  <a:pt x="20610" y="80772"/>
                </a:cubicBezTo>
                <a:cubicBezTo>
                  <a:pt x="20759" y="80796"/>
                  <a:pt x="20909" y="80821"/>
                  <a:pt x="21108" y="80821"/>
                </a:cubicBezTo>
                <a:cubicBezTo>
                  <a:pt x="21158" y="80821"/>
                  <a:pt x="21207" y="80871"/>
                  <a:pt x="21257" y="80871"/>
                </a:cubicBezTo>
                <a:cubicBezTo>
                  <a:pt x="21307" y="80871"/>
                  <a:pt x="21382" y="80871"/>
                  <a:pt x="21456" y="80896"/>
                </a:cubicBezTo>
                <a:cubicBezTo>
                  <a:pt x="21481" y="80896"/>
                  <a:pt x="21506" y="80896"/>
                  <a:pt x="21531" y="80921"/>
                </a:cubicBezTo>
                <a:cubicBezTo>
                  <a:pt x="21581" y="80921"/>
                  <a:pt x="21631" y="80971"/>
                  <a:pt x="21655" y="80971"/>
                </a:cubicBezTo>
                <a:lnTo>
                  <a:pt x="21705" y="80971"/>
                </a:lnTo>
                <a:cubicBezTo>
                  <a:pt x="21722" y="80971"/>
                  <a:pt x="21749" y="80982"/>
                  <a:pt x="21780" y="80989"/>
                </a:cubicBezTo>
                <a:lnTo>
                  <a:pt x="21780" y="80989"/>
                </a:lnTo>
                <a:cubicBezTo>
                  <a:pt x="21631" y="80970"/>
                  <a:pt x="21516" y="80966"/>
                  <a:pt x="21382" y="80921"/>
                </a:cubicBezTo>
                <a:cubicBezTo>
                  <a:pt x="21257" y="80896"/>
                  <a:pt x="21158" y="80896"/>
                  <a:pt x="21083" y="80871"/>
                </a:cubicBezTo>
                <a:cubicBezTo>
                  <a:pt x="20171" y="80754"/>
                  <a:pt x="19281" y="80527"/>
                  <a:pt x="18454" y="80232"/>
                </a:cubicBezTo>
                <a:close/>
                <a:moveTo>
                  <a:pt x="27828" y="80971"/>
                </a:moveTo>
                <a:lnTo>
                  <a:pt x="27828" y="80996"/>
                </a:lnTo>
                <a:lnTo>
                  <a:pt x="27754" y="80996"/>
                </a:lnTo>
                <a:lnTo>
                  <a:pt x="27754" y="80971"/>
                </a:lnTo>
                <a:close/>
                <a:moveTo>
                  <a:pt x="33230" y="79975"/>
                </a:moveTo>
                <a:lnTo>
                  <a:pt x="33230" y="80000"/>
                </a:lnTo>
                <a:lnTo>
                  <a:pt x="33230" y="80025"/>
                </a:lnTo>
                <a:cubicBezTo>
                  <a:pt x="31811" y="80398"/>
                  <a:pt x="30392" y="80722"/>
                  <a:pt x="29073" y="80896"/>
                </a:cubicBezTo>
                <a:cubicBezTo>
                  <a:pt x="28973" y="80896"/>
                  <a:pt x="28899" y="80921"/>
                  <a:pt x="28824" y="80921"/>
                </a:cubicBezTo>
                <a:cubicBezTo>
                  <a:pt x="28550" y="80921"/>
                  <a:pt x="28252" y="80971"/>
                  <a:pt x="28003" y="80996"/>
                </a:cubicBezTo>
                <a:cubicBezTo>
                  <a:pt x="28301" y="80921"/>
                  <a:pt x="28525" y="80896"/>
                  <a:pt x="28774" y="80871"/>
                </a:cubicBezTo>
                <a:cubicBezTo>
                  <a:pt x="28849" y="80871"/>
                  <a:pt x="28924" y="80846"/>
                  <a:pt x="28998" y="80846"/>
                </a:cubicBezTo>
                <a:cubicBezTo>
                  <a:pt x="30367" y="80647"/>
                  <a:pt x="31811" y="80348"/>
                  <a:pt x="33230" y="79975"/>
                </a:cubicBezTo>
                <a:close/>
                <a:moveTo>
                  <a:pt x="96503" y="80846"/>
                </a:moveTo>
                <a:cubicBezTo>
                  <a:pt x="96578" y="80871"/>
                  <a:pt x="96652" y="80896"/>
                  <a:pt x="96752" y="80921"/>
                </a:cubicBezTo>
                <a:cubicBezTo>
                  <a:pt x="96752" y="80971"/>
                  <a:pt x="96702" y="80971"/>
                  <a:pt x="96702" y="80996"/>
                </a:cubicBezTo>
                <a:cubicBezTo>
                  <a:pt x="96627" y="80971"/>
                  <a:pt x="96553" y="80921"/>
                  <a:pt x="96453" y="80896"/>
                </a:cubicBezTo>
                <a:cubicBezTo>
                  <a:pt x="96503" y="80871"/>
                  <a:pt x="96503" y="80846"/>
                  <a:pt x="96503" y="80846"/>
                </a:cubicBezTo>
                <a:close/>
                <a:moveTo>
                  <a:pt x="96951" y="80971"/>
                </a:moveTo>
                <a:cubicBezTo>
                  <a:pt x="96951" y="80971"/>
                  <a:pt x="97001" y="80996"/>
                  <a:pt x="97026" y="80996"/>
                </a:cubicBezTo>
                <a:cubicBezTo>
                  <a:pt x="97026" y="81020"/>
                  <a:pt x="97001" y="81020"/>
                  <a:pt x="97001" y="81045"/>
                </a:cubicBezTo>
                <a:cubicBezTo>
                  <a:pt x="96951" y="81045"/>
                  <a:pt x="96951" y="81045"/>
                  <a:pt x="96926" y="81020"/>
                </a:cubicBezTo>
                <a:cubicBezTo>
                  <a:pt x="96926" y="80996"/>
                  <a:pt x="96951" y="80996"/>
                  <a:pt x="96951" y="80971"/>
                </a:cubicBezTo>
                <a:close/>
                <a:moveTo>
                  <a:pt x="44406" y="78656"/>
                </a:moveTo>
                <a:lnTo>
                  <a:pt x="44879" y="79602"/>
                </a:lnTo>
                <a:cubicBezTo>
                  <a:pt x="44978" y="79776"/>
                  <a:pt x="45053" y="79975"/>
                  <a:pt x="45128" y="80149"/>
                </a:cubicBezTo>
                <a:cubicBezTo>
                  <a:pt x="45252" y="80473"/>
                  <a:pt x="45377" y="80747"/>
                  <a:pt x="45476" y="81045"/>
                </a:cubicBezTo>
                <a:cubicBezTo>
                  <a:pt x="45479" y="81053"/>
                  <a:pt x="45481" y="81061"/>
                  <a:pt x="45483" y="81069"/>
                </a:cubicBezTo>
                <a:lnTo>
                  <a:pt x="45483" y="81069"/>
                </a:lnTo>
                <a:cubicBezTo>
                  <a:pt x="45385" y="80794"/>
                  <a:pt x="45279" y="80517"/>
                  <a:pt x="45153" y="80249"/>
                </a:cubicBezTo>
                <a:cubicBezTo>
                  <a:pt x="45128" y="80174"/>
                  <a:pt x="45103" y="80124"/>
                  <a:pt x="45053" y="80025"/>
                </a:cubicBezTo>
                <a:cubicBezTo>
                  <a:pt x="44879" y="79627"/>
                  <a:pt x="44680" y="79228"/>
                  <a:pt x="44481" y="78855"/>
                </a:cubicBezTo>
                <a:cubicBezTo>
                  <a:pt x="44431" y="78805"/>
                  <a:pt x="44431" y="78755"/>
                  <a:pt x="44406" y="78730"/>
                </a:cubicBezTo>
                <a:lnTo>
                  <a:pt x="44406" y="78681"/>
                </a:lnTo>
                <a:lnTo>
                  <a:pt x="44406" y="78656"/>
                </a:lnTo>
                <a:close/>
                <a:moveTo>
                  <a:pt x="22651" y="81045"/>
                </a:moveTo>
                <a:cubicBezTo>
                  <a:pt x="22751" y="81045"/>
                  <a:pt x="22850" y="81095"/>
                  <a:pt x="22950" y="81095"/>
                </a:cubicBezTo>
                <a:lnTo>
                  <a:pt x="23024" y="81095"/>
                </a:lnTo>
                <a:cubicBezTo>
                  <a:pt x="23074" y="81095"/>
                  <a:pt x="23124" y="81120"/>
                  <a:pt x="23149" y="81120"/>
                </a:cubicBezTo>
                <a:lnTo>
                  <a:pt x="23199" y="81120"/>
                </a:lnTo>
                <a:cubicBezTo>
                  <a:pt x="23248" y="81145"/>
                  <a:pt x="23273" y="81145"/>
                  <a:pt x="23323" y="81145"/>
                </a:cubicBezTo>
                <a:lnTo>
                  <a:pt x="22975" y="81145"/>
                </a:lnTo>
                <a:cubicBezTo>
                  <a:pt x="22900" y="81145"/>
                  <a:pt x="22875" y="81120"/>
                  <a:pt x="22825" y="81120"/>
                </a:cubicBezTo>
                <a:cubicBezTo>
                  <a:pt x="22751" y="81070"/>
                  <a:pt x="22701" y="81070"/>
                  <a:pt x="22626" y="81045"/>
                </a:cubicBezTo>
                <a:close/>
                <a:moveTo>
                  <a:pt x="100535" y="80672"/>
                </a:moveTo>
                <a:cubicBezTo>
                  <a:pt x="100535" y="80747"/>
                  <a:pt x="100510" y="80772"/>
                  <a:pt x="100486" y="80796"/>
                </a:cubicBezTo>
                <a:cubicBezTo>
                  <a:pt x="100386" y="80921"/>
                  <a:pt x="100286" y="81020"/>
                  <a:pt x="100237" y="81145"/>
                </a:cubicBezTo>
                <a:cubicBezTo>
                  <a:pt x="100187" y="81145"/>
                  <a:pt x="100187" y="81170"/>
                  <a:pt x="100162" y="81170"/>
                </a:cubicBezTo>
                <a:cubicBezTo>
                  <a:pt x="100286" y="81020"/>
                  <a:pt x="100411" y="80871"/>
                  <a:pt x="100535" y="80672"/>
                </a:cubicBezTo>
                <a:close/>
                <a:moveTo>
                  <a:pt x="99664" y="78108"/>
                </a:moveTo>
                <a:cubicBezTo>
                  <a:pt x="100311" y="79303"/>
                  <a:pt x="100535" y="80224"/>
                  <a:pt x="100262" y="80722"/>
                </a:cubicBezTo>
                <a:cubicBezTo>
                  <a:pt x="100187" y="80772"/>
                  <a:pt x="100162" y="80821"/>
                  <a:pt x="100112" y="80896"/>
                </a:cubicBezTo>
                <a:cubicBezTo>
                  <a:pt x="99901" y="81083"/>
                  <a:pt x="99546" y="81176"/>
                  <a:pt x="99073" y="81176"/>
                </a:cubicBezTo>
                <a:cubicBezTo>
                  <a:pt x="98600" y="81176"/>
                  <a:pt x="98009" y="81083"/>
                  <a:pt x="97324" y="80896"/>
                </a:cubicBezTo>
                <a:lnTo>
                  <a:pt x="99664" y="78108"/>
                </a:lnTo>
                <a:close/>
                <a:moveTo>
                  <a:pt x="27530" y="80996"/>
                </a:moveTo>
                <a:lnTo>
                  <a:pt x="27530" y="81020"/>
                </a:lnTo>
                <a:lnTo>
                  <a:pt x="27530" y="81045"/>
                </a:lnTo>
                <a:cubicBezTo>
                  <a:pt x="27380" y="81045"/>
                  <a:pt x="27256" y="81095"/>
                  <a:pt x="27107" y="81120"/>
                </a:cubicBezTo>
                <a:cubicBezTo>
                  <a:pt x="26957" y="81120"/>
                  <a:pt x="26783" y="81145"/>
                  <a:pt x="26659" y="81145"/>
                </a:cubicBezTo>
                <a:cubicBezTo>
                  <a:pt x="26011" y="81170"/>
                  <a:pt x="25389" y="81220"/>
                  <a:pt x="24767" y="81220"/>
                </a:cubicBezTo>
                <a:lnTo>
                  <a:pt x="24667" y="81220"/>
                </a:lnTo>
                <a:cubicBezTo>
                  <a:pt x="24518" y="81220"/>
                  <a:pt x="24344" y="81220"/>
                  <a:pt x="24169" y="81170"/>
                </a:cubicBezTo>
                <a:cubicBezTo>
                  <a:pt x="24145" y="81170"/>
                  <a:pt x="24095" y="81145"/>
                  <a:pt x="24045" y="81145"/>
                </a:cubicBezTo>
                <a:lnTo>
                  <a:pt x="24020" y="81145"/>
                </a:lnTo>
                <a:cubicBezTo>
                  <a:pt x="23995" y="81145"/>
                  <a:pt x="23970" y="81120"/>
                  <a:pt x="23921" y="81120"/>
                </a:cubicBezTo>
                <a:cubicBezTo>
                  <a:pt x="24169" y="81120"/>
                  <a:pt x="24418" y="81145"/>
                  <a:pt x="24717" y="81145"/>
                </a:cubicBezTo>
                <a:lnTo>
                  <a:pt x="24891" y="81145"/>
                </a:lnTo>
                <a:cubicBezTo>
                  <a:pt x="25489" y="81145"/>
                  <a:pt x="26086" y="81120"/>
                  <a:pt x="26659" y="81095"/>
                </a:cubicBezTo>
                <a:lnTo>
                  <a:pt x="26708" y="81095"/>
                </a:lnTo>
                <a:cubicBezTo>
                  <a:pt x="26783" y="81095"/>
                  <a:pt x="26858" y="81095"/>
                  <a:pt x="26957" y="81045"/>
                </a:cubicBezTo>
                <a:lnTo>
                  <a:pt x="27107" y="81045"/>
                </a:lnTo>
                <a:cubicBezTo>
                  <a:pt x="27231" y="81020"/>
                  <a:pt x="27380" y="81020"/>
                  <a:pt x="27530" y="80996"/>
                </a:cubicBezTo>
                <a:close/>
                <a:moveTo>
                  <a:pt x="42738" y="76565"/>
                </a:moveTo>
                <a:cubicBezTo>
                  <a:pt x="42912" y="76864"/>
                  <a:pt x="43062" y="77113"/>
                  <a:pt x="43236" y="77361"/>
                </a:cubicBezTo>
                <a:cubicBezTo>
                  <a:pt x="43311" y="77536"/>
                  <a:pt x="43410" y="77685"/>
                  <a:pt x="43485" y="77884"/>
                </a:cubicBezTo>
                <a:cubicBezTo>
                  <a:pt x="42191" y="79378"/>
                  <a:pt x="40299" y="80523"/>
                  <a:pt x="37909" y="81244"/>
                </a:cubicBezTo>
                <a:cubicBezTo>
                  <a:pt x="37909" y="81220"/>
                  <a:pt x="37934" y="81170"/>
                  <a:pt x="37934" y="81145"/>
                </a:cubicBezTo>
                <a:cubicBezTo>
                  <a:pt x="37959" y="81095"/>
                  <a:pt x="37959" y="81020"/>
                  <a:pt x="38009" y="80971"/>
                </a:cubicBezTo>
                <a:cubicBezTo>
                  <a:pt x="38158" y="80523"/>
                  <a:pt x="38332" y="80099"/>
                  <a:pt x="38532" y="79676"/>
                </a:cubicBezTo>
                <a:cubicBezTo>
                  <a:pt x="38557" y="79577"/>
                  <a:pt x="38581" y="79502"/>
                  <a:pt x="38656" y="79403"/>
                </a:cubicBezTo>
                <a:cubicBezTo>
                  <a:pt x="38656" y="79378"/>
                  <a:pt x="38681" y="79378"/>
                  <a:pt x="38681" y="79353"/>
                </a:cubicBezTo>
                <a:lnTo>
                  <a:pt x="38681" y="79303"/>
                </a:lnTo>
                <a:cubicBezTo>
                  <a:pt x="38805" y="78930"/>
                  <a:pt x="38955" y="78556"/>
                  <a:pt x="39154" y="78183"/>
                </a:cubicBezTo>
                <a:cubicBezTo>
                  <a:pt x="39403" y="78108"/>
                  <a:pt x="39652" y="77984"/>
                  <a:pt x="39901" y="77884"/>
                </a:cubicBezTo>
                <a:cubicBezTo>
                  <a:pt x="40199" y="77760"/>
                  <a:pt x="40523" y="77610"/>
                  <a:pt x="40822" y="77486"/>
                </a:cubicBezTo>
                <a:cubicBezTo>
                  <a:pt x="41120" y="77361"/>
                  <a:pt x="41419" y="77237"/>
                  <a:pt x="41693" y="77063"/>
                </a:cubicBezTo>
                <a:cubicBezTo>
                  <a:pt x="41991" y="76938"/>
                  <a:pt x="42290" y="76789"/>
                  <a:pt x="42564" y="76640"/>
                </a:cubicBezTo>
                <a:cubicBezTo>
                  <a:pt x="42639" y="76615"/>
                  <a:pt x="42664" y="76565"/>
                  <a:pt x="42738" y="76565"/>
                </a:cubicBezTo>
                <a:close/>
                <a:moveTo>
                  <a:pt x="38905" y="78282"/>
                </a:moveTo>
                <a:cubicBezTo>
                  <a:pt x="38457" y="79303"/>
                  <a:pt x="38059" y="80299"/>
                  <a:pt x="37685" y="81269"/>
                </a:cubicBezTo>
                <a:lnTo>
                  <a:pt x="37660" y="81269"/>
                </a:lnTo>
                <a:cubicBezTo>
                  <a:pt x="37959" y="80299"/>
                  <a:pt x="38382" y="79303"/>
                  <a:pt x="38830" y="78307"/>
                </a:cubicBezTo>
                <a:cubicBezTo>
                  <a:pt x="38880" y="78307"/>
                  <a:pt x="38880" y="78307"/>
                  <a:pt x="38905" y="78282"/>
                </a:cubicBezTo>
                <a:close/>
                <a:moveTo>
                  <a:pt x="97200" y="81045"/>
                </a:moveTo>
                <a:cubicBezTo>
                  <a:pt x="97929" y="81267"/>
                  <a:pt x="98556" y="81378"/>
                  <a:pt x="99058" y="81378"/>
                </a:cubicBezTo>
                <a:cubicBezTo>
                  <a:pt x="99344" y="81378"/>
                  <a:pt x="99590" y="81342"/>
                  <a:pt x="99789" y="81269"/>
                </a:cubicBezTo>
                <a:lnTo>
                  <a:pt x="99789" y="81269"/>
                </a:lnTo>
                <a:cubicBezTo>
                  <a:pt x="99764" y="81294"/>
                  <a:pt x="99739" y="81344"/>
                  <a:pt x="99739" y="81369"/>
                </a:cubicBezTo>
                <a:cubicBezTo>
                  <a:pt x="99554" y="81415"/>
                  <a:pt x="99343" y="81438"/>
                  <a:pt x="99106" y="81438"/>
                </a:cubicBezTo>
                <a:cubicBezTo>
                  <a:pt x="98578" y="81438"/>
                  <a:pt x="97924" y="81326"/>
                  <a:pt x="97150" y="81120"/>
                </a:cubicBezTo>
                <a:lnTo>
                  <a:pt x="97200" y="81045"/>
                </a:lnTo>
                <a:close/>
                <a:moveTo>
                  <a:pt x="43560" y="78034"/>
                </a:moveTo>
                <a:cubicBezTo>
                  <a:pt x="43560" y="78058"/>
                  <a:pt x="43609" y="78058"/>
                  <a:pt x="43609" y="78108"/>
                </a:cubicBezTo>
                <a:cubicBezTo>
                  <a:pt x="42265" y="79627"/>
                  <a:pt x="40299" y="80772"/>
                  <a:pt x="37810" y="81518"/>
                </a:cubicBezTo>
                <a:cubicBezTo>
                  <a:pt x="37785" y="81493"/>
                  <a:pt x="37785" y="81468"/>
                  <a:pt x="37810" y="81419"/>
                </a:cubicBezTo>
                <a:cubicBezTo>
                  <a:pt x="40274" y="80722"/>
                  <a:pt x="42215" y="79527"/>
                  <a:pt x="43560" y="78034"/>
                </a:cubicBezTo>
                <a:close/>
                <a:moveTo>
                  <a:pt x="99988" y="81518"/>
                </a:moveTo>
                <a:cubicBezTo>
                  <a:pt x="99938" y="81554"/>
                  <a:pt x="99893" y="81589"/>
                  <a:pt x="99851" y="81624"/>
                </a:cubicBezTo>
                <a:lnTo>
                  <a:pt x="99851" y="81624"/>
                </a:lnTo>
                <a:cubicBezTo>
                  <a:pt x="99880" y="81589"/>
                  <a:pt x="99909" y="81554"/>
                  <a:pt x="99938" y="81518"/>
                </a:cubicBezTo>
                <a:close/>
                <a:moveTo>
                  <a:pt x="27455" y="81269"/>
                </a:moveTo>
                <a:cubicBezTo>
                  <a:pt x="27380" y="81419"/>
                  <a:pt x="27331" y="81618"/>
                  <a:pt x="27256" y="81767"/>
                </a:cubicBezTo>
                <a:cubicBezTo>
                  <a:pt x="26559" y="81668"/>
                  <a:pt x="25837" y="81518"/>
                  <a:pt x="25115" y="81394"/>
                </a:cubicBezTo>
                <a:cubicBezTo>
                  <a:pt x="25638" y="81394"/>
                  <a:pt x="26136" y="81369"/>
                  <a:pt x="26683" y="81344"/>
                </a:cubicBezTo>
                <a:cubicBezTo>
                  <a:pt x="26808" y="81344"/>
                  <a:pt x="26957" y="81294"/>
                  <a:pt x="27082" y="81294"/>
                </a:cubicBezTo>
                <a:cubicBezTo>
                  <a:pt x="27206" y="81294"/>
                  <a:pt x="27331" y="81269"/>
                  <a:pt x="27455" y="81269"/>
                </a:cubicBezTo>
                <a:close/>
                <a:moveTo>
                  <a:pt x="27704" y="81244"/>
                </a:moveTo>
                <a:cubicBezTo>
                  <a:pt x="27629" y="81419"/>
                  <a:pt x="27580" y="81618"/>
                  <a:pt x="27480" y="81792"/>
                </a:cubicBezTo>
                <a:lnTo>
                  <a:pt x="27455" y="81792"/>
                </a:lnTo>
                <a:lnTo>
                  <a:pt x="27629" y="81244"/>
                </a:lnTo>
                <a:close/>
                <a:moveTo>
                  <a:pt x="23871" y="81344"/>
                </a:moveTo>
                <a:cubicBezTo>
                  <a:pt x="23970" y="81369"/>
                  <a:pt x="24095" y="81369"/>
                  <a:pt x="24194" y="81369"/>
                </a:cubicBezTo>
                <a:cubicBezTo>
                  <a:pt x="25190" y="81618"/>
                  <a:pt x="26211" y="81767"/>
                  <a:pt x="27206" y="81916"/>
                </a:cubicBezTo>
                <a:cubicBezTo>
                  <a:pt x="27206" y="81966"/>
                  <a:pt x="27181" y="81966"/>
                  <a:pt x="27181" y="81991"/>
                </a:cubicBezTo>
                <a:cubicBezTo>
                  <a:pt x="26086" y="81842"/>
                  <a:pt x="24966" y="81618"/>
                  <a:pt x="23871" y="81344"/>
                </a:cubicBezTo>
                <a:close/>
                <a:moveTo>
                  <a:pt x="27455" y="81966"/>
                </a:moveTo>
                <a:cubicBezTo>
                  <a:pt x="27455" y="81991"/>
                  <a:pt x="27455" y="81991"/>
                  <a:pt x="27405" y="82016"/>
                </a:cubicBezTo>
                <a:lnTo>
                  <a:pt x="27355" y="82016"/>
                </a:lnTo>
                <a:cubicBezTo>
                  <a:pt x="27355" y="82016"/>
                  <a:pt x="27380" y="81991"/>
                  <a:pt x="27380" y="81966"/>
                </a:cubicBezTo>
                <a:close/>
                <a:moveTo>
                  <a:pt x="33423" y="80140"/>
                </a:moveTo>
                <a:lnTo>
                  <a:pt x="33423" y="80140"/>
                </a:lnTo>
                <a:cubicBezTo>
                  <a:pt x="33202" y="80757"/>
                  <a:pt x="33029" y="81374"/>
                  <a:pt x="32856" y="82016"/>
                </a:cubicBezTo>
                <a:lnTo>
                  <a:pt x="32807" y="82016"/>
                </a:lnTo>
                <a:cubicBezTo>
                  <a:pt x="32981" y="81394"/>
                  <a:pt x="33155" y="80772"/>
                  <a:pt x="33354" y="80149"/>
                </a:cubicBezTo>
                <a:cubicBezTo>
                  <a:pt x="33391" y="80149"/>
                  <a:pt x="33414" y="80149"/>
                  <a:pt x="33423" y="80140"/>
                </a:cubicBezTo>
                <a:close/>
                <a:moveTo>
                  <a:pt x="38532" y="78382"/>
                </a:moveTo>
                <a:lnTo>
                  <a:pt x="38532" y="78382"/>
                </a:lnTo>
                <a:cubicBezTo>
                  <a:pt x="38084" y="79378"/>
                  <a:pt x="37685" y="80348"/>
                  <a:pt x="37337" y="81344"/>
                </a:cubicBezTo>
                <a:cubicBezTo>
                  <a:pt x="36018" y="81742"/>
                  <a:pt x="34574" y="81916"/>
                  <a:pt x="33080" y="82016"/>
                </a:cubicBezTo>
                <a:cubicBezTo>
                  <a:pt x="33230" y="81369"/>
                  <a:pt x="33429" y="80672"/>
                  <a:pt x="33678" y="80050"/>
                </a:cubicBezTo>
                <a:lnTo>
                  <a:pt x="34051" y="79950"/>
                </a:lnTo>
                <a:cubicBezTo>
                  <a:pt x="34225" y="79900"/>
                  <a:pt x="34425" y="79875"/>
                  <a:pt x="34574" y="79801"/>
                </a:cubicBezTo>
                <a:lnTo>
                  <a:pt x="35694" y="79427"/>
                </a:lnTo>
                <a:cubicBezTo>
                  <a:pt x="35918" y="79378"/>
                  <a:pt x="36142" y="79303"/>
                  <a:pt x="36316" y="79203"/>
                </a:cubicBezTo>
                <a:cubicBezTo>
                  <a:pt x="36665" y="79104"/>
                  <a:pt x="36988" y="78954"/>
                  <a:pt x="37387" y="78855"/>
                </a:cubicBezTo>
                <a:cubicBezTo>
                  <a:pt x="37636" y="78755"/>
                  <a:pt x="37835" y="78656"/>
                  <a:pt x="38084" y="78556"/>
                </a:cubicBezTo>
                <a:cubicBezTo>
                  <a:pt x="38258" y="78506"/>
                  <a:pt x="38382" y="78432"/>
                  <a:pt x="38532" y="78382"/>
                </a:cubicBezTo>
                <a:close/>
                <a:moveTo>
                  <a:pt x="33105" y="80199"/>
                </a:moveTo>
                <a:lnTo>
                  <a:pt x="33105" y="80199"/>
                </a:lnTo>
                <a:cubicBezTo>
                  <a:pt x="32931" y="80796"/>
                  <a:pt x="32732" y="81419"/>
                  <a:pt x="32583" y="82041"/>
                </a:cubicBezTo>
                <a:cubicBezTo>
                  <a:pt x="32188" y="82060"/>
                  <a:pt x="31786" y="82069"/>
                  <a:pt x="31378" y="82069"/>
                </a:cubicBezTo>
                <a:cubicBezTo>
                  <a:pt x="30187" y="82069"/>
                  <a:pt x="28946" y="81990"/>
                  <a:pt x="27704" y="81842"/>
                </a:cubicBezTo>
                <a:cubicBezTo>
                  <a:pt x="27754" y="81618"/>
                  <a:pt x="27853" y="81419"/>
                  <a:pt x="27903" y="81220"/>
                </a:cubicBezTo>
                <a:cubicBezTo>
                  <a:pt x="28227" y="81170"/>
                  <a:pt x="28525" y="81120"/>
                  <a:pt x="28824" y="81095"/>
                </a:cubicBezTo>
                <a:cubicBezTo>
                  <a:pt x="28874" y="81095"/>
                  <a:pt x="28973" y="81045"/>
                  <a:pt x="29023" y="81045"/>
                </a:cubicBezTo>
                <a:cubicBezTo>
                  <a:pt x="29123" y="81045"/>
                  <a:pt x="29197" y="81020"/>
                  <a:pt x="29272" y="81020"/>
                </a:cubicBezTo>
                <a:cubicBezTo>
                  <a:pt x="29347" y="81020"/>
                  <a:pt x="29446" y="80996"/>
                  <a:pt x="29496" y="80996"/>
                </a:cubicBezTo>
                <a:cubicBezTo>
                  <a:pt x="29944" y="80921"/>
                  <a:pt x="30367" y="80821"/>
                  <a:pt x="30815" y="80747"/>
                </a:cubicBezTo>
                <a:cubicBezTo>
                  <a:pt x="30940" y="80697"/>
                  <a:pt x="31014" y="80697"/>
                  <a:pt x="31139" y="80672"/>
                </a:cubicBezTo>
                <a:cubicBezTo>
                  <a:pt x="31562" y="80572"/>
                  <a:pt x="31985" y="80498"/>
                  <a:pt x="32384" y="80398"/>
                </a:cubicBezTo>
                <a:cubicBezTo>
                  <a:pt x="32558" y="80373"/>
                  <a:pt x="32707" y="80348"/>
                  <a:pt x="32832" y="80299"/>
                </a:cubicBezTo>
                <a:lnTo>
                  <a:pt x="33105" y="80199"/>
                </a:lnTo>
                <a:close/>
                <a:moveTo>
                  <a:pt x="32832" y="82240"/>
                </a:moveTo>
                <a:cubicBezTo>
                  <a:pt x="32832" y="82265"/>
                  <a:pt x="32832" y="82290"/>
                  <a:pt x="32807" y="82290"/>
                </a:cubicBezTo>
                <a:lnTo>
                  <a:pt x="32732" y="82290"/>
                </a:lnTo>
                <a:cubicBezTo>
                  <a:pt x="32782" y="82265"/>
                  <a:pt x="32782" y="82265"/>
                  <a:pt x="32782" y="82240"/>
                </a:cubicBezTo>
                <a:close/>
                <a:moveTo>
                  <a:pt x="37287" y="81593"/>
                </a:moveTo>
                <a:cubicBezTo>
                  <a:pt x="37287" y="81618"/>
                  <a:pt x="37262" y="81643"/>
                  <a:pt x="37262" y="81643"/>
                </a:cubicBezTo>
                <a:cubicBezTo>
                  <a:pt x="35943" y="81991"/>
                  <a:pt x="34524" y="82215"/>
                  <a:pt x="33031" y="82290"/>
                </a:cubicBezTo>
                <a:cubicBezTo>
                  <a:pt x="33031" y="82265"/>
                  <a:pt x="33031" y="82240"/>
                  <a:pt x="33056" y="82215"/>
                </a:cubicBezTo>
                <a:cubicBezTo>
                  <a:pt x="34524" y="82116"/>
                  <a:pt x="35943" y="81916"/>
                  <a:pt x="37287" y="81593"/>
                </a:cubicBezTo>
                <a:close/>
                <a:moveTo>
                  <a:pt x="27629" y="82016"/>
                </a:moveTo>
                <a:cubicBezTo>
                  <a:pt x="28990" y="82196"/>
                  <a:pt x="30334" y="82280"/>
                  <a:pt x="31637" y="82280"/>
                </a:cubicBezTo>
                <a:cubicBezTo>
                  <a:pt x="31955" y="82280"/>
                  <a:pt x="32270" y="82275"/>
                  <a:pt x="32583" y="82265"/>
                </a:cubicBezTo>
                <a:lnTo>
                  <a:pt x="32583" y="82315"/>
                </a:lnTo>
                <a:cubicBezTo>
                  <a:pt x="32234" y="82315"/>
                  <a:pt x="31911" y="82365"/>
                  <a:pt x="31562" y="82365"/>
                </a:cubicBezTo>
                <a:cubicBezTo>
                  <a:pt x="30243" y="82365"/>
                  <a:pt x="28949" y="82265"/>
                  <a:pt x="27604" y="82091"/>
                </a:cubicBezTo>
                <a:cubicBezTo>
                  <a:pt x="27604" y="82041"/>
                  <a:pt x="27629" y="82016"/>
                  <a:pt x="27629" y="82016"/>
                </a:cubicBezTo>
                <a:close/>
                <a:moveTo>
                  <a:pt x="52471" y="76963"/>
                </a:moveTo>
                <a:cubicBezTo>
                  <a:pt x="53118" y="77660"/>
                  <a:pt x="53715" y="78407"/>
                  <a:pt x="54313" y="79178"/>
                </a:cubicBezTo>
                <a:cubicBezTo>
                  <a:pt x="52371" y="80498"/>
                  <a:pt x="50454" y="81742"/>
                  <a:pt x="48513" y="82813"/>
                </a:cubicBezTo>
                <a:cubicBezTo>
                  <a:pt x="47741" y="80796"/>
                  <a:pt x="46646" y="78905"/>
                  <a:pt x="45227" y="77287"/>
                </a:cubicBezTo>
                <a:lnTo>
                  <a:pt x="45252" y="77287"/>
                </a:lnTo>
                <a:cubicBezTo>
                  <a:pt x="45302" y="77287"/>
                  <a:pt x="45352" y="77312"/>
                  <a:pt x="45402" y="77312"/>
                </a:cubicBezTo>
                <a:cubicBezTo>
                  <a:pt x="45426" y="77312"/>
                  <a:pt x="45501" y="77361"/>
                  <a:pt x="45526" y="77361"/>
                </a:cubicBezTo>
                <a:cubicBezTo>
                  <a:pt x="45626" y="77386"/>
                  <a:pt x="45750" y="77386"/>
                  <a:pt x="45850" y="77411"/>
                </a:cubicBezTo>
                <a:cubicBezTo>
                  <a:pt x="46024" y="77436"/>
                  <a:pt x="46173" y="77486"/>
                  <a:pt x="46372" y="77511"/>
                </a:cubicBezTo>
                <a:cubicBezTo>
                  <a:pt x="46472" y="77511"/>
                  <a:pt x="46522" y="77536"/>
                  <a:pt x="46621" y="77536"/>
                </a:cubicBezTo>
                <a:lnTo>
                  <a:pt x="46870" y="77536"/>
                </a:lnTo>
                <a:cubicBezTo>
                  <a:pt x="47194" y="77561"/>
                  <a:pt x="47542" y="77610"/>
                  <a:pt x="47891" y="77610"/>
                </a:cubicBezTo>
                <a:lnTo>
                  <a:pt x="47990" y="77610"/>
                </a:lnTo>
                <a:cubicBezTo>
                  <a:pt x="48239" y="77610"/>
                  <a:pt x="48488" y="77610"/>
                  <a:pt x="48762" y="77561"/>
                </a:cubicBezTo>
                <a:cubicBezTo>
                  <a:pt x="48861" y="77561"/>
                  <a:pt x="48936" y="77536"/>
                  <a:pt x="49061" y="77536"/>
                </a:cubicBezTo>
                <a:cubicBezTo>
                  <a:pt x="49160" y="77536"/>
                  <a:pt x="49235" y="77536"/>
                  <a:pt x="49334" y="77511"/>
                </a:cubicBezTo>
                <a:cubicBezTo>
                  <a:pt x="49409" y="77511"/>
                  <a:pt x="49509" y="77511"/>
                  <a:pt x="49608" y="77461"/>
                </a:cubicBezTo>
                <a:cubicBezTo>
                  <a:pt x="49782" y="77436"/>
                  <a:pt x="49982" y="77411"/>
                  <a:pt x="50156" y="77411"/>
                </a:cubicBezTo>
                <a:cubicBezTo>
                  <a:pt x="50255" y="77411"/>
                  <a:pt x="50355" y="77386"/>
                  <a:pt x="50479" y="77386"/>
                </a:cubicBezTo>
                <a:cubicBezTo>
                  <a:pt x="50504" y="77386"/>
                  <a:pt x="50579" y="77337"/>
                  <a:pt x="50604" y="77337"/>
                </a:cubicBezTo>
                <a:lnTo>
                  <a:pt x="51077" y="77262"/>
                </a:lnTo>
                <a:cubicBezTo>
                  <a:pt x="51151" y="77262"/>
                  <a:pt x="51226" y="77212"/>
                  <a:pt x="51326" y="77212"/>
                </a:cubicBezTo>
                <a:lnTo>
                  <a:pt x="51351" y="77212"/>
                </a:lnTo>
                <a:cubicBezTo>
                  <a:pt x="51400" y="77212"/>
                  <a:pt x="51475" y="77187"/>
                  <a:pt x="51525" y="77187"/>
                </a:cubicBezTo>
                <a:cubicBezTo>
                  <a:pt x="51699" y="77162"/>
                  <a:pt x="51873" y="77137"/>
                  <a:pt x="52023" y="77063"/>
                </a:cubicBezTo>
                <a:cubicBezTo>
                  <a:pt x="52097" y="77038"/>
                  <a:pt x="52147" y="77038"/>
                  <a:pt x="52222" y="77038"/>
                </a:cubicBezTo>
                <a:cubicBezTo>
                  <a:pt x="52321" y="77013"/>
                  <a:pt x="52371" y="77013"/>
                  <a:pt x="52471" y="76963"/>
                </a:cubicBezTo>
                <a:close/>
                <a:moveTo>
                  <a:pt x="44779" y="77162"/>
                </a:moveTo>
                <a:cubicBezTo>
                  <a:pt x="44804" y="77162"/>
                  <a:pt x="44804" y="77162"/>
                  <a:pt x="44854" y="77187"/>
                </a:cubicBezTo>
                <a:cubicBezTo>
                  <a:pt x="46372" y="78880"/>
                  <a:pt x="47542" y="80796"/>
                  <a:pt x="48364" y="82962"/>
                </a:cubicBezTo>
                <a:cubicBezTo>
                  <a:pt x="48339" y="82962"/>
                  <a:pt x="48339" y="82987"/>
                  <a:pt x="48289" y="82987"/>
                </a:cubicBezTo>
                <a:cubicBezTo>
                  <a:pt x="47492" y="80846"/>
                  <a:pt x="46298" y="78880"/>
                  <a:pt x="44779" y="77162"/>
                </a:cubicBezTo>
                <a:close/>
                <a:moveTo>
                  <a:pt x="54462" y="79353"/>
                </a:moveTo>
                <a:lnTo>
                  <a:pt x="54487" y="79378"/>
                </a:lnTo>
                <a:cubicBezTo>
                  <a:pt x="52520" y="80722"/>
                  <a:pt x="50604" y="81916"/>
                  <a:pt x="48637" y="83037"/>
                </a:cubicBezTo>
                <a:cubicBezTo>
                  <a:pt x="48637" y="83012"/>
                  <a:pt x="48637" y="83012"/>
                  <a:pt x="48613" y="82987"/>
                </a:cubicBezTo>
                <a:cubicBezTo>
                  <a:pt x="50529" y="81892"/>
                  <a:pt x="52496" y="80647"/>
                  <a:pt x="54462" y="79353"/>
                </a:cubicBezTo>
                <a:close/>
                <a:moveTo>
                  <a:pt x="48463" y="83111"/>
                </a:moveTo>
                <a:cubicBezTo>
                  <a:pt x="48463" y="83136"/>
                  <a:pt x="48463" y="83136"/>
                  <a:pt x="48488" y="83161"/>
                </a:cubicBezTo>
                <a:cubicBezTo>
                  <a:pt x="48463" y="83161"/>
                  <a:pt x="48413" y="83161"/>
                  <a:pt x="48413" y="83211"/>
                </a:cubicBezTo>
                <a:cubicBezTo>
                  <a:pt x="48413" y="83161"/>
                  <a:pt x="48413" y="83161"/>
                  <a:pt x="48388" y="83136"/>
                </a:cubicBezTo>
                <a:cubicBezTo>
                  <a:pt x="48413" y="83136"/>
                  <a:pt x="48413" y="83111"/>
                  <a:pt x="48463" y="83111"/>
                </a:cubicBezTo>
                <a:close/>
                <a:moveTo>
                  <a:pt x="44406" y="79054"/>
                </a:moveTo>
                <a:cubicBezTo>
                  <a:pt x="44406" y="79104"/>
                  <a:pt x="44431" y="79104"/>
                  <a:pt x="44431" y="79129"/>
                </a:cubicBezTo>
                <a:cubicBezTo>
                  <a:pt x="44655" y="79527"/>
                  <a:pt x="44854" y="79925"/>
                  <a:pt x="45003" y="80348"/>
                </a:cubicBezTo>
                <a:cubicBezTo>
                  <a:pt x="45028" y="80423"/>
                  <a:pt x="45053" y="80523"/>
                  <a:pt x="45128" y="80622"/>
                </a:cubicBezTo>
                <a:cubicBezTo>
                  <a:pt x="45302" y="81045"/>
                  <a:pt x="45476" y="81518"/>
                  <a:pt x="45601" y="81966"/>
                </a:cubicBezTo>
                <a:cubicBezTo>
                  <a:pt x="45601" y="81991"/>
                  <a:pt x="45601" y="81991"/>
                  <a:pt x="45626" y="82016"/>
                </a:cubicBezTo>
                <a:cubicBezTo>
                  <a:pt x="45750" y="82414"/>
                  <a:pt x="45825" y="82862"/>
                  <a:pt x="45924" y="83261"/>
                </a:cubicBezTo>
                <a:cubicBezTo>
                  <a:pt x="45302" y="82464"/>
                  <a:pt x="44879" y="81518"/>
                  <a:pt x="44605" y="80448"/>
                </a:cubicBezTo>
                <a:cubicBezTo>
                  <a:pt x="44605" y="80423"/>
                  <a:pt x="44555" y="80373"/>
                  <a:pt x="44555" y="80348"/>
                </a:cubicBezTo>
                <a:lnTo>
                  <a:pt x="44481" y="79875"/>
                </a:lnTo>
                <a:cubicBezTo>
                  <a:pt x="44431" y="79676"/>
                  <a:pt x="44406" y="79502"/>
                  <a:pt x="44381" y="79353"/>
                </a:cubicBezTo>
                <a:cubicBezTo>
                  <a:pt x="44381" y="79253"/>
                  <a:pt x="44381" y="79154"/>
                  <a:pt x="44406" y="79054"/>
                </a:cubicBezTo>
                <a:close/>
                <a:moveTo>
                  <a:pt x="7567" y="72956"/>
                </a:moveTo>
                <a:lnTo>
                  <a:pt x="7567" y="72956"/>
                </a:lnTo>
                <a:cubicBezTo>
                  <a:pt x="6298" y="76565"/>
                  <a:pt x="5402" y="80050"/>
                  <a:pt x="4904" y="83385"/>
                </a:cubicBezTo>
                <a:cubicBezTo>
                  <a:pt x="4107" y="82041"/>
                  <a:pt x="3485" y="80597"/>
                  <a:pt x="3087" y="78979"/>
                </a:cubicBezTo>
                <a:cubicBezTo>
                  <a:pt x="4057" y="76938"/>
                  <a:pt x="5426" y="75022"/>
                  <a:pt x="7169" y="73329"/>
                </a:cubicBezTo>
                <a:cubicBezTo>
                  <a:pt x="7318" y="73180"/>
                  <a:pt x="7443" y="73080"/>
                  <a:pt x="7567" y="72956"/>
                </a:cubicBezTo>
                <a:close/>
                <a:moveTo>
                  <a:pt x="16677" y="79751"/>
                </a:moveTo>
                <a:cubicBezTo>
                  <a:pt x="16777" y="79776"/>
                  <a:pt x="16876" y="79851"/>
                  <a:pt x="16976" y="79900"/>
                </a:cubicBezTo>
                <a:cubicBezTo>
                  <a:pt x="17100" y="79975"/>
                  <a:pt x="17250" y="80025"/>
                  <a:pt x="17374" y="80050"/>
                </a:cubicBezTo>
                <a:cubicBezTo>
                  <a:pt x="17499" y="80124"/>
                  <a:pt x="17623" y="80149"/>
                  <a:pt x="17748" y="80224"/>
                </a:cubicBezTo>
                <a:cubicBezTo>
                  <a:pt x="16901" y="81294"/>
                  <a:pt x="16130" y="82464"/>
                  <a:pt x="15482" y="83634"/>
                </a:cubicBezTo>
                <a:cubicBezTo>
                  <a:pt x="15806" y="82365"/>
                  <a:pt x="16229" y="81045"/>
                  <a:pt x="16677" y="79751"/>
                </a:cubicBezTo>
                <a:close/>
                <a:moveTo>
                  <a:pt x="46118" y="83555"/>
                </a:moveTo>
                <a:cubicBezTo>
                  <a:pt x="46128" y="83612"/>
                  <a:pt x="46138" y="83669"/>
                  <a:pt x="46147" y="83726"/>
                </a:cubicBezTo>
                <a:lnTo>
                  <a:pt x="46147" y="83726"/>
                </a:lnTo>
                <a:cubicBezTo>
                  <a:pt x="46145" y="83719"/>
                  <a:pt x="46139" y="83709"/>
                  <a:pt x="46123" y="83709"/>
                </a:cubicBezTo>
                <a:lnTo>
                  <a:pt x="46099" y="83659"/>
                </a:lnTo>
                <a:cubicBezTo>
                  <a:pt x="46107" y="83623"/>
                  <a:pt x="46114" y="83589"/>
                  <a:pt x="46118" y="83555"/>
                </a:cubicBezTo>
                <a:close/>
                <a:moveTo>
                  <a:pt x="7816" y="72831"/>
                </a:moveTo>
                <a:lnTo>
                  <a:pt x="7841" y="72881"/>
                </a:lnTo>
                <a:cubicBezTo>
                  <a:pt x="6472" y="76640"/>
                  <a:pt x="5551" y="80274"/>
                  <a:pt x="5053" y="83734"/>
                </a:cubicBezTo>
                <a:cubicBezTo>
                  <a:pt x="5053" y="83709"/>
                  <a:pt x="5053" y="83659"/>
                  <a:pt x="5028" y="83634"/>
                </a:cubicBezTo>
                <a:cubicBezTo>
                  <a:pt x="5103" y="82962"/>
                  <a:pt x="5227" y="82240"/>
                  <a:pt x="5352" y="81543"/>
                </a:cubicBezTo>
                <a:lnTo>
                  <a:pt x="5352" y="81518"/>
                </a:lnTo>
                <a:cubicBezTo>
                  <a:pt x="5924" y="78730"/>
                  <a:pt x="6721" y="75793"/>
                  <a:pt x="7816" y="72831"/>
                </a:cubicBezTo>
                <a:close/>
                <a:moveTo>
                  <a:pt x="44680" y="81294"/>
                </a:moveTo>
                <a:cubicBezTo>
                  <a:pt x="45003" y="82165"/>
                  <a:pt x="45476" y="82987"/>
                  <a:pt x="46024" y="83634"/>
                </a:cubicBezTo>
                <a:cubicBezTo>
                  <a:pt x="46024" y="83658"/>
                  <a:pt x="46024" y="83729"/>
                  <a:pt x="46047" y="83756"/>
                </a:cubicBezTo>
                <a:lnTo>
                  <a:pt x="46047" y="83756"/>
                </a:lnTo>
                <a:cubicBezTo>
                  <a:pt x="45475" y="83134"/>
                  <a:pt x="45028" y="82413"/>
                  <a:pt x="44729" y="81593"/>
                </a:cubicBezTo>
                <a:cubicBezTo>
                  <a:pt x="44729" y="81493"/>
                  <a:pt x="44680" y="81394"/>
                  <a:pt x="44680" y="81294"/>
                </a:cubicBezTo>
                <a:close/>
                <a:moveTo>
                  <a:pt x="2937" y="79203"/>
                </a:moveTo>
                <a:cubicBezTo>
                  <a:pt x="3385" y="80821"/>
                  <a:pt x="4033" y="82315"/>
                  <a:pt x="4829" y="83659"/>
                </a:cubicBezTo>
                <a:cubicBezTo>
                  <a:pt x="4829" y="83709"/>
                  <a:pt x="4829" y="83734"/>
                  <a:pt x="4804" y="83758"/>
                </a:cubicBezTo>
                <a:cubicBezTo>
                  <a:pt x="3983" y="82414"/>
                  <a:pt x="3336" y="80921"/>
                  <a:pt x="2863" y="79278"/>
                </a:cubicBezTo>
                <a:cubicBezTo>
                  <a:pt x="2912" y="79278"/>
                  <a:pt x="2937" y="79253"/>
                  <a:pt x="2937" y="79203"/>
                </a:cubicBezTo>
                <a:close/>
                <a:moveTo>
                  <a:pt x="44754" y="77386"/>
                </a:moveTo>
                <a:cubicBezTo>
                  <a:pt x="46248" y="79029"/>
                  <a:pt x="47393" y="80921"/>
                  <a:pt x="48164" y="83037"/>
                </a:cubicBezTo>
                <a:cubicBezTo>
                  <a:pt x="47617" y="83360"/>
                  <a:pt x="47094" y="83659"/>
                  <a:pt x="46522" y="83958"/>
                </a:cubicBezTo>
                <a:lnTo>
                  <a:pt x="46497" y="83908"/>
                </a:lnTo>
                <a:cubicBezTo>
                  <a:pt x="46472" y="83833"/>
                  <a:pt x="46472" y="83734"/>
                  <a:pt x="46422" y="83634"/>
                </a:cubicBezTo>
                <a:cubicBezTo>
                  <a:pt x="46372" y="83385"/>
                  <a:pt x="46347" y="83111"/>
                  <a:pt x="46273" y="82862"/>
                </a:cubicBezTo>
                <a:cubicBezTo>
                  <a:pt x="46223" y="82613"/>
                  <a:pt x="46148" y="82389"/>
                  <a:pt x="46099" y="82165"/>
                </a:cubicBezTo>
                <a:cubicBezTo>
                  <a:pt x="45999" y="81867"/>
                  <a:pt x="45899" y="81518"/>
                  <a:pt x="45800" y="81220"/>
                </a:cubicBezTo>
                <a:cubicBezTo>
                  <a:pt x="45750" y="81020"/>
                  <a:pt x="45650" y="80796"/>
                  <a:pt x="45601" y="80622"/>
                </a:cubicBezTo>
                <a:cubicBezTo>
                  <a:pt x="45476" y="80274"/>
                  <a:pt x="45352" y="79975"/>
                  <a:pt x="45178" y="79627"/>
                </a:cubicBezTo>
                <a:cubicBezTo>
                  <a:pt x="45103" y="79427"/>
                  <a:pt x="45003" y="79253"/>
                  <a:pt x="44904" y="79029"/>
                </a:cubicBezTo>
                <a:cubicBezTo>
                  <a:pt x="44779" y="78780"/>
                  <a:pt x="44680" y="78531"/>
                  <a:pt x="44530" y="78307"/>
                </a:cubicBezTo>
                <a:lnTo>
                  <a:pt x="44530" y="78258"/>
                </a:lnTo>
                <a:cubicBezTo>
                  <a:pt x="44530" y="78233"/>
                  <a:pt x="44555" y="78158"/>
                  <a:pt x="44555" y="78133"/>
                </a:cubicBezTo>
                <a:lnTo>
                  <a:pt x="44754" y="77386"/>
                </a:lnTo>
                <a:close/>
                <a:moveTo>
                  <a:pt x="46248" y="83958"/>
                </a:moveTo>
                <a:lnTo>
                  <a:pt x="46273" y="83982"/>
                </a:lnTo>
                <a:lnTo>
                  <a:pt x="46273" y="84032"/>
                </a:lnTo>
                <a:lnTo>
                  <a:pt x="46248" y="84007"/>
                </a:lnTo>
                <a:cubicBezTo>
                  <a:pt x="46273" y="84007"/>
                  <a:pt x="46273" y="83982"/>
                  <a:pt x="46248" y="83958"/>
                </a:cubicBezTo>
                <a:close/>
                <a:moveTo>
                  <a:pt x="4978" y="83908"/>
                </a:moveTo>
                <a:cubicBezTo>
                  <a:pt x="5028" y="83958"/>
                  <a:pt x="5028" y="83982"/>
                  <a:pt x="5053" y="84007"/>
                </a:cubicBezTo>
                <a:lnTo>
                  <a:pt x="5053" y="84107"/>
                </a:lnTo>
                <a:cubicBezTo>
                  <a:pt x="5028" y="84082"/>
                  <a:pt x="5028" y="84032"/>
                  <a:pt x="4978" y="84032"/>
                </a:cubicBezTo>
                <a:lnTo>
                  <a:pt x="4978" y="83908"/>
                </a:lnTo>
                <a:close/>
                <a:moveTo>
                  <a:pt x="48239" y="83261"/>
                </a:moveTo>
                <a:lnTo>
                  <a:pt x="48239" y="83286"/>
                </a:lnTo>
                <a:cubicBezTo>
                  <a:pt x="47741" y="83559"/>
                  <a:pt x="47194" y="83883"/>
                  <a:pt x="46721" y="84157"/>
                </a:cubicBezTo>
                <a:lnTo>
                  <a:pt x="46671" y="84132"/>
                </a:lnTo>
                <a:cubicBezTo>
                  <a:pt x="47194" y="83858"/>
                  <a:pt x="47716" y="83559"/>
                  <a:pt x="48239" y="83261"/>
                </a:cubicBezTo>
                <a:close/>
                <a:moveTo>
                  <a:pt x="16478" y="79627"/>
                </a:moveTo>
                <a:cubicBezTo>
                  <a:pt x="16503" y="79627"/>
                  <a:pt x="16503" y="79651"/>
                  <a:pt x="16528" y="79651"/>
                </a:cubicBezTo>
                <a:cubicBezTo>
                  <a:pt x="15980" y="81244"/>
                  <a:pt x="15507" y="82788"/>
                  <a:pt x="15109" y="84356"/>
                </a:cubicBezTo>
                <a:cubicBezTo>
                  <a:pt x="15059" y="84455"/>
                  <a:pt x="15010" y="84505"/>
                  <a:pt x="14985" y="84605"/>
                </a:cubicBezTo>
                <a:cubicBezTo>
                  <a:pt x="15383" y="82987"/>
                  <a:pt x="15881" y="81344"/>
                  <a:pt x="16478" y="79627"/>
                </a:cubicBezTo>
                <a:close/>
                <a:moveTo>
                  <a:pt x="17897" y="80274"/>
                </a:moveTo>
                <a:cubicBezTo>
                  <a:pt x="17922" y="80274"/>
                  <a:pt x="17922" y="80299"/>
                  <a:pt x="17972" y="80299"/>
                </a:cubicBezTo>
                <a:cubicBezTo>
                  <a:pt x="16876" y="81717"/>
                  <a:pt x="15930" y="83211"/>
                  <a:pt x="15159" y="84754"/>
                </a:cubicBezTo>
                <a:cubicBezTo>
                  <a:pt x="15184" y="84655"/>
                  <a:pt x="15234" y="84580"/>
                  <a:pt x="15234" y="84480"/>
                </a:cubicBezTo>
                <a:cubicBezTo>
                  <a:pt x="16005" y="82987"/>
                  <a:pt x="16876" y="81593"/>
                  <a:pt x="17897" y="80274"/>
                </a:cubicBezTo>
                <a:close/>
                <a:moveTo>
                  <a:pt x="63348" y="72831"/>
                </a:moveTo>
                <a:cubicBezTo>
                  <a:pt x="63522" y="73030"/>
                  <a:pt x="63697" y="73180"/>
                  <a:pt x="63846" y="73354"/>
                </a:cubicBezTo>
                <a:cubicBezTo>
                  <a:pt x="64070" y="73578"/>
                  <a:pt x="64269" y="73827"/>
                  <a:pt x="64468" y="74051"/>
                </a:cubicBezTo>
                <a:cubicBezTo>
                  <a:pt x="64717" y="74325"/>
                  <a:pt x="64966" y="74599"/>
                  <a:pt x="65190" y="74897"/>
                </a:cubicBezTo>
                <a:cubicBezTo>
                  <a:pt x="65290" y="75022"/>
                  <a:pt x="65389" y="75096"/>
                  <a:pt x="65464" y="75221"/>
                </a:cubicBezTo>
                <a:cubicBezTo>
                  <a:pt x="66783" y="76789"/>
                  <a:pt x="68052" y="78432"/>
                  <a:pt x="69297" y="80124"/>
                </a:cubicBezTo>
                <a:cubicBezTo>
                  <a:pt x="66310" y="82240"/>
                  <a:pt x="63273" y="83808"/>
                  <a:pt x="60411" y="84879"/>
                </a:cubicBezTo>
                <a:cubicBezTo>
                  <a:pt x="58942" y="82663"/>
                  <a:pt x="57573" y="80423"/>
                  <a:pt x="56379" y="78282"/>
                </a:cubicBezTo>
                <a:cubicBezTo>
                  <a:pt x="58793" y="76565"/>
                  <a:pt x="61108" y="74723"/>
                  <a:pt x="63348" y="72831"/>
                </a:cubicBezTo>
                <a:close/>
                <a:moveTo>
                  <a:pt x="44729" y="82066"/>
                </a:moveTo>
                <a:cubicBezTo>
                  <a:pt x="45053" y="82862"/>
                  <a:pt x="45526" y="83534"/>
                  <a:pt x="46049" y="84107"/>
                </a:cubicBezTo>
                <a:lnTo>
                  <a:pt x="46049" y="84182"/>
                </a:lnTo>
                <a:cubicBezTo>
                  <a:pt x="45551" y="84480"/>
                  <a:pt x="45028" y="84729"/>
                  <a:pt x="44530" y="85003"/>
                </a:cubicBezTo>
                <a:cubicBezTo>
                  <a:pt x="44530" y="84978"/>
                  <a:pt x="44530" y="84953"/>
                  <a:pt x="44555" y="84903"/>
                </a:cubicBezTo>
                <a:cubicBezTo>
                  <a:pt x="44680" y="84032"/>
                  <a:pt x="44729" y="83211"/>
                  <a:pt x="44729" y="82365"/>
                </a:cubicBezTo>
                <a:lnTo>
                  <a:pt x="44729" y="82265"/>
                </a:lnTo>
                <a:lnTo>
                  <a:pt x="44729" y="82066"/>
                </a:lnTo>
                <a:close/>
                <a:moveTo>
                  <a:pt x="56229" y="78407"/>
                </a:moveTo>
                <a:cubicBezTo>
                  <a:pt x="57374" y="80523"/>
                  <a:pt x="58743" y="82763"/>
                  <a:pt x="60237" y="84978"/>
                </a:cubicBezTo>
                <a:cubicBezTo>
                  <a:pt x="60212" y="84978"/>
                  <a:pt x="60212" y="84978"/>
                  <a:pt x="60187" y="85003"/>
                </a:cubicBezTo>
                <a:cubicBezTo>
                  <a:pt x="58718" y="82763"/>
                  <a:pt x="57349" y="80547"/>
                  <a:pt x="56204" y="78432"/>
                </a:cubicBezTo>
                <a:lnTo>
                  <a:pt x="56229" y="78407"/>
                </a:lnTo>
                <a:close/>
                <a:moveTo>
                  <a:pt x="97624" y="84234"/>
                </a:moveTo>
                <a:cubicBezTo>
                  <a:pt x="97399" y="84491"/>
                  <a:pt x="97172" y="84749"/>
                  <a:pt x="96940" y="85010"/>
                </a:cubicBezTo>
                <a:lnTo>
                  <a:pt x="96940" y="85010"/>
                </a:lnTo>
                <a:cubicBezTo>
                  <a:pt x="97182" y="84723"/>
                  <a:pt x="97413" y="84456"/>
                  <a:pt x="97624" y="84234"/>
                </a:cubicBezTo>
                <a:close/>
                <a:moveTo>
                  <a:pt x="69446" y="80274"/>
                </a:moveTo>
                <a:cubicBezTo>
                  <a:pt x="69446" y="80299"/>
                  <a:pt x="69446" y="80299"/>
                  <a:pt x="69496" y="80348"/>
                </a:cubicBezTo>
                <a:cubicBezTo>
                  <a:pt x="66534" y="82414"/>
                  <a:pt x="63473" y="84032"/>
                  <a:pt x="60585" y="85103"/>
                </a:cubicBezTo>
                <a:cubicBezTo>
                  <a:pt x="60585" y="85078"/>
                  <a:pt x="60560" y="85078"/>
                  <a:pt x="60560" y="85028"/>
                </a:cubicBezTo>
                <a:cubicBezTo>
                  <a:pt x="63423" y="83982"/>
                  <a:pt x="66459" y="82365"/>
                  <a:pt x="69446" y="80274"/>
                </a:cubicBezTo>
                <a:close/>
                <a:moveTo>
                  <a:pt x="44428" y="81464"/>
                </a:moveTo>
                <a:cubicBezTo>
                  <a:pt x="44438" y="81506"/>
                  <a:pt x="44450" y="81557"/>
                  <a:pt x="44481" y="81618"/>
                </a:cubicBezTo>
                <a:cubicBezTo>
                  <a:pt x="44530" y="82788"/>
                  <a:pt x="44505" y="83982"/>
                  <a:pt x="44281" y="85152"/>
                </a:cubicBezTo>
                <a:cubicBezTo>
                  <a:pt x="44281" y="85152"/>
                  <a:pt x="44257" y="85152"/>
                  <a:pt x="44257" y="85177"/>
                </a:cubicBezTo>
                <a:cubicBezTo>
                  <a:pt x="44257" y="85103"/>
                  <a:pt x="44281" y="85003"/>
                  <a:pt x="44306" y="84903"/>
                </a:cubicBezTo>
                <a:cubicBezTo>
                  <a:pt x="44481" y="83958"/>
                  <a:pt x="44505" y="83012"/>
                  <a:pt x="44481" y="82116"/>
                </a:cubicBezTo>
                <a:lnTo>
                  <a:pt x="44481" y="81867"/>
                </a:lnTo>
                <a:cubicBezTo>
                  <a:pt x="44481" y="81767"/>
                  <a:pt x="44431" y="81643"/>
                  <a:pt x="44431" y="81543"/>
                </a:cubicBezTo>
                <a:cubicBezTo>
                  <a:pt x="44431" y="81520"/>
                  <a:pt x="44431" y="81490"/>
                  <a:pt x="44428" y="81464"/>
                </a:cubicBezTo>
                <a:close/>
                <a:moveTo>
                  <a:pt x="60361" y="85127"/>
                </a:moveTo>
                <a:cubicBezTo>
                  <a:pt x="60361" y="85127"/>
                  <a:pt x="60411" y="85152"/>
                  <a:pt x="60411" y="85202"/>
                </a:cubicBezTo>
                <a:cubicBezTo>
                  <a:pt x="60361" y="85202"/>
                  <a:pt x="60361" y="85202"/>
                  <a:pt x="60336" y="85227"/>
                </a:cubicBezTo>
                <a:cubicBezTo>
                  <a:pt x="60336" y="85202"/>
                  <a:pt x="60311" y="85202"/>
                  <a:pt x="60311" y="85152"/>
                </a:cubicBezTo>
                <a:cubicBezTo>
                  <a:pt x="60336" y="85152"/>
                  <a:pt x="60336" y="85152"/>
                  <a:pt x="60361" y="85127"/>
                </a:cubicBezTo>
                <a:close/>
                <a:moveTo>
                  <a:pt x="46123" y="84381"/>
                </a:moveTo>
                <a:lnTo>
                  <a:pt x="46123" y="84455"/>
                </a:lnTo>
                <a:cubicBezTo>
                  <a:pt x="45607" y="84726"/>
                  <a:pt x="45042" y="84996"/>
                  <a:pt x="44525" y="85267"/>
                </a:cubicBezTo>
                <a:lnTo>
                  <a:pt x="44525" y="85267"/>
                </a:lnTo>
                <a:cubicBezTo>
                  <a:pt x="44530" y="85257"/>
                  <a:pt x="44530" y="85242"/>
                  <a:pt x="44530" y="85227"/>
                </a:cubicBezTo>
                <a:lnTo>
                  <a:pt x="46123" y="84381"/>
                </a:lnTo>
                <a:close/>
                <a:moveTo>
                  <a:pt x="1917" y="71537"/>
                </a:moveTo>
                <a:lnTo>
                  <a:pt x="1917" y="71537"/>
                </a:lnTo>
                <a:cubicBezTo>
                  <a:pt x="1792" y="74151"/>
                  <a:pt x="1991" y="76640"/>
                  <a:pt x="2589" y="78930"/>
                </a:cubicBezTo>
                <a:cubicBezTo>
                  <a:pt x="1867" y="80448"/>
                  <a:pt x="1369" y="82091"/>
                  <a:pt x="1120" y="83709"/>
                </a:cubicBezTo>
                <a:cubicBezTo>
                  <a:pt x="1095" y="83709"/>
                  <a:pt x="1095" y="83734"/>
                  <a:pt x="1095" y="83758"/>
                </a:cubicBezTo>
                <a:lnTo>
                  <a:pt x="996" y="84605"/>
                </a:lnTo>
                <a:lnTo>
                  <a:pt x="996" y="84704"/>
                </a:lnTo>
                <a:cubicBezTo>
                  <a:pt x="996" y="84804"/>
                  <a:pt x="971" y="84978"/>
                  <a:pt x="971" y="85103"/>
                </a:cubicBezTo>
                <a:cubicBezTo>
                  <a:pt x="971" y="85152"/>
                  <a:pt x="971" y="85252"/>
                  <a:pt x="946" y="85327"/>
                </a:cubicBezTo>
                <a:cubicBezTo>
                  <a:pt x="349" y="81120"/>
                  <a:pt x="722" y="76490"/>
                  <a:pt x="1917" y="71537"/>
                </a:cubicBezTo>
                <a:close/>
                <a:moveTo>
                  <a:pt x="44281" y="85351"/>
                </a:moveTo>
                <a:lnTo>
                  <a:pt x="44281" y="85401"/>
                </a:lnTo>
                <a:lnTo>
                  <a:pt x="44257" y="85401"/>
                </a:lnTo>
                <a:cubicBezTo>
                  <a:pt x="44257" y="85401"/>
                  <a:pt x="44257" y="85376"/>
                  <a:pt x="44281" y="85351"/>
                </a:cubicBezTo>
                <a:close/>
                <a:moveTo>
                  <a:pt x="48289" y="83460"/>
                </a:moveTo>
                <a:cubicBezTo>
                  <a:pt x="48538" y="84132"/>
                  <a:pt x="48762" y="84854"/>
                  <a:pt x="48911" y="85575"/>
                </a:cubicBezTo>
                <a:cubicBezTo>
                  <a:pt x="48140" y="85227"/>
                  <a:pt x="47418" y="84779"/>
                  <a:pt x="46845" y="84256"/>
                </a:cubicBezTo>
                <a:cubicBezTo>
                  <a:pt x="47343" y="84007"/>
                  <a:pt x="47841" y="83734"/>
                  <a:pt x="48289" y="83460"/>
                </a:cubicBezTo>
                <a:close/>
                <a:moveTo>
                  <a:pt x="56055" y="78531"/>
                </a:moveTo>
                <a:cubicBezTo>
                  <a:pt x="57200" y="80647"/>
                  <a:pt x="58544" y="82862"/>
                  <a:pt x="60038" y="85078"/>
                </a:cubicBezTo>
                <a:cubicBezTo>
                  <a:pt x="59490" y="85252"/>
                  <a:pt x="58967" y="85451"/>
                  <a:pt x="58445" y="85575"/>
                </a:cubicBezTo>
                <a:cubicBezTo>
                  <a:pt x="57499" y="83286"/>
                  <a:pt x="56329" y="81170"/>
                  <a:pt x="54960" y="79278"/>
                </a:cubicBezTo>
                <a:cubicBezTo>
                  <a:pt x="55333" y="79029"/>
                  <a:pt x="55682" y="78780"/>
                  <a:pt x="56055" y="78531"/>
                </a:cubicBezTo>
                <a:close/>
                <a:moveTo>
                  <a:pt x="54810" y="79378"/>
                </a:moveTo>
                <a:cubicBezTo>
                  <a:pt x="56179" y="81244"/>
                  <a:pt x="57324" y="83360"/>
                  <a:pt x="58245" y="85600"/>
                </a:cubicBezTo>
                <a:cubicBezTo>
                  <a:pt x="58220" y="85600"/>
                  <a:pt x="58220" y="85600"/>
                  <a:pt x="58196" y="85625"/>
                </a:cubicBezTo>
                <a:cubicBezTo>
                  <a:pt x="57250" y="83385"/>
                  <a:pt x="56105" y="81294"/>
                  <a:pt x="54736" y="79427"/>
                </a:cubicBezTo>
                <a:lnTo>
                  <a:pt x="54810" y="79378"/>
                </a:lnTo>
                <a:close/>
                <a:moveTo>
                  <a:pt x="48538" y="83310"/>
                </a:moveTo>
                <a:cubicBezTo>
                  <a:pt x="48837" y="84107"/>
                  <a:pt x="49036" y="84879"/>
                  <a:pt x="49235" y="85700"/>
                </a:cubicBezTo>
                <a:cubicBezTo>
                  <a:pt x="49210" y="85700"/>
                  <a:pt x="49160" y="85650"/>
                  <a:pt x="49160" y="85650"/>
                </a:cubicBezTo>
                <a:cubicBezTo>
                  <a:pt x="48986" y="84879"/>
                  <a:pt x="48737" y="84107"/>
                  <a:pt x="48488" y="83360"/>
                </a:cubicBezTo>
                <a:cubicBezTo>
                  <a:pt x="48513" y="83360"/>
                  <a:pt x="48513" y="83310"/>
                  <a:pt x="48538" y="83310"/>
                </a:cubicBezTo>
                <a:close/>
                <a:moveTo>
                  <a:pt x="60112" y="85202"/>
                </a:moveTo>
                <a:cubicBezTo>
                  <a:pt x="60112" y="85227"/>
                  <a:pt x="60162" y="85227"/>
                  <a:pt x="60162" y="85252"/>
                </a:cubicBezTo>
                <a:cubicBezTo>
                  <a:pt x="59589" y="85451"/>
                  <a:pt x="59067" y="85625"/>
                  <a:pt x="58494" y="85775"/>
                </a:cubicBezTo>
                <a:lnTo>
                  <a:pt x="58494" y="85725"/>
                </a:lnTo>
                <a:cubicBezTo>
                  <a:pt x="59017" y="85575"/>
                  <a:pt x="59589" y="85376"/>
                  <a:pt x="60112" y="85202"/>
                </a:cubicBezTo>
                <a:close/>
                <a:moveTo>
                  <a:pt x="14860" y="85252"/>
                </a:moveTo>
                <a:lnTo>
                  <a:pt x="14860" y="85252"/>
                </a:lnTo>
                <a:cubicBezTo>
                  <a:pt x="14810" y="85351"/>
                  <a:pt x="14810" y="85451"/>
                  <a:pt x="14785" y="85526"/>
                </a:cubicBezTo>
                <a:cubicBezTo>
                  <a:pt x="14761" y="85625"/>
                  <a:pt x="14736" y="85725"/>
                  <a:pt x="14661" y="85824"/>
                </a:cubicBezTo>
                <a:cubicBezTo>
                  <a:pt x="14686" y="85725"/>
                  <a:pt x="14686" y="85625"/>
                  <a:pt x="14736" y="85501"/>
                </a:cubicBezTo>
                <a:cubicBezTo>
                  <a:pt x="14761" y="85401"/>
                  <a:pt x="14810" y="85327"/>
                  <a:pt x="14860" y="85252"/>
                </a:cubicBezTo>
                <a:close/>
                <a:moveTo>
                  <a:pt x="46671" y="84356"/>
                </a:moveTo>
                <a:cubicBezTo>
                  <a:pt x="47343" y="84928"/>
                  <a:pt x="48115" y="85426"/>
                  <a:pt x="48986" y="85775"/>
                </a:cubicBezTo>
                <a:cubicBezTo>
                  <a:pt x="48986" y="85809"/>
                  <a:pt x="48986" y="85832"/>
                  <a:pt x="48994" y="85842"/>
                </a:cubicBezTo>
                <a:lnTo>
                  <a:pt x="48994" y="85842"/>
                </a:lnTo>
                <a:cubicBezTo>
                  <a:pt x="48107" y="85471"/>
                  <a:pt x="47294" y="84977"/>
                  <a:pt x="46627" y="84361"/>
                </a:cubicBezTo>
                <a:lnTo>
                  <a:pt x="46627" y="84361"/>
                </a:lnTo>
                <a:cubicBezTo>
                  <a:pt x="46637" y="84370"/>
                  <a:pt x="46648" y="84374"/>
                  <a:pt x="46655" y="84374"/>
                </a:cubicBezTo>
                <a:cubicBezTo>
                  <a:pt x="46665" y="84374"/>
                  <a:pt x="46671" y="84368"/>
                  <a:pt x="46671" y="84356"/>
                </a:cubicBezTo>
                <a:close/>
                <a:moveTo>
                  <a:pt x="58320" y="85750"/>
                </a:moveTo>
                <a:cubicBezTo>
                  <a:pt x="58320" y="85775"/>
                  <a:pt x="58320" y="85775"/>
                  <a:pt x="58345" y="85799"/>
                </a:cubicBezTo>
                <a:cubicBezTo>
                  <a:pt x="58320" y="85849"/>
                  <a:pt x="58320" y="85849"/>
                  <a:pt x="58295" y="85849"/>
                </a:cubicBezTo>
                <a:cubicBezTo>
                  <a:pt x="58295" y="85799"/>
                  <a:pt x="58295" y="85799"/>
                  <a:pt x="58245" y="85775"/>
                </a:cubicBezTo>
                <a:cubicBezTo>
                  <a:pt x="58295" y="85775"/>
                  <a:pt x="58295" y="85775"/>
                  <a:pt x="58320" y="85750"/>
                </a:cubicBezTo>
                <a:close/>
                <a:moveTo>
                  <a:pt x="43809" y="78880"/>
                </a:moveTo>
                <a:lnTo>
                  <a:pt x="43908" y="79353"/>
                </a:lnTo>
                <a:lnTo>
                  <a:pt x="43908" y="79427"/>
                </a:lnTo>
                <a:lnTo>
                  <a:pt x="43908" y="79527"/>
                </a:lnTo>
                <a:lnTo>
                  <a:pt x="43933" y="79527"/>
                </a:lnTo>
                <a:cubicBezTo>
                  <a:pt x="44008" y="79851"/>
                  <a:pt x="44033" y="80149"/>
                  <a:pt x="44132" y="80473"/>
                </a:cubicBezTo>
                <a:cubicBezTo>
                  <a:pt x="44182" y="80846"/>
                  <a:pt x="44232" y="81220"/>
                  <a:pt x="44257" y="81593"/>
                </a:cubicBezTo>
                <a:cubicBezTo>
                  <a:pt x="44257" y="81717"/>
                  <a:pt x="44281" y="81792"/>
                  <a:pt x="44281" y="81916"/>
                </a:cubicBezTo>
                <a:lnTo>
                  <a:pt x="44281" y="82016"/>
                </a:lnTo>
                <a:lnTo>
                  <a:pt x="44281" y="83037"/>
                </a:lnTo>
                <a:cubicBezTo>
                  <a:pt x="44257" y="83783"/>
                  <a:pt x="44182" y="84530"/>
                  <a:pt x="44033" y="85277"/>
                </a:cubicBezTo>
                <a:cubicBezTo>
                  <a:pt x="43560" y="85526"/>
                  <a:pt x="43062" y="85750"/>
                  <a:pt x="42614" y="85974"/>
                </a:cubicBezTo>
                <a:cubicBezTo>
                  <a:pt x="42639" y="83758"/>
                  <a:pt x="43037" y="81369"/>
                  <a:pt x="43809" y="78880"/>
                </a:cubicBezTo>
                <a:close/>
                <a:moveTo>
                  <a:pt x="49235" y="85899"/>
                </a:moveTo>
                <a:cubicBezTo>
                  <a:pt x="49235" y="85899"/>
                  <a:pt x="49260" y="85899"/>
                  <a:pt x="49285" y="85949"/>
                </a:cubicBezTo>
                <a:cubicBezTo>
                  <a:pt x="49285" y="85974"/>
                  <a:pt x="49285" y="85999"/>
                  <a:pt x="49334" y="85999"/>
                </a:cubicBezTo>
                <a:lnTo>
                  <a:pt x="49260" y="85999"/>
                </a:lnTo>
                <a:cubicBezTo>
                  <a:pt x="49260" y="85974"/>
                  <a:pt x="49260" y="85949"/>
                  <a:pt x="49235" y="85899"/>
                </a:cubicBezTo>
                <a:close/>
                <a:moveTo>
                  <a:pt x="43734" y="78482"/>
                </a:moveTo>
                <a:cubicBezTo>
                  <a:pt x="43734" y="78506"/>
                  <a:pt x="43759" y="78531"/>
                  <a:pt x="43759" y="78556"/>
                </a:cubicBezTo>
                <a:cubicBezTo>
                  <a:pt x="42912" y="81170"/>
                  <a:pt x="42440" y="83709"/>
                  <a:pt x="42440" y="86024"/>
                </a:cubicBezTo>
                <a:cubicBezTo>
                  <a:pt x="42415" y="86048"/>
                  <a:pt x="42390" y="86048"/>
                  <a:pt x="42390" y="86048"/>
                </a:cubicBezTo>
                <a:cubicBezTo>
                  <a:pt x="42390" y="83684"/>
                  <a:pt x="42863" y="81145"/>
                  <a:pt x="43734" y="78482"/>
                </a:cubicBezTo>
                <a:close/>
                <a:moveTo>
                  <a:pt x="44008" y="85476"/>
                </a:moveTo>
                <a:lnTo>
                  <a:pt x="44008" y="85526"/>
                </a:lnTo>
                <a:cubicBezTo>
                  <a:pt x="43535" y="85750"/>
                  <a:pt x="43062" y="85999"/>
                  <a:pt x="42639" y="86223"/>
                </a:cubicBezTo>
                <a:lnTo>
                  <a:pt x="42639" y="86148"/>
                </a:lnTo>
                <a:cubicBezTo>
                  <a:pt x="43062" y="85949"/>
                  <a:pt x="43535" y="85725"/>
                  <a:pt x="44008" y="85476"/>
                </a:cubicBezTo>
                <a:close/>
                <a:moveTo>
                  <a:pt x="54586" y="79527"/>
                </a:moveTo>
                <a:cubicBezTo>
                  <a:pt x="55931" y="81394"/>
                  <a:pt x="57075" y="83460"/>
                  <a:pt x="57996" y="85650"/>
                </a:cubicBezTo>
                <a:cubicBezTo>
                  <a:pt x="56284" y="86108"/>
                  <a:pt x="54653" y="86346"/>
                  <a:pt x="53148" y="86346"/>
                </a:cubicBezTo>
                <a:cubicBezTo>
                  <a:pt x="51789" y="86346"/>
                  <a:pt x="50531" y="86151"/>
                  <a:pt x="49409" y="85750"/>
                </a:cubicBezTo>
                <a:cubicBezTo>
                  <a:pt x="49235" y="84879"/>
                  <a:pt x="48986" y="84032"/>
                  <a:pt x="48662" y="83211"/>
                </a:cubicBezTo>
                <a:cubicBezTo>
                  <a:pt x="50654" y="82116"/>
                  <a:pt x="52620" y="80871"/>
                  <a:pt x="54586" y="79527"/>
                </a:cubicBezTo>
                <a:close/>
                <a:moveTo>
                  <a:pt x="42440" y="86248"/>
                </a:moveTo>
                <a:lnTo>
                  <a:pt x="42440" y="86322"/>
                </a:lnTo>
                <a:cubicBezTo>
                  <a:pt x="42415" y="86322"/>
                  <a:pt x="42415" y="86347"/>
                  <a:pt x="42390" y="86347"/>
                </a:cubicBezTo>
                <a:lnTo>
                  <a:pt x="42390" y="86272"/>
                </a:lnTo>
                <a:cubicBezTo>
                  <a:pt x="42390" y="86272"/>
                  <a:pt x="42415" y="86248"/>
                  <a:pt x="42440" y="86248"/>
                </a:cubicBezTo>
                <a:close/>
                <a:moveTo>
                  <a:pt x="58071" y="85849"/>
                </a:moveTo>
                <a:cubicBezTo>
                  <a:pt x="58071" y="85874"/>
                  <a:pt x="58071" y="85874"/>
                  <a:pt x="58096" y="85899"/>
                </a:cubicBezTo>
                <a:cubicBezTo>
                  <a:pt x="56354" y="86372"/>
                  <a:pt x="54686" y="86621"/>
                  <a:pt x="53143" y="86621"/>
                </a:cubicBezTo>
                <a:cubicBezTo>
                  <a:pt x="51823" y="86621"/>
                  <a:pt x="50579" y="86422"/>
                  <a:pt x="49484" y="86048"/>
                </a:cubicBezTo>
                <a:cubicBezTo>
                  <a:pt x="49484" y="86030"/>
                  <a:pt x="49484" y="86012"/>
                  <a:pt x="49474" y="86003"/>
                </a:cubicBezTo>
                <a:lnTo>
                  <a:pt x="49474" y="86003"/>
                </a:lnTo>
                <a:cubicBezTo>
                  <a:pt x="50592" y="86363"/>
                  <a:pt x="51841" y="86542"/>
                  <a:pt x="53185" y="86542"/>
                </a:cubicBezTo>
                <a:cubicBezTo>
                  <a:pt x="54709" y="86542"/>
                  <a:pt x="56355" y="86311"/>
                  <a:pt x="58071" y="85849"/>
                </a:cubicBezTo>
                <a:close/>
                <a:moveTo>
                  <a:pt x="2664" y="79203"/>
                </a:moveTo>
                <a:cubicBezTo>
                  <a:pt x="2664" y="79253"/>
                  <a:pt x="2664" y="79278"/>
                  <a:pt x="2688" y="79278"/>
                </a:cubicBezTo>
                <a:cubicBezTo>
                  <a:pt x="2041" y="80722"/>
                  <a:pt x="1593" y="82190"/>
                  <a:pt x="1344" y="83734"/>
                </a:cubicBezTo>
                <a:lnTo>
                  <a:pt x="1344" y="83783"/>
                </a:lnTo>
                <a:cubicBezTo>
                  <a:pt x="1319" y="84082"/>
                  <a:pt x="1295" y="84356"/>
                  <a:pt x="1245" y="84605"/>
                </a:cubicBezTo>
                <a:lnTo>
                  <a:pt x="1245" y="84704"/>
                </a:lnTo>
                <a:cubicBezTo>
                  <a:pt x="1245" y="84854"/>
                  <a:pt x="1220" y="84978"/>
                  <a:pt x="1220" y="85127"/>
                </a:cubicBezTo>
                <a:cubicBezTo>
                  <a:pt x="1220" y="85227"/>
                  <a:pt x="1195" y="85327"/>
                  <a:pt x="1195" y="85401"/>
                </a:cubicBezTo>
                <a:lnTo>
                  <a:pt x="1195" y="85451"/>
                </a:lnTo>
                <a:cubicBezTo>
                  <a:pt x="1170" y="85874"/>
                  <a:pt x="1170" y="86322"/>
                  <a:pt x="1195" y="86745"/>
                </a:cubicBezTo>
                <a:cubicBezTo>
                  <a:pt x="1170" y="86646"/>
                  <a:pt x="1170" y="86571"/>
                  <a:pt x="1120" y="86472"/>
                </a:cubicBezTo>
                <a:cubicBezTo>
                  <a:pt x="1120" y="86123"/>
                  <a:pt x="1095" y="85775"/>
                  <a:pt x="1120" y="85451"/>
                </a:cubicBezTo>
                <a:cubicBezTo>
                  <a:pt x="1120" y="85327"/>
                  <a:pt x="1120" y="85227"/>
                  <a:pt x="1170" y="85103"/>
                </a:cubicBezTo>
                <a:cubicBezTo>
                  <a:pt x="1170" y="84953"/>
                  <a:pt x="1195" y="84779"/>
                  <a:pt x="1195" y="84605"/>
                </a:cubicBezTo>
                <a:cubicBezTo>
                  <a:pt x="1220" y="84331"/>
                  <a:pt x="1245" y="84032"/>
                  <a:pt x="1295" y="83783"/>
                </a:cubicBezTo>
                <a:lnTo>
                  <a:pt x="1295" y="83684"/>
                </a:lnTo>
                <a:cubicBezTo>
                  <a:pt x="1519" y="82165"/>
                  <a:pt x="1991" y="80647"/>
                  <a:pt x="2664" y="79203"/>
                </a:cubicBezTo>
                <a:close/>
                <a:moveTo>
                  <a:pt x="448" y="82091"/>
                </a:moveTo>
                <a:cubicBezTo>
                  <a:pt x="573" y="84406"/>
                  <a:pt x="846" y="85999"/>
                  <a:pt x="946" y="86521"/>
                </a:cubicBezTo>
                <a:lnTo>
                  <a:pt x="946" y="86745"/>
                </a:lnTo>
                <a:lnTo>
                  <a:pt x="946" y="86770"/>
                </a:lnTo>
                <a:cubicBezTo>
                  <a:pt x="896" y="86646"/>
                  <a:pt x="871" y="86496"/>
                  <a:pt x="846" y="86347"/>
                </a:cubicBezTo>
                <a:cubicBezTo>
                  <a:pt x="846" y="86248"/>
                  <a:pt x="822" y="86148"/>
                  <a:pt x="822" y="86073"/>
                </a:cubicBezTo>
                <a:cubicBezTo>
                  <a:pt x="797" y="85974"/>
                  <a:pt x="797" y="85849"/>
                  <a:pt x="747" y="85750"/>
                </a:cubicBezTo>
                <a:cubicBezTo>
                  <a:pt x="672" y="85127"/>
                  <a:pt x="573" y="84480"/>
                  <a:pt x="548" y="83833"/>
                </a:cubicBezTo>
                <a:lnTo>
                  <a:pt x="548" y="83634"/>
                </a:lnTo>
                <a:cubicBezTo>
                  <a:pt x="498" y="83111"/>
                  <a:pt x="473" y="82613"/>
                  <a:pt x="448" y="82091"/>
                </a:cubicBezTo>
                <a:close/>
                <a:moveTo>
                  <a:pt x="69571" y="80473"/>
                </a:moveTo>
                <a:cubicBezTo>
                  <a:pt x="69670" y="80597"/>
                  <a:pt x="69770" y="80747"/>
                  <a:pt x="69894" y="80871"/>
                </a:cubicBezTo>
                <a:cubicBezTo>
                  <a:pt x="67331" y="83012"/>
                  <a:pt x="64692" y="85103"/>
                  <a:pt x="61979" y="87069"/>
                </a:cubicBezTo>
                <a:cubicBezTo>
                  <a:pt x="61506" y="86496"/>
                  <a:pt x="61108" y="85874"/>
                  <a:pt x="60685" y="85252"/>
                </a:cubicBezTo>
                <a:cubicBezTo>
                  <a:pt x="63572" y="84157"/>
                  <a:pt x="66634" y="82539"/>
                  <a:pt x="69571" y="80473"/>
                </a:cubicBezTo>
                <a:close/>
                <a:moveTo>
                  <a:pt x="60486" y="85351"/>
                </a:moveTo>
                <a:lnTo>
                  <a:pt x="61805" y="87218"/>
                </a:lnTo>
                <a:lnTo>
                  <a:pt x="61780" y="87243"/>
                </a:lnTo>
                <a:lnTo>
                  <a:pt x="60461" y="85376"/>
                </a:lnTo>
                <a:cubicBezTo>
                  <a:pt x="60461" y="85351"/>
                  <a:pt x="60486" y="85351"/>
                  <a:pt x="60486" y="85351"/>
                </a:cubicBezTo>
                <a:close/>
                <a:moveTo>
                  <a:pt x="70019" y="81045"/>
                </a:moveTo>
                <a:cubicBezTo>
                  <a:pt x="70019" y="81070"/>
                  <a:pt x="70019" y="81070"/>
                  <a:pt x="70044" y="81120"/>
                </a:cubicBezTo>
                <a:cubicBezTo>
                  <a:pt x="67505" y="83261"/>
                  <a:pt x="64842" y="85351"/>
                  <a:pt x="62153" y="87293"/>
                </a:cubicBezTo>
                <a:cubicBezTo>
                  <a:pt x="62153" y="87268"/>
                  <a:pt x="62103" y="87268"/>
                  <a:pt x="62103" y="87243"/>
                </a:cubicBezTo>
                <a:cubicBezTo>
                  <a:pt x="64842" y="85277"/>
                  <a:pt x="67505" y="83236"/>
                  <a:pt x="70019" y="81045"/>
                </a:cubicBezTo>
                <a:close/>
                <a:moveTo>
                  <a:pt x="43485" y="78407"/>
                </a:moveTo>
                <a:lnTo>
                  <a:pt x="43485" y="78407"/>
                </a:lnTo>
                <a:cubicBezTo>
                  <a:pt x="42639" y="81145"/>
                  <a:pt x="42166" y="83758"/>
                  <a:pt x="42191" y="86148"/>
                </a:cubicBezTo>
                <a:cubicBezTo>
                  <a:pt x="40050" y="87144"/>
                  <a:pt x="37934" y="88015"/>
                  <a:pt x="35843" y="88737"/>
                </a:cubicBezTo>
                <a:cubicBezTo>
                  <a:pt x="35918" y="88438"/>
                  <a:pt x="35943" y="88089"/>
                  <a:pt x="36018" y="87766"/>
                </a:cubicBezTo>
                <a:cubicBezTo>
                  <a:pt x="36042" y="87617"/>
                  <a:pt x="36067" y="87467"/>
                  <a:pt x="36092" y="87268"/>
                </a:cubicBezTo>
                <a:lnTo>
                  <a:pt x="36092" y="87243"/>
                </a:lnTo>
                <a:cubicBezTo>
                  <a:pt x="36167" y="86895"/>
                  <a:pt x="36267" y="86521"/>
                  <a:pt x="36341" y="86148"/>
                </a:cubicBezTo>
                <a:cubicBezTo>
                  <a:pt x="36391" y="86024"/>
                  <a:pt x="36416" y="85874"/>
                  <a:pt x="36441" y="85750"/>
                </a:cubicBezTo>
                <a:cubicBezTo>
                  <a:pt x="36515" y="85526"/>
                  <a:pt x="36565" y="85302"/>
                  <a:pt x="36640" y="85053"/>
                </a:cubicBezTo>
                <a:cubicBezTo>
                  <a:pt x="36690" y="84879"/>
                  <a:pt x="36715" y="84679"/>
                  <a:pt x="36789" y="84505"/>
                </a:cubicBezTo>
                <a:cubicBezTo>
                  <a:pt x="36814" y="84381"/>
                  <a:pt x="36839" y="84281"/>
                  <a:pt x="36889" y="84157"/>
                </a:cubicBezTo>
                <a:cubicBezTo>
                  <a:pt x="37013" y="83734"/>
                  <a:pt x="37138" y="83286"/>
                  <a:pt x="37287" y="82862"/>
                </a:cubicBezTo>
                <a:lnTo>
                  <a:pt x="37287" y="82813"/>
                </a:lnTo>
                <a:cubicBezTo>
                  <a:pt x="37312" y="82763"/>
                  <a:pt x="37312" y="82688"/>
                  <a:pt x="37337" y="82613"/>
                </a:cubicBezTo>
                <a:lnTo>
                  <a:pt x="37337" y="82564"/>
                </a:lnTo>
                <a:cubicBezTo>
                  <a:pt x="37436" y="82290"/>
                  <a:pt x="37561" y="82016"/>
                  <a:pt x="37660" y="81692"/>
                </a:cubicBezTo>
                <a:cubicBezTo>
                  <a:pt x="40125" y="80996"/>
                  <a:pt x="42116" y="79875"/>
                  <a:pt x="43485" y="78407"/>
                </a:cubicBezTo>
                <a:close/>
                <a:moveTo>
                  <a:pt x="60262" y="85451"/>
                </a:moveTo>
                <a:cubicBezTo>
                  <a:pt x="60710" y="86098"/>
                  <a:pt x="61158" y="86720"/>
                  <a:pt x="61606" y="87368"/>
                </a:cubicBezTo>
                <a:cubicBezTo>
                  <a:pt x="60934" y="87841"/>
                  <a:pt x="60237" y="88313"/>
                  <a:pt x="59589" y="88762"/>
                </a:cubicBezTo>
                <a:cubicBezTo>
                  <a:pt x="59291" y="87816"/>
                  <a:pt x="58967" y="86870"/>
                  <a:pt x="58594" y="85974"/>
                </a:cubicBezTo>
                <a:cubicBezTo>
                  <a:pt x="59166" y="85824"/>
                  <a:pt x="59714" y="85625"/>
                  <a:pt x="60262" y="85451"/>
                </a:cubicBezTo>
                <a:close/>
                <a:moveTo>
                  <a:pt x="37461" y="81792"/>
                </a:moveTo>
                <a:cubicBezTo>
                  <a:pt x="36963" y="83236"/>
                  <a:pt x="36565" y="84605"/>
                  <a:pt x="36217" y="85974"/>
                </a:cubicBezTo>
                <a:lnTo>
                  <a:pt x="36217" y="85999"/>
                </a:lnTo>
                <a:cubicBezTo>
                  <a:pt x="36092" y="86496"/>
                  <a:pt x="36018" y="86969"/>
                  <a:pt x="35918" y="87467"/>
                </a:cubicBezTo>
                <a:cubicBezTo>
                  <a:pt x="35918" y="87517"/>
                  <a:pt x="35893" y="87592"/>
                  <a:pt x="35893" y="87641"/>
                </a:cubicBezTo>
                <a:cubicBezTo>
                  <a:pt x="35818" y="88015"/>
                  <a:pt x="35769" y="88438"/>
                  <a:pt x="35694" y="88811"/>
                </a:cubicBezTo>
                <a:cubicBezTo>
                  <a:pt x="35644" y="88836"/>
                  <a:pt x="35644" y="88836"/>
                  <a:pt x="35594" y="88836"/>
                </a:cubicBezTo>
                <a:cubicBezTo>
                  <a:pt x="35769" y="87741"/>
                  <a:pt x="35968" y="86621"/>
                  <a:pt x="36291" y="85476"/>
                </a:cubicBezTo>
                <a:cubicBezTo>
                  <a:pt x="36316" y="85376"/>
                  <a:pt x="36341" y="85277"/>
                  <a:pt x="36391" y="85152"/>
                </a:cubicBezTo>
                <a:cubicBezTo>
                  <a:pt x="36690" y="84032"/>
                  <a:pt x="37038" y="82912"/>
                  <a:pt x="37436" y="81792"/>
                </a:cubicBezTo>
                <a:close/>
                <a:moveTo>
                  <a:pt x="58395" y="85999"/>
                </a:moveTo>
                <a:cubicBezTo>
                  <a:pt x="58768" y="86944"/>
                  <a:pt x="59117" y="87865"/>
                  <a:pt x="59390" y="88836"/>
                </a:cubicBezTo>
                <a:cubicBezTo>
                  <a:pt x="59365" y="88836"/>
                  <a:pt x="59365" y="88861"/>
                  <a:pt x="59341" y="88861"/>
                </a:cubicBezTo>
                <a:cubicBezTo>
                  <a:pt x="59067" y="87915"/>
                  <a:pt x="58718" y="86969"/>
                  <a:pt x="58345" y="86024"/>
                </a:cubicBezTo>
                <a:cubicBezTo>
                  <a:pt x="58370" y="86024"/>
                  <a:pt x="58370" y="86024"/>
                  <a:pt x="58395" y="85999"/>
                </a:cubicBezTo>
                <a:close/>
                <a:moveTo>
                  <a:pt x="42191" y="86372"/>
                </a:moveTo>
                <a:lnTo>
                  <a:pt x="42191" y="86422"/>
                </a:lnTo>
                <a:cubicBezTo>
                  <a:pt x="40050" y="87417"/>
                  <a:pt x="37909" y="88289"/>
                  <a:pt x="35818" y="89010"/>
                </a:cubicBezTo>
                <a:lnTo>
                  <a:pt x="35818" y="88961"/>
                </a:lnTo>
                <a:cubicBezTo>
                  <a:pt x="37909" y="88239"/>
                  <a:pt x="40050" y="87368"/>
                  <a:pt x="42191" y="86372"/>
                </a:cubicBezTo>
                <a:close/>
                <a:moveTo>
                  <a:pt x="61705" y="87492"/>
                </a:moveTo>
                <a:cubicBezTo>
                  <a:pt x="61705" y="87517"/>
                  <a:pt x="61730" y="87517"/>
                  <a:pt x="61730" y="87567"/>
                </a:cubicBezTo>
                <a:cubicBezTo>
                  <a:pt x="61058" y="88065"/>
                  <a:pt x="60336" y="88513"/>
                  <a:pt x="59664" y="89010"/>
                </a:cubicBezTo>
                <a:cubicBezTo>
                  <a:pt x="59664" y="88986"/>
                  <a:pt x="59664" y="88986"/>
                  <a:pt x="59614" y="88961"/>
                </a:cubicBezTo>
                <a:cubicBezTo>
                  <a:pt x="60336" y="88463"/>
                  <a:pt x="61033" y="87990"/>
                  <a:pt x="61705" y="87492"/>
                </a:cubicBezTo>
                <a:close/>
                <a:moveTo>
                  <a:pt x="80598" y="71263"/>
                </a:moveTo>
                <a:cubicBezTo>
                  <a:pt x="83211" y="73304"/>
                  <a:pt x="85875" y="75246"/>
                  <a:pt x="88364" y="76814"/>
                </a:cubicBezTo>
                <a:cubicBezTo>
                  <a:pt x="84804" y="81269"/>
                  <a:pt x="80448" y="85476"/>
                  <a:pt x="75520" y="89010"/>
                </a:cubicBezTo>
                <a:cubicBezTo>
                  <a:pt x="74101" y="86447"/>
                  <a:pt x="72384" y="83659"/>
                  <a:pt x="70492" y="80971"/>
                </a:cubicBezTo>
                <a:cubicBezTo>
                  <a:pt x="74051" y="77884"/>
                  <a:pt x="77436" y="74648"/>
                  <a:pt x="80598" y="71263"/>
                </a:cubicBezTo>
                <a:close/>
                <a:moveTo>
                  <a:pt x="88948" y="88600"/>
                </a:moveTo>
                <a:lnTo>
                  <a:pt x="88948" y="88600"/>
                </a:lnTo>
                <a:cubicBezTo>
                  <a:pt x="88796" y="88744"/>
                  <a:pt x="88644" y="88888"/>
                  <a:pt x="88488" y="89035"/>
                </a:cubicBezTo>
                <a:lnTo>
                  <a:pt x="88470" y="89071"/>
                </a:lnTo>
                <a:lnTo>
                  <a:pt x="88470" y="89071"/>
                </a:lnTo>
                <a:lnTo>
                  <a:pt x="88563" y="88986"/>
                </a:lnTo>
                <a:lnTo>
                  <a:pt x="88948" y="88600"/>
                </a:lnTo>
                <a:close/>
                <a:moveTo>
                  <a:pt x="35594" y="89010"/>
                </a:moveTo>
                <a:lnTo>
                  <a:pt x="35594" y="89085"/>
                </a:lnTo>
                <a:lnTo>
                  <a:pt x="35545" y="89085"/>
                </a:lnTo>
                <a:lnTo>
                  <a:pt x="35545" y="89060"/>
                </a:lnTo>
                <a:cubicBezTo>
                  <a:pt x="35570" y="89060"/>
                  <a:pt x="35594" y="89010"/>
                  <a:pt x="35594" y="89010"/>
                </a:cubicBezTo>
                <a:close/>
                <a:moveTo>
                  <a:pt x="43983" y="85775"/>
                </a:moveTo>
                <a:lnTo>
                  <a:pt x="43983" y="85775"/>
                </a:lnTo>
                <a:cubicBezTo>
                  <a:pt x="43734" y="86895"/>
                  <a:pt x="43410" y="87990"/>
                  <a:pt x="42937" y="89085"/>
                </a:cubicBezTo>
                <a:cubicBezTo>
                  <a:pt x="42738" y="88239"/>
                  <a:pt x="42639" y="87343"/>
                  <a:pt x="42639" y="86447"/>
                </a:cubicBezTo>
                <a:cubicBezTo>
                  <a:pt x="43062" y="86223"/>
                  <a:pt x="43535" y="85999"/>
                  <a:pt x="43983" y="85775"/>
                </a:cubicBezTo>
                <a:close/>
                <a:moveTo>
                  <a:pt x="59490" y="89060"/>
                </a:moveTo>
                <a:cubicBezTo>
                  <a:pt x="59490" y="89085"/>
                  <a:pt x="59490" y="89085"/>
                  <a:pt x="59540" y="89110"/>
                </a:cubicBezTo>
                <a:cubicBezTo>
                  <a:pt x="59490" y="89110"/>
                  <a:pt x="59490" y="89135"/>
                  <a:pt x="59465" y="89135"/>
                </a:cubicBezTo>
                <a:cubicBezTo>
                  <a:pt x="59440" y="89110"/>
                  <a:pt x="59440" y="89085"/>
                  <a:pt x="59440" y="89085"/>
                </a:cubicBezTo>
                <a:cubicBezTo>
                  <a:pt x="59465" y="89085"/>
                  <a:pt x="59465" y="89060"/>
                  <a:pt x="59490" y="89060"/>
                </a:cubicBezTo>
                <a:close/>
                <a:moveTo>
                  <a:pt x="70318" y="81120"/>
                </a:moveTo>
                <a:cubicBezTo>
                  <a:pt x="72234" y="83833"/>
                  <a:pt x="73927" y="86571"/>
                  <a:pt x="75370" y="89160"/>
                </a:cubicBezTo>
                <a:lnTo>
                  <a:pt x="75346" y="89210"/>
                </a:lnTo>
                <a:cubicBezTo>
                  <a:pt x="73902" y="86596"/>
                  <a:pt x="72184" y="83833"/>
                  <a:pt x="70293" y="81145"/>
                </a:cubicBezTo>
                <a:lnTo>
                  <a:pt x="70318" y="81120"/>
                </a:lnTo>
                <a:close/>
                <a:moveTo>
                  <a:pt x="88538" y="76938"/>
                </a:moveTo>
                <a:cubicBezTo>
                  <a:pt x="88563" y="76938"/>
                  <a:pt x="88563" y="76988"/>
                  <a:pt x="88588" y="76988"/>
                </a:cubicBezTo>
                <a:cubicBezTo>
                  <a:pt x="84978" y="81468"/>
                  <a:pt x="80598" y="85700"/>
                  <a:pt x="75644" y="89234"/>
                </a:cubicBezTo>
                <a:cubicBezTo>
                  <a:pt x="75619" y="89234"/>
                  <a:pt x="75619" y="89234"/>
                  <a:pt x="75619" y="89210"/>
                </a:cubicBezTo>
                <a:cubicBezTo>
                  <a:pt x="80573" y="85650"/>
                  <a:pt x="84954" y="81419"/>
                  <a:pt x="88538" y="76938"/>
                </a:cubicBezTo>
                <a:close/>
                <a:moveTo>
                  <a:pt x="42440" y="86496"/>
                </a:moveTo>
                <a:cubicBezTo>
                  <a:pt x="42489" y="87492"/>
                  <a:pt x="42614" y="88413"/>
                  <a:pt x="42788" y="89334"/>
                </a:cubicBezTo>
                <a:cubicBezTo>
                  <a:pt x="42788" y="89359"/>
                  <a:pt x="42763" y="89384"/>
                  <a:pt x="42763" y="89434"/>
                </a:cubicBezTo>
                <a:cubicBezTo>
                  <a:pt x="42514" y="88513"/>
                  <a:pt x="42390" y="87567"/>
                  <a:pt x="42390" y="86521"/>
                </a:cubicBezTo>
                <a:cubicBezTo>
                  <a:pt x="42415" y="86521"/>
                  <a:pt x="42415" y="86496"/>
                  <a:pt x="42440" y="86496"/>
                </a:cubicBezTo>
                <a:close/>
                <a:moveTo>
                  <a:pt x="44173" y="85695"/>
                </a:moveTo>
                <a:lnTo>
                  <a:pt x="44173" y="85695"/>
                </a:lnTo>
                <a:cubicBezTo>
                  <a:pt x="43924" y="86974"/>
                  <a:pt x="43528" y="88228"/>
                  <a:pt x="42987" y="89458"/>
                </a:cubicBezTo>
                <a:lnTo>
                  <a:pt x="42987" y="89434"/>
                </a:lnTo>
                <a:cubicBezTo>
                  <a:pt x="43528" y="88228"/>
                  <a:pt x="43924" y="86974"/>
                  <a:pt x="44173" y="85695"/>
                </a:cubicBezTo>
                <a:close/>
                <a:moveTo>
                  <a:pt x="37187" y="81867"/>
                </a:moveTo>
                <a:lnTo>
                  <a:pt x="37187" y="81867"/>
                </a:lnTo>
                <a:cubicBezTo>
                  <a:pt x="36316" y="84306"/>
                  <a:pt x="35719" y="86671"/>
                  <a:pt x="35395" y="88911"/>
                </a:cubicBezTo>
                <a:cubicBezTo>
                  <a:pt x="34400" y="89259"/>
                  <a:pt x="33404" y="89558"/>
                  <a:pt x="32433" y="89832"/>
                </a:cubicBezTo>
                <a:cubicBezTo>
                  <a:pt x="32284" y="87268"/>
                  <a:pt x="32458" y="84779"/>
                  <a:pt x="32981" y="82489"/>
                </a:cubicBezTo>
                <a:cubicBezTo>
                  <a:pt x="34474" y="82389"/>
                  <a:pt x="35893" y="82215"/>
                  <a:pt x="37187" y="81867"/>
                </a:cubicBezTo>
                <a:close/>
                <a:moveTo>
                  <a:pt x="93631" y="88605"/>
                </a:moveTo>
                <a:lnTo>
                  <a:pt x="93631" y="88605"/>
                </a:lnTo>
                <a:cubicBezTo>
                  <a:pt x="93444" y="88800"/>
                  <a:pt x="93259" y="88988"/>
                  <a:pt x="93093" y="89185"/>
                </a:cubicBezTo>
                <a:cubicBezTo>
                  <a:pt x="92862" y="89418"/>
                  <a:pt x="92629" y="89652"/>
                  <a:pt x="92395" y="89884"/>
                </a:cubicBezTo>
                <a:lnTo>
                  <a:pt x="92395" y="89884"/>
                </a:lnTo>
                <a:cubicBezTo>
                  <a:pt x="92440" y="89839"/>
                  <a:pt x="92482" y="89796"/>
                  <a:pt x="92520" y="89757"/>
                </a:cubicBezTo>
                <a:cubicBezTo>
                  <a:pt x="92794" y="89458"/>
                  <a:pt x="93143" y="89135"/>
                  <a:pt x="93441" y="88786"/>
                </a:cubicBezTo>
                <a:lnTo>
                  <a:pt x="93631" y="88605"/>
                </a:lnTo>
                <a:close/>
                <a:moveTo>
                  <a:pt x="32807" y="82489"/>
                </a:moveTo>
                <a:cubicBezTo>
                  <a:pt x="32284" y="84804"/>
                  <a:pt x="32110" y="87293"/>
                  <a:pt x="32284" y="89882"/>
                </a:cubicBezTo>
                <a:cubicBezTo>
                  <a:pt x="32234" y="89882"/>
                  <a:pt x="32234" y="89882"/>
                  <a:pt x="32209" y="89931"/>
                </a:cubicBezTo>
                <a:cubicBezTo>
                  <a:pt x="32035" y="87343"/>
                  <a:pt x="32209" y="84804"/>
                  <a:pt x="32732" y="82489"/>
                </a:cubicBezTo>
                <a:close/>
                <a:moveTo>
                  <a:pt x="35346" y="89110"/>
                </a:moveTo>
                <a:lnTo>
                  <a:pt x="35346" y="89160"/>
                </a:lnTo>
                <a:cubicBezTo>
                  <a:pt x="34400" y="89508"/>
                  <a:pt x="33429" y="89782"/>
                  <a:pt x="32458" y="90081"/>
                </a:cubicBezTo>
                <a:lnTo>
                  <a:pt x="32458" y="90031"/>
                </a:lnTo>
                <a:cubicBezTo>
                  <a:pt x="33404" y="89757"/>
                  <a:pt x="34350" y="89458"/>
                  <a:pt x="35346" y="89110"/>
                </a:cubicBezTo>
                <a:close/>
                <a:moveTo>
                  <a:pt x="88737" y="77063"/>
                </a:moveTo>
                <a:cubicBezTo>
                  <a:pt x="88936" y="77187"/>
                  <a:pt x="89110" y="77312"/>
                  <a:pt x="89309" y="77411"/>
                </a:cubicBezTo>
                <a:cubicBezTo>
                  <a:pt x="89285" y="77436"/>
                  <a:pt x="89235" y="77511"/>
                  <a:pt x="89185" y="77536"/>
                </a:cubicBezTo>
                <a:cubicBezTo>
                  <a:pt x="89061" y="77685"/>
                  <a:pt x="88936" y="77809"/>
                  <a:pt x="88787" y="77959"/>
                </a:cubicBezTo>
                <a:cubicBezTo>
                  <a:pt x="88189" y="78631"/>
                  <a:pt x="87567" y="79278"/>
                  <a:pt x="86970" y="79900"/>
                </a:cubicBezTo>
                <a:cubicBezTo>
                  <a:pt x="86721" y="80149"/>
                  <a:pt x="86497" y="80398"/>
                  <a:pt x="86248" y="80647"/>
                </a:cubicBezTo>
                <a:cubicBezTo>
                  <a:pt x="85800" y="81145"/>
                  <a:pt x="85302" y="81618"/>
                  <a:pt x="84829" y="82116"/>
                </a:cubicBezTo>
                <a:cubicBezTo>
                  <a:pt x="84481" y="82439"/>
                  <a:pt x="84107" y="82788"/>
                  <a:pt x="83759" y="83136"/>
                </a:cubicBezTo>
                <a:cubicBezTo>
                  <a:pt x="83336" y="83534"/>
                  <a:pt x="82937" y="83933"/>
                  <a:pt x="82489" y="84381"/>
                </a:cubicBezTo>
                <a:cubicBezTo>
                  <a:pt x="82191" y="84655"/>
                  <a:pt x="81867" y="84978"/>
                  <a:pt x="81568" y="85252"/>
                </a:cubicBezTo>
                <a:cubicBezTo>
                  <a:pt x="80971" y="85775"/>
                  <a:pt x="80398" y="86297"/>
                  <a:pt x="79826" y="86845"/>
                </a:cubicBezTo>
                <a:cubicBezTo>
                  <a:pt x="79502" y="87119"/>
                  <a:pt x="79204" y="87368"/>
                  <a:pt x="78905" y="87641"/>
                </a:cubicBezTo>
                <a:lnTo>
                  <a:pt x="77511" y="88861"/>
                </a:lnTo>
                <a:cubicBezTo>
                  <a:pt x="77212" y="89135"/>
                  <a:pt x="76864" y="89434"/>
                  <a:pt x="76515" y="89707"/>
                </a:cubicBezTo>
                <a:lnTo>
                  <a:pt x="76043" y="90081"/>
                </a:lnTo>
                <a:cubicBezTo>
                  <a:pt x="75968" y="89857"/>
                  <a:pt x="75819" y="89633"/>
                  <a:pt x="75744" y="89434"/>
                </a:cubicBezTo>
                <a:cubicBezTo>
                  <a:pt x="80722" y="85849"/>
                  <a:pt x="85128" y="81593"/>
                  <a:pt x="88737" y="77063"/>
                </a:cubicBezTo>
                <a:close/>
                <a:moveTo>
                  <a:pt x="32284" y="90081"/>
                </a:moveTo>
                <a:lnTo>
                  <a:pt x="32284" y="90106"/>
                </a:lnTo>
                <a:cubicBezTo>
                  <a:pt x="32234" y="90106"/>
                  <a:pt x="32234" y="90106"/>
                  <a:pt x="32209" y="90131"/>
                </a:cubicBezTo>
                <a:lnTo>
                  <a:pt x="32209" y="90081"/>
                </a:lnTo>
                <a:close/>
                <a:moveTo>
                  <a:pt x="8040" y="73055"/>
                </a:moveTo>
                <a:cubicBezTo>
                  <a:pt x="9384" y="74424"/>
                  <a:pt x="10927" y="75669"/>
                  <a:pt x="12645" y="76789"/>
                </a:cubicBezTo>
                <a:lnTo>
                  <a:pt x="12670" y="76814"/>
                </a:lnTo>
                <a:cubicBezTo>
                  <a:pt x="12695" y="76864"/>
                  <a:pt x="12744" y="76913"/>
                  <a:pt x="12769" y="76938"/>
                </a:cubicBezTo>
                <a:lnTo>
                  <a:pt x="12894" y="77063"/>
                </a:lnTo>
                <a:cubicBezTo>
                  <a:pt x="12944" y="77162"/>
                  <a:pt x="13043" y="77237"/>
                  <a:pt x="13118" y="77312"/>
                </a:cubicBezTo>
                <a:cubicBezTo>
                  <a:pt x="13242" y="77411"/>
                  <a:pt x="13317" y="77536"/>
                  <a:pt x="13441" y="77635"/>
                </a:cubicBezTo>
                <a:cubicBezTo>
                  <a:pt x="13616" y="77785"/>
                  <a:pt x="13790" y="77934"/>
                  <a:pt x="13989" y="78108"/>
                </a:cubicBezTo>
                <a:cubicBezTo>
                  <a:pt x="14113" y="78183"/>
                  <a:pt x="14238" y="78282"/>
                  <a:pt x="14313" y="78382"/>
                </a:cubicBezTo>
                <a:cubicBezTo>
                  <a:pt x="14512" y="78531"/>
                  <a:pt x="14686" y="78656"/>
                  <a:pt x="14910" y="78805"/>
                </a:cubicBezTo>
                <a:cubicBezTo>
                  <a:pt x="15034" y="78905"/>
                  <a:pt x="15159" y="78954"/>
                  <a:pt x="15283" y="79029"/>
                </a:cubicBezTo>
                <a:cubicBezTo>
                  <a:pt x="15507" y="79154"/>
                  <a:pt x="15682" y="79303"/>
                  <a:pt x="15906" y="79427"/>
                </a:cubicBezTo>
                <a:lnTo>
                  <a:pt x="16279" y="79627"/>
                </a:lnTo>
                <a:lnTo>
                  <a:pt x="16304" y="79627"/>
                </a:lnTo>
                <a:cubicBezTo>
                  <a:pt x="15632" y="81618"/>
                  <a:pt x="15034" y="83559"/>
                  <a:pt x="14561" y="85501"/>
                </a:cubicBezTo>
                <a:cubicBezTo>
                  <a:pt x="13889" y="87019"/>
                  <a:pt x="13367" y="88587"/>
                  <a:pt x="12944" y="90155"/>
                </a:cubicBezTo>
                <a:cubicBezTo>
                  <a:pt x="9658" y="88861"/>
                  <a:pt x="7044" y="86770"/>
                  <a:pt x="5227" y="83958"/>
                </a:cubicBezTo>
                <a:lnTo>
                  <a:pt x="5227" y="83858"/>
                </a:lnTo>
                <a:lnTo>
                  <a:pt x="5227" y="83833"/>
                </a:lnTo>
                <a:cubicBezTo>
                  <a:pt x="5327" y="83111"/>
                  <a:pt x="5451" y="82389"/>
                  <a:pt x="5601" y="81668"/>
                </a:cubicBezTo>
                <a:cubicBezTo>
                  <a:pt x="5650" y="81593"/>
                  <a:pt x="5650" y="81493"/>
                  <a:pt x="5675" y="81419"/>
                </a:cubicBezTo>
                <a:cubicBezTo>
                  <a:pt x="6198" y="78730"/>
                  <a:pt x="7019" y="75918"/>
                  <a:pt x="8040" y="73055"/>
                </a:cubicBezTo>
                <a:close/>
                <a:moveTo>
                  <a:pt x="14362" y="86397"/>
                </a:moveTo>
                <a:cubicBezTo>
                  <a:pt x="14313" y="86521"/>
                  <a:pt x="14288" y="86646"/>
                  <a:pt x="14288" y="86745"/>
                </a:cubicBezTo>
                <a:cubicBezTo>
                  <a:pt x="13865" y="87865"/>
                  <a:pt x="13491" y="89010"/>
                  <a:pt x="13192" y="90205"/>
                </a:cubicBezTo>
                <a:cubicBezTo>
                  <a:pt x="13168" y="90205"/>
                  <a:pt x="13143" y="90180"/>
                  <a:pt x="13143" y="90180"/>
                </a:cubicBezTo>
                <a:cubicBezTo>
                  <a:pt x="13441" y="88886"/>
                  <a:pt x="13865" y="87617"/>
                  <a:pt x="14362" y="86397"/>
                </a:cubicBezTo>
                <a:close/>
                <a:moveTo>
                  <a:pt x="75570" y="89533"/>
                </a:moveTo>
                <a:cubicBezTo>
                  <a:pt x="75694" y="89757"/>
                  <a:pt x="75794" y="89981"/>
                  <a:pt x="75918" y="90205"/>
                </a:cubicBezTo>
                <a:lnTo>
                  <a:pt x="75893" y="90230"/>
                </a:lnTo>
                <a:lnTo>
                  <a:pt x="75520" y="89583"/>
                </a:lnTo>
                <a:lnTo>
                  <a:pt x="75570" y="89533"/>
                </a:lnTo>
                <a:close/>
                <a:moveTo>
                  <a:pt x="89459" y="77511"/>
                </a:moveTo>
                <a:cubicBezTo>
                  <a:pt x="89484" y="77511"/>
                  <a:pt x="89484" y="77536"/>
                  <a:pt x="89509" y="77536"/>
                </a:cubicBezTo>
                <a:cubicBezTo>
                  <a:pt x="89110" y="77984"/>
                  <a:pt x="88737" y="78407"/>
                  <a:pt x="88339" y="78805"/>
                </a:cubicBezTo>
                <a:cubicBezTo>
                  <a:pt x="87990" y="79178"/>
                  <a:pt x="87642" y="79552"/>
                  <a:pt x="87318" y="79900"/>
                </a:cubicBezTo>
                <a:cubicBezTo>
                  <a:pt x="86945" y="80299"/>
                  <a:pt x="86522" y="80722"/>
                  <a:pt x="86148" y="81120"/>
                </a:cubicBezTo>
                <a:cubicBezTo>
                  <a:pt x="85949" y="81344"/>
                  <a:pt x="85750" y="81543"/>
                  <a:pt x="85526" y="81742"/>
                </a:cubicBezTo>
                <a:cubicBezTo>
                  <a:pt x="84879" y="82414"/>
                  <a:pt x="84207" y="83086"/>
                  <a:pt x="83510" y="83734"/>
                </a:cubicBezTo>
                <a:lnTo>
                  <a:pt x="82863" y="84381"/>
                </a:lnTo>
                <a:cubicBezTo>
                  <a:pt x="82340" y="84879"/>
                  <a:pt x="81792" y="85376"/>
                  <a:pt x="81245" y="85874"/>
                </a:cubicBezTo>
                <a:cubicBezTo>
                  <a:pt x="80847" y="86248"/>
                  <a:pt x="80473" y="86596"/>
                  <a:pt x="80050" y="86969"/>
                </a:cubicBezTo>
                <a:cubicBezTo>
                  <a:pt x="79677" y="87318"/>
                  <a:pt x="79303" y="87617"/>
                  <a:pt x="78930" y="87965"/>
                </a:cubicBezTo>
                <a:cubicBezTo>
                  <a:pt x="78532" y="88338"/>
                  <a:pt x="78108" y="88712"/>
                  <a:pt x="77660" y="89060"/>
                </a:cubicBezTo>
                <a:lnTo>
                  <a:pt x="76441" y="90081"/>
                </a:lnTo>
                <a:cubicBezTo>
                  <a:pt x="76366" y="90131"/>
                  <a:pt x="76291" y="90205"/>
                  <a:pt x="76192" y="90255"/>
                </a:cubicBezTo>
                <a:cubicBezTo>
                  <a:pt x="76192" y="90230"/>
                  <a:pt x="76167" y="90230"/>
                  <a:pt x="76167" y="90205"/>
                </a:cubicBezTo>
                <a:cubicBezTo>
                  <a:pt x="76341" y="90106"/>
                  <a:pt x="76491" y="89981"/>
                  <a:pt x="76640" y="89857"/>
                </a:cubicBezTo>
                <a:cubicBezTo>
                  <a:pt x="76914" y="89608"/>
                  <a:pt x="77212" y="89384"/>
                  <a:pt x="77511" y="89135"/>
                </a:cubicBezTo>
                <a:cubicBezTo>
                  <a:pt x="78034" y="88712"/>
                  <a:pt x="78581" y="88239"/>
                  <a:pt x="79079" y="87766"/>
                </a:cubicBezTo>
                <a:lnTo>
                  <a:pt x="79901" y="87019"/>
                </a:lnTo>
                <a:cubicBezTo>
                  <a:pt x="80523" y="86472"/>
                  <a:pt x="81145" y="85899"/>
                  <a:pt x="81743" y="85351"/>
                </a:cubicBezTo>
                <a:cubicBezTo>
                  <a:pt x="81991" y="85103"/>
                  <a:pt x="82265" y="84854"/>
                  <a:pt x="82514" y="84605"/>
                </a:cubicBezTo>
                <a:cubicBezTo>
                  <a:pt x="83062" y="84107"/>
                  <a:pt x="83560" y="83609"/>
                  <a:pt x="84082" y="83111"/>
                </a:cubicBezTo>
                <a:lnTo>
                  <a:pt x="84655" y="82514"/>
                </a:lnTo>
                <a:cubicBezTo>
                  <a:pt x="85277" y="81892"/>
                  <a:pt x="85899" y="81269"/>
                  <a:pt x="86497" y="80647"/>
                </a:cubicBezTo>
                <a:lnTo>
                  <a:pt x="86995" y="80149"/>
                </a:lnTo>
                <a:cubicBezTo>
                  <a:pt x="87692" y="79427"/>
                  <a:pt x="88364" y="78730"/>
                  <a:pt x="89011" y="78009"/>
                </a:cubicBezTo>
                <a:cubicBezTo>
                  <a:pt x="89061" y="77984"/>
                  <a:pt x="89085" y="77934"/>
                  <a:pt x="89085" y="77909"/>
                </a:cubicBezTo>
                <a:cubicBezTo>
                  <a:pt x="89210" y="77785"/>
                  <a:pt x="89334" y="77635"/>
                  <a:pt x="89459" y="77511"/>
                </a:cubicBezTo>
                <a:close/>
                <a:moveTo>
                  <a:pt x="5202" y="84256"/>
                </a:moveTo>
                <a:cubicBezTo>
                  <a:pt x="7044" y="86994"/>
                  <a:pt x="9633" y="89060"/>
                  <a:pt x="12919" y="90305"/>
                </a:cubicBezTo>
                <a:lnTo>
                  <a:pt x="12919" y="90355"/>
                </a:lnTo>
                <a:cubicBezTo>
                  <a:pt x="9658" y="89110"/>
                  <a:pt x="7044" y="87094"/>
                  <a:pt x="5202" y="84356"/>
                </a:cubicBezTo>
                <a:cubicBezTo>
                  <a:pt x="5178" y="84331"/>
                  <a:pt x="5202" y="84281"/>
                  <a:pt x="5202" y="84256"/>
                </a:cubicBezTo>
                <a:close/>
                <a:moveTo>
                  <a:pt x="14064" y="87890"/>
                </a:moveTo>
                <a:lnTo>
                  <a:pt x="14064" y="87890"/>
                </a:lnTo>
                <a:cubicBezTo>
                  <a:pt x="13914" y="88737"/>
                  <a:pt x="13790" y="89558"/>
                  <a:pt x="13690" y="90355"/>
                </a:cubicBezTo>
                <a:cubicBezTo>
                  <a:pt x="13616" y="90330"/>
                  <a:pt x="13491" y="90305"/>
                  <a:pt x="13392" y="90255"/>
                </a:cubicBezTo>
                <a:cubicBezTo>
                  <a:pt x="13566" y="89483"/>
                  <a:pt x="13790" y="88662"/>
                  <a:pt x="14064" y="87890"/>
                </a:cubicBezTo>
                <a:close/>
                <a:moveTo>
                  <a:pt x="13118" y="90355"/>
                </a:moveTo>
                <a:cubicBezTo>
                  <a:pt x="13143" y="90379"/>
                  <a:pt x="13168" y="90379"/>
                  <a:pt x="13168" y="90379"/>
                </a:cubicBezTo>
                <a:lnTo>
                  <a:pt x="13168" y="90454"/>
                </a:lnTo>
                <a:lnTo>
                  <a:pt x="13118" y="90454"/>
                </a:lnTo>
                <a:cubicBezTo>
                  <a:pt x="13068" y="90379"/>
                  <a:pt x="13068" y="90379"/>
                  <a:pt x="13118" y="90355"/>
                </a:cubicBezTo>
                <a:close/>
                <a:moveTo>
                  <a:pt x="14611" y="86496"/>
                </a:moveTo>
                <a:lnTo>
                  <a:pt x="14611" y="86496"/>
                </a:lnTo>
                <a:cubicBezTo>
                  <a:pt x="14313" y="87841"/>
                  <a:pt x="14113" y="89135"/>
                  <a:pt x="13939" y="90454"/>
                </a:cubicBezTo>
                <a:cubicBezTo>
                  <a:pt x="13914" y="90454"/>
                  <a:pt x="13889" y="90404"/>
                  <a:pt x="13865" y="90404"/>
                </a:cubicBezTo>
                <a:cubicBezTo>
                  <a:pt x="14014" y="89234"/>
                  <a:pt x="14188" y="88040"/>
                  <a:pt x="14437" y="86845"/>
                </a:cubicBezTo>
                <a:cubicBezTo>
                  <a:pt x="14487" y="86720"/>
                  <a:pt x="14537" y="86621"/>
                  <a:pt x="14611" y="86496"/>
                </a:cubicBezTo>
                <a:close/>
                <a:moveTo>
                  <a:pt x="75993" y="90379"/>
                </a:moveTo>
                <a:cubicBezTo>
                  <a:pt x="75993" y="90404"/>
                  <a:pt x="76018" y="90404"/>
                  <a:pt x="76018" y="90454"/>
                </a:cubicBezTo>
                <a:lnTo>
                  <a:pt x="75993" y="90479"/>
                </a:lnTo>
                <a:cubicBezTo>
                  <a:pt x="75993" y="90454"/>
                  <a:pt x="75993" y="90404"/>
                  <a:pt x="75968" y="90404"/>
                </a:cubicBezTo>
                <a:lnTo>
                  <a:pt x="75993" y="90379"/>
                </a:lnTo>
                <a:close/>
                <a:moveTo>
                  <a:pt x="13317" y="90454"/>
                </a:moveTo>
                <a:cubicBezTo>
                  <a:pt x="13441" y="90479"/>
                  <a:pt x="13541" y="90504"/>
                  <a:pt x="13665" y="90579"/>
                </a:cubicBezTo>
                <a:lnTo>
                  <a:pt x="13665" y="90628"/>
                </a:lnTo>
                <a:cubicBezTo>
                  <a:pt x="13541" y="90603"/>
                  <a:pt x="13441" y="90579"/>
                  <a:pt x="13317" y="90529"/>
                </a:cubicBezTo>
                <a:lnTo>
                  <a:pt x="13317" y="90454"/>
                </a:lnTo>
                <a:close/>
                <a:moveTo>
                  <a:pt x="88470" y="89071"/>
                </a:moveTo>
                <a:lnTo>
                  <a:pt x="88239" y="89284"/>
                </a:lnTo>
                <a:lnTo>
                  <a:pt x="87044" y="90404"/>
                </a:lnTo>
                <a:cubicBezTo>
                  <a:pt x="86970" y="90479"/>
                  <a:pt x="86895" y="90563"/>
                  <a:pt x="86820" y="90634"/>
                </a:cubicBezTo>
                <a:lnTo>
                  <a:pt x="86820" y="90634"/>
                </a:lnTo>
                <a:cubicBezTo>
                  <a:pt x="86870" y="90588"/>
                  <a:pt x="86920" y="90544"/>
                  <a:pt x="86970" y="90504"/>
                </a:cubicBezTo>
                <a:cubicBezTo>
                  <a:pt x="87368" y="90131"/>
                  <a:pt x="87791" y="89757"/>
                  <a:pt x="88189" y="89359"/>
                </a:cubicBezTo>
                <a:lnTo>
                  <a:pt x="88289" y="89259"/>
                </a:lnTo>
                <a:lnTo>
                  <a:pt x="88463" y="89085"/>
                </a:lnTo>
                <a:lnTo>
                  <a:pt x="88470" y="89071"/>
                </a:lnTo>
                <a:close/>
                <a:moveTo>
                  <a:pt x="86820" y="90634"/>
                </a:moveTo>
                <a:lnTo>
                  <a:pt x="86820" y="90634"/>
                </a:lnTo>
                <a:cubicBezTo>
                  <a:pt x="86813" y="90640"/>
                  <a:pt x="86806" y="90647"/>
                  <a:pt x="86799" y="90654"/>
                </a:cubicBezTo>
                <a:lnTo>
                  <a:pt x="86799" y="90654"/>
                </a:lnTo>
                <a:cubicBezTo>
                  <a:pt x="86806" y="90647"/>
                  <a:pt x="86813" y="90641"/>
                  <a:pt x="86820" y="90634"/>
                </a:cubicBezTo>
                <a:close/>
                <a:moveTo>
                  <a:pt x="13865" y="90603"/>
                </a:moveTo>
                <a:cubicBezTo>
                  <a:pt x="13889" y="90603"/>
                  <a:pt x="13889" y="90603"/>
                  <a:pt x="13914" y="90628"/>
                </a:cubicBezTo>
                <a:lnTo>
                  <a:pt x="13914" y="90678"/>
                </a:lnTo>
                <a:cubicBezTo>
                  <a:pt x="13889" y="90678"/>
                  <a:pt x="13889" y="90678"/>
                  <a:pt x="13865" y="90628"/>
                </a:cubicBezTo>
                <a:cubicBezTo>
                  <a:pt x="13815" y="90628"/>
                  <a:pt x="13865" y="90628"/>
                  <a:pt x="13865" y="90603"/>
                </a:cubicBezTo>
                <a:close/>
                <a:moveTo>
                  <a:pt x="27505" y="82265"/>
                </a:moveTo>
                <a:cubicBezTo>
                  <a:pt x="28849" y="82464"/>
                  <a:pt x="30193" y="82539"/>
                  <a:pt x="31537" y="82539"/>
                </a:cubicBezTo>
                <a:cubicBezTo>
                  <a:pt x="31861" y="82539"/>
                  <a:pt x="32184" y="82514"/>
                  <a:pt x="32533" y="82514"/>
                </a:cubicBezTo>
                <a:cubicBezTo>
                  <a:pt x="32035" y="84854"/>
                  <a:pt x="31861" y="87368"/>
                  <a:pt x="31985" y="89956"/>
                </a:cubicBezTo>
                <a:cubicBezTo>
                  <a:pt x="29621" y="90603"/>
                  <a:pt x="27355" y="91027"/>
                  <a:pt x="25190" y="91300"/>
                </a:cubicBezTo>
                <a:cubicBezTo>
                  <a:pt x="25613" y="88388"/>
                  <a:pt x="26385" y="85376"/>
                  <a:pt x="27505" y="82265"/>
                </a:cubicBezTo>
                <a:close/>
                <a:moveTo>
                  <a:pt x="1743" y="90504"/>
                </a:moveTo>
                <a:lnTo>
                  <a:pt x="1743" y="90504"/>
                </a:lnTo>
                <a:cubicBezTo>
                  <a:pt x="1792" y="90579"/>
                  <a:pt x="1792" y="90603"/>
                  <a:pt x="1817" y="90678"/>
                </a:cubicBezTo>
                <a:lnTo>
                  <a:pt x="1817" y="90703"/>
                </a:lnTo>
                <a:cubicBezTo>
                  <a:pt x="1842" y="90803"/>
                  <a:pt x="1917" y="90877"/>
                  <a:pt x="1942" y="90977"/>
                </a:cubicBezTo>
                <a:cubicBezTo>
                  <a:pt x="1964" y="91090"/>
                  <a:pt x="1997" y="91204"/>
                  <a:pt x="2036" y="91318"/>
                </a:cubicBezTo>
                <a:lnTo>
                  <a:pt x="2036" y="91318"/>
                </a:lnTo>
                <a:cubicBezTo>
                  <a:pt x="1991" y="91249"/>
                  <a:pt x="1991" y="91224"/>
                  <a:pt x="1967" y="91176"/>
                </a:cubicBezTo>
                <a:cubicBezTo>
                  <a:pt x="1917" y="90952"/>
                  <a:pt x="1817" y="90728"/>
                  <a:pt x="1743" y="90504"/>
                </a:cubicBezTo>
                <a:close/>
                <a:moveTo>
                  <a:pt x="27355" y="82240"/>
                </a:moveTo>
                <a:cubicBezTo>
                  <a:pt x="26235" y="85351"/>
                  <a:pt x="25439" y="88388"/>
                  <a:pt x="24991" y="91325"/>
                </a:cubicBezTo>
                <a:cubicBezTo>
                  <a:pt x="24991" y="91313"/>
                  <a:pt x="24985" y="91307"/>
                  <a:pt x="24975" y="91307"/>
                </a:cubicBezTo>
                <a:cubicBezTo>
                  <a:pt x="24966" y="91307"/>
                  <a:pt x="24954" y="91313"/>
                  <a:pt x="24941" y="91325"/>
                </a:cubicBezTo>
                <a:cubicBezTo>
                  <a:pt x="25364" y="88388"/>
                  <a:pt x="26186" y="85351"/>
                  <a:pt x="27306" y="82240"/>
                </a:cubicBezTo>
                <a:close/>
                <a:moveTo>
                  <a:pt x="18146" y="80373"/>
                </a:moveTo>
                <a:cubicBezTo>
                  <a:pt x="18270" y="80398"/>
                  <a:pt x="18395" y="80473"/>
                  <a:pt x="18544" y="80498"/>
                </a:cubicBezTo>
                <a:cubicBezTo>
                  <a:pt x="18793" y="80597"/>
                  <a:pt x="19042" y="80647"/>
                  <a:pt x="19291" y="80747"/>
                </a:cubicBezTo>
                <a:cubicBezTo>
                  <a:pt x="19465" y="80772"/>
                  <a:pt x="19639" y="80846"/>
                  <a:pt x="19838" y="80871"/>
                </a:cubicBezTo>
                <a:lnTo>
                  <a:pt x="20585" y="81045"/>
                </a:lnTo>
                <a:cubicBezTo>
                  <a:pt x="20734" y="81095"/>
                  <a:pt x="20909" y="81120"/>
                  <a:pt x="21083" y="81145"/>
                </a:cubicBezTo>
                <a:cubicBezTo>
                  <a:pt x="21158" y="81170"/>
                  <a:pt x="21257" y="81170"/>
                  <a:pt x="21357" y="81170"/>
                </a:cubicBezTo>
                <a:lnTo>
                  <a:pt x="21904" y="81269"/>
                </a:lnTo>
                <a:cubicBezTo>
                  <a:pt x="22153" y="81294"/>
                  <a:pt x="22402" y="81344"/>
                  <a:pt x="22651" y="81344"/>
                </a:cubicBezTo>
                <a:cubicBezTo>
                  <a:pt x="22751" y="81344"/>
                  <a:pt x="22850" y="81369"/>
                  <a:pt x="22975" y="81369"/>
                </a:cubicBezTo>
                <a:cubicBezTo>
                  <a:pt x="24344" y="81742"/>
                  <a:pt x="25738" y="82016"/>
                  <a:pt x="27131" y="82240"/>
                </a:cubicBezTo>
                <a:cubicBezTo>
                  <a:pt x="26011" y="85376"/>
                  <a:pt x="25215" y="88463"/>
                  <a:pt x="24767" y="91375"/>
                </a:cubicBezTo>
                <a:cubicBezTo>
                  <a:pt x="23653" y="91474"/>
                  <a:pt x="22564" y="91525"/>
                  <a:pt x="21506" y="91525"/>
                </a:cubicBezTo>
                <a:cubicBezTo>
                  <a:pt x="18829" y="91525"/>
                  <a:pt x="16343" y="91200"/>
                  <a:pt x="14113" y="90504"/>
                </a:cubicBezTo>
                <a:cubicBezTo>
                  <a:pt x="14288" y="88911"/>
                  <a:pt x="14561" y="87268"/>
                  <a:pt x="14985" y="85625"/>
                </a:cubicBezTo>
                <a:cubicBezTo>
                  <a:pt x="15806" y="83783"/>
                  <a:pt x="16876" y="82016"/>
                  <a:pt x="18146" y="80373"/>
                </a:cubicBezTo>
                <a:close/>
                <a:moveTo>
                  <a:pt x="32035" y="90131"/>
                </a:moveTo>
                <a:lnTo>
                  <a:pt x="32035" y="90205"/>
                </a:lnTo>
                <a:cubicBezTo>
                  <a:pt x="29670" y="90852"/>
                  <a:pt x="27355" y="91300"/>
                  <a:pt x="25140" y="91549"/>
                </a:cubicBezTo>
                <a:cubicBezTo>
                  <a:pt x="25140" y="91500"/>
                  <a:pt x="25140" y="91475"/>
                  <a:pt x="25190" y="91475"/>
                </a:cubicBezTo>
                <a:cubicBezTo>
                  <a:pt x="27380" y="91226"/>
                  <a:pt x="29670" y="90803"/>
                  <a:pt x="32035" y="90131"/>
                </a:cubicBezTo>
                <a:close/>
                <a:moveTo>
                  <a:pt x="24966" y="91500"/>
                </a:moveTo>
                <a:lnTo>
                  <a:pt x="24966" y="91574"/>
                </a:lnTo>
                <a:lnTo>
                  <a:pt x="24891" y="91574"/>
                </a:lnTo>
                <a:lnTo>
                  <a:pt x="24891" y="91500"/>
                </a:lnTo>
                <a:close/>
                <a:moveTo>
                  <a:pt x="2041" y="91332"/>
                </a:moveTo>
                <a:cubicBezTo>
                  <a:pt x="2071" y="91418"/>
                  <a:pt x="2104" y="91504"/>
                  <a:pt x="2138" y="91591"/>
                </a:cubicBezTo>
                <a:lnTo>
                  <a:pt x="2138" y="91591"/>
                </a:lnTo>
                <a:cubicBezTo>
                  <a:pt x="2119" y="91560"/>
                  <a:pt x="2101" y="91530"/>
                  <a:pt x="2091" y="91500"/>
                </a:cubicBezTo>
                <a:cubicBezTo>
                  <a:pt x="2091" y="91475"/>
                  <a:pt x="2091" y="91475"/>
                  <a:pt x="2066" y="91450"/>
                </a:cubicBezTo>
                <a:cubicBezTo>
                  <a:pt x="2043" y="91404"/>
                  <a:pt x="2041" y="91359"/>
                  <a:pt x="2041" y="91332"/>
                </a:cubicBezTo>
                <a:close/>
                <a:moveTo>
                  <a:pt x="14064" y="90703"/>
                </a:moveTo>
                <a:cubicBezTo>
                  <a:pt x="16298" y="91389"/>
                  <a:pt x="18732" y="91715"/>
                  <a:pt x="21355" y="91715"/>
                </a:cubicBezTo>
                <a:cubicBezTo>
                  <a:pt x="22444" y="91715"/>
                  <a:pt x="23564" y="91659"/>
                  <a:pt x="24717" y="91549"/>
                </a:cubicBezTo>
                <a:lnTo>
                  <a:pt x="24717" y="91599"/>
                </a:lnTo>
                <a:cubicBezTo>
                  <a:pt x="23572" y="91724"/>
                  <a:pt x="22402" y="91798"/>
                  <a:pt x="21332" y="91798"/>
                </a:cubicBezTo>
                <a:cubicBezTo>
                  <a:pt x="18668" y="91798"/>
                  <a:pt x="16254" y="91450"/>
                  <a:pt x="14064" y="90753"/>
                </a:cubicBezTo>
                <a:lnTo>
                  <a:pt x="14064" y="90703"/>
                </a:lnTo>
                <a:close/>
                <a:moveTo>
                  <a:pt x="46397" y="84505"/>
                </a:moveTo>
                <a:cubicBezTo>
                  <a:pt x="46422" y="84655"/>
                  <a:pt x="46422" y="84779"/>
                  <a:pt x="46447" y="84928"/>
                </a:cubicBezTo>
                <a:cubicBezTo>
                  <a:pt x="46497" y="85252"/>
                  <a:pt x="46522" y="85600"/>
                  <a:pt x="46547" y="85899"/>
                </a:cubicBezTo>
                <a:cubicBezTo>
                  <a:pt x="46547" y="85999"/>
                  <a:pt x="46547" y="86123"/>
                  <a:pt x="46571" y="86223"/>
                </a:cubicBezTo>
                <a:lnTo>
                  <a:pt x="46571" y="86372"/>
                </a:lnTo>
                <a:cubicBezTo>
                  <a:pt x="46571" y="86720"/>
                  <a:pt x="46621" y="87094"/>
                  <a:pt x="46571" y="87417"/>
                </a:cubicBezTo>
                <a:lnTo>
                  <a:pt x="46571" y="87865"/>
                </a:lnTo>
                <a:lnTo>
                  <a:pt x="46571" y="88139"/>
                </a:lnTo>
                <a:cubicBezTo>
                  <a:pt x="46571" y="88463"/>
                  <a:pt x="46547" y="88786"/>
                  <a:pt x="46522" y="89110"/>
                </a:cubicBezTo>
                <a:lnTo>
                  <a:pt x="46422" y="89857"/>
                </a:lnTo>
                <a:cubicBezTo>
                  <a:pt x="46397" y="90205"/>
                  <a:pt x="46323" y="90529"/>
                  <a:pt x="46273" y="90877"/>
                </a:cubicBezTo>
                <a:cubicBezTo>
                  <a:pt x="46248" y="91126"/>
                  <a:pt x="46173" y="91350"/>
                  <a:pt x="46123" y="91599"/>
                </a:cubicBezTo>
                <a:cubicBezTo>
                  <a:pt x="46072" y="91840"/>
                  <a:pt x="46008" y="92070"/>
                  <a:pt x="45949" y="92304"/>
                </a:cubicBezTo>
                <a:lnTo>
                  <a:pt x="45949" y="92304"/>
                </a:lnTo>
                <a:cubicBezTo>
                  <a:pt x="46584" y="89689"/>
                  <a:pt x="46716" y="87036"/>
                  <a:pt x="46372" y="84530"/>
                </a:cubicBezTo>
                <a:cubicBezTo>
                  <a:pt x="46372" y="84530"/>
                  <a:pt x="46397" y="84530"/>
                  <a:pt x="46397" y="84505"/>
                </a:cubicBezTo>
                <a:close/>
                <a:moveTo>
                  <a:pt x="45914" y="92446"/>
                </a:moveTo>
                <a:cubicBezTo>
                  <a:pt x="45900" y="92503"/>
                  <a:pt x="45887" y="92561"/>
                  <a:pt x="45874" y="92620"/>
                </a:cubicBezTo>
                <a:cubicBezTo>
                  <a:pt x="45866" y="92645"/>
                  <a:pt x="45858" y="92670"/>
                  <a:pt x="45850" y="92695"/>
                </a:cubicBezTo>
                <a:lnTo>
                  <a:pt x="45850" y="92695"/>
                </a:lnTo>
                <a:cubicBezTo>
                  <a:pt x="45872" y="92612"/>
                  <a:pt x="45893" y="92529"/>
                  <a:pt x="45914" y="92446"/>
                </a:cubicBezTo>
                <a:close/>
                <a:moveTo>
                  <a:pt x="45626" y="93490"/>
                </a:moveTo>
                <a:cubicBezTo>
                  <a:pt x="45626" y="93490"/>
                  <a:pt x="45626" y="93490"/>
                  <a:pt x="45626" y="93491"/>
                </a:cubicBezTo>
                <a:cubicBezTo>
                  <a:pt x="45624" y="93495"/>
                  <a:pt x="45623" y="93499"/>
                  <a:pt x="45622" y="93503"/>
                </a:cubicBezTo>
                <a:lnTo>
                  <a:pt x="45622" y="93503"/>
                </a:lnTo>
                <a:cubicBezTo>
                  <a:pt x="45623" y="93498"/>
                  <a:pt x="45624" y="93494"/>
                  <a:pt x="45626" y="93490"/>
                </a:cubicBezTo>
                <a:close/>
                <a:moveTo>
                  <a:pt x="70143" y="81244"/>
                </a:moveTo>
                <a:cubicBezTo>
                  <a:pt x="72035" y="83908"/>
                  <a:pt x="73753" y="86696"/>
                  <a:pt x="75146" y="89259"/>
                </a:cubicBezTo>
                <a:cubicBezTo>
                  <a:pt x="72558" y="91101"/>
                  <a:pt x="69944" y="92620"/>
                  <a:pt x="67405" y="93864"/>
                </a:cubicBezTo>
                <a:cubicBezTo>
                  <a:pt x="65638" y="91923"/>
                  <a:pt x="63846" y="89707"/>
                  <a:pt x="62228" y="87442"/>
                </a:cubicBezTo>
                <a:cubicBezTo>
                  <a:pt x="64966" y="85476"/>
                  <a:pt x="67629" y="83410"/>
                  <a:pt x="70143" y="81244"/>
                </a:cubicBezTo>
                <a:close/>
                <a:moveTo>
                  <a:pt x="46148" y="84655"/>
                </a:moveTo>
                <a:lnTo>
                  <a:pt x="46148" y="84655"/>
                </a:lnTo>
                <a:cubicBezTo>
                  <a:pt x="46547" y="87666"/>
                  <a:pt x="46223" y="90852"/>
                  <a:pt x="45227" y="93939"/>
                </a:cubicBezTo>
                <a:cubicBezTo>
                  <a:pt x="44232" y="92819"/>
                  <a:pt x="43510" y="91450"/>
                  <a:pt x="43062" y="89832"/>
                </a:cubicBezTo>
                <a:cubicBezTo>
                  <a:pt x="43734" y="88438"/>
                  <a:pt x="44182" y="86994"/>
                  <a:pt x="44481" y="85526"/>
                </a:cubicBezTo>
                <a:cubicBezTo>
                  <a:pt x="45028" y="85252"/>
                  <a:pt x="45601" y="84953"/>
                  <a:pt x="46148" y="84655"/>
                </a:cubicBezTo>
                <a:close/>
                <a:moveTo>
                  <a:pt x="62079" y="87567"/>
                </a:moveTo>
                <a:cubicBezTo>
                  <a:pt x="63721" y="89832"/>
                  <a:pt x="65464" y="91997"/>
                  <a:pt x="67256" y="93964"/>
                </a:cubicBezTo>
                <a:cubicBezTo>
                  <a:pt x="67206" y="93964"/>
                  <a:pt x="67206" y="93989"/>
                  <a:pt x="67181" y="93989"/>
                </a:cubicBezTo>
                <a:lnTo>
                  <a:pt x="67156" y="93964"/>
                </a:lnTo>
                <a:cubicBezTo>
                  <a:pt x="65389" y="91997"/>
                  <a:pt x="63647" y="89832"/>
                  <a:pt x="62054" y="87592"/>
                </a:cubicBezTo>
                <a:lnTo>
                  <a:pt x="62079" y="87567"/>
                </a:lnTo>
                <a:close/>
                <a:moveTo>
                  <a:pt x="75246" y="89458"/>
                </a:moveTo>
                <a:cubicBezTo>
                  <a:pt x="75246" y="89483"/>
                  <a:pt x="75271" y="89483"/>
                  <a:pt x="75271" y="89508"/>
                </a:cubicBezTo>
                <a:cubicBezTo>
                  <a:pt x="72732" y="91325"/>
                  <a:pt x="70118" y="92844"/>
                  <a:pt x="67555" y="94088"/>
                </a:cubicBezTo>
                <a:cubicBezTo>
                  <a:pt x="67555" y="94088"/>
                  <a:pt x="67530" y="94063"/>
                  <a:pt x="67530" y="94038"/>
                </a:cubicBezTo>
                <a:cubicBezTo>
                  <a:pt x="70069" y="92819"/>
                  <a:pt x="72657" y="91300"/>
                  <a:pt x="75246" y="89458"/>
                </a:cubicBezTo>
                <a:close/>
                <a:moveTo>
                  <a:pt x="45568" y="93678"/>
                </a:moveTo>
                <a:cubicBezTo>
                  <a:pt x="45521" y="93837"/>
                  <a:pt x="45480" y="93988"/>
                  <a:pt x="45426" y="94113"/>
                </a:cubicBezTo>
                <a:cubicBezTo>
                  <a:pt x="45475" y="93968"/>
                  <a:pt x="45522" y="93823"/>
                  <a:pt x="45568" y="93678"/>
                </a:cubicBezTo>
                <a:close/>
                <a:moveTo>
                  <a:pt x="42987" y="90056"/>
                </a:moveTo>
                <a:cubicBezTo>
                  <a:pt x="43435" y="91624"/>
                  <a:pt x="44157" y="92993"/>
                  <a:pt x="45153" y="94113"/>
                </a:cubicBezTo>
                <a:cubicBezTo>
                  <a:pt x="45153" y="94163"/>
                  <a:pt x="45128" y="94188"/>
                  <a:pt x="45128" y="94188"/>
                </a:cubicBezTo>
                <a:cubicBezTo>
                  <a:pt x="44132" y="93068"/>
                  <a:pt x="43385" y="91724"/>
                  <a:pt x="42912" y="90131"/>
                </a:cubicBezTo>
                <a:cubicBezTo>
                  <a:pt x="42937" y="90106"/>
                  <a:pt x="42937" y="90081"/>
                  <a:pt x="42987" y="90056"/>
                </a:cubicBezTo>
                <a:close/>
                <a:moveTo>
                  <a:pt x="67331" y="94113"/>
                </a:moveTo>
                <a:cubicBezTo>
                  <a:pt x="67331" y="94138"/>
                  <a:pt x="67380" y="94138"/>
                  <a:pt x="67380" y="94188"/>
                </a:cubicBezTo>
                <a:cubicBezTo>
                  <a:pt x="67331" y="94188"/>
                  <a:pt x="67331" y="94213"/>
                  <a:pt x="67306" y="94213"/>
                </a:cubicBezTo>
                <a:cubicBezTo>
                  <a:pt x="67306" y="94188"/>
                  <a:pt x="67306" y="94138"/>
                  <a:pt x="67281" y="94138"/>
                </a:cubicBezTo>
                <a:cubicBezTo>
                  <a:pt x="67306" y="94138"/>
                  <a:pt x="67306" y="94113"/>
                  <a:pt x="67331" y="94113"/>
                </a:cubicBezTo>
                <a:close/>
                <a:moveTo>
                  <a:pt x="45352" y="94312"/>
                </a:moveTo>
                <a:cubicBezTo>
                  <a:pt x="45377" y="94362"/>
                  <a:pt x="45352" y="94362"/>
                  <a:pt x="45352" y="94412"/>
                </a:cubicBezTo>
                <a:lnTo>
                  <a:pt x="45302" y="94362"/>
                </a:lnTo>
                <a:cubicBezTo>
                  <a:pt x="45302" y="94337"/>
                  <a:pt x="45302" y="94337"/>
                  <a:pt x="45352" y="94312"/>
                </a:cubicBezTo>
                <a:close/>
                <a:moveTo>
                  <a:pt x="91319" y="90945"/>
                </a:moveTo>
                <a:cubicBezTo>
                  <a:pt x="90031" y="92197"/>
                  <a:pt x="88707" y="93432"/>
                  <a:pt x="87337" y="94644"/>
                </a:cubicBezTo>
                <a:lnTo>
                  <a:pt x="87337" y="94644"/>
                </a:lnTo>
                <a:cubicBezTo>
                  <a:pt x="88780" y="93361"/>
                  <a:pt x="90261" y="91967"/>
                  <a:pt x="91319" y="90945"/>
                </a:cubicBezTo>
                <a:close/>
                <a:moveTo>
                  <a:pt x="58171" y="86098"/>
                </a:moveTo>
                <a:cubicBezTo>
                  <a:pt x="58544" y="87069"/>
                  <a:pt x="58917" y="88015"/>
                  <a:pt x="59191" y="89010"/>
                </a:cubicBezTo>
                <a:cubicBezTo>
                  <a:pt x="56055" y="91126"/>
                  <a:pt x="52869" y="93018"/>
                  <a:pt x="49733" y="94661"/>
                </a:cubicBezTo>
                <a:cubicBezTo>
                  <a:pt x="50131" y="91823"/>
                  <a:pt x="50081" y="88961"/>
                  <a:pt x="49509" y="86272"/>
                </a:cubicBezTo>
                <a:lnTo>
                  <a:pt x="49509" y="86272"/>
                </a:lnTo>
                <a:cubicBezTo>
                  <a:pt x="50629" y="86621"/>
                  <a:pt x="51848" y="86820"/>
                  <a:pt x="53143" y="86820"/>
                </a:cubicBezTo>
                <a:cubicBezTo>
                  <a:pt x="54711" y="86820"/>
                  <a:pt x="56379" y="86571"/>
                  <a:pt x="58171" y="86098"/>
                </a:cubicBezTo>
                <a:close/>
                <a:moveTo>
                  <a:pt x="49286" y="86180"/>
                </a:moveTo>
                <a:cubicBezTo>
                  <a:pt x="49295" y="86198"/>
                  <a:pt x="49337" y="86200"/>
                  <a:pt x="49359" y="86223"/>
                </a:cubicBezTo>
                <a:cubicBezTo>
                  <a:pt x="49907" y="88961"/>
                  <a:pt x="50006" y="91848"/>
                  <a:pt x="49583" y="94735"/>
                </a:cubicBezTo>
                <a:cubicBezTo>
                  <a:pt x="49533" y="94735"/>
                  <a:pt x="49533" y="94760"/>
                  <a:pt x="49509" y="94760"/>
                </a:cubicBezTo>
                <a:cubicBezTo>
                  <a:pt x="49956" y="91850"/>
                  <a:pt x="49882" y="88916"/>
                  <a:pt x="49286" y="86180"/>
                </a:cubicBezTo>
                <a:close/>
                <a:moveTo>
                  <a:pt x="59291" y="89160"/>
                </a:moveTo>
                <a:cubicBezTo>
                  <a:pt x="59291" y="89210"/>
                  <a:pt x="59291" y="89210"/>
                  <a:pt x="59316" y="89234"/>
                </a:cubicBezTo>
                <a:cubicBezTo>
                  <a:pt x="56130" y="91375"/>
                  <a:pt x="52944" y="93267"/>
                  <a:pt x="49733" y="94959"/>
                </a:cubicBezTo>
                <a:lnTo>
                  <a:pt x="49733" y="94860"/>
                </a:lnTo>
                <a:cubicBezTo>
                  <a:pt x="52894" y="93217"/>
                  <a:pt x="56080" y="91325"/>
                  <a:pt x="59291" y="89160"/>
                </a:cubicBezTo>
                <a:close/>
                <a:moveTo>
                  <a:pt x="49509" y="94959"/>
                </a:moveTo>
                <a:lnTo>
                  <a:pt x="49509" y="95059"/>
                </a:lnTo>
                <a:cubicBezTo>
                  <a:pt x="49484" y="95059"/>
                  <a:pt x="49484" y="95084"/>
                  <a:pt x="49459" y="95084"/>
                </a:cubicBezTo>
                <a:lnTo>
                  <a:pt x="49459" y="94984"/>
                </a:lnTo>
                <a:cubicBezTo>
                  <a:pt x="49484" y="94984"/>
                  <a:pt x="49484" y="94959"/>
                  <a:pt x="49509" y="94959"/>
                </a:cubicBezTo>
                <a:close/>
                <a:moveTo>
                  <a:pt x="2763" y="79552"/>
                </a:moveTo>
                <a:cubicBezTo>
                  <a:pt x="3261" y="81195"/>
                  <a:pt x="3933" y="82688"/>
                  <a:pt x="4754" y="84032"/>
                </a:cubicBezTo>
                <a:cubicBezTo>
                  <a:pt x="4680" y="84679"/>
                  <a:pt x="4605" y="85302"/>
                  <a:pt x="4555" y="85974"/>
                </a:cubicBezTo>
                <a:cubicBezTo>
                  <a:pt x="4555" y="86098"/>
                  <a:pt x="4505" y="86173"/>
                  <a:pt x="4505" y="86297"/>
                </a:cubicBezTo>
                <a:cubicBezTo>
                  <a:pt x="4456" y="86969"/>
                  <a:pt x="4431" y="87617"/>
                  <a:pt x="4381" y="88264"/>
                </a:cubicBezTo>
                <a:lnTo>
                  <a:pt x="4381" y="88712"/>
                </a:lnTo>
                <a:lnTo>
                  <a:pt x="4381" y="90255"/>
                </a:lnTo>
                <a:lnTo>
                  <a:pt x="4381" y="90703"/>
                </a:lnTo>
                <a:cubicBezTo>
                  <a:pt x="4431" y="91276"/>
                  <a:pt x="4456" y="91873"/>
                  <a:pt x="4505" y="92470"/>
                </a:cubicBezTo>
                <a:cubicBezTo>
                  <a:pt x="4505" y="92620"/>
                  <a:pt x="4555" y="92769"/>
                  <a:pt x="4580" y="92968"/>
                </a:cubicBezTo>
                <a:cubicBezTo>
                  <a:pt x="4655" y="93565"/>
                  <a:pt x="4729" y="94138"/>
                  <a:pt x="4829" y="94735"/>
                </a:cubicBezTo>
                <a:cubicBezTo>
                  <a:pt x="4829" y="94760"/>
                  <a:pt x="4854" y="94835"/>
                  <a:pt x="4854" y="94860"/>
                </a:cubicBezTo>
                <a:cubicBezTo>
                  <a:pt x="4879" y="95009"/>
                  <a:pt x="4929" y="95134"/>
                  <a:pt x="4953" y="95308"/>
                </a:cubicBezTo>
                <a:cubicBezTo>
                  <a:pt x="3360" y="93317"/>
                  <a:pt x="2215" y="90952"/>
                  <a:pt x="1494" y="88214"/>
                </a:cubicBezTo>
                <a:cubicBezTo>
                  <a:pt x="1444" y="87766"/>
                  <a:pt x="1419" y="87368"/>
                  <a:pt x="1369" y="86944"/>
                </a:cubicBezTo>
                <a:lnTo>
                  <a:pt x="1369" y="86745"/>
                </a:lnTo>
                <a:cubicBezTo>
                  <a:pt x="1344" y="86322"/>
                  <a:pt x="1344" y="85874"/>
                  <a:pt x="1369" y="85426"/>
                </a:cubicBezTo>
                <a:cubicBezTo>
                  <a:pt x="1369" y="85351"/>
                  <a:pt x="1369" y="85227"/>
                  <a:pt x="1394" y="85127"/>
                </a:cubicBezTo>
                <a:cubicBezTo>
                  <a:pt x="1394" y="84978"/>
                  <a:pt x="1444" y="84804"/>
                  <a:pt x="1444" y="84630"/>
                </a:cubicBezTo>
                <a:cubicBezTo>
                  <a:pt x="1593" y="82887"/>
                  <a:pt x="2066" y="81195"/>
                  <a:pt x="2763" y="79552"/>
                </a:cubicBezTo>
                <a:close/>
                <a:moveTo>
                  <a:pt x="75395" y="89707"/>
                </a:moveTo>
                <a:cubicBezTo>
                  <a:pt x="75520" y="89907"/>
                  <a:pt x="75644" y="90155"/>
                  <a:pt x="75744" y="90379"/>
                </a:cubicBezTo>
                <a:cubicBezTo>
                  <a:pt x="75420" y="90628"/>
                  <a:pt x="75122" y="90902"/>
                  <a:pt x="74773" y="91151"/>
                </a:cubicBezTo>
                <a:cubicBezTo>
                  <a:pt x="74524" y="91375"/>
                  <a:pt x="74275" y="91574"/>
                  <a:pt x="74026" y="91773"/>
                </a:cubicBezTo>
                <a:cubicBezTo>
                  <a:pt x="73304" y="92346"/>
                  <a:pt x="72608" y="92893"/>
                  <a:pt x="71886" y="93441"/>
                </a:cubicBezTo>
                <a:cubicBezTo>
                  <a:pt x="71687" y="93590"/>
                  <a:pt x="71512" y="93715"/>
                  <a:pt x="71313" y="93864"/>
                </a:cubicBezTo>
                <a:cubicBezTo>
                  <a:pt x="70641" y="94387"/>
                  <a:pt x="69919" y="94934"/>
                  <a:pt x="69197" y="95432"/>
                </a:cubicBezTo>
                <a:cubicBezTo>
                  <a:pt x="69123" y="95457"/>
                  <a:pt x="69023" y="95532"/>
                  <a:pt x="68949" y="95582"/>
                </a:cubicBezTo>
                <a:cubicBezTo>
                  <a:pt x="68824" y="95457"/>
                  <a:pt x="68700" y="95308"/>
                  <a:pt x="68575" y="95183"/>
                </a:cubicBezTo>
                <a:cubicBezTo>
                  <a:pt x="68301" y="94860"/>
                  <a:pt x="68003" y="94561"/>
                  <a:pt x="67704" y="94238"/>
                </a:cubicBezTo>
                <a:cubicBezTo>
                  <a:pt x="70268" y="92993"/>
                  <a:pt x="72856" y="91475"/>
                  <a:pt x="75395" y="89707"/>
                </a:cubicBezTo>
                <a:close/>
                <a:moveTo>
                  <a:pt x="4929" y="84331"/>
                </a:moveTo>
                <a:cubicBezTo>
                  <a:pt x="4953" y="84356"/>
                  <a:pt x="4953" y="84381"/>
                  <a:pt x="4978" y="84381"/>
                </a:cubicBezTo>
                <a:cubicBezTo>
                  <a:pt x="4929" y="84903"/>
                  <a:pt x="4854" y="85426"/>
                  <a:pt x="4804" y="85949"/>
                </a:cubicBezTo>
                <a:cubicBezTo>
                  <a:pt x="4804" y="86048"/>
                  <a:pt x="4779" y="86223"/>
                  <a:pt x="4779" y="86347"/>
                </a:cubicBezTo>
                <a:cubicBezTo>
                  <a:pt x="4705" y="86969"/>
                  <a:pt x="4680" y="87592"/>
                  <a:pt x="4655" y="88214"/>
                </a:cubicBezTo>
                <a:lnTo>
                  <a:pt x="4655" y="88388"/>
                </a:lnTo>
                <a:cubicBezTo>
                  <a:pt x="4605" y="89010"/>
                  <a:pt x="4655" y="89633"/>
                  <a:pt x="4655" y="90255"/>
                </a:cubicBezTo>
                <a:cubicBezTo>
                  <a:pt x="4655" y="90454"/>
                  <a:pt x="4655" y="90628"/>
                  <a:pt x="4680" y="90852"/>
                </a:cubicBezTo>
                <a:cubicBezTo>
                  <a:pt x="4705" y="91375"/>
                  <a:pt x="4729" y="91923"/>
                  <a:pt x="4779" y="92420"/>
                </a:cubicBezTo>
                <a:cubicBezTo>
                  <a:pt x="4779" y="92495"/>
                  <a:pt x="4779" y="92595"/>
                  <a:pt x="4804" y="92719"/>
                </a:cubicBezTo>
                <a:cubicBezTo>
                  <a:pt x="4854" y="93317"/>
                  <a:pt x="4953" y="93914"/>
                  <a:pt x="5053" y="94462"/>
                </a:cubicBezTo>
                <a:cubicBezTo>
                  <a:pt x="5078" y="94611"/>
                  <a:pt x="5103" y="94785"/>
                  <a:pt x="5128" y="94959"/>
                </a:cubicBezTo>
                <a:cubicBezTo>
                  <a:pt x="5202" y="95208"/>
                  <a:pt x="5227" y="95457"/>
                  <a:pt x="5302" y="95706"/>
                </a:cubicBezTo>
                <a:cubicBezTo>
                  <a:pt x="5277" y="95681"/>
                  <a:pt x="5277" y="95656"/>
                  <a:pt x="5227" y="95607"/>
                </a:cubicBezTo>
                <a:cubicBezTo>
                  <a:pt x="5178" y="95358"/>
                  <a:pt x="5103" y="95084"/>
                  <a:pt x="5053" y="94835"/>
                </a:cubicBezTo>
                <a:cubicBezTo>
                  <a:pt x="5028" y="94735"/>
                  <a:pt x="5028" y="94611"/>
                  <a:pt x="4978" y="94536"/>
                </a:cubicBezTo>
                <a:cubicBezTo>
                  <a:pt x="4904" y="94038"/>
                  <a:pt x="4829" y="93491"/>
                  <a:pt x="4754" y="92968"/>
                </a:cubicBezTo>
                <a:cubicBezTo>
                  <a:pt x="4729" y="92819"/>
                  <a:pt x="4729" y="92694"/>
                  <a:pt x="4705" y="92545"/>
                </a:cubicBezTo>
                <a:cubicBezTo>
                  <a:pt x="4630" y="91972"/>
                  <a:pt x="4605" y="91375"/>
                  <a:pt x="4580" y="90803"/>
                </a:cubicBezTo>
                <a:cubicBezTo>
                  <a:pt x="4580" y="90603"/>
                  <a:pt x="4580" y="90429"/>
                  <a:pt x="4555" y="90205"/>
                </a:cubicBezTo>
                <a:lnTo>
                  <a:pt x="4555" y="88712"/>
                </a:lnTo>
                <a:lnTo>
                  <a:pt x="4555" y="88264"/>
                </a:lnTo>
                <a:cubicBezTo>
                  <a:pt x="4580" y="87641"/>
                  <a:pt x="4605" y="87019"/>
                  <a:pt x="4680" y="86372"/>
                </a:cubicBezTo>
                <a:cubicBezTo>
                  <a:pt x="4680" y="86223"/>
                  <a:pt x="4705" y="86024"/>
                  <a:pt x="4705" y="85874"/>
                </a:cubicBezTo>
                <a:cubicBezTo>
                  <a:pt x="4804" y="85376"/>
                  <a:pt x="4854" y="84854"/>
                  <a:pt x="4929" y="84331"/>
                </a:cubicBezTo>
                <a:close/>
                <a:moveTo>
                  <a:pt x="67530" y="94312"/>
                </a:moveTo>
                <a:lnTo>
                  <a:pt x="68650" y="95507"/>
                </a:lnTo>
                <a:lnTo>
                  <a:pt x="68799" y="95681"/>
                </a:lnTo>
                <a:lnTo>
                  <a:pt x="68774" y="95681"/>
                </a:lnTo>
                <a:cubicBezTo>
                  <a:pt x="68774" y="95706"/>
                  <a:pt x="68774" y="95706"/>
                  <a:pt x="68749" y="95706"/>
                </a:cubicBezTo>
                <a:cubicBezTo>
                  <a:pt x="68525" y="95482"/>
                  <a:pt x="68326" y="95283"/>
                  <a:pt x="68127" y="95059"/>
                </a:cubicBezTo>
                <a:cubicBezTo>
                  <a:pt x="67903" y="94835"/>
                  <a:pt x="67679" y="94611"/>
                  <a:pt x="67505" y="94362"/>
                </a:cubicBezTo>
                <a:lnTo>
                  <a:pt x="67455" y="94337"/>
                </a:lnTo>
                <a:cubicBezTo>
                  <a:pt x="67505" y="94337"/>
                  <a:pt x="67505" y="94312"/>
                  <a:pt x="67530" y="94312"/>
                </a:cubicBezTo>
                <a:close/>
                <a:moveTo>
                  <a:pt x="46621" y="84630"/>
                </a:moveTo>
                <a:cubicBezTo>
                  <a:pt x="47293" y="85252"/>
                  <a:pt x="48140" y="85725"/>
                  <a:pt x="49085" y="86098"/>
                </a:cubicBezTo>
                <a:cubicBezTo>
                  <a:pt x="49708" y="88886"/>
                  <a:pt x="49758" y="91873"/>
                  <a:pt x="49285" y="94860"/>
                </a:cubicBezTo>
                <a:cubicBezTo>
                  <a:pt x="48712" y="95183"/>
                  <a:pt x="48090" y="95482"/>
                  <a:pt x="47492" y="95781"/>
                </a:cubicBezTo>
                <a:cubicBezTo>
                  <a:pt x="46771" y="95358"/>
                  <a:pt x="46148" y="94860"/>
                  <a:pt x="45601" y="94287"/>
                </a:cubicBezTo>
                <a:cubicBezTo>
                  <a:pt x="46099" y="92844"/>
                  <a:pt x="46422" y="91375"/>
                  <a:pt x="46621" y="89882"/>
                </a:cubicBezTo>
                <a:cubicBezTo>
                  <a:pt x="46845" y="88114"/>
                  <a:pt x="46845" y="86372"/>
                  <a:pt x="46621" y="84729"/>
                </a:cubicBezTo>
                <a:lnTo>
                  <a:pt x="46621" y="84630"/>
                </a:lnTo>
                <a:close/>
                <a:moveTo>
                  <a:pt x="75819" y="90504"/>
                </a:moveTo>
                <a:cubicBezTo>
                  <a:pt x="75819" y="90554"/>
                  <a:pt x="75868" y="90554"/>
                  <a:pt x="75868" y="90579"/>
                </a:cubicBezTo>
                <a:cubicBezTo>
                  <a:pt x="75520" y="90852"/>
                  <a:pt x="75171" y="91126"/>
                  <a:pt x="74873" y="91425"/>
                </a:cubicBezTo>
                <a:cubicBezTo>
                  <a:pt x="74624" y="91599"/>
                  <a:pt x="74400" y="91798"/>
                  <a:pt x="74151" y="91997"/>
                </a:cubicBezTo>
                <a:cubicBezTo>
                  <a:pt x="73429" y="92570"/>
                  <a:pt x="72682" y="93167"/>
                  <a:pt x="71985" y="93715"/>
                </a:cubicBezTo>
                <a:cubicBezTo>
                  <a:pt x="71786" y="93839"/>
                  <a:pt x="71637" y="93989"/>
                  <a:pt x="71438" y="94113"/>
                </a:cubicBezTo>
                <a:cubicBezTo>
                  <a:pt x="70691" y="94686"/>
                  <a:pt x="69944" y="95233"/>
                  <a:pt x="69173" y="95781"/>
                </a:cubicBezTo>
                <a:lnTo>
                  <a:pt x="69148" y="95731"/>
                </a:lnTo>
                <a:cubicBezTo>
                  <a:pt x="69123" y="95681"/>
                  <a:pt x="69148" y="95656"/>
                  <a:pt x="69197" y="95607"/>
                </a:cubicBezTo>
                <a:cubicBezTo>
                  <a:pt x="69919" y="95084"/>
                  <a:pt x="70666" y="94561"/>
                  <a:pt x="71388" y="94038"/>
                </a:cubicBezTo>
                <a:cubicBezTo>
                  <a:pt x="71562" y="93864"/>
                  <a:pt x="71761" y="93740"/>
                  <a:pt x="71985" y="93590"/>
                </a:cubicBezTo>
                <a:lnTo>
                  <a:pt x="74126" y="91923"/>
                </a:lnTo>
                <a:cubicBezTo>
                  <a:pt x="74375" y="91724"/>
                  <a:pt x="74574" y="91549"/>
                  <a:pt x="74848" y="91325"/>
                </a:cubicBezTo>
                <a:cubicBezTo>
                  <a:pt x="75171" y="91051"/>
                  <a:pt x="75495" y="90803"/>
                  <a:pt x="75819" y="90504"/>
                </a:cubicBezTo>
                <a:close/>
                <a:moveTo>
                  <a:pt x="2041" y="90404"/>
                </a:moveTo>
                <a:lnTo>
                  <a:pt x="2041" y="90404"/>
                </a:lnTo>
                <a:cubicBezTo>
                  <a:pt x="2788" y="92396"/>
                  <a:pt x="3809" y="94138"/>
                  <a:pt x="5053" y="95681"/>
                </a:cubicBezTo>
                <a:cubicBezTo>
                  <a:pt x="5053" y="95706"/>
                  <a:pt x="5078" y="95756"/>
                  <a:pt x="5078" y="95806"/>
                </a:cubicBezTo>
                <a:cubicBezTo>
                  <a:pt x="4057" y="94561"/>
                  <a:pt x="3186" y="93192"/>
                  <a:pt x="2489" y="91649"/>
                </a:cubicBezTo>
                <a:cubicBezTo>
                  <a:pt x="2315" y="91251"/>
                  <a:pt x="2141" y="90852"/>
                  <a:pt x="2041" y="90404"/>
                </a:cubicBezTo>
                <a:close/>
                <a:moveTo>
                  <a:pt x="45526" y="94486"/>
                </a:moveTo>
                <a:cubicBezTo>
                  <a:pt x="46049" y="95034"/>
                  <a:pt x="46646" y="95482"/>
                  <a:pt x="47293" y="95855"/>
                </a:cubicBezTo>
                <a:cubicBezTo>
                  <a:pt x="47268" y="95855"/>
                  <a:pt x="47268" y="95905"/>
                  <a:pt x="47244" y="95905"/>
                </a:cubicBezTo>
                <a:cubicBezTo>
                  <a:pt x="46596" y="95532"/>
                  <a:pt x="46024" y="95084"/>
                  <a:pt x="45501" y="94561"/>
                </a:cubicBezTo>
                <a:cubicBezTo>
                  <a:pt x="45501" y="94511"/>
                  <a:pt x="45501" y="94511"/>
                  <a:pt x="45526" y="94486"/>
                </a:cubicBezTo>
                <a:close/>
                <a:moveTo>
                  <a:pt x="68874" y="95806"/>
                </a:moveTo>
                <a:cubicBezTo>
                  <a:pt x="68924" y="95831"/>
                  <a:pt x="68924" y="95831"/>
                  <a:pt x="68949" y="95855"/>
                </a:cubicBezTo>
                <a:lnTo>
                  <a:pt x="68899" y="95905"/>
                </a:lnTo>
                <a:lnTo>
                  <a:pt x="68874" y="95855"/>
                </a:lnTo>
                <a:lnTo>
                  <a:pt x="68824" y="95831"/>
                </a:lnTo>
                <a:lnTo>
                  <a:pt x="68874" y="95806"/>
                </a:lnTo>
                <a:close/>
                <a:moveTo>
                  <a:pt x="49235" y="95084"/>
                </a:moveTo>
                <a:lnTo>
                  <a:pt x="49235" y="95183"/>
                </a:lnTo>
                <a:cubicBezTo>
                  <a:pt x="48737" y="95457"/>
                  <a:pt x="48264" y="95706"/>
                  <a:pt x="47766" y="95930"/>
                </a:cubicBezTo>
                <a:cubicBezTo>
                  <a:pt x="47741" y="95905"/>
                  <a:pt x="47716" y="95905"/>
                  <a:pt x="47667" y="95855"/>
                </a:cubicBezTo>
                <a:cubicBezTo>
                  <a:pt x="48189" y="95607"/>
                  <a:pt x="48712" y="95333"/>
                  <a:pt x="49235" y="95084"/>
                </a:cubicBezTo>
                <a:close/>
                <a:moveTo>
                  <a:pt x="47492" y="95980"/>
                </a:moveTo>
                <a:cubicBezTo>
                  <a:pt x="47517" y="96005"/>
                  <a:pt x="47542" y="96005"/>
                  <a:pt x="47592" y="96055"/>
                </a:cubicBezTo>
                <a:cubicBezTo>
                  <a:pt x="47542" y="96055"/>
                  <a:pt x="47542" y="96079"/>
                  <a:pt x="47517" y="96079"/>
                </a:cubicBezTo>
                <a:cubicBezTo>
                  <a:pt x="47492" y="96055"/>
                  <a:pt x="47468" y="96055"/>
                  <a:pt x="47418" y="96030"/>
                </a:cubicBezTo>
                <a:cubicBezTo>
                  <a:pt x="47468" y="96030"/>
                  <a:pt x="47468" y="95980"/>
                  <a:pt x="47492" y="95980"/>
                </a:cubicBezTo>
                <a:close/>
                <a:moveTo>
                  <a:pt x="5302" y="96005"/>
                </a:moveTo>
                <a:lnTo>
                  <a:pt x="5302" y="96005"/>
                </a:lnTo>
                <a:cubicBezTo>
                  <a:pt x="5327" y="96055"/>
                  <a:pt x="5352" y="96079"/>
                  <a:pt x="5352" y="96104"/>
                </a:cubicBezTo>
                <a:cubicBezTo>
                  <a:pt x="5352" y="96154"/>
                  <a:pt x="5402" y="96204"/>
                  <a:pt x="5402" y="96229"/>
                </a:cubicBezTo>
                <a:lnTo>
                  <a:pt x="5302" y="96129"/>
                </a:lnTo>
                <a:cubicBezTo>
                  <a:pt x="5327" y="96104"/>
                  <a:pt x="5327" y="96055"/>
                  <a:pt x="5302" y="96005"/>
                </a:cubicBezTo>
                <a:close/>
                <a:moveTo>
                  <a:pt x="61855" y="87666"/>
                </a:moveTo>
                <a:cubicBezTo>
                  <a:pt x="61979" y="87865"/>
                  <a:pt x="62128" y="88040"/>
                  <a:pt x="62303" y="88239"/>
                </a:cubicBezTo>
                <a:cubicBezTo>
                  <a:pt x="62726" y="88836"/>
                  <a:pt x="63174" y="89434"/>
                  <a:pt x="63597" y="89981"/>
                </a:cubicBezTo>
                <a:cubicBezTo>
                  <a:pt x="63746" y="90205"/>
                  <a:pt x="63921" y="90379"/>
                  <a:pt x="64070" y="90603"/>
                </a:cubicBezTo>
                <a:cubicBezTo>
                  <a:pt x="64692" y="91375"/>
                  <a:pt x="65314" y="92172"/>
                  <a:pt x="65937" y="92893"/>
                </a:cubicBezTo>
                <a:cubicBezTo>
                  <a:pt x="66211" y="93242"/>
                  <a:pt x="66484" y="93565"/>
                  <a:pt x="66783" y="93864"/>
                </a:cubicBezTo>
                <a:cubicBezTo>
                  <a:pt x="66833" y="93939"/>
                  <a:pt x="66907" y="93989"/>
                  <a:pt x="66932" y="94063"/>
                </a:cubicBezTo>
                <a:cubicBezTo>
                  <a:pt x="64866" y="95034"/>
                  <a:pt x="62875" y="95806"/>
                  <a:pt x="60959" y="96328"/>
                </a:cubicBezTo>
                <a:cubicBezTo>
                  <a:pt x="60834" y="93964"/>
                  <a:pt x="60411" y="91549"/>
                  <a:pt x="59714" y="89160"/>
                </a:cubicBezTo>
                <a:cubicBezTo>
                  <a:pt x="60436" y="88662"/>
                  <a:pt x="61158" y="88214"/>
                  <a:pt x="61855" y="87666"/>
                </a:cubicBezTo>
                <a:close/>
                <a:moveTo>
                  <a:pt x="2763" y="92844"/>
                </a:moveTo>
                <a:cubicBezTo>
                  <a:pt x="3186" y="93615"/>
                  <a:pt x="3634" y="94362"/>
                  <a:pt x="4182" y="95084"/>
                </a:cubicBezTo>
                <a:cubicBezTo>
                  <a:pt x="4207" y="95109"/>
                  <a:pt x="4232" y="95158"/>
                  <a:pt x="4257" y="95208"/>
                </a:cubicBezTo>
                <a:cubicBezTo>
                  <a:pt x="4555" y="95582"/>
                  <a:pt x="4829" y="95930"/>
                  <a:pt x="5128" y="96279"/>
                </a:cubicBezTo>
                <a:cubicBezTo>
                  <a:pt x="5153" y="96279"/>
                  <a:pt x="5153" y="96303"/>
                  <a:pt x="5178" y="96303"/>
                </a:cubicBezTo>
                <a:lnTo>
                  <a:pt x="5202" y="96403"/>
                </a:lnTo>
                <a:lnTo>
                  <a:pt x="4456" y="95557"/>
                </a:lnTo>
                <a:lnTo>
                  <a:pt x="4381" y="95482"/>
                </a:lnTo>
                <a:cubicBezTo>
                  <a:pt x="4082" y="95084"/>
                  <a:pt x="3809" y="94686"/>
                  <a:pt x="3510" y="94287"/>
                </a:cubicBezTo>
                <a:cubicBezTo>
                  <a:pt x="3510" y="94238"/>
                  <a:pt x="3485" y="94238"/>
                  <a:pt x="3485" y="94213"/>
                </a:cubicBezTo>
                <a:cubicBezTo>
                  <a:pt x="3261" y="93864"/>
                  <a:pt x="3087" y="93541"/>
                  <a:pt x="2888" y="93192"/>
                </a:cubicBezTo>
                <a:cubicBezTo>
                  <a:pt x="2863" y="93068"/>
                  <a:pt x="2813" y="92968"/>
                  <a:pt x="2763" y="92844"/>
                </a:cubicBezTo>
                <a:close/>
                <a:moveTo>
                  <a:pt x="59565" y="89284"/>
                </a:moveTo>
                <a:cubicBezTo>
                  <a:pt x="60237" y="91624"/>
                  <a:pt x="60685" y="94063"/>
                  <a:pt x="60834" y="96428"/>
                </a:cubicBezTo>
                <a:cubicBezTo>
                  <a:pt x="60809" y="96428"/>
                  <a:pt x="60809" y="96428"/>
                  <a:pt x="60784" y="96453"/>
                </a:cubicBezTo>
                <a:cubicBezTo>
                  <a:pt x="60585" y="94063"/>
                  <a:pt x="60187" y="91649"/>
                  <a:pt x="59490" y="89334"/>
                </a:cubicBezTo>
                <a:cubicBezTo>
                  <a:pt x="59540" y="89334"/>
                  <a:pt x="59540" y="89284"/>
                  <a:pt x="59565" y="89284"/>
                </a:cubicBezTo>
                <a:close/>
                <a:moveTo>
                  <a:pt x="49210" y="95432"/>
                </a:moveTo>
                <a:cubicBezTo>
                  <a:pt x="49135" y="95781"/>
                  <a:pt x="49085" y="96154"/>
                  <a:pt x="48986" y="96478"/>
                </a:cubicBezTo>
                <a:cubicBezTo>
                  <a:pt x="48637" y="96353"/>
                  <a:pt x="48289" y="96204"/>
                  <a:pt x="47990" y="96055"/>
                </a:cubicBezTo>
                <a:cubicBezTo>
                  <a:pt x="48388" y="95855"/>
                  <a:pt x="48787" y="95656"/>
                  <a:pt x="49210" y="95432"/>
                </a:cubicBezTo>
                <a:close/>
                <a:moveTo>
                  <a:pt x="67132" y="94213"/>
                </a:moveTo>
                <a:lnTo>
                  <a:pt x="67132" y="94213"/>
                </a:lnTo>
                <a:cubicBezTo>
                  <a:pt x="67107" y="94238"/>
                  <a:pt x="67156" y="94287"/>
                  <a:pt x="67156" y="94287"/>
                </a:cubicBezTo>
                <a:cubicBezTo>
                  <a:pt x="65066" y="95283"/>
                  <a:pt x="63024" y="96030"/>
                  <a:pt x="61033" y="96577"/>
                </a:cubicBezTo>
                <a:lnTo>
                  <a:pt x="61033" y="96528"/>
                </a:lnTo>
                <a:cubicBezTo>
                  <a:pt x="62975" y="95955"/>
                  <a:pt x="65041" y="95183"/>
                  <a:pt x="67132" y="94213"/>
                </a:cubicBezTo>
                <a:close/>
                <a:moveTo>
                  <a:pt x="49484" y="95308"/>
                </a:moveTo>
                <a:cubicBezTo>
                  <a:pt x="49409" y="95731"/>
                  <a:pt x="49334" y="96179"/>
                  <a:pt x="49235" y="96602"/>
                </a:cubicBezTo>
                <a:cubicBezTo>
                  <a:pt x="49210" y="96602"/>
                  <a:pt x="49160" y="96577"/>
                  <a:pt x="49160" y="96577"/>
                </a:cubicBezTo>
                <a:cubicBezTo>
                  <a:pt x="49260" y="96179"/>
                  <a:pt x="49359" y="95731"/>
                  <a:pt x="49409" y="95333"/>
                </a:cubicBezTo>
                <a:cubicBezTo>
                  <a:pt x="49459" y="95333"/>
                  <a:pt x="49459" y="95308"/>
                  <a:pt x="49484" y="95308"/>
                </a:cubicBezTo>
                <a:close/>
                <a:moveTo>
                  <a:pt x="60834" y="96577"/>
                </a:moveTo>
                <a:lnTo>
                  <a:pt x="60834" y="96627"/>
                </a:lnTo>
                <a:cubicBezTo>
                  <a:pt x="60809" y="96627"/>
                  <a:pt x="60809" y="96627"/>
                  <a:pt x="60784" y="96677"/>
                </a:cubicBezTo>
                <a:cubicBezTo>
                  <a:pt x="60809" y="96627"/>
                  <a:pt x="60784" y="96627"/>
                  <a:pt x="60784" y="96602"/>
                </a:cubicBezTo>
                <a:cubicBezTo>
                  <a:pt x="60809" y="96602"/>
                  <a:pt x="60809" y="96602"/>
                  <a:pt x="60834" y="96577"/>
                </a:cubicBezTo>
                <a:close/>
                <a:moveTo>
                  <a:pt x="47791" y="96129"/>
                </a:moveTo>
                <a:cubicBezTo>
                  <a:pt x="48140" y="96353"/>
                  <a:pt x="48538" y="96528"/>
                  <a:pt x="48961" y="96677"/>
                </a:cubicBezTo>
                <a:lnTo>
                  <a:pt x="48961" y="96727"/>
                </a:lnTo>
                <a:cubicBezTo>
                  <a:pt x="48513" y="96577"/>
                  <a:pt x="48115" y="96378"/>
                  <a:pt x="47741" y="96179"/>
                </a:cubicBezTo>
                <a:cubicBezTo>
                  <a:pt x="47766" y="96179"/>
                  <a:pt x="47766" y="96129"/>
                  <a:pt x="47791" y="96129"/>
                </a:cubicBezTo>
                <a:close/>
                <a:moveTo>
                  <a:pt x="5451" y="96602"/>
                </a:moveTo>
                <a:lnTo>
                  <a:pt x="5526" y="96702"/>
                </a:lnTo>
                <a:lnTo>
                  <a:pt x="5526" y="96727"/>
                </a:lnTo>
                <a:lnTo>
                  <a:pt x="5551" y="96826"/>
                </a:lnTo>
                <a:lnTo>
                  <a:pt x="5551" y="96826"/>
                </a:lnTo>
                <a:lnTo>
                  <a:pt x="5451" y="96727"/>
                </a:lnTo>
                <a:lnTo>
                  <a:pt x="5451" y="96602"/>
                </a:lnTo>
                <a:close/>
                <a:moveTo>
                  <a:pt x="49110" y="96776"/>
                </a:moveTo>
                <a:cubicBezTo>
                  <a:pt x="49135" y="96776"/>
                  <a:pt x="49135" y="96776"/>
                  <a:pt x="49160" y="96801"/>
                </a:cubicBezTo>
                <a:lnTo>
                  <a:pt x="49160" y="96851"/>
                </a:lnTo>
                <a:lnTo>
                  <a:pt x="49135" y="96851"/>
                </a:lnTo>
                <a:cubicBezTo>
                  <a:pt x="49135" y="96826"/>
                  <a:pt x="49110" y="96826"/>
                  <a:pt x="49110" y="96826"/>
                </a:cubicBezTo>
                <a:lnTo>
                  <a:pt x="49110" y="96776"/>
                </a:lnTo>
                <a:close/>
                <a:moveTo>
                  <a:pt x="89658" y="77685"/>
                </a:moveTo>
                <a:cubicBezTo>
                  <a:pt x="91948" y="79079"/>
                  <a:pt x="94064" y="80174"/>
                  <a:pt x="95881" y="80896"/>
                </a:cubicBezTo>
                <a:cubicBezTo>
                  <a:pt x="95781" y="81020"/>
                  <a:pt x="95682" y="81145"/>
                  <a:pt x="95557" y="81269"/>
                </a:cubicBezTo>
                <a:cubicBezTo>
                  <a:pt x="95383" y="81493"/>
                  <a:pt x="95209" y="81692"/>
                  <a:pt x="95034" y="81916"/>
                </a:cubicBezTo>
                <a:cubicBezTo>
                  <a:pt x="94711" y="82290"/>
                  <a:pt x="94437" y="82663"/>
                  <a:pt x="94138" y="83012"/>
                </a:cubicBezTo>
                <a:cubicBezTo>
                  <a:pt x="94014" y="83136"/>
                  <a:pt x="93889" y="83286"/>
                  <a:pt x="93790" y="83410"/>
                </a:cubicBezTo>
                <a:cubicBezTo>
                  <a:pt x="93068" y="84231"/>
                  <a:pt x="92346" y="85028"/>
                  <a:pt x="91599" y="85849"/>
                </a:cubicBezTo>
                <a:cubicBezTo>
                  <a:pt x="91550" y="85899"/>
                  <a:pt x="91475" y="85974"/>
                  <a:pt x="91425" y="86048"/>
                </a:cubicBezTo>
                <a:cubicBezTo>
                  <a:pt x="91052" y="86422"/>
                  <a:pt x="90703" y="86845"/>
                  <a:pt x="90330" y="87218"/>
                </a:cubicBezTo>
                <a:cubicBezTo>
                  <a:pt x="90106" y="87417"/>
                  <a:pt x="89932" y="87641"/>
                  <a:pt x="89708" y="87841"/>
                </a:cubicBezTo>
                <a:lnTo>
                  <a:pt x="88948" y="88600"/>
                </a:lnTo>
                <a:lnTo>
                  <a:pt x="88948" y="88600"/>
                </a:lnTo>
                <a:cubicBezTo>
                  <a:pt x="89233" y="88330"/>
                  <a:pt x="89515" y="88058"/>
                  <a:pt x="89807" y="87766"/>
                </a:cubicBezTo>
                <a:lnTo>
                  <a:pt x="89982" y="87592"/>
                </a:lnTo>
                <a:cubicBezTo>
                  <a:pt x="90405" y="87168"/>
                  <a:pt x="90778" y="86770"/>
                  <a:pt x="91176" y="86372"/>
                </a:cubicBezTo>
                <a:lnTo>
                  <a:pt x="91326" y="86223"/>
                </a:lnTo>
                <a:cubicBezTo>
                  <a:pt x="91351" y="86173"/>
                  <a:pt x="91400" y="86123"/>
                  <a:pt x="91450" y="86098"/>
                </a:cubicBezTo>
                <a:lnTo>
                  <a:pt x="91525" y="86024"/>
                </a:lnTo>
                <a:cubicBezTo>
                  <a:pt x="93093" y="84356"/>
                  <a:pt x="94586" y="82638"/>
                  <a:pt x="96030" y="80871"/>
                </a:cubicBezTo>
                <a:lnTo>
                  <a:pt x="96080" y="80871"/>
                </a:lnTo>
                <a:cubicBezTo>
                  <a:pt x="95084" y="82066"/>
                  <a:pt x="94064" y="83286"/>
                  <a:pt x="93018" y="84505"/>
                </a:cubicBezTo>
                <a:cubicBezTo>
                  <a:pt x="92944" y="84605"/>
                  <a:pt x="92894" y="84655"/>
                  <a:pt x="92794" y="84754"/>
                </a:cubicBezTo>
                <a:cubicBezTo>
                  <a:pt x="91674" y="85999"/>
                  <a:pt x="90479" y="87218"/>
                  <a:pt x="89285" y="88413"/>
                </a:cubicBezTo>
                <a:lnTo>
                  <a:pt x="89235" y="88463"/>
                </a:lnTo>
                <a:cubicBezTo>
                  <a:pt x="88737" y="88911"/>
                  <a:pt x="88239" y="89409"/>
                  <a:pt x="87741" y="89882"/>
                </a:cubicBezTo>
                <a:lnTo>
                  <a:pt x="87617" y="90006"/>
                </a:lnTo>
                <a:lnTo>
                  <a:pt x="87567" y="90081"/>
                </a:lnTo>
                <a:cubicBezTo>
                  <a:pt x="87119" y="90479"/>
                  <a:pt x="86671" y="90902"/>
                  <a:pt x="86198" y="91325"/>
                </a:cubicBezTo>
                <a:lnTo>
                  <a:pt x="86123" y="91375"/>
                </a:lnTo>
                <a:cubicBezTo>
                  <a:pt x="86049" y="91475"/>
                  <a:pt x="85949" y="91524"/>
                  <a:pt x="85850" y="91624"/>
                </a:cubicBezTo>
                <a:cubicBezTo>
                  <a:pt x="85426" y="91997"/>
                  <a:pt x="85003" y="92371"/>
                  <a:pt x="84580" y="92719"/>
                </a:cubicBezTo>
                <a:cubicBezTo>
                  <a:pt x="84431" y="92844"/>
                  <a:pt x="84257" y="92968"/>
                  <a:pt x="84132" y="93093"/>
                </a:cubicBezTo>
                <a:cubicBezTo>
                  <a:pt x="83734" y="93441"/>
                  <a:pt x="83311" y="93765"/>
                  <a:pt x="82888" y="94113"/>
                </a:cubicBezTo>
                <a:cubicBezTo>
                  <a:pt x="82738" y="94238"/>
                  <a:pt x="82564" y="94387"/>
                  <a:pt x="82390" y="94511"/>
                </a:cubicBezTo>
                <a:cubicBezTo>
                  <a:pt x="82327" y="94564"/>
                  <a:pt x="82264" y="94616"/>
                  <a:pt x="82200" y="94667"/>
                </a:cubicBezTo>
                <a:lnTo>
                  <a:pt x="82200" y="94667"/>
                </a:lnTo>
                <a:lnTo>
                  <a:pt x="82216" y="94636"/>
                </a:lnTo>
                <a:cubicBezTo>
                  <a:pt x="82589" y="94362"/>
                  <a:pt x="82962" y="94063"/>
                  <a:pt x="83311" y="93740"/>
                </a:cubicBezTo>
                <a:cubicBezTo>
                  <a:pt x="83336" y="93715"/>
                  <a:pt x="83385" y="93690"/>
                  <a:pt x="83435" y="93615"/>
                </a:cubicBezTo>
                <a:cubicBezTo>
                  <a:pt x="83560" y="93516"/>
                  <a:pt x="83684" y="93416"/>
                  <a:pt x="83809" y="93317"/>
                </a:cubicBezTo>
                <a:lnTo>
                  <a:pt x="83833" y="93267"/>
                </a:lnTo>
                <a:cubicBezTo>
                  <a:pt x="83958" y="93192"/>
                  <a:pt x="84082" y="93068"/>
                  <a:pt x="84207" y="92968"/>
                </a:cubicBezTo>
                <a:cubicBezTo>
                  <a:pt x="84431" y="92769"/>
                  <a:pt x="84630" y="92595"/>
                  <a:pt x="84829" y="92445"/>
                </a:cubicBezTo>
                <a:cubicBezTo>
                  <a:pt x="84879" y="92371"/>
                  <a:pt x="84954" y="92346"/>
                  <a:pt x="84978" y="92271"/>
                </a:cubicBezTo>
                <a:cubicBezTo>
                  <a:pt x="85053" y="92221"/>
                  <a:pt x="85103" y="92196"/>
                  <a:pt x="85178" y="92122"/>
                </a:cubicBezTo>
                <a:cubicBezTo>
                  <a:pt x="85227" y="92072"/>
                  <a:pt x="85302" y="92022"/>
                  <a:pt x="85352" y="91972"/>
                </a:cubicBezTo>
                <a:lnTo>
                  <a:pt x="85451" y="91873"/>
                </a:lnTo>
                <a:cubicBezTo>
                  <a:pt x="85850" y="91524"/>
                  <a:pt x="86223" y="91201"/>
                  <a:pt x="86596" y="90852"/>
                </a:cubicBezTo>
                <a:cubicBezTo>
                  <a:pt x="86664" y="90785"/>
                  <a:pt x="86731" y="90718"/>
                  <a:pt x="86799" y="90654"/>
                </a:cubicBezTo>
                <a:lnTo>
                  <a:pt x="86799" y="90654"/>
                </a:lnTo>
                <a:cubicBezTo>
                  <a:pt x="86756" y="90693"/>
                  <a:pt x="86714" y="90727"/>
                  <a:pt x="86671" y="90753"/>
                </a:cubicBezTo>
                <a:cubicBezTo>
                  <a:pt x="86248" y="91101"/>
                  <a:pt x="85875" y="91475"/>
                  <a:pt x="85476" y="91823"/>
                </a:cubicBezTo>
                <a:cubicBezTo>
                  <a:pt x="85327" y="91948"/>
                  <a:pt x="85178" y="92097"/>
                  <a:pt x="85003" y="92221"/>
                </a:cubicBezTo>
                <a:cubicBezTo>
                  <a:pt x="84630" y="92545"/>
                  <a:pt x="84257" y="92869"/>
                  <a:pt x="83883" y="93192"/>
                </a:cubicBezTo>
                <a:lnTo>
                  <a:pt x="83336" y="93665"/>
                </a:lnTo>
                <a:cubicBezTo>
                  <a:pt x="82987" y="93939"/>
                  <a:pt x="82614" y="94238"/>
                  <a:pt x="82240" y="94536"/>
                </a:cubicBezTo>
                <a:cubicBezTo>
                  <a:pt x="82016" y="94710"/>
                  <a:pt x="81817" y="94860"/>
                  <a:pt x="81568" y="95059"/>
                </a:cubicBezTo>
                <a:cubicBezTo>
                  <a:pt x="81220" y="95308"/>
                  <a:pt x="80871" y="95582"/>
                  <a:pt x="80523" y="95831"/>
                </a:cubicBezTo>
                <a:lnTo>
                  <a:pt x="79776" y="96403"/>
                </a:lnTo>
                <a:cubicBezTo>
                  <a:pt x="79751" y="96428"/>
                  <a:pt x="79702" y="96453"/>
                  <a:pt x="79652" y="96478"/>
                </a:cubicBezTo>
                <a:cubicBezTo>
                  <a:pt x="79453" y="96652"/>
                  <a:pt x="79204" y="96826"/>
                  <a:pt x="78980" y="96976"/>
                </a:cubicBezTo>
                <a:cubicBezTo>
                  <a:pt x="78905" y="96776"/>
                  <a:pt x="78855" y="96577"/>
                  <a:pt x="78781" y="96403"/>
                </a:cubicBezTo>
                <a:cubicBezTo>
                  <a:pt x="78731" y="96179"/>
                  <a:pt x="78656" y="95980"/>
                  <a:pt x="78606" y="95781"/>
                </a:cubicBezTo>
                <a:cubicBezTo>
                  <a:pt x="78532" y="95557"/>
                  <a:pt x="78432" y="95333"/>
                  <a:pt x="78382" y="95109"/>
                </a:cubicBezTo>
                <a:cubicBezTo>
                  <a:pt x="78283" y="94860"/>
                  <a:pt x="78183" y="94586"/>
                  <a:pt x="78059" y="94312"/>
                </a:cubicBezTo>
                <a:cubicBezTo>
                  <a:pt x="78009" y="94138"/>
                  <a:pt x="77959" y="93989"/>
                  <a:pt x="77884" y="93864"/>
                </a:cubicBezTo>
                <a:cubicBezTo>
                  <a:pt x="77735" y="93491"/>
                  <a:pt x="77561" y="93167"/>
                  <a:pt x="77412" y="92794"/>
                </a:cubicBezTo>
                <a:cubicBezTo>
                  <a:pt x="77412" y="92744"/>
                  <a:pt x="77387" y="92719"/>
                  <a:pt x="77362" y="92694"/>
                </a:cubicBezTo>
                <a:cubicBezTo>
                  <a:pt x="77038" y="91972"/>
                  <a:pt x="76665" y="91226"/>
                  <a:pt x="76291" y="90479"/>
                </a:cubicBezTo>
                <a:cubicBezTo>
                  <a:pt x="76416" y="90379"/>
                  <a:pt x="76540" y="90280"/>
                  <a:pt x="76640" y="90205"/>
                </a:cubicBezTo>
                <a:cubicBezTo>
                  <a:pt x="76988" y="89931"/>
                  <a:pt x="77287" y="89633"/>
                  <a:pt x="77636" y="89359"/>
                </a:cubicBezTo>
                <a:cubicBezTo>
                  <a:pt x="78133" y="88936"/>
                  <a:pt x="78631" y="88513"/>
                  <a:pt x="79104" y="88089"/>
                </a:cubicBezTo>
                <a:cubicBezTo>
                  <a:pt x="79453" y="87766"/>
                  <a:pt x="79776" y="87492"/>
                  <a:pt x="80125" y="87193"/>
                </a:cubicBezTo>
                <a:cubicBezTo>
                  <a:pt x="80697" y="86671"/>
                  <a:pt x="81220" y="86198"/>
                  <a:pt x="81743" y="85700"/>
                </a:cubicBezTo>
                <a:cubicBezTo>
                  <a:pt x="82116" y="85351"/>
                  <a:pt x="82489" y="85003"/>
                  <a:pt x="82838" y="84655"/>
                </a:cubicBezTo>
                <a:cubicBezTo>
                  <a:pt x="83136" y="84381"/>
                  <a:pt x="83460" y="84082"/>
                  <a:pt x="83734" y="83783"/>
                </a:cubicBezTo>
                <a:cubicBezTo>
                  <a:pt x="84306" y="83261"/>
                  <a:pt x="84829" y="82738"/>
                  <a:pt x="85352" y="82165"/>
                </a:cubicBezTo>
                <a:lnTo>
                  <a:pt x="86323" y="81195"/>
                </a:lnTo>
                <a:cubicBezTo>
                  <a:pt x="86671" y="80871"/>
                  <a:pt x="86970" y="80523"/>
                  <a:pt x="87318" y="80174"/>
                </a:cubicBezTo>
                <a:lnTo>
                  <a:pt x="88911" y="78506"/>
                </a:lnTo>
                <a:cubicBezTo>
                  <a:pt x="89160" y="78258"/>
                  <a:pt x="89359" y="77959"/>
                  <a:pt x="89608" y="77710"/>
                </a:cubicBezTo>
                <a:lnTo>
                  <a:pt x="89658" y="77685"/>
                </a:lnTo>
                <a:close/>
                <a:moveTo>
                  <a:pt x="76117" y="90603"/>
                </a:moveTo>
                <a:cubicBezTo>
                  <a:pt x="76764" y="91873"/>
                  <a:pt x="77312" y="93093"/>
                  <a:pt x="77785" y="94238"/>
                </a:cubicBezTo>
                <a:lnTo>
                  <a:pt x="77884" y="94437"/>
                </a:lnTo>
                <a:cubicBezTo>
                  <a:pt x="78009" y="94735"/>
                  <a:pt x="78108" y="95059"/>
                  <a:pt x="78233" y="95333"/>
                </a:cubicBezTo>
                <a:cubicBezTo>
                  <a:pt x="78283" y="95507"/>
                  <a:pt x="78357" y="95681"/>
                  <a:pt x="78407" y="95855"/>
                </a:cubicBezTo>
                <a:cubicBezTo>
                  <a:pt x="78507" y="96079"/>
                  <a:pt x="78532" y="96303"/>
                  <a:pt x="78631" y="96552"/>
                </a:cubicBezTo>
                <a:cubicBezTo>
                  <a:pt x="78681" y="96702"/>
                  <a:pt x="78731" y="96876"/>
                  <a:pt x="78781" y="97050"/>
                </a:cubicBezTo>
                <a:cubicBezTo>
                  <a:pt x="78756" y="97050"/>
                  <a:pt x="78756" y="97075"/>
                  <a:pt x="78731" y="97075"/>
                </a:cubicBezTo>
                <a:cubicBezTo>
                  <a:pt x="78706" y="96926"/>
                  <a:pt x="78631" y="96727"/>
                  <a:pt x="78581" y="96577"/>
                </a:cubicBezTo>
                <a:cubicBezTo>
                  <a:pt x="78507" y="96353"/>
                  <a:pt x="78457" y="96179"/>
                  <a:pt x="78382" y="95955"/>
                </a:cubicBezTo>
                <a:cubicBezTo>
                  <a:pt x="78308" y="95756"/>
                  <a:pt x="78258" y="95582"/>
                  <a:pt x="78183" y="95432"/>
                </a:cubicBezTo>
                <a:cubicBezTo>
                  <a:pt x="78108" y="95158"/>
                  <a:pt x="77984" y="94860"/>
                  <a:pt x="77884" y="94561"/>
                </a:cubicBezTo>
                <a:cubicBezTo>
                  <a:pt x="77860" y="94511"/>
                  <a:pt x="77860" y="94462"/>
                  <a:pt x="77810" y="94412"/>
                </a:cubicBezTo>
                <a:cubicBezTo>
                  <a:pt x="77362" y="93217"/>
                  <a:pt x="76764" y="91948"/>
                  <a:pt x="76067" y="90628"/>
                </a:cubicBezTo>
                <a:lnTo>
                  <a:pt x="76117" y="90603"/>
                </a:lnTo>
                <a:close/>
                <a:moveTo>
                  <a:pt x="80528" y="95978"/>
                </a:moveTo>
                <a:cubicBezTo>
                  <a:pt x="80053" y="96453"/>
                  <a:pt x="79518" y="96826"/>
                  <a:pt x="79005" y="97200"/>
                </a:cubicBezTo>
                <a:lnTo>
                  <a:pt x="79005" y="97175"/>
                </a:lnTo>
                <a:lnTo>
                  <a:pt x="79005" y="97125"/>
                </a:lnTo>
                <a:cubicBezTo>
                  <a:pt x="79328" y="96926"/>
                  <a:pt x="79627" y="96702"/>
                  <a:pt x="79901" y="96453"/>
                </a:cubicBezTo>
                <a:cubicBezTo>
                  <a:pt x="80125" y="96303"/>
                  <a:pt x="80324" y="96129"/>
                  <a:pt x="80523" y="95980"/>
                </a:cubicBezTo>
                <a:cubicBezTo>
                  <a:pt x="80525" y="95979"/>
                  <a:pt x="80526" y="95978"/>
                  <a:pt x="80528" y="95978"/>
                </a:cubicBezTo>
                <a:close/>
                <a:moveTo>
                  <a:pt x="45426" y="94760"/>
                </a:moveTo>
                <a:cubicBezTo>
                  <a:pt x="45899" y="95233"/>
                  <a:pt x="46422" y="95656"/>
                  <a:pt x="47019" y="96005"/>
                </a:cubicBezTo>
                <a:cubicBezTo>
                  <a:pt x="46123" y="96453"/>
                  <a:pt x="45252" y="96851"/>
                  <a:pt x="44356" y="97224"/>
                </a:cubicBezTo>
                <a:cubicBezTo>
                  <a:pt x="44779" y="96428"/>
                  <a:pt x="45128" y="95607"/>
                  <a:pt x="45426" y="94760"/>
                </a:cubicBezTo>
                <a:close/>
                <a:moveTo>
                  <a:pt x="78855" y="97249"/>
                </a:moveTo>
                <a:lnTo>
                  <a:pt x="78855" y="97299"/>
                </a:lnTo>
                <a:lnTo>
                  <a:pt x="78830" y="97299"/>
                </a:lnTo>
                <a:cubicBezTo>
                  <a:pt x="78830" y="97324"/>
                  <a:pt x="78830" y="97324"/>
                  <a:pt x="78781" y="97349"/>
                </a:cubicBezTo>
                <a:lnTo>
                  <a:pt x="78781" y="97324"/>
                </a:lnTo>
                <a:lnTo>
                  <a:pt x="78781" y="97299"/>
                </a:lnTo>
                <a:lnTo>
                  <a:pt x="78830" y="97299"/>
                </a:lnTo>
                <a:lnTo>
                  <a:pt x="78855" y="97249"/>
                </a:lnTo>
                <a:close/>
                <a:moveTo>
                  <a:pt x="45252" y="94561"/>
                </a:moveTo>
                <a:lnTo>
                  <a:pt x="45277" y="94586"/>
                </a:lnTo>
                <a:cubicBezTo>
                  <a:pt x="45252" y="94611"/>
                  <a:pt x="45252" y="94686"/>
                  <a:pt x="45227" y="94710"/>
                </a:cubicBezTo>
                <a:lnTo>
                  <a:pt x="45227" y="94735"/>
                </a:lnTo>
                <a:cubicBezTo>
                  <a:pt x="45153" y="94860"/>
                  <a:pt x="45128" y="95034"/>
                  <a:pt x="45053" y="95158"/>
                </a:cubicBezTo>
                <a:lnTo>
                  <a:pt x="44680" y="96079"/>
                </a:lnTo>
                <a:cubicBezTo>
                  <a:pt x="44605" y="96279"/>
                  <a:pt x="44505" y="96478"/>
                  <a:pt x="44406" y="96677"/>
                </a:cubicBezTo>
                <a:cubicBezTo>
                  <a:pt x="44381" y="96727"/>
                  <a:pt x="44356" y="96776"/>
                  <a:pt x="44356" y="96826"/>
                </a:cubicBezTo>
                <a:cubicBezTo>
                  <a:pt x="44281" y="96976"/>
                  <a:pt x="44182" y="97100"/>
                  <a:pt x="44132" y="97249"/>
                </a:cubicBezTo>
                <a:cubicBezTo>
                  <a:pt x="44107" y="97299"/>
                  <a:pt x="44107" y="97324"/>
                  <a:pt x="44057" y="97374"/>
                </a:cubicBezTo>
                <a:cubicBezTo>
                  <a:pt x="44057" y="97374"/>
                  <a:pt x="44057" y="97374"/>
                  <a:pt x="44055" y="97374"/>
                </a:cubicBezTo>
                <a:lnTo>
                  <a:pt x="44055" y="97374"/>
                </a:lnTo>
                <a:cubicBezTo>
                  <a:pt x="44495" y="96421"/>
                  <a:pt x="44910" y="95515"/>
                  <a:pt x="45252" y="94561"/>
                </a:cubicBezTo>
                <a:close/>
                <a:moveTo>
                  <a:pt x="59341" y="89434"/>
                </a:moveTo>
                <a:cubicBezTo>
                  <a:pt x="59988" y="91724"/>
                  <a:pt x="60436" y="94113"/>
                  <a:pt x="60585" y="96453"/>
                </a:cubicBezTo>
                <a:cubicBezTo>
                  <a:pt x="58312" y="97064"/>
                  <a:pt x="56153" y="97378"/>
                  <a:pt x="54164" y="97378"/>
                </a:cubicBezTo>
                <a:cubicBezTo>
                  <a:pt x="52428" y="97378"/>
                  <a:pt x="50822" y="97139"/>
                  <a:pt x="49384" y="96652"/>
                </a:cubicBezTo>
                <a:cubicBezTo>
                  <a:pt x="49509" y="96179"/>
                  <a:pt x="49608" y="95681"/>
                  <a:pt x="49658" y="95183"/>
                </a:cubicBezTo>
                <a:cubicBezTo>
                  <a:pt x="52869" y="93491"/>
                  <a:pt x="56105" y="91574"/>
                  <a:pt x="59341" y="89434"/>
                </a:cubicBezTo>
                <a:close/>
                <a:moveTo>
                  <a:pt x="42215" y="86646"/>
                </a:moveTo>
                <a:cubicBezTo>
                  <a:pt x="42265" y="87741"/>
                  <a:pt x="42415" y="88762"/>
                  <a:pt x="42639" y="89732"/>
                </a:cubicBezTo>
                <a:cubicBezTo>
                  <a:pt x="41419" y="92246"/>
                  <a:pt x="39602" y="94611"/>
                  <a:pt x="37212" y="96602"/>
                </a:cubicBezTo>
                <a:cubicBezTo>
                  <a:pt x="37187" y="96627"/>
                  <a:pt x="37163" y="96677"/>
                  <a:pt x="37088" y="96702"/>
                </a:cubicBezTo>
                <a:cubicBezTo>
                  <a:pt x="36739" y="96976"/>
                  <a:pt x="36416" y="97249"/>
                  <a:pt x="36042" y="97523"/>
                </a:cubicBezTo>
                <a:cubicBezTo>
                  <a:pt x="35968" y="97299"/>
                  <a:pt x="35918" y="97075"/>
                  <a:pt x="35893" y="96901"/>
                </a:cubicBezTo>
                <a:cubicBezTo>
                  <a:pt x="35843" y="96727"/>
                  <a:pt x="35818" y="96577"/>
                  <a:pt x="35794" y="96378"/>
                </a:cubicBezTo>
                <a:cubicBezTo>
                  <a:pt x="35719" y="96104"/>
                  <a:pt x="35694" y="95806"/>
                  <a:pt x="35669" y="95482"/>
                </a:cubicBezTo>
                <a:cubicBezTo>
                  <a:pt x="35669" y="95383"/>
                  <a:pt x="35644" y="95333"/>
                  <a:pt x="35644" y="95233"/>
                </a:cubicBezTo>
                <a:cubicBezTo>
                  <a:pt x="35644" y="95183"/>
                  <a:pt x="35594" y="95109"/>
                  <a:pt x="35594" y="95059"/>
                </a:cubicBezTo>
                <a:cubicBezTo>
                  <a:pt x="35570" y="94611"/>
                  <a:pt x="35545" y="94138"/>
                  <a:pt x="35520" y="93715"/>
                </a:cubicBezTo>
                <a:lnTo>
                  <a:pt x="35520" y="93491"/>
                </a:lnTo>
                <a:lnTo>
                  <a:pt x="35520" y="93317"/>
                </a:lnTo>
                <a:lnTo>
                  <a:pt x="35520" y="92321"/>
                </a:lnTo>
                <a:cubicBezTo>
                  <a:pt x="35520" y="92122"/>
                  <a:pt x="35545" y="91948"/>
                  <a:pt x="35545" y="91748"/>
                </a:cubicBezTo>
                <a:cubicBezTo>
                  <a:pt x="35545" y="91450"/>
                  <a:pt x="35570" y="91151"/>
                  <a:pt x="35594" y="90852"/>
                </a:cubicBezTo>
                <a:lnTo>
                  <a:pt x="35594" y="90827"/>
                </a:lnTo>
                <a:cubicBezTo>
                  <a:pt x="35594" y="90628"/>
                  <a:pt x="35619" y="90479"/>
                  <a:pt x="35669" y="90280"/>
                </a:cubicBezTo>
                <a:cubicBezTo>
                  <a:pt x="35694" y="89981"/>
                  <a:pt x="35719" y="89658"/>
                  <a:pt x="35794" y="89359"/>
                </a:cubicBezTo>
                <a:cubicBezTo>
                  <a:pt x="35794" y="89334"/>
                  <a:pt x="35794" y="89284"/>
                  <a:pt x="35818" y="89259"/>
                </a:cubicBezTo>
                <a:cubicBezTo>
                  <a:pt x="37934" y="88537"/>
                  <a:pt x="40075" y="87666"/>
                  <a:pt x="42215" y="86646"/>
                </a:cubicBezTo>
                <a:close/>
                <a:moveTo>
                  <a:pt x="60610" y="96627"/>
                </a:moveTo>
                <a:lnTo>
                  <a:pt x="60610" y="96702"/>
                </a:lnTo>
                <a:cubicBezTo>
                  <a:pt x="58345" y="97324"/>
                  <a:pt x="56179" y="97623"/>
                  <a:pt x="54188" y="97623"/>
                </a:cubicBezTo>
                <a:cubicBezTo>
                  <a:pt x="52396" y="97623"/>
                  <a:pt x="50778" y="97374"/>
                  <a:pt x="49359" y="96901"/>
                </a:cubicBezTo>
                <a:cubicBezTo>
                  <a:pt x="49334" y="96901"/>
                  <a:pt x="49359" y="96851"/>
                  <a:pt x="49359" y="96826"/>
                </a:cubicBezTo>
                <a:cubicBezTo>
                  <a:pt x="50807" y="97317"/>
                  <a:pt x="52430" y="97561"/>
                  <a:pt x="54188" y="97561"/>
                </a:cubicBezTo>
                <a:cubicBezTo>
                  <a:pt x="56177" y="97561"/>
                  <a:pt x="58337" y="97248"/>
                  <a:pt x="60610" y="96627"/>
                </a:cubicBezTo>
                <a:close/>
                <a:moveTo>
                  <a:pt x="47219" y="96104"/>
                </a:moveTo>
                <a:cubicBezTo>
                  <a:pt x="47244" y="96154"/>
                  <a:pt x="47268" y="96154"/>
                  <a:pt x="47293" y="96179"/>
                </a:cubicBezTo>
                <a:cubicBezTo>
                  <a:pt x="46248" y="96677"/>
                  <a:pt x="45227" y="97175"/>
                  <a:pt x="44157" y="97648"/>
                </a:cubicBezTo>
                <a:cubicBezTo>
                  <a:pt x="44182" y="97573"/>
                  <a:pt x="44232" y="97548"/>
                  <a:pt x="44232" y="97473"/>
                </a:cubicBezTo>
                <a:cubicBezTo>
                  <a:pt x="45227" y="97050"/>
                  <a:pt x="46223" y="96577"/>
                  <a:pt x="47219" y="96104"/>
                </a:cubicBezTo>
                <a:close/>
                <a:moveTo>
                  <a:pt x="35570" y="89334"/>
                </a:moveTo>
                <a:cubicBezTo>
                  <a:pt x="35520" y="89707"/>
                  <a:pt x="35470" y="90106"/>
                  <a:pt x="35445" y="90479"/>
                </a:cubicBezTo>
                <a:cubicBezTo>
                  <a:pt x="35445" y="90579"/>
                  <a:pt x="35420" y="90678"/>
                  <a:pt x="35420" y="90753"/>
                </a:cubicBezTo>
                <a:lnTo>
                  <a:pt x="35420" y="90852"/>
                </a:lnTo>
                <a:cubicBezTo>
                  <a:pt x="35395" y="91126"/>
                  <a:pt x="35395" y="91375"/>
                  <a:pt x="35346" y="91649"/>
                </a:cubicBezTo>
                <a:lnTo>
                  <a:pt x="35346" y="91923"/>
                </a:lnTo>
                <a:cubicBezTo>
                  <a:pt x="35346" y="92072"/>
                  <a:pt x="35321" y="92196"/>
                  <a:pt x="35321" y="92346"/>
                </a:cubicBezTo>
                <a:lnTo>
                  <a:pt x="35321" y="92371"/>
                </a:lnTo>
                <a:lnTo>
                  <a:pt x="35321" y="93366"/>
                </a:lnTo>
                <a:lnTo>
                  <a:pt x="35321" y="93839"/>
                </a:lnTo>
                <a:cubicBezTo>
                  <a:pt x="35321" y="94213"/>
                  <a:pt x="35346" y="94586"/>
                  <a:pt x="35395" y="94934"/>
                </a:cubicBezTo>
                <a:lnTo>
                  <a:pt x="35395" y="94984"/>
                </a:lnTo>
                <a:cubicBezTo>
                  <a:pt x="35395" y="95084"/>
                  <a:pt x="35395" y="95134"/>
                  <a:pt x="35420" y="95233"/>
                </a:cubicBezTo>
                <a:cubicBezTo>
                  <a:pt x="35445" y="95681"/>
                  <a:pt x="35520" y="96129"/>
                  <a:pt x="35594" y="96577"/>
                </a:cubicBezTo>
                <a:cubicBezTo>
                  <a:pt x="35644" y="96727"/>
                  <a:pt x="35669" y="96851"/>
                  <a:pt x="35694" y="97000"/>
                </a:cubicBezTo>
                <a:cubicBezTo>
                  <a:pt x="35769" y="97224"/>
                  <a:pt x="35794" y="97473"/>
                  <a:pt x="35843" y="97697"/>
                </a:cubicBezTo>
                <a:lnTo>
                  <a:pt x="35818" y="97722"/>
                </a:lnTo>
                <a:cubicBezTo>
                  <a:pt x="35818" y="97722"/>
                  <a:pt x="35794" y="97722"/>
                  <a:pt x="35794" y="97772"/>
                </a:cubicBezTo>
                <a:cubicBezTo>
                  <a:pt x="35769" y="97448"/>
                  <a:pt x="35694" y="97224"/>
                  <a:pt x="35669" y="97025"/>
                </a:cubicBezTo>
                <a:cubicBezTo>
                  <a:pt x="35644" y="96851"/>
                  <a:pt x="35594" y="96702"/>
                  <a:pt x="35570" y="96528"/>
                </a:cubicBezTo>
                <a:cubicBezTo>
                  <a:pt x="35545" y="96403"/>
                  <a:pt x="35545" y="96303"/>
                  <a:pt x="35520" y="96179"/>
                </a:cubicBezTo>
                <a:cubicBezTo>
                  <a:pt x="35470" y="96055"/>
                  <a:pt x="35470" y="95905"/>
                  <a:pt x="35445" y="95731"/>
                </a:cubicBezTo>
                <a:cubicBezTo>
                  <a:pt x="35420" y="95557"/>
                  <a:pt x="35395" y="95333"/>
                  <a:pt x="35346" y="95158"/>
                </a:cubicBezTo>
                <a:cubicBezTo>
                  <a:pt x="35346" y="95034"/>
                  <a:pt x="35321" y="94910"/>
                  <a:pt x="35321" y="94735"/>
                </a:cubicBezTo>
                <a:lnTo>
                  <a:pt x="35321" y="94561"/>
                </a:lnTo>
                <a:cubicBezTo>
                  <a:pt x="35296" y="94287"/>
                  <a:pt x="35296" y="93989"/>
                  <a:pt x="35271" y="93715"/>
                </a:cubicBezTo>
                <a:lnTo>
                  <a:pt x="35271" y="93366"/>
                </a:lnTo>
                <a:lnTo>
                  <a:pt x="35271" y="92221"/>
                </a:lnTo>
                <a:lnTo>
                  <a:pt x="35271" y="92022"/>
                </a:lnTo>
                <a:cubicBezTo>
                  <a:pt x="35296" y="91574"/>
                  <a:pt x="35296" y="91126"/>
                  <a:pt x="35346" y="90678"/>
                </a:cubicBezTo>
                <a:cubicBezTo>
                  <a:pt x="35395" y="90230"/>
                  <a:pt x="35445" y="89757"/>
                  <a:pt x="35520" y="89334"/>
                </a:cubicBezTo>
                <a:close/>
                <a:moveTo>
                  <a:pt x="42688" y="90057"/>
                </a:moveTo>
                <a:cubicBezTo>
                  <a:pt x="41493" y="92496"/>
                  <a:pt x="39676" y="94810"/>
                  <a:pt x="37337" y="96776"/>
                </a:cubicBezTo>
                <a:lnTo>
                  <a:pt x="37262" y="96851"/>
                </a:lnTo>
                <a:cubicBezTo>
                  <a:pt x="36889" y="97175"/>
                  <a:pt x="36466" y="97473"/>
                  <a:pt x="36067" y="97772"/>
                </a:cubicBezTo>
                <a:lnTo>
                  <a:pt x="36067" y="97697"/>
                </a:lnTo>
                <a:cubicBezTo>
                  <a:pt x="36441" y="97424"/>
                  <a:pt x="36814" y="97150"/>
                  <a:pt x="37187" y="96826"/>
                </a:cubicBezTo>
                <a:cubicBezTo>
                  <a:pt x="37212" y="96801"/>
                  <a:pt x="37287" y="96776"/>
                  <a:pt x="37312" y="96727"/>
                </a:cubicBezTo>
                <a:cubicBezTo>
                  <a:pt x="39651" y="94761"/>
                  <a:pt x="41493" y="92496"/>
                  <a:pt x="42688" y="90057"/>
                </a:cubicBezTo>
                <a:close/>
                <a:moveTo>
                  <a:pt x="43933" y="97648"/>
                </a:moveTo>
                <a:cubicBezTo>
                  <a:pt x="43908" y="97672"/>
                  <a:pt x="43908" y="97722"/>
                  <a:pt x="43883" y="97772"/>
                </a:cubicBezTo>
                <a:cubicBezTo>
                  <a:pt x="43858" y="97772"/>
                  <a:pt x="43858" y="97772"/>
                  <a:pt x="43809" y="97797"/>
                </a:cubicBezTo>
                <a:cubicBezTo>
                  <a:pt x="43858" y="97772"/>
                  <a:pt x="43858" y="97697"/>
                  <a:pt x="43883" y="97672"/>
                </a:cubicBezTo>
                <a:cubicBezTo>
                  <a:pt x="43883" y="97648"/>
                  <a:pt x="43908" y="97648"/>
                  <a:pt x="43933" y="97648"/>
                </a:cubicBezTo>
                <a:close/>
                <a:moveTo>
                  <a:pt x="96329" y="81070"/>
                </a:moveTo>
                <a:cubicBezTo>
                  <a:pt x="96428" y="81120"/>
                  <a:pt x="96478" y="81145"/>
                  <a:pt x="96578" y="81170"/>
                </a:cubicBezTo>
                <a:cubicBezTo>
                  <a:pt x="91475" y="87119"/>
                  <a:pt x="85601" y="92744"/>
                  <a:pt x="79154" y="97797"/>
                </a:cubicBezTo>
                <a:cubicBezTo>
                  <a:pt x="79129" y="97598"/>
                  <a:pt x="79104" y="97523"/>
                  <a:pt x="79079" y="97399"/>
                </a:cubicBezTo>
                <a:cubicBezTo>
                  <a:pt x="79652" y="96976"/>
                  <a:pt x="80224" y="96552"/>
                  <a:pt x="80772" y="96104"/>
                </a:cubicBezTo>
                <a:cubicBezTo>
                  <a:pt x="80847" y="96079"/>
                  <a:pt x="80896" y="96005"/>
                  <a:pt x="80971" y="95980"/>
                </a:cubicBezTo>
                <a:cubicBezTo>
                  <a:pt x="80996" y="95955"/>
                  <a:pt x="81021" y="95930"/>
                  <a:pt x="81071" y="95930"/>
                </a:cubicBezTo>
                <a:cubicBezTo>
                  <a:pt x="81568" y="95557"/>
                  <a:pt x="82066" y="95183"/>
                  <a:pt x="82514" y="94785"/>
                </a:cubicBezTo>
                <a:cubicBezTo>
                  <a:pt x="82564" y="94785"/>
                  <a:pt x="82564" y="94735"/>
                  <a:pt x="82589" y="94735"/>
                </a:cubicBezTo>
                <a:cubicBezTo>
                  <a:pt x="82738" y="94611"/>
                  <a:pt x="82863" y="94486"/>
                  <a:pt x="83012" y="94412"/>
                </a:cubicBezTo>
                <a:lnTo>
                  <a:pt x="83062" y="94362"/>
                </a:lnTo>
                <a:cubicBezTo>
                  <a:pt x="83460" y="94014"/>
                  <a:pt x="83858" y="93715"/>
                  <a:pt x="84257" y="93366"/>
                </a:cubicBezTo>
                <a:cubicBezTo>
                  <a:pt x="84381" y="93267"/>
                  <a:pt x="84481" y="93192"/>
                  <a:pt x="84605" y="93068"/>
                </a:cubicBezTo>
                <a:cubicBezTo>
                  <a:pt x="84630" y="93018"/>
                  <a:pt x="84705" y="92993"/>
                  <a:pt x="84730" y="92943"/>
                </a:cubicBezTo>
                <a:cubicBezTo>
                  <a:pt x="84730" y="92943"/>
                  <a:pt x="84754" y="92943"/>
                  <a:pt x="84754" y="92893"/>
                </a:cubicBezTo>
                <a:lnTo>
                  <a:pt x="85974" y="91873"/>
                </a:lnTo>
                <a:cubicBezTo>
                  <a:pt x="86074" y="91773"/>
                  <a:pt x="86173" y="91699"/>
                  <a:pt x="86298" y="91599"/>
                </a:cubicBezTo>
                <a:cubicBezTo>
                  <a:pt x="86323" y="91574"/>
                  <a:pt x="86347" y="91549"/>
                  <a:pt x="86422" y="91500"/>
                </a:cubicBezTo>
                <a:lnTo>
                  <a:pt x="86447" y="91475"/>
                </a:lnTo>
                <a:cubicBezTo>
                  <a:pt x="86870" y="91101"/>
                  <a:pt x="87293" y="90703"/>
                  <a:pt x="87716" y="90330"/>
                </a:cubicBezTo>
                <a:lnTo>
                  <a:pt x="87741" y="90280"/>
                </a:lnTo>
                <a:lnTo>
                  <a:pt x="87816" y="90230"/>
                </a:lnTo>
                <a:cubicBezTo>
                  <a:pt x="87866" y="90155"/>
                  <a:pt x="87940" y="90106"/>
                  <a:pt x="88040" y="90031"/>
                </a:cubicBezTo>
                <a:cubicBezTo>
                  <a:pt x="88488" y="89608"/>
                  <a:pt x="88961" y="89160"/>
                  <a:pt x="89409" y="88712"/>
                </a:cubicBezTo>
                <a:lnTo>
                  <a:pt x="89558" y="88537"/>
                </a:lnTo>
                <a:lnTo>
                  <a:pt x="89957" y="88139"/>
                </a:lnTo>
                <a:cubicBezTo>
                  <a:pt x="90081" y="88015"/>
                  <a:pt x="90181" y="87890"/>
                  <a:pt x="90305" y="87791"/>
                </a:cubicBezTo>
                <a:lnTo>
                  <a:pt x="90430" y="87666"/>
                </a:lnTo>
                <a:cubicBezTo>
                  <a:pt x="90529" y="87542"/>
                  <a:pt x="90654" y="87467"/>
                  <a:pt x="90728" y="87343"/>
                </a:cubicBezTo>
                <a:lnTo>
                  <a:pt x="91326" y="86745"/>
                </a:lnTo>
                <a:cubicBezTo>
                  <a:pt x="91450" y="86621"/>
                  <a:pt x="91575" y="86472"/>
                  <a:pt x="91699" y="86347"/>
                </a:cubicBezTo>
                <a:cubicBezTo>
                  <a:pt x="92048" y="85999"/>
                  <a:pt x="92346" y="85625"/>
                  <a:pt x="92695" y="85252"/>
                </a:cubicBezTo>
                <a:lnTo>
                  <a:pt x="92794" y="85152"/>
                </a:lnTo>
                <a:lnTo>
                  <a:pt x="93068" y="84879"/>
                </a:lnTo>
                <a:lnTo>
                  <a:pt x="93118" y="84804"/>
                </a:lnTo>
                <a:cubicBezTo>
                  <a:pt x="94263" y="83609"/>
                  <a:pt x="95308" y="82365"/>
                  <a:pt x="96329" y="81070"/>
                </a:cubicBezTo>
                <a:close/>
                <a:moveTo>
                  <a:pt x="78905" y="97523"/>
                </a:moveTo>
                <a:cubicBezTo>
                  <a:pt x="78955" y="97598"/>
                  <a:pt x="78955" y="97697"/>
                  <a:pt x="78980" y="97797"/>
                </a:cubicBezTo>
                <a:lnTo>
                  <a:pt x="78980" y="97847"/>
                </a:lnTo>
                <a:cubicBezTo>
                  <a:pt x="78930" y="97847"/>
                  <a:pt x="78930" y="97872"/>
                  <a:pt x="78905" y="97872"/>
                </a:cubicBezTo>
                <a:cubicBezTo>
                  <a:pt x="78905" y="97847"/>
                  <a:pt x="78880" y="97797"/>
                  <a:pt x="78880" y="97772"/>
                </a:cubicBezTo>
                <a:cubicBezTo>
                  <a:pt x="78855" y="97697"/>
                  <a:pt x="78855" y="97598"/>
                  <a:pt x="78830" y="97548"/>
                </a:cubicBezTo>
                <a:lnTo>
                  <a:pt x="78905" y="97523"/>
                </a:lnTo>
                <a:close/>
                <a:moveTo>
                  <a:pt x="35893" y="97822"/>
                </a:moveTo>
                <a:lnTo>
                  <a:pt x="35893" y="97847"/>
                </a:lnTo>
                <a:lnTo>
                  <a:pt x="35893" y="97897"/>
                </a:lnTo>
                <a:lnTo>
                  <a:pt x="35843" y="97897"/>
                </a:lnTo>
                <a:cubicBezTo>
                  <a:pt x="35843" y="97897"/>
                  <a:pt x="35818" y="97897"/>
                  <a:pt x="35818" y="97921"/>
                </a:cubicBezTo>
                <a:lnTo>
                  <a:pt x="35818" y="97897"/>
                </a:lnTo>
                <a:lnTo>
                  <a:pt x="35843" y="97847"/>
                </a:lnTo>
                <a:lnTo>
                  <a:pt x="35893" y="97822"/>
                </a:lnTo>
                <a:close/>
                <a:moveTo>
                  <a:pt x="96777" y="81170"/>
                </a:moveTo>
                <a:cubicBezTo>
                  <a:pt x="96802" y="81170"/>
                  <a:pt x="96802" y="81170"/>
                  <a:pt x="96827" y="81220"/>
                </a:cubicBezTo>
                <a:cubicBezTo>
                  <a:pt x="91674" y="87218"/>
                  <a:pt x="85725" y="92918"/>
                  <a:pt x="79204" y="98021"/>
                </a:cubicBezTo>
                <a:cubicBezTo>
                  <a:pt x="79204" y="97971"/>
                  <a:pt x="79204" y="97946"/>
                  <a:pt x="79154" y="97946"/>
                </a:cubicBezTo>
                <a:cubicBezTo>
                  <a:pt x="85700" y="92844"/>
                  <a:pt x="91599" y="87144"/>
                  <a:pt x="96777" y="81170"/>
                </a:cubicBezTo>
                <a:close/>
                <a:moveTo>
                  <a:pt x="79029" y="98046"/>
                </a:moveTo>
                <a:lnTo>
                  <a:pt x="79029" y="98096"/>
                </a:lnTo>
                <a:cubicBezTo>
                  <a:pt x="79005" y="98096"/>
                  <a:pt x="79005" y="98145"/>
                  <a:pt x="78980" y="98145"/>
                </a:cubicBezTo>
                <a:lnTo>
                  <a:pt x="78980" y="98071"/>
                </a:lnTo>
                <a:cubicBezTo>
                  <a:pt x="78980" y="98071"/>
                  <a:pt x="79005" y="98046"/>
                  <a:pt x="79029" y="98046"/>
                </a:cubicBezTo>
                <a:close/>
                <a:moveTo>
                  <a:pt x="35321" y="89384"/>
                </a:moveTo>
                <a:cubicBezTo>
                  <a:pt x="35271" y="89832"/>
                  <a:pt x="35221" y="90255"/>
                  <a:pt x="35171" y="90703"/>
                </a:cubicBezTo>
                <a:lnTo>
                  <a:pt x="35171" y="90778"/>
                </a:lnTo>
                <a:cubicBezTo>
                  <a:pt x="35146" y="91226"/>
                  <a:pt x="35097" y="91649"/>
                  <a:pt x="35097" y="92097"/>
                </a:cubicBezTo>
                <a:lnTo>
                  <a:pt x="35097" y="92147"/>
                </a:lnTo>
                <a:lnTo>
                  <a:pt x="35097" y="92346"/>
                </a:lnTo>
                <a:lnTo>
                  <a:pt x="35097" y="93441"/>
                </a:lnTo>
                <a:lnTo>
                  <a:pt x="35097" y="93640"/>
                </a:lnTo>
                <a:lnTo>
                  <a:pt x="35097" y="93839"/>
                </a:lnTo>
                <a:cubicBezTo>
                  <a:pt x="35097" y="94138"/>
                  <a:pt x="35146" y="94462"/>
                  <a:pt x="35171" y="94735"/>
                </a:cubicBezTo>
                <a:cubicBezTo>
                  <a:pt x="35171" y="94860"/>
                  <a:pt x="35171" y="94984"/>
                  <a:pt x="35196" y="95109"/>
                </a:cubicBezTo>
                <a:lnTo>
                  <a:pt x="35196" y="95258"/>
                </a:lnTo>
                <a:cubicBezTo>
                  <a:pt x="35221" y="95557"/>
                  <a:pt x="35246" y="95806"/>
                  <a:pt x="35296" y="96055"/>
                </a:cubicBezTo>
                <a:cubicBezTo>
                  <a:pt x="35321" y="96204"/>
                  <a:pt x="35321" y="96353"/>
                  <a:pt x="35346" y="96503"/>
                </a:cubicBezTo>
                <a:cubicBezTo>
                  <a:pt x="35346" y="96552"/>
                  <a:pt x="35346" y="96577"/>
                  <a:pt x="35370" y="96627"/>
                </a:cubicBezTo>
                <a:cubicBezTo>
                  <a:pt x="35420" y="96876"/>
                  <a:pt x="35470" y="97100"/>
                  <a:pt x="35545" y="97349"/>
                </a:cubicBezTo>
                <a:cubicBezTo>
                  <a:pt x="35570" y="97498"/>
                  <a:pt x="35594" y="97623"/>
                  <a:pt x="35644" y="97797"/>
                </a:cubicBezTo>
                <a:cubicBezTo>
                  <a:pt x="35346" y="97996"/>
                  <a:pt x="35047" y="98195"/>
                  <a:pt x="34723" y="98369"/>
                </a:cubicBezTo>
                <a:cubicBezTo>
                  <a:pt x="34549" y="98494"/>
                  <a:pt x="34350" y="98618"/>
                  <a:pt x="34126" y="98743"/>
                </a:cubicBezTo>
                <a:cubicBezTo>
                  <a:pt x="33230" y="95955"/>
                  <a:pt x="32657" y="93093"/>
                  <a:pt x="32458" y="90255"/>
                </a:cubicBezTo>
                <a:cubicBezTo>
                  <a:pt x="33404" y="90006"/>
                  <a:pt x="34350" y="89707"/>
                  <a:pt x="35321" y="89384"/>
                </a:cubicBezTo>
                <a:close/>
                <a:moveTo>
                  <a:pt x="32284" y="90305"/>
                </a:moveTo>
                <a:cubicBezTo>
                  <a:pt x="32458" y="93167"/>
                  <a:pt x="33056" y="96055"/>
                  <a:pt x="33977" y="98817"/>
                </a:cubicBezTo>
                <a:cubicBezTo>
                  <a:pt x="33952" y="98817"/>
                  <a:pt x="33952" y="98842"/>
                  <a:pt x="33927" y="98842"/>
                </a:cubicBezTo>
                <a:cubicBezTo>
                  <a:pt x="32981" y="96079"/>
                  <a:pt x="32408" y="93167"/>
                  <a:pt x="32209" y="90330"/>
                </a:cubicBezTo>
                <a:cubicBezTo>
                  <a:pt x="32234" y="90330"/>
                  <a:pt x="32284" y="90305"/>
                  <a:pt x="32284" y="90305"/>
                </a:cubicBezTo>
                <a:close/>
                <a:moveTo>
                  <a:pt x="35694" y="97971"/>
                </a:moveTo>
                <a:lnTo>
                  <a:pt x="35719" y="98046"/>
                </a:lnTo>
                <a:cubicBezTo>
                  <a:pt x="35520" y="98195"/>
                  <a:pt x="35296" y="98320"/>
                  <a:pt x="35072" y="98444"/>
                </a:cubicBezTo>
                <a:cubicBezTo>
                  <a:pt x="34798" y="98643"/>
                  <a:pt x="34549" y="98817"/>
                  <a:pt x="34275" y="98967"/>
                </a:cubicBezTo>
                <a:cubicBezTo>
                  <a:pt x="34275" y="98942"/>
                  <a:pt x="34275" y="98942"/>
                  <a:pt x="34225" y="98917"/>
                </a:cubicBezTo>
                <a:cubicBezTo>
                  <a:pt x="34400" y="98793"/>
                  <a:pt x="34574" y="98668"/>
                  <a:pt x="34773" y="98569"/>
                </a:cubicBezTo>
                <a:cubicBezTo>
                  <a:pt x="35072" y="98394"/>
                  <a:pt x="35395" y="98195"/>
                  <a:pt x="35694" y="97971"/>
                </a:cubicBezTo>
                <a:close/>
                <a:moveTo>
                  <a:pt x="34051" y="99017"/>
                </a:moveTo>
                <a:cubicBezTo>
                  <a:pt x="34051" y="99041"/>
                  <a:pt x="34051" y="99041"/>
                  <a:pt x="34076" y="99066"/>
                </a:cubicBezTo>
                <a:cubicBezTo>
                  <a:pt x="34051" y="99066"/>
                  <a:pt x="34051" y="99091"/>
                  <a:pt x="34026" y="99091"/>
                </a:cubicBezTo>
                <a:cubicBezTo>
                  <a:pt x="34026" y="99066"/>
                  <a:pt x="34026" y="99066"/>
                  <a:pt x="33977" y="99041"/>
                </a:cubicBezTo>
                <a:cubicBezTo>
                  <a:pt x="34026" y="99041"/>
                  <a:pt x="34026" y="99017"/>
                  <a:pt x="34051" y="99017"/>
                </a:cubicBezTo>
                <a:close/>
                <a:moveTo>
                  <a:pt x="5700" y="96403"/>
                </a:moveTo>
                <a:cubicBezTo>
                  <a:pt x="6670" y="97445"/>
                  <a:pt x="7781" y="98393"/>
                  <a:pt x="8988" y="99201"/>
                </a:cubicBezTo>
                <a:lnTo>
                  <a:pt x="8988" y="99201"/>
                </a:lnTo>
                <a:cubicBezTo>
                  <a:pt x="8877" y="99173"/>
                  <a:pt x="8795" y="99128"/>
                  <a:pt x="8712" y="99066"/>
                </a:cubicBezTo>
                <a:cubicBezTo>
                  <a:pt x="8563" y="98967"/>
                  <a:pt x="8413" y="98842"/>
                  <a:pt x="8289" y="98768"/>
                </a:cubicBezTo>
                <a:cubicBezTo>
                  <a:pt x="8214" y="98693"/>
                  <a:pt x="8140" y="98668"/>
                  <a:pt x="8065" y="98593"/>
                </a:cubicBezTo>
                <a:cubicBezTo>
                  <a:pt x="7891" y="98444"/>
                  <a:pt x="7692" y="98320"/>
                  <a:pt x="7517" y="98170"/>
                </a:cubicBezTo>
                <a:cubicBezTo>
                  <a:pt x="7293" y="97971"/>
                  <a:pt x="7044" y="97822"/>
                  <a:pt x="6820" y="97598"/>
                </a:cubicBezTo>
                <a:cubicBezTo>
                  <a:pt x="6447" y="97249"/>
                  <a:pt x="6049" y="96901"/>
                  <a:pt x="5700" y="96528"/>
                </a:cubicBezTo>
                <a:lnTo>
                  <a:pt x="5700" y="96453"/>
                </a:lnTo>
                <a:lnTo>
                  <a:pt x="5700" y="96403"/>
                </a:lnTo>
                <a:close/>
                <a:moveTo>
                  <a:pt x="9069" y="99255"/>
                </a:moveTo>
                <a:cubicBezTo>
                  <a:pt x="9075" y="99258"/>
                  <a:pt x="9080" y="99262"/>
                  <a:pt x="9085" y="99266"/>
                </a:cubicBezTo>
                <a:cubicBezTo>
                  <a:pt x="9085" y="99266"/>
                  <a:pt x="9077" y="99266"/>
                  <a:pt x="9069" y="99255"/>
                </a:cubicBezTo>
                <a:close/>
                <a:moveTo>
                  <a:pt x="5800" y="96951"/>
                </a:moveTo>
                <a:lnTo>
                  <a:pt x="5800" y="96951"/>
                </a:lnTo>
                <a:cubicBezTo>
                  <a:pt x="5924" y="97050"/>
                  <a:pt x="6024" y="97175"/>
                  <a:pt x="6148" y="97249"/>
                </a:cubicBezTo>
                <a:lnTo>
                  <a:pt x="6223" y="97349"/>
                </a:lnTo>
                <a:cubicBezTo>
                  <a:pt x="6347" y="97473"/>
                  <a:pt x="6522" y="97598"/>
                  <a:pt x="6671" y="97722"/>
                </a:cubicBezTo>
                <a:cubicBezTo>
                  <a:pt x="6696" y="97772"/>
                  <a:pt x="6721" y="97772"/>
                  <a:pt x="6771" y="97797"/>
                </a:cubicBezTo>
                <a:cubicBezTo>
                  <a:pt x="6845" y="97847"/>
                  <a:pt x="6920" y="97946"/>
                  <a:pt x="7019" y="97996"/>
                </a:cubicBezTo>
                <a:cubicBezTo>
                  <a:pt x="7044" y="98046"/>
                  <a:pt x="7094" y="98071"/>
                  <a:pt x="7144" y="98096"/>
                </a:cubicBezTo>
                <a:cubicBezTo>
                  <a:pt x="7592" y="98569"/>
                  <a:pt x="8164" y="98967"/>
                  <a:pt x="8712" y="99390"/>
                </a:cubicBezTo>
                <a:cubicBezTo>
                  <a:pt x="8563" y="99290"/>
                  <a:pt x="8413" y="99166"/>
                  <a:pt x="8264" y="99066"/>
                </a:cubicBezTo>
                <a:cubicBezTo>
                  <a:pt x="8140" y="98967"/>
                  <a:pt x="8015" y="98917"/>
                  <a:pt x="7916" y="98817"/>
                </a:cubicBezTo>
                <a:cubicBezTo>
                  <a:pt x="7766" y="98718"/>
                  <a:pt x="7642" y="98593"/>
                  <a:pt x="7467" y="98494"/>
                </a:cubicBezTo>
                <a:cubicBezTo>
                  <a:pt x="7343" y="98419"/>
                  <a:pt x="7219" y="98320"/>
                  <a:pt x="7094" y="98195"/>
                </a:cubicBezTo>
                <a:cubicBezTo>
                  <a:pt x="6970" y="98096"/>
                  <a:pt x="6845" y="97996"/>
                  <a:pt x="6721" y="97872"/>
                </a:cubicBezTo>
                <a:cubicBezTo>
                  <a:pt x="6596" y="97772"/>
                  <a:pt x="6472" y="97672"/>
                  <a:pt x="6323" y="97548"/>
                </a:cubicBezTo>
                <a:cubicBezTo>
                  <a:pt x="6198" y="97448"/>
                  <a:pt x="6098" y="97324"/>
                  <a:pt x="5974" y="97224"/>
                </a:cubicBezTo>
                <a:lnTo>
                  <a:pt x="5825" y="97075"/>
                </a:lnTo>
                <a:cubicBezTo>
                  <a:pt x="5825" y="97050"/>
                  <a:pt x="5800" y="96976"/>
                  <a:pt x="5800" y="96951"/>
                </a:cubicBezTo>
                <a:close/>
                <a:moveTo>
                  <a:pt x="68700" y="95955"/>
                </a:moveTo>
                <a:lnTo>
                  <a:pt x="68749" y="95980"/>
                </a:lnTo>
                <a:cubicBezTo>
                  <a:pt x="68675" y="96030"/>
                  <a:pt x="68625" y="96079"/>
                  <a:pt x="68550" y="96104"/>
                </a:cubicBezTo>
                <a:cubicBezTo>
                  <a:pt x="67281" y="97000"/>
                  <a:pt x="66036" y="97847"/>
                  <a:pt x="64767" y="98693"/>
                </a:cubicBezTo>
                <a:cubicBezTo>
                  <a:pt x="64386" y="98934"/>
                  <a:pt x="64010" y="99174"/>
                  <a:pt x="63637" y="99410"/>
                </a:cubicBezTo>
                <a:lnTo>
                  <a:pt x="63637" y="99410"/>
                </a:lnTo>
                <a:cubicBezTo>
                  <a:pt x="63778" y="99319"/>
                  <a:pt x="63911" y="99225"/>
                  <a:pt x="64045" y="99141"/>
                </a:cubicBezTo>
                <a:cubicBezTo>
                  <a:pt x="64717" y="98693"/>
                  <a:pt x="65439" y="98220"/>
                  <a:pt x="66136" y="97772"/>
                </a:cubicBezTo>
                <a:cubicBezTo>
                  <a:pt x="66459" y="97548"/>
                  <a:pt x="66808" y="97299"/>
                  <a:pt x="67156" y="97050"/>
                </a:cubicBezTo>
                <a:cubicBezTo>
                  <a:pt x="67679" y="96677"/>
                  <a:pt x="68202" y="96328"/>
                  <a:pt x="68700" y="95955"/>
                </a:cubicBezTo>
                <a:close/>
                <a:moveTo>
                  <a:pt x="42813" y="90429"/>
                </a:moveTo>
                <a:cubicBezTo>
                  <a:pt x="43311" y="91972"/>
                  <a:pt x="44057" y="93317"/>
                  <a:pt x="45053" y="94437"/>
                </a:cubicBezTo>
                <a:cubicBezTo>
                  <a:pt x="44680" y="95482"/>
                  <a:pt x="44232" y="96552"/>
                  <a:pt x="43684" y="97573"/>
                </a:cubicBezTo>
                <a:cubicBezTo>
                  <a:pt x="41394" y="98569"/>
                  <a:pt x="39104" y="99415"/>
                  <a:pt x="36914" y="100087"/>
                </a:cubicBezTo>
                <a:cubicBezTo>
                  <a:pt x="36839" y="99938"/>
                  <a:pt x="36764" y="99813"/>
                  <a:pt x="36715" y="99689"/>
                </a:cubicBezTo>
                <a:cubicBezTo>
                  <a:pt x="36690" y="99589"/>
                  <a:pt x="36615" y="99465"/>
                  <a:pt x="36590" y="99390"/>
                </a:cubicBezTo>
                <a:lnTo>
                  <a:pt x="36590" y="99340"/>
                </a:lnTo>
                <a:cubicBezTo>
                  <a:pt x="36441" y="98917"/>
                  <a:pt x="36291" y="98444"/>
                  <a:pt x="36167" y="97971"/>
                </a:cubicBezTo>
                <a:cubicBezTo>
                  <a:pt x="36192" y="97946"/>
                  <a:pt x="36217" y="97921"/>
                  <a:pt x="36267" y="97921"/>
                </a:cubicBezTo>
                <a:cubicBezTo>
                  <a:pt x="36665" y="97598"/>
                  <a:pt x="37063" y="97324"/>
                  <a:pt x="37436" y="96976"/>
                </a:cubicBezTo>
                <a:cubicBezTo>
                  <a:pt x="37461" y="96951"/>
                  <a:pt x="37511" y="96951"/>
                  <a:pt x="37511" y="96926"/>
                </a:cubicBezTo>
                <a:cubicBezTo>
                  <a:pt x="39776" y="95034"/>
                  <a:pt x="41568" y="92819"/>
                  <a:pt x="42813" y="90429"/>
                </a:cubicBezTo>
                <a:close/>
                <a:moveTo>
                  <a:pt x="35968" y="98046"/>
                </a:moveTo>
                <a:lnTo>
                  <a:pt x="36167" y="98693"/>
                </a:lnTo>
                <a:cubicBezTo>
                  <a:pt x="36167" y="98718"/>
                  <a:pt x="36167" y="98718"/>
                  <a:pt x="36192" y="98743"/>
                </a:cubicBezTo>
                <a:cubicBezTo>
                  <a:pt x="36217" y="98842"/>
                  <a:pt x="36242" y="98917"/>
                  <a:pt x="36291" y="98992"/>
                </a:cubicBezTo>
                <a:lnTo>
                  <a:pt x="36391" y="99290"/>
                </a:lnTo>
                <a:lnTo>
                  <a:pt x="36466" y="99564"/>
                </a:lnTo>
                <a:cubicBezTo>
                  <a:pt x="36466" y="99589"/>
                  <a:pt x="36515" y="99614"/>
                  <a:pt x="36515" y="99664"/>
                </a:cubicBezTo>
                <a:cubicBezTo>
                  <a:pt x="36565" y="99813"/>
                  <a:pt x="36640" y="99938"/>
                  <a:pt x="36690" y="100087"/>
                </a:cubicBezTo>
                <a:lnTo>
                  <a:pt x="36690" y="100112"/>
                </a:lnTo>
                <a:lnTo>
                  <a:pt x="36640" y="100112"/>
                </a:lnTo>
                <a:cubicBezTo>
                  <a:pt x="36590" y="100087"/>
                  <a:pt x="36590" y="100037"/>
                  <a:pt x="36565" y="99987"/>
                </a:cubicBezTo>
                <a:cubicBezTo>
                  <a:pt x="36466" y="99788"/>
                  <a:pt x="36391" y="99539"/>
                  <a:pt x="36291" y="99290"/>
                </a:cubicBezTo>
                <a:cubicBezTo>
                  <a:pt x="36267" y="99191"/>
                  <a:pt x="36217" y="99066"/>
                  <a:pt x="36167" y="98967"/>
                </a:cubicBezTo>
                <a:lnTo>
                  <a:pt x="36167" y="98942"/>
                </a:lnTo>
                <a:cubicBezTo>
                  <a:pt x="36067" y="98668"/>
                  <a:pt x="35968" y="98369"/>
                  <a:pt x="35918" y="98096"/>
                </a:cubicBezTo>
                <a:lnTo>
                  <a:pt x="35943" y="98071"/>
                </a:lnTo>
                <a:lnTo>
                  <a:pt x="35968" y="98046"/>
                </a:lnTo>
                <a:close/>
                <a:moveTo>
                  <a:pt x="5551" y="97075"/>
                </a:moveTo>
                <a:lnTo>
                  <a:pt x="5601" y="97175"/>
                </a:lnTo>
                <a:cubicBezTo>
                  <a:pt x="5675" y="97374"/>
                  <a:pt x="5725" y="97573"/>
                  <a:pt x="5800" y="97797"/>
                </a:cubicBezTo>
                <a:cubicBezTo>
                  <a:pt x="5899" y="98096"/>
                  <a:pt x="5974" y="98369"/>
                  <a:pt x="6074" y="98668"/>
                </a:cubicBezTo>
                <a:cubicBezTo>
                  <a:pt x="6173" y="98942"/>
                  <a:pt x="6298" y="99216"/>
                  <a:pt x="6397" y="99465"/>
                </a:cubicBezTo>
                <a:cubicBezTo>
                  <a:pt x="6497" y="99704"/>
                  <a:pt x="6565" y="99928"/>
                  <a:pt x="6652" y="100148"/>
                </a:cubicBezTo>
                <a:lnTo>
                  <a:pt x="6652" y="100148"/>
                </a:lnTo>
                <a:cubicBezTo>
                  <a:pt x="6626" y="100095"/>
                  <a:pt x="6591" y="100021"/>
                  <a:pt x="6571" y="99962"/>
                </a:cubicBezTo>
                <a:cubicBezTo>
                  <a:pt x="6347" y="99514"/>
                  <a:pt x="6173" y="98992"/>
                  <a:pt x="5974" y="98469"/>
                </a:cubicBezTo>
                <a:cubicBezTo>
                  <a:pt x="5974" y="98444"/>
                  <a:pt x="5974" y="98444"/>
                  <a:pt x="5949" y="98419"/>
                </a:cubicBezTo>
                <a:cubicBezTo>
                  <a:pt x="5800" y="97971"/>
                  <a:pt x="5675" y="97548"/>
                  <a:pt x="5551" y="97075"/>
                </a:cubicBezTo>
                <a:close/>
                <a:moveTo>
                  <a:pt x="75868" y="90753"/>
                </a:moveTo>
                <a:cubicBezTo>
                  <a:pt x="76491" y="91972"/>
                  <a:pt x="77038" y="93167"/>
                  <a:pt x="77486" y="94287"/>
                </a:cubicBezTo>
                <a:cubicBezTo>
                  <a:pt x="77511" y="94362"/>
                  <a:pt x="77586" y="94462"/>
                  <a:pt x="77611" y="94561"/>
                </a:cubicBezTo>
                <a:cubicBezTo>
                  <a:pt x="77735" y="94835"/>
                  <a:pt x="77835" y="95109"/>
                  <a:pt x="77909" y="95432"/>
                </a:cubicBezTo>
                <a:cubicBezTo>
                  <a:pt x="77984" y="95607"/>
                  <a:pt x="78084" y="95806"/>
                  <a:pt x="78133" y="95980"/>
                </a:cubicBezTo>
                <a:lnTo>
                  <a:pt x="78333" y="96652"/>
                </a:lnTo>
                <a:cubicBezTo>
                  <a:pt x="78382" y="96826"/>
                  <a:pt x="78457" y="97050"/>
                  <a:pt x="78507" y="97224"/>
                </a:cubicBezTo>
                <a:cubicBezTo>
                  <a:pt x="77860" y="97697"/>
                  <a:pt x="77163" y="98170"/>
                  <a:pt x="76491" y="98593"/>
                </a:cubicBezTo>
                <a:lnTo>
                  <a:pt x="76217" y="98793"/>
                </a:lnTo>
                <a:cubicBezTo>
                  <a:pt x="76142" y="98842"/>
                  <a:pt x="76043" y="98892"/>
                  <a:pt x="75993" y="98942"/>
                </a:cubicBezTo>
                <a:cubicBezTo>
                  <a:pt x="75420" y="99315"/>
                  <a:pt x="74873" y="99664"/>
                  <a:pt x="74300" y="100012"/>
                </a:cubicBezTo>
                <a:cubicBezTo>
                  <a:pt x="74275" y="100037"/>
                  <a:pt x="74176" y="100087"/>
                  <a:pt x="74101" y="100162"/>
                </a:cubicBezTo>
                <a:cubicBezTo>
                  <a:pt x="73902" y="100037"/>
                  <a:pt x="73728" y="99913"/>
                  <a:pt x="73529" y="99763"/>
                </a:cubicBezTo>
                <a:cubicBezTo>
                  <a:pt x="73479" y="99689"/>
                  <a:pt x="73404" y="99664"/>
                  <a:pt x="73304" y="99589"/>
                </a:cubicBezTo>
                <a:cubicBezTo>
                  <a:pt x="73180" y="99514"/>
                  <a:pt x="73105" y="99415"/>
                  <a:pt x="72981" y="99315"/>
                </a:cubicBezTo>
                <a:lnTo>
                  <a:pt x="72508" y="98942"/>
                </a:lnTo>
                <a:cubicBezTo>
                  <a:pt x="72458" y="98917"/>
                  <a:pt x="72433" y="98892"/>
                  <a:pt x="72384" y="98842"/>
                </a:cubicBezTo>
                <a:cubicBezTo>
                  <a:pt x="72184" y="98693"/>
                  <a:pt x="72035" y="98544"/>
                  <a:pt x="71861" y="98394"/>
                </a:cubicBezTo>
                <a:lnTo>
                  <a:pt x="71786" y="98320"/>
                </a:lnTo>
                <a:cubicBezTo>
                  <a:pt x="71637" y="98170"/>
                  <a:pt x="71438" y="98021"/>
                  <a:pt x="71263" y="97847"/>
                </a:cubicBezTo>
                <a:cubicBezTo>
                  <a:pt x="71239" y="97822"/>
                  <a:pt x="71189" y="97797"/>
                  <a:pt x="71139" y="97772"/>
                </a:cubicBezTo>
                <a:cubicBezTo>
                  <a:pt x="70990" y="97648"/>
                  <a:pt x="70815" y="97473"/>
                  <a:pt x="70666" y="97324"/>
                </a:cubicBezTo>
                <a:lnTo>
                  <a:pt x="70492" y="97150"/>
                </a:lnTo>
                <a:lnTo>
                  <a:pt x="70118" y="96776"/>
                </a:lnTo>
                <a:cubicBezTo>
                  <a:pt x="70019" y="96677"/>
                  <a:pt x="69894" y="96577"/>
                  <a:pt x="69795" y="96453"/>
                </a:cubicBezTo>
                <a:cubicBezTo>
                  <a:pt x="69695" y="96353"/>
                  <a:pt x="69621" y="96229"/>
                  <a:pt x="69496" y="96154"/>
                </a:cubicBezTo>
                <a:lnTo>
                  <a:pt x="69197" y="95855"/>
                </a:lnTo>
                <a:cubicBezTo>
                  <a:pt x="69994" y="95308"/>
                  <a:pt x="70741" y="94735"/>
                  <a:pt x="71512" y="94188"/>
                </a:cubicBezTo>
                <a:cubicBezTo>
                  <a:pt x="71662" y="94063"/>
                  <a:pt x="71811" y="93939"/>
                  <a:pt x="71985" y="93839"/>
                </a:cubicBezTo>
                <a:cubicBezTo>
                  <a:pt x="72732" y="93292"/>
                  <a:pt x="73504" y="92694"/>
                  <a:pt x="74225" y="92097"/>
                </a:cubicBezTo>
                <a:cubicBezTo>
                  <a:pt x="74425" y="91948"/>
                  <a:pt x="74624" y="91748"/>
                  <a:pt x="74848" y="91599"/>
                </a:cubicBezTo>
                <a:lnTo>
                  <a:pt x="75868" y="90753"/>
                </a:lnTo>
                <a:close/>
                <a:moveTo>
                  <a:pt x="69123" y="95980"/>
                </a:moveTo>
                <a:cubicBezTo>
                  <a:pt x="69197" y="96079"/>
                  <a:pt x="69272" y="96179"/>
                  <a:pt x="69372" y="96229"/>
                </a:cubicBezTo>
                <a:lnTo>
                  <a:pt x="69695" y="96577"/>
                </a:lnTo>
                <a:lnTo>
                  <a:pt x="69894" y="96776"/>
                </a:lnTo>
                <a:cubicBezTo>
                  <a:pt x="71363" y="98195"/>
                  <a:pt x="72732" y="99390"/>
                  <a:pt x="73927" y="100211"/>
                </a:cubicBezTo>
                <a:cubicBezTo>
                  <a:pt x="73902" y="100286"/>
                  <a:pt x="73902" y="100286"/>
                  <a:pt x="73877" y="100286"/>
                </a:cubicBezTo>
                <a:cubicBezTo>
                  <a:pt x="72433" y="99290"/>
                  <a:pt x="70815" y="97847"/>
                  <a:pt x="69048" y="96030"/>
                </a:cubicBezTo>
                <a:lnTo>
                  <a:pt x="69123" y="95980"/>
                </a:lnTo>
                <a:close/>
                <a:moveTo>
                  <a:pt x="78606" y="97424"/>
                </a:moveTo>
                <a:lnTo>
                  <a:pt x="78606" y="97448"/>
                </a:lnTo>
                <a:lnTo>
                  <a:pt x="78606" y="97473"/>
                </a:lnTo>
                <a:cubicBezTo>
                  <a:pt x="78482" y="97573"/>
                  <a:pt x="78357" y="97672"/>
                  <a:pt x="78233" y="97722"/>
                </a:cubicBezTo>
                <a:cubicBezTo>
                  <a:pt x="77735" y="98071"/>
                  <a:pt x="77188" y="98444"/>
                  <a:pt x="76715" y="98793"/>
                </a:cubicBezTo>
                <a:cubicBezTo>
                  <a:pt x="76441" y="98942"/>
                  <a:pt x="76242" y="99091"/>
                  <a:pt x="75993" y="99266"/>
                </a:cubicBezTo>
                <a:lnTo>
                  <a:pt x="74947" y="99913"/>
                </a:lnTo>
                <a:cubicBezTo>
                  <a:pt x="74848" y="99962"/>
                  <a:pt x="74698" y="100062"/>
                  <a:pt x="74574" y="100137"/>
                </a:cubicBezTo>
                <a:cubicBezTo>
                  <a:pt x="74524" y="100186"/>
                  <a:pt x="74425" y="100261"/>
                  <a:pt x="74300" y="100286"/>
                </a:cubicBezTo>
                <a:cubicBezTo>
                  <a:pt x="74350" y="100211"/>
                  <a:pt x="74400" y="100186"/>
                  <a:pt x="74425" y="100162"/>
                </a:cubicBezTo>
                <a:cubicBezTo>
                  <a:pt x="74499" y="100137"/>
                  <a:pt x="74574" y="100062"/>
                  <a:pt x="74649" y="100037"/>
                </a:cubicBezTo>
                <a:cubicBezTo>
                  <a:pt x="74773" y="99938"/>
                  <a:pt x="74922" y="99888"/>
                  <a:pt x="75047" y="99788"/>
                </a:cubicBezTo>
                <a:cubicBezTo>
                  <a:pt x="75097" y="99788"/>
                  <a:pt x="75097" y="99763"/>
                  <a:pt x="75122" y="99763"/>
                </a:cubicBezTo>
                <a:cubicBezTo>
                  <a:pt x="75470" y="99539"/>
                  <a:pt x="75794" y="99315"/>
                  <a:pt x="76117" y="99091"/>
                </a:cubicBezTo>
                <a:cubicBezTo>
                  <a:pt x="76291" y="98967"/>
                  <a:pt x="76441" y="98892"/>
                  <a:pt x="76640" y="98768"/>
                </a:cubicBezTo>
                <a:cubicBezTo>
                  <a:pt x="76739" y="98693"/>
                  <a:pt x="76814" y="98643"/>
                  <a:pt x="76889" y="98593"/>
                </a:cubicBezTo>
                <a:cubicBezTo>
                  <a:pt x="77312" y="98320"/>
                  <a:pt x="77735" y="98021"/>
                  <a:pt x="78158" y="97722"/>
                </a:cubicBezTo>
                <a:cubicBezTo>
                  <a:pt x="78308" y="97623"/>
                  <a:pt x="78482" y="97548"/>
                  <a:pt x="78606" y="97424"/>
                </a:cubicBezTo>
                <a:close/>
                <a:moveTo>
                  <a:pt x="43560" y="97797"/>
                </a:moveTo>
                <a:cubicBezTo>
                  <a:pt x="43535" y="97822"/>
                  <a:pt x="43535" y="97897"/>
                  <a:pt x="43510" y="97921"/>
                </a:cubicBezTo>
                <a:cubicBezTo>
                  <a:pt x="41319" y="98842"/>
                  <a:pt x="39154" y="99664"/>
                  <a:pt x="37038" y="100311"/>
                </a:cubicBezTo>
                <a:cubicBezTo>
                  <a:pt x="37038" y="100286"/>
                  <a:pt x="37013" y="100261"/>
                  <a:pt x="37013" y="100211"/>
                </a:cubicBezTo>
                <a:cubicBezTo>
                  <a:pt x="39129" y="99564"/>
                  <a:pt x="41319" y="98718"/>
                  <a:pt x="43560" y="97797"/>
                </a:cubicBezTo>
                <a:close/>
                <a:moveTo>
                  <a:pt x="36789" y="100311"/>
                </a:moveTo>
                <a:lnTo>
                  <a:pt x="36789" y="100336"/>
                </a:lnTo>
                <a:cubicBezTo>
                  <a:pt x="36789" y="100336"/>
                  <a:pt x="36789" y="100386"/>
                  <a:pt x="36814" y="100386"/>
                </a:cubicBezTo>
                <a:cubicBezTo>
                  <a:pt x="36789" y="100386"/>
                  <a:pt x="36764" y="100386"/>
                  <a:pt x="36764" y="100410"/>
                </a:cubicBezTo>
                <a:cubicBezTo>
                  <a:pt x="36764" y="100386"/>
                  <a:pt x="36715" y="100336"/>
                  <a:pt x="36715" y="100311"/>
                </a:cubicBezTo>
                <a:close/>
                <a:moveTo>
                  <a:pt x="74126" y="100386"/>
                </a:moveTo>
                <a:cubicBezTo>
                  <a:pt x="74126" y="100386"/>
                  <a:pt x="74151" y="100386"/>
                  <a:pt x="74151" y="100410"/>
                </a:cubicBezTo>
                <a:cubicBezTo>
                  <a:pt x="74126" y="100410"/>
                  <a:pt x="74126" y="100435"/>
                  <a:pt x="74101" y="100435"/>
                </a:cubicBezTo>
                <a:cubicBezTo>
                  <a:pt x="74101" y="100435"/>
                  <a:pt x="74051" y="100435"/>
                  <a:pt x="74026" y="100411"/>
                </a:cubicBezTo>
                <a:lnTo>
                  <a:pt x="74026" y="100411"/>
                </a:lnTo>
                <a:cubicBezTo>
                  <a:pt x="74026" y="100411"/>
                  <a:pt x="74026" y="100411"/>
                  <a:pt x="74026" y="100411"/>
                </a:cubicBezTo>
                <a:lnTo>
                  <a:pt x="74026" y="100411"/>
                </a:lnTo>
                <a:cubicBezTo>
                  <a:pt x="74039" y="100423"/>
                  <a:pt x="74039" y="100429"/>
                  <a:pt x="74036" y="100429"/>
                </a:cubicBezTo>
                <a:cubicBezTo>
                  <a:pt x="74033" y="100429"/>
                  <a:pt x="74026" y="100423"/>
                  <a:pt x="74026" y="100410"/>
                </a:cubicBezTo>
                <a:lnTo>
                  <a:pt x="74026" y="100410"/>
                </a:lnTo>
                <a:cubicBezTo>
                  <a:pt x="74026" y="100410"/>
                  <a:pt x="74026" y="100410"/>
                  <a:pt x="74026" y="100410"/>
                </a:cubicBezTo>
                <a:cubicBezTo>
                  <a:pt x="74051" y="100410"/>
                  <a:pt x="74051" y="100386"/>
                  <a:pt x="74101" y="100386"/>
                </a:cubicBezTo>
                <a:close/>
                <a:moveTo>
                  <a:pt x="35719" y="98220"/>
                </a:moveTo>
                <a:cubicBezTo>
                  <a:pt x="35769" y="98345"/>
                  <a:pt x="35794" y="98444"/>
                  <a:pt x="35818" y="98544"/>
                </a:cubicBezTo>
                <a:cubicBezTo>
                  <a:pt x="35843" y="98668"/>
                  <a:pt x="35893" y="98768"/>
                  <a:pt x="35918" y="98892"/>
                </a:cubicBezTo>
                <a:cubicBezTo>
                  <a:pt x="35918" y="98917"/>
                  <a:pt x="35943" y="98942"/>
                  <a:pt x="35943" y="98942"/>
                </a:cubicBezTo>
                <a:cubicBezTo>
                  <a:pt x="35943" y="98942"/>
                  <a:pt x="35943" y="98967"/>
                  <a:pt x="35968" y="98967"/>
                </a:cubicBezTo>
                <a:cubicBezTo>
                  <a:pt x="36018" y="99091"/>
                  <a:pt x="36067" y="99191"/>
                  <a:pt x="36092" y="99315"/>
                </a:cubicBezTo>
                <a:cubicBezTo>
                  <a:pt x="36092" y="99340"/>
                  <a:pt x="36142" y="99415"/>
                  <a:pt x="36142" y="99440"/>
                </a:cubicBezTo>
                <a:cubicBezTo>
                  <a:pt x="36167" y="99564"/>
                  <a:pt x="36217" y="99664"/>
                  <a:pt x="36267" y="99788"/>
                </a:cubicBezTo>
                <a:cubicBezTo>
                  <a:pt x="36316" y="99913"/>
                  <a:pt x="36341" y="100037"/>
                  <a:pt x="36416" y="100162"/>
                </a:cubicBezTo>
                <a:lnTo>
                  <a:pt x="34823" y="100635"/>
                </a:lnTo>
                <a:cubicBezTo>
                  <a:pt x="34673" y="100162"/>
                  <a:pt x="34474" y="99664"/>
                  <a:pt x="34300" y="99166"/>
                </a:cubicBezTo>
                <a:cubicBezTo>
                  <a:pt x="34549" y="99017"/>
                  <a:pt x="34773" y="98842"/>
                  <a:pt x="34972" y="98693"/>
                </a:cubicBezTo>
                <a:lnTo>
                  <a:pt x="35719" y="98220"/>
                </a:lnTo>
                <a:close/>
                <a:moveTo>
                  <a:pt x="34126" y="99241"/>
                </a:moveTo>
                <a:cubicBezTo>
                  <a:pt x="34325" y="99763"/>
                  <a:pt x="34499" y="100211"/>
                  <a:pt x="34698" y="100709"/>
                </a:cubicBezTo>
                <a:cubicBezTo>
                  <a:pt x="34673" y="100709"/>
                  <a:pt x="34673" y="100709"/>
                  <a:pt x="34649" y="100759"/>
                </a:cubicBezTo>
                <a:cubicBezTo>
                  <a:pt x="34449" y="100261"/>
                  <a:pt x="34275" y="99788"/>
                  <a:pt x="34076" y="99290"/>
                </a:cubicBezTo>
                <a:cubicBezTo>
                  <a:pt x="34101" y="99290"/>
                  <a:pt x="34101" y="99241"/>
                  <a:pt x="34126" y="99241"/>
                </a:cubicBezTo>
                <a:close/>
                <a:moveTo>
                  <a:pt x="67306" y="94437"/>
                </a:moveTo>
                <a:lnTo>
                  <a:pt x="67380" y="94486"/>
                </a:lnTo>
                <a:cubicBezTo>
                  <a:pt x="67555" y="94710"/>
                  <a:pt x="67779" y="94934"/>
                  <a:pt x="67953" y="95134"/>
                </a:cubicBezTo>
                <a:cubicBezTo>
                  <a:pt x="68177" y="95358"/>
                  <a:pt x="68401" y="95607"/>
                  <a:pt x="68625" y="95831"/>
                </a:cubicBezTo>
                <a:cubicBezTo>
                  <a:pt x="68077" y="96204"/>
                  <a:pt x="67555" y="96577"/>
                  <a:pt x="67032" y="96926"/>
                </a:cubicBezTo>
                <a:cubicBezTo>
                  <a:pt x="66683" y="97125"/>
                  <a:pt x="66335" y="97374"/>
                  <a:pt x="66036" y="97598"/>
                </a:cubicBezTo>
                <a:cubicBezTo>
                  <a:pt x="65364" y="98046"/>
                  <a:pt x="64717" y="98444"/>
                  <a:pt x="64070" y="98892"/>
                </a:cubicBezTo>
                <a:cubicBezTo>
                  <a:pt x="63821" y="99041"/>
                  <a:pt x="63572" y="99216"/>
                  <a:pt x="63323" y="99390"/>
                </a:cubicBezTo>
                <a:cubicBezTo>
                  <a:pt x="62576" y="99838"/>
                  <a:pt x="61830" y="100311"/>
                  <a:pt x="61058" y="100759"/>
                </a:cubicBezTo>
                <a:cubicBezTo>
                  <a:pt x="61108" y="99465"/>
                  <a:pt x="61108" y="98145"/>
                  <a:pt x="61058" y="96801"/>
                </a:cubicBezTo>
                <a:cubicBezTo>
                  <a:pt x="63074" y="96229"/>
                  <a:pt x="65165" y="95432"/>
                  <a:pt x="67306" y="94437"/>
                </a:cubicBezTo>
                <a:close/>
                <a:moveTo>
                  <a:pt x="97026" y="81269"/>
                </a:moveTo>
                <a:cubicBezTo>
                  <a:pt x="97822" y="81518"/>
                  <a:pt x="98544" y="81643"/>
                  <a:pt x="99092" y="81643"/>
                </a:cubicBezTo>
                <a:cubicBezTo>
                  <a:pt x="99266" y="81643"/>
                  <a:pt x="99415" y="81643"/>
                  <a:pt x="99540" y="81618"/>
                </a:cubicBezTo>
                <a:lnTo>
                  <a:pt x="99540" y="81618"/>
                </a:lnTo>
                <a:cubicBezTo>
                  <a:pt x="98942" y="82365"/>
                  <a:pt x="98320" y="83061"/>
                  <a:pt x="97698" y="83833"/>
                </a:cubicBezTo>
                <a:cubicBezTo>
                  <a:pt x="97200" y="84406"/>
                  <a:pt x="96677" y="85003"/>
                  <a:pt x="96155" y="85600"/>
                </a:cubicBezTo>
                <a:cubicBezTo>
                  <a:pt x="95283" y="86571"/>
                  <a:pt x="94412" y="87517"/>
                  <a:pt x="93466" y="88488"/>
                </a:cubicBezTo>
                <a:lnTo>
                  <a:pt x="93441" y="88513"/>
                </a:lnTo>
                <a:cubicBezTo>
                  <a:pt x="89708" y="92371"/>
                  <a:pt x="85601" y="96055"/>
                  <a:pt x="81220" y="99390"/>
                </a:cubicBezTo>
                <a:lnTo>
                  <a:pt x="80100" y="100211"/>
                </a:lnTo>
                <a:cubicBezTo>
                  <a:pt x="79851" y="100410"/>
                  <a:pt x="79552" y="100585"/>
                  <a:pt x="79303" y="100784"/>
                </a:cubicBezTo>
                <a:cubicBezTo>
                  <a:pt x="79303" y="100759"/>
                  <a:pt x="79353" y="100684"/>
                  <a:pt x="79353" y="100659"/>
                </a:cubicBezTo>
                <a:cubicBezTo>
                  <a:pt x="79378" y="100560"/>
                  <a:pt x="79378" y="100460"/>
                  <a:pt x="79403" y="100386"/>
                </a:cubicBezTo>
                <a:cubicBezTo>
                  <a:pt x="79403" y="100311"/>
                  <a:pt x="79403" y="100261"/>
                  <a:pt x="79428" y="100186"/>
                </a:cubicBezTo>
                <a:cubicBezTo>
                  <a:pt x="79428" y="100087"/>
                  <a:pt x="79477" y="100012"/>
                  <a:pt x="79477" y="99888"/>
                </a:cubicBezTo>
                <a:cubicBezTo>
                  <a:pt x="79403" y="99813"/>
                  <a:pt x="79403" y="99714"/>
                  <a:pt x="79403" y="99664"/>
                </a:cubicBezTo>
                <a:lnTo>
                  <a:pt x="79403" y="99315"/>
                </a:lnTo>
                <a:cubicBezTo>
                  <a:pt x="79403" y="99216"/>
                  <a:pt x="79378" y="99141"/>
                  <a:pt x="79378" y="99066"/>
                </a:cubicBezTo>
                <a:cubicBezTo>
                  <a:pt x="79378" y="98942"/>
                  <a:pt x="79353" y="98842"/>
                  <a:pt x="79353" y="98718"/>
                </a:cubicBezTo>
                <a:cubicBezTo>
                  <a:pt x="79353" y="98618"/>
                  <a:pt x="79303" y="98544"/>
                  <a:pt x="79278" y="98444"/>
                </a:cubicBezTo>
                <a:cubicBezTo>
                  <a:pt x="79278" y="98345"/>
                  <a:pt x="79253" y="98295"/>
                  <a:pt x="79253" y="98195"/>
                </a:cubicBezTo>
                <a:cubicBezTo>
                  <a:pt x="85825" y="93068"/>
                  <a:pt x="91823" y="87293"/>
                  <a:pt x="97026" y="81269"/>
                </a:cubicBezTo>
                <a:close/>
                <a:moveTo>
                  <a:pt x="78731" y="97697"/>
                </a:moveTo>
                <a:cubicBezTo>
                  <a:pt x="78731" y="97747"/>
                  <a:pt x="78756" y="97822"/>
                  <a:pt x="78756" y="97872"/>
                </a:cubicBezTo>
                <a:cubicBezTo>
                  <a:pt x="78756" y="97946"/>
                  <a:pt x="78781" y="97971"/>
                  <a:pt x="78781" y="98046"/>
                </a:cubicBezTo>
                <a:cubicBezTo>
                  <a:pt x="77561" y="98967"/>
                  <a:pt x="76316" y="99913"/>
                  <a:pt x="75072" y="100809"/>
                </a:cubicBezTo>
                <a:cubicBezTo>
                  <a:pt x="74898" y="100659"/>
                  <a:pt x="74723" y="100560"/>
                  <a:pt x="74524" y="100435"/>
                </a:cubicBezTo>
                <a:cubicBezTo>
                  <a:pt x="74574" y="100336"/>
                  <a:pt x="74674" y="100286"/>
                  <a:pt x="74798" y="100211"/>
                </a:cubicBezTo>
                <a:cubicBezTo>
                  <a:pt x="74922" y="100162"/>
                  <a:pt x="75047" y="100062"/>
                  <a:pt x="75171" y="100012"/>
                </a:cubicBezTo>
                <a:cubicBezTo>
                  <a:pt x="75196" y="100012"/>
                  <a:pt x="75196" y="99962"/>
                  <a:pt x="75246" y="99962"/>
                </a:cubicBezTo>
                <a:cubicBezTo>
                  <a:pt x="75420" y="99838"/>
                  <a:pt x="75570" y="99714"/>
                  <a:pt x="75769" y="99639"/>
                </a:cubicBezTo>
                <a:lnTo>
                  <a:pt x="76043" y="99440"/>
                </a:lnTo>
                <a:cubicBezTo>
                  <a:pt x="76291" y="99290"/>
                  <a:pt x="76565" y="99091"/>
                  <a:pt x="76814" y="98942"/>
                </a:cubicBezTo>
                <a:cubicBezTo>
                  <a:pt x="76889" y="98917"/>
                  <a:pt x="76939" y="98842"/>
                  <a:pt x="77038" y="98793"/>
                </a:cubicBezTo>
                <a:cubicBezTo>
                  <a:pt x="77262" y="98668"/>
                  <a:pt x="77436" y="98494"/>
                  <a:pt x="77660" y="98369"/>
                </a:cubicBezTo>
                <a:cubicBezTo>
                  <a:pt x="77785" y="98295"/>
                  <a:pt x="77909" y="98195"/>
                  <a:pt x="78034" y="98121"/>
                </a:cubicBezTo>
                <a:cubicBezTo>
                  <a:pt x="78059" y="98121"/>
                  <a:pt x="78059" y="98096"/>
                  <a:pt x="78108" y="98096"/>
                </a:cubicBezTo>
                <a:lnTo>
                  <a:pt x="78133" y="98096"/>
                </a:lnTo>
                <a:cubicBezTo>
                  <a:pt x="78308" y="97971"/>
                  <a:pt x="78507" y="97847"/>
                  <a:pt x="78731" y="97697"/>
                </a:cubicBezTo>
                <a:close/>
                <a:moveTo>
                  <a:pt x="60859" y="96826"/>
                </a:moveTo>
                <a:lnTo>
                  <a:pt x="60859" y="96826"/>
                </a:lnTo>
                <a:cubicBezTo>
                  <a:pt x="60959" y="98195"/>
                  <a:pt x="60934" y="99539"/>
                  <a:pt x="60834" y="100883"/>
                </a:cubicBezTo>
                <a:cubicBezTo>
                  <a:pt x="60809" y="100883"/>
                  <a:pt x="60809" y="100908"/>
                  <a:pt x="60784" y="100908"/>
                </a:cubicBezTo>
                <a:cubicBezTo>
                  <a:pt x="60859" y="99589"/>
                  <a:pt x="60884" y="98220"/>
                  <a:pt x="60809" y="96851"/>
                </a:cubicBezTo>
                <a:cubicBezTo>
                  <a:pt x="60834" y="96851"/>
                  <a:pt x="60834" y="96851"/>
                  <a:pt x="60859" y="96826"/>
                </a:cubicBezTo>
                <a:close/>
                <a:moveTo>
                  <a:pt x="78830" y="98195"/>
                </a:moveTo>
                <a:lnTo>
                  <a:pt x="78830" y="98245"/>
                </a:lnTo>
                <a:cubicBezTo>
                  <a:pt x="77660" y="99166"/>
                  <a:pt x="76491" y="100062"/>
                  <a:pt x="75296" y="100908"/>
                </a:cubicBezTo>
                <a:cubicBezTo>
                  <a:pt x="75271" y="100908"/>
                  <a:pt x="75271" y="100883"/>
                  <a:pt x="75246" y="100883"/>
                </a:cubicBezTo>
                <a:cubicBezTo>
                  <a:pt x="76441" y="100012"/>
                  <a:pt x="77636" y="99141"/>
                  <a:pt x="78830" y="98195"/>
                </a:cubicBezTo>
                <a:close/>
                <a:moveTo>
                  <a:pt x="36540" y="100386"/>
                </a:moveTo>
                <a:cubicBezTo>
                  <a:pt x="36540" y="100410"/>
                  <a:pt x="36565" y="100410"/>
                  <a:pt x="36565" y="100435"/>
                </a:cubicBezTo>
                <a:lnTo>
                  <a:pt x="36565" y="100460"/>
                </a:lnTo>
                <a:lnTo>
                  <a:pt x="34972" y="100933"/>
                </a:lnTo>
                <a:cubicBezTo>
                  <a:pt x="34972" y="100908"/>
                  <a:pt x="34947" y="100883"/>
                  <a:pt x="34947" y="100834"/>
                </a:cubicBezTo>
                <a:lnTo>
                  <a:pt x="36540" y="100386"/>
                </a:lnTo>
                <a:close/>
                <a:moveTo>
                  <a:pt x="74325" y="100535"/>
                </a:moveTo>
                <a:cubicBezTo>
                  <a:pt x="74524" y="100659"/>
                  <a:pt x="74748" y="100784"/>
                  <a:pt x="74922" y="100908"/>
                </a:cubicBezTo>
                <a:cubicBezTo>
                  <a:pt x="74898" y="100908"/>
                  <a:pt x="74898" y="100933"/>
                  <a:pt x="74873" y="100933"/>
                </a:cubicBezTo>
                <a:cubicBezTo>
                  <a:pt x="74649" y="100809"/>
                  <a:pt x="74474" y="100684"/>
                  <a:pt x="74275" y="100560"/>
                </a:cubicBezTo>
                <a:cubicBezTo>
                  <a:pt x="74300" y="100560"/>
                  <a:pt x="74300" y="100535"/>
                  <a:pt x="74325" y="100535"/>
                </a:cubicBezTo>
                <a:close/>
                <a:moveTo>
                  <a:pt x="5153" y="84729"/>
                </a:moveTo>
                <a:cubicBezTo>
                  <a:pt x="7019" y="87393"/>
                  <a:pt x="9583" y="89384"/>
                  <a:pt x="12869" y="90603"/>
                </a:cubicBezTo>
                <a:cubicBezTo>
                  <a:pt x="12072" y="94088"/>
                  <a:pt x="12023" y="97672"/>
                  <a:pt x="12695" y="100958"/>
                </a:cubicBezTo>
                <a:cubicBezTo>
                  <a:pt x="9832" y="99813"/>
                  <a:pt x="7443" y="98170"/>
                  <a:pt x="5576" y="96055"/>
                </a:cubicBezTo>
                <a:cubicBezTo>
                  <a:pt x="5476" y="95681"/>
                  <a:pt x="5402" y="95308"/>
                  <a:pt x="5327" y="94934"/>
                </a:cubicBezTo>
                <a:cubicBezTo>
                  <a:pt x="5302" y="94760"/>
                  <a:pt x="5277" y="94586"/>
                  <a:pt x="5227" y="94437"/>
                </a:cubicBezTo>
                <a:cubicBezTo>
                  <a:pt x="5153" y="93864"/>
                  <a:pt x="5053" y="93317"/>
                  <a:pt x="4978" y="92719"/>
                </a:cubicBezTo>
                <a:cubicBezTo>
                  <a:pt x="4978" y="92595"/>
                  <a:pt x="4953" y="92445"/>
                  <a:pt x="4953" y="92321"/>
                </a:cubicBezTo>
                <a:lnTo>
                  <a:pt x="4854" y="90902"/>
                </a:lnTo>
                <a:cubicBezTo>
                  <a:pt x="4854" y="90703"/>
                  <a:pt x="4829" y="90479"/>
                  <a:pt x="4829" y="90255"/>
                </a:cubicBezTo>
                <a:cubicBezTo>
                  <a:pt x="4829" y="89658"/>
                  <a:pt x="4804" y="89110"/>
                  <a:pt x="4829" y="88513"/>
                </a:cubicBezTo>
                <a:cubicBezTo>
                  <a:pt x="4829" y="88363"/>
                  <a:pt x="4854" y="88164"/>
                  <a:pt x="4854" y="88015"/>
                </a:cubicBezTo>
                <a:lnTo>
                  <a:pt x="4953" y="86521"/>
                </a:lnTo>
                <a:cubicBezTo>
                  <a:pt x="4978" y="86297"/>
                  <a:pt x="4978" y="86098"/>
                  <a:pt x="5028" y="85899"/>
                </a:cubicBezTo>
                <a:cubicBezTo>
                  <a:pt x="5053" y="85501"/>
                  <a:pt x="5103" y="85127"/>
                  <a:pt x="5153" y="84729"/>
                </a:cubicBezTo>
                <a:close/>
                <a:moveTo>
                  <a:pt x="34798" y="100859"/>
                </a:moveTo>
                <a:lnTo>
                  <a:pt x="34798" y="100859"/>
                </a:lnTo>
                <a:cubicBezTo>
                  <a:pt x="34773" y="100933"/>
                  <a:pt x="34798" y="100958"/>
                  <a:pt x="34798" y="101008"/>
                </a:cubicBezTo>
                <a:lnTo>
                  <a:pt x="34773" y="101008"/>
                </a:lnTo>
                <a:cubicBezTo>
                  <a:pt x="34773" y="100958"/>
                  <a:pt x="34723" y="100933"/>
                  <a:pt x="34723" y="100908"/>
                </a:cubicBezTo>
                <a:cubicBezTo>
                  <a:pt x="34773" y="100908"/>
                  <a:pt x="34773" y="100908"/>
                  <a:pt x="34798" y="100859"/>
                </a:cubicBezTo>
                <a:close/>
                <a:moveTo>
                  <a:pt x="63566" y="99455"/>
                </a:moveTo>
                <a:lnTo>
                  <a:pt x="63566" y="99455"/>
                </a:lnTo>
                <a:cubicBezTo>
                  <a:pt x="62717" y="99992"/>
                  <a:pt x="61880" y="100514"/>
                  <a:pt x="61033" y="101014"/>
                </a:cubicBezTo>
                <a:lnTo>
                  <a:pt x="61033" y="101014"/>
                </a:lnTo>
                <a:cubicBezTo>
                  <a:pt x="61033" y="101012"/>
                  <a:pt x="61033" y="101010"/>
                  <a:pt x="61033" y="101008"/>
                </a:cubicBezTo>
                <a:cubicBezTo>
                  <a:pt x="61830" y="100535"/>
                  <a:pt x="62601" y="100037"/>
                  <a:pt x="63423" y="99539"/>
                </a:cubicBezTo>
                <a:cubicBezTo>
                  <a:pt x="63472" y="99512"/>
                  <a:pt x="63519" y="99484"/>
                  <a:pt x="63566" y="99455"/>
                </a:cubicBezTo>
                <a:close/>
                <a:moveTo>
                  <a:pt x="13043" y="90603"/>
                </a:moveTo>
                <a:cubicBezTo>
                  <a:pt x="13068" y="90603"/>
                  <a:pt x="13068" y="90603"/>
                  <a:pt x="13118" y="90628"/>
                </a:cubicBezTo>
                <a:cubicBezTo>
                  <a:pt x="12321" y="94113"/>
                  <a:pt x="12296" y="97697"/>
                  <a:pt x="12993" y="101033"/>
                </a:cubicBezTo>
                <a:cubicBezTo>
                  <a:pt x="12944" y="101033"/>
                  <a:pt x="12919" y="101008"/>
                  <a:pt x="12919" y="101008"/>
                </a:cubicBezTo>
                <a:cubicBezTo>
                  <a:pt x="12197" y="97672"/>
                  <a:pt x="12271" y="94088"/>
                  <a:pt x="13043" y="90603"/>
                </a:cubicBezTo>
                <a:close/>
                <a:moveTo>
                  <a:pt x="79104" y="98320"/>
                </a:moveTo>
                <a:cubicBezTo>
                  <a:pt x="79104" y="98345"/>
                  <a:pt x="79104" y="98394"/>
                  <a:pt x="79129" y="98444"/>
                </a:cubicBezTo>
                <a:cubicBezTo>
                  <a:pt x="79154" y="98544"/>
                  <a:pt x="79154" y="98643"/>
                  <a:pt x="79204" y="98718"/>
                </a:cubicBezTo>
                <a:cubicBezTo>
                  <a:pt x="79229" y="98842"/>
                  <a:pt x="79229" y="98942"/>
                  <a:pt x="79229" y="99066"/>
                </a:cubicBezTo>
                <a:cubicBezTo>
                  <a:pt x="79229" y="99166"/>
                  <a:pt x="79253" y="99266"/>
                  <a:pt x="79253" y="99340"/>
                </a:cubicBezTo>
                <a:lnTo>
                  <a:pt x="79253" y="99614"/>
                </a:lnTo>
                <a:lnTo>
                  <a:pt x="79253" y="99863"/>
                </a:lnTo>
                <a:cubicBezTo>
                  <a:pt x="79253" y="99962"/>
                  <a:pt x="79253" y="100037"/>
                  <a:pt x="79229" y="100137"/>
                </a:cubicBezTo>
                <a:cubicBezTo>
                  <a:pt x="79229" y="100211"/>
                  <a:pt x="79229" y="100286"/>
                  <a:pt x="79204" y="100386"/>
                </a:cubicBezTo>
                <a:cubicBezTo>
                  <a:pt x="79204" y="100435"/>
                  <a:pt x="79154" y="100485"/>
                  <a:pt x="79154" y="100585"/>
                </a:cubicBezTo>
                <a:cubicBezTo>
                  <a:pt x="79154" y="100659"/>
                  <a:pt x="79129" y="100759"/>
                  <a:pt x="79129" y="100809"/>
                </a:cubicBezTo>
                <a:cubicBezTo>
                  <a:pt x="79104" y="100809"/>
                  <a:pt x="79079" y="100834"/>
                  <a:pt x="79079" y="100908"/>
                </a:cubicBezTo>
                <a:cubicBezTo>
                  <a:pt x="79079" y="100933"/>
                  <a:pt x="79079" y="100933"/>
                  <a:pt x="79029" y="100958"/>
                </a:cubicBezTo>
                <a:cubicBezTo>
                  <a:pt x="79005" y="101008"/>
                  <a:pt x="78980" y="101008"/>
                  <a:pt x="78930" y="101033"/>
                </a:cubicBezTo>
                <a:cubicBezTo>
                  <a:pt x="78930" y="101008"/>
                  <a:pt x="78930" y="101008"/>
                  <a:pt x="78980" y="100958"/>
                </a:cubicBezTo>
                <a:cubicBezTo>
                  <a:pt x="79005" y="100883"/>
                  <a:pt x="79029" y="100809"/>
                  <a:pt x="79079" y="100709"/>
                </a:cubicBezTo>
                <a:cubicBezTo>
                  <a:pt x="79079" y="100659"/>
                  <a:pt x="79104" y="100585"/>
                  <a:pt x="79104" y="100535"/>
                </a:cubicBezTo>
                <a:cubicBezTo>
                  <a:pt x="79104" y="100460"/>
                  <a:pt x="79129" y="100386"/>
                  <a:pt x="79129" y="100311"/>
                </a:cubicBezTo>
                <a:cubicBezTo>
                  <a:pt x="79129" y="100261"/>
                  <a:pt x="79129" y="100162"/>
                  <a:pt x="79154" y="100062"/>
                </a:cubicBezTo>
                <a:lnTo>
                  <a:pt x="79154" y="99838"/>
                </a:lnTo>
                <a:lnTo>
                  <a:pt x="79154" y="99564"/>
                </a:lnTo>
                <a:lnTo>
                  <a:pt x="79154" y="99315"/>
                </a:lnTo>
                <a:cubicBezTo>
                  <a:pt x="79154" y="99216"/>
                  <a:pt x="79129" y="99141"/>
                  <a:pt x="79129" y="99017"/>
                </a:cubicBezTo>
                <a:cubicBezTo>
                  <a:pt x="79129" y="98917"/>
                  <a:pt x="79104" y="98817"/>
                  <a:pt x="79104" y="98718"/>
                </a:cubicBezTo>
                <a:cubicBezTo>
                  <a:pt x="79104" y="98643"/>
                  <a:pt x="79079" y="98519"/>
                  <a:pt x="79029" y="98419"/>
                </a:cubicBezTo>
                <a:lnTo>
                  <a:pt x="79029" y="98345"/>
                </a:lnTo>
                <a:cubicBezTo>
                  <a:pt x="79079" y="98345"/>
                  <a:pt x="79079" y="98320"/>
                  <a:pt x="79104" y="98320"/>
                </a:cubicBezTo>
                <a:close/>
                <a:moveTo>
                  <a:pt x="3236" y="94287"/>
                </a:moveTo>
                <a:cubicBezTo>
                  <a:pt x="3311" y="94287"/>
                  <a:pt x="3311" y="94312"/>
                  <a:pt x="3336" y="94312"/>
                </a:cubicBezTo>
                <a:cubicBezTo>
                  <a:pt x="3336" y="94337"/>
                  <a:pt x="3360" y="94337"/>
                  <a:pt x="3360" y="94362"/>
                </a:cubicBezTo>
                <a:cubicBezTo>
                  <a:pt x="3659" y="94810"/>
                  <a:pt x="3933" y="95208"/>
                  <a:pt x="4281" y="95607"/>
                </a:cubicBezTo>
                <a:lnTo>
                  <a:pt x="4331" y="95681"/>
                </a:lnTo>
                <a:cubicBezTo>
                  <a:pt x="4655" y="96079"/>
                  <a:pt x="4978" y="96453"/>
                  <a:pt x="5327" y="96826"/>
                </a:cubicBezTo>
                <a:cubicBezTo>
                  <a:pt x="5451" y="97324"/>
                  <a:pt x="5601" y="97797"/>
                  <a:pt x="5775" y="98245"/>
                </a:cubicBezTo>
                <a:cubicBezTo>
                  <a:pt x="5800" y="98345"/>
                  <a:pt x="5825" y="98469"/>
                  <a:pt x="5850" y="98593"/>
                </a:cubicBezTo>
                <a:cubicBezTo>
                  <a:pt x="6024" y="99041"/>
                  <a:pt x="6173" y="99465"/>
                  <a:pt x="6347" y="99888"/>
                </a:cubicBezTo>
                <a:cubicBezTo>
                  <a:pt x="6422" y="100037"/>
                  <a:pt x="6472" y="100162"/>
                  <a:pt x="6522" y="100311"/>
                </a:cubicBezTo>
                <a:cubicBezTo>
                  <a:pt x="6646" y="100560"/>
                  <a:pt x="6771" y="100809"/>
                  <a:pt x="6895" y="101083"/>
                </a:cubicBezTo>
                <a:cubicBezTo>
                  <a:pt x="6771" y="100908"/>
                  <a:pt x="6646" y="100709"/>
                  <a:pt x="6472" y="100510"/>
                </a:cubicBezTo>
                <a:cubicBezTo>
                  <a:pt x="5924" y="99639"/>
                  <a:pt x="4281" y="96926"/>
                  <a:pt x="3410" y="94661"/>
                </a:cubicBezTo>
                <a:cubicBezTo>
                  <a:pt x="3336" y="94536"/>
                  <a:pt x="3311" y="94412"/>
                  <a:pt x="3236" y="94287"/>
                </a:cubicBezTo>
                <a:close/>
                <a:moveTo>
                  <a:pt x="85823" y="95956"/>
                </a:moveTo>
                <a:cubicBezTo>
                  <a:pt x="85716" y="96047"/>
                  <a:pt x="85609" y="96138"/>
                  <a:pt x="85501" y="96229"/>
                </a:cubicBezTo>
                <a:cubicBezTo>
                  <a:pt x="85476" y="96279"/>
                  <a:pt x="85426" y="96303"/>
                  <a:pt x="85377" y="96353"/>
                </a:cubicBezTo>
                <a:cubicBezTo>
                  <a:pt x="84854" y="96801"/>
                  <a:pt x="84331" y="97224"/>
                  <a:pt x="83833" y="97648"/>
                </a:cubicBezTo>
                <a:cubicBezTo>
                  <a:pt x="83585" y="97822"/>
                  <a:pt x="83361" y="98046"/>
                  <a:pt x="83112" y="98220"/>
                </a:cubicBezTo>
                <a:cubicBezTo>
                  <a:pt x="82589" y="98668"/>
                  <a:pt x="82016" y="99091"/>
                  <a:pt x="81469" y="99514"/>
                </a:cubicBezTo>
                <a:cubicBezTo>
                  <a:pt x="81071" y="99813"/>
                  <a:pt x="80697" y="100087"/>
                  <a:pt x="80274" y="100386"/>
                </a:cubicBezTo>
                <a:lnTo>
                  <a:pt x="79627" y="100834"/>
                </a:lnTo>
                <a:cubicBezTo>
                  <a:pt x="79602" y="100883"/>
                  <a:pt x="79552" y="100883"/>
                  <a:pt x="79527" y="100908"/>
                </a:cubicBezTo>
                <a:cubicBezTo>
                  <a:pt x="79420" y="100994"/>
                  <a:pt x="79332" y="101043"/>
                  <a:pt x="79230" y="101118"/>
                </a:cubicBezTo>
                <a:lnTo>
                  <a:pt x="79230" y="101118"/>
                </a:lnTo>
                <a:cubicBezTo>
                  <a:pt x="79232" y="101103"/>
                  <a:pt x="79237" y="101083"/>
                  <a:pt x="79253" y="101083"/>
                </a:cubicBezTo>
                <a:cubicBezTo>
                  <a:pt x="79552" y="100883"/>
                  <a:pt x="79851" y="100659"/>
                  <a:pt x="80125" y="100435"/>
                </a:cubicBezTo>
                <a:cubicBezTo>
                  <a:pt x="80573" y="100137"/>
                  <a:pt x="80996" y="99813"/>
                  <a:pt x="81394" y="99514"/>
                </a:cubicBezTo>
                <a:cubicBezTo>
                  <a:pt x="81718" y="99290"/>
                  <a:pt x="81991" y="99066"/>
                  <a:pt x="82265" y="98842"/>
                </a:cubicBezTo>
                <a:cubicBezTo>
                  <a:pt x="83385" y="97996"/>
                  <a:pt x="84853" y="96753"/>
                  <a:pt x="85823" y="95956"/>
                </a:cubicBezTo>
                <a:close/>
                <a:moveTo>
                  <a:pt x="79209" y="101134"/>
                </a:moveTo>
                <a:cubicBezTo>
                  <a:pt x="79199" y="101141"/>
                  <a:pt x="79189" y="101149"/>
                  <a:pt x="79179" y="101157"/>
                </a:cubicBezTo>
                <a:cubicBezTo>
                  <a:pt x="79179" y="101157"/>
                  <a:pt x="79179" y="101140"/>
                  <a:pt x="79209" y="101134"/>
                </a:cubicBezTo>
                <a:close/>
                <a:moveTo>
                  <a:pt x="60834" y="101107"/>
                </a:moveTo>
                <a:lnTo>
                  <a:pt x="60834" y="101207"/>
                </a:lnTo>
                <a:cubicBezTo>
                  <a:pt x="60809" y="101207"/>
                  <a:pt x="60809" y="101257"/>
                  <a:pt x="60784" y="101257"/>
                </a:cubicBezTo>
                <a:lnTo>
                  <a:pt x="60784" y="101157"/>
                </a:lnTo>
                <a:cubicBezTo>
                  <a:pt x="60809" y="101157"/>
                  <a:pt x="60809" y="101107"/>
                  <a:pt x="60834" y="101107"/>
                </a:cubicBezTo>
                <a:close/>
                <a:moveTo>
                  <a:pt x="78835" y="101389"/>
                </a:moveTo>
                <a:cubicBezTo>
                  <a:pt x="78826" y="101395"/>
                  <a:pt x="78816" y="101403"/>
                  <a:pt x="78795" y="101405"/>
                </a:cubicBezTo>
                <a:lnTo>
                  <a:pt x="78795" y="101405"/>
                </a:lnTo>
                <a:cubicBezTo>
                  <a:pt x="78807" y="101400"/>
                  <a:pt x="78820" y="101394"/>
                  <a:pt x="78835" y="101389"/>
                </a:cubicBezTo>
                <a:close/>
                <a:moveTo>
                  <a:pt x="13267" y="90678"/>
                </a:moveTo>
                <a:cubicBezTo>
                  <a:pt x="13392" y="90703"/>
                  <a:pt x="13516" y="90728"/>
                  <a:pt x="13640" y="90778"/>
                </a:cubicBezTo>
                <a:cubicBezTo>
                  <a:pt x="13192" y="94586"/>
                  <a:pt x="13367" y="98170"/>
                  <a:pt x="14138" y="101406"/>
                </a:cubicBezTo>
                <a:cubicBezTo>
                  <a:pt x="13815" y="101307"/>
                  <a:pt x="13516" y="101182"/>
                  <a:pt x="13192" y="101083"/>
                </a:cubicBezTo>
                <a:cubicBezTo>
                  <a:pt x="12446" y="97772"/>
                  <a:pt x="12496" y="94188"/>
                  <a:pt x="13267" y="90678"/>
                </a:cubicBezTo>
                <a:close/>
                <a:moveTo>
                  <a:pt x="13790" y="90852"/>
                </a:moveTo>
                <a:cubicBezTo>
                  <a:pt x="13815" y="90852"/>
                  <a:pt x="13815" y="90852"/>
                  <a:pt x="13865" y="90877"/>
                </a:cubicBezTo>
                <a:cubicBezTo>
                  <a:pt x="13443" y="94672"/>
                  <a:pt x="13565" y="98219"/>
                  <a:pt x="14378" y="101470"/>
                </a:cubicBezTo>
                <a:lnTo>
                  <a:pt x="14378" y="101470"/>
                </a:lnTo>
                <a:cubicBezTo>
                  <a:pt x="14367" y="101456"/>
                  <a:pt x="14345" y="101456"/>
                  <a:pt x="14313" y="101456"/>
                </a:cubicBezTo>
                <a:cubicBezTo>
                  <a:pt x="13541" y="98220"/>
                  <a:pt x="13392" y="94661"/>
                  <a:pt x="13790" y="90852"/>
                </a:cubicBezTo>
                <a:close/>
                <a:moveTo>
                  <a:pt x="78768" y="101419"/>
                </a:moveTo>
                <a:lnTo>
                  <a:pt x="78681" y="101506"/>
                </a:lnTo>
                <a:lnTo>
                  <a:pt x="78681" y="101456"/>
                </a:lnTo>
                <a:cubicBezTo>
                  <a:pt x="78718" y="101443"/>
                  <a:pt x="78743" y="101431"/>
                  <a:pt x="78768" y="101419"/>
                </a:cubicBezTo>
                <a:close/>
                <a:moveTo>
                  <a:pt x="33827" y="99091"/>
                </a:moveTo>
                <a:cubicBezTo>
                  <a:pt x="33827" y="99141"/>
                  <a:pt x="33827" y="99141"/>
                  <a:pt x="33852" y="99166"/>
                </a:cubicBezTo>
                <a:cubicBezTo>
                  <a:pt x="33678" y="99241"/>
                  <a:pt x="33504" y="99340"/>
                  <a:pt x="33329" y="99440"/>
                </a:cubicBezTo>
                <a:cubicBezTo>
                  <a:pt x="33031" y="99589"/>
                  <a:pt x="32707" y="99788"/>
                  <a:pt x="32408" y="99938"/>
                </a:cubicBezTo>
                <a:lnTo>
                  <a:pt x="31562" y="100311"/>
                </a:lnTo>
                <a:cubicBezTo>
                  <a:pt x="31214" y="100460"/>
                  <a:pt x="30915" y="100610"/>
                  <a:pt x="30566" y="100734"/>
                </a:cubicBezTo>
                <a:cubicBezTo>
                  <a:pt x="30318" y="100834"/>
                  <a:pt x="30044" y="100933"/>
                  <a:pt x="29745" y="101033"/>
                </a:cubicBezTo>
                <a:cubicBezTo>
                  <a:pt x="29372" y="101157"/>
                  <a:pt x="29048" y="101307"/>
                  <a:pt x="28675" y="101406"/>
                </a:cubicBezTo>
                <a:cubicBezTo>
                  <a:pt x="28509" y="101456"/>
                  <a:pt x="28342" y="101495"/>
                  <a:pt x="28161" y="101537"/>
                </a:cubicBezTo>
                <a:lnTo>
                  <a:pt x="28161" y="101537"/>
                </a:lnTo>
                <a:cubicBezTo>
                  <a:pt x="28330" y="101489"/>
                  <a:pt x="28497" y="101444"/>
                  <a:pt x="28650" y="101406"/>
                </a:cubicBezTo>
                <a:cubicBezTo>
                  <a:pt x="28949" y="101307"/>
                  <a:pt x="29222" y="101207"/>
                  <a:pt x="29496" y="101083"/>
                </a:cubicBezTo>
                <a:cubicBezTo>
                  <a:pt x="29845" y="100958"/>
                  <a:pt x="30218" y="100834"/>
                  <a:pt x="30566" y="100709"/>
                </a:cubicBezTo>
                <a:cubicBezTo>
                  <a:pt x="30815" y="100635"/>
                  <a:pt x="31064" y="100510"/>
                  <a:pt x="31313" y="100386"/>
                </a:cubicBezTo>
                <a:cubicBezTo>
                  <a:pt x="31687" y="100211"/>
                  <a:pt x="32060" y="100062"/>
                  <a:pt x="32408" y="99863"/>
                </a:cubicBezTo>
                <a:cubicBezTo>
                  <a:pt x="32608" y="99763"/>
                  <a:pt x="32832" y="99614"/>
                  <a:pt x="33056" y="99539"/>
                </a:cubicBezTo>
                <a:cubicBezTo>
                  <a:pt x="33304" y="99415"/>
                  <a:pt x="33578" y="99241"/>
                  <a:pt x="33827" y="99091"/>
                </a:cubicBezTo>
                <a:close/>
                <a:moveTo>
                  <a:pt x="78905" y="98494"/>
                </a:moveTo>
                <a:cubicBezTo>
                  <a:pt x="78955" y="98593"/>
                  <a:pt x="78955" y="98693"/>
                  <a:pt x="78955" y="98793"/>
                </a:cubicBezTo>
                <a:cubicBezTo>
                  <a:pt x="78955" y="98867"/>
                  <a:pt x="78980" y="98967"/>
                  <a:pt x="78980" y="99066"/>
                </a:cubicBezTo>
                <a:cubicBezTo>
                  <a:pt x="78980" y="99166"/>
                  <a:pt x="79005" y="99241"/>
                  <a:pt x="79005" y="99340"/>
                </a:cubicBezTo>
                <a:lnTo>
                  <a:pt x="79005" y="99589"/>
                </a:lnTo>
                <a:lnTo>
                  <a:pt x="79005" y="99838"/>
                </a:lnTo>
                <a:lnTo>
                  <a:pt x="79005" y="100062"/>
                </a:lnTo>
                <a:cubicBezTo>
                  <a:pt x="79005" y="100112"/>
                  <a:pt x="79005" y="100211"/>
                  <a:pt x="78980" y="100286"/>
                </a:cubicBezTo>
                <a:cubicBezTo>
                  <a:pt x="78980" y="100336"/>
                  <a:pt x="78955" y="100410"/>
                  <a:pt x="78955" y="100485"/>
                </a:cubicBezTo>
                <a:cubicBezTo>
                  <a:pt x="78905" y="100535"/>
                  <a:pt x="78880" y="100585"/>
                  <a:pt x="78880" y="100659"/>
                </a:cubicBezTo>
                <a:cubicBezTo>
                  <a:pt x="78855" y="100709"/>
                  <a:pt x="78830" y="100809"/>
                  <a:pt x="78830" y="100883"/>
                </a:cubicBezTo>
                <a:cubicBezTo>
                  <a:pt x="78830" y="100908"/>
                  <a:pt x="78781" y="100933"/>
                  <a:pt x="78781" y="101008"/>
                </a:cubicBezTo>
                <a:cubicBezTo>
                  <a:pt x="78756" y="101083"/>
                  <a:pt x="78681" y="101182"/>
                  <a:pt x="78631" y="101282"/>
                </a:cubicBezTo>
                <a:cubicBezTo>
                  <a:pt x="78606" y="101331"/>
                  <a:pt x="78532" y="101381"/>
                  <a:pt x="78482" y="101431"/>
                </a:cubicBezTo>
                <a:cubicBezTo>
                  <a:pt x="78407" y="101456"/>
                  <a:pt x="78357" y="101531"/>
                  <a:pt x="78308" y="101555"/>
                </a:cubicBezTo>
                <a:cubicBezTo>
                  <a:pt x="78127" y="101650"/>
                  <a:pt x="77906" y="101697"/>
                  <a:pt x="77651" y="101697"/>
                </a:cubicBezTo>
                <a:cubicBezTo>
                  <a:pt x="77097" y="101697"/>
                  <a:pt x="76379" y="101476"/>
                  <a:pt x="75545" y="101033"/>
                </a:cubicBezTo>
                <a:cubicBezTo>
                  <a:pt x="76715" y="100211"/>
                  <a:pt x="77835" y="99365"/>
                  <a:pt x="78905" y="98494"/>
                </a:cubicBezTo>
                <a:close/>
                <a:moveTo>
                  <a:pt x="27535" y="101708"/>
                </a:moveTo>
                <a:cubicBezTo>
                  <a:pt x="27457" y="101731"/>
                  <a:pt x="27379" y="101753"/>
                  <a:pt x="27301" y="101774"/>
                </a:cubicBezTo>
                <a:lnTo>
                  <a:pt x="27301" y="101774"/>
                </a:lnTo>
                <a:cubicBezTo>
                  <a:pt x="27378" y="101750"/>
                  <a:pt x="27456" y="101727"/>
                  <a:pt x="27535" y="101708"/>
                </a:cubicBezTo>
                <a:close/>
                <a:moveTo>
                  <a:pt x="78507" y="101630"/>
                </a:moveTo>
                <a:lnTo>
                  <a:pt x="78507" y="101655"/>
                </a:lnTo>
                <a:cubicBezTo>
                  <a:pt x="78507" y="101655"/>
                  <a:pt x="78457" y="101705"/>
                  <a:pt x="78382" y="101755"/>
                </a:cubicBezTo>
                <a:cubicBezTo>
                  <a:pt x="78357" y="101755"/>
                  <a:pt x="78357" y="101779"/>
                  <a:pt x="78333" y="101779"/>
                </a:cubicBezTo>
                <a:cubicBezTo>
                  <a:pt x="78283" y="101779"/>
                  <a:pt x="78258" y="101804"/>
                  <a:pt x="78233" y="101804"/>
                </a:cubicBezTo>
                <a:cubicBezTo>
                  <a:pt x="78217" y="101821"/>
                  <a:pt x="78190" y="101826"/>
                  <a:pt x="78159" y="101842"/>
                </a:cubicBezTo>
                <a:lnTo>
                  <a:pt x="78159" y="101842"/>
                </a:lnTo>
                <a:lnTo>
                  <a:pt x="78382" y="101680"/>
                </a:lnTo>
                <a:cubicBezTo>
                  <a:pt x="78407" y="101655"/>
                  <a:pt x="78482" y="101655"/>
                  <a:pt x="78507" y="101630"/>
                </a:cubicBezTo>
                <a:close/>
                <a:moveTo>
                  <a:pt x="75296" y="101107"/>
                </a:moveTo>
                <a:cubicBezTo>
                  <a:pt x="75370" y="101157"/>
                  <a:pt x="75395" y="101182"/>
                  <a:pt x="75470" y="101207"/>
                </a:cubicBezTo>
                <a:cubicBezTo>
                  <a:pt x="75520" y="101257"/>
                  <a:pt x="75545" y="101282"/>
                  <a:pt x="75619" y="101282"/>
                </a:cubicBezTo>
                <a:cubicBezTo>
                  <a:pt x="75719" y="101307"/>
                  <a:pt x="75794" y="101381"/>
                  <a:pt x="75868" y="101406"/>
                </a:cubicBezTo>
                <a:cubicBezTo>
                  <a:pt x="75918" y="101431"/>
                  <a:pt x="76018" y="101456"/>
                  <a:pt x="76092" y="101481"/>
                </a:cubicBezTo>
                <a:cubicBezTo>
                  <a:pt x="76142" y="101531"/>
                  <a:pt x="76167" y="101531"/>
                  <a:pt x="76242" y="101555"/>
                </a:cubicBezTo>
                <a:lnTo>
                  <a:pt x="76515" y="101655"/>
                </a:lnTo>
                <a:lnTo>
                  <a:pt x="76540" y="101655"/>
                </a:lnTo>
                <a:cubicBezTo>
                  <a:pt x="76914" y="101779"/>
                  <a:pt x="77262" y="101829"/>
                  <a:pt x="77586" y="101829"/>
                </a:cubicBezTo>
                <a:cubicBezTo>
                  <a:pt x="77636" y="101829"/>
                  <a:pt x="77710" y="101829"/>
                  <a:pt x="77760" y="101804"/>
                </a:cubicBezTo>
                <a:lnTo>
                  <a:pt x="77760" y="101804"/>
                </a:lnTo>
                <a:cubicBezTo>
                  <a:pt x="77735" y="101829"/>
                  <a:pt x="77710" y="101829"/>
                  <a:pt x="77660" y="101854"/>
                </a:cubicBezTo>
                <a:cubicBezTo>
                  <a:pt x="77574" y="101869"/>
                  <a:pt x="77483" y="101876"/>
                  <a:pt x="77388" y="101876"/>
                </a:cubicBezTo>
                <a:cubicBezTo>
                  <a:pt x="76823" y="101876"/>
                  <a:pt x="76102" y="101626"/>
                  <a:pt x="75271" y="101157"/>
                </a:cubicBezTo>
                <a:lnTo>
                  <a:pt x="75296" y="101107"/>
                </a:lnTo>
                <a:close/>
                <a:moveTo>
                  <a:pt x="24966" y="91748"/>
                </a:moveTo>
                <a:cubicBezTo>
                  <a:pt x="24468" y="95457"/>
                  <a:pt x="24543" y="98917"/>
                  <a:pt x="25339" y="102053"/>
                </a:cubicBezTo>
                <a:lnTo>
                  <a:pt x="25265" y="102053"/>
                </a:lnTo>
                <a:cubicBezTo>
                  <a:pt x="24493" y="98917"/>
                  <a:pt x="24393" y="95457"/>
                  <a:pt x="24891" y="91748"/>
                </a:cubicBezTo>
                <a:close/>
                <a:moveTo>
                  <a:pt x="32060" y="90379"/>
                </a:moveTo>
                <a:cubicBezTo>
                  <a:pt x="32259" y="93242"/>
                  <a:pt x="32856" y="96179"/>
                  <a:pt x="33802" y="98967"/>
                </a:cubicBezTo>
                <a:cubicBezTo>
                  <a:pt x="33553" y="99141"/>
                  <a:pt x="33304" y="99266"/>
                  <a:pt x="33056" y="99390"/>
                </a:cubicBezTo>
                <a:cubicBezTo>
                  <a:pt x="32807" y="99514"/>
                  <a:pt x="32558" y="99664"/>
                  <a:pt x="32309" y="99788"/>
                </a:cubicBezTo>
                <a:cubicBezTo>
                  <a:pt x="31960" y="99938"/>
                  <a:pt x="31612" y="100087"/>
                  <a:pt x="31313" y="100261"/>
                </a:cubicBezTo>
                <a:cubicBezTo>
                  <a:pt x="31014" y="100386"/>
                  <a:pt x="30790" y="100510"/>
                  <a:pt x="30492" y="100585"/>
                </a:cubicBezTo>
                <a:cubicBezTo>
                  <a:pt x="30168" y="100709"/>
                  <a:pt x="29845" y="100834"/>
                  <a:pt x="29496" y="100958"/>
                </a:cubicBezTo>
                <a:cubicBezTo>
                  <a:pt x="29222" y="101058"/>
                  <a:pt x="28924" y="101182"/>
                  <a:pt x="28625" y="101282"/>
                </a:cubicBezTo>
                <a:cubicBezTo>
                  <a:pt x="28326" y="101381"/>
                  <a:pt x="27978" y="101456"/>
                  <a:pt x="27679" y="101555"/>
                </a:cubicBezTo>
                <a:cubicBezTo>
                  <a:pt x="27355" y="101655"/>
                  <a:pt x="27057" y="101755"/>
                  <a:pt x="26733" y="101804"/>
                </a:cubicBezTo>
                <a:lnTo>
                  <a:pt x="25812" y="102004"/>
                </a:lnTo>
                <a:cubicBezTo>
                  <a:pt x="25713" y="102028"/>
                  <a:pt x="25638" y="102028"/>
                  <a:pt x="25538" y="102053"/>
                </a:cubicBezTo>
                <a:cubicBezTo>
                  <a:pt x="24742" y="98892"/>
                  <a:pt x="24617" y="95432"/>
                  <a:pt x="25140" y="91724"/>
                </a:cubicBezTo>
                <a:cubicBezTo>
                  <a:pt x="27355" y="91475"/>
                  <a:pt x="29695" y="91002"/>
                  <a:pt x="32060" y="90379"/>
                </a:cubicBezTo>
                <a:close/>
                <a:moveTo>
                  <a:pt x="25538" y="102103"/>
                </a:moveTo>
                <a:cubicBezTo>
                  <a:pt x="25588" y="102128"/>
                  <a:pt x="25638" y="102134"/>
                  <a:pt x="25688" y="102134"/>
                </a:cubicBezTo>
                <a:cubicBezTo>
                  <a:pt x="25702" y="102134"/>
                  <a:pt x="25716" y="102134"/>
                  <a:pt x="25730" y="102133"/>
                </a:cubicBezTo>
                <a:lnTo>
                  <a:pt x="25730" y="102133"/>
                </a:lnTo>
                <a:cubicBezTo>
                  <a:pt x="25662" y="102150"/>
                  <a:pt x="25595" y="102166"/>
                  <a:pt x="25538" y="102178"/>
                </a:cubicBezTo>
                <a:lnTo>
                  <a:pt x="25538" y="102153"/>
                </a:lnTo>
                <a:lnTo>
                  <a:pt x="25538" y="102103"/>
                </a:lnTo>
                <a:close/>
                <a:moveTo>
                  <a:pt x="33927" y="99365"/>
                </a:moveTo>
                <a:cubicBezTo>
                  <a:pt x="34076" y="99838"/>
                  <a:pt x="34275" y="100311"/>
                  <a:pt x="34449" y="100784"/>
                </a:cubicBezTo>
                <a:cubicBezTo>
                  <a:pt x="31459" y="101575"/>
                  <a:pt x="28517" y="102145"/>
                  <a:pt x="25771" y="102396"/>
                </a:cubicBezTo>
                <a:lnTo>
                  <a:pt x="25771" y="102396"/>
                </a:lnTo>
                <a:cubicBezTo>
                  <a:pt x="25797" y="102391"/>
                  <a:pt x="25824" y="102378"/>
                  <a:pt x="25837" y="102352"/>
                </a:cubicBezTo>
                <a:lnTo>
                  <a:pt x="26758" y="102178"/>
                </a:lnTo>
                <a:lnTo>
                  <a:pt x="27804" y="101904"/>
                </a:lnTo>
                <a:cubicBezTo>
                  <a:pt x="28102" y="101804"/>
                  <a:pt x="28376" y="101730"/>
                  <a:pt x="28700" y="101655"/>
                </a:cubicBezTo>
                <a:cubicBezTo>
                  <a:pt x="29048" y="101555"/>
                  <a:pt x="29347" y="101431"/>
                  <a:pt x="29695" y="101307"/>
                </a:cubicBezTo>
                <a:cubicBezTo>
                  <a:pt x="29994" y="101182"/>
                  <a:pt x="30318" y="101083"/>
                  <a:pt x="30591" y="100958"/>
                </a:cubicBezTo>
                <a:cubicBezTo>
                  <a:pt x="30915" y="100834"/>
                  <a:pt x="31189" y="100684"/>
                  <a:pt x="31487" y="100560"/>
                </a:cubicBezTo>
                <a:cubicBezTo>
                  <a:pt x="31811" y="100435"/>
                  <a:pt x="32110" y="100286"/>
                  <a:pt x="32433" y="100162"/>
                </a:cubicBezTo>
                <a:cubicBezTo>
                  <a:pt x="32707" y="99987"/>
                  <a:pt x="32981" y="99838"/>
                  <a:pt x="33280" y="99714"/>
                </a:cubicBezTo>
                <a:cubicBezTo>
                  <a:pt x="33479" y="99589"/>
                  <a:pt x="33703" y="99490"/>
                  <a:pt x="33927" y="99365"/>
                </a:cubicBezTo>
                <a:close/>
                <a:moveTo>
                  <a:pt x="14039" y="90927"/>
                </a:moveTo>
                <a:lnTo>
                  <a:pt x="14039" y="90927"/>
                </a:lnTo>
                <a:cubicBezTo>
                  <a:pt x="16229" y="91574"/>
                  <a:pt x="18644" y="91948"/>
                  <a:pt x="21282" y="91948"/>
                </a:cubicBezTo>
                <a:cubicBezTo>
                  <a:pt x="22377" y="91948"/>
                  <a:pt x="23522" y="91873"/>
                  <a:pt x="24692" y="91748"/>
                </a:cubicBezTo>
                <a:lnTo>
                  <a:pt x="24692" y="91748"/>
                </a:lnTo>
                <a:cubicBezTo>
                  <a:pt x="24194" y="95457"/>
                  <a:pt x="24269" y="98942"/>
                  <a:pt x="25041" y="102053"/>
                </a:cubicBezTo>
                <a:cubicBezTo>
                  <a:pt x="24916" y="102078"/>
                  <a:pt x="24841" y="102128"/>
                  <a:pt x="24717" y="102128"/>
                </a:cubicBezTo>
                <a:cubicBezTo>
                  <a:pt x="24418" y="102153"/>
                  <a:pt x="24145" y="102178"/>
                  <a:pt x="23846" y="102203"/>
                </a:cubicBezTo>
                <a:cubicBezTo>
                  <a:pt x="23472" y="102252"/>
                  <a:pt x="23099" y="102302"/>
                  <a:pt x="22726" y="102327"/>
                </a:cubicBezTo>
                <a:cubicBezTo>
                  <a:pt x="22552" y="102327"/>
                  <a:pt x="22402" y="102327"/>
                  <a:pt x="22253" y="102377"/>
                </a:cubicBezTo>
                <a:cubicBezTo>
                  <a:pt x="21780" y="102427"/>
                  <a:pt x="21282" y="102427"/>
                  <a:pt x="20759" y="102427"/>
                </a:cubicBezTo>
                <a:cubicBezTo>
                  <a:pt x="20137" y="102427"/>
                  <a:pt x="19540" y="102402"/>
                  <a:pt x="18917" y="102377"/>
                </a:cubicBezTo>
                <a:cubicBezTo>
                  <a:pt x="17399" y="102203"/>
                  <a:pt x="15980" y="101929"/>
                  <a:pt x="14611" y="101531"/>
                </a:cubicBezTo>
                <a:cubicBezTo>
                  <a:pt x="13790" y="98295"/>
                  <a:pt x="13640" y="94710"/>
                  <a:pt x="14039" y="90927"/>
                </a:cubicBezTo>
                <a:close/>
                <a:moveTo>
                  <a:pt x="6744" y="100357"/>
                </a:moveTo>
                <a:lnTo>
                  <a:pt x="6744" y="100357"/>
                </a:lnTo>
                <a:cubicBezTo>
                  <a:pt x="6861" y="100590"/>
                  <a:pt x="6977" y="100823"/>
                  <a:pt x="7094" y="101033"/>
                </a:cubicBezTo>
                <a:cubicBezTo>
                  <a:pt x="7268" y="101307"/>
                  <a:pt x="7393" y="101580"/>
                  <a:pt x="7542" y="101879"/>
                </a:cubicBezTo>
                <a:cubicBezTo>
                  <a:pt x="7660" y="102068"/>
                  <a:pt x="7778" y="102278"/>
                  <a:pt x="7896" y="102469"/>
                </a:cubicBezTo>
                <a:lnTo>
                  <a:pt x="7896" y="102469"/>
                </a:lnTo>
                <a:cubicBezTo>
                  <a:pt x="7838" y="102403"/>
                  <a:pt x="7772" y="102330"/>
                  <a:pt x="7716" y="102252"/>
                </a:cubicBezTo>
                <a:lnTo>
                  <a:pt x="7443" y="101779"/>
                </a:lnTo>
                <a:cubicBezTo>
                  <a:pt x="7393" y="101680"/>
                  <a:pt x="7318" y="101555"/>
                  <a:pt x="7293" y="101431"/>
                </a:cubicBezTo>
                <a:cubicBezTo>
                  <a:pt x="7099" y="101086"/>
                  <a:pt x="6905" y="100723"/>
                  <a:pt x="6744" y="100357"/>
                </a:cubicBezTo>
                <a:close/>
                <a:moveTo>
                  <a:pt x="25115" y="102252"/>
                </a:moveTo>
                <a:lnTo>
                  <a:pt x="25115" y="102302"/>
                </a:lnTo>
                <a:cubicBezTo>
                  <a:pt x="24991" y="102327"/>
                  <a:pt x="24866" y="102352"/>
                  <a:pt x="24742" y="102352"/>
                </a:cubicBezTo>
                <a:cubicBezTo>
                  <a:pt x="24468" y="102402"/>
                  <a:pt x="24145" y="102427"/>
                  <a:pt x="23871" y="102452"/>
                </a:cubicBezTo>
                <a:cubicBezTo>
                  <a:pt x="23771" y="102452"/>
                  <a:pt x="23647" y="102501"/>
                  <a:pt x="23572" y="102501"/>
                </a:cubicBezTo>
                <a:cubicBezTo>
                  <a:pt x="23382" y="102501"/>
                  <a:pt x="23207" y="102501"/>
                  <a:pt x="23024" y="102512"/>
                </a:cubicBezTo>
                <a:lnTo>
                  <a:pt x="23024" y="102512"/>
                </a:lnTo>
                <a:cubicBezTo>
                  <a:pt x="23359" y="102480"/>
                  <a:pt x="23680" y="102423"/>
                  <a:pt x="24020" y="102402"/>
                </a:cubicBezTo>
                <a:cubicBezTo>
                  <a:pt x="24269" y="102377"/>
                  <a:pt x="24493" y="102327"/>
                  <a:pt x="24742" y="102302"/>
                </a:cubicBezTo>
                <a:cubicBezTo>
                  <a:pt x="24891" y="102302"/>
                  <a:pt x="24991" y="102277"/>
                  <a:pt x="25115" y="102252"/>
                </a:cubicBezTo>
                <a:close/>
                <a:moveTo>
                  <a:pt x="25464" y="102576"/>
                </a:moveTo>
                <a:cubicBezTo>
                  <a:pt x="25489" y="102626"/>
                  <a:pt x="25489" y="102651"/>
                  <a:pt x="25489" y="102676"/>
                </a:cubicBezTo>
                <a:lnTo>
                  <a:pt x="25439" y="102676"/>
                </a:lnTo>
                <a:cubicBezTo>
                  <a:pt x="25439" y="102651"/>
                  <a:pt x="25389" y="102626"/>
                  <a:pt x="25389" y="102576"/>
                </a:cubicBezTo>
                <a:close/>
                <a:moveTo>
                  <a:pt x="34524" y="100958"/>
                </a:moveTo>
                <a:cubicBezTo>
                  <a:pt x="34524" y="101008"/>
                  <a:pt x="34549" y="101033"/>
                  <a:pt x="34549" y="101058"/>
                </a:cubicBezTo>
                <a:cubicBezTo>
                  <a:pt x="31463" y="101904"/>
                  <a:pt x="28500" y="102427"/>
                  <a:pt x="25663" y="102676"/>
                </a:cubicBezTo>
                <a:cubicBezTo>
                  <a:pt x="25663" y="102651"/>
                  <a:pt x="25638" y="102626"/>
                  <a:pt x="25638" y="102576"/>
                </a:cubicBezTo>
                <a:cubicBezTo>
                  <a:pt x="28476" y="102327"/>
                  <a:pt x="31438" y="101779"/>
                  <a:pt x="34524" y="100958"/>
                </a:cubicBezTo>
                <a:close/>
                <a:moveTo>
                  <a:pt x="16503" y="102228"/>
                </a:moveTo>
                <a:cubicBezTo>
                  <a:pt x="16827" y="102302"/>
                  <a:pt x="17175" y="102327"/>
                  <a:pt x="17524" y="102402"/>
                </a:cubicBezTo>
                <a:cubicBezTo>
                  <a:pt x="17573" y="102402"/>
                  <a:pt x="17648" y="102427"/>
                  <a:pt x="17673" y="102427"/>
                </a:cubicBezTo>
                <a:cubicBezTo>
                  <a:pt x="18071" y="102476"/>
                  <a:pt x="18519" y="102526"/>
                  <a:pt x="18967" y="102551"/>
                </a:cubicBezTo>
                <a:cubicBezTo>
                  <a:pt x="19540" y="102626"/>
                  <a:pt x="20162" y="102676"/>
                  <a:pt x="20784" y="102700"/>
                </a:cubicBezTo>
                <a:lnTo>
                  <a:pt x="20759" y="102700"/>
                </a:lnTo>
                <a:cubicBezTo>
                  <a:pt x="20386" y="102700"/>
                  <a:pt x="20038" y="102700"/>
                  <a:pt x="19664" y="102676"/>
                </a:cubicBezTo>
                <a:cubicBezTo>
                  <a:pt x="19490" y="102676"/>
                  <a:pt x="19291" y="102651"/>
                  <a:pt x="19117" y="102651"/>
                </a:cubicBezTo>
                <a:cubicBezTo>
                  <a:pt x="19017" y="102651"/>
                  <a:pt x="18917" y="102651"/>
                  <a:pt x="18818" y="102601"/>
                </a:cubicBezTo>
                <a:cubicBezTo>
                  <a:pt x="18021" y="102526"/>
                  <a:pt x="17250" y="102402"/>
                  <a:pt x="16503" y="102228"/>
                </a:cubicBezTo>
                <a:close/>
                <a:moveTo>
                  <a:pt x="25215" y="102626"/>
                </a:moveTo>
                <a:cubicBezTo>
                  <a:pt x="25215" y="102651"/>
                  <a:pt x="25240" y="102676"/>
                  <a:pt x="25240" y="102700"/>
                </a:cubicBezTo>
                <a:cubicBezTo>
                  <a:pt x="24393" y="102775"/>
                  <a:pt x="23597" y="102800"/>
                  <a:pt x="22776" y="102800"/>
                </a:cubicBezTo>
                <a:lnTo>
                  <a:pt x="23622" y="102700"/>
                </a:lnTo>
                <a:lnTo>
                  <a:pt x="25215" y="102626"/>
                </a:lnTo>
                <a:close/>
                <a:moveTo>
                  <a:pt x="2593" y="92982"/>
                </a:moveTo>
                <a:cubicBezTo>
                  <a:pt x="2596" y="92988"/>
                  <a:pt x="2602" y="92993"/>
                  <a:pt x="2614" y="92993"/>
                </a:cubicBezTo>
                <a:cubicBezTo>
                  <a:pt x="2639" y="93068"/>
                  <a:pt x="2688" y="93093"/>
                  <a:pt x="2688" y="93167"/>
                </a:cubicBezTo>
                <a:cubicBezTo>
                  <a:pt x="2713" y="93217"/>
                  <a:pt x="2738" y="93267"/>
                  <a:pt x="2763" y="93366"/>
                </a:cubicBezTo>
                <a:cubicBezTo>
                  <a:pt x="2937" y="93839"/>
                  <a:pt x="3112" y="94312"/>
                  <a:pt x="3261" y="94710"/>
                </a:cubicBezTo>
                <a:cubicBezTo>
                  <a:pt x="4132" y="96976"/>
                  <a:pt x="5800" y="99714"/>
                  <a:pt x="6347" y="100585"/>
                </a:cubicBezTo>
                <a:cubicBezTo>
                  <a:pt x="6771" y="101207"/>
                  <a:pt x="7194" y="101804"/>
                  <a:pt x="7567" y="102327"/>
                </a:cubicBezTo>
                <a:cubicBezTo>
                  <a:pt x="7642" y="102427"/>
                  <a:pt x="7692" y="102526"/>
                  <a:pt x="7716" y="102651"/>
                </a:cubicBezTo>
                <a:lnTo>
                  <a:pt x="7766" y="102651"/>
                </a:lnTo>
                <a:cubicBezTo>
                  <a:pt x="7791" y="102700"/>
                  <a:pt x="7816" y="102775"/>
                  <a:pt x="7891" y="102825"/>
                </a:cubicBezTo>
                <a:cubicBezTo>
                  <a:pt x="7891" y="102875"/>
                  <a:pt x="7916" y="102875"/>
                  <a:pt x="7916" y="102900"/>
                </a:cubicBezTo>
                <a:cubicBezTo>
                  <a:pt x="7841" y="102800"/>
                  <a:pt x="7791" y="102700"/>
                  <a:pt x="7716" y="102651"/>
                </a:cubicBezTo>
                <a:cubicBezTo>
                  <a:pt x="7692" y="102626"/>
                  <a:pt x="7667" y="102576"/>
                  <a:pt x="7667" y="102551"/>
                </a:cubicBezTo>
                <a:cubicBezTo>
                  <a:pt x="7467" y="102302"/>
                  <a:pt x="7268" y="102028"/>
                  <a:pt x="7069" y="101730"/>
                </a:cubicBezTo>
                <a:cubicBezTo>
                  <a:pt x="6820" y="101381"/>
                  <a:pt x="6571" y="101033"/>
                  <a:pt x="6323" y="100659"/>
                </a:cubicBezTo>
                <a:cubicBezTo>
                  <a:pt x="6323" y="100659"/>
                  <a:pt x="6323" y="100610"/>
                  <a:pt x="6298" y="100610"/>
                </a:cubicBezTo>
                <a:lnTo>
                  <a:pt x="6298" y="100585"/>
                </a:lnTo>
                <a:lnTo>
                  <a:pt x="5825" y="99838"/>
                </a:lnTo>
                <a:cubicBezTo>
                  <a:pt x="5352" y="99066"/>
                  <a:pt x="4705" y="97921"/>
                  <a:pt x="4107" y="96727"/>
                </a:cubicBezTo>
                <a:cubicBezTo>
                  <a:pt x="3983" y="96478"/>
                  <a:pt x="3858" y="96229"/>
                  <a:pt x="3784" y="95980"/>
                </a:cubicBezTo>
                <a:cubicBezTo>
                  <a:pt x="3709" y="95831"/>
                  <a:pt x="3609" y="95681"/>
                  <a:pt x="3560" y="95557"/>
                </a:cubicBezTo>
                <a:cubicBezTo>
                  <a:pt x="3435" y="95283"/>
                  <a:pt x="3336" y="95034"/>
                  <a:pt x="3211" y="94760"/>
                </a:cubicBezTo>
                <a:lnTo>
                  <a:pt x="3211" y="94735"/>
                </a:lnTo>
                <a:cubicBezTo>
                  <a:pt x="2989" y="94217"/>
                  <a:pt x="2766" y="93600"/>
                  <a:pt x="2593" y="92982"/>
                </a:cubicBezTo>
                <a:close/>
                <a:moveTo>
                  <a:pt x="43311" y="98170"/>
                </a:moveTo>
                <a:cubicBezTo>
                  <a:pt x="42514" y="99589"/>
                  <a:pt x="41543" y="101008"/>
                  <a:pt x="40423" y="102277"/>
                </a:cubicBezTo>
                <a:lnTo>
                  <a:pt x="40423" y="102302"/>
                </a:lnTo>
                <a:cubicBezTo>
                  <a:pt x="40050" y="102700"/>
                  <a:pt x="39677" y="103124"/>
                  <a:pt x="39303" y="103497"/>
                </a:cubicBezTo>
                <a:lnTo>
                  <a:pt x="39179" y="103621"/>
                </a:lnTo>
                <a:lnTo>
                  <a:pt x="39054" y="103497"/>
                </a:lnTo>
                <a:cubicBezTo>
                  <a:pt x="38781" y="103173"/>
                  <a:pt x="38482" y="102825"/>
                  <a:pt x="38258" y="102501"/>
                </a:cubicBezTo>
                <a:cubicBezTo>
                  <a:pt x="38208" y="102452"/>
                  <a:pt x="38183" y="102402"/>
                  <a:pt x="38158" y="102377"/>
                </a:cubicBezTo>
                <a:cubicBezTo>
                  <a:pt x="38133" y="102327"/>
                  <a:pt x="38133" y="102302"/>
                  <a:pt x="38084" y="102277"/>
                </a:cubicBezTo>
                <a:cubicBezTo>
                  <a:pt x="37810" y="101904"/>
                  <a:pt x="37586" y="101506"/>
                  <a:pt x="37337" y="101083"/>
                </a:cubicBezTo>
                <a:cubicBezTo>
                  <a:pt x="37287" y="101008"/>
                  <a:pt x="37237" y="100908"/>
                  <a:pt x="37187" y="100784"/>
                </a:cubicBezTo>
                <a:cubicBezTo>
                  <a:pt x="37138" y="100684"/>
                  <a:pt x="37088" y="100585"/>
                  <a:pt x="37063" y="100460"/>
                </a:cubicBezTo>
                <a:cubicBezTo>
                  <a:pt x="39104" y="99813"/>
                  <a:pt x="41195" y="99041"/>
                  <a:pt x="43311" y="98170"/>
                </a:cubicBezTo>
                <a:close/>
                <a:moveTo>
                  <a:pt x="36839" y="100560"/>
                </a:moveTo>
                <a:lnTo>
                  <a:pt x="36839" y="100560"/>
                </a:lnTo>
                <a:cubicBezTo>
                  <a:pt x="36939" y="100709"/>
                  <a:pt x="37038" y="100883"/>
                  <a:pt x="37088" y="101008"/>
                </a:cubicBezTo>
                <a:cubicBezTo>
                  <a:pt x="37138" y="101058"/>
                  <a:pt x="37163" y="101083"/>
                  <a:pt x="37163" y="101157"/>
                </a:cubicBezTo>
                <a:cubicBezTo>
                  <a:pt x="37163" y="101182"/>
                  <a:pt x="37187" y="101207"/>
                  <a:pt x="37187" y="101207"/>
                </a:cubicBezTo>
                <a:cubicBezTo>
                  <a:pt x="37212" y="101282"/>
                  <a:pt x="37237" y="101331"/>
                  <a:pt x="37287" y="101381"/>
                </a:cubicBezTo>
                <a:cubicBezTo>
                  <a:pt x="37387" y="101531"/>
                  <a:pt x="37436" y="101655"/>
                  <a:pt x="37536" y="101779"/>
                </a:cubicBezTo>
                <a:cubicBezTo>
                  <a:pt x="37536" y="101804"/>
                  <a:pt x="37561" y="101804"/>
                  <a:pt x="37561" y="101829"/>
                </a:cubicBezTo>
                <a:cubicBezTo>
                  <a:pt x="37586" y="101879"/>
                  <a:pt x="37586" y="101904"/>
                  <a:pt x="37636" y="101929"/>
                </a:cubicBezTo>
                <a:cubicBezTo>
                  <a:pt x="37660" y="101954"/>
                  <a:pt x="37685" y="102028"/>
                  <a:pt x="37710" y="102053"/>
                </a:cubicBezTo>
                <a:cubicBezTo>
                  <a:pt x="37785" y="102178"/>
                  <a:pt x="37884" y="102277"/>
                  <a:pt x="37934" y="102402"/>
                </a:cubicBezTo>
                <a:cubicBezTo>
                  <a:pt x="37959" y="102427"/>
                  <a:pt x="38009" y="102501"/>
                  <a:pt x="38034" y="102526"/>
                </a:cubicBezTo>
                <a:cubicBezTo>
                  <a:pt x="38059" y="102576"/>
                  <a:pt x="38133" y="102651"/>
                  <a:pt x="38158" y="102700"/>
                </a:cubicBezTo>
                <a:lnTo>
                  <a:pt x="38258" y="102800"/>
                </a:lnTo>
                <a:cubicBezTo>
                  <a:pt x="38283" y="102875"/>
                  <a:pt x="38308" y="102900"/>
                  <a:pt x="38382" y="102949"/>
                </a:cubicBezTo>
                <a:cubicBezTo>
                  <a:pt x="38382" y="102949"/>
                  <a:pt x="38382" y="102999"/>
                  <a:pt x="38407" y="102999"/>
                </a:cubicBezTo>
                <a:cubicBezTo>
                  <a:pt x="38457" y="103049"/>
                  <a:pt x="38507" y="103124"/>
                  <a:pt x="38557" y="103173"/>
                </a:cubicBezTo>
                <a:cubicBezTo>
                  <a:pt x="38631" y="103248"/>
                  <a:pt x="38681" y="103323"/>
                  <a:pt x="38756" y="103397"/>
                </a:cubicBezTo>
                <a:lnTo>
                  <a:pt x="38805" y="103447"/>
                </a:lnTo>
                <a:cubicBezTo>
                  <a:pt x="38880" y="103522"/>
                  <a:pt x="38930" y="103621"/>
                  <a:pt x="39005" y="103696"/>
                </a:cubicBezTo>
                <a:lnTo>
                  <a:pt x="38955" y="103746"/>
                </a:lnTo>
                <a:lnTo>
                  <a:pt x="38930" y="103771"/>
                </a:lnTo>
                <a:cubicBezTo>
                  <a:pt x="38781" y="103621"/>
                  <a:pt x="38656" y="103447"/>
                  <a:pt x="38532" y="103298"/>
                </a:cubicBezTo>
                <a:cubicBezTo>
                  <a:pt x="38432" y="103173"/>
                  <a:pt x="38308" y="103049"/>
                  <a:pt x="38208" y="102900"/>
                </a:cubicBezTo>
                <a:cubicBezTo>
                  <a:pt x="38084" y="102750"/>
                  <a:pt x="38009" y="102626"/>
                  <a:pt x="37909" y="102452"/>
                </a:cubicBezTo>
                <a:cubicBezTo>
                  <a:pt x="37810" y="102327"/>
                  <a:pt x="37710" y="102203"/>
                  <a:pt x="37636" y="102053"/>
                </a:cubicBezTo>
                <a:cubicBezTo>
                  <a:pt x="37511" y="101879"/>
                  <a:pt x="37412" y="101680"/>
                  <a:pt x="37287" y="101506"/>
                </a:cubicBezTo>
                <a:cubicBezTo>
                  <a:pt x="37262" y="101431"/>
                  <a:pt x="37187" y="101331"/>
                  <a:pt x="37163" y="101282"/>
                </a:cubicBezTo>
                <a:lnTo>
                  <a:pt x="37063" y="101083"/>
                </a:lnTo>
                <a:cubicBezTo>
                  <a:pt x="37013" y="100958"/>
                  <a:pt x="36914" y="100784"/>
                  <a:pt x="36839" y="100560"/>
                </a:cubicBezTo>
                <a:close/>
                <a:moveTo>
                  <a:pt x="43784" y="98046"/>
                </a:moveTo>
                <a:cubicBezTo>
                  <a:pt x="43759" y="98071"/>
                  <a:pt x="43759" y="98096"/>
                  <a:pt x="43734" y="98145"/>
                </a:cubicBezTo>
                <a:cubicBezTo>
                  <a:pt x="43609" y="98345"/>
                  <a:pt x="43460" y="98569"/>
                  <a:pt x="43311" y="98793"/>
                </a:cubicBezTo>
                <a:cubicBezTo>
                  <a:pt x="43311" y="98793"/>
                  <a:pt x="43311" y="98817"/>
                  <a:pt x="43286" y="98817"/>
                </a:cubicBezTo>
                <a:cubicBezTo>
                  <a:pt x="43161" y="99041"/>
                  <a:pt x="43037" y="99266"/>
                  <a:pt x="42912" y="99440"/>
                </a:cubicBezTo>
                <a:lnTo>
                  <a:pt x="42738" y="99714"/>
                </a:lnTo>
                <a:cubicBezTo>
                  <a:pt x="42440" y="100162"/>
                  <a:pt x="42141" y="100585"/>
                  <a:pt x="41817" y="101033"/>
                </a:cubicBezTo>
                <a:cubicBezTo>
                  <a:pt x="41767" y="101083"/>
                  <a:pt x="41693" y="101182"/>
                  <a:pt x="41643" y="101257"/>
                </a:cubicBezTo>
                <a:cubicBezTo>
                  <a:pt x="41295" y="101680"/>
                  <a:pt x="40946" y="102078"/>
                  <a:pt x="40573" y="102526"/>
                </a:cubicBezTo>
                <a:cubicBezTo>
                  <a:pt x="40523" y="102576"/>
                  <a:pt x="40448" y="102651"/>
                  <a:pt x="40423" y="102700"/>
                </a:cubicBezTo>
                <a:cubicBezTo>
                  <a:pt x="40075" y="103074"/>
                  <a:pt x="39751" y="103447"/>
                  <a:pt x="39378" y="103821"/>
                </a:cubicBezTo>
                <a:lnTo>
                  <a:pt x="39328" y="103796"/>
                </a:lnTo>
                <a:cubicBezTo>
                  <a:pt x="39303" y="103771"/>
                  <a:pt x="39303" y="103771"/>
                  <a:pt x="39328" y="103746"/>
                </a:cubicBezTo>
                <a:cubicBezTo>
                  <a:pt x="39701" y="103373"/>
                  <a:pt x="40075" y="102949"/>
                  <a:pt x="40448" y="102576"/>
                </a:cubicBezTo>
                <a:lnTo>
                  <a:pt x="40548" y="102501"/>
                </a:lnTo>
                <a:cubicBezTo>
                  <a:pt x="41792" y="101083"/>
                  <a:pt x="42813" y="99639"/>
                  <a:pt x="43684" y="98071"/>
                </a:cubicBezTo>
                <a:cubicBezTo>
                  <a:pt x="43734" y="98071"/>
                  <a:pt x="43734" y="98071"/>
                  <a:pt x="43759" y="98046"/>
                </a:cubicBezTo>
                <a:close/>
                <a:moveTo>
                  <a:pt x="39179" y="103821"/>
                </a:moveTo>
                <a:cubicBezTo>
                  <a:pt x="39179" y="103895"/>
                  <a:pt x="39179" y="103895"/>
                  <a:pt x="39204" y="103920"/>
                </a:cubicBezTo>
                <a:lnTo>
                  <a:pt x="39204" y="103920"/>
                </a:lnTo>
                <a:lnTo>
                  <a:pt x="39204" y="103920"/>
                </a:lnTo>
                <a:cubicBezTo>
                  <a:pt x="39204" y="103933"/>
                  <a:pt x="39197" y="103939"/>
                  <a:pt x="39194" y="103939"/>
                </a:cubicBezTo>
                <a:cubicBezTo>
                  <a:pt x="39191" y="103939"/>
                  <a:pt x="39191" y="103933"/>
                  <a:pt x="39204" y="103920"/>
                </a:cubicBezTo>
                <a:lnTo>
                  <a:pt x="39204" y="103920"/>
                </a:lnTo>
                <a:lnTo>
                  <a:pt x="39179" y="103945"/>
                </a:lnTo>
                <a:lnTo>
                  <a:pt x="39154" y="103920"/>
                </a:lnTo>
                <a:cubicBezTo>
                  <a:pt x="39154" y="103920"/>
                  <a:pt x="39154" y="103895"/>
                  <a:pt x="39129" y="103895"/>
                </a:cubicBezTo>
                <a:lnTo>
                  <a:pt x="39154" y="103870"/>
                </a:lnTo>
                <a:lnTo>
                  <a:pt x="39179" y="103821"/>
                </a:lnTo>
                <a:close/>
                <a:moveTo>
                  <a:pt x="39303" y="104069"/>
                </a:moveTo>
                <a:cubicBezTo>
                  <a:pt x="39378" y="104069"/>
                  <a:pt x="39403" y="104119"/>
                  <a:pt x="39403" y="104144"/>
                </a:cubicBezTo>
                <a:cubicBezTo>
                  <a:pt x="39627" y="104368"/>
                  <a:pt x="39826" y="104542"/>
                  <a:pt x="40075" y="104766"/>
                </a:cubicBezTo>
                <a:cubicBezTo>
                  <a:pt x="40150" y="104816"/>
                  <a:pt x="40199" y="104866"/>
                  <a:pt x="40274" y="104916"/>
                </a:cubicBezTo>
                <a:cubicBezTo>
                  <a:pt x="40498" y="105115"/>
                  <a:pt x="40697" y="105264"/>
                  <a:pt x="40946" y="105414"/>
                </a:cubicBezTo>
                <a:cubicBezTo>
                  <a:pt x="40958" y="105426"/>
                  <a:pt x="40971" y="105436"/>
                  <a:pt x="40984" y="105446"/>
                </a:cubicBezTo>
                <a:lnTo>
                  <a:pt x="40984" y="105446"/>
                </a:lnTo>
                <a:cubicBezTo>
                  <a:pt x="40334" y="105064"/>
                  <a:pt x="39787" y="104599"/>
                  <a:pt x="39303" y="104069"/>
                </a:cubicBezTo>
                <a:close/>
                <a:moveTo>
                  <a:pt x="77884" y="102128"/>
                </a:moveTo>
                <a:cubicBezTo>
                  <a:pt x="77163" y="102626"/>
                  <a:pt x="76416" y="103074"/>
                  <a:pt x="75719" y="103572"/>
                </a:cubicBezTo>
                <a:cubicBezTo>
                  <a:pt x="75669" y="103572"/>
                  <a:pt x="75669" y="103621"/>
                  <a:pt x="75644" y="103621"/>
                </a:cubicBezTo>
                <a:cubicBezTo>
                  <a:pt x="75296" y="103821"/>
                  <a:pt x="74997" y="104045"/>
                  <a:pt x="74649" y="104269"/>
                </a:cubicBezTo>
                <a:cubicBezTo>
                  <a:pt x="74499" y="104368"/>
                  <a:pt x="74300" y="104493"/>
                  <a:pt x="74151" y="104567"/>
                </a:cubicBezTo>
                <a:cubicBezTo>
                  <a:pt x="74101" y="104617"/>
                  <a:pt x="74026" y="104642"/>
                  <a:pt x="73952" y="104692"/>
                </a:cubicBezTo>
                <a:cubicBezTo>
                  <a:pt x="73777" y="104816"/>
                  <a:pt x="73603" y="104916"/>
                  <a:pt x="73429" y="105015"/>
                </a:cubicBezTo>
                <a:cubicBezTo>
                  <a:pt x="73080" y="105237"/>
                  <a:pt x="72710" y="105450"/>
                  <a:pt x="72347" y="105664"/>
                </a:cubicBezTo>
                <a:lnTo>
                  <a:pt x="72347" y="105664"/>
                </a:lnTo>
                <a:cubicBezTo>
                  <a:pt x="73812" y="104769"/>
                  <a:pt x="75333" y="103810"/>
                  <a:pt x="76491" y="103024"/>
                </a:cubicBezTo>
                <a:cubicBezTo>
                  <a:pt x="76889" y="102750"/>
                  <a:pt x="77287" y="102452"/>
                  <a:pt x="77760" y="102128"/>
                </a:cubicBezTo>
                <a:close/>
                <a:moveTo>
                  <a:pt x="41444" y="105737"/>
                </a:moveTo>
                <a:cubicBezTo>
                  <a:pt x="41446" y="105737"/>
                  <a:pt x="41462" y="105738"/>
                  <a:pt x="41467" y="105752"/>
                </a:cubicBezTo>
                <a:lnTo>
                  <a:pt x="41467" y="105752"/>
                </a:lnTo>
                <a:cubicBezTo>
                  <a:pt x="41459" y="105747"/>
                  <a:pt x="41452" y="105742"/>
                  <a:pt x="41444" y="105737"/>
                </a:cubicBezTo>
                <a:close/>
                <a:moveTo>
                  <a:pt x="68899" y="96154"/>
                </a:moveTo>
                <a:lnTo>
                  <a:pt x="68949" y="96204"/>
                </a:lnTo>
                <a:cubicBezTo>
                  <a:pt x="69795" y="97075"/>
                  <a:pt x="70641" y="97847"/>
                  <a:pt x="71413" y="98569"/>
                </a:cubicBezTo>
                <a:cubicBezTo>
                  <a:pt x="72234" y="99290"/>
                  <a:pt x="72981" y="99888"/>
                  <a:pt x="73678" y="100410"/>
                </a:cubicBezTo>
                <a:cubicBezTo>
                  <a:pt x="73603" y="100460"/>
                  <a:pt x="73529" y="100510"/>
                  <a:pt x="73429" y="100560"/>
                </a:cubicBezTo>
                <a:cubicBezTo>
                  <a:pt x="73080" y="100759"/>
                  <a:pt x="72782" y="100958"/>
                  <a:pt x="72433" y="101157"/>
                </a:cubicBezTo>
                <a:cubicBezTo>
                  <a:pt x="72259" y="101257"/>
                  <a:pt x="72085" y="101331"/>
                  <a:pt x="71911" y="101456"/>
                </a:cubicBezTo>
                <a:cubicBezTo>
                  <a:pt x="67804" y="103771"/>
                  <a:pt x="63721" y="105513"/>
                  <a:pt x="59863" y="106608"/>
                </a:cubicBezTo>
                <a:cubicBezTo>
                  <a:pt x="60461" y="104916"/>
                  <a:pt x="60834" y="103149"/>
                  <a:pt x="60983" y="101307"/>
                </a:cubicBezTo>
                <a:cubicBezTo>
                  <a:pt x="61058" y="101282"/>
                  <a:pt x="61108" y="101257"/>
                  <a:pt x="61183" y="101182"/>
                </a:cubicBezTo>
                <a:cubicBezTo>
                  <a:pt x="63398" y="99888"/>
                  <a:pt x="65588" y="98444"/>
                  <a:pt x="67804" y="96901"/>
                </a:cubicBezTo>
                <a:cubicBezTo>
                  <a:pt x="68177" y="96627"/>
                  <a:pt x="68525" y="96378"/>
                  <a:pt x="68899" y="96154"/>
                </a:cubicBezTo>
                <a:close/>
                <a:moveTo>
                  <a:pt x="60809" y="101431"/>
                </a:moveTo>
                <a:cubicBezTo>
                  <a:pt x="60610" y="103273"/>
                  <a:pt x="60262" y="105015"/>
                  <a:pt x="59689" y="106658"/>
                </a:cubicBezTo>
                <a:cubicBezTo>
                  <a:pt x="59652" y="106658"/>
                  <a:pt x="59629" y="106658"/>
                  <a:pt x="59620" y="106668"/>
                </a:cubicBezTo>
                <a:lnTo>
                  <a:pt x="59620" y="106668"/>
                </a:lnTo>
                <a:cubicBezTo>
                  <a:pt x="60189" y="105029"/>
                  <a:pt x="60561" y="103267"/>
                  <a:pt x="60734" y="101456"/>
                </a:cubicBezTo>
                <a:cubicBezTo>
                  <a:pt x="60784" y="101456"/>
                  <a:pt x="60784" y="101431"/>
                  <a:pt x="60809" y="101431"/>
                </a:cubicBezTo>
                <a:close/>
                <a:moveTo>
                  <a:pt x="47468" y="96328"/>
                </a:moveTo>
                <a:cubicBezTo>
                  <a:pt x="47891" y="96577"/>
                  <a:pt x="48364" y="96801"/>
                  <a:pt x="48837" y="96976"/>
                </a:cubicBezTo>
                <a:cubicBezTo>
                  <a:pt x="47990" y="100510"/>
                  <a:pt x="46397" y="103920"/>
                  <a:pt x="44033" y="106882"/>
                </a:cubicBezTo>
                <a:cubicBezTo>
                  <a:pt x="43933" y="106783"/>
                  <a:pt x="43809" y="106733"/>
                  <a:pt x="43659" y="106658"/>
                </a:cubicBezTo>
                <a:cubicBezTo>
                  <a:pt x="43410" y="106559"/>
                  <a:pt x="43136" y="106434"/>
                  <a:pt x="42888" y="106359"/>
                </a:cubicBezTo>
                <a:cubicBezTo>
                  <a:pt x="42688" y="106260"/>
                  <a:pt x="42514" y="106135"/>
                  <a:pt x="42290" y="106036"/>
                </a:cubicBezTo>
                <a:cubicBezTo>
                  <a:pt x="42041" y="105911"/>
                  <a:pt x="41817" y="105787"/>
                  <a:pt x="41618" y="105662"/>
                </a:cubicBezTo>
                <a:lnTo>
                  <a:pt x="41568" y="105662"/>
                </a:lnTo>
                <a:cubicBezTo>
                  <a:pt x="41394" y="105538"/>
                  <a:pt x="41245" y="105414"/>
                  <a:pt x="41046" y="105289"/>
                </a:cubicBezTo>
                <a:lnTo>
                  <a:pt x="40398" y="104816"/>
                </a:lnTo>
                <a:cubicBezTo>
                  <a:pt x="40249" y="104692"/>
                  <a:pt x="40075" y="104542"/>
                  <a:pt x="39926" y="104393"/>
                </a:cubicBezTo>
                <a:cubicBezTo>
                  <a:pt x="39776" y="104244"/>
                  <a:pt x="39577" y="104119"/>
                  <a:pt x="39428" y="103945"/>
                </a:cubicBezTo>
                <a:cubicBezTo>
                  <a:pt x="39801" y="103572"/>
                  <a:pt x="40174" y="103198"/>
                  <a:pt x="40523" y="102800"/>
                </a:cubicBezTo>
                <a:lnTo>
                  <a:pt x="40647" y="102676"/>
                </a:lnTo>
                <a:cubicBezTo>
                  <a:pt x="41046" y="102203"/>
                  <a:pt x="41419" y="101755"/>
                  <a:pt x="41792" y="101282"/>
                </a:cubicBezTo>
                <a:cubicBezTo>
                  <a:pt x="42614" y="100211"/>
                  <a:pt x="43360" y="99091"/>
                  <a:pt x="43983" y="97921"/>
                </a:cubicBezTo>
                <a:cubicBezTo>
                  <a:pt x="45128" y="97424"/>
                  <a:pt x="46273" y="96901"/>
                  <a:pt x="47468" y="96328"/>
                </a:cubicBezTo>
                <a:close/>
                <a:moveTo>
                  <a:pt x="73877" y="100535"/>
                </a:moveTo>
                <a:lnTo>
                  <a:pt x="73902" y="100560"/>
                </a:lnTo>
                <a:cubicBezTo>
                  <a:pt x="73902" y="100560"/>
                  <a:pt x="73927" y="100560"/>
                  <a:pt x="73927" y="100585"/>
                </a:cubicBezTo>
                <a:cubicBezTo>
                  <a:pt x="73877" y="100635"/>
                  <a:pt x="73802" y="100684"/>
                  <a:pt x="73753" y="100709"/>
                </a:cubicBezTo>
                <a:cubicBezTo>
                  <a:pt x="73529" y="100834"/>
                  <a:pt x="73304" y="100958"/>
                  <a:pt x="73130" y="101083"/>
                </a:cubicBezTo>
                <a:lnTo>
                  <a:pt x="72856" y="101282"/>
                </a:lnTo>
                <a:cubicBezTo>
                  <a:pt x="72657" y="101406"/>
                  <a:pt x="72433" y="101506"/>
                  <a:pt x="72259" y="101630"/>
                </a:cubicBezTo>
                <a:cubicBezTo>
                  <a:pt x="71637" y="101954"/>
                  <a:pt x="71015" y="102302"/>
                  <a:pt x="70417" y="102626"/>
                </a:cubicBezTo>
                <a:lnTo>
                  <a:pt x="69870" y="102900"/>
                </a:lnTo>
                <a:cubicBezTo>
                  <a:pt x="69421" y="103124"/>
                  <a:pt x="68998" y="103323"/>
                  <a:pt x="68575" y="103547"/>
                </a:cubicBezTo>
                <a:cubicBezTo>
                  <a:pt x="68028" y="103821"/>
                  <a:pt x="67505" y="104069"/>
                  <a:pt x="66932" y="104318"/>
                </a:cubicBezTo>
                <a:cubicBezTo>
                  <a:pt x="66883" y="104368"/>
                  <a:pt x="66783" y="104393"/>
                  <a:pt x="66708" y="104418"/>
                </a:cubicBezTo>
                <a:cubicBezTo>
                  <a:pt x="64418" y="105438"/>
                  <a:pt x="62103" y="106285"/>
                  <a:pt x="59913" y="106907"/>
                </a:cubicBezTo>
                <a:lnTo>
                  <a:pt x="59913" y="106882"/>
                </a:lnTo>
                <a:lnTo>
                  <a:pt x="59913" y="106857"/>
                </a:lnTo>
                <a:cubicBezTo>
                  <a:pt x="59938" y="106783"/>
                  <a:pt x="60038" y="106758"/>
                  <a:pt x="60112" y="106733"/>
                </a:cubicBezTo>
                <a:cubicBezTo>
                  <a:pt x="60311" y="106658"/>
                  <a:pt x="60461" y="106633"/>
                  <a:pt x="60635" y="106559"/>
                </a:cubicBezTo>
                <a:cubicBezTo>
                  <a:pt x="61083" y="106434"/>
                  <a:pt x="61506" y="106285"/>
                  <a:pt x="61954" y="106135"/>
                </a:cubicBezTo>
                <a:cubicBezTo>
                  <a:pt x="61979" y="106135"/>
                  <a:pt x="62004" y="106111"/>
                  <a:pt x="62079" y="106111"/>
                </a:cubicBezTo>
                <a:cubicBezTo>
                  <a:pt x="62203" y="106061"/>
                  <a:pt x="62303" y="106036"/>
                  <a:pt x="62427" y="106011"/>
                </a:cubicBezTo>
                <a:cubicBezTo>
                  <a:pt x="62925" y="105812"/>
                  <a:pt x="63448" y="105638"/>
                  <a:pt x="63945" y="105438"/>
                </a:cubicBezTo>
                <a:cubicBezTo>
                  <a:pt x="63995" y="105414"/>
                  <a:pt x="64095" y="105389"/>
                  <a:pt x="64169" y="105364"/>
                </a:cubicBezTo>
                <a:cubicBezTo>
                  <a:pt x="64692" y="105140"/>
                  <a:pt x="65240" y="104916"/>
                  <a:pt x="65787" y="104692"/>
                </a:cubicBezTo>
                <a:cubicBezTo>
                  <a:pt x="65837" y="104667"/>
                  <a:pt x="65862" y="104667"/>
                  <a:pt x="65937" y="104642"/>
                </a:cubicBezTo>
                <a:cubicBezTo>
                  <a:pt x="66484" y="104393"/>
                  <a:pt x="67032" y="104144"/>
                  <a:pt x="67580" y="103895"/>
                </a:cubicBezTo>
                <a:cubicBezTo>
                  <a:pt x="67654" y="103870"/>
                  <a:pt x="67679" y="103870"/>
                  <a:pt x="67729" y="103821"/>
                </a:cubicBezTo>
                <a:cubicBezTo>
                  <a:pt x="68276" y="103572"/>
                  <a:pt x="68824" y="103298"/>
                  <a:pt x="69347" y="103024"/>
                </a:cubicBezTo>
                <a:lnTo>
                  <a:pt x="69546" y="102924"/>
                </a:lnTo>
                <a:cubicBezTo>
                  <a:pt x="70069" y="102676"/>
                  <a:pt x="70566" y="102402"/>
                  <a:pt x="71089" y="102078"/>
                </a:cubicBezTo>
                <a:lnTo>
                  <a:pt x="71139" y="102078"/>
                </a:lnTo>
                <a:cubicBezTo>
                  <a:pt x="71214" y="102053"/>
                  <a:pt x="71288" y="102004"/>
                  <a:pt x="71388" y="101954"/>
                </a:cubicBezTo>
                <a:cubicBezTo>
                  <a:pt x="71637" y="101804"/>
                  <a:pt x="71911" y="101680"/>
                  <a:pt x="72160" y="101531"/>
                </a:cubicBezTo>
                <a:cubicBezTo>
                  <a:pt x="72309" y="101431"/>
                  <a:pt x="72458" y="101331"/>
                  <a:pt x="72657" y="101257"/>
                </a:cubicBezTo>
                <a:cubicBezTo>
                  <a:pt x="72757" y="101182"/>
                  <a:pt x="72856" y="101157"/>
                  <a:pt x="72906" y="101083"/>
                </a:cubicBezTo>
                <a:cubicBezTo>
                  <a:pt x="73006" y="101033"/>
                  <a:pt x="73130" y="100958"/>
                  <a:pt x="73230" y="100908"/>
                </a:cubicBezTo>
                <a:lnTo>
                  <a:pt x="73255" y="100883"/>
                </a:lnTo>
                <a:cubicBezTo>
                  <a:pt x="73404" y="100784"/>
                  <a:pt x="73529" y="100684"/>
                  <a:pt x="73678" y="100635"/>
                </a:cubicBezTo>
                <a:lnTo>
                  <a:pt x="73877" y="100535"/>
                </a:lnTo>
                <a:close/>
                <a:moveTo>
                  <a:pt x="49135" y="96976"/>
                </a:moveTo>
                <a:cubicBezTo>
                  <a:pt x="48289" y="100510"/>
                  <a:pt x="46721" y="103920"/>
                  <a:pt x="44381" y="106882"/>
                </a:cubicBezTo>
                <a:cubicBezTo>
                  <a:pt x="44366" y="106911"/>
                  <a:pt x="44343" y="106923"/>
                  <a:pt x="44327" y="106923"/>
                </a:cubicBezTo>
                <a:cubicBezTo>
                  <a:pt x="44315" y="106923"/>
                  <a:pt x="44306" y="106917"/>
                  <a:pt x="44306" y="106907"/>
                </a:cubicBezTo>
                <a:cubicBezTo>
                  <a:pt x="46621" y="103920"/>
                  <a:pt x="48214" y="100485"/>
                  <a:pt x="49085" y="96976"/>
                </a:cubicBezTo>
                <a:close/>
                <a:moveTo>
                  <a:pt x="41519" y="105762"/>
                </a:moveTo>
                <a:cubicBezTo>
                  <a:pt x="41668" y="105862"/>
                  <a:pt x="41792" y="105936"/>
                  <a:pt x="41942" y="106036"/>
                </a:cubicBezTo>
                <a:lnTo>
                  <a:pt x="42141" y="106135"/>
                </a:lnTo>
                <a:cubicBezTo>
                  <a:pt x="42440" y="106310"/>
                  <a:pt x="42763" y="106484"/>
                  <a:pt x="43087" y="106633"/>
                </a:cubicBezTo>
                <a:cubicBezTo>
                  <a:pt x="43211" y="106683"/>
                  <a:pt x="43385" y="106758"/>
                  <a:pt x="43535" y="106807"/>
                </a:cubicBezTo>
                <a:lnTo>
                  <a:pt x="44008" y="107007"/>
                </a:lnTo>
                <a:lnTo>
                  <a:pt x="44008" y="107031"/>
                </a:lnTo>
                <a:cubicBezTo>
                  <a:pt x="43096" y="106684"/>
                  <a:pt x="42260" y="106261"/>
                  <a:pt x="41483" y="105762"/>
                </a:cubicBezTo>
                <a:close/>
                <a:moveTo>
                  <a:pt x="9011" y="104169"/>
                </a:moveTo>
                <a:lnTo>
                  <a:pt x="9011" y="104169"/>
                </a:lnTo>
                <a:cubicBezTo>
                  <a:pt x="9782" y="105065"/>
                  <a:pt x="10305" y="105613"/>
                  <a:pt x="10380" y="105662"/>
                </a:cubicBezTo>
                <a:lnTo>
                  <a:pt x="10405" y="105687"/>
                </a:lnTo>
                <a:lnTo>
                  <a:pt x="10678" y="105986"/>
                </a:lnTo>
                <a:cubicBezTo>
                  <a:pt x="10753" y="106036"/>
                  <a:pt x="10828" y="106135"/>
                  <a:pt x="10927" y="106185"/>
                </a:cubicBezTo>
                <a:cubicBezTo>
                  <a:pt x="11258" y="106516"/>
                  <a:pt x="11589" y="106827"/>
                  <a:pt x="11936" y="107153"/>
                </a:cubicBezTo>
                <a:lnTo>
                  <a:pt x="11936" y="107153"/>
                </a:lnTo>
                <a:cubicBezTo>
                  <a:pt x="11892" y="107121"/>
                  <a:pt x="11845" y="107091"/>
                  <a:pt x="11799" y="107056"/>
                </a:cubicBezTo>
                <a:cubicBezTo>
                  <a:pt x="11799" y="107056"/>
                  <a:pt x="11774" y="107031"/>
                  <a:pt x="11749" y="107031"/>
                </a:cubicBezTo>
                <a:lnTo>
                  <a:pt x="11599" y="106907"/>
                </a:lnTo>
                <a:cubicBezTo>
                  <a:pt x="11400" y="106708"/>
                  <a:pt x="11176" y="106534"/>
                  <a:pt x="10977" y="106310"/>
                </a:cubicBezTo>
                <a:cubicBezTo>
                  <a:pt x="10927" y="106260"/>
                  <a:pt x="10853" y="106235"/>
                  <a:pt x="10803" y="106160"/>
                </a:cubicBezTo>
                <a:cubicBezTo>
                  <a:pt x="10678" y="106036"/>
                  <a:pt x="10554" y="105911"/>
                  <a:pt x="10405" y="105787"/>
                </a:cubicBezTo>
                <a:cubicBezTo>
                  <a:pt x="10330" y="105737"/>
                  <a:pt x="10280" y="105662"/>
                  <a:pt x="10255" y="105613"/>
                </a:cubicBezTo>
                <a:cubicBezTo>
                  <a:pt x="10106" y="105488"/>
                  <a:pt x="10031" y="105364"/>
                  <a:pt x="9907" y="105239"/>
                </a:cubicBezTo>
                <a:cubicBezTo>
                  <a:pt x="9708" y="105040"/>
                  <a:pt x="9533" y="104816"/>
                  <a:pt x="9384" y="104642"/>
                </a:cubicBezTo>
                <a:lnTo>
                  <a:pt x="9285" y="104542"/>
                </a:lnTo>
                <a:lnTo>
                  <a:pt x="9011" y="104169"/>
                </a:lnTo>
                <a:close/>
                <a:moveTo>
                  <a:pt x="60685" y="96951"/>
                </a:moveTo>
                <a:lnTo>
                  <a:pt x="60685" y="96951"/>
                </a:lnTo>
                <a:cubicBezTo>
                  <a:pt x="60784" y="98345"/>
                  <a:pt x="60734" y="99714"/>
                  <a:pt x="60635" y="101083"/>
                </a:cubicBezTo>
                <a:cubicBezTo>
                  <a:pt x="56055" y="103696"/>
                  <a:pt x="51525" y="105911"/>
                  <a:pt x="47094" y="107654"/>
                </a:cubicBezTo>
                <a:cubicBezTo>
                  <a:pt x="46970" y="107629"/>
                  <a:pt x="46845" y="107604"/>
                  <a:pt x="46721" y="107604"/>
                </a:cubicBezTo>
                <a:cubicBezTo>
                  <a:pt x="46397" y="107529"/>
                  <a:pt x="46099" y="107480"/>
                  <a:pt x="45800" y="107405"/>
                </a:cubicBezTo>
                <a:lnTo>
                  <a:pt x="45153" y="107231"/>
                </a:lnTo>
                <a:cubicBezTo>
                  <a:pt x="44978" y="107156"/>
                  <a:pt x="44754" y="107106"/>
                  <a:pt x="44555" y="107031"/>
                </a:cubicBezTo>
                <a:cubicBezTo>
                  <a:pt x="46895" y="104045"/>
                  <a:pt x="48488" y="100610"/>
                  <a:pt x="49334" y="97125"/>
                </a:cubicBezTo>
                <a:cubicBezTo>
                  <a:pt x="50778" y="97623"/>
                  <a:pt x="52396" y="97872"/>
                  <a:pt x="54213" y="97872"/>
                </a:cubicBezTo>
                <a:cubicBezTo>
                  <a:pt x="56204" y="97872"/>
                  <a:pt x="58370" y="97573"/>
                  <a:pt x="60685" y="96951"/>
                </a:cubicBezTo>
                <a:close/>
                <a:moveTo>
                  <a:pt x="60560" y="101282"/>
                </a:moveTo>
                <a:lnTo>
                  <a:pt x="60560" y="101331"/>
                </a:lnTo>
                <a:cubicBezTo>
                  <a:pt x="56204" y="103895"/>
                  <a:pt x="51848" y="106036"/>
                  <a:pt x="47542" y="107728"/>
                </a:cubicBezTo>
                <a:lnTo>
                  <a:pt x="47418" y="107728"/>
                </a:lnTo>
                <a:cubicBezTo>
                  <a:pt x="51749" y="106036"/>
                  <a:pt x="56130" y="103895"/>
                  <a:pt x="60560" y="101282"/>
                </a:cubicBezTo>
                <a:close/>
                <a:moveTo>
                  <a:pt x="44381" y="107156"/>
                </a:moveTo>
                <a:cubicBezTo>
                  <a:pt x="44481" y="107181"/>
                  <a:pt x="44530" y="107231"/>
                  <a:pt x="44630" y="107256"/>
                </a:cubicBezTo>
                <a:cubicBezTo>
                  <a:pt x="44779" y="107305"/>
                  <a:pt x="44929" y="107355"/>
                  <a:pt x="45103" y="107405"/>
                </a:cubicBezTo>
                <a:lnTo>
                  <a:pt x="45750" y="107604"/>
                </a:lnTo>
                <a:lnTo>
                  <a:pt x="46223" y="107679"/>
                </a:lnTo>
                <a:cubicBezTo>
                  <a:pt x="46422" y="107728"/>
                  <a:pt x="46596" y="107753"/>
                  <a:pt x="46721" y="107778"/>
                </a:cubicBezTo>
                <a:cubicBezTo>
                  <a:pt x="46671" y="107778"/>
                  <a:pt x="46671" y="107778"/>
                  <a:pt x="46646" y="107803"/>
                </a:cubicBezTo>
                <a:cubicBezTo>
                  <a:pt x="45850" y="107654"/>
                  <a:pt x="45103" y="107480"/>
                  <a:pt x="44356" y="107181"/>
                </a:cubicBezTo>
                <a:lnTo>
                  <a:pt x="44381" y="107156"/>
                </a:lnTo>
                <a:close/>
                <a:moveTo>
                  <a:pt x="47163" y="107859"/>
                </a:moveTo>
                <a:cubicBezTo>
                  <a:pt x="47175" y="107859"/>
                  <a:pt x="47194" y="107865"/>
                  <a:pt x="47219" y="107878"/>
                </a:cubicBezTo>
                <a:cubicBezTo>
                  <a:pt x="47219" y="107878"/>
                  <a:pt x="47169" y="107878"/>
                  <a:pt x="47169" y="107903"/>
                </a:cubicBezTo>
                <a:cubicBezTo>
                  <a:pt x="47169" y="107903"/>
                  <a:pt x="47144" y="107903"/>
                  <a:pt x="47144" y="107928"/>
                </a:cubicBezTo>
                <a:cubicBezTo>
                  <a:pt x="47119" y="107928"/>
                  <a:pt x="47094" y="107903"/>
                  <a:pt x="47019" y="107903"/>
                </a:cubicBezTo>
                <a:lnTo>
                  <a:pt x="47094" y="107903"/>
                </a:lnTo>
                <a:cubicBezTo>
                  <a:pt x="47119" y="107903"/>
                  <a:pt x="47119" y="107903"/>
                  <a:pt x="47144" y="107878"/>
                </a:cubicBezTo>
                <a:cubicBezTo>
                  <a:pt x="47144" y="107865"/>
                  <a:pt x="47150" y="107859"/>
                  <a:pt x="47163" y="107859"/>
                </a:cubicBezTo>
                <a:close/>
                <a:moveTo>
                  <a:pt x="60535" y="101630"/>
                </a:moveTo>
                <a:lnTo>
                  <a:pt x="60535" y="101630"/>
                </a:lnTo>
                <a:cubicBezTo>
                  <a:pt x="60336" y="103422"/>
                  <a:pt x="59963" y="105165"/>
                  <a:pt x="59415" y="106758"/>
                </a:cubicBezTo>
                <a:cubicBezTo>
                  <a:pt x="57847" y="107131"/>
                  <a:pt x="56329" y="107480"/>
                  <a:pt x="54860" y="107679"/>
                </a:cubicBezTo>
                <a:lnTo>
                  <a:pt x="54810" y="107679"/>
                </a:lnTo>
                <a:cubicBezTo>
                  <a:pt x="54736" y="107679"/>
                  <a:pt x="54686" y="107728"/>
                  <a:pt x="54586" y="107728"/>
                </a:cubicBezTo>
                <a:cubicBezTo>
                  <a:pt x="54238" y="107753"/>
                  <a:pt x="53939" y="107803"/>
                  <a:pt x="53591" y="107853"/>
                </a:cubicBezTo>
                <a:cubicBezTo>
                  <a:pt x="53342" y="107878"/>
                  <a:pt x="53118" y="107878"/>
                  <a:pt x="52894" y="107903"/>
                </a:cubicBezTo>
                <a:cubicBezTo>
                  <a:pt x="52819" y="107903"/>
                  <a:pt x="52720" y="107903"/>
                  <a:pt x="52620" y="107928"/>
                </a:cubicBezTo>
                <a:cubicBezTo>
                  <a:pt x="52496" y="107928"/>
                  <a:pt x="52371" y="107977"/>
                  <a:pt x="52247" y="107977"/>
                </a:cubicBezTo>
                <a:cubicBezTo>
                  <a:pt x="51973" y="107977"/>
                  <a:pt x="51649" y="108002"/>
                  <a:pt x="51375" y="108002"/>
                </a:cubicBezTo>
                <a:lnTo>
                  <a:pt x="50853" y="108002"/>
                </a:lnTo>
                <a:cubicBezTo>
                  <a:pt x="50280" y="108002"/>
                  <a:pt x="49733" y="107977"/>
                  <a:pt x="49160" y="107928"/>
                </a:cubicBezTo>
                <a:lnTo>
                  <a:pt x="49135" y="107928"/>
                </a:lnTo>
                <a:cubicBezTo>
                  <a:pt x="49011" y="107928"/>
                  <a:pt x="48886" y="107903"/>
                  <a:pt x="48762" y="107903"/>
                </a:cubicBezTo>
                <a:cubicBezTo>
                  <a:pt x="48662" y="107903"/>
                  <a:pt x="48588" y="107878"/>
                  <a:pt x="48488" y="107878"/>
                </a:cubicBezTo>
                <a:cubicBezTo>
                  <a:pt x="48289" y="107853"/>
                  <a:pt x="48140" y="107853"/>
                  <a:pt x="47965" y="107803"/>
                </a:cubicBezTo>
                <a:cubicBezTo>
                  <a:pt x="52072" y="106160"/>
                  <a:pt x="56254" y="104119"/>
                  <a:pt x="60535" y="101630"/>
                </a:cubicBezTo>
                <a:close/>
                <a:moveTo>
                  <a:pt x="59316" y="106957"/>
                </a:moveTo>
                <a:lnTo>
                  <a:pt x="59316" y="107007"/>
                </a:lnTo>
                <a:lnTo>
                  <a:pt x="59316" y="107031"/>
                </a:lnTo>
                <a:cubicBezTo>
                  <a:pt x="58594" y="107206"/>
                  <a:pt x="57847" y="107405"/>
                  <a:pt x="57125" y="107554"/>
                </a:cubicBezTo>
                <a:cubicBezTo>
                  <a:pt x="57001" y="107579"/>
                  <a:pt x="56876" y="107579"/>
                  <a:pt x="56752" y="107629"/>
                </a:cubicBezTo>
                <a:cubicBezTo>
                  <a:pt x="56155" y="107753"/>
                  <a:pt x="55582" y="107828"/>
                  <a:pt x="54985" y="107928"/>
                </a:cubicBezTo>
                <a:cubicBezTo>
                  <a:pt x="54960" y="107928"/>
                  <a:pt x="54910" y="107928"/>
                  <a:pt x="54860" y="107952"/>
                </a:cubicBezTo>
                <a:cubicBezTo>
                  <a:pt x="54761" y="107952"/>
                  <a:pt x="54661" y="108002"/>
                  <a:pt x="54611" y="108002"/>
                </a:cubicBezTo>
                <a:cubicBezTo>
                  <a:pt x="54263" y="108027"/>
                  <a:pt x="53914" y="108077"/>
                  <a:pt x="53616" y="108127"/>
                </a:cubicBezTo>
                <a:cubicBezTo>
                  <a:pt x="53367" y="108152"/>
                  <a:pt x="53143" y="108152"/>
                  <a:pt x="52894" y="108176"/>
                </a:cubicBezTo>
                <a:cubicBezTo>
                  <a:pt x="52844" y="108176"/>
                  <a:pt x="52744" y="108176"/>
                  <a:pt x="52670" y="108201"/>
                </a:cubicBezTo>
                <a:cubicBezTo>
                  <a:pt x="52520" y="108201"/>
                  <a:pt x="52371" y="108251"/>
                  <a:pt x="52247" y="108251"/>
                </a:cubicBezTo>
                <a:cubicBezTo>
                  <a:pt x="51774" y="108276"/>
                  <a:pt x="51301" y="108276"/>
                  <a:pt x="50853" y="108276"/>
                </a:cubicBezTo>
                <a:lnTo>
                  <a:pt x="50430" y="108276"/>
                </a:lnTo>
                <a:cubicBezTo>
                  <a:pt x="49982" y="108276"/>
                  <a:pt x="49509" y="108251"/>
                  <a:pt x="49061" y="108226"/>
                </a:cubicBezTo>
                <a:cubicBezTo>
                  <a:pt x="48986" y="108226"/>
                  <a:pt x="48911" y="108226"/>
                  <a:pt x="48812" y="108176"/>
                </a:cubicBezTo>
                <a:cubicBezTo>
                  <a:pt x="48538" y="108152"/>
                  <a:pt x="48289" y="108127"/>
                  <a:pt x="48015" y="108077"/>
                </a:cubicBezTo>
                <a:cubicBezTo>
                  <a:pt x="47816" y="108052"/>
                  <a:pt x="47642" y="108052"/>
                  <a:pt x="47492" y="108027"/>
                </a:cubicBezTo>
                <a:cubicBezTo>
                  <a:pt x="47517" y="107977"/>
                  <a:pt x="47517" y="107977"/>
                  <a:pt x="47542" y="107928"/>
                </a:cubicBezTo>
                <a:cubicBezTo>
                  <a:pt x="47592" y="107928"/>
                  <a:pt x="47592" y="107928"/>
                  <a:pt x="47617" y="107903"/>
                </a:cubicBezTo>
                <a:lnTo>
                  <a:pt x="47716" y="107903"/>
                </a:lnTo>
                <a:cubicBezTo>
                  <a:pt x="48090" y="107952"/>
                  <a:pt x="48463" y="108002"/>
                  <a:pt x="48837" y="108027"/>
                </a:cubicBezTo>
                <a:cubicBezTo>
                  <a:pt x="48911" y="108027"/>
                  <a:pt x="48986" y="108052"/>
                  <a:pt x="49036" y="108052"/>
                </a:cubicBezTo>
                <a:lnTo>
                  <a:pt x="49235" y="108052"/>
                </a:lnTo>
                <a:cubicBezTo>
                  <a:pt x="49758" y="108102"/>
                  <a:pt x="50280" y="108127"/>
                  <a:pt x="50803" y="108127"/>
                </a:cubicBezTo>
                <a:cubicBezTo>
                  <a:pt x="51276" y="108127"/>
                  <a:pt x="51749" y="108077"/>
                  <a:pt x="52222" y="108077"/>
                </a:cubicBezTo>
                <a:lnTo>
                  <a:pt x="52247" y="108077"/>
                </a:lnTo>
                <a:cubicBezTo>
                  <a:pt x="52346" y="108077"/>
                  <a:pt x="52471" y="108077"/>
                  <a:pt x="52545" y="108052"/>
                </a:cubicBezTo>
                <a:cubicBezTo>
                  <a:pt x="52645" y="108052"/>
                  <a:pt x="52744" y="108052"/>
                  <a:pt x="52844" y="108027"/>
                </a:cubicBezTo>
                <a:lnTo>
                  <a:pt x="52968" y="108027"/>
                </a:lnTo>
                <a:cubicBezTo>
                  <a:pt x="53168" y="108002"/>
                  <a:pt x="53367" y="108002"/>
                  <a:pt x="53591" y="107952"/>
                </a:cubicBezTo>
                <a:lnTo>
                  <a:pt x="53616" y="107952"/>
                </a:lnTo>
                <a:cubicBezTo>
                  <a:pt x="53765" y="107928"/>
                  <a:pt x="53964" y="107928"/>
                  <a:pt x="54113" y="107903"/>
                </a:cubicBezTo>
                <a:cubicBezTo>
                  <a:pt x="54238" y="107878"/>
                  <a:pt x="54387" y="107878"/>
                  <a:pt x="54512" y="107828"/>
                </a:cubicBezTo>
                <a:lnTo>
                  <a:pt x="54636" y="107828"/>
                </a:lnTo>
                <a:cubicBezTo>
                  <a:pt x="54711" y="107828"/>
                  <a:pt x="54810" y="107803"/>
                  <a:pt x="54860" y="107803"/>
                </a:cubicBezTo>
                <a:lnTo>
                  <a:pt x="55607" y="107704"/>
                </a:lnTo>
                <a:lnTo>
                  <a:pt x="55657" y="107704"/>
                </a:lnTo>
                <a:cubicBezTo>
                  <a:pt x="55731" y="107704"/>
                  <a:pt x="55781" y="107679"/>
                  <a:pt x="55856" y="107679"/>
                </a:cubicBezTo>
                <a:cubicBezTo>
                  <a:pt x="56329" y="107579"/>
                  <a:pt x="56777" y="107529"/>
                  <a:pt x="57250" y="107430"/>
                </a:cubicBezTo>
                <a:cubicBezTo>
                  <a:pt x="57349" y="107405"/>
                  <a:pt x="57474" y="107380"/>
                  <a:pt x="57573" y="107380"/>
                </a:cubicBezTo>
                <a:cubicBezTo>
                  <a:pt x="57648" y="107330"/>
                  <a:pt x="57772" y="107305"/>
                  <a:pt x="57872" y="107305"/>
                </a:cubicBezTo>
                <a:cubicBezTo>
                  <a:pt x="57947" y="107305"/>
                  <a:pt x="57972" y="107280"/>
                  <a:pt x="58021" y="107280"/>
                </a:cubicBezTo>
                <a:cubicBezTo>
                  <a:pt x="58345" y="107206"/>
                  <a:pt x="58619" y="107156"/>
                  <a:pt x="58942" y="107056"/>
                </a:cubicBezTo>
                <a:lnTo>
                  <a:pt x="59316" y="106957"/>
                </a:lnTo>
                <a:close/>
                <a:moveTo>
                  <a:pt x="44232" y="107380"/>
                </a:moveTo>
                <a:cubicBezTo>
                  <a:pt x="44257" y="107380"/>
                  <a:pt x="44281" y="107405"/>
                  <a:pt x="44306" y="107405"/>
                </a:cubicBezTo>
                <a:cubicBezTo>
                  <a:pt x="44381" y="107430"/>
                  <a:pt x="44431" y="107430"/>
                  <a:pt x="44505" y="107480"/>
                </a:cubicBezTo>
                <a:cubicBezTo>
                  <a:pt x="44879" y="107604"/>
                  <a:pt x="45252" y="107679"/>
                  <a:pt x="45626" y="107778"/>
                </a:cubicBezTo>
                <a:cubicBezTo>
                  <a:pt x="45725" y="107803"/>
                  <a:pt x="45850" y="107853"/>
                  <a:pt x="45924" y="107853"/>
                </a:cubicBezTo>
                <a:cubicBezTo>
                  <a:pt x="46024" y="107878"/>
                  <a:pt x="46148" y="107903"/>
                  <a:pt x="46248" y="107928"/>
                </a:cubicBezTo>
                <a:cubicBezTo>
                  <a:pt x="45003" y="108400"/>
                  <a:pt x="43759" y="108799"/>
                  <a:pt x="42539" y="109172"/>
                </a:cubicBezTo>
                <a:cubicBezTo>
                  <a:pt x="43161" y="108625"/>
                  <a:pt x="43734" y="108027"/>
                  <a:pt x="44232" y="107380"/>
                </a:cubicBezTo>
                <a:close/>
                <a:moveTo>
                  <a:pt x="43983" y="107280"/>
                </a:moveTo>
                <a:cubicBezTo>
                  <a:pt x="44008" y="107280"/>
                  <a:pt x="44008" y="107305"/>
                  <a:pt x="44033" y="107305"/>
                </a:cubicBezTo>
                <a:cubicBezTo>
                  <a:pt x="43435" y="108027"/>
                  <a:pt x="42813" y="108724"/>
                  <a:pt x="42191" y="109346"/>
                </a:cubicBezTo>
                <a:cubicBezTo>
                  <a:pt x="42166" y="109346"/>
                  <a:pt x="42091" y="109371"/>
                  <a:pt x="42066" y="109371"/>
                </a:cubicBezTo>
                <a:cubicBezTo>
                  <a:pt x="42738" y="108724"/>
                  <a:pt x="43385" y="108027"/>
                  <a:pt x="43983" y="107280"/>
                </a:cubicBezTo>
                <a:close/>
                <a:moveTo>
                  <a:pt x="46621" y="108027"/>
                </a:moveTo>
                <a:cubicBezTo>
                  <a:pt x="46646" y="108027"/>
                  <a:pt x="46671" y="108027"/>
                  <a:pt x="46721" y="108052"/>
                </a:cubicBezTo>
                <a:cubicBezTo>
                  <a:pt x="45178" y="108649"/>
                  <a:pt x="43659" y="109147"/>
                  <a:pt x="42166" y="109620"/>
                </a:cubicBezTo>
                <a:cubicBezTo>
                  <a:pt x="42240" y="109595"/>
                  <a:pt x="42240" y="109545"/>
                  <a:pt x="42265" y="109521"/>
                </a:cubicBezTo>
                <a:cubicBezTo>
                  <a:pt x="43684" y="109097"/>
                  <a:pt x="45153" y="108600"/>
                  <a:pt x="46621" y="108027"/>
                </a:cubicBezTo>
                <a:close/>
                <a:moveTo>
                  <a:pt x="5924" y="97424"/>
                </a:moveTo>
                <a:lnTo>
                  <a:pt x="5949" y="97448"/>
                </a:lnTo>
                <a:cubicBezTo>
                  <a:pt x="6074" y="97548"/>
                  <a:pt x="6173" y="97672"/>
                  <a:pt x="6298" y="97772"/>
                </a:cubicBezTo>
                <a:cubicBezTo>
                  <a:pt x="6422" y="97897"/>
                  <a:pt x="6547" y="97971"/>
                  <a:pt x="6671" y="98096"/>
                </a:cubicBezTo>
                <a:cubicBezTo>
                  <a:pt x="6795" y="98220"/>
                  <a:pt x="6945" y="98320"/>
                  <a:pt x="7069" y="98419"/>
                </a:cubicBezTo>
                <a:cubicBezTo>
                  <a:pt x="7194" y="98519"/>
                  <a:pt x="7318" y="98593"/>
                  <a:pt x="7418" y="98693"/>
                </a:cubicBezTo>
                <a:cubicBezTo>
                  <a:pt x="7567" y="98817"/>
                  <a:pt x="7716" y="98917"/>
                  <a:pt x="7866" y="99041"/>
                </a:cubicBezTo>
                <a:cubicBezTo>
                  <a:pt x="7965" y="99091"/>
                  <a:pt x="8090" y="99191"/>
                  <a:pt x="8189" y="99266"/>
                </a:cubicBezTo>
                <a:cubicBezTo>
                  <a:pt x="8364" y="99390"/>
                  <a:pt x="8563" y="99514"/>
                  <a:pt x="8737" y="99589"/>
                </a:cubicBezTo>
                <a:cubicBezTo>
                  <a:pt x="8837" y="99664"/>
                  <a:pt x="8936" y="99714"/>
                  <a:pt x="9036" y="99763"/>
                </a:cubicBezTo>
                <a:cubicBezTo>
                  <a:pt x="9210" y="99888"/>
                  <a:pt x="9434" y="100012"/>
                  <a:pt x="9658" y="100087"/>
                </a:cubicBezTo>
                <a:cubicBezTo>
                  <a:pt x="9708" y="100137"/>
                  <a:pt x="9807" y="100186"/>
                  <a:pt x="9907" y="100211"/>
                </a:cubicBezTo>
                <a:cubicBezTo>
                  <a:pt x="10106" y="100336"/>
                  <a:pt x="10330" y="100435"/>
                  <a:pt x="10579" y="100560"/>
                </a:cubicBezTo>
                <a:cubicBezTo>
                  <a:pt x="10654" y="100585"/>
                  <a:pt x="10703" y="100635"/>
                  <a:pt x="10803" y="100659"/>
                </a:cubicBezTo>
                <a:cubicBezTo>
                  <a:pt x="11052" y="100784"/>
                  <a:pt x="11301" y="100883"/>
                  <a:pt x="11525" y="101008"/>
                </a:cubicBezTo>
                <a:cubicBezTo>
                  <a:pt x="11575" y="101033"/>
                  <a:pt x="11649" y="101058"/>
                  <a:pt x="11699" y="101058"/>
                </a:cubicBezTo>
                <a:cubicBezTo>
                  <a:pt x="11948" y="101157"/>
                  <a:pt x="12197" y="101282"/>
                  <a:pt x="12471" y="101381"/>
                </a:cubicBezTo>
                <a:cubicBezTo>
                  <a:pt x="12545" y="101406"/>
                  <a:pt x="12595" y="101406"/>
                  <a:pt x="12645" y="101431"/>
                </a:cubicBezTo>
                <a:cubicBezTo>
                  <a:pt x="12695" y="101456"/>
                  <a:pt x="12769" y="101456"/>
                  <a:pt x="12819" y="101506"/>
                </a:cubicBezTo>
                <a:cubicBezTo>
                  <a:pt x="13541" y="104567"/>
                  <a:pt x="14910" y="107405"/>
                  <a:pt x="16926" y="109745"/>
                </a:cubicBezTo>
                <a:cubicBezTo>
                  <a:pt x="16777" y="109670"/>
                  <a:pt x="16578" y="109620"/>
                  <a:pt x="16428" y="109545"/>
                </a:cubicBezTo>
                <a:cubicBezTo>
                  <a:pt x="16105" y="109396"/>
                  <a:pt x="15756" y="109247"/>
                  <a:pt x="15408" y="109048"/>
                </a:cubicBezTo>
                <a:cubicBezTo>
                  <a:pt x="15234" y="108973"/>
                  <a:pt x="15059" y="108898"/>
                  <a:pt x="14885" y="108799"/>
                </a:cubicBezTo>
                <a:lnTo>
                  <a:pt x="13939" y="108251"/>
                </a:lnTo>
                <a:cubicBezTo>
                  <a:pt x="13790" y="108152"/>
                  <a:pt x="13616" y="108052"/>
                  <a:pt x="13441" y="107928"/>
                </a:cubicBezTo>
                <a:cubicBezTo>
                  <a:pt x="13168" y="107778"/>
                  <a:pt x="12894" y="107554"/>
                  <a:pt x="12620" y="107355"/>
                </a:cubicBezTo>
                <a:lnTo>
                  <a:pt x="12147" y="106982"/>
                </a:lnTo>
                <a:cubicBezTo>
                  <a:pt x="11898" y="106758"/>
                  <a:pt x="11649" y="106534"/>
                  <a:pt x="11375" y="106310"/>
                </a:cubicBezTo>
                <a:cubicBezTo>
                  <a:pt x="11201" y="106185"/>
                  <a:pt x="11052" y="106036"/>
                  <a:pt x="10927" y="105911"/>
                </a:cubicBezTo>
                <a:lnTo>
                  <a:pt x="10878" y="105862"/>
                </a:lnTo>
                <a:cubicBezTo>
                  <a:pt x="10654" y="105638"/>
                  <a:pt x="10430" y="105414"/>
                  <a:pt x="10206" y="105165"/>
                </a:cubicBezTo>
                <a:cubicBezTo>
                  <a:pt x="10056" y="105015"/>
                  <a:pt x="9907" y="104816"/>
                  <a:pt x="9757" y="104667"/>
                </a:cubicBezTo>
                <a:cubicBezTo>
                  <a:pt x="9558" y="104418"/>
                  <a:pt x="9334" y="104169"/>
                  <a:pt x="9160" y="103945"/>
                </a:cubicBezTo>
                <a:cubicBezTo>
                  <a:pt x="9011" y="103771"/>
                  <a:pt x="8837" y="103547"/>
                  <a:pt x="8712" y="103373"/>
                </a:cubicBezTo>
                <a:cubicBezTo>
                  <a:pt x="8563" y="103124"/>
                  <a:pt x="8388" y="102875"/>
                  <a:pt x="8214" y="102626"/>
                </a:cubicBezTo>
                <a:cubicBezTo>
                  <a:pt x="8065" y="102402"/>
                  <a:pt x="7940" y="102178"/>
                  <a:pt x="7816" y="101929"/>
                </a:cubicBezTo>
                <a:cubicBezTo>
                  <a:pt x="7667" y="101680"/>
                  <a:pt x="7542" y="101431"/>
                  <a:pt x="7418" y="101157"/>
                </a:cubicBezTo>
                <a:cubicBezTo>
                  <a:pt x="7293" y="100908"/>
                  <a:pt x="7169" y="100659"/>
                  <a:pt x="7044" y="100386"/>
                </a:cubicBezTo>
                <a:cubicBezTo>
                  <a:pt x="6920" y="100137"/>
                  <a:pt x="6820" y="99838"/>
                  <a:pt x="6696" y="99564"/>
                </a:cubicBezTo>
                <a:cubicBezTo>
                  <a:pt x="6571" y="99290"/>
                  <a:pt x="6472" y="99017"/>
                  <a:pt x="6347" y="98718"/>
                </a:cubicBezTo>
                <a:lnTo>
                  <a:pt x="6074" y="97897"/>
                </a:lnTo>
                <a:cubicBezTo>
                  <a:pt x="6024" y="97722"/>
                  <a:pt x="5974" y="97573"/>
                  <a:pt x="5924" y="97424"/>
                </a:cubicBezTo>
                <a:close/>
                <a:moveTo>
                  <a:pt x="41892" y="109645"/>
                </a:moveTo>
                <a:lnTo>
                  <a:pt x="41792" y="109745"/>
                </a:lnTo>
                <a:cubicBezTo>
                  <a:pt x="41743" y="109745"/>
                  <a:pt x="41693" y="109770"/>
                  <a:pt x="41643" y="109770"/>
                </a:cubicBezTo>
                <a:lnTo>
                  <a:pt x="41743" y="109670"/>
                </a:lnTo>
                <a:cubicBezTo>
                  <a:pt x="41792" y="109670"/>
                  <a:pt x="41817" y="109645"/>
                  <a:pt x="41892" y="109645"/>
                </a:cubicBezTo>
                <a:close/>
                <a:moveTo>
                  <a:pt x="36665" y="100635"/>
                </a:moveTo>
                <a:lnTo>
                  <a:pt x="36939" y="101182"/>
                </a:lnTo>
                <a:cubicBezTo>
                  <a:pt x="36963" y="101207"/>
                  <a:pt x="36963" y="101257"/>
                  <a:pt x="37013" y="101282"/>
                </a:cubicBezTo>
                <a:cubicBezTo>
                  <a:pt x="37038" y="101331"/>
                  <a:pt x="37063" y="101406"/>
                  <a:pt x="37138" y="101506"/>
                </a:cubicBezTo>
                <a:cubicBezTo>
                  <a:pt x="37212" y="101655"/>
                  <a:pt x="37312" y="101829"/>
                  <a:pt x="37436" y="102004"/>
                </a:cubicBezTo>
                <a:cubicBezTo>
                  <a:pt x="37436" y="102028"/>
                  <a:pt x="37461" y="102028"/>
                  <a:pt x="37461" y="102053"/>
                </a:cubicBezTo>
                <a:cubicBezTo>
                  <a:pt x="37511" y="102128"/>
                  <a:pt x="37536" y="102178"/>
                  <a:pt x="37561" y="102203"/>
                </a:cubicBezTo>
                <a:cubicBezTo>
                  <a:pt x="37586" y="102277"/>
                  <a:pt x="37636" y="102327"/>
                  <a:pt x="37685" y="102402"/>
                </a:cubicBezTo>
                <a:cubicBezTo>
                  <a:pt x="37909" y="102700"/>
                  <a:pt x="38084" y="102999"/>
                  <a:pt x="38332" y="103273"/>
                </a:cubicBezTo>
                <a:cubicBezTo>
                  <a:pt x="38382" y="103323"/>
                  <a:pt x="38432" y="103373"/>
                  <a:pt x="38457" y="103397"/>
                </a:cubicBezTo>
                <a:cubicBezTo>
                  <a:pt x="38581" y="103547"/>
                  <a:pt x="38756" y="103696"/>
                  <a:pt x="38880" y="103870"/>
                </a:cubicBezTo>
                <a:lnTo>
                  <a:pt x="38955" y="103945"/>
                </a:lnTo>
                <a:cubicBezTo>
                  <a:pt x="39005" y="103995"/>
                  <a:pt x="39029" y="104020"/>
                  <a:pt x="39029" y="104045"/>
                </a:cubicBezTo>
                <a:lnTo>
                  <a:pt x="39278" y="104293"/>
                </a:lnTo>
                <a:cubicBezTo>
                  <a:pt x="39428" y="104443"/>
                  <a:pt x="39627" y="104617"/>
                  <a:pt x="39801" y="104766"/>
                </a:cubicBezTo>
                <a:cubicBezTo>
                  <a:pt x="39901" y="104866"/>
                  <a:pt x="40000" y="104941"/>
                  <a:pt x="40125" y="105015"/>
                </a:cubicBezTo>
                <a:cubicBezTo>
                  <a:pt x="40299" y="105165"/>
                  <a:pt x="40498" y="105314"/>
                  <a:pt x="40697" y="105438"/>
                </a:cubicBezTo>
                <a:cubicBezTo>
                  <a:pt x="40822" y="105538"/>
                  <a:pt x="40996" y="105638"/>
                  <a:pt x="41145" y="105762"/>
                </a:cubicBezTo>
                <a:cubicBezTo>
                  <a:pt x="41369" y="105911"/>
                  <a:pt x="41568" y="106036"/>
                  <a:pt x="41817" y="106185"/>
                </a:cubicBezTo>
                <a:cubicBezTo>
                  <a:pt x="41991" y="106285"/>
                  <a:pt x="42166" y="106384"/>
                  <a:pt x="42315" y="106484"/>
                </a:cubicBezTo>
                <a:cubicBezTo>
                  <a:pt x="42489" y="106534"/>
                  <a:pt x="42614" y="106633"/>
                  <a:pt x="42763" y="106683"/>
                </a:cubicBezTo>
                <a:cubicBezTo>
                  <a:pt x="42937" y="106783"/>
                  <a:pt x="43136" y="106882"/>
                  <a:pt x="43311" y="106932"/>
                </a:cubicBezTo>
                <a:cubicBezTo>
                  <a:pt x="43435" y="107007"/>
                  <a:pt x="43560" y="107031"/>
                  <a:pt x="43734" y="107106"/>
                </a:cubicBezTo>
                <a:cubicBezTo>
                  <a:pt x="43759" y="107131"/>
                  <a:pt x="43809" y="107131"/>
                  <a:pt x="43858" y="107156"/>
                </a:cubicBezTo>
                <a:cubicBezTo>
                  <a:pt x="43136" y="108027"/>
                  <a:pt x="42415" y="108774"/>
                  <a:pt x="41668" y="109496"/>
                </a:cubicBezTo>
                <a:cubicBezTo>
                  <a:pt x="41295" y="109620"/>
                  <a:pt x="40921" y="109720"/>
                  <a:pt x="40548" y="109794"/>
                </a:cubicBezTo>
                <a:cubicBezTo>
                  <a:pt x="38283" y="107405"/>
                  <a:pt x="36416" y="104393"/>
                  <a:pt x="35047" y="101083"/>
                </a:cubicBezTo>
                <a:cubicBezTo>
                  <a:pt x="35570" y="100933"/>
                  <a:pt x="36092" y="100784"/>
                  <a:pt x="36665" y="100635"/>
                </a:cubicBezTo>
                <a:close/>
                <a:moveTo>
                  <a:pt x="34848" y="101157"/>
                </a:moveTo>
                <a:cubicBezTo>
                  <a:pt x="36217" y="104443"/>
                  <a:pt x="38059" y="107480"/>
                  <a:pt x="40349" y="109869"/>
                </a:cubicBezTo>
                <a:cubicBezTo>
                  <a:pt x="40324" y="109869"/>
                  <a:pt x="40324" y="109869"/>
                  <a:pt x="40299" y="109894"/>
                </a:cubicBezTo>
                <a:cubicBezTo>
                  <a:pt x="38034" y="107480"/>
                  <a:pt x="36167" y="104443"/>
                  <a:pt x="34798" y="101182"/>
                </a:cubicBezTo>
                <a:cubicBezTo>
                  <a:pt x="34823" y="101182"/>
                  <a:pt x="34823" y="101182"/>
                  <a:pt x="34848" y="101157"/>
                </a:cubicBezTo>
                <a:close/>
                <a:moveTo>
                  <a:pt x="13043" y="101630"/>
                </a:moveTo>
                <a:lnTo>
                  <a:pt x="13043" y="101630"/>
                </a:lnTo>
                <a:cubicBezTo>
                  <a:pt x="13068" y="101655"/>
                  <a:pt x="13118" y="101655"/>
                  <a:pt x="13118" y="101655"/>
                </a:cubicBezTo>
                <a:cubicBezTo>
                  <a:pt x="13889" y="104791"/>
                  <a:pt x="15308" y="107679"/>
                  <a:pt x="17474" y="110018"/>
                </a:cubicBezTo>
                <a:cubicBezTo>
                  <a:pt x="17424" y="109994"/>
                  <a:pt x="17374" y="109994"/>
                  <a:pt x="17349" y="109969"/>
                </a:cubicBezTo>
                <a:cubicBezTo>
                  <a:pt x="15234" y="107629"/>
                  <a:pt x="13815" y="104766"/>
                  <a:pt x="13043" y="101630"/>
                </a:cubicBezTo>
                <a:close/>
                <a:moveTo>
                  <a:pt x="41319" y="109794"/>
                </a:moveTo>
                <a:lnTo>
                  <a:pt x="41245" y="109894"/>
                </a:lnTo>
                <a:cubicBezTo>
                  <a:pt x="41071" y="109919"/>
                  <a:pt x="40921" y="109969"/>
                  <a:pt x="40747" y="110018"/>
                </a:cubicBezTo>
                <a:lnTo>
                  <a:pt x="40697" y="109994"/>
                </a:lnTo>
                <a:cubicBezTo>
                  <a:pt x="40921" y="109919"/>
                  <a:pt x="41120" y="109869"/>
                  <a:pt x="41319" y="109794"/>
                </a:cubicBezTo>
                <a:close/>
                <a:moveTo>
                  <a:pt x="13317" y="108102"/>
                </a:moveTo>
                <a:lnTo>
                  <a:pt x="13317" y="108102"/>
                </a:lnTo>
                <a:cubicBezTo>
                  <a:pt x="13416" y="108152"/>
                  <a:pt x="13516" y="108226"/>
                  <a:pt x="13616" y="108251"/>
                </a:cubicBezTo>
                <a:cubicBezTo>
                  <a:pt x="13989" y="108500"/>
                  <a:pt x="14362" y="108724"/>
                  <a:pt x="14736" y="108923"/>
                </a:cubicBezTo>
                <a:cubicBezTo>
                  <a:pt x="14810" y="108998"/>
                  <a:pt x="14935" y="109023"/>
                  <a:pt x="15034" y="109097"/>
                </a:cubicBezTo>
                <a:cubicBezTo>
                  <a:pt x="15433" y="109297"/>
                  <a:pt x="15856" y="109521"/>
                  <a:pt x="16279" y="109720"/>
                </a:cubicBezTo>
                <a:cubicBezTo>
                  <a:pt x="16379" y="109770"/>
                  <a:pt x="16503" y="109794"/>
                  <a:pt x="16627" y="109844"/>
                </a:cubicBezTo>
                <a:cubicBezTo>
                  <a:pt x="16802" y="109919"/>
                  <a:pt x="17026" y="109994"/>
                  <a:pt x="17250" y="110093"/>
                </a:cubicBezTo>
                <a:cubicBezTo>
                  <a:pt x="17275" y="110168"/>
                  <a:pt x="17299" y="110218"/>
                  <a:pt x="17349" y="110242"/>
                </a:cubicBezTo>
                <a:lnTo>
                  <a:pt x="16403" y="109869"/>
                </a:lnTo>
                <a:cubicBezTo>
                  <a:pt x="16304" y="109844"/>
                  <a:pt x="16229" y="109794"/>
                  <a:pt x="16130" y="109745"/>
                </a:cubicBezTo>
                <a:cubicBezTo>
                  <a:pt x="15731" y="109545"/>
                  <a:pt x="15308" y="109346"/>
                  <a:pt x="14910" y="109122"/>
                </a:cubicBezTo>
                <a:cubicBezTo>
                  <a:pt x="14785" y="109048"/>
                  <a:pt x="14661" y="108998"/>
                  <a:pt x="14561" y="108923"/>
                </a:cubicBezTo>
                <a:cubicBezTo>
                  <a:pt x="14263" y="108774"/>
                  <a:pt x="14014" y="108600"/>
                  <a:pt x="13690" y="108400"/>
                </a:cubicBezTo>
                <a:cubicBezTo>
                  <a:pt x="13566" y="108301"/>
                  <a:pt x="13441" y="108176"/>
                  <a:pt x="13317" y="108102"/>
                </a:cubicBezTo>
                <a:close/>
                <a:moveTo>
                  <a:pt x="40697" y="110218"/>
                </a:moveTo>
                <a:cubicBezTo>
                  <a:pt x="40747" y="110242"/>
                  <a:pt x="40747" y="110267"/>
                  <a:pt x="40772" y="110292"/>
                </a:cubicBezTo>
                <a:lnTo>
                  <a:pt x="40747" y="110342"/>
                </a:lnTo>
                <a:lnTo>
                  <a:pt x="40647" y="110242"/>
                </a:lnTo>
                <a:cubicBezTo>
                  <a:pt x="40672" y="110242"/>
                  <a:pt x="40672" y="110242"/>
                  <a:pt x="40697" y="110218"/>
                </a:cubicBezTo>
                <a:close/>
                <a:moveTo>
                  <a:pt x="41494" y="110018"/>
                </a:moveTo>
                <a:cubicBezTo>
                  <a:pt x="41369" y="110143"/>
                  <a:pt x="41245" y="110242"/>
                  <a:pt x="41120" y="110367"/>
                </a:cubicBezTo>
                <a:lnTo>
                  <a:pt x="41046" y="110292"/>
                </a:lnTo>
                <a:cubicBezTo>
                  <a:pt x="41145" y="110218"/>
                  <a:pt x="41245" y="110143"/>
                  <a:pt x="41319" y="110043"/>
                </a:cubicBezTo>
                <a:cubicBezTo>
                  <a:pt x="41394" y="110043"/>
                  <a:pt x="41419" y="110018"/>
                  <a:pt x="41494" y="110018"/>
                </a:cubicBezTo>
                <a:close/>
                <a:moveTo>
                  <a:pt x="17822" y="110392"/>
                </a:moveTo>
                <a:cubicBezTo>
                  <a:pt x="17847" y="110417"/>
                  <a:pt x="17872" y="110417"/>
                  <a:pt x="17872" y="110466"/>
                </a:cubicBezTo>
                <a:cubicBezTo>
                  <a:pt x="17847" y="110466"/>
                  <a:pt x="17797" y="110466"/>
                  <a:pt x="17797" y="110417"/>
                </a:cubicBezTo>
                <a:lnTo>
                  <a:pt x="17822" y="110392"/>
                </a:lnTo>
                <a:close/>
                <a:moveTo>
                  <a:pt x="40896" y="110417"/>
                </a:moveTo>
                <a:cubicBezTo>
                  <a:pt x="40921" y="110417"/>
                  <a:pt x="40921" y="110466"/>
                  <a:pt x="40946" y="110466"/>
                </a:cubicBezTo>
                <a:lnTo>
                  <a:pt x="40921" y="110491"/>
                </a:lnTo>
                <a:cubicBezTo>
                  <a:pt x="40896" y="110491"/>
                  <a:pt x="40896" y="110466"/>
                  <a:pt x="40871" y="110466"/>
                </a:cubicBezTo>
                <a:lnTo>
                  <a:pt x="40896" y="110417"/>
                </a:lnTo>
                <a:close/>
                <a:moveTo>
                  <a:pt x="13292" y="101730"/>
                </a:moveTo>
                <a:cubicBezTo>
                  <a:pt x="13317" y="101730"/>
                  <a:pt x="13392" y="101779"/>
                  <a:pt x="13416" y="101779"/>
                </a:cubicBezTo>
                <a:cubicBezTo>
                  <a:pt x="13491" y="101804"/>
                  <a:pt x="13541" y="101804"/>
                  <a:pt x="13616" y="101829"/>
                </a:cubicBezTo>
                <a:cubicBezTo>
                  <a:pt x="13815" y="101904"/>
                  <a:pt x="14014" y="101954"/>
                  <a:pt x="14238" y="102028"/>
                </a:cubicBezTo>
                <a:cubicBezTo>
                  <a:pt x="15134" y="105414"/>
                  <a:pt x="16727" y="108276"/>
                  <a:pt x="18893" y="110516"/>
                </a:cubicBezTo>
                <a:cubicBezTo>
                  <a:pt x="18793" y="110491"/>
                  <a:pt x="18743" y="110466"/>
                  <a:pt x="18644" y="110466"/>
                </a:cubicBezTo>
                <a:cubicBezTo>
                  <a:pt x="18420" y="110392"/>
                  <a:pt x="18245" y="110342"/>
                  <a:pt x="18021" y="110267"/>
                </a:cubicBezTo>
                <a:cubicBezTo>
                  <a:pt x="17996" y="110242"/>
                  <a:pt x="17922" y="110218"/>
                  <a:pt x="17847" y="110168"/>
                </a:cubicBezTo>
                <a:cubicBezTo>
                  <a:pt x="15607" y="107853"/>
                  <a:pt x="14113" y="104916"/>
                  <a:pt x="13292" y="101730"/>
                </a:cubicBezTo>
                <a:close/>
                <a:moveTo>
                  <a:pt x="14487" y="102053"/>
                </a:moveTo>
                <a:cubicBezTo>
                  <a:pt x="14512" y="102053"/>
                  <a:pt x="14537" y="102053"/>
                  <a:pt x="14537" y="102078"/>
                </a:cubicBezTo>
                <a:cubicBezTo>
                  <a:pt x="15482" y="105513"/>
                  <a:pt x="17125" y="108400"/>
                  <a:pt x="19415" y="110666"/>
                </a:cubicBezTo>
                <a:cubicBezTo>
                  <a:pt x="19390" y="110666"/>
                  <a:pt x="19316" y="110641"/>
                  <a:pt x="19291" y="110641"/>
                </a:cubicBezTo>
                <a:cubicBezTo>
                  <a:pt x="17026" y="108376"/>
                  <a:pt x="15408" y="105488"/>
                  <a:pt x="14487" y="102053"/>
                </a:cubicBezTo>
                <a:close/>
                <a:moveTo>
                  <a:pt x="74101" y="100659"/>
                </a:moveTo>
                <a:cubicBezTo>
                  <a:pt x="74275" y="100784"/>
                  <a:pt x="74499" y="100908"/>
                  <a:pt x="74674" y="101033"/>
                </a:cubicBezTo>
                <a:cubicBezTo>
                  <a:pt x="69048" y="105015"/>
                  <a:pt x="63398" y="108251"/>
                  <a:pt x="57872" y="110715"/>
                </a:cubicBezTo>
                <a:cubicBezTo>
                  <a:pt x="58594" y="109670"/>
                  <a:pt x="59216" y="108475"/>
                  <a:pt x="59739" y="107106"/>
                </a:cubicBezTo>
                <a:cubicBezTo>
                  <a:pt x="59838" y="107056"/>
                  <a:pt x="59963" y="107031"/>
                  <a:pt x="60062" y="107007"/>
                </a:cubicBezTo>
                <a:cubicBezTo>
                  <a:pt x="60635" y="106857"/>
                  <a:pt x="61207" y="106658"/>
                  <a:pt x="61805" y="106484"/>
                </a:cubicBezTo>
                <a:cubicBezTo>
                  <a:pt x="62178" y="106359"/>
                  <a:pt x="62576" y="106185"/>
                  <a:pt x="62950" y="106061"/>
                </a:cubicBezTo>
                <a:cubicBezTo>
                  <a:pt x="63298" y="105936"/>
                  <a:pt x="63597" y="105862"/>
                  <a:pt x="63945" y="105737"/>
                </a:cubicBezTo>
                <a:cubicBezTo>
                  <a:pt x="64070" y="105687"/>
                  <a:pt x="64169" y="105662"/>
                  <a:pt x="64294" y="105613"/>
                </a:cubicBezTo>
                <a:cubicBezTo>
                  <a:pt x="64792" y="105414"/>
                  <a:pt x="65290" y="105190"/>
                  <a:pt x="65787" y="104990"/>
                </a:cubicBezTo>
                <a:cubicBezTo>
                  <a:pt x="65812" y="104990"/>
                  <a:pt x="65837" y="104941"/>
                  <a:pt x="65912" y="104916"/>
                </a:cubicBezTo>
                <a:cubicBezTo>
                  <a:pt x="66061" y="104866"/>
                  <a:pt x="66211" y="104791"/>
                  <a:pt x="66385" y="104692"/>
                </a:cubicBezTo>
                <a:lnTo>
                  <a:pt x="67580" y="104144"/>
                </a:lnTo>
                <a:cubicBezTo>
                  <a:pt x="67679" y="104119"/>
                  <a:pt x="67779" y="104045"/>
                  <a:pt x="67903" y="104020"/>
                </a:cubicBezTo>
                <a:lnTo>
                  <a:pt x="68077" y="103920"/>
                </a:lnTo>
                <a:cubicBezTo>
                  <a:pt x="68650" y="103671"/>
                  <a:pt x="69173" y="103397"/>
                  <a:pt x="69745" y="103124"/>
                </a:cubicBezTo>
                <a:cubicBezTo>
                  <a:pt x="70168" y="102900"/>
                  <a:pt x="70566" y="102676"/>
                  <a:pt x="71015" y="102427"/>
                </a:cubicBezTo>
                <a:cubicBezTo>
                  <a:pt x="71438" y="102178"/>
                  <a:pt x="71886" y="101954"/>
                  <a:pt x="72284" y="101705"/>
                </a:cubicBezTo>
                <a:cubicBezTo>
                  <a:pt x="72483" y="101630"/>
                  <a:pt x="72657" y="101506"/>
                  <a:pt x="72856" y="101406"/>
                </a:cubicBezTo>
                <a:cubicBezTo>
                  <a:pt x="73105" y="101257"/>
                  <a:pt x="73379" y="101083"/>
                  <a:pt x="73628" y="100933"/>
                </a:cubicBezTo>
                <a:cubicBezTo>
                  <a:pt x="73678" y="100908"/>
                  <a:pt x="73753" y="100883"/>
                  <a:pt x="73802" y="100809"/>
                </a:cubicBezTo>
                <a:cubicBezTo>
                  <a:pt x="73902" y="100759"/>
                  <a:pt x="74001" y="100684"/>
                  <a:pt x="74101" y="100659"/>
                </a:cubicBezTo>
                <a:close/>
                <a:moveTo>
                  <a:pt x="18171" y="110491"/>
                </a:moveTo>
                <a:cubicBezTo>
                  <a:pt x="18245" y="110516"/>
                  <a:pt x="18270" y="110516"/>
                  <a:pt x="18345" y="110516"/>
                </a:cubicBezTo>
                <a:cubicBezTo>
                  <a:pt x="18619" y="110616"/>
                  <a:pt x="18917" y="110715"/>
                  <a:pt x="19216" y="110790"/>
                </a:cubicBezTo>
                <a:lnTo>
                  <a:pt x="19291" y="110890"/>
                </a:lnTo>
                <a:cubicBezTo>
                  <a:pt x="18967" y="110790"/>
                  <a:pt x="18619" y="110666"/>
                  <a:pt x="18270" y="110591"/>
                </a:cubicBezTo>
                <a:lnTo>
                  <a:pt x="18171" y="110491"/>
                </a:lnTo>
                <a:close/>
                <a:moveTo>
                  <a:pt x="59484" y="107172"/>
                </a:moveTo>
                <a:cubicBezTo>
                  <a:pt x="58962" y="108609"/>
                  <a:pt x="58292" y="109848"/>
                  <a:pt x="57499" y="110890"/>
                </a:cubicBezTo>
                <a:cubicBezTo>
                  <a:pt x="57474" y="110914"/>
                  <a:pt x="57449" y="110914"/>
                  <a:pt x="57374" y="110964"/>
                </a:cubicBezTo>
                <a:cubicBezTo>
                  <a:pt x="58196" y="109869"/>
                  <a:pt x="58868" y="108625"/>
                  <a:pt x="59440" y="107181"/>
                </a:cubicBezTo>
                <a:cubicBezTo>
                  <a:pt x="59458" y="107181"/>
                  <a:pt x="59475" y="107181"/>
                  <a:pt x="59484" y="107172"/>
                </a:cubicBezTo>
                <a:close/>
                <a:moveTo>
                  <a:pt x="19614" y="110914"/>
                </a:moveTo>
                <a:cubicBezTo>
                  <a:pt x="19639" y="110914"/>
                  <a:pt x="19664" y="110914"/>
                  <a:pt x="19714" y="110964"/>
                </a:cubicBezTo>
                <a:lnTo>
                  <a:pt x="19764" y="110964"/>
                </a:lnTo>
                <a:cubicBezTo>
                  <a:pt x="19764" y="110989"/>
                  <a:pt x="19789" y="111014"/>
                  <a:pt x="19838" y="111039"/>
                </a:cubicBezTo>
                <a:cubicBezTo>
                  <a:pt x="19789" y="111039"/>
                  <a:pt x="19739" y="111014"/>
                  <a:pt x="19714" y="111014"/>
                </a:cubicBezTo>
                <a:lnTo>
                  <a:pt x="19614" y="110914"/>
                </a:lnTo>
                <a:close/>
                <a:moveTo>
                  <a:pt x="74848" y="101157"/>
                </a:moveTo>
                <a:cubicBezTo>
                  <a:pt x="74873" y="101157"/>
                  <a:pt x="74873" y="101182"/>
                  <a:pt x="74898" y="101182"/>
                </a:cubicBezTo>
                <a:cubicBezTo>
                  <a:pt x="69148" y="105264"/>
                  <a:pt x="63273" y="108649"/>
                  <a:pt x="57524" y="111163"/>
                </a:cubicBezTo>
                <a:cubicBezTo>
                  <a:pt x="57573" y="111114"/>
                  <a:pt x="57598" y="111089"/>
                  <a:pt x="57623" y="111014"/>
                </a:cubicBezTo>
                <a:cubicBezTo>
                  <a:pt x="63273" y="108525"/>
                  <a:pt x="69073" y="105239"/>
                  <a:pt x="74848" y="101157"/>
                </a:cubicBezTo>
                <a:close/>
                <a:moveTo>
                  <a:pt x="57300" y="111163"/>
                </a:moveTo>
                <a:lnTo>
                  <a:pt x="57300" y="111163"/>
                </a:lnTo>
                <a:cubicBezTo>
                  <a:pt x="57250" y="111238"/>
                  <a:pt x="57200" y="111263"/>
                  <a:pt x="57175" y="111338"/>
                </a:cubicBezTo>
                <a:cubicBezTo>
                  <a:pt x="57125" y="111363"/>
                  <a:pt x="57075" y="111363"/>
                  <a:pt x="57051" y="111387"/>
                </a:cubicBezTo>
                <a:cubicBezTo>
                  <a:pt x="57075" y="111338"/>
                  <a:pt x="57125" y="111288"/>
                  <a:pt x="57175" y="111238"/>
                </a:cubicBezTo>
                <a:cubicBezTo>
                  <a:pt x="57200" y="111213"/>
                  <a:pt x="57250" y="111213"/>
                  <a:pt x="57300" y="111163"/>
                </a:cubicBezTo>
                <a:close/>
                <a:moveTo>
                  <a:pt x="34599" y="101257"/>
                </a:moveTo>
                <a:cubicBezTo>
                  <a:pt x="35968" y="104542"/>
                  <a:pt x="37810" y="107529"/>
                  <a:pt x="40075" y="109969"/>
                </a:cubicBezTo>
                <a:cubicBezTo>
                  <a:pt x="38905" y="110267"/>
                  <a:pt x="37760" y="110541"/>
                  <a:pt x="36590" y="110790"/>
                </a:cubicBezTo>
                <a:cubicBezTo>
                  <a:pt x="36466" y="110840"/>
                  <a:pt x="36391" y="110840"/>
                  <a:pt x="36267" y="110865"/>
                </a:cubicBezTo>
                <a:cubicBezTo>
                  <a:pt x="35594" y="110989"/>
                  <a:pt x="34947" y="111114"/>
                  <a:pt x="34325" y="111213"/>
                </a:cubicBezTo>
                <a:lnTo>
                  <a:pt x="33578" y="111288"/>
                </a:lnTo>
                <a:cubicBezTo>
                  <a:pt x="33080" y="111363"/>
                  <a:pt x="32558" y="111462"/>
                  <a:pt x="32060" y="111487"/>
                </a:cubicBezTo>
                <a:cubicBezTo>
                  <a:pt x="31960" y="111487"/>
                  <a:pt x="31911" y="111487"/>
                  <a:pt x="31811" y="111512"/>
                </a:cubicBezTo>
                <a:cubicBezTo>
                  <a:pt x="28874" y="109471"/>
                  <a:pt x="26833" y="106534"/>
                  <a:pt x="25738" y="102875"/>
                </a:cubicBezTo>
                <a:cubicBezTo>
                  <a:pt x="28575" y="102626"/>
                  <a:pt x="31537" y="102078"/>
                  <a:pt x="34599" y="101257"/>
                </a:cubicBezTo>
                <a:close/>
                <a:moveTo>
                  <a:pt x="25538" y="102875"/>
                </a:moveTo>
                <a:cubicBezTo>
                  <a:pt x="26634" y="106534"/>
                  <a:pt x="28650" y="109471"/>
                  <a:pt x="31512" y="111537"/>
                </a:cubicBezTo>
                <a:lnTo>
                  <a:pt x="31438" y="111537"/>
                </a:lnTo>
                <a:cubicBezTo>
                  <a:pt x="28600" y="109471"/>
                  <a:pt x="26584" y="106534"/>
                  <a:pt x="25489" y="102875"/>
                </a:cubicBezTo>
                <a:close/>
                <a:moveTo>
                  <a:pt x="40199" y="110118"/>
                </a:moveTo>
                <a:cubicBezTo>
                  <a:pt x="40249" y="110118"/>
                  <a:pt x="40274" y="110118"/>
                  <a:pt x="40274" y="110143"/>
                </a:cubicBezTo>
                <a:cubicBezTo>
                  <a:pt x="37461" y="110890"/>
                  <a:pt x="34773" y="111462"/>
                  <a:pt x="32159" y="111736"/>
                </a:cubicBezTo>
                <a:lnTo>
                  <a:pt x="32110" y="111736"/>
                </a:lnTo>
                <a:cubicBezTo>
                  <a:pt x="32085" y="111711"/>
                  <a:pt x="32060" y="111711"/>
                  <a:pt x="32060" y="111661"/>
                </a:cubicBezTo>
                <a:lnTo>
                  <a:pt x="32110" y="111661"/>
                </a:lnTo>
                <a:cubicBezTo>
                  <a:pt x="32682" y="111611"/>
                  <a:pt x="33280" y="111512"/>
                  <a:pt x="33827" y="111462"/>
                </a:cubicBezTo>
                <a:lnTo>
                  <a:pt x="34400" y="111363"/>
                </a:lnTo>
                <a:cubicBezTo>
                  <a:pt x="35146" y="111238"/>
                  <a:pt x="35918" y="111114"/>
                  <a:pt x="36665" y="110964"/>
                </a:cubicBezTo>
                <a:lnTo>
                  <a:pt x="36690" y="110964"/>
                </a:lnTo>
                <a:cubicBezTo>
                  <a:pt x="37835" y="110715"/>
                  <a:pt x="39029" y="110417"/>
                  <a:pt x="40199" y="110118"/>
                </a:cubicBezTo>
                <a:close/>
                <a:moveTo>
                  <a:pt x="31736" y="111711"/>
                </a:moveTo>
                <a:cubicBezTo>
                  <a:pt x="31786" y="111736"/>
                  <a:pt x="31811" y="111736"/>
                  <a:pt x="31836" y="111761"/>
                </a:cubicBezTo>
                <a:lnTo>
                  <a:pt x="31736" y="111761"/>
                </a:lnTo>
                <a:cubicBezTo>
                  <a:pt x="31711" y="111736"/>
                  <a:pt x="31687" y="111736"/>
                  <a:pt x="31637" y="111711"/>
                </a:cubicBezTo>
                <a:close/>
                <a:moveTo>
                  <a:pt x="14761" y="102153"/>
                </a:moveTo>
                <a:lnTo>
                  <a:pt x="14761" y="102153"/>
                </a:lnTo>
                <a:cubicBezTo>
                  <a:pt x="14985" y="102203"/>
                  <a:pt x="15234" y="102277"/>
                  <a:pt x="15433" y="102302"/>
                </a:cubicBezTo>
                <a:cubicBezTo>
                  <a:pt x="15532" y="102327"/>
                  <a:pt x="15607" y="102327"/>
                  <a:pt x="15682" y="102352"/>
                </a:cubicBezTo>
                <a:cubicBezTo>
                  <a:pt x="15930" y="102427"/>
                  <a:pt x="16229" y="102452"/>
                  <a:pt x="16478" y="102526"/>
                </a:cubicBezTo>
                <a:cubicBezTo>
                  <a:pt x="16553" y="102551"/>
                  <a:pt x="16677" y="102551"/>
                  <a:pt x="16777" y="102576"/>
                </a:cubicBezTo>
                <a:cubicBezTo>
                  <a:pt x="17026" y="102626"/>
                  <a:pt x="17250" y="102676"/>
                  <a:pt x="17499" y="102700"/>
                </a:cubicBezTo>
                <a:cubicBezTo>
                  <a:pt x="17648" y="102725"/>
                  <a:pt x="17772" y="102725"/>
                  <a:pt x="17922" y="102775"/>
                </a:cubicBezTo>
                <a:cubicBezTo>
                  <a:pt x="18146" y="102800"/>
                  <a:pt x="18370" y="102825"/>
                  <a:pt x="18544" y="102825"/>
                </a:cubicBezTo>
                <a:cubicBezTo>
                  <a:pt x="18644" y="102825"/>
                  <a:pt x="18743" y="102825"/>
                  <a:pt x="18843" y="102850"/>
                </a:cubicBezTo>
                <a:cubicBezTo>
                  <a:pt x="19988" y="102974"/>
                  <a:pt x="21158" y="103049"/>
                  <a:pt x="22377" y="103049"/>
                </a:cubicBezTo>
                <a:cubicBezTo>
                  <a:pt x="23323" y="103049"/>
                  <a:pt x="24269" y="103024"/>
                  <a:pt x="25265" y="102924"/>
                </a:cubicBezTo>
                <a:cubicBezTo>
                  <a:pt x="26335" y="106559"/>
                  <a:pt x="28326" y="109521"/>
                  <a:pt x="31114" y="111611"/>
                </a:cubicBezTo>
                <a:cubicBezTo>
                  <a:pt x="31039" y="111611"/>
                  <a:pt x="30940" y="111636"/>
                  <a:pt x="30840" y="111636"/>
                </a:cubicBezTo>
                <a:lnTo>
                  <a:pt x="29820" y="111736"/>
                </a:lnTo>
                <a:cubicBezTo>
                  <a:pt x="29073" y="111761"/>
                  <a:pt x="28326" y="111786"/>
                  <a:pt x="27604" y="111786"/>
                </a:cubicBezTo>
                <a:cubicBezTo>
                  <a:pt x="26883" y="111786"/>
                  <a:pt x="26211" y="111761"/>
                  <a:pt x="25514" y="111736"/>
                </a:cubicBezTo>
                <a:cubicBezTo>
                  <a:pt x="25240" y="111686"/>
                  <a:pt x="24966" y="111661"/>
                  <a:pt x="24692" y="111661"/>
                </a:cubicBezTo>
                <a:cubicBezTo>
                  <a:pt x="24269" y="111636"/>
                  <a:pt x="23896" y="111611"/>
                  <a:pt x="23522" y="111587"/>
                </a:cubicBezTo>
                <a:cubicBezTo>
                  <a:pt x="23199" y="111537"/>
                  <a:pt x="22850" y="111487"/>
                  <a:pt x="22502" y="111412"/>
                </a:cubicBezTo>
                <a:cubicBezTo>
                  <a:pt x="22228" y="111387"/>
                  <a:pt x="21904" y="111338"/>
                  <a:pt x="21631" y="111288"/>
                </a:cubicBezTo>
                <a:cubicBezTo>
                  <a:pt x="21257" y="111238"/>
                  <a:pt x="20884" y="111139"/>
                  <a:pt x="20535" y="111039"/>
                </a:cubicBezTo>
                <a:cubicBezTo>
                  <a:pt x="20262" y="110890"/>
                  <a:pt x="20038" y="110865"/>
                  <a:pt x="19838" y="110790"/>
                </a:cubicBezTo>
                <a:cubicBezTo>
                  <a:pt x="17424" y="108550"/>
                  <a:pt x="15731" y="105638"/>
                  <a:pt x="14761" y="102153"/>
                </a:cubicBezTo>
                <a:close/>
                <a:moveTo>
                  <a:pt x="20162" y="111039"/>
                </a:moveTo>
                <a:lnTo>
                  <a:pt x="20162" y="111039"/>
                </a:lnTo>
                <a:cubicBezTo>
                  <a:pt x="20610" y="111163"/>
                  <a:pt x="21083" y="111263"/>
                  <a:pt x="21531" y="111363"/>
                </a:cubicBezTo>
                <a:lnTo>
                  <a:pt x="22203" y="111462"/>
                </a:lnTo>
                <a:cubicBezTo>
                  <a:pt x="22626" y="111512"/>
                  <a:pt x="23024" y="111611"/>
                  <a:pt x="23472" y="111636"/>
                </a:cubicBezTo>
                <a:cubicBezTo>
                  <a:pt x="23771" y="111661"/>
                  <a:pt x="24120" y="111711"/>
                  <a:pt x="24468" y="111736"/>
                </a:cubicBezTo>
                <a:lnTo>
                  <a:pt x="25489" y="111835"/>
                </a:lnTo>
                <a:cubicBezTo>
                  <a:pt x="26161" y="111860"/>
                  <a:pt x="26883" y="111885"/>
                  <a:pt x="27604" y="111885"/>
                </a:cubicBezTo>
                <a:cubicBezTo>
                  <a:pt x="28351" y="111885"/>
                  <a:pt x="29098" y="111860"/>
                  <a:pt x="29845" y="111835"/>
                </a:cubicBezTo>
                <a:cubicBezTo>
                  <a:pt x="30218" y="111786"/>
                  <a:pt x="30616" y="111761"/>
                  <a:pt x="30990" y="111736"/>
                </a:cubicBezTo>
                <a:cubicBezTo>
                  <a:pt x="31114" y="111736"/>
                  <a:pt x="31239" y="111711"/>
                  <a:pt x="31413" y="111711"/>
                </a:cubicBezTo>
                <a:cubicBezTo>
                  <a:pt x="31438" y="111736"/>
                  <a:pt x="31463" y="111736"/>
                  <a:pt x="31487" y="111761"/>
                </a:cubicBezTo>
                <a:lnTo>
                  <a:pt x="31338" y="111761"/>
                </a:lnTo>
                <a:cubicBezTo>
                  <a:pt x="30840" y="111786"/>
                  <a:pt x="30367" y="111860"/>
                  <a:pt x="29919" y="111885"/>
                </a:cubicBezTo>
                <a:cubicBezTo>
                  <a:pt x="29123" y="111910"/>
                  <a:pt x="28376" y="111960"/>
                  <a:pt x="27629" y="111960"/>
                </a:cubicBezTo>
                <a:cubicBezTo>
                  <a:pt x="26883" y="111960"/>
                  <a:pt x="26186" y="111910"/>
                  <a:pt x="25489" y="111885"/>
                </a:cubicBezTo>
                <a:lnTo>
                  <a:pt x="24468" y="111786"/>
                </a:lnTo>
                <a:lnTo>
                  <a:pt x="23423" y="111686"/>
                </a:lnTo>
                <a:cubicBezTo>
                  <a:pt x="23000" y="111636"/>
                  <a:pt x="22601" y="111587"/>
                  <a:pt x="22153" y="111512"/>
                </a:cubicBezTo>
                <a:cubicBezTo>
                  <a:pt x="21929" y="111487"/>
                  <a:pt x="21680" y="111437"/>
                  <a:pt x="21481" y="111387"/>
                </a:cubicBezTo>
                <a:cubicBezTo>
                  <a:pt x="21033" y="111288"/>
                  <a:pt x="20635" y="111188"/>
                  <a:pt x="20237" y="111114"/>
                </a:cubicBezTo>
                <a:lnTo>
                  <a:pt x="20162" y="111039"/>
                </a:lnTo>
                <a:close/>
                <a:moveTo>
                  <a:pt x="14942" y="109369"/>
                </a:moveTo>
                <a:cubicBezTo>
                  <a:pt x="14951" y="109371"/>
                  <a:pt x="14963" y="109371"/>
                  <a:pt x="14985" y="109371"/>
                </a:cubicBezTo>
                <a:cubicBezTo>
                  <a:pt x="15308" y="109545"/>
                  <a:pt x="15682" y="109745"/>
                  <a:pt x="16055" y="109919"/>
                </a:cubicBezTo>
                <a:cubicBezTo>
                  <a:pt x="16229" y="109994"/>
                  <a:pt x="16403" y="110043"/>
                  <a:pt x="16603" y="110143"/>
                </a:cubicBezTo>
                <a:cubicBezTo>
                  <a:pt x="16926" y="110292"/>
                  <a:pt x="17299" y="110466"/>
                  <a:pt x="17648" y="110591"/>
                </a:cubicBezTo>
                <a:cubicBezTo>
                  <a:pt x="18220" y="111139"/>
                  <a:pt x="18793" y="111661"/>
                  <a:pt x="19415" y="112134"/>
                </a:cubicBezTo>
                <a:cubicBezTo>
                  <a:pt x="18619" y="111736"/>
                  <a:pt x="17748" y="111238"/>
                  <a:pt x="16876" y="110666"/>
                </a:cubicBezTo>
                <a:cubicBezTo>
                  <a:pt x="16143" y="110226"/>
                  <a:pt x="15530" y="109786"/>
                  <a:pt x="14942" y="109369"/>
                </a:cubicBezTo>
                <a:close/>
                <a:moveTo>
                  <a:pt x="18046" y="110715"/>
                </a:moveTo>
                <a:cubicBezTo>
                  <a:pt x="18096" y="110715"/>
                  <a:pt x="18146" y="110740"/>
                  <a:pt x="18171" y="110740"/>
                </a:cubicBezTo>
                <a:cubicBezTo>
                  <a:pt x="19017" y="111537"/>
                  <a:pt x="19913" y="112234"/>
                  <a:pt x="20859" y="112831"/>
                </a:cubicBezTo>
                <a:lnTo>
                  <a:pt x="20486" y="112632"/>
                </a:lnTo>
                <a:cubicBezTo>
                  <a:pt x="19614" y="112109"/>
                  <a:pt x="18793" y="111462"/>
                  <a:pt x="18046" y="110715"/>
                </a:cubicBezTo>
                <a:close/>
                <a:moveTo>
                  <a:pt x="75097" y="101307"/>
                </a:moveTo>
                <a:cubicBezTo>
                  <a:pt x="75993" y="101804"/>
                  <a:pt x="76764" y="102078"/>
                  <a:pt x="77412" y="102128"/>
                </a:cubicBezTo>
                <a:cubicBezTo>
                  <a:pt x="70143" y="107156"/>
                  <a:pt x="62751" y="110840"/>
                  <a:pt x="55931" y="112881"/>
                </a:cubicBezTo>
                <a:cubicBezTo>
                  <a:pt x="56428" y="112483"/>
                  <a:pt x="56851" y="112010"/>
                  <a:pt x="57300" y="111487"/>
                </a:cubicBezTo>
                <a:cubicBezTo>
                  <a:pt x="63174" y="108923"/>
                  <a:pt x="69173" y="105513"/>
                  <a:pt x="75097" y="101307"/>
                </a:cubicBezTo>
                <a:close/>
                <a:moveTo>
                  <a:pt x="13192" y="108301"/>
                </a:moveTo>
                <a:lnTo>
                  <a:pt x="13192" y="108301"/>
                </a:lnTo>
                <a:cubicBezTo>
                  <a:pt x="13267" y="108376"/>
                  <a:pt x="13367" y="108401"/>
                  <a:pt x="13416" y="108425"/>
                </a:cubicBezTo>
                <a:cubicBezTo>
                  <a:pt x="13441" y="108475"/>
                  <a:pt x="13491" y="108475"/>
                  <a:pt x="13516" y="108500"/>
                </a:cubicBezTo>
                <a:cubicBezTo>
                  <a:pt x="13541" y="108525"/>
                  <a:pt x="13616" y="108550"/>
                  <a:pt x="13640" y="108550"/>
                </a:cubicBezTo>
                <a:cubicBezTo>
                  <a:pt x="14512" y="109247"/>
                  <a:pt x="15507" y="109994"/>
                  <a:pt x="16802" y="110790"/>
                </a:cubicBezTo>
                <a:cubicBezTo>
                  <a:pt x="18096" y="111611"/>
                  <a:pt x="19341" y="112259"/>
                  <a:pt x="20411" y="112781"/>
                </a:cubicBezTo>
                <a:cubicBezTo>
                  <a:pt x="20510" y="112856"/>
                  <a:pt x="20585" y="112881"/>
                  <a:pt x="20660" y="112931"/>
                </a:cubicBezTo>
                <a:cubicBezTo>
                  <a:pt x="20710" y="112980"/>
                  <a:pt x="20759" y="113005"/>
                  <a:pt x="20784" y="113005"/>
                </a:cubicBezTo>
                <a:cubicBezTo>
                  <a:pt x="20797" y="113012"/>
                  <a:pt x="20811" y="113019"/>
                  <a:pt x="20823" y="113025"/>
                </a:cubicBezTo>
                <a:lnTo>
                  <a:pt x="20823" y="113025"/>
                </a:lnTo>
                <a:cubicBezTo>
                  <a:pt x="19925" y="112699"/>
                  <a:pt x="18934" y="112190"/>
                  <a:pt x="17897" y="111587"/>
                </a:cubicBezTo>
                <a:cubicBezTo>
                  <a:pt x="17872" y="111537"/>
                  <a:pt x="17847" y="111537"/>
                  <a:pt x="17797" y="111512"/>
                </a:cubicBezTo>
                <a:cubicBezTo>
                  <a:pt x="17499" y="111338"/>
                  <a:pt x="17150" y="111139"/>
                  <a:pt x="16851" y="110914"/>
                </a:cubicBezTo>
                <a:cubicBezTo>
                  <a:pt x="16777" y="110890"/>
                  <a:pt x="16677" y="110840"/>
                  <a:pt x="16627" y="110765"/>
                </a:cubicBezTo>
                <a:cubicBezTo>
                  <a:pt x="16379" y="110616"/>
                  <a:pt x="16130" y="110466"/>
                  <a:pt x="15906" y="110292"/>
                </a:cubicBezTo>
                <a:lnTo>
                  <a:pt x="14686" y="109471"/>
                </a:lnTo>
                <a:cubicBezTo>
                  <a:pt x="14263" y="109147"/>
                  <a:pt x="13815" y="108799"/>
                  <a:pt x="13392" y="108475"/>
                </a:cubicBezTo>
                <a:cubicBezTo>
                  <a:pt x="13317" y="108401"/>
                  <a:pt x="13267" y="108376"/>
                  <a:pt x="13192" y="108301"/>
                </a:cubicBezTo>
                <a:close/>
                <a:moveTo>
                  <a:pt x="56926" y="111636"/>
                </a:moveTo>
                <a:lnTo>
                  <a:pt x="56926" y="111636"/>
                </a:lnTo>
                <a:cubicBezTo>
                  <a:pt x="56453" y="112159"/>
                  <a:pt x="55955" y="112607"/>
                  <a:pt x="55458" y="113005"/>
                </a:cubicBezTo>
                <a:cubicBezTo>
                  <a:pt x="55383" y="113030"/>
                  <a:pt x="55333" y="113030"/>
                  <a:pt x="55258" y="113080"/>
                </a:cubicBezTo>
                <a:cubicBezTo>
                  <a:pt x="55806" y="112657"/>
                  <a:pt x="56304" y="112234"/>
                  <a:pt x="56752" y="111711"/>
                </a:cubicBezTo>
                <a:cubicBezTo>
                  <a:pt x="56827" y="111661"/>
                  <a:pt x="56851" y="111661"/>
                  <a:pt x="56926" y="111636"/>
                </a:cubicBezTo>
                <a:close/>
                <a:moveTo>
                  <a:pt x="61730" y="110989"/>
                </a:moveTo>
                <a:cubicBezTo>
                  <a:pt x="60734" y="111412"/>
                  <a:pt x="59639" y="111835"/>
                  <a:pt x="58121" y="112408"/>
                </a:cubicBezTo>
                <a:cubicBezTo>
                  <a:pt x="57225" y="112732"/>
                  <a:pt x="56329" y="113005"/>
                  <a:pt x="55408" y="113254"/>
                </a:cubicBezTo>
                <a:cubicBezTo>
                  <a:pt x="55458" y="113229"/>
                  <a:pt x="55507" y="113204"/>
                  <a:pt x="55557" y="113155"/>
                </a:cubicBezTo>
                <a:cubicBezTo>
                  <a:pt x="57573" y="112582"/>
                  <a:pt x="59614" y="111860"/>
                  <a:pt x="61730" y="110989"/>
                </a:cubicBezTo>
                <a:close/>
                <a:moveTo>
                  <a:pt x="40423" y="110292"/>
                </a:moveTo>
                <a:cubicBezTo>
                  <a:pt x="40498" y="110367"/>
                  <a:pt x="40523" y="110392"/>
                  <a:pt x="40573" y="110417"/>
                </a:cubicBezTo>
                <a:cubicBezTo>
                  <a:pt x="39029" y="111711"/>
                  <a:pt x="37337" y="112732"/>
                  <a:pt x="35594" y="113478"/>
                </a:cubicBezTo>
                <a:cubicBezTo>
                  <a:pt x="34449" y="113030"/>
                  <a:pt x="33354" y="112508"/>
                  <a:pt x="32359" y="111885"/>
                </a:cubicBezTo>
                <a:cubicBezTo>
                  <a:pt x="34947" y="111611"/>
                  <a:pt x="37660" y="111039"/>
                  <a:pt x="40423" y="110292"/>
                </a:cubicBezTo>
                <a:close/>
                <a:moveTo>
                  <a:pt x="54985" y="113354"/>
                </a:moveTo>
                <a:cubicBezTo>
                  <a:pt x="54960" y="113379"/>
                  <a:pt x="54935" y="113404"/>
                  <a:pt x="54885" y="113404"/>
                </a:cubicBezTo>
                <a:cubicBezTo>
                  <a:pt x="54835" y="113453"/>
                  <a:pt x="54736" y="113453"/>
                  <a:pt x="54686" y="113478"/>
                </a:cubicBezTo>
                <a:cubicBezTo>
                  <a:pt x="54736" y="113453"/>
                  <a:pt x="54761" y="113404"/>
                  <a:pt x="54835" y="113379"/>
                </a:cubicBezTo>
                <a:cubicBezTo>
                  <a:pt x="54885" y="113379"/>
                  <a:pt x="54935" y="113354"/>
                  <a:pt x="54985" y="113354"/>
                </a:cubicBezTo>
                <a:close/>
                <a:moveTo>
                  <a:pt x="40697" y="110591"/>
                </a:moveTo>
                <a:cubicBezTo>
                  <a:pt x="40747" y="110591"/>
                  <a:pt x="40747" y="110616"/>
                  <a:pt x="40772" y="110616"/>
                </a:cubicBezTo>
                <a:cubicBezTo>
                  <a:pt x="39278" y="111860"/>
                  <a:pt x="37660" y="112856"/>
                  <a:pt x="35968" y="113603"/>
                </a:cubicBezTo>
                <a:cubicBezTo>
                  <a:pt x="35943" y="113603"/>
                  <a:pt x="35918" y="113578"/>
                  <a:pt x="35868" y="113578"/>
                </a:cubicBezTo>
                <a:cubicBezTo>
                  <a:pt x="37561" y="112831"/>
                  <a:pt x="39204" y="111835"/>
                  <a:pt x="40697" y="110591"/>
                </a:cubicBezTo>
                <a:close/>
                <a:moveTo>
                  <a:pt x="32085" y="111910"/>
                </a:moveTo>
                <a:cubicBezTo>
                  <a:pt x="33080" y="112582"/>
                  <a:pt x="34201" y="113130"/>
                  <a:pt x="35395" y="113603"/>
                </a:cubicBezTo>
                <a:cubicBezTo>
                  <a:pt x="35346" y="113603"/>
                  <a:pt x="35321" y="113628"/>
                  <a:pt x="35296" y="113628"/>
                </a:cubicBezTo>
                <a:cubicBezTo>
                  <a:pt x="34101" y="113155"/>
                  <a:pt x="32981" y="112607"/>
                  <a:pt x="31985" y="111960"/>
                </a:cubicBezTo>
                <a:cubicBezTo>
                  <a:pt x="32035" y="111910"/>
                  <a:pt x="32060" y="111910"/>
                  <a:pt x="32085" y="111910"/>
                </a:cubicBezTo>
                <a:close/>
                <a:moveTo>
                  <a:pt x="35644" y="113702"/>
                </a:moveTo>
                <a:cubicBezTo>
                  <a:pt x="35669" y="113702"/>
                  <a:pt x="35694" y="113727"/>
                  <a:pt x="35694" y="113727"/>
                </a:cubicBezTo>
                <a:cubicBezTo>
                  <a:pt x="35669" y="113727"/>
                  <a:pt x="35644" y="113752"/>
                  <a:pt x="35594" y="113752"/>
                </a:cubicBezTo>
                <a:cubicBezTo>
                  <a:pt x="35570" y="113752"/>
                  <a:pt x="35545" y="113727"/>
                  <a:pt x="35520" y="113727"/>
                </a:cubicBezTo>
                <a:cubicBezTo>
                  <a:pt x="35545" y="113727"/>
                  <a:pt x="35570" y="113702"/>
                  <a:pt x="35594" y="113702"/>
                </a:cubicBezTo>
                <a:close/>
                <a:moveTo>
                  <a:pt x="18594" y="110865"/>
                </a:moveTo>
                <a:cubicBezTo>
                  <a:pt x="18893" y="110964"/>
                  <a:pt x="19216" y="111089"/>
                  <a:pt x="19515" y="111139"/>
                </a:cubicBezTo>
                <a:cubicBezTo>
                  <a:pt x="19540" y="111139"/>
                  <a:pt x="19589" y="111139"/>
                  <a:pt x="19614" y="111163"/>
                </a:cubicBezTo>
                <a:cubicBezTo>
                  <a:pt x="20734" y="112234"/>
                  <a:pt x="22004" y="113130"/>
                  <a:pt x="23398" y="113877"/>
                </a:cubicBezTo>
                <a:cubicBezTo>
                  <a:pt x="21631" y="113204"/>
                  <a:pt x="20013" y="112209"/>
                  <a:pt x="18594" y="110865"/>
                </a:cubicBezTo>
                <a:close/>
                <a:moveTo>
                  <a:pt x="61701" y="111266"/>
                </a:moveTo>
                <a:lnTo>
                  <a:pt x="61701" y="111266"/>
                </a:lnTo>
                <a:cubicBezTo>
                  <a:pt x="61626" y="111299"/>
                  <a:pt x="61548" y="111344"/>
                  <a:pt x="61456" y="111363"/>
                </a:cubicBezTo>
                <a:cubicBezTo>
                  <a:pt x="61332" y="111412"/>
                  <a:pt x="61207" y="111487"/>
                  <a:pt x="61083" y="111512"/>
                </a:cubicBezTo>
                <a:cubicBezTo>
                  <a:pt x="59963" y="111985"/>
                  <a:pt x="58669" y="112458"/>
                  <a:pt x="56752" y="113155"/>
                </a:cubicBezTo>
                <a:cubicBezTo>
                  <a:pt x="56702" y="113204"/>
                  <a:pt x="56627" y="113204"/>
                  <a:pt x="56603" y="113229"/>
                </a:cubicBezTo>
                <a:cubicBezTo>
                  <a:pt x="55995" y="113448"/>
                  <a:pt x="55173" y="113715"/>
                  <a:pt x="54300" y="113982"/>
                </a:cubicBezTo>
                <a:lnTo>
                  <a:pt x="54300" y="113982"/>
                </a:lnTo>
                <a:cubicBezTo>
                  <a:pt x="54308" y="113979"/>
                  <a:pt x="54313" y="113976"/>
                  <a:pt x="54313" y="113976"/>
                </a:cubicBezTo>
                <a:cubicBezTo>
                  <a:pt x="54337" y="113976"/>
                  <a:pt x="54362" y="113926"/>
                  <a:pt x="54387" y="113926"/>
                </a:cubicBezTo>
                <a:cubicBezTo>
                  <a:pt x="54437" y="113926"/>
                  <a:pt x="54437" y="113901"/>
                  <a:pt x="54462" y="113901"/>
                </a:cubicBezTo>
                <a:cubicBezTo>
                  <a:pt x="55582" y="113553"/>
                  <a:pt x="56329" y="113279"/>
                  <a:pt x="56752" y="113130"/>
                </a:cubicBezTo>
                <a:cubicBezTo>
                  <a:pt x="57300" y="112906"/>
                  <a:pt x="57797" y="112756"/>
                  <a:pt x="58220" y="112557"/>
                </a:cubicBezTo>
                <a:lnTo>
                  <a:pt x="59988" y="111910"/>
                </a:lnTo>
                <a:cubicBezTo>
                  <a:pt x="60187" y="111860"/>
                  <a:pt x="60336" y="111786"/>
                  <a:pt x="60535" y="111736"/>
                </a:cubicBezTo>
                <a:cubicBezTo>
                  <a:pt x="60909" y="111573"/>
                  <a:pt x="61304" y="111409"/>
                  <a:pt x="61701" y="111266"/>
                </a:cubicBezTo>
                <a:close/>
                <a:moveTo>
                  <a:pt x="59241" y="107156"/>
                </a:moveTo>
                <a:lnTo>
                  <a:pt x="59241" y="107156"/>
                </a:lnTo>
                <a:cubicBezTo>
                  <a:pt x="58619" y="108724"/>
                  <a:pt x="57922" y="110018"/>
                  <a:pt x="57051" y="111089"/>
                </a:cubicBezTo>
                <a:cubicBezTo>
                  <a:pt x="53889" y="112458"/>
                  <a:pt x="50828" y="113528"/>
                  <a:pt x="47791" y="114349"/>
                </a:cubicBezTo>
                <a:cubicBezTo>
                  <a:pt x="45601" y="113827"/>
                  <a:pt x="43311" y="112508"/>
                  <a:pt x="41195" y="110466"/>
                </a:cubicBezTo>
                <a:cubicBezTo>
                  <a:pt x="41419" y="110267"/>
                  <a:pt x="41643" y="110093"/>
                  <a:pt x="41867" y="109869"/>
                </a:cubicBezTo>
                <a:cubicBezTo>
                  <a:pt x="43609" y="109346"/>
                  <a:pt x="45352" y="108749"/>
                  <a:pt x="47119" y="108052"/>
                </a:cubicBezTo>
                <a:lnTo>
                  <a:pt x="47219" y="108052"/>
                </a:lnTo>
                <a:cubicBezTo>
                  <a:pt x="47268" y="108052"/>
                  <a:pt x="47343" y="108102"/>
                  <a:pt x="47368" y="108102"/>
                </a:cubicBezTo>
                <a:cubicBezTo>
                  <a:pt x="47791" y="108152"/>
                  <a:pt x="48239" y="108226"/>
                  <a:pt x="48662" y="108251"/>
                </a:cubicBezTo>
                <a:cubicBezTo>
                  <a:pt x="48762" y="108251"/>
                  <a:pt x="48861" y="108276"/>
                  <a:pt x="48961" y="108276"/>
                </a:cubicBezTo>
                <a:lnTo>
                  <a:pt x="49110" y="108276"/>
                </a:lnTo>
                <a:cubicBezTo>
                  <a:pt x="49658" y="108301"/>
                  <a:pt x="50230" y="108351"/>
                  <a:pt x="50828" y="108351"/>
                </a:cubicBezTo>
                <a:lnTo>
                  <a:pt x="51002" y="108351"/>
                </a:lnTo>
                <a:cubicBezTo>
                  <a:pt x="51400" y="108351"/>
                  <a:pt x="51823" y="108351"/>
                  <a:pt x="52222" y="108301"/>
                </a:cubicBezTo>
                <a:lnTo>
                  <a:pt x="52272" y="108301"/>
                </a:lnTo>
                <a:cubicBezTo>
                  <a:pt x="52496" y="108301"/>
                  <a:pt x="52720" y="108276"/>
                  <a:pt x="52944" y="108251"/>
                </a:cubicBezTo>
                <a:lnTo>
                  <a:pt x="53068" y="108251"/>
                </a:lnTo>
                <a:cubicBezTo>
                  <a:pt x="53242" y="108251"/>
                  <a:pt x="53416" y="108226"/>
                  <a:pt x="53616" y="108176"/>
                </a:cubicBezTo>
                <a:cubicBezTo>
                  <a:pt x="53765" y="108176"/>
                  <a:pt x="53889" y="108152"/>
                  <a:pt x="54064" y="108127"/>
                </a:cubicBezTo>
                <a:cubicBezTo>
                  <a:pt x="54238" y="108102"/>
                  <a:pt x="54462" y="108102"/>
                  <a:pt x="54686" y="108052"/>
                </a:cubicBezTo>
                <a:lnTo>
                  <a:pt x="54711" y="108052"/>
                </a:lnTo>
                <a:cubicBezTo>
                  <a:pt x="54761" y="108052"/>
                  <a:pt x="54835" y="108027"/>
                  <a:pt x="54885" y="108027"/>
                </a:cubicBezTo>
                <a:lnTo>
                  <a:pt x="54960" y="108027"/>
                </a:lnTo>
                <a:lnTo>
                  <a:pt x="55433" y="107928"/>
                </a:lnTo>
                <a:cubicBezTo>
                  <a:pt x="55731" y="107878"/>
                  <a:pt x="56055" y="107803"/>
                  <a:pt x="56354" y="107778"/>
                </a:cubicBezTo>
                <a:cubicBezTo>
                  <a:pt x="56603" y="107753"/>
                  <a:pt x="56851" y="107679"/>
                  <a:pt x="57100" y="107654"/>
                </a:cubicBezTo>
                <a:cubicBezTo>
                  <a:pt x="57822" y="107529"/>
                  <a:pt x="58544" y="107355"/>
                  <a:pt x="59241" y="107156"/>
                </a:cubicBezTo>
                <a:close/>
                <a:moveTo>
                  <a:pt x="56329" y="111910"/>
                </a:moveTo>
                <a:cubicBezTo>
                  <a:pt x="55831" y="112383"/>
                  <a:pt x="55308" y="112856"/>
                  <a:pt x="54736" y="113229"/>
                </a:cubicBezTo>
                <a:cubicBezTo>
                  <a:pt x="52968" y="113727"/>
                  <a:pt x="51201" y="114101"/>
                  <a:pt x="49509" y="114374"/>
                </a:cubicBezTo>
                <a:cubicBezTo>
                  <a:pt x="51749" y="113702"/>
                  <a:pt x="54014" y="112881"/>
                  <a:pt x="56329" y="111910"/>
                </a:cubicBezTo>
                <a:close/>
                <a:moveTo>
                  <a:pt x="19988" y="111288"/>
                </a:moveTo>
                <a:cubicBezTo>
                  <a:pt x="20013" y="111288"/>
                  <a:pt x="20087" y="111338"/>
                  <a:pt x="20112" y="111338"/>
                </a:cubicBezTo>
                <a:cubicBezTo>
                  <a:pt x="21531" y="112607"/>
                  <a:pt x="23199" y="113628"/>
                  <a:pt x="25066" y="114449"/>
                </a:cubicBezTo>
                <a:cubicBezTo>
                  <a:pt x="24941" y="114399"/>
                  <a:pt x="24817" y="114374"/>
                  <a:pt x="24717" y="114349"/>
                </a:cubicBezTo>
                <a:cubicBezTo>
                  <a:pt x="22950" y="113528"/>
                  <a:pt x="21357" y="112508"/>
                  <a:pt x="19988" y="111288"/>
                </a:cubicBezTo>
                <a:close/>
                <a:moveTo>
                  <a:pt x="41071" y="110616"/>
                </a:moveTo>
                <a:cubicBezTo>
                  <a:pt x="43136" y="112582"/>
                  <a:pt x="45277" y="113877"/>
                  <a:pt x="47468" y="114474"/>
                </a:cubicBezTo>
                <a:cubicBezTo>
                  <a:pt x="47418" y="114474"/>
                  <a:pt x="47393" y="114499"/>
                  <a:pt x="47343" y="114499"/>
                </a:cubicBezTo>
                <a:cubicBezTo>
                  <a:pt x="45178" y="113901"/>
                  <a:pt x="43062" y="112607"/>
                  <a:pt x="41046" y="110641"/>
                </a:cubicBezTo>
                <a:lnTo>
                  <a:pt x="41071" y="110616"/>
                </a:lnTo>
                <a:close/>
                <a:moveTo>
                  <a:pt x="56802" y="111412"/>
                </a:moveTo>
                <a:cubicBezTo>
                  <a:pt x="56752" y="111487"/>
                  <a:pt x="56702" y="111512"/>
                  <a:pt x="56677" y="111587"/>
                </a:cubicBezTo>
                <a:cubicBezTo>
                  <a:pt x="53840" y="112732"/>
                  <a:pt x="51102" y="113727"/>
                  <a:pt x="48388" y="114499"/>
                </a:cubicBezTo>
                <a:cubicBezTo>
                  <a:pt x="48339" y="114499"/>
                  <a:pt x="48264" y="114474"/>
                  <a:pt x="48214" y="114474"/>
                </a:cubicBezTo>
                <a:cubicBezTo>
                  <a:pt x="51002" y="113702"/>
                  <a:pt x="53865" y="112657"/>
                  <a:pt x="56802" y="111412"/>
                </a:cubicBezTo>
                <a:close/>
                <a:moveTo>
                  <a:pt x="22300" y="113641"/>
                </a:moveTo>
                <a:cubicBezTo>
                  <a:pt x="22877" y="113870"/>
                  <a:pt x="23339" y="114032"/>
                  <a:pt x="23622" y="114150"/>
                </a:cubicBezTo>
                <a:cubicBezTo>
                  <a:pt x="24020" y="114325"/>
                  <a:pt x="24393" y="114449"/>
                  <a:pt x="24817" y="114573"/>
                </a:cubicBezTo>
                <a:cubicBezTo>
                  <a:pt x="24717" y="114573"/>
                  <a:pt x="24593" y="114524"/>
                  <a:pt x="24418" y="114499"/>
                </a:cubicBezTo>
                <a:lnTo>
                  <a:pt x="24393" y="114499"/>
                </a:lnTo>
                <a:cubicBezTo>
                  <a:pt x="24269" y="114474"/>
                  <a:pt x="24194" y="114449"/>
                  <a:pt x="24070" y="114374"/>
                </a:cubicBezTo>
                <a:cubicBezTo>
                  <a:pt x="24020" y="114374"/>
                  <a:pt x="24020" y="114349"/>
                  <a:pt x="23995" y="114349"/>
                </a:cubicBezTo>
                <a:cubicBezTo>
                  <a:pt x="23522" y="114200"/>
                  <a:pt x="23099" y="114026"/>
                  <a:pt x="22651" y="113827"/>
                </a:cubicBezTo>
                <a:cubicBezTo>
                  <a:pt x="22534" y="113768"/>
                  <a:pt x="22417" y="113695"/>
                  <a:pt x="22300" y="113641"/>
                </a:cubicBezTo>
                <a:close/>
                <a:moveTo>
                  <a:pt x="47791" y="114573"/>
                </a:moveTo>
                <a:cubicBezTo>
                  <a:pt x="47841" y="114573"/>
                  <a:pt x="47866" y="114598"/>
                  <a:pt x="47916" y="114598"/>
                </a:cubicBezTo>
                <a:lnTo>
                  <a:pt x="47667" y="114598"/>
                </a:lnTo>
                <a:cubicBezTo>
                  <a:pt x="47716" y="114598"/>
                  <a:pt x="47766" y="114573"/>
                  <a:pt x="47791" y="114573"/>
                </a:cubicBezTo>
                <a:close/>
                <a:moveTo>
                  <a:pt x="54188" y="113553"/>
                </a:moveTo>
                <a:cubicBezTo>
                  <a:pt x="54089" y="113603"/>
                  <a:pt x="54014" y="113628"/>
                  <a:pt x="53939" y="113702"/>
                </a:cubicBezTo>
                <a:cubicBezTo>
                  <a:pt x="52396" y="114101"/>
                  <a:pt x="50902" y="114399"/>
                  <a:pt x="49484" y="114623"/>
                </a:cubicBezTo>
                <a:cubicBezTo>
                  <a:pt x="49384" y="114623"/>
                  <a:pt x="49285" y="114623"/>
                  <a:pt x="49235" y="114598"/>
                </a:cubicBezTo>
                <a:cubicBezTo>
                  <a:pt x="50853" y="114349"/>
                  <a:pt x="52496" y="114001"/>
                  <a:pt x="54188" y="113553"/>
                </a:cubicBezTo>
                <a:close/>
                <a:moveTo>
                  <a:pt x="53068" y="114101"/>
                </a:moveTo>
                <a:lnTo>
                  <a:pt x="53068" y="114101"/>
                </a:lnTo>
                <a:cubicBezTo>
                  <a:pt x="52645" y="114250"/>
                  <a:pt x="52247" y="114374"/>
                  <a:pt x="51848" y="114474"/>
                </a:cubicBezTo>
                <a:cubicBezTo>
                  <a:pt x="51400" y="114524"/>
                  <a:pt x="50977" y="114598"/>
                  <a:pt x="50529" y="114623"/>
                </a:cubicBezTo>
                <a:cubicBezTo>
                  <a:pt x="51375" y="114474"/>
                  <a:pt x="52222" y="114275"/>
                  <a:pt x="53068" y="114101"/>
                </a:cubicBezTo>
                <a:close/>
                <a:moveTo>
                  <a:pt x="48488" y="114698"/>
                </a:moveTo>
                <a:cubicBezTo>
                  <a:pt x="48538" y="114698"/>
                  <a:pt x="48613" y="114723"/>
                  <a:pt x="48662" y="114723"/>
                </a:cubicBezTo>
                <a:cubicBezTo>
                  <a:pt x="48637" y="114723"/>
                  <a:pt x="48538" y="114748"/>
                  <a:pt x="48488" y="114748"/>
                </a:cubicBezTo>
                <a:cubicBezTo>
                  <a:pt x="48413" y="114748"/>
                  <a:pt x="48388" y="114723"/>
                  <a:pt x="48339" y="114723"/>
                </a:cubicBezTo>
                <a:cubicBezTo>
                  <a:pt x="48388" y="114723"/>
                  <a:pt x="48463" y="114698"/>
                  <a:pt x="48488" y="114698"/>
                </a:cubicBezTo>
                <a:close/>
                <a:moveTo>
                  <a:pt x="53342" y="114225"/>
                </a:moveTo>
                <a:lnTo>
                  <a:pt x="53143" y="114325"/>
                </a:lnTo>
                <a:cubicBezTo>
                  <a:pt x="53118" y="114325"/>
                  <a:pt x="53093" y="114349"/>
                  <a:pt x="53068" y="114349"/>
                </a:cubicBezTo>
                <a:cubicBezTo>
                  <a:pt x="52869" y="114399"/>
                  <a:pt x="52720" y="114474"/>
                  <a:pt x="52520" y="114524"/>
                </a:cubicBezTo>
                <a:lnTo>
                  <a:pt x="52471" y="114524"/>
                </a:lnTo>
                <a:cubicBezTo>
                  <a:pt x="52272" y="114598"/>
                  <a:pt x="52072" y="114623"/>
                  <a:pt x="51873" y="114698"/>
                </a:cubicBezTo>
                <a:cubicBezTo>
                  <a:pt x="51823" y="114698"/>
                  <a:pt x="51774" y="114698"/>
                  <a:pt x="51724" y="114723"/>
                </a:cubicBezTo>
                <a:lnTo>
                  <a:pt x="51624" y="114723"/>
                </a:lnTo>
                <a:cubicBezTo>
                  <a:pt x="51500" y="114748"/>
                  <a:pt x="51400" y="114748"/>
                  <a:pt x="51276" y="114773"/>
                </a:cubicBezTo>
                <a:cubicBezTo>
                  <a:pt x="52023" y="114598"/>
                  <a:pt x="52720" y="114399"/>
                  <a:pt x="53342" y="114225"/>
                </a:cubicBezTo>
                <a:close/>
                <a:moveTo>
                  <a:pt x="40896" y="110740"/>
                </a:moveTo>
                <a:cubicBezTo>
                  <a:pt x="42863" y="112632"/>
                  <a:pt x="44904" y="113951"/>
                  <a:pt x="46995" y="114573"/>
                </a:cubicBezTo>
                <a:cubicBezTo>
                  <a:pt x="46795" y="114623"/>
                  <a:pt x="46621" y="114648"/>
                  <a:pt x="46422" y="114723"/>
                </a:cubicBezTo>
                <a:cubicBezTo>
                  <a:pt x="45529" y="114794"/>
                  <a:pt x="44652" y="114830"/>
                  <a:pt x="43794" y="114830"/>
                </a:cubicBezTo>
                <a:cubicBezTo>
                  <a:pt x="41045" y="114830"/>
                  <a:pt x="38494" y="114461"/>
                  <a:pt x="36217" y="113702"/>
                </a:cubicBezTo>
                <a:cubicBezTo>
                  <a:pt x="37884" y="112956"/>
                  <a:pt x="39428" y="111960"/>
                  <a:pt x="40896" y="110740"/>
                </a:cubicBezTo>
                <a:close/>
                <a:moveTo>
                  <a:pt x="49484" y="114797"/>
                </a:moveTo>
                <a:cubicBezTo>
                  <a:pt x="49633" y="114822"/>
                  <a:pt x="49789" y="114835"/>
                  <a:pt x="49944" y="114835"/>
                </a:cubicBezTo>
                <a:cubicBezTo>
                  <a:pt x="50100" y="114835"/>
                  <a:pt x="50255" y="114822"/>
                  <a:pt x="50405" y="114797"/>
                </a:cubicBezTo>
                <a:lnTo>
                  <a:pt x="50405" y="114797"/>
                </a:lnTo>
                <a:cubicBezTo>
                  <a:pt x="50330" y="114847"/>
                  <a:pt x="50230" y="114847"/>
                  <a:pt x="50131" y="114872"/>
                </a:cubicBezTo>
                <a:lnTo>
                  <a:pt x="50031" y="114872"/>
                </a:lnTo>
                <a:cubicBezTo>
                  <a:pt x="49758" y="114872"/>
                  <a:pt x="49484" y="114847"/>
                  <a:pt x="49235" y="114847"/>
                </a:cubicBezTo>
                <a:cubicBezTo>
                  <a:pt x="49334" y="114847"/>
                  <a:pt x="49384" y="114797"/>
                  <a:pt x="49484" y="114797"/>
                </a:cubicBezTo>
                <a:close/>
                <a:moveTo>
                  <a:pt x="20486" y="111387"/>
                </a:moveTo>
                <a:lnTo>
                  <a:pt x="20486" y="111387"/>
                </a:lnTo>
                <a:cubicBezTo>
                  <a:pt x="20784" y="111462"/>
                  <a:pt x="21083" y="111537"/>
                  <a:pt x="21382" y="111611"/>
                </a:cubicBezTo>
                <a:cubicBezTo>
                  <a:pt x="21631" y="111661"/>
                  <a:pt x="21904" y="111711"/>
                  <a:pt x="22153" y="111736"/>
                </a:cubicBezTo>
                <a:cubicBezTo>
                  <a:pt x="22576" y="111786"/>
                  <a:pt x="22975" y="111885"/>
                  <a:pt x="23373" y="111910"/>
                </a:cubicBezTo>
                <a:cubicBezTo>
                  <a:pt x="23771" y="111985"/>
                  <a:pt x="24219" y="112010"/>
                  <a:pt x="24642" y="112035"/>
                </a:cubicBezTo>
                <a:cubicBezTo>
                  <a:pt x="24941" y="112084"/>
                  <a:pt x="25190" y="112109"/>
                  <a:pt x="25464" y="112109"/>
                </a:cubicBezTo>
                <a:cubicBezTo>
                  <a:pt x="26186" y="112134"/>
                  <a:pt x="26883" y="112159"/>
                  <a:pt x="27629" y="112159"/>
                </a:cubicBezTo>
                <a:cubicBezTo>
                  <a:pt x="28376" y="112159"/>
                  <a:pt x="29123" y="112134"/>
                  <a:pt x="29919" y="112109"/>
                </a:cubicBezTo>
                <a:cubicBezTo>
                  <a:pt x="30367" y="112059"/>
                  <a:pt x="30840" y="112035"/>
                  <a:pt x="31338" y="111985"/>
                </a:cubicBezTo>
                <a:cubicBezTo>
                  <a:pt x="31463" y="111985"/>
                  <a:pt x="31587" y="111960"/>
                  <a:pt x="31736" y="111960"/>
                </a:cubicBezTo>
                <a:cubicBezTo>
                  <a:pt x="32782" y="112632"/>
                  <a:pt x="33852" y="113229"/>
                  <a:pt x="35072" y="113727"/>
                </a:cubicBezTo>
                <a:cubicBezTo>
                  <a:pt x="33329" y="114399"/>
                  <a:pt x="31487" y="114797"/>
                  <a:pt x="29670" y="114897"/>
                </a:cubicBezTo>
                <a:cubicBezTo>
                  <a:pt x="29396" y="114914"/>
                  <a:pt x="29125" y="114922"/>
                  <a:pt x="28856" y="114922"/>
                </a:cubicBezTo>
                <a:cubicBezTo>
                  <a:pt x="27952" y="114922"/>
                  <a:pt x="27074" y="114832"/>
                  <a:pt x="26211" y="114698"/>
                </a:cubicBezTo>
                <a:cubicBezTo>
                  <a:pt x="24020" y="113877"/>
                  <a:pt x="22128" y="112781"/>
                  <a:pt x="20486" y="111387"/>
                </a:cubicBezTo>
                <a:close/>
                <a:moveTo>
                  <a:pt x="46995" y="114872"/>
                </a:moveTo>
                <a:cubicBezTo>
                  <a:pt x="46895" y="114897"/>
                  <a:pt x="46795" y="114947"/>
                  <a:pt x="46721" y="114947"/>
                </a:cubicBezTo>
                <a:cubicBezTo>
                  <a:pt x="46497" y="114972"/>
                  <a:pt x="46298" y="114972"/>
                  <a:pt x="46099" y="114997"/>
                </a:cubicBezTo>
                <a:lnTo>
                  <a:pt x="46472" y="114897"/>
                </a:lnTo>
                <a:cubicBezTo>
                  <a:pt x="46646" y="114897"/>
                  <a:pt x="46795" y="114872"/>
                  <a:pt x="46995" y="114872"/>
                </a:cubicBezTo>
                <a:close/>
                <a:moveTo>
                  <a:pt x="35968" y="113827"/>
                </a:moveTo>
                <a:cubicBezTo>
                  <a:pt x="38360" y="114638"/>
                  <a:pt x="41027" y="115028"/>
                  <a:pt x="43938" y="115028"/>
                </a:cubicBezTo>
                <a:cubicBezTo>
                  <a:pt x="44419" y="115028"/>
                  <a:pt x="44907" y="115018"/>
                  <a:pt x="45402" y="114997"/>
                </a:cubicBezTo>
                <a:lnTo>
                  <a:pt x="45402" y="114997"/>
                </a:lnTo>
                <a:cubicBezTo>
                  <a:pt x="45302" y="115021"/>
                  <a:pt x="45227" y="115021"/>
                  <a:pt x="45128" y="115071"/>
                </a:cubicBezTo>
                <a:cubicBezTo>
                  <a:pt x="44680" y="115096"/>
                  <a:pt x="44281" y="115096"/>
                  <a:pt x="43883" y="115096"/>
                </a:cubicBezTo>
                <a:cubicBezTo>
                  <a:pt x="40946" y="115096"/>
                  <a:pt x="38283" y="114648"/>
                  <a:pt x="35918" y="113852"/>
                </a:cubicBezTo>
                <a:cubicBezTo>
                  <a:pt x="35918" y="113827"/>
                  <a:pt x="35943" y="113827"/>
                  <a:pt x="35968" y="113827"/>
                </a:cubicBezTo>
                <a:close/>
                <a:moveTo>
                  <a:pt x="35296" y="113852"/>
                </a:moveTo>
                <a:cubicBezTo>
                  <a:pt x="35321" y="113852"/>
                  <a:pt x="35346" y="113877"/>
                  <a:pt x="35395" y="113877"/>
                </a:cubicBezTo>
                <a:cubicBezTo>
                  <a:pt x="33528" y="114623"/>
                  <a:pt x="31587" y="115071"/>
                  <a:pt x="29670" y="115146"/>
                </a:cubicBezTo>
                <a:cubicBezTo>
                  <a:pt x="29421" y="115146"/>
                  <a:pt x="29123" y="115196"/>
                  <a:pt x="28924" y="115196"/>
                </a:cubicBezTo>
                <a:cubicBezTo>
                  <a:pt x="28426" y="115196"/>
                  <a:pt x="27953" y="115146"/>
                  <a:pt x="27480" y="115121"/>
                </a:cubicBezTo>
                <a:cubicBezTo>
                  <a:pt x="27355" y="115071"/>
                  <a:pt x="27256" y="115021"/>
                  <a:pt x="27181" y="114997"/>
                </a:cubicBezTo>
                <a:lnTo>
                  <a:pt x="27181" y="114997"/>
                </a:lnTo>
                <a:cubicBezTo>
                  <a:pt x="27790" y="115073"/>
                  <a:pt x="28398" y="115105"/>
                  <a:pt x="29029" y="115105"/>
                </a:cubicBezTo>
                <a:cubicBezTo>
                  <a:pt x="29224" y="115105"/>
                  <a:pt x="29421" y="115102"/>
                  <a:pt x="29621" y="115096"/>
                </a:cubicBezTo>
                <a:cubicBezTo>
                  <a:pt x="31562" y="114997"/>
                  <a:pt x="33454" y="114573"/>
                  <a:pt x="35296" y="113852"/>
                </a:cubicBezTo>
                <a:close/>
                <a:moveTo>
                  <a:pt x="35644" y="113951"/>
                </a:moveTo>
                <a:cubicBezTo>
                  <a:pt x="38059" y="114822"/>
                  <a:pt x="40822" y="115246"/>
                  <a:pt x="43858" y="115246"/>
                </a:cubicBezTo>
                <a:lnTo>
                  <a:pt x="44057" y="115246"/>
                </a:lnTo>
                <a:cubicBezTo>
                  <a:pt x="41096" y="115870"/>
                  <a:pt x="38258" y="116185"/>
                  <a:pt x="35584" y="116185"/>
                </a:cubicBezTo>
                <a:cubicBezTo>
                  <a:pt x="34099" y="116185"/>
                  <a:pt x="32665" y="116088"/>
                  <a:pt x="31288" y="115893"/>
                </a:cubicBezTo>
                <a:cubicBezTo>
                  <a:pt x="31114" y="115868"/>
                  <a:pt x="30940" y="115843"/>
                  <a:pt x="30790" y="115843"/>
                </a:cubicBezTo>
                <a:cubicBezTo>
                  <a:pt x="29919" y="115718"/>
                  <a:pt x="29098" y="115519"/>
                  <a:pt x="28301" y="115320"/>
                </a:cubicBezTo>
                <a:cubicBezTo>
                  <a:pt x="28476" y="115320"/>
                  <a:pt x="28700" y="115345"/>
                  <a:pt x="28874" y="115345"/>
                </a:cubicBezTo>
                <a:cubicBezTo>
                  <a:pt x="29123" y="115345"/>
                  <a:pt x="29372" y="115345"/>
                  <a:pt x="29670" y="115320"/>
                </a:cubicBezTo>
                <a:cubicBezTo>
                  <a:pt x="31687" y="115221"/>
                  <a:pt x="33703" y="114748"/>
                  <a:pt x="35644" y="113951"/>
                </a:cubicBezTo>
                <a:close/>
                <a:moveTo>
                  <a:pt x="48513" y="114947"/>
                </a:moveTo>
                <a:cubicBezTo>
                  <a:pt x="48787" y="114997"/>
                  <a:pt x="49135" y="114997"/>
                  <a:pt x="49459" y="115021"/>
                </a:cubicBezTo>
                <a:cubicBezTo>
                  <a:pt x="49110" y="115121"/>
                  <a:pt x="48737" y="115196"/>
                  <a:pt x="48364" y="115270"/>
                </a:cubicBezTo>
                <a:cubicBezTo>
                  <a:pt x="46497" y="115694"/>
                  <a:pt x="43410" y="116191"/>
                  <a:pt x="40448" y="116316"/>
                </a:cubicBezTo>
                <a:cubicBezTo>
                  <a:pt x="42489" y="116067"/>
                  <a:pt x="44605" y="115644"/>
                  <a:pt x="46771" y="115121"/>
                </a:cubicBezTo>
                <a:cubicBezTo>
                  <a:pt x="47343" y="115071"/>
                  <a:pt x="47916" y="114997"/>
                  <a:pt x="48513" y="114947"/>
                </a:cubicBezTo>
                <a:close/>
                <a:moveTo>
                  <a:pt x="27596" y="115399"/>
                </a:moveTo>
                <a:cubicBezTo>
                  <a:pt x="28936" y="115729"/>
                  <a:pt x="30005" y="115919"/>
                  <a:pt x="30392" y="115967"/>
                </a:cubicBezTo>
                <a:cubicBezTo>
                  <a:pt x="30542" y="115992"/>
                  <a:pt x="30666" y="115992"/>
                  <a:pt x="30741" y="116017"/>
                </a:cubicBezTo>
                <a:cubicBezTo>
                  <a:pt x="30890" y="116042"/>
                  <a:pt x="31014" y="116042"/>
                  <a:pt x="31189" y="116092"/>
                </a:cubicBezTo>
                <a:cubicBezTo>
                  <a:pt x="31985" y="116216"/>
                  <a:pt x="32757" y="116291"/>
                  <a:pt x="33578" y="116391"/>
                </a:cubicBezTo>
                <a:cubicBezTo>
                  <a:pt x="33329" y="116366"/>
                  <a:pt x="33056" y="116341"/>
                  <a:pt x="32782" y="116341"/>
                </a:cubicBezTo>
                <a:cubicBezTo>
                  <a:pt x="32608" y="116341"/>
                  <a:pt x="32483" y="116316"/>
                  <a:pt x="32334" y="116316"/>
                </a:cubicBezTo>
                <a:cubicBezTo>
                  <a:pt x="32159" y="116266"/>
                  <a:pt x="31960" y="116266"/>
                  <a:pt x="31786" y="116241"/>
                </a:cubicBezTo>
                <a:cubicBezTo>
                  <a:pt x="31413" y="116191"/>
                  <a:pt x="31064" y="116142"/>
                  <a:pt x="30691" y="116092"/>
                </a:cubicBezTo>
                <a:cubicBezTo>
                  <a:pt x="30591" y="116092"/>
                  <a:pt x="30492" y="116042"/>
                  <a:pt x="30442" y="116042"/>
                </a:cubicBezTo>
                <a:cubicBezTo>
                  <a:pt x="29695" y="115942"/>
                  <a:pt x="28949" y="115768"/>
                  <a:pt x="28227" y="115594"/>
                </a:cubicBezTo>
                <a:cubicBezTo>
                  <a:pt x="28202" y="115594"/>
                  <a:pt x="28127" y="115544"/>
                  <a:pt x="28102" y="115544"/>
                </a:cubicBezTo>
                <a:cubicBezTo>
                  <a:pt x="27918" y="115503"/>
                  <a:pt x="27768" y="115446"/>
                  <a:pt x="27596" y="115399"/>
                </a:cubicBezTo>
                <a:close/>
                <a:moveTo>
                  <a:pt x="45601" y="115221"/>
                </a:moveTo>
                <a:cubicBezTo>
                  <a:pt x="42813" y="115868"/>
                  <a:pt x="40150" y="116241"/>
                  <a:pt x="37586" y="116391"/>
                </a:cubicBezTo>
                <a:cubicBezTo>
                  <a:pt x="37088" y="116391"/>
                  <a:pt x="36665" y="116391"/>
                  <a:pt x="36217" y="116366"/>
                </a:cubicBezTo>
                <a:cubicBezTo>
                  <a:pt x="39029" y="116316"/>
                  <a:pt x="42016" y="115942"/>
                  <a:pt x="45128" y="115221"/>
                </a:cubicBezTo>
                <a:close/>
                <a:moveTo>
                  <a:pt x="50479" y="115021"/>
                </a:moveTo>
                <a:cubicBezTo>
                  <a:pt x="50031" y="115146"/>
                  <a:pt x="49583" y="115270"/>
                  <a:pt x="49085" y="115370"/>
                </a:cubicBezTo>
                <a:cubicBezTo>
                  <a:pt x="48264" y="115519"/>
                  <a:pt x="47293" y="115743"/>
                  <a:pt x="46372" y="115893"/>
                </a:cubicBezTo>
                <a:cubicBezTo>
                  <a:pt x="45924" y="115967"/>
                  <a:pt x="45426" y="116067"/>
                  <a:pt x="44929" y="116117"/>
                </a:cubicBezTo>
                <a:lnTo>
                  <a:pt x="44879" y="116117"/>
                </a:lnTo>
                <a:cubicBezTo>
                  <a:pt x="44406" y="116191"/>
                  <a:pt x="43908" y="116216"/>
                  <a:pt x="43385" y="116266"/>
                </a:cubicBezTo>
                <a:cubicBezTo>
                  <a:pt x="42191" y="116391"/>
                  <a:pt x="40871" y="116490"/>
                  <a:pt x="39577" y="116565"/>
                </a:cubicBezTo>
                <a:cubicBezTo>
                  <a:pt x="39204" y="116590"/>
                  <a:pt x="38830" y="116590"/>
                  <a:pt x="38457" y="116615"/>
                </a:cubicBezTo>
                <a:lnTo>
                  <a:pt x="37685" y="116615"/>
                </a:lnTo>
                <a:cubicBezTo>
                  <a:pt x="37187" y="116615"/>
                  <a:pt x="36764" y="116615"/>
                  <a:pt x="36316" y="116590"/>
                </a:cubicBezTo>
                <a:lnTo>
                  <a:pt x="37038" y="116590"/>
                </a:lnTo>
                <a:cubicBezTo>
                  <a:pt x="37187" y="116590"/>
                  <a:pt x="37387" y="116540"/>
                  <a:pt x="37536" y="116540"/>
                </a:cubicBezTo>
                <a:lnTo>
                  <a:pt x="37660" y="116540"/>
                </a:lnTo>
                <a:cubicBezTo>
                  <a:pt x="38208" y="116540"/>
                  <a:pt x="38880" y="116540"/>
                  <a:pt x="39552" y="116515"/>
                </a:cubicBezTo>
                <a:lnTo>
                  <a:pt x="39577" y="116515"/>
                </a:lnTo>
                <a:cubicBezTo>
                  <a:pt x="40822" y="116490"/>
                  <a:pt x="42166" y="116366"/>
                  <a:pt x="43410" y="116241"/>
                </a:cubicBezTo>
                <a:cubicBezTo>
                  <a:pt x="45352" y="116017"/>
                  <a:pt x="47119" y="115718"/>
                  <a:pt x="48364" y="115420"/>
                </a:cubicBezTo>
                <a:cubicBezTo>
                  <a:pt x="48986" y="115295"/>
                  <a:pt x="49583" y="115146"/>
                  <a:pt x="50106" y="115021"/>
                </a:cubicBezTo>
                <a:close/>
                <a:moveTo>
                  <a:pt x="80647" y="0"/>
                </a:moveTo>
                <a:cubicBezTo>
                  <a:pt x="79950" y="0"/>
                  <a:pt x="79278" y="25"/>
                  <a:pt x="78706" y="50"/>
                </a:cubicBezTo>
                <a:lnTo>
                  <a:pt x="78606" y="50"/>
                </a:lnTo>
                <a:cubicBezTo>
                  <a:pt x="77212" y="125"/>
                  <a:pt x="75520" y="249"/>
                  <a:pt x="73603" y="498"/>
                </a:cubicBezTo>
                <a:cubicBezTo>
                  <a:pt x="73529" y="498"/>
                  <a:pt x="73479" y="523"/>
                  <a:pt x="73404" y="523"/>
                </a:cubicBezTo>
                <a:cubicBezTo>
                  <a:pt x="72209" y="672"/>
                  <a:pt x="70691" y="971"/>
                  <a:pt x="69894" y="1145"/>
                </a:cubicBezTo>
                <a:cubicBezTo>
                  <a:pt x="69471" y="1245"/>
                  <a:pt x="69073" y="1295"/>
                  <a:pt x="68700" y="1394"/>
                </a:cubicBezTo>
                <a:lnTo>
                  <a:pt x="68675" y="1394"/>
                </a:lnTo>
                <a:cubicBezTo>
                  <a:pt x="68326" y="1494"/>
                  <a:pt x="67978" y="1544"/>
                  <a:pt x="67679" y="1643"/>
                </a:cubicBezTo>
                <a:cubicBezTo>
                  <a:pt x="65215" y="2240"/>
                  <a:pt x="63248" y="2863"/>
                  <a:pt x="62228" y="3236"/>
                </a:cubicBezTo>
                <a:cubicBezTo>
                  <a:pt x="61357" y="3535"/>
                  <a:pt x="60834" y="3734"/>
                  <a:pt x="60809" y="3734"/>
                </a:cubicBezTo>
                <a:cubicBezTo>
                  <a:pt x="60461" y="3858"/>
                  <a:pt x="60087" y="4008"/>
                  <a:pt x="59689" y="4157"/>
                </a:cubicBezTo>
                <a:lnTo>
                  <a:pt x="59639" y="4157"/>
                </a:lnTo>
                <a:cubicBezTo>
                  <a:pt x="58868" y="4456"/>
                  <a:pt x="57947" y="4829"/>
                  <a:pt x="57150" y="5153"/>
                </a:cubicBezTo>
                <a:cubicBezTo>
                  <a:pt x="54960" y="6074"/>
                  <a:pt x="53466" y="6820"/>
                  <a:pt x="49633" y="8812"/>
                </a:cubicBezTo>
                <a:cubicBezTo>
                  <a:pt x="49185" y="9011"/>
                  <a:pt x="48637" y="9334"/>
                  <a:pt x="47990" y="9708"/>
                </a:cubicBezTo>
                <a:cubicBezTo>
                  <a:pt x="47891" y="9782"/>
                  <a:pt x="47791" y="9807"/>
                  <a:pt x="47692" y="9857"/>
                </a:cubicBezTo>
                <a:cubicBezTo>
                  <a:pt x="45800" y="10977"/>
                  <a:pt x="43336" y="12471"/>
                  <a:pt x="41668" y="13665"/>
                </a:cubicBezTo>
                <a:cubicBezTo>
                  <a:pt x="41593" y="13715"/>
                  <a:pt x="41519" y="13740"/>
                  <a:pt x="41444" y="13815"/>
                </a:cubicBezTo>
                <a:cubicBezTo>
                  <a:pt x="40971" y="14113"/>
                  <a:pt x="40548" y="14437"/>
                  <a:pt x="40174" y="14711"/>
                </a:cubicBezTo>
                <a:lnTo>
                  <a:pt x="39701" y="15034"/>
                </a:lnTo>
                <a:lnTo>
                  <a:pt x="39677" y="15034"/>
                </a:lnTo>
                <a:cubicBezTo>
                  <a:pt x="38407" y="15906"/>
                  <a:pt x="37362" y="16677"/>
                  <a:pt x="36167" y="17648"/>
                </a:cubicBezTo>
                <a:cubicBezTo>
                  <a:pt x="36092" y="17698"/>
                  <a:pt x="36042" y="17723"/>
                  <a:pt x="35943" y="17797"/>
                </a:cubicBezTo>
                <a:cubicBezTo>
                  <a:pt x="34798" y="18669"/>
                  <a:pt x="33255" y="19938"/>
                  <a:pt x="32359" y="20685"/>
                </a:cubicBezTo>
                <a:lnTo>
                  <a:pt x="32334" y="20685"/>
                </a:lnTo>
                <a:cubicBezTo>
                  <a:pt x="31861" y="21083"/>
                  <a:pt x="31189" y="21680"/>
                  <a:pt x="30442" y="22327"/>
                </a:cubicBezTo>
                <a:cubicBezTo>
                  <a:pt x="29397" y="23248"/>
                  <a:pt x="28376" y="24194"/>
                  <a:pt x="27530" y="25016"/>
                </a:cubicBezTo>
                <a:cubicBezTo>
                  <a:pt x="26883" y="25638"/>
                  <a:pt x="26285" y="26186"/>
                  <a:pt x="25887" y="26634"/>
                </a:cubicBezTo>
                <a:lnTo>
                  <a:pt x="25663" y="26858"/>
                </a:lnTo>
                <a:cubicBezTo>
                  <a:pt x="25389" y="27156"/>
                  <a:pt x="25041" y="27480"/>
                  <a:pt x="24717" y="27853"/>
                </a:cubicBezTo>
                <a:cubicBezTo>
                  <a:pt x="23970" y="28625"/>
                  <a:pt x="23174" y="29397"/>
                  <a:pt x="22552" y="30118"/>
                </a:cubicBezTo>
                <a:cubicBezTo>
                  <a:pt x="22054" y="30666"/>
                  <a:pt x="21631" y="31164"/>
                  <a:pt x="21257" y="31587"/>
                </a:cubicBezTo>
                <a:cubicBezTo>
                  <a:pt x="20983" y="31886"/>
                  <a:pt x="20734" y="32159"/>
                  <a:pt x="20510" y="32408"/>
                </a:cubicBezTo>
                <a:cubicBezTo>
                  <a:pt x="20386" y="32558"/>
                  <a:pt x="20286" y="32707"/>
                  <a:pt x="20162" y="32782"/>
                </a:cubicBezTo>
                <a:cubicBezTo>
                  <a:pt x="19988" y="33006"/>
                  <a:pt x="19789" y="33205"/>
                  <a:pt x="19614" y="33404"/>
                </a:cubicBezTo>
                <a:cubicBezTo>
                  <a:pt x="19390" y="33653"/>
                  <a:pt x="19166" y="33952"/>
                  <a:pt x="18917" y="34225"/>
                </a:cubicBezTo>
                <a:cubicBezTo>
                  <a:pt x="18196" y="35072"/>
                  <a:pt x="17748" y="35644"/>
                  <a:pt x="16827" y="36839"/>
                </a:cubicBezTo>
                <a:lnTo>
                  <a:pt x="16802" y="36864"/>
                </a:lnTo>
                <a:cubicBezTo>
                  <a:pt x="16802" y="36864"/>
                  <a:pt x="16627" y="37113"/>
                  <a:pt x="16304" y="37511"/>
                </a:cubicBezTo>
                <a:cubicBezTo>
                  <a:pt x="15632" y="38432"/>
                  <a:pt x="14810" y="39477"/>
                  <a:pt x="14213" y="40349"/>
                </a:cubicBezTo>
                <a:cubicBezTo>
                  <a:pt x="14213" y="40373"/>
                  <a:pt x="14188" y="40373"/>
                  <a:pt x="14188" y="40423"/>
                </a:cubicBezTo>
                <a:cubicBezTo>
                  <a:pt x="13441" y="41469"/>
                  <a:pt x="12595" y="42688"/>
                  <a:pt x="11774" y="44032"/>
                </a:cubicBezTo>
                <a:cubicBezTo>
                  <a:pt x="10927" y="45352"/>
                  <a:pt x="10181" y="46546"/>
                  <a:pt x="9583" y="47592"/>
                </a:cubicBezTo>
                <a:cubicBezTo>
                  <a:pt x="9110" y="48339"/>
                  <a:pt x="8712" y="49135"/>
                  <a:pt x="8239" y="49956"/>
                </a:cubicBezTo>
                <a:cubicBezTo>
                  <a:pt x="7791" y="50828"/>
                  <a:pt x="7492" y="51400"/>
                  <a:pt x="7443" y="51525"/>
                </a:cubicBezTo>
                <a:cubicBezTo>
                  <a:pt x="7293" y="51798"/>
                  <a:pt x="7119" y="52122"/>
                  <a:pt x="6970" y="52446"/>
                </a:cubicBezTo>
                <a:lnTo>
                  <a:pt x="6845" y="52670"/>
                </a:lnTo>
                <a:cubicBezTo>
                  <a:pt x="6472" y="53416"/>
                  <a:pt x="6049" y="54288"/>
                  <a:pt x="5700" y="55109"/>
                </a:cubicBezTo>
                <a:cubicBezTo>
                  <a:pt x="5675" y="55159"/>
                  <a:pt x="5626" y="55258"/>
                  <a:pt x="5601" y="55358"/>
                </a:cubicBezTo>
                <a:cubicBezTo>
                  <a:pt x="5078" y="56528"/>
                  <a:pt x="3734" y="59589"/>
                  <a:pt x="2639" y="63024"/>
                </a:cubicBezTo>
                <a:lnTo>
                  <a:pt x="2639" y="63074"/>
                </a:lnTo>
                <a:cubicBezTo>
                  <a:pt x="2191" y="64443"/>
                  <a:pt x="1718" y="66235"/>
                  <a:pt x="1344" y="67853"/>
                </a:cubicBezTo>
                <a:cubicBezTo>
                  <a:pt x="1245" y="68251"/>
                  <a:pt x="1145" y="68724"/>
                  <a:pt x="1070" y="69222"/>
                </a:cubicBezTo>
                <a:cubicBezTo>
                  <a:pt x="996" y="69620"/>
                  <a:pt x="896" y="69994"/>
                  <a:pt x="846" y="70367"/>
                </a:cubicBezTo>
                <a:lnTo>
                  <a:pt x="846" y="70417"/>
                </a:lnTo>
                <a:cubicBezTo>
                  <a:pt x="772" y="70716"/>
                  <a:pt x="722" y="71064"/>
                  <a:pt x="647" y="71363"/>
                </a:cubicBezTo>
                <a:lnTo>
                  <a:pt x="647" y="71437"/>
                </a:lnTo>
                <a:cubicBezTo>
                  <a:pt x="523" y="72159"/>
                  <a:pt x="398" y="72981"/>
                  <a:pt x="324" y="73827"/>
                </a:cubicBezTo>
                <a:cubicBezTo>
                  <a:pt x="199" y="74897"/>
                  <a:pt x="100" y="75918"/>
                  <a:pt x="75" y="76889"/>
                </a:cubicBezTo>
                <a:lnTo>
                  <a:pt x="75" y="76963"/>
                </a:lnTo>
                <a:cubicBezTo>
                  <a:pt x="25" y="77585"/>
                  <a:pt x="0" y="78332"/>
                  <a:pt x="0" y="79054"/>
                </a:cubicBezTo>
                <a:lnTo>
                  <a:pt x="0" y="79776"/>
                </a:lnTo>
                <a:lnTo>
                  <a:pt x="0" y="80323"/>
                </a:lnTo>
                <a:cubicBezTo>
                  <a:pt x="0" y="80946"/>
                  <a:pt x="25" y="81668"/>
                  <a:pt x="100" y="82365"/>
                </a:cubicBezTo>
                <a:cubicBezTo>
                  <a:pt x="249" y="84505"/>
                  <a:pt x="498" y="85999"/>
                  <a:pt x="598" y="86496"/>
                </a:cubicBezTo>
                <a:lnTo>
                  <a:pt x="622" y="86745"/>
                </a:lnTo>
                <a:cubicBezTo>
                  <a:pt x="622" y="86770"/>
                  <a:pt x="622" y="86845"/>
                  <a:pt x="647" y="86870"/>
                </a:cubicBezTo>
                <a:cubicBezTo>
                  <a:pt x="772" y="87741"/>
                  <a:pt x="1070" y="88961"/>
                  <a:pt x="1319" y="89882"/>
                </a:cubicBezTo>
                <a:cubicBezTo>
                  <a:pt x="1319" y="89907"/>
                  <a:pt x="1344" y="89981"/>
                  <a:pt x="1344" y="90006"/>
                </a:cubicBezTo>
                <a:cubicBezTo>
                  <a:pt x="1369" y="90081"/>
                  <a:pt x="1369" y="90131"/>
                  <a:pt x="1394" y="90205"/>
                </a:cubicBezTo>
                <a:cubicBezTo>
                  <a:pt x="1444" y="90255"/>
                  <a:pt x="1444" y="90355"/>
                  <a:pt x="1469" y="90404"/>
                </a:cubicBezTo>
                <a:cubicBezTo>
                  <a:pt x="1618" y="90952"/>
                  <a:pt x="1817" y="91500"/>
                  <a:pt x="1991" y="92072"/>
                </a:cubicBezTo>
                <a:cubicBezTo>
                  <a:pt x="2016" y="92122"/>
                  <a:pt x="2066" y="92221"/>
                  <a:pt x="2066" y="92271"/>
                </a:cubicBezTo>
                <a:cubicBezTo>
                  <a:pt x="2066" y="92321"/>
                  <a:pt x="2066" y="92321"/>
                  <a:pt x="2091" y="92346"/>
                </a:cubicBezTo>
                <a:cubicBezTo>
                  <a:pt x="2191" y="92620"/>
                  <a:pt x="2265" y="92943"/>
                  <a:pt x="2365" y="93217"/>
                </a:cubicBezTo>
                <a:cubicBezTo>
                  <a:pt x="2439" y="93441"/>
                  <a:pt x="2514" y="93615"/>
                  <a:pt x="2589" y="93839"/>
                </a:cubicBezTo>
                <a:cubicBezTo>
                  <a:pt x="2688" y="94138"/>
                  <a:pt x="2813" y="94437"/>
                  <a:pt x="2888" y="94710"/>
                </a:cubicBezTo>
                <a:lnTo>
                  <a:pt x="2888" y="94735"/>
                </a:lnTo>
                <a:cubicBezTo>
                  <a:pt x="2962" y="94885"/>
                  <a:pt x="3087" y="95183"/>
                  <a:pt x="3236" y="95557"/>
                </a:cubicBezTo>
                <a:cubicBezTo>
                  <a:pt x="3311" y="95681"/>
                  <a:pt x="3360" y="95831"/>
                  <a:pt x="3460" y="96005"/>
                </a:cubicBezTo>
                <a:cubicBezTo>
                  <a:pt x="3560" y="96229"/>
                  <a:pt x="3684" y="96478"/>
                  <a:pt x="3809" y="96752"/>
                </a:cubicBezTo>
                <a:cubicBezTo>
                  <a:pt x="4232" y="97623"/>
                  <a:pt x="4804" y="98693"/>
                  <a:pt x="5501" y="99863"/>
                </a:cubicBezTo>
                <a:cubicBezTo>
                  <a:pt x="5725" y="100211"/>
                  <a:pt x="5874" y="100485"/>
                  <a:pt x="5999" y="100684"/>
                </a:cubicBezTo>
                <a:cubicBezTo>
                  <a:pt x="6248" y="101083"/>
                  <a:pt x="6547" y="101456"/>
                  <a:pt x="6795" y="101804"/>
                </a:cubicBezTo>
                <a:cubicBezTo>
                  <a:pt x="6970" y="102078"/>
                  <a:pt x="7194" y="102327"/>
                  <a:pt x="7368" y="102626"/>
                </a:cubicBezTo>
                <a:cubicBezTo>
                  <a:pt x="7418" y="102676"/>
                  <a:pt x="7467" y="102750"/>
                  <a:pt x="7492" y="102775"/>
                </a:cubicBezTo>
                <a:cubicBezTo>
                  <a:pt x="7841" y="103198"/>
                  <a:pt x="8189" y="103621"/>
                  <a:pt x="8463" y="103995"/>
                </a:cubicBezTo>
                <a:cubicBezTo>
                  <a:pt x="8612" y="104169"/>
                  <a:pt x="8812" y="104393"/>
                  <a:pt x="8961" y="104567"/>
                </a:cubicBezTo>
                <a:cubicBezTo>
                  <a:pt x="9085" y="104742"/>
                  <a:pt x="9235" y="104891"/>
                  <a:pt x="9334" y="105015"/>
                </a:cubicBezTo>
                <a:cubicBezTo>
                  <a:pt x="9683" y="105389"/>
                  <a:pt x="9932" y="105662"/>
                  <a:pt x="10056" y="105762"/>
                </a:cubicBezTo>
                <a:cubicBezTo>
                  <a:pt x="10106" y="105812"/>
                  <a:pt x="10181" y="105911"/>
                  <a:pt x="10280" y="105961"/>
                </a:cubicBezTo>
                <a:lnTo>
                  <a:pt x="10405" y="106086"/>
                </a:lnTo>
                <a:cubicBezTo>
                  <a:pt x="10554" y="106260"/>
                  <a:pt x="10728" y="106409"/>
                  <a:pt x="10902" y="106559"/>
                </a:cubicBezTo>
                <a:cubicBezTo>
                  <a:pt x="11226" y="106907"/>
                  <a:pt x="11599" y="107256"/>
                  <a:pt x="11973" y="107579"/>
                </a:cubicBezTo>
                <a:cubicBezTo>
                  <a:pt x="12296" y="107878"/>
                  <a:pt x="12645" y="108152"/>
                  <a:pt x="12944" y="108425"/>
                </a:cubicBezTo>
                <a:cubicBezTo>
                  <a:pt x="13018" y="108450"/>
                  <a:pt x="13043" y="108525"/>
                  <a:pt x="13093" y="108550"/>
                </a:cubicBezTo>
                <a:cubicBezTo>
                  <a:pt x="13815" y="109147"/>
                  <a:pt x="14661" y="109770"/>
                  <a:pt x="15657" y="110417"/>
                </a:cubicBezTo>
                <a:cubicBezTo>
                  <a:pt x="15756" y="110491"/>
                  <a:pt x="15806" y="110541"/>
                  <a:pt x="15906" y="110616"/>
                </a:cubicBezTo>
                <a:cubicBezTo>
                  <a:pt x="16055" y="110690"/>
                  <a:pt x="16204" y="110790"/>
                  <a:pt x="16379" y="110914"/>
                </a:cubicBezTo>
                <a:cubicBezTo>
                  <a:pt x="16428" y="110939"/>
                  <a:pt x="16453" y="110989"/>
                  <a:pt x="16503" y="111014"/>
                </a:cubicBezTo>
                <a:cubicBezTo>
                  <a:pt x="16528" y="111039"/>
                  <a:pt x="16553" y="111039"/>
                  <a:pt x="16578" y="111064"/>
                </a:cubicBezTo>
                <a:cubicBezTo>
                  <a:pt x="16901" y="111288"/>
                  <a:pt x="17250" y="111487"/>
                  <a:pt x="17548" y="111661"/>
                </a:cubicBezTo>
                <a:cubicBezTo>
                  <a:pt x="17573" y="111686"/>
                  <a:pt x="17623" y="111686"/>
                  <a:pt x="17648" y="111736"/>
                </a:cubicBezTo>
                <a:cubicBezTo>
                  <a:pt x="19789" y="112980"/>
                  <a:pt x="21481" y="113652"/>
                  <a:pt x="21855" y="113777"/>
                </a:cubicBezTo>
                <a:cubicBezTo>
                  <a:pt x="22029" y="113852"/>
                  <a:pt x="22178" y="113926"/>
                  <a:pt x="22402" y="114001"/>
                </a:cubicBezTo>
                <a:lnTo>
                  <a:pt x="22427" y="114026"/>
                </a:lnTo>
                <a:cubicBezTo>
                  <a:pt x="22651" y="114125"/>
                  <a:pt x="22875" y="114175"/>
                  <a:pt x="23049" y="114275"/>
                </a:cubicBezTo>
                <a:cubicBezTo>
                  <a:pt x="23174" y="114349"/>
                  <a:pt x="23298" y="114374"/>
                  <a:pt x="23423" y="114399"/>
                </a:cubicBezTo>
                <a:lnTo>
                  <a:pt x="24169" y="114673"/>
                </a:lnTo>
                <a:cubicBezTo>
                  <a:pt x="25787" y="115246"/>
                  <a:pt x="27455" y="115644"/>
                  <a:pt x="28650" y="115893"/>
                </a:cubicBezTo>
                <a:cubicBezTo>
                  <a:pt x="28849" y="115918"/>
                  <a:pt x="29023" y="115967"/>
                  <a:pt x="29197" y="116017"/>
                </a:cubicBezTo>
                <a:cubicBezTo>
                  <a:pt x="29695" y="116117"/>
                  <a:pt x="30069" y="116166"/>
                  <a:pt x="30243" y="116216"/>
                </a:cubicBezTo>
                <a:lnTo>
                  <a:pt x="30342" y="116216"/>
                </a:lnTo>
                <a:cubicBezTo>
                  <a:pt x="30517" y="116241"/>
                  <a:pt x="30691" y="116266"/>
                  <a:pt x="30865" y="116266"/>
                </a:cubicBezTo>
                <a:lnTo>
                  <a:pt x="30990" y="116266"/>
                </a:lnTo>
                <a:cubicBezTo>
                  <a:pt x="31711" y="116366"/>
                  <a:pt x="32483" y="116490"/>
                  <a:pt x="33130" y="116540"/>
                </a:cubicBezTo>
                <a:lnTo>
                  <a:pt x="33205" y="116540"/>
                </a:lnTo>
                <a:cubicBezTo>
                  <a:pt x="33255" y="116540"/>
                  <a:pt x="33354" y="116540"/>
                  <a:pt x="33429" y="116590"/>
                </a:cubicBezTo>
                <a:cubicBezTo>
                  <a:pt x="34176" y="116639"/>
                  <a:pt x="34997" y="116714"/>
                  <a:pt x="35918" y="116739"/>
                </a:cubicBezTo>
                <a:cubicBezTo>
                  <a:pt x="36441" y="116764"/>
                  <a:pt x="36963" y="116764"/>
                  <a:pt x="37461" y="116764"/>
                </a:cubicBezTo>
                <a:lnTo>
                  <a:pt x="38357" y="116764"/>
                </a:lnTo>
                <a:cubicBezTo>
                  <a:pt x="38706" y="116764"/>
                  <a:pt x="39079" y="116764"/>
                  <a:pt x="39477" y="116739"/>
                </a:cubicBezTo>
                <a:cubicBezTo>
                  <a:pt x="41270" y="116664"/>
                  <a:pt x="43136" y="116490"/>
                  <a:pt x="44779" y="116266"/>
                </a:cubicBezTo>
                <a:cubicBezTo>
                  <a:pt x="45252" y="116216"/>
                  <a:pt x="45750" y="116142"/>
                  <a:pt x="46273" y="116042"/>
                </a:cubicBezTo>
                <a:cubicBezTo>
                  <a:pt x="47019" y="115918"/>
                  <a:pt x="47741" y="115793"/>
                  <a:pt x="48289" y="115669"/>
                </a:cubicBezTo>
                <a:cubicBezTo>
                  <a:pt x="48538" y="115619"/>
                  <a:pt x="48762" y="115594"/>
                  <a:pt x="48986" y="115519"/>
                </a:cubicBezTo>
                <a:cubicBezTo>
                  <a:pt x="49036" y="115519"/>
                  <a:pt x="49135" y="115494"/>
                  <a:pt x="49185" y="115494"/>
                </a:cubicBezTo>
                <a:lnTo>
                  <a:pt x="49484" y="115420"/>
                </a:lnTo>
                <a:cubicBezTo>
                  <a:pt x="50305" y="115246"/>
                  <a:pt x="51351" y="114997"/>
                  <a:pt x="52371" y="114723"/>
                </a:cubicBezTo>
                <a:lnTo>
                  <a:pt x="52421" y="114723"/>
                </a:lnTo>
                <a:cubicBezTo>
                  <a:pt x="54462" y="114150"/>
                  <a:pt x="55831" y="113727"/>
                  <a:pt x="56528" y="113428"/>
                </a:cubicBezTo>
                <a:cubicBezTo>
                  <a:pt x="56876" y="113304"/>
                  <a:pt x="57200" y="113229"/>
                  <a:pt x="57374" y="113130"/>
                </a:cubicBezTo>
                <a:cubicBezTo>
                  <a:pt x="57698" y="113005"/>
                  <a:pt x="57996" y="112881"/>
                  <a:pt x="58345" y="112756"/>
                </a:cubicBezTo>
                <a:lnTo>
                  <a:pt x="58519" y="112682"/>
                </a:lnTo>
                <a:cubicBezTo>
                  <a:pt x="59316" y="112408"/>
                  <a:pt x="60212" y="112059"/>
                  <a:pt x="60983" y="111736"/>
                </a:cubicBezTo>
                <a:cubicBezTo>
                  <a:pt x="63224" y="110815"/>
                  <a:pt x="64717" y="110068"/>
                  <a:pt x="68550" y="108077"/>
                </a:cubicBezTo>
                <a:cubicBezTo>
                  <a:pt x="68824" y="107928"/>
                  <a:pt x="69197" y="107753"/>
                  <a:pt x="69571" y="107529"/>
                </a:cubicBezTo>
                <a:cubicBezTo>
                  <a:pt x="70069" y="107256"/>
                  <a:pt x="70641" y="106932"/>
                  <a:pt x="71214" y="106559"/>
                </a:cubicBezTo>
                <a:cubicBezTo>
                  <a:pt x="73006" y="105513"/>
                  <a:pt x="75022" y="104219"/>
                  <a:pt x="76491" y="103223"/>
                </a:cubicBezTo>
                <a:cubicBezTo>
                  <a:pt x="76565" y="103173"/>
                  <a:pt x="76690" y="103074"/>
                  <a:pt x="76789" y="103024"/>
                </a:cubicBezTo>
                <a:cubicBezTo>
                  <a:pt x="77188" y="102725"/>
                  <a:pt x="77561" y="102476"/>
                  <a:pt x="77934" y="102228"/>
                </a:cubicBezTo>
                <a:lnTo>
                  <a:pt x="78482" y="101854"/>
                </a:lnTo>
                <a:cubicBezTo>
                  <a:pt x="79677" y="101033"/>
                  <a:pt x="80896" y="100087"/>
                  <a:pt x="82041" y="99191"/>
                </a:cubicBezTo>
                <a:cubicBezTo>
                  <a:pt x="82091" y="99166"/>
                  <a:pt x="82141" y="99116"/>
                  <a:pt x="82216" y="99091"/>
                </a:cubicBezTo>
                <a:cubicBezTo>
                  <a:pt x="83336" y="98245"/>
                  <a:pt x="84754" y="97050"/>
                  <a:pt x="85725" y="96229"/>
                </a:cubicBezTo>
                <a:cubicBezTo>
                  <a:pt x="85750" y="96229"/>
                  <a:pt x="85750" y="96204"/>
                  <a:pt x="85775" y="96204"/>
                </a:cubicBezTo>
                <a:lnTo>
                  <a:pt x="85825" y="96179"/>
                </a:lnTo>
                <a:cubicBezTo>
                  <a:pt x="86347" y="95731"/>
                  <a:pt x="87020" y="95134"/>
                  <a:pt x="87741" y="94486"/>
                </a:cubicBezTo>
                <a:lnTo>
                  <a:pt x="87766" y="94462"/>
                </a:lnTo>
                <a:cubicBezTo>
                  <a:pt x="87866" y="94362"/>
                  <a:pt x="87965" y="94262"/>
                  <a:pt x="88090" y="94188"/>
                </a:cubicBezTo>
                <a:cubicBezTo>
                  <a:pt x="88712" y="93615"/>
                  <a:pt x="89309" y="93068"/>
                  <a:pt x="89882" y="92520"/>
                </a:cubicBezTo>
                <a:cubicBezTo>
                  <a:pt x="90006" y="92396"/>
                  <a:pt x="90131" y="92321"/>
                  <a:pt x="90255" y="92196"/>
                </a:cubicBezTo>
                <a:cubicBezTo>
                  <a:pt x="91201" y="91276"/>
                  <a:pt x="92048" y="90479"/>
                  <a:pt x="92545" y="89981"/>
                </a:cubicBezTo>
                <a:cubicBezTo>
                  <a:pt x="92744" y="89732"/>
                  <a:pt x="92993" y="89483"/>
                  <a:pt x="93242" y="89234"/>
                </a:cubicBezTo>
                <a:lnTo>
                  <a:pt x="93466" y="89010"/>
                </a:lnTo>
                <a:cubicBezTo>
                  <a:pt x="94213" y="88239"/>
                  <a:pt x="94985" y="87467"/>
                  <a:pt x="95607" y="86770"/>
                </a:cubicBezTo>
                <a:cubicBezTo>
                  <a:pt x="96080" y="86248"/>
                  <a:pt x="96478" y="85775"/>
                  <a:pt x="96851" y="85376"/>
                </a:cubicBezTo>
                <a:cubicBezTo>
                  <a:pt x="97175" y="85028"/>
                  <a:pt x="97424" y="84754"/>
                  <a:pt x="97673" y="84480"/>
                </a:cubicBezTo>
                <a:cubicBezTo>
                  <a:pt x="97797" y="84306"/>
                  <a:pt x="97922" y="84182"/>
                  <a:pt x="98021" y="84057"/>
                </a:cubicBezTo>
                <a:cubicBezTo>
                  <a:pt x="98196" y="83858"/>
                  <a:pt x="98395" y="83659"/>
                  <a:pt x="98544" y="83485"/>
                </a:cubicBezTo>
                <a:cubicBezTo>
                  <a:pt x="98818" y="83161"/>
                  <a:pt x="99092" y="82813"/>
                  <a:pt x="99390" y="82489"/>
                </a:cubicBezTo>
                <a:cubicBezTo>
                  <a:pt x="100013" y="81742"/>
                  <a:pt x="100436" y="81170"/>
                  <a:pt x="101207" y="80174"/>
                </a:cubicBezTo>
                <a:cubicBezTo>
                  <a:pt x="101257" y="80149"/>
                  <a:pt x="101282" y="80075"/>
                  <a:pt x="101307" y="80050"/>
                </a:cubicBezTo>
                <a:lnTo>
                  <a:pt x="101332" y="80025"/>
                </a:lnTo>
                <a:cubicBezTo>
                  <a:pt x="102203" y="78905"/>
                  <a:pt x="103199" y="77585"/>
                  <a:pt x="103896" y="76590"/>
                </a:cubicBezTo>
                <a:cubicBezTo>
                  <a:pt x="103945" y="76515"/>
                  <a:pt x="104045" y="76391"/>
                  <a:pt x="104120" y="76291"/>
                </a:cubicBezTo>
                <a:cubicBezTo>
                  <a:pt x="105663" y="74076"/>
                  <a:pt x="107107" y="71836"/>
                  <a:pt x="108401" y="69595"/>
                </a:cubicBezTo>
                <a:cubicBezTo>
                  <a:pt x="108401" y="69571"/>
                  <a:pt x="108426" y="69546"/>
                  <a:pt x="108476" y="69546"/>
                </a:cubicBezTo>
                <a:cubicBezTo>
                  <a:pt x="108525" y="69421"/>
                  <a:pt x="108675" y="69197"/>
                  <a:pt x="108849" y="68923"/>
                </a:cubicBezTo>
                <a:cubicBezTo>
                  <a:pt x="108899" y="68799"/>
                  <a:pt x="108998" y="68625"/>
                  <a:pt x="109098" y="68475"/>
                </a:cubicBezTo>
                <a:cubicBezTo>
                  <a:pt x="109347" y="68077"/>
                  <a:pt x="109621" y="67554"/>
                  <a:pt x="109919" y="66982"/>
                </a:cubicBezTo>
                <a:cubicBezTo>
                  <a:pt x="110118" y="66609"/>
                  <a:pt x="110342" y="66235"/>
                  <a:pt x="110542" y="65837"/>
                </a:cubicBezTo>
                <a:cubicBezTo>
                  <a:pt x="110766" y="65439"/>
                  <a:pt x="110990" y="65016"/>
                  <a:pt x="111164" y="64592"/>
                </a:cubicBezTo>
                <a:cubicBezTo>
                  <a:pt x="111288" y="64368"/>
                  <a:pt x="111388" y="64119"/>
                  <a:pt x="111512" y="63871"/>
                </a:cubicBezTo>
                <a:cubicBezTo>
                  <a:pt x="111836" y="63223"/>
                  <a:pt x="112135" y="62526"/>
                  <a:pt x="112458" y="61879"/>
                </a:cubicBezTo>
                <a:lnTo>
                  <a:pt x="112458" y="61854"/>
                </a:lnTo>
                <a:cubicBezTo>
                  <a:pt x="112458" y="61829"/>
                  <a:pt x="112483" y="61829"/>
                  <a:pt x="112483" y="61780"/>
                </a:cubicBezTo>
                <a:cubicBezTo>
                  <a:pt x="112632" y="61481"/>
                  <a:pt x="112757" y="61157"/>
                  <a:pt x="112881" y="60859"/>
                </a:cubicBezTo>
                <a:cubicBezTo>
                  <a:pt x="113504" y="59415"/>
                  <a:pt x="114076" y="58046"/>
                  <a:pt x="114524" y="56752"/>
                </a:cubicBezTo>
                <a:cubicBezTo>
                  <a:pt x="114574" y="56627"/>
                  <a:pt x="114599" y="56528"/>
                  <a:pt x="114649" y="56428"/>
                </a:cubicBezTo>
                <a:lnTo>
                  <a:pt x="115221" y="54860"/>
                </a:lnTo>
                <a:cubicBezTo>
                  <a:pt x="115246" y="54785"/>
                  <a:pt x="115271" y="54686"/>
                  <a:pt x="115271" y="54636"/>
                </a:cubicBezTo>
                <a:cubicBezTo>
                  <a:pt x="115470" y="54138"/>
                  <a:pt x="115619" y="53541"/>
                  <a:pt x="115819" y="52993"/>
                </a:cubicBezTo>
                <a:cubicBezTo>
                  <a:pt x="116117" y="51948"/>
                  <a:pt x="116391" y="50952"/>
                  <a:pt x="116615" y="50056"/>
                </a:cubicBezTo>
                <a:cubicBezTo>
                  <a:pt x="116839" y="49185"/>
                  <a:pt x="117063" y="48189"/>
                  <a:pt x="117212" y="47393"/>
                </a:cubicBezTo>
                <a:lnTo>
                  <a:pt x="117312" y="46920"/>
                </a:lnTo>
                <a:lnTo>
                  <a:pt x="117312" y="46895"/>
                </a:lnTo>
                <a:cubicBezTo>
                  <a:pt x="117586" y="45401"/>
                  <a:pt x="117735" y="44207"/>
                  <a:pt x="117835" y="43360"/>
                </a:cubicBezTo>
                <a:cubicBezTo>
                  <a:pt x="117860" y="43037"/>
                  <a:pt x="117934" y="42663"/>
                  <a:pt x="117959" y="42315"/>
                </a:cubicBezTo>
                <a:cubicBezTo>
                  <a:pt x="117959" y="42215"/>
                  <a:pt x="117984" y="42116"/>
                  <a:pt x="117984" y="42066"/>
                </a:cubicBezTo>
                <a:cubicBezTo>
                  <a:pt x="118084" y="41120"/>
                  <a:pt x="118183" y="39950"/>
                  <a:pt x="118183" y="38980"/>
                </a:cubicBezTo>
                <a:lnTo>
                  <a:pt x="118183" y="38731"/>
                </a:lnTo>
                <a:cubicBezTo>
                  <a:pt x="118308" y="37113"/>
                  <a:pt x="118283" y="36167"/>
                  <a:pt x="118283" y="36117"/>
                </a:cubicBezTo>
                <a:cubicBezTo>
                  <a:pt x="118233" y="35818"/>
                  <a:pt x="118233" y="35445"/>
                  <a:pt x="118208" y="35072"/>
                </a:cubicBezTo>
                <a:cubicBezTo>
                  <a:pt x="118183" y="34474"/>
                  <a:pt x="118158" y="33927"/>
                  <a:pt x="118109" y="33429"/>
                </a:cubicBezTo>
                <a:cubicBezTo>
                  <a:pt x="118084" y="33105"/>
                  <a:pt x="117984" y="31836"/>
                  <a:pt x="117660" y="29994"/>
                </a:cubicBezTo>
                <a:cubicBezTo>
                  <a:pt x="117586" y="29571"/>
                  <a:pt x="117486" y="29098"/>
                  <a:pt x="117362" y="28600"/>
                </a:cubicBezTo>
                <a:cubicBezTo>
                  <a:pt x="117287" y="28127"/>
                  <a:pt x="117163" y="27654"/>
                  <a:pt x="117038" y="27156"/>
                </a:cubicBezTo>
                <a:lnTo>
                  <a:pt x="116964" y="26957"/>
                </a:lnTo>
                <a:cubicBezTo>
                  <a:pt x="116715" y="26111"/>
                  <a:pt x="116441" y="25115"/>
                  <a:pt x="116043" y="23921"/>
                </a:cubicBezTo>
                <a:cubicBezTo>
                  <a:pt x="115918" y="23597"/>
                  <a:pt x="115819" y="23273"/>
                  <a:pt x="115694" y="23000"/>
                </a:cubicBezTo>
                <a:cubicBezTo>
                  <a:pt x="115445" y="22352"/>
                  <a:pt x="114798" y="20660"/>
                  <a:pt x="114126" y="19440"/>
                </a:cubicBezTo>
                <a:cubicBezTo>
                  <a:pt x="112732" y="16677"/>
                  <a:pt x="111214" y="14661"/>
                  <a:pt x="111189" y="14661"/>
                </a:cubicBezTo>
                <a:cubicBezTo>
                  <a:pt x="110318" y="13441"/>
                  <a:pt x="109073" y="12048"/>
                  <a:pt x="108227" y="11127"/>
                </a:cubicBezTo>
                <a:cubicBezTo>
                  <a:pt x="108127" y="11052"/>
                  <a:pt x="108077" y="10952"/>
                  <a:pt x="107978" y="10853"/>
                </a:cubicBezTo>
                <a:cubicBezTo>
                  <a:pt x="107953" y="10828"/>
                  <a:pt x="107878" y="10803"/>
                  <a:pt x="107853" y="10728"/>
                </a:cubicBezTo>
                <a:cubicBezTo>
                  <a:pt x="107480" y="10330"/>
                  <a:pt x="107007" y="9932"/>
                  <a:pt x="106609" y="9558"/>
                </a:cubicBezTo>
                <a:cubicBezTo>
                  <a:pt x="106410" y="9409"/>
                  <a:pt x="106260" y="9235"/>
                  <a:pt x="106111" y="9110"/>
                </a:cubicBezTo>
                <a:cubicBezTo>
                  <a:pt x="105763" y="8812"/>
                  <a:pt x="105414" y="8563"/>
                  <a:pt x="105115" y="8289"/>
                </a:cubicBezTo>
                <a:cubicBezTo>
                  <a:pt x="105016" y="8214"/>
                  <a:pt x="104916" y="8115"/>
                  <a:pt x="104842" y="8065"/>
                </a:cubicBezTo>
                <a:cubicBezTo>
                  <a:pt x="104269" y="7617"/>
                  <a:pt x="103746" y="7219"/>
                  <a:pt x="103249" y="6870"/>
                </a:cubicBezTo>
                <a:cubicBezTo>
                  <a:pt x="103000" y="6696"/>
                  <a:pt x="102751" y="6522"/>
                  <a:pt x="102502" y="6347"/>
                </a:cubicBezTo>
                <a:cubicBezTo>
                  <a:pt x="102477" y="6347"/>
                  <a:pt x="102477" y="6323"/>
                  <a:pt x="102427" y="6323"/>
                </a:cubicBezTo>
                <a:cubicBezTo>
                  <a:pt x="101481" y="5700"/>
                  <a:pt x="100635" y="5178"/>
                  <a:pt x="99938" y="4779"/>
                </a:cubicBezTo>
                <a:cubicBezTo>
                  <a:pt x="99764" y="4705"/>
                  <a:pt x="99614" y="4605"/>
                  <a:pt x="99415" y="4506"/>
                </a:cubicBezTo>
                <a:cubicBezTo>
                  <a:pt x="99291" y="4456"/>
                  <a:pt x="99191" y="4381"/>
                  <a:pt x="99067" y="4331"/>
                </a:cubicBezTo>
                <a:cubicBezTo>
                  <a:pt x="98818" y="4207"/>
                  <a:pt x="98569" y="4082"/>
                  <a:pt x="98295" y="3958"/>
                </a:cubicBezTo>
                <a:cubicBezTo>
                  <a:pt x="98171" y="3883"/>
                  <a:pt x="98046" y="3833"/>
                  <a:pt x="97897" y="3759"/>
                </a:cubicBezTo>
                <a:cubicBezTo>
                  <a:pt x="97648" y="3634"/>
                  <a:pt x="97399" y="3535"/>
                  <a:pt x="97150" y="3410"/>
                </a:cubicBezTo>
                <a:cubicBezTo>
                  <a:pt x="97001" y="3361"/>
                  <a:pt x="96876" y="3286"/>
                  <a:pt x="96702" y="3236"/>
                </a:cubicBezTo>
                <a:cubicBezTo>
                  <a:pt x="96528" y="3137"/>
                  <a:pt x="96329" y="3087"/>
                  <a:pt x="96155" y="2987"/>
                </a:cubicBezTo>
                <a:cubicBezTo>
                  <a:pt x="95756" y="2838"/>
                  <a:pt x="95383" y="2664"/>
                  <a:pt x="95034" y="2539"/>
                </a:cubicBezTo>
                <a:cubicBezTo>
                  <a:pt x="95010" y="2539"/>
                  <a:pt x="95010" y="2514"/>
                  <a:pt x="94960" y="2514"/>
                </a:cubicBezTo>
                <a:cubicBezTo>
                  <a:pt x="94835" y="2464"/>
                  <a:pt x="94711" y="2415"/>
                  <a:pt x="94586" y="2365"/>
                </a:cubicBezTo>
                <a:cubicBezTo>
                  <a:pt x="94188" y="2216"/>
                  <a:pt x="93790" y="2091"/>
                  <a:pt x="93417" y="1967"/>
                </a:cubicBezTo>
                <a:cubicBezTo>
                  <a:pt x="92944" y="1792"/>
                  <a:pt x="92471" y="1668"/>
                  <a:pt x="92048" y="1519"/>
                </a:cubicBezTo>
                <a:cubicBezTo>
                  <a:pt x="92023" y="1519"/>
                  <a:pt x="91973" y="1494"/>
                  <a:pt x="91948" y="1494"/>
                </a:cubicBezTo>
                <a:cubicBezTo>
                  <a:pt x="91052" y="1220"/>
                  <a:pt x="89932" y="996"/>
                  <a:pt x="88861" y="772"/>
                </a:cubicBezTo>
                <a:cubicBezTo>
                  <a:pt x="88737" y="747"/>
                  <a:pt x="88662" y="747"/>
                  <a:pt x="88538" y="722"/>
                </a:cubicBezTo>
                <a:lnTo>
                  <a:pt x="88463" y="722"/>
                </a:lnTo>
                <a:cubicBezTo>
                  <a:pt x="88413" y="722"/>
                  <a:pt x="88364" y="672"/>
                  <a:pt x="88314" y="672"/>
                </a:cubicBezTo>
                <a:cubicBezTo>
                  <a:pt x="88189" y="647"/>
                  <a:pt x="88090" y="647"/>
                  <a:pt x="87965" y="623"/>
                </a:cubicBezTo>
                <a:cubicBezTo>
                  <a:pt x="87368" y="523"/>
                  <a:pt x="86696" y="423"/>
                  <a:pt x="85999" y="349"/>
                </a:cubicBezTo>
                <a:cubicBezTo>
                  <a:pt x="85850" y="299"/>
                  <a:pt x="85700" y="299"/>
                  <a:pt x="85576" y="274"/>
                </a:cubicBezTo>
                <a:lnTo>
                  <a:pt x="85551" y="274"/>
                </a:lnTo>
                <a:lnTo>
                  <a:pt x="84954" y="224"/>
                </a:lnTo>
                <a:cubicBezTo>
                  <a:pt x="83734" y="50"/>
                  <a:pt x="82141" y="0"/>
                  <a:pt x="8064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16" name="Shape 9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7" name="Google Shape;917;p49"/>
          <p:cNvSpPr txBox="1"/>
          <p:nvPr>
            <p:ph type="title"/>
          </p:nvPr>
        </p:nvSpPr>
        <p:spPr>
          <a:xfrm>
            <a:off x="712500" y="242613"/>
            <a:ext cx="7204200" cy="531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Case 1: 9/11</a:t>
            </a:r>
            <a:endParaRPr/>
          </a:p>
        </p:txBody>
      </p:sp>
      <p:grpSp>
        <p:nvGrpSpPr>
          <p:cNvPr id="918" name="Google Shape;918;p49"/>
          <p:cNvGrpSpPr/>
          <p:nvPr/>
        </p:nvGrpSpPr>
        <p:grpSpPr>
          <a:xfrm>
            <a:off x="859475" y="3592513"/>
            <a:ext cx="1521900" cy="856800"/>
            <a:chOff x="6798325" y="160925"/>
            <a:chExt cx="1521900" cy="856800"/>
          </a:xfrm>
        </p:grpSpPr>
        <p:sp>
          <p:nvSpPr>
            <p:cNvPr id="919" name="Google Shape;919;p49"/>
            <p:cNvSpPr txBox="1"/>
            <p:nvPr/>
          </p:nvSpPr>
          <p:spPr>
            <a:xfrm>
              <a:off x="6798325" y="160925"/>
              <a:ext cx="1521900" cy="8568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lang="en">
                  <a:solidFill>
                    <a:schemeClr val="lt2"/>
                  </a:solidFill>
                  <a:latin typeface="Inter"/>
                  <a:ea typeface="Inter"/>
                  <a:cs typeface="Inter"/>
                  <a:sym typeface="Inter"/>
                </a:rPr>
                <a:t>START DATE:</a:t>
              </a:r>
              <a:endParaRPr b="1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endParaRPr>
            </a:p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lang="en">
                  <a:solidFill>
                    <a:schemeClr val="lt2"/>
                  </a:solidFill>
                  <a:latin typeface="Inter"/>
                  <a:ea typeface="Inter"/>
                  <a:cs typeface="Inter"/>
                  <a:sym typeface="Inter"/>
                </a:rPr>
                <a:t>TREND: </a:t>
              </a:r>
              <a:endParaRPr b="1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endParaRPr>
            </a:p>
          </p:txBody>
        </p:sp>
        <p:cxnSp>
          <p:nvCxnSpPr>
            <p:cNvPr id="920" name="Google Shape;920;p49"/>
            <p:cNvCxnSpPr/>
            <p:nvPr/>
          </p:nvCxnSpPr>
          <p:spPr>
            <a:xfrm flipH="1" rot="10800000">
              <a:off x="7660400" y="565475"/>
              <a:ext cx="259200" cy="5700"/>
            </a:xfrm>
            <a:prstGeom prst="straightConnector1">
              <a:avLst/>
            </a:prstGeom>
            <a:noFill/>
            <a:ln cap="flat" cmpd="sng" w="28575">
              <a:solidFill>
                <a:srgbClr val="0000FF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921" name="Google Shape;921;p49"/>
            <p:cNvSpPr/>
            <p:nvPr/>
          </p:nvSpPr>
          <p:spPr>
            <a:xfrm>
              <a:off x="8082679" y="300675"/>
              <a:ext cx="112800" cy="108600"/>
            </a:xfrm>
            <a:prstGeom prst="ellipse">
              <a:avLst/>
            </a:prstGeom>
            <a:solidFill>
              <a:srgbClr val="FF0000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</p:grpSp>
      <p:grpSp>
        <p:nvGrpSpPr>
          <p:cNvPr id="922" name="Google Shape;922;p49"/>
          <p:cNvGrpSpPr/>
          <p:nvPr/>
        </p:nvGrpSpPr>
        <p:grpSpPr>
          <a:xfrm>
            <a:off x="2731676" y="3109588"/>
            <a:ext cx="3680665" cy="1822633"/>
            <a:chOff x="2959790" y="3293075"/>
            <a:chExt cx="3224411" cy="1596700"/>
          </a:xfrm>
        </p:grpSpPr>
        <p:pic>
          <p:nvPicPr>
            <p:cNvPr id="923" name="Google Shape;923;p49"/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2959790" y="3293075"/>
              <a:ext cx="3224411" cy="15967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924" name="Google Shape;924;p49"/>
            <p:cNvSpPr/>
            <p:nvPr/>
          </p:nvSpPr>
          <p:spPr>
            <a:xfrm>
              <a:off x="3824800" y="4020750"/>
              <a:ext cx="90900" cy="87900"/>
            </a:xfrm>
            <a:prstGeom prst="ellipse">
              <a:avLst/>
            </a:prstGeom>
            <a:solidFill>
              <a:srgbClr val="FF0000"/>
            </a:solidFill>
            <a:ln cap="flat" cmpd="sng" w="1087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598">
                <a:latin typeface="Inter"/>
                <a:ea typeface="Inter"/>
                <a:cs typeface="Inter"/>
                <a:sym typeface="Inter"/>
              </a:endParaRPr>
            </a:p>
          </p:txBody>
        </p:sp>
      </p:grpSp>
      <p:pic>
        <p:nvPicPr>
          <p:cNvPr id="925" name="Google Shape;925;p49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4538550" y="1105400"/>
            <a:ext cx="3967650" cy="1970275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926" name="Google Shape;926;p49"/>
          <p:cNvGrpSpPr/>
          <p:nvPr/>
        </p:nvGrpSpPr>
        <p:grpSpPr>
          <a:xfrm>
            <a:off x="460688" y="1105388"/>
            <a:ext cx="4047375" cy="2004225"/>
            <a:chOff x="623900" y="1153850"/>
            <a:chExt cx="4047375" cy="2004225"/>
          </a:xfrm>
        </p:grpSpPr>
        <p:pic>
          <p:nvPicPr>
            <p:cNvPr id="927" name="Google Shape;927;p49"/>
            <p:cNvPicPr preferRelativeResize="0"/>
            <p:nvPr/>
          </p:nvPicPr>
          <p:blipFill>
            <a:blip r:embed="rId5">
              <a:alphaModFix/>
            </a:blip>
            <a:stretch>
              <a:fillRect/>
            </a:stretch>
          </p:blipFill>
          <p:spPr>
            <a:xfrm>
              <a:off x="623900" y="1153850"/>
              <a:ext cx="4047375" cy="2004225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928" name="Google Shape;928;p49"/>
            <p:cNvSpPr/>
            <p:nvPr/>
          </p:nvSpPr>
          <p:spPr>
            <a:xfrm>
              <a:off x="1643442" y="1504050"/>
              <a:ext cx="112800" cy="108600"/>
            </a:xfrm>
            <a:prstGeom prst="ellipse">
              <a:avLst/>
            </a:prstGeom>
            <a:solidFill>
              <a:srgbClr val="FF0000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</p:grpSp>
      <p:sp>
        <p:nvSpPr>
          <p:cNvPr id="929" name="Google Shape;929;p49"/>
          <p:cNvSpPr/>
          <p:nvPr/>
        </p:nvSpPr>
        <p:spPr>
          <a:xfrm>
            <a:off x="5664966" y="2119848"/>
            <a:ext cx="98400" cy="95100"/>
          </a:xfrm>
          <a:prstGeom prst="ellipse">
            <a:avLst/>
          </a:prstGeom>
          <a:solidFill>
            <a:srgbClr val="FF0000"/>
          </a:solidFill>
          <a:ln cap="flat" cmpd="sng" w="103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8925" lIns="98925" spcFirstLastPara="1" rIns="98925" wrap="square" tIns="989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515"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930" name="Google Shape;930;p49"/>
          <p:cNvSpPr txBox="1"/>
          <p:nvPr/>
        </p:nvSpPr>
        <p:spPr>
          <a:xfrm>
            <a:off x="1633511" y="947771"/>
            <a:ext cx="2175900" cy="2745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anchorCtr="0" anchor="t" bIns="90650" lIns="90650" spcFirstLastPara="1" rIns="90650" wrap="square" tIns="9065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893">
                <a:solidFill>
                  <a:schemeClr val="dk2"/>
                </a:solidFill>
                <a:latin typeface="Inter"/>
                <a:ea typeface="Inter"/>
                <a:cs typeface="Inter"/>
                <a:sym typeface="Inter"/>
              </a:rPr>
              <a:t>Oil prices overtime</a:t>
            </a:r>
            <a:endParaRPr b="1" sz="893">
              <a:solidFill>
                <a:schemeClr val="dk2"/>
              </a:solidFill>
              <a:latin typeface="Inter"/>
              <a:ea typeface="Inter"/>
              <a:cs typeface="Inter"/>
              <a:sym typeface="Inter"/>
            </a:endParaRP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34" name="Shape 9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5" name="Google Shape;935;p50"/>
          <p:cNvSpPr txBox="1"/>
          <p:nvPr>
            <p:ph idx="2" type="title"/>
          </p:nvPr>
        </p:nvSpPr>
        <p:spPr>
          <a:xfrm>
            <a:off x="1200750" y="207103"/>
            <a:ext cx="6742500" cy="615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/>
              <a:t>Case 2: Iraq Invasion</a:t>
            </a:r>
            <a:endParaRPr sz="3000"/>
          </a:p>
        </p:txBody>
      </p:sp>
      <p:sp>
        <p:nvSpPr>
          <p:cNvPr id="936" name="Google Shape;936;p50"/>
          <p:cNvSpPr/>
          <p:nvPr/>
        </p:nvSpPr>
        <p:spPr>
          <a:xfrm flipH="1" rot="-2575757">
            <a:off x="7576003" y="3352452"/>
            <a:ext cx="2957721" cy="2919121"/>
          </a:xfrm>
          <a:custGeom>
            <a:rect b="b" l="l" r="r" t="t"/>
            <a:pathLst>
              <a:path extrusionOk="0" h="116764" w="118308">
                <a:moveTo>
                  <a:pt x="85119" y="611"/>
                </a:moveTo>
                <a:cubicBezTo>
                  <a:pt x="85338" y="611"/>
                  <a:pt x="85543" y="623"/>
                  <a:pt x="85725" y="623"/>
                </a:cubicBezTo>
                <a:lnTo>
                  <a:pt x="85850" y="623"/>
                </a:lnTo>
                <a:lnTo>
                  <a:pt x="86596" y="722"/>
                </a:lnTo>
                <a:cubicBezTo>
                  <a:pt x="87119" y="772"/>
                  <a:pt x="87642" y="871"/>
                  <a:pt x="88214" y="971"/>
                </a:cubicBezTo>
                <a:cubicBezTo>
                  <a:pt x="88314" y="996"/>
                  <a:pt x="88389" y="996"/>
                  <a:pt x="88488" y="1021"/>
                </a:cubicBezTo>
                <a:cubicBezTo>
                  <a:pt x="88861" y="1095"/>
                  <a:pt x="89260" y="1195"/>
                  <a:pt x="89633" y="1270"/>
                </a:cubicBezTo>
                <a:cubicBezTo>
                  <a:pt x="89807" y="1320"/>
                  <a:pt x="89982" y="1369"/>
                  <a:pt x="90131" y="1394"/>
                </a:cubicBezTo>
                <a:cubicBezTo>
                  <a:pt x="90230" y="1444"/>
                  <a:pt x="90305" y="1469"/>
                  <a:pt x="90380" y="1469"/>
                </a:cubicBezTo>
                <a:cubicBezTo>
                  <a:pt x="90547" y="1493"/>
                  <a:pt x="90691" y="1562"/>
                  <a:pt x="90812" y="1590"/>
                </a:cubicBezTo>
                <a:lnTo>
                  <a:pt x="90812" y="1590"/>
                </a:lnTo>
                <a:cubicBezTo>
                  <a:pt x="90120" y="1441"/>
                  <a:pt x="89428" y="1269"/>
                  <a:pt x="88712" y="1145"/>
                </a:cubicBezTo>
                <a:cubicBezTo>
                  <a:pt x="88637" y="1145"/>
                  <a:pt x="88563" y="1120"/>
                  <a:pt x="88488" y="1120"/>
                </a:cubicBezTo>
                <a:lnTo>
                  <a:pt x="87940" y="1021"/>
                </a:lnTo>
                <a:cubicBezTo>
                  <a:pt x="87219" y="896"/>
                  <a:pt x="86273" y="772"/>
                  <a:pt x="85451" y="697"/>
                </a:cubicBezTo>
                <a:lnTo>
                  <a:pt x="84904" y="623"/>
                </a:lnTo>
                <a:lnTo>
                  <a:pt x="84779" y="623"/>
                </a:lnTo>
                <a:cubicBezTo>
                  <a:pt x="84895" y="614"/>
                  <a:pt x="85009" y="611"/>
                  <a:pt x="85119" y="611"/>
                </a:cubicBezTo>
                <a:close/>
                <a:moveTo>
                  <a:pt x="81195" y="573"/>
                </a:moveTo>
                <a:cubicBezTo>
                  <a:pt x="81693" y="573"/>
                  <a:pt x="82216" y="598"/>
                  <a:pt x="82713" y="598"/>
                </a:cubicBezTo>
                <a:cubicBezTo>
                  <a:pt x="79726" y="598"/>
                  <a:pt x="76590" y="971"/>
                  <a:pt x="73304" y="1718"/>
                </a:cubicBezTo>
                <a:cubicBezTo>
                  <a:pt x="73155" y="1718"/>
                  <a:pt x="72981" y="1718"/>
                  <a:pt x="72807" y="1743"/>
                </a:cubicBezTo>
                <a:cubicBezTo>
                  <a:pt x="75744" y="1071"/>
                  <a:pt x="78532" y="697"/>
                  <a:pt x="81195" y="573"/>
                </a:cubicBezTo>
                <a:close/>
                <a:moveTo>
                  <a:pt x="80996" y="349"/>
                </a:moveTo>
                <a:cubicBezTo>
                  <a:pt x="81245" y="349"/>
                  <a:pt x="81469" y="349"/>
                  <a:pt x="81718" y="374"/>
                </a:cubicBezTo>
                <a:cubicBezTo>
                  <a:pt x="81568" y="374"/>
                  <a:pt x="81369" y="374"/>
                  <a:pt x="81220" y="399"/>
                </a:cubicBezTo>
                <a:lnTo>
                  <a:pt x="80747" y="399"/>
                </a:lnTo>
                <a:cubicBezTo>
                  <a:pt x="80025" y="399"/>
                  <a:pt x="79378" y="423"/>
                  <a:pt x="78781" y="473"/>
                </a:cubicBezTo>
                <a:cubicBezTo>
                  <a:pt x="77113" y="548"/>
                  <a:pt x="74997" y="747"/>
                  <a:pt x="73504" y="921"/>
                </a:cubicBezTo>
                <a:cubicBezTo>
                  <a:pt x="72309" y="1095"/>
                  <a:pt x="70790" y="1369"/>
                  <a:pt x="70019" y="1519"/>
                </a:cubicBezTo>
                <a:cubicBezTo>
                  <a:pt x="69397" y="1643"/>
                  <a:pt x="68799" y="1768"/>
                  <a:pt x="68202" y="1917"/>
                </a:cubicBezTo>
                <a:lnTo>
                  <a:pt x="67903" y="1917"/>
                </a:lnTo>
                <a:cubicBezTo>
                  <a:pt x="68177" y="1817"/>
                  <a:pt x="68451" y="1743"/>
                  <a:pt x="68749" y="1693"/>
                </a:cubicBezTo>
                <a:lnTo>
                  <a:pt x="68799" y="1693"/>
                </a:lnTo>
                <a:cubicBezTo>
                  <a:pt x="70542" y="1270"/>
                  <a:pt x="72184" y="996"/>
                  <a:pt x="73678" y="797"/>
                </a:cubicBezTo>
                <a:cubicBezTo>
                  <a:pt x="75146" y="623"/>
                  <a:pt x="77113" y="473"/>
                  <a:pt x="78706" y="374"/>
                </a:cubicBezTo>
                <a:cubicBezTo>
                  <a:pt x="79204" y="349"/>
                  <a:pt x="79702" y="349"/>
                  <a:pt x="80125" y="349"/>
                </a:cubicBezTo>
                <a:close/>
                <a:moveTo>
                  <a:pt x="77586" y="697"/>
                </a:moveTo>
                <a:cubicBezTo>
                  <a:pt x="75669" y="946"/>
                  <a:pt x="73728" y="1320"/>
                  <a:pt x="71662" y="1817"/>
                </a:cubicBezTo>
                <a:cubicBezTo>
                  <a:pt x="71064" y="1867"/>
                  <a:pt x="70492" y="1942"/>
                  <a:pt x="69870" y="1992"/>
                </a:cubicBezTo>
                <a:cubicBezTo>
                  <a:pt x="69546" y="1942"/>
                  <a:pt x="69247" y="1892"/>
                  <a:pt x="68924" y="1892"/>
                </a:cubicBezTo>
                <a:cubicBezTo>
                  <a:pt x="69272" y="1817"/>
                  <a:pt x="69646" y="1743"/>
                  <a:pt x="70019" y="1693"/>
                </a:cubicBezTo>
                <a:cubicBezTo>
                  <a:pt x="70815" y="1519"/>
                  <a:pt x="72309" y="1220"/>
                  <a:pt x="73504" y="1095"/>
                </a:cubicBezTo>
                <a:cubicBezTo>
                  <a:pt x="74649" y="946"/>
                  <a:pt x="76167" y="822"/>
                  <a:pt x="77586" y="697"/>
                </a:cubicBezTo>
                <a:close/>
                <a:moveTo>
                  <a:pt x="72284" y="1942"/>
                </a:moveTo>
                <a:cubicBezTo>
                  <a:pt x="72184" y="1967"/>
                  <a:pt x="72035" y="1992"/>
                  <a:pt x="71911" y="2016"/>
                </a:cubicBezTo>
                <a:cubicBezTo>
                  <a:pt x="71736" y="2016"/>
                  <a:pt x="71537" y="2066"/>
                  <a:pt x="71363" y="2066"/>
                </a:cubicBezTo>
                <a:cubicBezTo>
                  <a:pt x="71463" y="2016"/>
                  <a:pt x="71562" y="1992"/>
                  <a:pt x="71687" y="1967"/>
                </a:cubicBezTo>
                <a:cubicBezTo>
                  <a:pt x="71886" y="1942"/>
                  <a:pt x="72110" y="1942"/>
                  <a:pt x="72284" y="1942"/>
                </a:cubicBezTo>
                <a:close/>
                <a:moveTo>
                  <a:pt x="68508" y="2070"/>
                </a:moveTo>
                <a:cubicBezTo>
                  <a:pt x="68737" y="2070"/>
                  <a:pt x="68967" y="2099"/>
                  <a:pt x="69173" y="2116"/>
                </a:cubicBezTo>
                <a:cubicBezTo>
                  <a:pt x="69073" y="2116"/>
                  <a:pt x="68973" y="2141"/>
                  <a:pt x="68874" y="2141"/>
                </a:cubicBezTo>
                <a:cubicBezTo>
                  <a:pt x="68712" y="2128"/>
                  <a:pt x="68557" y="2122"/>
                  <a:pt x="68401" y="2122"/>
                </a:cubicBezTo>
                <a:cubicBezTo>
                  <a:pt x="68245" y="2122"/>
                  <a:pt x="68090" y="2128"/>
                  <a:pt x="67928" y="2141"/>
                </a:cubicBezTo>
                <a:cubicBezTo>
                  <a:pt x="68028" y="2116"/>
                  <a:pt x="68127" y="2116"/>
                  <a:pt x="68202" y="2091"/>
                </a:cubicBezTo>
                <a:cubicBezTo>
                  <a:pt x="68302" y="2076"/>
                  <a:pt x="68405" y="2070"/>
                  <a:pt x="68508" y="2070"/>
                </a:cubicBezTo>
                <a:close/>
                <a:moveTo>
                  <a:pt x="69870" y="2166"/>
                </a:moveTo>
                <a:cubicBezTo>
                  <a:pt x="69919" y="2216"/>
                  <a:pt x="70019" y="2216"/>
                  <a:pt x="70069" y="2216"/>
                </a:cubicBezTo>
                <a:cubicBezTo>
                  <a:pt x="70019" y="2216"/>
                  <a:pt x="69919" y="2240"/>
                  <a:pt x="69870" y="2240"/>
                </a:cubicBezTo>
                <a:cubicBezTo>
                  <a:pt x="69795" y="2240"/>
                  <a:pt x="69695" y="2216"/>
                  <a:pt x="69646" y="2216"/>
                </a:cubicBezTo>
                <a:cubicBezTo>
                  <a:pt x="69695" y="2216"/>
                  <a:pt x="69795" y="2166"/>
                  <a:pt x="69870" y="2166"/>
                </a:cubicBezTo>
                <a:close/>
                <a:moveTo>
                  <a:pt x="70691" y="2340"/>
                </a:moveTo>
                <a:cubicBezTo>
                  <a:pt x="70666" y="2340"/>
                  <a:pt x="70591" y="2365"/>
                  <a:pt x="70566" y="2365"/>
                </a:cubicBezTo>
                <a:cubicBezTo>
                  <a:pt x="70558" y="2365"/>
                  <a:pt x="70547" y="2362"/>
                  <a:pt x="70535" y="2359"/>
                </a:cubicBezTo>
                <a:lnTo>
                  <a:pt x="70535" y="2359"/>
                </a:lnTo>
                <a:cubicBezTo>
                  <a:pt x="70537" y="2359"/>
                  <a:pt x="70539" y="2359"/>
                  <a:pt x="70542" y="2359"/>
                </a:cubicBezTo>
                <a:cubicBezTo>
                  <a:pt x="70573" y="2359"/>
                  <a:pt x="70604" y="2352"/>
                  <a:pt x="70641" y="2340"/>
                </a:cubicBezTo>
                <a:close/>
                <a:moveTo>
                  <a:pt x="67057" y="2141"/>
                </a:moveTo>
                <a:cubicBezTo>
                  <a:pt x="66310" y="2340"/>
                  <a:pt x="65663" y="2514"/>
                  <a:pt x="65041" y="2713"/>
                </a:cubicBezTo>
                <a:cubicBezTo>
                  <a:pt x="65140" y="2664"/>
                  <a:pt x="65190" y="2639"/>
                  <a:pt x="65290" y="2614"/>
                </a:cubicBezTo>
                <a:cubicBezTo>
                  <a:pt x="65314" y="2614"/>
                  <a:pt x="65339" y="2589"/>
                  <a:pt x="65389" y="2589"/>
                </a:cubicBezTo>
                <a:cubicBezTo>
                  <a:pt x="65762" y="2464"/>
                  <a:pt x="66136" y="2340"/>
                  <a:pt x="66509" y="2240"/>
                </a:cubicBezTo>
                <a:cubicBezTo>
                  <a:pt x="66559" y="2240"/>
                  <a:pt x="66634" y="2216"/>
                  <a:pt x="66683" y="2216"/>
                </a:cubicBezTo>
                <a:lnTo>
                  <a:pt x="66708" y="2216"/>
                </a:lnTo>
                <a:cubicBezTo>
                  <a:pt x="66833" y="2166"/>
                  <a:pt x="66932" y="2166"/>
                  <a:pt x="67057" y="2141"/>
                </a:cubicBezTo>
                <a:close/>
                <a:moveTo>
                  <a:pt x="67729" y="2340"/>
                </a:moveTo>
                <a:cubicBezTo>
                  <a:pt x="67007" y="2464"/>
                  <a:pt x="66211" y="2639"/>
                  <a:pt x="65439" y="2838"/>
                </a:cubicBezTo>
                <a:cubicBezTo>
                  <a:pt x="65812" y="2713"/>
                  <a:pt x="66161" y="2589"/>
                  <a:pt x="66559" y="2514"/>
                </a:cubicBezTo>
                <a:cubicBezTo>
                  <a:pt x="66932" y="2440"/>
                  <a:pt x="67331" y="2365"/>
                  <a:pt x="67729" y="2340"/>
                </a:cubicBezTo>
                <a:close/>
                <a:moveTo>
                  <a:pt x="82881" y="760"/>
                </a:moveTo>
                <a:cubicBezTo>
                  <a:pt x="84830" y="760"/>
                  <a:pt x="86687" y="922"/>
                  <a:pt x="88438" y="1245"/>
                </a:cubicBezTo>
                <a:cubicBezTo>
                  <a:pt x="88538" y="1270"/>
                  <a:pt x="88613" y="1270"/>
                  <a:pt x="88712" y="1320"/>
                </a:cubicBezTo>
                <a:cubicBezTo>
                  <a:pt x="89135" y="1394"/>
                  <a:pt x="89608" y="1494"/>
                  <a:pt x="90006" y="1618"/>
                </a:cubicBezTo>
                <a:cubicBezTo>
                  <a:pt x="89795" y="1606"/>
                  <a:pt x="89577" y="1600"/>
                  <a:pt x="89356" y="1600"/>
                </a:cubicBezTo>
                <a:cubicBezTo>
                  <a:pt x="89135" y="1600"/>
                  <a:pt x="88911" y="1606"/>
                  <a:pt x="88687" y="1618"/>
                </a:cubicBezTo>
                <a:cubicBezTo>
                  <a:pt x="86646" y="1718"/>
                  <a:pt x="84630" y="2191"/>
                  <a:pt x="82713" y="2987"/>
                </a:cubicBezTo>
                <a:cubicBezTo>
                  <a:pt x="80302" y="2136"/>
                  <a:pt x="77643" y="1689"/>
                  <a:pt x="74737" y="1689"/>
                </a:cubicBezTo>
                <a:cubicBezTo>
                  <a:pt x="74584" y="1689"/>
                  <a:pt x="74430" y="1690"/>
                  <a:pt x="74275" y="1693"/>
                </a:cubicBezTo>
                <a:cubicBezTo>
                  <a:pt x="77298" y="1071"/>
                  <a:pt x="80178" y="760"/>
                  <a:pt x="82881" y="760"/>
                </a:cubicBezTo>
                <a:close/>
                <a:moveTo>
                  <a:pt x="89362" y="1797"/>
                </a:moveTo>
                <a:cubicBezTo>
                  <a:pt x="89882" y="1797"/>
                  <a:pt x="90392" y="1832"/>
                  <a:pt x="90903" y="1867"/>
                </a:cubicBezTo>
                <a:cubicBezTo>
                  <a:pt x="91027" y="1867"/>
                  <a:pt x="91102" y="1892"/>
                  <a:pt x="91201" y="1942"/>
                </a:cubicBezTo>
                <a:cubicBezTo>
                  <a:pt x="90670" y="1875"/>
                  <a:pt x="90128" y="1842"/>
                  <a:pt x="89575" y="1842"/>
                </a:cubicBezTo>
                <a:cubicBezTo>
                  <a:pt x="89298" y="1842"/>
                  <a:pt x="89019" y="1851"/>
                  <a:pt x="88737" y="1867"/>
                </a:cubicBezTo>
                <a:cubicBezTo>
                  <a:pt x="86820" y="1967"/>
                  <a:pt x="84929" y="2390"/>
                  <a:pt x="83087" y="3112"/>
                </a:cubicBezTo>
                <a:cubicBezTo>
                  <a:pt x="83062" y="3112"/>
                  <a:pt x="83012" y="3087"/>
                  <a:pt x="82987" y="3087"/>
                </a:cubicBezTo>
                <a:cubicBezTo>
                  <a:pt x="84854" y="2340"/>
                  <a:pt x="86795" y="1892"/>
                  <a:pt x="88712" y="1817"/>
                </a:cubicBezTo>
                <a:cubicBezTo>
                  <a:pt x="88931" y="1803"/>
                  <a:pt x="89147" y="1797"/>
                  <a:pt x="89362" y="1797"/>
                </a:cubicBezTo>
                <a:close/>
                <a:moveTo>
                  <a:pt x="74489" y="1870"/>
                </a:moveTo>
                <a:cubicBezTo>
                  <a:pt x="77392" y="1870"/>
                  <a:pt x="80073" y="2278"/>
                  <a:pt x="82464" y="3112"/>
                </a:cubicBezTo>
                <a:cubicBezTo>
                  <a:pt x="82464" y="3112"/>
                  <a:pt x="82440" y="3137"/>
                  <a:pt x="82390" y="3137"/>
                </a:cubicBezTo>
                <a:cubicBezTo>
                  <a:pt x="80063" y="2319"/>
                  <a:pt x="77437" y="1925"/>
                  <a:pt x="74599" y="1925"/>
                </a:cubicBezTo>
                <a:cubicBezTo>
                  <a:pt x="74067" y="1925"/>
                  <a:pt x="73527" y="1939"/>
                  <a:pt x="72981" y="1967"/>
                </a:cubicBezTo>
                <a:cubicBezTo>
                  <a:pt x="73080" y="1917"/>
                  <a:pt x="73180" y="1892"/>
                  <a:pt x="73304" y="1892"/>
                </a:cubicBezTo>
                <a:cubicBezTo>
                  <a:pt x="73703" y="1877"/>
                  <a:pt x="74098" y="1870"/>
                  <a:pt x="74489" y="1870"/>
                </a:cubicBezTo>
                <a:close/>
                <a:moveTo>
                  <a:pt x="82763" y="3211"/>
                </a:moveTo>
                <a:cubicBezTo>
                  <a:pt x="82813" y="3211"/>
                  <a:pt x="82838" y="3236"/>
                  <a:pt x="82863" y="3236"/>
                </a:cubicBezTo>
                <a:cubicBezTo>
                  <a:pt x="82838" y="3236"/>
                  <a:pt x="82813" y="3261"/>
                  <a:pt x="82763" y="3261"/>
                </a:cubicBezTo>
                <a:lnTo>
                  <a:pt x="82738" y="3261"/>
                </a:lnTo>
                <a:cubicBezTo>
                  <a:pt x="82713" y="3236"/>
                  <a:pt x="82688" y="3236"/>
                  <a:pt x="82688" y="3236"/>
                </a:cubicBezTo>
                <a:cubicBezTo>
                  <a:pt x="82713" y="3236"/>
                  <a:pt x="82738" y="3211"/>
                  <a:pt x="82763" y="3211"/>
                </a:cubicBezTo>
                <a:close/>
                <a:moveTo>
                  <a:pt x="68874" y="2340"/>
                </a:moveTo>
                <a:cubicBezTo>
                  <a:pt x="68949" y="2340"/>
                  <a:pt x="69048" y="2340"/>
                  <a:pt x="69173" y="2365"/>
                </a:cubicBezTo>
                <a:cubicBezTo>
                  <a:pt x="67555" y="2614"/>
                  <a:pt x="65912" y="2962"/>
                  <a:pt x="64219" y="3385"/>
                </a:cubicBezTo>
                <a:cubicBezTo>
                  <a:pt x="64294" y="3336"/>
                  <a:pt x="64393" y="3311"/>
                  <a:pt x="64468" y="3261"/>
                </a:cubicBezTo>
                <a:cubicBezTo>
                  <a:pt x="65962" y="2888"/>
                  <a:pt x="67430" y="2589"/>
                  <a:pt x="68874" y="2340"/>
                </a:cubicBezTo>
                <a:close/>
                <a:moveTo>
                  <a:pt x="93466" y="2315"/>
                </a:moveTo>
                <a:cubicBezTo>
                  <a:pt x="93541" y="2340"/>
                  <a:pt x="93591" y="2340"/>
                  <a:pt x="93665" y="2365"/>
                </a:cubicBezTo>
                <a:cubicBezTo>
                  <a:pt x="93790" y="2390"/>
                  <a:pt x="93914" y="2464"/>
                  <a:pt x="94064" y="2489"/>
                </a:cubicBezTo>
                <a:lnTo>
                  <a:pt x="94636" y="2664"/>
                </a:lnTo>
                <a:cubicBezTo>
                  <a:pt x="95034" y="2788"/>
                  <a:pt x="95408" y="2962"/>
                  <a:pt x="95781" y="3137"/>
                </a:cubicBezTo>
                <a:cubicBezTo>
                  <a:pt x="95831" y="3186"/>
                  <a:pt x="95906" y="3211"/>
                  <a:pt x="95931" y="3211"/>
                </a:cubicBezTo>
                <a:lnTo>
                  <a:pt x="96304" y="3385"/>
                </a:lnTo>
                <a:cubicBezTo>
                  <a:pt x="95308" y="2987"/>
                  <a:pt x="94412" y="2639"/>
                  <a:pt x="93566" y="2390"/>
                </a:cubicBezTo>
                <a:lnTo>
                  <a:pt x="93392" y="2315"/>
                </a:lnTo>
                <a:close/>
                <a:moveTo>
                  <a:pt x="63746" y="3460"/>
                </a:moveTo>
                <a:cubicBezTo>
                  <a:pt x="63697" y="3485"/>
                  <a:pt x="63647" y="3510"/>
                  <a:pt x="63572" y="3585"/>
                </a:cubicBezTo>
                <a:cubicBezTo>
                  <a:pt x="63522" y="3585"/>
                  <a:pt x="63448" y="3585"/>
                  <a:pt x="63373" y="3609"/>
                </a:cubicBezTo>
                <a:cubicBezTo>
                  <a:pt x="63448" y="3585"/>
                  <a:pt x="63473" y="3560"/>
                  <a:pt x="63547" y="3510"/>
                </a:cubicBezTo>
                <a:cubicBezTo>
                  <a:pt x="63597" y="3485"/>
                  <a:pt x="63696" y="3485"/>
                  <a:pt x="63746" y="3460"/>
                </a:cubicBezTo>
                <a:close/>
                <a:moveTo>
                  <a:pt x="64194" y="2888"/>
                </a:moveTo>
                <a:lnTo>
                  <a:pt x="64194" y="2888"/>
                </a:lnTo>
                <a:cubicBezTo>
                  <a:pt x="64169" y="2937"/>
                  <a:pt x="64095" y="2937"/>
                  <a:pt x="64070" y="2962"/>
                </a:cubicBezTo>
                <a:lnTo>
                  <a:pt x="64045" y="2962"/>
                </a:lnTo>
                <a:cubicBezTo>
                  <a:pt x="63995" y="2987"/>
                  <a:pt x="63970" y="2987"/>
                  <a:pt x="63921" y="3012"/>
                </a:cubicBezTo>
                <a:cubicBezTo>
                  <a:pt x="62651" y="3410"/>
                  <a:pt x="61805" y="3709"/>
                  <a:pt x="61606" y="3784"/>
                </a:cubicBezTo>
                <a:cubicBezTo>
                  <a:pt x="61207" y="3958"/>
                  <a:pt x="60809" y="4107"/>
                  <a:pt x="60436" y="4232"/>
                </a:cubicBezTo>
                <a:cubicBezTo>
                  <a:pt x="60183" y="4316"/>
                  <a:pt x="59918" y="4412"/>
                  <a:pt x="59643" y="4504"/>
                </a:cubicBezTo>
                <a:lnTo>
                  <a:pt x="59643" y="4504"/>
                </a:lnTo>
                <a:cubicBezTo>
                  <a:pt x="60223" y="4283"/>
                  <a:pt x="60869" y="4040"/>
                  <a:pt x="61606" y="3759"/>
                </a:cubicBezTo>
                <a:cubicBezTo>
                  <a:pt x="61680" y="3734"/>
                  <a:pt x="61855" y="3684"/>
                  <a:pt x="62103" y="3585"/>
                </a:cubicBezTo>
                <a:cubicBezTo>
                  <a:pt x="62651" y="3385"/>
                  <a:pt x="63348" y="3161"/>
                  <a:pt x="64194" y="2888"/>
                </a:cubicBezTo>
                <a:close/>
                <a:moveTo>
                  <a:pt x="83087" y="3311"/>
                </a:moveTo>
                <a:cubicBezTo>
                  <a:pt x="84257" y="3759"/>
                  <a:pt x="85377" y="4331"/>
                  <a:pt x="86372" y="4978"/>
                </a:cubicBezTo>
                <a:cubicBezTo>
                  <a:pt x="86347" y="5003"/>
                  <a:pt x="86323" y="5003"/>
                  <a:pt x="86298" y="5003"/>
                </a:cubicBezTo>
                <a:cubicBezTo>
                  <a:pt x="85302" y="4356"/>
                  <a:pt x="84182" y="3809"/>
                  <a:pt x="82987" y="3336"/>
                </a:cubicBezTo>
                <a:cubicBezTo>
                  <a:pt x="83012" y="3336"/>
                  <a:pt x="83062" y="3311"/>
                  <a:pt x="83087" y="3311"/>
                </a:cubicBezTo>
                <a:close/>
                <a:moveTo>
                  <a:pt x="68899" y="2589"/>
                </a:moveTo>
                <a:lnTo>
                  <a:pt x="68899" y="2589"/>
                </a:lnTo>
                <a:cubicBezTo>
                  <a:pt x="66659" y="3261"/>
                  <a:pt x="64369" y="4082"/>
                  <a:pt x="62054" y="5078"/>
                </a:cubicBezTo>
                <a:cubicBezTo>
                  <a:pt x="62552" y="4555"/>
                  <a:pt x="63074" y="4107"/>
                  <a:pt x="63647" y="3734"/>
                </a:cubicBezTo>
                <a:cubicBezTo>
                  <a:pt x="65439" y="3236"/>
                  <a:pt x="67181" y="2863"/>
                  <a:pt x="68899" y="2589"/>
                </a:cubicBezTo>
                <a:close/>
                <a:moveTo>
                  <a:pt x="86621" y="5202"/>
                </a:moveTo>
                <a:cubicBezTo>
                  <a:pt x="86671" y="5227"/>
                  <a:pt x="86696" y="5227"/>
                  <a:pt x="86721" y="5252"/>
                </a:cubicBezTo>
                <a:lnTo>
                  <a:pt x="86621" y="5252"/>
                </a:lnTo>
                <a:cubicBezTo>
                  <a:pt x="86596" y="5227"/>
                  <a:pt x="86571" y="5202"/>
                  <a:pt x="86547" y="5202"/>
                </a:cubicBezTo>
                <a:close/>
                <a:moveTo>
                  <a:pt x="63099" y="3858"/>
                </a:moveTo>
                <a:lnTo>
                  <a:pt x="63099" y="3858"/>
                </a:lnTo>
                <a:cubicBezTo>
                  <a:pt x="62576" y="4257"/>
                  <a:pt x="62079" y="4730"/>
                  <a:pt x="61606" y="5227"/>
                </a:cubicBezTo>
                <a:cubicBezTo>
                  <a:pt x="61556" y="5252"/>
                  <a:pt x="61506" y="5252"/>
                  <a:pt x="61456" y="5302"/>
                </a:cubicBezTo>
                <a:cubicBezTo>
                  <a:pt x="61929" y="4754"/>
                  <a:pt x="62402" y="4331"/>
                  <a:pt x="62925" y="3933"/>
                </a:cubicBezTo>
                <a:cubicBezTo>
                  <a:pt x="62975" y="3883"/>
                  <a:pt x="63049" y="3883"/>
                  <a:pt x="63099" y="3858"/>
                </a:cubicBezTo>
                <a:close/>
                <a:moveTo>
                  <a:pt x="69994" y="2464"/>
                </a:moveTo>
                <a:cubicBezTo>
                  <a:pt x="70044" y="2464"/>
                  <a:pt x="70118" y="2489"/>
                  <a:pt x="70168" y="2489"/>
                </a:cubicBezTo>
                <a:cubicBezTo>
                  <a:pt x="67380" y="3261"/>
                  <a:pt x="64518" y="4306"/>
                  <a:pt x="61581" y="5551"/>
                </a:cubicBezTo>
                <a:cubicBezTo>
                  <a:pt x="61606" y="5476"/>
                  <a:pt x="61680" y="5451"/>
                  <a:pt x="61705" y="5377"/>
                </a:cubicBezTo>
                <a:cubicBezTo>
                  <a:pt x="64543" y="4207"/>
                  <a:pt x="67281" y="3236"/>
                  <a:pt x="69994" y="2464"/>
                </a:cubicBezTo>
                <a:close/>
                <a:moveTo>
                  <a:pt x="89101" y="2013"/>
                </a:moveTo>
                <a:cubicBezTo>
                  <a:pt x="90165" y="2013"/>
                  <a:pt x="91191" y="2109"/>
                  <a:pt x="92197" y="2265"/>
                </a:cubicBezTo>
                <a:cubicBezTo>
                  <a:pt x="94387" y="3062"/>
                  <a:pt x="96279" y="4182"/>
                  <a:pt x="97897" y="5551"/>
                </a:cubicBezTo>
                <a:cubicBezTo>
                  <a:pt x="97573" y="5476"/>
                  <a:pt x="97300" y="5377"/>
                  <a:pt x="97001" y="5327"/>
                </a:cubicBezTo>
                <a:cubicBezTo>
                  <a:pt x="96702" y="5252"/>
                  <a:pt x="96428" y="5227"/>
                  <a:pt x="96179" y="5202"/>
                </a:cubicBezTo>
                <a:cubicBezTo>
                  <a:pt x="95806" y="5128"/>
                  <a:pt x="95408" y="5078"/>
                  <a:pt x="95034" y="5003"/>
                </a:cubicBezTo>
                <a:cubicBezTo>
                  <a:pt x="94586" y="4954"/>
                  <a:pt x="94163" y="4929"/>
                  <a:pt x="93715" y="4879"/>
                </a:cubicBezTo>
                <a:cubicBezTo>
                  <a:pt x="93466" y="4854"/>
                  <a:pt x="93217" y="4829"/>
                  <a:pt x="92944" y="4829"/>
                </a:cubicBezTo>
                <a:cubicBezTo>
                  <a:pt x="92222" y="4804"/>
                  <a:pt x="91525" y="4754"/>
                  <a:pt x="90778" y="4754"/>
                </a:cubicBezTo>
                <a:cubicBezTo>
                  <a:pt x="90031" y="4754"/>
                  <a:pt x="89285" y="4804"/>
                  <a:pt x="88488" y="4829"/>
                </a:cubicBezTo>
                <a:cubicBezTo>
                  <a:pt x="88040" y="4854"/>
                  <a:pt x="87542" y="4879"/>
                  <a:pt x="87069" y="4954"/>
                </a:cubicBezTo>
                <a:cubicBezTo>
                  <a:pt x="86945" y="4954"/>
                  <a:pt x="86820" y="4978"/>
                  <a:pt x="86671" y="4978"/>
                </a:cubicBezTo>
                <a:cubicBezTo>
                  <a:pt x="85626" y="4306"/>
                  <a:pt x="84555" y="3709"/>
                  <a:pt x="83336" y="3211"/>
                </a:cubicBezTo>
                <a:cubicBezTo>
                  <a:pt x="85078" y="2514"/>
                  <a:pt x="86920" y="2116"/>
                  <a:pt x="88737" y="2016"/>
                </a:cubicBezTo>
                <a:cubicBezTo>
                  <a:pt x="88859" y="2014"/>
                  <a:pt x="88980" y="2013"/>
                  <a:pt x="89101" y="2013"/>
                </a:cubicBezTo>
                <a:close/>
                <a:moveTo>
                  <a:pt x="93317" y="2514"/>
                </a:moveTo>
                <a:cubicBezTo>
                  <a:pt x="93441" y="2564"/>
                  <a:pt x="93541" y="2589"/>
                  <a:pt x="93665" y="2614"/>
                </a:cubicBezTo>
                <a:cubicBezTo>
                  <a:pt x="95433" y="3435"/>
                  <a:pt x="97026" y="4456"/>
                  <a:pt x="98395" y="5675"/>
                </a:cubicBezTo>
                <a:cubicBezTo>
                  <a:pt x="98345" y="5675"/>
                  <a:pt x="98295" y="5626"/>
                  <a:pt x="98270" y="5626"/>
                </a:cubicBezTo>
                <a:cubicBezTo>
                  <a:pt x="96827" y="4356"/>
                  <a:pt x="95184" y="3311"/>
                  <a:pt x="93317" y="2514"/>
                </a:cubicBezTo>
                <a:close/>
                <a:moveTo>
                  <a:pt x="61332" y="5551"/>
                </a:moveTo>
                <a:lnTo>
                  <a:pt x="61332" y="5551"/>
                </a:lnTo>
                <a:cubicBezTo>
                  <a:pt x="61307" y="5601"/>
                  <a:pt x="61232" y="5626"/>
                  <a:pt x="61207" y="5700"/>
                </a:cubicBezTo>
                <a:cubicBezTo>
                  <a:pt x="61183" y="5725"/>
                  <a:pt x="61108" y="5750"/>
                  <a:pt x="61083" y="5750"/>
                </a:cubicBezTo>
                <a:cubicBezTo>
                  <a:pt x="61108" y="5700"/>
                  <a:pt x="61183" y="5675"/>
                  <a:pt x="61207" y="5601"/>
                </a:cubicBezTo>
                <a:cubicBezTo>
                  <a:pt x="61232" y="5576"/>
                  <a:pt x="61307" y="5576"/>
                  <a:pt x="61332" y="5551"/>
                </a:cubicBezTo>
                <a:close/>
                <a:moveTo>
                  <a:pt x="90728" y="4978"/>
                </a:moveTo>
                <a:cubicBezTo>
                  <a:pt x="91475" y="4978"/>
                  <a:pt x="92197" y="5003"/>
                  <a:pt x="92869" y="5053"/>
                </a:cubicBezTo>
                <a:cubicBezTo>
                  <a:pt x="93242" y="5078"/>
                  <a:pt x="93591" y="5103"/>
                  <a:pt x="93939" y="5128"/>
                </a:cubicBezTo>
                <a:cubicBezTo>
                  <a:pt x="94288" y="5178"/>
                  <a:pt x="94611" y="5202"/>
                  <a:pt x="94935" y="5227"/>
                </a:cubicBezTo>
                <a:cubicBezTo>
                  <a:pt x="95433" y="5302"/>
                  <a:pt x="95931" y="5377"/>
                  <a:pt x="96428" y="5476"/>
                </a:cubicBezTo>
                <a:cubicBezTo>
                  <a:pt x="96578" y="5501"/>
                  <a:pt x="96727" y="5501"/>
                  <a:pt x="96901" y="5551"/>
                </a:cubicBezTo>
                <a:cubicBezTo>
                  <a:pt x="97324" y="5626"/>
                  <a:pt x="97723" y="5725"/>
                  <a:pt x="98146" y="5825"/>
                </a:cubicBezTo>
                <a:lnTo>
                  <a:pt x="98180" y="5870"/>
                </a:lnTo>
                <a:lnTo>
                  <a:pt x="98180" y="5870"/>
                </a:lnTo>
                <a:cubicBezTo>
                  <a:pt x="97761" y="5748"/>
                  <a:pt x="97319" y="5674"/>
                  <a:pt x="96876" y="5576"/>
                </a:cubicBezTo>
                <a:cubicBezTo>
                  <a:pt x="96652" y="5551"/>
                  <a:pt x="96403" y="5501"/>
                  <a:pt x="96179" y="5476"/>
                </a:cubicBezTo>
                <a:cubicBezTo>
                  <a:pt x="95781" y="5427"/>
                  <a:pt x="95383" y="5327"/>
                  <a:pt x="94935" y="5277"/>
                </a:cubicBezTo>
                <a:lnTo>
                  <a:pt x="93914" y="5202"/>
                </a:lnTo>
                <a:cubicBezTo>
                  <a:pt x="93566" y="5153"/>
                  <a:pt x="93267" y="5128"/>
                  <a:pt x="92894" y="5103"/>
                </a:cubicBezTo>
                <a:cubicBezTo>
                  <a:pt x="92197" y="5078"/>
                  <a:pt x="91475" y="5028"/>
                  <a:pt x="90778" y="5028"/>
                </a:cubicBezTo>
                <a:cubicBezTo>
                  <a:pt x="90031" y="5028"/>
                  <a:pt x="89285" y="5078"/>
                  <a:pt x="88538" y="5103"/>
                </a:cubicBezTo>
                <a:cubicBezTo>
                  <a:pt x="88164" y="5128"/>
                  <a:pt x="87791" y="5153"/>
                  <a:pt x="87368" y="5202"/>
                </a:cubicBezTo>
                <a:cubicBezTo>
                  <a:pt x="87244" y="5202"/>
                  <a:pt x="87094" y="5227"/>
                  <a:pt x="86970" y="5227"/>
                </a:cubicBezTo>
                <a:cubicBezTo>
                  <a:pt x="86945" y="5202"/>
                  <a:pt x="86920" y="5202"/>
                  <a:pt x="86870" y="5178"/>
                </a:cubicBezTo>
                <a:lnTo>
                  <a:pt x="86945" y="5178"/>
                </a:lnTo>
                <a:cubicBezTo>
                  <a:pt x="87468" y="5103"/>
                  <a:pt x="87965" y="5078"/>
                  <a:pt x="88463" y="5053"/>
                </a:cubicBezTo>
                <a:cubicBezTo>
                  <a:pt x="89235" y="5003"/>
                  <a:pt x="89982" y="4978"/>
                  <a:pt x="90728" y="4978"/>
                </a:cubicBezTo>
                <a:close/>
                <a:moveTo>
                  <a:pt x="62975" y="3684"/>
                </a:moveTo>
                <a:lnTo>
                  <a:pt x="62975" y="3684"/>
                </a:lnTo>
                <a:cubicBezTo>
                  <a:pt x="62925" y="3709"/>
                  <a:pt x="62900" y="3734"/>
                  <a:pt x="62825" y="3809"/>
                </a:cubicBezTo>
                <a:cubicBezTo>
                  <a:pt x="60809" y="4381"/>
                  <a:pt x="58743" y="5103"/>
                  <a:pt x="56627" y="5974"/>
                </a:cubicBezTo>
                <a:cubicBezTo>
                  <a:pt x="57723" y="5501"/>
                  <a:pt x="58868" y="5053"/>
                  <a:pt x="60560" y="4431"/>
                </a:cubicBezTo>
                <a:cubicBezTo>
                  <a:pt x="61357" y="4132"/>
                  <a:pt x="62178" y="3883"/>
                  <a:pt x="62975" y="3684"/>
                </a:cubicBezTo>
                <a:close/>
                <a:moveTo>
                  <a:pt x="98544" y="5924"/>
                </a:moveTo>
                <a:cubicBezTo>
                  <a:pt x="98569" y="5924"/>
                  <a:pt x="98644" y="5949"/>
                  <a:pt x="98669" y="5949"/>
                </a:cubicBezTo>
                <a:lnTo>
                  <a:pt x="98768" y="6049"/>
                </a:lnTo>
                <a:cubicBezTo>
                  <a:pt x="98718" y="6049"/>
                  <a:pt x="98693" y="6049"/>
                  <a:pt x="98669" y="5999"/>
                </a:cubicBezTo>
                <a:lnTo>
                  <a:pt x="98619" y="5999"/>
                </a:lnTo>
                <a:cubicBezTo>
                  <a:pt x="98619" y="5949"/>
                  <a:pt x="98569" y="5924"/>
                  <a:pt x="98544" y="5924"/>
                </a:cubicBezTo>
                <a:close/>
                <a:moveTo>
                  <a:pt x="94960" y="3062"/>
                </a:moveTo>
                <a:lnTo>
                  <a:pt x="94960" y="3062"/>
                </a:lnTo>
                <a:cubicBezTo>
                  <a:pt x="96752" y="3734"/>
                  <a:pt x="98370" y="4754"/>
                  <a:pt x="99789" y="6074"/>
                </a:cubicBezTo>
                <a:cubicBezTo>
                  <a:pt x="99490" y="5974"/>
                  <a:pt x="99166" y="5850"/>
                  <a:pt x="98868" y="5800"/>
                </a:cubicBezTo>
                <a:cubicBezTo>
                  <a:pt x="98818" y="5800"/>
                  <a:pt x="98793" y="5800"/>
                  <a:pt x="98768" y="5750"/>
                </a:cubicBezTo>
                <a:cubicBezTo>
                  <a:pt x="97648" y="4705"/>
                  <a:pt x="96379" y="3809"/>
                  <a:pt x="94960" y="3062"/>
                </a:cubicBezTo>
                <a:close/>
                <a:moveTo>
                  <a:pt x="74446" y="2122"/>
                </a:moveTo>
                <a:cubicBezTo>
                  <a:pt x="77248" y="2122"/>
                  <a:pt x="79829" y="2490"/>
                  <a:pt x="82141" y="3261"/>
                </a:cubicBezTo>
                <a:cubicBezTo>
                  <a:pt x="80498" y="4008"/>
                  <a:pt x="78930" y="5003"/>
                  <a:pt x="77486" y="6198"/>
                </a:cubicBezTo>
                <a:cubicBezTo>
                  <a:pt x="75520" y="4306"/>
                  <a:pt x="73479" y="3012"/>
                  <a:pt x="71388" y="2365"/>
                </a:cubicBezTo>
                <a:cubicBezTo>
                  <a:pt x="71562" y="2315"/>
                  <a:pt x="71761" y="2265"/>
                  <a:pt x="71935" y="2216"/>
                </a:cubicBezTo>
                <a:cubicBezTo>
                  <a:pt x="72790" y="2154"/>
                  <a:pt x="73628" y="2122"/>
                  <a:pt x="74446" y="2122"/>
                </a:cubicBezTo>
                <a:close/>
                <a:moveTo>
                  <a:pt x="97449" y="4082"/>
                </a:moveTo>
                <a:cubicBezTo>
                  <a:pt x="97648" y="4182"/>
                  <a:pt x="97822" y="4257"/>
                  <a:pt x="97996" y="4331"/>
                </a:cubicBezTo>
                <a:cubicBezTo>
                  <a:pt x="98818" y="4879"/>
                  <a:pt x="99614" y="5501"/>
                  <a:pt x="100311" y="6223"/>
                </a:cubicBezTo>
                <a:cubicBezTo>
                  <a:pt x="100286" y="6223"/>
                  <a:pt x="100237" y="6198"/>
                  <a:pt x="100187" y="6198"/>
                </a:cubicBezTo>
                <a:cubicBezTo>
                  <a:pt x="99365" y="5377"/>
                  <a:pt x="98445" y="4655"/>
                  <a:pt x="97449" y="4082"/>
                </a:cubicBezTo>
                <a:close/>
                <a:moveTo>
                  <a:pt x="71064" y="2464"/>
                </a:moveTo>
                <a:cubicBezTo>
                  <a:pt x="73180" y="3062"/>
                  <a:pt x="75321" y="4356"/>
                  <a:pt x="77362" y="6323"/>
                </a:cubicBezTo>
                <a:cubicBezTo>
                  <a:pt x="77312" y="6323"/>
                  <a:pt x="77312" y="6347"/>
                  <a:pt x="77287" y="6347"/>
                </a:cubicBezTo>
                <a:cubicBezTo>
                  <a:pt x="75246" y="4381"/>
                  <a:pt x="73105" y="3087"/>
                  <a:pt x="70940" y="2489"/>
                </a:cubicBezTo>
                <a:cubicBezTo>
                  <a:pt x="70990" y="2489"/>
                  <a:pt x="71015" y="2464"/>
                  <a:pt x="71064" y="2464"/>
                </a:cubicBezTo>
                <a:close/>
                <a:moveTo>
                  <a:pt x="82440" y="3361"/>
                </a:moveTo>
                <a:cubicBezTo>
                  <a:pt x="82464" y="3361"/>
                  <a:pt x="82489" y="3385"/>
                  <a:pt x="82514" y="3385"/>
                </a:cubicBezTo>
                <a:cubicBezTo>
                  <a:pt x="80822" y="4107"/>
                  <a:pt x="79204" y="5128"/>
                  <a:pt x="77660" y="6372"/>
                </a:cubicBezTo>
                <a:lnTo>
                  <a:pt x="77636" y="6347"/>
                </a:lnTo>
                <a:cubicBezTo>
                  <a:pt x="79129" y="5103"/>
                  <a:pt x="80747" y="4107"/>
                  <a:pt x="82440" y="3361"/>
                </a:cubicBezTo>
                <a:close/>
                <a:moveTo>
                  <a:pt x="99067" y="6049"/>
                </a:moveTo>
                <a:lnTo>
                  <a:pt x="99067" y="6049"/>
                </a:lnTo>
                <a:cubicBezTo>
                  <a:pt x="99415" y="6123"/>
                  <a:pt x="99764" y="6248"/>
                  <a:pt x="100112" y="6347"/>
                </a:cubicBezTo>
                <a:lnTo>
                  <a:pt x="100187" y="6447"/>
                </a:lnTo>
                <a:cubicBezTo>
                  <a:pt x="100162" y="6447"/>
                  <a:pt x="100112" y="6447"/>
                  <a:pt x="100038" y="6422"/>
                </a:cubicBezTo>
                <a:cubicBezTo>
                  <a:pt x="99764" y="6323"/>
                  <a:pt x="99490" y="6223"/>
                  <a:pt x="99166" y="6123"/>
                </a:cubicBezTo>
                <a:lnTo>
                  <a:pt x="99067" y="6049"/>
                </a:lnTo>
                <a:close/>
                <a:moveTo>
                  <a:pt x="77486" y="6447"/>
                </a:moveTo>
                <a:lnTo>
                  <a:pt x="77511" y="6472"/>
                </a:lnTo>
                <a:cubicBezTo>
                  <a:pt x="77486" y="6472"/>
                  <a:pt x="77486" y="6497"/>
                  <a:pt x="77461" y="6497"/>
                </a:cubicBezTo>
                <a:lnTo>
                  <a:pt x="77412" y="6472"/>
                </a:lnTo>
                <a:cubicBezTo>
                  <a:pt x="77461" y="6472"/>
                  <a:pt x="77461" y="6447"/>
                  <a:pt x="77486" y="6447"/>
                </a:cubicBezTo>
                <a:close/>
                <a:moveTo>
                  <a:pt x="82763" y="3460"/>
                </a:moveTo>
                <a:cubicBezTo>
                  <a:pt x="83933" y="3883"/>
                  <a:pt x="85003" y="4431"/>
                  <a:pt x="85999" y="5053"/>
                </a:cubicBezTo>
                <a:cubicBezTo>
                  <a:pt x="83410" y="5352"/>
                  <a:pt x="80722" y="5875"/>
                  <a:pt x="77984" y="6621"/>
                </a:cubicBezTo>
                <a:lnTo>
                  <a:pt x="77810" y="6472"/>
                </a:lnTo>
                <a:cubicBezTo>
                  <a:pt x="79353" y="5227"/>
                  <a:pt x="81021" y="4207"/>
                  <a:pt x="82763" y="3460"/>
                </a:cubicBezTo>
                <a:close/>
                <a:moveTo>
                  <a:pt x="77660" y="6621"/>
                </a:moveTo>
                <a:lnTo>
                  <a:pt x="77760" y="6721"/>
                </a:lnTo>
                <a:cubicBezTo>
                  <a:pt x="77735" y="6721"/>
                  <a:pt x="77710" y="6721"/>
                  <a:pt x="77710" y="6746"/>
                </a:cubicBezTo>
                <a:lnTo>
                  <a:pt x="77611" y="6671"/>
                </a:lnTo>
                <a:cubicBezTo>
                  <a:pt x="77636" y="6671"/>
                  <a:pt x="77636" y="6621"/>
                  <a:pt x="77660" y="6621"/>
                </a:cubicBezTo>
                <a:close/>
                <a:moveTo>
                  <a:pt x="86248" y="5227"/>
                </a:moveTo>
                <a:cubicBezTo>
                  <a:pt x="86298" y="5252"/>
                  <a:pt x="86323" y="5252"/>
                  <a:pt x="86347" y="5302"/>
                </a:cubicBezTo>
                <a:lnTo>
                  <a:pt x="86298" y="5302"/>
                </a:lnTo>
                <a:cubicBezTo>
                  <a:pt x="85725" y="5352"/>
                  <a:pt x="85128" y="5451"/>
                  <a:pt x="84580" y="5501"/>
                </a:cubicBezTo>
                <a:cubicBezTo>
                  <a:pt x="84381" y="5551"/>
                  <a:pt x="84207" y="5576"/>
                  <a:pt x="83983" y="5601"/>
                </a:cubicBezTo>
                <a:cubicBezTo>
                  <a:pt x="83236" y="5725"/>
                  <a:pt x="82464" y="5850"/>
                  <a:pt x="81718" y="5999"/>
                </a:cubicBezTo>
                <a:lnTo>
                  <a:pt x="81693" y="5999"/>
                </a:lnTo>
                <a:cubicBezTo>
                  <a:pt x="80523" y="6248"/>
                  <a:pt x="79353" y="6547"/>
                  <a:pt x="78158" y="6845"/>
                </a:cubicBezTo>
                <a:cubicBezTo>
                  <a:pt x="78133" y="6845"/>
                  <a:pt x="78108" y="6820"/>
                  <a:pt x="78108" y="6820"/>
                </a:cubicBezTo>
                <a:cubicBezTo>
                  <a:pt x="80896" y="6074"/>
                  <a:pt x="83609" y="5501"/>
                  <a:pt x="86223" y="5227"/>
                </a:cubicBezTo>
                <a:close/>
                <a:moveTo>
                  <a:pt x="77262" y="6596"/>
                </a:moveTo>
                <a:cubicBezTo>
                  <a:pt x="77287" y="6621"/>
                  <a:pt x="77337" y="6621"/>
                  <a:pt x="77337" y="6671"/>
                </a:cubicBezTo>
                <a:cubicBezTo>
                  <a:pt x="77237" y="6746"/>
                  <a:pt x="77138" y="6820"/>
                  <a:pt x="77038" y="6920"/>
                </a:cubicBezTo>
                <a:cubicBezTo>
                  <a:pt x="76988" y="6920"/>
                  <a:pt x="76963" y="6945"/>
                  <a:pt x="76889" y="6945"/>
                </a:cubicBezTo>
                <a:cubicBezTo>
                  <a:pt x="77013" y="6820"/>
                  <a:pt x="77138" y="6721"/>
                  <a:pt x="77262" y="6596"/>
                </a:cubicBezTo>
                <a:close/>
                <a:moveTo>
                  <a:pt x="77636" y="6945"/>
                </a:moveTo>
                <a:lnTo>
                  <a:pt x="77660" y="6970"/>
                </a:lnTo>
                <a:cubicBezTo>
                  <a:pt x="77461" y="7044"/>
                  <a:pt x="77262" y="7094"/>
                  <a:pt x="77038" y="7169"/>
                </a:cubicBezTo>
                <a:lnTo>
                  <a:pt x="77138" y="7069"/>
                </a:lnTo>
                <a:cubicBezTo>
                  <a:pt x="77287" y="7044"/>
                  <a:pt x="77461" y="6970"/>
                  <a:pt x="77636" y="6945"/>
                </a:cubicBezTo>
                <a:close/>
                <a:moveTo>
                  <a:pt x="76715" y="7194"/>
                </a:moveTo>
                <a:lnTo>
                  <a:pt x="76615" y="7268"/>
                </a:lnTo>
                <a:cubicBezTo>
                  <a:pt x="76590" y="7293"/>
                  <a:pt x="76540" y="7293"/>
                  <a:pt x="76491" y="7318"/>
                </a:cubicBezTo>
                <a:lnTo>
                  <a:pt x="76590" y="7219"/>
                </a:lnTo>
                <a:cubicBezTo>
                  <a:pt x="76640" y="7219"/>
                  <a:pt x="76665" y="7194"/>
                  <a:pt x="76715" y="7194"/>
                </a:cubicBezTo>
                <a:close/>
                <a:moveTo>
                  <a:pt x="99067" y="4879"/>
                </a:moveTo>
                <a:lnTo>
                  <a:pt x="99067" y="4879"/>
                </a:lnTo>
                <a:cubicBezTo>
                  <a:pt x="99316" y="5003"/>
                  <a:pt x="99540" y="5128"/>
                  <a:pt x="99814" y="5252"/>
                </a:cubicBezTo>
                <a:cubicBezTo>
                  <a:pt x="100784" y="5775"/>
                  <a:pt x="102054" y="6572"/>
                  <a:pt x="103497" y="7592"/>
                </a:cubicBezTo>
                <a:cubicBezTo>
                  <a:pt x="103099" y="7418"/>
                  <a:pt x="102726" y="7194"/>
                  <a:pt x="102352" y="7044"/>
                </a:cubicBezTo>
                <a:cubicBezTo>
                  <a:pt x="102228" y="6970"/>
                  <a:pt x="102054" y="6920"/>
                  <a:pt x="101904" y="6845"/>
                </a:cubicBezTo>
                <a:cubicBezTo>
                  <a:pt x="101531" y="6696"/>
                  <a:pt x="101133" y="6497"/>
                  <a:pt x="100759" y="6372"/>
                </a:cubicBezTo>
                <a:cubicBezTo>
                  <a:pt x="100237" y="5825"/>
                  <a:pt x="99664" y="5327"/>
                  <a:pt x="99067" y="4879"/>
                </a:cubicBezTo>
                <a:close/>
                <a:moveTo>
                  <a:pt x="97648" y="3933"/>
                </a:moveTo>
                <a:cubicBezTo>
                  <a:pt x="97698" y="3933"/>
                  <a:pt x="97797" y="3958"/>
                  <a:pt x="97897" y="4008"/>
                </a:cubicBezTo>
                <a:cubicBezTo>
                  <a:pt x="98021" y="4082"/>
                  <a:pt x="98146" y="4132"/>
                  <a:pt x="98295" y="4207"/>
                </a:cubicBezTo>
                <a:lnTo>
                  <a:pt x="99042" y="4580"/>
                </a:lnTo>
                <a:cubicBezTo>
                  <a:pt x="99166" y="4630"/>
                  <a:pt x="99266" y="4705"/>
                  <a:pt x="99390" y="4754"/>
                </a:cubicBezTo>
                <a:cubicBezTo>
                  <a:pt x="100411" y="5327"/>
                  <a:pt x="101431" y="5924"/>
                  <a:pt x="102402" y="6572"/>
                </a:cubicBezTo>
                <a:cubicBezTo>
                  <a:pt x="102402" y="6572"/>
                  <a:pt x="102427" y="6572"/>
                  <a:pt x="102427" y="6596"/>
                </a:cubicBezTo>
                <a:cubicBezTo>
                  <a:pt x="102726" y="6796"/>
                  <a:pt x="103000" y="6970"/>
                  <a:pt x="103249" y="7144"/>
                </a:cubicBezTo>
                <a:lnTo>
                  <a:pt x="105115" y="8563"/>
                </a:lnTo>
                <a:cubicBezTo>
                  <a:pt x="105120" y="8568"/>
                  <a:pt x="105125" y="8573"/>
                  <a:pt x="105131" y="8578"/>
                </a:cubicBezTo>
                <a:lnTo>
                  <a:pt x="105131" y="8578"/>
                </a:lnTo>
                <a:cubicBezTo>
                  <a:pt x="105094" y="8558"/>
                  <a:pt x="105059" y="8532"/>
                  <a:pt x="105016" y="8488"/>
                </a:cubicBezTo>
                <a:lnTo>
                  <a:pt x="104966" y="8488"/>
                </a:lnTo>
                <a:cubicBezTo>
                  <a:pt x="104866" y="8438"/>
                  <a:pt x="104792" y="8413"/>
                  <a:pt x="104717" y="8339"/>
                </a:cubicBezTo>
                <a:cubicBezTo>
                  <a:pt x="102800" y="6820"/>
                  <a:pt x="101058" y="5750"/>
                  <a:pt x="99863" y="5103"/>
                </a:cubicBezTo>
                <a:cubicBezTo>
                  <a:pt x="99241" y="4754"/>
                  <a:pt x="98644" y="4456"/>
                  <a:pt x="98046" y="4207"/>
                </a:cubicBezTo>
                <a:cubicBezTo>
                  <a:pt x="97996" y="4132"/>
                  <a:pt x="97897" y="4107"/>
                  <a:pt x="97822" y="4058"/>
                </a:cubicBezTo>
                <a:cubicBezTo>
                  <a:pt x="97772" y="4008"/>
                  <a:pt x="97698" y="3958"/>
                  <a:pt x="97648" y="3933"/>
                </a:cubicBezTo>
                <a:close/>
                <a:moveTo>
                  <a:pt x="101033" y="6696"/>
                </a:moveTo>
                <a:lnTo>
                  <a:pt x="101033" y="6696"/>
                </a:lnTo>
                <a:cubicBezTo>
                  <a:pt x="101431" y="6845"/>
                  <a:pt x="101855" y="6995"/>
                  <a:pt x="102228" y="7144"/>
                </a:cubicBezTo>
                <a:cubicBezTo>
                  <a:pt x="103049" y="7542"/>
                  <a:pt x="103846" y="7990"/>
                  <a:pt x="104618" y="8463"/>
                </a:cubicBezTo>
                <a:cubicBezTo>
                  <a:pt x="104742" y="8563"/>
                  <a:pt x="104891" y="8687"/>
                  <a:pt x="105016" y="8787"/>
                </a:cubicBezTo>
                <a:lnTo>
                  <a:pt x="104742" y="8588"/>
                </a:lnTo>
                <a:cubicBezTo>
                  <a:pt x="104369" y="8339"/>
                  <a:pt x="104020" y="8115"/>
                  <a:pt x="103622" y="7891"/>
                </a:cubicBezTo>
                <a:cubicBezTo>
                  <a:pt x="103522" y="7841"/>
                  <a:pt x="103398" y="7766"/>
                  <a:pt x="103273" y="7741"/>
                </a:cubicBezTo>
                <a:cubicBezTo>
                  <a:pt x="102875" y="7517"/>
                  <a:pt x="102452" y="7343"/>
                  <a:pt x="102054" y="7144"/>
                </a:cubicBezTo>
                <a:cubicBezTo>
                  <a:pt x="101929" y="7094"/>
                  <a:pt x="101805" y="7069"/>
                  <a:pt x="101730" y="6995"/>
                </a:cubicBezTo>
                <a:cubicBezTo>
                  <a:pt x="101531" y="6920"/>
                  <a:pt x="101307" y="6845"/>
                  <a:pt x="101133" y="6746"/>
                </a:cubicBezTo>
                <a:cubicBezTo>
                  <a:pt x="101133" y="6760"/>
                  <a:pt x="101126" y="6766"/>
                  <a:pt x="101117" y="6766"/>
                </a:cubicBezTo>
                <a:cubicBezTo>
                  <a:pt x="101093" y="6766"/>
                  <a:pt x="101051" y="6731"/>
                  <a:pt x="101033" y="6696"/>
                </a:cubicBezTo>
                <a:close/>
                <a:moveTo>
                  <a:pt x="76217" y="7318"/>
                </a:moveTo>
                <a:lnTo>
                  <a:pt x="76217" y="7318"/>
                </a:lnTo>
                <a:cubicBezTo>
                  <a:pt x="76167" y="7368"/>
                  <a:pt x="76142" y="7418"/>
                  <a:pt x="76117" y="7418"/>
                </a:cubicBezTo>
                <a:cubicBezTo>
                  <a:pt x="74674" y="7841"/>
                  <a:pt x="73230" y="8339"/>
                  <a:pt x="71761" y="8911"/>
                </a:cubicBezTo>
                <a:cubicBezTo>
                  <a:pt x="71736" y="8911"/>
                  <a:pt x="71687" y="8911"/>
                  <a:pt x="71662" y="8861"/>
                </a:cubicBezTo>
                <a:cubicBezTo>
                  <a:pt x="73180" y="8289"/>
                  <a:pt x="74723" y="7766"/>
                  <a:pt x="76217" y="7318"/>
                </a:cubicBezTo>
                <a:close/>
                <a:moveTo>
                  <a:pt x="71239" y="9011"/>
                </a:moveTo>
                <a:cubicBezTo>
                  <a:pt x="71263" y="9011"/>
                  <a:pt x="71288" y="9061"/>
                  <a:pt x="71363" y="9061"/>
                </a:cubicBezTo>
                <a:lnTo>
                  <a:pt x="71288" y="9061"/>
                </a:lnTo>
                <a:cubicBezTo>
                  <a:pt x="71263" y="9061"/>
                  <a:pt x="71263" y="9061"/>
                  <a:pt x="71214" y="9085"/>
                </a:cubicBezTo>
                <a:lnTo>
                  <a:pt x="71164" y="9085"/>
                </a:lnTo>
                <a:cubicBezTo>
                  <a:pt x="71164" y="9085"/>
                  <a:pt x="71189" y="9085"/>
                  <a:pt x="71189" y="9061"/>
                </a:cubicBezTo>
                <a:cubicBezTo>
                  <a:pt x="71189" y="9061"/>
                  <a:pt x="71239" y="9061"/>
                  <a:pt x="71239" y="9011"/>
                </a:cubicBezTo>
                <a:close/>
                <a:moveTo>
                  <a:pt x="75769" y="7766"/>
                </a:moveTo>
                <a:lnTo>
                  <a:pt x="75769" y="7766"/>
                </a:lnTo>
                <a:cubicBezTo>
                  <a:pt x="75196" y="8314"/>
                  <a:pt x="74674" y="8936"/>
                  <a:pt x="74151" y="9583"/>
                </a:cubicBezTo>
                <a:cubicBezTo>
                  <a:pt x="74126" y="9583"/>
                  <a:pt x="74101" y="9558"/>
                  <a:pt x="74051" y="9558"/>
                </a:cubicBezTo>
                <a:cubicBezTo>
                  <a:pt x="74026" y="9534"/>
                  <a:pt x="73952" y="9534"/>
                  <a:pt x="73902" y="9534"/>
                </a:cubicBezTo>
                <a:cubicBezTo>
                  <a:pt x="73529" y="9409"/>
                  <a:pt x="73155" y="9310"/>
                  <a:pt x="72782" y="9185"/>
                </a:cubicBezTo>
                <a:cubicBezTo>
                  <a:pt x="72757" y="9185"/>
                  <a:pt x="72707" y="9185"/>
                  <a:pt x="72682" y="9135"/>
                </a:cubicBezTo>
                <a:cubicBezTo>
                  <a:pt x="72583" y="9110"/>
                  <a:pt x="72458" y="9085"/>
                  <a:pt x="72384" y="9085"/>
                </a:cubicBezTo>
                <a:cubicBezTo>
                  <a:pt x="72284" y="9061"/>
                  <a:pt x="72184" y="9011"/>
                  <a:pt x="72060" y="9011"/>
                </a:cubicBezTo>
                <a:cubicBezTo>
                  <a:pt x="73304" y="8563"/>
                  <a:pt x="74549" y="8140"/>
                  <a:pt x="75769" y="7766"/>
                </a:cubicBezTo>
                <a:close/>
                <a:moveTo>
                  <a:pt x="76291" y="7592"/>
                </a:moveTo>
                <a:cubicBezTo>
                  <a:pt x="75644" y="8214"/>
                  <a:pt x="74997" y="8936"/>
                  <a:pt x="74400" y="9683"/>
                </a:cubicBezTo>
                <a:cubicBezTo>
                  <a:pt x="74375" y="9683"/>
                  <a:pt x="74375" y="9658"/>
                  <a:pt x="74350" y="9658"/>
                </a:cubicBezTo>
                <a:cubicBezTo>
                  <a:pt x="74922" y="8936"/>
                  <a:pt x="75545" y="8239"/>
                  <a:pt x="76167" y="7617"/>
                </a:cubicBezTo>
                <a:cubicBezTo>
                  <a:pt x="76217" y="7617"/>
                  <a:pt x="76267" y="7592"/>
                  <a:pt x="76291" y="7592"/>
                </a:cubicBezTo>
                <a:close/>
                <a:moveTo>
                  <a:pt x="70566" y="2589"/>
                </a:moveTo>
                <a:cubicBezTo>
                  <a:pt x="72782" y="3112"/>
                  <a:pt x="75022" y="4431"/>
                  <a:pt x="77163" y="6472"/>
                </a:cubicBezTo>
                <a:cubicBezTo>
                  <a:pt x="76963" y="6671"/>
                  <a:pt x="76739" y="6845"/>
                  <a:pt x="76515" y="7069"/>
                </a:cubicBezTo>
                <a:cubicBezTo>
                  <a:pt x="74773" y="7592"/>
                  <a:pt x="73031" y="8189"/>
                  <a:pt x="71263" y="8861"/>
                </a:cubicBezTo>
                <a:lnTo>
                  <a:pt x="71164" y="8861"/>
                </a:lnTo>
                <a:cubicBezTo>
                  <a:pt x="71114" y="8861"/>
                  <a:pt x="71039" y="8837"/>
                  <a:pt x="70940" y="8837"/>
                </a:cubicBezTo>
                <a:cubicBezTo>
                  <a:pt x="70542" y="8762"/>
                  <a:pt x="70118" y="8712"/>
                  <a:pt x="69670" y="8687"/>
                </a:cubicBezTo>
                <a:cubicBezTo>
                  <a:pt x="69571" y="8687"/>
                  <a:pt x="69471" y="8637"/>
                  <a:pt x="69397" y="8637"/>
                </a:cubicBezTo>
                <a:lnTo>
                  <a:pt x="69247" y="8637"/>
                </a:lnTo>
                <a:cubicBezTo>
                  <a:pt x="68675" y="8613"/>
                  <a:pt x="68102" y="8588"/>
                  <a:pt x="67530" y="8588"/>
                </a:cubicBezTo>
                <a:cubicBezTo>
                  <a:pt x="67057" y="8588"/>
                  <a:pt x="66584" y="8613"/>
                  <a:pt x="66136" y="8613"/>
                </a:cubicBezTo>
                <a:cubicBezTo>
                  <a:pt x="65862" y="8613"/>
                  <a:pt x="65613" y="8637"/>
                  <a:pt x="65389" y="8687"/>
                </a:cubicBezTo>
                <a:cubicBezTo>
                  <a:pt x="65165" y="8712"/>
                  <a:pt x="64966" y="8712"/>
                  <a:pt x="64767" y="8737"/>
                </a:cubicBezTo>
                <a:cubicBezTo>
                  <a:pt x="64418" y="8787"/>
                  <a:pt x="64045" y="8812"/>
                  <a:pt x="63697" y="8861"/>
                </a:cubicBezTo>
                <a:cubicBezTo>
                  <a:pt x="63647" y="8861"/>
                  <a:pt x="63547" y="8911"/>
                  <a:pt x="63473" y="8911"/>
                </a:cubicBezTo>
                <a:cubicBezTo>
                  <a:pt x="63348" y="8911"/>
                  <a:pt x="63273" y="8936"/>
                  <a:pt x="63149" y="8961"/>
                </a:cubicBezTo>
                <a:cubicBezTo>
                  <a:pt x="62427" y="9061"/>
                  <a:pt x="61680" y="9210"/>
                  <a:pt x="60934" y="9359"/>
                </a:cubicBezTo>
                <a:cubicBezTo>
                  <a:pt x="60336" y="9484"/>
                  <a:pt x="59739" y="9608"/>
                  <a:pt x="59166" y="9782"/>
                </a:cubicBezTo>
                <a:cubicBezTo>
                  <a:pt x="59739" y="8214"/>
                  <a:pt x="60461" y="6945"/>
                  <a:pt x="61332" y="5850"/>
                </a:cubicBezTo>
                <a:cubicBezTo>
                  <a:pt x="64468" y="4481"/>
                  <a:pt x="67580" y="3385"/>
                  <a:pt x="70566" y="2589"/>
                </a:cubicBezTo>
                <a:close/>
                <a:moveTo>
                  <a:pt x="71736" y="9110"/>
                </a:moveTo>
                <a:cubicBezTo>
                  <a:pt x="72533" y="9285"/>
                  <a:pt x="73280" y="9459"/>
                  <a:pt x="74026" y="9733"/>
                </a:cubicBezTo>
                <a:lnTo>
                  <a:pt x="74001" y="9782"/>
                </a:lnTo>
                <a:cubicBezTo>
                  <a:pt x="73902" y="9733"/>
                  <a:pt x="73827" y="9708"/>
                  <a:pt x="73753" y="9708"/>
                </a:cubicBezTo>
                <a:cubicBezTo>
                  <a:pt x="73578" y="9658"/>
                  <a:pt x="73429" y="9608"/>
                  <a:pt x="73255" y="9558"/>
                </a:cubicBezTo>
                <a:cubicBezTo>
                  <a:pt x="73080" y="9484"/>
                  <a:pt x="72906" y="9459"/>
                  <a:pt x="72757" y="9434"/>
                </a:cubicBezTo>
                <a:cubicBezTo>
                  <a:pt x="72707" y="9434"/>
                  <a:pt x="72682" y="9409"/>
                  <a:pt x="72657" y="9409"/>
                </a:cubicBezTo>
                <a:lnTo>
                  <a:pt x="72632" y="9409"/>
                </a:lnTo>
                <a:cubicBezTo>
                  <a:pt x="72458" y="9359"/>
                  <a:pt x="72284" y="9310"/>
                  <a:pt x="72135" y="9285"/>
                </a:cubicBezTo>
                <a:cubicBezTo>
                  <a:pt x="71935" y="9235"/>
                  <a:pt x="71786" y="9185"/>
                  <a:pt x="71662" y="9160"/>
                </a:cubicBezTo>
                <a:cubicBezTo>
                  <a:pt x="71687" y="9160"/>
                  <a:pt x="71687" y="9160"/>
                  <a:pt x="71736" y="9110"/>
                </a:cubicBezTo>
                <a:close/>
                <a:moveTo>
                  <a:pt x="60983" y="5999"/>
                </a:moveTo>
                <a:cubicBezTo>
                  <a:pt x="60187" y="7069"/>
                  <a:pt x="59490" y="8339"/>
                  <a:pt x="58942" y="9782"/>
                </a:cubicBezTo>
                <a:cubicBezTo>
                  <a:pt x="58922" y="9782"/>
                  <a:pt x="58884" y="9782"/>
                  <a:pt x="58872" y="9796"/>
                </a:cubicBezTo>
                <a:lnTo>
                  <a:pt x="58872" y="9796"/>
                </a:lnTo>
                <a:cubicBezTo>
                  <a:pt x="59419" y="8357"/>
                  <a:pt x="60089" y="7116"/>
                  <a:pt x="60859" y="6074"/>
                </a:cubicBezTo>
                <a:cubicBezTo>
                  <a:pt x="60909" y="6049"/>
                  <a:pt x="60934" y="6049"/>
                  <a:pt x="60983" y="5999"/>
                </a:cubicBezTo>
                <a:close/>
                <a:moveTo>
                  <a:pt x="106582" y="9856"/>
                </a:moveTo>
                <a:lnTo>
                  <a:pt x="106582" y="9856"/>
                </a:lnTo>
                <a:cubicBezTo>
                  <a:pt x="106582" y="9857"/>
                  <a:pt x="106583" y="9857"/>
                  <a:pt x="106584" y="9857"/>
                </a:cubicBezTo>
                <a:cubicBezTo>
                  <a:pt x="106595" y="9857"/>
                  <a:pt x="106601" y="9867"/>
                  <a:pt x="106607" y="9878"/>
                </a:cubicBezTo>
                <a:lnTo>
                  <a:pt x="106607" y="9878"/>
                </a:lnTo>
                <a:cubicBezTo>
                  <a:pt x="106598" y="9871"/>
                  <a:pt x="106590" y="9864"/>
                  <a:pt x="106582" y="9856"/>
                </a:cubicBezTo>
                <a:close/>
                <a:moveTo>
                  <a:pt x="67430" y="8712"/>
                </a:moveTo>
                <a:cubicBezTo>
                  <a:pt x="68028" y="8712"/>
                  <a:pt x="68625" y="8737"/>
                  <a:pt x="69173" y="8762"/>
                </a:cubicBezTo>
                <a:cubicBezTo>
                  <a:pt x="69272" y="8762"/>
                  <a:pt x="69397" y="8812"/>
                  <a:pt x="69496" y="8812"/>
                </a:cubicBezTo>
                <a:cubicBezTo>
                  <a:pt x="69670" y="8837"/>
                  <a:pt x="69820" y="8837"/>
                  <a:pt x="70019" y="8861"/>
                </a:cubicBezTo>
                <a:lnTo>
                  <a:pt x="70766" y="8961"/>
                </a:lnTo>
                <a:cubicBezTo>
                  <a:pt x="70840" y="8986"/>
                  <a:pt x="70840" y="8986"/>
                  <a:pt x="70815" y="8986"/>
                </a:cubicBezTo>
                <a:cubicBezTo>
                  <a:pt x="70790" y="8986"/>
                  <a:pt x="70790" y="8986"/>
                  <a:pt x="70766" y="9036"/>
                </a:cubicBezTo>
                <a:lnTo>
                  <a:pt x="70641" y="9036"/>
                </a:lnTo>
                <a:cubicBezTo>
                  <a:pt x="70293" y="8961"/>
                  <a:pt x="69919" y="8936"/>
                  <a:pt x="69571" y="8911"/>
                </a:cubicBezTo>
                <a:cubicBezTo>
                  <a:pt x="69496" y="8911"/>
                  <a:pt x="69397" y="8861"/>
                  <a:pt x="69297" y="8861"/>
                </a:cubicBezTo>
                <a:lnTo>
                  <a:pt x="69073" y="8861"/>
                </a:lnTo>
                <a:cubicBezTo>
                  <a:pt x="68550" y="8837"/>
                  <a:pt x="68028" y="8812"/>
                  <a:pt x="67505" y="8812"/>
                </a:cubicBezTo>
                <a:cubicBezTo>
                  <a:pt x="67032" y="8812"/>
                  <a:pt x="66559" y="8837"/>
                  <a:pt x="66086" y="8837"/>
                </a:cubicBezTo>
                <a:lnTo>
                  <a:pt x="65937" y="8837"/>
                </a:lnTo>
                <a:cubicBezTo>
                  <a:pt x="65812" y="8837"/>
                  <a:pt x="65713" y="8861"/>
                  <a:pt x="65588" y="8861"/>
                </a:cubicBezTo>
                <a:cubicBezTo>
                  <a:pt x="65538" y="8861"/>
                  <a:pt x="65439" y="8861"/>
                  <a:pt x="65389" y="8911"/>
                </a:cubicBezTo>
                <a:cubicBezTo>
                  <a:pt x="65165" y="8936"/>
                  <a:pt x="64966" y="8936"/>
                  <a:pt x="64767" y="8961"/>
                </a:cubicBezTo>
                <a:cubicBezTo>
                  <a:pt x="64642" y="8961"/>
                  <a:pt x="64518" y="8986"/>
                  <a:pt x="64344" y="8986"/>
                </a:cubicBezTo>
                <a:lnTo>
                  <a:pt x="63697" y="9085"/>
                </a:lnTo>
                <a:cubicBezTo>
                  <a:pt x="63647" y="9085"/>
                  <a:pt x="63547" y="9110"/>
                  <a:pt x="63473" y="9110"/>
                </a:cubicBezTo>
                <a:lnTo>
                  <a:pt x="62726" y="9210"/>
                </a:lnTo>
                <a:lnTo>
                  <a:pt x="61805" y="9409"/>
                </a:lnTo>
                <a:cubicBezTo>
                  <a:pt x="61556" y="9434"/>
                  <a:pt x="61307" y="9484"/>
                  <a:pt x="61058" y="9534"/>
                </a:cubicBezTo>
                <a:cubicBezTo>
                  <a:pt x="60710" y="9583"/>
                  <a:pt x="60336" y="9683"/>
                  <a:pt x="59963" y="9782"/>
                </a:cubicBezTo>
                <a:cubicBezTo>
                  <a:pt x="59739" y="9832"/>
                  <a:pt x="59565" y="9857"/>
                  <a:pt x="59341" y="9932"/>
                </a:cubicBezTo>
                <a:lnTo>
                  <a:pt x="58967" y="10031"/>
                </a:lnTo>
                <a:lnTo>
                  <a:pt x="58967" y="9982"/>
                </a:lnTo>
                <a:lnTo>
                  <a:pt x="58967" y="9957"/>
                </a:lnTo>
                <a:cubicBezTo>
                  <a:pt x="60486" y="9558"/>
                  <a:pt x="61954" y="9235"/>
                  <a:pt x="63398" y="9011"/>
                </a:cubicBezTo>
                <a:cubicBezTo>
                  <a:pt x="63448" y="9011"/>
                  <a:pt x="63547" y="8986"/>
                  <a:pt x="63597" y="8986"/>
                </a:cubicBezTo>
                <a:cubicBezTo>
                  <a:pt x="63945" y="8936"/>
                  <a:pt x="64319" y="8911"/>
                  <a:pt x="64667" y="8861"/>
                </a:cubicBezTo>
                <a:cubicBezTo>
                  <a:pt x="64891" y="8837"/>
                  <a:pt x="65066" y="8837"/>
                  <a:pt x="65290" y="8812"/>
                </a:cubicBezTo>
                <a:cubicBezTo>
                  <a:pt x="65538" y="8762"/>
                  <a:pt x="65787" y="8762"/>
                  <a:pt x="66036" y="8737"/>
                </a:cubicBezTo>
                <a:cubicBezTo>
                  <a:pt x="66509" y="8712"/>
                  <a:pt x="66957" y="8712"/>
                  <a:pt x="67430" y="8712"/>
                </a:cubicBezTo>
                <a:close/>
                <a:moveTo>
                  <a:pt x="74474" y="9932"/>
                </a:moveTo>
                <a:cubicBezTo>
                  <a:pt x="75370" y="10255"/>
                  <a:pt x="76217" y="10679"/>
                  <a:pt x="76988" y="11176"/>
                </a:cubicBezTo>
                <a:cubicBezTo>
                  <a:pt x="77735" y="11649"/>
                  <a:pt x="78457" y="12222"/>
                  <a:pt x="79079" y="12844"/>
                </a:cubicBezTo>
                <a:cubicBezTo>
                  <a:pt x="79005" y="12844"/>
                  <a:pt x="78980" y="12819"/>
                  <a:pt x="78955" y="12794"/>
                </a:cubicBezTo>
                <a:cubicBezTo>
                  <a:pt x="78731" y="12570"/>
                  <a:pt x="78507" y="12396"/>
                  <a:pt x="78283" y="12197"/>
                </a:cubicBezTo>
                <a:cubicBezTo>
                  <a:pt x="78233" y="12147"/>
                  <a:pt x="78158" y="12097"/>
                  <a:pt x="78108" y="12048"/>
                </a:cubicBezTo>
                <a:lnTo>
                  <a:pt x="78034" y="11973"/>
                </a:lnTo>
                <a:cubicBezTo>
                  <a:pt x="77860" y="11824"/>
                  <a:pt x="77636" y="11674"/>
                  <a:pt x="77461" y="11550"/>
                </a:cubicBezTo>
                <a:cubicBezTo>
                  <a:pt x="77387" y="11475"/>
                  <a:pt x="77287" y="11450"/>
                  <a:pt x="77237" y="11400"/>
                </a:cubicBezTo>
                <a:cubicBezTo>
                  <a:pt x="77138" y="11326"/>
                  <a:pt x="77088" y="11301"/>
                  <a:pt x="76988" y="11226"/>
                </a:cubicBezTo>
                <a:cubicBezTo>
                  <a:pt x="76963" y="11226"/>
                  <a:pt x="76963" y="11201"/>
                  <a:pt x="76914" y="11201"/>
                </a:cubicBezTo>
                <a:cubicBezTo>
                  <a:pt x="76889" y="11176"/>
                  <a:pt x="76864" y="11176"/>
                  <a:pt x="76864" y="11127"/>
                </a:cubicBezTo>
                <a:cubicBezTo>
                  <a:pt x="76739" y="11077"/>
                  <a:pt x="76640" y="10977"/>
                  <a:pt x="76515" y="10927"/>
                </a:cubicBezTo>
                <a:cubicBezTo>
                  <a:pt x="76466" y="10878"/>
                  <a:pt x="76391" y="10828"/>
                  <a:pt x="76341" y="10803"/>
                </a:cubicBezTo>
                <a:cubicBezTo>
                  <a:pt x="76117" y="10679"/>
                  <a:pt x="75893" y="10579"/>
                  <a:pt x="75669" y="10479"/>
                </a:cubicBezTo>
                <a:cubicBezTo>
                  <a:pt x="75570" y="10430"/>
                  <a:pt x="75470" y="10355"/>
                  <a:pt x="75370" y="10330"/>
                </a:cubicBezTo>
                <a:cubicBezTo>
                  <a:pt x="75196" y="10255"/>
                  <a:pt x="75097" y="10206"/>
                  <a:pt x="74922" y="10131"/>
                </a:cubicBezTo>
                <a:lnTo>
                  <a:pt x="74474" y="9957"/>
                </a:lnTo>
                <a:lnTo>
                  <a:pt x="74474" y="9932"/>
                </a:lnTo>
                <a:close/>
                <a:moveTo>
                  <a:pt x="106687" y="9948"/>
                </a:moveTo>
                <a:cubicBezTo>
                  <a:pt x="106865" y="10088"/>
                  <a:pt x="107027" y="10249"/>
                  <a:pt x="107231" y="10430"/>
                </a:cubicBezTo>
                <a:lnTo>
                  <a:pt x="107256" y="10454"/>
                </a:lnTo>
                <a:cubicBezTo>
                  <a:pt x="107405" y="10604"/>
                  <a:pt x="107580" y="10728"/>
                  <a:pt x="107729" y="10903"/>
                </a:cubicBezTo>
                <a:lnTo>
                  <a:pt x="108028" y="11201"/>
                </a:lnTo>
                <a:cubicBezTo>
                  <a:pt x="108127" y="11301"/>
                  <a:pt x="108227" y="11425"/>
                  <a:pt x="108301" y="11525"/>
                </a:cubicBezTo>
                <a:cubicBezTo>
                  <a:pt x="108575" y="11799"/>
                  <a:pt x="108849" y="12097"/>
                  <a:pt x="109098" y="12421"/>
                </a:cubicBezTo>
                <a:cubicBezTo>
                  <a:pt x="109123" y="12446"/>
                  <a:pt x="109123" y="12471"/>
                  <a:pt x="109148" y="12520"/>
                </a:cubicBezTo>
                <a:cubicBezTo>
                  <a:pt x="109222" y="12595"/>
                  <a:pt x="109297" y="12695"/>
                  <a:pt x="109372" y="12794"/>
                </a:cubicBezTo>
                <a:cubicBezTo>
                  <a:pt x="109496" y="12944"/>
                  <a:pt x="109596" y="13068"/>
                  <a:pt x="109720" y="13217"/>
                </a:cubicBezTo>
                <a:lnTo>
                  <a:pt x="109048" y="12471"/>
                </a:lnTo>
                <a:cubicBezTo>
                  <a:pt x="108998" y="12396"/>
                  <a:pt x="108899" y="12296"/>
                  <a:pt x="108849" y="12197"/>
                </a:cubicBezTo>
                <a:cubicBezTo>
                  <a:pt x="108725" y="12048"/>
                  <a:pt x="108600" y="11923"/>
                  <a:pt x="108476" y="11774"/>
                </a:cubicBezTo>
                <a:cubicBezTo>
                  <a:pt x="108401" y="11699"/>
                  <a:pt x="108351" y="11649"/>
                  <a:pt x="108277" y="11550"/>
                </a:cubicBezTo>
                <a:cubicBezTo>
                  <a:pt x="108177" y="11450"/>
                  <a:pt x="108127" y="11351"/>
                  <a:pt x="108028" y="11276"/>
                </a:cubicBezTo>
                <a:lnTo>
                  <a:pt x="107978" y="11201"/>
                </a:lnTo>
                <a:cubicBezTo>
                  <a:pt x="107903" y="11127"/>
                  <a:pt x="107878" y="11077"/>
                  <a:pt x="107804" y="11052"/>
                </a:cubicBezTo>
                <a:cubicBezTo>
                  <a:pt x="107461" y="10670"/>
                  <a:pt x="107054" y="10271"/>
                  <a:pt x="106687" y="9948"/>
                </a:cubicBezTo>
                <a:close/>
                <a:moveTo>
                  <a:pt x="86845" y="5402"/>
                </a:moveTo>
                <a:lnTo>
                  <a:pt x="86945" y="5427"/>
                </a:lnTo>
                <a:cubicBezTo>
                  <a:pt x="89782" y="7492"/>
                  <a:pt x="91799" y="10430"/>
                  <a:pt x="92894" y="14089"/>
                </a:cubicBezTo>
                <a:lnTo>
                  <a:pt x="92819" y="14089"/>
                </a:lnTo>
                <a:cubicBezTo>
                  <a:pt x="91724" y="10430"/>
                  <a:pt x="89708" y="7492"/>
                  <a:pt x="86845" y="5402"/>
                </a:cubicBezTo>
                <a:close/>
                <a:moveTo>
                  <a:pt x="110392" y="14313"/>
                </a:moveTo>
                <a:cubicBezTo>
                  <a:pt x="110395" y="14318"/>
                  <a:pt x="110397" y="14323"/>
                  <a:pt x="110400" y="14328"/>
                </a:cubicBezTo>
                <a:lnTo>
                  <a:pt x="110400" y="14328"/>
                </a:lnTo>
                <a:cubicBezTo>
                  <a:pt x="110395" y="14323"/>
                  <a:pt x="110392" y="14319"/>
                  <a:pt x="110392" y="14313"/>
                </a:cubicBezTo>
                <a:close/>
                <a:moveTo>
                  <a:pt x="95582" y="14163"/>
                </a:moveTo>
                <a:lnTo>
                  <a:pt x="94761" y="14238"/>
                </a:lnTo>
                <a:cubicBezTo>
                  <a:pt x="94213" y="14288"/>
                  <a:pt x="93690" y="14313"/>
                  <a:pt x="93143" y="14337"/>
                </a:cubicBezTo>
                <a:cubicBezTo>
                  <a:pt x="93143" y="14313"/>
                  <a:pt x="93093" y="14288"/>
                  <a:pt x="93093" y="14238"/>
                </a:cubicBezTo>
                <a:cubicBezTo>
                  <a:pt x="93922" y="14189"/>
                  <a:pt x="94775" y="14164"/>
                  <a:pt x="95582" y="14163"/>
                </a:cubicBezTo>
                <a:close/>
                <a:moveTo>
                  <a:pt x="92944" y="14288"/>
                </a:moveTo>
                <a:cubicBezTo>
                  <a:pt x="92944" y="14313"/>
                  <a:pt x="92968" y="14337"/>
                  <a:pt x="92968" y="14387"/>
                </a:cubicBezTo>
                <a:lnTo>
                  <a:pt x="92919" y="14387"/>
                </a:lnTo>
                <a:cubicBezTo>
                  <a:pt x="92894" y="14313"/>
                  <a:pt x="92894" y="14288"/>
                  <a:pt x="92894" y="14288"/>
                </a:cubicBezTo>
                <a:close/>
                <a:moveTo>
                  <a:pt x="95557" y="14362"/>
                </a:moveTo>
                <a:cubicBezTo>
                  <a:pt x="95134" y="14412"/>
                  <a:pt x="94686" y="14462"/>
                  <a:pt x="94263" y="14537"/>
                </a:cubicBezTo>
                <a:cubicBezTo>
                  <a:pt x="94064" y="14562"/>
                  <a:pt x="93840" y="14562"/>
                  <a:pt x="93665" y="14586"/>
                </a:cubicBezTo>
                <a:cubicBezTo>
                  <a:pt x="93466" y="14661"/>
                  <a:pt x="93392" y="14686"/>
                  <a:pt x="93267" y="14686"/>
                </a:cubicBezTo>
                <a:lnTo>
                  <a:pt x="93267" y="14636"/>
                </a:lnTo>
                <a:cubicBezTo>
                  <a:pt x="93367" y="14586"/>
                  <a:pt x="93516" y="14562"/>
                  <a:pt x="93641" y="14562"/>
                </a:cubicBezTo>
                <a:cubicBezTo>
                  <a:pt x="93964" y="14487"/>
                  <a:pt x="94313" y="14462"/>
                  <a:pt x="94661" y="14437"/>
                </a:cubicBezTo>
                <a:cubicBezTo>
                  <a:pt x="94711" y="14437"/>
                  <a:pt x="94786" y="14412"/>
                  <a:pt x="94835" y="14412"/>
                </a:cubicBezTo>
                <a:cubicBezTo>
                  <a:pt x="95010" y="14412"/>
                  <a:pt x="95134" y="14412"/>
                  <a:pt x="95283" y="14362"/>
                </a:cubicBezTo>
                <a:close/>
                <a:moveTo>
                  <a:pt x="97623" y="14263"/>
                </a:moveTo>
                <a:cubicBezTo>
                  <a:pt x="97996" y="14263"/>
                  <a:pt x="98345" y="14263"/>
                  <a:pt x="98743" y="14288"/>
                </a:cubicBezTo>
                <a:cubicBezTo>
                  <a:pt x="98942" y="14288"/>
                  <a:pt x="99166" y="14313"/>
                  <a:pt x="99390" y="14313"/>
                </a:cubicBezTo>
                <a:lnTo>
                  <a:pt x="99614" y="14313"/>
                </a:lnTo>
                <a:cubicBezTo>
                  <a:pt x="100411" y="14412"/>
                  <a:pt x="101232" y="14537"/>
                  <a:pt x="102004" y="14686"/>
                </a:cubicBezTo>
                <a:cubicBezTo>
                  <a:pt x="101158" y="14537"/>
                  <a:pt x="100311" y="14437"/>
                  <a:pt x="99490" y="14387"/>
                </a:cubicBezTo>
                <a:cubicBezTo>
                  <a:pt x="98868" y="14313"/>
                  <a:pt x="98245" y="14288"/>
                  <a:pt x="97623" y="14263"/>
                </a:cubicBezTo>
                <a:close/>
                <a:moveTo>
                  <a:pt x="90778" y="5252"/>
                </a:moveTo>
                <a:cubicBezTo>
                  <a:pt x="91475" y="5252"/>
                  <a:pt x="92172" y="5302"/>
                  <a:pt x="92844" y="5327"/>
                </a:cubicBezTo>
                <a:cubicBezTo>
                  <a:pt x="93143" y="5352"/>
                  <a:pt x="93417" y="5377"/>
                  <a:pt x="93690" y="5377"/>
                </a:cubicBezTo>
                <a:cubicBezTo>
                  <a:pt x="94064" y="5427"/>
                  <a:pt x="94462" y="5451"/>
                  <a:pt x="94835" y="5476"/>
                </a:cubicBezTo>
                <a:cubicBezTo>
                  <a:pt x="95184" y="5501"/>
                  <a:pt x="95532" y="5576"/>
                  <a:pt x="95881" y="5626"/>
                </a:cubicBezTo>
                <a:cubicBezTo>
                  <a:pt x="96155" y="5675"/>
                  <a:pt x="96453" y="5725"/>
                  <a:pt x="96752" y="5750"/>
                </a:cubicBezTo>
                <a:cubicBezTo>
                  <a:pt x="97125" y="5825"/>
                  <a:pt x="97499" y="5924"/>
                  <a:pt x="97872" y="5999"/>
                </a:cubicBezTo>
                <a:cubicBezTo>
                  <a:pt x="98121" y="6074"/>
                  <a:pt x="98320" y="6099"/>
                  <a:pt x="98544" y="6173"/>
                </a:cubicBezTo>
                <a:cubicBezTo>
                  <a:pt x="100934" y="8413"/>
                  <a:pt x="102651" y="11326"/>
                  <a:pt x="103622" y="14810"/>
                </a:cubicBezTo>
                <a:cubicBezTo>
                  <a:pt x="103398" y="14761"/>
                  <a:pt x="103149" y="14686"/>
                  <a:pt x="102900" y="14661"/>
                </a:cubicBezTo>
                <a:cubicBezTo>
                  <a:pt x="102850" y="14661"/>
                  <a:pt x="102751" y="14636"/>
                  <a:pt x="102676" y="14636"/>
                </a:cubicBezTo>
                <a:cubicBezTo>
                  <a:pt x="102402" y="14562"/>
                  <a:pt x="102153" y="14512"/>
                  <a:pt x="101880" y="14462"/>
                </a:cubicBezTo>
                <a:cubicBezTo>
                  <a:pt x="101780" y="14437"/>
                  <a:pt x="101680" y="14437"/>
                  <a:pt x="101606" y="14437"/>
                </a:cubicBezTo>
                <a:cubicBezTo>
                  <a:pt x="101357" y="14412"/>
                  <a:pt x="101108" y="14337"/>
                  <a:pt x="100859" y="14313"/>
                </a:cubicBezTo>
                <a:cubicBezTo>
                  <a:pt x="100735" y="14288"/>
                  <a:pt x="100610" y="14288"/>
                  <a:pt x="100486" y="14288"/>
                </a:cubicBezTo>
                <a:cubicBezTo>
                  <a:pt x="100262" y="14263"/>
                  <a:pt x="100038" y="14213"/>
                  <a:pt x="99789" y="14213"/>
                </a:cubicBezTo>
                <a:lnTo>
                  <a:pt x="99565" y="14213"/>
                </a:lnTo>
                <a:cubicBezTo>
                  <a:pt x="98377" y="14097"/>
                  <a:pt x="97138" y="14032"/>
                  <a:pt x="95864" y="14032"/>
                </a:cubicBezTo>
                <a:cubicBezTo>
                  <a:pt x="94949" y="14032"/>
                  <a:pt x="94015" y="14066"/>
                  <a:pt x="93068" y="14138"/>
                </a:cubicBezTo>
                <a:cubicBezTo>
                  <a:pt x="92023" y="10479"/>
                  <a:pt x="90031" y="7542"/>
                  <a:pt x="87219" y="5451"/>
                </a:cubicBezTo>
                <a:cubicBezTo>
                  <a:pt x="87318" y="5451"/>
                  <a:pt x="87418" y="5427"/>
                  <a:pt x="87542" y="5427"/>
                </a:cubicBezTo>
                <a:lnTo>
                  <a:pt x="88563" y="5327"/>
                </a:lnTo>
                <a:cubicBezTo>
                  <a:pt x="89309" y="5302"/>
                  <a:pt x="90056" y="5252"/>
                  <a:pt x="90778" y="5252"/>
                </a:cubicBezTo>
                <a:close/>
                <a:moveTo>
                  <a:pt x="48115" y="10056"/>
                </a:moveTo>
                <a:cubicBezTo>
                  <a:pt x="46173" y="11176"/>
                  <a:pt x="43609" y="12769"/>
                  <a:pt x="41867" y="13964"/>
                </a:cubicBezTo>
                <a:cubicBezTo>
                  <a:pt x="41444" y="14263"/>
                  <a:pt x="41046" y="14537"/>
                  <a:pt x="40573" y="14885"/>
                </a:cubicBezTo>
                <a:lnTo>
                  <a:pt x="40448" y="14885"/>
                </a:lnTo>
                <a:cubicBezTo>
                  <a:pt x="41892" y="13889"/>
                  <a:pt x="43311" y="12944"/>
                  <a:pt x="44729" y="12048"/>
                </a:cubicBezTo>
                <a:cubicBezTo>
                  <a:pt x="45153" y="11774"/>
                  <a:pt x="45601" y="11525"/>
                  <a:pt x="45999" y="11276"/>
                </a:cubicBezTo>
                <a:cubicBezTo>
                  <a:pt x="46721" y="10828"/>
                  <a:pt x="47393" y="10430"/>
                  <a:pt x="48115" y="10056"/>
                </a:cubicBezTo>
                <a:close/>
                <a:moveTo>
                  <a:pt x="98942" y="6248"/>
                </a:moveTo>
                <a:cubicBezTo>
                  <a:pt x="99017" y="6298"/>
                  <a:pt x="99042" y="6323"/>
                  <a:pt x="99067" y="6323"/>
                </a:cubicBezTo>
                <a:cubicBezTo>
                  <a:pt x="101357" y="8588"/>
                  <a:pt x="102975" y="11450"/>
                  <a:pt x="103896" y="14885"/>
                </a:cubicBezTo>
                <a:cubicBezTo>
                  <a:pt x="103871" y="14885"/>
                  <a:pt x="103846" y="14885"/>
                  <a:pt x="103846" y="14835"/>
                </a:cubicBezTo>
                <a:cubicBezTo>
                  <a:pt x="102900" y="11400"/>
                  <a:pt x="101257" y="8538"/>
                  <a:pt x="98942" y="6248"/>
                </a:cubicBezTo>
                <a:close/>
                <a:moveTo>
                  <a:pt x="99440" y="6472"/>
                </a:moveTo>
                <a:lnTo>
                  <a:pt x="99440" y="6472"/>
                </a:lnTo>
                <a:cubicBezTo>
                  <a:pt x="99540" y="6497"/>
                  <a:pt x="99614" y="6522"/>
                  <a:pt x="99689" y="6522"/>
                </a:cubicBezTo>
                <a:cubicBezTo>
                  <a:pt x="99888" y="6596"/>
                  <a:pt x="100112" y="6646"/>
                  <a:pt x="100311" y="6721"/>
                </a:cubicBezTo>
                <a:cubicBezTo>
                  <a:pt x="100386" y="6721"/>
                  <a:pt x="100436" y="6746"/>
                  <a:pt x="100535" y="6796"/>
                </a:cubicBezTo>
                <a:cubicBezTo>
                  <a:pt x="102776" y="9110"/>
                  <a:pt x="104269" y="12048"/>
                  <a:pt x="105090" y="15209"/>
                </a:cubicBezTo>
                <a:cubicBezTo>
                  <a:pt x="105016" y="15184"/>
                  <a:pt x="104991" y="15184"/>
                  <a:pt x="104916" y="15184"/>
                </a:cubicBezTo>
                <a:cubicBezTo>
                  <a:pt x="104866" y="15184"/>
                  <a:pt x="104842" y="15159"/>
                  <a:pt x="104767" y="15159"/>
                </a:cubicBezTo>
                <a:lnTo>
                  <a:pt x="104120" y="14960"/>
                </a:lnTo>
                <a:cubicBezTo>
                  <a:pt x="103224" y="11575"/>
                  <a:pt x="101631" y="8712"/>
                  <a:pt x="99440" y="6472"/>
                </a:cubicBezTo>
                <a:close/>
                <a:moveTo>
                  <a:pt x="100909" y="6920"/>
                </a:moveTo>
                <a:cubicBezTo>
                  <a:pt x="100934" y="6945"/>
                  <a:pt x="101008" y="6945"/>
                  <a:pt x="101033" y="6970"/>
                </a:cubicBezTo>
                <a:cubicBezTo>
                  <a:pt x="103149" y="9310"/>
                  <a:pt x="104543" y="12172"/>
                  <a:pt x="105339" y="15308"/>
                </a:cubicBezTo>
                <a:cubicBezTo>
                  <a:pt x="105290" y="15308"/>
                  <a:pt x="105290" y="15308"/>
                  <a:pt x="105265" y="15283"/>
                </a:cubicBezTo>
                <a:cubicBezTo>
                  <a:pt x="104493" y="12147"/>
                  <a:pt x="103049" y="9235"/>
                  <a:pt x="100909" y="6920"/>
                </a:cubicBezTo>
                <a:close/>
                <a:moveTo>
                  <a:pt x="67530" y="8961"/>
                </a:moveTo>
                <a:cubicBezTo>
                  <a:pt x="68077" y="8961"/>
                  <a:pt x="68650" y="8986"/>
                  <a:pt x="69173" y="9011"/>
                </a:cubicBezTo>
                <a:lnTo>
                  <a:pt x="69272" y="9011"/>
                </a:lnTo>
                <a:cubicBezTo>
                  <a:pt x="69397" y="9011"/>
                  <a:pt x="69521" y="9061"/>
                  <a:pt x="69621" y="9061"/>
                </a:cubicBezTo>
                <a:cubicBezTo>
                  <a:pt x="69745" y="9061"/>
                  <a:pt x="69820" y="9085"/>
                  <a:pt x="69944" y="9085"/>
                </a:cubicBezTo>
                <a:cubicBezTo>
                  <a:pt x="70118" y="9110"/>
                  <a:pt x="70268" y="9110"/>
                  <a:pt x="70417" y="9160"/>
                </a:cubicBezTo>
                <a:cubicBezTo>
                  <a:pt x="66310" y="10803"/>
                  <a:pt x="62103" y="12844"/>
                  <a:pt x="57847" y="15333"/>
                </a:cubicBezTo>
                <a:cubicBezTo>
                  <a:pt x="58046" y="13541"/>
                  <a:pt x="58420" y="11799"/>
                  <a:pt x="58967" y="10206"/>
                </a:cubicBezTo>
                <a:cubicBezTo>
                  <a:pt x="60560" y="9807"/>
                  <a:pt x="62079" y="9484"/>
                  <a:pt x="63547" y="9285"/>
                </a:cubicBezTo>
                <a:cubicBezTo>
                  <a:pt x="63572" y="9285"/>
                  <a:pt x="63647" y="9285"/>
                  <a:pt x="63672" y="9235"/>
                </a:cubicBezTo>
                <a:lnTo>
                  <a:pt x="63746" y="9235"/>
                </a:lnTo>
                <a:cubicBezTo>
                  <a:pt x="64095" y="9185"/>
                  <a:pt x="64443" y="9160"/>
                  <a:pt x="64792" y="9110"/>
                </a:cubicBezTo>
                <a:cubicBezTo>
                  <a:pt x="64991" y="9085"/>
                  <a:pt x="65190" y="9085"/>
                  <a:pt x="65414" y="9061"/>
                </a:cubicBezTo>
                <a:cubicBezTo>
                  <a:pt x="65663" y="9011"/>
                  <a:pt x="65862" y="9011"/>
                  <a:pt x="66136" y="8986"/>
                </a:cubicBezTo>
                <a:cubicBezTo>
                  <a:pt x="66584" y="8961"/>
                  <a:pt x="67057" y="8961"/>
                  <a:pt x="67530" y="8961"/>
                </a:cubicBezTo>
                <a:close/>
                <a:moveTo>
                  <a:pt x="40274" y="15084"/>
                </a:moveTo>
                <a:lnTo>
                  <a:pt x="40000" y="15283"/>
                </a:lnTo>
                <a:cubicBezTo>
                  <a:pt x="39950" y="15308"/>
                  <a:pt x="39901" y="15333"/>
                  <a:pt x="39876" y="15383"/>
                </a:cubicBezTo>
                <a:lnTo>
                  <a:pt x="39876" y="15333"/>
                </a:lnTo>
                <a:cubicBezTo>
                  <a:pt x="39876" y="15283"/>
                  <a:pt x="39926" y="15258"/>
                  <a:pt x="40000" y="15209"/>
                </a:cubicBezTo>
                <a:cubicBezTo>
                  <a:pt x="40025" y="15209"/>
                  <a:pt x="40025" y="15184"/>
                  <a:pt x="40050" y="15184"/>
                </a:cubicBezTo>
                <a:cubicBezTo>
                  <a:pt x="40075" y="15184"/>
                  <a:pt x="40100" y="15159"/>
                  <a:pt x="40150" y="15159"/>
                </a:cubicBezTo>
                <a:cubicBezTo>
                  <a:pt x="40174" y="15134"/>
                  <a:pt x="40199" y="15134"/>
                  <a:pt x="40274" y="15084"/>
                </a:cubicBezTo>
                <a:close/>
                <a:moveTo>
                  <a:pt x="110591" y="14163"/>
                </a:moveTo>
                <a:lnTo>
                  <a:pt x="110591" y="14163"/>
                </a:lnTo>
                <a:cubicBezTo>
                  <a:pt x="110741" y="14412"/>
                  <a:pt x="110890" y="14636"/>
                  <a:pt x="111064" y="14810"/>
                </a:cubicBezTo>
                <a:cubicBezTo>
                  <a:pt x="111201" y="15021"/>
                  <a:pt x="111347" y="15245"/>
                  <a:pt x="111496" y="15472"/>
                </a:cubicBezTo>
                <a:lnTo>
                  <a:pt x="111496" y="15472"/>
                </a:lnTo>
                <a:cubicBezTo>
                  <a:pt x="111250" y="15117"/>
                  <a:pt x="111073" y="14883"/>
                  <a:pt x="111015" y="14810"/>
                </a:cubicBezTo>
                <a:cubicBezTo>
                  <a:pt x="110965" y="14761"/>
                  <a:pt x="110940" y="14686"/>
                  <a:pt x="110865" y="14636"/>
                </a:cubicBezTo>
                <a:cubicBezTo>
                  <a:pt x="110840" y="14562"/>
                  <a:pt x="110766" y="14512"/>
                  <a:pt x="110741" y="14412"/>
                </a:cubicBezTo>
                <a:cubicBezTo>
                  <a:pt x="110741" y="14412"/>
                  <a:pt x="110741" y="14387"/>
                  <a:pt x="110716" y="14387"/>
                </a:cubicBezTo>
                <a:cubicBezTo>
                  <a:pt x="110691" y="14337"/>
                  <a:pt x="110691" y="14313"/>
                  <a:pt x="110641" y="14288"/>
                </a:cubicBezTo>
                <a:cubicBezTo>
                  <a:pt x="110616" y="14263"/>
                  <a:pt x="110591" y="14188"/>
                  <a:pt x="110591" y="14163"/>
                </a:cubicBezTo>
                <a:close/>
                <a:moveTo>
                  <a:pt x="58738" y="10296"/>
                </a:moveTo>
                <a:lnTo>
                  <a:pt x="58738" y="10296"/>
                </a:lnTo>
                <a:cubicBezTo>
                  <a:pt x="58193" y="11934"/>
                  <a:pt x="57822" y="13671"/>
                  <a:pt x="57623" y="15507"/>
                </a:cubicBezTo>
                <a:cubicBezTo>
                  <a:pt x="57598" y="15507"/>
                  <a:pt x="57598" y="15532"/>
                  <a:pt x="57573" y="15532"/>
                </a:cubicBezTo>
                <a:cubicBezTo>
                  <a:pt x="57748" y="13690"/>
                  <a:pt x="58096" y="11948"/>
                  <a:pt x="58693" y="10305"/>
                </a:cubicBezTo>
                <a:cubicBezTo>
                  <a:pt x="58711" y="10305"/>
                  <a:pt x="58730" y="10305"/>
                  <a:pt x="58738" y="10296"/>
                </a:cubicBezTo>
                <a:close/>
                <a:moveTo>
                  <a:pt x="39677" y="15458"/>
                </a:moveTo>
                <a:lnTo>
                  <a:pt x="39677" y="15507"/>
                </a:lnTo>
                <a:cubicBezTo>
                  <a:pt x="39627" y="15532"/>
                  <a:pt x="39577" y="15557"/>
                  <a:pt x="39527" y="15582"/>
                </a:cubicBezTo>
                <a:cubicBezTo>
                  <a:pt x="39552" y="15557"/>
                  <a:pt x="39552" y="15557"/>
                  <a:pt x="39577" y="15557"/>
                </a:cubicBezTo>
                <a:lnTo>
                  <a:pt x="39677" y="15458"/>
                </a:lnTo>
                <a:close/>
                <a:moveTo>
                  <a:pt x="62452" y="4082"/>
                </a:moveTo>
                <a:lnTo>
                  <a:pt x="62452" y="4082"/>
                </a:lnTo>
                <a:cubicBezTo>
                  <a:pt x="61954" y="4481"/>
                  <a:pt x="61506" y="4954"/>
                  <a:pt x="61083" y="5476"/>
                </a:cubicBezTo>
                <a:cubicBezTo>
                  <a:pt x="55209" y="8015"/>
                  <a:pt x="49210" y="11450"/>
                  <a:pt x="43286" y="15657"/>
                </a:cubicBezTo>
                <a:cubicBezTo>
                  <a:pt x="42390" y="15159"/>
                  <a:pt x="41618" y="14885"/>
                  <a:pt x="40946" y="14835"/>
                </a:cubicBezTo>
                <a:cubicBezTo>
                  <a:pt x="48239" y="9782"/>
                  <a:pt x="55632" y="6123"/>
                  <a:pt x="62452" y="4082"/>
                </a:cubicBezTo>
                <a:close/>
                <a:moveTo>
                  <a:pt x="70915" y="9235"/>
                </a:moveTo>
                <a:cubicBezTo>
                  <a:pt x="66659" y="10927"/>
                  <a:pt x="62228" y="13068"/>
                  <a:pt x="57822" y="15682"/>
                </a:cubicBezTo>
                <a:lnTo>
                  <a:pt x="57822" y="15632"/>
                </a:lnTo>
                <a:cubicBezTo>
                  <a:pt x="62178" y="13068"/>
                  <a:pt x="66534" y="10927"/>
                  <a:pt x="70815" y="9235"/>
                </a:cubicBezTo>
                <a:close/>
                <a:moveTo>
                  <a:pt x="86571" y="5451"/>
                </a:moveTo>
                <a:cubicBezTo>
                  <a:pt x="89484" y="7468"/>
                  <a:pt x="91550" y="10430"/>
                  <a:pt x="92645" y="14089"/>
                </a:cubicBezTo>
                <a:cubicBezTo>
                  <a:pt x="89832" y="14337"/>
                  <a:pt x="86845" y="14885"/>
                  <a:pt x="83759" y="15706"/>
                </a:cubicBezTo>
                <a:cubicBezTo>
                  <a:pt x="82390" y="12421"/>
                  <a:pt x="80573" y="9434"/>
                  <a:pt x="78283" y="6995"/>
                </a:cubicBezTo>
                <a:cubicBezTo>
                  <a:pt x="79477" y="6696"/>
                  <a:pt x="80622" y="6422"/>
                  <a:pt x="81767" y="6173"/>
                </a:cubicBezTo>
                <a:cubicBezTo>
                  <a:pt x="81892" y="6123"/>
                  <a:pt x="81991" y="6123"/>
                  <a:pt x="82116" y="6099"/>
                </a:cubicBezTo>
                <a:cubicBezTo>
                  <a:pt x="82763" y="5974"/>
                  <a:pt x="83410" y="5850"/>
                  <a:pt x="84033" y="5750"/>
                </a:cubicBezTo>
                <a:cubicBezTo>
                  <a:pt x="84306" y="5725"/>
                  <a:pt x="84555" y="5700"/>
                  <a:pt x="84829" y="5675"/>
                </a:cubicBezTo>
                <a:cubicBezTo>
                  <a:pt x="85327" y="5601"/>
                  <a:pt x="85825" y="5501"/>
                  <a:pt x="86323" y="5476"/>
                </a:cubicBezTo>
                <a:cubicBezTo>
                  <a:pt x="86422" y="5451"/>
                  <a:pt x="86472" y="5451"/>
                  <a:pt x="86571" y="5451"/>
                </a:cubicBezTo>
                <a:close/>
                <a:moveTo>
                  <a:pt x="60834" y="5750"/>
                </a:moveTo>
                <a:lnTo>
                  <a:pt x="60834" y="5750"/>
                </a:lnTo>
                <a:cubicBezTo>
                  <a:pt x="60809" y="5825"/>
                  <a:pt x="60784" y="5875"/>
                  <a:pt x="60734" y="5924"/>
                </a:cubicBezTo>
                <a:cubicBezTo>
                  <a:pt x="55109" y="8389"/>
                  <a:pt x="49285" y="11699"/>
                  <a:pt x="43535" y="15781"/>
                </a:cubicBezTo>
                <a:cubicBezTo>
                  <a:pt x="43510" y="15781"/>
                  <a:pt x="43510" y="15756"/>
                  <a:pt x="43460" y="15756"/>
                </a:cubicBezTo>
                <a:cubicBezTo>
                  <a:pt x="49235" y="11674"/>
                  <a:pt x="55109" y="8289"/>
                  <a:pt x="60834" y="5750"/>
                </a:cubicBezTo>
                <a:close/>
                <a:moveTo>
                  <a:pt x="40921" y="15034"/>
                </a:moveTo>
                <a:cubicBezTo>
                  <a:pt x="41046" y="15034"/>
                  <a:pt x="41170" y="15059"/>
                  <a:pt x="41319" y="15059"/>
                </a:cubicBezTo>
                <a:cubicBezTo>
                  <a:pt x="41867" y="15184"/>
                  <a:pt x="42440" y="15408"/>
                  <a:pt x="43112" y="15781"/>
                </a:cubicBezTo>
                <a:lnTo>
                  <a:pt x="43062" y="15806"/>
                </a:lnTo>
                <a:cubicBezTo>
                  <a:pt x="43012" y="15781"/>
                  <a:pt x="42987" y="15756"/>
                  <a:pt x="42912" y="15706"/>
                </a:cubicBezTo>
                <a:cubicBezTo>
                  <a:pt x="42863" y="15682"/>
                  <a:pt x="42813" y="15657"/>
                  <a:pt x="42763" y="15657"/>
                </a:cubicBezTo>
                <a:cubicBezTo>
                  <a:pt x="42664" y="15632"/>
                  <a:pt x="42564" y="15557"/>
                  <a:pt x="42489" y="15532"/>
                </a:cubicBezTo>
                <a:cubicBezTo>
                  <a:pt x="42415" y="15507"/>
                  <a:pt x="42365" y="15458"/>
                  <a:pt x="42265" y="15433"/>
                </a:cubicBezTo>
                <a:cubicBezTo>
                  <a:pt x="42191" y="15408"/>
                  <a:pt x="42141" y="15383"/>
                  <a:pt x="42066" y="15383"/>
                </a:cubicBezTo>
                <a:cubicBezTo>
                  <a:pt x="41991" y="15333"/>
                  <a:pt x="41917" y="15308"/>
                  <a:pt x="41867" y="15283"/>
                </a:cubicBezTo>
                <a:cubicBezTo>
                  <a:pt x="41792" y="15258"/>
                  <a:pt x="41767" y="15258"/>
                  <a:pt x="41693" y="15209"/>
                </a:cubicBezTo>
                <a:cubicBezTo>
                  <a:pt x="41643" y="15184"/>
                  <a:pt x="41543" y="15159"/>
                  <a:pt x="41494" y="15159"/>
                </a:cubicBezTo>
                <a:cubicBezTo>
                  <a:pt x="41419" y="15159"/>
                  <a:pt x="41369" y="15134"/>
                  <a:pt x="41295" y="15134"/>
                </a:cubicBezTo>
                <a:cubicBezTo>
                  <a:pt x="41245" y="15134"/>
                  <a:pt x="41170" y="15084"/>
                  <a:pt x="41120" y="15084"/>
                </a:cubicBezTo>
                <a:cubicBezTo>
                  <a:pt x="40996" y="15084"/>
                  <a:pt x="40896" y="15059"/>
                  <a:pt x="40772" y="15059"/>
                </a:cubicBezTo>
                <a:cubicBezTo>
                  <a:pt x="40697" y="15059"/>
                  <a:pt x="40647" y="15059"/>
                  <a:pt x="40573" y="15084"/>
                </a:cubicBezTo>
                <a:cubicBezTo>
                  <a:pt x="40622" y="15059"/>
                  <a:pt x="40647" y="15059"/>
                  <a:pt x="40672" y="15034"/>
                </a:cubicBezTo>
                <a:close/>
                <a:moveTo>
                  <a:pt x="78084" y="7069"/>
                </a:moveTo>
                <a:cubicBezTo>
                  <a:pt x="80374" y="9459"/>
                  <a:pt x="82216" y="12471"/>
                  <a:pt x="83585" y="15781"/>
                </a:cubicBezTo>
                <a:cubicBezTo>
                  <a:pt x="83560" y="15781"/>
                  <a:pt x="83560" y="15781"/>
                  <a:pt x="83510" y="15806"/>
                </a:cubicBezTo>
                <a:cubicBezTo>
                  <a:pt x="82141" y="12520"/>
                  <a:pt x="80324" y="9534"/>
                  <a:pt x="78009" y="7094"/>
                </a:cubicBezTo>
                <a:cubicBezTo>
                  <a:pt x="78034" y="7094"/>
                  <a:pt x="78034" y="7094"/>
                  <a:pt x="78084" y="7069"/>
                </a:cubicBezTo>
                <a:close/>
                <a:moveTo>
                  <a:pt x="57623" y="15756"/>
                </a:moveTo>
                <a:lnTo>
                  <a:pt x="57623" y="15806"/>
                </a:lnTo>
                <a:cubicBezTo>
                  <a:pt x="57598" y="15806"/>
                  <a:pt x="57598" y="15831"/>
                  <a:pt x="57573" y="15831"/>
                </a:cubicBezTo>
                <a:lnTo>
                  <a:pt x="57573" y="15781"/>
                </a:lnTo>
                <a:cubicBezTo>
                  <a:pt x="57598" y="15781"/>
                  <a:pt x="57598" y="15756"/>
                  <a:pt x="57623" y="15756"/>
                </a:cubicBezTo>
                <a:close/>
                <a:moveTo>
                  <a:pt x="92695" y="14288"/>
                </a:moveTo>
                <a:cubicBezTo>
                  <a:pt x="92695" y="14313"/>
                  <a:pt x="92720" y="14337"/>
                  <a:pt x="92720" y="14387"/>
                </a:cubicBezTo>
                <a:cubicBezTo>
                  <a:pt x="89907" y="14636"/>
                  <a:pt x="86945" y="15159"/>
                  <a:pt x="83858" y="16005"/>
                </a:cubicBezTo>
                <a:cubicBezTo>
                  <a:pt x="83858" y="15955"/>
                  <a:pt x="83833" y="15931"/>
                  <a:pt x="83833" y="15906"/>
                </a:cubicBezTo>
                <a:cubicBezTo>
                  <a:pt x="86895" y="15059"/>
                  <a:pt x="89907" y="14537"/>
                  <a:pt x="92695" y="14288"/>
                </a:cubicBezTo>
                <a:close/>
                <a:moveTo>
                  <a:pt x="110635" y="14700"/>
                </a:moveTo>
                <a:cubicBezTo>
                  <a:pt x="110653" y="14721"/>
                  <a:pt x="110672" y="14742"/>
                  <a:pt x="110691" y="14761"/>
                </a:cubicBezTo>
                <a:cubicBezTo>
                  <a:pt x="110766" y="14885"/>
                  <a:pt x="110840" y="15010"/>
                  <a:pt x="110940" y="15159"/>
                </a:cubicBezTo>
                <a:cubicBezTo>
                  <a:pt x="111073" y="15425"/>
                  <a:pt x="111206" y="15712"/>
                  <a:pt x="111340" y="16018"/>
                </a:cubicBezTo>
                <a:lnTo>
                  <a:pt x="111340" y="16018"/>
                </a:lnTo>
                <a:cubicBezTo>
                  <a:pt x="111306" y="15954"/>
                  <a:pt x="111272" y="15892"/>
                  <a:pt x="111239" y="15831"/>
                </a:cubicBezTo>
                <a:cubicBezTo>
                  <a:pt x="111089" y="15557"/>
                  <a:pt x="110965" y="15283"/>
                  <a:pt x="110815" y="15010"/>
                </a:cubicBezTo>
                <a:cubicBezTo>
                  <a:pt x="110755" y="14902"/>
                  <a:pt x="110695" y="14799"/>
                  <a:pt x="110635" y="14700"/>
                </a:cubicBezTo>
                <a:close/>
                <a:moveTo>
                  <a:pt x="83634" y="15955"/>
                </a:moveTo>
                <a:cubicBezTo>
                  <a:pt x="83634" y="16005"/>
                  <a:pt x="83684" y="16030"/>
                  <a:pt x="83684" y="16055"/>
                </a:cubicBezTo>
                <a:cubicBezTo>
                  <a:pt x="83634" y="16055"/>
                  <a:pt x="83634" y="16055"/>
                  <a:pt x="83609" y="16080"/>
                </a:cubicBezTo>
                <a:cubicBezTo>
                  <a:pt x="83609" y="16030"/>
                  <a:pt x="83609" y="16005"/>
                  <a:pt x="83585" y="15955"/>
                </a:cubicBezTo>
                <a:close/>
                <a:moveTo>
                  <a:pt x="60486" y="6223"/>
                </a:moveTo>
                <a:lnTo>
                  <a:pt x="60486" y="6223"/>
                </a:lnTo>
                <a:cubicBezTo>
                  <a:pt x="59789" y="7244"/>
                  <a:pt x="59166" y="8488"/>
                  <a:pt x="58619" y="9857"/>
                </a:cubicBezTo>
                <a:cubicBezTo>
                  <a:pt x="57847" y="10081"/>
                  <a:pt x="57051" y="10330"/>
                  <a:pt x="56229" y="10604"/>
                </a:cubicBezTo>
                <a:cubicBezTo>
                  <a:pt x="55433" y="10903"/>
                  <a:pt x="54611" y="11176"/>
                  <a:pt x="53815" y="11525"/>
                </a:cubicBezTo>
                <a:cubicBezTo>
                  <a:pt x="52520" y="12023"/>
                  <a:pt x="51201" y="12645"/>
                  <a:pt x="49882" y="13267"/>
                </a:cubicBezTo>
                <a:cubicBezTo>
                  <a:pt x="49708" y="13342"/>
                  <a:pt x="49484" y="13441"/>
                  <a:pt x="49285" y="13541"/>
                </a:cubicBezTo>
                <a:cubicBezTo>
                  <a:pt x="49260" y="13541"/>
                  <a:pt x="49260" y="13566"/>
                  <a:pt x="49235" y="13566"/>
                </a:cubicBezTo>
                <a:cubicBezTo>
                  <a:pt x="48861" y="13765"/>
                  <a:pt x="48463" y="13939"/>
                  <a:pt x="48090" y="14163"/>
                </a:cubicBezTo>
                <a:cubicBezTo>
                  <a:pt x="48040" y="14163"/>
                  <a:pt x="48040" y="14188"/>
                  <a:pt x="48015" y="14188"/>
                </a:cubicBezTo>
                <a:cubicBezTo>
                  <a:pt x="47916" y="14263"/>
                  <a:pt x="47841" y="14313"/>
                  <a:pt x="47741" y="14337"/>
                </a:cubicBezTo>
                <a:cubicBezTo>
                  <a:pt x="47169" y="14636"/>
                  <a:pt x="46646" y="14935"/>
                  <a:pt x="46099" y="15258"/>
                </a:cubicBezTo>
                <a:cubicBezTo>
                  <a:pt x="45899" y="15333"/>
                  <a:pt x="45750" y="15433"/>
                  <a:pt x="45551" y="15532"/>
                </a:cubicBezTo>
                <a:cubicBezTo>
                  <a:pt x="45227" y="15706"/>
                  <a:pt x="44904" y="15931"/>
                  <a:pt x="44555" y="16105"/>
                </a:cubicBezTo>
                <a:cubicBezTo>
                  <a:pt x="44481" y="16179"/>
                  <a:pt x="44381" y="16204"/>
                  <a:pt x="44281" y="16279"/>
                </a:cubicBezTo>
                <a:cubicBezTo>
                  <a:pt x="44107" y="16155"/>
                  <a:pt x="43883" y="16030"/>
                  <a:pt x="43684" y="15906"/>
                </a:cubicBezTo>
                <a:cubicBezTo>
                  <a:pt x="49334" y="11923"/>
                  <a:pt x="54985" y="8687"/>
                  <a:pt x="60486" y="6223"/>
                </a:cubicBezTo>
                <a:close/>
                <a:moveTo>
                  <a:pt x="92844" y="14761"/>
                </a:moveTo>
                <a:lnTo>
                  <a:pt x="92844" y="14786"/>
                </a:lnTo>
                <a:lnTo>
                  <a:pt x="92844" y="14810"/>
                </a:lnTo>
                <a:cubicBezTo>
                  <a:pt x="92670" y="14810"/>
                  <a:pt x="92545" y="14835"/>
                  <a:pt x="92396" y="14885"/>
                </a:cubicBezTo>
                <a:cubicBezTo>
                  <a:pt x="92147" y="14935"/>
                  <a:pt x="91898" y="14960"/>
                  <a:pt x="91649" y="15034"/>
                </a:cubicBezTo>
                <a:cubicBezTo>
                  <a:pt x="91276" y="15134"/>
                  <a:pt x="90903" y="15209"/>
                  <a:pt x="90529" y="15333"/>
                </a:cubicBezTo>
                <a:cubicBezTo>
                  <a:pt x="90230" y="15408"/>
                  <a:pt x="89957" y="15507"/>
                  <a:pt x="89683" y="15557"/>
                </a:cubicBezTo>
                <a:cubicBezTo>
                  <a:pt x="89334" y="15657"/>
                  <a:pt x="89036" y="15806"/>
                  <a:pt x="88687" y="15906"/>
                </a:cubicBezTo>
                <a:cubicBezTo>
                  <a:pt x="88364" y="16005"/>
                  <a:pt x="88090" y="16130"/>
                  <a:pt x="87791" y="16204"/>
                </a:cubicBezTo>
                <a:cubicBezTo>
                  <a:pt x="87722" y="16231"/>
                  <a:pt x="87656" y="16257"/>
                  <a:pt x="87591" y="16284"/>
                </a:cubicBezTo>
                <a:lnTo>
                  <a:pt x="87591" y="16284"/>
                </a:lnTo>
                <a:cubicBezTo>
                  <a:pt x="87673" y="16248"/>
                  <a:pt x="87756" y="16213"/>
                  <a:pt x="87841" y="16179"/>
                </a:cubicBezTo>
                <a:lnTo>
                  <a:pt x="88588" y="15906"/>
                </a:lnTo>
                <a:cubicBezTo>
                  <a:pt x="88961" y="15781"/>
                  <a:pt x="89334" y="15632"/>
                  <a:pt x="89733" y="15507"/>
                </a:cubicBezTo>
                <a:lnTo>
                  <a:pt x="90479" y="15308"/>
                </a:lnTo>
                <a:cubicBezTo>
                  <a:pt x="90878" y="15184"/>
                  <a:pt x="91301" y="15084"/>
                  <a:pt x="91699" y="14960"/>
                </a:cubicBezTo>
                <a:cubicBezTo>
                  <a:pt x="91948" y="14910"/>
                  <a:pt x="92222" y="14885"/>
                  <a:pt x="92471" y="14810"/>
                </a:cubicBezTo>
                <a:cubicBezTo>
                  <a:pt x="92595" y="14786"/>
                  <a:pt x="92720" y="14761"/>
                  <a:pt x="92844" y="14761"/>
                </a:cubicBezTo>
                <a:close/>
                <a:moveTo>
                  <a:pt x="77835" y="7144"/>
                </a:moveTo>
                <a:cubicBezTo>
                  <a:pt x="80100" y="9558"/>
                  <a:pt x="81967" y="12570"/>
                  <a:pt x="83336" y="15881"/>
                </a:cubicBezTo>
                <a:cubicBezTo>
                  <a:pt x="82813" y="16030"/>
                  <a:pt x="82265" y="16179"/>
                  <a:pt x="81718" y="16329"/>
                </a:cubicBezTo>
                <a:cubicBezTo>
                  <a:pt x="81718" y="16304"/>
                  <a:pt x="81693" y="16304"/>
                  <a:pt x="81693" y="16279"/>
                </a:cubicBezTo>
                <a:cubicBezTo>
                  <a:pt x="81593" y="16080"/>
                  <a:pt x="81519" y="15931"/>
                  <a:pt x="81444" y="15781"/>
                </a:cubicBezTo>
                <a:cubicBezTo>
                  <a:pt x="81394" y="15731"/>
                  <a:pt x="81394" y="15682"/>
                  <a:pt x="81369" y="15657"/>
                </a:cubicBezTo>
                <a:cubicBezTo>
                  <a:pt x="81344" y="15582"/>
                  <a:pt x="81270" y="15482"/>
                  <a:pt x="81245" y="15433"/>
                </a:cubicBezTo>
                <a:lnTo>
                  <a:pt x="80971" y="14960"/>
                </a:lnTo>
                <a:cubicBezTo>
                  <a:pt x="80946" y="14935"/>
                  <a:pt x="80896" y="14860"/>
                  <a:pt x="80871" y="14835"/>
                </a:cubicBezTo>
                <a:cubicBezTo>
                  <a:pt x="80847" y="14810"/>
                  <a:pt x="80847" y="14786"/>
                  <a:pt x="80822" y="14761"/>
                </a:cubicBezTo>
                <a:cubicBezTo>
                  <a:pt x="80747" y="14686"/>
                  <a:pt x="80722" y="14586"/>
                  <a:pt x="80647" y="14537"/>
                </a:cubicBezTo>
                <a:cubicBezTo>
                  <a:pt x="80598" y="14437"/>
                  <a:pt x="80498" y="14337"/>
                  <a:pt x="80448" y="14238"/>
                </a:cubicBezTo>
                <a:cubicBezTo>
                  <a:pt x="80448" y="14238"/>
                  <a:pt x="80448" y="14213"/>
                  <a:pt x="80398" y="14213"/>
                </a:cubicBezTo>
                <a:cubicBezTo>
                  <a:pt x="80274" y="14039"/>
                  <a:pt x="80150" y="13865"/>
                  <a:pt x="80000" y="13690"/>
                </a:cubicBezTo>
                <a:cubicBezTo>
                  <a:pt x="79950" y="13616"/>
                  <a:pt x="79901" y="13566"/>
                  <a:pt x="79851" y="13491"/>
                </a:cubicBezTo>
                <a:cubicBezTo>
                  <a:pt x="79726" y="13342"/>
                  <a:pt x="79602" y="13217"/>
                  <a:pt x="79477" y="13068"/>
                </a:cubicBezTo>
                <a:lnTo>
                  <a:pt x="79378" y="12944"/>
                </a:lnTo>
                <a:lnTo>
                  <a:pt x="79328" y="12869"/>
                </a:lnTo>
                <a:lnTo>
                  <a:pt x="79229" y="12794"/>
                </a:lnTo>
                <a:lnTo>
                  <a:pt x="79204" y="12720"/>
                </a:lnTo>
                <a:lnTo>
                  <a:pt x="79079" y="12595"/>
                </a:lnTo>
                <a:cubicBezTo>
                  <a:pt x="78905" y="12446"/>
                  <a:pt x="78756" y="12296"/>
                  <a:pt x="78581" y="12122"/>
                </a:cubicBezTo>
                <a:cubicBezTo>
                  <a:pt x="78482" y="12048"/>
                  <a:pt x="78357" y="11948"/>
                  <a:pt x="78258" y="11848"/>
                </a:cubicBezTo>
                <a:cubicBezTo>
                  <a:pt x="78059" y="11699"/>
                  <a:pt x="77884" y="11575"/>
                  <a:pt x="77685" y="11425"/>
                </a:cubicBezTo>
                <a:cubicBezTo>
                  <a:pt x="77536" y="11301"/>
                  <a:pt x="77387" y="11201"/>
                  <a:pt x="77188" y="11077"/>
                </a:cubicBezTo>
                <a:cubicBezTo>
                  <a:pt x="76988" y="10952"/>
                  <a:pt x="76789" y="10803"/>
                  <a:pt x="76565" y="10679"/>
                </a:cubicBezTo>
                <a:cubicBezTo>
                  <a:pt x="76416" y="10579"/>
                  <a:pt x="76242" y="10479"/>
                  <a:pt x="76067" y="10405"/>
                </a:cubicBezTo>
                <a:cubicBezTo>
                  <a:pt x="75943" y="10330"/>
                  <a:pt x="75794" y="10230"/>
                  <a:pt x="75669" y="10181"/>
                </a:cubicBezTo>
                <a:cubicBezTo>
                  <a:pt x="75495" y="10081"/>
                  <a:pt x="75296" y="9982"/>
                  <a:pt x="75072" y="9882"/>
                </a:cubicBezTo>
                <a:cubicBezTo>
                  <a:pt x="74947" y="9832"/>
                  <a:pt x="74823" y="9807"/>
                  <a:pt x="74698" y="9733"/>
                </a:cubicBezTo>
                <a:cubicBezTo>
                  <a:pt x="74649" y="9708"/>
                  <a:pt x="74624" y="9708"/>
                  <a:pt x="74549" y="9683"/>
                </a:cubicBezTo>
                <a:cubicBezTo>
                  <a:pt x="75246" y="8936"/>
                  <a:pt x="75968" y="8165"/>
                  <a:pt x="76715" y="7468"/>
                </a:cubicBezTo>
                <a:cubicBezTo>
                  <a:pt x="77063" y="7343"/>
                  <a:pt x="77436" y="7244"/>
                  <a:pt x="77835" y="7144"/>
                </a:cubicBezTo>
                <a:close/>
                <a:moveTo>
                  <a:pt x="58619" y="10031"/>
                </a:moveTo>
                <a:lnTo>
                  <a:pt x="58619" y="10056"/>
                </a:lnTo>
                <a:lnTo>
                  <a:pt x="58619" y="10081"/>
                </a:lnTo>
                <a:cubicBezTo>
                  <a:pt x="58469" y="10181"/>
                  <a:pt x="58370" y="10181"/>
                  <a:pt x="58320" y="10206"/>
                </a:cubicBezTo>
                <a:cubicBezTo>
                  <a:pt x="58121" y="10280"/>
                  <a:pt x="57922" y="10305"/>
                  <a:pt x="57723" y="10355"/>
                </a:cubicBezTo>
                <a:lnTo>
                  <a:pt x="56603" y="10728"/>
                </a:lnTo>
                <a:cubicBezTo>
                  <a:pt x="56379" y="10803"/>
                  <a:pt x="56204" y="10853"/>
                  <a:pt x="55980" y="10927"/>
                </a:cubicBezTo>
                <a:cubicBezTo>
                  <a:pt x="55607" y="11052"/>
                  <a:pt x="55209" y="11201"/>
                  <a:pt x="54810" y="11351"/>
                </a:cubicBezTo>
                <a:cubicBezTo>
                  <a:pt x="54611" y="11425"/>
                  <a:pt x="54387" y="11525"/>
                  <a:pt x="54213" y="11575"/>
                </a:cubicBezTo>
                <a:cubicBezTo>
                  <a:pt x="53815" y="11724"/>
                  <a:pt x="53392" y="11898"/>
                  <a:pt x="53018" y="12072"/>
                </a:cubicBezTo>
                <a:cubicBezTo>
                  <a:pt x="52844" y="12172"/>
                  <a:pt x="52620" y="12222"/>
                  <a:pt x="52446" y="12321"/>
                </a:cubicBezTo>
                <a:cubicBezTo>
                  <a:pt x="52023" y="12471"/>
                  <a:pt x="51649" y="12670"/>
                  <a:pt x="51251" y="12844"/>
                </a:cubicBezTo>
                <a:cubicBezTo>
                  <a:pt x="51027" y="12944"/>
                  <a:pt x="50853" y="13043"/>
                  <a:pt x="50629" y="13143"/>
                </a:cubicBezTo>
                <a:cubicBezTo>
                  <a:pt x="50255" y="13317"/>
                  <a:pt x="49857" y="13516"/>
                  <a:pt x="49484" y="13690"/>
                </a:cubicBezTo>
                <a:cubicBezTo>
                  <a:pt x="49260" y="13790"/>
                  <a:pt x="49036" y="13914"/>
                  <a:pt x="48837" y="14014"/>
                </a:cubicBezTo>
                <a:cubicBezTo>
                  <a:pt x="48463" y="14188"/>
                  <a:pt x="48040" y="14412"/>
                  <a:pt x="47667" y="14636"/>
                </a:cubicBezTo>
                <a:cubicBezTo>
                  <a:pt x="47468" y="14761"/>
                  <a:pt x="47244" y="14835"/>
                  <a:pt x="47019" y="14960"/>
                </a:cubicBezTo>
                <a:cubicBezTo>
                  <a:pt x="46771" y="15084"/>
                  <a:pt x="46522" y="15258"/>
                  <a:pt x="46273" y="15408"/>
                </a:cubicBezTo>
                <a:cubicBezTo>
                  <a:pt x="46099" y="15507"/>
                  <a:pt x="45924" y="15582"/>
                  <a:pt x="45750" y="15706"/>
                </a:cubicBezTo>
                <a:cubicBezTo>
                  <a:pt x="45551" y="15831"/>
                  <a:pt x="45377" y="15931"/>
                  <a:pt x="45178" y="16030"/>
                </a:cubicBezTo>
                <a:cubicBezTo>
                  <a:pt x="45028" y="16130"/>
                  <a:pt x="44904" y="16204"/>
                  <a:pt x="44754" y="16279"/>
                </a:cubicBezTo>
                <a:cubicBezTo>
                  <a:pt x="44680" y="16304"/>
                  <a:pt x="44630" y="16329"/>
                  <a:pt x="44555" y="16403"/>
                </a:cubicBezTo>
                <a:lnTo>
                  <a:pt x="44530" y="16379"/>
                </a:lnTo>
                <a:cubicBezTo>
                  <a:pt x="44530" y="16379"/>
                  <a:pt x="44505" y="16379"/>
                  <a:pt x="44505" y="16329"/>
                </a:cubicBezTo>
                <a:cubicBezTo>
                  <a:pt x="44555" y="16304"/>
                  <a:pt x="44605" y="16279"/>
                  <a:pt x="44655" y="16254"/>
                </a:cubicBezTo>
                <a:cubicBezTo>
                  <a:pt x="44779" y="16155"/>
                  <a:pt x="44929" y="16080"/>
                  <a:pt x="45053" y="16005"/>
                </a:cubicBezTo>
                <a:cubicBezTo>
                  <a:pt x="45277" y="15881"/>
                  <a:pt x="45476" y="15756"/>
                  <a:pt x="45675" y="15632"/>
                </a:cubicBezTo>
                <a:cubicBezTo>
                  <a:pt x="45850" y="15532"/>
                  <a:pt x="45999" y="15433"/>
                  <a:pt x="46173" y="15333"/>
                </a:cubicBezTo>
                <a:lnTo>
                  <a:pt x="46223" y="15333"/>
                </a:lnTo>
                <a:cubicBezTo>
                  <a:pt x="50454" y="12944"/>
                  <a:pt x="54636" y="11151"/>
                  <a:pt x="58619" y="10031"/>
                </a:cubicBezTo>
                <a:close/>
                <a:moveTo>
                  <a:pt x="43510" y="16030"/>
                </a:moveTo>
                <a:cubicBezTo>
                  <a:pt x="43734" y="16130"/>
                  <a:pt x="43908" y="16254"/>
                  <a:pt x="44107" y="16403"/>
                </a:cubicBezTo>
                <a:cubicBezTo>
                  <a:pt x="44057" y="16403"/>
                  <a:pt x="44057" y="16428"/>
                  <a:pt x="44033" y="16428"/>
                </a:cubicBezTo>
                <a:cubicBezTo>
                  <a:pt x="43933" y="16379"/>
                  <a:pt x="43883" y="16329"/>
                  <a:pt x="43809" y="16279"/>
                </a:cubicBezTo>
                <a:lnTo>
                  <a:pt x="43784" y="16279"/>
                </a:lnTo>
                <a:cubicBezTo>
                  <a:pt x="43659" y="16204"/>
                  <a:pt x="43560" y="16155"/>
                  <a:pt x="43435" y="16055"/>
                </a:cubicBezTo>
                <a:cubicBezTo>
                  <a:pt x="43485" y="16055"/>
                  <a:pt x="43485" y="16030"/>
                  <a:pt x="43510" y="16030"/>
                </a:cubicBezTo>
                <a:close/>
                <a:moveTo>
                  <a:pt x="44281" y="16503"/>
                </a:moveTo>
                <a:cubicBezTo>
                  <a:pt x="44306" y="16503"/>
                  <a:pt x="44306" y="16503"/>
                  <a:pt x="44356" y="16528"/>
                </a:cubicBezTo>
                <a:cubicBezTo>
                  <a:pt x="44306" y="16528"/>
                  <a:pt x="44306" y="16553"/>
                  <a:pt x="44281" y="16553"/>
                </a:cubicBezTo>
                <a:lnTo>
                  <a:pt x="44257" y="16553"/>
                </a:lnTo>
                <a:cubicBezTo>
                  <a:pt x="44257" y="16553"/>
                  <a:pt x="44232" y="16553"/>
                  <a:pt x="44232" y="16528"/>
                </a:cubicBezTo>
                <a:cubicBezTo>
                  <a:pt x="44257" y="16528"/>
                  <a:pt x="44257" y="16503"/>
                  <a:pt x="44281" y="16503"/>
                </a:cubicBezTo>
                <a:close/>
                <a:moveTo>
                  <a:pt x="83385" y="16030"/>
                </a:moveTo>
                <a:cubicBezTo>
                  <a:pt x="83385" y="16055"/>
                  <a:pt x="83435" y="16080"/>
                  <a:pt x="83435" y="16105"/>
                </a:cubicBezTo>
                <a:lnTo>
                  <a:pt x="81842" y="16578"/>
                </a:lnTo>
                <a:cubicBezTo>
                  <a:pt x="81842" y="16553"/>
                  <a:pt x="81817" y="16553"/>
                  <a:pt x="81817" y="16553"/>
                </a:cubicBezTo>
                <a:cubicBezTo>
                  <a:pt x="81842" y="16528"/>
                  <a:pt x="81817" y="16503"/>
                  <a:pt x="81817" y="16503"/>
                </a:cubicBezTo>
                <a:lnTo>
                  <a:pt x="83385" y="16030"/>
                </a:lnTo>
                <a:close/>
                <a:moveTo>
                  <a:pt x="92659" y="14538"/>
                </a:moveTo>
                <a:lnTo>
                  <a:pt x="92659" y="14538"/>
                </a:lnTo>
                <a:cubicBezTo>
                  <a:pt x="92628" y="14542"/>
                  <a:pt x="92567" y="14562"/>
                  <a:pt x="92545" y="14562"/>
                </a:cubicBezTo>
                <a:lnTo>
                  <a:pt x="91599" y="14761"/>
                </a:lnTo>
                <a:cubicBezTo>
                  <a:pt x="91276" y="14835"/>
                  <a:pt x="90903" y="14935"/>
                  <a:pt x="90554" y="15034"/>
                </a:cubicBezTo>
                <a:cubicBezTo>
                  <a:pt x="90280" y="15134"/>
                  <a:pt x="89957" y="15184"/>
                  <a:pt x="89683" y="15283"/>
                </a:cubicBezTo>
                <a:lnTo>
                  <a:pt x="88662" y="15657"/>
                </a:lnTo>
                <a:cubicBezTo>
                  <a:pt x="88364" y="15756"/>
                  <a:pt x="88090" y="15831"/>
                  <a:pt x="87816" y="15955"/>
                </a:cubicBezTo>
                <a:cubicBezTo>
                  <a:pt x="87468" y="16080"/>
                  <a:pt x="87169" y="16254"/>
                  <a:pt x="86845" y="16403"/>
                </a:cubicBezTo>
                <a:cubicBezTo>
                  <a:pt x="86571" y="16528"/>
                  <a:pt x="86248" y="16652"/>
                  <a:pt x="85974" y="16777"/>
                </a:cubicBezTo>
                <a:cubicBezTo>
                  <a:pt x="85675" y="16926"/>
                  <a:pt x="85377" y="17075"/>
                  <a:pt x="85078" y="17250"/>
                </a:cubicBezTo>
                <a:cubicBezTo>
                  <a:pt x="84879" y="17324"/>
                  <a:pt x="84680" y="17449"/>
                  <a:pt x="84481" y="17548"/>
                </a:cubicBezTo>
                <a:lnTo>
                  <a:pt x="83933" y="16155"/>
                </a:lnTo>
                <a:cubicBezTo>
                  <a:pt x="86966" y="15309"/>
                  <a:pt x="89899" y="14787"/>
                  <a:pt x="92659" y="14538"/>
                </a:cubicBezTo>
                <a:close/>
                <a:moveTo>
                  <a:pt x="83734" y="16179"/>
                </a:moveTo>
                <a:cubicBezTo>
                  <a:pt x="83958" y="16677"/>
                  <a:pt x="84132" y="17175"/>
                  <a:pt x="84306" y="17648"/>
                </a:cubicBezTo>
                <a:cubicBezTo>
                  <a:pt x="84257" y="17648"/>
                  <a:pt x="84257" y="17673"/>
                  <a:pt x="84232" y="17673"/>
                </a:cubicBezTo>
                <a:cubicBezTo>
                  <a:pt x="84057" y="17175"/>
                  <a:pt x="83858" y="16677"/>
                  <a:pt x="83684" y="16204"/>
                </a:cubicBezTo>
                <a:cubicBezTo>
                  <a:pt x="83709" y="16204"/>
                  <a:pt x="83709" y="16204"/>
                  <a:pt x="83734" y="16179"/>
                </a:cubicBezTo>
                <a:close/>
                <a:moveTo>
                  <a:pt x="111549" y="16427"/>
                </a:moveTo>
                <a:cubicBezTo>
                  <a:pt x="111605" y="16527"/>
                  <a:pt x="111662" y="16627"/>
                  <a:pt x="111711" y="16727"/>
                </a:cubicBezTo>
                <a:cubicBezTo>
                  <a:pt x="111836" y="17026"/>
                  <a:pt x="111960" y="17324"/>
                  <a:pt x="112060" y="17648"/>
                </a:cubicBezTo>
                <a:cubicBezTo>
                  <a:pt x="112075" y="17699"/>
                  <a:pt x="112092" y="17750"/>
                  <a:pt x="112111" y="17802"/>
                </a:cubicBezTo>
                <a:lnTo>
                  <a:pt x="112111" y="17802"/>
                </a:lnTo>
                <a:cubicBezTo>
                  <a:pt x="112061" y="17678"/>
                  <a:pt x="112008" y="17554"/>
                  <a:pt x="111960" y="17424"/>
                </a:cubicBezTo>
                <a:cubicBezTo>
                  <a:pt x="111836" y="17150"/>
                  <a:pt x="111736" y="16827"/>
                  <a:pt x="111612" y="16553"/>
                </a:cubicBezTo>
                <a:cubicBezTo>
                  <a:pt x="111591" y="16511"/>
                  <a:pt x="111570" y="16469"/>
                  <a:pt x="111549" y="16427"/>
                </a:cubicBezTo>
                <a:close/>
                <a:moveTo>
                  <a:pt x="109646" y="17573"/>
                </a:moveTo>
                <a:cubicBezTo>
                  <a:pt x="109769" y="17644"/>
                  <a:pt x="109892" y="17727"/>
                  <a:pt x="110006" y="17813"/>
                </a:cubicBezTo>
                <a:lnTo>
                  <a:pt x="110006" y="17813"/>
                </a:lnTo>
                <a:cubicBezTo>
                  <a:pt x="109889" y="17731"/>
                  <a:pt x="109769" y="17650"/>
                  <a:pt x="109646" y="17573"/>
                </a:cubicBezTo>
                <a:close/>
                <a:moveTo>
                  <a:pt x="87278" y="16426"/>
                </a:moveTo>
                <a:cubicBezTo>
                  <a:pt x="87156" y="16486"/>
                  <a:pt x="87038" y="16552"/>
                  <a:pt x="86920" y="16627"/>
                </a:cubicBezTo>
                <a:cubicBezTo>
                  <a:pt x="86596" y="16777"/>
                  <a:pt x="86298" y="16901"/>
                  <a:pt x="85974" y="17051"/>
                </a:cubicBezTo>
                <a:cubicBezTo>
                  <a:pt x="85700" y="17175"/>
                  <a:pt x="85451" y="17324"/>
                  <a:pt x="85178" y="17499"/>
                </a:cubicBezTo>
                <a:cubicBezTo>
                  <a:pt x="84954" y="17623"/>
                  <a:pt x="84730" y="17698"/>
                  <a:pt x="84555" y="17822"/>
                </a:cubicBezTo>
                <a:lnTo>
                  <a:pt x="84555" y="17797"/>
                </a:lnTo>
                <a:lnTo>
                  <a:pt x="84555" y="17772"/>
                </a:lnTo>
                <a:cubicBezTo>
                  <a:pt x="84730" y="17673"/>
                  <a:pt x="84879" y="17573"/>
                  <a:pt x="85078" y="17499"/>
                </a:cubicBezTo>
                <a:cubicBezTo>
                  <a:pt x="85377" y="17324"/>
                  <a:pt x="85700" y="17150"/>
                  <a:pt x="85999" y="17001"/>
                </a:cubicBezTo>
                <a:cubicBezTo>
                  <a:pt x="86248" y="16876"/>
                  <a:pt x="86547" y="16752"/>
                  <a:pt x="86795" y="16652"/>
                </a:cubicBezTo>
                <a:cubicBezTo>
                  <a:pt x="86951" y="16581"/>
                  <a:pt x="87112" y="16503"/>
                  <a:pt x="87278" y="16426"/>
                </a:cubicBezTo>
                <a:close/>
                <a:moveTo>
                  <a:pt x="84356" y="17872"/>
                </a:moveTo>
                <a:lnTo>
                  <a:pt x="84356" y="17897"/>
                </a:lnTo>
                <a:lnTo>
                  <a:pt x="84356" y="17922"/>
                </a:lnTo>
                <a:cubicBezTo>
                  <a:pt x="84331" y="17922"/>
                  <a:pt x="84331" y="17947"/>
                  <a:pt x="84306" y="17947"/>
                </a:cubicBezTo>
                <a:lnTo>
                  <a:pt x="84306" y="17922"/>
                </a:lnTo>
                <a:lnTo>
                  <a:pt x="84306" y="17897"/>
                </a:lnTo>
                <a:cubicBezTo>
                  <a:pt x="84331" y="17872"/>
                  <a:pt x="84331" y="17872"/>
                  <a:pt x="84356" y="17872"/>
                </a:cubicBezTo>
                <a:close/>
                <a:moveTo>
                  <a:pt x="40772" y="15209"/>
                </a:moveTo>
                <a:cubicBezTo>
                  <a:pt x="40946" y="15209"/>
                  <a:pt x="41170" y="15258"/>
                  <a:pt x="41394" y="15308"/>
                </a:cubicBezTo>
                <a:lnTo>
                  <a:pt x="41419" y="15308"/>
                </a:lnTo>
                <a:cubicBezTo>
                  <a:pt x="41643" y="15383"/>
                  <a:pt x="41892" y="15433"/>
                  <a:pt x="42141" y="15557"/>
                </a:cubicBezTo>
                <a:cubicBezTo>
                  <a:pt x="42390" y="15657"/>
                  <a:pt x="42639" y="15781"/>
                  <a:pt x="42888" y="15931"/>
                </a:cubicBezTo>
                <a:cubicBezTo>
                  <a:pt x="41743" y="16727"/>
                  <a:pt x="40622" y="17573"/>
                  <a:pt x="39527" y="18445"/>
                </a:cubicBezTo>
                <a:cubicBezTo>
                  <a:pt x="39502" y="18370"/>
                  <a:pt x="39502" y="18270"/>
                  <a:pt x="39502" y="18171"/>
                </a:cubicBezTo>
                <a:cubicBezTo>
                  <a:pt x="39502" y="18071"/>
                  <a:pt x="39453" y="17972"/>
                  <a:pt x="39453" y="17897"/>
                </a:cubicBezTo>
                <a:cubicBezTo>
                  <a:pt x="39453" y="17797"/>
                  <a:pt x="39428" y="17698"/>
                  <a:pt x="39428" y="17598"/>
                </a:cubicBezTo>
                <a:lnTo>
                  <a:pt x="39428" y="17399"/>
                </a:lnTo>
                <a:lnTo>
                  <a:pt x="39428" y="17100"/>
                </a:lnTo>
                <a:lnTo>
                  <a:pt x="39428" y="16926"/>
                </a:lnTo>
                <a:cubicBezTo>
                  <a:pt x="39428" y="16827"/>
                  <a:pt x="39428" y="16777"/>
                  <a:pt x="39453" y="16677"/>
                </a:cubicBezTo>
                <a:cubicBezTo>
                  <a:pt x="39453" y="16603"/>
                  <a:pt x="39502" y="16553"/>
                  <a:pt x="39502" y="16478"/>
                </a:cubicBezTo>
                <a:cubicBezTo>
                  <a:pt x="39453" y="16428"/>
                  <a:pt x="39502" y="16329"/>
                  <a:pt x="39502" y="16279"/>
                </a:cubicBezTo>
                <a:cubicBezTo>
                  <a:pt x="39527" y="16204"/>
                  <a:pt x="39527" y="16155"/>
                  <a:pt x="39552" y="16080"/>
                </a:cubicBezTo>
                <a:cubicBezTo>
                  <a:pt x="39577" y="16030"/>
                  <a:pt x="39577" y="16005"/>
                  <a:pt x="39602" y="15931"/>
                </a:cubicBezTo>
                <a:cubicBezTo>
                  <a:pt x="39652" y="15831"/>
                  <a:pt x="39701" y="15756"/>
                  <a:pt x="39776" y="15657"/>
                </a:cubicBezTo>
                <a:lnTo>
                  <a:pt x="39901" y="15532"/>
                </a:lnTo>
                <a:cubicBezTo>
                  <a:pt x="40000" y="15458"/>
                  <a:pt x="40075" y="15408"/>
                  <a:pt x="40150" y="15333"/>
                </a:cubicBezTo>
                <a:cubicBezTo>
                  <a:pt x="40324" y="15258"/>
                  <a:pt x="40523" y="15209"/>
                  <a:pt x="40772" y="15209"/>
                </a:cubicBezTo>
                <a:close/>
                <a:moveTo>
                  <a:pt x="39428" y="15906"/>
                </a:moveTo>
                <a:cubicBezTo>
                  <a:pt x="39403" y="15931"/>
                  <a:pt x="39403" y="16005"/>
                  <a:pt x="39403" y="16030"/>
                </a:cubicBezTo>
                <a:cubicBezTo>
                  <a:pt x="39378" y="16080"/>
                  <a:pt x="39328" y="16155"/>
                  <a:pt x="39328" y="16204"/>
                </a:cubicBezTo>
                <a:cubicBezTo>
                  <a:pt x="39303" y="16279"/>
                  <a:pt x="39303" y="16379"/>
                  <a:pt x="39303" y="16428"/>
                </a:cubicBezTo>
                <a:cubicBezTo>
                  <a:pt x="39303" y="16503"/>
                  <a:pt x="39278" y="16553"/>
                  <a:pt x="39278" y="16627"/>
                </a:cubicBezTo>
                <a:cubicBezTo>
                  <a:pt x="39278" y="16702"/>
                  <a:pt x="39278" y="16802"/>
                  <a:pt x="39253" y="16876"/>
                </a:cubicBezTo>
                <a:lnTo>
                  <a:pt x="39253" y="17075"/>
                </a:lnTo>
                <a:lnTo>
                  <a:pt x="39253" y="17374"/>
                </a:lnTo>
                <a:lnTo>
                  <a:pt x="39253" y="17623"/>
                </a:lnTo>
                <a:cubicBezTo>
                  <a:pt x="39253" y="17698"/>
                  <a:pt x="39278" y="17822"/>
                  <a:pt x="39278" y="17922"/>
                </a:cubicBezTo>
                <a:cubicBezTo>
                  <a:pt x="39278" y="18021"/>
                  <a:pt x="39303" y="18121"/>
                  <a:pt x="39303" y="18196"/>
                </a:cubicBezTo>
                <a:cubicBezTo>
                  <a:pt x="39303" y="18295"/>
                  <a:pt x="39328" y="18420"/>
                  <a:pt x="39378" y="18544"/>
                </a:cubicBezTo>
                <a:lnTo>
                  <a:pt x="39378" y="18569"/>
                </a:lnTo>
                <a:cubicBezTo>
                  <a:pt x="39328" y="18569"/>
                  <a:pt x="39328" y="18594"/>
                  <a:pt x="39303" y="18594"/>
                </a:cubicBezTo>
                <a:lnTo>
                  <a:pt x="39303" y="18519"/>
                </a:lnTo>
                <a:cubicBezTo>
                  <a:pt x="39278" y="18420"/>
                  <a:pt x="39278" y="18295"/>
                  <a:pt x="39253" y="18196"/>
                </a:cubicBezTo>
                <a:cubicBezTo>
                  <a:pt x="39253" y="18121"/>
                  <a:pt x="39204" y="18021"/>
                  <a:pt x="39204" y="17922"/>
                </a:cubicBezTo>
                <a:cubicBezTo>
                  <a:pt x="39204" y="17822"/>
                  <a:pt x="39179" y="17698"/>
                  <a:pt x="39179" y="17598"/>
                </a:cubicBezTo>
                <a:lnTo>
                  <a:pt x="39179" y="17399"/>
                </a:lnTo>
                <a:lnTo>
                  <a:pt x="39179" y="17075"/>
                </a:lnTo>
                <a:lnTo>
                  <a:pt x="39179" y="16851"/>
                </a:lnTo>
                <a:cubicBezTo>
                  <a:pt x="39179" y="16777"/>
                  <a:pt x="39179" y="16677"/>
                  <a:pt x="39204" y="16578"/>
                </a:cubicBezTo>
                <a:cubicBezTo>
                  <a:pt x="39204" y="16528"/>
                  <a:pt x="39253" y="16453"/>
                  <a:pt x="39253" y="16403"/>
                </a:cubicBezTo>
                <a:cubicBezTo>
                  <a:pt x="39253" y="16329"/>
                  <a:pt x="39278" y="16229"/>
                  <a:pt x="39278" y="16179"/>
                </a:cubicBezTo>
                <a:cubicBezTo>
                  <a:pt x="39278" y="16130"/>
                  <a:pt x="39303" y="16055"/>
                  <a:pt x="39328" y="16005"/>
                </a:cubicBezTo>
                <a:lnTo>
                  <a:pt x="39428" y="15906"/>
                </a:lnTo>
                <a:close/>
                <a:moveTo>
                  <a:pt x="43062" y="16030"/>
                </a:moveTo>
                <a:cubicBezTo>
                  <a:pt x="43112" y="16030"/>
                  <a:pt x="43112" y="16055"/>
                  <a:pt x="43136" y="16055"/>
                </a:cubicBezTo>
                <a:cubicBezTo>
                  <a:pt x="41917" y="16926"/>
                  <a:pt x="40747" y="17797"/>
                  <a:pt x="39577" y="18693"/>
                </a:cubicBezTo>
                <a:lnTo>
                  <a:pt x="39577" y="18644"/>
                </a:lnTo>
                <a:cubicBezTo>
                  <a:pt x="40697" y="17772"/>
                  <a:pt x="41892" y="16901"/>
                  <a:pt x="43062" y="16030"/>
                </a:cubicBezTo>
                <a:close/>
                <a:moveTo>
                  <a:pt x="83585" y="16279"/>
                </a:moveTo>
                <a:cubicBezTo>
                  <a:pt x="83709" y="16777"/>
                  <a:pt x="83883" y="17275"/>
                  <a:pt x="84082" y="17797"/>
                </a:cubicBezTo>
                <a:cubicBezTo>
                  <a:pt x="83833" y="17947"/>
                  <a:pt x="83609" y="18121"/>
                  <a:pt x="83361" y="18270"/>
                </a:cubicBezTo>
                <a:cubicBezTo>
                  <a:pt x="83112" y="18420"/>
                  <a:pt x="82863" y="18569"/>
                  <a:pt x="82639" y="18743"/>
                </a:cubicBezTo>
                <a:cubicBezTo>
                  <a:pt x="82614" y="18644"/>
                  <a:pt x="82589" y="18569"/>
                  <a:pt x="82589" y="18494"/>
                </a:cubicBezTo>
                <a:cubicBezTo>
                  <a:pt x="82514" y="18295"/>
                  <a:pt x="82464" y="18121"/>
                  <a:pt x="82440" y="17947"/>
                </a:cubicBezTo>
                <a:lnTo>
                  <a:pt x="82440" y="17922"/>
                </a:lnTo>
                <a:cubicBezTo>
                  <a:pt x="82440" y="17897"/>
                  <a:pt x="82390" y="17822"/>
                  <a:pt x="82390" y="17797"/>
                </a:cubicBezTo>
                <a:cubicBezTo>
                  <a:pt x="82365" y="17698"/>
                  <a:pt x="82340" y="17648"/>
                  <a:pt x="82290" y="17548"/>
                </a:cubicBezTo>
                <a:lnTo>
                  <a:pt x="82116" y="17075"/>
                </a:lnTo>
                <a:cubicBezTo>
                  <a:pt x="82091" y="16951"/>
                  <a:pt x="82016" y="16876"/>
                  <a:pt x="81991" y="16752"/>
                </a:cubicBezTo>
                <a:lnTo>
                  <a:pt x="83585" y="16279"/>
                </a:lnTo>
                <a:close/>
                <a:moveTo>
                  <a:pt x="79229" y="13342"/>
                </a:moveTo>
                <a:cubicBezTo>
                  <a:pt x="79253" y="13417"/>
                  <a:pt x="79303" y="13441"/>
                  <a:pt x="79353" y="13516"/>
                </a:cubicBezTo>
                <a:cubicBezTo>
                  <a:pt x="79602" y="13790"/>
                  <a:pt x="79851" y="14089"/>
                  <a:pt x="80100" y="14412"/>
                </a:cubicBezTo>
                <a:cubicBezTo>
                  <a:pt x="80150" y="14462"/>
                  <a:pt x="80174" y="14537"/>
                  <a:pt x="80249" y="14636"/>
                </a:cubicBezTo>
                <a:cubicBezTo>
                  <a:pt x="80523" y="15010"/>
                  <a:pt x="80772" y="15408"/>
                  <a:pt x="80996" y="15806"/>
                </a:cubicBezTo>
                <a:cubicBezTo>
                  <a:pt x="81046" y="15906"/>
                  <a:pt x="81095" y="16005"/>
                  <a:pt x="81145" y="16130"/>
                </a:cubicBezTo>
                <a:cubicBezTo>
                  <a:pt x="81220" y="16254"/>
                  <a:pt x="81245" y="16329"/>
                  <a:pt x="81295" y="16453"/>
                </a:cubicBezTo>
                <a:cubicBezTo>
                  <a:pt x="79229" y="17125"/>
                  <a:pt x="77138" y="17897"/>
                  <a:pt x="75022" y="18768"/>
                </a:cubicBezTo>
                <a:cubicBezTo>
                  <a:pt x="75221" y="18420"/>
                  <a:pt x="75420" y="18071"/>
                  <a:pt x="75644" y="17748"/>
                </a:cubicBezTo>
                <a:cubicBezTo>
                  <a:pt x="75719" y="17648"/>
                  <a:pt x="75744" y="17573"/>
                  <a:pt x="75794" y="17499"/>
                </a:cubicBezTo>
                <a:cubicBezTo>
                  <a:pt x="76092" y="17051"/>
                  <a:pt x="76391" y="16627"/>
                  <a:pt x="76715" y="16204"/>
                </a:cubicBezTo>
                <a:cubicBezTo>
                  <a:pt x="76764" y="16130"/>
                  <a:pt x="76814" y="16055"/>
                  <a:pt x="76889" y="15955"/>
                </a:cubicBezTo>
                <a:cubicBezTo>
                  <a:pt x="77212" y="15532"/>
                  <a:pt x="77536" y="15134"/>
                  <a:pt x="77909" y="14711"/>
                </a:cubicBezTo>
                <a:lnTo>
                  <a:pt x="78034" y="14586"/>
                </a:lnTo>
                <a:cubicBezTo>
                  <a:pt x="78382" y="14213"/>
                  <a:pt x="78756" y="13815"/>
                  <a:pt x="79104" y="13466"/>
                </a:cubicBezTo>
                <a:lnTo>
                  <a:pt x="79229" y="13342"/>
                </a:lnTo>
                <a:close/>
                <a:moveTo>
                  <a:pt x="39403" y="18818"/>
                </a:moveTo>
                <a:lnTo>
                  <a:pt x="39403" y="18893"/>
                </a:lnTo>
                <a:cubicBezTo>
                  <a:pt x="39403" y="18893"/>
                  <a:pt x="39378" y="18893"/>
                  <a:pt x="39328" y="18917"/>
                </a:cubicBezTo>
                <a:lnTo>
                  <a:pt x="39328" y="18843"/>
                </a:lnTo>
                <a:cubicBezTo>
                  <a:pt x="39378" y="18843"/>
                  <a:pt x="39378" y="18818"/>
                  <a:pt x="39403" y="18818"/>
                </a:cubicBezTo>
                <a:close/>
                <a:moveTo>
                  <a:pt x="84132" y="17972"/>
                </a:moveTo>
                <a:lnTo>
                  <a:pt x="84132" y="18021"/>
                </a:lnTo>
                <a:lnTo>
                  <a:pt x="84132" y="18046"/>
                </a:lnTo>
                <a:cubicBezTo>
                  <a:pt x="83933" y="18171"/>
                  <a:pt x="83684" y="18320"/>
                  <a:pt x="83460" y="18494"/>
                </a:cubicBezTo>
                <a:cubicBezTo>
                  <a:pt x="83211" y="18644"/>
                  <a:pt x="82962" y="18793"/>
                  <a:pt x="82713" y="18992"/>
                </a:cubicBezTo>
                <a:lnTo>
                  <a:pt x="82688" y="18917"/>
                </a:lnTo>
                <a:cubicBezTo>
                  <a:pt x="82888" y="18768"/>
                  <a:pt x="83136" y="18594"/>
                  <a:pt x="83361" y="18469"/>
                </a:cubicBezTo>
                <a:cubicBezTo>
                  <a:pt x="83609" y="18320"/>
                  <a:pt x="83858" y="18146"/>
                  <a:pt x="84132" y="17972"/>
                </a:cubicBezTo>
                <a:close/>
                <a:moveTo>
                  <a:pt x="81369" y="16627"/>
                </a:moveTo>
                <a:cubicBezTo>
                  <a:pt x="81369" y="16652"/>
                  <a:pt x="81394" y="16677"/>
                  <a:pt x="81394" y="16702"/>
                </a:cubicBezTo>
                <a:cubicBezTo>
                  <a:pt x="79253" y="17399"/>
                  <a:pt x="77013" y="18196"/>
                  <a:pt x="74773" y="19166"/>
                </a:cubicBezTo>
                <a:cubicBezTo>
                  <a:pt x="74798" y="19117"/>
                  <a:pt x="74848" y="19067"/>
                  <a:pt x="74848" y="19042"/>
                </a:cubicBezTo>
                <a:cubicBezTo>
                  <a:pt x="77038" y="18121"/>
                  <a:pt x="79229" y="17300"/>
                  <a:pt x="81369" y="16627"/>
                </a:cubicBezTo>
                <a:close/>
                <a:moveTo>
                  <a:pt x="43286" y="16155"/>
                </a:moveTo>
                <a:lnTo>
                  <a:pt x="43858" y="16528"/>
                </a:lnTo>
                <a:cubicBezTo>
                  <a:pt x="43784" y="16578"/>
                  <a:pt x="43734" y="16652"/>
                  <a:pt x="43634" y="16677"/>
                </a:cubicBezTo>
                <a:cubicBezTo>
                  <a:pt x="43136" y="17001"/>
                  <a:pt x="42664" y="17300"/>
                  <a:pt x="42166" y="17623"/>
                </a:cubicBezTo>
                <a:cubicBezTo>
                  <a:pt x="41991" y="17748"/>
                  <a:pt x="41792" y="17872"/>
                  <a:pt x="41568" y="17996"/>
                </a:cubicBezTo>
                <a:lnTo>
                  <a:pt x="40747" y="18544"/>
                </a:lnTo>
                <a:cubicBezTo>
                  <a:pt x="40523" y="18693"/>
                  <a:pt x="40324" y="18818"/>
                  <a:pt x="40125" y="18942"/>
                </a:cubicBezTo>
                <a:cubicBezTo>
                  <a:pt x="39950" y="19042"/>
                  <a:pt x="39801" y="19166"/>
                  <a:pt x="39652" y="19266"/>
                </a:cubicBezTo>
                <a:cubicBezTo>
                  <a:pt x="39652" y="19191"/>
                  <a:pt x="39627" y="19141"/>
                  <a:pt x="39627" y="19067"/>
                </a:cubicBezTo>
                <a:cubicBezTo>
                  <a:pt x="39627" y="19017"/>
                  <a:pt x="39577" y="18942"/>
                  <a:pt x="39577" y="18917"/>
                </a:cubicBezTo>
                <a:cubicBezTo>
                  <a:pt x="40797" y="17996"/>
                  <a:pt x="42016" y="17051"/>
                  <a:pt x="43286" y="16155"/>
                </a:cubicBezTo>
                <a:close/>
                <a:moveTo>
                  <a:pt x="39428" y="19117"/>
                </a:moveTo>
                <a:cubicBezTo>
                  <a:pt x="39428" y="19166"/>
                  <a:pt x="39453" y="19191"/>
                  <a:pt x="39453" y="19266"/>
                </a:cubicBezTo>
                <a:cubicBezTo>
                  <a:pt x="39453" y="19316"/>
                  <a:pt x="39502" y="19390"/>
                  <a:pt x="39502" y="19440"/>
                </a:cubicBezTo>
                <a:lnTo>
                  <a:pt x="39453" y="19440"/>
                </a:lnTo>
                <a:cubicBezTo>
                  <a:pt x="39428" y="19365"/>
                  <a:pt x="39428" y="19266"/>
                  <a:pt x="39403" y="19191"/>
                </a:cubicBezTo>
                <a:cubicBezTo>
                  <a:pt x="39403" y="19166"/>
                  <a:pt x="39403" y="19166"/>
                  <a:pt x="39378" y="19141"/>
                </a:cubicBezTo>
                <a:cubicBezTo>
                  <a:pt x="39403" y="19141"/>
                  <a:pt x="39403" y="19117"/>
                  <a:pt x="39428" y="19117"/>
                </a:cubicBezTo>
                <a:close/>
                <a:moveTo>
                  <a:pt x="101456" y="7094"/>
                </a:moveTo>
                <a:lnTo>
                  <a:pt x="101456" y="7094"/>
                </a:lnTo>
                <a:cubicBezTo>
                  <a:pt x="101631" y="7144"/>
                  <a:pt x="101805" y="7219"/>
                  <a:pt x="101954" y="7268"/>
                </a:cubicBezTo>
                <a:cubicBezTo>
                  <a:pt x="102303" y="7443"/>
                  <a:pt x="102651" y="7617"/>
                  <a:pt x="103000" y="7766"/>
                </a:cubicBezTo>
                <a:cubicBezTo>
                  <a:pt x="103149" y="7866"/>
                  <a:pt x="103323" y="7941"/>
                  <a:pt x="103497" y="8015"/>
                </a:cubicBezTo>
                <a:cubicBezTo>
                  <a:pt x="103846" y="8214"/>
                  <a:pt x="104145" y="8389"/>
                  <a:pt x="104468" y="8588"/>
                </a:cubicBezTo>
                <a:cubicBezTo>
                  <a:pt x="104618" y="8687"/>
                  <a:pt x="104767" y="8762"/>
                  <a:pt x="104916" y="8886"/>
                </a:cubicBezTo>
                <a:cubicBezTo>
                  <a:pt x="105240" y="9085"/>
                  <a:pt x="105514" y="9310"/>
                  <a:pt x="105787" y="9509"/>
                </a:cubicBezTo>
                <a:cubicBezTo>
                  <a:pt x="105912" y="9708"/>
                  <a:pt x="106111" y="9832"/>
                  <a:pt x="106235" y="9957"/>
                </a:cubicBezTo>
                <a:cubicBezTo>
                  <a:pt x="106509" y="10181"/>
                  <a:pt x="106758" y="10405"/>
                  <a:pt x="107007" y="10654"/>
                </a:cubicBezTo>
                <a:cubicBezTo>
                  <a:pt x="107156" y="10778"/>
                  <a:pt x="107331" y="10927"/>
                  <a:pt x="107480" y="11052"/>
                </a:cubicBezTo>
                <a:cubicBezTo>
                  <a:pt x="107729" y="11276"/>
                  <a:pt x="107953" y="11525"/>
                  <a:pt x="108152" y="11749"/>
                </a:cubicBezTo>
                <a:cubicBezTo>
                  <a:pt x="108277" y="11873"/>
                  <a:pt x="108376" y="11998"/>
                  <a:pt x="108501" y="12147"/>
                </a:cubicBezTo>
                <a:cubicBezTo>
                  <a:pt x="108525" y="12172"/>
                  <a:pt x="108575" y="12222"/>
                  <a:pt x="108625" y="12272"/>
                </a:cubicBezTo>
                <a:cubicBezTo>
                  <a:pt x="108849" y="12496"/>
                  <a:pt x="109023" y="12769"/>
                  <a:pt x="109222" y="12993"/>
                </a:cubicBezTo>
                <a:cubicBezTo>
                  <a:pt x="109372" y="13193"/>
                  <a:pt x="109496" y="13392"/>
                  <a:pt x="109646" y="13566"/>
                </a:cubicBezTo>
                <a:cubicBezTo>
                  <a:pt x="109845" y="13815"/>
                  <a:pt x="109994" y="14064"/>
                  <a:pt x="110143" y="14337"/>
                </a:cubicBezTo>
                <a:cubicBezTo>
                  <a:pt x="110268" y="14562"/>
                  <a:pt x="110442" y="14786"/>
                  <a:pt x="110567" y="14985"/>
                </a:cubicBezTo>
                <a:cubicBezTo>
                  <a:pt x="110716" y="15234"/>
                  <a:pt x="110840" y="15532"/>
                  <a:pt x="110990" y="15781"/>
                </a:cubicBezTo>
                <a:lnTo>
                  <a:pt x="111363" y="16528"/>
                </a:lnTo>
                <a:cubicBezTo>
                  <a:pt x="111487" y="16802"/>
                  <a:pt x="111612" y="17051"/>
                  <a:pt x="111711" y="17324"/>
                </a:cubicBezTo>
                <a:cubicBezTo>
                  <a:pt x="111836" y="17598"/>
                  <a:pt x="111936" y="17847"/>
                  <a:pt x="112010" y="18146"/>
                </a:cubicBezTo>
                <a:lnTo>
                  <a:pt x="112309" y="18967"/>
                </a:lnTo>
                <a:cubicBezTo>
                  <a:pt x="112359" y="19141"/>
                  <a:pt x="112384" y="19291"/>
                  <a:pt x="112458" y="19440"/>
                </a:cubicBezTo>
                <a:lnTo>
                  <a:pt x="112408" y="19415"/>
                </a:lnTo>
                <a:cubicBezTo>
                  <a:pt x="112309" y="19291"/>
                  <a:pt x="112160" y="19191"/>
                  <a:pt x="112035" y="19067"/>
                </a:cubicBezTo>
                <a:cubicBezTo>
                  <a:pt x="111936" y="18992"/>
                  <a:pt x="111836" y="18843"/>
                  <a:pt x="111711" y="18768"/>
                </a:cubicBezTo>
                <a:cubicBezTo>
                  <a:pt x="111537" y="18644"/>
                  <a:pt x="111413" y="18544"/>
                  <a:pt x="111263" y="18420"/>
                </a:cubicBezTo>
                <a:cubicBezTo>
                  <a:pt x="111139" y="18320"/>
                  <a:pt x="111064" y="18245"/>
                  <a:pt x="110915" y="18171"/>
                </a:cubicBezTo>
                <a:cubicBezTo>
                  <a:pt x="110766" y="18046"/>
                  <a:pt x="110591" y="17922"/>
                  <a:pt x="110417" y="17822"/>
                </a:cubicBezTo>
                <a:lnTo>
                  <a:pt x="110143" y="17648"/>
                </a:lnTo>
                <a:lnTo>
                  <a:pt x="109596" y="17275"/>
                </a:lnTo>
                <a:cubicBezTo>
                  <a:pt x="109496" y="17200"/>
                  <a:pt x="109422" y="17175"/>
                  <a:pt x="109347" y="17125"/>
                </a:cubicBezTo>
                <a:cubicBezTo>
                  <a:pt x="109123" y="17001"/>
                  <a:pt x="108899" y="16876"/>
                  <a:pt x="108725" y="16752"/>
                </a:cubicBezTo>
                <a:cubicBezTo>
                  <a:pt x="108650" y="16702"/>
                  <a:pt x="108600" y="16677"/>
                  <a:pt x="108501" y="16627"/>
                </a:cubicBezTo>
                <a:cubicBezTo>
                  <a:pt x="108277" y="16503"/>
                  <a:pt x="108028" y="16379"/>
                  <a:pt x="107804" y="16279"/>
                </a:cubicBezTo>
                <a:lnTo>
                  <a:pt x="107629" y="16179"/>
                </a:lnTo>
                <a:cubicBezTo>
                  <a:pt x="107380" y="16055"/>
                  <a:pt x="107132" y="15955"/>
                  <a:pt x="106883" y="15831"/>
                </a:cubicBezTo>
                <a:cubicBezTo>
                  <a:pt x="106808" y="15806"/>
                  <a:pt x="106783" y="15806"/>
                  <a:pt x="106733" y="15781"/>
                </a:cubicBezTo>
                <a:cubicBezTo>
                  <a:pt x="106484" y="15657"/>
                  <a:pt x="106186" y="15557"/>
                  <a:pt x="105912" y="15458"/>
                </a:cubicBezTo>
                <a:cubicBezTo>
                  <a:pt x="105862" y="15433"/>
                  <a:pt x="105812" y="15433"/>
                  <a:pt x="105763" y="15408"/>
                </a:cubicBezTo>
                <a:cubicBezTo>
                  <a:pt x="105688" y="15383"/>
                  <a:pt x="105638" y="15333"/>
                  <a:pt x="105563" y="15333"/>
                </a:cubicBezTo>
                <a:cubicBezTo>
                  <a:pt x="104866" y="12272"/>
                  <a:pt x="103497" y="9434"/>
                  <a:pt x="101456" y="7094"/>
                </a:cubicBezTo>
                <a:close/>
                <a:moveTo>
                  <a:pt x="44057" y="16652"/>
                </a:moveTo>
                <a:cubicBezTo>
                  <a:pt x="44033" y="16702"/>
                  <a:pt x="43983" y="16727"/>
                  <a:pt x="43908" y="16802"/>
                </a:cubicBezTo>
                <a:cubicBezTo>
                  <a:pt x="43734" y="16926"/>
                  <a:pt x="43510" y="17051"/>
                  <a:pt x="43311" y="17175"/>
                </a:cubicBezTo>
                <a:lnTo>
                  <a:pt x="42290" y="17822"/>
                </a:lnTo>
                <a:cubicBezTo>
                  <a:pt x="42116" y="17947"/>
                  <a:pt x="41917" y="18046"/>
                  <a:pt x="41767" y="18171"/>
                </a:cubicBezTo>
                <a:lnTo>
                  <a:pt x="41494" y="18345"/>
                </a:lnTo>
                <a:cubicBezTo>
                  <a:pt x="41120" y="18594"/>
                  <a:pt x="40697" y="18893"/>
                  <a:pt x="40324" y="19166"/>
                </a:cubicBezTo>
                <a:cubicBezTo>
                  <a:pt x="40150" y="19291"/>
                  <a:pt x="39950" y="19415"/>
                  <a:pt x="39801" y="19540"/>
                </a:cubicBezTo>
                <a:lnTo>
                  <a:pt x="39801" y="19515"/>
                </a:lnTo>
                <a:lnTo>
                  <a:pt x="39801" y="19465"/>
                </a:lnTo>
                <a:cubicBezTo>
                  <a:pt x="39901" y="19415"/>
                  <a:pt x="40025" y="19316"/>
                  <a:pt x="40125" y="19266"/>
                </a:cubicBezTo>
                <a:cubicBezTo>
                  <a:pt x="40672" y="18893"/>
                  <a:pt x="41195" y="18519"/>
                  <a:pt x="41767" y="18146"/>
                </a:cubicBezTo>
                <a:lnTo>
                  <a:pt x="42315" y="17772"/>
                </a:lnTo>
                <a:cubicBezTo>
                  <a:pt x="42863" y="17424"/>
                  <a:pt x="43360" y="17075"/>
                  <a:pt x="43883" y="16777"/>
                </a:cubicBezTo>
                <a:cubicBezTo>
                  <a:pt x="43908" y="16727"/>
                  <a:pt x="43983" y="16677"/>
                  <a:pt x="44057" y="16652"/>
                </a:cubicBezTo>
                <a:close/>
                <a:moveTo>
                  <a:pt x="39552" y="19614"/>
                </a:moveTo>
                <a:lnTo>
                  <a:pt x="39577" y="19639"/>
                </a:lnTo>
                <a:lnTo>
                  <a:pt x="39577" y="19664"/>
                </a:lnTo>
                <a:lnTo>
                  <a:pt x="39552" y="19689"/>
                </a:lnTo>
                <a:lnTo>
                  <a:pt x="39552" y="19664"/>
                </a:lnTo>
                <a:lnTo>
                  <a:pt x="39552" y="19639"/>
                </a:lnTo>
                <a:cubicBezTo>
                  <a:pt x="39527" y="19639"/>
                  <a:pt x="39527" y="19639"/>
                  <a:pt x="39552" y="19614"/>
                </a:cubicBezTo>
                <a:close/>
                <a:moveTo>
                  <a:pt x="112202" y="18038"/>
                </a:moveTo>
                <a:cubicBezTo>
                  <a:pt x="112254" y="18167"/>
                  <a:pt x="112309" y="18296"/>
                  <a:pt x="112359" y="18420"/>
                </a:cubicBezTo>
                <a:cubicBezTo>
                  <a:pt x="112458" y="18693"/>
                  <a:pt x="112508" y="18992"/>
                  <a:pt x="112608" y="19266"/>
                </a:cubicBezTo>
                <a:lnTo>
                  <a:pt x="112807" y="19814"/>
                </a:lnTo>
                <a:lnTo>
                  <a:pt x="112732" y="19739"/>
                </a:lnTo>
                <a:cubicBezTo>
                  <a:pt x="112682" y="19515"/>
                  <a:pt x="112608" y="19316"/>
                  <a:pt x="112558" y="19141"/>
                </a:cubicBezTo>
                <a:cubicBezTo>
                  <a:pt x="112458" y="18818"/>
                  <a:pt x="112359" y="18544"/>
                  <a:pt x="112259" y="18220"/>
                </a:cubicBezTo>
                <a:cubicBezTo>
                  <a:pt x="112242" y="18159"/>
                  <a:pt x="112223" y="18098"/>
                  <a:pt x="112202" y="18038"/>
                </a:cubicBezTo>
                <a:close/>
                <a:moveTo>
                  <a:pt x="74051" y="10031"/>
                </a:moveTo>
                <a:lnTo>
                  <a:pt x="74051" y="10031"/>
                </a:lnTo>
                <a:cubicBezTo>
                  <a:pt x="71761" y="13018"/>
                  <a:pt x="70168" y="16428"/>
                  <a:pt x="69322" y="19938"/>
                </a:cubicBezTo>
                <a:lnTo>
                  <a:pt x="69272" y="19938"/>
                </a:lnTo>
                <a:cubicBezTo>
                  <a:pt x="70094" y="16428"/>
                  <a:pt x="71687" y="13018"/>
                  <a:pt x="74026" y="10056"/>
                </a:cubicBezTo>
                <a:lnTo>
                  <a:pt x="74051" y="10031"/>
                </a:lnTo>
                <a:close/>
                <a:moveTo>
                  <a:pt x="110214" y="17963"/>
                </a:moveTo>
                <a:lnTo>
                  <a:pt x="110442" y="18096"/>
                </a:lnTo>
                <a:cubicBezTo>
                  <a:pt x="110591" y="18220"/>
                  <a:pt x="110741" y="18345"/>
                  <a:pt x="110890" y="18445"/>
                </a:cubicBezTo>
                <a:cubicBezTo>
                  <a:pt x="110990" y="18544"/>
                  <a:pt x="111114" y="18594"/>
                  <a:pt x="111214" y="18693"/>
                </a:cubicBezTo>
                <a:cubicBezTo>
                  <a:pt x="111363" y="18818"/>
                  <a:pt x="111487" y="18917"/>
                  <a:pt x="111637" y="19042"/>
                </a:cubicBezTo>
                <a:cubicBezTo>
                  <a:pt x="111761" y="19141"/>
                  <a:pt x="111861" y="19216"/>
                  <a:pt x="111985" y="19316"/>
                </a:cubicBezTo>
                <a:cubicBezTo>
                  <a:pt x="112110" y="19440"/>
                  <a:pt x="112234" y="19565"/>
                  <a:pt x="112384" y="19689"/>
                </a:cubicBezTo>
                <a:cubicBezTo>
                  <a:pt x="112458" y="19714"/>
                  <a:pt x="112483" y="19789"/>
                  <a:pt x="112508" y="19814"/>
                </a:cubicBezTo>
                <a:cubicBezTo>
                  <a:pt x="112508" y="19838"/>
                  <a:pt x="112558" y="19913"/>
                  <a:pt x="112558" y="19938"/>
                </a:cubicBezTo>
                <a:lnTo>
                  <a:pt x="112334" y="19714"/>
                </a:lnTo>
                <a:lnTo>
                  <a:pt x="112110" y="19515"/>
                </a:lnTo>
                <a:cubicBezTo>
                  <a:pt x="111985" y="19390"/>
                  <a:pt x="111836" y="19266"/>
                  <a:pt x="111687" y="19141"/>
                </a:cubicBezTo>
                <a:cubicBezTo>
                  <a:pt x="111637" y="19141"/>
                  <a:pt x="111637" y="19092"/>
                  <a:pt x="111612" y="19092"/>
                </a:cubicBezTo>
                <a:cubicBezTo>
                  <a:pt x="111512" y="19017"/>
                  <a:pt x="111438" y="18942"/>
                  <a:pt x="111338" y="18843"/>
                </a:cubicBezTo>
                <a:cubicBezTo>
                  <a:pt x="111313" y="18818"/>
                  <a:pt x="111239" y="18793"/>
                  <a:pt x="111214" y="18768"/>
                </a:cubicBezTo>
                <a:cubicBezTo>
                  <a:pt x="110914" y="18518"/>
                  <a:pt x="110580" y="18235"/>
                  <a:pt x="110214" y="17963"/>
                </a:cubicBezTo>
                <a:close/>
                <a:moveTo>
                  <a:pt x="71288" y="9310"/>
                </a:moveTo>
                <a:cubicBezTo>
                  <a:pt x="71438" y="9334"/>
                  <a:pt x="71562" y="9359"/>
                  <a:pt x="71736" y="9409"/>
                </a:cubicBezTo>
                <a:cubicBezTo>
                  <a:pt x="72010" y="9459"/>
                  <a:pt x="72284" y="9484"/>
                  <a:pt x="72558" y="9583"/>
                </a:cubicBezTo>
                <a:cubicBezTo>
                  <a:pt x="72807" y="9658"/>
                  <a:pt x="73056" y="9733"/>
                  <a:pt x="73304" y="9807"/>
                </a:cubicBezTo>
                <a:cubicBezTo>
                  <a:pt x="73504" y="9857"/>
                  <a:pt x="73653" y="9907"/>
                  <a:pt x="73827" y="9957"/>
                </a:cubicBezTo>
                <a:cubicBezTo>
                  <a:pt x="71512" y="12944"/>
                  <a:pt x="69919" y="16379"/>
                  <a:pt x="69073" y="19863"/>
                </a:cubicBezTo>
                <a:cubicBezTo>
                  <a:pt x="67613" y="19361"/>
                  <a:pt x="65978" y="19116"/>
                  <a:pt x="64209" y="19116"/>
                </a:cubicBezTo>
                <a:cubicBezTo>
                  <a:pt x="62207" y="19116"/>
                  <a:pt x="60033" y="19430"/>
                  <a:pt x="57748" y="20038"/>
                </a:cubicBezTo>
                <a:cubicBezTo>
                  <a:pt x="57648" y="18644"/>
                  <a:pt x="57698" y="17275"/>
                  <a:pt x="57772" y="15906"/>
                </a:cubicBezTo>
                <a:cubicBezTo>
                  <a:pt x="62328" y="13217"/>
                  <a:pt x="66833" y="11027"/>
                  <a:pt x="71288" y="9310"/>
                </a:cubicBezTo>
                <a:close/>
                <a:moveTo>
                  <a:pt x="57598" y="16030"/>
                </a:moveTo>
                <a:cubicBezTo>
                  <a:pt x="57499" y="17349"/>
                  <a:pt x="57474" y="18693"/>
                  <a:pt x="57573" y="20062"/>
                </a:cubicBezTo>
                <a:cubicBezTo>
                  <a:pt x="57548" y="20062"/>
                  <a:pt x="57548" y="20062"/>
                  <a:pt x="57499" y="20087"/>
                </a:cubicBezTo>
                <a:cubicBezTo>
                  <a:pt x="57424" y="18718"/>
                  <a:pt x="57449" y="17399"/>
                  <a:pt x="57548" y="16055"/>
                </a:cubicBezTo>
                <a:cubicBezTo>
                  <a:pt x="57573" y="16055"/>
                  <a:pt x="57573" y="16030"/>
                  <a:pt x="57598" y="16030"/>
                </a:cubicBezTo>
                <a:close/>
                <a:moveTo>
                  <a:pt x="69247" y="20112"/>
                </a:moveTo>
                <a:cubicBezTo>
                  <a:pt x="69272" y="20112"/>
                  <a:pt x="69272" y="20137"/>
                  <a:pt x="69272" y="20137"/>
                </a:cubicBezTo>
                <a:lnTo>
                  <a:pt x="69272" y="20187"/>
                </a:lnTo>
                <a:cubicBezTo>
                  <a:pt x="69247" y="20187"/>
                  <a:pt x="69247" y="20187"/>
                  <a:pt x="69197" y="20162"/>
                </a:cubicBezTo>
                <a:lnTo>
                  <a:pt x="69197" y="20112"/>
                </a:lnTo>
                <a:close/>
                <a:moveTo>
                  <a:pt x="64192" y="19303"/>
                </a:moveTo>
                <a:cubicBezTo>
                  <a:pt x="65952" y="19303"/>
                  <a:pt x="67575" y="19547"/>
                  <a:pt x="69023" y="20038"/>
                </a:cubicBezTo>
                <a:cubicBezTo>
                  <a:pt x="69048" y="20062"/>
                  <a:pt x="69048" y="20112"/>
                  <a:pt x="69023" y="20112"/>
                </a:cubicBezTo>
                <a:cubicBezTo>
                  <a:pt x="67575" y="19610"/>
                  <a:pt x="65952" y="19365"/>
                  <a:pt x="64192" y="19365"/>
                </a:cubicBezTo>
                <a:cubicBezTo>
                  <a:pt x="62200" y="19365"/>
                  <a:pt x="60033" y="19679"/>
                  <a:pt x="57748" y="20286"/>
                </a:cubicBezTo>
                <a:lnTo>
                  <a:pt x="57748" y="20237"/>
                </a:lnTo>
                <a:cubicBezTo>
                  <a:pt x="60034" y="19616"/>
                  <a:pt x="62200" y="19303"/>
                  <a:pt x="64192" y="19303"/>
                </a:cubicBezTo>
                <a:close/>
                <a:moveTo>
                  <a:pt x="57598" y="20262"/>
                </a:moveTo>
                <a:lnTo>
                  <a:pt x="57598" y="20311"/>
                </a:lnTo>
                <a:cubicBezTo>
                  <a:pt x="57573" y="20311"/>
                  <a:pt x="57573" y="20311"/>
                  <a:pt x="57548" y="20336"/>
                </a:cubicBezTo>
                <a:lnTo>
                  <a:pt x="57548" y="20286"/>
                </a:lnTo>
                <a:cubicBezTo>
                  <a:pt x="57573" y="20286"/>
                  <a:pt x="57573" y="20286"/>
                  <a:pt x="57598" y="20262"/>
                </a:cubicBezTo>
                <a:close/>
                <a:moveTo>
                  <a:pt x="112881" y="20162"/>
                </a:moveTo>
                <a:lnTo>
                  <a:pt x="112981" y="20262"/>
                </a:lnTo>
                <a:cubicBezTo>
                  <a:pt x="112931" y="20262"/>
                  <a:pt x="112931" y="20311"/>
                  <a:pt x="112956" y="20361"/>
                </a:cubicBezTo>
                <a:lnTo>
                  <a:pt x="112881" y="20286"/>
                </a:lnTo>
                <a:lnTo>
                  <a:pt x="112881" y="20237"/>
                </a:lnTo>
                <a:lnTo>
                  <a:pt x="112881" y="20162"/>
                </a:lnTo>
                <a:close/>
                <a:moveTo>
                  <a:pt x="109397" y="17772"/>
                </a:moveTo>
                <a:lnTo>
                  <a:pt x="109397" y="17772"/>
                </a:lnTo>
                <a:cubicBezTo>
                  <a:pt x="109521" y="17797"/>
                  <a:pt x="109596" y="17822"/>
                  <a:pt x="109646" y="17897"/>
                </a:cubicBezTo>
                <a:cubicBezTo>
                  <a:pt x="109770" y="17972"/>
                  <a:pt x="109894" y="18046"/>
                  <a:pt x="110019" y="18146"/>
                </a:cubicBezTo>
                <a:cubicBezTo>
                  <a:pt x="110118" y="18196"/>
                  <a:pt x="110218" y="18270"/>
                  <a:pt x="110318" y="18370"/>
                </a:cubicBezTo>
                <a:cubicBezTo>
                  <a:pt x="110492" y="18519"/>
                  <a:pt x="110691" y="18644"/>
                  <a:pt x="110865" y="18793"/>
                </a:cubicBezTo>
                <a:cubicBezTo>
                  <a:pt x="111089" y="18992"/>
                  <a:pt x="111338" y="19141"/>
                  <a:pt x="111512" y="19316"/>
                </a:cubicBezTo>
                <a:cubicBezTo>
                  <a:pt x="111936" y="19664"/>
                  <a:pt x="112309" y="20038"/>
                  <a:pt x="112632" y="20436"/>
                </a:cubicBezTo>
                <a:lnTo>
                  <a:pt x="112632" y="20461"/>
                </a:lnTo>
                <a:cubicBezTo>
                  <a:pt x="112632" y="20481"/>
                  <a:pt x="112632" y="20497"/>
                  <a:pt x="112636" y="20510"/>
                </a:cubicBezTo>
                <a:lnTo>
                  <a:pt x="112636" y="20510"/>
                </a:lnTo>
                <a:cubicBezTo>
                  <a:pt x="111677" y="19485"/>
                  <a:pt x="110597" y="18556"/>
                  <a:pt x="109397" y="17772"/>
                </a:cubicBezTo>
                <a:close/>
                <a:moveTo>
                  <a:pt x="74350" y="10056"/>
                </a:moveTo>
                <a:cubicBezTo>
                  <a:pt x="74425" y="10181"/>
                  <a:pt x="74624" y="10230"/>
                  <a:pt x="74773" y="10305"/>
                </a:cubicBezTo>
                <a:cubicBezTo>
                  <a:pt x="74997" y="10405"/>
                  <a:pt x="75246" y="10479"/>
                  <a:pt x="75470" y="10579"/>
                </a:cubicBezTo>
                <a:cubicBezTo>
                  <a:pt x="75669" y="10679"/>
                  <a:pt x="75893" y="10803"/>
                  <a:pt x="76117" y="10927"/>
                </a:cubicBezTo>
                <a:cubicBezTo>
                  <a:pt x="76341" y="11052"/>
                  <a:pt x="76515" y="11151"/>
                  <a:pt x="76715" y="11276"/>
                </a:cubicBezTo>
                <a:cubicBezTo>
                  <a:pt x="76739" y="11276"/>
                  <a:pt x="76739" y="11301"/>
                  <a:pt x="76764" y="11301"/>
                </a:cubicBezTo>
                <a:lnTo>
                  <a:pt x="77337" y="11674"/>
                </a:lnTo>
                <a:cubicBezTo>
                  <a:pt x="77511" y="11824"/>
                  <a:pt x="77735" y="11948"/>
                  <a:pt x="77909" y="12097"/>
                </a:cubicBezTo>
                <a:cubicBezTo>
                  <a:pt x="78108" y="12272"/>
                  <a:pt x="78258" y="12421"/>
                  <a:pt x="78407" y="12570"/>
                </a:cubicBezTo>
                <a:cubicBezTo>
                  <a:pt x="78581" y="12720"/>
                  <a:pt x="78731" y="12844"/>
                  <a:pt x="78880" y="13018"/>
                </a:cubicBezTo>
                <a:lnTo>
                  <a:pt x="78407" y="13466"/>
                </a:lnTo>
                <a:lnTo>
                  <a:pt x="78208" y="13690"/>
                </a:lnTo>
                <a:cubicBezTo>
                  <a:pt x="77984" y="13914"/>
                  <a:pt x="77760" y="14163"/>
                  <a:pt x="77586" y="14387"/>
                </a:cubicBezTo>
                <a:cubicBezTo>
                  <a:pt x="77536" y="14412"/>
                  <a:pt x="77511" y="14437"/>
                  <a:pt x="77486" y="14512"/>
                </a:cubicBezTo>
                <a:cubicBezTo>
                  <a:pt x="77237" y="14786"/>
                  <a:pt x="77013" y="15034"/>
                  <a:pt x="76789" y="15308"/>
                </a:cubicBezTo>
                <a:cubicBezTo>
                  <a:pt x="76715" y="15433"/>
                  <a:pt x="76615" y="15532"/>
                  <a:pt x="76540" y="15657"/>
                </a:cubicBezTo>
                <a:cubicBezTo>
                  <a:pt x="76416" y="15806"/>
                  <a:pt x="76291" y="16005"/>
                  <a:pt x="76167" y="16155"/>
                </a:cubicBezTo>
                <a:cubicBezTo>
                  <a:pt x="76092" y="16279"/>
                  <a:pt x="75993" y="16428"/>
                  <a:pt x="75893" y="16553"/>
                </a:cubicBezTo>
                <a:cubicBezTo>
                  <a:pt x="75794" y="16702"/>
                  <a:pt x="75669" y="16876"/>
                  <a:pt x="75594" y="17001"/>
                </a:cubicBezTo>
                <a:cubicBezTo>
                  <a:pt x="75495" y="17150"/>
                  <a:pt x="75395" y="17275"/>
                  <a:pt x="75296" y="17424"/>
                </a:cubicBezTo>
                <a:cubicBezTo>
                  <a:pt x="75221" y="17573"/>
                  <a:pt x="75122" y="17698"/>
                  <a:pt x="75022" y="17872"/>
                </a:cubicBezTo>
                <a:cubicBezTo>
                  <a:pt x="74922" y="18021"/>
                  <a:pt x="74848" y="18146"/>
                  <a:pt x="74773" y="18295"/>
                </a:cubicBezTo>
                <a:cubicBezTo>
                  <a:pt x="74674" y="18445"/>
                  <a:pt x="74599" y="18619"/>
                  <a:pt x="74524" y="18768"/>
                </a:cubicBezTo>
                <a:cubicBezTo>
                  <a:pt x="74499" y="18868"/>
                  <a:pt x="74425" y="18917"/>
                  <a:pt x="74400" y="19017"/>
                </a:cubicBezTo>
                <a:cubicBezTo>
                  <a:pt x="73255" y="19515"/>
                  <a:pt x="72110" y="20038"/>
                  <a:pt x="70940" y="20610"/>
                </a:cubicBezTo>
                <a:cubicBezTo>
                  <a:pt x="70517" y="20361"/>
                  <a:pt x="70044" y="20137"/>
                  <a:pt x="69571" y="19938"/>
                </a:cubicBezTo>
                <a:cubicBezTo>
                  <a:pt x="70417" y="16428"/>
                  <a:pt x="72010" y="13018"/>
                  <a:pt x="74350" y="10056"/>
                </a:cubicBezTo>
                <a:close/>
                <a:moveTo>
                  <a:pt x="58494" y="10405"/>
                </a:moveTo>
                <a:lnTo>
                  <a:pt x="58494" y="10405"/>
                </a:lnTo>
                <a:cubicBezTo>
                  <a:pt x="57922" y="12023"/>
                  <a:pt x="57548" y="13790"/>
                  <a:pt x="57374" y="15657"/>
                </a:cubicBezTo>
                <a:cubicBezTo>
                  <a:pt x="57225" y="15756"/>
                  <a:pt x="57051" y="15831"/>
                  <a:pt x="56876" y="15955"/>
                </a:cubicBezTo>
                <a:lnTo>
                  <a:pt x="54736" y="17275"/>
                </a:lnTo>
                <a:cubicBezTo>
                  <a:pt x="53865" y="17822"/>
                  <a:pt x="52968" y="18395"/>
                  <a:pt x="52097" y="18992"/>
                </a:cubicBezTo>
                <a:lnTo>
                  <a:pt x="51251" y="19540"/>
                </a:lnTo>
                <a:cubicBezTo>
                  <a:pt x="50654" y="19938"/>
                  <a:pt x="50081" y="20336"/>
                  <a:pt x="49484" y="20784"/>
                </a:cubicBezTo>
                <a:cubicBezTo>
                  <a:pt x="49484" y="20759"/>
                  <a:pt x="49459" y="20759"/>
                  <a:pt x="49459" y="20759"/>
                </a:cubicBezTo>
                <a:cubicBezTo>
                  <a:pt x="48588" y="19888"/>
                  <a:pt x="47766" y="19067"/>
                  <a:pt x="46995" y="18395"/>
                </a:cubicBezTo>
                <a:cubicBezTo>
                  <a:pt x="46173" y="17673"/>
                  <a:pt x="45426" y="17051"/>
                  <a:pt x="44729" y="16553"/>
                </a:cubicBezTo>
                <a:cubicBezTo>
                  <a:pt x="44779" y="16528"/>
                  <a:pt x="44879" y="16453"/>
                  <a:pt x="44929" y="16428"/>
                </a:cubicBezTo>
                <a:cubicBezTo>
                  <a:pt x="45277" y="16254"/>
                  <a:pt x="45601" y="16030"/>
                  <a:pt x="45924" y="15831"/>
                </a:cubicBezTo>
                <a:lnTo>
                  <a:pt x="46123" y="15756"/>
                </a:lnTo>
                <a:cubicBezTo>
                  <a:pt x="46248" y="15682"/>
                  <a:pt x="46323" y="15632"/>
                  <a:pt x="46447" y="15557"/>
                </a:cubicBezTo>
                <a:cubicBezTo>
                  <a:pt x="46895" y="15308"/>
                  <a:pt x="47293" y="15084"/>
                  <a:pt x="47741" y="14835"/>
                </a:cubicBezTo>
                <a:lnTo>
                  <a:pt x="47766" y="14835"/>
                </a:lnTo>
                <a:cubicBezTo>
                  <a:pt x="51425" y="12894"/>
                  <a:pt x="55034" y="11400"/>
                  <a:pt x="58494" y="10405"/>
                </a:cubicBezTo>
                <a:close/>
                <a:moveTo>
                  <a:pt x="69446" y="20187"/>
                </a:moveTo>
                <a:cubicBezTo>
                  <a:pt x="69894" y="20361"/>
                  <a:pt x="70293" y="20535"/>
                  <a:pt x="70666" y="20759"/>
                </a:cubicBezTo>
                <a:cubicBezTo>
                  <a:pt x="70641" y="20759"/>
                  <a:pt x="70641" y="20784"/>
                  <a:pt x="70591" y="20784"/>
                </a:cubicBezTo>
                <a:cubicBezTo>
                  <a:pt x="70218" y="20610"/>
                  <a:pt x="69870" y="20411"/>
                  <a:pt x="69446" y="20262"/>
                </a:cubicBezTo>
                <a:lnTo>
                  <a:pt x="69446" y="20187"/>
                </a:lnTo>
                <a:close/>
                <a:moveTo>
                  <a:pt x="74225" y="19291"/>
                </a:moveTo>
                <a:cubicBezTo>
                  <a:pt x="74176" y="19316"/>
                  <a:pt x="74176" y="19390"/>
                  <a:pt x="74151" y="19415"/>
                </a:cubicBezTo>
                <a:lnTo>
                  <a:pt x="71164" y="20809"/>
                </a:lnTo>
                <a:cubicBezTo>
                  <a:pt x="71139" y="20784"/>
                  <a:pt x="71114" y="20784"/>
                  <a:pt x="71064" y="20759"/>
                </a:cubicBezTo>
                <a:cubicBezTo>
                  <a:pt x="72135" y="20262"/>
                  <a:pt x="73155" y="19764"/>
                  <a:pt x="74225" y="19291"/>
                </a:cubicBezTo>
                <a:close/>
                <a:moveTo>
                  <a:pt x="44505" y="16652"/>
                </a:moveTo>
                <a:cubicBezTo>
                  <a:pt x="45924" y="17673"/>
                  <a:pt x="47542" y="19067"/>
                  <a:pt x="49334" y="20909"/>
                </a:cubicBezTo>
                <a:lnTo>
                  <a:pt x="49260" y="20934"/>
                </a:lnTo>
                <a:cubicBezTo>
                  <a:pt x="49110" y="20784"/>
                  <a:pt x="48986" y="20635"/>
                  <a:pt x="48837" y="20510"/>
                </a:cubicBezTo>
                <a:lnTo>
                  <a:pt x="48712" y="20386"/>
                </a:lnTo>
                <a:lnTo>
                  <a:pt x="48339" y="20013"/>
                </a:lnTo>
                <a:lnTo>
                  <a:pt x="47990" y="19664"/>
                </a:lnTo>
                <a:lnTo>
                  <a:pt x="47891" y="19565"/>
                </a:lnTo>
                <a:cubicBezTo>
                  <a:pt x="46646" y="18395"/>
                  <a:pt x="45501" y="17424"/>
                  <a:pt x="44431" y="16677"/>
                </a:cubicBezTo>
                <a:cubicBezTo>
                  <a:pt x="44481" y="16677"/>
                  <a:pt x="44505" y="16677"/>
                  <a:pt x="44505" y="16652"/>
                </a:cubicBezTo>
                <a:close/>
                <a:moveTo>
                  <a:pt x="112981" y="20710"/>
                </a:moveTo>
                <a:lnTo>
                  <a:pt x="113081" y="20809"/>
                </a:lnTo>
                <a:cubicBezTo>
                  <a:pt x="113056" y="20859"/>
                  <a:pt x="113056" y="20884"/>
                  <a:pt x="113081" y="20934"/>
                </a:cubicBezTo>
                <a:cubicBezTo>
                  <a:pt x="113056" y="20909"/>
                  <a:pt x="113006" y="20884"/>
                  <a:pt x="113006" y="20859"/>
                </a:cubicBezTo>
                <a:cubicBezTo>
                  <a:pt x="113006" y="20809"/>
                  <a:pt x="112981" y="20759"/>
                  <a:pt x="112981" y="20710"/>
                </a:cubicBezTo>
                <a:close/>
                <a:moveTo>
                  <a:pt x="57354" y="15918"/>
                </a:moveTo>
                <a:lnTo>
                  <a:pt x="57354" y="15918"/>
                </a:lnTo>
                <a:cubicBezTo>
                  <a:pt x="57349" y="15927"/>
                  <a:pt x="57349" y="15941"/>
                  <a:pt x="57349" y="15955"/>
                </a:cubicBezTo>
                <a:cubicBezTo>
                  <a:pt x="56553" y="16428"/>
                  <a:pt x="55756" y="16926"/>
                  <a:pt x="54960" y="17424"/>
                </a:cubicBezTo>
                <a:cubicBezTo>
                  <a:pt x="54736" y="17548"/>
                  <a:pt x="54512" y="17698"/>
                  <a:pt x="54313" y="17872"/>
                </a:cubicBezTo>
                <a:cubicBezTo>
                  <a:pt x="53616" y="18295"/>
                  <a:pt x="52944" y="18743"/>
                  <a:pt x="52247" y="19191"/>
                </a:cubicBezTo>
                <a:cubicBezTo>
                  <a:pt x="51898" y="19415"/>
                  <a:pt x="51599" y="19664"/>
                  <a:pt x="51251" y="19888"/>
                </a:cubicBezTo>
                <a:cubicBezTo>
                  <a:pt x="50728" y="20262"/>
                  <a:pt x="50206" y="20610"/>
                  <a:pt x="49658" y="20983"/>
                </a:cubicBezTo>
                <a:lnTo>
                  <a:pt x="49633" y="20934"/>
                </a:lnTo>
                <a:cubicBezTo>
                  <a:pt x="50156" y="20560"/>
                  <a:pt x="50703" y="20187"/>
                  <a:pt x="51226" y="19863"/>
                </a:cubicBezTo>
                <a:cubicBezTo>
                  <a:pt x="51575" y="19639"/>
                  <a:pt x="51873" y="19390"/>
                  <a:pt x="52222" y="19166"/>
                </a:cubicBezTo>
                <a:lnTo>
                  <a:pt x="53068" y="18619"/>
                </a:lnTo>
                <a:cubicBezTo>
                  <a:pt x="54480" y="17653"/>
                  <a:pt x="55941" y="16761"/>
                  <a:pt x="57354" y="15918"/>
                </a:cubicBezTo>
                <a:close/>
                <a:moveTo>
                  <a:pt x="70840" y="20884"/>
                </a:moveTo>
                <a:cubicBezTo>
                  <a:pt x="70890" y="20909"/>
                  <a:pt x="70915" y="20909"/>
                  <a:pt x="70940" y="20934"/>
                </a:cubicBezTo>
                <a:cubicBezTo>
                  <a:pt x="70915" y="20934"/>
                  <a:pt x="70915" y="20983"/>
                  <a:pt x="70890" y="20983"/>
                </a:cubicBezTo>
                <a:cubicBezTo>
                  <a:pt x="70840" y="20934"/>
                  <a:pt x="70815" y="20909"/>
                  <a:pt x="70790" y="20909"/>
                </a:cubicBezTo>
                <a:cubicBezTo>
                  <a:pt x="70815" y="20909"/>
                  <a:pt x="70815" y="20884"/>
                  <a:pt x="70840" y="20884"/>
                </a:cubicBezTo>
                <a:close/>
                <a:moveTo>
                  <a:pt x="49484" y="21033"/>
                </a:moveTo>
                <a:lnTo>
                  <a:pt x="49509" y="21058"/>
                </a:lnTo>
                <a:lnTo>
                  <a:pt x="49533" y="21083"/>
                </a:lnTo>
                <a:lnTo>
                  <a:pt x="49509" y="21133"/>
                </a:lnTo>
                <a:lnTo>
                  <a:pt x="49484" y="21158"/>
                </a:lnTo>
                <a:lnTo>
                  <a:pt x="49409" y="21058"/>
                </a:lnTo>
                <a:lnTo>
                  <a:pt x="49484" y="21033"/>
                </a:lnTo>
                <a:close/>
                <a:moveTo>
                  <a:pt x="69421" y="20436"/>
                </a:moveTo>
                <a:cubicBezTo>
                  <a:pt x="69745" y="20560"/>
                  <a:pt x="70069" y="20734"/>
                  <a:pt x="70417" y="20884"/>
                </a:cubicBezTo>
                <a:cubicBezTo>
                  <a:pt x="70019" y="21058"/>
                  <a:pt x="69596" y="21282"/>
                  <a:pt x="69197" y="21506"/>
                </a:cubicBezTo>
                <a:cubicBezTo>
                  <a:pt x="69272" y="21158"/>
                  <a:pt x="69322" y="20784"/>
                  <a:pt x="69421" y="20436"/>
                </a:cubicBezTo>
                <a:close/>
                <a:moveTo>
                  <a:pt x="69173" y="20336"/>
                </a:moveTo>
                <a:cubicBezTo>
                  <a:pt x="69173" y="20361"/>
                  <a:pt x="69197" y="20361"/>
                  <a:pt x="69247" y="20386"/>
                </a:cubicBezTo>
                <a:cubicBezTo>
                  <a:pt x="69148" y="20784"/>
                  <a:pt x="69048" y="21232"/>
                  <a:pt x="68973" y="21631"/>
                </a:cubicBezTo>
                <a:cubicBezTo>
                  <a:pt x="68949" y="21631"/>
                  <a:pt x="68949" y="21655"/>
                  <a:pt x="68924" y="21655"/>
                </a:cubicBezTo>
                <a:cubicBezTo>
                  <a:pt x="68973" y="21207"/>
                  <a:pt x="69073" y="20784"/>
                  <a:pt x="69173" y="20336"/>
                </a:cubicBezTo>
                <a:close/>
                <a:moveTo>
                  <a:pt x="70616" y="21008"/>
                </a:moveTo>
                <a:cubicBezTo>
                  <a:pt x="70641" y="21033"/>
                  <a:pt x="70666" y="21033"/>
                  <a:pt x="70691" y="21058"/>
                </a:cubicBezTo>
                <a:cubicBezTo>
                  <a:pt x="70168" y="21307"/>
                  <a:pt x="69670" y="21606"/>
                  <a:pt x="69148" y="21855"/>
                </a:cubicBezTo>
                <a:lnTo>
                  <a:pt x="69148" y="21755"/>
                </a:lnTo>
                <a:cubicBezTo>
                  <a:pt x="69646" y="21506"/>
                  <a:pt x="70118" y="21257"/>
                  <a:pt x="70616" y="21008"/>
                </a:cubicBezTo>
                <a:close/>
                <a:moveTo>
                  <a:pt x="68924" y="21855"/>
                </a:moveTo>
                <a:lnTo>
                  <a:pt x="68924" y="21929"/>
                </a:lnTo>
                <a:cubicBezTo>
                  <a:pt x="68899" y="21929"/>
                  <a:pt x="68899" y="21954"/>
                  <a:pt x="68874" y="21954"/>
                </a:cubicBezTo>
                <a:lnTo>
                  <a:pt x="68874" y="21879"/>
                </a:lnTo>
                <a:cubicBezTo>
                  <a:pt x="68899" y="21879"/>
                  <a:pt x="68899" y="21855"/>
                  <a:pt x="68924" y="21855"/>
                </a:cubicBezTo>
                <a:close/>
                <a:moveTo>
                  <a:pt x="74026" y="19714"/>
                </a:moveTo>
                <a:lnTo>
                  <a:pt x="74026" y="19764"/>
                </a:lnTo>
                <a:cubicBezTo>
                  <a:pt x="73977" y="19913"/>
                  <a:pt x="73902" y="20038"/>
                  <a:pt x="73802" y="20187"/>
                </a:cubicBezTo>
                <a:cubicBezTo>
                  <a:pt x="73728" y="20336"/>
                  <a:pt x="73653" y="20535"/>
                  <a:pt x="73553" y="20685"/>
                </a:cubicBezTo>
                <a:cubicBezTo>
                  <a:pt x="73504" y="20809"/>
                  <a:pt x="73429" y="20958"/>
                  <a:pt x="73379" y="21083"/>
                </a:cubicBezTo>
                <a:cubicBezTo>
                  <a:pt x="73304" y="21257"/>
                  <a:pt x="73230" y="21431"/>
                  <a:pt x="73155" y="21631"/>
                </a:cubicBezTo>
                <a:cubicBezTo>
                  <a:pt x="73105" y="21755"/>
                  <a:pt x="73056" y="21904"/>
                  <a:pt x="73006" y="22029"/>
                </a:cubicBezTo>
                <a:cubicBezTo>
                  <a:pt x="72981" y="22103"/>
                  <a:pt x="72981" y="22128"/>
                  <a:pt x="72931" y="22178"/>
                </a:cubicBezTo>
                <a:cubicBezTo>
                  <a:pt x="72483" y="21705"/>
                  <a:pt x="71935" y="21307"/>
                  <a:pt x="71363" y="20934"/>
                </a:cubicBezTo>
                <a:cubicBezTo>
                  <a:pt x="72259" y="20510"/>
                  <a:pt x="73130" y="20087"/>
                  <a:pt x="74026" y="19714"/>
                </a:cubicBezTo>
                <a:close/>
                <a:moveTo>
                  <a:pt x="71139" y="21033"/>
                </a:moveTo>
                <a:cubicBezTo>
                  <a:pt x="71761" y="21407"/>
                  <a:pt x="72359" y="21879"/>
                  <a:pt x="72856" y="22377"/>
                </a:cubicBezTo>
                <a:cubicBezTo>
                  <a:pt x="72881" y="22402"/>
                  <a:pt x="72856" y="22427"/>
                  <a:pt x="72856" y="22427"/>
                </a:cubicBezTo>
                <a:cubicBezTo>
                  <a:pt x="72309" y="21904"/>
                  <a:pt x="71736" y="21431"/>
                  <a:pt x="71064" y="21058"/>
                </a:cubicBezTo>
                <a:cubicBezTo>
                  <a:pt x="71114" y="21058"/>
                  <a:pt x="71114" y="21033"/>
                  <a:pt x="71139" y="21033"/>
                </a:cubicBezTo>
                <a:close/>
                <a:moveTo>
                  <a:pt x="57374" y="16179"/>
                </a:moveTo>
                <a:lnTo>
                  <a:pt x="57374" y="16179"/>
                </a:lnTo>
                <a:cubicBezTo>
                  <a:pt x="57250" y="17499"/>
                  <a:pt x="57250" y="18793"/>
                  <a:pt x="57324" y="20137"/>
                </a:cubicBezTo>
                <a:cubicBezTo>
                  <a:pt x="55308" y="20685"/>
                  <a:pt x="53217" y="21506"/>
                  <a:pt x="51102" y="22502"/>
                </a:cubicBezTo>
                <a:cubicBezTo>
                  <a:pt x="51102" y="22477"/>
                  <a:pt x="51077" y="22477"/>
                  <a:pt x="51077" y="22427"/>
                </a:cubicBezTo>
                <a:cubicBezTo>
                  <a:pt x="50853" y="22178"/>
                  <a:pt x="50629" y="21954"/>
                  <a:pt x="50405" y="21705"/>
                </a:cubicBezTo>
                <a:cubicBezTo>
                  <a:pt x="50230" y="21506"/>
                  <a:pt x="50006" y="21282"/>
                  <a:pt x="49832" y="21058"/>
                </a:cubicBezTo>
                <a:cubicBezTo>
                  <a:pt x="50355" y="20685"/>
                  <a:pt x="50878" y="20311"/>
                  <a:pt x="51400" y="19988"/>
                </a:cubicBezTo>
                <a:cubicBezTo>
                  <a:pt x="51749" y="19764"/>
                  <a:pt x="52097" y="19515"/>
                  <a:pt x="52446" y="19291"/>
                </a:cubicBezTo>
                <a:lnTo>
                  <a:pt x="54313" y="18071"/>
                </a:lnTo>
                <a:cubicBezTo>
                  <a:pt x="54586" y="17897"/>
                  <a:pt x="54860" y="17698"/>
                  <a:pt x="55134" y="17548"/>
                </a:cubicBezTo>
                <a:cubicBezTo>
                  <a:pt x="55881" y="17075"/>
                  <a:pt x="56627" y="16603"/>
                  <a:pt x="57374" y="16179"/>
                </a:cubicBezTo>
                <a:close/>
                <a:moveTo>
                  <a:pt x="111508" y="15961"/>
                </a:moveTo>
                <a:lnTo>
                  <a:pt x="111508" y="15961"/>
                </a:lnTo>
                <a:cubicBezTo>
                  <a:pt x="112181" y="16960"/>
                  <a:pt x="113240" y="18615"/>
                  <a:pt x="114201" y="20635"/>
                </a:cubicBezTo>
                <a:cubicBezTo>
                  <a:pt x="114534" y="21324"/>
                  <a:pt x="114788" y="21974"/>
                  <a:pt x="115034" y="22566"/>
                </a:cubicBezTo>
                <a:lnTo>
                  <a:pt x="115034" y="22566"/>
                </a:lnTo>
                <a:cubicBezTo>
                  <a:pt x="115026" y="22557"/>
                  <a:pt x="115014" y="22552"/>
                  <a:pt x="114997" y="22552"/>
                </a:cubicBezTo>
                <a:cubicBezTo>
                  <a:pt x="114723" y="22153"/>
                  <a:pt x="114450" y="21755"/>
                  <a:pt x="114126" y="21332"/>
                </a:cubicBezTo>
                <a:lnTo>
                  <a:pt x="114051" y="21257"/>
                </a:lnTo>
                <a:cubicBezTo>
                  <a:pt x="113728" y="20884"/>
                  <a:pt x="113429" y="20510"/>
                  <a:pt x="113081" y="20137"/>
                </a:cubicBezTo>
                <a:cubicBezTo>
                  <a:pt x="113006" y="19838"/>
                  <a:pt x="112881" y="19565"/>
                  <a:pt x="112832" y="19291"/>
                </a:cubicBezTo>
                <a:lnTo>
                  <a:pt x="112558" y="18370"/>
                </a:lnTo>
                <a:cubicBezTo>
                  <a:pt x="112458" y="18071"/>
                  <a:pt x="112334" y="17822"/>
                  <a:pt x="112234" y="17573"/>
                </a:cubicBezTo>
                <a:cubicBezTo>
                  <a:pt x="112110" y="17275"/>
                  <a:pt x="112010" y="16951"/>
                  <a:pt x="111861" y="16677"/>
                </a:cubicBezTo>
                <a:cubicBezTo>
                  <a:pt x="111761" y="16428"/>
                  <a:pt x="111637" y="16204"/>
                  <a:pt x="111512" y="15980"/>
                </a:cubicBezTo>
                <a:cubicBezTo>
                  <a:pt x="111512" y="15974"/>
                  <a:pt x="111511" y="15967"/>
                  <a:pt x="111508" y="15961"/>
                </a:cubicBezTo>
                <a:close/>
                <a:moveTo>
                  <a:pt x="49633" y="21232"/>
                </a:moveTo>
                <a:cubicBezTo>
                  <a:pt x="49832" y="21407"/>
                  <a:pt x="50006" y="21631"/>
                  <a:pt x="50206" y="21805"/>
                </a:cubicBezTo>
                <a:cubicBezTo>
                  <a:pt x="50405" y="22054"/>
                  <a:pt x="50654" y="22278"/>
                  <a:pt x="50878" y="22527"/>
                </a:cubicBezTo>
                <a:lnTo>
                  <a:pt x="50902" y="22552"/>
                </a:lnTo>
                <a:cubicBezTo>
                  <a:pt x="50878" y="22552"/>
                  <a:pt x="50878" y="22601"/>
                  <a:pt x="50853" y="22601"/>
                </a:cubicBezTo>
                <a:lnTo>
                  <a:pt x="50778" y="22527"/>
                </a:lnTo>
                <a:cubicBezTo>
                  <a:pt x="50703" y="22402"/>
                  <a:pt x="50579" y="22303"/>
                  <a:pt x="50479" y="22178"/>
                </a:cubicBezTo>
                <a:cubicBezTo>
                  <a:pt x="50156" y="21855"/>
                  <a:pt x="49882" y="21531"/>
                  <a:pt x="49583" y="21232"/>
                </a:cubicBezTo>
                <a:lnTo>
                  <a:pt x="49583" y="21232"/>
                </a:lnTo>
                <a:cubicBezTo>
                  <a:pt x="49592" y="21241"/>
                  <a:pt x="49597" y="21243"/>
                  <a:pt x="49602" y="21243"/>
                </a:cubicBezTo>
                <a:cubicBezTo>
                  <a:pt x="49611" y="21243"/>
                  <a:pt x="49616" y="21232"/>
                  <a:pt x="49633" y="21232"/>
                </a:cubicBezTo>
                <a:close/>
                <a:moveTo>
                  <a:pt x="57349" y="20311"/>
                </a:moveTo>
                <a:lnTo>
                  <a:pt x="57349" y="20386"/>
                </a:lnTo>
                <a:cubicBezTo>
                  <a:pt x="55383" y="20934"/>
                  <a:pt x="53342" y="21705"/>
                  <a:pt x="51251" y="22676"/>
                </a:cubicBezTo>
                <a:cubicBezTo>
                  <a:pt x="51251" y="22676"/>
                  <a:pt x="51226" y="22676"/>
                  <a:pt x="51226" y="22651"/>
                </a:cubicBezTo>
                <a:cubicBezTo>
                  <a:pt x="53317" y="21655"/>
                  <a:pt x="55358" y="20884"/>
                  <a:pt x="57349" y="20311"/>
                </a:cubicBezTo>
                <a:close/>
                <a:moveTo>
                  <a:pt x="51077" y="22751"/>
                </a:moveTo>
                <a:cubicBezTo>
                  <a:pt x="51077" y="22776"/>
                  <a:pt x="51077" y="22776"/>
                  <a:pt x="51102" y="22800"/>
                </a:cubicBezTo>
                <a:cubicBezTo>
                  <a:pt x="51077" y="22800"/>
                  <a:pt x="51077" y="22825"/>
                  <a:pt x="51027" y="22825"/>
                </a:cubicBezTo>
                <a:cubicBezTo>
                  <a:pt x="51027" y="22800"/>
                  <a:pt x="51002" y="22800"/>
                  <a:pt x="51002" y="22776"/>
                </a:cubicBezTo>
                <a:cubicBezTo>
                  <a:pt x="51027" y="22776"/>
                  <a:pt x="51027" y="22751"/>
                  <a:pt x="51077" y="22751"/>
                </a:cubicBezTo>
                <a:close/>
                <a:moveTo>
                  <a:pt x="113329" y="18395"/>
                </a:moveTo>
                <a:lnTo>
                  <a:pt x="113329" y="18395"/>
                </a:lnTo>
                <a:cubicBezTo>
                  <a:pt x="113603" y="18893"/>
                  <a:pt x="113852" y="19316"/>
                  <a:pt x="113977" y="19540"/>
                </a:cubicBezTo>
                <a:cubicBezTo>
                  <a:pt x="114126" y="19814"/>
                  <a:pt x="114300" y="20137"/>
                  <a:pt x="114425" y="20436"/>
                </a:cubicBezTo>
                <a:cubicBezTo>
                  <a:pt x="115047" y="21780"/>
                  <a:pt x="115495" y="22975"/>
                  <a:pt x="115868" y="23995"/>
                </a:cubicBezTo>
                <a:cubicBezTo>
                  <a:pt x="115868" y="24020"/>
                  <a:pt x="115918" y="24045"/>
                  <a:pt x="115918" y="24095"/>
                </a:cubicBezTo>
                <a:cubicBezTo>
                  <a:pt x="115868" y="24045"/>
                  <a:pt x="115843" y="23995"/>
                  <a:pt x="115843" y="23970"/>
                </a:cubicBezTo>
                <a:cubicBezTo>
                  <a:pt x="115843" y="23970"/>
                  <a:pt x="115843" y="23921"/>
                  <a:pt x="115819" y="23921"/>
                </a:cubicBezTo>
                <a:lnTo>
                  <a:pt x="115819" y="23896"/>
                </a:lnTo>
                <a:cubicBezTo>
                  <a:pt x="115769" y="23846"/>
                  <a:pt x="115744" y="23771"/>
                  <a:pt x="115719" y="23672"/>
                </a:cubicBezTo>
                <a:cubicBezTo>
                  <a:pt x="115370" y="22726"/>
                  <a:pt x="114947" y="21655"/>
                  <a:pt x="114375" y="20436"/>
                </a:cubicBezTo>
                <a:cubicBezTo>
                  <a:pt x="114026" y="19739"/>
                  <a:pt x="113653" y="19017"/>
                  <a:pt x="113329" y="18395"/>
                </a:cubicBezTo>
                <a:close/>
                <a:moveTo>
                  <a:pt x="113180" y="20535"/>
                </a:moveTo>
                <a:lnTo>
                  <a:pt x="113180" y="20535"/>
                </a:lnTo>
                <a:cubicBezTo>
                  <a:pt x="113429" y="20809"/>
                  <a:pt x="113678" y="21058"/>
                  <a:pt x="113877" y="21382"/>
                </a:cubicBezTo>
                <a:cubicBezTo>
                  <a:pt x="113927" y="21407"/>
                  <a:pt x="113952" y="21431"/>
                  <a:pt x="113952" y="21481"/>
                </a:cubicBezTo>
                <a:cubicBezTo>
                  <a:pt x="114250" y="21879"/>
                  <a:pt x="114524" y="22278"/>
                  <a:pt x="114823" y="22676"/>
                </a:cubicBezTo>
                <a:cubicBezTo>
                  <a:pt x="114823" y="22726"/>
                  <a:pt x="114848" y="22726"/>
                  <a:pt x="114848" y="22751"/>
                </a:cubicBezTo>
                <a:cubicBezTo>
                  <a:pt x="115097" y="23124"/>
                  <a:pt x="115296" y="23497"/>
                  <a:pt x="115495" y="23871"/>
                </a:cubicBezTo>
                <a:cubicBezTo>
                  <a:pt x="115545" y="23995"/>
                  <a:pt x="115595" y="24120"/>
                  <a:pt x="115619" y="24244"/>
                </a:cubicBezTo>
                <a:cubicBezTo>
                  <a:pt x="115221" y="23398"/>
                  <a:pt x="114723" y="22626"/>
                  <a:pt x="114176" y="21855"/>
                </a:cubicBezTo>
                <a:cubicBezTo>
                  <a:pt x="114126" y="21805"/>
                  <a:pt x="114101" y="21755"/>
                  <a:pt x="114076" y="21705"/>
                </a:cubicBezTo>
                <a:cubicBezTo>
                  <a:pt x="113802" y="21332"/>
                  <a:pt x="113504" y="21008"/>
                  <a:pt x="113205" y="20660"/>
                </a:cubicBezTo>
                <a:cubicBezTo>
                  <a:pt x="113230" y="20660"/>
                  <a:pt x="113230" y="20660"/>
                  <a:pt x="113205" y="20635"/>
                </a:cubicBezTo>
                <a:lnTo>
                  <a:pt x="113180" y="20535"/>
                </a:lnTo>
                <a:close/>
                <a:moveTo>
                  <a:pt x="93143" y="14935"/>
                </a:moveTo>
                <a:cubicBezTo>
                  <a:pt x="93889" y="18021"/>
                  <a:pt x="94014" y="21506"/>
                  <a:pt x="93516" y="25215"/>
                </a:cubicBezTo>
                <a:lnTo>
                  <a:pt x="93441" y="25215"/>
                </a:lnTo>
                <a:cubicBezTo>
                  <a:pt x="93939" y="21506"/>
                  <a:pt x="93840" y="18046"/>
                  <a:pt x="93068" y="14935"/>
                </a:cubicBezTo>
                <a:close/>
                <a:moveTo>
                  <a:pt x="93466" y="25389"/>
                </a:moveTo>
                <a:lnTo>
                  <a:pt x="93466" y="25464"/>
                </a:lnTo>
                <a:lnTo>
                  <a:pt x="93417" y="25464"/>
                </a:lnTo>
                <a:lnTo>
                  <a:pt x="93417" y="25389"/>
                </a:lnTo>
                <a:close/>
                <a:moveTo>
                  <a:pt x="97623" y="14512"/>
                </a:moveTo>
                <a:cubicBezTo>
                  <a:pt x="98245" y="14512"/>
                  <a:pt x="98868" y="14537"/>
                  <a:pt x="99490" y="14562"/>
                </a:cubicBezTo>
                <a:cubicBezTo>
                  <a:pt x="100983" y="14711"/>
                  <a:pt x="102427" y="15010"/>
                  <a:pt x="103771" y="15383"/>
                </a:cubicBezTo>
                <a:cubicBezTo>
                  <a:pt x="104593" y="18619"/>
                  <a:pt x="104742" y="22178"/>
                  <a:pt x="104344" y="25986"/>
                </a:cubicBezTo>
                <a:cubicBezTo>
                  <a:pt x="102139" y="25309"/>
                  <a:pt x="99740" y="24983"/>
                  <a:pt x="97155" y="24983"/>
                </a:cubicBezTo>
                <a:cubicBezTo>
                  <a:pt x="96035" y="24983"/>
                  <a:pt x="94880" y="25045"/>
                  <a:pt x="93690" y="25165"/>
                </a:cubicBezTo>
                <a:cubicBezTo>
                  <a:pt x="94188" y="21481"/>
                  <a:pt x="94089" y="17996"/>
                  <a:pt x="93317" y="14885"/>
                </a:cubicBezTo>
                <a:cubicBezTo>
                  <a:pt x="93441" y="14835"/>
                  <a:pt x="93541" y="14810"/>
                  <a:pt x="93665" y="14810"/>
                </a:cubicBezTo>
                <a:cubicBezTo>
                  <a:pt x="93939" y="14786"/>
                  <a:pt x="94263" y="14761"/>
                  <a:pt x="94537" y="14711"/>
                </a:cubicBezTo>
                <a:cubicBezTo>
                  <a:pt x="94910" y="14686"/>
                  <a:pt x="95283" y="14636"/>
                  <a:pt x="95657" y="14586"/>
                </a:cubicBezTo>
                <a:cubicBezTo>
                  <a:pt x="95955" y="14562"/>
                  <a:pt x="96279" y="14562"/>
                  <a:pt x="96627" y="14562"/>
                </a:cubicBezTo>
                <a:cubicBezTo>
                  <a:pt x="96926" y="14537"/>
                  <a:pt x="97275" y="14512"/>
                  <a:pt x="97623" y="14512"/>
                </a:cubicBezTo>
                <a:close/>
                <a:moveTo>
                  <a:pt x="103995" y="15433"/>
                </a:moveTo>
                <a:cubicBezTo>
                  <a:pt x="104020" y="15433"/>
                  <a:pt x="104045" y="15433"/>
                  <a:pt x="104045" y="15458"/>
                </a:cubicBezTo>
                <a:cubicBezTo>
                  <a:pt x="104842" y="18693"/>
                  <a:pt x="104991" y="22278"/>
                  <a:pt x="104593" y="26086"/>
                </a:cubicBezTo>
                <a:cubicBezTo>
                  <a:pt x="104543" y="26086"/>
                  <a:pt x="104543" y="26086"/>
                  <a:pt x="104518" y="26036"/>
                </a:cubicBezTo>
                <a:cubicBezTo>
                  <a:pt x="104916" y="22253"/>
                  <a:pt x="104792" y="18669"/>
                  <a:pt x="103995" y="15433"/>
                </a:cubicBezTo>
                <a:close/>
                <a:moveTo>
                  <a:pt x="116247" y="25401"/>
                </a:moveTo>
                <a:cubicBezTo>
                  <a:pt x="116259" y="25416"/>
                  <a:pt x="116291" y="25424"/>
                  <a:pt x="116291" y="25464"/>
                </a:cubicBezTo>
                <a:lnTo>
                  <a:pt x="116291" y="25489"/>
                </a:lnTo>
                <a:cubicBezTo>
                  <a:pt x="116366" y="25711"/>
                  <a:pt x="116440" y="25934"/>
                  <a:pt x="116490" y="26156"/>
                </a:cubicBezTo>
                <a:lnTo>
                  <a:pt x="116490" y="26156"/>
                </a:lnTo>
                <a:cubicBezTo>
                  <a:pt x="116481" y="26132"/>
                  <a:pt x="116473" y="26109"/>
                  <a:pt x="116466" y="26086"/>
                </a:cubicBezTo>
                <a:cubicBezTo>
                  <a:pt x="116392" y="25866"/>
                  <a:pt x="116343" y="25645"/>
                  <a:pt x="116247" y="25401"/>
                </a:cubicBezTo>
                <a:close/>
                <a:moveTo>
                  <a:pt x="44281" y="16802"/>
                </a:moveTo>
                <a:cubicBezTo>
                  <a:pt x="44481" y="16926"/>
                  <a:pt x="44630" y="17051"/>
                  <a:pt x="44804" y="17175"/>
                </a:cubicBezTo>
                <a:lnTo>
                  <a:pt x="45277" y="17548"/>
                </a:lnTo>
                <a:cubicBezTo>
                  <a:pt x="45302" y="17573"/>
                  <a:pt x="45327" y="17573"/>
                  <a:pt x="45327" y="17623"/>
                </a:cubicBezTo>
                <a:cubicBezTo>
                  <a:pt x="45700" y="17922"/>
                  <a:pt x="46123" y="18245"/>
                  <a:pt x="46497" y="18569"/>
                </a:cubicBezTo>
                <a:cubicBezTo>
                  <a:pt x="46497" y="18569"/>
                  <a:pt x="46522" y="18569"/>
                  <a:pt x="46522" y="18594"/>
                </a:cubicBezTo>
                <a:cubicBezTo>
                  <a:pt x="46671" y="18768"/>
                  <a:pt x="46870" y="18917"/>
                  <a:pt x="47044" y="19067"/>
                </a:cubicBezTo>
                <a:cubicBezTo>
                  <a:pt x="47069" y="19092"/>
                  <a:pt x="47144" y="19141"/>
                  <a:pt x="47169" y="19191"/>
                </a:cubicBezTo>
                <a:cubicBezTo>
                  <a:pt x="47293" y="19316"/>
                  <a:pt x="47443" y="19440"/>
                  <a:pt x="47567" y="19565"/>
                </a:cubicBezTo>
                <a:cubicBezTo>
                  <a:pt x="47667" y="19664"/>
                  <a:pt x="47766" y="19739"/>
                  <a:pt x="47816" y="19814"/>
                </a:cubicBezTo>
                <a:lnTo>
                  <a:pt x="48115" y="20112"/>
                </a:lnTo>
                <a:cubicBezTo>
                  <a:pt x="48239" y="20237"/>
                  <a:pt x="48388" y="20361"/>
                  <a:pt x="48513" y="20510"/>
                </a:cubicBezTo>
                <a:lnTo>
                  <a:pt x="48712" y="20685"/>
                </a:lnTo>
                <a:lnTo>
                  <a:pt x="49061" y="21058"/>
                </a:lnTo>
                <a:cubicBezTo>
                  <a:pt x="48289" y="21631"/>
                  <a:pt x="47542" y="22178"/>
                  <a:pt x="46771" y="22751"/>
                </a:cubicBezTo>
                <a:cubicBezTo>
                  <a:pt x="46621" y="22875"/>
                  <a:pt x="46447" y="22975"/>
                  <a:pt x="46298" y="23099"/>
                </a:cubicBezTo>
                <a:cubicBezTo>
                  <a:pt x="45551" y="23672"/>
                  <a:pt x="44779" y="24244"/>
                  <a:pt x="44033" y="24841"/>
                </a:cubicBezTo>
                <a:cubicBezTo>
                  <a:pt x="43809" y="24991"/>
                  <a:pt x="43634" y="25165"/>
                  <a:pt x="43410" y="25314"/>
                </a:cubicBezTo>
                <a:lnTo>
                  <a:pt x="42390" y="26161"/>
                </a:lnTo>
                <a:cubicBezTo>
                  <a:pt x="41718" y="24916"/>
                  <a:pt x="41170" y="23696"/>
                  <a:pt x="40722" y="22601"/>
                </a:cubicBezTo>
                <a:cubicBezTo>
                  <a:pt x="40697" y="22527"/>
                  <a:pt x="40672" y="22452"/>
                  <a:pt x="40647" y="22377"/>
                </a:cubicBezTo>
                <a:cubicBezTo>
                  <a:pt x="40523" y="22054"/>
                  <a:pt x="40423" y="21755"/>
                  <a:pt x="40299" y="21431"/>
                </a:cubicBezTo>
                <a:cubicBezTo>
                  <a:pt x="40224" y="21282"/>
                  <a:pt x="40174" y="21083"/>
                  <a:pt x="40100" y="20934"/>
                </a:cubicBezTo>
                <a:cubicBezTo>
                  <a:pt x="40025" y="20685"/>
                  <a:pt x="39950" y="20461"/>
                  <a:pt x="39901" y="20237"/>
                </a:cubicBezTo>
                <a:cubicBezTo>
                  <a:pt x="39826" y="20038"/>
                  <a:pt x="39776" y="19838"/>
                  <a:pt x="39726" y="19689"/>
                </a:cubicBezTo>
                <a:cubicBezTo>
                  <a:pt x="40398" y="19216"/>
                  <a:pt x="41071" y="18768"/>
                  <a:pt x="41718" y="18320"/>
                </a:cubicBezTo>
                <a:cubicBezTo>
                  <a:pt x="41917" y="18196"/>
                  <a:pt x="42141" y="18071"/>
                  <a:pt x="42315" y="17947"/>
                </a:cubicBezTo>
                <a:cubicBezTo>
                  <a:pt x="42838" y="17598"/>
                  <a:pt x="43336" y="17300"/>
                  <a:pt x="43883" y="16951"/>
                </a:cubicBezTo>
                <a:cubicBezTo>
                  <a:pt x="44057" y="16926"/>
                  <a:pt x="44157" y="16876"/>
                  <a:pt x="44281" y="16802"/>
                </a:cubicBezTo>
                <a:close/>
                <a:moveTo>
                  <a:pt x="97037" y="25188"/>
                </a:moveTo>
                <a:cubicBezTo>
                  <a:pt x="99657" y="25188"/>
                  <a:pt x="102099" y="25526"/>
                  <a:pt x="104294" y="26210"/>
                </a:cubicBezTo>
                <a:lnTo>
                  <a:pt x="104294" y="26260"/>
                </a:lnTo>
                <a:cubicBezTo>
                  <a:pt x="102077" y="25574"/>
                  <a:pt x="99636" y="25249"/>
                  <a:pt x="97015" y="25249"/>
                </a:cubicBezTo>
                <a:cubicBezTo>
                  <a:pt x="95929" y="25249"/>
                  <a:pt x="94811" y="25305"/>
                  <a:pt x="93665" y="25414"/>
                </a:cubicBezTo>
                <a:lnTo>
                  <a:pt x="93665" y="25364"/>
                </a:lnTo>
                <a:cubicBezTo>
                  <a:pt x="94817" y="25247"/>
                  <a:pt x="95943" y="25188"/>
                  <a:pt x="97037" y="25188"/>
                </a:cubicBezTo>
                <a:close/>
                <a:moveTo>
                  <a:pt x="104244" y="15532"/>
                </a:moveTo>
                <a:lnTo>
                  <a:pt x="104244" y="15532"/>
                </a:lnTo>
                <a:cubicBezTo>
                  <a:pt x="104543" y="15607"/>
                  <a:pt x="104866" y="15756"/>
                  <a:pt x="105165" y="15831"/>
                </a:cubicBezTo>
                <a:cubicBezTo>
                  <a:pt x="105912" y="19166"/>
                  <a:pt x="105887" y="22751"/>
                  <a:pt x="105115" y="26260"/>
                </a:cubicBezTo>
                <a:cubicBezTo>
                  <a:pt x="104991" y="26235"/>
                  <a:pt x="104866" y="26161"/>
                  <a:pt x="104742" y="26136"/>
                </a:cubicBezTo>
                <a:cubicBezTo>
                  <a:pt x="105165" y="22352"/>
                  <a:pt x="105016" y="18768"/>
                  <a:pt x="104244" y="15532"/>
                </a:cubicBezTo>
                <a:close/>
                <a:moveTo>
                  <a:pt x="39652" y="19863"/>
                </a:moveTo>
                <a:lnTo>
                  <a:pt x="39751" y="20137"/>
                </a:lnTo>
                <a:cubicBezTo>
                  <a:pt x="39801" y="20411"/>
                  <a:pt x="39901" y="20685"/>
                  <a:pt x="40000" y="21008"/>
                </a:cubicBezTo>
                <a:cubicBezTo>
                  <a:pt x="40025" y="21058"/>
                  <a:pt x="40050" y="21158"/>
                  <a:pt x="40075" y="21232"/>
                </a:cubicBezTo>
                <a:cubicBezTo>
                  <a:pt x="40622" y="22751"/>
                  <a:pt x="41369" y="24493"/>
                  <a:pt x="42290" y="26285"/>
                </a:cubicBezTo>
                <a:lnTo>
                  <a:pt x="42265" y="26335"/>
                </a:lnTo>
                <a:cubicBezTo>
                  <a:pt x="41618" y="25041"/>
                  <a:pt x="41046" y="23846"/>
                  <a:pt x="40573" y="22726"/>
                </a:cubicBezTo>
                <a:cubicBezTo>
                  <a:pt x="40548" y="22626"/>
                  <a:pt x="40523" y="22552"/>
                  <a:pt x="40498" y="22477"/>
                </a:cubicBezTo>
                <a:cubicBezTo>
                  <a:pt x="40349" y="22153"/>
                  <a:pt x="40274" y="21879"/>
                  <a:pt x="40150" y="21606"/>
                </a:cubicBezTo>
                <a:lnTo>
                  <a:pt x="39950" y="21033"/>
                </a:lnTo>
                <a:cubicBezTo>
                  <a:pt x="39901" y="20809"/>
                  <a:pt x="39826" y="20610"/>
                  <a:pt x="39751" y="20386"/>
                </a:cubicBezTo>
                <a:cubicBezTo>
                  <a:pt x="39677" y="20237"/>
                  <a:pt x="39652" y="20038"/>
                  <a:pt x="39577" y="19888"/>
                </a:cubicBezTo>
                <a:cubicBezTo>
                  <a:pt x="39627" y="19888"/>
                  <a:pt x="39627" y="19863"/>
                  <a:pt x="39652" y="19863"/>
                </a:cubicBezTo>
                <a:close/>
                <a:moveTo>
                  <a:pt x="104493" y="26235"/>
                </a:moveTo>
                <a:cubicBezTo>
                  <a:pt x="104518" y="26235"/>
                  <a:pt x="104518" y="26235"/>
                  <a:pt x="104543" y="26260"/>
                </a:cubicBezTo>
                <a:lnTo>
                  <a:pt x="104543" y="26335"/>
                </a:lnTo>
                <a:cubicBezTo>
                  <a:pt x="104518" y="26335"/>
                  <a:pt x="104518" y="26335"/>
                  <a:pt x="104493" y="26285"/>
                </a:cubicBezTo>
                <a:lnTo>
                  <a:pt x="104493" y="26235"/>
                </a:lnTo>
                <a:close/>
                <a:moveTo>
                  <a:pt x="105414" y="15931"/>
                </a:moveTo>
                <a:cubicBezTo>
                  <a:pt x="105464" y="15931"/>
                  <a:pt x="105489" y="15955"/>
                  <a:pt x="105489" y="15955"/>
                </a:cubicBezTo>
                <a:cubicBezTo>
                  <a:pt x="106161" y="19266"/>
                  <a:pt x="106136" y="22850"/>
                  <a:pt x="105364" y="26360"/>
                </a:cubicBezTo>
                <a:cubicBezTo>
                  <a:pt x="105339" y="26360"/>
                  <a:pt x="105339" y="26360"/>
                  <a:pt x="105290" y="26335"/>
                </a:cubicBezTo>
                <a:cubicBezTo>
                  <a:pt x="106086" y="22850"/>
                  <a:pt x="106111" y="19266"/>
                  <a:pt x="105414" y="15931"/>
                </a:cubicBezTo>
                <a:close/>
                <a:moveTo>
                  <a:pt x="116518" y="26231"/>
                </a:moveTo>
                <a:lnTo>
                  <a:pt x="116518" y="26231"/>
                </a:lnTo>
                <a:cubicBezTo>
                  <a:pt x="116524" y="26234"/>
                  <a:pt x="116531" y="26235"/>
                  <a:pt x="116540" y="26235"/>
                </a:cubicBezTo>
                <a:cubicBezTo>
                  <a:pt x="116559" y="26272"/>
                  <a:pt x="116564" y="26323"/>
                  <a:pt x="116575" y="26367"/>
                </a:cubicBezTo>
                <a:lnTo>
                  <a:pt x="116575" y="26367"/>
                </a:lnTo>
                <a:cubicBezTo>
                  <a:pt x="116570" y="26356"/>
                  <a:pt x="116565" y="26346"/>
                  <a:pt x="116565" y="26335"/>
                </a:cubicBezTo>
                <a:cubicBezTo>
                  <a:pt x="116546" y="26297"/>
                  <a:pt x="116531" y="26263"/>
                  <a:pt x="116518" y="26231"/>
                </a:cubicBezTo>
                <a:close/>
                <a:moveTo>
                  <a:pt x="49260" y="21183"/>
                </a:moveTo>
                <a:cubicBezTo>
                  <a:pt x="49260" y="21183"/>
                  <a:pt x="49260" y="21232"/>
                  <a:pt x="49285" y="21257"/>
                </a:cubicBezTo>
                <a:cubicBezTo>
                  <a:pt x="48513" y="21805"/>
                  <a:pt x="47741" y="22402"/>
                  <a:pt x="46970" y="22975"/>
                </a:cubicBezTo>
                <a:cubicBezTo>
                  <a:pt x="46795" y="23099"/>
                  <a:pt x="46646" y="23224"/>
                  <a:pt x="46472" y="23348"/>
                </a:cubicBezTo>
                <a:cubicBezTo>
                  <a:pt x="45725" y="23896"/>
                  <a:pt x="44978" y="24493"/>
                  <a:pt x="44257" y="25041"/>
                </a:cubicBezTo>
                <a:cubicBezTo>
                  <a:pt x="44033" y="25240"/>
                  <a:pt x="43809" y="25389"/>
                  <a:pt x="43609" y="25588"/>
                </a:cubicBezTo>
                <a:lnTo>
                  <a:pt x="42564" y="26410"/>
                </a:lnTo>
                <a:cubicBezTo>
                  <a:pt x="42564" y="26385"/>
                  <a:pt x="42539" y="26385"/>
                  <a:pt x="42539" y="26360"/>
                </a:cubicBezTo>
                <a:cubicBezTo>
                  <a:pt x="42888" y="26086"/>
                  <a:pt x="43236" y="25762"/>
                  <a:pt x="43609" y="25489"/>
                </a:cubicBezTo>
                <a:cubicBezTo>
                  <a:pt x="43809" y="25290"/>
                  <a:pt x="44033" y="25140"/>
                  <a:pt x="44257" y="24966"/>
                </a:cubicBezTo>
                <a:cubicBezTo>
                  <a:pt x="45003" y="24369"/>
                  <a:pt x="45750" y="23771"/>
                  <a:pt x="46497" y="23224"/>
                </a:cubicBezTo>
                <a:cubicBezTo>
                  <a:pt x="46646" y="23099"/>
                  <a:pt x="46795" y="23000"/>
                  <a:pt x="46970" y="22875"/>
                </a:cubicBezTo>
                <a:cubicBezTo>
                  <a:pt x="47741" y="22303"/>
                  <a:pt x="48488" y="21730"/>
                  <a:pt x="49260" y="21183"/>
                </a:cubicBezTo>
                <a:close/>
                <a:moveTo>
                  <a:pt x="81519" y="16827"/>
                </a:moveTo>
                <a:cubicBezTo>
                  <a:pt x="81568" y="16926"/>
                  <a:pt x="81618" y="17026"/>
                  <a:pt x="81643" y="17125"/>
                </a:cubicBezTo>
                <a:cubicBezTo>
                  <a:pt x="81718" y="17250"/>
                  <a:pt x="81743" y="17374"/>
                  <a:pt x="81817" y="17499"/>
                </a:cubicBezTo>
                <a:cubicBezTo>
                  <a:pt x="81942" y="17972"/>
                  <a:pt x="82091" y="18420"/>
                  <a:pt x="82216" y="18868"/>
                </a:cubicBezTo>
                <a:cubicBezTo>
                  <a:pt x="82216" y="18893"/>
                  <a:pt x="82240" y="18942"/>
                  <a:pt x="82240" y="18992"/>
                </a:cubicBezTo>
                <a:cubicBezTo>
                  <a:pt x="82191" y="19017"/>
                  <a:pt x="82141" y="19042"/>
                  <a:pt x="82091" y="19117"/>
                </a:cubicBezTo>
                <a:cubicBezTo>
                  <a:pt x="81817" y="19316"/>
                  <a:pt x="81519" y="19515"/>
                  <a:pt x="81270" y="19739"/>
                </a:cubicBezTo>
                <a:cubicBezTo>
                  <a:pt x="81220" y="19789"/>
                  <a:pt x="81120" y="19863"/>
                  <a:pt x="81071" y="19913"/>
                </a:cubicBezTo>
                <a:cubicBezTo>
                  <a:pt x="81021" y="19938"/>
                  <a:pt x="80996" y="19988"/>
                  <a:pt x="80946" y="20013"/>
                </a:cubicBezTo>
                <a:cubicBezTo>
                  <a:pt x="80896" y="20038"/>
                  <a:pt x="80871" y="20038"/>
                  <a:pt x="80871" y="20062"/>
                </a:cubicBezTo>
                <a:cubicBezTo>
                  <a:pt x="80622" y="20262"/>
                  <a:pt x="80398" y="20486"/>
                  <a:pt x="80199" y="20660"/>
                </a:cubicBezTo>
                <a:cubicBezTo>
                  <a:pt x="80125" y="20734"/>
                  <a:pt x="80025" y="20784"/>
                  <a:pt x="79975" y="20859"/>
                </a:cubicBezTo>
                <a:cubicBezTo>
                  <a:pt x="79652" y="21158"/>
                  <a:pt x="79353" y="21431"/>
                  <a:pt x="79029" y="21755"/>
                </a:cubicBezTo>
                <a:lnTo>
                  <a:pt x="78855" y="21929"/>
                </a:lnTo>
                <a:cubicBezTo>
                  <a:pt x="78606" y="22178"/>
                  <a:pt x="78382" y="22427"/>
                  <a:pt x="78158" y="22676"/>
                </a:cubicBezTo>
                <a:cubicBezTo>
                  <a:pt x="78084" y="22776"/>
                  <a:pt x="77984" y="22900"/>
                  <a:pt x="77909" y="23000"/>
                </a:cubicBezTo>
                <a:cubicBezTo>
                  <a:pt x="77710" y="23248"/>
                  <a:pt x="77511" y="23522"/>
                  <a:pt x="77287" y="23771"/>
                </a:cubicBezTo>
                <a:cubicBezTo>
                  <a:pt x="77237" y="23871"/>
                  <a:pt x="77138" y="23995"/>
                  <a:pt x="77088" y="24095"/>
                </a:cubicBezTo>
                <a:cubicBezTo>
                  <a:pt x="76889" y="24369"/>
                  <a:pt x="76665" y="24642"/>
                  <a:pt x="76515" y="24916"/>
                </a:cubicBezTo>
                <a:cubicBezTo>
                  <a:pt x="76391" y="25115"/>
                  <a:pt x="76291" y="25265"/>
                  <a:pt x="76167" y="25464"/>
                </a:cubicBezTo>
                <a:cubicBezTo>
                  <a:pt x="76092" y="25588"/>
                  <a:pt x="76018" y="25738"/>
                  <a:pt x="75918" y="25862"/>
                </a:cubicBezTo>
                <a:lnTo>
                  <a:pt x="75545" y="26509"/>
                </a:lnTo>
                <a:cubicBezTo>
                  <a:pt x="75047" y="24916"/>
                  <a:pt x="74300" y="23597"/>
                  <a:pt x="73280" y="22477"/>
                </a:cubicBezTo>
                <a:cubicBezTo>
                  <a:pt x="73329" y="22352"/>
                  <a:pt x="73379" y="22178"/>
                  <a:pt x="73429" y="22054"/>
                </a:cubicBezTo>
                <a:cubicBezTo>
                  <a:pt x="73603" y="21655"/>
                  <a:pt x="73777" y="21232"/>
                  <a:pt x="73952" y="20809"/>
                </a:cubicBezTo>
                <a:lnTo>
                  <a:pt x="74151" y="20436"/>
                </a:lnTo>
                <a:cubicBezTo>
                  <a:pt x="74300" y="20112"/>
                  <a:pt x="74499" y="19764"/>
                  <a:pt x="74674" y="19390"/>
                </a:cubicBezTo>
                <a:cubicBezTo>
                  <a:pt x="76988" y="18395"/>
                  <a:pt x="79278" y="17548"/>
                  <a:pt x="81519" y="16827"/>
                </a:cubicBezTo>
                <a:close/>
                <a:moveTo>
                  <a:pt x="104717" y="26335"/>
                </a:moveTo>
                <a:cubicBezTo>
                  <a:pt x="104842" y="26360"/>
                  <a:pt x="104916" y="26385"/>
                  <a:pt x="105041" y="26459"/>
                </a:cubicBezTo>
                <a:lnTo>
                  <a:pt x="105041" y="26509"/>
                </a:lnTo>
                <a:cubicBezTo>
                  <a:pt x="104916" y="26484"/>
                  <a:pt x="104842" y="26459"/>
                  <a:pt x="104717" y="26385"/>
                </a:cubicBezTo>
                <a:lnTo>
                  <a:pt x="104717" y="26335"/>
                </a:lnTo>
                <a:close/>
                <a:moveTo>
                  <a:pt x="113329" y="21133"/>
                </a:moveTo>
                <a:lnTo>
                  <a:pt x="113329" y="21133"/>
                </a:lnTo>
                <a:cubicBezTo>
                  <a:pt x="114350" y="22377"/>
                  <a:pt x="115221" y="23746"/>
                  <a:pt x="115918" y="25265"/>
                </a:cubicBezTo>
                <a:cubicBezTo>
                  <a:pt x="116067" y="25663"/>
                  <a:pt x="116217" y="26111"/>
                  <a:pt x="116366" y="26509"/>
                </a:cubicBezTo>
                <a:cubicBezTo>
                  <a:pt x="115619" y="24543"/>
                  <a:pt x="114599" y="22776"/>
                  <a:pt x="113354" y="21257"/>
                </a:cubicBezTo>
                <a:cubicBezTo>
                  <a:pt x="113354" y="21232"/>
                  <a:pt x="113329" y="21158"/>
                  <a:pt x="113329" y="21133"/>
                </a:cubicBezTo>
                <a:close/>
                <a:moveTo>
                  <a:pt x="42390" y="26484"/>
                </a:moveTo>
                <a:cubicBezTo>
                  <a:pt x="42390" y="26509"/>
                  <a:pt x="42415" y="26509"/>
                  <a:pt x="42415" y="26534"/>
                </a:cubicBezTo>
                <a:lnTo>
                  <a:pt x="42390" y="26559"/>
                </a:lnTo>
                <a:cubicBezTo>
                  <a:pt x="42390" y="26534"/>
                  <a:pt x="42365" y="26534"/>
                  <a:pt x="42365" y="26509"/>
                </a:cubicBezTo>
                <a:lnTo>
                  <a:pt x="42390" y="26484"/>
                </a:lnTo>
                <a:close/>
                <a:moveTo>
                  <a:pt x="92869" y="15010"/>
                </a:moveTo>
                <a:cubicBezTo>
                  <a:pt x="93641" y="18071"/>
                  <a:pt x="93765" y="21531"/>
                  <a:pt x="93267" y="25240"/>
                </a:cubicBezTo>
                <a:cubicBezTo>
                  <a:pt x="91052" y="25489"/>
                  <a:pt x="88737" y="25912"/>
                  <a:pt x="86347" y="26584"/>
                </a:cubicBezTo>
                <a:cubicBezTo>
                  <a:pt x="86123" y="23721"/>
                  <a:pt x="85551" y="20784"/>
                  <a:pt x="84605" y="18021"/>
                </a:cubicBezTo>
                <a:cubicBezTo>
                  <a:pt x="84829" y="17897"/>
                  <a:pt x="85028" y="17797"/>
                  <a:pt x="85227" y="17673"/>
                </a:cubicBezTo>
                <a:lnTo>
                  <a:pt x="86074" y="17200"/>
                </a:lnTo>
                <a:cubicBezTo>
                  <a:pt x="86372" y="17051"/>
                  <a:pt x="86646" y="16926"/>
                  <a:pt x="86970" y="16802"/>
                </a:cubicBezTo>
                <a:cubicBezTo>
                  <a:pt x="87268" y="16677"/>
                  <a:pt x="87567" y="16528"/>
                  <a:pt x="87866" y="16403"/>
                </a:cubicBezTo>
                <a:cubicBezTo>
                  <a:pt x="88140" y="16279"/>
                  <a:pt x="88463" y="16179"/>
                  <a:pt x="88762" y="16080"/>
                </a:cubicBezTo>
                <a:cubicBezTo>
                  <a:pt x="89110" y="15955"/>
                  <a:pt x="89434" y="15831"/>
                  <a:pt x="89758" y="15756"/>
                </a:cubicBezTo>
                <a:cubicBezTo>
                  <a:pt x="90056" y="15657"/>
                  <a:pt x="90355" y="15582"/>
                  <a:pt x="90629" y="15507"/>
                </a:cubicBezTo>
                <a:cubicBezTo>
                  <a:pt x="90977" y="15408"/>
                  <a:pt x="91326" y="15283"/>
                  <a:pt x="91699" y="15209"/>
                </a:cubicBezTo>
                <a:cubicBezTo>
                  <a:pt x="91973" y="15159"/>
                  <a:pt x="92247" y="15084"/>
                  <a:pt x="92545" y="15059"/>
                </a:cubicBezTo>
                <a:cubicBezTo>
                  <a:pt x="92670" y="15034"/>
                  <a:pt x="92744" y="15034"/>
                  <a:pt x="92869" y="15010"/>
                </a:cubicBezTo>
                <a:close/>
                <a:moveTo>
                  <a:pt x="105290" y="26509"/>
                </a:moveTo>
                <a:lnTo>
                  <a:pt x="105290" y="26584"/>
                </a:lnTo>
                <a:lnTo>
                  <a:pt x="105240" y="26584"/>
                </a:lnTo>
                <a:lnTo>
                  <a:pt x="105240" y="26509"/>
                </a:lnTo>
                <a:close/>
                <a:moveTo>
                  <a:pt x="84456" y="18121"/>
                </a:moveTo>
                <a:cubicBezTo>
                  <a:pt x="85377" y="20884"/>
                  <a:pt x="85974" y="23771"/>
                  <a:pt x="86173" y="26634"/>
                </a:cubicBezTo>
                <a:cubicBezTo>
                  <a:pt x="86157" y="26625"/>
                  <a:pt x="86143" y="26623"/>
                  <a:pt x="86132" y="26623"/>
                </a:cubicBezTo>
                <a:cubicBezTo>
                  <a:pt x="86110" y="26623"/>
                  <a:pt x="86099" y="26634"/>
                  <a:pt x="86099" y="26634"/>
                </a:cubicBezTo>
                <a:cubicBezTo>
                  <a:pt x="85899" y="23796"/>
                  <a:pt x="85327" y="20909"/>
                  <a:pt x="84381" y="18146"/>
                </a:cubicBezTo>
                <a:cubicBezTo>
                  <a:pt x="84431" y="18146"/>
                  <a:pt x="84431" y="18121"/>
                  <a:pt x="84456" y="18121"/>
                </a:cubicBezTo>
                <a:close/>
                <a:moveTo>
                  <a:pt x="93253" y="25416"/>
                </a:moveTo>
                <a:lnTo>
                  <a:pt x="93253" y="25416"/>
                </a:lnTo>
                <a:cubicBezTo>
                  <a:pt x="93217" y="25424"/>
                  <a:pt x="93217" y="25466"/>
                  <a:pt x="93217" y="25489"/>
                </a:cubicBezTo>
                <a:cubicBezTo>
                  <a:pt x="91027" y="25738"/>
                  <a:pt x="88737" y="26161"/>
                  <a:pt x="86372" y="26833"/>
                </a:cubicBezTo>
                <a:lnTo>
                  <a:pt x="86372" y="26758"/>
                </a:lnTo>
                <a:cubicBezTo>
                  <a:pt x="88732" y="26112"/>
                  <a:pt x="91042" y="25665"/>
                  <a:pt x="93253" y="25416"/>
                </a:cubicBezTo>
                <a:close/>
                <a:moveTo>
                  <a:pt x="73255" y="22726"/>
                </a:moveTo>
                <a:cubicBezTo>
                  <a:pt x="74275" y="23846"/>
                  <a:pt x="75022" y="25215"/>
                  <a:pt x="75495" y="26783"/>
                </a:cubicBezTo>
                <a:cubicBezTo>
                  <a:pt x="75420" y="26833"/>
                  <a:pt x="75420" y="26858"/>
                  <a:pt x="75420" y="26883"/>
                </a:cubicBezTo>
                <a:cubicBezTo>
                  <a:pt x="74972" y="25290"/>
                  <a:pt x="74225" y="23896"/>
                  <a:pt x="73230" y="22776"/>
                </a:cubicBezTo>
                <a:cubicBezTo>
                  <a:pt x="73230" y="22751"/>
                  <a:pt x="73230" y="22751"/>
                  <a:pt x="73255" y="22726"/>
                </a:cubicBezTo>
                <a:close/>
                <a:moveTo>
                  <a:pt x="86173" y="26783"/>
                </a:moveTo>
                <a:lnTo>
                  <a:pt x="86173" y="26858"/>
                </a:lnTo>
                <a:cubicBezTo>
                  <a:pt x="86173" y="26858"/>
                  <a:pt x="86123" y="26883"/>
                  <a:pt x="86099" y="26883"/>
                </a:cubicBezTo>
                <a:lnTo>
                  <a:pt x="86099" y="26833"/>
                </a:lnTo>
                <a:cubicBezTo>
                  <a:pt x="86123" y="26833"/>
                  <a:pt x="86123" y="26833"/>
                  <a:pt x="86173" y="26783"/>
                </a:cubicBezTo>
                <a:close/>
                <a:moveTo>
                  <a:pt x="49409" y="21382"/>
                </a:moveTo>
                <a:cubicBezTo>
                  <a:pt x="49708" y="21680"/>
                  <a:pt x="49982" y="21979"/>
                  <a:pt x="50280" y="22278"/>
                </a:cubicBezTo>
                <a:cubicBezTo>
                  <a:pt x="50405" y="22427"/>
                  <a:pt x="50579" y="22552"/>
                  <a:pt x="50703" y="22726"/>
                </a:cubicBezTo>
                <a:cubicBezTo>
                  <a:pt x="48164" y="23921"/>
                  <a:pt x="45601" y="25464"/>
                  <a:pt x="43012" y="27256"/>
                </a:cubicBezTo>
                <a:cubicBezTo>
                  <a:pt x="42888" y="27032"/>
                  <a:pt x="42763" y="26783"/>
                  <a:pt x="42664" y="26584"/>
                </a:cubicBezTo>
                <a:cubicBezTo>
                  <a:pt x="43012" y="26285"/>
                  <a:pt x="43311" y="26011"/>
                  <a:pt x="43659" y="25762"/>
                </a:cubicBezTo>
                <a:cubicBezTo>
                  <a:pt x="43883" y="25588"/>
                  <a:pt x="44132" y="25389"/>
                  <a:pt x="44356" y="25215"/>
                </a:cubicBezTo>
                <a:cubicBezTo>
                  <a:pt x="45053" y="24617"/>
                  <a:pt x="45800" y="24045"/>
                  <a:pt x="46547" y="23497"/>
                </a:cubicBezTo>
                <a:cubicBezTo>
                  <a:pt x="46721" y="23373"/>
                  <a:pt x="46870" y="23248"/>
                  <a:pt x="47019" y="23149"/>
                </a:cubicBezTo>
                <a:cubicBezTo>
                  <a:pt x="47766" y="22601"/>
                  <a:pt x="48538" y="22029"/>
                  <a:pt x="49285" y="21481"/>
                </a:cubicBezTo>
                <a:cubicBezTo>
                  <a:pt x="49334" y="21431"/>
                  <a:pt x="49384" y="21407"/>
                  <a:pt x="49409" y="21382"/>
                </a:cubicBezTo>
                <a:close/>
                <a:moveTo>
                  <a:pt x="42514" y="26733"/>
                </a:moveTo>
                <a:cubicBezTo>
                  <a:pt x="42614" y="26907"/>
                  <a:pt x="42738" y="27156"/>
                  <a:pt x="42863" y="27380"/>
                </a:cubicBezTo>
                <a:lnTo>
                  <a:pt x="42813" y="27405"/>
                </a:lnTo>
                <a:cubicBezTo>
                  <a:pt x="42688" y="27181"/>
                  <a:pt x="42614" y="26982"/>
                  <a:pt x="42489" y="26758"/>
                </a:cubicBezTo>
                <a:lnTo>
                  <a:pt x="42514" y="26733"/>
                </a:lnTo>
                <a:close/>
                <a:moveTo>
                  <a:pt x="50828" y="22825"/>
                </a:moveTo>
                <a:cubicBezTo>
                  <a:pt x="50828" y="22875"/>
                  <a:pt x="50853" y="22875"/>
                  <a:pt x="50853" y="22900"/>
                </a:cubicBezTo>
                <a:cubicBezTo>
                  <a:pt x="48289" y="24145"/>
                  <a:pt x="45725" y="25663"/>
                  <a:pt x="43136" y="27480"/>
                </a:cubicBezTo>
                <a:cubicBezTo>
                  <a:pt x="43136" y="27455"/>
                  <a:pt x="43112" y="27455"/>
                  <a:pt x="43112" y="27405"/>
                </a:cubicBezTo>
                <a:cubicBezTo>
                  <a:pt x="45675" y="25613"/>
                  <a:pt x="48264" y="24070"/>
                  <a:pt x="50828" y="22825"/>
                </a:cubicBezTo>
                <a:close/>
                <a:moveTo>
                  <a:pt x="64177" y="19540"/>
                </a:moveTo>
                <a:cubicBezTo>
                  <a:pt x="65925" y="19540"/>
                  <a:pt x="67537" y="19784"/>
                  <a:pt x="68973" y="20286"/>
                </a:cubicBezTo>
                <a:cubicBezTo>
                  <a:pt x="68874" y="20784"/>
                  <a:pt x="68774" y="21257"/>
                  <a:pt x="68700" y="21755"/>
                </a:cubicBezTo>
                <a:cubicBezTo>
                  <a:pt x="65514" y="23423"/>
                  <a:pt x="62278" y="25364"/>
                  <a:pt x="59017" y="27505"/>
                </a:cubicBezTo>
                <a:cubicBezTo>
                  <a:pt x="58370" y="25215"/>
                  <a:pt x="57947" y="22800"/>
                  <a:pt x="57772" y="20461"/>
                </a:cubicBezTo>
                <a:cubicBezTo>
                  <a:pt x="60045" y="19853"/>
                  <a:pt x="62199" y="19540"/>
                  <a:pt x="64177" y="19540"/>
                </a:cubicBezTo>
                <a:close/>
                <a:moveTo>
                  <a:pt x="84257" y="18171"/>
                </a:moveTo>
                <a:cubicBezTo>
                  <a:pt x="85128" y="20983"/>
                  <a:pt x="85725" y="23846"/>
                  <a:pt x="85924" y="26659"/>
                </a:cubicBezTo>
                <a:cubicBezTo>
                  <a:pt x="84978" y="26907"/>
                  <a:pt x="84008" y="27231"/>
                  <a:pt x="83087" y="27530"/>
                </a:cubicBezTo>
                <a:cubicBezTo>
                  <a:pt x="83136" y="27107"/>
                  <a:pt x="83186" y="26659"/>
                  <a:pt x="83236" y="26235"/>
                </a:cubicBezTo>
                <a:lnTo>
                  <a:pt x="83236" y="26161"/>
                </a:lnTo>
                <a:cubicBezTo>
                  <a:pt x="83261" y="25738"/>
                  <a:pt x="83311" y="25290"/>
                  <a:pt x="83311" y="24866"/>
                </a:cubicBezTo>
                <a:lnTo>
                  <a:pt x="83311" y="24767"/>
                </a:lnTo>
                <a:lnTo>
                  <a:pt x="83311" y="24593"/>
                </a:lnTo>
                <a:lnTo>
                  <a:pt x="83311" y="23497"/>
                </a:lnTo>
                <a:lnTo>
                  <a:pt x="83311" y="23248"/>
                </a:lnTo>
                <a:lnTo>
                  <a:pt x="83311" y="23099"/>
                </a:lnTo>
                <a:cubicBezTo>
                  <a:pt x="83311" y="22776"/>
                  <a:pt x="83261" y="22502"/>
                  <a:pt x="83236" y="22178"/>
                </a:cubicBezTo>
                <a:cubicBezTo>
                  <a:pt x="83236" y="22054"/>
                  <a:pt x="83236" y="21929"/>
                  <a:pt x="83211" y="21805"/>
                </a:cubicBezTo>
                <a:lnTo>
                  <a:pt x="83211" y="21655"/>
                </a:lnTo>
                <a:cubicBezTo>
                  <a:pt x="83161" y="21407"/>
                  <a:pt x="83136" y="21133"/>
                  <a:pt x="83112" y="20884"/>
                </a:cubicBezTo>
                <a:cubicBezTo>
                  <a:pt x="83087" y="20710"/>
                  <a:pt x="83087" y="20560"/>
                  <a:pt x="83062" y="20386"/>
                </a:cubicBezTo>
                <a:cubicBezTo>
                  <a:pt x="83062" y="20361"/>
                  <a:pt x="83062" y="20311"/>
                  <a:pt x="83012" y="20286"/>
                </a:cubicBezTo>
                <a:cubicBezTo>
                  <a:pt x="82987" y="20038"/>
                  <a:pt x="82912" y="19814"/>
                  <a:pt x="82863" y="19614"/>
                </a:cubicBezTo>
                <a:lnTo>
                  <a:pt x="82763" y="19141"/>
                </a:lnTo>
                <a:cubicBezTo>
                  <a:pt x="83012" y="18942"/>
                  <a:pt x="83286" y="18793"/>
                  <a:pt x="83585" y="18594"/>
                </a:cubicBezTo>
                <a:cubicBezTo>
                  <a:pt x="83784" y="18445"/>
                  <a:pt x="84008" y="18295"/>
                  <a:pt x="84257" y="18171"/>
                </a:cubicBezTo>
                <a:close/>
                <a:moveTo>
                  <a:pt x="82614" y="19291"/>
                </a:moveTo>
                <a:cubicBezTo>
                  <a:pt x="82614" y="19490"/>
                  <a:pt x="82639" y="19664"/>
                  <a:pt x="82713" y="19838"/>
                </a:cubicBezTo>
                <a:cubicBezTo>
                  <a:pt x="82738" y="20038"/>
                  <a:pt x="82813" y="20237"/>
                  <a:pt x="82838" y="20411"/>
                </a:cubicBezTo>
                <a:cubicBezTo>
                  <a:pt x="82863" y="20535"/>
                  <a:pt x="82863" y="20660"/>
                  <a:pt x="82888" y="20784"/>
                </a:cubicBezTo>
                <a:cubicBezTo>
                  <a:pt x="82937" y="20884"/>
                  <a:pt x="82937" y="21008"/>
                  <a:pt x="82937" y="21083"/>
                </a:cubicBezTo>
                <a:cubicBezTo>
                  <a:pt x="82962" y="21307"/>
                  <a:pt x="82987" y="21531"/>
                  <a:pt x="83012" y="21780"/>
                </a:cubicBezTo>
                <a:cubicBezTo>
                  <a:pt x="83012" y="21904"/>
                  <a:pt x="83062" y="22054"/>
                  <a:pt x="83062" y="22178"/>
                </a:cubicBezTo>
                <a:lnTo>
                  <a:pt x="83062" y="22303"/>
                </a:lnTo>
                <a:cubicBezTo>
                  <a:pt x="83087" y="22626"/>
                  <a:pt x="83112" y="22900"/>
                  <a:pt x="83112" y="23224"/>
                </a:cubicBezTo>
                <a:lnTo>
                  <a:pt x="83112" y="23547"/>
                </a:lnTo>
                <a:lnTo>
                  <a:pt x="83112" y="24717"/>
                </a:lnTo>
                <a:lnTo>
                  <a:pt x="83112" y="24891"/>
                </a:lnTo>
                <a:cubicBezTo>
                  <a:pt x="83087" y="25787"/>
                  <a:pt x="82987" y="26708"/>
                  <a:pt x="82863" y="27629"/>
                </a:cubicBezTo>
                <a:lnTo>
                  <a:pt x="82788" y="27629"/>
                </a:lnTo>
                <a:cubicBezTo>
                  <a:pt x="82863" y="27256"/>
                  <a:pt x="82888" y="26883"/>
                  <a:pt x="82912" y="26509"/>
                </a:cubicBezTo>
                <a:cubicBezTo>
                  <a:pt x="82912" y="26459"/>
                  <a:pt x="82912" y="26410"/>
                  <a:pt x="82962" y="26360"/>
                </a:cubicBezTo>
                <a:cubicBezTo>
                  <a:pt x="82962" y="26285"/>
                  <a:pt x="82962" y="26235"/>
                  <a:pt x="82987" y="26161"/>
                </a:cubicBezTo>
                <a:lnTo>
                  <a:pt x="82987" y="26111"/>
                </a:lnTo>
                <a:cubicBezTo>
                  <a:pt x="83012" y="25762"/>
                  <a:pt x="83012" y="25414"/>
                  <a:pt x="83062" y="25090"/>
                </a:cubicBezTo>
                <a:lnTo>
                  <a:pt x="83062" y="24991"/>
                </a:lnTo>
                <a:lnTo>
                  <a:pt x="83062" y="24866"/>
                </a:lnTo>
                <a:lnTo>
                  <a:pt x="83062" y="24617"/>
                </a:lnTo>
                <a:lnTo>
                  <a:pt x="83062" y="23672"/>
                </a:lnTo>
                <a:lnTo>
                  <a:pt x="83062" y="23373"/>
                </a:lnTo>
                <a:lnTo>
                  <a:pt x="83062" y="23174"/>
                </a:lnTo>
                <a:cubicBezTo>
                  <a:pt x="83062" y="22900"/>
                  <a:pt x="83012" y="22601"/>
                  <a:pt x="82987" y="22303"/>
                </a:cubicBezTo>
                <a:cubicBezTo>
                  <a:pt x="82987" y="22178"/>
                  <a:pt x="82987" y="22054"/>
                  <a:pt x="82962" y="21904"/>
                </a:cubicBezTo>
                <a:lnTo>
                  <a:pt x="82962" y="21780"/>
                </a:lnTo>
                <a:cubicBezTo>
                  <a:pt x="82912" y="21506"/>
                  <a:pt x="82888" y="21232"/>
                  <a:pt x="82838" y="20934"/>
                </a:cubicBezTo>
                <a:cubicBezTo>
                  <a:pt x="82788" y="20809"/>
                  <a:pt x="82788" y="20685"/>
                  <a:pt x="82763" y="20560"/>
                </a:cubicBezTo>
                <a:lnTo>
                  <a:pt x="82763" y="20486"/>
                </a:lnTo>
                <a:lnTo>
                  <a:pt x="82763" y="20436"/>
                </a:lnTo>
                <a:cubicBezTo>
                  <a:pt x="82738" y="20311"/>
                  <a:pt x="82713" y="20187"/>
                  <a:pt x="82713" y="20112"/>
                </a:cubicBezTo>
                <a:cubicBezTo>
                  <a:pt x="82713" y="20062"/>
                  <a:pt x="82713" y="20038"/>
                  <a:pt x="82688" y="20013"/>
                </a:cubicBezTo>
                <a:cubicBezTo>
                  <a:pt x="82639" y="19789"/>
                  <a:pt x="82589" y="19565"/>
                  <a:pt x="82564" y="19365"/>
                </a:cubicBezTo>
                <a:lnTo>
                  <a:pt x="82589" y="19316"/>
                </a:lnTo>
                <a:cubicBezTo>
                  <a:pt x="82589" y="19316"/>
                  <a:pt x="82614" y="19316"/>
                  <a:pt x="82614" y="19291"/>
                </a:cubicBezTo>
                <a:close/>
                <a:moveTo>
                  <a:pt x="57598" y="20510"/>
                </a:moveTo>
                <a:cubicBezTo>
                  <a:pt x="57797" y="22900"/>
                  <a:pt x="58196" y="25290"/>
                  <a:pt x="58868" y="27629"/>
                </a:cubicBezTo>
                <a:cubicBezTo>
                  <a:pt x="58843" y="27629"/>
                  <a:pt x="58843" y="27654"/>
                  <a:pt x="58818" y="27654"/>
                </a:cubicBezTo>
                <a:cubicBezTo>
                  <a:pt x="58121" y="25314"/>
                  <a:pt x="57698" y="22900"/>
                  <a:pt x="57548" y="20535"/>
                </a:cubicBezTo>
                <a:cubicBezTo>
                  <a:pt x="57573" y="20535"/>
                  <a:pt x="57573" y="20535"/>
                  <a:pt x="57598" y="20510"/>
                </a:cubicBezTo>
                <a:close/>
                <a:moveTo>
                  <a:pt x="68650" y="22004"/>
                </a:moveTo>
                <a:cubicBezTo>
                  <a:pt x="68675" y="22029"/>
                  <a:pt x="68650" y="22054"/>
                  <a:pt x="68650" y="22103"/>
                </a:cubicBezTo>
                <a:cubicBezTo>
                  <a:pt x="65464" y="23746"/>
                  <a:pt x="62303" y="25638"/>
                  <a:pt x="59092" y="27779"/>
                </a:cubicBezTo>
                <a:cubicBezTo>
                  <a:pt x="59092" y="27754"/>
                  <a:pt x="59092" y="27754"/>
                  <a:pt x="59067" y="27729"/>
                </a:cubicBezTo>
                <a:cubicBezTo>
                  <a:pt x="62228" y="25563"/>
                  <a:pt x="65439" y="23672"/>
                  <a:pt x="68650" y="22004"/>
                </a:cubicBezTo>
                <a:close/>
                <a:moveTo>
                  <a:pt x="85924" y="26858"/>
                </a:moveTo>
                <a:lnTo>
                  <a:pt x="85924" y="26907"/>
                </a:lnTo>
                <a:cubicBezTo>
                  <a:pt x="84978" y="27206"/>
                  <a:pt x="84008" y="27505"/>
                  <a:pt x="83012" y="27828"/>
                </a:cubicBezTo>
                <a:lnTo>
                  <a:pt x="83012" y="27754"/>
                </a:lnTo>
                <a:cubicBezTo>
                  <a:pt x="83983" y="27405"/>
                  <a:pt x="84954" y="27131"/>
                  <a:pt x="85924" y="26858"/>
                </a:cubicBezTo>
                <a:close/>
                <a:moveTo>
                  <a:pt x="58917" y="27828"/>
                </a:moveTo>
                <a:cubicBezTo>
                  <a:pt x="58942" y="27828"/>
                  <a:pt x="58942" y="27853"/>
                  <a:pt x="58942" y="27878"/>
                </a:cubicBezTo>
                <a:cubicBezTo>
                  <a:pt x="58917" y="27878"/>
                  <a:pt x="58917" y="27903"/>
                  <a:pt x="58868" y="27903"/>
                </a:cubicBezTo>
                <a:cubicBezTo>
                  <a:pt x="58868" y="27878"/>
                  <a:pt x="58868" y="27878"/>
                  <a:pt x="58843" y="27853"/>
                </a:cubicBezTo>
                <a:cubicBezTo>
                  <a:pt x="58868" y="27853"/>
                  <a:pt x="58868" y="27828"/>
                  <a:pt x="58917" y="27828"/>
                </a:cubicBezTo>
                <a:close/>
                <a:moveTo>
                  <a:pt x="82838" y="27878"/>
                </a:moveTo>
                <a:lnTo>
                  <a:pt x="82838" y="27903"/>
                </a:lnTo>
                <a:cubicBezTo>
                  <a:pt x="82788" y="27903"/>
                  <a:pt x="82763" y="27953"/>
                  <a:pt x="82763" y="27953"/>
                </a:cubicBezTo>
                <a:lnTo>
                  <a:pt x="82763" y="27878"/>
                </a:lnTo>
                <a:close/>
                <a:moveTo>
                  <a:pt x="117011" y="28311"/>
                </a:moveTo>
                <a:cubicBezTo>
                  <a:pt x="117028" y="28360"/>
                  <a:pt x="117049" y="28409"/>
                  <a:pt x="117063" y="28451"/>
                </a:cubicBezTo>
                <a:cubicBezTo>
                  <a:pt x="117088" y="28500"/>
                  <a:pt x="117088" y="28575"/>
                  <a:pt x="117113" y="28625"/>
                </a:cubicBezTo>
                <a:lnTo>
                  <a:pt x="117063" y="28625"/>
                </a:lnTo>
                <a:lnTo>
                  <a:pt x="117063" y="28575"/>
                </a:lnTo>
                <a:lnTo>
                  <a:pt x="117063" y="28500"/>
                </a:lnTo>
                <a:cubicBezTo>
                  <a:pt x="117033" y="28441"/>
                  <a:pt x="117021" y="28373"/>
                  <a:pt x="117011" y="28311"/>
                </a:cubicBezTo>
                <a:close/>
                <a:moveTo>
                  <a:pt x="104717" y="26584"/>
                </a:moveTo>
                <a:cubicBezTo>
                  <a:pt x="104792" y="26609"/>
                  <a:pt x="104916" y="26634"/>
                  <a:pt x="105016" y="26659"/>
                </a:cubicBezTo>
                <a:cubicBezTo>
                  <a:pt x="104842" y="27455"/>
                  <a:pt x="104618" y="28252"/>
                  <a:pt x="104344" y="29023"/>
                </a:cubicBezTo>
                <a:cubicBezTo>
                  <a:pt x="104468" y="28227"/>
                  <a:pt x="104593" y="27380"/>
                  <a:pt x="104717" y="26584"/>
                </a:cubicBezTo>
                <a:close/>
                <a:moveTo>
                  <a:pt x="117113" y="28849"/>
                </a:moveTo>
                <a:cubicBezTo>
                  <a:pt x="117113" y="28940"/>
                  <a:pt x="117154" y="29051"/>
                  <a:pt x="117162" y="29127"/>
                </a:cubicBezTo>
                <a:lnTo>
                  <a:pt x="117162" y="29127"/>
                </a:lnTo>
                <a:cubicBezTo>
                  <a:pt x="117159" y="29109"/>
                  <a:pt x="117149" y="29091"/>
                  <a:pt x="117113" y="29073"/>
                </a:cubicBezTo>
                <a:cubicBezTo>
                  <a:pt x="117088" y="28998"/>
                  <a:pt x="117088" y="28899"/>
                  <a:pt x="117088" y="28849"/>
                </a:cubicBezTo>
                <a:close/>
                <a:moveTo>
                  <a:pt x="57424" y="20635"/>
                </a:moveTo>
                <a:cubicBezTo>
                  <a:pt x="57548" y="22975"/>
                  <a:pt x="57972" y="25389"/>
                  <a:pt x="58669" y="27754"/>
                </a:cubicBezTo>
                <a:cubicBezTo>
                  <a:pt x="57947" y="28252"/>
                  <a:pt x="57225" y="28724"/>
                  <a:pt x="56503" y="29247"/>
                </a:cubicBezTo>
                <a:cubicBezTo>
                  <a:pt x="56379" y="29073"/>
                  <a:pt x="56254" y="28899"/>
                  <a:pt x="56130" y="28749"/>
                </a:cubicBezTo>
                <a:cubicBezTo>
                  <a:pt x="55706" y="28127"/>
                  <a:pt x="55234" y="27530"/>
                  <a:pt x="54761" y="26957"/>
                </a:cubicBezTo>
                <a:cubicBezTo>
                  <a:pt x="54636" y="26758"/>
                  <a:pt x="54487" y="26584"/>
                  <a:pt x="54362" y="26410"/>
                </a:cubicBezTo>
                <a:cubicBezTo>
                  <a:pt x="53740" y="25638"/>
                  <a:pt x="53118" y="24866"/>
                  <a:pt x="52496" y="24120"/>
                </a:cubicBezTo>
                <a:cubicBezTo>
                  <a:pt x="52471" y="24095"/>
                  <a:pt x="52471" y="24045"/>
                  <a:pt x="52446" y="24045"/>
                </a:cubicBezTo>
                <a:cubicBezTo>
                  <a:pt x="52147" y="23721"/>
                  <a:pt x="51873" y="23398"/>
                  <a:pt x="51599" y="23099"/>
                </a:cubicBezTo>
                <a:cubicBezTo>
                  <a:pt x="51525" y="23024"/>
                  <a:pt x="51500" y="22975"/>
                  <a:pt x="51450" y="22900"/>
                </a:cubicBezTo>
                <a:cubicBezTo>
                  <a:pt x="53491" y="21929"/>
                  <a:pt x="55482" y="21183"/>
                  <a:pt x="57424" y="20635"/>
                </a:cubicBezTo>
                <a:close/>
                <a:moveTo>
                  <a:pt x="51251" y="22925"/>
                </a:moveTo>
                <a:cubicBezTo>
                  <a:pt x="51251" y="22975"/>
                  <a:pt x="51276" y="22975"/>
                  <a:pt x="51276" y="23000"/>
                </a:cubicBezTo>
                <a:cubicBezTo>
                  <a:pt x="52993" y="24966"/>
                  <a:pt x="54736" y="27131"/>
                  <a:pt x="56354" y="29372"/>
                </a:cubicBezTo>
                <a:lnTo>
                  <a:pt x="56329" y="29397"/>
                </a:lnTo>
                <a:cubicBezTo>
                  <a:pt x="55084" y="27729"/>
                  <a:pt x="53815" y="26086"/>
                  <a:pt x="52496" y="24493"/>
                </a:cubicBezTo>
                <a:cubicBezTo>
                  <a:pt x="52396" y="24369"/>
                  <a:pt x="52272" y="24244"/>
                  <a:pt x="52197" y="24120"/>
                </a:cubicBezTo>
                <a:lnTo>
                  <a:pt x="51624" y="23472"/>
                </a:lnTo>
                <a:cubicBezTo>
                  <a:pt x="51475" y="23298"/>
                  <a:pt x="51351" y="23124"/>
                  <a:pt x="51201" y="22975"/>
                </a:cubicBezTo>
                <a:cubicBezTo>
                  <a:pt x="51226" y="22975"/>
                  <a:pt x="51226" y="22925"/>
                  <a:pt x="51251" y="22925"/>
                </a:cubicBezTo>
                <a:close/>
                <a:moveTo>
                  <a:pt x="58718" y="27953"/>
                </a:moveTo>
                <a:cubicBezTo>
                  <a:pt x="58718" y="27978"/>
                  <a:pt x="58718" y="27978"/>
                  <a:pt x="58743" y="28003"/>
                </a:cubicBezTo>
                <a:cubicBezTo>
                  <a:pt x="58046" y="28476"/>
                  <a:pt x="57349" y="28973"/>
                  <a:pt x="56677" y="29471"/>
                </a:cubicBezTo>
                <a:cubicBezTo>
                  <a:pt x="56677" y="29446"/>
                  <a:pt x="56627" y="29446"/>
                  <a:pt x="56627" y="29397"/>
                </a:cubicBezTo>
                <a:cubicBezTo>
                  <a:pt x="57324" y="28899"/>
                  <a:pt x="58046" y="28451"/>
                  <a:pt x="58718" y="27953"/>
                </a:cubicBezTo>
                <a:close/>
                <a:moveTo>
                  <a:pt x="82340" y="19440"/>
                </a:moveTo>
                <a:lnTo>
                  <a:pt x="82440" y="19913"/>
                </a:lnTo>
                <a:cubicBezTo>
                  <a:pt x="82514" y="20162"/>
                  <a:pt x="82564" y="20386"/>
                  <a:pt x="82614" y="20635"/>
                </a:cubicBezTo>
                <a:cubicBezTo>
                  <a:pt x="82639" y="20859"/>
                  <a:pt x="82688" y="21033"/>
                  <a:pt x="82713" y="21257"/>
                </a:cubicBezTo>
                <a:lnTo>
                  <a:pt x="82813" y="22004"/>
                </a:lnTo>
                <a:cubicBezTo>
                  <a:pt x="82838" y="22178"/>
                  <a:pt x="82838" y="22377"/>
                  <a:pt x="82838" y="22552"/>
                </a:cubicBezTo>
                <a:cubicBezTo>
                  <a:pt x="82863" y="22850"/>
                  <a:pt x="82863" y="23124"/>
                  <a:pt x="82863" y="23398"/>
                </a:cubicBezTo>
                <a:lnTo>
                  <a:pt x="82863" y="23672"/>
                </a:lnTo>
                <a:lnTo>
                  <a:pt x="82863" y="23871"/>
                </a:lnTo>
                <a:lnTo>
                  <a:pt x="82863" y="23921"/>
                </a:lnTo>
                <a:lnTo>
                  <a:pt x="82863" y="24891"/>
                </a:lnTo>
                <a:cubicBezTo>
                  <a:pt x="82863" y="24991"/>
                  <a:pt x="82863" y="25115"/>
                  <a:pt x="82838" y="25240"/>
                </a:cubicBezTo>
                <a:lnTo>
                  <a:pt x="82838" y="25314"/>
                </a:lnTo>
                <a:cubicBezTo>
                  <a:pt x="82813" y="25713"/>
                  <a:pt x="82813" y="26086"/>
                  <a:pt x="82738" y="26435"/>
                </a:cubicBezTo>
                <a:cubicBezTo>
                  <a:pt x="82738" y="26534"/>
                  <a:pt x="82713" y="26634"/>
                  <a:pt x="82713" y="26683"/>
                </a:cubicBezTo>
                <a:cubicBezTo>
                  <a:pt x="82688" y="27032"/>
                  <a:pt x="82614" y="27380"/>
                  <a:pt x="82589" y="27729"/>
                </a:cubicBezTo>
                <a:cubicBezTo>
                  <a:pt x="80473" y="28426"/>
                  <a:pt x="78357" y="29297"/>
                  <a:pt x="76167" y="30293"/>
                </a:cubicBezTo>
                <a:cubicBezTo>
                  <a:pt x="76142" y="29222"/>
                  <a:pt x="75993" y="28177"/>
                  <a:pt x="75769" y="27231"/>
                </a:cubicBezTo>
                <a:cubicBezTo>
                  <a:pt x="75868" y="27007"/>
                  <a:pt x="75993" y="26758"/>
                  <a:pt x="76117" y="26534"/>
                </a:cubicBezTo>
                <a:cubicBezTo>
                  <a:pt x="76142" y="26484"/>
                  <a:pt x="76167" y="26410"/>
                  <a:pt x="76242" y="26360"/>
                </a:cubicBezTo>
                <a:cubicBezTo>
                  <a:pt x="76416" y="25986"/>
                  <a:pt x="76640" y="25638"/>
                  <a:pt x="76864" y="25290"/>
                </a:cubicBezTo>
                <a:cubicBezTo>
                  <a:pt x="76963" y="25165"/>
                  <a:pt x="77013" y="25041"/>
                  <a:pt x="77113" y="24916"/>
                </a:cubicBezTo>
                <a:cubicBezTo>
                  <a:pt x="77287" y="24642"/>
                  <a:pt x="77511" y="24319"/>
                  <a:pt x="77685" y="24045"/>
                </a:cubicBezTo>
                <a:cubicBezTo>
                  <a:pt x="77785" y="23896"/>
                  <a:pt x="77909" y="23771"/>
                  <a:pt x="78009" y="23622"/>
                </a:cubicBezTo>
                <a:cubicBezTo>
                  <a:pt x="78233" y="23373"/>
                  <a:pt x="78407" y="23074"/>
                  <a:pt x="78631" y="22825"/>
                </a:cubicBezTo>
                <a:cubicBezTo>
                  <a:pt x="78756" y="22676"/>
                  <a:pt x="78880" y="22552"/>
                  <a:pt x="79005" y="22402"/>
                </a:cubicBezTo>
                <a:cubicBezTo>
                  <a:pt x="79229" y="22153"/>
                  <a:pt x="79477" y="21904"/>
                  <a:pt x="79677" y="21680"/>
                </a:cubicBezTo>
                <a:lnTo>
                  <a:pt x="80100" y="21282"/>
                </a:lnTo>
                <a:lnTo>
                  <a:pt x="80921" y="20535"/>
                </a:lnTo>
                <a:cubicBezTo>
                  <a:pt x="81046" y="20436"/>
                  <a:pt x="81195" y="20311"/>
                  <a:pt x="81295" y="20212"/>
                </a:cubicBezTo>
                <a:cubicBezTo>
                  <a:pt x="81643" y="19938"/>
                  <a:pt x="81991" y="19689"/>
                  <a:pt x="82340" y="19440"/>
                </a:cubicBezTo>
                <a:close/>
                <a:moveTo>
                  <a:pt x="75644" y="27505"/>
                </a:moveTo>
                <a:cubicBezTo>
                  <a:pt x="75868" y="28451"/>
                  <a:pt x="75993" y="29372"/>
                  <a:pt x="76018" y="30392"/>
                </a:cubicBezTo>
                <a:cubicBezTo>
                  <a:pt x="75993" y="30392"/>
                  <a:pt x="75968" y="30392"/>
                  <a:pt x="75968" y="30442"/>
                </a:cubicBezTo>
                <a:cubicBezTo>
                  <a:pt x="75918" y="29446"/>
                  <a:pt x="75794" y="28500"/>
                  <a:pt x="75619" y="27604"/>
                </a:cubicBezTo>
                <a:cubicBezTo>
                  <a:pt x="75619" y="27579"/>
                  <a:pt x="75644" y="27530"/>
                  <a:pt x="75644" y="27505"/>
                </a:cubicBezTo>
                <a:close/>
                <a:moveTo>
                  <a:pt x="104468" y="26509"/>
                </a:moveTo>
                <a:cubicBezTo>
                  <a:pt x="104493" y="26509"/>
                  <a:pt x="104493" y="26509"/>
                  <a:pt x="104518" y="26534"/>
                </a:cubicBezTo>
                <a:cubicBezTo>
                  <a:pt x="104369" y="27729"/>
                  <a:pt x="104169" y="28899"/>
                  <a:pt x="103921" y="30118"/>
                </a:cubicBezTo>
                <a:cubicBezTo>
                  <a:pt x="103896" y="30243"/>
                  <a:pt x="103846" y="30342"/>
                  <a:pt x="103796" y="30467"/>
                </a:cubicBezTo>
                <a:cubicBezTo>
                  <a:pt x="104095" y="29098"/>
                  <a:pt x="104294" y="27779"/>
                  <a:pt x="104468" y="26509"/>
                </a:cubicBezTo>
                <a:close/>
                <a:moveTo>
                  <a:pt x="105165" y="26733"/>
                </a:moveTo>
                <a:cubicBezTo>
                  <a:pt x="105215" y="26758"/>
                  <a:pt x="105240" y="26758"/>
                  <a:pt x="105240" y="26758"/>
                </a:cubicBezTo>
                <a:cubicBezTo>
                  <a:pt x="104916" y="28028"/>
                  <a:pt x="104518" y="29322"/>
                  <a:pt x="104020" y="30517"/>
                </a:cubicBezTo>
                <a:cubicBezTo>
                  <a:pt x="104045" y="30392"/>
                  <a:pt x="104095" y="30268"/>
                  <a:pt x="104095" y="30193"/>
                </a:cubicBezTo>
                <a:cubicBezTo>
                  <a:pt x="104518" y="29073"/>
                  <a:pt x="104891" y="27878"/>
                  <a:pt x="105165" y="26733"/>
                </a:cubicBezTo>
                <a:close/>
                <a:moveTo>
                  <a:pt x="82564" y="27953"/>
                </a:moveTo>
                <a:lnTo>
                  <a:pt x="82564" y="28003"/>
                </a:lnTo>
                <a:cubicBezTo>
                  <a:pt x="80473" y="28724"/>
                  <a:pt x="78308" y="29596"/>
                  <a:pt x="76167" y="30591"/>
                </a:cubicBezTo>
                <a:lnTo>
                  <a:pt x="76167" y="30517"/>
                </a:lnTo>
                <a:cubicBezTo>
                  <a:pt x="78308" y="29521"/>
                  <a:pt x="80473" y="28650"/>
                  <a:pt x="82564" y="27953"/>
                </a:cubicBezTo>
                <a:close/>
                <a:moveTo>
                  <a:pt x="76018" y="30616"/>
                </a:moveTo>
                <a:lnTo>
                  <a:pt x="76018" y="30691"/>
                </a:lnTo>
                <a:cubicBezTo>
                  <a:pt x="75993" y="30691"/>
                  <a:pt x="75968" y="30691"/>
                  <a:pt x="75968" y="30716"/>
                </a:cubicBezTo>
                <a:lnTo>
                  <a:pt x="75968" y="30641"/>
                </a:lnTo>
                <a:cubicBezTo>
                  <a:pt x="75993" y="30641"/>
                  <a:pt x="75993" y="30616"/>
                  <a:pt x="76018" y="30616"/>
                </a:cubicBezTo>
                <a:close/>
                <a:moveTo>
                  <a:pt x="68874" y="22153"/>
                </a:moveTo>
                <a:cubicBezTo>
                  <a:pt x="68426" y="25090"/>
                  <a:pt x="68501" y="28003"/>
                  <a:pt x="69073" y="30741"/>
                </a:cubicBezTo>
                <a:lnTo>
                  <a:pt x="69023" y="30741"/>
                </a:lnTo>
                <a:cubicBezTo>
                  <a:pt x="68451" y="28003"/>
                  <a:pt x="68351" y="25115"/>
                  <a:pt x="68799" y="22178"/>
                </a:cubicBezTo>
                <a:cubicBezTo>
                  <a:pt x="68824" y="22178"/>
                  <a:pt x="68824" y="22153"/>
                  <a:pt x="68874" y="22153"/>
                </a:cubicBezTo>
                <a:close/>
                <a:moveTo>
                  <a:pt x="68650" y="22303"/>
                </a:moveTo>
                <a:lnTo>
                  <a:pt x="68650" y="22303"/>
                </a:lnTo>
                <a:cubicBezTo>
                  <a:pt x="68227" y="25140"/>
                  <a:pt x="68301" y="28003"/>
                  <a:pt x="68849" y="30691"/>
                </a:cubicBezTo>
                <a:cubicBezTo>
                  <a:pt x="67741" y="30325"/>
                  <a:pt x="66511" y="30148"/>
                  <a:pt x="65193" y="30148"/>
                </a:cubicBezTo>
                <a:cubicBezTo>
                  <a:pt x="63640" y="30148"/>
                  <a:pt x="61962" y="30394"/>
                  <a:pt x="60212" y="30865"/>
                </a:cubicBezTo>
                <a:cubicBezTo>
                  <a:pt x="59838" y="29894"/>
                  <a:pt x="59465" y="28948"/>
                  <a:pt x="59191" y="27953"/>
                </a:cubicBezTo>
                <a:cubicBezTo>
                  <a:pt x="62328" y="25837"/>
                  <a:pt x="65514" y="23921"/>
                  <a:pt x="68650" y="22303"/>
                </a:cubicBezTo>
                <a:close/>
                <a:moveTo>
                  <a:pt x="59042" y="28077"/>
                </a:moveTo>
                <a:cubicBezTo>
                  <a:pt x="59316" y="29023"/>
                  <a:pt x="59639" y="29969"/>
                  <a:pt x="60038" y="30940"/>
                </a:cubicBezTo>
                <a:lnTo>
                  <a:pt x="59963" y="30940"/>
                </a:lnTo>
                <a:cubicBezTo>
                  <a:pt x="59589" y="29994"/>
                  <a:pt x="59241" y="29073"/>
                  <a:pt x="58967" y="28102"/>
                </a:cubicBezTo>
                <a:cubicBezTo>
                  <a:pt x="58992" y="28102"/>
                  <a:pt x="58992" y="28077"/>
                  <a:pt x="59042" y="28077"/>
                </a:cubicBezTo>
                <a:close/>
                <a:moveTo>
                  <a:pt x="69148" y="30965"/>
                </a:moveTo>
                <a:cubicBezTo>
                  <a:pt x="69148" y="30990"/>
                  <a:pt x="69148" y="31014"/>
                  <a:pt x="69173" y="31014"/>
                </a:cubicBezTo>
                <a:cubicBezTo>
                  <a:pt x="69164" y="31031"/>
                  <a:pt x="69156" y="31037"/>
                  <a:pt x="69149" y="31037"/>
                </a:cubicBezTo>
                <a:cubicBezTo>
                  <a:pt x="69134" y="31037"/>
                  <a:pt x="69123" y="31014"/>
                  <a:pt x="69123" y="31014"/>
                </a:cubicBezTo>
                <a:cubicBezTo>
                  <a:pt x="69123" y="30990"/>
                  <a:pt x="69123" y="30965"/>
                  <a:pt x="69073" y="30965"/>
                </a:cubicBezTo>
                <a:close/>
                <a:moveTo>
                  <a:pt x="65230" y="30358"/>
                </a:moveTo>
                <a:cubicBezTo>
                  <a:pt x="66548" y="30358"/>
                  <a:pt x="67770" y="30533"/>
                  <a:pt x="68874" y="30890"/>
                </a:cubicBezTo>
                <a:cubicBezTo>
                  <a:pt x="68874" y="30911"/>
                  <a:pt x="68874" y="30949"/>
                  <a:pt x="68889" y="30961"/>
                </a:cubicBezTo>
                <a:lnTo>
                  <a:pt x="68889" y="30961"/>
                </a:lnTo>
                <a:cubicBezTo>
                  <a:pt x="67796" y="30583"/>
                  <a:pt x="66575" y="30401"/>
                  <a:pt x="65257" y="30401"/>
                </a:cubicBezTo>
                <a:cubicBezTo>
                  <a:pt x="63725" y="30401"/>
                  <a:pt x="62061" y="30646"/>
                  <a:pt x="60311" y="31114"/>
                </a:cubicBezTo>
                <a:cubicBezTo>
                  <a:pt x="60311" y="31089"/>
                  <a:pt x="60262" y="31089"/>
                  <a:pt x="60262" y="31064"/>
                </a:cubicBezTo>
                <a:cubicBezTo>
                  <a:pt x="62029" y="30596"/>
                  <a:pt x="63695" y="30358"/>
                  <a:pt x="65230" y="30358"/>
                </a:cubicBezTo>
                <a:close/>
                <a:moveTo>
                  <a:pt x="60087" y="31089"/>
                </a:moveTo>
                <a:cubicBezTo>
                  <a:pt x="60087" y="31114"/>
                  <a:pt x="60087" y="31114"/>
                  <a:pt x="60112" y="31139"/>
                </a:cubicBezTo>
                <a:cubicBezTo>
                  <a:pt x="60087" y="31139"/>
                  <a:pt x="60087" y="31139"/>
                  <a:pt x="60062" y="31189"/>
                </a:cubicBezTo>
                <a:cubicBezTo>
                  <a:pt x="60062" y="31139"/>
                  <a:pt x="60038" y="31139"/>
                  <a:pt x="60038" y="31114"/>
                </a:cubicBezTo>
                <a:cubicBezTo>
                  <a:pt x="60062" y="31089"/>
                  <a:pt x="60062" y="31089"/>
                  <a:pt x="60087" y="31089"/>
                </a:cubicBezTo>
                <a:close/>
                <a:moveTo>
                  <a:pt x="75470" y="27903"/>
                </a:moveTo>
                <a:cubicBezTo>
                  <a:pt x="75644" y="28724"/>
                  <a:pt x="75744" y="29596"/>
                  <a:pt x="75769" y="30517"/>
                </a:cubicBezTo>
                <a:cubicBezTo>
                  <a:pt x="75346" y="30741"/>
                  <a:pt x="74898" y="30965"/>
                  <a:pt x="74425" y="31189"/>
                </a:cubicBezTo>
                <a:cubicBezTo>
                  <a:pt x="74474" y="31089"/>
                  <a:pt x="74474" y="30965"/>
                  <a:pt x="74499" y="30865"/>
                </a:cubicBezTo>
                <a:cubicBezTo>
                  <a:pt x="74499" y="30815"/>
                  <a:pt x="74524" y="30766"/>
                  <a:pt x="74524" y="30716"/>
                </a:cubicBezTo>
                <a:cubicBezTo>
                  <a:pt x="74748" y="29770"/>
                  <a:pt x="75047" y="28824"/>
                  <a:pt x="75470" y="27903"/>
                </a:cubicBezTo>
                <a:close/>
                <a:moveTo>
                  <a:pt x="75744" y="30716"/>
                </a:moveTo>
                <a:lnTo>
                  <a:pt x="75744" y="30766"/>
                </a:lnTo>
                <a:cubicBezTo>
                  <a:pt x="75296" y="30990"/>
                  <a:pt x="74848" y="31238"/>
                  <a:pt x="74375" y="31462"/>
                </a:cubicBezTo>
                <a:lnTo>
                  <a:pt x="74375" y="31363"/>
                </a:lnTo>
                <a:cubicBezTo>
                  <a:pt x="74848" y="31139"/>
                  <a:pt x="75271" y="30890"/>
                  <a:pt x="75744" y="30716"/>
                </a:cubicBezTo>
                <a:close/>
                <a:moveTo>
                  <a:pt x="58793" y="28202"/>
                </a:moveTo>
                <a:cubicBezTo>
                  <a:pt x="59092" y="29148"/>
                  <a:pt x="59440" y="30069"/>
                  <a:pt x="59789" y="30990"/>
                </a:cubicBezTo>
                <a:cubicBezTo>
                  <a:pt x="59216" y="31139"/>
                  <a:pt x="58669" y="31338"/>
                  <a:pt x="58096" y="31512"/>
                </a:cubicBezTo>
                <a:cubicBezTo>
                  <a:pt x="57673" y="30865"/>
                  <a:pt x="57225" y="30243"/>
                  <a:pt x="56752" y="29596"/>
                </a:cubicBezTo>
                <a:cubicBezTo>
                  <a:pt x="57449" y="29123"/>
                  <a:pt x="58121" y="28650"/>
                  <a:pt x="58793" y="28202"/>
                </a:cubicBezTo>
                <a:close/>
                <a:moveTo>
                  <a:pt x="56603" y="29720"/>
                </a:moveTo>
                <a:lnTo>
                  <a:pt x="57922" y="31587"/>
                </a:lnTo>
                <a:lnTo>
                  <a:pt x="57872" y="31612"/>
                </a:lnTo>
                <a:lnTo>
                  <a:pt x="56578" y="29745"/>
                </a:lnTo>
                <a:lnTo>
                  <a:pt x="56603" y="29720"/>
                </a:lnTo>
                <a:close/>
                <a:moveTo>
                  <a:pt x="103721" y="31139"/>
                </a:moveTo>
                <a:lnTo>
                  <a:pt x="103721" y="31139"/>
                </a:lnTo>
                <a:cubicBezTo>
                  <a:pt x="103672" y="31239"/>
                  <a:pt x="103672" y="31338"/>
                  <a:pt x="103647" y="31462"/>
                </a:cubicBezTo>
                <a:cubicBezTo>
                  <a:pt x="103622" y="31562"/>
                  <a:pt x="103547" y="31637"/>
                  <a:pt x="103522" y="31711"/>
                </a:cubicBezTo>
                <a:cubicBezTo>
                  <a:pt x="103547" y="31612"/>
                  <a:pt x="103547" y="31512"/>
                  <a:pt x="103597" y="31438"/>
                </a:cubicBezTo>
                <a:cubicBezTo>
                  <a:pt x="103622" y="31338"/>
                  <a:pt x="103672" y="31239"/>
                  <a:pt x="103721" y="31139"/>
                </a:cubicBezTo>
                <a:close/>
                <a:moveTo>
                  <a:pt x="117461" y="30143"/>
                </a:moveTo>
                <a:cubicBezTo>
                  <a:pt x="117461" y="30268"/>
                  <a:pt x="117486" y="30367"/>
                  <a:pt x="117536" y="30492"/>
                </a:cubicBezTo>
                <a:cubicBezTo>
                  <a:pt x="117561" y="30616"/>
                  <a:pt x="117561" y="30766"/>
                  <a:pt x="117586" y="30890"/>
                </a:cubicBezTo>
                <a:cubicBezTo>
                  <a:pt x="117617" y="31170"/>
                  <a:pt x="117648" y="31440"/>
                  <a:pt x="117679" y="31719"/>
                </a:cubicBezTo>
                <a:lnTo>
                  <a:pt x="117679" y="31719"/>
                </a:lnTo>
                <a:cubicBezTo>
                  <a:pt x="117646" y="31477"/>
                  <a:pt x="117603" y="31212"/>
                  <a:pt x="117561" y="30915"/>
                </a:cubicBezTo>
                <a:cubicBezTo>
                  <a:pt x="117511" y="30766"/>
                  <a:pt x="117486" y="30616"/>
                  <a:pt x="117461" y="30442"/>
                </a:cubicBezTo>
                <a:lnTo>
                  <a:pt x="117461" y="30218"/>
                </a:lnTo>
                <a:lnTo>
                  <a:pt x="117461" y="30143"/>
                </a:lnTo>
                <a:close/>
                <a:moveTo>
                  <a:pt x="59863" y="31139"/>
                </a:moveTo>
                <a:lnTo>
                  <a:pt x="59863" y="31214"/>
                </a:lnTo>
                <a:cubicBezTo>
                  <a:pt x="59341" y="31363"/>
                  <a:pt x="58793" y="31537"/>
                  <a:pt x="58245" y="31736"/>
                </a:cubicBezTo>
                <a:cubicBezTo>
                  <a:pt x="58245" y="31711"/>
                  <a:pt x="58220" y="31711"/>
                  <a:pt x="58220" y="31687"/>
                </a:cubicBezTo>
                <a:cubicBezTo>
                  <a:pt x="58793" y="31487"/>
                  <a:pt x="59316" y="31313"/>
                  <a:pt x="59863" y="31139"/>
                </a:cubicBezTo>
                <a:close/>
                <a:moveTo>
                  <a:pt x="58046" y="31736"/>
                </a:moveTo>
                <a:cubicBezTo>
                  <a:pt x="58046" y="31761"/>
                  <a:pt x="58071" y="31761"/>
                  <a:pt x="58071" y="31811"/>
                </a:cubicBezTo>
                <a:cubicBezTo>
                  <a:pt x="58046" y="31811"/>
                  <a:pt x="58046" y="31811"/>
                  <a:pt x="57996" y="31836"/>
                </a:cubicBezTo>
                <a:cubicBezTo>
                  <a:pt x="57996" y="31811"/>
                  <a:pt x="57972" y="31811"/>
                  <a:pt x="57972" y="31761"/>
                </a:cubicBezTo>
                <a:cubicBezTo>
                  <a:pt x="57996" y="31761"/>
                  <a:pt x="57996" y="31761"/>
                  <a:pt x="58046" y="31736"/>
                </a:cubicBezTo>
                <a:close/>
                <a:moveTo>
                  <a:pt x="70890" y="21158"/>
                </a:moveTo>
                <a:cubicBezTo>
                  <a:pt x="71612" y="21556"/>
                  <a:pt x="72234" y="22054"/>
                  <a:pt x="72782" y="22626"/>
                </a:cubicBezTo>
                <a:cubicBezTo>
                  <a:pt x="72757" y="22751"/>
                  <a:pt x="72732" y="22850"/>
                  <a:pt x="72657" y="22975"/>
                </a:cubicBezTo>
                <a:lnTo>
                  <a:pt x="72483" y="23522"/>
                </a:lnTo>
                <a:cubicBezTo>
                  <a:pt x="72433" y="23647"/>
                  <a:pt x="72384" y="23796"/>
                  <a:pt x="72359" y="23921"/>
                </a:cubicBezTo>
                <a:cubicBezTo>
                  <a:pt x="72284" y="24120"/>
                  <a:pt x="72259" y="24294"/>
                  <a:pt x="72184" y="24493"/>
                </a:cubicBezTo>
                <a:cubicBezTo>
                  <a:pt x="72160" y="24617"/>
                  <a:pt x="72135" y="24767"/>
                  <a:pt x="72110" y="24891"/>
                </a:cubicBezTo>
                <a:cubicBezTo>
                  <a:pt x="72060" y="25066"/>
                  <a:pt x="72010" y="25265"/>
                  <a:pt x="71985" y="25439"/>
                </a:cubicBezTo>
                <a:cubicBezTo>
                  <a:pt x="71935" y="25613"/>
                  <a:pt x="71911" y="25738"/>
                  <a:pt x="71886" y="25887"/>
                </a:cubicBezTo>
                <a:cubicBezTo>
                  <a:pt x="71861" y="26061"/>
                  <a:pt x="71811" y="26235"/>
                  <a:pt x="71786" y="26410"/>
                </a:cubicBezTo>
                <a:cubicBezTo>
                  <a:pt x="71761" y="26559"/>
                  <a:pt x="71736" y="26733"/>
                  <a:pt x="71736" y="26858"/>
                </a:cubicBezTo>
                <a:cubicBezTo>
                  <a:pt x="71736" y="26883"/>
                  <a:pt x="71736" y="26957"/>
                  <a:pt x="71687" y="26982"/>
                </a:cubicBezTo>
                <a:lnTo>
                  <a:pt x="71687" y="27107"/>
                </a:lnTo>
                <a:cubicBezTo>
                  <a:pt x="71637" y="27654"/>
                  <a:pt x="71562" y="28227"/>
                  <a:pt x="71537" y="28749"/>
                </a:cubicBezTo>
                <a:lnTo>
                  <a:pt x="71537" y="28948"/>
                </a:lnTo>
                <a:cubicBezTo>
                  <a:pt x="71512" y="29496"/>
                  <a:pt x="71512" y="30069"/>
                  <a:pt x="71537" y="30591"/>
                </a:cubicBezTo>
                <a:lnTo>
                  <a:pt x="71537" y="30691"/>
                </a:lnTo>
                <a:cubicBezTo>
                  <a:pt x="71562" y="31214"/>
                  <a:pt x="71637" y="31711"/>
                  <a:pt x="71687" y="32209"/>
                </a:cubicBezTo>
                <a:cubicBezTo>
                  <a:pt x="71015" y="31587"/>
                  <a:pt x="70168" y="31114"/>
                  <a:pt x="69247" y="30741"/>
                </a:cubicBezTo>
                <a:cubicBezTo>
                  <a:pt x="68625" y="27953"/>
                  <a:pt x="68550" y="24966"/>
                  <a:pt x="69023" y="21954"/>
                </a:cubicBezTo>
                <a:cubicBezTo>
                  <a:pt x="69695" y="21755"/>
                  <a:pt x="70293" y="21481"/>
                  <a:pt x="70890" y="21158"/>
                </a:cubicBezTo>
                <a:close/>
                <a:moveTo>
                  <a:pt x="73130" y="23000"/>
                </a:moveTo>
                <a:cubicBezTo>
                  <a:pt x="74126" y="24120"/>
                  <a:pt x="74873" y="25514"/>
                  <a:pt x="75271" y="27131"/>
                </a:cubicBezTo>
                <a:cubicBezTo>
                  <a:pt x="74624" y="28525"/>
                  <a:pt x="74126" y="29969"/>
                  <a:pt x="73877" y="31413"/>
                </a:cubicBezTo>
                <a:cubicBezTo>
                  <a:pt x="73304" y="31711"/>
                  <a:pt x="72757" y="32010"/>
                  <a:pt x="72184" y="32284"/>
                </a:cubicBezTo>
                <a:cubicBezTo>
                  <a:pt x="72160" y="32110"/>
                  <a:pt x="72135" y="31886"/>
                  <a:pt x="72135" y="31711"/>
                </a:cubicBezTo>
                <a:cubicBezTo>
                  <a:pt x="72110" y="31487"/>
                  <a:pt x="72110" y="31288"/>
                  <a:pt x="72060" y="31089"/>
                </a:cubicBezTo>
                <a:cubicBezTo>
                  <a:pt x="72035" y="30716"/>
                  <a:pt x="72010" y="30293"/>
                  <a:pt x="72010" y="29894"/>
                </a:cubicBezTo>
                <a:lnTo>
                  <a:pt x="72010" y="29397"/>
                </a:lnTo>
                <a:cubicBezTo>
                  <a:pt x="72010" y="28998"/>
                  <a:pt x="72035" y="28600"/>
                  <a:pt x="72060" y="28177"/>
                </a:cubicBezTo>
                <a:cubicBezTo>
                  <a:pt x="72060" y="28003"/>
                  <a:pt x="72110" y="27804"/>
                  <a:pt x="72110" y="27629"/>
                </a:cubicBezTo>
                <a:cubicBezTo>
                  <a:pt x="72135" y="27380"/>
                  <a:pt x="72160" y="27107"/>
                  <a:pt x="72184" y="26858"/>
                </a:cubicBezTo>
                <a:cubicBezTo>
                  <a:pt x="72234" y="26509"/>
                  <a:pt x="72284" y="26186"/>
                  <a:pt x="72359" y="25862"/>
                </a:cubicBezTo>
                <a:cubicBezTo>
                  <a:pt x="72384" y="25613"/>
                  <a:pt x="72433" y="25364"/>
                  <a:pt x="72508" y="25140"/>
                </a:cubicBezTo>
                <a:cubicBezTo>
                  <a:pt x="72558" y="24891"/>
                  <a:pt x="72632" y="24617"/>
                  <a:pt x="72682" y="24369"/>
                </a:cubicBezTo>
                <a:cubicBezTo>
                  <a:pt x="72782" y="24095"/>
                  <a:pt x="72856" y="23846"/>
                  <a:pt x="72931" y="23597"/>
                </a:cubicBezTo>
                <a:cubicBezTo>
                  <a:pt x="73006" y="23398"/>
                  <a:pt x="73056" y="23174"/>
                  <a:pt x="73130" y="23000"/>
                </a:cubicBezTo>
                <a:close/>
                <a:moveTo>
                  <a:pt x="105663" y="16080"/>
                </a:moveTo>
                <a:lnTo>
                  <a:pt x="105663" y="16080"/>
                </a:lnTo>
                <a:cubicBezTo>
                  <a:pt x="108525" y="17150"/>
                  <a:pt x="110940" y="18768"/>
                  <a:pt x="112807" y="20909"/>
                </a:cubicBezTo>
                <a:cubicBezTo>
                  <a:pt x="112881" y="21282"/>
                  <a:pt x="112981" y="21655"/>
                  <a:pt x="113056" y="22054"/>
                </a:cubicBezTo>
                <a:cubicBezTo>
                  <a:pt x="113081" y="22228"/>
                  <a:pt x="113105" y="22402"/>
                  <a:pt x="113130" y="22552"/>
                </a:cubicBezTo>
                <a:cubicBezTo>
                  <a:pt x="113230" y="23124"/>
                  <a:pt x="113329" y="23672"/>
                  <a:pt x="113379" y="24269"/>
                </a:cubicBezTo>
                <a:cubicBezTo>
                  <a:pt x="113379" y="24418"/>
                  <a:pt x="113429" y="24543"/>
                  <a:pt x="113429" y="24717"/>
                </a:cubicBezTo>
                <a:lnTo>
                  <a:pt x="113504" y="26111"/>
                </a:lnTo>
                <a:cubicBezTo>
                  <a:pt x="113504" y="26335"/>
                  <a:pt x="113553" y="26534"/>
                  <a:pt x="113553" y="26783"/>
                </a:cubicBezTo>
                <a:cubicBezTo>
                  <a:pt x="113553" y="27355"/>
                  <a:pt x="113578" y="27953"/>
                  <a:pt x="113553" y="28500"/>
                </a:cubicBezTo>
                <a:cubicBezTo>
                  <a:pt x="113553" y="28700"/>
                  <a:pt x="113504" y="28849"/>
                  <a:pt x="113504" y="29023"/>
                </a:cubicBezTo>
                <a:lnTo>
                  <a:pt x="113429" y="30517"/>
                </a:lnTo>
                <a:cubicBezTo>
                  <a:pt x="113379" y="30741"/>
                  <a:pt x="113379" y="30965"/>
                  <a:pt x="113354" y="31139"/>
                </a:cubicBezTo>
                <a:cubicBezTo>
                  <a:pt x="113329" y="31562"/>
                  <a:pt x="113255" y="31935"/>
                  <a:pt x="113230" y="32334"/>
                </a:cubicBezTo>
                <a:cubicBezTo>
                  <a:pt x="111363" y="29645"/>
                  <a:pt x="108774" y="27654"/>
                  <a:pt x="105514" y="26459"/>
                </a:cubicBezTo>
                <a:cubicBezTo>
                  <a:pt x="106285" y="22975"/>
                  <a:pt x="106360" y="19390"/>
                  <a:pt x="105663" y="16080"/>
                </a:cubicBezTo>
                <a:close/>
                <a:moveTo>
                  <a:pt x="69389" y="31096"/>
                </a:moveTo>
                <a:lnTo>
                  <a:pt x="69389" y="31096"/>
                </a:lnTo>
                <a:cubicBezTo>
                  <a:pt x="70278" y="31469"/>
                  <a:pt x="71069" y="31964"/>
                  <a:pt x="71761" y="32558"/>
                </a:cubicBezTo>
                <a:cubicBezTo>
                  <a:pt x="71736" y="32558"/>
                  <a:pt x="71687" y="32583"/>
                  <a:pt x="71687" y="32583"/>
                </a:cubicBezTo>
                <a:cubicBezTo>
                  <a:pt x="71039" y="31985"/>
                  <a:pt x="70268" y="31487"/>
                  <a:pt x="69397" y="31139"/>
                </a:cubicBezTo>
                <a:cubicBezTo>
                  <a:pt x="69397" y="31122"/>
                  <a:pt x="69397" y="31106"/>
                  <a:pt x="69389" y="31096"/>
                </a:cubicBezTo>
                <a:close/>
                <a:moveTo>
                  <a:pt x="73852" y="31687"/>
                </a:moveTo>
                <a:lnTo>
                  <a:pt x="73852" y="31736"/>
                </a:lnTo>
                <a:cubicBezTo>
                  <a:pt x="73304" y="31985"/>
                  <a:pt x="72782" y="32259"/>
                  <a:pt x="72234" y="32583"/>
                </a:cubicBezTo>
                <a:lnTo>
                  <a:pt x="72234" y="32508"/>
                </a:lnTo>
                <a:cubicBezTo>
                  <a:pt x="72757" y="32234"/>
                  <a:pt x="73304" y="31960"/>
                  <a:pt x="73852" y="31687"/>
                </a:cubicBezTo>
                <a:close/>
                <a:moveTo>
                  <a:pt x="113081" y="21232"/>
                </a:moveTo>
                <a:cubicBezTo>
                  <a:pt x="113105" y="21257"/>
                  <a:pt x="113105" y="21282"/>
                  <a:pt x="113130" y="21307"/>
                </a:cubicBezTo>
                <a:cubicBezTo>
                  <a:pt x="113205" y="21556"/>
                  <a:pt x="113255" y="21805"/>
                  <a:pt x="113280" y="22103"/>
                </a:cubicBezTo>
                <a:cubicBezTo>
                  <a:pt x="113329" y="22228"/>
                  <a:pt x="113329" y="22352"/>
                  <a:pt x="113354" y="22477"/>
                </a:cubicBezTo>
                <a:cubicBezTo>
                  <a:pt x="113454" y="22925"/>
                  <a:pt x="113504" y="23423"/>
                  <a:pt x="113578" y="23921"/>
                </a:cubicBezTo>
                <a:cubicBezTo>
                  <a:pt x="113603" y="24095"/>
                  <a:pt x="113603" y="24244"/>
                  <a:pt x="113628" y="24418"/>
                </a:cubicBezTo>
                <a:cubicBezTo>
                  <a:pt x="113703" y="24991"/>
                  <a:pt x="113728" y="25538"/>
                  <a:pt x="113753" y="26136"/>
                </a:cubicBezTo>
                <a:cubicBezTo>
                  <a:pt x="113753" y="26360"/>
                  <a:pt x="113753" y="26584"/>
                  <a:pt x="113777" y="26783"/>
                </a:cubicBezTo>
                <a:lnTo>
                  <a:pt x="113777" y="28152"/>
                </a:lnTo>
                <a:lnTo>
                  <a:pt x="113777" y="28724"/>
                </a:lnTo>
                <a:cubicBezTo>
                  <a:pt x="113753" y="29322"/>
                  <a:pt x="113728" y="29894"/>
                  <a:pt x="113703" y="30517"/>
                </a:cubicBezTo>
                <a:cubicBezTo>
                  <a:pt x="113653" y="30741"/>
                  <a:pt x="113653" y="30940"/>
                  <a:pt x="113628" y="31139"/>
                </a:cubicBezTo>
                <a:cubicBezTo>
                  <a:pt x="113578" y="31612"/>
                  <a:pt x="113504" y="32110"/>
                  <a:pt x="113454" y="32632"/>
                </a:cubicBezTo>
                <a:cubicBezTo>
                  <a:pt x="113429" y="32607"/>
                  <a:pt x="113429" y="32583"/>
                  <a:pt x="113379" y="32583"/>
                </a:cubicBezTo>
                <a:lnTo>
                  <a:pt x="113578" y="30990"/>
                </a:lnTo>
                <a:cubicBezTo>
                  <a:pt x="113578" y="30865"/>
                  <a:pt x="113603" y="30741"/>
                  <a:pt x="113603" y="30616"/>
                </a:cubicBezTo>
                <a:cubicBezTo>
                  <a:pt x="113678" y="29994"/>
                  <a:pt x="113703" y="29347"/>
                  <a:pt x="113728" y="28724"/>
                </a:cubicBezTo>
                <a:lnTo>
                  <a:pt x="113728" y="28525"/>
                </a:lnTo>
                <a:cubicBezTo>
                  <a:pt x="113753" y="27903"/>
                  <a:pt x="113728" y="27281"/>
                  <a:pt x="113728" y="26659"/>
                </a:cubicBezTo>
                <a:cubicBezTo>
                  <a:pt x="113728" y="26484"/>
                  <a:pt x="113728" y="26285"/>
                  <a:pt x="113703" y="26111"/>
                </a:cubicBezTo>
                <a:lnTo>
                  <a:pt x="113603" y="24518"/>
                </a:lnTo>
                <a:cubicBezTo>
                  <a:pt x="113603" y="24418"/>
                  <a:pt x="113603" y="24344"/>
                  <a:pt x="113578" y="24244"/>
                </a:cubicBezTo>
                <a:cubicBezTo>
                  <a:pt x="113504" y="23647"/>
                  <a:pt x="113429" y="23049"/>
                  <a:pt x="113329" y="22477"/>
                </a:cubicBezTo>
                <a:lnTo>
                  <a:pt x="113230" y="22004"/>
                </a:lnTo>
                <a:cubicBezTo>
                  <a:pt x="113180" y="21755"/>
                  <a:pt x="113130" y="21481"/>
                  <a:pt x="113081" y="21232"/>
                </a:cubicBezTo>
                <a:close/>
                <a:moveTo>
                  <a:pt x="105464" y="26609"/>
                </a:moveTo>
                <a:cubicBezTo>
                  <a:pt x="108725" y="27853"/>
                  <a:pt x="111338" y="29869"/>
                  <a:pt x="113180" y="32607"/>
                </a:cubicBezTo>
                <a:lnTo>
                  <a:pt x="113180" y="32707"/>
                </a:lnTo>
                <a:cubicBezTo>
                  <a:pt x="111363" y="29944"/>
                  <a:pt x="108749" y="27878"/>
                  <a:pt x="105464" y="26659"/>
                </a:cubicBezTo>
                <a:lnTo>
                  <a:pt x="105464" y="26609"/>
                </a:lnTo>
                <a:close/>
                <a:moveTo>
                  <a:pt x="113329" y="32831"/>
                </a:moveTo>
                <a:cubicBezTo>
                  <a:pt x="113354" y="32856"/>
                  <a:pt x="113354" y="32881"/>
                  <a:pt x="113379" y="32881"/>
                </a:cubicBezTo>
                <a:lnTo>
                  <a:pt x="113379" y="33006"/>
                </a:lnTo>
                <a:cubicBezTo>
                  <a:pt x="113354" y="32981"/>
                  <a:pt x="113354" y="32956"/>
                  <a:pt x="113329" y="32931"/>
                </a:cubicBezTo>
                <a:lnTo>
                  <a:pt x="113329" y="32831"/>
                </a:lnTo>
                <a:close/>
                <a:moveTo>
                  <a:pt x="69446" y="31363"/>
                </a:moveTo>
                <a:lnTo>
                  <a:pt x="69446" y="31363"/>
                </a:lnTo>
                <a:cubicBezTo>
                  <a:pt x="70218" y="31711"/>
                  <a:pt x="70940" y="32135"/>
                  <a:pt x="71537" y="32682"/>
                </a:cubicBezTo>
                <a:cubicBezTo>
                  <a:pt x="71039" y="32931"/>
                  <a:pt x="70542" y="33205"/>
                  <a:pt x="70069" y="33479"/>
                </a:cubicBezTo>
                <a:cubicBezTo>
                  <a:pt x="69820" y="32807"/>
                  <a:pt x="69596" y="32085"/>
                  <a:pt x="69446" y="31363"/>
                </a:cubicBezTo>
                <a:close/>
                <a:moveTo>
                  <a:pt x="69148" y="31238"/>
                </a:moveTo>
                <a:cubicBezTo>
                  <a:pt x="69173" y="31238"/>
                  <a:pt x="69197" y="31263"/>
                  <a:pt x="69197" y="31263"/>
                </a:cubicBezTo>
                <a:cubicBezTo>
                  <a:pt x="69397" y="32060"/>
                  <a:pt x="69646" y="32831"/>
                  <a:pt x="69894" y="33578"/>
                </a:cubicBezTo>
                <a:cubicBezTo>
                  <a:pt x="69870" y="33578"/>
                  <a:pt x="69870" y="33603"/>
                  <a:pt x="69820" y="33603"/>
                </a:cubicBezTo>
                <a:cubicBezTo>
                  <a:pt x="69546" y="32831"/>
                  <a:pt x="69322" y="32060"/>
                  <a:pt x="69148" y="31238"/>
                </a:cubicBezTo>
                <a:close/>
                <a:moveTo>
                  <a:pt x="71662" y="32831"/>
                </a:moveTo>
                <a:cubicBezTo>
                  <a:pt x="71687" y="32831"/>
                  <a:pt x="71687" y="32856"/>
                  <a:pt x="71736" y="32881"/>
                </a:cubicBezTo>
                <a:cubicBezTo>
                  <a:pt x="71189" y="33180"/>
                  <a:pt x="70691" y="33454"/>
                  <a:pt x="70168" y="33752"/>
                </a:cubicBezTo>
                <a:cubicBezTo>
                  <a:pt x="70143" y="33703"/>
                  <a:pt x="70143" y="33678"/>
                  <a:pt x="70143" y="33678"/>
                </a:cubicBezTo>
                <a:cubicBezTo>
                  <a:pt x="70641" y="33379"/>
                  <a:pt x="71164" y="33105"/>
                  <a:pt x="71662" y="32831"/>
                </a:cubicBezTo>
                <a:close/>
                <a:moveTo>
                  <a:pt x="69944" y="33752"/>
                </a:moveTo>
                <a:cubicBezTo>
                  <a:pt x="69944" y="33802"/>
                  <a:pt x="69944" y="33802"/>
                  <a:pt x="69994" y="33827"/>
                </a:cubicBezTo>
                <a:cubicBezTo>
                  <a:pt x="69944" y="33827"/>
                  <a:pt x="69944" y="33852"/>
                  <a:pt x="69919" y="33852"/>
                </a:cubicBezTo>
                <a:cubicBezTo>
                  <a:pt x="69919" y="33827"/>
                  <a:pt x="69894" y="33827"/>
                  <a:pt x="69894" y="33802"/>
                </a:cubicBezTo>
                <a:cubicBezTo>
                  <a:pt x="69919" y="33752"/>
                  <a:pt x="69944" y="33752"/>
                  <a:pt x="69944" y="33752"/>
                </a:cubicBezTo>
                <a:close/>
                <a:moveTo>
                  <a:pt x="117188" y="30168"/>
                </a:moveTo>
                <a:cubicBezTo>
                  <a:pt x="117188" y="30243"/>
                  <a:pt x="117212" y="30293"/>
                  <a:pt x="117212" y="30342"/>
                </a:cubicBezTo>
                <a:cubicBezTo>
                  <a:pt x="117212" y="30367"/>
                  <a:pt x="117237" y="30392"/>
                  <a:pt x="117237" y="30467"/>
                </a:cubicBezTo>
                <a:lnTo>
                  <a:pt x="117237" y="31338"/>
                </a:lnTo>
                <a:lnTo>
                  <a:pt x="117237" y="31711"/>
                </a:lnTo>
                <a:lnTo>
                  <a:pt x="117237" y="31761"/>
                </a:lnTo>
                <a:cubicBezTo>
                  <a:pt x="117237" y="31886"/>
                  <a:pt x="117212" y="32010"/>
                  <a:pt x="117212" y="32159"/>
                </a:cubicBezTo>
                <a:cubicBezTo>
                  <a:pt x="117212" y="32309"/>
                  <a:pt x="117188" y="32408"/>
                  <a:pt x="117188" y="32583"/>
                </a:cubicBezTo>
                <a:cubicBezTo>
                  <a:pt x="117163" y="32757"/>
                  <a:pt x="117163" y="32906"/>
                  <a:pt x="117113" y="33105"/>
                </a:cubicBezTo>
                <a:lnTo>
                  <a:pt x="117113" y="33230"/>
                </a:lnTo>
                <a:cubicBezTo>
                  <a:pt x="117113" y="33304"/>
                  <a:pt x="117088" y="33354"/>
                  <a:pt x="117088" y="33404"/>
                </a:cubicBezTo>
                <a:cubicBezTo>
                  <a:pt x="117050" y="33632"/>
                  <a:pt x="117007" y="33860"/>
                  <a:pt x="116958" y="34087"/>
                </a:cubicBezTo>
                <a:lnTo>
                  <a:pt x="116958" y="34087"/>
                </a:lnTo>
                <a:lnTo>
                  <a:pt x="117038" y="33628"/>
                </a:lnTo>
                <a:cubicBezTo>
                  <a:pt x="117063" y="33504"/>
                  <a:pt x="117063" y="33379"/>
                  <a:pt x="117088" y="33255"/>
                </a:cubicBezTo>
                <a:lnTo>
                  <a:pt x="117088" y="33230"/>
                </a:lnTo>
                <a:lnTo>
                  <a:pt x="117088" y="33205"/>
                </a:lnTo>
                <a:cubicBezTo>
                  <a:pt x="117113" y="33056"/>
                  <a:pt x="117113" y="32856"/>
                  <a:pt x="117163" y="32707"/>
                </a:cubicBezTo>
                <a:cubicBezTo>
                  <a:pt x="117163" y="32583"/>
                  <a:pt x="117188" y="32458"/>
                  <a:pt x="117188" y="32334"/>
                </a:cubicBezTo>
                <a:lnTo>
                  <a:pt x="117188" y="32259"/>
                </a:lnTo>
                <a:lnTo>
                  <a:pt x="117188" y="32110"/>
                </a:lnTo>
                <a:cubicBezTo>
                  <a:pt x="117188" y="31985"/>
                  <a:pt x="117212" y="31861"/>
                  <a:pt x="117212" y="31761"/>
                </a:cubicBezTo>
                <a:lnTo>
                  <a:pt x="117212" y="31587"/>
                </a:lnTo>
                <a:cubicBezTo>
                  <a:pt x="117188" y="31512"/>
                  <a:pt x="117188" y="31512"/>
                  <a:pt x="117188" y="31487"/>
                </a:cubicBezTo>
                <a:lnTo>
                  <a:pt x="117188" y="31064"/>
                </a:lnTo>
                <a:lnTo>
                  <a:pt x="117188" y="30840"/>
                </a:lnTo>
                <a:lnTo>
                  <a:pt x="117188" y="30716"/>
                </a:lnTo>
                <a:lnTo>
                  <a:pt x="117188" y="30243"/>
                </a:lnTo>
                <a:lnTo>
                  <a:pt x="117188" y="30168"/>
                </a:lnTo>
                <a:close/>
                <a:moveTo>
                  <a:pt x="86198" y="27032"/>
                </a:moveTo>
                <a:lnTo>
                  <a:pt x="86198" y="27032"/>
                </a:lnTo>
                <a:cubicBezTo>
                  <a:pt x="86347" y="29621"/>
                  <a:pt x="86173" y="32135"/>
                  <a:pt x="85675" y="34474"/>
                </a:cubicBezTo>
                <a:lnTo>
                  <a:pt x="85601" y="34474"/>
                </a:lnTo>
                <a:cubicBezTo>
                  <a:pt x="86123" y="32135"/>
                  <a:pt x="86298" y="29645"/>
                  <a:pt x="86123" y="27082"/>
                </a:cubicBezTo>
                <a:cubicBezTo>
                  <a:pt x="86173" y="27082"/>
                  <a:pt x="86173" y="27082"/>
                  <a:pt x="86198" y="27032"/>
                </a:cubicBezTo>
                <a:close/>
                <a:moveTo>
                  <a:pt x="85601" y="34624"/>
                </a:moveTo>
                <a:lnTo>
                  <a:pt x="85601" y="34698"/>
                </a:lnTo>
                <a:lnTo>
                  <a:pt x="85551" y="34698"/>
                </a:lnTo>
                <a:lnTo>
                  <a:pt x="85551" y="34624"/>
                </a:lnTo>
                <a:close/>
                <a:moveTo>
                  <a:pt x="93192" y="25663"/>
                </a:moveTo>
                <a:lnTo>
                  <a:pt x="93192" y="25663"/>
                </a:lnTo>
                <a:cubicBezTo>
                  <a:pt x="92769" y="28575"/>
                  <a:pt x="91973" y="31612"/>
                  <a:pt x="90853" y="34698"/>
                </a:cubicBezTo>
                <a:cubicBezTo>
                  <a:pt x="89535" y="34524"/>
                  <a:pt x="88232" y="34425"/>
                  <a:pt x="86956" y="34425"/>
                </a:cubicBezTo>
                <a:cubicBezTo>
                  <a:pt x="86593" y="34425"/>
                  <a:pt x="86233" y="34433"/>
                  <a:pt x="85875" y="34449"/>
                </a:cubicBezTo>
                <a:cubicBezTo>
                  <a:pt x="86347" y="32110"/>
                  <a:pt x="86547" y="29596"/>
                  <a:pt x="86372" y="27007"/>
                </a:cubicBezTo>
                <a:cubicBezTo>
                  <a:pt x="88737" y="26360"/>
                  <a:pt x="91027" y="25912"/>
                  <a:pt x="93192" y="25663"/>
                </a:cubicBezTo>
                <a:close/>
                <a:moveTo>
                  <a:pt x="93441" y="25638"/>
                </a:moveTo>
                <a:cubicBezTo>
                  <a:pt x="93018" y="28575"/>
                  <a:pt x="92197" y="31612"/>
                  <a:pt x="91077" y="34748"/>
                </a:cubicBezTo>
                <a:lnTo>
                  <a:pt x="91027" y="34748"/>
                </a:lnTo>
                <a:cubicBezTo>
                  <a:pt x="92147" y="31637"/>
                  <a:pt x="92944" y="28600"/>
                  <a:pt x="93392" y="25663"/>
                </a:cubicBezTo>
                <a:cubicBezTo>
                  <a:pt x="93392" y="25638"/>
                  <a:pt x="93417" y="25638"/>
                  <a:pt x="93441" y="25638"/>
                </a:cubicBezTo>
                <a:close/>
                <a:moveTo>
                  <a:pt x="73802" y="31960"/>
                </a:moveTo>
                <a:lnTo>
                  <a:pt x="73802" y="32060"/>
                </a:lnTo>
                <a:lnTo>
                  <a:pt x="73802" y="32085"/>
                </a:lnTo>
                <a:cubicBezTo>
                  <a:pt x="73753" y="32458"/>
                  <a:pt x="73703" y="32856"/>
                  <a:pt x="73678" y="33230"/>
                </a:cubicBezTo>
                <a:cubicBezTo>
                  <a:pt x="73653" y="33479"/>
                  <a:pt x="73653" y="33703"/>
                  <a:pt x="73653" y="33952"/>
                </a:cubicBezTo>
                <a:lnTo>
                  <a:pt x="73653" y="33976"/>
                </a:lnTo>
                <a:lnTo>
                  <a:pt x="73653" y="34026"/>
                </a:lnTo>
                <a:cubicBezTo>
                  <a:pt x="73653" y="34325"/>
                  <a:pt x="73628" y="34599"/>
                  <a:pt x="73653" y="34848"/>
                </a:cubicBezTo>
                <a:cubicBezTo>
                  <a:pt x="73304" y="34076"/>
                  <a:pt x="72832" y="33404"/>
                  <a:pt x="72284" y="32831"/>
                </a:cubicBezTo>
                <a:lnTo>
                  <a:pt x="72284" y="32757"/>
                </a:lnTo>
                <a:cubicBezTo>
                  <a:pt x="72782" y="32483"/>
                  <a:pt x="73280" y="32209"/>
                  <a:pt x="73802" y="31960"/>
                </a:cubicBezTo>
                <a:close/>
                <a:moveTo>
                  <a:pt x="86708" y="34609"/>
                </a:moveTo>
                <a:cubicBezTo>
                  <a:pt x="88023" y="34609"/>
                  <a:pt x="89368" y="34692"/>
                  <a:pt x="90728" y="34873"/>
                </a:cubicBezTo>
                <a:cubicBezTo>
                  <a:pt x="90778" y="34922"/>
                  <a:pt x="90778" y="34922"/>
                  <a:pt x="90728" y="34947"/>
                </a:cubicBezTo>
                <a:cubicBezTo>
                  <a:pt x="89434" y="34748"/>
                  <a:pt x="88090" y="34649"/>
                  <a:pt x="86820" y="34649"/>
                </a:cubicBezTo>
                <a:cubicBezTo>
                  <a:pt x="86472" y="34649"/>
                  <a:pt x="86099" y="34698"/>
                  <a:pt x="85750" y="34698"/>
                </a:cubicBezTo>
                <a:lnTo>
                  <a:pt x="85750" y="34624"/>
                </a:lnTo>
                <a:cubicBezTo>
                  <a:pt x="86067" y="34614"/>
                  <a:pt x="86387" y="34609"/>
                  <a:pt x="86708" y="34609"/>
                </a:cubicBezTo>
                <a:close/>
                <a:moveTo>
                  <a:pt x="91027" y="34922"/>
                </a:moveTo>
                <a:cubicBezTo>
                  <a:pt x="91027" y="34947"/>
                  <a:pt x="91027" y="34947"/>
                  <a:pt x="90977" y="34972"/>
                </a:cubicBezTo>
                <a:lnTo>
                  <a:pt x="90927" y="34972"/>
                </a:lnTo>
                <a:cubicBezTo>
                  <a:pt x="90927" y="34947"/>
                  <a:pt x="90927" y="34947"/>
                  <a:pt x="90952" y="34922"/>
                </a:cubicBezTo>
                <a:close/>
                <a:moveTo>
                  <a:pt x="85949" y="27107"/>
                </a:moveTo>
                <a:lnTo>
                  <a:pt x="85949" y="27107"/>
                </a:lnTo>
                <a:cubicBezTo>
                  <a:pt x="86099" y="29645"/>
                  <a:pt x="85899" y="32135"/>
                  <a:pt x="85377" y="34474"/>
                </a:cubicBezTo>
                <a:cubicBezTo>
                  <a:pt x="83933" y="34574"/>
                  <a:pt x="82514" y="34748"/>
                  <a:pt x="81195" y="35097"/>
                </a:cubicBezTo>
                <a:cubicBezTo>
                  <a:pt x="82066" y="32632"/>
                  <a:pt x="82639" y="30268"/>
                  <a:pt x="82987" y="28028"/>
                </a:cubicBezTo>
                <a:cubicBezTo>
                  <a:pt x="83983" y="27704"/>
                  <a:pt x="84978" y="27380"/>
                  <a:pt x="85949" y="27107"/>
                </a:cubicBezTo>
                <a:close/>
                <a:moveTo>
                  <a:pt x="82738" y="28102"/>
                </a:moveTo>
                <a:cubicBezTo>
                  <a:pt x="82738" y="28127"/>
                  <a:pt x="82763" y="28127"/>
                  <a:pt x="82763" y="28127"/>
                </a:cubicBezTo>
                <a:cubicBezTo>
                  <a:pt x="82464" y="30367"/>
                  <a:pt x="81817" y="32732"/>
                  <a:pt x="80971" y="35171"/>
                </a:cubicBezTo>
                <a:lnTo>
                  <a:pt x="80921" y="35171"/>
                </a:lnTo>
                <a:cubicBezTo>
                  <a:pt x="81270" y="34225"/>
                  <a:pt x="81543" y="33304"/>
                  <a:pt x="81817" y="32383"/>
                </a:cubicBezTo>
                <a:cubicBezTo>
                  <a:pt x="81867" y="32184"/>
                  <a:pt x="81917" y="31960"/>
                  <a:pt x="81991" y="31711"/>
                </a:cubicBezTo>
                <a:cubicBezTo>
                  <a:pt x="82066" y="31462"/>
                  <a:pt x="82116" y="31238"/>
                  <a:pt x="82191" y="30990"/>
                </a:cubicBezTo>
                <a:cubicBezTo>
                  <a:pt x="82191" y="30965"/>
                  <a:pt x="82191" y="30940"/>
                  <a:pt x="82216" y="30890"/>
                </a:cubicBezTo>
                <a:cubicBezTo>
                  <a:pt x="82216" y="30840"/>
                  <a:pt x="82240" y="30815"/>
                  <a:pt x="82240" y="30741"/>
                </a:cubicBezTo>
                <a:cubicBezTo>
                  <a:pt x="82240" y="30716"/>
                  <a:pt x="82265" y="30641"/>
                  <a:pt x="82265" y="30616"/>
                </a:cubicBezTo>
                <a:cubicBezTo>
                  <a:pt x="82365" y="30218"/>
                  <a:pt x="82464" y="29845"/>
                  <a:pt x="82514" y="29446"/>
                </a:cubicBezTo>
                <a:cubicBezTo>
                  <a:pt x="82514" y="29397"/>
                  <a:pt x="82564" y="29347"/>
                  <a:pt x="82564" y="29322"/>
                </a:cubicBezTo>
                <a:lnTo>
                  <a:pt x="82564" y="29247"/>
                </a:lnTo>
                <a:cubicBezTo>
                  <a:pt x="82614" y="28874"/>
                  <a:pt x="82688" y="28476"/>
                  <a:pt x="82738" y="28102"/>
                </a:cubicBezTo>
                <a:close/>
                <a:moveTo>
                  <a:pt x="85361" y="34699"/>
                </a:moveTo>
                <a:cubicBezTo>
                  <a:pt x="85352" y="34700"/>
                  <a:pt x="85352" y="34705"/>
                  <a:pt x="85352" y="34723"/>
                </a:cubicBezTo>
                <a:cubicBezTo>
                  <a:pt x="83858" y="34823"/>
                  <a:pt x="82464" y="35047"/>
                  <a:pt x="81120" y="35370"/>
                </a:cubicBezTo>
                <a:cubicBezTo>
                  <a:pt x="81120" y="35345"/>
                  <a:pt x="81145" y="35345"/>
                  <a:pt x="81145" y="35321"/>
                </a:cubicBezTo>
                <a:cubicBezTo>
                  <a:pt x="82485" y="34973"/>
                  <a:pt x="83874" y="34750"/>
                  <a:pt x="85361" y="34699"/>
                </a:cubicBezTo>
                <a:close/>
                <a:moveTo>
                  <a:pt x="117785" y="32906"/>
                </a:moveTo>
                <a:lnTo>
                  <a:pt x="117785" y="32906"/>
                </a:lnTo>
                <a:cubicBezTo>
                  <a:pt x="117835" y="33255"/>
                  <a:pt x="117860" y="33678"/>
                  <a:pt x="117909" y="34001"/>
                </a:cubicBezTo>
                <a:cubicBezTo>
                  <a:pt x="117909" y="34225"/>
                  <a:pt x="117934" y="34449"/>
                  <a:pt x="117934" y="34649"/>
                </a:cubicBezTo>
                <a:lnTo>
                  <a:pt x="117934" y="34698"/>
                </a:lnTo>
                <a:lnTo>
                  <a:pt x="117934" y="34873"/>
                </a:lnTo>
                <a:lnTo>
                  <a:pt x="117934" y="35395"/>
                </a:lnTo>
                <a:cubicBezTo>
                  <a:pt x="117909" y="34997"/>
                  <a:pt x="117909" y="34599"/>
                  <a:pt x="117860" y="34225"/>
                </a:cubicBezTo>
                <a:cubicBezTo>
                  <a:pt x="117860" y="33976"/>
                  <a:pt x="117835" y="33728"/>
                  <a:pt x="117835" y="33479"/>
                </a:cubicBezTo>
                <a:cubicBezTo>
                  <a:pt x="117835" y="33354"/>
                  <a:pt x="117810" y="33155"/>
                  <a:pt x="117785" y="32906"/>
                </a:cubicBezTo>
                <a:close/>
                <a:moveTo>
                  <a:pt x="39253" y="15756"/>
                </a:moveTo>
                <a:cubicBezTo>
                  <a:pt x="39253" y="15781"/>
                  <a:pt x="39253" y="15781"/>
                  <a:pt x="39204" y="15806"/>
                </a:cubicBezTo>
                <a:lnTo>
                  <a:pt x="39204" y="15831"/>
                </a:lnTo>
                <a:cubicBezTo>
                  <a:pt x="38905" y="16055"/>
                  <a:pt x="38631" y="16304"/>
                  <a:pt x="38308" y="16528"/>
                </a:cubicBezTo>
                <a:cubicBezTo>
                  <a:pt x="37860" y="16827"/>
                  <a:pt x="37436" y="17175"/>
                  <a:pt x="37038" y="17499"/>
                </a:cubicBezTo>
                <a:cubicBezTo>
                  <a:pt x="36764" y="17698"/>
                  <a:pt x="36466" y="17922"/>
                  <a:pt x="36217" y="18121"/>
                </a:cubicBezTo>
                <a:cubicBezTo>
                  <a:pt x="35072" y="18992"/>
                  <a:pt x="33578" y="20262"/>
                  <a:pt x="32682" y="21008"/>
                </a:cubicBezTo>
                <a:cubicBezTo>
                  <a:pt x="30094" y="23124"/>
                  <a:pt x="26858" y="26210"/>
                  <a:pt x="25937" y="27206"/>
                </a:cubicBezTo>
                <a:cubicBezTo>
                  <a:pt x="25638" y="27505"/>
                  <a:pt x="25314" y="27828"/>
                  <a:pt x="24966" y="28152"/>
                </a:cubicBezTo>
                <a:lnTo>
                  <a:pt x="24941" y="28202"/>
                </a:lnTo>
                <a:cubicBezTo>
                  <a:pt x="24767" y="28351"/>
                  <a:pt x="24617" y="28500"/>
                  <a:pt x="24468" y="28675"/>
                </a:cubicBezTo>
                <a:cubicBezTo>
                  <a:pt x="23871" y="29272"/>
                  <a:pt x="23323" y="29869"/>
                  <a:pt x="22850" y="30392"/>
                </a:cubicBezTo>
                <a:cubicBezTo>
                  <a:pt x="22601" y="30691"/>
                  <a:pt x="22377" y="30915"/>
                  <a:pt x="22203" y="31139"/>
                </a:cubicBezTo>
                <a:cubicBezTo>
                  <a:pt x="22029" y="31313"/>
                  <a:pt x="21904" y="31462"/>
                  <a:pt x="21780" y="31587"/>
                </a:cubicBezTo>
                <a:cubicBezTo>
                  <a:pt x="21382" y="32060"/>
                  <a:pt x="21008" y="32458"/>
                  <a:pt x="20710" y="32831"/>
                </a:cubicBezTo>
                <a:cubicBezTo>
                  <a:pt x="19639" y="34051"/>
                  <a:pt x="19092" y="34698"/>
                  <a:pt x="18519" y="35420"/>
                </a:cubicBezTo>
                <a:lnTo>
                  <a:pt x="18494" y="35420"/>
                </a:lnTo>
                <a:cubicBezTo>
                  <a:pt x="18619" y="35246"/>
                  <a:pt x="18743" y="35072"/>
                  <a:pt x="18893" y="34873"/>
                </a:cubicBezTo>
                <a:cubicBezTo>
                  <a:pt x="19415" y="34225"/>
                  <a:pt x="19988" y="33553"/>
                  <a:pt x="20535" y="32881"/>
                </a:cubicBezTo>
                <a:cubicBezTo>
                  <a:pt x="21033" y="32334"/>
                  <a:pt x="21606" y="31711"/>
                  <a:pt x="22128" y="31114"/>
                </a:cubicBezTo>
                <a:cubicBezTo>
                  <a:pt x="22875" y="30317"/>
                  <a:pt x="23622" y="29471"/>
                  <a:pt x="24369" y="28700"/>
                </a:cubicBezTo>
                <a:cubicBezTo>
                  <a:pt x="24692" y="28351"/>
                  <a:pt x="24966" y="28028"/>
                  <a:pt x="25265" y="27729"/>
                </a:cubicBezTo>
                <a:cubicBezTo>
                  <a:pt x="27629" y="25290"/>
                  <a:pt x="30168" y="22925"/>
                  <a:pt x="32807" y="20734"/>
                </a:cubicBezTo>
                <a:cubicBezTo>
                  <a:pt x="33703" y="19938"/>
                  <a:pt x="34649" y="19191"/>
                  <a:pt x="35570" y="18494"/>
                </a:cubicBezTo>
                <a:cubicBezTo>
                  <a:pt x="36042" y="18121"/>
                  <a:pt x="36515" y="17748"/>
                  <a:pt x="37013" y="17399"/>
                </a:cubicBezTo>
                <a:cubicBezTo>
                  <a:pt x="37436" y="17075"/>
                  <a:pt x="37884" y="16752"/>
                  <a:pt x="38308" y="16428"/>
                </a:cubicBezTo>
                <a:cubicBezTo>
                  <a:pt x="38557" y="16254"/>
                  <a:pt x="38781" y="16080"/>
                  <a:pt x="39029" y="15906"/>
                </a:cubicBezTo>
                <a:cubicBezTo>
                  <a:pt x="39079" y="15831"/>
                  <a:pt x="39154" y="15806"/>
                  <a:pt x="39253" y="15756"/>
                </a:cubicBezTo>
                <a:close/>
                <a:moveTo>
                  <a:pt x="91201" y="34947"/>
                </a:moveTo>
                <a:cubicBezTo>
                  <a:pt x="92296" y="35097"/>
                  <a:pt x="93417" y="35321"/>
                  <a:pt x="94512" y="35569"/>
                </a:cubicBezTo>
                <a:lnTo>
                  <a:pt x="94163" y="35569"/>
                </a:lnTo>
                <a:cubicBezTo>
                  <a:pt x="93168" y="35321"/>
                  <a:pt x="92172" y="35121"/>
                  <a:pt x="91176" y="34997"/>
                </a:cubicBezTo>
                <a:cubicBezTo>
                  <a:pt x="91176" y="34972"/>
                  <a:pt x="91176" y="34972"/>
                  <a:pt x="91201" y="34947"/>
                </a:cubicBezTo>
                <a:close/>
                <a:moveTo>
                  <a:pt x="72350" y="33225"/>
                </a:moveTo>
                <a:cubicBezTo>
                  <a:pt x="72903" y="33836"/>
                  <a:pt x="73337" y="34519"/>
                  <a:pt x="73653" y="35345"/>
                </a:cubicBezTo>
                <a:lnTo>
                  <a:pt x="73653" y="35495"/>
                </a:lnTo>
                <a:lnTo>
                  <a:pt x="73653" y="35594"/>
                </a:lnTo>
                <a:cubicBezTo>
                  <a:pt x="73329" y="34723"/>
                  <a:pt x="72881" y="33976"/>
                  <a:pt x="72359" y="33304"/>
                </a:cubicBezTo>
                <a:cubicBezTo>
                  <a:pt x="72359" y="33276"/>
                  <a:pt x="72359" y="33248"/>
                  <a:pt x="72350" y="33225"/>
                </a:cubicBezTo>
                <a:close/>
                <a:moveTo>
                  <a:pt x="51002" y="23024"/>
                </a:moveTo>
                <a:cubicBezTo>
                  <a:pt x="51151" y="23248"/>
                  <a:pt x="51326" y="23423"/>
                  <a:pt x="51475" y="23622"/>
                </a:cubicBezTo>
                <a:cubicBezTo>
                  <a:pt x="51649" y="23846"/>
                  <a:pt x="51848" y="24020"/>
                  <a:pt x="52023" y="24244"/>
                </a:cubicBezTo>
                <a:cubicBezTo>
                  <a:pt x="52197" y="24418"/>
                  <a:pt x="52371" y="24642"/>
                  <a:pt x="52520" y="24841"/>
                </a:cubicBezTo>
                <a:cubicBezTo>
                  <a:pt x="52819" y="25165"/>
                  <a:pt x="53093" y="25489"/>
                  <a:pt x="53367" y="25837"/>
                </a:cubicBezTo>
                <a:lnTo>
                  <a:pt x="53392" y="25862"/>
                </a:lnTo>
                <a:cubicBezTo>
                  <a:pt x="54337" y="27032"/>
                  <a:pt x="55258" y="28227"/>
                  <a:pt x="56179" y="29471"/>
                </a:cubicBezTo>
                <a:cubicBezTo>
                  <a:pt x="53416" y="31438"/>
                  <a:pt x="50778" y="33479"/>
                  <a:pt x="48264" y="35669"/>
                </a:cubicBezTo>
                <a:cubicBezTo>
                  <a:pt x="46372" y="32981"/>
                  <a:pt x="44655" y="30218"/>
                  <a:pt x="43261" y="27629"/>
                </a:cubicBezTo>
                <a:cubicBezTo>
                  <a:pt x="45850" y="25787"/>
                  <a:pt x="48438" y="24269"/>
                  <a:pt x="51002" y="23024"/>
                </a:cubicBezTo>
                <a:close/>
                <a:moveTo>
                  <a:pt x="91102" y="35196"/>
                </a:moveTo>
                <a:cubicBezTo>
                  <a:pt x="91823" y="35296"/>
                  <a:pt x="92545" y="35420"/>
                  <a:pt x="93267" y="35569"/>
                </a:cubicBezTo>
                <a:lnTo>
                  <a:pt x="93217" y="35569"/>
                </a:lnTo>
                <a:cubicBezTo>
                  <a:pt x="92844" y="35569"/>
                  <a:pt x="92446" y="35569"/>
                  <a:pt x="92048" y="35594"/>
                </a:cubicBezTo>
                <a:lnTo>
                  <a:pt x="91699" y="35594"/>
                </a:lnTo>
                <a:cubicBezTo>
                  <a:pt x="91550" y="35594"/>
                  <a:pt x="91425" y="35619"/>
                  <a:pt x="91251" y="35619"/>
                </a:cubicBezTo>
                <a:cubicBezTo>
                  <a:pt x="91151" y="35619"/>
                  <a:pt x="91002" y="35669"/>
                  <a:pt x="90927" y="35669"/>
                </a:cubicBezTo>
                <a:cubicBezTo>
                  <a:pt x="90977" y="35545"/>
                  <a:pt x="91052" y="35345"/>
                  <a:pt x="91102" y="35196"/>
                </a:cubicBezTo>
                <a:close/>
                <a:moveTo>
                  <a:pt x="39054" y="16155"/>
                </a:moveTo>
                <a:cubicBezTo>
                  <a:pt x="39054" y="16204"/>
                  <a:pt x="39029" y="16279"/>
                  <a:pt x="39029" y="16304"/>
                </a:cubicBezTo>
                <a:cubicBezTo>
                  <a:pt x="39029" y="16379"/>
                  <a:pt x="39005" y="16453"/>
                  <a:pt x="39005" y="16528"/>
                </a:cubicBezTo>
                <a:cubicBezTo>
                  <a:pt x="39005" y="16627"/>
                  <a:pt x="39005" y="16677"/>
                  <a:pt x="38955" y="16777"/>
                </a:cubicBezTo>
                <a:cubicBezTo>
                  <a:pt x="38955" y="16876"/>
                  <a:pt x="38955" y="16926"/>
                  <a:pt x="38930" y="17026"/>
                </a:cubicBezTo>
                <a:cubicBezTo>
                  <a:pt x="38955" y="17150"/>
                  <a:pt x="38955" y="17250"/>
                  <a:pt x="38955" y="17324"/>
                </a:cubicBezTo>
                <a:lnTo>
                  <a:pt x="38955" y="17623"/>
                </a:lnTo>
                <a:cubicBezTo>
                  <a:pt x="38955" y="17698"/>
                  <a:pt x="39005" y="17822"/>
                  <a:pt x="39005" y="17922"/>
                </a:cubicBezTo>
                <a:cubicBezTo>
                  <a:pt x="39005" y="18021"/>
                  <a:pt x="39029" y="18121"/>
                  <a:pt x="39029" y="18245"/>
                </a:cubicBezTo>
                <a:cubicBezTo>
                  <a:pt x="39029" y="18320"/>
                  <a:pt x="39054" y="18445"/>
                  <a:pt x="39079" y="18544"/>
                </a:cubicBezTo>
                <a:cubicBezTo>
                  <a:pt x="39079" y="18619"/>
                  <a:pt x="39104" y="18693"/>
                  <a:pt x="39104" y="18768"/>
                </a:cubicBezTo>
                <a:cubicBezTo>
                  <a:pt x="32558" y="23896"/>
                  <a:pt x="26534" y="29645"/>
                  <a:pt x="21357" y="35694"/>
                </a:cubicBezTo>
                <a:cubicBezTo>
                  <a:pt x="20527" y="35443"/>
                  <a:pt x="19832" y="35312"/>
                  <a:pt x="19272" y="35312"/>
                </a:cubicBezTo>
                <a:cubicBezTo>
                  <a:pt x="19109" y="35312"/>
                  <a:pt x="18958" y="35323"/>
                  <a:pt x="18818" y="35345"/>
                </a:cubicBezTo>
                <a:cubicBezTo>
                  <a:pt x="19440" y="34599"/>
                  <a:pt x="20038" y="33852"/>
                  <a:pt x="20685" y="33105"/>
                </a:cubicBezTo>
                <a:cubicBezTo>
                  <a:pt x="21158" y="32558"/>
                  <a:pt x="21655" y="32010"/>
                  <a:pt x="22128" y="31462"/>
                </a:cubicBezTo>
                <a:cubicBezTo>
                  <a:pt x="26584" y="26484"/>
                  <a:pt x="31612" y="21780"/>
                  <a:pt x="37138" y="17573"/>
                </a:cubicBezTo>
                <a:cubicBezTo>
                  <a:pt x="37511" y="17300"/>
                  <a:pt x="37909" y="17001"/>
                  <a:pt x="38283" y="16702"/>
                </a:cubicBezTo>
                <a:cubicBezTo>
                  <a:pt x="38532" y="16528"/>
                  <a:pt x="38781" y="16329"/>
                  <a:pt x="39054" y="16155"/>
                </a:cubicBezTo>
                <a:close/>
                <a:moveTo>
                  <a:pt x="90952" y="35171"/>
                </a:moveTo>
                <a:cubicBezTo>
                  <a:pt x="90853" y="35345"/>
                  <a:pt x="90803" y="35545"/>
                  <a:pt x="90728" y="35719"/>
                </a:cubicBezTo>
                <a:lnTo>
                  <a:pt x="90678" y="35719"/>
                </a:lnTo>
                <a:cubicBezTo>
                  <a:pt x="90728" y="35545"/>
                  <a:pt x="90803" y="35345"/>
                  <a:pt x="90903" y="35171"/>
                </a:cubicBezTo>
                <a:close/>
                <a:moveTo>
                  <a:pt x="39179" y="18942"/>
                </a:moveTo>
                <a:cubicBezTo>
                  <a:pt x="39179" y="18992"/>
                  <a:pt x="39179" y="19017"/>
                  <a:pt x="39204" y="19017"/>
                </a:cubicBezTo>
                <a:cubicBezTo>
                  <a:pt x="32682" y="24120"/>
                  <a:pt x="26758" y="29770"/>
                  <a:pt x="21606" y="35794"/>
                </a:cubicBezTo>
                <a:cubicBezTo>
                  <a:pt x="21581" y="35794"/>
                  <a:pt x="21581" y="35794"/>
                  <a:pt x="21531" y="35744"/>
                </a:cubicBezTo>
                <a:cubicBezTo>
                  <a:pt x="26708" y="29745"/>
                  <a:pt x="32657" y="24045"/>
                  <a:pt x="39179" y="18942"/>
                </a:cubicBezTo>
                <a:close/>
                <a:moveTo>
                  <a:pt x="43037" y="27754"/>
                </a:moveTo>
                <a:cubicBezTo>
                  <a:pt x="44481" y="30367"/>
                  <a:pt x="46223" y="33105"/>
                  <a:pt x="48090" y="35818"/>
                </a:cubicBezTo>
                <a:lnTo>
                  <a:pt x="48040" y="35843"/>
                </a:lnTo>
                <a:cubicBezTo>
                  <a:pt x="46148" y="33130"/>
                  <a:pt x="44431" y="30392"/>
                  <a:pt x="43012" y="27779"/>
                </a:cubicBezTo>
                <a:lnTo>
                  <a:pt x="43037" y="27754"/>
                </a:lnTo>
                <a:close/>
                <a:moveTo>
                  <a:pt x="95333" y="35794"/>
                </a:moveTo>
                <a:cubicBezTo>
                  <a:pt x="95408" y="35794"/>
                  <a:pt x="95433" y="35818"/>
                  <a:pt x="95507" y="35818"/>
                </a:cubicBezTo>
                <a:lnTo>
                  <a:pt x="95532" y="35818"/>
                </a:lnTo>
                <a:cubicBezTo>
                  <a:pt x="95582" y="35843"/>
                  <a:pt x="95657" y="35843"/>
                  <a:pt x="95707" y="35868"/>
                </a:cubicBezTo>
                <a:lnTo>
                  <a:pt x="95682" y="35868"/>
                </a:lnTo>
                <a:cubicBezTo>
                  <a:pt x="95582" y="35868"/>
                  <a:pt x="95532" y="35843"/>
                  <a:pt x="95433" y="35843"/>
                </a:cubicBezTo>
                <a:lnTo>
                  <a:pt x="95383" y="35843"/>
                </a:lnTo>
                <a:cubicBezTo>
                  <a:pt x="95333" y="35843"/>
                  <a:pt x="95283" y="35818"/>
                  <a:pt x="95258" y="35818"/>
                </a:cubicBezTo>
                <a:lnTo>
                  <a:pt x="95209" y="35818"/>
                </a:lnTo>
                <a:cubicBezTo>
                  <a:pt x="95159" y="35818"/>
                  <a:pt x="95134" y="35818"/>
                  <a:pt x="95084" y="35794"/>
                </a:cubicBezTo>
                <a:close/>
                <a:moveTo>
                  <a:pt x="56254" y="29645"/>
                </a:moveTo>
                <a:cubicBezTo>
                  <a:pt x="56254" y="29670"/>
                  <a:pt x="56304" y="29670"/>
                  <a:pt x="56304" y="29720"/>
                </a:cubicBezTo>
                <a:cubicBezTo>
                  <a:pt x="53566" y="31687"/>
                  <a:pt x="50902" y="33728"/>
                  <a:pt x="48388" y="35893"/>
                </a:cubicBezTo>
                <a:cubicBezTo>
                  <a:pt x="48364" y="35868"/>
                  <a:pt x="48364" y="35843"/>
                  <a:pt x="48364" y="35843"/>
                </a:cubicBezTo>
                <a:cubicBezTo>
                  <a:pt x="50902" y="33703"/>
                  <a:pt x="53566" y="31612"/>
                  <a:pt x="56254" y="29645"/>
                </a:cubicBezTo>
                <a:close/>
                <a:moveTo>
                  <a:pt x="19266" y="35495"/>
                </a:moveTo>
                <a:cubicBezTo>
                  <a:pt x="19789" y="35495"/>
                  <a:pt x="20461" y="35619"/>
                  <a:pt x="21183" y="35843"/>
                </a:cubicBezTo>
                <a:lnTo>
                  <a:pt x="21133" y="35918"/>
                </a:lnTo>
                <a:cubicBezTo>
                  <a:pt x="20404" y="35696"/>
                  <a:pt x="19786" y="35585"/>
                  <a:pt x="19286" y="35585"/>
                </a:cubicBezTo>
                <a:cubicBezTo>
                  <a:pt x="19000" y="35585"/>
                  <a:pt x="18752" y="35622"/>
                  <a:pt x="18544" y="35694"/>
                </a:cubicBezTo>
                <a:lnTo>
                  <a:pt x="18644" y="35594"/>
                </a:lnTo>
                <a:cubicBezTo>
                  <a:pt x="18818" y="35545"/>
                  <a:pt x="19042" y="35495"/>
                  <a:pt x="19266" y="35495"/>
                </a:cubicBezTo>
                <a:close/>
                <a:moveTo>
                  <a:pt x="93641" y="35744"/>
                </a:moveTo>
                <a:cubicBezTo>
                  <a:pt x="93815" y="35744"/>
                  <a:pt x="94014" y="35794"/>
                  <a:pt x="94213" y="35794"/>
                </a:cubicBezTo>
                <a:cubicBezTo>
                  <a:pt x="94263" y="35794"/>
                  <a:pt x="94313" y="35818"/>
                  <a:pt x="94337" y="35818"/>
                </a:cubicBezTo>
                <a:lnTo>
                  <a:pt x="94387" y="35818"/>
                </a:lnTo>
                <a:cubicBezTo>
                  <a:pt x="94412" y="35818"/>
                  <a:pt x="94437" y="35843"/>
                  <a:pt x="94462" y="35843"/>
                </a:cubicBezTo>
                <a:cubicBezTo>
                  <a:pt x="94188" y="35843"/>
                  <a:pt x="93914" y="35818"/>
                  <a:pt x="93591" y="35818"/>
                </a:cubicBezTo>
                <a:cubicBezTo>
                  <a:pt x="92968" y="35818"/>
                  <a:pt x="92346" y="35843"/>
                  <a:pt x="91699" y="35868"/>
                </a:cubicBezTo>
                <a:cubicBezTo>
                  <a:pt x="91550" y="35868"/>
                  <a:pt x="91425" y="35893"/>
                  <a:pt x="91276" y="35893"/>
                </a:cubicBezTo>
                <a:cubicBezTo>
                  <a:pt x="91102" y="35893"/>
                  <a:pt x="90952" y="35943"/>
                  <a:pt x="90803" y="35943"/>
                </a:cubicBezTo>
                <a:lnTo>
                  <a:pt x="90803" y="35893"/>
                </a:lnTo>
                <a:lnTo>
                  <a:pt x="90803" y="35868"/>
                </a:lnTo>
                <a:cubicBezTo>
                  <a:pt x="90927" y="35868"/>
                  <a:pt x="91077" y="35843"/>
                  <a:pt x="91201" y="35818"/>
                </a:cubicBezTo>
                <a:cubicBezTo>
                  <a:pt x="91351" y="35818"/>
                  <a:pt x="91525" y="35794"/>
                  <a:pt x="91674" y="35794"/>
                </a:cubicBezTo>
                <a:cubicBezTo>
                  <a:pt x="92346" y="35794"/>
                  <a:pt x="92968" y="35744"/>
                  <a:pt x="93591" y="35744"/>
                </a:cubicBezTo>
                <a:close/>
                <a:moveTo>
                  <a:pt x="39253" y="19266"/>
                </a:moveTo>
                <a:cubicBezTo>
                  <a:pt x="39278" y="19341"/>
                  <a:pt x="39278" y="19465"/>
                  <a:pt x="39303" y="19565"/>
                </a:cubicBezTo>
                <a:cubicBezTo>
                  <a:pt x="38706" y="19988"/>
                  <a:pt x="38158" y="20411"/>
                  <a:pt x="37561" y="20809"/>
                </a:cubicBezTo>
                <a:cubicBezTo>
                  <a:pt x="37461" y="20884"/>
                  <a:pt x="37387" y="20983"/>
                  <a:pt x="37287" y="21033"/>
                </a:cubicBezTo>
                <a:cubicBezTo>
                  <a:pt x="36789" y="21407"/>
                  <a:pt x="36291" y="21805"/>
                  <a:pt x="35794" y="22178"/>
                </a:cubicBezTo>
                <a:lnTo>
                  <a:pt x="35221" y="22651"/>
                </a:lnTo>
                <a:cubicBezTo>
                  <a:pt x="34823" y="22975"/>
                  <a:pt x="34449" y="23273"/>
                  <a:pt x="34051" y="23622"/>
                </a:cubicBezTo>
                <a:cubicBezTo>
                  <a:pt x="34051" y="23622"/>
                  <a:pt x="34001" y="23622"/>
                  <a:pt x="34001" y="23647"/>
                </a:cubicBezTo>
                <a:cubicBezTo>
                  <a:pt x="33852" y="23771"/>
                  <a:pt x="33728" y="23896"/>
                  <a:pt x="33578" y="24020"/>
                </a:cubicBezTo>
                <a:lnTo>
                  <a:pt x="33479" y="24120"/>
                </a:lnTo>
                <a:cubicBezTo>
                  <a:pt x="33105" y="24468"/>
                  <a:pt x="32707" y="24767"/>
                  <a:pt x="32334" y="25115"/>
                </a:cubicBezTo>
                <a:lnTo>
                  <a:pt x="32309" y="25140"/>
                </a:lnTo>
                <a:cubicBezTo>
                  <a:pt x="32309" y="25140"/>
                  <a:pt x="32259" y="25140"/>
                  <a:pt x="32259" y="25165"/>
                </a:cubicBezTo>
                <a:cubicBezTo>
                  <a:pt x="32135" y="25265"/>
                  <a:pt x="32010" y="25389"/>
                  <a:pt x="31911" y="25489"/>
                </a:cubicBezTo>
                <a:cubicBezTo>
                  <a:pt x="31861" y="25514"/>
                  <a:pt x="31836" y="25514"/>
                  <a:pt x="31836" y="25538"/>
                </a:cubicBezTo>
                <a:lnTo>
                  <a:pt x="30616" y="26659"/>
                </a:lnTo>
                <a:cubicBezTo>
                  <a:pt x="30566" y="26733"/>
                  <a:pt x="30467" y="26783"/>
                  <a:pt x="30417" y="26883"/>
                </a:cubicBezTo>
                <a:lnTo>
                  <a:pt x="30318" y="26982"/>
                </a:lnTo>
                <a:lnTo>
                  <a:pt x="30243" y="27032"/>
                </a:lnTo>
                <a:cubicBezTo>
                  <a:pt x="29820" y="27480"/>
                  <a:pt x="29347" y="27878"/>
                  <a:pt x="28924" y="28301"/>
                </a:cubicBezTo>
                <a:lnTo>
                  <a:pt x="28874" y="28351"/>
                </a:lnTo>
                <a:lnTo>
                  <a:pt x="28749" y="28476"/>
                </a:lnTo>
                <a:lnTo>
                  <a:pt x="28725" y="28500"/>
                </a:lnTo>
                <a:cubicBezTo>
                  <a:pt x="28227" y="28998"/>
                  <a:pt x="27729" y="29496"/>
                  <a:pt x="27256" y="29994"/>
                </a:cubicBezTo>
                <a:lnTo>
                  <a:pt x="27231" y="30019"/>
                </a:lnTo>
                <a:cubicBezTo>
                  <a:pt x="27131" y="30118"/>
                  <a:pt x="27082" y="30218"/>
                  <a:pt x="26982" y="30293"/>
                </a:cubicBezTo>
                <a:cubicBezTo>
                  <a:pt x="26957" y="30342"/>
                  <a:pt x="26957" y="30367"/>
                  <a:pt x="26932" y="30367"/>
                </a:cubicBezTo>
                <a:cubicBezTo>
                  <a:pt x="26883" y="30392"/>
                  <a:pt x="26883" y="30417"/>
                  <a:pt x="26858" y="30417"/>
                </a:cubicBezTo>
                <a:cubicBezTo>
                  <a:pt x="26360" y="30965"/>
                  <a:pt x="25862" y="31487"/>
                  <a:pt x="25389" y="32010"/>
                </a:cubicBezTo>
                <a:cubicBezTo>
                  <a:pt x="25314" y="32135"/>
                  <a:pt x="25190" y="32259"/>
                  <a:pt x="25090" y="32359"/>
                </a:cubicBezTo>
                <a:cubicBezTo>
                  <a:pt x="25016" y="32408"/>
                  <a:pt x="24966" y="32508"/>
                  <a:pt x="24891" y="32583"/>
                </a:cubicBezTo>
                <a:cubicBezTo>
                  <a:pt x="24518" y="32981"/>
                  <a:pt x="24194" y="33379"/>
                  <a:pt x="23846" y="33777"/>
                </a:cubicBezTo>
                <a:cubicBezTo>
                  <a:pt x="23746" y="33902"/>
                  <a:pt x="23622" y="34026"/>
                  <a:pt x="23522" y="34151"/>
                </a:cubicBezTo>
                <a:lnTo>
                  <a:pt x="23149" y="34624"/>
                </a:lnTo>
                <a:cubicBezTo>
                  <a:pt x="22776" y="35072"/>
                  <a:pt x="22402" y="35495"/>
                  <a:pt x="22029" y="35968"/>
                </a:cubicBezTo>
                <a:cubicBezTo>
                  <a:pt x="21954" y="35943"/>
                  <a:pt x="21879" y="35893"/>
                  <a:pt x="21780" y="35868"/>
                </a:cubicBezTo>
                <a:cubicBezTo>
                  <a:pt x="26883" y="29919"/>
                  <a:pt x="32782" y="24294"/>
                  <a:pt x="39253" y="19266"/>
                </a:cubicBezTo>
                <a:close/>
                <a:moveTo>
                  <a:pt x="39378" y="19764"/>
                </a:moveTo>
                <a:lnTo>
                  <a:pt x="39378" y="19789"/>
                </a:lnTo>
                <a:lnTo>
                  <a:pt x="39378" y="19814"/>
                </a:lnTo>
                <a:cubicBezTo>
                  <a:pt x="39154" y="19963"/>
                  <a:pt x="38905" y="20162"/>
                  <a:pt x="38681" y="20311"/>
                </a:cubicBezTo>
                <a:cubicBezTo>
                  <a:pt x="38407" y="20535"/>
                  <a:pt x="38084" y="20710"/>
                  <a:pt x="37810" y="20934"/>
                </a:cubicBezTo>
                <a:cubicBezTo>
                  <a:pt x="37785" y="20958"/>
                  <a:pt x="37710" y="21008"/>
                  <a:pt x="37685" y="21033"/>
                </a:cubicBezTo>
                <a:cubicBezTo>
                  <a:pt x="37337" y="21282"/>
                  <a:pt x="37013" y="21556"/>
                  <a:pt x="36665" y="21830"/>
                </a:cubicBezTo>
                <a:cubicBezTo>
                  <a:pt x="36491" y="21954"/>
                  <a:pt x="36316" y="22079"/>
                  <a:pt x="36167" y="22203"/>
                </a:cubicBezTo>
                <a:lnTo>
                  <a:pt x="36142" y="22253"/>
                </a:lnTo>
                <a:cubicBezTo>
                  <a:pt x="35769" y="22552"/>
                  <a:pt x="35346" y="22875"/>
                  <a:pt x="34972" y="23174"/>
                </a:cubicBezTo>
                <a:cubicBezTo>
                  <a:pt x="34898" y="23273"/>
                  <a:pt x="34773" y="23323"/>
                  <a:pt x="34673" y="23423"/>
                </a:cubicBezTo>
                <a:cubicBezTo>
                  <a:pt x="34649" y="23448"/>
                  <a:pt x="34599" y="23448"/>
                  <a:pt x="34574" y="23497"/>
                </a:cubicBezTo>
                <a:cubicBezTo>
                  <a:pt x="34549" y="23522"/>
                  <a:pt x="34524" y="23547"/>
                  <a:pt x="34474" y="23547"/>
                </a:cubicBezTo>
                <a:cubicBezTo>
                  <a:pt x="34051" y="23921"/>
                  <a:pt x="33578" y="24294"/>
                  <a:pt x="33130" y="24667"/>
                </a:cubicBezTo>
                <a:cubicBezTo>
                  <a:pt x="33056" y="24742"/>
                  <a:pt x="32981" y="24792"/>
                  <a:pt x="32881" y="24891"/>
                </a:cubicBezTo>
                <a:cubicBezTo>
                  <a:pt x="32832" y="24941"/>
                  <a:pt x="32757" y="24991"/>
                  <a:pt x="32707" y="25041"/>
                </a:cubicBezTo>
                <a:cubicBezTo>
                  <a:pt x="32583" y="25140"/>
                  <a:pt x="32458" y="25265"/>
                  <a:pt x="32359" y="25364"/>
                </a:cubicBezTo>
                <a:cubicBezTo>
                  <a:pt x="32060" y="25638"/>
                  <a:pt x="31761" y="25912"/>
                  <a:pt x="31463" y="26161"/>
                </a:cubicBezTo>
                <a:lnTo>
                  <a:pt x="31388" y="26235"/>
                </a:lnTo>
                <a:lnTo>
                  <a:pt x="31363" y="26260"/>
                </a:lnTo>
                <a:cubicBezTo>
                  <a:pt x="31014" y="26559"/>
                  <a:pt x="30716" y="26883"/>
                  <a:pt x="30367" y="27181"/>
                </a:cubicBezTo>
                <a:cubicBezTo>
                  <a:pt x="29919" y="27629"/>
                  <a:pt x="29421" y="28102"/>
                  <a:pt x="28949" y="28525"/>
                </a:cubicBezTo>
                <a:cubicBezTo>
                  <a:pt x="28749" y="28724"/>
                  <a:pt x="28600" y="28899"/>
                  <a:pt x="28426" y="29048"/>
                </a:cubicBezTo>
                <a:cubicBezTo>
                  <a:pt x="26211" y="31263"/>
                  <a:pt x="24120" y="33578"/>
                  <a:pt x="22228" y="35968"/>
                </a:cubicBezTo>
                <a:lnTo>
                  <a:pt x="22153" y="35968"/>
                </a:lnTo>
                <a:lnTo>
                  <a:pt x="22228" y="35893"/>
                </a:lnTo>
                <a:cubicBezTo>
                  <a:pt x="22701" y="35321"/>
                  <a:pt x="23174" y="34723"/>
                  <a:pt x="23672" y="34126"/>
                </a:cubicBezTo>
                <a:cubicBezTo>
                  <a:pt x="23871" y="33902"/>
                  <a:pt x="24095" y="33653"/>
                  <a:pt x="24269" y="33454"/>
                </a:cubicBezTo>
                <a:cubicBezTo>
                  <a:pt x="24642" y="33006"/>
                  <a:pt x="25041" y="32583"/>
                  <a:pt x="25414" y="32135"/>
                </a:cubicBezTo>
                <a:cubicBezTo>
                  <a:pt x="26036" y="31462"/>
                  <a:pt x="26659" y="30790"/>
                  <a:pt x="27281" y="30118"/>
                </a:cubicBezTo>
                <a:lnTo>
                  <a:pt x="27405" y="29994"/>
                </a:lnTo>
                <a:cubicBezTo>
                  <a:pt x="27853" y="29521"/>
                  <a:pt x="28326" y="29048"/>
                  <a:pt x="28774" y="28625"/>
                </a:cubicBezTo>
                <a:lnTo>
                  <a:pt x="29073" y="28351"/>
                </a:lnTo>
                <a:cubicBezTo>
                  <a:pt x="29471" y="27928"/>
                  <a:pt x="29919" y="27530"/>
                  <a:pt x="30342" y="27131"/>
                </a:cubicBezTo>
                <a:lnTo>
                  <a:pt x="30716" y="26758"/>
                </a:lnTo>
                <a:cubicBezTo>
                  <a:pt x="31114" y="26385"/>
                  <a:pt x="31512" y="26011"/>
                  <a:pt x="31935" y="25663"/>
                </a:cubicBezTo>
                <a:cubicBezTo>
                  <a:pt x="32085" y="25514"/>
                  <a:pt x="32234" y="25389"/>
                  <a:pt x="32408" y="25240"/>
                </a:cubicBezTo>
                <a:cubicBezTo>
                  <a:pt x="32807" y="24891"/>
                  <a:pt x="33205" y="24543"/>
                  <a:pt x="33578" y="24194"/>
                </a:cubicBezTo>
                <a:cubicBezTo>
                  <a:pt x="33728" y="24045"/>
                  <a:pt x="33927" y="23921"/>
                  <a:pt x="34076" y="23771"/>
                </a:cubicBezTo>
                <a:cubicBezTo>
                  <a:pt x="34474" y="23423"/>
                  <a:pt x="34922" y="23074"/>
                  <a:pt x="35346" y="22751"/>
                </a:cubicBezTo>
                <a:lnTo>
                  <a:pt x="35818" y="22377"/>
                </a:lnTo>
                <a:cubicBezTo>
                  <a:pt x="36341" y="21929"/>
                  <a:pt x="36914" y="21506"/>
                  <a:pt x="37461" y="21083"/>
                </a:cubicBezTo>
                <a:cubicBezTo>
                  <a:pt x="37511" y="21058"/>
                  <a:pt x="37536" y="21033"/>
                  <a:pt x="37586" y="21008"/>
                </a:cubicBezTo>
                <a:cubicBezTo>
                  <a:pt x="38258" y="20560"/>
                  <a:pt x="38805" y="20162"/>
                  <a:pt x="39378" y="19764"/>
                </a:cubicBezTo>
                <a:close/>
                <a:moveTo>
                  <a:pt x="90654" y="35918"/>
                </a:moveTo>
                <a:cubicBezTo>
                  <a:pt x="90654" y="35943"/>
                  <a:pt x="90604" y="35943"/>
                  <a:pt x="90604" y="35968"/>
                </a:cubicBezTo>
                <a:lnTo>
                  <a:pt x="90554" y="35968"/>
                </a:lnTo>
                <a:lnTo>
                  <a:pt x="90554" y="35943"/>
                </a:lnTo>
                <a:cubicBezTo>
                  <a:pt x="90604" y="35943"/>
                  <a:pt x="90604" y="35943"/>
                  <a:pt x="90654" y="35918"/>
                </a:cubicBezTo>
                <a:close/>
                <a:moveTo>
                  <a:pt x="21382" y="35918"/>
                </a:moveTo>
                <a:cubicBezTo>
                  <a:pt x="21407" y="35918"/>
                  <a:pt x="21407" y="35918"/>
                  <a:pt x="21456" y="35943"/>
                </a:cubicBezTo>
                <a:cubicBezTo>
                  <a:pt x="21456" y="35968"/>
                  <a:pt x="21407" y="35968"/>
                  <a:pt x="21407" y="35993"/>
                </a:cubicBezTo>
                <a:cubicBezTo>
                  <a:pt x="21407" y="35968"/>
                  <a:pt x="21382" y="35968"/>
                  <a:pt x="21357" y="35968"/>
                </a:cubicBezTo>
                <a:cubicBezTo>
                  <a:pt x="21357" y="35943"/>
                  <a:pt x="21382" y="35943"/>
                  <a:pt x="21382" y="35918"/>
                </a:cubicBezTo>
                <a:close/>
                <a:moveTo>
                  <a:pt x="48214" y="35968"/>
                </a:moveTo>
                <a:cubicBezTo>
                  <a:pt x="48214" y="35993"/>
                  <a:pt x="48239" y="35993"/>
                  <a:pt x="48239" y="36042"/>
                </a:cubicBezTo>
                <a:lnTo>
                  <a:pt x="48214" y="36067"/>
                </a:lnTo>
                <a:cubicBezTo>
                  <a:pt x="48164" y="36042"/>
                  <a:pt x="48164" y="36042"/>
                  <a:pt x="48164" y="35993"/>
                </a:cubicBezTo>
                <a:lnTo>
                  <a:pt x="48214" y="35968"/>
                </a:lnTo>
                <a:close/>
                <a:moveTo>
                  <a:pt x="21655" y="35968"/>
                </a:moveTo>
                <a:cubicBezTo>
                  <a:pt x="21755" y="35993"/>
                  <a:pt x="21805" y="36042"/>
                  <a:pt x="21904" y="36067"/>
                </a:cubicBezTo>
                <a:cubicBezTo>
                  <a:pt x="21904" y="36092"/>
                  <a:pt x="21879" y="36092"/>
                  <a:pt x="21879" y="36117"/>
                </a:cubicBezTo>
                <a:cubicBezTo>
                  <a:pt x="21780" y="36092"/>
                  <a:pt x="21730" y="36067"/>
                  <a:pt x="21631" y="36042"/>
                </a:cubicBezTo>
                <a:cubicBezTo>
                  <a:pt x="21631" y="35993"/>
                  <a:pt x="21655" y="35993"/>
                  <a:pt x="21655" y="35968"/>
                </a:cubicBezTo>
                <a:close/>
                <a:moveTo>
                  <a:pt x="18230" y="35762"/>
                </a:moveTo>
                <a:lnTo>
                  <a:pt x="18230" y="35762"/>
                </a:lnTo>
                <a:cubicBezTo>
                  <a:pt x="18123" y="35893"/>
                  <a:pt x="18014" y="36041"/>
                  <a:pt x="17872" y="36190"/>
                </a:cubicBezTo>
                <a:lnTo>
                  <a:pt x="17872" y="36190"/>
                </a:lnTo>
                <a:cubicBezTo>
                  <a:pt x="17873" y="36167"/>
                  <a:pt x="17897" y="36166"/>
                  <a:pt x="17897" y="36117"/>
                </a:cubicBezTo>
                <a:cubicBezTo>
                  <a:pt x="17897" y="36092"/>
                  <a:pt x="17922" y="36092"/>
                  <a:pt x="17972" y="36067"/>
                </a:cubicBezTo>
                <a:cubicBezTo>
                  <a:pt x="18021" y="35968"/>
                  <a:pt x="18121" y="35868"/>
                  <a:pt x="18171" y="35769"/>
                </a:cubicBezTo>
                <a:lnTo>
                  <a:pt x="18196" y="35769"/>
                </a:lnTo>
                <a:cubicBezTo>
                  <a:pt x="18196" y="35769"/>
                  <a:pt x="18215" y="35769"/>
                  <a:pt x="18230" y="35762"/>
                </a:cubicBezTo>
                <a:close/>
                <a:moveTo>
                  <a:pt x="56379" y="29869"/>
                </a:moveTo>
                <a:cubicBezTo>
                  <a:pt x="56851" y="30467"/>
                  <a:pt x="57250" y="31064"/>
                  <a:pt x="57698" y="31687"/>
                </a:cubicBezTo>
                <a:cubicBezTo>
                  <a:pt x="54810" y="32732"/>
                  <a:pt x="51774" y="34350"/>
                  <a:pt x="48787" y="36466"/>
                </a:cubicBezTo>
                <a:cubicBezTo>
                  <a:pt x="48712" y="36341"/>
                  <a:pt x="48613" y="36192"/>
                  <a:pt x="48488" y="36067"/>
                </a:cubicBezTo>
                <a:cubicBezTo>
                  <a:pt x="51027" y="33927"/>
                  <a:pt x="53690" y="31836"/>
                  <a:pt x="56379" y="29869"/>
                </a:cubicBezTo>
                <a:close/>
                <a:moveTo>
                  <a:pt x="116812" y="34716"/>
                </a:moveTo>
                <a:lnTo>
                  <a:pt x="116812" y="34716"/>
                </a:lnTo>
                <a:cubicBezTo>
                  <a:pt x="116659" y="35317"/>
                  <a:pt x="116473" y="35912"/>
                  <a:pt x="116258" y="36496"/>
                </a:cubicBezTo>
                <a:lnTo>
                  <a:pt x="116258" y="36496"/>
                </a:lnTo>
                <a:cubicBezTo>
                  <a:pt x="116461" y="35898"/>
                  <a:pt x="116650" y="35312"/>
                  <a:pt x="116812" y="34716"/>
                </a:cubicBezTo>
                <a:close/>
                <a:moveTo>
                  <a:pt x="48364" y="36167"/>
                </a:moveTo>
                <a:cubicBezTo>
                  <a:pt x="48463" y="36291"/>
                  <a:pt x="48538" y="36416"/>
                  <a:pt x="48637" y="36565"/>
                </a:cubicBezTo>
                <a:lnTo>
                  <a:pt x="48613" y="36590"/>
                </a:lnTo>
                <a:cubicBezTo>
                  <a:pt x="48513" y="36466"/>
                  <a:pt x="48413" y="36341"/>
                  <a:pt x="48339" y="36192"/>
                </a:cubicBezTo>
                <a:lnTo>
                  <a:pt x="48364" y="36167"/>
                </a:lnTo>
                <a:close/>
                <a:moveTo>
                  <a:pt x="97037" y="25437"/>
                </a:moveTo>
                <a:cubicBezTo>
                  <a:pt x="99657" y="25437"/>
                  <a:pt x="102099" y="25775"/>
                  <a:pt x="104294" y="26459"/>
                </a:cubicBezTo>
                <a:cubicBezTo>
                  <a:pt x="104095" y="28028"/>
                  <a:pt x="103796" y="29645"/>
                  <a:pt x="103398" y="31338"/>
                </a:cubicBezTo>
                <a:cubicBezTo>
                  <a:pt x="102552" y="33180"/>
                  <a:pt x="101506" y="34947"/>
                  <a:pt x="100237" y="36590"/>
                </a:cubicBezTo>
                <a:cubicBezTo>
                  <a:pt x="100112" y="36565"/>
                  <a:pt x="99988" y="36490"/>
                  <a:pt x="99863" y="36466"/>
                </a:cubicBezTo>
                <a:cubicBezTo>
                  <a:pt x="99614" y="36366"/>
                  <a:pt x="99365" y="36316"/>
                  <a:pt x="99067" y="36217"/>
                </a:cubicBezTo>
                <a:cubicBezTo>
                  <a:pt x="98917" y="36192"/>
                  <a:pt x="98743" y="36117"/>
                  <a:pt x="98569" y="36092"/>
                </a:cubicBezTo>
                <a:lnTo>
                  <a:pt x="97822" y="35918"/>
                </a:lnTo>
                <a:cubicBezTo>
                  <a:pt x="97673" y="35868"/>
                  <a:pt x="97499" y="35843"/>
                  <a:pt x="97324" y="35818"/>
                </a:cubicBezTo>
                <a:cubicBezTo>
                  <a:pt x="97250" y="35818"/>
                  <a:pt x="97150" y="35794"/>
                  <a:pt x="97076" y="35794"/>
                </a:cubicBezTo>
                <a:lnTo>
                  <a:pt x="96528" y="35694"/>
                </a:lnTo>
                <a:cubicBezTo>
                  <a:pt x="96279" y="35669"/>
                  <a:pt x="96030" y="35619"/>
                  <a:pt x="95756" y="35619"/>
                </a:cubicBezTo>
                <a:cubicBezTo>
                  <a:pt x="95632" y="35619"/>
                  <a:pt x="95507" y="35594"/>
                  <a:pt x="95408" y="35594"/>
                </a:cubicBezTo>
                <a:cubicBezTo>
                  <a:pt x="94039" y="35221"/>
                  <a:pt x="92670" y="34947"/>
                  <a:pt x="91301" y="34748"/>
                </a:cubicBezTo>
                <a:cubicBezTo>
                  <a:pt x="92421" y="31612"/>
                  <a:pt x="93217" y="28525"/>
                  <a:pt x="93665" y="25613"/>
                </a:cubicBezTo>
                <a:cubicBezTo>
                  <a:pt x="94817" y="25496"/>
                  <a:pt x="95943" y="25437"/>
                  <a:pt x="97037" y="25437"/>
                </a:cubicBezTo>
                <a:close/>
                <a:moveTo>
                  <a:pt x="57797" y="31836"/>
                </a:moveTo>
                <a:cubicBezTo>
                  <a:pt x="57797" y="31861"/>
                  <a:pt x="57822" y="31861"/>
                  <a:pt x="57822" y="31886"/>
                </a:cubicBezTo>
                <a:cubicBezTo>
                  <a:pt x="54960" y="32956"/>
                  <a:pt x="51898" y="34574"/>
                  <a:pt x="48911" y="36665"/>
                </a:cubicBezTo>
                <a:cubicBezTo>
                  <a:pt x="48911" y="36665"/>
                  <a:pt x="48911" y="36615"/>
                  <a:pt x="48886" y="36615"/>
                </a:cubicBezTo>
                <a:cubicBezTo>
                  <a:pt x="51873" y="34499"/>
                  <a:pt x="54885" y="32931"/>
                  <a:pt x="57797" y="31836"/>
                </a:cubicBezTo>
                <a:close/>
                <a:moveTo>
                  <a:pt x="103224" y="32209"/>
                </a:moveTo>
                <a:cubicBezTo>
                  <a:pt x="103174" y="32309"/>
                  <a:pt x="103149" y="32383"/>
                  <a:pt x="103149" y="32483"/>
                </a:cubicBezTo>
                <a:cubicBezTo>
                  <a:pt x="102377" y="33952"/>
                  <a:pt x="101506" y="35345"/>
                  <a:pt x="100486" y="36690"/>
                </a:cubicBezTo>
                <a:cubicBezTo>
                  <a:pt x="100436" y="36690"/>
                  <a:pt x="100436" y="36665"/>
                  <a:pt x="100411" y="36665"/>
                </a:cubicBezTo>
                <a:cubicBezTo>
                  <a:pt x="101506" y="35246"/>
                  <a:pt x="102427" y="33752"/>
                  <a:pt x="103224" y="32209"/>
                </a:cubicBezTo>
                <a:close/>
                <a:moveTo>
                  <a:pt x="87061" y="34883"/>
                </a:moveTo>
                <a:cubicBezTo>
                  <a:pt x="88227" y="34883"/>
                  <a:pt x="89439" y="34976"/>
                  <a:pt x="90678" y="35121"/>
                </a:cubicBezTo>
                <a:cubicBezTo>
                  <a:pt x="90604" y="35345"/>
                  <a:pt x="90529" y="35545"/>
                  <a:pt x="90454" y="35744"/>
                </a:cubicBezTo>
                <a:cubicBezTo>
                  <a:pt x="90156" y="35794"/>
                  <a:pt x="89857" y="35843"/>
                  <a:pt x="89558" y="35868"/>
                </a:cubicBezTo>
                <a:cubicBezTo>
                  <a:pt x="89459" y="35868"/>
                  <a:pt x="89409" y="35918"/>
                  <a:pt x="89309" y="35918"/>
                </a:cubicBezTo>
                <a:lnTo>
                  <a:pt x="89210" y="35918"/>
                </a:lnTo>
                <a:cubicBezTo>
                  <a:pt x="89085" y="35943"/>
                  <a:pt x="88986" y="35943"/>
                  <a:pt x="88861" y="35968"/>
                </a:cubicBezTo>
                <a:lnTo>
                  <a:pt x="88314" y="36067"/>
                </a:lnTo>
                <a:cubicBezTo>
                  <a:pt x="88239" y="36067"/>
                  <a:pt x="88189" y="36092"/>
                  <a:pt x="88115" y="36092"/>
                </a:cubicBezTo>
                <a:lnTo>
                  <a:pt x="87667" y="36192"/>
                </a:lnTo>
                <a:cubicBezTo>
                  <a:pt x="87492" y="36217"/>
                  <a:pt x="87368" y="36242"/>
                  <a:pt x="87219" y="36291"/>
                </a:cubicBezTo>
                <a:cubicBezTo>
                  <a:pt x="86945" y="36341"/>
                  <a:pt x="86671" y="36416"/>
                  <a:pt x="86347" y="36466"/>
                </a:cubicBezTo>
                <a:cubicBezTo>
                  <a:pt x="86223" y="36490"/>
                  <a:pt x="86099" y="36515"/>
                  <a:pt x="85999" y="36565"/>
                </a:cubicBezTo>
                <a:lnTo>
                  <a:pt x="85551" y="36665"/>
                </a:lnTo>
                <a:lnTo>
                  <a:pt x="85252" y="36739"/>
                </a:lnTo>
                <a:cubicBezTo>
                  <a:pt x="85451" y="36167"/>
                  <a:pt x="85626" y="35545"/>
                  <a:pt x="85800" y="34922"/>
                </a:cubicBezTo>
                <a:cubicBezTo>
                  <a:pt x="86213" y="34896"/>
                  <a:pt x="86634" y="34883"/>
                  <a:pt x="87061" y="34883"/>
                </a:cubicBezTo>
                <a:close/>
                <a:moveTo>
                  <a:pt x="85576" y="34922"/>
                </a:moveTo>
                <a:cubicBezTo>
                  <a:pt x="85426" y="35545"/>
                  <a:pt x="85227" y="36192"/>
                  <a:pt x="85003" y="36789"/>
                </a:cubicBezTo>
                <a:cubicBezTo>
                  <a:pt x="84986" y="36789"/>
                  <a:pt x="84968" y="36789"/>
                  <a:pt x="84959" y="36798"/>
                </a:cubicBezTo>
                <a:lnTo>
                  <a:pt x="84959" y="36798"/>
                </a:lnTo>
                <a:cubicBezTo>
                  <a:pt x="85181" y="36181"/>
                  <a:pt x="85353" y="35564"/>
                  <a:pt x="85501" y="34922"/>
                </a:cubicBezTo>
                <a:close/>
                <a:moveTo>
                  <a:pt x="96542" y="35920"/>
                </a:moveTo>
                <a:lnTo>
                  <a:pt x="96542" y="35920"/>
                </a:lnTo>
                <a:cubicBezTo>
                  <a:pt x="96689" y="35943"/>
                  <a:pt x="96881" y="35944"/>
                  <a:pt x="97026" y="35968"/>
                </a:cubicBezTo>
                <a:cubicBezTo>
                  <a:pt x="97125" y="35968"/>
                  <a:pt x="97200" y="35993"/>
                  <a:pt x="97300" y="35993"/>
                </a:cubicBezTo>
                <a:cubicBezTo>
                  <a:pt x="98270" y="36217"/>
                  <a:pt x="99191" y="36441"/>
                  <a:pt x="100062" y="36789"/>
                </a:cubicBezTo>
                <a:cubicBezTo>
                  <a:pt x="100054" y="36797"/>
                  <a:pt x="100049" y="36800"/>
                  <a:pt x="100046" y="36800"/>
                </a:cubicBezTo>
                <a:cubicBezTo>
                  <a:pt x="100040" y="36800"/>
                  <a:pt x="100046" y="36789"/>
                  <a:pt x="100062" y="36789"/>
                </a:cubicBezTo>
                <a:cubicBezTo>
                  <a:pt x="99689" y="36690"/>
                  <a:pt x="99390" y="36565"/>
                  <a:pt x="99017" y="36466"/>
                </a:cubicBezTo>
                <a:cubicBezTo>
                  <a:pt x="98942" y="36441"/>
                  <a:pt x="98868" y="36441"/>
                  <a:pt x="98793" y="36416"/>
                </a:cubicBezTo>
                <a:cubicBezTo>
                  <a:pt x="98445" y="36316"/>
                  <a:pt x="98121" y="36242"/>
                  <a:pt x="97772" y="36167"/>
                </a:cubicBezTo>
                <a:cubicBezTo>
                  <a:pt x="97648" y="36117"/>
                  <a:pt x="97548" y="36117"/>
                  <a:pt x="97424" y="36092"/>
                </a:cubicBezTo>
                <a:cubicBezTo>
                  <a:pt x="97374" y="36092"/>
                  <a:pt x="97324" y="36067"/>
                  <a:pt x="97275" y="36067"/>
                </a:cubicBezTo>
                <a:cubicBezTo>
                  <a:pt x="97200" y="36067"/>
                  <a:pt x="97175" y="36042"/>
                  <a:pt x="97125" y="36042"/>
                </a:cubicBezTo>
                <a:cubicBezTo>
                  <a:pt x="97051" y="36042"/>
                  <a:pt x="97026" y="36042"/>
                  <a:pt x="96951" y="35993"/>
                </a:cubicBezTo>
                <a:cubicBezTo>
                  <a:pt x="96901" y="35993"/>
                  <a:pt x="96827" y="35968"/>
                  <a:pt x="96777" y="35968"/>
                </a:cubicBezTo>
                <a:cubicBezTo>
                  <a:pt x="96752" y="35968"/>
                  <a:pt x="96677" y="35943"/>
                  <a:pt x="96652" y="35943"/>
                </a:cubicBezTo>
                <a:lnTo>
                  <a:pt x="96627" y="35943"/>
                </a:lnTo>
                <a:cubicBezTo>
                  <a:pt x="96587" y="35943"/>
                  <a:pt x="96563" y="35926"/>
                  <a:pt x="96542" y="35920"/>
                </a:cubicBezTo>
                <a:close/>
                <a:moveTo>
                  <a:pt x="90380" y="35943"/>
                </a:moveTo>
                <a:lnTo>
                  <a:pt x="90380" y="35968"/>
                </a:lnTo>
                <a:lnTo>
                  <a:pt x="90380" y="35993"/>
                </a:lnTo>
                <a:cubicBezTo>
                  <a:pt x="90106" y="36042"/>
                  <a:pt x="89857" y="36067"/>
                  <a:pt x="89608" y="36092"/>
                </a:cubicBezTo>
                <a:cubicBezTo>
                  <a:pt x="89534" y="36092"/>
                  <a:pt x="89434" y="36117"/>
                  <a:pt x="89359" y="36117"/>
                </a:cubicBezTo>
                <a:cubicBezTo>
                  <a:pt x="88662" y="36217"/>
                  <a:pt x="87940" y="36341"/>
                  <a:pt x="87219" y="36490"/>
                </a:cubicBezTo>
                <a:cubicBezTo>
                  <a:pt x="86870" y="36565"/>
                  <a:pt x="86547" y="36665"/>
                  <a:pt x="86198" y="36739"/>
                </a:cubicBezTo>
                <a:cubicBezTo>
                  <a:pt x="85850" y="36839"/>
                  <a:pt x="85501" y="36938"/>
                  <a:pt x="85178" y="36988"/>
                </a:cubicBezTo>
                <a:lnTo>
                  <a:pt x="85178" y="36963"/>
                </a:lnTo>
                <a:lnTo>
                  <a:pt x="85178" y="36938"/>
                </a:lnTo>
                <a:cubicBezTo>
                  <a:pt x="86596" y="36565"/>
                  <a:pt x="87965" y="36242"/>
                  <a:pt x="89334" y="36067"/>
                </a:cubicBezTo>
                <a:cubicBezTo>
                  <a:pt x="89434" y="36067"/>
                  <a:pt x="89534" y="36042"/>
                  <a:pt x="89608" y="36042"/>
                </a:cubicBezTo>
                <a:cubicBezTo>
                  <a:pt x="89857" y="35993"/>
                  <a:pt x="90131" y="35968"/>
                  <a:pt x="90380" y="35943"/>
                </a:cubicBezTo>
                <a:close/>
                <a:moveTo>
                  <a:pt x="98121" y="36466"/>
                </a:moveTo>
                <a:lnTo>
                  <a:pt x="98121" y="36466"/>
                </a:lnTo>
                <a:cubicBezTo>
                  <a:pt x="98295" y="36490"/>
                  <a:pt x="98494" y="36515"/>
                  <a:pt x="98669" y="36590"/>
                </a:cubicBezTo>
                <a:cubicBezTo>
                  <a:pt x="98917" y="36665"/>
                  <a:pt x="99141" y="36739"/>
                  <a:pt x="99390" y="36814"/>
                </a:cubicBezTo>
                <a:cubicBezTo>
                  <a:pt x="99565" y="36864"/>
                  <a:pt x="99764" y="36914"/>
                  <a:pt x="99913" y="36963"/>
                </a:cubicBezTo>
                <a:cubicBezTo>
                  <a:pt x="99888" y="37038"/>
                  <a:pt x="99814" y="37063"/>
                  <a:pt x="99789" y="37113"/>
                </a:cubicBezTo>
                <a:lnTo>
                  <a:pt x="98121" y="36466"/>
                </a:lnTo>
                <a:close/>
                <a:moveTo>
                  <a:pt x="102925" y="33304"/>
                </a:moveTo>
                <a:lnTo>
                  <a:pt x="102925" y="33304"/>
                </a:lnTo>
                <a:cubicBezTo>
                  <a:pt x="102552" y="34599"/>
                  <a:pt x="102153" y="35918"/>
                  <a:pt x="101730" y="37187"/>
                </a:cubicBezTo>
                <a:cubicBezTo>
                  <a:pt x="101631" y="37163"/>
                  <a:pt x="101531" y="37088"/>
                  <a:pt x="101431" y="37038"/>
                </a:cubicBezTo>
                <a:cubicBezTo>
                  <a:pt x="101307" y="36963"/>
                  <a:pt x="101183" y="36938"/>
                  <a:pt x="101033" y="36864"/>
                </a:cubicBezTo>
                <a:cubicBezTo>
                  <a:pt x="100909" y="36814"/>
                  <a:pt x="100784" y="36789"/>
                  <a:pt x="100660" y="36714"/>
                </a:cubicBezTo>
                <a:cubicBezTo>
                  <a:pt x="101506" y="35619"/>
                  <a:pt x="102278" y="34474"/>
                  <a:pt x="102925" y="33304"/>
                </a:cubicBezTo>
                <a:close/>
                <a:moveTo>
                  <a:pt x="100162" y="37038"/>
                </a:moveTo>
                <a:cubicBezTo>
                  <a:pt x="100137" y="37088"/>
                  <a:pt x="100062" y="37138"/>
                  <a:pt x="100038" y="37212"/>
                </a:cubicBezTo>
                <a:cubicBezTo>
                  <a:pt x="100013" y="37212"/>
                  <a:pt x="100013" y="37187"/>
                  <a:pt x="99988" y="37187"/>
                </a:cubicBezTo>
                <a:cubicBezTo>
                  <a:pt x="100013" y="37113"/>
                  <a:pt x="100062" y="37088"/>
                  <a:pt x="100112" y="37038"/>
                </a:cubicBezTo>
                <a:close/>
                <a:moveTo>
                  <a:pt x="96478" y="36167"/>
                </a:moveTo>
                <a:lnTo>
                  <a:pt x="96478" y="36167"/>
                </a:lnTo>
                <a:cubicBezTo>
                  <a:pt x="96578" y="36192"/>
                  <a:pt x="96677" y="36217"/>
                  <a:pt x="96777" y="36217"/>
                </a:cubicBezTo>
                <a:cubicBezTo>
                  <a:pt x="97748" y="36515"/>
                  <a:pt x="98693" y="36864"/>
                  <a:pt x="99664" y="37237"/>
                </a:cubicBezTo>
                <a:lnTo>
                  <a:pt x="99639" y="37287"/>
                </a:lnTo>
                <a:cubicBezTo>
                  <a:pt x="98619" y="36839"/>
                  <a:pt x="97548" y="36466"/>
                  <a:pt x="96478" y="36167"/>
                </a:cubicBezTo>
                <a:close/>
                <a:moveTo>
                  <a:pt x="103423" y="32334"/>
                </a:moveTo>
                <a:cubicBezTo>
                  <a:pt x="103024" y="33976"/>
                  <a:pt x="102502" y="35619"/>
                  <a:pt x="101929" y="37312"/>
                </a:cubicBezTo>
                <a:cubicBezTo>
                  <a:pt x="101904" y="37312"/>
                  <a:pt x="101904" y="37287"/>
                  <a:pt x="101880" y="37287"/>
                </a:cubicBezTo>
                <a:cubicBezTo>
                  <a:pt x="102427" y="35694"/>
                  <a:pt x="102900" y="34126"/>
                  <a:pt x="103298" y="32583"/>
                </a:cubicBezTo>
                <a:cubicBezTo>
                  <a:pt x="103348" y="32483"/>
                  <a:pt x="103398" y="32433"/>
                  <a:pt x="103423" y="32334"/>
                </a:cubicBezTo>
                <a:close/>
                <a:moveTo>
                  <a:pt x="113479" y="21631"/>
                </a:moveTo>
                <a:lnTo>
                  <a:pt x="113479" y="21631"/>
                </a:lnTo>
                <a:cubicBezTo>
                  <a:pt x="115072" y="23622"/>
                  <a:pt x="116217" y="26011"/>
                  <a:pt x="116939" y="28724"/>
                </a:cubicBezTo>
                <a:cubicBezTo>
                  <a:pt x="116939" y="29148"/>
                  <a:pt x="116964" y="29596"/>
                  <a:pt x="116988" y="30019"/>
                </a:cubicBezTo>
                <a:lnTo>
                  <a:pt x="116988" y="30218"/>
                </a:lnTo>
                <a:cubicBezTo>
                  <a:pt x="117038" y="30591"/>
                  <a:pt x="116988" y="30965"/>
                  <a:pt x="116988" y="31338"/>
                </a:cubicBezTo>
                <a:lnTo>
                  <a:pt x="116988" y="31662"/>
                </a:lnTo>
                <a:lnTo>
                  <a:pt x="116988" y="31786"/>
                </a:lnTo>
                <a:cubicBezTo>
                  <a:pt x="116988" y="31886"/>
                  <a:pt x="116988" y="32010"/>
                  <a:pt x="116964" y="32110"/>
                </a:cubicBezTo>
                <a:cubicBezTo>
                  <a:pt x="116964" y="32234"/>
                  <a:pt x="116939" y="32383"/>
                  <a:pt x="116939" y="32508"/>
                </a:cubicBezTo>
                <a:cubicBezTo>
                  <a:pt x="116889" y="32707"/>
                  <a:pt x="116889" y="32906"/>
                  <a:pt x="116864" y="33105"/>
                </a:cubicBezTo>
                <a:cubicBezTo>
                  <a:pt x="116864" y="33130"/>
                  <a:pt x="116864" y="33180"/>
                  <a:pt x="116839" y="33205"/>
                </a:cubicBezTo>
                <a:cubicBezTo>
                  <a:pt x="116839" y="33230"/>
                  <a:pt x="116839" y="33255"/>
                  <a:pt x="116814" y="33329"/>
                </a:cubicBezTo>
                <a:cubicBezTo>
                  <a:pt x="116764" y="33603"/>
                  <a:pt x="116715" y="33877"/>
                  <a:pt x="116640" y="34176"/>
                </a:cubicBezTo>
                <a:cubicBezTo>
                  <a:pt x="116615" y="34225"/>
                  <a:pt x="116615" y="34325"/>
                  <a:pt x="116615" y="34375"/>
                </a:cubicBezTo>
                <a:cubicBezTo>
                  <a:pt x="116366" y="35370"/>
                  <a:pt x="116067" y="36416"/>
                  <a:pt x="115619" y="37362"/>
                </a:cubicBezTo>
                <a:cubicBezTo>
                  <a:pt x="115122" y="35719"/>
                  <a:pt x="114474" y="34225"/>
                  <a:pt x="113628" y="32881"/>
                </a:cubicBezTo>
                <a:cubicBezTo>
                  <a:pt x="113728" y="32234"/>
                  <a:pt x="113777" y="31612"/>
                  <a:pt x="113852" y="30990"/>
                </a:cubicBezTo>
                <a:cubicBezTo>
                  <a:pt x="113852" y="30865"/>
                  <a:pt x="113877" y="30741"/>
                  <a:pt x="113877" y="30616"/>
                </a:cubicBezTo>
                <a:cubicBezTo>
                  <a:pt x="113952" y="29969"/>
                  <a:pt x="113977" y="29347"/>
                  <a:pt x="114001" y="28700"/>
                </a:cubicBezTo>
                <a:lnTo>
                  <a:pt x="114001" y="28202"/>
                </a:lnTo>
                <a:lnTo>
                  <a:pt x="114001" y="26708"/>
                </a:lnTo>
                <a:lnTo>
                  <a:pt x="114001" y="26210"/>
                </a:lnTo>
                <a:cubicBezTo>
                  <a:pt x="113977" y="25613"/>
                  <a:pt x="113952" y="25041"/>
                  <a:pt x="113877" y="24468"/>
                </a:cubicBezTo>
                <a:cubicBezTo>
                  <a:pt x="113852" y="24269"/>
                  <a:pt x="113852" y="24120"/>
                  <a:pt x="113827" y="23921"/>
                </a:cubicBezTo>
                <a:cubicBezTo>
                  <a:pt x="113753" y="23348"/>
                  <a:pt x="113653" y="22751"/>
                  <a:pt x="113578" y="22178"/>
                </a:cubicBezTo>
                <a:cubicBezTo>
                  <a:pt x="113578" y="22128"/>
                  <a:pt x="113529" y="22054"/>
                  <a:pt x="113529" y="22004"/>
                </a:cubicBezTo>
                <a:cubicBezTo>
                  <a:pt x="113504" y="21879"/>
                  <a:pt x="113479" y="21755"/>
                  <a:pt x="113479" y="21631"/>
                </a:cubicBezTo>
                <a:close/>
                <a:moveTo>
                  <a:pt x="65156" y="30581"/>
                </a:moveTo>
                <a:cubicBezTo>
                  <a:pt x="66537" y="30581"/>
                  <a:pt x="67809" y="30781"/>
                  <a:pt x="68949" y="31189"/>
                </a:cubicBezTo>
                <a:cubicBezTo>
                  <a:pt x="69148" y="32060"/>
                  <a:pt x="69397" y="32881"/>
                  <a:pt x="69695" y="33703"/>
                </a:cubicBezTo>
                <a:cubicBezTo>
                  <a:pt x="67704" y="34823"/>
                  <a:pt x="65762" y="36067"/>
                  <a:pt x="63796" y="37411"/>
                </a:cubicBezTo>
                <a:cubicBezTo>
                  <a:pt x="62452" y="35545"/>
                  <a:pt x="61307" y="33479"/>
                  <a:pt x="60361" y="31263"/>
                </a:cubicBezTo>
                <a:cubicBezTo>
                  <a:pt x="62063" y="30812"/>
                  <a:pt x="63672" y="30581"/>
                  <a:pt x="65156" y="30581"/>
                </a:cubicBezTo>
                <a:close/>
                <a:moveTo>
                  <a:pt x="100510" y="36864"/>
                </a:moveTo>
                <a:cubicBezTo>
                  <a:pt x="100909" y="37063"/>
                  <a:pt x="101282" y="37212"/>
                  <a:pt x="101631" y="37411"/>
                </a:cubicBezTo>
                <a:cubicBezTo>
                  <a:pt x="101531" y="37362"/>
                  <a:pt x="101431" y="37337"/>
                  <a:pt x="101357" y="37287"/>
                </a:cubicBezTo>
                <a:cubicBezTo>
                  <a:pt x="101307" y="37237"/>
                  <a:pt x="101257" y="37237"/>
                  <a:pt x="101232" y="37212"/>
                </a:cubicBezTo>
                <a:cubicBezTo>
                  <a:pt x="101008" y="37113"/>
                  <a:pt x="100759" y="37038"/>
                  <a:pt x="100510" y="36938"/>
                </a:cubicBezTo>
                <a:lnTo>
                  <a:pt x="100510" y="36914"/>
                </a:lnTo>
                <a:lnTo>
                  <a:pt x="100510" y="36864"/>
                </a:lnTo>
                <a:close/>
                <a:moveTo>
                  <a:pt x="99888" y="37343"/>
                </a:moveTo>
                <a:cubicBezTo>
                  <a:pt x="99894" y="37343"/>
                  <a:pt x="99901" y="37349"/>
                  <a:pt x="99913" y="37362"/>
                </a:cubicBezTo>
                <a:cubicBezTo>
                  <a:pt x="99913" y="37411"/>
                  <a:pt x="99888" y="37411"/>
                  <a:pt x="99888" y="37436"/>
                </a:cubicBezTo>
                <a:cubicBezTo>
                  <a:pt x="99863" y="37436"/>
                  <a:pt x="99863" y="37411"/>
                  <a:pt x="99814" y="37411"/>
                </a:cubicBezTo>
                <a:lnTo>
                  <a:pt x="99863" y="37362"/>
                </a:lnTo>
                <a:cubicBezTo>
                  <a:pt x="99876" y="37349"/>
                  <a:pt x="99882" y="37343"/>
                  <a:pt x="99888" y="37343"/>
                </a:cubicBezTo>
                <a:close/>
                <a:moveTo>
                  <a:pt x="60187" y="31313"/>
                </a:moveTo>
                <a:cubicBezTo>
                  <a:pt x="61108" y="33553"/>
                  <a:pt x="62253" y="35619"/>
                  <a:pt x="63647" y="37486"/>
                </a:cubicBezTo>
                <a:lnTo>
                  <a:pt x="63572" y="37561"/>
                </a:lnTo>
                <a:cubicBezTo>
                  <a:pt x="62203" y="35694"/>
                  <a:pt x="61058" y="33578"/>
                  <a:pt x="60112" y="31338"/>
                </a:cubicBezTo>
                <a:cubicBezTo>
                  <a:pt x="60162" y="31338"/>
                  <a:pt x="60162" y="31338"/>
                  <a:pt x="60187" y="31313"/>
                </a:cubicBezTo>
                <a:close/>
                <a:moveTo>
                  <a:pt x="101805" y="37461"/>
                </a:moveTo>
                <a:cubicBezTo>
                  <a:pt x="101855" y="37461"/>
                  <a:pt x="101855" y="37486"/>
                  <a:pt x="101880" y="37486"/>
                </a:cubicBezTo>
                <a:lnTo>
                  <a:pt x="101880" y="37536"/>
                </a:lnTo>
                <a:lnTo>
                  <a:pt x="101880" y="37561"/>
                </a:lnTo>
                <a:cubicBezTo>
                  <a:pt x="101805" y="37536"/>
                  <a:pt x="101805" y="37536"/>
                  <a:pt x="101780" y="37536"/>
                </a:cubicBezTo>
                <a:cubicBezTo>
                  <a:pt x="101780" y="37486"/>
                  <a:pt x="101805" y="37461"/>
                  <a:pt x="101805" y="37461"/>
                </a:cubicBezTo>
                <a:close/>
                <a:moveTo>
                  <a:pt x="69745" y="33852"/>
                </a:moveTo>
                <a:cubicBezTo>
                  <a:pt x="69745" y="33877"/>
                  <a:pt x="69770" y="33877"/>
                  <a:pt x="69770" y="33927"/>
                </a:cubicBezTo>
                <a:cubicBezTo>
                  <a:pt x="67828" y="35072"/>
                  <a:pt x="65862" y="36291"/>
                  <a:pt x="63921" y="37611"/>
                </a:cubicBezTo>
                <a:cubicBezTo>
                  <a:pt x="63921" y="37586"/>
                  <a:pt x="63896" y="37586"/>
                  <a:pt x="63896" y="37561"/>
                </a:cubicBezTo>
                <a:cubicBezTo>
                  <a:pt x="65837" y="36217"/>
                  <a:pt x="67804" y="34997"/>
                  <a:pt x="69745" y="33852"/>
                </a:cubicBezTo>
                <a:close/>
                <a:moveTo>
                  <a:pt x="113553" y="33180"/>
                </a:moveTo>
                <a:cubicBezTo>
                  <a:pt x="114350" y="34499"/>
                  <a:pt x="114997" y="35993"/>
                  <a:pt x="115470" y="37660"/>
                </a:cubicBezTo>
                <a:cubicBezTo>
                  <a:pt x="115470" y="37685"/>
                  <a:pt x="115445" y="37710"/>
                  <a:pt x="115445" y="37735"/>
                </a:cubicBezTo>
                <a:cubicBezTo>
                  <a:pt x="114997" y="36092"/>
                  <a:pt x="114350" y="34599"/>
                  <a:pt x="113553" y="33255"/>
                </a:cubicBezTo>
                <a:lnTo>
                  <a:pt x="113553" y="33180"/>
                </a:lnTo>
                <a:close/>
                <a:moveTo>
                  <a:pt x="63746" y="37685"/>
                </a:moveTo>
                <a:cubicBezTo>
                  <a:pt x="63746" y="37710"/>
                  <a:pt x="63796" y="37710"/>
                  <a:pt x="63796" y="37735"/>
                </a:cubicBezTo>
                <a:cubicBezTo>
                  <a:pt x="63746" y="37735"/>
                  <a:pt x="63746" y="37760"/>
                  <a:pt x="63721" y="37760"/>
                </a:cubicBezTo>
                <a:cubicBezTo>
                  <a:pt x="63697" y="37735"/>
                  <a:pt x="63697" y="37710"/>
                  <a:pt x="63697" y="37710"/>
                </a:cubicBezTo>
                <a:cubicBezTo>
                  <a:pt x="63721" y="37710"/>
                  <a:pt x="63721" y="37685"/>
                  <a:pt x="63746" y="37685"/>
                </a:cubicBezTo>
                <a:close/>
                <a:moveTo>
                  <a:pt x="116152" y="36779"/>
                </a:moveTo>
                <a:cubicBezTo>
                  <a:pt x="116024" y="37110"/>
                  <a:pt x="115888" y="37437"/>
                  <a:pt x="115744" y="37760"/>
                </a:cubicBezTo>
                <a:cubicBezTo>
                  <a:pt x="115744" y="37735"/>
                  <a:pt x="115744" y="37710"/>
                  <a:pt x="115719" y="37710"/>
                </a:cubicBezTo>
                <a:cubicBezTo>
                  <a:pt x="115719" y="37710"/>
                  <a:pt x="115719" y="37685"/>
                  <a:pt x="115744" y="37685"/>
                </a:cubicBezTo>
                <a:cubicBezTo>
                  <a:pt x="115794" y="37660"/>
                  <a:pt x="115794" y="37586"/>
                  <a:pt x="115819" y="37561"/>
                </a:cubicBezTo>
                <a:cubicBezTo>
                  <a:pt x="115918" y="37312"/>
                  <a:pt x="116043" y="37063"/>
                  <a:pt x="116117" y="36814"/>
                </a:cubicBezTo>
                <a:cubicBezTo>
                  <a:pt x="116133" y="36806"/>
                  <a:pt x="116143" y="36794"/>
                  <a:pt x="116152" y="36779"/>
                </a:cubicBezTo>
                <a:close/>
                <a:moveTo>
                  <a:pt x="100311" y="37113"/>
                </a:moveTo>
                <a:cubicBezTo>
                  <a:pt x="100510" y="37187"/>
                  <a:pt x="100660" y="37237"/>
                  <a:pt x="100809" y="37312"/>
                </a:cubicBezTo>
                <a:cubicBezTo>
                  <a:pt x="101058" y="37411"/>
                  <a:pt x="101307" y="37486"/>
                  <a:pt x="101531" y="37611"/>
                </a:cubicBezTo>
                <a:cubicBezTo>
                  <a:pt x="101506" y="37685"/>
                  <a:pt x="101481" y="37760"/>
                  <a:pt x="101431" y="37835"/>
                </a:cubicBezTo>
                <a:cubicBezTo>
                  <a:pt x="101033" y="37635"/>
                  <a:pt x="100610" y="37461"/>
                  <a:pt x="100187" y="37262"/>
                </a:cubicBezTo>
                <a:cubicBezTo>
                  <a:pt x="100237" y="37212"/>
                  <a:pt x="100286" y="37187"/>
                  <a:pt x="100311" y="37113"/>
                </a:cubicBezTo>
                <a:close/>
                <a:moveTo>
                  <a:pt x="72408" y="33678"/>
                </a:moveTo>
                <a:lnTo>
                  <a:pt x="72408" y="33678"/>
                </a:lnTo>
                <a:cubicBezTo>
                  <a:pt x="73031" y="34474"/>
                  <a:pt x="73504" y="35420"/>
                  <a:pt x="73777" y="36466"/>
                </a:cubicBezTo>
                <a:lnTo>
                  <a:pt x="73777" y="36490"/>
                </a:lnTo>
                <a:cubicBezTo>
                  <a:pt x="73777" y="36515"/>
                  <a:pt x="73777" y="36565"/>
                  <a:pt x="73802" y="36590"/>
                </a:cubicBezTo>
                <a:lnTo>
                  <a:pt x="73802" y="36690"/>
                </a:lnTo>
                <a:cubicBezTo>
                  <a:pt x="73852" y="36864"/>
                  <a:pt x="73877" y="37038"/>
                  <a:pt x="73902" y="37212"/>
                </a:cubicBezTo>
                <a:cubicBezTo>
                  <a:pt x="73902" y="37287"/>
                  <a:pt x="73927" y="37337"/>
                  <a:pt x="73927" y="37411"/>
                </a:cubicBezTo>
                <a:lnTo>
                  <a:pt x="73927" y="37486"/>
                </a:lnTo>
                <a:cubicBezTo>
                  <a:pt x="73927" y="37561"/>
                  <a:pt x="73977" y="37586"/>
                  <a:pt x="73977" y="37660"/>
                </a:cubicBezTo>
                <a:cubicBezTo>
                  <a:pt x="73977" y="37710"/>
                  <a:pt x="73977" y="37810"/>
                  <a:pt x="73927" y="37859"/>
                </a:cubicBezTo>
                <a:cubicBezTo>
                  <a:pt x="73753" y="37536"/>
                  <a:pt x="73603" y="37187"/>
                  <a:pt x="73429" y="36814"/>
                </a:cubicBezTo>
                <a:cubicBezTo>
                  <a:pt x="73404" y="36714"/>
                  <a:pt x="73354" y="36615"/>
                  <a:pt x="73304" y="36490"/>
                </a:cubicBezTo>
                <a:cubicBezTo>
                  <a:pt x="73155" y="36117"/>
                  <a:pt x="73031" y="35794"/>
                  <a:pt x="72906" y="35420"/>
                </a:cubicBezTo>
                <a:cubicBezTo>
                  <a:pt x="72856" y="35246"/>
                  <a:pt x="72807" y="35097"/>
                  <a:pt x="72757" y="34947"/>
                </a:cubicBezTo>
                <a:cubicBezTo>
                  <a:pt x="72657" y="34624"/>
                  <a:pt x="72558" y="34325"/>
                  <a:pt x="72508" y="34001"/>
                </a:cubicBezTo>
                <a:cubicBezTo>
                  <a:pt x="72483" y="33877"/>
                  <a:pt x="72433" y="33802"/>
                  <a:pt x="72408" y="33678"/>
                </a:cubicBezTo>
                <a:close/>
                <a:moveTo>
                  <a:pt x="101730" y="37710"/>
                </a:moveTo>
                <a:cubicBezTo>
                  <a:pt x="101755" y="37710"/>
                  <a:pt x="101755" y="37735"/>
                  <a:pt x="101780" y="37735"/>
                </a:cubicBezTo>
                <a:cubicBezTo>
                  <a:pt x="101755" y="37810"/>
                  <a:pt x="101730" y="37909"/>
                  <a:pt x="101730" y="37959"/>
                </a:cubicBezTo>
                <a:cubicBezTo>
                  <a:pt x="101680" y="37959"/>
                  <a:pt x="101680" y="37934"/>
                  <a:pt x="101655" y="37934"/>
                </a:cubicBezTo>
                <a:cubicBezTo>
                  <a:pt x="101655" y="37859"/>
                  <a:pt x="101680" y="37760"/>
                  <a:pt x="101730" y="37710"/>
                </a:cubicBezTo>
                <a:close/>
                <a:moveTo>
                  <a:pt x="75769" y="31039"/>
                </a:moveTo>
                <a:lnTo>
                  <a:pt x="75769" y="31039"/>
                </a:lnTo>
                <a:cubicBezTo>
                  <a:pt x="75744" y="33205"/>
                  <a:pt x="75346" y="35569"/>
                  <a:pt x="74549" y="38059"/>
                </a:cubicBezTo>
                <a:cubicBezTo>
                  <a:pt x="74524" y="37909"/>
                  <a:pt x="74499" y="37710"/>
                  <a:pt x="74425" y="37561"/>
                </a:cubicBezTo>
                <a:lnTo>
                  <a:pt x="74425" y="37536"/>
                </a:lnTo>
                <a:lnTo>
                  <a:pt x="74425" y="37436"/>
                </a:lnTo>
                <a:cubicBezTo>
                  <a:pt x="74375" y="37113"/>
                  <a:pt x="74350" y="36839"/>
                  <a:pt x="74250" y="36565"/>
                </a:cubicBezTo>
                <a:lnTo>
                  <a:pt x="74250" y="36441"/>
                </a:lnTo>
                <a:lnTo>
                  <a:pt x="74151" y="35594"/>
                </a:lnTo>
                <a:cubicBezTo>
                  <a:pt x="74151" y="35470"/>
                  <a:pt x="74126" y="35345"/>
                  <a:pt x="74126" y="35221"/>
                </a:cubicBezTo>
                <a:lnTo>
                  <a:pt x="74126" y="35072"/>
                </a:lnTo>
                <a:lnTo>
                  <a:pt x="74126" y="34997"/>
                </a:lnTo>
                <a:lnTo>
                  <a:pt x="74126" y="34873"/>
                </a:lnTo>
                <a:lnTo>
                  <a:pt x="74126" y="33827"/>
                </a:lnTo>
                <a:lnTo>
                  <a:pt x="74126" y="33703"/>
                </a:lnTo>
                <a:lnTo>
                  <a:pt x="74126" y="33479"/>
                </a:lnTo>
                <a:cubicBezTo>
                  <a:pt x="74151" y="33105"/>
                  <a:pt x="74176" y="32732"/>
                  <a:pt x="74250" y="32359"/>
                </a:cubicBezTo>
                <a:cubicBezTo>
                  <a:pt x="74250" y="32259"/>
                  <a:pt x="74275" y="32159"/>
                  <a:pt x="74275" y="32110"/>
                </a:cubicBezTo>
                <a:cubicBezTo>
                  <a:pt x="74300" y="31985"/>
                  <a:pt x="74325" y="31861"/>
                  <a:pt x="74325" y="31736"/>
                </a:cubicBezTo>
                <a:cubicBezTo>
                  <a:pt x="74798" y="31487"/>
                  <a:pt x="75296" y="31263"/>
                  <a:pt x="75769" y="31039"/>
                </a:cubicBezTo>
                <a:close/>
                <a:moveTo>
                  <a:pt x="100062" y="37436"/>
                </a:moveTo>
                <a:cubicBezTo>
                  <a:pt x="100535" y="37611"/>
                  <a:pt x="100983" y="37810"/>
                  <a:pt x="101407" y="38034"/>
                </a:cubicBezTo>
                <a:cubicBezTo>
                  <a:pt x="101407" y="38059"/>
                  <a:pt x="101407" y="38059"/>
                  <a:pt x="101382" y="38083"/>
                </a:cubicBezTo>
                <a:cubicBezTo>
                  <a:pt x="100934" y="37859"/>
                  <a:pt x="100486" y="37685"/>
                  <a:pt x="100038" y="37486"/>
                </a:cubicBezTo>
                <a:cubicBezTo>
                  <a:pt x="100038" y="37461"/>
                  <a:pt x="100062" y="37461"/>
                  <a:pt x="100062" y="37436"/>
                </a:cubicBezTo>
                <a:close/>
                <a:moveTo>
                  <a:pt x="101556" y="38083"/>
                </a:moveTo>
                <a:cubicBezTo>
                  <a:pt x="101606" y="38083"/>
                  <a:pt x="101606" y="38108"/>
                  <a:pt x="101631" y="38108"/>
                </a:cubicBezTo>
                <a:cubicBezTo>
                  <a:pt x="101631" y="38133"/>
                  <a:pt x="101631" y="38133"/>
                  <a:pt x="101606" y="38183"/>
                </a:cubicBezTo>
                <a:cubicBezTo>
                  <a:pt x="101567" y="38183"/>
                  <a:pt x="101558" y="38153"/>
                  <a:pt x="101545" y="38140"/>
                </a:cubicBezTo>
                <a:lnTo>
                  <a:pt x="101545" y="38140"/>
                </a:lnTo>
                <a:cubicBezTo>
                  <a:pt x="101556" y="38136"/>
                  <a:pt x="101556" y="38102"/>
                  <a:pt x="101556" y="38083"/>
                </a:cubicBezTo>
                <a:close/>
                <a:moveTo>
                  <a:pt x="59938" y="31363"/>
                </a:moveTo>
                <a:cubicBezTo>
                  <a:pt x="60859" y="33628"/>
                  <a:pt x="62054" y="35744"/>
                  <a:pt x="63423" y="37660"/>
                </a:cubicBezTo>
                <a:cubicBezTo>
                  <a:pt x="63049" y="37909"/>
                  <a:pt x="62701" y="38158"/>
                  <a:pt x="62328" y="38407"/>
                </a:cubicBezTo>
                <a:cubicBezTo>
                  <a:pt x="61183" y="36291"/>
                  <a:pt x="59838" y="34076"/>
                  <a:pt x="58345" y="31861"/>
                </a:cubicBezTo>
                <a:cubicBezTo>
                  <a:pt x="58868" y="31687"/>
                  <a:pt x="59390" y="31487"/>
                  <a:pt x="59938" y="31363"/>
                </a:cubicBezTo>
                <a:close/>
                <a:moveTo>
                  <a:pt x="76018" y="30865"/>
                </a:moveTo>
                <a:cubicBezTo>
                  <a:pt x="76018" y="33230"/>
                  <a:pt x="75545" y="35794"/>
                  <a:pt x="74674" y="38457"/>
                </a:cubicBezTo>
                <a:cubicBezTo>
                  <a:pt x="74674" y="38432"/>
                  <a:pt x="74649" y="38407"/>
                  <a:pt x="74649" y="38357"/>
                </a:cubicBezTo>
                <a:cubicBezTo>
                  <a:pt x="75495" y="35744"/>
                  <a:pt x="75943" y="33230"/>
                  <a:pt x="75943" y="30890"/>
                </a:cubicBezTo>
                <a:cubicBezTo>
                  <a:pt x="75968" y="30890"/>
                  <a:pt x="75993" y="30890"/>
                  <a:pt x="76018" y="30865"/>
                </a:cubicBezTo>
                <a:close/>
                <a:moveTo>
                  <a:pt x="85302" y="34922"/>
                </a:moveTo>
                <a:lnTo>
                  <a:pt x="85302" y="34922"/>
                </a:lnTo>
                <a:cubicBezTo>
                  <a:pt x="85128" y="35569"/>
                  <a:pt x="84954" y="36242"/>
                  <a:pt x="84705" y="36864"/>
                </a:cubicBezTo>
                <a:cubicBezTo>
                  <a:pt x="84555" y="36914"/>
                  <a:pt x="84381" y="36963"/>
                  <a:pt x="84257" y="36988"/>
                </a:cubicBezTo>
                <a:cubicBezTo>
                  <a:pt x="84107" y="37038"/>
                  <a:pt x="83958" y="37088"/>
                  <a:pt x="83809" y="37113"/>
                </a:cubicBezTo>
                <a:cubicBezTo>
                  <a:pt x="83385" y="37237"/>
                  <a:pt x="82987" y="37362"/>
                  <a:pt x="82564" y="37536"/>
                </a:cubicBezTo>
                <a:cubicBezTo>
                  <a:pt x="82365" y="37586"/>
                  <a:pt x="82216" y="37611"/>
                  <a:pt x="82066" y="37685"/>
                </a:cubicBezTo>
                <a:cubicBezTo>
                  <a:pt x="81718" y="37810"/>
                  <a:pt x="81394" y="37934"/>
                  <a:pt x="81071" y="38059"/>
                </a:cubicBezTo>
                <a:cubicBezTo>
                  <a:pt x="80996" y="38083"/>
                  <a:pt x="80946" y="38108"/>
                  <a:pt x="80871" y="38108"/>
                </a:cubicBezTo>
                <a:cubicBezTo>
                  <a:pt x="80697" y="38183"/>
                  <a:pt x="80498" y="38233"/>
                  <a:pt x="80324" y="38332"/>
                </a:cubicBezTo>
                <a:cubicBezTo>
                  <a:pt x="80150" y="38382"/>
                  <a:pt x="80000" y="38457"/>
                  <a:pt x="79876" y="38532"/>
                </a:cubicBezTo>
                <a:cubicBezTo>
                  <a:pt x="80324" y="37536"/>
                  <a:pt x="80722" y="36565"/>
                  <a:pt x="81071" y="35569"/>
                </a:cubicBezTo>
                <a:cubicBezTo>
                  <a:pt x="82365" y="35221"/>
                  <a:pt x="83809" y="34997"/>
                  <a:pt x="85302" y="34922"/>
                </a:cubicBezTo>
                <a:close/>
                <a:moveTo>
                  <a:pt x="17524" y="36490"/>
                </a:moveTo>
                <a:lnTo>
                  <a:pt x="17524" y="36540"/>
                </a:lnTo>
                <a:lnTo>
                  <a:pt x="17524" y="36565"/>
                </a:lnTo>
                <a:lnTo>
                  <a:pt x="17524" y="36590"/>
                </a:lnTo>
                <a:cubicBezTo>
                  <a:pt x="17399" y="36739"/>
                  <a:pt x="17250" y="36938"/>
                  <a:pt x="17125" y="37113"/>
                </a:cubicBezTo>
                <a:cubicBezTo>
                  <a:pt x="16805" y="37529"/>
                  <a:pt x="16417" y="38027"/>
                  <a:pt x="16019" y="38550"/>
                </a:cubicBezTo>
                <a:lnTo>
                  <a:pt x="16019" y="38550"/>
                </a:lnTo>
                <a:lnTo>
                  <a:pt x="16154" y="38357"/>
                </a:lnTo>
                <a:cubicBezTo>
                  <a:pt x="16379" y="38083"/>
                  <a:pt x="16553" y="37810"/>
                  <a:pt x="16777" y="37536"/>
                </a:cubicBezTo>
                <a:cubicBezTo>
                  <a:pt x="16802" y="37461"/>
                  <a:pt x="16851" y="37436"/>
                  <a:pt x="16876" y="37362"/>
                </a:cubicBezTo>
                <a:cubicBezTo>
                  <a:pt x="17100" y="37088"/>
                  <a:pt x="17299" y="36814"/>
                  <a:pt x="17524" y="36490"/>
                </a:cubicBezTo>
                <a:close/>
                <a:moveTo>
                  <a:pt x="58196" y="31960"/>
                </a:moveTo>
                <a:cubicBezTo>
                  <a:pt x="59639" y="34176"/>
                  <a:pt x="61033" y="36416"/>
                  <a:pt x="62178" y="38532"/>
                </a:cubicBezTo>
                <a:lnTo>
                  <a:pt x="62128" y="38556"/>
                </a:lnTo>
                <a:cubicBezTo>
                  <a:pt x="60983" y="36441"/>
                  <a:pt x="59614" y="34200"/>
                  <a:pt x="58121" y="31985"/>
                </a:cubicBezTo>
                <a:cubicBezTo>
                  <a:pt x="58171" y="31985"/>
                  <a:pt x="58171" y="31985"/>
                  <a:pt x="58196" y="31960"/>
                </a:cubicBezTo>
                <a:close/>
                <a:moveTo>
                  <a:pt x="82514" y="28227"/>
                </a:moveTo>
                <a:lnTo>
                  <a:pt x="82514" y="28227"/>
                </a:lnTo>
                <a:cubicBezTo>
                  <a:pt x="82166" y="30467"/>
                  <a:pt x="81519" y="32831"/>
                  <a:pt x="80647" y="35246"/>
                </a:cubicBezTo>
                <a:cubicBezTo>
                  <a:pt x="78208" y="35968"/>
                  <a:pt x="76192" y="37088"/>
                  <a:pt x="74848" y="38556"/>
                </a:cubicBezTo>
                <a:cubicBezTo>
                  <a:pt x="75744" y="35818"/>
                  <a:pt x="76217" y="33205"/>
                  <a:pt x="76167" y="30815"/>
                </a:cubicBezTo>
                <a:cubicBezTo>
                  <a:pt x="78308" y="29820"/>
                  <a:pt x="80448" y="28948"/>
                  <a:pt x="82514" y="28227"/>
                </a:cubicBezTo>
                <a:close/>
                <a:moveTo>
                  <a:pt x="63497" y="37810"/>
                </a:moveTo>
                <a:lnTo>
                  <a:pt x="63572" y="37859"/>
                </a:lnTo>
                <a:cubicBezTo>
                  <a:pt x="63199" y="38108"/>
                  <a:pt x="62825" y="38357"/>
                  <a:pt x="62452" y="38656"/>
                </a:cubicBezTo>
                <a:cubicBezTo>
                  <a:pt x="62452" y="38606"/>
                  <a:pt x="62427" y="38606"/>
                  <a:pt x="62427" y="38581"/>
                </a:cubicBezTo>
                <a:cubicBezTo>
                  <a:pt x="62800" y="38332"/>
                  <a:pt x="63174" y="38059"/>
                  <a:pt x="63497" y="37810"/>
                </a:cubicBezTo>
                <a:close/>
                <a:moveTo>
                  <a:pt x="80747" y="35694"/>
                </a:moveTo>
                <a:cubicBezTo>
                  <a:pt x="80398" y="36615"/>
                  <a:pt x="80000" y="37611"/>
                  <a:pt x="79552" y="38656"/>
                </a:cubicBezTo>
                <a:cubicBezTo>
                  <a:pt x="79527" y="38656"/>
                  <a:pt x="79527" y="38656"/>
                  <a:pt x="79502" y="38681"/>
                </a:cubicBezTo>
                <a:cubicBezTo>
                  <a:pt x="79926" y="37635"/>
                  <a:pt x="80349" y="36665"/>
                  <a:pt x="80722" y="35694"/>
                </a:cubicBezTo>
                <a:close/>
                <a:moveTo>
                  <a:pt x="84680" y="37063"/>
                </a:moveTo>
                <a:lnTo>
                  <a:pt x="84630" y="37113"/>
                </a:lnTo>
                <a:cubicBezTo>
                  <a:pt x="84356" y="37212"/>
                  <a:pt x="84082" y="37337"/>
                  <a:pt x="83809" y="37411"/>
                </a:cubicBezTo>
                <a:cubicBezTo>
                  <a:pt x="83585" y="37461"/>
                  <a:pt x="83336" y="37561"/>
                  <a:pt x="83112" y="37611"/>
                </a:cubicBezTo>
                <a:cubicBezTo>
                  <a:pt x="82464" y="37835"/>
                  <a:pt x="81817" y="38059"/>
                  <a:pt x="81120" y="38308"/>
                </a:cubicBezTo>
                <a:lnTo>
                  <a:pt x="80847" y="38382"/>
                </a:lnTo>
                <a:cubicBezTo>
                  <a:pt x="80473" y="38532"/>
                  <a:pt x="80100" y="38681"/>
                  <a:pt x="79726" y="38805"/>
                </a:cubicBezTo>
                <a:lnTo>
                  <a:pt x="79726" y="38780"/>
                </a:lnTo>
                <a:cubicBezTo>
                  <a:pt x="79726" y="38780"/>
                  <a:pt x="79726" y="38731"/>
                  <a:pt x="79751" y="38731"/>
                </a:cubicBezTo>
                <a:cubicBezTo>
                  <a:pt x="81444" y="38059"/>
                  <a:pt x="83087" y="37486"/>
                  <a:pt x="84680" y="37063"/>
                </a:cubicBezTo>
                <a:close/>
                <a:moveTo>
                  <a:pt x="19306" y="35769"/>
                </a:moveTo>
                <a:cubicBezTo>
                  <a:pt x="19770" y="35769"/>
                  <a:pt x="20349" y="35868"/>
                  <a:pt x="21033" y="36067"/>
                </a:cubicBezTo>
                <a:lnTo>
                  <a:pt x="18718" y="38855"/>
                </a:lnTo>
                <a:cubicBezTo>
                  <a:pt x="18046" y="37635"/>
                  <a:pt x="17847" y="36739"/>
                  <a:pt x="18121" y="36242"/>
                </a:cubicBezTo>
                <a:cubicBezTo>
                  <a:pt x="18171" y="36192"/>
                  <a:pt x="18220" y="36117"/>
                  <a:pt x="18270" y="36067"/>
                </a:cubicBezTo>
                <a:cubicBezTo>
                  <a:pt x="18494" y="35868"/>
                  <a:pt x="18843" y="35769"/>
                  <a:pt x="19306" y="35769"/>
                </a:cubicBezTo>
                <a:close/>
                <a:moveTo>
                  <a:pt x="80598" y="35445"/>
                </a:moveTo>
                <a:cubicBezTo>
                  <a:pt x="80598" y="35470"/>
                  <a:pt x="80573" y="35495"/>
                  <a:pt x="80573" y="35495"/>
                </a:cubicBezTo>
                <a:cubicBezTo>
                  <a:pt x="78108" y="36217"/>
                  <a:pt x="76142" y="37411"/>
                  <a:pt x="74848" y="38905"/>
                </a:cubicBezTo>
                <a:cubicBezTo>
                  <a:pt x="74848" y="38855"/>
                  <a:pt x="74798" y="38855"/>
                  <a:pt x="74798" y="38830"/>
                </a:cubicBezTo>
                <a:cubicBezTo>
                  <a:pt x="76142" y="37312"/>
                  <a:pt x="78108" y="36167"/>
                  <a:pt x="80598" y="35445"/>
                </a:cubicBezTo>
                <a:close/>
                <a:moveTo>
                  <a:pt x="79403" y="38930"/>
                </a:moveTo>
                <a:cubicBezTo>
                  <a:pt x="79403" y="38955"/>
                  <a:pt x="79403" y="38955"/>
                  <a:pt x="79378" y="38955"/>
                </a:cubicBezTo>
                <a:cubicBezTo>
                  <a:pt x="79378" y="38955"/>
                  <a:pt x="79353" y="38955"/>
                  <a:pt x="79353" y="38980"/>
                </a:cubicBezTo>
                <a:lnTo>
                  <a:pt x="79353" y="38955"/>
                </a:lnTo>
                <a:lnTo>
                  <a:pt x="79353" y="38930"/>
                </a:lnTo>
                <a:close/>
                <a:moveTo>
                  <a:pt x="17847" y="36615"/>
                </a:moveTo>
                <a:lnTo>
                  <a:pt x="17847" y="36615"/>
                </a:lnTo>
                <a:cubicBezTo>
                  <a:pt x="17772" y="37212"/>
                  <a:pt x="18046" y="38034"/>
                  <a:pt x="18594" y="39054"/>
                </a:cubicBezTo>
                <a:lnTo>
                  <a:pt x="18519" y="39104"/>
                </a:lnTo>
                <a:cubicBezTo>
                  <a:pt x="17996" y="38158"/>
                  <a:pt x="17723" y="37337"/>
                  <a:pt x="17748" y="36714"/>
                </a:cubicBezTo>
                <a:lnTo>
                  <a:pt x="17847" y="36615"/>
                </a:lnTo>
                <a:close/>
                <a:moveTo>
                  <a:pt x="21232" y="36117"/>
                </a:moveTo>
                <a:cubicBezTo>
                  <a:pt x="21257" y="36117"/>
                  <a:pt x="21257" y="36117"/>
                  <a:pt x="21282" y="36167"/>
                </a:cubicBezTo>
                <a:cubicBezTo>
                  <a:pt x="20461" y="37138"/>
                  <a:pt x="19639" y="38108"/>
                  <a:pt x="18818" y="39104"/>
                </a:cubicBezTo>
                <a:cubicBezTo>
                  <a:pt x="18818" y="39079"/>
                  <a:pt x="18793" y="39079"/>
                  <a:pt x="18793" y="39054"/>
                </a:cubicBezTo>
                <a:cubicBezTo>
                  <a:pt x="19614" y="38059"/>
                  <a:pt x="20411" y="37088"/>
                  <a:pt x="21232" y="36117"/>
                </a:cubicBezTo>
                <a:close/>
                <a:moveTo>
                  <a:pt x="101904" y="37835"/>
                </a:moveTo>
                <a:cubicBezTo>
                  <a:pt x="102004" y="37859"/>
                  <a:pt x="102054" y="37934"/>
                  <a:pt x="102153" y="37959"/>
                </a:cubicBezTo>
                <a:lnTo>
                  <a:pt x="102800" y="38332"/>
                </a:lnTo>
                <a:lnTo>
                  <a:pt x="102850" y="38332"/>
                </a:lnTo>
                <a:cubicBezTo>
                  <a:pt x="103024" y="38457"/>
                  <a:pt x="103224" y="38581"/>
                  <a:pt x="103373" y="38706"/>
                </a:cubicBezTo>
                <a:cubicBezTo>
                  <a:pt x="103547" y="38830"/>
                  <a:pt x="103746" y="38955"/>
                  <a:pt x="103921" y="39104"/>
                </a:cubicBezTo>
                <a:cubicBezTo>
                  <a:pt x="103273" y="38731"/>
                  <a:pt x="102552" y="38357"/>
                  <a:pt x="101855" y="38034"/>
                </a:cubicBezTo>
                <a:cubicBezTo>
                  <a:pt x="101880" y="37959"/>
                  <a:pt x="101904" y="37909"/>
                  <a:pt x="101904" y="37835"/>
                </a:cubicBezTo>
                <a:close/>
                <a:moveTo>
                  <a:pt x="18693" y="39204"/>
                </a:moveTo>
                <a:cubicBezTo>
                  <a:pt x="18693" y="39228"/>
                  <a:pt x="18743" y="39228"/>
                  <a:pt x="18743" y="39278"/>
                </a:cubicBezTo>
                <a:lnTo>
                  <a:pt x="18668" y="39328"/>
                </a:lnTo>
                <a:cubicBezTo>
                  <a:pt x="18644" y="39303"/>
                  <a:pt x="18644" y="39303"/>
                  <a:pt x="18644" y="39278"/>
                </a:cubicBezTo>
                <a:lnTo>
                  <a:pt x="18693" y="39204"/>
                </a:lnTo>
                <a:close/>
                <a:moveTo>
                  <a:pt x="39428" y="20062"/>
                </a:moveTo>
                <a:cubicBezTo>
                  <a:pt x="39453" y="20237"/>
                  <a:pt x="39527" y="20411"/>
                  <a:pt x="39577" y="20560"/>
                </a:cubicBezTo>
                <a:cubicBezTo>
                  <a:pt x="39652" y="20734"/>
                  <a:pt x="39701" y="20934"/>
                  <a:pt x="39801" y="21183"/>
                </a:cubicBezTo>
                <a:cubicBezTo>
                  <a:pt x="39876" y="21382"/>
                  <a:pt x="39950" y="21606"/>
                  <a:pt x="40025" y="21780"/>
                </a:cubicBezTo>
                <a:cubicBezTo>
                  <a:pt x="40125" y="22054"/>
                  <a:pt x="40224" y="22352"/>
                  <a:pt x="40324" y="22626"/>
                </a:cubicBezTo>
                <a:cubicBezTo>
                  <a:pt x="40398" y="22751"/>
                  <a:pt x="40448" y="22875"/>
                  <a:pt x="40498" y="23024"/>
                </a:cubicBezTo>
                <a:cubicBezTo>
                  <a:pt x="40647" y="23398"/>
                  <a:pt x="40797" y="23771"/>
                  <a:pt x="40971" y="24169"/>
                </a:cubicBezTo>
                <a:cubicBezTo>
                  <a:pt x="40971" y="24169"/>
                  <a:pt x="40971" y="24219"/>
                  <a:pt x="41021" y="24219"/>
                </a:cubicBezTo>
                <a:cubicBezTo>
                  <a:pt x="41344" y="24916"/>
                  <a:pt x="41693" y="25713"/>
                  <a:pt x="42091" y="26484"/>
                </a:cubicBezTo>
                <a:cubicBezTo>
                  <a:pt x="41967" y="26584"/>
                  <a:pt x="41892" y="26659"/>
                  <a:pt x="41767" y="26758"/>
                </a:cubicBezTo>
                <a:cubicBezTo>
                  <a:pt x="41419" y="27032"/>
                  <a:pt x="41071" y="27331"/>
                  <a:pt x="40722" y="27629"/>
                </a:cubicBezTo>
                <a:cubicBezTo>
                  <a:pt x="40224" y="28028"/>
                  <a:pt x="39776" y="28476"/>
                  <a:pt x="39278" y="28874"/>
                </a:cubicBezTo>
                <a:cubicBezTo>
                  <a:pt x="38930" y="29197"/>
                  <a:pt x="38581" y="29471"/>
                  <a:pt x="38233" y="29770"/>
                </a:cubicBezTo>
                <a:cubicBezTo>
                  <a:pt x="37685" y="30268"/>
                  <a:pt x="37163" y="30766"/>
                  <a:pt x="36615" y="31263"/>
                </a:cubicBezTo>
                <a:cubicBezTo>
                  <a:pt x="36267" y="31612"/>
                  <a:pt x="35868" y="31960"/>
                  <a:pt x="35520" y="32334"/>
                </a:cubicBezTo>
                <a:cubicBezTo>
                  <a:pt x="35196" y="32607"/>
                  <a:pt x="34922" y="32881"/>
                  <a:pt x="34599" y="33205"/>
                </a:cubicBezTo>
                <a:cubicBezTo>
                  <a:pt x="34051" y="33728"/>
                  <a:pt x="33479" y="34300"/>
                  <a:pt x="32956" y="34848"/>
                </a:cubicBezTo>
                <a:lnTo>
                  <a:pt x="32010" y="35794"/>
                </a:lnTo>
                <a:cubicBezTo>
                  <a:pt x="31687" y="36117"/>
                  <a:pt x="31363" y="36466"/>
                  <a:pt x="31014" y="36814"/>
                </a:cubicBezTo>
                <a:lnTo>
                  <a:pt x="29446" y="38482"/>
                </a:lnTo>
                <a:cubicBezTo>
                  <a:pt x="29197" y="38780"/>
                  <a:pt x="28949" y="39029"/>
                  <a:pt x="28700" y="39303"/>
                </a:cubicBezTo>
                <a:lnTo>
                  <a:pt x="28650" y="39328"/>
                </a:lnTo>
                <a:cubicBezTo>
                  <a:pt x="26360" y="37934"/>
                  <a:pt x="24244" y="36839"/>
                  <a:pt x="22427" y="36117"/>
                </a:cubicBezTo>
                <a:cubicBezTo>
                  <a:pt x="22552" y="35993"/>
                  <a:pt x="22651" y="35843"/>
                  <a:pt x="22776" y="35719"/>
                </a:cubicBezTo>
                <a:cubicBezTo>
                  <a:pt x="22800" y="35669"/>
                  <a:pt x="22875" y="35594"/>
                  <a:pt x="22900" y="35569"/>
                </a:cubicBezTo>
                <a:cubicBezTo>
                  <a:pt x="23273" y="35097"/>
                  <a:pt x="23672" y="34624"/>
                  <a:pt x="24095" y="34176"/>
                </a:cubicBezTo>
                <a:cubicBezTo>
                  <a:pt x="24145" y="34101"/>
                  <a:pt x="24219" y="34001"/>
                  <a:pt x="24269" y="33952"/>
                </a:cubicBezTo>
                <a:cubicBezTo>
                  <a:pt x="24617" y="33578"/>
                  <a:pt x="24916" y="33205"/>
                  <a:pt x="25265" y="32831"/>
                </a:cubicBezTo>
                <a:cubicBezTo>
                  <a:pt x="25514" y="32558"/>
                  <a:pt x="25787" y="32259"/>
                  <a:pt x="26036" y="31960"/>
                </a:cubicBezTo>
                <a:cubicBezTo>
                  <a:pt x="26285" y="31687"/>
                  <a:pt x="26584" y="31363"/>
                  <a:pt x="26858" y="31089"/>
                </a:cubicBezTo>
                <a:cubicBezTo>
                  <a:pt x="26957" y="30990"/>
                  <a:pt x="27032" y="30890"/>
                  <a:pt x="27131" y="30766"/>
                </a:cubicBezTo>
                <a:cubicBezTo>
                  <a:pt x="27654" y="30218"/>
                  <a:pt x="28202" y="29645"/>
                  <a:pt x="28749" y="29123"/>
                </a:cubicBezTo>
                <a:lnTo>
                  <a:pt x="29496" y="28376"/>
                </a:lnTo>
                <a:cubicBezTo>
                  <a:pt x="30118" y="27779"/>
                  <a:pt x="30716" y="27206"/>
                  <a:pt x="31363" y="26609"/>
                </a:cubicBezTo>
                <a:cubicBezTo>
                  <a:pt x="31487" y="26484"/>
                  <a:pt x="31637" y="26360"/>
                  <a:pt x="31786" y="26235"/>
                </a:cubicBezTo>
                <a:cubicBezTo>
                  <a:pt x="32135" y="25887"/>
                  <a:pt x="32483" y="25588"/>
                  <a:pt x="32856" y="25265"/>
                </a:cubicBezTo>
                <a:cubicBezTo>
                  <a:pt x="33056" y="25115"/>
                  <a:pt x="33230" y="24916"/>
                  <a:pt x="33429" y="24767"/>
                </a:cubicBezTo>
                <a:cubicBezTo>
                  <a:pt x="33777" y="24468"/>
                  <a:pt x="34101" y="24169"/>
                  <a:pt x="34449" y="23896"/>
                </a:cubicBezTo>
                <a:cubicBezTo>
                  <a:pt x="34673" y="23721"/>
                  <a:pt x="34898" y="23522"/>
                  <a:pt x="35146" y="23348"/>
                </a:cubicBezTo>
                <a:cubicBezTo>
                  <a:pt x="35445" y="23099"/>
                  <a:pt x="35794" y="22800"/>
                  <a:pt x="36092" y="22552"/>
                </a:cubicBezTo>
                <a:cubicBezTo>
                  <a:pt x="36341" y="22377"/>
                  <a:pt x="36565" y="22178"/>
                  <a:pt x="36814" y="22004"/>
                </a:cubicBezTo>
                <a:cubicBezTo>
                  <a:pt x="36889" y="21929"/>
                  <a:pt x="36939" y="21904"/>
                  <a:pt x="37038" y="21855"/>
                </a:cubicBezTo>
                <a:cubicBezTo>
                  <a:pt x="37287" y="21655"/>
                  <a:pt x="37561" y="21431"/>
                  <a:pt x="37810" y="21257"/>
                </a:cubicBezTo>
                <a:cubicBezTo>
                  <a:pt x="38059" y="21058"/>
                  <a:pt x="38283" y="20909"/>
                  <a:pt x="38532" y="20734"/>
                </a:cubicBezTo>
                <a:cubicBezTo>
                  <a:pt x="38830" y="20510"/>
                  <a:pt x="39129" y="20286"/>
                  <a:pt x="39428" y="20062"/>
                </a:cubicBezTo>
                <a:close/>
                <a:moveTo>
                  <a:pt x="42215" y="26559"/>
                </a:moveTo>
                <a:cubicBezTo>
                  <a:pt x="42215" y="26609"/>
                  <a:pt x="42265" y="26609"/>
                  <a:pt x="42265" y="26634"/>
                </a:cubicBezTo>
                <a:cubicBezTo>
                  <a:pt x="42041" y="26858"/>
                  <a:pt x="41867" y="27007"/>
                  <a:pt x="41668" y="27131"/>
                </a:cubicBezTo>
                <a:cubicBezTo>
                  <a:pt x="41419" y="27355"/>
                  <a:pt x="41170" y="27530"/>
                  <a:pt x="40921" y="27754"/>
                </a:cubicBezTo>
                <a:cubicBezTo>
                  <a:pt x="40349" y="28227"/>
                  <a:pt x="39826" y="28700"/>
                  <a:pt x="39278" y="29197"/>
                </a:cubicBezTo>
                <a:cubicBezTo>
                  <a:pt x="38980" y="29446"/>
                  <a:pt x="38756" y="29645"/>
                  <a:pt x="38457" y="29894"/>
                </a:cubicBezTo>
                <a:cubicBezTo>
                  <a:pt x="37835" y="30467"/>
                  <a:pt x="37212" y="31014"/>
                  <a:pt x="36590" y="31612"/>
                </a:cubicBezTo>
                <a:cubicBezTo>
                  <a:pt x="36341" y="31861"/>
                  <a:pt x="36092" y="32085"/>
                  <a:pt x="35843" y="32334"/>
                </a:cubicBezTo>
                <a:cubicBezTo>
                  <a:pt x="35321" y="32831"/>
                  <a:pt x="34798" y="33329"/>
                  <a:pt x="34300" y="33827"/>
                </a:cubicBezTo>
                <a:lnTo>
                  <a:pt x="33728" y="34375"/>
                </a:lnTo>
                <a:cubicBezTo>
                  <a:pt x="33105" y="34997"/>
                  <a:pt x="32483" y="35619"/>
                  <a:pt x="31861" y="36266"/>
                </a:cubicBezTo>
                <a:lnTo>
                  <a:pt x="31363" y="36764"/>
                </a:lnTo>
                <a:cubicBezTo>
                  <a:pt x="30691" y="37486"/>
                  <a:pt x="29994" y="38208"/>
                  <a:pt x="29347" y="38930"/>
                </a:cubicBezTo>
                <a:lnTo>
                  <a:pt x="29247" y="39004"/>
                </a:lnTo>
                <a:cubicBezTo>
                  <a:pt x="29123" y="39154"/>
                  <a:pt x="28998" y="39278"/>
                  <a:pt x="28899" y="39378"/>
                </a:cubicBezTo>
                <a:cubicBezTo>
                  <a:pt x="28874" y="39378"/>
                  <a:pt x="28874" y="39353"/>
                  <a:pt x="28849" y="39353"/>
                </a:cubicBezTo>
                <a:lnTo>
                  <a:pt x="29969" y="38133"/>
                </a:lnTo>
                <a:cubicBezTo>
                  <a:pt x="30342" y="37735"/>
                  <a:pt x="30716" y="37362"/>
                  <a:pt x="31089" y="36963"/>
                </a:cubicBezTo>
                <a:cubicBezTo>
                  <a:pt x="31463" y="36565"/>
                  <a:pt x="31861" y="36142"/>
                  <a:pt x="32234" y="35769"/>
                </a:cubicBezTo>
                <a:lnTo>
                  <a:pt x="32881" y="35121"/>
                </a:lnTo>
                <a:cubicBezTo>
                  <a:pt x="33553" y="34474"/>
                  <a:pt x="34201" y="33827"/>
                  <a:pt x="34873" y="33155"/>
                </a:cubicBezTo>
                <a:cubicBezTo>
                  <a:pt x="35097" y="32956"/>
                  <a:pt x="35346" y="32732"/>
                  <a:pt x="35594" y="32483"/>
                </a:cubicBezTo>
                <a:lnTo>
                  <a:pt x="36988" y="31164"/>
                </a:lnTo>
                <a:cubicBezTo>
                  <a:pt x="37461" y="30741"/>
                  <a:pt x="37934" y="30342"/>
                  <a:pt x="38407" y="29894"/>
                </a:cubicBezTo>
                <a:cubicBezTo>
                  <a:pt x="38731" y="29596"/>
                  <a:pt x="39104" y="29272"/>
                  <a:pt x="39453" y="28924"/>
                </a:cubicBezTo>
                <a:cubicBezTo>
                  <a:pt x="39926" y="28525"/>
                  <a:pt x="40349" y="28152"/>
                  <a:pt x="40822" y="27754"/>
                </a:cubicBezTo>
                <a:cubicBezTo>
                  <a:pt x="41195" y="27430"/>
                  <a:pt x="41543" y="27131"/>
                  <a:pt x="41917" y="26808"/>
                </a:cubicBezTo>
                <a:cubicBezTo>
                  <a:pt x="42016" y="26733"/>
                  <a:pt x="42091" y="26659"/>
                  <a:pt x="42215" y="26559"/>
                </a:cubicBezTo>
                <a:close/>
                <a:moveTo>
                  <a:pt x="22377" y="36242"/>
                </a:moveTo>
                <a:cubicBezTo>
                  <a:pt x="24145" y="36938"/>
                  <a:pt x="26260" y="38034"/>
                  <a:pt x="28575" y="39428"/>
                </a:cubicBezTo>
                <a:cubicBezTo>
                  <a:pt x="28575" y="39452"/>
                  <a:pt x="28550" y="39452"/>
                  <a:pt x="28550" y="39477"/>
                </a:cubicBezTo>
                <a:cubicBezTo>
                  <a:pt x="26235" y="38083"/>
                  <a:pt x="24120" y="36988"/>
                  <a:pt x="22352" y="36316"/>
                </a:cubicBezTo>
                <a:cubicBezTo>
                  <a:pt x="22352" y="36291"/>
                  <a:pt x="22377" y="36291"/>
                  <a:pt x="22377" y="36242"/>
                </a:cubicBezTo>
                <a:close/>
                <a:moveTo>
                  <a:pt x="74350" y="39428"/>
                </a:moveTo>
                <a:cubicBezTo>
                  <a:pt x="74350" y="39453"/>
                  <a:pt x="74300" y="39527"/>
                  <a:pt x="74300" y="39552"/>
                </a:cubicBezTo>
                <a:lnTo>
                  <a:pt x="74300" y="39477"/>
                </a:lnTo>
                <a:cubicBezTo>
                  <a:pt x="74300" y="39453"/>
                  <a:pt x="74350" y="39452"/>
                  <a:pt x="74350" y="39428"/>
                </a:cubicBezTo>
                <a:close/>
                <a:moveTo>
                  <a:pt x="71886" y="33006"/>
                </a:moveTo>
                <a:lnTo>
                  <a:pt x="71911" y="33031"/>
                </a:lnTo>
                <a:cubicBezTo>
                  <a:pt x="71935" y="33354"/>
                  <a:pt x="72010" y="33703"/>
                  <a:pt x="72060" y="34051"/>
                </a:cubicBezTo>
                <a:cubicBezTo>
                  <a:pt x="72110" y="34126"/>
                  <a:pt x="72110" y="34225"/>
                  <a:pt x="72135" y="34325"/>
                </a:cubicBezTo>
                <a:cubicBezTo>
                  <a:pt x="72259" y="34823"/>
                  <a:pt x="72384" y="35296"/>
                  <a:pt x="72558" y="35744"/>
                </a:cubicBezTo>
                <a:cubicBezTo>
                  <a:pt x="72608" y="35843"/>
                  <a:pt x="72632" y="35943"/>
                  <a:pt x="72657" y="35993"/>
                </a:cubicBezTo>
                <a:cubicBezTo>
                  <a:pt x="72807" y="36466"/>
                  <a:pt x="73006" y="36938"/>
                  <a:pt x="73230" y="37362"/>
                </a:cubicBezTo>
                <a:cubicBezTo>
                  <a:pt x="73255" y="37436"/>
                  <a:pt x="73280" y="37486"/>
                  <a:pt x="73304" y="37586"/>
                </a:cubicBezTo>
                <a:cubicBezTo>
                  <a:pt x="73479" y="37934"/>
                  <a:pt x="73653" y="38308"/>
                  <a:pt x="73877" y="38656"/>
                </a:cubicBezTo>
                <a:lnTo>
                  <a:pt x="73877" y="38706"/>
                </a:lnTo>
                <a:cubicBezTo>
                  <a:pt x="73852" y="38805"/>
                  <a:pt x="73852" y="38855"/>
                  <a:pt x="73852" y="38955"/>
                </a:cubicBezTo>
                <a:cubicBezTo>
                  <a:pt x="73802" y="39179"/>
                  <a:pt x="73753" y="39353"/>
                  <a:pt x="73678" y="39577"/>
                </a:cubicBezTo>
                <a:cubicBezTo>
                  <a:pt x="72184" y="37934"/>
                  <a:pt x="71039" y="36042"/>
                  <a:pt x="70268" y="33927"/>
                </a:cubicBezTo>
                <a:cubicBezTo>
                  <a:pt x="70790" y="33603"/>
                  <a:pt x="71363" y="33304"/>
                  <a:pt x="71886" y="33006"/>
                </a:cubicBezTo>
                <a:close/>
                <a:moveTo>
                  <a:pt x="28725" y="39552"/>
                </a:moveTo>
                <a:cubicBezTo>
                  <a:pt x="28749" y="39552"/>
                  <a:pt x="28749" y="39577"/>
                  <a:pt x="28774" y="39577"/>
                </a:cubicBezTo>
                <a:cubicBezTo>
                  <a:pt x="28774" y="39602"/>
                  <a:pt x="28749" y="39602"/>
                  <a:pt x="28749" y="39627"/>
                </a:cubicBezTo>
                <a:cubicBezTo>
                  <a:pt x="28725" y="39577"/>
                  <a:pt x="28725" y="39577"/>
                  <a:pt x="28700" y="39577"/>
                </a:cubicBezTo>
                <a:lnTo>
                  <a:pt x="28725" y="39552"/>
                </a:lnTo>
                <a:close/>
                <a:moveTo>
                  <a:pt x="21481" y="36192"/>
                </a:moveTo>
                <a:cubicBezTo>
                  <a:pt x="21581" y="36217"/>
                  <a:pt x="21631" y="36242"/>
                  <a:pt x="21730" y="36291"/>
                </a:cubicBezTo>
                <a:cubicBezTo>
                  <a:pt x="20859" y="37411"/>
                  <a:pt x="19988" y="38532"/>
                  <a:pt x="19166" y="39677"/>
                </a:cubicBezTo>
                <a:cubicBezTo>
                  <a:pt x="19092" y="39502"/>
                  <a:pt x="19017" y="39378"/>
                  <a:pt x="18917" y="39253"/>
                </a:cubicBezTo>
                <a:cubicBezTo>
                  <a:pt x="19764" y="38233"/>
                  <a:pt x="20610" y="37212"/>
                  <a:pt x="21481" y="36192"/>
                </a:cubicBezTo>
                <a:close/>
                <a:moveTo>
                  <a:pt x="74026" y="38855"/>
                </a:moveTo>
                <a:lnTo>
                  <a:pt x="74051" y="38880"/>
                </a:lnTo>
                <a:lnTo>
                  <a:pt x="74051" y="38930"/>
                </a:lnTo>
                <a:lnTo>
                  <a:pt x="74051" y="38980"/>
                </a:lnTo>
                <a:lnTo>
                  <a:pt x="73877" y="39726"/>
                </a:lnTo>
                <a:lnTo>
                  <a:pt x="73852" y="39701"/>
                </a:lnTo>
                <a:lnTo>
                  <a:pt x="73802" y="39677"/>
                </a:lnTo>
                <a:cubicBezTo>
                  <a:pt x="73877" y="39477"/>
                  <a:pt x="73927" y="39228"/>
                  <a:pt x="74001" y="38955"/>
                </a:cubicBezTo>
                <a:cubicBezTo>
                  <a:pt x="74001" y="38930"/>
                  <a:pt x="74001" y="38905"/>
                  <a:pt x="74026" y="38855"/>
                </a:cubicBezTo>
                <a:close/>
                <a:moveTo>
                  <a:pt x="102004" y="37561"/>
                </a:moveTo>
                <a:cubicBezTo>
                  <a:pt x="102352" y="37735"/>
                  <a:pt x="102676" y="37909"/>
                  <a:pt x="103000" y="38108"/>
                </a:cubicBezTo>
                <a:cubicBezTo>
                  <a:pt x="103024" y="38108"/>
                  <a:pt x="103024" y="38158"/>
                  <a:pt x="103049" y="38158"/>
                </a:cubicBezTo>
                <a:cubicBezTo>
                  <a:pt x="103796" y="38606"/>
                  <a:pt x="104493" y="39179"/>
                  <a:pt x="105066" y="39776"/>
                </a:cubicBezTo>
                <a:cubicBezTo>
                  <a:pt x="105072" y="39783"/>
                  <a:pt x="105074" y="39786"/>
                  <a:pt x="105071" y="39786"/>
                </a:cubicBezTo>
                <a:cubicBezTo>
                  <a:pt x="105064" y="39786"/>
                  <a:pt x="105027" y="39763"/>
                  <a:pt x="104991" y="39726"/>
                </a:cubicBezTo>
                <a:lnTo>
                  <a:pt x="104966" y="39701"/>
                </a:lnTo>
                <a:cubicBezTo>
                  <a:pt x="104916" y="39677"/>
                  <a:pt x="104891" y="39677"/>
                  <a:pt x="104866" y="39652"/>
                </a:cubicBezTo>
                <a:cubicBezTo>
                  <a:pt x="104667" y="39452"/>
                  <a:pt x="104493" y="39278"/>
                  <a:pt x="104269" y="39104"/>
                </a:cubicBezTo>
                <a:cubicBezTo>
                  <a:pt x="104219" y="39079"/>
                  <a:pt x="104145" y="39029"/>
                  <a:pt x="104120" y="38980"/>
                </a:cubicBezTo>
                <a:cubicBezTo>
                  <a:pt x="103871" y="38805"/>
                  <a:pt x="103647" y="38606"/>
                  <a:pt x="103373" y="38432"/>
                </a:cubicBezTo>
                <a:cubicBezTo>
                  <a:pt x="103348" y="38407"/>
                  <a:pt x="103273" y="38357"/>
                  <a:pt x="103224" y="38332"/>
                </a:cubicBezTo>
                <a:cubicBezTo>
                  <a:pt x="103149" y="38308"/>
                  <a:pt x="103099" y="38233"/>
                  <a:pt x="103024" y="38208"/>
                </a:cubicBezTo>
                <a:lnTo>
                  <a:pt x="103000" y="38183"/>
                </a:lnTo>
                <a:lnTo>
                  <a:pt x="102975" y="38158"/>
                </a:lnTo>
                <a:lnTo>
                  <a:pt x="102925" y="38108"/>
                </a:lnTo>
                <a:cubicBezTo>
                  <a:pt x="102751" y="38034"/>
                  <a:pt x="102576" y="37909"/>
                  <a:pt x="102402" y="37810"/>
                </a:cubicBezTo>
                <a:cubicBezTo>
                  <a:pt x="102377" y="37785"/>
                  <a:pt x="102303" y="37785"/>
                  <a:pt x="102253" y="37735"/>
                </a:cubicBezTo>
                <a:cubicBezTo>
                  <a:pt x="102153" y="37710"/>
                  <a:pt x="102079" y="37660"/>
                  <a:pt x="102004" y="37611"/>
                </a:cubicBezTo>
                <a:lnTo>
                  <a:pt x="102004" y="37586"/>
                </a:lnTo>
                <a:lnTo>
                  <a:pt x="102004" y="37561"/>
                </a:lnTo>
                <a:close/>
                <a:moveTo>
                  <a:pt x="70069" y="34001"/>
                </a:moveTo>
                <a:cubicBezTo>
                  <a:pt x="70890" y="36117"/>
                  <a:pt x="72060" y="38083"/>
                  <a:pt x="73603" y="39801"/>
                </a:cubicBezTo>
                <a:lnTo>
                  <a:pt x="73529" y="39801"/>
                </a:lnTo>
                <a:cubicBezTo>
                  <a:pt x="72010" y="38108"/>
                  <a:pt x="70815" y="36192"/>
                  <a:pt x="70019" y="34026"/>
                </a:cubicBezTo>
                <a:cubicBezTo>
                  <a:pt x="70044" y="34026"/>
                  <a:pt x="70044" y="34001"/>
                  <a:pt x="70069" y="34001"/>
                </a:cubicBezTo>
                <a:close/>
                <a:moveTo>
                  <a:pt x="42265" y="26907"/>
                </a:moveTo>
                <a:cubicBezTo>
                  <a:pt x="42415" y="27107"/>
                  <a:pt x="42539" y="27281"/>
                  <a:pt x="42639" y="27505"/>
                </a:cubicBezTo>
                <a:cubicBezTo>
                  <a:pt x="37660" y="31089"/>
                  <a:pt x="33230" y="35345"/>
                  <a:pt x="29621" y="39851"/>
                </a:cubicBezTo>
                <a:cubicBezTo>
                  <a:pt x="29446" y="39726"/>
                  <a:pt x="29247" y="39602"/>
                  <a:pt x="29073" y="39527"/>
                </a:cubicBezTo>
                <a:cubicBezTo>
                  <a:pt x="29098" y="39477"/>
                  <a:pt x="29123" y="39428"/>
                  <a:pt x="29148" y="39403"/>
                </a:cubicBezTo>
                <a:cubicBezTo>
                  <a:pt x="29272" y="39228"/>
                  <a:pt x="29421" y="39104"/>
                  <a:pt x="29571" y="38955"/>
                </a:cubicBezTo>
                <a:cubicBezTo>
                  <a:pt x="30168" y="38308"/>
                  <a:pt x="30790" y="37660"/>
                  <a:pt x="31363" y="37038"/>
                </a:cubicBezTo>
                <a:cubicBezTo>
                  <a:pt x="31612" y="36789"/>
                  <a:pt x="31836" y="36540"/>
                  <a:pt x="32085" y="36316"/>
                </a:cubicBezTo>
                <a:cubicBezTo>
                  <a:pt x="32558" y="35818"/>
                  <a:pt x="33056" y="35345"/>
                  <a:pt x="33528" y="34848"/>
                </a:cubicBezTo>
                <a:lnTo>
                  <a:pt x="34549" y="33827"/>
                </a:lnTo>
                <a:cubicBezTo>
                  <a:pt x="34972" y="33429"/>
                  <a:pt x="35420" y="32981"/>
                  <a:pt x="35843" y="32583"/>
                </a:cubicBezTo>
                <a:cubicBezTo>
                  <a:pt x="36167" y="32309"/>
                  <a:pt x="36441" y="32010"/>
                  <a:pt x="36764" y="31736"/>
                </a:cubicBezTo>
                <a:cubicBezTo>
                  <a:pt x="37337" y="31214"/>
                  <a:pt x="37934" y="30641"/>
                  <a:pt x="38532" y="30118"/>
                </a:cubicBezTo>
                <a:cubicBezTo>
                  <a:pt x="38805" y="29869"/>
                  <a:pt x="39129" y="29596"/>
                  <a:pt x="39403" y="29347"/>
                </a:cubicBezTo>
                <a:cubicBezTo>
                  <a:pt x="39901" y="28899"/>
                  <a:pt x="40374" y="28500"/>
                  <a:pt x="40871" y="28077"/>
                </a:cubicBezTo>
                <a:cubicBezTo>
                  <a:pt x="41145" y="27828"/>
                  <a:pt x="41419" y="27579"/>
                  <a:pt x="41693" y="27355"/>
                </a:cubicBezTo>
                <a:cubicBezTo>
                  <a:pt x="41892" y="27206"/>
                  <a:pt x="42066" y="27032"/>
                  <a:pt x="42265" y="26907"/>
                </a:cubicBezTo>
                <a:close/>
                <a:moveTo>
                  <a:pt x="22004" y="36316"/>
                </a:moveTo>
                <a:cubicBezTo>
                  <a:pt x="21083" y="37536"/>
                  <a:pt x="20212" y="38706"/>
                  <a:pt x="19341" y="39901"/>
                </a:cubicBezTo>
                <a:cubicBezTo>
                  <a:pt x="19291" y="39851"/>
                  <a:pt x="19291" y="39851"/>
                  <a:pt x="19291" y="39826"/>
                </a:cubicBezTo>
                <a:cubicBezTo>
                  <a:pt x="20137" y="38656"/>
                  <a:pt x="21008" y="37486"/>
                  <a:pt x="21954" y="36316"/>
                </a:cubicBezTo>
                <a:close/>
                <a:moveTo>
                  <a:pt x="18818" y="39428"/>
                </a:moveTo>
                <a:cubicBezTo>
                  <a:pt x="18893" y="39577"/>
                  <a:pt x="18992" y="39701"/>
                  <a:pt x="19092" y="39851"/>
                </a:cubicBezTo>
                <a:cubicBezTo>
                  <a:pt x="19092" y="39901"/>
                  <a:pt x="19042" y="39901"/>
                  <a:pt x="19042" y="39925"/>
                </a:cubicBezTo>
                <a:cubicBezTo>
                  <a:pt x="18967" y="39776"/>
                  <a:pt x="18868" y="39627"/>
                  <a:pt x="18768" y="39477"/>
                </a:cubicBezTo>
                <a:lnTo>
                  <a:pt x="18818" y="39428"/>
                </a:lnTo>
                <a:close/>
                <a:moveTo>
                  <a:pt x="69870" y="34151"/>
                </a:moveTo>
                <a:cubicBezTo>
                  <a:pt x="70641" y="36167"/>
                  <a:pt x="71736" y="38034"/>
                  <a:pt x="73155" y="39677"/>
                </a:cubicBezTo>
                <a:lnTo>
                  <a:pt x="73130" y="39677"/>
                </a:lnTo>
                <a:cubicBezTo>
                  <a:pt x="73056" y="39677"/>
                  <a:pt x="73031" y="39652"/>
                  <a:pt x="72981" y="39652"/>
                </a:cubicBezTo>
                <a:cubicBezTo>
                  <a:pt x="72906" y="39652"/>
                  <a:pt x="72881" y="39602"/>
                  <a:pt x="72807" y="39602"/>
                </a:cubicBezTo>
                <a:cubicBezTo>
                  <a:pt x="72707" y="39577"/>
                  <a:pt x="72608" y="39577"/>
                  <a:pt x="72508" y="39552"/>
                </a:cubicBezTo>
                <a:lnTo>
                  <a:pt x="71935" y="39452"/>
                </a:lnTo>
                <a:cubicBezTo>
                  <a:pt x="71836" y="39452"/>
                  <a:pt x="71786" y="39428"/>
                  <a:pt x="71687" y="39428"/>
                </a:cubicBezTo>
                <a:lnTo>
                  <a:pt x="71438" y="39428"/>
                </a:lnTo>
                <a:cubicBezTo>
                  <a:pt x="71089" y="39403"/>
                  <a:pt x="70716" y="39353"/>
                  <a:pt x="70392" y="39353"/>
                </a:cubicBezTo>
                <a:lnTo>
                  <a:pt x="70342" y="39353"/>
                </a:lnTo>
                <a:cubicBezTo>
                  <a:pt x="70069" y="39353"/>
                  <a:pt x="69820" y="39353"/>
                  <a:pt x="69546" y="39403"/>
                </a:cubicBezTo>
                <a:cubicBezTo>
                  <a:pt x="69421" y="39403"/>
                  <a:pt x="69297" y="39428"/>
                  <a:pt x="69173" y="39428"/>
                </a:cubicBezTo>
                <a:cubicBezTo>
                  <a:pt x="69023" y="39428"/>
                  <a:pt x="68849" y="39452"/>
                  <a:pt x="68700" y="39452"/>
                </a:cubicBezTo>
                <a:cubicBezTo>
                  <a:pt x="68650" y="39452"/>
                  <a:pt x="68600" y="39452"/>
                  <a:pt x="68550" y="39477"/>
                </a:cubicBezTo>
                <a:cubicBezTo>
                  <a:pt x="68451" y="39477"/>
                  <a:pt x="68351" y="39527"/>
                  <a:pt x="68276" y="39527"/>
                </a:cubicBezTo>
                <a:cubicBezTo>
                  <a:pt x="68152" y="39552"/>
                  <a:pt x="68003" y="39552"/>
                  <a:pt x="67853" y="39577"/>
                </a:cubicBezTo>
                <a:cubicBezTo>
                  <a:pt x="67779" y="39577"/>
                  <a:pt x="67679" y="39602"/>
                  <a:pt x="67580" y="39627"/>
                </a:cubicBezTo>
                <a:lnTo>
                  <a:pt x="67530" y="39627"/>
                </a:lnTo>
                <a:cubicBezTo>
                  <a:pt x="67455" y="39627"/>
                  <a:pt x="67430" y="39677"/>
                  <a:pt x="67380" y="39677"/>
                </a:cubicBezTo>
                <a:cubicBezTo>
                  <a:pt x="67256" y="39701"/>
                  <a:pt x="67107" y="39701"/>
                  <a:pt x="67007" y="39726"/>
                </a:cubicBezTo>
                <a:lnTo>
                  <a:pt x="66957" y="39726"/>
                </a:lnTo>
                <a:cubicBezTo>
                  <a:pt x="66808" y="39751"/>
                  <a:pt x="66609" y="39826"/>
                  <a:pt x="66459" y="39851"/>
                </a:cubicBezTo>
                <a:cubicBezTo>
                  <a:pt x="66335" y="39876"/>
                  <a:pt x="66211" y="39925"/>
                  <a:pt x="66111" y="39950"/>
                </a:cubicBezTo>
                <a:cubicBezTo>
                  <a:pt x="66061" y="39975"/>
                  <a:pt x="65962" y="39975"/>
                  <a:pt x="65912" y="40000"/>
                </a:cubicBezTo>
                <a:cubicBezTo>
                  <a:pt x="65240" y="39328"/>
                  <a:pt x="64667" y="38581"/>
                  <a:pt x="64070" y="37810"/>
                </a:cubicBezTo>
                <a:cubicBezTo>
                  <a:pt x="65987" y="36490"/>
                  <a:pt x="67928" y="35246"/>
                  <a:pt x="69870" y="34151"/>
                </a:cubicBezTo>
                <a:close/>
                <a:moveTo>
                  <a:pt x="42754" y="27719"/>
                </a:moveTo>
                <a:cubicBezTo>
                  <a:pt x="42763" y="27719"/>
                  <a:pt x="42763" y="27736"/>
                  <a:pt x="42763" y="27754"/>
                </a:cubicBezTo>
                <a:cubicBezTo>
                  <a:pt x="37810" y="31313"/>
                  <a:pt x="33429" y="35545"/>
                  <a:pt x="29845" y="40025"/>
                </a:cubicBezTo>
                <a:cubicBezTo>
                  <a:pt x="29820" y="40025"/>
                  <a:pt x="29820" y="39975"/>
                  <a:pt x="29795" y="39975"/>
                </a:cubicBezTo>
                <a:cubicBezTo>
                  <a:pt x="33404" y="35495"/>
                  <a:pt x="37785" y="31263"/>
                  <a:pt x="42738" y="27729"/>
                </a:cubicBezTo>
                <a:cubicBezTo>
                  <a:pt x="42745" y="27722"/>
                  <a:pt x="42751" y="27719"/>
                  <a:pt x="42754" y="27719"/>
                </a:cubicBezTo>
                <a:close/>
                <a:moveTo>
                  <a:pt x="101805" y="38208"/>
                </a:moveTo>
                <a:cubicBezTo>
                  <a:pt x="102800" y="38681"/>
                  <a:pt x="103771" y="39204"/>
                  <a:pt x="104717" y="39801"/>
                </a:cubicBezTo>
                <a:cubicBezTo>
                  <a:pt x="104767" y="39851"/>
                  <a:pt x="104866" y="39925"/>
                  <a:pt x="104916" y="40025"/>
                </a:cubicBezTo>
                <a:cubicBezTo>
                  <a:pt x="103896" y="39353"/>
                  <a:pt x="102875" y="38780"/>
                  <a:pt x="101780" y="38283"/>
                </a:cubicBezTo>
                <a:cubicBezTo>
                  <a:pt x="101780" y="38233"/>
                  <a:pt x="101780" y="38233"/>
                  <a:pt x="101805" y="38208"/>
                </a:cubicBezTo>
                <a:close/>
                <a:moveTo>
                  <a:pt x="28949" y="39652"/>
                </a:moveTo>
                <a:cubicBezTo>
                  <a:pt x="29123" y="39776"/>
                  <a:pt x="29322" y="39851"/>
                  <a:pt x="29496" y="39975"/>
                </a:cubicBezTo>
                <a:cubicBezTo>
                  <a:pt x="29496" y="40025"/>
                  <a:pt x="29496" y="40050"/>
                  <a:pt x="29471" y="40050"/>
                </a:cubicBezTo>
                <a:cubicBezTo>
                  <a:pt x="29297" y="39925"/>
                  <a:pt x="29098" y="39801"/>
                  <a:pt x="28924" y="39701"/>
                </a:cubicBezTo>
                <a:cubicBezTo>
                  <a:pt x="28924" y="39677"/>
                  <a:pt x="28949" y="39677"/>
                  <a:pt x="28949" y="39652"/>
                </a:cubicBezTo>
                <a:close/>
                <a:moveTo>
                  <a:pt x="63896" y="37859"/>
                </a:moveTo>
                <a:cubicBezTo>
                  <a:pt x="64443" y="38606"/>
                  <a:pt x="65041" y="39353"/>
                  <a:pt x="65688" y="40025"/>
                </a:cubicBezTo>
                <a:cubicBezTo>
                  <a:pt x="65663" y="40025"/>
                  <a:pt x="65638" y="40025"/>
                  <a:pt x="65588" y="40050"/>
                </a:cubicBezTo>
                <a:cubicBezTo>
                  <a:pt x="64966" y="39403"/>
                  <a:pt x="64393" y="38681"/>
                  <a:pt x="63821" y="37909"/>
                </a:cubicBezTo>
                <a:cubicBezTo>
                  <a:pt x="63846" y="37909"/>
                  <a:pt x="63846" y="37859"/>
                  <a:pt x="63896" y="37859"/>
                </a:cubicBezTo>
                <a:close/>
                <a:moveTo>
                  <a:pt x="74350" y="39925"/>
                </a:moveTo>
                <a:lnTo>
                  <a:pt x="74350" y="40050"/>
                </a:lnTo>
                <a:cubicBezTo>
                  <a:pt x="74350" y="40050"/>
                  <a:pt x="74300" y="40050"/>
                  <a:pt x="74300" y="40025"/>
                </a:cubicBezTo>
                <a:cubicBezTo>
                  <a:pt x="74300" y="39975"/>
                  <a:pt x="74350" y="39950"/>
                  <a:pt x="74350" y="39925"/>
                </a:cubicBezTo>
                <a:close/>
                <a:moveTo>
                  <a:pt x="19166" y="40050"/>
                </a:moveTo>
                <a:cubicBezTo>
                  <a:pt x="19216" y="40075"/>
                  <a:pt x="19216" y="40075"/>
                  <a:pt x="19216" y="40100"/>
                </a:cubicBezTo>
                <a:cubicBezTo>
                  <a:pt x="19216" y="40125"/>
                  <a:pt x="19166" y="40125"/>
                  <a:pt x="19166" y="40174"/>
                </a:cubicBezTo>
                <a:cubicBezTo>
                  <a:pt x="19166" y="40174"/>
                  <a:pt x="19166" y="40125"/>
                  <a:pt x="19141" y="40125"/>
                </a:cubicBezTo>
                <a:lnTo>
                  <a:pt x="19141" y="40100"/>
                </a:lnTo>
                <a:cubicBezTo>
                  <a:pt x="19141" y="40075"/>
                  <a:pt x="19166" y="40050"/>
                  <a:pt x="19166" y="40050"/>
                </a:cubicBezTo>
                <a:close/>
                <a:moveTo>
                  <a:pt x="29670" y="40075"/>
                </a:moveTo>
                <a:cubicBezTo>
                  <a:pt x="29695" y="40075"/>
                  <a:pt x="29695" y="40100"/>
                  <a:pt x="29720" y="40100"/>
                </a:cubicBezTo>
                <a:cubicBezTo>
                  <a:pt x="29720" y="40149"/>
                  <a:pt x="29695" y="40149"/>
                  <a:pt x="29695" y="40174"/>
                </a:cubicBezTo>
                <a:cubicBezTo>
                  <a:pt x="29670" y="40174"/>
                  <a:pt x="29670" y="40174"/>
                  <a:pt x="29621" y="40149"/>
                </a:cubicBezTo>
                <a:cubicBezTo>
                  <a:pt x="29621" y="40100"/>
                  <a:pt x="29670" y="40100"/>
                  <a:pt x="29670" y="40075"/>
                </a:cubicBezTo>
                <a:close/>
                <a:moveTo>
                  <a:pt x="70392" y="39577"/>
                </a:moveTo>
                <a:cubicBezTo>
                  <a:pt x="70815" y="39577"/>
                  <a:pt x="71189" y="39602"/>
                  <a:pt x="71587" y="39627"/>
                </a:cubicBezTo>
                <a:cubicBezTo>
                  <a:pt x="71687" y="39627"/>
                  <a:pt x="71786" y="39677"/>
                  <a:pt x="71886" y="39677"/>
                </a:cubicBezTo>
                <a:cubicBezTo>
                  <a:pt x="71960" y="39677"/>
                  <a:pt x="72035" y="39701"/>
                  <a:pt x="72135" y="39701"/>
                </a:cubicBezTo>
                <a:cubicBezTo>
                  <a:pt x="72408" y="39726"/>
                  <a:pt x="72707" y="39801"/>
                  <a:pt x="73006" y="39851"/>
                </a:cubicBezTo>
                <a:cubicBezTo>
                  <a:pt x="73155" y="39876"/>
                  <a:pt x="73280" y="39950"/>
                  <a:pt x="73429" y="39975"/>
                </a:cubicBezTo>
                <a:lnTo>
                  <a:pt x="73454" y="40000"/>
                </a:lnTo>
                <a:lnTo>
                  <a:pt x="73504" y="40050"/>
                </a:lnTo>
                <a:cubicBezTo>
                  <a:pt x="73479" y="40025"/>
                  <a:pt x="73404" y="39975"/>
                  <a:pt x="73379" y="39975"/>
                </a:cubicBezTo>
                <a:cubicBezTo>
                  <a:pt x="73304" y="39950"/>
                  <a:pt x="73255" y="39950"/>
                  <a:pt x="73180" y="39925"/>
                </a:cubicBezTo>
                <a:cubicBezTo>
                  <a:pt x="73155" y="39925"/>
                  <a:pt x="73080" y="39901"/>
                  <a:pt x="73056" y="39901"/>
                </a:cubicBezTo>
                <a:lnTo>
                  <a:pt x="73006" y="39901"/>
                </a:lnTo>
                <a:cubicBezTo>
                  <a:pt x="72906" y="39851"/>
                  <a:pt x="72807" y="39851"/>
                  <a:pt x="72707" y="39826"/>
                </a:cubicBezTo>
                <a:cubicBezTo>
                  <a:pt x="72657" y="39826"/>
                  <a:pt x="72608" y="39801"/>
                  <a:pt x="72533" y="39801"/>
                </a:cubicBezTo>
                <a:cubicBezTo>
                  <a:pt x="72408" y="39776"/>
                  <a:pt x="72309" y="39726"/>
                  <a:pt x="72184" y="39726"/>
                </a:cubicBezTo>
                <a:cubicBezTo>
                  <a:pt x="72085" y="39726"/>
                  <a:pt x="72010" y="39701"/>
                  <a:pt x="71911" y="39701"/>
                </a:cubicBezTo>
                <a:cubicBezTo>
                  <a:pt x="71836" y="39701"/>
                  <a:pt x="71786" y="39677"/>
                  <a:pt x="71711" y="39677"/>
                </a:cubicBezTo>
                <a:lnTo>
                  <a:pt x="71537" y="39677"/>
                </a:lnTo>
                <a:cubicBezTo>
                  <a:pt x="71438" y="39677"/>
                  <a:pt x="71388" y="39652"/>
                  <a:pt x="71288" y="39652"/>
                </a:cubicBezTo>
                <a:lnTo>
                  <a:pt x="71064" y="39652"/>
                </a:lnTo>
                <a:cubicBezTo>
                  <a:pt x="70840" y="39652"/>
                  <a:pt x="70641" y="39602"/>
                  <a:pt x="70417" y="39602"/>
                </a:cubicBezTo>
                <a:lnTo>
                  <a:pt x="70318" y="39602"/>
                </a:lnTo>
                <a:cubicBezTo>
                  <a:pt x="70069" y="39602"/>
                  <a:pt x="69795" y="39602"/>
                  <a:pt x="69546" y="39652"/>
                </a:cubicBezTo>
                <a:cubicBezTo>
                  <a:pt x="69446" y="39652"/>
                  <a:pt x="69347" y="39652"/>
                  <a:pt x="69272" y="39677"/>
                </a:cubicBezTo>
                <a:lnTo>
                  <a:pt x="68973" y="39677"/>
                </a:lnTo>
                <a:cubicBezTo>
                  <a:pt x="68899" y="39677"/>
                  <a:pt x="68799" y="39677"/>
                  <a:pt x="68700" y="39701"/>
                </a:cubicBezTo>
                <a:cubicBezTo>
                  <a:pt x="68550" y="39726"/>
                  <a:pt x="68401" y="39726"/>
                  <a:pt x="68202" y="39776"/>
                </a:cubicBezTo>
                <a:cubicBezTo>
                  <a:pt x="68077" y="39801"/>
                  <a:pt x="67978" y="39801"/>
                  <a:pt x="67853" y="39801"/>
                </a:cubicBezTo>
                <a:cubicBezTo>
                  <a:pt x="67779" y="39801"/>
                  <a:pt x="67679" y="39826"/>
                  <a:pt x="67580" y="39851"/>
                </a:cubicBezTo>
                <a:cubicBezTo>
                  <a:pt x="67480" y="39901"/>
                  <a:pt x="67405" y="39901"/>
                  <a:pt x="67331" y="39925"/>
                </a:cubicBezTo>
                <a:cubicBezTo>
                  <a:pt x="67281" y="39925"/>
                  <a:pt x="67181" y="39950"/>
                  <a:pt x="67107" y="39950"/>
                </a:cubicBezTo>
                <a:cubicBezTo>
                  <a:pt x="67082" y="39950"/>
                  <a:pt x="67057" y="39950"/>
                  <a:pt x="67032" y="39975"/>
                </a:cubicBezTo>
                <a:lnTo>
                  <a:pt x="66982" y="39975"/>
                </a:lnTo>
                <a:cubicBezTo>
                  <a:pt x="66808" y="40025"/>
                  <a:pt x="66609" y="40075"/>
                  <a:pt x="66435" y="40100"/>
                </a:cubicBezTo>
                <a:cubicBezTo>
                  <a:pt x="66360" y="40100"/>
                  <a:pt x="66335" y="40149"/>
                  <a:pt x="66285" y="40149"/>
                </a:cubicBezTo>
                <a:cubicBezTo>
                  <a:pt x="66211" y="40149"/>
                  <a:pt x="66186" y="40174"/>
                  <a:pt x="66111" y="40174"/>
                </a:cubicBezTo>
                <a:cubicBezTo>
                  <a:pt x="66086" y="40174"/>
                  <a:pt x="66061" y="40174"/>
                  <a:pt x="66036" y="40199"/>
                </a:cubicBezTo>
                <a:lnTo>
                  <a:pt x="65987" y="40174"/>
                </a:lnTo>
                <a:cubicBezTo>
                  <a:pt x="66036" y="40174"/>
                  <a:pt x="66061" y="40149"/>
                  <a:pt x="66111" y="40149"/>
                </a:cubicBezTo>
                <a:cubicBezTo>
                  <a:pt x="66211" y="40100"/>
                  <a:pt x="66310" y="40100"/>
                  <a:pt x="66410" y="40075"/>
                </a:cubicBezTo>
                <a:cubicBezTo>
                  <a:pt x="66584" y="40025"/>
                  <a:pt x="66808" y="39975"/>
                  <a:pt x="66982" y="39950"/>
                </a:cubicBezTo>
                <a:cubicBezTo>
                  <a:pt x="67156" y="39925"/>
                  <a:pt x="67306" y="39901"/>
                  <a:pt x="67430" y="39851"/>
                </a:cubicBezTo>
                <a:cubicBezTo>
                  <a:pt x="67555" y="39826"/>
                  <a:pt x="67704" y="39801"/>
                  <a:pt x="67828" y="39801"/>
                </a:cubicBezTo>
                <a:cubicBezTo>
                  <a:pt x="68052" y="39776"/>
                  <a:pt x="68301" y="39726"/>
                  <a:pt x="68525" y="39701"/>
                </a:cubicBezTo>
                <a:cubicBezTo>
                  <a:pt x="68575" y="39701"/>
                  <a:pt x="68650" y="39677"/>
                  <a:pt x="68700" y="39677"/>
                </a:cubicBezTo>
                <a:cubicBezTo>
                  <a:pt x="69272" y="39602"/>
                  <a:pt x="69820" y="39577"/>
                  <a:pt x="70342" y="39577"/>
                </a:cubicBezTo>
                <a:close/>
                <a:moveTo>
                  <a:pt x="74549" y="39726"/>
                </a:moveTo>
                <a:cubicBezTo>
                  <a:pt x="74599" y="39801"/>
                  <a:pt x="74649" y="39851"/>
                  <a:pt x="74674" y="39925"/>
                </a:cubicBezTo>
                <a:cubicBezTo>
                  <a:pt x="74723" y="40000"/>
                  <a:pt x="74748" y="40100"/>
                  <a:pt x="74773" y="40174"/>
                </a:cubicBezTo>
                <a:cubicBezTo>
                  <a:pt x="74773" y="40199"/>
                  <a:pt x="74773" y="40199"/>
                  <a:pt x="74798" y="40224"/>
                </a:cubicBezTo>
                <a:lnTo>
                  <a:pt x="74773" y="40199"/>
                </a:lnTo>
                <a:lnTo>
                  <a:pt x="74798" y="40249"/>
                </a:lnTo>
                <a:cubicBezTo>
                  <a:pt x="74773" y="40249"/>
                  <a:pt x="74773" y="40249"/>
                  <a:pt x="74748" y="40224"/>
                </a:cubicBezTo>
                <a:cubicBezTo>
                  <a:pt x="74674" y="40199"/>
                  <a:pt x="74599" y="40174"/>
                  <a:pt x="74524" y="40125"/>
                </a:cubicBezTo>
                <a:cubicBezTo>
                  <a:pt x="74524" y="40000"/>
                  <a:pt x="74549" y="39851"/>
                  <a:pt x="74549" y="39726"/>
                </a:cubicBezTo>
                <a:close/>
                <a:moveTo>
                  <a:pt x="80498" y="35694"/>
                </a:moveTo>
                <a:cubicBezTo>
                  <a:pt x="80100" y="36739"/>
                  <a:pt x="79702" y="37735"/>
                  <a:pt x="79229" y="38780"/>
                </a:cubicBezTo>
                <a:cubicBezTo>
                  <a:pt x="79204" y="38805"/>
                  <a:pt x="79129" y="38805"/>
                  <a:pt x="79104" y="38830"/>
                </a:cubicBezTo>
                <a:cubicBezTo>
                  <a:pt x="78905" y="38930"/>
                  <a:pt x="78706" y="38980"/>
                  <a:pt x="78507" y="39079"/>
                </a:cubicBezTo>
                <a:cubicBezTo>
                  <a:pt x="78258" y="39179"/>
                  <a:pt x="78034" y="39303"/>
                  <a:pt x="77785" y="39403"/>
                </a:cubicBezTo>
                <a:lnTo>
                  <a:pt x="77760" y="39403"/>
                </a:lnTo>
                <a:cubicBezTo>
                  <a:pt x="77636" y="39452"/>
                  <a:pt x="77511" y="39527"/>
                  <a:pt x="77362" y="39577"/>
                </a:cubicBezTo>
                <a:cubicBezTo>
                  <a:pt x="77138" y="39677"/>
                  <a:pt x="76914" y="39776"/>
                  <a:pt x="76739" y="39851"/>
                </a:cubicBezTo>
                <a:cubicBezTo>
                  <a:pt x="76391" y="40025"/>
                  <a:pt x="76043" y="40199"/>
                  <a:pt x="75669" y="40349"/>
                </a:cubicBezTo>
                <a:cubicBezTo>
                  <a:pt x="75495" y="40075"/>
                  <a:pt x="75296" y="39801"/>
                  <a:pt x="75171" y="39527"/>
                </a:cubicBezTo>
                <a:cubicBezTo>
                  <a:pt x="75146" y="39452"/>
                  <a:pt x="75122" y="39428"/>
                  <a:pt x="75097" y="39353"/>
                </a:cubicBezTo>
                <a:cubicBezTo>
                  <a:pt x="75022" y="39278"/>
                  <a:pt x="74997" y="39154"/>
                  <a:pt x="74922" y="39054"/>
                </a:cubicBezTo>
                <a:cubicBezTo>
                  <a:pt x="76217" y="37561"/>
                  <a:pt x="78108" y="36416"/>
                  <a:pt x="80498" y="35694"/>
                </a:cubicBezTo>
                <a:close/>
                <a:moveTo>
                  <a:pt x="105414" y="40224"/>
                </a:moveTo>
                <a:lnTo>
                  <a:pt x="105414" y="40224"/>
                </a:lnTo>
                <a:cubicBezTo>
                  <a:pt x="105464" y="40249"/>
                  <a:pt x="105489" y="40249"/>
                  <a:pt x="105514" y="40299"/>
                </a:cubicBezTo>
                <a:cubicBezTo>
                  <a:pt x="105538" y="40324"/>
                  <a:pt x="105588" y="40324"/>
                  <a:pt x="105613" y="40349"/>
                </a:cubicBezTo>
                <a:cubicBezTo>
                  <a:pt x="105638" y="40373"/>
                  <a:pt x="105663" y="40423"/>
                  <a:pt x="105663" y="40448"/>
                </a:cubicBezTo>
                <a:lnTo>
                  <a:pt x="105696" y="40481"/>
                </a:lnTo>
                <a:lnTo>
                  <a:pt x="105696" y="40481"/>
                </a:lnTo>
                <a:cubicBezTo>
                  <a:pt x="105686" y="40476"/>
                  <a:pt x="105675" y="40473"/>
                  <a:pt x="105663" y="40473"/>
                </a:cubicBezTo>
                <a:cubicBezTo>
                  <a:pt x="105638" y="40448"/>
                  <a:pt x="105613" y="40423"/>
                  <a:pt x="105538" y="40398"/>
                </a:cubicBezTo>
                <a:cubicBezTo>
                  <a:pt x="105538" y="40324"/>
                  <a:pt x="105489" y="40299"/>
                  <a:pt x="105414" y="40224"/>
                </a:cubicBezTo>
                <a:close/>
                <a:moveTo>
                  <a:pt x="74250" y="40523"/>
                </a:moveTo>
                <a:cubicBezTo>
                  <a:pt x="74275" y="40523"/>
                  <a:pt x="74300" y="40548"/>
                  <a:pt x="74300" y="40548"/>
                </a:cubicBezTo>
                <a:cubicBezTo>
                  <a:pt x="74275" y="40548"/>
                  <a:pt x="74275" y="40548"/>
                  <a:pt x="74250" y="40523"/>
                </a:cubicBezTo>
                <a:close/>
                <a:moveTo>
                  <a:pt x="79104" y="39079"/>
                </a:moveTo>
                <a:cubicBezTo>
                  <a:pt x="79104" y="39079"/>
                  <a:pt x="79104" y="39104"/>
                  <a:pt x="79054" y="39104"/>
                </a:cubicBezTo>
                <a:cubicBezTo>
                  <a:pt x="78283" y="39452"/>
                  <a:pt x="77486" y="39801"/>
                  <a:pt x="76665" y="40174"/>
                </a:cubicBezTo>
                <a:cubicBezTo>
                  <a:pt x="76391" y="40299"/>
                  <a:pt x="76092" y="40448"/>
                  <a:pt x="75769" y="40597"/>
                </a:cubicBezTo>
                <a:lnTo>
                  <a:pt x="75769" y="40573"/>
                </a:lnTo>
                <a:cubicBezTo>
                  <a:pt x="75769" y="40573"/>
                  <a:pt x="75769" y="40548"/>
                  <a:pt x="75744" y="40548"/>
                </a:cubicBezTo>
                <a:cubicBezTo>
                  <a:pt x="76889" y="40025"/>
                  <a:pt x="78009" y="39527"/>
                  <a:pt x="79104" y="39079"/>
                </a:cubicBezTo>
                <a:close/>
                <a:moveTo>
                  <a:pt x="74524" y="40349"/>
                </a:moveTo>
                <a:cubicBezTo>
                  <a:pt x="74549" y="40349"/>
                  <a:pt x="74549" y="40398"/>
                  <a:pt x="74549" y="40398"/>
                </a:cubicBezTo>
                <a:cubicBezTo>
                  <a:pt x="74674" y="40448"/>
                  <a:pt x="74798" y="40523"/>
                  <a:pt x="74922" y="40597"/>
                </a:cubicBezTo>
                <a:lnTo>
                  <a:pt x="74922" y="40622"/>
                </a:lnTo>
                <a:cubicBezTo>
                  <a:pt x="74922" y="40622"/>
                  <a:pt x="74922" y="40672"/>
                  <a:pt x="74972" y="40672"/>
                </a:cubicBezTo>
                <a:cubicBezTo>
                  <a:pt x="74922" y="40672"/>
                  <a:pt x="74898" y="40622"/>
                  <a:pt x="74873" y="40622"/>
                </a:cubicBezTo>
                <a:cubicBezTo>
                  <a:pt x="74848" y="40622"/>
                  <a:pt x="74848" y="40597"/>
                  <a:pt x="74798" y="40597"/>
                </a:cubicBezTo>
                <a:cubicBezTo>
                  <a:pt x="74723" y="40548"/>
                  <a:pt x="74624" y="40498"/>
                  <a:pt x="74524" y="40448"/>
                </a:cubicBezTo>
                <a:cubicBezTo>
                  <a:pt x="74499" y="40448"/>
                  <a:pt x="74499" y="40423"/>
                  <a:pt x="74474" y="40423"/>
                </a:cubicBezTo>
                <a:lnTo>
                  <a:pt x="74524" y="40349"/>
                </a:lnTo>
                <a:close/>
                <a:moveTo>
                  <a:pt x="63697" y="37984"/>
                </a:moveTo>
                <a:cubicBezTo>
                  <a:pt x="64219" y="38731"/>
                  <a:pt x="64817" y="39452"/>
                  <a:pt x="65414" y="40075"/>
                </a:cubicBezTo>
                <a:cubicBezTo>
                  <a:pt x="65339" y="40100"/>
                  <a:pt x="65290" y="40100"/>
                  <a:pt x="65215" y="40125"/>
                </a:cubicBezTo>
                <a:cubicBezTo>
                  <a:pt x="65090" y="40174"/>
                  <a:pt x="64966" y="40224"/>
                  <a:pt x="64842" y="40249"/>
                </a:cubicBezTo>
                <a:cubicBezTo>
                  <a:pt x="64792" y="40299"/>
                  <a:pt x="64717" y="40299"/>
                  <a:pt x="64667" y="40324"/>
                </a:cubicBezTo>
                <a:lnTo>
                  <a:pt x="64617" y="40324"/>
                </a:lnTo>
                <a:cubicBezTo>
                  <a:pt x="64543" y="40349"/>
                  <a:pt x="64418" y="40373"/>
                  <a:pt x="64319" y="40423"/>
                </a:cubicBezTo>
                <a:cubicBezTo>
                  <a:pt x="64219" y="40448"/>
                  <a:pt x="64095" y="40473"/>
                  <a:pt x="63995" y="40548"/>
                </a:cubicBezTo>
                <a:cubicBezTo>
                  <a:pt x="63921" y="40573"/>
                  <a:pt x="63846" y="40597"/>
                  <a:pt x="63746" y="40647"/>
                </a:cubicBezTo>
                <a:cubicBezTo>
                  <a:pt x="63697" y="40672"/>
                  <a:pt x="63622" y="40672"/>
                  <a:pt x="63572" y="40697"/>
                </a:cubicBezTo>
                <a:cubicBezTo>
                  <a:pt x="63248" y="40075"/>
                  <a:pt x="62925" y="39428"/>
                  <a:pt x="62576" y="38780"/>
                </a:cubicBezTo>
                <a:cubicBezTo>
                  <a:pt x="62950" y="38482"/>
                  <a:pt x="63323" y="38233"/>
                  <a:pt x="63697" y="37984"/>
                </a:cubicBezTo>
                <a:close/>
                <a:moveTo>
                  <a:pt x="73603" y="40697"/>
                </a:moveTo>
                <a:cubicBezTo>
                  <a:pt x="73603" y="40718"/>
                  <a:pt x="73603" y="40721"/>
                  <a:pt x="73573" y="40737"/>
                </a:cubicBezTo>
                <a:lnTo>
                  <a:pt x="73573" y="40737"/>
                </a:lnTo>
                <a:cubicBezTo>
                  <a:pt x="73582" y="40722"/>
                  <a:pt x="73592" y="40708"/>
                  <a:pt x="73603" y="40697"/>
                </a:cubicBezTo>
                <a:close/>
                <a:moveTo>
                  <a:pt x="62402" y="38930"/>
                </a:moveTo>
                <a:cubicBezTo>
                  <a:pt x="62726" y="39552"/>
                  <a:pt x="63074" y="40174"/>
                  <a:pt x="63348" y="40797"/>
                </a:cubicBezTo>
                <a:cubicBezTo>
                  <a:pt x="63323" y="40797"/>
                  <a:pt x="63323" y="40797"/>
                  <a:pt x="63298" y="40821"/>
                </a:cubicBezTo>
                <a:cubicBezTo>
                  <a:pt x="62975" y="40199"/>
                  <a:pt x="62676" y="39577"/>
                  <a:pt x="62328" y="38955"/>
                </a:cubicBezTo>
                <a:cubicBezTo>
                  <a:pt x="62352" y="38955"/>
                  <a:pt x="62352" y="38930"/>
                  <a:pt x="62402" y="38930"/>
                </a:cubicBezTo>
                <a:close/>
                <a:moveTo>
                  <a:pt x="75296" y="40797"/>
                </a:moveTo>
                <a:cubicBezTo>
                  <a:pt x="75296" y="40797"/>
                  <a:pt x="75346" y="40797"/>
                  <a:pt x="75346" y="40821"/>
                </a:cubicBezTo>
                <a:lnTo>
                  <a:pt x="75346" y="40846"/>
                </a:lnTo>
                <a:lnTo>
                  <a:pt x="75296" y="40846"/>
                </a:lnTo>
                <a:lnTo>
                  <a:pt x="75296" y="40821"/>
                </a:lnTo>
                <a:lnTo>
                  <a:pt x="75271" y="40797"/>
                </a:lnTo>
                <a:close/>
                <a:moveTo>
                  <a:pt x="74474" y="40672"/>
                </a:moveTo>
                <a:cubicBezTo>
                  <a:pt x="74549" y="40722"/>
                  <a:pt x="74624" y="40797"/>
                  <a:pt x="74723" y="40846"/>
                </a:cubicBezTo>
                <a:cubicBezTo>
                  <a:pt x="74674" y="40846"/>
                  <a:pt x="74674" y="40871"/>
                  <a:pt x="74649" y="40871"/>
                </a:cubicBezTo>
                <a:cubicBezTo>
                  <a:pt x="74599" y="40821"/>
                  <a:pt x="74524" y="40797"/>
                  <a:pt x="74474" y="40722"/>
                </a:cubicBezTo>
                <a:lnTo>
                  <a:pt x="74474" y="40672"/>
                </a:lnTo>
                <a:close/>
                <a:moveTo>
                  <a:pt x="65581" y="40284"/>
                </a:moveTo>
                <a:lnTo>
                  <a:pt x="65581" y="40284"/>
                </a:lnTo>
                <a:cubicBezTo>
                  <a:pt x="65583" y="40288"/>
                  <a:pt x="65585" y="40293"/>
                  <a:pt x="65588" y="40299"/>
                </a:cubicBezTo>
                <a:cubicBezTo>
                  <a:pt x="65538" y="40299"/>
                  <a:pt x="65514" y="40324"/>
                  <a:pt x="65439" y="40324"/>
                </a:cubicBezTo>
                <a:cubicBezTo>
                  <a:pt x="65389" y="40349"/>
                  <a:pt x="65314" y="40349"/>
                  <a:pt x="65240" y="40398"/>
                </a:cubicBezTo>
                <a:cubicBezTo>
                  <a:pt x="65215" y="40398"/>
                  <a:pt x="65190" y="40423"/>
                  <a:pt x="65165" y="40423"/>
                </a:cubicBezTo>
                <a:cubicBezTo>
                  <a:pt x="64966" y="40473"/>
                  <a:pt x="64792" y="40548"/>
                  <a:pt x="64617" y="40597"/>
                </a:cubicBezTo>
                <a:cubicBezTo>
                  <a:pt x="64543" y="40622"/>
                  <a:pt x="64443" y="40672"/>
                  <a:pt x="64369" y="40697"/>
                </a:cubicBezTo>
                <a:cubicBezTo>
                  <a:pt x="64194" y="40747"/>
                  <a:pt x="63970" y="40846"/>
                  <a:pt x="63746" y="40921"/>
                </a:cubicBezTo>
                <a:cubicBezTo>
                  <a:pt x="63721" y="40921"/>
                  <a:pt x="63697" y="40946"/>
                  <a:pt x="63672" y="40946"/>
                </a:cubicBezTo>
                <a:lnTo>
                  <a:pt x="63672" y="40921"/>
                </a:lnTo>
                <a:lnTo>
                  <a:pt x="63672" y="40871"/>
                </a:lnTo>
                <a:cubicBezTo>
                  <a:pt x="63921" y="40797"/>
                  <a:pt x="64120" y="40697"/>
                  <a:pt x="64369" y="40622"/>
                </a:cubicBezTo>
                <a:cubicBezTo>
                  <a:pt x="64443" y="40597"/>
                  <a:pt x="64493" y="40597"/>
                  <a:pt x="64568" y="40573"/>
                </a:cubicBezTo>
                <a:cubicBezTo>
                  <a:pt x="64692" y="40523"/>
                  <a:pt x="64842" y="40473"/>
                  <a:pt x="64966" y="40448"/>
                </a:cubicBezTo>
                <a:cubicBezTo>
                  <a:pt x="65066" y="40423"/>
                  <a:pt x="65165" y="40398"/>
                  <a:pt x="65290" y="40349"/>
                </a:cubicBezTo>
                <a:cubicBezTo>
                  <a:pt x="65389" y="40324"/>
                  <a:pt x="65439" y="40324"/>
                  <a:pt x="65538" y="40299"/>
                </a:cubicBezTo>
                <a:cubicBezTo>
                  <a:pt x="65555" y="40299"/>
                  <a:pt x="65572" y="40299"/>
                  <a:pt x="65581" y="40284"/>
                </a:cubicBezTo>
                <a:close/>
                <a:moveTo>
                  <a:pt x="63448" y="40946"/>
                </a:moveTo>
                <a:cubicBezTo>
                  <a:pt x="63448" y="40946"/>
                  <a:pt x="63448" y="40971"/>
                  <a:pt x="63473" y="40971"/>
                </a:cubicBezTo>
                <a:lnTo>
                  <a:pt x="63473" y="41021"/>
                </a:lnTo>
                <a:lnTo>
                  <a:pt x="63423" y="41021"/>
                </a:lnTo>
                <a:lnTo>
                  <a:pt x="63423" y="40971"/>
                </a:lnTo>
                <a:cubicBezTo>
                  <a:pt x="63406" y="40987"/>
                  <a:pt x="63395" y="40993"/>
                  <a:pt x="63388" y="40993"/>
                </a:cubicBezTo>
                <a:cubicBezTo>
                  <a:pt x="63373" y="40993"/>
                  <a:pt x="63373" y="40971"/>
                  <a:pt x="63373" y="40971"/>
                </a:cubicBezTo>
                <a:cubicBezTo>
                  <a:pt x="63423" y="40971"/>
                  <a:pt x="63423" y="40946"/>
                  <a:pt x="63448" y="40946"/>
                </a:cubicBezTo>
                <a:close/>
                <a:moveTo>
                  <a:pt x="74823" y="40971"/>
                </a:moveTo>
                <a:lnTo>
                  <a:pt x="74898" y="41046"/>
                </a:lnTo>
                <a:cubicBezTo>
                  <a:pt x="74873" y="41046"/>
                  <a:pt x="74873" y="41070"/>
                  <a:pt x="74848" y="41070"/>
                </a:cubicBezTo>
                <a:lnTo>
                  <a:pt x="74798" y="41046"/>
                </a:lnTo>
                <a:lnTo>
                  <a:pt x="74773" y="41021"/>
                </a:lnTo>
                <a:cubicBezTo>
                  <a:pt x="74798" y="41021"/>
                  <a:pt x="74798" y="40971"/>
                  <a:pt x="74823" y="40971"/>
                </a:cubicBezTo>
                <a:close/>
                <a:moveTo>
                  <a:pt x="74250" y="40722"/>
                </a:moveTo>
                <a:cubicBezTo>
                  <a:pt x="74250" y="40772"/>
                  <a:pt x="74275" y="40797"/>
                  <a:pt x="74300" y="40797"/>
                </a:cubicBezTo>
                <a:cubicBezTo>
                  <a:pt x="74300" y="40896"/>
                  <a:pt x="74275" y="40971"/>
                  <a:pt x="74275" y="41070"/>
                </a:cubicBezTo>
                <a:cubicBezTo>
                  <a:pt x="74250" y="41070"/>
                  <a:pt x="74250" y="41095"/>
                  <a:pt x="74225" y="41095"/>
                </a:cubicBezTo>
                <a:cubicBezTo>
                  <a:pt x="74225" y="40971"/>
                  <a:pt x="74250" y="40846"/>
                  <a:pt x="74250" y="40722"/>
                </a:cubicBezTo>
                <a:close/>
                <a:moveTo>
                  <a:pt x="74649" y="41095"/>
                </a:moveTo>
                <a:lnTo>
                  <a:pt x="74674" y="41145"/>
                </a:lnTo>
                <a:cubicBezTo>
                  <a:pt x="74599" y="41170"/>
                  <a:pt x="74524" y="41220"/>
                  <a:pt x="74425" y="41270"/>
                </a:cubicBezTo>
                <a:lnTo>
                  <a:pt x="74425" y="41220"/>
                </a:lnTo>
                <a:lnTo>
                  <a:pt x="74425" y="41195"/>
                </a:lnTo>
                <a:cubicBezTo>
                  <a:pt x="74499" y="41195"/>
                  <a:pt x="74549" y="41170"/>
                  <a:pt x="74649" y="41095"/>
                </a:cubicBezTo>
                <a:close/>
                <a:moveTo>
                  <a:pt x="74051" y="40672"/>
                </a:moveTo>
                <a:cubicBezTo>
                  <a:pt x="74026" y="40846"/>
                  <a:pt x="74026" y="41046"/>
                  <a:pt x="74001" y="41220"/>
                </a:cubicBezTo>
                <a:lnTo>
                  <a:pt x="73802" y="41319"/>
                </a:lnTo>
                <a:cubicBezTo>
                  <a:pt x="73902" y="41095"/>
                  <a:pt x="74001" y="40896"/>
                  <a:pt x="74051" y="40672"/>
                </a:cubicBezTo>
                <a:close/>
                <a:moveTo>
                  <a:pt x="74250" y="41319"/>
                </a:moveTo>
                <a:lnTo>
                  <a:pt x="74250" y="41344"/>
                </a:lnTo>
                <a:lnTo>
                  <a:pt x="74250" y="41369"/>
                </a:lnTo>
                <a:cubicBezTo>
                  <a:pt x="74225" y="41369"/>
                  <a:pt x="74225" y="41419"/>
                  <a:pt x="74176" y="41419"/>
                </a:cubicBezTo>
                <a:lnTo>
                  <a:pt x="74176" y="41369"/>
                </a:lnTo>
                <a:lnTo>
                  <a:pt x="74176" y="41344"/>
                </a:lnTo>
                <a:cubicBezTo>
                  <a:pt x="74176" y="41344"/>
                  <a:pt x="74225" y="41344"/>
                  <a:pt x="74250" y="41319"/>
                </a:cubicBezTo>
                <a:close/>
                <a:moveTo>
                  <a:pt x="75520" y="41220"/>
                </a:moveTo>
                <a:lnTo>
                  <a:pt x="75545" y="41270"/>
                </a:lnTo>
                <a:lnTo>
                  <a:pt x="75594" y="41294"/>
                </a:lnTo>
                <a:cubicBezTo>
                  <a:pt x="75619" y="41319"/>
                  <a:pt x="75619" y="41344"/>
                  <a:pt x="75669" y="41419"/>
                </a:cubicBezTo>
                <a:cubicBezTo>
                  <a:pt x="75644" y="41419"/>
                  <a:pt x="75644" y="41394"/>
                  <a:pt x="75619" y="41394"/>
                </a:cubicBezTo>
                <a:lnTo>
                  <a:pt x="75570" y="41344"/>
                </a:lnTo>
                <a:cubicBezTo>
                  <a:pt x="75545" y="41319"/>
                  <a:pt x="75520" y="41270"/>
                  <a:pt x="75520" y="41220"/>
                </a:cubicBezTo>
                <a:close/>
                <a:moveTo>
                  <a:pt x="73902" y="40573"/>
                </a:moveTo>
                <a:lnTo>
                  <a:pt x="73902" y="40573"/>
                </a:lnTo>
                <a:cubicBezTo>
                  <a:pt x="73777" y="40871"/>
                  <a:pt x="73653" y="41170"/>
                  <a:pt x="73529" y="41469"/>
                </a:cubicBezTo>
                <a:lnTo>
                  <a:pt x="73504" y="41494"/>
                </a:lnTo>
                <a:cubicBezTo>
                  <a:pt x="73628" y="41170"/>
                  <a:pt x="73753" y="40871"/>
                  <a:pt x="73902" y="40573"/>
                </a:cubicBezTo>
                <a:close/>
                <a:moveTo>
                  <a:pt x="75047" y="41170"/>
                </a:moveTo>
                <a:cubicBezTo>
                  <a:pt x="75146" y="41270"/>
                  <a:pt x="75271" y="41344"/>
                  <a:pt x="75370" y="41419"/>
                </a:cubicBezTo>
                <a:cubicBezTo>
                  <a:pt x="75395" y="41444"/>
                  <a:pt x="75395" y="41518"/>
                  <a:pt x="75420" y="41543"/>
                </a:cubicBezTo>
                <a:cubicBezTo>
                  <a:pt x="75271" y="41419"/>
                  <a:pt x="75122" y="41319"/>
                  <a:pt x="74997" y="41195"/>
                </a:cubicBezTo>
                <a:cubicBezTo>
                  <a:pt x="75022" y="41195"/>
                  <a:pt x="75047" y="41195"/>
                  <a:pt x="75047" y="41170"/>
                </a:cubicBezTo>
                <a:close/>
                <a:moveTo>
                  <a:pt x="73499" y="40921"/>
                </a:moveTo>
                <a:cubicBezTo>
                  <a:pt x="73475" y="41011"/>
                  <a:pt x="73448" y="41107"/>
                  <a:pt x="73404" y="41195"/>
                </a:cubicBezTo>
                <a:cubicBezTo>
                  <a:pt x="73354" y="41319"/>
                  <a:pt x="73280" y="41469"/>
                  <a:pt x="73230" y="41593"/>
                </a:cubicBezTo>
                <a:cubicBezTo>
                  <a:pt x="73230" y="41638"/>
                  <a:pt x="73230" y="41642"/>
                  <a:pt x="73192" y="41662"/>
                </a:cubicBezTo>
                <a:lnTo>
                  <a:pt x="73192" y="41662"/>
                </a:lnTo>
                <a:cubicBezTo>
                  <a:pt x="73284" y="41423"/>
                  <a:pt x="73335" y="41185"/>
                  <a:pt x="73454" y="40946"/>
                </a:cubicBezTo>
                <a:cubicBezTo>
                  <a:pt x="73454" y="40946"/>
                  <a:pt x="73454" y="40923"/>
                  <a:pt x="73499" y="40921"/>
                </a:cubicBezTo>
                <a:close/>
                <a:moveTo>
                  <a:pt x="73977" y="41469"/>
                </a:moveTo>
                <a:lnTo>
                  <a:pt x="73977" y="41518"/>
                </a:lnTo>
                <a:lnTo>
                  <a:pt x="73977" y="41543"/>
                </a:lnTo>
                <a:cubicBezTo>
                  <a:pt x="73852" y="41593"/>
                  <a:pt x="73753" y="41668"/>
                  <a:pt x="73628" y="41693"/>
                </a:cubicBezTo>
                <a:cubicBezTo>
                  <a:pt x="73628" y="41693"/>
                  <a:pt x="73628" y="41668"/>
                  <a:pt x="73653" y="41668"/>
                </a:cubicBezTo>
                <a:lnTo>
                  <a:pt x="73653" y="41643"/>
                </a:lnTo>
                <a:cubicBezTo>
                  <a:pt x="73753" y="41568"/>
                  <a:pt x="73852" y="41543"/>
                  <a:pt x="73977" y="41469"/>
                </a:cubicBezTo>
                <a:close/>
                <a:moveTo>
                  <a:pt x="75993" y="41643"/>
                </a:moveTo>
                <a:lnTo>
                  <a:pt x="75993" y="41643"/>
                </a:lnTo>
                <a:cubicBezTo>
                  <a:pt x="76043" y="41668"/>
                  <a:pt x="76092" y="41693"/>
                  <a:pt x="76142" y="41767"/>
                </a:cubicBezTo>
                <a:lnTo>
                  <a:pt x="76267" y="41892"/>
                </a:lnTo>
                <a:cubicBezTo>
                  <a:pt x="76192" y="41817"/>
                  <a:pt x="76142" y="41792"/>
                  <a:pt x="76043" y="41718"/>
                </a:cubicBezTo>
                <a:cubicBezTo>
                  <a:pt x="76018" y="41693"/>
                  <a:pt x="76018" y="41668"/>
                  <a:pt x="75993" y="41643"/>
                </a:cubicBezTo>
                <a:close/>
                <a:moveTo>
                  <a:pt x="75819" y="41792"/>
                </a:moveTo>
                <a:cubicBezTo>
                  <a:pt x="75868" y="41792"/>
                  <a:pt x="75868" y="41817"/>
                  <a:pt x="75893" y="41817"/>
                </a:cubicBezTo>
                <a:cubicBezTo>
                  <a:pt x="75918" y="41842"/>
                  <a:pt x="75918" y="41867"/>
                  <a:pt x="75943" y="41917"/>
                </a:cubicBezTo>
                <a:lnTo>
                  <a:pt x="75893" y="41842"/>
                </a:lnTo>
                <a:lnTo>
                  <a:pt x="75868" y="41817"/>
                </a:lnTo>
                <a:cubicBezTo>
                  <a:pt x="75819" y="41817"/>
                  <a:pt x="75819" y="41792"/>
                  <a:pt x="75819" y="41792"/>
                </a:cubicBezTo>
                <a:close/>
                <a:moveTo>
                  <a:pt x="76540" y="41817"/>
                </a:moveTo>
                <a:cubicBezTo>
                  <a:pt x="76590" y="41842"/>
                  <a:pt x="76640" y="41917"/>
                  <a:pt x="76665" y="41966"/>
                </a:cubicBezTo>
                <a:cubicBezTo>
                  <a:pt x="76665" y="41966"/>
                  <a:pt x="76665" y="42016"/>
                  <a:pt x="76715" y="42016"/>
                </a:cubicBezTo>
                <a:cubicBezTo>
                  <a:pt x="76739" y="42066"/>
                  <a:pt x="76789" y="42091"/>
                  <a:pt x="76839" y="42166"/>
                </a:cubicBezTo>
                <a:cubicBezTo>
                  <a:pt x="76764" y="42091"/>
                  <a:pt x="76715" y="42041"/>
                  <a:pt x="76640" y="42016"/>
                </a:cubicBezTo>
                <a:cubicBezTo>
                  <a:pt x="76615" y="41942"/>
                  <a:pt x="76590" y="41917"/>
                  <a:pt x="76515" y="41842"/>
                </a:cubicBezTo>
                <a:lnTo>
                  <a:pt x="76540" y="41817"/>
                </a:lnTo>
                <a:close/>
                <a:moveTo>
                  <a:pt x="78955" y="39353"/>
                </a:moveTo>
                <a:lnTo>
                  <a:pt x="78955" y="39353"/>
                </a:lnTo>
                <a:cubicBezTo>
                  <a:pt x="78482" y="40349"/>
                  <a:pt x="77984" y="41344"/>
                  <a:pt x="77461" y="42340"/>
                </a:cubicBezTo>
                <a:cubicBezTo>
                  <a:pt x="77387" y="42315"/>
                  <a:pt x="77362" y="42265"/>
                  <a:pt x="77287" y="42215"/>
                </a:cubicBezTo>
                <a:cubicBezTo>
                  <a:pt x="77138" y="42066"/>
                  <a:pt x="76963" y="41917"/>
                  <a:pt x="76764" y="41718"/>
                </a:cubicBezTo>
                <a:lnTo>
                  <a:pt x="76665" y="41643"/>
                </a:lnTo>
                <a:lnTo>
                  <a:pt x="76665" y="41444"/>
                </a:lnTo>
                <a:lnTo>
                  <a:pt x="76590" y="41543"/>
                </a:lnTo>
                <a:cubicBezTo>
                  <a:pt x="76491" y="41419"/>
                  <a:pt x="76391" y="41319"/>
                  <a:pt x="76291" y="41195"/>
                </a:cubicBezTo>
                <a:lnTo>
                  <a:pt x="76242" y="41145"/>
                </a:lnTo>
                <a:cubicBezTo>
                  <a:pt x="76117" y="41021"/>
                  <a:pt x="76018" y="40871"/>
                  <a:pt x="75893" y="40772"/>
                </a:cubicBezTo>
                <a:cubicBezTo>
                  <a:pt x="76391" y="40523"/>
                  <a:pt x="76864" y="40299"/>
                  <a:pt x="77362" y="40075"/>
                </a:cubicBezTo>
                <a:lnTo>
                  <a:pt x="77536" y="39975"/>
                </a:lnTo>
                <a:cubicBezTo>
                  <a:pt x="78009" y="39776"/>
                  <a:pt x="78482" y="39577"/>
                  <a:pt x="78955" y="39353"/>
                </a:cubicBezTo>
                <a:close/>
                <a:moveTo>
                  <a:pt x="90554" y="36217"/>
                </a:moveTo>
                <a:cubicBezTo>
                  <a:pt x="89733" y="38233"/>
                  <a:pt x="88787" y="40349"/>
                  <a:pt x="87716" y="42464"/>
                </a:cubicBezTo>
                <a:lnTo>
                  <a:pt x="87667" y="42464"/>
                </a:lnTo>
                <a:cubicBezTo>
                  <a:pt x="88737" y="40349"/>
                  <a:pt x="89683" y="38283"/>
                  <a:pt x="90479" y="36217"/>
                </a:cubicBezTo>
                <a:close/>
                <a:moveTo>
                  <a:pt x="76288" y="42150"/>
                </a:moveTo>
                <a:lnTo>
                  <a:pt x="76288" y="42150"/>
                </a:lnTo>
                <a:cubicBezTo>
                  <a:pt x="76455" y="42224"/>
                  <a:pt x="76620" y="42319"/>
                  <a:pt x="76739" y="42415"/>
                </a:cubicBezTo>
                <a:cubicBezTo>
                  <a:pt x="76764" y="42439"/>
                  <a:pt x="76789" y="42464"/>
                  <a:pt x="76839" y="42539"/>
                </a:cubicBezTo>
                <a:lnTo>
                  <a:pt x="76366" y="42265"/>
                </a:lnTo>
                <a:cubicBezTo>
                  <a:pt x="76366" y="42215"/>
                  <a:pt x="76341" y="42215"/>
                  <a:pt x="76341" y="42190"/>
                </a:cubicBezTo>
                <a:cubicBezTo>
                  <a:pt x="76310" y="42175"/>
                  <a:pt x="76299" y="42160"/>
                  <a:pt x="76288" y="42150"/>
                </a:cubicBezTo>
                <a:close/>
                <a:moveTo>
                  <a:pt x="79303" y="39228"/>
                </a:moveTo>
                <a:lnTo>
                  <a:pt x="79303" y="39228"/>
                </a:lnTo>
                <a:cubicBezTo>
                  <a:pt x="78781" y="40324"/>
                  <a:pt x="78233" y="41419"/>
                  <a:pt x="77660" y="42539"/>
                </a:cubicBezTo>
                <a:lnTo>
                  <a:pt x="77636" y="42514"/>
                </a:lnTo>
                <a:cubicBezTo>
                  <a:pt x="78233" y="41419"/>
                  <a:pt x="78756" y="40324"/>
                  <a:pt x="79253" y="39278"/>
                </a:cubicBezTo>
                <a:cubicBezTo>
                  <a:pt x="79278" y="39278"/>
                  <a:pt x="79278" y="39278"/>
                  <a:pt x="79303" y="39228"/>
                </a:cubicBezTo>
                <a:close/>
                <a:moveTo>
                  <a:pt x="87617" y="42663"/>
                </a:moveTo>
                <a:cubicBezTo>
                  <a:pt x="87592" y="42663"/>
                  <a:pt x="87592" y="42688"/>
                  <a:pt x="87592" y="42713"/>
                </a:cubicBezTo>
                <a:lnTo>
                  <a:pt x="87542" y="42713"/>
                </a:lnTo>
                <a:cubicBezTo>
                  <a:pt x="87542" y="42688"/>
                  <a:pt x="87567" y="42688"/>
                  <a:pt x="87567" y="42663"/>
                </a:cubicBezTo>
                <a:close/>
                <a:moveTo>
                  <a:pt x="72782" y="42166"/>
                </a:moveTo>
                <a:cubicBezTo>
                  <a:pt x="72782" y="42190"/>
                  <a:pt x="72782" y="42191"/>
                  <a:pt x="72757" y="42215"/>
                </a:cubicBezTo>
                <a:lnTo>
                  <a:pt x="72757" y="42265"/>
                </a:lnTo>
                <a:cubicBezTo>
                  <a:pt x="72404" y="42417"/>
                  <a:pt x="72057" y="42594"/>
                  <a:pt x="71710" y="42790"/>
                </a:cubicBezTo>
                <a:lnTo>
                  <a:pt x="71710" y="42790"/>
                </a:lnTo>
                <a:cubicBezTo>
                  <a:pt x="72019" y="42611"/>
                  <a:pt x="72326" y="42436"/>
                  <a:pt x="72632" y="42265"/>
                </a:cubicBezTo>
                <a:cubicBezTo>
                  <a:pt x="72657" y="42215"/>
                  <a:pt x="72707" y="42190"/>
                  <a:pt x="72757" y="42190"/>
                </a:cubicBezTo>
                <a:cubicBezTo>
                  <a:pt x="72757" y="42190"/>
                  <a:pt x="72782" y="42190"/>
                  <a:pt x="72782" y="42166"/>
                </a:cubicBezTo>
                <a:close/>
                <a:moveTo>
                  <a:pt x="76615" y="42589"/>
                </a:moveTo>
                <a:lnTo>
                  <a:pt x="76615" y="42589"/>
                </a:lnTo>
                <a:cubicBezTo>
                  <a:pt x="76764" y="42713"/>
                  <a:pt x="76914" y="42813"/>
                  <a:pt x="77063" y="42912"/>
                </a:cubicBezTo>
                <a:cubicBezTo>
                  <a:pt x="77113" y="42937"/>
                  <a:pt x="77113" y="42962"/>
                  <a:pt x="77138" y="42962"/>
                </a:cubicBezTo>
                <a:cubicBezTo>
                  <a:pt x="77113" y="43037"/>
                  <a:pt x="77063" y="43087"/>
                  <a:pt x="77013" y="43161"/>
                </a:cubicBezTo>
                <a:cubicBezTo>
                  <a:pt x="76963" y="43087"/>
                  <a:pt x="76914" y="43037"/>
                  <a:pt x="76864" y="42962"/>
                </a:cubicBezTo>
                <a:cubicBezTo>
                  <a:pt x="76764" y="42838"/>
                  <a:pt x="76715" y="42713"/>
                  <a:pt x="76615" y="42589"/>
                </a:cubicBezTo>
                <a:close/>
                <a:moveTo>
                  <a:pt x="90255" y="36242"/>
                </a:moveTo>
                <a:lnTo>
                  <a:pt x="90255" y="36242"/>
                </a:lnTo>
                <a:cubicBezTo>
                  <a:pt x="89459" y="38283"/>
                  <a:pt x="88538" y="40349"/>
                  <a:pt x="87443" y="42464"/>
                </a:cubicBezTo>
                <a:cubicBezTo>
                  <a:pt x="87265" y="42460"/>
                  <a:pt x="87086" y="42458"/>
                  <a:pt x="86906" y="42458"/>
                </a:cubicBezTo>
                <a:cubicBezTo>
                  <a:pt x="85085" y="42458"/>
                  <a:pt x="83109" y="42688"/>
                  <a:pt x="81071" y="43186"/>
                </a:cubicBezTo>
                <a:cubicBezTo>
                  <a:pt x="82738" y="41817"/>
                  <a:pt x="84107" y="39826"/>
                  <a:pt x="85078" y="37237"/>
                </a:cubicBezTo>
                <a:cubicBezTo>
                  <a:pt x="86571" y="36839"/>
                  <a:pt x="87990" y="36540"/>
                  <a:pt x="89384" y="36341"/>
                </a:cubicBezTo>
                <a:cubicBezTo>
                  <a:pt x="89484" y="36341"/>
                  <a:pt x="89583" y="36316"/>
                  <a:pt x="89683" y="36316"/>
                </a:cubicBezTo>
                <a:cubicBezTo>
                  <a:pt x="89857" y="36291"/>
                  <a:pt x="90081" y="36291"/>
                  <a:pt x="90255" y="36242"/>
                </a:cubicBezTo>
                <a:close/>
                <a:moveTo>
                  <a:pt x="93641" y="35993"/>
                </a:moveTo>
                <a:cubicBezTo>
                  <a:pt x="94188" y="35993"/>
                  <a:pt x="94761" y="35993"/>
                  <a:pt x="95283" y="36067"/>
                </a:cubicBezTo>
                <a:lnTo>
                  <a:pt x="95308" y="36067"/>
                </a:lnTo>
                <a:cubicBezTo>
                  <a:pt x="96702" y="36441"/>
                  <a:pt x="98121" y="36914"/>
                  <a:pt x="99490" y="37461"/>
                </a:cubicBezTo>
                <a:cubicBezTo>
                  <a:pt x="97250" y="40050"/>
                  <a:pt x="94562" y="41991"/>
                  <a:pt x="91724" y="43211"/>
                </a:cubicBezTo>
                <a:cubicBezTo>
                  <a:pt x="90554" y="42813"/>
                  <a:pt x="89285" y="42564"/>
                  <a:pt x="87916" y="42464"/>
                </a:cubicBezTo>
                <a:cubicBezTo>
                  <a:pt x="88986" y="40349"/>
                  <a:pt x="89932" y="38233"/>
                  <a:pt x="90728" y="36142"/>
                </a:cubicBezTo>
                <a:cubicBezTo>
                  <a:pt x="90927" y="36117"/>
                  <a:pt x="91102" y="36092"/>
                  <a:pt x="91301" y="36092"/>
                </a:cubicBezTo>
                <a:cubicBezTo>
                  <a:pt x="91450" y="36092"/>
                  <a:pt x="91599" y="36067"/>
                  <a:pt x="91774" y="36067"/>
                </a:cubicBezTo>
                <a:cubicBezTo>
                  <a:pt x="92396" y="36042"/>
                  <a:pt x="92968" y="35993"/>
                  <a:pt x="93591" y="35993"/>
                </a:cubicBezTo>
                <a:close/>
                <a:moveTo>
                  <a:pt x="84829" y="37287"/>
                </a:moveTo>
                <a:cubicBezTo>
                  <a:pt x="83833" y="39925"/>
                  <a:pt x="82390" y="41966"/>
                  <a:pt x="80598" y="43286"/>
                </a:cubicBezTo>
                <a:cubicBezTo>
                  <a:pt x="80523" y="43286"/>
                  <a:pt x="80473" y="43311"/>
                  <a:pt x="80398" y="43311"/>
                </a:cubicBezTo>
                <a:cubicBezTo>
                  <a:pt x="82240" y="42016"/>
                  <a:pt x="83709" y="39975"/>
                  <a:pt x="84730" y="37312"/>
                </a:cubicBezTo>
                <a:cubicBezTo>
                  <a:pt x="84754" y="37312"/>
                  <a:pt x="84779" y="37287"/>
                  <a:pt x="84829" y="37287"/>
                </a:cubicBezTo>
                <a:close/>
                <a:moveTo>
                  <a:pt x="99664" y="37536"/>
                </a:moveTo>
                <a:cubicBezTo>
                  <a:pt x="99689" y="37561"/>
                  <a:pt x="99739" y="37561"/>
                  <a:pt x="99764" y="37561"/>
                </a:cubicBezTo>
                <a:cubicBezTo>
                  <a:pt x="97548" y="40149"/>
                  <a:pt x="94910" y="42091"/>
                  <a:pt x="92072" y="43335"/>
                </a:cubicBezTo>
                <a:cubicBezTo>
                  <a:pt x="92048" y="43335"/>
                  <a:pt x="92023" y="43311"/>
                  <a:pt x="91973" y="43311"/>
                </a:cubicBezTo>
                <a:cubicBezTo>
                  <a:pt x="94810" y="42066"/>
                  <a:pt x="97449" y="40100"/>
                  <a:pt x="99664" y="37536"/>
                </a:cubicBezTo>
                <a:close/>
                <a:moveTo>
                  <a:pt x="87816" y="42663"/>
                </a:moveTo>
                <a:cubicBezTo>
                  <a:pt x="89110" y="42763"/>
                  <a:pt x="90330" y="42962"/>
                  <a:pt x="91450" y="43335"/>
                </a:cubicBezTo>
                <a:cubicBezTo>
                  <a:pt x="91425" y="43335"/>
                  <a:pt x="91400" y="43360"/>
                  <a:pt x="91351" y="43360"/>
                </a:cubicBezTo>
                <a:cubicBezTo>
                  <a:pt x="90280" y="43012"/>
                  <a:pt x="89061" y="42788"/>
                  <a:pt x="87791" y="42713"/>
                </a:cubicBezTo>
                <a:cubicBezTo>
                  <a:pt x="87791" y="42688"/>
                  <a:pt x="87816" y="42688"/>
                  <a:pt x="87816" y="42663"/>
                </a:cubicBezTo>
                <a:close/>
                <a:moveTo>
                  <a:pt x="70417" y="39801"/>
                </a:moveTo>
                <a:cubicBezTo>
                  <a:pt x="70815" y="39801"/>
                  <a:pt x="71239" y="39826"/>
                  <a:pt x="71612" y="39851"/>
                </a:cubicBezTo>
                <a:cubicBezTo>
                  <a:pt x="71687" y="39851"/>
                  <a:pt x="71786" y="39901"/>
                  <a:pt x="71886" y="39901"/>
                </a:cubicBezTo>
                <a:cubicBezTo>
                  <a:pt x="71985" y="39901"/>
                  <a:pt x="72035" y="39925"/>
                  <a:pt x="72135" y="39925"/>
                </a:cubicBezTo>
                <a:cubicBezTo>
                  <a:pt x="72384" y="39950"/>
                  <a:pt x="72608" y="39975"/>
                  <a:pt x="72856" y="40050"/>
                </a:cubicBezTo>
                <a:cubicBezTo>
                  <a:pt x="72881" y="40050"/>
                  <a:pt x="72931" y="40050"/>
                  <a:pt x="72981" y="40075"/>
                </a:cubicBezTo>
                <a:cubicBezTo>
                  <a:pt x="73130" y="40100"/>
                  <a:pt x="73255" y="40174"/>
                  <a:pt x="73379" y="40199"/>
                </a:cubicBezTo>
                <a:cubicBezTo>
                  <a:pt x="73404" y="40199"/>
                  <a:pt x="73479" y="40224"/>
                  <a:pt x="73504" y="40224"/>
                </a:cubicBezTo>
                <a:cubicBezTo>
                  <a:pt x="73479" y="40398"/>
                  <a:pt x="73404" y="40523"/>
                  <a:pt x="73379" y="40672"/>
                </a:cubicBezTo>
                <a:cubicBezTo>
                  <a:pt x="73180" y="41070"/>
                  <a:pt x="73031" y="41469"/>
                  <a:pt x="72906" y="41817"/>
                </a:cubicBezTo>
                <a:cubicBezTo>
                  <a:pt x="72782" y="41867"/>
                  <a:pt x="72657" y="41942"/>
                  <a:pt x="72533" y="42041"/>
                </a:cubicBezTo>
                <a:cubicBezTo>
                  <a:pt x="72508" y="42066"/>
                  <a:pt x="72433" y="42066"/>
                  <a:pt x="72408" y="42091"/>
                </a:cubicBezTo>
                <a:lnTo>
                  <a:pt x="71935" y="42365"/>
                </a:lnTo>
                <a:cubicBezTo>
                  <a:pt x="71687" y="42539"/>
                  <a:pt x="71438" y="42663"/>
                  <a:pt x="71189" y="42813"/>
                </a:cubicBezTo>
                <a:cubicBezTo>
                  <a:pt x="70915" y="42962"/>
                  <a:pt x="70666" y="43111"/>
                  <a:pt x="70392" y="43311"/>
                </a:cubicBezTo>
                <a:lnTo>
                  <a:pt x="70193" y="43410"/>
                </a:lnTo>
                <a:cubicBezTo>
                  <a:pt x="68824" y="42663"/>
                  <a:pt x="67505" y="41643"/>
                  <a:pt x="66211" y="40349"/>
                </a:cubicBezTo>
                <a:lnTo>
                  <a:pt x="66584" y="40249"/>
                </a:lnTo>
                <a:lnTo>
                  <a:pt x="66659" y="40249"/>
                </a:lnTo>
                <a:cubicBezTo>
                  <a:pt x="66808" y="40224"/>
                  <a:pt x="66932" y="40199"/>
                  <a:pt x="67082" y="40174"/>
                </a:cubicBezTo>
                <a:cubicBezTo>
                  <a:pt x="67206" y="40125"/>
                  <a:pt x="67380" y="40100"/>
                  <a:pt x="67505" y="40100"/>
                </a:cubicBezTo>
                <a:cubicBezTo>
                  <a:pt x="67580" y="40075"/>
                  <a:pt x="67679" y="40075"/>
                  <a:pt x="67779" y="40050"/>
                </a:cubicBezTo>
                <a:cubicBezTo>
                  <a:pt x="67828" y="40050"/>
                  <a:pt x="67903" y="40000"/>
                  <a:pt x="67953" y="40000"/>
                </a:cubicBezTo>
                <a:cubicBezTo>
                  <a:pt x="68127" y="39975"/>
                  <a:pt x="68252" y="39975"/>
                  <a:pt x="68401" y="39950"/>
                </a:cubicBezTo>
                <a:lnTo>
                  <a:pt x="68501" y="39950"/>
                </a:lnTo>
                <a:cubicBezTo>
                  <a:pt x="68575" y="39950"/>
                  <a:pt x="68700" y="39925"/>
                  <a:pt x="68799" y="39925"/>
                </a:cubicBezTo>
                <a:cubicBezTo>
                  <a:pt x="68899" y="39925"/>
                  <a:pt x="68949" y="39925"/>
                  <a:pt x="69048" y="39901"/>
                </a:cubicBezTo>
                <a:cubicBezTo>
                  <a:pt x="69272" y="39851"/>
                  <a:pt x="69496" y="39851"/>
                  <a:pt x="69695" y="39826"/>
                </a:cubicBezTo>
                <a:cubicBezTo>
                  <a:pt x="69944" y="39826"/>
                  <a:pt x="70193" y="39801"/>
                  <a:pt x="70417" y="39801"/>
                </a:cubicBezTo>
                <a:close/>
                <a:moveTo>
                  <a:pt x="76043" y="42240"/>
                </a:moveTo>
                <a:cubicBezTo>
                  <a:pt x="76117" y="42290"/>
                  <a:pt x="76142" y="42315"/>
                  <a:pt x="76142" y="42315"/>
                </a:cubicBezTo>
                <a:cubicBezTo>
                  <a:pt x="76167" y="42315"/>
                  <a:pt x="76167" y="42340"/>
                  <a:pt x="76192" y="42340"/>
                </a:cubicBezTo>
                <a:cubicBezTo>
                  <a:pt x="76267" y="42415"/>
                  <a:pt x="76291" y="42514"/>
                  <a:pt x="76316" y="42564"/>
                </a:cubicBezTo>
                <a:cubicBezTo>
                  <a:pt x="76366" y="42614"/>
                  <a:pt x="76391" y="42663"/>
                  <a:pt x="76416" y="42713"/>
                </a:cubicBezTo>
                <a:cubicBezTo>
                  <a:pt x="76416" y="42738"/>
                  <a:pt x="76441" y="42738"/>
                  <a:pt x="76441" y="42788"/>
                </a:cubicBezTo>
                <a:cubicBezTo>
                  <a:pt x="76515" y="42887"/>
                  <a:pt x="76615" y="42987"/>
                  <a:pt x="76665" y="43087"/>
                </a:cubicBezTo>
                <a:cubicBezTo>
                  <a:pt x="76739" y="43186"/>
                  <a:pt x="76789" y="43286"/>
                  <a:pt x="76864" y="43335"/>
                </a:cubicBezTo>
                <a:cubicBezTo>
                  <a:pt x="76864" y="43335"/>
                  <a:pt x="76864" y="43360"/>
                  <a:pt x="76814" y="43360"/>
                </a:cubicBezTo>
                <a:lnTo>
                  <a:pt x="76814" y="43410"/>
                </a:lnTo>
                <a:cubicBezTo>
                  <a:pt x="76789" y="43360"/>
                  <a:pt x="76789" y="43335"/>
                  <a:pt x="76764" y="43311"/>
                </a:cubicBezTo>
                <a:cubicBezTo>
                  <a:pt x="76565" y="43037"/>
                  <a:pt x="76366" y="42788"/>
                  <a:pt x="76192" y="42489"/>
                </a:cubicBezTo>
                <a:cubicBezTo>
                  <a:pt x="76142" y="42415"/>
                  <a:pt x="76117" y="42340"/>
                  <a:pt x="76043" y="42240"/>
                </a:cubicBezTo>
                <a:close/>
                <a:moveTo>
                  <a:pt x="77262" y="43186"/>
                </a:moveTo>
                <a:lnTo>
                  <a:pt x="77287" y="43211"/>
                </a:lnTo>
                <a:lnTo>
                  <a:pt x="77212" y="43410"/>
                </a:lnTo>
                <a:lnTo>
                  <a:pt x="77163" y="43360"/>
                </a:lnTo>
                <a:cubicBezTo>
                  <a:pt x="77212" y="43286"/>
                  <a:pt x="77237" y="43261"/>
                  <a:pt x="77262" y="43186"/>
                </a:cubicBezTo>
                <a:close/>
                <a:moveTo>
                  <a:pt x="91799" y="43435"/>
                </a:moveTo>
                <a:cubicBezTo>
                  <a:pt x="91823" y="43435"/>
                  <a:pt x="91823" y="43460"/>
                  <a:pt x="91848" y="43460"/>
                </a:cubicBezTo>
                <a:cubicBezTo>
                  <a:pt x="91823" y="43460"/>
                  <a:pt x="91799" y="43510"/>
                  <a:pt x="91774" y="43510"/>
                </a:cubicBezTo>
                <a:cubicBezTo>
                  <a:pt x="91724" y="43460"/>
                  <a:pt x="91699" y="43460"/>
                  <a:pt x="91674" y="43460"/>
                </a:cubicBezTo>
                <a:cubicBezTo>
                  <a:pt x="91699" y="43460"/>
                  <a:pt x="91724" y="43435"/>
                  <a:pt x="91774" y="43435"/>
                </a:cubicBezTo>
                <a:close/>
                <a:moveTo>
                  <a:pt x="86678" y="42626"/>
                </a:moveTo>
                <a:cubicBezTo>
                  <a:pt x="86902" y="42626"/>
                  <a:pt x="87124" y="42630"/>
                  <a:pt x="87343" y="42639"/>
                </a:cubicBezTo>
                <a:cubicBezTo>
                  <a:pt x="87343" y="42663"/>
                  <a:pt x="87318" y="42663"/>
                  <a:pt x="87318" y="42688"/>
                </a:cubicBezTo>
                <a:cubicBezTo>
                  <a:pt x="87158" y="42684"/>
                  <a:pt x="86996" y="42683"/>
                  <a:pt x="86834" y="42683"/>
                </a:cubicBezTo>
                <a:cubicBezTo>
                  <a:pt x="84895" y="42683"/>
                  <a:pt x="82810" y="42955"/>
                  <a:pt x="80579" y="43520"/>
                </a:cubicBezTo>
                <a:lnTo>
                  <a:pt x="80579" y="43520"/>
                </a:lnTo>
                <a:cubicBezTo>
                  <a:pt x="80625" y="43497"/>
                  <a:pt x="80661" y="43453"/>
                  <a:pt x="80697" y="43435"/>
                </a:cubicBezTo>
                <a:cubicBezTo>
                  <a:pt x="82807" y="42902"/>
                  <a:pt x="84819" y="42626"/>
                  <a:pt x="86678" y="42626"/>
                </a:cubicBezTo>
                <a:close/>
                <a:moveTo>
                  <a:pt x="66011" y="40349"/>
                </a:moveTo>
                <a:cubicBezTo>
                  <a:pt x="67306" y="41693"/>
                  <a:pt x="68675" y="42713"/>
                  <a:pt x="70044" y="43510"/>
                </a:cubicBezTo>
                <a:cubicBezTo>
                  <a:pt x="70019" y="43510"/>
                  <a:pt x="70019" y="43535"/>
                  <a:pt x="69994" y="43535"/>
                </a:cubicBezTo>
                <a:cubicBezTo>
                  <a:pt x="68625" y="42738"/>
                  <a:pt x="67256" y="41718"/>
                  <a:pt x="65937" y="40398"/>
                </a:cubicBezTo>
                <a:cubicBezTo>
                  <a:pt x="65962" y="40398"/>
                  <a:pt x="65962" y="40398"/>
                  <a:pt x="66011" y="40349"/>
                </a:cubicBezTo>
                <a:close/>
                <a:moveTo>
                  <a:pt x="71451" y="42939"/>
                </a:moveTo>
                <a:cubicBezTo>
                  <a:pt x="71199" y="43088"/>
                  <a:pt x="70947" y="43246"/>
                  <a:pt x="70691" y="43410"/>
                </a:cubicBezTo>
                <a:cubicBezTo>
                  <a:pt x="70591" y="43460"/>
                  <a:pt x="70542" y="43510"/>
                  <a:pt x="70492" y="43535"/>
                </a:cubicBezTo>
                <a:lnTo>
                  <a:pt x="70417" y="43535"/>
                </a:lnTo>
                <a:lnTo>
                  <a:pt x="70591" y="43435"/>
                </a:lnTo>
                <a:cubicBezTo>
                  <a:pt x="70882" y="43269"/>
                  <a:pt x="71167" y="43103"/>
                  <a:pt x="71451" y="42939"/>
                </a:cubicBezTo>
                <a:close/>
                <a:moveTo>
                  <a:pt x="84506" y="37411"/>
                </a:moveTo>
                <a:lnTo>
                  <a:pt x="84506" y="37411"/>
                </a:lnTo>
                <a:cubicBezTo>
                  <a:pt x="83435" y="40174"/>
                  <a:pt x="81842" y="42215"/>
                  <a:pt x="79876" y="43460"/>
                </a:cubicBezTo>
                <a:cubicBezTo>
                  <a:pt x="79726" y="43510"/>
                  <a:pt x="79577" y="43559"/>
                  <a:pt x="79453" y="43584"/>
                </a:cubicBezTo>
                <a:cubicBezTo>
                  <a:pt x="79353" y="43559"/>
                  <a:pt x="79278" y="43535"/>
                  <a:pt x="79204" y="43510"/>
                </a:cubicBezTo>
                <a:cubicBezTo>
                  <a:pt x="79154" y="43510"/>
                  <a:pt x="79129" y="43460"/>
                  <a:pt x="79104" y="43460"/>
                </a:cubicBezTo>
                <a:cubicBezTo>
                  <a:pt x="78980" y="43410"/>
                  <a:pt x="78855" y="43335"/>
                  <a:pt x="78781" y="43286"/>
                </a:cubicBezTo>
                <a:cubicBezTo>
                  <a:pt x="78382" y="43062"/>
                  <a:pt x="78108" y="42838"/>
                  <a:pt x="77835" y="42663"/>
                </a:cubicBezTo>
                <a:cubicBezTo>
                  <a:pt x="78457" y="41469"/>
                  <a:pt x="79029" y="40299"/>
                  <a:pt x="79577" y="39154"/>
                </a:cubicBezTo>
                <a:cubicBezTo>
                  <a:pt x="81245" y="38432"/>
                  <a:pt x="82888" y="37859"/>
                  <a:pt x="84506" y="37411"/>
                </a:cubicBezTo>
                <a:close/>
                <a:moveTo>
                  <a:pt x="70293" y="43584"/>
                </a:moveTo>
                <a:cubicBezTo>
                  <a:pt x="70268" y="43584"/>
                  <a:pt x="70268" y="43634"/>
                  <a:pt x="70243" y="43634"/>
                </a:cubicBezTo>
                <a:cubicBezTo>
                  <a:pt x="70243" y="43634"/>
                  <a:pt x="70207" y="43634"/>
                  <a:pt x="70196" y="43603"/>
                </a:cubicBezTo>
                <a:lnTo>
                  <a:pt x="70196" y="43603"/>
                </a:lnTo>
                <a:cubicBezTo>
                  <a:pt x="70201" y="43593"/>
                  <a:pt x="70208" y="43584"/>
                  <a:pt x="70218" y="43584"/>
                </a:cubicBezTo>
                <a:close/>
                <a:moveTo>
                  <a:pt x="70193" y="43609"/>
                </a:moveTo>
                <a:cubicBezTo>
                  <a:pt x="70193" y="43638"/>
                  <a:pt x="70192" y="43649"/>
                  <a:pt x="70187" y="43649"/>
                </a:cubicBezTo>
                <a:cubicBezTo>
                  <a:pt x="70183" y="43649"/>
                  <a:pt x="70177" y="43643"/>
                  <a:pt x="70168" y="43634"/>
                </a:cubicBezTo>
                <a:lnTo>
                  <a:pt x="70168" y="43634"/>
                </a:lnTo>
                <a:cubicBezTo>
                  <a:pt x="70177" y="43642"/>
                  <a:pt x="70182" y="43645"/>
                  <a:pt x="70185" y="43645"/>
                </a:cubicBezTo>
                <a:cubicBezTo>
                  <a:pt x="70190" y="43645"/>
                  <a:pt x="70185" y="43634"/>
                  <a:pt x="70168" y="43634"/>
                </a:cubicBezTo>
                <a:cubicBezTo>
                  <a:pt x="70181" y="43634"/>
                  <a:pt x="70187" y="43622"/>
                  <a:pt x="70193" y="43609"/>
                </a:cubicBezTo>
                <a:close/>
                <a:moveTo>
                  <a:pt x="77038" y="43535"/>
                </a:moveTo>
                <a:lnTo>
                  <a:pt x="77038" y="43559"/>
                </a:lnTo>
                <a:lnTo>
                  <a:pt x="77038" y="43584"/>
                </a:lnTo>
                <a:lnTo>
                  <a:pt x="77038" y="43634"/>
                </a:lnTo>
                <a:lnTo>
                  <a:pt x="77038" y="43659"/>
                </a:lnTo>
                <a:cubicBezTo>
                  <a:pt x="77013" y="43634"/>
                  <a:pt x="77013" y="43584"/>
                  <a:pt x="77013" y="43584"/>
                </a:cubicBezTo>
                <a:cubicBezTo>
                  <a:pt x="77038" y="43559"/>
                  <a:pt x="77038" y="43559"/>
                  <a:pt x="77038" y="43535"/>
                </a:cubicBezTo>
                <a:close/>
                <a:moveTo>
                  <a:pt x="79062" y="43652"/>
                </a:moveTo>
                <a:cubicBezTo>
                  <a:pt x="79097" y="43661"/>
                  <a:pt x="79120" y="43667"/>
                  <a:pt x="79154" y="43684"/>
                </a:cubicBezTo>
                <a:lnTo>
                  <a:pt x="79129" y="43684"/>
                </a:lnTo>
                <a:cubicBezTo>
                  <a:pt x="79106" y="43672"/>
                  <a:pt x="79082" y="43661"/>
                  <a:pt x="79062" y="43652"/>
                </a:cubicBezTo>
                <a:close/>
                <a:moveTo>
                  <a:pt x="80174" y="43584"/>
                </a:moveTo>
                <a:lnTo>
                  <a:pt x="80000" y="43684"/>
                </a:lnTo>
                <a:cubicBezTo>
                  <a:pt x="79950" y="43709"/>
                  <a:pt x="79876" y="43709"/>
                  <a:pt x="79826" y="43734"/>
                </a:cubicBezTo>
                <a:cubicBezTo>
                  <a:pt x="79876" y="43709"/>
                  <a:pt x="79926" y="43684"/>
                  <a:pt x="79975" y="43659"/>
                </a:cubicBezTo>
                <a:cubicBezTo>
                  <a:pt x="80025" y="43609"/>
                  <a:pt x="80100" y="43609"/>
                  <a:pt x="80174" y="43584"/>
                </a:cubicBezTo>
                <a:close/>
                <a:moveTo>
                  <a:pt x="77810" y="43311"/>
                </a:moveTo>
                <a:cubicBezTo>
                  <a:pt x="77860" y="43335"/>
                  <a:pt x="77909" y="43335"/>
                  <a:pt x="77934" y="43385"/>
                </a:cubicBezTo>
                <a:cubicBezTo>
                  <a:pt x="78133" y="43535"/>
                  <a:pt x="78308" y="43659"/>
                  <a:pt x="78507" y="43784"/>
                </a:cubicBezTo>
                <a:lnTo>
                  <a:pt x="78034" y="43784"/>
                </a:lnTo>
                <a:cubicBezTo>
                  <a:pt x="78009" y="43759"/>
                  <a:pt x="78009" y="43684"/>
                  <a:pt x="77984" y="43659"/>
                </a:cubicBezTo>
                <a:cubicBezTo>
                  <a:pt x="77984" y="43634"/>
                  <a:pt x="77984" y="43634"/>
                  <a:pt x="77959" y="43584"/>
                </a:cubicBezTo>
                <a:cubicBezTo>
                  <a:pt x="77909" y="43535"/>
                  <a:pt x="77884" y="43435"/>
                  <a:pt x="77860" y="43385"/>
                </a:cubicBezTo>
                <a:cubicBezTo>
                  <a:pt x="77860" y="43335"/>
                  <a:pt x="77810" y="43335"/>
                  <a:pt x="77810" y="43311"/>
                </a:cubicBezTo>
                <a:close/>
                <a:moveTo>
                  <a:pt x="77586" y="43161"/>
                </a:moveTo>
                <a:cubicBezTo>
                  <a:pt x="77660" y="43311"/>
                  <a:pt x="77735" y="43460"/>
                  <a:pt x="77835" y="43634"/>
                </a:cubicBezTo>
                <a:cubicBezTo>
                  <a:pt x="77785" y="43684"/>
                  <a:pt x="77835" y="43759"/>
                  <a:pt x="77860" y="43808"/>
                </a:cubicBezTo>
                <a:lnTo>
                  <a:pt x="77785" y="43808"/>
                </a:lnTo>
                <a:cubicBezTo>
                  <a:pt x="77760" y="43709"/>
                  <a:pt x="77685" y="43634"/>
                  <a:pt x="77660" y="43535"/>
                </a:cubicBezTo>
                <a:cubicBezTo>
                  <a:pt x="77636" y="43460"/>
                  <a:pt x="77611" y="43435"/>
                  <a:pt x="77611" y="43360"/>
                </a:cubicBezTo>
                <a:lnTo>
                  <a:pt x="77611" y="43335"/>
                </a:lnTo>
                <a:cubicBezTo>
                  <a:pt x="77561" y="43311"/>
                  <a:pt x="77561" y="43286"/>
                  <a:pt x="77536" y="43211"/>
                </a:cubicBezTo>
                <a:cubicBezTo>
                  <a:pt x="77536" y="43211"/>
                  <a:pt x="77536" y="43186"/>
                  <a:pt x="77586" y="43186"/>
                </a:cubicBezTo>
                <a:lnTo>
                  <a:pt x="77586" y="43161"/>
                </a:lnTo>
                <a:close/>
                <a:moveTo>
                  <a:pt x="76914" y="43808"/>
                </a:moveTo>
                <a:cubicBezTo>
                  <a:pt x="76914" y="43833"/>
                  <a:pt x="76914" y="43833"/>
                  <a:pt x="76889" y="43833"/>
                </a:cubicBezTo>
                <a:lnTo>
                  <a:pt x="76864" y="43833"/>
                </a:lnTo>
                <a:cubicBezTo>
                  <a:pt x="76889" y="43833"/>
                  <a:pt x="76889" y="43808"/>
                  <a:pt x="76914" y="43808"/>
                </a:cubicBezTo>
                <a:close/>
                <a:moveTo>
                  <a:pt x="77188" y="43759"/>
                </a:moveTo>
                <a:cubicBezTo>
                  <a:pt x="77237" y="43784"/>
                  <a:pt x="77262" y="43808"/>
                  <a:pt x="77262" y="43833"/>
                </a:cubicBezTo>
                <a:lnTo>
                  <a:pt x="77188" y="43833"/>
                </a:lnTo>
                <a:lnTo>
                  <a:pt x="77163" y="43808"/>
                </a:lnTo>
                <a:cubicBezTo>
                  <a:pt x="77163" y="43808"/>
                  <a:pt x="77163" y="43784"/>
                  <a:pt x="77188" y="43784"/>
                </a:cubicBezTo>
                <a:lnTo>
                  <a:pt x="77188" y="43759"/>
                </a:lnTo>
                <a:close/>
                <a:moveTo>
                  <a:pt x="77387" y="43460"/>
                </a:moveTo>
                <a:lnTo>
                  <a:pt x="77586" y="43833"/>
                </a:lnTo>
                <a:lnTo>
                  <a:pt x="77511" y="43833"/>
                </a:lnTo>
                <a:cubicBezTo>
                  <a:pt x="77486" y="43784"/>
                  <a:pt x="77486" y="43784"/>
                  <a:pt x="77461" y="43759"/>
                </a:cubicBezTo>
                <a:cubicBezTo>
                  <a:pt x="77412" y="43684"/>
                  <a:pt x="77362" y="43634"/>
                  <a:pt x="77337" y="43584"/>
                </a:cubicBezTo>
                <a:cubicBezTo>
                  <a:pt x="77362" y="43559"/>
                  <a:pt x="77387" y="43510"/>
                  <a:pt x="77387" y="43460"/>
                </a:cubicBezTo>
                <a:close/>
                <a:moveTo>
                  <a:pt x="105439" y="26858"/>
                </a:moveTo>
                <a:cubicBezTo>
                  <a:pt x="108774" y="28102"/>
                  <a:pt x="111363" y="30193"/>
                  <a:pt x="113205" y="33006"/>
                </a:cubicBezTo>
                <a:lnTo>
                  <a:pt x="113205" y="33130"/>
                </a:lnTo>
                <a:lnTo>
                  <a:pt x="113205" y="33180"/>
                </a:lnTo>
                <a:cubicBezTo>
                  <a:pt x="113105" y="33877"/>
                  <a:pt x="112981" y="34599"/>
                  <a:pt x="112832" y="35345"/>
                </a:cubicBezTo>
                <a:cubicBezTo>
                  <a:pt x="112782" y="35445"/>
                  <a:pt x="112782" y="35495"/>
                  <a:pt x="112757" y="35594"/>
                </a:cubicBezTo>
                <a:cubicBezTo>
                  <a:pt x="112234" y="38308"/>
                  <a:pt x="111413" y="41095"/>
                  <a:pt x="110392" y="43958"/>
                </a:cubicBezTo>
                <a:cubicBezTo>
                  <a:pt x="108998" y="42564"/>
                  <a:pt x="107455" y="41319"/>
                  <a:pt x="105763" y="40224"/>
                </a:cubicBezTo>
                <a:lnTo>
                  <a:pt x="105738" y="40199"/>
                </a:lnTo>
                <a:cubicBezTo>
                  <a:pt x="105713" y="40149"/>
                  <a:pt x="105638" y="40100"/>
                  <a:pt x="105613" y="40050"/>
                </a:cubicBezTo>
                <a:lnTo>
                  <a:pt x="105514" y="39925"/>
                </a:lnTo>
                <a:lnTo>
                  <a:pt x="105489" y="39901"/>
                </a:lnTo>
                <a:lnTo>
                  <a:pt x="105464" y="39851"/>
                </a:lnTo>
                <a:lnTo>
                  <a:pt x="105265" y="39677"/>
                </a:lnTo>
                <a:cubicBezTo>
                  <a:pt x="105165" y="39577"/>
                  <a:pt x="105041" y="39477"/>
                  <a:pt x="104941" y="39403"/>
                </a:cubicBezTo>
                <a:cubicBezTo>
                  <a:pt x="104767" y="39228"/>
                  <a:pt x="104618" y="39054"/>
                  <a:pt x="104418" y="38930"/>
                </a:cubicBezTo>
                <a:cubicBezTo>
                  <a:pt x="104319" y="38830"/>
                  <a:pt x="104219" y="38780"/>
                  <a:pt x="104070" y="38681"/>
                </a:cubicBezTo>
                <a:cubicBezTo>
                  <a:pt x="103896" y="38532"/>
                  <a:pt x="103672" y="38357"/>
                  <a:pt x="103497" y="38233"/>
                </a:cubicBezTo>
                <a:cubicBezTo>
                  <a:pt x="103373" y="38183"/>
                  <a:pt x="103273" y="38083"/>
                  <a:pt x="103149" y="38034"/>
                </a:cubicBezTo>
                <a:cubicBezTo>
                  <a:pt x="102925" y="37909"/>
                  <a:pt x="102701" y="37735"/>
                  <a:pt x="102502" y="37611"/>
                </a:cubicBezTo>
                <a:lnTo>
                  <a:pt x="102128" y="37436"/>
                </a:lnTo>
                <a:cubicBezTo>
                  <a:pt x="102128" y="37436"/>
                  <a:pt x="102079" y="37436"/>
                  <a:pt x="102079" y="37411"/>
                </a:cubicBezTo>
                <a:cubicBezTo>
                  <a:pt x="102776" y="35420"/>
                  <a:pt x="103373" y="33454"/>
                  <a:pt x="103821" y="31512"/>
                </a:cubicBezTo>
                <a:cubicBezTo>
                  <a:pt x="104518" y="29994"/>
                  <a:pt x="105041" y="28426"/>
                  <a:pt x="105439" y="26858"/>
                </a:cubicBezTo>
                <a:close/>
                <a:moveTo>
                  <a:pt x="113504" y="33553"/>
                </a:moveTo>
                <a:cubicBezTo>
                  <a:pt x="114300" y="34873"/>
                  <a:pt x="114922" y="36341"/>
                  <a:pt x="115321" y="37959"/>
                </a:cubicBezTo>
                <a:cubicBezTo>
                  <a:pt x="114250" y="40125"/>
                  <a:pt x="112732" y="42166"/>
                  <a:pt x="110815" y="43958"/>
                </a:cubicBezTo>
                <a:cubicBezTo>
                  <a:pt x="112110" y="40349"/>
                  <a:pt x="113006" y="36864"/>
                  <a:pt x="113504" y="33553"/>
                </a:cubicBezTo>
                <a:close/>
                <a:moveTo>
                  <a:pt x="78233" y="43958"/>
                </a:moveTo>
                <a:cubicBezTo>
                  <a:pt x="78208" y="43983"/>
                  <a:pt x="78158" y="43983"/>
                  <a:pt x="78133" y="43983"/>
                </a:cubicBezTo>
                <a:cubicBezTo>
                  <a:pt x="78158" y="43958"/>
                  <a:pt x="78208" y="43958"/>
                  <a:pt x="78233" y="43958"/>
                </a:cubicBezTo>
                <a:close/>
                <a:moveTo>
                  <a:pt x="101730" y="38432"/>
                </a:moveTo>
                <a:cubicBezTo>
                  <a:pt x="102800" y="38955"/>
                  <a:pt x="103846" y="39527"/>
                  <a:pt x="104866" y="40149"/>
                </a:cubicBezTo>
                <a:cubicBezTo>
                  <a:pt x="104767" y="40224"/>
                  <a:pt x="104667" y="40299"/>
                  <a:pt x="104618" y="40398"/>
                </a:cubicBezTo>
                <a:cubicBezTo>
                  <a:pt x="104493" y="40473"/>
                  <a:pt x="104369" y="40597"/>
                  <a:pt x="104244" y="40697"/>
                </a:cubicBezTo>
                <a:cubicBezTo>
                  <a:pt x="104095" y="40846"/>
                  <a:pt x="103896" y="40971"/>
                  <a:pt x="103746" y="41095"/>
                </a:cubicBezTo>
                <a:cubicBezTo>
                  <a:pt x="103622" y="41195"/>
                  <a:pt x="103497" y="41319"/>
                  <a:pt x="103348" y="41419"/>
                </a:cubicBezTo>
                <a:lnTo>
                  <a:pt x="102875" y="41792"/>
                </a:lnTo>
                <a:cubicBezTo>
                  <a:pt x="102726" y="41917"/>
                  <a:pt x="102601" y="42016"/>
                  <a:pt x="102427" y="42141"/>
                </a:cubicBezTo>
                <a:cubicBezTo>
                  <a:pt x="102278" y="42215"/>
                  <a:pt x="102153" y="42340"/>
                  <a:pt x="102004" y="42439"/>
                </a:cubicBezTo>
                <a:cubicBezTo>
                  <a:pt x="101855" y="42564"/>
                  <a:pt x="101655" y="42663"/>
                  <a:pt x="101506" y="42788"/>
                </a:cubicBezTo>
                <a:cubicBezTo>
                  <a:pt x="101382" y="42887"/>
                  <a:pt x="101232" y="42937"/>
                  <a:pt x="101108" y="43037"/>
                </a:cubicBezTo>
                <a:cubicBezTo>
                  <a:pt x="100909" y="43161"/>
                  <a:pt x="100735" y="43286"/>
                  <a:pt x="100535" y="43385"/>
                </a:cubicBezTo>
                <a:cubicBezTo>
                  <a:pt x="100411" y="43435"/>
                  <a:pt x="100286" y="43510"/>
                  <a:pt x="100187" y="43584"/>
                </a:cubicBezTo>
                <a:cubicBezTo>
                  <a:pt x="99988" y="43709"/>
                  <a:pt x="99789" y="43833"/>
                  <a:pt x="99565" y="43933"/>
                </a:cubicBezTo>
                <a:cubicBezTo>
                  <a:pt x="99515" y="43958"/>
                  <a:pt x="99490" y="43983"/>
                  <a:pt x="99415" y="44032"/>
                </a:cubicBezTo>
                <a:cubicBezTo>
                  <a:pt x="100262" y="42166"/>
                  <a:pt x="101033" y="40299"/>
                  <a:pt x="101730" y="38432"/>
                </a:cubicBezTo>
                <a:close/>
                <a:moveTo>
                  <a:pt x="77436" y="44008"/>
                </a:moveTo>
                <a:cubicBezTo>
                  <a:pt x="77461" y="44032"/>
                  <a:pt x="77461" y="44057"/>
                  <a:pt x="77486" y="44057"/>
                </a:cubicBezTo>
                <a:lnTo>
                  <a:pt x="77412" y="44057"/>
                </a:lnTo>
                <a:lnTo>
                  <a:pt x="77412" y="44032"/>
                </a:lnTo>
                <a:lnTo>
                  <a:pt x="77387" y="44008"/>
                </a:lnTo>
                <a:close/>
                <a:moveTo>
                  <a:pt x="77909" y="43983"/>
                </a:moveTo>
                <a:cubicBezTo>
                  <a:pt x="77909" y="44032"/>
                  <a:pt x="77909" y="44032"/>
                  <a:pt x="77959" y="44057"/>
                </a:cubicBezTo>
                <a:lnTo>
                  <a:pt x="77884" y="44057"/>
                </a:lnTo>
                <a:cubicBezTo>
                  <a:pt x="77884" y="44032"/>
                  <a:pt x="77860" y="43983"/>
                  <a:pt x="77860" y="43983"/>
                </a:cubicBezTo>
                <a:close/>
                <a:moveTo>
                  <a:pt x="78781" y="44008"/>
                </a:moveTo>
                <a:cubicBezTo>
                  <a:pt x="78830" y="44008"/>
                  <a:pt x="78830" y="44032"/>
                  <a:pt x="78855" y="44032"/>
                </a:cubicBezTo>
                <a:cubicBezTo>
                  <a:pt x="78855" y="44032"/>
                  <a:pt x="78805" y="44032"/>
                  <a:pt x="78805" y="44057"/>
                </a:cubicBezTo>
                <a:lnTo>
                  <a:pt x="78631" y="44057"/>
                </a:lnTo>
                <a:cubicBezTo>
                  <a:pt x="78681" y="44032"/>
                  <a:pt x="78756" y="44032"/>
                  <a:pt x="78781" y="44008"/>
                </a:cubicBezTo>
                <a:close/>
                <a:moveTo>
                  <a:pt x="77113" y="44032"/>
                </a:moveTo>
                <a:lnTo>
                  <a:pt x="77138" y="44057"/>
                </a:lnTo>
                <a:cubicBezTo>
                  <a:pt x="77138" y="44057"/>
                  <a:pt x="77138" y="44082"/>
                  <a:pt x="77163" y="44082"/>
                </a:cubicBezTo>
                <a:lnTo>
                  <a:pt x="77038" y="44082"/>
                </a:lnTo>
                <a:cubicBezTo>
                  <a:pt x="77038" y="44057"/>
                  <a:pt x="77038" y="44057"/>
                  <a:pt x="77063" y="44032"/>
                </a:cubicBezTo>
                <a:close/>
                <a:moveTo>
                  <a:pt x="57947" y="32085"/>
                </a:moveTo>
                <a:cubicBezTo>
                  <a:pt x="59440" y="34300"/>
                  <a:pt x="60809" y="36515"/>
                  <a:pt x="61979" y="38681"/>
                </a:cubicBezTo>
                <a:cubicBezTo>
                  <a:pt x="59589" y="40398"/>
                  <a:pt x="57250" y="42215"/>
                  <a:pt x="55010" y="44132"/>
                </a:cubicBezTo>
                <a:lnTo>
                  <a:pt x="54985" y="44082"/>
                </a:lnTo>
                <a:cubicBezTo>
                  <a:pt x="54835" y="43933"/>
                  <a:pt x="54661" y="43759"/>
                  <a:pt x="54512" y="43584"/>
                </a:cubicBezTo>
                <a:cubicBezTo>
                  <a:pt x="54313" y="43335"/>
                  <a:pt x="54089" y="43087"/>
                  <a:pt x="53865" y="42887"/>
                </a:cubicBezTo>
                <a:cubicBezTo>
                  <a:pt x="53616" y="42589"/>
                  <a:pt x="53392" y="42340"/>
                  <a:pt x="53143" y="42066"/>
                </a:cubicBezTo>
                <a:cubicBezTo>
                  <a:pt x="53043" y="41966"/>
                  <a:pt x="52993" y="41892"/>
                  <a:pt x="52894" y="41792"/>
                </a:cubicBezTo>
                <a:cubicBezTo>
                  <a:pt x="51550" y="40224"/>
                  <a:pt x="50280" y="38556"/>
                  <a:pt x="49036" y="36839"/>
                </a:cubicBezTo>
                <a:cubicBezTo>
                  <a:pt x="52023" y="34723"/>
                  <a:pt x="55084" y="33130"/>
                  <a:pt x="57947" y="32085"/>
                </a:cubicBezTo>
                <a:close/>
                <a:moveTo>
                  <a:pt x="72657" y="42464"/>
                </a:moveTo>
                <a:lnTo>
                  <a:pt x="72657" y="42464"/>
                </a:lnTo>
                <a:cubicBezTo>
                  <a:pt x="72433" y="43037"/>
                  <a:pt x="72184" y="43559"/>
                  <a:pt x="71911" y="44132"/>
                </a:cubicBezTo>
                <a:cubicBezTo>
                  <a:pt x="71463" y="43983"/>
                  <a:pt x="71114" y="43808"/>
                  <a:pt x="70691" y="43634"/>
                </a:cubicBezTo>
                <a:cubicBezTo>
                  <a:pt x="70741" y="43584"/>
                  <a:pt x="70766" y="43584"/>
                  <a:pt x="70790" y="43559"/>
                </a:cubicBezTo>
                <a:cubicBezTo>
                  <a:pt x="71413" y="43186"/>
                  <a:pt x="72035" y="42813"/>
                  <a:pt x="72657" y="42464"/>
                </a:cubicBezTo>
                <a:close/>
                <a:moveTo>
                  <a:pt x="76789" y="44057"/>
                </a:moveTo>
                <a:cubicBezTo>
                  <a:pt x="76789" y="44082"/>
                  <a:pt x="76764" y="44082"/>
                  <a:pt x="76764" y="44132"/>
                </a:cubicBezTo>
                <a:lnTo>
                  <a:pt x="76739" y="44132"/>
                </a:lnTo>
                <a:cubicBezTo>
                  <a:pt x="76739" y="44082"/>
                  <a:pt x="76764" y="44082"/>
                  <a:pt x="76764" y="44057"/>
                </a:cubicBezTo>
                <a:close/>
                <a:moveTo>
                  <a:pt x="113329" y="33230"/>
                </a:moveTo>
                <a:cubicBezTo>
                  <a:pt x="113329" y="33255"/>
                  <a:pt x="113354" y="33304"/>
                  <a:pt x="113379" y="33304"/>
                </a:cubicBezTo>
                <a:cubicBezTo>
                  <a:pt x="113280" y="33976"/>
                  <a:pt x="113180" y="34624"/>
                  <a:pt x="113031" y="35321"/>
                </a:cubicBezTo>
                <a:cubicBezTo>
                  <a:pt x="113031" y="35370"/>
                  <a:pt x="113006" y="35420"/>
                  <a:pt x="113006" y="35470"/>
                </a:cubicBezTo>
                <a:cubicBezTo>
                  <a:pt x="112433" y="38283"/>
                  <a:pt x="111612" y="41170"/>
                  <a:pt x="110567" y="44132"/>
                </a:cubicBezTo>
                <a:lnTo>
                  <a:pt x="110517" y="44082"/>
                </a:lnTo>
                <a:cubicBezTo>
                  <a:pt x="111886" y="40324"/>
                  <a:pt x="112832" y="36690"/>
                  <a:pt x="113329" y="33230"/>
                </a:cubicBezTo>
                <a:close/>
                <a:moveTo>
                  <a:pt x="106211" y="40772"/>
                </a:moveTo>
                <a:cubicBezTo>
                  <a:pt x="107704" y="41792"/>
                  <a:pt x="109073" y="42912"/>
                  <a:pt x="110243" y="44132"/>
                </a:cubicBezTo>
                <a:cubicBezTo>
                  <a:pt x="110243" y="44157"/>
                  <a:pt x="110243" y="44157"/>
                  <a:pt x="110218" y="44182"/>
                </a:cubicBezTo>
                <a:cubicBezTo>
                  <a:pt x="109098" y="43012"/>
                  <a:pt x="107779" y="41917"/>
                  <a:pt x="106335" y="40921"/>
                </a:cubicBezTo>
                <a:cubicBezTo>
                  <a:pt x="106285" y="40846"/>
                  <a:pt x="106260" y="40821"/>
                  <a:pt x="106211" y="40772"/>
                </a:cubicBezTo>
                <a:close/>
                <a:moveTo>
                  <a:pt x="80199" y="44082"/>
                </a:moveTo>
                <a:cubicBezTo>
                  <a:pt x="80249" y="44082"/>
                  <a:pt x="80274" y="44082"/>
                  <a:pt x="80349" y="44132"/>
                </a:cubicBezTo>
                <a:cubicBezTo>
                  <a:pt x="80398" y="44132"/>
                  <a:pt x="80473" y="44157"/>
                  <a:pt x="80573" y="44182"/>
                </a:cubicBezTo>
                <a:cubicBezTo>
                  <a:pt x="80556" y="44190"/>
                  <a:pt x="80542" y="44193"/>
                  <a:pt x="80529" y="44193"/>
                </a:cubicBezTo>
                <a:cubicBezTo>
                  <a:pt x="80504" y="44193"/>
                  <a:pt x="80481" y="44182"/>
                  <a:pt x="80448" y="44182"/>
                </a:cubicBezTo>
                <a:lnTo>
                  <a:pt x="80374" y="44182"/>
                </a:lnTo>
                <a:lnTo>
                  <a:pt x="80100" y="44082"/>
                </a:lnTo>
                <a:close/>
                <a:moveTo>
                  <a:pt x="101506" y="38332"/>
                </a:moveTo>
                <a:cubicBezTo>
                  <a:pt x="101531" y="38332"/>
                  <a:pt x="101531" y="38357"/>
                  <a:pt x="101556" y="38357"/>
                </a:cubicBezTo>
                <a:cubicBezTo>
                  <a:pt x="100834" y="40299"/>
                  <a:pt x="100038" y="42215"/>
                  <a:pt x="99141" y="44182"/>
                </a:cubicBezTo>
                <a:cubicBezTo>
                  <a:pt x="99092" y="44182"/>
                  <a:pt x="99067" y="44207"/>
                  <a:pt x="99042" y="44207"/>
                </a:cubicBezTo>
                <a:cubicBezTo>
                  <a:pt x="99938" y="42265"/>
                  <a:pt x="100784" y="40249"/>
                  <a:pt x="101506" y="38332"/>
                </a:cubicBezTo>
                <a:close/>
                <a:moveTo>
                  <a:pt x="48886" y="36889"/>
                </a:moveTo>
                <a:cubicBezTo>
                  <a:pt x="50206" y="38731"/>
                  <a:pt x="51599" y="40473"/>
                  <a:pt x="52993" y="42116"/>
                </a:cubicBezTo>
                <a:cubicBezTo>
                  <a:pt x="52993" y="42166"/>
                  <a:pt x="53018" y="42166"/>
                  <a:pt x="53018" y="42190"/>
                </a:cubicBezTo>
                <a:cubicBezTo>
                  <a:pt x="53267" y="42489"/>
                  <a:pt x="53566" y="42788"/>
                  <a:pt x="53815" y="43087"/>
                </a:cubicBezTo>
                <a:cubicBezTo>
                  <a:pt x="53989" y="43311"/>
                  <a:pt x="54188" y="43535"/>
                  <a:pt x="54387" y="43734"/>
                </a:cubicBezTo>
                <a:cubicBezTo>
                  <a:pt x="54561" y="43908"/>
                  <a:pt x="54711" y="44057"/>
                  <a:pt x="54860" y="44232"/>
                </a:cubicBezTo>
                <a:cubicBezTo>
                  <a:pt x="54835" y="44232"/>
                  <a:pt x="54835" y="44281"/>
                  <a:pt x="54810" y="44281"/>
                </a:cubicBezTo>
                <a:cubicBezTo>
                  <a:pt x="54636" y="44082"/>
                  <a:pt x="54462" y="43908"/>
                  <a:pt x="54313" y="43709"/>
                </a:cubicBezTo>
                <a:cubicBezTo>
                  <a:pt x="54263" y="43684"/>
                  <a:pt x="54238" y="43659"/>
                  <a:pt x="54238" y="43609"/>
                </a:cubicBezTo>
                <a:cubicBezTo>
                  <a:pt x="52396" y="41568"/>
                  <a:pt x="50579" y="39303"/>
                  <a:pt x="48861" y="36938"/>
                </a:cubicBezTo>
                <a:cubicBezTo>
                  <a:pt x="48861" y="36938"/>
                  <a:pt x="48886" y="36938"/>
                  <a:pt x="48886" y="36889"/>
                </a:cubicBezTo>
                <a:close/>
                <a:moveTo>
                  <a:pt x="80747" y="44256"/>
                </a:moveTo>
                <a:cubicBezTo>
                  <a:pt x="80822" y="44256"/>
                  <a:pt x="80896" y="44281"/>
                  <a:pt x="80971" y="44281"/>
                </a:cubicBezTo>
                <a:cubicBezTo>
                  <a:pt x="80896" y="44281"/>
                  <a:pt x="80822" y="44281"/>
                  <a:pt x="80747" y="44256"/>
                </a:cubicBezTo>
                <a:close/>
                <a:moveTo>
                  <a:pt x="62079" y="38830"/>
                </a:moveTo>
                <a:cubicBezTo>
                  <a:pt x="62079" y="38855"/>
                  <a:pt x="62103" y="38855"/>
                  <a:pt x="62103" y="38880"/>
                </a:cubicBezTo>
                <a:cubicBezTo>
                  <a:pt x="59714" y="40597"/>
                  <a:pt x="57424" y="42415"/>
                  <a:pt x="55184" y="44306"/>
                </a:cubicBezTo>
                <a:cubicBezTo>
                  <a:pt x="55184" y="44281"/>
                  <a:pt x="55134" y="44281"/>
                  <a:pt x="55134" y="44256"/>
                </a:cubicBezTo>
                <a:cubicBezTo>
                  <a:pt x="57374" y="42340"/>
                  <a:pt x="59689" y="40548"/>
                  <a:pt x="62079" y="38830"/>
                </a:cubicBezTo>
                <a:close/>
                <a:moveTo>
                  <a:pt x="79627" y="44281"/>
                </a:moveTo>
                <a:cubicBezTo>
                  <a:pt x="79627" y="44281"/>
                  <a:pt x="79652" y="44281"/>
                  <a:pt x="79702" y="44306"/>
                </a:cubicBezTo>
                <a:lnTo>
                  <a:pt x="79627" y="44306"/>
                </a:lnTo>
                <a:lnTo>
                  <a:pt x="79602" y="44281"/>
                </a:lnTo>
                <a:close/>
                <a:moveTo>
                  <a:pt x="78034" y="44281"/>
                </a:moveTo>
                <a:cubicBezTo>
                  <a:pt x="78009" y="44281"/>
                  <a:pt x="78009" y="44281"/>
                  <a:pt x="78034" y="44306"/>
                </a:cubicBezTo>
                <a:cubicBezTo>
                  <a:pt x="78009" y="44306"/>
                  <a:pt x="78009" y="44306"/>
                  <a:pt x="78009" y="44331"/>
                </a:cubicBezTo>
                <a:cubicBezTo>
                  <a:pt x="78009" y="44306"/>
                  <a:pt x="78009" y="44306"/>
                  <a:pt x="77984" y="44281"/>
                </a:cubicBezTo>
                <a:close/>
                <a:moveTo>
                  <a:pt x="70492" y="43734"/>
                </a:moveTo>
                <a:cubicBezTo>
                  <a:pt x="70940" y="43933"/>
                  <a:pt x="71388" y="44157"/>
                  <a:pt x="71811" y="44306"/>
                </a:cubicBezTo>
                <a:cubicBezTo>
                  <a:pt x="71811" y="44331"/>
                  <a:pt x="71786" y="44331"/>
                  <a:pt x="71786" y="44356"/>
                </a:cubicBezTo>
                <a:cubicBezTo>
                  <a:pt x="71313" y="44207"/>
                  <a:pt x="70890" y="43983"/>
                  <a:pt x="70417" y="43784"/>
                </a:cubicBezTo>
                <a:cubicBezTo>
                  <a:pt x="70442" y="43784"/>
                  <a:pt x="70442" y="43734"/>
                  <a:pt x="70492" y="43734"/>
                </a:cubicBezTo>
                <a:close/>
                <a:moveTo>
                  <a:pt x="72632" y="43908"/>
                </a:moveTo>
                <a:lnTo>
                  <a:pt x="72632" y="44356"/>
                </a:lnTo>
                <a:cubicBezTo>
                  <a:pt x="72558" y="44331"/>
                  <a:pt x="72483" y="44331"/>
                  <a:pt x="72408" y="44306"/>
                </a:cubicBezTo>
                <a:cubicBezTo>
                  <a:pt x="72458" y="44182"/>
                  <a:pt x="72558" y="44032"/>
                  <a:pt x="72632" y="43908"/>
                </a:cubicBezTo>
                <a:close/>
                <a:moveTo>
                  <a:pt x="115370" y="38308"/>
                </a:moveTo>
                <a:lnTo>
                  <a:pt x="115370" y="38357"/>
                </a:lnTo>
                <a:cubicBezTo>
                  <a:pt x="114350" y="40373"/>
                  <a:pt x="112956" y="42290"/>
                  <a:pt x="111214" y="43933"/>
                </a:cubicBezTo>
                <a:lnTo>
                  <a:pt x="111164" y="43958"/>
                </a:lnTo>
                <a:lnTo>
                  <a:pt x="111089" y="44057"/>
                </a:lnTo>
                <a:cubicBezTo>
                  <a:pt x="110965" y="44157"/>
                  <a:pt x="110865" y="44281"/>
                  <a:pt x="110741" y="44356"/>
                </a:cubicBezTo>
                <a:cubicBezTo>
                  <a:pt x="110766" y="44331"/>
                  <a:pt x="110766" y="44331"/>
                  <a:pt x="110741" y="44306"/>
                </a:cubicBezTo>
                <a:lnTo>
                  <a:pt x="110815" y="44256"/>
                </a:lnTo>
                <a:cubicBezTo>
                  <a:pt x="110990" y="44057"/>
                  <a:pt x="111214" y="43883"/>
                  <a:pt x="111388" y="43684"/>
                </a:cubicBezTo>
                <a:lnTo>
                  <a:pt x="111861" y="43211"/>
                </a:lnTo>
                <a:lnTo>
                  <a:pt x="112135" y="42937"/>
                </a:lnTo>
                <a:cubicBezTo>
                  <a:pt x="112309" y="42738"/>
                  <a:pt x="112458" y="42589"/>
                  <a:pt x="112608" y="42415"/>
                </a:cubicBezTo>
                <a:cubicBezTo>
                  <a:pt x="112657" y="42315"/>
                  <a:pt x="112732" y="42265"/>
                  <a:pt x="112832" y="42166"/>
                </a:cubicBezTo>
                <a:cubicBezTo>
                  <a:pt x="112981" y="41966"/>
                  <a:pt x="113130" y="41792"/>
                  <a:pt x="113280" y="41568"/>
                </a:cubicBezTo>
                <a:cubicBezTo>
                  <a:pt x="113329" y="41494"/>
                  <a:pt x="113379" y="41444"/>
                  <a:pt x="113404" y="41419"/>
                </a:cubicBezTo>
                <a:cubicBezTo>
                  <a:pt x="113578" y="41195"/>
                  <a:pt x="113703" y="40996"/>
                  <a:pt x="113852" y="40797"/>
                </a:cubicBezTo>
                <a:cubicBezTo>
                  <a:pt x="113902" y="40697"/>
                  <a:pt x="113977" y="40622"/>
                  <a:pt x="114001" y="40548"/>
                </a:cubicBezTo>
                <a:cubicBezTo>
                  <a:pt x="114325" y="40075"/>
                  <a:pt x="114624" y="39602"/>
                  <a:pt x="114873" y="39129"/>
                </a:cubicBezTo>
                <a:cubicBezTo>
                  <a:pt x="114898" y="39104"/>
                  <a:pt x="114898" y="39079"/>
                  <a:pt x="114947" y="39054"/>
                </a:cubicBezTo>
                <a:cubicBezTo>
                  <a:pt x="115072" y="38830"/>
                  <a:pt x="115196" y="38631"/>
                  <a:pt x="115321" y="38432"/>
                </a:cubicBezTo>
                <a:lnTo>
                  <a:pt x="115321" y="38382"/>
                </a:lnTo>
                <a:cubicBezTo>
                  <a:pt x="115346" y="38357"/>
                  <a:pt x="115346" y="38332"/>
                  <a:pt x="115370" y="38308"/>
                </a:cubicBezTo>
                <a:close/>
                <a:moveTo>
                  <a:pt x="79278" y="44306"/>
                </a:moveTo>
                <a:cubicBezTo>
                  <a:pt x="79278" y="44306"/>
                  <a:pt x="79328" y="44306"/>
                  <a:pt x="79328" y="44331"/>
                </a:cubicBezTo>
                <a:cubicBezTo>
                  <a:pt x="79253" y="44331"/>
                  <a:pt x="79204" y="44381"/>
                  <a:pt x="79129" y="44381"/>
                </a:cubicBezTo>
                <a:cubicBezTo>
                  <a:pt x="79154" y="44381"/>
                  <a:pt x="79204" y="44331"/>
                  <a:pt x="79204" y="44331"/>
                </a:cubicBezTo>
                <a:cubicBezTo>
                  <a:pt x="79229" y="44306"/>
                  <a:pt x="79229" y="44306"/>
                  <a:pt x="79253" y="44306"/>
                </a:cubicBezTo>
                <a:close/>
                <a:moveTo>
                  <a:pt x="105090" y="40174"/>
                </a:moveTo>
                <a:cubicBezTo>
                  <a:pt x="105090" y="40174"/>
                  <a:pt x="105115" y="40174"/>
                  <a:pt x="105115" y="40199"/>
                </a:cubicBezTo>
                <a:cubicBezTo>
                  <a:pt x="105016" y="40274"/>
                  <a:pt x="104966" y="40349"/>
                  <a:pt x="104866" y="40423"/>
                </a:cubicBezTo>
                <a:cubicBezTo>
                  <a:pt x="104742" y="40548"/>
                  <a:pt x="104618" y="40672"/>
                  <a:pt x="104468" y="40797"/>
                </a:cubicBezTo>
                <a:lnTo>
                  <a:pt x="103995" y="41170"/>
                </a:lnTo>
                <a:cubicBezTo>
                  <a:pt x="103846" y="41294"/>
                  <a:pt x="103721" y="41419"/>
                  <a:pt x="103547" y="41543"/>
                </a:cubicBezTo>
                <a:cubicBezTo>
                  <a:pt x="103423" y="41643"/>
                  <a:pt x="103273" y="41742"/>
                  <a:pt x="103149" y="41842"/>
                </a:cubicBezTo>
                <a:cubicBezTo>
                  <a:pt x="102975" y="41966"/>
                  <a:pt x="102800" y="42116"/>
                  <a:pt x="102626" y="42265"/>
                </a:cubicBezTo>
                <a:cubicBezTo>
                  <a:pt x="102502" y="42340"/>
                  <a:pt x="102377" y="42415"/>
                  <a:pt x="102278" y="42514"/>
                </a:cubicBezTo>
                <a:cubicBezTo>
                  <a:pt x="102104" y="42639"/>
                  <a:pt x="101880" y="42788"/>
                  <a:pt x="101680" y="42912"/>
                </a:cubicBezTo>
                <a:lnTo>
                  <a:pt x="101407" y="43087"/>
                </a:lnTo>
                <a:cubicBezTo>
                  <a:pt x="101183" y="43261"/>
                  <a:pt x="100934" y="43385"/>
                  <a:pt x="100735" y="43535"/>
                </a:cubicBezTo>
                <a:cubicBezTo>
                  <a:pt x="100660" y="43559"/>
                  <a:pt x="100560" y="43634"/>
                  <a:pt x="100510" y="43659"/>
                </a:cubicBezTo>
                <a:cubicBezTo>
                  <a:pt x="100262" y="43808"/>
                  <a:pt x="99988" y="43958"/>
                  <a:pt x="99739" y="44082"/>
                </a:cubicBezTo>
                <a:cubicBezTo>
                  <a:pt x="99689" y="44132"/>
                  <a:pt x="99639" y="44132"/>
                  <a:pt x="99614" y="44157"/>
                </a:cubicBezTo>
                <a:cubicBezTo>
                  <a:pt x="99415" y="44306"/>
                  <a:pt x="99316" y="44381"/>
                  <a:pt x="99241" y="44381"/>
                </a:cubicBezTo>
                <a:cubicBezTo>
                  <a:pt x="99241" y="44331"/>
                  <a:pt x="99266" y="44331"/>
                  <a:pt x="99266" y="44306"/>
                </a:cubicBezTo>
                <a:cubicBezTo>
                  <a:pt x="99365" y="44281"/>
                  <a:pt x="99415" y="44207"/>
                  <a:pt x="99515" y="44182"/>
                </a:cubicBezTo>
                <a:cubicBezTo>
                  <a:pt x="99565" y="44157"/>
                  <a:pt x="99614" y="44132"/>
                  <a:pt x="99664" y="44082"/>
                </a:cubicBezTo>
                <a:cubicBezTo>
                  <a:pt x="99913" y="43958"/>
                  <a:pt x="100162" y="43808"/>
                  <a:pt x="100411" y="43659"/>
                </a:cubicBezTo>
                <a:cubicBezTo>
                  <a:pt x="100510" y="43584"/>
                  <a:pt x="100560" y="43559"/>
                  <a:pt x="100660" y="43510"/>
                </a:cubicBezTo>
                <a:cubicBezTo>
                  <a:pt x="100884" y="43360"/>
                  <a:pt x="101108" y="43211"/>
                  <a:pt x="101307" y="43087"/>
                </a:cubicBezTo>
                <a:cubicBezTo>
                  <a:pt x="101407" y="43037"/>
                  <a:pt x="101531" y="42962"/>
                  <a:pt x="101631" y="42912"/>
                </a:cubicBezTo>
                <a:cubicBezTo>
                  <a:pt x="101805" y="42788"/>
                  <a:pt x="102004" y="42663"/>
                  <a:pt x="102178" y="42489"/>
                </a:cubicBezTo>
                <a:lnTo>
                  <a:pt x="102552" y="42215"/>
                </a:lnTo>
                <a:cubicBezTo>
                  <a:pt x="102726" y="42091"/>
                  <a:pt x="102900" y="41966"/>
                  <a:pt x="103049" y="41842"/>
                </a:cubicBezTo>
                <a:cubicBezTo>
                  <a:pt x="103224" y="41718"/>
                  <a:pt x="103348" y="41643"/>
                  <a:pt x="103497" y="41494"/>
                </a:cubicBezTo>
                <a:cubicBezTo>
                  <a:pt x="103647" y="41369"/>
                  <a:pt x="103771" y="41245"/>
                  <a:pt x="103921" y="41145"/>
                </a:cubicBezTo>
                <a:lnTo>
                  <a:pt x="104394" y="40772"/>
                </a:lnTo>
                <a:cubicBezTo>
                  <a:pt x="104518" y="40647"/>
                  <a:pt x="104642" y="40523"/>
                  <a:pt x="104792" y="40398"/>
                </a:cubicBezTo>
                <a:cubicBezTo>
                  <a:pt x="104891" y="40324"/>
                  <a:pt x="104966" y="40224"/>
                  <a:pt x="105041" y="40174"/>
                </a:cubicBezTo>
                <a:close/>
                <a:moveTo>
                  <a:pt x="77735" y="44331"/>
                </a:moveTo>
                <a:lnTo>
                  <a:pt x="77760" y="44381"/>
                </a:lnTo>
                <a:cubicBezTo>
                  <a:pt x="77760" y="44381"/>
                  <a:pt x="77760" y="44406"/>
                  <a:pt x="77785" y="44406"/>
                </a:cubicBezTo>
                <a:lnTo>
                  <a:pt x="77735" y="44406"/>
                </a:lnTo>
                <a:cubicBezTo>
                  <a:pt x="77685" y="44406"/>
                  <a:pt x="77660" y="44406"/>
                  <a:pt x="77660" y="44381"/>
                </a:cubicBezTo>
                <a:cubicBezTo>
                  <a:pt x="77710" y="44381"/>
                  <a:pt x="77735" y="44331"/>
                  <a:pt x="77735" y="44331"/>
                </a:cubicBezTo>
                <a:close/>
                <a:moveTo>
                  <a:pt x="72905" y="43305"/>
                </a:moveTo>
                <a:lnTo>
                  <a:pt x="72905" y="43305"/>
                </a:lnTo>
                <a:cubicBezTo>
                  <a:pt x="72881" y="43696"/>
                  <a:pt x="72857" y="44063"/>
                  <a:pt x="72881" y="44431"/>
                </a:cubicBezTo>
                <a:cubicBezTo>
                  <a:pt x="72832" y="44431"/>
                  <a:pt x="72832" y="44431"/>
                  <a:pt x="72807" y="44406"/>
                </a:cubicBezTo>
                <a:cubicBezTo>
                  <a:pt x="72807" y="44082"/>
                  <a:pt x="72807" y="43759"/>
                  <a:pt x="72856" y="43435"/>
                </a:cubicBezTo>
                <a:cubicBezTo>
                  <a:pt x="72878" y="43392"/>
                  <a:pt x="72900" y="43349"/>
                  <a:pt x="72905" y="43305"/>
                </a:cubicBezTo>
                <a:close/>
                <a:moveTo>
                  <a:pt x="74848" y="41294"/>
                </a:moveTo>
                <a:cubicBezTo>
                  <a:pt x="75122" y="41543"/>
                  <a:pt x="75395" y="41718"/>
                  <a:pt x="75669" y="41942"/>
                </a:cubicBezTo>
                <a:cubicBezTo>
                  <a:pt x="75744" y="42066"/>
                  <a:pt x="75819" y="42190"/>
                  <a:pt x="75893" y="42315"/>
                </a:cubicBezTo>
                <a:cubicBezTo>
                  <a:pt x="75893" y="42340"/>
                  <a:pt x="75918" y="42340"/>
                  <a:pt x="75918" y="42365"/>
                </a:cubicBezTo>
                <a:cubicBezTo>
                  <a:pt x="75918" y="42415"/>
                  <a:pt x="75968" y="42415"/>
                  <a:pt x="75968" y="42439"/>
                </a:cubicBezTo>
                <a:cubicBezTo>
                  <a:pt x="76018" y="42564"/>
                  <a:pt x="76092" y="42663"/>
                  <a:pt x="76167" y="42788"/>
                </a:cubicBezTo>
                <a:lnTo>
                  <a:pt x="76366" y="43062"/>
                </a:lnTo>
                <a:cubicBezTo>
                  <a:pt x="76391" y="43111"/>
                  <a:pt x="76466" y="43186"/>
                  <a:pt x="76491" y="43236"/>
                </a:cubicBezTo>
                <a:cubicBezTo>
                  <a:pt x="76491" y="43286"/>
                  <a:pt x="76515" y="43286"/>
                  <a:pt x="76515" y="43311"/>
                </a:cubicBezTo>
                <a:lnTo>
                  <a:pt x="76715" y="43584"/>
                </a:lnTo>
                <a:lnTo>
                  <a:pt x="76739" y="43609"/>
                </a:lnTo>
                <a:cubicBezTo>
                  <a:pt x="76665" y="43709"/>
                  <a:pt x="76640" y="43808"/>
                  <a:pt x="76590" y="43908"/>
                </a:cubicBezTo>
                <a:cubicBezTo>
                  <a:pt x="75669" y="43983"/>
                  <a:pt x="74723" y="44182"/>
                  <a:pt x="73728" y="44431"/>
                </a:cubicBezTo>
                <a:cubicBezTo>
                  <a:pt x="74001" y="43435"/>
                  <a:pt x="74225" y="42489"/>
                  <a:pt x="74350" y="41568"/>
                </a:cubicBezTo>
                <a:cubicBezTo>
                  <a:pt x="74524" y="41444"/>
                  <a:pt x="74674" y="41394"/>
                  <a:pt x="74848" y="41294"/>
                </a:cubicBezTo>
                <a:close/>
                <a:moveTo>
                  <a:pt x="77287" y="44256"/>
                </a:moveTo>
                <a:cubicBezTo>
                  <a:pt x="77287" y="44256"/>
                  <a:pt x="77287" y="44281"/>
                  <a:pt x="77337" y="44281"/>
                </a:cubicBezTo>
                <a:cubicBezTo>
                  <a:pt x="77138" y="44331"/>
                  <a:pt x="76988" y="44406"/>
                  <a:pt x="76789" y="44456"/>
                </a:cubicBezTo>
                <a:cubicBezTo>
                  <a:pt x="76839" y="44431"/>
                  <a:pt x="76889" y="44331"/>
                  <a:pt x="76914" y="44281"/>
                </a:cubicBezTo>
                <a:cubicBezTo>
                  <a:pt x="77038" y="44281"/>
                  <a:pt x="77163" y="44281"/>
                  <a:pt x="77287" y="44256"/>
                </a:cubicBezTo>
                <a:close/>
                <a:moveTo>
                  <a:pt x="55010" y="44406"/>
                </a:moveTo>
                <a:cubicBezTo>
                  <a:pt x="55010" y="44431"/>
                  <a:pt x="55059" y="44431"/>
                  <a:pt x="55059" y="44456"/>
                </a:cubicBezTo>
                <a:cubicBezTo>
                  <a:pt x="55010" y="44456"/>
                  <a:pt x="55010" y="44480"/>
                  <a:pt x="54985" y="44480"/>
                </a:cubicBezTo>
                <a:cubicBezTo>
                  <a:pt x="54960" y="44456"/>
                  <a:pt x="54960" y="44431"/>
                  <a:pt x="54960" y="44431"/>
                </a:cubicBezTo>
                <a:cubicBezTo>
                  <a:pt x="54985" y="44431"/>
                  <a:pt x="54985" y="44406"/>
                  <a:pt x="55010" y="44406"/>
                </a:cubicBezTo>
                <a:close/>
                <a:moveTo>
                  <a:pt x="74175" y="41651"/>
                </a:moveTo>
                <a:cubicBezTo>
                  <a:pt x="74050" y="42545"/>
                  <a:pt x="73851" y="43513"/>
                  <a:pt x="73553" y="44456"/>
                </a:cubicBezTo>
                <a:cubicBezTo>
                  <a:pt x="73529" y="44456"/>
                  <a:pt x="73529" y="44456"/>
                  <a:pt x="73504" y="44480"/>
                </a:cubicBezTo>
                <a:cubicBezTo>
                  <a:pt x="73777" y="43535"/>
                  <a:pt x="74001" y="42589"/>
                  <a:pt x="74126" y="41693"/>
                </a:cubicBezTo>
                <a:cubicBezTo>
                  <a:pt x="74148" y="41671"/>
                  <a:pt x="74169" y="41668"/>
                  <a:pt x="74175" y="41651"/>
                </a:cubicBezTo>
                <a:close/>
                <a:moveTo>
                  <a:pt x="110639" y="44480"/>
                </a:moveTo>
                <a:cubicBezTo>
                  <a:pt x="110640" y="44487"/>
                  <a:pt x="110641" y="44495"/>
                  <a:pt x="110641" y="44505"/>
                </a:cubicBezTo>
                <a:cubicBezTo>
                  <a:pt x="110616" y="44505"/>
                  <a:pt x="110616" y="44530"/>
                  <a:pt x="110616" y="44530"/>
                </a:cubicBezTo>
                <a:lnTo>
                  <a:pt x="110616" y="44530"/>
                </a:lnTo>
                <a:cubicBezTo>
                  <a:pt x="110616" y="44510"/>
                  <a:pt x="110632" y="44506"/>
                  <a:pt x="110639" y="44480"/>
                </a:cubicBezTo>
                <a:close/>
                <a:moveTo>
                  <a:pt x="73927" y="41792"/>
                </a:moveTo>
                <a:lnTo>
                  <a:pt x="73927" y="41792"/>
                </a:lnTo>
                <a:cubicBezTo>
                  <a:pt x="73802" y="42688"/>
                  <a:pt x="73603" y="43584"/>
                  <a:pt x="73304" y="44530"/>
                </a:cubicBezTo>
                <a:lnTo>
                  <a:pt x="73280" y="44530"/>
                </a:lnTo>
                <a:cubicBezTo>
                  <a:pt x="73230" y="44530"/>
                  <a:pt x="73155" y="44505"/>
                  <a:pt x="73080" y="44505"/>
                </a:cubicBezTo>
                <a:cubicBezTo>
                  <a:pt x="73056" y="43908"/>
                  <a:pt x="73080" y="43335"/>
                  <a:pt x="73180" y="42788"/>
                </a:cubicBezTo>
                <a:cubicBezTo>
                  <a:pt x="73304" y="42539"/>
                  <a:pt x="73404" y="42290"/>
                  <a:pt x="73529" y="42016"/>
                </a:cubicBezTo>
                <a:cubicBezTo>
                  <a:pt x="73653" y="41917"/>
                  <a:pt x="73777" y="41842"/>
                  <a:pt x="73927" y="41792"/>
                </a:cubicBezTo>
                <a:close/>
                <a:moveTo>
                  <a:pt x="78407" y="44505"/>
                </a:moveTo>
                <a:cubicBezTo>
                  <a:pt x="78382" y="44505"/>
                  <a:pt x="78357" y="44505"/>
                  <a:pt x="78283" y="44530"/>
                </a:cubicBezTo>
                <a:cubicBezTo>
                  <a:pt x="78333" y="44505"/>
                  <a:pt x="78357" y="44505"/>
                  <a:pt x="78407" y="44505"/>
                </a:cubicBezTo>
                <a:close/>
                <a:moveTo>
                  <a:pt x="87468" y="42887"/>
                </a:moveTo>
                <a:cubicBezTo>
                  <a:pt x="87194" y="43435"/>
                  <a:pt x="86870" y="43983"/>
                  <a:pt x="86571" y="44555"/>
                </a:cubicBezTo>
                <a:lnTo>
                  <a:pt x="86497" y="44555"/>
                </a:lnTo>
                <a:cubicBezTo>
                  <a:pt x="86845" y="43983"/>
                  <a:pt x="87119" y="43435"/>
                  <a:pt x="87418" y="42887"/>
                </a:cubicBezTo>
                <a:close/>
                <a:moveTo>
                  <a:pt x="87692" y="42912"/>
                </a:moveTo>
                <a:cubicBezTo>
                  <a:pt x="88911" y="42962"/>
                  <a:pt x="90031" y="43186"/>
                  <a:pt x="91077" y="43510"/>
                </a:cubicBezTo>
                <a:cubicBezTo>
                  <a:pt x="89683" y="44032"/>
                  <a:pt x="88239" y="44406"/>
                  <a:pt x="86820" y="44555"/>
                </a:cubicBezTo>
                <a:cubicBezTo>
                  <a:pt x="87119" y="43983"/>
                  <a:pt x="87418" y="43435"/>
                  <a:pt x="87692" y="42912"/>
                </a:cubicBezTo>
                <a:close/>
                <a:moveTo>
                  <a:pt x="98992" y="44456"/>
                </a:moveTo>
                <a:cubicBezTo>
                  <a:pt x="98992" y="44480"/>
                  <a:pt x="98942" y="44480"/>
                  <a:pt x="98942" y="44530"/>
                </a:cubicBezTo>
                <a:lnTo>
                  <a:pt x="98942" y="44555"/>
                </a:lnTo>
                <a:cubicBezTo>
                  <a:pt x="98917" y="44555"/>
                  <a:pt x="98893" y="44580"/>
                  <a:pt x="98868" y="44580"/>
                </a:cubicBezTo>
                <a:cubicBezTo>
                  <a:pt x="98868" y="44580"/>
                  <a:pt x="98868" y="44555"/>
                  <a:pt x="98893" y="44555"/>
                </a:cubicBezTo>
                <a:cubicBezTo>
                  <a:pt x="98893" y="44530"/>
                  <a:pt x="98893" y="44530"/>
                  <a:pt x="98917" y="44480"/>
                </a:cubicBezTo>
                <a:cubicBezTo>
                  <a:pt x="98917" y="44485"/>
                  <a:pt x="98918" y="44487"/>
                  <a:pt x="98920" y="44487"/>
                </a:cubicBezTo>
                <a:cubicBezTo>
                  <a:pt x="98928" y="44487"/>
                  <a:pt x="98952" y="44456"/>
                  <a:pt x="98992" y="44456"/>
                </a:cubicBezTo>
                <a:close/>
                <a:moveTo>
                  <a:pt x="76665" y="44306"/>
                </a:moveTo>
                <a:cubicBezTo>
                  <a:pt x="76615" y="44406"/>
                  <a:pt x="76540" y="44505"/>
                  <a:pt x="76515" y="44580"/>
                </a:cubicBezTo>
                <a:cubicBezTo>
                  <a:pt x="76491" y="44580"/>
                  <a:pt x="76466" y="44605"/>
                  <a:pt x="76466" y="44605"/>
                </a:cubicBezTo>
                <a:cubicBezTo>
                  <a:pt x="76515" y="44530"/>
                  <a:pt x="76590" y="44431"/>
                  <a:pt x="76640" y="44306"/>
                </a:cubicBezTo>
                <a:close/>
                <a:moveTo>
                  <a:pt x="77461" y="44431"/>
                </a:moveTo>
                <a:cubicBezTo>
                  <a:pt x="77461" y="44456"/>
                  <a:pt x="77486" y="44456"/>
                  <a:pt x="77486" y="44480"/>
                </a:cubicBezTo>
                <a:cubicBezTo>
                  <a:pt x="77461" y="44480"/>
                  <a:pt x="77461" y="44480"/>
                  <a:pt x="77412" y="44530"/>
                </a:cubicBezTo>
                <a:cubicBezTo>
                  <a:pt x="77337" y="44555"/>
                  <a:pt x="77212" y="44580"/>
                  <a:pt x="77113" y="44580"/>
                </a:cubicBezTo>
                <a:cubicBezTo>
                  <a:pt x="77038" y="44580"/>
                  <a:pt x="76988" y="44605"/>
                  <a:pt x="76963" y="44605"/>
                </a:cubicBezTo>
                <a:cubicBezTo>
                  <a:pt x="77138" y="44555"/>
                  <a:pt x="77287" y="44505"/>
                  <a:pt x="77461" y="44431"/>
                </a:cubicBezTo>
                <a:close/>
                <a:moveTo>
                  <a:pt x="81618" y="44456"/>
                </a:moveTo>
                <a:cubicBezTo>
                  <a:pt x="81842" y="44480"/>
                  <a:pt x="82016" y="44555"/>
                  <a:pt x="82240" y="44580"/>
                </a:cubicBezTo>
                <a:lnTo>
                  <a:pt x="82265" y="44580"/>
                </a:lnTo>
                <a:cubicBezTo>
                  <a:pt x="82298" y="44591"/>
                  <a:pt x="82321" y="44606"/>
                  <a:pt x="82343" y="44620"/>
                </a:cubicBezTo>
                <a:lnTo>
                  <a:pt x="82343" y="44620"/>
                </a:lnTo>
                <a:cubicBezTo>
                  <a:pt x="82273" y="44605"/>
                  <a:pt x="82200" y="44605"/>
                  <a:pt x="82116" y="44605"/>
                </a:cubicBezTo>
                <a:cubicBezTo>
                  <a:pt x="81991" y="44555"/>
                  <a:pt x="81817" y="44530"/>
                  <a:pt x="81618" y="44456"/>
                </a:cubicBezTo>
                <a:close/>
                <a:moveTo>
                  <a:pt x="72309" y="44456"/>
                </a:moveTo>
                <a:cubicBezTo>
                  <a:pt x="72408" y="44505"/>
                  <a:pt x="72533" y="44530"/>
                  <a:pt x="72632" y="44555"/>
                </a:cubicBezTo>
                <a:lnTo>
                  <a:pt x="72632" y="44630"/>
                </a:lnTo>
                <a:cubicBezTo>
                  <a:pt x="72508" y="44580"/>
                  <a:pt x="72408" y="44555"/>
                  <a:pt x="72284" y="44530"/>
                </a:cubicBezTo>
                <a:cubicBezTo>
                  <a:pt x="72284" y="44505"/>
                  <a:pt x="72309" y="44505"/>
                  <a:pt x="72309" y="44456"/>
                </a:cubicBezTo>
                <a:close/>
                <a:moveTo>
                  <a:pt x="86633" y="42877"/>
                </a:moveTo>
                <a:cubicBezTo>
                  <a:pt x="86830" y="42877"/>
                  <a:pt x="87026" y="42881"/>
                  <a:pt x="87219" y="42887"/>
                </a:cubicBezTo>
                <a:cubicBezTo>
                  <a:pt x="86920" y="43435"/>
                  <a:pt x="86621" y="44032"/>
                  <a:pt x="86323" y="44580"/>
                </a:cubicBezTo>
                <a:cubicBezTo>
                  <a:pt x="86123" y="44580"/>
                  <a:pt x="85949" y="44605"/>
                  <a:pt x="85750" y="44605"/>
                </a:cubicBezTo>
                <a:cubicBezTo>
                  <a:pt x="85482" y="44622"/>
                  <a:pt x="85215" y="44630"/>
                  <a:pt x="84949" y="44630"/>
                </a:cubicBezTo>
                <a:cubicBezTo>
                  <a:pt x="84054" y="44630"/>
                  <a:pt x="83167" y="44540"/>
                  <a:pt x="82265" y="44406"/>
                </a:cubicBezTo>
                <a:cubicBezTo>
                  <a:pt x="81767" y="44256"/>
                  <a:pt x="81270" y="44082"/>
                  <a:pt x="80747" y="43983"/>
                </a:cubicBezTo>
                <a:lnTo>
                  <a:pt x="80747" y="43958"/>
                </a:lnTo>
                <a:lnTo>
                  <a:pt x="80647" y="43958"/>
                </a:lnTo>
                <a:cubicBezTo>
                  <a:pt x="80498" y="43933"/>
                  <a:pt x="80324" y="43908"/>
                  <a:pt x="80150" y="43833"/>
                </a:cubicBezTo>
                <a:lnTo>
                  <a:pt x="80125" y="43833"/>
                </a:lnTo>
                <a:cubicBezTo>
                  <a:pt x="82414" y="43221"/>
                  <a:pt x="84622" y="42877"/>
                  <a:pt x="86633" y="42877"/>
                </a:cubicBezTo>
                <a:close/>
                <a:moveTo>
                  <a:pt x="76491" y="44057"/>
                </a:moveTo>
                <a:cubicBezTo>
                  <a:pt x="76491" y="44132"/>
                  <a:pt x="76491" y="44132"/>
                  <a:pt x="76441" y="44157"/>
                </a:cubicBezTo>
                <a:cubicBezTo>
                  <a:pt x="75619" y="44256"/>
                  <a:pt x="74698" y="44431"/>
                  <a:pt x="73802" y="44655"/>
                </a:cubicBezTo>
                <a:cubicBezTo>
                  <a:pt x="73777" y="44655"/>
                  <a:pt x="73703" y="44655"/>
                  <a:pt x="73678" y="44605"/>
                </a:cubicBezTo>
                <a:lnTo>
                  <a:pt x="73678" y="44580"/>
                </a:lnTo>
                <a:cubicBezTo>
                  <a:pt x="74649" y="44331"/>
                  <a:pt x="75594" y="44182"/>
                  <a:pt x="76491" y="44057"/>
                </a:cubicBezTo>
                <a:close/>
                <a:moveTo>
                  <a:pt x="72853" y="44617"/>
                </a:moveTo>
                <a:cubicBezTo>
                  <a:pt x="72863" y="44617"/>
                  <a:pt x="72869" y="44630"/>
                  <a:pt x="72881" y="44655"/>
                </a:cubicBezTo>
                <a:cubicBezTo>
                  <a:pt x="72832" y="44655"/>
                  <a:pt x="72832" y="44655"/>
                  <a:pt x="72807" y="44680"/>
                </a:cubicBezTo>
                <a:lnTo>
                  <a:pt x="72807" y="44655"/>
                </a:lnTo>
                <a:cubicBezTo>
                  <a:pt x="72832" y="44630"/>
                  <a:pt x="72844" y="44617"/>
                  <a:pt x="72853" y="44617"/>
                </a:cubicBezTo>
                <a:close/>
                <a:moveTo>
                  <a:pt x="76341" y="44331"/>
                </a:moveTo>
                <a:cubicBezTo>
                  <a:pt x="76267" y="44456"/>
                  <a:pt x="76167" y="44580"/>
                  <a:pt x="76117" y="44704"/>
                </a:cubicBezTo>
                <a:cubicBezTo>
                  <a:pt x="75840" y="44751"/>
                  <a:pt x="75556" y="44770"/>
                  <a:pt x="75271" y="44770"/>
                </a:cubicBezTo>
                <a:cubicBezTo>
                  <a:pt x="74941" y="44770"/>
                  <a:pt x="74608" y="44744"/>
                  <a:pt x="74275" y="44704"/>
                </a:cubicBezTo>
                <a:cubicBezTo>
                  <a:pt x="74997" y="44555"/>
                  <a:pt x="75669" y="44431"/>
                  <a:pt x="76341" y="44331"/>
                </a:cubicBezTo>
                <a:close/>
                <a:moveTo>
                  <a:pt x="73230" y="44754"/>
                </a:moveTo>
                <a:lnTo>
                  <a:pt x="73230" y="44804"/>
                </a:lnTo>
                <a:cubicBezTo>
                  <a:pt x="73180" y="44779"/>
                  <a:pt x="73155" y="44779"/>
                  <a:pt x="73105" y="44779"/>
                </a:cubicBezTo>
                <a:cubicBezTo>
                  <a:pt x="73130" y="44779"/>
                  <a:pt x="73155" y="44754"/>
                  <a:pt x="73230" y="44754"/>
                </a:cubicBezTo>
                <a:close/>
                <a:moveTo>
                  <a:pt x="86447" y="44754"/>
                </a:moveTo>
                <a:cubicBezTo>
                  <a:pt x="86447" y="44767"/>
                  <a:pt x="86453" y="44773"/>
                  <a:pt x="86463" y="44773"/>
                </a:cubicBezTo>
                <a:cubicBezTo>
                  <a:pt x="86472" y="44773"/>
                  <a:pt x="86484" y="44767"/>
                  <a:pt x="86497" y="44754"/>
                </a:cubicBezTo>
                <a:lnTo>
                  <a:pt x="86497" y="44754"/>
                </a:lnTo>
                <a:cubicBezTo>
                  <a:pt x="86497" y="44779"/>
                  <a:pt x="86472" y="44779"/>
                  <a:pt x="86472" y="44804"/>
                </a:cubicBezTo>
                <a:lnTo>
                  <a:pt x="86422" y="44804"/>
                </a:lnTo>
                <a:cubicBezTo>
                  <a:pt x="86422" y="44779"/>
                  <a:pt x="86447" y="44779"/>
                  <a:pt x="86447" y="44754"/>
                </a:cubicBezTo>
                <a:close/>
                <a:moveTo>
                  <a:pt x="91351" y="43559"/>
                </a:moveTo>
                <a:cubicBezTo>
                  <a:pt x="91400" y="43559"/>
                  <a:pt x="91425" y="43584"/>
                  <a:pt x="91450" y="43584"/>
                </a:cubicBezTo>
                <a:cubicBezTo>
                  <a:pt x="89932" y="44256"/>
                  <a:pt x="88314" y="44655"/>
                  <a:pt x="86671" y="44804"/>
                </a:cubicBezTo>
                <a:cubicBezTo>
                  <a:pt x="86671" y="44779"/>
                  <a:pt x="86696" y="44779"/>
                  <a:pt x="86696" y="44754"/>
                </a:cubicBezTo>
                <a:cubicBezTo>
                  <a:pt x="88289" y="44580"/>
                  <a:pt x="89832" y="44182"/>
                  <a:pt x="91351" y="43559"/>
                </a:cubicBezTo>
                <a:close/>
                <a:moveTo>
                  <a:pt x="77660" y="44655"/>
                </a:moveTo>
                <a:lnTo>
                  <a:pt x="77685" y="44680"/>
                </a:lnTo>
                <a:lnTo>
                  <a:pt x="77735" y="44704"/>
                </a:lnTo>
                <a:cubicBezTo>
                  <a:pt x="77586" y="44729"/>
                  <a:pt x="77387" y="44804"/>
                  <a:pt x="77237" y="44829"/>
                </a:cubicBezTo>
                <a:lnTo>
                  <a:pt x="77063" y="44829"/>
                </a:lnTo>
                <a:cubicBezTo>
                  <a:pt x="77113" y="44829"/>
                  <a:pt x="77163" y="44804"/>
                  <a:pt x="77237" y="44779"/>
                </a:cubicBezTo>
                <a:cubicBezTo>
                  <a:pt x="77387" y="44754"/>
                  <a:pt x="77511" y="44680"/>
                  <a:pt x="77660" y="44655"/>
                </a:cubicBezTo>
                <a:close/>
                <a:moveTo>
                  <a:pt x="72184" y="44680"/>
                </a:moveTo>
                <a:cubicBezTo>
                  <a:pt x="72284" y="44704"/>
                  <a:pt x="72384" y="44754"/>
                  <a:pt x="72433" y="44779"/>
                </a:cubicBezTo>
                <a:cubicBezTo>
                  <a:pt x="72309" y="44804"/>
                  <a:pt x="72234" y="44829"/>
                  <a:pt x="72085" y="44879"/>
                </a:cubicBezTo>
                <a:lnTo>
                  <a:pt x="72184" y="44680"/>
                </a:lnTo>
                <a:close/>
                <a:moveTo>
                  <a:pt x="110342" y="44655"/>
                </a:moveTo>
                <a:cubicBezTo>
                  <a:pt x="110342" y="44680"/>
                  <a:pt x="110318" y="44754"/>
                  <a:pt x="110318" y="44779"/>
                </a:cubicBezTo>
                <a:lnTo>
                  <a:pt x="110218" y="44879"/>
                </a:lnTo>
                <a:cubicBezTo>
                  <a:pt x="110218" y="44829"/>
                  <a:pt x="110243" y="44804"/>
                  <a:pt x="110243" y="44754"/>
                </a:cubicBezTo>
                <a:lnTo>
                  <a:pt x="110268" y="44704"/>
                </a:lnTo>
                <a:lnTo>
                  <a:pt x="110318" y="44680"/>
                </a:lnTo>
                <a:lnTo>
                  <a:pt x="110342" y="44655"/>
                </a:lnTo>
                <a:close/>
                <a:moveTo>
                  <a:pt x="83033" y="44711"/>
                </a:moveTo>
                <a:cubicBezTo>
                  <a:pt x="83683" y="44799"/>
                  <a:pt x="84359" y="44848"/>
                  <a:pt x="85033" y="44848"/>
                </a:cubicBezTo>
                <a:cubicBezTo>
                  <a:pt x="85273" y="44848"/>
                  <a:pt x="85512" y="44842"/>
                  <a:pt x="85750" y="44829"/>
                </a:cubicBezTo>
                <a:cubicBezTo>
                  <a:pt x="85924" y="44829"/>
                  <a:pt x="86049" y="44804"/>
                  <a:pt x="86198" y="44804"/>
                </a:cubicBezTo>
                <a:cubicBezTo>
                  <a:pt x="86198" y="44829"/>
                  <a:pt x="86173" y="44829"/>
                  <a:pt x="86173" y="44879"/>
                </a:cubicBezTo>
                <a:lnTo>
                  <a:pt x="85750" y="44879"/>
                </a:lnTo>
                <a:cubicBezTo>
                  <a:pt x="85501" y="44879"/>
                  <a:pt x="85252" y="44904"/>
                  <a:pt x="85003" y="44904"/>
                </a:cubicBezTo>
                <a:cubicBezTo>
                  <a:pt x="84381" y="44904"/>
                  <a:pt x="83809" y="44829"/>
                  <a:pt x="83186" y="44779"/>
                </a:cubicBezTo>
                <a:cubicBezTo>
                  <a:pt x="83128" y="44760"/>
                  <a:pt x="83085" y="44725"/>
                  <a:pt x="83033" y="44711"/>
                </a:cubicBezTo>
                <a:close/>
                <a:moveTo>
                  <a:pt x="62103" y="39079"/>
                </a:moveTo>
                <a:cubicBezTo>
                  <a:pt x="62527" y="39677"/>
                  <a:pt x="62825" y="40299"/>
                  <a:pt x="63149" y="40871"/>
                </a:cubicBezTo>
                <a:cubicBezTo>
                  <a:pt x="63024" y="40921"/>
                  <a:pt x="62925" y="40971"/>
                  <a:pt x="62800" y="41046"/>
                </a:cubicBezTo>
                <a:cubicBezTo>
                  <a:pt x="62676" y="41095"/>
                  <a:pt x="62552" y="41145"/>
                  <a:pt x="62452" y="41195"/>
                </a:cubicBezTo>
                <a:cubicBezTo>
                  <a:pt x="62352" y="41220"/>
                  <a:pt x="62253" y="41294"/>
                  <a:pt x="62178" y="41319"/>
                </a:cubicBezTo>
                <a:cubicBezTo>
                  <a:pt x="62079" y="41344"/>
                  <a:pt x="62029" y="41369"/>
                  <a:pt x="61929" y="41444"/>
                </a:cubicBezTo>
                <a:lnTo>
                  <a:pt x="61855" y="41444"/>
                </a:lnTo>
                <a:cubicBezTo>
                  <a:pt x="61730" y="41494"/>
                  <a:pt x="61606" y="41543"/>
                  <a:pt x="61481" y="41593"/>
                </a:cubicBezTo>
                <a:cubicBezTo>
                  <a:pt x="61332" y="41668"/>
                  <a:pt x="61133" y="41767"/>
                  <a:pt x="60983" y="41842"/>
                </a:cubicBezTo>
                <a:lnTo>
                  <a:pt x="60959" y="41842"/>
                </a:lnTo>
                <a:cubicBezTo>
                  <a:pt x="60959" y="41842"/>
                  <a:pt x="60934" y="41842"/>
                  <a:pt x="60934" y="41892"/>
                </a:cubicBezTo>
                <a:cubicBezTo>
                  <a:pt x="60809" y="41942"/>
                  <a:pt x="60685" y="42016"/>
                  <a:pt x="60510" y="42066"/>
                </a:cubicBezTo>
                <a:cubicBezTo>
                  <a:pt x="60486" y="42066"/>
                  <a:pt x="60461" y="42091"/>
                  <a:pt x="60436" y="42116"/>
                </a:cubicBezTo>
                <a:cubicBezTo>
                  <a:pt x="60386" y="42166"/>
                  <a:pt x="60361" y="42166"/>
                  <a:pt x="60336" y="42190"/>
                </a:cubicBezTo>
                <a:cubicBezTo>
                  <a:pt x="60336" y="42190"/>
                  <a:pt x="60311" y="42190"/>
                  <a:pt x="60311" y="42215"/>
                </a:cubicBezTo>
                <a:cubicBezTo>
                  <a:pt x="60212" y="42240"/>
                  <a:pt x="60137" y="42315"/>
                  <a:pt x="60062" y="42340"/>
                </a:cubicBezTo>
                <a:lnTo>
                  <a:pt x="60013" y="42340"/>
                </a:lnTo>
                <a:cubicBezTo>
                  <a:pt x="60013" y="42340"/>
                  <a:pt x="59988" y="42340"/>
                  <a:pt x="59988" y="42365"/>
                </a:cubicBezTo>
                <a:cubicBezTo>
                  <a:pt x="59838" y="42439"/>
                  <a:pt x="59714" y="42539"/>
                  <a:pt x="59565" y="42589"/>
                </a:cubicBezTo>
                <a:cubicBezTo>
                  <a:pt x="59465" y="42614"/>
                  <a:pt x="59390" y="42688"/>
                  <a:pt x="59316" y="42713"/>
                </a:cubicBezTo>
                <a:cubicBezTo>
                  <a:pt x="59216" y="42788"/>
                  <a:pt x="59117" y="42813"/>
                  <a:pt x="59017" y="42863"/>
                </a:cubicBezTo>
                <a:cubicBezTo>
                  <a:pt x="58868" y="42962"/>
                  <a:pt x="58718" y="43037"/>
                  <a:pt x="58569" y="43111"/>
                </a:cubicBezTo>
                <a:lnTo>
                  <a:pt x="58096" y="43410"/>
                </a:lnTo>
                <a:lnTo>
                  <a:pt x="58071" y="43410"/>
                </a:lnTo>
                <a:cubicBezTo>
                  <a:pt x="57897" y="43510"/>
                  <a:pt x="57748" y="43584"/>
                  <a:pt x="57573" y="43709"/>
                </a:cubicBezTo>
                <a:cubicBezTo>
                  <a:pt x="57399" y="43808"/>
                  <a:pt x="57250" y="43908"/>
                  <a:pt x="57125" y="43983"/>
                </a:cubicBezTo>
                <a:cubicBezTo>
                  <a:pt x="56976" y="44082"/>
                  <a:pt x="56827" y="44182"/>
                  <a:pt x="56652" y="44306"/>
                </a:cubicBezTo>
                <a:cubicBezTo>
                  <a:pt x="56627" y="44306"/>
                  <a:pt x="56627" y="44331"/>
                  <a:pt x="56603" y="44331"/>
                </a:cubicBezTo>
                <a:cubicBezTo>
                  <a:pt x="56528" y="44356"/>
                  <a:pt x="56503" y="44406"/>
                  <a:pt x="56453" y="44431"/>
                </a:cubicBezTo>
                <a:cubicBezTo>
                  <a:pt x="56379" y="44480"/>
                  <a:pt x="56329" y="44530"/>
                  <a:pt x="56229" y="44580"/>
                </a:cubicBezTo>
                <a:cubicBezTo>
                  <a:pt x="56204" y="44580"/>
                  <a:pt x="56204" y="44605"/>
                  <a:pt x="56155" y="44605"/>
                </a:cubicBezTo>
                <a:cubicBezTo>
                  <a:pt x="56155" y="44605"/>
                  <a:pt x="56130" y="44605"/>
                  <a:pt x="56130" y="44655"/>
                </a:cubicBezTo>
                <a:cubicBezTo>
                  <a:pt x="55980" y="44754"/>
                  <a:pt x="55831" y="44854"/>
                  <a:pt x="55657" y="44953"/>
                </a:cubicBezTo>
                <a:cubicBezTo>
                  <a:pt x="55507" y="44804"/>
                  <a:pt x="55358" y="44605"/>
                  <a:pt x="55209" y="44456"/>
                </a:cubicBezTo>
                <a:cubicBezTo>
                  <a:pt x="57399" y="42589"/>
                  <a:pt x="59714" y="40797"/>
                  <a:pt x="62103" y="39079"/>
                </a:cubicBezTo>
                <a:close/>
                <a:moveTo>
                  <a:pt x="73802" y="44829"/>
                </a:moveTo>
                <a:cubicBezTo>
                  <a:pt x="74400" y="44929"/>
                  <a:pt x="75022" y="44953"/>
                  <a:pt x="75619" y="44953"/>
                </a:cubicBezTo>
                <a:cubicBezTo>
                  <a:pt x="75545" y="45003"/>
                  <a:pt x="75520" y="45003"/>
                  <a:pt x="75470" y="45028"/>
                </a:cubicBezTo>
                <a:lnTo>
                  <a:pt x="75346" y="45028"/>
                </a:lnTo>
                <a:cubicBezTo>
                  <a:pt x="74773" y="45028"/>
                  <a:pt x="74250" y="44953"/>
                  <a:pt x="73678" y="44879"/>
                </a:cubicBezTo>
                <a:cubicBezTo>
                  <a:pt x="73728" y="44879"/>
                  <a:pt x="73777" y="44829"/>
                  <a:pt x="73802" y="44829"/>
                </a:cubicBezTo>
                <a:close/>
                <a:moveTo>
                  <a:pt x="78158" y="44829"/>
                </a:moveTo>
                <a:lnTo>
                  <a:pt x="78233" y="44904"/>
                </a:lnTo>
                <a:lnTo>
                  <a:pt x="78233" y="44953"/>
                </a:lnTo>
                <a:lnTo>
                  <a:pt x="78233" y="45028"/>
                </a:lnTo>
                <a:lnTo>
                  <a:pt x="78183" y="44978"/>
                </a:lnTo>
                <a:lnTo>
                  <a:pt x="78158" y="44953"/>
                </a:lnTo>
                <a:lnTo>
                  <a:pt x="78158" y="44929"/>
                </a:lnTo>
                <a:lnTo>
                  <a:pt x="78158" y="44829"/>
                </a:lnTo>
                <a:close/>
                <a:moveTo>
                  <a:pt x="55184" y="44555"/>
                </a:moveTo>
                <a:cubicBezTo>
                  <a:pt x="55333" y="44704"/>
                  <a:pt x="55482" y="44904"/>
                  <a:pt x="55632" y="45053"/>
                </a:cubicBezTo>
                <a:lnTo>
                  <a:pt x="55607" y="45053"/>
                </a:lnTo>
                <a:lnTo>
                  <a:pt x="55582" y="45078"/>
                </a:lnTo>
                <a:lnTo>
                  <a:pt x="55308" y="44804"/>
                </a:lnTo>
                <a:lnTo>
                  <a:pt x="55109" y="44605"/>
                </a:lnTo>
                <a:lnTo>
                  <a:pt x="55184" y="44555"/>
                </a:lnTo>
                <a:close/>
                <a:moveTo>
                  <a:pt x="63224" y="41046"/>
                </a:moveTo>
                <a:lnTo>
                  <a:pt x="63224" y="41070"/>
                </a:lnTo>
                <a:cubicBezTo>
                  <a:pt x="63099" y="41145"/>
                  <a:pt x="62975" y="41195"/>
                  <a:pt x="62875" y="41270"/>
                </a:cubicBezTo>
                <a:cubicBezTo>
                  <a:pt x="62751" y="41319"/>
                  <a:pt x="62626" y="41344"/>
                  <a:pt x="62502" y="41419"/>
                </a:cubicBezTo>
                <a:cubicBezTo>
                  <a:pt x="62427" y="41444"/>
                  <a:pt x="62328" y="41518"/>
                  <a:pt x="62228" y="41543"/>
                </a:cubicBezTo>
                <a:cubicBezTo>
                  <a:pt x="62178" y="41568"/>
                  <a:pt x="62079" y="41593"/>
                  <a:pt x="62029" y="41643"/>
                </a:cubicBezTo>
                <a:cubicBezTo>
                  <a:pt x="61855" y="41693"/>
                  <a:pt x="61730" y="41767"/>
                  <a:pt x="61581" y="41817"/>
                </a:cubicBezTo>
                <a:cubicBezTo>
                  <a:pt x="61431" y="41892"/>
                  <a:pt x="61282" y="41966"/>
                  <a:pt x="61108" y="42041"/>
                </a:cubicBezTo>
                <a:cubicBezTo>
                  <a:pt x="60959" y="42141"/>
                  <a:pt x="60809" y="42190"/>
                  <a:pt x="60610" y="42290"/>
                </a:cubicBezTo>
                <a:cubicBezTo>
                  <a:pt x="60486" y="42340"/>
                  <a:pt x="60361" y="42415"/>
                  <a:pt x="60262" y="42464"/>
                </a:cubicBezTo>
                <a:cubicBezTo>
                  <a:pt x="60237" y="42464"/>
                  <a:pt x="60237" y="42514"/>
                  <a:pt x="60212" y="42514"/>
                </a:cubicBezTo>
                <a:cubicBezTo>
                  <a:pt x="60013" y="42589"/>
                  <a:pt x="59838" y="42688"/>
                  <a:pt x="59689" y="42788"/>
                </a:cubicBezTo>
                <a:cubicBezTo>
                  <a:pt x="59614" y="42813"/>
                  <a:pt x="59540" y="42887"/>
                  <a:pt x="59465" y="42912"/>
                </a:cubicBezTo>
                <a:cubicBezTo>
                  <a:pt x="59440" y="42912"/>
                  <a:pt x="59440" y="42937"/>
                  <a:pt x="59415" y="42937"/>
                </a:cubicBezTo>
                <a:cubicBezTo>
                  <a:pt x="59365" y="42937"/>
                  <a:pt x="59365" y="42962"/>
                  <a:pt x="59341" y="42962"/>
                </a:cubicBezTo>
                <a:cubicBezTo>
                  <a:pt x="59316" y="42962"/>
                  <a:pt x="59316" y="43012"/>
                  <a:pt x="59291" y="43012"/>
                </a:cubicBezTo>
                <a:cubicBezTo>
                  <a:pt x="59092" y="43136"/>
                  <a:pt x="58917" y="43211"/>
                  <a:pt x="58693" y="43335"/>
                </a:cubicBezTo>
                <a:cubicBezTo>
                  <a:pt x="58669" y="43335"/>
                  <a:pt x="58669" y="43360"/>
                  <a:pt x="58619" y="43360"/>
                </a:cubicBezTo>
                <a:cubicBezTo>
                  <a:pt x="58594" y="43360"/>
                  <a:pt x="58594" y="43410"/>
                  <a:pt x="58569" y="43410"/>
                </a:cubicBezTo>
                <a:lnTo>
                  <a:pt x="58544" y="43435"/>
                </a:lnTo>
                <a:cubicBezTo>
                  <a:pt x="58494" y="43435"/>
                  <a:pt x="58494" y="43460"/>
                  <a:pt x="58469" y="43460"/>
                </a:cubicBezTo>
                <a:cubicBezTo>
                  <a:pt x="58469" y="43460"/>
                  <a:pt x="58445" y="43460"/>
                  <a:pt x="58445" y="43485"/>
                </a:cubicBezTo>
                <a:cubicBezTo>
                  <a:pt x="58420" y="43535"/>
                  <a:pt x="58370" y="43535"/>
                  <a:pt x="58345" y="43559"/>
                </a:cubicBezTo>
                <a:cubicBezTo>
                  <a:pt x="58121" y="43684"/>
                  <a:pt x="57947" y="43808"/>
                  <a:pt x="57723" y="43933"/>
                </a:cubicBezTo>
                <a:cubicBezTo>
                  <a:pt x="57698" y="43958"/>
                  <a:pt x="57673" y="43958"/>
                  <a:pt x="57623" y="43983"/>
                </a:cubicBezTo>
                <a:cubicBezTo>
                  <a:pt x="57598" y="44032"/>
                  <a:pt x="57573" y="44032"/>
                  <a:pt x="57548" y="44057"/>
                </a:cubicBezTo>
                <a:cubicBezTo>
                  <a:pt x="57499" y="44057"/>
                  <a:pt x="57499" y="44082"/>
                  <a:pt x="57474" y="44082"/>
                </a:cubicBezTo>
                <a:cubicBezTo>
                  <a:pt x="57449" y="44107"/>
                  <a:pt x="57424" y="44107"/>
                  <a:pt x="57374" y="44157"/>
                </a:cubicBezTo>
                <a:cubicBezTo>
                  <a:pt x="57175" y="44281"/>
                  <a:pt x="56951" y="44431"/>
                  <a:pt x="56752" y="44555"/>
                </a:cubicBezTo>
                <a:cubicBezTo>
                  <a:pt x="56702" y="44580"/>
                  <a:pt x="56627" y="44655"/>
                  <a:pt x="56553" y="44704"/>
                </a:cubicBezTo>
                <a:cubicBezTo>
                  <a:pt x="56503" y="44729"/>
                  <a:pt x="56478" y="44779"/>
                  <a:pt x="56453" y="44779"/>
                </a:cubicBezTo>
                <a:cubicBezTo>
                  <a:pt x="56304" y="44904"/>
                  <a:pt x="56105" y="44978"/>
                  <a:pt x="55955" y="45103"/>
                </a:cubicBezTo>
                <a:lnTo>
                  <a:pt x="55931" y="45078"/>
                </a:lnTo>
                <a:lnTo>
                  <a:pt x="55881" y="45053"/>
                </a:lnTo>
                <a:cubicBezTo>
                  <a:pt x="56080" y="44929"/>
                  <a:pt x="56229" y="44804"/>
                  <a:pt x="56428" y="44680"/>
                </a:cubicBezTo>
                <a:lnTo>
                  <a:pt x="56702" y="44480"/>
                </a:lnTo>
                <a:cubicBezTo>
                  <a:pt x="56752" y="44456"/>
                  <a:pt x="56827" y="44406"/>
                  <a:pt x="56876" y="44356"/>
                </a:cubicBezTo>
                <a:cubicBezTo>
                  <a:pt x="57051" y="44281"/>
                  <a:pt x="57175" y="44182"/>
                  <a:pt x="57324" y="44082"/>
                </a:cubicBezTo>
                <a:cubicBezTo>
                  <a:pt x="57449" y="44032"/>
                  <a:pt x="57548" y="43933"/>
                  <a:pt x="57673" y="43858"/>
                </a:cubicBezTo>
                <a:cubicBezTo>
                  <a:pt x="57847" y="43734"/>
                  <a:pt x="58046" y="43609"/>
                  <a:pt x="58220" y="43535"/>
                </a:cubicBezTo>
                <a:cubicBezTo>
                  <a:pt x="58345" y="43435"/>
                  <a:pt x="58469" y="43360"/>
                  <a:pt x="58619" y="43286"/>
                </a:cubicBezTo>
                <a:cubicBezTo>
                  <a:pt x="58818" y="43186"/>
                  <a:pt x="58967" y="43087"/>
                  <a:pt x="59166" y="42987"/>
                </a:cubicBezTo>
                <a:cubicBezTo>
                  <a:pt x="59316" y="42912"/>
                  <a:pt x="59465" y="42813"/>
                  <a:pt x="59589" y="42738"/>
                </a:cubicBezTo>
                <a:cubicBezTo>
                  <a:pt x="59739" y="42663"/>
                  <a:pt x="59913" y="42589"/>
                  <a:pt x="60062" y="42489"/>
                </a:cubicBezTo>
                <a:cubicBezTo>
                  <a:pt x="60087" y="42464"/>
                  <a:pt x="60162" y="42464"/>
                  <a:pt x="60187" y="42439"/>
                </a:cubicBezTo>
                <a:lnTo>
                  <a:pt x="60560" y="42240"/>
                </a:lnTo>
                <a:lnTo>
                  <a:pt x="60934" y="42066"/>
                </a:lnTo>
                <a:cubicBezTo>
                  <a:pt x="60983" y="42041"/>
                  <a:pt x="61008" y="42041"/>
                  <a:pt x="61083" y="41991"/>
                </a:cubicBezTo>
                <a:cubicBezTo>
                  <a:pt x="61232" y="41942"/>
                  <a:pt x="61357" y="41842"/>
                  <a:pt x="61506" y="41792"/>
                </a:cubicBezTo>
                <a:cubicBezTo>
                  <a:pt x="61631" y="41718"/>
                  <a:pt x="61730" y="41693"/>
                  <a:pt x="61855" y="41618"/>
                </a:cubicBezTo>
                <a:cubicBezTo>
                  <a:pt x="62079" y="41543"/>
                  <a:pt x="62253" y="41444"/>
                  <a:pt x="62477" y="41344"/>
                </a:cubicBezTo>
                <a:cubicBezTo>
                  <a:pt x="62576" y="41319"/>
                  <a:pt x="62676" y="41294"/>
                  <a:pt x="62751" y="41220"/>
                </a:cubicBezTo>
                <a:lnTo>
                  <a:pt x="63224" y="41046"/>
                </a:lnTo>
                <a:close/>
                <a:moveTo>
                  <a:pt x="73130" y="45028"/>
                </a:moveTo>
                <a:cubicBezTo>
                  <a:pt x="73130" y="45053"/>
                  <a:pt x="73080" y="45078"/>
                  <a:pt x="73080" y="45128"/>
                </a:cubicBezTo>
                <a:lnTo>
                  <a:pt x="73080" y="45053"/>
                </a:lnTo>
                <a:lnTo>
                  <a:pt x="73130" y="45028"/>
                </a:lnTo>
                <a:close/>
                <a:moveTo>
                  <a:pt x="22228" y="36466"/>
                </a:moveTo>
                <a:cubicBezTo>
                  <a:pt x="23970" y="37113"/>
                  <a:pt x="26111" y="38208"/>
                  <a:pt x="28426" y="39602"/>
                </a:cubicBezTo>
                <a:cubicBezTo>
                  <a:pt x="28003" y="40050"/>
                  <a:pt x="27629" y="40473"/>
                  <a:pt x="27231" y="40946"/>
                </a:cubicBezTo>
                <a:cubicBezTo>
                  <a:pt x="27131" y="41070"/>
                  <a:pt x="27057" y="41170"/>
                  <a:pt x="26907" y="41294"/>
                </a:cubicBezTo>
                <a:cubicBezTo>
                  <a:pt x="26260" y="42041"/>
                  <a:pt x="25613" y="42813"/>
                  <a:pt x="24966" y="43584"/>
                </a:cubicBezTo>
                <a:cubicBezTo>
                  <a:pt x="24891" y="43659"/>
                  <a:pt x="24866" y="43709"/>
                  <a:pt x="24792" y="43784"/>
                </a:cubicBezTo>
                <a:lnTo>
                  <a:pt x="23672" y="45177"/>
                </a:lnTo>
                <a:cubicBezTo>
                  <a:pt x="21879" y="43286"/>
                  <a:pt x="20436" y="41568"/>
                  <a:pt x="19490" y="40100"/>
                </a:cubicBezTo>
                <a:cubicBezTo>
                  <a:pt x="19789" y="39677"/>
                  <a:pt x="20062" y="39278"/>
                  <a:pt x="20386" y="38830"/>
                </a:cubicBezTo>
                <a:lnTo>
                  <a:pt x="20411" y="38805"/>
                </a:lnTo>
                <a:cubicBezTo>
                  <a:pt x="20784" y="38283"/>
                  <a:pt x="21183" y="37760"/>
                  <a:pt x="21606" y="37237"/>
                </a:cubicBezTo>
                <a:cubicBezTo>
                  <a:pt x="21631" y="37212"/>
                  <a:pt x="21655" y="37187"/>
                  <a:pt x="21655" y="37138"/>
                </a:cubicBezTo>
                <a:cubicBezTo>
                  <a:pt x="21855" y="36889"/>
                  <a:pt x="22029" y="36690"/>
                  <a:pt x="22228" y="36466"/>
                </a:cubicBezTo>
                <a:close/>
                <a:moveTo>
                  <a:pt x="72657" y="44904"/>
                </a:moveTo>
                <a:lnTo>
                  <a:pt x="72657" y="44953"/>
                </a:lnTo>
                <a:cubicBezTo>
                  <a:pt x="72408" y="45028"/>
                  <a:pt x="72184" y="45128"/>
                  <a:pt x="71935" y="45177"/>
                </a:cubicBezTo>
                <a:cubicBezTo>
                  <a:pt x="71985" y="45153"/>
                  <a:pt x="71985" y="45128"/>
                  <a:pt x="72010" y="45128"/>
                </a:cubicBezTo>
                <a:cubicBezTo>
                  <a:pt x="72234" y="45053"/>
                  <a:pt x="72433" y="45003"/>
                  <a:pt x="72657" y="44904"/>
                </a:cubicBezTo>
                <a:close/>
                <a:moveTo>
                  <a:pt x="55756" y="45202"/>
                </a:moveTo>
                <a:lnTo>
                  <a:pt x="55781" y="45227"/>
                </a:lnTo>
                <a:cubicBezTo>
                  <a:pt x="55781" y="45227"/>
                  <a:pt x="55756" y="45227"/>
                  <a:pt x="55756" y="45277"/>
                </a:cubicBezTo>
                <a:lnTo>
                  <a:pt x="55731" y="45302"/>
                </a:lnTo>
                <a:cubicBezTo>
                  <a:pt x="55731" y="45277"/>
                  <a:pt x="55731" y="45277"/>
                  <a:pt x="55706" y="45227"/>
                </a:cubicBezTo>
                <a:cubicBezTo>
                  <a:pt x="55731" y="45202"/>
                  <a:pt x="55731" y="45202"/>
                  <a:pt x="55756" y="45202"/>
                </a:cubicBezTo>
                <a:close/>
                <a:moveTo>
                  <a:pt x="28575" y="39701"/>
                </a:moveTo>
                <a:cubicBezTo>
                  <a:pt x="28600" y="39701"/>
                  <a:pt x="28600" y="39726"/>
                  <a:pt x="28625" y="39726"/>
                </a:cubicBezTo>
                <a:cubicBezTo>
                  <a:pt x="26957" y="41568"/>
                  <a:pt x="25364" y="43435"/>
                  <a:pt x="23846" y="45327"/>
                </a:cubicBezTo>
                <a:lnTo>
                  <a:pt x="23821" y="45302"/>
                </a:lnTo>
                <a:cubicBezTo>
                  <a:pt x="24145" y="44879"/>
                  <a:pt x="24493" y="44456"/>
                  <a:pt x="24841" y="44032"/>
                </a:cubicBezTo>
                <a:cubicBezTo>
                  <a:pt x="24991" y="43833"/>
                  <a:pt x="25115" y="43684"/>
                  <a:pt x="25265" y="43510"/>
                </a:cubicBezTo>
                <a:cubicBezTo>
                  <a:pt x="25837" y="42813"/>
                  <a:pt x="26385" y="42166"/>
                  <a:pt x="26982" y="41518"/>
                </a:cubicBezTo>
                <a:cubicBezTo>
                  <a:pt x="27206" y="41270"/>
                  <a:pt x="27455" y="40971"/>
                  <a:pt x="27679" y="40722"/>
                </a:cubicBezTo>
                <a:cubicBezTo>
                  <a:pt x="27978" y="40398"/>
                  <a:pt x="28252" y="40050"/>
                  <a:pt x="28575" y="39701"/>
                </a:cubicBezTo>
                <a:close/>
                <a:moveTo>
                  <a:pt x="19341" y="40274"/>
                </a:moveTo>
                <a:cubicBezTo>
                  <a:pt x="20286" y="41693"/>
                  <a:pt x="21730" y="43410"/>
                  <a:pt x="23522" y="45302"/>
                </a:cubicBezTo>
                <a:cubicBezTo>
                  <a:pt x="23572" y="45327"/>
                  <a:pt x="23522" y="45327"/>
                  <a:pt x="23522" y="45377"/>
                </a:cubicBezTo>
                <a:cubicBezTo>
                  <a:pt x="21705" y="43460"/>
                  <a:pt x="20286" y="41767"/>
                  <a:pt x="19291" y="40324"/>
                </a:cubicBezTo>
                <a:cubicBezTo>
                  <a:pt x="19291" y="40299"/>
                  <a:pt x="19341" y="40299"/>
                  <a:pt x="19341" y="40274"/>
                </a:cubicBezTo>
                <a:close/>
                <a:moveTo>
                  <a:pt x="117436" y="31687"/>
                </a:moveTo>
                <a:lnTo>
                  <a:pt x="117436" y="31687"/>
                </a:lnTo>
                <a:cubicBezTo>
                  <a:pt x="118034" y="35868"/>
                  <a:pt x="117660" y="40548"/>
                  <a:pt x="116466" y="45451"/>
                </a:cubicBezTo>
                <a:cubicBezTo>
                  <a:pt x="116590" y="42838"/>
                  <a:pt x="116366" y="40349"/>
                  <a:pt x="115794" y="38059"/>
                </a:cubicBezTo>
                <a:cubicBezTo>
                  <a:pt x="115819" y="37984"/>
                  <a:pt x="115819" y="37959"/>
                  <a:pt x="115843" y="37909"/>
                </a:cubicBezTo>
                <a:cubicBezTo>
                  <a:pt x="115843" y="37859"/>
                  <a:pt x="115868" y="37835"/>
                  <a:pt x="115868" y="37810"/>
                </a:cubicBezTo>
                <a:cubicBezTo>
                  <a:pt x="115968" y="37586"/>
                  <a:pt x="116092" y="37337"/>
                  <a:pt x="116192" y="37113"/>
                </a:cubicBezTo>
                <a:cubicBezTo>
                  <a:pt x="116217" y="37063"/>
                  <a:pt x="116242" y="36963"/>
                  <a:pt x="116291" y="36914"/>
                </a:cubicBezTo>
                <a:cubicBezTo>
                  <a:pt x="116366" y="36690"/>
                  <a:pt x="116441" y="36466"/>
                  <a:pt x="116540" y="36242"/>
                </a:cubicBezTo>
                <a:lnTo>
                  <a:pt x="116615" y="35968"/>
                </a:lnTo>
                <a:cubicBezTo>
                  <a:pt x="116690" y="35744"/>
                  <a:pt x="116739" y="35569"/>
                  <a:pt x="116814" y="35345"/>
                </a:cubicBezTo>
                <a:cubicBezTo>
                  <a:pt x="116839" y="35246"/>
                  <a:pt x="116864" y="35121"/>
                  <a:pt x="116914" y="35047"/>
                </a:cubicBezTo>
                <a:cubicBezTo>
                  <a:pt x="116964" y="34848"/>
                  <a:pt x="116988" y="34624"/>
                  <a:pt x="117063" y="34449"/>
                </a:cubicBezTo>
                <a:cubicBezTo>
                  <a:pt x="117088" y="34325"/>
                  <a:pt x="117113" y="34200"/>
                  <a:pt x="117113" y="34076"/>
                </a:cubicBezTo>
                <a:lnTo>
                  <a:pt x="117212" y="33504"/>
                </a:lnTo>
                <a:cubicBezTo>
                  <a:pt x="117212" y="33454"/>
                  <a:pt x="117237" y="33379"/>
                  <a:pt x="117237" y="33329"/>
                </a:cubicBezTo>
                <a:cubicBezTo>
                  <a:pt x="117287" y="33255"/>
                  <a:pt x="117287" y="33230"/>
                  <a:pt x="117287" y="33205"/>
                </a:cubicBezTo>
                <a:cubicBezTo>
                  <a:pt x="117287" y="33130"/>
                  <a:pt x="117312" y="33080"/>
                  <a:pt x="117312" y="33006"/>
                </a:cubicBezTo>
                <a:cubicBezTo>
                  <a:pt x="117337" y="32856"/>
                  <a:pt x="117362" y="32682"/>
                  <a:pt x="117362" y="32508"/>
                </a:cubicBezTo>
                <a:lnTo>
                  <a:pt x="117362" y="32359"/>
                </a:lnTo>
                <a:lnTo>
                  <a:pt x="117362" y="32309"/>
                </a:lnTo>
                <a:cubicBezTo>
                  <a:pt x="117362" y="32184"/>
                  <a:pt x="117412" y="32010"/>
                  <a:pt x="117412" y="31886"/>
                </a:cubicBezTo>
                <a:cubicBezTo>
                  <a:pt x="117412" y="31836"/>
                  <a:pt x="117412" y="31761"/>
                  <a:pt x="117436" y="31687"/>
                </a:cubicBezTo>
                <a:close/>
                <a:moveTo>
                  <a:pt x="72906" y="45078"/>
                </a:moveTo>
                <a:cubicBezTo>
                  <a:pt x="72931" y="45227"/>
                  <a:pt x="72931" y="45377"/>
                  <a:pt x="72981" y="45526"/>
                </a:cubicBezTo>
                <a:cubicBezTo>
                  <a:pt x="72981" y="45551"/>
                  <a:pt x="72931" y="45625"/>
                  <a:pt x="72931" y="45650"/>
                </a:cubicBezTo>
                <a:cubicBezTo>
                  <a:pt x="72906" y="45451"/>
                  <a:pt x="72881" y="45302"/>
                  <a:pt x="72881" y="45128"/>
                </a:cubicBezTo>
                <a:cubicBezTo>
                  <a:pt x="72881" y="45078"/>
                  <a:pt x="72906" y="45078"/>
                  <a:pt x="72906" y="45078"/>
                </a:cubicBezTo>
                <a:close/>
                <a:moveTo>
                  <a:pt x="73379" y="45003"/>
                </a:moveTo>
                <a:lnTo>
                  <a:pt x="73180" y="45650"/>
                </a:lnTo>
                <a:cubicBezTo>
                  <a:pt x="73180" y="45625"/>
                  <a:pt x="73155" y="45551"/>
                  <a:pt x="73155" y="45526"/>
                </a:cubicBezTo>
                <a:cubicBezTo>
                  <a:pt x="73205" y="45327"/>
                  <a:pt x="73280" y="45177"/>
                  <a:pt x="73304" y="45003"/>
                </a:cubicBezTo>
                <a:close/>
                <a:moveTo>
                  <a:pt x="99938" y="37660"/>
                </a:moveTo>
                <a:cubicBezTo>
                  <a:pt x="100411" y="37835"/>
                  <a:pt x="100884" y="38059"/>
                  <a:pt x="101357" y="38283"/>
                </a:cubicBezTo>
                <a:cubicBezTo>
                  <a:pt x="100610" y="40249"/>
                  <a:pt x="99739" y="42315"/>
                  <a:pt x="98768" y="44331"/>
                </a:cubicBezTo>
                <a:cubicBezTo>
                  <a:pt x="98693" y="44381"/>
                  <a:pt x="98619" y="44431"/>
                  <a:pt x="98544" y="44456"/>
                </a:cubicBezTo>
                <a:cubicBezTo>
                  <a:pt x="98445" y="44505"/>
                  <a:pt x="98395" y="44530"/>
                  <a:pt x="98295" y="44580"/>
                </a:cubicBezTo>
                <a:cubicBezTo>
                  <a:pt x="98046" y="44704"/>
                  <a:pt x="97797" y="44829"/>
                  <a:pt x="97524" y="44929"/>
                </a:cubicBezTo>
                <a:cubicBezTo>
                  <a:pt x="97449" y="44953"/>
                  <a:pt x="97399" y="45003"/>
                  <a:pt x="97300" y="45028"/>
                </a:cubicBezTo>
                <a:cubicBezTo>
                  <a:pt x="97026" y="45153"/>
                  <a:pt x="96752" y="45252"/>
                  <a:pt x="96503" y="45327"/>
                </a:cubicBezTo>
                <a:cubicBezTo>
                  <a:pt x="96428" y="45377"/>
                  <a:pt x="96379" y="45377"/>
                  <a:pt x="96329" y="45401"/>
                </a:cubicBezTo>
                <a:cubicBezTo>
                  <a:pt x="96080" y="45501"/>
                  <a:pt x="95831" y="45551"/>
                  <a:pt x="95632" y="45650"/>
                </a:cubicBezTo>
                <a:cubicBezTo>
                  <a:pt x="94711" y="44754"/>
                  <a:pt x="93591" y="44008"/>
                  <a:pt x="92321" y="43460"/>
                </a:cubicBezTo>
                <a:cubicBezTo>
                  <a:pt x="95134" y="42190"/>
                  <a:pt x="97772" y="40199"/>
                  <a:pt x="99938" y="37660"/>
                </a:cubicBezTo>
                <a:close/>
                <a:moveTo>
                  <a:pt x="14638" y="40456"/>
                </a:moveTo>
                <a:cubicBezTo>
                  <a:pt x="14595" y="40521"/>
                  <a:pt x="14553" y="40584"/>
                  <a:pt x="14512" y="40647"/>
                </a:cubicBezTo>
                <a:cubicBezTo>
                  <a:pt x="14039" y="41319"/>
                  <a:pt x="13541" y="42066"/>
                  <a:pt x="13043" y="42838"/>
                </a:cubicBezTo>
                <a:cubicBezTo>
                  <a:pt x="12944" y="42962"/>
                  <a:pt x="12869" y="43136"/>
                  <a:pt x="12769" y="43261"/>
                </a:cubicBezTo>
                <a:cubicBezTo>
                  <a:pt x="12228" y="44059"/>
                  <a:pt x="11702" y="44882"/>
                  <a:pt x="11207" y="45673"/>
                </a:cubicBezTo>
                <a:lnTo>
                  <a:pt x="11207" y="45673"/>
                </a:lnTo>
                <a:cubicBezTo>
                  <a:pt x="11728" y="44828"/>
                  <a:pt x="12253" y="43947"/>
                  <a:pt x="12819" y="43087"/>
                </a:cubicBezTo>
                <a:cubicBezTo>
                  <a:pt x="12869" y="43037"/>
                  <a:pt x="12919" y="42962"/>
                  <a:pt x="12944" y="42912"/>
                </a:cubicBezTo>
                <a:cubicBezTo>
                  <a:pt x="13441" y="42166"/>
                  <a:pt x="13939" y="41444"/>
                  <a:pt x="14437" y="40722"/>
                </a:cubicBezTo>
                <a:cubicBezTo>
                  <a:pt x="14505" y="40635"/>
                  <a:pt x="14571" y="40546"/>
                  <a:pt x="14638" y="40456"/>
                </a:cubicBezTo>
                <a:close/>
                <a:moveTo>
                  <a:pt x="42838" y="27903"/>
                </a:moveTo>
                <a:cubicBezTo>
                  <a:pt x="44281" y="30517"/>
                  <a:pt x="45999" y="33304"/>
                  <a:pt x="47891" y="35968"/>
                </a:cubicBezTo>
                <a:cubicBezTo>
                  <a:pt x="44306" y="39054"/>
                  <a:pt x="40921" y="42290"/>
                  <a:pt x="37785" y="45675"/>
                </a:cubicBezTo>
                <a:cubicBezTo>
                  <a:pt x="35171" y="43634"/>
                  <a:pt x="32483" y="41693"/>
                  <a:pt x="29994" y="40100"/>
                </a:cubicBezTo>
                <a:cubicBezTo>
                  <a:pt x="33578" y="35669"/>
                  <a:pt x="37934" y="31462"/>
                  <a:pt x="42838" y="27903"/>
                </a:cubicBezTo>
                <a:close/>
                <a:moveTo>
                  <a:pt x="92072" y="43559"/>
                </a:moveTo>
                <a:cubicBezTo>
                  <a:pt x="93342" y="44057"/>
                  <a:pt x="94462" y="44804"/>
                  <a:pt x="95408" y="45700"/>
                </a:cubicBezTo>
                <a:lnTo>
                  <a:pt x="95308" y="45700"/>
                </a:lnTo>
                <a:cubicBezTo>
                  <a:pt x="94387" y="44804"/>
                  <a:pt x="93292" y="44082"/>
                  <a:pt x="91973" y="43584"/>
                </a:cubicBezTo>
                <a:cubicBezTo>
                  <a:pt x="92023" y="43584"/>
                  <a:pt x="92048" y="43559"/>
                  <a:pt x="92072" y="43559"/>
                </a:cubicBezTo>
                <a:close/>
                <a:moveTo>
                  <a:pt x="106730" y="41502"/>
                </a:moveTo>
                <a:cubicBezTo>
                  <a:pt x="108006" y="42414"/>
                  <a:pt x="109135" y="43398"/>
                  <a:pt x="110168" y="44431"/>
                </a:cubicBezTo>
                <a:cubicBezTo>
                  <a:pt x="110143" y="44456"/>
                  <a:pt x="110118" y="44530"/>
                  <a:pt x="110094" y="44605"/>
                </a:cubicBezTo>
                <a:cubicBezTo>
                  <a:pt x="109994" y="44704"/>
                  <a:pt x="109870" y="44804"/>
                  <a:pt x="109770" y="44904"/>
                </a:cubicBezTo>
                <a:cubicBezTo>
                  <a:pt x="109695" y="45003"/>
                  <a:pt x="109596" y="45053"/>
                  <a:pt x="109471" y="45153"/>
                </a:cubicBezTo>
                <a:cubicBezTo>
                  <a:pt x="109322" y="45277"/>
                  <a:pt x="109123" y="45401"/>
                  <a:pt x="108973" y="45526"/>
                </a:cubicBezTo>
                <a:cubicBezTo>
                  <a:pt x="108874" y="45576"/>
                  <a:pt x="108774" y="45650"/>
                  <a:pt x="108700" y="45725"/>
                </a:cubicBezTo>
                <a:cubicBezTo>
                  <a:pt x="108700" y="45675"/>
                  <a:pt x="108650" y="45650"/>
                  <a:pt x="108650" y="45576"/>
                </a:cubicBezTo>
                <a:cubicBezTo>
                  <a:pt x="108600" y="45377"/>
                  <a:pt x="108525" y="45153"/>
                  <a:pt x="108476" y="44953"/>
                </a:cubicBezTo>
                <a:lnTo>
                  <a:pt x="108376" y="44680"/>
                </a:lnTo>
                <a:cubicBezTo>
                  <a:pt x="108351" y="44605"/>
                  <a:pt x="108301" y="44530"/>
                  <a:pt x="108277" y="44456"/>
                </a:cubicBezTo>
                <a:cubicBezTo>
                  <a:pt x="108252" y="44356"/>
                  <a:pt x="108177" y="44256"/>
                  <a:pt x="108152" y="44157"/>
                </a:cubicBezTo>
                <a:cubicBezTo>
                  <a:pt x="108127" y="44082"/>
                  <a:pt x="108127" y="44057"/>
                  <a:pt x="108102" y="43983"/>
                </a:cubicBezTo>
                <a:cubicBezTo>
                  <a:pt x="108102" y="43958"/>
                  <a:pt x="108052" y="43933"/>
                  <a:pt x="108052" y="43933"/>
                </a:cubicBezTo>
                <a:cubicBezTo>
                  <a:pt x="108003" y="43808"/>
                  <a:pt x="107978" y="43684"/>
                  <a:pt x="107903" y="43584"/>
                </a:cubicBezTo>
                <a:cubicBezTo>
                  <a:pt x="107903" y="43559"/>
                  <a:pt x="107878" y="43535"/>
                  <a:pt x="107878" y="43510"/>
                </a:cubicBezTo>
                <a:lnTo>
                  <a:pt x="107779" y="43311"/>
                </a:lnTo>
                <a:cubicBezTo>
                  <a:pt x="107679" y="43136"/>
                  <a:pt x="107604" y="42912"/>
                  <a:pt x="107480" y="42713"/>
                </a:cubicBezTo>
                <a:cubicBezTo>
                  <a:pt x="107430" y="42663"/>
                  <a:pt x="107380" y="42589"/>
                  <a:pt x="107356" y="42514"/>
                </a:cubicBezTo>
                <a:cubicBezTo>
                  <a:pt x="107281" y="42415"/>
                  <a:pt x="107231" y="42290"/>
                  <a:pt x="107156" y="42190"/>
                </a:cubicBezTo>
                <a:cubicBezTo>
                  <a:pt x="107107" y="42066"/>
                  <a:pt x="107032" y="41966"/>
                  <a:pt x="106932" y="41842"/>
                </a:cubicBezTo>
                <a:cubicBezTo>
                  <a:pt x="106883" y="41718"/>
                  <a:pt x="106783" y="41643"/>
                  <a:pt x="106733" y="41518"/>
                </a:cubicBezTo>
                <a:cubicBezTo>
                  <a:pt x="106733" y="41518"/>
                  <a:pt x="106733" y="41511"/>
                  <a:pt x="106730" y="41502"/>
                </a:cubicBezTo>
                <a:close/>
                <a:moveTo>
                  <a:pt x="55507" y="45426"/>
                </a:moveTo>
                <a:lnTo>
                  <a:pt x="55557" y="45451"/>
                </a:lnTo>
                <a:lnTo>
                  <a:pt x="55582" y="45476"/>
                </a:lnTo>
                <a:cubicBezTo>
                  <a:pt x="55569" y="45473"/>
                  <a:pt x="55556" y="45471"/>
                  <a:pt x="55543" y="45471"/>
                </a:cubicBezTo>
                <a:cubicBezTo>
                  <a:pt x="55456" y="45471"/>
                  <a:pt x="55367" y="45539"/>
                  <a:pt x="55258" y="45625"/>
                </a:cubicBezTo>
                <a:cubicBezTo>
                  <a:pt x="55201" y="45663"/>
                  <a:pt x="55130" y="45716"/>
                  <a:pt x="55055" y="45772"/>
                </a:cubicBezTo>
                <a:lnTo>
                  <a:pt x="55055" y="45772"/>
                </a:lnTo>
                <a:cubicBezTo>
                  <a:pt x="55183" y="45673"/>
                  <a:pt x="55315" y="45575"/>
                  <a:pt x="55458" y="45476"/>
                </a:cubicBezTo>
                <a:cubicBezTo>
                  <a:pt x="55482" y="45476"/>
                  <a:pt x="55482" y="45451"/>
                  <a:pt x="55507" y="45426"/>
                </a:cubicBezTo>
                <a:close/>
                <a:moveTo>
                  <a:pt x="29870" y="40199"/>
                </a:moveTo>
                <a:cubicBezTo>
                  <a:pt x="32408" y="41842"/>
                  <a:pt x="35047" y="43759"/>
                  <a:pt x="37660" y="45800"/>
                </a:cubicBezTo>
                <a:lnTo>
                  <a:pt x="37636" y="45825"/>
                </a:lnTo>
                <a:cubicBezTo>
                  <a:pt x="35022" y="43784"/>
                  <a:pt x="32359" y="41892"/>
                  <a:pt x="29845" y="40249"/>
                </a:cubicBezTo>
                <a:cubicBezTo>
                  <a:pt x="29845" y="40224"/>
                  <a:pt x="29870" y="40224"/>
                  <a:pt x="29870" y="40199"/>
                </a:cubicBezTo>
                <a:close/>
                <a:moveTo>
                  <a:pt x="48015" y="36167"/>
                </a:moveTo>
                <a:cubicBezTo>
                  <a:pt x="48015" y="36192"/>
                  <a:pt x="48040" y="36192"/>
                  <a:pt x="48040" y="36217"/>
                </a:cubicBezTo>
                <a:cubicBezTo>
                  <a:pt x="44481" y="39228"/>
                  <a:pt x="41120" y="42464"/>
                  <a:pt x="38009" y="45825"/>
                </a:cubicBezTo>
                <a:cubicBezTo>
                  <a:pt x="37959" y="45825"/>
                  <a:pt x="37959" y="45800"/>
                  <a:pt x="37934" y="45800"/>
                </a:cubicBezTo>
                <a:cubicBezTo>
                  <a:pt x="41071" y="42439"/>
                  <a:pt x="44431" y="39204"/>
                  <a:pt x="48015" y="36167"/>
                </a:cubicBezTo>
                <a:close/>
                <a:moveTo>
                  <a:pt x="98619" y="44630"/>
                </a:moveTo>
                <a:cubicBezTo>
                  <a:pt x="98619" y="44630"/>
                  <a:pt x="98619" y="44655"/>
                  <a:pt x="98569" y="44655"/>
                </a:cubicBezTo>
                <a:cubicBezTo>
                  <a:pt x="98569" y="44655"/>
                  <a:pt x="98569" y="44680"/>
                  <a:pt x="98544" y="44680"/>
                </a:cubicBezTo>
                <a:cubicBezTo>
                  <a:pt x="97673" y="45153"/>
                  <a:pt x="96752" y="45526"/>
                  <a:pt x="95781" y="45825"/>
                </a:cubicBezTo>
                <a:lnTo>
                  <a:pt x="95707" y="45775"/>
                </a:lnTo>
                <a:cubicBezTo>
                  <a:pt x="96677" y="45451"/>
                  <a:pt x="97623" y="45078"/>
                  <a:pt x="98544" y="44655"/>
                </a:cubicBezTo>
                <a:cubicBezTo>
                  <a:pt x="98569" y="44655"/>
                  <a:pt x="98569" y="44630"/>
                  <a:pt x="98619" y="44630"/>
                </a:cubicBezTo>
                <a:close/>
                <a:moveTo>
                  <a:pt x="106061" y="40846"/>
                </a:moveTo>
                <a:lnTo>
                  <a:pt x="106061" y="40846"/>
                </a:lnTo>
                <a:cubicBezTo>
                  <a:pt x="106111" y="40896"/>
                  <a:pt x="106136" y="40896"/>
                  <a:pt x="106161" y="40921"/>
                </a:cubicBezTo>
                <a:cubicBezTo>
                  <a:pt x="106186" y="40946"/>
                  <a:pt x="106235" y="40946"/>
                  <a:pt x="106260" y="40971"/>
                </a:cubicBezTo>
                <a:cubicBezTo>
                  <a:pt x="106310" y="41070"/>
                  <a:pt x="106385" y="41145"/>
                  <a:pt x="106435" y="41220"/>
                </a:cubicBezTo>
                <a:cubicBezTo>
                  <a:pt x="106484" y="41294"/>
                  <a:pt x="106509" y="41319"/>
                  <a:pt x="106534" y="41394"/>
                </a:cubicBezTo>
                <a:cubicBezTo>
                  <a:pt x="106584" y="41419"/>
                  <a:pt x="106584" y="41444"/>
                  <a:pt x="106609" y="41469"/>
                </a:cubicBezTo>
                <a:cubicBezTo>
                  <a:pt x="106659" y="41543"/>
                  <a:pt x="106708" y="41643"/>
                  <a:pt x="106758" y="41693"/>
                </a:cubicBezTo>
                <a:cubicBezTo>
                  <a:pt x="106858" y="41842"/>
                  <a:pt x="106982" y="42016"/>
                  <a:pt x="107057" y="42190"/>
                </a:cubicBezTo>
                <a:cubicBezTo>
                  <a:pt x="107107" y="42215"/>
                  <a:pt x="107132" y="42290"/>
                  <a:pt x="107156" y="42315"/>
                </a:cubicBezTo>
                <a:cubicBezTo>
                  <a:pt x="107231" y="42415"/>
                  <a:pt x="107256" y="42514"/>
                  <a:pt x="107331" y="42564"/>
                </a:cubicBezTo>
                <a:cubicBezTo>
                  <a:pt x="107430" y="42763"/>
                  <a:pt x="107530" y="42962"/>
                  <a:pt x="107629" y="43186"/>
                </a:cubicBezTo>
                <a:cubicBezTo>
                  <a:pt x="107679" y="43286"/>
                  <a:pt x="107729" y="43410"/>
                  <a:pt x="107779" y="43510"/>
                </a:cubicBezTo>
                <a:cubicBezTo>
                  <a:pt x="107828" y="43559"/>
                  <a:pt x="107853" y="43634"/>
                  <a:pt x="107878" y="43709"/>
                </a:cubicBezTo>
                <a:cubicBezTo>
                  <a:pt x="107978" y="43908"/>
                  <a:pt x="108028" y="44082"/>
                  <a:pt x="108127" y="44306"/>
                </a:cubicBezTo>
                <a:cubicBezTo>
                  <a:pt x="108152" y="44406"/>
                  <a:pt x="108202" y="44505"/>
                  <a:pt x="108252" y="44580"/>
                </a:cubicBezTo>
                <a:cubicBezTo>
                  <a:pt x="108277" y="44655"/>
                  <a:pt x="108277" y="44680"/>
                  <a:pt x="108301" y="44754"/>
                </a:cubicBezTo>
                <a:cubicBezTo>
                  <a:pt x="108301" y="44779"/>
                  <a:pt x="108351" y="44804"/>
                  <a:pt x="108351" y="44804"/>
                </a:cubicBezTo>
                <a:cubicBezTo>
                  <a:pt x="108401" y="45028"/>
                  <a:pt x="108501" y="45252"/>
                  <a:pt x="108575" y="45501"/>
                </a:cubicBezTo>
                <a:cubicBezTo>
                  <a:pt x="108476" y="45650"/>
                  <a:pt x="108525" y="45750"/>
                  <a:pt x="108525" y="45849"/>
                </a:cubicBezTo>
                <a:cubicBezTo>
                  <a:pt x="108401" y="45576"/>
                  <a:pt x="108351" y="45302"/>
                  <a:pt x="108252" y="45028"/>
                </a:cubicBezTo>
                <a:cubicBezTo>
                  <a:pt x="108227" y="44953"/>
                  <a:pt x="108227" y="44904"/>
                  <a:pt x="108202" y="44879"/>
                </a:cubicBezTo>
                <a:cubicBezTo>
                  <a:pt x="108152" y="44804"/>
                  <a:pt x="108127" y="44754"/>
                  <a:pt x="108102" y="44655"/>
                </a:cubicBezTo>
                <a:cubicBezTo>
                  <a:pt x="108077" y="44555"/>
                  <a:pt x="108028" y="44456"/>
                  <a:pt x="108003" y="44331"/>
                </a:cubicBezTo>
                <a:lnTo>
                  <a:pt x="108003" y="44306"/>
                </a:lnTo>
                <a:cubicBezTo>
                  <a:pt x="107953" y="44182"/>
                  <a:pt x="107903" y="44057"/>
                  <a:pt x="107853" y="43933"/>
                </a:cubicBezTo>
                <a:cubicBezTo>
                  <a:pt x="107828" y="43833"/>
                  <a:pt x="107779" y="43784"/>
                  <a:pt x="107754" y="43684"/>
                </a:cubicBezTo>
                <a:cubicBezTo>
                  <a:pt x="107754" y="43659"/>
                  <a:pt x="107729" y="43634"/>
                  <a:pt x="107729" y="43584"/>
                </a:cubicBezTo>
                <a:cubicBezTo>
                  <a:pt x="107604" y="43311"/>
                  <a:pt x="107480" y="43062"/>
                  <a:pt x="107331" y="42788"/>
                </a:cubicBezTo>
                <a:lnTo>
                  <a:pt x="107331" y="42763"/>
                </a:lnTo>
                <a:cubicBezTo>
                  <a:pt x="107331" y="42713"/>
                  <a:pt x="107281" y="42713"/>
                  <a:pt x="107281" y="42688"/>
                </a:cubicBezTo>
                <a:cubicBezTo>
                  <a:pt x="107256" y="42663"/>
                  <a:pt x="107256" y="42639"/>
                  <a:pt x="107231" y="42589"/>
                </a:cubicBezTo>
                <a:cubicBezTo>
                  <a:pt x="107181" y="42514"/>
                  <a:pt x="107132" y="42439"/>
                  <a:pt x="107057" y="42390"/>
                </a:cubicBezTo>
                <a:cubicBezTo>
                  <a:pt x="106982" y="42190"/>
                  <a:pt x="106858" y="42016"/>
                  <a:pt x="106733" y="41817"/>
                </a:cubicBezTo>
                <a:cubicBezTo>
                  <a:pt x="106683" y="41767"/>
                  <a:pt x="106634" y="41668"/>
                  <a:pt x="106609" y="41593"/>
                </a:cubicBezTo>
                <a:cubicBezTo>
                  <a:pt x="106559" y="41543"/>
                  <a:pt x="106509" y="41469"/>
                  <a:pt x="106484" y="41419"/>
                </a:cubicBezTo>
                <a:lnTo>
                  <a:pt x="106435" y="41394"/>
                </a:lnTo>
                <a:cubicBezTo>
                  <a:pt x="106435" y="41344"/>
                  <a:pt x="106410" y="41344"/>
                  <a:pt x="106410" y="41319"/>
                </a:cubicBezTo>
                <a:cubicBezTo>
                  <a:pt x="106310" y="41195"/>
                  <a:pt x="106235" y="41095"/>
                  <a:pt x="106161" y="40971"/>
                </a:cubicBezTo>
                <a:cubicBezTo>
                  <a:pt x="106136" y="40946"/>
                  <a:pt x="106111" y="40921"/>
                  <a:pt x="106061" y="40846"/>
                </a:cubicBezTo>
                <a:close/>
                <a:moveTo>
                  <a:pt x="95532" y="45825"/>
                </a:moveTo>
                <a:cubicBezTo>
                  <a:pt x="95532" y="45825"/>
                  <a:pt x="95557" y="45825"/>
                  <a:pt x="95557" y="45849"/>
                </a:cubicBezTo>
                <a:lnTo>
                  <a:pt x="95582" y="45899"/>
                </a:lnTo>
                <a:cubicBezTo>
                  <a:pt x="95557" y="45899"/>
                  <a:pt x="95557" y="45899"/>
                  <a:pt x="95532" y="45924"/>
                </a:cubicBezTo>
                <a:cubicBezTo>
                  <a:pt x="95532" y="45899"/>
                  <a:pt x="95507" y="45899"/>
                  <a:pt x="95458" y="45849"/>
                </a:cubicBezTo>
                <a:cubicBezTo>
                  <a:pt x="95507" y="45849"/>
                  <a:pt x="95532" y="45849"/>
                  <a:pt x="95532" y="45825"/>
                </a:cubicBezTo>
                <a:close/>
                <a:moveTo>
                  <a:pt x="37785" y="45924"/>
                </a:moveTo>
                <a:cubicBezTo>
                  <a:pt x="37810" y="45924"/>
                  <a:pt x="37810" y="45949"/>
                  <a:pt x="37835" y="45949"/>
                </a:cubicBezTo>
                <a:lnTo>
                  <a:pt x="37810" y="45999"/>
                </a:lnTo>
                <a:cubicBezTo>
                  <a:pt x="37810" y="45999"/>
                  <a:pt x="37785" y="45999"/>
                  <a:pt x="37760" y="45949"/>
                </a:cubicBezTo>
                <a:lnTo>
                  <a:pt x="37785" y="45924"/>
                </a:lnTo>
                <a:close/>
                <a:moveTo>
                  <a:pt x="109944" y="45003"/>
                </a:moveTo>
                <a:cubicBezTo>
                  <a:pt x="109944" y="45028"/>
                  <a:pt x="109894" y="45053"/>
                  <a:pt x="109894" y="45128"/>
                </a:cubicBezTo>
                <a:cubicBezTo>
                  <a:pt x="109845" y="45153"/>
                  <a:pt x="109820" y="45202"/>
                  <a:pt x="109745" y="45252"/>
                </a:cubicBezTo>
                <a:cubicBezTo>
                  <a:pt x="109471" y="45501"/>
                  <a:pt x="109123" y="45750"/>
                  <a:pt x="108774" y="45999"/>
                </a:cubicBezTo>
                <a:lnTo>
                  <a:pt x="108749" y="45924"/>
                </a:lnTo>
                <a:cubicBezTo>
                  <a:pt x="108849" y="45874"/>
                  <a:pt x="108949" y="45775"/>
                  <a:pt x="109023" y="45700"/>
                </a:cubicBezTo>
                <a:cubicBezTo>
                  <a:pt x="109197" y="45576"/>
                  <a:pt x="109347" y="45451"/>
                  <a:pt x="109496" y="45377"/>
                </a:cubicBezTo>
                <a:lnTo>
                  <a:pt x="109596" y="45277"/>
                </a:lnTo>
                <a:cubicBezTo>
                  <a:pt x="109720" y="45177"/>
                  <a:pt x="109820" y="45078"/>
                  <a:pt x="109944" y="45003"/>
                </a:cubicBezTo>
                <a:close/>
                <a:moveTo>
                  <a:pt x="73603" y="45053"/>
                </a:moveTo>
                <a:cubicBezTo>
                  <a:pt x="74051" y="45128"/>
                  <a:pt x="74549" y="45177"/>
                  <a:pt x="75047" y="45202"/>
                </a:cubicBezTo>
                <a:cubicBezTo>
                  <a:pt x="74474" y="45451"/>
                  <a:pt x="73877" y="45725"/>
                  <a:pt x="73280" y="46024"/>
                </a:cubicBezTo>
                <a:lnTo>
                  <a:pt x="73280" y="45999"/>
                </a:lnTo>
                <a:cubicBezTo>
                  <a:pt x="73404" y="45675"/>
                  <a:pt x="73504" y="45377"/>
                  <a:pt x="73603" y="45053"/>
                </a:cubicBezTo>
                <a:close/>
                <a:moveTo>
                  <a:pt x="80573" y="44431"/>
                </a:moveTo>
                <a:cubicBezTo>
                  <a:pt x="81021" y="44580"/>
                  <a:pt x="81568" y="44704"/>
                  <a:pt x="82116" y="44804"/>
                </a:cubicBezTo>
                <a:cubicBezTo>
                  <a:pt x="82141" y="44804"/>
                  <a:pt x="82191" y="44829"/>
                  <a:pt x="82216" y="44829"/>
                </a:cubicBezTo>
                <a:cubicBezTo>
                  <a:pt x="83062" y="45153"/>
                  <a:pt x="83759" y="45551"/>
                  <a:pt x="84431" y="46073"/>
                </a:cubicBezTo>
                <a:cubicBezTo>
                  <a:pt x="84306" y="46049"/>
                  <a:pt x="84182" y="46024"/>
                  <a:pt x="84082" y="45999"/>
                </a:cubicBezTo>
                <a:cubicBezTo>
                  <a:pt x="83958" y="45949"/>
                  <a:pt x="83833" y="45924"/>
                  <a:pt x="83734" y="45899"/>
                </a:cubicBezTo>
                <a:cubicBezTo>
                  <a:pt x="82738" y="45576"/>
                  <a:pt x="81767" y="45202"/>
                  <a:pt x="80871" y="44754"/>
                </a:cubicBezTo>
                <a:cubicBezTo>
                  <a:pt x="80822" y="44704"/>
                  <a:pt x="80722" y="44680"/>
                  <a:pt x="80647" y="44605"/>
                </a:cubicBezTo>
                <a:cubicBezTo>
                  <a:pt x="80573" y="44555"/>
                  <a:pt x="80473" y="44480"/>
                  <a:pt x="80349" y="44431"/>
                </a:cubicBezTo>
                <a:close/>
                <a:moveTo>
                  <a:pt x="73031" y="45849"/>
                </a:moveTo>
                <a:cubicBezTo>
                  <a:pt x="73031" y="45899"/>
                  <a:pt x="73056" y="45949"/>
                  <a:pt x="73056" y="45999"/>
                </a:cubicBezTo>
                <a:cubicBezTo>
                  <a:pt x="73056" y="46024"/>
                  <a:pt x="73031" y="46073"/>
                  <a:pt x="73031" y="46123"/>
                </a:cubicBezTo>
                <a:cubicBezTo>
                  <a:pt x="73031" y="46073"/>
                  <a:pt x="73031" y="46024"/>
                  <a:pt x="73006" y="45999"/>
                </a:cubicBezTo>
                <a:cubicBezTo>
                  <a:pt x="73006" y="45949"/>
                  <a:pt x="73031" y="45899"/>
                  <a:pt x="73031" y="45849"/>
                </a:cubicBezTo>
                <a:close/>
                <a:moveTo>
                  <a:pt x="108625" y="46049"/>
                </a:moveTo>
                <a:lnTo>
                  <a:pt x="108625" y="46073"/>
                </a:lnTo>
                <a:lnTo>
                  <a:pt x="108625" y="46123"/>
                </a:lnTo>
                <a:cubicBezTo>
                  <a:pt x="108625" y="46123"/>
                  <a:pt x="108600" y="46123"/>
                  <a:pt x="108600" y="46148"/>
                </a:cubicBezTo>
                <a:lnTo>
                  <a:pt x="108600" y="46123"/>
                </a:lnTo>
                <a:lnTo>
                  <a:pt x="108575" y="46073"/>
                </a:lnTo>
                <a:lnTo>
                  <a:pt x="108625" y="46049"/>
                </a:lnTo>
                <a:close/>
                <a:moveTo>
                  <a:pt x="48164" y="36341"/>
                </a:moveTo>
                <a:lnTo>
                  <a:pt x="48463" y="36714"/>
                </a:lnTo>
                <a:cubicBezTo>
                  <a:pt x="44630" y="39452"/>
                  <a:pt x="41245" y="42738"/>
                  <a:pt x="38457" y="46198"/>
                </a:cubicBezTo>
                <a:cubicBezTo>
                  <a:pt x="38382" y="46098"/>
                  <a:pt x="38258" y="46049"/>
                  <a:pt x="38158" y="45949"/>
                </a:cubicBezTo>
                <a:cubicBezTo>
                  <a:pt x="41245" y="42589"/>
                  <a:pt x="44605" y="39403"/>
                  <a:pt x="48164" y="36341"/>
                </a:cubicBezTo>
                <a:close/>
                <a:moveTo>
                  <a:pt x="82888" y="44929"/>
                </a:moveTo>
                <a:cubicBezTo>
                  <a:pt x="82962" y="44929"/>
                  <a:pt x="83062" y="44953"/>
                  <a:pt x="83136" y="44953"/>
                </a:cubicBezTo>
                <a:cubicBezTo>
                  <a:pt x="83833" y="45302"/>
                  <a:pt x="84431" y="45700"/>
                  <a:pt x="84954" y="46198"/>
                </a:cubicBezTo>
                <a:cubicBezTo>
                  <a:pt x="84929" y="46198"/>
                  <a:pt x="84854" y="46173"/>
                  <a:pt x="84829" y="46173"/>
                </a:cubicBezTo>
                <a:cubicBezTo>
                  <a:pt x="84257" y="45675"/>
                  <a:pt x="83609" y="45277"/>
                  <a:pt x="82888" y="44929"/>
                </a:cubicBezTo>
                <a:close/>
                <a:moveTo>
                  <a:pt x="65787" y="40448"/>
                </a:moveTo>
                <a:cubicBezTo>
                  <a:pt x="67057" y="41792"/>
                  <a:pt x="68426" y="42838"/>
                  <a:pt x="69795" y="43634"/>
                </a:cubicBezTo>
                <a:cubicBezTo>
                  <a:pt x="69646" y="43709"/>
                  <a:pt x="69496" y="43808"/>
                  <a:pt x="69372" y="43908"/>
                </a:cubicBezTo>
                <a:cubicBezTo>
                  <a:pt x="69247" y="44008"/>
                  <a:pt x="69123" y="44057"/>
                  <a:pt x="68949" y="44157"/>
                </a:cubicBezTo>
                <a:cubicBezTo>
                  <a:pt x="68749" y="44281"/>
                  <a:pt x="68525" y="44431"/>
                  <a:pt x="68301" y="44555"/>
                </a:cubicBezTo>
                <a:lnTo>
                  <a:pt x="68276" y="44580"/>
                </a:lnTo>
                <a:cubicBezTo>
                  <a:pt x="68227" y="44630"/>
                  <a:pt x="68177" y="44655"/>
                  <a:pt x="68152" y="44680"/>
                </a:cubicBezTo>
                <a:cubicBezTo>
                  <a:pt x="68028" y="44779"/>
                  <a:pt x="67903" y="44829"/>
                  <a:pt x="67729" y="44929"/>
                </a:cubicBezTo>
                <a:cubicBezTo>
                  <a:pt x="67654" y="45003"/>
                  <a:pt x="67580" y="45028"/>
                  <a:pt x="67480" y="45078"/>
                </a:cubicBezTo>
                <a:cubicBezTo>
                  <a:pt x="67156" y="45302"/>
                  <a:pt x="66833" y="45551"/>
                  <a:pt x="66484" y="45775"/>
                </a:cubicBezTo>
                <a:cubicBezTo>
                  <a:pt x="66459" y="45775"/>
                  <a:pt x="66459" y="45800"/>
                  <a:pt x="66435" y="45800"/>
                </a:cubicBezTo>
                <a:lnTo>
                  <a:pt x="66410" y="45825"/>
                </a:lnTo>
                <a:cubicBezTo>
                  <a:pt x="66186" y="45999"/>
                  <a:pt x="65962" y="46123"/>
                  <a:pt x="65738" y="46273"/>
                </a:cubicBezTo>
                <a:cubicBezTo>
                  <a:pt x="65713" y="46123"/>
                  <a:pt x="65613" y="45924"/>
                  <a:pt x="65588" y="45775"/>
                </a:cubicBezTo>
                <a:cubicBezTo>
                  <a:pt x="65538" y="45551"/>
                  <a:pt x="65464" y="45327"/>
                  <a:pt x="65364" y="45128"/>
                </a:cubicBezTo>
                <a:cubicBezTo>
                  <a:pt x="65314" y="44929"/>
                  <a:pt x="65215" y="44704"/>
                  <a:pt x="65165" y="44505"/>
                </a:cubicBezTo>
                <a:cubicBezTo>
                  <a:pt x="65066" y="44207"/>
                  <a:pt x="64966" y="43958"/>
                  <a:pt x="64842" y="43659"/>
                </a:cubicBezTo>
                <a:cubicBezTo>
                  <a:pt x="64792" y="43535"/>
                  <a:pt x="64717" y="43385"/>
                  <a:pt x="64667" y="43261"/>
                </a:cubicBezTo>
                <a:lnTo>
                  <a:pt x="64194" y="42141"/>
                </a:lnTo>
                <a:cubicBezTo>
                  <a:pt x="64194" y="42091"/>
                  <a:pt x="64169" y="42066"/>
                  <a:pt x="64169" y="42041"/>
                </a:cubicBezTo>
                <a:cubicBezTo>
                  <a:pt x="63995" y="41718"/>
                  <a:pt x="63871" y="41419"/>
                  <a:pt x="63721" y="41070"/>
                </a:cubicBezTo>
                <a:cubicBezTo>
                  <a:pt x="63796" y="41046"/>
                  <a:pt x="63871" y="41021"/>
                  <a:pt x="63945" y="40971"/>
                </a:cubicBezTo>
                <a:cubicBezTo>
                  <a:pt x="64045" y="40946"/>
                  <a:pt x="64120" y="40921"/>
                  <a:pt x="64244" y="40896"/>
                </a:cubicBezTo>
                <a:cubicBezTo>
                  <a:pt x="64319" y="40846"/>
                  <a:pt x="64369" y="40846"/>
                  <a:pt x="64443" y="40821"/>
                </a:cubicBezTo>
                <a:cubicBezTo>
                  <a:pt x="64593" y="40772"/>
                  <a:pt x="64717" y="40722"/>
                  <a:pt x="64866" y="40697"/>
                </a:cubicBezTo>
                <a:cubicBezTo>
                  <a:pt x="64941" y="40672"/>
                  <a:pt x="64991" y="40672"/>
                  <a:pt x="65090" y="40647"/>
                </a:cubicBezTo>
                <a:cubicBezTo>
                  <a:pt x="65165" y="40597"/>
                  <a:pt x="65240" y="40573"/>
                  <a:pt x="65314" y="40573"/>
                </a:cubicBezTo>
                <a:lnTo>
                  <a:pt x="65339" y="40573"/>
                </a:lnTo>
                <a:cubicBezTo>
                  <a:pt x="65464" y="40548"/>
                  <a:pt x="65613" y="40523"/>
                  <a:pt x="65738" y="40448"/>
                </a:cubicBezTo>
                <a:close/>
                <a:moveTo>
                  <a:pt x="86074" y="45003"/>
                </a:moveTo>
                <a:cubicBezTo>
                  <a:pt x="85825" y="45451"/>
                  <a:pt x="85601" y="45849"/>
                  <a:pt x="85352" y="46298"/>
                </a:cubicBezTo>
                <a:cubicBezTo>
                  <a:pt x="85327" y="46298"/>
                  <a:pt x="85327" y="46298"/>
                  <a:pt x="85302" y="46273"/>
                </a:cubicBezTo>
                <a:cubicBezTo>
                  <a:pt x="84804" y="45775"/>
                  <a:pt x="84232" y="45377"/>
                  <a:pt x="83609" y="45003"/>
                </a:cubicBezTo>
                <a:lnTo>
                  <a:pt x="83609" y="45003"/>
                </a:lnTo>
                <a:cubicBezTo>
                  <a:pt x="84082" y="45028"/>
                  <a:pt x="84555" y="45053"/>
                  <a:pt x="85003" y="45053"/>
                </a:cubicBezTo>
                <a:cubicBezTo>
                  <a:pt x="85252" y="45053"/>
                  <a:pt x="85551" y="45053"/>
                  <a:pt x="85800" y="45028"/>
                </a:cubicBezTo>
                <a:cubicBezTo>
                  <a:pt x="85875" y="45028"/>
                  <a:pt x="85974" y="45003"/>
                  <a:pt x="86074" y="45003"/>
                </a:cubicBezTo>
                <a:close/>
                <a:moveTo>
                  <a:pt x="48513" y="36864"/>
                </a:moveTo>
                <a:cubicBezTo>
                  <a:pt x="48513" y="36889"/>
                  <a:pt x="48538" y="36889"/>
                  <a:pt x="48538" y="36938"/>
                </a:cubicBezTo>
                <a:cubicBezTo>
                  <a:pt x="44779" y="39627"/>
                  <a:pt x="41394" y="42912"/>
                  <a:pt x="38631" y="46322"/>
                </a:cubicBezTo>
                <a:cubicBezTo>
                  <a:pt x="38581" y="46322"/>
                  <a:pt x="38581" y="46298"/>
                  <a:pt x="38557" y="46298"/>
                </a:cubicBezTo>
                <a:cubicBezTo>
                  <a:pt x="41319" y="42838"/>
                  <a:pt x="44729" y="39577"/>
                  <a:pt x="48513" y="36864"/>
                </a:cubicBezTo>
                <a:close/>
                <a:moveTo>
                  <a:pt x="86347" y="45053"/>
                </a:moveTo>
                <a:cubicBezTo>
                  <a:pt x="86099" y="45451"/>
                  <a:pt x="85850" y="45899"/>
                  <a:pt x="85601" y="46372"/>
                </a:cubicBezTo>
                <a:lnTo>
                  <a:pt x="85551" y="46372"/>
                </a:lnTo>
                <a:lnTo>
                  <a:pt x="86273" y="45053"/>
                </a:lnTo>
                <a:close/>
                <a:moveTo>
                  <a:pt x="38009" y="46123"/>
                </a:moveTo>
                <a:cubicBezTo>
                  <a:pt x="38084" y="46198"/>
                  <a:pt x="38208" y="46298"/>
                  <a:pt x="38308" y="46372"/>
                </a:cubicBezTo>
                <a:lnTo>
                  <a:pt x="38283" y="46397"/>
                </a:lnTo>
                <a:cubicBezTo>
                  <a:pt x="38183" y="46298"/>
                  <a:pt x="38059" y="46198"/>
                  <a:pt x="37959" y="46148"/>
                </a:cubicBezTo>
                <a:lnTo>
                  <a:pt x="38009" y="46123"/>
                </a:lnTo>
                <a:close/>
                <a:moveTo>
                  <a:pt x="79901" y="44456"/>
                </a:moveTo>
                <a:cubicBezTo>
                  <a:pt x="80100" y="44580"/>
                  <a:pt x="80274" y="44680"/>
                  <a:pt x="80473" y="44779"/>
                </a:cubicBezTo>
                <a:lnTo>
                  <a:pt x="80647" y="44879"/>
                </a:lnTo>
                <a:cubicBezTo>
                  <a:pt x="81120" y="45128"/>
                  <a:pt x="81593" y="45327"/>
                  <a:pt x="82091" y="45526"/>
                </a:cubicBezTo>
                <a:cubicBezTo>
                  <a:pt x="82141" y="45551"/>
                  <a:pt x="82216" y="45551"/>
                  <a:pt x="82265" y="45576"/>
                </a:cubicBezTo>
                <a:cubicBezTo>
                  <a:pt x="82713" y="45725"/>
                  <a:pt x="83112" y="45899"/>
                  <a:pt x="83585" y="46024"/>
                </a:cubicBezTo>
                <a:cubicBezTo>
                  <a:pt x="83709" y="46049"/>
                  <a:pt x="83833" y="46073"/>
                  <a:pt x="83958" y="46148"/>
                </a:cubicBezTo>
                <a:lnTo>
                  <a:pt x="84705" y="46322"/>
                </a:lnTo>
                <a:lnTo>
                  <a:pt x="84730" y="46347"/>
                </a:lnTo>
                <a:lnTo>
                  <a:pt x="84754" y="46397"/>
                </a:lnTo>
                <a:lnTo>
                  <a:pt x="84804" y="46422"/>
                </a:lnTo>
                <a:cubicBezTo>
                  <a:pt x="83112" y="46049"/>
                  <a:pt x="81519" y="45426"/>
                  <a:pt x="80100" y="44605"/>
                </a:cubicBezTo>
                <a:cubicBezTo>
                  <a:pt x="80075" y="44580"/>
                  <a:pt x="80025" y="44580"/>
                  <a:pt x="80000" y="44555"/>
                </a:cubicBezTo>
                <a:cubicBezTo>
                  <a:pt x="79975" y="44530"/>
                  <a:pt x="79901" y="44505"/>
                  <a:pt x="79851" y="44456"/>
                </a:cubicBezTo>
                <a:close/>
                <a:moveTo>
                  <a:pt x="85078" y="46422"/>
                </a:moveTo>
                <a:cubicBezTo>
                  <a:pt x="85087" y="46422"/>
                  <a:pt x="85102" y="46425"/>
                  <a:pt x="85119" y="46429"/>
                </a:cubicBezTo>
                <a:lnTo>
                  <a:pt x="85119" y="46429"/>
                </a:lnTo>
                <a:cubicBezTo>
                  <a:pt x="85115" y="46432"/>
                  <a:pt x="85112" y="46433"/>
                  <a:pt x="85109" y="46433"/>
                </a:cubicBezTo>
                <a:cubicBezTo>
                  <a:pt x="85100" y="46433"/>
                  <a:pt x="85095" y="46422"/>
                  <a:pt x="85078" y="46422"/>
                </a:cubicBezTo>
                <a:close/>
                <a:moveTo>
                  <a:pt x="63522" y="41195"/>
                </a:moveTo>
                <a:cubicBezTo>
                  <a:pt x="63945" y="42016"/>
                  <a:pt x="64319" y="42813"/>
                  <a:pt x="64617" y="43584"/>
                </a:cubicBezTo>
                <a:cubicBezTo>
                  <a:pt x="64667" y="43659"/>
                  <a:pt x="64692" y="43759"/>
                  <a:pt x="64717" y="43808"/>
                </a:cubicBezTo>
                <a:cubicBezTo>
                  <a:pt x="64842" y="44132"/>
                  <a:pt x="64941" y="44406"/>
                  <a:pt x="65066" y="44704"/>
                </a:cubicBezTo>
                <a:cubicBezTo>
                  <a:pt x="65140" y="44904"/>
                  <a:pt x="65190" y="45078"/>
                  <a:pt x="65265" y="45227"/>
                </a:cubicBezTo>
                <a:cubicBezTo>
                  <a:pt x="65339" y="45451"/>
                  <a:pt x="65389" y="45675"/>
                  <a:pt x="65464" y="45924"/>
                </a:cubicBezTo>
                <a:cubicBezTo>
                  <a:pt x="65538" y="46073"/>
                  <a:pt x="65563" y="46273"/>
                  <a:pt x="65638" y="46422"/>
                </a:cubicBezTo>
                <a:lnTo>
                  <a:pt x="65563" y="46447"/>
                </a:lnTo>
                <a:cubicBezTo>
                  <a:pt x="65514" y="46273"/>
                  <a:pt x="65439" y="46049"/>
                  <a:pt x="65389" y="45849"/>
                </a:cubicBezTo>
                <a:cubicBezTo>
                  <a:pt x="65314" y="45675"/>
                  <a:pt x="65290" y="45526"/>
                  <a:pt x="65215" y="45327"/>
                </a:cubicBezTo>
                <a:cubicBezTo>
                  <a:pt x="65165" y="45103"/>
                  <a:pt x="65066" y="44904"/>
                  <a:pt x="64966" y="44655"/>
                </a:cubicBezTo>
                <a:lnTo>
                  <a:pt x="64692" y="43908"/>
                </a:lnTo>
                <a:cubicBezTo>
                  <a:pt x="64667" y="43784"/>
                  <a:pt x="64593" y="43684"/>
                  <a:pt x="64543" y="43559"/>
                </a:cubicBezTo>
                <a:cubicBezTo>
                  <a:pt x="64219" y="42813"/>
                  <a:pt x="63896" y="41991"/>
                  <a:pt x="63473" y="41195"/>
                </a:cubicBezTo>
                <a:close/>
                <a:moveTo>
                  <a:pt x="85165" y="46440"/>
                </a:moveTo>
                <a:cubicBezTo>
                  <a:pt x="85180" y="46444"/>
                  <a:pt x="85194" y="46447"/>
                  <a:pt x="85202" y="46447"/>
                </a:cubicBezTo>
                <a:lnTo>
                  <a:pt x="85227" y="46472"/>
                </a:lnTo>
                <a:cubicBezTo>
                  <a:pt x="85202" y="46472"/>
                  <a:pt x="85178" y="46472"/>
                  <a:pt x="85178" y="46447"/>
                </a:cubicBezTo>
                <a:lnTo>
                  <a:pt x="85165" y="46440"/>
                </a:lnTo>
                <a:close/>
                <a:moveTo>
                  <a:pt x="28774" y="39826"/>
                </a:moveTo>
                <a:lnTo>
                  <a:pt x="29347" y="40199"/>
                </a:lnTo>
                <a:cubicBezTo>
                  <a:pt x="27704" y="42290"/>
                  <a:pt x="26260" y="44406"/>
                  <a:pt x="24991" y="46522"/>
                </a:cubicBezTo>
                <a:cubicBezTo>
                  <a:pt x="24642" y="46173"/>
                  <a:pt x="24319" y="45825"/>
                  <a:pt x="23995" y="45501"/>
                </a:cubicBezTo>
                <a:cubicBezTo>
                  <a:pt x="25066" y="44182"/>
                  <a:pt x="26136" y="42887"/>
                  <a:pt x="27256" y="41568"/>
                </a:cubicBezTo>
                <a:lnTo>
                  <a:pt x="27355" y="41469"/>
                </a:lnTo>
                <a:cubicBezTo>
                  <a:pt x="27828" y="40921"/>
                  <a:pt x="28301" y="40398"/>
                  <a:pt x="28774" y="39826"/>
                </a:cubicBezTo>
                <a:close/>
                <a:moveTo>
                  <a:pt x="38457" y="46422"/>
                </a:moveTo>
                <a:cubicBezTo>
                  <a:pt x="38482" y="46422"/>
                  <a:pt x="38482" y="46447"/>
                  <a:pt x="38532" y="46447"/>
                </a:cubicBezTo>
                <a:cubicBezTo>
                  <a:pt x="38532" y="46472"/>
                  <a:pt x="38482" y="46472"/>
                  <a:pt x="38482" y="46522"/>
                </a:cubicBezTo>
                <a:cubicBezTo>
                  <a:pt x="38457" y="46522"/>
                  <a:pt x="38432" y="46522"/>
                  <a:pt x="38432" y="46472"/>
                </a:cubicBezTo>
                <a:cubicBezTo>
                  <a:pt x="38432" y="46447"/>
                  <a:pt x="38457" y="46447"/>
                  <a:pt x="38457" y="46422"/>
                </a:cubicBezTo>
                <a:close/>
                <a:moveTo>
                  <a:pt x="69994" y="43709"/>
                </a:moveTo>
                <a:cubicBezTo>
                  <a:pt x="69994" y="43709"/>
                  <a:pt x="70019" y="43709"/>
                  <a:pt x="70019" y="43759"/>
                </a:cubicBezTo>
                <a:cubicBezTo>
                  <a:pt x="70019" y="43759"/>
                  <a:pt x="70044" y="43759"/>
                  <a:pt x="70044" y="43784"/>
                </a:cubicBezTo>
                <a:cubicBezTo>
                  <a:pt x="69521" y="44132"/>
                  <a:pt x="68973" y="44456"/>
                  <a:pt x="68426" y="44804"/>
                </a:cubicBezTo>
                <a:cubicBezTo>
                  <a:pt x="68252" y="44929"/>
                  <a:pt x="68077" y="45028"/>
                  <a:pt x="67903" y="45153"/>
                </a:cubicBezTo>
                <a:cubicBezTo>
                  <a:pt x="67206" y="45625"/>
                  <a:pt x="66534" y="46073"/>
                  <a:pt x="65812" y="46546"/>
                </a:cubicBezTo>
                <a:lnTo>
                  <a:pt x="65812" y="46522"/>
                </a:lnTo>
                <a:lnTo>
                  <a:pt x="65812" y="46497"/>
                </a:lnTo>
                <a:cubicBezTo>
                  <a:pt x="66459" y="46024"/>
                  <a:pt x="67132" y="45576"/>
                  <a:pt x="67779" y="45128"/>
                </a:cubicBezTo>
                <a:cubicBezTo>
                  <a:pt x="67928" y="45003"/>
                  <a:pt x="68127" y="44904"/>
                  <a:pt x="68276" y="44804"/>
                </a:cubicBezTo>
                <a:cubicBezTo>
                  <a:pt x="68301" y="44804"/>
                  <a:pt x="68301" y="44779"/>
                  <a:pt x="68326" y="44779"/>
                </a:cubicBezTo>
                <a:cubicBezTo>
                  <a:pt x="68899" y="44431"/>
                  <a:pt x="69421" y="44057"/>
                  <a:pt x="69994" y="43709"/>
                </a:cubicBezTo>
                <a:close/>
                <a:moveTo>
                  <a:pt x="117835" y="37760"/>
                </a:moveTo>
                <a:lnTo>
                  <a:pt x="117835" y="38731"/>
                </a:lnTo>
                <a:cubicBezTo>
                  <a:pt x="117611" y="41294"/>
                  <a:pt x="117113" y="43933"/>
                  <a:pt x="116416" y="46646"/>
                </a:cubicBezTo>
                <a:cubicBezTo>
                  <a:pt x="116416" y="46546"/>
                  <a:pt x="116416" y="46447"/>
                  <a:pt x="116441" y="46322"/>
                </a:cubicBezTo>
                <a:cubicBezTo>
                  <a:pt x="117212" y="43360"/>
                  <a:pt x="117685" y="40523"/>
                  <a:pt x="117835" y="37760"/>
                </a:cubicBezTo>
                <a:close/>
                <a:moveTo>
                  <a:pt x="29496" y="40299"/>
                </a:moveTo>
                <a:cubicBezTo>
                  <a:pt x="29546" y="40299"/>
                  <a:pt x="29546" y="40324"/>
                  <a:pt x="29571" y="40324"/>
                </a:cubicBezTo>
                <a:cubicBezTo>
                  <a:pt x="27903" y="42415"/>
                  <a:pt x="26459" y="44530"/>
                  <a:pt x="25190" y="46671"/>
                </a:cubicBezTo>
                <a:cubicBezTo>
                  <a:pt x="25140" y="46671"/>
                  <a:pt x="25140" y="46646"/>
                  <a:pt x="25140" y="46646"/>
                </a:cubicBezTo>
                <a:cubicBezTo>
                  <a:pt x="26385" y="44505"/>
                  <a:pt x="27853" y="42390"/>
                  <a:pt x="29496" y="40299"/>
                </a:cubicBezTo>
                <a:close/>
                <a:moveTo>
                  <a:pt x="115669" y="38332"/>
                </a:moveTo>
                <a:cubicBezTo>
                  <a:pt x="116242" y="40797"/>
                  <a:pt x="116441" y="43510"/>
                  <a:pt x="116242" y="46372"/>
                </a:cubicBezTo>
                <a:cubicBezTo>
                  <a:pt x="116217" y="46447"/>
                  <a:pt x="116192" y="46571"/>
                  <a:pt x="116167" y="46671"/>
                </a:cubicBezTo>
                <a:cubicBezTo>
                  <a:pt x="116416" y="43709"/>
                  <a:pt x="116217" y="40946"/>
                  <a:pt x="115619" y="38432"/>
                </a:cubicBezTo>
                <a:cubicBezTo>
                  <a:pt x="115669" y="38407"/>
                  <a:pt x="115669" y="38357"/>
                  <a:pt x="115669" y="38332"/>
                </a:cubicBezTo>
                <a:close/>
                <a:moveTo>
                  <a:pt x="65663" y="46621"/>
                </a:moveTo>
                <a:lnTo>
                  <a:pt x="65663" y="46646"/>
                </a:lnTo>
                <a:lnTo>
                  <a:pt x="65663" y="46671"/>
                </a:lnTo>
                <a:lnTo>
                  <a:pt x="65613" y="46696"/>
                </a:lnTo>
                <a:lnTo>
                  <a:pt x="65613" y="46671"/>
                </a:lnTo>
                <a:lnTo>
                  <a:pt x="65613" y="46646"/>
                </a:lnTo>
                <a:lnTo>
                  <a:pt x="65663" y="46621"/>
                </a:lnTo>
                <a:close/>
                <a:moveTo>
                  <a:pt x="91774" y="43684"/>
                </a:moveTo>
                <a:cubicBezTo>
                  <a:pt x="93068" y="44182"/>
                  <a:pt x="94188" y="44879"/>
                  <a:pt x="95134" y="45775"/>
                </a:cubicBezTo>
                <a:cubicBezTo>
                  <a:pt x="94885" y="45825"/>
                  <a:pt x="94661" y="45924"/>
                  <a:pt x="94412" y="45974"/>
                </a:cubicBezTo>
                <a:cubicBezTo>
                  <a:pt x="94387" y="45974"/>
                  <a:pt x="94313" y="46024"/>
                  <a:pt x="94288" y="46024"/>
                </a:cubicBezTo>
                <a:cubicBezTo>
                  <a:pt x="93964" y="46098"/>
                  <a:pt x="93665" y="46173"/>
                  <a:pt x="93342" y="46223"/>
                </a:cubicBezTo>
                <a:cubicBezTo>
                  <a:pt x="93317" y="46223"/>
                  <a:pt x="93292" y="46223"/>
                  <a:pt x="93217" y="46273"/>
                </a:cubicBezTo>
                <a:lnTo>
                  <a:pt x="92296" y="46447"/>
                </a:lnTo>
                <a:cubicBezTo>
                  <a:pt x="92272" y="46447"/>
                  <a:pt x="92197" y="46447"/>
                  <a:pt x="92172" y="46472"/>
                </a:cubicBezTo>
                <a:cubicBezTo>
                  <a:pt x="91848" y="46546"/>
                  <a:pt x="91550" y="46571"/>
                  <a:pt x="91226" y="46596"/>
                </a:cubicBezTo>
                <a:lnTo>
                  <a:pt x="91151" y="46596"/>
                </a:lnTo>
                <a:cubicBezTo>
                  <a:pt x="90454" y="46671"/>
                  <a:pt x="89807" y="46696"/>
                  <a:pt x="89110" y="46696"/>
                </a:cubicBezTo>
                <a:lnTo>
                  <a:pt x="89085" y="46696"/>
                </a:lnTo>
                <a:cubicBezTo>
                  <a:pt x="88563" y="46696"/>
                  <a:pt x="88040" y="46671"/>
                  <a:pt x="87542" y="46646"/>
                </a:cubicBezTo>
                <a:cubicBezTo>
                  <a:pt x="87418" y="46646"/>
                  <a:pt x="87244" y="46596"/>
                  <a:pt x="87119" y="46596"/>
                </a:cubicBezTo>
                <a:cubicBezTo>
                  <a:pt x="86696" y="46571"/>
                  <a:pt x="86248" y="46522"/>
                  <a:pt x="85825" y="46422"/>
                </a:cubicBezTo>
                <a:cubicBezTo>
                  <a:pt x="86099" y="45949"/>
                  <a:pt x="86347" y="45526"/>
                  <a:pt x="86596" y="45053"/>
                </a:cubicBezTo>
                <a:cubicBezTo>
                  <a:pt x="88314" y="44829"/>
                  <a:pt x="90081" y="44406"/>
                  <a:pt x="91774" y="43684"/>
                </a:cubicBezTo>
                <a:close/>
                <a:moveTo>
                  <a:pt x="23871" y="45650"/>
                </a:moveTo>
                <a:lnTo>
                  <a:pt x="24891" y="46671"/>
                </a:lnTo>
                <a:cubicBezTo>
                  <a:pt x="24891" y="46671"/>
                  <a:pt x="24866" y="46696"/>
                  <a:pt x="24866" y="46746"/>
                </a:cubicBezTo>
                <a:lnTo>
                  <a:pt x="23846" y="45700"/>
                </a:lnTo>
                <a:cubicBezTo>
                  <a:pt x="23846" y="45675"/>
                  <a:pt x="23871" y="45675"/>
                  <a:pt x="23871" y="45650"/>
                </a:cubicBezTo>
                <a:close/>
                <a:moveTo>
                  <a:pt x="25016" y="46795"/>
                </a:moveTo>
                <a:lnTo>
                  <a:pt x="25041" y="46820"/>
                </a:lnTo>
                <a:cubicBezTo>
                  <a:pt x="25041" y="46870"/>
                  <a:pt x="25016" y="46870"/>
                  <a:pt x="25016" y="46895"/>
                </a:cubicBezTo>
                <a:cubicBezTo>
                  <a:pt x="25016" y="46895"/>
                  <a:pt x="25016" y="46870"/>
                  <a:pt x="24991" y="46870"/>
                </a:cubicBezTo>
                <a:cubicBezTo>
                  <a:pt x="24991" y="46820"/>
                  <a:pt x="25016" y="46820"/>
                  <a:pt x="25016" y="46795"/>
                </a:cubicBezTo>
                <a:close/>
                <a:moveTo>
                  <a:pt x="95283" y="45899"/>
                </a:moveTo>
                <a:lnTo>
                  <a:pt x="95308" y="45924"/>
                </a:lnTo>
                <a:lnTo>
                  <a:pt x="95333" y="45949"/>
                </a:lnTo>
                <a:cubicBezTo>
                  <a:pt x="93292" y="46571"/>
                  <a:pt x="91201" y="46895"/>
                  <a:pt x="89110" y="46895"/>
                </a:cubicBezTo>
                <a:cubicBezTo>
                  <a:pt x="88613" y="46895"/>
                  <a:pt x="88115" y="46845"/>
                  <a:pt x="87617" y="46820"/>
                </a:cubicBezTo>
                <a:cubicBezTo>
                  <a:pt x="87492" y="46820"/>
                  <a:pt x="87418" y="46795"/>
                  <a:pt x="87293" y="46795"/>
                </a:cubicBezTo>
                <a:cubicBezTo>
                  <a:pt x="86870" y="46770"/>
                  <a:pt x="86472" y="46696"/>
                  <a:pt x="86074" y="46646"/>
                </a:cubicBezTo>
                <a:cubicBezTo>
                  <a:pt x="85974" y="46646"/>
                  <a:pt x="85875" y="46621"/>
                  <a:pt x="85800" y="46621"/>
                </a:cubicBezTo>
                <a:lnTo>
                  <a:pt x="85675" y="46621"/>
                </a:lnTo>
                <a:cubicBezTo>
                  <a:pt x="85700" y="46571"/>
                  <a:pt x="85700" y="46571"/>
                  <a:pt x="85700" y="46546"/>
                </a:cubicBezTo>
                <a:cubicBezTo>
                  <a:pt x="86123" y="46646"/>
                  <a:pt x="86596" y="46696"/>
                  <a:pt x="87069" y="46746"/>
                </a:cubicBezTo>
                <a:cubicBezTo>
                  <a:pt x="87219" y="46746"/>
                  <a:pt x="87343" y="46770"/>
                  <a:pt x="87492" y="46770"/>
                </a:cubicBezTo>
                <a:cubicBezTo>
                  <a:pt x="88040" y="46795"/>
                  <a:pt x="88563" y="46820"/>
                  <a:pt x="89085" y="46820"/>
                </a:cubicBezTo>
                <a:lnTo>
                  <a:pt x="89110" y="46820"/>
                </a:lnTo>
                <a:cubicBezTo>
                  <a:pt x="91176" y="46820"/>
                  <a:pt x="93267" y="46522"/>
                  <a:pt x="95283" y="45899"/>
                </a:cubicBezTo>
                <a:close/>
                <a:moveTo>
                  <a:pt x="109820" y="45451"/>
                </a:moveTo>
                <a:lnTo>
                  <a:pt x="109820" y="45451"/>
                </a:lnTo>
                <a:cubicBezTo>
                  <a:pt x="109596" y="46049"/>
                  <a:pt x="109347" y="46671"/>
                  <a:pt x="109098" y="47268"/>
                </a:cubicBezTo>
                <a:cubicBezTo>
                  <a:pt x="108998" y="46895"/>
                  <a:pt x="108949" y="46546"/>
                  <a:pt x="108849" y="46173"/>
                </a:cubicBezTo>
                <a:cubicBezTo>
                  <a:pt x="108973" y="46073"/>
                  <a:pt x="109073" y="46024"/>
                  <a:pt x="109197" y="45924"/>
                </a:cubicBezTo>
                <a:cubicBezTo>
                  <a:pt x="109372" y="45800"/>
                  <a:pt x="109571" y="45650"/>
                  <a:pt x="109720" y="45526"/>
                </a:cubicBezTo>
                <a:cubicBezTo>
                  <a:pt x="109745" y="45476"/>
                  <a:pt x="109770" y="45476"/>
                  <a:pt x="109820" y="45451"/>
                </a:cubicBezTo>
                <a:close/>
                <a:moveTo>
                  <a:pt x="72657" y="45128"/>
                </a:moveTo>
                <a:cubicBezTo>
                  <a:pt x="72682" y="45401"/>
                  <a:pt x="72707" y="45675"/>
                  <a:pt x="72782" y="45949"/>
                </a:cubicBezTo>
                <a:cubicBezTo>
                  <a:pt x="72782" y="46073"/>
                  <a:pt x="72707" y="46173"/>
                  <a:pt x="72682" y="46273"/>
                </a:cubicBezTo>
                <a:cubicBezTo>
                  <a:pt x="72035" y="46571"/>
                  <a:pt x="71388" y="46945"/>
                  <a:pt x="70741" y="47293"/>
                </a:cubicBezTo>
                <a:cubicBezTo>
                  <a:pt x="71114" y="46671"/>
                  <a:pt x="71463" y="46024"/>
                  <a:pt x="71811" y="45401"/>
                </a:cubicBezTo>
                <a:lnTo>
                  <a:pt x="72657" y="45128"/>
                </a:lnTo>
                <a:close/>
                <a:moveTo>
                  <a:pt x="70218" y="43883"/>
                </a:moveTo>
                <a:cubicBezTo>
                  <a:pt x="70741" y="44132"/>
                  <a:pt x="71189" y="44331"/>
                  <a:pt x="71687" y="44530"/>
                </a:cubicBezTo>
                <a:cubicBezTo>
                  <a:pt x="71637" y="44680"/>
                  <a:pt x="71537" y="44829"/>
                  <a:pt x="71438" y="45028"/>
                </a:cubicBezTo>
                <a:lnTo>
                  <a:pt x="71438" y="45053"/>
                </a:lnTo>
                <a:cubicBezTo>
                  <a:pt x="71438" y="45078"/>
                  <a:pt x="71413" y="45078"/>
                  <a:pt x="71413" y="45103"/>
                </a:cubicBezTo>
                <a:cubicBezTo>
                  <a:pt x="69670" y="45700"/>
                  <a:pt x="67853" y="46522"/>
                  <a:pt x="66061" y="47542"/>
                </a:cubicBezTo>
                <a:cubicBezTo>
                  <a:pt x="66061" y="47517"/>
                  <a:pt x="66061" y="47492"/>
                  <a:pt x="66036" y="47442"/>
                </a:cubicBezTo>
                <a:cubicBezTo>
                  <a:pt x="65987" y="47343"/>
                  <a:pt x="65987" y="47268"/>
                  <a:pt x="65962" y="47169"/>
                </a:cubicBezTo>
                <a:cubicBezTo>
                  <a:pt x="65937" y="47044"/>
                  <a:pt x="65912" y="46945"/>
                  <a:pt x="65862" y="46820"/>
                </a:cubicBezTo>
                <a:cubicBezTo>
                  <a:pt x="65937" y="46795"/>
                  <a:pt x="65987" y="46721"/>
                  <a:pt x="66061" y="46696"/>
                </a:cubicBezTo>
                <a:cubicBezTo>
                  <a:pt x="66708" y="46223"/>
                  <a:pt x="67331" y="45800"/>
                  <a:pt x="67978" y="45401"/>
                </a:cubicBezTo>
                <a:lnTo>
                  <a:pt x="68550" y="45028"/>
                </a:lnTo>
                <a:cubicBezTo>
                  <a:pt x="68550" y="45028"/>
                  <a:pt x="68575" y="45028"/>
                  <a:pt x="68575" y="45003"/>
                </a:cubicBezTo>
                <a:cubicBezTo>
                  <a:pt x="69173" y="44555"/>
                  <a:pt x="69695" y="44207"/>
                  <a:pt x="70218" y="43883"/>
                </a:cubicBezTo>
                <a:close/>
                <a:moveTo>
                  <a:pt x="71360" y="45795"/>
                </a:moveTo>
                <a:lnTo>
                  <a:pt x="71360" y="45795"/>
                </a:lnTo>
                <a:cubicBezTo>
                  <a:pt x="71175" y="46103"/>
                  <a:pt x="71032" y="46409"/>
                  <a:pt x="70890" y="46646"/>
                </a:cubicBezTo>
                <a:cubicBezTo>
                  <a:pt x="70790" y="46795"/>
                  <a:pt x="70716" y="46920"/>
                  <a:pt x="70641" y="47069"/>
                </a:cubicBezTo>
                <a:cubicBezTo>
                  <a:pt x="70616" y="47069"/>
                  <a:pt x="70616" y="47094"/>
                  <a:pt x="70566" y="47144"/>
                </a:cubicBezTo>
                <a:cubicBezTo>
                  <a:pt x="70517" y="47268"/>
                  <a:pt x="70417" y="47393"/>
                  <a:pt x="70318" y="47542"/>
                </a:cubicBezTo>
                <a:lnTo>
                  <a:pt x="70293" y="47567"/>
                </a:lnTo>
                <a:cubicBezTo>
                  <a:pt x="70656" y="46961"/>
                  <a:pt x="71020" y="46355"/>
                  <a:pt x="71360" y="45795"/>
                </a:cubicBezTo>
                <a:close/>
                <a:moveTo>
                  <a:pt x="98445" y="45028"/>
                </a:moveTo>
                <a:cubicBezTo>
                  <a:pt x="98046" y="45849"/>
                  <a:pt x="97573" y="46746"/>
                  <a:pt x="97125" y="47642"/>
                </a:cubicBezTo>
                <a:cubicBezTo>
                  <a:pt x="96777" y="47044"/>
                  <a:pt x="96403" y="46497"/>
                  <a:pt x="95931" y="45999"/>
                </a:cubicBezTo>
                <a:cubicBezTo>
                  <a:pt x="96080" y="45924"/>
                  <a:pt x="96254" y="45899"/>
                  <a:pt x="96403" y="45825"/>
                </a:cubicBezTo>
                <a:cubicBezTo>
                  <a:pt x="96453" y="45800"/>
                  <a:pt x="96553" y="45775"/>
                  <a:pt x="96627" y="45775"/>
                </a:cubicBezTo>
                <a:cubicBezTo>
                  <a:pt x="96901" y="45675"/>
                  <a:pt x="97150" y="45551"/>
                  <a:pt x="97424" y="45451"/>
                </a:cubicBezTo>
                <a:cubicBezTo>
                  <a:pt x="97524" y="45426"/>
                  <a:pt x="97573" y="45401"/>
                  <a:pt x="97673" y="45377"/>
                </a:cubicBezTo>
                <a:cubicBezTo>
                  <a:pt x="97922" y="45277"/>
                  <a:pt x="98171" y="45153"/>
                  <a:pt x="98420" y="45028"/>
                </a:cubicBezTo>
                <a:close/>
                <a:moveTo>
                  <a:pt x="65713" y="46920"/>
                </a:moveTo>
                <a:cubicBezTo>
                  <a:pt x="65762" y="47019"/>
                  <a:pt x="65762" y="47069"/>
                  <a:pt x="65787" y="47169"/>
                </a:cubicBezTo>
                <a:cubicBezTo>
                  <a:pt x="65812" y="47194"/>
                  <a:pt x="65837" y="47318"/>
                  <a:pt x="65837" y="47418"/>
                </a:cubicBezTo>
                <a:cubicBezTo>
                  <a:pt x="65837" y="47467"/>
                  <a:pt x="65887" y="47542"/>
                  <a:pt x="65887" y="47642"/>
                </a:cubicBezTo>
                <a:cubicBezTo>
                  <a:pt x="65837" y="47642"/>
                  <a:pt x="65837" y="47667"/>
                  <a:pt x="65812" y="47667"/>
                </a:cubicBezTo>
                <a:cubicBezTo>
                  <a:pt x="65812" y="47592"/>
                  <a:pt x="65787" y="47542"/>
                  <a:pt x="65787" y="47467"/>
                </a:cubicBezTo>
                <a:lnTo>
                  <a:pt x="65688" y="47094"/>
                </a:lnTo>
                <a:cubicBezTo>
                  <a:pt x="65688" y="47044"/>
                  <a:pt x="65663" y="46970"/>
                  <a:pt x="65663" y="46945"/>
                </a:cubicBezTo>
                <a:cubicBezTo>
                  <a:pt x="65688" y="46945"/>
                  <a:pt x="65688" y="46920"/>
                  <a:pt x="65713" y="46920"/>
                </a:cubicBezTo>
                <a:close/>
                <a:moveTo>
                  <a:pt x="108650" y="46322"/>
                </a:moveTo>
                <a:cubicBezTo>
                  <a:pt x="108650" y="46397"/>
                  <a:pt x="108675" y="46422"/>
                  <a:pt x="108675" y="46472"/>
                </a:cubicBezTo>
                <a:cubicBezTo>
                  <a:pt x="108774" y="46795"/>
                  <a:pt x="108874" y="47169"/>
                  <a:pt x="108949" y="47542"/>
                </a:cubicBezTo>
                <a:lnTo>
                  <a:pt x="108949" y="47592"/>
                </a:lnTo>
                <a:cubicBezTo>
                  <a:pt x="108949" y="47642"/>
                  <a:pt x="108899" y="47642"/>
                  <a:pt x="108899" y="47667"/>
                </a:cubicBezTo>
                <a:cubicBezTo>
                  <a:pt x="108899" y="47691"/>
                  <a:pt x="108899" y="47691"/>
                  <a:pt x="108874" y="47716"/>
                </a:cubicBezTo>
                <a:lnTo>
                  <a:pt x="108874" y="47642"/>
                </a:lnTo>
                <a:cubicBezTo>
                  <a:pt x="108874" y="47592"/>
                  <a:pt x="108874" y="47567"/>
                  <a:pt x="108849" y="47517"/>
                </a:cubicBezTo>
                <a:cubicBezTo>
                  <a:pt x="108849" y="47442"/>
                  <a:pt x="108799" y="47393"/>
                  <a:pt x="108799" y="47343"/>
                </a:cubicBezTo>
                <a:lnTo>
                  <a:pt x="108625" y="46522"/>
                </a:lnTo>
                <a:cubicBezTo>
                  <a:pt x="108625" y="46472"/>
                  <a:pt x="108600" y="46422"/>
                  <a:pt x="108600" y="46397"/>
                </a:cubicBezTo>
                <a:lnTo>
                  <a:pt x="108625" y="46347"/>
                </a:lnTo>
                <a:lnTo>
                  <a:pt x="108650" y="46322"/>
                </a:lnTo>
                <a:close/>
                <a:moveTo>
                  <a:pt x="110200" y="45149"/>
                </a:moveTo>
                <a:cubicBezTo>
                  <a:pt x="109857" y="46029"/>
                  <a:pt x="109490" y="46885"/>
                  <a:pt x="109148" y="47741"/>
                </a:cubicBezTo>
                <a:lnTo>
                  <a:pt x="109148" y="47642"/>
                </a:lnTo>
                <a:cubicBezTo>
                  <a:pt x="109496" y="46820"/>
                  <a:pt x="109845" y="45974"/>
                  <a:pt x="110143" y="45177"/>
                </a:cubicBezTo>
                <a:cubicBezTo>
                  <a:pt x="110169" y="45165"/>
                  <a:pt x="110188" y="45159"/>
                  <a:pt x="110200" y="45149"/>
                </a:cubicBezTo>
                <a:close/>
                <a:moveTo>
                  <a:pt x="71288" y="45327"/>
                </a:moveTo>
                <a:cubicBezTo>
                  <a:pt x="71288" y="45377"/>
                  <a:pt x="71263" y="45401"/>
                  <a:pt x="71263" y="45426"/>
                </a:cubicBezTo>
                <a:cubicBezTo>
                  <a:pt x="69571" y="46024"/>
                  <a:pt x="67878" y="46795"/>
                  <a:pt x="66136" y="47766"/>
                </a:cubicBezTo>
                <a:cubicBezTo>
                  <a:pt x="66086" y="47766"/>
                  <a:pt x="66086" y="47741"/>
                  <a:pt x="66086" y="47691"/>
                </a:cubicBezTo>
                <a:cubicBezTo>
                  <a:pt x="67878" y="46746"/>
                  <a:pt x="69621" y="45924"/>
                  <a:pt x="71288" y="45327"/>
                </a:cubicBezTo>
                <a:close/>
                <a:moveTo>
                  <a:pt x="72184" y="46820"/>
                </a:moveTo>
                <a:lnTo>
                  <a:pt x="72184" y="46820"/>
                </a:lnTo>
                <a:cubicBezTo>
                  <a:pt x="71736" y="47069"/>
                  <a:pt x="71263" y="47318"/>
                  <a:pt x="70815" y="47567"/>
                </a:cubicBezTo>
                <a:cubicBezTo>
                  <a:pt x="70790" y="47567"/>
                  <a:pt x="70790" y="47617"/>
                  <a:pt x="70766" y="47617"/>
                </a:cubicBezTo>
                <a:cubicBezTo>
                  <a:pt x="70691" y="47642"/>
                  <a:pt x="70641" y="47667"/>
                  <a:pt x="70542" y="47741"/>
                </a:cubicBezTo>
                <a:cubicBezTo>
                  <a:pt x="70517" y="47741"/>
                  <a:pt x="70492" y="47766"/>
                  <a:pt x="70492" y="47766"/>
                </a:cubicBezTo>
                <a:lnTo>
                  <a:pt x="70517" y="47741"/>
                </a:lnTo>
                <a:cubicBezTo>
                  <a:pt x="70616" y="47642"/>
                  <a:pt x="70741" y="47567"/>
                  <a:pt x="70840" y="47517"/>
                </a:cubicBezTo>
                <a:cubicBezTo>
                  <a:pt x="71363" y="47268"/>
                  <a:pt x="71786" y="47019"/>
                  <a:pt x="72184" y="46820"/>
                </a:cubicBezTo>
                <a:close/>
                <a:moveTo>
                  <a:pt x="95756" y="46049"/>
                </a:moveTo>
                <a:cubicBezTo>
                  <a:pt x="96254" y="46571"/>
                  <a:pt x="96652" y="47169"/>
                  <a:pt x="97026" y="47816"/>
                </a:cubicBezTo>
                <a:cubicBezTo>
                  <a:pt x="97026" y="47866"/>
                  <a:pt x="97001" y="47866"/>
                  <a:pt x="97001" y="47891"/>
                </a:cubicBezTo>
                <a:cubicBezTo>
                  <a:pt x="96627" y="47243"/>
                  <a:pt x="96179" y="46621"/>
                  <a:pt x="95682" y="46049"/>
                </a:cubicBezTo>
                <a:close/>
                <a:moveTo>
                  <a:pt x="98818" y="44829"/>
                </a:moveTo>
                <a:cubicBezTo>
                  <a:pt x="98320" y="45874"/>
                  <a:pt x="97822" y="46870"/>
                  <a:pt x="97300" y="47891"/>
                </a:cubicBezTo>
                <a:lnTo>
                  <a:pt x="97250" y="47816"/>
                </a:lnTo>
                <a:cubicBezTo>
                  <a:pt x="97772" y="46820"/>
                  <a:pt x="98270" y="45849"/>
                  <a:pt x="98743" y="44879"/>
                </a:cubicBezTo>
                <a:cubicBezTo>
                  <a:pt x="98768" y="44879"/>
                  <a:pt x="98793" y="44829"/>
                  <a:pt x="98818" y="44829"/>
                </a:cubicBezTo>
                <a:close/>
                <a:moveTo>
                  <a:pt x="65912" y="47816"/>
                </a:moveTo>
                <a:lnTo>
                  <a:pt x="65912" y="47891"/>
                </a:lnTo>
                <a:cubicBezTo>
                  <a:pt x="65862" y="47891"/>
                  <a:pt x="65862" y="47915"/>
                  <a:pt x="65837" y="47915"/>
                </a:cubicBezTo>
                <a:lnTo>
                  <a:pt x="65837" y="47866"/>
                </a:lnTo>
                <a:cubicBezTo>
                  <a:pt x="65862" y="47816"/>
                  <a:pt x="65912" y="47816"/>
                  <a:pt x="65912" y="47816"/>
                </a:cubicBezTo>
                <a:close/>
                <a:moveTo>
                  <a:pt x="70069" y="47915"/>
                </a:moveTo>
                <a:cubicBezTo>
                  <a:pt x="70069" y="47928"/>
                  <a:pt x="70069" y="47934"/>
                  <a:pt x="70075" y="47934"/>
                </a:cubicBezTo>
                <a:cubicBezTo>
                  <a:pt x="70081" y="47934"/>
                  <a:pt x="70094" y="47928"/>
                  <a:pt x="70118" y="47915"/>
                </a:cubicBezTo>
                <a:lnTo>
                  <a:pt x="70118" y="47915"/>
                </a:lnTo>
                <a:cubicBezTo>
                  <a:pt x="70118" y="47940"/>
                  <a:pt x="70069" y="47940"/>
                  <a:pt x="70069" y="47940"/>
                </a:cubicBezTo>
                <a:lnTo>
                  <a:pt x="70044" y="47990"/>
                </a:lnTo>
                <a:cubicBezTo>
                  <a:pt x="70044" y="47990"/>
                  <a:pt x="70044" y="47940"/>
                  <a:pt x="70069" y="47940"/>
                </a:cubicBezTo>
                <a:lnTo>
                  <a:pt x="70069" y="47915"/>
                </a:lnTo>
                <a:close/>
                <a:moveTo>
                  <a:pt x="116167" y="47368"/>
                </a:moveTo>
                <a:cubicBezTo>
                  <a:pt x="116167" y="47492"/>
                  <a:pt x="116117" y="47642"/>
                  <a:pt x="116092" y="47766"/>
                </a:cubicBezTo>
                <a:cubicBezTo>
                  <a:pt x="116067" y="47891"/>
                  <a:pt x="116043" y="48015"/>
                  <a:pt x="115993" y="48115"/>
                </a:cubicBezTo>
                <a:cubicBezTo>
                  <a:pt x="115993" y="47990"/>
                  <a:pt x="116043" y="47891"/>
                  <a:pt x="116043" y="47766"/>
                </a:cubicBezTo>
                <a:cubicBezTo>
                  <a:pt x="116092" y="47642"/>
                  <a:pt x="116117" y="47517"/>
                  <a:pt x="116167" y="47368"/>
                </a:cubicBezTo>
                <a:close/>
                <a:moveTo>
                  <a:pt x="97125" y="48015"/>
                </a:moveTo>
                <a:cubicBezTo>
                  <a:pt x="97125" y="48040"/>
                  <a:pt x="97150" y="48040"/>
                  <a:pt x="97150" y="48065"/>
                </a:cubicBezTo>
                <a:cubicBezTo>
                  <a:pt x="97150" y="48115"/>
                  <a:pt x="97150" y="48115"/>
                  <a:pt x="97125" y="48139"/>
                </a:cubicBezTo>
                <a:cubicBezTo>
                  <a:pt x="97125" y="48115"/>
                  <a:pt x="97076" y="48065"/>
                  <a:pt x="97076" y="48065"/>
                </a:cubicBezTo>
                <a:cubicBezTo>
                  <a:pt x="97076" y="48040"/>
                  <a:pt x="97125" y="48040"/>
                  <a:pt x="97125" y="48015"/>
                </a:cubicBezTo>
                <a:close/>
                <a:moveTo>
                  <a:pt x="108973" y="47915"/>
                </a:moveTo>
                <a:cubicBezTo>
                  <a:pt x="108973" y="47940"/>
                  <a:pt x="108973" y="48015"/>
                  <a:pt x="108998" y="48040"/>
                </a:cubicBezTo>
                <a:cubicBezTo>
                  <a:pt x="108998" y="48065"/>
                  <a:pt x="108973" y="48065"/>
                  <a:pt x="108973" y="48115"/>
                </a:cubicBezTo>
                <a:cubicBezTo>
                  <a:pt x="108973" y="48139"/>
                  <a:pt x="108949" y="48139"/>
                  <a:pt x="108949" y="48164"/>
                </a:cubicBezTo>
                <a:lnTo>
                  <a:pt x="108949" y="48115"/>
                </a:lnTo>
                <a:lnTo>
                  <a:pt x="108949" y="48040"/>
                </a:lnTo>
                <a:lnTo>
                  <a:pt x="108949" y="47990"/>
                </a:lnTo>
                <a:cubicBezTo>
                  <a:pt x="108949" y="47940"/>
                  <a:pt x="108973" y="47940"/>
                  <a:pt x="108973" y="47915"/>
                </a:cubicBezTo>
                <a:close/>
                <a:moveTo>
                  <a:pt x="75570" y="45576"/>
                </a:moveTo>
                <a:lnTo>
                  <a:pt x="75570" y="45576"/>
                </a:lnTo>
                <a:cubicBezTo>
                  <a:pt x="75097" y="46447"/>
                  <a:pt x="74524" y="47318"/>
                  <a:pt x="73952" y="48189"/>
                </a:cubicBezTo>
                <a:cubicBezTo>
                  <a:pt x="73703" y="47642"/>
                  <a:pt x="73529" y="47069"/>
                  <a:pt x="73379" y="46522"/>
                </a:cubicBezTo>
                <a:cubicBezTo>
                  <a:pt x="73653" y="46397"/>
                  <a:pt x="73927" y="46273"/>
                  <a:pt x="74250" y="46098"/>
                </a:cubicBezTo>
                <a:cubicBezTo>
                  <a:pt x="74350" y="46073"/>
                  <a:pt x="74474" y="46024"/>
                  <a:pt x="74549" y="45974"/>
                </a:cubicBezTo>
                <a:cubicBezTo>
                  <a:pt x="74599" y="45949"/>
                  <a:pt x="74649" y="45949"/>
                  <a:pt x="74674" y="45924"/>
                </a:cubicBezTo>
                <a:cubicBezTo>
                  <a:pt x="74997" y="45800"/>
                  <a:pt x="75296" y="45675"/>
                  <a:pt x="75570" y="45576"/>
                </a:cubicBezTo>
                <a:close/>
                <a:moveTo>
                  <a:pt x="73205" y="46621"/>
                </a:moveTo>
                <a:cubicBezTo>
                  <a:pt x="73379" y="47194"/>
                  <a:pt x="73553" y="47791"/>
                  <a:pt x="73852" y="48388"/>
                </a:cubicBezTo>
                <a:cubicBezTo>
                  <a:pt x="73852" y="48413"/>
                  <a:pt x="73802" y="48413"/>
                  <a:pt x="73802" y="48438"/>
                </a:cubicBezTo>
                <a:cubicBezTo>
                  <a:pt x="73529" y="47866"/>
                  <a:pt x="73304" y="47243"/>
                  <a:pt x="73155" y="46646"/>
                </a:cubicBezTo>
                <a:cubicBezTo>
                  <a:pt x="73180" y="46646"/>
                  <a:pt x="73180" y="46621"/>
                  <a:pt x="73205" y="46621"/>
                </a:cubicBezTo>
                <a:close/>
                <a:moveTo>
                  <a:pt x="75941" y="45497"/>
                </a:moveTo>
                <a:cubicBezTo>
                  <a:pt x="75352" y="46477"/>
                  <a:pt x="74738" y="47458"/>
                  <a:pt x="74051" y="48438"/>
                </a:cubicBezTo>
                <a:lnTo>
                  <a:pt x="74051" y="48413"/>
                </a:lnTo>
                <a:cubicBezTo>
                  <a:pt x="74723" y="47442"/>
                  <a:pt x="75346" y="46447"/>
                  <a:pt x="75918" y="45501"/>
                </a:cubicBezTo>
                <a:cubicBezTo>
                  <a:pt x="75927" y="45501"/>
                  <a:pt x="75935" y="45499"/>
                  <a:pt x="75941" y="45497"/>
                </a:cubicBezTo>
                <a:close/>
                <a:moveTo>
                  <a:pt x="79502" y="44555"/>
                </a:moveTo>
                <a:cubicBezTo>
                  <a:pt x="79751" y="44704"/>
                  <a:pt x="79975" y="44829"/>
                  <a:pt x="80224" y="44953"/>
                </a:cubicBezTo>
                <a:cubicBezTo>
                  <a:pt x="81519" y="45675"/>
                  <a:pt x="82888" y="46198"/>
                  <a:pt x="84381" y="46571"/>
                </a:cubicBezTo>
                <a:cubicBezTo>
                  <a:pt x="84431" y="46571"/>
                  <a:pt x="84456" y="46621"/>
                  <a:pt x="84481" y="46621"/>
                </a:cubicBezTo>
                <a:cubicBezTo>
                  <a:pt x="84680" y="46646"/>
                  <a:pt x="84829" y="46696"/>
                  <a:pt x="85003" y="46746"/>
                </a:cubicBezTo>
                <a:lnTo>
                  <a:pt x="85053" y="46770"/>
                </a:lnTo>
                <a:cubicBezTo>
                  <a:pt x="84705" y="47368"/>
                  <a:pt x="84331" y="48015"/>
                  <a:pt x="83933" y="48662"/>
                </a:cubicBezTo>
                <a:lnTo>
                  <a:pt x="83560" y="48488"/>
                </a:lnTo>
                <a:lnTo>
                  <a:pt x="83186" y="48289"/>
                </a:lnTo>
                <a:cubicBezTo>
                  <a:pt x="83062" y="48239"/>
                  <a:pt x="82962" y="48164"/>
                  <a:pt x="82838" y="48115"/>
                </a:cubicBezTo>
                <a:cubicBezTo>
                  <a:pt x="82763" y="48065"/>
                  <a:pt x="82713" y="48040"/>
                  <a:pt x="82614" y="47990"/>
                </a:cubicBezTo>
                <a:cubicBezTo>
                  <a:pt x="82489" y="47915"/>
                  <a:pt x="82390" y="47866"/>
                  <a:pt x="82265" y="47791"/>
                </a:cubicBezTo>
                <a:cubicBezTo>
                  <a:pt x="82091" y="47691"/>
                  <a:pt x="81917" y="47567"/>
                  <a:pt x="81743" y="47492"/>
                </a:cubicBezTo>
                <a:cubicBezTo>
                  <a:pt x="81643" y="47418"/>
                  <a:pt x="81519" y="47368"/>
                  <a:pt x="81394" y="47293"/>
                </a:cubicBezTo>
                <a:cubicBezTo>
                  <a:pt x="81245" y="47194"/>
                  <a:pt x="81095" y="47069"/>
                  <a:pt x="80921" y="46994"/>
                </a:cubicBezTo>
                <a:cubicBezTo>
                  <a:pt x="80822" y="46895"/>
                  <a:pt x="80672" y="46820"/>
                  <a:pt x="80573" y="46746"/>
                </a:cubicBezTo>
                <a:cubicBezTo>
                  <a:pt x="80448" y="46646"/>
                  <a:pt x="80274" y="46522"/>
                  <a:pt x="80150" y="46422"/>
                </a:cubicBezTo>
                <a:lnTo>
                  <a:pt x="79776" y="46148"/>
                </a:lnTo>
                <a:cubicBezTo>
                  <a:pt x="79652" y="46049"/>
                  <a:pt x="79527" y="45949"/>
                  <a:pt x="79428" y="45825"/>
                </a:cubicBezTo>
                <a:cubicBezTo>
                  <a:pt x="79303" y="45700"/>
                  <a:pt x="79179" y="45625"/>
                  <a:pt x="79054" y="45501"/>
                </a:cubicBezTo>
                <a:cubicBezTo>
                  <a:pt x="79029" y="45451"/>
                  <a:pt x="79005" y="45426"/>
                  <a:pt x="78930" y="45401"/>
                </a:cubicBezTo>
                <a:cubicBezTo>
                  <a:pt x="78880" y="45327"/>
                  <a:pt x="78830" y="45277"/>
                  <a:pt x="78731" y="45202"/>
                </a:cubicBezTo>
                <a:cubicBezTo>
                  <a:pt x="78606" y="45078"/>
                  <a:pt x="78482" y="44953"/>
                  <a:pt x="78357" y="44879"/>
                </a:cubicBezTo>
                <a:cubicBezTo>
                  <a:pt x="78357" y="44829"/>
                  <a:pt x="78308" y="44804"/>
                  <a:pt x="78308" y="44779"/>
                </a:cubicBezTo>
                <a:cubicBezTo>
                  <a:pt x="78731" y="44680"/>
                  <a:pt x="79129" y="44580"/>
                  <a:pt x="79502" y="44555"/>
                </a:cubicBezTo>
                <a:close/>
                <a:moveTo>
                  <a:pt x="73949" y="48625"/>
                </a:moveTo>
                <a:cubicBezTo>
                  <a:pt x="73951" y="48628"/>
                  <a:pt x="73952" y="48632"/>
                  <a:pt x="73952" y="48637"/>
                </a:cubicBezTo>
                <a:cubicBezTo>
                  <a:pt x="73952" y="48662"/>
                  <a:pt x="73927" y="48662"/>
                  <a:pt x="73927" y="48687"/>
                </a:cubicBezTo>
                <a:lnTo>
                  <a:pt x="73927" y="48662"/>
                </a:lnTo>
                <a:cubicBezTo>
                  <a:pt x="73927" y="48642"/>
                  <a:pt x="73943" y="48638"/>
                  <a:pt x="73949" y="48625"/>
                </a:cubicBezTo>
                <a:close/>
                <a:moveTo>
                  <a:pt x="85227" y="46820"/>
                </a:moveTo>
                <a:cubicBezTo>
                  <a:pt x="85227" y="46870"/>
                  <a:pt x="85252" y="46870"/>
                  <a:pt x="85252" y="46895"/>
                </a:cubicBezTo>
                <a:lnTo>
                  <a:pt x="84132" y="48762"/>
                </a:lnTo>
                <a:cubicBezTo>
                  <a:pt x="84107" y="48762"/>
                  <a:pt x="84107" y="48762"/>
                  <a:pt x="84082" y="48737"/>
                </a:cubicBezTo>
                <a:cubicBezTo>
                  <a:pt x="84481" y="48115"/>
                  <a:pt x="84854" y="47492"/>
                  <a:pt x="85227" y="46820"/>
                </a:cubicBezTo>
                <a:close/>
                <a:moveTo>
                  <a:pt x="78482" y="45153"/>
                </a:moveTo>
                <a:lnTo>
                  <a:pt x="78482" y="45153"/>
                </a:lnTo>
                <a:cubicBezTo>
                  <a:pt x="78631" y="45302"/>
                  <a:pt x="78781" y="45451"/>
                  <a:pt x="78930" y="45576"/>
                </a:cubicBezTo>
                <a:cubicBezTo>
                  <a:pt x="78980" y="45625"/>
                  <a:pt x="79005" y="45650"/>
                  <a:pt x="79029" y="45650"/>
                </a:cubicBezTo>
                <a:cubicBezTo>
                  <a:pt x="79154" y="45775"/>
                  <a:pt x="79278" y="45874"/>
                  <a:pt x="79403" y="45999"/>
                </a:cubicBezTo>
                <a:cubicBezTo>
                  <a:pt x="79502" y="46049"/>
                  <a:pt x="79602" y="46148"/>
                  <a:pt x="79677" y="46198"/>
                </a:cubicBezTo>
                <a:cubicBezTo>
                  <a:pt x="79751" y="46273"/>
                  <a:pt x="79801" y="46298"/>
                  <a:pt x="79876" y="46322"/>
                </a:cubicBezTo>
                <a:cubicBezTo>
                  <a:pt x="79926" y="46372"/>
                  <a:pt x="79975" y="46422"/>
                  <a:pt x="80025" y="46447"/>
                </a:cubicBezTo>
                <a:cubicBezTo>
                  <a:pt x="80100" y="46522"/>
                  <a:pt x="80174" y="46571"/>
                  <a:pt x="80249" y="46621"/>
                </a:cubicBezTo>
                <a:cubicBezTo>
                  <a:pt x="80349" y="46671"/>
                  <a:pt x="80398" y="46746"/>
                  <a:pt x="80498" y="46795"/>
                </a:cubicBezTo>
                <a:lnTo>
                  <a:pt x="80772" y="46994"/>
                </a:lnTo>
                <a:cubicBezTo>
                  <a:pt x="80871" y="47044"/>
                  <a:pt x="80971" y="47119"/>
                  <a:pt x="81095" y="47194"/>
                </a:cubicBezTo>
                <a:cubicBezTo>
                  <a:pt x="81195" y="47268"/>
                  <a:pt x="81245" y="47318"/>
                  <a:pt x="81344" y="47393"/>
                </a:cubicBezTo>
                <a:lnTo>
                  <a:pt x="81618" y="47567"/>
                </a:lnTo>
                <a:cubicBezTo>
                  <a:pt x="81817" y="47691"/>
                  <a:pt x="81991" y="47816"/>
                  <a:pt x="82216" y="47915"/>
                </a:cubicBezTo>
                <a:cubicBezTo>
                  <a:pt x="82290" y="47940"/>
                  <a:pt x="82365" y="48015"/>
                  <a:pt x="82464" y="48040"/>
                </a:cubicBezTo>
                <a:cubicBezTo>
                  <a:pt x="82514" y="48065"/>
                  <a:pt x="82589" y="48115"/>
                  <a:pt x="82664" y="48164"/>
                </a:cubicBezTo>
                <a:lnTo>
                  <a:pt x="82863" y="48264"/>
                </a:lnTo>
                <a:cubicBezTo>
                  <a:pt x="82962" y="48314"/>
                  <a:pt x="83062" y="48363"/>
                  <a:pt x="83136" y="48413"/>
                </a:cubicBezTo>
                <a:lnTo>
                  <a:pt x="83336" y="48513"/>
                </a:lnTo>
                <a:cubicBezTo>
                  <a:pt x="83510" y="48612"/>
                  <a:pt x="83709" y="48687"/>
                  <a:pt x="83883" y="48762"/>
                </a:cubicBezTo>
                <a:lnTo>
                  <a:pt x="83858" y="48787"/>
                </a:lnTo>
                <a:cubicBezTo>
                  <a:pt x="83634" y="48787"/>
                  <a:pt x="83510" y="48762"/>
                  <a:pt x="83385" y="48687"/>
                </a:cubicBezTo>
                <a:cubicBezTo>
                  <a:pt x="83336" y="48662"/>
                  <a:pt x="83311" y="48662"/>
                  <a:pt x="83236" y="48637"/>
                </a:cubicBezTo>
                <a:cubicBezTo>
                  <a:pt x="82987" y="48513"/>
                  <a:pt x="82763" y="48388"/>
                  <a:pt x="82514" y="48264"/>
                </a:cubicBezTo>
                <a:cubicBezTo>
                  <a:pt x="82464" y="48239"/>
                  <a:pt x="82365" y="48189"/>
                  <a:pt x="82315" y="48139"/>
                </a:cubicBezTo>
                <a:cubicBezTo>
                  <a:pt x="82091" y="48015"/>
                  <a:pt x="81892" y="47891"/>
                  <a:pt x="81718" y="47791"/>
                </a:cubicBezTo>
                <a:lnTo>
                  <a:pt x="81444" y="47617"/>
                </a:lnTo>
                <a:cubicBezTo>
                  <a:pt x="81245" y="47492"/>
                  <a:pt x="81095" y="47393"/>
                  <a:pt x="80946" y="47268"/>
                </a:cubicBezTo>
                <a:cubicBezTo>
                  <a:pt x="80822" y="47169"/>
                  <a:pt x="80722" y="47119"/>
                  <a:pt x="80598" y="47019"/>
                </a:cubicBezTo>
                <a:cubicBezTo>
                  <a:pt x="80448" y="46920"/>
                  <a:pt x="80324" y="46795"/>
                  <a:pt x="80150" y="46696"/>
                </a:cubicBezTo>
                <a:cubicBezTo>
                  <a:pt x="80025" y="46621"/>
                  <a:pt x="79901" y="46522"/>
                  <a:pt x="79776" y="46397"/>
                </a:cubicBezTo>
                <a:cubicBezTo>
                  <a:pt x="79726" y="46372"/>
                  <a:pt x="79702" y="46298"/>
                  <a:pt x="79627" y="46273"/>
                </a:cubicBezTo>
                <a:cubicBezTo>
                  <a:pt x="79577" y="46198"/>
                  <a:pt x="79477" y="46148"/>
                  <a:pt x="79403" y="46073"/>
                </a:cubicBezTo>
                <a:cubicBezTo>
                  <a:pt x="79278" y="45949"/>
                  <a:pt x="79129" y="45825"/>
                  <a:pt x="79005" y="45750"/>
                </a:cubicBezTo>
                <a:cubicBezTo>
                  <a:pt x="78905" y="45650"/>
                  <a:pt x="78781" y="45551"/>
                  <a:pt x="78706" y="45451"/>
                </a:cubicBezTo>
                <a:lnTo>
                  <a:pt x="78507" y="45277"/>
                </a:lnTo>
                <a:lnTo>
                  <a:pt x="78507" y="45202"/>
                </a:lnTo>
                <a:lnTo>
                  <a:pt x="78482" y="45153"/>
                </a:lnTo>
                <a:close/>
                <a:moveTo>
                  <a:pt x="84008" y="48886"/>
                </a:moveTo>
                <a:cubicBezTo>
                  <a:pt x="84008" y="48911"/>
                  <a:pt x="84008" y="48911"/>
                  <a:pt x="84057" y="48911"/>
                </a:cubicBezTo>
                <a:cubicBezTo>
                  <a:pt x="84057" y="48911"/>
                  <a:pt x="84057" y="48936"/>
                  <a:pt x="84008" y="48936"/>
                </a:cubicBezTo>
                <a:cubicBezTo>
                  <a:pt x="83983" y="48936"/>
                  <a:pt x="83983" y="48911"/>
                  <a:pt x="83958" y="48911"/>
                </a:cubicBezTo>
                <a:cubicBezTo>
                  <a:pt x="83958" y="48911"/>
                  <a:pt x="83958" y="48886"/>
                  <a:pt x="83983" y="48886"/>
                </a:cubicBezTo>
                <a:close/>
                <a:moveTo>
                  <a:pt x="63273" y="41294"/>
                </a:moveTo>
                <a:cubicBezTo>
                  <a:pt x="63697" y="42066"/>
                  <a:pt x="64045" y="42813"/>
                  <a:pt x="64319" y="43535"/>
                </a:cubicBezTo>
                <a:cubicBezTo>
                  <a:pt x="64369" y="43659"/>
                  <a:pt x="64443" y="43808"/>
                  <a:pt x="64468" y="43933"/>
                </a:cubicBezTo>
                <a:cubicBezTo>
                  <a:pt x="64568" y="44207"/>
                  <a:pt x="64667" y="44456"/>
                  <a:pt x="64742" y="44704"/>
                </a:cubicBezTo>
                <a:cubicBezTo>
                  <a:pt x="64817" y="44929"/>
                  <a:pt x="64916" y="45128"/>
                  <a:pt x="64966" y="45327"/>
                </a:cubicBezTo>
                <a:cubicBezTo>
                  <a:pt x="65041" y="45551"/>
                  <a:pt x="65090" y="45750"/>
                  <a:pt x="65165" y="45949"/>
                </a:cubicBezTo>
                <a:cubicBezTo>
                  <a:pt x="65215" y="46173"/>
                  <a:pt x="65290" y="46372"/>
                  <a:pt x="65339" y="46571"/>
                </a:cubicBezTo>
                <a:cubicBezTo>
                  <a:pt x="65041" y="46795"/>
                  <a:pt x="64717" y="47019"/>
                  <a:pt x="64443" y="47268"/>
                </a:cubicBezTo>
                <a:lnTo>
                  <a:pt x="64070" y="47542"/>
                </a:lnTo>
                <a:cubicBezTo>
                  <a:pt x="63896" y="47667"/>
                  <a:pt x="63721" y="47791"/>
                  <a:pt x="63547" y="47915"/>
                </a:cubicBezTo>
                <a:cubicBezTo>
                  <a:pt x="63473" y="47940"/>
                  <a:pt x="63423" y="48015"/>
                  <a:pt x="63348" y="48040"/>
                </a:cubicBezTo>
                <a:cubicBezTo>
                  <a:pt x="63199" y="48164"/>
                  <a:pt x="63024" y="48289"/>
                  <a:pt x="62850" y="48438"/>
                </a:cubicBezTo>
                <a:cubicBezTo>
                  <a:pt x="62800" y="48513"/>
                  <a:pt x="62726" y="48538"/>
                  <a:pt x="62676" y="48612"/>
                </a:cubicBezTo>
                <a:cubicBezTo>
                  <a:pt x="62477" y="48737"/>
                  <a:pt x="62303" y="48886"/>
                  <a:pt x="62128" y="49011"/>
                </a:cubicBezTo>
                <a:cubicBezTo>
                  <a:pt x="61979" y="49135"/>
                  <a:pt x="61855" y="49235"/>
                  <a:pt x="61705" y="49359"/>
                </a:cubicBezTo>
                <a:cubicBezTo>
                  <a:pt x="61606" y="49409"/>
                  <a:pt x="61506" y="49508"/>
                  <a:pt x="61431" y="49558"/>
                </a:cubicBezTo>
                <a:cubicBezTo>
                  <a:pt x="61332" y="49633"/>
                  <a:pt x="61282" y="49683"/>
                  <a:pt x="61183" y="49757"/>
                </a:cubicBezTo>
                <a:cubicBezTo>
                  <a:pt x="61158" y="49732"/>
                  <a:pt x="61083" y="49683"/>
                  <a:pt x="61058" y="49658"/>
                </a:cubicBezTo>
                <a:cubicBezTo>
                  <a:pt x="60934" y="49608"/>
                  <a:pt x="60834" y="49508"/>
                  <a:pt x="60710" y="49434"/>
                </a:cubicBezTo>
                <a:cubicBezTo>
                  <a:pt x="60610" y="49384"/>
                  <a:pt x="60535" y="49309"/>
                  <a:pt x="60436" y="49235"/>
                </a:cubicBezTo>
                <a:cubicBezTo>
                  <a:pt x="60336" y="49160"/>
                  <a:pt x="60286" y="49110"/>
                  <a:pt x="60187" y="49036"/>
                </a:cubicBezTo>
                <a:lnTo>
                  <a:pt x="59814" y="48762"/>
                </a:lnTo>
                <a:cubicBezTo>
                  <a:pt x="59789" y="48737"/>
                  <a:pt x="59714" y="48687"/>
                  <a:pt x="59689" y="48662"/>
                </a:cubicBezTo>
                <a:cubicBezTo>
                  <a:pt x="58793" y="47940"/>
                  <a:pt x="57822" y="47069"/>
                  <a:pt x="56827" y="46073"/>
                </a:cubicBezTo>
                <a:lnTo>
                  <a:pt x="56677" y="45924"/>
                </a:lnTo>
                <a:lnTo>
                  <a:pt x="56254" y="45526"/>
                </a:lnTo>
                <a:lnTo>
                  <a:pt x="56005" y="45277"/>
                </a:lnTo>
                <a:cubicBezTo>
                  <a:pt x="56204" y="45153"/>
                  <a:pt x="56379" y="44978"/>
                  <a:pt x="56603" y="44854"/>
                </a:cubicBezTo>
                <a:cubicBezTo>
                  <a:pt x="56677" y="44804"/>
                  <a:pt x="56752" y="44779"/>
                  <a:pt x="56827" y="44704"/>
                </a:cubicBezTo>
                <a:cubicBezTo>
                  <a:pt x="57075" y="44555"/>
                  <a:pt x="57300" y="44406"/>
                  <a:pt x="57548" y="44232"/>
                </a:cubicBezTo>
                <a:cubicBezTo>
                  <a:pt x="57573" y="44232"/>
                  <a:pt x="57573" y="44207"/>
                  <a:pt x="57598" y="44207"/>
                </a:cubicBezTo>
                <a:cubicBezTo>
                  <a:pt x="57673" y="44182"/>
                  <a:pt x="57723" y="44157"/>
                  <a:pt x="57797" y="44082"/>
                </a:cubicBezTo>
                <a:cubicBezTo>
                  <a:pt x="57996" y="43933"/>
                  <a:pt x="58245" y="43808"/>
                  <a:pt x="58469" y="43684"/>
                </a:cubicBezTo>
                <a:cubicBezTo>
                  <a:pt x="58494" y="43659"/>
                  <a:pt x="58544" y="43659"/>
                  <a:pt x="58569" y="43609"/>
                </a:cubicBezTo>
                <a:cubicBezTo>
                  <a:pt x="58594" y="43584"/>
                  <a:pt x="58619" y="43584"/>
                  <a:pt x="58669" y="43559"/>
                </a:cubicBezTo>
                <a:cubicBezTo>
                  <a:pt x="58693" y="43535"/>
                  <a:pt x="58718" y="43535"/>
                  <a:pt x="58743" y="43485"/>
                </a:cubicBezTo>
                <a:lnTo>
                  <a:pt x="59415" y="43111"/>
                </a:lnTo>
                <a:cubicBezTo>
                  <a:pt x="59440" y="43087"/>
                  <a:pt x="59490" y="43087"/>
                  <a:pt x="59540" y="43062"/>
                </a:cubicBezTo>
                <a:cubicBezTo>
                  <a:pt x="59589" y="43037"/>
                  <a:pt x="59664" y="43012"/>
                  <a:pt x="59714" y="42937"/>
                </a:cubicBezTo>
                <a:cubicBezTo>
                  <a:pt x="59913" y="42813"/>
                  <a:pt x="60112" y="42713"/>
                  <a:pt x="60311" y="42614"/>
                </a:cubicBezTo>
                <a:cubicBezTo>
                  <a:pt x="60436" y="42564"/>
                  <a:pt x="60560" y="42489"/>
                  <a:pt x="60660" y="42439"/>
                </a:cubicBezTo>
                <a:lnTo>
                  <a:pt x="61207" y="42166"/>
                </a:lnTo>
                <a:cubicBezTo>
                  <a:pt x="61332" y="42091"/>
                  <a:pt x="61481" y="42041"/>
                  <a:pt x="61606" y="41966"/>
                </a:cubicBezTo>
                <a:cubicBezTo>
                  <a:pt x="61780" y="41867"/>
                  <a:pt x="61954" y="41817"/>
                  <a:pt x="62103" y="41767"/>
                </a:cubicBezTo>
                <a:cubicBezTo>
                  <a:pt x="62278" y="41693"/>
                  <a:pt x="62402" y="41643"/>
                  <a:pt x="62552" y="41568"/>
                </a:cubicBezTo>
                <a:lnTo>
                  <a:pt x="63024" y="41394"/>
                </a:lnTo>
                <a:cubicBezTo>
                  <a:pt x="63099" y="41344"/>
                  <a:pt x="63199" y="41319"/>
                  <a:pt x="63273" y="41294"/>
                </a:cubicBezTo>
                <a:close/>
                <a:moveTo>
                  <a:pt x="85352" y="47069"/>
                </a:moveTo>
                <a:cubicBezTo>
                  <a:pt x="85974" y="47816"/>
                  <a:pt x="86472" y="48712"/>
                  <a:pt x="86795" y="49757"/>
                </a:cubicBezTo>
                <a:cubicBezTo>
                  <a:pt x="86721" y="49683"/>
                  <a:pt x="86621" y="49683"/>
                  <a:pt x="86547" y="49658"/>
                </a:cubicBezTo>
                <a:cubicBezTo>
                  <a:pt x="86347" y="49608"/>
                  <a:pt x="86198" y="49558"/>
                  <a:pt x="85999" y="49508"/>
                </a:cubicBezTo>
                <a:lnTo>
                  <a:pt x="85725" y="49409"/>
                </a:lnTo>
                <a:cubicBezTo>
                  <a:pt x="85626" y="49384"/>
                  <a:pt x="85576" y="49359"/>
                  <a:pt x="85476" y="49309"/>
                </a:cubicBezTo>
                <a:cubicBezTo>
                  <a:pt x="85327" y="49260"/>
                  <a:pt x="85178" y="49185"/>
                  <a:pt x="85003" y="49160"/>
                </a:cubicBezTo>
                <a:cubicBezTo>
                  <a:pt x="84929" y="49135"/>
                  <a:pt x="84854" y="49110"/>
                  <a:pt x="84754" y="49060"/>
                </a:cubicBezTo>
                <a:cubicBezTo>
                  <a:pt x="84680" y="49036"/>
                  <a:pt x="84580" y="48961"/>
                  <a:pt x="84456" y="48936"/>
                </a:cubicBezTo>
                <a:lnTo>
                  <a:pt x="84257" y="48836"/>
                </a:lnTo>
                <a:cubicBezTo>
                  <a:pt x="84630" y="48264"/>
                  <a:pt x="84978" y="47667"/>
                  <a:pt x="85352" y="47069"/>
                </a:cubicBezTo>
                <a:close/>
                <a:moveTo>
                  <a:pt x="85501" y="46795"/>
                </a:moveTo>
                <a:cubicBezTo>
                  <a:pt x="86223" y="47642"/>
                  <a:pt x="86746" y="48637"/>
                  <a:pt x="87094" y="49782"/>
                </a:cubicBezTo>
                <a:cubicBezTo>
                  <a:pt x="87094" y="49795"/>
                  <a:pt x="87088" y="49801"/>
                  <a:pt x="87079" y="49801"/>
                </a:cubicBezTo>
                <a:cubicBezTo>
                  <a:pt x="87069" y="49801"/>
                  <a:pt x="87057" y="49795"/>
                  <a:pt x="87044" y="49782"/>
                </a:cubicBezTo>
                <a:cubicBezTo>
                  <a:pt x="86696" y="48662"/>
                  <a:pt x="86198" y="47667"/>
                  <a:pt x="85476" y="46870"/>
                </a:cubicBezTo>
                <a:cubicBezTo>
                  <a:pt x="85476" y="46820"/>
                  <a:pt x="85501" y="46820"/>
                  <a:pt x="85501" y="46795"/>
                </a:cubicBezTo>
                <a:close/>
                <a:moveTo>
                  <a:pt x="55931" y="45377"/>
                </a:moveTo>
                <a:lnTo>
                  <a:pt x="56204" y="45650"/>
                </a:lnTo>
                <a:cubicBezTo>
                  <a:pt x="56603" y="46049"/>
                  <a:pt x="57001" y="46447"/>
                  <a:pt x="57374" y="46795"/>
                </a:cubicBezTo>
                <a:cubicBezTo>
                  <a:pt x="57474" y="46895"/>
                  <a:pt x="57573" y="46970"/>
                  <a:pt x="57673" y="47044"/>
                </a:cubicBezTo>
                <a:cubicBezTo>
                  <a:pt x="57947" y="47318"/>
                  <a:pt x="58245" y="47567"/>
                  <a:pt x="58544" y="47816"/>
                </a:cubicBezTo>
                <a:cubicBezTo>
                  <a:pt x="58718" y="47990"/>
                  <a:pt x="58868" y="48115"/>
                  <a:pt x="59042" y="48264"/>
                </a:cubicBezTo>
                <a:cubicBezTo>
                  <a:pt x="59241" y="48438"/>
                  <a:pt x="59465" y="48637"/>
                  <a:pt x="59689" y="48787"/>
                </a:cubicBezTo>
                <a:cubicBezTo>
                  <a:pt x="59863" y="48936"/>
                  <a:pt x="60062" y="49060"/>
                  <a:pt x="60212" y="49185"/>
                </a:cubicBezTo>
                <a:cubicBezTo>
                  <a:pt x="60436" y="49359"/>
                  <a:pt x="60660" y="49508"/>
                  <a:pt x="60834" y="49658"/>
                </a:cubicBezTo>
                <a:cubicBezTo>
                  <a:pt x="60909" y="49732"/>
                  <a:pt x="60983" y="49782"/>
                  <a:pt x="61058" y="49807"/>
                </a:cubicBezTo>
                <a:cubicBezTo>
                  <a:pt x="61033" y="49807"/>
                  <a:pt x="61033" y="49857"/>
                  <a:pt x="60983" y="49857"/>
                </a:cubicBezTo>
                <a:cubicBezTo>
                  <a:pt x="60062" y="49235"/>
                  <a:pt x="59042" y="48388"/>
                  <a:pt x="57922" y="47393"/>
                </a:cubicBezTo>
                <a:lnTo>
                  <a:pt x="57847" y="47318"/>
                </a:lnTo>
                <a:cubicBezTo>
                  <a:pt x="57673" y="47144"/>
                  <a:pt x="57474" y="46994"/>
                  <a:pt x="57300" y="46795"/>
                </a:cubicBezTo>
                <a:lnTo>
                  <a:pt x="57175" y="46671"/>
                </a:lnTo>
                <a:cubicBezTo>
                  <a:pt x="56976" y="46522"/>
                  <a:pt x="56802" y="46322"/>
                  <a:pt x="56627" y="46148"/>
                </a:cubicBezTo>
                <a:lnTo>
                  <a:pt x="56478" y="45999"/>
                </a:lnTo>
                <a:cubicBezTo>
                  <a:pt x="56304" y="45800"/>
                  <a:pt x="56105" y="45576"/>
                  <a:pt x="55881" y="45401"/>
                </a:cubicBezTo>
                <a:lnTo>
                  <a:pt x="55856" y="45377"/>
                </a:lnTo>
                <a:lnTo>
                  <a:pt x="55856" y="45377"/>
                </a:lnTo>
                <a:cubicBezTo>
                  <a:pt x="55868" y="45389"/>
                  <a:pt x="55887" y="45395"/>
                  <a:pt x="55902" y="45395"/>
                </a:cubicBezTo>
                <a:cubicBezTo>
                  <a:pt x="55918" y="45395"/>
                  <a:pt x="55931" y="45389"/>
                  <a:pt x="55931" y="45377"/>
                </a:cubicBezTo>
                <a:close/>
                <a:moveTo>
                  <a:pt x="65439" y="46795"/>
                </a:moveTo>
                <a:lnTo>
                  <a:pt x="65439" y="46820"/>
                </a:lnTo>
                <a:lnTo>
                  <a:pt x="65439" y="46845"/>
                </a:lnTo>
                <a:cubicBezTo>
                  <a:pt x="65290" y="46970"/>
                  <a:pt x="65140" y="47069"/>
                  <a:pt x="64966" y="47194"/>
                </a:cubicBezTo>
                <a:cubicBezTo>
                  <a:pt x="64891" y="47268"/>
                  <a:pt x="64817" y="47318"/>
                  <a:pt x="64717" y="47393"/>
                </a:cubicBezTo>
                <a:cubicBezTo>
                  <a:pt x="64692" y="47393"/>
                  <a:pt x="64692" y="47418"/>
                  <a:pt x="64667" y="47418"/>
                </a:cubicBezTo>
                <a:cubicBezTo>
                  <a:pt x="64294" y="47691"/>
                  <a:pt x="63945" y="47940"/>
                  <a:pt x="63572" y="48214"/>
                </a:cubicBezTo>
                <a:cubicBezTo>
                  <a:pt x="63323" y="48413"/>
                  <a:pt x="63099" y="48587"/>
                  <a:pt x="62850" y="48787"/>
                </a:cubicBezTo>
                <a:lnTo>
                  <a:pt x="62825" y="48811"/>
                </a:lnTo>
                <a:lnTo>
                  <a:pt x="62751" y="48886"/>
                </a:lnTo>
                <a:cubicBezTo>
                  <a:pt x="62726" y="48911"/>
                  <a:pt x="62701" y="48936"/>
                  <a:pt x="62676" y="48936"/>
                </a:cubicBezTo>
                <a:cubicBezTo>
                  <a:pt x="62352" y="49185"/>
                  <a:pt x="62004" y="49434"/>
                  <a:pt x="61705" y="49683"/>
                </a:cubicBezTo>
                <a:cubicBezTo>
                  <a:pt x="61606" y="49757"/>
                  <a:pt x="61556" y="49807"/>
                  <a:pt x="61456" y="49882"/>
                </a:cubicBezTo>
                <a:cubicBezTo>
                  <a:pt x="61431" y="49857"/>
                  <a:pt x="61431" y="49857"/>
                  <a:pt x="61407" y="49857"/>
                </a:cubicBezTo>
                <a:cubicBezTo>
                  <a:pt x="61456" y="49782"/>
                  <a:pt x="61506" y="49757"/>
                  <a:pt x="61581" y="49683"/>
                </a:cubicBezTo>
                <a:cubicBezTo>
                  <a:pt x="62029" y="49309"/>
                  <a:pt x="62477" y="48986"/>
                  <a:pt x="62950" y="48637"/>
                </a:cubicBezTo>
                <a:cubicBezTo>
                  <a:pt x="63174" y="48488"/>
                  <a:pt x="63348" y="48314"/>
                  <a:pt x="63572" y="48164"/>
                </a:cubicBezTo>
                <a:cubicBezTo>
                  <a:pt x="64194" y="47691"/>
                  <a:pt x="64817" y="47243"/>
                  <a:pt x="65439" y="46795"/>
                </a:cubicBezTo>
                <a:close/>
                <a:moveTo>
                  <a:pt x="84207" y="48986"/>
                </a:moveTo>
                <a:cubicBezTo>
                  <a:pt x="84456" y="49110"/>
                  <a:pt x="84705" y="49185"/>
                  <a:pt x="84954" y="49284"/>
                </a:cubicBezTo>
                <a:cubicBezTo>
                  <a:pt x="84978" y="49284"/>
                  <a:pt x="85003" y="49309"/>
                  <a:pt x="85053" y="49309"/>
                </a:cubicBezTo>
                <a:cubicBezTo>
                  <a:pt x="85327" y="49434"/>
                  <a:pt x="85626" y="49533"/>
                  <a:pt x="85924" y="49633"/>
                </a:cubicBezTo>
                <a:cubicBezTo>
                  <a:pt x="85949" y="49633"/>
                  <a:pt x="85949" y="49633"/>
                  <a:pt x="85974" y="49658"/>
                </a:cubicBezTo>
                <a:cubicBezTo>
                  <a:pt x="86248" y="49757"/>
                  <a:pt x="86571" y="49857"/>
                  <a:pt x="86845" y="49932"/>
                </a:cubicBezTo>
                <a:lnTo>
                  <a:pt x="86845" y="49981"/>
                </a:lnTo>
                <a:lnTo>
                  <a:pt x="86845" y="50006"/>
                </a:lnTo>
                <a:cubicBezTo>
                  <a:pt x="86248" y="49857"/>
                  <a:pt x="85675" y="49658"/>
                  <a:pt x="85103" y="49434"/>
                </a:cubicBezTo>
                <a:cubicBezTo>
                  <a:pt x="84804" y="49309"/>
                  <a:pt x="84506" y="49185"/>
                  <a:pt x="84207" y="49060"/>
                </a:cubicBezTo>
                <a:cubicBezTo>
                  <a:pt x="84232" y="49060"/>
                  <a:pt x="84207" y="49060"/>
                  <a:pt x="84182" y="49011"/>
                </a:cubicBezTo>
                <a:cubicBezTo>
                  <a:pt x="84182" y="49011"/>
                  <a:pt x="84182" y="48986"/>
                  <a:pt x="84207" y="48986"/>
                </a:cubicBezTo>
                <a:close/>
                <a:moveTo>
                  <a:pt x="61232" y="49932"/>
                </a:moveTo>
                <a:lnTo>
                  <a:pt x="61307" y="50006"/>
                </a:lnTo>
                <a:cubicBezTo>
                  <a:pt x="61257" y="50006"/>
                  <a:pt x="61257" y="50031"/>
                  <a:pt x="61232" y="50031"/>
                </a:cubicBezTo>
                <a:lnTo>
                  <a:pt x="61207" y="50031"/>
                </a:lnTo>
                <a:cubicBezTo>
                  <a:pt x="61207" y="50031"/>
                  <a:pt x="61183" y="50031"/>
                  <a:pt x="61183" y="50006"/>
                </a:cubicBezTo>
                <a:lnTo>
                  <a:pt x="61232" y="49932"/>
                </a:lnTo>
                <a:close/>
                <a:moveTo>
                  <a:pt x="65563" y="47019"/>
                </a:moveTo>
                <a:cubicBezTo>
                  <a:pt x="65563" y="47069"/>
                  <a:pt x="65588" y="47144"/>
                  <a:pt x="65588" y="47194"/>
                </a:cubicBezTo>
                <a:cubicBezTo>
                  <a:pt x="65563" y="47318"/>
                  <a:pt x="65588" y="47418"/>
                  <a:pt x="65638" y="47517"/>
                </a:cubicBezTo>
                <a:cubicBezTo>
                  <a:pt x="65663" y="47567"/>
                  <a:pt x="65663" y="47667"/>
                  <a:pt x="65663" y="47741"/>
                </a:cubicBezTo>
                <a:cubicBezTo>
                  <a:pt x="64418" y="48438"/>
                  <a:pt x="63149" y="49235"/>
                  <a:pt x="61904" y="50131"/>
                </a:cubicBezTo>
                <a:cubicBezTo>
                  <a:pt x="61805" y="50106"/>
                  <a:pt x="61730" y="50031"/>
                  <a:pt x="61680" y="50006"/>
                </a:cubicBezTo>
                <a:lnTo>
                  <a:pt x="61655" y="50006"/>
                </a:lnTo>
                <a:cubicBezTo>
                  <a:pt x="61730" y="49932"/>
                  <a:pt x="61830" y="49832"/>
                  <a:pt x="61929" y="49782"/>
                </a:cubicBezTo>
                <a:cubicBezTo>
                  <a:pt x="62178" y="49558"/>
                  <a:pt x="62452" y="49384"/>
                  <a:pt x="62701" y="49160"/>
                </a:cubicBezTo>
                <a:cubicBezTo>
                  <a:pt x="62751" y="49135"/>
                  <a:pt x="62800" y="49110"/>
                  <a:pt x="62850" y="49036"/>
                </a:cubicBezTo>
                <a:cubicBezTo>
                  <a:pt x="63174" y="48787"/>
                  <a:pt x="63473" y="48563"/>
                  <a:pt x="63796" y="48314"/>
                </a:cubicBezTo>
                <a:cubicBezTo>
                  <a:pt x="64070" y="48090"/>
                  <a:pt x="64369" y="47891"/>
                  <a:pt x="64667" y="47667"/>
                </a:cubicBezTo>
                <a:cubicBezTo>
                  <a:pt x="64692" y="47642"/>
                  <a:pt x="64717" y="47592"/>
                  <a:pt x="64792" y="47567"/>
                </a:cubicBezTo>
                <a:cubicBezTo>
                  <a:pt x="65041" y="47393"/>
                  <a:pt x="65290" y="47194"/>
                  <a:pt x="65563" y="47019"/>
                </a:cubicBezTo>
                <a:close/>
                <a:moveTo>
                  <a:pt x="71164" y="45650"/>
                </a:moveTo>
                <a:lnTo>
                  <a:pt x="71164" y="45650"/>
                </a:lnTo>
                <a:cubicBezTo>
                  <a:pt x="70940" y="46024"/>
                  <a:pt x="70790" y="46322"/>
                  <a:pt x="70641" y="46571"/>
                </a:cubicBezTo>
                <a:cubicBezTo>
                  <a:pt x="70566" y="46671"/>
                  <a:pt x="70542" y="46770"/>
                  <a:pt x="70517" y="46820"/>
                </a:cubicBezTo>
                <a:cubicBezTo>
                  <a:pt x="70442" y="46945"/>
                  <a:pt x="70367" y="47069"/>
                  <a:pt x="70293" y="47194"/>
                </a:cubicBezTo>
                <a:cubicBezTo>
                  <a:pt x="70143" y="47393"/>
                  <a:pt x="70019" y="47567"/>
                  <a:pt x="69894" y="47791"/>
                </a:cubicBezTo>
                <a:cubicBezTo>
                  <a:pt x="69297" y="48139"/>
                  <a:pt x="68700" y="48488"/>
                  <a:pt x="68152" y="48861"/>
                </a:cubicBezTo>
                <a:cubicBezTo>
                  <a:pt x="68028" y="48936"/>
                  <a:pt x="67878" y="49011"/>
                  <a:pt x="67729" y="49110"/>
                </a:cubicBezTo>
                <a:cubicBezTo>
                  <a:pt x="67331" y="49359"/>
                  <a:pt x="66907" y="49658"/>
                  <a:pt x="66435" y="49981"/>
                </a:cubicBezTo>
                <a:lnTo>
                  <a:pt x="66161" y="50156"/>
                </a:lnTo>
                <a:cubicBezTo>
                  <a:pt x="66186" y="50106"/>
                  <a:pt x="66186" y="50031"/>
                  <a:pt x="66186" y="49932"/>
                </a:cubicBezTo>
                <a:cubicBezTo>
                  <a:pt x="66211" y="49882"/>
                  <a:pt x="66211" y="49782"/>
                  <a:pt x="66211" y="49732"/>
                </a:cubicBezTo>
                <a:cubicBezTo>
                  <a:pt x="66211" y="49658"/>
                  <a:pt x="66211" y="49558"/>
                  <a:pt x="66260" y="49484"/>
                </a:cubicBezTo>
                <a:cubicBezTo>
                  <a:pt x="66260" y="49384"/>
                  <a:pt x="66285" y="49309"/>
                  <a:pt x="66285" y="49235"/>
                </a:cubicBezTo>
                <a:lnTo>
                  <a:pt x="66285" y="48936"/>
                </a:lnTo>
                <a:lnTo>
                  <a:pt x="66285" y="48662"/>
                </a:lnTo>
                <a:cubicBezTo>
                  <a:pt x="66285" y="48563"/>
                  <a:pt x="66260" y="48488"/>
                  <a:pt x="66260" y="48388"/>
                </a:cubicBezTo>
                <a:cubicBezTo>
                  <a:pt x="66260" y="48289"/>
                  <a:pt x="66211" y="48164"/>
                  <a:pt x="66211" y="48065"/>
                </a:cubicBezTo>
                <a:cubicBezTo>
                  <a:pt x="66211" y="48040"/>
                  <a:pt x="66211" y="48015"/>
                  <a:pt x="66186" y="47940"/>
                </a:cubicBezTo>
                <a:cubicBezTo>
                  <a:pt x="67878" y="47019"/>
                  <a:pt x="69546" y="46248"/>
                  <a:pt x="71164" y="45650"/>
                </a:cubicBezTo>
                <a:close/>
                <a:moveTo>
                  <a:pt x="97250" y="48289"/>
                </a:moveTo>
                <a:cubicBezTo>
                  <a:pt x="97548" y="48911"/>
                  <a:pt x="97797" y="49558"/>
                  <a:pt x="97996" y="50255"/>
                </a:cubicBezTo>
                <a:lnTo>
                  <a:pt x="97947" y="50255"/>
                </a:lnTo>
                <a:cubicBezTo>
                  <a:pt x="97772" y="49558"/>
                  <a:pt x="97524" y="48936"/>
                  <a:pt x="97200" y="48363"/>
                </a:cubicBezTo>
                <a:cubicBezTo>
                  <a:pt x="97200" y="48314"/>
                  <a:pt x="97250" y="48289"/>
                  <a:pt x="97250" y="48289"/>
                </a:cubicBezTo>
                <a:close/>
                <a:moveTo>
                  <a:pt x="105265" y="40448"/>
                </a:moveTo>
                <a:cubicBezTo>
                  <a:pt x="105290" y="40448"/>
                  <a:pt x="105364" y="40473"/>
                  <a:pt x="105464" y="40548"/>
                </a:cubicBezTo>
                <a:cubicBezTo>
                  <a:pt x="105713" y="40821"/>
                  <a:pt x="105962" y="41095"/>
                  <a:pt x="106161" y="41419"/>
                </a:cubicBezTo>
                <a:cubicBezTo>
                  <a:pt x="106235" y="41518"/>
                  <a:pt x="106285" y="41568"/>
                  <a:pt x="106360" y="41668"/>
                </a:cubicBezTo>
                <a:cubicBezTo>
                  <a:pt x="106609" y="42041"/>
                  <a:pt x="106858" y="42439"/>
                  <a:pt x="107107" y="42838"/>
                </a:cubicBezTo>
                <a:cubicBezTo>
                  <a:pt x="107156" y="42937"/>
                  <a:pt x="107206" y="43037"/>
                  <a:pt x="107256" y="43136"/>
                </a:cubicBezTo>
                <a:cubicBezTo>
                  <a:pt x="107455" y="43460"/>
                  <a:pt x="107604" y="43808"/>
                  <a:pt x="107754" y="44182"/>
                </a:cubicBezTo>
                <a:cubicBezTo>
                  <a:pt x="107779" y="44256"/>
                  <a:pt x="107779" y="44281"/>
                  <a:pt x="107828" y="44331"/>
                </a:cubicBezTo>
                <a:lnTo>
                  <a:pt x="107903" y="44630"/>
                </a:lnTo>
                <a:cubicBezTo>
                  <a:pt x="108077" y="45028"/>
                  <a:pt x="108202" y="45401"/>
                  <a:pt x="108326" y="45825"/>
                </a:cubicBezTo>
                <a:cubicBezTo>
                  <a:pt x="108351" y="45899"/>
                  <a:pt x="108351" y="45949"/>
                  <a:pt x="108376" y="46024"/>
                </a:cubicBezTo>
                <a:cubicBezTo>
                  <a:pt x="108077" y="46248"/>
                  <a:pt x="107754" y="46422"/>
                  <a:pt x="107480" y="46621"/>
                </a:cubicBezTo>
                <a:cubicBezTo>
                  <a:pt x="107256" y="46770"/>
                  <a:pt x="107032" y="46895"/>
                  <a:pt x="106833" y="47044"/>
                </a:cubicBezTo>
                <a:cubicBezTo>
                  <a:pt x="106484" y="47243"/>
                  <a:pt x="106136" y="47418"/>
                  <a:pt x="105837" y="47617"/>
                </a:cubicBezTo>
                <a:cubicBezTo>
                  <a:pt x="105588" y="47741"/>
                  <a:pt x="105339" y="47891"/>
                  <a:pt x="105090" y="48015"/>
                </a:cubicBezTo>
                <a:cubicBezTo>
                  <a:pt x="104742" y="48164"/>
                  <a:pt x="104418" y="48314"/>
                  <a:pt x="104095" y="48438"/>
                </a:cubicBezTo>
                <a:cubicBezTo>
                  <a:pt x="103796" y="48563"/>
                  <a:pt x="103547" y="48687"/>
                  <a:pt x="103273" y="48811"/>
                </a:cubicBezTo>
                <a:cubicBezTo>
                  <a:pt x="102975" y="48936"/>
                  <a:pt x="102626" y="49060"/>
                  <a:pt x="102303" y="49160"/>
                </a:cubicBezTo>
                <a:cubicBezTo>
                  <a:pt x="102004" y="49260"/>
                  <a:pt x="101730" y="49384"/>
                  <a:pt x="101407" y="49484"/>
                </a:cubicBezTo>
                <a:cubicBezTo>
                  <a:pt x="101133" y="49558"/>
                  <a:pt x="100859" y="49633"/>
                  <a:pt x="100560" y="49732"/>
                </a:cubicBezTo>
                <a:cubicBezTo>
                  <a:pt x="100535" y="49732"/>
                  <a:pt x="100535" y="49732"/>
                  <a:pt x="100510" y="49757"/>
                </a:cubicBezTo>
                <a:lnTo>
                  <a:pt x="100486" y="49757"/>
                </a:lnTo>
                <a:cubicBezTo>
                  <a:pt x="100162" y="49857"/>
                  <a:pt x="99863" y="49932"/>
                  <a:pt x="99515" y="50006"/>
                </a:cubicBezTo>
                <a:cubicBezTo>
                  <a:pt x="99141" y="50106"/>
                  <a:pt x="98793" y="50156"/>
                  <a:pt x="98420" y="50230"/>
                </a:cubicBezTo>
                <a:cubicBezTo>
                  <a:pt x="98395" y="50230"/>
                  <a:pt x="98370" y="50230"/>
                  <a:pt x="98295" y="50255"/>
                </a:cubicBezTo>
                <a:cubicBezTo>
                  <a:pt x="98071" y="49484"/>
                  <a:pt x="97797" y="48762"/>
                  <a:pt x="97449" y="48115"/>
                </a:cubicBezTo>
                <a:cubicBezTo>
                  <a:pt x="98046" y="46994"/>
                  <a:pt x="98619" y="45874"/>
                  <a:pt x="99166" y="44754"/>
                </a:cubicBezTo>
                <a:cubicBezTo>
                  <a:pt x="99291" y="44680"/>
                  <a:pt x="99415" y="44630"/>
                  <a:pt x="99515" y="44555"/>
                </a:cubicBezTo>
                <a:cubicBezTo>
                  <a:pt x="99614" y="44505"/>
                  <a:pt x="99739" y="44456"/>
                  <a:pt x="99814" y="44406"/>
                </a:cubicBezTo>
                <a:lnTo>
                  <a:pt x="100486" y="44032"/>
                </a:lnTo>
                <a:cubicBezTo>
                  <a:pt x="100610" y="43958"/>
                  <a:pt x="100735" y="43908"/>
                  <a:pt x="100809" y="43833"/>
                </a:cubicBezTo>
                <a:cubicBezTo>
                  <a:pt x="101008" y="43709"/>
                  <a:pt x="101232" y="43584"/>
                  <a:pt x="101407" y="43460"/>
                </a:cubicBezTo>
                <a:cubicBezTo>
                  <a:pt x="101531" y="43385"/>
                  <a:pt x="101655" y="43311"/>
                  <a:pt x="101780" y="43211"/>
                </a:cubicBezTo>
                <a:cubicBezTo>
                  <a:pt x="101979" y="43087"/>
                  <a:pt x="102153" y="42962"/>
                  <a:pt x="102303" y="42838"/>
                </a:cubicBezTo>
                <a:cubicBezTo>
                  <a:pt x="102427" y="42763"/>
                  <a:pt x="102601" y="42663"/>
                  <a:pt x="102726" y="42564"/>
                </a:cubicBezTo>
                <a:cubicBezTo>
                  <a:pt x="102875" y="42439"/>
                  <a:pt x="103049" y="42315"/>
                  <a:pt x="103224" y="42190"/>
                </a:cubicBezTo>
                <a:cubicBezTo>
                  <a:pt x="103373" y="42066"/>
                  <a:pt x="103497" y="41966"/>
                  <a:pt x="103647" y="41842"/>
                </a:cubicBezTo>
                <a:cubicBezTo>
                  <a:pt x="103796" y="41718"/>
                  <a:pt x="103970" y="41593"/>
                  <a:pt x="104095" y="41469"/>
                </a:cubicBezTo>
                <a:lnTo>
                  <a:pt x="104543" y="41095"/>
                </a:lnTo>
                <a:cubicBezTo>
                  <a:pt x="104717" y="40971"/>
                  <a:pt x="104842" y="40846"/>
                  <a:pt x="104966" y="40722"/>
                </a:cubicBezTo>
                <a:cubicBezTo>
                  <a:pt x="105041" y="40647"/>
                  <a:pt x="105165" y="40548"/>
                  <a:pt x="105265" y="40448"/>
                </a:cubicBezTo>
                <a:close/>
                <a:moveTo>
                  <a:pt x="61506" y="50131"/>
                </a:moveTo>
                <a:cubicBezTo>
                  <a:pt x="61556" y="50156"/>
                  <a:pt x="61581" y="50156"/>
                  <a:pt x="61606" y="50180"/>
                </a:cubicBezTo>
                <a:cubicBezTo>
                  <a:pt x="61606" y="50180"/>
                  <a:pt x="61680" y="50230"/>
                  <a:pt x="61705" y="50280"/>
                </a:cubicBezTo>
                <a:cubicBezTo>
                  <a:pt x="61606" y="50255"/>
                  <a:pt x="61506" y="50230"/>
                  <a:pt x="61456" y="50156"/>
                </a:cubicBezTo>
                <a:cubicBezTo>
                  <a:pt x="61481" y="50156"/>
                  <a:pt x="61481" y="50131"/>
                  <a:pt x="61506" y="50131"/>
                </a:cubicBezTo>
                <a:close/>
                <a:moveTo>
                  <a:pt x="65688" y="47940"/>
                </a:moveTo>
                <a:lnTo>
                  <a:pt x="65688" y="48015"/>
                </a:lnTo>
                <a:cubicBezTo>
                  <a:pt x="64518" y="48687"/>
                  <a:pt x="63323" y="49434"/>
                  <a:pt x="62128" y="50280"/>
                </a:cubicBezTo>
                <a:cubicBezTo>
                  <a:pt x="62103" y="50280"/>
                  <a:pt x="62103" y="50255"/>
                  <a:pt x="62079" y="50255"/>
                </a:cubicBezTo>
                <a:cubicBezTo>
                  <a:pt x="63298" y="49409"/>
                  <a:pt x="64518" y="48637"/>
                  <a:pt x="65688" y="47940"/>
                </a:cubicBezTo>
                <a:close/>
                <a:moveTo>
                  <a:pt x="65987" y="48065"/>
                </a:moveTo>
                <a:cubicBezTo>
                  <a:pt x="65987" y="48164"/>
                  <a:pt x="66036" y="48264"/>
                  <a:pt x="66036" y="48363"/>
                </a:cubicBezTo>
                <a:cubicBezTo>
                  <a:pt x="66036" y="48488"/>
                  <a:pt x="66061" y="48563"/>
                  <a:pt x="66061" y="48687"/>
                </a:cubicBezTo>
                <a:lnTo>
                  <a:pt x="66061" y="48911"/>
                </a:lnTo>
                <a:lnTo>
                  <a:pt x="66061" y="49210"/>
                </a:lnTo>
                <a:lnTo>
                  <a:pt x="66061" y="49434"/>
                </a:lnTo>
                <a:cubicBezTo>
                  <a:pt x="66061" y="49533"/>
                  <a:pt x="66061" y="49633"/>
                  <a:pt x="66036" y="49708"/>
                </a:cubicBezTo>
                <a:cubicBezTo>
                  <a:pt x="66036" y="49782"/>
                  <a:pt x="65987" y="49832"/>
                  <a:pt x="65987" y="49932"/>
                </a:cubicBezTo>
                <a:cubicBezTo>
                  <a:pt x="65987" y="50006"/>
                  <a:pt x="65962" y="50081"/>
                  <a:pt x="65962" y="50156"/>
                </a:cubicBezTo>
                <a:cubicBezTo>
                  <a:pt x="65937" y="50255"/>
                  <a:pt x="65912" y="50305"/>
                  <a:pt x="65862" y="50380"/>
                </a:cubicBezTo>
                <a:cubicBezTo>
                  <a:pt x="65862" y="50380"/>
                  <a:pt x="65862" y="50405"/>
                  <a:pt x="65837" y="50405"/>
                </a:cubicBezTo>
                <a:cubicBezTo>
                  <a:pt x="65812" y="50429"/>
                  <a:pt x="65787" y="50429"/>
                  <a:pt x="65738" y="50454"/>
                </a:cubicBezTo>
                <a:cubicBezTo>
                  <a:pt x="65738" y="50429"/>
                  <a:pt x="65787" y="50405"/>
                  <a:pt x="65787" y="50380"/>
                </a:cubicBezTo>
                <a:cubicBezTo>
                  <a:pt x="65812" y="50255"/>
                  <a:pt x="65837" y="50180"/>
                  <a:pt x="65862" y="50106"/>
                </a:cubicBezTo>
                <a:cubicBezTo>
                  <a:pt x="65862" y="50031"/>
                  <a:pt x="65912" y="50006"/>
                  <a:pt x="65912" y="49932"/>
                </a:cubicBezTo>
                <a:cubicBezTo>
                  <a:pt x="65937" y="49857"/>
                  <a:pt x="65937" y="49782"/>
                  <a:pt x="65962" y="49683"/>
                </a:cubicBezTo>
                <a:lnTo>
                  <a:pt x="65962" y="49484"/>
                </a:lnTo>
                <a:cubicBezTo>
                  <a:pt x="65962" y="49384"/>
                  <a:pt x="65962" y="49284"/>
                  <a:pt x="66011" y="49185"/>
                </a:cubicBezTo>
                <a:lnTo>
                  <a:pt x="66011" y="48936"/>
                </a:lnTo>
                <a:lnTo>
                  <a:pt x="66011" y="48662"/>
                </a:lnTo>
                <a:cubicBezTo>
                  <a:pt x="66011" y="48563"/>
                  <a:pt x="65962" y="48488"/>
                  <a:pt x="65962" y="48388"/>
                </a:cubicBezTo>
                <a:cubicBezTo>
                  <a:pt x="65962" y="48289"/>
                  <a:pt x="65937" y="48189"/>
                  <a:pt x="65937" y="48090"/>
                </a:cubicBezTo>
                <a:cubicBezTo>
                  <a:pt x="65962" y="48090"/>
                  <a:pt x="65962" y="48065"/>
                  <a:pt x="65987" y="48065"/>
                </a:cubicBezTo>
                <a:close/>
                <a:moveTo>
                  <a:pt x="97100" y="48538"/>
                </a:moveTo>
                <a:cubicBezTo>
                  <a:pt x="97374" y="49110"/>
                  <a:pt x="97573" y="49658"/>
                  <a:pt x="97772" y="50280"/>
                </a:cubicBezTo>
                <a:cubicBezTo>
                  <a:pt x="97673" y="50305"/>
                  <a:pt x="97548" y="50355"/>
                  <a:pt x="97449" y="50355"/>
                </a:cubicBezTo>
                <a:cubicBezTo>
                  <a:pt x="97001" y="50405"/>
                  <a:pt x="96478" y="50479"/>
                  <a:pt x="96030" y="50504"/>
                </a:cubicBezTo>
                <a:cubicBezTo>
                  <a:pt x="96403" y="49857"/>
                  <a:pt x="96777" y="49185"/>
                  <a:pt x="97100" y="48538"/>
                </a:cubicBezTo>
                <a:close/>
                <a:moveTo>
                  <a:pt x="108401" y="46273"/>
                </a:moveTo>
                <a:lnTo>
                  <a:pt x="108401" y="46298"/>
                </a:lnTo>
                <a:lnTo>
                  <a:pt x="108401" y="46322"/>
                </a:lnTo>
                <a:cubicBezTo>
                  <a:pt x="108152" y="46522"/>
                  <a:pt x="107878" y="46671"/>
                  <a:pt x="107629" y="46820"/>
                </a:cubicBezTo>
                <a:cubicBezTo>
                  <a:pt x="107380" y="46994"/>
                  <a:pt x="107132" y="47169"/>
                  <a:pt x="106858" y="47318"/>
                </a:cubicBezTo>
                <a:cubicBezTo>
                  <a:pt x="106584" y="47492"/>
                  <a:pt x="106260" y="47642"/>
                  <a:pt x="105987" y="47791"/>
                </a:cubicBezTo>
                <a:cubicBezTo>
                  <a:pt x="105713" y="47940"/>
                  <a:pt x="105389" y="48115"/>
                  <a:pt x="105115" y="48264"/>
                </a:cubicBezTo>
                <a:cubicBezTo>
                  <a:pt x="104842" y="48388"/>
                  <a:pt x="104543" y="48513"/>
                  <a:pt x="104294" y="48637"/>
                </a:cubicBezTo>
                <a:cubicBezTo>
                  <a:pt x="103945" y="48787"/>
                  <a:pt x="103647" y="48936"/>
                  <a:pt x="103298" y="49060"/>
                </a:cubicBezTo>
                <a:lnTo>
                  <a:pt x="102552" y="49359"/>
                </a:lnTo>
                <a:cubicBezTo>
                  <a:pt x="102178" y="49484"/>
                  <a:pt x="101805" y="49633"/>
                  <a:pt x="101431" y="49757"/>
                </a:cubicBezTo>
                <a:cubicBezTo>
                  <a:pt x="101183" y="49807"/>
                  <a:pt x="100934" y="49882"/>
                  <a:pt x="100735" y="49932"/>
                </a:cubicBezTo>
                <a:cubicBezTo>
                  <a:pt x="100311" y="50056"/>
                  <a:pt x="99913" y="50180"/>
                  <a:pt x="99515" y="50280"/>
                </a:cubicBezTo>
                <a:cubicBezTo>
                  <a:pt x="99266" y="50355"/>
                  <a:pt x="99017" y="50380"/>
                  <a:pt x="98743" y="50429"/>
                </a:cubicBezTo>
                <a:cubicBezTo>
                  <a:pt x="98619" y="50479"/>
                  <a:pt x="98445" y="50504"/>
                  <a:pt x="98320" y="50529"/>
                </a:cubicBezTo>
                <a:lnTo>
                  <a:pt x="98270" y="50405"/>
                </a:lnTo>
                <a:cubicBezTo>
                  <a:pt x="98320" y="50405"/>
                  <a:pt x="98370" y="50380"/>
                  <a:pt x="98420" y="50380"/>
                </a:cubicBezTo>
                <a:cubicBezTo>
                  <a:pt x="98445" y="50380"/>
                  <a:pt x="98519" y="50355"/>
                  <a:pt x="98544" y="50355"/>
                </a:cubicBezTo>
                <a:cubicBezTo>
                  <a:pt x="98868" y="50280"/>
                  <a:pt x="99166" y="50255"/>
                  <a:pt x="99490" y="50156"/>
                </a:cubicBezTo>
                <a:cubicBezTo>
                  <a:pt x="99565" y="50131"/>
                  <a:pt x="99664" y="50106"/>
                  <a:pt x="99739" y="50106"/>
                </a:cubicBezTo>
                <a:cubicBezTo>
                  <a:pt x="99938" y="50031"/>
                  <a:pt x="100137" y="49981"/>
                  <a:pt x="100361" y="49907"/>
                </a:cubicBezTo>
                <a:lnTo>
                  <a:pt x="100386" y="49907"/>
                </a:lnTo>
                <a:cubicBezTo>
                  <a:pt x="100411" y="49907"/>
                  <a:pt x="100486" y="49882"/>
                  <a:pt x="100510" y="49882"/>
                </a:cubicBezTo>
                <a:cubicBezTo>
                  <a:pt x="100560" y="49857"/>
                  <a:pt x="100635" y="49857"/>
                  <a:pt x="100685" y="49807"/>
                </a:cubicBezTo>
                <a:cubicBezTo>
                  <a:pt x="100934" y="49757"/>
                  <a:pt x="101183" y="49683"/>
                  <a:pt x="101407" y="49633"/>
                </a:cubicBezTo>
                <a:cubicBezTo>
                  <a:pt x="101680" y="49533"/>
                  <a:pt x="101929" y="49434"/>
                  <a:pt x="102228" y="49359"/>
                </a:cubicBezTo>
                <a:cubicBezTo>
                  <a:pt x="102253" y="49359"/>
                  <a:pt x="102278" y="49309"/>
                  <a:pt x="102303" y="49309"/>
                </a:cubicBezTo>
                <a:cubicBezTo>
                  <a:pt x="102651" y="49185"/>
                  <a:pt x="102975" y="49110"/>
                  <a:pt x="103298" y="48986"/>
                </a:cubicBezTo>
                <a:cubicBezTo>
                  <a:pt x="103497" y="48911"/>
                  <a:pt x="103647" y="48811"/>
                  <a:pt x="103796" y="48762"/>
                </a:cubicBezTo>
                <a:cubicBezTo>
                  <a:pt x="103871" y="48737"/>
                  <a:pt x="103970" y="48687"/>
                  <a:pt x="104020" y="48662"/>
                </a:cubicBezTo>
                <a:cubicBezTo>
                  <a:pt x="104045" y="48637"/>
                  <a:pt x="104120" y="48637"/>
                  <a:pt x="104145" y="48612"/>
                </a:cubicBezTo>
                <a:cubicBezTo>
                  <a:pt x="104169" y="48612"/>
                  <a:pt x="104219" y="48563"/>
                  <a:pt x="104244" y="48563"/>
                </a:cubicBezTo>
                <a:cubicBezTo>
                  <a:pt x="104518" y="48438"/>
                  <a:pt x="104842" y="48314"/>
                  <a:pt x="105115" y="48189"/>
                </a:cubicBezTo>
                <a:cubicBezTo>
                  <a:pt x="105339" y="48115"/>
                  <a:pt x="105538" y="47940"/>
                  <a:pt x="105763" y="47866"/>
                </a:cubicBezTo>
                <a:cubicBezTo>
                  <a:pt x="105837" y="47816"/>
                  <a:pt x="105862" y="47791"/>
                  <a:pt x="105912" y="47766"/>
                </a:cubicBezTo>
                <a:cubicBezTo>
                  <a:pt x="105962" y="47766"/>
                  <a:pt x="105962" y="47741"/>
                  <a:pt x="105987" y="47741"/>
                </a:cubicBezTo>
                <a:cubicBezTo>
                  <a:pt x="106161" y="47642"/>
                  <a:pt x="106385" y="47517"/>
                  <a:pt x="106584" y="47418"/>
                </a:cubicBezTo>
                <a:cubicBezTo>
                  <a:pt x="106659" y="47368"/>
                  <a:pt x="106783" y="47318"/>
                  <a:pt x="106883" y="47268"/>
                </a:cubicBezTo>
                <a:cubicBezTo>
                  <a:pt x="107082" y="47144"/>
                  <a:pt x="107256" y="47019"/>
                  <a:pt x="107480" y="46895"/>
                </a:cubicBezTo>
                <a:cubicBezTo>
                  <a:pt x="107530" y="46870"/>
                  <a:pt x="107604" y="46795"/>
                  <a:pt x="107654" y="46770"/>
                </a:cubicBezTo>
                <a:cubicBezTo>
                  <a:pt x="107903" y="46621"/>
                  <a:pt x="108152" y="46447"/>
                  <a:pt x="108401" y="46273"/>
                </a:cubicBezTo>
                <a:close/>
                <a:moveTo>
                  <a:pt x="97026" y="48289"/>
                </a:moveTo>
                <a:cubicBezTo>
                  <a:pt x="97026" y="48314"/>
                  <a:pt x="97051" y="48363"/>
                  <a:pt x="97051" y="48363"/>
                </a:cubicBezTo>
                <a:cubicBezTo>
                  <a:pt x="96627" y="49060"/>
                  <a:pt x="96204" y="49807"/>
                  <a:pt x="95806" y="50554"/>
                </a:cubicBezTo>
                <a:lnTo>
                  <a:pt x="95756" y="50554"/>
                </a:lnTo>
                <a:cubicBezTo>
                  <a:pt x="96179" y="49807"/>
                  <a:pt x="96627" y="49036"/>
                  <a:pt x="97026" y="48289"/>
                </a:cubicBezTo>
                <a:close/>
                <a:moveTo>
                  <a:pt x="69646" y="48239"/>
                </a:moveTo>
                <a:cubicBezTo>
                  <a:pt x="69646" y="48264"/>
                  <a:pt x="69621" y="48264"/>
                  <a:pt x="69621" y="48289"/>
                </a:cubicBezTo>
                <a:cubicBezTo>
                  <a:pt x="69496" y="48363"/>
                  <a:pt x="69372" y="48438"/>
                  <a:pt x="69247" y="48513"/>
                </a:cubicBezTo>
                <a:cubicBezTo>
                  <a:pt x="69197" y="48513"/>
                  <a:pt x="69197" y="48538"/>
                  <a:pt x="69173" y="48538"/>
                </a:cubicBezTo>
                <a:cubicBezTo>
                  <a:pt x="68077" y="49160"/>
                  <a:pt x="67032" y="49882"/>
                  <a:pt x="65937" y="50629"/>
                </a:cubicBezTo>
                <a:lnTo>
                  <a:pt x="65962" y="50604"/>
                </a:lnTo>
                <a:lnTo>
                  <a:pt x="65962" y="50554"/>
                </a:lnTo>
                <a:cubicBezTo>
                  <a:pt x="66708" y="50031"/>
                  <a:pt x="67704" y="49384"/>
                  <a:pt x="68650" y="48811"/>
                </a:cubicBezTo>
                <a:cubicBezTo>
                  <a:pt x="68774" y="48762"/>
                  <a:pt x="68874" y="48687"/>
                  <a:pt x="68998" y="48637"/>
                </a:cubicBezTo>
                <a:lnTo>
                  <a:pt x="69073" y="48563"/>
                </a:lnTo>
                <a:cubicBezTo>
                  <a:pt x="69272" y="48488"/>
                  <a:pt x="69446" y="48363"/>
                  <a:pt x="69646" y="48239"/>
                </a:cubicBezTo>
                <a:close/>
                <a:moveTo>
                  <a:pt x="95408" y="46173"/>
                </a:moveTo>
                <a:cubicBezTo>
                  <a:pt x="96030" y="46696"/>
                  <a:pt x="96503" y="47368"/>
                  <a:pt x="96901" y="48065"/>
                </a:cubicBezTo>
                <a:cubicBezTo>
                  <a:pt x="96453" y="48911"/>
                  <a:pt x="96005" y="49757"/>
                  <a:pt x="95507" y="50554"/>
                </a:cubicBezTo>
                <a:lnTo>
                  <a:pt x="95458" y="50554"/>
                </a:lnTo>
                <a:cubicBezTo>
                  <a:pt x="94810" y="50629"/>
                  <a:pt x="94138" y="50653"/>
                  <a:pt x="93466" y="50653"/>
                </a:cubicBezTo>
                <a:cubicBezTo>
                  <a:pt x="92968" y="50653"/>
                  <a:pt x="92471" y="50629"/>
                  <a:pt x="91973" y="50604"/>
                </a:cubicBezTo>
                <a:lnTo>
                  <a:pt x="91649" y="50604"/>
                </a:lnTo>
                <a:cubicBezTo>
                  <a:pt x="91151" y="50554"/>
                  <a:pt x="90654" y="50504"/>
                  <a:pt x="90181" y="50429"/>
                </a:cubicBezTo>
                <a:lnTo>
                  <a:pt x="90081" y="50429"/>
                </a:lnTo>
                <a:cubicBezTo>
                  <a:pt x="89733" y="50405"/>
                  <a:pt x="89434" y="50355"/>
                  <a:pt x="89085" y="50280"/>
                </a:cubicBezTo>
                <a:cubicBezTo>
                  <a:pt x="88986" y="50255"/>
                  <a:pt x="88911" y="50255"/>
                  <a:pt x="88812" y="50230"/>
                </a:cubicBezTo>
                <a:cubicBezTo>
                  <a:pt x="88563" y="50156"/>
                  <a:pt x="88314" y="50131"/>
                  <a:pt x="88065" y="50056"/>
                </a:cubicBezTo>
                <a:lnTo>
                  <a:pt x="87990" y="50056"/>
                </a:lnTo>
                <a:lnTo>
                  <a:pt x="87617" y="49981"/>
                </a:lnTo>
                <a:cubicBezTo>
                  <a:pt x="87542" y="49932"/>
                  <a:pt x="87418" y="49907"/>
                  <a:pt x="87318" y="49882"/>
                </a:cubicBezTo>
                <a:cubicBezTo>
                  <a:pt x="86995" y="48687"/>
                  <a:pt x="86472" y="47667"/>
                  <a:pt x="85750" y="46820"/>
                </a:cubicBezTo>
                <a:lnTo>
                  <a:pt x="85825" y="46820"/>
                </a:lnTo>
                <a:cubicBezTo>
                  <a:pt x="85924" y="46870"/>
                  <a:pt x="85999" y="46870"/>
                  <a:pt x="86099" y="46895"/>
                </a:cubicBezTo>
                <a:cubicBezTo>
                  <a:pt x="86497" y="46945"/>
                  <a:pt x="86870" y="46994"/>
                  <a:pt x="87293" y="47044"/>
                </a:cubicBezTo>
                <a:cubicBezTo>
                  <a:pt x="87368" y="47044"/>
                  <a:pt x="87492" y="47069"/>
                  <a:pt x="87592" y="47069"/>
                </a:cubicBezTo>
                <a:cubicBezTo>
                  <a:pt x="88090" y="47094"/>
                  <a:pt x="88588" y="47144"/>
                  <a:pt x="89085" y="47144"/>
                </a:cubicBezTo>
                <a:cubicBezTo>
                  <a:pt x="89733" y="47144"/>
                  <a:pt x="90405" y="47094"/>
                  <a:pt x="91027" y="47044"/>
                </a:cubicBezTo>
                <a:cubicBezTo>
                  <a:pt x="91077" y="47044"/>
                  <a:pt x="91176" y="47044"/>
                  <a:pt x="91226" y="47019"/>
                </a:cubicBezTo>
                <a:lnTo>
                  <a:pt x="92072" y="46920"/>
                </a:lnTo>
                <a:cubicBezTo>
                  <a:pt x="92172" y="46920"/>
                  <a:pt x="92222" y="46895"/>
                  <a:pt x="92321" y="46895"/>
                </a:cubicBezTo>
                <a:cubicBezTo>
                  <a:pt x="92595" y="46845"/>
                  <a:pt x="92894" y="46795"/>
                  <a:pt x="93168" y="46721"/>
                </a:cubicBezTo>
                <a:cubicBezTo>
                  <a:pt x="93217" y="46721"/>
                  <a:pt x="93317" y="46696"/>
                  <a:pt x="93392" y="46696"/>
                </a:cubicBezTo>
                <a:lnTo>
                  <a:pt x="94213" y="46522"/>
                </a:lnTo>
                <a:cubicBezTo>
                  <a:pt x="94288" y="46472"/>
                  <a:pt x="94387" y="46472"/>
                  <a:pt x="94437" y="46447"/>
                </a:cubicBezTo>
                <a:cubicBezTo>
                  <a:pt x="94711" y="46397"/>
                  <a:pt x="95010" y="46298"/>
                  <a:pt x="95283" y="46198"/>
                </a:cubicBezTo>
                <a:cubicBezTo>
                  <a:pt x="95308" y="46198"/>
                  <a:pt x="95333" y="46173"/>
                  <a:pt x="95408" y="46173"/>
                </a:cubicBezTo>
                <a:close/>
                <a:moveTo>
                  <a:pt x="97797" y="50529"/>
                </a:moveTo>
                <a:lnTo>
                  <a:pt x="97797" y="50554"/>
                </a:lnTo>
                <a:lnTo>
                  <a:pt x="97797" y="50604"/>
                </a:lnTo>
                <a:cubicBezTo>
                  <a:pt x="97673" y="50629"/>
                  <a:pt x="97548" y="50653"/>
                  <a:pt x="97424" y="50653"/>
                </a:cubicBezTo>
                <a:cubicBezTo>
                  <a:pt x="97150" y="50678"/>
                  <a:pt x="96876" y="50728"/>
                  <a:pt x="96553" y="50753"/>
                </a:cubicBezTo>
                <a:cubicBezTo>
                  <a:pt x="96379" y="50753"/>
                  <a:pt x="96130" y="50778"/>
                  <a:pt x="95881" y="50778"/>
                </a:cubicBezTo>
                <a:lnTo>
                  <a:pt x="95906" y="50753"/>
                </a:lnTo>
                <a:cubicBezTo>
                  <a:pt x="96030" y="50753"/>
                  <a:pt x="96130" y="50728"/>
                  <a:pt x="96254" y="50728"/>
                </a:cubicBezTo>
                <a:lnTo>
                  <a:pt x="96379" y="50728"/>
                </a:lnTo>
                <a:cubicBezTo>
                  <a:pt x="96752" y="50678"/>
                  <a:pt x="97125" y="50653"/>
                  <a:pt x="97499" y="50604"/>
                </a:cubicBezTo>
                <a:lnTo>
                  <a:pt x="97524" y="50604"/>
                </a:lnTo>
                <a:cubicBezTo>
                  <a:pt x="97623" y="50554"/>
                  <a:pt x="97698" y="50554"/>
                  <a:pt x="97797" y="50529"/>
                </a:cubicBezTo>
                <a:close/>
                <a:moveTo>
                  <a:pt x="95682" y="50753"/>
                </a:moveTo>
                <a:cubicBezTo>
                  <a:pt x="95682" y="50753"/>
                  <a:pt x="95682" y="50778"/>
                  <a:pt x="95657" y="50778"/>
                </a:cubicBezTo>
                <a:lnTo>
                  <a:pt x="95657" y="50803"/>
                </a:lnTo>
                <a:lnTo>
                  <a:pt x="95582" y="50803"/>
                </a:lnTo>
                <a:cubicBezTo>
                  <a:pt x="95582" y="50803"/>
                  <a:pt x="95582" y="50778"/>
                  <a:pt x="95632" y="50778"/>
                </a:cubicBezTo>
                <a:cubicBezTo>
                  <a:pt x="95632" y="50778"/>
                  <a:pt x="95632" y="50753"/>
                  <a:pt x="95657" y="50753"/>
                </a:cubicBezTo>
                <a:close/>
                <a:moveTo>
                  <a:pt x="65613" y="50778"/>
                </a:moveTo>
                <a:cubicBezTo>
                  <a:pt x="65588" y="50803"/>
                  <a:pt x="65563" y="50853"/>
                  <a:pt x="65514" y="50853"/>
                </a:cubicBezTo>
                <a:cubicBezTo>
                  <a:pt x="65538" y="50803"/>
                  <a:pt x="65563" y="50778"/>
                  <a:pt x="65613" y="50778"/>
                </a:cubicBezTo>
                <a:close/>
                <a:moveTo>
                  <a:pt x="87368" y="50056"/>
                </a:moveTo>
                <a:cubicBezTo>
                  <a:pt x="87542" y="50106"/>
                  <a:pt x="87692" y="50156"/>
                  <a:pt x="87841" y="50180"/>
                </a:cubicBezTo>
                <a:cubicBezTo>
                  <a:pt x="87916" y="50180"/>
                  <a:pt x="87940" y="50230"/>
                  <a:pt x="87990" y="50230"/>
                </a:cubicBezTo>
                <a:cubicBezTo>
                  <a:pt x="88339" y="50305"/>
                  <a:pt x="88712" y="50380"/>
                  <a:pt x="89061" y="50429"/>
                </a:cubicBezTo>
                <a:cubicBezTo>
                  <a:pt x="89110" y="50429"/>
                  <a:pt x="89160" y="50454"/>
                  <a:pt x="89210" y="50454"/>
                </a:cubicBezTo>
                <a:cubicBezTo>
                  <a:pt x="89334" y="50504"/>
                  <a:pt x="89459" y="50504"/>
                  <a:pt x="89558" y="50529"/>
                </a:cubicBezTo>
                <a:lnTo>
                  <a:pt x="90106" y="50629"/>
                </a:lnTo>
                <a:cubicBezTo>
                  <a:pt x="90206" y="50629"/>
                  <a:pt x="90305" y="50653"/>
                  <a:pt x="90355" y="50653"/>
                </a:cubicBezTo>
                <a:lnTo>
                  <a:pt x="90454" y="50653"/>
                </a:lnTo>
                <a:cubicBezTo>
                  <a:pt x="90579" y="50678"/>
                  <a:pt x="90728" y="50678"/>
                  <a:pt x="90853" y="50703"/>
                </a:cubicBezTo>
                <a:cubicBezTo>
                  <a:pt x="90977" y="50703"/>
                  <a:pt x="91077" y="50753"/>
                  <a:pt x="91201" y="50753"/>
                </a:cubicBezTo>
                <a:cubicBezTo>
                  <a:pt x="91351" y="50753"/>
                  <a:pt x="91525" y="50778"/>
                  <a:pt x="91674" y="50778"/>
                </a:cubicBezTo>
                <a:lnTo>
                  <a:pt x="91799" y="50778"/>
                </a:lnTo>
                <a:cubicBezTo>
                  <a:pt x="91923" y="50778"/>
                  <a:pt x="92048" y="50803"/>
                  <a:pt x="92172" y="50803"/>
                </a:cubicBezTo>
                <a:lnTo>
                  <a:pt x="92321" y="50803"/>
                </a:lnTo>
                <a:cubicBezTo>
                  <a:pt x="92695" y="50828"/>
                  <a:pt x="93068" y="50828"/>
                  <a:pt x="93441" y="50828"/>
                </a:cubicBezTo>
                <a:cubicBezTo>
                  <a:pt x="94089" y="50828"/>
                  <a:pt x="94711" y="50803"/>
                  <a:pt x="95333" y="50778"/>
                </a:cubicBezTo>
                <a:lnTo>
                  <a:pt x="95333" y="50778"/>
                </a:lnTo>
                <a:cubicBezTo>
                  <a:pt x="95333" y="50778"/>
                  <a:pt x="95333" y="50803"/>
                  <a:pt x="95308" y="50803"/>
                </a:cubicBezTo>
                <a:cubicBezTo>
                  <a:pt x="95308" y="50803"/>
                  <a:pt x="95308" y="50828"/>
                  <a:pt x="95283" y="50828"/>
                </a:cubicBezTo>
                <a:cubicBezTo>
                  <a:pt x="94960" y="50877"/>
                  <a:pt x="94636" y="50877"/>
                  <a:pt x="94313" y="50877"/>
                </a:cubicBezTo>
                <a:lnTo>
                  <a:pt x="94263" y="50877"/>
                </a:lnTo>
                <a:cubicBezTo>
                  <a:pt x="93964" y="50877"/>
                  <a:pt x="93690" y="50902"/>
                  <a:pt x="93417" y="50902"/>
                </a:cubicBezTo>
                <a:lnTo>
                  <a:pt x="92321" y="50902"/>
                </a:lnTo>
                <a:cubicBezTo>
                  <a:pt x="92023" y="50902"/>
                  <a:pt x="91724" y="50877"/>
                  <a:pt x="91425" y="50828"/>
                </a:cubicBezTo>
                <a:lnTo>
                  <a:pt x="91226" y="50828"/>
                </a:lnTo>
                <a:cubicBezTo>
                  <a:pt x="90903" y="50803"/>
                  <a:pt x="90579" y="50778"/>
                  <a:pt x="90230" y="50703"/>
                </a:cubicBezTo>
                <a:lnTo>
                  <a:pt x="90181" y="50703"/>
                </a:lnTo>
                <a:cubicBezTo>
                  <a:pt x="89832" y="50653"/>
                  <a:pt x="89459" y="50629"/>
                  <a:pt x="89110" y="50554"/>
                </a:cubicBezTo>
                <a:cubicBezTo>
                  <a:pt x="88538" y="50454"/>
                  <a:pt x="87940" y="50305"/>
                  <a:pt x="87343" y="50156"/>
                </a:cubicBezTo>
                <a:lnTo>
                  <a:pt x="87343" y="50131"/>
                </a:lnTo>
                <a:cubicBezTo>
                  <a:pt x="87368" y="50131"/>
                  <a:pt x="87368" y="50106"/>
                  <a:pt x="87368" y="50056"/>
                </a:cubicBezTo>
                <a:close/>
                <a:moveTo>
                  <a:pt x="115445" y="38681"/>
                </a:moveTo>
                <a:cubicBezTo>
                  <a:pt x="116067" y="41444"/>
                  <a:pt x="116192" y="44530"/>
                  <a:pt x="115819" y="47766"/>
                </a:cubicBezTo>
                <a:cubicBezTo>
                  <a:pt x="115495" y="48811"/>
                  <a:pt x="115146" y="49907"/>
                  <a:pt x="114748" y="51002"/>
                </a:cubicBezTo>
                <a:cubicBezTo>
                  <a:pt x="114201" y="48811"/>
                  <a:pt x="112881" y="46621"/>
                  <a:pt x="110940" y="44505"/>
                </a:cubicBezTo>
                <a:lnTo>
                  <a:pt x="111015" y="44406"/>
                </a:lnTo>
                <a:cubicBezTo>
                  <a:pt x="111139" y="44281"/>
                  <a:pt x="111263" y="44182"/>
                  <a:pt x="111363" y="44057"/>
                </a:cubicBezTo>
                <a:lnTo>
                  <a:pt x="111836" y="43584"/>
                </a:lnTo>
                <a:lnTo>
                  <a:pt x="112110" y="43311"/>
                </a:lnTo>
                <a:cubicBezTo>
                  <a:pt x="112259" y="43161"/>
                  <a:pt x="112433" y="42962"/>
                  <a:pt x="112583" y="42813"/>
                </a:cubicBezTo>
                <a:cubicBezTo>
                  <a:pt x="112632" y="42713"/>
                  <a:pt x="112732" y="42663"/>
                  <a:pt x="112807" y="42564"/>
                </a:cubicBezTo>
                <a:lnTo>
                  <a:pt x="113255" y="41991"/>
                </a:lnTo>
                <a:cubicBezTo>
                  <a:pt x="113329" y="41942"/>
                  <a:pt x="113354" y="41867"/>
                  <a:pt x="113429" y="41792"/>
                </a:cubicBezTo>
                <a:cubicBezTo>
                  <a:pt x="113578" y="41568"/>
                  <a:pt x="113728" y="41369"/>
                  <a:pt x="113877" y="41170"/>
                </a:cubicBezTo>
                <a:cubicBezTo>
                  <a:pt x="113927" y="41145"/>
                  <a:pt x="113952" y="41095"/>
                  <a:pt x="113977" y="41046"/>
                </a:cubicBezTo>
                <a:cubicBezTo>
                  <a:pt x="114549" y="40249"/>
                  <a:pt x="115047" y="39477"/>
                  <a:pt x="115445" y="38681"/>
                </a:cubicBezTo>
                <a:close/>
                <a:moveTo>
                  <a:pt x="65812" y="48214"/>
                </a:moveTo>
                <a:cubicBezTo>
                  <a:pt x="65812" y="48314"/>
                  <a:pt x="65837" y="48388"/>
                  <a:pt x="65837" y="48463"/>
                </a:cubicBezTo>
                <a:cubicBezTo>
                  <a:pt x="65837" y="48563"/>
                  <a:pt x="65887" y="48637"/>
                  <a:pt x="65887" y="48712"/>
                </a:cubicBezTo>
                <a:lnTo>
                  <a:pt x="65887" y="49011"/>
                </a:lnTo>
                <a:lnTo>
                  <a:pt x="65887" y="49210"/>
                </a:lnTo>
                <a:cubicBezTo>
                  <a:pt x="65787" y="49284"/>
                  <a:pt x="65787" y="49359"/>
                  <a:pt x="65787" y="49434"/>
                </a:cubicBezTo>
                <a:lnTo>
                  <a:pt x="65787" y="49633"/>
                </a:lnTo>
                <a:cubicBezTo>
                  <a:pt x="65787" y="49732"/>
                  <a:pt x="65762" y="49782"/>
                  <a:pt x="65762" y="49832"/>
                </a:cubicBezTo>
                <a:cubicBezTo>
                  <a:pt x="65762" y="49907"/>
                  <a:pt x="65713" y="49932"/>
                  <a:pt x="65713" y="50006"/>
                </a:cubicBezTo>
                <a:cubicBezTo>
                  <a:pt x="65688" y="50106"/>
                  <a:pt x="65663" y="50156"/>
                  <a:pt x="65663" y="50205"/>
                </a:cubicBezTo>
                <a:cubicBezTo>
                  <a:pt x="65663" y="50255"/>
                  <a:pt x="65613" y="50280"/>
                  <a:pt x="65613" y="50305"/>
                </a:cubicBezTo>
                <a:cubicBezTo>
                  <a:pt x="65588" y="50405"/>
                  <a:pt x="65538" y="50504"/>
                  <a:pt x="65464" y="50579"/>
                </a:cubicBezTo>
                <a:cubicBezTo>
                  <a:pt x="65439" y="50653"/>
                  <a:pt x="65364" y="50678"/>
                  <a:pt x="65314" y="50753"/>
                </a:cubicBezTo>
                <a:lnTo>
                  <a:pt x="65290" y="50778"/>
                </a:lnTo>
                <a:lnTo>
                  <a:pt x="65215" y="50828"/>
                </a:lnTo>
                <a:cubicBezTo>
                  <a:pt x="64991" y="50952"/>
                  <a:pt x="64742" y="51052"/>
                  <a:pt x="64468" y="51052"/>
                </a:cubicBezTo>
                <a:cubicBezTo>
                  <a:pt x="64319" y="51052"/>
                  <a:pt x="64120" y="51027"/>
                  <a:pt x="63945" y="51002"/>
                </a:cubicBezTo>
                <a:lnTo>
                  <a:pt x="63896" y="51002"/>
                </a:lnTo>
                <a:cubicBezTo>
                  <a:pt x="63448" y="50902"/>
                  <a:pt x="62950" y="50678"/>
                  <a:pt x="62402" y="50405"/>
                </a:cubicBezTo>
                <a:cubicBezTo>
                  <a:pt x="63547" y="49583"/>
                  <a:pt x="64667" y="48886"/>
                  <a:pt x="65812" y="48214"/>
                </a:cubicBezTo>
                <a:close/>
                <a:moveTo>
                  <a:pt x="65389" y="50977"/>
                </a:moveTo>
                <a:lnTo>
                  <a:pt x="65414" y="51002"/>
                </a:lnTo>
                <a:lnTo>
                  <a:pt x="65389" y="51027"/>
                </a:lnTo>
                <a:cubicBezTo>
                  <a:pt x="65339" y="51027"/>
                  <a:pt x="65339" y="51052"/>
                  <a:pt x="65339" y="51052"/>
                </a:cubicBezTo>
                <a:lnTo>
                  <a:pt x="65314" y="51101"/>
                </a:lnTo>
                <a:cubicBezTo>
                  <a:pt x="65290" y="51126"/>
                  <a:pt x="65240" y="51126"/>
                  <a:pt x="65215" y="51126"/>
                </a:cubicBezTo>
                <a:cubicBezTo>
                  <a:pt x="65140" y="51151"/>
                  <a:pt x="65066" y="51176"/>
                  <a:pt x="65016" y="51176"/>
                </a:cubicBezTo>
                <a:lnTo>
                  <a:pt x="65290" y="51002"/>
                </a:lnTo>
                <a:cubicBezTo>
                  <a:pt x="65314" y="51002"/>
                  <a:pt x="65314" y="50977"/>
                  <a:pt x="65339" y="50977"/>
                </a:cubicBezTo>
                <a:close/>
                <a:moveTo>
                  <a:pt x="62178" y="50504"/>
                </a:moveTo>
                <a:cubicBezTo>
                  <a:pt x="62228" y="50529"/>
                  <a:pt x="62303" y="50554"/>
                  <a:pt x="62328" y="50604"/>
                </a:cubicBezTo>
                <a:cubicBezTo>
                  <a:pt x="62576" y="50728"/>
                  <a:pt x="62800" y="50803"/>
                  <a:pt x="63024" y="50902"/>
                </a:cubicBezTo>
                <a:cubicBezTo>
                  <a:pt x="63049" y="50902"/>
                  <a:pt x="63074" y="50927"/>
                  <a:pt x="63099" y="50927"/>
                </a:cubicBezTo>
                <a:cubicBezTo>
                  <a:pt x="63323" y="51027"/>
                  <a:pt x="63547" y="51101"/>
                  <a:pt x="63771" y="51126"/>
                </a:cubicBezTo>
                <a:lnTo>
                  <a:pt x="63821" y="51126"/>
                </a:lnTo>
                <a:cubicBezTo>
                  <a:pt x="64045" y="51151"/>
                  <a:pt x="64219" y="51176"/>
                  <a:pt x="64418" y="51176"/>
                </a:cubicBezTo>
                <a:cubicBezTo>
                  <a:pt x="64518" y="51176"/>
                  <a:pt x="64568" y="51176"/>
                  <a:pt x="64667" y="51151"/>
                </a:cubicBezTo>
                <a:lnTo>
                  <a:pt x="64667" y="51151"/>
                </a:lnTo>
                <a:cubicBezTo>
                  <a:pt x="64617" y="51176"/>
                  <a:pt x="64593" y="51176"/>
                  <a:pt x="64568" y="51201"/>
                </a:cubicBezTo>
                <a:cubicBezTo>
                  <a:pt x="64444" y="51230"/>
                  <a:pt x="64313" y="51244"/>
                  <a:pt x="64176" y="51244"/>
                </a:cubicBezTo>
                <a:cubicBezTo>
                  <a:pt x="63592" y="51244"/>
                  <a:pt x="62884" y="50992"/>
                  <a:pt x="62079" y="50529"/>
                </a:cubicBezTo>
                <a:cubicBezTo>
                  <a:pt x="62103" y="50529"/>
                  <a:pt x="62103" y="50504"/>
                  <a:pt x="62128" y="50504"/>
                </a:cubicBezTo>
                <a:close/>
                <a:moveTo>
                  <a:pt x="110766" y="44630"/>
                </a:moveTo>
                <a:cubicBezTo>
                  <a:pt x="112807" y="46795"/>
                  <a:pt x="114126" y="49110"/>
                  <a:pt x="114698" y="51301"/>
                </a:cubicBezTo>
                <a:cubicBezTo>
                  <a:pt x="114698" y="51350"/>
                  <a:pt x="114674" y="51375"/>
                  <a:pt x="114674" y="51400"/>
                </a:cubicBezTo>
                <a:cubicBezTo>
                  <a:pt x="114101" y="49160"/>
                  <a:pt x="112757" y="46870"/>
                  <a:pt x="110741" y="44655"/>
                </a:cubicBezTo>
                <a:cubicBezTo>
                  <a:pt x="110766" y="44655"/>
                  <a:pt x="110766" y="44630"/>
                  <a:pt x="110766" y="44630"/>
                </a:cubicBezTo>
                <a:close/>
                <a:moveTo>
                  <a:pt x="115744" y="48737"/>
                </a:moveTo>
                <a:cubicBezTo>
                  <a:pt x="115719" y="48861"/>
                  <a:pt x="115719" y="49011"/>
                  <a:pt x="115694" y="49135"/>
                </a:cubicBezTo>
                <a:cubicBezTo>
                  <a:pt x="115445" y="49882"/>
                  <a:pt x="115196" y="50629"/>
                  <a:pt x="114947" y="51400"/>
                </a:cubicBezTo>
                <a:cubicBezTo>
                  <a:pt x="114947" y="51375"/>
                  <a:pt x="114922" y="51350"/>
                  <a:pt x="114922" y="51301"/>
                </a:cubicBezTo>
                <a:cubicBezTo>
                  <a:pt x="115196" y="50429"/>
                  <a:pt x="115470" y="49608"/>
                  <a:pt x="115744" y="48737"/>
                </a:cubicBezTo>
                <a:close/>
                <a:moveTo>
                  <a:pt x="114748" y="51624"/>
                </a:moveTo>
                <a:cubicBezTo>
                  <a:pt x="114748" y="51649"/>
                  <a:pt x="114748" y="51674"/>
                  <a:pt x="114798" y="51749"/>
                </a:cubicBezTo>
                <a:cubicBezTo>
                  <a:pt x="114798" y="51774"/>
                  <a:pt x="114748" y="51848"/>
                  <a:pt x="114748" y="51873"/>
                </a:cubicBezTo>
                <a:cubicBezTo>
                  <a:pt x="114748" y="51798"/>
                  <a:pt x="114748" y="51774"/>
                  <a:pt x="114723" y="51749"/>
                </a:cubicBezTo>
                <a:cubicBezTo>
                  <a:pt x="114723" y="51724"/>
                  <a:pt x="114748" y="51649"/>
                  <a:pt x="114748" y="51624"/>
                </a:cubicBezTo>
                <a:close/>
                <a:moveTo>
                  <a:pt x="115470" y="50405"/>
                </a:moveTo>
                <a:cubicBezTo>
                  <a:pt x="115346" y="51002"/>
                  <a:pt x="115221" y="51624"/>
                  <a:pt x="115097" y="52222"/>
                </a:cubicBezTo>
                <a:lnTo>
                  <a:pt x="114997" y="51749"/>
                </a:lnTo>
                <a:cubicBezTo>
                  <a:pt x="115171" y="51301"/>
                  <a:pt x="115321" y="50877"/>
                  <a:pt x="115470" y="50405"/>
                </a:cubicBezTo>
                <a:close/>
                <a:moveTo>
                  <a:pt x="29720" y="40423"/>
                </a:moveTo>
                <a:cubicBezTo>
                  <a:pt x="32234" y="41991"/>
                  <a:pt x="34898" y="43908"/>
                  <a:pt x="37511" y="45999"/>
                </a:cubicBezTo>
                <a:cubicBezTo>
                  <a:pt x="35520" y="48139"/>
                  <a:pt x="33603" y="50355"/>
                  <a:pt x="31836" y="52595"/>
                </a:cubicBezTo>
                <a:cubicBezTo>
                  <a:pt x="29546" y="50728"/>
                  <a:pt x="27331" y="48762"/>
                  <a:pt x="25339" y="46820"/>
                </a:cubicBezTo>
                <a:cubicBezTo>
                  <a:pt x="26584" y="44680"/>
                  <a:pt x="28077" y="42539"/>
                  <a:pt x="29720" y="40423"/>
                </a:cubicBezTo>
                <a:close/>
                <a:moveTo>
                  <a:pt x="64717" y="51500"/>
                </a:moveTo>
                <a:lnTo>
                  <a:pt x="64443" y="51674"/>
                </a:lnTo>
                <a:cubicBezTo>
                  <a:pt x="64418" y="51724"/>
                  <a:pt x="64393" y="51749"/>
                  <a:pt x="64344" y="51749"/>
                </a:cubicBezTo>
                <a:cubicBezTo>
                  <a:pt x="64169" y="51873"/>
                  <a:pt x="63995" y="51998"/>
                  <a:pt x="63846" y="52122"/>
                </a:cubicBezTo>
                <a:cubicBezTo>
                  <a:pt x="63600" y="52294"/>
                  <a:pt x="63379" y="52490"/>
                  <a:pt x="63181" y="52639"/>
                </a:cubicBezTo>
                <a:lnTo>
                  <a:pt x="63181" y="52639"/>
                </a:lnTo>
                <a:cubicBezTo>
                  <a:pt x="63541" y="52296"/>
                  <a:pt x="63978" y="51972"/>
                  <a:pt x="64393" y="51649"/>
                </a:cubicBezTo>
                <a:cubicBezTo>
                  <a:pt x="64418" y="51624"/>
                  <a:pt x="64468" y="51599"/>
                  <a:pt x="64518" y="51550"/>
                </a:cubicBezTo>
                <a:cubicBezTo>
                  <a:pt x="64543" y="51525"/>
                  <a:pt x="64568" y="51500"/>
                  <a:pt x="64593" y="51500"/>
                </a:cubicBezTo>
                <a:close/>
                <a:moveTo>
                  <a:pt x="37636" y="46123"/>
                </a:moveTo>
                <a:cubicBezTo>
                  <a:pt x="37660" y="46123"/>
                  <a:pt x="37660" y="46148"/>
                  <a:pt x="37685" y="46148"/>
                </a:cubicBezTo>
                <a:cubicBezTo>
                  <a:pt x="35694" y="48289"/>
                  <a:pt x="33802" y="50504"/>
                  <a:pt x="32035" y="52744"/>
                </a:cubicBezTo>
                <a:cubicBezTo>
                  <a:pt x="31985" y="52744"/>
                  <a:pt x="31985" y="52719"/>
                  <a:pt x="31960" y="52719"/>
                </a:cubicBezTo>
                <a:cubicBezTo>
                  <a:pt x="33728" y="50479"/>
                  <a:pt x="35644" y="48264"/>
                  <a:pt x="37636" y="46123"/>
                </a:cubicBezTo>
                <a:close/>
                <a:moveTo>
                  <a:pt x="63099" y="52719"/>
                </a:moveTo>
                <a:lnTo>
                  <a:pt x="63074" y="52744"/>
                </a:lnTo>
                <a:cubicBezTo>
                  <a:pt x="63069" y="52747"/>
                  <a:pt x="63064" y="52750"/>
                  <a:pt x="63059" y="52753"/>
                </a:cubicBezTo>
                <a:lnTo>
                  <a:pt x="63059" y="52753"/>
                </a:lnTo>
                <a:lnTo>
                  <a:pt x="63099" y="52719"/>
                </a:lnTo>
                <a:close/>
                <a:moveTo>
                  <a:pt x="25215" y="46945"/>
                </a:moveTo>
                <a:cubicBezTo>
                  <a:pt x="27206" y="48911"/>
                  <a:pt x="29421" y="50853"/>
                  <a:pt x="31711" y="52719"/>
                </a:cubicBezTo>
                <a:cubicBezTo>
                  <a:pt x="31687" y="52744"/>
                  <a:pt x="31687" y="52769"/>
                  <a:pt x="31662" y="52769"/>
                </a:cubicBezTo>
                <a:cubicBezTo>
                  <a:pt x="29372" y="50927"/>
                  <a:pt x="27181" y="48986"/>
                  <a:pt x="25190" y="47019"/>
                </a:cubicBezTo>
                <a:cubicBezTo>
                  <a:pt x="25190" y="46994"/>
                  <a:pt x="25215" y="46994"/>
                  <a:pt x="25215" y="46945"/>
                </a:cubicBezTo>
                <a:close/>
                <a:moveTo>
                  <a:pt x="48662" y="37088"/>
                </a:moveTo>
                <a:cubicBezTo>
                  <a:pt x="50330" y="39303"/>
                  <a:pt x="52023" y="41469"/>
                  <a:pt x="53765" y="43435"/>
                </a:cubicBezTo>
                <a:cubicBezTo>
                  <a:pt x="53889" y="43559"/>
                  <a:pt x="53989" y="43709"/>
                  <a:pt x="54113" y="43833"/>
                </a:cubicBezTo>
                <a:cubicBezTo>
                  <a:pt x="54313" y="44032"/>
                  <a:pt x="54487" y="44207"/>
                  <a:pt x="54636" y="44431"/>
                </a:cubicBezTo>
                <a:cubicBezTo>
                  <a:pt x="51525" y="47119"/>
                  <a:pt x="48588" y="49932"/>
                  <a:pt x="45874" y="52869"/>
                </a:cubicBezTo>
                <a:cubicBezTo>
                  <a:pt x="43734" y="50728"/>
                  <a:pt x="41295" y="48538"/>
                  <a:pt x="38756" y="46497"/>
                </a:cubicBezTo>
                <a:cubicBezTo>
                  <a:pt x="41519" y="43062"/>
                  <a:pt x="44879" y="39826"/>
                  <a:pt x="48662" y="37088"/>
                </a:cubicBezTo>
                <a:close/>
                <a:moveTo>
                  <a:pt x="31836" y="52844"/>
                </a:moveTo>
                <a:cubicBezTo>
                  <a:pt x="31861" y="52844"/>
                  <a:pt x="31861" y="52869"/>
                  <a:pt x="31911" y="52869"/>
                </a:cubicBezTo>
                <a:cubicBezTo>
                  <a:pt x="31911" y="52894"/>
                  <a:pt x="31861" y="52894"/>
                  <a:pt x="31861" y="52919"/>
                </a:cubicBezTo>
                <a:cubicBezTo>
                  <a:pt x="31836" y="52919"/>
                  <a:pt x="31836" y="52894"/>
                  <a:pt x="31811" y="52894"/>
                </a:cubicBezTo>
                <a:cubicBezTo>
                  <a:pt x="31811" y="52869"/>
                  <a:pt x="31836" y="52869"/>
                  <a:pt x="31836" y="52844"/>
                </a:cubicBezTo>
                <a:close/>
                <a:moveTo>
                  <a:pt x="114848" y="52097"/>
                </a:moveTo>
                <a:cubicBezTo>
                  <a:pt x="114873" y="52296"/>
                  <a:pt x="114922" y="52545"/>
                  <a:pt x="114947" y="52769"/>
                </a:cubicBezTo>
                <a:cubicBezTo>
                  <a:pt x="114947" y="52819"/>
                  <a:pt x="114922" y="52894"/>
                  <a:pt x="114922" y="52919"/>
                </a:cubicBezTo>
                <a:cubicBezTo>
                  <a:pt x="114922" y="52719"/>
                  <a:pt x="114873" y="52470"/>
                  <a:pt x="114823" y="52222"/>
                </a:cubicBezTo>
                <a:cubicBezTo>
                  <a:pt x="114823" y="52172"/>
                  <a:pt x="114848" y="52122"/>
                  <a:pt x="114848" y="52097"/>
                </a:cubicBezTo>
                <a:close/>
                <a:moveTo>
                  <a:pt x="115968" y="48762"/>
                </a:moveTo>
                <a:cubicBezTo>
                  <a:pt x="115769" y="50131"/>
                  <a:pt x="115495" y="51525"/>
                  <a:pt x="115146" y="52968"/>
                </a:cubicBezTo>
                <a:cubicBezTo>
                  <a:pt x="115146" y="52894"/>
                  <a:pt x="115146" y="52844"/>
                  <a:pt x="115122" y="52769"/>
                </a:cubicBezTo>
                <a:cubicBezTo>
                  <a:pt x="115445" y="51550"/>
                  <a:pt x="115694" y="50380"/>
                  <a:pt x="115843" y="49185"/>
                </a:cubicBezTo>
                <a:cubicBezTo>
                  <a:pt x="115868" y="49036"/>
                  <a:pt x="115943" y="48911"/>
                  <a:pt x="115968" y="48762"/>
                </a:cubicBezTo>
                <a:close/>
                <a:moveTo>
                  <a:pt x="38656" y="46621"/>
                </a:moveTo>
                <a:cubicBezTo>
                  <a:pt x="41170" y="48662"/>
                  <a:pt x="43609" y="50803"/>
                  <a:pt x="45750" y="52968"/>
                </a:cubicBezTo>
                <a:cubicBezTo>
                  <a:pt x="45750" y="52993"/>
                  <a:pt x="45725" y="52993"/>
                  <a:pt x="45725" y="53018"/>
                </a:cubicBezTo>
                <a:cubicBezTo>
                  <a:pt x="43560" y="50877"/>
                  <a:pt x="41145" y="48687"/>
                  <a:pt x="38631" y="46671"/>
                </a:cubicBezTo>
                <a:cubicBezTo>
                  <a:pt x="38631" y="46646"/>
                  <a:pt x="38656" y="46646"/>
                  <a:pt x="38656" y="46621"/>
                </a:cubicBezTo>
                <a:close/>
                <a:moveTo>
                  <a:pt x="54810" y="44555"/>
                </a:moveTo>
                <a:cubicBezTo>
                  <a:pt x="54810" y="44580"/>
                  <a:pt x="54835" y="44580"/>
                  <a:pt x="54835" y="44605"/>
                </a:cubicBezTo>
                <a:cubicBezTo>
                  <a:pt x="51724" y="47268"/>
                  <a:pt x="48787" y="50106"/>
                  <a:pt x="46049" y="53018"/>
                </a:cubicBezTo>
                <a:lnTo>
                  <a:pt x="46024" y="52993"/>
                </a:lnTo>
                <a:cubicBezTo>
                  <a:pt x="48762" y="50056"/>
                  <a:pt x="51699" y="47243"/>
                  <a:pt x="54810" y="44555"/>
                </a:cubicBezTo>
                <a:close/>
                <a:moveTo>
                  <a:pt x="77860" y="44879"/>
                </a:moveTo>
                <a:cubicBezTo>
                  <a:pt x="77909" y="44929"/>
                  <a:pt x="77959" y="45003"/>
                  <a:pt x="78009" y="45028"/>
                </a:cubicBezTo>
                <a:lnTo>
                  <a:pt x="78108" y="45401"/>
                </a:lnTo>
                <a:cubicBezTo>
                  <a:pt x="78133" y="45501"/>
                  <a:pt x="78133" y="45576"/>
                  <a:pt x="78158" y="45675"/>
                </a:cubicBezTo>
                <a:cubicBezTo>
                  <a:pt x="78208" y="45775"/>
                  <a:pt x="78208" y="45849"/>
                  <a:pt x="78208" y="45949"/>
                </a:cubicBezTo>
                <a:lnTo>
                  <a:pt x="78208" y="46049"/>
                </a:lnTo>
                <a:cubicBezTo>
                  <a:pt x="78233" y="46173"/>
                  <a:pt x="78233" y="46298"/>
                  <a:pt x="78258" y="46397"/>
                </a:cubicBezTo>
                <a:cubicBezTo>
                  <a:pt x="78258" y="46497"/>
                  <a:pt x="78258" y="46571"/>
                  <a:pt x="78283" y="46646"/>
                </a:cubicBezTo>
                <a:cubicBezTo>
                  <a:pt x="78283" y="46795"/>
                  <a:pt x="78333" y="46945"/>
                  <a:pt x="78333" y="47144"/>
                </a:cubicBezTo>
                <a:lnTo>
                  <a:pt x="78333" y="47243"/>
                </a:lnTo>
                <a:cubicBezTo>
                  <a:pt x="78357" y="48115"/>
                  <a:pt x="78258" y="49036"/>
                  <a:pt x="78084" y="50006"/>
                </a:cubicBezTo>
                <a:lnTo>
                  <a:pt x="78084" y="50056"/>
                </a:lnTo>
                <a:cubicBezTo>
                  <a:pt x="77884" y="51027"/>
                  <a:pt x="77636" y="52022"/>
                  <a:pt x="77287" y="53018"/>
                </a:cubicBezTo>
                <a:cubicBezTo>
                  <a:pt x="75968" y="51599"/>
                  <a:pt x="74922" y="50131"/>
                  <a:pt x="74225" y="48662"/>
                </a:cubicBezTo>
                <a:cubicBezTo>
                  <a:pt x="74972" y="47542"/>
                  <a:pt x="75669" y="46447"/>
                  <a:pt x="76341" y="45327"/>
                </a:cubicBezTo>
                <a:cubicBezTo>
                  <a:pt x="76441" y="45277"/>
                  <a:pt x="76615" y="45227"/>
                  <a:pt x="76789" y="45177"/>
                </a:cubicBezTo>
                <a:cubicBezTo>
                  <a:pt x="77163" y="45053"/>
                  <a:pt x="77511" y="44953"/>
                  <a:pt x="77860" y="44879"/>
                </a:cubicBezTo>
                <a:close/>
                <a:moveTo>
                  <a:pt x="69795" y="48388"/>
                </a:moveTo>
                <a:cubicBezTo>
                  <a:pt x="69372" y="49060"/>
                  <a:pt x="68824" y="49907"/>
                  <a:pt x="68177" y="50853"/>
                </a:cubicBezTo>
                <a:cubicBezTo>
                  <a:pt x="68077" y="50977"/>
                  <a:pt x="68003" y="51126"/>
                  <a:pt x="67903" y="51251"/>
                </a:cubicBezTo>
                <a:cubicBezTo>
                  <a:pt x="67580" y="51649"/>
                  <a:pt x="67206" y="52172"/>
                  <a:pt x="66659" y="52919"/>
                </a:cubicBezTo>
                <a:cubicBezTo>
                  <a:pt x="66659" y="52919"/>
                  <a:pt x="66634" y="52968"/>
                  <a:pt x="66634" y="52993"/>
                </a:cubicBezTo>
                <a:cubicBezTo>
                  <a:pt x="66634" y="53018"/>
                  <a:pt x="66584" y="53018"/>
                  <a:pt x="66584" y="53043"/>
                </a:cubicBezTo>
                <a:lnTo>
                  <a:pt x="66484" y="53043"/>
                </a:lnTo>
                <a:cubicBezTo>
                  <a:pt x="66484" y="53018"/>
                  <a:pt x="66534" y="52993"/>
                  <a:pt x="66534" y="52993"/>
                </a:cubicBezTo>
                <a:cubicBezTo>
                  <a:pt x="66559" y="52919"/>
                  <a:pt x="66584" y="52894"/>
                  <a:pt x="66584" y="52894"/>
                </a:cubicBezTo>
                <a:lnTo>
                  <a:pt x="66659" y="52844"/>
                </a:lnTo>
                <a:cubicBezTo>
                  <a:pt x="67082" y="52271"/>
                  <a:pt x="67480" y="51724"/>
                  <a:pt x="67853" y="51176"/>
                </a:cubicBezTo>
                <a:cubicBezTo>
                  <a:pt x="67928" y="51126"/>
                  <a:pt x="67953" y="51027"/>
                  <a:pt x="68028" y="50977"/>
                </a:cubicBezTo>
                <a:cubicBezTo>
                  <a:pt x="68152" y="50803"/>
                  <a:pt x="68227" y="50653"/>
                  <a:pt x="68326" y="50529"/>
                </a:cubicBezTo>
                <a:cubicBezTo>
                  <a:pt x="68650" y="50106"/>
                  <a:pt x="68849" y="49782"/>
                  <a:pt x="69197" y="49260"/>
                </a:cubicBezTo>
                <a:lnTo>
                  <a:pt x="69770" y="48413"/>
                </a:lnTo>
                <a:lnTo>
                  <a:pt x="69795" y="48388"/>
                </a:lnTo>
                <a:close/>
                <a:moveTo>
                  <a:pt x="45874" y="53093"/>
                </a:moveTo>
                <a:lnTo>
                  <a:pt x="45899" y="53118"/>
                </a:lnTo>
                <a:cubicBezTo>
                  <a:pt x="45899" y="53143"/>
                  <a:pt x="45874" y="53143"/>
                  <a:pt x="45874" y="53167"/>
                </a:cubicBezTo>
                <a:cubicBezTo>
                  <a:pt x="45874" y="53167"/>
                  <a:pt x="45874" y="53143"/>
                  <a:pt x="45850" y="53143"/>
                </a:cubicBezTo>
                <a:cubicBezTo>
                  <a:pt x="45850" y="53118"/>
                  <a:pt x="45874" y="53118"/>
                  <a:pt x="45874" y="53093"/>
                </a:cubicBezTo>
                <a:close/>
                <a:moveTo>
                  <a:pt x="72384" y="47019"/>
                </a:moveTo>
                <a:lnTo>
                  <a:pt x="72384" y="47019"/>
                </a:lnTo>
                <a:cubicBezTo>
                  <a:pt x="71562" y="49036"/>
                  <a:pt x="70492" y="51126"/>
                  <a:pt x="69123" y="53167"/>
                </a:cubicBezTo>
                <a:cubicBezTo>
                  <a:pt x="68409" y="52979"/>
                  <a:pt x="67808" y="52891"/>
                  <a:pt x="67321" y="52891"/>
                </a:cubicBezTo>
                <a:cubicBezTo>
                  <a:pt x="67163" y="52891"/>
                  <a:pt x="67017" y="52900"/>
                  <a:pt x="66883" y="52919"/>
                </a:cubicBezTo>
                <a:cubicBezTo>
                  <a:pt x="67156" y="52595"/>
                  <a:pt x="67405" y="52246"/>
                  <a:pt x="67629" y="51923"/>
                </a:cubicBezTo>
                <a:cubicBezTo>
                  <a:pt x="67704" y="51798"/>
                  <a:pt x="67804" y="51674"/>
                  <a:pt x="67878" y="51550"/>
                </a:cubicBezTo>
                <a:cubicBezTo>
                  <a:pt x="68003" y="51400"/>
                  <a:pt x="68077" y="51251"/>
                  <a:pt x="68177" y="51126"/>
                </a:cubicBezTo>
                <a:cubicBezTo>
                  <a:pt x="68252" y="51052"/>
                  <a:pt x="68276" y="50977"/>
                  <a:pt x="68326" y="50902"/>
                </a:cubicBezTo>
                <a:cubicBezTo>
                  <a:pt x="68376" y="50877"/>
                  <a:pt x="68401" y="50803"/>
                  <a:pt x="68426" y="50778"/>
                </a:cubicBezTo>
                <a:cubicBezTo>
                  <a:pt x="68501" y="50678"/>
                  <a:pt x="68550" y="50604"/>
                  <a:pt x="68650" y="50504"/>
                </a:cubicBezTo>
                <a:lnTo>
                  <a:pt x="69023" y="49932"/>
                </a:lnTo>
                <a:cubicBezTo>
                  <a:pt x="69123" y="49807"/>
                  <a:pt x="69173" y="49683"/>
                  <a:pt x="69272" y="49533"/>
                </a:cubicBezTo>
                <a:cubicBezTo>
                  <a:pt x="69571" y="49060"/>
                  <a:pt x="69870" y="48637"/>
                  <a:pt x="70168" y="48164"/>
                </a:cubicBezTo>
                <a:cubicBezTo>
                  <a:pt x="70442" y="48015"/>
                  <a:pt x="70691" y="47891"/>
                  <a:pt x="70940" y="47716"/>
                </a:cubicBezTo>
                <a:cubicBezTo>
                  <a:pt x="71512" y="47442"/>
                  <a:pt x="71985" y="47194"/>
                  <a:pt x="72384" y="47019"/>
                </a:cubicBezTo>
                <a:close/>
                <a:moveTo>
                  <a:pt x="78208" y="45202"/>
                </a:moveTo>
                <a:lnTo>
                  <a:pt x="78233" y="45227"/>
                </a:lnTo>
                <a:lnTo>
                  <a:pt x="78258" y="45277"/>
                </a:lnTo>
                <a:cubicBezTo>
                  <a:pt x="78258" y="45302"/>
                  <a:pt x="78258" y="45327"/>
                  <a:pt x="78283" y="45352"/>
                </a:cubicBezTo>
                <a:cubicBezTo>
                  <a:pt x="78333" y="45451"/>
                  <a:pt x="78333" y="45526"/>
                  <a:pt x="78333" y="45601"/>
                </a:cubicBezTo>
                <a:cubicBezTo>
                  <a:pt x="78333" y="45650"/>
                  <a:pt x="78333" y="45675"/>
                  <a:pt x="78357" y="45700"/>
                </a:cubicBezTo>
                <a:cubicBezTo>
                  <a:pt x="78382" y="45825"/>
                  <a:pt x="78382" y="45924"/>
                  <a:pt x="78407" y="46049"/>
                </a:cubicBezTo>
                <a:cubicBezTo>
                  <a:pt x="78482" y="46273"/>
                  <a:pt x="78482" y="46372"/>
                  <a:pt x="78482" y="46447"/>
                </a:cubicBezTo>
                <a:lnTo>
                  <a:pt x="78482" y="46546"/>
                </a:lnTo>
                <a:cubicBezTo>
                  <a:pt x="78482" y="46671"/>
                  <a:pt x="78507" y="46770"/>
                  <a:pt x="78507" y="46895"/>
                </a:cubicBezTo>
                <a:lnTo>
                  <a:pt x="78507" y="47243"/>
                </a:lnTo>
                <a:lnTo>
                  <a:pt x="78507" y="47293"/>
                </a:lnTo>
                <a:lnTo>
                  <a:pt x="78507" y="47667"/>
                </a:lnTo>
                <a:lnTo>
                  <a:pt x="78507" y="48040"/>
                </a:lnTo>
                <a:lnTo>
                  <a:pt x="78507" y="48065"/>
                </a:lnTo>
                <a:cubicBezTo>
                  <a:pt x="78507" y="48189"/>
                  <a:pt x="78507" y="48314"/>
                  <a:pt x="78482" y="48438"/>
                </a:cubicBezTo>
                <a:cubicBezTo>
                  <a:pt x="78482" y="48563"/>
                  <a:pt x="78432" y="48687"/>
                  <a:pt x="78432" y="48836"/>
                </a:cubicBezTo>
                <a:cubicBezTo>
                  <a:pt x="78432" y="48961"/>
                  <a:pt x="78407" y="49135"/>
                  <a:pt x="78382" y="49260"/>
                </a:cubicBezTo>
                <a:cubicBezTo>
                  <a:pt x="78357" y="49384"/>
                  <a:pt x="78357" y="49508"/>
                  <a:pt x="78308" y="49633"/>
                </a:cubicBezTo>
                <a:cubicBezTo>
                  <a:pt x="78283" y="49782"/>
                  <a:pt x="78258" y="49907"/>
                  <a:pt x="78258" y="50056"/>
                </a:cubicBezTo>
                <a:cubicBezTo>
                  <a:pt x="78233" y="50180"/>
                  <a:pt x="78233" y="50305"/>
                  <a:pt x="78208" y="50429"/>
                </a:cubicBezTo>
                <a:cubicBezTo>
                  <a:pt x="78158" y="50579"/>
                  <a:pt x="78133" y="50753"/>
                  <a:pt x="78108" y="50877"/>
                </a:cubicBezTo>
                <a:lnTo>
                  <a:pt x="78009" y="51251"/>
                </a:lnTo>
                <a:cubicBezTo>
                  <a:pt x="77984" y="51400"/>
                  <a:pt x="77909" y="51550"/>
                  <a:pt x="77884" y="51674"/>
                </a:cubicBezTo>
                <a:lnTo>
                  <a:pt x="77785" y="52047"/>
                </a:lnTo>
                <a:lnTo>
                  <a:pt x="77785" y="52072"/>
                </a:lnTo>
                <a:cubicBezTo>
                  <a:pt x="77760" y="52246"/>
                  <a:pt x="77685" y="52371"/>
                  <a:pt x="77660" y="52520"/>
                </a:cubicBezTo>
                <a:cubicBezTo>
                  <a:pt x="77636" y="52645"/>
                  <a:pt x="77586" y="52794"/>
                  <a:pt x="77536" y="52919"/>
                </a:cubicBezTo>
                <a:lnTo>
                  <a:pt x="77536" y="52943"/>
                </a:lnTo>
                <a:cubicBezTo>
                  <a:pt x="77511" y="53043"/>
                  <a:pt x="77486" y="53118"/>
                  <a:pt x="77461" y="53192"/>
                </a:cubicBezTo>
                <a:lnTo>
                  <a:pt x="77412" y="53167"/>
                </a:lnTo>
                <a:lnTo>
                  <a:pt x="77387" y="53143"/>
                </a:lnTo>
                <a:cubicBezTo>
                  <a:pt x="77387" y="53118"/>
                  <a:pt x="77387" y="53118"/>
                  <a:pt x="77412" y="53068"/>
                </a:cubicBezTo>
                <a:cubicBezTo>
                  <a:pt x="77461" y="52993"/>
                  <a:pt x="77486" y="52894"/>
                  <a:pt x="77511" y="52819"/>
                </a:cubicBezTo>
                <a:cubicBezTo>
                  <a:pt x="77611" y="52620"/>
                  <a:pt x="77660" y="52371"/>
                  <a:pt x="77735" y="52147"/>
                </a:cubicBezTo>
                <a:lnTo>
                  <a:pt x="77735" y="52122"/>
                </a:lnTo>
                <a:cubicBezTo>
                  <a:pt x="77760" y="52022"/>
                  <a:pt x="77785" y="51898"/>
                  <a:pt x="77835" y="51798"/>
                </a:cubicBezTo>
                <a:cubicBezTo>
                  <a:pt x="77835" y="51774"/>
                  <a:pt x="77835" y="51774"/>
                  <a:pt x="77860" y="51749"/>
                </a:cubicBezTo>
                <a:cubicBezTo>
                  <a:pt x="77909" y="51525"/>
                  <a:pt x="77984" y="51276"/>
                  <a:pt x="78034" y="51052"/>
                </a:cubicBezTo>
                <a:lnTo>
                  <a:pt x="78034" y="51027"/>
                </a:lnTo>
                <a:cubicBezTo>
                  <a:pt x="78084" y="50927"/>
                  <a:pt x="78108" y="50803"/>
                  <a:pt x="78108" y="50728"/>
                </a:cubicBezTo>
                <a:lnTo>
                  <a:pt x="78108" y="50678"/>
                </a:lnTo>
                <a:cubicBezTo>
                  <a:pt x="78158" y="50429"/>
                  <a:pt x="78208" y="50180"/>
                  <a:pt x="78258" y="49932"/>
                </a:cubicBezTo>
                <a:cubicBezTo>
                  <a:pt x="78258" y="49857"/>
                  <a:pt x="78283" y="49757"/>
                  <a:pt x="78283" y="49683"/>
                </a:cubicBezTo>
                <a:cubicBezTo>
                  <a:pt x="78283" y="49633"/>
                  <a:pt x="78333" y="49533"/>
                  <a:pt x="78333" y="49484"/>
                </a:cubicBezTo>
                <a:lnTo>
                  <a:pt x="78333" y="49434"/>
                </a:lnTo>
                <a:cubicBezTo>
                  <a:pt x="78357" y="49235"/>
                  <a:pt x="78382" y="49011"/>
                  <a:pt x="78407" y="48762"/>
                </a:cubicBezTo>
                <a:lnTo>
                  <a:pt x="78407" y="48737"/>
                </a:lnTo>
                <a:lnTo>
                  <a:pt x="78407" y="48637"/>
                </a:lnTo>
                <a:cubicBezTo>
                  <a:pt x="78457" y="48438"/>
                  <a:pt x="78457" y="48264"/>
                  <a:pt x="78457" y="48065"/>
                </a:cubicBezTo>
                <a:lnTo>
                  <a:pt x="78457" y="47816"/>
                </a:lnTo>
                <a:lnTo>
                  <a:pt x="78457" y="47791"/>
                </a:lnTo>
                <a:lnTo>
                  <a:pt x="78457" y="47393"/>
                </a:lnTo>
                <a:lnTo>
                  <a:pt x="78457" y="47069"/>
                </a:lnTo>
                <a:lnTo>
                  <a:pt x="78457" y="47044"/>
                </a:lnTo>
                <a:lnTo>
                  <a:pt x="78457" y="46945"/>
                </a:lnTo>
                <a:cubicBezTo>
                  <a:pt x="78457" y="46845"/>
                  <a:pt x="78457" y="46795"/>
                  <a:pt x="78407" y="46696"/>
                </a:cubicBezTo>
                <a:cubicBezTo>
                  <a:pt x="78407" y="46571"/>
                  <a:pt x="78407" y="46422"/>
                  <a:pt x="78382" y="46298"/>
                </a:cubicBezTo>
                <a:cubicBezTo>
                  <a:pt x="78382" y="46198"/>
                  <a:pt x="78357" y="46098"/>
                  <a:pt x="78357" y="46024"/>
                </a:cubicBezTo>
                <a:cubicBezTo>
                  <a:pt x="78333" y="45849"/>
                  <a:pt x="78333" y="45700"/>
                  <a:pt x="78283" y="45576"/>
                </a:cubicBezTo>
                <a:cubicBezTo>
                  <a:pt x="78283" y="45551"/>
                  <a:pt x="78258" y="45476"/>
                  <a:pt x="78258" y="45451"/>
                </a:cubicBezTo>
                <a:cubicBezTo>
                  <a:pt x="78258" y="45426"/>
                  <a:pt x="78258" y="45401"/>
                  <a:pt x="78233" y="45352"/>
                </a:cubicBezTo>
                <a:lnTo>
                  <a:pt x="78233" y="45327"/>
                </a:lnTo>
                <a:cubicBezTo>
                  <a:pt x="78233" y="45302"/>
                  <a:pt x="78208" y="45227"/>
                  <a:pt x="78208" y="45202"/>
                </a:cubicBezTo>
                <a:close/>
                <a:moveTo>
                  <a:pt x="72757" y="46820"/>
                </a:moveTo>
                <a:cubicBezTo>
                  <a:pt x="71911" y="48936"/>
                  <a:pt x="70766" y="51101"/>
                  <a:pt x="69372" y="53267"/>
                </a:cubicBezTo>
                <a:cubicBezTo>
                  <a:pt x="69322" y="53267"/>
                  <a:pt x="69322" y="53267"/>
                  <a:pt x="69297" y="53242"/>
                </a:cubicBezTo>
                <a:cubicBezTo>
                  <a:pt x="70691" y="51126"/>
                  <a:pt x="71811" y="48936"/>
                  <a:pt x="72657" y="46870"/>
                </a:cubicBezTo>
                <a:cubicBezTo>
                  <a:pt x="72682" y="46870"/>
                  <a:pt x="72732" y="46820"/>
                  <a:pt x="72757" y="46820"/>
                </a:cubicBezTo>
                <a:close/>
                <a:moveTo>
                  <a:pt x="74026" y="48861"/>
                </a:moveTo>
                <a:cubicBezTo>
                  <a:pt x="74773" y="50355"/>
                  <a:pt x="75819" y="51798"/>
                  <a:pt x="77163" y="53242"/>
                </a:cubicBezTo>
                <a:cubicBezTo>
                  <a:pt x="77163" y="53267"/>
                  <a:pt x="77138" y="53267"/>
                  <a:pt x="77138" y="53292"/>
                </a:cubicBezTo>
                <a:cubicBezTo>
                  <a:pt x="75794" y="51873"/>
                  <a:pt x="74748" y="50380"/>
                  <a:pt x="74001" y="48911"/>
                </a:cubicBezTo>
                <a:cubicBezTo>
                  <a:pt x="74001" y="48886"/>
                  <a:pt x="74026" y="48886"/>
                  <a:pt x="74026" y="48861"/>
                </a:cubicBezTo>
                <a:close/>
                <a:moveTo>
                  <a:pt x="67331" y="53068"/>
                </a:moveTo>
                <a:cubicBezTo>
                  <a:pt x="67779" y="53068"/>
                  <a:pt x="68326" y="53167"/>
                  <a:pt x="68998" y="53367"/>
                </a:cubicBezTo>
                <a:cubicBezTo>
                  <a:pt x="68998" y="53391"/>
                  <a:pt x="68949" y="53391"/>
                  <a:pt x="68949" y="53416"/>
                </a:cubicBezTo>
                <a:cubicBezTo>
                  <a:pt x="68325" y="53249"/>
                  <a:pt x="67794" y="53165"/>
                  <a:pt x="67356" y="53165"/>
                </a:cubicBezTo>
                <a:cubicBezTo>
                  <a:pt x="67078" y="53165"/>
                  <a:pt x="66837" y="53199"/>
                  <a:pt x="66634" y="53267"/>
                </a:cubicBezTo>
                <a:cubicBezTo>
                  <a:pt x="66659" y="53242"/>
                  <a:pt x="66683" y="53217"/>
                  <a:pt x="66683" y="53167"/>
                </a:cubicBezTo>
                <a:cubicBezTo>
                  <a:pt x="66883" y="53118"/>
                  <a:pt x="67082" y="53068"/>
                  <a:pt x="67331" y="53068"/>
                </a:cubicBezTo>
                <a:close/>
                <a:moveTo>
                  <a:pt x="54960" y="44704"/>
                </a:moveTo>
                <a:cubicBezTo>
                  <a:pt x="55109" y="44879"/>
                  <a:pt x="55234" y="45028"/>
                  <a:pt x="55383" y="45177"/>
                </a:cubicBezTo>
                <a:cubicBezTo>
                  <a:pt x="55209" y="45302"/>
                  <a:pt x="55059" y="45426"/>
                  <a:pt x="54860" y="45551"/>
                </a:cubicBezTo>
                <a:lnTo>
                  <a:pt x="54835" y="45551"/>
                </a:lnTo>
                <a:cubicBezTo>
                  <a:pt x="54761" y="45576"/>
                  <a:pt x="54736" y="45601"/>
                  <a:pt x="54686" y="45650"/>
                </a:cubicBezTo>
                <a:cubicBezTo>
                  <a:pt x="54636" y="45675"/>
                  <a:pt x="54586" y="45700"/>
                  <a:pt x="54561" y="45750"/>
                </a:cubicBezTo>
                <a:lnTo>
                  <a:pt x="53715" y="46397"/>
                </a:lnTo>
                <a:lnTo>
                  <a:pt x="53641" y="46447"/>
                </a:lnTo>
                <a:cubicBezTo>
                  <a:pt x="53616" y="46472"/>
                  <a:pt x="53591" y="46522"/>
                  <a:pt x="53566" y="46522"/>
                </a:cubicBezTo>
                <a:cubicBezTo>
                  <a:pt x="53018" y="46945"/>
                  <a:pt x="52496" y="47393"/>
                  <a:pt x="51973" y="47866"/>
                </a:cubicBezTo>
                <a:lnTo>
                  <a:pt x="51873" y="47940"/>
                </a:lnTo>
                <a:cubicBezTo>
                  <a:pt x="51823" y="48015"/>
                  <a:pt x="51749" y="48040"/>
                  <a:pt x="51699" y="48115"/>
                </a:cubicBezTo>
                <a:cubicBezTo>
                  <a:pt x="51624" y="48139"/>
                  <a:pt x="51599" y="48189"/>
                  <a:pt x="51525" y="48239"/>
                </a:cubicBezTo>
                <a:lnTo>
                  <a:pt x="51450" y="48314"/>
                </a:lnTo>
                <a:cubicBezTo>
                  <a:pt x="51002" y="48737"/>
                  <a:pt x="50604" y="49110"/>
                  <a:pt x="50156" y="49508"/>
                </a:cubicBezTo>
                <a:lnTo>
                  <a:pt x="49982" y="49683"/>
                </a:lnTo>
                <a:lnTo>
                  <a:pt x="49658" y="50006"/>
                </a:lnTo>
                <a:lnTo>
                  <a:pt x="49384" y="50280"/>
                </a:lnTo>
                <a:cubicBezTo>
                  <a:pt x="49235" y="50429"/>
                  <a:pt x="49085" y="50629"/>
                  <a:pt x="48911" y="50778"/>
                </a:cubicBezTo>
                <a:cubicBezTo>
                  <a:pt x="48662" y="51027"/>
                  <a:pt x="48413" y="51276"/>
                  <a:pt x="48214" y="51550"/>
                </a:cubicBezTo>
                <a:cubicBezTo>
                  <a:pt x="48164" y="51599"/>
                  <a:pt x="48140" y="51624"/>
                  <a:pt x="48140" y="51649"/>
                </a:cubicBezTo>
                <a:lnTo>
                  <a:pt x="48090" y="51724"/>
                </a:lnTo>
                <a:cubicBezTo>
                  <a:pt x="47542" y="52296"/>
                  <a:pt x="47019" y="52894"/>
                  <a:pt x="46547" y="53491"/>
                </a:cubicBezTo>
                <a:lnTo>
                  <a:pt x="46148" y="53093"/>
                </a:lnTo>
                <a:cubicBezTo>
                  <a:pt x="48911" y="50230"/>
                  <a:pt x="51848" y="47393"/>
                  <a:pt x="54960" y="44704"/>
                </a:cubicBezTo>
                <a:close/>
                <a:moveTo>
                  <a:pt x="69197" y="53391"/>
                </a:moveTo>
                <a:cubicBezTo>
                  <a:pt x="69197" y="53391"/>
                  <a:pt x="69247" y="53416"/>
                  <a:pt x="69272" y="53416"/>
                </a:cubicBezTo>
                <a:cubicBezTo>
                  <a:pt x="69272" y="53466"/>
                  <a:pt x="69247" y="53466"/>
                  <a:pt x="69247" y="53491"/>
                </a:cubicBezTo>
                <a:cubicBezTo>
                  <a:pt x="69197" y="53491"/>
                  <a:pt x="69197" y="53491"/>
                  <a:pt x="69173" y="53466"/>
                </a:cubicBezTo>
                <a:cubicBezTo>
                  <a:pt x="69173" y="53416"/>
                  <a:pt x="69197" y="53416"/>
                  <a:pt x="69197" y="53391"/>
                </a:cubicBezTo>
                <a:close/>
                <a:moveTo>
                  <a:pt x="73006" y="46696"/>
                </a:moveTo>
                <a:cubicBezTo>
                  <a:pt x="73180" y="47318"/>
                  <a:pt x="73404" y="47990"/>
                  <a:pt x="73678" y="48612"/>
                </a:cubicBezTo>
                <a:cubicBezTo>
                  <a:pt x="72558" y="50255"/>
                  <a:pt x="71388" y="51873"/>
                  <a:pt x="70118" y="53491"/>
                </a:cubicBezTo>
                <a:cubicBezTo>
                  <a:pt x="69894" y="53416"/>
                  <a:pt x="69695" y="53367"/>
                  <a:pt x="69546" y="53292"/>
                </a:cubicBezTo>
                <a:cubicBezTo>
                  <a:pt x="70990" y="51101"/>
                  <a:pt x="72135" y="48861"/>
                  <a:pt x="73006" y="46696"/>
                </a:cubicBezTo>
                <a:close/>
                <a:moveTo>
                  <a:pt x="73777" y="48811"/>
                </a:moveTo>
                <a:cubicBezTo>
                  <a:pt x="73777" y="48811"/>
                  <a:pt x="73777" y="48861"/>
                  <a:pt x="73802" y="48861"/>
                </a:cubicBezTo>
                <a:cubicBezTo>
                  <a:pt x="72732" y="50429"/>
                  <a:pt x="71562" y="51998"/>
                  <a:pt x="70367" y="53541"/>
                </a:cubicBezTo>
                <a:lnTo>
                  <a:pt x="70318" y="53541"/>
                </a:lnTo>
                <a:cubicBezTo>
                  <a:pt x="71512" y="52022"/>
                  <a:pt x="72682" y="50429"/>
                  <a:pt x="73777" y="48811"/>
                </a:cubicBezTo>
                <a:close/>
                <a:moveTo>
                  <a:pt x="23522" y="45650"/>
                </a:moveTo>
                <a:lnTo>
                  <a:pt x="23572" y="45675"/>
                </a:lnTo>
                <a:cubicBezTo>
                  <a:pt x="21506" y="48264"/>
                  <a:pt x="19589" y="50902"/>
                  <a:pt x="17772" y="53591"/>
                </a:cubicBezTo>
                <a:lnTo>
                  <a:pt x="17723" y="53591"/>
                </a:lnTo>
                <a:cubicBezTo>
                  <a:pt x="19515" y="50927"/>
                  <a:pt x="21456" y="48264"/>
                  <a:pt x="23522" y="45650"/>
                </a:cubicBezTo>
                <a:close/>
                <a:moveTo>
                  <a:pt x="117710" y="41344"/>
                </a:moveTo>
                <a:lnTo>
                  <a:pt x="117710" y="41344"/>
                </a:lnTo>
                <a:cubicBezTo>
                  <a:pt x="117685" y="41593"/>
                  <a:pt x="117660" y="41842"/>
                  <a:pt x="117660" y="42066"/>
                </a:cubicBezTo>
                <a:cubicBezTo>
                  <a:pt x="117461" y="43584"/>
                  <a:pt x="117212" y="45327"/>
                  <a:pt x="116988" y="46671"/>
                </a:cubicBezTo>
                <a:cubicBezTo>
                  <a:pt x="116839" y="47642"/>
                  <a:pt x="116540" y="49060"/>
                  <a:pt x="116217" y="50156"/>
                </a:cubicBezTo>
                <a:cubicBezTo>
                  <a:pt x="116117" y="50479"/>
                  <a:pt x="116043" y="50778"/>
                  <a:pt x="115943" y="51126"/>
                </a:cubicBezTo>
                <a:cubicBezTo>
                  <a:pt x="115719" y="51923"/>
                  <a:pt x="115470" y="52869"/>
                  <a:pt x="115196" y="53715"/>
                </a:cubicBezTo>
                <a:lnTo>
                  <a:pt x="115196" y="53541"/>
                </a:lnTo>
                <a:cubicBezTo>
                  <a:pt x="115719" y="51599"/>
                  <a:pt x="116067" y="49658"/>
                  <a:pt x="116291" y="47816"/>
                </a:cubicBezTo>
                <a:cubicBezTo>
                  <a:pt x="116914" y="45625"/>
                  <a:pt x="117412" y="43460"/>
                  <a:pt x="117710" y="41344"/>
                </a:cubicBezTo>
                <a:close/>
                <a:moveTo>
                  <a:pt x="46049" y="53267"/>
                </a:moveTo>
                <a:lnTo>
                  <a:pt x="46472" y="53665"/>
                </a:lnTo>
                <a:cubicBezTo>
                  <a:pt x="46472" y="53715"/>
                  <a:pt x="46472" y="53715"/>
                  <a:pt x="46422" y="53740"/>
                </a:cubicBezTo>
                <a:lnTo>
                  <a:pt x="46024" y="53342"/>
                </a:lnTo>
                <a:cubicBezTo>
                  <a:pt x="46024" y="53292"/>
                  <a:pt x="46049" y="53292"/>
                  <a:pt x="46049" y="53267"/>
                </a:cubicBezTo>
                <a:close/>
                <a:moveTo>
                  <a:pt x="69421" y="53491"/>
                </a:moveTo>
                <a:cubicBezTo>
                  <a:pt x="69621" y="53541"/>
                  <a:pt x="69770" y="53615"/>
                  <a:pt x="69944" y="53665"/>
                </a:cubicBezTo>
                <a:cubicBezTo>
                  <a:pt x="69944" y="53690"/>
                  <a:pt x="69919" y="53690"/>
                  <a:pt x="69919" y="53740"/>
                </a:cubicBezTo>
                <a:cubicBezTo>
                  <a:pt x="69720" y="53665"/>
                  <a:pt x="69571" y="53615"/>
                  <a:pt x="69397" y="53541"/>
                </a:cubicBezTo>
                <a:cubicBezTo>
                  <a:pt x="69421" y="53516"/>
                  <a:pt x="69421" y="53491"/>
                  <a:pt x="69421" y="53491"/>
                </a:cubicBezTo>
                <a:close/>
                <a:moveTo>
                  <a:pt x="54494" y="46213"/>
                </a:moveTo>
                <a:cubicBezTo>
                  <a:pt x="54460" y="46240"/>
                  <a:pt x="54425" y="46268"/>
                  <a:pt x="54387" y="46298"/>
                </a:cubicBezTo>
                <a:cubicBezTo>
                  <a:pt x="54238" y="46422"/>
                  <a:pt x="54064" y="46546"/>
                  <a:pt x="53889" y="46696"/>
                </a:cubicBezTo>
                <a:cubicBezTo>
                  <a:pt x="53865" y="46746"/>
                  <a:pt x="53840" y="46746"/>
                  <a:pt x="53815" y="46770"/>
                </a:cubicBezTo>
                <a:cubicBezTo>
                  <a:pt x="53740" y="46820"/>
                  <a:pt x="53641" y="46895"/>
                  <a:pt x="53591" y="46945"/>
                </a:cubicBezTo>
                <a:cubicBezTo>
                  <a:pt x="53566" y="46970"/>
                  <a:pt x="53516" y="46970"/>
                  <a:pt x="53491" y="47019"/>
                </a:cubicBezTo>
                <a:lnTo>
                  <a:pt x="53466" y="47044"/>
                </a:lnTo>
                <a:cubicBezTo>
                  <a:pt x="53267" y="47194"/>
                  <a:pt x="53068" y="47343"/>
                  <a:pt x="52869" y="47542"/>
                </a:cubicBezTo>
                <a:lnTo>
                  <a:pt x="52844" y="47567"/>
                </a:lnTo>
                <a:lnTo>
                  <a:pt x="52769" y="47642"/>
                </a:lnTo>
                <a:cubicBezTo>
                  <a:pt x="52744" y="47642"/>
                  <a:pt x="52744" y="47667"/>
                  <a:pt x="52720" y="47667"/>
                </a:cubicBezTo>
                <a:cubicBezTo>
                  <a:pt x="52122" y="48164"/>
                  <a:pt x="51575" y="48687"/>
                  <a:pt x="51002" y="49210"/>
                </a:cubicBezTo>
                <a:cubicBezTo>
                  <a:pt x="51002" y="49210"/>
                  <a:pt x="50977" y="49210"/>
                  <a:pt x="50977" y="49260"/>
                </a:cubicBezTo>
                <a:lnTo>
                  <a:pt x="50878" y="49334"/>
                </a:lnTo>
                <a:lnTo>
                  <a:pt x="49658" y="50554"/>
                </a:lnTo>
                <a:lnTo>
                  <a:pt x="49608" y="50629"/>
                </a:lnTo>
                <a:lnTo>
                  <a:pt x="49509" y="50703"/>
                </a:lnTo>
                <a:lnTo>
                  <a:pt x="49359" y="50877"/>
                </a:lnTo>
                <a:cubicBezTo>
                  <a:pt x="49011" y="51251"/>
                  <a:pt x="48637" y="51624"/>
                  <a:pt x="48289" y="51998"/>
                </a:cubicBezTo>
                <a:lnTo>
                  <a:pt x="48140" y="52147"/>
                </a:lnTo>
                <a:lnTo>
                  <a:pt x="48040" y="52246"/>
                </a:lnTo>
                <a:cubicBezTo>
                  <a:pt x="48015" y="52271"/>
                  <a:pt x="47990" y="52321"/>
                  <a:pt x="47965" y="52371"/>
                </a:cubicBezTo>
                <a:cubicBezTo>
                  <a:pt x="47916" y="52396"/>
                  <a:pt x="47916" y="52421"/>
                  <a:pt x="47891" y="52421"/>
                </a:cubicBezTo>
                <a:cubicBezTo>
                  <a:pt x="47517" y="52869"/>
                  <a:pt x="47119" y="53317"/>
                  <a:pt x="46746" y="53765"/>
                </a:cubicBezTo>
                <a:lnTo>
                  <a:pt x="46721" y="53740"/>
                </a:lnTo>
                <a:cubicBezTo>
                  <a:pt x="46870" y="53541"/>
                  <a:pt x="46995" y="53367"/>
                  <a:pt x="47144" y="53217"/>
                </a:cubicBezTo>
                <a:cubicBezTo>
                  <a:pt x="47219" y="53118"/>
                  <a:pt x="47293" y="53018"/>
                  <a:pt x="47368" y="52943"/>
                </a:cubicBezTo>
                <a:cubicBezTo>
                  <a:pt x="47766" y="52446"/>
                  <a:pt x="48214" y="51998"/>
                  <a:pt x="48637" y="51500"/>
                </a:cubicBezTo>
                <a:cubicBezTo>
                  <a:pt x="48737" y="51400"/>
                  <a:pt x="48787" y="51301"/>
                  <a:pt x="48886" y="51251"/>
                </a:cubicBezTo>
                <a:cubicBezTo>
                  <a:pt x="49334" y="50778"/>
                  <a:pt x="49782" y="50305"/>
                  <a:pt x="50255" y="49832"/>
                </a:cubicBezTo>
                <a:lnTo>
                  <a:pt x="50479" y="49633"/>
                </a:lnTo>
                <a:cubicBezTo>
                  <a:pt x="50977" y="49160"/>
                  <a:pt x="51450" y="48687"/>
                  <a:pt x="51973" y="48264"/>
                </a:cubicBezTo>
                <a:cubicBezTo>
                  <a:pt x="52023" y="48239"/>
                  <a:pt x="52072" y="48164"/>
                  <a:pt x="52122" y="48139"/>
                </a:cubicBezTo>
                <a:lnTo>
                  <a:pt x="53242" y="47194"/>
                </a:lnTo>
                <a:lnTo>
                  <a:pt x="53715" y="46820"/>
                </a:lnTo>
                <a:lnTo>
                  <a:pt x="53815" y="46721"/>
                </a:lnTo>
                <a:cubicBezTo>
                  <a:pt x="54033" y="46546"/>
                  <a:pt x="54271" y="46371"/>
                  <a:pt x="54494" y="46213"/>
                </a:cubicBezTo>
                <a:close/>
                <a:moveTo>
                  <a:pt x="114997" y="53342"/>
                </a:moveTo>
                <a:lnTo>
                  <a:pt x="114997" y="53541"/>
                </a:lnTo>
                <a:cubicBezTo>
                  <a:pt x="114997" y="53615"/>
                  <a:pt x="114972" y="53715"/>
                  <a:pt x="114947" y="53765"/>
                </a:cubicBezTo>
                <a:lnTo>
                  <a:pt x="114947" y="53541"/>
                </a:lnTo>
                <a:cubicBezTo>
                  <a:pt x="114972" y="53491"/>
                  <a:pt x="114972" y="53391"/>
                  <a:pt x="114997" y="53342"/>
                </a:cubicBezTo>
                <a:close/>
                <a:moveTo>
                  <a:pt x="17673" y="53765"/>
                </a:moveTo>
                <a:cubicBezTo>
                  <a:pt x="17673" y="53790"/>
                  <a:pt x="17648" y="53790"/>
                  <a:pt x="17648" y="53839"/>
                </a:cubicBezTo>
                <a:lnTo>
                  <a:pt x="17598" y="53839"/>
                </a:lnTo>
                <a:cubicBezTo>
                  <a:pt x="17598" y="53790"/>
                  <a:pt x="17623" y="53790"/>
                  <a:pt x="17623" y="53765"/>
                </a:cubicBezTo>
                <a:close/>
                <a:moveTo>
                  <a:pt x="66293" y="53362"/>
                </a:moveTo>
                <a:cubicBezTo>
                  <a:pt x="66172" y="53507"/>
                  <a:pt x="66031" y="53673"/>
                  <a:pt x="65912" y="53839"/>
                </a:cubicBezTo>
                <a:cubicBezTo>
                  <a:pt x="65912" y="53790"/>
                  <a:pt x="65937" y="53765"/>
                  <a:pt x="65937" y="53740"/>
                </a:cubicBezTo>
                <a:lnTo>
                  <a:pt x="65937" y="53690"/>
                </a:lnTo>
                <a:cubicBezTo>
                  <a:pt x="65937" y="53665"/>
                  <a:pt x="65962" y="53640"/>
                  <a:pt x="65962" y="53615"/>
                </a:cubicBezTo>
                <a:cubicBezTo>
                  <a:pt x="66036" y="53516"/>
                  <a:pt x="66086" y="53416"/>
                  <a:pt x="66186" y="53367"/>
                </a:cubicBezTo>
                <a:lnTo>
                  <a:pt x="66211" y="53367"/>
                </a:lnTo>
                <a:cubicBezTo>
                  <a:pt x="66252" y="53367"/>
                  <a:pt x="66278" y="53367"/>
                  <a:pt x="66293" y="53362"/>
                </a:cubicBezTo>
                <a:close/>
                <a:moveTo>
                  <a:pt x="23721" y="45800"/>
                </a:moveTo>
                <a:cubicBezTo>
                  <a:pt x="24070" y="46173"/>
                  <a:pt x="24393" y="46546"/>
                  <a:pt x="24767" y="46895"/>
                </a:cubicBezTo>
                <a:cubicBezTo>
                  <a:pt x="23398" y="49235"/>
                  <a:pt x="22278" y="51599"/>
                  <a:pt x="21456" y="53864"/>
                </a:cubicBezTo>
                <a:cubicBezTo>
                  <a:pt x="20286" y="53715"/>
                  <a:pt x="19166" y="53615"/>
                  <a:pt x="18046" y="53591"/>
                </a:cubicBezTo>
                <a:cubicBezTo>
                  <a:pt x="19789" y="50977"/>
                  <a:pt x="21705" y="48388"/>
                  <a:pt x="23721" y="45800"/>
                </a:cubicBezTo>
                <a:close/>
                <a:moveTo>
                  <a:pt x="24891" y="47019"/>
                </a:moveTo>
                <a:lnTo>
                  <a:pt x="24916" y="47044"/>
                </a:lnTo>
                <a:cubicBezTo>
                  <a:pt x="23597" y="49359"/>
                  <a:pt x="22502" y="51649"/>
                  <a:pt x="21655" y="53889"/>
                </a:cubicBezTo>
                <a:lnTo>
                  <a:pt x="21606" y="53889"/>
                </a:lnTo>
                <a:cubicBezTo>
                  <a:pt x="22452" y="51649"/>
                  <a:pt x="23572" y="49359"/>
                  <a:pt x="24891" y="47019"/>
                </a:cubicBezTo>
                <a:close/>
                <a:moveTo>
                  <a:pt x="37835" y="46273"/>
                </a:moveTo>
                <a:cubicBezTo>
                  <a:pt x="37959" y="46372"/>
                  <a:pt x="38059" y="46447"/>
                  <a:pt x="38183" y="46546"/>
                </a:cubicBezTo>
                <a:cubicBezTo>
                  <a:pt x="36291" y="48936"/>
                  <a:pt x="34698" y="51425"/>
                  <a:pt x="33454" y="53889"/>
                </a:cubicBezTo>
                <a:cubicBezTo>
                  <a:pt x="33031" y="53541"/>
                  <a:pt x="32583" y="53217"/>
                  <a:pt x="32184" y="52869"/>
                </a:cubicBezTo>
                <a:cubicBezTo>
                  <a:pt x="33952" y="50629"/>
                  <a:pt x="35818" y="48413"/>
                  <a:pt x="37835" y="46273"/>
                </a:cubicBezTo>
                <a:close/>
                <a:moveTo>
                  <a:pt x="38308" y="46646"/>
                </a:moveTo>
                <a:cubicBezTo>
                  <a:pt x="38332" y="46646"/>
                  <a:pt x="38332" y="46671"/>
                  <a:pt x="38382" y="46671"/>
                </a:cubicBezTo>
                <a:cubicBezTo>
                  <a:pt x="36466" y="49060"/>
                  <a:pt x="34898" y="51550"/>
                  <a:pt x="33653" y="54014"/>
                </a:cubicBezTo>
                <a:cubicBezTo>
                  <a:pt x="33603" y="54014"/>
                  <a:pt x="33603" y="53989"/>
                  <a:pt x="33578" y="53989"/>
                </a:cubicBezTo>
                <a:cubicBezTo>
                  <a:pt x="34823" y="51525"/>
                  <a:pt x="36416" y="49036"/>
                  <a:pt x="38308" y="46646"/>
                </a:cubicBezTo>
                <a:close/>
                <a:moveTo>
                  <a:pt x="17897" y="53790"/>
                </a:moveTo>
                <a:cubicBezTo>
                  <a:pt x="19017" y="53839"/>
                  <a:pt x="20212" y="53889"/>
                  <a:pt x="21357" y="54039"/>
                </a:cubicBezTo>
                <a:lnTo>
                  <a:pt x="21357" y="54113"/>
                </a:lnTo>
                <a:cubicBezTo>
                  <a:pt x="20162" y="53964"/>
                  <a:pt x="19017" y="53864"/>
                  <a:pt x="17872" y="53864"/>
                </a:cubicBezTo>
                <a:cubicBezTo>
                  <a:pt x="17872" y="53839"/>
                  <a:pt x="17897" y="53839"/>
                  <a:pt x="17897" y="53790"/>
                </a:cubicBezTo>
                <a:close/>
                <a:moveTo>
                  <a:pt x="32035" y="52993"/>
                </a:moveTo>
                <a:cubicBezTo>
                  <a:pt x="32483" y="53342"/>
                  <a:pt x="32931" y="53715"/>
                  <a:pt x="33354" y="54039"/>
                </a:cubicBezTo>
                <a:cubicBezTo>
                  <a:pt x="33354" y="54088"/>
                  <a:pt x="33329" y="54088"/>
                  <a:pt x="33329" y="54113"/>
                </a:cubicBezTo>
                <a:cubicBezTo>
                  <a:pt x="32906" y="53765"/>
                  <a:pt x="32433" y="53391"/>
                  <a:pt x="31985" y="53043"/>
                </a:cubicBezTo>
                <a:cubicBezTo>
                  <a:pt x="31985" y="53018"/>
                  <a:pt x="32035" y="53018"/>
                  <a:pt x="32035" y="52993"/>
                </a:cubicBezTo>
                <a:close/>
                <a:moveTo>
                  <a:pt x="21606" y="54088"/>
                </a:moveTo>
                <a:cubicBezTo>
                  <a:pt x="21606" y="54113"/>
                  <a:pt x="21606" y="54113"/>
                  <a:pt x="21581" y="54138"/>
                </a:cubicBezTo>
                <a:lnTo>
                  <a:pt x="21506" y="54138"/>
                </a:lnTo>
                <a:cubicBezTo>
                  <a:pt x="21506" y="54113"/>
                  <a:pt x="21506" y="54113"/>
                  <a:pt x="21531" y="54088"/>
                </a:cubicBezTo>
                <a:close/>
                <a:moveTo>
                  <a:pt x="19042" y="40174"/>
                </a:moveTo>
                <a:lnTo>
                  <a:pt x="19042" y="40199"/>
                </a:lnTo>
                <a:lnTo>
                  <a:pt x="19092" y="40224"/>
                </a:lnTo>
                <a:cubicBezTo>
                  <a:pt x="18992" y="40448"/>
                  <a:pt x="18893" y="40573"/>
                  <a:pt x="18793" y="40722"/>
                </a:cubicBezTo>
                <a:lnTo>
                  <a:pt x="17673" y="42415"/>
                </a:lnTo>
                <a:cubicBezTo>
                  <a:pt x="17499" y="42713"/>
                  <a:pt x="17275" y="43037"/>
                  <a:pt x="17100" y="43311"/>
                </a:cubicBezTo>
                <a:cubicBezTo>
                  <a:pt x="16802" y="43759"/>
                  <a:pt x="16553" y="44182"/>
                  <a:pt x="16304" y="44580"/>
                </a:cubicBezTo>
                <a:cubicBezTo>
                  <a:pt x="16154" y="44829"/>
                  <a:pt x="16030" y="45053"/>
                  <a:pt x="15881" y="45277"/>
                </a:cubicBezTo>
                <a:cubicBezTo>
                  <a:pt x="15507" y="45899"/>
                  <a:pt x="15184" y="46472"/>
                  <a:pt x="14860" y="47094"/>
                </a:cubicBezTo>
                <a:cubicBezTo>
                  <a:pt x="14561" y="47592"/>
                  <a:pt x="14313" y="48090"/>
                  <a:pt x="14064" y="48612"/>
                </a:cubicBezTo>
                <a:cubicBezTo>
                  <a:pt x="14064" y="48612"/>
                  <a:pt x="14064" y="48637"/>
                  <a:pt x="14039" y="48637"/>
                </a:cubicBezTo>
                <a:cubicBezTo>
                  <a:pt x="13939" y="48811"/>
                  <a:pt x="13865" y="49011"/>
                  <a:pt x="13765" y="49235"/>
                </a:cubicBezTo>
                <a:cubicBezTo>
                  <a:pt x="13541" y="49683"/>
                  <a:pt x="13317" y="50131"/>
                  <a:pt x="13118" y="50604"/>
                </a:cubicBezTo>
                <a:cubicBezTo>
                  <a:pt x="13043" y="50753"/>
                  <a:pt x="12944" y="50902"/>
                  <a:pt x="12894" y="51052"/>
                </a:cubicBezTo>
                <a:cubicBezTo>
                  <a:pt x="12421" y="52122"/>
                  <a:pt x="11948" y="53217"/>
                  <a:pt x="11575" y="54238"/>
                </a:cubicBezTo>
                <a:lnTo>
                  <a:pt x="11525" y="54238"/>
                </a:lnTo>
                <a:cubicBezTo>
                  <a:pt x="13192" y="49658"/>
                  <a:pt x="15781" y="44879"/>
                  <a:pt x="19042" y="40174"/>
                </a:cubicBezTo>
                <a:close/>
                <a:moveTo>
                  <a:pt x="19216" y="40473"/>
                </a:moveTo>
                <a:cubicBezTo>
                  <a:pt x="20212" y="41917"/>
                  <a:pt x="21606" y="43634"/>
                  <a:pt x="23398" y="45501"/>
                </a:cubicBezTo>
                <a:cubicBezTo>
                  <a:pt x="21282" y="48139"/>
                  <a:pt x="19341" y="50853"/>
                  <a:pt x="17499" y="53591"/>
                </a:cubicBezTo>
                <a:cubicBezTo>
                  <a:pt x="15507" y="53591"/>
                  <a:pt x="13566" y="53765"/>
                  <a:pt x="11799" y="54238"/>
                </a:cubicBezTo>
                <a:cubicBezTo>
                  <a:pt x="12670" y="51898"/>
                  <a:pt x="13765" y="49508"/>
                  <a:pt x="15109" y="47094"/>
                </a:cubicBezTo>
                <a:cubicBezTo>
                  <a:pt x="15258" y="46820"/>
                  <a:pt x="15408" y="46546"/>
                  <a:pt x="15557" y="46298"/>
                </a:cubicBezTo>
                <a:cubicBezTo>
                  <a:pt x="15731" y="46024"/>
                  <a:pt x="15881" y="45775"/>
                  <a:pt x="16030" y="45501"/>
                </a:cubicBezTo>
                <a:cubicBezTo>
                  <a:pt x="16304" y="45028"/>
                  <a:pt x="16603" y="44555"/>
                  <a:pt x="16876" y="44057"/>
                </a:cubicBezTo>
                <a:cubicBezTo>
                  <a:pt x="16926" y="44008"/>
                  <a:pt x="16976" y="43908"/>
                  <a:pt x="17001" y="43833"/>
                </a:cubicBezTo>
                <a:cubicBezTo>
                  <a:pt x="17349" y="43286"/>
                  <a:pt x="17723" y="42713"/>
                  <a:pt x="18046" y="42166"/>
                </a:cubicBezTo>
                <a:cubicBezTo>
                  <a:pt x="18420" y="41568"/>
                  <a:pt x="18793" y="41046"/>
                  <a:pt x="19216" y="40473"/>
                </a:cubicBezTo>
                <a:close/>
                <a:moveTo>
                  <a:pt x="33528" y="54138"/>
                </a:moveTo>
                <a:cubicBezTo>
                  <a:pt x="33553" y="54138"/>
                  <a:pt x="33553" y="54163"/>
                  <a:pt x="33578" y="54163"/>
                </a:cubicBezTo>
                <a:cubicBezTo>
                  <a:pt x="33578" y="54213"/>
                  <a:pt x="33553" y="54213"/>
                  <a:pt x="33553" y="54238"/>
                </a:cubicBezTo>
                <a:cubicBezTo>
                  <a:pt x="33528" y="54238"/>
                  <a:pt x="33479" y="54238"/>
                  <a:pt x="33479" y="54213"/>
                </a:cubicBezTo>
                <a:cubicBezTo>
                  <a:pt x="33479" y="54163"/>
                  <a:pt x="33528" y="54163"/>
                  <a:pt x="33528" y="54138"/>
                </a:cubicBezTo>
                <a:close/>
                <a:moveTo>
                  <a:pt x="17399" y="53790"/>
                </a:moveTo>
                <a:cubicBezTo>
                  <a:pt x="17374" y="53790"/>
                  <a:pt x="17374" y="53790"/>
                  <a:pt x="17349" y="53839"/>
                </a:cubicBezTo>
                <a:cubicBezTo>
                  <a:pt x="15358" y="53839"/>
                  <a:pt x="13441" y="54039"/>
                  <a:pt x="11699" y="54512"/>
                </a:cubicBezTo>
                <a:cubicBezTo>
                  <a:pt x="11699" y="54487"/>
                  <a:pt x="11749" y="54487"/>
                  <a:pt x="11749" y="54462"/>
                </a:cubicBezTo>
                <a:cubicBezTo>
                  <a:pt x="13516" y="53989"/>
                  <a:pt x="15408" y="53790"/>
                  <a:pt x="17399" y="53790"/>
                </a:cubicBezTo>
                <a:close/>
                <a:moveTo>
                  <a:pt x="118084" y="37735"/>
                </a:moveTo>
                <a:lnTo>
                  <a:pt x="118084" y="38482"/>
                </a:lnTo>
                <a:cubicBezTo>
                  <a:pt x="118059" y="39452"/>
                  <a:pt x="118034" y="40647"/>
                  <a:pt x="117909" y="41842"/>
                </a:cubicBezTo>
                <a:cubicBezTo>
                  <a:pt x="117909" y="41942"/>
                  <a:pt x="117860" y="42016"/>
                  <a:pt x="117860" y="42091"/>
                </a:cubicBezTo>
                <a:cubicBezTo>
                  <a:pt x="117660" y="43709"/>
                  <a:pt x="117436" y="45401"/>
                  <a:pt x="117212" y="46671"/>
                </a:cubicBezTo>
                <a:cubicBezTo>
                  <a:pt x="117188" y="46820"/>
                  <a:pt x="117163" y="46945"/>
                  <a:pt x="117113" y="47119"/>
                </a:cubicBezTo>
                <a:cubicBezTo>
                  <a:pt x="116964" y="47940"/>
                  <a:pt x="116764" y="48861"/>
                  <a:pt x="116540" y="49857"/>
                </a:cubicBezTo>
                <a:cubicBezTo>
                  <a:pt x="116491" y="49981"/>
                  <a:pt x="116466" y="50106"/>
                  <a:pt x="116441" y="50180"/>
                </a:cubicBezTo>
                <a:cubicBezTo>
                  <a:pt x="116366" y="50405"/>
                  <a:pt x="116316" y="50629"/>
                  <a:pt x="116242" y="50877"/>
                </a:cubicBezTo>
                <a:lnTo>
                  <a:pt x="116142" y="51151"/>
                </a:lnTo>
                <a:cubicBezTo>
                  <a:pt x="116043" y="51624"/>
                  <a:pt x="115868" y="52172"/>
                  <a:pt x="115719" y="52719"/>
                </a:cubicBezTo>
                <a:cubicBezTo>
                  <a:pt x="115520" y="53292"/>
                  <a:pt x="115346" y="53914"/>
                  <a:pt x="115122" y="54586"/>
                </a:cubicBezTo>
                <a:cubicBezTo>
                  <a:pt x="115122" y="54611"/>
                  <a:pt x="115097" y="54611"/>
                  <a:pt x="115097" y="54636"/>
                </a:cubicBezTo>
                <a:cubicBezTo>
                  <a:pt x="115097" y="54586"/>
                  <a:pt x="115122" y="54536"/>
                  <a:pt x="115122" y="54487"/>
                </a:cubicBezTo>
                <a:lnTo>
                  <a:pt x="115122" y="54362"/>
                </a:lnTo>
                <a:cubicBezTo>
                  <a:pt x="115470" y="53391"/>
                  <a:pt x="115819" y="52147"/>
                  <a:pt x="116092" y="51151"/>
                </a:cubicBezTo>
                <a:cubicBezTo>
                  <a:pt x="116192" y="50803"/>
                  <a:pt x="116291" y="50504"/>
                  <a:pt x="116366" y="50180"/>
                </a:cubicBezTo>
                <a:cubicBezTo>
                  <a:pt x="116690" y="49110"/>
                  <a:pt x="116964" y="47667"/>
                  <a:pt x="117163" y="46671"/>
                </a:cubicBezTo>
                <a:cubicBezTo>
                  <a:pt x="117412" y="45327"/>
                  <a:pt x="117611" y="43584"/>
                  <a:pt x="117810" y="42066"/>
                </a:cubicBezTo>
                <a:cubicBezTo>
                  <a:pt x="117934" y="41120"/>
                  <a:pt x="117984" y="39801"/>
                  <a:pt x="118034" y="38731"/>
                </a:cubicBezTo>
                <a:cubicBezTo>
                  <a:pt x="118059" y="38556"/>
                  <a:pt x="118059" y="38357"/>
                  <a:pt x="118059" y="38208"/>
                </a:cubicBezTo>
                <a:lnTo>
                  <a:pt x="118059" y="38083"/>
                </a:lnTo>
                <a:cubicBezTo>
                  <a:pt x="118059" y="37959"/>
                  <a:pt x="118059" y="37859"/>
                  <a:pt x="118084" y="37735"/>
                </a:cubicBezTo>
                <a:close/>
                <a:moveTo>
                  <a:pt x="62952" y="52842"/>
                </a:moveTo>
                <a:lnTo>
                  <a:pt x="62952" y="52842"/>
                </a:lnTo>
                <a:cubicBezTo>
                  <a:pt x="62941" y="52853"/>
                  <a:pt x="62931" y="52862"/>
                  <a:pt x="62925" y="52869"/>
                </a:cubicBezTo>
                <a:lnTo>
                  <a:pt x="62352" y="53342"/>
                </a:lnTo>
                <a:cubicBezTo>
                  <a:pt x="61979" y="53615"/>
                  <a:pt x="61606" y="53914"/>
                  <a:pt x="61307" y="54213"/>
                </a:cubicBezTo>
                <a:cubicBezTo>
                  <a:pt x="61034" y="54445"/>
                  <a:pt x="60760" y="54670"/>
                  <a:pt x="60495" y="54896"/>
                </a:cubicBezTo>
                <a:lnTo>
                  <a:pt x="60495" y="54896"/>
                </a:lnTo>
                <a:cubicBezTo>
                  <a:pt x="60654" y="54753"/>
                  <a:pt x="60809" y="54615"/>
                  <a:pt x="60959" y="54487"/>
                </a:cubicBezTo>
                <a:cubicBezTo>
                  <a:pt x="61058" y="54387"/>
                  <a:pt x="61183" y="54288"/>
                  <a:pt x="61282" y="54213"/>
                </a:cubicBezTo>
                <a:cubicBezTo>
                  <a:pt x="61307" y="54213"/>
                  <a:pt x="61307" y="54163"/>
                  <a:pt x="61332" y="54163"/>
                </a:cubicBezTo>
                <a:cubicBezTo>
                  <a:pt x="61606" y="53914"/>
                  <a:pt x="61929" y="53665"/>
                  <a:pt x="62228" y="53416"/>
                </a:cubicBezTo>
                <a:cubicBezTo>
                  <a:pt x="62352" y="53342"/>
                  <a:pt x="62452" y="53242"/>
                  <a:pt x="62576" y="53143"/>
                </a:cubicBezTo>
                <a:cubicBezTo>
                  <a:pt x="62651" y="53093"/>
                  <a:pt x="62726" y="53018"/>
                  <a:pt x="62800" y="52968"/>
                </a:cubicBezTo>
                <a:lnTo>
                  <a:pt x="62952" y="52842"/>
                </a:lnTo>
                <a:close/>
                <a:moveTo>
                  <a:pt x="78606" y="45675"/>
                </a:moveTo>
                <a:lnTo>
                  <a:pt x="78656" y="45725"/>
                </a:lnTo>
                <a:lnTo>
                  <a:pt x="78656" y="45700"/>
                </a:lnTo>
                <a:cubicBezTo>
                  <a:pt x="78706" y="45725"/>
                  <a:pt x="78731" y="45725"/>
                  <a:pt x="78731" y="45775"/>
                </a:cubicBezTo>
                <a:cubicBezTo>
                  <a:pt x="78756" y="45800"/>
                  <a:pt x="78830" y="45849"/>
                  <a:pt x="78880" y="45899"/>
                </a:cubicBezTo>
                <a:cubicBezTo>
                  <a:pt x="78930" y="45924"/>
                  <a:pt x="78980" y="45999"/>
                  <a:pt x="79029" y="46024"/>
                </a:cubicBezTo>
                <a:lnTo>
                  <a:pt x="79079" y="46049"/>
                </a:lnTo>
                <a:cubicBezTo>
                  <a:pt x="79204" y="46173"/>
                  <a:pt x="79328" y="46273"/>
                  <a:pt x="79477" y="46397"/>
                </a:cubicBezTo>
                <a:cubicBezTo>
                  <a:pt x="79602" y="46472"/>
                  <a:pt x="79726" y="46571"/>
                  <a:pt x="79851" y="46696"/>
                </a:cubicBezTo>
                <a:cubicBezTo>
                  <a:pt x="79901" y="46770"/>
                  <a:pt x="80000" y="46820"/>
                  <a:pt x="80075" y="46845"/>
                </a:cubicBezTo>
                <a:cubicBezTo>
                  <a:pt x="80125" y="46895"/>
                  <a:pt x="80174" y="46945"/>
                  <a:pt x="80224" y="46970"/>
                </a:cubicBezTo>
                <a:cubicBezTo>
                  <a:pt x="80374" y="47094"/>
                  <a:pt x="80523" y="47194"/>
                  <a:pt x="80697" y="47293"/>
                </a:cubicBezTo>
                <a:cubicBezTo>
                  <a:pt x="80722" y="47293"/>
                  <a:pt x="80722" y="47318"/>
                  <a:pt x="80747" y="47318"/>
                </a:cubicBezTo>
                <a:cubicBezTo>
                  <a:pt x="80822" y="47343"/>
                  <a:pt x="80847" y="47393"/>
                  <a:pt x="80896" y="47418"/>
                </a:cubicBezTo>
                <a:lnTo>
                  <a:pt x="80946" y="47442"/>
                </a:lnTo>
                <a:cubicBezTo>
                  <a:pt x="80971" y="47467"/>
                  <a:pt x="80996" y="47467"/>
                  <a:pt x="81021" y="47517"/>
                </a:cubicBezTo>
                <a:lnTo>
                  <a:pt x="81319" y="47691"/>
                </a:lnTo>
                <a:cubicBezTo>
                  <a:pt x="81394" y="47766"/>
                  <a:pt x="81469" y="47791"/>
                  <a:pt x="81568" y="47841"/>
                </a:cubicBezTo>
                <a:cubicBezTo>
                  <a:pt x="81643" y="47915"/>
                  <a:pt x="81743" y="47965"/>
                  <a:pt x="81842" y="48015"/>
                </a:cubicBezTo>
                <a:cubicBezTo>
                  <a:pt x="82016" y="48139"/>
                  <a:pt x="82240" y="48214"/>
                  <a:pt x="82440" y="48339"/>
                </a:cubicBezTo>
                <a:cubicBezTo>
                  <a:pt x="82489" y="48388"/>
                  <a:pt x="82589" y="48438"/>
                  <a:pt x="82639" y="48463"/>
                </a:cubicBezTo>
                <a:cubicBezTo>
                  <a:pt x="82763" y="48538"/>
                  <a:pt x="82888" y="48587"/>
                  <a:pt x="82987" y="48662"/>
                </a:cubicBezTo>
                <a:cubicBezTo>
                  <a:pt x="83087" y="48712"/>
                  <a:pt x="83211" y="48787"/>
                  <a:pt x="83311" y="48811"/>
                </a:cubicBezTo>
                <a:lnTo>
                  <a:pt x="83485" y="48911"/>
                </a:lnTo>
                <a:lnTo>
                  <a:pt x="83684" y="49011"/>
                </a:lnTo>
                <a:cubicBezTo>
                  <a:pt x="82390" y="51052"/>
                  <a:pt x="80996" y="53118"/>
                  <a:pt x="79477" y="55134"/>
                </a:cubicBezTo>
                <a:cubicBezTo>
                  <a:pt x="78830" y="54586"/>
                  <a:pt x="78208" y="54014"/>
                  <a:pt x="77611" y="53416"/>
                </a:cubicBezTo>
                <a:cubicBezTo>
                  <a:pt x="78407" y="51151"/>
                  <a:pt x="78830" y="48986"/>
                  <a:pt x="78731" y="47019"/>
                </a:cubicBezTo>
                <a:lnTo>
                  <a:pt x="78731" y="46920"/>
                </a:lnTo>
                <a:cubicBezTo>
                  <a:pt x="78731" y="46770"/>
                  <a:pt x="78706" y="46621"/>
                  <a:pt x="78706" y="46447"/>
                </a:cubicBezTo>
                <a:lnTo>
                  <a:pt x="78706" y="46322"/>
                </a:lnTo>
                <a:lnTo>
                  <a:pt x="78606" y="45675"/>
                </a:lnTo>
                <a:close/>
                <a:moveTo>
                  <a:pt x="83833" y="49135"/>
                </a:moveTo>
                <a:cubicBezTo>
                  <a:pt x="83858" y="49135"/>
                  <a:pt x="83858" y="49160"/>
                  <a:pt x="83883" y="49160"/>
                </a:cubicBezTo>
                <a:cubicBezTo>
                  <a:pt x="82589" y="51176"/>
                  <a:pt x="81195" y="53242"/>
                  <a:pt x="79652" y="55283"/>
                </a:cubicBezTo>
                <a:cubicBezTo>
                  <a:pt x="79627" y="55283"/>
                  <a:pt x="79627" y="55258"/>
                  <a:pt x="79602" y="55258"/>
                </a:cubicBezTo>
                <a:cubicBezTo>
                  <a:pt x="81120" y="53242"/>
                  <a:pt x="82514" y="51176"/>
                  <a:pt x="83833" y="49135"/>
                </a:cubicBezTo>
                <a:close/>
                <a:moveTo>
                  <a:pt x="77536" y="53615"/>
                </a:moveTo>
                <a:cubicBezTo>
                  <a:pt x="78108" y="54213"/>
                  <a:pt x="78731" y="54736"/>
                  <a:pt x="79378" y="55258"/>
                </a:cubicBezTo>
                <a:cubicBezTo>
                  <a:pt x="79378" y="55283"/>
                  <a:pt x="79353" y="55283"/>
                  <a:pt x="79353" y="55333"/>
                </a:cubicBezTo>
                <a:cubicBezTo>
                  <a:pt x="78706" y="54785"/>
                  <a:pt x="78084" y="54238"/>
                  <a:pt x="77511" y="53665"/>
                </a:cubicBezTo>
                <a:cubicBezTo>
                  <a:pt x="77511" y="53640"/>
                  <a:pt x="77536" y="53640"/>
                  <a:pt x="77536" y="53615"/>
                </a:cubicBezTo>
                <a:close/>
                <a:moveTo>
                  <a:pt x="79477" y="55383"/>
                </a:moveTo>
                <a:cubicBezTo>
                  <a:pt x="79502" y="55383"/>
                  <a:pt x="79527" y="55408"/>
                  <a:pt x="79527" y="55408"/>
                </a:cubicBezTo>
                <a:cubicBezTo>
                  <a:pt x="79527" y="55457"/>
                  <a:pt x="79502" y="55457"/>
                  <a:pt x="79502" y="55482"/>
                </a:cubicBezTo>
                <a:cubicBezTo>
                  <a:pt x="79477" y="55482"/>
                  <a:pt x="79477" y="55457"/>
                  <a:pt x="79453" y="55457"/>
                </a:cubicBezTo>
                <a:cubicBezTo>
                  <a:pt x="79453" y="55408"/>
                  <a:pt x="79477" y="55408"/>
                  <a:pt x="79477" y="55383"/>
                </a:cubicBezTo>
                <a:close/>
                <a:moveTo>
                  <a:pt x="18644" y="39627"/>
                </a:moveTo>
                <a:cubicBezTo>
                  <a:pt x="18743" y="39801"/>
                  <a:pt x="18818" y="39925"/>
                  <a:pt x="18917" y="40075"/>
                </a:cubicBezTo>
                <a:cubicBezTo>
                  <a:pt x="18021" y="41344"/>
                  <a:pt x="17150" y="42663"/>
                  <a:pt x="16379" y="43958"/>
                </a:cubicBezTo>
                <a:cubicBezTo>
                  <a:pt x="14188" y="47517"/>
                  <a:pt x="12520" y="51002"/>
                  <a:pt x="11276" y="54362"/>
                </a:cubicBezTo>
                <a:cubicBezTo>
                  <a:pt x="10131" y="54711"/>
                  <a:pt x="9061" y="55109"/>
                  <a:pt x="8140" y="55607"/>
                </a:cubicBezTo>
                <a:cubicBezTo>
                  <a:pt x="10952" y="50280"/>
                  <a:pt x="14512" y="44879"/>
                  <a:pt x="18644" y="39627"/>
                </a:cubicBezTo>
                <a:close/>
                <a:moveTo>
                  <a:pt x="18519" y="39428"/>
                </a:moveTo>
                <a:cubicBezTo>
                  <a:pt x="18519" y="39452"/>
                  <a:pt x="18544" y="39452"/>
                  <a:pt x="18544" y="39477"/>
                </a:cubicBezTo>
                <a:cubicBezTo>
                  <a:pt x="14313" y="44804"/>
                  <a:pt x="10703" y="50305"/>
                  <a:pt x="7841" y="55781"/>
                </a:cubicBezTo>
                <a:cubicBezTo>
                  <a:pt x="7816" y="55831"/>
                  <a:pt x="7791" y="55831"/>
                  <a:pt x="7766" y="55856"/>
                </a:cubicBezTo>
                <a:cubicBezTo>
                  <a:pt x="10629" y="50355"/>
                  <a:pt x="14263" y="44804"/>
                  <a:pt x="18519" y="39428"/>
                </a:cubicBezTo>
                <a:close/>
                <a:moveTo>
                  <a:pt x="25090" y="47194"/>
                </a:moveTo>
                <a:cubicBezTo>
                  <a:pt x="27082" y="49135"/>
                  <a:pt x="29297" y="51101"/>
                  <a:pt x="31562" y="52919"/>
                </a:cubicBezTo>
                <a:cubicBezTo>
                  <a:pt x="30790" y="53889"/>
                  <a:pt x="30044" y="54860"/>
                  <a:pt x="29322" y="55856"/>
                </a:cubicBezTo>
                <a:cubicBezTo>
                  <a:pt x="26883" y="54960"/>
                  <a:pt x="24369" y="54288"/>
                  <a:pt x="21879" y="53914"/>
                </a:cubicBezTo>
                <a:cubicBezTo>
                  <a:pt x="22701" y="51724"/>
                  <a:pt x="23746" y="49484"/>
                  <a:pt x="25090" y="47194"/>
                </a:cubicBezTo>
                <a:close/>
                <a:moveTo>
                  <a:pt x="31687" y="53018"/>
                </a:moveTo>
                <a:cubicBezTo>
                  <a:pt x="31711" y="53018"/>
                  <a:pt x="31711" y="53043"/>
                  <a:pt x="31736" y="53043"/>
                </a:cubicBezTo>
                <a:cubicBezTo>
                  <a:pt x="30990" y="54014"/>
                  <a:pt x="30243" y="54935"/>
                  <a:pt x="29546" y="55905"/>
                </a:cubicBezTo>
                <a:cubicBezTo>
                  <a:pt x="29496" y="55905"/>
                  <a:pt x="29496" y="55881"/>
                  <a:pt x="29471" y="55881"/>
                </a:cubicBezTo>
                <a:cubicBezTo>
                  <a:pt x="30193" y="54960"/>
                  <a:pt x="30940" y="53989"/>
                  <a:pt x="31687" y="53018"/>
                </a:cubicBezTo>
                <a:close/>
                <a:moveTo>
                  <a:pt x="11176" y="54611"/>
                </a:moveTo>
                <a:cubicBezTo>
                  <a:pt x="11176" y="54611"/>
                  <a:pt x="11176" y="54636"/>
                  <a:pt x="11151" y="54661"/>
                </a:cubicBezTo>
                <a:cubicBezTo>
                  <a:pt x="9932" y="55009"/>
                  <a:pt x="8837" y="55482"/>
                  <a:pt x="7916" y="56030"/>
                </a:cubicBezTo>
                <a:cubicBezTo>
                  <a:pt x="7940" y="56005"/>
                  <a:pt x="7940" y="55980"/>
                  <a:pt x="7965" y="55955"/>
                </a:cubicBezTo>
                <a:cubicBezTo>
                  <a:pt x="8911" y="55408"/>
                  <a:pt x="10006" y="54960"/>
                  <a:pt x="11176" y="54611"/>
                </a:cubicBezTo>
                <a:close/>
                <a:moveTo>
                  <a:pt x="21780" y="54088"/>
                </a:moveTo>
                <a:cubicBezTo>
                  <a:pt x="24244" y="54462"/>
                  <a:pt x="26758" y="55084"/>
                  <a:pt x="29173" y="55980"/>
                </a:cubicBezTo>
                <a:cubicBezTo>
                  <a:pt x="29173" y="56005"/>
                  <a:pt x="29173" y="56030"/>
                  <a:pt x="29123" y="56030"/>
                </a:cubicBezTo>
                <a:cubicBezTo>
                  <a:pt x="26733" y="55134"/>
                  <a:pt x="24244" y="54512"/>
                  <a:pt x="21755" y="54138"/>
                </a:cubicBezTo>
                <a:cubicBezTo>
                  <a:pt x="21755" y="54113"/>
                  <a:pt x="21755" y="54113"/>
                  <a:pt x="21780" y="54088"/>
                </a:cubicBezTo>
                <a:close/>
                <a:moveTo>
                  <a:pt x="29347" y="56080"/>
                </a:moveTo>
                <a:cubicBezTo>
                  <a:pt x="29372" y="56080"/>
                  <a:pt x="29372" y="56105"/>
                  <a:pt x="29421" y="56105"/>
                </a:cubicBezTo>
                <a:cubicBezTo>
                  <a:pt x="29421" y="56129"/>
                  <a:pt x="29372" y="56129"/>
                  <a:pt x="29372" y="56154"/>
                </a:cubicBezTo>
                <a:cubicBezTo>
                  <a:pt x="29347" y="56129"/>
                  <a:pt x="29347" y="56129"/>
                  <a:pt x="29322" y="56129"/>
                </a:cubicBezTo>
                <a:cubicBezTo>
                  <a:pt x="29322" y="56105"/>
                  <a:pt x="29347" y="56105"/>
                  <a:pt x="29347" y="56080"/>
                </a:cubicBezTo>
                <a:close/>
                <a:moveTo>
                  <a:pt x="59807" y="55507"/>
                </a:moveTo>
                <a:cubicBezTo>
                  <a:pt x="59599" y="55690"/>
                  <a:pt x="59374" y="55874"/>
                  <a:pt x="59191" y="56080"/>
                </a:cubicBezTo>
                <a:cubicBezTo>
                  <a:pt x="59146" y="56110"/>
                  <a:pt x="59110" y="56131"/>
                  <a:pt x="59077" y="56160"/>
                </a:cubicBezTo>
                <a:lnTo>
                  <a:pt x="59077" y="56160"/>
                </a:lnTo>
                <a:cubicBezTo>
                  <a:pt x="59123" y="56117"/>
                  <a:pt x="59170" y="56073"/>
                  <a:pt x="59216" y="56030"/>
                </a:cubicBezTo>
                <a:cubicBezTo>
                  <a:pt x="59406" y="55864"/>
                  <a:pt x="59596" y="55675"/>
                  <a:pt x="59807" y="55507"/>
                </a:cubicBezTo>
                <a:close/>
                <a:moveTo>
                  <a:pt x="7667" y="56105"/>
                </a:moveTo>
                <a:cubicBezTo>
                  <a:pt x="7642" y="56129"/>
                  <a:pt x="7642" y="56154"/>
                  <a:pt x="7592" y="56229"/>
                </a:cubicBezTo>
                <a:cubicBezTo>
                  <a:pt x="7567" y="56229"/>
                  <a:pt x="7542" y="56254"/>
                  <a:pt x="7517" y="56279"/>
                </a:cubicBezTo>
                <a:cubicBezTo>
                  <a:pt x="7542" y="56254"/>
                  <a:pt x="7542" y="56229"/>
                  <a:pt x="7567" y="56154"/>
                </a:cubicBezTo>
                <a:cubicBezTo>
                  <a:pt x="7592" y="56129"/>
                  <a:pt x="7642" y="56129"/>
                  <a:pt x="7667" y="56105"/>
                </a:cubicBezTo>
                <a:close/>
                <a:moveTo>
                  <a:pt x="73877" y="49110"/>
                </a:moveTo>
                <a:cubicBezTo>
                  <a:pt x="74624" y="50604"/>
                  <a:pt x="75669" y="52097"/>
                  <a:pt x="77038" y="53516"/>
                </a:cubicBezTo>
                <a:cubicBezTo>
                  <a:pt x="76739" y="54412"/>
                  <a:pt x="76341" y="55383"/>
                  <a:pt x="75868" y="56329"/>
                </a:cubicBezTo>
                <a:cubicBezTo>
                  <a:pt x="73902" y="55159"/>
                  <a:pt x="72060" y="54263"/>
                  <a:pt x="70517" y="53665"/>
                </a:cubicBezTo>
                <a:cubicBezTo>
                  <a:pt x="71687" y="52172"/>
                  <a:pt x="72856" y="50653"/>
                  <a:pt x="73877" y="49110"/>
                </a:cubicBezTo>
                <a:close/>
                <a:moveTo>
                  <a:pt x="77237" y="53665"/>
                </a:moveTo>
                <a:cubicBezTo>
                  <a:pt x="77262" y="53715"/>
                  <a:pt x="77262" y="53715"/>
                  <a:pt x="77287" y="53715"/>
                </a:cubicBezTo>
                <a:cubicBezTo>
                  <a:pt x="77287" y="53740"/>
                  <a:pt x="77262" y="53765"/>
                  <a:pt x="77262" y="53790"/>
                </a:cubicBezTo>
                <a:cubicBezTo>
                  <a:pt x="77262" y="53839"/>
                  <a:pt x="77237" y="53864"/>
                  <a:pt x="77237" y="53889"/>
                </a:cubicBezTo>
                <a:cubicBezTo>
                  <a:pt x="77188" y="53989"/>
                  <a:pt x="77138" y="54088"/>
                  <a:pt x="77113" y="54163"/>
                </a:cubicBezTo>
                <a:cubicBezTo>
                  <a:pt x="77038" y="54337"/>
                  <a:pt x="76988" y="54487"/>
                  <a:pt x="76914" y="54611"/>
                </a:cubicBezTo>
                <a:cubicBezTo>
                  <a:pt x="76889" y="54661"/>
                  <a:pt x="76889" y="54736"/>
                  <a:pt x="76864" y="54760"/>
                </a:cubicBezTo>
                <a:cubicBezTo>
                  <a:pt x="76814" y="54785"/>
                  <a:pt x="76814" y="54860"/>
                  <a:pt x="76789" y="54885"/>
                </a:cubicBezTo>
                <a:cubicBezTo>
                  <a:pt x="76789" y="54910"/>
                  <a:pt x="76764" y="54910"/>
                  <a:pt x="76764" y="54960"/>
                </a:cubicBezTo>
                <a:cubicBezTo>
                  <a:pt x="76690" y="55109"/>
                  <a:pt x="76615" y="55258"/>
                  <a:pt x="76540" y="55457"/>
                </a:cubicBezTo>
                <a:cubicBezTo>
                  <a:pt x="76515" y="55532"/>
                  <a:pt x="76491" y="55607"/>
                  <a:pt x="76416" y="55706"/>
                </a:cubicBezTo>
                <a:cubicBezTo>
                  <a:pt x="76416" y="55731"/>
                  <a:pt x="76391" y="55756"/>
                  <a:pt x="76391" y="55756"/>
                </a:cubicBezTo>
                <a:cubicBezTo>
                  <a:pt x="76291" y="55955"/>
                  <a:pt x="76192" y="56129"/>
                  <a:pt x="76117" y="56279"/>
                </a:cubicBezTo>
                <a:cubicBezTo>
                  <a:pt x="76117" y="56329"/>
                  <a:pt x="76067" y="56353"/>
                  <a:pt x="76067" y="56378"/>
                </a:cubicBezTo>
                <a:lnTo>
                  <a:pt x="76043" y="56378"/>
                </a:lnTo>
                <a:cubicBezTo>
                  <a:pt x="76043" y="56378"/>
                  <a:pt x="76018" y="56378"/>
                  <a:pt x="76018" y="56353"/>
                </a:cubicBezTo>
                <a:cubicBezTo>
                  <a:pt x="76491" y="55482"/>
                  <a:pt x="76889" y="54586"/>
                  <a:pt x="77237" y="53665"/>
                </a:cubicBezTo>
                <a:close/>
                <a:moveTo>
                  <a:pt x="67311" y="53370"/>
                </a:moveTo>
                <a:cubicBezTo>
                  <a:pt x="67732" y="53370"/>
                  <a:pt x="68256" y="53453"/>
                  <a:pt x="68874" y="53615"/>
                </a:cubicBezTo>
                <a:cubicBezTo>
                  <a:pt x="68202" y="54536"/>
                  <a:pt x="67530" y="55482"/>
                  <a:pt x="66783" y="56453"/>
                </a:cubicBezTo>
                <a:cubicBezTo>
                  <a:pt x="66136" y="55208"/>
                  <a:pt x="65912" y="54288"/>
                  <a:pt x="66211" y="53790"/>
                </a:cubicBezTo>
                <a:cubicBezTo>
                  <a:pt x="66393" y="53509"/>
                  <a:pt x="66766" y="53370"/>
                  <a:pt x="67311" y="53370"/>
                </a:cubicBezTo>
                <a:close/>
                <a:moveTo>
                  <a:pt x="70417" y="53839"/>
                </a:moveTo>
                <a:cubicBezTo>
                  <a:pt x="71985" y="54412"/>
                  <a:pt x="73802" y="55333"/>
                  <a:pt x="75794" y="56503"/>
                </a:cubicBezTo>
                <a:cubicBezTo>
                  <a:pt x="75794" y="56528"/>
                  <a:pt x="75769" y="56528"/>
                  <a:pt x="75769" y="56577"/>
                </a:cubicBezTo>
                <a:cubicBezTo>
                  <a:pt x="73777" y="55408"/>
                  <a:pt x="71935" y="54487"/>
                  <a:pt x="70392" y="53889"/>
                </a:cubicBezTo>
                <a:cubicBezTo>
                  <a:pt x="70392" y="53864"/>
                  <a:pt x="70392" y="53839"/>
                  <a:pt x="70417" y="53839"/>
                </a:cubicBezTo>
                <a:close/>
                <a:moveTo>
                  <a:pt x="65912" y="54163"/>
                </a:moveTo>
                <a:cubicBezTo>
                  <a:pt x="65837" y="54760"/>
                  <a:pt x="66086" y="55582"/>
                  <a:pt x="66659" y="56602"/>
                </a:cubicBezTo>
                <a:lnTo>
                  <a:pt x="66584" y="56652"/>
                </a:lnTo>
                <a:cubicBezTo>
                  <a:pt x="66061" y="55657"/>
                  <a:pt x="65787" y="54860"/>
                  <a:pt x="65812" y="54263"/>
                </a:cubicBezTo>
                <a:lnTo>
                  <a:pt x="65912" y="54163"/>
                </a:lnTo>
                <a:close/>
                <a:moveTo>
                  <a:pt x="69048" y="53615"/>
                </a:moveTo>
                <a:cubicBezTo>
                  <a:pt x="69073" y="53615"/>
                  <a:pt x="69073" y="53615"/>
                  <a:pt x="69098" y="53640"/>
                </a:cubicBezTo>
                <a:cubicBezTo>
                  <a:pt x="68426" y="54661"/>
                  <a:pt x="67679" y="55657"/>
                  <a:pt x="66907" y="56652"/>
                </a:cubicBezTo>
                <a:cubicBezTo>
                  <a:pt x="66907" y="56627"/>
                  <a:pt x="66858" y="56627"/>
                  <a:pt x="66858" y="56602"/>
                </a:cubicBezTo>
                <a:cubicBezTo>
                  <a:pt x="67654" y="55607"/>
                  <a:pt x="68351" y="54611"/>
                  <a:pt x="69048" y="53615"/>
                </a:cubicBezTo>
                <a:close/>
                <a:moveTo>
                  <a:pt x="75918" y="56577"/>
                </a:moveTo>
                <a:cubicBezTo>
                  <a:pt x="75968" y="56602"/>
                  <a:pt x="75968" y="56602"/>
                  <a:pt x="75993" y="56602"/>
                </a:cubicBezTo>
                <a:cubicBezTo>
                  <a:pt x="75993" y="56627"/>
                  <a:pt x="75943" y="56627"/>
                  <a:pt x="75943" y="56652"/>
                </a:cubicBezTo>
                <a:lnTo>
                  <a:pt x="75918" y="56652"/>
                </a:lnTo>
                <a:cubicBezTo>
                  <a:pt x="75918" y="56652"/>
                  <a:pt x="75893" y="56652"/>
                  <a:pt x="75893" y="56627"/>
                </a:cubicBezTo>
                <a:cubicBezTo>
                  <a:pt x="75893" y="56602"/>
                  <a:pt x="75918" y="56602"/>
                  <a:pt x="75918" y="56577"/>
                </a:cubicBezTo>
                <a:close/>
                <a:moveTo>
                  <a:pt x="66758" y="56752"/>
                </a:moveTo>
                <a:cubicBezTo>
                  <a:pt x="66758" y="56777"/>
                  <a:pt x="66783" y="56777"/>
                  <a:pt x="66783" y="56826"/>
                </a:cubicBezTo>
                <a:lnTo>
                  <a:pt x="66708" y="56876"/>
                </a:lnTo>
                <a:cubicBezTo>
                  <a:pt x="66708" y="56876"/>
                  <a:pt x="66708" y="56851"/>
                  <a:pt x="66683" y="56826"/>
                </a:cubicBezTo>
                <a:lnTo>
                  <a:pt x="66758" y="56752"/>
                </a:lnTo>
                <a:close/>
                <a:moveTo>
                  <a:pt x="31861" y="53167"/>
                </a:moveTo>
                <a:cubicBezTo>
                  <a:pt x="32334" y="53541"/>
                  <a:pt x="32782" y="53889"/>
                  <a:pt x="33230" y="54263"/>
                </a:cubicBezTo>
                <a:cubicBezTo>
                  <a:pt x="32807" y="55208"/>
                  <a:pt x="32408" y="56105"/>
                  <a:pt x="32060" y="57001"/>
                </a:cubicBezTo>
                <a:cubicBezTo>
                  <a:pt x="31288" y="56627"/>
                  <a:pt x="30492" y="56279"/>
                  <a:pt x="29695" y="56005"/>
                </a:cubicBezTo>
                <a:cubicBezTo>
                  <a:pt x="30417" y="55084"/>
                  <a:pt x="31164" y="54113"/>
                  <a:pt x="31861" y="53167"/>
                </a:cubicBezTo>
                <a:close/>
                <a:moveTo>
                  <a:pt x="69272" y="53665"/>
                </a:moveTo>
                <a:cubicBezTo>
                  <a:pt x="69421" y="53740"/>
                  <a:pt x="69621" y="53765"/>
                  <a:pt x="69770" y="53839"/>
                </a:cubicBezTo>
                <a:cubicBezTo>
                  <a:pt x="68899" y="54885"/>
                  <a:pt x="68028" y="55955"/>
                  <a:pt x="67082" y="57001"/>
                </a:cubicBezTo>
                <a:cubicBezTo>
                  <a:pt x="67082" y="56976"/>
                  <a:pt x="67057" y="56876"/>
                  <a:pt x="67007" y="56826"/>
                </a:cubicBezTo>
                <a:cubicBezTo>
                  <a:pt x="67804" y="55781"/>
                  <a:pt x="68575" y="54736"/>
                  <a:pt x="69272" y="53665"/>
                </a:cubicBezTo>
                <a:close/>
                <a:moveTo>
                  <a:pt x="33404" y="54387"/>
                </a:moveTo>
                <a:cubicBezTo>
                  <a:pt x="33429" y="54387"/>
                  <a:pt x="33429" y="54412"/>
                  <a:pt x="33454" y="54412"/>
                </a:cubicBezTo>
                <a:cubicBezTo>
                  <a:pt x="33031" y="55333"/>
                  <a:pt x="32608" y="56229"/>
                  <a:pt x="32309" y="57125"/>
                </a:cubicBezTo>
                <a:cubicBezTo>
                  <a:pt x="32284" y="57125"/>
                  <a:pt x="32284" y="57100"/>
                  <a:pt x="32234" y="57100"/>
                </a:cubicBezTo>
                <a:cubicBezTo>
                  <a:pt x="32558" y="56204"/>
                  <a:pt x="32956" y="55283"/>
                  <a:pt x="33404" y="54387"/>
                </a:cubicBezTo>
                <a:close/>
                <a:moveTo>
                  <a:pt x="70019" y="53889"/>
                </a:moveTo>
                <a:cubicBezTo>
                  <a:pt x="69148" y="55034"/>
                  <a:pt x="68252" y="56154"/>
                  <a:pt x="67256" y="57225"/>
                </a:cubicBezTo>
                <a:cubicBezTo>
                  <a:pt x="67331" y="57075"/>
                  <a:pt x="67430" y="56951"/>
                  <a:pt x="67555" y="56801"/>
                </a:cubicBezTo>
                <a:cubicBezTo>
                  <a:pt x="67704" y="56652"/>
                  <a:pt x="67828" y="56503"/>
                  <a:pt x="68003" y="56329"/>
                </a:cubicBezTo>
                <a:cubicBezTo>
                  <a:pt x="68351" y="55905"/>
                  <a:pt x="68700" y="55482"/>
                  <a:pt x="69048" y="55084"/>
                </a:cubicBezTo>
                <a:cubicBezTo>
                  <a:pt x="69148" y="54984"/>
                  <a:pt x="69197" y="54885"/>
                  <a:pt x="69297" y="54760"/>
                </a:cubicBezTo>
                <a:cubicBezTo>
                  <a:pt x="69546" y="54487"/>
                  <a:pt x="69770" y="54188"/>
                  <a:pt x="69969" y="53889"/>
                </a:cubicBezTo>
                <a:close/>
                <a:moveTo>
                  <a:pt x="29596" y="56154"/>
                </a:moveTo>
                <a:cubicBezTo>
                  <a:pt x="30392" y="56478"/>
                  <a:pt x="31214" y="56826"/>
                  <a:pt x="32035" y="57200"/>
                </a:cubicBezTo>
                <a:cubicBezTo>
                  <a:pt x="31985" y="57225"/>
                  <a:pt x="31985" y="57225"/>
                  <a:pt x="31985" y="57250"/>
                </a:cubicBezTo>
                <a:cubicBezTo>
                  <a:pt x="31189" y="56876"/>
                  <a:pt x="30367" y="56528"/>
                  <a:pt x="29571" y="56229"/>
                </a:cubicBezTo>
                <a:cubicBezTo>
                  <a:pt x="29571" y="56204"/>
                  <a:pt x="29596" y="56204"/>
                  <a:pt x="29596" y="56154"/>
                </a:cubicBezTo>
                <a:close/>
                <a:moveTo>
                  <a:pt x="66883" y="57001"/>
                </a:moveTo>
                <a:cubicBezTo>
                  <a:pt x="66907" y="57075"/>
                  <a:pt x="66932" y="57125"/>
                  <a:pt x="67007" y="57200"/>
                </a:cubicBezTo>
                <a:cubicBezTo>
                  <a:pt x="66957" y="57200"/>
                  <a:pt x="66957" y="57225"/>
                  <a:pt x="66932" y="57250"/>
                </a:cubicBezTo>
                <a:cubicBezTo>
                  <a:pt x="66907" y="57200"/>
                  <a:pt x="66883" y="57125"/>
                  <a:pt x="66808" y="57075"/>
                </a:cubicBezTo>
                <a:lnTo>
                  <a:pt x="66883" y="57001"/>
                </a:lnTo>
                <a:close/>
                <a:moveTo>
                  <a:pt x="32184" y="57250"/>
                </a:moveTo>
                <a:cubicBezTo>
                  <a:pt x="32209" y="57250"/>
                  <a:pt x="32209" y="57274"/>
                  <a:pt x="32234" y="57274"/>
                </a:cubicBezTo>
                <a:cubicBezTo>
                  <a:pt x="32234" y="57324"/>
                  <a:pt x="32234" y="57324"/>
                  <a:pt x="32209" y="57349"/>
                </a:cubicBezTo>
                <a:cubicBezTo>
                  <a:pt x="32184" y="57349"/>
                  <a:pt x="32184" y="57349"/>
                  <a:pt x="32159" y="57324"/>
                </a:cubicBezTo>
                <a:cubicBezTo>
                  <a:pt x="32159" y="57274"/>
                  <a:pt x="32159" y="57274"/>
                  <a:pt x="32184" y="57250"/>
                </a:cubicBezTo>
                <a:close/>
                <a:moveTo>
                  <a:pt x="77436" y="53864"/>
                </a:moveTo>
                <a:cubicBezTo>
                  <a:pt x="78009" y="54412"/>
                  <a:pt x="78606" y="54960"/>
                  <a:pt x="79229" y="55482"/>
                </a:cubicBezTo>
                <a:cubicBezTo>
                  <a:pt x="78706" y="56129"/>
                  <a:pt x="78208" y="56777"/>
                  <a:pt x="77685" y="57449"/>
                </a:cubicBezTo>
                <a:cubicBezTo>
                  <a:pt x="77188" y="57125"/>
                  <a:pt x="76739" y="56851"/>
                  <a:pt x="76267" y="56577"/>
                </a:cubicBezTo>
                <a:cubicBezTo>
                  <a:pt x="76739" y="55657"/>
                  <a:pt x="77113" y="54760"/>
                  <a:pt x="77436" y="53864"/>
                </a:cubicBezTo>
                <a:close/>
                <a:moveTo>
                  <a:pt x="67082" y="57349"/>
                </a:moveTo>
                <a:cubicBezTo>
                  <a:pt x="67082" y="57374"/>
                  <a:pt x="67107" y="57374"/>
                  <a:pt x="67107" y="57399"/>
                </a:cubicBezTo>
                <a:lnTo>
                  <a:pt x="67057" y="57474"/>
                </a:lnTo>
                <a:lnTo>
                  <a:pt x="67057" y="57449"/>
                </a:lnTo>
                <a:cubicBezTo>
                  <a:pt x="67057" y="57449"/>
                  <a:pt x="67057" y="57399"/>
                  <a:pt x="67032" y="57399"/>
                </a:cubicBezTo>
                <a:lnTo>
                  <a:pt x="67082" y="57349"/>
                </a:lnTo>
                <a:close/>
                <a:moveTo>
                  <a:pt x="17548" y="36938"/>
                </a:moveTo>
                <a:cubicBezTo>
                  <a:pt x="17573" y="37561"/>
                  <a:pt x="17897" y="38332"/>
                  <a:pt x="18395" y="39228"/>
                </a:cubicBezTo>
                <a:cubicBezTo>
                  <a:pt x="14039" y="44754"/>
                  <a:pt x="10305" y="50405"/>
                  <a:pt x="7418" y="56005"/>
                </a:cubicBezTo>
                <a:cubicBezTo>
                  <a:pt x="6696" y="56478"/>
                  <a:pt x="6049" y="56976"/>
                  <a:pt x="5526" y="57523"/>
                </a:cubicBezTo>
                <a:cubicBezTo>
                  <a:pt x="7219" y="53167"/>
                  <a:pt x="9558" y="48662"/>
                  <a:pt x="12421" y="44207"/>
                </a:cubicBezTo>
                <a:cubicBezTo>
                  <a:pt x="12769" y="43684"/>
                  <a:pt x="13118" y="43186"/>
                  <a:pt x="13416" y="42663"/>
                </a:cubicBezTo>
                <a:cubicBezTo>
                  <a:pt x="14686" y="40722"/>
                  <a:pt x="16105" y="38830"/>
                  <a:pt x="17548" y="36938"/>
                </a:cubicBezTo>
                <a:close/>
                <a:moveTo>
                  <a:pt x="114748" y="54288"/>
                </a:moveTo>
                <a:cubicBezTo>
                  <a:pt x="114748" y="54462"/>
                  <a:pt x="114723" y="54586"/>
                  <a:pt x="114698" y="54736"/>
                </a:cubicBezTo>
                <a:cubicBezTo>
                  <a:pt x="114450" y="55532"/>
                  <a:pt x="114201" y="56353"/>
                  <a:pt x="113927" y="57200"/>
                </a:cubicBezTo>
                <a:cubicBezTo>
                  <a:pt x="113852" y="57324"/>
                  <a:pt x="113802" y="57449"/>
                  <a:pt x="113728" y="57523"/>
                </a:cubicBezTo>
                <a:cubicBezTo>
                  <a:pt x="114101" y="56453"/>
                  <a:pt x="114450" y="55383"/>
                  <a:pt x="114748" y="54288"/>
                </a:cubicBezTo>
                <a:close/>
                <a:moveTo>
                  <a:pt x="79328" y="55607"/>
                </a:moveTo>
                <a:cubicBezTo>
                  <a:pt x="79353" y="55607"/>
                  <a:pt x="79353" y="55632"/>
                  <a:pt x="79378" y="55632"/>
                </a:cubicBezTo>
                <a:cubicBezTo>
                  <a:pt x="78905" y="56279"/>
                  <a:pt x="78407" y="56901"/>
                  <a:pt x="77884" y="57573"/>
                </a:cubicBezTo>
                <a:cubicBezTo>
                  <a:pt x="77860" y="57573"/>
                  <a:pt x="77860" y="57523"/>
                  <a:pt x="77835" y="57523"/>
                </a:cubicBezTo>
                <a:cubicBezTo>
                  <a:pt x="78333" y="56876"/>
                  <a:pt x="78830" y="56254"/>
                  <a:pt x="79328" y="55607"/>
                </a:cubicBezTo>
                <a:close/>
                <a:moveTo>
                  <a:pt x="114823" y="55283"/>
                </a:moveTo>
                <a:lnTo>
                  <a:pt x="114823" y="55283"/>
                </a:lnTo>
                <a:cubicBezTo>
                  <a:pt x="114848" y="55358"/>
                  <a:pt x="114823" y="55457"/>
                  <a:pt x="114798" y="55507"/>
                </a:cubicBezTo>
                <a:cubicBezTo>
                  <a:pt x="114798" y="55557"/>
                  <a:pt x="114748" y="55607"/>
                  <a:pt x="114748" y="55657"/>
                </a:cubicBezTo>
                <a:cubicBezTo>
                  <a:pt x="114748" y="55706"/>
                  <a:pt x="114748" y="55731"/>
                  <a:pt x="114723" y="55756"/>
                </a:cubicBezTo>
                <a:cubicBezTo>
                  <a:pt x="114574" y="56154"/>
                  <a:pt x="114425" y="56602"/>
                  <a:pt x="114250" y="57075"/>
                </a:cubicBezTo>
                <a:cubicBezTo>
                  <a:pt x="114250" y="57075"/>
                  <a:pt x="114250" y="57100"/>
                  <a:pt x="114225" y="57100"/>
                </a:cubicBezTo>
                <a:cubicBezTo>
                  <a:pt x="114201" y="57200"/>
                  <a:pt x="114126" y="57250"/>
                  <a:pt x="114101" y="57349"/>
                </a:cubicBezTo>
                <a:cubicBezTo>
                  <a:pt x="114076" y="57399"/>
                  <a:pt x="114051" y="57474"/>
                  <a:pt x="113977" y="57573"/>
                </a:cubicBezTo>
                <a:cubicBezTo>
                  <a:pt x="114051" y="57374"/>
                  <a:pt x="114101" y="57225"/>
                  <a:pt x="114176" y="57026"/>
                </a:cubicBezTo>
                <a:cubicBezTo>
                  <a:pt x="114250" y="56826"/>
                  <a:pt x="114375" y="56577"/>
                  <a:pt x="114450" y="56353"/>
                </a:cubicBezTo>
                <a:lnTo>
                  <a:pt x="114624" y="55781"/>
                </a:lnTo>
                <a:lnTo>
                  <a:pt x="114624" y="55756"/>
                </a:lnTo>
                <a:lnTo>
                  <a:pt x="114823" y="55283"/>
                </a:lnTo>
                <a:close/>
                <a:moveTo>
                  <a:pt x="76167" y="56727"/>
                </a:moveTo>
                <a:cubicBezTo>
                  <a:pt x="76640" y="57001"/>
                  <a:pt x="77113" y="57274"/>
                  <a:pt x="77586" y="57598"/>
                </a:cubicBezTo>
                <a:cubicBezTo>
                  <a:pt x="77586" y="57623"/>
                  <a:pt x="77536" y="57623"/>
                  <a:pt x="77536" y="57648"/>
                </a:cubicBezTo>
                <a:cubicBezTo>
                  <a:pt x="77063" y="57349"/>
                  <a:pt x="76615" y="57075"/>
                  <a:pt x="76142" y="56826"/>
                </a:cubicBezTo>
                <a:cubicBezTo>
                  <a:pt x="76142" y="56752"/>
                  <a:pt x="76167" y="56727"/>
                  <a:pt x="76167" y="56727"/>
                </a:cubicBezTo>
                <a:close/>
                <a:moveTo>
                  <a:pt x="77735" y="57698"/>
                </a:moveTo>
                <a:cubicBezTo>
                  <a:pt x="77735" y="57698"/>
                  <a:pt x="77760" y="57698"/>
                  <a:pt x="77785" y="57722"/>
                </a:cubicBezTo>
                <a:cubicBezTo>
                  <a:pt x="77785" y="57747"/>
                  <a:pt x="77760" y="57747"/>
                  <a:pt x="77760" y="57772"/>
                </a:cubicBezTo>
                <a:cubicBezTo>
                  <a:pt x="77735" y="57772"/>
                  <a:pt x="77735" y="57747"/>
                  <a:pt x="77685" y="57747"/>
                </a:cubicBezTo>
                <a:cubicBezTo>
                  <a:pt x="77685" y="57722"/>
                  <a:pt x="77735" y="57722"/>
                  <a:pt x="77735" y="57698"/>
                </a:cubicBezTo>
                <a:close/>
                <a:moveTo>
                  <a:pt x="6347" y="55109"/>
                </a:moveTo>
                <a:lnTo>
                  <a:pt x="6347" y="55109"/>
                </a:lnTo>
                <a:cubicBezTo>
                  <a:pt x="5949" y="56030"/>
                  <a:pt x="5551" y="56976"/>
                  <a:pt x="5202" y="57897"/>
                </a:cubicBezTo>
                <a:cubicBezTo>
                  <a:pt x="5178" y="57971"/>
                  <a:pt x="5103" y="57996"/>
                  <a:pt x="5078" y="58071"/>
                </a:cubicBezTo>
                <a:cubicBezTo>
                  <a:pt x="5103" y="57996"/>
                  <a:pt x="5103" y="57971"/>
                  <a:pt x="5128" y="57897"/>
                </a:cubicBezTo>
                <a:cubicBezTo>
                  <a:pt x="5800" y="56229"/>
                  <a:pt x="6323" y="55134"/>
                  <a:pt x="6347" y="55109"/>
                </a:cubicBezTo>
                <a:close/>
                <a:moveTo>
                  <a:pt x="7268" y="56353"/>
                </a:moveTo>
                <a:cubicBezTo>
                  <a:pt x="7219" y="56403"/>
                  <a:pt x="7219" y="56453"/>
                  <a:pt x="7194" y="56478"/>
                </a:cubicBezTo>
                <a:cubicBezTo>
                  <a:pt x="6447" y="57001"/>
                  <a:pt x="5800" y="57573"/>
                  <a:pt x="5277" y="58220"/>
                </a:cubicBezTo>
                <a:cubicBezTo>
                  <a:pt x="5302" y="58146"/>
                  <a:pt x="5302" y="58096"/>
                  <a:pt x="5327" y="58021"/>
                </a:cubicBezTo>
                <a:cubicBezTo>
                  <a:pt x="5850" y="57399"/>
                  <a:pt x="6522" y="56851"/>
                  <a:pt x="7268" y="56353"/>
                </a:cubicBezTo>
                <a:close/>
                <a:moveTo>
                  <a:pt x="113603" y="58096"/>
                </a:moveTo>
                <a:lnTo>
                  <a:pt x="113603" y="58096"/>
                </a:lnTo>
                <a:cubicBezTo>
                  <a:pt x="113578" y="58146"/>
                  <a:pt x="113578" y="58220"/>
                  <a:pt x="113553" y="58245"/>
                </a:cubicBezTo>
                <a:cubicBezTo>
                  <a:pt x="113553" y="58270"/>
                  <a:pt x="113553" y="58270"/>
                  <a:pt x="113504" y="58320"/>
                </a:cubicBezTo>
                <a:cubicBezTo>
                  <a:pt x="113479" y="58370"/>
                  <a:pt x="113429" y="58444"/>
                  <a:pt x="113379" y="58494"/>
                </a:cubicBezTo>
                <a:cubicBezTo>
                  <a:pt x="113429" y="58444"/>
                  <a:pt x="113454" y="58345"/>
                  <a:pt x="113454" y="58270"/>
                </a:cubicBezTo>
                <a:cubicBezTo>
                  <a:pt x="113504" y="58220"/>
                  <a:pt x="113553" y="58146"/>
                  <a:pt x="113603" y="58096"/>
                </a:cubicBezTo>
                <a:close/>
                <a:moveTo>
                  <a:pt x="6273" y="54835"/>
                </a:moveTo>
                <a:lnTo>
                  <a:pt x="6273" y="54835"/>
                </a:lnTo>
                <a:cubicBezTo>
                  <a:pt x="6074" y="55258"/>
                  <a:pt x="5850" y="55706"/>
                  <a:pt x="5700" y="56154"/>
                </a:cubicBezTo>
                <a:cubicBezTo>
                  <a:pt x="5650" y="56329"/>
                  <a:pt x="5576" y="56453"/>
                  <a:pt x="5551" y="56602"/>
                </a:cubicBezTo>
                <a:cubicBezTo>
                  <a:pt x="5451" y="56851"/>
                  <a:pt x="5327" y="57125"/>
                  <a:pt x="5227" y="57374"/>
                </a:cubicBezTo>
                <a:cubicBezTo>
                  <a:pt x="5202" y="57474"/>
                  <a:pt x="5178" y="57523"/>
                  <a:pt x="5153" y="57623"/>
                </a:cubicBezTo>
                <a:cubicBezTo>
                  <a:pt x="5028" y="57971"/>
                  <a:pt x="4854" y="58320"/>
                  <a:pt x="4705" y="58693"/>
                </a:cubicBezTo>
                <a:cubicBezTo>
                  <a:pt x="4705" y="58716"/>
                  <a:pt x="4685" y="58718"/>
                  <a:pt x="4680" y="58736"/>
                </a:cubicBezTo>
                <a:lnTo>
                  <a:pt x="4680" y="58736"/>
                </a:lnTo>
                <a:cubicBezTo>
                  <a:pt x="4731" y="58266"/>
                  <a:pt x="4905" y="57870"/>
                  <a:pt x="5078" y="57474"/>
                </a:cubicBezTo>
                <a:cubicBezTo>
                  <a:pt x="5277" y="56976"/>
                  <a:pt x="5476" y="56478"/>
                  <a:pt x="5675" y="56030"/>
                </a:cubicBezTo>
                <a:cubicBezTo>
                  <a:pt x="5725" y="55881"/>
                  <a:pt x="5800" y="55731"/>
                  <a:pt x="5899" y="55582"/>
                </a:cubicBezTo>
                <a:cubicBezTo>
                  <a:pt x="5949" y="55408"/>
                  <a:pt x="6049" y="55233"/>
                  <a:pt x="6148" y="55034"/>
                </a:cubicBezTo>
                <a:cubicBezTo>
                  <a:pt x="6173" y="54960"/>
                  <a:pt x="6198" y="54885"/>
                  <a:pt x="6273" y="54835"/>
                </a:cubicBezTo>
                <a:close/>
                <a:moveTo>
                  <a:pt x="5028" y="58444"/>
                </a:moveTo>
                <a:cubicBezTo>
                  <a:pt x="4978" y="58494"/>
                  <a:pt x="4953" y="58594"/>
                  <a:pt x="4953" y="58643"/>
                </a:cubicBezTo>
                <a:cubicBezTo>
                  <a:pt x="4854" y="58718"/>
                  <a:pt x="4829" y="58768"/>
                  <a:pt x="4804" y="58843"/>
                </a:cubicBezTo>
                <a:cubicBezTo>
                  <a:pt x="4829" y="58768"/>
                  <a:pt x="4854" y="58693"/>
                  <a:pt x="4904" y="58619"/>
                </a:cubicBezTo>
                <a:cubicBezTo>
                  <a:pt x="4929" y="58569"/>
                  <a:pt x="4978" y="58494"/>
                  <a:pt x="5028" y="58444"/>
                </a:cubicBezTo>
                <a:close/>
                <a:moveTo>
                  <a:pt x="38507" y="46795"/>
                </a:moveTo>
                <a:cubicBezTo>
                  <a:pt x="41021" y="48861"/>
                  <a:pt x="43435" y="51002"/>
                  <a:pt x="45601" y="53143"/>
                </a:cubicBezTo>
                <a:cubicBezTo>
                  <a:pt x="43858" y="55034"/>
                  <a:pt x="42166" y="56976"/>
                  <a:pt x="40622" y="58942"/>
                </a:cubicBezTo>
                <a:cubicBezTo>
                  <a:pt x="38407" y="57523"/>
                  <a:pt x="36092" y="55881"/>
                  <a:pt x="33802" y="54113"/>
                </a:cubicBezTo>
                <a:cubicBezTo>
                  <a:pt x="35022" y="51674"/>
                  <a:pt x="36590" y="49185"/>
                  <a:pt x="38507" y="46795"/>
                </a:cubicBezTo>
                <a:close/>
                <a:moveTo>
                  <a:pt x="45675" y="53292"/>
                </a:moveTo>
                <a:lnTo>
                  <a:pt x="45725" y="53342"/>
                </a:lnTo>
                <a:cubicBezTo>
                  <a:pt x="44033" y="55208"/>
                  <a:pt x="42390" y="57125"/>
                  <a:pt x="40797" y="59091"/>
                </a:cubicBezTo>
                <a:cubicBezTo>
                  <a:pt x="40772" y="59091"/>
                  <a:pt x="40772" y="59067"/>
                  <a:pt x="40747" y="59067"/>
                </a:cubicBezTo>
                <a:cubicBezTo>
                  <a:pt x="42290" y="57100"/>
                  <a:pt x="43933" y="55159"/>
                  <a:pt x="45675" y="53292"/>
                </a:cubicBezTo>
                <a:close/>
                <a:moveTo>
                  <a:pt x="33728" y="54337"/>
                </a:moveTo>
                <a:cubicBezTo>
                  <a:pt x="36018" y="56105"/>
                  <a:pt x="38308" y="57722"/>
                  <a:pt x="40523" y="59116"/>
                </a:cubicBezTo>
                <a:cubicBezTo>
                  <a:pt x="40448" y="59116"/>
                  <a:pt x="40448" y="59116"/>
                  <a:pt x="40448" y="59141"/>
                </a:cubicBezTo>
                <a:cubicBezTo>
                  <a:pt x="38283" y="57747"/>
                  <a:pt x="35968" y="56129"/>
                  <a:pt x="33703" y="54387"/>
                </a:cubicBezTo>
                <a:cubicBezTo>
                  <a:pt x="33703" y="54362"/>
                  <a:pt x="33728" y="54362"/>
                  <a:pt x="33728" y="54337"/>
                </a:cubicBezTo>
                <a:close/>
                <a:moveTo>
                  <a:pt x="55731" y="45526"/>
                </a:moveTo>
                <a:cubicBezTo>
                  <a:pt x="55806" y="45576"/>
                  <a:pt x="55856" y="45675"/>
                  <a:pt x="55955" y="45725"/>
                </a:cubicBezTo>
                <a:lnTo>
                  <a:pt x="56379" y="46173"/>
                </a:lnTo>
                <a:lnTo>
                  <a:pt x="56677" y="46447"/>
                </a:lnTo>
                <a:lnTo>
                  <a:pt x="57075" y="46870"/>
                </a:lnTo>
                <a:cubicBezTo>
                  <a:pt x="57175" y="46945"/>
                  <a:pt x="57250" y="47019"/>
                  <a:pt x="57349" y="47119"/>
                </a:cubicBezTo>
                <a:cubicBezTo>
                  <a:pt x="57474" y="47243"/>
                  <a:pt x="57623" y="47368"/>
                  <a:pt x="57748" y="47492"/>
                </a:cubicBezTo>
                <a:cubicBezTo>
                  <a:pt x="57822" y="47542"/>
                  <a:pt x="57922" y="47617"/>
                  <a:pt x="57972" y="47667"/>
                </a:cubicBezTo>
                <a:cubicBezTo>
                  <a:pt x="58121" y="47791"/>
                  <a:pt x="58295" y="47940"/>
                  <a:pt x="58420" y="48065"/>
                </a:cubicBezTo>
                <a:cubicBezTo>
                  <a:pt x="58469" y="48115"/>
                  <a:pt x="58494" y="48164"/>
                  <a:pt x="58569" y="48189"/>
                </a:cubicBezTo>
                <a:cubicBezTo>
                  <a:pt x="58743" y="48363"/>
                  <a:pt x="58917" y="48513"/>
                  <a:pt x="59092" y="48637"/>
                </a:cubicBezTo>
                <a:cubicBezTo>
                  <a:pt x="59117" y="48637"/>
                  <a:pt x="59117" y="48662"/>
                  <a:pt x="59166" y="48662"/>
                </a:cubicBezTo>
                <a:cubicBezTo>
                  <a:pt x="59789" y="49160"/>
                  <a:pt x="60361" y="49633"/>
                  <a:pt x="60934" y="50006"/>
                </a:cubicBezTo>
                <a:cubicBezTo>
                  <a:pt x="60734" y="50156"/>
                  <a:pt x="60585" y="50305"/>
                  <a:pt x="60411" y="50429"/>
                </a:cubicBezTo>
                <a:cubicBezTo>
                  <a:pt x="60286" y="50529"/>
                  <a:pt x="60162" y="50653"/>
                  <a:pt x="60038" y="50753"/>
                </a:cubicBezTo>
                <a:cubicBezTo>
                  <a:pt x="59963" y="50803"/>
                  <a:pt x="59913" y="50853"/>
                  <a:pt x="59863" y="50902"/>
                </a:cubicBezTo>
                <a:cubicBezTo>
                  <a:pt x="59465" y="51251"/>
                  <a:pt x="59092" y="51599"/>
                  <a:pt x="58693" y="51923"/>
                </a:cubicBezTo>
                <a:cubicBezTo>
                  <a:pt x="58569" y="52022"/>
                  <a:pt x="58469" y="52122"/>
                  <a:pt x="58345" y="52246"/>
                </a:cubicBezTo>
                <a:cubicBezTo>
                  <a:pt x="58320" y="52271"/>
                  <a:pt x="58295" y="52271"/>
                  <a:pt x="58295" y="52296"/>
                </a:cubicBezTo>
                <a:lnTo>
                  <a:pt x="58245" y="52346"/>
                </a:lnTo>
                <a:cubicBezTo>
                  <a:pt x="57772" y="52769"/>
                  <a:pt x="57324" y="53167"/>
                  <a:pt x="56851" y="53615"/>
                </a:cubicBezTo>
                <a:cubicBezTo>
                  <a:pt x="56802" y="53665"/>
                  <a:pt x="56727" y="53740"/>
                  <a:pt x="56677" y="53765"/>
                </a:cubicBezTo>
                <a:cubicBezTo>
                  <a:pt x="56130" y="54263"/>
                  <a:pt x="55607" y="54760"/>
                  <a:pt x="55084" y="55283"/>
                </a:cubicBezTo>
                <a:lnTo>
                  <a:pt x="54935" y="55457"/>
                </a:lnTo>
                <a:lnTo>
                  <a:pt x="54835" y="55532"/>
                </a:lnTo>
                <a:lnTo>
                  <a:pt x="54810" y="55582"/>
                </a:lnTo>
                <a:lnTo>
                  <a:pt x="53516" y="56851"/>
                </a:lnTo>
                <a:cubicBezTo>
                  <a:pt x="53392" y="56976"/>
                  <a:pt x="53267" y="57100"/>
                  <a:pt x="53143" y="57250"/>
                </a:cubicBezTo>
                <a:cubicBezTo>
                  <a:pt x="52769" y="57648"/>
                  <a:pt x="52396" y="58071"/>
                  <a:pt x="52023" y="58444"/>
                </a:cubicBezTo>
                <a:cubicBezTo>
                  <a:pt x="51973" y="58494"/>
                  <a:pt x="51948" y="58569"/>
                  <a:pt x="51873" y="58619"/>
                </a:cubicBezTo>
                <a:cubicBezTo>
                  <a:pt x="51823" y="58693"/>
                  <a:pt x="51749" y="58743"/>
                  <a:pt x="51724" y="58818"/>
                </a:cubicBezTo>
                <a:cubicBezTo>
                  <a:pt x="51599" y="58942"/>
                  <a:pt x="51475" y="59067"/>
                  <a:pt x="51351" y="59216"/>
                </a:cubicBezTo>
                <a:cubicBezTo>
                  <a:pt x="50355" y="57722"/>
                  <a:pt x="48886" y="55905"/>
                  <a:pt x="46970" y="53889"/>
                </a:cubicBezTo>
                <a:cubicBezTo>
                  <a:pt x="47343" y="53416"/>
                  <a:pt x="47716" y="52968"/>
                  <a:pt x="48115" y="52520"/>
                </a:cubicBezTo>
                <a:lnTo>
                  <a:pt x="48140" y="52495"/>
                </a:lnTo>
                <a:cubicBezTo>
                  <a:pt x="48513" y="52097"/>
                  <a:pt x="48886" y="51649"/>
                  <a:pt x="49260" y="51251"/>
                </a:cubicBezTo>
                <a:lnTo>
                  <a:pt x="49285" y="51226"/>
                </a:lnTo>
                <a:cubicBezTo>
                  <a:pt x="49384" y="51126"/>
                  <a:pt x="49484" y="51002"/>
                  <a:pt x="49583" y="50902"/>
                </a:cubicBezTo>
                <a:cubicBezTo>
                  <a:pt x="49882" y="50604"/>
                  <a:pt x="50156" y="50280"/>
                  <a:pt x="50479" y="49981"/>
                </a:cubicBezTo>
                <a:cubicBezTo>
                  <a:pt x="50629" y="49807"/>
                  <a:pt x="50828" y="49633"/>
                  <a:pt x="51002" y="49484"/>
                </a:cubicBezTo>
                <a:cubicBezTo>
                  <a:pt x="51251" y="49235"/>
                  <a:pt x="51500" y="49011"/>
                  <a:pt x="51774" y="48762"/>
                </a:cubicBezTo>
                <a:lnTo>
                  <a:pt x="52819" y="47816"/>
                </a:lnTo>
                <a:cubicBezTo>
                  <a:pt x="52869" y="47766"/>
                  <a:pt x="52944" y="47741"/>
                  <a:pt x="52993" y="47667"/>
                </a:cubicBezTo>
                <a:cubicBezTo>
                  <a:pt x="53018" y="47642"/>
                  <a:pt x="53093" y="47617"/>
                  <a:pt x="53118" y="47567"/>
                </a:cubicBezTo>
                <a:cubicBezTo>
                  <a:pt x="53242" y="47492"/>
                  <a:pt x="53367" y="47393"/>
                  <a:pt x="53466" y="47293"/>
                </a:cubicBezTo>
                <a:lnTo>
                  <a:pt x="53516" y="47243"/>
                </a:lnTo>
                <a:cubicBezTo>
                  <a:pt x="53641" y="47144"/>
                  <a:pt x="53765" y="47019"/>
                  <a:pt x="53939" y="46920"/>
                </a:cubicBezTo>
                <a:lnTo>
                  <a:pt x="54313" y="46646"/>
                </a:lnTo>
                <a:cubicBezTo>
                  <a:pt x="54337" y="46621"/>
                  <a:pt x="54362" y="46571"/>
                  <a:pt x="54387" y="46571"/>
                </a:cubicBezTo>
                <a:cubicBezTo>
                  <a:pt x="54561" y="46447"/>
                  <a:pt x="54736" y="46322"/>
                  <a:pt x="54885" y="46173"/>
                </a:cubicBezTo>
                <a:lnTo>
                  <a:pt x="55258" y="45899"/>
                </a:lnTo>
                <a:cubicBezTo>
                  <a:pt x="55383" y="45775"/>
                  <a:pt x="55557" y="45650"/>
                  <a:pt x="55731" y="45526"/>
                </a:cubicBezTo>
                <a:close/>
                <a:moveTo>
                  <a:pt x="40647" y="59191"/>
                </a:moveTo>
                <a:cubicBezTo>
                  <a:pt x="40672" y="59191"/>
                  <a:pt x="40672" y="59216"/>
                  <a:pt x="40697" y="59216"/>
                </a:cubicBezTo>
                <a:cubicBezTo>
                  <a:pt x="40697" y="59241"/>
                  <a:pt x="40672" y="59241"/>
                  <a:pt x="40672" y="59266"/>
                </a:cubicBezTo>
                <a:cubicBezTo>
                  <a:pt x="40647" y="59266"/>
                  <a:pt x="40622" y="59241"/>
                  <a:pt x="40622" y="59241"/>
                </a:cubicBezTo>
                <a:cubicBezTo>
                  <a:pt x="40622" y="59216"/>
                  <a:pt x="40647" y="59216"/>
                  <a:pt x="40647" y="59191"/>
                </a:cubicBezTo>
                <a:close/>
                <a:moveTo>
                  <a:pt x="84082" y="49185"/>
                </a:moveTo>
                <a:cubicBezTo>
                  <a:pt x="84132" y="49235"/>
                  <a:pt x="84182" y="49235"/>
                  <a:pt x="84232" y="49260"/>
                </a:cubicBezTo>
                <a:cubicBezTo>
                  <a:pt x="84306" y="49284"/>
                  <a:pt x="84331" y="49284"/>
                  <a:pt x="84381" y="49309"/>
                </a:cubicBezTo>
                <a:cubicBezTo>
                  <a:pt x="84431" y="49309"/>
                  <a:pt x="84456" y="49334"/>
                  <a:pt x="84481" y="49334"/>
                </a:cubicBezTo>
                <a:cubicBezTo>
                  <a:pt x="84705" y="49434"/>
                  <a:pt x="84929" y="49533"/>
                  <a:pt x="85178" y="49633"/>
                </a:cubicBezTo>
                <a:cubicBezTo>
                  <a:pt x="85227" y="49658"/>
                  <a:pt x="85252" y="49658"/>
                  <a:pt x="85327" y="49683"/>
                </a:cubicBezTo>
                <a:cubicBezTo>
                  <a:pt x="85601" y="49782"/>
                  <a:pt x="85850" y="49882"/>
                  <a:pt x="86123" y="49956"/>
                </a:cubicBezTo>
                <a:cubicBezTo>
                  <a:pt x="86173" y="49956"/>
                  <a:pt x="86198" y="50006"/>
                  <a:pt x="86248" y="50006"/>
                </a:cubicBezTo>
                <a:lnTo>
                  <a:pt x="86298" y="50006"/>
                </a:lnTo>
                <a:cubicBezTo>
                  <a:pt x="86497" y="50056"/>
                  <a:pt x="86721" y="50156"/>
                  <a:pt x="86970" y="50205"/>
                </a:cubicBezTo>
                <a:cubicBezTo>
                  <a:pt x="87617" y="52844"/>
                  <a:pt x="87244" y="56005"/>
                  <a:pt x="86074" y="59340"/>
                </a:cubicBezTo>
                <a:cubicBezTo>
                  <a:pt x="83809" y="58245"/>
                  <a:pt x="81693" y="56901"/>
                  <a:pt x="79826" y="55383"/>
                </a:cubicBezTo>
                <a:cubicBezTo>
                  <a:pt x="81344" y="53342"/>
                  <a:pt x="82763" y="51276"/>
                  <a:pt x="84082" y="49185"/>
                </a:cubicBezTo>
                <a:close/>
                <a:moveTo>
                  <a:pt x="46771" y="54014"/>
                </a:moveTo>
                <a:cubicBezTo>
                  <a:pt x="48737" y="56030"/>
                  <a:pt x="50206" y="57847"/>
                  <a:pt x="51151" y="59315"/>
                </a:cubicBezTo>
                <a:lnTo>
                  <a:pt x="51102" y="59365"/>
                </a:lnTo>
                <a:cubicBezTo>
                  <a:pt x="50156" y="57872"/>
                  <a:pt x="48712" y="56080"/>
                  <a:pt x="46746" y="54088"/>
                </a:cubicBezTo>
                <a:cubicBezTo>
                  <a:pt x="46746" y="54039"/>
                  <a:pt x="46771" y="54039"/>
                  <a:pt x="46771" y="54014"/>
                </a:cubicBezTo>
                <a:close/>
                <a:moveTo>
                  <a:pt x="60983" y="50156"/>
                </a:moveTo>
                <a:cubicBezTo>
                  <a:pt x="60983" y="50156"/>
                  <a:pt x="61033" y="50156"/>
                  <a:pt x="61033" y="50180"/>
                </a:cubicBezTo>
                <a:lnTo>
                  <a:pt x="61058" y="50180"/>
                </a:lnTo>
                <a:cubicBezTo>
                  <a:pt x="60934" y="50305"/>
                  <a:pt x="60784" y="50479"/>
                  <a:pt x="60585" y="50604"/>
                </a:cubicBezTo>
                <a:cubicBezTo>
                  <a:pt x="60486" y="50653"/>
                  <a:pt x="60436" y="50728"/>
                  <a:pt x="60386" y="50753"/>
                </a:cubicBezTo>
                <a:cubicBezTo>
                  <a:pt x="60262" y="50877"/>
                  <a:pt x="60137" y="50977"/>
                  <a:pt x="59988" y="51101"/>
                </a:cubicBezTo>
                <a:cubicBezTo>
                  <a:pt x="59589" y="51425"/>
                  <a:pt x="59216" y="51749"/>
                  <a:pt x="58843" y="52097"/>
                </a:cubicBezTo>
                <a:lnTo>
                  <a:pt x="58768" y="52147"/>
                </a:lnTo>
                <a:lnTo>
                  <a:pt x="58743" y="52147"/>
                </a:lnTo>
                <a:cubicBezTo>
                  <a:pt x="58693" y="52197"/>
                  <a:pt x="58619" y="52246"/>
                  <a:pt x="58594" y="52296"/>
                </a:cubicBezTo>
                <a:cubicBezTo>
                  <a:pt x="58519" y="52371"/>
                  <a:pt x="58445" y="52421"/>
                  <a:pt x="58370" y="52495"/>
                </a:cubicBezTo>
                <a:cubicBezTo>
                  <a:pt x="57847" y="52943"/>
                  <a:pt x="57349" y="53416"/>
                  <a:pt x="56851" y="53889"/>
                </a:cubicBezTo>
                <a:lnTo>
                  <a:pt x="56777" y="53939"/>
                </a:lnTo>
                <a:cubicBezTo>
                  <a:pt x="56254" y="54437"/>
                  <a:pt x="55756" y="54935"/>
                  <a:pt x="55234" y="55432"/>
                </a:cubicBezTo>
                <a:lnTo>
                  <a:pt x="54835" y="55856"/>
                </a:lnTo>
                <a:lnTo>
                  <a:pt x="54786" y="55881"/>
                </a:lnTo>
                <a:lnTo>
                  <a:pt x="54761" y="55905"/>
                </a:lnTo>
                <a:lnTo>
                  <a:pt x="53740" y="56951"/>
                </a:lnTo>
                <a:cubicBezTo>
                  <a:pt x="53541" y="57125"/>
                  <a:pt x="53392" y="57274"/>
                  <a:pt x="53242" y="57474"/>
                </a:cubicBezTo>
                <a:lnTo>
                  <a:pt x="53217" y="57498"/>
                </a:lnTo>
                <a:cubicBezTo>
                  <a:pt x="52894" y="57797"/>
                  <a:pt x="52595" y="58146"/>
                  <a:pt x="52272" y="58494"/>
                </a:cubicBezTo>
                <a:cubicBezTo>
                  <a:pt x="52147" y="58643"/>
                  <a:pt x="52023" y="58768"/>
                  <a:pt x="51873" y="58917"/>
                </a:cubicBezTo>
                <a:cubicBezTo>
                  <a:pt x="51848" y="58967"/>
                  <a:pt x="51799" y="58992"/>
                  <a:pt x="51799" y="59017"/>
                </a:cubicBezTo>
                <a:lnTo>
                  <a:pt x="51774" y="59042"/>
                </a:lnTo>
                <a:lnTo>
                  <a:pt x="51749" y="59091"/>
                </a:lnTo>
                <a:cubicBezTo>
                  <a:pt x="51649" y="59216"/>
                  <a:pt x="51525" y="59291"/>
                  <a:pt x="51425" y="59415"/>
                </a:cubicBezTo>
                <a:cubicBezTo>
                  <a:pt x="51425" y="59415"/>
                  <a:pt x="51425" y="59390"/>
                  <a:pt x="51400" y="59390"/>
                </a:cubicBezTo>
                <a:lnTo>
                  <a:pt x="51400" y="59365"/>
                </a:lnTo>
                <a:cubicBezTo>
                  <a:pt x="52097" y="58619"/>
                  <a:pt x="52769" y="57872"/>
                  <a:pt x="53466" y="57150"/>
                </a:cubicBezTo>
                <a:lnTo>
                  <a:pt x="53491" y="57125"/>
                </a:lnTo>
                <a:lnTo>
                  <a:pt x="53516" y="57100"/>
                </a:lnTo>
                <a:cubicBezTo>
                  <a:pt x="54238" y="56353"/>
                  <a:pt x="54985" y="55607"/>
                  <a:pt x="55731" y="54885"/>
                </a:cubicBezTo>
                <a:lnTo>
                  <a:pt x="56005" y="54611"/>
                </a:lnTo>
                <a:cubicBezTo>
                  <a:pt x="56752" y="53889"/>
                  <a:pt x="57524" y="53167"/>
                  <a:pt x="58320" y="52446"/>
                </a:cubicBezTo>
                <a:lnTo>
                  <a:pt x="58494" y="52271"/>
                </a:lnTo>
                <a:cubicBezTo>
                  <a:pt x="58967" y="51873"/>
                  <a:pt x="59440" y="51475"/>
                  <a:pt x="59938" y="51052"/>
                </a:cubicBezTo>
                <a:cubicBezTo>
                  <a:pt x="60062" y="50927"/>
                  <a:pt x="60212" y="50853"/>
                  <a:pt x="60336" y="50728"/>
                </a:cubicBezTo>
                <a:lnTo>
                  <a:pt x="60983" y="50156"/>
                </a:lnTo>
                <a:close/>
                <a:moveTo>
                  <a:pt x="87169" y="50280"/>
                </a:moveTo>
                <a:cubicBezTo>
                  <a:pt x="87194" y="50280"/>
                  <a:pt x="87194" y="50280"/>
                  <a:pt x="87219" y="50305"/>
                </a:cubicBezTo>
                <a:cubicBezTo>
                  <a:pt x="87841" y="52919"/>
                  <a:pt x="87468" y="56105"/>
                  <a:pt x="86298" y="59465"/>
                </a:cubicBezTo>
                <a:cubicBezTo>
                  <a:pt x="86248" y="59465"/>
                  <a:pt x="86248" y="59440"/>
                  <a:pt x="86223" y="59440"/>
                </a:cubicBezTo>
                <a:cubicBezTo>
                  <a:pt x="87418" y="56080"/>
                  <a:pt x="87791" y="52919"/>
                  <a:pt x="87169" y="50280"/>
                </a:cubicBezTo>
                <a:close/>
                <a:moveTo>
                  <a:pt x="79702" y="55532"/>
                </a:moveTo>
                <a:cubicBezTo>
                  <a:pt x="81593" y="57075"/>
                  <a:pt x="83709" y="58395"/>
                  <a:pt x="85999" y="59515"/>
                </a:cubicBezTo>
                <a:cubicBezTo>
                  <a:pt x="85999" y="59564"/>
                  <a:pt x="85999" y="59564"/>
                  <a:pt x="85974" y="59589"/>
                </a:cubicBezTo>
                <a:cubicBezTo>
                  <a:pt x="83684" y="58469"/>
                  <a:pt x="81519" y="57125"/>
                  <a:pt x="79627" y="55607"/>
                </a:cubicBezTo>
                <a:lnTo>
                  <a:pt x="79702" y="55532"/>
                </a:lnTo>
                <a:close/>
                <a:moveTo>
                  <a:pt x="51326" y="59490"/>
                </a:moveTo>
                <a:lnTo>
                  <a:pt x="51326" y="59515"/>
                </a:lnTo>
                <a:cubicBezTo>
                  <a:pt x="51326" y="59515"/>
                  <a:pt x="51326" y="59564"/>
                  <a:pt x="51351" y="59564"/>
                </a:cubicBezTo>
                <a:lnTo>
                  <a:pt x="51276" y="59614"/>
                </a:lnTo>
                <a:cubicBezTo>
                  <a:pt x="51276" y="59589"/>
                  <a:pt x="51276" y="59589"/>
                  <a:pt x="51251" y="59564"/>
                </a:cubicBezTo>
                <a:lnTo>
                  <a:pt x="51326" y="59490"/>
                </a:lnTo>
                <a:close/>
                <a:moveTo>
                  <a:pt x="4232" y="59614"/>
                </a:moveTo>
                <a:lnTo>
                  <a:pt x="4232" y="59614"/>
                </a:lnTo>
                <a:cubicBezTo>
                  <a:pt x="4223" y="59637"/>
                  <a:pt x="4214" y="59660"/>
                  <a:pt x="4205" y="59684"/>
                </a:cubicBezTo>
                <a:lnTo>
                  <a:pt x="4205" y="59684"/>
                </a:lnTo>
                <a:cubicBezTo>
                  <a:pt x="4212" y="59656"/>
                  <a:pt x="4218" y="59628"/>
                  <a:pt x="4232" y="59614"/>
                </a:cubicBezTo>
                <a:close/>
                <a:moveTo>
                  <a:pt x="86173" y="59589"/>
                </a:moveTo>
                <a:cubicBezTo>
                  <a:pt x="86198" y="59614"/>
                  <a:pt x="86198" y="59614"/>
                  <a:pt x="86223" y="59614"/>
                </a:cubicBezTo>
                <a:cubicBezTo>
                  <a:pt x="86223" y="59639"/>
                  <a:pt x="86198" y="59639"/>
                  <a:pt x="86198" y="59689"/>
                </a:cubicBezTo>
                <a:cubicBezTo>
                  <a:pt x="86173" y="59689"/>
                  <a:pt x="86173" y="59639"/>
                  <a:pt x="86123" y="59639"/>
                </a:cubicBezTo>
                <a:cubicBezTo>
                  <a:pt x="86123" y="59614"/>
                  <a:pt x="86173" y="59614"/>
                  <a:pt x="86173" y="59589"/>
                </a:cubicBezTo>
                <a:close/>
                <a:moveTo>
                  <a:pt x="61282" y="50280"/>
                </a:moveTo>
                <a:cubicBezTo>
                  <a:pt x="61332" y="50355"/>
                  <a:pt x="61431" y="50380"/>
                  <a:pt x="61481" y="50405"/>
                </a:cubicBezTo>
                <a:cubicBezTo>
                  <a:pt x="57748" y="53118"/>
                  <a:pt x="54387" y="56353"/>
                  <a:pt x="51649" y="59739"/>
                </a:cubicBezTo>
                <a:cubicBezTo>
                  <a:pt x="51624" y="59689"/>
                  <a:pt x="51599" y="59614"/>
                  <a:pt x="51525" y="59564"/>
                </a:cubicBezTo>
                <a:cubicBezTo>
                  <a:pt x="51624" y="59465"/>
                  <a:pt x="51699" y="59365"/>
                  <a:pt x="51774" y="59266"/>
                </a:cubicBezTo>
                <a:cubicBezTo>
                  <a:pt x="52023" y="59017"/>
                  <a:pt x="52247" y="58743"/>
                  <a:pt x="52496" y="58494"/>
                </a:cubicBezTo>
                <a:cubicBezTo>
                  <a:pt x="52620" y="58370"/>
                  <a:pt x="52720" y="58245"/>
                  <a:pt x="52844" y="58146"/>
                </a:cubicBezTo>
                <a:cubicBezTo>
                  <a:pt x="52968" y="58021"/>
                  <a:pt x="53093" y="57872"/>
                  <a:pt x="53217" y="57747"/>
                </a:cubicBezTo>
                <a:cubicBezTo>
                  <a:pt x="53242" y="57722"/>
                  <a:pt x="53267" y="57698"/>
                  <a:pt x="53317" y="57623"/>
                </a:cubicBezTo>
                <a:cubicBezTo>
                  <a:pt x="53491" y="57399"/>
                  <a:pt x="53715" y="57200"/>
                  <a:pt x="53939" y="57001"/>
                </a:cubicBezTo>
                <a:lnTo>
                  <a:pt x="54761" y="56154"/>
                </a:lnTo>
                <a:lnTo>
                  <a:pt x="54885" y="56030"/>
                </a:lnTo>
                <a:cubicBezTo>
                  <a:pt x="55059" y="55881"/>
                  <a:pt x="55209" y="55706"/>
                  <a:pt x="55383" y="55532"/>
                </a:cubicBezTo>
                <a:cubicBezTo>
                  <a:pt x="55881" y="55034"/>
                  <a:pt x="56379" y="54586"/>
                  <a:pt x="56876" y="54113"/>
                </a:cubicBezTo>
                <a:cubicBezTo>
                  <a:pt x="56976" y="54039"/>
                  <a:pt x="57051" y="53964"/>
                  <a:pt x="57125" y="53889"/>
                </a:cubicBezTo>
                <a:lnTo>
                  <a:pt x="57175" y="53864"/>
                </a:lnTo>
                <a:lnTo>
                  <a:pt x="58469" y="52645"/>
                </a:lnTo>
                <a:cubicBezTo>
                  <a:pt x="58619" y="52520"/>
                  <a:pt x="58793" y="52371"/>
                  <a:pt x="58942" y="52246"/>
                </a:cubicBezTo>
                <a:cubicBezTo>
                  <a:pt x="59341" y="51898"/>
                  <a:pt x="59714" y="51550"/>
                  <a:pt x="60112" y="51226"/>
                </a:cubicBezTo>
                <a:cubicBezTo>
                  <a:pt x="60311" y="51052"/>
                  <a:pt x="60461" y="50927"/>
                  <a:pt x="60660" y="50778"/>
                </a:cubicBezTo>
                <a:cubicBezTo>
                  <a:pt x="60859" y="50629"/>
                  <a:pt x="61083" y="50479"/>
                  <a:pt x="61282" y="50280"/>
                </a:cubicBezTo>
                <a:close/>
                <a:moveTo>
                  <a:pt x="4185" y="59735"/>
                </a:moveTo>
                <a:cubicBezTo>
                  <a:pt x="4162" y="59797"/>
                  <a:pt x="4138" y="59858"/>
                  <a:pt x="4114" y="59920"/>
                </a:cubicBezTo>
                <a:lnTo>
                  <a:pt x="4114" y="59920"/>
                </a:lnTo>
                <a:cubicBezTo>
                  <a:pt x="4136" y="59859"/>
                  <a:pt x="4159" y="59799"/>
                  <a:pt x="4182" y="59739"/>
                </a:cubicBezTo>
                <a:cubicBezTo>
                  <a:pt x="4183" y="59737"/>
                  <a:pt x="4184" y="59736"/>
                  <a:pt x="4185" y="59735"/>
                </a:cubicBezTo>
                <a:close/>
                <a:moveTo>
                  <a:pt x="51450" y="59714"/>
                </a:moveTo>
                <a:cubicBezTo>
                  <a:pt x="51475" y="59764"/>
                  <a:pt x="51525" y="59838"/>
                  <a:pt x="51575" y="59888"/>
                </a:cubicBezTo>
                <a:lnTo>
                  <a:pt x="51500" y="59963"/>
                </a:lnTo>
                <a:cubicBezTo>
                  <a:pt x="51475" y="59888"/>
                  <a:pt x="51450" y="59838"/>
                  <a:pt x="51375" y="59764"/>
                </a:cubicBezTo>
                <a:cubicBezTo>
                  <a:pt x="51400" y="59739"/>
                  <a:pt x="51400" y="59714"/>
                  <a:pt x="51450" y="59714"/>
                </a:cubicBezTo>
                <a:close/>
                <a:moveTo>
                  <a:pt x="61680" y="50529"/>
                </a:moveTo>
                <a:cubicBezTo>
                  <a:pt x="61705" y="50529"/>
                  <a:pt x="61705" y="50554"/>
                  <a:pt x="61730" y="50554"/>
                </a:cubicBezTo>
                <a:cubicBezTo>
                  <a:pt x="57947" y="53292"/>
                  <a:pt x="54561" y="56528"/>
                  <a:pt x="51823" y="59988"/>
                </a:cubicBezTo>
                <a:cubicBezTo>
                  <a:pt x="51823" y="59963"/>
                  <a:pt x="51774" y="59963"/>
                  <a:pt x="51774" y="59938"/>
                </a:cubicBezTo>
                <a:cubicBezTo>
                  <a:pt x="54561" y="56503"/>
                  <a:pt x="57922" y="53267"/>
                  <a:pt x="61680" y="50529"/>
                </a:cubicBezTo>
                <a:close/>
                <a:moveTo>
                  <a:pt x="45899" y="53466"/>
                </a:moveTo>
                <a:lnTo>
                  <a:pt x="46347" y="53889"/>
                </a:lnTo>
                <a:cubicBezTo>
                  <a:pt x="44754" y="55881"/>
                  <a:pt x="43410" y="57971"/>
                  <a:pt x="42315" y="60012"/>
                </a:cubicBezTo>
                <a:cubicBezTo>
                  <a:pt x="41892" y="59739"/>
                  <a:pt x="41419" y="59490"/>
                  <a:pt x="40946" y="59191"/>
                </a:cubicBezTo>
                <a:cubicBezTo>
                  <a:pt x="42514" y="57250"/>
                  <a:pt x="44157" y="55333"/>
                  <a:pt x="45899" y="53466"/>
                </a:cubicBezTo>
                <a:close/>
                <a:moveTo>
                  <a:pt x="114698" y="52595"/>
                </a:moveTo>
                <a:cubicBezTo>
                  <a:pt x="114723" y="52894"/>
                  <a:pt x="114748" y="53217"/>
                  <a:pt x="114748" y="53541"/>
                </a:cubicBezTo>
                <a:cubicBezTo>
                  <a:pt x="114350" y="55084"/>
                  <a:pt x="113877" y="56602"/>
                  <a:pt x="113305" y="58195"/>
                </a:cubicBezTo>
                <a:cubicBezTo>
                  <a:pt x="112757" y="58892"/>
                  <a:pt x="112110" y="59564"/>
                  <a:pt x="111363" y="60112"/>
                </a:cubicBezTo>
                <a:cubicBezTo>
                  <a:pt x="112632" y="57598"/>
                  <a:pt x="113753" y="55084"/>
                  <a:pt x="114698" y="52595"/>
                </a:cubicBezTo>
                <a:close/>
                <a:moveTo>
                  <a:pt x="46397" y="53939"/>
                </a:moveTo>
                <a:lnTo>
                  <a:pt x="46422" y="53989"/>
                </a:lnTo>
                <a:cubicBezTo>
                  <a:pt x="46497" y="54088"/>
                  <a:pt x="46497" y="54113"/>
                  <a:pt x="46472" y="54113"/>
                </a:cubicBezTo>
                <a:cubicBezTo>
                  <a:pt x="46123" y="54536"/>
                  <a:pt x="45800" y="54984"/>
                  <a:pt x="45476" y="55408"/>
                </a:cubicBezTo>
                <a:cubicBezTo>
                  <a:pt x="45377" y="55557"/>
                  <a:pt x="45252" y="55706"/>
                  <a:pt x="45153" y="55856"/>
                </a:cubicBezTo>
                <a:cubicBezTo>
                  <a:pt x="44929" y="56154"/>
                  <a:pt x="44680" y="56503"/>
                  <a:pt x="44481" y="56851"/>
                </a:cubicBezTo>
                <a:cubicBezTo>
                  <a:pt x="44381" y="57001"/>
                  <a:pt x="44281" y="57125"/>
                  <a:pt x="44182" y="57274"/>
                </a:cubicBezTo>
                <a:cubicBezTo>
                  <a:pt x="44132" y="57349"/>
                  <a:pt x="44107" y="57424"/>
                  <a:pt x="44033" y="57498"/>
                </a:cubicBezTo>
                <a:cubicBezTo>
                  <a:pt x="43809" y="57872"/>
                  <a:pt x="43560" y="58245"/>
                  <a:pt x="43385" y="58594"/>
                </a:cubicBezTo>
                <a:cubicBezTo>
                  <a:pt x="43062" y="59116"/>
                  <a:pt x="42788" y="59639"/>
                  <a:pt x="42514" y="60137"/>
                </a:cubicBezTo>
                <a:cubicBezTo>
                  <a:pt x="42514" y="60137"/>
                  <a:pt x="42489" y="60137"/>
                  <a:pt x="42489" y="60112"/>
                </a:cubicBezTo>
                <a:lnTo>
                  <a:pt x="42440" y="60112"/>
                </a:lnTo>
                <a:cubicBezTo>
                  <a:pt x="42564" y="59863"/>
                  <a:pt x="42688" y="59639"/>
                  <a:pt x="42813" y="59390"/>
                </a:cubicBezTo>
                <a:cubicBezTo>
                  <a:pt x="42813" y="59365"/>
                  <a:pt x="42863" y="59340"/>
                  <a:pt x="42888" y="59291"/>
                </a:cubicBezTo>
                <a:lnTo>
                  <a:pt x="43360" y="58469"/>
                </a:lnTo>
                <a:cubicBezTo>
                  <a:pt x="43360" y="58469"/>
                  <a:pt x="43360" y="58419"/>
                  <a:pt x="43385" y="58419"/>
                </a:cubicBezTo>
                <a:cubicBezTo>
                  <a:pt x="43560" y="58121"/>
                  <a:pt x="43759" y="57847"/>
                  <a:pt x="43933" y="57523"/>
                </a:cubicBezTo>
                <a:cubicBezTo>
                  <a:pt x="44132" y="57225"/>
                  <a:pt x="44306" y="56926"/>
                  <a:pt x="44505" y="56627"/>
                </a:cubicBezTo>
                <a:cubicBezTo>
                  <a:pt x="44530" y="56602"/>
                  <a:pt x="44555" y="56553"/>
                  <a:pt x="44555" y="56503"/>
                </a:cubicBezTo>
                <a:cubicBezTo>
                  <a:pt x="44754" y="56229"/>
                  <a:pt x="44929" y="55980"/>
                  <a:pt x="45128" y="55681"/>
                </a:cubicBezTo>
                <a:cubicBezTo>
                  <a:pt x="45352" y="55408"/>
                  <a:pt x="45526" y="55109"/>
                  <a:pt x="45750" y="54810"/>
                </a:cubicBezTo>
                <a:cubicBezTo>
                  <a:pt x="45800" y="54760"/>
                  <a:pt x="45850" y="54686"/>
                  <a:pt x="45899" y="54611"/>
                </a:cubicBezTo>
                <a:cubicBezTo>
                  <a:pt x="46049" y="54387"/>
                  <a:pt x="46248" y="54163"/>
                  <a:pt x="46397" y="53939"/>
                </a:cubicBezTo>
                <a:close/>
                <a:moveTo>
                  <a:pt x="51649" y="60062"/>
                </a:moveTo>
                <a:cubicBezTo>
                  <a:pt x="51649" y="60087"/>
                  <a:pt x="51699" y="60112"/>
                  <a:pt x="51699" y="60112"/>
                </a:cubicBezTo>
                <a:lnTo>
                  <a:pt x="51624" y="60187"/>
                </a:lnTo>
                <a:cubicBezTo>
                  <a:pt x="51624" y="60137"/>
                  <a:pt x="51599" y="60137"/>
                  <a:pt x="51599" y="60112"/>
                </a:cubicBezTo>
                <a:lnTo>
                  <a:pt x="51649" y="60062"/>
                </a:lnTo>
                <a:close/>
                <a:moveTo>
                  <a:pt x="40822" y="59315"/>
                </a:moveTo>
                <a:cubicBezTo>
                  <a:pt x="41295" y="59589"/>
                  <a:pt x="41767" y="59888"/>
                  <a:pt x="42240" y="60137"/>
                </a:cubicBezTo>
                <a:cubicBezTo>
                  <a:pt x="42240" y="60187"/>
                  <a:pt x="42191" y="60187"/>
                  <a:pt x="42191" y="60212"/>
                </a:cubicBezTo>
                <a:cubicBezTo>
                  <a:pt x="41743" y="59963"/>
                  <a:pt x="41270" y="59689"/>
                  <a:pt x="40797" y="59365"/>
                </a:cubicBezTo>
                <a:cubicBezTo>
                  <a:pt x="40797" y="59340"/>
                  <a:pt x="40822" y="59340"/>
                  <a:pt x="40822" y="59315"/>
                </a:cubicBezTo>
                <a:close/>
                <a:moveTo>
                  <a:pt x="42440" y="60261"/>
                </a:moveTo>
                <a:cubicBezTo>
                  <a:pt x="42440" y="60261"/>
                  <a:pt x="42489" y="60261"/>
                  <a:pt x="42489" y="60311"/>
                </a:cubicBezTo>
                <a:cubicBezTo>
                  <a:pt x="42489" y="60336"/>
                  <a:pt x="42440" y="60336"/>
                  <a:pt x="42440" y="60361"/>
                </a:cubicBezTo>
                <a:cubicBezTo>
                  <a:pt x="42415" y="60361"/>
                  <a:pt x="42415" y="60361"/>
                  <a:pt x="42390" y="60336"/>
                </a:cubicBezTo>
                <a:cubicBezTo>
                  <a:pt x="42390" y="60311"/>
                  <a:pt x="42415" y="60311"/>
                  <a:pt x="42415" y="60261"/>
                </a:cubicBezTo>
                <a:close/>
                <a:moveTo>
                  <a:pt x="114599" y="52097"/>
                </a:moveTo>
                <a:cubicBezTo>
                  <a:pt x="114599" y="52122"/>
                  <a:pt x="114624" y="52172"/>
                  <a:pt x="114624" y="52222"/>
                </a:cubicBezTo>
                <a:cubicBezTo>
                  <a:pt x="113628" y="54885"/>
                  <a:pt x="112433" y="57598"/>
                  <a:pt x="111064" y="60336"/>
                </a:cubicBezTo>
                <a:cubicBezTo>
                  <a:pt x="111015" y="60361"/>
                  <a:pt x="110990" y="60386"/>
                  <a:pt x="110965" y="60386"/>
                </a:cubicBezTo>
                <a:cubicBezTo>
                  <a:pt x="112359" y="57598"/>
                  <a:pt x="113603" y="54835"/>
                  <a:pt x="114599" y="52097"/>
                </a:cubicBezTo>
                <a:close/>
                <a:moveTo>
                  <a:pt x="87443" y="50355"/>
                </a:moveTo>
                <a:lnTo>
                  <a:pt x="87443" y="50355"/>
                </a:lnTo>
                <a:cubicBezTo>
                  <a:pt x="87692" y="50405"/>
                  <a:pt x="87916" y="50479"/>
                  <a:pt x="88164" y="50529"/>
                </a:cubicBezTo>
                <a:cubicBezTo>
                  <a:pt x="88214" y="50529"/>
                  <a:pt x="88289" y="50554"/>
                  <a:pt x="88339" y="50554"/>
                </a:cubicBezTo>
                <a:cubicBezTo>
                  <a:pt x="88438" y="50579"/>
                  <a:pt x="88563" y="50579"/>
                  <a:pt x="88662" y="50629"/>
                </a:cubicBezTo>
                <a:cubicBezTo>
                  <a:pt x="88812" y="50653"/>
                  <a:pt x="88986" y="50678"/>
                  <a:pt x="89160" y="50728"/>
                </a:cubicBezTo>
                <a:cubicBezTo>
                  <a:pt x="89210" y="50728"/>
                  <a:pt x="89285" y="50753"/>
                  <a:pt x="89359" y="50753"/>
                </a:cubicBezTo>
                <a:lnTo>
                  <a:pt x="89409" y="50753"/>
                </a:lnTo>
                <a:cubicBezTo>
                  <a:pt x="89434" y="50753"/>
                  <a:pt x="89484" y="50753"/>
                  <a:pt x="89534" y="50778"/>
                </a:cubicBezTo>
                <a:lnTo>
                  <a:pt x="90181" y="50877"/>
                </a:lnTo>
                <a:cubicBezTo>
                  <a:pt x="90305" y="50902"/>
                  <a:pt x="90430" y="50902"/>
                  <a:pt x="90554" y="50902"/>
                </a:cubicBezTo>
                <a:cubicBezTo>
                  <a:pt x="90778" y="50927"/>
                  <a:pt x="91027" y="50952"/>
                  <a:pt x="91226" y="50952"/>
                </a:cubicBezTo>
                <a:lnTo>
                  <a:pt x="91351" y="50952"/>
                </a:lnTo>
                <a:cubicBezTo>
                  <a:pt x="91450" y="50952"/>
                  <a:pt x="91575" y="50952"/>
                  <a:pt x="91674" y="51002"/>
                </a:cubicBezTo>
                <a:lnTo>
                  <a:pt x="91799" y="51002"/>
                </a:lnTo>
                <a:cubicBezTo>
                  <a:pt x="91898" y="51002"/>
                  <a:pt x="91948" y="51002"/>
                  <a:pt x="92048" y="51027"/>
                </a:cubicBezTo>
                <a:cubicBezTo>
                  <a:pt x="92147" y="51027"/>
                  <a:pt x="92222" y="51027"/>
                  <a:pt x="92321" y="51052"/>
                </a:cubicBezTo>
                <a:lnTo>
                  <a:pt x="93417" y="51052"/>
                </a:lnTo>
                <a:cubicBezTo>
                  <a:pt x="93989" y="51052"/>
                  <a:pt x="94586" y="51027"/>
                  <a:pt x="95184" y="51002"/>
                </a:cubicBezTo>
                <a:lnTo>
                  <a:pt x="95184" y="51002"/>
                </a:lnTo>
                <a:cubicBezTo>
                  <a:pt x="93392" y="54238"/>
                  <a:pt x="91276" y="57449"/>
                  <a:pt x="88936" y="60585"/>
                </a:cubicBezTo>
                <a:cubicBezTo>
                  <a:pt x="88090" y="60261"/>
                  <a:pt x="87244" y="59888"/>
                  <a:pt x="86447" y="59515"/>
                </a:cubicBezTo>
                <a:cubicBezTo>
                  <a:pt x="87617" y="56154"/>
                  <a:pt x="88040" y="53018"/>
                  <a:pt x="87443" y="50355"/>
                </a:cubicBezTo>
                <a:close/>
                <a:moveTo>
                  <a:pt x="113105" y="58718"/>
                </a:moveTo>
                <a:lnTo>
                  <a:pt x="113105" y="58718"/>
                </a:lnTo>
                <a:cubicBezTo>
                  <a:pt x="113081" y="58768"/>
                  <a:pt x="113081" y="58843"/>
                  <a:pt x="113056" y="58892"/>
                </a:cubicBezTo>
                <a:cubicBezTo>
                  <a:pt x="112508" y="59515"/>
                  <a:pt x="111861" y="60087"/>
                  <a:pt x="111114" y="60585"/>
                </a:cubicBezTo>
                <a:cubicBezTo>
                  <a:pt x="111139" y="60560"/>
                  <a:pt x="111139" y="60510"/>
                  <a:pt x="111189" y="60460"/>
                </a:cubicBezTo>
                <a:cubicBezTo>
                  <a:pt x="111936" y="59938"/>
                  <a:pt x="112583" y="59365"/>
                  <a:pt x="113105" y="58718"/>
                </a:cubicBezTo>
                <a:close/>
                <a:moveTo>
                  <a:pt x="95532" y="51027"/>
                </a:moveTo>
                <a:cubicBezTo>
                  <a:pt x="93665" y="54263"/>
                  <a:pt x="91525" y="57498"/>
                  <a:pt x="89185" y="60684"/>
                </a:cubicBezTo>
                <a:cubicBezTo>
                  <a:pt x="89160" y="60684"/>
                  <a:pt x="89160" y="60635"/>
                  <a:pt x="89110" y="60635"/>
                </a:cubicBezTo>
                <a:cubicBezTo>
                  <a:pt x="91475" y="57474"/>
                  <a:pt x="93591" y="54238"/>
                  <a:pt x="95458" y="51027"/>
                </a:cubicBezTo>
                <a:close/>
                <a:moveTo>
                  <a:pt x="86372" y="59714"/>
                </a:moveTo>
                <a:cubicBezTo>
                  <a:pt x="87194" y="60087"/>
                  <a:pt x="87990" y="60436"/>
                  <a:pt x="88812" y="60734"/>
                </a:cubicBezTo>
                <a:cubicBezTo>
                  <a:pt x="88812" y="60759"/>
                  <a:pt x="88787" y="60759"/>
                  <a:pt x="88787" y="60809"/>
                </a:cubicBezTo>
                <a:cubicBezTo>
                  <a:pt x="87965" y="60485"/>
                  <a:pt x="87169" y="60137"/>
                  <a:pt x="86347" y="59764"/>
                </a:cubicBezTo>
                <a:cubicBezTo>
                  <a:pt x="86372" y="59739"/>
                  <a:pt x="86372" y="59714"/>
                  <a:pt x="86372" y="59714"/>
                </a:cubicBezTo>
                <a:close/>
                <a:moveTo>
                  <a:pt x="110865" y="60685"/>
                </a:moveTo>
                <a:lnTo>
                  <a:pt x="110865" y="60685"/>
                </a:lnTo>
                <a:cubicBezTo>
                  <a:pt x="110840" y="60709"/>
                  <a:pt x="110840" y="60734"/>
                  <a:pt x="110815" y="60809"/>
                </a:cubicBezTo>
                <a:cubicBezTo>
                  <a:pt x="110766" y="60834"/>
                  <a:pt x="110741" y="60834"/>
                  <a:pt x="110716" y="60859"/>
                </a:cubicBezTo>
                <a:cubicBezTo>
                  <a:pt x="110741" y="60834"/>
                  <a:pt x="110741" y="60809"/>
                  <a:pt x="110766" y="60734"/>
                </a:cubicBezTo>
                <a:cubicBezTo>
                  <a:pt x="110815" y="60709"/>
                  <a:pt x="110840" y="60709"/>
                  <a:pt x="110865" y="60685"/>
                </a:cubicBezTo>
                <a:close/>
                <a:moveTo>
                  <a:pt x="88986" y="60809"/>
                </a:moveTo>
                <a:cubicBezTo>
                  <a:pt x="89036" y="60809"/>
                  <a:pt x="89061" y="60834"/>
                  <a:pt x="89061" y="60834"/>
                </a:cubicBezTo>
                <a:cubicBezTo>
                  <a:pt x="89061" y="60859"/>
                  <a:pt x="89011" y="60859"/>
                  <a:pt x="89011" y="60884"/>
                </a:cubicBezTo>
                <a:cubicBezTo>
                  <a:pt x="88986" y="60884"/>
                  <a:pt x="88986" y="60884"/>
                  <a:pt x="88961" y="60859"/>
                </a:cubicBezTo>
                <a:cubicBezTo>
                  <a:pt x="88961" y="60834"/>
                  <a:pt x="88986" y="60834"/>
                  <a:pt x="88986" y="60809"/>
                </a:cubicBezTo>
                <a:close/>
                <a:moveTo>
                  <a:pt x="33578" y="54536"/>
                </a:moveTo>
                <a:cubicBezTo>
                  <a:pt x="35843" y="56279"/>
                  <a:pt x="38133" y="57897"/>
                  <a:pt x="40299" y="59315"/>
                </a:cubicBezTo>
                <a:cubicBezTo>
                  <a:pt x="39801" y="59963"/>
                  <a:pt x="39303" y="60585"/>
                  <a:pt x="38805" y="61232"/>
                </a:cubicBezTo>
                <a:cubicBezTo>
                  <a:pt x="36914" y="59689"/>
                  <a:pt x="34723" y="58345"/>
                  <a:pt x="32433" y="57225"/>
                </a:cubicBezTo>
                <a:cubicBezTo>
                  <a:pt x="32782" y="56329"/>
                  <a:pt x="33180" y="55408"/>
                  <a:pt x="33578" y="54536"/>
                </a:cubicBezTo>
                <a:close/>
                <a:moveTo>
                  <a:pt x="40498" y="59365"/>
                </a:moveTo>
                <a:cubicBezTo>
                  <a:pt x="40523" y="59365"/>
                  <a:pt x="40523" y="59390"/>
                  <a:pt x="40548" y="59390"/>
                </a:cubicBezTo>
                <a:cubicBezTo>
                  <a:pt x="40050" y="60062"/>
                  <a:pt x="39527" y="60709"/>
                  <a:pt x="39054" y="61357"/>
                </a:cubicBezTo>
                <a:cubicBezTo>
                  <a:pt x="39029" y="61357"/>
                  <a:pt x="39029" y="61332"/>
                  <a:pt x="39005" y="61332"/>
                </a:cubicBezTo>
                <a:cubicBezTo>
                  <a:pt x="39453" y="60684"/>
                  <a:pt x="39950" y="60012"/>
                  <a:pt x="40498" y="59365"/>
                </a:cubicBezTo>
                <a:close/>
                <a:moveTo>
                  <a:pt x="3612" y="61301"/>
                </a:moveTo>
                <a:cubicBezTo>
                  <a:pt x="3605" y="61323"/>
                  <a:pt x="3598" y="61344"/>
                  <a:pt x="3592" y="61365"/>
                </a:cubicBezTo>
                <a:lnTo>
                  <a:pt x="3592" y="61365"/>
                </a:lnTo>
                <a:cubicBezTo>
                  <a:pt x="3596" y="61344"/>
                  <a:pt x="3601" y="61323"/>
                  <a:pt x="3609" y="61307"/>
                </a:cubicBezTo>
                <a:cubicBezTo>
                  <a:pt x="3610" y="61305"/>
                  <a:pt x="3611" y="61303"/>
                  <a:pt x="3612" y="61301"/>
                </a:cubicBezTo>
                <a:close/>
                <a:moveTo>
                  <a:pt x="32408" y="57374"/>
                </a:moveTo>
                <a:cubicBezTo>
                  <a:pt x="34698" y="58469"/>
                  <a:pt x="36839" y="59838"/>
                  <a:pt x="38706" y="61357"/>
                </a:cubicBezTo>
                <a:lnTo>
                  <a:pt x="38681" y="61381"/>
                </a:lnTo>
                <a:cubicBezTo>
                  <a:pt x="36789" y="59863"/>
                  <a:pt x="34649" y="58519"/>
                  <a:pt x="32359" y="57449"/>
                </a:cubicBezTo>
                <a:cubicBezTo>
                  <a:pt x="32359" y="57399"/>
                  <a:pt x="32359" y="57399"/>
                  <a:pt x="32408" y="57374"/>
                </a:cubicBezTo>
                <a:close/>
                <a:moveTo>
                  <a:pt x="38880" y="61481"/>
                </a:moveTo>
                <a:cubicBezTo>
                  <a:pt x="38905" y="61481"/>
                  <a:pt x="38905" y="61506"/>
                  <a:pt x="38930" y="61506"/>
                </a:cubicBezTo>
                <a:lnTo>
                  <a:pt x="38905" y="61556"/>
                </a:lnTo>
                <a:cubicBezTo>
                  <a:pt x="38880" y="61556"/>
                  <a:pt x="38830" y="61506"/>
                  <a:pt x="38830" y="61506"/>
                </a:cubicBezTo>
                <a:lnTo>
                  <a:pt x="38880" y="61481"/>
                </a:lnTo>
                <a:close/>
                <a:moveTo>
                  <a:pt x="113305" y="58942"/>
                </a:moveTo>
                <a:cubicBezTo>
                  <a:pt x="112956" y="59813"/>
                  <a:pt x="112583" y="60709"/>
                  <a:pt x="112234" y="61481"/>
                </a:cubicBezTo>
                <a:cubicBezTo>
                  <a:pt x="112217" y="61533"/>
                  <a:pt x="112197" y="61581"/>
                  <a:pt x="112176" y="61630"/>
                </a:cubicBezTo>
                <a:lnTo>
                  <a:pt x="112176" y="61630"/>
                </a:lnTo>
                <a:cubicBezTo>
                  <a:pt x="112515" y="60759"/>
                  <a:pt x="112870" y="59888"/>
                  <a:pt x="113205" y="59017"/>
                </a:cubicBezTo>
                <a:lnTo>
                  <a:pt x="113305" y="58942"/>
                </a:lnTo>
                <a:close/>
                <a:moveTo>
                  <a:pt x="113804" y="58252"/>
                </a:moveTo>
                <a:cubicBezTo>
                  <a:pt x="113489" y="59031"/>
                  <a:pt x="113197" y="59832"/>
                  <a:pt x="112856" y="60610"/>
                </a:cubicBezTo>
                <a:cubicBezTo>
                  <a:pt x="112732" y="60884"/>
                  <a:pt x="112608" y="61207"/>
                  <a:pt x="112483" y="61481"/>
                </a:cubicBezTo>
                <a:cubicBezTo>
                  <a:pt x="112483" y="61506"/>
                  <a:pt x="112458" y="61556"/>
                  <a:pt x="112458" y="61581"/>
                </a:cubicBezTo>
                <a:cubicBezTo>
                  <a:pt x="112458" y="61605"/>
                  <a:pt x="112408" y="61605"/>
                  <a:pt x="112408" y="61630"/>
                </a:cubicBezTo>
                <a:cubicBezTo>
                  <a:pt x="112368" y="61773"/>
                  <a:pt x="112294" y="61899"/>
                  <a:pt x="112241" y="62022"/>
                </a:cubicBezTo>
                <a:lnTo>
                  <a:pt x="112241" y="62022"/>
                </a:lnTo>
                <a:cubicBezTo>
                  <a:pt x="112434" y="61526"/>
                  <a:pt x="112669" y="61029"/>
                  <a:pt x="112881" y="60510"/>
                </a:cubicBezTo>
                <a:cubicBezTo>
                  <a:pt x="112881" y="60485"/>
                  <a:pt x="112931" y="60460"/>
                  <a:pt x="112931" y="60386"/>
                </a:cubicBezTo>
                <a:cubicBezTo>
                  <a:pt x="113180" y="59764"/>
                  <a:pt x="113429" y="59116"/>
                  <a:pt x="113653" y="58494"/>
                </a:cubicBezTo>
                <a:cubicBezTo>
                  <a:pt x="113653" y="58469"/>
                  <a:pt x="113703" y="58444"/>
                  <a:pt x="113703" y="58395"/>
                </a:cubicBezTo>
                <a:cubicBezTo>
                  <a:pt x="113728" y="58370"/>
                  <a:pt x="113753" y="58345"/>
                  <a:pt x="113753" y="58320"/>
                </a:cubicBezTo>
                <a:cubicBezTo>
                  <a:pt x="113782" y="58290"/>
                  <a:pt x="113794" y="58270"/>
                  <a:pt x="113804" y="58252"/>
                </a:cubicBezTo>
                <a:close/>
                <a:moveTo>
                  <a:pt x="110616" y="44804"/>
                </a:moveTo>
                <a:cubicBezTo>
                  <a:pt x="112732" y="47069"/>
                  <a:pt x="114076" y="49484"/>
                  <a:pt x="114574" y="51749"/>
                </a:cubicBezTo>
                <a:cubicBezTo>
                  <a:pt x="113479" y="54636"/>
                  <a:pt x="112184" y="57623"/>
                  <a:pt x="110641" y="60610"/>
                </a:cubicBezTo>
                <a:cubicBezTo>
                  <a:pt x="109695" y="61207"/>
                  <a:pt x="108575" y="61705"/>
                  <a:pt x="107331" y="62078"/>
                </a:cubicBezTo>
                <a:cubicBezTo>
                  <a:pt x="108376" y="59017"/>
                  <a:pt x="109073" y="56129"/>
                  <a:pt x="109322" y="53391"/>
                </a:cubicBezTo>
                <a:lnTo>
                  <a:pt x="109322" y="53342"/>
                </a:lnTo>
                <a:lnTo>
                  <a:pt x="109322" y="53292"/>
                </a:lnTo>
                <a:lnTo>
                  <a:pt x="109322" y="53217"/>
                </a:lnTo>
                <a:cubicBezTo>
                  <a:pt x="109347" y="52794"/>
                  <a:pt x="109372" y="52396"/>
                  <a:pt x="109372" y="51998"/>
                </a:cubicBezTo>
                <a:lnTo>
                  <a:pt x="109372" y="51973"/>
                </a:lnTo>
                <a:lnTo>
                  <a:pt x="109372" y="51823"/>
                </a:lnTo>
                <a:lnTo>
                  <a:pt x="109372" y="51774"/>
                </a:lnTo>
                <a:lnTo>
                  <a:pt x="109372" y="51550"/>
                </a:lnTo>
                <a:lnTo>
                  <a:pt x="109372" y="50429"/>
                </a:lnTo>
                <a:lnTo>
                  <a:pt x="109372" y="50355"/>
                </a:lnTo>
                <a:cubicBezTo>
                  <a:pt x="109372" y="50230"/>
                  <a:pt x="109372" y="50106"/>
                  <a:pt x="109347" y="49981"/>
                </a:cubicBezTo>
                <a:cubicBezTo>
                  <a:pt x="109347" y="49658"/>
                  <a:pt x="109297" y="49359"/>
                  <a:pt x="109272" y="49060"/>
                </a:cubicBezTo>
                <a:lnTo>
                  <a:pt x="109272" y="48886"/>
                </a:lnTo>
                <a:cubicBezTo>
                  <a:pt x="109272" y="48787"/>
                  <a:pt x="109247" y="48687"/>
                  <a:pt x="109247" y="48563"/>
                </a:cubicBezTo>
                <a:lnTo>
                  <a:pt x="109247" y="48513"/>
                </a:lnTo>
                <a:cubicBezTo>
                  <a:pt x="109222" y="48388"/>
                  <a:pt x="109222" y="48239"/>
                  <a:pt x="109222" y="48115"/>
                </a:cubicBezTo>
                <a:cubicBezTo>
                  <a:pt x="109670" y="47019"/>
                  <a:pt x="110118" y="45924"/>
                  <a:pt x="110517" y="44879"/>
                </a:cubicBezTo>
                <a:cubicBezTo>
                  <a:pt x="110542" y="44829"/>
                  <a:pt x="110591" y="44804"/>
                  <a:pt x="110616" y="44804"/>
                </a:cubicBezTo>
                <a:close/>
                <a:moveTo>
                  <a:pt x="109073" y="48513"/>
                </a:moveTo>
                <a:cubicBezTo>
                  <a:pt x="109073" y="48563"/>
                  <a:pt x="109098" y="48637"/>
                  <a:pt x="109098" y="48737"/>
                </a:cubicBezTo>
                <a:cubicBezTo>
                  <a:pt x="109123" y="48886"/>
                  <a:pt x="109123" y="49036"/>
                  <a:pt x="109148" y="49185"/>
                </a:cubicBezTo>
                <a:lnTo>
                  <a:pt x="109148" y="49309"/>
                </a:lnTo>
                <a:cubicBezTo>
                  <a:pt x="109197" y="49633"/>
                  <a:pt x="109197" y="49932"/>
                  <a:pt x="109222" y="50230"/>
                </a:cubicBezTo>
                <a:lnTo>
                  <a:pt x="109222" y="50554"/>
                </a:lnTo>
                <a:lnTo>
                  <a:pt x="109222" y="51848"/>
                </a:lnTo>
                <a:lnTo>
                  <a:pt x="109222" y="51923"/>
                </a:lnTo>
                <a:cubicBezTo>
                  <a:pt x="109222" y="52122"/>
                  <a:pt x="109197" y="52346"/>
                  <a:pt x="109197" y="52520"/>
                </a:cubicBezTo>
                <a:cubicBezTo>
                  <a:pt x="109197" y="52620"/>
                  <a:pt x="109197" y="52744"/>
                  <a:pt x="109148" y="52844"/>
                </a:cubicBezTo>
                <a:cubicBezTo>
                  <a:pt x="109148" y="52919"/>
                  <a:pt x="109148" y="53043"/>
                  <a:pt x="109123" y="53143"/>
                </a:cubicBezTo>
                <a:cubicBezTo>
                  <a:pt x="109098" y="53342"/>
                  <a:pt x="109098" y="53541"/>
                  <a:pt x="109073" y="53740"/>
                </a:cubicBezTo>
                <a:cubicBezTo>
                  <a:pt x="109023" y="54138"/>
                  <a:pt x="108973" y="54536"/>
                  <a:pt x="108899" y="54960"/>
                </a:cubicBezTo>
                <a:cubicBezTo>
                  <a:pt x="108849" y="55408"/>
                  <a:pt x="108749" y="55881"/>
                  <a:pt x="108650" y="56329"/>
                </a:cubicBezTo>
                <a:cubicBezTo>
                  <a:pt x="108625" y="56528"/>
                  <a:pt x="108575" y="56777"/>
                  <a:pt x="108525" y="57026"/>
                </a:cubicBezTo>
                <a:cubicBezTo>
                  <a:pt x="108351" y="57847"/>
                  <a:pt x="108152" y="58643"/>
                  <a:pt x="107903" y="59490"/>
                </a:cubicBezTo>
                <a:cubicBezTo>
                  <a:pt x="107853" y="59714"/>
                  <a:pt x="107779" y="59963"/>
                  <a:pt x="107704" y="60187"/>
                </a:cubicBezTo>
                <a:cubicBezTo>
                  <a:pt x="107505" y="60759"/>
                  <a:pt x="107281" y="61456"/>
                  <a:pt x="107032" y="62128"/>
                </a:cubicBezTo>
                <a:cubicBezTo>
                  <a:pt x="107007" y="62128"/>
                  <a:pt x="107007" y="62128"/>
                  <a:pt x="106982" y="62178"/>
                </a:cubicBezTo>
                <a:cubicBezTo>
                  <a:pt x="107032" y="62004"/>
                  <a:pt x="107082" y="61854"/>
                  <a:pt x="107132" y="61680"/>
                </a:cubicBezTo>
                <a:cubicBezTo>
                  <a:pt x="107132" y="61630"/>
                  <a:pt x="107156" y="61605"/>
                  <a:pt x="107156" y="61605"/>
                </a:cubicBezTo>
                <a:lnTo>
                  <a:pt x="107256" y="61332"/>
                </a:lnTo>
                <a:cubicBezTo>
                  <a:pt x="107356" y="61008"/>
                  <a:pt x="107480" y="60684"/>
                  <a:pt x="107580" y="60361"/>
                </a:cubicBezTo>
                <a:cubicBezTo>
                  <a:pt x="107604" y="60236"/>
                  <a:pt x="107654" y="60087"/>
                  <a:pt x="107704" y="59963"/>
                </a:cubicBezTo>
                <a:cubicBezTo>
                  <a:pt x="107779" y="59714"/>
                  <a:pt x="107853" y="59440"/>
                  <a:pt x="107903" y="59191"/>
                </a:cubicBezTo>
                <a:cubicBezTo>
                  <a:pt x="107953" y="59116"/>
                  <a:pt x="107953" y="59017"/>
                  <a:pt x="107978" y="58967"/>
                </a:cubicBezTo>
                <a:cubicBezTo>
                  <a:pt x="108003" y="58867"/>
                  <a:pt x="108003" y="58818"/>
                  <a:pt x="108028" y="58718"/>
                </a:cubicBezTo>
                <a:cubicBezTo>
                  <a:pt x="108077" y="58594"/>
                  <a:pt x="108102" y="58444"/>
                  <a:pt x="108127" y="58320"/>
                </a:cubicBezTo>
                <a:cubicBezTo>
                  <a:pt x="108127" y="58270"/>
                  <a:pt x="108152" y="58220"/>
                  <a:pt x="108152" y="58195"/>
                </a:cubicBezTo>
                <a:lnTo>
                  <a:pt x="108152" y="58146"/>
                </a:lnTo>
                <a:cubicBezTo>
                  <a:pt x="108227" y="57946"/>
                  <a:pt x="108252" y="57747"/>
                  <a:pt x="108326" y="57523"/>
                </a:cubicBezTo>
                <a:lnTo>
                  <a:pt x="108326" y="57498"/>
                </a:lnTo>
                <a:cubicBezTo>
                  <a:pt x="108376" y="57250"/>
                  <a:pt x="108451" y="56976"/>
                  <a:pt x="108501" y="56727"/>
                </a:cubicBezTo>
                <a:cubicBezTo>
                  <a:pt x="108501" y="56702"/>
                  <a:pt x="108501" y="56652"/>
                  <a:pt x="108525" y="56627"/>
                </a:cubicBezTo>
                <a:cubicBezTo>
                  <a:pt x="108525" y="56602"/>
                  <a:pt x="108525" y="56528"/>
                  <a:pt x="108575" y="56503"/>
                </a:cubicBezTo>
                <a:lnTo>
                  <a:pt x="108575" y="56478"/>
                </a:lnTo>
                <a:lnTo>
                  <a:pt x="108650" y="56005"/>
                </a:lnTo>
                <a:cubicBezTo>
                  <a:pt x="108700" y="55881"/>
                  <a:pt x="108700" y="55756"/>
                  <a:pt x="108725" y="55632"/>
                </a:cubicBezTo>
                <a:cubicBezTo>
                  <a:pt x="108749" y="55482"/>
                  <a:pt x="108774" y="55283"/>
                  <a:pt x="108824" y="55134"/>
                </a:cubicBezTo>
                <a:cubicBezTo>
                  <a:pt x="108849" y="54910"/>
                  <a:pt x="108874" y="54736"/>
                  <a:pt x="108899" y="54536"/>
                </a:cubicBezTo>
                <a:cubicBezTo>
                  <a:pt x="108949" y="54412"/>
                  <a:pt x="108949" y="54288"/>
                  <a:pt x="108973" y="54163"/>
                </a:cubicBezTo>
                <a:cubicBezTo>
                  <a:pt x="108973" y="54113"/>
                  <a:pt x="108998" y="54039"/>
                  <a:pt x="108998" y="53964"/>
                </a:cubicBezTo>
                <a:cubicBezTo>
                  <a:pt x="108998" y="53839"/>
                  <a:pt x="109023" y="53715"/>
                  <a:pt x="109023" y="53591"/>
                </a:cubicBezTo>
                <a:cubicBezTo>
                  <a:pt x="109023" y="53516"/>
                  <a:pt x="109023" y="53491"/>
                  <a:pt x="109073" y="53416"/>
                </a:cubicBezTo>
                <a:cubicBezTo>
                  <a:pt x="109073" y="53292"/>
                  <a:pt x="109098" y="53167"/>
                  <a:pt x="109098" y="53043"/>
                </a:cubicBezTo>
                <a:cubicBezTo>
                  <a:pt x="109098" y="52968"/>
                  <a:pt x="109123" y="52894"/>
                  <a:pt x="109123" y="52794"/>
                </a:cubicBezTo>
                <a:cubicBezTo>
                  <a:pt x="109123" y="52670"/>
                  <a:pt x="109148" y="52520"/>
                  <a:pt x="109148" y="52396"/>
                </a:cubicBezTo>
                <a:lnTo>
                  <a:pt x="109148" y="52147"/>
                </a:lnTo>
                <a:lnTo>
                  <a:pt x="109148" y="51898"/>
                </a:lnTo>
                <a:lnTo>
                  <a:pt x="109148" y="51624"/>
                </a:lnTo>
                <a:lnTo>
                  <a:pt x="109148" y="51475"/>
                </a:lnTo>
                <a:lnTo>
                  <a:pt x="109148" y="50877"/>
                </a:lnTo>
                <a:lnTo>
                  <a:pt x="109148" y="50728"/>
                </a:lnTo>
                <a:lnTo>
                  <a:pt x="109148" y="50405"/>
                </a:lnTo>
                <a:lnTo>
                  <a:pt x="109148" y="50180"/>
                </a:lnTo>
                <a:lnTo>
                  <a:pt x="109148" y="50131"/>
                </a:lnTo>
                <a:cubicBezTo>
                  <a:pt x="109148" y="49882"/>
                  <a:pt x="109123" y="49658"/>
                  <a:pt x="109098" y="49409"/>
                </a:cubicBezTo>
                <a:cubicBezTo>
                  <a:pt x="109098" y="49309"/>
                  <a:pt x="109098" y="49185"/>
                  <a:pt x="109073" y="49110"/>
                </a:cubicBezTo>
                <a:lnTo>
                  <a:pt x="109073" y="49060"/>
                </a:lnTo>
                <a:cubicBezTo>
                  <a:pt x="109073" y="49011"/>
                  <a:pt x="109073" y="48936"/>
                  <a:pt x="109023" y="48911"/>
                </a:cubicBezTo>
                <a:lnTo>
                  <a:pt x="109023" y="48811"/>
                </a:lnTo>
                <a:cubicBezTo>
                  <a:pt x="109023" y="48762"/>
                  <a:pt x="109023" y="48687"/>
                  <a:pt x="108998" y="48637"/>
                </a:cubicBezTo>
                <a:lnTo>
                  <a:pt x="108998" y="48612"/>
                </a:lnTo>
                <a:cubicBezTo>
                  <a:pt x="108998" y="48612"/>
                  <a:pt x="108998" y="48563"/>
                  <a:pt x="109023" y="48563"/>
                </a:cubicBezTo>
                <a:cubicBezTo>
                  <a:pt x="109023" y="48538"/>
                  <a:pt x="109023" y="48538"/>
                  <a:pt x="109073" y="48513"/>
                </a:cubicBezTo>
                <a:close/>
                <a:moveTo>
                  <a:pt x="110467" y="60933"/>
                </a:moveTo>
                <a:cubicBezTo>
                  <a:pt x="110442" y="60958"/>
                  <a:pt x="110442" y="60983"/>
                  <a:pt x="110392" y="61008"/>
                </a:cubicBezTo>
                <a:cubicBezTo>
                  <a:pt x="109471" y="61556"/>
                  <a:pt x="108376" y="62004"/>
                  <a:pt x="107206" y="62352"/>
                </a:cubicBezTo>
                <a:cubicBezTo>
                  <a:pt x="107206" y="62352"/>
                  <a:pt x="107206" y="62327"/>
                  <a:pt x="107231" y="62302"/>
                </a:cubicBezTo>
                <a:cubicBezTo>
                  <a:pt x="108451" y="61954"/>
                  <a:pt x="109521" y="61481"/>
                  <a:pt x="110467" y="60933"/>
                </a:cubicBezTo>
                <a:close/>
                <a:moveTo>
                  <a:pt x="79552" y="55756"/>
                </a:moveTo>
                <a:cubicBezTo>
                  <a:pt x="81469" y="57274"/>
                  <a:pt x="83634" y="58643"/>
                  <a:pt x="85949" y="59764"/>
                </a:cubicBezTo>
                <a:cubicBezTo>
                  <a:pt x="85601" y="60635"/>
                  <a:pt x="85227" y="61506"/>
                  <a:pt x="84804" y="62427"/>
                </a:cubicBezTo>
                <a:cubicBezTo>
                  <a:pt x="82514" y="60684"/>
                  <a:pt x="80249" y="59067"/>
                  <a:pt x="78059" y="57648"/>
                </a:cubicBezTo>
                <a:cubicBezTo>
                  <a:pt x="78581" y="57026"/>
                  <a:pt x="79054" y="56378"/>
                  <a:pt x="79552" y="55756"/>
                </a:cubicBezTo>
                <a:close/>
                <a:moveTo>
                  <a:pt x="61855" y="50728"/>
                </a:moveTo>
                <a:cubicBezTo>
                  <a:pt x="62825" y="51176"/>
                  <a:pt x="63647" y="51475"/>
                  <a:pt x="64294" y="51500"/>
                </a:cubicBezTo>
                <a:cubicBezTo>
                  <a:pt x="64095" y="51649"/>
                  <a:pt x="63896" y="51774"/>
                  <a:pt x="63697" y="51923"/>
                </a:cubicBezTo>
                <a:cubicBezTo>
                  <a:pt x="63448" y="52122"/>
                  <a:pt x="63199" y="52296"/>
                  <a:pt x="62975" y="52495"/>
                </a:cubicBezTo>
                <a:lnTo>
                  <a:pt x="62925" y="52520"/>
                </a:lnTo>
                <a:cubicBezTo>
                  <a:pt x="62676" y="52719"/>
                  <a:pt x="62427" y="52919"/>
                  <a:pt x="62178" y="53118"/>
                </a:cubicBezTo>
                <a:cubicBezTo>
                  <a:pt x="61805" y="53416"/>
                  <a:pt x="61407" y="53740"/>
                  <a:pt x="61033" y="54039"/>
                </a:cubicBezTo>
                <a:cubicBezTo>
                  <a:pt x="60162" y="54760"/>
                  <a:pt x="59341" y="55482"/>
                  <a:pt x="58743" y="56080"/>
                </a:cubicBezTo>
                <a:lnTo>
                  <a:pt x="58594" y="56229"/>
                </a:lnTo>
                <a:cubicBezTo>
                  <a:pt x="57947" y="56851"/>
                  <a:pt x="57474" y="57324"/>
                  <a:pt x="57100" y="57698"/>
                </a:cubicBezTo>
                <a:lnTo>
                  <a:pt x="56851" y="57946"/>
                </a:lnTo>
                <a:lnTo>
                  <a:pt x="56802" y="57996"/>
                </a:lnTo>
                <a:cubicBezTo>
                  <a:pt x="56503" y="58270"/>
                  <a:pt x="55333" y="59465"/>
                  <a:pt x="53690" y="61357"/>
                </a:cubicBezTo>
                <a:lnTo>
                  <a:pt x="53591" y="61456"/>
                </a:lnTo>
                <a:cubicBezTo>
                  <a:pt x="53491" y="61581"/>
                  <a:pt x="53392" y="61680"/>
                  <a:pt x="53317" y="61805"/>
                </a:cubicBezTo>
                <a:cubicBezTo>
                  <a:pt x="53093" y="62078"/>
                  <a:pt x="52869" y="62327"/>
                  <a:pt x="52695" y="62551"/>
                </a:cubicBezTo>
                <a:cubicBezTo>
                  <a:pt x="52645" y="61929"/>
                  <a:pt x="52371" y="61133"/>
                  <a:pt x="51848" y="60212"/>
                </a:cubicBezTo>
                <a:cubicBezTo>
                  <a:pt x="54611" y="56752"/>
                  <a:pt x="58046" y="53466"/>
                  <a:pt x="61855" y="50728"/>
                </a:cubicBezTo>
                <a:close/>
                <a:moveTo>
                  <a:pt x="3388" y="62565"/>
                </a:moveTo>
                <a:lnTo>
                  <a:pt x="3388" y="62565"/>
                </a:lnTo>
                <a:cubicBezTo>
                  <a:pt x="3385" y="62573"/>
                  <a:pt x="3385" y="62576"/>
                  <a:pt x="3385" y="62576"/>
                </a:cubicBezTo>
                <a:lnTo>
                  <a:pt x="3385" y="62576"/>
                </a:lnTo>
                <a:cubicBezTo>
                  <a:pt x="3385" y="62573"/>
                  <a:pt x="3386" y="62569"/>
                  <a:pt x="3388" y="62565"/>
                </a:cubicBezTo>
                <a:close/>
                <a:moveTo>
                  <a:pt x="86074" y="59863"/>
                </a:moveTo>
                <a:cubicBezTo>
                  <a:pt x="86099" y="59863"/>
                  <a:pt x="86099" y="59888"/>
                  <a:pt x="86123" y="59888"/>
                </a:cubicBezTo>
                <a:cubicBezTo>
                  <a:pt x="85825" y="60759"/>
                  <a:pt x="85426" y="61680"/>
                  <a:pt x="84978" y="62576"/>
                </a:cubicBezTo>
                <a:cubicBezTo>
                  <a:pt x="84954" y="62576"/>
                  <a:pt x="84954" y="62551"/>
                  <a:pt x="84929" y="62551"/>
                </a:cubicBezTo>
                <a:cubicBezTo>
                  <a:pt x="85352" y="61630"/>
                  <a:pt x="85725" y="60734"/>
                  <a:pt x="86074" y="59863"/>
                </a:cubicBezTo>
                <a:close/>
                <a:moveTo>
                  <a:pt x="4655" y="59390"/>
                </a:moveTo>
                <a:cubicBezTo>
                  <a:pt x="4281" y="60485"/>
                  <a:pt x="3933" y="61556"/>
                  <a:pt x="3609" y="62601"/>
                </a:cubicBezTo>
                <a:cubicBezTo>
                  <a:pt x="3609" y="62452"/>
                  <a:pt x="3634" y="62327"/>
                  <a:pt x="3684" y="62178"/>
                </a:cubicBezTo>
                <a:cubicBezTo>
                  <a:pt x="3908" y="61357"/>
                  <a:pt x="4182" y="60560"/>
                  <a:pt x="4456" y="59739"/>
                </a:cubicBezTo>
                <a:cubicBezTo>
                  <a:pt x="4530" y="59639"/>
                  <a:pt x="4580" y="59515"/>
                  <a:pt x="4655" y="59390"/>
                </a:cubicBezTo>
                <a:close/>
                <a:moveTo>
                  <a:pt x="97922" y="50753"/>
                </a:moveTo>
                <a:cubicBezTo>
                  <a:pt x="98743" y="54138"/>
                  <a:pt x="98245" y="58245"/>
                  <a:pt x="96677" y="62601"/>
                </a:cubicBezTo>
                <a:cubicBezTo>
                  <a:pt x="94213" y="62253"/>
                  <a:pt x="91774" y="61630"/>
                  <a:pt x="89359" y="60734"/>
                </a:cubicBezTo>
                <a:cubicBezTo>
                  <a:pt x="91724" y="57498"/>
                  <a:pt x="93889" y="54238"/>
                  <a:pt x="95781" y="51002"/>
                </a:cubicBezTo>
                <a:cubicBezTo>
                  <a:pt x="96005" y="50977"/>
                  <a:pt x="96179" y="50927"/>
                  <a:pt x="96403" y="50927"/>
                </a:cubicBezTo>
                <a:cubicBezTo>
                  <a:pt x="96777" y="50902"/>
                  <a:pt x="97150" y="50877"/>
                  <a:pt x="97499" y="50803"/>
                </a:cubicBezTo>
                <a:lnTo>
                  <a:pt x="97524" y="50803"/>
                </a:lnTo>
                <a:cubicBezTo>
                  <a:pt x="97648" y="50778"/>
                  <a:pt x="97772" y="50753"/>
                  <a:pt x="97922" y="50753"/>
                </a:cubicBezTo>
                <a:close/>
                <a:moveTo>
                  <a:pt x="77959" y="57822"/>
                </a:moveTo>
                <a:cubicBezTo>
                  <a:pt x="80125" y="59216"/>
                  <a:pt x="82440" y="60834"/>
                  <a:pt x="84705" y="62576"/>
                </a:cubicBezTo>
                <a:cubicBezTo>
                  <a:pt x="84705" y="62601"/>
                  <a:pt x="84655" y="62601"/>
                  <a:pt x="84655" y="62626"/>
                </a:cubicBezTo>
                <a:cubicBezTo>
                  <a:pt x="82390" y="60859"/>
                  <a:pt x="80100" y="59241"/>
                  <a:pt x="77884" y="57847"/>
                </a:cubicBezTo>
                <a:cubicBezTo>
                  <a:pt x="77909" y="57847"/>
                  <a:pt x="77909" y="57822"/>
                  <a:pt x="77959" y="57822"/>
                </a:cubicBezTo>
                <a:close/>
                <a:moveTo>
                  <a:pt x="98121" y="50678"/>
                </a:moveTo>
                <a:cubicBezTo>
                  <a:pt x="98992" y="54113"/>
                  <a:pt x="98494" y="58245"/>
                  <a:pt x="96901" y="62626"/>
                </a:cubicBezTo>
                <a:lnTo>
                  <a:pt x="96827" y="62626"/>
                </a:lnTo>
                <a:cubicBezTo>
                  <a:pt x="98395" y="58245"/>
                  <a:pt x="98893" y="54113"/>
                  <a:pt x="98046" y="50678"/>
                </a:cubicBezTo>
                <a:close/>
                <a:moveTo>
                  <a:pt x="70293" y="54014"/>
                </a:moveTo>
                <a:cubicBezTo>
                  <a:pt x="71861" y="54611"/>
                  <a:pt x="73728" y="55532"/>
                  <a:pt x="75719" y="56702"/>
                </a:cubicBezTo>
                <a:cubicBezTo>
                  <a:pt x="74649" y="58718"/>
                  <a:pt x="73329" y="60734"/>
                  <a:pt x="71786" y="62726"/>
                </a:cubicBezTo>
                <a:cubicBezTo>
                  <a:pt x="69820" y="60734"/>
                  <a:pt x="68326" y="58942"/>
                  <a:pt x="67380" y="57399"/>
                </a:cubicBezTo>
                <a:cubicBezTo>
                  <a:pt x="67555" y="57200"/>
                  <a:pt x="67729" y="56976"/>
                  <a:pt x="67953" y="56752"/>
                </a:cubicBezTo>
                <a:lnTo>
                  <a:pt x="68052" y="56652"/>
                </a:lnTo>
                <a:cubicBezTo>
                  <a:pt x="68301" y="56378"/>
                  <a:pt x="68525" y="56105"/>
                  <a:pt x="68774" y="55831"/>
                </a:cubicBezTo>
                <a:cubicBezTo>
                  <a:pt x="68874" y="55731"/>
                  <a:pt x="68924" y="55632"/>
                  <a:pt x="69023" y="55532"/>
                </a:cubicBezTo>
                <a:cubicBezTo>
                  <a:pt x="69297" y="55233"/>
                  <a:pt x="69546" y="54885"/>
                  <a:pt x="69820" y="54586"/>
                </a:cubicBezTo>
                <a:lnTo>
                  <a:pt x="70293" y="54014"/>
                </a:lnTo>
                <a:close/>
                <a:moveTo>
                  <a:pt x="51774" y="60311"/>
                </a:moveTo>
                <a:cubicBezTo>
                  <a:pt x="52321" y="61307"/>
                  <a:pt x="52595" y="62103"/>
                  <a:pt x="52570" y="62701"/>
                </a:cubicBezTo>
                <a:lnTo>
                  <a:pt x="52471" y="62800"/>
                </a:lnTo>
                <a:cubicBezTo>
                  <a:pt x="52520" y="62203"/>
                  <a:pt x="52272" y="61357"/>
                  <a:pt x="51724" y="60361"/>
                </a:cubicBezTo>
                <a:lnTo>
                  <a:pt x="51774" y="60311"/>
                </a:lnTo>
                <a:close/>
                <a:moveTo>
                  <a:pt x="84829" y="62701"/>
                </a:moveTo>
                <a:cubicBezTo>
                  <a:pt x="84854" y="62701"/>
                  <a:pt x="84879" y="62726"/>
                  <a:pt x="84879" y="62726"/>
                </a:cubicBezTo>
                <a:cubicBezTo>
                  <a:pt x="84879" y="62750"/>
                  <a:pt x="84854" y="62750"/>
                  <a:pt x="84854" y="62800"/>
                </a:cubicBezTo>
                <a:cubicBezTo>
                  <a:pt x="84829" y="62800"/>
                  <a:pt x="84829" y="62750"/>
                  <a:pt x="84804" y="62750"/>
                </a:cubicBezTo>
                <a:cubicBezTo>
                  <a:pt x="84804" y="62726"/>
                  <a:pt x="84829" y="62726"/>
                  <a:pt x="84829" y="62701"/>
                </a:cubicBezTo>
                <a:close/>
                <a:moveTo>
                  <a:pt x="89235" y="60884"/>
                </a:moveTo>
                <a:cubicBezTo>
                  <a:pt x="91649" y="61805"/>
                  <a:pt x="94163" y="62427"/>
                  <a:pt x="96627" y="62800"/>
                </a:cubicBezTo>
                <a:cubicBezTo>
                  <a:pt x="96627" y="62825"/>
                  <a:pt x="96578" y="62825"/>
                  <a:pt x="96578" y="62850"/>
                </a:cubicBezTo>
                <a:cubicBezTo>
                  <a:pt x="94089" y="62477"/>
                  <a:pt x="91599" y="61854"/>
                  <a:pt x="89210" y="60958"/>
                </a:cubicBezTo>
                <a:cubicBezTo>
                  <a:pt x="89210" y="60933"/>
                  <a:pt x="89210" y="60933"/>
                  <a:pt x="89235" y="60884"/>
                </a:cubicBezTo>
                <a:close/>
                <a:moveTo>
                  <a:pt x="46621" y="54163"/>
                </a:moveTo>
                <a:cubicBezTo>
                  <a:pt x="48538" y="56204"/>
                  <a:pt x="50031" y="58021"/>
                  <a:pt x="51002" y="59515"/>
                </a:cubicBezTo>
                <a:cubicBezTo>
                  <a:pt x="50828" y="59714"/>
                  <a:pt x="50654" y="59938"/>
                  <a:pt x="50479" y="60112"/>
                </a:cubicBezTo>
                <a:lnTo>
                  <a:pt x="50280" y="60311"/>
                </a:lnTo>
                <a:cubicBezTo>
                  <a:pt x="50031" y="60585"/>
                  <a:pt x="49832" y="60859"/>
                  <a:pt x="49608" y="61108"/>
                </a:cubicBezTo>
                <a:cubicBezTo>
                  <a:pt x="49533" y="61207"/>
                  <a:pt x="49459" y="61257"/>
                  <a:pt x="49384" y="61357"/>
                </a:cubicBezTo>
                <a:cubicBezTo>
                  <a:pt x="48961" y="61854"/>
                  <a:pt x="48513" y="62352"/>
                  <a:pt x="48115" y="62875"/>
                </a:cubicBezTo>
                <a:cubicBezTo>
                  <a:pt x="46547" y="62302"/>
                  <a:pt x="44680" y="61357"/>
                  <a:pt x="42688" y="60212"/>
                </a:cubicBezTo>
                <a:cubicBezTo>
                  <a:pt x="43759" y="58195"/>
                  <a:pt x="45053" y="56154"/>
                  <a:pt x="46621" y="54163"/>
                </a:cubicBezTo>
                <a:close/>
                <a:moveTo>
                  <a:pt x="96827" y="62825"/>
                </a:moveTo>
                <a:cubicBezTo>
                  <a:pt x="96827" y="62850"/>
                  <a:pt x="96827" y="62850"/>
                  <a:pt x="96802" y="62875"/>
                </a:cubicBezTo>
                <a:lnTo>
                  <a:pt x="96752" y="62875"/>
                </a:lnTo>
                <a:cubicBezTo>
                  <a:pt x="96752" y="62850"/>
                  <a:pt x="96777" y="62850"/>
                  <a:pt x="96777" y="62825"/>
                </a:cubicBezTo>
                <a:close/>
                <a:moveTo>
                  <a:pt x="59062" y="56174"/>
                </a:moveTo>
                <a:cubicBezTo>
                  <a:pt x="59047" y="56189"/>
                  <a:pt x="59032" y="56207"/>
                  <a:pt x="59017" y="56229"/>
                </a:cubicBezTo>
                <a:lnTo>
                  <a:pt x="58917" y="56353"/>
                </a:lnTo>
                <a:cubicBezTo>
                  <a:pt x="58220" y="57026"/>
                  <a:pt x="57723" y="57498"/>
                  <a:pt x="57324" y="57872"/>
                </a:cubicBezTo>
                <a:lnTo>
                  <a:pt x="57100" y="58096"/>
                </a:lnTo>
                <a:lnTo>
                  <a:pt x="57075" y="58121"/>
                </a:lnTo>
                <a:lnTo>
                  <a:pt x="56727" y="58469"/>
                </a:lnTo>
                <a:lnTo>
                  <a:pt x="56478" y="58718"/>
                </a:lnTo>
                <a:cubicBezTo>
                  <a:pt x="56453" y="58743"/>
                  <a:pt x="56453" y="58743"/>
                  <a:pt x="56453" y="58768"/>
                </a:cubicBezTo>
                <a:cubicBezTo>
                  <a:pt x="56354" y="58867"/>
                  <a:pt x="56254" y="58967"/>
                  <a:pt x="56179" y="59091"/>
                </a:cubicBezTo>
                <a:cubicBezTo>
                  <a:pt x="55706" y="59589"/>
                  <a:pt x="55109" y="60236"/>
                  <a:pt x="54387" y="61058"/>
                </a:cubicBezTo>
                <a:cubicBezTo>
                  <a:pt x="53765" y="61755"/>
                  <a:pt x="53217" y="62427"/>
                  <a:pt x="52819" y="62925"/>
                </a:cubicBezTo>
                <a:lnTo>
                  <a:pt x="52819" y="62850"/>
                </a:lnTo>
                <a:lnTo>
                  <a:pt x="52819" y="62800"/>
                </a:lnTo>
                <a:lnTo>
                  <a:pt x="52844" y="62750"/>
                </a:lnTo>
                <a:lnTo>
                  <a:pt x="53217" y="62302"/>
                </a:lnTo>
                <a:cubicBezTo>
                  <a:pt x="54462" y="60809"/>
                  <a:pt x="55806" y="59340"/>
                  <a:pt x="57200" y="57946"/>
                </a:cubicBezTo>
                <a:cubicBezTo>
                  <a:pt x="57778" y="57392"/>
                  <a:pt x="58398" y="56794"/>
                  <a:pt x="59062" y="56174"/>
                </a:cubicBezTo>
                <a:close/>
                <a:moveTo>
                  <a:pt x="108476" y="46447"/>
                </a:moveTo>
                <a:cubicBezTo>
                  <a:pt x="108476" y="46646"/>
                  <a:pt x="108525" y="46795"/>
                  <a:pt x="108575" y="46994"/>
                </a:cubicBezTo>
                <a:cubicBezTo>
                  <a:pt x="108600" y="47144"/>
                  <a:pt x="108625" y="47318"/>
                  <a:pt x="108650" y="47492"/>
                </a:cubicBezTo>
                <a:cubicBezTo>
                  <a:pt x="108650" y="47517"/>
                  <a:pt x="108650" y="47542"/>
                  <a:pt x="108700" y="47567"/>
                </a:cubicBezTo>
                <a:lnTo>
                  <a:pt x="108700" y="47642"/>
                </a:lnTo>
                <a:cubicBezTo>
                  <a:pt x="108725" y="47766"/>
                  <a:pt x="108725" y="47891"/>
                  <a:pt x="108749" y="48015"/>
                </a:cubicBezTo>
                <a:cubicBezTo>
                  <a:pt x="106659" y="52919"/>
                  <a:pt x="103921" y="57946"/>
                  <a:pt x="100635" y="62925"/>
                </a:cubicBezTo>
                <a:cubicBezTo>
                  <a:pt x="99490" y="62925"/>
                  <a:pt x="98295" y="62825"/>
                  <a:pt x="97076" y="62676"/>
                </a:cubicBezTo>
                <a:cubicBezTo>
                  <a:pt x="98644" y="58245"/>
                  <a:pt x="99141" y="54088"/>
                  <a:pt x="98295" y="50629"/>
                </a:cubicBezTo>
                <a:cubicBezTo>
                  <a:pt x="98370" y="50629"/>
                  <a:pt x="98420" y="50604"/>
                  <a:pt x="98494" y="50604"/>
                </a:cubicBezTo>
                <a:lnTo>
                  <a:pt x="98519" y="50604"/>
                </a:lnTo>
                <a:lnTo>
                  <a:pt x="99440" y="50405"/>
                </a:lnTo>
                <a:cubicBezTo>
                  <a:pt x="99764" y="50355"/>
                  <a:pt x="100062" y="50255"/>
                  <a:pt x="100411" y="50156"/>
                </a:cubicBezTo>
                <a:lnTo>
                  <a:pt x="100486" y="50156"/>
                </a:lnTo>
                <a:cubicBezTo>
                  <a:pt x="100510" y="50156"/>
                  <a:pt x="100510" y="50156"/>
                  <a:pt x="100535" y="50131"/>
                </a:cubicBezTo>
                <a:cubicBezTo>
                  <a:pt x="100809" y="50031"/>
                  <a:pt x="101133" y="49981"/>
                  <a:pt x="101407" y="49882"/>
                </a:cubicBezTo>
                <a:cubicBezTo>
                  <a:pt x="101730" y="49782"/>
                  <a:pt x="102004" y="49658"/>
                  <a:pt x="102303" y="49558"/>
                </a:cubicBezTo>
                <a:cubicBezTo>
                  <a:pt x="102352" y="49558"/>
                  <a:pt x="102352" y="49558"/>
                  <a:pt x="102377" y="49533"/>
                </a:cubicBezTo>
                <a:cubicBezTo>
                  <a:pt x="102676" y="49409"/>
                  <a:pt x="103024" y="49309"/>
                  <a:pt x="103348" y="49185"/>
                </a:cubicBezTo>
                <a:cubicBezTo>
                  <a:pt x="103622" y="49060"/>
                  <a:pt x="103896" y="48936"/>
                  <a:pt x="104145" y="48811"/>
                </a:cubicBezTo>
                <a:cubicBezTo>
                  <a:pt x="104145" y="48811"/>
                  <a:pt x="104169" y="48811"/>
                  <a:pt x="104169" y="48787"/>
                </a:cubicBezTo>
                <a:cubicBezTo>
                  <a:pt x="104219" y="48787"/>
                  <a:pt x="104244" y="48762"/>
                  <a:pt x="104269" y="48762"/>
                </a:cubicBezTo>
                <a:cubicBezTo>
                  <a:pt x="104543" y="48637"/>
                  <a:pt x="104866" y="48513"/>
                  <a:pt x="105140" y="48363"/>
                </a:cubicBezTo>
                <a:cubicBezTo>
                  <a:pt x="105389" y="48239"/>
                  <a:pt x="105638" y="48065"/>
                  <a:pt x="105887" y="47940"/>
                </a:cubicBezTo>
                <a:lnTo>
                  <a:pt x="105912" y="47940"/>
                </a:lnTo>
                <a:cubicBezTo>
                  <a:pt x="106111" y="47866"/>
                  <a:pt x="106260" y="47766"/>
                  <a:pt x="106459" y="47667"/>
                </a:cubicBezTo>
                <a:cubicBezTo>
                  <a:pt x="106609" y="47567"/>
                  <a:pt x="106758" y="47517"/>
                  <a:pt x="106908" y="47418"/>
                </a:cubicBezTo>
                <a:cubicBezTo>
                  <a:pt x="107007" y="47368"/>
                  <a:pt x="107082" y="47318"/>
                  <a:pt x="107156" y="47268"/>
                </a:cubicBezTo>
                <a:cubicBezTo>
                  <a:pt x="107331" y="47169"/>
                  <a:pt x="107480" y="47044"/>
                  <a:pt x="107654" y="46945"/>
                </a:cubicBezTo>
                <a:cubicBezTo>
                  <a:pt x="107953" y="46770"/>
                  <a:pt x="108227" y="46621"/>
                  <a:pt x="108476" y="46447"/>
                </a:cubicBezTo>
                <a:close/>
                <a:moveTo>
                  <a:pt x="108774" y="48413"/>
                </a:moveTo>
                <a:lnTo>
                  <a:pt x="108774" y="48488"/>
                </a:lnTo>
                <a:cubicBezTo>
                  <a:pt x="106733" y="53267"/>
                  <a:pt x="104095" y="58121"/>
                  <a:pt x="100909" y="62925"/>
                </a:cubicBezTo>
                <a:lnTo>
                  <a:pt x="100859" y="62925"/>
                </a:lnTo>
                <a:cubicBezTo>
                  <a:pt x="104020" y="58121"/>
                  <a:pt x="106708" y="53242"/>
                  <a:pt x="108774" y="48413"/>
                </a:cubicBezTo>
                <a:close/>
                <a:moveTo>
                  <a:pt x="67281" y="57598"/>
                </a:moveTo>
                <a:cubicBezTo>
                  <a:pt x="68202" y="59067"/>
                  <a:pt x="69695" y="60859"/>
                  <a:pt x="71637" y="62875"/>
                </a:cubicBezTo>
                <a:cubicBezTo>
                  <a:pt x="71637" y="62925"/>
                  <a:pt x="71587" y="62925"/>
                  <a:pt x="71587" y="62950"/>
                </a:cubicBezTo>
                <a:cubicBezTo>
                  <a:pt x="69670" y="60933"/>
                  <a:pt x="68177" y="59116"/>
                  <a:pt x="67206" y="57648"/>
                </a:cubicBezTo>
                <a:lnTo>
                  <a:pt x="67281" y="57598"/>
                </a:lnTo>
                <a:close/>
                <a:moveTo>
                  <a:pt x="75819" y="56826"/>
                </a:moveTo>
                <a:cubicBezTo>
                  <a:pt x="75819" y="56826"/>
                  <a:pt x="75868" y="56826"/>
                  <a:pt x="75868" y="56851"/>
                </a:cubicBezTo>
                <a:lnTo>
                  <a:pt x="75893" y="56851"/>
                </a:lnTo>
                <a:cubicBezTo>
                  <a:pt x="75843" y="57001"/>
                  <a:pt x="75744" y="57125"/>
                  <a:pt x="75669" y="57274"/>
                </a:cubicBezTo>
                <a:cubicBezTo>
                  <a:pt x="75619" y="57399"/>
                  <a:pt x="75545" y="57498"/>
                  <a:pt x="75495" y="57623"/>
                </a:cubicBezTo>
                <a:cubicBezTo>
                  <a:pt x="75395" y="57822"/>
                  <a:pt x="75271" y="57996"/>
                  <a:pt x="75171" y="58195"/>
                </a:cubicBezTo>
                <a:cubicBezTo>
                  <a:pt x="75122" y="58320"/>
                  <a:pt x="75047" y="58444"/>
                  <a:pt x="74972" y="58519"/>
                </a:cubicBezTo>
                <a:cubicBezTo>
                  <a:pt x="74773" y="58843"/>
                  <a:pt x="74549" y="59141"/>
                  <a:pt x="74375" y="59465"/>
                </a:cubicBezTo>
                <a:cubicBezTo>
                  <a:pt x="74176" y="59764"/>
                  <a:pt x="74001" y="60087"/>
                  <a:pt x="73777" y="60361"/>
                </a:cubicBezTo>
                <a:cubicBezTo>
                  <a:pt x="73603" y="60684"/>
                  <a:pt x="73354" y="60958"/>
                  <a:pt x="73155" y="61257"/>
                </a:cubicBezTo>
                <a:cubicBezTo>
                  <a:pt x="72931" y="61581"/>
                  <a:pt x="72757" y="61854"/>
                  <a:pt x="72533" y="62178"/>
                </a:cubicBezTo>
                <a:cubicBezTo>
                  <a:pt x="72508" y="62203"/>
                  <a:pt x="72508" y="62228"/>
                  <a:pt x="72483" y="62253"/>
                </a:cubicBezTo>
                <a:cubicBezTo>
                  <a:pt x="72284" y="62502"/>
                  <a:pt x="72110" y="62726"/>
                  <a:pt x="71911" y="62950"/>
                </a:cubicBezTo>
                <a:lnTo>
                  <a:pt x="71886" y="62925"/>
                </a:lnTo>
                <a:cubicBezTo>
                  <a:pt x="73429" y="60884"/>
                  <a:pt x="74773" y="58843"/>
                  <a:pt x="75819" y="56826"/>
                </a:cubicBezTo>
                <a:close/>
                <a:moveTo>
                  <a:pt x="108874" y="48936"/>
                </a:moveTo>
                <a:lnTo>
                  <a:pt x="108874" y="49036"/>
                </a:lnTo>
                <a:cubicBezTo>
                  <a:pt x="108899" y="49235"/>
                  <a:pt x="108899" y="49409"/>
                  <a:pt x="108899" y="49558"/>
                </a:cubicBezTo>
                <a:cubicBezTo>
                  <a:pt x="108949" y="49882"/>
                  <a:pt x="108949" y="50156"/>
                  <a:pt x="108973" y="50479"/>
                </a:cubicBezTo>
                <a:lnTo>
                  <a:pt x="108973" y="50554"/>
                </a:lnTo>
                <a:lnTo>
                  <a:pt x="108973" y="50853"/>
                </a:lnTo>
                <a:lnTo>
                  <a:pt x="108973" y="51923"/>
                </a:lnTo>
                <a:lnTo>
                  <a:pt x="108973" y="52222"/>
                </a:lnTo>
                <a:lnTo>
                  <a:pt x="108874" y="53416"/>
                </a:lnTo>
                <a:cubicBezTo>
                  <a:pt x="108874" y="53491"/>
                  <a:pt x="108874" y="53591"/>
                  <a:pt x="108849" y="53640"/>
                </a:cubicBezTo>
                <a:cubicBezTo>
                  <a:pt x="108824" y="54088"/>
                  <a:pt x="108749" y="54512"/>
                  <a:pt x="108700" y="54960"/>
                </a:cubicBezTo>
                <a:cubicBezTo>
                  <a:pt x="108700" y="55009"/>
                  <a:pt x="108700" y="55034"/>
                  <a:pt x="108650" y="55109"/>
                </a:cubicBezTo>
                <a:lnTo>
                  <a:pt x="108650" y="55134"/>
                </a:lnTo>
                <a:cubicBezTo>
                  <a:pt x="108600" y="55607"/>
                  <a:pt x="108501" y="56080"/>
                  <a:pt x="108401" y="56577"/>
                </a:cubicBezTo>
                <a:lnTo>
                  <a:pt x="108401" y="56602"/>
                </a:lnTo>
                <a:lnTo>
                  <a:pt x="108401" y="56627"/>
                </a:lnTo>
                <a:lnTo>
                  <a:pt x="108401" y="56702"/>
                </a:lnTo>
                <a:cubicBezTo>
                  <a:pt x="108301" y="57200"/>
                  <a:pt x="108202" y="57722"/>
                  <a:pt x="108052" y="58245"/>
                </a:cubicBezTo>
                <a:cubicBezTo>
                  <a:pt x="107654" y="59515"/>
                  <a:pt x="107256" y="60859"/>
                  <a:pt x="106758" y="62228"/>
                </a:cubicBezTo>
                <a:cubicBezTo>
                  <a:pt x="105016" y="62701"/>
                  <a:pt x="103124" y="62925"/>
                  <a:pt x="101158" y="62950"/>
                </a:cubicBezTo>
                <a:cubicBezTo>
                  <a:pt x="104219" y="58320"/>
                  <a:pt x="106833" y="53615"/>
                  <a:pt x="108874" y="48936"/>
                </a:cubicBezTo>
                <a:close/>
                <a:moveTo>
                  <a:pt x="51127" y="59714"/>
                </a:moveTo>
                <a:lnTo>
                  <a:pt x="51127" y="59714"/>
                </a:lnTo>
                <a:cubicBezTo>
                  <a:pt x="51027" y="59863"/>
                  <a:pt x="50952" y="59988"/>
                  <a:pt x="50828" y="60112"/>
                </a:cubicBezTo>
                <a:cubicBezTo>
                  <a:pt x="50828" y="60137"/>
                  <a:pt x="50778" y="60137"/>
                  <a:pt x="50778" y="60187"/>
                </a:cubicBezTo>
                <a:cubicBezTo>
                  <a:pt x="50654" y="60311"/>
                  <a:pt x="50529" y="60460"/>
                  <a:pt x="50405" y="60585"/>
                </a:cubicBezTo>
                <a:cubicBezTo>
                  <a:pt x="50031" y="60983"/>
                  <a:pt x="49708" y="61431"/>
                  <a:pt x="49359" y="61829"/>
                </a:cubicBezTo>
                <a:cubicBezTo>
                  <a:pt x="49260" y="61929"/>
                  <a:pt x="49210" y="62004"/>
                  <a:pt x="49110" y="62128"/>
                </a:cubicBezTo>
                <a:cubicBezTo>
                  <a:pt x="48861" y="62427"/>
                  <a:pt x="48637" y="62701"/>
                  <a:pt x="48413" y="62999"/>
                </a:cubicBezTo>
                <a:lnTo>
                  <a:pt x="48388" y="62999"/>
                </a:lnTo>
                <a:cubicBezTo>
                  <a:pt x="49235" y="61879"/>
                  <a:pt x="50156" y="60809"/>
                  <a:pt x="51127" y="59714"/>
                </a:cubicBezTo>
                <a:close/>
                <a:moveTo>
                  <a:pt x="40672" y="59515"/>
                </a:moveTo>
                <a:cubicBezTo>
                  <a:pt x="41170" y="59838"/>
                  <a:pt x="41643" y="60112"/>
                  <a:pt x="42116" y="60386"/>
                </a:cubicBezTo>
                <a:cubicBezTo>
                  <a:pt x="41668" y="61307"/>
                  <a:pt x="41270" y="62203"/>
                  <a:pt x="40921" y="63099"/>
                </a:cubicBezTo>
                <a:cubicBezTo>
                  <a:pt x="40349" y="62551"/>
                  <a:pt x="39776" y="62004"/>
                  <a:pt x="39154" y="61481"/>
                </a:cubicBezTo>
                <a:cubicBezTo>
                  <a:pt x="39652" y="60834"/>
                  <a:pt x="40150" y="60187"/>
                  <a:pt x="40672" y="59515"/>
                </a:cubicBezTo>
                <a:close/>
                <a:moveTo>
                  <a:pt x="42614" y="60386"/>
                </a:moveTo>
                <a:cubicBezTo>
                  <a:pt x="44605" y="61556"/>
                  <a:pt x="46422" y="62477"/>
                  <a:pt x="47990" y="63074"/>
                </a:cubicBezTo>
                <a:cubicBezTo>
                  <a:pt x="47990" y="63099"/>
                  <a:pt x="47990" y="63099"/>
                  <a:pt x="47965" y="63124"/>
                </a:cubicBezTo>
                <a:cubicBezTo>
                  <a:pt x="46397" y="62551"/>
                  <a:pt x="44555" y="61630"/>
                  <a:pt x="42564" y="60460"/>
                </a:cubicBezTo>
                <a:cubicBezTo>
                  <a:pt x="42564" y="60436"/>
                  <a:pt x="42614" y="60436"/>
                  <a:pt x="42614" y="60386"/>
                </a:cubicBezTo>
                <a:close/>
                <a:moveTo>
                  <a:pt x="97026" y="62850"/>
                </a:moveTo>
                <a:cubicBezTo>
                  <a:pt x="98196" y="62999"/>
                  <a:pt x="99365" y="63099"/>
                  <a:pt x="100510" y="63099"/>
                </a:cubicBezTo>
                <a:cubicBezTo>
                  <a:pt x="100510" y="63124"/>
                  <a:pt x="100486" y="63124"/>
                  <a:pt x="100486" y="63174"/>
                </a:cubicBezTo>
                <a:cubicBezTo>
                  <a:pt x="99316" y="63124"/>
                  <a:pt x="98171" y="63049"/>
                  <a:pt x="97026" y="62925"/>
                </a:cubicBezTo>
                <a:lnTo>
                  <a:pt x="97026" y="62850"/>
                </a:lnTo>
                <a:close/>
                <a:moveTo>
                  <a:pt x="100784" y="63099"/>
                </a:moveTo>
                <a:cubicBezTo>
                  <a:pt x="100759" y="63124"/>
                  <a:pt x="100759" y="63174"/>
                  <a:pt x="100735" y="63174"/>
                </a:cubicBezTo>
                <a:lnTo>
                  <a:pt x="100660" y="63174"/>
                </a:lnTo>
                <a:cubicBezTo>
                  <a:pt x="100660" y="63124"/>
                  <a:pt x="100685" y="63124"/>
                  <a:pt x="100735" y="63099"/>
                </a:cubicBezTo>
                <a:close/>
                <a:moveTo>
                  <a:pt x="106659" y="62427"/>
                </a:moveTo>
                <a:cubicBezTo>
                  <a:pt x="106659" y="62452"/>
                  <a:pt x="106634" y="62477"/>
                  <a:pt x="106634" y="62477"/>
                </a:cubicBezTo>
                <a:cubicBezTo>
                  <a:pt x="104916" y="62925"/>
                  <a:pt x="103000" y="63174"/>
                  <a:pt x="100983" y="63174"/>
                </a:cubicBezTo>
                <a:cubicBezTo>
                  <a:pt x="101008" y="63174"/>
                  <a:pt x="101033" y="63124"/>
                  <a:pt x="101033" y="63099"/>
                </a:cubicBezTo>
                <a:cubicBezTo>
                  <a:pt x="103024" y="63099"/>
                  <a:pt x="104916" y="62875"/>
                  <a:pt x="106659" y="62427"/>
                </a:cubicBezTo>
                <a:close/>
                <a:moveTo>
                  <a:pt x="51276" y="59963"/>
                </a:moveTo>
                <a:cubicBezTo>
                  <a:pt x="51276" y="59988"/>
                  <a:pt x="51326" y="60062"/>
                  <a:pt x="51375" y="60112"/>
                </a:cubicBezTo>
                <a:cubicBezTo>
                  <a:pt x="50579" y="61133"/>
                  <a:pt x="49782" y="62203"/>
                  <a:pt x="49110" y="63248"/>
                </a:cubicBezTo>
                <a:cubicBezTo>
                  <a:pt x="48961" y="63198"/>
                  <a:pt x="48762" y="63124"/>
                  <a:pt x="48588" y="63099"/>
                </a:cubicBezTo>
                <a:cubicBezTo>
                  <a:pt x="48762" y="62875"/>
                  <a:pt x="48961" y="62626"/>
                  <a:pt x="49135" y="62427"/>
                </a:cubicBezTo>
                <a:lnTo>
                  <a:pt x="49160" y="62377"/>
                </a:lnTo>
                <a:lnTo>
                  <a:pt x="49733" y="61730"/>
                </a:lnTo>
                <a:cubicBezTo>
                  <a:pt x="49982" y="61456"/>
                  <a:pt x="50230" y="61133"/>
                  <a:pt x="50479" y="60859"/>
                </a:cubicBezTo>
                <a:lnTo>
                  <a:pt x="51127" y="60112"/>
                </a:lnTo>
                <a:cubicBezTo>
                  <a:pt x="51201" y="60062"/>
                  <a:pt x="51226" y="59988"/>
                  <a:pt x="51276" y="59963"/>
                </a:cubicBezTo>
                <a:close/>
                <a:moveTo>
                  <a:pt x="39054" y="61630"/>
                </a:moveTo>
                <a:cubicBezTo>
                  <a:pt x="39677" y="62178"/>
                  <a:pt x="40299" y="62726"/>
                  <a:pt x="40871" y="63298"/>
                </a:cubicBezTo>
                <a:cubicBezTo>
                  <a:pt x="40871" y="63323"/>
                  <a:pt x="40822" y="63323"/>
                  <a:pt x="40822" y="63348"/>
                </a:cubicBezTo>
                <a:cubicBezTo>
                  <a:pt x="40274" y="62750"/>
                  <a:pt x="39652" y="62228"/>
                  <a:pt x="39029" y="61680"/>
                </a:cubicBezTo>
                <a:lnTo>
                  <a:pt x="39054" y="61630"/>
                </a:lnTo>
                <a:close/>
                <a:moveTo>
                  <a:pt x="42365" y="60560"/>
                </a:moveTo>
                <a:cubicBezTo>
                  <a:pt x="42365" y="60560"/>
                  <a:pt x="42390" y="60560"/>
                  <a:pt x="42390" y="60585"/>
                </a:cubicBezTo>
                <a:cubicBezTo>
                  <a:pt x="41917" y="61506"/>
                  <a:pt x="41519" y="62427"/>
                  <a:pt x="41170" y="63348"/>
                </a:cubicBezTo>
                <a:lnTo>
                  <a:pt x="41145" y="63323"/>
                </a:lnTo>
                <a:lnTo>
                  <a:pt x="41120" y="63298"/>
                </a:lnTo>
                <a:cubicBezTo>
                  <a:pt x="41120" y="63198"/>
                  <a:pt x="41145" y="63124"/>
                  <a:pt x="41170" y="63074"/>
                </a:cubicBezTo>
                <a:cubicBezTo>
                  <a:pt x="41245" y="62950"/>
                  <a:pt x="41295" y="62800"/>
                  <a:pt x="41319" y="62676"/>
                </a:cubicBezTo>
                <a:lnTo>
                  <a:pt x="41519" y="62203"/>
                </a:lnTo>
                <a:cubicBezTo>
                  <a:pt x="41543" y="62103"/>
                  <a:pt x="41618" y="61979"/>
                  <a:pt x="41668" y="61879"/>
                </a:cubicBezTo>
                <a:cubicBezTo>
                  <a:pt x="41767" y="61705"/>
                  <a:pt x="41867" y="61481"/>
                  <a:pt x="41942" y="61307"/>
                </a:cubicBezTo>
                <a:cubicBezTo>
                  <a:pt x="41991" y="61232"/>
                  <a:pt x="42016" y="61133"/>
                  <a:pt x="42066" y="61083"/>
                </a:cubicBezTo>
                <a:cubicBezTo>
                  <a:pt x="42166" y="60884"/>
                  <a:pt x="42240" y="60734"/>
                  <a:pt x="42315" y="60560"/>
                </a:cubicBezTo>
                <a:close/>
                <a:moveTo>
                  <a:pt x="51475" y="60311"/>
                </a:moveTo>
                <a:cubicBezTo>
                  <a:pt x="51475" y="60336"/>
                  <a:pt x="51500" y="60336"/>
                  <a:pt x="51500" y="60361"/>
                </a:cubicBezTo>
                <a:cubicBezTo>
                  <a:pt x="50728" y="61357"/>
                  <a:pt x="50006" y="62352"/>
                  <a:pt x="49334" y="63348"/>
                </a:cubicBezTo>
                <a:cubicBezTo>
                  <a:pt x="49285" y="63348"/>
                  <a:pt x="49285" y="63348"/>
                  <a:pt x="49260" y="63323"/>
                </a:cubicBezTo>
                <a:cubicBezTo>
                  <a:pt x="49957" y="62302"/>
                  <a:pt x="50703" y="61307"/>
                  <a:pt x="51475" y="60311"/>
                </a:cubicBezTo>
                <a:close/>
                <a:moveTo>
                  <a:pt x="48463" y="63223"/>
                </a:moveTo>
                <a:cubicBezTo>
                  <a:pt x="48637" y="63298"/>
                  <a:pt x="48837" y="63348"/>
                  <a:pt x="48986" y="63422"/>
                </a:cubicBezTo>
                <a:cubicBezTo>
                  <a:pt x="48986" y="63447"/>
                  <a:pt x="48961" y="63447"/>
                  <a:pt x="48961" y="63472"/>
                </a:cubicBezTo>
                <a:cubicBezTo>
                  <a:pt x="48762" y="63422"/>
                  <a:pt x="48613" y="63348"/>
                  <a:pt x="48413" y="63298"/>
                </a:cubicBezTo>
                <a:cubicBezTo>
                  <a:pt x="48413" y="63248"/>
                  <a:pt x="48463" y="63248"/>
                  <a:pt x="48463" y="63223"/>
                </a:cubicBezTo>
                <a:close/>
                <a:moveTo>
                  <a:pt x="76043" y="56951"/>
                </a:moveTo>
                <a:cubicBezTo>
                  <a:pt x="76491" y="57225"/>
                  <a:pt x="76963" y="57474"/>
                  <a:pt x="77412" y="57772"/>
                </a:cubicBezTo>
                <a:cubicBezTo>
                  <a:pt x="75868" y="59714"/>
                  <a:pt x="74225" y="61605"/>
                  <a:pt x="72483" y="63497"/>
                </a:cubicBezTo>
                <a:lnTo>
                  <a:pt x="72035" y="63074"/>
                </a:lnTo>
                <a:cubicBezTo>
                  <a:pt x="73628" y="61083"/>
                  <a:pt x="74972" y="58992"/>
                  <a:pt x="76043" y="56951"/>
                </a:cubicBezTo>
                <a:close/>
                <a:moveTo>
                  <a:pt x="49160" y="63472"/>
                </a:moveTo>
                <a:cubicBezTo>
                  <a:pt x="49210" y="63472"/>
                  <a:pt x="49210" y="63472"/>
                  <a:pt x="49235" y="63497"/>
                </a:cubicBezTo>
                <a:cubicBezTo>
                  <a:pt x="49235" y="63547"/>
                  <a:pt x="49210" y="63547"/>
                  <a:pt x="49210" y="63572"/>
                </a:cubicBezTo>
                <a:cubicBezTo>
                  <a:pt x="49160" y="63547"/>
                  <a:pt x="49135" y="63547"/>
                  <a:pt x="49135" y="63547"/>
                </a:cubicBezTo>
                <a:cubicBezTo>
                  <a:pt x="49135" y="63497"/>
                  <a:pt x="49160" y="63497"/>
                  <a:pt x="49160" y="63472"/>
                </a:cubicBezTo>
                <a:close/>
                <a:moveTo>
                  <a:pt x="51599" y="60510"/>
                </a:moveTo>
                <a:cubicBezTo>
                  <a:pt x="52247" y="61755"/>
                  <a:pt x="52471" y="62676"/>
                  <a:pt x="52147" y="63174"/>
                </a:cubicBezTo>
                <a:cubicBezTo>
                  <a:pt x="51978" y="63455"/>
                  <a:pt x="51604" y="63593"/>
                  <a:pt x="51063" y="63593"/>
                </a:cubicBezTo>
                <a:cubicBezTo>
                  <a:pt x="50646" y="63593"/>
                  <a:pt x="50130" y="63510"/>
                  <a:pt x="49533" y="63348"/>
                </a:cubicBezTo>
                <a:cubicBezTo>
                  <a:pt x="50156" y="62427"/>
                  <a:pt x="50853" y="61456"/>
                  <a:pt x="51599" y="60510"/>
                </a:cubicBezTo>
                <a:close/>
                <a:moveTo>
                  <a:pt x="3435" y="63174"/>
                </a:moveTo>
                <a:lnTo>
                  <a:pt x="3435" y="63373"/>
                </a:lnTo>
                <a:cubicBezTo>
                  <a:pt x="3410" y="63447"/>
                  <a:pt x="3410" y="63547"/>
                  <a:pt x="3360" y="63597"/>
                </a:cubicBezTo>
                <a:lnTo>
                  <a:pt x="3360" y="63373"/>
                </a:lnTo>
                <a:cubicBezTo>
                  <a:pt x="3385" y="63323"/>
                  <a:pt x="3385" y="63248"/>
                  <a:pt x="3435" y="63174"/>
                </a:cubicBezTo>
                <a:close/>
                <a:moveTo>
                  <a:pt x="52471" y="63099"/>
                </a:moveTo>
                <a:cubicBezTo>
                  <a:pt x="52471" y="63124"/>
                  <a:pt x="52446" y="63174"/>
                  <a:pt x="52396" y="63198"/>
                </a:cubicBezTo>
                <a:lnTo>
                  <a:pt x="52396" y="63223"/>
                </a:lnTo>
                <a:cubicBezTo>
                  <a:pt x="52396" y="63248"/>
                  <a:pt x="52371" y="63298"/>
                  <a:pt x="52371" y="63323"/>
                </a:cubicBezTo>
                <a:cubicBezTo>
                  <a:pt x="52321" y="63422"/>
                  <a:pt x="52247" y="63497"/>
                  <a:pt x="52147" y="63572"/>
                </a:cubicBezTo>
                <a:lnTo>
                  <a:pt x="52122" y="63572"/>
                </a:lnTo>
                <a:cubicBezTo>
                  <a:pt x="52122" y="63572"/>
                  <a:pt x="52097" y="63597"/>
                  <a:pt x="52072" y="63597"/>
                </a:cubicBezTo>
                <a:cubicBezTo>
                  <a:pt x="52197" y="63447"/>
                  <a:pt x="52321" y="63248"/>
                  <a:pt x="52471" y="63099"/>
                </a:cubicBezTo>
                <a:close/>
                <a:moveTo>
                  <a:pt x="71935" y="63198"/>
                </a:moveTo>
                <a:lnTo>
                  <a:pt x="72359" y="63597"/>
                </a:lnTo>
                <a:cubicBezTo>
                  <a:pt x="72359" y="63622"/>
                  <a:pt x="72309" y="63622"/>
                  <a:pt x="72309" y="63622"/>
                </a:cubicBezTo>
                <a:lnTo>
                  <a:pt x="71920" y="63232"/>
                </a:lnTo>
                <a:lnTo>
                  <a:pt x="71920" y="63232"/>
                </a:lnTo>
                <a:cubicBezTo>
                  <a:pt x="71927" y="63228"/>
                  <a:pt x="71935" y="63213"/>
                  <a:pt x="71935" y="63198"/>
                </a:cubicBezTo>
                <a:close/>
                <a:moveTo>
                  <a:pt x="77586" y="57872"/>
                </a:moveTo>
                <a:cubicBezTo>
                  <a:pt x="77611" y="57872"/>
                  <a:pt x="77611" y="57897"/>
                  <a:pt x="77636" y="57897"/>
                </a:cubicBezTo>
                <a:cubicBezTo>
                  <a:pt x="76092" y="59863"/>
                  <a:pt x="74425" y="61805"/>
                  <a:pt x="72682" y="63671"/>
                </a:cubicBezTo>
                <a:lnTo>
                  <a:pt x="72657" y="63622"/>
                </a:lnTo>
                <a:cubicBezTo>
                  <a:pt x="74375" y="61730"/>
                  <a:pt x="76018" y="59813"/>
                  <a:pt x="77586" y="57872"/>
                </a:cubicBezTo>
                <a:close/>
                <a:moveTo>
                  <a:pt x="86323" y="59913"/>
                </a:moveTo>
                <a:cubicBezTo>
                  <a:pt x="87094" y="60286"/>
                  <a:pt x="87866" y="60610"/>
                  <a:pt x="88687" y="60909"/>
                </a:cubicBezTo>
                <a:cubicBezTo>
                  <a:pt x="87965" y="61879"/>
                  <a:pt x="87244" y="62825"/>
                  <a:pt x="86497" y="63746"/>
                </a:cubicBezTo>
                <a:cubicBezTo>
                  <a:pt x="86049" y="63373"/>
                  <a:pt x="85601" y="63024"/>
                  <a:pt x="85128" y="62676"/>
                </a:cubicBezTo>
                <a:cubicBezTo>
                  <a:pt x="85576" y="61730"/>
                  <a:pt x="85974" y="60834"/>
                  <a:pt x="86323" y="59913"/>
                </a:cubicBezTo>
                <a:close/>
                <a:moveTo>
                  <a:pt x="72508" y="63796"/>
                </a:moveTo>
                <a:lnTo>
                  <a:pt x="72533" y="63821"/>
                </a:lnTo>
                <a:cubicBezTo>
                  <a:pt x="72533" y="63846"/>
                  <a:pt x="72508" y="63846"/>
                  <a:pt x="72508" y="63846"/>
                </a:cubicBezTo>
                <a:lnTo>
                  <a:pt x="72458" y="63821"/>
                </a:lnTo>
                <a:cubicBezTo>
                  <a:pt x="72458" y="63796"/>
                  <a:pt x="72508" y="63796"/>
                  <a:pt x="72508" y="63796"/>
                </a:cubicBezTo>
                <a:close/>
                <a:moveTo>
                  <a:pt x="49384" y="63547"/>
                </a:moveTo>
                <a:cubicBezTo>
                  <a:pt x="50038" y="63714"/>
                  <a:pt x="50581" y="63798"/>
                  <a:pt x="51023" y="63798"/>
                </a:cubicBezTo>
                <a:cubicBezTo>
                  <a:pt x="51305" y="63798"/>
                  <a:pt x="51546" y="63764"/>
                  <a:pt x="51749" y="63696"/>
                </a:cubicBezTo>
                <a:lnTo>
                  <a:pt x="51749" y="63696"/>
                </a:lnTo>
                <a:cubicBezTo>
                  <a:pt x="51724" y="63721"/>
                  <a:pt x="51699" y="63746"/>
                  <a:pt x="51699" y="63796"/>
                </a:cubicBezTo>
                <a:cubicBezTo>
                  <a:pt x="51500" y="63846"/>
                  <a:pt x="51276" y="63871"/>
                  <a:pt x="51002" y="63871"/>
                </a:cubicBezTo>
                <a:cubicBezTo>
                  <a:pt x="50579" y="63871"/>
                  <a:pt x="50006" y="63796"/>
                  <a:pt x="49359" y="63597"/>
                </a:cubicBezTo>
                <a:cubicBezTo>
                  <a:pt x="49359" y="63572"/>
                  <a:pt x="49384" y="63572"/>
                  <a:pt x="49384" y="63547"/>
                </a:cubicBezTo>
                <a:close/>
                <a:moveTo>
                  <a:pt x="88837" y="61008"/>
                </a:moveTo>
                <a:cubicBezTo>
                  <a:pt x="88861" y="61008"/>
                  <a:pt x="88861" y="61008"/>
                  <a:pt x="88911" y="61058"/>
                </a:cubicBezTo>
                <a:cubicBezTo>
                  <a:pt x="88189" y="62004"/>
                  <a:pt x="87443" y="62950"/>
                  <a:pt x="86696" y="63920"/>
                </a:cubicBezTo>
                <a:cubicBezTo>
                  <a:pt x="86671" y="63920"/>
                  <a:pt x="86671" y="63871"/>
                  <a:pt x="86621" y="63871"/>
                </a:cubicBezTo>
                <a:cubicBezTo>
                  <a:pt x="87368" y="62950"/>
                  <a:pt x="88115" y="61979"/>
                  <a:pt x="88837" y="61008"/>
                </a:cubicBezTo>
                <a:close/>
                <a:moveTo>
                  <a:pt x="85053" y="62850"/>
                </a:moveTo>
                <a:cubicBezTo>
                  <a:pt x="85476" y="63198"/>
                  <a:pt x="85949" y="63572"/>
                  <a:pt x="86372" y="63920"/>
                </a:cubicBezTo>
                <a:cubicBezTo>
                  <a:pt x="86372" y="63945"/>
                  <a:pt x="86347" y="63945"/>
                  <a:pt x="86347" y="63970"/>
                </a:cubicBezTo>
                <a:cubicBezTo>
                  <a:pt x="85924" y="63597"/>
                  <a:pt x="85451" y="63248"/>
                  <a:pt x="85003" y="62925"/>
                </a:cubicBezTo>
                <a:cubicBezTo>
                  <a:pt x="85003" y="62875"/>
                  <a:pt x="85053" y="62875"/>
                  <a:pt x="85053" y="62850"/>
                </a:cubicBezTo>
                <a:close/>
                <a:moveTo>
                  <a:pt x="86497" y="64045"/>
                </a:moveTo>
                <a:cubicBezTo>
                  <a:pt x="86547" y="64045"/>
                  <a:pt x="86571" y="64045"/>
                  <a:pt x="86571" y="64070"/>
                </a:cubicBezTo>
                <a:cubicBezTo>
                  <a:pt x="86571" y="64095"/>
                  <a:pt x="86522" y="64095"/>
                  <a:pt x="86522" y="64119"/>
                </a:cubicBezTo>
                <a:cubicBezTo>
                  <a:pt x="86497" y="64119"/>
                  <a:pt x="86497" y="64095"/>
                  <a:pt x="86472" y="64095"/>
                </a:cubicBezTo>
                <a:cubicBezTo>
                  <a:pt x="86472" y="64070"/>
                  <a:pt x="86497" y="64070"/>
                  <a:pt x="86497" y="64045"/>
                </a:cubicBezTo>
                <a:close/>
                <a:moveTo>
                  <a:pt x="7019" y="56851"/>
                </a:moveTo>
                <a:lnTo>
                  <a:pt x="7019" y="56851"/>
                </a:lnTo>
                <a:cubicBezTo>
                  <a:pt x="5725" y="59365"/>
                  <a:pt x="4605" y="61879"/>
                  <a:pt x="3684" y="64343"/>
                </a:cubicBezTo>
                <a:cubicBezTo>
                  <a:pt x="3659" y="64045"/>
                  <a:pt x="3609" y="63721"/>
                  <a:pt x="3609" y="63373"/>
                </a:cubicBezTo>
                <a:cubicBezTo>
                  <a:pt x="4033" y="61879"/>
                  <a:pt x="4481" y="60336"/>
                  <a:pt x="5078" y="58768"/>
                </a:cubicBezTo>
                <a:cubicBezTo>
                  <a:pt x="5601" y="58046"/>
                  <a:pt x="6223" y="57399"/>
                  <a:pt x="7019" y="56851"/>
                </a:cubicBezTo>
                <a:close/>
                <a:moveTo>
                  <a:pt x="3460" y="63970"/>
                </a:moveTo>
                <a:cubicBezTo>
                  <a:pt x="3485" y="64244"/>
                  <a:pt x="3535" y="64468"/>
                  <a:pt x="3560" y="64717"/>
                </a:cubicBezTo>
                <a:cubicBezTo>
                  <a:pt x="3560" y="64742"/>
                  <a:pt x="3535" y="64816"/>
                  <a:pt x="3535" y="64841"/>
                </a:cubicBezTo>
                <a:cubicBezTo>
                  <a:pt x="3485" y="64617"/>
                  <a:pt x="3460" y="64368"/>
                  <a:pt x="3435" y="64169"/>
                </a:cubicBezTo>
                <a:cubicBezTo>
                  <a:pt x="3435" y="64095"/>
                  <a:pt x="3460" y="64045"/>
                  <a:pt x="3460" y="63970"/>
                </a:cubicBezTo>
                <a:close/>
                <a:moveTo>
                  <a:pt x="7443" y="56528"/>
                </a:moveTo>
                <a:cubicBezTo>
                  <a:pt x="6024" y="59340"/>
                  <a:pt x="4779" y="62128"/>
                  <a:pt x="3784" y="64841"/>
                </a:cubicBezTo>
                <a:cubicBezTo>
                  <a:pt x="3784" y="64816"/>
                  <a:pt x="3734" y="64742"/>
                  <a:pt x="3734" y="64717"/>
                </a:cubicBezTo>
                <a:cubicBezTo>
                  <a:pt x="4729" y="62053"/>
                  <a:pt x="5949" y="59340"/>
                  <a:pt x="7318" y="56602"/>
                </a:cubicBezTo>
                <a:cubicBezTo>
                  <a:pt x="7343" y="56577"/>
                  <a:pt x="7393" y="56528"/>
                  <a:pt x="7443" y="56528"/>
                </a:cubicBezTo>
                <a:close/>
                <a:moveTo>
                  <a:pt x="3609" y="65090"/>
                </a:moveTo>
                <a:cubicBezTo>
                  <a:pt x="3609" y="65115"/>
                  <a:pt x="3609" y="65165"/>
                  <a:pt x="3659" y="65215"/>
                </a:cubicBezTo>
                <a:cubicBezTo>
                  <a:pt x="3659" y="65240"/>
                  <a:pt x="3609" y="65314"/>
                  <a:pt x="3609" y="65339"/>
                </a:cubicBezTo>
                <a:cubicBezTo>
                  <a:pt x="3609" y="65314"/>
                  <a:pt x="3609" y="65240"/>
                  <a:pt x="3584" y="65215"/>
                </a:cubicBezTo>
                <a:cubicBezTo>
                  <a:pt x="3584" y="65190"/>
                  <a:pt x="3609" y="65115"/>
                  <a:pt x="3609" y="65090"/>
                </a:cubicBezTo>
                <a:close/>
                <a:moveTo>
                  <a:pt x="65713" y="54039"/>
                </a:moveTo>
                <a:lnTo>
                  <a:pt x="65713" y="54113"/>
                </a:lnTo>
                <a:lnTo>
                  <a:pt x="65713" y="54163"/>
                </a:lnTo>
                <a:cubicBezTo>
                  <a:pt x="65713" y="54163"/>
                  <a:pt x="65713" y="54213"/>
                  <a:pt x="65688" y="54213"/>
                </a:cubicBezTo>
                <a:cubicBezTo>
                  <a:pt x="65538" y="54387"/>
                  <a:pt x="65414" y="54536"/>
                  <a:pt x="65290" y="54711"/>
                </a:cubicBezTo>
                <a:cubicBezTo>
                  <a:pt x="64045" y="56204"/>
                  <a:pt x="62701" y="57623"/>
                  <a:pt x="61307" y="59017"/>
                </a:cubicBezTo>
                <a:cubicBezTo>
                  <a:pt x="60635" y="59639"/>
                  <a:pt x="59938" y="60336"/>
                  <a:pt x="59191" y="61008"/>
                </a:cubicBezTo>
                <a:cubicBezTo>
                  <a:pt x="58992" y="61207"/>
                  <a:pt x="58768" y="61381"/>
                  <a:pt x="58569" y="61581"/>
                </a:cubicBezTo>
                <a:cubicBezTo>
                  <a:pt x="58196" y="61929"/>
                  <a:pt x="57847" y="62228"/>
                  <a:pt x="57499" y="62551"/>
                </a:cubicBezTo>
                <a:cubicBezTo>
                  <a:pt x="57399" y="62626"/>
                  <a:pt x="57324" y="62726"/>
                  <a:pt x="57225" y="62800"/>
                </a:cubicBezTo>
                <a:lnTo>
                  <a:pt x="57200" y="62825"/>
                </a:lnTo>
                <a:cubicBezTo>
                  <a:pt x="56901" y="63049"/>
                  <a:pt x="56627" y="63248"/>
                  <a:pt x="56379" y="63497"/>
                </a:cubicBezTo>
                <a:cubicBezTo>
                  <a:pt x="55482" y="64219"/>
                  <a:pt x="54611" y="64916"/>
                  <a:pt x="53889" y="65439"/>
                </a:cubicBezTo>
                <a:cubicBezTo>
                  <a:pt x="53815" y="65439"/>
                  <a:pt x="53765" y="65464"/>
                  <a:pt x="53740" y="65464"/>
                </a:cubicBezTo>
                <a:lnTo>
                  <a:pt x="53616" y="65464"/>
                </a:lnTo>
                <a:cubicBezTo>
                  <a:pt x="53641" y="65439"/>
                  <a:pt x="53690" y="65414"/>
                  <a:pt x="53740" y="65364"/>
                </a:cubicBezTo>
                <a:cubicBezTo>
                  <a:pt x="53740" y="65364"/>
                  <a:pt x="53765" y="65364"/>
                  <a:pt x="53765" y="65339"/>
                </a:cubicBezTo>
                <a:cubicBezTo>
                  <a:pt x="53840" y="65289"/>
                  <a:pt x="53939" y="65240"/>
                  <a:pt x="53989" y="65190"/>
                </a:cubicBezTo>
                <a:cubicBezTo>
                  <a:pt x="54188" y="65040"/>
                  <a:pt x="54362" y="64891"/>
                  <a:pt x="54561" y="64767"/>
                </a:cubicBezTo>
                <a:cubicBezTo>
                  <a:pt x="54810" y="64592"/>
                  <a:pt x="55010" y="64443"/>
                  <a:pt x="55234" y="64244"/>
                </a:cubicBezTo>
                <a:lnTo>
                  <a:pt x="55308" y="64219"/>
                </a:lnTo>
                <a:cubicBezTo>
                  <a:pt x="55358" y="64169"/>
                  <a:pt x="55433" y="64119"/>
                  <a:pt x="55482" y="64070"/>
                </a:cubicBezTo>
                <a:cubicBezTo>
                  <a:pt x="55557" y="64045"/>
                  <a:pt x="55582" y="63970"/>
                  <a:pt x="55632" y="63945"/>
                </a:cubicBezTo>
                <a:lnTo>
                  <a:pt x="56105" y="63572"/>
                </a:lnTo>
                <a:cubicBezTo>
                  <a:pt x="56453" y="63298"/>
                  <a:pt x="56827" y="62999"/>
                  <a:pt x="57125" y="62726"/>
                </a:cubicBezTo>
                <a:cubicBezTo>
                  <a:pt x="57225" y="62676"/>
                  <a:pt x="57324" y="62576"/>
                  <a:pt x="57374" y="62502"/>
                </a:cubicBezTo>
                <a:lnTo>
                  <a:pt x="57424" y="62502"/>
                </a:lnTo>
                <a:cubicBezTo>
                  <a:pt x="57797" y="62203"/>
                  <a:pt x="58196" y="61854"/>
                  <a:pt x="58544" y="61556"/>
                </a:cubicBezTo>
                <a:cubicBezTo>
                  <a:pt x="58793" y="61332"/>
                  <a:pt x="58992" y="61108"/>
                  <a:pt x="59241" y="60884"/>
                </a:cubicBezTo>
                <a:cubicBezTo>
                  <a:pt x="59316" y="60834"/>
                  <a:pt x="59415" y="60759"/>
                  <a:pt x="59465" y="60709"/>
                </a:cubicBezTo>
                <a:cubicBezTo>
                  <a:pt x="59490" y="60684"/>
                  <a:pt x="59565" y="60635"/>
                  <a:pt x="59589" y="60585"/>
                </a:cubicBezTo>
                <a:cubicBezTo>
                  <a:pt x="60311" y="59888"/>
                  <a:pt x="60809" y="59390"/>
                  <a:pt x="61207" y="59017"/>
                </a:cubicBezTo>
                <a:cubicBezTo>
                  <a:pt x="61257" y="58967"/>
                  <a:pt x="61357" y="58892"/>
                  <a:pt x="61431" y="58843"/>
                </a:cubicBezTo>
                <a:lnTo>
                  <a:pt x="61456" y="58818"/>
                </a:lnTo>
                <a:lnTo>
                  <a:pt x="61830" y="58444"/>
                </a:lnTo>
                <a:lnTo>
                  <a:pt x="61879" y="58370"/>
                </a:lnTo>
                <a:cubicBezTo>
                  <a:pt x="61979" y="58270"/>
                  <a:pt x="62079" y="58195"/>
                  <a:pt x="62128" y="58096"/>
                </a:cubicBezTo>
                <a:lnTo>
                  <a:pt x="62253" y="57971"/>
                </a:lnTo>
                <a:cubicBezTo>
                  <a:pt x="62751" y="57449"/>
                  <a:pt x="63448" y="56727"/>
                  <a:pt x="64244" y="55781"/>
                </a:cubicBezTo>
                <a:cubicBezTo>
                  <a:pt x="64319" y="55731"/>
                  <a:pt x="64369" y="55632"/>
                  <a:pt x="64443" y="55582"/>
                </a:cubicBezTo>
                <a:cubicBezTo>
                  <a:pt x="64493" y="55482"/>
                  <a:pt x="64593" y="55408"/>
                  <a:pt x="64667" y="55333"/>
                </a:cubicBezTo>
                <a:cubicBezTo>
                  <a:pt x="64717" y="55258"/>
                  <a:pt x="64742" y="55208"/>
                  <a:pt x="64817" y="55134"/>
                </a:cubicBezTo>
                <a:cubicBezTo>
                  <a:pt x="65041" y="54860"/>
                  <a:pt x="65240" y="54611"/>
                  <a:pt x="65439" y="54387"/>
                </a:cubicBezTo>
                <a:cubicBezTo>
                  <a:pt x="65464" y="54337"/>
                  <a:pt x="65538" y="54288"/>
                  <a:pt x="65563" y="54238"/>
                </a:cubicBezTo>
                <a:cubicBezTo>
                  <a:pt x="65613" y="54163"/>
                  <a:pt x="65663" y="54113"/>
                  <a:pt x="65713" y="54039"/>
                </a:cubicBezTo>
                <a:close/>
                <a:moveTo>
                  <a:pt x="29197" y="56254"/>
                </a:moveTo>
                <a:cubicBezTo>
                  <a:pt x="29222" y="56254"/>
                  <a:pt x="29222" y="56279"/>
                  <a:pt x="29247" y="56279"/>
                </a:cubicBezTo>
                <a:cubicBezTo>
                  <a:pt x="26907" y="59465"/>
                  <a:pt x="24767" y="62701"/>
                  <a:pt x="22900" y="65912"/>
                </a:cubicBezTo>
                <a:lnTo>
                  <a:pt x="22850" y="65912"/>
                </a:lnTo>
                <a:cubicBezTo>
                  <a:pt x="24717" y="62701"/>
                  <a:pt x="26858" y="59465"/>
                  <a:pt x="29197" y="56254"/>
                </a:cubicBezTo>
                <a:close/>
                <a:moveTo>
                  <a:pt x="53367" y="65737"/>
                </a:moveTo>
                <a:cubicBezTo>
                  <a:pt x="53342" y="65787"/>
                  <a:pt x="53267" y="65812"/>
                  <a:pt x="53242" y="65837"/>
                </a:cubicBezTo>
                <a:cubicBezTo>
                  <a:pt x="53217" y="65862"/>
                  <a:pt x="53192" y="65862"/>
                  <a:pt x="53143" y="65912"/>
                </a:cubicBezTo>
                <a:cubicBezTo>
                  <a:pt x="53118" y="65936"/>
                  <a:pt x="53043" y="65961"/>
                  <a:pt x="53018" y="65986"/>
                </a:cubicBezTo>
                <a:lnTo>
                  <a:pt x="52993" y="65961"/>
                </a:lnTo>
                <a:cubicBezTo>
                  <a:pt x="52993" y="65961"/>
                  <a:pt x="52993" y="65936"/>
                  <a:pt x="53018" y="65936"/>
                </a:cubicBezTo>
                <a:cubicBezTo>
                  <a:pt x="53043" y="65936"/>
                  <a:pt x="53043" y="65912"/>
                  <a:pt x="53093" y="65912"/>
                </a:cubicBezTo>
                <a:lnTo>
                  <a:pt x="53118" y="65862"/>
                </a:lnTo>
                <a:cubicBezTo>
                  <a:pt x="53143" y="65837"/>
                  <a:pt x="53168" y="65837"/>
                  <a:pt x="53217" y="65812"/>
                </a:cubicBezTo>
                <a:cubicBezTo>
                  <a:pt x="53242" y="65812"/>
                  <a:pt x="53317" y="65787"/>
                  <a:pt x="53367" y="65737"/>
                </a:cubicBezTo>
                <a:close/>
                <a:moveTo>
                  <a:pt x="52869" y="66086"/>
                </a:moveTo>
                <a:lnTo>
                  <a:pt x="52869" y="66086"/>
                </a:lnTo>
                <a:cubicBezTo>
                  <a:pt x="52849" y="66106"/>
                  <a:pt x="52828" y="66126"/>
                  <a:pt x="52795" y="66133"/>
                </a:cubicBezTo>
                <a:lnTo>
                  <a:pt x="52795" y="66133"/>
                </a:lnTo>
                <a:cubicBezTo>
                  <a:pt x="52814" y="66121"/>
                  <a:pt x="52841" y="66100"/>
                  <a:pt x="52869" y="66086"/>
                </a:cubicBezTo>
                <a:close/>
                <a:moveTo>
                  <a:pt x="21730" y="54337"/>
                </a:moveTo>
                <a:cubicBezTo>
                  <a:pt x="24194" y="54661"/>
                  <a:pt x="26634" y="55283"/>
                  <a:pt x="29048" y="56204"/>
                </a:cubicBezTo>
                <a:cubicBezTo>
                  <a:pt x="26683" y="59440"/>
                  <a:pt x="24518" y="62701"/>
                  <a:pt x="22626" y="65936"/>
                </a:cubicBezTo>
                <a:cubicBezTo>
                  <a:pt x="22452" y="65961"/>
                  <a:pt x="22253" y="65961"/>
                  <a:pt x="22079" y="65986"/>
                </a:cubicBezTo>
                <a:cubicBezTo>
                  <a:pt x="21655" y="66036"/>
                  <a:pt x="21257" y="66086"/>
                  <a:pt x="20884" y="66111"/>
                </a:cubicBezTo>
                <a:cubicBezTo>
                  <a:pt x="20759" y="66161"/>
                  <a:pt x="20635" y="66185"/>
                  <a:pt x="20486" y="66185"/>
                </a:cubicBezTo>
                <a:cubicBezTo>
                  <a:pt x="19664" y="62825"/>
                  <a:pt x="20137" y="58718"/>
                  <a:pt x="21730" y="54337"/>
                </a:cubicBezTo>
                <a:close/>
                <a:moveTo>
                  <a:pt x="22776" y="66111"/>
                </a:moveTo>
                <a:cubicBezTo>
                  <a:pt x="22776" y="66161"/>
                  <a:pt x="22751" y="66161"/>
                  <a:pt x="22751" y="66185"/>
                </a:cubicBezTo>
                <a:lnTo>
                  <a:pt x="22701" y="66185"/>
                </a:lnTo>
                <a:cubicBezTo>
                  <a:pt x="22701" y="66161"/>
                  <a:pt x="22726" y="66161"/>
                  <a:pt x="22726" y="66111"/>
                </a:cubicBezTo>
                <a:close/>
                <a:moveTo>
                  <a:pt x="21531" y="54288"/>
                </a:moveTo>
                <a:cubicBezTo>
                  <a:pt x="19988" y="58693"/>
                  <a:pt x="19490" y="62825"/>
                  <a:pt x="20311" y="66235"/>
                </a:cubicBezTo>
                <a:lnTo>
                  <a:pt x="20262" y="66235"/>
                </a:lnTo>
                <a:cubicBezTo>
                  <a:pt x="19415" y="62825"/>
                  <a:pt x="19888" y="58693"/>
                  <a:pt x="21481" y="54288"/>
                </a:cubicBezTo>
                <a:close/>
                <a:moveTo>
                  <a:pt x="65663" y="54462"/>
                </a:moveTo>
                <a:cubicBezTo>
                  <a:pt x="65688" y="55084"/>
                  <a:pt x="65962" y="55856"/>
                  <a:pt x="66484" y="56777"/>
                </a:cubicBezTo>
                <a:cubicBezTo>
                  <a:pt x="63721" y="60236"/>
                  <a:pt x="60311" y="63522"/>
                  <a:pt x="56478" y="66285"/>
                </a:cubicBezTo>
                <a:cubicBezTo>
                  <a:pt x="55557" y="65787"/>
                  <a:pt x="54736" y="65488"/>
                  <a:pt x="54089" y="65464"/>
                </a:cubicBezTo>
                <a:cubicBezTo>
                  <a:pt x="54263" y="65314"/>
                  <a:pt x="54462" y="65190"/>
                  <a:pt x="54686" y="65040"/>
                </a:cubicBezTo>
                <a:cubicBezTo>
                  <a:pt x="54935" y="64841"/>
                  <a:pt x="55184" y="64667"/>
                  <a:pt x="55383" y="64468"/>
                </a:cubicBezTo>
                <a:lnTo>
                  <a:pt x="55458" y="64418"/>
                </a:lnTo>
                <a:cubicBezTo>
                  <a:pt x="55706" y="64219"/>
                  <a:pt x="55955" y="64045"/>
                  <a:pt x="56204" y="63821"/>
                </a:cubicBezTo>
                <a:cubicBezTo>
                  <a:pt x="56603" y="63497"/>
                  <a:pt x="57001" y="63174"/>
                  <a:pt x="57374" y="62850"/>
                </a:cubicBezTo>
                <a:cubicBezTo>
                  <a:pt x="58196" y="62178"/>
                  <a:pt x="58967" y="61481"/>
                  <a:pt x="59589" y="60884"/>
                </a:cubicBezTo>
                <a:cubicBezTo>
                  <a:pt x="59664" y="60859"/>
                  <a:pt x="59689" y="60784"/>
                  <a:pt x="59714" y="60759"/>
                </a:cubicBezTo>
                <a:cubicBezTo>
                  <a:pt x="60361" y="60137"/>
                  <a:pt x="60859" y="59664"/>
                  <a:pt x="61232" y="59291"/>
                </a:cubicBezTo>
                <a:lnTo>
                  <a:pt x="61506" y="59017"/>
                </a:lnTo>
                <a:lnTo>
                  <a:pt x="61556" y="58992"/>
                </a:lnTo>
                <a:lnTo>
                  <a:pt x="61929" y="58619"/>
                </a:lnTo>
                <a:lnTo>
                  <a:pt x="62128" y="58395"/>
                </a:lnTo>
                <a:cubicBezTo>
                  <a:pt x="62178" y="58370"/>
                  <a:pt x="62178" y="58345"/>
                  <a:pt x="62203" y="58345"/>
                </a:cubicBezTo>
                <a:lnTo>
                  <a:pt x="62477" y="58071"/>
                </a:lnTo>
                <a:cubicBezTo>
                  <a:pt x="62950" y="57573"/>
                  <a:pt x="63597" y="56876"/>
                  <a:pt x="64344" y="56030"/>
                </a:cubicBezTo>
                <a:cubicBezTo>
                  <a:pt x="64493" y="55856"/>
                  <a:pt x="64692" y="55657"/>
                  <a:pt x="64842" y="55457"/>
                </a:cubicBezTo>
                <a:cubicBezTo>
                  <a:pt x="64891" y="55408"/>
                  <a:pt x="64916" y="55358"/>
                  <a:pt x="64941" y="55333"/>
                </a:cubicBezTo>
                <a:cubicBezTo>
                  <a:pt x="65190" y="55009"/>
                  <a:pt x="65439" y="54736"/>
                  <a:pt x="65663" y="54462"/>
                </a:cubicBezTo>
                <a:close/>
                <a:moveTo>
                  <a:pt x="53840" y="65613"/>
                </a:moveTo>
                <a:cubicBezTo>
                  <a:pt x="54462" y="65613"/>
                  <a:pt x="55308" y="65862"/>
                  <a:pt x="56304" y="66409"/>
                </a:cubicBezTo>
                <a:cubicBezTo>
                  <a:pt x="56254" y="66409"/>
                  <a:pt x="56254" y="66434"/>
                  <a:pt x="56229" y="66434"/>
                </a:cubicBezTo>
                <a:cubicBezTo>
                  <a:pt x="56179" y="66409"/>
                  <a:pt x="56130" y="66409"/>
                  <a:pt x="56105" y="66360"/>
                </a:cubicBezTo>
                <a:cubicBezTo>
                  <a:pt x="55955" y="66285"/>
                  <a:pt x="55756" y="66210"/>
                  <a:pt x="55607" y="66111"/>
                </a:cubicBezTo>
                <a:cubicBezTo>
                  <a:pt x="55582" y="66111"/>
                  <a:pt x="55557" y="66086"/>
                  <a:pt x="55557" y="66086"/>
                </a:cubicBezTo>
                <a:cubicBezTo>
                  <a:pt x="55358" y="65986"/>
                  <a:pt x="55184" y="65936"/>
                  <a:pt x="54985" y="65862"/>
                </a:cubicBezTo>
                <a:cubicBezTo>
                  <a:pt x="54960" y="65862"/>
                  <a:pt x="54935" y="65837"/>
                  <a:pt x="54885" y="65837"/>
                </a:cubicBezTo>
                <a:cubicBezTo>
                  <a:pt x="54711" y="65787"/>
                  <a:pt x="54561" y="65737"/>
                  <a:pt x="54387" y="65712"/>
                </a:cubicBezTo>
                <a:cubicBezTo>
                  <a:pt x="54238" y="65688"/>
                  <a:pt x="54113" y="65688"/>
                  <a:pt x="53989" y="65688"/>
                </a:cubicBezTo>
                <a:lnTo>
                  <a:pt x="53740" y="65688"/>
                </a:lnTo>
                <a:cubicBezTo>
                  <a:pt x="53740" y="65688"/>
                  <a:pt x="53765" y="65688"/>
                  <a:pt x="53765" y="65663"/>
                </a:cubicBezTo>
                <a:cubicBezTo>
                  <a:pt x="53815" y="65613"/>
                  <a:pt x="53815" y="65613"/>
                  <a:pt x="53840" y="65613"/>
                </a:cubicBezTo>
                <a:close/>
                <a:moveTo>
                  <a:pt x="66584" y="56976"/>
                </a:moveTo>
                <a:cubicBezTo>
                  <a:pt x="66584" y="57001"/>
                  <a:pt x="66634" y="57001"/>
                  <a:pt x="66634" y="57026"/>
                </a:cubicBezTo>
                <a:cubicBezTo>
                  <a:pt x="63846" y="60460"/>
                  <a:pt x="60486" y="63696"/>
                  <a:pt x="56727" y="66434"/>
                </a:cubicBezTo>
                <a:cubicBezTo>
                  <a:pt x="56702" y="66434"/>
                  <a:pt x="56702" y="66409"/>
                  <a:pt x="56677" y="66409"/>
                </a:cubicBezTo>
                <a:cubicBezTo>
                  <a:pt x="60436" y="63671"/>
                  <a:pt x="63821" y="60386"/>
                  <a:pt x="66584" y="56976"/>
                </a:cubicBezTo>
                <a:close/>
                <a:moveTo>
                  <a:pt x="22502" y="66161"/>
                </a:moveTo>
                <a:cubicBezTo>
                  <a:pt x="22502" y="66185"/>
                  <a:pt x="22477" y="66210"/>
                  <a:pt x="22477" y="66210"/>
                </a:cubicBezTo>
                <a:cubicBezTo>
                  <a:pt x="21954" y="66285"/>
                  <a:pt x="21407" y="66310"/>
                  <a:pt x="20884" y="66409"/>
                </a:cubicBezTo>
                <a:cubicBezTo>
                  <a:pt x="20759" y="66434"/>
                  <a:pt x="20660" y="66434"/>
                  <a:pt x="20535" y="66459"/>
                </a:cubicBezTo>
                <a:cubicBezTo>
                  <a:pt x="20535" y="66434"/>
                  <a:pt x="20535" y="66434"/>
                  <a:pt x="20510" y="66409"/>
                </a:cubicBezTo>
                <a:cubicBezTo>
                  <a:pt x="20635" y="66360"/>
                  <a:pt x="20759" y="66335"/>
                  <a:pt x="20884" y="66335"/>
                </a:cubicBezTo>
                <a:cubicBezTo>
                  <a:pt x="21232" y="66285"/>
                  <a:pt x="21606" y="66235"/>
                  <a:pt x="21954" y="66210"/>
                </a:cubicBezTo>
                <a:cubicBezTo>
                  <a:pt x="22128" y="66185"/>
                  <a:pt x="22327" y="66161"/>
                  <a:pt x="22502" y="66161"/>
                </a:cubicBezTo>
                <a:close/>
                <a:moveTo>
                  <a:pt x="3286" y="64717"/>
                </a:moveTo>
                <a:cubicBezTo>
                  <a:pt x="3311" y="64866"/>
                  <a:pt x="3336" y="65040"/>
                  <a:pt x="3360" y="65215"/>
                </a:cubicBezTo>
                <a:lnTo>
                  <a:pt x="2912" y="66534"/>
                </a:lnTo>
                <a:cubicBezTo>
                  <a:pt x="3037" y="65936"/>
                  <a:pt x="3161" y="65314"/>
                  <a:pt x="3286" y="64717"/>
                </a:cubicBezTo>
                <a:close/>
                <a:moveTo>
                  <a:pt x="29446" y="56353"/>
                </a:moveTo>
                <a:cubicBezTo>
                  <a:pt x="30293" y="56652"/>
                  <a:pt x="31114" y="57026"/>
                  <a:pt x="31935" y="57399"/>
                </a:cubicBezTo>
                <a:cubicBezTo>
                  <a:pt x="30741" y="60759"/>
                  <a:pt x="30342" y="63920"/>
                  <a:pt x="30940" y="66584"/>
                </a:cubicBezTo>
                <a:cubicBezTo>
                  <a:pt x="30691" y="66534"/>
                  <a:pt x="30467" y="66459"/>
                  <a:pt x="30218" y="66409"/>
                </a:cubicBezTo>
                <a:cubicBezTo>
                  <a:pt x="30168" y="66409"/>
                  <a:pt x="30094" y="66360"/>
                  <a:pt x="30044" y="66360"/>
                </a:cubicBezTo>
                <a:cubicBezTo>
                  <a:pt x="29745" y="66310"/>
                  <a:pt x="29471" y="66235"/>
                  <a:pt x="29197" y="66210"/>
                </a:cubicBezTo>
                <a:cubicBezTo>
                  <a:pt x="29098" y="66210"/>
                  <a:pt x="29048" y="66185"/>
                  <a:pt x="28949" y="66185"/>
                </a:cubicBezTo>
                <a:cubicBezTo>
                  <a:pt x="28700" y="66161"/>
                  <a:pt x="28426" y="66086"/>
                  <a:pt x="28177" y="66061"/>
                </a:cubicBezTo>
                <a:cubicBezTo>
                  <a:pt x="28052" y="66036"/>
                  <a:pt x="27928" y="66036"/>
                  <a:pt x="27828" y="66036"/>
                </a:cubicBezTo>
                <a:cubicBezTo>
                  <a:pt x="27580" y="65986"/>
                  <a:pt x="27355" y="65961"/>
                  <a:pt x="27107" y="65961"/>
                </a:cubicBezTo>
                <a:cubicBezTo>
                  <a:pt x="26932" y="65936"/>
                  <a:pt x="26733" y="65936"/>
                  <a:pt x="26584" y="65936"/>
                </a:cubicBezTo>
                <a:cubicBezTo>
                  <a:pt x="26385" y="65936"/>
                  <a:pt x="26211" y="65912"/>
                  <a:pt x="26011" y="65912"/>
                </a:cubicBezTo>
                <a:cubicBezTo>
                  <a:pt x="25638" y="65862"/>
                  <a:pt x="25314" y="65862"/>
                  <a:pt x="24941" y="65862"/>
                </a:cubicBezTo>
                <a:cubicBezTo>
                  <a:pt x="24369" y="65862"/>
                  <a:pt x="23821" y="65912"/>
                  <a:pt x="23224" y="65936"/>
                </a:cubicBezTo>
                <a:lnTo>
                  <a:pt x="23149" y="65936"/>
                </a:lnTo>
                <a:cubicBezTo>
                  <a:pt x="24991" y="62726"/>
                  <a:pt x="27107" y="59515"/>
                  <a:pt x="29446" y="56353"/>
                </a:cubicBezTo>
                <a:close/>
                <a:moveTo>
                  <a:pt x="66708" y="57200"/>
                </a:moveTo>
                <a:cubicBezTo>
                  <a:pt x="66758" y="57250"/>
                  <a:pt x="66783" y="57324"/>
                  <a:pt x="66808" y="57349"/>
                </a:cubicBezTo>
                <a:cubicBezTo>
                  <a:pt x="64642" y="59764"/>
                  <a:pt x="62278" y="62128"/>
                  <a:pt x="59739" y="64368"/>
                </a:cubicBezTo>
                <a:lnTo>
                  <a:pt x="59664" y="64468"/>
                </a:lnTo>
                <a:lnTo>
                  <a:pt x="59614" y="64493"/>
                </a:lnTo>
                <a:cubicBezTo>
                  <a:pt x="59589" y="64543"/>
                  <a:pt x="59565" y="64567"/>
                  <a:pt x="59540" y="64567"/>
                </a:cubicBezTo>
                <a:cubicBezTo>
                  <a:pt x="59067" y="64966"/>
                  <a:pt x="58619" y="65364"/>
                  <a:pt x="58171" y="65737"/>
                </a:cubicBezTo>
                <a:cubicBezTo>
                  <a:pt x="57996" y="65862"/>
                  <a:pt x="57872" y="65986"/>
                  <a:pt x="57723" y="66086"/>
                </a:cubicBezTo>
                <a:cubicBezTo>
                  <a:pt x="57548" y="66310"/>
                  <a:pt x="57324" y="66484"/>
                  <a:pt x="57100" y="66658"/>
                </a:cubicBezTo>
                <a:cubicBezTo>
                  <a:pt x="57051" y="66584"/>
                  <a:pt x="56951" y="66559"/>
                  <a:pt x="56876" y="66534"/>
                </a:cubicBezTo>
                <a:cubicBezTo>
                  <a:pt x="60610" y="63821"/>
                  <a:pt x="63970" y="60585"/>
                  <a:pt x="66708" y="57200"/>
                </a:cubicBezTo>
                <a:close/>
                <a:moveTo>
                  <a:pt x="32085" y="57498"/>
                </a:moveTo>
                <a:cubicBezTo>
                  <a:pt x="32110" y="57498"/>
                  <a:pt x="32110" y="57523"/>
                  <a:pt x="32159" y="57523"/>
                </a:cubicBezTo>
                <a:cubicBezTo>
                  <a:pt x="30965" y="60884"/>
                  <a:pt x="30591" y="64045"/>
                  <a:pt x="31214" y="66683"/>
                </a:cubicBezTo>
                <a:cubicBezTo>
                  <a:pt x="31189" y="66683"/>
                  <a:pt x="31189" y="66683"/>
                  <a:pt x="31164" y="66658"/>
                </a:cubicBezTo>
                <a:cubicBezTo>
                  <a:pt x="30542" y="63995"/>
                  <a:pt x="30915" y="60859"/>
                  <a:pt x="32085" y="57498"/>
                </a:cubicBezTo>
                <a:close/>
                <a:moveTo>
                  <a:pt x="56702" y="66683"/>
                </a:moveTo>
                <a:cubicBezTo>
                  <a:pt x="56802" y="66708"/>
                  <a:pt x="56876" y="66733"/>
                  <a:pt x="56951" y="66808"/>
                </a:cubicBezTo>
                <a:cubicBezTo>
                  <a:pt x="56926" y="66808"/>
                  <a:pt x="56926" y="66833"/>
                  <a:pt x="56876" y="66833"/>
                </a:cubicBezTo>
                <a:cubicBezTo>
                  <a:pt x="56827" y="66808"/>
                  <a:pt x="56752" y="66783"/>
                  <a:pt x="56702" y="66708"/>
                </a:cubicBezTo>
                <a:cubicBezTo>
                  <a:pt x="56677" y="66708"/>
                  <a:pt x="56677" y="66708"/>
                  <a:pt x="56702" y="66683"/>
                </a:cubicBezTo>
                <a:close/>
                <a:moveTo>
                  <a:pt x="66932" y="57523"/>
                </a:moveTo>
                <a:cubicBezTo>
                  <a:pt x="66932" y="57523"/>
                  <a:pt x="66932" y="57573"/>
                  <a:pt x="66957" y="57573"/>
                </a:cubicBezTo>
                <a:lnTo>
                  <a:pt x="66957" y="57598"/>
                </a:lnTo>
                <a:cubicBezTo>
                  <a:pt x="64817" y="59988"/>
                  <a:pt x="62477" y="62327"/>
                  <a:pt x="60038" y="64543"/>
                </a:cubicBezTo>
                <a:cubicBezTo>
                  <a:pt x="59963" y="64592"/>
                  <a:pt x="59913" y="64617"/>
                  <a:pt x="59838" y="64692"/>
                </a:cubicBezTo>
                <a:cubicBezTo>
                  <a:pt x="59365" y="65090"/>
                  <a:pt x="58917" y="65513"/>
                  <a:pt x="58395" y="65936"/>
                </a:cubicBezTo>
                <a:cubicBezTo>
                  <a:pt x="58245" y="66061"/>
                  <a:pt x="58096" y="66185"/>
                  <a:pt x="57972" y="66310"/>
                </a:cubicBezTo>
                <a:cubicBezTo>
                  <a:pt x="57748" y="66484"/>
                  <a:pt x="57524" y="66633"/>
                  <a:pt x="57324" y="66833"/>
                </a:cubicBezTo>
                <a:cubicBezTo>
                  <a:pt x="57324" y="66833"/>
                  <a:pt x="57300" y="66833"/>
                  <a:pt x="57300" y="66808"/>
                </a:cubicBezTo>
                <a:lnTo>
                  <a:pt x="57250" y="66808"/>
                </a:lnTo>
                <a:cubicBezTo>
                  <a:pt x="57449" y="66609"/>
                  <a:pt x="57623" y="66459"/>
                  <a:pt x="57822" y="66310"/>
                </a:cubicBezTo>
                <a:cubicBezTo>
                  <a:pt x="57996" y="66161"/>
                  <a:pt x="58171" y="66036"/>
                  <a:pt x="58345" y="65862"/>
                </a:cubicBezTo>
                <a:cubicBezTo>
                  <a:pt x="58743" y="65538"/>
                  <a:pt x="59191" y="65165"/>
                  <a:pt x="59589" y="64816"/>
                </a:cubicBezTo>
                <a:lnTo>
                  <a:pt x="59689" y="64717"/>
                </a:lnTo>
                <a:lnTo>
                  <a:pt x="59714" y="64692"/>
                </a:lnTo>
                <a:cubicBezTo>
                  <a:pt x="59814" y="64617"/>
                  <a:pt x="59913" y="64543"/>
                  <a:pt x="59963" y="64468"/>
                </a:cubicBezTo>
                <a:cubicBezTo>
                  <a:pt x="61058" y="63497"/>
                  <a:pt x="62079" y="62551"/>
                  <a:pt x="63099" y="61506"/>
                </a:cubicBezTo>
                <a:lnTo>
                  <a:pt x="63572" y="61058"/>
                </a:lnTo>
                <a:lnTo>
                  <a:pt x="64642" y="59988"/>
                </a:lnTo>
                <a:cubicBezTo>
                  <a:pt x="64817" y="59813"/>
                  <a:pt x="65016" y="59614"/>
                  <a:pt x="65165" y="59440"/>
                </a:cubicBezTo>
                <a:cubicBezTo>
                  <a:pt x="65464" y="59091"/>
                  <a:pt x="65787" y="58768"/>
                  <a:pt x="66086" y="58444"/>
                </a:cubicBezTo>
                <a:cubicBezTo>
                  <a:pt x="66285" y="58245"/>
                  <a:pt x="66435" y="58071"/>
                  <a:pt x="66634" y="57872"/>
                </a:cubicBezTo>
                <a:cubicBezTo>
                  <a:pt x="66708" y="57747"/>
                  <a:pt x="66833" y="57648"/>
                  <a:pt x="66932" y="57523"/>
                </a:cubicBezTo>
                <a:close/>
                <a:moveTo>
                  <a:pt x="24941" y="66036"/>
                </a:moveTo>
                <a:cubicBezTo>
                  <a:pt x="25314" y="66036"/>
                  <a:pt x="25638" y="66036"/>
                  <a:pt x="26011" y="66061"/>
                </a:cubicBezTo>
                <a:cubicBezTo>
                  <a:pt x="26235" y="66061"/>
                  <a:pt x="26459" y="66086"/>
                  <a:pt x="26708" y="66086"/>
                </a:cubicBezTo>
                <a:cubicBezTo>
                  <a:pt x="26833" y="66086"/>
                  <a:pt x="26982" y="66111"/>
                  <a:pt x="27107" y="66111"/>
                </a:cubicBezTo>
                <a:cubicBezTo>
                  <a:pt x="27430" y="66136"/>
                  <a:pt x="27704" y="66185"/>
                  <a:pt x="28003" y="66210"/>
                </a:cubicBezTo>
                <a:cubicBezTo>
                  <a:pt x="28077" y="66210"/>
                  <a:pt x="28127" y="66210"/>
                  <a:pt x="28202" y="66235"/>
                </a:cubicBezTo>
                <a:cubicBezTo>
                  <a:pt x="28550" y="66285"/>
                  <a:pt x="28874" y="66335"/>
                  <a:pt x="29197" y="66409"/>
                </a:cubicBezTo>
                <a:lnTo>
                  <a:pt x="29222" y="66409"/>
                </a:lnTo>
                <a:cubicBezTo>
                  <a:pt x="29820" y="66484"/>
                  <a:pt x="30417" y="66658"/>
                  <a:pt x="30990" y="66808"/>
                </a:cubicBezTo>
                <a:lnTo>
                  <a:pt x="30990" y="66857"/>
                </a:lnTo>
                <a:cubicBezTo>
                  <a:pt x="29073" y="66360"/>
                  <a:pt x="27007" y="66086"/>
                  <a:pt x="24891" y="66086"/>
                </a:cubicBezTo>
                <a:cubicBezTo>
                  <a:pt x="24244" y="66086"/>
                  <a:pt x="23622" y="66111"/>
                  <a:pt x="23000" y="66136"/>
                </a:cubicBezTo>
                <a:cubicBezTo>
                  <a:pt x="23000" y="66111"/>
                  <a:pt x="23024" y="66111"/>
                  <a:pt x="23024" y="66086"/>
                </a:cubicBezTo>
                <a:cubicBezTo>
                  <a:pt x="23647" y="66061"/>
                  <a:pt x="24269" y="66036"/>
                  <a:pt x="24891" y="66036"/>
                </a:cubicBezTo>
                <a:close/>
                <a:moveTo>
                  <a:pt x="57150" y="66907"/>
                </a:moveTo>
                <a:cubicBezTo>
                  <a:pt x="57150" y="66907"/>
                  <a:pt x="57200" y="66907"/>
                  <a:pt x="57200" y="66932"/>
                </a:cubicBezTo>
                <a:lnTo>
                  <a:pt x="57125" y="66982"/>
                </a:lnTo>
                <a:lnTo>
                  <a:pt x="57075" y="66932"/>
                </a:lnTo>
                <a:cubicBezTo>
                  <a:pt x="57100" y="66932"/>
                  <a:pt x="57100" y="66907"/>
                  <a:pt x="57125" y="66907"/>
                </a:cubicBezTo>
                <a:close/>
                <a:moveTo>
                  <a:pt x="40846" y="63696"/>
                </a:moveTo>
                <a:lnTo>
                  <a:pt x="40896" y="63721"/>
                </a:lnTo>
                <a:lnTo>
                  <a:pt x="40921" y="63746"/>
                </a:lnTo>
                <a:lnTo>
                  <a:pt x="40822" y="64045"/>
                </a:lnTo>
                <a:cubicBezTo>
                  <a:pt x="40797" y="64119"/>
                  <a:pt x="40772" y="64194"/>
                  <a:pt x="40772" y="64244"/>
                </a:cubicBezTo>
                <a:cubicBezTo>
                  <a:pt x="40697" y="64443"/>
                  <a:pt x="40647" y="64592"/>
                  <a:pt x="40598" y="64792"/>
                </a:cubicBezTo>
                <a:cubicBezTo>
                  <a:pt x="40573" y="64916"/>
                  <a:pt x="40523" y="65040"/>
                  <a:pt x="40473" y="65165"/>
                </a:cubicBezTo>
                <a:cubicBezTo>
                  <a:pt x="40448" y="65289"/>
                  <a:pt x="40423" y="65364"/>
                  <a:pt x="40398" y="65488"/>
                </a:cubicBezTo>
                <a:cubicBezTo>
                  <a:pt x="40324" y="65688"/>
                  <a:pt x="40299" y="65862"/>
                  <a:pt x="40274" y="66061"/>
                </a:cubicBezTo>
                <a:cubicBezTo>
                  <a:pt x="40224" y="66210"/>
                  <a:pt x="40174" y="66360"/>
                  <a:pt x="40150" y="66534"/>
                </a:cubicBezTo>
                <a:cubicBezTo>
                  <a:pt x="40150" y="66559"/>
                  <a:pt x="40100" y="66584"/>
                  <a:pt x="40100" y="66609"/>
                </a:cubicBezTo>
                <a:cubicBezTo>
                  <a:pt x="40082" y="66739"/>
                  <a:pt x="40062" y="66869"/>
                  <a:pt x="40042" y="66998"/>
                </a:cubicBezTo>
                <a:lnTo>
                  <a:pt x="40042" y="66998"/>
                </a:lnTo>
                <a:cubicBezTo>
                  <a:pt x="40047" y="66941"/>
                  <a:pt x="40050" y="66885"/>
                  <a:pt x="40050" y="66833"/>
                </a:cubicBezTo>
                <a:cubicBezTo>
                  <a:pt x="40075" y="66708"/>
                  <a:pt x="40075" y="66609"/>
                  <a:pt x="40100" y="66484"/>
                </a:cubicBezTo>
                <a:cubicBezTo>
                  <a:pt x="40150" y="66335"/>
                  <a:pt x="40174" y="66161"/>
                  <a:pt x="40199" y="65986"/>
                </a:cubicBezTo>
                <a:lnTo>
                  <a:pt x="40199" y="65961"/>
                </a:lnTo>
                <a:cubicBezTo>
                  <a:pt x="40224" y="65862"/>
                  <a:pt x="40224" y="65787"/>
                  <a:pt x="40274" y="65688"/>
                </a:cubicBezTo>
                <a:cubicBezTo>
                  <a:pt x="40299" y="65538"/>
                  <a:pt x="40349" y="65339"/>
                  <a:pt x="40398" y="65190"/>
                </a:cubicBezTo>
                <a:cubicBezTo>
                  <a:pt x="40423" y="65115"/>
                  <a:pt x="40423" y="65065"/>
                  <a:pt x="40448" y="64991"/>
                </a:cubicBezTo>
                <a:cubicBezTo>
                  <a:pt x="40448" y="64941"/>
                  <a:pt x="40473" y="64916"/>
                  <a:pt x="40473" y="64841"/>
                </a:cubicBezTo>
                <a:cubicBezTo>
                  <a:pt x="40548" y="64692"/>
                  <a:pt x="40573" y="64493"/>
                  <a:pt x="40647" y="64343"/>
                </a:cubicBezTo>
                <a:cubicBezTo>
                  <a:pt x="40672" y="64219"/>
                  <a:pt x="40697" y="64095"/>
                  <a:pt x="40772" y="63970"/>
                </a:cubicBezTo>
                <a:lnTo>
                  <a:pt x="40846" y="63696"/>
                </a:lnTo>
                <a:close/>
                <a:moveTo>
                  <a:pt x="48090" y="63348"/>
                </a:moveTo>
                <a:lnTo>
                  <a:pt x="47716" y="63821"/>
                </a:lnTo>
                <a:cubicBezTo>
                  <a:pt x="47468" y="64119"/>
                  <a:pt x="47219" y="64443"/>
                  <a:pt x="46995" y="64742"/>
                </a:cubicBezTo>
                <a:cubicBezTo>
                  <a:pt x="46920" y="64841"/>
                  <a:pt x="46845" y="64941"/>
                  <a:pt x="46771" y="65065"/>
                </a:cubicBezTo>
                <a:cubicBezTo>
                  <a:pt x="46646" y="65240"/>
                  <a:pt x="46497" y="65439"/>
                  <a:pt x="46372" y="65588"/>
                </a:cubicBezTo>
                <a:cubicBezTo>
                  <a:pt x="46273" y="65712"/>
                  <a:pt x="46173" y="65862"/>
                  <a:pt x="46049" y="65986"/>
                </a:cubicBezTo>
                <a:cubicBezTo>
                  <a:pt x="45999" y="66086"/>
                  <a:pt x="45899" y="66185"/>
                  <a:pt x="45850" y="66310"/>
                </a:cubicBezTo>
                <a:cubicBezTo>
                  <a:pt x="45800" y="66335"/>
                  <a:pt x="45775" y="66409"/>
                  <a:pt x="45750" y="66434"/>
                </a:cubicBezTo>
                <a:cubicBezTo>
                  <a:pt x="45650" y="66559"/>
                  <a:pt x="45601" y="66683"/>
                  <a:pt x="45501" y="66808"/>
                </a:cubicBezTo>
                <a:lnTo>
                  <a:pt x="44916" y="67608"/>
                </a:lnTo>
                <a:lnTo>
                  <a:pt x="44916" y="67608"/>
                </a:lnTo>
                <a:cubicBezTo>
                  <a:pt x="45876" y="66176"/>
                  <a:pt x="46918" y="64762"/>
                  <a:pt x="48040" y="63348"/>
                </a:cubicBezTo>
                <a:close/>
                <a:moveTo>
                  <a:pt x="32309" y="57598"/>
                </a:moveTo>
                <a:cubicBezTo>
                  <a:pt x="34574" y="58693"/>
                  <a:pt x="36690" y="60012"/>
                  <a:pt x="38557" y="61556"/>
                </a:cubicBezTo>
                <a:cubicBezTo>
                  <a:pt x="37038" y="63597"/>
                  <a:pt x="35594" y="65663"/>
                  <a:pt x="34300" y="67729"/>
                </a:cubicBezTo>
                <a:cubicBezTo>
                  <a:pt x="34225" y="67704"/>
                  <a:pt x="34201" y="67704"/>
                  <a:pt x="34151" y="67679"/>
                </a:cubicBezTo>
                <a:cubicBezTo>
                  <a:pt x="34076" y="67654"/>
                  <a:pt x="34051" y="67654"/>
                  <a:pt x="33977" y="67604"/>
                </a:cubicBezTo>
                <a:cubicBezTo>
                  <a:pt x="33703" y="67480"/>
                  <a:pt x="33454" y="67405"/>
                  <a:pt x="33180" y="67305"/>
                </a:cubicBezTo>
                <a:cubicBezTo>
                  <a:pt x="33155" y="67305"/>
                  <a:pt x="33080" y="67281"/>
                  <a:pt x="33056" y="67281"/>
                </a:cubicBezTo>
                <a:lnTo>
                  <a:pt x="32209" y="66982"/>
                </a:lnTo>
                <a:cubicBezTo>
                  <a:pt x="32184" y="66982"/>
                  <a:pt x="32110" y="66957"/>
                  <a:pt x="32085" y="66957"/>
                </a:cubicBezTo>
                <a:cubicBezTo>
                  <a:pt x="31861" y="66907"/>
                  <a:pt x="31612" y="66808"/>
                  <a:pt x="31413" y="66733"/>
                </a:cubicBezTo>
                <a:cubicBezTo>
                  <a:pt x="30741" y="64095"/>
                  <a:pt x="31114" y="60958"/>
                  <a:pt x="32309" y="57598"/>
                </a:cubicBezTo>
                <a:close/>
                <a:moveTo>
                  <a:pt x="38706" y="61680"/>
                </a:moveTo>
                <a:cubicBezTo>
                  <a:pt x="38756" y="61680"/>
                  <a:pt x="38756" y="61705"/>
                  <a:pt x="38781" y="61705"/>
                </a:cubicBezTo>
                <a:cubicBezTo>
                  <a:pt x="37237" y="63721"/>
                  <a:pt x="35843" y="65787"/>
                  <a:pt x="34549" y="67828"/>
                </a:cubicBezTo>
                <a:cubicBezTo>
                  <a:pt x="34524" y="67828"/>
                  <a:pt x="34524" y="67803"/>
                  <a:pt x="34474" y="67803"/>
                </a:cubicBezTo>
                <a:cubicBezTo>
                  <a:pt x="35794" y="65737"/>
                  <a:pt x="37187" y="63696"/>
                  <a:pt x="38706" y="61680"/>
                </a:cubicBezTo>
                <a:close/>
                <a:moveTo>
                  <a:pt x="42514" y="60635"/>
                </a:moveTo>
                <a:cubicBezTo>
                  <a:pt x="44481" y="61780"/>
                  <a:pt x="46298" y="62701"/>
                  <a:pt x="47866" y="63298"/>
                </a:cubicBezTo>
                <a:cubicBezTo>
                  <a:pt x="47368" y="63920"/>
                  <a:pt x="46895" y="64493"/>
                  <a:pt x="46472" y="65115"/>
                </a:cubicBezTo>
                <a:cubicBezTo>
                  <a:pt x="46472" y="65165"/>
                  <a:pt x="46422" y="65165"/>
                  <a:pt x="46422" y="65190"/>
                </a:cubicBezTo>
                <a:cubicBezTo>
                  <a:pt x="46024" y="65712"/>
                  <a:pt x="45650" y="66235"/>
                  <a:pt x="45277" y="66758"/>
                </a:cubicBezTo>
                <a:cubicBezTo>
                  <a:pt x="45227" y="66857"/>
                  <a:pt x="45128" y="66982"/>
                  <a:pt x="45053" y="67081"/>
                </a:cubicBezTo>
                <a:cubicBezTo>
                  <a:pt x="45028" y="67106"/>
                  <a:pt x="45003" y="67181"/>
                  <a:pt x="44978" y="67206"/>
                </a:cubicBezTo>
                <a:lnTo>
                  <a:pt x="44505" y="67853"/>
                </a:lnTo>
                <a:cubicBezTo>
                  <a:pt x="43759" y="66360"/>
                  <a:pt x="42688" y="64866"/>
                  <a:pt x="41319" y="63447"/>
                </a:cubicBezTo>
                <a:cubicBezTo>
                  <a:pt x="41494" y="62974"/>
                  <a:pt x="41668" y="62551"/>
                  <a:pt x="41892" y="62078"/>
                </a:cubicBezTo>
                <a:cubicBezTo>
                  <a:pt x="41892" y="62078"/>
                  <a:pt x="41892" y="62053"/>
                  <a:pt x="41917" y="62053"/>
                </a:cubicBezTo>
                <a:cubicBezTo>
                  <a:pt x="42066" y="61581"/>
                  <a:pt x="42290" y="61108"/>
                  <a:pt x="42514" y="60635"/>
                </a:cubicBezTo>
                <a:close/>
                <a:moveTo>
                  <a:pt x="31463" y="66957"/>
                </a:moveTo>
                <a:lnTo>
                  <a:pt x="31463" y="66957"/>
                </a:lnTo>
                <a:cubicBezTo>
                  <a:pt x="32060" y="67106"/>
                  <a:pt x="32657" y="67305"/>
                  <a:pt x="33205" y="67530"/>
                </a:cubicBezTo>
                <a:cubicBezTo>
                  <a:pt x="33504" y="67654"/>
                  <a:pt x="33802" y="67778"/>
                  <a:pt x="34101" y="67878"/>
                </a:cubicBezTo>
                <a:cubicBezTo>
                  <a:pt x="34126" y="67878"/>
                  <a:pt x="34126" y="67928"/>
                  <a:pt x="34176" y="67928"/>
                </a:cubicBezTo>
                <a:lnTo>
                  <a:pt x="34201" y="67928"/>
                </a:lnTo>
                <a:lnTo>
                  <a:pt x="34176" y="67953"/>
                </a:lnTo>
                <a:cubicBezTo>
                  <a:pt x="34051" y="67903"/>
                  <a:pt x="33927" y="67853"/>
                  <a:pt x="33802" y="67803"/>
                </a:cubicBezTo>
                <a:cubicBezTo>
                  <a:pt x="33678" y="67729"/>
                  <a:pt x="33553" y="67679"/>
                  <a:pt x="33404" y="67654"/>
                </a:cubicBezTo>
                <a:cubicBezTo>
                  <a:pt x="33155" y="67554"/>
                  <a:pt x="32931" y="67455"/>
                  <a:pt x="32682" y="67380"/>
                </a:cubicBezTo>
                <a:cubicBezTo>
                  <a:pt x="32583" y="67355"/>
                  <a:pt x="32483" y="67330"/>
                  <a:pt x="32433" y="67305"/>
                </a:cubicBezTo>
                <a:lnTo>
                  <a:pt x="31487" y="67007"/>
                </a:lnTo>
                <a:cubicBezTo>
                  <a:pt x="31487" y="66982"/>
                  <a:pt x="31487" y="66982"/>
                  <a:pt x="31463" y="66957"/>
                </a:cubicBezTo>
                <a:close/>
                <a:moveTo>
                  <a:pt x="17225" y="54014"/>
                </a:moveTo>
                <a:lnTo>
                  <a:pt x="17225" y="54014"/>
                </a:lnTo>
                <a:cubicBezTo>
                  <a:pt x="14163" y="58643"/>
                  <a:pt x="11550" y="63348"/>
                  <a:pt x="9509" y="68002"/>
                </a:cubicBezTo>
                <a:lnTo>
                  <a:pt x="9509" y="67878"/>
                </a:lnTo>
                <a:lnTo>
                  <a:pt x="9509" y="67729"/>
                </a:lnTo>
                <a:cubicBezTo>
                  <a:pt x="9509" y="67604"/>
                  <a:pt x="9509" y="67530"/>
                  <a:pt x="9459" y="67380"/>
                </a:cubicBezTo>
                <a:cubicBezTo>
                  <a:pt x="9434" y="67081"/>
                  <a:pt x="9434" y="66758"/>
                  <a:pt x="9409" y="66434"/>
                </a:cubicBezTo>
                <a:lnTo>
                  <a:pt x="9409" y="66310"/>
                </a:lnTo>
                <a:lnTo>
                  <a:pt x="9409" y="66111"/>
                </a:lnTo>
                <a:lnTo>
                  <a:pt x="9409" y="64991"/>
                </a:lnTo>
                <a:lnTo>
                  <a:pt x="9409" y="64742"/>
                </a:lnTo>
                <a:cubicBezTo>
                  <a:pt x="9434" y="64343"/>
                  <a:pt x="9459" y="63945"/>
                  <a:pt x="9509" y="63497"/>
                </a:cubicBezTo>
                <a:cubicBezTo>
                  <a:pt x="9509" y="63447"/>
                  <a:pt x="9509" y="63348"/>
                  <a:pt x="9533" y="63298"/>
                </a:cubicBezTo>
                <a:cubicBezTo>
                  <a:pt x="9558" y="62850"/>
                  <a:pt x="9633" y="62402"/>
                  <a:pt x="9683" y="61979"/>
                </a:cubicBezTo>
                <a:cubicBezTo>
                  <a:pt x="9683" y="61929"/>
                  <a:pt x="9708" y="61854"/>
                  <a:pt x="9708" y="61805"/>
                </a:cubicBezTo>
                <a:cubicBezTo>
                  <a:pt x="9782" y="61332"/>
                  <a:pt x="9882" y="60859"/>
                  <a:pt x="9957" y="60386"/>
                </a:cubicBezTo>
                <a:cubicBezTo>
                  <a:pt x="9957" y="60361"/>
                  <a:pt x="9957" y="60336"/>
                  <a:pt x="9982" y="60311"/>
                </a:cubicBezTo>
                <a:cubicBezTo>
                  <a:pt x="10081" y="59813"/>
                  <a:pt x="10206" y="59266"/>
                  <a:pt x="10330" y="58768"/>
                </a:cubicBezTo>
                <a:cubicBezTo>
                  <a:pt x="10703" y="57449"/>
                  <a:pt x="11151" y="56105"/>
                  <a:pt x="11624" y="54736"/>
                </a:cubicBezTo>
                <a:cubicBezTo>
                  <a:pt x="13367" y="54263"/>
                  <a:pt x="15258" y="54039"/>
                  <a:pt x="17225" y="54014"/>
                </a:cubicBezTo>
                <a:close/>
                <a:moveTo>
                  <a:pt x="34350" y="67953"/>
                </a:moveTo>
                <a:cubicBezTo>
                  <a:pt x="34400" y="67953"/>
                  <a:pt x="34400" y="67978"/>
                  <a:pt x="34425" y="67978"/>
                </a:cubicBezTo>
                <a:cubicBezTo>
                  <a:pt x="34425" y="68027"/>
                  <a:pt x="34400" y="68027"/>
                  <a:pt x="34400" y="68052"/>
                </a:cubicBezTo>
                <a:lnTo>
                  <a:pt x="34350" y="68052"/>
                </a:lnTo>
                <a:lnTo>
                  <a:pt x="34325" y="68027"/>
                </a:lnTo>
                <a:cubicBezTo>
                  <a:pt x="34325" y="67978"/>
                  <a:pt x="34350" y="67978"/>
                  <a:pt x="34350" y="67953"/>
                </a:cubicBezTo>
                <a:close/>
                <a:moveTo>
                  <a:pt x="41195" y="63622"/>
                </a:moveTo>
                <a:cubicBezTo>
                  <a:pt x="42539" y="65065"/>
                  <a:pt x="43609" y="66559"/>
                  <a:pt x="44356" y="68027"/>
                </a:cubicBezTo>
                <a:cubicBezTo>
                  <a:pt x="44356" y="68052"/>
                  <a:pt x="44306" y="68052"/>
                  <a:pt x="44306" y="68077"/>
                </a:cubicBezTo>
                <a:cubicBezTo>
                  <a:pt x="43609" y="66584"/>
                  <a:pt x="42539" y="65115"/>
                  <a:pt x="41195" y="63696"/>
                </a:cubicBezTo>
                <a:lnTo>
                  <a:pt x="41195" y="63622"/>
                </a:lnTo>
                <a:close/>
                <a:moveTo>
                  <a:pt x="3211" y="63995"/>
                </a:moveTo>
                <a:cubicBezTo>
                  <a:pt x="3211" y="64070"/>
                  <a:pt x="3211" y="64119"/>
                  <a:pt x="3236" y="64194"/>
                </a:cubicBezTo>
                <a:cubicBezTo>
                  <a:pt x="2937" y="65364"/>
                  <a:pt x="2713" y="66584"/>
                  <a:pt x="2539" y="67729"/>
                </a:cubicBezTo>
                <a:cubicBezTo>
                  <a:pt x="2489" y="67903"/>
                  <a:pt x="2439" y="68027"/>
                  <a:pt x="2390" y="68177"/>
                </a:cubicBezTo>
                <a:cubicBezTo>
                  <a:pt x="2589" y="66808"/>
                  <a:pt x="2863" y="65414"/>
                  <a:pt x="3211" y="63995"/>
                </a:cubicBezTo>
                <a:close/>
                <a:moveTo>
                  <a:pt x="3460" y="65563"/>
                </a:moveTo>
                <a:cubicBezTo>
                  <a:pt x="3460" y="65588"/>
                  <a:pt x="3485" y="65613"/>
                  <a:pt x="3485" y="65663"/>
                </a:cubicBezTo>
                <a:cubicBezTo>
                  <a:pt x="3186" y="66534"/>
                  <a:pt x="2912" y="67355"/>
                  <a:pt x="2664" y="68226"/>
                </a:cubicBezTo>
                <a:cubicBezTo>
                  <a:pt x="2664" y="68077"/>
                  <a:pt x="2688" y="67928"/>
                  <a:pt x="2713" y="67803"/>
                </a:cubicBezTo>
                <a:lnTo>
                  <a:pt x="3460" y="65563"/>
                </a:lnTo>
                <a:close/>
                <a:moveTo>
                  <a:pt x="69309" y="48584"/>
                </a:moveTo>
                <a:cubicBezTo>
                  <a:pt x="68913" y="49251"/>
                  <a:pt x="68419" y="49990"/>
                  <a:pt x="67828" y="50778"/>
                </a:cubicBezTo>
                <a:cubicBezTo>
                  <a:pt x="67654" y="51027"/>
                  <a:pt x="67405" y="51375"/>
                  <a:pt x="67107" y="51774"/>
                </a:cubicBezTo>
                <a:cubicBezTo>
                  <a:pt x="66833" y="52271"/>
                  <a:pt x="66484" y="52719"/>
                  <a:pt x="66186" y="53118"/>
                </a:cubicBezTo>
                <a:cubicBezTo>
                  <a:pt x="65688" y="53765"/>
                  <a:pt x="65190" y="54362"/>
                  <a:pt x="64717" y="54885"/>
                </a:cubicBezTo>
                <a:cubicBezTo>
                  <a:pt x="64617" y="55009"/>
                  <a:pt x="64543" y="55134"/>
                  <a:pt x="64418" y="55233"/>
                </a:cubicBezTo>
                <a:cubicBezTo>
                  <a:pt x="64294" y="55358"/>
                  <a:pt x="64194" y="55507"/>
                  <a:pt x="64070" y="55632"/>
                </a:cubicBezTo>
                <a:cubicBezTo>
                  <a:pt x="63746" y="56005"/>
                  <a:pt x="63448" y="56353"/>
                  <a:pt x="63099" y="56702"/>
                </a:cubicBezTo>
                <a:lnTo>
                  <a:pt x="63074" y="56727"/>
                </a:lnTo>
                <a:cubicBezTo>
                  <a:pt x="62452" y="57399"/>
                  <a:pt x="61755" y="58096"/>
                  <a:pt x="61108" y="58768"/>
                </a:cubicBezTo>
                <a:cubicBezTo>
                  <a:pt x="59963" y="59863"/>
                  <a:pt x="58469" y="61257"/>
                  <a:pt x="57275" y="62327"/>
                </a:cubicBezTo>
                <a:cubicBezTo>
                  <a:pt x="57150" y="62427"/>
                  <a:pt x="57075" y="62502"/>
                  <a:pt x="56951" y="62626"/>
                </a:cubicBezTo>
                <a:lnTo>
                  <a:pt x="56901" y="62676"/>
                </a:lnTo>
                <a:cubicBezTo>
                  <a:pt x="56627" y="62925"/>
                  <a:pt x="56329" y="63124"/>
                  <a:pt x="56030" y="63373"/>
                </a:cubicBezTo>
                <a:cubicBezTo>
                  <a:pt x="55159" y="64070"/>
                  <a:pt x="54337" y="64717"/>
                  <a:pt x="53641" y="65215"/>
                </a:cubicBezTo>
                <a:cubicBezTo>
                  <a:pt x="53491" y="65314"/>
                  <a:pt x="53367" y="65439"/>
                  <a:pt x="53217" y="65538"/>
                </a:cubicBezTo>
                <a:lnTo>
                  <a:pt x="52919" y="65712"/>
                </a:lnTo>
                <a:lnTo>
                  <a:pt x="52894" y="65712"/>
                </a:lnTo>
                <a:cubicBezTo>
                  <a:pt x="52122" y="66235"/>
                  <a:pt x="50803" y="67156"/>
                  <a:pt x="49608" y="67903"/>
                </a:cubicBezTo>
                <a:lnTo>
                  <a:pt x="49135" y="68177"/>
                </a:lnTo>
                <a:lnTo>
                  <a:pt x="49036" y="68226"/>
                </a:lnTo>
                <a:cubicBezTo>
                  <a:pt x="49011" y="68226"/>
                  <a:pt x="49011" y="68276"/>
                  <a:pt x="48986" y="68276"/>
                </a:cubicBezTo>
                <a:cubicBezTo>
                  <a:pt x="49384" y="67604"/>
                  <a:pt x="49882" y="66857"/>
                  <a:pt x="50479" y="66036"/>
                </a:cubicBezTo>
                <a:cubicBezTo>
                  <a:pt x="50654" y="65787"/>
                  <a:pt x="50902" y="65439"/>
                  <a:pt x="51226" y="65040"/>
                </a:cubicBezTo>
                <a:cubicBezTo>
                  <a:pt x="51500" y="64667"/>
                  <a:pt x="51799" y="64244"/>
                  <a:pt x="52097" y="63871"/>
                </a:cubicBezTo>
                <a:cubicBezTo>
                  <a:pt x="52620" y="63198"/>
                  <a:pt x="53143" y="62551"/>
                  <a:pt x="53641" y="61979"/>
                </a:cubicBezTo>
                <a:cubicBezTo>
                  <a:pt x="53715" y="61929"/>
                  <a:pt x="53765" y="61829"/>
                  <a:pt x="53840" y="61755"/>
                </a:cubicBezTo>
                <a:cubicBezTo>
                  <a:pt x="53865" y="61730"/>
                  <a:pt x="53865" y="61705"/>
                  <a:pt x="53889" y="61705"/>
                </a:cubicBezTo>
                <a:cubicBezTo>
                  <a:pt x="54014" y="61556"/>
                  <a:pt x="54138" y="61381"/>
                  <a:pt x="54263" y="61257"/>
                </a:cubicBezTo>
                <a:cubicBezTo>
                  <a:pt x="54537" y="60933"/>
                  <a:pt x="54860" y="60585"/>
                  <a:pt x="55159" y="60261"/>
                </a:cubicBezTo>
                <a:cubicBezTo>
                  <a:pt x="55209" y="60236"/>
                  <a:pt x="55234" y="60187"/>
                  <a:pt x="55283" y="60137"/>
                </a:cubicBezTo>
                <a:cubicBezTo>
                  <a:pt x="55906" y="59465"/>
                  <a:pt x="56578" y="58768"/>
                  <a:pt x="57250" y="58096"/>
                </a:cubicBezTo>
                <a:cubicBezTo>
                  <a:pt x="58370" y="57001"/>
                  <a:pt x="59863" y="55632"/>
                  <a:pt x="61058" y="54586"/>
                </a:cubicBezTo>
                <a:cubicBezTo>
                  <a:pt x="61183" y="54487"/>
                  <a:pt x="61257" y="54387"/>
                  <a:pt x="61382" y="54263"/>
                </a:cubicBezTo>
                <a:cubicBezTo>
                  <a:pt x="61456" y="54238"/>
                  <a:pt x="61481" y="54163"/>
                  <a:pt x="61556" y="54138"/>
                </a:cubicBezTo>
                <a:cubicBezTo>
                  <a:pt x="61830" y="53914"/>
                  <a:pt x="62103" y="53715"/>
                  <a:pt x="62352" y="53466"/>
                </a:cubicBezTo>
                <a:cubicBezTo>
                  <a:pt x="62427" y="53391"/>
                  <a:pt x="62477" y="53367"/>
                  <a:pt x="62552" y="53292"/>
                </a:cubicBezTo>
                <a:cubicBezTo>
                  <a:pt x="62651" y="53217"/>
                  <a:pt x="62751" y="53143"/>
                  <a:pt x="62850" y="53043"/>
                </a:cubicBezTo>
                <a:lnTo>
                  <a:pt x="63174" y="52794"/>
                </a:lnTo>
                <a:cubicBezTo>
                  <a:pt x="63224" y="52744"/>
                  <a:pt x="63323" y="52670"/>
                  <a:pt x="63373" y="52620"/>
                </a:cubicBezTo>
                <a:cubicBezTo>
                  <a:pt x="63547" y="52495"/>
                  <a:pt x="63721" y="52371"/>
                  <a:pt x="63896" y="52246"/>
                </a:cubicBezTo>
                <a:cubicBezTo>
                  <a:pt x="64095" y="52097"/>
                  <a:pt x="64319" y="51923"/>
                  <a:pt x="64518" y="51774"/>
                </a:cubicBezTo>
                <a:cubicBezTo>
                  <a:pt x="64568" y="51749"/>
                  <a:pt x="64617" y="51674"/>
                  <a:pt x="64692" y="51649"/>
                </a:cubicBezTo>
                <a:cubicBezTo>
                  <a:pt x="64817" y="51550"/>
                  <a:pt x="64941" y="51475"/>
                  <a:pt x="65066" y="51400"/>
                </a:cubicBezTo>
                <a:cubicBezTo>
                  <a:pt x="65215" y="51301"/>
                  <a:pt x="65339" y="51226"/>
                  <a:pt x="65514" y="51101"/>
                </a:cubicBezTo>
                <a:cubicBezTo>
                  <a:pt x="66285" y="50554"/>
                  <a:pt x="67555" y="49683"/>
                  <a:pt x="68725" y="48936"/>
                </a:cubicBezTo>
                <a:cubicBezTo>
                  <a:pt x="68824" y="48886"/>
                  <a:pt x="68899" y="48861"/>
                  <a:pt x="68973" y="48787"/>
                </a:cubicBezTo>
                <a:lnTo>
                  <a:pt x="69247" y="48637"/>
                </a:lnTo>
                <a:cubicBezTo>
                  <a:pt x="69268" y="48617"/>
                  <a:pt x="69288" y="48613"/>
                  <a:pt x="69309" y="48584"/>
                </a:cubicBezTo>
                <a:close/>
                <a:moveTo>
                  <a:pt x="44431" y="68276"/>
                </a:moveTo>
                <a:lnTo>
                  <a:pt x="44431" y="68301"/>
                </a:lnTo>
                <a:cubicBezTo>
                  <a:pt x="44431" y="68315"/>
                  <a:pt x="44423" y="68321"/>
                  <a:pt x="44416" y="68328"/>
                </a:cubicBezTo>
                <a:lnTo>
                  <a:pt x="44416" y="68328"/>
                </a:lnTo>
                <a:cubicBezTo>
                  <a:pt x="44414" y="68327"/>
                  <a:pt x="44410" y="68326"/>
                  <a:pt x="44406" y="68326"/>
                </a:cubicBezTo>
                <a:cubicBezTo>
                  <a:pt x="44406" y="68301"/>
                  <a:pt x="44431" y="68301"/>
                  <a:pt x="44431" y="68276"/>
                </a:cubicBezTo>
                <a:close/>
                <a:moveTo>
                  <a:pt x="22352" y="66434"/>
                </a:moveTo>
                <a:lnTo>
                  <a:pt x="22352" y="66434"/>
                </a:lnTo>
                <a:cubicBezTo>
                  <a:pt x="21979" y="67081"/>
                  <a:pt x="21606" y="67729"/>
                  <a:pt x="21257" y="68401"/>
                </a:cubicBezTo>
                <a:cubicBezTo>
                  <a:pt x="21008" y="67828"/>
                  <a:pt x="20784" y="67281"/>
                  <a:pt x="20610" y="66658"/>
                </a:cubicBezTo>
                <a:cubicBezTo>
                  <a:pt x="20734" y="66658"/>
                  <a:pt x="20834" y="66609"/>
                  <a:pt x="20909" y="66584"/>
                </a:cubicBezTo>
                <a:cubicBezTo>
                  <a:pt x="21382" y="66534"/>
                  <a:pt x="21879" y="66459"/>
                  <a:pt x="22352" y="66434"/>
                </a:cubicBezTo>
                <a:close/>
                <a:moveTo>
                  <a:pt x="11397" y="54771"/>
                </a:moveTo>
                <a:lnTo>
                  <a:pt x="11397" y="54771"/>
                </a:lnTo>
                <a:cubicBezTo>
                  <a:pt x="11174" y="55390"/>
                  <a:pt x="11001" y="56008"/>
                  <a:pt x="10803" y="56602"/>
                </a:cubicBezTo>
                <a:cubicBezTo>
                  <a:pt x="10778" y="56652"/>
                  <a:pt x="10778" y="56702"/>
                  <a:pt x="10728" y="56752"/>
                </a:cubicBezTo>
                <a:cubicBezTo>
                  <a:pt x="10728" y="56826"/>
                  <a:pt x="10703" y="56851"/>
                  <a:pt x="10703" y="56901"/>
                </a:cubicBezTo>
                <a:cubicBezTo>
                  <a:pt x="10629" y="57200"/>
                  <a:pt x="10554" y="57474"/>
                  <a:pt x="10454" y="57772"/>
                </a:cubicBezTo>
                <a:lnTo>
                  <a:pt x="10380" y="58146"/>
                </a:lnTo>
                <a:cubicBezTo>
                  <a:pt x="10330" y="58270"/>
                  <a:pt x="10305" y="58444"/>
                  <a:pt x="10280" y="58569"/>
                </a:cubicBezTo>
                <a:cubicBezTo>
                  <a:pt x="10206" y="58843"/>
                  <a:pt x="10156" y="59141"/>
                  <a:pt x="10056" y="59440"/>
                </a:cubicBezTo>
                <a:cubicBezTo>
                  <a:pt x="10056" y="59490"/>
                  <a:pt x="10031" y="59564"/>
                  <a:pt x="10031" y="59589"/>
                </a:cubicBezTo>
                <a:cubicBezTo>
                  <a:pt x="10006" y="59764"/>
                  <a:pt x="9932" y="59963"/>
                  <a:pt x="9907" y="60137"/>
                </a:cubicBezTo>
                <a:cubicBezTo>
                  <a:pt x="9882" y="60236"/>
                  <a:pt x="9882" y="60336"/>
                  <a:pt x="9832" y="60436"/>
                </a:cubicBezTo>
                <a:cubicBezTo>
                  <a:pt x="9807" y="60610"/>
                  <a:pt x="9757" y="60834"/>
                  <a:pt x="9708" y="61008"/>
                </a:cubicBezTo>
                <a:cubicBezTo>
                  <a:pt x="9708" y="61083"/>
                  <a:pt x="9683" y="61108"/>
                  <a:pt x="9683" y="61182"/>
                </a:cubicBezTo>
                <a:cubicBezTo>
                  <a:pt x="9658" y="61357"/>
                  <a:pt x="9633" y="61506"/>
                  <a:pt x="9583" y="61705"/>
                </a:cubicBezTo>
                <a:cubicBezTo>
                  <a:pt x="9558" y="61854"/>
                  <a:pt x="9558" y="61979"/>
                  <a:pt x="9533" y="62128"/>
                </a:cubicBezTo>
                <a:cubicBezTo>
                  <a:pt x="9533" y="62253"/>
                  <a:pt x="9509" y="62352"/>
                  <a:pt x="9459" y="62477"/>
                </a:cubicBezTo>
                <a:cubicBezTo>
                  <a:pt x="9459" y="62576"/>
                  <a:pt x="9434" y="62676"/>
                  <a:pt x="9434" y="62750"/>
                </a:cubicBezTo>
                <a:cubicBezTo>
                  <a:pt x="9434" y="62825"/>
                  <a:pt x="9409" y="62875"/>
                  <a:pt x="9409" y="62974"/>
                </a:cubicBezTo>
                <a:cubicBezTo>
                  <a:pt x="9409" y="63074"/>
                  <a:pt x="9384" y="63174"/>
                  <a:pt x="9384" y="63248"/>
                </a:cubicBezTo>
                <a:cubicBezTo>
                  <a:pt x="9334" y="63422"/>
                  <a:pt x="9334" y="63572"/>
                  <a:pt x="9334" y="63746"/>
                </a:cubicBezTo>
                <a:cubicBezTo>
                  <a:pt x="9334" y="63821"/>
                  <a:pt x="9334" y="63871"/>
                  <a:pt x="9309" y="63945"/>
                </a:cubicBezTo>
                <a:cubicBezTo>
                  <a:pt x="9309" y="63995"/>
                  <a:pt x="9309" y="64070"/>
                  <a:pt x="9285" y="64119"/>
                </a:cubicBezTo>
                <a:cubicBezTo>
                  <a:pt x="9285" y="64294"/>
                  <a:pt x="9260" y="64418"/>
                  <a:pt x="9260" y="64543"/>
                </a:cubicBezTo>
                <a:lnTo>
                  <a:pt x="9260" y="64742"/>
                </a:lnTo>
                <a:cubicBezTo>
                  <a:pt x="9260" y="64866"/>
                  <a:pt x="9210" y="64991"/>
                  <a:pt x="9210" y="65115"/>
                </a:cubicBezTo>
                <a:lnTo>
                  <a:pt x="9210" y="65339"/>
                </a:lnTo>
                <a:lnTo>
                  <a:pt x="9210" y="65439"/>
                </a:lnTo>
                <a:lnTo>
                  <a:pt x="9210" y="66036"/>
                </a:lnTo>
                <a:lnTo>
                  <a:pt x="9210" y="66210"/>
                </a:lnTo>
                <a:lnTo>
                  <a:pt x="9210" y="66235"/>
                </a:lnTo>
                <a:lnTo>
                  <a:pt x="9210" y="66285"/>
                </a:lnTo>
                <a:lnTo>
                  <a:pt x="9210" y="66733"/>
                </a:lnTo>
                <a:cubicBezTo>
                  <a:pt x="9210" y="66982"/>
                  <a:pt x="9260" y="67231"/>
                  <a:pt x="9285" y="67480"/>
                </a:cubicBezTo>
                <a:cubicBezTo>
                  <a:pt x="9285" y="67654"/>
                  <a:pt x="9309" y="67803"/>
                  <a:pt x="9309" y="67953"/>
                </a:cubicBezTo>
                <a:cubicBezTo>
                  <a:pt x="9309" y="68027"/>
                  <a:pt x="9309" y="68052"/>
                  <a:pt x="9334" y="68102"/>
                </a:cubicBezTo>
                <a:lnTo>
                  <a:pt x="9334" y="68301"/>
                </a:lnTo>
                <a:lnTo>
                  <a:pt x="9334" y="68326"/>
                </a:lnTo>
                <a:cubicBezTo>
                  <a:pt x="9334" y="68326"/>
                  <a:pt x="9334" y="68351"/>
                  <a:pt x="9309" y="68351"/>
                </a:cubicBezTo>
                <a:cubicBezTo>
                  <a:pt x="9309" y="68401"/>
                  <a:pt x="9285" y="68401"/>
                  <a:pt x="9285" y="68426"/>
                </a:cubicBezTo>
                <a:lnTo>
                  <a:pt x="9285" y="68326"/>
                </a:lnTo>
                <a:cubicBezTo>
                  <a:pt x="9260" y="68152"/>
                  <a:pt x="9260" y="67953"/>
                  <a:pt x="9210" y="67729"/>
                </a:cubicBezTo>
                <a:cubicBezTo>
                  <a:pt x="9185" y="67455"/>
                  <a:pt x="9185" y="67181"/>
                  <a:pt x="9160" y="66907"/>
                </a:cubicBezTo>
                <a:cubicBezTo>
                  <a:pt x="9160" y="66708"/>
                  <a:pt x="9135" y="66559"/>
                  <a:pt x="9135" y="66360"/>
                </a:cubicBezTo>
                <a:lnTo>
                  <a:pt x="9135" y="65364"/>
                </a:lnTo>
                <a:lnTo>
                  <a:pt x="9135" y="64966"/>
                </a:lnTo>
                <a:cubicBezTo>
                  <a:pt x="9135" y="64567"/>
                  <a:pt x="9160" y="64169"/>
                  <a:pt x="9185" y="63721"/>
                </a:cubicBezTo>
                <a:lnTo>
                  <a:pt x="9185" y="63547"/>
                </a:lnTo>
                <a:cubicBezTo>
                  <a:pt x="9260" y="62925"/>
                  <a:pt x="9309" y="62253"/>
                  <a:pt x="9434" y="61630"/>
                </a:cubicBezTo>
                <a:cubicBezTo>
                  <a:pt x="9459" y="61481"/>
                  <a:pt x="9509" y="61357"/>
                  <a:pt x="9509" y="61207"/>
                </a:cubicBezTo>
                <a:lnTo>
                  <a:pt x="9782" y="59714"/>
                </a:lnTo>
                <a:cubicBezTo>
                  <a:pt x="9832" y="59365"/>
                  <a:pt x="9932" y="58992"/>
                  <a:pt x="10031" y="58643"/>
                </a:cubicBezTo>
                <a:cubicBezTo>
                  <a:pt x="10081" y="58345"/>
                  <a:pt x="10181" y="58021"/>
                  <a:pt x="10280" y="57747"/>
                </a:cubicBezTo>
                <a:cubicBezTo>
                  <a:pt x="10430" y="57175"/>
                  <a:pt x="10579" y="56627"/>
                  <a:pt x="10778" y="56055"/>
                </a:cubicBezTo>
                <a:cubicBezTo>
                  <a:pt x="10803" y="55930"/>
                  <a:pt x="10878" y="55806"/>
                  <a:pt x="10902" y="55706"/>
                </a:cubicBezTo>
                <a:cubicBezTo>
                  <a:pt x="11077" y="55457"/>
                  <a:pt x="11201" y="55134"/>
                  <a:pt x="11326" y="54785"/>
                </a:cubicBezTo>
                <a:cubicBezTo>
                  <a:pt x="11346" y="54785"/>
                  <a:pt x="11385" y="54785"/>
                  <a:pt x="11397" y="54771"/>
                </a:cubicBezTo>
                <a:close/>
                <a:moveTo>
                  <a:pt x="34673" y="68077"/>
                </a:moveTo>
                <a:cubicBezTo>
                  <a:pt x="34723" y="68152"/>
                  <a:pt x="34848" y="68202"/>
                  <a:pt x="34972" y="68276"/>
                </a:cubicBezTo>
                <a:cubicBezTo>
                  <a:pt x="35022" y="68301"/>
                  <a:pt x="35072" y="68301"/>
                  <a:pt x="35097" y="68326"/>
                </a:cubicBezTo>
                <a:cubicBezTo>
                  <a:pt x="35192" y="68374"/>
                  <a:pt x="35284" y="68422"/>
                  <a:pt x="35375" y="68469"/>
                </a:cubicBezTo>
                <a:lnTo>
                  <a:pt x="35375" y="68469"/>
                </a:lnTo>
                <a:cubicBezTo>
                  <a:pt x="35209" y="68418"/>
                  <a:pt x="35066" y="68324"/>
                  <a:pt x="34922" y="68276"/>
                </a:cubicBezTo>
                <a:cubicBezTo>
                  <a:pt x="34823" y="68226"/>
                  <a:pt x="34723" y="68177"/>
                  <a:pt x="34649" y="68152"/>
                </a:cubicBezTo>
                <a:cubicBezTo>
                  <a:pt x="34649" y="68102"/>
                  <a:pt x="34673" y="68102"/>
                  <a:pt x="34673" y="68077"/>
                </a:cubicBezTo>
                <a:close/>
                <a:moveTo>
                  <a:pt x="52396" y="66409"/>
                </a:moveTo>
                <a:lnTo>
                  <a:pt x="52371" y="66434"/>
                </a:lnTo>
                <a:cubicBezTo>
                  <a:pt x="52371" y="66434"/>
                  <a:pt x="52371" y="66459"/>
                  <a:pt x="52346" y="66459"/>
                </a:cubicBezTo>
                <a:cubicBezTo>
                  <a:pt x="51624" y="66932"/>
                  <a:pt x="50654" y="67579"/>
                  <a:pt x="49733" y="68177"/>
                </a:cubicBezTo>
                <a:cubicBezTo>
                  <a:pt x="49583" y="68276"/>
                  <a:pt x="49459" y="68351"/>
                  <a:pt x="49260" y="68450"/>
                </a:cubicBezTo>
                <a:cubicBezTo>
                  <a:pt x="49225" y="68470"/>
                  <a:pt x="49189" y="68491"/>
                  <a:pt x="49152" y="68513"/>
                </a:cubicBezTo>
                <a:lnTo>
                  <a:pt x="49152" y="68513"/>
                </a:lnTo>
                <a:cubicBezTo>
                  <a:pt x="49157" y="68506"/>
                  <a:pt x="49160" y="68494"/>
                  <a:pt x="49160" y="68475"/>
                </a:cubicBezTo>
                <a:cubicBezTo>
                  <a:pt x="49758" y="68152"/>
                  <a:pt x="50355" y="67729"/>
                  <a:pt x="50927" y="67355"/>
                </a:cubicBezTo>
                <a:cubicBezTo>
                  <a:pt x="51151" y="67206"/>
                  <a:pt x="51375" y="67081"/>
                  <a:pt x="51624" y="66932"/>
                </a:cubicBezTo>
                <a:cubicBezTo>
                  <a:pt x="51649" y="66907"/>
                  <a:pt x="51674" y="66907"/>
                  <a:pt x="51724" y="66857"/>
                </a:cubicBezTo>
                <a:cubicBezTo>
                  <a:pt x="51923" y="66708"/>
                  <a:pt x="52172" y="66559"/>
                  <a:pt x="52396" y="66409"/>
                </a:cubicBezTo>
                <a:close/>
                <a:moveTo>
                  <a:pt x="17524" y="54014"/>
                </a:moveTo>
                <a:cubicBezTo>
                  <a:pt x="14362" y="58818"/>
                  <a:pt x="11674" y="63696"/>
                  <a:pt x="9583" y="68525"/>
                </a:cubicBezTo>
                <a:lnTo>
                  <a:pt x="9583" y="68450"/>
                </a:lnTo>
                <a:cubicBezTo>
                  <a:pt x="11649" y="63696"/>
                  <a:pt x="14288" y="58843"/>
                  <a:pt x="17474" y="54014"/>
                </a:cubicBezTo>
                <a:close/>
                <a:moveTo>
                  <a:pt x="51898" y="63945"/>
                </a:moveTo>
                <a:cubicBezTo>
                  <a:pt x="51873" y="63970"/>
                  <a:pt x="51873" y="63995"/>
                  <a:pt x="51848" y="64045"/>
                </a:cubicBezTo>
                <a:cubicBezTo>
                  <a:pt x="51799" y="64095"/>
                  <a:pt x="51774" y="64119"/>
                  <a:pt x="51774" y="64119"/>
                </a:cubicBezTo>
                <a:cubicBezTo>
                  <a:pt x="51774" y="64169"/>
                  <a:pt x="51749" y="64169"/>
                  <a:pt x="51749" y="64194"/>
                </a:cubicBezTo>
                <a:cubicBezTo>
                  <a:pt x="51301" y="64742"/>
                  <a:pt x="50902" y="65314"/>
                  <a:pt x="50529" y="65837"/>
                </a:cubicBezTo>
                <a:cubicBezTo>
                  <a:pt x="50479" y="65912"/>
                  <a:pt x="50430" y="65961"/>
                  <a:pt x="50380" y="66061"/>
                </a:cubicBezTo>
                <a:cubicBezTo>
                  <a:pt x="50255" y="66210"/>
                  <a:pt x="50156" y="66360"/>
                  <a:pt x="50056" y="66484"/>
                </a:cubicBezTo>
                <a:cubicBezTo>
                  <a:pt x="49758" y="66932"/>
                  <a:pt x="49533" y="67281"/>
                  <a:pt x="49160" y="67803"/>
                </a:cubicBezTo>
                <a:cubicBezTo>
                  <a:pt x="48986" y="68077"/>
                  <a:pt x="48787" y="68326"/>
                  <a:pt x="48613" y="68600"/>
                </a:cubicBezTo>
                <a:lnTo>
                  <a:pt x="48563" y="68600"/>
                </a:lnTo>
                <a:cubicBezTo>
                  <a:pt x="48575" y="68575"/>
                  <a:pt x="48581" y="68569"/>
                  <a:pt x="48578" y="68569"/>
                </a:cubicBezTo>
                <a:cubicBezTo>
                  <a:pt x="48575" y="68569"/>
                  <a:pt x="48563" y="68575"/>
                  <a:pt x="48538" y="68575"/>
                </a:cubicBezTo>
                <a:cubicBezTo>
                  <a:pt x="48986" y="67853"/>
                  <a:pt x="49583" y="66957"/>
                  <a:pt x="50280" y="65961"/>
                </a:cubicBezTo>
                <a:cubicBezTo>
                  <a:pt x="50753" y="65314"/>
                  <a:pt x="51226" y="64667"/>
                  <a:pt x="51724" y="64045"/>
                </a:cubicBezTo>
                <a:lnTo>
                  <a:pt x="51749" y="63995"/>
                </a:lnTo>
                <a:lnTo>
                  <a:pt x="51799" y="63945"/>
                </a:lnTo>
                <a:close/>
                <a:moveTo>
                  <a:pt x="20411" y="66683"/>
                </a:moveTo>
                <a:cubicBezTo>
                  <a:pt x="20610" y="67355"/>
                  <a:pt x="20859" y="67978"/>
                  <a:pt x="21158" y="68575"/>
                </a:cubicBezTo>
                <a:cubicBezTo>
                  <a:pt x="21158" y="68600"/>
                  <a:pt x="21133" y="68625"/>
                  <a:pt x="21133" y="68625"/>
                </a:cubicBezTo>
                <a:cubicBezTo>
                  <a:pt x="20835" y="68005"/>
                  <a:pt x="20587" y="67361"/>
                  <a:pt x="20389" y="66693"/>
                </a:cubicBezTo>
                <a:lnTo>
                  <a:pt x="20389" y="66693"/>
                </a:lnTo>
                <a:cubicBezTo>
                  <a:pt x="20392" y="66690"/>
                  <a:pt x="20398" y="66683"/>
                  <a:pt x="20411" y="66683"/>
                </a:cubicBezTo>
                <a:close/>
                <a:moveTo>
                  <a:pt x="22651" y="66409"/>
                </a:moveTo>
                <a:cubicBezTo>
                  <a:pt x="22228" y="67156"/>
                  <a:pt x="21780" y="67928"/>
                  <a:pt x="21382" y="68674"/>
                </a:cubicBezTo>
                <a:cubicBezTo>
                  <a:pt x="21382" y="68650"/>
                  <a:pt x="21357" y="68600"/>
                  <a:pt x="21357" y="68600"/>
                </a:cubicBezTo>
                <a:cubicBezTo>
                  <a:pt x="21755" y="67853"/>
                  <a:pt x="22153" y="67106"/>
                  <a:pt x="22601" y="66409"/>
                </a:cubicBezTo>
                <a:close/>
                <a:moveTo>
                  <a:pt x="53964" y="65837"/>
                </a:moveTo>
                <a:cubicBezTo>
                  <a:pt x="54113" y="65837"/>
                  <a:pt x="54288" y="65862"/>
                  <a:pt x="54487" y="65912"/>
                </a:cubicBezTo>
                <a:cubicBezTo>
                  <a:pt x="54512" y="65912"/>
                  <a:pt x="54537" y="65912"/>
                  <a:pt x="54586" y="65936"/>
                </a:cubicBezTo>
                <a:cubicBezTo>
                  <a:pt x="54761" y="65961"/>
                  <a:pt x="54960" y="66036"/>
                  <a:pt x="55134" y="66111"/>
                </a:cubicBezTo>
                <a:cubicBezTo>
                  <a:pt x="55159" y="66111"/>
                  <a:pt x="55209" y="66161"/>
                  <a:pt x="55234" y="66161"/>
                </a:cubicBezTo>
                <a:cubicBezTo>
                  <a:pt x="55458" y="66235"/>
                  <a:pt x="55706" y="66360"/>
                  <a:pt x="55955" y="66484"/>
                </a:cubicBezTo>
                <a:cubicBezTo>
                  <a:pt x="55980" y="66534"/>
                  <a:pt x="56005" y="66534"/>
                  <a:pt x="56055" y="66559"/>
                </a:cubicBezTo>
                <a:cubicBezTo>
                  <a:pt x="54885" y="67355"/>
                  <a:pt x="53765" y="68077"/>
                  <a:pt x="52620" y="68724"/>
                </a:cubicBezTo>
                <a:cubicBezTo>
                  <a:pt x="52620" y="68674"/>
                  <a:pt x="52595" y="68600"/>
                  <a:pt x="52595" y="68525"/>
                </a:cubicBezTo>
                <a:cubicBezTo>
                  <a:pt x="52595" y="68426"/>
                  <a:pt x="52570" y="68326"/>
                  <a:pt x="52570" y="68226"/>
                </a:cubicBezTo>
                <a:lnTo>
                  <a:pt x="52570" y="67978"/>
                </a:lnTo>
                <a:lnTo>
                  <a:pt x="52570" y="67729"/>
                </a:lnTo>
                <a:cubicBezTo>
                  <a:pt x="52595" y="67679"/>
                  <a:pt x="52595" y="67604"/>
                  <a:pt x="52595" y="67554"/>
                </a:cubicBezTo>
                <a:cubicBezTo>
                  <a:pt x="52595" y="67455"/>
                  <a:pt x="52595" y="67405"/>
                  <a:pt x="52620" y="67305"/>
                </a:cubicBezTo>
                <a:cubicBezTo>
                  <a:pt x="52620" y="67231"/>
                  <a:pt x="52645" y="67181"/>
                  <a:pt x="52645" y="67106"/>
                </a:cubicBezTo>
                <a:cubicBezTo>
                  <a:pt x="52645" y="67057"/>
                  <a:pt x="52670" y="66982"/>
                  <a:pt x="52670" y="66932"/>
                </a:cubicBezTo>
                <a:cubicBezTo>
                  <a:pt x="52720" y="66857"/>
                  <a:pt x="52720" y="66808"/>
                  <a:pt x="52744" y="66733"/>
                </a:cubicBezTo>
                <a:cubicBezTo>
                  <a:pt x="52769" y="66683"/>
                  <a:pt x="52769" y="66658"/>
                  <a:pt x="52794" y="66584"/>
                </a:cubicBezTo>
                <a:cubicBezTo>
                  <a:pt x="52844" y="66484"/>
                  <a:pt x="52894" y="66409"/>
                  <a:pt x="52968" y="66310"/>
                </a:cubicBezTo>
                <a:cubicBezTo>
                  <a:pt x="52993" y="66235"/>
                  <a:pt x="53043" y="66185"/>
                  <a:pt x="53118" y="66161"/>
                </a:cubicBezTo>
                <a:lnTo>
                  <a:pt x="53143" y="66111"/>
                </a:lnTo>
                <a:cubicBezTo>
                  <a:pt x="53168" y="66086"/>
                  <a:pt x="53217" y="66086"/>
                  <a:pt x="53217" y="66061"/>
                </a:cubicBezTo>
                <a:cubicBezTo>
                  <a:pt x="53292" y="65986"/>
                  <a:pt x="53392" y="65961"/>
                  <a:pt x="53516" y="65912"/>
                </a:cubicBezTo>
                <a:cubicBezTo>
                  <a:pt x="53641" y="65862"/>
                  <a:pt x="53790" y="65837"/>
                  <a:pt x="53964" y="65837"/>
                </a:cubicBezTo>
                <a:close/>
                <a:moveTo>
                  <a:pt x="49128" y="68527"/>
                </a:moveTo>
                <a:cubicBezTo>
                  <a:pt x="48990" y="68611"/>
                  <a:pt x="48844" y="68705"/>
                  <a:pt x="48712" y="68799"/>
                </a:cubicBezTo>
                <a:cubicBezTo>
                  <a:pt x="48712" y="68774"/>
                  <a:pt x="48737" y="68774"/>
                  <a:pt x="48737" y="68724"/>
                </a:cubicBezTo>
                <a:cubicBezTo>
                  <a:pt x="48860" y="68675"/>
                  <a:pt x="48982" y="68578"/>
                  <a:pt x="49128" y="68527"/>
                </a:cubicBezTo>
                <a:close/>
                <a:moveTo>
                  <a:pt x="52620" y="66484"/>
                </a:moveTo>
                <a:cubicBezTo>
                  <a:pt x="52595" y="66559"/>
                  <a:pt x="52595" y="66584"/>
                  <a:pt x="52570" y="66658"/>
                </a:cubicBezTo>
                <a:cubicBezTo>
                  <a:pt x="52570" y="66733"/>
                  <a:pt x="52520" y="66783"/>
                  <a:pt x="52496" y="66857"/>
                </a:cubicBezTo>
                <a:cubicBezTo>
                  <a:pt x="52471" y="66932"/>
                  <a:pt x="52471" y="67032"/>
                  <a:pt x="52471" y="67081"/>
                </a:cubicBezTo>
                <a:cubicBezTo>
                  <a:pt x="52471" y="67131"/>
                  <a:pt x="52446" y="67206"/>
                  <a:pt x="52446" y="67256"/>
                </a:cubicBezTo>
                <a:cubicBezTo>
                  <a:pt x="52446" y="67355"/>
                  <a:pt x="52446" y="67430"/>
                  <a:pt x="52396" y="67530"/>
                </a:cubicBezTo>
                <a:lnTo>
                  <a:pt x="52396" y="67729"/>
                </a:lnTo>
                <a:lnTo>
                  <a:pt x="52396" y="68002"/>
                </a:lnTo>
                <a:lnTo>
                  <a:pt x="52396" y="68276"/>
                </a:lnTo>
                <a:cubicBezTo>
                  <a:pt x="52396" y="68351"/>
                  <a:pt x="52446" y="68475"/>
                  <a:pt x="52446" y="68575"/>
                </a:cubicBezTo>
                <a:cubicBezTo>
                  <a:pt x="52446" y="68674"/>
                  <a:pt x="52471" y="68774"/>
                  <a:pt x="52471" y="68849"/>
                </a:cubicBezTo>
                <a:cubicBezTo>
                  <a:pt x="52446" y="68849"/>
                  <a:pt x="52446" y="68899"/>
                  <a:pt x="52396" y="68899"/>
                </a:cubicBezTo>
                <a:cubicBezTo>
                  <a:pt x="52371" y="68699"/>
                  <a:pt x="52371" y="68550"/>
                  <a:pt x="52346" y="68401"/>
                </a:cubicBezTo>
                <a:lnTo>
                  <a:pt x="52346" y="68301"/>
                </a:lnTo>
                <a:cubicBezTo>
                  <a:pt x="52346" y="68152"/>
                  <a:pt x="52321" y="67953"/>
                  <a:pt x="52321" y="67803"/>
                </a:cubicBezTo>
                <a:lnTo>
                  <a:pt x="52321" y="67729"/>
                </a:lnTo>
                <a:cubicBezTo>
                  <a:pt x="52321" y="67579"/>
                  <a:pt x="52321" y="67430"/>
                  <a:pt x="52346" y="67281"/>
                </a:cubicBezTo>
                <a:lnTo>
                  <a:pt x="52346" y="67231"/>
                </a:lnTo>
                <a:cubicBezTo>
                  <a:pt x="52371" y="66957"/>
                  <a:pt x="52446" y="66733"/>
                  <a:pt x="52520" y="66559"/>
                </a:cubicBezTo>
                <a:cubicBezTo>
                  <a:pt x="52570" y="66534"/>
                  <a:pt x="52595" y="66534"/>
                  <a:pt x="52620" y="66484"/>
                </a:cubicBezTo>
                <a:close/>
                <a:moveTo>
                  <a:pt x="21257" y="68799"/>
                </a:moveTo>
                <a:cubicBezTo>
                  <a:pt x="21257" y="68824"/>
                  <a:pt x="21282" y="68849"/>
                  <a:pt x="21282" y="68849"/>
                </a:cubicBezTo>
                <a:cubicBezTo>
                  <a:pt x="21282" y="68899"/>
                  <a:pt x="21257" y="68899"/>
                  <a:pt x="21257" y="68923"/>
                </a:cubicBezTo>
                <a:cubicBezTo>
                  <a:pt x="21257" y="68899"/>
                  <a:pt x="21232" y="68899"/>
                  <a:pt x="21232" y="68849"/>
                </a:cubicBezTo>
                <a:cubicBezTo>
                  <a:pt x="21232" y="68849"/>
                  <a:pt x="21232" y="68824"/>
                  <a:pt x="21257" y="68799"/>
                </a:cubicBezTo>
                <a:close/>
                <a:moveTo>
                  <a:pt x="48339" y="68948"/>
                </a:moveTo>
                <a:cubicBezTo>
                  <a:pt x="48339" y="68948"/>
                  <a:pt x="48339" y="68973"/>
                  <a:pt x="48289" y="68973"/>
                </a:cubicBezTo>
                <a:lnTo>
                  <a:pt x="48339" y="68948"/>
                </a:lnTo>
                <a:close/>
                <a:moveTo>
                  <a:pt x="9434" y="68774"/>
                </a:moveTo>
                <a:lnTo>
                  <a:pt x="9434" y="68824"/>
                </a:lnTo>
                <a:lnTo>
                  <a:pt x="9434" y="68899"/>
                </a:lnTo>
                <a:lnTo>
                  <a:pt x="9434" y="68948"/>
                </a:lnTo>
                <a:cubicBezTo>
                  <a:pt x="9434" y="68973"/>
                  <a:pt x="9409" y="68973"/>
                  <a:pt x="9409" y="68998"/>
                </a:cubicBezTo>
                <a:cubicBezTo>
                  <a:pt x="9409" y="68973"/>
                  <a:pt x="9409" y="68923"/>
                  <a:pt x="9384" y="68874"/>
                </a:cubicBezTo>
                <a:cubicBezTo>
                  <a:pt x="9384" y="68849"/>
                  <a:pt x="9409" y="68849"/>
                  <a:pt x="9409" y="68824"/>
                </a:cubicBezTo>
                <a:cubicBezTo>
                  <a:pt x="9409" y="68799"/>
                  <a:pt x="9434" y="68799"/>
                  <a:pt x="9434" y="68774"/>
                </a:cubicBezTo>
                <a:close/>
                <a:moveTo>
                  <a:pt x="48289" y="68973"/>
                </a:moveTo>
                <a:cubicBezTo>
                  <a:pt x="48289" y="69023"/>
                  <a:pt x="48289" y="69023"/>
                  <a:pt x="48264" y="69023"/>
                </a:cubicBezTo>
                <a:cubicBezTo>
                  <a:pt x="48264" y="68973"/>
                  <a:pt x="48289" y="68973"/>
                  <a:pt x="48289" y="68973"/>
                </a:cubicBezTo>
                <a:close/>
                <a:moveTo>
                  <a:pt x="56229" y="66683"/>
                </a:moveTo>
                <a:cubicBezTo>
                  <a:pt x="56254" y="66683"/>
                  <a:pt x="56254" y="66708"/>
                  <a:pt x="56304" y="66708"/>
                </a:cubicBezTo>
                <a:cubicBezTo>
                  <a:pt x="55084" y="67554"/>
                  <a:pt x="53889" y="68326"/>
                  <a:pt x="52695" y="69023"/>
                </a:cubicBezTo>
                <a:lnTo>
                  <a:pt x="52695" y="68948"/>
                </a:lnTo>
                <a:cubicBezTo>
                  <a:pt x="53865" y="68276"/>
                  <a:pt x="55059" y="67530"/>
                  <a:pt x="56229" y="66683"/>
                </a:cubicBezTo>
                <a:close/>
                <a:moveTo>
                  <a:pt x="52520" y="69048"/>
                </a:moveTo>
                <a:lnTo>
                  <a:pt x="52520" y="69098"/>
                </a:lnTo>
                <a:cubicBezTo>
                  <a:pt x="52496" y="69098"/>
                  <a:pt x="52471" y="69147"/>
                  <a:pt x="52471" y="69147"/>
                </a:cubicBezTo>
                <a:lnTo>
                  <a:pt x="52471" y="69073"/>
                </a:lnTo>
                <a:cubicBezTo>
                  <a:pt x="52496" y="69073"/>
                  <a:pt x="52496" y="69048"/>
                  <a:pt x="52520" y="69048"/>
                </a:cubicBezTo>
                <a:close/>
                <a:moveTo>
                  <a:pt x="2365" y="68799"/>
                </a:moveTo>
                <a:cubicBezTo>
                  <a:pt x="2365" y="68923"/>
                  <a:pt x="2340" y="69048"/>
                  <a:pt x="2340" y="69147"/>
                </a:cubicBezTo>
                <a:cubicBezTo>
                  <a:pt x="2315" y="69297"/>
                  <a:pt x="2290" y="69421"/>
                  <a:pt x="2215" y="69571"/>
                </a:cubicBezTo>
                <a:cubicBezTo>
                  <a:pt x="2215" y="69421"/>
                  <a:pt x="2240" y="69297"/>
                  <a:pt x="2290" y="69147"/>
                </a:cubicBezTo>
                <a:cubicBezTo>
                  <a:pt x="2315" y="69048"/>
                  <a:pt x="2340" y="68923"/>
                  <a:pt x="2365" y="68799"/>
                </a:cubicBezTo>
                <a:close/>
                <a:moveTo>
                  <a:pt x="89061" y="61108"/>
                </a:moveTo>
                <a:cubicBezTo>
                  <a:pt x="91475" y="62004"/>
                  <a:pt x="93964" y="62676"/>
                  <a:pt x="96478" y="63024"/>
                </a:cubicBezTo>
                <a:cubicBezTo>
                  <a:pt x="95682" y="65215"/>
                  <a:pt x="94636" y="67480"/>
                  <a:pt x="93292" y="69770"/>
                </a:cubicBezTo>
                <a:cubicBezTo>
                  <a:pt x="91301" y="67828"/>
                  <a:pt x="89085" y="65862"/>
                  <a:pt x="86820" y="64045"/>
                </a:cubicBezTo>
                <a:cubicBezTo>
                  <a:pt x="87592" y="63074"/>
                  <a:pt x="88339" y="62103"/>
                  <a:pt x="89061" y="61108"/>
                </a:cubicBezTo>
                <a:close/>
                <a:moveTo>
                  <a:pt x="31562" y="67181"/>
                </a:moveTo>
                <a:cubicBezTo>
                  <a:pt x="31587" y="67206"/>
                  <a:pt x="31587" y="67231"/>
                  <a:pt x="31612" y="67231"/>
                </a:cubicBezTo>
                <a:cubicBezTo>
                  <a:pt x="31861" y="67305"/>
                  <a:pt x="32110" y="67405"/>
                  <a:pt x="32359" y="67455"/>
                </a:cubicBezTo>
                <a:cubicBezTo>
                  <a:pt x="32483" y="67480"/>
                  <a:pt x="32608" y="67554"/>
                  <a:pt x="32707" y="67579"/>
                </a:cubicBezTo>
                <a:cubicBezTo>
                  <a:pt x="32931" y="67654"/>
                  <a:pt x="33105" y="67729"/>
                  <a:pt x="33329" y="67803"/>
                </a:cubicBezTo>
                <a:cubicBezTo>
                  <a:pt x="33454" y="67853"/>
                  <a:pt x="33578" y="67928"/>
                  <a:pt x="33728" y="67953"/>
                </a:cubicBezTo>
                <a:cubicBezTo>
                  <a:pt x="33852" y="67978"/>
                  <a:pt x="33952" y="68052"/>
                  <a:pt x="34076" y="68077"/>
                </a:cubicBezTo>
                <a:cubicBezTo>
                  <a:pt x="33703" y="68674"/>
                  <a:pt x="33354" y="69272"/>
                  <a:pt x="32981" y="69844"/>
                </a:cubicBezTo>
                <a:cubicBezTo>
                  <a:pt x="32359" y="69098"/>
                  <a:pt x="31861" y="68202"/>
                  <a:pt x="31562" y="67181"/>
                </a:cubicBezTo>
                <a:close/>
                <a:moveTo>
                  <a:pt x="96777" y="63074"/>
                </a:moveTo>
                <a:cubicBezTo>
                  <a:pt x="95931" y="65314"/>
                  <a:pt x="94810" y="67604"/>
                  <a:pt x="93466" y="69919"/>
                </a:cubicBezTo>
                <a:lnTo>
                  <a:pt x="93441" y="69894"/>
                </a:lnTo>
                <a:cubicBezTo>
                  <a:pt x="94786" y="67579"/>
                  <a:pt x="95881" y="65289"/>
                  <a:pt x="96702" y="63074"/>
                </a:cubicBezTo>
                <a:close/>
                <a:moveTo>
                  <a:pt x="49260" y="63746"/>
                </a:moveTo>
                <a:cubicBezTo>
                  <a:pt x="49957" y="63945"/>
                  <a:pt x="50529" y="64045"/>
                  <a:pt x="51002" y="64045"/>
                </a:cubicBezTo>
                <a:cubicBezTo>
                  <a:pt x="51201" y="64045"/>
                  <a:pt x="51351" y="64045"/>
                  <a:pt x="51500" y="63995"/>
                </a:cubicBezTo>
                <a:lnTo>
                  <a:pt x="51500" y="63995"/>
                </a:lnTo>
                <a:cubicBezTo>
                  <a:pt x="51251" y="64343"/>
                  <a:pt x="51002" y="64667"/>
                  <a:pt x="50753" y="64991"/>
                </a:cubicBezTo>
                <a:cubicBezTo>
                  <a:pt x="50629" y="65190"/>
                  <a:pt x="50504" y="65339"/>
                  <a:pt x="50380" y="65513"/>
                </a:cubicBezTo>
                <a:cubicBezTo>
                  <a:pt x="50330" y="65613"/>
                  <a:pt x="50255" y="65712"/>
                  <a:pt x="50206" y="65787"/>
                </a:cubicBezTo>
                <a:cubicBezTo>
                  <a:pt x="50131" y="65862"/>
                  <a:pt x="50031" y="65986"/>
                  <a:pt x="49982" y="66086"/>
                </a:cubicBezTo>
                <a:lnTo>
                  <a:pt x="49957" y="66111"/>
                </a:lnTo>
                <a:cubicBezTo>
                  <a:pt x="49857" y="66235"/>
                  <a:pt x="49782" y="66335"/>
                  <a:pt x="49708" y="66459"/>
                </a:cubicBezTo>
                <a:lnTo>
                  <a:pt x="49334" y="67032"/>
                </a:lnTo>
                <a:cubicBezTo>
                  <a:pt x="49235" y="67156"/>
                  <a:pt x="49160" y="67281"/>
                  <a:pt x="49085" y="67430"/>
                </a:cubicBezTo>
                <a:cubicBezTo>
                  <a:pt x="48762" y="67903"/>
                  <a:pt x="48463" y="68326"/>
                  <a:pt x="48164" y="68799"/>
                </a:cubicBezTo>
                <a:cubicBezTo>
                  <a:pt x="47891" y="68948"/>
                  <a:pt x="47642" y="69098"/>
                  <a:pt x="47393" y="69222"/>
                </a:cubicBezTo>
                <a:cubicBezTo>
                  <a:pt x="46845" y="69521"/>
                  <a:pt x="46397" y="69770"/>
                  <a:pt x="45999" y="69944"/>
                </a:cubicBezTo>
                <a:cubicBezTo>
                  <a:pt x="46795" y="67928"/>
                  <a:pt x="47916" y="65837"/>
                  <a:pt x="49260" y="63746"/>
                </a:cubicBezTo>
                <a:close/>
                <a:moveTo>
                  <a:pt x="56478" y="66808"/>
                </a:moveTo>
                <a:cubicBezTo>
                  <a:pt x="56528" y="66833"/>
                  <a:pt x="56603" y="66857"/>
                  <a:pt x="56702" y="66932"/>
                </a:cubicBezTo>
                <a:cubicBezTo>
                  <a:pt x="56727" y="66932"/>
                  <a:pt x="56727" y="66957"/>
                  <a:pt x="56752" y="66957"/>
                </a:cubicBezTo>
                <a:cubicBezTo>
                  <a:pt x="56652" y="67032"/>
                  <a:pt x="56578" y="67106"/>
                  <a:pt x="56478" y="67181"/>
                </a:cubicBezTo>
                <a:cubicBezTo>
                  <a:pt x="56254" y="67355"/>
                  <a:pt x="56030" y="67530"/>
                  <a:pt x="55831" y="67704"/>
                </a:cubicBezTo>
                <a:cubicBezTo>
                  <a:pt x="55731" y="67803"/>
                  <a:pt x="55607" y="67853"/>
                  <a:pt x="55507" y="67953"/>
                </a:cubicBezTo>
                <a:cubicBezTo>
                  <a:pt x="55234" y="68177"/>
                  <a:pt x="54910" y="68426"/>
                  <a:pt x="54636" y="68650"/>
                </a:cubicBezTo>
                <a:cubicBezTo>
                  <a:pt x="54412" y="68824"/>
                  <a:pt x="54163" y="68973"/>
                  <a:pt x="53964" y="69172"/>
                </a:cubicBezTo>
                <a:cubicBezTo>
                  <a:pt x="53889" y="69222"/>
                  <a:pt x="53790" y="69272"/>
                  <a:pt x="53740" y="69322"/>
                </a:cubicBezTo>
                <a:cubicBezTo>
                  <a:pt x="53466" y="69546"/>
                  <a:pt x="53168" y="69720"/>
                  <a:pt x="52894" y="69944"/>
                </a:cubicBezTo>
                <a:cubicBezTo>
                  <a:pt x="52894" y="69894"/>
                  <a:pt x="52869" y="69819"/>
                  <a:pt x="52869" y="69770"/>
                </a:cubicBezTo>
                <a:cubicBezTo>
                  <a:pt x="52819" y="69645"/>
                  <a:pt x="52769" y="69521"/>
                  <a:pt x="52744" y="69421"/>
                </a:cubicBezTo>
                <a:cubicBezTo>
                  <a:pt x="52744" y="69347"/>
                  <a:pt x="52720" y="69272"/>
                  <a:pt x="52720" y="69197"/>
                </a:cubicBezTo>
                <a:cubicBezTo>
                  <a:pt x="53964" y="68475"/>
                  <a:pt x="55234" y="67704"/>
                  <a:pt x="56478" y="66808"/>
                </a:cubicBezTo>
                <a:close/>
                <a:moveTo>
                  <a:pt x="86721" y="64169"/>
                </a:moveTo>
                <a:cubicBezTo>
                  <a:pt x="88986" y="65986"/>
                  <a:pt x="91201" y="67953"/>
                  <a:pt x="93192" y="69919"/>
                </a:cubicBezTo>
                <a:cubicBezTo>
                  <a:pt x="93192" y="69944"/>
                  <a:pt x="93168" y="69944"/>
                  <a:pt x="93168" y="69969"/>
                </a:cubicBezTo>
                <a:cubicBezTo>
                  <a:pt x="91176" y="68002"/>
                  <a:pt x="88961" y="66086"/>
                  <a:pt x="86671" y="64219"/>
                </a:cubicBezTo>
                <a:cubicBezTo>
                  <a:pt x="86696" y="64219"/>
                  <a:pt x="86696" y="64194"/>
                  <a:pt x="86721" y="64169"/>
                </a:cubicBezTo>
                <a:close/>
                <a:moveTo>
                  <a:pt x="52570" y="69297"/>
                </a:moveTo>
                <a:cubicBezTo>
                  <a:pt x="52570" y="69347"/>
                  <a:pt x="52595" y="69421"/>
                  <a:pt x="52595" y="69471"/>
                </a:cubicBezTo>
                <a:lnTo>
                  <a:pt x="52695" y="69844"/>
                </a:lnTo>
                <a:cubicBezTo>
                  <a:pt x="52695" y="69919"/>
                  <a:pt x="52720" y="69969"/>
                  <a:pt x="52720" y="70043"/>
                </a:cubicBezTo>
                <a:cubicBezTo>
                  <a:pt x="52695" y="70043"/>
                  <a:pt x="52695" y="70068"/>
                  <a:pt x="52645" y="70068"/>
                </a:cubicBezTo>
                <a:cubicBezTo>
                  <a:pt x="52620" y="69944"/>
                  <a:pt x="52595" y="69819"/>
                  <a:pt x="52570" y="69720"/>
                </a:cubicBezTo>
                <a:cubicBezTo>
                  <a:pt x="52570" y="69670"/>
                  <a:pt x="52520" y="69595"/>
                  <a:pt x="52520" y="69546"/>
                </a:cubicBezTo>
                <a:cubicBezTo>
                  <a:pt x="52496" y="69471"/>
                  <a:pt x="52496" y="69396"/>
                  <a:pt x="52496" y="69322"/>
                </a:cubicBezTo>
                <a:cubicBezTo>
                  <a:pt x="52520" y="69322"/>
                  <a:pt x="52520" y="69297"/>
                  <a:pt x="52570" y="69297"/>
                </a:cubicBezTo>
                <a:close/>
                <a:moveTo>
                  <a:pt x="34225" y="68177"/>
                </a:moveTo>
                <a:cubicBezTo>
                  <a:pt x="34275" y="68177"/>
                  <a:pt x="34275" y="68177"/>
                  <a:pt x="34300" y="68202"/>
                </a:cubicBezTo>
                <a:cubicBezTo>
                  <a:pt x="33902" y="68849"/>
                  <a:pt x="33528" y="69471"/>
                  <a:pt x="33155" y="70093"/>
                </a:cubicBezTo>
                <a:cubicBezTo>
                  <a:pt x="33155" y="70068"/>
                  <a:pt x="33105" y="70068"/>
                  <a:pt x="33105" y="70043"/>
                </a:cubicBezTo>
                <a:lnTo>
                  <a:pt x="34225" y="68177"/>
                </a:lnTo>
                <a:close/>
                <a:moveTo>
                  <a:pt x="31338" y="67156"/>
                </a:moveTo>
                <a:cubicBezTo>
                  <a:pt x="31687" y="68276"/>
                  <a:pt x="32184" y="69272"/>
                  <a:pt x="32906" y="70068"/>
                </a:cubicBezTo>
                <a:cubicBezTo>
                  <a:pt x="32906" y="70093"/>
                  <a:pt x="32856" y="70093"/>
                  <a:pt x="32856" y="70143"/>
                </a:cubicBezTo>
                <a:cubicBezTo>
                  <a:pt x="32159" y="69297"/>
                  <a:pt x="31612" y="68301"/>
                  <a:pt x="31288" y="67156"/>
                </a:cubicBezTo>
                <a:close/>
                <a:moveTo>
                  <a:pt x="49011" y="63696"/>
                </a:moveTo>
                <a:cubicBezTo>
                  <a:pt x="49036" y="63696"/>
                  <a:pt x="49036" y="63696"/>
                  <a:pt x="49061" y="63721"/>
                </a:cubicBezTo>
                <a:cubicBezTo>
                  <a:pt x="47667" y="65837"/>
                  <a:pt x="46547" y="68027"/>
                  <a:pt x="45700" y="70093"/>
                </a:cubicBezTo>
                <a:cubicBezTo>
                  <a:pt x="45675" y="70093"/>
                  <a:pt x="45650" y="70143"/>
                  <a:pt x="45626" y="70143"/>
                </a:cubicBezTo>
                <a:cubicBezTo>
                  <a:pt x="46497" y="68027"/>
                  <a:pt x="47617" y="65837"/>
                  <a:pt x="49011" y="63696"/>
                </a:cubicBezTo>
                <a:close/>
                <a:moveTo>
                  <a:pt x="47891" y="69172"/>
                </a:moveTo>
                <a:lnTo>
                  <a:pt x="47866" y="69197"/>
                </a:lnTo>
                <a:cubicBezTo>
                  <a:pt x="47741" y="69322"/>
                  <a:pt x="47617" y="69396"/>
                  <a:pt x="47492" y="69446"/>
                </a:cubicBezTo>
                <a:cubicBezTo>
                  <a:pt x="46995" y="69695"/>
                  <a:pt x="46547" y="69944"/>
                  <a:pt x="46148" y="70143"/>
                </a:cubicBezTo>
                <a:cubicBezTo>
                  <a:pt x="46621" y="69869"/>
                  <a:pt x="47119" y="69645"/>
                  <a:pt x="47592" y="69347"/>
                </a:cubicBezTo>
                <a:cubicBezTo>
                  <a:pt x="47592" y="69347"/>
                  <a:pt x="47617" y="69347"/>
                  <a:pt x="47617" y="69322"/>
                </a:cubicBezTo>
                <a:lnTo>
                  <a:pt x="47791" y="69222"/>
                </a:lnTo>
                <a:cubicBezTo>
                  <a:pt x="47816" y="69197"/>
                  <a:pt x="47866" y="69197"/>
                  <a:pt x="47891" y="69172"/>
                </a:cubicBezTo>
                <a:close/>
                <a:moveTo>
                  <a:pt x="56926" y="67057"/>
                </a:moveTo>
                <a:cubicBezTo>
                  <a:pt x="56951" y="67081"/>
                  <a:pt x="56951" y="67081"/>
                  <a:pt x="56976" y="67081"/>
                </a:cubicBezTo>
                <a:cubicBezTo>
                  <a:pt x="56926" y="67156"/>
                  <a:pt x="56851" y="67181"/>
                  <a:pt x="56802" y="67231"/>
                </a:cubicBezTo>
                <a:cubicBezTo>
                  <a:pt x="56354" y="67579"/>
                  <a:pt x="55881" y="67953"/>
                  <a:pt x="55458" y="68301"/>
                </a:cubicBezTo>
                <a:cubicBezTo>
                  <a:pt x="55234" y="68450"/>
                  <a:pt x="55010" y="68650"/>
                  <a:pt x="54810" y="68799"/>
                </a:cubicBezTo>
                <a:cubicBezTo>
                  <a:pt x="54188" y="69272"/>
                  <a:pt x="53566" y="69720"/>
                  <a:pt x="52944" y="70168"/>
                </a:cubicBezTo>
                <a:lnTo>
                  <a:pt x="52944" y="70143"/>
                </a:lnTo>
                <a:lnTo>
                  <a:pt x="52944" y="70093"/>
                </a:lnTo>
                <a:cubicBezTo>
                  <a:pt x="53118" y="69969"/>
                  <a:pt x="53292" y="69819"/>
                  <a:pt x="53491" y="69670"/>
                </a:cubicBezTo>
                <a:lnTo>
                  <a:pt x="53566" y="69595"/>
                </a:lnTo>
                <a:lnTo>
                  <a:pt x="54586" y="68849"/>
                </a:lnTo>
                <a:cubicBezTo>
                  <a:pt x="54636" y="68824"/>
                  <a:pt x="54711" y="68774"/>
                  <a:pt x="54761" y="68724"/>
                </a:cubicBezTo>
                <a:lnTo>
                  <a:pt x="54810" y="68724"/>
                </a:lnTo>
                <a:cubicBezTo>
                  <a:pt x="55059" y="68550"/>
                  <a:pt x="55283" y="68351"/>
                  <a:pt x="55557" y="68152"/>
                </a:cubicBezTo>
                <a:cubicBezTo>
                  <a:pt x="55582" y="68152"/>
                  <a:pt x="55582" y="68102"/>
                  <a:pt x="55607" y="68102"/>
                </a:cubicBezTo>
                <a:cubicBezTo>
                  <a:pt x="55706" y="68052"/>
                  <a:pt x="55781" y="67953"/>
                  <a:pt x="55881" y="67903"/>
                </a:cubicBezTo>
                <a:cubicBezTo>
                  <a:pt x="56005" y="67803"/>
                  <a:pt x="56179" y="67679"/>
                  <a:pt x="56304" y="67579"/>
                </a:cubicBezTo>
                <a:cubicBezTo>
                  <a:pt x="56453" y="67455"/>
                  <a:pt x="56603" y="67330"/>
                  <a:pt x="56727" y="67231"/>
                </a:cubicBezTo>
                <a:cubicBezTo>
                  <a:pt x="56752" y="67181"/>
                  <a:pt x="56851" y="67106"/>
                  <a:pt x="56926" y="67057"/>
                </a:cubicBezTo>
                <a:close/>
                <a:moveTo>
                  <a:pt x="77760" y="58021"/>
                </a:moveTo>
                <a:cubicBezTo>
                  <a:pt x="79975" y="59440"/>
                  <a:pt x="82265" y="61083"/>
                  <a:pt x="84580" y="62850"/>
                </a:cubicBezTo>
                <a:cubicBezTo>
                  <a:pt x="83361" y="65240"/>
                  <a:pt x="81767" y="67729"/>
                  <a:pt x="79876" y="70168"/>
                </a:cubicBezTo>
                <a:cubicBezTo>
                  <a:pt x="77362" y="68102"/>
                  <a:pt x="74922" y="65961"/>
                  <a:pt x="72782" y="63821"/>
                </a:cubicBezTo>
                <a:cubicBezTo>
                  <a:pt x="74524" y="61929"/>
                  <a:pt x="76192" y="59988"/>
                  <a:pt x="77760" y="58021"/>
                </a:cubicBezTo>
                <a:close/>
                <a:moveTo>
                  <a:pt x="93342" y="70068"/>
                </a:moveTo>
                <a:lnTo>
                  <a:pt x="93392" y="70093"/>
                </a:lnTo>
                <a:cubicBezTo>
                  <a:pt x="93392" y="70143"/>
                  <a:pt x="93342" y="70143"/>
                  <a:pt x="93342" y="70168"/>
                </a:cubicBezTo>
                <a:lnTo>
                  <a:pt x="93317" y="70143"/>
                </a:lnTo>
                <a:cubicBezTo>
                  <a:pt x="93317" y="70093"/>
                  <a:pt x="93342" y="70093"/>
                  <a:pt x="93342" y="70068"/>
                </a:cubicBezTo>
                <a:close/>
                <a:moveTo>
                  <a:pt x="48264" y="63447"/>
                </a:moveTo>
                <a:lnTo>
                  <a:pt x="48837" y="63622"/>
                </a:lnTo>
                <a:cubicBezTo>
                  <a:pt x="47393" y="65837"/>
                  <a:pt x="46248" y="68077"/>
                  <a:pt x="45377" y="70218"/>
                </a:cubicBezTo>
                <a:cubicBezTo>
                  <a:pt x="45227" y="69595"/>
                  <a:pt x="45003" y="68948"/>
                  <a:pt x="44680" y="68326"/>
                </a:cubicBezTo>
                <a:cubicBezTo>
                  <a:pt x="45178" y="67579"/>
                  <a:pt x="45675" y="66857"/>
                  <a:pt x="46223" y="66161"/>
                </a:cubicBezTo>
                <a:cubicBezTo>
                  <a:pt x="46372" y="65936"/>
                  <a:pt x="46547" y="65688"/>
                  <a:pt x="46746" y="65464"/>
                </a:cubicBezTo>
                <a:lnTo>
                  <a:pt x="47866" y="63970"/>
                </a:lnTo>
                <a:cubicBezTo>
                  <a:pt x="47965" y="63846"/>
                  <a:pt x="48040" y="63746"/>
                  <a:pt x="48115" y="63622"/>
                </a:cubicBezTo>
                <a:cubicBezTo>
                  <a:pt x="48140" y="63572"/>
                  <a:pt x="48214" y="63547"/>
                  <a:pt x="48239" y="63472"/>
                </a:cubicBezTo>
                <a:cubicBezTo>
                  <a:pt x="48239" y="63472"/>
                  <a:pt x="48239" y="63447"/>
                  <a:pt x="48264" y="63447"/>
                </a:cubicBezTo>
                <a:close/>
                <a:moveTo>
                  <a:pt x="52744" y="70218"/>
                </a:moveTo>
                <a:lnTo>
                  <a:pt x="52744" y="70268"/>
                </a:lnTo>
                <a:lnTo>
                  <a:pt x="52744" y="70292"/>
                </a:lnTo>
                <a:lnTo>
                  <a:pt x="52720" y="70292"/>
                </a:lnTo>
                <a:lnTo>
                  <a:pt x="52720" y="70268"/>
                </a:lnTo>
                <a:lnTo>
                  <a:pt x="52744" y="70218"/>
                </a:lnTo>
                <a:close/>
                <a:moveTo>
                  <a:pt x="84730" y="62925"/>
                </a:moveTo>
                <a:cubicBezTo>
                  <a:pt x="84754" y="62925"/>
                  <a:pt x="84754" y="62950"/>
                  <a:pt x="84804" y="62950"/>
                </a:cubicBezTo>
                <a:cubicBezTo>
                  <a:pt x="83560" y="65414"/>
                  <a:pt x="81967" y="67903"/>
                  <a:pt x="80075" y="70292"/>
                </a:cubicBezTo>
                <a:cubicBezTo>
                  <a:pt x="80025" y="70292"/>
                  <a:pt x="80025" y="70268"/>
                  <a:pt x="80000" y="70268"/>
                </a:cubicBezTo>
                <a:cubicBezTo>
                  <a:pt x="81892" y="67853"/>
                  <a:pt x="83485" y="65364"/>
                  <a:pt x="84730" y="62925"/>
                </a:cubicBezTo>
                <a:close/>
                <a:moveTo>
                  <a:pt x="44555" y="68475"/>
                </a:moveTo>
                <a:cubicBezTo>
                  <a:pt x="44854" y="69098"/>
                  <a:pt x="45053" y="69695"/>
                  <a:pt x="45227" y="70292"/>
                </a:cubicBezTo>
                <a:cubicBezTo>
                  <a:pt x="45178" y="70292"/>
                  <a:pt x="45178" y="70317"/>
                  <a:pt x="45153" y="70317"/>
                </a:cubicBezTo>
                <a:cubicBezTo>
                  <a:pt x="45003" y="69770"/>
                  <a:pt x="44804" y="69172"/>
                  <a:pt x="44530" y="68550"/>
                </a:cubicBezTo>
                <a:cubicBezTo>
                  <a:pt x="44530" y="68525"/>
                  <a:pt x="44555" y="68525"/>
                  <a:pt x="44555" y="68475"/>
                </a:cubicBezTo>
                <a:close/>
                <a:moveTo>
                  <a:pt x="72657" y="63945"/>
                </a:moveTo>
                <a:cubicBezTo>
                  <a:pt x="74798" y="66086"/>
                  <a:pt x="77237" y="68276"/>
                  <a:pt x="79751" y="70292"/>
                </a:cubicBezTo>
                <a:cubicBezTo>
                  <a:pt x="79751" y="70317"/>
                  <a:pt x="79726" y="70317"/>
                  <a:pt x="79726" y="70342"/>
                </a:cubicBezTo>
                <a:cubicBezTo>
                  <a:pt x="77188" y="68301"/>
                  <a:pt x="74773" y="66161"/>
                  <a:pt x="72632" y="63995"/>
                </a:cubicBezTo>
                <a:cubicBezTo>
                  <a:pt x="72632" y="63970"/>
                  <a:pt x="72657" y="63945"/>
                  <a:pt x="72657" y="63945"/>
                </a:cubicBezTo>
                <a:close/>
                <a:moveTo>
                  <a:pt x="17748" y="54014"/>
                </a:moveTo>
                <a:cubicBezTo>
                  <a:pt x="18893" y="54014"/>
                  <a:pt x="20062" y="54113"/>
                  <a:pt x="21282" y="54263"/>
                </a:cubicBezTo>
                <a:cubicBezTo>
                  <a:pt x="19739" y="58668"/>
                  <a:pt x="19241" y="62850"/>
                  <a:pt x="20062" y="66310"/>
                </a:cubicBezTo>
                <a:cubicBezTo>
                  <a:pt x="20013" y="66310"/>
                  <a:pt x="19988" y="66335"/>
                  <a:pt x="19913" y="66335"/>
                </a:cubicBezTo>
                <a:cubicBezTo>
                  <a:pt x="19589" y="66385"/>
                  <a:pt x="19241" y="66459"/>
                  <a:pt x="18917" y="66509"/>
                </a:cubicBezTo>
                <a:cubicBezTo>
                  <a:pt x="18594" y="66609"/>
                  <a:pt x="18245" y="66708"/>
                  <a:pt x="17922" y="66808"/>
                </a:cubicBezTo>
                <a:cubicBezTo>
                  <a:pt x="17623" y="66907"/>
                  <a:pt x="17299" y="66957"/>
                  <a:pt x="17001" y="67057"/>
                </a:cubicBezTo>
                <a:cubicBezTo>
                  <a:pt x="16652" y="67156"/>
                  <a:pt x="16354" y="67256"/>
                  <a:pt x="16005" y="67380"/>
                </a:cubicBezTo>
                <a:cubicBezTo>
                  <a:pt x="15682" y="67480"/>
                  <a:pt x="15383" y="67604"/>
                  <a:pt x="15084" y="67729"/>
                </a:cubicBezTo>
                <a:cubicBezTo>
                  <a:pt x="14785" y="67853"/>
                  <a:pt x="14462" y="68002"/>
                  <a:pt x="14163" y="68152"/>
                </a:cubicBezTo>
                <a:cubicBezTo>
                  <a:pt x="13840" y="68276"/>
                  <a:pt x="13541" y="68401"/>
                  <a:pt x="13267" y="68550"/>
                </a:cubicBezTo>
                <a:cubicBezTo>
                  <a:pt x="12968" y="68699"/>
                  <a:pt x="12670" y="68849"/>
                  <a:pt x="12396" y="69023"/>
                </a:cubicBezTo>
                <a:cubicBezTo>
                  <a:pt x="12072" y="69172"/>
                  <a:pt x="11799" y="69322"/>
                  <a:pt x="11475" y="69521"/>
                </a:cubicBezTo>
                <a:cubicBezTo>
                  <a:pt x="11201" y="69670"/>
                  <a:pt x="10952" y="69844"/>
                  <a:pt x="10678" y="70019"/>
                </a:cubicBezTo>
                <a:lnTo>
                  <a:pt x="9932" y="70467"/>
                </a:lnTo>
                <a:cubicBezTo>
                  <a:pt x="9907" y="70317"/>
                  <a:pt x="9857" y="70168"/>
                  <a:pt x="9832" y="69969"/>
                </a:cubicBezTo>
                <a:cubicBezTo>
                  <a:pt x="9782" y="69795"/>
                  <a:pt x="9757" y="69571"/>
                  <a:pt x="9683" y="69347"/>
                </a:cubicBezTo>
                <a:lnTo>
                  <a:pt x="9683" y="69247"/>
                </a:lnTo>
                <a:cubicBezTo>
                  <a:pt x="9658" y="69123"/>
                  <a:pt x="9658" y="68998"/>
                  <a:pt x="9633" y="68923"/>
                </a:cubicBezTo>
                <a:cubicBezTo>
                  <a:pt x="11699" y="63995"/>
                  <a:pt x="14437" y="58992"/>
                  <a:pt x="17748" y="54014"/>
                </a:cubicBezTo>
                <a:close/>
                <a:moveTo>
                  <a:pt x="79876" y="70417"/>
                </a:moveTo>
                <a:cubicBezTo>
                  <a:pt x="79901" y="70417"/>
                  <a:pt x="79950" y="70442"/>
                  <a:pt x="79950" y="70442"/>
                </a:cubicBezTo>
                <a:cubicBezTo>
                  <a:pt x="79950" y="70467"/>
                  <a:pt x="79901" y="70467"/>
                  <a:pt x="79901" y="70492"/>
                </a:cubicBezTo>
                <a:cubicBezTo>
                  <a:pt x="79876" y="70492"/>
                  <a:pt x="79876" y="70467"/>
                  <a:pt x="79851" y="70467"/>
                </a:cubicBezTo>
                <a:cubicBezTo>
                  <a:pt x="79851" y="70442"/>
                  <a:pt x="79876" y="70442"/>
                  <a:pt x="79876" y="70417"/>
                </a:cubicBezTo>
                <a:close/>
                <a:moveTo>
                  <a:pt x="33155" y="70442"/>
                </a:moveTo>
                <a:cubicBezTo>
                  <a:pt x="33180" y="70442"/>
                  <a:pt x="33205" y="70442"/>
                  <a:pt x="33205" y="70467"/>
                </a:cubicBezTo>
                <a:lnTo>
                  <a:pt x="33280" y="70467"/>
                </a:lnTo>
                <a:lnTo>
                  <a:pt x="33304" y="70516"/>
                </a:lnTo>
                <a:cubicBezTo>
                  <a:pt x="33280" y="70516"/>
                  <a:pt x="33205" y="70467"/>
                  <a:pt x="33180" y="70467"/>
                </a:cubicBezTo>
                <a:lnTo>
                  <a:pt x="33155" y="70442"/>
                </a:lnTo>
                <a:close/>
                <a:moveTo>
                  <a:pt x="9533" y="69197"/>
                </a:moveTo>
                <a:cubicBezTo>
                  <a:pt x="9533" y="69272"/>
                  <a:pt x="9558" y="69322"/>
                  <a:pt x="9558" y="69396"/>
                </a:cubicBezTo>
                <a:cubicBezTo>
                  <a:pt x="9558" y="69446"/>
                  <a:pt x="9583" y="69546"/>
                  <a:pt x="9583" y="69595"/>
                </a:cubicBezTo>
                <a:cubicBezTo>
                  <a:pt x="9658" y="69894"/>
                  <a:pt x="9708" y="70168"/>
                  <a:pt x="9782" y="70417"/>
                </a:cubicBezTo>
                <a:cubicBezTo>
                  <a:pt x="9782" y="70442"/>
                  <a:pt x="9807" y="70516"/>
                  <a:pt x="9807" y="70541"/>
                </a:cubicBezTo>
                <a:lnTo>
                  <a:pt x="9782" y="70566"/>
                </a:lnTo>
                <a:lnTo>
                  <a:pt x="9733" y="70591"/>
                </a:lnTo>
                <a:cubicBezTo>
                  <a:pt x="9733" y="70541"/>
                  <a:pt x="9708" y="70467"/>
                  <a:pt x="9708" y="70417"/>
                </a:cubicBezTo>
                <a:lnTo>
                  <a:pt x="9708" y="70392"/>
                </a:lnTo>
                <a:cubicBezTo>
                  <a:pt x="9633" y="70193"/>
                  <a:pt x="9558" y="69969"/>
                  <a:pt x="9533" y="69770"/>
                </a:cubicBezTo>
                <a:cubicBezTo>
                  <a:pt x="9509" y="69645"/>
                  <a:pt x="9459" y="69521"/>
                  <a:pt x="9459" y="69396"/>
                </a:cubicBezTo>
                <a:lnTo>
                  <a:pt x="9459" y="69322"/>
                </a:lnTo>
                <a:cubicBezTo>
                  <a:pt x="9459" y="69297"/>
                  <a:pt x="9484" y="69297"/>
                  <a:pt x="9484" y="69272"/>
                </a:cubicBezTo>
                <a:cubicBezTo>
                  <a:pt x="9484" y="69222"/>
                  <a:pt x="9484" y="69222"/>
                  <a:pt x="9533" y="69197"/>
                </a:cubicBezTo>
                <a:close/>
                <a:moveTo>
                  <a:pt x="84954" y="63074"/>
                </a:moveTo>
                <a:cubicBezTo>
                  <a:pt x="85377" y="63422"/>
                  <a:pt x="85825" y="63746"/>
                  <a:pt x="86223" y="64095"/>
                </a:cubicBezTo>
                <a:cubicBezTo>
                  <a:pt x="84431" y="66335"/>
                  <a:pt x="82564" y="68550"/>
                  <a:pt x="80573" y="70691"/>
                </a:cubicBezTo>
                <a:cubicBezTo>
                  <a:pt x="80448" y="70591"/>
                  <a:pt x="80349" y="70516"/>
                  <a:pt x="80224" y="70417"/>
                </a:cubicBezTo>
                <a:cubicBezTo>
                  <a:pt x="82116" y="68027"/>
                  <a:pt x="83709" y="65538"/>
                  <a:pt x="84954" y="63074"/>
                </a:cubicBezTo>
                <a:close/>
                <a:moveTo>
                  <a:pt x="20137" y="66484"/>
                </a:moveTo>
                <a:lnTo>
                  <a:pt x="20137" y="66534"/>
                </a:lnTo>
                <a:lnTo>
                  <a:pt x="20112" y="66559"/>
                </a:lnTo>
                <a:cubicBezTo>
                  <a:pt x="19714" y="66609"/>
                  <a:pt x="19291" y="66708"/>
                  <a:pt x="18893" y="66808"/>
                </a:cubicBezTo>
                <a:cubicBezTo>
                  <a:pt x="18594" y="66857"/>
                  <a:pt x="18295" y="66957"/>
                  <a:pt x="18021" y="67057"/>
                </a:cubicBezTo>
                <a:cubicBezTo>
                  <a:pt x="17673" y="67156"/>
                  <a:pt x="17299" y="67231"/>
                  <a:pt x="16976" y="67330"/>
                </a:cubicBezTo>
                <a:cubicBezTo>
                  <a:pt x="16652" y="67430"/>
                  <a:pt x="16354" y="67554"/>
                  <a:pt x="16030" y="67679"/>
                </a:cubicBezTo>
                <a:cubicBezTo>
                  <a:pt x="15731" y="67803"/>
                  <a:pt x="15408" y="67903"/>
                  <a:pt x="15109" y="68027"/>
                </a:cubicBezTo>
                <a:cubicBezTo>
                  <a:pt x="14785" y="68152"/>
                  <a:pt x="14512" y="68301"/>
                  <a:pt x="14188" y="68426"/>
                </a:cubicBezTo>
                <a:cubicBezTo>
                  <a:pt x="13889" y="68550"/>
                  <a:pt x="13566" y="68699"/>
                  <a:pt x="13267" y="68849"/>
                </a:cubicBezTo>
                <a:cubicBezTo>
                  <a:pt x="12993" y="68973"/>
                  <a:pt x="12744" y="69147"/>
                  <a:pt x="12446" y="69297"/>
                </a:cubicBezTo>
                <a:cubicBezTo>
                  <a:pt x="12147" y="69471"/>
                  <a:pt x="11799" y="69645"/>
                  <a:pt x="11500" y="69819"/>
                </a:cubicBezTo>
                <a:cubicBezTo>
                  <a:pt x="11251" y="69969"/>
                  <a:pt x="11027" y="70143"/>
                  <a:pt x="10803" y="70292"/>
                </a:cubicBezTo>
                <a:cubicBezTo>
                  <a:pt x="10529" y="70467"/>
                  <a:pt x="10255" y="70641"/>
                  <a:pt x="10006" y="70815"/>
                </a:cubicBezTo>
                <a:lnTo>
                  <a:pt x="10006" y="70765"/>
                </a:lnTo>
                <a:cubicBezTo>
                  <a:pt x="10206" y="70591"/>
                  <a:pt x="10454" y="70442"/>
                  <a:pt x="10678" y="70292"/>
                </a:cubicBezTo>
                <a:lnTo>
                  <a:pt x="11525" y="69720"/>
                </a:lnTo>
                <a:lnTo>
                  <a:pt x="12371" y="69272"/>
                </a:lnTo>
                <a:cubicBezTo>
                  <a:pt x="12670" y="69098"/>
                  <a:pt x="12993" y="68923"/>
                  <a:pt x="13292" y="68774"/>
                </a:cubicBezTo>
                <a:cubicBezTo>
                  <a:pt x="13541" y="68650"/>
                  <a:pt x="13815" y="68525"/>
                  <a:pt x="14113" y="68401"/>
                </a:cubicBezTo>
                <a:lnTo>
                  <a:pt x="15134" y="67928"/>
                </a:lnTo>
                <a:cubicBezTo>
                  <a:pt x="15383" y="67828"/>
                  <a:pt x="15657" y="67729"/>
                  <a:pt x="15906" y="67654"/>
                </a:cubicBezTo>
                <a:cubicBezTo>
                  <a:pt x="16279" y="67530"/>
                  <a:pt x="16652" y="67355"/>
                  <a:pt x="17026" y="67231"/>
                </a:cubicBezTo>
                <a:cubicBezTo>
                  <a:pt x="17275" y="67156"/>
                  <a:pt x="17524" y="67106"/>
                  <a:pt x="17797" y="67032"/>
                </a:cubicBezTo>
                <a:cubicBezTo>
                  <a:pt x="18171" y="66907"/>
                  <a:pt x="18594" y="66808"/>
                  <a:pt x="18967" y="66708"/>
                </a:cubicBezTo>
                <a:cubicBezTo>
                  <a:pt x="19241" y="66658"/>
                  <a:pt x="19515" y="66609"/>
                  <a:pt x="19789" y="66559"/>
                </a:cubicBezTo>
                <a:cubicBezTo>
                  <a:pt x="19913" y="66534"/>
                  <a:pt x="20013" y="66534"/>
                  <a:pt x="20137" y="66484"/>
                </a:cubicBezTo>
                <a:close/>
                <a:moveTo>
                  <a:pt x="24941" y="66285"/>
                </a:moveTo>
                <a:cubicBezTo>
                  <a:pt x="26808" y="66285"/>
                  <a:pt x="28625" y="66484"/>
                  <a:pt x="30367" y="66907"/>
                </a:cubicBezTo>
                <a:cubicBezTo>
                  <a:pt x="30417" y="66907"/>
                  <a:pt x="30442" y="66932"/>
                  <a:pt x="30467" y="66932"/>
                </a:cubicBezTo>
                <a:cubicBezTo>
                  <a:pt x="30691" y="66982"/>
                  <a:pt x="30865" y="67032"/>
                  <a:pt x="31089" y="67081"/>
                </a:cubicBezTo>
                <a:cubicBezTo>
                  <a:pt x="31413" y="68276"/>
                  <a:pt x="31935" y="69297"/>
                  <a:pt x="32657" y="70143"/>
                </a:cubicBezTo>
                <a:lnTo>
                  <a:pt x="32608" y="70143"/>
                </a:lnTo>
                <a:cubicBezTo>
                  <a:pt x="32533" y="70093"/>
                  <a:pt x="32408" y="70093"/>
                  <a:pt x="32309" y="70068"/>
                </a:cubicBezTo>
                <a:cubicBezTo>
                  <a:pt x="31935" y="70019"/>
                  <a:pt x="31562" y="69969"/>
                  <a:pt x="31164" y="69944"/>
                </a:cubicBezTo>
                <a:cubicBezTo>
                  <a:pt x="31039" y="69944"/>
                  <a:pt x="30915" y="69919"/>
                  <a:pt x="30815" y="69919"/>
                </a:cubicBezTo>
                <a:cubicBezTo>
                  <a:pt x="30318" y="69894"/>
                  <a:pt x="29845" y="69844"/>
                  <a:pt x="29347" y="69844"/>
                </a:cubicBezTo>
                <a:cubicBezTo>
                  <a:pt x="28973" y="69844"/>
                  <a:pt x="28625" y="69844"/>
                  <a:pt x="28252" y="69894"/>
                </a:cubicBezTo>
                <a:cubicBezTo>
                  <a:pt x="28102" y="69894"/>
                  <a:pt x="27928" y="69919"/>
                  <a:pt x="27754" y="69919"/>
                </a:cubicBezTo>
                <a:cubicBezTo>
                  <a:pt x="27580" y="69919"/>
                  <a:pt x="27380" y="69944"/>
                  <a:pt x="27181" y="69944"/>
                </a:cubicBezTo>
                <a:lnTo>
                  <a:pt x="26509" y="70043"/>
                </a:lnTo>
                <a:cubicBezTo>
                  <a:pt x="26360" y="70068"/>
                  <a:pt x="26211" y="70068"/>
                  <a:pt x="26086" y="70093"/>
                </a:cubicBezTo>
                <a:cubicBezTo>
                  <a:pt x="25837" y="70143"/>
                  <a:pt x="25613" y="70193"/>
                  <a:pt x="25364" y="70218"/>
                </a:cubicBezTo>
                <a:cubicBezTo>
                  <a:pt x="25240" y="70268"/>
                  <a:pt x="25115" y="70268"/>
                  <a:pt x="24991" y="70292"/>
                </a:cubicBezTo>
                <a:lnTo>
                  <a:pt x="24244" y="70467"/>
                </a:lnTo>
                <a:cubicBezTo>
                  <a:pt x="24145" y="70492"/>
                  <a:pt x="24020" y="70541"/>
                  <a:pt x="23945" y="70541"/>
                </a:cubicBezTo>
                <a:cubicBezTo>
                  <a:pt x="23697" y="70591"/>
                  <a:pt x="23448" y="70691"/>
                  <a:pt x="23199" y="70740"/>
                </a:cubicBezTo>
                <a:cubicBezTo>
                  <a:pt x="23124" y="70790"/>
                  <a:pt x="23074" y="70790"/>
                  <a:pt x="23000" y="70815"/>
                </a:cubicBezTo>
                <a:cubicBezTo>
                  <a:pt x="22352" y="70218"/>
                  <a:pt x="21879" y="69571"/>
                  <a:pt x="21506" y="68849"/>
                </a:cubicBezTo>
                <a:cubicBezTo>
                  <a:pt x="21954" y="68027"/>
                  <a:pt x="22402" y="67181"/>
                  <a:pt x="22900" y="66360"/>
                </a:cubicBezTo>
                <a:lnTo>
                  <a:pt x="22950" y="66360"/>
                </a:lnTo>
                <a:cubicBezTo>
                  <a:pt x="23597" y="66310"/>
                  <a:pt x="24269" y="66285"/>
                  <a:pt x="24941" y="66285"/>
                </a:cubicBezTo>
                <a:close/>
                <a:moveTo>
                  <a:pt x="9807" y="70790"/>
                </a:moveTo>
                <a:lnTo>
                  <a:pt x="9807" y="70815"/>
                </a:lnTo>
                <a:lnTo>
                  <a:pt x="9807" y="70840"/>
                </a:lnTo>
                <a:lnTo>
                  <a:pt x="9757" y="70840"/>
                </a:lnTo>
                <a:lnTo>
                  <a:pt x="9757" y="70815"/>
                </a:lnTo>
                <a:lnTo>
                  <a:pt x="9782" y="70815"/>
                </a:lnTo>
                <a:cubicBezTo>
                  <a:pt x="9807" y="70815"/>
                  <a:pt x="9807" y="70790"/>
                  <a:pt x="9807" y="70790"/>
                </a:cubicBezTo>
                <a:close/>
                <a:moveTo>
                  <a:pt x="80100" y="70566"/>
                </a:moveTo>
                <a:cubicBezTo>
                  <a:pt x="80199" y="70666"/>
                  <a:pt x="80324" y="70765"/>
                  <a:pt x="80398" y="70815"/>
                </a:cubicBezTo>
                <a:lnTo>
                  <a:pt x="80374" y="70840"/>
                </a:lnTo>
                <a:cubicBezTo>
                  <a:pt x="80274" y="70765"/>
                  <a:pt x="80150" y="70666"/>
                  <a:pt x="80075" y="70591"/>
                </a:cubicBezTo>
                <a:lnTo>
                  <a:pt x="80100" y="70566"/>
                </a:lnTo>
                <a:close/>
                <a:moveTo>
                  <a:pt x="86347" y="64219"/>
                </a:moveTo>
                <a:cubicBezTo>
                  <a:pt x="86372" y="64219"/>
                  <a:pt x="86372" y="64244"/>
                  <a:pt x="86422" y="64244"/>
                </a:cubicBezTo>
                <a:cubicBezTo>
                  <a:pt x="84630" y="66484"/>
                  <a:pt x="82738" y="68699"/>
                  <a:pt x="80747" y="70840"/>
                </a:cubicBezTo>
                <a:cubicBezTo>
                  <a:pt x="80722" y="70840"/>
                  <a:pt x="80722" y="70815"/>
                  <a:pt x="80697" y="70815"/>
                </a:cubicBezTo>
                <a:cubicBezTo>
                  <a:pt x="82688" y="68674"/>
                  <a:pt x="84580" y="66459"/>
                  <a:pt x="86347" y="64219"/>
                </a:cubicBezTo>
                <a:close/>
                <a:moveTo>
                  <a:pt x="21382" y="69073"/>
                </a:moveTo>
                <a:cubicBezTo>
                  <a:pt x="21753" y="69716"/>
                  <a:pt x="22197" y="70334"/>
                  <a:pt x="22692" y="70904"/>
                </a:cubicBezTo>
                <a:lnTo>
                  <a:pt x="22692" y="70904"/>
                </a:lnTo>
                <a:cubicBezTo>
                  <a:pt x="22690" y="70904"/>
                  <a:pt x="22689" y="70904"/>
                  <a:pt x="22687" y="70904"/>
                </a:cubicBezTo>
                <a:cubicBezTo>
                  <a:pt x="22670" y="70904"/>
                  <a:pt x="22643" y="70915"/>
                  <a:pt x="22626" y="70915"/>
                </a:cubicBezTo>
                <a:cubicBezTo>
                  <a:pt x="22128" y="70392"/>
                  <a:pt x="21730" y="69795"/>
                  <a:pt x="21357" y="69147"/>
                </a:cubicBezTo>
                <a:cubicBezTo>
                  <a:pt x="21357" y="69098"/>
                  <a:pt x="21382" y="69098"/>
                  <a:pt x="21382" y="69073"/>
                </a:cubicBezTo>
                <a:close/>
                <a:moveTo>
                  <a:pt x="80573" y="70940"/>
                </a:moveTo>
                <a:cubicBezTo>
                  <a:pt x="80598" y="70940"/>
                  <a:pt x="80598" y="70964"/>
                  <a:pt x="80622" y="70964"/>
                </a:cubicBezTo>
                <a:lnTo>
                  <a:pt x="80598" y="71014"/>
                </a:lnTo>
                <a:cubicBezTo>
                  <a:pt x="80573" y="71014"/>
                  <a:pt x="80573" y="70964"/>
                  <a:pt x="80523" y="70964"/>
                </a:cubicBezTo>
                <a:lnTo>
                  <a:pt x="80573" y="70940"/>
                </a:lnTo>
                <a:close/>
                <a:moveTo>
                  <a:pt x="29297" y="70068"/>
                </a:moveTo>
                <a:cubicBezTo>
                  <a:pt x="29795" y="70068"/>
                  <a:pt x="30293" y="70093"/>
                  <a:pt x="30790" y="70143"/>
                </a:cubicBezTo>
                <a:cubicBezTo>
                  <a:pt x="30915" y="70143"/>
                  <a:pt x="31039" y="70168"/>
                  <a:pt x="31164" y="70168"/>
                </a:cubicBezTo>
                <a:cubicBezTo>
                  <a:pt x="31562" y="70193"/>
                  <a:pt x="31935" y="70268"/>
                  <a:pt x="32334" y="70317"/>
                </a:cubicBezTo>
                <a:cubicBezTo>
                  <a:pt x="32433" y="70342"/>
                  <a:pt x="32533" y="70342"/>
                  <a:pt x="32608" y="70392"/>
                </a:cubicBezTo>
                <a:cubicBezTo>
                  <a:pt x="32637" y="70347"/>
                  <a:pt x="32658" y="70338"/>
                  <a:pt x="32676" y="70338"/>
                </a:cubicBezTo>
                <a:cubicBezTo>
                  <a:pt x="32687" y="70338"/>
                  <a:pt x="32697" y="70342"/>
                  <a:pt x="32707" y="70342"/>
                </a:cubicBezTo>
                <a:cubicBezTo>
                  <a:pt x="32682" y="70392"/>
                  <a:pt x="32682" y="70392"/>
                  <a:pt x="32682" y="70417"/>
                </a:cubicBezTo>
                <a:cubicBezTo>
                  <a:pt x="32234" y="70317"/>
                  <a:pt x="31786" y="70268"/>
                  <a:pt x="31313" y="70218"/>
                </a:cubicBezTo>
                <a:cubicBezTo>
                  <a:pt x="31164" y="70218"/>
                  <a:pt x="31039" y="70193"/>
                  <a:pt x="30865" y="70193"/>
                </a:cubicBezTo>
                <a:cubicBezTo>
                  <a:pt x="30342" y="70168"/>
                  <a:pt x="29820" y="70143"/>
                  <a:pt x="29247" y="70143"/>
                </a:cubicBezTo>
                <a:lnTo>
                  <a:pt x="29197" y="70143"/>
                </a:lnTo>
                <a:cubicBezTo>
                  <a:pt x="28849" y="70143"/>
                  <a:pt x="28500" y="70143"/>
                  <a:pt x="28202" y="70168"/>
                </a:cubicBezTo>
                <a:cubicBezTo>
                  <a:pt x="27953" y="70168"/>
                  <a:pt x="27679" y="70193"/>
                  <a:pt x="27430" y="70218"/>
                </a:cubicBezTo>
                <a:cubicBezTo>
                  <a:pt x="27331" y="70218"/>
                  <a:pt x="27231" y="70218"/>
                  <a:pt x="27131" y="70268"/>
                </a:cubicBezTo>
                <a:cubicBezTo>
                  <a:pt x="26833" y="70292"/>
                  <a:pt x="26484" y="70317"/>
                  <a:pt x="26186" y="70392"/>
                </a:cubicBezTo>
                <a:lnTo>
                  <a:pt x="26061" y="70392"/>
                </a:lnTo>
                <a:cubicBezTo>
                  <a:pt x="25713" y="70442"/>
                  <a:pt x="25339" y="70516"/>
                  <a:pt x="24991" y="70566"/>
                </a:cubicBezTo>
                <a:cubicBezTo>
                  <a:pt x="24369" y="70691"/>
                  <a:pt x="23746" y="70840"/>
                  <a:pt x="23124" y="71039"/>
                </a:cubicBezTo>
                <a:lnTo>
                  <a:pt x="23099" y="71014"/>
                </a:lnTo>
                <a:lnTo>
                  <a:pt x="23074" y="70964"/>
                </a:lnTo>
                <a:cubicBezTo>
                  <a:pt x="23348" y="70890"/>
                  <a:pt x="23622" y="70815"/>
                  <a:pt x="23896" y="70716"/>
                </a:cubicBezTo>
                <a:cubicBezTo>
                  <a:pt x="23970" y="70716"/>
                  <a:pt x="23995" y="70691"/>
                  <a:pt x="24070" y="70691"/>
                </a:cubicBezTo>
                <a:cubicBezTo>
                  <a:pt x="24369" y="70641"/>
                  <a:pt x="24692" y="70541"/>
                  <a:pt x="24966" y="70467"/>
                </a:cubicBezTo>
                <a:cubicBezTo>
                  <a:pt x="25016" y="70467"/>
                  <a:pt x="25090" y="70442"/>
                  <a:pt x="25140" y="70442"/>
                </a:cubicBezTo>
                <a:cubicBezTo>
                  <a:pt x="25439" y="70392"/>
                  <a:pt x="25738" y="70317"/>
                  <a:pt x="26011" y="70292"/>
                </a:cubicBezTo>
                <a:cubicBezTo>
                  <a:pt x="26111" y="70268"/>
                  <a:pt x="26235" y="70268"/>
                  <a:pt x="26335" y="70268"/>
                </a:cubicBezTo>
                <a:cubicBezTo>
                  <a:pt x="26584" y="70218"/>
                  <a:pt x="26833" y="70193"/>
                  <a:pt x="27107" y="70168"/>
                </a:cubicBezTo>
                <a:cubicBezTo>
                  <a:pt x="27306" y="70143"/>
                  <a:pt x="27455" y="70143"/>
                  <a:pt x="27629" y="70143"/>
                </a:cubicBezTo>
                <a:cubicBezTo>
                  <a:pt x="27828" y="70143"/>
                  <a:pt x="28003" y="70093"/>
                  <a:pt x="28202" y="70093"/>
                </a:cubicBezTo>
                <a:cubicBezTo>
                  <a:pt x="28575" y="70068"/>
                  <a:pt x="28924" y="70068"/>
                  <a:pt x="29297" y="70068"/>
                </a:cubicBezTo>
                <a:close/>
                <a:moveTo>
                  <a:pt x="22891" y="71070"/>
                </a:moveTo>
                <a:cubicBezTo>
                  <a:pt x="22888" y="71070"/>
                  <a:pt x="22888" y="71077"/>
                  <a:pt x="22900" y="71089"/>
                </a:cubicBezTo>
                <a:cubicBezTo>
                  <a:pt x="22896" y="71082"/>
                  <a:pt x="22893" y="71076"/>
                  <a:pt x="22891" y="71070"/>
                </a:cubicBezTo>
                <a:close/>
                <a:moveTo>
                  <a:pt x="45377" y="70840"/>
                </a:moveTo>
                <a:cubicBezTo>
                  <a:pt x="45377" y="70890"/>
                  <a:pt x="45377" y="70940"/>
                  <a:pt x="45402" y="70964"/>
                </a:cubicBezTo>
                <a:cubicBezTo>
                  <a:pt x="45402" y="71014"/>
                  <a:pt x="45377" y="71064"/>
                  <a:pt x="45377" y="71089"/>
                </a:cubicBezTo>
                <a:cubicBezTo>
                  <a:pt x="45377" y="71064"/>
                  <a:pt x="45377" y="71014"/>
                  <a:pt x="45352" y="70964"/>
                </a:cubicBezTo>
                <a:cubicBezTo>
                  <a:pt x="45352" y="70915"/>
                  <a:pt x="45352" y="70890"/>
                  <a:pt x="45377" y="70840"/>
                </a:cubicBezTo>
                <a:close/>
                <a:moveTo>
                  <a:pt x="22850" y="71039"/>
                </a:moveTo>
                <a:cubicBezTo>
                  <a:pt x="22871" y="71039"/>
                  <a:pt x="22875" y="71039"/>
                  <a:pt x="22891" y="71070"/>
                </a:cubicBezTo>
                <a:lnTo>
                  <a:pt x="22891" y="71070"/>
                </a:lnTo>
                <a:cubicBezTo>
                  <a:pt x="22891" y="71070"/>
                  <a:pt x="22891" y="71070"/>
                  <a:pt x="22891" y="71070"/>
                </a:cubicBezTo>
                <a:cubicBezTo>
                  <a:pt x="22894" y="71070"/>
                  <a:pt x="22900" y="71076"/>
                  <a:pt x="22900" y="71089"/>
                </a:cubicBezTo>
                <a:cubicBezTo>
                  <a:pt x="22875" y="71089"/>
                  <a:pt x="22850" y="71089"/>
                  <a:pt x="22850" y="71139"/>
                </a:cubicBezTo>
                <a:lnTo>
                  <a:pt x="22825" y="71089"/>
                </a:lnTo>
                <a:cubicBezTo>
                  <a:pt x="22825" y="71089"/>
                  <a:pt x="22776" y="71089"/>
                  <a:pt x="22776" y="71064"/>
                </a:cubicBezTo>
                <a:cubicBezTo>
                  <a:pt x="22825" y="71064"/>
                  <a:pt x="22825" y="71064"/>
                  <a:pt x="22825" y="71039"/>
                </a:cubicBezTo>
                <a:close/>
                <a:moveTo>
                  <a:pt x="96926" y="63099"/>
                </a:moveTo>
                <a:cubicBezTo>
                  <a:pt x="98071" y="63248"/>
                  <a:pt x="99191" y="63348"/>
                  <a:pt x="100311" y="63373"/>
                </a:cubicBezTo>
                <a:cubicBezTo>
                  <a:pt x="98569" y="65986"/>
                  <a:pt x="96677" y="68575"/>
                  <a:pt x="94661" y="71139"/>
                </a:cubicBezTo>
                <a:cubicBezTo>
                  <a:pt x="94313" y="70765"/>
                  <a:pt x="93964" y="70417"/>
                  <a:pt x="93591" y="70068"/>
                </a:cubicBezTo>
                <a:cubicBezTo>
                  <a:pt x="94960" y="67729"/>
                  <a:pt x="96080" y="65364"/>
                  <a:pt x="96926" y="63099"/>
                </a:cubicBezTo>
                <a:close/>
                <a:moveTo>
                  <a:pt x="38905" y="61829"/>
                </a:moveTo>
                <a:cubicBezTo>
                  <a:pt x="39552" y="62377"/>
                  <a:pt x="40174" y="62950"/>
                  <a:pt x="40772" y="63547"/>
                </a:cubicBezTo>
                <a:cubicBezTo>
                  <a:pt x="40324" y="64792"/>
                  <a:pt x="40025" y="65986"/>
                  <a:pt x="39826" y="67181"/>
                </a:cubicBezTo>
                <a:cubicBezTo>
                  <a:pt x="39801" y="67281"/>
                  <a:pt x="39801" y="67380"/>
                  <a:pt x="39776" y="67480"/>
                </a:cubicBezTo>
                <a:lnTo>
                  <a:pt x="39776" y="67579"/>
                </a:lnTo>
                <a:cubicBezTo>
                  <a:pt x="39751" y="67704"/>
                  <a:pt x="39751" y="67828"/>
                  <a:pt x="39751" y="67953"/>
                </a:cubicBezTo>
                <a:cubicBezTo>
                  <a:pt x="39751" y="68077"/>
                  <a:pt x="39701" y="68226"/>
                  <a:pt x="39701" y="68351"/>
                </a:cubicBezTo>
                <a:cubicBezTo>
                  <a:pt x="39677" y="68575"/>
                  <a:pt x="39677" y="68799"/>
                  <a:pt x="39677" y="69023"/>
                </a:cubicBezTo>
                <a:lnTo>
                  <a:pt x="39677" y="69098"/>
                </a:lnTo>
                <a:lnTo>
                  <a:pt x="39677" y="69197"/>
                </a:lnTo>
                <a:lnTo>
                  <a:pt x="39677" y="69695"/>
                </a:lnTo>
                <a:cubicBezTo>
                  <a:pt x="39677" y="69844"/>
                  <a:pt x="39677" y="70043"/>
                  <a:pt x="39701" y="70193"/>
                </a:cubicBezTo>
                <a:cubicBezTo>
                  <a:pt x="39701" y="70292"/>
                  <a:pt x="39701" y="70392"/>
                  <a:pt x="39751" y="70442"/>
                </a:cubicBezTo>
                <a:lnTo>
                  <a:pt x="39751" y="70566"/>
                </a:lnTo>
                <a:lnTo>
                  <a:pt x="39751" y="70591"/>
                </a:lnTo>
                <a:cubicBezTo>
                  <a:pt x="39776" y="70765"/>
                  <a:pt x="39776" y="70890"/>
                  <a:pt x="39801" y="71039"/>
                </a:cubicBezTo>
                <a:cubicBezTo>
                  <a:pt x="39801" y="71089"/>
                  <a:pt x="39826" y="71164"/>
                  <a:pt x="39826" y="71213"/>
                </a:cubicBezTo>
                <a:lnTo>
                  <a:pt x="39776" y="71164"/>
                </a:lnTo>
                <a:lnTo>
                  <a:pt x="39776" y="71188"/>
                </a:lnTo>
                <a:lnTo>
                  <a:pt x="39701" y="71139"/>
                </a:lnTo>
                <a:cubicBezTo>
                  <a:pt x="39627" y="71039"/>
                  <a:pt x="39502" y="70940"/>
                  <a:pt x="39403" y="70840"/>
                </a:cubicBezTo>
                <a:cubicBezTo>
                  <a:pt x="39278" y="70716"/>
                  <a:pt x="39129" y="70591"/>
                  <a:pt x="39005" y="70516"/>
                </a:cubicBezTo>
                <a:cubicBezTo>
                  <a:pt x="38880" y="70417"/>
                  <a:pt x="38756" y="70292"/>
                  <a:pt x="38581" y="70193"/>
                </a:cubicBezTo>
                <a:lnTo>
                  <a:pt x="38208" y="69919"/>
                </a:lnTo>
                <a:cubicBezTo>
                  <a:pt x="38059" y="69795"/>
                  <a:pt x="37909" y="69695"/>
                  <a:pt x="37760" y="69571"/>
                </a:cubicBezTo>
                <a:cubicBezTo>
                  <a:pt x="37660" y="69521"/>
                  <a:pt x="37536" y="69421"/>
                  <a:pt x="37436" y="69347"/>
                </a:cubicBezTo>
                <a:cubicBezTo>
                  <a:pt x="37262" y="69222"/>
                  <a:pt x="37063" y="69098"/>
                  <a:pt x="36889" y="69023"/>
                </a:cubicBezTo>
                <a:cubicBezTo>
                  <a:pt x="36789" y="68948"/>
                  <a:pt x="36690" y="68899"/>
                  <a:pt x="36590" y="68849"/>
                </a:cubicBezTo>
                <a:cubicBezTo>
                  <a:pt x="36391" y="68724"/>
                  <a:pt x="36192" y="68600"/>
                  <a:pt x="35968" y="68475"/>
                </a:cubicBezTo>
                <a:cubicBezTo>
                  <a:pt x="35918" y="68450"/>
                  <a:pt x="35818" y="68401"/>
                  <a:pt x="35769" y="68351"/>
                </a:cubicBezTo>
                <a:cubicBezTo>
                  <a:pt x="35545" y="68226"/>
                  <a:pt x="35296" y="68102"/>
                  <a:pt x="35072" y="68027"/>
                </a:cubicBezTo>
                <a:lnTo>
                  <a:pt x="34898" y="67928"/>
                </a:lnTo>
                <a:cubicBezTo>
                  <a:pt x="34823" y="67903"/>
                  <a:pt x="34773" y="67853"/>
                  <a:pt x="34673" y="67828"/>
                </a:cubicBezTo>
                <a:cubicBezTo>
                  <a:pt x="36018" y="65862"/>
                  <a:pt x="37412" y="63846"/>
                  <a:pt x="38905" y="61829"/>
                </a:cubicBezTo>
                <a:close/>
                <a:moveTo>
                  <a:pt x="52272" y="66733"/>
                </a:moveTo>
                <a:lnTo>
                  <a:pt x="52272" y="66808"/>
                </a:lnTo>
                <a:lnTo>
                  <a:pt x="52197" y="67181"/>
                </a:lnTo>
                <a:lnTo>
                  <a:pt x="52197" y="67281"/>
                </a:lnTo>
                <a:cubicBezTo>
                  <a:pt x="52197" y="67405"/>
                  <a:pt x="52147" y="67530"/>
                  <a:pt x="52147" y="67679"/>
                </a:cubicBezTo>
                <a:lnTo>
                  <a:pt x="52147" y="67803"/>
                </a:lnTo>
                <a:lnTo>
                  <a:pt x="52147" y="68226"/>
                </a:lnTo>
                <a:cubicBezTo>
                  <a:pt x="52147" y="68301"/>
                  <a:pt x="52147" y="68351"/>
                  <a:pt x="52197" y="68426"/>
                </a:cubicBezTo>
                <a:cubicBezTo>
                  <a:pt x="52197" y="68575"/>
                  <a:pt x="52222" y="68699"/>
                  <a:pt x="52247" y="68849"/>
                </a:cubicBezTo>
                <a:lnTo>
                  <a:pt x="52247" y="68948"/>
                </a:lnTo>
                <a:cubicBezTo>
                  <a:pt x="50579" y="69894"/>
                  <a:pt x="48886" y="70666"/>
                  <a:pt x="47268" y="71263"/>
                </a:cubicBezTo>
                <a:cubicBezTo>
                  <a:pt x="47468" y="70940"/>
                  <a:pt x="47617" y="70666"/>
                  <a:pt x="47741" y="70442"/>
                </a:cubicBezTo>
                <a:cubicBezTo>
                  <a:pt x="47841" y="70317"/>
                  <a:pt x="47891" y="70168"/>
                  <a:pt x="47990" y="70019"/>
                </a:cubicBezTo>
                <a:cubicBezTo>
                  <a:pt x="48015" y="69944"/>
                  <a:pt x="48090" y="69894"/>
                  <a:pt x="48115" y="69819"/>
                </a:cubicBezTo>
                <a:cubicBezTo>
                  <a:pt x="48214" y="69645"/>
                  <a:pt x="48339" y="69421"/>
                  <a:pt x="48488" y="69147"/>
                </a:cubicBezTo>
                <a:cubicBezTo>
                  <a:pt x="49110" y="68799"/>
                  <a:pt x="49708" y="68401"/>
                  <a:pt x="50330" y="68027"/>
                </a:cubicBezTo>
                <a:cubicBezTo>
                  <a:pt x="50479" y="67928"/>
                  <a:pt x="50654" y="67803"/>
                  <a:pt x="50878" y="67679"/>
                </a:cubicBezTo>
                <a:cubicBezTo>
                  <a:pt x="51127" y="67530"/>
                  <a:pt x="51450" y="67330"/>
                  <a:pt x="51724" y="67106"/>
                </a:cubicBezTo>
                <a:lnTo>
                  <a:pt x="52272" y="66733"/>
                </a:lnTo>
                <a:close/>
                <a:moveTo>
                  <a:pt x="48090" y="69347"/>
                </a:moveTo>
                <a:lnTo>
                  <a:pt x="48090" y="69347"/>
                </a:lnTo>
                <a:cubicBezTo>
                  <a:pt x="47990" y="69471"/>
                  <a:pt x="47916" y="69645"/>
                  <a:pt x="47841" y="69770"/>
                </a:cubicBezTo>
                <a:cubicBezTo>
                  <a:pt x="47841" y="69787"/>
                  <a:pt x="47841" y="69805"/>
                  <a:pt x="47823" y="69805"/>
                </a:cubicBezTo>
                <a:cubicBezTo>
                  <a:pt x="47816" y="69805"/>
                  <a:pt x="47806" y="69802"/>
                  <a:pt x="47791" y="69795"/>
                </a:cubicBezTo>
                <a:lnTo>
                  <a:pt x="47791" y="69795"/>
                </a:lnTo>
                <a:cubicBezTo>
                  <a:pt x="47841" y="69819"/>
                  <a:pt x="47766" y="69919"/>
                  <a:pt x="47667" y="70068"/>
                </a:cubicBezTo>
                <a:cubicBezTo>
                  <a:pt x="47418" y="70467"/>
                  <a:pt x="47219" y="70890"/>
                  <a:pt x="46970" y="71288"/>
                </a:cubicBezTo>
                <a:cubicBezTo>
                  <a:pt x="47144" y="70915"/>
                  <a:pt x="47343" y="70591"/>
                  <a:pt x="47468" y="70342"/>
                </a:cubicBezTo>
                <a:cubicBezTo>
                  <a:pt x="47542" y="70193"/>
                  <a:pt x="47617" y="70043"/>
                  <a:pt x="47716" y="69894"/>
                </a:cubicBezTo>
                <a:cubicBezTo>
                  <a:pt x="47766" y="69844"/>
                  <a:pt x="47766" y="69819"/>
                  <a:pt x="47791" y="69795"/>
                </a:cubicBezTo>
                <a:lnTo>
                  <a:pt x="47791" y="69795"/>
                </a:lnTo>
                <a:cubicBezTo>
                  <a:pt x="47791" y="69795"/>
                  <a:pt x="47791" y="69795"/>
                  <a:pt x="47791" y="69795"/>
                </a:cubicBezTo>
                <a:cubicBezTo>
                  <a:pt x="47866" y="69670"/>
                  <a:pt x="47965" y="69546"/>
                  <a:pt x="48040" y="69396"/>
                </a:cubicBezTo>
                <a:lnTo>
                  <a:pt x="48090" y="69347"/>
                </a:lnTo>
                <a:close/>
                <a:moveTo>
                  <a:pt x="100635" y="63348"/>
                </a:moveTo>
                <a:cubicBezTo>
                  <a:pt x="98868" y="66036"/>
                  <a:pt x="96926" y="68674"/>
                  <a:pt x="94835" y="71288"/>
                </a:cubicBezTo>
                <a:lnTo>
                  <a:pt x="94810" y="71263"/>
                </a:lnTo>
                <a:cubicBezTo>
                  <a:pt x="96876" y="68674"/>
                  <a:pt x="98793" y="66036"/>
                  <a:pt x="100560" y="63348"/>
                </a:cubicBezTo>
                <a:close/>
                <a:moveTo>
                  <a:pt x="93516" y="70218"/>
                </a:moveTo>
                <a:lnTo>
                  <a:pt x="94537" y="71263"/>
                </a:lnTo>
                <a:cubicBezTo>
                  <a:pt x="94537" y="71288"/>
                  <a:pt x="94512" y="71288"/>
                  <a:pt x="94512" y="71313"/>
                </a:cubicBezTo>
                <a:lnTo>
                  <a:pt x="93466" y="70292"/>
                </a:lnTo>
                <a:cubicBezTo>
                  <a:pt x="93466" y="70268"/>
                  <a:pt x="93516" y="70218"/>
                  <a:pt x="93516" y="70218"/>
                </a:cubicBezTo>
                <a:close/>
                <a:moveTo>
                  <a:pt x="44406" y="68774"/>
                </a:moveTo>
                <a:cubicBezTo>
                  <a:pt x="44655" y="69297"/>
                  <a:pt x="44854" y="69844"/>
                  <a:pt x="45003" y="70417"/>
                </a:cubicBezTo>
                <a:cubicBezTo>
                  <a:pt x="44729" y="70541"/>
                  <a:pt x="44431" y="70666"/>
                  <a:pt x="44132" y="70815"/>
                </a:cubicBezTo>
                <a:cubicBezTo>
                  <a:pt x="44008" y="70890"/>
                  <a:pt x="43908" y="70915"/>
                  <a:pt x="43784" y="70964"/>
                </a:cubicBezTo>
                <a:cubicBezTo>
                  <a:pt x="43759" y="71014"/>
                  <a:pt x="43684" y="71014"/>
                  <a:pt x="43659" y="71039"/>
                </a:cubicBezTo>
                <a:cubicBezTo>
                  <a:pt x="43360" y="71164"/>
                  <a:pt x="43037" y="71288"/>
                  <a:pt x="42763" y="71388"/>
                </a:cubicBezTo>
                <a:lnTo>
                  <a:pt x="42763" y="71338"/>
                </a:lnTo>
                <a:cubicBezTo>
                  <a:pt x="42888" y="71164"/>
                  <a:pt x="43012" y="70940"/>
                  <a:pt x="43136" y="70765"/>
                </a:cubicBezTo>
                <a:cubicBezTo>
                  <a:pt x="43161" y="70716"/>
                  <a:pt x="43186" y="70691"/>
                  <a:pt x="43186" y="70641"/>
                </a:cubicBezTo>
                <a:cubicBezTo>
                  <a:pt x="43560" y="70019"/>
                  <a:pt x="43958" y="69396"/>
                  <a:pt x="44406" y="68774"/>
                </a:cubicBezTo>
                <a:close/>
                <a:moveTo>
                  <a:pt x="44297" y="68488"/>
                </a:moveTo>
                <a:cubicBezTo>
                  <a:pt x="44300" y="68488"/>
                  <a:pt x="44306" y="68500"/>
                  <a:pt x="44306" y="68525"/>
                </a:cubicBezTo>
                <a:lnTo>
                  <a:pt x="44306" y="68550"/>
                </a:lnTo>
                <a:cubicBezTo>
                  <a:pt x="43673" y="69499"/>
                  <a:pt x="43064" y="70472"/>
                  <a:pt x="42479" y="71400"/>
                </a:cubicBezTo>
                <a:lnTo>
                  <a:pt x="42479" y="71400"/>
                </a:lnTo>
                <a:cubicBezTo>
                  <a:pt x="43057" y="70395"/>
                  <a:pt x="43658" y="69437"/>
                  <a:pt x="44306" y="68525"/>
                </a:cubicBezTo>
                <a:cubicBezTo>
                  <a:pt x="44294" y="68500"/>
                  <a:pt x="44294" y="68488"/>
                  <a:pt x="44297" y="68488"/>
                </a:cubicBezTo>
                <a:close/>
                <a:moveTo>
                  <a:pt x="67132" y="57822"/>
                </a:moveTo>
                <a:cubicBezTo>
                  <a:pt x="68127" y="59315"/>
                  <a:pt x="69571" y="61108"/>
                  <a:pt x="71512" y="63124"/>
                </a:cubicBezTo>
                <a:cubicBezTo>
                  <a:pt x="71015" y="63721"/>
                  <a:pt x="70517" y="64319"/>
                  <a:pt x="69994" y="64891"/>
                </a:cubicBezTo>
                <a:cubicBezTo>
                  <a:pt x="69944" y="64941"/>
                  <a:pt x="69919" y="64966"/>
                  <a:pt x="69894" y="65040"/>
                </a:cubicBezTo>
                <a:lnTo>
                  <a:pt x="69795" y="65115"/>
                </a:lnTo>
                <a:cubicBezTo>
                  <a:pt x="69297" y="65663"/>
                  <a:pt x="68799" y="66185"/>
                  <a:pt x="68276" y="66708"/>
                </a:cubicBezTo>
                <a:cubicBezTo>
                  <a:pt x="68003" y="66982"/>
                  <a:pt x="67704" y="67281"/>
                  <a:pt x="67405" y="67554"/>
                </a:cubicBezTo>
                <a:lnTo>
                  <a:pt x="67306" y="67654"/>
                </a:lnTo>
                <a:cubicBezTo>
                  <a:pt x="67281" y="67679"/>
                  <a:pt x="67256" y="67704"/>
                  <a:pt x="67206" y="67704"/>
                </a:cubicBezTo>
                <a:cubicBezTo>
                  <a:pt x="67156" y="67754"/>
                  <a:pt x="67057" y="67828"/>
                  <a:pt x="67007" y="67878"/>
                </a:cubicBezTo>
                <a:cubicBezTo>
                  <a:pt x="66833" y="68002"/>
                  <a:pt x="66708" y="68152"/>
                  <a:pt x="66559" y="68301"/>
                </a:cubicBezTo>
                <a:cubicBezTo>
                  <a:pt x="66459" y="68351"/>
                  <a:pt x="66410" y="68450"/>
                  <a:pt x="66310" y="68500"/>
                </a:cubicBezTo>
                <a:lnTo>
                  <a:pt x="65762" y="68973"/>
                </a:lnTo>
                <a:cubicBezTo>
                  <a:pt x="65638" y="69073"/>
                  <a:pt x="65514" y="69197"/>
                  <a:pt x="65414" y="69297"/>
                </a:cubicBezTo>
                <a:cubicBezTo>
                  <a:pt x="65314" y="69396"/>
                  <a:pt x="65190" y="69471"/>
                  <a:pt x="65090" y="69546"/>
                </a:cubicBezTo>
                <a:cubicBezTo>
                  <a:pt x="65041" y="69595"/>
                  <a:pt x="64966" y="69645"/>
                  <a:pt x="64916" y="69695"/>
                </a:cubicBezTo>
                <a:cubicBezTo>
                  <a:pt x="64767" y="69819"/>
                  <a:pt x="64642" y="69944"/>
                  <a:pt x="64468" y="70043"/>
                </a:cubicBezTo>
                <a:cubicBezTo>
                  <a:pt x="64393" y="70143"/>
                  <a:pt x="64294" y="70193"/>
                  <a:pt x="64169" y="70243"/>
                </a:cubicBezTo>
                <a:cubicBezTo>
                  <a:pt x="64145" y="70292"/>
                  <a:pt x="64070" y="70317"/>
                  <a:pt x="64045" y="70342"/>
                </a:cubicBezTo>
                <a:cubicBezTo>
                  <a:pt x="63896" y="70467"/>
                  <a:pt x="63771" y="70566"/>
                  <a:pt x="63597" y="70691"/>
                </a:cubicBezTo>
                <a:cubicBezTo>
                  <a:pt x="63572" y="70716"/>
                  <a:pt x="63547" y="70716"/>
                  <a:pt x="63522" y="70740"/>
                </a:cubicBezTo>
                <a:cubicBezTo>
                  <a:pt x="63473" y="70740"/>
                  <a:pt x="63473" y="70790"/>
                  <a:pt x="63448" y="70790"/>
                </a:cubicBezTo>
                <a:lnTo>
                  <a:pt x="63074" y="71064"/>
                </a:lnTo>
                <a:cubicBezTo>
                  <a:pt x="62950" y="71188"/>
                  <a:pt x="62825" y="71313"/>
                  <a:pt x="62676" y="71437"/>
                </a:cubicBezTo>
                <a:lnTo>
                  <a:pt x="62477" y="71263"/>
                </a:lnTo>
                <a:lnTo>
                  <a:pt x="61979" y="70765"/>
                </a:lnTo>
                <a:lnTo>
                  <a:pt x="61805" y="70566"/>
                </a:lnTo>
                <a:lnTo>
                  <a:pt x="61307" y="70068"/>
                </a:lnTo>
                <a:cubicBezTo>
                  <a:pt x="61232" y="70019"/>
                  <a:pt x="61183" y="69969"/>
                  <a:pt x="61133" y="69919"/>
                </a:cubicBezTo>
                <a:cubicBezTo>
                  <a:pt x="60959" y="69770"/>
                  <a:pt x="60809" y="69595"/>
                  <a:pt x="60610" y="69446"/>
                </a:cubicBezTo>
                <a:lnTo>
                  <a:pt x="60486" y="69322"/>
                </a:lnTo>
                <a:cubicBezTo>
                  <a:pt x="60311" y="69172"/>
                  <a:pt x="60112" y="69023"/>
                  <a:pt x="59963" y="68849"/>
                </a:cubicBezTo>
                <a:cubicBezTo>
                  <a:pt x="59938" y="68824"/>
                  <a:pt x="59913" y="68799"/>
                  <a:pt x="59863" y="68799"/>
                </a:cubicBezTo>
                <a:cubicBezTo>
                  <a:pt x="59689" y="68650"/>
                  <a:pt x="59490" y="68450"/>
                  <a:pt x="59316" y="68301"/>
                </a:cubicBezTo>
                <a:lnTo>
                  <a:pt x="59266" y="68276"/>
                </a:lnTo>
                <a:cubicBezTo>
                  <a:pt x="58644" y="67729"/>
                  <a:pt x="58071" y="67305"/>
                  <a:pt x="57499" y="66932"/>
                </a:cubicBezTo>
                <a:cubicBezTo>
                  <a:pt x="57698" y="66783"/>
                  <a:pt x="57872" y="66609"/>
                  <a:pt x="58096" y="66434"/>
                </a:cubicBezTo>
                <a:cubicBezTo>
                  <a:pt x="58196" y="66335"/>
                  <a:pt x="58320" y="66285"/>
                  <a:pt x="58395" y="66185"/>
                </a:cubicBezTo>
                <a:cubicBezTo>
                  <a:pt x="58469" y="66111"/>
                  <a:pt x="58519" y="66061"/>
                  <a:pt x="58594" y="66036"/>
                </a:cubicBezTo>
                <a:cubicBezTo>
                  <a:pt x="59017" y="65663"/>
                  <a:pt x="59440" y="65314"/>
                  <a:pt x="59863" y="64941"/>
                </a:cubicBezTo>
                <a:cubicBezTo>
                  <a:pt x="59963" y="64841"/>
                  <a:pt x="60062" y="64742"/>
                  <a:pt x="60187" y="64692"/>
                </a:cubicBezTo>
                <a:lnTo>
                  <a:pt x="60212" y="64667"/>
                </a:lnTo>
                <a:cubicBezTo>
                  <a:pt x="61307" y="63671"/>
                  <a:pt x="62402" y="62676"/>
                  <a:pt x="63448" y="61630"/>
                </a:cubicBezTo>
                <a:lnTo>
                  <a:pt x="63473" y="61605"/>
                </a:lnTo>
                <a:lnTo>
                  <a:pt x="64966" y="60112"/>
                </a:lnTo>
                <a:cubicBezTo>
                  <a:pt x="65066" y="60012"/>
                  <a:pt x="65140" y="59938"/>
                  <a:pt x="65215" y="59863"/>
                </a:cubicBezTo>
                <a:cubicBezTo>
                  <a:pt x="65663" y="59440"/>
                  <a:pt x="66061" y="58967"/>
                  <a:pt x="66509" y="58519"/>
                </a:cubicBezTo>
                <a:cubicBezTo>
                  <a:pt x="66559" y="58444"/>
                  <a:pt x="66659" y="58370"/>
                  <a:pt x="66708" y="58270"/>
                </a:cubicBezTo>
                <a:cubicBezTo>
                  <a:pt x="66833" y="58121"/>
                  <a:pt x="67007" y="57971"/>
                  <a:pt x="67132" y="57822"/>
                </a:cubicBezTo>
                <a:close/>
                <a:moveTo>
                  <a:pt x="9285" y="69670"/>
                </a:moveTo>
                <a:cubicBezTo>
                  <a:pt x="9384" y="70043"/>
                  <a:pt x="9459" y="70417"/>
                  <a:pt x="9533" y="70765"/>
                </a:cubicBezTo>
                <a:cubicBezTo>
                  <a:pt x="9409" y="70840"/>
                  <a:pt x="9260" y="70964"/>
                  <a:pt x="9135" y="71064"/>
                </a:cubicBezTo>
                <a:cubicBezTo>
                  <a:pt x="8961" y="71188"/>
                  <a:pt x="8812" y="71313"/>
                  <a:pt x="8662" y="71413"/>
                </a:cubicBezTo>
                <a:cubicBezTo>
                  <a:pt x="8637" y="71437"/>
                  <a:pt x="8588" y="71437"/>
                  <a:pt x="8563" y="71462"/>
                </a:cubicBezTo>
                <a:cubicBezTo>
                  <a:pt x="8787" y="70865"/>
                  <a:pt x="9036" y="70243"/>
                  <a:pt x="9285" y="69670"/>
                </a:cubicBezTo>
                <a:close/>
                <a:moveTo>
                  <a:pt x="57349" y="67057"/>
                </a:moveTo>
                <a:cubicBezTo>
                  <a:pt x="58320" y="67679"/>
                  <a:pt x="59341" y="68525"/>
                  <a:pt x="60461" y="69546"/>
                </a:cubicBezTo>
                <a:lnTo>
                  <a:pt x="60486" y="69571"/>
                </a:lnTo>
                <a:cubicBezTo>
                  <a:pt x="60685" y="69770"/>
                  <a:pt x="60909" y="69944"/>
                  <a:pt x="61083" y="70143"/>
                </a:cubicBezTo>
                <a:lnTo>
                  <a:pt x="61183" y="70218"/>
                </a:lnTo>
                <a:cubicBezTo>
                  <a:pt x="61357" y="70417"/>
                  <a:pt x="61556" y="70566"/>
                  <a:pt x="61730" y="70765"/>
                </a:cubicBezTo>
                <a:lnTo>
                  <a:pt x="61904" y="70915"/>
                </a:lnTo>
                <a:cubicBezTo>
                  <a:pt x="62079" y="71089"/>
                  <a:pt x="62228" y="71288"/>
                  <a:pt x="62427" y="71437"/>
                </a:cubicBezTo>
                <a:lnTo>
                  <a:pt x="62527" y="71537"/>
                </a:lnTo>
                <a:cubicBezTo>
                  <a:pt x="62477" y="71562"/>
                  <a:pt x="62477" y="71562"/>
                  <a:pt x="62452" y="71562"/>
                </a:cubicBezTo>
                <a:lnTo>
                  <a:pt x="61979" y="71089"/>
                </a:lnTo>
                <a:lnTo>
                  <a:pt x="61855" y="70964"/>
                </a:lnTo>
                <a:lnTo>
                  <a:pt x="61606" y="70716"/>
                </a:lnTo>
                <a:cubicBezTo>
                  <a:pt x="60013" y="69172"/>
                  <a:pt x="58594" y="67953"/>
                  <a:pt x="57300" y="67081"/>
                </a:cubicBezTo>
                <a:cubicBezTo>
                  <a:pt x="57324" y="67081"/>
                  <a:pt x="57324" y="67057"/>
                  <a:pt x="57349" y="67057"/>
                </a:cubicBezTo>
                <a:close/>
                <a:moveTo>
                  <a:pt x="52247" y="69172"/>
                </a:moveTo>
                <a:lnTo>
                  <a:pt x="52247" y="69222"/>
                </a:lnTo>
                <a:cubicBezTo>
                  <a:pt x="50507" y="70191"/>
                  <a:pt x="48768" y="70986"/>
                  <a:pt x="47054" y="71583"/>
                </a:cubicBezTo>
                <a:lnTo>
                  <a:pt x="47054" y="71583"/>
                </a:lnTo>
                <a:cubicBezTo>
                  <a:pt x="47119" y="71560"/>
                  <a:pt x="47119" y="71537"/>
                  <a:pt x="47119" y="71537"/>
                </a:cubicBezTo>
                <a:cubicBezTo>
                  <a:pt x="48787" y="70940"/>
                  <a:pt x="50504" y="70168"/>
                  <a:pt x="52247" y="69172"/>
                </a:cubicBezTo>
                <a:close/>
                <a:moveTo>
                  <a:pt x="39985" y="67375"/>
                </a:moveTo>
                <a:cubicBezTo>
                  <a:pt x="39970" y="67487"/>
                  <a:pt x="39958" y="67596"/>
                  <a:pt x="39950" y="67704"/>
                </a:cubicBezTo>
                <a:lnTo>
                  <a:pt x="39950" y="67803"/>
                </a:lnTo>
                <a:cubicBezTo>
                  <a:pt x="39950" y="67928"/>
                  <a:pt x="39926" y="68027"/>
                  <a:pt x="39926" y="68152"/>
                </a:cubicBezTo>
                <a:cubicBezTo>
                  <a:pt x="39901" y="68351"/>
                  <a:pt x="39901" y="68575"/>
                  <a:pt x="39851" y="68774"/>
                </a:cubicBezTo>
                <a:lnTo>
                  <a:pt x="39851" y="68824"/>
                </a:lnTo>
                <a:cubicBezTo>
                  <a:pt x="39851" y="68899"/>
                  <a:pt x="39851" y="68973"/>
                  <a:pt x="39826" y="69048"/>
                </a:cubicBezTo>
                <a:cubicBezTo>
                  <a:pt x="39901" y="69073"/>
                  <a:pt x="39901" y="69098"/>
                  <a:pt x="39901" y="69098"/>
                </a:cubicBezTo>
                <a:lnTo>
                  <a:pt x="39901" y="69446"/>
                </a:lnTo>
                <a:lnTo>
                  <a:pt x="39901" y="69595"/>
                </a:lnTo>
                <a:lnTo>
                  <a:pt x="39901" y="69844"/>
                </a:lnTo>
                <a:cubicBezTo>
                  <a:pt x="39901" y="70043"/>
                  <a:pt x="39926" y="70193"/>
                  <a:pt x="39926" y="70342"/>
                </a:cubicBezTo>
                <a:lnTo>
                  <a:pt x="39926" y="70442"/>
                </a:lnTo>
                <a:lnTo>
                  <a:pt x="39926" y="70566"/>
                </a:lnTo>
                <a:cubicBezTo>
                  <a:pt x="39926" y="70666"/>
                  <a:pt x="39950" y="70765"/>
                  <a:pt x="39950" y="70890"/>
                </a:cubicBezTo>
                <a:lnTo>
                  <a:pt x="39950" y="70964"/>
                </a:lnTo>
                <a:cubicBezTo>
                  <a:pt x="39950" y="71064"/>
                  <a:pt x="40000" y="71188"/>
                  <a:pt x="40000" y="71288"/>
                </a:cubicBezTo>
                <a:cubicBezTo>
                  <a:pt x="40000" y="71338"/>
                  <a:pt x="40025" y="71413"/>
                  <a:pt x="40025" y="71437"/>
                </a:cubicBezTo>
                <a:cubicBezTo>
                  <a:pt x="40025" y="71512"/>
                  <a:pt x="40050" y="71537"/>
                  <a:pt x="40050" y="71587"/>
                </a:cubicBezTo>
                <a:lnTo>
                  <a:pt x="40050" y="71637"/>
                </a:lnTo>
                <a:lnTo>
                  <a:pt x="40025" y="71587"/>
                </a:lnTo>
                <a:lnTo>
                  <a:pt x="40000" y="71562"/>
                </a:lnTo>
                <a:cubicBezTo>
                  <a:pt x="40000" y="71537"/>
                  <a:pt x="40000" y="71512"/>
                  <a:pt x="39950" y="71462"/>
                </a:cubicBezTo>
                <a:lnTo>
                  <a:pt x="39950" y="71413"/>
                </a:lnTo>
                <a:cubicBezTo>
                  <a:pt x="39926" y="71313"/>
                  <a:pt x="39926" y="71213"/>
                  <a:pt x="39901" y="71089"/>
                </a:cubicBezTo>
                <a:lnTo>
                  <a:pt x="39901" y="71064"/>
                </a:lnTo>
                <a:cubicBezTo>
                  <a:pt x="39901" y="70964"/>
                  <a:pt x="39876" y="70840"/>
                  <a:pt x="39876" y="70765"/>
                </a:cubicBezTo>
                <a:cubicBezTo>
                  <a:pt x="39876" y="70641"/>
                  <a:pt x="39826" y="70516"/>
                  <a:pt x="39826" y="70392"/>
                </a:cubicBezTo>
                <a:cubicBezTo>
                  <a:pt x="39826" y="70268"/>
                  <a:pt x="39801" y="70168"/>
                  <a:pt x="39801" y="70043"/>
                </a:cubicBezTo>
                <a:lnTo>
                  <a:pt x="39801" y="69894"/>
                </a:lnTo>
                <a:lnTo>
                  <a:pt x="39801" y="69670"/>
                </a:lnTo>
                <a:lnTo>
                  <a:pt x="39801" y="69297"/>
                </a:lnTo>
                <a:lnTo>
                  <a:pt x="39801" y="69073"/>
                </a:lnTo>
                <a:lnTo>
                  <a:pt x="39801" y="68899"/>
                </a:lnTo>
                <a:cubicBezTo>
                  <a:pt x="39801" y="68774"/>
                  <a:pt x="39801" y="68650"/>
                  <a:pt x="39826" y="68475"/>
                </a:cubicBezTo>
                <a:cubicBezTo>
                  <a:pt x="39826" y="68351"/>
                  <a:pt x="39876" y="68226"/>
                  <a:pt x="39876" y="68102"/>
                </a:cubicBezTo>
                <a:cubicBezTo>
                  <a:pt x="39876" y="67953"/>
                  <a:pt x="39901" y="67828"/>
                  <a:pt x="39926" y="67679"/>
                </a:cubicBezTo>
                <a:cubicBezTo>
                  <a:pt x="39926" y="67604"/>
                  <a:pt x="39926" y="67579"/>
                  <a:pt x="39950" y="67530"/>
                </a:cubicBezTo>
                <a:cubicBezTo>
                  <a:pt x="39950" y="67482"/>
                  <a:pt x="39971" y="67424"/>
                  <a:pt x="39985" y="67375"/>
                </a:cubicBezTo>
                <a:close/>
                <a:moveTo>
                  <a:pt x="71512" y="63323"/>
                </a:moveTo>
                <a:lnTo>
                  <a:pt x="71537" y="63348"/>
                </a:lnTo>
                <a:cubicBezTo>
                  <a:pt x="71388" y="63572"/>
                  <a:pt x="71239" y="63746"/>
                  <a:pt x="71039" y="63970"/>
                </a:cubicBezTo>
                <a:cubicBezTo>
                  <a:pt x="71015" y="63995"/>
                  <a:pt x="70990" y="64070"/>
                  <a:pt x="70915" y="64095"/>
                </a:cubicBezTo>
                <a:cubicBezTo>
                  <a:pt x="70691" y="64343"/>
                  <a:pt x="70442" y="64617"/>
                  <a:pt x="70243" y="64866"/>
                </a:cubicBezTo>
                <a:cubicBezTo>
                  <a:pt x="69994" y="65165"/>
                  <a:pt x="69770" y="65414"/>
                  <a:pt x="69521" y="65688"/>
                </a:cubicBezTo>
                <a:lnTo>
                  <a:pt x="69397" y="65812"/>
                </a:lnTo>
                <a:cubicBezTo>
                  <a:pt x="69148" y="66061"/>
                  <a:pt x="68899" y="66310"/>
                  <a:pt x="68650" y="66584"/>
                </a:cubicBezTo>
                <a:cubicBezTo>
                  <a:pt x="68401" y="66833"/>
                  <a:pt x="68152" y="67106"/>
                  <a:pt x="67903" y="67355"/>
                </a:cubicBezTo>
                <a:lnTo>
                  <a:pt x="67804" y="67455"/>
                </a:lnTo>
                <a:cubicBezTo>
                  <a:pt x="67530" y="67729"/>
                  <a:pt x="67256" y="67978"/>
                  <a:pt x="66957" y="68226"/>
                </a:cubicBezTo>
                <a:cubicBezTo>
                  <a:pt x="66708" y="68475"/>
                  <a:pt x="66435" y="68724"/>
                  <a:pt x="66186" y="68948"/>
                </a:cubicBezTo>
                <a:cubicBezTo>
                  <a:pt x="65887" y="69222"/>
                  <a:pt x="65538" y="69521"/>
                  <a:pt x="65190" y="69795"/>
                </a:cubicBezTo>
                <a:cubicBezTo>
                  <a:pt x="65041" y="69919"/>
                  <a:pt x="64891" y="70068"/>
                  <a:pt x="64717" y="70193"/>
                </a:cubicBezTo>
                <a:cubicBezTo>
                  <a:pt x="64642" y="70292"/>
                  <a:pt x="64543" y="70342"/>
                  <a:pt x="64443" y="70442"/>
                </a:cubicBezTo>
                <a:lnTo>
                  <a:pt x="63323" y="71288"/>
                </a:lnTo>
                <a:cubicBezTo>
                  <a:pt x="63149" y="71437"/>
                  <a:pt x="62925" y="71587"/>
                  <a:pt x="62726" y="71711"/>
                </a:cubicBezTo>
                <a:lnTo>
                  <a:pt x="62701" y="71686"/>
                </a:lnTo>
                <a:lnTo>
                  <a:pt x="62676" y="71661"/>
                </a:lnTo>
                <a:cubicBezTo>
                  <a:pt x="62950" y="71437"/>
                  <a:pt x="63099" y="71338"/>
                  <a:pt x="63224" y="71213"/>
                </a:cubicBezTo>
                <a:cubicBezTo>
                  <a:pt x="63298" y="71188"/>
                  <a:pt x="63323" y="71114"/>
                  <a:pt x="63373" y="71089"/>
                </a:cubicBezTo>
                <a:cubicBezTo>
                  <a:pt x="63448" y="71064"/>
                  <a:pt x="63497" y="70989"/>
                  <a:pt x="63572" y="70964"/>
                </a:cubicBezTo>
                <a:lnTo>
                  <a:pt x="63597" y="70964"/>
                </a:lnTo>
                <a:cubicBezTo>
                  <a:pt x="63796" y="70840"/>
                  <a:pt x="63970" y="70691"/>
                  <a:pt x="64145" y="70541"/>
                </a:cubicBezTo>
                <a:cubicBezTo>
                  <a:pt x="64169" y="70492"/>
                  <a:pt x="64219" y="70467"/>
                  <a:pt x="64269" y="70442"/>
                </a:cubicBezTo>
                <a:cubicBezTo>
                  <a:pt x="64344" y="70367"/>
                  <a:pt x="64418" y="70317"/>
                  <a:pt x="64518" y="70243"/>
                </a:cubicBezTo>
                <a:cubicBezTo>
                  <a:pt x="64518" y="70243"/>
                  <a:pt x="64543" y="70243"/>
                  <a:pt x="64543" y="70218"/>
                </a:cubicBezTo>
                <a:cubicBezTo>
                  <a:pt x="64692" y="70093"/>
                  <a:pt x="64817" y="69969"/>
                  <a:pt x="64966" y="69869"/>
                </a:cubicBezTo>
                <a:cubicBezTo>
                  <a:pt x="65140" y="69745"/>
                  <a:pt x="65314" y="69595"/>
                  <a:pt x="65464" y="69471"/>
                </a:cubicBezTo>
                <a:cubicBezTo>
                  <a:pt x="65563" y="69421"/>
                  <a:pt x="65663" y="69322"/>
                  <a:pt x="65762" y="69222"/>
                </a:cubicBezTo>
                <a:cubicBezTo>
                  <a:pt x="65837" y="69172"/>
                  <a:pt x="65937" y="69073"/>
                  <a:pt x="66036" y="68998"/>
                </a:cubicBezTo>
                <a:cubicBezTo>
                  <a:pt x="66161" y="68923"/>
                  <a:pt x="66285" y="68799"/>
                  <a:pt x="66385" y="68699"/>
                </a:cubicBezTo>
                <a:lnTo>
                  <a:pt x="66435" y="68625"/>
                </a:lnTo>
                <a:lnTo>
                  <a:pt x="66484" y="68575"/>
                </a:lnTo>
                <a:cubicBezTo>
                  <a:pt x="66534" y="68550"/>
                  <a:pt x="66584" y="68525"/>
                  <a:pt x="66609" y="68450"/>
                </a:cubicBezTo>
                <a:cubicBezTo>
                  <a:pt x="66833" y="68276"/>
                  <a:pt x="67032" y="68077"/>
                  <a:pt x="67231" y="67878"/>
                </a:cubicBezTo>
                <a:lnTo>
                  <a:pt x="67331" y="67803"/>
                </a:lnTo>
                <a:cubicBezTo>
                  <a:pt x="67604" y="67554"/>
                  <a:pt x="67853" y="67256"/>
                  <a:pt x="68152" y="67007"/>
                </a:cubicBezTo>
                <a:lnTo>
                  <a:pt x="68301" y="66857"/>
                </a:lnTo>
                <a:lnTo>
                  <a:pt x="68351" y="66808"/>
                </a:lnTo>
                <a:cubicBezTo>
                  <a:pt x="68824" y="66335"/>
                  <a:pt x="69297" y="65837"/>
                  <a:pt x="69770" y="65339"/>
                </a:cubicBezTo>
                <a:cubicBezTo>
                  <a:pt x="69770" y="65314"/>
                  <a:pt x="69795" y="65314"/>
                  <a:pt x="69795" y="65289"/>
                </a:cubicBezTo>
                <a:cubicBezTo>
                  <a:pt x="69919" y="65165"/>
                  <a:pt x="70044" y="64991"/>
                  <a:pt x="70168" y="64866"/>
                </a:cubicBezTo>
                <a:cubicBezTo>
                  <a:pt x="70193" y="64841"/>
                  <a:pt x="70193" y="64816"/>
                  <a:pt x="70218" y="64816"/>
                </a:cubicBezTo>
                <a:cubicBezTo>
                  <a:pt x="70566" y="64443"/>
                  <a:pt x="70890" y="64045"/>
                  <a:pt x="71214" y="63671"/>
                </a:cubicBezTo>
                <a:cubicBezTo>
                  <a:pt x="71288" y="63572"/>
                  <a:pt x="71338" y="63497"/>
                  <a:pt x="71413" y="63447"/>
                </a:cubicBezTo>
                <a:cubicBezTo>
                  <a:pt x="71438" y="63422"/>
                  <a:pt x="71463" y="63348"/>
                  <a:pt x="71512" y="63323"/>
                </a:cubicBezTo>
                <a:close/>
                <a:moveTo>
                  <a:pt x="52520" y="70342"/>
                </a:moveTo>
                <a:lnTo>
                  <a:pt x="52520" y="70367"/>
                </a:lnTo>
                <a:lnTo>
                  <a:pt x="52520" y="70417"/>
                </a:lnTo>
                <a:cubicBezTo>
                  <a:pt x="51878" y="70862"/>
                  <a:pt x="51235" y="71307"/>
                  <a:pt x="50568" y="71728"/>
                </a:cubicBezTo>
                <a:lnTo>
                  <a:pt x="50568" y="71728"/>
                </a:lnTo>
                <a:cubicBezTo>
                  <a:pt x="50646" y="71671"/>
                  <a:pt x="50711" y="71611"/>
                  <a:pt x="50803" y="71537"/>
                </a:cubicBezTo>
                <a:cubicBezTo>
                  <a:pt x="51375" y="71164"/>
                  <a:pt x="51973" y="70765"/>
                  <a:pt x="52520" y="70342"/>
                </a:cubicBezTo>
                <a:close/>
                <a:moveTo>
                  <a:pt x="35430" y="68498"/>
                </a:moveTo>
                <a:lnTo>
                  <a:pt x="35430" y="68498"/>
                </a:lnTo>
                <a:cubicBezTo>
                  <a:pt x="35557" y="68565"/>
                  <a:pt x="35684" y="68632"/>
                  <a:pt x="35818" y="68699"/>
                </a:cubicBezTo>
                <a:cubicBezTo>
                  <a:pt x="35893" y="68724"/>
                  <a:pt x="35943" y="68749"/>
                  <a:pt x="36042" y="68824"/>
                </a:cubicBezTo>
                <a:cubicBezTo>
                  <a:pt x="36267" y="68948"/>
                  <a:pt x="36441" y="69073"/>
                  <a:pt x="36665" y="69197"/>
                </a:cubicBezTo>
                <a:cubicBezTo>
                  <a:pt x="36764" y="69247"/>
                  <a:pt x="36839" y="69322"/>
                  <a:pt x="36939" y="69347"/>
                </a:cubicBezTo>
                <a:cubicBezTo>
                  <a:pt x="37138" y="69471"/>
                  <a:pt x="37287" y="69571"/>
                  <a:pt x="37461" y="69695"/>
                </a:cubicBezTo>
                <a:cubicBezTo>
                  <a:pt x="37586" y="69745"/>
                  <a:pt x="37685" y="69844"/>
                  <a:pt x="37810" y="69919"/>
                </a:cubicBezTo>
                <a:cubicBezTo>
                  <a:pt x="37959" y="69994"/>
                  <a:pt x="38084" y="70118"/>
                  <a:pt x="38258" y="70218"/>
                </a:cubicBezTo>
                <a:lnTo>
                  <a:pt x="38631" y="70492"/>
                </a:lnTo>
                <a:cubicBezTo>
                  <a:pt x="38756" y="70591"/>
                  <a:pt x="38880" y="70691"/>
                  <a:pt x="38980" y="70815"/>
                </a:cubicBezTo>
                <a:cubicBezTo>
                  <a:pt x="39104" y="70940"/>
                  <a:pt x="39278" y="71039"/>
                  <a:pt x="39403" y="71164"/>
                </a:cubicBezTo>
                <a:cubicBezTo>
                  <a:pt x="39502" y="71238"/>
                  <a:pt x="39602" y="71338"/>
                  <a:pt x="39701" y="71437"/>
                </a:cubicBezTo>
                <a:lnTo>
                  <a:pt x="39901" y="71612"/>
                </a:lnTo>
                <a:lnTo>
                  <a:pt x="39926" y="71736"/>
                </a:lnTo>
                <a:lnTo>
                  <a:pt x="39477" y="71313"/>
                </a:lnTo>
                <a:cubicBezTo>
                  <a:pt x="39403" y="71213"/>
                  <a:pt x="39303" y="71164"/>
                  <a:pt x="39204" y="71064"/>
                </a:cubicBezTo>
                <a:cubicBezTo>
                  <a:pt x="39054" y="70940"/>
                  <a:pt x="38905" y="70790"/>
                  <a:pt x="38731" y="70666"/>
                </a:cubicBezTo>
                <a:cubicBezTo>
                  <a:pt x="38656" y="70566"/>
                  <a:pt x="38557" y="70492"/>
                  <a:pt x="38432" y="70442"/>
                </a:cubicBezTo>
                <a:cubicBezTo>
                  <a:pt x="38283" y="70317"/>
                  <a:pt x="38108" y="70193"/>
                  <a:pt x="37934" y="70068"/>
                </a:cubicBezTo>
                <a:cubicBezTo>
                  <a:pt x="37835" y="69969"/>
                  <a:pt x="37710" y="69919"/>
                  <a:pt x="37586" y="69844"/>
                </a:cubicBezTo>
                <a:cubicBezTo>
                  <a:pt x="37436" y="69720"/>
                  <a:pt x="37237" y="69620"/>
                  <a:pt x="37088" y="69496"/>
                </a:cubicBezTo>
                <a:cubicBezTo>
                  <a:pt x="36963" y="69446"/>
                  <a:pt x="36839" y="69347"/>
                  <a:pt x="36764" y="69297"/>
                </a:cubicBezTo>
                <a:cubicBezTo>
                  <a:pt x="36590" y="69197"/>
                  <a:pt x="36416" y="69073"/>
                  <a:pt x="36267" y="68973"/>
                </a:cubicBezTo>
                <a:cubicBezTo>
                  <a:pt x="36142" y="68923"/>
                  <a:pt x="35993" y="68824"/>
                  <a:pt x="35893" y="68774"/>
                </a:cubicBezTo>
                <a:cubicBezTo>
                  <a:pt x="35732" y="68682"/>
                  <a:pt x="35571" y="68590"/>
                  <a:pt x="35430" y="68498"/>
                </a:cubicBezTo>
                <a:close/>
                <a:moveTo>
                  <a:pt x="62601" y="71686"/>
                </a:moveTo>
                <a:cubicBezTo>
                  <a:pt x="62651" y="71686"/>
                  <a:pt x="62651" y="71686"/>
                  <a:pt x="62676" y="71711"/>
                </a:cubicBezTo>
                <a:cubicBezTo>
                  <a:pt x="62651" y="71761"/>
                  <a:pt x="62651" y="71761"/>
                  <a:pt x="62601" y="71761"/>
                </a:cubicBezTo>
                <a:lnTo>
                  <a:pt x="62576" y="71711"/>
                </a:lnTo>
                <a:lnTo>
                  <a:pt x="62601" y="71686"/>
                </a:lnTo>
                <a:close/>
                <a:moveTo>
                  <a:pt x="9260" y="69197"/>
                </a:moveTo>
                <a:lnTo>
                  <a:pt x="9260" y="69297"/>
                </a:lnTo>
                <a:cubicBezTo>
                  <a:pt x="8911" y="70093"/>
                  <a:pt x="8563" y="70940"/>
                  <a:pt x="8264" y="71761"/>
                </a:cubicBezTo>
                <a:cubicBezTo>
                  <a:pt x="8229" y="71778"/>
                  <a:pt x="8207" y="71784"/>
                  <a:pt x="8196" y="71794"/>
                </a:cubicBezTo>
                <a:lnTo>
                  <a:pt x="8196" y="71794"/>
                </a:lnTo>
                <a:cubicBezTo>
                  <a:pt x="8542" y="70928"/>
                  <a:pt x="8889" y="70063"/>
                  <a:pt x="9260" y="69197"/>
                </a:cubicBezTo>
                <a:close/>
                <a:moveTo>
                  <a:pt x="47642" y="69645"/>
                </a:moveTo>
                <a:cubicBezTo>
                  <a:pt x="47268" y="70268"/>
                  <a:pt x="46895" y="70915"/>
                  <a:pt x="46547" y="71537"/>
                </a:cubicBezTo>
                <a:lnTo>
                  <a:pt x="45725" y="71811"/>
                </a:lnTo>
                <a:cubicBezTo>
                  <a:pt x="45675" y="71537"/>
                  <a:pt x="45650" y="71263"/>
                  <a:pt x="45601" y="71014"/>
                </a:cubicBezTo>
                <a:cubicBezTo>
                  <a:pt x="45626" y="70890"/>
                  <a:pt x="45650" y="70765"/>
                  <a:pt x="45675" y="70666"/>
                </a:cubicBezTo>
                <a:cubicBezTo>
                  <a:pt x="46347" y="70342"/>
                  <a:pt x="46995" y="70019"/>
                  <a:pt x="47642" y="69645"/>
                </a:cubicBezTo>
                <a:close/>
                <a:moveTo>
                  <a:pt x="45426" y="71313"/>
                </a:moveTo>
                <a:cubicBezTo>
                  <a:pt x="45476" y="71512"/>
                  <a:pt x="45501" y="71661"/>
                  <a:pt x="45501" y="71836"/>
                </a:cubicBezTo>
                <a:lnTo>
                  <a:pt x="45476" y="71885"/>
                </a:lnTo>
                <a:cubicBezTo>
                  <a:pt x="45426" y="71711"/>
                  <a:pt x="45426" y="71587"/>
                  <a:pt x="45402" y="71437"/>
                </a:cubicBezTo>
                <a:cubicBezTo>
                  <a:pt x="45402" y="71413"/>
                  <a:pt x="45426" y="71338"/>
                  <a:pt x="45426" y="71313"/>
                </a:cubicBezTo>
                <a:close/>
                <a:moveTo>
                  <a:pt x="32832" y="70591"/>
                </a:moveTo>
                <a:lnTo>
                  <a:pt x="32085" y="71910"/>
                </a:lnTo>
                <a:lnTo>
                  <a:pt x="32035" y="71910"/>
                </a:lnTo>
                <a:lnTo>
                  <a:pt x="32782" y="70591"/>
                </a:lnTo>
                <a:close/>
                <a:moveTo>
                  <a:pt x="45103" y="70940"/>
                </a:moveTo>
                <a:lnTo>
                  <a:pt x="45103" y="70964"/>
                </a:lnTo>
                <a:cubicBezTo>
                  <a:pt x="44978" y="71288"/>
                  <a:pt x="44879" y="71587"/>
                  <a:pt x="44779" y="71910"/>
                </a:cubicBezTo>
                <a:cubicBezTo>
                  <a:pt x="44306" y="71811"/>
                  <a:pt x="43858" y="71761"/>
                  <a:pt x="43360" y="71761"/>
                </a:cubicBezTo>
                <a:cubicBezTo>
                  <a:pt x="43933" y="71512"/>
                  <a:pt x="44530" y="71213"/>
                  <a:pt x="45103" y="70940"/>
                </a:cubicBezTo>
                <a:close/>
                <a:moveTo>
                  <a:pt x="21257" y="69322"/>
                </a:moveTo>
                <a:cubicBezTo>
                  <a:pt x="21606" y="69919"/>
                  <a:pt x="21979" y="70467"/>
                  <a:pt x="22452" y="70964"/>
                </a:cubicBezTo>
                <a:cubicBezTo>
                  <a:pt x="22327" y="71014"/>
                  <a:pt x="22153" y="71064"/>
                  <a:pt x="22029" y="71089"/>
                </a:cubicBezTo>
                <a:cubicBezTo>
                  <a:pt x="21929" y="71139"/>
                  <a:pt x="21855" y="71164"/>
                  <a:pt x="21730" y="71188"/>
                </a:cubicBezTo>
                <a:lnTo>
                  <a:pt x="20983" y="71462"/>
                </a:lnTo>
                <a:cubicBezTo>
                  <a:pt x="20884" y="71512"/>
                  <a:pt x="20759" y="71562"/>
                  <a:pt x="20660" y="71587"/>
                </a:cubicBezTo>
                <a:cubicBezTo>
                  <a:pt x="20411" y="71686"/>
                  <a:pt x="20212" y="71811"/>
                  <a:pt x="19938" y="71910"/>
                </a:cubicBezTo>
                <a:cubicBezTo>
                  <a:pt x="19913" y="71910"/>
                  <a:pt x="19888" y="71935"/>
                  <a:pt x="19888" y="71935"/>
                </a:cubicBezTo>
                <a:cubicBezTo>
                  <a:pt x="20361" y="71089"/>
                  <a:pt x="20784" y="70193"/>
                  <a:pt x="21257" y="69322"/>
                </a:cubicBezTo>
                <a:close/>
                <a:moveTo>
                  <a:pt x="45277" y="71836"/>
                </a:moveTo>
                <a:lnTo>
                  <a:pt x="45277" y="71910"/>
                </a:lnTo>
                <a:cubicBezTo>
                  <a:pt x="45277" y="71935"/>
                  <a:pt x="45252" y="71935"/>
                  <a:pt x="45252" y="71935"/>
                </a:cubicBezTo>
                <a:cubicBezTo>
                  <a:pt x="45252" y="71910"/>
                  <a:pt x="45277" y="71885"/>
                  <a:pt x="45277" y="71836"/>
                </a:cubicBezTo>
                <a:close/>
                <a:moveTo>
                  <a:pt x="9558" y="70964"/>
                </a:moveTo>
                <a:lnTo>
                  <a:pt x="9583" y="71014"/>
                </a:lnTo>
                <a:cubicBezTo>
                  <a:pt x="9509" y="71064"/>
                  <a:pt x="9384" y="71164"/>
                  <a:pt x="9285" y="71263"/>
                </a:cubicBezTo>
                <a:cubicBezTo>
                  <a:pt x="9135" y="71388"/>
                  <a:pt x="8961" y="71462"/>
                  <a:pt x="8837" y="71587"/>
                </a:cubicBezTo>
                <a:cubicBezTo>
                  <a:pt x="8712" y="71686"/>
                  <a:pt x="8588" y="71786"/>
                  <a:pt x="8463" y="71910"/>
                </a:cubicBezTo>
                <a:cubicBezTo>
                  <a:pt x="8438" y="71935"/>
                  <a:pt x="8413" y="71960"/>
                  <a:pt x="8388" y="71960"/>
                </a:cubicBezTo>
                <a:cubicBezTo>
                  <a:pt x="8388" y="71935"/>
                  <a:pt x="8413" y="71910"/>
                  <a:pt x="8413" y="71836"/>
                </a:cubicBezTo>
                <a:cubicBezTo>
                  <a:pt x="8438" y="71811"/>
                  <a:pt x="8488" y="71786"/>
                  <a:pt x="8538" y="71711"/>
                </a:cubicBezTo>
                <a:cubicBezTo>
                  <a:pt x="8911" y="71462"/>
                  <a:pt x="9210" y="71213"/>
                  <a:pt x="9558" y="70964"/>
                </a:cubicBezTo>
                <a:close/>
                <a:moveTo>
                  <a:pt x="33031" y="70666"/>
                </a:moveTo>
                <a:cubicBezTo>
                  <a:pt x="33056" y="70666"/>
                  <a:pt x="33056" y="70666"/>
                  <a:pt x="33080" y="70691"/>
                </a:cubicBezTo>
                <a:cubicBezTo>
                  <a:pt x="33578" y="71188"/>
                  <a:pt x="34151" y="71587"/>
                  <a:pt x="34723" y="71960"/>
                </a:cubicBezTo>
                <a:cubicBezTo>
                  <a:pt x="34213" y="71924"/>
                  <a:pt x="33690" y="71901"/>
                  <a:pt x="33162" y="71901"/>
                </a:cubicBezTo>
                <a:cubicBezTo>
                  <a:pt x="32969" y="71901"/>
                  <a:pt x="32776" y="71904"/>
                  <a:pt x="32583" y="71910"/>
                </a:cubicBezTo>
                <a:cubicBezTo>
                  <a:pt x="32483" y="71910"/>
                  <a:pt x="32408" y="71935"/>
                  <a:pt x="32309" y="71935"/>
                </a:cubicBezTo>
                <a:cubicBezTo>
                  <a:pt x="32558" y="71512"/>
                  <a:pt x="32782" y="71064"/>
                  <a:pt x="33031" y="70666"/>
                </a:cubicBezTo>
                <a:close/>
                <a:moveTo>
                  <a:pt x="45178" y="71313"/>
                </a:moveTo>
                <a:cubicBezTo>
                  <a:pt x="45178" y="71338"/>
                  <a:pt x="45227" y="71413"/>
                  <a:pt x="45227" y="71437"/>
                </a:cubicBezTo>
                <a:cubicBezTo>
                  <a:pt x="45153" y="71637"/>
                  <a:pt x="45103" y="71786"/>
                  <a:pt x="45053" y="71960"/>
                </a:cubicBezTo>
                <a:lnTo>
                  <a:pt x="45003" y="71960"/>
                </a:lnTo>
                <a:cubicBezTo>
                  <a:pt x="45053" y="71711"/>
                  <a:pt x="45128" y="71537"/>
                  <a:pt x="45178" y="71313"/>
                </a:cubicBezTo>
                <a:close/>
                <a:moveTo>
                  <a:pt x="33454" y="70765"/>
                </a:moveTo>
                <a:cubicBezTo>
                  <a:pt x="33479" y="70765"/>
                  <a:pt x="33553" y="70790"/>
                  <a:pt x="33578" y="70790"/>
                </a:cubicBezTo>
                <a:cubicBezTo>
                  <a:pt x="34151" y="71288"/>
                  <a:pt x="34773" y="71686"/>
                  <a:pt x="35445" y="72010"/>
                </a:cubicBezTo>
                <a:cubicBezTo>
                  <a:pt x="35346" y="72010"/>
                  <a:pt x="35296" y="71960"/>
                  <a:pt x="35196" y="71960"/>
                </a:cubicBezTo>
                <a:cubicBezTo>
                  <a:pt x="34549" y="71637"/>
                  <a:pt x="33952" y="71213"/>
                  <a:pt x="33454" y="70765"/>
                </a:cubicBezTo>
                <a:close/>
                <a:moveTo>
                  <a:pt x="41120" y="63871"/>
                </a:moveTo>
                <a:cubicBezTo>
                  <a:pt x="42440" y="65314"/>
                  <a:pt x="43485" y="66783"/>
                  <a:pt x="44182" y="68226"/>
                </a:cubicBezTo>
                <a:cubicBezTo>
                  <a:pt x="43435" y="69347"/>
                  <a:pt x="42738" y="70442"/>
                  <a:pt x="42066" y="71562"/>
                </a:cubicBezTo>
                <a:lnTo>
                  <a:pt x="42041" y="71562"/>
                </a:lnTo>
                <a:cubicBezTo>
                  <a:pt x="42016" y="71562"/>
                  <a:pt x="41991" y="71587"/>
                  <a:pt x="41991" y="71587"/>
                </a:cubicBezTo>
                <a:cubicBezTo>
                  <a:pt x="41867" y="71686"/>
                  <a:pt x="41743" y="71711"/>
                  <a:pt x="41618" y="71761"/>
                </a:cubicBezTo>
                <a:cubicBezTo>
                  <a:pt x="41245" y="71885"/>
                  <a:pt x="40896" y="71960"/>
                  <a:pt x="40523" y="72060"/>
                </a:cubicBezTo>
                <a:cubicBezTo>
                  <a:pt x="40448" y="72010"/>
                  <a:pt x="40423" y="71935"/>
                  <a:pt x="40374" y="71910"/>
                </a:cubicBezTo>
                <a:lnTo>
                  <a:pt x="40274" y="71437"/>
                </a:lnTo>
                <a:cubicBezTo>
                  <a:pt x="40274" y="71388"/>
                  <a:pt x="40249" y="71313"/>
                  <a:pt x="40249" y="71213"/>
                </a:cubicBezTo>
                <a:cubicBezTo>
                  <a:pt x="40199" y="71064"/>
                  <a:pt x="40199" y="70915"/>
                  <a:pt x="40174" y="70765"/>
                </a:cubicBezTo>
                <a:lnTo>
                  <a:pt x="40174" y="70716"/>
                </a:lnTo>
                <a:lnTo>
                  <a:pt x="40174" y="70691"/>
                </a:lnTo>
                <a:cubicBezTo>
                  <a:pt x="40174" y="70641"/>
                  <a:pt x="40150" y="70566"/>
                  <a:pt x="40150" y="70467"/>
                </a:cubicBezTo>
                <a:cubicBezTo>
                  <a:pt x="40150" y="70342"/>
                  <a:pt x="40150" y="70268"/>
                  <a:pt x="40125" y="70143"/>
                </a:cubicBezTo>
                <a:cubicBezTo>
                  <a:pt x="40125" y="70019"/>
                  <a:pt x="40075" y="69919"/>
                  <a:pt x="40075" y="69795"/>
                </a:cubicBezTo>
                <a:lnTo>
                  <a:pt x="40075" y="69720"/>
                </a:lnTo>
                <a:lnTo>
                  <a:pt x="40075" y="69645"/>
                </a:lnTo>
                <a:lnTo>
                  <a:pt x="40075" y="69571"/>
                </a:lnTo>
                <a:cubicBezTo>
                  <a:pt x="40075" y="69197"/>
                  <a:pt x="40075" y="68799"/>
                  <a:pt x="40125" y="68401"/>
                </a:cubicBezTo>
                <a:cubicBezTo>
                  <a:pt x="40125" y="68301"/>
                  <a:pt x="40125" y="68226"/>
                  <a:pt x="40150" y="68152"/>
                </a:cubicBezTo>
                <a:cubicBezTo>
                  <a:pt x="40249" y="67231"/>
                  <a:pt x="40398" y="66310"/>
                  <a:pt x="40647" y="65364"/>
                </a:cubicBezTo>
                <a:cubicBezTo>
                  <a:pt x="40772" y="64866"/>
                  <a:pt x="40921" y="64368"/>
                  <a:pt x="41120" y="63871"/>
                </a:cubicBezTo>
                <a:close/>
                <a:moveTo>
                  <a:pt x="46422" y="71786"/>
                </a:moveTo>
                <a:cubicBezTo>
                  <a:pt x="46422" y="71811"/>
                  <a:pt x="46397" y="71836"/>
                  <a:pt x="46397" y="71836"/>
                </a:cubicBezTo>
                <a:cubicBezTo>
                  <a:pt x="46173" y="71910"/>
                  <a:pt x="45924" y="71960"/>
                  <a:pt x="45725" y="72060"/>
                </a:cubicBezTo>
                <a:lnTo>
                  <a:pt x="45725" y="72010"/>
                </a:lnTo>
                <a:cubicBezTo>
                  <a:pt x="45974" y="71935"/>
                  <a:pt x="46173" y="71836"/>
                  <a:pt x="46422" y="71786"/>
                </a:cubicBezTo>
                <a:close/>
                <a:moveTo>
                  <a:pt x="40125" y="71935"/>
                </a:moveTo>
                <a:lnTo>
                  <a:pt x="40150" y="71960"/>
                </a:lnTo>
                <a:lnTo>
                  <a:pt x="40174" y="72010"/>
                </a:lnTo>
                <a:lnTo>
                  <a:pt x="40199" y="72085"/>
                </a:lnTo>
                <a:lnTo>
                  <a:pt x="40150" y="72035"/>
                </a:lnTo>
                <a:cubicBezTo>
                  <a:pt x="40150" y="72010"/>
                  <a:pt x="40150" y="71960"/>
                  <a:pt x="40125" y="71935"/>
                </a:cubicBezTo>
                <a:close/>
                <a:moveTo>
                  <a:pt x="21058" y="69073"/>
                </a:moveTo>
                <a:cubicBezTo>
                  <a:pt x="21133" y="69098"/>
                  <a:pt x="21133" y="69098"/>
                  <a:pt x="21133" y="69147"/>
                </a:cubicBezTo>
                <a:cubicBezTo>
                  <a:pt x="20610" y="70143"/>
                  <a:pt x="20112" y="71089"/>
                  <a:pt x="19639" y="72085"/>
                </a:cubicBezTo>
                <a:cubicBezTo>
                  <a:pt x="19614" y="72085"/>
                  <a:pt x="19589" y="72134"/>
                  <a:pt x="19540" y="72134"/>
                </a:cubicBezTo>
                <a:cubicBezTo>
                  <a:pt x="20038" y="71089"/>
                  <a:pt x="20535" y="70093"/>
                  <a:pt x="21058" y="69073"/>
                </a:cubicBezTo>
                <a:close/>
                <a:moveTo>
                  <a:pt x="42912" y="71935"/>
                </a:moveTo>
                <a:cubicBezTo>
                  <a:pt x="43510" y="71935"/>
                  <a:pt x="44132" y="71960"/>
                  <a:pt x="44729" y="72085"/>
                </a:cubicBezTo>
                <a:cubicBezTo>
                  <a:pt x="44655" y="72085"/>
                  <a:pt x="44630" y="72134"/>
                  <a:pt x="44555" y="72134"/>
                </a:cubicBezTo>
                <a:cubicBezTo>
                  <a:pt x="44131" y="72042"/>
                  <a:pt x="43679" y="71991"/>
                  <a:pt x="43230" y="71991"/>
                </a:cubicBezTo>
                <a:cubicBezTo>
                  <a:pt x="43073" y="71991"/>
                  <a:pt x="42917" y="71997"/>
                  <a:pt x="42763" y="72010"/>
                </a:cubicBezTo>
                <a:cubicBezTo>
                  <a:pt x="42813" y="71960"/>
                  <a:pt x="42863" y="71960"/>
                  <a:pt x="42912" y="71935"/>
                </a:cubicBezTo>
                <a:close/>
                <a:moveTo>
                  <a:pt x="11077" y="54885"/>
                </a:moveTo>
                <a:lnTo>
                  <a:pt x="11077" y="54885"/>
                </a:lnTo>
                <a:cubicBezTo>
                  <a:pt x="9807" y="58519"/>
                  <a:pt x="9085" y="62004"/>
                  <a:pt x="9011" y="65190"/>
                </a:cubicBezTo>
                <a:lnTo>
                  <a:pt x="9011" y="65464"/>
                </a:lnTo>
                <a:lnTo>
                  <a:pt x="9011" y="66584"/>
                </a:lnTo>
                <a:cubicBezTo>
                  <a:pt x="9011" y="66733"/>
                  <a:pt x="9011" y="66907"/>
                  <a:pt x="9036" y="67032"/>
                </a:cubicBezTo>
                <a:cubicBezTo>
                  <a:pt x="9036" y="67106"/>
                  <a:pt x="9036" y="67206"/>
                  <a:pt x="9061" y="67305"/>
                </a:cubicBezTo>
                <a:cubicBezTo>
                  <a:pt x="9061" y="67530"/>
                  <a:pt x="9085" y="67729"/>
                  <a:pt x="9085" y="67928"/>
                </a:cubicBezTo>
                <a:cubicBezTo>
                  <a:pt x="9110" y="68102"/>
                  <a:pt x="9110" y="68301"/>
                  <a:pt x="9160" y="68450"/>
                </a:cubicBezTo>
                <a:cubicBezTo>
                  <a:pt x="9160" y="68575"/>
                  <a:pt x="9185" y="68699"/>
                  <a:pt x="9185" y="68824"/>
                </a:cubicBezTo>
                <a:cubicBezTo>
                  <a:pt x="8712" y="69894"/>
                  <a:pt x="8289" y="70964"/>
                  <a:pt x="7866" y="72060"/>
                </a:cubicBezTo>
                <a:lnTo>
                  <a:pt x="7791" y="72159"/>
                </a:lnTo>
                <a:cubicBezTo>
                  <a:pt x="5675" y="69894"/>
                  <a:pt x="4331" y="67480"/>
                  <a:pt x="3833" y="65215"/>
                </a:cubicBezTo>
                <a:cubicBezTo>
                  <a:pt x="4904" y="62302"/>
                  <a:pt x="6198" y="59340"/>
                  <a:pt x="7766" y="56353"/>
                </a:cubicBezTo>
                <a:cubicBezTo>
                  <a:pt x="8712" y="55756"/>
                  <a:pt x="9832" y="55258"/>
                  <a:pt x="11077" y="54885"/>
                </a:cubicBezTo>
                <a:close/>
                <a:moveTo>
                  <a:pt x="31985" y="72134"/>
                </a:moveTo>
                <a:cubicBezTo>
                  <a:pt x="31985" y="72159"/>
                  <a:pt x="31960" y="72159"/>
                  <a:pt x="31960" y="72184"/>
                </a:cubicBezTo>
                <a:lnTo>
                  <a:pt x="31911" y="72184"/>
                </a:lnTo>
                <a:cubicBezTo>
                  <a:pt x="31911" y="72159"/>
                  <a:pt x="31935" y="72159"/>
                  <a:pt x="31935" y="72134"/>
                </a:cubicBezTo>
                <a:close/>
                <a:moveTo>
                  <a:pt x="45153" y="72159"/>
                </a:moveTo>
                <a:cubicBezTo>
                  <a:pt x="45178" y="72159"/>
                  <a:pt x="45227" y="72159"/>
                  <a:pt x="45252" y="72184"/>
                </a:cubicBezTo>
                <a:cubicBezTo>
                  <a:pt x="45227" y="72184"/>
                  <a:pt x="45178" y="72209"/>
                  <a:pt x="45153" y="72209"/>
                </a:cubicBezTo>
                <a:lnTo>
                  <a:pt x="45153" y="72159"/>
                </a:lnTo>
                <a:close/>
                <a:moveTo>
                  <a:pt x="71811" y="63348"/>
                </a:moveTo>
                <a:lnTo>
                  <a:pt x="72234" y="63746"/>
                </a:lnTo>
                <a:cubicBezTo>
                  <a:pt x="69446" y="66733"/>
                  <a:pt x="66534" y="69546"/>
                  <a:pt x="63423" y="72209"/>
                </a:cubicBezTo>
                <a:cubicBezTo>
                  <a:pt x="63273" y="72060"/>
                  <a:pt x="63149" y="71910"/>
                  <a:pt x="62975" y="71761"/>
                </a:cubicBezTo>
                <a:lnTo>
                  <a:pt x="63348" y="71462"/>
                </a:lnTo>
                <a:cubicBezTo>
                  <a:pt x="63522" y="71338"/>
                  <a:pt x="63697" y="71213"/>
                  <a:pt x="63846" y="71089"/>
                </a:cubicBezTo>
                <a:cubicBezTo>
                  <a:pt x="64045" y="70940"/>
                  <a:pt x="64219" y="70815"/>
                  <a:pt x="64418" y="70666"/>
                </a:cubicBezTo>
                <a:cubicBezTo>
                  <a:pt x="64443" y="70641"/>
                  <a:pt x="64518" y="70591"/>
                  <a:pt x="64543" y="70566"/>
                </a:cubicBezTo>
                <a:cubicBezTo>
                  <a:pt x="64568" y="70541"/>
                  <a:pt x="64642" y="70516"/>
                  <a:pt x="64667" y="70467"/>
                </a:cubicBezTo>
                <a:lnTo>
                  <a:pt x="64767" y="70367"/>
                </a:lnTo>
                <a:cubicBezTo>
                  <a:pt x="65314" y="69944"/>
                  <a:pt x="65837" y="69471"/>
                  <a:pt x="66385" y="68998"/>
                </a:cubicBezTo>
                <a:lnTo>
                  <a:pt x="66410" y="68973"/>
                </a:lnTo>
                <a:lnTo>
                  <a:pt x="66459" y="68923"/>
                </a:lnTo>
                <a:cubicBezTo>
                  <a:pt x="66957" y="68475"/>
                  <a:pt x="67430" y="68052"/>
                  <a:pt x="67903" y="67579"/>
                </a:cubicBezTo>
                <a:cubicBezTo>
                  <a:pt x="68003" y="67530"/>
                  <a:pt x="68052" y="67430"/>
                  <a:pt x="68152" y="67355"/>
                </a:cubicBezTo>
                <a:lnTo>
                  <a:pt x="68202" y="67305"/>
                </a:lnTo>
                <a:lnTo>
                  <a:pt x="68301" y="67206"/>
                </a:lnTo>
                <a:cubicBezTo>
                  <a:pt x="68700" y="66808"/>
                  <a:pt x="69123" y="66409"/>
                  <a:pt x="69521" y="65961"/>
                </a:cubicBezTo>
                <a:cubicBezTo>
                  <a:pt x="69646" y="65837"/>
                  <a:pt x="69745" y="65712"/>
                  <a:pt x="69870" y="65588"/>
                </a:cubicBezTo>
                <a:cubicBezTo>
                  <a:pt x="69894" y="65563"/>
                  <a:pt x="69894" y="65538"/>
                  <a:pt x="69919" y="65538"/>
                </a:cubicBezTo>
                <a:cubicBezTo>
                  <a:pt x="70193" y="65215"/>
                  <a:pt x="70492" y="64916"/>
                  <a:pt x="70766" y="64567"/>
                </a:cubicBezTo>
                <a:cubicBezTo>
                  <a:pt x="70865" y="64468"/>
                  <a:pt x="70940" y="64368"/>
                  <a:pt x="71015" y="64294"/>
                </a:cubicBezTo>
                <a:cubicBezTo>
                  <a:pt x="71139" y="64119"/>
                  <a:pt x="71263" y="63995"/>
                  <a:pt x="71388" y="63846"/>
                </a:cubicBezTo>
                <a:lnTo>
                  <a:pt x="71413" y="63821"/>
                </a:lnTo>
                <a:cubicBezTo>
                  <a:pt x="71537" y="63671"/>
                  <a:pt x="71687" y="63497"/>
                  <a:pt x="71811" y="63348"/>
                </a:cubicBezTo>
                <a:close/>
                <a:moveTo>
                  <a:pt x="33221" y="72051"/>
                </a:moveTo>
                <a:cubicBezTo>
                  <a:pt x="33878" y="72051"/>
                  <a:pt x="34525" y="72083"/>
                  <a:pt x="35171" y="72159"/>
                </a:cubicBezTo>
                <a:cubicBezTo>
                  <a:pt x="35221" y="72184"/>
                  <a:pt x="35321" y="72209"/>
                  <a:pt x="35370" y="72259"/>
                </a:cubicBezTo>
                <a:cubicBezTo>
                  <a:pt x="34706" y="72166"/>
                  <a:pt x="34028" y="72115"/>
                  <a:pt x="33336" y="72115"/>
                </a:cubicBezTo>
                <a:cubicBezTo>
                  <a:pt x="33095" y="72115"/>
                  <a:pt x="32852" y="72121"/>
                  <a:pt x="32608" y="72134"/>
                </a:cubicBezTo>
                <a:cubicBezTo>
                  <a:pt x="32458" y="72134"/>
                  <a:pt x="32334" y="72159"/>
                  <a:pt x="32184" y="72159"/>
                </a:cubicBezTo>
                <a:cubicBezTo>
                  <a:pt x="32184" y="72134"/>
                  <a:pt x="32209" y="72134"/>
                  <a:pt x="32209" y="72085"/>
                </a:cubicBezTo>
                <a:cubicBezTo>
                  <a:pt x="32334" y="72085"/>
                  <a:pt x="32483" y="72060"/>
                  <a:pt x="32608" y="72060"/>
                </a:cubicBezTo>
                <a:cubicBezTo>
                  <a:pt x="32813" y="72054"/>
                  <a:pt x="33017" y="72051"/>
                  <a:pt x="33221" y="72051"/>
                </a:cubicBezTo>
                <a:close/>
                <a:moveTo>
                  <a:pt x="46248" y="72085"/>
                </a:moveTo>
                <a:lnTo>
                  <a:pt x="46248" y="72085"/>
                </a:lnTo>
                <a:cubicBezTo>
                  <a:pt x="46223" y="72159"/>
                  <a:pt x="46173" y="72209"/>
                  <a:pt x="46148" y="72259"/>
                </a:cubicBezTo>
                <a:cubicBezTo>
                  <a:pt x="46099" y="72209"/>
                  <a:pt x="46024" y="72184"/>
                  <a:pt x="45924" y="72184"/>
                </a:cubicBezTo>
                <a:cubicBezTo>
                  <a:pt x="46024" y="72159"/>
                  <a:pt x="46148" y="72134"/>
                  <a:pt x="46248" y="72085"/>
                </a:cubicBezTo>
                <a:close/>
                <a:moveTo>
                  <a:pt x="8164" y="72060"/>
                </a:moveTo>
                <a:cubicBezTo>
                  <a:pt x="8164" y="72134"/>
                  <a:pt x="8164" y="72159"/>
                  <a:pt x="8140" y="72184"/>
                </a:cubicBezTo>
                <a:lnTo>
                  <a:pt x="8090" y="72209"/>
                </a:lnTo>
                <a:lnTo>
                  <a:pt x="8040" y="72284"/>
                </a:lnTo>
                <a:cubicBezTo>
                  <a:pt x="8040" y="72259"/>
                  <a:pt x="8065" y="72184"/>
                  <a:pt x="8065" y="72159"/>
                </a:cubicBezTo>
                <a:lnTo>
                  <a:pt x="8164" y="72060"/>
                </a:lnTo>
                <a:close/>
                <a:moveTo>
                  <a:pt x="3709" y="65513"/>
                </a:moveTo>
                <a:cubicBezTo>
                  <a:pt x="4281" y="67754"/>
                  <a:pt x="5601" y="70068"/>
                  <a:pt x="7617" y="72284"/>
                </a:cubicBezTo>
                <a:cubicBezTo>
                  <a:pt x="7592" y="72284"/>
                  <a:pt x="7592" y="72309"/>
                  <a:pt x="7567" y="72309"/>
                </a:cubicBezTo>
                <a:cubicBezTo>
                  <a:pt x="5576" y="70168"/>
                  <a:pt x="4232" y="67853"/>
                  <a:pt x="3684" y="65613"/>
                </a:cubicBezTo>
                <a:cubicBezTo>
                  <a:pt x="3684" y="65588"/>
                  <a:pt x="3709" y="65563"/>
                  <a:pt x="3709" y="65513"/>
                </a:cubicBezTo>
                <a:close/>
                <a:moveTo>
                  <a:pt x="22601" y="71089"/>
                </a:moveTo>
                <a:lnTo>
                  <a:pt x="22626" y="71139"/>
                </a:lnTo>
                <a:lnTo>
                  <a:pt x="22651" y="71164"/>
                </a:lnTo>
                <a:cubicBezTo>
                  <a:pt x="22029" y="71388"/>
                  <a:pt x="21407" y="71587"/>
                  <a:pt x="20784" y="71836"/>
                </a:cubicBezTo>
                <a:cubicBezTo>
                  <a:pt x="20486" y="71960"/>
                  <a:pt x="20137" y="72134"/>
                  <a:pt x="19813" y="72284"/>
                </a:cubicBezTo>
                <a:cubicBezTo>
                  <a:pt x="19789" y="72284"/>
                  <a:pt x="19789" y="72309"/>
                  <a:pt x="19764" y="72309"/>
                </a:cubicBezTo>
                <a:cubicBezTo>
                  <a:pt x="19764" y="72309"/>
                  <a:pt x="19764" y="72284"/>
                  <a:pt x="19789" y="72284"/>
                </a:cubicBezTo>
                <a:cubicBezTo>
                  <a:pt x="19789" y="72284"/>
                  <a:pt x="19789" y="72259"/>
                  <a:pt x="19813" y="72259"/>
                </a:cubicBezTo>
                <a:cubicBezTo>
                  <a:pt x="19838" y="72209"/>
                  <a:pt x="19888" y="72184"/>
                  <a:pt x="19913" y="72159"/>
                </a:cubicBezTo>
                <a:cubicBezTo>
                  <a:pt x="20212" y="72035"/>
                  <a:pt x="20436" y="71910"/>
                  <a:pt x="20734" y="71786"/>
                </a:cubicBezTo>
                <a:cubicBezTo>
                  <a:pt x="20784" y="71761"/>
                  <a:pt x="20859" y="71761"/>
                  <a:pt x="20909" y="71711"/>
                </a:cubicBezTo>
                <a:cubicBezTo>
                  <a:pt x="21183" y="71587"/>
                  <a:pt x="21506" y="71462"/>
                  <a:pt x="21780" y="71388"/>
                </a:cubicBezTo>
                <a:cubicBezTo>
                  <a:pt x="21805" y="71338"/>
                  <a:pt x="21879" y="71338"/>
                  <a:pt x="21904" y="71313"/>
                </a:cubicBezTo>
                <a:cubicBezTo>
                  <a:pt x="22128" y="71213"/>
                  <a:pt x="22352" y="71164"/>
                  <a:pt x="22601" y="71089"/>
                </a:cubicBezTo>
                <a:close/>
                <a:moveTo>
                  <a:pt x="41295" y="72134"/>
                </a:moveTo>
                <a:cubicBezTo>
                  <a:pt x="41270" y="72134"/>
                  <a:pt x="41170" y="72159"/>
                  <a:pt x="41071" y="72184"/>
                </a:cubicBezTo>
                <a:cubicBezTo>
                  <a:pt x="40946" y="72209"/>
                  <a:pt x="40822" y="72259"/>
                  <a:pt x="40697" y="72309"/>
                </a:cubicBezTo>
                <a:cubicBezTo>
                  <a:pt x="40697" y="72309"/>
                  <a:pt x="40697" y="72284"/>
                  <a:pt x="40672" y="72284"/>
                </a:cubicBezTo>
                <a:lnTo>
                  <a:pt x="40647" y="72259"/>
                </a:lnTo>
                <a:cubicBezTo>
                  <a:pt x="40797" y="72209"/>
                  <a:pt x="40996" y="72159"/>
                  <a:pt x="41145" y="72134"/>
                </a:cubicBezTo>
                <a:close/>
                <a:moveTo>
                  <a:pt x="45551" y="72284"/>
                </a:moveTo>
                <a:lnTo>
                  <a:pt x="45551" y="72309"/>
                </a:lnTo>
                <a:cubicBezTo>
                  <a:pt x="45526" y="72309"/>
                  <a:pt x="45526" y="72309"/>
                  <a:pt x="45501" y="72284"/>
                </a:cubicBezTo>
                <a:lnTo>
                  <a:pt x="45501" y="72284"/>
                </a:lnTo>
                <a:cubicBezTo>
                  <a:pt x="45509" y="72292"/>
                  <a:pt x="45515" y="72295"/>
                  <a:pt x="45520" y="72295"/>
                </a:cubicBezTo>
                <a:cubicBezTo>
                  <a:pt x="45529" y="72295"/>
                  <a:pt x="45534" y="72284"/>
                  <a:pt x="45551" y="72284"/>
                </a:cubicBezTo>
                <a:close/>
                <a:moveTo>
                  <a:pt x="62825" y="71836"/>
                </a:moveTo>
                <a:cubicBezTo>
                  <a:pt x="62975" y="72010"/>
                  <a:pt x="63149" y="72159"/>
                  <a:pt x="63298" y="72333"/>
                </a:cubicBezTo>
                <a:cubicBezTo>
                  <a:pt x="63273" y="72333"/>
                  <a:pt x="63224" y="72383"/>
                  <a:pt x="63224" y="72383"/>
                </a:cubicBezTo>
                <a:cubicBezTo>
                  <a:pt x="63074" y="72209"/>
                  <a:pt x="62925" y="72035"/>
                  <a:pt x="62751" y="71885"/>
                </a:cubicBezTo>
                <a:lnTo>
                  <a:pt x="62800" y="71885"/>
                </a:lnTo>
                <a:lnTo>
                  <a:pt x="62825" y="71836"/>
                </a:lnTo>
                <a:close/>
                <a:moveTo>
                  <a:pt x="72309" y="63945"/>
                </a:moveTo>
                <a:lnTo>
                  <a:pt x="72359" y="63970"/>
                </a:lnTo>
                <a:cubicBezTo>
                  <a:pt x="69621" y="66907"/>
                  <a:pt x="66683" y="69720"/>
                  <a:pt x="63572" y="72408"/>
                </a:cubicBezTo>
                <a:lnTo>
                  <a:pt x="63547" y="72383"/>
                </a:lnTo>
                <a:lnTo>
                  <a:pt x="63522" y="72333"/>
                </a:lnTo>
                <a:cubicBezTo>
                  <a:pt x="66659" y="69695"/>
                  <a:pt x="69571" y="66857"/>
                  <a:pt x="72309" y="63945"/>
                </a:cubicBezTo>
                <a:close/>
                <a:moveTo>
                  <a:pt x="34474" y="68276"/>
                </a:moveTo>
                <a:cubicBezTo>
                  <a:pt x="34574" y="68301"/>
                  <a:pt x="34649" y="68326"/>
                  <a:pt x="34723" y="68401"/>
                </a:cubicBezTo>
                <a:cubicBezTo>
                  <a:pt x="34898" y="68475"/>
                  <a:pt x="35072" y="68550"/>
                  <a:pt x="35221" y="68650"/>
                </a:cubicBezTo>
                <a:cubicBezTo>
                  <a:pt x="35395" y="68699"/>
                  <a:pt x="35520" y="68799"/>
                  <a:pt x="35644" y="68849"/>
                </a:cubicBezTo>
                <a:cubicBezTo>
                  <a:pt x="35794" y="68948"/>
                  <a:pt x="35943" y="69023"/>
                  <a:pt x="36092" y="69098"/>
                </a:cubicBezTo>
                <a:cubicBezTo>
                  <a:pt x="36267" y="69197"/>
                  <a:pt x="36391" y="69272"/>
                  <a:pt x="36540" y="69347"/>
                </a:cubicBezTo>
                <a:cubicBezTo>
                  <a:pt x="36690" y="69446"/>
                  <a:pt x="36814" y="69546"/>
                  <a:pt x="36963" y="69645"/>
                </a:cubicBezTo>
                <a:cubicBezTo>
                  <a:pt x="37088" y="69720"/>
                  <a:pt x="37262" y="69819"/>
                  <a:pt x="37387" y="69919"/>
                </a:cubicBezTo>
                <a:cubicBezTo>
                  <a:pt x="37511" y="70019"/>
                  <a:pt x="37660" y="70093"/>
                  <a:pt x="37785" y="70193"/>
                </a:cubicBezTo>
                <a:cubicBezTo>
                  <a:pt x="37909" y="70292"/>
                  <a:pt x="38034" y="70392"/>
                  <a:pt x="38183" y="70516"/>
                </a:cubicBezTo>
                <a:cubicBezTo>
                  <a:pt x="38308" y="70591"/>
                  <a:pt x="38432" y="70691"/>
                  <a:pt x="38557" y="70815"/>
                </a:cubicBezTo>
                <a:cubicBezTo>
                  <a:pt x="38681" y="70915"/>
                  <a:pt x="38805" y="71039"/>
                  <a:pt x="38930" y="71139"/>
                </a:cubicBezTo>
                <a:cubicBezTo>
                  <a:pt x="39054" y="71213"/>
                  <a:pt x="39179" y="71338"/>
                  <a:pt x="39303" y="71437"/>
                </a:cubicBezTo>
                <a:cubicBezTo>
                  <a:pt x="39428" y="71562"/>
                  <a:pt x="39552" y="71686"/>
                  <a:pt x="39677" y="71786"/>
                </a:cubicBezTo>
                <a:lnTo>
                  <a:pt x="40000" y="72085"/>
                </a:lnTo>
                <a:cubicBezTo>
                  <a:pt x="40000" y="72134"/>
                  <a:pt x="40000" y="72134"/>
                  <a:pt x="40025" y="72134"/>
                </a:cubicBezTo>
                <a:lnTo>
                  <a:pt x="40025" y="72159"/>
                </a:lnTo>
                <a:cubicBezTo>
                  <a:pt x="39577" y="72309"/>
                  <a:pt x="39204" y="72383"/>
                  <a:pt x="38830" y="72433"/>
                </a:cubicBezTo>
                <a:cubicBezTo>
                  <a:pt x="38631" y="72309"/>
                  <a:pt x="38382" y="72159"/>
                  <a:pt x="38158" y="72035"/>
                </a:cubicBezTo>
                <a:lnTo>
                  <a:pt x="38133" y="72010"/>
                </a:lnTo>
                <a:cubicBezTo>
                  <a:pt x="36839" y="71288"/>
                  <a:pt x="35445" y="70765"/>
                  <a:pt x="33977" y="70392"/>
                </a:cubicBezTo>
                <a:cubicBezTo>
                  <a:pt x="33927" y="70392"/>
                  <a:pt x="33902" y="70342"/>
                  <a:pt x="33827" y="70342"/>
                </a:cubicBezTo>
                <a:cubicBezTo>
                  <a:pt x="33678" y="70317"/>
                  <a:pt x="33479" y="70268"/>
                  <a:pt x="33329" y="70218"/>
                </a:cubicBezTo>
                <a:cubicBezTo>
                  <a:pt x="33329" y="70218"/>
                  <a:pt x="33304" y="70218"/>
                  <a:pt x="33304" y="70193"/>
                </a:cubicBezTo>
                <a:cubicBezTo>
                  <a:pt x="33678" y="69546"/>
                  <a:pt x="34076" y="68899"/>
                  <a:pt x="34474" y="68276"/>
                </a:cubicBezTo>
                <a:close/>
                <a:moveTo>
                  <a:pt x="35843" y="72259"/>
                </a:moveTo>
                <a:lnTo>
                  <a:pt x="35843" y="72259"/>
                </a:lnTo>
                <a:cubicBezTo>
                  <a:pt x="35943" y="72284"/>
                  <a:pt x="36067" y="72284"/>
                  <a:pt x="36167" y="72309"/>
                </a:cubicBezTo>
                <a:cubicBezTo>
                  <a:pt x="36328" y="72362"/>
                  <a:pt x="36476" y="72403"/>
                  <a:pt x="36638" y="72449"/>
                </a:cubicBezTo>
                <a:lnTo>
                  <a:pt x="36638" y="72449"/>
                </a:lnTo>
                <a:cubicBezTo>
                  <a:pt x="36493" y="72417"/>
                  <a:pt x="36335" y="72400"/>
                  <a:pt x="36167" y="72383"/>
                </a:cubicBezTo>
                <a:cubicBezTo>
                  <a:pt x="36142" y="72383"/>
                  <a:pt x="36092" y="72383"/>
                  <a:pt x="36092" y="72333"/>
                </a:cubicBezTo>
                <a:cubicBezTo>
                  <a:pt x="36018" y="72309"/>
                  <a:pt x="35943" y="72284"/>
                  <a:pt x="35843" y="72259"/>
                </a:cubicBezTo>
                <a:close/>
                <a:moveTo>
                  <a:pt x="33977" y="70890"/>
                </a:moveTo>
                <a:lnTo>
                  <a:pt x="33977" y="70890"/>
                </a:lnTo>
                <a:cubicBezTo>
                  <a:pt x="34101" y="70915"/>
                  <a:pt x="34225" y="70940"/>
                  <a:pt x="34325" y="70964"/>
                </a:cubicBezTo>
                <a:lnTo>
                  <a:pt x="34698" y="71064"/>
                </a:lnTo>
                <a:cubicBezTo>
                  <a:pt x="35196" y="71213"/>
                  <a:pt x="35694" y="71388"/>
                  <a:pt x="36167" y="71562"/>
                </a:cubicBezTo>
                <a:lnTo>
                  <a:pt x="36192" y="71562"/>
                </a:lnTo>
                <a:cubicBezTo>
                  <a:pt x="36665" y="71761"/>
                  <a:pt x="37113" y="71960"/>
                  <a:pt x="37586" y="72209"/>
                </a:cubicBezTo>
                <a:cubicBezTo>
                  <a:pt x="37660" y="72259"/>
                  <a:pt x="37710" y="72284"/>
                  <a:pt x="37810" y="72309"/>
                </a:cubicBezTo>
                <a:cubicBezTo>
                  <a:pt x="37909" y="72383"/>
                  <a:pt x="37984" y="72433"/>
                  <a:pt x="38084" y="72458"/>
                </a:cubicBezTo>
                <a:lnTo>
                  <a:pt x="37909" y="72458"/>
                </a:lnTo>
                <a:cubicBezTo>
                  <a:pt x="37337" y="72383"/>
                  <a:pt x="36789" y="72209"/>
                  <a:pt x="36192" y="72134"/>
                </a:cubicBezTo>
                <a:cubicBezTo>
                  <a:pt x="35346" y="71811"/>
                  <a:pt x="34599" y="71413"/>
                  <a:pt x="33977" y="70890"/>
                </a:cubicBezTo>
                <a:close/>
                <a:moveTo>
                  <a:pt x="39926" y="72458"/>
                </a:moveTo>
                <a:lnTo>
                  <a:pt x="39926" y="72458"/>
                </a:lnTo>
                <a:cubicBezTo>
                  <a:pt x="39926" y="72458"/>
                  <a:pt x="39926" y="72458"/>
                  <a:pt x="39926" y="72458"/>
                </a:cubicBezTo>
                <a:lnTo>
                  <a:pt x="39901" y="72458"/>
                </a:lnTo>
                <a:cubicBezTo>
                  <a:pt x="39908" y="72458"/>
                  <a:pt x="39917" y="72458"/>
                  <a:pt x="39926" y="72458"/>
                </a:cubicBezTo>
                <a:close/>
                <a:moveTo>
                  <a:pt x="45750" y="72309"/>
                </a:moveTo>
                <a:cubicBezTo>
                  <a:pt x="45874" y="72333"/>
                  <a:pt x="45949" y="72383"/>
                  <a:pt x="46099" y="72408"/>
                </a:cubicBezTo>
                <a:cubicBezTo>
                  <a:pt x="46099" y="72433"/>
                  <a:pt x="46049" y="72433"/>
                  <a:pt x="46049" y="72458"/>
                </a:cubicBezTo>
                <a:cubicBezTo>
                  <a:pt x="45974" y="72433"/>
                  <a:pt x="45850" y="72408"/>
                  <a:pt x="45750" y="72383"/>
                </a:cubicBezTo>
                <a:lnTo>
                  <a:pt x="45750" y="72309"/>
                </a:lnTo>
                <a:close/>
                <a:moveTo>
                  <a:pt x="7791" y="72433"/>
                </a:moveTo>
                <a:cubicBezTo>
                  <a:pt x="7791" y="72458"/>
                  <a:pt x="7766" y="72458"/>
                  <a:pt x="7766" y="72508"/>
                </a:cubicBezTo>
                <a:lnTo>
                  <a:pt x="7716" y="72458"/>
                </a:lnTo>
                <a:cubicBezTo>
                  <a:pt x="7766" y="72458"/>
                  <a:pt x="7766" y="72433"/>
                  <a:pt x="7791" y="72433"/>
                </a:cubicBezTo>
                <a:close/>
                <a:moveTo>
                  <a:pt x="19515" y="72383"/>
                </a:moveTo>
                <a:cubicBezTo>
                  <a:pt x="19515" y="72383"/>
                  <a:pt x="19515" y="72408"/>
                  <a:pt x="19490" y="72408"/>
                </a:cubicBezTo>
                <a:cubicBezTo>
                  <a:pt x="19490" y="72433"/>
                  <a:pt x="19465" y="72433"/>
                  <a:pt x="19465" y="72458"/>
                </a:cubicBezTo>
                <a:cubicBezTo>
                  <a:pt x="19440" y="72458"/>
                  <a:pt x="19415" y="72458"/>
                  <a:pt x="19390" y="72508"/>
                </a:cubicBezTo>
                <a:cubicBezTo>
                  <a:pt x="19390" y="72458"/>
                  <a:pt x="19415" y="72458"/>
                  <a:pt x="19415" y="72433"/>
                </a:cubicBezTo>
                <a:lnTo>
                  <a:pt x="19415" y="72408"/>
                </a:lnTo>
                <a:cubicBezTo>
                  <a:pt x="19440" y="72408"/>
                  <a:pt x="19490" y="72383"/>
                  <a:pt x="19515" y="72383"/>
                </a:cubicBezTo>
                <a:close/>
                <a:moveTo>
                  <a:pt x="33592" y="70544"/>
                </a:moveTo>
                <a:cubicBezTo>
                  <a:pt x="35230" y="70918"/>
                  <a:pt x="36818" y="71539"/>
                  <a:pt x="38283" y="72333"/>
                </a:cubicBezTo>
                <a:cubicBezTo>
                  <a:pt x="38308" y="72383"/>
                  <a:pt x="38382" y="72383"/>
                  <a:pt x="38407" y="72408"/>
                </a:cubicBezTo>
                <a:cubicBezTo>
                  <a:pt x="38432" y="72433"/>
                  <a:pt x="38507" y="72458"/>
                  <a:pt x="38532" y="72508"/>
                </a:cubicBezTo>
                <a:lnTo>
                  <a:pt x="38457" y="72508"/>
                </a:lnTo>
                <a:cubicBezTo>
                  <a:pt x="38283" y="72408"/>
                  <a:pt x="38084" y="72284"/>
                  <a:pt x="37909" y="72184"/>
                </a:cubicBezTo>
                <a:cubicBezTo>
                  <a:pt x="37835" y="72159"/>
                  <a:pt x="37785" y="72134"/>
                  <a:pt x="37685" y="72060"/>
                </a:cubicBezTo>
                <a:cubicBezTo>
                  <a:pt x="37212" y="71811"/>
                  <a:pt x="36764" y="71587"/>
                  <a:pt x="36267" y="71413"/>
                </a:cubicBezTo>
                <a:cubicBezTo>
                  <a:pt x="36192" y="71388"/>
                  <a:pt x="36142" y="71338"/>
                  <a:pt x="36067" y="71338"/>
                </a:cubicBezTo>
                <a:cubicBezTo>
                  <a:pt x="35669" y="71188"/>
                  <a:pt x="35221" y="71039"/>
                  <a:pt x="34798" y="70915"/>
                </a:cubicBezTo>
                <a:cubicBezTo>
                  <a:pt x="34673" y="70890"/>
                  <a:pt x="34549" y="70815"/>
                  <a:pt x="34425" y="70790"/>
                </a:cubicBezTo>
                <a:lnTo>
                  <a:pt x="33678" y="70591"/>
                </a:lnTo>
                <a:lnTo>
                  <a:pt x="33653" y="70566"/>
                </a:lnTo>
                <a:cubicBezTo>
                  <a:pt x="33614" y="70566"/>
                  <a:pt x="33606" y="70551"/>
                  <a:pt x="33592" y="70544"/>
                </a:cubicBezTo>
                <a:close/>
                <a:moveTo>
                  <a:pt x="41419" y="72284"/>
                </a:moveTo>
                <a:cubicBezTo>
                  <a:pt x="41245" y="72408"/>
                  <a:pt x="41071" y="72433"/>
                  <a:pt x="40921" y="72508"/>
                </a:cubicBezTo>
                <a:cubicBezTo>
                  <a:pt x="40921" y="72458"/>
                  <a:pt x="40896" y="72458"/>
                  <a:pt x="40896" y="72433"/>
                </a:cubicBezTo>
                <a:cubicBezTo>
                  <a:pt x="40921" y="72433"/>
                  <a:pt x="40921" y="72433"/>
                  <a:pt x="40946" y="72408"/>
                </a:cubicBezTo>
                <a:cubicBezTo>
                  <a:pt x="41046" y="72383"/>
                  <a:pt x="41170" y="72333"/>
                  <a:pt x="41270" y="72309"/>
                </a:cubicBezTo>
                <a:cubicBezTo>
                  <a:pt x="41319" y="72309"/>
                  <a:pt x="41369" y="72284"/>
                  <a:pt x="41419" y="72284"/>
                </a:cubicBezTo>
                <a:close/>
                <a:moveTo>
                  <a:pt x="63423" y="72458"/>
                </a:moveTo>
                <a:cubicBezTo>
                  <a:pt x="63423" y="72508"/>
                  <a:pt x="63423" y="72508"/>
                  <a:pt x="63448" y="72533"/>
                </a:cubicBezTo>
                <a:cubicBezTo>
                  <a:pt x="63423" y="72533"/>
                  <a:pt x="63423" y="72557"/>
                  <a:pt x="63398" y="72557"/>
                </a:cubicBezTo>
                <a:cubicBezTo>
                  <a:pt x="63398" y="72533"/>
                  <a:pt x="63348" y="72533"/>
                  <a:pt x="63348" y="72508"/>
                </a:cubicBezTo>
                <a:cubicBezTo>
                  <a:pt x="63398" y="72508"/>
                  <a:pt x="63398" y="72458"/>
                  <a:pt x="63423" y="72458"/>
                </a:cubicBezTo>
                <a:close/>
                <a:moveTo>
                  <a:pt x="43334" y="72176"/>
                </a:moveTo>
                <a:cubicBezTo>
                  <a:pt x="43592" y="72176"/>
                  <a:pt x="43849" y="72188"/>
                  <a:pt x="44107" y="72209"/>
                </a:cubicBezTo>
                <a:cubicBezTo>
                  <a:pt x="43385" y="72383"/>
                  <a:pt x="42688" y="72508"/>
                  <a:pt x="42016" y="72582"/>
                </a:cubicBezTo>
                <a:cubicBezTo>
                  <a:pt x="42016" y="72557"/>
                  <a:pt x="42041" y="72533"/>
                  <a:pt x="42041" y="72533"/>
                </a:cubicBezTo>
                <a:cubicBezTo>
                  <a:pt x="42041" y="72533"/>
                  <a:pt x="42041" y="72508"/>
                  <a:pt x="42066" y="72508"/>
                </a:cubicBezTo>
                <a:cubicBezTo>
                  <a:pt x="42066" y="72508"/>
                  <a:pt x="42066" y="72458"/>
                  <a:pt x="42116" y="72458"/>
                </a:cubicBezTo>
                <a:cubicBezTo>
                  <a:pt x="42141" y="72408"/>
                  <a:pt x="42191" y="72309"/>
                  <a:pt x="42240" y="72259"/>
                </a:cubicBezTo>
                <a:cubicBezTo>
                  <a:pt x="42605" y="72200"/>
                  <a:pt x="42969" y="72176"/>
                  <a:pt x="43334" y="72176"/>
                </a:cubicBezTo>
                <a:close/>
                <a:moveTo>
                  <a:pt x="40672" y="72533"/>
                </a:moveTo>
                <a:cubicBezTo>
                  <a:pt x="40672" y="72533"/>
                  <a:pt x="40697" y="72557"/>
                  <a:pt x="40697" y="72582"/>
                </a:cubicBezTo>
                <a:cubicBezTo>
                  <a:pt x="40672" y="72582"/>
                  <a:pt x="40672" y="72582"/>
                  <a:pt x="40647" y="72632"/>
                </a:cubicBezTo>
                <a:cubicBezTo>
                  <a:pt x="40647" y="72582"/>
                  <a:pt x="40622" y="72582"/>
                  <a:pt x="40622" y="72557"/>
                </a:cubicBezTo>
                <a:cubicBezTo>
                  <a:pt x="40647" y="72557"/>
                  <a:pt x="40647" y="72557"/>
                  <a:pt x="40672" y="72533"/>
                </a:cubicBezTo>
                <a:close/>
                <a:moveTo>
                  <a:pt x="41942" y="72309"/>
                </a:moveTo>
                <a:cubicBezTo>
                  <a:pt x="41892" y="72408"/>
                  <a:pt x="41817" y="72533"/>
                  <a:pt x="41767" y="72632"/>
                </a:cubicBezTo>
                <a:lnTo>
                  <a:pt x="41743" y="72632"/>
                </a:lnTo>
                <a:cubicBezTo>
                  <a:pt x="41767" y="72533"/>
                  <a:pt x="41817" y="72433"/>
                  <a:pt x="41892" y="72333"/>
                </a:cubicBezTo>
                <a:cubicBezTo>
                  <a:pt x="41917" y="72333"/>
                  <a:pt x="41942" y="72309"/>
                  <a:pt x="41942" y="72309"/>
                </a:cubicBezTo>
                <a:close/>
                <a:moveTo>
                  <a:pt x="39204" y="72582"/>
                </a:moveTo>
                <a:cubicBezTo>
                  <a:pt x="39204" y="72582"/>
                  <a:pt x="39179" y="72582"/>
                  <a:pt x="39154" y="72632"/>
                </a:cubicBezTo>
                <a:cubicBezTo>
                  <a:pt x="39129" y="72632"/>
                  <a:pt x="39129" y="72657"/>
                  <a:pt x="39079" y="72657"/>
                </a:cubicBezTo>
                <a:lnTo>
                  <a:pt x="39054" y="72657"/>
                </a:lnTo>
                <a:cubicBezTo>
                  <a:pt x="39054" y="72657"/>
                  <a:pt x="39029" y="72657"/>
                  <a:pt x="39029" y="72632"/>
                </a:cubicBezTo>
                <a:cubicBezTo>
                  <a:pt x="39079" y="72632"/>
                  <a:pt x="39154" y="72582"/>
                  <a:pt x="39204" y="72582"/>
                </a:cubicBezTo>
                <a:close/>
                <a:moveTo>
                  <a:pt x="38756" y="72657"/>
                </a:moveTo>
                <a:lnTo>
                  <a:pt x="38781" y="72682"/>
                </a:lnTo>
                <a:lnTo>
                  <a:pt x="38756" y="72682"/>
                </a:lnTo>
                <a:cubicBezTo>
                  <a:pt x="38756" y="72657"/>
                  <a:pt x="38706" y="72657"/>
                  <a:pt x="38681" y="72657"/>
                </a:cubicBezTo>
                <a:close/>
                <a:moveTo>
                  <a:pt x="40398" y="72632"/>
                </a:moveTo>
                <a:cubicBezTo>
                  <a:pt x="40398" y="72657"/>
                  <a:pt x="40398" y="72657"/>
                  <a:pt x="40423" y="72682"/>
                </a:cubicBezTo>
                <a:lnTo>
                  <a:pt x="40374" y="72682"/>
                </a:lnTo>
                <a:lnTo>
                  <a:pt x="40374" y="72657"/>
                </a:lnTo>
                <a:cubicBezTo>
                  <a:pt x="40398" y="72657"/>
                  <a:pt x="40398" y="72657"/>
                  <a:pt x="40398" y="72632"/>
                </a:cubicBezTo>
                <a:close/>
                <a:moveTo>
                  <a:pt x="41543" y="72458"/>
                </a:moveTo>
                <a:cubicBezTo>
                  <a:pt x="41543" y="72533"/>
                  <a:pt x="41494" y="72582"/>
                  <a:pt x="41444" y="72657"/>
                </a:cubicBezTo>
                <a:cubicBezTo>
                  <a:pt x="41319" y="72657"/>
                  <a:pt x="41195" y="72657"/>
                  <a:pt x="41046" y="72682"/>
                </a:cubicBezTo>
                <a:lnTo>
                  <a:pt x="41021" y="72657"/>
                </a:lnTo>
                <a:cubicBezTo>
                  <a:pt x="41195" y="72582"/>
                  <a:pt x="41369" y="72533"/>
                  <a:pt x="41543" y="72458"/>
                </a:cubicBezTo>
                <a:close/>
                <a:moveTo>
                  <a:pt x="37810" y="72757"/>
                </a:moveTo>
                <a:cubicBezTo>
                  <a:pt x="37835" y="72757"/>
                  <a:pt x="37860" y="72757"/>
                  <a:pt x="37909" y="72782"/>
                </a:cubicBezTo>
                <a:cubicBezTo>
                  <a:pt x="37959" y="72782"/>
                  <a:pt x="38009" y="72806"/>
                  <a:pt x="38059" y="72806"/>
                </a:cubicBezTo>
                <a:cubicBezTo>
                  <a:pt x="38133" y="72831"/>
                  <a:pt x="38183" y="72831"/>
                  <a:pt x="38208" y="72856"/>
                </a:cubicBezTo>
                <a:cubicBezTo>
                  <a:pt x="38256" y="72856"/>
                  <a:pt x="38281" y="72902"/>
                  <a:pt x="38304" y="72906"/>
                </a:cubicBezTo>
                <a:lnTo>
                  <a:pt x="38304" y="72906"/>
                </a:lnTo>
                <a:cubicBezTo>
                  <a:pt x="38257" y="72904"/>
                  <a:pt x="38195" y="72897"/>
                  <a:pt x="38133" y="72856"/>
                </a:cubicBezTo>
                <a:cubicBezTo>
                  <a:pt x="38059" y="72856"/>
                  <a:pt x="38034" y="72856"/>
                  <a:pt x="37959" y="72831"/>
                </a:cubicBezTo>
                <a:cubicBezTo>
                  <a:pt x="37934" y="72806"/>
                  <a:pt x="37884" y="72782"/>
                  <a:pt x="37810" y="72782"/>
                </a:cubicBezTo>
                <a:lnTo>
                  <a:pt x="37810" y="72757"/>
                </a:lnTo>
                <a:close/>
                <a:moveTo>
                  <a:pt x="41319" y="72831"/>
                </a:moveTo>
                <a:cubicBezTo>
                  <a:pt x="41319" y="72881"/>
                  <a:pt x="41319" y="72906"/>
                  <a:pt x="41295" y="72906"/>
                </a:cubicBezTo>
                <a:lnTo>
                  <a:pt x="41270" y="72906"/>
                </a:lnTo>
                <a:lnTo>
                  <a:pt x="41245" y="72881"/>
                </a:lnTo>
                <a:cubicBezTo>
                  <a:pt x="41245" y="72881"/>
                  <a:pt x="41245" y="72831"/>
                  <a:pt x="41195" y="72831"/>
                </a:cubicBezTo>
                <a:close/>
                <a:moveTo>
                  <a:pt x="41643" y="72831"/>
                </a:moveTo>
                <a:cubicBezTo>
                  <a:pt x="41643" y="72881"/>
                  <a:pt x="41618" y="72881"/>
                  <a:pt x="41618" y="72906"/>
                </a:cubicBezTo>
                <a:lnTo>
                  <a:pt x="41568" y="72906"/>
                </a:lnTo>
                <a:cubicBezTo>
                  <a:pt x="41568" y="72881"/>
                  <a:pt x="41618" y="72881"/>
                  <a:pt x="41618" y="72831"/>
                </a:cubicBezTo>
                <a:close/>
                <a:moveTo>
                  <a:pt x="44555" y="72309"/>
                </a:moveTo>
                <a:cubicBezTo>
                  <a:pt x="44605" y="72309"/>
                  <a:pt x="44630" y="72309"/>
                  <a:pt x="44680" y="72333"/>
                </a:cubicBezTo>
                <a:lnTo>
                  <a:pt x="44680" y="72383"/>
                </a:lnTo>
                <a:cubicBezTo>
                  <a:pt x="43734" y="72632"/>
                  <a:pt x="42788" y="72806"/>
                  <a:pt x="41867" y="72906"/>
                </a:cubicBezTo>
                <a:cubicBezTo>
                  <a:pt x="41867" y="72831"/>
                  <a:pt x="41892" y="72806"/>
                  <a:pt x="41892" y="72806"/>
                </a:cubicBezTo>
                <a:cubicBezTo>
                  <a:pt x="42763" y="72707"/>
                  <a:pt x="43634" y="72533"/>
                  <a:pt x="44555" y="72309"/>
                </a:cubicBezTo>
                <a:close/>
                <a:moveTo>
                  <a:pt x="40971" y="72881"/>
                </a:moveTo>
                <a:lnTo>
                  <a:pt x="41046" y="72931"/>
                </a:lnTo>
                <a:lnTo>
                  <a:pt x="40971" y="72931"/>
                </a:lnTo>
                <a:cubicBezTo>
                  <a:pt x="40946" y="72931"/>
                  <a:pt x="40921" y="72906"/>
                  <a:pt x="40921" y="72881"/>
                </a:cubicBezTo>
                <a:close/>
                <a:moveTo>
                  <a:pt x="39751" y="72906"/>
                </a:moveTo>
                <a:cubicBezTo>
                  <a:pt x="39677" y="72931"/>
                  <a:pt x="39652" y="72931"/>
                  <a:pt x="39577" y="72956"/>
                </a:cubicBezTo>
                <a:cubicBezTo>
                  <a:pt x="39552" y="72956"/>
                  <a:pt x="39552" y="72931"/>
                  <a:pt x="39527" y="72931"/>
                </a:cubicBezTo>
                <a:lnTo>
                  <a:pt x="39552" y="72931"/>
                </a:lnTo>
                <a:cubicBezTo>
                  <a:pt x="39627" y="72906"/>
                  <a:pt x="39677" y="72906"/>
                  <a:pt x="39751" y="72906"/>
                </a:cubicBezTo>
                <a:close/>
                <a:moveTo>
                  <a:pt x="40249" y="72931"/>
                </a:moveTo>
                <a:lnTo>
                  <a:pt x="40249" y="72956"/>
                </a:lnTo>
                <a:lnTo>
                  <a:pt x="40125" y="72956"/>
                </a:lnTo>
                <a:cubicBezTo>
                  <a:pt x="40174" y="72956"/>
                  <a:pt x="40199" y="72956"/>
                  <a:pt x="40249" y="72931"/>
                </a:cubicBezTo>
                <a:close/>
                <a:moveTo>
                  <a:pt x="40498" y="72906"/>
                </a:moveTo>
                <a:cubicBezTo>
                  <a:pt x="40498" y="72931"/>
                  <a:pt x="40523" y="72931"/>
                  <a:pt x="40523" y="72956"/>
                </a:cubicBezTo>
                <a:lnTo>
                  <a:pt x="40448" y="72956"/>
                </a:lnTo>
                <a:cubicBezTo>
                  <a:pt x="40448" y="72931"/>
                  <a:pt x="40448" y="72931"/>
                  <a:pt x="40423" y="72906"/>
                </a:cubicBezTo>
                <a:close/>
                <a:moveTo>
                  <a:pt x="45750" y="72557"/>
                </a:moveTo>
                <a:cubicBezTo>
                  <a:pt x="45850" y="72582"/>
                  <a:pt x="45899" y="72632"/>
                  <a:pt x="45974" y="72632"/>
                </a:cubicBezTo>
                <a:cubicBezTo>
                  <a:pt x="45899" y="72757"/>
                  <a:pt x="45800" y="72906"/>
                  <a:pt x="45750" y="73030"/>
                </a:cubicBezTo>
                <a:lnTo>
                  <a:pt x="45750" y="72557"/>
                </a:lnTo>
                <a:close/>
                <a:moveTo>
                  <a:pt x="52321" y="69396"/>
                </a:moveTo>
                <a:cubicBezTo>
                  <a:pt x="52321" y="69421"/>
                  <a:pt x="52346" y="69471"/>
                  <a:pt x="52346" y="69521"/>
                </a:cubicBezTo>
                <a:cubicBezTo>
                  <a:pt x="52371" y="69595"/>
                  <a:pt x="52371" y="69695"/>
                  <a:pt x="52396" y="69795"/>
                </a:cubicBezTo>
                <a:lnTo>
                  <a:pt x="52496" y="70168"/>
                </a:lnTo>
                <a:cubicBezTo>
                  <a:pt x="52396" y="70218"/>
                  <a:pt x="52346" y="70268"/>
                  <a:pt x="52247" y="70317"/>
                </a:cubicBezTo>
                <a:cubicBezTo>
                  <a:pt x="51624" y="70765"/>
                  <a:pt x="51002" y="71188"/>
                  <a:pt x="50355" y="71637"/>
                </a:cubicBezTo>
                <a:lnTo>
                  <a:pt x="49782" y="72010"/>
                </a:lnTo>
                <a:cubicBezTo>
                  <a:pt x="49235" y="72383"/>
                  <a:pt x="48662" y="72707"/>
                  <a:pt x="48140" y="73055"/>
                </a:cubicBezTo>
                <a:cubicBezTo>
                  <a:pt x="47642" y="72806"/>
                  <a:pt x="47169" y="72582"/>
                  <a:pt x="46671" y="72408"/>
                </a:cubicBezTo>
                <a:cubicBezTo>
                  <a:pt x="46771" y="72259"/>
                  <a:pt x="46845" y="72060"/>
                  <a:pt x="46920" y="71885"/>
                </a:cubicBezTo>
                <a:cubicBezTo>
                  <a:pt x="46920" y="71836"/>
                  <a:pt x="46970" y="71836"/>
                  <a:pt x="46970" y="71811"/>
                </a:cubicBezTo>
                <a:cubicBezTo>
                  <a:pt x="48712" y="71188"/>
                  <a:pt x="50504" y="70392"/>
                  <a:pt x="52321" y="69396"/>
                </a:cubicBezTo>
                <a:close/>
                <a:moveTo>
                  <a:pt x="41519" y="73080"/>
                </a:moveTo>
                <a:cubicBezTo>
                  <a:pt x="41494" y="73130"/>
                  <a:pt x="41494" y="73155"/>
                  <a:pt x="41444" y="73155"/>
                </a:cubicBezTo>
                <a:cubicBezTo>
                  <a:pt x="41444" y="73130"/>
                  <a:pt x="41444" y="73130"/>
                  <a:pt x="41494" y="73080"/>
                </a:cubicBezTo>
                <a:close/>
                <a:moveTo>
                  <a:pt x="50495" y="71776"/>
                </a:moveTo>
                <a:lnTo>
                  <a:pt x="50006" y="72109"/>
                </a:lnTo>
                <a:cubicBezTo>
                  <a:pt x="49484" y="72458"/>
                  <a:pt x="48911" y="72806"/>
                  <a:pt x="48388" y="73155"/>
                </a:cubicBezTo>
                <a:cubicBezTo>
                  <a:pt x="48388" y="73167"/>
                  <a:pt x="48382" y="73174"/>
                  <a:pt x="48373" y="73174"/>
                </a:cubicBezTo>
                <a:cubicBezTo>
                  <a:pt x="48364" y="73174"/>
                  <a:pt x="48351" y="73167"/>
                  <a:pt x="48339" y="73155"/>
                </a:cubicBezTo>
                <a:lnTo>
                  <a:pt x="48339" y="73155"/>
                </a:lnTo>
                <a:cubicBezTo>
                  <a:pt x="48339" y="73155"/>
                  <a:pt x="48339" y="73155"/>
                  <a:pt x="48339" y="73155"/>
                </a:cubicBezTo>
                <a:lnTo>
                  <a:pt x="48339" y="73155"/>
                </a:lnTo>
                <a:cubicBezTo>
                  <a:pt x="48351" y="73167"/>
                  <a:pt x="48351" y="73174"/>
                  <a:pt x="48348" y="73174"/>
                </a:cubicBezTo>
                <a:cubicBezTo>
                  <a:pt x="48345" y="73174"/>
                  <a:pt x="48339" y="73167"/>
                  <a:pt x="48339" y="73155"/>
                </a:cubicBezTo>
                <a:lnTo>
                  <a:pt x="48339" y="73155"/>
                </a:lnTo>
                <a:cubicBezTo>
                  <a:pt x="48339" y="73155"/>
                  <a:pt x="48339" y="73155"/>
                  <a:pt x="48339" y="73155"/>
                </a:cubicBezTo>
                <a:cubicBezTo>
                  <a:pt x="48488" y="73055"/>
                  <a:pt x="48637" y="72956"/>
                  <a:pt x="48837" y="72831"/>
                </a:cubicBezTo>
                <a:cubicBezTo>
                  <a:pt x="49036" y="72707"/>
                  <a:pt x="49235" y="72557"/>
                  <a:pt x="49459" y="72433"/>
                </a:cubicBezTo>
                <a:cubicBezTo>
                  <a:pt x="49608" y="72333"/>
                  <a:pt x="49782" y="72209"/>
                  <a:pt x="49957" y="72134"/>
                </a:cubicBezTo>
                <a:cubicBezTo>
                  <a:pt x="50131" y="72010"/>
                  <a:pt x="50305" y="71910"/>
                  <a:pt x="50479" y="71786"/>
                </a:cubicBezTo>
                <a:cubicBezTo>
                  <a:pt x="50485" y="71783"/>
                  <a:pt x="50490" y="71779"/>
                  <a:pt x="50495" y="71776"/>
                </a:cubicBezTo>
                <a:close/>
                <a:moveTo>
                  <a:pt x="41170" y="73130"/>
                </a:moveTo>
                <a:lnTo>
                  <a:pt x="41195" y="73155"/>
                </a:lnTo>
                <a:cubicBezTo>
                  <a:pt x="41195" y="73180"/>
                  <a:pt x="41170" y="73180"/>
                  <a:pt x="41170" y="73205"/>
                </a:cubicBezTo>
                <a:cubicBezTo>
                  <a:pt x="41145" y="73180"/>
                  <a:pt x="41145" y="73155"/>
                  <a:pt x="41120" y="73130"/>
                </a:cubicBezTo>
                <a:close/>
                <a:moveTo>
                  <a:pt x="46596" y="72582"/>
                </a:moveTo>
                <a:cubicBezTo>
                  <a:pt x="47044" y="72757"/>
                  <a:pt x="47492" y="72956"/>
                  <a:pt x="47916" y="73180"/>
                </a:cubicBezTo>
                <a:cubicBezTo>
                  <a:pt x="47891" y="73180"/>
                  <a:pt x="47891" y="73205"/>
                  <a:pt x="47866" y="73205"/>
                </a:cubicBezTo>
                <a:cubicBezTo>
                  <a:pt x="47468" y="73006"/>
                  <a:pt x="46995" y="72806"/>
                  <a:pt x="46547" y="72657"/>
                </a:cubicBezTo>
                <a:cubicBezTo>
                  <a:pt x="46547" y="72632"/>
                  <a:pt x="46596" y="72632"/>
                  <a:pt x="46596" y="72582"/>
                </a:cubicBezTo>
                <a:close/>
                <a:moveTo>
                  <a:pt x="29247" y="70292"/>
                </a:moveTo>
                <a:cubicBezTo>
                  <a:pt x="29770" y="70292"/>
                  <a:pt x="30318" y="70317"/>
                  <a:pt x="30840" y="70342"/>
                </a:cubicBezTo>
                <a:cubicBezTo>
                  <a:pt x="30965" y="70342"/>
                  <a:pt x="31114" y="70392"/>
                  <a:pt x="31239" y="70392"/>
                </a:cubicBezTo>
                <a:cubicBezTo>
                  <a:pt x="31687" y="70417"/>
                  <a:pt x="32110" y="70467"/>
                  <a:pt x="32558" y="70566"/>
                </a:cubicBezTo>
                <a:cubicBezTo>
                  <a:pt x="32259" y="71039"/>
                  <a:pt x="32035" y="71462"/>
                  <a:pt x="31786" y="71935"/>
                </a:cubicBezTo>
                <a:cubicBezTo>
                  <a:pt x="30069" y="72134"/>
                  <a:pt x="28326" y="72557"/>
                  <a:pt x="26609" y="73254"/>
                </a:cubicBezTo>
                <a:cubicBezTo>
                  <a:pt x="25314" y="72757"/>
                  <a:pt x="24169" y="72060"/>
                  <a:pt x="23248" y="71164"/>
                </a:cubicBezTo>
                <a:cubicBezTo>
                  <a:pt x="23497" y="71089"/>
                  <a:pt x="23721" y="71039"/>
                  <a:pt x="23970" y="70964"/>
                </a:cubicBezTo>
                <a:cubicBezTo>
                  <a:pt x="24020" y="70940"/>
                  <a:pt x="24120" y="70940"/>
                  <a:pt x="24169" y="70915"/>
                </a:cubicBezTo>
                <a:lnTo>
                  <a:pt x="25016" y="70716"/>
                </a:lnTo>
                <a:cubicBezTo>
                  <a:pt x="25115" y="70691"/>
                  <a:pt x="25215" y="70691"/>
                  <a:pt x="25265" y="70666"/>
                </a:cubicBezTo>
                <a:cubicBezTo>
                  <a:pt x="25538" y="70591"/>
                  <a:pt x="25787" y="70566"/>
                  <a:pt x="26086" y="70516"/>
                </a:cubicBezTo>
                <a:cubicBezTo>
                  <a:pt x="26211" y="70467"/>
                  <a:pt x="26285" y="70467"/>
                  <a:pt x="26410" y="70467"/>
                </a:cubicBezTo>
                <a:cubicBezTo>
                  <a:pt x="26659" y="70442"/>
                  <a:pt x="26907" y="70417"/>
                  <a:pt x="27131" y="70392"/>
                </a:cubicBezTo>
                <a:cubicBezTo>
                  <a:pt x="27281" y="70342"/>
                  <a:pt x="27480" y="70342"/>
                  <a:pt x="27629" y="70342"/>
                </a:cubicBezTo>
                <a:cubicBezTo>
                  <a:pt x="27828" y="70342"/>
                  <a:pt x="28003" y="70317"/>
                  <a:pt x="28202" y="70317"/>
                </a:cubicBezTo>
                <a:cubicBezTo>
                  <a:pt x="28525" y="70292"/>
                  <a:pt x="28874" y="70292"/>
                  <a:pt x="29222" y="70292"/>
                </a:cubicBezTo>
                <a:close/>
                <a:moveTo>
                  <a:pt x="38557" y="73180"/>
                </a:moveTo>
                <a:lnTo>
                  <a:pt x="38557" y="73180"/>
                </a:lnTo>
                <a:cubicBezTo>
                  <a:pt x="38532" y="73205"/>
                  <a:pt x="38457" y="73254"/>
                  <a:pt x="38432" y="73279"/>
                </a:cubicBezTo>
                <a:cubicBezTo>
                  <a:pt x="38398" y="73296"/>
                  <a:pt x="38340" y="73302"/>
                  <a:pt x="38283" y="73311"/>
                </a:cubicBezTo>
                <a:lnTo>
                  <a:pt x="38283" y="73311"/>
                </a:lnTo>
                <a:cubicBezTo>
                  <a:pt x="38312" y="73299"/>
                  <a:pt x="38344" y="73280"/>
                  <a:pt x="38382" y="73254"/>
                </a:cubicBezTo>
                <a:cubicBezTo>
                  <a:pt x="38432" y="73205"/>
                  <a:pt x="38507" y="73205"/>
                  <a:pt x="38557" y="73180"/>
                </a:cubicBezTo>
                <a:close/>
                <a:moveTo>
                  <a:pt x="48214" y="73304"/>
                </a:moveTo>
                <a:cubicBezTo>
                  <a:pt x="48187" y="73304"/>
                  <a:pt x="48174" y="73312"/>
                  <a:pt x="48165" y="73319"/>
                </a:cubicBezTo>
                <a:lnTo>
                  <a:pt x="48165" y="73319"/>
                </a:lnTo>
                <a:cubicBezTo>
                  <a:pt x="48166" y="73304"/>
                  <a:pt x="48173" y="73304"/>
                  <a:pt x="48214" y="73304"/>
                </a:cubicBezTo>
                <a:close/>
                <a:moveTo>
                  <a:pt x="39253" y="73254"/>
                </a:moveTo>
                <a:cubicBezTo>
                  <a:pt x="39278" y="73254"/>
                  <a:pt x="39278" y="73254"/>
                  <a:pt x="39278" y="73279"/>
                </a:cubicBezTo>
                <a:cubicBezTo>
                  <a:pt x="39303" y="73304"/>
                  <a:pt x="39328" y="73304"/>
                  <a:pt x="39378" y="73329"/>
                </a:cubicBezTo>
                <a:cubicBezTo>
                  <a:pt x="39303" y="73304"/>
                  <a:pt x="39278" y="73304"/>
                  <a:pt x="39204" y="73279"/>
                </a:cubicBezTo>
                <a:cubicBezTo>
                  <a:pt x="39253" y="73279"/>
                  <a:pt x="39253" y="73279"/>
                  <a:pt x="39253" y="73254"/>
                </a:cubicBezTo>
                <a:close/>
                <a:moveTo>
                  <a:pt x="48140" y="73304"/>
                </a:moveTo>
                <a:cubicBezTo>
                  <a:pt x="48140" y="73304"/>
                  <a:pt x="48158" y="73304"/>
                  <a:pt x="48163" y="73320"/>
                </a:cubicBezTo>
                <a:lnTo>
                  <a:pt x="48163" y="73320"/>
                </a:lnTo>
                <a:cubicBezTo>
                  <a:pt x="48156" y="73325"/>
                  <a:pt x="48150" y="73329"/>
                  <a:pt x="48140" y="73329"/>
                </a:cubicBezTo>
                <a:lnTo>
                  <a:pt x="48090" y="73329"/>
                </a:lnTo>
                <a:cubicBezTo>
                  <a:pt x="48115" y="73329"/>
                  <a:pt x="48115" y="73304"/>
                  <a:pt x="48140" y="73304"/>
                </a:cubicBezTo>
                <a:close/>
                <a:moveTo>
                  <a:pt x="23074" y="71213"/>
                </a:moveTo>
                <a:cubicBezTo>
                  <a:pt x="23995" y="72134"/>
                  <a:pt x="25090" y="72831"/>
                  <a:pt x="26385" y="73329"/>
                </a:cubicBezTo>
                <a:cubicBezTo>
                  <a:pt x="26360" y="73329"/>
                  <a:pt x="26335" y="73379"/>
                  <a:pt x="26285" y="73379"/>
                </a:cubicBezTo>
                <a:cubicBezTo>
                  <a:pt x="25033" y="72888"/>
                  <a:pt x="23926" y="72154"/>
                  <a:pt x="23012" y="71251"/>
                </a:cubicBezTo>
                <a:lnTo>
                  <a:pt x="23012" y="71251"/>
                </a:lnTo>
                <a:cubicBezTo>
                  <a:pt x="23013" y="71251"/>
                  <a:pt x="23014" y="71251"/>
                  <a:pt x="23015" y="71251"/>
                </a:cubicBezTo>
                <a:cubicBezTo>
                  <a:pt x="23031" y="71251"/>
                  <a:pt x="23049" y="71238"/>
                  <a:pt x="23074" y="71213"/>
                </a:cubicBezTo>
                <a:close/>
                <a:moveTo>
                  <a:pt x="31711" y="72134"/>
                </a:moveTo>
                <a:cubicBezTo>
                  <a:pt x="31711" y="72159"/>
                  <a:pt x="31687" y="72159"/>
                  <a:pt x="31687" y="72184"/>
                </a:cubicBezTo>
                <a:cubicBezTo>
                  <a:pt x="30094" y="72333"/>
                  <a:pt x="28550" y="72757"/>
                  <a:pt x="27007" y="73379"/>
                </a:cubicBezTo>
                <a:cubicBezTo>
                  <a:pt x="26982" y="73379"/>
                  <a:pt x="26957" y="73329"/>
                  <a:pt x="26907" y="73329"/>
                </a:cubicBezTo>
                <a:cubicBezTo>
                  <a:pt x="28476" y="72707"/>
                  <a:pt x="30069" y="72309"/>
                  <a:pt x="31711" y="72134"/>
                </a:cubicBezTo>
                <a:close/>
                <a:moveTo>
                  <a:pt x="41319" y="73304"/>
                </a:moveTo>
                <a:cubicBezTo>
                  <a:pt x="41369" y="73329"/>
                  <a:pt x="41369" y="73329"/>
                  <a:pt x="41369" y="73379"/>
                </a:cubicBezTo>
                <a:cubicBezTo>
                  <a:pt x="41369" y="73404"/>
                  <a:pt x="41319" y="73404"/>
                  <a:pt x="41319" y="73429"/>
                </a:cubicBezTo>
                <a:lnTo>
                  <a:pt x="41319" y="73404"/>
                </a:lnTo>
                <a:lnTo>
                  <a:pt x="41295" y="73379"/>
                </a:lnTo>
                <a:cubicBezTo>
                  <a:pt x="41295" y="73329"/>
                  <a:pt x="41319" y="73329"/>
                  <a:pt x="41319" y="73304"/>
                </a:cubicBezTo>
                <a:close/>
                <a:moveTo>
                  <a:pt x="40896" y="73130"/>
                </a:moveTo>
                <a:cubicBezTo>
                  <a:pt x="40921" y="73205"/>
                  <a:pt x="40996" y="73304"/>
                  <a:pt x="41046" y="73379"/>
                </a:cubicBezTo>
                <a:cubicBezTo>
                  <a:pt x="41021" y="73404"/>
                  <a:pt x="40996" y="73454"/>
                  <a:pt x="40996" y="73503"/>
                </a:cubicBezTo>
                <a:cubicBezTo>
                  <a:pt x="40921" y="73379"/>
                  <a:pt x="40871" y="73254"/>
                  <a:pt x="40822" y="73130"/>
                </a:cubicBezTo>
                <a:close/>
                <a:moveTo>
                  <a:pt x="26609" y="73454"/>
                </a:moveTo>
                <a:cubicBezTo>
                  <a:pt x="26683" y="73454"/>
                  <a:pt x="26708" y="73454"/>
                  <a:pt x="26708" y="73503"/>
                </a:cubicBezTo>
                <a:cubicBezTo>
                  <a:pt x="26683" y="73503"/>
                  <a:pt x="26634" y="73528"/>
                  <a:pt x="26609" y="73528"/>
                </a:cubicBezTo>
                <a:lnTo>
                  <a:pt x="26584" y="73528"/>
                </a:lnTo>
                <a:cubicBezTo>
                  <a:pt x="26559" y="73528"/>
                  <a:pt x="26559" y="73503"/>
                  <a:pt x="26509" y="73503"/>
                </a:cubicBezTo>
                <a:cubicBezTo>
                  <a:pt x="26559" y="73503"/>
                  <a:pt x="26584" y="73454"/>
                  <a:pt x="26609" y="73454"/>
                </a:cubicBezTo>
                <a:close/>
                <a:moveTo>
                  <a:pt x="40324" y="73155"/>
                </a:moveTo>
                <a:cubicBezTo>
                  <a:pt x="40349" y="73205"/>
                  <a:pt x="40349" y="73254"/>
                  <a:pt x="40398" y="73304"/>
                </a:cubicBezTo>
                <a:lnTo>
                  <a:pt x="40398" y="73329"/>
                </a:lnTo>
                <a:cubicBezTo>
                  <a:pt x="40423" y="73404"/>
                  <a:pt x="40448" y="73503"/>
                  <a:pt x="40498" y="73553"/>
                </a:cubicBezTo>
                <a:lnTo>
                  <a:pt x="40498" y="73578"/>
                </a:lnTo>
                <a:lnTo>
                  <a:pt x="40299" y="73478"/>
                </a:lnTo>
                <a:cubicBezTo>
                  <a:pt x="40150" y="73354"/>
                  <a:pt x="40000" y="73279"/>
                  <a:pt x="39826" y="73155"/>
                </a:cubicBezTo>
                <a:close/>
                <a:moveTo>
                  <a:pt x="45501" y="72508"/>
                </a:moveTo>
                <a:cubicBezTo>
                  <a:pt x="45526" y="72508"/>
                  <a:pt x="45526" y="72508"/>
                  <a:pt x="45551" y="72533"/>
                </a:cubicBezTo>
                <a:cubicBezTo>
                  <a:pt x="45551" y="72831"/>
                  <a:pt x="45551" y="73180"/>
                  <a:pt x="45526" y="73503"/>
                </a:cubicBezTo>
                <a:cubicBezTo>
                  <a:pt x="45506" y="73544"/>
                  <a:pt x="45486" y="73568"/>
                  <a:pt x="45479" y="73615"/>
                </a:cubicBezTo>
                <a:lnTo>
                  <a:pt x="45479" y="73615"/>
                </a:lnTo>
                <a:cubicBezTo>
                  <a:pt x="45503" y="73253"/>
                  <a:pt x="45525" y="72869"/>
                  <a:pt x="45501" y="72508"/>
                </a:cubicBezTo>
                <a:close/>
                <a:moveTo>
                  <a:pt x="41170" y="73553"/>
                </a:moveTo>
                <a:lnTo>
                  <a:pt x="41195" y="73578"/>
                </a:lnTo>
                <a:lnTo>
                  <a:pt x="41120" y="73777"/>
                </a:lnTo>
                <a:lnTo>
                  <a:pt x="41071" y="73752"/>
                </a:lnTo>
                <a:lnTo>
                  <a:pt x="41170" y="73553"/>
                </a:lnTo>
                <a:close/>
                <a:moveTo>
                  <a:pt x="40622" y="73205"/>
                </a:moveTo>
                <a:cubicBezTo>
                  <a:pt x="40647" y="73254"/>
                  <a:pt x="40672" y="73329"/>
                  <a:pt x="40747" y="73429"/>
                </a:cubicBezTo>
                <a:lnTo>
                  <a:pt x="40822" y="73628"/>
                </a:lnTo>
                <a:cubicBezTo>
                  <a:pt x="40871" y="73653"/>
                  <a:pt x="40871" y="73702"/>
                  <a:pt x="40896" y="73752"/>
                </a:cubicBezTo>
                <a:cubicBezTo>
                  <a:pt x="40896" y="73752"/>
                  <a:pt x="40896" y="73777"/>
                  <a:pt x="40871" y="73777"/>
                </a:cubicBezTo>
                <a:lnTo>
                  <a:pt x="40871" y="73802"/>
                </a:lnTo>
                <a:cubicBezTo>
                  <a:pt x="40772" y="73653"/>
                  <a:pt x="40697" y="73503"/>
                  <a:pt x="40622" y="73329"/>
                </a:cubicBezTo>
                <a:cubicBezTo>
                  <a:pt x="40573" y="73279"/>
                  <a:pt x="40573" y="73254"/>
                  <a:pt x="40548" y="73205"/>
                </a:cubicBezTo>
                <a:close/>
                <a:moveTo>
                  <a:pt x="31562" y="72408"/>
                </a:moveTo>
                <a:cubicBezTo>
                  <a:pt x="31239" y="72956"/>
                  <a:pt x="30965" y="73503"/>
                  <a:pt x="30691" y="74051"/>
                </a:cubicBezTo>
                <a:cubicBezTo>
                  <a:pt x="29471" y="74001"/>
                  <a:pt x="28351" y="73777"/>
                  <a:pt x="27306" y="73454"/>
                </a:cubicBezTo>
                <a:cubicBezTo>
                  <a:pt x="28700" y="72931"/>
                  <a:pt x="30118" y="72557"/>
                  <a:pt x="31562" y="72408"/>
                </a:cubicBezTo>
                <a:close/>
                <a:moveTo>
                  <a:pt x="31861" y="72383"/>
                </a:moveTo>
                <a:cubicBezTo>
                  <a:pt x="31562" y="72931"/>
                  <a:pt x="31239" y="73503"/>
                  <a:pt x="30965" y="74051"/>
                </a:cubicBezTo>
                <a:lnTo>
                  <a:pt x="30915" y="74051"/>
                </a:lnTo>
                <a:cubicBezTo>
                  <a:pt x="31189" y="73503"/>
                  <a:pt x="31487" y="72931"/>
                  <a:pt x="31811" y="72383"/>
                </a:cubicBezTo>
                <a:close/>
                <a:moveTo>
                  <a:pt x="33230" y="72321"/>
                </a:moveTo>
                <a:cubicBezTo>
                  <a:pt x="34209" y="72321"/>
                  <a:pt x="35167" y="72414"/>
                  <a:pt x="36092" y="72557"/>
                </a:cubicBezTo>
                <a:cubicBezTo>
                  <a:pt x="36565" y="72707"/>
                  <a:pt x="37088" y="72881"/>
                  <a:pt x="37636" y="72956"/>
                </a:cubicBezTo>
                <a:lnTo>
                  <a:pt x="37710" y="72956"/>
                </a:lnTo>
                <a:cubicBezTo>
                  <a:pt x="37884" y="73006"/>
                  <a:pt x="38034" y="73030"/>
                  <a:pt x="38183" y="73080"/>
                </a:cubicBezTo>
                <a:cubicBezTo>
                  <a:pt x="38208" y="73080"/>
                  <a:pt x="38208" y="73080"/>
                  <a:pt x="38258" y="73130"/>
                </a:cubicBezTo>
                <a:cubicBezTo>
                  <a:pt x="35945" y="73742"/>
                  <a:pt x="33757" y="74086"/>
                  <a:pt x="31748" y="74086"/>
                </a:cubicBezTo>
                <a:cubicBezTo>
                  <a:pt x="31552" y="74086"/>
                  <a:pt x="31357" y="74082"/>
                  <a:pt x="31164" y="74076"/>
                </a:cubicBezTo>
                <a:cubicBezTo>
                  <a:pt x="31463" y="73503"/>
                  <a:pt x="31736" y="72931"/>
                  <a:pt x="32060" y="72383"/>
                </a:cubicBezTo>
                <a:cubicBezTo>
                  <a:pt x="32234" y="72383"/>
                  <a:pt x="32433" y="72333"/>
                  <a:pt x="32608" y="72333"/>
                </a:cubicBezTo>
                <a:cubicBezTo>
                  <a:pt x="32816" y="72325"/>
                  <a:pt x="33023" y="72321"/>
                  <a:pt x="33230" y="72321"/>
                </a:cubicBezTo>
                <a:close/>
                <a:moveTo>
                  <a:pt x="27007" y="73553"/>
                </a:moveTo>
                <a:cubicBezTo>
                  <a:pt x="28102" y="73926"/>
                  <a:pt x="29322" y="74151"/>
                  <a:pt x="30591" y="74200"/>
                </a:cubicBezTo>
                <a:cubicBezTo>
                  <a:pt x="30591" y="74225"/>
                  <a:pt x="30566" y="74225"/>
                  <a:pt x="30566" y="74275"/>
                </a:cubicBezTo>
                <a:cubicBezTo>
                  <a:pt x="29247" y="74175"/>
                  <a:pt x="28003" y="73951"/>
                  <a:pt x="26932" y="73578"/>
                </a:cubicBezTo>
                <a:cubicBezTo>
                  <a:pt x="26957" y="73578"/>
                  <a:pt x="26982" y="73578"/>
                  <a:pt x="27007" y="73553"/>
                </a:cubicBezTo>
                <a:close/>
                <a:moveTo>
                  <a:pt x="30840" y="74250"/>
                </a:moveTo>
                <a:cubicBezTo>
                  <a:pt x="30840" y="74275"/>
                  <a:pt x="30815" y="74275"/>
                  <a:pt x="30815" y="74300"/>
                </a:cubicBezTo>
                <a:lnTo>
                  <a:pt x="30741" y="74300"/>
                </a:lnTo>
                <a:cubicBezTo>
                  <a:pt x="30790" y="74275"/>
                  <a:pt x="30790" y="74275"/>
                  <a:pt x="30790" y="74250"/>
                </a:cubicBezTo>
                <a:close/>
                <a:moveTo>
                  <a:pt x="41369" y="73777"/>
                </a:moveTo>
                <a:cubicBezTo>
                  <a:pt x="41394" y="73827"/>
                  <a:pt x="41444" y="73902"/>
                  <a:pt x="41519" y="73951"/>
                </a:cubicBezTo>
                <a:cubicBezTo>
                  <a:pt x="41618" y="74076"/>
                  <a:pt x="41668" y="74200"/>
                  <a:pt x="41767" y="74300"/>
                </a:cubicBezTo>
                <a:cubicBezTo>
                  <a:pt x="41568" y="74200"/>
                  <a:pt x="41419" y="74126"/>
                  <a:pt x="41270" y="74026"/>
                </a:cubicBezTo>
                <a:cubicBezTo>
                  <a:pt x="41270" y="74001"/>
                  <a:pt x="41245" y="74001"/>
                  <a:pt x="41245" y="73951"/>
                </a:cubicBezTo>
                <a:cubicBezTo>
                  <a:pt x="41270" y="73902"/>
                  <a:pt x="41295" y="73827"/>
                  <a:pt x="41369" y="73777"/>
                </a:cubicBezTo>
                <a:close/>
                <a:moveTo>
                  <a:pt x="37835" y="73404"/>
                </a:moveTo>
                <a:lnTo>
                  <a:pt x="37835" y="73404"/>
                </a:lnTo>
                <a:cubicBezTo>
                  <a:pt x="37785" y="73429"/>
                  <a:pt x="37760" y="73454"/>
                  <a:pt x="37685" y="73503"/>
                </a:cubicBezTo>
                <a:cubicBezTo>
                  <a:pt x="35570" y="74026"/>
                  <a:pt x="33528" y="74325"/>
                  <a:pt x="31662" y="74325"/>
                </a:cubicBezTo>
                <a:cubicBezTo>
                  <a:pt x="31438" y="74325"/>
                  <a:pt x="31239" y="74300"/>
                  <a:pt x="31039" y="74300"/>
                </a:cubicBezTo>
                <a:cubicBezTo>
                  <a:pt x="31039" y="74275"/>
                  <a:pt x="31064" y="74275"/>
                  <a:pt x="31064" y="74250"/>
                </a:cubicBezTo>
                <a:cubicBezTo>
                  <a:pt x="31225" y="74254"/>
                  <a:pt x="31386" y="74256"/>
                  <a:pt x="31548" y="74256"/>
                </a:cubicBezTo>
                <a:cubicBezTo>
                  <a:pt x="33503" y="74256"/>
                  <a:pt x="35605" y="73978"/>
                  <a:pt x="37835" y="73404"/>
                </a:cubicBezTo>
                <a:close/>
                <a:moveTo>
                  <a:pt x="46497" y="72806"/>
                </a:moveTo>
                <a:cubicBezTo>
                  <a:pt x="46895" y="72956"/>
                  <a:pt x="47293" y="73130"/>
                  <a:pt x="47716" y="73329"/>
                </a:cubicBezTo>
                <a:cubicBezTo>
                  <a:pt x="47667" y="73379"/>
                  <a:pt x="47642" y="73379"/>
                  <a:pt x="47617" y="73404"/>
                </a:cubicBezTo>
                <a:cubicBezTo>
                  <a:pt x="46995" y="73777"/>
                  <a:pt x="46372" y="74151"/>
                  <a:pt x="45725" y="74499"/>
                </a:cubicBezTo>
                <a:cubicBezTo>
                  <a:pt x="45974" y="73902"/>
                  <a:pt x="46223" y="73404"/>
                  <a:pt x="46497" y="72806"/>
                </a:cubicBezTo>
                <a:close/>
                <a:moveTo>
                  <a:pt x="41494" y="73503"/>
                </a:moveTo>
                <a:cubicBezTo>
                  <a:pt x="41519" y="73528"/>
                  <a:pt x="41543" y="73553"/>
                  <a:pt x="41543" y="73578"/>
                </a:cubicBezTo>
                <a:cubicBezTo>
                  <a:pt x="41743" y="73877"/>
                  <a:pt x="41917" y="74126"/>
                  <a:pt x="42116" y="74399"/>
                </a:cubicBezTo>
                <a:cubicBezTo>
                  <a:pt x="42166" y="74499"/>
                  <a:pt x="42191" y="74549"/>
                  <a:pt x="42265" y="74648"/>
                </a:cubicBezTo>
                <a:cubicBezTo>
                  <a:pt x="42240" y="74623"/>
                  <a:pt x="42191" y="74574"/>
                  <a:pt x="42141" y="74549"/>
                </a:cubicBezTo>
                <a:cubicBezTo>
                  <a:pt x="41942" y="74250"/>
                  <a:pt x="41743" y="73951"/>
                  <a:pt x="41519" y="73653"/>
                </a:cubicBezTo>
                <a:cubicBezTo>
                  <a:pt x="41494" y="73628"/>
                  <a:pt x="41494" y="73578"/>
                  <a:pt x="41444" y="73553"/>
                </a:cubicBezTo>
                <a:cubicBezTo>
                  <a:pt x="41444" y="73528"/>
                  <a:pt x="41494" y="73528"/>
                  <a:pt x="41494" y="73503"/>
                </a:cubicBezTo>
                <a:close/>
                <a:moveTo>
                  <a:pt x="47916" y="73454"/>
                </a:moveTo>
                <a:cubicBezTo>
                  <a:pt x="47866" y="73503"/>
                  <a:pt x="47816" y="73528"/>
                  <a:pt x="47766" y="73553"/>
                </a:cubicBezTo>
                <a:cubicBezTo>
                  <a:pt x="47069" y="73951"/>
                  <a:pt x="46372" y="74399"/>
                  <a:pt x="45675" y="74773"/>
                </a:cubicBezTo>
                <a:cubicBezTo>
                  <a:pt x="45655" y="74793"/>
                  <a:pt x="45634" y="74797"/>
                  <a:pt x="45600" y="74811"/>
                </a:cubicBezTo>
                <a:lnTo>
                  <a:pt x="45600" y="74811"/>
                </a:lnTo>
                <a:cubicBezTo>
                  <a:pt x="45601" y="74808"/>
                  <a:pt x="45601" y="74803"/>
                  <a:pt x="45601" y="74798"/>
                </a:cubicBezTo>
                <a:lnTo>
                  <a:pt x="45601" y="74773"/>
                </a:lnTo>
                <a:cubicBezTo>
                  <a:pt x="45899" y="74574"/>
                  <a:pt x="46223" y="74399"/>
                  <a:pt x="46522" y="74250"/>
                </a:cubicBezTo>
                <a:cubicBezTo>
                  <a:pt x="46895" y="74026"/>
                  <a:pt x="47293" y="73802"/>
                  <a:pt x="47667" y="73553"/>
                </a:cubicBezTo>
                <a:lnTo>
                  <a:pt x="47866" y="73454"/>
                </a:lnTo>
                <a:close/>
                <a:moveTo>
                  <a:pt x="41519" y="74375"/>
                </a:moveTo>
                <a:lnTo>
                  <a:pt x="41519" y="74375"/>
                </a:lnTo>
                <a:cubicBezTo>
                  <a:pt x="41668" y="74449"/>
                  <a:pt x="41817" y="74549"/>
                  <a:pt x="41991" y="74673"/>
                </a:cubicBezTo>
                <a:cubicBezTo>
                  <a:pt x="42016" y="74748"/>
                  <a:pt x="42041" y="74773"/>
                  <a:pt x="42066" y="74823"/>
                </a:cubicBezTo>
                <a:cubicBezTo>
                  <a:pt x="41917" y="74748"/>
                  <a:pt x="41792" y="74623"/>
                  <a:pt x="41643" y="74524"/>
                </a:cubicBezTo>
                <a:cubicBezTo>
                  <a:pt x="41568" y="74449"/>
                  <a:pt x="41543" y="74424"/>
                  <a:pt x="41519" y="74375"/>
                </a:cubicBezTo>
                <a:close/>
                <a:moveTo>
                  <a:pt x="45544" y="74860"/>
                </a:moveTo>
                <a:cubicBezTo>
                  <a:pt x="45539" y="74867"/>
                  <a:pt x="45534" y="74872"/>
                  <a:pt x="45526" y="74872"/>
                </a:cubicBezTo>
                <a:cubicBezTo>
                  <a:pt x="45532" y="74868"/>
                  <a:pt x="45538" y="74864"/>
                  <a:pt x="45544" y="74860"/>
                </a:cubicBezTo>
                <a:close/>
                <a:moveTo>
                  <a:pt x="41519" y="74773"/>
                </a:moveTo>
                <a:lnTo>
                  <a:pt x="41693" y="74947"/>
                </a:lnTo>
                <a:cubicBezTo>
                  <a:pt x="41743" y="74997"/>
                  <a:pt x="41792" y="75047"/>
                  <a:pt x="41867" y="75071"/>
                </a:cubicBezTo>
                <a:lnTo>
                  <a:pt x="41817" y="75121"/>
                </a:lnTo>
                <a:cubicBezTo>
                  <a:pt x="41767" y="75047"/>
                  <a:pt x="41743" y="74997"/>
                  <a:pt x="41668" y="74947"/>
                </a:cubicBezTo>
                <a:cubicBezTo>
                  <a:pt x="41618" y="74897"/>
                  <a:pt x="41543" y="74823"/>
                  <a:pt x="41519" y="74773"/>
                </a:cubicBezTo>
                <a:close/>
                <a:moveTo>
                  <a:pt x="42415" y="74997"/>
                </a:moveTo>
                <a:lnTo>
                  <a:pt x="42415" y="74997"/>
                </a:lnTo>
                <a:cubicBezTo>
                  <a:pt x="42440" y="75022"/>
                  <a:pt x="42489" y="75022"/>
                  <a:pt x="42514" y="75047"/>
                </a:cubicBezTo>
                <a:cubicBezTo>
                  <a:pt x="42539" y="75071"/>
                  <a:pt x="42564" y="75146"/>
                  <a:pt x="42564" y="75171"/>
                </a:cubicBezTo>
                <a:cubicBezTo>
                  <a:pt x="42539" y="75146"/>
                  <a:pt x="42514" y="75146"/>
                  <a:pt x="42489" y="75121"/>
                </a:cubicBezTo>
                <a:cubicBezTo>
                  <a:pt x="42440" y="75071"/>
                  <a:pt x="42415" y="75022"/>
                  <a:pt x="42415" y="74997"/>
                </a:cubicBezTo>
                <a:close/>
                <a:moveTo>
                  <a:pt x="45128" y="72433"/>
                </a:moveTo>
                <a:cubicBezTo>
                  <a:pt x="45178" y="72433"/>
                  <a:pt x="45252" y="72458"/>
                  <a:pt x="45302" y="72458"/>
                </a:cubicBezTo>
                <a:cubicBezTo>
                  <a:pt x="45327" y="73055"/>
                  <a:pt x="45302" y="73653"/>
                  <a:pt x="45202" y="74200"/>
                </a:cubicBezTo>
                <a:cubicBezTo>
                  <a:pt x="45078" y="74449"/>
                  <a:pt x="45003" y="74698"/>
                  <a:pt x="44879" y="74997"/>
                </a:cubicBezTo>
                <a:cubicBezTo>
                  <a:pt x="44729" y="75022"/>
                  <a:pt x="44605" y="75071"/>
                  <a:pt x="44481" y="75171"/>
                </a:cubicBezTo>
                <a:cubicBezTo>
                  <a:pt x="44605" y="74275"/>
                  <a:pt x="44804" y="73379"/>
                  <a:pt x="45103" y="72433"/>
                </a:cubicBezTo>
                <a:close/>
                <a:moveTo>
                  <a:pt x="44729" y="75246"/>
                </a:moveTo>
                <a:cubicBezTo>
                  <a:pt x="44729" y="75246"/>
                  <a:pt x="44729" y="75270"/>
                  <a:pt x="44681" y="75271"/>
                </a:cubicBezTo>
                <a:lnTo>
                  <a:pt x="44681" y="75271"/>
                </a:lnTo>
                <a:cubicBezTo>
                  <a:pt x="44698" y="75262"/>
                  <a:pt x="44714" y="75253"/>
                  <a:pt x="44729" y="75246"/>
                </a:cubicBezTo>
                <a:close/>
                <a:moveTo>
                  <a:pt x="44868" y="72496"/>
                </a:moveTo>
                <a:cubicBezTo>
                  <a:pt x="44599" y="73453"/>
                  <a:pt x="44379" y="74386"/>
                  <a:pt x="44257" y="75271"/>
                </a:cubicBezTo>
                <a:cubicBezTo>
                  <a:pt x="44232" y="75271"/>
                  <a:pt x="44232" y="75295"/>
                  <a:pt x="44182" y="75295"/>
                </a:cubicBezTo>
                <a:cubicBezTo>
                  <a:pt x="44306" y="74399"/>
                  <a:pt x="44530" y="73454"/>
                  <a:pt x="44804" y="72508"/>
                </a:cubicBezTo>
                <a:cubicBezTo>
                  <a:pt x="44835" y="72508"/>
                  <a:pt x="44857" y="72508"/>
                  <a:pt x="44868" y="72496"/>
                </a:cubicBezTo>
                <a:close/>
                <a:moveTo>
                  <a:pt x="42198" y="75129"/>
                </a:moveTo>
                <a:cubicBezTo>
                  <a:pt x="42249" y="75166"/>
                  <a:pt x="42313" y="75194"/>
                  <a:pt x="42365" y="75246"/>
                </a:cubicBezTo>
                <a:cubicBezTo>
                  <a:pt x="42390" y="75271"/>
                  <a:pt x="42390" y="75295"/>
                  <a:pt x="42415" y="75320"/>
                </a:cubicBezTo>
                <a:cubicBezTo>
                  <a:pt x="42315" y="75271"/>
                  <a:pt x="42265" y="75246"/>
                  <a:pt x="42240" y="75171"/>
                </a:cubicBezTo>
                <a:lnTo>
                  <a:pt x="42198" y="75129"/>
                </a:lnTo>
                <a:close/>
                <a:moveTo>
                  <a:pt x="3161" y="63298"/>
                </a:moveTo>
                <a:lnTo>
                  <a:pt x="3161" y="63422"/>
                </a:lnTo>
                <a:cubicBezTo>
                  <a:pt x="2664" y="65364"/>
                  <a:pt x="2290" y="67305"/>
                  <a:pt x="2066" y="69147"/>
                </a:cubicBezTo>
                <a:cubicBezTo>
                  <a:pt x="1469" y="71263"/>
                  <a:pt x="996" y="73379"/>
                  <a:pt x="697" y="75395"/>
                </a:cubicBezTo>
                <a:cubicBezTo>
                  <a:pt x="797" y="74175"/>
                  <a:pt x="946" y="72906"/>
                  <a:pt x="1170" y="71562"/>
                </a:cubicBezTo>
                <a:cubicBezTo>
                  <a:pt x="1618" y="68824"/>
                  <a:pt x="2290" y="66061"/>
                  <a:pt x="3161" y="63298"/>
                </a:cubicBezTo>
                <a:close/>
                <a:moveTo>
                  <a:pt x="9683" y="71188"/>
                </a:moveTo>
                <a:cubicBezTo>
                  <a:pt x="9708" y="71263"/>
                  <a:pt x="9708" y="71313"/>
                  <a:pt x="9757" y="71388"/>
                </a:cubicBezTo>
                <a:cubicBezTo>
                  <a:pt x="9807" y="71587"/>
                  <a:pt x="9882" y="71786"/>
                  <a:pt x="9932" y="71960"/>
                </a:cubicBezTo>
                <a:cubicBezTo>
                  <a:pt x="9957" y="72060"/>
                  <a:pt x="10006" y="72159"/>
                  <a:pt x="10031" y="72209"/>
                </a:cubicBezTo>
                <a:cubicBezTo>
                  <a:pt x="10056" y="72309"/>
                  <a:pt x="10081" y="72408"/>
                  <a:pt x="10131" y="72458"/>
                </a:cubicBezTo>
                <a:cubicBezTo>
                  <a:pt x="10181" y="72657"/>
                  <a:pt x="10280" y="72831"/>
                  <a:pt x="10330" y="73030"/>
                </a:cubicBezTo>
                <a:cubicBezTo>
                  <a:pt x="10380" y="73130"/>
                  <a:pt x="10430" y="73254"/>
                  <a:pt x="10454" y="73329"/>
                </a:cubicBezTo>
                <a:cubicBezTo>
                  <a:pt x="10454" y="73379"/>
                  <a:pt x="10504" y="73404"/>
                  <a:pt x="10504" y="73429"/>
                </a:cubicBezTo>
                <a:cubicBezTo>
                  <a:pt x="10529" y="73528"/>
                  <a:pt x="10579" y="73578"/>
                  <a:pt x="10629" y="73678"/>
                </a:cubicBezTo>
                <a:lnTo>
                  <a:pt x="10902" y="74250"/>
                </a:lnTo>
                <a:lnTo>
                  <a:pt x="11002" y="74424"/>
                </a:lnTo>
                <a:cubicBezTo>
                  <a:pt x="11052" y="74549"/>
                  <a:pt x="11126" y="74648"/>
                  <a:pt x="11176" y="74773"/>
                </a:cubicBezTo>
                <a:cubicBezTo>
                  <a:pt x="11251" y="74897"/>
                  <a:pt x="11326" y="75022"/>
                  <a:pt x="11400" y="75121"/>
                </a:cubicBezTo>
                <a:cubicBezTo>
                  <a:pt x="11450" y="75196"/>
                  <a:pt x="11525" y="75320"/>
                  <a:pt x="11624" y="75420"/>
                </a:cubicBezTo>
                <a:lnTo>
                  <a:pt x="11649" y="75445"/>
                </a:lnTo>
                <a:cubicBezTo>
                  <a:pt x="10380" y="74549"/>
                  <a:pt x="9210" y="73553"/>
                  <a:pt x="8164" y="72508"/>
                </a:cubicBezTo>
                <a:cubicBezTo>
                  <a:pt x="8214" y="72508"/>
                  <a:pt x="8264" y="72408"/>
                  <a:pt x="8289" y="72309"/>
                </a:cubicBezTo>
                <a:cubicBezTo>
                  <a:pt x="8388" y="72209"/>
                  <a:pt x="8463" y="72159"/>
                  <a:pt x="8563" y="72060"/>
                </a:cubicBezTo>
                <a:cubicBezTo>
                  <a:pt x="8687" y="71960"/>
                  <a:pt x="8812" y="71885"/>
                  <a:pt x="8936" y="71736"/>
                </a:cubicBezTo>
                <a:cubicBezTo>
                  <a:pt x="9085" y="71612"/>
                  <a:pt x="9210" y="71537"/>
                  <a:pt x="9384" y="71413"/>
                </a:cubicBezTo>
                <a:cubicBezTo>
                  <a:pt x="9459" y="71338"/>
                  <a:pt x="9558" y="71263"/>
                  <a:pt x="9683" y="71188"/>
                </a:cubicBezTo>
                <a:close/>
                <a:moveTo>
                  <a:pt x="44680" y="75271"/>
                </a:moveTo>
                <a:lnTo>
                  <a:pt x="44680" y="75295"/>
                </a:lnTo>
                <a:lnTo>
                  <a:pt x="44406" y="75495"/>
                </a:lnTo>
                <a:lnTo>
                  <a:pt x="44406" y="75445"/>
                </a:lnTo>
                <a:lnTo>
                  <a:pt x="44406" y="75420"/>
                </a:lnTo>
                <a:cubicBezTo>
                  <a:pt x="44489" y="75378"/>
                  <a:pt x="44591" y="75319"/>
                  <a:pt x="44680" y="75271"/>
                </a:cubicBezTo>
                <a:close/>
                <a:moveTo>
                  <a:pt x="41917" y="75271"/>
                </a:moveTo>
                <a:cubicBezTo>
                  <a:pt x="42016" y="75271"/>
                  <a:pt x="42041" y="75295"/>
                  <a:pt x="42066" y="75370"/>
                </a:cubicBezTo>
                <a:cubicBezTo>
                  <a:pt x="42116" y="75395"/>
                  <a:pt x="42116" y="75395"/>
                  <a:pt x="42116" y="75420"/>
                </a:cubicBezTo>
                <a:cubicBezTo>
                  <a:pt x="42166" y="75470"/>
                  <a:pt x="42191" y="75544"/>
                  <a:pt x="42265" y="75619"/>
                </a:cubicBezTo>
                <a:cubicBezTo>
                  <a:pt x="42191" y="75569"/>
                  <a:pt x="42166" y="75520"/>
                  <a:pt x="42116" y="75445"/>
                </a:cubicBezTo>
                <a:lnTo>
                  <a:pt x="42041" y="75395"/>
                </a:lnTo>
                <a:lnTo>
                  <a:pt x="41917" y="75271"/>
                </a:lnTo>
                <a:close/>
                <a:moveTo>
                  <a:pt x="44232" y="75520"/>
                </a:moveTo>
                <a:lnTo>
                  <a:pt x="44232" y="75544"/>
                </a:lnTo>
                <a:lnTo>
                  <a:pt x="44232" y="75569"/>
                </a:lnTo>
                <a:cubicBezTo>
                  <a:pt x="44182" y="75569"/>
                  <a:pt x="44157" y="75619"/>
                  <a:pt x="44157" y="75619"/>
                </a:cubicBezTo>
                <a:lnTo>
                  <a:pt x="44157" y="75569"/>
                </a:lnTo>
                <a:lnTo>
                  <a:pt x="44157" y="75544"/>
                </a:lnTo>
                <a:cubicBezTo>
                  <a:pt x="44182" y="75544"/>
                  <a:pt x="44182" y="75520"/>
                  <a:pt x="44232" y="75520"/>
                </a:cubicBezTo>
                <a:close/>
                <a:moveTo>
                  <a:pt x="44630" y="72533"/>
                </a:moveTo>
                <a:cubicBezTo>
                  <a:pt x="44331" y="73528"/>
                  <a:pt x="44132" y="74449"/>
                  <a:pt x="44008" y="75395"/>
                </a:cubicBezTo>
                <a:cubicBezTo>
                  <a:pt x="43858" y="75495"/>
                  <a:pt x="43684" y="75569"/>
                  <a:pt x="43535" y="75644"/>
                </a:cubicBezTo>
                <a:cubicBezTo>
                  <a:pt x="43261" y="75395"/>
                  <a:pt x="42987" y="75171"/>
                  <a:pt x="42664" y="74922"/>
                </a:cubicBezTo>
                <a:cubicBezTo>
                  <a:pt x="42614" y="74823"/>
                  <a:pt x="42564" y="74773"/>
                  <a:pt x="42514" y="74673"/>
                </a:cubicBezTo>
                <a:cubicBezTo>
                  <a:pt x="42440" y="74549"/>
                  <a:pt x="42365" y="74449"/>
                  <a:pt x="42290" y="74325"/>
                </a:cubicBezTo>
                <a:lnTo>
                  <a:pt x="41743" y="73503"/>
                </a:lnTo>
                <a:cubicBezTo>
                  <a:pt x="41668" y="73429"/>
                  <a:pt x="41643" y="73379"/>
                  <a:pt x="41593" y="73304"/>
                </a:cubicBezTo>
                <a:cubicBezTo>
                  <a:pt x="41668" y="73205"/>
                  <a:pt x="41693" y="73130"/>
                  <a:pt x="41767" y="73055"/>
                </a:cubicBezTo>
                <a:cubicBezTo>
                  <a:pt x="42688" y="72956"/>
                  <a:pt x="43659" y="72782"/>
                  <a:pt x="44630" y="72533"/>
                </a:cubicBezTo>
                <a:close/>
                <a:moveTo>
                  <a:pt x="42688" y="75520"/>
                </a:moveTo>
                <a:lnTo>
                  <a:pt x="42788" y="75619"/>
                </a:lnTo>
                <a:cubicBezTo>
                  <a:pt x="42805" y="75636"/>
                  <a:pt x="42822" y="75664"/>
                  <a:pt x="42831" y="75696"/>
                </a:cubicBezTo>
                <a:lnTo>
                  <a:pt x="42831" y="75696"/>
                </a:lnTo>
                <a:cubicBezTo>
                  <a:pt x="42818" y="75687"/>
                  <a:pt x="42800" y="75681"/>
                  <a:pt x="42788" y="75669"/>
                </a:cubicBezTo>
                <a:cubicBezTo>
                  <a:pt x="42763" y="75619"/>
                  <a:pt x="42738" y="75569"/>
                  <a:pt x="42688" y="75520"/>
                </a:cubicBezTo>
                <a:close/>
                <a:moveTo>
                  <a:pt x="57075" y="67206"/>
                </a:moveTo>
                <a:cubicBezTo>
                  <a:pt x="57100" y="67231"/>
                  <a:pt x="57125" y="67256"/>
                  <a:pt x="57200" y="67305"/>
                </a:cubicBezTo>
                <a:cubicBezTo>
                  <a:pt x="57324" y="67355"/>
                  <a:pt x="57424" y="67455"/>
                  <a:pt x="57548" y="67530"/>
                </a:cubicBezTo>
                <a:cubicBezTo>
                  <a:pt x="57623" y="67579"/>
                  <a:pt x="57723" y="67654"/>
                  <a:pt x="57822" y="67729"/>
                </a:cubicBezTo>
                <a:cubicBezTo>
                  <a:pt x="57922" y="67803"/>
                  <a:pt x="57972" y="67853"/>
                  <a:pt x="58071" y="67928"/>
                </a:cubicBezTo>
                <a:cubicBezTo>
                  <a:pt x="58196" y="68002"/>
                  <a:pt x="58320" y="68102"/>
                  <a:pt x="58469" y="68226"/>
                </a:cubicBezTo>
                <a:cubicBezTo>
                  <a:pt x="58494" y="68251"/>
                  <a:pt x="58544" y="68301"/>
                  <a:pt x="58594" y="68326"/>
                </a:cubicBezTo>
                <a:cubicBezTo>
                  <a:pt x="59440" y="68998"/>
                  <a:pt x="60361" y="69819"/>
                  <a:pt x="61307" y="70765"/>
                </a:cubicBezTo>
                <a:cubicBezTo>
                  <a:pt x="61431" y="70890"/>
                  <a:pt x="61556" y="70964"/>
                  <a:pt x="61680" y="71089"/>
                </a:cubicBezTo>
                <a:lnTo>
                  <a:pt x="61879" y="71313"/>
                </a:lnTo>
                <a:lnTo>
                  <a:pt x="62303" y="71711"/>
                </a:lnTo>
                <a:cubicBezTo>
                  <a:pt x="62128" y="71811"/>
                  <a:pt x="61979" y="71935"/>
                  <a:pt x="61830" y="72035"/>
                </a:cubicBezTo>
                <a:cubicBezTo>
                  <a:pt x="61705" y="72134"/>
                  <a:pt x="61581" y="72184"/>
                  <a:pt x="61456" y="72284"/>
                </a:cubicBezTo>
                <a:cubicBezTo>
                  <a:pt x="61257" y="72408"/>
                  <a:pt x="61083" y="72533"/>
                  <a:pt x="60859" y="72657"/>
                </a:cubicBezTo>
                <a:lnTo>
                  <a:pt x="60585" y="72831"/>
                </a:lnTo>
                <a:cubicBezTo>
                  <a:pt x="60560" y="72856"/>
                  <a:pt x="60535" y="72906"/>
                  <a:pt x="60461" y="72906"/>
                </a:cubicBezTo>
                <a:cubicBezTo>
                  <a:pt x="60286" y="73030"/>
                  <a:pt x="60087" y="73105"/>
                  <a:pt x="59913" y="73230"/>
                </a:cubicBezTo>
                <a:cubicBezTo>
                  <a:pt x="59814" y="73304"/>
                  <a:pt x="59714" y="73354"/>
                  <a:pt x="59614" y="73404"/>
                </a:cubicBezTo>
                <a:cubicBezTo>
                  <a:pt x="59589" y="73429"/>
                  <a:pt x="59540" y="73454"/>
                  <a:pt x="59490" y="73478"/>
                </a:cubicBezTo>
                <a:cubicBezTo>
                  <a:pt x="59341" y="73578"/>
                  <a:pt x="59166" y="73678"/>
                  <a:pt x="58992" y="73777"/>
                </a:cubicBezTo>
                <a:cubicBezTo>
                  <a:pt x="58942" y="73802"/>
                  <a:pt x="58843" y="73877"/>
                  <a:pt x="58793" y="73902"/>
                </a:cubicBezTo>
                <a:cubicBezTo>
                  <a:pt x="58718" y="73926"/>
                  <a:pt x="58619" y="74001"/>
                  <a:pt x="58569" y="74026"/>
                </a:cubicBezTo>
                <a:cubicBezTo>
                  <a:pt x="58420" y="74126"/>
                  <a:pt x="58245" y="74175"/>
                  <a:pt x="58096" y="74275"/>
                </a:cubicBezTo>
                <a:cubicBezTo>
                  <a:pt x="57947" y="74375"/>
                  <a:pt x="57797" y="74424"/>
                  <a:pt x="57623" y="74524"/>
                </a:cubicBezTo>
                <a:cubicBezTo>
                  <a:pt x="57474" y="74574"/>
                  <a:pt x="57349" y="74673"/>
                  <a:pt x="57200" y="74748"/>
                </a:cubicBezTo>
                <a:cubicBezTo>
                  <a:pt x="57175" y="74773"/>
                  <a:pt x="57125" y="74773"/>
                  <a:pt x="57100" y="74798"/>
                </a:cubicBezTo>
                <a:cubicBezTo>
                  <a:pt x="56976" y="74847"/>
                  <a:pt x="56827" y="74922"/>
                  <a:pt x="56702" y="74997"/>
                </a:cubicBezTo>
                <a:cubicBezTo>
                  <a:pt x="56578" y="75047"/>
                  <a:pt x="56428" y="75121"/>
                  <a:pt x="56304" y="75171"/>
                </a:cubicBezTo>
                <a:cubicBezTo>
                  <a:pt x="56105" y="75271"/>
                  <a:pt x="55955" y="75320"/>
                  <a:pt x="55756" y="75420"/>
                </a:cubicBezTo>
                <a:cubicBezTo>
                  <a:pt x="55632" y="75470"/>
                  <a:pt x="55507" y="75520"/>
                  <a:pt x="55383" y="75569"/>
                </a:cubicBezTo>
                <a:cubicBezTo>
                  <a:pt x="55258" y="75644"/>
                  <a:pt x="55134" y="75669"/>
                  <a:pt x="55059" y="75744"/>
                </a:cubicBezTo>
                <a:cubicBezTo>
                  <a:pt x="54686" y="74872"/>
                  <a:pt x="54313" y="74051"/>
                  <a:pt x="53989" y="73304"/>
                </a:cubicBezTo>
                <a:cubicBezTo>
                  <a:pt x="53964" y="73205"/>
                  <a:pt x="53889" y="73130"/>
                  <a:pt x="53865" y="73030"/>
                </a:cubicBezTo>
                <a:cubicBezTo>
                  <a:pt x="53740" y="72757"/>
                  <a:pt x="53641" y="72458"/>
                  <a:pt x="53566" y="72184"/>
                </a:cubicBezTo>
                <a:cubicBezTo>
                  <a:pt x="53491" y="72010"/>
                  <a:pt x="53392" y="71811"/>
                  <a:pt x="53342" y="71637"/>
                </a:cubicBezTo>
                <a:lnTo>
                  <a:pt x="53143" y="70964"/>
                </a:lnTo>
                <a:cubicBezTo>
                  <a:pt x="53093" y="70790"/>
                  <a:pt x="53018" y="70566"/>
                  <a:pt x="52968" y="70392"/>
                </a:cubicBezTo>
                <a:cubicBezTo>
                  <a:pt x="53441" y="70043"/>
                  <a:pt x="53889" y="69695"/>
                  <a:pt x="54337" y="69347"/>
                </a:cubicBezTo>
                <a:lnTo>
                  <a:pt x="54711" y="69073"/>
                </a:lnTo>
                <a:cubicBezTo>
                  <a:pt x="54761" y="69023"/>
                  <a:pt x="54835" y="68973"/>
                  <a:pt x="54935" y="68923"/>
                </a:cubicBezTo>
                <a:lnTo>
                  <a:pt x="55383" y="68550"/>
                </a:lnTo>
                <a:cubicBezTo>
                  <a:pt x="55607" y="68401"/>
                  <a:pt x="55831" y="68202"/>
                  <a:pt x="56005" y="68052"/>
                </a:cubicBezTo>
                <a:cubicBezTo>
                  <a:pt x="56179" y="67928"/>
                  <a:pt x="56354" y="67803"/>
                  <a:pt x="56503" y="67654"/>
                </a:cubicBezTo>
                <a:cubicBezTo>
                  <a:pt x="56603" y="67554"/>
                  <a:pt x="56702" y="67480"/>
                  <a:pt x="56827" y="67380"/>
                </a:cubicBezTo>
                <a:cubicBezTo>
                  <a:pt x="56926" y="67330"/>
                  <a:pt x="56976" y="67256"/>
                  <a:pt x="57075" y="67206"/>
                </a:cubicBezTo>
                <a:close/>
                <a:moveTo>
                  <a:pt x="42912" y="75320"/>
                </a:moveTo>
                <a:lnTo>
                  <a:pt x="43385" y="75694"/>
                </a:lnTo>
                <a:cubicBezTo>
                  <a:pt x="43360" y="75768"/>
                  <a:pt x="43311" y="75768"/>
                  <a:pt x="43311" y="75768"/>
                </a:cubicBezTo>
                <a:cubicBezTo>
                  <a:pt x="43186" y="75669"/>
                  <a:pt x="43112" y="75569"/>
                  <a:pt x="42987" y="75495"/>
                </a:cubicBezTo>
                <a:cubicBezTo>
                  <a:pt x="42937" y="75420"/>
                  <a:pt x="42912" y="75395"/>
                  <a:pt x="42912" y="75320"/>
                </a:cubicBezTo>
                <a:close/>
                <a:moveTo>
                  <a:pt x="52844" y="70516"/>
                </a:moveTo>
                <a:cubicBezTo>
                  <a:pt x="52869" y="70641"/>
                  <a:pt x="52944" y="70790"/>
                  <a:pt x="52968" y="70915"/>
                </a:cubicBezTo>
                <a:cubicBezTo>
                  <a:pt x="53018" y="71164"/>
                  <a:pt x="53093" y="71388"/>
                  <a:pt x="53192" y="71661"/>
                </a:cubicBezTo>
                <a:cubicBezTo>
                  <a:pt x="53217" y="71786"/>
                  <a:pt x="53267" y="71935"/>
                  <a:pt x="53342" y="72060"/>
                </a:cubicBezTo>
                <a:cubicBezTo>
                  <a:pt x="53740" y="73205"/>
                  <a:pt x="54263" y="74449"/>
                  <a:pt x="54885" y="75793"/>
                </a:cubicBezTo>
                <a:lnTo>
                  <a:pt x="54835" y="75793"/>
                </a:lnTo>
                <a:cubicBezTo>
                  <a:pt x="54437" y="74922"/>
                  <a:pt x="54064" y="74126"/>
                  <a:pt x="53740" y="73329"/>
                </a:cubicBezTo>
                <a:cubicBezTo>
                  <a:pt x="53715" y="73279"/>
                  <a:pt x="53690" y="73180"/>
                  <a:pt x="53641" y="73130"/>
                </a:cubicBezTo>
                <a:cubicBezTo>
                  <a:pt x="53516" y="72806"/>
                  <a:pt x="53441" y="72533"/>
                  <a:pt x="53317" y="72259"/>
                </a:cubicBezTo>
                <a:cubicBezTo>
                  <a:pt x="53242" y="72060"/>
                  <a:pt x="53143" y="71885"/>
                  <a:pt x="53118" y="71686"/>
                </a:cubicBezTo>
                <a:cubicBezTo>
                  <a:pt x="53068" y="71462"/>
                  <a:pt x="52993" y="71263"/>
                  <a:pt x="52944" y="71064"/>
                </a:cubicBezTo>
                <a:cubicBezTo>
                  <a:pt x="52869" y="70890"/>
                  <a:pt x="52819" y="70691"/>
                  <a:pt x="52769" y="70541"/>
                </a:cubicBezTo>
                <a:lnTo>
                  <a:pt x="52844" y="70516"/>
                </a:lnTo>
                <a:close/>
                <a:moveTo>
                  <a:pt x="43983" y="75669"/>
                </a:moveTo>
                <a:lnTo>
                  <a:pt x="43983" y="75694"/>
                </a:lnTo>
                <a:lnTo>
                  <a:pt x="43983" y="75744"/>
                </a:lnTo>
                <a:cubicBezTo>
                  <a:pt x="43883" y="75768"/>
                  <a:pt x="43809" y="75793"/>
                  <a:pt x="43759" y="75818"/>
                </a:cubicBezTo>
                <a:lnTo>
                  <a:pt x="43734" y="75793"/>
                </a:lnTo>
                <a:cubicBezTo>
                  <a:pt x="43809" y="75768"/>
                  <a:pt x="43883" y="75694"/>
                  <a:pt x="43983" y="75669"/>
                </a:cubicBezTo>
                <a:close/>
                <a:moveTo>
                  <a:pt x="62477" y="71836"/>
                </a:moveTo>
                <a:lnTo>
                  <a:pt x="62527" y="71885"/>
                </a:lnTo>
                <a:lnTo>
                  <a:pt x="62552" y="71910"/>
                </a:lnTo>
                <a:cubicBezTo>
                  <a:pt x="62427" y="72010"/>
                  <a:pt x="62328" y="72060"/>
                  <a:pt x="62203" y="72159"/>
                </a:cubicBezTo>
                <a:cubicBezTo>
                  <a:pt x="62054" y="72284"/>
                  <a:pt x="61855" y="72358"/>
                  <a:pt x="61705" y="72508"/>
                </a:cubicBezTo>
                <a:cubicBezTo>
                  <a:pt x="61581" y="72582"/>
                  <a:pt x="61431" y="72682"/>
                  <a:pt x="61307" y="72782"/>
                </a:cubicBezTo>
                <a:lnTo>
                  <a:pt x="60734" y="73155"/>
                </a:lnTo>
                <a:cubicBezTo>
                  <a:pt x="60660" y="73205"/>
                  <a:pt x="60535" y="73279"/>
                  <a:pt x="60436" y="73329"/>
                </a:cubicBezTo>
                <a:cubicBezTo>
                  <a:pt x="60311" y="73404"/>
                  <a:pt x="60187" y="73478"/>
                  <a:pt x="60062" y="73553"/>
                </a:cubicBezTo>
                <a:lnTo>
                  <a:pt x="59789" y="73727"/>
                </a:lnTo>
                <a:cubicBezTo>
                  <a:pt x="59689" y="73777"/>
                  <a:pt x="59614" y="73827"/>
                  <a:pt x="59540" y="73852"/>
                </a:cubicBezTo>
                <a:cubicBezTo>
                  <a:pt x="59291" y="74026"/>
                  <a:pt x="59042" y="74151"/>
                  <a:pt x="58818" y="74275"/>
                </a:cubicBezTo>
                <a:lnTo>
                  <a:pt x="58619" y="74375"/>
                </a:lnTo>
                <a:cubicBezTo>
                  <a:pt x="58594" y="74375"/>
                  <a:pt x="58594" y="74399"/>
                  <a:pt x="58569" y="74399"/>
                </a:cubicBezTo>
                <a:cubicBezTo>
                  <a:pt x="58494" y="74424"/>
                  <a:pt x="58469" y="74449"/>
                  <a:pt x="58420" y="74499"/>
                </a:cubicBezTo>
                <a:lnTo>
                  <a:pt x="58046" y="74673"/>
                </a:lnTo>
                <a:lnTo>
                  <a:pt x="57847" y="74773"/>
                </a:lnTo>
                <a:cubicBezTo>
                  <a:pt x="57797" y="74798"/>
                  <a:pt x="57748" y="74823"/>
                  <a:pt x="57698" y="74823"/>
                </a:cubicBezTo>
                <a:cubicBezTo>
                  <a:pt x="57449" y="74947"/>
                  <a:pt x="57175" y="75071"/>
                  <a:pt x="56926" y="75196"/>
                </a:cubicBezTo>
                <a:cubicBezTo>
                  <a:pt x="56926" y="75196"/>
                  <a:pt x="56876" y="75196"/>
                  <a:pt x="56876" y="75221"/>
                </a:cubicBezTo>
                <a:cubicBezTo>
                  <a:pt x="56354" y="75470"/>
                  <a:pt x="55831" y="75694"/>
                  <a:pt x="55333" y="75918"/>
                </a:cubicBezTo>
                <a:cubicBezTo>
                  <a:pt x="55209" y="75893"/>
                  <a:pt x="55184" y="75893"/>
                  <a:pt x="55184" y="75893"/>
                </a:cubicBezTo>
                <a:cubicBezTo>
                  <a:pt x="55184" y="75893"/>
                  <a:pt x="55184" y="75868"/>
                  <a:pt x="55134" y="75868"/>
                </a:cubicBezTo>
                <a:lnTo>
                  <a:pt x="55134" y="75818"/>
                </a:lnTo>
                <a:cubicBezTo>
                  <a:pt x="55308" y="75768"/>
                  <a:pt x="55458" y="75694"/>
                  <a:pt x="55632" y="75644"/>
                </a:cubicBezTo>
                <a:cubicBezTo>
                  <a:pt x="55731" y="75619"/>
                  <a:pt x="55806" y="75569"/>
                  <a:pt x="55881" y="75544"/>
                </a:cubicBezTo>
                <a:cubicBezTo>
                  <a:pt x="55931" y="75544"/>
                  <a:pt x="55955" y="75520"/>
                  <a:pt x="55980" y="75495"/>
                </a:cubicBezTo>
                <a:cubicBezTo>
                  <a:pt x="56055" y="75445"/>
                  <a:pt x="56130" y="75420"/>
                  <a:pt x="56204" y="75395"/>
                </a:cubicBezTo>
                <a:cubicBezTo>
                  <a:pt x="56229" y="75395"/>
                  <a:pt x="56254" y="75370"/>
                  <a:pt x="56304" y="75370"/>
                </a:cubicBezTo>
                <a:lnTo>
                  <a:pt x="56478" y="75271"/>
                </a:lnTo>
                <a:lnTo>
                  <a:pt x="56503" y="75271"/>
                </a:lnTo>
                <a:cubicBezTo>
                  <a:pt x="56603" y="75246"/>
                  <a:pt x="56702" y="75171"/>
                  <a:pt x="56827" y="75146"/>
                </a:cubicBezTo>
                <a:cubicBezTo>
                  <a:pt x="56876" y="75121"/>
                  <a:pt x="56926" y="75121"/>
                  <a:pt x="56976" y="75071"/>
                </a:cubicBezTo>
                <a:cubicBezTo>
                  <a:pt x="57075" y="75047"/>
                  <a:pt x="57125" y="74997"/>
                  <a:pt x="57225" y="74947"/>
                </a:cubicBezTo>
                <a:cubicBezTo>
                  <a:pt x="57250" y="74922"/>
                  <a:pt x="57324" y="74922"/>
                  <a:pt x="57349" y="74897"/>
                </a:cubicBezTo>
                <a:cubicBezTo>
                  <a:pt x="57374" y="74897"/>
                  <a:pt x="57374" y="74872"/>
                  <a:pt x="57424" y="74872"/>
                </a:cubicBezTo>
                <a:lnTo>
                  <a:pt x="57449" y="74872"/>
                </a:lnTo>
                <a:lnTo>
                  <a:pt x="57822" y="74673"/>
                </a:lnTo>
                <a:cubicBezTo>
                  <a:pt x="57972" y="74574"/>
                  <a:pt x="58121" y="74524"/>
                  <a:pt x="58320" y="74424"/>
                </a:cubicBezTo>
                <a:lnTo>
                  <a:pt x="58345" y="74424"/>
                </a:lnTo>
                <a:cubicBezTo>
                  <a:pt x="58494" y="74325"/>
                  <a:pt x="58669" y="74275"/>
                  <a:pt x="58818" y="74175"/>
                </a:cubicBezTo>
                <a:cubicBezTo>
                  <a:pt x="58942" y="74126"/>
                  <a:pt x="59067" y="74051"/>
                  <a:pt x="59191" y="73951"/>
                </a:cubicBezTo>
                <a:cubicBezTo>
                  <a:pt x="59191" y="73951"/>
                  <a:pt x="59216" y="73951"/>
                  <a:pt x="59216" y="73926"/>
                </a:cubicBezTo>
                <a:lnTo>
                  <a:pt x="59241" y="73926"/>
                </a:lnTo>
                <a:cubicBezTo>
                  <a:pt x="59440" y="73827"/>
                  <a:pt x="59614" y="73752"/>
                  <a:pt x="59789" y="73628"/>
                </a:cubicBezTo>
                <a:cubicBezTo>
                  <a:pt x="59838" y="73578"/>
                  <a:pt x="59913" y="73553"/>
                  <a:pt x="59963" y="73503"/>
                </a:cubicBezTo>
                <a:cubicBezTo>
                  <a:pt x="60038" y="73454"/>
                  <a:pt x="60062" y="73429"/>
                  <a:pt x="60112" y="73404"/>
                </a:cubicBezTo>
                <a:cubicBezTo>
                  <a:pt x="60336" y="73279"/>
                  <a:pt x="60535" y="73155"/>
                  <a:pt x="60734" y="73030"/>
                </a:cubicBezTo>
                <a:cubicBezTo>
                  <a:pt x="60784" y="73006"/>
                  <a:pt x="60809" y="73006"/>
                  <a:pt x="60834" y="72956"/>
                </a:cubicBezTo>
                <a:cubicBezTo>
                  <a:pt x="60859" y="72931"/>
                  <a:pt x="60934" y="72906"/>
                  <a:pt x="60959" y="72881"/>
                </a:cubicBezTo>
                <a:cubicBezTo>
                  <a:pt x="60959" y="72881"/>
                  <a:pt x="60983" y="72881"/>
                  <a:pt x="60983" y="72831"/>
                </a:cubicBezTo>
                <a:cubicBezTo>
                  <a:pt x="61207" y="72682"/>
                  <a:pt x="61456" y="72533"/>
                  <a:pt x="61680" y="72383"/>
                </a:cubicBezTo>
                <a:cubicBezTo>
                  <a:pt x="61705" y="72383"/>
                  <a:pt x="61705" y="72333"/>
                  <a:pt x="61730" y="72333"/>
                </a:cubicBezTo>
                <a:cubicBezTo>
                  <a:pt x="61780" y="72309"/>
                  <a:pt x="61830" y="72284"/>
                  <a:pt x="61855" y="72259"/>
                </a:cubicBezTo>
                <a:cubicBezTo>
                  <a:pt x="62079" y="72134"/>
                  <a:pt x="62278" y="71960"/>
                  <a:pt x="62477" y="71836"/>
                </a:cubicBezTo>
                <a:close/>
                <a:moveTo>
                  <a:pt x="43535" y="75893"/>
                </a:moveTo>
                <a:lnTo>
                  <a:pt x="43560" y="75918"/>
                </a:lnTo>
                <a:lnTo>
                  <a:pt x="43609" y="75943"/>
                </a:lnTo>
                <a:cubicBezTo>
                  <a:pt x="43560" y="75943"/>
                  <a:pt x="43560" y="75992"/>
                  <a:pt x="43535" y="75992"/>
                </a:cubicBezTo>
                <a:lnTo>
                  <a:pt x="43485" y="75918"/>
                </a:lnTo>
                <a:cubicBezTo>
                  <a:pt x="43510" y="75918"/>
                  <a:pt x="43510" y="75893"/>
                  <a:pt x="43535" y="75893"/>
                </a:cubicBezTo>
                <a:close/>
                <a:moveTo>
                  <a:pt x="54960" y="75943"/>
                </a:moveTo>
                <a:lnTo>
                  <a:pt x="54960" y="75992"/>
                </a:lnTo>
                <a:cubicBezTo>
                  <a:pt x="54972" y="75968"/>
                  <a:pt x="54978" y="75955"/>
                  <a:pt x="54982" y="75955"/>
                </a:cubicBezTo>
                <a:cubicBezTo>
                  <a:pt x="54985" y="75955"/>
                  <a:pt x="54985" y="75968"/>
                  <a:pt x="54985" y="75992"/>
                </a:cubicBezTo>
                <a:cubicBezTo>
                  <a:pt x="54960" y="75992"/>
                  <a:pt x="54960" y="76017"/>
                  <a:pt x="54935" y="76017"/>
                </a:cubicBezTo>
                <a:cubicBezTo>
                  <a:pt x="54935" y="76017"/>
                  <a:pt x="54935" y="75992"/>
                  <a:pt x="54885" y="75992"/>
                </a:cubicBezTo>
                <a:lnTo>
                  <a:pt x="54885" y="75943"/>
                </a:lnTo>
                <a:close/>
                <a:moveTo>
                  <a:pt x="9832" y="71064"/>
                </a:moveTo>
                <a:cubicBezTo>
                  <a:pt x="9932" y="71288"/>
                  <a:pt x="10006" y="71512"/>
                  <a:pt x="10056" y="71711"/>
                </a:cubicBezTo>
                <a:cubicBezTo>
                  <a:pt x="10081" y="71786"/>
                  <a:pt x="10131" y="71836"/>
                  <a:pt x="10131" y="71935"/>
                </a:cubicBezTo>
                <a:cubicBezTo>
                  <a:pt x="10156" y="71985"/>
                  <a:pt x="10156" y="72060"/>
                  <a:pt x="10181" y="72085"/>
                </a:cubicBezTo>
                <a:cubicBezTo>
                  <a:pt x="10206" y="72159"/>
                  <a:pt x="10206" y="72209"/>
                  <a:pt x="10255" y="72284"/>
                </a:cubicBezTo>
                <a:lnTo>
                  <a:pt x="10330" y="72557"/>
                </a:lnTo>
                <a:cubicBezTo>
                  <a:pt x="10405" y="72682"/>
                  <a:pt x="10454" y="72806"/>
                  <a:pt x="10504" y="72956"/>
                </a:cubicBezTo>
                <a:cubicBezTo>
                  <a:pt x="10504" y="72981"/>
                  <a:pt x="10504" y="72981"/>
                  <a:pt x="10529" y="73030"/>
                </a:cubicBezTo>
                <a:cubicBezTo>
                  <a:pt x="10554" y="73080"/>
                  <a:pt x="10579" y="73180"/>
                  <a:pt x="10629" y="73230"/>
                </a:cubicBezTo>
                <a:cubicBezTo>
                  <a:pt x="10629" y="73279"/>
                  <a:pt x="10654" y="73304"/>
                  <a:pt x="10654" y="73304"/>
                </a:cubicBezTo>
                <a:cubicBezTo>
                  <a:pt x="10654" y="73329"/>
                  <a:pt x="10678" y="73329"/>
                  <a:pt x="10678" y="73354"/>
                </a:cubicBezTo>
                <a:cubicBezTo>
                  <a:pt x="10728" y="73478"/>
                  <a:pt x="10803" y="73653"/>
                  <a:pt x="10853" y="73777"/>
                </a:cubicBezTo>
                <a:lnTo>
                  <a:pt x="11052" y="74151"/>
                </a:lnTo>
                <a:cubicBezTo>
                  <a:pt x="11052" y="74175"/>
                  <a:pt x="11077" y="74175"/>
                  <a:pt x="11077" y="74200"/>
                </a:cubicBezTo>
                <a:cubicBezTo>
                  <a:pt x="11102" y="74225"/>
                  <a:pt x="11102" y="74275"/>
                  <a:pt x="11151" y="74300"/>
                </a:cubicBezTo>
                <a:cubicBezTo>
                  <a:pt x="11176" y="74350"/>
                  <a:pt x="11226" y="74449"/>
                  <a:pt x="11276" y="74524"/>
                </a:cubicBezTo>
                <a:cubicBezTo>
                  <a:pt x="11326" y="74648"/>
                  <a:pt x="11400" y="74773"/>
                  <a:pt x="11475" y="74847"/>
                </a:cubicBezTo>
                <a:cubicBezTo>
                  <a:pt x="11525" y="74922"/>
                  <a:pt x="11575" y="75022"/>
                  <a:pt x="11649" y="75071"/>
                </a:cubicBezTo>
                <a:cubicBezTo>
                  <a:pt x="11674" y="75146"/>
                  <a:pt x="11724" y="75196"/>
                  <a:pt x="11774" y="75295"/>
                </a:cubicBezTo>
                <a:cubicBezTo>
                  <a:pt x="11799" y="75345"/>
                  <a:pt x="11823" y="75395"/>
                  <a:pt x="11848" y="75445"/>
                </a:cubicBezTo>
                <a:cubicBezTo>
                  <a:pt x="11898" y="75470"/>
                  <a:pt x="11923" y="75544"/>
                  <a:pt x="11948" y="75569"/>
                </a:cubicBezTo>
                <a:cubicBezTo>
                  <a:pt x="12047" y="75694"/>
                  <a:pt x="12147" y="75793"/>
                  <a:pt x="12222" y="75918"/>
                </a:cubicBezTo>
                <a:lnTo>
                  <a:pt x="12271" y="75943"/>
                </a:lnTo>
                <a:cubicBezTo>
                  <a:pt x="12296" y="75968"/>
                  <a:pt x="12296" y="76017"/>
                  <a:pt x="12321" y="76042"/>
                </a:cubicBezTo>
                <a:cubicBezTo>
                  <a:pt x="12296" y="76017"/>
                  <a:pt x="12271" y="76017"/>
                  <a:pt x="12222" y="75968"/>
                </a:cubicBezTo>
                <a:cubicBezTo>
                  <a:pt x="12197" y="75943"/>
                  <a:pt x="12172" y="75943"/>
                  <a:pt x="12147" y="75918"/>
                </a:cubicBezTo>
                <a:cubicBezTo>
                  <a:pt x="12122" y="75843"/>
                  <a:pt x="12047" y="75793"/>
                  <a:pt x="12023" y="75768"/>
                </a:cubicBezTo>
                <a:cubicBezTo>
                  <a:pt x="11948" y="75669"/>
                  <a:pt x="11898" y="75594"/>
                  <a:pt x="11823" y="75520"/>
                </a:cubicBezTo>
                <a:cubicBezTo>
                  <a:pt x="11774" y="75420"/>
                  <a:pt x="11699" y="75320"/>
                  <a:pt x="11599" y="75196"/>
                </a:cubicBezTo>
                <a:cubicBezTo>
                  <a:pt x="11525" y="75071"/>
                  <a:pt x="11450" y="74947"/>
                  <a:pt x="11400" y="74823"/>
                </a:cubicBezTo>
                <a:cubicBezTo>
                  <a:pt x="11326" y="74723"/>
                  <a:pt x="11276" y="74648"/>
                  <a:pt x="11201" y="74524"/>
                </a:cubicBezTo>
                <a:cubicBezTo>
                  <a:pt x="11176" y="74449"/>
                  <a:pt x="11126" y="74350"/>
                  <a:pt x="11077" y="74300"/>
                </a:cubicBezTo>
                <a:cubicBezTo>
                  <a:pt x="10977" y="74151"/>
                  <a:pt x="10927" y="73976"/>
                  <a:pt x="10828" y="73827"/>
                </a:cubicBezTo>
                <a:cubicBezTo>
                  <a:pt x="10728" y="73678"/>
                  <a:pt x="10654" y="73478"/>
                  <a:pt x="10579" y="73329"/>
                </a:cubicBezTo>
                <a:cubicBezTo>
                  <a:pt x="10554" y="73304"/>
                  <a:pt x="10554" y="73230"/>
                  <a:pt x="10529" y="73205"/>
                </a:cubicBezTo>
                <a:cubicBezTo>
                  <a:pt x="10454" y="73055"/>
                  <a:pt x="10405" y="72931"/>
                  <a:pt x="10330" y="72782"/>
                </a:cubicBezTo>
                <a:cubicBezTo>
                  <a:pt x="10280" y="72607"/>
                  <a:pt x="10206" y="72433"/>
                  <a:pt x="10156" y="72284"/>
                </a:cubicBezTo>
                <a:cubicBezTo>
                  <a:pt x="10131" y="72209"/>
                  <a:pt x="10081" y="72159"/>
                  <a:pt x="10081" y="72060"/>
                </a:cubicBezTo>
                <a:cubicBezTo>
                  <a:pt x="10031" y="71910"/>
                  <a:pt x="10006" y="71736"/>
                  <a:pt x="9932" y="71612"/>
                </a:cubicBezTo>
                <a:cubicBezTo>
                  <a:pt x="9932" y="71437"/>
                  <a:pt x="9882" y="71288"/>
                  <a:pt x="9832" y="71064"/>
                </a:cubicBezTo>
                <a:close/>
                <a:moveTo>
                  <a:pt x="43261" y="76017"/>
                </a:moveTo>
                <a:lnTo>
                  <a:pt x="43261" y="76017"/>
                </a:lnTo>
                <a:cubicBezTo>
                  <a:pt x="43286" y="76017"/>
                  <a:pt x="43311" y="76017"/>
                  <a:pt x="43311" y="76042"/>
                </a:cubicBezTo>
                <a:cubicBezTo>
                  <a:pt x="43286" y="76017"/>
                  <a:pt x="43286" y="76017"/>
                  <a:pt x="43261" y="76017"/>
                </a:cubicBezTo>
                <a:close/>
                <a:moveTo>
                  <a:pt x="8090" y="72757"/>
                </a:moveTo>
                <a:cubicBezTo>
                  <a:pt x="9285" y="73951"/>
                  <a:pt x="10579" y="75047"/>
                  <a:pt x="12023" y="76017"/>
                </a:cubicBezTo>
                <a:cubicBezTo>
                  <a:pt x="12047" y="76067"/>
                  <a:pt x="12122" y="76142"/>
                  <a:pt x="12147" y="76167"/>
                </a:cubicBezTo>
                <a:cubicBezTo>
                  <a:pt x="10654" y="75146"/>
                  <a:pt x="9285" y="74026"/>
                  <a:pt x="8065" y="72806"/>
                </a:cubicBezTo>
                <a:cubicBezTo>
                  <a:pt x="8065" y="72782"/>
                  <a:pt x="8090" y="72782"/>
                  <a:pt x="8090" y="72757"/>
                </a:cubicBezTo>
                <a:close/>
                <a:moveTo>
                  <a:pt x="43062" y="76142"/>
                </a:moveTo>
                <a:lnTo>
                  <a:pt x="43062" y="76167"/>
                </a:lnTo>
                <a:lnTo>
                  <a:pt x="43037" y="76167"/>
                </a:lnTo>
                <a:cubicBezTo>
                  <a:pt x="43037" y="76167"/>
                  <a:pt x="43062" y="76167"/>
                  <a:pt x="43062" y="76142"/>
                </a:cubicBezTo>
                <a:close/>
                <a:moveTo>
                  <a:pt x="43097" y="76156"/>
                </a:moveTo>
                <a:cubicBezTo>
                  <a:pt x="43112" y="76156"/>
                  <a:pt x="43112" y="76167"/>
                  <a:pt x="43112" y="76167"/>
                </a:cubicBezTo>
                <a:lnTo>
                  <a:pt x="43062" y="76167"/>
                </a:lnTo>
                <a:cubicBezTo>
                  <a:pt x="43078" y="76158"/>
                  <a:pt x="43089" y="76156"/>
                  <a:pt x="43097" y="76156"/>
                </a:cubicBezTo>
                <a:close/>
                <a:moveTo>
                  <a:pt x="44182" y="75818"/>
                </a:moveTo>
                <a:cubicBezTo>
                  <a:pt x="44182" y="75943"/>
                  <a:pt x="44157" y="76067"/>
                  <a:pt x="44157" y="76192"/>
                </a:cubicBezTo>
                <a:lnTo>
                  <a:pt x="44107" y="76142"/>
                </a:lnTo>
                <a:cubicBezTo>
                  <a:pt x="44107" y="76042"/>
                  <a:pt x="44132" y="75943"/>
                  <a:pt x="44132" y="75868"/>
                </a:cubicBezTo>
                <a:cubicBezTo>
                  <a:pt x="44157" y="75868"/>
                  <a:pt x="44157" y="75818"/>
                  <a:pt x="44182" y="75818"/>
                </a:cubicBezTo>
                <a:close/>
                <a:moveTo>
                  <a:pt x="44555" y="75619"/>
                </a:moveTo>
                <a:cubicBezTo>
                  <a:pt x="44481" y="75818"/>
                  <a:pt x="44381" y="76042"/>
                  <a:pt x="44306" y="76266"/>
                </a:cubicBezTo>
                <a:cubicBezTo>
                  <a:pt x="44356" y="76067"/>
                  <a:pt x="44356" y="75893"/>
                  <a:pt x="44381" y="75694"/>
                </a:cubicBezTo>
                <a:lnTo>
                  <a:pt x="44555" y="75619"/>
                </a:lnTo>
                <a:close/>
                <a:moveTo>
                  <a:pt x="45078" y="75541"/>
                </a:moveTo>
                <a:lnTo>
                  <a:pt x="44904" y="76017"/>
                </a:lnTo>
                <a:lnTo>
                  <a:pt x="44904" y="76042"/>
                </a:lnTo>
                <a:cubicBezTo>
                  <a:pt x="44879" y="76117"/>
                  <a:pt x="44854" y="76192"/>
                  <a:pt x="44804" y="76266"/>
                </a:cubicBezTo>
                <a:cubicBezTo>
                  <a:pt x="44804" y="76241"/>
                  <a:pt x="44829" y="76192"/>
                  <a:pt x="44829" y="76167"/>
                </a:cubicBezTo>
                <a:cubicBezTo>
                  <a:pt x="44879" y="76042"/>
                  <a:pt x="44929" y="75893"/>
                  <a:pt x="44978" y="75768"/>
                </a:cubicBezTo>
                <a:cubicBezTo>
                  <a:pt x="45007" y="75698"/>
                  <a:pt x="45043" y="75619"/>
                  <a:pt x="45078" y="75541"/>
                </a:cubicBezTo>
                <a:close/>
                <a:moveTo>
                  <a:pt x="42813" y="76241"/>
                </a:moveTo>
                <a:cubicBezTo>
                  <a:pt x="42813" y="76241"/>
                  <a:pt x="42813" y="76266"/>
                  <a:pt x="42862" y="76291"/>
                </a:cubicBezTo>
                <a:lnTo>
                  <a:pt x="42862" y="76291"/>
                </a:lnTo>
                <a:cubicBezTo>
                  <a:pt x="42838" y="76279"/>
                  <a:pt x="42838" y="76272"/>
                  <a:pt x="42844" y="76272"/>
                </a:cubicBezTo>
                <a:cubicBezTo>
                  <a:pt x="42850" y="76272"/>
                  <a:pt x="42863" y="76279"/>
                  <a:pt x="42863" y="76291"/>
                </a:cubicBezTo>
                <a:cubicBezTo>
                  <a:pt x="42813" y="76291"/>
                  <a:pt x="42813" y="76291"/>
                  <a:pt x="42813" y="76266"/>
                </a:cubicBezTo>
                <a:lnTo>
                  <a:pt x="42788" y="76241"/>
                </a:lnTo>
                <a:close/>
                <a:moveTo>
                  <a:pt x="43734" y="76042"/>
                </a:moveTo>
                <a:lnTo>
                  <a:pt x="43883" y="76192"/>
                </a:lnTo>
                <a:lnTo>
                  <a:pt x="43883" y="76291"/>
                </a:lnTo>
                <a:cubicBezTo>
                  <a:pt x="43809" y="76192"/>
                  <a:pt x="43759" y="76142"/>
                  <a:pt x="43659" y="76067"/>
                </a:cubicBezTo>
                <a:cubicBezTo>
                  <a:pt x="43684" y="76067"/>
                  <a:pt x="43684" y="76042"/>
                  <a:pt x="43734" y="76042"/>
                </a:cubicBezTo>
                <a:close/>
                <a:moveTo>
                  <a:pt x="44873" y="75437"/>
                </a:moveTo>
                <a:lnTo>
                  <a:pt x="44873" y="75437"/>
                </a:lnTo>
                <a:cubicBezTo>
                  <a:pt x="44750" y="75778"/>
                  <a:pt x="44627" y="76072"/>
                  <a:pt x="44481" y="76366"/>
                </a:cubicBezTo>
                <a:cubicBezTo>
                  <a:pt x="44605" y="76042"/>
                  <a:pt x="44729" y="75768"/>
                  <a:pt x="44854" y="75445"/>
                </a:cubicBezTo>
                <a:cubicBezTo>
                  <a:pt x="44854" y="75445"/>
                  <a:pt x="44865" y="75445"/>
                  <a:pt x="44873" y="75437"/>
                </a:cubicBezTo>
                <a:close/>
                <a:moveTo>
                  <a:pt x="44057" y="76391"/>
                </a:moveTo>
                <a:cubicBezTo>
                  <a:pt x="44107" y="76391"/>
                  <a:pt x="44107" y="76416"/>
                  <a:pt x="44132" y="76416"/>
                </a:cubicBezTo>
                <a:lnTo>
                  <a:pt x="44057" y="76416"/>
                </a:lnTo>
                <a:lnTo>
                  <a:pt x="44057" y="76391"/>
                </a:lnTo>
                <a:close/>
                <a:moveTo>
                  <a:pt x="52595" y="70641"/>
                </a:moveTo>
                <a:cubicBezTo>
                  <a:pt x="52645" y="70815"/>
                  <a:pt x="52720" y="71014"/>
                  <a:pt x="52744" y="71164"/>
                </a:cubicBezTo>
                <a:cubicBezTo>
                  <a:pt x="52819" y="71388"/>
                  <a:pt x="52869" y="71562"/>
                  <a:pt x="52944" y="71786"/>
                </a:cubicBezTo>
                <a:cubicBezTo>
                  <a:pt x="52993" y="72010"/>
                  <a:pt x="53093" y="72209"/>
                  <a:pt x="53143" y="72408"/>
                </a:cubicBezTo>
                <a:cubicBezTo>
                  <a:pt x="53242" y="72682"/>
                  <a:pt x="53342" y="72931"/>
                  <a:pt x="53466" y="73205"/>
                </a:cubicBezTo>
                <a:cubicBezTo>
                  <a:pt x="53516" y="73329"/>
                  <a:pt x="53591" y="73503"/>
                  <a:pt x="53641" y="73628"/>
                </a:cubicBezTo>
                <a:cubicBezTo>
                  <a:pt x="53815" y="74001"/>
                  <a:pt x="53964" y="74375"/>
                  <a:pt x="54138" y="74748"/>
                </a:cubicBezTo>
                <a:cubicBezTo>
                  <a:pt x="54138" y="74773"/>
                  <a:pt x="54188" y="74773"/>
                  <a:pt x="54188" y="74798"/>
                </a:cubicBezTo>
                <a:cubicBezTo>
                  <a:pt x="54337" y="75121"/>
                  <a:pt x="54487" y="75445"/>
                  <a:pt x="54636" y="75793"/>
                </a:cubicBezTo>
                <a:cubicBezTo>
                  <a:pt x="54611" y="75818"/>
                  <a:pt x="54537" y="75818"/>
                  <a:pt x="54512" y="75868"/>
                </a:cubicBezTo>
                <a:cubicBezTo>
                  <a:pt x="54337" y="75918"/>
                  <a:pt x="54188" y="75992"/>
                  <a:pt x="53989" y="76042"/>
                </a:cubicBezTo>
                <a:lnTo>
                  <a:pt x="53964" y="76042"/>
                </a:lnTo>
                <a:cubicBezTo>
                  <a:pt x="53840" y="76067"/>
                  <a:pt x="53740" y="76092"/>
                  <a:pt x="53616" y="76142"/>
                </a:cubicBezTo>
                <a:lnTo>
                  <a:pt x="53591" y="76142"/>
                </a:lnTo>
                <a:cubicBezTo>
                  <a:pt x="53392" y="76192"/>
                  <a:pt x="53242" y="76266"/>
                  <a:pt x="53068" y="76291"/>
                </a:cubicBezTo>
                <a:cubicBezTo>
                  <a:pt x="52968" y="76316"/>
                  <a:pt x="52844" y="76366"/>
                  <a:pt x="52744" y="76391"/>
                </a:cubicBezTo>
                <a:cubicBezTo>
                  <a:pt x="52720" y="76391"/>
                  <a:pt x="52695" y="76416"/>
                  <a:pt x="52645" y="76416"/>
                </a:cubicBezTo>
                <a:cubicBezTo>
                  <a:pt x="51326" y="75146"/>
                  <a:pt x="49957" y="74076"/>
                  <a:pt x="48588" y="73304"/>
                </a:cubicBezTo>
                <a:cubicBezTo>
                  <a:pt x="48737" y="73205"/>
                  <a:pt x="48886" y="73130"/>
                  <a:pt x="49036" y="73006"/>
                </a:cubicBezTo>
                <a:cubicBezTo>
                  <a:pt x="49285" y="72831"/>
                  <a:pt x="49509" y="72682"/>
                  <a:pt x="49758" y="72533"/>
                </a:cubicBezTo>
                <a:cubicBezTo>
                  <a:pt x="49957" y="72408"/>
                  <a:pt x="50106" y="72309"/>
                  <a:pt x="50280" y="72184"/>
                </a:cubicBezTo>
                <a:cubicBezTo>
                  <a:pt x="50380" y="72134"/>
                  <a:pt x="50504" y="72060"/>
                  <a:pt x="50604" y="72010"/>
                </a:cubicBezTo>
                <a:cubicBezTo>
                  <a:pt x="50703" y="71935"/>
                  <a:pt x="50828" y="71885"/>
                  <a:pt x="50902" y="71786"/>
                </a:cubicBezTo>
                <a:cubicBezTo>
                  <a:pt x="51151" y="71637"/>
                  <a:pt x="51400" y="71437"/>
                  <a:pt x="51624" y="71288"/>
                </a:cubicBezTo>
                <a:cubicBezTo>
                  <a:pt x="51948" y="71064"/>
                  <a:pt x="52272" y="70840"/>
                  <a:pt x="52595" y="70641"/>
                </a:cubicBezTo>
                <a:close/>
                <a:moveTo>
                  <a:pt x="106559" y="62726"/>
                </a:moveTo>
                <a:lnTo>
                  <a:pt x="106559" y="62726"/>
                </a:lnTo>
                <a:cubicBezTo>
                  <a:pt x="106360" y="63298"/>
                  <a:pt x="106136" y="63871"/>
                  <a:pt x="105887" y="64443"/>
                </a:cubicBezTo>
                <a:cubicBezTo>
                  <a:pt x="105887" y="64468"/>
                  <a:pt x="105862" y="64493"/>
                  <a:pt x="105862" y="64543"/>
                </a:cubicBezTo>
                <a:cubicBezTo>
                  <a:pt x="105638" y="65065"/>
                  <a:pt x="105389" y="65613"/>
                  <a:pt x="105140" y="66161"/>
                </a:cubicBezTo>
                <a:lnTo>
                  <a:pt x="105041" y="66335"/>
                </a:lnTo>
                <a:cubicBezTo>
                  <a:pt x="104792" y="66857"/>
                  <a:pt x="104543" y="67355"/>
                  <a:pt x="104294" y="67903"/>
                </a:cubicBezTo>
                <a:lnTo>
                  <a:pt x="104194" y="68077"/>
                </a:lnTo>
                <a:cubicBezTo>
                  <a:pt x="104194" y="68077"/>
                  <a:pt x="104194" y="68102"/>
                  <a:pt x="104169" y="68102"/>
                </a:cubicBezTo>
                <a:cubicBezTo>
                  <a:pt x="104020" y="68401"/>
                  <a:pt x="103871" y="68699"/>
                  <a:pt x="103697" y="69023"/>
                </a:cubicBezTo>
                <a:cubicBezTo>
                  <a:pt x="103522" y="69396"/>
                  <a:pt x="103323" y="69720"/>
                  <a:pt x="103124" y="70093"/>
                </a:cubicBezTo>
                <a:cubicBezTo>
                  <a:pt x="103024" y="70292"/>
                  <a:pt x="102900" y="70467"/>
                  <a:pt x="102800" y="70666"/>
                </a:cubicBezTo>
                <a:cubicBezTo>
                  <a:pt x="102776" y="70765"/>
                  <a:pt x="102701" y="70815"/>
                  <a:pt x="102676" y="70915"/>
                </a:cubicBezTo>
                <a:cubicBezTo>
                  <a:pt x="102502" y="71213"/>
                  <a:pt x="102303" y="71562"/>
                  <a:pt x="102128" y="71885"/>
                </a:cubicBezTo>
                <a:cubicBezTo>
                  <a:pt x="101929" y="72209"/>
                  <a:pt x="101705" y="72557"/>
                  <a:pt x="101531" y="72881"/>
                </a:cubicBezTo>
                <a:cubicBezTo>
                  <a:pt x="101382" y="73130"/>
                  <a:pt x="101257" y="73329"/>
                  <a:pt x="101108" y="73553"/>
                </a:cubicBezTo>
                <a:cubicBezTo>
                  <a:pt x="100834" y="73951"/>
                  <a:pt x="100585" y="74375"/>
                  <a:pt x="100311" y="74773"/>
                </a:cubicBezTo>
                <a:cubicBezTo>
                  <a:pt x="100286" y="74823"/>
                  <a:pt x="100262" y="74897"/>
                  <a:pt x="100187" y="74922"/>
                </a:cubicBezTo>
                <a:cubicBezTo>
                  <a:pt x="99888" y="75445"/>
                  <a:pt x="99540" y="75943"/>
                  <a:pt x="99166" y="76440"/>
                </a:cubicBezTo>
                <a:cubicBezTo>
                  <a:pt x="98171" y="75022"/>
                  <a:pt x="96777" y="73304"/>
                  <a:pt x="94960" y="71437"/>
                </a:cubicBezTo>
                <a:cubicBezTo>
                  <a:pt x="97076" y="68799"/>
                  <a:pt x="99042" y="66086"/>
                  <a:pt x="100834" y="63373"/>
                </a:cubicBezTo>
                <a:lnTo>
                  <a:pt x="100959" y="63373"/>
                </a:lnTo>
                <a:cubicBezTo>
                  <a:pt x="102950" y="63373"/>
                  <a:pt x="104866" y="63174"/>
                  <a:pt x="106559" y="62726"/>
                </a:cubicBezTo>
                <a:close/>
                <a:moveTo>
                  <a:pt x="42968" y="76453"/>
                </a:moveTo>
                <a:cubicBezTo>
                  <a:pt x="42975" y="76453"/>
                  <a:pt x="42987" y="76465"/>
                  <a:pt x="42987" y="76490"/>
                </a:cubicBezTo>
                <a:cubicBezTo>
                  <a:pt x="42962" y="76465"/>
                  <a:pt x="42962" y="76453"/>
                  <a:pt x="42968" y="76453"/>
                </a:cubicBezTo>
                <a:close/>
                <a:moveTo>
                  <a:pt x="86547" y="64343"/>
                </a:moveTo>
                <a:cubicBezTo>
                  <a:pt x="88837" y="66210"/>
                  <a:pt x="91052" y="68177"/>
                  <a:pt x="93043" y="70093"/>
                </a:cubicBezTo>
                <a:cubicBezTo>
                  <a:pt x="91799" y="72284"/>
                  <a:pt x="90305" y="74424"/>
                  <a:pt x="88662" y="76515"/>
                </a:cubicBezTo>
                <a:cubicBezTo>
                  <a:pt x="86123" y="74922"/>
                  <a:pt x="83485" y="73030"/>
                  <a:pt x="80871" y="70940"/>
                </a:cubicBezTo>
                <a:cubicBezTo>
                  <a:pt x="82863" y="68799"/>
                  <a:pt x="84754" y="66584"/>
                  <a:pt x="86547" y="64343"/>
                </a:cubicBezTo>
                <a:close/>
                <a:moveTo>
                  <a:pt x="20137" y="66708"/>
                </a:moveTo>
                <a:cubicBezTo>
                  <a:pt x="20361" y="67480"/>
                  <a:pt x="20635" y="68202"/>
                  <a:pt x="20983" y="68849"/>
                </a:cubicBezTo>
                <a:cubicBezTo>
                  <a:pt x="20386" y="69969"/>
                  <a:pt x="19838" y="71089"/>
                  <a:pt x="19266" y="72234"/>
                </a:cubicBezTo>
                <a:cubicBezTo>
                  <a:pt x="19166" y="72309"/>
                  <a:pt x="19042" y="72333"/>
                  <a:pt x="18967" y="72408"/>
                </a:cubicBezTo>
                <a:lnTo>
                  <a:pt x="18594" y="72582"/>
                </a:lnTo>
                <a:cubicBezTo>
                  <a:pt x="18370" y="72707"/>
                  <a:pt x="18171" y="72806"/>
                  <a:pt x="17972" y="72931"/>
                </a:cubicBezTo>
                <a:cubicBezTo>
                  <a:pt x="17847" y="72981"/>
                  <a:pt x="17723" y="73080"/>
                  <a:pt x="17548" y="73155"/>
                </a:cubicBezTo>
                <a:cubicBezTo>
                  <a:pt x="17374" y="73279"/>
                  <a:pt x="17175" y="73354"/>
                  <a:pt x="17001" y="73478"/>
                </a:cubicBezTo>
                <a:cubicBezTo>
                  <a:pt x="16876" y="73578"/>
                  <a:pt x="16727" y="73678"/>
                  <a:pt x="16603" y="73727"/>
                </a:cubicBezTo>
                <a:cubicBezTo>
                  <a:pt x="16403" y="73852"/>
                  <a:pt x="16254" y="73976"/>
                  <a:pt x="16055" y="74076"/>
                </a:cubicBezTo>
                <a:cubicBezTo>
                  <a:pt x="15906" y="74175"/>
                  <a:pt x="15781" y="74275"/>
                  <a:pt x="15632" y="74399"/>
                </a:cubicBezTo>
                <a:cubicBezTo>
                  <a:pt x="15482" y="74524"/>
                  <a:pt x="15308" y="74648"/>
                  <a:pt x="15134" y="74773"/>
                </a:cubicBezTo>
                <a:cubicBezTo>
                  <a:pt x="14985" y="74897"/>
                  <a:pt x="14810" y="74972"/>
                  <a:pt x="14686" y="75096"/>
                </a:cubicBezTo>
                <a:lnTo>
                  <a:pt x="14238" y="75470"/>
                </a:lnTo>
                <a:cubicBezTo>
                  <a:pt x="14064" y="75594"/>
                  <a:pt x="13914" y="75719"/>
                  <a:pt x="13790" y="75843"/>
                </a:cubicBezTo>
                <a:cubicBezTo>
                  <a:pt x="13640" y="75968"/>
                  <a:pt x="13516" y="76092"/>
                  <a:pt x="13367" y="76266"/>
                </a:cubicBezTo>
                <a:cubicBezTo>
                  <a:pt x="13267" y="76341"/>
                  <a:pt x="13168" y="76440"/>
                  <a:pt x="13043" y="76540"/>
                </a:cubicBezTo>
                <a:cubicBezTo>
                  <a:pt x="13068" y="76515"/>
                  <a:pt x="13018" y="76440"/>
                  <a:pt x="12919" y="76416"/>
                </a:cubicBezTo>
                <a:cubicBezTo>
                  <a:pt x="12670" y="76142"/>
                  <a:pt x="12421" y="75818"/>
                  <a:pt x="12197" y="75520"/>
                </a:cubicBezTo>
                <a:cubicBezTo>
                  <a:pt x="12147" y="75420"/>
                  <a:pt x="12072" y="75345"/>
                  <a:pt x="12023" y="75271"/>
                </a:cubicBezTo>
                <a:cubicBezTo>
                  <a:pt x="11749" y="74897"/>
                  <a:pt x="11525" y="74474"/>
                  <a:pt x="11276" y="74051"/>
                </a:cubicBezTo>
                <a:cubicBezTo>
                  <a:pt x="11201" y="73951"/>
                  <a:pt x="11151" y="73827"/>
                  <a:pt x="11126" y="73702"/>
                </a:cubicBezTo>
                <a:cubicBezTo>
                  <a:pt x="10927" y="73354"/>
                  <a:pt x="10778" y="72981"/>
                  <a:pt x="10629" y="72607"/>
                </a:cubicBezTo>
                <a:cubicBezTo>
                  <a:pt x="10629" y="72582"/>
                  <a:pt x="10579" y="72557"/>
                  <a:pt x="10579" y="72533"/>
                </a:cubicBezTo>
                <a:cubicBezTo>
                  <a:pt x="10554" y="72433"/>
                  <a:pt x="10504" y="72309"/>
                  <a:pt x="10454" y="72209"/>
                </a:cubicBezTo>
                <a:cubicBezTo>
                  <a:pt x="10305" y="71786"/>
                  <a:pt x="10156" y="71338"/>
                  <a:pt x="10031" y="70865"/>
                </a:cubicBezTo>
                <a:cubicBezTo>
                  <a:pt x="10280" y="70691"/>
                  <a:pt x="10529" y="70541"/>
                  <a:pt x="10778" y="70367"/>
                </a:cubicBezTo>
                <a:cubicBezTo>
                  <a:pt x="11052" y="70193"/>
                  <a:pt x="11326" y="69994"/>
                  <a:pt x="11624" y="69844"/>
                </a:cubicBezTo>
                <a:cubicBezTo>
                  <a:pt x="11898" y="69695"/>
                  <a:pt x="12172" y="69546"/>
                  <a:pt x="12446" y="69421"/>
                </a:cubicBezTo>
                <a:cubicBezTo>
                  <a:pt x="12769" y="69247"/>
                  <a:pt x="13043" y="69073"/>
                  <a:pt x="13367" y="68923"/>
                </a:cubicBezTo>
                <a:lnTo>
                  <a:pt x="14188" y="68550"/>
                </a:lnTo>
                <a:cubicBezTo>
                  <a:pt x="14512" y="68376"/>
                  <a:pt x="14860" y="68226"/>
                  <a:pt x="15159" y="68102"/>
                </a:cubicBezTo>
                <a:cubicBezTo>
                  <a:pt x="15433" y="67978"/>
                  <a:pt x="15756" y="67878"/>
                  <a:pt x="16030" y="67803"/>
                </a:cubicBezTo>
                <a:cubicBezTo>
                  <a:pt x="16379" y="67679"/>
                  <a:pt x="16677" y="67554"/>
                  <a:pt x="17026" y="67455"/>
                </a:cubicBezTo>
                <a:cubicBezTo>
                  <a:pt x="17349" y="67355"/>
                  <a:pt x="17673" y="67256"/>
                  <a:pt x="17996" y="67181"/>
                </a:cubicBezTo>
                <a:cubicBezTo>
                  <a:pt x="18295" y="67081"/>
                  <a:pt x="18619" y="66982"/>
                  <a:pt x="18917" y="66932"/>
                </a:cubicBezTo>
                <a:cubicBezTo>
                  <a:pt x="19341" y="66833"/>
                  <a:pt x="19714" y="66758"/>
                  <a:pt x="20112" y="66708"/>
                </a:cubicBezTo>
                <a:close/>
                <a:moveTo>
                  <a:pt x="43383" y="76281"/>
                </a:moveTo>
                <a:cubicBezTo>
                  <a:pt x="43410" y="76293"/>
                  <a:pt x="43448" y="76297"/>
                  <a:pt x="43485" y="76316"/>
                </a:cubicBezTo>
                <a:lnTo>
                  <a:pt x="43510" y="76316"/>
                </a:lnTo>
                <a:cubicBezTo>
                  <a:pt x="43609" y="76391"/>
                  <a:pt x="43734" y="76440"/>
                  <a:pt x="43809" y="76515"/>
                </a:cubicBezTo>
                <a:cubicBezTo>
                  <a:pt x="43858" y="76515"/>
                  <a:pt x="43858" y="76540"/>
                  <a:pt x="43883" y="76540"/>
                </a:cubicBezTo>
                <a:lnTo>
                  <a:pt x="43858" y="76565"/>
                </a:lnTo>
                <a:cubicBezTo>
                  <a:pt x="43684" y="76515"/>
                  <a:pt x="43535" y="76416"/>
                  <a:pt x="43385" y="76316"/>
                </a:cubicBezTo>
                <a:lnTo>
                  <a:pt x="43385" y="76291"/>
                </a:lnTo>
                <a:cubicBezTo>
                  <a:pt x="43385" y="76291"/>
                  <a:pt x="43385" y="76286"/>
                  <a:pt x="43383" y="76281"/>
                </a:cubicBezTo>
                <a:close/>
                <a:moveTo>
                  <a:pt x="48388" y="73429"/>
                </a:moveTo>
                <a:cubicBezTo>
                  <a:pt x="49758" y="74200"/>
                  <a:pt x="51127" y="75246"/>
                  <a:pt x="52446" y="76565"/>
                </a:cubicBezTo>
                <a:cubicBezTo>
                  <a:pt x="52396" y="76565"/>
                  <a:pt x="52371" y="76565"/>
                  <a:pt x="52371" y="76615"/>
                </a:cubicBezTo>
                <a:cubicBezTo>
                  <a:pt x="51077" y="75271"/>
                  <a:pt x="49708" y="74200"/>
                  <a:pt x="48339" y="73454"/>
                </a:cubicBezTo>
                <a:cubicBezTo>
                  <a:pt x="48364" y="73454"/>
                  <a:pt x="48364" y="73429"/>
                  <a:pt x="48388" y="73429"/>
                </a:cubicBezTo>
                <a:close/>
                <a:moveTo>
                  <a:pt x="93192" y="70268"/>
                </a:moveTo>
                <a:lnTo>
                  <a:pt x="93217" y="70292"/>
                </a:lnTo>
                <a:cubicBezTo>
                  <a:pt x="91973" y="72433"/>
                  <a:pt x="90529" y="74574"/>
                  <a:pt x="88861" y="76640"/>
                </a:cubicBezTo>
                <a:cubicBezTo>
                  <a:pt x="88837" y="76640"/>
                  <a:pt x="88837" y="76615"/>
                  <a:pt x="88812" y="76615"/>
                </a:cubicBezTo>
                <a:cubicBezTo>
                  <a:pt x="90454" y="74524"/>
                  <a:pt x="91923" y="72408"/>
                  <a:pt x="93192" y="70268"/>
                </a:cubicBezTo>
                <a:close/>
                <a:moveTo>
                  <a:pt x="54711" y="75968"/>
                </a:moveTo>
                <a:lnTo>
                  <a:pt x="54711" y="76017"/>
                </a:lnTo>
                <a:lnTo>
                  <a:pt x="54711" y="76042"/>
                </a:lnTo>
                <a:lnTo>
                  <a:pt x="54661" y="76042"/>
                </a:lnTo>
                <a:cubicBezTo>
                  <a:pt x="54362" y="76167"/>
                  <a:pt x="54089" y="76266"/>
                  <a:pt x="53765" y="76341"/>
                </a:cubicBezTo>
                <a:lnTo>
                  <a:pt x="53715" y="76341"/>
                </a:lnTo>
                <a:cubicBezTo>
                  <a:pt x="53392" y="76440"/>
                  <a:pt x="53118" y="76540"/>
                  <a:pt x="52844" y="76640"/>
                </a:cubicBezTo>
                <a:lnTo>
                  <a:pt x="52794" y="76640"/>
                </a:lnTo>
                <a:cubicBezTo>
                  <a:pt x="52805" y="76661"/>
                  <a:pt x="52811" y="76668"/>
                  <a:pt x="52811" y="76668"/>
                </a:cubicBezTo>
                <a:cubicBezTo>
                  <a:pt x="52810" y="76668"/>
                  <a:pt x="52798" y="76654"/>
                  <a:pt x="52769" y="76640"/>
                </a:cubicBezTo>
                <a:cubicBezTo>
                  <a:pt x="52819" y="76640"/>
                  <a:pt x="52844" y="76615"/>
                  <a:pt x="52869" y="76615"/>
                </a:cubicBezTo>
                <a:cubicBezTo>
                  <a:pt x="52894" y="76615"/>
                  <a:pt x="52944" y="76615"/>
                  <a:pt x="52944" y="76565"/>
                </a:cubicBezTo>
                <a:lnTo>
                  <a:pt x="52993" y="76565"/>
                </a:lnTo>
                <a:cubicBezTo>
                  <a:pt x="53018" y="76565"/>
                  <a:pt x="53068" y="76540"/>
                  <a:pt x="53093" y="76540"/>
                </a:cubicBezTo>
                <a:cubicBezTo>
                  <a:pt x="53317" y="76465"/>
                  <a:pt x="53566" y="76391"/>
                  <a:pt x="53765" y="76316"/>
                </a:cubicBezTo>
                <a:cubicBezTo>
                  <a:pt x="53815" y="76316"/>
                  <a:pt x="53815" y="76316"/>
                  <a:pt x="53840" y="76291"/>
                </a:cubicBezTo>
                <a:cubicBezTo>
                  <a:pt x="53865" y="76291"/>
                  <a:pt x="53889" y="76266"/>
                  <a:pt x="53939" y="76266"/>
                </a:cubicBezTo>
                <a:cubicBezTo>
                  <a:pt x="53964" y="76266"/>
                  <a:pt x="53964" y="76266"/>
                  <a:pt x="53989" y="76241"/>
                </a:cubicBezTo>
                <a:lnTo>
                  <a:pt x="54014" y="76241"/>
                </a:lnTo>
                <a:cubicBezTo>
                  <a:pt x="54238" y="76167"/>
                  <a:pt x="54462" y="76067"/>
                  <a:pt x="54711" y="75968"/>
                </a:cubicBezTo>
                <a:close/>
                <a:moveTo>
                  <a:pt x="94835" y="71587"/>
                </a:moveTo>
                <a:cubicBezTo>
                  <a:pt x="96677" y="73503"/>
                  <a:pt x="98071" y="75196"/>
                  <a:pt x="99067" y="76640"/>
                </a:cubicBezTo>
                <a:cubicBezTo>
                  <a:pt x="99067" y="76665"/>
                  <a:pt x="99042" y="76665"/>
                  <a:pt x="99042" y="76689"/>
                </a:cubicBezTo>
                <a:cubicBezTo>
                  <a:pt x="98071" y="75271"/>
                  <a:pt x="96652" y="73553"/>
                  <a:pt x="94835" y="71661"/>
                </a:cubicBezTo>
                <a:lnTo>
                  <a:pt x="94835" y="71587"/>
                </a:lnTo>
                <a:close/>
                <a:moveTo>
                  <a:pt x="106883" y="62676"/>
                </a:moveTo>
                <a:cubicBezTo>
                  <a:pt x="105165" y="67231"/>
                  <a:pt x="102626" y="72035"/>
                  <a:pt x="99341" y="76689"/>
                </a:cubicBezTo>
                <a:lnTo>
                  <a:pt x="99316" y="76665"/>
                </a:lnTo>
                <a:cubicBezTo>
                  <a:pt x="99415" y="76490"/>
                  <a:pt x="99515" y="76316"/>
                  <a:pt x="99639" y="76167"/>
                </a:cubicBezTo>
                <a:cubicBezTo>
                  <a:pt x="100013" y="75644"/>
                  <a:pt x="100361" y="75121"/>
                  <a:pt x="100685" y="74574"/>
                </a:cubicBezTo>
                <a:cubicBezTo>
                  <a:pt x="100909" y="74275"/>
                  <a:pt x="101108" y="73951"/>
                  <a:pt x="101307" y="73628"/>
                </a:cubicBezTo>
                <a:cubicBezTo>
                  <a:pt x="101556" y="73205"/>
                  <a:pt x="101805" y="72782"/>
                  <a:pt x="102054" y="72383"/>
                </a:cubicBezTo>
                <a:lnTo>
                  <a:pt x="102527" y="71637"/>
                </a:lnTo>
                <a:cubicBezTo>
                  <a:pt x="103199" y="70467"/>
                  <a:pt x="103796" y="69322"/>
                  <a:pt x="104394" y="68177"/>
                </a:cubicBezTo>
                <a:cubicBezTo>
                  <a:pt x="104443" y="68027"/>
                  <a:pt x="104543" y="67853"/>
                  <a:pt x="104618" y="67729"/>
                </a:cubicBezTo>
                <a:cubicBezTo>
                  <a:pt x="104866" y="67231"/>
                  <a:pt x="105066" y="66733"/>
                  <a:pt x="105314" y="66285"/>
                </a:cubicBezTo>
                <a:cubicBezTo>
                  <a:pt x="105389" y="66161"/>
                  <a:pt x="105414" y="66061"/>
                  <a:pt x="105489" y="65936"/>
                </a:cubicBezTo>
                <a:cubicBezTo>
                  <a:pt x="105987" y="64841"/>
                  <a:pt x="106435" y="63746"/>
                  <a:pt x="106858" y="62676"/>
                </a:cubicBezTo>
                <a:close/>
                <a:moveTo>
                  <a:pt x="12570" y="76416"/>
                </a:moveTo>
                <a:cubicBezTo>
                  <a:pt x="12620" y="76440"/>
                  <a:pt x="12645" y="76440"/>
                  <a:pt x="12670" y="76465"/>
                </a:cubicBezTo>
                <a:cubicBezTo>
                  <a:pt x="12695" y="76515"/>
                  <a:pt x="12744" y="76515"/>
                  <a:pt x="12769" y="76540"/>
                </a:cubicBezTo>
                <a:cubicBezTo>
                  <a:pt x="12869" y="76615"/>
                  <a:pt x="12894" y="76665"/>
                  <a:pt x="12944" y="76714"/>
                </a:cubicBezTo>
                <a:cubicBezTo>
                  <a:pt x="12919" y="76689"/>
                  <a:pt x="12894" y="76689"/>
                  <a:pt x="12869" y="76665"/>
                </a:cubicBezTo>
                <a:cubicBezTo>
                  <a:pt x="12819" y="76640"/>
                  <a:pt x="12794" y="76640"/>
                  <a:pt x="12769" y="76615"/>
                </a:cubicBezTo>
                <a:lnTo>
                  <a:pt x="12744" y="76565"/>
                </a:lnTo>
                <a:lnTo>
                  <a:pt x="12570" y="76416"/>
                </a:lnTo>
                <a:close/>
                <a:moveTo>
                  <a:pt x="19166" y="72557"/>
                </a:moveTo>
                <a:cubicBezTo>
                  <a:pt x="19166" y="72582"/>
                  <a:pt x="19141" y="72582"/>
                  <a:pt x="19141" y="72632"/>
                </a:cubicBezTo>
                <a:cubicBezTo>
                  <a:pt x="19042" y="72657"/>
                  <a:pt x="18967" y="72707"/>
                  <a:pt x="18893" y="72757"/>
                </a:cubicBezTo>
                <a:cubicBezTo>
                  <a:pt x="18868" y="72782"/>
                  <a:pt x="18793" y="72782"/>
                  <a:pt x="18768" y="72806"/>
                </a:cubicBezTo>
                <a:cubicBezTo>
                  <a:pt x="18494" y="72956"/>
                  <a:pt x="18245" y="73080"/>
                  <a:pt x="17996" y="73254"/>
                </a:cubicBezTo>
                <a:cubicBezTo>
                  <a:pt x="17922" y="73279"/>
                  <a:pt x="17872" y="73304"/>
                  <a:pt x="17772" y="73379"/>
                </a:cubicBezTo>
                <a:cubicBezTo>
                  <a:pt x="17524" y="73528"/>
                  <a:pt x="17299" y="73653"/>
                  <a:pt x="17100" y="73802"/>
                </a:cubicBezTo>
                <a:lnTo>
                  <a:pt x="16802" y="74001"/>
                </a:lnTo>
                <a:cubicBezTo>
                  <a:pt x="16578" y="74126"/>
                  <a:pt x="16403" y="74275"/>
                  <a:pt x="16179" y="74424"/>
                </a:cubicBezTo>
                <a:cubicBezTo>
                  <a:pt x="16055" y="74524"/>
                  <a:pt x="15955" y="74574"/>
                  <a:pt x="15856" y="74673"/>
                </a:cubicBezTo>
                <a:cubicBezTo>
                  <a:pt x="15657" y="74798"/>
                  <a:pt x="15507" y="74947"/>
                  <a:pt x="15308" y="75071"/>
                </a:cubicBezTo>
                <a:cubicBezTo>
                  <a:pt x="15184" y="75171"/>
                  <a:pt x="15059" y="75271"/>
                  <a:pt x="14910" y="75395"/>
                </a:cubicBezTo>
                <a:lnTo>
                  <a:pt x="14437" y="75768"/>
                </a:lnTo>
                <a:cubicBezTo>
                  <a:pt x="14288" y="75893"/>
                  <a:pt x="14163" y="76017"/>
                  <a:pt x="14014" y="76142"/>
                </a:cubicBezTo>
                <a:cubicBezTo>
                  <a:pt x="13889" y="76266"/>
                  <a:pt x="13715" y="76391"/>
                  <a:pt x="13616" y="76515"/>
                </a:cubicBezTo>
                <a:cubicBezTo>
                  <a:pt x="13541" y="76565"/>
                  <a:pt x="13441" y="76640"/>
                  <a:pt x="13392" y="76714"/>
                </a:cubicBezTo>
                <a:lnTo>
                  <a:pt x="13367" y="76714"/>
                </a:lnTo>
                <a:cubicBezTo>
                  <a:pt x="13367" y="76714"/>
                  <a:pt x="13317" y="76714"/>
                  <a:pt x="13317" y="76689"/>
                </a:cubicBezTo>
                <a:cubicBezTo>
                  <a:pt x="13392" y="76640"/>
                  <a:pt x="13491" y="76565"/>
                  <a:pt x="13541" y="76465"/>
                </a:cubicBezTo>
                <a:cubicBezTo>
                  <a:pt x="13690" y="76366"/>
                  <a:pt x="13815" y="76216"/>
                  <a:pt x="13989" y="76067"/>
                </a:cubicBezTo>
                <a:cubicBezTo>
                  <a:pt x="14138" y="75943"/>
                  <a:pt x="14288" y="75818"/>
                  <a:pt x="14412" y="75694"/>
                </a:cubicBezTo>
                <a:cubicBezTo>
                  <a:pt x="14561" y="75569"/>
                  <a:pt x="14736" y="75445"/>
                  <a:pt x="14860" y="75320"/>
                </a:cubicBezTo>
                <a:cubicBezTo>
                  <a:pt x="15010" y="75196"/>
                  <a:pt x="15134" y="75121"/>
                  <a:pt x="15283" y="74997"/>
                </a:cubicBezTo>
                <a:cubicBezTo>
                  <a:pt x="15433" y="74847"/>
                  <a:pt x="15607" y="74723"/>
                  <a:pt x="15781" y="74623"/>
                </a:cubicBezTo>
                <a:cubicBezTo>
                  <a:pt x="15906" y="74524"/>
                  <a:pt x="16055" y="74424"/>
                  <a:pt x="16179" y="74325"/>
                </a:cubicBezTo>
                <a:cubicBezTo>
                  <a:pt x="16379" y="74200"/>
                  <a:pt x="16553" y="74076"/>
                  <a:pt x="16727" y="73951"/>
                </a:cubicBezTo>
                <a:cubicBezTo>
                  <a:pt x="16851" y="73877"/>
                  <a:pt x="16976" y="73802"/>
                  <a:pt x="17100" y="73752"/>
                </a:cubicBezTo>
                <a:cubicBezTo>
                  <a:pt x="17275" y="73628"/>
                  <a:pt x="17499" y="73503"/>
                  <a:pt x="17673" y="73379"/>
                </a:cubicBezTo>
                <a:cubicBezTo>
                  <a:pt x="17772" y="73304"/>
                  <a:pt x="17897" y="73254"/>
                  <a:pt x="17996" y="73180"/>
                </a:cubicBezTo>
                <a:cubicBezTo>
                  <a:pt x="18220" y="73055"/>
                  <a:pt x="18420" y="72931"/>
                  <a:pt x="18668" y="72806"/>
                </a:cubicBezTo>
                <a:cubicBezTo>
                  <a:pt x="18768" y="72757"/>
                  <a:pt x="18868" y="72707"/>
                  <a:pt x="18967" y="72682"/>
                </a:cubicBezTo>
                <a:cubicBezTo>
                  <a:pt x="19042" y="72582"/>
                  <a:pt x="19117" y="72557"/>
                  <a:pt x="19166" y="72557"/>
                </a:cubicBezTo>
                <a:close/>
                <a:moveTo>
                  <a:pt x="80747" y="71089"/>
                </a:moveTo>
                <a:cubicBezTo>
                  <a:pt x="83361" y="73155"/>
                  <a:pt x="85999" y="75047"/>
                  <a:pt x="88538" y="76665"/>
                </a:cubicBezTo>
                <a:cubicBezTo>
                  <a:pt x="88538" y="76689"/>
                  <a:pt x="88488" y="76689"/>
                  <a:pt x="88488" y="76714"/>
                </a:cubicBezTo>
                <a:cubicBezTo>
                  <a:pt x="85974" y="75121"/>
                  <a:pt x="83336" y="73205"/>
                  <a:pt x="80722" y="71139"/>
                </a:cubicBezTo>
                <a:lnTo>
                  <a:pt x="80747" y="71089"/>
                </a:lnTo>
                <a:close/>
                <a:moveTo>
                  <a:pt x="88687" y="76764"/>
                </a:moveTo>
                <a:cubicBezTo>
                  <a:pt x="88712" y="76764"/>
                  <a:pt x="88712" y="76789"/>
                  <a:pt x="88737" y="76789"/>
                </a:cubicBezTo>
                <a:cubicBezTo>
                  <a:pt x="88737" y="76814"/>
                  <a:pt x="88712" y="76814"/>
                  <a:pt x="88712" y="76864"/>
                </a:cubicBezTo>
                <a:cubicBezTo>
                  <a:pt x="88687" y="76864"/>
                  <a:pt x="88687" y="76814"/>
                  <a:pt x="88662" y="76814"/>
                </a:cubicBezTo>
                <a:cubicBezTo>
                  <a:pt x="88662" y="76789"/>
                  <a:pt x="88687" y="76789"/>
                  <a:pt x="88687" y="76764"/>
                </a:cubicBezTo>
                <a:close/>
                <a:moveTo>
                  <a:pt x="99191" y="76814"/>
                </a:moveTo>
                <a:cubicBezTo>
                  <a:pt x="99191" y="76814"/>
                  <a:pt x="99191" y="76864"/>
                  <a:pt x="99241" y="76864"/>
                </a:cubicBezTo>
                <a:cubicBezTo>
                  <a:pt x="99241" y="76864"/>
                  <a:pt x="99191" y="76889"/>
                  <a:pt x="99191" y="76913"/>
                </a:cubicBezTo>
                <a:lnTo>
                  <a:pt x="99166" y="76889"/>
                </a:lnTo>
                <a:cubicBezTo>
                  <a:pt x="99166" y="76839"/>
                  <a:pt x="99191" y="76839"/>
                  <a:pt x="99191" y="76814"/>
                </a:cubicBezTo>
                <a:close/>
                <a:moveTo>
                  <a:pt x="44033" y="76889"/>
                </a:moveTo>
                <a:cubicBezTo>
                  <a:pt x="44033" y="76889"/>
                  <a:pt x="44057" y="76889"/>
                  <a:pt x="44057" y="76913"/>
                </a:cubicBezTo>
                <a:cubicBezTo>
                  <a:pt x="44057" y="76938"/>
                  <a:pt x="44033" y="76988"/>
                  <a:pt x="44033" y="77013"/>
                </a:cubicBezTo>
                <a:lnTo>
                  <a:pt x="44033" y="76889"/>
                </a:lnTo>
                <a:close/>
                <a:moveTo>
                  <a:pt x="93392" y="70417"/>
                </a:moveTo>
                <a:cubicBezTo>
                  <a:pt x="93715" y="70765"/>
                  <a:pt x="94064" y="71089"/>
                  <a:pt x="94387" y="71437"/>
                </a:cubicBezTo>
                <a:cubicBezTo>
                  <a:pt x="93317" y="72757"/>
                  <a:pt x="92222" y="74076"/>
                  <a:pt x="91102" y="75370"/>
                </a:cubicBezTo>
                <a:cubicBezTo>
                  <a:pt x="91077" y="75395"/>
                  <a:pt x="91077" y="75420"/>
                  <a:pt x="91052" y="75420"/>
                </a:cubicBezTo>
                <a:cubicBezTo>
                  <a:pt x="90579" y="76017"/>
                  <a:pt x="90081" y="76565"/>
                  <a:pt x="89583" y="77113"/>
                </a:cubicBezTo>
                <a:lnTo>
                  <a:pt x="89036" y="76739"/>
                </a:lnTo>
                <a:cubicBezTo>
                  <a:pt x="90678" y="74648"/>
                  <a:pt x="92147" y="72533"/>
                  <a:pt x="93392" y="70417"/>
                </a:cubicBezTo>
                <a:close/>
                <a:moveTo>
                  <a:pt x="48214" y="73578"/>
                </a:moveTo>
                <a:cubicBezTo>
                  <a:pt x="49583" y="74325"/>
                  <a:pt x="50902" y="75345"/>
                  <a:pt x="52197" y="76640"/>
                </a:cubicBezTo>
                <a:cubicBezTo>
                  <a:pt x="52097" y="76665"/>
                  <a:pt x="51998" y="76665"/>
                  <a:pt x="51898" y="76689"/>
                </a:cubicBezTo>
                <a:cubicBezTo>
                  <a:pt x="51774" y="76714"/>
                  <a:pt x="51624" y="76764"/>
                  <a:pt x="51500" y="76789"/>
                </a:cubicBezTo>
                <a:cubicBezTo>
                  <a:pt x="51475" y="76789"/>
                  <a:pt x="51400" y="76814"/>
                  <a:pt x="51375" y="76814"/>
                </a:cubicBezTo>
                <a:cubicBezTo>
                  <a:pt x="51251" y="76864"/>
                  <a:pt x="51127" y="76864"/>
                  <a:pt x="51002" y="76889"/>
                </a:cubicBezTo>
                <a:cubicBezTo>
                  <a:pt x="50952" y="76889"/>
                  <a:pt x="50878" y="76913"/>
                  <a:pt x="50828" y="76913"/>
                </a:cubicBezTo>
                <a:cubicBezTo>
                  <a:pt x="50728" y="76938"/>
                  <a:pt x="50629" y="76938"/>
                  <a:pt x="50504" y="76988"/>
                </a:cubicBezTo>
                <a:cubicBezTo>
                  <a:pt x="50380" y="77013"/>
                  <a:pt x="50230" y="77013"/>
                  <a:pt x="50106" y="77038"/>
                </a:cubicBezTo>
                <a:lnTo>
                  <a:pt x="50006" y="77038"/>
                </a:lnTo>
                <a:cubicBezTo>
                  <a:pt x="49882" y="77063"/>
                  <a:pt x="49758" y="77063"/>
                  <a:pt x="49658" y="77088"/>
                </a:cubicBezTo>
                <a:cubicBezTo>
                  <a:pt x="49509" y="77137"/>
                  <a:pt x="49334" y="77137"/>
                  <a:pt x="49160" y="77137"/>
                </a:cubicBezTo>
                <a:lnTo>
                  <a:pt x="49061" y="77137"/>
                </a:lnTo>
                <a:cubicBezTo>
                  <a:pt x="49011" y="77137"/>
                  <a:pt x="48911" y="77137"/>
                  <a:pt x="48861" y="77162"/>
                </a:cubicBezTo>
                <a:cubicBezTo>
                  <a:pt x="48588" y="77162"/>
                  <a:pt x="48339" y="77187"/>
                  <a:pt x="48040" y="77187"/>
                </a:cubicBezTo>
                <a:cubicBezTo>
                  <a:pt x="47642" y="77187"/>
                  <a:pt x="47244" y="77162"/>
                  <a:pt x="46870" y="77137"/>
                </a:cubicBezTo>
                <a:cubicBezTo>
                  <a:pt x="46771" y="77137"/>
                  <a:pt x="46671" y="77113"/>
                  <a:pt x="46571" y="77113"/>
                </a:cubicBezTo>
                <a:cubicBezTo>
                  <a:pt x="46497" y="77113"/>
                  <a:pt x="46422" y="77063"/>
                  <a:pt x="46323" y="77063"/>
                </a:cubicBezTo>
                <a:cubicBezTo>
                  <a:pt x="46074" y="77038"/>
                  <a:pt x="45874" y="77013"/>
                  <a:pt x="45626" y="76938"/>
                </a:cubicBezTo>
                <a:cubicBezTo>
                  <a:pt x="45576" y="76938"/>
                  <a:pt x="45526" y="76913"/>
                  <a:pt x="45501" y="76913"/>
                </a:cubicBezTo>
                <a:cubicBezTo>
                  <a:pt x="45327" y="76889"/>
                  <a:pt x="45202" y="76814"/>
                  <a:pt x="45053" y="76789"/>
                </a:cubicBezTo>
                <a:cubicBezTo>
                  <a:pt x="45028" y="76789"/>
                  <a:pt x="45003" y="76764"/>
                  <a:pt x="44929" y="76764"/>
                </a:cubicBezTo>
                <a:cubicBezTo>
                  <a:pt x="44954" y="76640"/>
                  <a:pt x="45028" y="76490"/>
                  <a:pt x="45053" y="76366"/>
                </a:cubicBezTo>
                <a:cubicBezTo>
                  <a:pt x="45178" y="75893"/>
                  <a:pt x="45352" y="75495"/>
                  <a:pt x="45476" y="75146"/>
                </a:cubicBezTo>
                <a:cubicBezTo>
                  <a:pt x="45601" y="75071"/>
                  <a:pt x="45675" y="75022"/>
                  <a:pt x="45800" y="74947"/>
                </a:cubicBezTo>
                <a:lnTo>
                  <a:pt x="45999" y="74872"/>
                </a:lnTo>
                <a:cubicBezTo>
                  <a:pt x="46049" y="74823"/>
                  <a:pt x="46099" y="74798"/>
                  <a:pt x="46148" y="74773"/>
                </a:cubicBezTo>
                <a:cubicBezTo>
                  <a:pt x="46522" y="74549"/>
                  <a:pt x="46870" y="74375"/>
                  <a:pt x="47244" y="74151"/>
                </a:cubicBezTo>
                <a:cubicBezTo>
                  <a:pt x="47492" y="74001"/>
                  <a:pt x="47741" y="73827"/>
                  <a:pt x="47990" y="73702"/>
                </a:cubicBezTo>
                <a:cubicBezTo>
                  <a:pt x="48040" y="73678"/>
                  <a:pt x="48115" y="73603"/>
                  <a:pt x="48214" y="73578"/>
                </a:cubicBezTo>
                <a:close/>
                <a:moveTo>
                  <a:pt x="94537" y="71587"/>
                </a:moveTo>
                <a:lnTo>
                  <a:pt x="94562" y="71637"/>
                </a:lnTo>
                <a:cubicBezTo>
                  <a:pt x="94213" y="72035"/>
                  <a:pt x="93914" y="72458"/>
                  <a:pt x="93566" y="72881"/>
                </a:cubicBezTo>
                <a:lnTo>
                  <a:pt x="93093" y="73429"/>
                </a:lnTo>
                <a:cubicBezTo>
                  <a:pt x="92545" y="74076"/>
                  <a:pt x="91973" y="74773"/>
                  <a:pt x="91425" y="75420"/>
                </a:cubicBezTo>
                <a:cubicBezTo>
                  <a:pt x="91176" y="75694"/>
                  <a:pt x="90952" y="75943"/>
                  <a:pt x="90703" y="76241"/>
                </a:cubicBezTo>
                <a:cubicBezTo>
                  <a:pt x="90405" y="76565"/>
                  <a:pt x="90106" y="76913"/>
                  <a:pt x="89807" y="77237"/>
                </a:cubicBezTo>
                <a:cubicBezTo>
                  <a:pt x="89782" y="77237"/>
                  <a:pt x="89782" y="77187"/>
                  <a:pt x="89733" y="77187"/>
                </a:cubicBezTo>
                <a:cubicBezTo>
                  <a:pt x="91425" y="75370"/>
                  <a:pt x="93018" y="73503"/>
                  <a:pt x="94537" y="71587"/>
                </a:cubicBezTo>
                <a:close/>
                <a:moveTo>
                  <a:pt x="43560" y="76689"/>
                </a:moveTo>
                <a:cubicBezTo>
                  <a:pt x="43609" y="76689"/>
                  <a:pt x="43609" y="76739"/>
                  <a:pt x="43634" y="76739"/>
                </a:cubicBezTo>
                <a:cubicBezTo>
                  <a:pt x="43684" y="76764"/>
                  <a:pt x="43784" y="76789"/>
                  <a:pt x="43833" y="76814"/>
                </a:cubicBezTo>
                <a:cubicBezTo>
                  <a:pt x="43858" y="76938"/>
                  <a:pt x="43858" y="77113"/>
                  <a:pt x="43809" y="77262"/>
                </a:cubicBezTo>
                <a:cubicBezTo>
                  <a:pt x="43784" y="77237"/>
                  <a:pt x="43784" y="77187"/>
                  <a:pt x="43759" y="77187"/>
                </a:cubicBezTo>
                <a:cubicBezTo>
                  <a:pt x="43734" y="77162"/>
                  <a:pt x="43684" y="77113"/>
                  <a:pt x="43659" y="77063"/>
                </a:cubicBezTo>
                <a:cubicBezTo>
                  <a:pt x="43634" y="76938"/>
                  <a:pt x="43560" y="76814"/>
                  <a:pt x="43535" y="76739"/>
                </a:cubicBezTo>
                <a:lnTo>
                  <a:pt x="43560" y="76739"/>
                </a:lnTo>
                <a:lnTo>
                  <a:pt x="43560" y="76689"/>
                </a:lnTo>
                <a:close/>
                <a:moveTo>
                  <a:pt x="88911" y="76889"/>
                </a:moveTo>
                <a:cubicBezTo>
                  <a:pt x="89085" y="77013"/>
                  <a:pt x="89285" y="77137"/>
                  <a:pt x="89459" y="77237"/>
                </a:cubicBezTo>
                <a:cubicBezTo>
                  <a:pt x="89459" y="77262"/>
                  <a:pt x="89434" y="77262"/>
                  <a:pt x="89434" y="77287"/>
                </a:cubicBezTo>
                <a:cubicBezTo>
                  <a:pt x="89235" y="77162"/>
                  <a:pt x="89061" y="77063"/>
                  <a:pt x="88861" y="76938"/>
                </a:cubicBezTo>
                <a:cubicBezTo>
                  <a:pt x="88861" y="76913"/>
                  <a:pt x="88911" y="76913"/>
                  <a:pt x="88911" y="76889"/>
                </a:cubicBezTo>
                <a:close/>
                <a:moveTo>
                  <a:pt x="110243" y="61357"/>
                </a:moveTo>
                <a:lnTo>
                  <a:pt x="110243" y="61357"/>
                </a:lnTo>
                <a:cubicBezTo>
                  <a:pt x="107455" y="66683"/>
                  <a:pt x="103896" y="72060"/>
                  <a:pt x="99739" y="77312"/>
                </a:cubicBezTo>
                <a:cubicBezTo>
                  <a:pt x="99639" y="77162"/>
                  <a:pt x="99540" y="77038"/>
                  <a:pt x="99440" y="76889"/>
                </a:cubicBezTo>
                <a:cubicBezTo>
                  <a:pt x="100361" y="75619"/>
                  <a:pt x="101232" y="74300"/>
                  <a:pt x="102004" y="73006"/>
                </a:cubicBezTo>
                <a:cubicBezTo>
                  <a:pt x="104169" y="69446"/>
                  <a:pt x="105862" y="65961"/>
                  <a:pt x="107107" y="62601"/>
                </a:cubicBezTo>
                <a:cubicBezTo>
                  <a:pt x="108252" y="62253"/>
                  <a:pt x="109322" y="61854"/>
                  <a:pt x="110243" y="61357"/>
                </a:cubicBezTo>
                <a:close/>
                <a:moveTo>
                  <a:pt x="52272" y="76764"/>
                </a:moveTo>
                <a:lnTo>
                  <a:pt x="52296" y="76789"/>
                </a:lnTo>
                <a:lnTo>
                  <a:pt x="52272" y="76789"/>
                </a:lnTo>
                <a:cubicBezTo>
                  <a:pt x="52023" y="76839"/>
                  <a:pt x="51749" y="76913"/>
                  <a:pt x="51500" y="76988"/>
                </a:cubicBezTo>
                <a:cubicBezTo>
                  <a:pt x="51425" y="76988"/>
                  <a:pt x="51400" y="77013"/>
                  <a:pt x="51351" y="77013"/>
                </a:cubicBezTo>
                <a:cubicBezTo>
                  <a:pt x="51102" y="77063"/>
                  <a:pt x="50853" y="77113"/>
                  <a:pt x="50554" y="77162"/>
                </a:cubicBezTo>
                <a:cubicBezTo>
                  <a:pt x="50529" y="77162"/>
                  <a:pt x="50479" y="77187"/>
                  <a:pt x="50430" y="77187"/>
                </a:cubicBezTo>
                <a:cubicBezTo>
                  <a:pt x="50056" y="77262"/>
                  <a:pt x="49683" y="77287"/>
                  <a:pt x="49309" y="77312"/>
                </a:cubicBezTo>
                <a:cubicBezTo>
                  <a:pt x="49235" y="77312"/>
                  <a:pt x="49135" y="77361"/>
                  <a:pt x="49036" y="77361"/>
                </a:cubicBezTo>
                <a:cubicBezTo>
                  <a:pt x="48662" y="77386"/>
                  <a:pt x="48289" y="77411"/>
                  <a:pt x="47940" y="77411"/>
                </a:cubicBezTo>
                <a:lnTo>
                  <a:pt x="47916" y="77411"/>
                </a:lnTo>
                <a:cubicBezTo>
                  <a:pt x="47542" y="77411"/>
                  <a:pt x="47169" y="77386"/>
                  <a:pt x="46795" y="77361"/>
                </a:cubicBezTo>
                <a:lnTo>
                  <a:pt x="46696" y="77361"/>
                </a:lnTo>
                <a:cubicBezTo>
                  <a:pt x="46621" y="77361"/>
                  <a:pt x="46522" y="77312"/>
                  <a:pt x="46422" y="77312"/>
                </a:cubicBezTo>
                <a:cubicBezTo>
                  <a:pt x="46372" y="77312"/>
                  <a:pt x="46298" y="77287"/>
                  <a:pt x="46248" y="77287"/>
                </a:cubicBezTo>
                <a:cubicBezTo>
                  <a:pt x="45924" y="77262"/>
                  <a:pt x="45626" y="77187"/>
                  <a:pt x="45327" y="77137"/>
                </a:cubicBezTo>
                <a:cubicBezTo>
                  <a:pt x="45202" y="77088"/>
                  <a:pt x="45053" y="77038"/>
                  <a:pt x="44929" y="77013"/>
                </a:cubicBezTo>
                <a:lnTo>
                  <a:pt x="44904" y="77013"/>
                </a:lnTo>
                <a:lnTo>
                  <a:pt x="44879" y="76988"/>
                </a:lnTo>
                <a:lnTo>
                  <a:pt x="44829" y="76938"/>
                </a:lnTo>
                <a:lnTo>
                  <a:pt x="45003" y="76938"/>
                </a:lnTo>
                <a:cubicBezTo>
                  <a:pt x="45053" y="76988"/>
                  <a:pt x="45128" y="76988"/>
                  <a:pt x="45227" y="77013"/>
                </a:cubicBezTo>
                <a:cubicBezTo>
                  <a:pt x="45252" y="77013"/>
                  <a:pt x="45302" y="77038"/>
                  <a:pt x="45352" y="77038"/>
                </a:cubicBezTo>
                <a:lnTo>
                  <a:pt x="45402" y="77038"/>
                </a:lnTo>
                <a:cubicBezTo>
                  <a:pt x="45501" y="77063"/>
                  <a:pt x="45601" y="77063"/>
                  <a:pt x="45650" y="77113"/>
                </a:cubicBezTo>
                <a:cubicBezTo>
                  <a:pt x="45725" y="77113"/>
                  <a:pt x="45775" y="77137"/>
                  <a:pt x="45850" y="77137"/>
                </a:cubicBezTo>
                <a:cubicBezTo>
                  <a:pt x="45974" y="77162"/>
                  <a:pt x="46049" y="77187"/>
                  <a:pt x="46173" y="77187"/>
                </a:cubicBezTo>
                <a:cubicBezTo>
                  <a:pt x="46273" y="77187"/>
                  <a:pt x="46372" y="77237"/>
                  <a:pt x="46472" y="77237"/>
                </a:cubicBezTo>
                <a:cubicBezTo>
                  <a:pt x="46522" y="77237"/>
                  <a:pt x="46596" y="77262"/>
                  <a:pt x="46646" y="77262"/>
                </a:cubicBezTo>
                <a:lnTo>
                  <a:pt x="46845" y="77262"/>
                </a:lnTo>
                <a:cubicBezTo>
                  <a:pt x="46920" y="77262"/>
                  <a:pt x="46995" y="77287"/>
                  <a:pt x="47094" y="77287"/>
                </a:cubicBezTo>
                <a:cubicBezTo>
                  <a:pt x="47393" y="77312"/>
                  <a:pt x="47716" y="77312"/>
                  <a:pt x="48015" y="77312"/>
                </a:cubicBezTo>
                <a:cubicBezTo>
                  <a:pt x="48289" y="77312"/>
                  <a:pt x="48538" y="77312"/>
                  <a:pt x="48837" y="77287"/>
                </a:cubicBezTo>
                <a:lnTo>
                  <a:pt x="48961" y="77287"/>
                </a:lnTo>
                <a:cubicBezTo>
                  <a:pt x="49011" y="77287"/>
                  <a:pt x="49085" y="77287"/>
                  <a:pt x="49135" y="77262"/>
                </a:cubicBezTo>
                <a:lnTo>
                  <a:pt x="49235" y="77262"/>
                </a:lnTo>
                <a:cubicBezTo>
                  <a:pt x="49359" y="77262"/>
                  <a:pt x="49509" y="77237"/>
                  <a:pt x="49633" y="77237"/>
                </a:cubicBezTo>
                <a:cubicBezTo>
                  <a:pt x="49832" y="77187"/>
                  <a:pt x="49982" y="77162"/>
                  <a:pt x="50156" y="77162"/>
                </a:cubicBezTo>
                <a:lnTo>
                  <a:pt x="50230" y="77162"/>
                </a:lnTo>
                <a:cubicBezTo>
                  <a:pt x="50280" y="77162"/>
                  <a:pt x="50380" y="77137"/>
                  <a:pt x="50430" y="77137"/>
                </a:cubicBezTo>
                <a:cubicBezTo>
                  <a:pt x="50479" y="77137"/>
                  <a:pt x="50529" y="77137"/>
                  <a:pt x="50554" y="77113"/>
                </a:cubicBezTo>
                <a:cubicBezTo>
                  <a:pt x="50629" y="77113"/>
                  <a:pt x="50678" y="77063"/>
                  <a:pt x="50753" y="77063"/>
                </a:cubicBezTo>
                <a:lnTo>
                  <a:pt x="50778" y="77063"/>
                </a:lnTo>
                <a:cubicBezTo>
                  <a:pt x="50878" y="77038"/>
                  <a:pt x="50977" y="77038"/>
                  <a:pt x="51052" y="77013"/>
                </a:cubicBezTo>
                <a:lnTo>
                  <a:pt x="51127" y="77013"/>
                </a:lnTo>
                <a:cubicBezTo>
                  <a:pt x="51176" y="77013"/>
                  <a:pt x="51226" y="76988"/>
                  <a:pt x="51276" y="76988"/>
                </a:cubicBezTo>
                <a:cubicBezTo>
                  <a:pt x="51500" y="76938"/>
                  <a:pt x="51724" y="76889"/>
                  <a:pt x="51923" y="76814"/>
                </a:cubicBezTo>
                <a:lnTo>
                  <a:pt x="52023" y="76814"/>
                </a:lnTo>
                <a:cubicBezTo>
                  <a:pt x="52097" y="76814"/>
                  <a:pt x="52122" y="76789"/>
                  <a:pt x="52172" y="76789"/>
                </a:cubicBezTo>
                <a:cubicBezTo>
                  <a:pt x="52222" y="76789"/>
                  <a:pt x="52247" y="76789"/>
                  <a:pt x="52272" y="76764"/>
                </a:cubicBezTo>
                <a:close/>
                <a:moveTo>
                  <a:pt x="89608" y="77337"/>
                </a:moveTo>
                <a:cubicBezTo>
                  <a:pt x="89658" y="77337"/>
                  <a:pt x="89683" y="77337"/>
                  <a:pt x="89683" y="77386"/>
                </a:cubicBezTo>
                <a:cubicBezTo>
                  <a:pt x="89633" y="77411"/>
                  <a:pt x="89633" y="77411"/>
                  <a:pt x="89633" y="77436"/>
                </a:cubicBezTo>
                <a:cubicBezTo>
                  <a:pt x="89608" y="77436"/>
                  <a:pt x="89608" y="77411"/>
                  <a:pt x="89583" y="77411"/>
                </a:cubicBezTo>
                <a:cubicBezTo>
                  <a:pt x="89583" y="77386"/>
                  <a:pt x="89608" y="77386"/>
                  <a:pt x="89608" y="77337"/>
                </a:cubicBezTo>
                <a:close/>
                <a:moveTo>
                  <a:pt x="44057" y="77386"/>
                </a:moveTo>
                <a:lnTo>
                  <a:pt x="44057" y="77486"/>
                </a:lnTo>
                <a:cubicBezTo>
                  <a:pt x="44033" y="77511"/>
                  <a:pt x="44033" y="77536"/>
                  <a:pt x="44008" y="77536"/>
                </a:cubicBezTo>
                <a:cubicBezTo>
                  <a:pt x="44033" y="77486"/>
                  <a:pt x="44057" y="77436"/>
                  <a:pt x="44057" y="77386"/>
                </a:cubicBezTo>
                <a:close/>
                <a:moveTo>
                  <a:pt x="99316" y="77038"/>
                </a:moveTo>
                <a:cubicBezTo>
                  <a:pt x="99415" y="77187"/>
                  <a:pt x="99515" y="77312"/>
                  <a:pt x="99614" y="77486"/>
                </a:cubicBezTo>
                <a:lnTo>
                  <a:pt x="99540" y="77536"/>
                </a:lnTo>
                <a:cubicBezTo>
                  <a:pt x="99490" y="77386"/>
                  <a:pt x="99390" y="77237"/>
                  <a:pt x="99291" y="77113"/>
                </a:cubicBezTo>
                <a:cubicBezTo>
                  <a:pt x="99291" y="77063"/>
                  <a:pt x="99316" y="77063"/>
                  <a:pt x="99316" y="77038"/>
                </a:cubicBezTo>
                <a:close/>
                <a:moveTo>
                  <a:pt x="110616" y="61108"/>
                </a:moveTo>
                <a:lnTo>
                  <a:pt x="110616" y="61108"/>
                </a:lnTo>
                <a:cubicBezTo>
                  <a:pt x="107754" y="66609"/>
                  <a:pt x="104120" y="72159"/>
                  <a:pt x="99863" y="77536"/>
                </a:cubicBezTo>
                <a:cubicBezTo>
                  <a:pt x="99863" y="77511"/>
                  <a:pt x="99814" y="77511"/>
                  <a:pt x="99814" y="77486"/>
                </a:cubicBezTo>
                <a:cubicBezTo>
                  <a:pt x="104095" y="72134"/>
                  <a:pt x="107704" y="66609"/>
                  <a:pt x="110517" y="61182"/>
                </a:cubicBezTo>
                <a:cubicBezTo>
                  <a:pt x="110567" y="61133"/>
                  <a:pt x="110591" y="61133"/>
                  <a:pt x="110616" y="61108"/>
                </a:cubicBezTo>
                <a:close/>
                <a:moveTo>
                  <a:pt x="40896" y="74549"/>
                </a:moveTo>
                <a:cubicBezTo>
                  <a:pt x="40946" y="74574"/>
                  <a:pt x="40996" y="74648"/>
                  <a:pt x="41046" y="74673"/>
                </a:cubicBezTo>
                <a:cubicBezTo>
                  <a:pt x="41270" y="74897"/>
                  <a:pt x="41519" y="75071"/>
                  <a:pt x="41743" y="75295"/>
                </a:cubicBezTo>
                <a:lnTo>
                  <a:pt x="41767" y="75320"/>
                </a:lnTo>
                <a:cubicBezTo>
                  <a:pt x="41892" y="75445"/>
                  <a:pt x="42016" y="75619"/>
                  <a:pt x="42091" y="75744"/>
                </a:cubicBezTo>
                <a:cubicBezTo>
                  <a:pt x="42240" y="75893"/>
                  <a:pt x="42365" y="76042"/>
                  <a:pt x="42440" y="76192"/>
                </a:cubicBezTo>
                <a:cubicBezTo>
                  <a:pt x="41419" y="76689"/>
                  <a:pt x="40398" y="77162"/>
                  <a:pt x="39403" y="77561"/>
                </a:cubicBezTo>
                <a:cubicBezTo>
                  <a:pt x="39876" y="76565"/>
                  <a:pt x="40349" y="75569"/>
                  <a:pt x="40896" y="74549"/>
                </a:cubicBezTo>
                <a:close/>
                <a:moveTo>
                  <a:pt x="99739" y="77610"/>
                </a:moveTo>
                <a:cubicBezTo>
                  <a:pt x="99739" y="77635"/>
                  <a:pt x="99739" y="77660"/>
                  <a:pt x="99764" y="77660"/>
                </a:cubicBezTo>
                <a:lnTo>
                  <a:pt x="99689" y="77710"/>
                </a:lnTo>
                <a:cubicBezTo>
                  <a:pt x="99689" y="77685"/>
                  <a:pt x="99664" y="77685"/>
                  <a:pt x="99664" y="77660"/>
                </a:cubicBezTo>
                <a:lnTo>
                  <a:pt x="99739" y="77610"/>
                </a:lnTo>
                <a:close/>
                <a:moveTo>
                  <a:pt x="40747" y="74424"/>
                </a:moveTo>
                <a:lnTo>
                  <a:pt x="40772" y="74449"/>
                </a:lnTo>
                <a:cubicBezTo>
                  <a:pt x="40174" y="75544"/>
                  <a:pt x="39652" y="76640"/>
                  <a:pt x="39154" y="77685"/>
                </a:cubicBezTo>
                <a:cubicBezTo>
                  <a:pt x="39129" y="77685"/>
                  <a:pt x="39129" y="77685"/>
                  <a:pt x="39079" y="77735"/>
                </a:cubicBezTo>
                <a:cubicBezTo>
                  <a:pt x="39577" y="76615"/>
                  <a:pt x="40150" y="75520"/>
                  <a:pt x="40747" y="74424"/>
                </a:cubicBezTo>
                <a:close/>
                <a:moveTo>
                  <a:pt x="42614" y="76366"/>
                </a:moveTo>
                <a:lnTo>
                  <a:pt x="42614" y="76391"/>
                </a:lnTo>
                <a:lnTo>
                  <a:pt x="42639" y="76416"/>
                </a:lnTo>
                <a:cubicBezTo>
                  <a:pt x="41494" y="76938"/>
                  <a:pt x="40374" y="77436"/>
                  <a:pt x="39278" y="77884"/>
                </a:cubicBezTo>
                <a:cubicBezTo>
                  <a:pt x="39278" y="77859"/>
                  <a:pt x="39278" y="77859"/>
                  <a:pt x="39303" y="77859"/>
                </a:cubicBezTo>
                <a:cubicBezTo>
                  <a:pt x="40398" y="77386"/>
                  <a:pt x="41494" y="76889"/>
                  <a:pt x="42614" y="76366"/>
                </a:cubicBezTo>
                <a:close/>
                <a:moveTo>
                  <a:pt x="62477" y="72085"/>
                </a:moveTo>
                <a:cubicBezTo>
                  <a:pt x="62651" y="72259"/>
                  <a:pt x="62800" y="72433"/>
                  <a:pt x="62950" y="72582"/>
                </a:cubicBezTo>
                <a:cubicBezTo>
                  <a:pt x="60734" y="74449"/>
                  <a:pt x="58445" y="76266"/>
                  <a:pt x="56055" y="77984"/>
                </a:cubicBezTo>
                <a:cubicBezTo>
                  <a:pt x="55856" y="77287"/>
                  <a:pt x="55557" y="76665"/>
                  <a:pt x="55234" y="76067"/>
                </a:cubicBezTo>
                <a:lnTo>
                  <a:pt x="55706" y="75893"/>
                </a:lnTo>
                <a:cubicBezTo>
                  <a:pt x="55756" y="75868"/>
                  <a:pt x="55831" y="75818"/>
                  <a:pt x="55906" y="75793"/>
                </a:cubicBezTo>
                <a:cubicBezTo>
                  <a:pt x="56055" y="75744"/>
                  <a:pt x="56204" y="75669"/>
                  <a:pt x="56354" y="75619"/>
                </a:cubicBezTo>
                <a:cubicBezTo>
                  <a:pt x="56403" y="75569"/>
                  <a:pt x="56478" y="75544"/>
                  <a:pt x="56503" y="75544"/>
                </a:cubicBezTo>
                <a:cubicBezTo>
                  <a:pt x="56528" y="75520"/>
                  <a:pt x="56578" y="75520"/>
                  <a:pt x="56603" y="75495"/>
                </a:cubicBezTo>
                <a:cubicBezTo>
                  <a:pt x="56677" y="75445"/>
                  <a:pt x="56752" y="75420"/>
                  <a:pt x="56827" y="75395"/>
                </a:cubicBezTo>
                <a:lnTo>
                  <a:pt x="56851" y="75395"/>
                </a:lnTo>
                <a:cubicBezTo>
                  <a:pt x="56876" y="75370"/>
                  <a:pt x="56951" y="75370"/>
                  <a:pt x="56976" y="75320"/>
                </a:cubicBezTo>
                <a:cubicBezTo>
                  <a:pt x="57100" y="75271"/>
                  <a:pt x="57250" y="75196"/>
                  <a:pt x="57374" y="75121"/>
                </a:cubicBezTo>
                <a:cubicBezTo>
                  <a:pt x="57374" y="75121"/>
                  <a:pt x="57424" y="75121"/>
                  <a:pt x="57424" y="75071"/>
                </a:cubicBezTo>
                <a:cubicBezTo>
                  <a:pt x="57449" y="75071"/>
                  <a:pt x="57474" y="75047"/>
                  <a:pt x="57474" y="75047"/>
                </a:cubicBezTo>
                <a:cubicBezTo>
                  <a:pt x="57573" y="75022"/>
                  <a:pt x="57648" y="74947"/>
                  <a:pt x="57748" y="74922"/>
                </a:cubicBezTo>
                <a:cubicBezTo>
                  <a:pt x="57947" y="74823"/>
                  <a:pt x="58146" y="74698"/>
                  <a:pt x="58345" y="74623"/>
                </a:cubicBezTo>
                <a:cubicBezTo>
                  <a:pt x="58345" y="74623"/>
                  <a:pt x="58370" y="74623"/>
                  <a:pt x="58370" y="74574"/>
                </a:cubicBezTo>
                <a:cubicBezTo>
                  <a:pt x="58469" y="74524"/>
                  <a:pt x="58594" y="74499"/>
                  <a:pt x="58693" y="74424"/>
                </a:cubicBezTo>
                <a:cubicBezTo>
                  <a:pt x="58718" y="74424"/>
                  <a:pt x="58743" y="74399"/>
                  <a:pt x="58743" y="74399"/>
                </a:cubicBezTo>
                <a:cubicBezTo>
                  <a:pt x="58942" y="74300"/>
                  <a:pt x="59092" y="74200"/>
                  <a:pt x="59291" y="74126"/>
                </a:cubicBezTo>
                <a:lnTo>
                  <a:pt x="59316" y="74126"/>
                </a:lnTo>
                <a:cubicBezTo>
                  <a:pt x="59440" y="74051"/>
                  <a:pt x="59540" y="74001"/>
                  <a:pt x="59664" y="73926"/>
                </a:cubicBezTo>
                <a:cubicBezTo>
                  <a:pt x="59838" y="73802"/>
                  <a:pt x="60038" y="73702"/>
                  <a:pt x="60237" y="73578"/>
                </a:cubicBezTo>
                <a:cubicBezTo>
                  <a:pt x="60286" y="73553"/>
                  <a:pt x="60336" y="73528"/>
                  <a:pt x="60361" y="73503"/>
                </a:cubicBezTo>
                <a:cubicBezTo>
                  <a:pt x="60461" y="73429"/>
                  <a:pt x="60560" y="73404"/>
                  <a:pt x="60610" y="73329"/>
                </a:cubicBezTo>
                <a:cubicBezTo>
                  <a:pt x="60809" y="73205"/>
                  <a:pt x="60983" y="73080"/>
                  <a:pt x="61183" y="73006"/>
                </a:cubicBezTo>
                <a:cubicBezTo>
                  <a:pt x="61307" y="72906"/>
                  <a:pt x="61456" y="72806"/>
                  <a:pt x="61581" y="72707"/>
                </a:cubicBezTo>
                <a:lnTo>
                  <a:pt x="62153" y="72333"/>
                </a:lnTo>
                <a:cubicBezTo>
                  <a:pt x="62278" y="72259"/>
                  <a:pt x="62402" y="72184"/>
                  <a:pt x="62477" y="72085"/>
                </a:cubicBezTo>
                <a:close/>
                <a:moveTo>
                  <a:pt x="39029" y="77934"/>
                </a:moveTo>
                <a:lnTo>
                  <a:pt x="39029" y="77959"/>
                </a:lnTo>
                <a:lnTo>
                  <a:pt x="39029" y="78009"/>
                </a:lnTo>
                <a:cubicBezTo>
                  <a:pt x="39017" y="78021"/>
                  <a:pt x="38998" y="78027"/>
                  <a:pt x="38983" y="78027"/>
                </a:cubicBezTo>
                <a:cubicBezTo>
                  <a:pt x="38967" y="78027"/>
                  <a:pt x="38955" y="78021"/>
                  <a:pt x="38955" y="78009"/>
                </a:cubicBezTo>
                <a:cubicBezTo>
                  <a:pt x="38955" y="77959"/>
                  <a:pt x="38955" y="77959"/>
                  <a:pt x="39005" y="77959"/>
                </a:cubicBezTo>
                <a:cubicBezTo>
                  <a:pt x="39005" y="77959"/>
                  <a:pt x="39029" y="77959"/>
                  <a:pt x="39029" y="77934"/>
                </a:cubicBezTo>
                <a:close/>
                <a:moveTo>
                  <a:pt x="55084" y="76142"/>
                </a:moveTo>
                <a:cubicBezTo>
                  <a:pt x="55383" y="76764"/>
                  <a:pt x="55706" y="77386"/>
                  <a:pt x="56055" y="78009"/>
                </a:cubicBezTo>
                <a:lnTo>
                  <a:pt x="56005" y="78034"/>
                </a:lnTo>
                <a:cubicBezTo>
                  <a:pt x="55632" y="77411"/>
                  <a:pt x="55333" y="76789"/>
                  <a:pt x="55010" y="76167"/>
                </a:cubicBezTo>
                <a:cubicBezTo>
                  <a:pt x="55059" y="76167"/>
                  <a:pt x="55059" y="76167"/>
                  <a:pt x="55084" y="76142"/>
                </a:cubicBezTo>
                <a:close/>
                <a:moveTo>
                  <a:pt x="44505" y="77212"/>
                </a:moveTo>
                <a:lnTo>
                  <a:pt x="44530" y="77262"/>
                </a:lnTo>
                <a:lnTo>
                  <a:pt x="44555" y="77287"/>
                </a:lnTo>
                <a:cubicBezTo>
                  <a:pt x="44505" y="77486"/>
                  <a:pt x="44431" y="77760"/>
                  <a:pt x="44381" y="78058"/>
                </a:cubicBezTo>
                <a:lnTo>
                  <a:pt x="44356" y="78034"/>
                </a:lnTo>
                <a:cubicBezTo>
                  <a:pt x="44356" y="78034"/>
                  <a:pt x="44356" y="78009"/>
                  <a:pt x="44306" y="78009"/>
                </a:cubicBezTo>
                <a:cubicBezTo>
                  <a:pt x="44306" y="77934"/>
                  <a:pt x="44356" y="77884"/>
                  <a:pt x="44356" y="77834"/>
                </a:cubicBezTo>
                <a:lnTo>
                  <a:pt x="44431" y="77461"/>
                </a:lnTo>
                <a:cubicBezTo>
                  <a:pt x="44481" y="77386"/>
                  <a:pt x="44481" y="77312"/>
                  <a:pt x="44505" y="77212"/>
                </a:cubicBezTo>
                <a:close/>
                <a:moveTo>
                  <a:pt x="63199" y="72657"/>
                </a:moveTo>
                <a:cubicBezTo>
                  <a:pt x="63199" y="72682"/>
                  <a:pt x="63224" y="72682"/>
                  <a:pt x="63224" y="72707"/>
                </a:cubicBezTo>
                <a:cubicBezTo>
                  <a:pt x="60983" y="74623"/>
                  <a:pt x="58693" y="76416"/>
                  <a:pt x="56304" y="78133"/>
                </a:cubicBezTo>
                <a:cubicBezTo>
                  <a:pt x="56304" y="78083"/>
                  <a:pt x="56254" y="78083"/>
                  <a:pt x="56254" y="78058"/>
                </a:cubicBezTo>
                <a:cubicBezTo>
                  <a:pt x="58669" y="76366"/>
                  <a:pt x="60983" y="74524"/>
                  <a:pt x="63199" y="72657"/>
                </a:cubicBezTo>
                <a:close/>
                <a:moveTo>
                  <a:pt x="3584" y="65936"/>
                </a:moveTo>
                <a:cubicBezTo>
                  <a:pt x="4207" y="68102"/>
                  <a:pt x="5526" y="70317"/>
                  <a:pt x="7467" y="72433"/>
                </a:cubicBezTo>
                <a:cubicBezTo>
                  <a:pt x="5551" y="74175"/>
                  <a:pt x="4033" y="76142"/>
                  <a:pt x="2912" y="78258"/>
                </a:cubicBezTo>
                <a:cubicBezTo>
                  <a:pt x="2240" y="75495"/>
                  <a:pt x="2141" y="72433"/>
                  <a:pt x="2539" y="69172"/>
                </a:cubicBezTo>
                <a:cubicBezTo>
                  <a:pt x="2838" y="68102"/>
                  <a:pt x="3186" y="67032"/>
                  <a:pt x="3584" y="65936"/>
                </a:cubicBezTo>
                <a:close/>
                <a:moveTo>
                  <a:pt x="43809" y="78158"/>
                </a:moveTo>
                <a:cubicBezTo>
                  <a:pt x="43858" y="78183"/>
                  <a:pt x="43858" y="78233"/>
                  <a:pt x="43858" y="78258"/>
                </a:cubicBezTo>
                <a:cubicBezTo>
                  <a:pt x="43809" y="78233"/>
                  <a:pt x="43809" y="78183"/>
                  <a:pt x="43809" y="78158"/>
                </a:cubicBezTo>
                <a:close/>
                <a:moveTo>
                  <a:pt x="18967" y="72931"/>
                </a:moveTo>
                <a:cubicBezTo>
                  <a:pt x="18121" y="74798"/>
                  <a:pt x="17349" y="76665"/>
                  <a:pt x="16652" y="78506"/>
                </a:cubicBezTo>
                <a:cubicBezTo>
                  <a:pt x="15557" y="77984"/>
                  <a:pt x="14537" y="77411"/>
                  <a:pt x="13516" y="76789"/>
                </a:cubicBezTo>
                <a:cubicBezTo>
                  <a:pt x="13616" y="76739"/>
                  <a:pt x="13665" y="76640"/>
                  <a:pt x="13765" y="76565"/>
                </a:cubicBezTo>
                <a:cubicBezTo>
                  <a:pt x="13889" y="76440"/>
                  <a:pt x="14014" y="76316"/>
                  <a:pt x="14138" y="76241"/>
                </a:cubicBezTo>
                <a:lnTo>
                  <a:pt x="14611" y="75868"/>
                </a:lnTo>
                <a:cubicBezTo>
                  <a:pt x="14761" y="75744"/>
                  <a:pt x="14885" y="75619"/>
                  <a:pt x="15034" y="75520"/>
                </a:cubicBezTo>
                <a:cubicBezTo>
                  <a:pt x="15184" y="75395"/>
                  <a:pt x="15308" y="75295"/>
                  <a:pt x="15482" y="75171"/>
                </a:cubicBezTo>
                <a:lnTo>
                  <a:pt x="15930" y="74798"/>
                </a:lnTo>
                <a:cubicBezTo>
                  <a:pt x="16055" y="74698"/>
                  <a:pt x="16229" y="74623"/>
                  <a:pt x="16354" y="74524"/>
                </a:cubicBezTo>
                <a:cubicBezTo>
                  <a:pt x="16528" y="74399"/>
                  <a:pt x="16677" y="74275"/>
                  <a:pt x="16876" y="74151"/>
                </a:cubicBezTo>
                <a:cubicBezTo>
                  <a:pt x="17001" y="74051"/>
                  <a:pt x="17125" y="74001"/>
                  <a:pt x="17250" y="73926"/>
                </a:cubicBezTo>
                <a:cubicBezTo>
                  <a:pt x="17424" y="73802"/>
                  <a:pt x="17648" y="73678"/>
                  <a:pt x="17847" y="73553"/>
                </a:cubicBezTo>
                <a:cubicBezTo>
                  <a:pt x="17922" y="73503"/>
                  <a:pt x="18046" y="73429"/>
                  <a:pt x="18146" y="73379"/>
                </a:cubicBezTo>
                <a:lnTo>
                  <a:pt x="18793" y="73006"/>
                </a:lnTo>
                <a:cubicBezTo>
                  <a:pt x="18868" y="72956"/>
                  <a:pt x="18893" y="72931"/>
                  <a:pt x="18967" y="72931"/>
                </a:cubicBezTo>
                <a:close/>
                <a:moveTo>
                  <a:pt x="2215" y="70292"/>
                </a:moveTo>
                <a:cubicBezTo>
                  <a:pt x="1967" y="73205"/>
                  <a:pt x="2141" y="75992"/>
                  <a:pt x="2738" y="78531"/>
                </a:cubicBezTo>
                <a:cubicBezTo>
                  <a:pt x="2713" y="78556"/>
                  <a:pt x="2713" y="78581"/>
                  <a:pt x="2713" y="78631"/>
                </a:cubicBezTo>
                <a:cubicBezTo>
                  <a:pt x="2116" y="76167"/>
                  <a:pt x="1942" y="73454"/>
                  <a:pt x="2116" y="70591"/>
                </a:cubicBezTo>
                <a:cubicBezTo>
                  <a:pt x="2141" y="70492"/>
                  <a:pt x="2191" y="70392"/>
                  <a:pt x="2215" y="70292"/>
                </a:cubicBezTo>
                <a:close/>
                <a:moveTo>
                  <a:pt x="19365" y="72757"/>
                </a:moveTo>
                <a:cubicBezTo>
                  <a:pt x="18420" y="74698"/>
                  <a:pt x="17598" y="76665"/>
                  <a:pt x="16901" y="78631"/>
                </a:cubicBezTo>
                <a:cubicBezTo>
                  <a:pt x="16876" y="78631"/>
                  <a:pt x="16876" y="78581"/>
                  <a:pt x="16851" y="78581"/>
                </a:cubicBezTo>
                <a:cubicBezTo>
                  <a:pt x="17548" y="76665"/>
                  <a:pt x="18370" y="74723"/>
                  <a:pt x="19266" y="72782"/>
                </a:cubicBezTo>
                <a:cubicBezTo>
                  <a:pt x="19291" y="72782"/>
                  <a:pt x="19316" y="72757"/>
                  <a:pt x="19365" y="72757"/>
                </a:cubicBezTo>
                <a:close/>
                <a:moveTo>
                  <a:pt x="7592" y="72582"/>
                </a:moveTo>
                <a:lnTo>
                  <a:pt x="7642" y="72632"/>
                </a:lnTo>
                <a:cubicBezTo>
                  <a:pt x="5650" y="74424"/>
                  <a:pt x="4082" y="76440"/>
                  <a:pt x="2987" y="78656"/>
                </a:cubicBezTo>
                <a:cubicBezTo>
                  <a:pt x="2987" y="78631"/>
                  <a:pt x="2987" y="78581"/>
                  <a:pt x="2962" y="78581"/>
                </a:cubicBezTo>
                <a:cubicBezTo>
                  <a:pt x="4057" y="76416"/>
                  <a:pt x="5650" y="74399"/>
                  <a:pt x="7592" y="72582"/>
                </a:cubicBezTo>
                <a:close/>
                <a:moveTo>
                  <a:pt x="13416" y="76938"/>
                </a:moveTo>
                <a:lnTo>
                  <a:pt x="13416" y="76938"/>
                </a:lnTo>
                <a:cubicBezTo>
                  <a:pt x="14437" y="77561"/>
                  <a:pt x="15507" y="78158"/>
                  <a:pt x="16603" y="78681"/>
                </a:cubicBezTo>
                <a:cubicBezTo>
                  <a:pt x="16603" y="78730"/>
                  <a:pt x="16603" y="78730"/>
                  <a:pt x="16553" y="78755"/>
                </a:cubicBezTo>
                <a:cubicBezTo>
                  <a:pt x="15557" y="78282"/>
                  <a:pt x="14611" y="77760"/>
                  <a:pt x="13690" y="77187"/>
                </a:cubicBezTo>
                <a:cubicBezTo>
                  <a:pt x="13616" y="77088"/>
                  <a:pt x="13516" y="77038"/>
                  <a:pt x="13416" y="76938"/>
                </a:cubicBezTo>
                <a:close/>
                <a:moveTo>
                  <a:pt x="16777" y="78755"/>
                </a:moveTo>
                <a:cubicBezTo>
                  <a:pt x="16802" y="78755"/>
                  <a:pt x="16802" y="78780"/>
                  <a:pt x="16851" y="78780"/>
                </a:cubicBezTo>
                <a:cubicBezTo>
                  <a:pt x="16851" y="78805"/>
                  <a:pt x="16802" y="78805"/>
                  <a:pt x="16802" y="78855"/>
                </a:cubicBezTo>
                <a:cubicBezTo>
                  <a:pt x="16777" y="78855"/>
                  <a:pt x="16752" y="78855"/>
                  <a:pt x="16752" y="78805"/>
                </a:cubicBezTo>
                <a:cubicBezTo>
                  <a:pt x="16752" y="78780"/>
                  <a:pt x="16777" y="78780"/>
                  <a:pt x="16777" y="78755"/>
                </a:cubicBezTo>
                <a:close/>
                <a:moveTo>
                  <a:pt x="54835" y="76192"/>
                </a:moveTo>
                <a:cubicBezTo>
                  <a:pt x="55134" y="76814"/>
                  <a:pt x="55482" y="77486"/>
                  <a:pt x="55831" y="78133"/>
                </a:cubicBezTo>
                <a:cubicBezTo>
                  <a:pt x="55458" y="78407"/>
                  <a:pt x="55084" y="78656"/>
                  <a:pt x="54711" y="78905"/>
                </a:cubicBezTo>
                <a:cubicBezTo>
                  <a:pt x="54138" y="78233"/>
                  <a:pt x="53591" y="77511"/>
                  <a:pt x="52968" y="76864"/>
                </a:cubicBezTo>
                <a:cubicBezTo>
                  <a:pt x="53018" y="76814"/>
                  <a:pt x="53093" y="76814"/>
                  <a:pt x="53143" y="76789"/>
                </a:cubicBezTo>
                <a:cubicBezTo>
                  <a:pt x="53192" y="76789"/>
                  <a:pt x="53192" y="76789"/>
                  <a:pt x="53217" y="76764"/>
                </a:cubicBezTo>
                <a:cubicBezTo>
                  <a:pt x="53367" y="76714"/>
                  <a:pt x="53491" y="76665"/>
                  <a:pt x="53641" y="76615"/>
                </a:cubicBezTo>
                <a:lnTo>
                  <a:pt x="53690" y="76615"/>
                </a:lnTo>
                <a:cubicBezTo>
                  <a:pt x="53740" y="76565"/>
                  <a:pt x="53840" y="76565"/>
                  <a:pt x="53889" y="76540"/>
                </a:cubicBezTo>
                <a:cubicBezTo>
                  <a:pt x="53964" y="76515"/>
                  <a:pt x="54014" y="76515"/>
                  <a:pt x="54089" y="76490"/>
                </a:cubicBezTo>
                <a:lnTo>
                  <a:pt x="54537" y="76291"/>
                </a:lnTo>
                <a:cubicBezTo>
                  <a:pt x="54586" y="76291"/>
                  <a:pt x="54586" y="76291"/>
                  <a:pt x="54611" y="76266"/>
                </a:cubicBezTo>
                <a:cubicBezTo>
                  <a:pt x="54661" y="76241"/>
                  <a:pt x="54736" y="76241"/>
                  <a:pt x="54786" y="76192"/>
                </a:cubicBezTo>
                <a:close/>
                <a:moveTo>
                  <a:pt x="52769" y="76913"/>
                </a:moveTo>
                <a:cubicBezTo>
                  <a:pt x="53392" y="77561"/>
                  <a:pt x="53989" y="78282"/>
                  <a:pt x="54561" y="79054"/>
                </a:cubicBezTo>
                <a:cubicBezTo>
                  <a:pt x="54512" y="79054"/>
                  <a:pt x="54512" y="79104"/>
                  <a:pt x="54487" y="79104"/>
                </a:cubicBezTo>
                <a:cubicBezTo>
                  <a:pt x="53939" y="78357"/>
                  <a:pt x="53342" y="77610"/>
                  <a:pt x="52695" y="76938"/>
                </a:cubicBezTo>
                <a:cubicBezTo>
                  <a:pt x="52720" y="76913"/>
                  <a:pt x="52744" y="76913"/>
                  <a:pt x="52769" y="76913"/>
                </a:cubicBezTo>
                <a:close/>
                <a:moveTo>
                  <a:pt x="14487" y="77809"/>
                </a:moveTo>
                <a:lnTo>
                  <a:pt x="14487" y="77809"/>
                </a:lnTo>
                <a:cubicBezTo>
                  <a:pt x="15134" y="78233"/>
                  <a:pt x="15806" y="78581"/>
                  <a:pt x="16528" y="78930"/>
                </a:cubicBezTo>
                <a:cubicBezTo>
                  <a:pt x="16503" y="79004"/>
                  <a:pt x="16503" y="79054"/>
                  <a:pt x="16478" y="79129"/>
                </a:cubicBezTo>
                <a:cubicBezTo>
                  <a:pt x="16403" y="79104"/>
                  <a:pt x="16329" y="79054"/>
                  <a:pt x="16279" y="79004"/>
                </a:cubicBezTo>
                <a:cubicBezTo>
                  <a:pt x="16055" y="78880"/>
                  <a:pt x="15806" y="78755"/>
                  <a:pt x="15607" y="78631"/>
                </a:cubicBezTo>
                <a:cubicBezTo>
                  <a:pt x="15607" y="78631"/>
                  <a:pt x="15557" y="78631"/>
                  <a:pt x="15557" y="78606"/>
                </a:cubicBezTo>
                <a:cubicBezTo>
                  <a:pt x="15383" y="78482"/>
                  <a:pt x="15234" y="78357"/>
                  <a:pt x="15034" y="78233"/>
                </a:cubicBezTo>
                <a:cubicBezTo>
                  <a:pt x="14860" y="78108"/>
                  <a:pt x="14661" y="77984"/>
                  <a:pt x="14487" y="77809"/>
                </a:cubicBezTo>
                <a:close/>
                <a:moveTo>
                  <a:pt x="55931" y="78307"/>
                </a:moveTo>
                <a:cubicBezTo>
                  <a:pt x="55931" y="78357"/>
                  <a:pt x="55955" y="78357"/>
                  <a:pt x="55955" y="78382"/>
                </a:cubicBezTo>
                <a:cubicBezTo>
                  <a:pt x="55582" y="78631"/>
                  <a:pt x="55209" y="78880"/>
                  <a:pt x="54860" y="79129"/>
                </a:cubicBezTo>
                <a:cubicBezTo>
                  <a:pt x="54835" y="79129"/>
                  <a:pt x="54835" y="79104"/>
                  <a:pt x="54810" y="79104"/>
                </a:cubicBezTo>
                <a:cubicBezTo>
                  <a:pt x="55184" y="78855"/>
                  <a:pt x="55557" y="78581"/>
                  <a:pt x="55931" y="78307"/>
                </a:cubicBezTo>
                <a:close/>
                <a:moveTo>
                  <a:pt x="16691" y="79018"/>
                </a:moveTo>
                <a:cubicBezTo>
                  <a:pt x="16708" y="79018"/>
                  <a:pt x="16735" y="79029"/>
                  <a:pt x="16752" y="79029"/>
                </a:cubicBezTo>
                <a:cubicBezTo>
                  <a:pt x="16727" y="79104"/>
                  <a:pt x="16677" y="79154"/>
                  <a:pt x="16677" y="79253"/>
                </a:cubicBezTo>
                <a:cubicBezTo>
                  <a:pt x="16652" y="79253"/>
                  <a:pt x="16652" y="79203"/>
                  <a:pt x="16627" y="79203"/>
                </a:cubicBezTo>
                <a:cubicBezTo>
                  <a:pt x="16652" y="79154"/>
                  <a:pt x="16677" y="79104"/>
                  <a:pt x="16677" y="79029"/>
                </a:cubicBezTo>
                <a:cubicBezTo>
                  <a:pt x="16677" y="79021"/>
                  <a:pt x="16683" y="79018"/>
                  <a:pt x="16691" y="79018"/>
                </a:cubicBezTo>
                <a:close/>
                <a:moveTo>
                  <a:pt x="22776" y="71288"/>
                </a:moveTo>
                <a:cubicBezTo>
                  <a:pt x="23672" y="72184"/>
                  <a:pt x="24792" y="72931"/>
                  <a:pt x="26086" y="73454"/>
                </a:cubicBezTo>
                <a:cubicBezTo>
                  <a:pt x="23273" y="74723"/>
                  <a:pt x="20635" y="76714"/>
                  <a:pt x="18444" y="79278"/>
                </a:cubicBezTo>
                <a:cubicBezTo>
                  <a:pt x="17996" y="79079"/>
                  <a:pt x="17524" y="78880"/>
                  <a:pt x="17051" y="78656"/>
                </a:cubicBezTo>
                <a:cubicBezTo>
                  <a:pt x="17772" y="76665"/>
                  <a:pt x="18644" y="74648"/>
                  <a:pt x="19614" y="72582"/>
                </a:cubicBezTo>
                <a:cubicBezTo>
                  <a:pt x="19664" y="72557"/>
                  <a:pt x="19764" y="72508"/>
                  <a:pt x="19813" y="72458"/>
                </a:cubicBezTo>
                <a:cubicBezTo>
                  <a:pt x="19913" y="72433"/>
                  <a:pt x="19988" y="72408"/>
                  <a:pt x="20062" y="72333"/>
                </a:cubicBezTo>
                <a:cubicBezTo>
                  <a:pt x="20336" y="72209"/>
                  <a:pt x="20560" y="72134"/>
                  <a:pt x="20859" y="72010"/>
                </a:cubicBezTo>
                <a:cubicBezTo>
                  <a:pt x="20909" y="71960"/>
                  <a:pt x="21008" y="71935"/>
                  <a:pt x="21058" y="71910"/>
                </a:cubicBezTo>
                <a:cubicBezTo>
                  <a:pt x="21357" y="71786"/>
                  <a:pt x="21606" y="71686"/>
                  <a:pt x="21879" y="71587"/>
                </a:cubicBezTo>
                <a:cubicBezTo>
                  <a:pt x="21929" y="71562"/>
                  <a:pt x="22004" y="71562"/>
                  <a:pt x="22054" y="71537"/>
                </a:cubicBezTo>
                <a:cubicBezTo>
                  <a:pt x="22303" y="71437"/>
                  <a:pt x="22527" y="71388"/>
                  <a:pt x="22776" y="71288"/>
                </a:cubicBezTo>
                <a:close/>
                <a:moveTo>
                  <a:pt x="54636" y="79203"/>
                </a:moveTo>
                <a:cubicBezTo>
                  <a:pt x="54686" y="79203"/>
                  <a:pt x="54686" y="79203"/>
                  <a:pt x="54686" y="79253"/>
                </a:cubicBezTo>
                <a:cubicBezTo>
                  <a:pt x="54636" y="79253"/>
                  <a:pt x="54636" y="79278"/>
                  <a:pt x="54611" y="79278"/>
                </a:cubicBezTo>
                <a:lnTo>
                  <a:pt x="54586" y="79253"/>
                </a:lnTo>
                <a:cubicBezTo>
                  <a:pt x="54611" y="79253"/>
                  <a:pt x="54611" y="79203"/>
                  <a:pt x="54636" y="79203"/>
                </a:cubicBezTo>
                <a:close/>
                <a:moveTo>
                  <a:pt x="44057" y="78805"/>
                </a:moveTo>
                <a:cubicBezTo>
                  <a:pt x="44057" y="78880"/>
                  <a:pt x="44107" y="78930"/>
                  <a:pt x="44132" y="79004"/>
                </a:cubicBezTo>
                <a:cubicBezTo>
                  <a:pt x="44157" y="79104"/>
                  <a:pt x="44157" y="79178"/>
                  <a:pt x="44182" y="79278"/>
                </a:cubicBezTo>
                <a:lnTo>
                  <a:pt x="44182" y="79328"/>
                </a:lnTo>
                <a:lnTo>
                  <a:pt x="44132" y="79328"/>
                </a:lnTo>
                <a:cubicBezTo>
                  <a:pt x="44107" y="79178"/>
                  <a:pt x="44107" y="79054"/>
                  <a:pt x="44057" y="78905"/>
                </a:cubicBezTo>
                <a:lnTo>
                  <a:pt x="44057" y="78805"/>
                </a:lnTo>
                <a:close/>
                <a:moveTo>
                  <a:pt x="13292" y="77162"/>
                </a:moveTo>
                <a:cubicBezTo>
                  <a:pt x="13317" y="77187"/>
                  <a:pt x="13367" y="77187"/>
                  <a:pt x="13416" y="77237"/>
                </a:cubicBezTo>
                <a:lnTo>
                  <a:pt x="13441" y="77262"/>
                </a:lnTo>
                <a:cubicBezTo>
                  <a:pt x="13466" y="77287"/>
                  <a:pt x="13516" y="77287"/>
                  <a:pt x="13516" y="77312"/>
                </a:cubicBezTo>
                <a:cubicBezTo>
                  <a:pt x="13690" y="77511"/>
                  <a:pt x="13889" y="77660"/>
                  <a:pt x="14064" y="77809"/>
                </a:cubicBezTo>
                <a:cubicBezTo>
                  <a:pt x="14138" y="77859"/>
                  <a:pt x="14188" y="77909"/>
                  <a:pt x="14238" y="77934"/>
                </a:cubicBezTo>
                <a:lnTo>
                  <a:pt x="14263" y="77984"/>
                </a:lnTo>
                <a:lnTo>
                  <a:pt x="14313" y="78034"/>
                </a:lnTo>
                <a:cubicBezTo>
                  <a:pt x="14537" y="78183"/>
                  <a:pt x="14761" y="78382"/>
                  <a:pt x="14960" y="78531"/>
                </a:cubicBezTo>
                <a:cubicBezTo>
                  <a:pt x="15059" y="78606"/>
                  <a:pt x="15134" y="78631"/>
                  <a:pt x="15209" y="78681"/>
                </a:cubicBezTo>
                <a:cubicBezTo>
                  <a:pt x="15258" y="78730"/>
                  <a:pt x="15283" y="78730"/>
                  <a:pt x="15308" y="78755"/>
                </a:cubicBezTo>
                <a:lnTo>
                  <a:pt x="15333" y="78780"/>
                </a:lnTo>
                <a:lnTo>
                  <a:pt x="15383" y="78780"/>
                </a:lnTo>
                <a:cubicBezTo>
                  <a:pt x="15408" y="78780"/>
                  <a:pt x="15408" y="78805"/>
                  <a:pt x="15433" y="78805"/>
                </a:cubicBezTo>
                <a:cubicBezTo>
                  <a:pt x="15582" y="78905"/>
                  <a:pt x="15781" y="79029"/>
                  <a:pt x="15930" y="79129"/>
                </a:cubicBezTo>
                <a:cubicBezTo>
                  <a:pt x="16030" y="79154"/>
                  <a:pt x="16080" y="79228"/>
                  <a:pt x="16179" y="79253"/>
                </a:cubicBezTo>
                <a:cubicBezTo>
                  <a:pt x="16254" y="79278"/>
                  <a:pt x="16279" y="79303"/>
                  <a:pt x="16329" y="79303"/>
                </a:cubicBezTo>
                <a:lnTo>
                  <a:pt x="16329" y="79353"/>
                </a:lnTo>
                <a:lnTo>
                  <a:pt x="16329" y="79378"/>
                </a:lnTo>
                <a:cubicBezTo>
                  <a:pt x="16005" y="79178"/>
                  <a:pt x="15657" y="79029"/>
                  <a:pt x="15333" y="78805"/>
                </a:cubicBezTo>
                <a:cubicBezTo>
                  <a:pt x="15308" y="78805"/>
                  <a:pt x="15308" y="78780"/>
                  <a:pt x="15283" y="78780"/>
                </a:cubicBezTo>
                <a:cubicBezTo>
                  <a:pt x="14561" y="78307"/>
                  <a:pt x="13889" y="77785"/>
                  <a:pt x="13292" y="77162"/>
                </a:cubicBezTo>
                <a:close/>
                <a:moveTo>
                  <a:pt x="3236" y="62327"/>
                </a:moveTo>
                <a:lnTo>
                  <a:pt x="3236" y="62377"/>
                </a:lnTo>
                <a:lnTo>
                  <a:pt x="3236" y="62477"/>
                </a:lnTo>
                <a:lnTo>
                  <a:pt x="3236" y="62551"/>
                </a:lnTo>
                <a:cubicBezTo>
                  <a:pt x="3186" y="62750"/>
                  <a:pt x="3087" y="62999"/>
                  <a:pt x="3012" y="63223"/>
                </a:cubicBezTo>
                <a:cubicBezTo>
                  <a:pt x="2141" y="65986"/>
                  <a:pt x="1494" y="68799"/>
                  <a:pt x="1021" y="71537"/>
                </a:cubicBezTo>
                <a:cubicBezTo>
                  <a:pt x="622" y="73902"/>
                  <a:pt x="473" y="76142"/>
                  <a:pt x="398" y="78108"/>
                </a:cubicBezTo>
                <a:cubicBezTo>
                  <a:pt x="349" y="78357"/>
                  <a:pt x="324" y="78556"/>
                  <a:pt x="324" y="78805"/>
                </a:cubicBezTo>
                <a:lnTo>
                  <a:pt x="324" y="78880"/>
                </a:lnTo>
                <a:cubicBezTo>
                  <a:pt x="324" y="79054"/>
                  <a:pt x="299" y="79253"/>
                  <a:pt x="299" y="79403"/>
                </a:cubicBezTo>
                <a:lnTo>
                  <a:pt x="299" y="79129"/>
                </a:lnTo>
                <a:cubicBezTo>
                  <a:pt x="299" y="78432"/>
                  <a:pt x="324" y="77735"/>
                  <a:pt x="349" y="76988"/>
                </a:cubicBezTo>
                <a:lnTo>
                  <a:pt x="349" y="76913"/>
                </a:lnTo>
                <a:cubicBezTo>
                  <a:pt x="423" y="76017"/>
                  <a:pt x="498" y="74947"/>
                  <a:pt x="598" y="73951"/>
                </a:cubicBezTo>
                <a:cubicBezTo>
                  <a:pt x="697" y="73180"/>
                  <a:pt x="797" y="72383"/>
                  <a:pt x="946" y="71537"/>
                </a:cubicBezTo>
                <a:lnTo>
                  <a:pt x="946" y="71512"/>
                </a:lnTo>
                <a:cubicBezTo>
                  <a:pt x="996" y="71213"/>
                  <a:pt x="1070" y="70890"/>
                  <a:pt x="1120" y="70541"/>
                </a:cubicBezTo>
                <a:cubicBezTo>
                  <a:pt x="1195" y="70143"/>
                  <a:pt x="1295" y="69770"/>
                  <a:pt x="1344" y="69347"/>
                </a:cubicBezTo>
                <a:cubicBezTo>
                  <a:pt x="1743" y="67330"/>
                  <a:pt x="2315" y="65289"/>
                  <a:pt x="2937" y="63223"/>
                </a:cubicBezTo>
                <a:lnTo>
                  <a:pt x="2937" y="63198"/>
                </a:lnTo>
                <a:cubicBezTo>
                  <a:pt x="3012" y="62925"/>
                  <a:pt x="3112" y="62626"/>
                  <a:pt x="3236" y="62327"/>
                </a:cubicBezTo>
                <a:close/>
                <a:moveTo>
                  <a:pt x="26335" y="73578"/>
                </a:moveTo>
                <a:cubicBezTo>
                  <a:pt x="26360" y="73578"/>
                  <a:pt x="26385" y="73603"/>
                  <a:pt x="26435" y="73603"/>
                </a:cubicBezTo>
                <a:cubicBezTo>
                  <a:pt x="23597" y="74847"/>
                  <a:pt x="20958" y="76814"/>
                  <a:pt x="18743" y="79403"/>
                </a:cubicBezTo>
                <a:cubicBezTo>
                  <a:pt x="18668" y="79403"/>
                  <a:pt x="18644" y="79403"/>
                  <a:pt x="18644" y="79378"/>
                </a:cubicBezTo>
                <a:cubicBezTo>
                  <a:pt x="20859" y="76789"/>
                  <a:pt x="23497" y="74823"/>
                  <a:pt x="26335" y="73578"/>
                </a:cubicBezTo>
                <a:close/>
                <a:moveTo>
                  <a:pt x="1967" y="70292"/>
                </a:moveTo>
                <a:cubicBezTo>
                  <a:pt x="1967" y="70392"/>
                  <a:pt x="1967" y="70467"/>
                  <a:pt x="1942" y="70591"/>
                </a:cubicBezTo>
                <a:cubicBezTo>
                  <a:pt x="1120" y="73653"/>
                  <a:pt x="672" y="76615"/>
                  <a:pt x="498" y="79427"/>
                </a:cubicBezTo>
                <a:lnTo>
                  <a:pt x="498" y="79427"/>
                </a:lnTo>
                <a:cubicBezTo>
                  <a:pt x="498" y="79004"/>
                  <a:pt x="498" y="78531"/>
                  <a:pt x="548" y="78058"/>
                </a:cubicBezTo>
                <a:cubicBezTo>
                  <a:pt x="797" y="75544"/>
                  <a:pt x="1245" y="72956"/>
                  <a:pt x="1967" y="70292"/>
                </a:cubicBezTo>
                <a:close/>
                <a:moveTo>
                  <a:pt x="16503" y="79403"/>
                </a:moveTo>
                <a:cubicBezTo>
                  <a:pt x="16553" y="79403"/>
                  <a:pt x="16603" y="79403"/>
                  <a:pt x="16603" y="79427"/>
                </a:cubicBezTo>
                <a:cubicBezTo>
                  <a:pt x="16603" y="79477"/>
                  <a:pt x="16553" y="79502"/>
                  <a:pt x="16553" y="79502"/>
                </a:cubicBezTo>
                <a:cubicBezTo>
                  <a:pt x="16528" y="79502"/>
                  <a:pt x="16528" y="79477"/>
                  <a:pt x="16503" y="79477"/>
                </a:cubicBezTo>
                <a:lnTo>
                  <a:pt x="16503" y="79427"/>
                </a:lnTo>
                <a:lnTo>
                  <a:pt x="16503" y="79403"/>
                </a:lnTo>
                <a:close/>
                <a:moveTo>
                  <a:pt x="17001" y="78880"/>
                </a:moveTo>
                <a:cubicBezTo>
                  <a:pt x="17424" y="79104"/>
                  <a:pt x="17872" y="79278"/>
                  <a:pt x="18345" y="79477"/>
                </a:cubicBezTo>
                <a:cubicBezTo>
                  <a:pt x="18345" y="79502"/>
                  <a:pt x="18295" y="79502"/>
                  <a:pt x="18295" y="79527"/>
                </a:cubicBezTo>
                <a:cubicBezTo>
                  <a:pt x="17847" y="79353"/>
                  <a:pt x="17399" y="79129"/>
                  <a:pt x="16976" y="78930"/>
                </a:cubicBezTo>
                <a:cubicBezTo>
                  <a:pt x="16976" y="78905"/>
                  <a:pt x="17001" y="78880"/>
                  <a:pt x="17001" y="78880"/>
                </a:cubicBezTo>
                <a:close/>
                <a:moveTo>
                  <a:pt x="38930" y="73379"/>
                </a:moveTo>
                <a:cubicBezTo>
                  <a:pt x="39005" y="73404"/>
                  <a:pt x="39079" y="73429"/>
                  <a:pt x="39154" y="73454"/>
                </a:cubicBezTo>
                <a:cubicBezTo>
                  <a:pt x="39179" y="73503"/>
                  <a:pt x="39253" y="73503"/>
                  <a:pt x="39278" y="73528"/>
                </a:cubicBezTo>
                <a:cubicBezTo>
                  <a:pt x="39403" y="73578"/>
                  <a:pt x="39502" y="73653"/>
                  <a:pt x="39577" y="73678"/>
                </a:cubicBezTo>
                <a:cubicBezTo>
                  <a:pt x="39701" y="73752"/>
                  <a:pt x="39826" y="73827"/>
                  <a:pt x="39950" y="73902"/>
                </a:cubicBezTo>
                <a:cubicBezTo>
                  <a:pt x="40050" y="73951"/>
                  <a:pt x="40125" y="74001"/>
                  <a:pt x="40174" y="74051"/>
                </a:cubicBezTo>
                <a:cubicBezTo>
                  <a:pt x="40199" y="74051"/>
                  <a:pt x="40224" y="74076"/>
                  <a:pt x="40224" y="74076"/>
                </a:cubicBezTo>
                <a:cubicBezTo>
                  <a:pt x="40349" y="74151"/>
                  <a:pt x="40448" y="74225"/>
                  <a:pt x="40548" y="74300"/>
                </a:cubicBezTo>
                <a:cubicBezTo>
                  <a:pt x="39926" y="75470"/>
                  <a:pt x="39328" y="76665"/>
                  <a:pt x="38805" y="77809"/>
                </a:cubicBezTo>
                <a:cubicBezTo>
                  <a:pt x="37138" y="78506"/>
                  <a:pt x="35470" y="79104"/>
                  <a:pt x="33852" y="79552"/>
                </a:cubicBezTo>
                <a:cubicBezTo>
                  <a:pt x="34947" y="76789"/>
                  <a:pt x="36540" y="74698"/>
                  <a:pt x="38532" y="73503"/>
                </a:cubicBezTo>
                <a:cubicBezTo>
                  <a:pt x="38656" y="73454"/>
                  <a:pt x="38805" y="73429"/>
                  <a:pt x="38930" y="73379"/>
                </a:cubicBezTo>
                <a:close/>
                <a:moveTo>
                  <a:pt x="18519" y="79527"/>
                </a:moveTo>
                <a:cubicBezTo>
                  <a:pt x="18544" y="79527"/>
                  <a:pt x="18544" y="79552"/>
                  <a:pt x="18569" y="79552"/>
                </a:cubicBezTo>
                <a:lnTo>
                  <a:pt x="18519" y="79627"/>
                </a:lnTo>
                <a:cubicBezTo>
                  <a:pt x="18494" y="79627"/>
                  <a:pt x="18494" y="79602"/>
                  <a:pt x="18469" y="79602"/>
                </a:cubicBezTo>
                <a:lnTo>
                  <a:pt x="18519" y="79527"/>
                </a:lnTo>
                <a:close/>
                <a:moveTo>
                  <a:pt x="37934" y="73653"/>
                </a:moveTo>
                <a:cubicBezTo>
                  <a:pt x="36142" y="74947"/>
                  <a:pt x="34649" y="76988"/>
                  <a:pt x="33653" y="79627"/>
                </a:cubicBezTo>
                <a:cubicBezTo>
                  <a:pt x="33603" y="79627"/>
                  <a:pt x="33578" y="79651"/>
                  <a:pt x="33553" y="79651"/>
                </a:cubicBezTo>
                <a:cubicBezTo>
                  <a:pt x="34549" y="77013"/>
                  <a:pt x="35968" y="74997"/>
                  <a:pt x="37760" y="73678"/>
                </a:cubicBezTo>
                <a:cubicBezTo>
                  <a:pt x="37810" y="73678"/>
                  <a:pt x="37884" y="73653"/>
                  <a:pt x="37934" y="73653"/>
                </a:cubicBezTo>
                <a:close/>
                <a:moveTo>
                  <a:pt x="16876" y="79104"/>
                </a:moveTo>
                <a:cubicBezTo>
                  <a:pt x="17275" y="79278"/>
                  <a:pt x="17723" y="79477"/>
                  <a:pt x="18121" y="79651"/>
                </a:cubicBezTo>
                <a:cubicBezTo>
                  <a:pt x="18096" y="79726"/>
                  <a:pt x="18021" y="79751"/>
                  <a:pt x="17996" y="79801"/>
                </a:cubicBezTo>
                <a:cubicBezTo>
                  <a:pt x="17872" y="79776"/>
                  <a:pt x="17748" y="79726"/>
                  <a:pt x="17598" y="79651"/>
                </a:cubicBezTo>
                <a:cubicBezTo>
                  <a:pt x="17349" y="79552"/>
                  <a:pt x="17051" y="79427"/>
                  <a:pt x="16802" y="79303"/>
                </a:cubicBezTo>
                <a:cubicBezTo>
                  <a:pt x="16851" y="79253"/>
                  <a:pt x="16876" y="79154"/>
                  <a:pt x="16876" y="79104"/>
                </a:cubicBezTo>
                <a:close/>
                <a:moveTo>
                  <a:pt x="38756" y="78108"/>
                </a:moveTo>
                <a:lnTo>
                  <a:pt x="38756" y="78133"/>
                </a:lnTo>
                <a:lnTo>
                  <a:pt x="38756" y="78158"/>
                </a:lnTo>
                <a:cubicBezTo>
                  <a:pt x="37063" y="78855"/>
                  <a:pt x="35420" y="79403"/>
                  <a:pt x="33827" y="79851"/>
                </a:cubicBezTo>
                <a:cubicBezTo>
                  <a:pt x="33728" y="79826"/>
                  <a:pt x="33728" y="79826"/>
                  <a:pt x="33777" y="79801"/>
                </a:cubicBezTo>
                <a:cubicBezTo>
                  <a:pt x="34076" y="79676"/>
                  <a:pt x="34400" y="79602"/>
                  <a:pt x="34698" y="79502"/>
                </a:cubicBezTo>
                <a:lnTo>
                  <a:pt x="35271" y="79303"/>
                </a:lnTo>
                <a:lnTo>
                  <a:pt x="35321" y="79303"/>
                </a:lnTo>
                <a:cubicBezTo>
                  <a:pt x="35968" y="79104"/>
                  <a:pt x="36665" y="78880"/>
                  <a:pt x="37337" y="78631"/>
                </a:cubicBezTo>
                <a:cubicBezTo>
                  <a:pt x="37387" y="78631"/>
                  <a:pt x="37387" y="78631"/>
                  <a:pt x="37412" y="78581"/>
                </a:cubicBezTo>
                <a:cubicBezTo>
                  <a:pt x="37461" y="78556"/>
                  <a:pt x="37511" y="78556"/>
                  <a:pt x="37561" y="78531"/>
                </a:cubicBezTo>
                <a:cubicBezTo>
                  <a:pt x="37959" y="78382"/>
                  <a:pt x="38332" y="78258"/>
                  <a:pt x="38756" y="78108"/>
                </a:cubicBezTo>
                <a:close/>
                <a:moveTo>
                  <a:pt x="72458" y="64095"/>
                </a:moveTo>
                <a:cubicBezTo>
                  <a:pt x="74624" y="66235"/>
                  <a:pt x="77038" y="68426"/>
                  <a:pt x="79602" y="70467"/>
                </a:cubicBezTo>
                <a:cubicBezTo>
                  <a:pt x="76814" y="73902"/>
                  <a:pt x="73454" y="77137"/>
                  <a:pt x="69670" y="79875"/>
                </a:cubicBezTo>
                <a:cubicBezTo>
                  <a:pt x="69546" y="79726"/>
                  <a:pt x="69421" y="79527"/>
                  <a:pt x="69297" y="79378"/>
                </a:cubicBezTo>
                <a:cubicBezTo>
                  <a:pt x="68874" y="78755"/>
                  <a:pt x="68401" y="78158"/>
                  <a:pt x="67928" y="77561"/>
                </a:cubicBezTo>
                <a:cubicBezTo>
                  <a:pt x="67779" y="77386"/>
                  <a:pt x="67654" y="77187"/>
                  <a:pt x="67505" y="77013"/>
                </a:cubicBezTo>
                <a:cubicBezTo>
                  <a:pt x="66883" y="76216"/>
                  <a:pt x="66260" y="75445"/>
                  <a:pt x="65638" y="74698"/>
                </a:cubicBezTo>
                <a:cubicBezTo>
                  <a:pt x="65638" y="74673"/>
                  <a:pt x="65588" y="74673"/>
                  <a:pt x="65588" y="74648"/>
                </a:cubicBezTo>
                <a:cubicBezTo>
                  <a:pt x="65314" y="74300"/>
                  <a:pt x="65016" y="73976"/>
                  <a:pt x="64717" y="73653"/>
                </a:cubicBezTo>
                <a:cubicBezTo>
                  <a:pt x="64568" y="73454"/>
                  <a:pt x="64369" y="73279"/>
                  <a:pt x="64219" y="73080"/>
                </a:cubicBezTo>
                <a:cubicBezTo>
                  <a:pt x="64045" y="72906"/>
                  <a:pt x="63871" y="72707"/>
                  <a:pt x="63697" y="72533"/>
                </a:cubicBezTo>
                <a:cubicBezTo>
                  <a:pt x="66808" y="69844"/>
                  <a:pt x="69770" y="67007"/>
                  <a:pt x="72458" y="64095"/>
                </a:cubicBezTo>
                <a:close/>
                <a:moveTo>
                  <a:pt x="18345" y="79751"/>
                </a:moveTo>
                <a:cubicBezTo>
                  <a:pt x="18370" y="79751"/>
                  <a:pt x="18370" y="79776"/>
                  <a:pt x="18395" y="79776"/>
                </a:cubicBezTo>
                <a:cubicBezTo>
                  <a:pt x="18370" y="79851"/>
                  <a:pt x="18295" y="79875"/>
                  <a:pt x="18270" y="79925"/>
                </a:cubicBezTo>
                <a:lnTo>
                  <a:pt x="18196" y="79925"/>
                </a:lnTo>
                <a:cubicBezTo>
                  <a:pt x="18245" y="79826"/>
                  <a:pt x="18295" y="79801"/>
                  <a:pt x="18345" y="79751"/>
                </a:cubicBezTo>
                <a:close/>
                <a:moveTo>
                  <a:pt x="112856" y="59440"/>
                </a:moveTo>
                <a:cubicBezTo>
                  <a:pt x="111114" y="63871"/>
                  <a:pt x="108700" y="68550"/>
                  <a:pt x="105713" y="73155"/>
                </a:cubicBezTo>
                <a:cubicBezTo>
                  <a:pt x="105489" y="73503"/>
                  <a:pt x="105240" y="73877"/>
                  <a:pt x="105016" y="74200"/>
                </a:cubicBezTo>
                <a:cubicBezTo>
                  <a:pt x="103721" y="76167"/>
                  <a:pt x="102303" y="78108"/>
                  <a:pt x="100809" y="80025"/>
                </a:cubicBezTo>
                <a:cubicBezTo>
                  <a:pt x="100784" y="79403"/>
                  <a:pt x="100486" y="78631"/>
                  <a:pt x="99988" y="77735"/>
                </a:cubicBezTo>
                <a:cubicBezTo>
                  <a:pt x="104344" y="72209"/>
                  <a:pt x="108077" y="66559"/>
                  <a:pt x="110965" y="60958"/>
                </a:cubicBezTo>
                <a:cubicBezTo>
                  <a:pt x="111687" y="60485"/>
                  <a:pt x="112334" y="59988"/>
                  <a:pt x="112856" y="59440"/>
                </a:cubicBezTo>
                <a:close/>
                <a:moveTo>
                  <a:pt x="16752" y="79527"/>
                </a:moveTo>
                <a:cubicBezTo>
                  <a:pt x="16851" y="79552"/>
                  <a:pt x="16926" y="79602"/>
                  <a:pt x="17026" y="79651"/>
                </a:cubicBezTo>
                <a:cubicBezTo>
                  <a:pt x="17125" y="79676"/>
                  <a:pt x="17175" y="79726"/>
                  <a:pt x="17275" y="79751"/>
                </a:cubicBezTo>
                <a:cubicBezTo>
                  <a:pt x="17474" y="79851"/>
                  <a:pt x="17673" y="79900"/>
                  <a:pt x="17872" y="80000"/>
                </a:cubicBezTo>
                <a:lnTo>
                  <a:pt x="17872" y="80025"/>
                </a:lnTo>
                <a:lnTo>
                  <a:pt x="17872" y="80050"/>
                </a:lnTo>
                <a:lnTo>
                  <a:pt x="16752" y="79602"/>
                </a:lnTo>
                <a:lnTo>
                  <a:pt x="16752" y="79552"/>
                </a:lnTo>
                <a:lnTo>
                  <a:pt x="16752" y="79527"/>
                </a:lnTo>
                <a:close/>
                <a:moveTo>
                  <a:pt x="79751" y="70591"/>
                </a:moveTo>
                <a:cubicBezTo>
                  <a:pt x="79776" y="70591"/>
                  <a:pt x="79776" y="70641"/>
                  <a:pt x="79826" y="70641"/>
                </a:cubicBezTo>
                <a:cubicBezTo>
                  <a:pt x="77038" y="74076"/>
                  <a:pt x="73653" y="77337"/>
                  <a:pt x="69870" y="80050"/>
                </a:cubicBezTo>
                <a:cubicBezTo>
                  <a:pt x="69870" y="80025"/>
                  <a:pt x="69820" y="80025"/>
                  <a:pt x="69820" y="80000"/>
                </a:cubicBezTo>
                <a:cubicBezTo>
                  <a:pt x="73603" y="77287"/>
                  <a:pt x="76988" y="74051"/>
                  <a:pt x="79751" y="70591"/>
                </a:cubicBezTo>
                <a:close/>
                <a:moveTo>
                  <a:pt x="63572" y="72707"/>
                </a:moveTo>
                <a:cubicBezTo>
                  <a:pt x="63721" y="72906"/>
                  <a:pt x="63896" y="73055"/>
                  <a:pt x="64070" y="73254"/>
                </a:cubicBezTo>
                <a:cubicBezTo>
                  <a:pt x="64219" y="73404"/>
                  <a:pt x="64393" y="73578"/>
                  <a:pt x="64543" y="73777"/>
                </a:cubicBezTo>
                <a:cubicBezTo>
                  <a:pt x="66260" y="75694"/>
                  <a:pt x="67953" y="77859"/>
                  <a:pt x="69571" y="80050"/>
                </a:cubicBezTo>
                <a:cubicBezTo>
                  <a:pt x="69571" y="80050"/>
                  <a:pt x="69546" y="80050"/>
                  <a:pt x="69546" y="80099"/>
                </a:cubicBezTo>
                <a:cubicBezTo>
                  <a:pt x="68177" y="78233"/>
                  <a:pt x="66808" y="76490"/>
                  <a:pt x="65439" y="74872"/>
                </a:cubicBezTo>
                <a:lnTo>
                  <a:pt x="65339" y="74773"/>
                </a:lnTo>
                <a:cubicBezTo>
                  <a:pt x="65090" y="74449"/>
                  <a:pt x="64817" y="74175"/>
                  <a:pt x="64568" y="73902"/>
                </a:cubicBezTo>
                <a:cubicBezTo>
                  <a:pt x="64369" y="73678"/>
                  <a:pt x="64194" y="73454"/>
                  <a:pt x="63970" y="73254"/>
                </a:cubicBezTo>
                <a:cubicBezTo>
                  <a:pt x="63821" y="73055"/>
                  <a:pt x="63672" y="72906"/>
                  <a:pt x="63522" y="72757"/>
                </a:cubicBezTo>
                <a:cubicBezTo>
                  <a:pt x="63547" y="72757"/>
                  <a:pt x="63547" y="72707"/>
                  <a:pt x="63572" y="72707"/>
                </a:cubicBezTo>
                <a:close/>
                <a:moveTo>
                  <a:pt x="18295" y="80174"/>
                </a:moveTo>
                <a:cubicBezTo>
                  <a:pt x="18367" y="80174"/>
                  <a:pt x="18393" y="80174"/>
                  <a:pt x="18417" y="80219"/>
                </a:cubicBezTo>
                <a:lnTo>
                  <a:pt x="18417" y="80219"/>
                </a:lnTo>
                <a:cubicBezTo>
                  <a:pt x="18376" y="80204"/>
                  <a:pt x="18336" y="80189"/>
                  <a:pt x="18295" y="80174"/>
                </a:cubicBezTo>
                <a:close/>
                <a:moveTo>
                  <a:pt x="99888" y="77859"/>
                </a:moveTo>
                <a:cubicBezTo>
                  <a:pt x="100411" y="78805"/>
                  <a:pt x="100685" y="79627"/>
                  <a:pt x="100660" y="80249"/>
                </a:cubicBezTo>
                <a:cubicBezTo>
                  <a:pt x="100616" y="80271"/>
                  <a:pt x="100572" y="80293"/>
                  <a:pt x="100562" y="80332"/>
                </a:cubicBezTo>
                <a:lnTo>
                  <a:pt x="100562" y="80332"/>
                </a:lnTo>
                <a:cubicBezTo>
                  <a:pt x="100630" y="79736"/>
                  <a:pt x="100356" y="78920"/>
                  <a:pt x="99814" y="77909"/>
                </a:cubicBezTo>
                <a:lnTo>
                  <a:pt x="99888" y="77859"/>
                </a:lnTo>
                <a:close/>
                <a:moveTo>
                  <a:pt x="44232" y="79527"/>
                </a:moveTo>
                <a:cubicBezTo>
                  <a:pt x="44257" y="79751"/>
                  <a:pt x="44281" y="79925"/>
                  <a:pt x="44356" y="80124"/>
                </a:cubicBezTo>
                <a:cubicBezTo>
                  <a:pt x="44381" y="80199"/>
                  <a:pt x="44381" y="80299"/>
                  <a:pt x="44406" y="80423"/>
                </a:cubicBezTo>
                <a:lnTo>
                  <a:pt x="44381" y="80423"/>
                </a:lnTo>
                <a:cubicBezTo>
                  <a:pt x="44356" y="80124"/>
                  <a:pt x="44257" y="79826"/>
                  <a:pt x="44182" y="79527"/>
                </a:cubicBezTo>
                <a:close/>
                <a:moveTo>
                  <a:pt x="18594" y="79826"/>
                </a:moveTo>
                <a:cubicBezTo>
                  <a:pt x="19117" y="80050"/>
                  <a:pt x="19639" y="80274"/>
                  <a:pt x="20212" y="80448"/>
                </a:cubicBezTo>
                <a:lnTo>
                  <a:pt x="19739" y="80373"/>
                </a:lnTo>
                <a:lnTo>
                  <a:pt x="19092" y="80174"/>
                </a:lnTo>
                <a:cubicBezTo>
                  <a:pt x="18868" y="80124"/>
                  <a:pt x="18668" y="80050"/>
                  <a:pt x="18494" y="80000"/>
                </a:cubicBezTo>
                <a:cubicBezTo>
                  <a:pt x="18494" y="79925"/>
                  <a:pt x="18519" y="79900"/>
                  <a:pt x="18594" y="79826"/>
                </a:cubicBezTo>
                <a:close/>
                <a:moveTo>
                  <a:pt x="108127" y="69595"/>
                </a:moveTo>
                <a:lnTo>
                  <a:pt x="108127" y="69595"/>
                </a:lnTo>
                <a:cubicBezTo>
                  <a:pt x="107878" y="70093"/>
                  <a:pt x="107580" y="70591"/>
                  <a:pt x="107256" y="71089"/>
                </a:cubicBezTo>
                <a:cubicBezTo>
                  <a:pt x="106708" y="72035"/>
                  <a:pt x="106111" y="72931"/>
                  <a:pt x="105514" y="73877"/>
                </a:cubicBezTo>
                <a:cubicBezTo>
                  <a:pt x="105489" y="73926"/>
                  <a:pt x="105464" y="74001"/>
                  <a:pt x="105389" y="74051"/>
                </a:cubicBezTo>
                <a:cubicBezTo>
                  <a:pt x="104966" y="74698"/>
                  <a:pt x="104493" y="75395"/>
                  <a:pt x="104045" y="76042"/>
                </a:cubicBezTo>
                <a:cubicBezTo>
                  <a:pt x="103995" y="76117"/>
                  <a:pt x="103945" y="76192"/>
                  <a:pt x="103896" y="76266"/>
                </a:cubicBezTo>
                <a:cubicBezTo>
                  <a:pt x="103846" y="76366"/>
                  <a:pt x="103771" y="76416"/>
                  <a:pt x="103746" y="76515"/>
                </a:cubicBezTo>
                <a:lnTo>
                  <a:pt x="103000" y="77536"/>
                </a:lnTo>
                <a:cubicBezTo>
                  <a:pt x="102800" y="77785"/>
                  <a:pt x="102651" y="78034"/>
                  <a:pt x="102477" y="78258"/>
                </a:cubicBezTo>
                <a:cubicBezTo>
                  <a:pt x="102402" y="78307"/>
                  <a:pt x="102377" y="78382"/>
                  <a:pt x="102303" y="78482"/>
                </a:cubicBezTo>
                <a:cubicBezTo>
                  <a:pt x="102104" y="78755"/>
                  <a:pt x="101904" y="79004"/>
                  <a:pt x="101680" y="79278"/>
                </a:cubicBezTo>
                <a:cubicBezTo>
                  <a:pt x="101382" y="79676"/>
                  <a:pt x="101108" y="80099"/>
                  <a:pt x="100784" y="80473"/>
                </a:cubicBezTo>
                <a:lnTo>
                  <a:pt x="100784" y="80423"/>
                </a:lnTo>
                <a:lnTo>
                  <a:pt x="100784" y="80373"/>
                </a:lnTo>
                <a:cubicBezTo>
                  <a:pt x="100909" y="80224"/>
                  <a:pt x="101058" y="80025"/>
                  <a:pt x="101183" y="79851"/>
                </a:cubicBezTo>
                <a:cubicBezTo>
                  <a:pt x="102104" y="78681"/>
                  <a:pt x="103099" y="77386"/>
                  <a:pt x="103796" y="76316"/>
                </a:cubicBezTo>
                <a:cubicBezTo>
                  <a:pt x="104294" y="75619"/>
                  <a:pt x="104792" y="74823"/>
                  <a:pt x="105339" y="74026"/>
                </a:cubicBezTo>
                <a:cubicBezTo>
                  <a:pt x="105364" y="74001"/>
                  <a:pt x="105389" y="73951"/>
                  <a:pt x="105389" y="73902"/>
                </a:cubicBezTo>
                <a:cubicBezTo>
                  <a:pt x="106360" y="72408"/>
                  <a:pt x="107331" y="70890"/>
                  <a:pt x="108127" y="69595"/>
                </a:cubicBezTo>
                <a:close/>
                <a:moveTo>
                  <a:pt x="94686" y="71811"/>
                </a:moveTo>
                <a:cubicBezTo>
                  <a:pt x="96503" y="73702"/>
                  <a:pt x="97922" y="75420"/>
                  <a:pt x="98893" y="76889"/>
                </a:cubicBezTo>
                <a:cubicBezTo>
                  <a:pt x="98196" y="77859"/>
                  <a:pt x="97499" y="78805"/>
                  <a:pt x="96752" y="79776"/>
                </a:cubicBezTo>
                <a:cubicBezTo>
                  <a:pt x="96702" y="79801"/>
                  <a:pt x="96702" y="79826"/>
                  <a:pt x="96677" y="79875"/>
                </a:cubicBezTo>
                <a:cubicBezTo>
                  <a:pt x="96503" y="80099"/>
                  <a:pt x="96304" y="80348"/>
                  <a:pt x="96155" y="80547"/>
                </a:cubicBezTo>
                <a:cubicBezTo>
                  <a:pt x="94412" y="79826"/>
                  <a:pt x="92272" y="78730"/>
                  <a:pt x="89957" y="77337"/>
                </a:cubicBezTo>
                <a:cubicBezTo>
                  <a:pt x="90355" y="76913"/>
                  <a:pt x="90778" y="76440"/>
                  <a:pt x="91151" y="76017"/>
                </a:cubicBezTo>
                <a:cubicBezTo>
                  <a:pt x="91226" y="75918"/>
                  <a:pt x="91326" y="75793"/>
                  <a:pt x="91425" y="75694"/>
                </a:cubicBezTo>
                <a:cubicBezTo>
                  <a:pt x="92072" y="74922"/>
                  <a:pt x="92720" y="74175"/>
                  <a:pt x="93392" y="73404"/>
                </a:cubicBezTo>
                <a:cubicBezTo>
                  <a:pt x="93441" y="73329"/>
                  <a:pt x="93466" y="73279"/>
                  <a:pt x="93541" y="73205"/>
                </a:cubicBezTo>
                <a:cubicBezTo>
                  <a:pt x="93914" y="72732"/>
                  <a:pt x="94313" y="72284"/>
                  <a:pt x="94686" y="71811"/>
                </a:cubicBezTo>
                <a:close/>
                <a:moveTo>
                  <a:pt x="99042" y="77038"/>
                </a:moveTo>
                <a:lnTo>
                  <a:pt x="99067" y="77063"/>
                </a:lnTo>
                <a:cubicBezTo>
                  <a:pt x="98245" y="78258"/>
                  <a:pt x="97374" y="79427"/>
                  <a:pt x="96428" y="80597"/>
                </a:cubicBezTo>
                <a:lnTo>
                  <a:pt x="96379" y="80597"/>
                </a:lnTo>
                <a:cubicBezTo>
                  <a:pt x="97300" y="79403"/>
                  <a:pt x="98196" y="78233"/>
                  <a:pt x="99042" y="77038"/>
                </a:cubicBezTo>
                <a:close/>
                <a:moveTo>
                  <a:pt x="79950" y="70765"/>
                </a:moveTo>
                <a:cubicBezTo>
                  <a:pt x="80025" y="70840"/>
                  <a:pt x="80150" y="70915"/>
                  <a:pt x="80249" y="71014"/>
                </a:cubicBezTo>
                <a:cubicBezTo>
                  <a:pt x="77138" y="74325"/>
                  <a:pt x="73777" y="77561"/>
                  <a:pt x="70243" y="80622"/>
                </a:cubicBezTo>
                <a:lnTo>
                  <a:pt x="69944" y="80249"/>
                </a:lnTo>
                <a:cubicBezTo>
                  <a:pt x="73777" y="77511"/>
                  <a:pt x="77163" y="74225"/>
                  <a:pt x="79950" y="70765"/>
                </a:cubicBezTo>
                <a:close/>
                <a:moveTo>
                  <a:pt x="44406" y="80622"/>
                </a:moveTo>
                <a:cubicBezTo>
                  <a:pt x="44406" y="80640"/>
                  <a:pt x="44406" y="80659"/>
                  <a:pt x="44407" y="80677"/>
                </a:cubicBezTo>
                <a:lnTo>
                  <a:pt x="44407" y="80677"/>
                </a:lnTo>
                <a:cubicBezTo>
                  <a:pt x="44399" y="80659"/>
                  <a:pt x="44390" y="80640"/>
                  <a:pt x="44381" y="80622"/>
                </a:cubicBezTo>
                <a:close/>
                <a:moveTo>
                  <a:pt x="89832" y="77486"/>
                </a:moveTo>
                <a:cubicBezTo>
                  <a:pt x="92147" y="78880"/>
                  <a:pt x="94263" y="79975"/>
                  <a:pt x="96030" y="80647"/>
                </a:cubicBezTo>
                <a:cubicBezTo>
                  <a:pt x="96030" y="80672"/>
                  <a:pt x="96005" y="80672"/>
                  <a:pt x="96005" y="80722"/>
                </a:cubicBezTo>
                <a:cubicBezTo>
                  <a:pt x="94213" y="80025"/>
                  <a:pt x="92097" y="78905"/>
                  <a:pt x="89807" y="77536"/>
                </a:cubicBezTo>
                <a:cubicBezTo>
                  <a:pt x="89807" y="77511"/>
                  <a:pt x="89832" y="77511"/>
                  <a:pt x="89832" y="77486"/>
                </a:cubicBezTo>
                <a:close/>
                <a:moveTo>
                  <a:pt x="18743" y="79627"/>
                </a:moveTo>
                <a:cubicBezTo>
                  <a:pt x="19764" y="80050"/>
                  <a:pt x="20834" y="80423"/>
                  <a:pt x="21879" y="80747"/>
                </a:cubicBezTo>
                <a:cubicBezTo>
                  <a:pt x="21780" y="80747"/>
                  <a:pt x="21655" y="80747"/>
                  <a:pt x="21531" y="80722"/>
                </a:cubicBezTo>
                <a:cubicBezTo>
                  <a:pt x="20585" y="80398"/>
                  <a:pt x="19614" y="80050"/>
                  <a:pt x="18668" y="79676"/>
                </a:cubicBezTo>
                <a:lnTo>
                  <a:pt x="18743" y="79627"/>
                </a:lnTo>
                <a:close/>
                <a:moveTo>
                  <a:pt x="37337" y="73777"/>
                </a:moveTo>
                <a:lnTo>
                  <a:pt x="37337" y="73777"/>
                </a:lnTo>
                <a:cubicBezTo>
                  <a:pt x="35669" y="75146"/>
                  <a:pt x="34300" y="77137"/>
                  <a:pt x="33329" y="79726"/>
                </a:cubicBezTo>
                <a:cubicBezTo>
                  <a:pt x="32608" y="79900"/>
                  <a:pt x="31911" y="80099"/>
                  <a:pt x="31214" y="80249"/>
                </a:cubicBezTo>
                <a:cubicBezTo>
                  <a:pt x="30666" y="80373"/>
                  <a:pt x="30094" y="80448"/>
                  <a:pt x="29546" y="80547"/>
                </a:cubicBezTo>
                <a:cubicBezTo>
                  <a:pt x="29347" y="80597"/>
                  <a:pt x="29197" y="80622"/>
                  <a:pt x="28998" y="80647"/>
                </a:cubicBezTo>
                <a:cubicBezTo>
                  <a:pt x="28924" y="80647"/>
                  <a:pt x="28824" y="80672"/>
                  <a:pt x="28749" y="80672"/>
                </a:cubicBezTo>
                <a:cubicBezTo>
                  <a:pt x="28550" y="80722"/>
                  <a:pt x="28351" y="80722"/>
                  <a:pt x="28152" y="80747"/>
                </a:cubicBezTo>
                <a:cubicBezTo>
                  <a:pt x="28924" y="78656"/>
                  <a:pt x="29845" y="76565"/>
                  <a:pt x="30940" y="74499"/>
                </a:cubicBezTo>
                <a:cubicBezTo>
                  <a:pt x="31189" y="74499"/>
                  <a:pt x="31413" y="74524"/>
                  <a:pt x="31662" y="74524"/>
                </a:cubicBezTo>
                <a:cubicBezTo>
                  <a:pt x="33429" y="74524"/>
                  <a:pt x="35346" y="74275"/>
                  <a:pt x="37337" y="73777"/>
                </a:cubicBezTo>
                <a:close/>
                <a:moveTo>
                  <a:pt x="99191" y="77262"/>
                </a:moveTo>
                <a:cubicBezTo>
                  <a:pt x="99291" y="77411"/>
                  <a:pt x="99365" y="77536"/>
                  <a:pt x="99440" y="77660"/>
                </a:cubicBezTo>
                <a:cubicBezTo>
                  <a:pt x="98619" y="78730"/>
                  <a:pt x="97772" y="79751"/>
                  <a:pt x="96901" y="80747"/>
                </a:cubicBezTo>
                <a:cubicBezTo>
                  <a:pt x="96802" y="80722"/>
                  <a:pt x="96752" y="80672"/>
                  <a:pt x="96652" y="80647"/>
                </a:cubicBezTo>
                <a:cubicBezTo>
                  <a:pt x="97524" y="79527"/>
                  <a:pt x="98395" y="78407"/>
                  <a:pt x="99191" y="77262"/>
                </a:cubicBezTo>
                <a:close/>
                <a:moveTo>
                  <a:pt x="30716" y="74499"/>
                </a:moveTo>
                <a:cubicBezTo>
                  <a:pt x="29621" y="76615"/>
                  <a:pt x="28700" y="78681"/>
                  <a:pt x="27878" y="80772"/>
                </a:cubicBezTo>
                <a:lnTo>
                  <a:pt x="27828" y="80772"/>
                </a:lnTo>
                <a:cubicBezTo>
                  <a:pt x="28625" y="78681"/>
                  <a:pt x="29596" y="76615"/>
                  <a:pt x="30666" y="74499"/>
                </a:cubicBezTo>
                <a:close/>
                <a:moveTo>
                  <a:pt x="69770" y="80323"/>
                </a:moveTo>
                <a:cubicBezTo>
                  <a:pt x="69870" y="80448"/>
                  <a:pt x="69944" y="80572"/>
                  <a:pt x="70044" y="80747"/>
                </a:cubicBezTo>
                <a:cubicBezTo>
                  <a:pt x="70044" y="80747"/>
                  <a:pt x="70044" y="80772"/>
                  <a:pt x="70019" y="80772"/>
                </a:cubicBezTo>
                <a:cubicBezTo>
                  <a:pt x="69919" y="80647"/>
                  <a:pt x="69820" y="80498"/>
                  <a:pt x="69745" y="80373"/>
                </a:cubicBezTo>
                <a:lnTo>
                  <a:pt x="69770" y="80323"/>
                </a:lnTo>
                <a:close/>
                <a:moveTo>
                  <a:pt x="80398" y="71139"/>
                </a:moveTo>
                <a:cubicBezTo>
                  <a:pt x="80448" y="71139"/>
                  <a:pt x="80448" y="71164"/>
                  <a:pt x="80473" y="71164"/>
                </a:cubicBezTo>
                <a:cubicBezTo>
                  <a:pt x="77337" y="74524"/>
                  <a:pt x="73977" y="77760"/>
                  <a:pt x="70392" y="80796"/>
                </a:cubicBezTo>
                <a:cubicBezTo>
                  <a:pt x="70392" y="80772"/>
                  <a:pt x="70367" y="80772"/>
                  <a:pt x="70367" y="80747"/>
                </a:cubicBezTo>
                <a:cubicBezTo>
                  <a:pt x="73902" y="77735"/>
                  <a:pt x="77262" y="74499"/>
                  <a:pt x="80398" y="71139"/>
                </a:cubicBezTo>
                <a:close/>
                <a:moveTo>
                  <a:pt x="99540" y="77859"/>
                </a:moveTo>
                <a:cubicBezTo>
                  <a:pt x="99540" y="77884"/>
                  <a:pt x="99565" y="77884"/>
                  <a:pt x="99565" y="77909"/>
                </a:cubicBezTo>
                <a:cubicBezTo>
                  <a:pt x="98768" y="78880"/>
                  <a:pt x="97947" y="79875"/>
                  <a:pt x="97150" y="80846"/>
                </a:cubicBezTo>
                <a:cubicBezTo>
                  <a:pt x="97100" y="80846"/>
                  <a:pt x="97100" y="80846"/>
                  <a:pt x="97076" y="80796"/>
                </a:cubicBezTo>
                <a:cubicBezTo>
                  <a:pt x="97922" y="79801"/>
                  <a:pt x="98743" y="78855"/>
                  <a:pt x="99540" y="77859"/>
                </a:cubicBezTo>
                <a:close/>
                <a:moveTo>
                  <a:pt x="26634" y="73752"/>
                </a:moveTo>
                <a:cubicBezTo>
                  <a:pt x="27804" y="74151"/>
                  <a:pt x="29073" y="74399"/>
                  <a:pt x="30467" y="74499"/>
                </a:cubicBezTo>
                <a:cubicBezTo>
                  <a:pt x="29372" y="76615"/>
                  <a:pt x="28451" y="78730"/>
                  <a:pt x="27629" y="80796"/>
                </a:cubicBezTo>
                <a:cubicBezTo>
                  <a:pt x="27455" y="80846"/>
                  <a:pt x="27231" y="80871"/>
                  <a:pt x="27057" y="80871"/>
                </a:cubicBezTo>
                <a:cubicBezTo>
                  <a:pt x="26883" y="80871"/>
                  <a:pt x="26758" y="80896"/>
                  <a:pt x="26609" y="80896"/>
                </a:cubicBezTo>
                <a:cubicBezTo>
                  <a:pt x="25986" y="80921"/>
                  <a:pt x="25364" y="80971"/>
                  <a:pt x="24742" y="80971"/>
                </a:cubicBezTo>
                <a:lnTo>
                  <a:pt x="24642" y="80971"/>
                </a:lnTo>
                <a:cubicBezTo>
                  <a:pt x="24145" y="80971"/>
                  <a:pt x="23622" y="80921"/>
                  <a:pt x="23124" y="80896"/>
                </a:cubicBezTo>
                <a:lnTo>
                  <a:pt x="23074" y="80896"/>
                </a:lnTo>
                <a:cubicBezTo>
                  <a:pt x="21655" y="80523"/>
                  <a:pt x="20262" y="80050"/>
                  <a:pt x="18893" y="79502"/>
                </a:cubicBezTo>
                <a:cubicBezTo>
                  <a:pt x="21133" y="76913"/>
                  <a:pt x="23821" y="74947"/>
                  <a:pt x="26634" y="73752"/>
                </a:cubicBezTo>
                <a:close/>
                <a:moveTo>
                  <a:pt x="70193" y="80871"/>
                </a:moveTo>
                <a:cubicBezTo>
                  <a:pt x="70193" y="80896"/>
                  <a:pt x="70193" y="80921"/>
                  <a:pt x="70218" y="80921"/>
                </a:cubicBezTo>
                <a:lnTo>
                  <a:pt x="70193" y="80971"/>
                </a:lnTo>
                <a:cubicBezTo>
                  <a:pt x="70193" y="80921"/>
                  <a:pt x="70168" y="80921"/>
                  <a:pt x="70168" y="80896"/>
                </a:cubicBezTo>
                <a:lnTo>
                  <a:pt x="70193" y="80871"/>
                </a:lnTo>
                <a:close/>
                <a:moveTo>
                  <a:pt x="18454" y="80232"/>
                </a:moveTo>
                <a:cubicBezTo>
                  <a:pt x="18763" y="80306"/>
                  <a:pt x="19028" y="80402"/>
                  <a:pt x="19341" y="80498"/>
                </a:cubicBezTo>
                <a:cubicBezTo>
                  <a:pt x="19415" y="80523"/>
                  <a:pt x="19540" y="80523"/>
                  <a:pt x="19639" y="80547"/>
                </a:cubicBezTo>
                <a:lnTo>
                  <a:pt x="19664" y="80547"/>
                </a:lnTo>
                <a:cubicBezTo>
                  <a:pt x="19988" y="80622"/>
                  <a:pt x="20262" y="80722"/>
                  <a:pt x="20610" y="80772"/>
                </a:cubicBezTo>
                <a:cubicBezTo>
                  <a:pt x="20759" y="80796"/>
                  <a:pt x="20909" y="80821"/>
                  <a:pt x="21108" y="80821"/>
                </a:cubicBezTo>
                <a:cubicBezTo>
                  <a:pt x="21158" y="80821"/>
                  <a:pt x="21207" y="80871"/>
                  <a:pt x="21257" y="80871"/>
                </a:cubicBezTo>
                <a:cubicBezTo>
                  <a:pt x="21307" y="80871"/>
                  <a:pt x="21382" y="80871"/>
                  <a:pt x="21456" y="80896"/>
                </a:cubicBezTo>
                <a:cubicBezTo>
                  <a:pt x="21481" y="80896"/>
                  <a:pt x="21506" y="80896"/>
                  <a:pt x="21531" y="80921"/>
                </a:cubicBezTo>
                <a:cubicBezTo>
                  <a:pt x="21581" y="80921"/>
                  <a:pt x="21631" y="80971"/>
                  <a:pt x="21655" y="80971"/>
                </a:cubicBezTo>
                <a:lnTo>
                  <a:pt x="21705" y="80971"/>
                </a:lnTo>
                <a:cubicBezTo>
                  <a:pt x="21722" y="80971"/>
                  <a:pt x="21749" y="80982"/>
                  <a:pt x="21780" y="80989"/>
                </a:cubicBezTo>
                <a:lnTo>
                  <a:pt x="21780" y="80989"/>
                </a:lnTo>
                <a:cubicBezTo>
                  <a:pt x="21631" y="80970"/>
                  <a:pt x="21516" y="80966"/>
                  <a:pt x="21382" y="80921"/>
                </a:cubicBezTo>
                <a:cubicBezTo>
                  <a:pt x="21257" y="80896"/>
                  <a:pt x="21158" y="80896"/>
                  <a:pt x="21083" y="80871"/>
                </a:cubicBezTo>
                <a:cubicBezTo>
                  <a:pt x="20171" y="80754"/>
                  <a:pt x="19281" y="80527"/>
                  <a:pt x="18454" y="80232"/>
                </a:cubicBezTo>
                <a:close/>
                <a:moveTo>
                  <a:pt x="27828" y="80971"/>
                </a:moveTo>
                <a:lnTo>
                  <a:pt x="27828" y="80996"/>
                </a:lnTo>
                <a:lnTo>
                  <a:pt x="27754" y="80996"/>
                </a:lnTo>
                <a:lnTo>
                  <a:pt x="27754" y="80971"/>
                </a:lnTo>
                <a:close/>
                <a:moveTo>
                  <a:pt x="33230" y="79975"/>
                </a:moveTo>
                <a:lnTo>
                  <a:pt x="33230" y="80000"/>
                </a:lnTo>
                <a:lnTo>
                  <a:pt x="33230" y="80025"/>
                </a:lnTo>
                <a:cubicBezTo>
                  <a:pt x="31811" y="80398"/>
                  <a:pt x="30392" y="80722"/>
                  <a:pt x="29073" y="80896"/>
                </a:cubicBezTo>
                <a:cubicBezTo>
                  <a:pt x="28973" y="80896"/>
                  <a:pt x="28899" y="80921"/>
                  <a:pt x="28824" y="80921"/>
                </a:cubicBezTo>
                <a:cubicBezTo>
                  <a:pt x="28550" y="80921"/>
                  <a:pt x="28252" y="80971"/>
                  <a:pt x="28003" y="80996"/>
                </a:cubicBezTo>
                <a:cubicBezTo>
                  <a:pt x="28301" y="80921"/>
                  <a:pt x="28525" y="80896"/>
                  <a:pt x="28774" y="80871"/>
                </a:cubicBezTo>
                <a:cubicBezTo>
                  <a:pt x="28849" y="80871"/>
                  <a:pt x="28924" y="80846"/>
                  <a:pt x="28998" y="80846"/>
                </a:cubicBezTo>
                <a:cubicBezTo>
                  <a:pt x="30367" y="80647"/>
                  <a:pt x="31811" y="80348"/>
                  <a:pt x="33230" y="79975"/>
                </a:cubicBezTo>
                <a:close/>
                <a:moveTo>
                  <a:pt x="96503" y="80846"/>
                </a:moveTo>
                <a:cubicBezTo>
                  <a:pt x="96578" y="80871"/>
                  <a:pt x="96652" y="80896"/>
                  <a:pt x="96752" y="80921"/>
                </a:cubicBezTo>
                <a:cubicBezTo>
                  <a:pt x="96752" y="80971"/>
                  <a:pt x="96702" y="80971"/>
                  <a:pt x="96702" y="80996"/>
                </a:cubicBezTo>
                <a:cubicBezTo>
                  <a:pt x="96627" y="80971"/>
                  <a:pt x="96553" y="80921"/>
                  <a:pt x="96453" y="80896"/>
                </a:cubicBezTo>
                <a:cubicBezTo>
                  <a:pt x="96503" y="80871"/>
                  <a:pt x="96503" y="80846"/>
                  <a:pt x="96503" y="80846"/>
                </a:cubicBezTo>
                <a:close/>
                <a:moveTo>
                  <a:pt x="96951" y="80971"/>
                </a:moveTo>
                <a:cubicBezTo>
                  <a:pt x="96951" y="80971"/>
                  <a:pt x="97001" y="80996"/>
                  <a:pt x="97026" y="80996"/>
                </a:cubicBezTo>
                <a:cubicBezTo>
                  <a:pt x="97026" y="81020"/>
                  <a:pt x="97001" y="81020"/>
                  <a:pt x="97001" y="81045"/>
                </a:cubicBezTo>
                <a:cubicBezTo>
                  <a:pt x="96951" y="81045"/>
                  <a:pt x="96951" y="81045"/>
                  <a:pt x="96926" y="81020"/>
                </a:cubicBezTo>
                <a:cubicBezTo>
                  <a:pt x="96926" y="80996"/>
                  <a:pt x="96951" y="80996"/>
                  <a:pt x="96951" y="80971"/>
                </a:cubicBezTo>
                <a:close/>
                <a:moveTo>
                  <a:pt x="44406" y="78656"/>
                </a:moveTo>
                <a:lnTo>
                  <a:pt x="44879" y="79602"/>
                </a:lnTo>
                <a:cubicBezTo>
                  <a:pt x="44978" y="79776"/>
                  <a:pt x="45053" y="79975"/>
                  <a:pt x="45128" y="80149"/>
                </a:cubicBezTo>
                <a:cubicBezTo>
                  <a:pt x="45252" y="80473"/>
                  <a:pt x="45377" y="80747"/>
                  <a:pt x="45476" y="81045"/>
                </a:cubicBezTo>
                <a:cubicBezTo>
                  <a:pt x="45479" y="81053"/>
                  <a:pt x="45481" y="81061"/>
                  <a:pt x="45483" y="81069"/>
                </a:cubicBezTo>
                <a:lnTo>
                  <a:pt x="45483" y="81069"/>
                </a:lnTo>
                <a:cubicBezTo>
                  <a:pt x="45385" y="80794"/>
                  <a:pt x="45279" y="80517"/>
                  <a:pt x="45153" y="80249"/>
                </a:cubicBezTo>
                <a:cubicBezTo>
                  <a:pt x="45128" y="80174"/>
                  <a:pt x="45103" y="80124"/>
                  <a:pt x="45053" y="80025"/>
                </a:cubicBezTo>
                <a:cubicBezTo>
                  <a:pt x="44879" y="79627"/>
                  <a:pt x="44680" y="79228"/>
                  <a:pt x="44481" y="78855"/>
                </a:cubicBezTo>
                <a:cubicBezTo>
                  <a:pt x="44431" y="78805"/>
                  <a:pt x="44431" y="78755"/>
                  <a:pt x="44406" y="78730"/>
                </a:cubicBezTo>
                <a:lnTo>
                  <a:pt x="44406" y="78681"/>
                </a:lnTo>
                <a:lnTo>
                  <a:pt x="44406" y="78656"/>
                </a:lnTo>
                <a:close/>
                <a:moveTo>
                  <a:pt x="22651" y="81045"/>
                </a:moveTo>
                <a:cubicBezTo>
                  <a:pt x="22751" y="81045"/>
                  <a:pt x="22850" y="81095"/>
                  <a:pt x="22950" y="81095"/>
                </a:cubicBezTo>
                <a:lnTo>
                  <a:pt x="23024" y="81095"/>
                </a:lnTo>
                <a:cubicBezTo>
                  <a:pt x="23074" y="81095"/>
                  <a:pt x="23124" y="81120"/>
                  <a:pt x="23149" y="81120"/>
                </a:cubicBezTo>
                <a:lnTo>
                  <a:pt x="23199" y="81120"/>
                </a:lnTo>
                <a:cubicBezTo>
                  <a:pt x="23248" y="81145"/>
                  <a:pt x="23273" y="81145"/>
                  <a:pt x="23323" y="81145"/>
                </a:cubicBezTo>
                <a:lnTo>
                  <a:pt x="22975" y="81145"/>
                </a:lnTo>
                <a:cubicBezTo>
                  <a:pt x="22900" y="81145"/>
                  <a:pt x="22875" y="81120"/>
                  <a:pt x="22825" y="81120"/>
                </a:cubicBezTo>
                <a:cubicBezTo>
                  <a:pt x="22751" y="81070"/>
                  <a:pt x="22701" y="81070"/>
                  <a:pt x="22626" y="81045"/>
                </a:cubicBezTo>
                <a:close/>
                <a:moveTo>
                  <a:pt x="100535" y="80672"/>
                </a:moveTo>
                <a:cubicBezTo>
                  <a:pt x="100535" y="80747"/>
                  <a:pt x="100510" y="80772"/>
                  <a:pt x="100486" y="80796"/>
                </a:cubicBezTo>
                <a:cubicBezTo>
                  <a:pt x="100386" y="80921"/>
                  <a:pt x="100286" y="81020"/>
                  <a:pt x="100237" y="81145"/>
                </a:cubicBezTo>
                <a:cubicBezTo>
                  <a:pt x="100187" y="81145"/>
                  <a:pt x="100187" y="81170"/>
                  <a:pt x="100162" y="81170"/>
                </a:cubicBezTo>
                <a:cubicBezTo>
                  <a:pt x="100286" y="81020"/>
                  <a:pt x="100411" y="80871"/>
                  <a:pt x="100535" y="80672"/>
                </a:cubicBezTo>
                <a:close/>
                <a:moveTo>
                  <a:pt x="99664" y="78108"/>
                </a:moveTo>
                <a:cubicBezTo>
                  <a:pt x="100311" y="79303"/>
                  <a:pt x="100535" y="80224"/>
                  <a:pt x="100262" y="80722"/>
                </a:cubicBezTo>
                <a:cubicBezTo>
                  <a:pt x="100187" y="80772"/>
                  <a:pt x="100162" y="80821"/>
                  <a:pt x="100112" y="80896"/>
                </a:cubicBezTo>
                <a:cubicBezTo>
                  <a:pt x="99901" y="81083"/>
                  <a:pt x="99546" y="81176"/>
                  <a:pt x="99073" y="81176"/>
                </a:cubicBezTo>
                <a:cubicBezTo>
                  <a:pt x="98600" y="81176"/>
                  <a:pt x="98009" y="81083"/>
                  <a:pt x="97324" y="80896"/>
                </a:cubicBezTo>
                <a:lnTo>
                  <a:pt x="99664" y="78108"/>
                </a:lnTo>
                <a:close/>
                <a:moveTo>
                  <a:pt x="27530" y="80996"/>
                </a:moveTo>
                <a:lnTo>
                  <a:pt x="27530" y="81020"/>
                </a:lnTo>
                <a:lnTo>
                  <a:pt x="27530" y="81045"/>
                </a:lnTo>
                <a:cubicBezTo>
                  <a:pt x="27380" y="81045"/>
                  <a:pt x="27256" y="81095"/>
                  <a:pt x="27107" y="81120"/>
                </a:cubicBezTo>
                <a:cubicBezTo>
                  <a:pt x="26957" y="81120"/>
                  <a:pt x="26783" y="81145"/>
                  <a:pt x="26659" y="81145"/>
                </a:cubicBezTo>
                <a:cubicBezTo>
                  <a:pt x="26011" y="81170"/>
                  <a:pt x="25389" y="81220"/>
                  <a:pt x="24767" y="81220"/>
                </a:cubicBezTo>
                <a:lnTo>
                  <a:pt x="24667" y="81220"/>
                </a:lnTo>
                <a:cubicBezTo>
                  <a:pt x="24518" y="81220"/>
                  <a:pt x="24344" y="81220"/>
                  <a:pt x="24169" y="81170"/>
                </a:cubicBezTo>
                <a:cubicBezTo>
                  <a:pt x="24145" y="81170"/>
                  <a:pt x="24095" y="81145"/>
                  <a:pt x="24045" y="81145"/>
                </a:cubicBezTo>
                <a:lnTo>
                  <a:pt x="24020" y="81145"/>
                </a:lnTo>
                <a:cubicBezTo>
                  <a:pt x="23995" y="81145"/>
                  <a:pt x="23970" y="81120"/>
                  <a:pt x="23921" y="81120"/>
                </a:cubicBezTo>
                <a:cubicBezTo>
                  <a:pt x="24169" y="81120"/>
                  <a:pt x="24418" y="81145"/>
                  <a:pt x="24717" y="81145"/>
                </a:cubicBezTo>
                <a:lnTo>
                  <a:pt x="24891" y="81145"/>
                </a:lnTo>
                <a:cubicBezTo>
                  <a:pt x="25489" y="81145"/>
                  <a:pt x="26086" y="81120"/>
                  <a:pt x="26659" y="81095"/>
                </a:cubicBezTo>
                <a:lnTo>
                  <a:pt x="26708" y="81095"/>
                </a:lnTo>
                <a:cubicBezTo>
                  <a:pt x="26783" y="81095"/>
                  <a:pt x="26858" y="81095"/>
                  <a:pt x="26957" y="81045"/>
                </a:cubicBezTo>
                <a:lnTo>
                  <a:pt x="27107" y="81045"/>
                </a:lnTo>
                <a:cubicBezTo>
                  <a:pt x="27231" y="81020"/>
                  <a:pt x="27380" y="81020"/>
                  <a:pt x="27530" y="80996"/>
                </a:cubicBezTo>
                <a:close/>
                <a:moveTo>
                  <a:pt x="42738" y="76565"/>
                </a:moveTo>
                <a:cubicBezTo>
                  <a:pt x="42912" y="76864"/>
                  <a:pt x="43062" y="77113"/>
                  <a:pt x="43236" y="77361"/>
                </a:cubicBezTo>
                <a:cubicBezTo>
                  <a:pt x="43311" y="77536"/>
                  <a:pt x="43410" y="77685"/>
                  <a:pt x="43485" y="77884"/>
                </a:cubicBezTo>
                <a:cubicBezTo>
                  <a:pt x="42191" y="79378"/>
                  <a:pt x="40299" y="80523"/>
                  <a:pt x="37909" y="81244"/>
                </a:cubicBezTo>
                <a:cubicBezTo>
                  <a:pt x="37909" y="81220"/>
                  <a:pt x="37934" y="81170"/>
                  <a:pt x="37934" y="81145"/>
                </a:cubicBezTo>
                <a:cubicBezTo>
                  <a:pt x="37959" y="81095"/>
                  <a:pt x="37959" y="81020"/>
                  <a:pt x="38009" y="80971"/>
                </a:cubicBezTo>
                <a:cubicBezTo>
                  <a:pt x="38158" y="80523"/>
                  <a:pt x="38332" y="80099"/>
                  <a:pt x="38532" y="79676"/>
                </a:cubicBezTo>
                <a:cubicBezTo>
                  <a:pt x="38557" y="79577"/>
                  <a:pt x="38581" y="79502"/>
                  <a:pt x="38656" y="79403"/>
                </a:cubicBezTo>
                <a:cubicBezTo>
                  <a:pt x="38656" y="79378"/>
                  <a:pt x="38681" y="79378"/>
                  <a:pt x="38681" y="79353"/>
                </a:cubicBezTo>
                <a:lnTo>
                  <a:pt x="38681" y="79303"/>
                </a:lnTo>
                <a:cubicBezTo>
                  <a:pt x="38805" y="78930"/>
                  <a:pt x="38955" y="78556"/>
                  <a:pt x="39154" y="78183"/>
                </a:cubicBezTo>
                <a:cubicBezTo>
                  <a:pt x="39403" y="78108"/>
                  <a:pt x="39652" y="77984"/>
                  <a:pt x="39901" y="77884"/>
                </a:cubicBezTo>
                <a:cubicBezTo>
                  <a:pt x="40199" y="77760"/>
                  <a:pt x="40523" y="77610"/>
                  <a:pt x="40822" y="77486"/>
                </a:cubicBezTo>
                <a:cubicBezTo>
                  <a:pt x="41120" y="77361"/>
                  <a:pt x="41419" y="77237"/>
                  <a:pt x="41693" y="77063"/>
                </a:cubicBezTo>
                <a:cubicBezTo>
                  <a:pt x="41991" y="76938"/>
                  <a:pt x="42290" y="76789"/>
                  <a:pt x="42564" y="76640"/>
                </a:cubicBezTo>
                <a:cubicBezTo>
                  <a:pt x="42639" y="76615"/>
                  <a:pt x="42664" y="76565"/>
                  <a:pt x="42738" y="76565"/>
                </a:cubicBezTo>
                <a:close/>
                <a:moveTo>
                  <a:pt x="38905" y="78282"/>
                </a:moveTo>
                <a:cubicBezTo>
                  <a:pt x="38457" y="79303"/>
                  <a:pt x="38059" y="80299"/>
                  <a:pt x="37685" y="81269"/>
                </a:cubicBezTo>
                <a:lnTo>
                  <a:pt x="37660" y="81269"/>
                </a:lnTo>
                <a:cubicBezTo>
                  <a:pt x="37959" y="80299"/>
                  <a:pt x="38382" y="79303"/>
                  <a:pt x="38830" y="78307"/>
                </a:cubicBezTo>
                <a:cubicBezTo>
                  <a:pt x="38880" y="78307"/>
                  <a:pt x="38880" y="78307"/>
                  <a:pt x="38905" y="78282"/>
                </a:cubicBezTo>
                <a:close/>
                <a:moveTo>
                  <a:pt x="97200" y="81045"/>
                </a:moveTo>
                <a:cubicBezTo>
                  <a:pt x="97929" y="81267"/>
                  <a:pt x="98556" y="81378"/>
                  <a:pt x="99058" y="81378"/>
                </a:cubicBezTo>
                <a:cubicBezTo>
                  <a:pt x="99344" y="81378"/>
                  <a:pt x="99590" y="81342"/>
                  <a:pt x="99789" y="81269"/>
                </a:cubicBezTo>
                <a:lnTo>
                  <a:pt x="99789" y="81269"/>
                </a:lnTo>
                <a:cubicBezTo>
                  <a:pt x="99764" y="81294"/>
                  <a:pt x="99739" y="81344"/>
                  <a:pt x="99739" y="81369"/>
                </a:cubicBezTo>
                <a:cubicBezTo>
                  <a:pt x="99554" y="81415"/>
                  <a:pt x="99343" y="81438"/>
                  <a:pt x="99106" y="81438"/>
                </a:cubicBezTo>
                <a:cubicBezTo>
                  <a:pt x="98578" y="81438"/>
                  <a:pt x="97924" y="81326"/>
                  <a:pt x="97150" y="81120"/>
                </a:cubicBezTo>
                <a:lnTo>
                  <a:pt x="97200" y="81045"/>
                </a:lnTo>
                <a:close/>
                <a:moveTo>
                  <a:pt x="43560" y="78034"/>
                </a:moveTo>
                <a:cubicBezTo>
                  <a:pt x="43560" y="78058"/>
                  <a:pt x="43609" y="78058"/>
                  <a:pt x="43609" y="78108"/>
                </a:cubicBezTo>
                <a:cubicBezTo>
                  <a:pt x="42265" y="79627"/>
                  <a:pt x="40299" y="80772"/>
                  <a:pt x="37810" y="81518"/>
                </a:cubicBezTo>
                <a:cubicBezTo>
                  <a:pt x="37785" y="81493"/>
                  <a:pt x="37785" y="81468"/>
                  <a:pt x="37810" y="81419"/>
                </a:cubicBezTo>
                <a:cubicBezTo>
                  <a:pt x="40274" y="80722"/>
                  <a:pt x="42215" y="79527"/>
                  <a:pt x="43560" y="78034"/>
                </a:cubicBezTo>
                <a:close/>
                <a:moveTo>
                  <a:pt x="99988" y="81518"/>
                </a:moveTo>
                <a:cubicBezTo>
                  <a:pt x="99938" y="81554"/>
                  <a:pt x="99893" y="81589"/>
                  <a:pt x="99851" y="81624"/>
                </a:cubicBezTo>
                <a:lnTo>
                  <a:pt x="99851" y="81624"/>
                </a:lnTo>
                <a:cubicBezTo>
                  <a:pt x="99880" y="81589"/>
                  <a:pt x="99909" y="81554"/>
                  <a:pt x="99938" y="81518"/>
                </a:cubicBezTo>
                <a:close/>
                <a:moveTo>
                  <a:pt x="27455" y="81269"/>
                </a:moveTo>
                <a:cubicBezTo>
                  <a:pt x="27380" y="81419"/>
                  <a:pt x="27331" y="81618"/>
                  <a:pt x="27256" y="81767"/>
                </a:cubicBezTo>
                <a:cubicBezTo>
                  <a:pt x="26559" y="81668"/>
                  <a:pt x="25837" y="81518"/>
                  <a:pt x="25115" y="81394"/>
                </a:cubicBezTo>
                <a:cubicBezTo>
                  <a:pt x="25638" y="81394"/>
                  <a:pt x="26136" y="81369"/>
                  <a:pt x="26683" y="81344"/>
                </a:cubicBezTo>
                <a:cubicBezTo>
                  <a:pt x="26808" y="81344"/>
                  <a:pt x="26957" y="81294"/>
                  <a:pt x="27082" y="81294"/>
                </a:cubicBezTo>
                <a:cubicBezTo>
                  <a:pt x="27206" y="81294"/>
                  <a:pt x="27331" y="81269"/>
                  <a:pt x="27455" y="81269"/>
                </a:cubicBezTo>
                <a:close/>
                <a:moveTo>
                  <a:pt x="27704" y="81244"/>
                </a:moveTo>
                <a:cubicBezTo>
                  <a:pt x="27629" y="81419"/>
                  <a:pt x="27580" y="81618"/>
                  <a:pt x="27480" y="81792"/>
                </a:cubicBezTo>
                <a:lnTo>
                  <a:pt x="27455" y="81792"/>
                </a:lnTo>
                <a:lnTo>
                  <a:pt x="27629" y="81244"/>
                </a:lnTo>
                <a:close/>
                <a:moveTo>
                  <a:pt x="23871" y="81344"/>
                </a:moveTo>
                <a:cubicBezTo>
                  <a:pt x="23970" y="81369"/>
                  <a:pt x="24095" y="81369"/>
                  <a:pt x="24194" y="81369"/>
                </a:cubicBezTo>
                <a:cubicBezTo>
                  <a:pt x="25190" y="81618"/>
                  <a:pt x="26211" y="81767"/>
                  <a:pt x="27206" y="81916"/>
                </a:cubicBezTo>
                <a:cubicBezTo>
                  <a:pt x="27206" y="81966"/>
                  <a:pt x="27181" y="81966"/>
                  <a:pt x="27181" y="81991"/>
                </a:cubicBezTo>
                <a:cubicBezTo>
                  <a:pt x="26086" y="81842"/>
                  <a:pt x="24966" y="81618"/>
                  <a:pt x="23871" y="81344"/>
                </a:cubicBezTo>
                <a:close/>
                <a:moveTo>
                  <a:pt x="27455" y="81966"/>
                </a:moveTo>
                <a:cubicBezTo>
                  <a:pt x="27455" y="81991"/>
                  <a:pt x="27455" y="81991"/>
                  <a:pt x="27405" y="82016"/>
                </a:cubicBezTo>
                <a:lnTo>
                  <a:pt x="27355" y="82016"/>
                </a:lnTo>
                <a:cubicBezTo>
                  <a:pt x="27355" y="82016"/>
                  <a:pt x="27380" y="81991"/>
                  <a:pt x="27380" y="81966"/>
                </a:cubicBezTo>
                <a:close/>
                <a:moveTo>
                  <a:pt x="33423" y="80140"/>
                </a:moveTo>
                <a:lnTo>
                  <a:pt x="33423" y="80140"/>
                </a:lnTo>
                <a:cubicBezTo>
                  <a:pt x="33202" y="80757"/>
                  <a:pt x="33029" y="81374"/>
                  <a:pt x="32856" y="82016"/>
                </a:cubicBezTo>
                <a:lnTo>
                  <a:pt x="32807" y="82016"/>
                </a:lnTo>
                <a:cubicBezTo>
                  <a:pt x="32981" y="81394"/>
                  <a:pt x="33155" y="80772"/>
                  <a:pt x="33354" y="80149"/>
                </a:cubicBezTo>
                <a:cubicBezTo>
                  <a:pt x="33391" y="80149"/>
                  <a:pt x="33414" y="80149"/>
                  <a:pt x="33423" y="80140"/>
                </a:cubicBezTo>
                <a:close/>
                <a:moveTo>
                  <a:pt x="38532" y="78382"/>
                </a:moveTo>
                <a:lnTo>
                  <a:pt x="38532" y="78382"/>
                </a:lnTo>
                <a:cubicBezTo>
                  <a:pt x="38084" y="79378"/>
                  <a:pt x="37685" y="80348"/>
                  <a:pt x="37337" y="81344"/>
                </a:cubicBezTo>
                <a:cubicBezTo>
                  <a:pt x="36018" y="81742"/>
                  <a:pt x="34574" y="81916"/>
                  <a:pt x="33080" y="82016"/>
                </a:cubicBezTo>
                <a:cubicBezTo>
                  <a:pt x="33230" y="81369"/>
                  <a:pt x="33429" y="80672"/>
                  <a:pt x="33678" y="80050"/>
                </a:cubicBezTo>
                <a:lnTo>
                  <a:pt x="34051" y="79950"/>
                </a:lnTo>
                <a:cubicBezTo>
                  <a:pt x="34225" y="79900"/>
                  <a:pt x="34425" y="79875"/>
                  <a:pt x="34574" y="79801"/>
                </a:cubicBezTo>
                <a:lnTo>
                  <a:pt x="35694" y="79427"/>
                </a:lnTo>
                <a:cubicBezTo>
                  <a:pt x="35918" y="79378"/>
                  <a:pt x="36142" y="79303"/>
                  <a:pt x="36316" y="79203"/>
                </a:cubicBezTo>
                <a:cubicBezTo>
                  <a:pt x="36665" y="79104"/>
                  <a:pt x="36988" y="78954"/>
                  <a:pt x="37387" y="78855"/>
                </a:cubicBezTo>
                <a:cubicBezTo>
                  <a:pt x="37636" y="78755"/>
                  <a:pt x="37835" y="78656"/>
                  <a:pt x="38084" y="78556"/>
                </a:cubicBezTo>
                <a:cubicBezTo>
                  <a:pt x="38258" y="78506"/>
                  <a:pt x="38382" y="78432"/>
                  <a:pt x="38532" y="78382"/>
                </a:cubicBezTo>
                <a:close/>
                <a:moveTo>
                  <a:pt x="33105" y="80199"/>
                </a:moveTo>
                <a:lnTo>
                  <a:pt x="33105" y="80199"/>
                </a:lnTo>
                <a:cubicBezTo>
                  <a:pt x="32931" y="80796"/>
                  <a:pt x="32732" y="81419"/>
                  <a:pt x="32583" y="82041"/>
                </a:cubicBezTo>
                <a:cubicBezTo>
                  <a:pt x="32188" y="82060"/>
                  <a:pt x="31786" y="82069"/>
                  <a:pt x="31378" y="82069"/>
                </a:cubicBezTo>
                <a:cubicBezTo>
                  <a:pt x="30187" y="82069"/>
                  <a:pt x="28946" y="81990"/>
                  <a:pt x="27704" y="81842"/>
                </a:cubicBezTo>
                <a:cubicBezTo>
                  <a:pt x="27754" y="81618"/>
                  <a:pt x="27853" y="81419"/>
                  <a:pt x="27903" y="81220"/>
                </a:cubicBezTo>
                <a:cubicBezTo>
                  <a:pt x="28227" y="81170"/>
                  <a:pt x="28525" y="81120"/>
                  <a:pt x="28824" y="81095"/>
                </a:cubicBezTo>
                <a:cubicBezTo>
                  <a:pt x="28874" y="81095"/>
                  <a:pt x="28973" y="81045"/>
                  <a:pt x="29023" y="81045"/>
                </a:cubicBezTo>
                <a:cubicBezTo>
                  <a:pt x="29123" y="81045"/>
                  <a:pt x="29197" y="81020"/>
                  <a:pt x="29272" y="81020"/>
                </a:cubicBezTo>
                <a:cubicBezTo>
                  <a:pt x="29347" y="81020"/>
                  <a:pt x="29446" y="80996"/>
                  <a:pt x="29496" y="80996"/>
                </a:cubicBezTo>
                <a:cubicBezTo>
                  <a:pt x="29944" y="80921"/>
                  <a:pt x="30367" y="80821"/>
                  <a:pt x="30815" y="80747"/>
                </a:cubicBezTo>
                <a:cubicBezTo>
                  <a:pt x="30940" y="80697"/>
                  <a:pt x="31014" y="80697"/>
                  <a:pt x="31139" y="80672"/>
                </a:cubicBezTo>
                <a:cubicBezTo>
                  <a:pt x="31562" y="80572"/>
                  <a:pt x="31985" y="80498"/>
                  <a:pt x="32384" y="80398"/>
                </a:cubicBezTo>
                <a:cubicBezTo>
                  <a:pt x="32558" y="80373"/>
                  <a:pt x="32707" y="80348"/>
                  <a:pt x="32832" y="80299"/>
                </a:cubicBezTo>
                <a:lnTo>
                  <a:pt x="33105" y="80199"/>
                </a:lnTo>
                <a:close/>
                <a:moveTo>
                  <a:pt x="32832" y="82240"/>
                </a:moveTo>
                <a:cubicBezTo>
                  <a:pt x="32832" y="82265"/>
                  <a:pt x="32832" y="82290"/>
                  <a:pt x="32807" y="82290"/>
                </a:cubicBezTo>
                <a:lnTo>
                  <a:pt x="32732" y="82290"/>
                </a:lnTo>
                <a:cubicBezTo>
                  <a:pt x="32782" y="82265"/>
                  <a:pt x="32782" y="82265"/>
                  <a:pt x="32782" y="82240"/>
                </a:cubicBezTo>
                <a:close/>
                <a:moveTo>
                  <a:pt x="37287" y="81593"/>
                </a:moveTo>
                <a:cubicBezTo>
                  <a:pt x="37287" y="81618"/>
                  <a:pt x="37262" y="81643"/>
                  <a:pt x="37262" y="81643"/>
                </a:cubicBezTo>
                <a:cubicBezTo>
                  <a:pt x="35943" y="81991"/>
                  <a:pt x="34524" y="82215"/>
                  <a:pt x="33031" y="82290"/>
                </a:cubicBezTo>
                <a:cubicBezTo>
                  <a:pt x="33031" y="82265"/>
                  <a:pt x="33031" y="82240"/>
                  <a:pt x="33056" y="82215"/>
                </a:cubicBezTo>
                <a:cubicBezTo>
                  <a:pt x="34524" y="82116"/>
                  <a:pt x="35943" y="81916"/>
                  <a:pt x="37287" y="81593"/>
                </a:cubicBezTo>
                <a:close/>
                <a:moveTo>
                  <a:pt x="27629" y="82016"/>
                </a:moveTo>
                <a:cubicBezTo>
                  <a:pt x="28990" y="82196"/>
                  <a:pt x="30334" y="82280"/>
                  <a:pt x="31637" y="82280"/>
                </a:cubicBezTo>
                <a:cubicBezTo>
                  <a:pt x="31955" y="82280"/>
                  <a:pt x="32270" y="82275"/>
                  <a:pt x="32583" y="82265"/>
                </a:cubicBezTo>
                <a:lnTo>
                  <a:pt x="32583" y="82315"/>
                </a:lnTo>
                <a:cubicBezTo>
                  <a:pt x="32234" y="82315"/>
                  <a:pt x="31911" y="82365"/>
                  <a:pt x="31562" y="82365"/>
                </a:cubicBezTo>
                <a:cubicBezTo>
                  <a:pt x="30243" y="82365"/>
                  <a:pt x="28949" y="82265"/>
                  <a:pt x="27604" y="82091"/>
                </a:cubicBezTo>
                <a:cubicBezTo>
                  <a:pt x="27604" y="82041"/>
                  <a:pt x="27629" y="82016"/>
                  <a:pt x="27629" y="82016"/>
                </a:cubicBezTo>
                <a:close/>
                <a:moveTo>
                  <a:pt x="52471" y="76963"/>
                </a:moveTo>
                <a:cubicBezTo>
                  <a:pt x="53118" y="77660"/>
                  <a:pt x="53715" y="78407"/>
                  <a:pt x="54313" y="79178"/>
                </a:cubicBezTo>
                <a:cubicBezTo>
                  <a:pt x="52371" y="80498"/>
                  <a:pt x="50454" y="81742"/>
                  <a:pt x="48513" y="82813"/>
                </a:cubicBezTo>
                <a:cubicBezTo>
                  <a:pt x="47741" y="80796"/>
                  <a:pt x="46646" y="78905"/>
                  <a:pt x="45227" y="77287"/>
                </a:cubicBezTo>
                <a:lnTo>
                  <a:pt x="45252" y="77287"/>
                </a:lnTo>
                <a:cubicBezTo>
                  <a:pt x="45302" y="77287"/>
                  <a:pt x="45352" y="77312"/>
                  <a:pt x="45402" y="77312"/>
                </a:cubicBezTo>
                <a:cubicBezTo>
                  <a:pt x="45426" y="77312"/>
                  <a:pt x="45501" y="77361"/>
                  <a:pt x="45526" y="77361"/>
                </a:cubicBezTo>
                <a:cubicBezTo>
                  <a:pt x="45626" y="77386"/>
                  <a:pt x="45750" y="77386"/>
                  <a:pt x="45850" y="77411"/>
                </a:cubicBezTo>
                <a:cubicBezTo>
                  <a:pt x="46024" y="77436"/>
                  <a:pt x="46173" y="77486"/>
                  <a:pt x="46372" y="77511"/>
                </a:cubicBezTo>
                <a:cubicBezTo>
                  <a:pt x="46472" y="77511"/>
                  <a:pt x="46522" y="77536"/>
                  <a:pt x="46621" y="77536"/>
                </a:cubicBezTo>
                <a:lnTo>
                  <a:pt x="46870" y="77536"/>
                </a:lnTo>
                <a:cubicBezTo>
                  <a:pt x="47194" y="77561"/>
                  <a:pt x="47542" y="77610"/>
                  <a:pt x="47891" y="77610"/>
                </a:cubicBezTo>
                <a:lnTo>
                  <a:pt x="47990" y="77610"/>
                </a:lnTo>
                <a:cubicBezTo>
                  <a:pt x="48239" y="77610"/>
                  <a:pt x="48488" y="77610"/>
                  <a:pt x="48762" y="77561"/>
                </a:cubicBezTo>
                <a:cubicBezTo>
                  <a:pt x="48861" y="77561"/>
                  <a:pt x="48936" y="77536"/>
                  <a:pt x="49061" y="77536"/>
                </a:cubicBezTo>
                <a:cubicBezTo>
                  <a:pt x="49160" y="77536"/>
                  <a:pt x="49235" y="77536"/>
                  <a:pt x="49334" y="77511"/>
                </a:cubicBezTo>
                <a:cubicBezTo>
                  <a:pt x="49409" y="77511"/>
                  <a:pt x="49509" y="77511"/>
                  <a:pt x="49608" y="77461"/>
                </a:cubicBezTo>
                <a:cubicBezTo>
                  <a:pt x="49782" y="77436"/>
                  <a:pt x="49982" y="77411"/>
                  <a:pt x="50156" y="77411"/>
                </a:cubicBezTo>
                <a:cubicBezTo>
                  <a:pt x="50255" y="77411"/>
                  <a:pt x="50355" y="77386"/>
                  <a:pt x="50479" y="77386"/>
                </a:cubicBezTo>
                <a:cubicBezTo>
                  <a:pt x="50504" y="77386"/>
                  <a:pt x="50579" y="77337"/>
                  <a:pt x="50604" y="77337"/>
                </a:cubicBezTo>
                <a:lnTo>
                  <a:pt x="51077" y="77262"/>
                </a:lnTo>
                <a:cubicBezTo>
                  <a:pt x="51151" y="77262"/>
                  <a:pt x="51226" y="77212"/>
                  <a:pt x="51326" y="77212"/>
                </a:cubicBezTo>
                <a:lnTo>
                  <a:pt x="51351" y="77212"/>
                </a:lnTo>
                <a:cubicBezTo>
                  <a:pt x="51400" y="77212"/>
                  <a:pt x="51475" y="77187"/>
                  <a:pt x="51525" y="77187"/>
                </a:cubicBezTo>
                <a:cubicBezTo>
                  <a:pt x="51699" y="77162"/>
                  <a:pt x="51873" y="77137"/>
                  <a:pt x="52023" y="77063"/>
                </a:cubicBezTo>
                <a:cubicBezTo>
                  <a:pt x="52097" y="77038"/>
                  <a:pt x="52147" y="77038"/>
                  <a:pt x="52222" y="77038"/>
                </a:cubicBezTo>
                <a:cubicBezTo>
                  <a:pt x="52321" y="77013"/>
                  <a:pt x="52371" y="77013"/>
                  <a:pt x="52471" y="76963"/>
                </a:cubicBezTo>
                <a:close/>
                <a:moveTo>
                  <a:pt x="44779" y="77162"/>
                </a:moveTo>
                <a:cubicBezTo>
                  <a:pt x="44804" y="77162"/>
                  <a:pt x="44804" y="77162"/>
                  <a:pt x="44854" y="77187"/>
                </a:cubicBezTo>
                <a:cubicBezTo>
                  <a:pt x="46372" y="78880"/>
                  <a:pt x="47542" y="80796"/>
                  <a:pt x="48364" y="82962"/>
                </a:cubicBezTo>
                <a:cubicBezTo>
                  <a:pt x="48339" y="82962"/>
                  <a:pt x="48339" y="82987"/>
                  <a:pt x="48289" y="82987"/>
                </a:cubicBezTo>
                <a:cubicBezTo>
                  <a:pt x="47492" y="80846"/>
                  <a:pt x="46298" y="78880"/>
                  <a:pt x="44779" y="77162"/>
                </a:cubicBezTo>
                <a:close/>
                <a:moveTo>
                  <a:pt x="54462" y="79353"/>
                </a:moveTo>
                <a:lnTo>
                  <a:pt x="54487" y="79378"/>
                </a:lnTo>
                <a:cubicBezTo>
                  <a:pt x="52520" y="80722"/>
                  <a:pt x="50604" y="81916"/>
                  <a:pt x="48637" y="83037"/>
                </a:cubicBezTo>
                <a:cubicBezTo>
                  <a:pt x="48637" y="83012"/>
                  <a:pt x="48637" y="83012"/>
                  <a:pt x="48613" y="82987"/>
                </a:cubicBezTo>
                <a:cubicBezTo>
                  <a:pt x="50529" y="81892"/>
                  <a:pt x="52496" y="80647"/>
                  <a:pt x="54462" y="79353"/>
                </a:cubicBezTo>
                <a:close/>
                <a:moveTo>
                  <a:pt x="48463" y="83111"/>
                </a:moveTo>
                <a:cubicBezTo>
                  <a:pt x="48463" y="83136"/>
                  <a:pt x="48463" y="83136"/>
                  <a:pt x="48488" y="83161"/>
                </a:cubicBezTo>
                <a:cubicBezTo>
                  <a:pt x="48463" y="83161"/>
                  <a:pt x="48413" y="83161"/>
                  <a:pt x="48413" y="83211"/>
                </a:cubicBezTo>
                <a:cubicBezTo>
                  <a:pt x="48413" y="83161"/>
                  <a:pt x="48413" y="83161"/>
                  <a:pt x="48388" y="83136"/>
                </a:cubicBezTo>
                <a:cubicBezTo>
                  <a:pt x="48413" y="83136"/>
                  <a:pt x="48413" y="83111"/>
                  <a:pt x="48463" y="83111"/>
                </a:cubicBezTo>
                <a:close/>
                <a:moveTo>
                  <a:pt x="44406" y="79054"/>
                </a:moveTo>
                <a:cubicBezTo>
                  <a:pt x="44406" y="79104"/>
                  <a:pt x="44431" y="79104"/>
                  <a:pt x="44431" y="79129"/>
                </a:cubicBezTo>
                <a:cubicBezTo>
                  <a:pt x="44655" y="79527"/>
                  <a:pt x="44854" y="79925"/>
                  <a:pt x="45003" y="80348"/>
                </a:cubicBezTo>
                <a:cubicBezTo>
                  <a:pt x="45028" y="80423"/>
                  <a:pt x="45053" y="80523"/>
                  <a:pt x="45128" y="80622"/>
                </a:cubicBezTo>
                <a:cubicBezTo>
                  <a:pt x="45302" y="81045"/>
                  <a:pt x="45476" y="81518"/>
                  <a:pt x="45601" y="81966"/>
                </a:cubicBezTo>
                <a:cubicBezTo>
                  <a:pt x="45601" y="81991"/>
                  <a:pt x="45601" y="81991"/>
                  <a:pt x="45626" y="82016"/>
                </a:cubicBezTo>
                <a:cubicBezTo>
                  <a:pt x="45750" y="82414"/>
                  <a:pt x="45825" y="82862"/>
                  <a:pt x="45924" y="83261"/>
                </a:cubicBezTo>
                <a:cubicBezTo>
                  <a:pt x="45302" y="82464"/>
                  <a:pt x="44879" y="81518"/>
                  <a:pt x="44605" y="80448"/>
                </a:cubicBezTo>
                <a:cubicBezTo>
                  <a:pt x="44605" y="80423"/>
                  <a:pt x="44555" y="80373"/>
                  <a:pt x="44555" y="80348"/>
                </a:cubicBezTo>
                <a:lnTo>
                  <a:pt x="44481" y="79875"/>
                </a:lnTo>
                <a:cubicBezTo>
                  <a:pt x="44431" y="79676"/>
                  <a:pt x="44406" y="79502"/>
                  <a:pt x="44381" y="79353"/>
                </a:cubicBezTo>
                <a:cubicBezTo>
                  <a:pt x="44381" y="79253"/>
                  <a:pt x="44381" y="79154"/>
                  <a:pt x="44406" y="79054"/>
                </a:cubicBezTo>
                <a:close/>
                <a:moveTo>
                  <a:pt x="7567" y="72956"/>
                </a:moveTo>
                <a:lnTo>
                  <a:pt x="7567" y="72956"/>
                </a:lnTo>
                <a:cubicBezTo>
                  <a:pt x="6298" y="76565"/>
                  <a:pt x="5402" y="80050"/>
                  <a:pt x="4904" y="83385"/>
                </a:cubicBezTo>
                <a:cubicBezTo>
                  <a:pt x="4107" y="82041"/>
                  <a:pt x="3485" y="80597"/>
                  <a:pt x="3087" y="78979"/>
                </a:cubicBezTo>
                <a:cubicBezTo>
                  <a:pt x="4057" y="76938"/>
                  <a:pt x="5426" y="75022"/>
                  <a:pt x="7169" y="73329"/>
                </a:cubicBezTo>
                <a:cubicBezTo>
                  <a:pt x="7318" y="73180"/>
                  <a:pt x="7443" y="73080"/>
                  <a:pt x="7567" y="72956"/>
                </a:cubicBezTo>
                <a:close/>
                <a:moveTo>
                  <a:pt x="16677" y="79751"/>
                </a:moveTo>
                <a:cubicBezTo>
                  <a:pt x="16777" y="79776"/>
                  <a:pt x="16876" y="79851"/>
                  <a:pt x="16976" y="79900"/>
                </a:cubicBezTo>
                <a:cubicBezTo>
                  <a:pt x="17100" y="79975"/>
                  <a:pt x="17250" y="80025"/>
                  <a:pt x="17374" y="80050"/>
                </a:cubicBezTo>
                <a:cubicBezTo>
                  <a:pt x="17499" y="80124"/>
                  <a:pt x="17623" y="80149"/>
                  <a:pt x="17748" y="80224"/>
                </a:cubicBezTo>
                <a:cubicBezTo>
                  <a:pt x="16901" y="81294"/>
                  <a:pt x="16130" y="82464"/>
                  <a:pt x="15482" y="83634"/>
                </a:cubicBezTo>
                <a:cubicBezTo>
                  <a:pt x="15806" y="82365"/>
                  <a:pt x="16229" y="81045"/>
                  <a:pt x="16677" y="79751"/>
                </a:cubicBezTo>
                <a:close/>
                <a:moveTo>
                  <a:pt x="46118" y="83555"/>
                </a:moveTo>
                <a:cubicBezTo>
                  <a:pt x="46128" y="83612"/>
                  <a:pt x="46138" y="83669"/>
                  <a:pt x="46147" y="83726"/>
                </a:cubicBezTo>
                <a:lnTo>
                  <a:pt x="46147" y="83726"/>
                </a:lnTo>
                <a:cubicBezTo>
                  <a:pt x="46145" y="83719"/>
                  <a:pt x="46139" y="83709"/>
                  <a:pt x="46123" y="83709"/>
                </a:cubicBezTo>
                <a:lnTo>
                  <a:pt x="46099" y="83659"/>
                </a:lnTo>
                <a:cubicBezTo>
                  <a:pt x="46107" y="83623"/>
                  <a:pt x="46114" y="83589"/>
                  <a:pt x="46118" y="83555"/>
                </a:cubicBezTo>
                <a:close/>
                <a:moveTo>
                  <a:pt x="7816" y="72831"/>
                </a:moveTo>
                <a:lnTo>
                  <a:pt x="7841" y="72881"/>
                </a:lnTo>
                <a:cubicBezTo>
                  <a:pt x="6472" y="76640"/>
                  <a:pt x="5551" y="80274"/>
                  <a:pt x="5053" y="83734"/>
                </a:cubicBezTo>
                <a:cubicBezTo>
                  <a:pt x="5053" y="83709"/>
                  <a:pt x="5053" y="83659"/>
                  <a:pt x="5028" y="83634"/>
                </a:cubicBezTo>
                <a:cubicBezTo>
                  <a:pt x="5103" y="82962"/>
                  <a:pt x="5227" y="82240"/>
                  <a:pt x="5352" y="81543"/>
                </a:cubicBezTo>
                <a:lnTo>
                  <a:pt x="5352" y="81518"/>
                </a:lnTo>
                <a:cubicBezTo>
                  <a:pt x="5924" y="78730"/>
                  <a:pt x="6721" y="75793"/>
                  <a:pt x="7816" y="72831"/>
                </a:cubicBezTo>
                <a:close/>
                <a:moveTo>
                  <a:pt x="44680" y="81294"/>
                </a:moveTo>
                <a:cubicBezTo>
                  <a:pt x="45003" y="82165"/>
                  <a:pt x="45476" y="82987"/>
                  <a:pt x="46024" y="83634"/>
                </a:cubicBezTo>
                <a:cubicBezTo>
                  <a:pt x="46024" y="83658"/>
                  <a:pt x="46024" y="83729"/>
                  <a:pt x="46047" y="83756"/>
                </a:cubicBezTo>
                <a:lnTo>
                  <a:pt x="46047" y="83756"/>
                </a:lnTo>
                <a:cubicBezTo>
                  <a:pt x="45475" y="83134"/>
                  <a:pt x="45028" y="82413"/>
                  <a:pt x="44729" y="81593"/>
                </a:cubicBezTo>
                <a:cubicBezTo>
                  <a:pt x="44729" y="81493"/>
                  <a:pt x="44680" y="81394"/>
                  <a:pt x="44680" y="81294"/>
                </a:cubicBezTo>
                <a:close/>
                <a:moveTo>
                  <a:pt x="2937" y="79203"/>
                </a:moveTo>
                <a:cubicBezTo>
                  <a:pt x="3385" y="80821"/>
                  <a:pt x="4033" y="82315"/>
                  <a:pt x="4829" y="83659"/>
                </a:cubicBezTo>
                <a:cubicBezTo>
                  <a:pt x="4829" y="83709"/>
                  <a:pt x="4829" y="83734"/>
                  <a:pt x="4804" y="83758"/>
                </a:cubicBezTo>
                <a:cubicBezTo>
                  <a:pt x="3983" y="82414"/>
                  <a:pt x="3336" y="80921"/>
                  <a:pt x="2863" y="79278"/>
                </a:cubicBezTo>
                <a:cubicBezTo>
                  <a:pt x="2912" y="79278"/>
                  <a:pt x="2937" y="79253"/>
                  <a:pt x="2937" y="79203"/>
                </a:cubicBezTo>
                <a:close/>
                <a:moveTo>
                  <a:pt x="44754" y="77386"/>
                </a:moveTo>
                <a:cubicBezTo>
                  <a:pt x="46248" y="79029"/>
                  <a:pt x="47393" y="80921"/>
                  <a:pt x="48164" y="83037"/>
                </a:cubicBezTo>
                <a:cubicBezTo>
                  <a:pt x="47617" y="83360"/>
                  <a:pt x="47094" y="83659"/>
                  <a:pt x="46522" y="83958"/>
                </a:cubicBezTo>
                <a:lnTo>
                  <a:pt x="46497" y="83908"/>
                </a:lnTo>
                <a:cubicBezTo>
                  <a:pt x="46472" y="83833"/>
                  <a:pt x="46472" y="83734"/>
                  <a:pt x="46422" y="83634"/>
                </a:cubicBezTo>
                <a:cubicBezTo>
                  <a:pt x="46372" y="83385"/>
                  <a:pt x="46347" y="83111"/>
                  <a:pt x="46273" y="82862"/>
                </a:cubicBezTo>
                <a:cubicBezTo>
                  <a:pt x="46223" y="82613"/>
                  <a:pt x="46148" y="82389"/>
                  <a:pt x="46099" y="82165"/>
                </a:cubicBezTo>
                <a:cubicBezTo>
                  <a:pt x="45999" y="81867"/>
                  <a:pt x="45899" y="81518"/>
                  <a:pt x="45800" y="81220"/>
                </a:cubicBezTo>
                <a:cubicBezTo>
                  <a:pt x="45750" y="81020"/>
                  <a:pt x="45650" y="80796"/>
                  <a:pt x="45601" y="80622"/>
                </a:cubicBezTo>
                <a:cubicBezTo>
                  <a:pt x="45476" y="80274"/>
                  <a:pt x="45352" y="79975"/>
                  <a:pt x="45178" y="79627"/>
                </a:cubicBezTo>
                <a:cubicBezTo>
                  <a:pt x="45103" y="79427"/>
                  <a:pt x="45003" y="79253"/>
                  <a:pt x="44904" y="79029"/>
                </a:cubicBezTo>
                <a:cubicBezTo>
                  <a:pt x="44779" y="78780"/>
                  <a:pt x="44680" y="78531"/>
                  <a:pt x="44530" y="78307"/>
                </a:cubicBezTo>
                <a:lnTo>
                  <a:pt x="44530" y="78258"/>
                </a:lnTo>
                <a:cubicBezTo>
                  <a:pt x="44530" y="78233"/>
                  <a:pt x="44555" y="78158"/>
                  <a:pt x="44555" y="78133"/>
                </a:cubicBezTo>
                <a:lnTo>
                  <a:pt x="44754" y="77386"/>
                </a:lnTo>
                <a:close/>
                <a:moveTo>
                  <a:pt x="46248" y="83958"/>
                </a:moveTo>
                <a:lnTo>
                  <a:pt x="46273" y="83982"/>
                </a:lnTo>
                <a:lnTo>
                  <a:pt x="46273" y="84032"/>
                </a:lnTo>
                <a:lnTo>
                  <a:pt x="46248" y="84007"/>
                </a:lnTo>
                <a:cubicBezTo>
                  <a:pt x="46273" y="84007"/>
                  <a:pt x="46273" y="83982"/>
                  <a:pt x="46248" y="83958"/>
                </a:cubicBezTo>
                <a:close/>
                <a:moveTo>
                  <a:pt x="4978" y="83908"/>
                </a:moveTo>
                <a:cubicBezTo>
                  <a:pt x="5028" y="83958"/>
                  <a:pt x="5028" y="83982"/>
                  <a:pt x="5053" y="84007"/>
                </a:cubicBezTo>
                <a:lnTo>
                  <a:pt x="5053" y="84107"/>
                </a:lnTo>
                <a:cubicBezTo>
                  <a:pt x="5028" y="84082"/>
                  <a:pt x="5028" y="84032"/>
                  <a:pt x="4978" y="84032"/>
                </a:cubicBezTo>
                <a:lnTo>
                  <a:pt x="4978" y="83908"/>
                </a:lnTo>
                <a:close/>
                <a:moveTo>
                  <a:pt x="48239" y="83261"/>
                </a:moveTo>
                <a:lnTo>
                  <a:pt x="48239" y="83286"/>
                </a:lnTo>
                <a:cubicBezTo>
                  <a:pt x="47741" y="83559"/>
                  <a:pt x="47194" y="83883"/>
                  <a:pt x="46721" y="84157"/>
                </a:cubicBezTo>
                <a:lnTo>
                  <a:pt x="46671" y="84132"/>
                </a:lnTo>
                <a:cubicBezTo>
                  <a:pt x="47194" y="83858"/>
                  <a:pt x="47716" y="83559"/>
                  <a:pt x="48239" y="83261"/>
                </a:cubicBezTo>
                <a:close/>
                <a:moveTo>
                  <a:pt x="16478" y="79627"/>
                </a:moveTo>
                <a:cubicBezTo>
                  <a:pt x="16503" y="79627"/>
                  <a:pt x="16503" y="79651"/>
                  <a:pt x="16528" y="79651"/>
                </a:cubicBezTo>
                <a:cubicBezTo>
                  <a:pt x="15980" y="81244"/>
                  <a:pt x="15507" y="82788"/>
                  <a:pt x="15109" y="84356"/>
                </a:cubicBezTo>
                <a:cubicBezTo>
                  <a:pt x="15059" y="84455"/>
                  <a:pt x="15010" y="84505"/>
                  <a:pt x="14985" y="84605"/>
                </a:cubicBezTo>
                <a:cubicBezTo>
                  <a:pt x="15383" y="82987"/>
                  <a:pt x="15881" y="81344"/>
                  <a:pt x="16478" y="79627"/>
                </a:cubicBezTo>
                <a:close/>
                <a:moveTo>
                  <a:pt x="17897" y="80274"/>
                </a:moveTo>
                <a:cubicBezTo>
                  <a:pt x="17922" y="80274"/>
                  <a:pt x="17922" y="80299"/>
                  <a:pt x="17972" y="80299"/>
                </a:cubicBezTo>
                <a:cubicBezTo>
                  <a:pt x="16876" y="81717"/>
                  <a:pt x="15930" y="83211"/>
                  <a:pt x="15159" y="84754"/>
                </a:cubicBezTo>
                <a:cubicBezTo>
                  <a:pt x="15184" y="84655"/>
                  <a:pt x="15234" y="84580"/>
                  <a:pt x="15234" y="84480"/>
                </a:cubicBezTo>
                <a:cubicBezTo>
                  <a:pt x="16005" y="82987"/>
                  <a:pt x="16876" y="81593"/>
                  <a:pt x="17897" y="80274"/>
                </a:cubicBezTo>
                <a:close/>
                <a:moveTo>
                  <a:pt x="63348" y="72831"/>
                </a:moveTo>
                <a:cubicBezTo>
                  <a:pt x="63522" y="73030"/>
                  <a:pt x="63697" y="73180"/>
                  <a:pt x="63846" y="73354"/>
                </a:cubicBezTo>
                <a:cubicBezTo>
                  <a:pt x="64070" y="73578"/>
                  <a:pt x="64269" y="73827"/>
                  <a:pt x="64468" y="74051"/>
                </a:cubicBezTo>
                <a:cubicBezTo>
                  <a:pt x="64717" y="74325"/>
                  <a:pt x="64966" y="74599"/>
                  <a:pt x="65190" y="74897"/>
                </a:cubicBezTo>
                <a:cubicBezTo>
                  <a:pt x="65290" y="75022"/>
                  <a:pt x="65389" y="75096"/>
                  <a:pt x="65464" y="75221"/>
                </a:cubicBezTo>
                <a:cubicBezTo>
                  <a:pt x="66783" y="76789"/>
                  <a:pt x="68052" y="78432"/>
                  <a:pt x="69297" y="80124"/>
                </a:cubicBezTo>
                <a:cubicBezTo>
                  <a:pt x="66310" y="82240"/>
                  <a:pt x="63273" y="83808"/>
                  <a:pt x="60411" y="84879"/>
                </a:cubicBezTo>
                <a:cubicBezTo>
                  <a:pt x="58942" y="82663"/>
                  <a:pt x="57573" y="80423"/>
                  <a:pt x="56379" y="78282"/>
                </a:cubicBezTo>
                <a:cubicBezTo>
                  <a:pt x="58793" y="76565"/>
                  <a:pt x="61108" y="74723"/>
                  <a:pt x="63348" y="72831"/>
                </a:cubicBezTo>
                <a:close/>
                <a:moveTo>
                  <a:pt x="44729" y="82066"/>
                </a:moveTo>
                <a:cubicBezTo>
                  <a:pt x="45053" y="82862"/>
                  <a:pt x="45526" y="83534"/>
                  <a:pt x="46049" y="84107"/>
                </a:cubicBezTo>
                <a:lnTo>
                  <a:pt x="46049" y="84182"/>
                </a:lnTo>
                <a:cubicBezTo>
                  <a:pt x="45551" y="84480"/>
                  <a:pt x="45028" y="84729"/>
                  <a:pt x="44530" y="85003"/>
                </a:cubicBezTo>
                <a:cubicBezTo>
                  <a:pt x="44530" y="84978"/>
                  <a:pt x="44530" y="84953"/>
                  <a:pt x="44555" y="84903"/>
                </a:cubicBezTo>
                <a:cubicBezTo>
                  <a:pt x="44680" y="84032"/>
                  <a:pt x="44729" y="83211"/>
                  <a:pt x="44729" y="82365"/>
                </a:cubicBezTo>
                <a:lnTo>
                  <a:pt x="44729" y="82265"/>
                </a:lnTo>
                <a:lnTo>
                  <a:pt x="44729" y="82066"/>
                </a:lnTo>
                <a:close/>
                <a:moveTo>
                  <a:pt x="56229" y="78407"/>
                </a:moveTo>
                <a:cubicBezTo>
                  <a:pt x="57374" y="80523"/>
                  <a:pt x="58743" y="82763"/>
                  <a:pt x="60237" y="84978"/>
                </a:cubicBezTo>
                <a:cubicBezTo>
                  <a:pt x="60212" y="84978"/>
                  <a:pt x="60212" y="84978"/>
                  <a:pt x="60187" y="85003"/>
                </a:cubicBezTo>
                <a:cubicBezTo>
                  <a:pt x="58718" y="82763"/>
                  <a:pt x="57349" y="80547"/>
                  <a:pt x="56204" y="78432"/>
                </a:cubicBezTo>
                <a:lnTo>
                  <a:pt x="56229" y="78407"/>
                </a:lnTo>
                <a:close/>
                <a:moveTo>
                  <a:pt x="97624" y="84234"/>
                </a:moveTo>
                <a:cubicBezTo>
                  <a:pt x="97399" y="84491"/>
                  <a:pt x="97172" y="84749"/>
                  <a:pt x="96940" y="85010"/>
                </a:cubicBezTo>
                <a:lnTo>
                  <a:pt x="96940" y="85010"/>
                </a:lnTo>
                <a:cubicBezTo>
                  <a:pt x="97182" y="84723"/>
                  <a:pt x="97413" y="84456"/>
                  <a:pt x="97624" y="84234"/>
                </a:cubicBezTo>
                <a:close/>
                <a:moveTo>
                  <a:pt x="69446" y="80274"/>
                </a:moveTo>
                <a:cubicBezTo>
                  <a:pt x="69446" y="80299"/>
                  <a:pt x="69446" y="80299"/>
                  <a:pt x="69496" y="80348"/>
                </a:cubicBezTo>
                <a:cubicBezTo>
                  <a:pt x="66534" y="82414"/>
                  <a:pt x="63473" y="84032"/>
                  <a:pt x="60585" y="85103"/>
                </a:cubicBezTo>
                <a:cubicBezTo>
                  <a:pt x="60585" y="85078"/>
                  <a:pt x="60560" y="85078"/>
                  <a:pt x="60560" y="85028"/>
                </a:cubicBezTo>
                <a:cubicBezTo>
                  <a:pt x="63423" y="83982"/>
                  <a:pt x="66459" y="82365"/>
                  <a:pt x="69446" y="80274"/>
                </a:cubicBezTo>
                <a:close/>
                <a:moveTo>
                  <a:pt x="44428" y="81464"/>
                </a:moveTo>
                <a:cubicBezTo>
                  <a:pt x="44438" y="81506"/>
                  <a:pt x="44450" y="81557"/>
                  <a:pt x="44481" y="81618"/>
                </a:cubicBezTo>
                <a:cubicBezTo>
                  <a:pt x="44530" y="82788"/>
                  <a:pt x="44505" y="83982"/>
                  <a:pt x="44281" y="85152"/>
                </a:cubicBezTo>
                <a:cubicBezTo>
                  <a:pt x="44281" y="85152"/>
                  <a:pt x="44257" y="85152"/>
                  <a:pt x="44257" y="85177"/>
                </a:cubicBezTo>
                <a:cubicBezTo>
                  <a:pt x="44257" y="85103"/>
                  <a:pt x="44281" y="85003"/>
                  <a:pt x="44306" y="84903"/>
                </a:cubicBezTo>
                <a:cubicBezTo>
                  <a:pt x="44481" y="83958"/>
                  <a:pt x="44505" y="83012"/>
                  <a:pt x="44481" y="82116"/>
                </a:cubicBezTo>
                <a:lnTo>
                  <a:pt x="44481" y="81867"/>
                </a:lnTo>
                <a:cubicBezTo>
                  <a:pt x="44481" y="81767"/>
                  <a:pt x="44431" y="81643"/>
                  <a:pt x="44431" y="81543"/>
                </a:cubicBezTo>
                <a:cubicBezTo>
                  <a:pt x="44431" y="81520"/>
                  <a:pt x="44431" y="81490"/>
                  <a:pt x="44428" y="81464"/>
                </a:cubicBezTo>
                <a:close/>
                <a:moveTo>
                  <a:pt x="60361" y="85127"/>
                </a:moveTo>
                <a:cubicBezTo>
                  <a:pt x="60361" y="85127"/>
                  <a:pt x="60411" y="85152"/>
                  <a:pt x="60411" y="85202"/>
                </a:cubicBezTo>
                <a:cubicBezTo>
                  <a:pt x="60361" y="85202"/>
                  <a:pt x="60361" y="85202"/>
                  <a:pt x="60336" y="85227"/>
                </a:cubicBezTo>
                <a:cubicBezTo>
                  <a:pt x="60336" y="85202"/>
                  <a:pt x="60311" y="85202"/>
                  <a:pt x="60311" y="85152"/>
                </a:cubicBezTo>
                <a:cubicBezTo>
                  <a:pt x="60336" y="85152"/>
                  <a:pt x="60336" y="85152"/>
                  <a:pt x="60361" y="85127"/>
                </a:cubicBezTo>
                <a:close/>
                <a:moveTo>
                  <a:pt x="46123" y="84381"/>
                </a:moveTo>
                <a:lnTo>
                  <a:pt x="46123" y="84455"/>
                </a:lnTo>
                <a:cubicBezTo>
                  <a:pt x="45607" y="84726"/>
                  <a:pt x="45042" y="84996"/>
                  <a:pt x="44525" y="85267"/>
                </a:cubicBezTo>
                <a:lnTo>
                  <a:pt x="44525" y="85267"/>
                </a:lnTo>
                <a:cubicBezTo>
                  <a:pt x="44530" y="85257"/>
                  <a:pt x="44530" y="85242"/>
                  <a:pt x="44530" y="85227"/>
                </a:cubicBezTo>
                <a:lnTo>
                  <a:pt x="46123" y="84381"/>
                </a:lnTo>
                <a:close/>
                <a:moveTo>
                  <a:pt x="1917" y="71537"/>
                </a:moveTo>
                <a:lnTo>
                  <a:pt x="1917" y="71537"/>
                </a:lnTo>
                <a:cubicBezTo>
                  <a:pt x="1792" y="74151"/>
                  <a:pt x="1991" y="76640"/>
                  <a:pt x="2589" y="78930"/>
                </a:cubicBezTo>
                <a:cubicBezTo>
                  <a:pt x="1867" y="80448"/>
                  <a:pt x="1369" y="82091"/>
                  <a:pt x="1120" y="83709"/>
                </a:cubicBezTo>
                <a:cubicBezTo>
                  <a:pt x="1095" y="83709"/>
                  <a:pt x="1095" y="83734"/>
                  <a:pt x="1095" y="83758"/>
                </a:cubicBezTo>
                <a:lnTo>
                  <a:pt x="996" y="84605"/>
                </a:lnTo>
                <a:lnTo>
                  <a:pt x="996" y="84704"/>
                </a:lnTo>
                <a:cubicBezTo>
                  <a:pt x="996" y="84804"/>
                  <a:pt x="971" y="84978"/>
                  <a:pt x="971" y="85103"/>
                </a:cubicBezTo>
                <a:cubicBezTo>
                  <a:pt x="971" y="85152"/>
                  <a:pt x="971" y="85252"/>
                  <a:pt x="946" y="85327"/>
                </a:cubicBezTo>
                <a:cubicBezTo>
                  <a:pt x="349" y="81120"/>
                  <a:pt x="722" y="76490"/>
                  <a:pt x="1917" y="71537"/>
                </a:cubicBezTo>
                <a:close/>
                <a:moveTo>
                  <a:pt x="44281" y="85351"/>
                </a:moveTo>
                <a:lnTo>
                  <a:pt x="44281" y="85401"/>
                </a:lnTo>
                <a:lnTo>
                  <a:pt x="44257" y="85401"/>
                </a:lnTo>
                <a:cubicBezTo>
                  <a:pt x="44257" y="85401"/>
                  <a:pt x="44257" y="85376"/>
                  <a:pt x="44281" y="85351"/>
                </a:cubicBezTo>
                <a:close/>
                <a:moveTo>
                  <a:pt x="48289" y="83460"/>
                </a:moveTo>
                <a:cubicBezTo>
                  <a:pt x="48538" y="84132"/>
                  <a:pt x="48762" y="84854"/>
                  <a:pt x="48911" y="85575"/>
                </a:cubicBezTo>
                <a:cubicBezTo>
                  <a:pt x="48140" y="85227"/>
                  <a:pt x="47418" y="84779"/>
                  <a:pt x="46845" y="84256"/>
                </a:cubicBezTo>
                <a:cubicBezTo>
                  <a:pt x="47343" y="84007"/>
                  <a:pt x="47841" y="83734"/>
                  <a:pt x="48289" y="83460"/>
                </a:cubicBezTo>
                <a:close/>
                <a:moveTo>
                  <a:pt x="56055" y="78531"/>
                </a:moveTo>
                <a:cubicBezTo>
                  <a:pt x="57200" y="80647"/>
                  <a:pt x="58544" y="82862"/>
                  <a:pt x="60038" y="85078"/>
                </a:cubicBezTo>
                <a:cubicBezTo>
                  <a:pt x="59490" y="85252"/>
                  <a:pt x="58967" y="85451"/>
                  <a:pt x="58445" y="85575"/>
                </a:cubicBezTo>
                <a:cubicBezTo>
                  <a:pt x="57499" y="83286"/>
                  <a:pt x="56329" y="81170"/>
                  <a:pt x="54960" y="79278"/>
                </a:cubicBezTo>
                <a:cubicBezTo>
                  <a:pt x="55333" y="79029"/>
                  <a:pt x="55682" y="78780"/>
                  <a:pt x="56055" y="78531"/>
                </a:cubicBezTo>
                <a:close/>
                <a:moveTo>
                  <a:pt x="54810" y="79378"/>
                </a:moveTo>
                <a:cubicBezTo>
                  <a:pt x="56179" y="81244"/>
                  <a:pt x="57324" y="83360"/>
                  <a:pt x="58245" y="85600"/>
                </a:cubicBezTo>
                <a:cubicBezTo>
                  <a:pt x="58220" y="85600"/>
                  <a:pt x="58220" y="85600"/>
                  <a:pt x="58196" y="85625"/>
                </a:cubicBezTo>
                <a:cubicBezTo>
                  <a:pt x="57250" y="83385"/>
                  <a:pt x="56105" y="81294"/>
                  <a:pt x="54736" y="79427"/>
                </a:cubicBezTo>
                <a:lnTo>
                  <a:pt x="54810" y="79378"/>
                </a:lnTo>
                <a:close/>
                <a:moveTo>
                  <a:pt x="48538" y="83310"/>
                </a:moveTo>
                <a:cubicBezTo>
                  <a:pt x="48837" y="84107"/>
                  <a:pt x="49036" y="84879"/>
                  <a:pt x="49235" y="85700"/>
                </a:cubicBezTo>
                <a:cubicBezTo>
                  <a:pt x="49210" y="85700"/>
                  <a:pt x="49160" y="85650"/>
                  <a:pt x="49160" y="85650"/>
                </a:cubicBezTo>
                <a:cubicBezTo>
                  <a:pt x="48986" y="84879"/>
                  <a:pt x="48737" y="84107"/>
                  <a:pt x="48488" y="83360"/>
                </a:cubicBezTo>
                <a:cubicBezTo>
                  <a:pt x="48513" y="83360"/>
                  <a:pt x="48513" y="83310"/>
                  <a:pt x="48538" y="83310"/>
                </a:cubicBezTo>
                <a:close/>
                <a:moveTo>
                  <a:pt x="60112" y="85202"/>
                </a:moveTo>
                <a:cubicBezTo>
                  <a:pt x="60112" y="85227"/>
                  <a:pt x="60162" y="85227"/>
                  <a:pt x="60162" y="85252"/>
                </a:cubicBezTo>
                <a:cubicBezTo>
                  <a:pt x="59589" y="85451"/>
                  <a:pt x="59067" y="85625"/>
                  <a:pt x="58494" y="85775"/>
                </a:cubicBezTo>
                <a:lnTo>
                  <a:pt x="58494" y="85725"/>
                </a:lnTo>
                <a:cubicBezTo>
                  <a:pt x="59017" y="85575"/>
                  <a:pt x="59589" y="85376"/>
                  <a:pt x="60112" y="85202"/>
                </a:cubicBezTo>
                <a:close/>
                <a:moveTo>
                  <a:pt x="14860" y="85252"/>
                </a:moveTo>
                <a:lnTo>
                  <a:pt x="14860" y="85252"/>
                </a:lnTo>
                <a:cubicBezTo>
                  <a:pt x="14810" y="85351"/>
                  <a:pt x="14810" y="85451"/>
                  <a:pt x="14785" y="85526"/>
                </a:cubicBezTo>
                <a:cubicBezTo>
                  <a:pt x="14761" y="85625"/>
                  <a:pt x="14736" y="85725"/>
                  <a:pt x="14661" y="85824"/>
                </a:cubicBezTo>
                <a:cubicBezTo>
                  <a:pt x="14686" y="85725"/>
                  <a:pt x="14686" y="85625"/>
                  <a:pt x="14736" y="85501"/>
                </a:cubicBezTo>
                <a:cubicBezTo>
                  <a:pt x="14761" y="85401"/>
                  <a:pt x="14810" y="85327"/>
                  <a:pt x="14860" y="85252"/>
                </a:cubicBezTo>
                <a:close/>
                <a:moveTo>
                  <a:pt x="46671" y="84356"/>
                </a:moveTo>
                <a:cubicBezTo>
                  <a:pt x="47343" y="84928"/>
                  <a:pt x="48115" y="85426"/>
                  <a:pt x="48986" y="85775"/>
                </a:cubicBezTo>
                <a:cubicBezTo>
                  <a:pt x="48986" y="85809"/>
                  <a:pt x="48986" y="85832"/>
                  <a:pt x="48994" y="85842"/>
                </a:cubicBezTo>
                <a:lnTo>
                  <a:pt x="48994" y="85842"/>
                </a:lnTo>
                <a:cubicBezTo>
                  <a:pt x="48107" y="85471"/>
                  <a:pt x="47294" y="84977"/>
                  <a:pt x="46627" y="84361"/>
                </a:cubicBezTo>
                <a:lnTo>
                  <a:pt x="46627" y="84361"/>
                </a:lnTo>
                <a:cubicBezTo>
                  <a:pt x="46637" y="84370"/>
                  <a:pt x="46648" y="84374"/>
                  <a:pt x="46655" y="84374"/>
                </a:cubicBezTo>
                <a:cubicBezTo>
                  <a:pt x="46665" y="84374"/>
                  <a:pt x="46671" y="84368"/>
                  <a:pt x="46671" y="84356"/>
                </a:cubicBezTo>
                <a:close/>
                <a:moveTo>
                  <a:pt x="58320" y="85750"/>
                </a:moveTo>
                <a:cubicBezTo>
                  <a:pt x="58320" y="85775"/>
                  <a:pt x="58320" y="85775"/>
                  <a:pt x="58345" y="85799"/>
                </a:cubicBezTo>
                <a:cubicBezTo>
                  <a:pt x="58320" y="85849"/>
                  <a:pt x="58320" y="85849"/>
                  <a:pt x="58295" y="85849"/>
                </a:cubicBezTo>
                <a:cubicBezTo>
                  <a:pt x="58295" y="85799"/>
                  <a:pt x="58295" y="85799"/>
                  <a:pt x="58245" y="85775"/>
                </a:cubicBezTo>
                <a:cubicBezTo>
                  <a:pt x="58295" y="85775"/>
                  <a:pt x="58295" y="85775"/>
                  <a:pt x="58320" y="85750"/>
                </a:cubicBezTo>
                <a:close/>
                <a:moveTo>
                  <a:pt x="43809" y="78880"/>
                </a:moveTo>
                <a:lnTo>
                  <a:pt x="43908" y="79353"/>
                </a:lnTo>
                <a:lnTo>
                  <a:pt x="43908" y="79427"/>
                </a:lnTo>
                <a:lnTo>
                  <a:pt x="43908" y="79527"/>
                </a:lnTo>
                <a:lnTo>
                  <a:pt x="43933" y="79527"/>
                </a:lnTo>
                <a:cubicBezTo>
                  <a:pt x="44008" y="79851"/>
                  <a:pt x="44033" y="80149"/>
                  <a:pt x="44132" y="80473"/>
                </a:cubicBezTo>
                <a:cubicBezTo>
                  <a:pt x="44182" y="80846"/>
                  <a:pt x="44232" y="81220"/>
                  <a:pt x="44257" y="81593"/>
                </a:cubicBezTo>
                <a:cubicBezTo>
                  <a:pt x="44257" y="81717"/>
                  <a:pt x="44281" y="81792"/>
                  <a:pt x="44281" y="81916"/>
                </a:cubicBezTo>
                <a:lnTo>
                  <a:pt x="44281" y="82016"/>
                </a:lnTo>
                <a:lnTo>
                  <a:pt x="44281" y="83037"/>
                </a:lnTo>
                <a:cubicBezTo>
                  <a:pt x="44257" y="83783"/>
                  <a:pt x="44182" y="84530"/>
                  <a:pt x="44033" y="85277"/>
                </a:cubicBezTo>
                <a:cubicBezTo>
                  <a:pt x="43560" y="85526"/>
                  <a:pt x="43062" y="85750"/>
                  <a:pt x="42614" y="85974"/>
                </a:cubicBezTo>
                <a:cubicBezTo>
                  <a:pt x="42639" y="83758"/>
                  <a:pt x="43037" y="81369"/>
                  <a:pt x="43809" y="78880"/>
                </a:cubicBezTo>
                <a:close/>
                <a:moveTo>
                  <a:pt x="49235" y="85899"/>
                </a:moveTo>
                <a:cubicBezTo>
                  <a:pt x="49235" y="85899"/>
                  <a:pt x="49260" y="85899"/>
                  <a:pt x="49285" y="85949"/>
                </a:cubicBezTo>
                <a:cubicBezTo>
                  <a:pt x="49285" y="85974"/>
                  <a:pt x="49285" y="85999"/>
                  <a:pt x="49334" y="85999"/>
                </a:cubicBezTo>
                <a:lnTo>
                  <a:pt x="49260" y="85999"/>
                </a:lnTo>
                <a:cubicBezTo>
                  <a:pt x="49260" y="85974"/>
                  <a:pt x="49260" y="85949"/>
                  <a:pt x="49235" y="85899"/>
                </a:cubicBezTo>
                <a:close/>
                <a:moveTo>
                  <a:pt x="43734" y="78482"/>
                </a:moveTo>
                <a:cubicBezTo>
                  <a:pt x="43734" y="78506"/>
                  <a:pt x="43759" y="78531"/>
                  <a:pt x="43759" y="78556"/>
                </a:cubicBezTo>
                <a:cubicBezTo>
                  <a:pt x="42912" y="81170"/>
                  <a:pt x="42440" y="83709"/>
                  <a:pt x="42440" y="86024"/>
                </a:cubicBezTo>
                <a:cubicBezTo>
                  <a:pt x="42415" y="86048"/>
                  <a:pt x="42390" y="86048"/>
                  <a:pt x="42390" y="86048"/>
                </a:cubicBezTo>
                <a:cubicBezTo>
                  <a:pt x="42390" y="83684"/>
                  <a:pt x="42863" y="81145"/>
                  <a:pt x="43734" y="78482"/>
                </a:cubicBezTo>
                <a:close/>
                <a:moveTo>
                  <a:pt x="44008" y="85476"/>
                </a:moveTo>
                <a:lnTo>
                  <a:pt x="44008" y="85526"/>
                </a:lnTo>
                <a:cubicBezTo>
                  <a:pt x="43535" y="85750"/>
                  <a:pt x="43062" y="85999"/>
                  <a:pt x="42639" y="86223"/>
                </a:cubicBezTo>
                <a:lnTo>
                  <a:pt x="42639" y="86148"/>
                </a:lnTo>
                <a:cubicBezTo>
                  <a:pt x="43062" y="85949"/>
                  <a:pt x="43535" y="85725"/>
                  <a:pt x="44008" y="85476"/>
                </a:cubicBezTo>
                <a:close/>
                <a:moveTo>
                  <a:pt x="54586" y="79527"/>
                </a:moveTo>
                <a:cubicBezTo>
                  <a:pt x="55931" y="81394"/>
                  <a:pt x="57075" y="83460"/>
                  <a:pt x="57996" y="85650"/>
                </a:cubicBezTo>
                <a:cubicBezTo>
                  <a:pt x="56284" y="86108"/>
                  <a:pt x="54653" y="86346"/>
                  <a:pt x="53148" y="86346"/>
                </a:cubicBezTo>
                <a:cubicBezTo>
                  <a:pt x="51789" y="86346"/>
                  <a:pt x="50531" y="86151"/>
                  <a:pt x="49409" y="85750"/>
                </a:cubicBezTo>
                <a:cubicBezTo>
                  <a:pt x="49235" y="84879"/>
                  <a:pt x="48986" y="84032"/>
                  <a:pt x="48662" y="83211"/>
                </a:cubicBezTo>
                <a:cubicBezTo>
                  <a:pt x="50654" y="82116"/>
                  <a:pt x="52620" y="80871"/>
                  <a:pt x="54586" y="79527"/>
                </a:cubicBezTo>
                <a:close/>
                <a:moveTo>
                  <a:pt x="42440" y="86248"/>
                </a:moveTo>
                <a:lnTo>
                  <a:pt x="42440" y="86322"/>
                </a:lnTo>
                <a:cubicBezTo>
                  <a:pt x="42415" y="86322"/>
                  <a:pt x="42415" y="86347"/>
                  <a:pt x="42390" y="86347"/>
                </a:cubicBezTo>
                <a:lnTo>
                  <a:pt x="42390" y="86272"/>
                </a:lnTo>
                <a:cubicBezTo>
                  <a:pt x="42390" y="86272"/>
                  <a:pt x="42415" y="86248"/>
                  <a:pt x="42440" y="86248"/>
                </a:cubicBezTo>
                <a:close/>
                <a:moveTo>
                  <a:pt x="58071" y="85849"/>
                </a:moveTo>
                <a:cubicBezTo>
                  <a:pt x="58071" y="85874"/>
                  <a:pt x="58071" y="85874"/>
                  <a:pt x="58096" y="85899"/>
                </a:cubicBezTo>
                <a:cubicBezTo>
                  <a:pt x="56354" y="86372"/>
                  <a:pt x="54686" y="86621"/>
                  <a:pt x="53143" y="86621"/>
                </a:cubicBezTo>
                <a:cubicBezTo>
                  <a:pt x="51823" y="86621"/>
                  <a:pt x="50579" y="86422"/>
                  <a:pt x="49484" y="86048"/>
                </a:cubicBezTo>
                <a:cubicBezTo>
                  <a:pt x="49484" y="86030"/>
                  <a:pt x="49484" y="86012"/>
                  <a:pt x="49474" y="86003"/>
                </a:cubicBezTo>
                <a:lnTo>
                  <a:pt x="49474" y="86003"/>
                </a:lnTo>
                <a:cubicBezTo>
                  <a:pt x="50592" y="86363"/>
                  <a:pt x="51841" y="86542"/>
                  <a:pt x="53185" y="86542"/>
                </a:cubicBezTo>
                <a:cubicBezTo>
                  <a:pt x="54709" y="86542"/>
                  <a:pt x="56355" y="86311"/>
                  <a:pt x="58071" y="85849"/>
                </a:cubicBezTo>
                <a:close/>
                <a:moveTo>
                  <a:pt x="2664" y="79203"/>
                </a:moveTo>
                <a:cubicBezTo>
                  <a:pt x="2664" y="79253"/>
                  <a:pt x="2664" y="79278"/>
                  <a:pt x="2688" y="79278"/>
                </a:cubicBezTo>
                <a:cubicBezTo>
                  <a:pt x="2041" y="80722"/>
                  <a:pt x="1593" y="82190"/>
                  <a:pt x="1344" y="83734"/>
                </a:cubicBezTo>
                <a:lnTo>
                  <a:pt x="1344" y="83783"/>
                </a:lnTo>
                <a:cubicBezTo>
                  <a:pt x="1319" y="84082"/>
                  <a:pt x="1295" y="84356"/>
                  <a:pt x="1245" y="84605"/>
                </a:cubicBezTo>
                <a:lnTo>
                  <a:pt x="1245" y="84704"/>
                </a:lnTo>
                <a:cubicBezTo>
                  <a:pt x="1245" y="84854"/>
                  <a:pt x="1220" y="84978"/>
                  <a:pt x="1220" y="85127"/>
                </a:cubicBezTo>
                <a:cubicBezTo>
                  <a:pt x="1220" y="85227"/>
                  <a:pt x="1195" y="85327"/>
                  <a:pt x="1195" y="85401"/>
                </a:cubicBezTo>
                <a:lnTo>
                  <a:pt x="1195" y="85451"/>
                </a:lnTo>
                <a:cubicBezTo>
                  <a:pt x="1170" y="85874"/>
                  <a:pt x="1170" y="86322"/>
                  <a:pt x="1195" y="86745"/>
                </a:cubicBezTo>
                <a:cubicBezTo>
                  <a:pt x="1170" y="86646"/>
                  <a:pt x="1170" y="86571"/>
                  <a:pt x="1120" y="86472"/>
                </a:cubicBezTo>
                <a:cubicBezTo>
                  <a:pt x="1120" y="86123"/>
                  <a:pt x="1095" y="85775"/>
                  <a:pt x="1120" y="85451"/>
                </a:cubicBezTo>
                <a:cubicBezTo>
                  <a:pt x="1120" y="85327"/>
                  <a:pt x="1120" y="85227"/>
                  <a:pt x="1170" y="85103"/>
                </a:cubicBezTo>
                <a:cubicBezTo>
                  <a:pt x="1170" y="84953"/>
                  <a:pt x="1195" y="84779"/>
                  <a:pt x="1195" y="84605"/>
                </a:cubicBezTo>
                <a:cubicBezTo>
                  <a:pt x="1220" y="84331"/>
                  <a:pt x="1245" y="84032"/>
                  <a:pt x="1295" y="83783"/>
                </a:cubicBezTo>
                <a:lnTo>
                  <a:pt x="1295" y="83684"/>
                </a:lnTo>
                <a:cubicBezTo>
                  <a:pt x="1519" y="82165"/>
                  <a:pt x="1991" y="80647"/>
                  <a:pt x="2664" y="79203"/>
                </a:cubicBezTo>
                <a:close/>
                <a:moveTo>
                  <a:pt x="448" y="82091"/>
                </a:moveTo>
                <a:cubicBezTo>
                  <a:pt x="573" y="84406"/>
                  <a:pt x="846" y="85999"/>
                  <a:pt x="946" y="86521"/>
                </a:cubicBezTo>
                <a:lnTo>
                  <a:pt x="946" y="86745"/>
                </a:lnTo>
                <a:lnTo>
                  <a:pt x="946" y="86770"/>
                </a:lnTo>
                <a:cubicBezTo>
                  <a:pt x="896" y="86646"/>
                  <a:pt x="871" y="86496"/>
                  <a:pt x="846" y="86347"/>
                </a:cubicBezTo>
                <a:cubicBezTo>
                  <a:pt x="846" y="86248"/>
                  <a:pt x="822" y="86148"/>
                  <a:pt x="822" y="86073"/>
                </a:cubicBezTo>
                <a:cubicBezTo>
                  <a:pt x="797" y="85974"/>
                  <a:pt x="797" y="85849"/>
                  <a:pt x="747" y="85750"/>
                </a:cubicBezTo>
                <a:cubicBezTo>
                  <a:pt x="672" y="85127"/>
                  <a:pt x="573" y="84480"/>
                  <a:pt x="548" y="83833"/>
                </a:cubicBezTo>
                <a:lnTo>
                  <a:pt x="548" y="83634"/>
                </a:lnTo>
                <a:cubicBezTo>
                  <a:pt x="498" y="83111"/>
                  <a:pt x="473" y="82613"/>
                  <a:pt x="448" y="82091"/>
                </a:cubicBezTo>
                <a:close/>
                <a:moveTo>
                  <a:pt x="69571" y="80473"/>
                </a:moveTo>
                <a:cubicBezTo>
                  <a:pt x="69670" y="80597"/>
                  <a:pt x="69770" y="80747"/>
                  <a:pt x="69894" y="80871"/>
                </a:cubicBezTo>
                <a:cubicBezTo>
                  <a:pt x="67331" y="83012"/>
                  <a:pt x="64692" y="85103"/>
                  <a:pt x="61979" y="87069"/>
                </a:cubicBezTo>
                <a:cubicBezTo>
                  <a:pt x="61506" y="86496"/>
                  <a:pt x="61108" y="85874"/>
                  <a:pt x="60685" y="85252"/>
                </a:cubicBezTo>
                <a:cubicBezTo>
                  <a:pt x="63572" y="84157"/>
                  <a:pt x="66634" y="82539"/>
                  <a:pt x="69571" y="80473"/>
                </a:cubicBezTo>
                <a:close/>
                <a:moveTo>
                  <a:pt x="60486" y="85351"/>
                </a:moveTo>
                <a:lnTo>
                  <a:pt x="61805" y="87218"/>
                </a:lnTo>
                <a:lnTo>
                  <a:pt x="61780" y="87243"/>
                </a:lnTo>
                <a:lnTo>
                  <a:pt x="60461" y="85376"/>
                </a:lnTo>
                <a:cubicBezTo>
                  <a:pt x="60461" y="85351"/>
                  <a:pt x="60486" y="85351"/>
                  <a:pt x="60486" y="85351"/>
                </a:cubicBezTo>
                <a:close/>
                <a:moveTo>
                  <a:pt x="70019" y="81045"/>
                </a:moveTo>
                <a:cubicBezTo>
                  <a:pt x="70019" y="81070"/>
                  <a:pt x="70019" y="81070"/>
                  <a:pt x="70044" y="81120"/>
                </a:cubicBezTo>
                <a:cubicBezTo>
                  <a:pt x="67505" y="83261"/>
                  <a:pt x="64842" y="85351"/>
                  <a:pt x="62153" y="87293"/>
                </a:cubicBezTo>
                <a:cubicBezTo>
                  <a:pt x="62153" y="87268"/>
                  <a:pt x="62103" y="87268"/>
                  <a:pt x="62103" y="87243"/>
                </a:cubicBezTo>
                <a:cubicBezTo>
                  <a:pt x="64842" y="85277"/>
                  <a:pt x="67505" y="83236"/>
                  <a:pt x="70019" y="81045"/>
                </a:cubicBezTo>
                <a:close/>
                <a:moveTo>
                  <a:pt x="43485" y="78407"/>
                </a:moveTo>
                <a:lnTo>
                  <a:pt x="43485" y="78407"/>
                </a:lnTo>
                <a:cubicBezTo>
                  <a:pt x="42639" y="81145"/>
                  <a:pt x="42166" y="83758"/>
                  <a:pt x="42191" y="86148"/>
                </a:cubicBezTo>
                <a:cubicBezTo>
                  <a:pt x="40050" y="87144"/>
                  <a:pt x="37934" y="88015"/>
                  <a:pt x="35843" y="88737"/>
                </a:cubicBezTo>
                <a:cubicBezTo>
                  <a:pt x="35918" y="88438"/>
                  <a:pt x="35943" y="88089"/>
                  <a:pt x="36018" y="87766"/>
                </a:cubicBezTo>
                <a:cubicBezTo>
                  <a:pt x="36042" y="87617"/>
                  <a:pt x="36067" y="87467"/>
                  <a:pt x="36092" y="87268"/>
                </a:cubicBezTo>
                <a:lnTo>
                  <a:pt x="36092" y="87243"/>
                </a:lnTo>
                <a:cubicBezTo>
                  <a:pt x="36167" y="86895"/>
                  <a:pt x="36267" y="86521"/>
                  <a:pt x="36341" y="86148"/>
                </a:cubicBezTo>
                <a:cubicBezTo>
                  <a:pt x="36391" y="86024"/>
                  <a:pt x="36416" y="85874"/>
                  <a:pt x="36441" y="85750"/>
                </a:cubicBezTo>
                <a:cubicBezTo>
                  <a:pt x="36515" y="85526"/>
                  <a:pt x="36565" y="85302"/>
                  <a:pt x="36640" y="85053"/>
                </a:cubicBezTo>
                <a:cubicBezTo>
                  <a:pt x="36690" y="84879"/>
                  <a:pt x="36715" y="84679"/>
                  <a:pt x="36789" y="84505"/>
                </a:cubicBezTo>
                <a:cubicBezTo>
                  <a:pt x="36814" y="84381"/>
                  <a:pt x="36839" y="84281"/>
                  <a:pt x="36889" y="84157"/>
                </a:cubicBezTo>
                <a:cubicBezTo>
                  <a:pt x="37013" y="83734"/>
                  <a:pt x="37138" y="83286"/>
                  <a:pt x="37287" y="82862"/>
                </a:cubicBezTo>
                <a:lnTo>
                  <a:pt x="37287" y="82813"/>
                </a:lnTo>
                <a:cubicBezTo>
                  <a:pt x="37312" y="82763"/>
                  <a:pt x="37312" y="82688"/>
                  <a:pt x="37337" y="82613"/>
                </a:cubicBezTo>
                <a:lnTo>
                  <a:pt x="37337" y="82564"/>
                </a:lnTo>
                <a:cubicBezTo>
                  <a:pt x="37436" y="82290"/>
                  <a:pt x="37561" y="82016"/>
                  <a:pt x="37660" y="81692"/>
                </a:cubicBezTo>
                <a:cubicBezTo>
                  <a:pt x="40125" y="80996"/>
                  <a:pt x="42116" y="79875"/>
                  <a:pt x="43485" y="78407"/>
                </a:cubicBezTo>
                <a:close/>
                <a:moveTo>
                  <a:pt x="60262" y="85451"/>
                </a:moveTo>
                <a:cubicBezTo>
                  <a:pt x="60710" y="86098"/>
                  <a:pt x="61158" y="86720"/>
                  <a:pt x="61606" y="87368"/>
                </a:cubicBezTo>
                <a:cubicBezTo>
                  <a:pt x="60934" y="87841"/>
                  <a:pt x="60237" y="88313"/>
                  <a:pt x="59589" y="88762"/>
                </a:cubicBezTo>
                <a:cubicBezTo>
                  <a:pt x="59291" y="87816"/>
                  <a:pt x="58967" y="86870"/>
                  <a:pt x="58594" y="85974"/>
                </a:cubicBezTo>
                <a:cubicBezTo>
                  <a:pt x="59166" y="85824"/>
                  <a:pt x="59714" y="85625"/>
                  <a:pt x="60262" y="85451"/>
                </a:cubicBezTo>
                <a:close/>
                <a:moveTo>
                  <a:pt x="37461" y="81792"/>
                </a:moveTo>
                <a:cubicBezTo>
                  <a:pt x="36963" y="83236"/>
                  <a:pt x="36565" y="84605"/>
                  <a:pt x="36217" y="85974"/>
                </a:cubicBezTo>
                <a:lnTo>
                  <a:pt x="36217" y="85999"/>
                </a:lnTo>
                <a:cubicBezTo>
                  <a:pt x="36092" y="86496"/>
                  <a:pt x="36018" y="86969"/>
                  <a:pt x="35918" y="87467"/>
                </a:cubicBezTo>
                <a:cubicBezTo>
                  <a:pt x="35918" y="87517"/>
                  <a:pt x="35893" y="87592"/>
                  <a:pt x="35893" y="87641"/>
                </a:cubicBezTo>
                <a:cubicBezTo>
                  <a:pt x="35818" y="88015"/>
                  <a:pt x="35769" y="88438"/>
                  <a:pt x="35694" y="88811"/>
                </a:cubicBezTo>
                <a:cubicBezTo>
                  <a:pt x="35644" y="88836"/>
                  <a:pt x="35644" y="88836"/>
                  <a:pt x="35594" y="88836"/>
                </a:cubicBezTo>
                <a:cubicBezTo>
                  <a:pt x="35769" y="87741"/>
                  <a:pt x="35968" y="86621"/>
                  <a:pt x="36291" y="85476"/>
                </a:cubicBezTo>
                <a:cubicBezTo>
                  <a:pt x="36316" y="85376"/>
                  <a:pt x="36341" y="85277"/>
                  <a:pt x="36391" y="85152"/>
                </a:cubicBezTo>
                <a:cubicBezTo>
                  <a:pt x="36690" y="84032"/>
                  <a:pt x="37038" y="82912"/>
                  <a:pt x="37436" y="81792"/>
                </a:cubicBezTo>
                <a:close/>
                <a:moveTo>
                  <a:pt x="58395" y="85999"/>
                </a:moveTo>
                <a:cubicBezTo>
                  <a:pt x="58768" y="86944"/>
                  <a:pt x="59117" y="87865"/>
                  <a:pt x="59390" y="88836"/>
                </a:cubicBezTo>
                <a:cubicBezTo>
                  <a:pt x="59365" y="88836"/>
                  <a:pt x="59365" y="88861"/>
                  <a:pt x="59341" y="88861"/>
                </a:cubicBezTo>
                <a:cubicBezTo>
                  <a:pt x="59067" y="87915"/>
                  <a:pt x="58718" y="86969"/>
                  <a:pt x="58345" y="86024"/>
                </a:cubicBezTo>
                <a:cubicBezTo>
                  <a:pt x="58370" y="86024"/>
                  <a:pt x="58370" y="86024"/>
                  <a:pt x="58395" y="85999"/>
                </a:cubicBezTo>
                <a:close/>
                <a:moveTo>
                  <a:pt x="42191" y="86372"/>
                </a:moveTo>
                <a:lnTo>
                  <a:pt x="42191" y="86422"/>
                </a:lnTo>
                <a:cubicBezTo>
                  <a:pt x="40050" y="87417"/>
                  <a:pt x="37909" y="88289"/>
                  <a:pt x="35818" y="89010"/>
                </a:cubicBezTo>
                <a:lnTo>
                  <a:pt x="35818" y="88961"/>
                </a:lnTo>
                <a:cubicBezTo>
                  <a:pt x="37909" y="88239"/>
                  <a:pt x="40050" y="87368"/>
                  <a:pt x="42191" y="86372"/>
                </a:cubicBezTo>
                <a:close/>
                <a:moveTo>
                  <a:pt x="61705" y="87492"/>
                </a:moveTo>
                <a:cubicBezTo>
                  <a:pt x="61705" y="87517"/>
                  <a:pt x="61730" y="87517"/>
                  <a:pt x="61730" y="87567"/>
                </a:cubicBezTo>
                <a:cubicBezTo>
                  <a:pt x="61058" y="88065"/>
                  <a:pt x="60336" y="88513"/>
                  <a:pt x="59664" y="89010"/>
                </a:cubicBezTo>
                <a:cubicBezTo>
                  <a:pt x="59664" y="88986"/>
                  <a:pt x="59664" y="88986"/>
                  <a:pt x="59614" y="88961"/>
                </a:cubicBezTo>
                <a:cubicBezTo>
                  <a:pt x="60336" y="88463"/>
                  <a:pt x="61033" y="87990"/>
                  <a:pt x="61705" y="87492"/>
                </a:cubicBezTo>
                <a:close/>
                <a:moveTo>
                  <a:pt x="80598" y="71263"/>
                </a:moveTo>
                <a:cubicBezTo>
                  <a:pt x="83211" y="73304"/>
                  <a:pt x="85875" y="75246"/>
                  <a:pt x="88364" y="76814"/>
                </a:cubicBezTo>
                <a:cubicBezTo>
                  <a:pt x="84804" y="81269"/>
                  <a:pt x="80448" y="85476"/>
                  <a:pt x="75520" y="89010"/>
                </a:cubicBezTo>
                <a:cubicBezTo>
                  <a:pt x="74101" y="86447"/>
                  <a:pt x="72384" y="83659"/>
                  <a:pt x="70492" y="80971"/>
                </a:cubicBezTo>
                <a:cubicBezTo>
                  <a:pt x="74051" y="77884"/>
                  <a:pt x="77436" y="74648"/>
                  <a:pt x="80598" y="71263"/>
                </a:cubicBezTo>
                <a:close/>
                <a:moveTo>
                  <a:pt x="88948" y="88600"/>
                </a:moveTo>
                <a:lnTo>
                  <a:pt x="88948" y="88600"/>
                </a:lnTo>
                <a:cubicBezTo>
                  <a:pt x="88796" y="88744"/>
                  <a:pt x="88644" y="88888"/>
                  <a:pt x="88488" y="89035"/>
                </a:cubicBezTo>
                <a:lnTo>
                  <a:pt x="88470" y="89071"/>
                </a:lnTo>
                <a:lnTo>
                  <a:pt x="88470" y="89071"/>
                </a:lnTo>
                <a:lnTo>
                  <a:pt x="88563" y="88986"/>
                </a:lnTo>
                <a:lnTo>
                  <a:pt x="88948" y="88600"/>
                </a:lnTo>
                <a:close/>
                <a:moveTo>
                  <a:pt x="35594" y="89010"/>
                </a:moveTo>
                <a:lnTo>
                  <a:pt x="35594" y="89085"/>
                </a:lnTo>
                <a:lnTo>
                  <a:pt x="35545" y="89085"/>
                </a:lnTo>
                <a:lnTo>
                  <a:pt x="35545" y="89060"/>
                </a:lnTo>
                <a:cubicBezTo>
                  <a:pt x="35570" y="89060"/>
                  <a:pt x="35594" y="89010"/>
                  <a:pt x="35594" y="89010"/>
                </a:cubicBezTo>
                <a:close/>
                <a:moveTo>
                  <a:pt x="43983" y="85775"/>
                </a:moveTo>
                <a:lnTo>
                  <a:pt x="43983" y="85775"/>
                </a:lnTo>
                <a:cubicBezTo>
                  <a:pt x="43734" y="86895"/>
                  <a:pt x="43410" y="87990"/>
                  <a:pt x="42937" y="89085"/>
                </a:cubicBezTo>
                <a:cubicBezTo>
                  <a:pt x="42738" y="88239"/>
                  <a:pt x="42639" y="87343"/>
                  <a:pt x="42639" y="86447"/>
                </a:cubicBezTo>
                <a:cubicBezTo>
                  <a:pt x="43062" y="86223"/>
                  <a:pt x="43535" y="85999"/>
                  <a:pt x="43983" y="85775"/>
                </a:cubicBezTo>
                <a:close/>
                <a:moveTo>
                  <a:pt x="59490" y="89060"/>
                </a:moveTo>
                <a:cubicBezTo>
                  <a:pt x="59490" y="89085"/>
                  <a:pt x="59490" y="89085"/>
                  <a:pt x="59540" y="89110"/>
                </a:cubicBezTo>
                <a:cubicBezTo>
                  <a:pt x="59490" y="89110"/>
                  <a:pt x="59490" y="89135"/>
                  <a:pt x="59465" y="89135"/>
                </a:cubicBezTo>
                <a:cubicBezTo>
                  <a:pt x="59440" y="89110"/>
                  <a:pt x="59440" y="89085"/>
                  <a:pt x="59440" y="89085"/>
                </a:cubicBezTo>
                <a:cubicBezTo>
                  <a:pt x="59465" y="89085"/>
                  <a:pt x="59465" y="89060"/>
                  <a:pt x="59490" y="89060"/>
                </a:cubicBezTo>
                <a:close/>
                <a:moveTo>
                  <a:pt x="70318" y="81120"/>
                </a:moveTo>
                <a:cubicBezTo>
                  <a:pt x="72234" y="83833"/>
                  <a:pt x="73927" y="86571"/>
                  <a:pt x="75370" y="89160"/>
                </a:cubicBezTo>
                <a:lnTo>
                  <a:pt x="75346" y="89210"/>
                </a:lnTo>
                <a:cubicBezTo>
                  <a:pt x="73902" y="86596"/>
                  <a:pt x="72184" y="83833"/>
                  <a:pt x="70293" y="81145"/>
                </a:cubicBezTo>
                <a:lnTo>
                  <a:pt x="70318" y="81120"/>
                </a:lnTo>
                <a:close/>
                <a:moveTo>
                  <a:pt x="88538" y="76938"/>
                </a:moveTo>
                <a:cubicBezTo>
                  <a:pt x="88563" y="76938"/>
                  <a:pt x="88563" y="76988"/>
                  <a:pt x="88588" y="76988"/>
                </a:cubicBezTo>
                <a:cubicBezTo>
                  <a:pt x="84978" y="81468"/>
                  <a:pt x="80598" y="85700"/>
                  <a:pt x="75644" y="89234"/>
                </a:cubicBezTo>
                <a:cubicBezTo>
                  <a:pt x="75619" y="89234"/>
                  <a:pt x="75619" y="89234"/>
                  <a:pt x="75619" y="89210"/>
                </a:cubicBezTo>
                <a:cubicBezTo>
                  <a:pt x="80573" y="85650"/>
                  <a:pt x="84954" y="81419"/>
                  <a:pt x="88538" y="76938"/>
                </a:cubicBezTo>
                <a:close/>
                <a:moveTo>
                  <a:pt x="42440" y="86496"/>
                </a:moveTo>
                <a:cubicBezTo>
                  <a:pt x="42489" y="87492"/>
                  <a:pt x="42614" y="88413"/>
                  <a:pt x="42788" y="89334"/>
                </a:cubicBezTo>
                <a:cubicBezTo>
                  <a:pt x="42788" y="89359"/>
                  <a:pt x="42763" y="89384"/>
                  <a:pt x="42763" y="89434"/>
                </a:cubicBezTo>
                <a:cubicBezTo>
                  <a:pt x="42514" y="88513"/>
                  <a:pt x="42390" y="87567"/>
                  <a:pt x="42390" y="86521"/>
                </a:cubicBezTo>
                <a:cubicBezTo>
                  <a:pt x="42415" y="86521"/>
                  <a:pt x="42415" y="86496"/>
                  <a:pt x="42440" y="86496"/>
                </a:cubicBezTo>
                <a:close/>
                <a:moveTo>
                  <a:pt x="44173" y="85695"/>
                </a:moveTo>
                <a:lnTo>
                  <a:pt x="44173" y="85695"/>
                </a:lnTo>
                <a:cubicBezTo>
                  <a:pt x="43924" y="86974"/>
                  <a:pt x="43528" y="88228"/>
                  <a:pt x="42987" y="89458"/>
                </a:cubicBezTo>
                <a:lnTo>
                  <a:pt x="42987" y="89434"/>
                </a:lnTo>
                <a:cubicBezTo>
                  <a:pt x="43528" y="88228"/>
                  <a:pt x="43924" y="86974"/>
                  <a:pt x="44173" y="85695"/>
                </a:cubicBezTo>
                <a:close/>
                <a:moveTo>
                  <a:pt x="37187" y="81867"/>
                </a:moveTo>
                <a:lnTo>
                  <a:pt x="37187" y="81867"/>
                </a:lnTo>
                <a:cubicBezTo>
                  <a:pt x="36316" y="84306"/>
                  <a:pt x="35719" y="86671"/>
                  <a:pt x="35395" y="88911"/>
                </a:cubicBezTo>
                <a:cubicBezTo>
                  <a:pt x="34400" y="89259"/>
                  <a:pt x="33404" y="89558"/>
                  <a:pt x="32433" y="89832"/>
                </a:cubicBezTo>
                <a:cubicBezTo>
                  <a:pt x="32284" y="87268"/>
                  <a:pt x="32458" y="84779"/>
                  <a:pt x="32981" y="82489"/>
                </a:cubicBezTo>
                <a:cubicBezTo>
                  <a:pt x="34474" y="82389"/>
                  <a:pt x="35893" y="82215"/>
                  <a:pt x="37187" y="81867"/>
                </a:cubicBezTo>
                <a:close/>
                <a:moveTo>
                  <a:pt x="93631" y="88605"/>
                </a:moveTo>
                <a:lnTo>
                  <a:pt x="93631" y="88605"/>
                </a:lnTo>
                <a:cubicBezTo>
                  <a:pt x="93444" y="88800"/>
                  <a:pt x="93259" y="88988"/>
                  <a:pt x="93093" y="89185"/>
                </a:cubicBezTo>
                <a:cubicBezTo>
                  <a:pt x="92862" y="89418"/>
                  <a:pt x="92629" y="89652"/>
                  <a:pt x="92395" y="89884"/>
                </a:cubicBezTo>
                <a:lnTo>
                  <a:pt x="92395" y="89884"/>
                </a:lnTo>
                <a:cubicBezTo>
                  <a:pt x="92440" y="89839"/>
                  <a:pt x="92482" y="89796"/>
                  <a:pt x="92520" y="89757"/>
                </a:cubicBezTo>
                <a:cubicBezTo>
                  <a:pt x="92794" y="89458"/>
                  <a:pt x="93143" y="89135"/>
                  <a:pt x="93441" y="88786"/>
                </a:cubicBezTo>
                <a:lnTo>
                  <a:pt x="93631" y="88605"/>
                </a:lnTo>
                <a:close/>
                <a:moveTo>
                  <a:pt x="32807" y="82489"/>
                </a:moveTo>
                <a:cubicBezTo>
                  <a:pt x="32284" y="84804"/>
                  <a:pt x="32110" y="87293"/>
                  <a:pt x="32284" y="89882"/>
                </a:cubicBezTo>
                <a:cubicBezTo>
                  <a:pt x="32234" y="89882"/>
                  <a:pt x="32234" y="89882"/>
                  <a:pt x="32209" y="89931"/>
                </a:cubicBezTo>
                <a:cubicBezTo>
                  <a:pt x="32035" y="87343"/>
                  <a:pt x="32209" y="84804"/>
                  <a:pt x="32732" y="82489"/>
                </a:cubicBezTo>
                <a:close/>
                <a:moveTo>
                  <a:pt x="35346" y="89110"/>
                </a:moveTo>
                <a:lnTo>
                  <a:pt x="35346" y="89160"/>
                </a:lnTo>
                <a:cubicBezTo>
                  <a:pt x="34400" y="89508"/>
                  <a:pt x="33429" y="89782"/>
                  <a:pt x="32458" y="90081"/>
                </a:cubicBezTo>
                <a:lnTo>
                  <a:pt x="32458" y="90031"/>
                </a:lnTo>
                <a:cubicBezTo>
                  <a:pt x="33404" y="89757"/>
                  <a:pt x="34350" y="89458"/>
                  <a:pt x="35346" y="89110"/>
                </a:cubicBezTo>
                <a:close/>
                <a:moveTo>
                  <a:pt x="88737" y="77063"/>
                </a:moveTo>
                <a:cubicBezTo>
                  <a:pt x="88936" y="77187"/>
                  <a:pt x="89110" y="77312"/>
                  <a:pt x="89309" y="77411"/>
                </a:cubicBezTo>
                <a:cubicBezTo>
                  <a:pt x="89285" y="77436"/>
                  <a:pt x="89235" y="77511"/>
                  <a:pt x="89185" y="77536"/>
                </a:cubicBezTo>
                <a:cubicBezTo>
                  <a:pt x="89061" y="77685"/>
                  <a:pt x="88936" y="77809"/>
                  <a:pt x="88787" y="77959"/>
                </a:cubicBezTo>
                <a:cubicBezTo>
                  <a:pt x="88189" y="78631"/>
                  <a:pt x="87567" y="79278"/>
                  <a:pt x="86970" y="79900"/>
                </a:cubicBezTo>
                <a:cubicBezTo>
                  <a:pt x="86721" y="80149"/>
                  <a:pt x="86497" y="80398"/>
                  <a:pt x="86248" y="80647"/>
                </a:cubicBezTo>
                <a:cubicBezTo>
                  <a:pt x="85800" y="81145"/>
                  <a:pt x="85302" y="81618"/>
                  <a:pt x="84829" y="82116"/>
                </a:cubicBezTo>
                <a:cubicBezTo>
                  <a:pt x="84481" y="82439"/>
                  <a:pt x="84107" y="82788"/>
                  <a:pt x="83759" y="83136"/>
                </a:cubicBezTo>
                <a:cubicBezTo>
                  <a:pt x="83336" y="83534"/>
                  <a:pt x="82937" y="83933"/>
                  <a:pt x="82489" y="84381"/>
                </a:cubicBezTo>
                <a:cubicBezTo>
                  <a:pt x="82191" y="84655"/>
                  <a:pt x="81867" y="84978"/>
                  <a:pt x="81568" y="85252"/>
                </a:cubicBezTo>
                <a:cubicBezTo>
                  <a:pt x="80971" y="85775"/>
                  <a:pt x="80398" y="86297"/>
                  <a:pt x="79826" y="86845"/>
                </a:cubicBezTo>
                <a:cubicBezTo>
                  <a:pt x="79502" y="87119"/>
                  <a:pt x="79204" y="87368"/>
                  <a:pt x="78905" y="87641"/>
                </a:cubicBezTo>
                <a:lnTo>
                  <a:pt x="77511" y="88861"/>
                </a:lnTo>
                <a:cubicBezTo>
                  <a:pt x="77212" y="89135"/>
                  <a:pt x="76864" y="89434"/>
                  <a:pt x="76515" y="89707"/>
                </a:cubicBezTo>
                <a:lnTo>
                  <a:pt x="76043" y="90081"/>
                </a:lnTo>
                <a:cubicBezTo>
                  <a:pt x="75968" y="89857"/>
                  <a:pt x="75819" y="89633"/>
                  <a:pt x="75744" y="89434"/>
                </a:cubicBezTo>
                <a:cubicBezTo>
                  <a:pt x="80722" y="85849"/>
                  <a:pt x="85128" y="81593"/>
                  <a:pt x="88737" y="77063"/>
                </a:cubicBezTo>
                <a:close/>
                <a:moveTo>
                  <a:pt x="32284" y="90081"/>
                </a:moveTo>
                <a:lnTo>
                  <a:pt x="32284" y="90106"/>
                </a:lnTo>
                <a:cubicBezTo>
                  <a:pt x="32234" y="90106"/>
                  <a:pt x="32234" y="90106"/>
                  <a:pt x="32209" y="90131"/>
                </a:cubicBezTo>
                <a:lnTo>
                  <a:pt x="32209" y="90081"/>
                </a:lnTo>
                <a:close/>
                <a:moveTo>
                  <a:pt x="8040" y="73055"/>
                </a:moveTo>
                <a:cubicBezTo>
                  <a:pt x="9384" y="74424"/>
                  <a:pt x="10927" y="75669"/>
                  <a:pt x="12645" y="76789"/>
                </a:cubicBezTo>
                <a:lnTo>
                  <a:pt x="12670" y="76814"/>
                </a:lnTo>
                <a:cubicBezTo>
                  <a:pt x="12695" y="76864"/>
                  <a:pt x="12744" y="76913"/>
                  <a:pt x="12769" y="76938"/>
                </a:cubicBezTo>
                <a:lnTo>
                  <a:pt x="12894" y="77063"/>
                </a:lnTo>
                <a:cubicBezTo>
                  <a:pt x="12944" y="77162"/>
                  <a:pt x="13043" y="77237"/>
                  <a:pt x="13118" y="77312"/>
                </a:cubicBezTo>
                <a:cubicBezTo>
                  <a:pt x="13242" y="77411"/>
                  <a:pt x="13317" y="77536"/>
                  <a:pt x="13441" y="77635"/>
                </a:cubicBezTo>
                <a:cubicBezTo>
                  <a:pt x="13616" y="77785"/>
                  <a:pt x="13790" y="77934"/>
                  <a:pt x="13989" y="78108"/>
                </a:cubicBezTo>
                <a:cubicBezTo>
                  <a:pt x="14113" y="78183"/>
                  <a:pt x="14238" y="78282"/>
                  <a:pt x="14313" y="78382"/>
                </a:cubicBezTo>
                <a:cubicBezTo>
                  <a:pt x="14512" y="78531"/>
                  <a:pt x="14686" y="78656"/>
                  <a:pt x="14910" y="78805"/>
                </a:cubicBezTo>
                <a:cubicBezTo>
                  <a:pt x="15034" y="78905"/>
                  <a:pt x="15159" y="78954"/>
                  <a:pt x="15283" y="79029"/>
                </a:cubicBezTo>
                <a:cubicBezTo>
                  <a:pt x="15507" y="79154"/>
                  <a:pt x="15682" y="79303"/>
                  <a:pt x="15906" y="79427"/>
                </a:cubicBezTo>
                <a:lnTo>
                  <a:pt x="16279" y="79627"/>
                </a:lnTo>
                <a:lnTo>
                  <a:pt x="16304" y="79627"/>
                </a:lnTo>
                <a:cubicBezTo>
                  <a:pt x="15632" y="81618"/>
                  <a:pt x="15034" y="83559"/>
                  <a:pt x="14561" y="85501"/>
                </a:cubicBezTo>
                <a:cubicBezTo>
                  <a:pt x="13889" y="87019"/>
                  <a:pt x="13367" y="88587"/>
                  <a:pt x="12944" y="90155"/>
                </a:cubicBezTo>
                <a:cubicBezTo>
                  <a:pt x="9658" y="88861"/>
                  <a:pt x="7044" y="86770"/>
                  <a:pt x="5227" y="83958"/>
                </a:cubicBezTo>
                <a:lnTo>
                  <a:pt x="5227" y="83858"/>
                </a:lnTo>
                <a:lnTo>
                  <a:pt x="5227" y="83833"/>
                </a:lnTo>
                <a:cubicBezTo>
                  <a:pt x="5327" y="83111"/>
                  <a:pt x="5451" y="82389"/>
                  <a:pt x="5601" y="81668"/>
                </a:cubicBezTo>
                <a:cubicBezTo>
                  <a:pt x="5650" y="81593"/>
                  <a:pt x="5650" y="81493"/>
                  <a:pt x="5675" y="81419"/>
                </a:cubicBezTo>
                <a:cubicBezTo>
                  <a:pt x="6198" y="78730"/>
                  <a:pt x="7019" y="75918"/>
                  <a:pt x="8040" y="73055"/>
                </a:cubicBezTo>
                <a:close/>
                <a:moveTo>
                  <a:pt x="14362" y="86397"/>
                </a:moveTo>
                <a:cubicBezTo>
                  <a:pt x="14313" y="86521"/>
                  <a:pt x="14288" y="86646"/>
                  <a:pt x="14288" y="86745"/>
                </a:cubicBezTo>
                <a:cubicBezTo>
                  <a:pt x="13865" y="87865"/>
                  <a:pt x="13491" y="89010"/>
                  <a:pt x="13192" y="90205"/>
                </a:cubicBezTo>
                <a:cubicBezTo>
                  <a:pt x="13168" y="90205"/>
                  <a:pt x="13143" y="90180"/>
                  <a:pt x="13143" y="90180"/>
                </a:cubicBezTo>
                <a:cubicBezTo>
                  <a:pt x="13441" y="88886"/>
                  <a:pt x="13865" y="87617"/>
                  <a:pt x="14362" y="86397"/>
                </a:cubicBezTo>
                <a:close/>
                <a:moveTo>
                  <a:pt x="75570" y="89533"/>
                </a:moveTo>
                <a:cubicBezTo>
                  <a:pt x="75694" y="89757"/>
                  <a:pt x="75794" y="89981"/>
                  <a:pt x="75918" y="90205"/>
                </a:cubicBezTo>
                <a:lnTo>
                  <a:pt x="75893" y="90230"/>
                </a:lnTo>
                <a:lnTo>
                  <a:pt x="75520" y="89583"/>
                </a:lnTo>
                <a:lnTo>
                  <a:pt x="75570" y="89533"/>
                </a:lnTo>
                <a:close/>
                <a:moveTo>
                  <a:pt x="89459" y="77511"/>
                </a:moveTo>
                <a:cubicBezTo>
                  <a:pt x="89484" y="77511"/>
                  <a:pt x="89484" y="77536"/>
                  <a:pt x="89509" y="77536"/>
                </a:cubicBezTo>
                <a:cubicBezTo>
                  <a:pt x="89110" y="77984"/>
                  <a:pt x="88737" y="78407"/>
                  <a:pt x="88339" y="78805"/>
                </a:cubicBezTo>
                <a:cubicBezTo>
                  <a:pt x="87990" y="79178"/>
                  <a:pt x="87642" y="79552"/>
                  <a:pt x="87318" y="79900"/>
                </a:cubicBezTo>
                <a:cubicBezTo>
                  <a:pt x="86945" y="80299"/>
                  <a:pt x="86522" y="80722"/>
                  <a:pt x="86148" y="81120"/>
                </a:cubicBezTo>
                <a:cubicBezTo>
                  <a:pt x="85949" y="81344"/>
                  <a:pt x="85750" y="81543"/>
                  <a:pt x="85526" y="81742"/>
                </a:cubicBezTo>
                <a:cubicBezTo>
                  <a:pt x="84879" y="82414"/>
                  <a:pt x="84207" y="83086"/>
                  <a:pt x="83510" y="83734"/>
                </a:cubicBezTo>
                <a:lnTo>
                  <a:pt x="82863" y="84381"/>
                </a:lnTo>
                <a:cubicBezTo>
                  <a:pt x="82340" y="84879"/>
                  <a:pt x="81792" y="85376"/>
                  <a:pt x="81245" y="85874"/>
                </a:cubicBezTo>
                <a:cubicBezTo>
                  <a:pt x="80847" y="86248"/>
                  <a:pt x="80473" y="86596"/>
                  <a:pt x="80050" y="86969"/>
                </a:cubicBezTo>
                <a:cubicBezTo>
                  <a:pt x="79677" y="87318"/>
                  <a:pt x="79303" y="87617"/>
                  <a:pt x="78930" y="87965"/>
                </a:cubicBezTo>
                <a:cubicBezTo>
                  <a:pt x="78532" y="88338"/>
                  <a:pt x="78108" y="88712"/>
                  <a:pt x="77660" y="89060"/>
                </a:cubicBezTo>
                <a:lnTo>
                  <a:pt x="76441" y="90081"/>
                </a:lnTo>
                <a:cubicBezTo>
                  <a:pt x="76366" y="90131"/>
                  <a:pt x="76291" y="90205"/>
                  <a:pt x="76192" y="90255"/>
                </a:cubicBezTo>
                <a:cubicBezTo>
                  <a:pt x="76192" y="90230"/>
                  <a:pt x="76167" y="90230"/>
                  <a:pt x="76167" y="90205"/>
                </a:cubicBezTo>
                <a:cubicBezTo>
                  <a:pt x="76341" y="90106"/>
                  <a:pt x="76491" y="89981"/>
                  <a:pt x="76640" y="89857"/>
                </a:cubicBezTo>
                <a:cubicBezTo>
                  <a:pt x="76914" y="89608"/>
                  <a:pt x="77212" y="89384"/>
                  <a:pt x="77511" y="89135"/>
                </a:cubicBezTo>
                <a:cubicBezTo>
                  <a:pt x="78034" y="88712"/>
                  <a:pt x="78581" y="88239"/>
                  <a:pt x="79079" y="87766"/>
                </a:cubicBezTo>
                <a:lnTo>
                  <a:pt x="79901" y="87019"/>
                </a:lnTo>
                <a:cubicBezTo>
                  <a:pt x="80523" y="86472"/>
                  <a:pt x="81145" y="85899"/>
                  <a:pt x="81743" y="85351"/>
                </a:cubicBezTo>
                <a:cubicBezTo>
                  <a:pt x="81991" y="85103"/>
                  <a:pt x="82265" y="84854"/>
                  <a:pt x="82514" y="84605"/>
                </a:cubicBezTo>
                <a:cubicBezTo>
                  <a:pt x="83062" y="84107"/>
                  <a:pt x="83560" y="83609"/>
                  <a:pt x="84082" y="83111"/>
                </a:cubicBezTo>
                <a:lnTo>
                  <a:pt x="84655" y="82514"/>
                </a:lnTo>
                <a:cubicBezTo>
                  <a:pt x="85277" y="81892"/>
                  <a:pt x="85899" y="81269"/>
                  <a:pt x="86497" y="80647"/>
                </a:cubicBezTo>
                <a:lnTo>
                  <a:pt x="86995" y="80149"/>
                </a:lnTo>
                <a:cubicBezTo>
                  <a:pt x="87692" y="79427"/>
                  <a:pt x="88364" y="78730"/>
                  <a:pt x="89011" y="78009"/>
                </a:cubicBezTo>
                <a:cubicBezTo>
                  <a:pt x="89061" y="77984"/>
                  <a:pt x="89085" y="77934"/>
                  <a:pt x="89085" y="77909"/>
                </a:cubicBezTo>
                <a:cubicBezTo>
                  <a:pt x="89210" y="77785"/>
                  <a:pt x="89334" y="77635"/>
                  <a:pt x="89459" y="77511"/>
                </a:cubicBezTo>
                <a:close/>
                <a:moveTo>
                  <a:pt x="5202" y="84256"/>
                </a:moveTo>
                <a:cubicBezTo>
                  <a:pt x="7044" y="86994"/>
                  <a:pt x="9633" y="89060"/>
                  <a:pt x="12919" y="90305"/>
                </a:cubicBezTo>
                <a:lnTo>
                  <a:pt x="12919" y="90355"/>
                </a:lnTo>
                <a:cubicBezTo>
                  <a:pt x="9658" y="89110"/>
                  <a:pt x="7044" y="87094"/>
                  <a:pt x="5202" y="84356"/>
                </a:cubicBezTo>
                <a:cubicBezTo>
                  <a:pt x="5178" y="84331"/>
                  <a:pt x="5202" y="84281"/>
                  <a:pt x="5202" y="84256"/>
                </a:cubicBezTo>
                <a:close/>
                <a:moveTo>
                  <a:pt x="14064" y="87890"/>
                </a:moveTo>
                <a:lnTo>
                  <a:pt x="14064" y="87890"/>
                </a:lnTo>
                <a:cubicBezTo>
                  <a:pt x="13914" y="88737"/>
                  <a:pt x="13790" y="89558"/>
                  <a:pt x="13690" y="90355"/>
                </a:cubicBezTo>
                <a:cubicBezTo>
                  <a:pt x="13616" y="90330"/>
                  <a:pt x="13491" y="90305"/>
                  <a:pt x="13392" y="90255"/>
                </a:cubicBezTo>
                <a:cubicBezTo>
                  <a:pt x="13566" y="89483"/>
                  <a:pt x="13790" y="88662"/>
                  <a:pt x="14064" y="87890"/>
                </a:cubicBezTo>
                <a:close/>
                <a:moveTo>
                  <a:pt x="13118" y="90355"/>
                </a:moveTo>
                <a:cubicBezTo>
                  <a:pt x="13143" y="90379"/>
                  <a:pt x="13168" y="90379"/>
                  <a:pt x="13168" y="90379"/>
                </a:cubicBezTo>
                <a:lnTo>
                  <a:pt x="13168" y="90454"/>
                </a:lnTo>
                <a:lnTo>
                  <a:pt x="13118" y="90454"/>
                </a:lnTo>
                <a:cubicBezTo>
                  <a:pt x="13068" y="90379"/>
                  <a:pt x="13068" y="90379"/>
                  <a:pt x="13118" y="90355"/>
                </a:cubicBezTo>
                <a:close/>
                <a:moveTo>
                  <a:pt x="14611" y="86496"/>
                </a:moveTo>
                <a:lnTo>
                  <a:pt x="14611" y="86496"/>
                </a:lnTo>
                <a:cubicBezTo>
                  <a:pt x="14313" y="87841"/>
                  <a:pt x="14113" y="89135"/>
                  <a:pt x="13939" y="90454"/>
                </a:cubicBezTo>
                <a:cubicBezTo>
                  <a:pt x="13914" y="90454"/>
                  <a:pt x="13889" y="90404"/>
                  <a:pt x="13865" y="90404"/>
                </a:cubicBezTo>
                <a:cubicBezTo>
                  <a:pt x="14014" y="89234"/>
                  <a:pt x="14188" y="88040"/>
                  <a:pt x="14437" y="86845"/>
                </a:cubicBezTo>
                <a:cubicBezTo>
                  <a:pt x="14487" y="86720"/>
                  <a:pt x="14537" y="86621"/>
                  <a:pt x="14611" y="86496"/>
                </a:cubicBezTo>
                <a:close/>
                <a:moveTo>
                  <a:pt x="75993" y="90379"/>
                </a:moveTo>
                <a:cubicBezTo>
                  <a:pt x="75993" y="90404"/>
                  <a:pt x="76018" y="90404"/>
                  <a:pt x="76018" y="90454"/>
                </a:cubicBezTo>
                <a:lnTo>
                  <a:pt x="75993" y="90479"/>
                </a:lnTo>
                <a:cubicBezTo>
                  <a:pt x="75993" y="90454"/>
                  <a:pt x="75993" y="90404"/>
                  <a:pt x="75968" y="90404"/>
                </a:cubicBezTo>
                <a:lnTo>
                  <a:pt x="75993" y="90379"/>
                </a:lnTo>
                <a:close/>
                <a:moveTo>
                  <a:pt x="13317" y="90454"/>
                </a:moveTo>
                <a:cubicBezTo>
                  <a:pt x="13441" y="90479"/>
                  <a:pt x="13541" y="90504"/>
                  <a:pt x="13665" y="90579"/>
                </a:cubicBezTo>
                <a:lnTo>
                  <a:pt x="13665" y="90628"/>
                </a:lnTo>
                <a:cubicBezTo>
                  <a:pt x="13541" y="90603"/>
                  <a:pt x="13441" y="90579"/>
                  <a:pt x="13317" y="90529"/>
                </a:cubicBezTo>
                <a:lnTo>
                  <a:pt x="13317" y="90454"/>
                </a:lnTo>
                <a:close/>
                <a:moveTo>
                  <a:pt x="88470" y="89071"/>
                </a:moveTo>
                <a:lnTo>
                  <a:pt x="88239" y="89284"/>
                </a:lnTo>
                <a:lnTo>
                  <a:pt x="87044" y="90404"/>
                </a:lnTo>
                <a:cubicBezTo>
                  <a:pt x="86970" y="90479"/>
                  <a:pt x="86895" y="90563"/>
                  <a:pt x="86820" y="90634"/>
                </a:cubicBezTo>
                <a:lnTo>
                  <a:pt x="86820" y="90634"/>
                </a:lnTo>
                <a:cubicBezTo>
                  <a:pt x="86870" y="90588"/>
                  <a:pt x="86920" y="90544"/>
                  <a:pt x="86970" y="90504"/>
                </a:cubicBezTo>
                <a:cubicBezTo>
                  <a:pt x="87368" y="90131"/>
                  <a:pt x="87791" y="89757"/>
                  <a:pt x="88189" y="89359"/>
                </a:cubicBezTo>
                <a:lnTo>
                  <a:pt x="88289" y="89259"/>
                </a:lnTo>
                <a:lnTo>
                  <a:pt x="88463" y="89085"/>
                </a:lnTo>
                <a:lnTo>
                  <a:pt x="88470" y="89071"/>
                </a:lnTo>
                <a:close/>
                <a:moveTo>
                  <a:pt x="86820" y="90634"/>
                </a:moveTo>
                <a:lnTo>
                  <a:pt x="86820" y="90634"/>
                </a:lnTo>
                <a:cubicBezTo>
                  <a:pt x="86813" y="90640"/>
                  <a:pt x="86806" y="90647"/>
                  <a:pt x="86799" y="90654"/>
                </a:cubicBezTo>
                <a:lnTo>
                  <a:pt x="86799" y="90654"/>
                </a:lnTo>
                <a:cubicBezTo>
                  <a:pt x="86806" y="90647"/>
                  <a:pt x="86813" y="90641"/>
                  <a:pt x="86820" y="90634"/>
                </a:cubicBezTo>
                <a:close/>
                <a:moveTo>
                  <a:pt x="13865" y="90603"/>
                </a:moveTo>
                <a:cubicBezTo>
                  <a:pt x="13889" y="90603"/>
                  <a:pt x="13889" y="90603"/>
                  <a:pt x="13914" y="90628"/>
                </a:cubicBezTo>
                <a:lnTo>
                  <a:pt x="13914" y="90678"/>
                </a:lnTo>
                <a:cubicBezTo>
                  <a:pt x="13889" y="90678"/>
                  <a:pt x="13889" y="90678"/>
                  <a:pt x="13865" y="90628"/>
                </a:cubicBezTo>
                <a:cubicBezTo>
                  <a:pt x="13815" y="90628"/>
                  <a:pt x="13865" y="90628"/>
                  <a:pt x="13865" y="90603"/>
                </a:cubicBezTo>
                <a:close/>
                <a:moveTo>
                  <a:pt x="27505" y="82265"/>
                </a:moveTo>
                <a:cubicBezTo>
                  <a:pt x="28849" y="82464"/>
                  <a:pt x="30193" y="82539"/>
                  <a:pt x="31537" y="82539"/>
                </a:cubicBezTo>
                <a:cubicBezTo>
                  <a:pt x="31861" y="82539"/>
                  <a:pt x="32184" y="82514"/>
                  <a:pt x="32533" y="82514"/>
                </a:cubicBezTo>
                <a:cubicBezTo>
                  <a:pt x="32035" y="84854"/>
                  <a:pt x="31861" y="87368"/>
                  <a:pt x="31985" y="89956"/>
                </a:cubicBezTo>
                <a:cubicBezTo>
                  <a:pt x="29621" y="90603"/>
                  <a:pt x="27355" y="91027"/>
                  <a:pt x="25190" y="91300"/>
                </a:cubicBezTo>
                <a:cubicBezTo>
                  <a:pt x="25613" y="88388"/>
                  <a:pt x="26385" y="85376"/>
                  <a:pt x="27505" y="82265"/>
                </a:cubicBezTo>
                <a:close/>
                <a:moveTo>
                  <a:pt x="1743" y="90504"/>
                </a:moveTo>
                <a:lnTo>
                  <a:pt x="1743" y="90504"/>
                </a:lnTo>
                <a:cubicBezTo>
                  <a:pt x="1792" y="90579"/>
                  <a:pt x="1792" y="90603"/>
                  <a:pt x="1817" y="90678"/>
                </a:cubicBezTo>
                <a:lnTo>
                  <a:pt x="1817" y="90703"/>
                </a:lnTo>
                <a:cubicBezTo>
                  <a:pt x="1842" y="90803"/>
                  <a:pt x="1917" y="90877"/>
                  <a:pt x="1942" y="90977"/>
                </a:cubicBezTo>
                <a:cubicBezTo>
                  <a:pt x="1964" y="91090"/>
                  <a:pt x="1997" y="91204"/>
                  <a:pt x="2036" y="91318"/>
                </a:cubicBezTo>
                <a:lnTo>
                  <a:pt x="2036" y="91318"/>
                </a:lnTo>
                <a:cubicBezTo>
                  <a:pt x="1991" y="91249"/>
                  <a:pt x="1991" y="91224"/>
                  <a:pt x="1967" y="91176"/>
                </a:cubicBezTo>
                <a:cubicBezTo>
                  <a:pt x="1917" y="90952"/>
                  <a:pt x="1817" y="90728"/>
                  <a:pt x="1743" y="90504"/>
                </a:cubicBezTo>
                <a:close/>
                <a:moveTo>
                  <a:pt x="27355" y="82240"/>
                </a:moveTo>
                <a:cubicBezTo>
                  <a:pt x="26235" y="85351"/>
                  <a:pt x="25439" y="88388"/>
                  <a:pt x="24991" y="91325"/>
                </a:cubicBezTo>
                <a:cubicBezTo>
                  <a:pt x="24991" y="91313"/>
                  <a:pt x="24985" y="91307"/>
                  <a:pt x="24975" y="91307"/>
                </a:cubicBezTo>
                <a:cubicBezTo>
                  <a:pt x="24966" y="91307"/>
                  <a:pt x="24954" y="91313"/>
                  <a:pt x="24941" y="91325"/>
                </a:cubicBezTo>
                <a:cubicBezTo>
                  <a:pt x="25364" y="88388"/>
                  <a:pt x="26186" y="85351"/>
                  <a:pt x="27306" y="82240"/>
                </a:cubicBezTo>
                <a:close/>
                <a:moveTo>
                  <a:pt x="18146" y="80373"/>
                </a:moveTo>
                <a:cubicBezTo>
                  <a:pt x="18270" y="80398"/>
                  <a:pt x="18395" y="80473"/>
                  <a:pt x="18544" y="80498"/>
                </a:cubicBezTo>
                <a:cubicBezTo>
                  <a:pt x="18793" y="80597"/>
                  <a:pt x="19042" y="80647"/>
                  <a:pt x="19291" y="80747"/>
                </a:cubicBezTo>
                <a:cubicBezTo>
                  <a:pt x="19465" y="80772"/>
                  <a:pt x="19639" y="80846"/>
                  <a:pt x="19838" y="80871"/>
                </a:cubicBezTo>
                <a:lnTo>
                  <a:pt x="20585" y="81045"/>
                </a:lnTo>
                <a:cubicBezTo>
                  <a:pt x="20734" y="81095"/>
                  <a:pt x="20909" y="81120"/>
                  <a:pt x="21083" y="81145"/>
                </a:cubicBezTo>
                <a:cubicBezTo>
                  <a:pt x="21158" y="81170"/>
                  <a:pt x="21257" y="81170"/>
                  <a:pt x="21357" y="81170"/>
                </a:cubicBezTo>
                <a:lnTo>
                  <a:pt x="21904" y="81269"/>
                </a:lnTo>
                <a:cubicBezTo>
                  <a:pt x="22153" y="81294"/>
                  <a:pt x="22402" y="81344"/>
                  <a:pt x="22651" y="81344"/>
                </a:cubicBezTo>
                <a:cubicBezTo>
                  <a:pt x="22751" y="81344"/>
                  <a:pt x="22850" y="81369"/>
                  <a:pt x="22975" y="81369"/>
                </a:cubicBezTo>
                <a:cubicBezTo>
                  <a:pt x="24344" y="81742"/>
                  <a:pt x="25738" y="82016"/>
                  <a:pt x="27131" y="82240"/>
                </a:cubicBezTo>
                <a:cubicBezTo>
                  <a:pt x="26011" y="85376"/>
                  <a:pt x="25215" y="88463"/>
                  <a:pt x="24767" y="91375"/>
                </a:cubicBezTo>
                <a:cubicBezTo>
                  <a:pt x="23653" y="91474"/>
                  <a:pt x="22564" y="91525"/>
                  <a:pt x="21506" y="91525"/>
                </a:cubicBezTo>
                <a:cubicBezTo>
                  <a:pt x="18829" y="91525"/>
                  <a:pt x="16343" y="91200"/>
                  <a:pt x="14113" y="90504"/>
                </a:cubicBezTo>
                <a:cubicBezTo>
                  <a:pt x="14288" y="88911"/>
                  <a:pt x="14561" y="87268"/>
                  <a:pt x="14985" y="85625"/>
                </a:cubicBezTo>
                <a:cubicBezTo>
                  <a:pt x="15806" y="83783"/>
                  <a:pt x="16876" y="82016"/>
                  <a:pt x="18146" y="80373"/>
                </a:cubicBezTo>
                <a:close/>
                <a:moveTo>
                  <a:pt x="32035" y="90131"/>
                </a:moveTo>
                <a:lnTo>
                  <a:pt x="32035" y="90205"/>
                </a:lnTo>
                <a:cubicBezTo>
                  <a:pt x="29670" y="90852"/>
                  <a:pt x="27355" y="91300"/>
                  <a:pt x="25140" y="91549"/>
                </a:cubicBezTo>
                <a:cubicBezTo>
                  <a:pt x="25140" y="91500"/>
                  <a:pt x="25140" y="91475"/>
                  <a:pt x="25190" y="91475"/>
                </a:cubicBezTo>
                <a:cubicBezTo>
                  <a:pt x="27380" y="91226"/>
                  <a:pt x="29670" y="90803"/>
                  <a:pt x="32035" y="90131"/>
                </a:cubicBezTo>
                <a:close/>
                <a:moveTo>
                  <a:pt x="24966" y="91500"/>
                </a:moveTo>
                <a:lnTo>
                  <a:pt x="24966" y="91574"/>
                </a:lnTo>
                <a:lnTo>
                  <a:pt x="24891" y="91574"/>
                </a:lnTo>
                <a:lnTo>
                  <a:pt x="24891" y="91500"/>
                </a:lnTo>
                <a:close/>
                <a:moveTo>
                  <a:pt x="2041" y="91332"/>
                </a:moveTo>
                <a:cubicBezTo>
                  <a:pt x="2071" y="91418"/>
                  <a:pt x="2104" y="91504"/>
                  <a:pt x="2138" y="91591"/>
                </a:cubicBezTo>
                <a:lnTo>
                  <a:pt x="2138" y="91591"/>
                </a:lnTo>
                <a:cubicBezTo>
                  <a:pt x="2119" y="91560"/>
                  <a:pt x="2101" y="91530"/>
                  <a:pt x="2091" y="91500"/>
                </a:cubicBezTo>
                <a:cubicBezTo>
                  <a:pt x="2091" y="91475"/>
                  <a:pt x="2091" y="91475"/>
                  <a:pt x="2066" y="91450"/>
                </a:cubicBezTo>
                <a:cubicBezTo>
                  <a:pt x="2043" y="91404"/>
                  <a:pt x="2041" y="91359"/>
                  <a:pt x="2041" y="91332"/>
                </a:cubicBezTo>
                <a:close/>
                <a:moveTo>
                  <a:pt x="14064" y="90703"/>
                </a:moveTo>
                <a:cubicBezTo>
                  <a:pt x="16298" y="91389"/>
                  <a:pt x="18732" y="91715"/>
                  <a:pt x="21355" y="91715"/>
                </a:cubicBezTo>
                <a:cubicBezTo>
                  <a:pt x="22444" y="91715"/>
                  <a:pt x="23564" y="91659"/>
                  <a:pt x="24717" y="91549"/>
                </a:cubicBezTo>
                <a:lnTo>
                  <a:pt x="24717" y="91599"/>
                </a:lnTo>
                <a:cubicBezTo>
                  <a:pt x="23572" y="91724"/>
                  <a:pt x="22402" y="91798"/>
                  <a:pt x="21332" y="91798"/>
                </a:cubicBezTo>
                <a:cubicBezTo>
                  <a:pt x="18668" y="91798"/>
                  <a:pt x="16254" y="91450"/>
                  <a:pt x="14064" y="90753"/>
                </a:cubicBezTo>
                <a:lnTo>
                  <a:pt x="14064" y="90703"/>
                </a:lnTo>
                <a:close/>
                <a:moveTo>
                  <a:pt x="46397" y="84505"/>
                </a:moveTo>
                <a:cubicBezTo>
                  <a:pt x="46422" y="84655"/>
                  <a:pt x="46422" y="84779"/>
                  <a:pt x="46447" y="84928"/>
                </a:cubicBezTo>
                <a:cubicBezTo>
                  <a:pt x="46497" y="85252"/>
                  <a:pt x="46522" y="85600"/>
                  <a:pt x="46547" y="85899"/>
                </a:cubicBezTo>
                <a:cubicBezTo>
                  <a:pt x="46547" y="85999"/>
                  <a:pt x="46547" y="86123"/>
                  <a:pt x="46571" y="86223"/>
                </a:cubicBezTo>
                <a:lnTo>
                  <a:pt x="46571" y="86372"/>
                </a:lnTo>
                <a:cubicBezTo>
                  <a:pt x="46571" y="86720"/>
                  <a:pt x="46621" y="87094"/>
                  <a:pt x="46571" y="87417"/>
                </a:cubicBezTo>
                <a:lnTo>
                  <a:pt x="46571" y="87865"/>
                </a:lnTo>
                <a:lnTo>
                  <a:pt x="46571" y="88139"/>
                </a:lnTo>
                <a:cubicBezTo>
                  <a:pt x="46571" y="88463"/>
                  <a:pt x="46547" y="88786"/>
                  <a:pt x="46522" y="89110"/>
                </a:cubicBezTo>
                <a:lnTo>
                  <a:pt x="46422" y="89857"/>
                </a:lnTo>
                <a:cubicBezTo>
                  <a:pt x="46397" y="90205"/>
                  <a:pt x="46323" y="90529"/>
                  <a:pt x="46273" y="90877"/>
                </a:cubicBezTo>
                <a:cubicBezTo>
                  <a:pt x="46248" y="91126"/>
                  <a:pt x="46173" y="91350"/>
                  <a:pt x="46123" y="91599"/>
                </a:cubicBezTo>
                <a:cubicBezTo>
                  <a:pt x="46072" y="91840"/>
                  <a:pt x="46008" y="92070"/>
                  <a:pt x="45949" y="92304"/>
                </a:cubicBezTo>
                <a:lnTo>
                  <a:pt x="45949" y="92304"/>
                </a:lnTo>
                <a:cubicBezTo>
                  <a:pt x="46584" y="89689"/>
                  <a:pt x="46716" y="87036"/>
                  <a:pt x="46372" y="84530"/>
                </a:cubicBezTo>
                <a:cubicBezTo>
                  <a:pt x="46372" y="84530"/>
                  <a:pt x="46397" y="84530"/>
                  <a:pt x="46397" y="84505"/>
                </a:cubicBezTo>
                <a:close/>
                <a:moveTo>
                  <a:pt x="45914" y="92446"/>
                </a:moveTo>
                <a:cubicBezTo>
                  <a:pt x="45900" y="92503"/>
                  <a:pt x="45887" y="92561"/>
                  <a:pt x="45874" y="92620"/>
                </a:cubicBezTo>
                <a:cubicBezTo>
                  <a:pt x="45866" y="92645"/>
                  <a:pt x="45858" y="92670"/>
                  <a:pt x="45850" y="92695"/>
                </a:cubicBezTo>
                <a:lnTo>
                  <a:pt x="45850" y="92695"/>
                </a:lnTo>
                <a:cubicBezTo>
                  <a:pt x="45872" y="92612"/>
                  <a:pt x="45893" y="92529"/>
                  <a:pt x="45914" y="92446"/>
                </a:cubicBezTo>
                <a:close/>
                <a:moveTo>
                  <a:pt x="45626" y="93490"/>
                </a:moveTo>
                <a:cubicBezTo>
                  <a:pt x="45626" y="93490"/>
                  <a:pt x="45626" y="93490"/>
                  <a:pt x="45626" y="93491"/>
                </a:cubicBezTo>
                <a:cubicBezTo>
                  <a:pt x="45624" y="93495"/>
                  <a:pt x="45623" y="93499"/>
                  <a:pt x="45622" y="93503"/>
                </a:cubicBezTo>
                <a:lnTo>
                  <a:pt x="45622" y="93503"/>
                </a:lnTo>
                <a:cubicBezTo>
                  <a:pt x="45623" y="93498"/>
                  <a:pt x="45624" y="93494"/>
                  <a:pt x="45626" y="93490"/>
                </a:cubicBezTo>
                <a:close/>
                <a:moveTo>
                  <a:pt x="70143" y="81244"/>
                </a:moveTo>
                <a:cubicBezTo>
                  <a:pt x="72035" y="83908"/>
                  <a:pt x="73753" y="86696"/>
                  <a:pt x="75146" y="89259"/>
                </a:cubicBezTo>
                <a:cubicBezTo>
                  <a:pt x="72558" y="91101"/>
                  <a:pt x="69944" y="92620"/>
                  <a:pt x="67405" y="93864"/>
                </a:cubicBezTo>
                <a:cubicBezTo>
                  <a:pt x="65638" y="91923"/>
                  <a:pt x="63846" y="89707"/>
                  <a:pt x="62228" y="87442"/>
                </a:cubicBezTo>
                <a:cubicBezTo>
                  <a:pt x="64966" y="85476"/>
                  <a:pt x="67629" y="83410"/>
                  <a:pt x="70143" y="81244"/>
                </a:cubicBezTo>
                <a:close/>
                <a:moveTo>
                  <a:pt x="46148" y="84655"/>
                </a:moveTo>
                <a:lnTo>
                  <a:pt x="46148" y="84655"/>
                </a:lnTo>
                <a:cubicBezTo>
                  <a:pt x="46547" y="87666"/>
                  <a:pt x="46223" y="90852"/>
                  <a:pt x="45227" y="93939"/>
                </a:cubicBezTo>
                <a:cubicBezTo>
                  <a:pt x="44232" y="92819"/>
                  <a:pt x="43510" y="91450"/>
                  <a:pt x="43062" y="89832"/>
                </a:cubicBezTo>
                <a:cubicBezTo>
                  <a:pt x="43734" y="88438"/>
                  <a:pt x="44182" y="86994"/>
                  <a:pt x="44481" y="85526"/>
                </a:cubicBezTo>
                <a:cubicBezTo>
                  <a:pt x="45028" y="85252"/>
                  <a:pt x="45601" y="84953"/>
                  <a:pt x="46148" y="84655"/>
                </a:cubicBezTo>
                <a:close/>
                <a:moveTo>
                  <a:pt x="62079" y="87567"/>
                </a:moveTo>
                <a:cubicBezTo>
                  <a:pt x="63721" y="89832"/>
                  <a:pt x="65464" y="91997"/>
                  <a:pt x="67256" y="93964"/>
                </a:cubicBezTo>
                <a:cubicBezTo>
                  <a:pt x="67206" y="93964"/>
                  <a:pt x="67206" y="93989"/>
                  <a:pt x="67181" y="93989"/>
                </a:cubicBezTo>
                <a:lnTo>
                  <a:pt x="67156" y="93964"/>
                </a:lnTo>
                <a:cubicBezTo>
                  <a:pt x="65389" y="91997"/>
                  <a:pt x="63647" y="89832"/>
                  <a:pt x="62054" y="87592"/>
                </a:cubicBezTo>
                <a:lnTo>
                  <a:pt x="62079" y="87567"/>
                </a:lnTo>
                <a:close/>
                <a:moveTo>
                  <a:pt x="75246" y="89458"/>
                </a:moveTo>
                <a:cubicBezTo>
                  <a:pt x="75246" y="89483"/>
                  <a:pt x="75271" y="89483"/>
                  <a:pt x="75271" y="89508"/>
                </a:cubicBezTo>
                <a:cubicBezTo>
                  <a:pt x="72732" y="91325"/>
                  <a:pt x="70118" y="92844"/>
                  <a:pt x="67555" y="94088"/>
                </a:cubicBezTo>
                <a:cubicBezTo>
                  <a:pt x="67555" y="94088"/>
                  <a:pt x="67530" y="94063"/>
                  <a:pt x="67530" y="94038"/>
                </a:cubicBezTo>
                <a:cubicBezTo>
                  <a:pt x="70069" y="92819"/>
                  <a:pt x="72657" y="91300"/>
                  <a:pt x="75246" y="89458"/>
                </a:cubicBezTo>
                <a:close/>
                <a:moveTo>
                  <a:pt x="45568" y="93678"/>
                </a:moveTo>
                <a:cubicBezTo>
                  <a:pt x="45521" y="93837"/>
                  <a:pt x="45480" y="93988"/>
                  <a:pt x="45426" y="94113"/>
                </a:cubicBezTo>
                <a:cubicBezTo>
                  <a:pt x="45475" y="93968"/>
                  <a:pt x="45522" y="93823"/>
                  <a:pt x="45568" y="93678"/>
                </a:cubicBezTo>
                <a:close/>
                <a:moveTo>
                  <a:pt x="42987" y="90056"/>
                </a:moveTo>
                <a:cubicBezTo>
                  <a:pt x="43435" y="91624"/>
                  <a:pt x="44157" y="92993"/>
                  <a:pt x="45153" y="94113"/>
                </a:cubicBezTo>
                <a:cubicBezTo>
                  <a:pt x="45153" y="94163"/>
                  <a:pt x="45128" y="94188"/>
                  <a:pt x="45128" y="94188"/>
                </a:cubicBezTo>
                <a:cubicBezTo>
                  <a:pt x="44132" y="93068"/>
                  <a:pt x="43385" y="91724"/>
                  <a:pt x="42912" y="90131"/>
                </a:cubicBezTo>
                <a:cubicBezTo>
                  <a:pt x="42937" y="90106"/>
                  <a:pt x="42937" y="90081"/>
                  <a:pt x="42987" y="90056"/>
                </a:cubicBezTo>
                <a:close/>
                <a:moveTo>
                  <a:pt x="67331" y="94113"/>
                </a:moveTo>
                <a:cubicBezTo>
                  <a:pt x="67331" y="94138"/>
                  <a:pt x="67380" y="94138"/>
                  <a:pt x="67380" y="94188"/>
                </a:cubicBezTo>
                <a:cubicBezTo>
                  <a:pt x="67331" y="94188"/>
                  <a:pt x="67331" y="94213"/>
                  <a:pt x="67306" y="94213"/>
                </a:cubicBezTo>
                <a:cubicBezTo>
                  <a:pt x="67306" y="94188"/>
                  <a:pt x="67306" y="94138"/>
                  <a:pt x="67281" y="94138"/>
                </a:cubicBezTo>
                <a:cubicBezTo>
                  <a:pt x="67306" y="94138"/>
                  <a:pt x="67306" y="94113"/>
                  <a:pt x="67331" y="94113"/>
                </a:cubicBezTo>
                <a:close/>
                <a:moveTo>
                  <a:pt x="45352" y="94312"/>
                </a:moveTo>
                <a:cubicBezTo>
                  <a:pt x="45377" y="94362"/>
                  <a:pt x="45352" y="94362"/>
                  <a:pt x="45352" y="94412"/>
                </a:cubicBezTo>
                <a:lnTo>
                  <a:pt x="45302" y="94362"/>
                </a:lnTo>
                <a:cubicBezTo>
                  <a:pt x="45302" y="94337"/>
                  <a:pt x="45302" y="94337"/>
                  <a:pt x="45352" y="94312"/>
                </a:cubicBezTo>
                <a:close/>
                <a:moveTo>
                  <a:pt x="91319" y="90945"/>
                </a:moveTo>
                <a:cubicBezTo>
                  <a:pt x="90031" y="92197"/>
                  <a:pt x="88707" y="93432"/>
                  <a:pt x="87337" y="94644"/>
                </a:cubicBezTo>
                <a:lnTo>
                  <a:pt x="87337" y="94644"/>
                </a:lnTo>
                <a:cubicBezTo>
                  <a:pt x="88780" y="93361"/>
                  <a:pt x="90261" y="91967"/>
                  <a:pt x="91319" y="90945"/>
                </a:cubicBezTo>
                <a:close/>
                <a:moveTo>
                  <a:pt x="58171" y="86098"/>
                </a:moveTo>
                <a:cubicBezTo>
                  <a:pt x="58544" y="87069"/>
                  <a:pt x="58917" y="88015"/>
                  <a:pt x="59191" y="89010"/>
                </a:cubicBezTo>
                <a:cubicBezTo>
                  <a:pt x="56055" y="91126"/>
                  <a:pt x="52869" y="93018"/>
                  <a:pt x="49733" y="94661"/>
                </a:cubicBezTo>
                <a:cubicBezTo>
                  <a:pt x="50131" y="91823"/>
                  <a:pt x="50081" y="88961"/>
                  <a:pt x="49509" y="86272"/>
                </a:cubicBezTo>
                <a:lnTo>
                  <a:pt x="49509" y="86272"/>
                </a:lnTo>
                <a:cubicBezTo>
                  <a:pt x="50629" y="86621"/>
                  <a:pt x="51848" y="86820"/>
                  <a:pt x="53143" y="86820"/>
                </a:cubicBezTo>
                <a:cubicBezTo>
                  <a:pt x="54711" y="86820"/>
                  <a:pt x="56379" y="86571"/>
                  <a:pt x="58171" y="86098"/>
                </a:cubicBezTo>
                <a:close/>
                <a:moveTo>
                  <a:pt x="49286" y="86180"/>
                </a:moveTo>
                <a:cubicBezTo>
                  <a:pt x="49295" y="86198"/>
                  <a:pt x="49337" y="86200"/>
                  <a:pt x="49359" y="86223"/>
                </a:cubicBezTo>
                <a:cubicBezTo>
                  <a:pt x="49907" y="88961"/>
                  <a:pt x="50006" y="91848"/>
                  <a:pt x="49583" y="94735"/>
                </a:cubicBezTo>
                <a:cubicBezTo>
                  <a:pt x="49533" y="94735"/>
                  <a:pt x="49533" y="94760"/>
                  <a:pt x="49509" y="94760"/>
                </a:cubicBezTo>
                <a:cubicBezTo>
                  <a:pt x="49956" y="91850"/>
                  <a:pt x="49882" y="88916"/>
                  <a:pt x="49286" y="86180"/>
                </a:cubicBezTo>
                <a:close/>
                <a:moveTo>
                  <a:pt x="59291" y="89160"/>
                </a:moveTo>
                <a:cubicBezTo>
                  <a:pt x="59291" y="89210"/>
                  <a:pt x="59291" y="89210"/>
                  <a:pt x="59316" y="89234"/>
                </a:cubicBezTo>
                <a:cubicBezTo>
                  <a:pt x="56130" y="91375"/>
                  <a:pt x="52944" y="93267"/>
                  <a:pt x="49733" y="94959"/>
                </a:cubicBezTo>
                <a:lnTo>
                  <a:pt x="49733" y="94860"/>
                </a:lnTo>
                <a:cubicBezTo>
                  <a:pt x="52894" y="93217"/>
                  <a:pt x="56080" y="91325"/>
                  <a:pt x="59291" y="89160"/>
                </a:cubicBezTo>
                <a:close/>
                <a:moveTo>
                  <a:pt x="49509" y="94959"/>
                </a:moveTo>
                <a:lnTo>
                  <a:pt x="49509" y="95059"/>
                </a:lnTo>
                <a:cubicBezTo>
                  <a:pt x="49484" y="95059"/>
                  <a:pt x="49484" y="95084"/>
                  <a:pt x="49459" y="95084"/>
                </a:cubicBezTo>
                <a:lnTo>
                  <a:pt x="49459" y="94984"/>
                </a:lnTo>
                <a:cubicBezTo>
                  <a:pt x="49484" y="94984"/>
                  <a:pt x="49484" y="94959"/>
                  <a:pt x="49509" y="94959"/>
                </a:cubicBezTo>
                <a:close/>
                <a:moveTo>
                  <a:pt x="2763" y="79552"/>
                </a:moveTo>
                <a:cubicBezTo>
                  <a:pt x="3261" y="81195"/>
                  <a:pt x="3933" y="82688"/>
                  <a:pt x="4754" y="84032"/>
                </a:cubicBezTo>
                <a:cubicBezTo>
                  <a:pt x="4680" y="84679"/>
                  <a:pt x="4605" y="85302"/>
                  <a:pt x="4555" y="85974"/>
                </a:cubicBezTo>
                <a:cubicBezTo>
                  <a:pt x="4555" y="86098"/>
                  <a:pt x="4505" y="86173"/>
                  <a:pt x="4505" y="86297"/>
                </a:cubicBezTo>
                <a:cubicBezTo>
                  <a:pt x="4456" y="86969"/>
                  <a:pt x="4431" y="87617"/>
                  <a:pt x="4381" y="88264"/>
                </a:cubicBezTo>
                <a:lnTo>
                  <a:pt x="4381" y="88712"/>
                </a:lnTo>
                <a:lnTo>
                  <a:pt x="4381" y="90255"/>
                </a:lnTo>
                <a:lnTo>
                  <a:pt x="4381" y="90703"/>
                </a:lnTo>
                <a:cubicBezTo>
                  <a:pt x="4431" y="91276"/>
                  <a:pt x="4456" y="91873"/>
                  <a:pt x="4505" y="92470"/>
                </a:cubicBezTo>
                <a:cubicBezTo>
                  <a:pt x="4505" y="92620"/>
                  <a:pt x="4555" y="92769"/>
                  <a:pt x="4580" y="92968"/>
                </a:cubicBezTo>
                <a:cubicBezTo>
                  <a:pt x="4655" y="93565"/>
                  <a:pt x="4729" y="94138"/>
                  <a:pt x="4829" y="94735"/>
                </a:cubicBezTo>
                <a:cubicBezTo>
                  <a:pt x="4829" y="94760"/>
                  <a:pt x="4854" y="94835"/>
                  <a:pt x="4854" y="94860"/>
                </a:cubicBezTo>
                <a:cubicBezTo>
                  <a:pt x="4879" y="95009"/>
                  <a:pt x="4929" y="95134"/>
                  <a:pt x="4953" y="95308"/>
                </a:cubicBezTo>
                <a:cubicBezTo>
                  <a:pt x="3360" y="93317"/>
                  <a:pt x="2215" y="90952"/>
                  <a:pt x="1494" y="88214"/>
                </a:cubicBezTo>
                <a:cubicBezTo>
                  <a:pt x="1444" y="87766"/>
                  <a:pt x="1419" y="87368"/>
                  <a:pt x="1369" y="86944"/>
                </a:cubicBezTo>
                <a:lnTo>
                  <a:pt x="1369" y="86745"/>
                </a:lnTo>
                <a:cubicBezTo>
                  <a:pt x="1344" y="86322"/>
                  <a:pt x="1344" y="85874"/>
                  <a:pt x="1369" y="85426"/>
                </a:cubicBezTo>
                <a:cubicBezTo>
                  <a:pt x="1369" y="85351"/>
                  <a:pt x="1369" y="85227"/>
                  <a:pt x="1394" y="85127"/>
                </a:cubicBezTo>
                <a:cubicBezTo>
                  <a:pt x="1394" y="84978"/>
                  <a:pt x="1444" y="84804"/>
                  <a:pt x="1444" y="84630"/>
                </a:cubicBezTo>
                <a:cubicBezTo>
                  <a:pt x="1593" y="82887"/>
                  <a:pt x="2066" y="81195"/>
                  <a:pt x="2763" y="79552"/>
                </a:cubicBezTo>
                <a:close/>
                <a:moveTo>
                  <a:pt x="75395" y="89707"/>
                </a:moveTo>
                <a:cubicBezTo>
                  <a:pt x="75520" y="89907"/>
                  <a:pt x="75644" y="90155"/>
                  <a:pt x="75744" y="90379"/>
                </a:cubicBezTo>
                <a:cubicBezTo>
                  <a:pt x="75420" y="90628"/>
                  <a:pt x="75122" y="90902"/>
                  <a:pt x="74773" y="91151"/>
                </a:cubicBezTo>
                <a:cubicBezTo>
                  <a:pt x="74524" y="91375"/>
                  <a:pt x="74275" y="91574"/>
                  <a:pt x="74026" y="91773"/>
                </a:cubicBezTo>
                <a:cubicBezTo>
                  <a:pt x="73304" y="92346"/>
                  <a:pt x="72608" y="92893"/>
                  <a:pt x="71886" y="93441"/>
                </a:cubicBezTo>
                <a:cubicBezTo>
                  <a:pt x="71687" y="93590"/>
                  <a:pt x="71512" y="93715"/>
                  <a:pt x="71313" y="93864"/>
                </a:cubicBezTo>
                <a:cubicBezTo>
                  <a:pt x="70641" y="94387"/>
                  <a:pt x="69919" y="94934"/>
                  <a:pt x="69197" y="95432"/>
                </a:cubicBezTo>
                <a:cubicBezTo>
                  <a:pt x="69123" y="95457"/>
                  <a:pt x="69023" y="95532"/>
                  <a:pt x="68949" y="95582"/>
                </a:cubicBezTo>
                <a:cubicBezTo>
                  <a:pt x="68824" y="95457"/>
                  <a:pt x="68700" y="95308"/>
                  <a:pt x="68575" y="95183"/>
                </a:cubicBezTo>
                <a:cubicBezTo>
                  <a:pt x="68301" y="94860"/>
                  <a:pt x="68003" y="94561"/>
                  <a:pt x="67704" y="94238"/>
                </a:cubicBezTo>
                <a:cubicBezTo>
                  <a:pt x="70268" y="92993"/>
                  <a:pt x="72856" y="91475"/>
                  <a:pt x="75395" y="89707"/>
                </a:cubicBezTo>
                <a:close/>
                <a:moveTo>
                  <a:pt x="4929" y="84331"/>
                </a:moveTo>
                <a:cubicBezTo>
                  <a:pt x="4953" y="84356"/>
                  <a:pt x="4953" y="84381"/>
                  <a:pt x="4978" y="84381"/>
                </a:cubicBezTo>
                <a:cubicBezTo>
                  <a:pt x="4929" y="84903"/>
                  <a:pt x="4854" y="85426"/>
                  <a:pt x="4804" y="85949"/>
                </a:cubicBezTo>
                <a:cubicBezTo>
                  <a:pt x="4804" y="86048"/>
                  <a:pt x="4779" y="86223"/>
                  <a:pt x="4779" y="86347"/>
                </a:cubicBezTo>
                <a:cubicBezTo>
                  <a:pt x="4705" y="86969"/>
                  <a:pt x="4680" y="87592"/>
                  <a:pt x="4655" y="88214"/>
                </a:cubicBezTo>
                <a:lnTo>
                  <a:pt x="4655" y="88388"/>
                </a:lnTo>
                <a:cubicBezTo>
                  <a:pt x="4605" y="89010"/>
                  <a:pt x="4655" y="89633"/>
                  <a:pt x="4655" y="90255"/>
                </a:cubicBezTo>
                <a:cubicBezTo>
                  <a:pt x="4655" y="90454"/>
                  <a:pt x="4655" y="90628"/>
                  <a:pt x="4680" y="90852"/>
                </a:cubicBezTo>
                <a:cubicBezTo>
                  <a:pt x="4705" y="91375"/>
                  <a:pt x="4729" y="91923"/>
                  <a:pt x="4779" y="92420"/>
                </a:cubicBezTo>
                <a:cubicBezTo>
                  <a:pt x="4779" y="92495"/>
                  <a:pt x="4779" y="92595"/>
                  <a:pt x="4804" y="92719"/>
                </a:cubicBezTo>
                <a:cubicBezTo>
                  <a:pt x="4854" y="93317"/>
                  <a:pt x="4953" y="93914"/>
                  <a:pt x="5053" y="94462"/>
                </a:cubicBezTo>
                <a:cubicBezTo>
                  <a:pt x="5078" y="94611"/>
                  <a:pt x="5103" y="94785"/>
                  <a:pt x="5128" y="94959"/>
                </a:cubicBezTo>
                <a:cubicBezTo>
                  <a:pt x="5202" y="95208"/>
                  <a:pt x="5227" y="95457"/>
                  <a:pt x="5302" y="95706"/>
                </a:cubicBezTo>
                <a:cubicBezTo>
                  <a:pt x="5277" y="95681"/>
                  <a:pt x="5277" y="95656"/>
                  <a:pt x="5227" y="95607"/>
                </a:cubicBezTo>
                <a:cubicBezTo>
                  <a:pt x="5178" y="95358"/>
                  <a:pt x="5103" y="95084"/>
                  <a:pt x="5053" y="94835"/>
                </a:cubicBezTo>
                <a:cubicBezTo>
                  <a:pt x="5028" y="94735"/>
                  <a:pt x="5028" y="94611"/>
                  <a:pt x="4978" y="94536"/>
                </a:cubicBezTo>
                <a:cubicBezTo>
                  <a:pt x="4904" y="94038"/>
                  <a:pt x="4829" y="93491"/>
                  <a:pt x="4754" y="92968"/>
                </a:cubicBezTo>
                <a:cubicBezTo>
                  <a:pt x="4729" y="92819"/>
                  <a:pt x="4729" y="92694"/>
                  <a:pt x="4705" y="92545"/>
                </a:cubicBezTo>
                <a:cubicBezTo>
                  <a:pt x="4630" y="91972"/>
                  <a:pt x="4605" y="91375"/>
                  <a:pt x="4580" y="90803"/>
                </a:cubicBezTo>
                <a:cubicBezTo>
                  <a:pt x="4580" y="90603"/>
                  <a:pt x="4580" y="90429"/>
                  <a:pt x="4555" y="90205"/>
                </a:cubicBezTo>
                <a:lnTo>
                  <a:pt x="4555" y="88712"/>
                </a:lnTo>
                <a:lnTo>
                  <a:pt x="4555" y="88264"/>
                </a:lnTo>
                <a:cubicBezTo>
                  <a:pt x="4580" y="87641"/>
                  <a:pt x="4605" y="87019"/>
                  <a:pt x="4680" y="86372"/>
                </a:cubicBezTo>
                <a:cubicBezTo>
                  <a:pt x="4680" y="86223"/>
                  <a:pt x="4705" y="86024"/>
                  <a:pt x="4705" y="85874"/>
                </a:cubicBezTo>
                <a:cubicBezTo>
                  <a:pt x="4804" y="85376"/>
                  <a:pt x="4854" y="84854"/>
                  <a:pt x="4929" y="84331"/>
                </a:cubicBezTo>
                <a:close/>
                <a:moveTo>
                  <a:pt x="67530" y="94312"/>
                </a:moveTo>
                <a:lnTo>
                  <a:pt x="68650" y="95507"/>
                </a:lnTo>
                <a:lnTo>
                  <a:pt x="68799" y="95681"/>
                </a:lnTo>
                <a:lnTo>
                  <a:pt x="68774" y="95681"/>
                </a:lnTo>
                <a:cubicBezTo>
                  <a:pt x="68774" y="95706"/>
                  <a:pt x="68774" y="95706"/>
                  <a:pt x="68749" y="95706"/>
                </a:cubicBezTo>
                <a:cubicBezTo>
                  <a:pt x="68525" y="95482"/>
                  <a:pt x="68326" y="95283"/>
                  <a:pt x="68127" y="95059"/>
                </a:cubicBezTo>
                <a:cubicBezTo>
                  <a:pt x="67903" y="94835"/>
                  <a:pt x="67679" y="94611"/>
                  <a:pt x="67505" y="94362"/>
                </a:cubicBezTo>
                <a:lnTo>
                  <a:pt x="67455" y="94337"/>
                </a:lnTo>
                <a:cubicBezTo>
                  <a:pt x="67505" y="94337"/>
                  <a:pt x="67505" y="94312"/>
                  <a:pt x="67530" y="94312"/>
                </a:cubicBezTo>
                <a:close/>
                <a:moveTo>
                  <a:pt x="46621" y="84630"/>
                </a:moveTo>
                <a:cubicBezTo>
                  <a:pt x="47293" y="85252"/>
                  <a:pt x="48140" y="85725"/>
                  <a:pt x="49085" y="86098"/>
                </a:cubicBezTo>
                <a:cubicBezTo>
                  <a:pt x="49708" y="88886"/>
                  <a:pt x="49758" y="91873"/>
                  <a:pt x="49285" y="94860"/>
                </a:cubicBezTo>
                <a:cubicBezTo>
                  <a:pt x="48712" y="95183"/>
                  <a:pt x="48090" y="95482"/>
                  <a:pt x="47492" y="95781"/>
                </a:cubicBezTo>
                <a:cubicBezTo>
                  <a:pt x="46771" y="95358"/>
                  <a:pt x="46148" y="94860"/>
                  <a:pt x="45601" y="94287"/>
                </a:cubicBezTo>
                <a:cubicBezTo>
                  <a:pt x="46099" y="92844"/>
                  <a:pt x="46422" y="91375"/>
                  <a:pt x="46621" y="89882"/>
                </a:cubicBezTo>
                <a:cubicBezTo>
                  <a:pt x="46845" y="88114"/>
                  <a:pt x="46845" y="86372"/>
                  <a:pt x="46621" y="84729"/>
                </a:cubicBezTo>
                <a:lnTo>
                  <a:pt x="46621" y="84630"/>
                </a:lnTo>
                <a:close/>
                <a:moveTo>
                  <a:pt x="75819" y="90504"/>
                </a:moveTo>
                <a:cubicBezTo>
                  <a:pt x="75819" y="90554"/>
                  <a:pt x="75868" y="90554"/>
                  <a:pt x="75868" y="90579"/>
                </a:cubicBezTo>
                <a:cubicBezTo>
                  <a:pt x="75520" y="90852"/>
                  <a:pt x="75171" y="91126"/>
                  <a:pt x="74873" y="91425"/>
                </a:cubicBezTo>
                <a:cubicBezTo>
                  <a:pt x="74624" y="91599"/>
                  <a:pt x="74400" y="91798"/>
                  <a:pt x="74151" y="91997"/>
                </a:cubicBezTo>
                <a:cubicBezTo>
                  <a:pt x="73429" y="92570"/>
                  <a:pt x="72682" y="93167"/>
                  <a:pt x="71985" y="93715"/>
                </a:cubicBezTo>
                <a:cubicBezTo>
                  <a:pt x="71786" y="93839"/>
                  <a:pt x="71637" y="93989"/>
                  <a:pt x="71438" y="94113"/>
                </a:cubicBezTo>
                <a:cubicBezTo>
                  <a:pt x="70691" y="94686"/>
                  <a:pt x="69944" y="95233"/>
                  <a:pt x="69173" y="95781"/>
                </a:cubicBezTo>
                <a:lnTo>
                  <a:pt x="69148" y="95731"/>
                </a:lnTo>
                <a:cubicBezTo>
                  <a:pt x="69123" y="95681"/>
                  <a:pt x="69148" y="95656"/>
                  <a:pt x="69197" y="95607"/>
                </a:cubicBezTo>
                <a:cubicBezTo>
                  <a:pt x="69919" y="95084"/>
                  <a:pt x="70666" y="94561"/>
                  <a:pt x="71388" y="94038"/>
                </a:cubicBezTo>
                <a:cubicBezTo>
                  <a:pt x="71562" y="93864"/>
                  <a:pt x="71761" y="93740"/>
                  <a:pt x="71985" y="93590"/>
                </a:cubicBezTo>
                <a:lnTo>
                  <a:pt x="74126" y="91923"/>
                </a:lnTo>
                <a:cubicBezTo>
                  <a:pt x="74375" y="91724"/>
                  <a:pt x="74574" y="91549"/>
                  <a:pt x="74848" y="91325"/>
                </a:cubicBezTo>
                <a:cubicBezTo>
                  <a:pt x="75171" y="91051"/>
                  <a:pt x="75495" y="90803"/>
                  <a:pt x="75819" y="90504"/>
                </a:cubicBezTo>
                <a:close/>
                <a:moveTo>
                  <a:pt x="2041" y="90404"/>
                </a:moveTo>
                <a:lnTo>
                  <a:pt x="2041" y="90404"/>
                </a:lnTo>
                <a:cubicBezTo>
                  <a:pt x="2788" y="92396"/>
                  <a:pt x="3809" y="94138"/>
                  <a:pt x="5053" y="95681"/>
                </a:cubicBezTo>
                <a:cubicBezTo>
                  <a:pt x="5053" y="95706"/>
                  <a:pt x="5078" y="95756"/>
                  <a:pt x="5078" y="95806"/>
                </a:cubicBezTo>
                <a:cubicBezTo>
                  <a:pt x="4057" y="94561"/>
                  <a:pt x="3186" y="93192"/>
                  <a:pt x="2489" y="91649"/>
                </a:cubicBezTo>
                <a:cubicBezTo>
                  <a:pt x="2315" y="91251"/>
                  <a:pt x="2141" y="90852"/>
                  <a:pt x="2041" y="90404"/>
                </a:cubicBezTo>
                <a:close/>
                <a:moveTo>
                  <a:pt x="45526" y="94486"/>
                </a:moveTo>
                <a:cubicBezTo>
                  <a:pt x="46049" y="95034"/>
                  <a:pt x="46646" y="95482"/>
                  <a:pt x="47293" y="95855"/>
                </a:cubicBezTo>
                <a:cubicBezTo>
                  <a:pt x="47268" y="95855"/>
                  <a:pt x="47268" y="95905"/>
                  <a:pt x="47244" y="95905"/>
                </a:cubicBezTo>
                <a:cubicBezTo>
                  <a:pt x="46596" y="95532"/>
                  <a:pt x="46024" y="95084"/>
                  <a:pt x="45501" y="94561"/>
                </a:cubicBezTo>
                <a:cubicBezTo>
                  <a:pt x="45501" y="94511"/>
                  <a:pt x="45501" y="94511"/>
                  <a:pt x="45526" y="94486"/>
                </a:cubicBezTo>
                <a:close/>
                <a:moveTo>
                  <a:pt x="68874" y="95806"/>
                </a:moveTo>
                <a:cubicBezTo>
                  <a:pt x="68924" y="95831"/>
                  <a:pt x="68924" y="95831"/>
                  <a:pt x="68949" y="95855"/>
                </a:cubicBezTo>
                <a:lnTo>
                  <a:pt x="68899" y="95905"/>
                </a:lnTo>
                <a:lnTo>
                  <a:pt x="68874" y="95855"/>
                </a:lnTo>
                <a:lnTo>
                  <a:pt x="68824" y="95831"/>
                </a:lnTo>
                <a:lnTo>
                  <a:pt x="68874" y="95806"/>
                </a:lnTo>
                <a:close/>
                <a:moveTo>
                  <a:pt x="49235" y="95084"/>
                </a:moveTo>
                <a:lnTo>
                  <a:pt x="49235" y="95183"/>
                </a:lnTo>
                <a:cubicBezTo>
                  <a:pt x="48737" y="95457"/>
                  <a:pt x="48264" y="95706"/>
                  <a:pt x="47766" y="95930"/>
                </a:cubicBezTo>
                <a:cubicBezTo>
                  <a:pt x="47741" y="95905"/>
                  <a:pt x="47716" y="95905"/>
                  <a:pt x="47667" y="95855"/>
                </a:cubicBezTo>
                <a:cubicBezTo>
                  <a:pt x="48189" y="95607"/>
                  <a:pt x="48712" y="95333"/>
                  <a:pt x="49235" y="95084"/>
                </a:cubicBezTo>
                <a:close/>
                <a:moveTo>
                  <a:pt x="47492" y="95980"/>
                </a:moveTo>
                <a:cubicBezTo>
                  <a:pt x="47517" y="96005"/>
                  <a:pt x="47542" y="96005"/>
                  <a:pt x="47592" y="96055"/>
                </a:cubicBezTo>
                <a:cubicBezTo>
                  <a:pt x="47542" y="96055"/>
                  <a:pt x="47542" y="96079"/>
                  <a:pt x="47517" y="96079"/>
                </a:cubicBezTo>
                <a:cubicBezTo>
                  <a:pt x="47492" y="96055"/>
                  <a:pt x="47468" y="96055"/>
                  <a:pt x="47418" y="96030"/>
                </a:cubicBezTo>
                <a:cubicBezTo>
                  <a:pt x="47468" y="96030"/>
                  <a:pt x="47468" y="95980"/>
                  <a:pt x="47492" y="95980"/>
                </a:cubicBezTo>
                <a:close/>
                <a:moveTo>
                  <a:pt x="5302" y="96005"/>
                </a:moveTo>
                <a:lnTo>
                  <a:pt x="5302" y="96005"/>
                </a:lnTo>
                <a:cubicBezTo>
                  <a:pt x="5327" y="96055"/>
                  <a:pt x="5352" y="96079"/>
                  <a:pt x="5352" y="96104"/>
                </a:cubicBezTo>
                <a:cubicBezTo>
                  <a:pt x="5352" y="96154"/>
                  <a:pt x="5402" y="96204"/>
                  <a:pt x="5402" y="96229"/>
                </a:cubicBezTo>
                <a:lnTo>
                  <a:pt x="5302" y="96129"/>
                </a:lnTo>
                <a:cubicBezTo>
                  <a:pt x="5327" y="96104"/>
                  <a:pt x="5327" y="96055"/>
                  <a:pt x="5302" y="96005"/>
                </a:cubicBezTo>
                <a:close/>
                <a:moveTo>
                  <a:pt x="61855" y="87666"/>
                </a:moveTo>
                <a:cubicBezTo>
                  <a:pt x="61979" y="87865"/>
                  <a:pt x="62128" y="88040"/>
                  <a:pt x="62303" y="88239"/>
                </a:cubicBezTo>
                <a:cubicBezTo>
                  <a:pt x="62726" y="88836"/>
                  <a:pt x="63174" y="89434"/>
                  <a:pt x="63597" y="89981"/>
                </a:cubicBezTo>
                <a:cubicBezTo>
                  <a:pt x="63746" y="90205"/>
                  <a:pt x="63921" y="90379"/>
                  <a:pt x="64070" y="90603"/>
                </a:cubicBezTo>
                <a:cubicBezTo>
                  <a:pt x="64692" y="91375"/>
                  <a:pt x="65314" y="92172"/>
                  <a:pt x="65937" y="92893"/>
                </a:cubicBezTo>
                <a:cubicBezTo>
                  <a:pt x="66211" y="93242"/>
                  <a:pt x="66484" y="93565"/>
                  <a:pt x="66783" y="93864"/>
                </a:cubicBezTo>
                <a:cubicBezTo>
                  <a:pt x="66833" y="93939"/>
                  <a:pt x="66907" y="93989"/>
                  <a:pt x="66932" y="94063"/>
                </a:cubicBezTo>
                <a:cubicBezTo>
                  <a:pt x="64866" y="95034"/>
                  <a:pt x="62875" y="95806"/>
                  <a:pt x="60959" y="96328"/>
                </a:cubicBezTo>
                <a:cubicBezTo>
                  <a:pt x="60834" y="93964"/>
                  <a:pt x="60411" y="91549"/>
                  <a:pt x="59714" y="89160"/>
                </a:cubicBezTo>
                <a:cubicBezTo>
                  <a:pt x="60436" y="88662"/>
                  <a:pt x="61158" y="88214"/>
                  <a:pt x="61855" y="87666"/>
                </a:cubicBezTo>
                <a:close/>
                <a:moveTo>
                  <a:pt x="2763" y="92844"/>
                </a:moveTo>
                <a:cubicBezTo>
                  <a:pt x="3186" y="93615"/>
                  <a:pt x="3634" y="94362"/>
                  <a:pt x="4182" y="95084"/>
                </a:cubicBezTo>
                <a:cubicBezTo>
                  <a:pt x="4207" y="95109"/>
                  <a:pt x="4232" y="95158"/>
                  <a:pt x="4257" y="95208"/>
                </a:cubicBezTo>
                <a:cubicBezTo>
                  <a:pt x="4555" y="95582"/>
                  <a:pt x="4829" y="95930"/>
                  <a:pt x="5128" y="96279"/>
                </a:cubicBezTo>
                <a:cubicBezTo>
                  <a:pt x="5153" y="96279"/>
                  <a:pt x="5153" y="96303"/>
                  <a:pt x="5178" y="96303"/>
                </a:cubicBezTo>
                <a:lnTo>
                  <a:pt x="5202" y="96403"/>
                </a:lnTo>
                <a:lnTo>
                  <a:pt x="4456" y="95557"/>
                </a:lnTo>
                <a:lnTo>
                  <a:pt x="4381" y="95482"/>
                </a:lnTo>
                <a:cubicBezTo>
                  <a:pt x="4082" y="95084"/>
                  <a:pt x="3809" y="94686"/>
                  <a:pt x="3510" y="94287"/>
                </a:cubicBezTo>
                <a:cubicBezTo>
                  <a:pt x="3510" y="94238"/>
                  <a:pt x="3485" y="94238"/>
                  <a:pt x="3485" y="94213"/>
                </a:cubicBezTo>
                <a:cubicBezTo>
                  <a:pt x="3261" y="93864"/>
                  <a:pt x="3087" y="93541"/>
                  <a:pt x="2888" y="93192"/>
                </a:cubicBezTo>
                <a:cubicBezTo>
                  <a:pt x="2863" y="93068"/>
                  <a:pt x="2813" y="92968"/>
                  <a:pt x="2763" y="92844"/>
                </a:cubicBezTo>
                <a:close/>
                <a:moveTo>
                  <a:pt x="59565" y="89284"/>
                </a:moveTo>
                <a:cubicBezTo>
                  <a:pt x="60237" y="91624"/>
                  <a:pt x="60685" y="94063"/>
                  <a:pt x="60834" y="96428"/>
                </a:cubicBezTo>
                <a:cubicBezTo>
                  <a:pt x="60809" y="96428"/>
                  <a:pt x="60809" y="96428"/>
                  <a:pt x="60784" y="96453"/>
                </a:cubicBezTo>
                <a:cubicBezTo>
                  <a:pt x="60585" y="94063"/>
                  <a:pt x="60187" y="91649"/>
                  <a:pt x="59490" y="89334"/>
                </a:cubicBezTo>
                <a:cubicBezTo>
                  <a:pt x="59540" y="89334"/>
                  <a:pt x="59540" y="89284"/>
                  <a:pt x="59565" y="89284"/>
                </a:cubicBezTo>
                <a:close/>
                <a:moveTo>
                  <a:pt x="49210" y="95432"/>
                </a:moveTo>
                <a:cubicBezTo>
                  <a:pt x="49135" y="95781"/>
                  <a:pt x="49085" y="96154"/>
                  <a:pt x="48986" y="96478"/>
                </a:cubicBezTo>
                <a:cubicBezTo>
                  <a:pt x="48637" y="96353"/>
                  <a:pt x="48289" y="96204"/>
                  <a:pt x="47990" y="96055"/>
                </a:cubicBezTo>
                <a:cubicBezTo>
                  <a:pt x="48388" y="95855"/>
                  <a:pt x="48787" y="95656"/>
                  <a:pt x="49210" y="95432"/>
                </a:cubicBezTo>
                <a:close/>
                <a:moveTo>
                  <a:pt x="67132" y="94213"/>
                </a:moveTo>
                <a:lnTo>
                  <a:pt x="67132" y="94213"/>
                </a:lnTo>
                <a:cubicBezTo>
                  <a:pt x="67107" y="94238"/>
                  <a:pt x="67156" y="94287"/>
                  <a:pt x="67156" y="94287"/>
                </a:cubicBezTo>
                <a:cubicBezTo>
                  <a:pt x="65066" y="95283"/>
                  <a:pt x="63024" y="96030"/>
                  <a:pt x="61033" y="96577"/>
                </a:cubicBezTo>
                <a:lnTo>
                  <a:pt x="61033" y="96528"/>
                </a:lnTo>
                <a:cubicBezTo>
                  <a:pt x="62975" y="95955"/>
                  <a:pt x="65041" y="95183"/>
                  <a:pt x="67132" y="94213"/>
                </a:cubicBezTo>
                <a:close/>
                <a:moveTo>
                  <a:pt x="49484" y="95308"/>
                </a:moveTo>
                <a:cubicBezTo>
                  <a:pt x="49409" y="95731"/>
                  <a:pt x="49334" y="96179"/>
                  <a:pt x="49235" y="96602"/>
                </a:cubicBezTo>
                <a:cubicBezTo>
                  <a:pt x="49210" y="96602"/>
                  <a:pt x="49160" y="96577"/>
                  <a:pt x="49160" y="96577"/>
                </a:cubicBezTo>
                <a:cubicBezTo>
                  <a:pt x="49260" y="96179"/>
                  <a:pt x="49359" y="95731"/>
                  <a:pt x="49409" y="95333"/>
                </a:cubicBezTo>
                <a:cubicBezTo>
                  <a:pt x="49459" y="95333"/>
                  <a:pt x="49459" y="95308"/>
                  <a:pt x="49484" y="95308"/>
                </a:cubicBezTo>
                <a:close/>
                <a:moveTo>
                  <a:pt x="60834" y="96577"/>
                </a:moveTo>
                <a:lnTo>
                  <a:pt x="60834" y="96627"/>
                </a:lnTo>
                <a:cubicBezTo>
                  <a:pt x="60809" y="96627"/>
                  <a:pt x="60809" y="96627"/>
                  <a:pt x="60784" y="96677"/>
                </a:cubicBezTo>
                <a:cubicBezTo>
                  <a:pt x="60809" y="96627"/>
                  <a:pt x="60784" y="96627"/>
                  <a:pt x="60784" y="96602"/>
                </a:cubicBezTo>
                <a:cubicBezTo>
                  <a:pt x="60809" y="96602"/>
                  <a:pt x="60809" y="96602"/>
                  <a:pt x="60834" y="96577"/>
                </a:cubicBezTo>
                <a:close/>
                <a:moveTo>
                  <a:pt x="47791" y="96129"/>
                </a:moveTo>
                <a:cubicBezTo>
                  <a:pt x="48140" y="96353"/>
                  <a:pt x="48538" y="96528"/>
                  <a:pt x="48961" y="96677"/>
                </a:cubicBezTo>
                <a:lnTo>
                  <a:pt x="48961" y="96727"/>
                </a:lnTo>
                <a:cubicBezTo>
                  <a:pt x="48513" y="96577"/>
                  <a:pt x="48115" y="96378"/>
                  <a:pt x="47741" y="96179"/>
                </a:cubicBezTo>
                <a:cubicBezTo>
                  <a:pt x="47766" y="96179"/>
                  <a:pt x="47766" y="96129"/>
                  <a:pt x="47791" y="96129"/>
                </a:cubicBezTo>
                <a:close/>
                <a:moveTo>
                  <a:pt x="5451" y="96602"/>
                </a:moveTo>
                <a:lnTo>
                  <a:pt x="5526" y="96702"/>
                </a:lnTo>
                <a:lnTo>
                  <a:pt x="5526" y="96727"/>
                </a:lnTo>
                <a:lnTo>
                  <a:pt x="5551" y="96826"/>
                </a:lnTo>
                <a:lnTo>
                  <a:pt x="5551" y="96826"/>
                </a:lnTo>
                <a:lnTo>
                  <a:pt x="5451" y="96727"/>
                </a:lnTo>
                <a:lnTo>
                  <a:pt x="5451" y="96602"/>
                </a:lnTo>
                <a:close/>
                <a:moveTo>
                  <a:pt x="49110" y="96776"/>
                </a:moveTo>
                <a:cubicBezTo>
                  <a:pt x="49135" y="96776"/>
                  <a:pt x="49135" y="96776"/>
                  <a:pt x="49160" y="96801"/>
                </a:cubicBezTo>
                <a:lnTo>
                  <a:pt x="49160" y="96851"/>
                </a:lnTo>
                <a:lnTo>
                  <a:pt x="49135" y="96851"/>
                </a:lnTo>
                <a:cubicBezTo>
                  <a:pt x="49135" y="96826"/>
                  <a:pt x="49110" y="96826"/>
                  <a:pt x="49110" y="96826"/>
                </a:cubicBezTo>
                <a:lnTo>
                  <a:pt x="49110" y="96776"/>
                </a:lnTo>
                <a:close/>
                <a:moveTo>
                  <a:pt x="89658" y="77685"/>
                </a:moveTo>
                <a:cubicBezTo>
                  <a:pt x="91948" y="79079"/>
                  <a:pt x="94064" y="80174"/>
                  <a:pt x="95881" y="80896"/>
                </a:cubicBezTo>
                <a:cubicBezTo>
                  <a:pt x="95781" y="81020"/>
                  <a:pt x="95682" y="81145"/>
                  <a:pt x="95557" y="81269"/>
                </a:cubicBezTo>
                <a:cubicBezTo>
                  <a:pt x="95383" y="81493"/>
                  <a:pt x="95209" y="81692"/>
                  <a:pt x="95034" y="81916"/>
                </a:cubicBezTo>
                <a:cubicBezTo>
                  <a:pt x="94711" y="82290"/>
                  <a:pt x="94437" y="82663"/>
                  <a:pt x="94138" y="83012"/>
                </a:cubicBezTo>
                <a:cubicBezTo>
                  <a:pt x="94014" y="83136"/>
                  <a:pt x="93889" y="83286"/>
                  <a:pt x="93790" y="83410"/>
                </a:cubicBezTo>
                <a:cubicBezTo>
                  <a:pt x="93068" y="84231"/>
                  <a:pt x="92346" y="85028"/>
                  <a:pt x="91599" y="85849"/>
                </a:cubicBezTo>
                <a:cubicBezTo>
                  <a:pt x="91550" y="85899"/>
                  <a:pt x="91475" y="85974"/>
                  <a:pt x="91425" y="86048"/>
                </a:cubicBezTo>
                <a:cubicBezTo>
                  <a:pt x="91052" y="86422"/>
                  <a:pt x="90703" y="86845"/>
                  <a:pt x="90330" y="87218"/>
                </a:cubicBezTo>
                <a:cubicBezTo>
                  <a:pt x="90106" y="87417"/>
                  <a:pt x="89932" y="87641"/>
                  <a:pt x="89708" y="87841"/>
                </a:cubicBezTo>
                <a:lnTo>
                  <a:pt x="88948" y="88600"/>
                </a:lnTo>
                <a:lnTo>
                  <a:pt x="88948" y="88600"/>
                </a:lnTo>
                <a:cubicBezTo>
                  <a:pt x="89233" y="88330"/>
                  <a:pt x="89515" y="88058"/>
                  <a:pt x="89807" y="87766"/>
                </a:cubicBezTo>
                <a:lnTo>
                  <a:pt x="89982" y="87592"/>
                </a:lnTo>
                <a:cubicBezTo>
                  <a:pt x="90405" y="87168"/>
                  <a:pt x="90778" y="86770"/>
                  <a:pt x="91176" y="86372"/>
                </a:cubicBezTo>
                <a:lnTo>
                  <a:pt x="91326" y="86223"/>
                </a:lnTo>
                <a:cubicBezTo>
                  <a:pt x="91351" y="86173"/>
                  <a:pt x="91400" y="86123"/>
                  <a:pt x="91450" y="86098"/>
                </a:cubicBezTo>
                <a:lnTo>
                  <a:pt x="91525" y="86024"/>
                </a:lnTo>
                <a:cubicBezTo>
                  <a:pt x="93093" y="84356"/>
                  <a:pt x="94586" y="82638"/>
                  <a:pt x="96030" y="80871"/>
                </a:cubicBezTo>
                <a:lnTo>
                  <a:pt x="96080" y="80871"/>
                </a:lnTo>
                <a:cubicBezTo>
                  <a:pt x="95084" y="82066"/>
                  <a:pt x="94064" y="83286"/>
                  <a:pt x="93018" y="84505"/>
                </a:cubicBezTo>
                <a:cubicBezTo>
                  <a:pt x="92944" y="84605"/>
                  <a:pt x="92894" y="84655"/>
                  <a:pt x="92794" y="84754"/>
                </a:cubicBezTo>
                <a:cubicBezTo>
                  <a:pt x="91674" y="85999"/>
                  <a:pt x="90479" y="87218"/>
                  <a:pt x="89285" y="88413"/>
                </a:cubicBezTo>
                <a:lnTo>
                  <a:pt x="89235" y="88463"/>
                </a:lnTo>
                <a:cubicBezTo>
                  <a:pt x="88737" y="88911"/>
                  <a:pt x="88239" y="89409"/>
                  <a:pt x="87741" y="89882"/>
                </a:cubicBezTo>
                <a:lnTo>
                  <a:pt x="87617" y="90006"/>
                </a:lnTo>
                <a:lnTo>
                  <a:pt x="87567" y="90081"/>
                </a:lnTo>
                <a:cubicBezTo>
                  <a:pt x="87119" y="90479"/>
                  <a:pt x="86671" y="90902"/>
                  <a:pt x="86198" y="91325"/>
                </a:cubicBezTo>
                <a:lnTo>
                  <a:pt x="86123" y="91375"/>
                </a:lnTo>
                <a:cubicBezTo>
                  <a:pt x="86049" y="91475"/>
                  <a:pt x="85949" y="91524"/>
                  <a:pt x="85850" y="91624"/>
                </a:cubicBezTo>
                <a:cubicBezTo>
                  <a:pt x="85426" y="91997"/>
                  <a:pt x="85003" y="92371"/>
                  <a:pt x="84580" y="92719"/>
                </a:cubicBezTo>
                <a:cubicBezTo>
                  <a:pt x="84431" y="92844"/>
                  <a:pt x="84257" y="92968"/>
                  <a:pt x="84132" y="93093"/>
                </a:cubicBezTo>
                <a:cubicBezTo>
                  <a:pt x="83734" y="93441"/>
                  <a:pt x="83311" y="93765"/>
                  <a:pt x="82888" y="94113"/>
                </a:cubicBezTo>
                <a:cubicBezTo>
                  <a:pt x="82738" y="94238"/>
                  <a:pt x="82564" y="94387"/>
                  <a:pt x="82390" y="94511"/>
                </a:cubicBezTo>
                <a:cubicBezTo>
                  <a:pt x="82327" y="94564"/>
                  <a:pt x="82264" y="94616"/>
                  <a:pt x="82200" y="94667"/>
                </a:cubicBezTo>
                <a:lnTo>
                  <a:pt x="82200" y="94667"/>
                </a:lnTo>
                <a:lnTo>
                  <a:pt x="82216" y="94636"/>
                </a:lnTo>
                <a:cubicBezTo>
                  <a:pt x="82589" y="94362"/>
                  <a:pt x="82962" y="94063"/>
                  <a:pt x="83311" y="93740"/>
                </a:cubicBezTo>
                <a:cubicBezTo>
                  <a:pt x="83336" y="93715"/>
                  <a:pt x="83385" y="93690"/>
                  <a:pt x="83435" y="93615"/>
                </a:cubicBezTo>
                <a:cubicBezTo>
                  <a:pt x="83560" y="93516"/>
                  <a:pt x="83684" y="93416"/>
                  <a:pt x="83809" y="93317"/>
                </a:cubicBezTo>
                <a:lnTo>
                  <a:pt x="83833" y="93267"/>
                </a:lnTo>
                <a:cubicBezTo>
                  <a:pt x="83958" y="93192"/>
                  <a:pt x="84082" y="93068"/>
                  <a:pt x="84207" y="92968"/>
                </a:cubicBezTo>
                <a:cubicBezTo>
                  <a:pt x="84431" y="92769"/>
                  <a:pt x="84630" y="92595"/>
                  <a:pt x="84829" y="92445"/>
                </a:cubicBezTo>
                <a:cubicBezTo>
                  <a:pt x="84879" y="92371"/>
                  <a:pt x="84954" y="92346"/>
                  <a:pt x="84978" y="92271"/>
                </a:cubicBezTo>
                <a:cubicBezTo>
                  <a:pt x="85053" y="92221"/>
                  <a:pt x="85103" y="92196"/>
                  <a:pt x="85178" y="92122"/>
                </a:cubicBezTo>
                <a:cubicBezTo>
                  <a:pt x="85227" y="92072"/>
                  <a:pt x="85302" y="92022"/>
                  <a:pt x="85352" y="91972"/>
                </a:cubicBezTo>
                <a:lnTo>
                  <a:pt x="85451" y="91873"/>
                </a:lnTo>
                <a:cubicBezTo>
                  <a:pt x="85850" y="91524"/>
                  <a:pt x="86223" y="91201"/>
                  <a:pt x="86596" y="90852"/>
                </a:cubicBezTo>
                <a:cubicBezTo>
                  <a:pt x="86664" y="90785"/>
                  <a:pt x="86731" y="90718"/>
                  <a:pt x="86799" y="90654"/>
                </a:cubicBezTo>
                <a:lnTo>
                  <a:pt x="86799" y="90654"/>
                </a:lnTo>
                <a:cubicBezTo>
                  <a:pt x="86756" y="90693"/>
                  <a:pt x="86714" y="90727"/>
                  <a:pt x="86671" y="90753"/>
                </a:cubicBezTo>
                <a:cubicBezTo>
                  <a:pt x="86248" y="91101"/>
                  <a:pt x="85875" y="91475"/>
                  <a:pt x="85476" y="91823"/>
                </a:cubicBezTo>
                <a:cubicBezTo>
                  <a:pt x="85327" y="91948"/>
                  <a:pt x="85178" y="92097"/>
                  <a:pt x="85003" y="92221"/>
                </a:cubicBezTo>
                <a:cubicBezTo>
                  <a:pt x="84630" y="92545"/>
                  <a:pt x="84257" y="92869"/>
                  <a:pt x="83883" y="93192"/>
                </a:cubicBezTo>
                <a:lnTo>
                  <a:pt x="83336" y="93665"/>
                </a:lnTo>
                <a:cubicBezTo>
                  <a:pt x="82987" y="93939"/>
                  <a:pt x="82614" y="94238"/>
                  <a:pt x="82240" y="94536"/>
                </a:cubicBezTo>
                <a:cubicBezTo>
                  <a:pt x="82016" y="94710"/>
                  <a:pt x="81817" y="94860"/>
                  <a:pt x="81568" y="95059"/>
                </a:cubicBezTo>
                <a:cubicBezTo>
                  <a:pt x="81220" y="95308"/>
                  <a:pt x="80871" y="95582"/>
                  <a:pt x="80523" y="95831"/>
                </a:cubicBezTo>
                <a:lnTo>
                  <a:pt x="79776" y="96403"/>
                </a:lnTo>
                <a:cubicBezTo>
                  <a:pt x="79751" y="96428"/>
                  <a:pt x="79702" y="96453"/>
                  <a:pt x="79652" y="96478"/>
                </a:cubicBezTo>
                <a:cubicBezTo>
                  <a:pt x="79453" y="96652"/>
                  <a:pt x="79204" y="96826"/>
                  <a:pt x="78980" y="96976"/>
                </a:cubicBezTo>
                <a:cubicBezTo>
                  <a:pt x="78905" y="96776"/>
                  <a:pt x="78855" y="96577"/>
                  <a:pt x="78781" y="96403"/>
                </a:cubicBezTo>
                <a:cubicBezTo>
                  <a:pt x="78731" y="96179"/>
                  <a:pt x="78656" y="95980"/>
                  <a:pt x="78606" y="95781"/>
                </a:cubicBezTo>
                <a:cubicBezTo>
                  <a:pt x="78532" y="95557"/>
                  <a:pt x="78432" y="95333"/>
                  <a:pt x="78382" y="95109"/>
                </a:cubicBezTo>
                <a:cubicBezTo>
                  <a:pt x="78283" y="94860"/>
                  <a:pt x="78183" y="94586"/>
                  <a:pt x="78059" y="94312"/>
                </a:cubicBezTo>
                <a:cubicBezTo>
                  <a:pt x="78009" y="94138"/>
                  <a:pt x="77959" y="93989"/>
                  <a:pt x="77884" y="93864"/>
                </a:cubicBezTo>
                <a:cubicBezTo>
                  <a:pt x="77735" y="93491"/>
                  <a:pt x="77561" y="93167"/>
                  <a:pt x="77412" y="92794"/>
                </a:cubicBezTo>
                <a:cubicBezTo>
                  <a:pt x="77412" y="92744"/>
                  <a:pt x="77387" y="92719"/>
                  <a:pt x="77362" y="92694"/>
                </a:cubicBezTo>
                <a:cubicBezTo>
                  <a:pt x="77038" y="91972"/>
                  <a:pt x="76665" y="91226"/>
                  <a:pt x="76291" y="90479"/>
                </a:cubicBezTo>
                <a:cubicBezTo>
                  <a:pt x="76416" y="90379"/>
                  <a:pt x="76540" y="90280"/>
                  <a:pt x="76640" y="90205"/>
                </a:cubicBezTo>
                <a:cubicBezTo>
                  <a:pt x="76988" y="89931"/>
                  <a:pt x="77287" y="89633"/>
                  <a:pt x="77636" y="89359"/>
                </a:cubicBezTo>
                <a:cubicBezTo>
                  <a:pt x="78133" y="88936"/>
                  <a:pt x="78631" y="88513"/>
                  <a:pt x="79104" y="88089"/>
                </a:cubicBezTo>
                <a:cubicBezTo>
                  <a:pt x="79453" y="87766"/>
                  <a:pt x="79776" y="87492"/>
                  <a:pt x="80125" y="87193"/>
                </a:cubicBezTo>
                <a:cubicBezTo>
                  <a:pt x="80697" y="86671"/>
                  <a:pt x="81220" y="86198"/>
                  <a:pt x="81743" y="85700"/>
                </a:cubicBezTo>
                <a:cubicBezTo>
                  <a:pt x="82116" y="85351"/>
                  <a:pt x="82489" y="85003"/>
                  <a:pt x="82838" y="84655"/>
                </a:cubicBezTo>
                <a:cubicBezTo>
                  <a:pt x="83136" y="84381"/>
                  <a:pt x="83460" y="84082"/>
                  <a:pt x="83734" y="83783"/>
                </a:cubicBezTo>
                <a:cubicBezTo>
                  <a:pt x="84306" y="83261"/>
                  <a:pt x="84829" y="82738"/>
                  <a:pt x="85352" y="82165"/>
                </a:cubicBezTo>
                <a:lnTo>
                  <a:pt x="86323" y="81195"/>
                </a:lnTo>
                <a:cubicBezTo>
                  <a:pt x="86671" y="80871"/>
                  <a:pt x="86970" y="80523"/>
                  <a:pt x="87318" y="80174"/>
                </a:cubicBezTo>
                <a:lnTo>
                  <a:pt x="88911" y="78506"/>
                </a:lnTo>
                <a:cubicBezTo>
                  <a:pt x="89160" y="78258"/>
                  <a:pt x="89359" y="77959"/>
                  <a:pt x="89608" y="77710"/>
                </a:cubicBezTo>
                <a:lnTo>
                  <a:pt x="89658" y="77685"/>
                </a:lnTo>
                <a:close/>
                <a:moveTo>
                  <a:pt x="76117" y="90603"/>
                </a:moveTo>
                <a:cubicBezTo>
                  <a:pt x="76764" y="91873"/>
                  <a:pt x="77312" y="93093"/>
                  <a:pt x="77785" y="94238"/>
                </a:cubicBezTo>
                <a:lnTo>
                  <a:pt x="77884" y="94437"/>
                </a:lnTo>
                <a:cubicBezTo>
                  <a:pt x="78009" y="94735"/>
                  <a:pt x="78108" y="95059"/>
                  <a:pt x="78233" y="95333"/>
                </a:cubicBezTo>
                <a:cubicBezTo>
                  <a:pt x="78283" y="95507"/>
                  <a:pt x="78357" y="95681"/>
                  <a:pt x="78407" y="95855"/>
                </a:cubicBezTo>
                <a:cubicBezTo>
                  <a:pt x="78507" y="96079"/>
                  <a:pt x="78532" y="96303"/>
                  <a:pt x="78631" y="96552"/>
                </a:cubicBezTo>
                <a:cubicBezTo>
                  <a:pt x="78681" y="96702"/>
                  <a:pt x="78731" y="96876"/>
                  <a:pt x="78781" y="97050"/>
                </a:cubicBezTo>
                <a:cubicBezTo>
                  <a:pt x="78756" y="97050"/>
                  <a:pt x="78756" y="97075"/>
                  <a:pt x="78731" y="97075"/>
                </a:cubicBezTo>
                <a:cubicBezTo>
                  <a:pt x="78706" y="96926"/>
                  <a:pt x="78631" y="96727"/>
                  <a:pt x="78581" y="96577"/>
                </a:cubicBezTo>
                <a:cubicBezTo>
                  <a:pt x="78507" y="96353"/>
                  <a:pt x="78457" y="96179"/>
                  <a:pt x="78382" y="95955"/>
                </a:cubicBezTo>
                <a:cubicBezTo>
                  <a:pt x="78308" y="95756"/>
                  <a:pt x="78258" y="95582"/>
                  <a:pt x="78183" y="95432"/>
                </a:cubicBezTo>
                <a:cubicBezTo>
                  <a:pt x="78108" y="95158"/>
                  <a:pt x="77984" y="94860"/>
                  <a:pt x="77884" y="94561"/>
                </a:cubicBezTo>
                <a:cubicBezTo>
                  <a:pt x="77860" y="94511"/>
                  <a:pt x="77860" y="94462"/>
                  <a:pt x="77810" y="94412"/>
                </a:cubicBezTo>
                <a:cubicBezTo>
                  <a:pt x="77362" y="93217"/>
                  <a:pt x="76764" y="91948"/>
                  <a:pt x="76067" y="90628"/>
                </a:cubicBezTo>
                <a:lnTo>
                  <a:pt x="76117" y="90603"/>
                </a:lnTo>
                <a:close/>
                <a:moveTo>
                  <a:pt x="80528" y="95978"/>
                </a:moveTo>
                <a:cubicBezTo>
                  <a:pt x="80053" y="96453"/>
                  <a:pt x="79518" y="96826"/>
                  <a:pt x="79005" y="97200"/>
                </a:cubicBezTo>
                <a:lnTo>
                  <a:pt x="79005" y="97175"/>
                </a:lnTo>
                <a:lnTo>
                  <a:pt x="79005" y="97125"/>
                </a:lnTo>
                <a:cubicBezTo>
                  <a:pt x="79328" y="96926"/>
                  <a:pt x="79627" y="96702"/>
                  <a:pt x="79901" y="96453"/>
                </a:cubicBezTo>
                <a:cubicBezTo>
                  <a:pt x="80125" y="96303"/>
                  <a:pt x="80324" y="96129"/>
                  <a:pt x="80523" y="95980"/>
                </a:cubicBezTo>
                <a:cubicBezTo>
                  <a:pt x="80525" y="95979"/>
                  <a:pt x="80526" y="95978"/>
                  <a:pt x="80528" y="95978"/>
                </a:cubicBezTo>
                <a:close/>
                <a:moveTo>
                  <a:pt x="45426" y="94760"/>
                </a:moveTo>
                <a:cubicBezTo>
                  <a:pt x="45899" y="95233"/>
                  <a:pt x="46422" y="95656"/>
                  <a:pt x="47019" y="96005"/>
                </a:cubicBezTo>
                <a:cubicBezTo>
                  <a:pt x="46123" y="96453"/>
                  <a:pt x="45252" y="96851"/>
                  <a:pt x="44356" y="97224"/>
                </a:cubicBezTo>
                <a:cubicBezTo>
                  <a:pt x="44779" y="96428"/>
                  <a:pt x="45128" y="95607"/>
                  <a:pt x="45426" y="94760"/>
                </a:cubicBezTo>
                <a:close/>
                <a:moveTo>
                  <a:pt x="78855" y="97249"/>
                </a:moveTo>
                <a:lnTo>
                  <a:pt x="78855" y="97299"/>
                </a:lnTo>
                <a:lnTo>
                  <a:pt x="78830" y="97299"/>
                </a:lnTo>
                <a:cubicBezTo>
                  <a:pt x="78830" y="97324"/>
                  <a:pt x="78830" y="97324"/>
                  <a:pt x="78781" y="97349"/>
                </a:cubicBezTo>
                <a:lnTo>
                  <a:pt x="78781" y="97324"/>
                </a:lnTo>
                <a:lnTo>
                  <a:pt x="78781" y="97299"/>
                </a:lnTo>
                <a:lnTo>
                  <a:pt x="78830" y="97299"/>
                </a:lnTo>
                <a:lnTo>
                  <a:pt x="78855" y="97249"/>
                </a:lnTo>
                <a:close/>
                <a:moveTo>
                  <a:pt x="45252" y="94561"/>
                </a:moveTo>
                <a:lnTo>
                  <a:pt x="45277" y="94586"/>
                </a:lnTo>
                <a:cubicBezTo>
                  <a:pt x="45252" y="94611"/>
                  <a:pt x="45252" y="94686"/>
                  <a:pt x="45227" y="94710"/>
                </a:cubicBezTo>
                <a:lnTo>
                  <a:pt x="45227" y="94735"/>
                </a:lnTo>
                <a:cubicBezTo>
                  <a:pt x="45153" y="94860"/>
                  <a:pt x="45128" y="95034"/>
                  <a:pt x="45053" y="95158"/>
                </a:cubicBezTo>
                <a:lnTo>
                  <a:pt x="44680" y="96079"/>
                </a:lnTo>
                <a:cubicBezTo>
                  <a:pt x="44605" y="96279"/>
                  <a:pt x="44505" y="96478"/>
                  <a:pt x="44406" y="96677"/>
                </a:cubicBezTo>
                <a:cubicBezTo>
                  <a:pt x="44381" y="96727"/>
                  <a:pt x="44356" y="96776"/>
                  <a:pt x="44356" y="96826"/>
                </a:cubicBezTo>
                <a:cubicBezTo>
                  <a:pt x="44281" y="96976"/>
                  <a:pt x="44182" y="97100"/>
                  <a:pt x="44132" y="97249"/>
                </a:cubicBezTo>
                <a:cubicBezTo>
                  <a:pt x="44107" y="97299"/>
                  <a:pt x="44107" y="97324"/>
                  <a:pt x="44057" y="97374"/>
                </a:cubicBezTo>
                <a:cubicBezTo>
                  <a:pt x="44057" y="97374"/>
                  <a:pt x="44057" y="97374"/>
                  <a:pt x="44055" y="97374"/>
                </a:cubicBezTo>
                <a:lnTo>
                  <a:pt x="44055" y="97374"/>
                </a:lnTo>
                <a:cubicBezTo>
                  <a:pt x="44495" y="96421"/>
                  <a:pt x="44910" y="95515"/>
                  <a:pt x="45252" y="94561"/>
                </a:cubicBezTo>
                <a:close/>
                <a:moveTo>
                  <a:pt x="59341" y="89434"/>
                </a:moveTo>
                <a:cubicBezTo>
                  <a:pt x="59988" y="91724"/>
                  <a:pt x="60436" y="94113"/>
                  <a:pt x="60585" y="96453"/>
                </a:cubicBezTo>
                <a:cubicBezTo>
                  <a:pt x="58312" y="97064"/>
                  <a:pt x="56153" y="97378"/>
                  <a:pt x="54164" y="97378"/>
                </a:cubicBezTo>
                <a:cubicBezTo>
                  <a:pt x="52428" y="97378"/>
                  <a:pt x="50822" y="97139"/>
                  <a:pt x="49384" y="96652"/>
                </a:cubicBezTo>
                <a:cubicBezTo>
                  <a:pt x="49509" y="96179"/>
                  <a:pt x="49608" y="95681"/>
                  <a:pt x="49658" y="95183"/>
                </a:cubicBezTo>
                <a:cubicBezTo>
                  <a:pt x="52869" y="93491"/>
                  <a:pt x="56105" y="91574"/>
                  <a:pt x="59341" y="89434"/>
                </a:cubicBezTo>
                <a:close/>
                <a:moveTo>
                  <a:pt x="42215" y="86646"/>
                </a:moveTo>
                <a:cubicBezTo>
                  <a:pt x="42265" y="87741"/>
                  <a:pt x="42415" y="88762"/>
                  <a:pt x="42639" y="89732"/>
                </a:cubicBezTo>
                <a:cubicBezTo>
                  <a:pt x="41419" y="92246"/>
                  <a:pt x="39602" y="94611"/>
                  <a:pt x="37212" y="96602"/>
                </a:cubicBezTo>
                <a:cubicBezTo>
                  <a:pt x="37187" y="96627"/>
                  <a:pt x="37163" y="96677"/>
                  <a:pt x="37088" y="96702"/>
                </a:cubicBezTo>
                <a:cubicBezTo>
                  <a:pt x="36739" y="96976"/>
                  <a:pt x="36416" y="97249"/>
                  <a:pt x="36042" y="97523"/>
                </a:cubicBezTo>
                <a:cubicBezTo>
                  <a:pt x="35968" y="97299"/>
                  <a:pt x="35918" y="97075"/>
                  <a:pt x="35893" y="96901"/>
                </a:cubicBezTo>
                <a:cubicBezTo>
                  <a:pt x="35843" y="96727"/>
                  <a:pt x="35818" y="96577"/>
                  <a:pt x="35794" y="96378"/>
                </a:cubicBezTo>
                <a:cubicBezTo>
                  <a:pt x="35719" y="96104"/>
                  <a:pt x="35694" y="95806"/>
                  <a:pt x="35669" y="95482"/>
                </a:cubicBezTo>
                <a:cubicBezTo>
                  <a:pt x="35669" y="95383"/>
                  <a:pt x="35644" y="95333"/>
                  <a:pt x="35644" y="95233"/>
                </a:cubicBezTo>
                <a:cubicBezTo>
                  <a:pt x="35644" y="95183"/>
                  <a:pt x="35594" y="95109"/>
                  <a:pt x="35594" y="95059"/>
                </a:cubicBezTo>
                <a:cubicBezTo>
                  <a:pt x="35570" y="94611"/>
                  <a:pt x="35545" y="94138"/>
                  <a:pt x="35520" y="93715"/>
                </a:cubicBezTo>
                <a:lnTo>
                  <a:pt x="35520" y="93491"/>
                </a:lnTo>
                <a:lnTo>
                  <a:pt x="35520" y="93317"/>
                </a:lnTo>
                <a:lnTo>
                  <a:pt x="35520" y="92321"/>
                </a:lnTo>
                <a:cubicBezTo>
                  <a:pt x="35520" y="92122"/>
                  <a:pt x="35545" y="91948"/>
                  <a:pt x="35545" y="91748"/>
                </a:cubicBezTo>
                <a:cubicBezTo>
                  <a:pt x="35545" y="91450"/>
                  <a:pt x="35570" y="91151"/>
                  <a:pt x="35594" y="90852"/>
                </a:cubicBezTo>
                <a:lnTo>
                  <a:pt x="35594" y="90827"/>
                </a:lnTo>
                <a:cubicBezTo>
                  <a:pt x="35594" y="90628"/>
                  <a:pt x="35619" y="90479"/>
                  <a:pt x="35669" y="90280"/>
                </a:cubicBezTo>
                <a:cubicBezTo>
                  <a:pt x="35694" y="89981"/>
                  <a:pt x="35719" y="89658"/>
                  <a:pt x="35794" y="89359"/>
                </a:cubicBezTo>
                <a:cubicBezTo>
                  <a:pt x="35794" y="89334"/>
                  <a:pt x="35794" y="89284"/>
                  <a:pt x="35818" y="89259"/>
                </a:cubicBezTo>
                <a:cubicBezTo>
                  <a:pt x="37934" y="88537"/>
                  <a:pt x="40075" y="87666"/>
                  <a:pt x="42215" y="86646"/>
                </a:cubicBezTo>
                <a:close/>
                <a:moveTo>
                  <a:pt x="60610" y="96627"/>
                </a:moveTo>
                <a:lnTo>
                  <a:pt x="60610" y="96702"/>
                </a:lnTo>
                <a:cubicBezTo>
                  <a:pt x="58345" y="97324"/>
                  <a:pt x="56179" y="97623"/>
                  <a:pt x="54188" y="97623"/>
                </a:cubicBezTo>
                <a:cubicBezTo>
                  <a:pt x="52396" y="97623"/>
                  <a:pt x="50778" y="97374"/>
                  <a:pt x="49359" y="96901"/>
                </a:cubicBezTo>
                <a:cubicBezTo>
                  <a:pt x="49334" y="96901"/>
                  <a:pt x="49359" y="96851"/>
                  <a:pt x="49359" y="96826"/>
                </a:cubicBezTo>
                <a:cubicBezTo>
                  <a:pt x="50807" y="97317"/>
                  <a:pt x="52430" y="97561"/>
                  <a:pt x="54188" y="97561"/>
                </a:cubicBezTo>
                <a:cubicBezTo>
                  <a:pt x="56177" y="97561"/>
                  <a:pt x="58337" y="97248"/>
                  <a:pt x="60610" y="96627"/>
                </a:cubicBezTo>
                <a:close/>
                <a:moveTo>
                  <a:pt x="47219" y="96104"/>
                </a:moveTo>
                <a:cubicBezTo>
                  <a:pt x="47244" y="96154"/>
                  <a:pt x="47268" y="96154"/>
                  <a:pt x="47293" y="96179"/>
                </a:cubicBezTo>
                <a:cubicBezTo>
                  <a:pt x="46248" y="96677"/>
                  <a:pt x="45227" y="97175"/>
                  <a:pt x="44157" y="97648"/>
                </a:cubicBezTo>
                <a:cubicBezTo>
                  <a:pt x="44182" y="97573"/>
                  <a:pt x="44232" y="97548"/>
                  <a:pt x="44232" y="97473"/>
                </a:cubicBezTo>
                <a:cubicBezTo>
                  <a:pt x="45227" y="97050"/>
                  <a:pt x="46223" y="96577"/>
                  <a:pt x="47219" y="96104"/>
                </a:cubicBezTo>
                <a:close/>
                <a:moveTo>
                  <a:pt x="35570" y="89334"/>
                </a:moveTo>
                <a:cubicBezTo>
                  <a:pt x="35520" y="89707"/>
                  <a:pt x="35470" y="90106"/>
                  <a:pt x="35445" y="90479"/>
                </a:cubicBezTo>
                <a:cubicBezTo>
                  <a:pt x="35445" y="90579"/>
                  <a:pt x="35420" y="90678"/>
                  <a:pt x="35420" y="90753"/>
                </a:cubicBezTo>
                <a:lnTo>
                  <a:pt x="35420" y="90852"/>
                </a:lnTo>
                <a:cubicBezTo>
                  <a:pt x="35395" y="91126"/>
                  <a:pt x="35395" y="91375"/>
                  <a:pt x="35346" y="91649"/>
                </a:cubicBezTo>
                <a:lnTo>
                  <a:pt x="35346" y="91923"/>
                </a:lnTo>
                <a:cubicBezTo>
                  <a:pt x="35346" y="92072"/>
                  <a:pt x="35321" y="92196"/>
                  <a:pt x="35321" y="92346"/>
                </a:cubicBezTo>
                <a:lnTo>
                  <a:pt x="35321" y="92371"/>
                </a:lnTo>
                <a:lnTo>
                  <a:pt x="35321" y="93366"/>
                </a:lnTo>
                <a:lnTo>
                  <a:pt x="35321" y="93839"/>
                </a:lnTo>
                <a:cubicBezTo>
                  <a:pt x="35321" y="94213"/>
                  <a:pt x="35346" y="94586"/>
                  <a:pt x="35395" y="94934"/>
                </a:cubicBezTo>
                <a:lnTo>
                  <a:pt x="35395" y="94984"/>
                </a:lnTo>
                <a:cubicBezTo>
                  <a:pt x="35395" y="95084"/>
                  <a:pt x="35395" y="95134"/>
                  <a:pt x="35420" y="95233"/>
                </a:cubicBezTo>
                <a:cubicBezTo>
                  <a:pt x="35445" y="95681"/>
                  <a:pt x="35520" y="96129"/>
                  <a:pt x="35594" y="96577"/>
                </a:cubicBezTo>
                <a:cubicBezTo>
                  <a:pt x="35644" y="96727"/>
                  <a:pt x="35669" y="96851"/>
                  <a:pt x="35694" y="97000"/>
                </a:cubicBezTo>
                <a:cubicBezTo>
                  <a:pt x="35769" y="97224"/>
                  <a:pt x="35794" y="97473"/>
                  <a:pt x="35843" y="97697"/>
                </a:cubicBezTo>
                <a:lnTo>
                  <a:pt x="35818" y="97722"/>
                </a:lnTo>
                <a:cubicBezTo>
                  <a:pt x="35818" y="97722"/>
                  <a:pt x="35794" y="97722"/>
                  <a:pt x="35794" y="97772"/>
                </a:cubicBezTo>
                <a:cubicBezTo>
                  <a:pt x="35769" y="97448"/>
                  <a:pt x="35694" y="97224"/>
                  <a:pt x="35669" y="97025"/>
                </a:cubicBezTo>
                <a:cubicBezTo>
                  <a:pt x="35644" y="96851"/>
                  <a:pt x="35594" y="96702"/>
                  <a:pt x="35570" y="96528"/>
                </a:cubicBezTo>
                <a:cubicBezTo>
                  <a:pt x="35545" y="96403"/>
                  <a:pt x="35545" y="96303"/>
                  <a:pt x="35520" y="96179"/>
                </a:cubicBezTo>
                <a:cubicBezTo>
                  <a:pt x="35470" y="96055"/>
                  <a:pt x="35470" y="95905"/>
                  <a:pt x="35445" y="95731"/>
                </a:cubicBezTo>
                <a:cubicBezTo>
                  <a:pt x="35420" y="95557"/>
                  <a:pt x="35395" y="95333"/>
                  <a:pt x="35346" y="95158"/>
                </a:cubicBezTo>
                <a:cubicBezTo>
                  <a:pt x="35346" y="95034"/>
                  <a:pt x="35321" y="94910"/>
                  <a:pt x="35321" y="94735"/>
                </a:cubicBezTo>
                <a:lnTo>
                  <a:pt x="35321" y="94561"/>
                </a:lnTo>
                <a:cubicBezTo>
                  <a:pt x="35296" y="94287"/>
                  <a:pt x="35296" y="93989"/>
                  <a:pt x="35271" y="93715"/>
                </a:cubicBezTo>
                <a:lnTo>
                  <a:pt x="35271" y="93366"/>
                </a:lnTo>
                <a:lnTo>
                  <a:pt x="35271" y="92221"/>
                </a:lnTo>
                <a:lnTo>
                  <a:pt x="35271" y="92022"/>
                </a:lnTo>
                <a:cubicBezTo>
                  <a:pt x="35296" y="91574"/>
                  <a:pt x="35296" y="91126"/>
                  <a:pt x="35346" y="90678"/>
                </a:cubicBezTo>
                <a:cubicBezTo>
                  <a:pt x="35395" y="90230"/>
                  <a:pt x="35445" y="89757"/>
                  <a:pt x="35520" y="89334"/>
                </a:cubicBezTo>
                <a:close/>
                <a:moveTo>
                  <a:pt x="42688" y="90057"/>
                </a:moveTo>
                <a:cubicBezTo>
                  <a:pt x="41493" y="92496"/>
                  <a:pt x="39676" y="94810"/>
                  <a:pt x="37337" y="96776"/>
                </a:cubicBezTo>
                <a:lnTo>
                  <a:pt x="37262" y="96851"/>
                </a:lnTo>
                <a:cubicBezTo>
                  <a:pt x="36889" y="97175"/>
                  <a:pt x="36466" y="97473"/>
                  <a:pt x="36067" y="97772"/>
                </a:cubicBezTo>
                <a:lnTo>
                  <a:pt x="36067" y="97697"/>
                </a:lnTo>
                <a:cubicBezTo>
                  <a:pt x="36441" y="97424"/>
                  <a:pt x="36814" y="97150"/>
                  <a:pt x="37187" y="96826"/>
                </a:cubicBezTo>
                <a:cubicBezTo>
                  <a:pt x="37212" y="96801"/>
                  <a:pt x="37287" y="96776"/>
                  <a:pt x="37312" y="96727"/>
                </a:cubicBezTo>
                <a:cubicBezTo>
                  <a:pt x="39651" y="94761"/>
                  <a:pt x="41493" y="92496"/>
                  <a:pt x="42688" y="90057"/>
                </a:cubicBezTo>
                <a:close/>
                <a:moveTo>
                  <a:pt x="43933" y="97648"/>
                </a:moveTo>
                <a:cubicBezTo>
                  <a:pt x="43908" y="97672"/>
                  <a:pt x="43908" y="97722"/>
                  <a:pt x="43883" y="97772"/>
                </a:cubicBezTo>
                <a:cubicBezTo>
                  <a:pt x="43858" y="97772"/>
                  <a:pt x="43858" y="97772"/>
                  <a:pt x="43809" y="97797"/>
                </a:cubicBezTo>
                <a:cubicBezTo>
                  <a:pt x="43858" y="97772"/>
                  <a:pt x="43858" y="97697"/>
                  <a:pt x="43883" y="97672"/>
                </a:cubicBezTo>
                <a:cubicBezTo>
                  <a:pt x="43883" y="97648"/>
                  <a:pt x="43908" y="97648"/>
                  <a:pt x="43933" y="97648"/>
                </a:cubicBezTo>
                <a:close/>
                <a:moveTo>
                  <a:pt x="96329" y="81070"/>
                </a:moveTo>
                <a:cubicBezTo>
                  <a:pt x="96428" y="81120"/>
                  <a:pt x="96478" y="81145"/>
                  <a:pt x="96578" y="81170"/>
                </a:cubicBezTo>
                <a:cubicBezTo>
                  <a:pt x="91475" y="87119"/>
                  <a:pt x="85601" y="92744"/>
                  <a:pt x="79154" y="97797"/>
                </a:cubicBezTo>
                <a:cubicBezTo>
                  <a:pt x="79129" y="97598"/>
                  <a:pt x="79104" y="97523"/>
                  <a:pt x="79079" y="97399"/>
                </a:cubicBezTo>
                <a:cubicBezTo>
                  <a:pt x="79652" y="96976"/>
                  <a:pt x="80224" y="96552"/>
                  <a:pt x="80772" y="96104"/>
                </a:cubicBezTo>
                <a:cubicBezTo>
                  <a:pt x="80847" y="96079"/>
                  <a:pt x="80896" y="96005"/>
                  <a:pt x="80971" y="95980"/>
                </a:cubicBezTo>
                <a:cubicBezTo>
                  <a:pt x="80996" y="95955"/>
                  <a:pt x="81021" y="95930"/>
                  <a:pt x="81071" y="95930"/>
                </a:cubicBezTo>
                <a:cubicBezTo>
                  <a:pt x="81568" y="95557"/>
                  <a:pt x="82066" y="95183"/>
                  <a:pt x="82514" y="94785"/>
                </a:cubicBezTo>
                <a:cubicBezTo>
                  <a:pt x="82564" y="94785"/>
                  <a:pt x="82564" y="94735"/>
                  <a:pt x="82589" y="94735"/>
                </a:cubicBezTo>
                <a:cubicBezTo>
                  <a:pt x="82738" y="94611"/>
                  <a:pt x="82863" y="94486"/>
                  <a:pt x="83012" y="94412"/>
                </a:cubicBezTo>
                <a:lnTo>
                  <a:pt x="83062" y="94362"/>
                </a:lnTo>
                <a:cubicBezTo>
                  <a:pt x="83460" y="94014"/>
                  <a:pt x="83858" y="93715"/>
                  <a:pt x="84257" y="93366"/>
                </a:cubicBezTo>
                <a:cubicBezTo>
                  <a:pt x="84381" y="93267"/>
                  <a:pt x="84481" y="93192"/>
                  <a:pt x="84605" y="93068"/>
                </a:cubicBezTo>
                <a:cubicBezTo>
                  <a:pt x="84630" y="93018"/>
                  <a:pt x="84705" y="92993"/>
                  <a:pt x="84730" y="92943"/>
                </a:cubicBezTo>
                <a:cubicBezTo>
                  <a:pt x="84730" y="92943"/>
                  <a:pt x="84754" y="92943"/>
                  <a:pt x="84754" y="92893"/>
                </a:cubicBezTo>
                <a:lnTo>
                  <a:pt x="85974" y="91873"/>
                </a:lnTo>
                <a:cubicBezTo>
                  <a:pt x="86074" y="91773"/>
                  <a:pt x="86173" y="91699"/>
                  <a:pt x="86298" y="91599"/>
                </a:cubicBezTo>
                <a:cubicBezTo>
                  <a:pt x="86323" y="91574"/>
                  <a:pt x="86347" y="91549"/>
                  <a:pt x="86422" y="91500"/>
                </a:cubicBezTo>
                <a:lnTo>
                  <a:pt x="86447" y="91475"/>
                </a:lnTo>
                <a:cubicBezTo>
                  <a:pt x="86870" y="91101"/>
                  <a:pt x="87293" y="90703"/>
                  <a:pt x="87716" y="90330"/>
                </a:cubicBezTo>
                <a:lnTo>
                  <a:pt x="87741" y="90280"/>
                </a:lnTo>
                <a:lnTo>
                  <a:pt x="87816" y="90230"/>
                </a:lnTo>
                <a:cubicBezTo>
                  <a:pt x="87866" y="90155"/>
                  <a:pt x="87940" y="90106"/>
                  <a:pt x="88040" y="90031"/>
                </a:cubicBezTo>
                <a:cubicBezTo>
                  <a:pt x="88488" y="89608"/>
                  <a:pt x="88961" y="89160"/>
                  <a:pt x="89409" y="88712"/>
                </a:cubicBezTo>
                <a:lnTo>
                  <a:pt x="89558" y="88537"/>
                </a:lnTo>
                <a:lnTo>
                  <a:pt x="89957" y="88139"/>
                </a:lnTo>
                <a:cubicBezTo>
                  <a:pt x="90081" y="88015"/>
                  <a:pt x="90181" y="87890"/>
                  <a:pt x="90305" y="87791"/>
                </a:cubicBezTo>
                <a:lnTo>
                  <a:pt x="90430" y="87666"/>
                </a:lnTo>
                <a:cubicBezTo>
                  <a:pt x="90529" y="87542"/>
                  <a:pt x="90654" y="87467"/>
                  <a:pt x="90728" y="87343"/>
                </a:cubicBezTo>
                <a:lnTo>
                  <a:pt x="91326" y="86745"/>
                </a:lnTo>
                <a:cubicBezTo>
                  <a:pt x="91450" y="86621"/>
                  <a:pt x="91575" y="86472"/>
                  <a:pt x="91699" y="86347"/>
                </a:cubicBezTo>
                <a:cubicBezTo>
                  <a:pt x="92048" y="85999"/>
                  <a:pt x="92346" y="85625"/>
                  <a:pt x="92695" y="85252"/>
                </a:cubicBezTo>
                <a:lnTo>
                  <a:pt x="92794" y="85152"/>
                </a:lnTo>
                <a:lnTo>
                  <a:pt x="93068" y="84879"/>
                </a:lnTo>
                <a:lnTo>
                  <a:pt x="93118" y="84804"/>
                </a:lnTo>
                <a:cubicBezTo>
                  <a:pt x="94263" y="83609"/>
                  <a:pt x="95308" y="82365"/>
                  <a:pt x="96329" y="81070"/>
                </a:cubicBezTo>
                <a:close/>
                <a:moveTo>
                  <a:pt x="78905" y="97523"/>
                </a:moveTo>
                <a:cubicBezTo>
                  <a:pt x="78955" y="97598"/>
                  <a:pt x="78955" y="97697"/>
                  <a:pt x="78980" y="97797"/>
                </a:cubicBezTo>
                <a:lnTo>
                  <a:pt x="78980" y="97847"/>
                </a:lnTo>
                <a:cubicBezTo>
                  <a:pt x="78930" y="97847"/>
                  <a:pt x="78930" y="97872"/>
                  <a:pt x="78905" y="97872"/>
                </a:cubicBezTo>
                <a:cubicBezTo>
                  <a:pt x="78905" y="97847"/>
                  <a:pt x="78880" y="97797"/>
                  <a:pt x="78880" y="97772"/>
                </a:cubicBezTo>
                <a:cubicBezTo>
                  <a:pt x="78855" y="97697"/>
                  <a:pt x="78855" y="97598"/>
                  <a:pt x="78830" y="97548"/>
                </a:cubicBezTo>
                <a:lnTo>
                  <a:pt x="78905" y="97523"/>
                </a:lnTo>
                <a:close/>
                <a:moveTo>
                  <a:pt x="35893" y="97822"/>
                </a:moveTo>
                <a:lnTo>
                  <a:pt x="35893" y="97847"/>
                </a:lnTo>
                <a:lnTo>
                  <a:pt x="35893" y="97897"/>
                </a:lnTo>
                <a:lnTo>
                  <a:pt x="35843" y="97897"/>
                </a:lnTo>
                <a:cubicBezTo>
                  <a:pt x="35843" y="97897"/>
                  <a:pt x="35818" y="97897"/>
                  <a:pt x="35818" y="97921"/>
                </a:cubicBezTo>
                <a:lnTo>
                  <a:pt x="35818" y="97897"/>
                </a:lnTo>
                <a:lnTo>
                  <a:pt x="35843" y="97847"/>
                </a:lnTo>
                <a:lnTo>
                  <a:pt x="35893" y="97822"/>
                </a:lnTo>
                <a:close/>
                <a:moveTo>
                  <a:pt x="96777" y="81170"/>
                </a:moveTo>
                <a:cubicBezTo>
                  <a:pt x="96802" y="81170"/>
                  <a:pt x="96802" y="81170"/>
                  <a:pt x="96827" y="81220"/>
                </a:cubicBezTo>
                <a:cubicBezTo>
                  <a:pt x="91674" y="87218"/>
                  <a:pt x="85725" y="92918"/>
                  <a:pt x="79204" y="98021"/>
                </a:cubicBezTo>
                <a:cubicBezTo>
                  <a:pt x="79204" y="97971"/>
                  <a:pt x="79204" y="97946"/>
                  <a:pt x="79154" y="97946"/>
                </a:cubicBezTo>
                <a:cubicBezTo>
                  <a:pt x="85700" y="92844"/>
                  <a:pt x="91599" y="87144"/>
                  <a:pt x="96777" y="81170"/>
                </a:cubicBezTo>
                <a:close/>
                <a:moveTo>
                  <a:pt x="79029" y="98046"/>
                </a:moveTo>
                <a:lnTo>
                  <a:pt x="79029" y="98096"/>
                </a:lnTo>
                <a:cubicBezTo>
                  <a:pt x="79005" y="98096"/>
                  <a:pt x="79005" y="98145"/>
                  <a:pt x="78980" y="98145"/>
                </a:cubicBezTo>
                <a:lnTo>
                  <a:pt x="78980" y="98071"/>
                </a:lnTo>
                <a:cubicBezTo>
                  <a:pt x="78980" y="98071"/>
                  <a:pt x="79005" y="98046"/>
                  <a:pt x="79029" y="98046"/>
                </a:cubicBezTo>
                <a:close/>
                <a:moveTo>
                  <a:pt x="35321" y="89384"/>
                </a:moveTo>
                <a:cubicBezTo>
                  <a:pt x="35271" y="89832"/>
                  <a:pt x="35221" y="90255"/>
                  <a:pt x="35171" y="90703"/>
                </a:cubicBezTo>
                <a:lnTo>
                  <a:pt x="35171" y="90778"/>
                </a:lnTo>
                <a:cubicBezTo>
                  <a:pt x="35146" y="91226"/>
                  <a:pt x="35097" y="91649"/>
                  <a:pt x="35097" y="92097"/>
                </a:cubicBezTo>
                <a:lnTo>
                  <a:pt x="35097" y="92147"/>
                </a:lnTo>
                <a:lnTo>
                  <a:pt x="35097" y="92346"/>
                </a:lnTo>
                <a:lnTo>
                  <a:pt x="35097" y="93441"/>
                </a:lnTo>
                <a:lnTo>
                  <a:pt x="35097" y="93640"/>
                </a:lnTo>
                <a:lnTo>
                  <a:pt x="35097" y="93839"/>
                </a:lnTo>
                <a:cubicBezTo>
                  <a:pt x="35097" y="94138"/>
                  <a:pt x="35146" y="94462"/>
                  <a:pt x="35171" y="94735"/>
                </a:cubicBezTo>
                <a:cubicBezTo>
                  <a:pt x="35171" y="94860"/>
                  <a:pt x="35171" y="94984"/>
                  <a:pt x="35196" y="95109"/>
                </a:cubicBezTo>
                <a:lnTo>
                  <a:pt x="35196" y="95258"/>
                </a:lnTo>
                <a:cubicBezTo>
                  <a:pt x="35221" y="95557"/>
                  <a:pt x="35246" y="95806"/>
                  <a:pt x="35296" y="96055"/>
                </a:cubicBezTo>
                <a:cubicBezTo>
                  <a:pt x="35321" y="96204"/>
                  <a:pt x="35321" y="96353"/>
                  <a:pt x="35346" y="96503"/>
                </a:cubicBezTo>
                <a:cubicBezTo>
                  <a:pt x="35346" y="96552"/>
                  <a:pt x="35346" y="96577"/>
                  <a:pt x="35370" y="96627"/>
                </a:cubicBezTo>
                <a:cubicBezTo>
                  <a:pt x="35420" y="96876"/>
                  <a:pt x="35470" y="97100"/>
                  <a:pt x="35545" y="97349"/>
                </a:cubicBezTo>
                <a:cubicBezTo>
                  <a:pt x="35570" y="97498"/>
                  <a:pt x="35594" y="97623"/>
                  <a:pt x="35644" y="97797"/>
                </a:cubicBezTo>
                <a:cubicBezTo>
                  <a:pt x="35346" y="97996"/>
                  <a:pt x="35047" y="98195"/>
                  <a:pt x="34723" y="98369"/>
                </a:cubicBezTo>
                <a:cubicBezTo>
                  <a:pt x="34549" y="98494"/>
                  <a:pt x="34350" y="98618"/>
                  <a:pt x="34126" y="98743"/>
                </a:cubicBezTo>
                <a:cubicBezTo>
                  <a:pt x="33230" y="95955"/>
                  <a:pt x="32657" y="93093"/>
                  <a:pt x="32458" y="90255"/>
                </a:cubicBezTo>
                <a:cubicBezTo>
                  <a:pt x="33404" y="90006"/>
                  <a:pt x="34350" y="89707"/>
                  <a:pt x="35321" y="89384"/>
                </a:cubicBezTo>
                <a:close/>
                <a:moveTo>
                  <a:pt x="32284" y="90305"/>
                </a:moveTo>
                <a:cubicBezTo>
                  <a:pt x="32458" y="93167"/>
                  <a:pt x="33056" y="96055"/>
                  <a:pt x="33977" y="98817"/>
                </a:cubicBezTo>
                <a:cubicBezTo>
                  <a:pt x="33952" y="98817"/>
                  <a:pt x="33952" y="98842"/>
                  <a:pt x="33927" y="98842"/>
                </a:cubicBezTo>
                <a:cubicBezTo>
                  <a:pt x="32981" y="96079"/>
                  <a:pt x="32408" y="93167"/>
                  <a:pt x="32209" y="90330"/>
                </a:cubicBezTo>
                <a:cubicBezTo>
                  <a:pt x="32234" y="90330"/>
                  <a:pt x="32284" y="90305"/>
                  <a:pt x="32284" y="90305"/>
                </a:cubicBezTo>
                <a:close/>
                <a:moveTo>
                  <a:pt x="35694" y="97971"/>
                </a:moveTo>
                <a:lnTo>
                  <a:pt x="35719" y="98046"/>
                </a:lnTo>
                <a:cubicBezTo>
                  <a:pt x="35520" y="98195"/>
                  <a:pt x="35296" y="98320"/>
                  <a:pt x="35072" y="98444"/>
                </a:cubicBezTo>
                <a:cubicBezTo>
                  <a:pt x="34798" y="98643"/>
                  <a:pt x="34549" y="98817"/>
                  <a:pt x="34275" y="98967"/>
                </a:cubicBezTo>
                <a:cubicBezTo>
                  <a:pt x="34275" y="98942"/>
                  <a:pt x="34275" y="98942"/>
                  <a:pt x="34225" y="98917"/>
                </a:cubicBezTo>
                <a:cubicBezTo>
                  <a:pt x="34400" y="98793"/>
                  <a:pt x="34574" y="98668"/>
                  <a:pt x="34773" y="98569"/>
                </a:cubicBezTo>
                <a:cubicBezTo>
                  <a:pt x="35072" y="98394"/>
                  <a:pt x="35395" y="98195"/>
                  <a:pt x="35694" y="97971"/>
                </a:cubicBezTo>
                <a:close/>
                <a:moveTo>
                  <a:pt x="34051" y="99017"/>
                </a:moveTo>
                <a:cubicBezTo>
                  <a:pt x="34051" y="99041"/>
                  <a:pt x="34051" y="99041"/>
                  <a:pt x="34076" y="99066"/>
                </a:cubicBezTo>
                <a:cubicBezTo>
                  <a:pt x="34051" y="99066"/>
                  <a:pt x="34051" y="99091"/>
                  <a:pt x="34026" y="99091"/>
                </a:cubicBezTo>
                <a:cubicBezTo>
                  <a:pt x="34026" y="99066"/>
                  <a:pt x="34026" y="99066"/>
                  <a:pt x="33977" y="99041"/>
                </a:cubicBezTo>
                <a:cubicBezTo>
                  <a:pt x="34026" y="99041"/>
                  <a:pt x="34026" y="99017"/>
                  <a:pt x="34051" y="99017"/>
                </a:cubicBezTo>
                <a:close/>
                <a:moveTo>
                  <a:pt x="5700" y="96403"/>
                </a:moveTo>
                <a:cubicBezTo>
                  <a:pt x="6670" y="97445"/>
                  <a:pt x="7781" y="98393"/>
                  <a:pt x="8988" y="99201"/>
                </a:cubicBezTo>
                <a:lnTo>
                  <a:pt x="8988" y="99201"/>
                </a:lnTo>
                <a:cubicBezTo>
                  <a:pt x="8877" y="99173"/>
                  <a:pt x="8795" y="99128"/>
                  <a:pt x="8712" y="99066"/>
                </a:cubicBezTo>
                <a:cubicBezTo>
                  <a:pt x="8563" y="98967"/>
                  <a:pt x="8413" y="98842"/>
                  <a:pt x="8289" y="98768"/>
                </a:cubicBezTo>
                <a:cubicBezTo>
                  <a:pt x="8214" y="98693"/>
                  <a:pt x="8140" y="98668"/>
                  <a:pt x="8065" y="98593"/>
                </a:cubicBezTo>
                <a:cubicBezTo>
                  <a:pt x="7891" y="98444"/>
                  <a:pt x="7692" y="98320"/>
                  <a:pt x="7517" y="98170"/>
                </a:cubicBezTo>
                <a:cubicBezTo>
                  <a:pt x="7293" y="97971"/>
                  <a:pt x="7044" y="97822"/>
                  <a:pt x="6820" y="97598"/>
                </a:cubicBezTo>
                <a:cubicBezTo>
                  <a:pt x="6447" y="97249"/>
                  <a:pt x="6049" y="96901"/>
                  <a:pt x="5700" y="96528"/>
                </a:cubicBezTo>
                <a:lnTo>
                  <a:pt x="5700" y="96453"/>
                </a:lnTo>
                <a:lnTo>
                  <a:pt x="5700" y="96403"/>
                </a:lnTo>
                <a:close/>
                <a:moveTo>
                  <a:pt x="9069" y="99255"/>
                </a:moveTo>
                <a:cubicBezTo>
                  <a:pt x="9075" y="99258"/>
                  <a:pt x="9080" y="99262"/>
                  <a:pt x="9085" y="99266"/>
                </a:cubicBezTo>
                <a:cubicBezTo>
                  <a:pt x="9085" y="99266"/>
                  <a:pt x="9077" y="99266"/>
                  <a:pt x="9069" y="99255"/>
                </a:cubicBezTo>
                <a:close/>
                <a:moveTo>
                  <a:pt x="5800" y="96951"/>
                </a:moveTo>
                <a:lnTo>
                  <a:pt x="5800" y="96951"/>
                </a:lnTo>
                <a:cubicBezTo>
                  <a:pt x="5924" y="97050"/>
                  <a:pt x="6024" y="97175"/>
                  <a:pt x="6148" y="97249"/>
                </a:cubicBezTo>
                <a:lnTo>
                  <a:pt x="6223" y="97349"/>
                </a:lnTo>
                <a:cubicBezTo>
                  <a:pt x="6347" y="97473"/>
                  <a:pt x="6522" y="97598"/>
                  <a:pt x="6671" y="97722"/>
                </a:cubicBezTo>
                <a:cubicBezTo>
                  <a:pt x="6696" y="97772"/>
                  <a:pt x="6721" y="97772"/>
                  <a:pt x="6771" y="97797"/>
                </a:cubicBezTo>
                <a:cubicBezTo>
                  <a:pt x="6845" y="97847"/>
                  <a:pt x="6920" y="97946"/>
                  <a:pt x="7019" y="97996"/>
                </a:cubicBezTo>
                <a:cubicBezTo>
                  <a:pt x="7044" y="98046"/>
                  <a:pt x="7094" y="98071"/>
                  <a:pt x="7144" y="98096"/>
                </a:cubicBezTo>
                <a:cubicBezTo>
                  <a:pt x="7592" y="98569"/>
                  <a:pt x="8164" y="98967"/>
                  <a:pt x="8712" y="99390"/>
                </a:cubicBezTo>
                <a:cubicBezTo>
                  <a:pt x="8563" y="99290"/>
                  <a:pt x="8413" y="99166"/>
                  <a:pt x="8264" y="99066"/>
                </a:cubicBezTo>
                <a:cubicBezTo>
                  <a:pt x="8140" y="98967"/>
                  <a:pt x="8015" y="98917"/>
                  <a:pt x="7916" y="98817"/>
                </a:cubicBezTo>
                <a:cubicBezTo>
                  <a:pt x="7766" y="98718"/>
                  <a:pt x="7642" y="98593"/>
                  <a:pt x="7467" y="98494"/>
                </a:cubicBezTo>
                <a:cubicBezTo>
                  <a:pt x="7343" y="98419"/>
                  <a:pt x="7219" y="98320"/>
                  <a:pt x="7094" y="98195"/>
                </a:cubicBezTo>
                <a:cubicBezTo>
                  <a:pt x="6970" y="98096"/>
                  <a:pt x="6845" y="97996"/>
                  <a:pt x="6721" y="97872"/>
                </a:cubicBezTo>
                <a:cubicBezTo>
                  <a:pt x="6596" y="97772"/>
                  <a:pt x="6472" y="97672"/>
                  <a:pt x="6323" y="97548"/>
                </a:cubicBezTo>
                <a:cubicBezTo>
                  <a:pt x="6198" y="97448"/>
                  <a:pt x="6098" y="97324"/>
                  <a:pt x="5974" y="97224"/>
                </a:cubicBezTo>
                <a:lnTo>
                  <a:pt x="5825" y="97075"/>
                </a:lnTo>
                <a:cubicBezTo>
                  <a:pt x="5825" y="97050"/>
                  <a:pt x="5800" y="96976"/>
                  <a:pt x="5800" y="96951"/>
                </a:cubicBezTo>
                <a:close/>
                <a:moveTo>
                  <a:pt x="68700" y="95955"/>
                </a:moveTo>
                <a:lnTo>
                  <a:pt x="68749" y="95980"/>
                </a:lnTo>
                <a:cubicBezTo>
                  <a:pt x="68675" y="96030"/>
                  <a:pt x="68625" y="96079"/>
                  <a:pt x="68550" y="96104"/>
                </a:cubicBezTo>
                <a:cubicBezTo>
                  <a:pt x="67281" y="97000"/>
                  <a:pt x="66036" y="97847"/>
                  <a:pt x="64767" y="98693"/>
                </a:cubicBezTo>
                <a:cubicBezTo>
                  <a:pt x="64386" y="98934"/>
                  <a:pt x="64010" y="99174"/>
                  <a:pt x="63637" y="99410"/>
                </a:cubicBezTo>
                <a:lnTo>
                  <a:pt x="63637" y="99410"/>
                </a:lnTo>
                <a:cubicBezTo>
                  <a:pt x="63778" y="99319"/>
                  <a:pt x="63911" y="99225"/>
                  <a:pt x="64045" y="99141"/>
                </a:cubicBezTo>
                <a:cubicBezTo>
                  <a:pt x="64717" y="98693"/>
                  <a:pt x="65439" y="98220"/>
                  <a:pt x="66136" y="97772"/>
                </a:cubicBezTo>
                <a:cubicBezTo>
                  <a:pt x="66459" y="97548"/>
                  <a:pt x="66808" y="97299"/>
                  <a:pt x="67156" y="97050"/>
                </a:cubicBezTo>
                <a:cubicBezTo>
                  <a:pt x="67679" y="96677"/>
                  <a:pt x="68202" y="96328"/>
                  <a:pt x="68700" y="95955"/>
                </a:cubicBezTo>
                <a:close/>
                <a:moveTo>
                  <a:pt x="42813" y="90429"/>
                </a:moveTo>
                <a:cubicBezTo>
                  <a:pt x="43311" y="91972"/>
                  <a:pt x="44057" y="93317"/>
                  <a:pt x="45053" y="94437"/>
                </a:cubicBezTo>
                <a:cubicBezTo>
                  <a:pt x="44680" y="95482"/>
                  <a:pt x="44232" y="96552"/>
                  <a:pt x="43684" y="97573"/>
                </a:cubicBezTo>
                <a:cubicBezTo>
                  <a:pt x="41394" y="98569"/>
                  <a:pt x="39104" y="99415"/>
                  <a:pt x="36914" y="100087"/>
                </a:cubicBezTo>
                <a:cubicBezTo>
                  <a:pt x="36839" y="99938"/>
                  <a:pt x="36764" y="99813"/>
                  <a:pt x="36715" y="99689"/>
                </a:cubicBezTo>
                <a:cubicBezTo>
                  <a:pt x="36690" y="99589"/>
                  <a:pt x="36615" y="99465"/>
                  <a:pt x="36590" y="99390"/>
                </a:cubicBezTo>
                <a:lnTo>
                  <a:pt x="36590" y="99340"/>
                </a:lnTo>
                <a:cubicBezTo>
                  <a:pt x="36441" y="98917"/>
                  <a:pt x="36291" y="98444"/>
                  <a:pt x="36167" y="97971"/>
                </a:cubicBezTo>
                <a:cubicBezTo>
                  <a:pt x="36192" y="97946"/>
                  <a:pt x="36217" y="97921"/>
                  <a:pt x="36267" y="97921"/>
                </a:cubicBezTo>
                <a:cubicBezTo>
                  <a:pt x="36665" y="97598"/>
                  <a:pt x="37063" y="97324"/>
                  <a:pt x="37436" y="96976"/>
                </a:cubicBezTo>
                <a:cubicBezTo>
                  <a:pt x="37461" y="96951"/>
                  <a:pt x="37511" y="96951"/>
                  <a:pt x="37511" y="96926"/>
                </a:cubicBezTo>
                <a:cubicBezTo>
                  <a:pt x="39776" y="95034"/>
                  <a:pt x="41568" y="92819"/>
                  <a:pt x="42813" y="90429"/>
                </a:cubicBezTo>
                <a:close/>
                <a:moveTo>
                  <a:pt x="35968" y="98046"/>
                </a:moveTo>
                <a:lnTo>
                  <a:pt x="36167" y="98693"/>
                </a:lnTo>
                <a:cubicBezTo>
                  <a:pt x="36167" y="98718"/>
                  <a:pt x="36167" y="98718"/>
                  <a:pt x="36192" y="98743"/>
                </a:cubicBezTo>
                <a:cubicBezTo>
                  <a:pt x="36217" y="98842"/>
                  <a:pt x="36242" y="98917"/>
                  <a:pt x="36291" y="98992"/>
                </a:cubicBezTo>
                <a:lnTo>
                  <a:pt x="36391" y="99290"/>
                </a:lnTo>
                <a:lnTo>
                  <a:pt x="36466" y="99564"/>
                </a:lnTo>
                <a:cubicBezTo>
                  <a:pt x="36466" y="99589"/>
                  <a:pt x="36515" y="99614"/>
                  <a:pt x="36515" y="99664"/>
                </a:cubicBezTo>
                <a:cubicBezTo>
                  <a:pt x="36565" y="99813"/>
                  <a:pt x="36640" y="99938"/>
                  <a:pt x="36690" y="100087"/>
                </a:cubicBezTo>
                <a:lnTo>
                  <a:pt x="36690" y="100112"/>
                </a:lnTo>
                <a:lnTo>
                  <a:pt x="36640" y="100112"/>
                </a:lnTo>
                <a:cubicBezTo>
                  <a:pt x="36590" y="100087"/>
                  <a:pt x="36590" y="100037"/>
                  <a:pt x="36565" y="99987"/>
                </a:cubicBezTo>
                <a:cubicBezTo>
                  <a:pt x="36466" y="99788"/>
                  <a:pt x="36391" y="99539"/>
                  <a:pt x="36291" y="99290"/>
                </a:cubicBezTo>
                <a:cubicBezTo>
                  <a:pt x="36267" y="99191"/>
                  <a:pt x="36217" y="99066"/>
                  <a:pt x="36167" y="98967"/>
                </a:cubicBezTo>
                <a:lnTo>
                  <a:pt x="36167" y="98942"/>
                </a:lnTo>
                <a:cubicBezTo>
                  <a:pt x="36067" y="98668"/>
                  <a:pt x="35968" y="98369"/>
                  <a:pt x="35918" y="98096"/>
                </a:cubicBezTo>
                <a:lnTo>
                  <a:pt x="35943" y="98071"/>
                </a:lnTo>
                <a:lnTo>
                  <a:pt x="35968" y="98046"/>
                </a:lnTo>
                <a:close/>
                <a:moveTo>
                  <a:pt x="5551" y="97075"/>
                </a:moveTo>
                <a:lnTo>
                  <a:pt x="5601" y="97175"/>
                </a:lnTo>
                <a:cubicBezTo>
                  <a:pt x="5675" y="97374"/>
                  <a:pt x="5725" y="97573"/>
                  <a:pt x="5800" y="97797"/>
                </a:cubicBezTo>
                <a:cubicBezTo>
                  <a:pt x="5899" y="98096"/>
                  <a:pt x="5974" y="98369"/>
                  <a:pt x="6074" y="98668"/>
                </a:cubicBezTo>
                <a:cubicBezTo>
                  <a:pt x="6173" y="98942"/>
                  <a:pt x="6298" y="99216"/>
                  <a:pt x="6397" y="99465"/>
                </a:cubicBezTo>
                <a:cubicBezTo>
                  <a:pt x="6497" y="99704"/>
                  <a:pt x="6565" y="99928"/>
                  <a:pt x="6652" y="100148"/>
                </a:cubicBezTo>
                <a:lnTo>
                  <a:pt x="6652" y="100148"/>
                </a:lnTo>
                <a:cubicBezTo>
                  <a:pt x="6626" y="100095"/>
                  <a:pt x="6591" y="100021"/>
                  <a:pt x="6571" y="99962"/>
                </a:cubicBezTo>
                <a:cubicBezTo>
                  <a:pt x="6347" y="99514"/>
                  <a:pt x="6173" y="98992"/>
                  <a:pt x="5974" y="98469"/>
                </a:cubicBezTo>
                <a:cubicBezTo>
                  <a:pt x="5974" y="98444"/>
                  <a:pt x="5974" y="98444"/>
                  <a:pt x="5949" y="98419"/>
                </a:cubicBezTo>
                <a:cubicBezTo>
                  <a:pt x="5800" y="97971"/>
                  <a:pt x="5675" y="97548"/>
                  <a:pt x="5551" y="97075"/>
                </a:cubicBezTo>
                <a:close/>
                <a:moveTo>
                  <a:pt x="75868" y="90753"/>
                </a:moveTo>
                <a:cubicBezTo>
                  <a:pt x="76491" y="91972"/>
                  <a:pt x="77038" y="93167"/>
                  <a:pt x="77486" y="94287"/>
                </a:cubicBezTo>
                <a:cubicBezTo>
                  <a:pt x="77511" y="94362"/>
                  <a:pt x="77586" y="94462"/>
                  <a:pt x="77611" y="94561"/>
                </a:cubicBezTo>
                <a:cubicBezTo>
                  <a:pt x="77735" y="94835"/>
                  <a:pt x="77835" y="95109"/>
                  <a:pt x="77909" y="95432"/>
                </a:cubicBezTo>
                <a:cubicBezTo>
                  <a:pt x="77984" y="95607"/>
                  <a:pt x="78084" y="95806"/>
                  <a:pt x="78133" y="95980"/>
                </a:cubicBezTo>
                <a:lnTo>
                  <a:pt x="78333" y="96652"/>
                </a:lnTo>
                <a:cubicBezTo>
                  <a:pt x="78382" y="96826"/>
                  <a:pt x="78457" y="97050"/>
                  <a:pt x="78507" y="97224"/>
                </a:cubicBezTo>
                <a:cubicBezTo>
                  <a:pt x="77860" y="97697"/>
                  <a:pt x="77163" y="98170"/>
                  <a:pt x="76491" y="98593"/>
                </a:cubicBezTo>
                <a:lnTo>
                  <a:pt x="76217" y="98793"/>
                </a:lnTo>
                <a:cubicBezTo>
                  <a:pt x="76142" y="98842"/>
                  <a:pt x="76043" y="98892"/>
                  <a:pt x="75993" y="98942"/>
                </a:cubicBezTo>
                <a:cubicBezTo>
                  <a:pt x="75420" y="99315"/>
                  <a:pt x="74873" y="99664"/>
                  <a:pt x="74300" y="100012"/>
                </a:cubicBezTo>
                <a:cubicBezTo>
                  <a:pt x="74275" y="100037"/>
                  <a:pt x="74176" y="100087"/>
                  <a:pt x="74101" y="100162"/>
                </a:cubicBezTo>
                <a:cubicBezTo>
                  <a:pt x="73902" y="100037"/>
                  <a:pt x="73728" y="99913"/>
                  <a:pt x="73529" y="99763"/>
                </a:cubicBezTo>
                <a:cubicBezTo>
                  <a:pt x="73479" y="99689"/>
                  <a:pt x="73404" y="99664"/>
                  <a:pt x="73304" y="99589"/>
                </a:cubicBezTo>
                <a:cubicBezTo>
                  <a:pt x="73180" y="99514"/>
                  <a:pt x="73105" y="99415"/>
                  <a:pt x="72981" y="99315"/>
                </a:cubicBezTo>
                <a:lnTo>
                  <a:pt x="72508" y="98942"/>
                </a:lnTo>
                <a:cubicBezTo>
                  <a:pt x="72458" y="98917"/>
                  <a:pt x="72433" y="98892"/>
                  <a:pt x="72384" y="98842"/>
                </a:cubicBezTo>
                <a:cubicBezTo>
                  <a:pt x="72184" y="98693"/>
                  <a:pt x="72035" y="98544"/>
                  <a:pt x="71861" y="98394"/>
                </a:cubicBezTo>
                <a:lnTo>
                  <a:pt x="71786" y="98320"/>
                </a:lnTo>
                <a:cubicBezTo>
                  <a:pt x="71637" y="98170"/>
                  <a:pt x="71438" y="98021"/>
                  <a:pt x="71263" y="97847"/>
                </a:cubicBezTo>
                <a:cubicBezTo>
                  <a:pt x="71239" y="97822"/>
                  <a:pt x="71189" y="97797"/>
                  <a:pt x="71139" y="97772"/>
                </a:cubicBezTo>
                <a:cubicBezTo>
                  <a:pt x="70990" y="97648"/>
                  <a:pt x="70815" y="97473"/>
                  <a:pt x="70666" y="97324"/>
                </a:cubicBezTo>
                <a:lnTo>
                  <a:pt x="70492" y="97150"/>
                </a:lnTo>
                <a:lnTo>
                  <a:pt x="70118" y="96776"/>
                </a:lnTo>
                <a:cubicBezTo>
                  <a:pt x="70019" y="96677"/>
                  <a:pt x="69894" y="96577"/>
                  <a:pt x="69795" y="96453"/>
                </a:cubicBezTo>
                <a:cubicBezTo>
                  <a:pt x="69695" y="96353"/>
                  <a:pt x="69621" y="96229"/>
                  <a:pt x="69496" y="96154"/>
                </a:cubicBezTo>
                <a:lnTo>
                  <a:pt x="69197" y="95855"/>
                </a:lnTo>
                <a:cubicBezTo>
                  <a:pt x="69994" y="95308"/>
                  <a:pt x="70741" y="94735"/>
                  <a:pt x="71512" y="94188"/>
                </a:cubicBezTo>
                <a:cubicBezTo>
                  <a:pt x="71662" y="94063"/>
                  <a:pt x="71811" y="93939"/>
                  <a:pt x="71985" y="93839"/>
                </a:cubicBezTo>
                <a:cubicBezTo>
                  <a:pt x="72732" y="93292"/>
                  <a:pt x="73504" y="92694"/>
                  <a:pt x="74225" y="92097"/>
                </a:cubicBezTo>
                <a:cubicBezTo>
                  <a:pt x="74425" y="91948"/>
                  <a:pt x="74624" y="91748"/>
                  <a:pt x="74848" y="91599"/>
                </a:cubicBezTo>
                <a:lnTo>
                  <a:pt x="75868" y="90753"/>
                </a:lnTo>
                <a:close/>
                <a:moveTo>
                  <a:pt x="69123" y="95980"/>
                </a:moveTo>
                <a:cubicBezTo>
                  <a:pt x="69197" y="96079"/>
                  <a:pt x="69272" y="96179"/>
                  <a:pt x="69372" y="96229"/>
                </a:cubicBezTo>
                <a:lnTo>
                  <a:pt x="69695" y="96577"/>
                </a:lnTo>
                <a:lnTo>
                  <a:pt x="69894" y="96776"/>
                </a:lnTo>
                <a:cubicBezTo>
                  <a:pt x="71363" y="98195"/>
                  <a:pt x="72732" y="99390"/>
                  <a:pt x="73927" y="100211"/>
                </a:cubicBezTo>
                <a:cubicBezTo>
                  <a:pt x="73902" y="100286"/>
                  <a:pt x="73902" y="100286"/>
                  <a:pt x="73877" y="100286"/>
                </a:cubicBezTo>
                <a:cubicBezTo>
                  <a:pt x="72433" y="99290"/>
                  <a:pt x="70815" y="97847"/>
                  <a:pt x="69048" y="96030"/>
                </a:cubicBezTo>
                <a:lnTo>
                  <a:pt x="69123" y="95980"/>
                </a:lnTo>
                <a:close/>
                <a:moveTo>
                  <a:pt x="78606" y="97424"/>
                </a:moveTo>
                <a:lnTo>
                  <a:pt x="78606" y="97448"/>
                </a:lnTo>
                <a:lnTo>
                  <a:pt x="78606" y="97473"/>
                </a:lnTo>
                <a:cubicBezTo>
                  <a:pt x="78482" y="97573"/>
                  <a:pt x="78357" y="97672"/>
                  <a:pt x="78233" y="97722"/>
                </a:cubicBezTo>
                <a:cubicBezTo>
                  <a:pt x="77735" y="98071"/>
                  <a:pt x="77188" y="98444"/>
                  <a:pt x="76715" y="98793"/>
                </a:cubicBezTo>
                <a:cubicBezTo>
                  <a:pt x="76441" y="98942"/>
                  <a:pt x="76242" y="99091"/>
                  <a:pt x="75993" y="99266"/>
                </a:cubicBezTo>
                <a:lnTo>
                  <a:pt x="74947" y="99913"/>
                </a:lnTo>
                <a:cubicBezTo>
                  <a:pt x="74848" y="99962"/>
                  <a:pt x="74698" y="100062"/>
                  <a:pt x="74574" y="100137"/>
                </a:cubicBezTo>
                <a:cubicBezTo>
                  <a:pt x="74524" y="100186"/>
                  <a:pt x="74425" y="100261"/>
                  <a:pt x="74300" y="100286"/>
                </a:cubicBezTo>
                <a:cubicBezTo>
                  <a:pt x="74350" y="100211"/>
                  <a:pt x="74400" y="100186"/>
                  <a:pt x="74425" y="100162"/>
                </a:cubicBezTo>
                <a:cubicBezTo>
                  <a:pt x="74499" y="100137"/>
                  <a:pt x="74574" y="100062"/>
                  <a:pt x="74649" y="100037"/>
                </a:cubicBezTo>
                <a:cubicBezTo>
                  <a:pt x="74773" y="99938"/>
                  <a:pt x="74922" y="99888"/>
                  <a:pt x="75047" y="99788"/>
                </a:cubicBezTo>
                <a:cubicBezTo>
                  <a:pt x="75097" y="99788"/>
                  <a:pt x="75097" y="99763"/>
                  <a:pt x="75122" y="99763"/>
                </a:cubicBezTo>
                <a:cubicBezTo>
                  <a:pt x="75470" y="99539"/>
                  <a:pt x="75794" y="99315"/>
                  <a:pt x="76117" y="99091"/>
                </a:cubicBezTo>
                <a:cubicBezTo>
                  <a:pt x="76291" y="98967"/>
                  <a:pt x="76441" y="98892"/>
                  <a:pt x="76640" y="98768"/>
                </a:cubicBezTo>
                <a:cubicBezTo>
                  <a:pt x="76739" y="98693"/>
                  <a:pt x="76814" y="98643"/>
                  <a:pt x="76889" y="98593"/>
                </a:cubicBezTo>
                <a:cubicBezTo>
                  <a:pt x="77312" y="98320"/>
                  <a:pt x="77735" y="98021"/>
                  <a:pt x="78158" y="97722"/>
                </a:cubicBezTo>
                <a:cubicBezTo>
                  <a:pt x="78308" y="97623"/>
                  <a:pt x="78482" y="97548"/>
                  <a:pt x="78606" y="97424"/>
                </a:cubicBezTo>
                <a:close/>
                <a:moveTo>
                  <a:pt x="43560" y="97797"/>
                </a:moveTo>
                <a:cubicBezTo>
                  <a:pt x="43535" y="97822"/>
                  <a:pt x="43535" y="97897"/>
                  <a:pt x="43510" y="97921"/>
                </a:cubicBezTo>
                <a:cubicBezTo>
                  <a:pt x="41319" y="98842"/>
                  <a:pt x="39154" y="99664"/>
                  <a:pt x="37038" y="100311"/>
                </a:cubicBezTo>
                <a:cubicBezTo>
                  <a:pt x="37038" y="100286"/>
                  <a:pt x="37013" y="100261"/>
                  <a:pt x="37013" y="100211"/>
                </a:cubicBezTo>
                <a:cubicBezTo>
                  <a:pt x="39129" y="99564"/>
                  <a:pt x="41319" y="98718"/>
                  <a:pt x="43560" y="97797"/>
                </a:cubicBezTo>
                <a:close/>
                <a:moveTo>
                  <a:pt x="36789" y="100311"/>
                </a:moveTo>
                <a:lnTo>
                  <a:pt x="36789" y="100336"/>
                </a:lnTo>
                <a:cubicBezTo>
                  <a:pt x="36789" y="100336"/>
                  <a:pt x="36789" y="100386"/>
                  <a:pt x="36814" y="100386"/>
                </a:cubicBezTo>
                <a:cubicBezTo>
                  <a:pt x="36789" y="100386"/>
                  <a:pt x="36764" y="100386"/>
                  <a:pt x="36764" y="100410"/>
                </a:cubicBezTo>
                <a:cubicBezTo>
                  <a:pt x="36764" y="100386"/>
                  <a:pt x="36715" y="100336"/>
                  <a:pt x="36715" y="100311"/>
                </a:cubicBezTo>
                <a:close/>
                <a:moveTo>
                  <a:pt x="74126" y="100386"/>
                </a:moveTo>
                <a:cubicBezTo>
                  <a:pt x="74126" y="100386"/>
                  <a:pt x="74151" y="100386"/>
                  <a:pt x="74151" y="100410"/>
                </a:cubicBezTo>
                <a:cubicBezTo>
                  <a:pt x="74126" y="100410"/>
                  <a:pt x="74126" y="100435"/>
                  <a:pt x="74101" y="100435"/>
                </a:cubicBezTo>
                <a:cubicBezTo>
                  <a:pt x="74101" y="100435"/>
                  <a:pt x="74051" y="100435"/>
                  <a:pt x="74026" y="100411"/>
                </a:cubicBezTo>
                <a:lnTo>
                  <a:pt x="74026" y="100411"/>
                </a:lnTo>
                <a:cubicBezTo>
                  <a:pt x="74026" y="100411"/>
                  <a:pt x="74026" y="100411"/>
                  <a:pt x="74026" y="100411"/>
                </a:cubicBezTo>
                <a:lnTo>
                  <a:pt x="74026" y="100411"/>
                </a:lnTo>
                <a:cubicBezTo>
                  <a:pt x="74039" y="100423"/>
                  <a:pt x="74039" y="100429"/>
                  <a:pt x="74036" y="100429"/>
                </a:cubicBezTo>
                <a:cubicBezTo>
                  <a:pt x="74033" y="100429"/>
                  <a:pt x="74026" y="100423"/>
                  <a:pt x="74026" y="100410"/>
                </a:cubicBezTo>
                <a:lnTo>
                  <a:pt x="74026" y="100410"/>
                </a:lnTo>
                <a:cubicBezTo>
                  <a:pt x="74026" y="100410"/>
                  <a:pt x="74026" y="100410"/>
                  <a:pt x="74026" y="100410"/>
                </a:cubicBezTo>
                <a:cubicBezTo>
                  <a:pt x="74051" y="100410"/>
                  <a:pt x="74051" y="100386"/>
                  <a:pt x="74101" y="100386"/>
                </a:cubicBezTo>
                <a:close/>
                <a:moveTo>
                  <a:pt x="35719" y="98220"/>
                </a:moveTo>
                <a:cubicBezTo>
                  <a:pt x="35769" y="98345"/>
                  <a:pt x="35794" y="98444"/>
                  <a:pt x="35818" y="98544"/>
                </a:cubicBezTo>
                <a:cubicBezTo>
                  <a:pt x="35843" y="98668"/>
                  <a:pt x="35893" y="98768"/>
                  <a:pt x="35918" y="98892"/>
                </a:cubicBezTo>
                <a:cubicBezTo>
                  <a:pt x="35918" y="98917"/>
                  <a:pt x="35943" y="98942"/>
                  <a:pt x="35943" y="98942"/>
                </a:cubicBezTo>
                <a:cubicBezTo>
                  <a:pt x="35943" y="98942"/>
                  <a:pt x="35943" y="98967"/>
                  <a:pt x="35968" y="98967"/>
                </a:cubicBezTo>
                <a:cubicBezTo>
                  <a:pt x="36018" y="99091"/>
                  <a:pt x="36067" y="99191"/>
                  <a:pt x="36092" y="99315"/>
                </a:cubicBezTo>
                <a:cubicBezTo>
                  <a:pt x="36092" y="99340"/>
                  <a:pt x="36142" y="99415"/>
                  <a:pt x="36142" y="99440"/>
                </a:cubicBezTo>
                <a:cubicBezTo>
                  <a:pt x="36167" y="99564"/>
                  <a:pt x="36217" y="99664"/>
                  <a:pt x="36267" y="99788"/>
                </a:cubicBezTo>
                <a:cubicBezTo>
                  <a:pt x="36316" y="99913"/>
                  <a:pt x="36341" y="100037"/>
                  <a:pt x="36416" y="100162"/>
                </a:cubicBezTo>
                <a:lnTo>
                  <a:pt x="34823" y="100635"/>
                </a:lnTo>
                <a:cubicBezTo>
                  <a:pt x="34673" y="100162"/>
                  <a:pt x="34474" y="99664"/>
                  <a:pt x="34300" y="99166"/>
                </a:cubicBezTo>
                <a:cubicBezTo>
                  <a:pt x="34549" y="99017"/>
                  <a:pt x="34773" y="98842"/>
                  <a:pt x="34972" y="98693"/>
                </a:cubicBezTo>
                <a:lnTo>
                  <a:pt x="35719" y="98220"/>
                </a:lnTo>
                <a:close/>
                <a:moveTo>
                  <a:pt x="34126" y="99241"/>
                </a:moveTo>
                <a:cubicBezTo>
                  <a:pt x="34325" y="99763"/>
                  <a:pt x="34499" y="100211"/>
                  <a:pt x="34698" y="100709"/>
                </a:cubicBezTo>
                <a:cubicBezTo>
                  <a:pt x="34673" y="100709"/>
                  <a:pt x="34673" y="100709"/>
                  <a:pt x="34649" y="100759"/>
                </a:cubicBezTo>
                <a:cubicBezTo>
                  <a:pt x="34449" y="100261"/>
                  <a:pt x="34275" y="99788"/>
                  <a:pt x="34076" y="99290"/>
                </a:cubicBezTo>
                <a:cubicBezTo>
                  <a:pt x="34101" y="99290"/>
                  <a:pt x="34101" y="99241"/>
                  <a:pt x="34126" y="99241"/>
                </a:cubicBezTo>
                <a:close/>
                <a:moveTo>
                  <a:pt x="67306" y="94437"/>
                </a:moveTo>
                <a:lnTo>
                  <a:pt x="67380" y="94486"/>
                </a:lnTo>
                <a:cubicBezTo>
                  <a:pt x="67555" y="94710"/>
                  <a:pt x="67779" y="94934"/>
                  <a:pt x="67953" y="95134"/>
                </a:cubicBezTo>
                <a:cubicBezTo>
                  <a:pt x="68177" y="95358"/>
                  <a:pt x="68401" y="95607"/>
                  <a:pt x="68625" y="95831"/>
                </a:cubicBezTo>
                <a:cubicBezTo>
                  <a:pt x="68077" y="96204"/>
                  <a:pt x="67555" y="96577"/>
                  <a:pt x="67032" y="96926"/>
                </a:cubicBezTo>
                <a:cubicBezTo>
                  <a:pt x="66683" y="97125"/>
                  <a:pt x="66335" y="97374"/>
                  <a:pt x="66036" y="97598"/>
                </a:cubicBezTo>
                <a:cubicBezTo>
                  <a:pt x="65364" y="98046"/>
                  <a:pt x="64717" y="98444"/>
                  <a:pt x="64070" y="98892"/>
                </a:cubicBezTo>
                <a:cubicBezTo>
                  <a:pt x="63821" y="99041"/>
                  <a:pt x="63572" y="99216"/>
                  <a:pt x="63323" y="99390"/>
                </a:cubicBezTo>
                <a:cubicBezTo>
                  <a:pt x="62576" y="99838"/>
                  <a:pt x="61830" y="100311"/>
                  <a:pt x="61058" y="100759"/>
                </a:cubicBezTo>
                <a:cubicBezTo>
                  <a:pt x="61108" y="99465"/>
                  <a:pt x="61108" y="98145"/>
                  <a:pt x="61058" y="96801"/>
                </a:cubicBezTo>
                <a:cubicBezTo>
                  <a:pt x="63074" y="96229"/>
                  <a:pt x="65165" y="95432"/>
                  <a:pt x="67306" y="94437"/>
                </a:cubicBezTo>
                <a:close/>
                <a:moveTo>
                  <a:pt x="97026" y="81269"/>
                </a:moveTo>
                <a:cubicBezTo>
                  <a:pt x="97822" y="81518"/>
                  <a:pt x="98544" y="81643"/>
                  <a:pt x="99092" y="81643"/>
                </a:cubicBezTo>
                <a:cubicBezTo>
                  <a:pt x="99266" y="81643"/>
                  <a:pt x="99415" y="81643"/>
                  <a:pt x="99540" y="81618"/>
                </a:cubicBezTo>
                <a:lnTo>
                  <a:pt x="99540" y="81618"/>
                </a:lnTo>
                <a:cubicBezTo>
                  <a:pt x="98942" y="82365"/>
                  <a:pt x="98320" y="83061"/>
                  <a:pt x="97698" y="83833"/>
                </a:cubicBezTo>
                <a:cubicBezTo>
                  <a:pt x="97200" y="84406"/>
                  <a:pt x="96677" y="85003"/>
                  <a:pt x="96155" y="85600"/>
                </a:cubicBezTo>
                <a:cubicBezTo>
                  <a:pt x="95283" y="86571"/>
                  <a:pt x="94412" y="87517"/>
                  <a:pt x="93466" y="88488"/>
                </a:cubicBezTo>
                <a:lnTo>
                  <a:pt x="93441" y="88513"/>
                </a:lnTo>
                <a:cubicBezTo>
                  <a:pt x="89708" y="92371"/>
                  <a:pt x="85601" y="96055"/>
                  <a:pt x="81220" y="99390"/>
                </a:cubicBezTo>
                <a:lnTo>
                  <a:pt x="80100" y="100211"/>
                </a:lnTo>
                <a:cubicBezTo>
                  <a:pt x="79851" y="100410"/>
                  <a:pt x="79552" y="100585"/>
                  <a:pt x="79303" y="100784"/>
                </a:cubicBezTo>
                <a:cubicBezTo>
                  <a:pt x="79303" y="100759"/>
                  <a:pt x="79353" y="100684"/>
                  <a:pt x="79353" y="100659"/>
                </a:cubicBezTo>
                <a:cubicBezTo>
                  <a:pt x="79378" y="100560"/>
                  <a:pt x="79378" y="100460"/>
                  <a:pt x="79403" y="100386"/>
                </a:cubicBezTo>
                <a:cubicBezTo>
                  <a:pt x="79403" y="100311"/>
                  <a:pt x="79403" y="100261"/>
                  <a:pt x="79428" y="100186"/>
                </a:cubicBezTo>
                <a:cubicBezTo>
                  <a:pt x="79428" y="100087"/>
                  <a:pt x="79477" y="100012"/>
                  <a:pt x="79477" y="99888"/>
                </a:cubicBezTo>
                <a:cubicBezTo>
                  <a:pt x="79403" y="99813"/>
                  <a:pt x="79403" y="99714"/>
                  <a:pt x="79403" y="99664"/>
                </a:cubicBezTo>
                <a:lnTo>
                  <a:pt x="79403" y="99315"/>
                </a:lnTo>
                <a:cubicBezTo>
                  <a:pt x="79403" y="99216"/>
                  <a:pt x="79378" y="99141"/>
                  <a:pt x="79378" y="99066"/>
                </a:cubicBezTo>
                <a:cubicBezTo>
                  <a:pt x="79378" y="98942"/>
                  <a:pt x="79353" y="98842"/>
                  <a:pt x="79353" y="98718"/>
                </a:cubicBezTo>
                <a:cubicBezTo>
                  <a:pt x="79353" y="98618"/>
                  <a:pt x="79303" y="98544"/>
                  <a:pt x="79278" y="98444"/>
                </a:cubicBezTo>
                <a:cubicBezTo>
                  <a:pt x="79278" y="98345"/>
                  <a:pt x="79253" y="98295"/>
                  <a:pt x="79253" y="98195"/>
                </a:cubicBezTo>
                <a:cubicBezTo>
                  <a:pt x="85825" y="93068"/>
                  <a:pt x="91823" y="87293"/>
                  <a:pt x="97026" y="81269"/>
                </a:cubicBezTo>
                <a:close/>
                <a:moveTo>
                  <a:pt x="78731" y="97697"/>
                </a:moveTo>
                <a:cubicBezTo>
                  <a:pt x="78731" y="97747"/>
                  <a:pt x="78756" y="97822"/>
                  <a:pt x="78756" y="97872"/>
                </a:cubicBezTo>
                <a:cubicBezTo>
                  <a:pt x="78756" y="97946"/>
                  <a:pt x="78781" y="97971"/>
                  <a:pt x="78781" y="98046"/>
                </a:cubicBezTo>
                <a:cubicBezTo>
                  <a:pt x="77561" y="98967"/>
                  <a:pt x="76316" y="99913"/>
                  <a:pt x="75072" y="100809"/>
                </a:cubicBezTo>
                <a:cubicBezTo>
                  <a:pt x="74898" y="100659"/>
                  <a:pt x="74723" y="100560"/>
                  <a:pt x="74524" y="100435"/>
                </a:cubicBezTo>
                <a:cubicBezTo>
                  <a:pt x="74574" y="100336"/>
                  <a:pt x="74674" y="100286"/>
                  <a:pt x="74798" y="100211"/>
                </a:cubicBezTo>
                <a:cubicBezTo>
                  <a:pt x="74922" y="100162"/>
                  <a:pt x="75047" y="100062"/>
                  <a:pt x="75171" y="100012"/>
                </a:cubicBezTo>
                <a:cubicBezTo>
                  <a:pt x="75196" y="100012"/>
                  <a:pt x="75196" y="99962"/>
                  <a:pt x="75246" y="99962"/>
                </a:cubicBezTo>
                <a:cubicBezTo>
                  <a:pt x="75420" y="99838"/>
                  <a:pt x="75570" y="99714"/>
                  <a:pt x="75769" y="99639"/>
                </a:cubicBezTo>
                <a:lnTo>
                  <a:pt x="76043" y="99440"/>
                </a:lnTo>
                <a:cubicBezTo>
                  <a:pt x="76291" y="99290"/>
                  <a:pt x="76565" y="99091"/>
                  <a:pt x="76814" y="98942"/>
                </a:cubicBezTo>
                <a:cubicBezTo>
                  <a:pt x="76889" y="98917"/>
                  <a:pt x="76939" y="98842"/>
                  <a:pt x="77038" y="98793"/>
                </a:cubicBezTo>
                <a:cubicBezTo>
                  <a:pt x="77262" y="98668"/>
                  <a:pt x="77436" y="98494"/>
                  <a:pt x="77660" y="98369"/>
                </a:cubicBezTo>
                <a:cubicBezTo>
                  <a:pt x="77785" y="98295"/>
                  <a:pt x="77909" y="98195"/>
                  <a:pt x="78034" y="98121"/>
                </a:cubicBezTo>
                <a:cubicBezTo>
                  <a:pt x="78059" y="98121"/>
                  <a:pt x="78059" y="98096"/>
                  <a:pt x="78108" y="98096"/>
                </a:cubicBezTo>
                <a:lnTo>
                  <a:pt x="78133" y="98096"/>
                </a:lnTo>
                <a:cubicBezTo>
                  <a:pt x="78308" y="97971"/>
                  <a:pt x="78507" y="97847"/>
                  <a:pt x="78731" y="97697"/>
                </a:cubicBezTo>
                <a:close/>
                <a:moveTo>
                  <a:pt x="60859" y="96826"/>
                </a:moveTo>
                <a:lnTo>
                  <a:pt x="60859" y="96826"/>
                </a:lnTo>
                <a:cubicBezTo>
                  <a:pt x="60959" y="98195"/>
                  <a:pt x="60934" y="99539"/>
                  <a:pt x="60834" y="100883"/>
                </a:cubicBezTo>
                <a:cubicBezTo>
                  <a:pt x="60809" y="100883"/>
                  <a:pt x="60809" y="100908"/>
                  <a:pt x="60784" y="100908"/>
                </a:cubicBezTo>
                <a:cubicBezTo>
                  <a:pt x="60859" y="99589"/>
                  <a:pt x="60884" y="98220"/>
                  <a:pt x="60809" y="96851"/>
                </a:cubicBezTo>
                <a:cubicBezTo>
                  <a:pt x="60834" y="96851"/>
                  <a:pt x="60834" y="96851"/>
                  <a:pt x="60859" y="96826"/>
                </a:cubicBezTo>
                <a:close/>
                <a:moveTo>
                  <a:pt x="78830" y="98195"/>
                </a:moveTo>
                <a:lnTo>
                  <a:pt x="78830" y="98245"/>
                </a:lnTo>
                <a:cubicBezTo>
                  <a:pt x="77660" y="99166"/>
                  <a:pt x="76491" y="100062"/>
                  <a:pt x="75296" y="100908"/>
                </a:cubicBezTo>
                <a:cubicBezTo>
                  <a:pt x="75271" y="100908"/>
                  <a:pt x="75271" y="100883"/>
                  <a:pt x="75246" y="100883"/>
                </a:cubicBezTo>
                <a:cubicBezTo>
                  <a:pt x="76441" y="100012"/>
                  <a:pt x="77636" y="99141"/>
                  <a:pt x="78830" y="98195"/>
                </a:cubicBezTo>
                <a:close/>
                <a:moveTo>
                  <a:pt x="36540" y="100386"/>
                </a:moveTo>
                <a:cubicBezTo>
                  <a:pt x="36540" y="100410"/>
                  <a:pt x="36565" y="100410"/>
                  <a:pt x="36565" y="100435"/>
                </a:cubicBezTo>
                <a:lnTo>
                  <a:pt x="36565" y="100460"/>
                </a:lnTo>
                <a:lnTo>
                  <a:pt x="34972" y="100933"/>
                </a:lnTo>
                <a:cubicBezTo>
                  <a:pt x="34972" y="100908"/>
                  <a:pt x="34947" y="100883"/>
                  <a:pt x="34947" y="100834"/>
                </a:cubicBezTo>
                <a:lnTo>
                  <a:pt x="36540" y="100386"/>
                </a:lnTo>
                <a:close/>
                <a:moveTo>
                  <a:pt x="74325" y="100535"/>
                </a:moveTo>
                <a:cubicBezTo>
                  <a:pt x="74524" y="100659"/>
                  <a:pt x="74748" y="100784"/>
                  <a:pt x="74922" y="100908"/>
                </a:cubicBezTo>
                <a:cubicBezTo>
                  <a:pt x="74898" y="100908"/>
                  <a:pt x="74898" y="100933"/>
                  <a:pt x="74873" y="100933"/>
                </a:cubicBezTo>
                <a:cubicBezTo>
                  <a:pt x="74649" y="100809"/>
                  <a:pt x="74474" y="100684"/>
                  <a:pt x="74275" y="100560"/>
                </a:cubicBezTo>
                <a:cubicBezTo>
                  <a:pt x="74300" y="100560"/>
                  <a:pt x="74300" y="100535"/>
                  <a:pt x="74325" y="100535"/>
                </a:cubicBezTo>
                <a:close/>
                <a:moveTo>
                  <a:pt x="5153" y="84729"/>
                </a:moveTo>
                <a:cubicBezTo>
                  <a:pt x="7019" y="87393"/>
                  <a:pt x="9583" y="89384"/>
                  <a:pt x="12869" y="90603"/>
                </a:cubicBezTo>
                <a:cubicBezTo>
                  <a:pt x="12072" y="94088"/>
                  <a:pt x="12023" y="97672"/>
                  <a:pt x="12695" y="100958"/>
                </a:cubicBezTo>
                <a:cubicBezTo>
                  <a:pt x="9832" y="99813"/>
                  <a:pt x="7443" y="98170"/>
                  <a:pt x="5576" y="96055"/>
                </a:cubicBezTo>
                <a:cubicBezTo>
                  <a:pt x="5476" y="95681"/>
                  <a:pt x="5402" y="95308"/>
                  <a:pt x="5327" y="94934"/>
                </a:cubicBezTo>
                <a:cubicBezTo>
                  <a:pt x="5302" y="94760"/>
                  <a:pt x="5277" y="94586"/>
                  <a:pt x="5227" y="94437"/>
                </a:cubicBezTo>
                <a:cubicBezTo>
                  <a:pt x="5153" y="93864"/>
                  <a:pt x="5053" y="93317"/>
                  <a:pt x="4978" y="92719"/>
                </a:cubicBezTo>
                <a:cubicBezTo>
                  <a:pt x="4978" y="92595"/>
                  <a:pt x="4953" y="92445"/>
                  <a:pt x="4953" y="92321"/>
                </a:cubicBezTo>
                <a:lnTo>
                  <a:pt x="4854" y="90902"/>
                </a:lnTo>
                <a:cubicBezTo>
                  <a:pt x="4854" y="90703"/>
                  <a:pt x="4829" y="90479"/>
                  <a:pt x="4829" y="90255"/>
                </a:cubicBezTo>
                <a:cubicBezTo>
                  <a:pt x="4829" y="89658"/>
                  <a:pt x="4804" y="89110"/>
                  <a:pt x="4829" y="88513"/>
                </a:cubicBezTo>
                <a:cubicBezTo>
                  <a:pt x="4829" y="88363"/>
                  <a:pt x="4854" y="88164"/>
                  <a:pt x="4854" y="88015"/>
                </a:cubicBezTo>
                <a:lnTo>
                  <a:pt x="4953" y="86521"/>
                </a:lnTo>
                <a:cubicBezTo>
                  <a:pt x="4978" y="86297"/>
                  <a:pt x="4978" y="86098"/>
                  <a:pt x="5028" y="85899"/>
                </a:cubicBezTo>
                <a:cubicBezTo>
                  <a:pt x="5053" y="85501"/>
                  <a:pt x="5103" y="85127"/>
                  <a:pt x="5153" y="84729"/>
                </a:cubicBezTo>
                <a:close/>
                <a:moveTo>
                  <a:pt x="34798" y="100859"/>
                </a:moveTo>
                <a:lnTo>
                  <a:pt x="34798" y="100859"/>
                </a:lnTo>
                <a:cubicBezTo>
                  <a:pt x="34773" y="100933"/>
                  <a:pt x="34798" y="100958"/>
                  <a:pt x="34798" y="101008"/>
                </a:cubicBezTo>
                <a:lnTo>
                  <a:pt x="34773" y="101008"/>
                </a:lnTo>
                <a:cubicBezTo>
                  <a:pt x="34773" y="100958"/>
                  <a:pt x="34723" y="100933"/>
                  <a:pt x="34723" y="100908"/>
                </a:cubicBezTo>
                <a:cubicBezTo>
                  <a:pt x="34773" y="100908"/>
                  <a:pt x="34773" y="100908"/>
                  <a:pt x="34798" y="100859"/>
                </a:cubicBezTo>
                <a:close/>
                <a:moveTo>
                  <a:pt x="63566" y="99455"/>
                </a:moveTo>
                <a:lnTo>
                  <a:pt x="63566" y="99455"/>
                </a:lnTo>
                <a:cubicBezTo>
                  <a:pt x="62717" y="99992"/>
                  <a:pt x="61880" y="100514"/>
                  <a:pt x="61033" y="101014"/>
                </a:cubicBezTo>
                <a:lnTo>
                  <a:pt x="61033" y="101014"/>
                </a:lnTo>
                <a:cubicBezTo>
                  <a:pt x="61033" y="101012"/>
                  <a:pt x="61033" y="101010"/>
                  <a:pt x="61033" y="101008"/>
                </a:cubicBezTo>
                <a:cubicBezTo>
                  <a:pt x="61830" y="100535"/>
                  <a:pt x="62601" y="100037"/>
                  <a:pt x="63423" y="99539"/>
                </a:cubicBezTo>
                <a:cubicBezTo>
                  <a:pt x="63472" y="99512"/>
                  <a:pt x="63519" y="99484"/>
                  <a:pt x="63566" y="99455"/>
                </a:cubicBezTo>
                <a:close/>
                <a:moveTo>
                  <a:pt x="13043" y="90603"/>
                </a:moveTo>
                <a:cubicBezTo>
                  <a:pt x="13068" y="90603"/>
                  <a:pt x="13068" y="90603"/>
                  <a:pt x="13118" y="90628"/>
                </a:cubicBezTo>
                <a:cubicBezTo>
                  <a:pt x="12321" y="94113"/>
                  <a:pt x="12296" y="97697"/>
                  <a:pt x="12993" y="101033"/>
                </a:cubicBezTo>
                <a:cubicBezTo>
                  <a:pt x="12944" y="101033"/>
                  <a:pt x="12919" y="101008"/>
                  <a:pt x="12919" y="101008"/>
                </a:cubicBezTo>
                <a:cubicBezTo>
                  <a:pt x="12197" y="97672"/>
                  <a:pt x="12271" y="94088"/>
                  <a:pt x="13043" y="90603"/>
                </a:cubicBezTo>
                <a:close/>
                <a:moveTo>
                  <a:pt x="79104" y="98320"/>
                </a:moveTo>
                <a:cubicBezTo>
                  <a:pt x="79104" y="98345"/>
                  <a:pt x="79104" y="98394"/>
                  <a:pt x="79129" y="98444"/>
                </a:cubicBezTo>
                <a:cubicBezTo>
                  <a:pt x="79154" y="98544"/>
                  <a:pt x="79154" y="98643"/>
                  <a:pt x="79204" y="98718"/>
                </a:cubicBezTo>
                <a:cubicBezTo>
                  <a:pt x="79229" y="98842"/>
                  <a:pt x="79229" y="98942"/>
                  <a:pt x="79229" y="99066"/>
                </a:cubicBezTo>
                <a:cubicBezTo>
                  <a:pt x="79229" y="99166"/>
                  <a:pt x="79253" y="99266"/>
                  <a:pt x="79253" y="99340"/>
                </a:cubicBezTo>
                <a:lnTo>
                  <a:pt x="79253" y="99614"/>
                </a:lnTo>
                <a:lnTo>
                  <a:pt x="79253" y="99863"/>
                </a:lnTo>
                <a:cubicBezTo>
                  <a:pt x="79253" y="99962"/>
                  <a:pt x="79253" y="100037"/>
                  <a:pt x="79229" y="100137"/>
                </a:cubicBezTo>
                <a:cubicBezTo>
                  <a:pt x="79229" y="100211"/>
                  <a:pt x="79229" y="100286"/>
                  <a:pt x="79204" y="100386"/>
                </a:cubicBezTo>
                <a:cubicBezTo>
                  <a:pt x="79204" y="100435"/>
                  <a:pt x="79154" y="100485"/>
                  <a:pt x="79154" y="100585"/>
                </a:cubicBezTo>
                <a:cubicBezTo>
                  <a:pt x="79154" y="100659"/>
                  <a:pt x="79129" y="100759"/>
                  <a:pt x="79129" y="100809"/>
                </a:cubicBezTo>
                <a:cubicBezTo>
                  <a:pt x="79104" y="100809"/>
                  <a:pt x="79079" y="100834"/>
                  <a:pt x="79079" y="100908"/>
                </a:cubicBezTo>
                <a:cubicBezTo>
                  <a:pt x="79079" y="100933"/>
                  <a:pt x="79079" y="100933"/>
                  <a:pt x="79029" y="100958"/>
                </a:cubicBezTo>
                <a:cubicBezTo>
                  <a:pt x="79005" y="101008"/>
                  <a:pt x="78980" y="101008"/>
                  <a:pt x="78930" y="101033"/>
                </a:cubicBezTo>
                <a:cubicBezTo>
                  <a:pt x="78930" y="101008"/>
                  <a:pt x="78930" y="101008"/>
                  <a:pt x="78980" y="100958"/>
                </a:cubicBezTo>
                <a:cubicBezTo>
                  <a:pt x="79005" y="100883"/>
                  <a:pt x="79029" y="100809"/>
                  <a:pt x="79079" y="100709"/>
                </a:cubicBezTo>
                <a:cubicBezTo>
                  <a:pt x="79079" y="100659"/>
                  <a:pt x="79104" y="100585"/>
                  <a:pt x="79104" y="100535"/>
                </a:cubicBezTo>
                <a:cubicBezTo>
                  <a:pt x="79104" y="100460"/>
                  <a:pt x="79129" y="100386"/>
                  <a:pt x="79129" y="100311"/>
                </a:cubicBezTo>
                <a:cubicBezTo>
                  <a:pt x="79129" y="100261"/>
                  <a:pt x="79129" y="100162"/>
                  <a:pt x="79154" y="100062"/>
                </a:cubicBezTo>
                <a:lnTo>
                  <a:pt x="79154" y="99838"/>
                </a:lnTo>
                <a:lnTo>
                  <a:pt x="79154" y="99564"/>
                </a:lnTo>
                <a:lnTo>
                  <a:pt x="79154" y="99315"/>
                </a:lnTo>
                <a:cubicBezTo>
                  <a:pt x="79154" y="99216"/>
                  <a:pt x="79129" y="99141"/>
                  <a:pt x="79129" y="99017"/>
                </a:cubicBezTo>
                <a:cubicBezTo>
                  <a:pt x="79129" y="98917"/>
                  <a:pt x="79104" y="98817"/>
                  <a:pt x="79104" y="98718"/>
                </a:cubicBezTo>
                <a:cubicBezTo>
                  <a:pt x="79104" y="98643"/>
                  <a:pt x="79079" y="98519"/>
                  <a:pt x="79029" y="98419"/>
                </a:cubicBezTo>
                <a:lnTo>
                  <a:pt x="79029" y="98345"/>
                </a:lnTo>
                <a:cubicBezTo>
                  <a:pt x="79079" y="98345"/>
                  <a:pt x="79079" y="98320"/>
                  <a:pt x="79104" y="98320"/>
                </a:cubicBezTo>
                <a:close/>
                <a:moveTo>
                  <a:pt x="3236" y="94287"/>
                </a:moveTo>
                <a:cubicBezTo>
                  <a:pt x="3311" y="94287"/>
                  <a:pt x="3311" y="94312"/>
                  <a:pt x="3336" y="94312"/>
                </a:cubicBezTo>
                <a:cubicBezTo>
                  <a:pt x="3336" y="94337"/>
                  <a:pt x="3360" y="94337"/>
                  <a:pt x="3360" y="94362"/>
                </a:cubicBezTo>
                <a:cubicBezTo>
                  <a:pt x="3659" y="94810"/>
                  <a:pt x="3933" y="95208"/>
                  <a:pt x="4281" y="95607"/>
                </a:cubicBezTo>
                <a:lnTo>
                  <a:pt x="4331" y="95681"/>
                </a:lnTo>
                <a:cubicBezTo>
                  <a:pt x="4655" y="96079"/>
                  <a:pt x="4978" y="96453"/>
                  <a:pt x="5327" y="96826"/>
                </a:cubicBezTo>
                <a:cubicBezTo>
                  <a:pt x="5451" y="97324"/>
                  <a:pt x="5601" y="97797"/>
                  <a:pt x="5775" y="98245"/>
                </a:cubicBezTo>
                <a:cubicBezTo>
                  <a:pt x="5800" y="98345"/>
                  <a:pt x="5825" y="98469"/>
                  <a:pt x="5850" y="98593"/>
                </a:cubicBezTo>
                <a:cubicBezTo>
                  <a:pt x="6024" y="99041"/>
                  <a:pt x="6173" y="99465"/>
                  <a:pt x="6347" y="99888"/>
                </a:cubicBezTo>
                <a:cubicBezTo>
                  <a:pt x="6422" y="100037"/>
                  <a:pt x="6472" y="100162"/>
                  <a:pt x="6522" y="100311"/>
                </a:cubicBezTo>
                <a:cubicBezTo>
                  <a:pt x="6646" y="100560"/>
                  <a:pt x="6771" y="100809"/>
                  <a:pt x="6895" y="101083"/>
                </a:cubicBezTo>
                <a:cubicBezTo>
                  <a:pt x="6771" y="100908"/>
                  <a:pt x="6646" y="100709"/>
                  <a:pt x="6472" y="100510"/>
                </a:cubicBezTo>
                <a:cubicBezTo>
                  <a:pt x="5924" y="99639"/>
                  <a:pt x="4281" y="96926"/>
                  <a:pt x="3410" y="94661"/>
                </a:cubicBezTo>
                <a:cubicBezTo>
                  <a:pt x="3336" y="94536"/>
                  <a:pt x="3311" y="94412"/>
                  <a:pt x="3236" y="94287"/>
                </a:cubicBezTo>
                <a:close/>
                <a:moveTo>
                  <a:pt x="85823" y="95956"/>
                </a:moveTo>
                <a:cubicBezTo>
                  <a:pt x="85716" y="96047"/>
                  <a:pt x="85609" y="96138"/>
                  <a:pt x="85501" y="96229"/>
                </a:cubicBezTo>
                <a:cubicBezTo>
                  <a:pt x="85476" y="96279"/>
                  <a:pt x="85426" y="96303"/>
                  <a:pt x="85377" y="96353"/>
                </a:cubicBezTo>
                <a:cubicBezTo>
                  <a:pt x="84854" y="96801"/>
                  <a:pt x="84331" y="97224"/>
                  <a:pt x="83833" y="97648"/>
                </a:cubicBezTo>
                <a:cubicBezTo>
                  <a:pt x="83585" y="97822"/>
                  <a:pt x="83361" y="98046"/>
                  <a:pt x="83112" y="98220"/>
                </a:cubicBezTo>
                <a:cubicBezTo>
                  <a:pt x="82589" y="98668"/>
                  <a:pt x="82016" y="99091"/>
                  <a:pt x="81469" y="99514"/>
                </a:cubicBezTo>
                <a:cubicBezTo>
                  <a:pt x="81071" y="99813"/>
                  <a:pt x="80697" y="100087"/>
                  <a:pt x="80274" y="100386"/>
                </a:cubicBezTo>
                <a:lnTo>
                  <a:pt x="79627" y="100834"/>
                </a:lnTo>
                <a:cubicBezTo>
                  <a:pt x="79602" y="100883"/>
                  <a:pt x="79552" y="100883"/>
                  <a:pt x="79527" y="100908"/>
                </a:cubicBezTo>
                <a:cubicBezTo>
                  <a:pt x="79420" y="100994"/>
                  <a:pt x="79332" y="101043"/>
                  <a:pt x="79230" y="101118"/>
                </a:cubicBezTo>
                <a:lnTo>
                  <a:pt x="79230" y="101118"/>
                </a:lnTo>
                <a:cubicBezTo>
                  <a:pt x="79232" y="101103"/>
                  <a:pt x="79237" y="101083"/>
                  <a:pt x="79253" y="101083"/>
                </a:cubicBezTo>
                <a:cubicBezTo>
                  <a:pt x="79552" y="100883"/>
                  <a:pt x="79851" y="100659"/>
                  <a:pt x="80125" y="100435"/>
                </a:cubicBezTo>
                <a:cubicBezTo>
                  <a:pt x="80573" y="100137"/>
                  <a:pt x="80996" y="99813"/>
                  <a:pt x="81394" y="99514"/>
                </a:cubicBezTo>
                <a:cubicBezTo>
                  <a:pt x="81718" y="99290"/>
                  <a:pt x="81991" y="99066"/>
                  <a:pt x="82265" y="98842"/>
                </a:cubicBezTo>
                <a:cubicBezTo>
                  <a:pt x="83385" y="97996"/>
                  <a:pt x="84853" y="96753"/>
                  <a:pt x="85823" y="95956"/>
                </a:cubicBezTo>
                <a:close/>
                <a:moveTo>
                  <a:pt x="79209" y="101134"/>
                </a:moveTo>
                <a:cubicBezTo>
                  <a:pt x="79199" y="101141"/>
                  <a:pt x="79189" y="101149"/>
                  <a:pt x="79179" y="101157"/>
                </a:cubicBezTo>
                <a:cubicBezTo>
                  <a:pt x="79179" y="101157"/>
                  <a:pt x="79179" y="101140"/>
                  <a:pt x="79209" y="101134"/>
                </a:cubicBezTo>
                <a:close/>
                <a:moveTo>
                  <a:pt x="60834" y="101107"/>
                </a:moveTo>
                <a:lnTo>
                  <a:pt x="60834" y="101207"/>
                </a:lnTo>
                <a:cubicBezTo>
                  <a:pt x="60809" y="101207"/>
                  <a:pt x="60809" y="101257"/>
                  <a:pt x="60784" y="101257"/>
                </a:cubicBezTo>
                <a:lnTo>
                  <a:pt x="60784" y="101157"/>
                </a:lnTo>
                <a:cubicBezTo>
                  <a:pt x="60809" y="101157"/>
                  <a:pt x="60809" y="101107"/>
                  <a:pt x="60834" y="101107"/>
                </a:cubicBezTo>
                <a:close/>
                <a:moveTo>
                  <a:pt x="78835" y="101389"/>
                </a:moveTo>
                <a:cubicBezTo>
                  <a:pt x="78826" y="101395"/>
                  <a:pt x="78816" y="101403"/>
                  <a:pt x="78795" y="101405"/>
                </a:cubicBezTo>
                <a:lnTo>
                  <a:pt x="78795" y="101405"/>
                </a:lnTo>
                <a:cubicBezTo>
                  <a:pt x="78807" y="101400"/>
                  <a:pt x="78820" y="101394"/>
                  <a:pt x="78835" y="101389"/>
                </a:cubicBezTo>
                <a:close/>
                <a:moveTo>
                  <a:pt x="13267" y="90678"/>
                </a:moveTo>
                <a:cubicBezTo>
                  <a:pt x="13392" y="90703"/>
                  <a:pt x="13516" y="90728"/>
                  <a:pt x="13640" y="90778"/>
                </a:cubicBezTo>
                <a:cubicBezTo>
                  <a:pt x="13192" y="94586"/>
                  <a:pt x="13367" y="98170"/>
                  <a:pt x="14138" y="101406"/>
                </a:cubicBezTo>
                <a:cubicBezTo>
                  <a:pt x="13815" y="101307"/>
                  <a:pt x="13516" y="101182"/>
                  <a:pt x="13192" y="101083"/>
                </a:cubicBezTo>
                <a:cubicBezTo>
                  <a:pt x="12446" y="97772"/>
                  <a:pt x="12496" y="94188"/>
                  <a:pt x="13267" y="90678"/>
                </a:cubicBezTo>
                <a:close/>
                <a:moveTo>
                  <a:pt x="13790" y="90852"/>
                </a:moveTo>
                <a:cubicBezTo>
                  <a:pt x="13815" y="90852"/>
                  <a:pt x="13815" y="90852"/>
                  <a:pt x="13865" y="90877"/>
                </a:cubicBezTo>
                <a:cubicBezTo>
                  <a:pt x="13443" y="94672"/>
                  <a:pt x="13565" y="98219"/>
                  <a:pt x="14378" y="101470"/>
                </a:cubicBezTo>
                <a:lnTo>
                  <a:pt x="14378" y="101470"/>
                </a:lnTo>
                <a:cubicBezTo>
                  <a:pt x="14367" y="101456"/>
                  <a:pt x="14345" y="101456"/>
                  <a:pt x="14313" y="101456"/>
                </a:cubicBezTo>
                <a:cubicBezTo>
                  <a:pt x="13541" y="98220"/>
                  <a:pt x="13392" y="94661"/>
                  <a:pt x="13790" y="90852"/>
                </a:cubicBezTo>
                <a:close/>
                <a:moveTo>
                  <a:pt x="78768" y="101419"/>
                </a:moveTo>
                <a:lnTo>
                  <a:pt x="78681" y="101506"/>
                </a:lnTo>
                <a:lnTo>
                  <a:pt x="78681" y="101456"/>
                </a:lnTo>
                <a:cubicBezTo>
                  <a:pt x="78718" y="101443"/>
                  <a:pt x="78743" y="101431"/>
                  <a:pt x="78768" y="101419"/>
                </a:cubicBezTo>
                <a:close/>
                <a:moveTo>
                  <a:pt x="33827" y="99091"/>
                </a:moveTo>
                <a:cubicBezTo>
                  <a:pt x="33827" y="99141"/>
                  <a:pt x="33827" y="99141"/>
                  <a:pt x="33852" y="99166"/>
                </a:cubicBezTo>
                <a:cubicBezTo>
                  <a:pt x="33678" y="99241"/>
                  <a:pt x="33504" y="99340"/>
                  <a:pt x="33329" y="99440"/>
                </a:cubicBezTo>
                <a:cubicBezTo>
                  <a:pt x="33031" y="99589"/>
                  <a:pt x="32707" y="99788"/>
                  <a:pt x="32408" y="99938"/>
                </a:cubicBezTo>
                <a:lnTo>
                  <a:pt x="31562" y="100311"/>
                </a:lnTo>
                <a:cubicBezTo>
                  <a:pt x="31214" y="100460"/>
                  <a:pt x="30915" y="100610"/>
                  <a:pt x="30566" y="100734"/>
                </a:cubicBezTo>
                <a:cubicBezTo>
                  <a:pt x="30318" y="100834"/>
                  <a:pt x="30044" y="100933"/>
                  <a:pt x="29745" y="101033"/>
                </a:cubicBezTo>
                <a:cubicBezTo>
                  <a:pt x="29372" y="101157"/>
                  <a:pt x="29048" y="101307"/>
                  <a:pt x="28675" y="101406"/>
                </a:cubicBezTo>
                <a:cubicBezTo>
                  <a:pt x="28509" y="101456"/>
                  <a:pt x="28342" y="101495"/>
                  <a:pt x="28161" y="101537"/>
                </a:cubicBezTo>
                <a:lnTo>
                  <a:pt x="28161" y="101537"/>
                </a:lnTo>
                <a:cubicBezTo>
                  <a:pt x="28330" y="101489"/>
                  <a:pt x="28497" y="101444"/>
                  <a:pt x="28650" y="101406"/>
                </a:cubicBezTo>
                <a:cubicBezTo>
                  <a:pt x="28949" y="101307"/>
                  <a:pt x="29222" y="101207"/>
                  <a:pt x="29496" y="101083"/>
                </a:cubicBezTo>
                <a:cubicBezTo>
                  <a:pt x="29845" y="100958"/>
                  <a:pt x="30218" y="100834"/>
                  <a:pt x="30566" y="100709"/>
                </a:cubicBezTo>
                <a:cubicBezTo>
                  <a:pt x="30815" y="100635"/>
                  <a:pt x="31064" y="100510"/>
                  <a:pt x="31313" y="100386"/>
                </a:cubicBezTo>
                <a:cubicBezTo>
                  <a:pt x="31687" y="100211"/>
                  <a:pt x="32060" y="100062"/>
                  <a:pt x="32408" y="99863"/>
                </a:cubicBezTo>
                <a:cubicBezTo>
                  <a:pt x="32608" y="99763"/>
                  <a:pt x="32832" y="99614"/>
                  <a:pt x="33056" y="99539"/>
                </a:cubicBezTo>
                <a:cubicBezTo>
                  <a:pt x="33304" y="99415"/>
                  <a:pt x="33578" y="99241"/>
                  <a:pt x="33827" y="99091"/>
                </a:cubicBezTo>
                <a:close/>
                <a:moveTo>
                  <a:pt x="78905" y="98494"/>
                </a:moveTo>
                <a:cubicBezTo>
                  <a:pt x="78955" y="98593"/>
                  <a:pt x="78955" y="98693"/>
                  <a:pt x="78955" y="98793"/>
                </a:cubicBezTo>
                <a:cubicBezTo>
                  <a:pt x="78955" y="98867"/>
                  <a:pt x="78980" y="98967"/>
                  <a:pt x="78980" y="99066"/>
                </a:cubicBezTo>
                <a:cubicBezTo>
                  <a:pt x="78980" y="99166"/>
                  <a:pt x="79005" y="99241"/>
                  <a:pt x="79005" y="99340"/>
                </a:cubicBezTo>
                <a:lnTo>
                  <a:pt x="79005" y="99589"/>
                </a:lnTo>
                <a:lnTo>
                  <a:pt x="79005" y="99838"/>
                </a:lnTo>
                <a:lnTo>
                  <a:pt x="79005" y="100062"/>
                </a:lnTo>
                <a:cubicBezTo>
                  <a:pt x="79005" y="100112"/>
                  <a:pt x="79005" y="100211"/>
                  <a:pt x="78980" y="100286"/>
                </a:cubicBezTo>
                <a:cubicBezTo>
                  <a:pt x="78980" y="100336"/>
                  <a:pt x="78955" y="100410"/>
                  <a:pt x="78955" y="100485"/>
                </a:cubicBezTo>
                <a:cubicBezTo>
                  <a:pt x="78905" y="100535"/>
                  <a:pt x="78880" y="100585"/>
                  <a:pt x="78880" y="100659"/>
                </a:cubicBezTo>
                <a:cubicBezTo>
                  <a:pt x="78855" y="100709"/>
                  <a:pt x="78830" y="100809"/>
                  <a:pt x="78830" y="100883"/>
                </a:cubicBezTo>
                <a:cubicBezTo>
                  <a:pt x="78830" y="100908"/>
                  <a:pt x="78781" y="100933"/>
                  <a:pt x="78781" y="101008"/>
                </a:cubicBezTo>
                <a:cubicBezTo>
                  <a:pt x="78756" y="101083"/>
                  <a:pt x="78681" y="101182"/>
                  <a:pt x="78631" y="101282"/>
                </a:cubicBezTo>
                <a:cubicBezTo>
                  <a:pt x="78606" y="101331"/>
                  <a:pt x="78532" y="101381"/>
                  <a:pt x="78482" y="101431"/>
                </a:cubicBezTo>
                <a:cubicBezTo>
                  <a:pt x="78407" y="101456"/>
                  <a:pt x="78357" y="101531"/>
                  <a:pt x="78308" y="101555"/>
                </a:cubicBezTo>
                <a:cubicBezTo>
                  <a:pt x="78127" y="101650"/>
                  <a:pt x="77906" y="101697"/>
                  <a:pt x="77651" y="101697"/>
                </a:cubicBezTo>
                <a:cubicBezTo>
                  <a:pt x="77097" y="101697"/>
                  <a:pt x="76379" y="101476"/>
                  <a:pt x="75545" y="101033"/>
                </a:cubicBezTo>
                <a:cubicBezTo>
                  <a:pt x="76715" y="100211"/>
                  <a:pt x="77835" y="99365"/>
                  <a:pt x="78905" y="98494"/>
                </a:cubicBezTo>
                <a:close/>
                <a:moveTo>
                  <a:pt x="27535" y="101708"/>
                </a:moveTo>
                <a:cubicBezTo>
                  <a:pt x="27457" y="101731"/>
                  <a:pt x="27379" y="101753"/>
                  <a:pt x="27301" y="101774"/>
                </a:cubicBezTo>
                <a:lnTo>
                  <a:pt x="27301" y="101774"/>
                </a:lnTo>
                <a:cubicBezTo>
                  <a:pt x="27378" y="101750"/>
                  <a:pt x="27456" y="101727"/>
                  <a:pt x="27535" y="101708"/>
                </a:cubicBezTo>
                <a:close/>
                <a:moveTo>
                  <a:pt x="78507" y="101630"/>
                </a:moveTo>
                <a:lnTo>
                  <a:pt x="78507" y="101655"/>
                </a:lnTo>
                <a:cubicBezTo>
                  <a:pt x="78507" y="101655"/>
                  <a:pt x="78457" y="101705"/>
                  <a:pt x="78382" y="101755"/>
                </a:cubicBezTo>
                <a:cubicBezTo>
                  <a:pt x="78357" y="101755"/>
                  <a:pt x="78357" y="101779"/>
                  <a:pt x="78333" y="101779"/>
                </a:cubicBezTo>
                <a:cubicBezTo>
                  <a:pt x="78283" y="101779"/>
                  <a:pt x="78258" y="101804"/>
                  <a:pt x="78233" y="101804"/>
                </a:cubicBezTo>
                <a:cubicBezTo>
                  <a:pt x="78217" y="101821"/>
                  <a:pt x="78190" y="101826"/>
                  <a:pt x="78159" y="101842"/>
                </a:cubicBezTo>
                <a:lnTo>
                  <a:pt x="78159" y="101842"/>
                </a:lnTo>
                <a:lnTo>
                  <a:pt x="78382" y="101680"/>
                </a:lnTo>
                <a:cubicBezTo>
                  <a:pt x="78407" y="101655"/>
                  <a:pt x="78482" y="101655"/>
                  <a:pt x="78507" y="101630"/>
                </a:cubicBezTo>
                <a:close/>
                <a:moveTo>
                  <a:pt x="75296" y="101107"/>
                </a:moveTo>
                <a:cubicBezTo>
                  <a:pt x="75370" y="101157"/>
                  <a:pt x="75395" y="101182"/>
                  <a:pt x="75470" y="101207"/>
                </a:cubicBezTo>
                <a:cubicBezTo>
                  <a:pt x="75520" y="101257"/>
                  <a:pt x="75545" y="101282"/>
                  <a:pt x="75619" y="101282"/>
                </a:cubicBezTo>
                <a:cubicBezTo>
                  <a:pt x="75719" y="101307"/>
                  <a:pt x="75794" y="101381"/>
                  <a:pt x="75868" y="101406"/>
                </a:cubicBezTo>
                <a:cubicBezTo>
                  <a:pt x="75918" y="101431"/>
                  <a:pt x="76018" y="101456"/>
                  <a:pt x="76092" y="101481"/>
                </a:cubicBezTo>
                <a:cubicBezTo>
                  <a:pt x="76142" y="101531"/>
                  <a:pt x="76167" y="101531"/>
                  <a:pt x="76242" y="101555"/>
                </a:cubicBezTo>
                <a:lnTo>
                  <a:pt x="76515" y="101655"/>
                </a:lnTo>
                <a:lnTo>
                  <a:pt x="76540" y="101655"/>
                </a:lnTo>
                <a:cubicBezTo>
                  <a:pt x="76914" y="101779"/>
                  <a:pt x="77262" y="101829"/>
                  <a:pt x="77586" y="101829"/>
                </a:cubicBezTo>
                <a:cubicBezTo>
                  <a:pt x="77636" y="101829"/>
                  <a:pt x="77710" y="101829"/>
                  <a:pt x="77760" y="101804"/>
                </a:cubicBezTo>
                <a:lnTo>
                  <a:pt x="77760" y="101804"/>
                </a:lnTo>
                <a:cubicBezTo>
                  <a:pt x="77735" y="101829"/>
                  <a:pt x="77710" y="101829"/>
                  <a:pt x="77660" y="101854"/>
                </a:cubicBezTo>
                <a:cubicBezTo>
                  <a:pt x="77574" y="101869"/>
                  <a:pt x="77483" y="101876"/>
                  <a:pt x="77388" y="101876"/>
                </a:cubicBezTo>
                <a:cubicBezTo>
                  <a:pt x="76823" y="101876"/>
                  <a:pt x="76102" y="101626"/>
                  <a:pt x="75271" y="101157"/>
                </a:cubicBezTo>
                <a:lnTo>
                  <a:pt x="75296" y="101107"/>
                </a:lnTo>
                <a:close/>
                <a:moveTo>
                  <a:pt x="24966" y="91748"/>
                </a:moveTo>
                <a:cubicBezTo>
                  <a:pt x="24468" y="95457"/>
                  <a:pt x="24543" y="98917"/>
                  <a:pt x="25339" y="102053"/>
                </a:cubicBezTo>
                <a:lnTo>
                  <a:pt x="25265" y="102053"/>
                </a:lnTo>
                <a:cubicBezTo>
                  <a:pt x="24493" y="98917"/>
                  <a:pt x="24393" y="95457"/>
                  <a:pt x="24891" y="91748"/>
                </a:cubicBezTo>
                <a:close/>
                <a:moveTo>
                  <a:pt x="32060" y="90379"/>
                </a:moveTo>
                <a:cubicBezTo>
                  <a:pt x="32259" y="93242"/>
                  <a:pt x="32856" y="96179"/>
                  <a:pt x="33802" y="98967"/>
                </a:cubicBezTo>
                <a:cubicBezTo>
                  <a:pt x="33553" y="99141"/>
                  <a:pt x="33304" y="99266"/>
                  <a:pt x="33056" y="99390"/>
                </a:cubicBezTo>
                <a:cubicBezTo>
                  <a:pt x="32807" y="99514"/>
                  <a:pt x="32558" y="99664"/>
                  <a:pt x="32309" y="99788"/>
                </a:cubicBezTo>
                <a:cubicBezTo>
                  <a:pt x="31960" y="99938"/>
                  <a:pt x="31612" y="100087"/>
                  <a:pt x="31313" y="100261"/>
                </a:cubicBezTo>
                <a:cubicBezTo>
                  <a:pt x="31014" y="100386"/>
                  <a:pt x="30790" y="100510"/>
                  <a:pt x="30492" y="100585"/>
                </a:cubicBezTo>
                <a:cubicBezTo>
                  <a:pt x="30168" y="100709"/>
                  <a:pt x="29845" y="100834"/>
                  <a:pt x="29496" y="100958"/>
                </a:cubicBezTo>
                <a:cubicBezTo>
                  <a:pt x="29222" y="101058"/>
                  <a:pt x="28924" y="101182"/>
                  <a:pt x="28625" y="101282"/>
                </a:cubicBezTo>
                <a:cubicBezTo>
                  <a:pt x="28326" y="101381"/>
                  <a:pt x="27978" y="101456"/>
                  <a:pt x="27679" y="101555"/>
                </a:cubicBezTo>
                <a:cubicBezTo>
                  <a:pt x="27355" y="101655"/>
                  <a:pt x="27057" y="101755"/>
                  <a:pt x="26733" y="101804"/>
                </a:cubicBezTo>
                <a:lnTo>
                  <a:pt x="25812" y="102004"/>
                </a:lnTo>
                <a:cubicBezTo>
                  <a:pt x="25713" y="102028"/>
                  <a:pt x="25638" y="102028"/>
                  <a:pt x="25538" y="102053"/>
                </a:cubicBezTo>
                <a:cubicBezTo>
                  <a:pt x="24742" y="98892"/>
                  <a:pt x="24617" y="95432"/>
                  <a:pt x="25140" y="91724"/>
                </a:cubicBezTo>
                <a:cubicBezTo>
                  <a:pt x="27355" y="91475"/>
                  <a:pt x="29695" y="91002"/>
                  <a:pt x="32060" y="90379"/>
                </a:cubicBezTo>
                <a:close/>
                <a:moveTo>
                  <a:pt x="25538" y="102103"/>
                </a:moveTo>
                <a:cubicBezTo>
                  <a:pt x="25588" y="102128"/>
                  <a:pt x="25638" y="102134"/>
                  <a:pt x="25688" y="102134"/>
                </a:cubicBezTo>
                <a:cubicBezTo>
                  <a:pt x="25702" y="102134"/>
                  <a:pt x="25716" y="102134"/>
                  <a:pt x="25730" y="102133"/>
                </a:cubicBezTo>
                <a:lnTo>
                  <a:pt x="25730" y="102133"/>
                </a:lnTo>
                <a:cubicBezTo>
                  <a:pt x="25662" y="102150"/>
                  <a:pt x="25595" y="102166"/>
                  <a:pt x="25538" y="102178"/>
                </a:cubicBezTo>
                <a:lnTo>
                  <a:pt x="25538" y="102153"/>
                </a:lnTo>
                <a:lnTo>
                  <a:pt x="25538" y="102103"/>
                </a:lnTo>
                <a:close/>
                <a:moveTo>
                  <a:pt x="33927" y="99365"/>
                </a:moveTo>
                <a:cubicBezTo>
                  <a:pt x="34076" y="99838"/>
                  <a:pt x="34275" y="100311"/>
                  <a:pt x="34449" y="100784"/>
                </a:cubicBezTo>
                <a:cubicBezTo>
                  <a:pt x="31459" y="101575"/>
                  <a:pt x="28517" y="102145"/>
                  <a:pt x="25771" y="102396"/>
                </a:cubicBezTo>
                <a:lnTo>
                  <a:pt x="25771" y="102396"/>
                </a:lnTo>
                <a:cubicBezTo>
                  <a:pt x="25797" y="102391"/>
                  <a:pt x="25824" y="102378"/>
                  <a:pt x="25837" y="102352"/>
                </a:cubicBezTo>
                <a:lnTo>
                  <a:pt x="26758" y="102178"/>
                </a:lnTo>
                <a:lnTo>
                  <a:pt x="27804" y="101904"/>
                </a:lnTo>
                <a:cubicBezTo>
                  <a:pt x="28102" y="101804"/>
                  <a:pt x="28376" y="101730"/>
                  <a:pt x="28700" y="101655"/>
                </a:cubicBezTo>
                <a:cubicBezTo>
                  <a:pt x="29048" y="101555"/>
                  <a:pt x="29347" y="101431"/>
                  <a:pt x="29695" y="101307"/>
                </a:cubicBezTo>
                <a:cubicBezTo>
                  <a:pt x="29994" y="101182"/>
                  <a:pt x="30318" y="101083"/>
                  <a:pt x="30591" y="100958"/>
                </a:cubicBezTo>
                <a:cubicBezTo>
                  <a:pt x="30915" y="100834"/>
                  <a:pt x="31189" y="100684"/>
                  <a:pt x="31487" y="100560"/>
                </a:cubicBezTo>
                <a:cubicBezTo>
                  <a:pt x="31811" y="100435"/>
                  <a:pt x="32110" y="100286"/>
                  <a:pt x="32433" y="100162"/>
                </a:cubicBezTo>
                <a:cubicBezTo>
                  <a:pt x="32707" y="99987"/>
                  <a:pt x="32981" y="99838"/>
                  <a:pt x="33280" y="99714"/>
                </a:cubicBezTo>
                <a:cubicBezTo>
                  <a:pt x="33479" y="99589"/>
                  <a:pt x="33703" y="99490"/>
                  <a:pt x="33927" y="99365"/>
                </a:cubicBezTo>
                <a:close/>
                <a:moveTo>
                  <a:pt x="14039" y="90927"/>
                </a:moveTo>
                <a:lnTo>
                  <a:pt x="14039" y="90927"/>
                </a:lnTo>
                <a:cubicBezTo>
                  <a:pt x="16229" y="91574"/>
                  <a:pt x="18644" y="91948"/>
                  <a:pt x="21282" y="91948"/>
                </a:cubicBezTo>
                <a:cubicBezTo>
                  <a:pt x="22377" y="91948"/>
                  <a:pt x="23522" y="91873"/>
                  <a:pt x="24692" y="91748"/>
                </a:cubicBezTo>
                <a:lnTo>
                  <a:pt x="24692" y="91748"/>
                </a:lnTo>
                <a:cubicBezTo>
                  <a:pt x="24194" y="95457"/>
                  <a:pt x="24269" y="98942"/>
                  <a:pt x="25041" y="102053"/>
                </a:cubicBezTo>
                <a:cubicBezTo>
                  <a:pt x="24916" y="102078"/>
                  <a:pt x="24841" y="102128"/>
                  <a:pt x="24717" y="102128"/>
                </a:cubicBezTo>
                <a:cubicBezTo>
                  <a:pt x="24418" y="102153"/>
                  <a:pt x="24145" y="102178"/>
                  <a:pt x="23846" y="102203"/>
                </a:cubicBezTo>
                <a:cubicBezTo>
                  <a:pt x="23472" y="102252"/>
                  <a:pt x="23099" y="102302"/>
                  <a:pt x="22726" y="102327"/>
                </a:cubicBezTo>
                <a:cubicBezTo>
                  <a:pt x="22552" y="102327"/>
                  <a:pt x="22402" y="102327"/>
                  <a:pt x="22253" y="102377"/>
                </a:cubicBezTo>
                <a:cubicBezTo>
                  <a:pt x="21780" y="102427"/>
                  <a:pt x="21282" y="102427"/>
                  <a:pt x="20759" y="102427"/>
                </a:cubicBezTo>
                <a:cubicBezTo>
                  <a:pt x="20137" y="102427"/>
                  <a:pt x="19540" y="102402"/>
                  <a:pt x="18917" y="102377"/>
                </a:cubicBezTo>
                <a:cubicBezTo>
                  <a:pt x="17399" y="102203"/>
                  <a:pt x="15980" y="101929"/>
                  <a:pt x="14611" y="101531"/>
                </a:cubicBezTo>
                <a:cubicBezTo>
                  <a:pt x="13790" y="98295"/>
                  <a:pt x="13640" y="94710"/>
                  <a:pt x="14039" y="90927"/>
                </a:cubicBezTo>
                <a:close/>
                <a:moveTo>
                  <a:pt x="6744" y="100357"/>
                </a:moveTo>
                <a:lnTo>
                  <a:pt x="6744" y="100357"/>
                </a:lnTo>
                <a:cubicBezTo>
                  <a:pt x="6861" y="100590"/>
                  <a:pt x="6977" y="100823"/>
                  <a:pt x="7094" y="101033"/>
                </a:cubicBezTo>
                <a:cubicBezTo>
                  <a:pt x="7268" y="101307"/>
                  <a:pt x="7393" y="101580"/>
                  <a:pt x="7542" y="101879"/>
                </a:cubicBezTo>
                <a:cubicBezTo>
                  <a:pt x="7660" y="102068"/>
                  <a:pt x="7778" y="102278"/>
                  <a:pt x="7896" y="102469"/>
                </a:cubicBezTo>
                <a:lnTo>
                  <a:pt x="7896" y="102469"/>
                </a:lnTo>
                <a:cubicBezTo>
                  <a:pt x="7838" y="102403"/>
                  <a:pt x="7772" y="102330"/>
                  <a:pt x="7716" y="102252"/>
                </a:cubicBezTo>
                <a:lnTo>
                  <a:pt x="7443" y="101779"/>
                </a:lnTo>
                <a:cubicBezTo>
                  <a:pt x="7393" y="101680"/>
                  <a:pt x="7318" y="101555"/>
                  <a:pt x="7293" y="101431"/>
                </a:cubicBezTo>
                <a:cubicBezTo>
                  <a:pt x="7099" y="101086"/>
                  <a:pt x="6905" y="100723"/>
                  <a:pt x="6744" y="100357"/>
                </a:cubicBezTo>
                <a:close/>
                <a:moveTo>
                  <a:pt x="25115" y="102252"/>
                </a:moveTo>
                <a:lnTo>
                  <a:pt x="25115" y="102302"/>
                </a:lnTo>
                <a:cubicBezTo>
                  <a:pt x="24991" y="102327"/>
                  <a:pt x="24866" y="102352"/>
                  <a:pt x="24742" y="102352"/>
                </a:cubicBezTo>
                <a:cubicBezTo>
                  <a:pt x="24468" y="102402"/>
                  <a:pt x="24145" y="102427"/>
                  <a:pt x="23871" y="102452"/>
                </a:cubicBezTo>
                <a:cubicBezTo>
                  <a:pt x="23771" y="102452"/>
                  <a:pt x="23647" y="102501"/>
                  <a:pt x="23572" y="102501"/>
                </a:cubicBezTo>
                <a:cubicBezTo>
                  <a:pt x="23382" y="102501"/>
                  <a:pt x="23207" y="102501"/>
                  <a:pt x="23024" y="102512"/>
                </a:cubicBezTo>
                <a:lnTo>
                  <a:pt x="23024" y="102512"/>
                </a:lnTo>
                <a:cubicBezTo>
                  <a:pt x="23359" y="102480"/>
                  <a:pt x="23680" y="102423"/>
                  <a:pt x="24020" y="102402"/>
                </a:cubicBezTo>
                <a:cubicBezTo>
                  <a:pt x="24269" y="102377"/>
                  <a:pt x="24493" y="102327"/>
                  <a:pt x="24742" y="102302"/>
                </a:cubicBezTo>
                <a:cubicBezTo>
                  <a:pt x="24891" y="102302"/>
                  <a:pt x="24991" y="102277"/>
                  <a:pt x="25115" y="102252"/>
                </a:cubicBezTo>
                <a:close/>
                <a:moveTo>
                  <a:pt x="25464" y="102576"/>
                </a:moveTo>
                <a:cubicBezTo>
                  <a:pt x="25489" y="102626"/>
                  <a:pt x="25489" y="102651"/>
                  <a:pt x="25489" y="102676"/>
                </a:cubicBezTo>
                <a:lnTo>
                  <a:pt x="25439" y="102676"/>
                </a:lnTo>
                <a:cubicBezTo>
                  <a:pt x="25439" y="102651"/>
                  <a:pt x="25389" y="102626"/>
                  <a:pt x="25389" y="102576"/>
                </a:cubicBezTo>
                <a:close/>
                <a:moveTo>
                  <a:pt x="34524" y="100958"/>
                </a:moveTo>
                <a:cubicBezTo>
                  <a:pt x="34524" y="101008"/>
                  <a:pt x="34549" y="101033"/>
                  <a:pt x="34549" y="101058"/>
                </a:cubicBezTo>
                <a:cubicBezTo>
                  <a:pt x="31463" y="101904"/>
                  <a:pt x="28500" y="102427"/>
                  <a:pt x="25663" y="102676"/>
                </a:cubicBezTo>
                <a:cubicBezTo>
                  <a:pt x="25663" y="102651"/>
                  <a:pt x="25638" y="102626"/>
                  <a:pt x="25638" y="102576"/>
                </a:cubicBezTo>
                <a:cubicBezTo>
                  <a:pt x="28476" y="102327"/>
                  <a:pt x="31438" y="101779"/>
                  <a:pt x="34524" y="100958"/>
                </a:cubicBezTo>
                <a:close/>
                <a:moveTo>
                  <a:pt x="16503" y="102228"/>
                </a:moveTo>
                <a:cubicBezTo>
                  <a:pt x="16827" y="102302"/>
                  <a:pt x="17175" y="102327"/>
                  <a:pt x="17524" y="102402"/>
                </a:cubicBezTo>
                <a:cubicBezTo>
                  <a:pt x="17573" y="102402"/>
                  <a:pt x="17648" y="102427"/>
                  <a:pt x="17673" y="102427"/>
                </a:cubicBezTo>
                <a:cubicBezTo>
                  <a:pt x="18071" y="102476"/>
                  <a:pt x="18519" y="102526"/>
                  <a:pt x="18967" y="102551"/>
                </a:cubicBezTo>
                <a:cubicBezTo>
                  <a:pt x="19540" y="102626"/>
                  <a:pt x="20162" y="102676"/>
                  <a:pt x="20784" y="102700"/>
                </a:cubicBezTo>
                <a:lnTo>
                  <a:pt x="20759" y="102700"/>
                </a:lnTo>
                <a:cubicBezTo>
                  <a:pt x="20386" y="102700"/>
                  <a:pt x="20038" y="102700"/>
                  <a:pt x="19664" y="102676"/>
                </a:cubicBezTo>
                <a:cubicBezTo>
                  <a:pt x="19490" y="102676"/>
                  <a:pt x="19291" y="102651"/>
                  <a:pt x="19117" y="102651"/>
                </a:cubicBezTo>
                <a:cubicBezTo>
                  <a:pt x="19017" y="102651"/>
                  <a:pt x="18917" y="102651"/>
                  <a:pt x="18818" y="102601"/>
                </a:cubicBezTo>
                <a:cubicBezTo>
                  <a:pt x="18021" y="102526"/>
                  <a:pt x="17250" y="102402"/>
                  <a:pt x="16503" y="102228"/>
                </a:cubicBezTo>
                <a:close/>
                <a:moveTo>
                  <a:pt x="25215" y="102626"/>
                </a:moveTo>
                <a:cubicBezTo>
                  <a:pt x="25215" y="102651"/>
                  <a:pt x="25240" y="102676"/>
                  <a:pt x="25240" y="102700"/>
                </a:cubicBezTo>
                <a:cubicBezTo>
                  <a:pt x="24393" y="102775"/>
                  <a:pt x="23597" y="102800"/>
                  <a:pt x="22776" y="102800"/>
                </a:cubicBezTo>
                <a:lnTo>
                  <a:pt x="23622" y="102700"/>
                </a:lnTo>
                <a:lnTo>
                  <a:pt x="25215" y="102626"/>
                </a:lnTo>
                <a:close/>
                <a:moveTo>
                  <a:pt x="2593" y="92982"/>
                </a:moveTo>
                <a:cubicBezTo>
                  <a:pt x="2596" y="92988"/>
                  <a:pt x="2602" y="92993"/>
                  <a:pt x="2614" y="92993"/>
                </a:cubicBezTo>
                <a:cubicBezTo>
                  <a:pt x="2639" y="93068"/>
                  <a:pt x="2688" y="93093"/>
                  <a:pt x="2688" y="93167"/>
                </a:cubicBezTo>
                <a:cubicBezTo>
                  <a:pt x="2713" y="93217"/>
                  <a:pt x="2738" y="93267"/>
                  <a:pt x="2763" y="93366"/>
                </a:cubicBezTo>
                <a:cubicBezTo>
                  <a:pt x="2937" y="93839"/>
                  <a:pt x="3112" y="94312"/>
                  <a:pt x="3261" y="94710"/>
                </a:cubicBezTo>
                <a:cubicBezTo>
                  <a:pt x="4132" y="96976"/>
                  <a:pt x="5800" y="99714"/>
                  <a:pt x="6347" y="100585"/>
                </a:cubicBezTo>
                <a:cubicBezTo>
                  <a:pt x="6771" y="101207"/>
                  <a:pt x="7194" y="101804"/>
                  <a:pt x="7567" y="102327"/>
                </a:cubicBezTo>
                <a:cubicBezTo>
                  <a:pt x="7642" y="102427"/>
                  <a:pt x="7692" y="102526"/>
                  <a:pt x="7716" y="102651"/>
                </a:cubicBezTo>
                <a:lnTo>
                  <a:pt x="7766" y="102651"/>
                </a:lnTo>
                <a:cubicBezTo>
                  <a:pt x="7791" y="102700"/>
                  <a:pt x="7816" y="102775"/>
                  <a:pt x="7891" y="102825"/>
                </a:cubicBezTo>
                <a:cubicBezTo>
                  <a:pt x="7891" y="102875"/>
                  <a:pt x="7916" y="102875"/>
                  <a:pt x="7916" y="102900"/>
                </a:cubicBezTo>
                <a:cubicBezTo>
                  <a:pt x="7841" y="102800"/>
                  <a:pt x="7791" y="102700"/>
                  <a:pt x="7716" y="102651"/>
                </a:cubicBezTo>
                <a:cubicBezTo>
                  <a:pt x="7692" y="102626"/>
                  <a:pt x="7667" y="102576"/>
                  <a:pt x="7667" y="102551"/>
                </a:cubicBezTo>
                <a:cubicBezTo>
                  <a:pt x="7467" y="102302"/>
                  <a:pt x="7268" y="102028"/>
                  <a:pt x="7069" y="101730"/>
                </a:cubicBezTo>
                <a:cubicBezTo>
                  <a:pt x="6820" y="101381"/>
                  <a:pt x="6571" y="101033"/>
                  <a:pt x="6323" y="100659"/>
                </a:cubicBezTo>
                <a:cubicBezTo>
                  <a:pt x="6323" y="100659"/>
                  <a:pt x="6323" y="100610"/>
                  <a:pt x="6298" y="100610"/>
                </a:cubicBezTo>
                <a:lnTo>
                  <a:pt x="6298" y="100585"/>
                </a:lnTo>
                <a:lnTo>
                  <a:pt x="5825" y="99838"/>
                </a:lnTo>
                <a:cubicBezTo>
                  <a:pt x="5352" y="99066"/>
                  <a:pt x="4705" y="97921"/>
                  <a:pt x="4107" y="96727"/>
                </a:cubicBezTo>
                <a:cubicBezTo>
                  <a:pt x="3983" y="96478"/>
                  <a:pt x="3858" y="96229"/>
                  <a:pt x="3784" y="95980"/>
                </a:cubicBezTo>
                <a:cubicBezTo>
                  <a:pt x="3709" y="95831"/>
                  <a:pt x="3609" y="95681"/>
                  <a:pt x="3560" y="95557"/>
                </a:cubicBezTo>
                <a:cubicBezTo>
                  <a:pt x="3435" y="95283"/>
                  <a:pt x="3336" y="95034"/>
                  <a:pt x="3211" y="94760"/>
                </a:cubicBezTo>
                <a:lnTo>
                  <a:pt x="3211" y="94735"/>
                </a:lnTo>
                <a:cubicBezTo>
                  <a:pt x="2989" y="94217"/>
                  <a:pt x="2766" y="93600"/>
                  <a:pt x="2593" y="92982"/>
                </a:cubicBezTo>
                <a:close/>
                <a:moveTo>
                  <a:pt x="43311" y="98170"/>
                </a:moveTo>
                <a:cubicBezTo>
                  <a:pt x="42514" y="99589"/>
                  <a:pt x="41543" y="101008"/>
                  <a:pt x="40423" y="102277"/>
                </a:cubicBezTo>
                <a:lnTo>
                  <a:pt x="40423" y="102302"/>
                </a:lnTo>
                <a:cubicBezTo>
                  <a:pt x="40050" y="102700"/>
                  <a:pt x="39677" y="103124"/>
                  <a:pt x="39303" y="103497"/>
                </a:cubicBezTo>
                <a:lnTo>
                  <a:pt x="39179" y="103621"/>
                </a:lnTo>
                <a:lnTo>
                  <a:pt x="39054" y="103497"/>
                </a:lnTo>
                <a:cubicBezTo>
                  <a:pt x="38781" y="103173"/>
                  <a:pt x="38482" y="102825"/>
                  <a:pt x="38258" y="102501"/>
                </a:cubicBezTo>
                <a:cubicBezTo>
                  <a:pt x="38208" y="102452"/>
                  <a:pt x="38183" y="102402"/>
                  <a:pt x="38158" y="102377"/>
                </a:cubicBezTo>
                <a:cubicBezTo>
                  <a:pt x="38133" y="102327"/>
                  <a:pt x="38133" y="102302"/>
                  <a:pt x="38084" y="102277"/>
                </a:cubicBezTo>
                <a:cubicBezTo>
                  <a:pt x="37810" y="101904"/>
                  <a:pt x="37586" y="101506"/>
                  <a:pt x="37337" y="101083"/>
                </a:cubicBezTo>
                <a:cubicBezTo>
                  <a:pt x="37287" y="101008"/>
                  <a:pt x="37237" y="100908"/>
                  <a:pt x="37187" y="100784"/>
                </a:cubicBezTo>
                <a:cubicBezTo>
                  <a:pt x="37138" y="100684"/>
                  <a:pt x="37088" y="100585"/>
                  <a:pt x="37063" y="100460"/>
                </a:cubicBezTo>
                <a:cubicBezTo>
                  <a:pt x="39104" y="99813"/>
                  <a:pt x="41195" y="99041"/>
                  <a:pt x="43311" y="98170"/>
                </a:cubicBezTo>
                <a:close/>
                <a:moveTo>
                  <a:pt x="36839" y="100560"/>
                </a:moveTo>
                <a:lnTo>
                  <a:pt x="36839" y="100560"/>
                </a:lnTo>
                <a:cubicBezTo>
                  <a:pt x="36939" y="100709"/>
                  <a:pt x="37038" y="100883"/>
                  <a:pt x="37088" y="101008"/>
                </a:cubicBezTo>
                <a:cubicBezTo>
                  <a:pt x="37138" y="101058"/>
                  <a:pt x="37163" y="101083"/>
                  <a:pt x="37163" y="101157"/>
                </a:cubicBezTo>
                <a:cubicBezTo>
                  <a:pt x="37163" y="101182"/>
                  <a:pt x="37187" y="101207"/>
                  <a:pt x="37187" y="101207"/>
                </a:cubicBezTo>
                <a:cubicBezTo>
                  <a:pt x="37212" y="101282"/>
                  <a:pt x="37237" y="101331"/>
                  <a:pt x="37287" y="101381"/>
                </a:cubicBezTo>
                <a:cubicBezTo>
                  <a:pt x="37387" y="101531"/>
                  <a:pt x="37436" y="101655"/>
                  <a:pt x="37536" y="101779"/>
                </a:cubicBezTo>
                <a:cubicBezTo>
                  <a:pt x="37536" y="101804"/>
                  <a:pt x="37561" y="101804"/>
                  <a:pt x="37561" y="101829"/>
                </a:cubicBezTo>
                <a:cubicBezTo>
                  <a:pt x="37586" y="101879"/>
                  <a:pt x="37586" y="101904"/>
                  <a:pt x="37636" y="101929"/>
                </a:cubicBezTo>
                <a:cubicBezTo>
                  <a:pt x="37660" y="101954"/>
                  <a:pt x="37685" y="102028"/>
                  <a:pt x="37710" y="102053"/>
                </a:cubicBezTo>
                <a:cubicBezTo>
                  <a:pt x="37785" y="102178"/>
                  <a:pt x="37884" y="102277"/>
                  <a:pt x="37934" y="102402"/>
                </a:cubicBezTo>
                <a:cubicBezTo>
                  <a:pt x="37959" y="102427"/>
                  <a:pt x="38009" y="102501"/>
                  <a:pt x="38034" y="102526"/>
                </a:cubicBezTo>
                <a:cubicBezTo>
                  <a:pt x="38059" y="102576"/>
                  <a:pt x="38133" y="102651"/>
                  <a:pt x="38158" y="102700"/>
                </a:cubicBezTo>
                <a:lnTo>
                  <a:pt x="38258" y="102800"/>
                </a:lnTo>
                <a:cubicBezTo>
                  <a:pt x="38283" y="102875"/>
                  <a:pt x="38308" y="102900"/>
                  <a:pt x="38382" y="102949"/>
                </a:cubicBezTo>
                <a:cubicBezTo>
                  <a:pt x="38382" y="102949"/>
                  <a:pt x="38382" y="102999"/>
                  <a:pt x="38407" y="102999"/>
                </a:cubicBezTo>
                <a:cubicBezTo>
                  <a:pt x="38457" y="103049"/>
                  <a:pt x="38507" y="103124"/>
                  <a:pt x="38557" y="103173"/>
                </a:cubicBezTo>
                <a:cubicBezTo>
                  <a:pt x="38631" y="103248"/>
                  <a:pt x="38681" y="103323"/>
                  <a:pt x="38756" y="103397"/>
                </a:cubicBezTo>
                <a:lnTo>
                  <a:pt x="38805" y="103447"/>
                </a:lnTo>
                <a:cubicBezTo>
                  <a:pt x="38880" y="103522"/>
                  <a:pt x="38930" y="103621"/>
                  <a:pt x="39005" y="103696"/>
                </a:cubicBezTo>
                <a:lnTo>
                  <a:pt x="38955" y="103746"/>
                </a:lnTo>
                <a:lnTo>
                  <a:pt x="38930" y="103771"/>
                </a:lnTo>
                <a:cubicBezTo>
                  <a:pt x="38781" y="103621"/>
                  <a:pt x="38656" y="103447"/>
                  <a:pt x="38532" y="103298"/>
                </a:cubicBezTo>
                <a:cubicBezTo>
                  <a:pt x="38432" y="103173"/>
                  <a:pt x="38308" y="103049"/>
                  <a:pt x="38208" y="102900"/>
                </a:cubicBezTo>
                <a:cubicBezTo>
                  <a:pt x="38084" y="102750"/>
                  <a:pt x="38009" y="102626"/>
                  <a:pt x="37909" y="102452"/>
                </a:cubicBezTo>
                <a:cubicBezTo>
                  <a:pt x="37810" y="102327"/>
                  <a:pt x="37710" y="102203"/>
                  <a:pt x="37636" y="102053"/>
                </a:cubicBezTo>
                <a:cubicBezTo>
                  <a:pt x="37511" y="101879"/>
                  <a:pt x="37412" y="101680"/>
                  <a:pt x="37287" y="101506"/>
                </a:cubicBezTo>
                <a:cubicBezTo>
                  <a:pt x="37262" y="101431"/>
                  <a:pt x="37187" y="101331"/>
                  <a:pt x="37163" y="101282"/>
                </a:cubicBezTo>
                <a:lnTo>
                  <a:pt x="37063" y="101083"/>
                </a:lnTo>
                <a:cubicBezTo>
                  <a:pt x="37013" y="100958"/>
                  <a:pt x="36914" y="100784"/>
                  <a:pt x="36839" y="100560"/>
                </a:cubicBezTo>
                <a:close/>
                <a:moveTo>
                  <a:pt x="43784" y="98046"/>
                </a:moveTo>
                <a:cubicBezTo>
                  <a:pt x="43759" y="98071"/>
                  <a:pt x="43759" y="98096"/>
                  <a:pt x="43734" y="98145"/>
                </a:cubicBezTo>
                <a:cubicBezTo>
                  <a:pt x="43609" y="98345"/>
                  <a:pt x="43460" y="98569"/>
                  <a:pt x="43311" y="98793"/>
                </a:cubicBezTo>
                <a:cubicBezTo>
                  <a:pt x="43311" y="98793"/>
                  <a:pt x="43311" y="98817"/>
                  <a:pt x="43286" y="98817"/>
                </a:cubicBezTo>
                <a:cubicBezTo>
                  <a:pt x="43161" y="99041"/>
                  <a:pt x="43037" y="99266"/>
                  <a:pt x="42912" y="99440"/>
                </a:cubicBezTo>
                <a:lnTo>
                  <a:pt x="42738" y="99714"/>
                </a:lnTo>
                <a:cubicBezTo>
                  <a:pt x="42440" y="100162"/>
                  <a:pt x="42141" y="100585"/>
                  <a:pt x="41817" y="101033"/>
                </a:cubicBezTo>
                <a:cubicBezTo>
                  <a:pt x="41767" y="101083"/>
                  <a:pt x="41693" y="101182"/>
                  <a:pt x="41643" y="101257"/>
                </a:cubicBezTo>
                <a:cubicBezTo>
                  <a:pt x="41295" y="101680"/>
                  <a:pt x="40946" y="102078"/>
                  <a:pt x="40573" y="102526"/>
                </a:cubicBezTo>
                <a:cubicBezTo>
                  <a:pt x="40523" y="102576"/>
                  <a:pt x="40448" y="102651"/>
                  <a:pt x="40423" y="102700"/>
                </a:cubicBezTo>
                <a:cubicBezTo>
                  <a:pt x="40075" y="103074"/>
                  <a:pt x="39751" y="103447"/>
                  <a:pt x="39378" y="103821"/>
                </a:cubicBezTo>
                <a:lnTo>
                  <a:pt x="39328" y="103796"/>
                </a:lnTo>
                <a:cubicBezTo>
                  <a:pt x="39303" y="103771"/>
                  <a:pt x="39303" y="103771"/>
                  <a:pt x="39328" y="103746"/>
                </a:cubicBezTo>
                <a:cubicBezTo>
                  <a:pt x="39701" y="103373"/>
                  <a:pt x="40075" y="102949"/>
                  <a:pt x="40448" y="102576"/>
                </a:cubicBezTo>
                <a:lnTo>
                  <a:pt x="40548" y="102501"/>
                </a:lnTo>
                <a:cubicBezTo>
                  <a:pt x="41792" y="101083"/>
                  <a:pt x="42813" y="99639"/>
                  <a:pt x="43684" y="98071"/>
                </a:cubicBezTo>
                <a:cubicBezTo>
                  <a:pt x="43734" y="98071"/>
                  <a:pt x="43734" y="98071"/>
                  <a:pt x="43759" y="98046"/>
                </a:cubicBezTo>
                <a:close/>
                <a:moveTo>
                  <a:pt x="39179" y="103821"/>
                </a:moveTo>
                <a:cubicBezTo>
                  <a:pt x="39179" y="103895"/>
                  <a:pt x="39179" y="103895"/>
                  <a:pt x="39204" y="103920"/>
                </a:cubicBezTo>
                <a:lnTo>
                  <a:pt x="39204" y="103920"/>
                </a:lnTo>
                <a:lnTo>
                  <a:pt x="39204" y="103920"/>
                </a:lnTo>
                <a:cubicBezTo>
                  <a:pt x="39204" y="103933"/>
                  <a:pt x="39197" y="103939"/>
                  <a:pt x="39194" y="103939"/>
                </a:cubicBezTo>
                <a:cubicBezTo>
                  <a:pt x="39191" y="103939"/>
                  <a:pt x="39191" y="103933"/>
                  <a:pt x="39204" y="103920"/>
                </a:cubicBezTo>
                <a:lnTo>
                  <a:pt x="39204" y="103920"/>
                </a:lnTo>
                <a:lnTo>
                  <a:pt x="39179" y="103945"/>
                </a:lnTo>
                <a:lnTo>
                  <a:pt x="39154" y="103920"/>
                </a:lnTo>
                <a:cubicBezTo>
                  <a:pt x="39154" y="103920"/>
                  <a:pt x="39154" y="103895"/>
                  <a:pt x="39129" y="103895"/>
                </a:cubicBezTo>
                <a:lnTo>
                  <a:pt x="39154" y="103870"/>
                </a:lnTo>
                <a:lnTo>
                  <a:pt x="39179" y="103821"/>
                </a:lnTo>
                <a:close/>
                <a:moveTo>
                  <a:pt x="39303" y="104069"/>
                </a:moveTo>
                <a:cubicBezTo>
                  <a:pt x="39378" y="104069"/>
                  <a:pt x="39403" y="104119"/>
                  <a:pt x="39403" y="104144"/>
                </a:cubicBezTo>
                <a:cubicBezTo>
                  <a:pt x="39627" y="104368"/>
                  <a:pt x="39826" y="104542"/>
                  <a:pt x="40075" y="104766"/>
                </a:cubicBezTo>
                <a:cubicBezTo>
                  <a:pt x="40150" y="104816"/>
                  <a:pt x="40199" y="104866"/>
                  <a:pt x="40274" y="104916"/>
                </a:cubicBezTo>
                <a:cubicBezTo>
                  <a:pt x="40498" y="105115"/>
                  <a:pt x="40697" y="105264"/>
                  <a:pt x="40946" y="105414"/>
                </a:cubicBezTo>
                <a:cubicBezTo>
                  <a:pt x="40958" y="105426"/>
                  <a:pt x="40971" y="105436"/>
                  <a:pt x="40984" y="105446"/>
                </a:cubicBezTo>
                <a:lnTo>
                  <a:pt x="40984" y="105446"/>
                </a:lnTo>
                <a:cubicBezTo>
                  <a:pt x="40334" y="105064"/>
                  <a:pt x="39787" y="104599"/>
                  <a:pt x="39303" y="104069"/>
                </a:cubicBezTo>
                <a:close/>
                <a:moveTo>
                  <a:pt x="77884" y="102128"/>
                </a:moveTo>
                <a:cubicBezTo>
                  <a:pt x="77163" y="102626"/>
                  <a:pt x="76416" y="103074"/>
                  <a:pt x="75719" y="103572"/>
                </a:cubicBezTo>
                <a:cubicBezTo>
                  <a:pt x="75669" y="103572"/>
                  <a:pt x="75669" y="103621"/>
                  <a:pt x="75644" y="103621"/>
                </a:cubicBezTo>
                <a:cubicBezTo>
                  <a:pt x="75296" y="103821"/>
                  <a:pt x="74997" y="104045"/>
                  <a:pt x="74649" y="104269"/>
                </a:cubicBezTo>
                <a:cubicBezTo>
                  <a:pt x="74499" y="104368"/>
                  <a:pt x="74300" y="104493"/>
                  <a:pt x="74151" y="104567"/>
                </a:cubicBezTo>
                <a:cubicBezTo>
                  <a:pt x="74101" y="104617"/>
                  <a:pt x="74026" y="104642"/>
                  <a:pt x="73952" y="104692"/>
                </a:cubicBezTo>
                <a:cubicBezTo>
                  <a:pt x="73777" y="104816"/>
                  <a:pt x="73603" y="104916"/>
                  <a:pt x="73429" y="105015"/>
                </a:cubicBezTo>
                <a:cubicBezTo>
                  <a:pt x="73080" y="105237"/>
                  <a:pt x="72710" y="105450"/>
                  <a:pt x="72347" y="105664"/>
                </a:cubicBezTo>
                <a:lnTo>
                  <a:pt x="72347" y="105664"/>
                </a:lnTo>
                <a:cubicBezTo>
                  <a:pt x="73812" y="104769"/>
                  <a:pt x="75333" y="103810"/>
                  <a:pt x="76491" y="103024"/>
                </a:cubicBezTo>
                <a:cubicBezTo>
                  <a:pt x="76889" y="102750"/>
                  <a:pt x="77287" y="102452"/>
                  <a:pt x="77760" y="102128"/>
                </a:cubicBezTo>
                <a:close/>
                <a:moveTo>
                  <a:pt x="41444" y="105737"/>
                </a:moveTo>
                <a:cubicBezTo>
                  <a:pt x="41446" y="105737"/>
                  <a:pt x="41462" y="105738"/>
                  <a:pt x="41467" y="105752"/>
                </a:cubicBezTo>
                <a:lnTo>
                  <a:pt x="41467" y="105752"/>
                </a:lnTo>
                <a:cubicBezTo>
                  <a:pt x="41459" y="105747"/>
                  <a:pt x="41452" y="105742"/>
                  <a:pt x="41444" y="105737"/>
                </a:cubicBezTo>
                <a:close/>
                <a:moveTo>
                  <a:pt x="68899" y="96154"/>
                </a:moveTo>
                <a:lnTo>
                  <a:pt x="68949" y="96204"/>
                </a:lnTo>
                <a:cubicBezTo>
                  <a:pt x="69795" y="97075"/>
                  <a:pt x="70641" y="97847"/>
                  <a:pt x="71413" y="98569"/>
                </a:cubicBezTo>
                <a:cubicBezTo>
                  <a:pt x="72234" y="99290"/>
                  <a:pt x="72981" y="99888"/>
                  <a:pt x="73678" y="100410"/>
                </a:cubicBezTo>
                <a:cubicBezTo>
                  <a:pt x="73603" y="100460"/>
                  <a:pt x="73529" y="100510"/>
                  <a:pt x="73429" y="100560"/>
                </a:cubicBezTo>
                <a:cubicBezTo>
                  <a:pt x="73080" y="100759"/>
                  <a:pt x="72782" y="100958"/>
                  <a:pt x="72433" y="101157"/>
                </a:cubicBezTo>
                <a:cubicBezTo>
                  <a:pt x="72259" y="101257"/>
                  <a:pt x="72085" y="101331"/>
                  <a:pt x="71911" y="101456"/>
                </a:cubicBezTo>
                <a:cubicBezTo>
                  <a:pt x="67804" y="103771"/>
                  <a:pt x="63721" y="105513"/>
                  <a:pt x="59863" y="106608"/>
                </a:cubicBezTo>
                <a:cubicBezTo>
                  <a:pt x="60461" y="104916"/>
                  <a:pt x="60834" y="103149"/>
                  <a:pt x="60983" y="101307"/>
                </a:cubicBezTo>
                <a:cubicBezTo>
                  <a:pt x="61058" y="101282"/>
                  <a:pt x="61108" y="101257"/>
                  <a:pt x="61183" y="101182"/>
                </a:cubicBezTo>
                <a:cubicBezTo>
                  <a:pt x="63398" y="99888"/>
                  <a:pt x="65588" y="98444"/>
                  <a:pt x="67804" y="96901"/>
                </a:cubicBezTo>
                <a:cubicBezTo>
                  <a:pt x="68177" y="96627"/>
                  <a:pt x="68525" y="96378"/>
                  <a:pt x="68899" y="96154"/>
                </a:cubicBezTo>
                <a:close/>
                <a:moveTo>
                  <a:pt x="60809" y="101431"/>
                </a:moveTo>
                <a:cubicBezTo>
                  <a:pt x="60610" y="103273"/>
                  <a:pt x="60262" y="105015"/>
                  <a:pt x="59689" y="106658"/>
                </a:cubicBezTo>
                <a:cubicBezTo>
                  <a:pt x="59652" y="106658"/>
                  <a:pt x="59629" y="106658"/>
                  <a:pt x="59620" y="106668"/>
                </a:cubicBezTo>
                <a:lnTo>
                  <a:pt x="59620" y="106668"/>
                </a:lnTo>
                <a:cubicBezTo>
                  <a:pt x="60189" y="105029"/>
                  <a:pt x="60561" y="103267"/>
                  <a:pt x="60734" y="101456"/>
                </a:cubicBezTo>
                <a:cubicBezTo>
                  <a:pt x="60784" y="101456"/>
                  <a:pt x="60784" y="101431"/>
                  <a:pt x="60809" y="101431"/>
                </a:cubicBezTo>
                <a:close/>
                <a:moveTo>
                  <a:pt x="47468" y="96328"/>
                </a:moveTo>
                <a:cubicBezTo>
                  <a:pt x="47891" y="96577"/>
                  <a:pt x="48364" y="96801"/>
                  <a:pt x="48837" y="96976"/>
                </a:cubicBezTo>
                <a:cubicBezTo>
                  <a:pt x="47990" y="100510"/>
                  <a:pt x="46397" y="103920"/>
                  <a:pt x="44033" y="106882"/>
                </a:cubicBezTo>
                <a:cubicBezTo>
                  <a:pt x="43933" y="106783"/>
                  <a:pt x="43809" y="106733"/>
                  <a:pt x="43659" y="106658"/>
                </a:cubicBezTo>
                <a:cubicBezTo>
                  <a:pt x="43410" y="106559"/>
                  <a:pt x="43136" y="106434"/>
                  <a:pt x="42888" y="106359"/>
                </a:cubicBezTo>
                <a:cubicBezTo>
                  <a:pt x="42688" y="106260"/>
                  <a:pt x="42514" y="106135"/>
                  <a:pt x="42290" y="106036"/>
                </a:cubicBezTo>
                <a:cubicBezTo>
                  <a:pt x="42041" y="105911"/>
                  <a:pt x="41817" y="105787"/>
                  <a:pt x="41618" y="105662"/>
                </a:cubicBezTo>
                <a:lnTo>
                  <a:pt x="41568" y="105662"/>
                </a:lnTo>
                <a:cubicBezTo>
                  <a:pt x="41394" y="105538"/>
                  <a:pt x="41245" y="105414"/>
                  <a:pt x="41046" y="105289"/>
                </a:cubicBezTo>
                <a:lnTo>
                  <a:pt x="40398" y="104816"/>
                </a:lnTo>
                <a:cubicBezTo>
                  <a:pt x="40249" y="104692"/>
                  <a:pt x="40075" y="104542"/>
                  <a:pt x="39926" y="104393"/>
                </a:cubicBezTo>
                <a:cubicBezTo>
                  <a:pt x="39776" y="104244"/>
                  <a:pt x="39577" y="104119"/>
                  <a:pt x="39428" y="103945"/>
                </a:cubicBezTo>
                <a:cubicBezTo>
                  <a:pt x="39801" y="103572"/>
                  <a:pt x="40174" y="103198"/>
                  <a:pt x="40523" y="102800"/>
                </a:cubicBezTo>
                <a:lnTo>
                  <a:pt x="40647" y="102676"/>
                </a:lnTo>
                <a:cubicBezTo>
                  <a:pt x="41046" y="102203"/>
                  <a:pt x="41419" y="101755"/>
                  <a:pt x="41792" y="101282"/>
                </a:cubicBezTo>
                <a:cubicBezTo>
                  <a:pt x="42614" y="100211"/>
                  <a:pt x="43360" y="99091"/>
                  <a:pt x="43983" y="97921"/>
                </a:cubicBezTo>
                <a:cubicBezTo>
                  <a:pt x="45128" y="97424"/>
                  <a:pt x="46273" y="96901"/>
                  <a:pt x="47468" y="96328"/>
                </a:cubicBezTo>
                <a:close/>
                <a:moveTo>
                  <a:pt x="73877" y="100535"/>
                </a:moveTo>
                <a:lnTo>
                  <a:pt x="73902" y="100560"/>
                </a:lnTo>
                <a:cubicBezTo>
                  <a:pt x="73902" y="100560"/>
                  <a:pt x="73927" y="100560"/>
                  <a:pt x="73927" y="100585"/>
                </a:cubicBezTo>
                <a:cubicBezTo>
                  <a:pt x="73877" y="100635"/>
                  <a:pt x="73802" y="100684"/>
                  <a:pt x="73753" y="100709"/>
                </a:cubicBezTo>
                <a:cubicBezTo>
                  <a:pt x="73529" y="100834"/>
                  <a:pt x="73304" y="100958"/>
                  <a:pt x="73130" y="101083"/>
                </a:cubicBezTo>
                <a:lnTo>
                  <a:pt x="72856" y="101282"/>
                </a:lnTo>
                <a:cubicBezTo>
                  <a:pt x="72657" y="101406"/>
                  <a:pt x="72433" y="101506"/>
                  <a:pt x="72259" y="101630"/>
                </a:cubicBezTo>
                <a:cubicBezTo>
                  <a:pt x="71637" y="101954"/>
                  <a:pt x="71015" y="102302"/>
                  <a:pt x="70417" y="102626"/>
                </a:cubicBezTo>
                <a:lnTo>
                  <a:pt x="69870" y="102900"/>
                </a:lnTo>
                <a:cubicBezTo>
                  <a:pt x="69421" y="103124"/>
                  <a:pt x="68998" y="103323"/>
                  <a:pt x="68575" y="103547"/>
                </a:cubicBezTo>
                <a:cubicBezTo>
                  <a:pt x="68028" y="103821"/>
                  <a:pt x="67505" y="104069"/>
                  <a:pt x="66932" y="104318"/>
                </a:cubicBezTo>
                <a:cubicBezTo>
                  <a:pt x="66883" y="104368"/>
                  <a:pt x="66783" y="104393"/>
                  <a:pt x="66708" y="104418"/>
                </a:cubicBezTo>
                <a:cubicBezTo>
                  <a:pt x="64418" y="105438"/>
                  <a:pt x="62103" y="106285"/>
                  <a:pt x="59913" y="106907"/>
                </a:cubicBezTo>
                <a:lnTo>
                  <a:pt x="59913" y="106882"/>
                </a:lnTo>
                <a:lnTo>
                  <a:pt x="59913" y="106857"/>
                </a:lnTo>
                <a:cubicBezTo>
                  <a:pt x="59938" y="106783"/>
                  <a:pt x="60038" y="106758"/>
                  <a:pt x="60112" y="106733"/>
                </a:cubicBezTo>
                <a:cubicBezTo>
                  <a:pt x="60311" y="106658"/>
                  <a:pt x="60461" y="106633"/>
                  <a:pt x="60635" y="106559"/>
                </a:cubicBezTo>
                <a:cubicBezTo>
                  <a:pt x="61083" y="106434"/>
                  <a:pt x="61506" y="106285"/>
                  <a:pt x="61954" y="106135"/>
                </a:cubicBezTo>
                <a:cubicBezTo>
                  <a:pt x="61979" y="106135"/>
                  <a:pt x="62004" y="106111"/>
                  <a:pt x="62079" y="106111"/>
                </a:cubicBezTo>
                <a:cubicBezTo>
                  <a:pt x="62203" y="106061"/>
                  <a:pt x="62303" y="106036"/>
                  <a:pt x="62427" y="106011"/>
                </a:cubicBezTo>
                <a:cubicBezTo>
                  <a:pt x="62925" y="105812"/>
                  <a:pt x="63448" y="105638"/>
                  <a:pt x="63945" y="105438"/>
                </a:cubicBezTo>
                <a:cubicBezTo>
                  <a:pt x="63995" y="105414"/>
                  <a:pt x="64095" y="105389"/>
                  <a:pt x="64169" y="105364"/>
                </a:cubicBezTo>
                <a:cubicBezTo>
                  <a:pt x="64692" y="105140"/>
                  <a:pt x="65240" y="104916"/>
                  <a:pt x="65787" y="104692"/>
                </a:cubicBezTo>
                <a:cubicBezTo>
                  <a:pt x="65837" y="104667"/>
                  <a:pt x="65862" y="104667"/>
                  <a:pt x="65937" y="104642"/>
                </a:cubicBezTo>
                <a:cubicBezTo>
                  <a:pt x="66484" y="104393"/>
                  <a:pt x="67032" y="104144"/>
                  <a:pt x="67580" y="103895"/>
                </a:cubicBezTo>
                <a:cubicBezTo>
                  <a:pt x="67654" y="103870"/>
                  <a:pt x="67679" y="103870"/>
                  <a:pt x="67729" y="103821"/>
                </a:cubicBezTo>
                <a:cubicBezTo>
                  <a:pt x="68276" y="103572"/>
                  <a:pt x="68824" y="103298"/>
                  <a:pt x="69347" y="103024"/>
                </a:cubicBezTo>
                <a:lnTo>
                  <a:pt x="69546" y="102924"/>
                </a:lnTo>
                <a:cubicBezTo>
                  <a:pt x="70069" y="102676"/>
                  <a:pt x="70566" y="102402"/>
                  <a:pt x="71089" y="102078"/>
                </a:cubicBezTo>
                <a:lnTo>
                  <a:pt x="71139" y="102078"/>
                </a:lnTo>
                <a:cubicBezTo>
                  <a:pt x="71214" y="102053"/>
                  <a:pt x="71288" y="102004"/>
                  <a:pt x="71388" y="101954"/>
                </a:cubicBezTo>
                <a:cubicBezTo>
                  <a:pt x="71637" y="101804"/>
                  <a:pt x="71911" y="101680"/>
                  <a:pt x="72160" y="101531"/>
                </a:cubicBezTo>
                <a:cubicBezTo>
                  <a:pt x="72309" y="101431"/>
                  <a:pt x="72458" y="101331"/>
                  <a:pt x="72657" y="101257"/>
                </a:cubicBezTo>
                <a:cubicBezTo>
                  <a:pt x="72757" y="101182"/>
                  <a:pt x="72856" y="101157"/>
                  <a:pt x="72906" y="101083"/>
                </a:cubicBezTo>
                <a:cubicBezTo>
                  <a:pt x="73006" y="101033"/>
                  <a:pt x="73130" y="100958"/>
                  <a:pt x="73230" y="100908"/>
                </a:cubicBezTo>
                <a:lnTo>
                  <a:pt x="73255" y="100883"/>
                </a:lnTo>
                <a:cubicBezTo>
                  <a:pt x="73404" y="100784"/>
                  <a:pt x="73529" y="100684"/>
                  <a:pt x="73678" y="100635"/>
                </a:cubicBezTo>
                <a:lnTo>
                  <a:pt x="73877" y="100535"/>
                </a:lnTo>
                <a:close/>
                <a:moveTo>
                  <a:pt x="49135" y="96976"/>
                </a:moveTo>
                <a:cubicBezTo>
                  <a:pt x="48289" y="100510"/>
                  <a:pt x="46721" y="103920"/>
                  <a:pt x="44381" y="106882"/>
                </a:cubicBezTo>
                <a:cubicBezTo>
                  <a:pt x="44366" y="106911"/>
                  <a:pt x="44343" y="106923"/>
                  <a:pt x="44327" y="106923"/>
                </a:cubicBezTo>
                <a:cubicBezTo>
                  <a:pt x="44315" y="106923"/>
                  <a:pt x="44306" y="106917"/>
                  <a:pt x="44306" y="106907"/>
                </a:cubicBezTo>
                <a:cubicBezTo>
                  <a:pt x="46621" y="103920"/>
                  <a:pt x="48214" y="100485"/>
                  <a:pt x="49085" y="96976"/>
                </a:cubicBezTo>
                <a:close/>
                <a:moveTo>
                  <a:pt x="41519" y="105762"/>
                </a:moveTo>
                <a:cubicBezTo>
                  <a:pt x="41668" y="105862"/>
                  <a:pt x="41792" y="105936"/>
                  <a:pt x="41942" y="106036"/>
                </a:cubicBezTo>
                <a:lnTo>
                  <a:pt x="42141" y="106135"/>
                </a:lnTo>
                <a:cubicBezTo>
                  <a:pt x="42440" y="106310"/>
                  <a:pt x="42763" y="106484"/>
                  <a:pt x="43087" y="106633"/>
                </a:cubicBezTo>
                <a:cubicBezTo>
                  <a:pt x="43211" y="106683"/>
                  <a:pt x="43385" y="106758"/>
                  <a:pt x="43535" y="106807"/>
                </a:cubicBezTo>
                <a:lnTo>
                  <a:pt x="44008" y="107007"/>
                </a:lnTo>
                <a:lnTo>
                  <a:pt x="44008" y="107031"/>
                </a:lnTo>
                <a:cubicBezTo>
                  <a:pt x="43096" y="106684"/>
                  <a:pt x="42260" y="106261"/>
                  <a:pt x="41483" y="105762"/>
                </a:cubicBezTo>
                <a:close/>
                <a:moveTo>
                  <a:pt x="9011" y="104169"/>
                </a:moveTo>
                <a:lnTo>
                  <a:pt x="9011" y="104169"/>
                </a:lnTo>
                <a:cubicBezTo>
                  <a:pt x="9782" y="105065"/>
                  <a:pt x="10305" y="105613"/>
                  <a:pt x="10380" y="105662"/>
                </a:cubicBezTo>
                <a:lnTo>
                  <a:pt x="10405" y="105687"/>
                </a:lnTo>
                <a:lnTo>
                  <a:pt x="10678" y="105986"/>
                </a:lnTo>
                <a:cubicBezTo>
                  <a:pt x="10753" y="106036"/>
                  <a:pt x="10828" y="106135"/>
                  <a:pt x="10927" y="106185"/>
                </a:cubicBezTo>
                <a:cubicBezTo>
                  <a:pt x="11258" y="106516"/>
                  <a:pt x="11589" y="106827"/>
                  <a:pt x="11936" y="107153"/>
                </a:cubicBezTo>
                <a:lnTo>
                  <a:pt x="11936" y="107153"/>
                </a:lnTo>
                <a:cubicBezTo>
                  <a:pt x="11892" y="107121"/>
                  <a:pt x="11845" y="107091"/>
                  <a:pt x="11799" y="107056"/>
                </a:cubicBezTo>
                <a:cubicBezTo>
                  <a:pt x="11799" y="107056"/>
                  <a:pt x="11774" y="107031"/>
                  <a:pt x="11749" y="107031"/>
                </a:cubicBezTo>
                <a:lnTo>
                  <a:pt x="11599" y="106907"/>
                </a:lnTo>
                <a:cubicBezTo>
                  <a:pt x="11400" y="106708"/>
                  <a:pt x="11176" y="106534"/>
                  <a:pt x="10977" y="106310"/>
                </a:cubicBezTo>
                <a:cubicBezTo>
                  <a:pt x="10927" y="106260"/>
                  <a:pt x="10853" y="106235"/>
                  <a:pt x="10803" y="106160"/>
                </a:cubicBezTo>
                <a:cubicBezTo>
                  <a:pt x="10678" y="106036"/>
                  <a:pt x="10554" y="105911"/>
                  <a:pt x="10405" y="105787"/>
                </a:cubicBezTo>
                <a:cubicBezTo>
                  <a:pt x="10330" y="105737"/>
                  <a:pt x="10280" y="105662"/>
                  <a:pt x="10255" y="105613"/>
                </a:cubicBezTo>
                <a:cubicBezTo>
                  <a:pt x="10106" y="105488"/>
                  <a:pt x="10031" y="105364"/>
                  <a:pt x="9907" y="105239"/>
                </a:cubicBezTo>
                <a:cubicBezTo>
                  <a:pt x="9708" y="105040"/>
                  <a:pt x="9533" y="104816"/>
                  <a:pt x="9384" y="104642"/>
                </a:cubicBezTo>
                <a:lnTo>
                  <a:pt x="9285" y="104542"/>
                </a:lnTo>
                <a:lnTo>
                  <a:pt x="9011" y="104169"/>
                </a:lnTo>
                <a:close/>
                <a:moveTo>
                  <a:pt x="60685" y="96951"/>
                </a:moveTo>
                <a:lnTo>
                  <a:pt x="60685" y="96951"/>
                </a:lnTo>
                <a:cubicBezTo>
                  <a:pt x="60784" y="98345"/>
                  <a:pt x="60734" y="99714"/>
                  <a:pt x="60635" y="101083"/>
                </a:cubicBezTo>
                <a:cubicBezTo>
                  <a:pt x="56055" y="103696"/>
                  <a:pt x="51525" y="105911"/>
                  <a:pt x="47094" y="107654"/>
                </a:cubicBezTo>
                <a:cubicBezTo>
                  <a:pt x="46970" y="107629"/>
                  <a:pt x="46845" y="107604"/>
                  <a:pt x="46721" y="107604"/>
                </a:cubicBezTo>
                <a:cubicBezTo>
                  <a:pt x="46397" y="107529"/>
                  <a:pt x="46099" y="107480"/>
                  <a:pt x="45800" y="107405"/>
                </a:cubicBezTo>
                <a:lnTo>
                  <a:pt x="45153" y="107231"/>
                </a:lnTo>
                <a:cubicBezTo>
                  <a:pt x="44978" y="107156"/>
                  <a:pt x="44754" y="107106"/>
                  <a:pt x="44555" y="107031"/>
                </a:cubicBezTo>
                <a:cubicBezTo>
                  <a:pt x="46895" y="104045"/>
                  <a:pt x="48488" y="100610"/>
                  <a:pt x="49334" y="97125"/>
                </a:cubicBezTo>
                <a:cubicBezTo>
                  <a:pt x="50778" y="97623"/>
                  <a:pt x="52396" y="97872"/>
                  <a:pt x="54213" y="97872"/>
                </a:cubicBezTo>
                <a:cubicBezTo>
                  <a:pt x="56204" y="97872"/>
                  <a:pt x="58370" y="97573"/>
                  <a:pt x="60685" y="96951"/>
                </a:cubicBezTo>
                <a:close/>
                <a:moveTo>
                  <a:pt x="60560" y="101282"/>
                </a:moveTo>
                <a:lnTo>
                  <a:pt x="60560" y="101331"/>
                </a:lnTo>
                <a:cubicBezTo>
                  <a:pt x="56204" y="103895"/>
                  <a:pt x="51848" y="106036"/>
                  <a:pt x="47542" y="107728"/>
                </a:cubicBezTo>
                <a:lnTo>
                  <a:pt x="47418" y="107728"/>
                </a:lnTo>
                <a:cubicBezTo>
                  <a:pt x="51749" y="106036"/>
                  <a:pt x="56130" y="103895"/>
                  <a:pt x="60560" y="101282"/>
                </a:cubicBezTo>
                <a:close/>
                <a:moveTo>
                  <a:pt x="44381" y="107156"/>
                </a:moveTo>
                <a:cubicBezTo>
                  <a:pt x="44481" y="107181"/>
                  <a:pt x="44530" y="107231"/>
                  <a:pt x="44630" y="107256"/>
                </a:cubicBezTo>
                <a:cubicBezTo>
                  <a:pt x="44779" y="107305"/>
                  <a:pt x="44929" y="107355"/>
                  <a:pt x="45103" y="107405"/>
                </a:cubicBezTo>
                <a:lnTo>
                  <a:pt x="45750" y="107604"/>
                </a:lnTo>
                <a:lnTo>
                  <a:pt x="46223" y="107679"/>
                </a:lnTo>
                <a:cubicBezTo>
                  <a:pt x="46422" y="107728"/>
                  <a:pt x="46596" y="107753"/>
                  <a:pt x="46721" y="107778"/>
                </a:cubicBezTo>
                <a:cubicBezTo>
                  <a:pt x="46671" y="107778"/>
                  <a:pt x="46671" y="107778"/>
                  <a:pt x="46646" y="107803"/>
                </a:cubicBezTo>
                <a:cubicBezTo>
                  <a:pt x="45850" y="107654"/>
                  <a:pt x="45103" y="107480"/>
                  <a:pt x="44356" y="107181"/>
                </a:cubicBezTo>
                <a:lnTo>
                  <a:pt x="44381" y="107156"/>
                </a:lnTo>
                <a:close/>
                <a:moveTo>
                  <a:pt x="47163" y="107859"/>
                </a:moveTo>
                <a:cubicBezTo>
                  <a:pt x="47175" y="107859"/>
                  <a:pt x="47194" y="107865"/>
                  <a:pt x="47219" y="107878"/>
                </a:cubicBezTo>
                <a:cubicBezTo>
                  <a:pt x="47219" y="107878"/>
                  <a:pt x="47169" y="107878"/>
                  <a:pt x="47169" y="107903"/>
                </a:cubicBezTo>
                <a:cubicBezTo>
                  <a:pt x="47169" y="107903"/>
                  <a:pt x="47144" y="107903"/>
                  <a:pt x="47144" y="107928"/>
                </a:cubicBezTo>
                <a:cubicBezTo>
                  <a:pt x="47119" y="107928"/>
                  <a:pt x="47094" y="107903"/>
                  <a:pt x="47019" y="107903"/>
                </a:cubicBezTo>
                <a:lnTo>
                  <a:pt x="47094" y="107903"/>
                </a:lnTo>
                <a:cubicBezTo>
                  <a:pt x="47119" y="107903"/>
                  <a:pt x="47119" y="107903"/>
                  <a:pt x="47144" y="107878"/>
                </a:cubicBezTo>
                <a:cubicBezTo>
                  <a:pt x="47144" y="107865"/>
                  <a:pt x="47150" y="107859"/>
                  <a:pt x="47163" y="107859"/>
                </a:cubicBezTo>
                <a:close/>
                <a:moveTo>
                  <a:pt x="60535" y="101630"/>
                </a:moveTo>
                <a:lnTo>
                  <a:pt x="60535" y="101630"/>
                </a:lnTo>
                <a:cubicBezTo>
                  <a:pt x="60336" y="103422"/>
                  <a:pt x="59963" y="105165"/>
                  <a:pt x="59415" y="106758"/>
                </a:cubicBezTo>
                <a:cubicBezTo>
                  <a:pt x="57847" y="107131"/>
                  <a:pt x="56329" y="107480"/>
                  <a:pt x="54860" y="107679"/>
                </a:cubicBezTo>
                <a:lnTo>
                  <a:pt x="54810" y="107679"/>
                </a:lnTo>
                <a:cubicBezTo>
                  <a:pt x="54736" y="107679"/>
                  <a:pt x="54686" y="107728"/>
                  <a:pt x="54586" y="107728"/>
                </a:cubicBezTo>
                <a:cubicBezTo>
                  <a:pt x="54238" y="107753"/>
                  <a:pt x="53939" y="107803"/>
                  <a:pt x="53591" y="107853"/>
                </a:cubicBezTo>
                <a:cubicBezTo>
                  <a:pt x="53342" y="107878"/>
                  <a:pt x="53118" y="107878"/>
                  <a:pt x="52894" y="107903"/>
                </a:cubicBezTo>
                <a:cubicBezTo>
                  <a:pt x="52819" y="107903"/>
                  <a:pt x="52720" y="107903"/>
                  <a:pt x="52620" y="107928"/>
                </a:cubicBezTo>
                <a:cubicBezTo>
                  <a:pt x="52496" y="107928"/>
                  <a:pt x="52371" y="107977"/>
                  <a:pt x="52247" y="107977"/>
                </a:cubicBezTo>
                <a:cubicBezTo>
                  <a:pt x="51973" y="107977"/>
                  <a:pt x="51649" y="108002"/>
                  <a:pt x="51375" y="108002"/>
                </a:cubicBezTo>
                <a:lnTo>
                  <a:pt x="50853" y="108002"/>
                </a:lnTo>
                <a:cubicBezTo>
                  <a:pt x="50280" y="108002"/>
                  <a:pt x="49733" y="107977"/>
                  <a:pt x="49160" y="107928"/>
                </a:cubicBezTo>
                <a:lnTo>
                  <a:pt x="49135" y="107928"/>
                </a:lnTo>
                <a:cubicBezTo>
                  <a:pt x="49011" y="107928"/>
                  <a:pt x="48886" y="107903"/>
                  <a:pt x="48762" y="107903"/>
                </a:cubicBezTo>
                <a:cubicBezTo>
                  <a:pt x="48662" y="107903"/>
                  <a:pt x="48588" y="107878"/>
                  <a:pt x="48488" y="107878"/>
                </a:cubicBezTo>
                <a:cubicBezTo>
                  <a:pt x="48289" y="107853"/>
                  <a:pt x="48140" y="107853"/>
                  <a:pt x="47965" y="107803"/>
                </a:cubicBezTo>
                <a:cubicBezTo>
                  <a:pt x="52072" y="106160"/>
                  <a:pt x="56254" y="104119"/>
                  <a:pt x="60535" y="101630"/>
                </a:cubicBezTo>
                <a:close/>
                <a:moveTo>
                  <a:pt x="59316" y="106957"/>
                </a:moveTo>
                <a:lnTo>
                  <a:pt x="59316" y="107007"/>
                </a:lnTo>
                <a:lnTo>
                  <a:pt x="59316" y="107031"/>
                </a:lnTo>
                <a:cubicBezTo>
                  <a:pt x="58594" y="107206"/>
                  <a:pt x="57847" y="107405"/>
                  <a:pt x="57125" y="107554"/>
                </a:cubicBezTo>
                <a:cubicBezTo>
                  <a:pt x="57001" y="107579"/>
                  <a:pt x="56876" y="107579"/>
                  <a:pt x="56752" y="107629"/>
                </a:cubicBezTo>
                <a:cubicBezTo>
                  <a:pt x="56155" y="107753"/>
                  <a:pt x="55582" y="107828"/>
                  <a:pt x="54985" y="107928"/>
                </a:cubicBezTo>
                <a:cubicBezTo>
                  <a:pt x="54960" y="107928"/>
                  <a:pt x="54910" y="107928"/>
                  <a:pt x="54860" y="107952"/>
                </a:cubicBezTo>
                <a:cubicBezTo>
                  <a:pt x="54761" y="107952"/>
                  <a:pt x="54661" y="108002"/>
                  <a:pt x="54611" y="108002"/>
                </a:cubicBezTo>
                <a:cubicBezTo>
                  <a:pt x="54263" y="108027"/>
                  <a:pt x="53914" y="108077"/>
                  <a:pt x="53616" y="108127"/>
                </a:cubicBezTo>
                <a:cubicBezTo>
                  <a:pt x="53367" y="108152"/>
                  <a:pt x="53143" y="108152"/>
                  <a:pt x="52894" y="108176"/>
                </a:cubicBezTo>
                <a:cubicBezTo>
                  <a:pt x="52844" y="108176"/>
                  <a:pt x="52744" y="108176"/>
                  <a:pt x="52670" y="108201"/>
                </a:cubicBezTo>
                <a:cubicBezTo>
                  <a:pt x="52520" y="108201"/>
                  <a:pt x="52371" y="108251"/>
                  <a:pt x="52247" y="108251"/>
                </a:cubicBezTo>
                <a:cubicBezTo>
                  <a:pt x="51774" y="108276"/>
                  <a:pt x="51301" y="108276"/>
                  <a:pt x="50853" y="108276"/>
                </a:cubicBezTo>
                <a:lnTo>
                  <a:pt x="50430" y="108276"/>
                </a:lnTo>
                <a:cubicBezTo>
                  <a:pt x="49982" y="108276"/>
                  <a:pt x="49509" y="108251"/>
                  <a:pt x="49061" y="108226"/>
                </a:cubicBezTo>
                <a:cubicBezTo>
                  <a:pt x="48986" y="108226"/>
                  <a:pt x="48911" y="108226"/>
                  <a:pt x="48812" y="108176"/>
                </a:cubicBezTo>
                <a:cubicBezTo>
                  <a:pt x="48538" y="108152"/>
                  <a:pt x="48289" y="108127"/>
                  <a:pt x="48015" y="108077"/>
                </a:cubicBezTo>
                <a:cubicBezTo>
                  <a:pt x="47816" y="108052"/>
                  <a:pt x="47642" y="108052"/>
                  <a:pt x="47492" y="108027"/>
                </a:cubicBezTo>
                <a:cubicBezTo>
                  <a:pt x="47517" y="107977"/>
                  <a:pt x="47517" y="107977"/>
                  <a:pt x="47542" y="107928"/>
                </a:cubicBezTo>
                <a:cubicBezTo>
                  <a:pt x="47592" y="107928"/>
                  <a:pt x="47592" y="107928"/>
                  <a:pt x="47617" y="107903"/>
                </a:cubicBezTo>
                <a:lnTo>
                  <a:pt x="47716" y="107903"/>
                </a:lnTo>
                <a:cubicBezTo>
                  <a:pt x="48090" y="107952"/>
                  <a:pt x="48463" y="108002"/>
                  <a:pt x="48837" y="108027"/>
                </a:cubicBezTo>
                <a:cubicBezTo>
                  <a:pt x="48911" y="108027"/>
                  <a:pt x="48986" y="108052"/>
                  <a:pt x="49036" y="108052"/>
                </a:cubicBezTo>
                <a:lnTo>
                  <a:pt x="49235" y="108052"/>
                </a:lnTo>
                <a:cubicBezTo>
                  <a:pt x="49758" y="108102"/>
                  <a:pt x="50280" y="108127"/>
                  <a:pt x="50803" y="108127"/>
                </a:cubicBezTo>
                <a:cubicBezTo>
                  <a:pt x="51276" y="108127"/>
                  <a:pt x="51749" y="108077"/>
                  <a:pt x="52222" y="108077"/>
                </a:cubicBezTo>
                <a:lnTo>
                  <a:pt x="52247" y="108077"/>
                </a:lnTo>
                <a:cubicBezTo>
                  <a:pt x="52346" y="108077"/>
                  <a:pt x="52471" y="108077"/>
                  <a:pt x="52545" y="108052"/>
                </a:cubicBezTo>
                <a:cubicBezTo>
                  <a:pt x="52645" y="108052"/>
                  <a:pt x="52744" y="108052"/>
                  <a:pt x="52844" y="108027"/>
                </a:cubicBezTo>
                <a:lnTo>
                  <a:pt x="52968" y="108027"/>
                </a:lnTo>
                <a:cubicBezTo>
                  <a:pt x="53168" y="108002"/>
                  <a:pt x="53367" y="108002"/>
                  <a:pt x="53591" y="107952"/>
                </a:cubicBezTo>
                <a:lnTo>
                  <a:pt x="53616" y="107952"/>
                </a:lnTo>
                <a:cubicBezTo>
                  <a:pt x="53765" y="107928"/>
                  <a:pt x="53964" y="107928"/>
                  <a:pt x="54113" y="107903"/>
                </a:cubicBezTo>
                <a:cubicBezTo>
                  <a:pt x="54238" y="107878"/>
                  <a:pt x="54387" y="107878"/>
                  <a:pt x="54512" y="107828"/>
                </a:cubicBezTo>
                <a:lnTo>
                  <a:pt x="54636" y="107828"/>
                </a:lnTo>
                <a:cubicBezTo>
                  <a:pt x="54711" y="107828"/>
                  <a:pt x="54810" y="107803"/>
                  <a:pt x="54860" y="107803"/>
                </a:cubicBezTo>
                <a:lnTo>
                  <a:pt x="55607" y="107704"/>
                </a:lnTo>
                <a:lnTo>
                  <a:pt x="55657" y="107704"/>
                </a:lnTo>
                <a:cubicBezTo>
                  <a:pt x="55731" y="107704"/>
                  <a:pt x="55781" y="107679"/>
                  <a:pt x="55856" y="107679"/>
                </a:cubicBezTo>
                <a:cubicBezTo>
                  <a:pt x="56329" y="107579"/>
                  <a:pt x="56777" y="107529"/>
                  <a:pt x="57250" y="107430"/>
                </a:cubicBezTo>
                <a:cubicBezTo>
                  <a:pt x="57349" y="107405"/>
                  <a:pt x="57474" y="107380"/>
                  <a:pt x="57573" y="107380"/>
                </a:cubicBezTo>
                <a:cubicBezTo>
                  <a:pt x="57648" y="107330"/>
                  <a:pt x="57772" y="107305"/>
                  <a:pt x="57872" y="107305"/>
                </a:cubicBezTo>
                <a:cubicBezTo>
                  <a:pt x="57947" y="107305"/>
                  <a:pt x="57972" y="107280"/>
                  <a:pt x="58021" y="107280"/>
                </a:cubicBezTo>
                <a:cubicBezTo>
                  <a:pt x="58345" y="107206"/>
                  <a:pt x="58619" y="107156"/>
                  <a:pt x="58942" y="107056"/>
                </a:cubicBezTo>
                <a:lnTo>
                  <a:pt x="59316" y="106957"/>
                </a:lnTo>
                <a:close/>
                <a:moveTo>
                  <a:pt x="44232" y="107380"/>
                </a:moveTo>
                <a:cubicBezTo>
                  <a:pt x="44257" y="107380"/>
                  <a:pt x="44281" y="107405"/>
                  <a:pt x="44306" y="107405"/>
                </a:cubicBezTo>
                <a:cubicBezTo>
                  <a:pt x="44381" y="107430"/>
                  <a:pt x="44431" y="107430"/>
                  <a:pt x="44505" y="107480"/>
                </a:cubicBezTo>
                <a:cubicBezTo>
                  <a:pt x="44879" y="107604"/>
                  <a:pt x="45252" y="107679"/>
                  <a:pt x="45626" y="107778"/>
                </a:cubicBezTo>
                <a:cubicBezTo>
                  <a:pt x="45725" y="107803"/>
                  <a:pt x="45850" y="107853"/>
                  <a:pt x="45924" y="107853"/>
                </a:cubicBezTo>
                <a:cubicBezTo>
                  <a:pt x="46024" y="107878"/>
                  <a:pt x="46148" y="107903"/>
                  <a:pt x="46248" y="107928"/>
                </a:cubicBezTo>
                <a:cubicBezTo>
                  <a:pt x="45003" y="108400"/>
                  <a:pt x="43759" y="108799"/>
                  <a:pt x="42539" y="109172"/>
                </a:cubicBezTo>
                <a:cubicBezTo>
                  <a:pt x="43161" y="108625"/>
                  <a:pt x="43734" y="108027"/>
                  <a:pt x="44232" y="107380"/>
                </a:cubicBezTo>
                <a:close/>
                <a:moveTo>
                  <a:pt x="43983" y="107280"/>
                </a:moveTo>
                <a:cubicBezTo>
                  <a:pt x="44008" y="107280"/>
                  <a:pt x="44008" y="107305"/>
                  <a:pt x="44033" y="107305"/>
                </a:cubicBezTo>
                <a:cubicBezTo>
                  <a:pt x="43435" y="108027"/>
                  <a:pt x="42813" y="108724"/>
                  <a:pt x="42191" y="109346"/>
                </a:cubicBezTo>
                <a:cubicBezTo>
                  <a:pt x="42166" y="109346"/>
                  <a:pt x="42091" y="109371"/>
                  <a:pt x="42066" y="109371"/>
                </a:cubicBezTo>
                <a:cubicBezTo>
                  <a:pt x="42738" y="108724"/>
                  <a:pt x="43385" y="108027"/>
                  <a:pt x="43983" y="107280"/>
                </a:cubicBezTo>
                <a:close/>
                <a:moveTo>
                  <a:pt x="46621" y="108027"/>
                </a:moveTo>
                <a:cubicBezTo>
                  <a:pt x="46646" y="108027"/>
                  <a:pt x="46671" y="108027"/>
                  <a:pt x="46721" y="108052"/>
                </a:cubicBezTo>
                <a:cubicBezTo>
                  <a:pt x="45178" y="108649"/>
                  <a:pt x="43659" y="109147"/>
                  <a:pt x="42166" y="109620"/>
                </a:cubicBezTo>
                <a:cubicBezTo>
                  <a:pt x="42240" y="109595"/>
                  <a:pt x="42240" y="109545"/>
                  <a:pt x="42265" y="109521"/>
                </a:cubicBezTo>
                <a:cubicBezTo>
                  <a:pt x="43684" y="109097"/>
                  <a:pt x="45153" y="108600"/>
                  <a:pt x="46621" y="108027"/>
                </a:cubicBezTo>
                <a:close/>
                <a:moveTo>
                  <a:pt x="5924" y="97424"/>
                </a:moveTo>
                <a:lnTo>
                  <a:pt x="5949" y="97448"/>
                </a:lnTo>
                <a:cubicBezTo>
                  <a:pt x="6074" y="97548"/>
                  <a:pt x="6173" y="97672"/>
                  <a:pt x="6298" y="97772"/>
                </a:cubicBezTo>
                <a:cubicBezTo>
                  <a:pt x="6422" y="97897"/>
                  <a:pt x="6547" y="97971"/>
                  <a:pt x="6671" y="98096"/>
                </a:cubicBezTo>
                <a:cubicBezTo>
                  <a:pt x="6795" y="98220"/>
                  <a:pt x="6945" y="98320"/>
                  <a:pt x="7069" y="98419"/>
                </a:cubicBezTo>
                <a:cubicBezTo>
                  <a:pt x="7194" y="98519"/>
                  <a:pt x="7318" y="98593"/>
                  <a:pt x="7418" y="98693"/>
                </a:cubicBezTo>
                <a:cubicBezTo>
                  <a:pt x="7567" y="98817"/>
                  <a:pt x="7716" y="98917"/>
                  <a:pt x="7866" y="99041"/>
                </a:cubicBezTo>
                <a:cubicBezTo>
                  <a:pt x="7965" y="99091"/>
                  <a:pt x="8090" y="99191"/>
                  <a:pt x="8189" y="99266"/>
                </a:cubicBezTo>
                <a:cubicBezTo>
                  <a:pt x="8364" y="99390"/>
                  <a:pt x="8563" y="99514"/>
                  <a:pt x="8737" y="99589"/>
                </a:cubicBezTo>
                <a:cubicBezTo>
                  <a:pt x="8837" y="99664"/>
                  <a:pt x="8936" y="99714"/>
                  <a:pt x="9036" y="99763"/>
                </a:cubicBezTo>
                <a:cubicBezTo>
                  <a:pt x="9210" y="99888"/>
                  <a:pt x="9434" y="100012"/>
                  <a:pt x="9658" y="100087"/>
                </a:cubicBezTo>
                <a:cubicBezTo>
                  <a:pt x="9708" y="100137"/>
                  <a:pt x="9807" y="100186"/>
                  <a:pt x="9907" y="100211"/>
                </a:cubicBezTo>
                <a:cubicBezTo>
                  <a:pt x="10106" y="100336"/>
                  <a:pt x="10330" y="100435"/>
                  <a:pt x="10579" y="100560"/>
                </a:cubicBezTo>
                <a:cubicBezTo>
                  <a:pt x="10654" y="100585"/>
                  <a:pt x="10703" y="100635"/>
                  <a:pt x="10803" y="100659"/>
                </a:cubicBezTo>
                <a:cubicBezTo>
                  <a:pt x="11052" y="100784"/>
                  <a:pt x="11301" y="100883"/>
                  <a:pt x="11525" y="101008"/>
                </a:cubicBezTo>
                <a:cubicBezTo>
                  <a:pt x="11575" y="101033"/>
                  <a:pt x="11649" y="101058"/>
                  <a:pt x="11699" y="101058"/>
                </a:cubicBezTo>
                <a:cubicBezTo>
                  <a:pt x="11948" y="101157"/>
                  <a:pt x="12197" y="101282"/>
                  <a:pt x="12471" y="101381"/>
                </a:cubicBezTo>
                <a:cubicBezTo>
                  <a:pt x="12545" y="101406"/>
                  <a:pt x="12595" y="101406"/>
                  <a:pt x="12645" y="101431"/>
                </a:cubicBezTo>
                <a:cubicBezTo>
                  <a:pt x="12695" y="101456"/>
                  <a:pt x="12769" y="101456"/>
                  <a:pt x="12819" y="101506"/>
                </a:cubicBezTo>
                <a:cubicBezTo>
                  <a:pt x="13541" y="104567"/>
                  <a:pt x="14910" y="107405"/>
                  <a:pt x="16926" y="109745"/>
                </a:cubicBezTo>
                <a:cubicBezTo>
                  <a:pt x="16777" y="109670"/>
                  <a:pt x="16578" y="109620"/>
                  <a:pt x="16428" y="109545"/>
                </a:cubicBezTo>
                <a:cubicBezTo>
                  <a:pt x="16105" y="109396"/>
                  <a:pt x="15756" y="109247"/>
                  <a:pt x="15408" y="109048"/>
                </a:cubicBezTo>
                <a:cubicBezTo>
                  <a:pt x="15234" y="108973"/>
                  <a:pt x="15059" y="108898"/>
                  <a:pt x="14885" y="108799"/>
                </a:cubicBezTo>
                <a:lnTo>
                  <a:pt x="13939" y="108251"/>
                </a:lnTo>
                <a:cubicBezTo>
                  <a:pt x="13790" y="108152"/>
                  <a:pt x="13616" y="108052"/>
                  <a:pt x="13441" y="107928"/>
                </a:cubicBezTo>
                <a:cubicBezTo>
                  <a:pt x="13168" y="107778"/>
                  <a:pt x="12894" y="107554"/>
                  <a:pt x="12620" y="107355"/>
                </a:cubicBezTo>
                <a:lnTo>
                  <a:pt x="12147" y="106982"/>
                </a:lnTo>
                <a:cubicBezTo>
                  <a:pt x="11898" y="106758"/>
                  <a:pt x="11649" y="106534"/>
                  <a:pt x="11375" y="106310"/>
                </a:cubicBezTo>
                <a:cubicBezTo>
                  <a:pt x="11201" y="106185"/>
                  <a:pt x="11052" y="106036"/>
                  <a:pt x="10927" y="105911"/>
                </a:cubicBezTo>
                <a:lnTo>
                  <a:pt x="10878" y="105862"/>
                </a:lnTo>
                <a:cubicBezTo>
                  <a:pt x="10654" y="105638"/>
                  <a:pt x="10430" y="105414"/>
                  <a:pt x="10206" y="105165"/>
                </a:cubicBezTo>
                <a:cubicBezTo>
                  <a:pt x="10056" y="105015"/>
                  <a:pt x="9907" y="104816"/>
                  <a:pt x="9757" y="104667"/>
                </a:cubicBezTo>
                <a:cubicBezTo>
                  <a:pt x="9558" y="104418"/>
                  <a:pt x="9334" y="104169"/>
                  <a:pt x="9160" y="103945"/>
                </a:cubicBezTo>
                <a:cubicBezTo>
                  <a:pt x="9011" y="103771"/>
                  <a:pt x="8837" y="103547"/>
                  <a:pt x="8712" y="103373"/>
                </a:cubicBezTo>
                <a:cubicBezTo>
                  <a:pt x="8563" y="103124"/>
                  <a:pt x="8388" y="102875"/>
                  <a:pt x="8214" y="102626"/>
                </a:cubicBezTo>
                <a:cubicBezTo>
                  <a:pt x="8065" y="102402"/>
                  <a:pt x="7940" y="102178"/>
                  <a:pt x="7816" y="101929"/>
                </a:cubicBezTo>
                <a:cubicBezTo>
                  <a:pt x="7667" y="101680"/>
                  <a:pt x="7542" y="101431"/>
                  <a:pt x="7418" y="101157"/>
                </a:cubicBezTo>
                <a:cubicBezTo>
                  <a:pt x="7293" y="100908"/>
                  <a:pt x="7169" y="100659"/>
                  <a:pt x="7044" y="100386"/>
                </a:cubicBezTo>
                <a:cubicBezTo>
                  <a:pt x="6920" y="100137"/>
                  <a:pt x="6820" y="99838"/>
                  <a:pt x="6696" y="99564"/>
                </a:cubicBezTo>
                <a:cubicBezTo>
                  <a:pt x="6571" y="99290"/>
                  <a:pt x="6472" y="99017"/>
                  <a:pt x="6347" y="98718"/>
                </a:cubicBezTo>
                <a:lnTo>
                  <a:pt x="6074" y="97897"/>
                </a:lnTo>
                <a:cubicBezTo>
                  <a:pt x="6024" y="97722"/>
                  <a:pt x="5974" y="97573"/>
                  <a:pt x="5924" y="97424"/>
                </a:cubicBezTo>
                <a:close/>
                <a:moveTo>
                  <a:pt x="41892" y="109645"/>
                </a:moveTo>
                <a:lnTo>
                  <a:pt x="41792" y="109745"/>
                </a:lnTo>
                <a:cubicBezTo>
                  <a:pt x="41743" y="109745"/>
                  <a:pt x="41693" y="109770"/>
                  <a:pt x="41643" y="109770"/>
                </a:cubicBezTo>
                <a:lnTo>
                  <a:pt x="41743" y="109670"/>
                </a:lnTo>
                <a:cubicBezTo>
                  <a:pt x="41792" y="109670"/>
                  <a:pt x="41817" y="109645"/>
                  <a:pt x="41892" y="109645"/>
                </a:cubicBezTo>
                <a:close/>
                <a:moveTo>
                  <a:pt x="36665" y="100635"/>
                </a:moveTo>
                <a:lnTo>
                  <a:pt x="36939" y="101182"/>
                </a:lnTo>
                <a:cubicBezTo>
                  <a:pt x="36963" y="101207"/>
                  <a:pt x="36963" y="101257"/>
                  <a:pt x="37013" y="101282"/>
                </a:cubicBezTo>
                <a:cubicBezTo>
                  <a:pt x="37038" y="101331"/>
                  <a:pt x="37063" y="101406"/>
                  <a:pt x="37138" y="101506"/>
                </a:cubicBezTo>
                <a:cubicBezTo>
                  <a:pt x="37212" y="101655"/>
                  <a:pt x="37312" y="101829"/>
                  <a:pt x="37436" y="102004"/>
                </a:cubicBezTo>
                <a:cubicBezTo>
                  <a:pt x="37436" y="102028"/>
                  <a:pt x="37461" y="102028"/>
                  <a:pt x="37461" y="102053"/>
                </a:cubicBezTo>
                <a:cubicBezTo>
                  <a:pt x="37511" y="102128"/>
                  <a:pt x="37536" y="102178"/>
                  <a:pt x="37561" y="102203"/>
                </a:cubicBezTo>
                <a:cubicBezTo>
                  <a:pt x="37586" y="102277"/>
                  <a:pt x="37636" y="102327"/>
                  <a:pt x="37685" y="102402"/>
                </a:cubicBezTo>
                <a:cubicBezTo>
                  <a:pt x="37909" y="102700"/>
                  <a:pt x="38084" y="102999"/>
                  <a:pt x="38332" y="103273"/>
                </a:cubicBezTo>
                <a:cubicBezTo>
                  <a:pt x="38382" y="103323"/>
                  <a:pt x="38432" y="103373"/>
                  <a:pt x="38457" y="103397"/>
                </a:cubicBezTo>
                <a:cubicBezTo>
                  <a:pt x="38581" y="103547"/>
                  <a:pt x="38756" y="103696"/>
                  <a:pt x="38880" y="103870"/>
                </a:cubicBezTo>
                <a:lnTo>
                  <a:pt x="38955" y="103945"/>
                </a:lnTo>
                <a:cubicBezTo>
                  <a:pt x="39005" y="103995"/>
                  <a:pt x="39029" y="104020"/>
                  <a:pt x="39029" y="104045"/>
                </a:cubicBezTo>
                <a:lnTo>
                  <a:pt x="39278" y="104293"/>
                </a:lnTo>
                <a:cubicBezTo>
                  <a:pt x="39428" y="104443"/>
                  <a:pt x="39627" y="104617"/>
                  <a:pt x="39801" y="104766"/>
                </a:cubicBezTo>
                <a:cubicBezTo>
                  <a:pt x="39901" y="104866"/>
                  <a:pt x="40000" y="104941"/>
                  <a:pt x="40125" y="105015"/>
                </a:cubicBezTo>
                <a:cubicBezTo>
                  <a:pt x="40299" y="105165"/>
                  <a:pt x="40498" y="105314"/>
                  <a:pt x="40697" y="105438"/>
                </a:cubicBezTo>
                <a:cubicBezTo>
                  <a:pt x="40822" y="105538"/>
                  <a:pt x="40996" y="105638"/>
                  <a:pt x="41145" y="105762"/>
                </a:cubicBezTo>
                <a:cubicBezTo>
                  <a:pt x="41369" y="105911"/>
                  <a:pt x="41568" y="106036"/>
                  <a:pt x="41817" y="106185"/>
                </a:cubicBezTo>
                <a:cubicBezTo>
                  <a:pt x="41991" y="106285"/>
                  <a:pt x="42166" y="106384"/>
                  <a:pt x="42315" y="106484"/>
                </a:cubicBezTo>
                <a:cubicBezTo>
                  <a:pt x="42489" y="106534"/>
                  <a:pt x="42614" y="106633"/>
                  <a:pt x="42763" y="106683"/>
                </a:cubicBezTo>
                <a:cubicBezTo>
                  <a:pt x="42937" y="106783"/>
                  <a:pt x="43136" y="106882"/>
                  <a:pt x="43311" y="106932"/>
                </a:cubicBezTo>
                <a:cubicBezTo>
                  <a:pt x="43435" y="107007"/>
                  <a:pt x="43560" y="107031"/>
                  <a:pt x="43734" y="107106"/>
                </a:cubicBezTo>
                <a:cubicBezTo>
                  <a:pt x="43759" y="107131"/>
                  <a:pt x="43809" y="107131"/>
                  <a:pt x="43858" y="107156"/>
                </a:cubicBezTo>
                <a:cubicBezTo>
                  <a:pt x="43136" y="108027"/>
                  <a:pt x="42415" y="108774"/>
                  <a:pt x="41668" y="109496"/>
                </a:cubicBezTo>
                <a:cubicBezTo>
                  <a:pt x="41295" y="109620"/>
                  <a:pt x="40921" y="109720"/>
                  <a:pt x="40548" y="109794"/>
                </a:cubicBezTo>
                <a:cubicBezTo>
                  <a:pt x="38283" y="107405"/>
                  <a:pt x="36416" y="104393"/>
                  <a:pt x="35047" y="101083"/>
                </a:cubicBezTo>
                <a:cubicBezTo>
                  <a:pt x="35570" y="100933"/>
                  <a:pt x="36092" y="100784"/>
                  <a:pt x="36665" y="100635"/>
                </a:cubicBezTo>
                <a:close/>
                <a:moveTo>
                  <a:pt x="34848" y="101157"/>
                </a:moveTo>
                <a:cubicBezTo>
                  <a:pt x="36217" y="104443"/>
                  <a:pt x="38059" y="107480"/>
                  <a:pt x="40349" y="109869"/>
                </a:cubicBezTo>
                <a:cubicBezTo>
                  <a:pt x="40324" y="109869"/>
                  <a:pt x="40324" y="109869"/>
                  <a:pt x="40299" y="109894"/>
                </a:cubicBezTo>
                <a:cubicBezTo>
                  <a:pt x="38034" y="107480"/>
                  <a:pt x="36167" y="104443"/>
                  <a:pt x="34798" y="101182"/>
                </a:cubicBezTo>
                <a:cubicBezTo>
                  <a:pt x="34823" y="101182"/>
                  <a:pt x="34823" y="101182"/>
                  <a:pt x="34848" y="101157"/>
                </a:cubicBezTo>
                <a:close/>
                <a:moveTo>
                  <a:pt x="13043" y="101630"/>
                </a:moveTo>
                <a:lnTo>
                  <a:pt x="13043" y="101630"/>
                </a:lnTo>
                <a:cubicBezTo>
                  <a:pt x="13068" y="101655"/>
                  <a:pt x="13118" y="101655"/>
                  <a:pt x="13118" y="101655"/>
                </a:cubicBezTo>
                <a:cubicBezTo>
                  <a:pt x="13889" y="104791"/>
                  <a:pt x="15308" y="107679"/>
                  <a:pt x="17474" y="110018"/>
                </a:cubicBezTo>
                <a:cubicBezTo>
                  <a:pt x="17424" y="109994"/>
                  <a:pt x="17374" y="109994"/>
                  <a:pt x="17349" y="109969"/>
                </a:cubicBezTo>
                <a:cubicBezTo>
                  <a:pt x="15234" y="107629"/>
                  <a:pt x="13815" y="104766"/>
                  <a:pt x="13043" y="101630"/>
                </a:cubicBezTo>
                <a:close/>
                <a:moveTo>
                  <a:pt x="41319" y="109794"/>
                </a:moveTo>
                <a:lnTo>
                  <a:pt x="41245" y="109894"/>
                </a:lnTo>
                <a:cubicBezTo>
                  <a:pt x="41071" y="109919"/>
                  <a:pt x="40921" y="109969"/>
                  <a:pt x="40747" y="110018"/>
                </a:cubicBezTo>
                <a:lnTo>
                  <a:pt x="40697" y="109994"/>
                </a:lnTo>
                <a:cubicBezTo>
                  <a:pt x="40921" y="109919"/>
                  <a:pt x="41120" y="109869"/>
                  <a:pt x="41319" y="109794"/>
                </a:cubicBezTo>
                <a:close/>
                <a:moveTo>
                  <a:pt x="13317" y="108102"/>
                </a:moveTo>
                <a:lnTo>
                  <a:pt x="13317" y="108102"/>
                </a:lnTo>
                <a:cubicBezTo>
                  <a:pt x="13416" y="108152"/>
                  <a:pt x="13516" y="108226"/>
                  <a:pt x="13616" y="108251"/>
                </a:cubicBezTo>
                <a:cubicBezTo>
                  <a:pt x="13989" y="108500"/>
                  <a:pt x="14362" y="108724"/>
                  <a:pt x="14736" y="108923"/>
                </a:cubicBezTo>
                <a:cubicBezTo>
                  <a:pt x="14810" y="108998"/>
                  <a:pt x="14935" y="109023"/>
                  <a:pt x="15034" y="109097"/>
                </a:cubicBezTo>
                <a:cubicBezTo>
                  <a:pt x="15433" y="109297"/>
                  <a:pt x="15856" y="109521"/>
                  <a:pt x="16279" y="109720"/>
                </a:cubicBezTo>
                <a:cubicBezTo>
                  <a:pt x="16379" y="109770"/>
                  <a:pt x="16503" y="109794"/>
                  <a:pt x="16627" y="109844"/>
                </a:cubicBezTo>
                <a:cubicBezTo>
                  <a:pt x="16802" y="109919"/>
                  <a:pt x="17026" y="109994"/>
                  <a:pt x="17250" y="110093"/>
                </a:cubicBezTo>
                <a:cubicBezTo>
                  <a:pt x="17275" y="110168"/>
                  <a:pt x="17299" y="110218"/>
                  <a:pt x="17349" y="110242"/>
                </a:cubicBezTo>
                <a:lnTo>
                  <a:pt x="16403" y="109869"/>
                </a:lnTo>
                <a:cubicBezTo>
                  <a:pt x="16304" y="109844"/>
                  <a:pt x="16229" y="109794"/>
                  <a:pt x="16130" y="109745"/>
                </a:cubicBezTo>
                <a:cubicBezTo>
                  <a:pt x="15731" y="109545"/>
                  <a:pt x="15308" y="109346"/>
                  <a:pt x="14910" y="109122"/>
                </a:cubicBezTo>
                <a:cubicBezTo>
                  <a:pt x="14785" y="109048"/>
                  <a:pt x="14661" y="108998"/>
                  <a:pt x="14561" y="108923"/>
                </a:cubicBezTo>
                <a:cubicBezTo>
                  <a:pt x="14263" y="108774"/>
                  <a:pt x="14014" y="108600"/>
                  <a:pt x="13690" y="108400"/>
                </a:cubicBezTo>
                <a:cubicBezTo>
                  <a:pt x="13566" y="108301"/>
                  <a:pt x="13441" y="108176"/>
                  <a:pt x="13317" y="108102"/>
                </a:cubicBezTo>
                <a:close/>
                <a:moveTo>
                  <a:pt x="40697" y="110218"/>
                </a:moveTo>
                <a:cubicBezTo>
                  <a:pt x="40747" y="110242"/>
                  <a:pt x="40747" y="110267"/>
                  <a:pt x="40772" y="110292"/>
                </a:cubicBezTo>
                <a:lnTo>
                  <a:pt x="40747" y="110342"/>
                </a:lnTo>
                <a:lnTo>
                  <a:pt x="40647" y="110242"/>
                </a:lnTo>
                <a:cubicBezTo>
                  <a:pt x="40672" y="110242"/>
                  <a:pt x="40672" y="110242"/>
                  <a:pt x="40697" y="110218"/>
                </a:cubicBezTo>
                <a:close/>
                <a:moveTo>
                  <a:pt x="41494" y="110018"/>
                </a:moveTo>
                <a:cubicBezTo>
                  <a:pt x="41369" y="110143"/>
                  <a:pt x="41245" y="110242"/>
                  <a:pt x="41120" y="110367"/>
                </a:cubicBezTo>
                <a:lnTo>
                  <a:pt x="41046" y="110292"/>
                </a:lnTo>
                <a:cubicBezTo>
                  <a:pt x="41145" y="110218"/>
                  <a:pt x="41245" y="110143"/>
                  <a:pt x="41319" y="110043"/>
                </a:cubicBezTo>
                <a:cubicBezTo>
                  <a:pt x="41394" y="110043"/>
                  <a:pt x="41419" y="110018"/>
                  <a:pt x="41494" y="110018"/>
                </a:cubicBezTo>
                <a:close/>
                <a:moveTo>
                  <a:pt x="17822" y="110392"/>
                </a:moveTo>
                <a:cubicBezTo>
                  <a:pt x="17847" y="110417"/>
                  <a:pt x="17872" y="110417"/>
                  <a:pt x="17872" y="110466"/>
                </a:cubicBezTo>
                <a:cubicBezTo>
                  <a:pt x="17847" y="110466"/>
                  <a:pt x="17797" y="110466"/>
                  <a:pt x="17797" y="110417"/>
                </a:cubicBezTo>
                <a:lnTo>
                  <a:pt x="17822" y="110392"/>
                </a:lnTo>
                <a:close/>
                <a:moveTo>
                  <a:pt x="40896" y="110417"/>
                </a:moveTo>
                <a:cubicBezTo>
                  <a:pt x="40921" y="110417"/>
                  <a:pt x="40921" y="110466"/>
                  <a:pt x="40946" y="110466"/>
                </a:cubicBezTo>
                <a:lnTo>
                  <a:pt x="40921" y="110491"/>
                </a:lnTo>
                <a:cubicBezTo>
                  <a:pt x="40896" y="110491"/>
                  <a:pt x="40896" y="110466"/>
                  <a:pt x="40871" y="110466"/>
                </a:cubicBezTo>
                <a:lnTo>
                  <a:pt x="40896" y="110417"/>
                </a:lnTo>
                <a:close/>
                <a:moveTo>
                  <a:pt x="13292" y="101730"/>
                </a:moveTo>
                <a:cubicBezTo>
                  <a:pt x="13317" y="101730"/>
                  <a:pt x="13392" y="101779"/>
                  <a:pt x="13416" y="101779"/>
                </a:cubicBezTo>
                <a:cubicBezTo>
                  <a:pt x="13491" y="101804"/>
                  <a:pt x="13541" y="101804"/>
                  <a:pt x="13616" y="101829"/>
                </a:cubicBezTo>
                <a:cubicBezTo>
                  <a:pt x="13815" y="101904"/>
                  <a:pt x="14014" y="101954"/>
                  <a:pt x="14238" y="102028"/>
                </a:cubicBezTo>
                <a:cubicBezTo>
                  <a:pt x="15134" y="105414"/>
                  <a:pt x="16727" y="108276"/>
                  <a:pt x="18893" y="110516"/>
                </a:cubicBezTo>
                <a:cubicBezTo>
                  <a:pt x="18793" y="110491"/>
                  <a:pt x="18743" y="110466"/>
                  <a:pt x="18644" y="110466"/>
                </a:cubicBezTo>
                <a:cubicBezTo>
                  <a:pt x="18420" y="110392"/>
                  <a:pt x="18245" y="110342"/>
                  <a:pt x="18021" y="110267"/>
                </a:cubicBezTo>
                <a:cubicBezTo>
                  <a:pt x="17996" y="110242"/>
                  <a:pt x="17922" y="110218"/>
                  <a:pt x="17847" y="110168"/>
                </a:cubicBezTo>
                <a:cubicBezTo>
                  <a:pt x="15607" y="107853"/>
                  <a:pt x="14113" y="104916"/>
                  <a:pt x="13292" y="101730"/>
                </a:cubicBezTo>
                <a:close/>
                <a:moveTo>
                  <a:pt x="14487" y="102053"/>
                </a:moveTo>
                <a:cubicBezTo>
                  <a:pt x="14512" y="102053"/>
                  <a:pt x="14537" y="102053"/>
                  <a:pt x="14537" y="102078"/>
                </a:cubicBezTo>
                <a:cubicBezTo>
                  <a:pt x="15482" y="105513"/>
                  <a:pt x="17125" y="108400"/>
                  <a:pt x="19415" y="110666"/>
                </a:cubicBezTo>
                <a:cubicBezTo>
                  <a:pt x="19390" y="110666"/>
                  <a:pt x="19316" y="110641"/>
                  <a:pt x="19291" y="110641"/>
                </a:cubicBezTo>
                <a:cubicBezTo>
                  <a:pt x="17026" y="108376"/>
                  <a:pt x="15408" y="105488"/>
                  <a:pt x="14487" y="102053"/>
                </a:cubicBezTo>
                <a:close/>
                <a:moveTo>
                  <a:pt x="74101" y="100659"/>
                </a:moveTo>
                <a:cubicBezTo>
                  <a:pt x="74275" y="100784"/>
                  <a:pt x="74499" y="100908"/>
                  <a:pt x="74674" y="101033"/>
                </a:cubicBezTo>
                <a:cubicBezTo>
                  <a:pt x="69048" y="105015"/>
                  <a:pt x="63398" y="108251"/>
                  <a:pt x="57872" y="110715"/>
                </a:cubicBezTo>
                <a:cubicBezTo>
                  <a:pt x="58594" y="109670"/>
                  <a:pt x="59216" y="108475"/>
                  <a:pt x="59739" y="107106"/>
                </a:cubicBezTo>
                <a:cubicBezTo>
                  <a:pt x="59838" y="107056"/>
                  <a:pt x="59963" y="107031"/>
                  <a:pt x="60062" y="107007"/>
                </a:cubicBezTo>
                <a:cubicBezTo>
                  <a:pt x="60635" y="106857"/>
                  <a:pt x="61207" y="106658"/>
                  <a:pt x="61805" y="106484"/>
                </a:cubicBezTo>
                <a:cubicBezTo>
                  <a:pt x="62178" y="106359"/>
                  <a:pt x="62576" y="106185"/>
                  <a:pt x="62950" y="106061"/>
                </a:cubicBezTo>
                <a:cubicBezTo>
                  <a:pt x="63298" y="105936"/>
                  <a:pt x="63597" y="105862"/>
                  <a:pt x="63945" y="105737"/>
                </a:cubicBezTo>
                <a:cubicBezTo>
                  <a:pt x="64070" y="105687"/>
                  <a:pt x="64169" y="105662"/>
                  <a:pt x="64294" y="105613"/>
                </a:cubicBezTo>
                <a:cubicBezTo>
                  <a:pt x="64792" y="105414"/>
                  <a:pt x="65290" y="105190"/>
                  <a:pt x="65787" y="104990"/>
                </a:cubicBezTo>
                <a:cubicBezTo>
                  <a:pt x="65812" y="104990"/>
                  <a:pt x="65837" y="104941"/>
                  <a:pt x="65912" y="104916"/>
                </a:cubicBezTo>
                <a:cubicBezTo>
                  <a:pt x="66061" y="104866"/>
                  <a:pt x="66211" y="104791"/>
                  <a:pt x="66385" y="104692"/>
                </a:cubicBezTo>
                <a:lnTo>
                  <a:pt x="67580" y="104144"/>
                </a:lnTo>
                <a:cubicBezTo>
                  <a:pt x="67679" y="104119"/>
                  <a:pt x="67779" y="104045"/>
                  <a:pt x="67903" y="104020"/>
                </a:cubicBezTo>
                <a:lnTo>
                  <a:pt x="68077" y="103920"/>
                </a:lnTo>
                <a:cubicBezTo>
                  <a:pt x="68650" y="103671"/>
                  <a:pt x="69173" y="103397"/>
                  <a:pt x="69745" y="103124"/>
                </a:cubicBezTo>
                <a:cubicBezTo>
                  <a:pt x="70168" y="102900"/>
                  <a:pt x="70566" y="102676"/>
                  <a:pt x="71015" y="102427"/>
                </a:cubicBezTo>
                <a:cubicBezTo>
                  <a:pt x="71438" y="102178"/>
                  <a:pt x="71886" y="101954"/>
                  <a:pt x="72284" y="101705"/>
                </a:cubicBezTo>
                <a:cubicBezTo>
                  <a:pt x="72483" y="101630"/>
                  <a:pt x="72657" y="101506"/>
                  <a:pt x="72856" y="101406"/>
                </a:cubicBezTo>
                <a:cubicBezTo>
                  <a:pt x="73105" y="101257"/>
                  <a:pt x="73379" y="101083"/>
                  <a:pt x="73628" y="100933"/>
                </a:cubicBezTo>
                <a:cubicBezTo>
                  <a:pt x="73678" y="100908"/>
                  <a:pt x="73753" y="100883"/>
                  <a:pt x="73802" y="100809"/>
                </a:cubicBezTo>
                <a:cubicBezTo>
                  <a:pt x="73902" y="100759"/>
                  <a:pt x="74001" y="100684"/>
                  <a:pt x="74101" y="100659"/>
                </a:cubicBezTo>
                <a:close/>
                <a:moveTo>
                  <a:pt x="18171" y="110491"/>
                </a:moveTo>
                <a:cubicBezTo>
                  <a:pt x="18245" y="110516"/>
                  <a:pt x="18270" y="110516"/>
                  <a:pt x="18345" y="110516"/>
                </a:cubicBezTo>
                <a:cubicBezTo>
                  <a:pt x="18619" y="110616"/>
                  <a:pt x="18917" y="110715"/>
                  <a:pt x="19216" y="110790"/>
                </a:cubicBezTo>
                <a:lnTo>
                  <a:pt x="19291" y="110890"/>
                </a:lnTo>
                <a:cubicBezTo>
                  <a:pt x="18967" y="110790"/>
                  <a:pt x="18619" y="110666"/>
                  <a:pt x="18270" y="110591"/>
                </a:cubicBezTo>
                <a:lnTo>
                  <a:pt x="18171" y="110491"/>
                </a:lnTo>
                <a:close/>
                <a:moveTo>
                  <a:pt x="59484" y="107172"/>
                </a:moveTo>
                <a:cubicBezTo>
                  <a:pt x="58962" y="108609"/>
                  <a:pt x="58292" y="109848"/>
                  <a:pt x="57499" y="110890"/>
                </a:cubicBezTo>
                <a:cubicBezTo>
                  <a:pt x="57474" y="110914"/>
                  <a:pt x="57449" y="110914"/>
                  <a:pt x="57374" y="110964"/>
                </a:cubicBezTo>
                <a:cubicBezTo>
                  <a:pt x="58196" y="109869"/>
                  <a:pt x="58868" y="108625"/>
                  <a:pt x="59440" y="107181"/>
                </a:cubicBezTo>
                <a:cubicBezTo>
                  <a:pt x="59458" y="107181"/>
                  <a:pt x="59475" y="107181"/>
                  <a:pt x="59484" y="107172"/>
                </a:cubicBezTo>
                <a:close/>
                <a:moveTo>
                  <a:pt x="19614" y="110914"/>
                </a:moveTo>
                <a:cubicBezTo>
                  <a:pt x="19639" y="110914"/>
                  <a:pt x="19664" y="110914"/>
                  <a:pt x="19714" y="110964"/>
                </a:cubicBezTo>
                <a:lnTo>
                  <a:pt x="19764" y="110964"/>
                </a:lnTo>
                <a:cubicBezTo>
                  <a:pt x="19764" y="110989"/>
                  <a:pt x="19789" y="111014"/>
                  <a:pt x="19838" y="111039"/>
                </a:cubicBezTo>
                <a:cubicBezTo>
                  <a:pt x="19789" y="111039"/>
                  <a:pt x="19739" y="111014"/>
                  <a:pt x="19714" y="111014"/>
                </a:cubicBezTo>
                <a:lnTo>
                  <a:pt x="19614" y="110914"/>
                </a:lnTo>
                <a:close/>
                <a:moveTo>
                  <a:pt x="74848" y="101157"/>
                </a:moveTo>
                <a:cubicBezTo>
                  <a:pt x="74873" y="101157"/>
                  <a:pt x="74873" y="101182"/>
                  <a:pt x="74898" y="101182"/>
                </a:cubicBezTo>
                <a:cubicBezTo>
                  <a:pt x="69148" y="105264"/>
                  <a:pt x="63273" y="108649"/>
                  <a:pt x="57524" y="111163"/>
                </a:cubicBezTo>
                <a:cubicBezTo>
                  <a:pt x="57573" y="111114"/>
                  <a:pt x="57598" y="111089"/>
                  <a:pt x="57623" y="111014"/>
                </a:cubicBezTo>
                <a:cubicBezTo>
                  <a:pt x="63273" y="108525"/>
                  <a:pt x="69073" y="105239"/>
                  <a:pt x="74848" y="101157"/>
                </a:cubicBezTo>
                <a:close/>
                <a:moveTo>
                  <a:pt x="57300" y="111163"/>
                </a:moveTo>
                <a:lnTo>
                  <a:pt x="57300" y="111163"/>
                </a:lnTo>
                <a:cubicBezTo>
                  <a:pt x="57250" y="111238"/>
                  <a:pt x="57200" y="111263"/>
                  <a:pt x="57175" y="111338"/>
                </a:cubicBezTo>
                <a:cubicBezTo>
                  <a:pt x="57125" y="111363"/>
                  <a:pt x="57075" y="111363"/>
                  <a:pt x="57051" y="111387"/>
                </a:cubicBezTo>
                <a:cubicBezTo>
                  <a:pt x="57075" y="111338"/>
                  <a:pt x="57125" y="111288"/>
                  <a:pt x="57175" y="111238"/>
                </a:cubicBezTo>
                <a:cubicBezTo>
                  <a:pt x="57200" y="111213"/>
                  <a:pt x="57250" y="111213"/>
                  <a:pt x="57300" y="111163"/>
                </a:cubicBezTo>
                <a:close/>
                <a:moveTo>
                  <a:pt x="34599" y="101257"/>
                </a:moveTo>
                <a:cubicBezTo>
                  <a:pt x="35968" y="104542"/>
                  <a:pt x="37810" y="107529"/>
                  <a:pt x="40075" y="109969"/>
                </a:cubicBezTo>
                <a:cubicBezTo>
                  <a:pt x="38905" y="110267"/>
                  <a:pt x="37760" y="110541"/>
                  <a:pt x="36590" y="110790"/>
                </a:cubicBezTo>
                <a:cubicBezTo>
                  <a:pt x="36466" y="110840"/>
                  <a:pt x="36391" y="110840"/>
                  <a:pt x="36267" y="110865"/>
                </a:cubicBezTo>
                <a:cubicBezTo>
                  <a:pt x="35594" y="110989"/>
                  <a:pt x="34947" y="111114"/>
                  <a:pt x="34325" y="111213"/>
                </a:cubicBezTo>
                <a:lnTo>
                  <a:pt x="33578" y="111288"/>
                </a:lnTo>
                <a:cubicBezTo>
                  <a:pt x="33080" y="111363"/>
                  <a:pt x="32558" y="111462"/>
                  <a:pt x="32060" y="111487"/>
                </a:cubicBezTo>
                <a:cubicBezTo>
                  <a:pt x="31960" y="111487"/>
                  <a:pt x="31911" y="111487"/>
                  <a:pt x="31811" y="111512"/>
                </a:cubicBezTo>
                <a:cubicBezTo>
                  <a:pt x="28874" y="109471"/>
                  <a:pt x="26833" y="106534"/>
                  <a:pt x="25738" y="102875"/>
                </a:cubicBezTo>
                <a:cubicBezTo>
                  <a:pt x="28575" y="102626"/>
                  <a:pt x="31537" y="102078"/>
                  <a:pt x="34599" y="101257"/>
                </a:cubicBezTo>
                <a:close/>
                <a:moveTo>
                  <a:pt x="25538" y="102875"/>
                </a:moveTo>
                <a:cubicBezTo>
                  <a:pt x="26634" y="106534"/>
                  <a:pt x="28650" y="109471"/>
                  <a:pt x="31512" y="111537"/>
                </a:cubicBezTo>
                <a:lnTo>
                  <a:pt x="31438" y="111537"/>
                </a:lnTo>
                <a:cubicBezTo>
                  <a:pt x="28600" y="109471"/>
                  <a:pt x="26584" y="106534"/>
                  <a:pt x="25489" y="102875"/>
                </a:cubicBezTo>
                <a:close/>
                <a:moveTo>
                  <a:pt x="40199" y="110118"/>
                </a:moveTo>
                <a:cubicBezTo>
                  <a:pt x="40249" y="110118"/>
                  <a:pt x="40274" y="110118"/>
                  <a:pt x="40274" y="110143"/>
                </a:cubicBezTo>
                <a:cubicBezTo>
                  <a:pt x="37461" y="110890"/>
                  <a:pt x="34773" y="111462"/>
                  <a:pt x="32159" y="111736"/>
                </a:cubicBezTo>
                <a:lnTo>
                  <a:pt x="32110" y="111736"/>
                </a:lnTo>
                <a:cubicBezTo>
                  <a:pt x="32085" y="111711"/>
                  <a:pt x="32060" y="111711"/>
                  <a:pt x="32060" y="111661"/>
                </a:cubicBezTo>
                <a:lnTo>
                  <a:pt x="32110" y="111661"/>
                </a:lnTo>
                <a:cubicBezTo>
                  <a:pt x="32682" y="111611"/>
                  <a:pt x="33280" y="111512"/>
                  <a:pt x="33827" y="111462"/>
                </a:cubicBezTo>
                <a:lnTo>
                  <a:pt x="34400" y="111363"/>
                </a:lnTo>
                <a:cubicBezTo>
                  <a:pt x="35146" y="111238"/>
                  <a:pt x="35918" y="111114"/>
                  <a:pt x="36665" y="110964"/>
                </a:cubicBezTo>
                <a:lnTo>
                  <a:pt x="36690" y="110964"/>
                </a:lnTo>
                <a:cubicBezTo>
                  <a:pt x="37835" y="110715"/>
                  <a:pt x="39029" y="110417"/>
                  <a:pt x="40199" y="110118"/>
                </a:cubicBezTo>
                <a:close/>
                <a:moveTo>
                  <a:pt x="31736" y="111711"/>
                </a:moveTo>
                <a:cubicBezTo>
                  <a:pt x="31786" y="111736"/>
                  <a:pt x="31811" y="111736"/>
                  <a:pt x="31836" y="111761"/>
                </a:cubicBezTo>
                <a:lnTo>
                  <a:pt x="31736" y="111761"/>
                </a:lnTo>
                <a:cubicBezTo>
                  <a:pt x="31711" y="111736"/>
                  <a:pt x="31687" y="111736"/>
                  <a:pt x="31637" y="111711"/>
                </a:cubicBezTo>
                <a:close/>
                <a:moveTo>
                  <a:pt x="14761" y="102153"/>
                </a:moveTo>
                <a:lnTo>
                  <a:pt x="14761" y="102153"/>
                </a:lnTo>
                <a:cubicBezTo>
                  <a:pt x="14985" y="102203"/>
                  <a:pt x="15234" y="102277"/>
                  <a:pt x="15433" y="102302"/>
                </a:cubicBezTo>
                <a:cubicBezTo>
                  <a:pt x="15532" y="102327"/>
                  <a:pt x="15607" y="102327"/>
                  <a:pt x="15682" y="102352"/>
                </a:cubicBezTo>
                <a:cubicBezTo>
                  <a:pt x="15930" y="102427"/>
                  <a:pt x="16229" y="102452"/>
                  <a:pt x="16478" y="102526"/>
                </a:cubicBezTo>
                <a:cubicBezTo>
                  <a:pt x="16553" y="102551"/>
                  <a:pt x="16677" y="102551"/>
                  <a:pt x="16777" y="102576"/>
                </a:cubicBezTo>
                <a:cubicBezTo>
                  <a:pt x="17026" y="102626"/>
                  <a:pt x="17250" y="102676"/>
                  <a:pt x="17499" y="102700"/>
                </a:cubicBezTo>
                <a:cubicBezTo>
                  <a:pt x="17648" y="102725"/>
                  <a:pt x="17772" y="102725"/>
                  <a:pt x="17922" y="102775"/>
                </a:cubicBezTo>
                <a:cubicBezTo>
                  <a:pt x="18146" y="102800"/>
                  <a:pt x="18370" y="102825"/>
                  <a:pt x="18544" y="102825"/>
                </a:cubicBezTo>
                <a:cubicBezTo>
                  <a:pt x="18644" y="102825"/>
                  <a:pt x="18743" y="102825"/>
                  <a:pt x="18843" y="102850"/>
                </a:cubicBezTo>
                <a:cubicBezTo>
                  <a:pt x="19988" y="102974"/>
                  <a:pt x="21158" y="103049"/>
                  <a:pt x="22377" y="103049"/>
                </a:cubicBezTo>
                <a:cubicBezTo>
                  <a:pt x="23323" y="103049"/>
                  <a:pt x="24269" y="103024"/>
                  <a:pt x="25265" y="102924"/>
                </a:cubicBezTo>
                <a:cubicBezTo>
                  <a:pt x="26335" y="106559"/>
                  <a:pt x="28326" y="109521"/>
                  <a:pt x="31114" y="111611"/>
                </a:cubicBezTo>
                <a:cubicBezTo>
                  <a:pt x="31039" y="111611"/>
                  <a:pt x="30940" y="111636"/>
                  <a:pt x="30840" y="111636"/>
                </a:cubicBezTo>
                <a:lnTo>
                  <a:pt x="29820" y="111736"/>
                </a:lnTo>
                <a:cubicBezTo>
                  <a:pt x="29073" y="111761"/>
                  <a:pt x="28326" y="111786"/>
                  <a:pt x="27604" y="111786"/>
                </a:cubicBezTo>
                <a:cubicBezTo>
                  <a:pt x="26883" y="111786"/>
                  <a:pt x="26211" y="111761"/>
                  <a:pt x="25514" y="111736"/>
                </a:cubicBezTo>
                <a:cubicBezTo>
                  <a:pt x="25240" y="111686"/>
                  <a:pt x="24966" y="111661"/>
                  <a:pt x="24692" y="111661"/>
                </a:cubicBezTo>
                <a:cubicBezTo>
                  <a:pt x="24269" y="111636"/>
                  <a:pt x="23896" y="111611"/>
                  <a:pt x="23522" y="111587"/>
                </a:cubicBezTo>
                <a:cubicBezTo>
                  <a:pt x="23199" y="111537"/>
                  <a:pt x="22850" y="111487"/>
                  <a:pt x="22502" y="111412"/>
                </a:cubicBezTo>
                <a:cubicBezTo>
                  <a:pt x="22228" y="111387"/>
                  <a:pt x="21904" y="111338"/>
                  <a:pt x="21631" y="111288"/>
                </a:cubicBezTo>
                <a:cubicBezTo>
                  <a:pt x="21257" y="111238"/>
                  <a:pt x="20884" y="111139"/>
                  <a:pt x="20535" y="111039"/>
                </a:cubicBezTo>
                <a:cubicBezTo>
                  <a:pt x="20262" y="110890"/>
                  <a:pt x="20038" y="110865"/>
                  <a:pt x="19838" y="110790"/>
                </a:cubicBezTo>
                <a:cubicBezTo>
                  <a:pt x="17424" y="108550"/>
                  <a:pt x="15731" y="105638"/>
                  <a:pt x="14761" y="102153"/>
                </a:cubicBezTo>
                <a:close/>
                <a:moveTo>
                  <a:pt x="20162" y="111039"/>
                </a:moveTo>
                <a:lnTo>
                  <a:pt x="20162" y="111039"/>
                </a:lnTo>
                <a:cubicBezTo>
                  <a:pt x="20610" y="111163"/>
                  <a:pt x="21083" y="111263"/>
                  <a:pt x="21531" y="111363"/>
                </a:cubicBezTo>
                <a:lnTo>
                  <a:pt x="22203" y="111462"/>
                </a:lnTo>
                <a:cubicBezTo>
                  <a:pt x="22626" y="111512"/>
                  <a:pt x="23024" y="111611"/>
                  <a:pt x="23472" y="111636"/>
                </a:cubicBezTo>
                <a:cubicBezTo>
                  <a:pt x="23771" y="111661"/>
                  <a:pt x="24120" y="111711"/>
                  <a:pt x="24468" y="111736"/>
                </a:cubicBezTo>
                <a:lnTo>
                  <a:pt x="25489" y="111835"/>
                </a:lnTo>
                <a:cubicBezTo>
                  <a:pt x="26161" y="111860"/>
                  <a:pt x="26883" y="111885"/>
                  <a:pt x="27604" y="111885"/>
                </a:cubicBezTo>
                <a:cubicBezTo>
                  <a:pt x="28351" y="111885"/>
                  <a:pt x="29098" y="111860"/>
                  <a:pt x="29845" y="111835"/>
                </a:cubicBezTo>
                <a:cubicBezTo>
                  <a:pt x="30218" y="111786"/>
                  <a:pt x="30616" y="111761"/>
                  <a:pt x="30990" y="111736"/>
                </a:cubicBezTo>
                <a:cubicBezTo>
                  <a:pt x="31114" y="111736"/>
                  <a:pt x="31239" y="111711"/>
                  <a:pt x="31413" y="111711"/>
                </a:cubicBezTo>
                <a:cubicBezTo>
                  <a:pt x="31438" y="111736"/>
                  <a:pt x="31463" y="111736"/>
                  <a:pt x="31487" y="111761"/>
                </a:cubicBezTo>
                <a:lnTo>
                  <a:pt x="31338" y="111761"/>
                </a:lnTo>
                <a:cubicBezTo>
                  <a:pt x="30840" y="111786"/>
                  <a:pt x="30367" y="111860"/>
                  <a:pt x="29919" y="111885"/>
                </a:cubicBezTo>
                <a:cubicBezTo>
                  <a:pt x="29123" y="111910"/>
                  <a:pt x="28376" y="111960"/>
                  <a:pt x="27629" y="111960"/>
                </a:cubicBezTo>
                <a:cubicBezTo>
                  <a:pt x="26883" y="111960"/>
                  <a:pt x="26186" y="111910"/>
                  <a:pt x="25489" y="111885"/>
                </a:cubicBezTo>
                <a:lnTo>
                  <a:pt x="24468" y="111786"/>
                </a:lnTo>
                <a:lnTo>
                  <a:pt x="23423" y="111686"/>
                </a:lnTo>
                <a:cubicBezTo>
                  <a:pt x="23000" y="111636"/>
                  <a:pt x="22601" y="111587"/>
                  <a:pt x="22153" y="111512"/>
                </a:cubicBezTo>
                <a:cubicBezTo>
                  <a:pt x="21929" y="111487"/>
                  <a:pt x="21680" y="111437"/>
                  <a:pt x="21481" y="111387"/>
                </a:cubicBezTo>
                <a:cubicBezTo>
                  <a:pt x="21033" y="111288"/>
                  <a:pt x="20635" y="111188"/>
                  <a:pt x="20237" y="111114"/>
                </a:cubicBezTo>
                <a:lnTo>
                  <a:pt x="20162" y="111039"/>
                </a:lnTo>
                <a:close/>
                <a:moveTo>
                  <a:pt x="14942" y="109369"/>
                </a:moveTo>
                <a:cubicBezTo>
                  <a:pt x="14951" y="109371"/>
                  <a:pt x="14963" y="109371"/>
                  <a:pt x="14985" y="109371"/>
                </a:cubicBezTo>
                <a:cubicBezTo>
                  <a:pt x="15308" y="109545"/>
                  <a:pt x="15682" y="109745"/>
                  <a:pt x="16055" y="109919"/>
                </a:cubicBezTo>
                <a:cubicBezTo>
                  <a:pt x="16229" y="109994"/>
                  <a:pt x="16403" y="110043"/>
                  <a:pt x="16603" y="110143"/>
                </a:cubicBezTo>
                <a:cubicBezTo>
                  <a:pt x="16926" y="110292"/>
                  <a:pt x="17299" y="110466"/>
                  <a:pt x="17648" y="110591"/>
                </a:cubicBezTo>
                <a:cubicBezTo>
                  <a:pt x="18220" y="111139"/>
                  <a:pt x="18793" y="111661"/>
                  <a:pt x="19415" y="112134"/>
                </a:cubicBezTo>
                <a:cubicBezTo>
                  <a:pt x="18619" y="111736"/>
                  <a:pt x="17748" y="111238"/>
                  <a:pt x="16876" y="110666"/>
                </a:cubicBezTo>
                <a:cubicBezTo>
                  <a:pt x="16143" y="110226"/>
                  <a:pt x="15530" y="109786"/>
                  <a:pt x="14942" y="109369"/>
                </a:cubicBezTo>
                <a:close/>
                <a:moveTo>
                  <a:pt x="18046" y="110715"/>
                </a:moveTo>
                <a:cubicBezTo>
                  <a:pt x="18096" y="110715"/>
                  <a:pt x="18146" y="110740"/>
                  <a:pt x="18171" y="110740"/>
                </a:cubicBezTo>
                <a:cubicBezTo>
                  <a:pt x="19017" y="111537"/>
                  <a:pt x="19913" y="112234"/>
                  <a:pt x="20859" y="112831"/>
                </a:cubicBezTo>
                <a:lnTo>
                  <a:pt x="20486" y="112632"/>
                </a:lnTo>
                <a:cubicBezTo>
                  <a:pt x="19614" y="112109"/>
                  <a:pt x="18793" y="111462"/>
                  <a:pt x="18046" y="110715"/>
                </a:cubicBezTo>
                <a:close/>
                <a:moveTo>
                  <a:pt x="75097" y="101307"/>
                </a:moveTo>
                <a:cubicBezTo>
                  <a:pt x="75993" y="101804"/>
                  <a:pt x="76764" y="102078"/>
                  <a:pt x="77412" y="102128"/>
                </a:cubicBezTo>
                <a:cubicBezTo>
                  <a:pt x="70143" y="107156"/>
                  <a:pt x="62751" y="110840"/>
                  <a:pt x="55931" y="112881"/>
                </a:cubicBezTo>
                <a:cubicBezTo>
                  <a:pt x="56428" y="112483"/>
                  <a:pt x="56851" y="112010"/>
                  <a:pt x="57300" y="111487"/>
                </a:cubicBezTo>
                <a:cubicBezTo>
                  <a:pt x="63174" y="108923"/>
                  <a:pt x="69173" y="105513"/>
                  <a:pt x="75097" y="101307"/>
                </a:cubicBezTo>
                <a:close/>
                <a:moveTo>
                  <a:pt x="13192" y="108301"/>
                </a:moveTo>
                <a:lnTo>
                  <a:pt x="13192" y="108301"/>
                </a:lnTo>
                <a:cubicBezTo>
                  <a:pt x="13267" y="108376"/>
                  <a:pt x="13367" y="108401"/>
                  <a:pt x="13416" y="108425"/>
                </a:cubicBezTo>
                <a:cubicBezTo>
                  <a:pt x="13441" y="108475"/>
                  <a:pt x="13491" y="108475"/>
                  <a:pt x="13516" y="108500"/>
                </a:cubicBezTo>
                <a:cubicBezTo>
                  <a:pt x="13541" y="108525"/>
                  <a:pt x="13616" y="108550"/>
                  <a:pt x="13640" y="108550"/>
                </a:cubicBezTo>
                <a:cubicBezTo>
                  <a:pt x="14512" y="109247"/>
                  <a:pt x="15507" y="109994"/>
                  <a:pt x="16802" y="110790"/>
                </a:cubicBezTo>
                <a:cubicBezTo>
                  <a:pt x="18096" y="111611"/>
                  <a:pt x="19341" y="112259"/>
                  <a:pt x="20411" y="112781"/>
                </a:cubicBezTo>
                <a:cubicBezTo>
                  <a:pt x="20510" y="112856"/>
                  <a:pt x="20585" y="112881"/>
                  <a:pt x="20660" y="112931"/>
                </a:cubicBezTo>
                <a:cubicBezTo>
                  <a:pt x="20710" y="112980"/>
                  <a:pt x="20759" y="113005"/>
                  <a:pt x="20784" y="113005"/>
                </a:cubicBezTo>
                <a:cubicBezTo>
                  <a:pt x="20797" y="113012"/>
                  <a:pt x="20811" y="113019"/>
                  <a:pt x="20823" y="113025"/>
                </a:cubicBezTo>
                <a:lnTo>
                  <a:pt x="20823" y="113025"/>
                </a:lnTo>
                <a:cubicBezTo>
                  <a:pt x="19925" y="112699"/>
                  <a:pt x="18934" y="112190"/>
                  <a:pt x="17897" y="111587"/>
                </a:cubicBezTo>
                <a:cubicBezTo>
                  <a:pt x="17872" y="111537"/>
                  <a:pt x="17847" y="111537"/>
                  <a:pt x="17797" y="111512"/>
                </a:cubicBezTo>
                <a:cubicBezTo>
                  <a:pt x="17499" y="111338"/>
                  <a:pt x="17150" y="111139"/>
                  <a:pt x="16851" y="110914"/>
                </a:cubicBezTo>
                <a:cubicBezTo>
                  <a:pt x="16777" y="110890"/>
                  <a:pt x="16677" y="110840"/>
                  <a:pt x="16627" y="110765"/>
                </a:cubicBezTo>
                <a:cubicBezTo>
                  <a:pt x="16379" y="110616"/>
                  <a:pt x="16130" y="110466"/>
                  <a:pt x="15906" y="110292"/>
                </a:cubicBezTo>
                <a:lnTo>
                  <a:pt x="14686" y="109471"/>
                </a:lnTo>
                <a:cubicBezTo>
                  <a:pt x="14263" y="109147"/>
                  <a:pt x="13815" y="108799"/>
                  <a:pt x="13392" y="108475"/>
                </a:cubicBezTo>
                <a:cubicBezTo>
                  <a:pt x="13317" y="108401"/>
                  <a:pt x="13267" y="108376"/>
                  <a:pt x="13192" y="108301"/>
                </a:cubicBezTo>
                <a:close/>
                <a:moveTo>
                  <a:pt x="56926" y="111636"/>
                </a:moveTo>
                <a:lnTo>
                  <a:pt x="56926" y="111636"/>
                </a:lnTo>
                <a:cubicBezTo>
                  <a:pt x="56453" y="112159"/>
                  <a:pt x="55955" y="112607"/>
                  <a:pt x="55458" y="113005"/>
                </a:cubicBezTo>
                <a:cubicBezTo>
                  <a:pt x="55383" y="113030"/>
                  <a:pt x="55333" y="113030"/>
                  <a:pt x="55258" y="113080"/>
                </a:cubicBezTo>
                <a:cubicBezTo>
                  <a:pt x="55806" y="112657"/>
                  <a:pt x="56304" y="112234"/>
                  <a:pt x="56752" y="111711"/>
                </a:cubicBezTo>
                <a:cubicBezTo>
                  <a:pt x="56827" y="111661"/>
                  <a:pt x="56851" y="111661"/>
                  <a:pt x="56926" y="111636"/>
                </a:cubicBezTo>
                <a:close/>
                <a:moveTo>
                  <a:pt x="61730" y="110989"/>
                </a:moveTo>
                <a:cubicBezTo>
                  <a:pt x="60734" y="111412"/>
                  <a:pt x="59639" y="111835"/>
                  <a:pt x="58121" y="112408"/>
                </a:cubicBezTo>
                <a:cubicBezTo>
                  <a:pt x="57225" y="112732"/>
                  <a:pt x="56329" y="113005"/>
                  <a:pt x="55408" y="113254"/>
                </a:cubicBezTo>
                <a:cubicBezTo>
                  <a:pt x="55458" y="113229"/>
                  <a:pt x="55507" y="113204"/>
                  <a:pt x="55557" y="113155"/>
                </a:cubicBezTo>
                <a:cubicBezTo>
                  <a:pt x="57573" y="112582"/>
                  <a:pt x="59614" y="111860"/>
                  <a:pt x="61730" y="110989"/>
                </a:cubicBezTo>
                <a:close/>
                <a:moveTo>
                  <a:pt x="40423" y="110292"/>
                </a:moveTo>
                <a:cubicBezTo>
                  <a:pt x="40498" y="110367"/>
                  <a:pt x="40523" y="110392"/>
                  <a:pt x="40573" y="110417"/>
                </a:cubicBezTo>
                <a:cubicBezTo>
                  <a:pt x="39029" y="111711"/>
                  <a:pt x="37337" y="112732"/>
                  <a:pt x="35594" y="113478"/>
                </a:cubicBezTo>
                <a:cubicBezTo>
                  <a:pt x="34449" y="113030"/>
                  <a:pt x="33354" y="112508"/>
                  <a:pt x="32359" y="111885"/>
                </a:cubicBezTo>
                <a:cubicBezTo>
                  <a:pt x="34947" y="111611"/>
                  <a:pt x="37660" y="111039"/>
                  <a:pt x="40423" y="110292"/>
                </a:cubicBezTo>
                <a:close/>
                <a:moveTo>
                  <a:pt x="54985" y="113354"/>
                </a:moveTo>
                <a:cubicBezTo>
                  <a:pt x="54960" y="113379"/>
                  <a:pt x="54935" y="113404"/>
                  <a:pt x="54885" y="113404"/>
                </a:cubicBezTo>
                <a:cubicBezTo>
                  <a:pt x="54835" y="113453"/>
                  <a:pt x="54736" y="113453"/>
                  <a:pt x="54686" y="113478"/>
                </a:cubicBezTo>
                <a:cubicBezTo>
                  <a:pt x="54736" y="113453"/>
                  <a:pt x="54761" y="113404"/>
                  <a:pt x="54835" y="113379"/>
                </a:cubicBezTo>
                <a:cubicBezTo>
                  <a:pt x="54885" y="113379"/>
                  <a:pt x="54935" y="113354"/>
                  <a:pt x="54985" y="113354"/>
                </a:cubicBezTo>
                <a:close/>
                <a:moveTo>
                  <a:pt x="40697" y="110591"/>
                </a:moveTo>
                <a:cubicBezTo>
                  <a:pt x="40747" y="110591"/>
                  <a:pt x="40747" y="110616"/>
                  <a:pt x="40772" y="110616"/>
                </a:cubicBezTo>
                <a:cubicBezTo>
                  <a:pt x="39278" y="111860"/>
                  <a:pt x="37660" y="112856"/>
                  <a:pt x="35968" y="113603"/>
                </a:cubicBezTo>
                <a:cubicBezTo>
                  <a:pt x="35943" y="113603"/>
                  <a:pt x="35918" y="113578"/>
                  <a:pt x="35868" y="113578"/>
                </a:cubicBezTo>
                <a:cubicBezTo>
                  <a:pt x="37561" y="112831"/>
                  <a:pt x="39204" y="111835"/>
                  <a:pt x="40697" y="110591"/>
                </a:cubicBezTo>
                <a:close/>
                <a:moveTo>
                  <a:pt x="32085" y="111910"/>
                </a:moveTo>
                <a:cubicBezTo>
                  <a:pt x="33080" y="112582"/>
                  <a:pt x="34201" y="113130"/>
                  <a:pt x="35395" y="113603"/>
                </a:cubicBezTo>
                <a:cubicBezTo>
                  <a:pt x="35346" y="113603"/>
                  <a:pt x="35321" y="113628"/>
                  <a:pt x="35296" y="113628"/>
                </a:cubicBezTo>
                <a:cubicBezTo>
                  <a:pt x="34101" y="113155"/>
                  <a:pt x="32981" y="112607"/>
                  <a:pt x="31985" y="111960"/>
                </a:cubicBezTo>
                <a:cubicBezTo>
                  <a:pt x="32035" y="111910"/>
                  <a:pt x="32060" y="111910"/>
                  <a:pt x="32085" y="111910"/>
                </a:cubicBezTo>
                <a:close/>
                <a:moveTo>
                  <a:pt x="35644" y="113702"/>
                </a:moveTo>
                <a:cubicBezTo>
                  <a:pt x="35669" y="113702"/>
                  <a:pt x="35694" y="113727"/>
                  <a:pt x="35694" y="113727"/>
                </a:cubicBezTo>
                <a:cubicBezTo>
                  <a:pt x="35669" y="113727"/>
                  <a:pt x="35644" y="113752"/>
                  <a:pt x="35594" y="113752"/>
                </a:cubicBezTo>
                <a:cubicBezTo>
                  <a:pt x="35570" y="113752"/>
                  <a:pt x="35545" y="113727"/>
                  <a:pt x="35520" y="113727"/>
                </a:cubicBezTo>
                <a:cubicBezTo>
                  <a:pt x="35545" y="113727"/>
                  <a:pt x="35570" y="113702"/>
                  <a:pt x="35594" y="113702"/>
                </a:cubicBezTo>
                <a:close/>
                <a:moveTo>
                  <a:pt x="18594" y="110865"/>
                </a:moveTo>
                <a:cubicBezTo>
                  <a:pt x="18893" y="110964"/>
                  <a:pt x="19216" y="111089"/>
                  <a:pt x="19515" y="111139"/>
                </a:cubicBezTo>
                <a:cubicBezTo>
                  <a:pt x="19540" y="111139"/>
                  <a:pt x="19589" y="111139"/>
                  <a:pt x="19614" y="111163"/>
                </a:cubicBezTo>
                <a:cubicBezTo>
                  <a:pt x="20734" y="112234"/>
                  <a:pt x="22004" y="113130"/>
                  <a:pt x="23398" y="113877"/>
                </a:cubicBezTo>
                <a:cubicBezTo>
                  <a:pt x="21631" y="113204"/>
                  <a:pt x="20013" y="112209"/>
                  <a:pt x="18594" y="110865"/>
                </a:cubicBezTo>
                <a:close/>
                <a:moveTo>
                  <a:pt x="61701" y="111266"/>
                </a:moveTo>
                <a:lnTo>
                  <a:pt x="61701" y="111266"/>
                </a:lnTo>
                <a:cubicBezTo>
                  <a:pt x="61626" y="111299"/>
                  <a:pt x="61548" y="111344"/>
                  <a:pt x="61456" y="111363"/>
                </a:cubicBezTo>
                <a:cubicBezTo>
                  <a:pt x="61332" y="111412"/>
                  <a:pt x="61207" y="111487"/>
                  <a:pt x="61083" y="111512"/>
                </a:cubicBezTo>
                <a:cubicBezTo>
                  <a:pt x="59963" y="111985"/>
                  <a:pt x="58669" y="112458"/>
                  <a:pt x="56752" y="113155"/>
                </a:cubicBezTo>
                <a:cubicBezTo>
                  <a:pt x="56702" y="113204"/>
                  <a:pt x="56627" y="113204"/>
                  <a:pt x="56603" y="113229"/>
                </a:cubicBezTo>
                <a:cubicBezTo>
                  <a:pt x="55995" y="113448"/>
                  <a:pt x="55173" y="113715"/>
                  <a:pt x="54300" y="113982"/>
                </a:cubicBezTo>
                <a:lnTo>
                  <a:pt x="54300" y="113982"/>
                </a:lnTo>
                <a:cubicBezTo>
                  <a:pt x="54308" y="113979"/>
                  <a:pt x="54313" y="113976"/>
                  <a:pt x="54313" y="113976"/>
                </a:cubicBezTo>
                <a:cubicBezTo>
                  <a:pt x="54337" y="113976"/>
                  <a:pt x="54362" y="113926"/>
                  <a:pt x="54387" y="113926"/>
                </a:cubicBezTo>
                <a:cubicBezTo>
                  <a:pt x="54437" y="113926"/>
                  <a:pt x="54437" y="113901"/>
                  <a:pt x="54462" y="113901"/>
                </a:cubicBezTo>
                <a:cubicBezTo>
                  <a:pt x="55582" y="113553"/>
                  <a:pt x="56329" y="113279"/>
                  <a:pt x="56752" y="113130"/>
                </a:cubicBezTo>
                <a:cubicBezTo>
                  <a:pt x="57300" y="112906"/>
                  <a:pt x="57797" y="112756"/>
                  <a:pt x="58220" y="112557"/>
                </a:cubicBezTo>
                <a:lnTo>
                  <a:pt x="59988" y="111910"/>
                </a:lnTo>
                <a:cubicBezTo>
                  <a:pt x="60187" y="111860"/>
                  <a:pt x="60336" y="111786"/>
                  <a:pt x="60535" y="111736"/>
                </a:cubicBezTo>
                <a:cubicBezTo>
                  <a:pt x="60909" y="111573"/>
                  <a:pt x="61304" y="111409"/>
                  <a:pt x="61701" y="111266"/>
                </a:cubicBezTo>
                <a:close/>
                <a:moveTo>
                  <a:pt x="59241" y="107156"/>
                </a:moveTo>
                <a:lnTo>
                  <a:pt x="59241" y="107156"/>
                </a:lnTo>
                <a:cubicBezTo>
                  <a:pt x="58619" y="108724"/>
                  <a:pt x="57922" y="110018"/>
                  <a:pt x="57051" y="111089"/>
                </a:cubicBezTo>
                <a:cubicBezTo>
                  <a:pt x="53889" y="112458"/>
                  <a:pt x="50828" y="113528"/>
                  <a:pt x="47791" y="114349"/>
                </a:cubicBezTo>
                <a:cubicBezTo>
                  <a:pt x="45601" y="113827"/>
                  <a:pt x="43311" y="112508"/>
                  <a:pt x="41195" y="110466"/>
                </a:cubicBezTo>
                <a:cubicBezTo>
                  <a:pt x="41419" y="110267"/>
                  <a:pt x="41643" y="110093"/>
                  <a:pt x="41867" y="109869"/>
                </a:cubicBezTo>
                <a:cubicBezTo>
                  <a:pt x="43609" y="109346"/>
                  <a:pt x="45352" y="108749"/>
                  <a:pt x="47119" y="108052"/>
                </a:cubicBezTo>
                <a:lnTo>
                  <a:pt x="47219" y="108052"/>
                </a:lnTo>
                <a:cubicBezTo>
                  <a:pt x="47268" y="108052"/>
                  <a:pt x="47343" y="108102"/>
                  <a:pt x="47368" y="108102"/>
                </a:cubicBezTo>
                <a:cubicBezTo>
                  <a:pt x="47791" y="108152"/>
                  <a:pt x="48239" y="108226"/>
                  <a:pt x="48662" y="108251"/>
                </a:cubicBezTo>
                <a:cubicBezTo>
                  <a:pt x="48762" y="108251"/>
                  <a:pt x="48861" y="108276"/>
                  <a:pt x="48961" y="108276"/>
                </a:cubicBezTo>
                <a:lnTo>
                  <a:pt x="49110" y="108276"/>
                </a:lnTo>
                <a:cubicBezTo>
                  <a:pt x="49658" y="108301"/>
                  <a:pt x="50230" y="108351"/>
                  <a:pt x="50828" y="108351"/>
                </a:cubicBezTo>
                <a:lnTo>
                  <a:pt x="51002" y="108351"/>
                </a:lnTo>
                <a:cubicBezTo>
                  <a:pt x="51400" y="108351"/>
                  <a:pt x="51823" y="108351"/>
                  <a:pt x="52222" y="108301"/>
                </a:cubicBezTo>
                <a:lnTo>
                  <a:pt x="52272" y="108301"/>
                </a:lnTo>
                <a:cubicBezTo>
                  <a:pt x="52496" y="108301"/>
                  <a:pt x="52720" y="108276"/>
                  <a:pt x="52944" y="108251"/>
                </a:cubicBezTo>
                <a:lnTo>
                  <a:pt x="53068" y="108251"/>
                </a:lnTo>
                <a:cubicBezTo>
                  <a:pt x="53242" y="108251"/>
                  <a:pt x="53416" y="108226"/>
                  <a:pt x="53616" y="108176"/>
                </a:cubicBezTo>
                <a:cubicBezTo>
                  <a:pt x="53765" y="108176"/>
                  <a:pt x="53889" y="108152"/>
                  <a:pt x="54064" y="108127"/>
                </a:cubicBezTo>
                <a:cubicBezTo>
                  <a:pt x="54238" y="108102"/>
                  <a:pt x="54462" y="108102"/>
                  <a:pt x="54686" y="108052"/>
                </a:cubicBezTo>
                <a:lnTo>
                  <a:pt x="54711" y="108052"/>
                </a:lnTo>
                <a:cubicBezTo>
                  <a:pt x="54761" y="108052"/>
                  <a:pt x="54835" y="108027"/>
                  <a:pt x="54885" y="108027"/>
                </a:cubicBezTo>
                <a:lnTo>
                  <a:pt x="54960" y="108027"/>
                </a:lnTo>
                <a:lnTo>
                  <a:pt x="55433" y="107928"/>
                </a:lnTo>
                <a:cubicBezTo>
                  <a:pt x="55731" y="107878"/>
                  <a:pt x="56055" y="107803"/>
                  <a:pt x="56354" y="107778"/>
                </a:cubicBezTo>
                <a:cubicBezTo>
                  <a:pt x="56603" y="107753"/>
                  <a:pt x="56851" y="107679"/>
                  <a:pt x="57100" y="107654"/>
                </a:cubicBezTo>
                <a:cubicBezTo>
                  <a:pt x="57822" y="107529"/>
                  <a:pt x="58544" y="107355"/>
                  <a:pt x="59241" y="107156"/>
                </a:cubicBezTo>
                <a:close/>
                <a:moveTo>
                  <a:pt x="56329" y="111910"/>
                </a:moveTo>
                <a:cubicBezTo>
                  <a:pt x="55831" y="112383"/>
                  <a:pt x="55308" y="112856"/>
                  <a:pt x="54736" y="113229"/>
                </a:cubicBezTo>
                <a:cubicBezTo>
                  <a:pt x="52968" y="113727"/>
                  <a:pt x="51201" y="114101"/>
                  <a:pt x="49509" y="114374"/>
                </a:cubicBezTo>
                <a:cubicBezTo>
                  <a:pt x="51749" y="113702"/>
                  <a:pt x="54014" y="112881"/>
                  <a:pt x="56329" y="111910"/>
                </a:cubicBezTo>
                <a:close/>
                <a:moveTo>
                  <a:pt x="19988" y="111288"/>
                </a:moveTo>
                <a:cubicBezTo>
                  <a:pt x="20013" y="111288"/>
                  <a:pt x="20087" y="111338"/>
                  <a:pt x="20112" y="111338"/>
                </a:cubicBezTo>
                <a:cubicBezTo>
                  <a:pt x="21531" y="112607"/>
                  <a:pt x="23199" y="113628"/>
                  <a:pt x="25066" y="114449"/>
                </a:cubicBezTo>
                <a:cubicBezTo>
                  <a:pt x="24941" y="114399"/>
                  <a:pt x="24817" y="114374"/>
                  <a:pt x="24717" y="114349"/>
                </a:cubicBezTo>
                <a:cubicBezTo>
                  <a:pt x="22950" y="113528"/>
                  <a:pt x="21357" y="112508"/>
                  <a:pt x="19988" y="111288"/>
                </a:cubicBezTo>
                <a:close/>
                <a:moveTo>
                  <a:pt x="41071" y="110616"/>
                </a:moveTo>
                <a:cubicBezTo>
                  <a:pt x="43136" y="112582"/>
                  <a:pt x="45277" y="113877"/>
                  <a:pt x="47468" y="114474"/>
                </a:cubicBezTo>
                <a:cubicBezTo>
                  <a:pt x="47418" y="114474"/>
                  <a:pt x="47393" y="114499"/>
                  <a:pt x="47343" y="114499"/>
                </a:cubicBezTo>
                <a:cubicBezTo>
                  <a:pt x="45178" y="113901"/>
                  <a:pt x="43062" y="112607"/>
                  <a:pt x="41046" y="110641"/>
                </a:cubicBezTo>
                <a:lnTo>
                  <a:pt x="41071" y="110616"/>
                </a:lnTo>
                <a:close/>
                <a:moveTo>
                  <a:pt x="56802" y="111412"/>
                </a:moveTo>
                <a:cubicBezTo>
                  <a:pt x="56752" y="111487"/>
                  <a:pt x="56702" y="111512"/>
                  <a:pt x="56677" y="111587"/>
                </a:cubicBezTo>
                <a:cubicBezTo>
                  <a:pt x="53840" y="112732"/>
                  <a:pt x="51102" y="113727"/>
                  <a:pt x="48388" y="114499"/>
                </a:cubicBezTo>
                <a:cubicBezTo>
                  <a:pt x="48339" y="114499"/>
                  <a:pt x="48264" y="114474"/>
                  <a:pt x="48214" y="114474"/>
                </a:cubicBezTo>
                <a:cubicBezTo>
                  <a:pt x="51002" y="113702"/>
                  <a:pt x="53865" y="112657"/>
                  <a:pt x="56802" y="111412"/>
                </a:cubicBezTo>
                <a:close/>
                <a:moveTo>
                  <a:pt x="22300" y="113641"/>
                </a:moveTo>
                <a:cubicBezTo>
                  <a:pt x="22877" y="113870"/>
                  <a:pt x="23339" y="114032"/>
                  <a:pt x="23622" y="114150"/>
                </a:cubicBezTo>
                <a:cubicBezTo>
                  <a:pt x="24020" y="114325"/>
                  <a:pt x="24393" y="114449"/>
                  <a:pt x="24817" y="114573"/>
                </a:cubicBezTo>
                <a:cubicBezTo>
                  <a:pt x="24717" y="114573"/>
                  <a:pt x="24593" y="114524"/>
                  <a:pt x="24418" y="114499"/>
                </a:cubicBezTo>
                <a:lnTo>
                  <a:pt x="24393" y="114499"/>
                </a:lnTo>
                <a:cubicBezTo>
                  <a:pt x="24269" y="114474"/>
                  <a:pt x="24194" y="114449"/>
                  <a:pt x="24070" y="114374"/>
                </a:cubicBezTo>
                <a:cubicBezTo>
                  <a:pt x="24020" y="114374"/>
                  <a:pt x="24020" y="114349"/>
                  <a:pt x="23995" y="114349"/>
                </a:cubicBezTo>
                <a:cubicBezTo>
                  <a:pt x="23522" y="114200"/>
                  <a:pt x="23099" y="114026"/>
                  <a:pt x="22651" y="113827"/>
                </a:cubicBezTo>
                <a:cubicBezTo>
                  <a:pt x="22534" y="113768"/>
                  <a:pt x="22417" y="113695"/>
                  <a:pt x="22300" y="113641"/>
                </a:cubicBezTo>
                <a:close/>
                <a:moveTo>
                  <a:pt x="47791" y="114573"/>
                </a:moveTo>
                <a:cubicBezTo>
                  <a:pt x="47841" y="114573"/>
                  <a:pt x="47866" y="114598"/>
                  <a:pt x="47916" y="114598"/>
                </a:cubicBezTo>
                <a:lnTo>
                  <a:pt x="47667" y="114598"/>
                </a:lnTo>
                <a:cubicBezTo>
                  <a:pt x="47716" y="114598"/>
                  <a:pt x="47766" y="114573"/>
                  <a:pt x="47791" y="114573"/>
                </a:cubicBezTo>
                <a:close/>
                <a:moveTo>
                  <a:pt x="54188" y="113553"/>
                </a:moveTo>
                <a:cubicBezTo>
                  <a:pt x="54089" y="113603"/>
                  <a:pt x="54014" y="113628"/>
                  <a:pt x="53939" y="113702"/>
                </a:cubicBezTo>
                <a:cubicBezTo>
                  <a:pt x="52396" y="114101"/>
                  <a:pt x="50902" y="114399"/>
                  <a:pt x="49484" y="114623"/>
                </a:cubicBezTo>
                <a:cubicBezTo>
                  <a:pt x="49384" y="114623"/>
                  <a:pt x="49285" y="114623"/>
                  <a:pt x="49235" y="114598"/>
                </a:cubicBezTo>
                <a:cubicBezTo>
                  <a:pt x="50853" y="114349"/>
                  <a:pt x="52496" y="114001"/>
                  <a:pt x="54188" y="113553"/>
                </a:cubicBezTo>
                <a:close/>
                <a:moveTo>
                  <a:pt x="53068" y="114101"/>
                </a:moveTo>
                <a:lnTo>
                  <a:pt x="53068" y="114101"/>
                </a:lnTo>
                <a:cubicBezTo>
                  <a:pt x="52645" y="114250"/>
                  <a:pt x="52247" y="114374"/>
                  <a:pt x="51848" y="114474"/>
                </a:cubicBezTo>
                <a:cubicBezTo>
                  <a:pt x="51400" y="114524"/>
                  <a:pt x="50977" y="114598"/>
                  <a:pt x="50529" y="114623"/>
                </a:cubicBezTo>
                <a:cubicBezTo>
                  <a:pt x="51375" y="114474"/>
                  <a:pt x="52222" y="114275"/>
                  <a:pt x="53068" y="114101"/>
                </a:cubicBezTo>
                <a:close/>
                <a:moveTo>
                  <a:pt x="48488" y="114698"/>
                </a:moveTo>
                <a:cubicBezTo>
                  <a:pt x="48538" y="114698"/>
                  <a:pt x="48613" y="114723"/>
                  <a:pt x="48662" y="114723"/>
                </a:cubicBezTo>
                <a:cubicBezTo>
                  <a:pt x="48637" y="114723"/>
                  <a:pt x="48538" y="114748"/>
                  <a:pt x="48488" y="114748"/>
                </a:cubicBezTo>
                <a:cubicBezTo>
                  <a:pt x="48413" y="114748"/>
                  <a:pt x="48388" y="114723"/>
                  <a:pt x="48339" y="114723"/>
                </a:cubicBezTo>
                <a:cubicBezTo>
                  <a:pt x="48388" y="114723"/>
                  <a:pt x="48463" y="114698"/>
                  <a:pt x="48488" y="114698"/>
                </a:cubicBezTo>
                <a:close/>
                <a:moveTo>
                  <a:pt x="53342" y="114225"/>
                </a:moveTo>
                <a:lnTo>
                  <a:pt x="53143" y="114325"/>
                </a:lnTo>
                <a:cubicBezTo>
                  <a:pt x="53118" y="114325"/>
                  <a:pt x="53093" y="114349"/>
                  <a:pt x="53068" y="114349"/>
                </a:cubicBezTo>
                <a:cubicBezTo>
                  <a:pt x="52869" y="114399"/>
                  <a:pt x="52720" y="114474"/>
                  <a:pt x="52520" y="114524"/>
                </a:cubicBezTo>
                <a:lnTo>
                  <a:pt x="52471" y="114524"/>
                </a:lnTo>
                <a:cubicBezTo>
                  <a:pt x="52272" y="114598"/>
                  <a:pt x="52072" y="114623"/>
                  <a:pt x="51873" y="114698"/>
                </a:cubicBezTo>
                <a:cubicBezTo>
                  <a:pt x="51823" y="114698"/>
                  <a:pt x="51774" y="114698"/>
                  <a:pt x="51724" y="114723"/>
                </a:cubicBezTo>
                <a:lnTo>
                  <a:pt x="51624" y="114723"/>
                </a:lnTo>
                <a:cubicBezTo>
                  <a:pt x="51500" y="114748"/>
                  <a:pt x="51400" y="114748"/>
                  <a:pt x="51276" y="114773"/>
                </a:cubicBezTo>
                <a:cubicBezTo>
                  <a:pt x="52023" y="114598"/>
                  <a:pt x="52720" y="114399"/>
                  <a:pt x="53342" y="114225"/>
                </a:cubicBezTo>
                <a:close/>
                <a:moveTo>
                  <a:pt x="40896" y="110740"/>
                </a:moveTo>
                <a:cubicBezTo>
                  <a:pt x="42863" y="112632"/>
                  <a:pt x="44904" y="113951"/>
                  <a:pt x="46995" y="114573"/>
                </a:cubicBezTo>
                <a:cubicBezTo>
                  <a:pt x="46795" y="114623"/>
                  <a:pt x="46621" y="114648"/>
                  <a:pt x="46422" y="114723"/>
                </a:cubicBezTo>
                <a:cubicBezTo>
                  <a:pt x="45529" y="114794"/>
                  <a:pt x="44652" y="114830"/>
                  <a:pt x="43794" y="114830"/>
                </a:cubicBezTo>
                <a:cubicBezTo>
                  <a:pt x="41045" y="114830"/>
                  <a:pt x="38494" y="114461"/>
                  <a:pt x="36217" y="113702"/>
                </a:cubicBezTo>
                <a:cubicBezTo>
                  <a:pt x="37884" y="112956"/>
                  <a:pt x="39428" y="111960"/>
                  <a:pt x="40896" y="110740"/>
                </a:cubicBezTo>
                <a:close/>
                <a:moveTo>
                  <a:pt x="49484" y="114797"/>
                </a:moveTo>
                <a:cubicBezTo>
                  <a:pt x="49633" y="114822"/>
                  <a:pt x="49789" y="114835"/>
                  <a:pt x="49944" y="114835"/>
                </a:cubicBezTo>
                <a:cubicBezTo>
                  <a:pt x="50100" y="114835"/>
                  <a:pt x="50255" y="114822"/>
                  <a:pt x="50405" y="114797"/>
                </a:cubicBezTo>
                <a:lnTo>
                  <a:pt x="50405" y="114797"/>
                </a:lnTo>
                <a:cubicBezTo>
                  <a:pt x="50330" y="114847"/>
                  <a:pt x="50230" y="114847"/>
                  <a:pt x="50131" y="114872"/>
                </a:cubicBezTo>
                <a:lnTo>
                  <a:pt x="50031" y="114872"/>
                </a:lnTo>
                <a:cubicBezTo>
                  <a:pt x="49758" y="114872"/>
                  <a:pt x="49484" y="114847"/>
                  <a:pt x="49235" y="114847"/>
                </a:cubicBezTo>
                <a:cubicBezTo>
                  <a:pt x="49334" y="114847"/>
                  <a:pt x="49384" y="114797"/>
                  <a:pt x="49484" y="114797"/>
                </a:cubicBezTo>
                <a:close/>
                <a:moveTo>
                  <a:pt x="20486" y="111387"/>
                </a:moveTo>
                <a:lnTo>
                  <a:pt x="20486" y="111387"/>
                </a:lnTo>
                <a:cubicBezTo>
                  <a:pt x="20784" y="111462"/>
                  <a:pt x="21083" y="111537"/>
                  <a:pt x="21382" y="111611"/>
                </a:cubicBezTo>
                <a:cubicBezTo>
                  <a:pt x="21631" y="111661"/>
                  <a:pt x="21904" y="111711"/>
                  <a:pt x="22153" y="111736"/>
                </a:cubicBezTo>
                <a:cubicBezTo>
                  <a:pt x="22576" y="111786"/>
                  <a:pt x="22975" y="111885"/>
                  <a:pt x="23373" y="111910"/>
                </a:cubicBezTo>
                <a:cubicBezTo>
                  <a:pt x="23771" y="111985"/>
                  <a:pt x="24219" y="112010"/>
                  <a:pt x="24642" y="112035"/>
                </a:cubicBezTo>
                <a:cubicBezTo>
                  <a:pt x="24941" y="112084"/>
                  <a:pt x="25190" y="112109"/>
                  <a:pt x="25464" y="112109"/>
                </a:cubicBezTo>
                <a:cubicBezTo>
                  <a:pt x="26186" y="112134"/>
                  <a:pt x="26883" y="112159"/>
                  <a:pt x="27629" y="112159"/>
                </a:cubicBezTo>
                <a:cubicBezTo>
                  <a:pt x="28376" y="112159"/>
                  <a:pt x="29123" y="112134"/>
                  <a:pt x="29919" y="112109"/>
                </a:cubicBezTo>
                <a:cubicBezTo>
                  <a:pt x="30367" y="112059"/>
                  <a:pt x="30840" y="112035"/>
                  <a:pt x="31338" y="111985"/>
                </a:cubicBezTo>
                <a:cubicBezTo>
                  <a:pt x="31463" y="111985"/>
                  <a:pt x="31587" y="111960"/>
                  <a:pt x="31736" y="111960"/>
                </a:cubicBezTo>
                <a:cubicBezTo>
                  <a:pt x="32782" y="112632"/>
                  <a:pt x="33852" y="113229"/>
                  <a:pt x="35072" y="113727"/>
                </a:cubicBezTo>
                <a:cubicBezTo>
                  <a:pt x="33329" y="114399"/>
                  <a:pt x="31487" y="114797"/>
                  <a:pt x="29670" y="114897"/>
                </a:cubicBezTo>
                <a:cubicBezTo>
                  <a:pt x="29396" y="114914"/>
                  <a:pt x="29125" y="114922"/>
                  <a:pt x="28856" y="114922"/>
                </a:cubicBezTo>
                <a:cubicBezTo>
                  <a:pt x="27952" y="114922"/>
                  <a:pt x="27074" y="114832"/>
                  <a:pt x="26211" y="114698"/>
                </a:cubicBezTo>
                <a:cubicBezTo>
                  <a:pt x="24020" y="113877"/>
                  <a:pt x="22128" y="112781"/>
                  <a:pt x="20486" y="111387"/>
                </a:cubicBezTo>
                <a:close/>
                <a:moveTo>
                  <a:pt x="46995" y="114872"/>
                </a:moveTo>
                <a:cubicBezTo>
                  <a:pt x="46895" y="114897"/>
                  <a:pt x="46795" y="114947"/>
                  <a:pt x="46721" y="114947"/>
                </a:cubicBezTo>
                <a:cubicBezTo>
                  <a:pt x="46497" y="114972"/>
                  <a:pt x="46298" y="114972"/>
                  <a:pt x="46099" y="114997"/>
                </a:cubicBezTo>
                <a:lnTo>
                  <a:pt x="46472" y="114897"/>
                </a:lnTo>
                <a:cubicBezTo>
                  <a:pt x="46646" y="114897"/>
                  <a:pt x="46795" y="114872"/>
                  <a:pt x="46995" y="114872"/>
                </a:cubicBezTo>
                <a:close/>
                <a:moveTo>
                  <a:pt x="35968" y="113827"/>
                </a:moveTo>
                <a:cubicBezTo>
                  <a:pt x="38360" y="114638"/>
                  <a:pt x="41027" y="115028"/>
                  <a:pt x="43938" y="115028"/>
                </a:cubicBezTo>
                <a:cubicBezTo>
                  <a:pt x="44419" y="115028"/>
                  <a:pt x="44907" y="115018"/>
                  <a:pt x="45402" y="114997"/>
                </a:cubicBezTo>
                <a:lnTo>
                  <a:pt x="45402" y="114997"/>
                </a:lnTo>
                <a:cubicBezTo>
                  <a:pt x="45302" y="115021"/>
                  <a:pt x="45227" y="115021"/>
                  <a:pt x="45128" y="115071"/>
                </a:cubicBezTo>
                <a:cubicBezTo>
                  <a:pt x="44680" y="115096"/>
                  <a:pt x="44281" y="115096"/>
                  <a:pt x="43883" y="115096"/>
                </a:cubicBezTo>
                <a:cubicBezTo>
                  <a:pt x="40946" y="115096"/>
                  <a:pt x="38283" y="114648"/>
                  <a:pt x="35918" y="113852"/>
                </a:cubicBezTo>
                <a:cubicBezTo>
                  <a:pt x="35918" y="113827"/>
                  <a:pt x="35943" y="113827"/>
                  <a:pt x="35968" y="113827"/>
                </a:cubicBezTo>
                <a:close/>
                <a:moveTo>
                  <a:pt x="35296" y="113852"/>
                </a:moveTo>
                <a:cubicBezTo>
                  <a:pt x="35321" y="113852"/>
                  <a:pt x="35346" y="113877"/>
                  <a:pt x="35395" y="113877"/>
                </a:cubicBezTo>
                <a:cubicBezTo>
                  <a:pt x="33528" y="114623"/>
                  <a:pt x="31587" y="115071"/>
                  <a:pt x="29670" y="115146"/>
                </a:cubicBezTo>
                <a:cubicBezTo>
                  <a:pt x="29421" y="115146"/>
                  <a:pt x="29123" y="115196"/>
                  <a:pt x="28924" y="115196"/>
                </a:cubicBezTo>
                <a:cubicBezTo>
                  <a:pt x="28426" y="115196"/>
                  <a:pt x="27953" y="115146"/>
                  <a:pt x="27480" y="115121"/>
                </a:cubicBezTo>
                <a:cubicBezTo>
                  <a:pt x="27355" y="115071"/>
                  <a:pt x="27256" y="115021"/>
                  <a:pt x="27181" y="114997"/>
                </a:cubicBezTo>
                <a:lnTo>
                  <a:pt x="27181" y="114997"/>
                </a:lnTo>
                <a:cubicBezTo>
                  <a:pt x="27790" y="115073"/>
                  <a:pt x="28398" y="115105"/>
                  <a:pt x="29029" y="115105"/>
                </a:cubicBezTo>
                <a:cubicBezTo>
                  <a:pt x="29224" y="115105"/>
                  <a:pt x="29421" y="115102"/>
                  <a:pt x="29621" y="115096"/>
                </a:cubicBezTo>
                <a:cubicBezTo>
                  <a:pt x="31562" y="114997"/>
                  <a:pt x="33454" y="114573"/>
                  <a:pt x="35296" y="113852"/>
                </a:cubicBezTo>
                <a:close/>
                <a:moveTo>
                  <a:pt x="35644" y="113951"/>
                </a:moveTo>
                <a:cubicBezTo>
                  <a:pt x="38059" y="114822"/>
                  <a:pt x="40822" y="115246"/>
                  <a:pt x="43858" y="115246"/>
                </a:cubicBezTo>
                <a:lnTo>
                  <a:pt x="44057" y="115246"/>
                </a:lnTo>
                <a:cubicBezTo>
                  <a:pt x="41096" y="115870"/>
                  <a:pt x="38258" y="116185"/>
                  <a:pt x="35584" y="116185"/>
                </a:cubicBezTo>
                <a:cubicBezTo>
                  <a:pt x="34099" y="116185"/>
                  <a:pt x="32665" y="116088"/>
                  <a:pt x="31288" y="115893"/>
                </a:cubicBezTo>
                <a:cubicBezTo>
                  <a:pt x="31114" y="115868"/>
                  <a:pt x="30940" y="115843"/>
                  <a:pt x="30790" y="115843"/>
                </a:cubicBezTo>
                <a:cubicBezTo>
                  <a:pt x="29919" y="115718"/>
                  <a:pt x="29098" y="115519"/>
                  <a:pt x="28301" y="115320"/>
                </a:cubicBezTo>
                <a:cubicBezTo>
                  <a:pt x="28476" y="115320"/>
                  <a:pt x="28700" y="115345"/>
                  <a:pt x="28874" y="115345"/>
                </a:cubicBezTo>
                <a:cubicBezTo>
                  <a:pt x="29123" y="115345"/>
                  <a:pt x="29372" y="115345"/>
                  <a:pt x="29670" y="115320"/>
                </a:cubicBezTo>
                <a:cubicBezTo>
                  <a:pt x="31687" y="115221"/>
                  <a:pt x="33703" y="114748"/>
                  <a:pt x="35644" y="113951"/>
                </a:cubicBezTo>
                <a:close/>
                <a:moveTo>
                  <a:pt x="48513" y="114947"/>
                </a:moveTo>
                <a:cubicBezTo>
                  <a:pt x="48787" y="114997"/>
                  <a:pt x="49135" y="114997"/>
                  <a:pt x="49459" y="115021"/>
                </a:cubicBezTo>
                <a:cubicBezTo>
                  <a:pt x="49110" y="115121"/>
                  <a:pt x="48737" y="115196"/>
                  <a:pt x="48364" y="115270"/>
                </a:cubicBezTo>
                <a:cubicBezTo>
                  <a:pt x="46497" y="115694"/>
                  <a:pt x="43410" y="116191"/>
                  <a:pt x="40448" y="116316"/>
                </a:cubicBezTo>
                <a:cubicBezTo>
                  <a:pt x="42489" y="116067"/>
                  <a:pt x="44605" y="115644"/>
                  <a:pt x="46771" y="115121"/>
                </a:cubicBezTo>
                <a:cubicBezTo>
                  <a:pt x="47343" y="115071"/>
                  <a:pt x="47916" y="114997"/>
                  <a:pt x="48513" y="114947"/>
                </a:cubicBezTo>
                <a:close/>
                <a:moveTo>
                  <a:pt x="27596" y="115399"/>
                </a:moveTo>
                <a:cubicBezTo>
                  <a:pt x="28936" y="115729"/>
                  <a:pt x="30005" y="115919"/>
                  <a:pt x="30392" y="115967"/>
                </a:cubicBezTo>
                <a:cubicBezTo>
                  <a:pt x="30542" y="115992"/>
                  <a:pt x="30666" y="115992"/>
                  <a:pt x="30741" y="116017"/>
                </a:cubicBezTo>
                <a:cubicBezTo>
                  <a:pt x="30890" y="116042"/>
                  <a:pt x="31014" y="116042"/>
                  <a:pt x="31189" y="116092"/>
                </a:cubicBezTo>
                <a:cubicBezTo>
                  <a:pt x="31985" y="116216"/>
                  <a:pt x="32757" y="116291"/>
                  <a:pt x="33578" y="116391"/>
                </a:cubicBezTo>
                <a:cubicBezTo>
                  <a:pt x="33329" y="116366"/>
                  <a:pt x="33056" y="116341"/>
                  <a:pt x="32782" y="116341"/>
                </a:cubicBezTo>
                <a:cubicBezTo>
                  <a:pt x="32608" y="116341"/>
                  <a:pt x="32483" y="116316"/>
                  <a:pt x="32334" y="116316"/>
                </a:cubicBezTo>
                <a:cubicBezTo>
                  <a:pt x="32159" y="116266"/>
                  <a:pt x="31960" y="116266"/>
                  <a:pt x="31786" y="116241"/>
                </a:cubicBezTo>
                <a:cubicBezTo>
                  <a:pt x="31413" y="116191"/>
                  <a:pt x="31064" y="116142"/>
                  <a:pt x="30691" y="116092"/>
                </a:cubicBezTo>
                <a:cubicBezTo>
                  <a:pt x="30591" y="116092"/>
                  <a:pt x="30492" y="116042"/>
                  <a:pt x="30442" y="116042"/>
                </a:cubicBezTo>
                <a:cubicBezTo>
                  <a:pt x="29695" y="115942"/>
                  <a:pt x="28949" y="115768"/>
                  <a:pt x="28227" y="115594"/>
                </a:cubicBezTo>
                <a:cubicBezTo>
                  <a:pt x="28202" y="115594"/>
                  <a:pt x="28127" y="115544"/>
                  <a:pt x="28102" y="115544"/>
                </a:cubicBezTo>
                <a:cubicBezTo>
                  <a:pt x="27918" y="115503"/>
                  <a:pt x="27768" y="115446"/>
                  <a:pt x="27596" y="115399"/>
                </a:cubicBezTo>
                <a:close/>
                <a:moveTo>
                  <a:pt x="45601" y="115221"/>
                </a:moveTo>
                <a:cubicBezTo>
                  <a:pt x="42813" y="115868"/>
                  <a:pt x="40150" y="116241"/>
                  <a:pt x="37586" y="116391"/>
                </a:cubicBezTo>
                <a:cubicBezTo>
                  <a:pt x="37088" y="116391"/>
                  <a:pt x="36665" y="116391"/>
                  <a:pt x="36217" y="116366"/>
                </a:cubicBezTo>
                <a:cubicBezTo>
                  <a:pt x="39029" y="116316"/>
                  <a:pt x="42016" y="115942"/>
                  <a:pt x="45128" y="115221"/>
                </a:cubicBezTo>
                <a:close/>
                <a:moveTo>
                  <a:pt x="50479" y="115021"/>
                </a:moveTo>
                <a:cubicBezTo>
                  <a:pt x="50031" y="115146"/>
                  <a:pt x="49583" y="115270"/>
                  <a:pt x="49085" y="115370"/>
                </a:cubicBezTo>
                <a:cubicBezTo>
                  <a:pt x="48264" y="115519"/>
                  <a:pt x="47293" y="115743"/>
                  <a:pt x="46372" y="115893"/>
                </a:cubicBezTo>
                <a:cubicBezTo>
                  <a:pt x="45924" y="115967"/>
                  <a:pt x="45426" y="116067"/>
                  <a:pt x="44929" y="116117"/>
                </a:cubicBezTo>
                <a:lnTo>
                  <a:pt x="44879" y="116117"/>
                </a:lnTo>
                <a:cubicBezTo>
                  <a:pt x="44406" y="116191"/>
                  <a:pt x="43908" y="116216"/>
                  <a:pt x="43385" y="116266"/>
                </a:cubicBezTo>
                <a:cubicBezTo>
                  <a:pt x="42191" y="116391"/>
                  <a:pt x="40871" y="116490"/>
                  <a:pt x="39577" y="116565"/>
                </a:cubicBezTo>
                <a:cubicBezTo>
                  <a:pt x="39204" y="116590"/>
                  <a:pt x="38830" y="116590"/>
                  <a:pt x="38457" y="116615"/>
                </a:cubicBezTo>
                <a:lnTo>
                  <a:pt x="37685" y="116615"/>
                </a:lnTo>
                <a:cubicBezTo>
                  <a:pt x="37187" y="116615"/>
                  <a:pt x="36764" y="116615"/>
                  <a:pt x="36316" y="116590"/>
                </a:cubicBezTo>
                <a:lnTo>
                  <a:pt x="37038" y="116590"/>
                </a:lnTo>
                <a:cubicBezTo>
                  <a:pt x="37187" y="116590"/>
                  <a:pt x="37387" y="116540"/>
                  <a:pt x="37536" y="116540"/>
                </a:cubicBezTo>
                <a:lnTo>
                  <a:pt x="37660" y="116540"/>
                </a:lnTo>
                <a:cubicBezTo>
                  <a:pt x="38208" y="116540"/>
                  <a:pt x="38880" y="116540"/>
                  <a:pt x="39552" y="116515"/>
                </a:cubicBezTo>
                <a:lnTo>
                  <a:pt x="39577" y="116515"/>
                </a:lnTo>
                <a:cubicBezTo>
                  <a:pt x="40822" y="116490"/>
                  <a:pt x="42166" y="116366"/>
                  <a:pt x="43410" y="116241"/>
                </a:cubicBezTo>
                <a:cubicBezTo>
                  <a:pt x="45352" y="116017"/>
                  <a:pt x="47119" y="115718"/>
                  <a:pt x="48364" y="115420"/>
                </a:cubicBezTo>
                <a:cubicBezTo>
                  <a:pt x="48986" y="115295"/>
                  <a:pt x="49583" y="115146"/>
                  <a:pt x="50106" y="115021"/>
                </a:cubicBezTo>
                <a:close/>
                <a:moveTo>
                  <a:pt x="80647" y="0"/>
                </a:moveTo>
                <a:cubicBezTo>
                  <a:pt x="79950" y="0"/>
                  <a:pt x="79278" y="25"/>
                  <a:pt x="78706" y="50"/>
                </a:cubicBezTo>
                <a:lnTo>
                  <a:pt x="78606" y="50"/>
                </a:lnTo>
                <a:cubicBezTo>
                  <a:pt x="77212" y="125"/>
                  <a:pt x="75520" y="249"/>
                  <a:pt x="73603" y="498"/>
                </a:cubicBezTo>
                <a:cubicBezTo>
                  <a:pt x="73529" y="498"/>
                  <a:pt x="73479" y="523"/>
                  <a:pt x="73404" y="523"/>
                </a:cubicBezTo>
                <a:cubicBezTo>
                  <a:pt x="72209" y="672"/>
                  <a:pt x="70691" y="971"/>
                  <a:pt x="69894" y="1145"/>
                </a:cubicBezTo>
                <a:cubicBezTo>
                  <a:pt x="69471" y="1245"/>
                  <a:pt x="69073" y="1295"/>
                  <a:pt x="68700" y="1394"/>
                </a:cubicBezTo>
                <a:lnTo>
                  <a:pt x="68675" y="1394"/>
                </a:lnTo>
                <a:cubicBezTo>
                  <a:pt x="68326" y="1494"/>
                  <a:pt x="67978" y="1544"/>
                  <a:pt x="67679" y="1643"/>
                </a:cubicBezTo>
                <a:cubicBezTo>
                  <a:pt x="65215" y="2240"/>
                  <a:pt x="63248" y="2863"/>
                  <a:pt x="62228" y="3236"/>
                </a:cubicBezTo>
                <a:cubicBezTo>
                  <a:pt x="61357" y="3535"/>
                  <a:pt x="60834" y="3734"/>
                  <a:pt x="60809" y="3734"/>
                </a:cubicBezTo>
                <a:cubicBezTo>
                  <a:pt x="60461" y="3858"/>
                  <a:pt x="60087" y="4008"/>
                  <a:pt x="59689" y="4157"/>
                </a:cubicBezTo>
                <a:lnTo>
                  <a:pt x="59639" y="4157"/>
                </a:lnTo>
                <a:cubicBezTo>
                  <a:pt x="58868" y="4456"/>
                  <a:pt x="57947" y="4829"/>
                  <a:pt x="57150" y="5153"/>
                </a:cubicBezTo>
                <a:cubicBezTo>
                  <a:pt x="54960" y="6074"/>
                  <a:pt x="53466" y="6820"/>
                  <a:pt x="49633" y="8812"/>
                </a:cubicBezTo>
                <a:cubicBezTo>
                  <a:pt x="49185" y="9011"/>
                  <a:pt x="48637" y="9334"/>
                  <a:pt x="47990" y="9708"/>
                </a:cubicBezTo>
                <a:cubicBezTo>
                  <a:pt x="47891" y="9782"/>
                  <a:pt x="47791" y="9807"/>
                  <a:pt x="47692" y="9857"/>
                </a:cubicBezTo>
                <a:cubicBezTo>
                  <a:pt x="45800" y="10977"/>
                  <a:pt x="43336" y="12471"/>
                  <a:pt x="41668" y="13665"/>
                </a:cubicBezTo>
                <a:cubicBezTo>
                  <a:pt x="41593" y="13715"/>
                  <a:pt x="41519" y="13740"/>
                  <a:pt x="41444" y="13815"/>
                </a:cubicBezTo>
                <a:cubicBezTo>
                  <a:pt x="40971" y="14113"/>
                  <a:pt x="40548" y="14437"/>
                  <a:pt x="40174" y="14711"/>
                </a:cubicBezTo>
                <a:lnTo>
                  <a:pt x="39701" y="15034"/>
                </a:lnTo>
                <a:lnTo>
                  <a:pt x="39677" y="15034"/>
                </a:lnTo>
                <a:cubicBezTo>
                  <a:pt x="38407" y="15906"/>
                  <a:pt x="37362" y="16677"/>
                  <a:pt x="36167" y="17648"/>
                </a:cubicBezTo>
                <a:cubicBezTo>
                  <a:pt x="36092" y="17698"/>
                  <a:pt x="36042" y="17723"/>
                  <a:pt x="35943" y="17797"/>
                </a:cubicBezTo>
                <a:cubicBezTo>
                  <a:pt x="34798" y="18669"/>
                  <a:pt x="33255" y="19938"/>
                  <a:pt x="32359" y="20685"/>
                </a:cubicBezTo>
                <a:lnTo>
                  <a:pt x="32334" y="20685"/>
                </a:lnTo>
                <a:cubicBezTo>
                  <a:pt x="31861" y="21083"/>
                  <a:pt x="31189" y="21680"/>
                  <a:pt x="30442" y="22327"/>
                </a:cubicBezTo>
                <a:cubicBezTo>
                  <a:pt x="29397" y="23248"/>
                  <a:pt x="28376" y="24194"/>
                  <a:pt x="27530" y="25016"/>
                </a:cubicBezTo>
                <a:cubicBezTo>
                  <a:pt x="26883" y="25638"/>
                  <a:pt x="26285" y="26186"/>
                  <a:pt x="25887" y="26634"/>
                </a:cubicBezTo>
                <a:lnTo>
                  <a:pt x="25663" y="26858"/>
                </a:lnTo>
                <a:cubicBezTo>
                  <a:pt x="25389" y="27156"/>
                  <a:pt x="25041" y="27480"/>
                  <a:pt x="24717" y="27853"/>
                </a:cubicBezTo>
                <a:cubicBezTo>
                  <a:pt x="23970" y="28625"/>
                  <a:pt x="23174" y="29397"/>
                  <a:pt x="22552" y="30118"/>
                </a:cubicBezTo>
                <a:cubicBezTo>
                  <a:pt x="22054" y="30666"/>
                  <a:pt x="21631" y="31164"/>
                  <a:pt x="21257" y="31587"/>
                </a:cubicBezTo>
                <a:cubicBezTo>
                  <a:pt x="20983" y="31886"/>
                  <a:pt x="20734" y="32159"/>
                  <a:pt x="20510" y="32408"/>
                </a:cubicBezTo>
                <a:cubicBezTo>
                  <a:pt x="20386" y="32558"/>
                  <a:pt x="20286" y="32707"/>
                  <a:pt x="20162" y="32782"/>
                </a:cubicBezTo>
                <a:cubicBezTo>
                  <a:pt x="19988" y="33006"/>
                  <a:pt x="19789" y="33205"/>
                  <a:pt x="19614" y="33404"/>
                </a:cubicBezTo>
                <a:cubicBezTo>
                  <a:pt x="19390" y="33653"/>
                  <a:pt x="19166" y="33952"/>
                  <a:pt x="18917" y="34225"/>
                </a:cubicBezTo>
                <a:cubicBezTo>
                  <a:pt x="18196" y="35072"/>
                  <a:pt x="17748" y="35644"/>
                  <a:pt x="16827" y="36839"/>
                </a:cubicBezTo>
                <a:lnTo>
                  <a:pt x="16802" y="36864"/>
                </a:lnTo>
                <a:cubicBezTo>
                  <a:pt x="16802" y="36864"/>
                  <a:pt x="16627" y="37113"/>
                  <a:pt x="16304" y="37511"/>
                </a:cubicBezTo>
                <a:cubicBezTo>
                  <a:pt x="15632" y="38432"/>
                  <a:pt x="14810" y="39477"/>
                  <a:pt x="14213" y="40349"/>
                </a:cubicBezTo>
                <a:cubicBezTo>
                  <a:pt x="14213" y="40373"/>
                  <a:pt x="14188" y="40373"/>
                  <a:pt x="14188" y="40423"/>
                </a:cubicBezTo>
                <a:cubicBezTo>
                  <a:pt x="13441" y="41469"/>
                  <a:pt x="12595" y="42688"/>
                  <a:pt x="11774" y="44032"/>
                </a:cubicBezTo>
                <a:cubicBezTo>
                  <a:pt x="10927" y="45352"/>
                  <a:pt x="10181" y="46546"/>
                  <a:pt x="9583" y="47592"/>
                </a:cubicBezTo>
                <a:cubicBezTo>
                  <a:pt x="9110" y="48339"/>
                  <a:pt x="8712" y="49135"/>
                  <a:pt x="8239" y="49956"/>
                </a:cubicBezTo>
                <a:cubicBezTo>
                  <a:pt x="7791" y="50828"/>
                  <a:pt x="7492" y="51400"/>
                  <a:pt x="7443" y="51525"/>
                </a:cubicBezTo>
                <a:cubicBezTo>
                  <a:pt x="7293" y="51798"/>
                  <a:pt x="7119" y="52122"/>
                  <a:pt x="6970" y="52446"/>
                </a:cubicBezTo>
                <a:lnTo>
                  <a:pt x="6845" y="52670"/>
                </a:lnTo>
                <a:cubicBezTo>
                  <a:pt x="6472" y="53416"/>
                  <a:pt x="6049" y="54288"/>
                  <a:pt x="5700" y="55109"/>
                </a:cubicBezTo>
                <a:cubicBezTo>
                  <a:pt x="5675" y="55159"/>
                  <a:pt x="5626" y="55258"/>
                  <a:pt x="5601" y="55358"/>
                </a:cubicBezTo>
                <a:cubicBezTo>
                  <a:pt x="5078" y="56528"/>
                  <a:pt x="3734" y="59589"/>
                  <a:pt x="2639" y="63024"/>
                </a:cubicBezTo>
                <a:lnTo>
                  <a:pt x="2639" y="63074"/>
                </a:lnTo>
                <a:cubicBezTo>
                  <a:pt x="2191" y="64443"/>
                  <a:pt x="1718" y="66235"/>
                  <a:pt x="1344" y="67853"/>
                </a:cubicBezTo>
                <a:cubicBezTo>
                  <a:pt x="1245" y="68251"/>
                  <a:pt x="1145" y="68724"/>
                  <a:pt x="1070" y="69222"/>
                </a:cubicBezTo>
                <a:cubicBezTo>
                  <a:pt x="996" y="69620"/>
                  <a:pt x="896" y="69994"/>
                  <a:pt x="846" y="70367"/>
                </a:cubicBezTo>
                <a:lnTo>
                  <a:pt x="846" y="70417"/>
                </a:lnTo>
                <a:cubicBezTo>
                  <a:pt x="772" y="70716"/>
                  <a:pt x="722" y="71064"/>
                  <a:pt x="647" y="71363"/>
                </a:cubicBezTo>
                <a:lnTo>
                  <a:pt x="647" y="71437"/>
                </a:lnTo>
                <a:cubicBezTo>
                  <a:pt x="523" y="72159"/>
                  <a:pt x="398" y="72981"/>
                  <a:pt x="324" y="73827"/>
                </a:cubicBezTo>
                <a:cubicBezTo>
                  <a:pt x="199" y="74897"/>
                  <a:pt x="100" y="75918"/>
                  <a:pt x="75" y="76889"/>
                </a:cubicBezTo>
                <a:lnTo>
                  <a:pt x="75" y="76963"/>
                </a:lnTo>
                <a:cubicBezTo>
                  <a:pt x="25" y="77585"/>
                  <a:pt x="0" y="78332"/>
                  <a:pt x="0" y="79054"/>
                </a:cubicBezTo>
                <a:lnTo>
                  <a:pt x="0" y="79776"/>
                </a:lnTo>
                <a:lnTo>
                  <a:pt x="0" y="80323"/>
                </a:lnTo>
                <a:cubicBezTo>
                  <a:pt x="0" y="80946"/>
                  <a:pt x="25" y="81668"/>
                  <a:pt x="100" y="82365"/>
                </a:cubicBezTo>
                <a:cubicBezTo>
                  <a:pt x="249" y="84505"/>
                  <a:pt x="498" y="85999"/>
                  <a:pt x="598" y="86496"/>
                </a:cubicBezTo>
                <a:lnTo>
                  <a:pt x="622" y="86745"/>
                </a:lnTo>
                <a:cubicBezTo>
                  <a:pt x="622" y="86770"/>
                  <a:pt x="622" y="86845"/>
                  <a:pt x="647" y="86870"/>
                </a:cubicBezTo>
                <a:cubicBezTo>
                  <a:pt x="772" y="87741"/>
                  <a:pt x="1070" y="88961"/>
                  <a:pt x="1319" y="89882"/>
                </a:cubicBezTo>
                <a:cubicBezTo>
                  <a:pt x="1319" y="89907"/>
                  <a:pt x="1344" y="89981"/>
                  <a:pt x="1344" y="90006"/>
                </a:cubicBezTo>
                <a:cubicBezTo>
                  <a:pt x="1369" y="90081"/>
                  <a:pt x="1369" y="90131"/>
                  <a:pt x="1394" y="90205"/>
                </a:cubicBezTo>
                <a:cubicBezTo>
                  <a:pt x="1444" y="90255"/>
                  <a:pt x="1444" y="90355"/>
                  <a:pt x="1469" y="90404"/>
                </a:cubicBezTo>
                <a:cubicBezTo>
                  <a:pt x="1618" y="90952"/>
                  <a:pt x="1817" y="91500"/>
                  <a:pt x="1991" y="92072"/>
                </a:cubicBezTo>
                <a:cubicBezTo>
                  <a:pt x="2016" y="92122"/>
                  <a:pt x="2066" y="92221"/>
                  <a:pt x="2066" y="92271"/>
                </a:cubicBezTo>
                <a:cubicBezTo>
                  <a:pt x="2066" y="92321"/>
                  <a:pt x="2066" y="92321"/>
                  <a:pt x="2091" y="92346"/>
                </a:cubicBezTo>
                <a:cubicBezTo>
                  <a:pt x="2191" y="92620"/>
                  <a:pt x="2265" y="92943"/>
                  <a:pt x="2365" y="93217"/>
                </a:cubicBezTo>
                <a:cubicBezTo>
                  <a:pt x="2439" y="93441"/>
                  <a:pt x="2514" y="93615"/>
                  <a:pt x="2589" y="93839"/>
                </a:cubicBezTo>
                <a:cubicBezTo>
                  <a:pt x="2688" y="94138"/>
                  <a:pt x="2813" y="94437"/>
                  <a:pt x="2888" y="94710"/>
                </a:cubicBezTo>
                <a:lnTo>
                  <a:pt x="2888" y="94735"/>
                </a:lnTo>
                <a:cubicBezTo>
                  <a:pt x="2962" y="94885"/>
                  <a:pt x="3087" y="95183"/>
                  <a:pt x="3236" y="95557"/>
                </a:cubicBezTo>
                <a:cubicBezTo>
                  <a:pt x="3311" y="95681"/>
                  <a:pt x="3360" y="95831"/>
                  <a:pt x="3460" y="96005"/>
                </a:cubicBezTo>
                <a:cubicBezTo>
                  <a:pt x="3560" y="96229"/>
                  <a:pt x="3684" y="96478"/>
                  <a:pt x="3809" y="96752"/>
                </a:cubicBezTo>
                <a:cubicBezTo>
                  <a:pt x="4232" y="97623"/>
                  <a:pt x="4804" y="98693"/>
                  <a:pt x="5501" y="99863"/>
                </a:cubicBezTo>
                <a:cubicBezTo>
                  <a:pt x="5725" y="100211"/>
                  <a:pt x="5874" y="100485"/>
                  <a:pt x="5999" y="100684"/>
                </a:cubicBezTo>
                <a:cubicBezTo>
                  <a:pt x="6248" y="101083"/>
                  <a:pt x="6547" y="101456"/>
                  <a:pt x="6795" y="101804"/>
                </a:cubicBezTo>
                <a:cubicBezTo>
                  <a:pt x="6970" y="102078"/>
                  <a:pt x="7194" y="102327"/>
                  <a:pt x="7368" y="102626"/>
                </a:cubicBezTo>
                <a:cubicBezTo>
                  <a:pt x="7418" y="102676"/>
                  <a:pt x="7467" y="102750"/>
                  <a:pt x="7492" y="102775"/>
                </a:cubicBezTo>
                <a:cubicBezTo>
                  <a:pt x="7841" y="103198"/>
                  <a:pt x="8189" y="103621"/>
                  <a:pt x="8463" y="103995"/>
                </a:cubicBezTo>
                <a:cubicBezTo>
                  <a:pt x="8612" y="104169"/>
                  <a:pt x="8812" y="104393"/>
                  <a:pt x="8961" y="104567"/>
                </a:cubicBezTo>
                <a:cubicBezTo>
                  <a:pt x="9085" y="104742"/>
                  <a:pt x="9235" y="104891"/>
                  <a:pt x="9334" y="105015"/>
                </a:cubicBezTo>
                <a:cubicBezTo>
                  <a:pt x="9683" y="105389"/>
                  <a:pt x="9932" y="105662"/>
                  <a:pt x="10056" y="105762"/>
                </a:cubicBezTo>
                <a:cubicBezTo>
                  <a:pt x="10106" y="105812"/>
                  <a:pt x="10181" y="105911"/>
                  <a:pt x="10280" y="105961"/>
                </a:cubicBezTo>
                <a:lnTo>
                  <a:pt x="10405" y="106086"/>
                </a:lnTo>
                <a:cubicBezTo>
                  <a:pt x="10554" y="106260"/>
                  <a:pt x="10728" y="106409"/>
                  <a:pt x="10902" y="106559"/>
                </a:cubicBezTo>
                <a:cubicBezTo>
                  <a:pt x="11226" y="106907"/>
                  <a:pt x="11599" y="107256"/>
                  <a:pt x="11973" y="107579"/>
                </a:cubicBezTo>
                <a:cubicBezTo>
                  <a:pt x="12296" y="107878"/>
                  <a:pt x="12645" y="108152"/>
                  <a:pt x="12944" y="108425"/>
                </a:cubicBezTo>
                <a:cubicBezTo>
                  <a:pt x="13018" y="108450"/>
                  <a:pt x="13043" y="108525"/>
                  <a:pt x="13093" y="108550"/>
                </a:cubicBezTo>
                <a:cubicBezTo>
                  <a:pt x="13815" y="109147"/>
                  <a:pt x="14661" y="109770"/>
                  <a:pt x="15657" y="110417"/>
                </a:cubicBezTo>
                <a:cubicBezTo>
                  <a:pt x="15756" y="110491"/>
                  <a:pt x="15806" y="110541"/>
                  <a:pt x="15906" y="110616"/>
                </a:cubicBezTo>
                <a:cubicBezTo>
                  <a:pt x="16055" y="110690"/>
                  <a:pt x="16204" y="110790"/>
                  <a:pt x="16379" y="110914"/>
                </a:cubicBezTo>
                <a:cubicBezTo>
                  <a:pt x="16428" y="110939"/>
                  <a:pt x="16453" y="110989"/>
                  <a:pt x="16503" y="111014"/>
                </a:cubicBezTo>
                <a:cubicBezTo>
                  <a:pt x="16528" y="111039"/>
                  <a:pt x="16553" y="111039"/>
                  <a:pt x="16578" y="111064"/>
                </a:cubicBezTo>
                <a:cubicBezTo>
                  <a:pt x="16901" y="111288"/>
                  <a:pt x="17250" y="111487"/>
                  <a:pt x="17548" y="111661"/>
                </a:cubicBezTo>
                <a:cubicBezTo>
                  <a:pt x="17573" y="111686"/>
                  <a:pt x="17623" y="111686"/>
                  <a:pt x="17648" y="111736"/>
                </a:cubicBezTo>
                <a:cubicBezTo>
                  <a:pt x="19789" y="112980"/>
                  <a:pt x="21481" y="113652"/>
                  <a:pt x="21855" y="113777"/>
                </a:cubicBezTo>
                <a:cubicBezTo>
                  <a:pt x="22029" y="113852"/>
                  <a:pt x="22178" y="113926"/>
                  <a:pt x="22402" y="114001"/>
                </a:cubicBezTo>
                <a:lnTo>
                  <a:pt x="22427" y="114026"/>
                </a:lnTo>
                <a:cubicBezTo>
                  <a:pt x="22651" y="114125"/>
                  <a:pt x="22875" y="114175"/>
                  <a:pt x="23049" y="114275"/>
                </a:cubicBezTo>
                <a:cubicBezTo>
                  <a:pt x="23174" y="114349"/>
                  <a:pt x="23298" y="114374"/>
                  <a:pt x="23423" y="114399"/>
                </a:cubicBezTo>
                <a:lnTo>
                  <a:pt x="24169" y="114673"/>
                </a:lnTo>
                <a:cubicBezTo>
                  <a:pt x="25787" y="115246"/>
                  <a:pt x="27455" y="115644"/>
                  <a:pt x="28650" y="115893"/>
                </a:cubicBezTo>
                <a:cubicBezTo>
                  <a:pt x="28849" y="115918"/>
                  <a:pt x="29023" y="115967"/>
                  <a:pt x="29197" y="116017"/>
                </a:cubicBezTo>
                <a:cubicBezTo>
                  <a:pt x="29695" y="116117"/>
                  <a:pt x="30069" y="116166"/>
                  <a:pt x="30243" y="116216"/>
                </a:cubicBezTo>
                <a:lnTo>
                  <a:pt x="30342" y="116216"/>
                </a:lnTo>
                <a:cubicBezTo>
                  <a:pt x="30517" y="116241"/>
                  <a:pt x="30691" y="116266"/>
                  <a:pt x="30865" y="116266"/>
                </a:cubicBezTo>
                <a:lnTo>
                  <a:pt x="30990" y="116266"/>
                </a:lnTo>
                <a:cubicBezTo>
                  <a:pt x="31711" y="116366"/>
                  <a:pt x="32483" y="116490"/>
                  <a:pt x="33130" y="116540"/>
                </a:cubicBezTo>
                <a:lnTo>
                  <a:pt x="33205" y="116540"/>
                </a:lnTo>
                <a:cubicBezTo>
                  <a:pt x="33255" y="116540"/>
                  <a:pt x="33354" y="116540"/>
                  <a:pt x="33429" y="116590"/>
                </a:cubicBezTo>
                <a:cubicBezTo>
                  <a:pt x="34176" y="116639"/>
                  <a:pt x="34997" y="116714"/>
                  <a:pt x="35918" y="116739"/>
                </a:cubicBezTo>
                <a:cubicBezTo>
                  <a:pt x="36441" y="116764"/>
                  <a:pt x="36963" y="116764"/>
                  <a:pt x="37461" y="116764"/>
                </a:cubicBezTo>
                <a:lnTo>
                  <a:pt x="38357" y="116764"/>
                </a:lnTo>
                <a:cubicBezTo>
                  <a:pt x="38706" y="116764"/>
                  <a:pt x="39079" y="116764"/>
                  <a:pt x="39477" y="116739"/>
                </a:cubicBezTo>
                <a:cubicBezTo>
                  <a:pt x="41270" y="116664"/>
                  <a:pt x="43136" y="116490"/>
                  <a:pt x="44779" y="116266"/>
                </a:cubicBezTo>
                <a:cubicBezTo>
                  <a:pt x="45252" y="116216"/>
                  <a:pt x="45750" y="116142"/>
                  <a:pt x="46273" y="116042"/>
                </a:cubicBezTo>
                <a:cubicBezTo>
                  <a:pt x="47019" y="115918"/>
                  <a:pt x="47741" y="115793"/>
                  <a:pt x="48289" y="115669"/>
                </a:cubicBezTo>
                <a:cubicBezTo>
                  <a:pt x="48538" y="115619"/>
                  <a:pt x="48762" y="115594"/>
                  <a:pt x="48986" y="115519"/>
                </a:cubicBezTo>
                <a:cubicBezTo>
                  <a:pt x="49036" y="115519"/>
                  <a:pt x="49135" y="115494"/>
                  <a:pt x="49185" y="115494"/>
                </a:cubicBezTo>
                <a:lnTo>
                  <a:pt x="49484" y="115420"/>
                </a:lnTo>
                <a:cubicBezTo>
                  <a:pt x="50305" y="115246"/>
                  <a:pt x="51351" y="114997"/>
                  <a:pt x="52371" y="114723"/>
                </a:cubicBezTo>
                <a:lnTo>
                  <a:pt x="52421" y="114723"/>
                </a:lnTo>
                <a:cubicBezTo>
                  <a:pt x="54462" y="114150"/>
                  <a:pt x="55831" y="113727"/>
                  <a:pt x="56528" y="113428"/>
                </a:cubicBezTo>
                <a:cubicBezTo>
                  <a:pt x="56876" y="113304"/>
                  <a:pt x="57200" y="113229"/>
                  <a:pt x="57374" y="113130"/>
                </a:cubicBezTo>
                <a:cubicBezTo>
                  <a:pt x="57698" y="113005"/>
                  <a:pt x="57996" y="112881"/>
                  <a:pt x="58345" y="112756"/>
                </a:cubicBezTo>
                <a:lnTo>
                  <a:pt x="58519" y="112682"/>
                </a:lnTo>
                <a:cubicBezTo>
                  <a:pt x="59316" y="112408"/>
                  <a:pt x="60212" y="112059"/>
                  <a:pt x="60983" y="111736"/>
                </a:cubicBezTo>
                <a:cubicBezTo>
                  <a:pt x="63224" y="110815"/>
                  <a:pt x="64717" y="110068"/>
                  <a:pt x="68550" y="108077"/>
                </a:cubicBezTo>
                <a:cubicBezTo>
                  <a:pt x="68824" y="107928"/>
                  <a:pt x="69197" y="107753"/>
                  <a:pt x="69571" y="107529"/>
                </a:cubicBezTo>
                <a:cubicBezTo>
                  <a:pt x="70069" y="107256"/>
                  <a:pt x="70641" y="106932"/>
                  <a:pt x="71214" y="106559"/>
                </a:cubicBezTo>
                <a:cubicBezTo>
                  <a:pt x="73006" y="105513"/>
                  <a:pt x="75022" y="104219"/>
                  <a:pt x="76491" y="103223"/>
                </a:cubicBezTo>
                <a:cubicBezTo>
                  <a:pt x="76565" y="103173"/>
                  <a:pt x="76690" y="103074"/>
                  <a:pt x="76789" y="103024"/>
                </a:cubicBezTo>
                <a:cubicBezTo>
                  <a:pt x="77188" y="102725"/>
                  <a:pt x="77561" y="102476"/>
                  <a:pt x="77934" y="102228"/>
                </a:cubicBezTo>
                <a:lnTo>
                  <a:pt x="78482" y="101854"/>
                </a:lnTo>
                <a:cubicBezTo>
                  <a:pt x="79677" y="101033"/>
                  <a:pt x="80896" y="100087"/>
                  <a:pt x="82041" y="99191"/>
                </a:cubicBezTo>
                <a:cubicBezTo>
                  <a:pt x="82091" y="99166"/>
                  <a:pt x="82141" y="99116"/>
                  <a:pt x="82216" y="99091"/>
                </a:cubicBezTo>
                <a:cubicBezTo>
                  <a:pt x="83336" y="98245"/>
                  <a:pt x="84754" y="97050"/>
                  <a:pt x="85725" y="96229"/>
                </a:cubicBezTo>
                <a:cubicBezTo>
                  <a:pt x="85750" y="96229"/>
                  <a:pt x="85750" y="96204"/>
                  <a:pt x="85775" y="96204"/>
                </a:cubicBezTo>
                <a:lnTo>
                  <a:pt x="85825" y="96179"/>
                </a:lnTo>
                <a:cubicBezTo>
                  <a:pt x="86347" y="95731"/>
                  <a:pt x="87020" y="95134"/>
                  <a:pt x="87741" y="94486"/>
                </a:cubicBezTo>
                <a:lnTo>
                  <a:pt x="87766" y="94462"/>
                </a:lnTo>
                <a:cubicBezTo>
                  <a:pt x="87866" y="94362"/>
                  <a:pt x="87965" y="94262"/>
                  <a:pt x="88090" y="94188"/>
                </a:cubicBezTo>
                <a:cubicBezTo>
                  <a:pt x="88712" y="93615"/>
                  <a:pt x="89309" y="93068"/>
                  <a:pt x="89882" y="92520"/>
                </a:cubicBezTo>
                <a:cubicBezTo>
                  <a:pt x="90006" y="92396"/>
                  <a:pt x="90131" y="92321"/>
                  <a:pt x="90255" y="92196"/>
                </a:cubicBezTo>
                <a:cubicBezTo>
                  <a:pt x="91201" y="91276"/>
                  <a:pt x="92048" y="90479"/>
                  <a:pt x="92545" y="89981"/>
                </a:cubicBezTo>
                <a:cubicBezTo>
                  <a:pt x="92744" y="89732"/>
                  <a:pt x="92993" y="89483"/>
                  <a:pt x="93242" y="89234"/>
                </a:cubicBezTo>
                <a:lnTo>
                  <a:pt x="93466" y="89010"/>
                </a:lnTo>
                <a:cubicBezTo>
                  <a:pt x="94213" y="88239"/>
                  <a:pt x="94985" y="87467"/>
                  <a:pt x="95607" y="86770"/>
                </a:cubicBezTo>
                <a:cubicBezTo>
                  <a:pt x="96080" y="86248"/>
                  <a:pt x="96478" y="85775"/>
                  <a:pt x="96851" y="85376"/>
                </a:cubicBezTo>
                <a:cubicBezTo>
                  <a:pt x="97175" y="85028"/>
                  <a:pt x="97424" y="84754"/>
                  <a:pt x="97673" y="84480"/>
                </a:cubicBezTo>
                <a:cubicBezTo>
                  <a:pt x="97797" y="84306"/>
                  <a:pt x="97922" y="84182"/>
                  <a:pt x="98021" y="84057"/>
                </a:cubicBezTo>
                <a:cubicBezTo>
                  <a:pt x="98196" y="83858"/>
                  <a:pt x="98395" y="83659"/>
                  <a:pt x="98544" y="83485"/>
                </a:cubicBezTo>
                <a:cubicBezTo>
                  <a:pt x="98818" y="83161"/>
                  <a:pt x="99092" y="82813"/>
                  <a:pt x="99390" y="82489"/>
                </a:cubicBezTo>
                <a:cubicBezTo>
                  <a:pt x="100013" y="81742"/>
                  <a:pt x="100436" y="81170"/>
                  <a:pt x="101207" y="80174"/>
                </a:cubicBezTo>
                <a:cubicBezTo>
                  <a:pt x="101257" y="80149"/>
                  <a:pt x="101282" y="80075"/>
                  <a:pt x="101307" y="80050"/>
                </a:cubicBezTo>
                <a:lnTo>
                  <a:pt x="101332" y="80025"/>
                </a:lnTo>
                <a:cubicBezTo>
                  <a:pt x="102203" y="78905"/>
                  <a:pt x="103199" y="77585"/>
                  <a:pt x="103896" y="76590"/>
                </a:cubicBezTo>
                <a:cubicBezTo>
                  <a:pt x="103945" y="76515"/>
                  <a:pt x="104045" y="76391"/>
                  <a:pt x="104120" y="76291"/>
                </a:cubicBezTo>
                <a:cubicBezTo>
                  <a:pt x="105663" y="74076"/>
                  <a:pt x="107107" y="71836"/>
                  <a:pt x="108401" y="69595"/>
                </a:cubicBezTo>
                <a:cubicBezTo>
                  <a:pt x="108401" y="69571"/>
                  <a:pt x="108426" y="69546"/>
                  <a:pt x="108476" y="69546"/>
                </a:cubicBezTo>
                <a:cubicBezTo>
                  <a:pt x="108525" y="69421"/>
                  <a:pt x="108675" y="69197"/>
                  <a:pt x="108849" y="68923"/>
                </a:cubicBezTo>
                <a:cubicBezTo>
                  <a:pt x="108899" y="68799"/>
                  <a:pt x="108998" y="68625"/>
                  <a:pt x="109098" y="68475"/>
                </a:cubicBezTo>
                <a:cubicBezTo>
                  <a:pt x="109347" y="68077"/>
                  <a:pt x="109621" y="67554"/>
                  <a:pt x="109919" y="66982"/>
                </a:cubicBezTo>
                <a:cubicBezTo>
                  <a:pt x="110118" y="66609"/>
                  <a:pt x="110342" y="66235"/>
                  <a:pt x="110542" y="65837"/>
                </a:cubicBezTo>
                <a:cubicBezTo>
                  <a:pt x="110766" y="65439"/>
                  <a:pt x="110990" y="65016"/>
                  <a:pt x="111164" y="64592"/>
                </a:cubicBezTo>
                <a:cubicBezTo>
                  <a:pt x="111288" y="64368"/>
                  <a:pt x="111388" y="64119"/>
                  <a:pt x="111512" y="63871"/>
                </a:cubicBezTo>
                <a:cubicBezTo>
                  <a:pt x="111836" y="63223"/>
                  <a:pt x="112135" y="62526"/>
                  <a:pt x="112458" y="61879"/>
                </a:cubicBezTo>
                <a:lnTo>
                  <a:pt x="112458" y="61854"/>
                </a:lnTo>
                <a:cubicBezTo>
                  <a:pt x="112458" y="61829"/>
                  <a:pt x="112483" y="61829"/>
                  <a:pt x="112483" y="61780"/>
                </a:cubicBezTo>
                <a:cubicBezTo>
                  <a:pt x="112632" y="61481"/>
                  <a:pt x="112757" y="61157"/>
                  <a:pt x="112881" y="60859"/>
                </a:cubicBezTo>
                <a:cubicBezTo>
                  <a:pt x="113504" y="59415"/>
                  <a:pt x="114076" y="58046"/>
                  <a:pt x="114524" y="56752"/>
                </a:cubicBezTo>
                <a:cubicBezTo>
                  <a:pt x="114574" y="56627"/>
                  <a:pt x="114599" y="56528"/>
                  <a:pt x="114649" y="56428"/>
                </a:cubicBezTo>
                <a:lnTo>
                  <a:pt x="115221" y="54860"/>
                </a:lnTo>
                <a:cubicBezTo>
                  <a:pt x="115246" y="54785"/>
                  <a:pt x="115271" y="54686"/>
                  <a:pt x="115271" y="54636"/>
                </a:cubicBezTo>
                <a:cubicBezTo>
                  <a:pt x="115470" y="54138"/>
                  <a:pt x="115619" y="53541"/>
                  <a:pt x="115819" y="52993"/>
                </a:cubicBezTo>
                <a:cubicBezTo>
                  <a:pt x="116117" y="51948"/>
                  <a:pt x="116391" y="50952"/>
                  <a:pt x="116615" y="50056"/>
                </a:cubicBezTo>
                <a:cubicBezTo>
                  <a:pt x="116839" y="49185"/>
                  <a:pt x="117063" y="48189"/>
                  <a:pt x="117212" y="47393"/>
                </a:cubicBezTo>
                <a:lnTo>
                  <a:pt x="117312" y="46920"/>
                </a:lnTo>
                <a:lnTo>
                  <a:pt x="117312" y="46895"/>
                </a:lnTo>
                <a:cubicBezTo>
                  <a:pt x="117586" y="45401"/>
                  <a:pt x="117735" y="44207"/>
                  <a:pt x="117835" y="43360"/>
                </a:cubicBezTo>
                <a:cubicBezTo>
                  <a:pt x="117860" y="43037"/>
                  <a:pt x="117934" y="42663"/>
                  <a:pt x="117959" y="42315"/>
                </a:cubicBezTo>
                <a:cubicBezTo>
                  <a:pt x="117959" y="42215"/>
                  <a:pt x="117984" y="42116"/>
                  <a:pt x="117984" y="42066"/>
                </a:cubicBezTo>
                <a:cubicBezTo>
                  <a:pt x="118084" y="41120"/>
                  <a:pt x="118183" y="39950"/>
                  <a:pt x="118183" y="38980"/>
                </a:cubicBezTo>
                <a:lnTo>
                  <a:pt x="118183" y="38731"/>
                </a:lnTo>
                <a:cubicBezTo>
                  <a:pt x="118308" y="37113"/>
                  <a:pt x="118283" y="36167"/>
                  <a:pt x="118283" y="36117"/>
                </a:cubicBezTo>
                <a:cubicBezTo>
                  <a:pt x="118233" y="35818"/>
                  <a:pt x="118233" y="35445"/>
                  <a:pt x="118208" y="35072"/>
                </a:cubicBezTo>
                <a:cubicBezTo>
                  <a:pt x="118183" y="34474"/>
                  <a:pt x="118158" y="33927"/>
                  <a:pt x="118109" y="33429"/>
                </a:cubicBezTo>
                <a:cubicBezTo>
                  <a:pt x="118084" y="33105"/>
                  <a:pt x="117984" y="31836"/>
                  <a:pt x="117660" y="29994"/>
                </a:cubicBezTo>
                <a:cubicBezTo>
                  <a:pt x="117586" y="29571"/>
                  <a:pt x="117486" y="29098"/>
                  <a:pt x="117362" y="28600"/>
                </a:cubicBezTo>
                <a:cubicBezTo>
                  <a:pt x="117287" y="28127"/>
                  <a:pt x="117163" y="27654"/>
                  <a:pt x="117038" y="27156"/>
                </a:cubicBezTo>
                <a:lnTo>
                  <a:pt x="116964" y="26957"/>
                </a:lnTo>
                <a:cubicBezTo>
                  <a:pt x="116715" y="26111"/>
                  <a:pt x="116441" y="25115"/>
                  <a:pt x="116043" y="23921"/>
                </a:cubicBezTo>
                <a:cubicBezTo>
                  <a:pt x="115918" y="23597"/>
                  <a:pt x="115819" y="23273"/>
                  <a:pt x="115694" y="23000"/>
                </a:cubicBezTo>
                <a:cubicBezTo>
                  <a:pt x="115445" y="22352"/>
                  <a:pt x="114798" y="20660"/>
                  <a:pt x="114126" y="19440"/>
                </a:cubicBezTo>
                <a:cubicBezTo>
                  <a:pt x="112732" y="16677"/>
                  <a:pt x="111214" y="14661"/>
                  <a:pt x="111189" y="14661"/>
                </a:cubicBezTo>
                <a:cubicBezTo>
                  <a:pt x="110318" y="13441"/>
                  <a:pt x="109073" y="12048"/>
                  <a:pt x="108227" y="11127"/>
                </a:cubicBezTo>
                <a:cubicBezTo>
                  <a:pt x="108127" y="11052"/>
                  <a:pt x="108077" y="10952"/>
                  <a:pt x="107978" y="10853"/>
                </a:cubicBezTo>
                <a:cubicBezTo>
                  <a:pt x="107953" y="10828"/>
                  <a:pt x="107878" y="10803"/>
                  <a:pt x="107853" y="10728"/>
                </a:cubicBezTo>
                <a:cubicBezTo>
                  <a:pt x="107480" y="10330"/>
                  <a:pt x="107007" y="9932"/>
                  <a:pt x="106609" y="9558"/>
                </a:cubicBezTo>
                <a:cubicBezTo>
                  <a:pt x="106410" y="9409"/>
                  <a:pt x="106260" y="9235"/>
                  <a:pt x="106111" y="9110"/>
                </a:cubicBezTo>
                <a:cubicBezTo>
                  <a:pt x="105763" y="8812"/>
                  <a:pt x="105414" y="8563"/>
                  <a:pt x="105115" y="8289"/>
                </a:cubicBezTo>
                <a:cubicBezTo>
                  <a:pt x="105016" y="8214"/>
                  <a:pt x="104916" y="8115"/>
                  <a:pt x="104842" y="8065"/>
                </a:cubicBezTo>
                <a:cubicBezTo>
                  <a:pt x="104269" y="7617"/>
                  <a:pt x="103746" y="7219"/>
                  <a:pt x="103249" y="6870"/>
                </a:cubicBezTo>
                <a:cubicBezTo>
                  <a:pt x="103000" y="6696"/>
                  <a:pt x="102751" y="6522"/>
                  <a:pt x="102502" y="6347"/>
                </a:cubicBezTo>
                <a:cubicBezTo>
                  <a:pt x="102477" y="6347"/>
                  <a:pt x="102477" y="6323"/>
                  <a:pt x="102427" y="6323"/>
                </a:cubicBezTo>
                <a:cubicBezTo>
                  <a:pt x="101481" y="5700"/>
                  <a:pt x="100635" y="5178"/>
                  <a:pt x="99938" y="4779"/>
                </a:cubicBezTo>
                <a:cubicBezTo>
                  <a:pt x="99764" y="4705"/>
                  <a:pt x="99614" y="4605"/>
                  <a:pt x="99415" y="4506"/>
                </a:cubicBezTo>
                <a:cubicBezTo>
                  <a:pt x="99291" y="4456"/>
                  <a:pt x="99191" y="4381"/>
                  <a:pt x="99067" y="4331"/>
                </a:cubicBezTo>
                <a:cubicBezTo>
                  <a:pt x="98818" y="4207"/>
                  <a:pt x="98569" y="4082"/>
                  <a:pt x="98295" y="3958"/>
                </a:cubicBezTo>
                <a:cubicBezTo>
                  <a:pt x="98171" y="3883"/>
                  <a:pt x="98046" y="3833"/>
                  <a:pt x="97897" y="3759"/>
                </a:cubicBezTo>
                <a:cubicBezTo>
                  <a:pt x="97648" y="3634"/>
                  <a:pt x="97399" y="3535"/>
                  <a:pt x="97150" y="3410"/>
                </a:cubicBezTo>
                <a:cubicBezTo>
                  <a:pt x="97001" y="3361"/>
                  <a:pt x="96876" y="3286"/>
                  <a:pt x="96702" y="3236"/>
                </a:cubicBezTo>
                <a:cubicBezTo>
                  <a:pt x="96528" y="3137"/>
                  <a:pt x="96329" y="3087"/>
                  <a:pt x="96155" y="2987"/>
                </a:cubicBezTo>
                <a:cubicBezTo>
                  <a:pt x="95756" y="2838"/>
                  <a:pt x="95383" y="2664"/>
                  <a:pt x="95034" y="2539"/>
                </a:cubicBezTo>
                <a:cubicBezTo>
                  <a:pt x="95010" y="2539"/>
                  <a:pt x="95010" y="2514"/>
                  <a:pt x="94960" y="2514"/>
                </a:cubicBezTo>
                <a:cubicBezTo>
                  <a:pt x="94835" y="2464"/>
                  <a:pt x="94711" y="2415"/>
                  <a:pt x="94586" y="2365"/>
                </a:cubicBezTo>
                <a:cubicBezTo>
                  <a:pt x="94188" y="2216"/>
                  <a:pt x="93790" y="2091"/>
                  <a:pt x="93417" y="1967"/>
                </a:cubicBezTo>
                <a:cubicBezTo>
                  <a:pt x="92944" y="1792"/>
                  <a:pt x="92471" y="1668"/>
                  <a:pt x="92048" y="1519"/>
                </a:cubicBezTo>
                <a:cubicBezTo>
                  <a:pt x="92023" y="1519"/>
                  <a:pt x="91973" y="1494"/>
                  <a:pt x="91948" y="1494"/>
                </a:cubicBezTo>
                <a:cubicBezTo>
                  <a:pt x="91052" y="1220"/>
                  <a:pt x="89932" y="996"/>
                  <a:pt x="88861" y="772"/>
                </a:cubicBezTo>
                <a:cubicBezTo>
                  <a:pt x="88737" y="747"/>
                  <a:pt x="88662" y="747"/>
                  <a:pt x="88538" y="722"/>
                </a:cubicBezTo>
                <a:lnTo>
                  <a:pt x="88463" y="722"/>
                </a:lnTo>
                <a:cubicBezTo>
                  <a:pt x="88413" y="722"/>
                  <a:pt x="88364" y="672"/>
                  <a:pt x="88314" y="672"/>
                </a:cubicBezTo>
                <a:cubicBezTo>
                  <a:pt x="88189" y="647"/>
                  <a:pt x="88090" y="647"/>
                  <a:pt x="87965" y="623"/>
                </a:cubicBezTo>
                <a:cubicBezTo>
                  <a:pt x="87368" y="523"/>
                  <a:pt x="86696" y="423"/>
                  <a:pt x="85999" y="349"/>
                </a:cubicBezTo>
                <a:cubicBezTo>
                  <a:pt x="85850" y="299"/>
                  <a:pt x="85700" y="299"/>
                  <a:pt x="85576" y="274"/>
                </a:cubicBezTo>
                <a:lnTo>
                  <a:pt x="85551" y="274"/>
                </a:lnTo>
                <a:lnTo>
                  <a:pt x="84954" y="224"/>
                </a:lnTo>
                <a:cubicBezTo>
                  <a:pt x="83734" y="50"/>
                  <a:pt x="82141" y="0"/>
                  <a:pt x="80647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37" name="Google Shape;937;p50"/>
          <p:cNvGrpSpPr/>
          <p:nvPr/>
        </p:nvGrpSpPr>
        <p:grpSpPr>
          <a:xfrm>
            <a:off x="797300" y="3383975"/>
            <a:ext cx="1521900" cy="856800"/>
            <a:chOff x="6798325" y="160925"/>
            <a:chExt cx="1521900" cy="856800"/>
          </a:xfrm>
        </p:grpSpPr>
        <p:sp>
          <p:nvSpPr>
            <p:cNvPr id="938" name="Google Shape;938;p50"/>
            <p:cNvSpPr txBox="1"/>
            <p:nvPr/>
          </p:nvSpPr>
          <p:spPr>
            <a:xfrm>
              <a:off x="6798325" y="160925"/>
              <a:ext cx="1521900" cy="8568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lang="en">
                  <a:solidFill>
                    <a:schemeClr val="lt2"/>
                  </a:solidFill>
                  <a:latin typeface="Inter"/>
                  <a:ea typeface="Inter"/>
                  <a:cs typeface="Inter"/>
                  <a:sym typeface="Inter"/>
                </a:rPr>
                <a:t>START DATE:</a:t>
              </a:r>
              <a:endParaRPr b="1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endParaRPr>
            </a:p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lang="en">
                  <a:solidFill>
                    <a:schemeClr val="lt2"/>
                  </a:solidFill>
                  <a:latin typeface="Inter"/>
                  <a:ea typeface="Inter"/>
                  <a:cs typeface="Inter"/>
                  <a:sym typeface="Inter"/>
                </a:rPr>
                <a:t>TREND: </a:t>
              </a:r>
              <a:endParaRPr b="1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endParaRPr>
            </a:p>
          </p:txBody>
        </p:sp>
        <p:cxnSp>
          <p:nvCxnSpPr>
            <p:cNvPr id="939" name="Google Shape;939;p50"/>
            <p:cNvCxnSpPr/>
            <p:nvPr/>
          </p:nvCxnSpPr>
          <p:spPr>
            <a:xfrm flipH="1" rot="10800000">
              <a:off x="7660400" y="565475"/>
              <a:ext cx="259200" cy="5700"/>
            </a:xfrm>
            <a:prstGeom prst="straightConnector1">
              <a:avLst/>
            </a:prstGeom>
            <a:noFill/>
            <a:ln cap="flat" cmpd="sng" w="28575">
              <a:solidFill>
                <a:srgbClr val="0000FF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940" name="Google Shape;940;p50"/>
            <p:cNvSpPr/>
            <p:nvPr/>
          </p:nvSpPr>
          <p:spPr>
            <a:xfrm>
              <a:off x="8082679" y="300675"/>
              <a:ext cx="112800" cy="108600"/>
            </a:xfrm>
            <a:prstGeom prst="ellipse">
              <a:avLst/>
            </a:prstGeom>
            <a:solidFill>
              <a:srgbClr val="FF0000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</p:grpSp>
      <p:grpSp>
        <p:nvGrpSpPr>
          <p:cNvPr id="941" name="Google Shape;941;p50"/>
          <p:cNvGrpSpPr/>
          <p:nvPr/>
        </p:nvGrpSpPr>
        <p:grpSpPr>
          <a:xfrm>
            <a:off x="405935" y="1070940"/>
            <a:ext cx="4056248" cy="2008630"/>
            <a:chOff x="644950" y="1017725"/>
            <a:chExt cx="4139451" cy="2049832"/>
          </a:xfrm>
        </p:grpSpPr>
        <p:pic>
          <p:nvPicPr>
            <p:cNvPr id="942" name="Google Shape;942;p50"/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644950" y="1017725"/>
              <a:ext cx="4139451" cy="2049832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943" name="Google Shape;943;p50"/>
            <p:cNvSpPr/>
            <p:nvPr/>
          </p:nvSpPr>
          <p:spPr>
            <a:xfrm>
              <a:off x="1271979" y="2159875"/>
              <a:ext cx="112800" cy="108600"/>
            </a:xfrm>
            <a:prstGeom prst="ellipse">
              <a:avLst/>
            </a:prstGeom>
            <a:solidFill>
              <a:srgbClr val="FF0000"/>
            </a:solidFill>
            <a:ln cap="flat" cmpd="sng" w="93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89600" lIns="89600" spcFirstLastPara="1" rIns="89600" wrap="square" tIns="8960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372">
                <a:latin typeface="Inter"/>
                <a:ea typeface="Inter"/>
                <a:cs typeface="Inter"/>
                <a:sym typeface="Inter"/>
              </a:endParaRPr>
            </a:p>
          </p:txBody>
        </p:sp>
      </p:grpSp>
      <p:grpSp>
        <p:nvGrpSpPr>
          <p:cNvPr id="944" name="Google Shape;944;p50"/>
          <p:cNvGrpSpPr/>
          <p:nvPr/>
        </p:nvGrpSpPr>
        <p:grpSpPr>
          <a:xfrm>
            <a:off x="2598507" y="3059000"/>
            <a:ext cx="3946975" cy="1954508"/>
            <a:chOff x="2502275" y="3144663"/>
            <a:chExt cx="4139460" cy="2049825"/>
          </a:xfrm>
        </p:grpSpPr>
        <p:pic>
          <p:nvPicPr>
            <p:cNvPr id="945" name="Google Shape;945;p50"/>
            <p:cNvPicPr preferRelativeResize="0"/>
            <p:nvPr/>
          </p:nvPicPr>
          <p:blipFill>
            <a:blip r:embed="rId4">
              <a:alphaModFix/>
            </a:blip>
            <a:stretch>
              <a:fillRect/>
            </a:stretch>
          </p:blipFill>
          <p:spPr>
            <a:xfrm>
              <a:off x="2502275" y="3144663"/>
              <a:ext cx="4139460" cy="2049825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946" name="Google Shape;946;p50"/>
            <p:cNvSpPr/>
            <p:nvPr/>
          </p:nvSpPr>
          <p:spPr>
            <a:xfrm>
              <a:off x="3199829" y="4051425"/>
              <a:ext cx="112800" cy="108600"/>
            </a:xfrm>
            <a:prstGeom prst="ellipse">
              <a:avLst/>
            </a:prstGeom>
            <a:solidFill>
              <a:srgbClr val="FF0000"/>
            </a:solidFill>
            <a:ln cap="flat" cmpd="sng" w="907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87175" lIns="87175" spcFirstLastPara="1" rIns="87175" wrap="square" tIns="8717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335">
                <a:latin typeface="Inter"/>
                <a:ea typeface="Inter"/>
                <a:cs typeface="Inter"/>
                <a:sym typeface="Inter"/>
              </a:endParaRPr>
            </a:p>
          </p:txBody>
        </p:sp>
      </p:grpSp>
      <p:grpSp>
        <p:nvGrpSpPr>
          <p:cNvPr id="947" name="Google Shape;947;p50"/>
          <p:cNvGrpSpPr/>
          <p:nvPr/>
        </p:nvGrpSpPr>
        <p:grpSpPr>
          <a:xfrm>
            <a:off x="4730587" y="1050374"/>
            <a:ext cx="4007479" cy="2049749"/>
            <a:chOff x="5107450" y="1067800"/>
            <a:chExt cx="3700350" cy="1963925"/>
          </a:xfrm>
        </p:grpSpPr>
        <p:pic>
          <p:nvPicPr>
            <p:cNvPr id="948" name="Google Shape;948;p50"/>
            <p:cNvPicPr preferRelativeResize="0"/>
            <p:nvPr/>
          </p:nvPicPr>
          <p:blipFill>
            <a:blip r:embed="rId5">
              <a:alphaModFix/>
            </a:blip>
            <a:stretch>
              <a:fillRect/>
            </a:stretch>
          </p:blipFill>
          <p:spPr>
            <a:xfrm>
              <a:off x="5107450" y="1067800"/>
              <a:ext cx="3700350" cy="1963925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949" name="Google Shape;949;p50"/>
            <p:cNvSpPr/>
            <p:nvPr/>
          </p:nvSpPr>
          <p:spPr>
            <a:xfrm>
              <a:off x="5714804" y="1493250"/>
              <a:ext cx="112800" cy="108600"/>
            </a:xfrm>
            <a:prstGeom prst="ellipse">
              <a:avLst/>
            </a:prstGeom>
            <a:solidFill>
              <a:srgbClr val="FF0000"/>
            </a:solidFill>
            <a:ln cap="flat" cmpd="sng" w="99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5425" lIns="95425" spcFirstLastPara="1" rIns="95425" wrap="square" tIns="95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61">
                <a:latin typeface="Inter"/>
                <a:ea typeface="Inter"/>
                <a:cs typeface="Inter"/>
                <a:sym typeface="Inter"/>
              </a:endParaRPr>
            </a:p>
          </p:txBody>
        </p:sp>
      </p:grpSp>
      <p:sp>
        <p:nvSpPr>
          <p:cNvPr id="950" name="Google Shape;950;p50"/>
          <p:cNvSpPr txBox="1"/>
          <p:nvPr/>
        </p:nvSpPr>
        <p:spPr>
          <a:xfrm>
            <a:off x="1633511" y="913921"/>
            <a:ext cx="2175900" cy="2745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anchorCtr="0" anchor="t" bIns="90650" lIns="90650" spcFirstLastPara="1" rIns="90650" wrap="square" tIns="9065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893">
                <a:solidFill>
                  <a:schemeClr val="dk2"/>
                </a:solidFill>
                <a:latin typeface="Inter"/>
                <a:ea typeface="Inter"/>
                <a:cs typeface="Inter"/>
                <a:sym typeface="Inter"/>
              </a:rPr>
              <a:t>Oil </a:t>
            </a:r>
            <a:r>
              <a:rPr b="1" lang="en" sz="893">
                <a:solidFill>
                  <a:schemeClr val="dk2"/>
                </a:solidFill>
                <a:latin typeface="Inter"/>
                <a:ea typeface="Inter"/>
                <a:cs typeface="Inter"/>
                <a:sym typeface="Inter"/>
              </a:rPr>
              <a:t>Prices Over Time</a:t>
            </a:r>
            <a:endParaRPr b="1" sz="893">
              <a:solidFill>
                <a:schemeClr val="dk2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951" name="Google Shape;951;p50"/>
          <p:cNvSpPr txBox="1"/>
          <p:nvPr/>
        </p:nvSpPr>
        <p:spPr>
          <a:xfrm>
            <a:off x="5767361" y="913921"/>
            <a:ext cx="2175900" cy="2745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anchorCtr="0" anchor="t" bIns="90650" lIns="90650" spcFirstLastPara="1" rIns="90650" wrap="square" tIns="9065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893">
                <a:solidFill>
                  <a:schemeClr val="dk2"/>
                </a:solidFill>
                <a:latin typeface="Inter"/>
                <a:ea typeface="Inter"/>
                <a:cs typeface="Inter"/>
                <a:sym typeface="Inter"/>
              </a:rPr>
              <a:t>Defense </a:t>
            </a:r>
            <a:r>
              <a:rPr b="1" lang="en" sz="893">
                <a:solidFill>
                  <a:schemeClr val="dk2"/>
                </a:solidFill>
                <a:latin typeface="Inter"/>
                <a:ea typeface="Inter"/>
                <a:cs typeface="Inter"/>
                <a:sym typeface="Inter"/>
              </a:rPr>
              <a:t>Prices Over Time</a:t>
            </a:r>
            <a:endParaRPr b="1" sz="893">
              <a:solidFill>
                <a:schemeClr val="dk2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952" name="Google Shape;952;p50"/>
          <p:cNvSpPr txBox="1"/>
          <p:nvPr/>
        </p:nvSpPr>
        <p:spPr>
          <a:xfrm>
            <a:off x="3697025" y="2908874"/>
            <a:ext cx="2175900" cy="2745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anchorCtr="0" anchor="t" bIns="90650" lIns="90650" spcFirstLastPara="1" rIns="90650" wrap="square" tIns="9065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893">
                <a:solidFill>
                  <a:schemeClr val="dk2"/>
                </a:solidFill>
                <a:latin typeface="Inter"/>
                <a:ea typeface="Inter"/>
                <a:cs typeface="Inter"/>
                <a:sym typeface="Inter"/>
              </a:rPr>
              <a:t>Gold Prices Over Time</a:t>
            </a:r>
            <a:endParaRPr b="1" sz="893">
              <a:solidFill>
                <a:schemeClr val="dk2"/>
              </a:solidFill>
              <a:latin typeface="Inter"/>
              <a:ea typeface="Inter"/>
              <a:cs typeface="Inter"/>
              <a:sym typeface="Inter"/>
            </a:endParaRP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56" name="Shape 9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7" name="Google Shape;957;p51"/>
          <p:cNvSpPr txBox="1"/>
          <p:nvPr>
            <p:ph type="title"/>
          </p:nvPr>
        </p:nvSpPr>
        <p:spPr>
          <a:xfrm>
            <a:off x="712500" y="242613"/>
            <a:ext cx="7204200" cy="531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Case 3: 12 day war</a:t>
            </a:r>
            <a:endParaRPr/>
          </a:p>
        </p:txBody>
      </p:sp>
      <p:pic>
        <p:nvPicPr>
          <p:cNvPr id="958" name="Google Shape;958;p51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712500" y="1064100"/>
            <a:ext cx="3772724" cy="1868250"/>
          </a:xfrm>
          <a:prstGeom prst="rect">
            <a:avLst/>
          </a:prstGeom>
          <a:noFill/>
          <a:ln>
            <a:noFill/>
          </a:ln>
        </p:spPr>
      </p:pic>
      <p:pic>
        <p:nvPicPr>
          <p:cNvPr id="959" name="Google Shape;959;p51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4636425" y="1081753"/>
            <a:ext cx="3629050" cy="1797073"/>
          </a:xfrm>
          <a:prstGeom prst="rect">
            <a:avLst/>
          </a:prstGeom>
          <a:noFill/>
          <a:ln>
            <a:noFill/>
          </a:ln>
        </p:spPr>
      </p:pic>
      <p:pic>
        <p:nvPicPr>
          <p:cNvPr id="960" name="Google Shape;960;p51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2737475" y="3018875"/>
            <a:ext cx="3831401" cy="1897275"/>
          </a:xfrm>
          <a:prstGeom prst="rect">
            <a:avLst/>
          </a:prstGeom>
          <a:noFill/>
          <a:ln>
            <a:noFill/>
          </a:ln>
        </p:spPr>
      </p:pic>
      <p:sp>
        <p:nvSpPr>
          <p:cNvPr id="961" name="Google Shape;961;p51"/>
          <p:cNvSpPr/>
          <p:nvPr/>
        </p:nvSpPr>
        <p:spPr>
          <a:xfrm>
            <a:off x="1423379" y="1434475"/>
            <a:ext cx="112800" cy="108600"/>
          </a:xfrm>
          <a:prstGeom prst="ellipse">
            <a:avLst/>
          </a:prstGeom>
          <a:solidFill>
            <a:srgbClr val="FF0000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962" name="Google Shape;962;p51"/>
          <p:cNvSpPr/>
          <p:nvPr/>
        </p:nvSpPr>
        <p:spPr>
          <a:xfrm>
            <a:off x="5354254" y="1517475"/>
            <a:ext cx="112800" cy="108600"/>
          </a:xfrm>
          <a:prstGeom prst="ellipse">
            <a:avLst/>
          </a:prstGeom>
          <a:solidFill>
            <a:srgbClr val="FF0000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963" name="Google Shape;963;p51"/>
          <p:cNvSpPr/>
          <p:nvPr/>
        </p:nvSpPr>
        <p:spPr>
          <a:xfrm>
            <a:off x="3544904" y="3162775"/>
            <a:ext cx="112800" cy="108600"/>
          </a:xfrm>
          <a:prstGeom prst="ellipse">
            <a:avLst/>
          </a:prstGeom>
          <a:solidFill>
            <a:srgbClr val="FF0000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Inter"/>
              <a:ea typeface="Inter"/>
              <a:cs typeface="Inter"/>
              <a:sym typeface="Inter"/>
            </a:endParaRPr>
          </a:p>
        </p:txBody>
      </p:sp>
      <p:grpSp>
        <p:nvGrpSpPr>
          <p:cNvPr id="964" name="Google Shape;964;p51"/>
          <p:cNvGrpSpPr/>
          <p:nvPr/>
        </p:nvGrpSpPr>
        <p:grpSpPr>
          <a:xfrm>
            <a:off x="797300" y="3383975"/>
            <a:ext cx="1521900" cy="856800"/>
            <a:chOff x="6798325" y="160925"/>
            <a:chExt cx="1521900" cy="856800"/>
          </a:xfrm>
        </p:grpSpPr>
        <p:sp>
          <p:nvSpPr>
            <p:cNvPr id="965" name="Google Shape;965;p51"/>
            <p:cNvSpPr txBox="1"/>
            <p:nvPr/>
          </p:nvSpPr>
          <p:spPr>
            <a:xfrm>
              <a:off x="6798325" y="160925"/>
              <a:ext cx="1521900" cy="8568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lang="en">
                  <a:solidFill>
                    <a:schemeClr val="lt2"/>
                  </a:solidFill>
                  <a:latin typeface="Inter"/>
                  <a:ea typeface="Inter"/>
                  <a:cs typeface="Inter"/>
                  <a:sym typeface="Inter"/>
                </a:rPr>
                <a:t>START DATE:</a:t>
              </a:r>
              <a:endParaRPr b="1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endParaRPr>
            </a:p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lang="en">
                  <a:solidFill>
                    <a:schemeClr val="lt2"/>
                  </a:solidFill>
                  <a:latin typeface="Inter"/>
                  <a:ea typeface="Inter"/>
                  <a:cs typeface="Inter"/>
                  <a:sym typeface="Inter"/>
                </a:rPr>
                <a:t>TREND: </a:t>
              </a:r>
              <a:endParaRPr b="1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endParaRPr>
            </a:p>
          </p:txBody>
        </p:sp>
        <p:cxnSp>
          <p:nvCxnSpPr>
            <p:cNvPr id="966" name="Google Shape;966;p51"/>
            <p:cNvCxnSpPr/>
            <p:nvPr/>
          </p:nvCxnSpPr>
          <p:spPr>
            <a:xfrm flipH="1" rot="10800000">
              <a:off x="7660400" y="565475"/>
              <a:ext cx="259200" cy="5700"/>
            </a:xfrm>
            <a:prstGeom prst="straightConnector1">
              <a:avLst/>
            </a:prstGeom>
            <a:noFill/>
            <a:ln cap="flat" cmpd="sng" w="28575">
              <a:solidFill>
                <a:srgbClr val="0000FF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967" name="Google Shape;967;p51"/>
            <p:cNvSpPr/>
            <p:nvPr/>
          </p:nvSpPr>
          <p:spPr>
            <a:xfrm>
              <a:off x="8082679" y="300675"/>
              <a:ext cx="112800" cy="108600"/>
            </a:xfrm>
            <a:prstGeom prst="ellipse">
              <a:avLst/>
            </a:prstGeom>
            <a:solidFill>
              <a:srgbClr val="FF0000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</p:grpSp>
      <p:sp>
        <p:nvSpPr>
          <p:cNvPr id="968" name="Google Shape;968;p51"/>
          <p:cNvSpPr txBox="1"/>
          <p:nvPr/>
        </p:nvSpPr>
        <p:spPr>
          <a:xfrm>
            <a:off x="1757586" y="908296"/>
            <a:ext cx="2175900" cy="2745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anchorCtr="0" anchor="t" bIns="90650" lIns="90650" spcFirstLastPara="1" rIns="90650" wrap="square" tIns="9065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893">
                <a:solidFill>
                  <a:schemeClr val="dk2"/>
                </a:solidFill>
                <a:latin typeface="Inter"/>
                <a:ea typeface="Inter"/>
                <a:cs typeface="Inter"/>
                <a:sym typeface="Inter"/>
              </a:rPr>
              <a:t>Oil </a:t>
            </a:r>
            <a:r>
              <a:rPr b="1" lang="en" sz="893">
                <a:solidFill>
                  <a:schemeClr val="dk2"/>
                </a:solidFill>
                <a:latin typeface="Inter"/>
                <a:ea typeface="Inter"/>
                <a:cs typeface="Inter"/>
                <a:sym typeface="Inter"/>
              </a:rPr>
              <a:t>Prices Over Time</a:t>
            </a:r>
            <a:endParaRPr b="1" sz="893">
              <a:solidFill>
                <a:schemeClr val="dk2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969" name="Google Shape;969;p51"/>
          <p:cNvSpPr txBox="1"/>
          <p:nvPr/>
        </p:nvSpPr>
        <p:spPr>
          <a:xfrm>
            <a:off x="5541761" y="908296"/>
            <a:ext cx="2175900" cy="2745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anchorCtr="0" anchor="t" bIns="90650" lIns="90650" spcFirstLastPara="1" rIns="90650" wrap="square" tIns="9065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893">
                <a:solidFill>
                  <a:schemeClr val="dk2"/>
                </a:solidFill>
                <a:latin typeface="Inter"/>
                <a:ea typeface="Inter"/>
                <a:cs typeface="Inter"/>
                <a:sym typeface="Inter"/>
              </a:rPr>
              <a:t>Defense </a:t>
            </a:r>
            <a:r>
              <a:rPr b="1" lang="en" sz="893">
                <a:solidFill>
                  <a:schemeClr val="dk2"/>
                </a:solidFill>
                <a:latin typeface="Inter"/>
                <a:ea typeface="Inter"/>
                <a:cs typeface="Inter"/>
                <a:sym typeface="Inter"/>
              </a:rPr>
              <a:t>Prices Over Time</a:t>
            </a:r>
            <a:endParaRPr b="1" sz="893">
              <a:solidFill>
                <a:schemeClr val="dk2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970" name="Google Shape;970;p51"/>
          <p:cNvSpPr txBox="1"/>
          <p:nvPr/>
        </p:nvSpPr>
        <p:spPr>
          <a:xfrm>
            <a:off x="3657700" y="2833725"/>
            <a:ext cx="2175900" cy="3039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anchorCtr="0" anchor="t" bIns="90650" lIns="90650" spcFirstLastPara="1" rIns="90650" wrap="square" tIns="9065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893">
                <a:solidFill>
                  <a:schemeClr val="dk2"/>
                </a:solidFill>
                <a:latin typeface="Inter"/>
                <a:ea typeface="Inter"/>
                <a:cs typeface="Inter"/>
                <a:sym typeface="Inter"/>
              </a:rPr>
              <a:t>Gold Prices Over Time</a:t>
            </a:r>
            <a:endParaRPr b="1" sz="893">
              <a:solidFill>
                <a:schemeClr val="dk2"/>
              </a:solidFill>
              <a:latin typeface="Inter"/>
              <a:ea typeface="Inter"/>
              <a:cs typeface="Inter"/>
              <a:sym typeface="Inter"/>
            </a:endParaRPr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74" name="Shape 9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5" name="Google Shape;975;p52"/>
          <p:cNvSpPr txBox="1"/>
          <p:nvPr>
            <p:ph idx="2" type="title"/>
          </p:nvPr>
        </p:nvSpPr>
        <p:spPr>
          <a:xfrm>
            <a:off x="1200750" y="207100"/>
            <a:ext cx="7698600" cy="615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/>
              <a:t>Case 4: Russia-Ukraine War</a:t>
            </a:r>
            <a:endParaRPr sz="3000"/>
          </a:p>
        </p:txBody>
      </p:sp>
      <p:sp>
        <p:nvSpPr>
          <p:cNvPr id="976" name="Google Shape;976;p52"/>
          <p:cNvSpPr/>
          <p:nvPr/>
        </p:nvSpPr>
        <p:spPr>
          <a:xfrm flipH="1" rot="2531473">
            <a:off x="7099819" y="3254368"/>
            <a:ext cx="2957669" cy="2919070"/>
          </a:xfrm>
          <a:custGeom>
            <a:rect b="b" l="l" r="r" t="t"/>
            <a:pathLst>
              <a:path extrusionOk="0" h="116764" w="118308">
                <a:moveTo>
                  <a:pt x="85119" y="611"/>
                </a:moveTo>
                <a:cubicBezTo>
                  <a:pt x="85338" y="611"/>
                  <a:pt x="85543" y="623"/>
                  <a:pt x="85725" y="623"/>
                </a:cubicBezTo>
                <a:lnTo>
                  <a:pt x="85850" y="623"/>
                </a:lnTo>
                <a:lnTo>
                  <a:pt x="86596" y="722"/>
                </a:lnTo>
                <a:cubicBezTo>
                  <a:pt x="87119" y="772"/>
                  <a:pt x="87642" y="871"/>
                  <a:pt x="88214" y="971"/>
                </a:cubicBezTo>
                <a:cubicBezTo>
                  <a:pt x="88314" y="996"/>
                  <a:pt x="88389" y="996"/>
                  <a:pt x="88488" y="1021"/>
                </a:cubicBezTo>
                <a:cubicBezTo>
                  <a:pt x="88861" y="1095"/>
                  <a:pt x="89260" y="1195"/>
                  <a:pt x="89633" y="1270"/>
                </a:cubicBezTo>
                <a:cubicBezTo>
                  <a:pt x="89807" y="1320"/>
                  <a:pt x="89982" y="1369"/>
                  <a:pt x="90131" y="1394"/>
                </a:cubicBezTo>
                <a:cubicBezTo>
                  <a:pt x="90230" y="1444"/>
                  <a:pt x="90305" y="1469"/>
                  <a:pt x="90380" y="1469"/>
                </a:cubicBezTo>
                <a:cubicBezTo>
                  <a:pt x="90547" y="1493"/>
                  <a:pt x="90691" y="1562"/>
                  <a:pt x="90812" y="1590"/>
                </a:cubicBezTo>
                <a:lnTo>
                  <a:pt x="90812" y="1590"/>
                </a:lnTo>
                <a:cubicBezTo>
                  <a:pt x="90120" y="1441"/>
                  <a:pt x="89428" y="1269"/>
                  <a:pt x="88712" y="1145"/>
                </a:cubicBezTo>
                <a:cubicBezTo>
                  <a:pt x="88637" y="1145"/>
                  <a:pt x="88563" y="1120"/>
                  <a:pt x="88488" y="1120"/>
                </a:cubicBezTo>
                <a:lnTo>
                  <a:pt x="87940" y="1021"/>
                </a:lnTo>
                <a:cubicBezTo>
                  <a:pt x="87219" y="896"/>
                  <a:pt x="86273" y="772"/>
                  <a:pt x="85451" y="697"/>
                </a:cubicBezTo>
                <a:lnTo>
                  <a:pt x="84904" y="623"/>
                </a:lnTo>
                <a:lnTo>
                  <a:pt x="84779" y="623"/>
                </a:lnTo>
                <a:cubicBezTo>
                  <a:pt x="84895" y="614"/>
                  <a:pt x="85009" y="611"/>
                  <a:pt x="85119" y="611"/>
                </a:cubicBezTo>
                <a:close/>
                <a:moveTo>
                  <a:pt x="81195" y="573"/>
                </a:moveTo>
                <a:cubicBezTo>
                  <a:pt x="81693" y="573"/>
                  <a:pt x="82216" y="598"/>
                  <a:pt x="82713" y="598"/>
                </a:cubicBezTo>
                <a:cubicBezTo>
                  <a:pt x="79726" y="598"/>
                  <a:pt x="76590" y="971"/>
                  <a:pt x="73304" y="1718"/>
                </a:cubicBezTo>
                <a:cubicBezTo>
                  <a:pt x="73155" y="1718"/>
                  <a:pt x="72981" y="1718"/>
                  <a:pt x="72807" y="1743"/>
                </a:cubicBezTo>
                <a:cubicBezTo>
                  <a:pt x="75744" y="1071"/>
                  <a:pt x="78532" y="697"/>
                  <a:pt x="81195" y="573"/>
                </a:cubicBezTo>
                <a:close/>
                <a:moveTo>
                  <a:pt x="80996" y="349"/>
                </a:moveTo>
                <a:cubicBezTo>
                  <a:pt x="81245" y="349"/>
                  <a:pt x="81469" y="349"/>
                  <a:pt x="81718" y="374"/>
                </a:cubicBezTo>
                <a:cubicBezTo>
                  <a:pt x="81568" y="374"/>
                  <a:pt x="81369" y="374"/>
                  <a:pt x="81220" y="399"/>
                </a:cubicBezTo>
                <a:lnTo>
                  <a:pt x="80747" y="399"/>
                </a:lnTo>
                <a:cubicBezTo>
                  <a:pt x="80025" y="399"/>
                  <a:pt x="79378" y="423"/>
                  <a:pt x="78781" y="473"/>
                </a:cubicBezTo>
                <a:cubicBezTo>
                  <a:pt x="77113" y="548"/>
                  <a:pt x="74997" y="747"/>
                  <a:pt x="73504" y="921"/>
                </a:cubicBezTo>
                <a:cubicBezTo>
                  <a:pt x="72309" y="1095"/>
                  <a:pt x="70790" y="1369"/>
                  <a:pt x="70019" y="1519"/>
                </a:cubicBezTo>
                <a:cubicBezTo>
                  <a:pt x="69397" y="1643"/>
                  <a:pt x="68799" y="1768"/>
                  <a:pt x="68202" y="1917"/>
                </a:cubicBezTo>
                <a:lnTo>
                  <a:pt x="67903" y="1917"/>
                </a:lnTo>
                <a:cubicBezTo>
                  <a:pt x="68177" y="1817"/>
                  <a:pt x="68451" y="1743"/>
                  <a:pt x="68749" y="1693"/>
                </a:cubicBezTo>
                <a:lnTo>
                  <a:pt x="68799" y="1693"/>
                </a:lnTo>
                <a:cubicBezTo>
                  <a:pt x="70542" y="1270"/>
                  <a:pt x="72184" y="996"/>
                  <a:pt x="73678" y="797"/>
                </a:cubicBezTo>
                <a:cubicBezTo>
                  <a:pt x="75146" y="623"/>
                  <a:pt x="77113" y="473"/>
                  <a:pt x="78706" y="374"/>
                </a:cubicBezTo>
                <a:cubicBezTo>
                  <a:pt x="79204" y="349"/>
                  <a:pt x="79702" y="349"/>
                  <a:pt x="80125" y="349"/>
                </a:cubicBezTo>
                <a:close/>
                <a:moveTo>
                  <a:pt x="77586" y="697"/>
                </a:moveTo>
                <a:cubicBezTo>
                  <a:pt x="75669" y="946"/>
                  <a:pt x="73728" y="1320"/>
                  <a:pt x="71662" y="1817"/>
                </a:cubicBezTo>
                <a:cubicBezTo>
                  <a:pt x="71064" y="1867"/>
                  <a:pt x="70492" y="1942"/>
                  <a:pt x="69870" y="1992"/>
                </a:cubicBezTo>
                <a:cubicBezTo>
                  <a:pt x="69546" y="1942"/>
                  <a:pt x="69247" y="1892"/>
                  <a:pt x="68924" y="1892"/>
                </a:cubicBezTo>
                <a:cubicBezTo>
                  <a:pt x="69272" y="1817"/>
                  <a:pt x="69646" y="1743"/>
                  <a:pt x="70019" y="1693"/>
                </a:cubicBezTo>
                <a:cubicBezTo>
                  <a:pt x="70815" y="1519"/>
                  <a:pt x="72309" y="1220"/>
                  <a:pt x="73504" y="1095"/>
                </a:cubicBezTo>
                <a:cubicBezTo>
                  <a:pt x="74649" y="946"/>
                  <a:pt x="76167" y="822"/>
                  <a:pt x="77586" y="697"/>
                </a:cubicBezTo>
                <a:close/>
                <a:moveTo>
                  <a:pt x="72284" y="1942"/>
                </a:moveTo>
                <a:cubicBezTo>
                  <a:pt x="72184" y="1967"/>
                  <a:pt x="72035" y="1992"/>
                  <a:pt x="71911" y="2016"/>
                </a:cubicBezTo>
                <a:cubicBezTo>
                  <a:pt x="71736" y="2016"/>
                  <a:pt x="71537" y="2066"/>
                  <a:pt x="71363" y="2066"/>
                </a:cubicBezTo>
                <a:cubicBezTo>
                  <a:pt x="71463" y="2016"/>
                  <a:pt x="71562" y="1992"/>
                  <a:pt x="71687" y="1967"/>
                </a:cubicBezTo>
                <a:cubicBezTo>
                  <a:pt x="71886" y="1942"/>
                  <a:pt x="72110" y="1942"/>
                  <a:pt x="72284" y="1942"/>
                </a:cubicBezTo>
                <a:close/>
                <a:moveTo>
                  <a:pt x="68508" y="2070"/>
                </a:moveTo>
                <a:cubicBezTo>
                  <a:pt x="68737" y="2070"/>
                  <a:pt x="68967" y="2099"/>
                  <a:pt x="69173" y="2116"/>
                </a:cubicBezTo>
                <a:cubicBezTo>
                  <a:pt x="69073" y="2116"/>
                  <a:pt x="68973" y="2141"/>
                  <a:pt x="68874" y="2141"/>
                </a:cubicBezTo>
                <a:cubicBezTo>
                  <a:pt x="68712" y="2128"/>
                  <a:pt x="68557" y="2122"/>
                  <a:pt x="68401" y="2122"/>
                </a:cubicBezTo>
                <a:cubicBezTo>
                  <a:pt x="68245" y="2122"/>
                  <a:pt x="68090" y="2128"/>
                  <a:pt x="67928" y="2141"/>
                </a:cubicBezTo>
                <a:cubicBezTo>
                  <a:pt x="68028" y="2116"/>
                  <a:pt x="68127" y="2116"/>
                  <a:pt x="68202" y="2091"/>
                </a:cubicBezTo>
                <a:cubicBezTo>
                  <a:pt x="68302" y="2076"/>
                  <a:pt x="68405" y="2070"/>
                  <a:pt x="68508" y="2070"/>
                </a:cubicBezTo>
                <a:close/>
                <a:moveTo>
                  <a:pt x="69870" y="2166"/>
                </a:moveTo>
                <a:cubicBezTo>
                  <a:pt x="69919" y="2216"/>
                  <a:pt x="70019" y="2216"/>
                  <a:pt x="70069" y="2216"/>
                </a:cubicBezTo>
                <a:cubicBezTo>
                  <a:pt x="70019" y="2216"/>
                  <a:pt x="69919" y="2240"/>
                  <a:pt x="69870" y="2240"/>
                </a:cubicBezTo>
                <a:cubicBezTo>
                  <a:pt x="69795" y="2240"/>
                  <a:pt x="69695" y="2216"/>
                  <a:pt x="69646" y="2216"/>
                </a:cubicBezTo>
                <a:cubicBezTo>
                  <a:pt x="69695" y="2216"/>
                  <a:pt x="69795" y="2166"/>
                  <a:pt x="69870" y="2166"/>
                </a:cubicBezTo>
                <a:close/>
                <a:moveTo>
                  <a:pt x="70691" y="2340"/>
                </a:moveTo>
                <a:cubicBezTo>
                  <a:pt x="70666" y="2340"/>
                  <a:pt x="70591" y="2365"/>
                  <a:pt x="70566" y="2365"/>
                </a:cubicBezTo>
                <a:cubicBezTo>
                  <a:pt x="70558" y="2365"/>
                  <a:pt x="70547" y="2362"/>
                  <a:pt x="70535" y="2359"/>
                </a:cubicBezTo>
                <a:lnTo>
                  <a:pt x="70535" y="2359"/>
                </a:lnTo>
                <a:cubicBezTo>
                  <a:pt x="70537" y="2359"/>
                  <a:pt x="70539" y="2359"/>
                  <a:pt x="70542" y="2359"/>
                </a:cubicBezTo>
                <a:cubicBezTo>
                  <a:pt x="70573" y="2359"/>
                  <a:pt x="70604" y="2352"/>
                  <a:pt x="70641" y="2340"/>
                </a:cubicBezTo>
                <a:close/>
                <a:moveTo>
                  <a:pt x="67057" y="2141"/>
                </a:moveTo>
                <a:cubicBezTo>
                  <a:pt x="66310" y="2340"/>
                  <a:pt x="65663" y="2514"/>
                  <a:pt x="65041" y="2713"/>
                </a:cubicBezTo>
                <a:cubicBezTo>
                  <a:pt x="65140" y="2664"/>
                  <a:pt x="65190" y="2639"/>
                  <a:pt x="65290" y="2614"/>
                </a:cubicBezTo>
                <a:cubicBezTo>
                  <a:pt x="65314" y="2614"/>
                  <a:pt x="65339" y="2589"/>
                  <a:pt x="65389" y="2589"/>
                </a:cubicBezTo>
                <a:cubicBezTo>
                  <a:pt x="65762" y="2464"/>
                  <a:pt x="66136" y="2340"/>
                  <a:pt x="66509" y="2240"/>
                </a:cubicBezTo>
                <a:cubicBezTo>
                  <a:pt x="66559" y="2240"/>
                  <a:pt x="66634" y="2216"/>
                  <a:pt x="66683" y="2216"/>
                </a:cubicBezTo>
                <a:lnTo>
                  <a:pt x="66708" y="2216"/>
                </a:lnTo>
                <a:cubicBezTo>
                  <a:pt x="66833" y="2166"/>
                  <a:pt x="66932" y="2166"/>
                  <a:pt x="67057" y="2141"/>
                </a:cubicBezTo>
                <a:close/>
                <a:moveTo>
                  <a:pt x="67729" y="2340"/>
                </a:moveTo>
                <a:cubicBezTo>
                  <a:pt x="67007" y="2464"/>
                  <a:pt x="66211" y="2639"/>
                  <a:pt x="65439" y="2838"/>
                </a:cubicBezTo>
                <a:cubicBezTo>
                  <a:pt x="65812" y="2713"/>
                  <a:pt x="66161" y="2589"/>
                  <a:pt x="66559" y="2514"/>
                </a:cubicBezTo>
                <a:cubicBezTo>
                  <a:pt x="66932" y="2440"/>
                  <a:pt x="67331" y="2365"/>
                  <a:pt x="67729" y="2340"/>
                </a:cubicBezTo>
                <a:close/>
                <a:moveTo>
                  <a:pt x="82881" y="760"/>
                </a:moveTo>
                <a:cubicBezTo>
                  <a:pt x="84830" y="760"/>
                  <a:pt x="86687" y="922"/>
                  <a:pt x="88438" y="1245"/>
                </a:cubicBezTo>
                <a:cubicBezTo>
                  <a:pt x="88538" y="1270"/>
                  <a:pt x="88613" y="1270"/>
                  <a:pt x="88712" y="1320"/>
                </a:cubicBezTo>
                <a:cubicBezTo>
                  <a:pt x="89135" y="1394"/>
                  <a:pt x="89608" y="1494"/>
                  <a:pt x="90006" y="1618"/>
                </a:cubicBezTo>
                <a:cubicBezTo>
                  <a:pt x="89795" y="1606"/>
                  <a:pt x="89577" y="1600"/>
                  <a:pt x="89356" y="1600"/>
                </a:cubicBezTo>
                <a:cubicBezTo>
                  <a:pt x="89135" y="1600"/>
                  <a:pt x="88911" y="1606"/>
                  <a:pt x="88687" y="1618"/>
                </a:cubicBezTo>
                <a:cubicBezTo>
                  <a:pt x="86646" y="1718"/>
                  <a:pt x="84630" y="2191"/>
                  <a:pt x="82713" y="2987"/>
                </a:cubicBezTo>
                <a:cubicBezTo>
                  <a:pt x="80302" y="2136"/>
                  <a:pt x="77643" y="1689"/>
                  <a:pt x="74737" y="1689"/>
                </a:cubicBezTo>
                <a:cubicBezTo>
                  <a:pt x="74584" y="1689"/>
                  <a:pt x="74430" y="1690"/>
                  <a:pt x="74275" y="1693"/>
                </a:cubicBezTo>
                <a:cubicBezTo>
                  <a:pt x="77298" y="1071"/>
                  <a:pt x="80178" y="760"/>
                  <a:pt x="82881" y="760"/>
                </a:cubicBezTo>
                <a:close/>
                <a:moveTo>
                  <a:pt x="89362" y="1797"/>
                </a:moveTo>
                <a:cubicBezTo>
                  <a:pt x="89882" y="1797"/>
                  <a:pt x="90392" y="1832"/>
                  <a:pt x="90903" y="1867"/>
                </a:cubicBezTo>
                <a:cubicBezTo>
                  <a:pt x="91027" y="1867"/>
                  <a:pt x="91102" y="1892"/>
                  <a:pt x="91201" y="1942"/>
                </a:cubicBezTo>
                <a:cubicBezTo>
                  <a:pt x="90670" y="1875"/>
                  <a:pt x="90128" y="1842"/>
                  <a:pt x="89575" y="1842"/>
                </a:cubicBezTo>
                <a:cubicBezTo>
                  <a:pt x="89298" y="1842"/>
                  <a:pt x="89019" y="1851"/>
                  <a:pt x="88737" y="1867"/>
                </a:cubicBezTo>
                <a:cubicBezTo>
                  <a:pt x="86820" y="1967"/>
                  <a:pt x="84929" y="2390"/>
                  <a:pt x="83087" y="3112"/>
                </a:cubicBezTo>
                <a:cubicBezTo>
                  <a:pt x="83062" y="3112"/>
                  <a:pt x="83012" y="3087"/>
                  <a:pt x="82987" y="3087"/>
                </a:cubicBezTo>
                <a:cubicBezTo>
                  <a:pt x="84854" y="2340"/>
                  <a:pt x="86795" y="1892"/>
                  <a:pt x="88712" y="1817"/>
                </a:cubicBezTo>
                <a:cubicBezTo>
                  <a:pt x="88931" y="1803"/>
                  <a:pt x="89147" y="1797"/>
                  <a:pt x="89362" y="1797"/>
                </a:cubicBezTo>
                <a:close/>
                <a:moveTo>
                  <a:pt x="74489" y="1870"/>
                </a:moveTo>
                <a:cubicBezTo>
                  <a:pt x="77392" y="1870"/>
                  <a:pt x="80073" y="2278"/>
                  <a:pt x="82464" y="3112"/>
                </a:cubicBezTo>
                <a:cubicBezTo>
                  <a:pt x="82464" y="3112"/>
                  <a:pt x="82440" y="3137"/>
                  <a:pt x="82390" y="3137"/>
                </a:cubicBezTo>
                <a:cubicBezTo>
                  <a:pt x="80063" y="2319"/>
                  <a:pt x="77437" y="1925"/>
                  <a:pt x="74599" y="1925"/>
                </a:cubicBezTo>
                <a:cubicBezTo>
                  <a:pt x="74067" y="1925"/>
                  <a:pt x="73527" y="1939"/>
                  <a:pt x="72981" y="1967"/>
                </a:cubicBezTo>
                <a:cubicBezTo>
                  <a:pt x="73080" y="1917"/>
                  <a:pt x="73180" y="1892"/>
                  <a:pt x="73304" y="1892"/>
                </a:cubicBezTo>
                <a:cubicBezTo>
                  <a:pt x="73703" y="1877"/>
                  <a:pt x="74098" y="1870"/>
                  <a:pt x="74489" y="1870"/>
                </a:cubicBezTo>
                <a:close/>
                <a:moveTo>
                  <a:pt x="82763" y="3211"/>
                </a:moveTo>
                <a:cubicBezTo>
                  <a:pt x="82813" y="3211"/>
                  <a:pt x="82838" y="3236"/>
                  <a:pt x="82863" y="3236"/>
                </a:cubicBezTo>
                <a:cubicBezTo>
                  <a:pt x="82838" y="3236"/>
                  <a:pt x="82813" y="3261"/>
                  <a:pt x="82763" y="3261"/>
                </a:cubicBezTo>
                <a:lnTo>
                  <a:pt x="82738" y="3261"/>
                </a:lnTo>
                <a:cubicBezTo>
                  <a:pt x="82713" y="3236"/>
                  <a:pt x="82688" y="3236"/>
                  <a:pt x="82688" y="3236"/>
                </a:cubicBezTo>
                <a:cubicBezTo>
                  <a:pt x="82713" y="3236"/>
                  <a:pt x="82738" y="3211"/>
                  <a:pt x="82763" y="3211"/>
                </a:cubicBezTo>
                <a:close/>
                <a:moveTo>
                  <a:pt x="68874" y="2340"/>
                </a:moveTo>
                <a:cubicBezTo>
                  <a:pt x="68949" y="2340"/>
                  <a:pt x="69048" y="2340"/>
                  <a:pt x="69173" y="2365"/>
                </a:cubicBezTo>
                <a:cubicBezTo>
                  <a:pt x="67555" y="2614"/>
                  <a:pt x="65912" y="2962"/>
                  <a:pt x="64219" y="3385"/>
                </a:cubicBezTo>
                <a:cubicBezTo>
                  <a:pt x="64294" y="3336"/>
                  <a:pt x="64393" y="3311"/>
                  <a:pt x="64468" y="3261"/>
                </a:cubicBezTo>
                <a:cubicBezTo>
                  <a:pt x="65962" y="2888"/>
                  <a:pt x="67430" y="2589"/>
                  <a:pt x="68874" y="2340"/>
                </a:cubicBezTo>
                <a:close/>
                <a:moveTo>
                  <a:pt x="93466" y="2315"/>
                </a:moveTo>
                <a:cubicBezTo>
                  <a:pt x="93541" y="2340"/>
                  <a:pt x="93591" y="2340"/>
                  <a:pt x="93665" y="2365"/>
                </a:cubicBezTo>
                <a:cubicBezTo>
                  <a:pt x="93790" y="2390"/>
                  <a:pt x="93914" y="2464"/>
                  <a:pt x="94064" y="2489"/>
                </a:cubicBezTo>
                <a:lnTo>
                  <a:pt x="94636" y="2664"/>
                </a:lnTo>
                <a:cubicBezTo>
                  <a:pt x="95034" y="2788"/>
                  <a:pt x="95408" y="2962"/>
                  <a:pt x="95781" y="3137"/>
                </a:cubicBezTo>
                <a:cubicBezTo>
                  <a:pt x="95831" y="3186"/>
                  <a:pt x="95906" y="3211"/>
                  <a:pt x="95931" y="3211"/>
                </a:cubicBezTo>
                <a:lnTo>
                  <a:pt x="96304" y="3385"/>
                </a:lnTo>
                <a:cubicBezTo>
                  <a:pt x="95308" y="2987"/>
                  <a:pt x="94412" y="2639"/>
                  <a:pt x="93566" y="2390"/>
                </a:cubicBezTo>
                <a:lnTo>
                  <a:pt x="93392" y="2315"/>
                </a:lnTo>
                <a:close/>
                <a:moveTo>
                  <a:pt x="63746" y="3460"/>
                </a:moveTo>
                <a:cubicBezTo>
                  <a:pt x="63697" y="3485"/>
                  <a:pt x="63647" y="3510"/>
                  <a:pt x="63572" y="3585"/>
                </a:cubicBezTo>
                <a:cubicBezTo>
                  <a:pt x="63522" y="3585"/>
                  <a:pt x="63448" y="3585"/>
                  <a:pt x="63373" y="3609"/>
                </a:cubicBezTo>
                <a:cubicBezTo>
                  <a:pt x="63448" y="3585"/>
                  <a:pt x="63473" y="3560"/>
                  <a:pt x="63547" y="3510"/>
                </a:cubicBezTo>
                <a:cubicBezTo>
                  <a:pt x="63597" y="3485"/>
                  <a:pt x="63696" y="3485"/>
                  <a:pt x="63746" y="3460"/>
                </a:cubicBezTo>
                <a:close/>
                <a:moveTo>
                  <a:pt x="64194" y="2888"/>
                </a:moveTo>
                <a:lnTo>
                  <a:pt x="64194" y="2888"/>
                </a:lnTo>
                <a:cubicBezTo>
                  <a:pt x="64169" y="2937"/>
                  <a:pt x="64095" y="2937"/>
                  <a:pt x="64070" y="2962"/>
                </a:cubicBezTo>
                <a:lnTo>
                  <a:pt x="64045" y="2962"/>
                </a:lnTo>
                <a:cubicBezTo>
                  <a:pt x="63995" y="2987"/>
                  <a:pt x="63970" y="2987"/>
                  <a:pt x="63921" y="3012"/>
                </a:cubicBezTo>
                <a:cubicBezTo>
                  <a:pt x="62651" y="3410"/>
                  <a:pt x="61805" y="3709"/>
                  <a:pt x="61606" y="3784"/>
                </a:cubicBezTo>
                <a:cubicBezTo>
                  <a:pt x="61207" y="3958"/>
                  <a:pt x="60809" y="4107"/>
                  <a:pt x="60436" y="4232"/>
                </a:cubicBezTo>
                <a:cubicBezTo>
                  <a:pt x="60183" y="4316"/>
                  <a:pt x="59918" y="4412"/>
                  <a:pt x="59643" y="4504"/>
                </a:cubicBezTo>
                <a:lnTo>
                  <a:pt x="59643" y="4504"/>
                </a:lnTo>
                <a:cubicBezTo>
                  <a:pt x="60223" y="4283"/>
                  <a:pt x="60869" y="4040"/>
                  <a:pt x="61606" y="3759"/>
                </a:cubicBezTo>
                <a:cubicBezTo>
                  <a:pt x="61680" y="3734"/>
                  <a:pt x="61855" y="3684"/>
                  <a:pt x="62103" y="3585"/>
                </a:cubicBezTo>
                <a:cubicBezTo>
                  <a:pt x="62651" y="3385"/>
                  <a:pt x="63348" y="3161"/>
                  <a:pt x="64194" y="2888"/>
                </a:cubicBezTo>
                <a:close/>
                <a:moveTo>
                  <a:pt x="83087" y="3311"/>
                </a:moveTo>
                <a:cubicBezTo>
                  <a:pt x="84257" y="3759"/>
                  <a:pt x="85377" y="4331"/>
                  <a:pt x="86372" y="4978"/>
                </a:cubicBezTo>
                <a:cubicBezTo>
                  <a:pt x="86347" y="5003"/>
                  <a:pt x="86323" y="5003"/>
                  <a:pt x="86298" y="5003"/>
                </a:cubicBezTo>
                <a:cubicBezTo>
                  <a:pt x="85302" y="4356"/>
                  <a:pt x="84182" y="3809"/>
                  <a:pt x="82987" y="3336"/>
                </a:cubicBezTo>
                <a:cubicBezTo>
                  <a:pt x="83012" y="3336"/>
                  <a:pt x="83062" y="3311"/>
                  <a:pt x="83087" y="3311"/>
                </a:cubicBezTo>
                <a:close/>
                <a:moveTo>
                  <a:pt x="68899" y="2589"/>
                </a:moveTo>
                <a:lnTo>
                  <a:pt x="68899" y="2589"/>
                </a:lnTo>
                <a:cubicBezTo>
                  <a:pt x="66659" y="3261"/>
                  <a:pt x="64369" y="4082"/>
                  <a:pt x="62054" y="5078"/>
                </a:cubicBezTo>
                <a:cubicBezTo>
                  <a:pt x="62552" y="4555"/>
                  <a:pt x="63074" y="4107"/>
                  <a:pt x="63647" y="3734"/>
                </a:cubicBezTo>
                <a:cubicBezTo>
                  <a:pt x="65439" y="3236"/>
                  <a:pt x="67181" y="2863"/>
                  <a:pt x="68899" y="2589"/>
                </a:cubicBezTo>
                <a:close/>
                <a:moveTo>
                  <a:pt x="86621" y="5202"/>
                </a:moveTo>
                <a:cubicBezTo>
                  <a:pt x="86671" y="5227"/>
                  <a:pt x="86696" y="5227"/>
                  <a:pt x="86721" y="5252"/>
                </a:cubicBezTo>
                <a:lnTo>
                  <a:pt x="86621" y="5252"/>
                </a:lnTo>
                <a:cubicBezTo>
                  <a:pt x="86596" y="5227"/>
                  <a:pt x="86571" y="5202"/>
                  <a:pt x="86547" y="5202"/>
                </a:cubicBezTo>
                <a:close/>
                <a:moveTo>
                  <a:pt x="63099" y="3858"/>
                </a:moveTo>
                <a:lnTo>
                  <a:pt x="63099" y="3858"/>
                </a:lnTo>
                <a:cubicBezTo>
                  <a:pt x="62576" y="4257"/>
                  <a:pt x="62079" y="4730"/>
                  <a:pt x="61606" y="5227"/>
                </a:cubicBezTo>
                <a:cubicBezTo>
                  <a:pt x="61556" y="5252"/>
                  <a:pt x="61506" y="5252"/>
                  <a:pt x="61456" y="5302"/>
                </a:cubicBezTo>
                <a:cubicBezTo>
                  <a:pt x="61929" y="4754"/>
                  <a:pt x="62402" y="4331"/>
                  <a:pt x="62925" y="3933"/>
                </a:cubicBezTo>
                <a:cubicBezTo>
                  <a:pt x="62975" y="3883"/>
                  <a:pt x="63049" y="3883"/>
                  <a:pt x="63099" y="3858"/>
                </a:cubicBezTo>
                <a:close/>
                <a:moveTo>
                  <a:pt x="69994" y="2464"/>
                </a:moveTo>
                <a:cubicBezTo>
                  <a:pt x="70044" y="2464"/>
                  <a:pt x="70118" y="2489"/>
                  <a:pt x="70168" y="2489"/>
                </a:cubicBezTo>
                <a:cubicBezTo>
                  <a:pt x="67380" y="3261"/>
                  <a:pt x="64518" y="4306"/>
                  <a:pt x="61581" y="5551"/>
                </a:cubicBezTo>
                <a:cubicBezTo>
                  <a:pt x="61606" y="5476"/>
                  <a:pt x="61680" y="5451"/>
                  <a:pt x="61705" y="5377"/>
                </a:cubicBezTo>
                <a:cubicBezTo>
                  <a:pt x="64543" y="4207"/>
                  <a:pt x="67281" y="3236"/>
                  <a:pt x="69994" y="2464"/>
                </a:cubicBezTo>
                <a:close/>
                <a:moveTo>
                  <a:pt x="89101" y="2013"/>
                </a:moveTo>
                <a:cubicBezTo>
                  <a:pt x="90165" y="2013"/>
                  <a:pt x="91191" y="2109"/>
                  <a:pt x="92197" y="2265"/>
                </a:cubicBezTo>
                <a:cubicBezTo>
                  <a:pt x="94387" y="3062"/>
                  <a:pt x="96279" y="4182"/>
                  <a:pt x="97897" y="5551"/>
                </a:cubicBezTo>
                <a:cubicBezTo>
                  <a:pt x="97573" y="5476"/>
                  <a:pt x="97300" y="5377"/>
                  <a:pt x="97001" y="5327"/>
                </a:cubicBezTo>
                <a:cubicBezTo>
                  <a:pt x="96702" y="5252"/>
                  <a:pt x="96428" y="5227"/>
                  <a:pt x="96179" y="5202"/>
                </a:cubicBezTo>
                <a:cubicBezTo>
                  <a:pt x="95806" y="5128"/>
                  <a:pt x="95408" y="5078"/>
                  <a:pt x="95034" y="5003"/>
                </a:cubicBezTo>
                <a:cubicBezTo>
                  <a:pt x="94586" y="4954"/>
                  <a:pt x="94163" y="4929"/>
                  <a:pt x="93715" y="4879"/>
                </a:cubicBezTo>
                <a:cubicBezTo>
                  <a:pt x="93466" y="4854"/>
                  <a:pt x="93217" y="4829"/>
                  <a:pt x="92944" y="4829"/>
                </a:cubicBezTo>
                <a:cubicBezTo>
                  <a:pt x="92222" y="4804"/>
                  <a:pt x="91525" y="4754"/>
                  <a:pt x="90778" y="4754"/>
                </a:cubicBezTo>
                <a:cubicBezTo>
                  <a:pt x="90031" y="4754"/>
                  <a:pt x="89285" y="4804"/>
                  <a:pt x="88488" y="4829"/>
                </a:cubicBezTo>
                <a:cubicBezTo>
                  <a:pt x="88040" y="4854"/>
                  <a:pt x="87542" y="4879"/>
                  <a:pt x="87069" y="4954"/>
                </a:cubicBezTo>
                <a:cubicBezTo>
                  <a:pt x="86945" y="4954"/>
                  <a:pt x="86820" y="4978"/>
                  <a:pt x="86671" y="4978"/>
                </a:cubicBezTo>
                <a:cubicBezTo>
                  <a:pt x="85626" y="4306"/>
                  <a:pt x="84555" y="3709"/>
                  <a:pt x="83336" y="3211"/>
                </a:cubicBezTo>
                <a:cubicBezTo>
                  <a:pt x="85078" y="2514"/>
                  <a:pt x="86920" y="2116"/>
                  <a:pt x="88737" y="2016"/>
                </a:cubicBezTo>
                <a:cubicBezTo>
                  <a:pt x="88859" y="2014"/>
                  <a:pt x="88980" y="2013"/>
                  <a:pt x="89101" y="2013"/>
                </a:cubicBezTo>
                <a:close/>
                <a:moveTo>
                  <a:pt x="93317" y="2514"/>
                </a:moveTo>
                <a:cubicBezTo>
                  <a:pt x="93441" y="2564"/>
                  <a:pt x="93541" y="2589"/>
                  <a:pt x="93665" y="2614"/>
                </a:cubicBezTo>
                <a:cubicBezTo>
                  <a:pt x="95433" y="3435"/>
                  <a:pt x="97026" y="4456"/>
                  <a:pt x="98395" y="5675"/>
                </a:cubicBezTo>
                <a:cubicBezTo>
                  <a:pt x="98345" y="5675"/>
                  <a:pt x="98295" y="5626"/>
                  <a:pt x="98270" y="5626"/>
                </a:cubicBezTo>
                <a:cubicBezTo>
                  <a:pt x="96827" y="4356"/>
                  <a:pt x="95184" y="3311"/>
                  <a:pt x="93317" y="2514"/>
                </a:cubicBezTo>
                <a:close/>
                <a:moveTo>
                  <a:pt x="61332" y="5551"/>
                </a:moveTo>
                <a:lnTo>
                  <a:pt x="61332" y="5551"/>
                </a:lnTo>
                <a:cubicBezTo>
                  <a:pt x="61307" y="5601"/>
                  <a:pt x="61232" y="5626"/>
                  <a:pt x="61207" y="5700"/>
                </a:cubicBezTo>
                <a:cubicBezTo>
                  <a:pt x="61183" y="5725"/>
                  <a:pt x="61108" y="5750"/>
                  <a:pt x="61083" y="5750"/>
                </a:cubicBezTo>
                <a:cubicBezTo>
                  <a:pt x="61108" y="5700"/>
                  <a:pt x="61183" y="5675"/>
                  <a:pt x="61207" y="5601"/>
                </a:cubicBezTo>
                <a:cubicBezTo>
                  <a:pt x="61232" y="5576"/>
                  <a:pt x="61307" y="5576"/>
                  <a:pt x="61332" y="5551"/>
                </a:cubicBezTo>
                <a:close/>
                <a:moveTo>
                  <a:pt x="90728" y="4978"/>
                </a:moveTo>
                <a:cubicBezTo>
                  <a:pt x="91475" y="4978"/>
                  <a:pt x="92197" y="5003"/>
                  <a:pt x="92869" y="5053"/>
                </a:cubicBezTo>
                <a:cubicBezTo>
                  <a:pt x="93242" y="5078"/>
                  <a:pt x="93591" y="5103"/>
                  <a:pt x="93939" y="5128"/>
                </a:cubicBezTo>
                <a:cubicBezTo>
                  <a:pt x="94288" y="5178"/>
                  <a:pt x="94611" y="5202"/>
                  <a:pt x="94935" y="5227"/>
                </a:cubicBezTo>
                <a:cubicBezTo>
                  <a:pt x="95433" y="5302"/>
                  <a:pt x="95931" y="5377"/>
                  <a:pt x="96428" y="5476"/>
                </a:cubicBezTo>
                <a:cubicBezTo>
                  <a:pt x="96578" y="5501"/>
                  <a:pt x="96727" y="5501"/>
                  <a:pt x="96901" y="5551"/>
                </a:cubicBezTo>
                <a:cubicBezTo>
                  <a:pt x="97324" y="5626"/>
                  <a:pt x="97723" y="5725"/>
                  <a:pt x="98146" y="5825"/>
                </a:cubicBezTo>
                <a:lnTo>
                  <a:pt x="98180" y="5870"/>
                </a:lnTo>
                <a:lnTo>
                  <a:pt x="98180" y="5870"/>
                </a:lnTo>
                <a:cubicBezTo>
                  <a:pt x="97761" y="5748"/>
                  <a:pt x="97319" y="5674"/>
                  <a:pt x="96876" y="5576"/>
                </a:cubicBezTo>
                <a:cubicBezTo>
                  <a:pt x="96652" y="5551"/>
                  <a:pt x="96403" y="5501"/>
                  <a:pt x="96179" y="5476"/>
                </a:cubicBezTo>
                <a:cubicBezTo>
                  <a:pt x="95781" y="5427"/>
                  <a:pt x="95383" y="5327"/>
                  <a:pt x="94935" y="5277"/>
                </a:cubicBezTo>
                <a:lnTo>
                  <a:pt x="93914" y="5202"/>
                </a:lnTo>
                <a:cubicBezTo>
                  <a:pt x="93566" y="5153"/>
                  <a:pt x="93267" y="5128"/>
                  <a:pt x="92894" y="5103"/>
                </a:cubicBezTo>
                <a:cubicBezTo>
                  <a:pt x="92197" y="5078"/>
                  <a:pt x="91475" y="5028"/>
                  <a:pt x="90778" y="5028"/>
                </a:cubicBezTo>
                <a:cubicBezTo>
                  <a:pt x="90031" y="5028"/>
                  <a:pt x="89285" y="5078"/>
                  <a:pt x="88538" y="5103"/>
                </a:cubicBezTo>
                <a:cubicBezTo>
                  <a:pt x="88164" y="5128"/>
                  <a:pt x="87791" y="5153"/>
                  <a:pt x="87368" y="5202"/>
                </a:cubicBezTo>
                <a:cubicBezTo>
                  <a:pt x="87244" y="5202"/>
                  <a:pt x="87094" y="5227"/>
                  <a:pt x="86970" y="5227"/>
                </a:cubicBezTo>
                <a:cubicBezTo>
                  <a:pt x="86945" y="5202"/>
                  <a:pt x="86920" y="5202"/>
                  <a:pt x="86870" y="5178"/>
                </a:cubicBezTo>
                <a:lnTo>
                  <a:pt x="86945" y="5178"/>
                </a:lnTo>
                <a:cubicBezTo>
                  <a:pt x="87468" y="5103"/>
                  <a:pt x="87965" y="5078"/>
                  <a:pt x="88463" y="5053"/>
                </a:cubicBezTo>
                <a:cubicBezTo>
                  <a:pt x="89235" y="5003"/>
                  <a:pt x="89982" y="4978"/>
                  <a:pt x="90728" y="4978"/>
                </a:cubicBezTo>
                <a:close/>
                <a:moveTo>
                  <a:pt x="62975" y="3684"/>
                </a:moveTo>
                <a:lnTo>
                  <a:pt x="62975" y="3684"/>
                </a:lnTo>
                <a:cubicBezTo>
                  <a:pt x="62925" y="3709"/>
                  <a:pt x="62900" y="3734"/>
                  <a:pt x="62825" y="3809"/>
                </a:cubicBezTo>
                <a:cubicBezTo>
                  <a:pt x="60809" y="4381"/>
                  <a:pt x="58743" y="5103"/>
                  <a:pt x="56627" y="5974"/>
                </a:cubicBezTo>
                <a:cubicBezTo>
                  <a:pt x="57723" y="5501"/>
                  <a:pt x="58868" y="5053"/>
                  <a:pt x="60560" y="4431"/>
                </a:cubicBezTo>
                <a:cubicBezTo>
                  <a:pt x="61357" y="4132"/>
                  <a:pt x="62178" y="3883"/>
                  <a:pt x="62975" y="3684"/>
                </a:cubicBezTo>
                <a:close/>
                <a:moveTo>
                  <a:pt x="98544" y="5924"/>
                </a:moveTo>
                <a:cubicBezTo>
                  <a:pt x="98569" y="5924"/>
                  <a:pt x="98644" y="5949"/>
                  <a:pt x="98669" y="5949"/>
                </a:cubicBezTo>
                <a:lnTo>
                  <a:pt x="98768" y="6049"/>
                </a:lnTo>
                <a:cubicBezTo>
                  <a:pt x="98718" y="6049"/>
                  <a:pt x="98693" y="6049"/>
                  <a:pt x="98669" y="5999"/>
                </a:cubicBezTo>
                <a:lnTo>
                  <a:pt x="98619" y="5999"/>
                </a:lnTo>
                <a:cubicBezTo>
                  <a:pt x="98619" y="5949"/>
                  <a:pt x="98569" y="5924"/>
                  <a:pt x="98544" y="5924"/>
                </a:cubicBezTo>
                <a:close/>
                <a:moveTo>
                  <a:pt x="94960" y="3062"/>
                </a:moveTo>
                <a:lnTo>
                  <a:pt x="94960" y="3062"/>
                </a:lnTo>
                <a:cubicBezTo>
                  <a:pt x="96752" y="3734"/>
                  <a:pt x="98370" y="4754"/>
                  <a:pt x="99789" y="6074"/>
                </a:cubicBezTo>
                <a:cubicBezTo>
                  <a:pt x="99490" y="5974"/>
                  <a:pt x="99166" y="5850"/>
                  <a:pt x="98868" y="5800"/>
                </a:cubicBezTo>
                <a:cubicBezTo>
                  <a:pt x="98818" y="5800"/>
                  <a:pt x="98793" y="5800"/>
                  <a:pt x="98768" y="5750"/>
                </a:cubicBezTo>
                <a:cubicBezTo>
                  <a:pt x="97648" y="4705"/>
                  <a:pt x="96379" y="3809"/>
                  <a:pt x="94960" y="3062"/>
                </a:cubicBezTo>
                <a:close/>
                <a:moveTo>
                  <a:pt x="74446" y="2122"/>
                </a:moveTo>
                <a:cubicBezTo>
                  <a:pt x="77248" y="2122"/>
                  <a:pt x="79829" y="2490"/>
                  <a:pt x="82141" y="3261"/>
                </a:cubicBezTo>
                <a:cubicBezTo>
                  <a:pt x="80498" y="4008"/>
                  <a:pt x="78930" y="5003"/>
                  <a:pt x="77486" y="6198"/>
                </a:cubicBezTo>
                <a:cubicBezTo>
                  <a:pt x="75520" y="4306"/>
                  <a:pt x="73479" y="3012"/>
                  <a:pt x="71388" y="2365"/>
                </a:cubicBezTo>
                <a:cubicBezTo>
                  <a:pt x="71562" y="2315"/>
                  <a:pt x="71761" y="2265"/>
                  <a:pt x="71935" y="2216"/>
                </a:cubicBezTo>
                <a:cubicBezTo>
                  <a:pt x="72790" y="2154"/>
                  <a:pt x="73628" y="2122"/>
                  <a:pt x="74446" y="2122"/>
                </a:cubicBezTo>
                <a:close/>
                <a:moveTo>
                  <a:pt x="97449" y="4082"/>
                </a:moveTo>
                <a:cubicBezTo>
                  <a:pt x="97648" y="4182"/>
                  <a:pt x="97822" y="4257"/>
                  <a:pt x="97996" y="4331"/>
                </a:cubicBezTo>
                <a:cubicBezTo>
                  <a:pt x="98818" y="4879"/>
                  <a:pt x="99614" y="5501"/>
                  <a:pt x="100311" y="6223"/>
                </a:cubicBezTo>
                <a:cubicBezTo>
                  <a:pt x="100286" y="6223"/>
                  <a:pt x="100237" y="6198"/>
                  <a:pt x="100187" y="6198"/>
                </a:cubicBezTo>
                <a:cubicBezTo>
                  <a:pt x="99365" y="5377"/>
                  <a:pt x="98445" y="4655"/>
                  <a:pt x="97449" y="4082"/>
                </a:cubicBezTo>
                <a:close/>
                <a:moveTo>
                  <a:pt x="71064" y="2464"/>
                </a:moveTo>
                <a:cubicBezTo>
                  <a:pt x="73180" y="3062"/>
                  <a:pt x="75321" y="4356"/>
                  <a:pt x="77362" y="6323"/>
                </a:cubicBezTo>
                <a:cubicBezTo>
                  <a:pt x="77312" y="6323"/>
                  <a:pt x="77312" y="6347"/>
                  <a:pt x="77287" y="6347"/>
                </a:cubicBezTo>
                <a:cubicBezTo>
                  <a:pt x="75246" y="4381"/>
                  <a:pt x="73105" y="3087"/>
                  <a:pt x="70940" y="2489"/>
                </a:cubicBezTo>
                <a:cubicBezTo>
                  <a:pt x="70990" y="2489"/>
                  <a:pt x="71015" y="2464"/>
                  <a:pt x="71064" y="2464"/>
                </a:cubicBezTo>
                <a:close/>
                <a:moveTo>
                  <a:pt x="82440" y="3361"/>
                </a:moveTo>
                <a:cubicBezTo>
                  <a:pt x="82464" y="3361"/>
                  <a:pt x="82489" y="3385"/>
                  <a:pt x="82514" y="3385"/>
                </a:cubicBezTo>
                <a:cubicBezTo>
                  <a:pt x="80822" y="4107"/>
                  <a:pt x="79204" y="5128"/>
                  <a:pt x="77660" y="6372"/>
                </a:cubicBezTo>
                <a:lnTo>
                  <a:pt x="77636" y="6347"/>
                </a:lnTo>
                <a:cubicBezTo>
                  <a:pt x="79129" y="5103"/>
                  <a:pt x="80747" y="4107"/>
                  <a:pt x="82440" y="3361"/>
                </a:cubicBezTo>
                <a:close/>
                <a:moveTo>
                  <a:pt x="99067" y="6049"/>
                </a:moveTo>
                <a:lnTo>
                  <a:pt x="99067" y="6049"/>
                </a:lnTo>
                <a:cubicBezTo>
                  <a:pt x="99415" y="6123"/>
                  <a:pt x="99764" y="6248"/>
                  <a:pt x="100112" y="6347"/>
                </a:cubicBezTo>
                <a:lnTo>
                  <a:pt x="100187" y="6447"/>
                </a:lnTo>
                <a:cubicBezTo>
                  <a:pt x="100162" y="6447"/>
                  <a:pt x="100112" y="6447"/>
                  <a:pt x="100038" y="6422"/>
                </a:cubicBezTo>
                <a:cubicBezTo>
                  <a:pt x="99764" y="6323"/>
                  <a:pt x="99490" y="6223"/>
                  <a:pt x="99166" y="6123"/>
                </a:cubicBezTo>
                <a:lnTo>
                  <a:pt x="99067" y="6049"/>
                </a:lnTo>
                <a:close/>
                <a:moveTo>
                  <a:pt x="77486" y="6447"/>
                </a:moveTo>
                <a:lnTo>
                  <a:pt x="77511" y="6472"/>
                </a:lnTo>
                <a:cubicBezTo>
                  <a:pt x="77486" y="6472"/>
                  <a:pt x="77486" y="6497"/>
                  <a:pt x="77461" y="6497"/>
                </a:cubicBezTo>
                <a:lnTo>
                  <a:pt x="77412" y="6472"/>
                </a:lnTo>
                <a:cubicBezTo>
                  <a:pt x="77461" y="6472"/>
                  <a:pt x="77461" y="6447"/>
                  <a:pt x="77486" y="6447"/>
                </a:cubicBezTo>
                <a:close/>
                <a:moveTo>
                  <a:pt x="82763" y="3460"/>
                </a:moveTo>
                <a:cubicBezTo>
                  <a:pt x="83933" y="3883"/>
                  <a:pt x="85003" y="4431"/>
                  <a:pt x="85999" y="5053"/>
                </a:cubicBezTo>
                <a:cubicBezTo>
                  <a:pt x="83410" y="5352"/>
                  <a:pt x="80722" y="5875"/>
                  <a:pt x="77984" y="6621"/>
                </a:cubicBezTo>
                <a:lnTo>
                  <a:pt x="77810" y="6472"/>
                </a:lnTo>
                <a:cubicBezTo>
                  <a:pt x="79353" y="5227"/>
                  <a:pt x="81021" y="4207"/>
                  <a:pt x="82763" y="3460"/>
                </a:cubicBezTo>
                <a:close/>
                <a:moveTo>
                  <a:pt x="77660" y="6621"/>
                </a:moveTo>
                <a:lnTo>
                  <a:pt x="77760" y="6721"/>
                </a:lnTo>
                <a:cubicBezTo>
                  <a:pt x="77735" y="6721"/>
                  <a:pt x="77710" y="6721"/>
                  <a:pt x="77710" y="6746"/>
                </a:cubicBezTo>
                <a:lnTo>
                  <a:pt x="77611" y="6671"/>
                </a:lnTo>
                <a:cubicBezTo>
                  <a:pt x="77636" y="6671"/>
                  <a:pt x="77636" y="6621"/>
                  <a:pt x="77660" y="6621"/>
                </a:cubicBezTo>
                <a:close/>
                <a:moveTo>
                  <a:pt x="86248" y="5227"/>
                </a:moveTo>
                <a:cubicBezTo>
                  <a:pt x="86298" y="5252"/>
                  <a:pt x="86323" y="5252"/>
                  <a:pt x="86347" y="5302"/>
                </a:cubicBezTo>
                <a:lnTo>
                  <a:pt x="86298" y="5302"/>
                </a:lnTo>
                <a:cubicBezTo>
                  <a:pt x="85725" y="5352"/>
                  <a:pt x="85128" y="5451"/>
                  <a:pt x="84580" y="5501"/>
                </a:cubicBezTo>
                <a:cubicBezTo>
                  <a:pt x="84381" y="5551"/>
                  <a:pt x="84207" y="5576"/>
                  <a:pt x="83983" y="5601"/>
                </a:cubicBezTo>
                <a:cubicBezTo>
                  <a:pt x="83236" y="5725"/>
                  <a:pt x="82464" y="5850"/>
                  <a:pt x="81718" y="5999"/>
                </a:cubicBezTo>
                <a:lnTo>
                  <a:pt x="81693" y="5999"/>
                </a:lnTo>
                <a:cubicBezTo>
                  <a:pt x="80523" y="6248"/>
                  <a:pt x="79353" y="6547"/>
                  <a:pt x="78158" y="6845"/>
                </a:cubicBezTo>
                <a:cubicBezTo>
                  <a:pt x="78133" y="6845"/>
                  <a:pt x="78108" y="6820"/>
                  <a:pt x="78108" y="6820"/>
                </a:cubicBezTo>
                <a:cubicBezTo>
                  <a:pt x="80896" y="6074"/>
                  <a:pt x="83609" y="5501"/>
                  <a:pt x="86223" y="5227"/>
                </a:cubicBezTo>
                <a:close/>
                <a:moveTo>
                  <a:pt x="77262" y="6596"/>
                </a:moveTo>
                <a:cubicBezTo>
                  <a:pt x="77287" y="6621"/>
                  <a:pt x="77337" y="6621"/>
                  <a:pt x="77337" y="6671"/>
                </a:cubicBezTo>
                <a:cubicBezTo>
                  <a:pt x="77237" y="6746"/>
                  <a:pt x="77138" y="6820"/>
                  <a:pt x="77038" y="6920"/>
                </a:cubicBezTo>
                <a:cubicBezTo>
                  <a:pt x="76988" y="6920"/>
                  <a:pt x="76963" y="6945"/>
                  <a:pt x="76889" y="6945"/>
                </a:cubicBezTo>
                <a:cubicBezTo>
                  <a:pt x="77013" y="6820"/>
                  <a:pt x="77138" y="6721"/>
                  <a:pt x="77262" y="6596"/>
                </a:cubicBezTo>
                <a:close/>
                <a:moveTo>
                  <a:pt x="77636" y="6945"/>
                </a:moveTo>
                <a:lnTo>
                  <a:pt x="77660" y="6970"/>
                </a:lnTo>
                <a:cubicBezTo>
                  <a:pt x="77461" y="7044"/>
                  <a:pt x="77262" y="7094"/>
                  <a:pt x="77038" y="7169"/>
                </a:cubicBezTo>
                <a:lnTo>
                  <a:pt x="77138" y="7069"/>
                </a:lnTo>
                <a:cubicBezTo>
                  <a:pt x="77287" y="7044"/>
                  <a:pt x="77461" y="6970"/>
                  <a:pt x="77636" y="6945"/>
                </a:cubicBezTo>
                <a:close/>
                <a:moveTo>
                  <a:pt x="76715" y="7194"/>
                </a:moveTo>
                <a:lnTo>
                  <a:pt x="76615" y="7268"/>
                </a:lnTo>
                <a:cubicBezTo>
                  <a:pt x="76590" y="7293"/>
                  <a:pt x="76540" y="7293"/>
                  <a:pt x="76491" y="7318"/>
                </a:cubicBezTo>
                <a:lnTo>
                  <a:pt x="76590" y="7219"/>
                </a:lnTo>
                <a:cubicBezTo>
                  <a:pt x="76640" y="7219"/>
                  <a:pt x="76665" y="7194"/>
                  <a:pt x="76715" y="7194"/>
                </a:cubicBezTo>
                <a:close/>
                <a:moveTo>
                  <a:pt x="99067" y="4879"/>
                </a:moveTo>
                <a:lnTo>
                  <a:pt x="99067" y="4879"/>
                </a:lnTo>
                <a:cubicBezTo>
                  <a:pt x="99316" y="5003"/>
                  <a:pt x="99540" y="5128"/>
                  <a:pt x="99814" y="5252"/>
                </a:cubicBezTo>
                <a:cubicBezTo>
                  <a:pt x="100784" y="5775"/>
                  <a:pt x="102054" y="6572"/>
                  <a:pt x="103497" y="7592"/>
                </a:cubicBezTo>
                <a:cubicBezTo>
                  <a:pt x="103099" y="7418"/>
                  <a:pt x="102726" y="7194"/>
                  <a:pt x="102352" y="7044"/>
                </a:cubicBezTo>
                <a:cubicBezTo>
                  <a:pt x="102228" y="6970"/>
                  <a:pt x="102054" y="6920"/>
                  <a:pt x="101904" y="6845"/>
                </a:cubicBezTo>
                <a:cubicBezTo>
                  <a:pt x="101531" y="6696"/>
                  <a:pt x="101133" y="6497"/>
                  <a:pt x="100759" y="6372"/>
                </a:cubicBezTo>
                <a:cubicBezTo>
                  <a:pt x="100237" y="5825"/>
                  <a:pt x="99664" y="5327"/>
                  <a:pt x="99067" y="4879"/>
                </a:cubicBezTo>
                <a:close/>
                <a:moveTo>
                  <a:pt x="97648" y="3933"/>
                </a:moveTo>
                <a:cubicBezTo>
                  <a:pt x="97698" y="3933"/>
                  <a:pt x="97797" y="3958"/>
                  <a:pt x="97897" y="4008"/>
                </a:cubicBezTo>
                <a:cubicBezTo>
                  <a:pt x="98021" y="4082"/>
                  <a:pt x="98146" y="4132"/>
                  <a:pt x="98295" y="4207"/>
                </a:cubicBezTo>
                <a:lnTo>
                  <a:pt x="99042" y="4580"/>
                </a:lnTo>
                <a:cubicBezTo>
                  <a:pt x="99166" y="4630"/>
                  <a:pt x="99266" y="4705"/>
                  <a:pt x="99390" y="4754"/>
                </a:cubicBezTo>
                <a:cubicBezTo>
                  <a:pt x="100411" y="5327"/>
                  <a:pt x="101431" y="5924"/>
                  <a:pt x="102402" y="6572"/>
                </a:cubicBezTo>
                <a:cubicBezTo>
                  <a:pt x="102402" y="6572"/>
                  <a:pt x="102427" y="6572"/>
                  <a:pt x="102427" y="6596"/>
                </a:cubicBezTo>
                <a:cubicBezTo>
                  <a:pt x="102726" y="6796"/>
                  <a:pt x="103000" y="6970"/>
                  <a:pt x="103249" y="7144"/>
                </a:cubicBezTo>
                <a:lnTo>
                  <a:pt x="105115" y="8563"/>
                </a:lnTo>
                <a:cubicBezTo>
                  <a:pt x="105120" y="8568"/>
                  <a:pt x="105125" y="8573"/>
                  <a:pt x="105131" y="8578"/>
                </a:cubicBezTo>
                <a:lnTo>
                  <a:pt x="105131" y="8578"/>
                </a:lnTo>
                <a:cubicBezTo>
                  <a:pt x="105094" y="8558"/>
                  <a:pt x="105059" y="8532"/>
                  <a:pt x="105016" y="8488"/>
                </a:cubicBezTo>
                <a:lnTo>
                  <a:pt x="104966" y="8488"/>
                </a:lnTo>
                <a:cubicBezTo>
                  <a:pt x="104866" y="8438"/>
                  <a:pt x="104792" y="8413"/>
                  <a:pt x="104717" y="8339"/>
                </a:cubicBezTo>
                <a:cubicBezTo>
                  <a:pt x="102800" y="6820"/>
                  <a:pt x="101058" y="5750"/>
                  <a:pt x="99863" y="5103"/>
                </a:cubicBezTo>
                <a:cubicBezTo>
                  <a:pt x="99241" y="4754"/>
                  <a:pt x="98644" y="4456"/>
                  <a:pt x="98046" y="4207"/>
                </a:cubicBezTo>
                <a:cubicBezTo>
                  <a:pt x="97996" y="4132"/>
                  <a:pt x="97897" y="4107"/>
                  <a:pt x="97822" y="4058"/>
                </a:cubicBezTo>
                <a:cubicBezTo>
                  <a:pt x="97772" y="4008"/>
                  <a:pt x="97698" y="3958"/>
                  <a:pt x="97648" y="3933"/>
                </a:cubicBezTo>
                <a:close/>
                <a:moveTo>
                  <a:pt x="101033" y="6696"/>
                </a:moveTo>
                <a:lnTo>
                  <a:pt x="101033" y="6696"/>
                </a:lnTo>
                <a:cubicBezTo>
                  <a:pt x="101431" y="6845"/>
                  <a:pt x="101855" y="6995"/>
                  <a:pt x="102228" y="7144"/>
                </a:cubicBezTo>
                <a:cubicBezTo>
                  <a:pt x="103049" y="7542"/>
                  <a:pt x="103846" y="7990"/>
                  <a:pt x="104618" y="8463"/>
                </a:cubicBezTo>
                <a:cubicBezTo>
                  <a:pt x="104742" y="8563"/>
                  <a:pt x="104891" y="8687"/>
                  <a:pt x="105016" y="8787"/>
                </a:cubicBezTo>
                <a:lnTo>
                  <a:pt x="104742" y="8588"/>
                </a:lnTo>
                <a:cubicBezTo>
                  <a:pt x="104369" y="8339"/>
                  <a:pt x="104020" y="8115"/>
                  <a:pt x="103622" y="7891"/>
                </a:cubicBezTo>
                <a:cubicBezTo>
                  <a:pt x="103522" y="7841"/>
                  <a:pt x="103398" y="7766"/>
                  <a:pt x="103273" y="7741"/>
                </a:cubicBezTo>
                <a:cubicBezTo>
                  <a:pt x="102875" y="7517"/>
                  <a:pt x="102452" y="7343"/>
                  <a:pt x="102054" y="7144"/>
                </a:cubicBezTo>
                <a:cubicBezTo>
                  <a:pt x="101929" y="7094"/>
                  <a:pt x="101805" y="7069"/>
                  <a:pt x="101730" y="6995"/>
                </a:cubicBezTo>
                <a:cubicBezTo>
                  <a:pt x="101531" y="6920"/>
                  <a:pt x="101307" y="6845"/>
                  <a:pt x="101133" y="6746"/>
                </a:cubicBezTo>
                <a:cubicBezTo>
                  <a:pt x="101133" y="6760"/>
                  <a:pt x="101126" y="6766"/>
                  <a:pt x="101117" y="6766"/>
                </a:cubicBezTo>
                <a:cubicBezTo>
                  <a:pt x="101093" y="6766"/>
                  <a:pt x="101051" y="6731"/>
                  <a:pt x="101033" y="6696"/>
                </a:cubicBezTo>
                <a:close/>
                <a:moveTo>
                  <a:pt x="76217" y="7318"/>
                </a:moveTo>
                <a:lnTo>
                  <a:pt x="76217" y="7318"/>
                </a:lnTo>
                <a:cubicBezTo>
                  <a:pt x="76167" y="7368"/>
                  <a:pt x="76142" y="7418"/>
                  <a:pt x="76117" y="7418"/>
                </a:cubicBezTo>
                <a:cubicBezTo>
                  <a:pt x="74674" y="7841"/>
                  <a:pt x="73230" y="8339"/>
                  <a:pt x="71761" y="8911"/>
                </a:cubicBezTo>
                <a:cubicBezTo>
                  <a:pt x="71736" y="8911"/>
                  <a:pt x="71687" y="8911"/>
                  <a:pt x="71662" y="8861"/>
                </a:cubicBezTo>
                <a:cubicBezTo>
                  <a:pt x="73180" y="8289"/>
                  <a:pt x="74723" y="7766"/>
                  <a:pt x="76217" y="7318"/>
                </a:cubicBezTo>
                <a:close/>
                <a:moveTo>
                  <a:pt x="71239" y="9011"/>
                </a:moveTo>
                <a:cubicBezTo>
                  <a:pt x="71263" y="9011"/>
                  <a:pt x="71288" y="9061"/>
                  <a:pt x="71363" y="9061"/>
                </a:cubicBezTo>
                <a:lnTo>
                  <a:pt x="71288" y="9061"/>
                </a:lnTo>
                <a:cubicBezTo>
                  <a:pt x="71263" y="9061"/>
                  <a:pt x="71263" y="9061"/>
                  <a:pt x="71214" y="9085"/>
                </a:cubicBezTo>
                <a:lnTo>
                  <a:pt x="71164" y="9085"/>
                </a:lnTo>
                <a:cubicBezTo>
                  <a:pt x="71164" y="9085"/>
                  <a:pt x="71189" y="9085"/>
                  <a:pt x="71189" y="9061"/>
                </a:cubicBezTo>
                <a:cubicBezTo>
                  <a:pt x="71189" y="9061"/>
                  <a:pt x="71239" y="9061"/>
                  <a:pt x="71239" y="9011"/>
                </a:cubicBezTo>
                <a:close/>
                <a:moveTo>
                  <a:pt x="75769" y="7766"/>
                </a:moveTo>
                <a:lnTo>
                  <a:pt x="75769" y="7766"/>
                </a:lnTo>
                <a:cubicBezTo>
                  <a:pt x="75196" y="8314"/>
                  <a:pt x="74674" y="8936"/>
                  <a:pt x="74151" y="9583"/>
                </a:cubicBezTo>
                <a:cubicBezTo>
                  <a:pt x="74126" y="9583"/>
                  <a:pt x="74101" y="9558"/>
                  <a:pt x="74051" y="9558"/>
                </a:cubicBezTo>
                <a:cubicBezTo>
                  <a:pt x="74026" y="9534"/>
                  <a:pt x="73952" y="9534"/>
                  <a:pt x="73902" y="9534"/>
                </a:cubicBezTo>
                <a:cubicBezTo>
                  <a:pt x="73529" y="9409"/>
                  <a:pt x="73155" y="9310"/>
                  <a:pt x="72782" y="9185"/>
                </a:cubicBezTo>
                <a:cubicBezTo>
                  <a:pt x="72757" y="9185"/>
                  <a:pt x="72707" y="9185"/>
                  <a:pt x="72682" y="9135"/>
                </a:cubicBezTo>
                <a:cubicBezTo>
                  <a:pt x="72583" y="9110"/>
                  <a:pt x="72458" y="9085"/>
                  <a:pt x="72384" y="9085"/>
                </a:cubicBezTo>
                <a:cubicBezTo>
                  <a:pt x="72284" y="9061"/>
                  <a:pt x="72184" y="9011"/>
                  <a:pt x="72060" y="9011"/>
                </a:cubicBezTo>
                <a:cubicBezTo>
                  <a:pt x="73304" y="8563"/>
                  <a:pt x="74549" y="8140"/>
                  <a:pt x="75769" y="7766"/>
                </a:cubicBezTo>
                <a:close/>
                <a:moveTo>
                  <a:pt x="76291" y="7592"/>
                </a:moveTo>
                <a:cubicBezTo>
                  <a:pt x="75644" y="8214"/>
                  <a:pt x="74997" y="8936"/>
                  <a:pt x="74400" y="9683"/>
                </a:cubicBezTo>
                <a:cubicBezTo>
                  <a:pt x="74375" y="9683"/>
                  <a:pt x="74375" y="9658"/>
                  <a:pt x="74350" y="9658"/>
                </a:cubicBezTo>
                <a:cubicBezTo>
                  <a:pt x="74922" y="8936"/>
                  <a:pt x="75545" y="8239"/>
                  <a:pt x="76167" y="7617"/>
                </a:cubicBezTo>
                <a:cubicBezTo>
                  <a:pt x="76217" y="7617"/>
                  <a:pt x="76267" y="7592"/>
                  <a:pt x="76291" y="7592"/>
                </a:cubicBezTo>
                <a:close/>
                <a:moveTo>
                  <a:pt x="70566" y="2589"/>
                </a:moveTo>
                <a:cubicBezTo>
                  <a:pt x="72782" y="3112"/>
                  <a:pt x="75022" y="4431"/>
                  <a:pt x="77163" y="6472"/>
                </a:cubicBezTo>
                <a:cubicBezTo>
                  <a:pt x="76963" y="6671"/>
                  <a:pt x="76739" y="6845"/>
                  <a:pt x="76515" y="7069"/>
                </a:cubicBezTo>
                <a:cubicBezTo>
                  <a:pt x="74773" y="7592"/>
                  <a:pt x="73031" y="8189"/>
                  <a:pt x="71263" y="8861"/>
                </a:cubicBezTo>
                <a:lnTo>
                  <a:pt x="71164" y="8861"/>
                </a:lnTo>
                <a:cubicBezTo>
                  <a:pt x="71114" y="8861"/>
                  <a:pt x="71039" y="8837"/>
                  <a:pt x="70940" y="8837"/>
                </a:cubicBezTo>
                <a:cubicBezTo>
                  <a:pt x="70542" y="8762"/>
                  <a:pt x="70118" y="8712"/>
                  <a:pt x="69670" y="8687"/>
                </a:cubicBezTo>
                <a:cubicBezTo>
                  <a:pt x="69571" y="8687"/>
                  <a:pt x="69471" y="8637"/>
                  <a:pt x="69397" y="8637"/>
                </a:cubicBezTo>
                <a:lnTo>
                  <a:pt x="69247" y="8637"/>
                </a:lnTo>
                <a:cubicBezTo>
                  <a:pt x="68675" y="8613"/>
                  <a:pt x="68102" y="8588"/>
                  <a:pt x="67530" y="8588"/>
                </a:cubicBezTo>
                <a:cubicBezTo>
                  <a:pt x="67057" y="8588"/>
                  <a:pt x="66584" y="8613"/>
                  <a:pt x="66136" y="8613"/>
                </a:cubicBezTo>
                <a:cubicBezTo>
                  <a:pt x="65862" y="8613"/>
                  <a:pt x="65613" y="8637"/>
                  <a:pt x="65389" y="8687"/>
                </a:cubicBezTo>
                <a:cubicBezTo>
                  <a:pt x="65165" y="8712"/>
                  <a:pt x="64966" y="8712"/>
                  <a:pt x="64767" y="8737"/>
                </a:cubicBezTo>
                <a:cubicBezTo>
                  <a:pt x="64418" y="8787"/>
                  <a:pt x="64045" y="8812"/>
                  <a:pt x="63697" y="8861"/>
                </a:cubicBezTo>
                <a:cubicBezTo>
                  <a:pt x="63647" y="8861"/>
                  <a:pt x="63547" y="8911"/>
                  <a:pt x="63473" y="8911"/>
                </a:cubicBezTo>
                <a:cubicBezTo>
                  <a:pt x="63348" y="8911"/>
                  <a:pt x="63273" y="8936"/>
                  <a:pt x="63149" y="8961"/>
                </a:cubicBezTo>
                <a:cubicBezTo>
                  <a:pt x="62427" y="9061"/>
                  <a:pt x="61680" y="9210"/>
                  <a:pt x="60934" y="9359"/>
                </a:cubicBezTo>
                <a:cubicBezTo>
                  <a:pt x="60336" y="9484"/>
                  <a:pt x="59739" y="9608"/>
                  <a:pt x="59166" y="9782"/>
                </a:cubicBezTo>
                <a:cubicBezTo>
                  <a:pt x="59739" y="8214"/>
                  <a:pt x="60461" y="6945"/>
                  <a:pt x="61332" y="5850"/>
                </a:cubicBezTo>
                <a:cubicBezTo>
                  <a:pt x="64468" y="4481"/>
                  <a:pt x="67580" y="3385"/>
                  <a:pt x="70566" y="2589"/>
                </a:cubicBezTo>
                <a:close/>
                <a:moveTo>
                  <a:pt x="71736" y="9110"/>
                </a:moveTo>
                <a:cubicBezTo>
                  <a:pt x="72533" y="9285"/>
                  <a:pt x="73280" y="9459"/>
                  <a:pt x="74026" y="9733"/>
                </a:cubicBezTo>
                <a:lnTo>
                  <a:pt x="74001" y="9782"/>
                </a:lnTo>
                <a:cubicBezTo>
                  <a:pt x="73902" y="9733"/>
                  <a:pt x="73827" y="9708"/>
                  <a:pt x="73753" y="9708"/>
                </a:cubicBezTo>
                <a:cubicBezTo>
                  <a:pt x="73578" y="9658"/>
                  <a:pt x="73429" y="9608"/>
                  <a:pt x="73255" y="9558"/>
                </a:cubicBezTo>
                <a:cubicBezTo>
                  <a:pt x="73080" y="9484"/>
                  <a:pt x="72906" y="9459"/>
                  <a:pt x="72757" y="9434"/>
                </a:cubicBezTo>
                <a:cubicBezTo>
                  <a:pt x="72707" y="9434"/>
                  <a:pt x="72682" y="9409"/>
                  <a:pt x="72657" y="9409"/>
                </a:cubicBezTo>
                <a:lnTo>
                  <a:pt x="72632" y="9409"/>
                </a:lnTo>
                <a:cubicBezTo>
                  <a:pt x="72458" y="9359"/>
                  <a:pt x="72284" y="9310"/>
                  <a:pt x="72135" y="9285"/>
                </a:cubicBezTo>
                <a:cubicBezTo>
                  <a:pt x="71935" y="9235"/>
                  <a:pt x="71786" y="9185"/>
                  <a:pt x="71662" y="9160"/>
                </a:cubicBezTo>
                <a:cubicBezTo>
                  <a:pt x="71687" y="9160"/>
                  <a:pt x="71687" y="9160"/>
                  <a:pt x="71736" y="9110"/>
                </a:cubicBezTo>
                <a:close/>
                <a:moveTo>
                  <a:pt x="60983" y="5999"/>
                </a:moveTo>
                <a:cubicBezTo>
                  <a:pt x="60187" y="7069"/>
                  <a:pt x="59490" y="8339"/>
                  <a:pt x="58942" y="9782"/>
                </a:cubicBezTo>
                <a:cubicBezTo>
                  <a:pt x="58922" y="9782"/>
                  <a:pt x="58884" y="9782"/>
                  <a:pt x="58872" y="9796"/>
                </a:cubicBezTo>
                <a:lnTo>
                  <a:pt x="58872" y="9796"/>
                </a:lnTo>
                <a:cubicBezTo>
                  <a:pt x="59419" y="8357"/>
                  <a:pt x="60089" y="7116"/>
                  <a:pt x="60859" y="6074"/>
                </a:cubicBezTo>
                <a:cubicBezTo>
                  <a:pt x="60909" y="6049"/>
                  <a:pt x="60934" y="6049"/>
                  <a:pt x="60983" y="5999"/>
                </a:cubicBezTo>
                <a:close/>
                <a:moveTo>
                  <a:pt x="106582" y="9856"/>
                </a:moveTo>
                <a:lnTo>
                  <a:pt x="106582" y="9856"/>
                </a:lnTo>
                <a:cubicBezTo>
                  <a:pt x="106582" y="9857"/>
                  <a:pt x="106583" y="9857"/>
                  <a:pt x="106584" y="9857"/>
                </a:cubicBezTo>
                <a:cubicBezTo>
                  <a:pt x="106595" y="9857"/>
                  <a:pt x="106601" y="9867"/>
                  <a:pt x="106607" y="9878"/>
                </a:cubicBezTo>
                <a:lnTo>
                  <a:pt x="106607" y="9878"/>
                </a:lnTo>
                <a:cubicBezTo>
                  <a:pt x="106598" y="9871"/>
                  <a:pt x="106590" y="9864"/>
                  <a:pt x="106582" y="9856"/>
                </a:cubicBezTo>
                <a:close/>
                <a:moveTo>
                  <a:pt x="67430" y="8712"/>
                </a:moveTo>
                <a:cubicBezTo>
                  <a:pt x="68028" y="8712"/>
                  <a:pt x="68625" y="8737"/>
                  <a:pt x="69173" y="8762"/>
                </a:cubicBezTo>
                <a:cubicBezTo>
                  <a:pt x="69272" y="8762"/>
                  <a:pt x="69397" y="8812"/>
                  <a:pt x="69496" y="8812"/>
                </a:cubicBezTo>
                <a:cubicBezTo>
                  <a:pt x="69670" y="8837"/>
                  <a:pt x="69820" y="8837"/>
                  <a:pt x="70019" y="8861"/>
                </a:cubicBezTo>
                <a:lnTo>
                  <a:pt x="70766" y="8961"/>
                </a:lnTo>
                <a:cubicBezTo>
                  <a:pt x="70840" y="8986"/>
                  <a:pt x="70840" y="8986"/>
                  <a:pt x="70815" y="8986"/>
                </a:cubicBezTo>
                <a:cubicBezTo>
                  <a:pt x="70790" y="8986"/>
                  <a:pt x="70790" y="8986"/>
                  <a:pt x="70766" y="9036"/>
                </a:cubicBezTo>
                <a:lnTo>
                  <a:pt x="70641" y="9036"/>
                </a:lnTo>
                <a:cubicBezTo>
                  <a:pt x="70293" y="8961"/>
                  <a:pt x="69919" y="8936"/>
                  <a:pt x="69571" y="8911"/>
                </a:cubicBezTo>
                <a:cubicBezTo>
                  <a:pt x="69496" y="8911"/>
                  <a:pt x="69397" y="8861"/>
                  <a:pt x="69297" y="8861"/>
                </a:cubicBezTo>
                <a:lnTo>
                  <a:pt x="69073" y="8861"/>
                </a:lnTo>
                <a:cubicBezTo>
                  <a:pt x="68550" y="8837"/>
                  <a:pt x="68028" y="8812"/>
                  <a:pt x="67505" y="8812"/>
                </a:cubicBezTo>
                <a:cubicBezTo>
                  <a:pt x="67032" y="8812"/>
                  <a:pt x="66559" y="8837"/>
                  <a:pt x="66086" y="8837"/>
                </a:cubicBezTo>
                <a:lnTo>
                  <a:pt x="65937" y="8837"/>
                </a:lnTo>
                <a:cubicBezTo>
                  <a:pt x="65812" y="8837"/>
                  <a:pt x="65713" y="8861"/>
                  <a:pt x="65588" y="8861"/>
                </a:cubicBezTo>
                <a:cubicBezTo>
                  <a:pt x="65538" y="8861"/>
                  <a:pt x="65439" y="8861"/>
                  <a:pt x="65389" y="8911"/>
                </a:cubicBezTo>
                <a:cubicBezTo>
                  <a:pt x="65165" y="8936"/>
                  <a:pt x="64966" y="8936"/>
                  <a:pt x="64767" y="8961"/>
                </a:cubicBezTo>
                <a:cubicBezTo>
                  <a:pt x="64642" y="8961"/>
                  <a:pt x="64518" y="8986"/>
                  <a:pt x="64344" y="8986"/>
                </a:cubicBezTo>
                <a:lnTo>
                  <a:pt x="63697" y="9085"/>
                </a:lnTo>
                <a:cubicBezTo>
                  <a:pt x="63647" y="9085"/>
                  <a:pt x="63547" y="9110"/>
                  <a:pt x="63473" y="9110"/>
                </a:cubicBezTo>
                <a:lnTo>
                  <a:pt x="62726" y="9210"/>
                </a:lnTo>
                <a:lnTo>
                  <a:pt x="61805" y="9409"/>
                </a:lnTo>
                <a:cubicBezTo>
                  <a:pt x="61556" y="9434"/>
                  <a:pt x="61307" y="9484"/>
                  <a:pt x="61058" y="9534"/>
                </a:cubicBezTo>
                <a:cubicBezTo>
                  <a:pt x="60710" y="9583"/>
                  <a:pt x="60336" y="9683"/>
                  <a:pt x="59963" y="9782"/>
                </a:cubicBezTo>
                <a:cubicBezTo>
                  <a:pt x="59739" y="9832"/>
                  <a:pt x="59565" y="9857"/>
                  <a:pt x="59341" y="9932"/>
                </a:cubicBezTo>
                <a:lnTo>
                  <a:pt x="58967" y="10031"/>
                </a:lnTo>
                <a:lnTo>
                  <a:pt x="58967" y="9982"/>
                </a:lnTo>
                <a:lnTo>
                  <a:pt x="58967" y="9957"/>
                </a:lnTo>
                <a:cubicBezTo>
                  <a:pt x="60486" y="9558"/>
                  <a:pt x="61954" y="9235"/>
                  <a:pt x="63398" y="9011"/>
                </a:cubicBezTo>
                <a:cubicBezTo>
                  <a:pt x="63448" y="9011"/>
                  <a:pt x="63547" y="8986"/>
                  <a:pt x="63597" y="8986"/>
                </a:cubicBezTo>
                <a:cubicBezTo>
                  <a:pt x="63945" y="8936"/>
                  <a:pt x="64319" y="8911"/>
                  <a:pt x="64667" y="8861"/>
                </a:cubicBezTo>
                <a:cubicBezTo>
                  <a:pt x="64891" y="8837"/>
                  <a:pt x="65066" y="8837"/>
                  <a:pt x="65290" y="8812"/>
                </a:cubicBezTo>
                <a:cubicBezTo>
                  <a:pt x="65538" y="8762"/>
                  <a:pt x="65787" y="8762"/>
                  <a:pt x="66036" y="8737"/>
                </a:cubicBezTo>
                <a:cubicBezTo>
                  <a:pt x="66509" y="8712"/>
                  <a:pt x="66957" y="8712"/>
                  <a:pt x="67430" y="8712"/>
                </a:cubicBezTo>
                <a:close/>
                <a:moveTo>
                  <a:pt x="74474" y="9932"/>
                </a:moveTo>
                <a:cubicBezTo>
                  <a:pt x="75370" y="10255"/>
                  <a:pt x="76217" y="10679"/>
                  <a:pt x="76988" y="11176"/>
                </a:cubicBezTo>
                <a:cubicBezTo>
                  <a:pt x="77735" y="11649"/>
                  <a:pt x="78457" y="12222"/>
                  <a:pt x="79079" y="12844"/>
                </a:cubicBezTo>
                <a:cubicBezTo>
                  <a:pt x="79005" y="12844"/>
                  <a:pt x="78980" y="12819"/>
                  <a:pt x="78955" y="12794"/>
                </a:cubicBezTo>
                <a:cubicBezTo>
                  <a:pt x="78731" y="12570"/>
                  <a:pt x="78507" y="12396"/>
                  <a:pt x="78283" y="12197"/>
                </a:cubicBezTo>
                <a:cubicBezTo>
                  <a:pt x="78233" y="12147"/>
                  <a:pt x="78158" y="12097"/>
                  <a:pt x="78108" y="12048"/>
                </a:cubicBezTo>
                <a:lnTo>
                  <a:pt x="78034" y="11973"/>
                </a:lnTo>
                <a:cubicBezTo>
                  <a:pt x="77860" y="11824"/>
                  <a:pt x="77636" y="11674"/>
                  <a:pt x="77461" y="11550"/>
                </a:cubicBezTo>
                <a:cubicBezTo>
                  <a:pt x="77387" y="11475"/>
                  <a:pt x="77287" y="11450"/>
                  <a:pt x="77237" y="11400"/>
                </a:cubicBezTo>
                <a:cubicBezTo>
                  <a:pt x="77138" y="11326"/>
                  <a:pt x="77088" y="11301"/>
                  <a:pt x="76988" y="11226"/>
                </a:cubicBezTo>
                <a:cubicBezTo>
                  <a:pt x="76963" y="11226"/>
                  <a:pt x="76963" y="11201"/>
                  <a:pt x="76914" y="11201"/>
                </a:cubicBezTo>
                <a:cubicBezTo>
                  <a:pt x="76889" y="11176"/>
                  <a:pt x="76864" y="11176"/>
                  <a:pt x="76864" y="11127"/>
                </a:cubicBezTo>
                <a:cubicBezTo>
                  <a:pt x="76739" y="11077"/>
                  <a:pt x="76640" y="10977"/>
                  <a:pt x="76515" y="10927"/>
                </a:cubicBezTo>
                <a:cubicBezTo>
                  <a:pt x="76466" y="10878"/>
                  <a:pt x="76391" y="10828"/>
                  <a:pt x="76341" y="10803"/>
                </a:cubicBezTo>
                <a:cubicBezTo>
                  <a:pt x="76117" y="10679"/>
                  <a:pt x="75893" y="10579"/>
                  <a:pt x="75669" y="10479"/>
                </a:cubicBezTo>
                <a:cubicBezTo>
                  <a:pt x="75570" y="10430"/>
                  <a:pt x="75470" y="10355"/>
                  <a:pt x="75370" y="10330"/>
                </a:cubicBezTo>
                <a:cubicBezTo>
                  <a:pt x="75196" y="10255"/>
                  <a:pt x="75097" y="10206"/>
                  <a:pt x="74922" y="10131"/>
                </a:cubicBezTo>
                <a:lnTo>
                  <a:pt x="74474" y="9957"/>
                </a:lnTo>
                <a:lnTo>
                  <a:pt x="74474" y="9932"/>
                </a:lnTo>
                <a:close/>
                <a:moveTo>
                  <a:pt x="106687" y="9948"/>
                </a:moveTo>
                <a:cubicBezTo>
                  <a:pt x="106865" y="10088"/>
                  <a:pt x="107027" y="10249"/>
                  <a:pt x="107231" y="10430"/>
                </a:cubicBezTo>
                <a:lnTo>
                  <a:pt x="107256" y="10454"/>
                </a:lnTo>
                <a:cubicBezTo>
                  <a:pt x="107405" y="10604"/>
                  <a:pt x="107580" y="10728"/>
                  <a:pt x="107729" y="10903"/>
                </a:cubicBezTo>
                <a:lnTo>
                  <a:pt x="108028" y="11201"/>
                </a:lnTo>
                <a:cubicBezTo>
                  <a:pt x="108127" y="11301"/>
                  <a:pt x="108227" y="11425"/>
                  <a:pt x="108301" y="11525"/>
                </a:cubicBezTo>
                <a:cubicBezTo>
                  <a:pt x="108575" y="11799"/>
                  <a:pt x="108849" y="12097"/>
                  <a:pt x="109098" y="12421"/>
                </a:cubicBezTo>
                <a:cubicBezTo>
                  <a:pt x="109123" y="12446"/>
                  <a:pt x="109123" y="12471"/>
                  <a:pt x="109148" y="12520"/>
                </a:cubicBezTo>
                <a:cubicBezTo>
                  <a:pt x="109222" y="12595"/>
                  <a:pt x="109297" y="12695"/>
                  <a:pt x="109372" y="12794"/>
                </a:cubicBezTo>
                <a:cubicBezTo>
                  <a:pt x="109496" y="12944"/>
                  <a:pt x="109596" y="13068"/>
                  <a:pt x="109720" y="13217"/>
                </a:cubicBezTo>
                <a:lnTo>
                  <a:pt x="109048" y="12471"/>
                </a:lnTo>
                <a:cubicBezTo>
                  <a:pt x="108998" y="12396"/>
                  <a:pt x="108899" y="12296"/>
                  <a:pt x="108849" y="12197"/>
                </a:cubicBezTo>
                <a:cubicBezTo>
                  <a:pt x="108725" y="12048"/>
                  <a:pt x="108600" y="11923"/>
                  <a:pt x="108476" y="11774"/>
                </a:cubicBezTo>
                <a:cubicBezTo>
                  <a:pt x="108401" y="11699"/>
                  <a:pt x="108351" y="11649"/>
                  <a:pt x="108277" y="11550"/>
                </a:cubicBezTo>
                <a:cubicBezTo>
                  <a:pt x="108177" y="11450"/>
                  <a:pt x="108127" y="11351"/>
                  <a:pt x="108028" y="11276"/>
                </a:cubicBezTo>
                <a:lnTo>
                  <a:pt x="107978" y="11201"/>
                </a:lnTo>
                <a:cubicBezTo>
                  <a:pt x="107903" y="11127"/>
                  <a:pt x="107878" y="11077"/>
                  <a:pt x="107804" y="11052"/>
                </a:cubicBezTo>
                <a:cubicBezTo>
                  <a:pt x="107461" y="10670"/>
                  <a:pt x="107054" y="10271"/>
                  <a:pt x="106687" y="9948"/>
                </a:cubicBezTo>
                <a:close/>
                <a:moveTo>
                  <a:pt x="86845" y="5402"/>
                </a:moveTo>
                <a:lnTo>
                  <a:pt x="86945" y="5427"/>
                </a:lnTo>
                <a:cubicBezTo>
                  <a:pt x="89782" y="7492"/>
                  <a:pt x="91799" y="10430"/>
                  <a:pt x="92894" y="14089"/>
                </a:cubicBezTo>
                <a:lnTo>
                  <a:pt x="92819" y="14089"/>
                </a:lnTo>
                <a:cubicBezTo>
                  <a:pt x="91724" y="10430"/>
                  <a:pt x="89708" y="7492"/>
                  <a:pt x="86845" y="5402"/>
                </a:cubicBezTo>
                <a:close/>
                <a:moveTo>
                  <a:pt x="110392" y="14313"/>
                </a:moveTo>
                <a:cubicBezTo>
                  <a:pt x="110395" y="14318"/>
                  <a:pt x="110397" y="14323"/>
                  <a:pt x="110400" y="14328"/>
                </a:cubicBezTo>
                <a:lnTo>
                  <a:pt x="110400" y="14328"/>
                </a:lnTo>
                <a:cubicBezTo>
                  <a:pt x="110395" y="14323"/>
                  <a:pt x="110392" y="14319"/>
                  <a:pt x="110392" y="14313"/>
                </a:cubicBezTo>
                <a:close/>
                <a:moveTo>
                  <a:pt x="95582" y="14163"/>
                </a:moveTo>
                <a:lnTo>
                  <a:pt x="94761" y="14238"/>
                </a:lnTo>
                <a:cubicBezTo>
                  <a:pt x="94213" y="14288"/>
                  <a:pt x="93690" y="14313"/>
                  <a:pt x="93143" y="14337"/>
                </a:cubicBezTo>
                <a:cubicBezTo>
                  <a:pt x="93143" y="14313"/>
                  <a:pt x="93093" y="14288"/>
                  <a:pt x="93093" y="14238"/>
                </a:cubicBezTo>
                <a:cubicBezTo>
                  <a:pt x="93922" y="14189"/>
                  <a:pt x="94775" y="14164"/>
                  <a:pt x="95582" y="14163"/>
                </a:cubicBezTo>
                <a:close/>
                <a:moveTo>
                  <a:pt x="92944" y="14288"/>
                </a:moveTo>
                <a:cubicBezTo>
                  <a:pt x="92944" y="14313"/>
                  <a:pt x="92968" y="14337"/>
                  <a:pt x="92968" y="14387"/>
                </a:cubicBezTo>
                <a:lnTo>
                  <a:pt x="92919" y="14387"/>
                </a:lnTo>
                <a:cubicBezTo>
                  <a:pt x="92894" y="14313"/>
                  <a:pt x="92894" y="14288"/>
                  <a:pt x="92894" y="14288"/>
                </a:cubicBezTo>
                <a:close/>
                <a:moveTo>
                  <a:pt x="95557" y="14362"/>
                </a:moveTo>
                <a:cubicBezTo>
                  <a:pt x="95134" y="14412"/>
                  <a:pt x="94686" y="14462"/>
                  <a:pt x="94263" y="14537"/>
                </a:cubicBezTo>
                <a:cubicBezTo>
                  <a:pt x="94064" y="14562"/>
                  <a:pt x="93840" y="14562"/>
                  <a:pt x="93665" y="14586"/>
                </a:cubicBezTo>
                <a:cubicBezTo>
                  <a:pt x="93466" y="14661"/>
                  <a:pt x="93392" y="14686"/>
                  <a:pt x="93267" y="14686"/>
                </a:cubicBezTo>
                <a:lnTo>
                  <a:pt x="93267" y="14636"/>
                </a:lnTo>
                <a:cubicBezTo>
                  <a:pt x="93367" y="14586"/>
                  <a:pt x="93516" y="14562"/>
                  <a:pt x="93641" y="14562"/>
                </a:cubicBezTo>
                <a:cubicBezTo>
                  <a:pt x="93964" y="14487"/>
                  <a:pt x="94313" y="14462"/>
                  <a:pt x="94661" y="14437"/>
                </a:cubicBezTo>
                <a:cubicBezTo>
                  <a:pt x="94711" y="14437"/>
                  <a:pt x="94786" y="14412"/>
                  <a:pt x="94835" y="14412"/>
                </a:cubicBezTo>
                <a:cubicBezTo>
                  <a:pt x="95010" y="14412"/>
                  <a:pt x="95134" y="14412"/>
                  <a:pt x="95283" y="14362"/>
                </a:cubicBezTo>
                <a:close/>
                <a:moveTo>
                  <a:pt x="97623" y="14263"/>
                </a:moveTo>
                <a:cubicBezTo>
                  <a:pt x="97996" y="14263"/>
                  <a:pt x="98345" y="14263"/>
                  <a:pt x="98743" y="14288"/>
                </a:cubicBezTo>
                <a:cubicBezTo>
                  <a:pt x="98942" y="14288"/>
                  <a:pt x="99166" y="14313"/>
                  <a:pt x="99390" y="14313"/>
                </a:cubicBezTo>
                <a:lnTo>
                  <a:pt x="99614" y="14313"/>
                </a:lnTo>
                <a:cubicBezTo>
                  <a:pt x="100411" y="14412"/>
                  <a:pt x="101232" y="14537"/>
                  <a:pt x="102004" y="14686"/>
                </a:cubicBezTo>
                <a:cubicBezTo>
                  <a:pt x="101158" y="14537"/>
                  <a:pt x="100311" y="14437"/>
                  <a:pt x="99490" y="14387"/>
                </a:cubicBezTo>
                <a:cubicBezTo>
                  <a:pt x="98868" y="14313"/>
                  <a:pt x="98245" y="14288"/>
                  <a:pt x="97623" y="14263"/>
                </a:cubicBezTo>
                <a:close/>
                <a:moveTo>
                  <a:pt x="90778" y="5252"/>
                </a:moveTo>
                <a:cubicBezTo>
                  <a:pt x="91475" y="5252"/>
                  <a:pt x="92172" y="5302"/>
                  <a:pt x="92844" y="5327"/>
                </a:cubicBezTo>
                <a:cubicBezTo>
                  <a:pt x="93143" y="5352"/>
                  <a:pt x="93417" y="5377"/>
                  <a:pt x="93690" y="5377"/>
                </a:cubicBezTo>
                <a:cubicBezTo>
                  <a:pt x="94064" y="5427"/>
                  <a:pt x="94462" y="5451"/>
                  <a:pt x="94835" y="5476"/>
                </a:cubicBezTo>
                <a:cubicBezTo>
                  <a:pt x="95184" y="5501"/>
                  <a:pt x="95532" y="5576"/>
                  <a:pt x="95881" y="5626"/>
                </a:cubicBezTo>
                <a:cubicBezTo>
                  <a:pt x="96155" y="5675"/>
                  <a:pt x="96453" y="5725"/>
                  <a:pt x="96752" y="5750"/>
                </a:cubicBezTo>
                <a:cubicBezTo>
                  <a:pt x="97125" y="5825"/>
                  <a:pt x="97499" y="5924"/>
                  <a:pt x="97872" y="5999"/>
                </a:cubicBezTo>
                <a:cubicBezTo>
                  <a:pt x="98121" y="6074"/>
                  <a:pt x="98320" y="6099"/>
                  <a:pt x="98544" y="6173"/>
                </a:cubicBezTo>
                <a:cubicBezTo>
                  <a:pt x="100934" y="8413"/>
                  <a:pt x="102651" y="11326"/>
                  <a:pt x="103622" y="14810"/>
                </a:cubicBezTo>
                <a:cubicBezTo>
                  <a:pt x="103398" y="14761"/>
                  <a:pt x="103149" y="14686"/>
                  <a:pt x="102900" y="14661"/>
                </a:cubicBezTo>
                <a:cubicBezTo>
                  <a:pt x="102850" y="14661"/>
                  <a:pt x="102751" y="14636"/>
                  <a:pt x="102676" y="14636"/>
                </a:cubicBezTo>
                <a:cubicBezTo>
                  <a:pt x="102402" y="14562"/>
                  <a:pt x="102153" y="14512"/>
                  <a:pt x="101880" y="14462"/>
                </a:cubicBezTo>
                <a:cubicBezTo>
                  <a:pt x="101780" y="14437"/>
                  <a:pt x="101680" y="14437"/>
                  <a:pt x="101606" y="14437"/>
                </a:cubicBezTo>
                <a:cubicBezTo>
                  <a:pt x="101357" y="14412"/>
                  <a:pt x="101108" y="14337"/>
                  <a:pt x="100859" y="14313"/>
                </a:cubicBezTo>
                <a:cubicBezTo>
                  <a:pt x="100735" y="14288"/>
                  <a:pt x="100610" y="14288"/>
                  <a:pt x="100486" y="14288"/>
                </a:cubicBezTo>
                <a:cubicBezTo>
                  <a:pt x="100262" y="14263"/>
                  <a:pt x="100038" y="14213"/>
                  <a:pt x="99789" y="14213"/>
                </a:cubicBezTo>
                <a:lnTo>
                  <a:pt x="99565" y="14213"/>
                </a:lnTo>
                <a:cubicBezTo>
                  <a:pt x="98377" y="14097"/>
                  <a:pt x="97138" y="14032"/>
                  <a:pt x="95864" y="14032"/>
                </a:cubicBezTo>
                <a:cubicBezTo>
                  <a:pt x="94949" y="14032"/>
                  <a:pt x="94015" y="14066"/>
                  <a:pt x="93068" y="14138"/>
                </a:cubicBezTo>
                <a:cubicBezTo>
                  <a:pt x="92023" y="10479"/>
                  <a:pt x="90031" y="7542"/>
                  <a:pt x="87219" y="5451"/>
                </a:cubicBezTo>
                <a:cubicBezTo>
                  <a:pt x="87318" y="5451"/>
                  <a:pt x="87418" y="5427"/>
                  <a:pt x="87542" y="5427"/>
                </a:cubicBezTo>
                <a:lnTo>
                  <a:pt x="88563" y="5327"/>
                </a:lnTo>
                <a:cubicBezTo>
                  <a:pt x="89309" y="5302"/>
                  <a:pt x="90056" y="5252"/>
                  <a:pt x="90778" y="5252"/>
                </a:cubicBezTo>
                <a:close/>
                <a:moveTo>
                  <a:pt x="48115" y="10056"/>
                </a:moveTo>
                <a:cubicBezTo>
                  <a:pt x="46173" y="11176"/>
                  <a:pt x="43609" y="12769"/>
                  <a:pt x="41867" y="13964"/>
                </a:cubicBezTo>
                <a:cubicBezTo>
                  <a:pt x="41444" y="14263"/>
                  <a:pt x="41046" y="14537"/>
                  <a:pt x="40573" y="14885"/>
                </a:cubicBezTo>
                <a:lnTo>
                  <a:pt x="40448" y="14885"/>
                </a:lnTo>
                <a:cubicBezTo>
                  <a:pt x="41892" y="13889"/>
                  <a:pt x="43311" y="12944"/>
                  <a:pt x="44729" y="12048"/>
                </a:cubicBezTo>
                <a:cubicBezTo>
                  <a:pt x="45153" y="11774"/>
                  <a:pt x="45601" y="11525"/>
                  <a:pt x="45999" y="11276"/>
                </a:cubicBezTo>
                <a:cubicBezTo>
                  <a:pt x="46721" y="10828"/>
                  <a:pt x="47393" y="10430"/>
                  <a:pt x="48115" y="10056"/>
                </a:cubicBezTo>
                <a:close/>
                <a:moveTo>
                  <a:pt x="98942" y="6248"/>
                </a:moveTo>
                <a:cubicBezTo>
                  <a:pt x="99017" y="6298"/>
                  <a:pt x="99042" y="6323"/>
                  <a:pt x="99067" y="6323"/>
                </a:cubicBezTo>
                <a:cubicBezTo>
                  <a:pt x="101357" y="8588"/>
                  <a:pt x="102975" y="11450"/>
                  <a:pt x="103896" y="14885"/>
                </a:cubicBezTo>
                <a:cubicBezTo>
                  <a:pt x="103871" y="14885"/>
                  <a:pt x="103846" y="14885"/>
                  <a:pt x="103846" y="14835"/>
                </a:cubicBezTo>
                <a:cubicBezTo>
                  <a:pt x="102900" y="11400"/>
                  <a:pt x="101257" y="8538"/>
                  <a:pt x="98942" y="6248"/>
                </a:cubicBezTo>
                <a:close/>
                <a:moveTo>
                  <a:pt x="99440" y="6472"/>
                </a:moveTo>
                <a:lnTo>
                  <a:pt x="99440" y="6472"/>
                </a:lnTo>
                <a:cubicBezTo>
                  <a:pt x="99540" y="6497"/>
                  <a:pt x="99614" y="6522"/>
                  <a:pt x="99689" y="6522"/>
                </a:cubicBezTo>
                <a:cubicBezTo>
                  <a:pt x="99888" y="6596"/>
                  <a:pt x="100112" y="6646"/>
                  <a:pt x="100311" y="6721"/>
                </a:cubicBezTo>
                <a:cubicBezTo>
                  <a:pt x="100386" y="6721"/>
                  <a:pt x="100436" y="6746"/>
                  <a:pt x="100535" y="6796"/>
                </a:cubicBezTo>
                <a:cubicBezTo>
                  <a:pt x="102776" y="9110"/>
                  <a:pt x="104269" y="12048"/>
                  <a:pt x="105090" y="15209"/>
                </a:cubicBezTo>
                <a:cubicBezTo>
                  <a:pt x="105016" y="15184"/>
                  <a:pt x="104991" y="15184"/>
                  <a:pt x="104916" y="15184"/>
                </a:cubicBezTo>
                <a:cubicBezTo>
                  <a:pt x="104866" y="15184"/>
                  <a:pt x="104842" y="15159"/>
                  <a:pt x="104767" y="15159"/>
                </a:cubicBezTo>
                <a:lnTo>
                  <a:pt x="104120" y="14960"/>
                </a:lnTo>
                <a:cubicBezTo>
                  <a:pt x="103224" y="11575"/>
                  <a:pt x="101631" y="8712"/>
                  <a:pt x="99440" y="6472"/>
                </a:cubicBezTo>
                <a:close/>
                <a:moveTo>
                  <a:pt x="100909" y="6920"/>
                </a:moveTo>
                <a:cubicBezTo>
                  <a:pt x="100934" y="6945"/>
                  <a:pt x="101008" y="6945"/>
                  <a:pt x="101033" y="6970"/>
                </a:cubicBezTo>
                <a:cubicBezTo>
                  <a:pt x="103149" y="9310"/>
                  <a:pt x="104543" y="12172"/>
                  <a:pt x="105339" y="15308"/>
                </a:cubicBezTo>
                <a:cubicBezTo>
                  <a:pt x="105290" y="15308"/>
                  <a:pt x="105290" y="15308"/>
                  <a:pt x="105265" y="15283"/>
                </a:cubicBezTo>
                <a:cubicBezTo>
                  <a:pt x="104493" y="12147"/>
                  <a:pt x="103049" y="9235"/>
                  <a:pt x="100909" y="6920"/>
                </a:cubicBezTo>
                <a:close/>
                <a:moveTo>
                  <a:pt x="67530" y="8961"/>
                </a:moveTo>
                <a:cubicBezTo>
                  <a:pt x="68077" y="8961"/>
                  <a:pt x="68650" y="8986"/>
                  <a:pt x="69173" y="9011"/>
                </a:cubicBezTo>
                <a:lnTo>
                  <a:pt x="69272" y="9011"/>
                </a:lnTo>
                <a:cubicBezTo>
                  <a:pt x="69397" y="9011"/>
                  <a:pt x="69521" y="9061"/>
                  <a:pt x="69621" y="9061"/>
                </a:cubicBezTo>
                <a:cubicBezTo>
                  <a:pt x="69745" y="9061"/>
                  <a:pt x="69820" y="9085"/>
                  <a:pt x="69944" y="9085"/>
                </a:cubicBezTo>
                <a:cubicBezTo>
                  <a:pt x="70118" y="9110"/>
                  <a:pt x="70268" y="9110"/>
                  <a:pt x="70417" y="9160"/>
                </a:cubicBezTo>
                <a:cubicBezTo>
                  <a:pt x="66310" y="10803"/>
                  <a:pt x="62103" y="12844"/>
                  <a:pt x="57847" y="15333"/>
                </a:cubicBezTo>
                <a:cubicBezTo>
                  <a:pt x="58046" y="13541"/>
                  <a:pt x="58420" y="11799"/>
                  <a:pt x="58967" y="10206"/>
                </a:cubicBezTo>
                <a:cubicBezTo>
                  <a:pt x="60560" y="9807"/>
                  <a:pt x="62079" y="9484"/>
                  <a:pt x="63547" y="9285"/>
                </a:cubicBezTo>
                <a:cubicBezTo>
                  <a:pt x="63572" y="9285"/>
                  <a:pt x="63647" y="9285"/>
                  <a:pt x="63672" y="9235"/>
                </a:cubicBezTo>
                <a:lnTo>
                  <a:pt x="63746" y="9235"/>
                </a:lnTo>
                <a:cubicBezTo>
                  <a:pt x="64095" y="9185"/>
                  <a:pt x="64443" y="9160"/>
                  <a:pt x="64792" y="9110"/>
                </a:cubicBezTo>
                <a:cubicBezTo>
                  <a:pt x="64991" y="9085"/>
                  <a:pt x="65190" y="9085"/>
                  <a:pt x="65414" y="9061"/>
                </a:cubicBezTo>
                <a:cubicBezTo>
                  <a:pt x="65663" y="9011"/>
                  <a:pt x="65862" y="9011"/>
                  <a:pt x="66136" y="8986"/>
                </a:cubicBezTo>
                <a:cubicBezTo>
                  <a:pt x="66584" y="8961"/>
                  <a:pt x="67057" y="8961"/>
                  <a:pt x="67530" y="8961"/>
                </a:cubicBezTo>
                <a:close/>
                <a:moveTo>
                  <a:pt x="40274" y="15084"/>
                </a:moveTo>
                <a:lnTo>
                  <a:pt x="40000" y="15283"/>
                </a:lnTo>
                <a:cubicBezTo>
                  <a:pt x="39950" y="15308"/>
                  <a:pt x="39901" y="15333"/>
                  <a:pt x="39876" y="15383"/>
                </a:cubicBezTo>
                <a:lnTo>
                  <a:pt x="39876" y="15333"/>
                </a:lnTo>
                <a:cubicBezTo>
                  <a:pt x="39876" y="15283"/>
                  <a:pt x="39926" y="15258"/>
                  <a:pt x="40000" y="15209"/>
                </a:cubicBezTo>
                <a:cubicBezTo>
                  <a:pt x="40025" y="15209"/>
                  <a:pt x="40025" y="15184"/>
                  <a:pt x="40050" y="15184"/>
                </a:cubicBezTo>
                <a:cubicBezTo>
                  <a:pt x="40075" y="15184"/>
                  <a:pt x="40100" y="15159"/>
                  <a:pt x="40150" y="15159"/>
                </a:cubicBezTo>
                <a:cubicBezTo>
                  <a:pt x="40174" y="15134"/>
                  <a:pt x="40199" y="15134"/>
                  <a:pt x="40274" y="15084"/>
                </a:cubicBezTo>
                <a:close/>
                <a:moveTo>
                  <a:pt x="110591" y="14163"/>
                </a:moveTo>
                <a:lnTo>
                  <a:pt x="110591" y="14163"/>
                </a:lnTo>
                <a:cubicBezTo>
                  <a:pt x="110741" y="14412"/>
                  <a:pt x="110890" y="14636"/>
                  <a:pt x="111064" y="14810"/>
                </a:cubicBezTo>
                <a:cubicBezTo>
                  <a:pt x="111201" y="15021"/>
                  <a:pt x="111347" y="15245"/>
                  <a:pt x="111496" y="15472"/>
                </a:cubicBezTo>
                <a:lnTo>
                  <a:pt x="111496" y="15472"/>
                </a:lnTo>
                <a:cubicBezTo>
                  <a:pt x="111250" y="15117"/>
                  <a:pt x="111073" y="14883"/>
                  <a:pt x="111015" y="14810"/>
                </a:cubicBezTo>
                <a:cubicBezTo>
                  <a:pt x="110965" y="14761"/>
                  <a:pt x="110940" y="14686"/>
                  <a:pt x="110865" y="14636"/>
                </a:cubicBezTo>
                <a:cubicBezTo>
                  <a:pt x="110840" y="14562"/>
                  <a:pt x="110766" y="14512"/>
                  <a:pt x="110741" y="14412"/>
                </a:cubicBezTo>
                <a:cubicBezTo>
                  <a:pt x="110741" y="14412"/>
                  <a:pt x="110741" y="14387"/>
                  <a:pt x="110716" y="14387"/>
                </a:cubicBezTo>
                <a:cubicBezTo>
                  <a:pt x="110691" y="14337"/>
                  <a:pt x="110691" y="14313"/>
                  <a:pt x="110641" y="14288"/>
                </a:cubicBezTo>
                <a:cubicBezTo>
                  <a:pt x="110616" y="14263"/>
                  <a:pt x="110591" y="14188"/>
                  <a:pt x="110591" y="14163"/>
                </a:cubicBezTo>
                <a:close/>
                <a:moveTo>
                  <a:pt x="58738" y="10296"/>
                </a:moveTo>
                <a:lnTo>
                  <a:pt x="58738" y="10296"/>
                </a:lnTo>
                <a:cubicBezTo>
                  <a:pt x="58193" y="11934"/>
                  <a:pt x="57822" y="13671"/>
                  <a:pt x="57623" y="15507"/>
                </a:cubicBezTo>
                <a:cubicBezTo>
                  <a:pt x="57598" y="15507"/>
                  <a:pt x="57598" y="15532"/>
                  <a:pt x="57573" y="15532"/>
                </a:cubicBezTo>
                <a:cubicBezTo>
                  <a:pt x="57748" y="13690"/>
                  <a:pt x="58096" y="11948"/>
                  <a:pt x="58693" y="10305"/>
                </a:cubicBezTo>
                <a:cubicBezTo>
                  <a:pt x="58711" y="10305"/>
                  <a:pt x="58730" y="10305"/>
                  <a:pt x="58738" y="10296"/>
                </a:cubicBezTo>
                <a:close/>
                <a:moveTo>
                  <a:pt x="39677" y="15458"/>
                </a:moveTo>
                <a:lnTo>
                  <a:pt x="39677" y="15507"/>
                </a:lnTo>
                <a:cubicBezTo>
                  <a:pt x="39627" y="15532"/>
                  <a:pt x="39577" y="15557"/>
                  <a:pt x="39527" y="15582"/>
                </a:cubicBezTo>
                <a:cubicBezTo>
                  <a:pt x="39552" y="15557"/>
                  <a:pt x="39552" y="15557"/>
                  <a:pt x="39577" y="15557"/>
                </a:cubicBezTo>
                <a:lnTo>
                  <a:pt x="39677" y="15458"/>
                </a:lnTo>
                <a:close/>
                <a:moveTo>
                  <a:pt x="62452" y="4082"/>
                </a:moveTo>
                <a:lnTo>
                  <a:pt x="62452" y="4082"/>
                </a:lnTo>
                <a:cubicBezTo>
                  <a:pt x="61954" y="4481"/>
                  <a:pt x="61506" y="4954"/>
                  <a:pt x="61083" y="5476"/>
                </a:cubicBezTo>
                <a:cubicBezTo>
                  <a:pt x="55209" y="8015"/>
                  <a:pt x="49210" y="11450"/>
                  <a:pt x="43286" y="15657"/>
                </a:cubicBezTo>
                <a:cubicBezTo>
                  <a:pt x="42390" y="15159"/>
                  <a:pt x="41618" y="14885"/>
                  <a:pt x="40946" y="14835"/>
                </a:cubicBezTo>
                <a:cubicBezTo>
                  <a:pt x="48239" y="9782"/>
                  <a:pt x="55632" y="6123"/>
                  <a:pt x="62452" y="4082"/>
                </a:cubicBezTo>
                <a:close/>
                <a:moveTo>
                  <a:pt x="70915" y="9235"/>
                </a:moveTo>
                <a:cubicBezTo>
                  <a:pt x="66659" y="10927"/>
                  <a:pt x="62228" y="13068"/>
                  <a:pt x="57822" y="15682"/>
                </a:cubicBezTo>
                <a:lnTo>
                  <a:pt x="57822" y="15632"/>
                </a:lnTo>
                <a:cubicBezTo>
                  <a:pt x="62178" y="13068"/>
                  <a:pt x="66534" y="10927"/>
                  <a:pt x="70815" y="9235"/>
                </a:cubicBezTo>
                <a:close/>
                <a:moveTo>
                  <a:pt x="86571" y="5451"/>
                </a:moveTo>
                <a:cubicBezTo>
                  <a:pt x="89484" y="7468"/>
                  <a:pt x="91550" y="10430"/>
                  <a:pt x="92645" y="14089"/>
                </a:cubicBezTo>
                <a:cubicBezTo>
                  <a:pt x="89832" y="14337"/>
                  <a:pt x="86845" y="14885"/>
                  <a:pt x="83759" y="15706"/>
                </a:cubicBezTo>
                <a:cubicBezTo>
                  <a:pt x="82390" y="12421"/>
                  <a:pt x="80573" y="9434"/>
                  <a:pt x="78283" y="6995"/>
                </a:cubicBezTo>
                <a:cubicBezTo>
                  <a:pt x="79477" y="6696"/>
                  <a:pt x="80622" y="6422"/>
                  <a:pt x="81767" y="6173"/>
                </a:cubicBezTo>
                <a:cubicBezTo>
                  <a:pt x="81892" y="6123"/>
                  <a:pt x="81991" y="6123"/>
                  <a:pt x="82116" y="6099"/>
                </a:cubicBezTo>
                <a:cubicBezTo>
                  <a:pt x="82763" y="5974"/>
                  <a:pt x="83410" y="5850"/>
                  <a:pt x="84033" y="5750"/>
                </a:cubicBezTo>
                <a:cubicBezTo>
                  <a:pt x="84306" y="5725"/>
                  <a:pt x="84555" y="5700"/>
                  <a:pt x="84829" y="5675"/>
                </a:cubicBezTo>
                <a:cubicBezTo>
                  <a:pt x="85327" y="5601"/>
                  <a:pt x="85825" y="5501"/>
                  <a:pt x="86323" y="5476"/>
                </a:cubicBezTo>
                <a:cubicBezTo>
                  <a:pt x="86422" y="5451"/>
                  <a:pt x="86472" y="5451"/>
                  <a:pt x="86571" y="5451"/>
                </a:cubicBezTo>
                <a:close/>
                <a:moveTo>
                  <a:pt x="60834" y="5750"/>
                </a:moveTo>
                <a:lnTo>
                  <a:pt x="60834" y="5750"/>
                </a:lnTo>
                <a:cubicBezTo>
                  <a:pt x="60809" y="5825"/>
                  <a:pt x="60784" y="5875"/>
                  <a:pt x="60734" y="5924"/>
                </a:cubicBezTo>
                <a:cubicBezTo>
                  <a:pt x="55109" y="8389"/>
                  <a:pt x="49285" y="11699"/>
                  <a:pt x="43535" y="15781"/>
                </a:cubicBezTo>
                <a:cubicBezTo>
                  <a:pt x="43510" y="15781"/>
                  <a:pt x="43510" y="15756"/>
                  <a:pt x="43460" y="15756"/>
                </a:cubicBezTo>
                <a:cubicBezTo>
                  <a:pt x="49235" y="11674"/>
                  <a:pt x="55109" y="8289"/>
                  <a:pt x="60834" y="5750"/>
                </a:cubicBezTo>
                <a:close/>
                <a:moveTo>
                  <a:pt x="40921" y="15034"/>
                </a:moveTo>
                <a:cubicBezTo>
                  <a:pt x="41046" y="15034"/>
                  <a:pt x="41170" y="15059"/>
                  <a:pt x="41319" y="15059"/>
                </a:cubicBezTo>
                <a:cubicBezTo>
                  <a:pt x="41867" y="15184"/>
                  <a:pt x="42440" y="15408"/>
                  <a:pt x="43112" y="15781"/>
                </a:cubicBezTo>
                <a:lnTo>
                  <a:pt x="43062" y="15806"/>
                </a:lnTo>
                <a:cubicBezTo>
                  <a:pt x="43012" y="15781"/>
                  <a:pt x="42987" y="15756"/>
                  <a:pt x="42912" y="15706"/>
                </a:cubicBezTo>
                <a:cubicBezTo>
                  <a:pt x="42863" y="15682"/>
                  <a:pt x="42813" y="15657"/>
                  <a:pt x="42763" y="15657"/>
                </a:cubicBezTo>
                <a:cubicBezTo>
                  <a:pt x="42664" y="15632"/>
                  <a:pt x="42564" y="15557"/>
                  <a:pt x="42489" y="15532"/>
                </a:cubicBezTo>
                <a:cubicBezTo>
                  <a:pt x="42415" y="15507"/>
                  <a:pt x="42365" y="15458"/>
                  <a:pt x="42265" y="15433"/>
                </a:cubicBezTo>
                <a:cubicBezTo>
                  <a:pt x="42191" y="15408"/>
                  <a:pt x="42141" y="15383"/>
                  <a:pt x="42066" y="15383"/>
                </a:cubicBezTo>
                <a:cubicBezTo>
                  <a:pt x="41991" y="15333"/>
                  <a:pt x="41917" y="15308"/>
                  <a:pt x="41867" y="15283"/>
                </a:cubicBezTo>
                <a:cubicBezTo>
                  <a:pt x="41792" y="15258"/>
                  <a:pt x="41767" y="15258"/>
                  <a:pt x="41693" y="15209"/>
                </a:cubicBezTo>
                <a:cubicBezTo>
                  <a:pt x="41643" y="15184"/>
                  <a:pt x="41543" y="15159"/>
                  <a:pt x="41494" y="15159"/>
                </a:cubicBezTo>
                <a:cubicBezTo>
                  <a:pt x="41419" y="15159"/>
                  <a:pt x="41369" y="15134"/>
                  <a:pt x="41295" y="15134"/>
                </a:cubicBezTo>
                <a:cubicBezTo>
                  <a:pt x="41245" y="15134"/>
                  <a:pt x="41170" y="15084"/>
                  <a:pt x="41120" y="15084"/>
                </a:cubicBezTo>
                <a:cubicBezTo>
                  <a:pt x="40996" y="15084"/>
                  <a:pt x="40896" y="15059"/>
                  <a:pt x="40772" y="15059"/>
                </a:cubicBezTo>
                <a:cubicBezTo>
                  <a:pt x="40697" y="15059"/>
                  <a:pt x="40647" y="15059"/>
                  <a:pt x="40573" y="15084"/>
                </a:cubicBezTo>
                <a:cubicBezTo>
                  <a:pt x="40622" y="15059"/>
                  <a:pt x="40647" y="15059"/>
                  <a:pt x="40672" y="15034"/>
                </a:cubicBezTo>
                <a:close/>
                <a:moveTo>
                  <a:pt x="78084" y="7069"/>
                </a:moveTo>
                <a:cubicBezTo>
                  <a:pt x="80374" y="9459"/>
                  <a:pt x="82216" y="12471"/>
                  <a:pt x="83585" y="15781"/>
                </a:cubicBezTo>
                <a:cubicBezTo>
                  <a:pt x="83560" y="15781"/>
                  <a:pt x="83560" y="15781"/>
                  <a:pt x="83510" y="15806"/>
                </a:cubicBezTo>
                <a:cubicBezTo>
                  <a:pt x="82141" y="12520"/>
                  <a:pt x="80324" y="9534"/>
                  <a:pt x="78009" y="7094"/>
                </a:cubicBezTo>
                <a:cubicBezTo>
                  <a:pt x="78034" y="7094"/>
                  <a:pt x="78034" y="7094"/>
                  <a:pt x="78084" y="7069"/>
                </a:cubicBezTo>
                <a:close/>
                <a:moveTo>
                  <a:pt x="57623" y="15756"/>
                </a:moveTo>
                <a:lnTo>
                  <a:pt x="57623" y="15806"/>
                </a:lnTo>
                <a:cubicBezTo>
                  <a:pt x="57598" y="15806"/>
                  <a:pt x="57598" y="15831"/>
                  <a:pt x="57573" y="15831"/>
                </a:cubicBezTo>
                <a:lnTo>
                  <a:pt x="57573" y="15781"/>
                </a:lnTo>
                <a:cubicBezTo>
                  <a:pt x="57598" y="15781"/>
                  <a:pt x="57598" y="15756"/>
                  <a:pt x="57623" y="15756"/>
                </a:cubicBezTo>
                <a:close/>
                <a:moveTo>
                  <a:pt x="92695" y="14288"/>
                </a:moveTo>
                <a:cubicBezTo>
                  <a:pt x="92695" y="14313"/>
                  <a:pt x="92720" y="14337"/>
                  <a:pt x="92720" y="14387"/>
                </a:cubicBezTo>
                <a:cubicBezTo>
                  <a:pt x="89907" y="14636"/>
                  <a:pt x="86945" y="15159"/>
                  <a:pt x="83858" y="16005"/>
                </a:cubicBezTo>
                <a:cubicBezTo>
                  <a:pt x="83858" y="15955"/>
                  <a:pt x="83833" y="15931"/>
                  <a:pt x="83833" y="15906"/>
                </a:cubicBezTo>
                <a:cubicBezTo>
                  <a:pt x="86895" y="15059"/>
                  <a:pt x="89907" y="14537"/>
                  <a:pt x="92695" y="14288"/>
                </a:cubicBezTo>
                <a:close/>
                <a:moveTo>
                  <a:pt x="110635" y="14700"/>
                </a:moveTo>
                <a:cubicBezTo>
                  <a:pt x="110653" y="14721"/>
                  <a:pt x="110672" y="14742"/>
                  <a:pt x="110691" y="14761"/>
                </a:cubicBezTo>
                <a:cubicBezTo>
                  <a:pt x="110766" y="14885"/>
                  <a:pt x="110840" y="15010"/>
                  <a:pt x="110940" y="15159"/>
                </a:cubicBezTo>
                <a:cubicBezTo>
                  <a:pt x="111073" y="15425"/>
                  <a:pt x="111206" y="15712"/>
                  <a:pt x="111340" y="16018"/>
                </a:cubicBezTo>
                <a:lnTo>
                  <a:pt x="111340" y="16018"/>
                </a:lnTo>
                <a:cubicBezTo>
                  <a:pt x="111306" y="15954"/>
                  <a:pt x="111272" y="15892"/>
                  <a:pt x="111239" y="15831"/>
                </a:cubicBezTo>
                <a:cubicBezTo>
                  <a:pt x="111089" y="15557"/>
                  <a:pt x="110965" y="15283"/>
                  <a:pt x="110815" y="15010"/>
                </a:cubicBezTo>
                <a:cubicBezTo>
                  <a:pt x="110755" y="14902"/>
                  <a:pt x="110695" y="14799"/>
                  <a:pt x="110635" y="14700"/>
                </a:cubicBezTo>
                <a:close/>
                <a:moveTo>
                  <a:pt x="83634" y="15955"/>
                </a:moveTo>
                <a:cubicBezTo>
                  <a:pt x="83634" y="16005"/>
                  <a:pt x="83684" y="16030"/>
                  <a:pt x="83684" y="16055"/>
                </a:cubicBezTo>
                <a:cubicBezTo>
                  <a:pt x="83634" y="16055"/>
                  <a:pt x="83634" y="16055"/>
                  <a:pt x="83609" y="16080"/>
                </a:cubicBezTo>
                <a:cubicBezTo>
                  <a:pt x="83609" y="16030"/>
                  <a:pt x="83609" y="16005"/>
                  <a:pt x="83585" y="15955"/>
                </a:cubicBezTo>
                <a:close/>
                <a:moveTo>
                  <a:pt x="60486" y="6223"/>
                </a:moveTo>
                <a:lnTo>
                  <a:pt x="60486" y="6223"/>
                </a:lnTo>
                <a:cubicBezTo>
                  <a:pt x="59789" y="7244"/>
                  <a:pt x="59166" y="8488"/>
                  <a:pt x="58619" y="9857"/>
                </a:cubicBezTo>
                <a:cubicBezTo>
                  <a:pt x="57847" y="10081"/>
                  <a:pt x="57051" y="10330"/>
                  <a:pt x="56229" y="10604"/>
                </a:cubicBezTo>
                <a:cubicBezTo>
                  <a:pt x="55433" y="10903"/>
                  <a:pt x="54611" y="11176"/>
                  <a:pt x="53815" y="11525"/>
                </a:cubicBezTo>
                <a:cubicBezTo>
                  <a:pt x="52520" y="12023"/>
                  <a:pt x="51201" y="12645"/>
                  <a:pt x="49882" y="13267"/>
                </a:cubicBezTo>
                <a:cubicBezTo>
                  <a:pt x="49708" y="13342"/>
                  <a:pt x="49484" y="13441"/>
                  <a:pt x="49285" y="13541"/>
                </a:cubicBezTo>
                <a:cubicBezTo>
                  <a:pt x="49260" y="13541"/>
                  <a:pt x="49260" y="13566"/>
                  <a:pt x="49235" y="13566"/>
                </a:cubicBezTo>
                <a:cubicBezTo>
                  <a:pt x="48861" y="13765"/>
                  <a:pt x="48463" y="13939"/>
                  <a:pt x="48090" y="14163"/>
                </a:cubicBezTo>
                <a:cubicBezTo>
                  <a:pt x="48040" y="14163"/>
                  <a:pt x="48040" y="14188"/>
                  <a:pt x="48015" y="14188"/>
                </a:cubicBezTo>
                <a:cubicBezTo>
                  <a:pt x="47916" y="14263"/>
                  <a:pt x="47841" y="14313"/>
                  <a:pt x="47741" y="14337"/>
                </a:cubicBezTo>
                <a:cubicBezTo>
                  <a:pt x="47169" y="14636"/>
                  <a:pt x="46646" y="14935"/>
                  <a:pt x="46099" y="15258"/>
                </a:cubicBezTo>
                <a:cubicBezTo>
                  <a:pt x="45899" y="15333"/>
                  <a:pt x="45750" y="15433"/>
                  <a:pt x="45551" y="15532"/>
                </a:cubicBezTo>
                <a:cubicBezTo>
                  <a:pt x="45227" y="15706"/>
                  <a:pt x="44904" y="15931"/>
                  <a:pt x="44555" y="16105"/>
                </a:cubicBezTo>
                <a:cubicBezTo>
                  <a:pt x="44481" y="16179"/>
                  <a:pt x="44381" y="16204"/>
                  <a:pt x="44281" y="16279"/>
                </a:cubicBezTo>
                <a:cubicBezTo>
                  <a:pt x="44107" y="16155"/>
                  <a:pt x="43883" y="16030"/>
                  <a:pt x="43684" y="15906"/>
                </a:cubicBezTo>
                <a:cubicBezTo>
                  <a:pt x="49334" y="11923"/>
                  <a:pt x="54985" y="8687"/>
                  <a:pt x="60486" y="6223"/>
                </a:cubicBezTo>
                <a:close/>
                <a:moveTo>
                  <a:pt x="92844" y="14761"/>
                </a:moveTo>
                <a:lnTo>
                  <a:pt x="92844" y="14786"/>
                </a:lnTo>
                <a:lnTo>
                  <a:pt x="92844" y="14810"/>
                </a:lnTo>
                <a:cubicBezTo>
                  <a:pt x="92670" y="14810"/>
                  <a:pt x="92545" y="14835"/>
                  <a:pt x="92396" y="14885"/>
                </a:cubicBezTo>
                <a:cubicBezTo>
                  <a:pt x="92147" y="14935"/>
                  <a:pt x="91898" y="14960"/>
                  <a:pt x="91649" y="15034"/>
                </a:cubicBezTo>
                <a:cubicBezTo>
                  <a:pt x="91276" y="15134"/>
                  <a:pt x="90903" y="15209"/>
                  <a:pt x="90529" y="15333"/>
                </a:cubicBezTo>
                <a:cubicBezTo>
                  <a:pt x="90230" y="15408"/>
                  <a:pt x="89957" y="15507"/>
                  <a:pt x="89683" y="15557"/>
                </a:cubicBezTo>
                <a:cubicBezTo>
                  <a:pt x="89334" y="15657"/>
                  <a:pt x="89036" y="15806"/>
                  <a:pt x="88687" y="15906"/>
                </a:cubicBezTo>
                <a:cubicBezTo>
                  <a:pt x="88364" y="16005"/>
                  <a:pt x="88090" y="16130"/>
                  <a:pt x="87791" y="16204"/>
                </a:cubicBezTo>
                <a:cubicBezTo>
                  <a:pt x="87722" y="16231"/>
                  <a:pt x="87656" y="16257"/>
                  <a:pt x="87591" y="16284"/>
                </a:cubicBezTo>
                <a:lnTo>
                  <a:pt x="87591" y="16284"/>
                </a:lnTo>
                <a:cubicBezTo>
                  <a:pt x="87673" y="16248"/>
                  <a:pt x="87756" y="16213"/>
                  <a:pt x="87841" y="16179"/>
                </a:cubicBezTo>
                <a:lnTo>
                  <a:pt x="88588" y="15906"/>
                </a:lnTo>
                <a:cubicBezTo>
                  <a:pt x="88961" y="15781"/>
                  <a:pt x="89334" y="15632"/>
                  <a:pt x="89733" y="15507"/>
                </a:cubicBezTo>
                <a:lnTo>
                  <a:pt x="90479" y="15308"/>
                </a:lnTo>
                <a:cubicBezTo>
                  <a:pt x="90878" y="15184"/>
                  <a:pt x="91301" y="15084"/>
                  <a:pt x="91699" y="14960"/>
                </a:cubicBezTo>
                <a:cubicBezTo>
                  <a:pt x="91948" y="14910"/>
                  <a:pt x="92222" y="14885"/>
                  <a:pt x="92471" y="14810"/>
                </a:cubicBezTo>
                <a:cubicBezTo>
                  <a:pt x="92595" y="14786"/>
                  <a:pt x="92720" y="14761"/>
                  <a:pt x="92844" y="14761"/>
                </a:cubicBezTo>
                <a:close/>
                <a:moveTo>
                  <a:pt x="77835" y="7144"/>
                </a:moveTo>
                <a:cubicBezTo>
                  <a:pt x="80100" y="9558"/>
                  <a:pt x="81967" y="12570"/>
                  <a:pt x="83336" y="15881"/>
                </a:cubicBezTo>
                <a:cubicBezTo>
                  <a:pt x="82813" y="16030"/>
                  <a:pt x="82265" y="16179"/>
                  <a:pt x="81718" y="16329"/>
                </a:cubicBezTo>
                <a:cubicBezTo>
                  <a:pt x="81718" y="16304"/>
                  <a:pt x="81693" y="16304"/>
                  <a:pt x="81693" y="16279"/>
                </a:cubicBezTo>
                <a:cubicBezTo>
                  <a:pt x="81593" y="16080"/>
                  <a:pt x="81519" y="15931"/>
                  <a:pt x="81444" y="15781"/>
                </a:cubicBezTo>
                <a:cubicBezTo>
                  <a:pt x="81394" y="15731"/>
                  <a:pt x="81394" y="15682"/>
                  <a:pt x="81369" y="15657"/>
                </a:cubicBezTo>
                <a:cubicBezTo>
                  <a:pt x="81344" y="15582"/>
                  <a:pt x="81270" y="15482"/>
                  <a:pt x="81245" y="15433"/>
                </a:cubicBezTo>
                <a:lnTo>
                  <a:pt x="80971" y="14960"/>
                </a:lnTo>
                <a:cubicBezTo>
                  <a:pt x="80946" y="14935"/>
                  <a:pt x="80896" y="14860"/>
                  <a:pt x="80871" y="14835"/>
                </a:cubicBezTo>
                <a:cubicBezTo>
                  <a:pt x="80847" y="14810"/>
                  <a:pt x="80847" y="14786"/>
                  <a:pt x="80822" y="14761"/>
                </a:cubicBezTo>
                <a:cubicBezTo>
                  <a:pt x="80747" y="14686"/>
                  <a:pt x="80722" y="14586"/>
                  <a:pt x="80647" y="14537"/>
                </a:cubicBezTo>
                <a:cubicBezTo>
                  <a:pt x="80598" y="14437"/>
                  <a:pt x="80498" y="14337"/>
                  <a:pt x="80448" y="14238"/>
                </a:cubicBezTo>
                <a:cubicBezTo>
                  <a:pt x="80448" y="14238"/>
                  <a:pt x="80448" y="14213"/>
                  <a:pt x="80398" y="14213"/>
                </a:cubicBezTo>
                <a:cubicBezTo>
                  <a:pt x="80274" y="14039"/>
                  <a:pt x="80150" y="13865"/>
                  <a:pt x="80000" y="13690"/>
                </a:cubicBezTo>
                <a:cubicBezTo>
                  <a:pt x="79950" y="13616"/>
                  <a:pt x="79901" y="13566"/>
                  <a:pt x="79851" y="13491"/>
                </a:cubicBezTo>
                <a:cubicBezTo>
                  <a:pt x="79726" y="13342"/>
                  <a:pt x="79602" y="13217"/>
                  <a:pt x="79477" y="13068"/>
                </a:cubicBezTo>
                <a:lnTo>
                  <a:pt x="79378" y="12944"/>
                </a:lnTo>
                <a:lnTo>
                  <a:pt x="79328" y="12869"/>
                </a:lnTo>
                <a:lnTo>
                  <a:pt x="79229" y="12794"/>
                </a:lnTo>
                <a:lnTo>
                  <a:pt x="79204" y="12720"/>
                </a:lnTo>
                <a:lnTo>
                  <a:pt x="79079" y="12595"/>
                </a:lnTo>
                <a:cubicBezTo>
                  <a:pt x="78905" y="12446"/>
                  <a:pt x="78756" y="12296"/>
                  <a:pt x="78581" y="12122"/>
                </a:cubicBezTo>
                <a:cubicBezTo>
                  <a:pt x="78482" y="12048"/>
                  <a:pt x="78357" y="11948"/>
                  <a:pt x="78258" y="11848"/>
                </a:cubicBezTo>
                <a:cubicBezTo>
                  <a:pt x="78059" y="11699"/>
                  <a:pt x="77884" y="11575"/>
                  <a:pt x="77685" y="11425"/>
                </a:cubicBezTo>
                <a:cubicBezTo>
                  <a:pt x="77536" y="11301"/>
                  <a:pt x="77387" y="11201"/>
                  <a:pt x="77188" y="11077"/>
                </a:cubicBezTo>
                <a:cubicBezTo>
                  <a:pt x="76988" y="10952"/>
                  <a:pt x="76789" y="10803"/>
                  <a:pt x="76565" y="10679"/>
                </a:cubicBezTo>
                <a:cubicBezTo>
                  <a:pt x="76416" y="10579"/>
                  <a:pt x="76242" y="10479"/>
                  <a:pt x="76067" y="10405"/>
                </a:cubicBezTo>
                <a:cubicBezTo>
                  <a:pt x="75943" y="10330"/>
                  <a:pt x="75794" y="10230"/>
                  <a:pt x="75669" y="10181"/>
                </a:cubicBezTo>
                <a:cubicBezTo>
                  <a:pt x="75495" y="10081"/>
                  <a:pt x="75296" y="9982"/>
                  <a:pt x="75072" y="9882"/>
                </a:cubicBezTo>
                <a:cubicBezTo>
                  <a:pt x="74947" y="9832"/>
                  <a:pt x="74823" y="9807"/>
                  <a:pt x="74698" y="9733"/>
                </a:cubicBezTo>
                <a:cubicBezTo>
                  <a:pt x="74649" y="9708"/>
                  <a:pt x="74624" y="9708"/>
                  <a:pt x="74549" y="9683"/>
                </a:cubicBezTo>
                <a:cubicBezTo>
                  <a:pt x="75246" y="8936"/>
                  <a:pt x="75968" y="8165"/>
                  <a:pt x="76715" y="7468"/>
                </a:cubicBezTo>
                <a:cubicBezTo>
                  <a:pt x="77063" y="7343"/>
                  <a:pt x="77436" y="7244"/>
                  <a:pt x="77835" y="7144"/>
                </a:cubicBezTo>
                <a:close/>
                <a:moveTo>
                  <a:pt x="58619" y="10031"/>
                </a:moveTo>
                <a:lnTo>
                  <a:pt x="58619" y="10056"/>
                </a:lnTo>
                <a:lnTo>
                  <a:pt x="58619" y="10081"/>
                </a:lnTo>
                <a:cubicBezTo>
                  <a:pt x="58469" y="10181"/>
                  <a:pt x="58370" y="10181"/>
                  <a:pt x="58320" y="10206"/>
                </a:cubicBezTo>
                <a:cubicBezTo>
                  <a:pt x="58121" y="10280"/>
                  <a:pt x="57922" y="10305"/>
                  <a:pt x="57723" y="10355"/>
                </a:cubicBezTo>
                <a:lnTo>
                  <a:pt x="56603" y="10728"/>
                </a:lnTo>
                <a:cubicBezTo>
                  <a:pt x="56379" y="10803"/>
                  <a:pt x="56204" y="10853"/>
                  <a:pt x="55980" y="10927"/>
                </a:cubicBezTo>
                <a:cubicBezTo>
                  <a:pt x="55607" y="11052"/>
                  <a:pt x="55209" y="11201"/>
                  <a:pt x="54810" y="11351"/>
                </a:cubicBezTo>
                <a:cubicBezTo>
                  <a:pt x="54611" y="11425"/>
                  <a:pt x="54387" y="11525"/>
                  <a:pt x="54213" y="11575"/>
                </a:cubicBezTo>
                <a:cubicBezTo>
                  <a:pt x="53815" y="11724"/>
                  <a:pt x="53392" y="11898"/>
                  <a:pt x="53018" y="12072"/>
                </a:cubicBezTo>
                <a:cubicBezTo>
                  <a:pt x="52844" y="12172"/>
                  <a:pt x="52620" y="12222"/>
                  <a:pt x="52446" y="12321"/>
                </a:cubicBezTo>
                <a:cubicBezTo>
                  <a:pt x="52023" y="12471"/>
                  <a:pt x="51649" y="12670"/>
                  <a:pt x="51251" y="12844"/>
                </a:cubicBezTo>
                <a:cubicBezTo>
                  <a:pt x="51027" y="12944"/>
                  <a:pt x="50853" y="13043"/>
                  <a:pt x="50629" y="13143"/>
                </a:cubicBezTo>
                <a:cubicBezTo>
                  <a:pt x="50255" y="13317"/>
                  <a:pt x="49857" y="13516"/>
                  <a:pt x="49484" y="13690"/>
                </a:cubicBezTo>
                <a:cubicBezTo>
                  <a:pt x="49260" y="13790"/>
                  <a:pt x="49036" y="13914"/>
                  <a:pt x="48837" y="14014"/>
                </a:cubicBezTo>
                <a:cubicBezTo>
                  <a:pt x="48463" y="14188"/>
                  <a:pt x="48040" y="14412"/>
                  <a:pt x="47667" y="14636"/>
                </a:cubicBezTo>
                <a:cubicBezTo>
                  <a:pt x="47468" y="14761"/>
                  <a:pt x="47244" y="14835"/>
                  <a:pt x="47019" y="14960"/>
                </a:cubicBezTo>
                <a:cubicBezTo>
                  <a:pt x="46771" y="15084"/>
                  <a:pt x="46522" y="15258"/>
                  <a:pt x="46273" y="15408"/>
                </a:cubicBezTo>
                <a:cubicBezTo>
                  <a:pt x="46099" y="15507"/>
                  <a:pt x="45924" y="15582"/>
                  <a:pt x="45750" y="15706"/>
                </a:cubicBezTo>
                <a:cubicBezTo>
                  <a:pt x="45551" y="15831"/>
                  <a:pt x="45377" y="15931"/>
                  <a:pt x="45178" y="16030"/>
                </a:cubicBezTo>
                <a:cubicBezTo>
                  <a:pt x="45028" y="16130"/>
                  <a:pt x="44904" y="16204"/>
                  <a:pt x="44754" y="16279"/>
                </a:cubicBezTo>
                <a:cubicBezTo>
                  <a:pt x="44680" y="16304"/>
                  <a:pt x="44630" y="16329"/>
                  <a:pt x="44555" y="16403"/>
                </a:cubicBezTo>
                <a:lnTo>
                  <a:pt x="44530" y="16379"/>
                </a:lnTo>
                <a:cubicBezTo>
                  <a:pt x="44530" y="16379"/>
                  <a:pt x="44505" y="16379"/>
                  <a:pt x="44505" y="16329"/>
                </a:cubicBezTo>
                <a:cubicBezTo>
                  <a:pt x="44555" y="16304"/>
                  <a:pt x="44605" y="16279"/>
                  <a:pt x="44655" y="16254"/>
                </a:cubicBezTo>
                <a:cubicBezTo>
                  <a:pt x="44779" y="16155"/>
                  <a:pt x="44929" y="16080"/>
                  <a:pt x="45053" y="16005"/>
                </a:cubicBezTo>
                <a:cubicBezTo>
                  <a:pt x="45277" y="15881"/>
                  <a:pt x="45476" y="15756"/>
                  <a:pt x="45675" y="15632"/>
                </a:cubicBezTo>
                <a:cubicBezTo>
                  <a:pt x="45850" y="15532"/>
                  <a:pt x="45999" y="15433"/>
                  <a:pt x="46173" y="15333"/>
                </a:cubicBezTo>
                <a:lnTo>
                  <a:pt x="46223" y="15333"/>
                </a:lnTo>
                <a:cubicBezTo>
                  <a:pt x="50454" y="12944"/>
                  <a:pt x="54636" y="11151"/>
                  <a:pt x="58619" y="10031"/>
                </a:cubicBezTo>
                <a:close/>
                <a:moveTo>
                  <a:pt x="43510" y="16030"/>
                </a:moveTo>
                <a:cubicBezTo>
                  <a:pt x="43734" y="16130"/>
                  <a:pt x="43908" y="16254"/>
                  <a:pt x="44107" y="16403"/>
                </a:cubicBezTo>
                <a:cubicBezTo>
                  <a:pt x="44057" y="16403"/>
                  <a:pt x="44057" y="16428"/>
                  <a:pt x="44033" y="16428"/>
                </a:cubicBezTo>
                <a:cubicBezTo>
                  <a:pt x="43933" y="16379"/>
                  <a:pt x="43883" y="16329"/>
                  <a:pt x="43809" y="16279"/>
                </a:cubicBezTo>
                <a:lnTo>
                  <a:pt x="43784" y="16279"/>
                </a:lnTo>
                <a:cubicBezTo>
                  <a:pt x="43659" y="16204"/>
                  <a:pt x="43560" y="16155"/>
                  <a:pt x="43435" y="16055"/>
                </a:cubicBezTo>
                <a:cubicBezTo>
                  <a:pt x="43485" y="16055"/>
                  <a:pt x="43485" y="16030"/>
                  <a:pt x="43510" y="16030"/>
                </a:cubicBezTo>
                <a:close/>
                <a:moveTo>
                  <a:pt x="44281" y="16503"/>
                </a:moveTo>
                <a:cubicBezTo>
                  <a:pt x="44306" y="16503"/>
                  <a:pt x="44306" y="16503"/>
                  <a:pt x="44356" y="16528"/>
                </a:cubicBezTo>
                <a:cubicBezTo>
                  <a:pt x="44306" y="16528"/>
                  <a:pt x="44306" y="16553"/>
                  <a:pt x="44281" y="16553"/>
                </a:cubicBezTo>
                <a:lnTo>
                  <a:pt x="44257" y="16553"/>
                </a:lnTo>
                <a:cubicBezTo>
                  <a:pt x="44257" y="16553"/>
                  <a:pt x="44232" y="16553"/>
                  <a:pt x="44232" y="16528"/>
                </a:cubicBezTo>
                <a:cubicBezTo>
                  <a:pt x="44257" y="16528"/>
                  <a:pt x="44257" y="16503"/>
                  <a:pt x="44281" y="16503"/>
                </a:cubicBezTo>
                <a:close/>
                <a:moveTo>
                  <a:pt x="83385" y="16030"/>
                </a:moveTo>
                <a:cubicBezTo>
                  <a:pt x="83385" y="16055"/>
                  <a:pt x="83435" y="16080"/>
                  <a:pt x="83435" y="16105"/>
                </a:cubicBezTo>
                <a:lnTo>
                  <a:pt x="81842" y="16578"/>
                </a:lnTo>
                <a:cubicBezTo>
                  <a:pt x="81842" y="16553"/>
                  <a:pt x="81817" y="16553"/>
                  <a:pt x="81817" y="16553"/>
                </a:cubicBezTo>
                <a:cubicBezTo>
                  <a:pt x="81842" y="16528"/>
                  <a:pt x="81817" y="16503"/>
                  <a:pt x="81817" y="16503"/>
                </a:cubicBezTo>
                <a:lnTo>
                  <a:pt x="83385" y="16030"/>
                </a:lnTo>
                <a:close/>
                <a:moveTo>
                  <a:pt x="92659" y="14538"/>
                </a:moveTo>
                <a:lnTo>
                  <a:pt x="92659" y="14538"/>
                </a:lnTo>
                <a:cubicBezTo>
                  <a:pt x="92628" y="14542"/>
                  <a:pt x="92567" y="14562"/>
                  <a:pt x="92545" y="14562"/>
                </a:cubicBezTo>
                <a:lnTo>
                  <a:pt x="91599" y="14761"/>
                </a:lnTo>
                <a:cubicBezTo>
                  <a:pt x="91276" y="14835"/>
                  <a:pt x="90903" y="14935"/>
                  <a:pt x="90554" y="15034"/>
                </a:cubicBezTo>
                <a:cubicBezTo>
                  <a:pt x="90280" y="15134"/>
                  <a:pt x="89957" y="15184"/>
                  <a:pt x="89683" y="15283"/>
                </a:cubicBezTo>
                <a:lnTo>
                  <a:pt x="88662" y="15657"/>
                </a:lnTo>
                <a:cubicBezTo>
                  <a:pt x="88364" y="15756"/>
                  <a:pt x="88090" y="15831"/>
                  <a:pt x="87816" y="15955"/>
                </a:cubicBezTo>
                <a:cubicBezTo>
                  <a:pt x="87468" y="16080"/>
                  <a:pt x="87169" y="16254"/>
                  <a:pt x="86845" y="16403"/>
                </a:cubicBezTo>
                <a:cubicBezTo>
                  <a:pt x="86571" y="16528"/>
                  <a:pt x="86248" y="16652"/>
                  <a:pt x="85974" y="16777"/>
                </a:cubicBezTo>
                <a:cubicBezTo>
                  <a:pt x="85675" y="16926"/>
                  <a:pt x="85377" y="17075"/>
                  <a:pt x="85078" y="17250"/>
                </a:cubicBezTo>
                <a:cubicBezTo>
                  <a:pt x="84879" y="17324"/>
                  <a:pt x="84680" y="17449"/>
                  <a:pt x="84481" y="17548"/>
                </a:cubicBezTo>
                <a:lnTo>
                  <a:pt x="83933" y="16155"/>
                </a:lnTo>
                <a:cubicBezTo>
                  <a:pt x="86966" y="15309"/>
                  <a:pt x="89899" y="14787"/>
                  <a:pt x="92659" y="14538"/>
                </a:cubicBezTo>
                <a:close/>
                <a:moveTo>
                  <a:pt x="83734" y="16179"/>
                </a:moveTo>
                <a:cubicBezTo>
                  <a:pt x="83958" y="16677"/>
                  <a:pt x="84132" y="17175"/>
                  <a:pt x="84306" y="17648"/>
                </a:cubicBezTo>
                <a:cubicBezTo>
                  <a:pt x="84257" y="17648"/>
                  <a:pt x="84257" y="17673"/>
                  <a:pt x="84232" y="17673"/>
                </a:cubicBezTo>
                <a:cubicBezTo>
                  <a:pt x="84057" y="17175"/>
                  <a:pt x="83858" y="16677"/>
                  <a:pt x="83684" y="16204"/>
                </a:cubicBezTo>
                <a:cubicBezTo>
                  <a:pt x="83709" y="16204"/>
                  <a:pt x="83709" y="16204"/>
                  <a:pt x="83734" y="16179"/>
                </a:cubicBezTo>
                <a:close/>
                <a:moveTo>
                  <a:pt x="111549" y="16427"/>
                </a:moveTo>
                <a:cubicBezTo>
                  <a:pt x="111605" y="16527"/>
                  <a:pt x="111662" y="16627"/>
                  <a:pt x="111711" y="16727"/>
                </a:cubicBezTo>
                <a:cubicBezTo>
                  <a:pt x="111836" y="17026"/>
                  <a:pt x="111960" y="17324"/>
                  <a:pt x="112060" y="17648"/>
                </a:cubicBezTo>
                <a:cubicBezTo>
                  <a:pt x="112075" y="17699"/>
                  <a:pt x="112092" y="17750"/>
                  <a:pt x="112111" y="17802"/>
                </a:cubicBezTo>
                <a:lnTo>
                  <a:pt x="112111" y="17802"/>
                </a:lnTo>
                <a:cubicBezTo>
                  <a:pt x="112061" y="17678"/>
                  <a:pt x="112008" y="17554"/>
                  <a:pt x="111960" y="17424"/>
                </a:cubicBezTo>
                <a:cubicBezTo>
                  <a:pt x="111836" y="17150"/>
                  <a:pt x="111736" y="16827"/>
                  <a:pt x="111612" y="16553"/>
                </a:cubicBezTo>
                <a:cubicBezTo>
                  <a:pt x="111591" y="16511"/>
                  <a:pt x="111570" y="16469"/>
                  <a:pt x="111549" y="16427"/>
                </a:cubicBezTo>
                <a:close/>
                <a:moveTo>
                  <a:pt x="109646" y="17573"/>
                </a:moveTo>
                <a:cubicBezTo>
                  <a:pt x="109769" y="17644"/>
                  <a:pt x="109892" y="17727"/>
                  <a:pt x="110006" y="17813"/>
                </a:cubicBezTo>
                <a:lnTo>
                  <a:pt x="110006" y="17813"/>
                </a:lnTo>
                <a:cubicBezTo>
                  <a:pt x="109889" y="17731"/>
                  <a:pt x="109769" y="17650"/>
                  <a:pt x="109646" y="17573"/>
                </a:cubicBezTo>
                <a:close/>
                <a:moveTo>
                  <a:pt x="87278" y="16426"/>
                </a:moveTo>
                <a:cubicBezTo>
                  <a:pt x="87156" y="16486"/>
                  <a:pt x="87038" y="16552"/>
                  <a:pt x="86920" y="16627"/>
                </a:cubicBezTo>
                <a:cubicBezTo>
                  <a:pt x="86596" y="16777"/>
                  <a:pt x="86298" y="16901"/>
                  <a:pt x="85974" y="17051"/>
                </a:cubicBezTo>
                <a:cubicBezTo>
                  <a:pt x="85700" y="17175"/>
                  <a:pt x="85451" y="17324"/>
                  <a:pt x="85178" y="17499"/>
                </a:cubicBezTo>
                <a:cubicBezTo>
                  <a:pt x="84954" y="17623"/>
                  <a:pt x="84730" y="17698"/>
                  <a:pt x="84555" y="17822"/>
                </a:cubicBezTo>
                <a:lnTo>
                  <a:pt x="84555" y="17797"/>
                </a:lnTo>
                <a:lnTo>
                  <a:pt x="84555" y="17772"/>
                </a:lnTo>
                <a:cubicBezTo>
                  <a:pt x="84730" y="17673"/>
                  <a:pt x="84879" y="17573"/>
                  <a:pt x="85078" y="17499"/>
                </a:cubicBezTo>
                <a:cubicBezTo>
                  <a:pt x="85377" y="17324"/>
                  <a:pt x="85700" y="17150"/>
                  <a:pt x="85999" y="17001"/>
                </a:cubicBezTo>
                <a:cubicBezTo>
                  <a:pt x="86248" y="16876"/>
                  <a:pt x="86547" y="16752"/>
                  <a:pt x="86795" y="16652"/>
                </a:cubicBezTo>
                <a:cubicBezTo>
                  <a:pt x="86951" y="16581"/>
                  <a:pt x="87112" y="16503"/>
                  <a:pt x="87278" y="16426"/>
                </a:cubicBezTo>
                <a:close/>
                <a:moveTo>
                  <a:pt x="84356" y="17872"/>
                </a:moveTo>
                <a:lnTo>
                  <a:pt x="84356" y="17897"/>
                </a:lnTo>
                <a:lnTo>
                  <a:pt x="84356" y="17922"/>
                </a:lnTo>
                <a:cubicBezTo>
                  <a:pt x="84331" y="17922"/>
                  <a:pt x="84331" y="17947"/>
                  <a:pt x="84306" y="17947"/>
                </a:cubicBezTo>
                <a:lnTo>
                  <a:pt x="84306" y="17922"/>
                </a:lnTo>
                <a:lnTo>
                  <a:pt x="84306" y="17897"/>
                </a:lnTo>
                <a:cubicBezTo>
                  <a:pt x="84331" y="17872"/>
                  <a:pt x="84331" y="17872"/>
                  <a:pt x="84356" y="17872"/>
                </a:cubicBezTo>
                <a:close/>
                <a:moveTo>
                  <a:pt x="40772" y="15209"/>
                </a:moveTo>
                <a:cubicBezTo>
                  <a:pt x="40946" y="15209"/>
                  <a:pt x="41170" y="15258"/>
                  <a:pt x="41394" y="15308"/>
                </a:cubicBezTo>
                <a:lnTo>
                  <a:pt x="41419" y="15308"/>
                </a:lnTo>
                <a:cubicBezTo>
                  <a:pt x="41643" y="15383"/>
                  <a:pt x="41892" y="15433"/>
                  <a:pt x="42141" y="15557"/>
                </a:cubicBezTo>
                <a:cubicBezTo>
                  <a:pt x="42390" y="15657"/>
                  <a:pt x="42639" y="15781"/>
                  <a:pt x="42888" y="15931"/>
                </a:cubicBezTo>
                <a:cubicBezTo>
                  <a:pt x="41743" y="16727"/>
                  <a:pt x="40622" y="17573"/>
                  <a:pt x="39527" y="18445"/>
                </a:cubicBezTo>
                <a:cubicBezTo>
                  <a:pt x="39502" y="18370"/>
                  <a:pt x="39502" y="18270"/>
                  <a:pt x="39502" y="18171"/>
                </a:cubicBezTo>
                <a:cubicBezTo>
                  <a:pt x="39502" y="18071"/>
                  <a:pt x="39453" y="17972"/>
                  <a:pt x="39453" y="17897"/>
                </a:cubicBezTo>
                <a:cubicBezTo>
                  <a:pt x="39453" y="17797"/>
                  <a:pt x="39428" y="17698"/>
                  <a:pt x="39428" y="17598"/>
                </a:cubicBezTo>
                <a:lnTo>
                  <a:pt x="39428" y="17399"/>
                </a:lnTo>
                <a:lnTo>
                  <a:pt x="39428" y="17100"/>
                </a:lnTo>
                <a:lnTo>
                  <a:pt x="39428" y="16926"/>
                </a:lnTo>
                <a:cubicBezTo>
                  <a:pt x="39428" y="16827"/>
                  <a:pt x="39428" y="16777"/>
                  <a:pt x="39453" y="16677"/>
                </a:cubicBezTo>
                <a:cubicBezTo>
                  <a:pt x="39453" y="16603"/>
                  <a:pt x="39502" y="16553"/>
                  <a:pt x="39502" y="16478"/>
                </a:cubicBezTo>
                <a:cubicBezTo>
                  <a:pt x="39453" y="16428"/>
                  <a:pt x="39502" y="16329"/>
                  <a:pt x="39502" y="16279"/>
                </a:cubicBezTo>
                <a:cubicBezTo>
                  <a:pt x="39527" y="16204"/>
                  <a:pt x="39527" y="16155"/>
                  <a:pt x="39552" y="16080"/>
                </a:cubicBezTo>
                <a:cubicBezTo>
                  <a:pt x="39577" y="16030"/>
                  <a:pt x="39577" y="16005"/>
                  <a:pt x="39602" y="15931"/>
                </a:cubicBezTo>
                <a:cubicBezTo>
                  <a:pt x="39652" y="15831"/>
                  <a:pt x="39701" y="15756"/>
                  <a:pt x="39776" y="15657"/>
                </a:cubicBezTo>
                <a:lnTo>
                  <a:pt x="39901" y="15532"/>
                </a:lnTo>
                <a:cubicBezTo>
                  <a:pt x="40000" y="15458"/>
                  <a:pt x="40075" y="15408"/>
                  <a:pt x="40150" y="15333"/>
                </a:cubicBezTo>
                <a:cubicBezTo>
                  <a:pt x="40324" y="15258"/>
                  <a:pt x="40523" y="15209"/>
                  <a:pt x="40772" y="15209"/>
                </a:cubicBezTo>
                <a:close/>
                <a:moveTo>
                  <a:pt x="39428" y="15906"/>
                </a:moveTo>
                <a:cubicBezTo>
                  <a:pt x="39403" y="15931"/>
                  <a:pt x="39403" y="16005"/>
                  <a:pt x="39403" y="16030"/>
                </a:cubicBezTo>
                <a:cubicBezTo>
                  <a:pt x="39378" y="16080"/>
                  <a:pt x="39328" y="16155"/>
                  <a:pt x="39328" y="16204"/>
                </a:cubicBezTo>
                <a:cubicBezTo>
                  <a:pt x="39303" y="16279"/>
                  <a:pt x="39303" y="16379"/>
                  <a:pt x="39303" y="16428"/>
                </a:cubicBezTo>
                <a:cubicBezTo>
                  <a:pt x="39303" y="16503"/>
                  <a:pt x="39278" y="16553"/>
                  <a:pt x="39278" y="16627"/>
                </a:cubicBezTo>
                <a:cubicBezTo>
                  <a:pt x="39278" y="16702"/>
                  <a:pt x="39278" y="16802"/>
                  <a:pt x="39253" y="16876"/>
                </a:cubicBezTo>
                <a:lnTo>
                  <a:pt x="39253" y="17075"/>
                </a:lnTo>
                <a:lnTo>
                  <a:pt x="39253" y="17374"/>
                </a:lnTo>
                <a:lnTo>
                  <a:pt x="39253" y="17623"/>
                </a:lnTo>
                <a:cubicBezTo>
                  <a:pt x="39253" y="17698"/>
                  <a:pt x="39278" y="17822"/>
                  <a:pt x="39278" y="17922"/>
                </a:cubicBezTo>
                <a:cubicBezTo>
                  <a:pt x="39278" y="18021"/>
                  <a:pt x="39303" y="18121"/>
                  <a:pt x="39303" y="18196"/>
                </a:cubicBezTo>
                <a:cubicBezTo>
                  <a:pt x="39303" y="18295"/>
                  <a:pt x="39328" y="18420"/>
                  <a:pt x="39378" y="18544"/>
                </a:cubicBezTo>
                <a:lnTo>
                  <a:pt x="39378" y="18569"/>
                </a:lnTo>
                <a:cubicBezTo>
                  <a:pt x="39328" y="18569"/>
                  <a:pt x="39328" y="18594"/>
                  <a:pt x="39303" y="18594"/>
                </a:cubicBezTo>
                <a:lnTo>
                  <a:pt x="39303" y="18519"/>
                </a:lnTo>
                <a:cubicBezTo>
                  <a:pt x="39278" y="18420"/>
                  <a:pt x="39278" y="18295"/>
                  <a:pt x="39253" y="18196"/>
                </a:cubicBezTo>
                <a:cubicBezTo>
                  <a:pt x="39253" y="18121"/>
                  <a:pt x="39204" y="18021"/>
                  <a:pt x="39204" y="17922"/>
                </a:cubicBezTo>
                <a:cubicBezTo>
                  <a:pt x="39204" y="17822"/>
                  <a:pt x="39179" y="17698"/>
                  <a:pt x="39179" y="17598"/>
                </a:cubicBezTo>
                <a:lnTo>
                  <a:pt x="39179" y="17399"/>
                </a:lnTo>
                <a:lnTo>
                  <a:pt x="39179" y="17075"/>
                </a:lnTo>
                <a:lnTo>
                  <a:pt x="39179" y="16851"/>
                </a:lnTo>
                <a:cubicBezTo>
                  <a:pt x="39179" y="16777"/>
                  <a:pt x="39179" y="16677"/>
                  <a:pt x="39204" y="16578"/>
                </a:cubicBezTo>
                <a:cubicBezTo>
                  <a:pt x="39204" y="16528"/>
                  <a:pt x="39253" y="16453"/>
                  <a:pt x="39253" y="16403"/>
                </a:cubicBezTo>
                <a:cubicBezTo>
                  <a:pt x="39253" y="16329"/>
                  <a:pt x="39278" y="16229"/>
                  <a:pt x="39278" y="16179"/>
                </a:cubicBezTo>
                <a:cubicBezTo>
                  <a:pt x="39278" y="16130"/>
                  <a:pt x="39303" y="16055"/>
                  <a:pt x="39328" y="16005"/>
                </a:cubicBezTo>
                <a:lnTo>
                  <a:pt x="39428" y="15906"/>
                </a:lnTo>
                <a:close/>
                <a:moveTo>
                  <a:pt x="43062" y="16030"/>
                </a:moveTo>
                <a:cubicBezTo>
                  <a:pt x="43112" y="16030"/>
                  <a:pt x="43112" y="16055"/>
                  <a:pt x="43136" y="16055"/>
                </a:cubicBezTo>
                <a:cubicBezTo>
                  <a:pt x="41917" y="16926"/>
                  <a:pt x="40747" y="17797"/>
                  <a:pt x="39577" y="18693"/>
                </a:cubicBezTo>
                <a:lnTo>
                  <a:pt x="39577" y="18644"/>
                </a:lnTo>
                <a:cubicBezTo>
                  <a:pt x="40697" y="17772"/>
                  <a:pt x="41892" y="16901"/>
                  <a:pt x="43062" y="16030"/>
                </a:cubicBezTo>
                <a:close/>
                <a:moveTo>
                  <a:pt x="83585" y="16279"/>
                </a:moveTo>
                <a:cubicBezTo>
                  <a:pt x="83709" y="16777"/>
                  <a:pt x="83883" y="17275"/>
                  <a:pt x="84082" y="17797"/>
                </a:cubicBezTo>
                <a:cubicBezTo>
                  <a:pt x="83833" y="17947"/>
                  <a:pt x="83609" y="18121"/>
                  <a:pt x="83361" y="18270"/>
                </a:cubicBezTo>
                <a:cubicBezTo>
                  <a:pt x="83112" y="18420"/>
                  <a:pt x="82863" y="18569"/>
                  <a:pt x="82639" y="18743"/>
                </a:cubicBezTo>
                <a:cubicBezTo>
                  <a:pt x="82614" y="18644"/>
                  <a:pt x="82589" y="18569"/>
                  <a:pt x="82589" y="18494"/>
                </a:cubicBezTo>
                <a:cubicBezTo>
                  <a:pt x="82514" y="18295"/>
                  <a:pt x="82464" y="18121"/>
                  <a:pt x="82440" y="17947"/>
                </a:cubicBezTo>
                <a:lnTo>
                  <a:pt x="82440" y="17922"/>
                </a:lnTo>
                <a:cubicBezTo>
                  <a:pt x="82440" y="17897"/>
                  <a:pt x="82390" y="17822"/>
                  <a:pt x="82390" y="17797"/>
                </a:cubicBezTo>
                <a:cubicBezTo>
                  <a:pt x="82365" y="17698"/>
                  <a:pt x="82340" y="17648"/>
                  <a:pt x="82290" y="17548"/>
                </a:cubicBezTo>
                <a:lnTo>
                  <a:pt x="82116" y="17075"/>
                </a:lnTo>
                <a:cubicBezTo>
                  <a:pt x="82091" y="16951"/>
                  <a:pt x="82016" y="16876"/>
                  <a:pt x="81991" y="16752"/>
                </a:cubicBezTo>
                <a:lnTo>
                  <a:pt x="83585" y="16279"/>
                </a:lnTo>
                <a:close/>
                <a:moveTo>
                  <a:pt x="79229" y="13342"/>
                </a:moveTo>
                <a:cubicBezTo>
                  <a:pt x="79253" y="13417"/>
                  <a:pt x="79303" y="13441"/>
                  <a:pt x="79353" y="13516"/>
                </a:cubicBezTo>
                <a:cubicBezTo>
                  <a:pt x="79602" y="13790"/>
                  <a:pt x="79851" y="14089"/>
                  <a:pt x="80100" y="14412"/>
                </a:cubicBezTo>
                <a:cubicBezTo>
                  <a:pt x="80150" y="14462"/>
                  <a:pt x="80174" y="14537"/>
                  <a:pt x="80249" y="14636"/>
                </a:cubicBezTo>
                <a:cubicBezTo>
                  <a:pt x="80523" y="15010"/>
                  <a:pt x="80772" y="15408"/>
                  <a:pt x="80996" y="15806"/>
                </a:cubicBezTo>
                <a:cubicBezTo>
                  <a:pt x="81046" y="15906"/>
                  <a:pt x="81095" y="16005"/>
                  <a:pt x="81145" y="16130"/>
                </a:cubicBezTo>
                <a:cubicBezTo>
                  <a:pt x="81220" y="16254"/>
                  <a:pt x="81245" y="16329"/>
                  <a:pt x="81295" y="16453"/>
                </a:cubicBezTo>
                <a:cubicBezTo>
                  <a:pt x="79229" y="17125"/>
                  <a:pt x="77138" y="17897"/>
                  <a:pt x="75022" y="18768"/>
                </a:cubicBezTo>
                <a:cubicBezTo>
                  <a:pt x="75221" y="18420"/>
                  <a:pt x="75420" y="18071"/>
                  <a:pt x="75644" y="17748"/>
                </a:cubicBezTo>
                <a:cubicBezTo>
                  <a:pt x="75719" y="17648"/>
                  <a:pt x="75744" y="17573"/>
                  <a:pt x="75794" y="17499"/>
                </a:cubicBezTo>
                <a:cubicBezTo>
                  <a:pt x="76092" y="17051"/>
                  <a:pt x="76391" y="16627"/>
                  <a:pt x="76715" y="16204"/>
                </a:cubicBezTo>
                <a:cubicBezTo>
                  <a:pt x="76764" y="16130"/>
                  <a:pt x="76814" y="16055"/>
                  <a:pt x="76889" y="15955"/>
                </a:cubicBezTo>
                <a:cubicBezTo>
                  <a:pt x="77212" y="15532"/>
                  <a:pt x="77536" y="15134"/>
                  <a:pt x="77909" y="14711"/>
                </a:cubicBezTo>
                <a:lnTo>
                  <a:pt x="78034" y="14586"/>
                </a:lnTo>
                <a:cubicBezTo>
                  <a:pt x="78382" y="14213"/>
                  <a:pt x="78756" y="13815"/>
                  <a:pt x="79104" y="13466"/>
                </a:cubicBezTo>
                <a:lnTo>
                  <a:pt x="79229" y="13342"/>
                </a:lnTo>
                <a:close/>
                <a:moveTo>
                  <a:pt x="39403" y="18818"/>
                </a:moveTo>
                <a:lnTo>
                  <a:pt x="39403" y="18893"/>
                </a:lnTo>
                <a:cubicBezTo>
                  <a:pt x="39403" y="18893"/>
                  <a:pt x="39378" y="18893"/>
                  <a:pt x="39328" y="18917"/>
                </a:cubicBezTo>
                <a:lnTo>
                  <a:pt x="39328" y="18843"/>
                </a:lnTo>
                <a:cubicBezTo>
                  <a:pt x="39378" y="18843"/>
                  <a:pt x="39378" y="18818"/>
                  <a:pt x="39403" y="18818"/>
                </a:cubicBezTo>
                <a:close/>
                <a:moveTo>
                  <a:pt x="84132" y="17972"/>
                </a:moveTo>
                <a:lnTo>
                  <a:pt x="84132" y="18021"/>
                </a:lnTo>
                <a:lnTo>
                  <a:pt x="84132" y="18046"/>
                </a:lnTo>
                <a:cubicBezTo>
                  <a:pt x="83933" y="18171"/>
                  <a:pt x="83684" y="18320"/>
                  <a:pt x="83460" y="18494"/>
                </a:cubicBezTo>
                <a:cubicBezTo>
                  <a:pt x="83211" y="18644"/>
                  <a:pt x="82962" y="18793"/>
                  <a:pt x="82713" y="18992"/>
                </a:cubicBezTo>
                <a:lnTo>
                  <a:pt x="82688" y="18917"/>
                </a:lnTo>
                <a:cubicBezTo>
                  <a:pt x="82888" y="18768"/>
                  <a:pt x="83136" y="18594"/>
                  <a:pt x="83361" y="18469"/>
                </a:cubicBezTo>
                <a:cubicBezTo>
                  <a:pt x="83609" y="18320"/>
                  <a:pt x="83858" y="18146"/>
                  <a:pt x="84132" y="17972"/>
                </a:cubicBezTo>
                <a:close/>
                <a:moveTo>
                  <a:pt x="81369" y="16627"/>
                </a:moveTo>
                <a:cubicBezTo>
                  <a:pt x="81369" y="16652"/>
                  <a:pt x="81394" y="16677"/>
                  <a:pt x="81394" y="16702"/>
                </a:cubicBezTo>
                <a:cubicBezTo>
                  <a:pt x="79253" y="17399"/>
                  <a:pt x="77013" y="18196"/>
                  <a:pt x="74773" y="19166"/>
                </a:cubicBezTo>
                <a:cubicBezTo>
                  <a:pt x="74798" y="19117"/>
                  <a:pt x="74848" y="19067"/>
                  <a:pt x="74848" y="19042"/>
                </a:cubicBezTo>
                <a:cubicBezTo>
                  <a:pt x="77038" y="18121"/>
                  <a:pt x="79229" y="17300"/>
                  <a:pt x="81369" y="16627"/>
                </a:cubicBezTo>
                <a:close/>
                <a:moveTo>
                  <a:pt x="43286" y="16155"/>
                </a:moveTo>
                <a:lnTo>
                  <a:pt x="43858" y="16528"/>
                </a:lnTo>
                <a:cubicBezTo>
                  <a:pt x="43784" y="16578"/>
                  <a:pt x="43734" y="16652"/>
                  <a:pt x="43634" y="16677"/>
                </a:cubicBezTo>
                <a:cubicBezTo>
                  <a:pt x="43136" y="17001"/>
                  <a:pt x="42664" y="17300"/>
                  <a:pt x="42166" y="17623"/>
                </a:cubicBezTo>
                <a:cubicBezTo>
                  <a:pt x="41991" y="17748"/>
                  <a:pt x="41792" y="17872"/>
                  <a:pt x="41568" y="17996"/>
                </a:cubicBezTo>
                <a:lnTo>
                  <a:pt x="40747" y="18544"/>
                </a:lnTo>
                <a:cubicBezTo>
                  <a:pt x="40523" y="18693"/>
                  <a:pt x="40324" y="18818"/>
                  <a:pt x="40125" y="18942"/>
                </a:cubicBezTo>
                <a:cubicBezTo>
                  <a:pt x="39950" y="19042"/>
                  <a:pt x="39801" y="19166"/>
                  <a:pt x="39652" y="19266"/>
                </a:cubicBezTo>
                <a:cubicBezTo>
                  <a:pt x="39652" y="19191"/>
                  <a:pt x="39627" y="19141"/>
                  <a:pt x="39627" y="19067"/>
                </a:cubicBezTo>
                <a:cubicBezTo>
                  <a:pt x="39627" y="19017"/>
                  <a:pt x="39577" y="18942"/>
                  <a:pt x="39577" y="18917"/>
                </a:cubicBezTo>
                <a:cubicBezTo>
                  <a:pt x="40797" y="17996"/>
                  <a:pt x="42016" y="17051"/>
                  <a:pt x="43286" y="16155"/>
                </a:cubicBezTo>
                <a:close/>
                <a:moveTo>
                  <a:pt x="39428" y="19117"/>
                </a:moveTo>
                <a:cubicBezTo>
                  <a:pt x="39428" y="19166"/>
                  <a:pt x="39453" y="19191"/>
                  <a:pt x="39453" y="19266"/>
                </a:cubicBezTo>
                <a:cubicBezTo>
                  <a:pt x="39453" y="19316"/>
                  <a:pt x="39502" y="19390"/>
                  <a:pt x="39502" y="19440"/>
                </a:cubicBezTo>
                <a:lnTo>
                  <a:pt x="39453" y="19440"/>
                </a:lnTo>
                <a:cubicBezTo>
                  <a:pt x="39428" y="19365"/>
                  <a:pt x="39428" y="19266"/>
                  <a:pt x="39403" y="19191"/>
                </a:cubicBezTo>
                <a:cubicBezTo>
                  <a:pt x="39403" y="19166"/>
                  <a:pt x="39403" y="19166"/>
                  <a:pt x="39378" y="19141"/>
                </a:cubicBezTo>
                <a:cubicBezTo>
                  <a:pt x="39403" y="19141"/>
                  <a:pt x="39403" y="19117"/>
                  <a:pt x="39428" y="19117"/>
                </a:cubicBezTo>
                <a:close/>
                <a:moveTo>
                  <a:pt x="101456" y="7094"/>
                </a:moveTo>
                <a:lnTo>
                  <a:pt x="101456" y="7094"/>
                </a:lnTo>
                <a:cubicBezTo>
                  <a:pt x="101631" y="7144"/>
                  <a:pt x="101805" y="7219"/>
                  <a:pt x="101954" y="7268"/>
                </a:cubicBezTo>
                <a:cubicBezTo>
                  <a:pt x="102303" y="7443"/>
                  <a:pt x="102651" y="7617"/>
                  <a:pt x="103000" y="7766"/>
                </a:cubicBezTo>
                <a:cubicBezTo>
                  <a:pt x="103149" y="7866"/>
                  <a:pt x="103323" y="7941"/>
                  <a:pt x="103497" y="8015"/>
                </a:cubicBezTo>
                <a:cubicBezTo>
                  <a:pt x="103846" y="8214"/>
                  <a:pt x="104145" y="8389"/>
                  <a:pt x="104468" y="8588"/>
                </a:cubicBezTo>
                <a:cubicBezTo>
                  <a:pt x="104618" y="8687"/>
                  <a:pt x="104767" y="8762"/>
                  <a:pt x="104916" y="8886"/>
                </a:cubicBezTo>
                <a:cubicBezTo>
                  <a:pt x="105240" y="9085"/>
                  <a:pt x="105514" y="9310"/>
                  <a:pt x="105787" y="9509"/>
                </a:cubicBezTo>
                <a:cubicBezTo>
                  <a:pt x="105912" y="9708"/>
                  <a:pt x="106111" y="9832"/>
                  <a:pt x="106235" y="9957"/>
                </a:cubicBezTo>
                <a:cubicBezTo>
                  <a:pt x="106509" y="10181"/>
                  <a:pt x="106758" y="10405"/>
                  <a:pt x="107007" y="10654"/>
                </a:cubicBezTo>
                <a:cubicBezTo>
                  <a:pt x="107156" y="10778"/>
                  <a:pt x="107331" y="10927"/>
                  <a:pt x="107480" y="11052"/>
                </a:cubicBezTo>
                <a:cubicBezTo>
                  <a:pt x="107729" y="11276"/>
                  <a:pt x="107953" y="11525"/>
                  <a:pt x="108152" y="11749"/>
                </a:cubicBezTo>
                <a:cubicBezTo>
                  <a:pt x="108277" y="11873"/>
                  <a:pt x="108376" y="11998"/>
                  <a:pt x="108501" y="12147"/>
                </a:cubicBezTo>
                <a:cubicBezTo>
                  <a:pt x="108525" y="12172"/>
                  <a:pt x="108575" y="12222"/>
                  <a:pt x="108625" y="12272"/>
                </a:cubicBezTo>
                <a:cubicBezTo>
                  <a:pt x="108849" y="12496"/>
                  <a:pt x="109023" y="12769"/>
                  <a:pt x="109222" y="12993"/>
                </a:cubicBezTo>
                <a:cubicBezTo>
                  <a:pt x="109372" y="13193"/>
                  <a:pt x="109496" y="13392"/>
                  <a:pt x="109646" y="13566"/>
                </a:cubicBezTo>
                <a:cubicBezTo>
                  <a:pt x="109845" y="13815"/>
                  <a:pt x="109994" y="14064"/>
                  <a:pt x="110143" y="14337"/>
                </a:cubicBezTo>
                <a:cubicBezTo>
                  <a:pt x="110268" y="14562"/>
                  <a:pt x="110442" y="14786"/>
                  <a:pt x="110567" y="14985"/>
                </a:cubicBezTo>
                <a:cubicBezTo>
                  <a:pt x="110716" y="15234"/>
                  <a:pt x="110840" y="15532"/>
                  <a:pt x="110990" y="15781"/>
                </a:cubicBezTo>
                <a:lnTo>
                  <a:pt x="111363" y="16528"/>
                </a:lnTo>
                <a:cubicBezTo>
                  <a:pt x="111487" y="16802"/>
                  <a:pt x="111612" y="17051"/>
                  <a:pt x="111711" y="17324"/>
                </a:cubicBezTo>
                <a:cubicBezTo>
                  <a:pt x="111836" y="17598"/>
                  <a:pt x="111936" y="17847"/>
                  <a:pt x="112010" y="18146"/>
                </a:cubicBezTo>
                <a:lnTo>
                  <a:pt x="112309" y="18967"/>
                </a:lnTo>
                <a:cubicBezTo>
                  <a:pt x="112359" y="19141"/>
                  <a:pt x="112384" y="19291"/>
                  <a:pt x="112458" y="19440"/>
                </a:cubicBezTo>
                <a:lnTo>
                  <a:pt x="112408" y="19415"/>
                </a:lnTo>
                <a:cubicBezTo>
                  <a:pt x="112309" y="19291"/>
                  <a:pt x="112160" y="19191"/>
                  <a:pt x="112035" y="19067"/>
                </a:cubicBezTo>
                <a:cubicBezTo>
                  <a:pt x="111936" y="18992"/>
                  <a:pt x="111836" y="18843"/>
                  <a:pt x="111711" y="18768"/>
                </a:cubicBezTo>
                <a:cubicBezTo>
                  <a:pt x="111537" y="18644"/>
                  <a:pt x="111413" y="18544"/>
                  <a:pt x="111263" y="18420"/>
                </a:cubicBezTo>
                <a:cubicBezTo>
                  <a:pt x="111139" y="18320"/>
                  <a:pt x="111064" y="18245"/>
                  <a:pt x="110915" y="18171"/>
                </a:cubicBezTo>
                <a:cubicBezTo>
                  <a:pt x="110766" y="18046"/>
                  <a:pt x="110591" y="17922"/>
                  <a:pt x="110417" y="17822"/>
                </a:cubicBezTo>
                <a:lnTo>
                  <a:pt x="110143" y="17648"/>
                </a:lnTo>
                <a:lnTo>
                  <a:pt x="109596" y="17275"/>
                </a:lnTo>
                <a:cubicBezTo>
                  <a:pt x="109496" y="17200"/>
                  <a:pt x="109422" y="17175"/>
                  <a:pt x="109347" y="17125"/>
                </a:cubicBezTo>
                <a:cubicBezTo>
                  <a:pt x="109123" y="17001"/>
                  <a:pt x="108899" y="16876"/>
                  <a:pt x="108725" y="16752"/>
                </a:cubicBezTo>
                <a:cubicBezTo>
                  <a:pt x="108650" y="16702"/>
                  <a:pt x="108600" y="16677"/>
                  <a:pt x="108501" y="16627"/>
                </a:cubicBezTo>
                <a:cubicBezTo>
                  <a:pt x="108277" y="16503"/>
                  <a:pt x="108028" y="16379"/>
                  <a:pt x="107804" y="16279"/>
                </a:cubicBezTo>
                <a:lnTo>
                  <a:pt x="107629" y="16179"/>
                </a:lnTo>
                <a:cubicBezTo>
                  <a:pt x="107380" y="16055"/>
                  <a:pt x="107132" y="15955"/>
                  <a:pt x="106883" y="15831"/>
                </a:cubicBezTo>
                <a:cubicBezTo>
                  <a:pt x="106808" y="15806"/>
                  <a:pt x="106783" y="15806"/>
                  <a:pt x="106733" y="15781"/>
                </a:cubicBezTo>
                <a:cubicBezTo>
                  <a:pt x="106484" y="15657"/>
                  <a:pt x="106186" y="15557"/>
                  <a:pt x="105912" y="15458"/>
                </a:cubicBezTo>
                <a:cubicBezTo>
                  <a:pt x="105862" y="15433"/>
                  <a:pt x="105812" y="15433"/>
                  <a:pt x="105763" y="15408"/>
                </a:cubicBezTo>
                <a:cubicBezTo>
                  <a:pt x="105688" y="15383"/>
                  <a:pt x="105638" y="15333"/>
                  <a:pt x="105563" y="15333"/>
                </a:cubicBezTo>
                <a:cubicBezTo>
                  <a:pt x="104866" y="12272"/>
                  <a:pt x="103497" y="9434"/>
                  <a:pt x="101456" y="7094"/>
                </a:cubicBezTo>
                <a:close/>
                <a:moveTo>
                  <a:pt x="44057" y="16652"/>
                </a:moveTo>
                <a:cubicBezTo>
                  <a:pt x="44033" y="16702"/>
                  <a:pt x="43983" y="16727"/>
                  <a:pt x="43908" y="16802"/>
                </a:cubicBezTo>
                <a:cubicBezTo>
                  <a:pt x="43734" y="16926"/>
                  <a:pt x="43510" y="17051"/>
                  <a:pt x="43311" y="17175"/>
                </a:cubicBezTo>
                <a:lnTo>
                  <a:pt x="42290" y="17822"/>
                </a:lnTo>
                <a:cubicBezTo>
                  <a:pt x="42116" y="17947"/>
                  <a:pt x="41917" y="18046"/>
                  <a:pt x="41767" y="18171"/>
                </a:cubicBezTo>
                <a:lnTo>
                  <a:pt x="41494" y="18345"/>
                </a:lnTo>
                <a:cubicBezTo>
                  <a:pt x="41120" y="18594"/>
                  <a:pt x="40697" y="18893"/>
                  <a:pt x="40324" y="19166"/>
                </a:cubicBezTo>
                <a:cubicBezTo>
                  <a:pt x="40150" y="19291"/>
                  <a:pt x="39950" y="19415"/>
                  <a:pt x="39801" y="19540"/>
                </a:cubicBezTo>
                <a:lnTo>
                  <a:pt x="39801" y="19515"/>
                </a:lnTo>
                <a:lnTo>
                  <a:pt x="39801" y="19465"/>
                </a:lnTo>
                <a:cubicBezTo>
                  <a:pt x="39901" y="19415"/>
                  <a:pt x="40025" y="19316"/>
                  <a:pt x="40125" y="19266"/>
                </a:cubicBezTo>
                <a:cubicBezTo>
                  <a:pt x="40672" y="18893"/>
                  <a:pt x="41195" y="18519"/>
                  <a:pt x="41767" y="18146"/>
                </a:cubicBezTo>
                <a:lnTo>
                  <a:pt x="42315" y="17772"/>
                </a:lnTo>
                <a:cubicBezTo>
                  <a:pt x="42863" y="17424"/>
                  <a:pt x="43360" y="17075"/>
                  <a:pt x="43883" y="16777"/>
                </a:cubicBezTo>
                <a:cubicBezTo>
                  <a:pt x="43908" y="16727"/>
                  <a:pt x="43983" y="16677"/>
                  <a:pt x="44057" y="16652"/>
                </a:cubicBezTo>
                <a:close/>
                <a:moveTo>
                  <a:pt x="39552" y="19614"/>
                </a:moveTo>
                <a:lnTo>
                  <a:pt x="39577" y="19639"/>
                </a:lnTo>
                <a:lnTo>
                  <a:pt x="39577" y="19664"/>
                </a:lnTo>
                <a:lnTo>
                  <a:pt x="39552" y="19689"/>
                </a:lnTo>
                <a:lnTo>
                  <a:pt x="39552" y="19664"/>
                </a:lnTo>
                <a:lnTo>
                  <a:pt x="39552" y="19639"/>
                </a:lnTo>
                <a:cubicBezTo>
                  <a:pt x="39527" y="19639"/>
                  <a:pt x="39527" y="19639"/>
                  <a:pt x="39552" y="19614"/>
                </a:cubicBezTo>
                <a:close/>
                <a:moveTo>
                  <a:pt x="112202" y="18038"/>
                </a:moveTo>
                <a:cubicBezTo>
                  <a:pt x="112254" y="18167"/>
                  <a:pt x="112309" y="18296"/>
                  <a:pt x="112359" y="18420"/>
                </a:cubicBezTo>
                <a:cubicBezTo>
                  <a:pt x="112458" y="18693"/>
                  <a:pt x="112508" y="18992"/>
                  <a:pt x="112608" y="19266"/>
                </a:cubicBezTo>
                <a:lnTo>
                  <a:pt x="112807" y="19814"/>
                </a:lnTo>
                <a:lnTo>
                  <a:pt x="112732" y="19739"/>
                </a:lnTo>
                <a:cubicBezTo>
                  <a:pt x="112682" y="19515"/>
                  <a:pt x="112608" y="19316"/>
                  <a:pt x="112558" y="19141"/>
                </a:cubicBezTo>
                <a:cubicBezTo>
                  <a:pt x="112458" y="18818"/>
                  <a:pt x="112359" y="18544"/>
                  <a:pt x="112259" y="18220"/>
                </a:cubicBezTo>
                <a:cubicBezTo>
                  <a:pt x="112242" y="18159"/>
                  <a:pt x="112223" y="18098"/>
                  <a:pt x="112202" y="18038"/>
                </a:cubicBezTo>
                <a:close/>
                <a:moveTo>
                  <a:pt x="74051" y="10031"/>
                </a:moveTo>
                <a:lnTo>
                  <a:pt x="74051" y="10031"/>
                </a:lnTo>
                <a:cubicBezTo>
                  <a:pt x="71761" y="13018"/>
                  <a:pt x="70168" y="16428"/>
                  <a:pt x="69322" y="19938"/>
                </a:cubicBezTo>
                <a:lnTo>
                  <a:pt x="69272" y="19938"/>
                </a:lnTo>
                <a:cubicBezTo>
                  <a:pt x="70094" y="16428"/>
                  <a:pt x="71687" y="13018"/>
                  <a:pt x="74026" y="10056"/>
                </a:cubicBezTo>
                <a:lnTo>
                  <a:pt x="74051" y="10031"/>
                </a:lnTo>
                <a:close/>
                <a:moveTo>
                  <a:pt x="110214" y="17963"/>
                </a:moveTo>
                <a:lnTo>
                  <a:pt x="110442" y="18096"/>
                </a:lnTo>
                <a:cubicBezTo>
                  <a:pt x="110591" y="18220"/>
                  <a:pt x="110741" y="18345"/>
                  <a:pt x="110890" y="18445"/>
                </a:cubicBezTo>
                <a:cubicBezTo>
                  <a:pt x="110990" y="18544"/>
                  <a:pt x="111114" y="18594"/>
                  <a:pt x="111214" y="18693"/>
                </a:cubicBezTo>
                <a:cubicBezTo>
                  <a:pt x="111363" y="18818"/>
                  <a:pt x="111487" y="18917"/>
                  <a:pt x="111637" y="19042"/>
                </a:cubicBezTo>
                <a:cubicBezTo>
                  <a:pt x="111761" y="19141"/>
                  <a:pt x="111861" y="19216"/>
                  <a:pt x="111985" y="19316"/>
                </a:cubicBezTo>
                <a:cubicBezTo>
                  <a:pt x="112110" y="19440"/>
                  <a:pt x="112234" y="19565"/>
                  <a:pt x="112384" y="19689"/>
                </a:cubicBezTo>
                <a:cubicBezTo>
                  <a:pt x="112458" y="19714"/>
                  <a:pt x="112483" y="19789"/>
                  <a:pt x="112508" y="19814"/>
                </a:cubicBezTo>
                <a:cubicBezTo>
                  <a:pt x="112508" y="19838"/>
                  <a:pt x="112558" y="19913"/>
                  <a:pt x="112558" y="19938"/>
                </a:cubicBezTo>
                <a:lnTo>
                  <a:pt x="112334" y="19714"/>
                </a:lnTo>
                <a:lnTo>
                  <a:pt x="112110" y="19515"/>
                </a:lnTo>
                <a:cubicBezTo>
                  <a:pt x="111985" y="19390"/>
                  <a:pt x="111836" y="19266"/>
                  <a:pt x="111687" y="19141"/>
                </a:cubicBezTo>
                <a:cubicBezTo>
                  <a:pt x="111637" y="19141"/>
                  <a:pt x="111637" y="19092"/>
                  <a:pt x="111612" y="19092"/>
                </a:cubicBezTo>
                <a:cubicBezTo>
                  <a:pt x="111512" y="19017"/>
                  <a:pt x="111438" y="18942"/>
                  <a:pt x="111338" y="18843"/>
                </a:cubicBezTo>
                <a:cubicBezTo>
                  <a:pt x="111313" y="18818"/>
                  <a:pt x="111239" y="18793"/>
                  <a:pt x="111214" y="18768"/>
                </a:cubicBezTo>
                <a:cubicBezTo>
                  <a:pt x="110914" y="18518"/>
                  <a:pt x="110580" y="18235"/>
                  <a:pt x="110214" y="17963"/>
                </a:cubicBezTo>
                <a:close/>
                <a:moveTo>
                  <a:pt x="71288" y="9310"/>
                </a:moveTo>
                <a:cubicBezTo>
                  <a:pt x="71438" y="9334"/>
                  <a:pt x="71562" y="9359"/>
                  <a:pt x="71736" y="9409"/>
                </a:cubicBezTo>
                <a:cubicBezTo>
                  <a:pt x="72010" y="9459"/>
                  <a:pt x="72284" y="9484"/>
                  <a:pt x="72558" y="9583"/>
                </a:cubicBezTo>
                <a:cubicBezTo>
                  <a:pt x="72807" y="9658"/>
                  <a:pt x="73056" y="9733"/>
                  <a:pt x="73304" y="9807"/>
                </a:cubicBezTo>
                <a:cubicBezTo>
                  <a:pt x="73504" y="9857"/>
                  <a:pt x="73653" y="9907"/>
                  <a:pt x="73827" y="9957"/>
                </a:cubicBezTo>
                <a:cubicBezTo>
                  <a:pt x="71512" y="12944"/>
                  <a:pt x="69919" y="16379"/>
                  <a:pt x="69073" y="19863"/>
                </a:cubicBezTo>
                <a:cubicBezTo>
                  <a:pt x="67613" y="19361"/>
                  <a:pt x="65978" y="19116"/>
                  <a:pt x="64209" y="19116"/>
                </a:cubicBezTo>
                <a:cubicBezTo>
                  <a:pt x="62207" y="19116"/>
                  <a:pt x="60033" y="19430"/>
                  <a:pt x="57748" y="20038"/>
                </a:cubicBezTo>
                <a:cubicBezTo>
                  <a:pt x="57648" y="18644"/>
                  <a:pt x="57698" y="17275"/>
                  <a:pt x="57772" y="15906"/>
                </a:cubicBezTo>
                <a:cubicBezTo>
                  <a:pt x="62328" y="13217"/>
                  <a:pt x="66833" y="11027"/>
                  <a:pt x="71288" y="9310"/>
                </a:cubicBezTo>
                <a:close/>
                <a:moveTo>
                  <a:pt x="57598" y="16030"/>
                </a:moveTo>
                <a:cubicBezTo>
                  <a:pt x="57499" y="17349"/>
                  <a:pt x="57474" y="18693"/>
                  <a:pt x="57573" y="20062"/>
                </a:cubicBezTo>
                <a:cubicBezTo>
                  <a:pt x="57548" y="20062"/>
                  <a:pt x="57548" y="20062"/>
                  <a:pt x="57499" y="20087"/>
                </a:cubicBezTo>
                <a:cubicBezTo>
                  <a:pt x="57424" y="18718"/>
                  <a:pt x="57449" y="17399"/>
                  <a:pt x="57548" y="16055"/>
                </a:cubicBezTo>
                <a:cubicBezTo>
                  <a:pt x="57573" y="16055"/>
                  <a:pt x="57573" y="16030"/>
                  <a:pt x="57598" y="16030"/>
                </a:cubicBezTo>
                <a:close/>
                <a:moveTo>
                  <a:pt x="69247" y="20112"/>
                </a:moveTo>
                <a:cubicBezTo>
                  <a:pt x="69272" y="20112"/>
                  <a:pt x="69272" y="20137"/>
                  <a:pt x="69272" y="20137"/>
                </a:cubicBezTo>
                <a:lnTo>
                  <a:pt x="69272" y="20187"/>
                </a:lnTo>
                <a:cubicBezTo>
                  <a:pt x="69247" y="20187"/>
                  <a:pt x="69247" y="20187"/>
                  <a:pt x="69197" y="20162"/>
                </a:cubicBezTo>
                <a:lnTo>
                  <a:pt x="69197" y="20112"/>
                </a:lnTo>
                <a:close/>
                <a:moveTo>
                  <a:pt x="64192" y="19303"/>
                </a:moveTo>
                <a:cubicBezTo>
                  <a:pt x="65952" y="19303"/>
                  <a:pt x="67575" y="19547"/>
                  <a:pt x="69023" y="20038"/>
                </a:cubicBezTo>
                <a:cubicBezTo>
                  <a:pt x="69048" y="20062"/>
                  <a:pt x="69048" y="20112"/>
                  <a:pt x="69023" y="20112"/>
                </a:cubicBezTo>
                <a:cubicBezTo>
                  <a:pt x="67575" y="19610"/>
                  <a:pt x="65952" y="19365"/>
                  <a:pt x="64192" y="19365"/>
                </a:cubicBezTo>
                <a:cubicBezTo>
                  <a:pt x="62200" y="19365"/>
                  <a:pt x="60033" y="19679"/>
                  <a:pt x="57748" y="20286"/>
                </a:cubicBezTo>
                <a:lnTo>
                  <a:pt x="57748" y="20237"/>
                </a:lnTo>
                <a:cubicBezTo>
                  <a:pt x="60034" y="19616"/>
                  <a:pt x="62200" y="19303"/>
                  <a:pt x="64192" y="19303"/>
                </a:cubicBezTo>
                <a:close/>
                <a:moveTo>
                  <a:pt x="57598" y="20262"/>
                </a:moveTo>
                <a:lnTo>
                  <a:pt x="57598" y="20311"/>
                </a:lnTo>
                <a:cubicBezTo>
                  <a:pt x="57573" y="20311"/>
                  <a:pt x="57573" y="20311"/>
                  <a:pt x="57548" y="20336"/>
                </a:cubicBezTo>
                <a:lnTo>
                  <a:pt x="57548" y="20286"/>
                </a:lnTo>
                <a:cubicBezTo>
                  <a:pt x="57573" y="20286"/>
                  <a:pt x="57573" y="20286"/>
                  <a:pt x="57598" y="20262"/>
                </a:cubicBezTo>
                <a:close/>
                <a:moveTo>
                  <a:pt x="112881" y="20162"/>
                </a:moveTo>
                <a:lnTo>
                  <a:pt x="112981" y="20262"/>
                </a:lnTo>
                <a:cubicBezTo>
                  <a:pt x="112931" y="20262"/>
                  <a:pt x="112931" y="20311"/>
                  <a:pt x="112956" y="20361"/>
                </a:cubicBezTo>
                <a:lnTo>
                  <a:pt x="112881" y="20286"/>
                </a:lnTo>
                <a:lnTo>
                  <a:pt x="112881" y="20237"/>
                </a:lnTo>
                <a:lnTo>
                  <a:pt x="112881" y="20162"/>
                </a:lnTo>
                <a:close/>
                <a:moveTo>
                  <a:pt x="109397" y="17772"/>
                </a:moveTo>
                <a:lnTo>
                  <a:pt x="109397" y="17772"/>
                </a:lnTo>
                <a:cubicBezTo>
                  <a:pt x="109521" y="17797"/>
                  <a:pt x="109596" y="17822"/>
                  <a:pt x="109646" y="17897"/>
                </a:cubicBezTo>
                <a:cubicBezTo>
                  <a:pt x="109770" y="17972"/>
                  <a:pt x="109894" y="18046"/>
                  <a:pt x="110019" y="18146"/>
                </a:cubicBezTo>
                <a:cubicBezTo>
                  <a:pt x="110118" y="18196"/>
                  <a:pt x="110218" y="18270"/>
                  <a:pt x="110318" y="18370"/>
                </a:cubicBezTo>
                <a:cubicBezTo>
                  <a:pt x="110492" y="18519"/>
                  <a:pt x="110691" y="18644"/>
                  <a:pt x="110865" y="18793"/>
                </a:cubicBezTo>
                <a:cubicBezTo>
                  <a:pt x="111089" y="18992"/>
                  <a:pt x="111338" y="19141"/>
                  <a:pt x="111512" y="19316"/>
                </a:cubicBezTo>
                <a:cubicBezTo>
                  <a:pt x="111936" y="19664"/>
                  <a:pt x="112309" y="20038"/>
                  <a:pt x="112632" y="20436"/>
                </a:cubicBezTo>
                <a:lnTo>
                  <a:pt x="112632" y="20461"/>
                </a:lnTo>
                <a:cubicBezTo>
                  <a:pt x="112632" y="20481"/>
                  <a:pt x="112632" y="20497"/>
                  <a:pt x="112636" y="20510"/>
                </a:cubicBezTo>
                <a:lnTo>
                  <a:pt x="112636" y="20510"/>
                </a:lnTo>
                <a:cubicBezTo>
                  <a:pt x="111677" y="19485"/>
                  <a:pt x="110597" y="18556"/>
                  <a:pt x="109397" y="17772"/>
                </a:cubicBezTo>
                <a:close/>
                <a:moveTo>
                  <a:pt x="74350" y="10056"/>
                </a:moveTo>
                <a:cubicBezTo>
                  <a:pt x="74425" y="10181"/>
                  <a:pt x="74624" y="10230"/>
                  <a:pt x="74773" y="10305"/>
                </a:cubicBezTo>
                <a:cubicBezTo>
                  <a:pt x="74997" y="10405"/>
                  <a:pt x="75246" y="10479"/>
                  <a:pt x="75470" y="10579"/>
                </a:cubicBezTo>
                <a:cubicBezTo>
                  <a:pt x="75669" y="10679"/>
                  <a:pt x="75893" y="10803"/>
                  <a:pt x="76117" y="10927"/>
                </a:cubicBezTo>
                <a:cubicBezTo>
                  <a:pt x="76341" y="11052"/>
                  <a:pt x="76515" y="11151"/>
                  <a:pt x="76715" y="11276"/>
                </a:cubicBezTo>
                <a:cubicBezTo>
                  <a:pt x="76739" y="11276"/>
                  <a:pt x="76739" y="11301"/>
                  <a:pt x="76764" y="11301"/>
                </a:cubicBezTo>
                <a:lnTo>
                  <a:pt x="77337" y="11674"/>
                </a:lnTo>
                <a:cubicBezTo>
                  <a:pt x="77511" y="11824"/>
                  <a:pt x="77735" y="11948"/>
                  <a:pt x="77909" y="12097"/>
                </a:cubicBezTo>
                <a:cubicBezTo>
                  <a:pt x="78108" y="12272"/>
                  <a:pt x="78258" y="12421"/>
                  <a:pt x="78407" y="12570"/>
                </a:cubicBezTo>
                <a:cubicBezTo>
                  <a:pt x="78581" y="12720"/>
                  <a:pt x="78731" y="12844"/>
                  <a:pt x="78880" y="13018"/>
                </a:cubicBezTo>
                <a:lnTo>
                  <a:pt x="78407" y="13466"/>
                </a:lnTo>
                <a:lnTo>
                  <a:pt x="78208" y="13690"/>
                </a:lnTo>
                <a:cubicBezTo>
                  <a:pt x="77984" y="13914"/>
                  <a:pt x="77760" y="14163"/>
                  <a:pt x="77586" y="14387"/>
                </a:cubicBezTo>
                <a:cubicBezTo>
                  <a:pt x="77536" y="14412"/>
                  <a:pt x="77511" y="14437"/>
                  <a:pt x="77486" y="14512"/>
                </a:cubicBezTo>
                <a:cubicBezTo>
                  <a:pt x="77237" y="14786"/>
                  <a:pt x="77013" y="15034"/>
                  <a:pt x="76789" y="15308"/>
                </a:cubicBezTo>
                <a:cubicBezTo>
                  <a:pt x="76715" y="15433"/>
                  <a:pt x="76615" y="15532"/>
                  <a:pt x="76540" y="15657"/>
                </a:cubicBezTo>
                <a:cubicBezTo>
                  <a:pt x="76416" y="15806"/>
                  <a:pt x="76291" y="16005"/>
                  <a:pt x="76167" y="16155"/>
                </a:cubicBezTo>
                <a:cubicBezTo>
                  <a:pt x="76092" y="16279"/>
                  <a:pt x="75993" y="16428"/>
                  <a:pt x="75893" y="16553"/>
                </a:cubicBezTo>
                <a:cubicBezTo>
                  <a:pt x="75794" y="16702"/>
                  <a:pt x="75669" y="16876"/>
                  <a:pt x="75594" y="17001"/>
                </a:cubicBezTo>
                <a:cubicBezTo>
                  <a:pt x="75495" y="17150"/>
                  <a:pt x="75395" y="17275"/>
                  <a:pt x="75296" y="17424"/>
                </a:cubicBezTo>
                <a:cubicBezTo>
                  <a:pt x="75221" y="17573"/>
                  <a:pt x="75122" y="17698"/>
                  <a:pt x="75022" y="17872"/>
                </a:cubicBezTo>
                <a:cubicBezTo>
                  <a:pt x="74922" y="18021"/>
                  <a:pt x="74848" y="18146"/>
                  <a:pt x="74773" y="18295"/>
                </a:cubicBezTo>
                <a:cubicBezTo>
                  <a:pt x="74674" y="18445"/>
                  <a:pt x="74599" y="18619"/>
                  <a:pt x="74524" y="18768"/>
                </a:cubicBezTo>
                <a:cubicBezTo>
                  <a:pt x="74499" y="18868"/>
                  <a:pt x="74425" y="18917"/>
                  <a:pt x="74400" y="19017"/>
                </a:cubicBezTo>
                <a:cubicBezTo>
                  <a:pt x="73255" y="19515"/>
                  <a:pt x="72110" y="20038"/>
                  <a:pt x="70940" y="20610"/>
                </a:cubicBezTo>
                <a:cubicBezTo>
                  <a:pt x="70517" y="20361"/>
                  <a:pt x="70044" y="20137"/>
                  <a:pt x="69571" y="19938"/>
                </a:cubicBezTo>
                <a:cubicBezTo>
                  <a:pt x="70417" y="16428"/>
                  <a:pt x="72010" y="13018"/>
                  <a:pt x="74350" y="10056"/>
                </a:cubicBezTo>
                <a:close/>
                <a:moveTo>
                  <a:pt x="58494" y="10405"/>
                </a:moveTo>
                <a:lnTo>
                  <a:pt x="58494" y="10405"/>
                </a:lnTo>
                <a:cubicBezTo>
                  <a:pt x="57922" y="12023"/>
                  <a:pt x="57548" y="13790"/>
                  <a:pt x="57374" y="15657"/>
                </a:cubicBezTo>
                <a:cubicBezTo>
                  <a:pt x="57225" y="15756"/>
                  <a:pt x="57051" y="15831"/>
                  <a:pt x="56876" y="15955"/>
                </a:cubicBezTo>
                <a:lnTo>
                  <a:pt x="54736" y="17275"/>
                </a:lnTo>
                <a:cubicBezTo>
                  <a:pt x="53865" y="17822"/>
                  <a:pt x="52968" y="18395"/>
                  <a:pt x="52097" y="18992"/>
                </a:cubicBezTo>
                <a:lnTo>
                  <a:pt x="51251" y="19540"/>
                </a:lnTo>
                <a:cubicBezTo>
                  <a:pt x="50654" y="19938"/>
                  <a:pt x="50081" y="20336"/>
                  <a:pt x="49484" y="20784"/>
                </a:cubicBezTo>
                <a:cubicBezTo>
                  <a:pt x="49484" y="20759"/>
                  <a:pt x="49459" y="20759"/>
                  <a:pt x="49459" y="20759"/>
                </a:cubicBezTo>
                <a:cubicBezTo>
                  <a:pt x="48588" y="19888"/>
                  <a:pt x="47766" y="19067"/>
                  <a:pt x="46995" y="18395"/>
                </a:cubicBezTo>
                <a:cubicBezTo>
                  <a:pt x="46173" y="17673"/>
                  <a:pt x="45426" y="17051"/>
                  <a:pt x="44729" y="16553"/>
                </a:cubicBezTo>
                <a:cubicBezTo>
                  <a:pt x="44779" y="16528"/>
                  <a:pt x="44879" y="16453"/>
                  <a:pt x="44929" y="16428"/>
                </a:cubicBezTo>
                <a:cubicBezTo>
                  <a:pt x="45277" y="16254"/>
                  <a:pt x="45601" y="16030"/>
                  <a:pt x="45924" y="15831"/>
                </a:cubicBezTo>
                <a:lnTo>
                  <a:pt x="46123" y="15756"/>
                </a:lnTo>
                <a:cubicBezTo>
                  <a:pt x="46248" y="15682"/>
                  <a:pt x="46323" y="15632"/>
                  <a:pt x="46447" y="15557"/>
                </a:cubicBezTo>
                <a:cubicBezTo>
                  <a:pt x="46895" y="15308"/>
                  <a:pt x="47293" y="15084"/>
                  <a:pt x="47741" y="14835"/>
                </a:cubicBezTo>
                <a:lnTo>
                  <a:pt x="47766" y="14835"/>
                </a:lnTo>
                <a:cubicBezTo>
                  <a:pt x="51425" y="12894"/>
                  <a:pt x="55034" y="11400"/>
                  <a:pt x="58494" y="10405"/>
                </a:cubicBezTo>
                <a:close/>
                <a:moveTo>
                  <a:pt x="69446" y="20187"/>
                </a:moveTo>
                <a:cubicBezTo>
                  <a:pt x="69894" y="20361"/>
                  <a:pt x="70293" y="20535"/>
                  <a:pt x="70666" y="20759"/>
                </a:cubicBezTo>
                <a:cubicBezTo>
                  <a:pt x="70641" y="20759"/>
                  <a:pt x="70641" y="20784"/>
                  <a:pt x="70591" y="20784"/>
                </a:cubicBezTo>
                <a:cubicBezTo>
                  <a:pt x="70218" y="20610"/>
                  <a:pt x="69870" y="20411"/>
                  <a:pt x="69446" y="20262"/>
                </a:cubicBezTo>
                <a:lnTo>
                  <a:pt x="69446" y="20187"/>
                </a:lnTo>
                <a:close/>
                <a:moveTo>
                  <a:pt x="74225" y="19291"/>
                </a:moveTo>
                <a:cubicBezTo>
                  <a:pt x="74176" y="19316"/>
                  <a:pt x="74176" y="19390"/>
                  <a:pt x="74151" y="19415"/>
                </a:cubicBezTo>
                <a:lnTo>
                  <a:pt x="71164" y="20809"/>
                </a:lnTo>
                <a:cubicBezTo>
                  <a:pt x="71139" y="20784"/>
                  <a:pt x="71114" y="20784"/>
                  <a:pt x="71064" y="20759"/>
                </a:cubicBezTo>
                <a:cubicBezTo>
                  <a:pt x="72135" y="20262"/>
                  <a:pt x="73155" y="19764"/>
                  <a:pt x="74225" y="19291"/>
                </a:cubicBezTo>
                <a:close/>
                <a:moveTo>
                  <a:pt x="44505" y="16652"/>
                </a:moveTo>
                <a:cubicBezTo>
                  <a:pt x="45924" y="17673"/>
                  <a:pt x="47542" y="19067"/>
                  <a:pt x="49334" y="20909"/>
                </a:cubicBezTo>
                <a:lnTo>
                  <a:pt x="49260" y="20934"/>
                </a:lnTo>
                <a:cubicBezTo>
                  <a:pt x="49110" y="20784"/>
                  <a:pt x="48986" y="20635"/>
                  <a:pt x="48837" y="20510"/>
                </a:cubicBezTo>
                <a:lnTo>
                  <a:pt x="48712" y="20386"/>
                </a:lnTo>
                <a:lnTo>
                  <a:pt x="48339" y="20013"/>
                </a:lnTo>
                <a:lnTo>
                  <a:pt x="47990" y="19664"/>
                </a:lnTo>
                <a:lnTo>
                  <a:pt x="47891" y="19565"/>
                </a:lnTo>
                <a:cubicBezTo>
                  <a:pt x="46646" y="18395"/>
                  <a:pt x="45501" y="17424"/>
                  <a:pt x="44431" y="16677"/>
                </a:cubicBezTo>
                <a:cubicBezTo>
                  <a:pt x="44481" y="16677"/>
                  <a:pt x="44505" y="16677"/>
                  <a:pt x="44505" y="16652"/>
                </a:cubicBezTo>
                <a:close/>
                <a:moveTo>
                  <a:pt x="112981" y="20710"/>
                </a:moveTo>
                <a:lnTo>
                  <a:pt x="113081" y="20809"/>
                </a:lnTo>
                <a:cubicBezTo>
                  <a:pt x="113056" y="20859"/>
                  <a:pt x="113056" y="20884"/>
                  <a:pt x="113081" y="20934"/>
                </a:cubicBezTo>
                <a:cubicBezTo>
                  <a:pt x="113056" y="20909"/>
                  <a:pt x="113006" y="20884"/>
                  <a:pt x="113006" y="20859"/>
                </a:cubicBezTo>
                <a:cubicBezTo>
                  <a:pt x="113006" y="20809"/>
                  <a:pt x="112981" y="20759"/>
                  <a:pt x="112981" y="20710"/>
                </a:cubicBezTo>
                <a:close/>
                <a:moveTo>
                  <a:pt x="57354" y="15918"/>
                </a:moveTo>
                <a:lnTo>
                  <a:pt x="57354" y="15918"/>
                </a:lnTo>
                <a:cubicBezTo>
                  <a:pt x="57349" y="15927"/>
                  <a:pt x="57349" y="15941"/>
                  <a:pt x="57349" y="15955"/>
                </a:cubicBezTo>
                <a:cubicBezTo>
                  <a:pt x="56553" y="16428"/>
                  <a:pt x="55756" y="16926"/>
                  <a:pt x="54960" y="17424"/>
                </a:cubicBezTo>
                <a:cubicBezTo>
                  <a:pt x="54736" y="17548"/>
                  <a:pt x="54512" y="17698"/>
                  <a:pt x="54313" y="17872"/>
                </a:cubicBezTo>
                <a:cubicBezTo>
                  <a:pt x="53616" y="18295"/>
                  <a:pt x="52944" y="18743"/>
                  <a:pt x="52247" y="19191"/>
                </a:cubicBezTo>
                <a:cubicBezTo>
                  <a:pt x="51898" y="19415"/>
                  <a:pt x="51599" y="19664"/>
                  <a:pt x="51251" y="19888"/>
                </a:cubicBezTo>
                <a:cubicBezTo>
                  <a:pt x="50728" y="20262"/>
                  <a:pt x="50206" y="20610"/>
                  <a:pt x="49658" y="20983"/>
                </a:cubicBezTo>
                <a:lnTo>
                  <a:pt x="49633" y="20934"/>
                </a:lnTo>
                <a:cubicBezTo>
                  <a:pt x="50156" y="20560"/>
                  <a:pt x="50703" y="20187"/>
                  <a:pt x="51226" y="19863"/>
                </a:cubicBezTo>
                <a:cubicBezTo>
                  <a:pt x="51575" y="19639"/>
                  <a:pt x="51873" y="19390"/>
                  <a:pt x="52222" y="19166"/>
                </a:cubicBezTo>
                <a:lnTo>
                  <a:pt x="53068" y="18619"/>
                </a:lnTo>
                <a:cubicBezTo>
                  <a:pt x="54480" y="17653"/>
                  <a:pt x="55941" y="16761"/>
                  <a:pt x="57354" y="15918"/>
                </a:cubicBezTo>
                <a:close/>
                <a:moveTo>
                  <a:pt x="70840" y="20884"/>
                </a:moveTo>
                <a:cubicBezTo>
                  <a:pt x="70890" y="20909"/>
                  <a:pt x="70915" y="20909"/>
                  <a:pt x="70940" y="20934"/>
                </a:cubicBezTo>
                <a:cubicBezTo>
                  <a:pt x="70915" y="20934"/>
                  <a:pt x="70915" y="20983"/>
                  <a:pt x="70890" y="20983"/>
                </a:cubicBezTo>
                <a:cubicBezTo>
                  <a:pt x="70840" y="20934"/>
                  <a:pt x="70815" y="20909"/>
                  <a:pt x="70790" y="20909"/>
                </a:cubicBezTo>
                <a:cubicBezTo>
                  <a:pt x="70815" y="20909"/>
                  <a:pt x="70815" y="20884"/>
                  <a:pt x="70840" y="20884"/>
                </a:cubicBezTo>
                <a:close/>
                <a:moveTo>
                  <a:pt x="49484" y="21033"/>
                </a:moveTo>
                <a:lnTo>
                  <a:pt x="49509" y="21058"/>
                </a:lnTo>
                <a:lnTo>
                  <a:pt x="49533" y="21083"/>
                </a:lnTo>
                <a:lnTo>
                  <a:pt x="49509" y="21133"/>
                </a:lnTo>
                <a:lnTo>
                  <a:pt x="49484" y="21158"/>
                </a:lnTo>
                <a:lnTo>
                  <a:pt x="49409" y="21058"/>
                </a:lnTo>
                <a:lnTo>
                  <a:pt x="49484" y="21033"/>
                </a:lnTo>
                <a:close/>
                <a:moveTo>
                  <a:pt x="69421" y="20436"/>
                </a:moveTo>
                <a:cubicBezTo>
                  <a:pt x="69745" y="20560"/>
                  <a:pt x="70069" y="20734"/>
                  <a:pt x="70417" y="20884"/>
                </a:cubicBezTo>
                <a:cubicBezTo>
                  <a:pt x="70019" y="21058"/>
                  <a:pt x="69596" y="21282"/>
                  <a:pt x="69197" y="21506"/>
                </a:cubicBezTo>
                <a:cubicBezTo>
                  <a:pt x="69272" y="21158"/>
                  <a:pt x="69322" y="20784"/>
                  <a:pt x="69421" y="20436"/>
                </a:cubicBezTo>
                <a:close/>
                <a:moveTo>
                  <a:pt x="69173" y="20336"/>
                </a:moveTo>
                <a:cubicBezTo>
                  <a:pt x="69173" y="20361"/>
                  <a:pt x="69197" y="20361"/>
                  <a:pt x="69247" y="20386"/>
                </a:cubicBezTo>
                <a:cubicBezTo>
                  <a:pt x="69148" y="20784"/>
                  <a:pt x="69048" y="21232"/>
                  <a:pt x="68973" y="21631"/>
                </a:cubicBezTo>
                <a:cubicBezTo>
                  <a:pt x="68949" y="21631"/>
                  <a:pt x="68949" y="21655"/>
                  <a:pt x="68924" y="21655"/>
                </a:cubicBezTo>
                <a:cubicBezTo>
                  <a:pt x="68973" y="21207"/>
                  <a:pt x="69073" y="20784"/>
                  <a:pt x="69173" y="20336"/>
                </a:cubicBezTo>
                <a:close/>
                <a:moveTo>
                  <a:pt x="70616" y="21008"/>
                </a:moveTo>
                <a:cubicBezTo>
                  <a:pt x="70641" y="21033"/>
                  <a:pt x="70666" y="21033"/>
                  <a:pt x="70691" y="21058"/>
                </a:cubicBezTo>
                <a:cubicBezTo>
                  <a:pt x="70168" y="21307"/>
                  <a:pt x="69670" y="21606"/>
                  <a:pt x="69148" y="21855"/>
                </a:cubicBezTo>
                <a:lnTo>
                  <a:pt x="69148" y="21755"/>
                </a:lnTo>
                <a:cubicBezTo>
                  <a:pt x="69646" y="21506"/>
                  <a:pt x="70118" y="21257"/>
                  <a:pt x="70616" y="21008"/>
                </a:cubicBezTo>
                <a:close/>
                <a:moveTo>
                  <a:pt x="68924" y="21855"/>
                </a:moveTo>
                <a:lnTo>
                  <a:pt x="68924" y="21929"/>
                </a:lnTo>
                <a:cubicBezTo>
                  <a:pt x="68899" y="21929"/>
                  <a:pt x="68899" y="21954"/>
                  <a:pt x="68874" y="21954"/>
                </a:cubicBezTo>
                <a:lnTo>
                  <a:pt x="68874" y="21879"/>
                </a:lnTo>
                <a:cubicBezTo>
                  <a:pt x="68899" y="21879"/>
                  <a:pt x="68899" y="21855"/>
                  <a:pt x="68924" y="21855"/>
                </a:cubicBezTo>
                <a:close/>
                <a:moveTo>
                  <a:pt x="74026" y="19714"/>
                </a:moveTo>
                <a:lnTo>
                  <a:pt x="74026" y="19764"/>
                </a:lnTo>
                <a:cubicBezTo>
                  <a:pt x="73977" y="19913"/>
                  <a:pt x="73902" y="20038"/>
                  <a:pt x="73802" y="20187"/>
                </a:cubicBezTo>
                <a:cubicBezTo>
                  <a:pt x="73728" y="20336"/>
                  <a:pt x="73653" y="20535"/>
                  <a:pt x="73553" y="20685"/>
                </a:cubicBezTo>
                <a:cubicBezTo>
                  <a:pt x="73504" y="20809"/>
                  <a:pt x="73429" y="20958"/>
                  <a:pt x="73379" y="21083"/>
                </a:cubicBezTo>
                <a:cubicBezTo>
                  <a:pt x="73304" y="21257"/>
                  <a:pt x="73230" y="21431"/>
                  <a:pt x="73155" y="21631"/>
                </a:cubicBezTo>
                <a:cubicBezTo>
                  <a:pt x="73105" y="21755"/>
                  <a:pt x="73056" y="21904"/>
                  <a:pt x="73006" y="22029"/>
                </a:cubicBezTo>
                <a:cubicBezTo>
                  <a:pt x="72981" y="22103"/>
                  <a:pt x="72981" y="22128"/>
                  <a:pt x="72931" y="22178"/>
                </a:cubicBezTo>
                <a:cubicBezTo>
                  <a:pt x="72483" y="21705"/>
                  <a:pt x="71935" y="21307"/>
                  <a:pt x="71363" y="20934"/>
                </a:cubicBezTo>
                <a:cubicBezTo>
                  <a:pt x="72259" y="20510"/>
                  <a:pt x="73130" y="20087"/>
                  <a:pt x="74026" y="19714"/>
                </a:cubicBezTo>
                <a:close/>
                <a:moveTo>
                  <a:pt x="71139" y="21033"/>
                </a:moveTo>
                <a:cubicBezTo>
                  <a:pt x="71761" y="21407"/>
                  <a:pt x="72359" y="21879"/>
                  <a:pt x="72856" y="22377"/>
                </a:cubicBezTo>
                <a:cubicBezTo>
                  <a:pt x="72881" y="22402"/>
                  <a:pt x="72856" y="22427"/>
                  <a:pt x="72856" y="22427"/>
                </a:cubicBezTo>
                <a:cubicBezTo>
                  <a:pt x="72309" y="21904"/>
                  <a:pt x="71736" y="21431"/>
                  <a:pt x="71064" y="21058"/>
                </a:cubicBezTo>
                <a:cubicBezTo>
                  <a:pt x="71114" y="21058"/>
                  <a:pt x="71114" y="21033"/>
                  <a:pt x="71139" y="21033"/>
                </a:cubicBezTo>
                <a:close/>
                <a:moveTo>
                  <a:pt x="57374" y="16179"/>
                </a:moveTo>
                <a:lnTo>
                  <a:pt x="57374" y="16179"/>
                </a:lnTo>
                <a:cubicBezTo>
                  <a:pt x="57250" y="17499"/>
                  <a:pt x="57250" y="18793"/>
                  <a:pt x="57324" y="20137"/>
                </a:cubicBezTo>
                <a:cubicBezTo>
                  <a:pt x="55308" y="20685"/>
                  <a:pt x="53217" y="21506"/>
                  <a:pt x="51102" y="22502"/>
                </a:cubicBezTo>
                <a:cubicBezTo>
                  <a:pt x="51102" y="22477"/>
                  <a:pt x="51077" y="22477"/>
                  <a:pt x="51077" y="22427"/>
                </a:cubicBezTo>
                <a:cubicBezTo>
                  <a:pt x="50853" y="22178"/>
                  <a:pt x="50629" y="21954"/>
                  <a:pt x="50405" y="21705"/>
                </a:cubicBezTo>
                <a:cubicBezTo>
                  <a:pt x="50230" y="21506"/>
                  <a:pt x="50006" y="21282"/>
                  <a:pt x="49832" y="21058"/>
                </a:cubicBezTo>
                <a:cubicBezTo>
                  <a:pt x="50355" y="20685"/>
                  <a:pt x="50878" y="20311"/>
                  <a:pt x="51400" y="19988"/>
                </a:cubicBezTo>
                <a:cubicBezTo>
                  <a:pt x="51749" y="19764"/>
                  <a:pt x="52097" y="19515"/>
                  <a:pt x="52446" y="19291"/>
                </a:cubicBezTo>
                <a:lnTo>
                  <a:pt x="54313" y="18071"/>
                </a:lnTo>
                <a:cubicBezTo>
                  <a:pt x="54586" y="17897"/>
                  <a:pt x="54860" y="17698"/>
                  <a:pt x="55134" y="17548"/>
                </a:cubicBezTo>
                <a:cubicBezTo>
                  <a:pt x="55881" y="17075"/>
                  <a:pt x="56627" y="16603"/>
                  <a:pt x="57374" y="16179"/>
                </a:cubicBezTo>
                <a:close/>
                <a:moveTo>
                  <a:pt x="111508" y="15961"/>
                </a:moveTo>
                <a:lnTo>
                  <a:pt x="111508" y="15961"/>
                </a:lnTo>
                <a:cubicBezTo>
                  <a:pt x="112181" y="16960"/>
                  <a:pt x="113240" y="18615"/>
                  <a:pt x="114201" y="20635"/>
                </a:cubicBezTo>
                <a:cubicBezTo>
                  <a:pt x="114534" y="21324"/>
                  <a:pt x="114788" y="21974"/>
                  <a:pt x="115034" y="22566"/>
                </a:cubicBezTo>
                <a:lnTo>
                  <a:pt x="115034" y="22566"/>
                </a:lnTo>
                <a:cubicBezTo>
                  <a:pt x="115026" y="22557"/>
                  <a:pt x="115014" y="22552"/>
                  <a:pt x="114997" y="22552"/>
                </a:cubicBezTo>
                <a:cubicBezTo>
                  <a:pt x="114723" y="22153"/>
                  <a:pt x="114450" y="21755"/>
                  <a:pt x="114126" y="21332"/>
                </a:cubicBezTo>
                <a:lnTo>
                  <a:pt x="114051" y="21257"/>
                </a:lnTo>
                <a:cubicBezTo>
                  <a:pt x="113728" y="20884"/>
                  <a:pt x="113429" y="20510"/>
                  <a:pt x="113081" y="20137"/>
                </a:cubicBezTo>
                <a:cubicBezTo>
                  <a:pt x="113006" y="19838"/>
                  <a:pt x="112881" y="19565"/>
                  <a:pt x="112832" y="19291"/>
                </a:cubicBezTo>
                <a:lnTo>
                  <a:pt x="112558" y="18370"/>
                </a:lnTo>
                <a:cubicBezTo>
                  <a:pt x="112458" y="18071"/>
                  <a:pt x="112334" y="17822"/>
                  <a:pt x="112234" y="17573"/>
                </a:cubicBezTo>
                <a:cubicBezTo>
                  <a:pt x="112110" y="17275"/>
                  <a:pt x="112010" y="16951"/>
                  <a:pt x="111861" y="16677"/>
                </a:cubicBezTo>
                <a:cubicBezTo>
                  <a:pt x="111761" y="16428"/>
                  <a:pt x="111637" y="16204"/>
                  <a:pt x="111512" y="15980"/>
                </a:cubicBezTo>
                <a:cubicBezTo>
                  <a:pt x="111512" y="15974"/>
                  <a:pt x="111511" y="15967"/>
                  <a:pt x="111508" y="15961"/>
                </a:cubicBezTo>
                <a:close/>
                <a:moveTo>
                  <a:pt x="49633" y="21232"/>
                </a:moveTo>
                <a:cubicBezTo>
                  <a:pt x="49832" y="21407"/>
                  <a:pt x="50006" y="21631"/>
                  <a:pt x="50206" y="21805"/>
                </a:cubicBezTo>
                <a:cubicBezTo>
                  <a:pt x="50405" y="22054"/>
                  <a:pt x="50654" y="22278"/>
                  <a:pt x="50878" y="22527"/>
                </a:cubicBezTo>
                <a:lnTo>
                  <a:pt x="50902" y="22552"/>
                </a:lnTo>
                <a:cubicBezTo>
                  <a:pt x="50878" y="22552"/>
                  <a:pt x="50878" y="22601"/>
                  <a:pt x="50853" y="22601"/>
                </a:cubicBezTo>
                <a:lnTo>
                  <a:pt x="50778" y="22527"/>
                </a:lnTo>
                <a:cubicBezTo>
                  <a:pt x="50703" y="22402"/>
                  <a:pt x="50579" y="22303"/>
                  <a:pt x="50479" y="22178"/>
                </a:cubicBezTo>
                <a:cubicBezTo>
                  <a:pt x="50156" y="21855"/>
                  <a:pt x="49882" y="21531"/>
                  <a:pt x="49583" y="21232"/>
                </a:cubicBezTo>
                <a:lnTo>
                  <a:pt x="49583" y="21232"/>
                </a:lnTo>
                <a:cubicBezTo>
                  <a:pt x="49592" y="21241"/>
                  <a:pt x="49597" y="21243"/>
                  <a:pt x="49602" y="21243"/>
                </a:cubicBezTo>
                <a:cubicBezTo>
                  <a:pt x="49611" y="21243"/>
                  <a:pt x="49616" y="21232"/>
                  <a:pt x="49633" y="21232"/>
                </a:cubicBezTo>
                <a:close/>
                <a:moveTo>
                  <a:pt x="57349" y="20311"/>
                </a:moveTo>
                <a:lnTo>
                  <a:pt x="57349" y="20386"/>
                </a:lnTo>
                <a:cubicBezTo>
                  <a:pt x="55383" y="20934"/>
                  <a:pt x="53342" y="21705"/>
                  <a:pt x="51251" y="22676"/>
                </a:cubicBezTo>
                <a:cubicBezTo>
                  <a:pt x="51251" y="22676"/>
                  <a:pt x="51226" y="22676"/>
                  <a:pt x="51226" y="22651"/>
                </a:cubicBezTo>
                <a:cubicBezTo>
                  <a:pt x="53317" y="21655"/>
                  <a:pt x="55358" y="20884"/>
                  <a:pt x="57349" y="20311"/>
                </a:cubicBezTo>
                <a:close/>
                <a:moveTo>
                  <a:pt x="51077" y="22751"/>
                </a:moveTo>
                <a:cubicBezTo>
                  <a:pt x="51077" y="22776"/>
                  <a:pt x="51077" y="22776"/>
                  <a:pt x="51102" y="22800"/>
                </a:cubicBezTo>
                <a:cubicBezTo>
                  <a:pt x="51077" y="22800"/>
                  <a:pt x="51077" y="22825"/>
                  <a:pt x="51027" y="22825"/>
                </a:cubicBezTo>
                <a:cubicBezTo>
                  <a:pt x="51027" y="22800"/>
                  <a:pt x="51002" y="22800"/>
                  <a:pt x="51002" y="22776"/>
                </a:cubicBezTo>
                <a:cubicBezTo>
                  <a:pt x="51027" y="22776"/>
                  <a:pt x="51027" y="22751"/>
                  <a:pt x="51077" y="22751"/>
                </a:cubicBezTo>
                <a:close/>
                <a:moveTo>
                  <a:pt x="113329" y="18395"/>
                </a:moveTo>
                <a:lnTo>
                  <a:pt x="113329" y="18395"/>
                </a:lnTo>
                <a:cubicBezTo>
                  <a:pt x="113603" y="18893"/>
                  <a:pt x="113852" y="19316"/>
                  <a:pt x="113977" y="19540"/>
                </a:cubicBezTo>
                <a:cubicBezTo>
                  <a:pt x="114126" y="19814"/>
                  <a:pt x="114300" y="20137"/>
                  <a:pt x="114425" y="20436"/>
                </a:cubicBezTo>
                <a:cubicBezTo>
                  <a:pt x="115047" y="21780"/>
                  <a:pt x="115495" y="22975"/>
                  <a:pt x="115868" y="23995"/>
                </a:cubicBezTo>
                <a:cubicBezTo>
                  <a:pt x="115868" y="24020"/>
                  <a:pt x="115918" y="24045"/>
                  <a:pt x="115918" y="24095"/>
                </a:cubicBezTo>
                <a:cubicBezTo>
                  <a:pt x="115868" y="24045"/>
                  <a:pt x="115843" y="23995"/>
                  <a:pt x="115843" y="23970"/>
                </a:cubicBezTo>
                <a:cubicBezTo>
                  <a:pt x="115843" y="23970"/>
                  <a:pt x="115843" y="23921"/>
                  <a:pt x="115819" y="23921"/>
                </a:cubicBezTo>
                <a:lnTo>
                  <a:pt x="115819" y="23896"/>
                </a:lnTo>
                <a:cubicBezTo>
                  <a:pt x="115769" y="23846"/>
                  <a:pt x="115744" y="23771"/>
                  <a:pt x="115719" y="23672"/>
                </a:cubicBezTo>
                <a:cubicBezTo>
                  <a:pt x="115370" y="22726"/>
                  <a:pt x="114947" y="21655"/>
                  <a:pt x="114375" y="20436"/>
                </a:cubicBezTo>
                <a:cubicBezTo>
                  <a:pt x="114026" y="19739"/>
                  <a:pt x="113653" y="19017"/>
                  <a:pt x="113329" y="18395"/>
                </a:cubicBezTo>
                <a:close/>
                <a:moveTo>
                  <a:pt x="113180" y="20535"/>
                </a:moveTo>
                <a:lnTo>
                  <a:pt x="113180" y="20535"/>
                </a:lnTo>
                <a:cubicBezTo>
                  <a:pt x="113429" y="20809"/>
                  <a:pt x="113678" y="21058"/>
                  <a:pt x="113877" y="21382"/>
                </a:cubicBezTo>
                <a:cubicBezTo>
                  <a:pt x="113927" y="21407"/>
                  <a:pt x="113952" y="21431"/>
                  <a:pt x="113952" y="21481"/>
                </a:cubicBezTo>
                <a:cubicBezTo>
                  <a:pt x="114250" y="21879"/>
                  <a:pt x="114524" y="22278"/>
                  <a:pt x="114823" y="22676"/>
                </a:cubicBezTo>
                <a:cubicBezTo>
                  <a:pt x="114823" y="22726"/>
                  <a:pt x="114848" y="22726"/>
                  <a:pt x="114848" y="22751"/>
                </a:cubicBezTo>
                <a:cubicBezTo>
                  <a:pt x="115097" y="23124"/>
                  <a:pt x="115296" y="23497"/>
                  <a:pt x="115495" y="23871"/>
                </a:cubicBezTo>
                <a:cubicBezTo>
                  <a:pt x="115545" y="23995"/>
                  <a:pt x="115595" y="24120"/>
                  <a:pt x="115619" y="24244"/>
                </a:cubicBezTo>
                <a:cubicBezTo>
                  <a:pt x="115221" y="23398"/>
                  <a:pt x="114723" y="22626"/>
                  <a:pt x="114176" y="21855"/>
                </a:cubicBezTo>
                <a:cubicBezTo>
                  <a:pt x="114126" y="21805"/>
                  <a:pt x="114101" y="21755"/>
                  <a:pt x="114076" y="21705"/>
                </a:cubicBezTo>
                <a:cubicBezTo>
                  <a:pt x="113802" y="21332"/>
                  <a:pt x="113504" y="21008"/>
                  <a:pt x="113205" y="20660"/>
                </a:cubicBezTo>
                <a:cubicBezTo>
                  <a:pt x="113230" y="20660"/>
                  <a:pt x="113230" y="20660"/>
                  <a:pt x="113205" y="20635"/>
                </a:cubicBezTo>
                <a:lnTo>
                  <a:pt x="113180" y="20535"/>
                </a:lnTo>
                <a:close/>
                <a:moveTo>
                  <a:pt x="93143" y="14935"/>
                </a:moveTo>
                <a:cubicBezTo>
                  <a:pt x="93889" y="18021"/>
                  <a:pt x="94014" y="21506"/>
                  <a:pt x="93516" y="25215"/>
                </a:cubicBezTo>
                <a:lnTo>
                  <a:pt x="93441" y="25215"/>
                </a:lnTo>
                <a:cubicBezTo>
                  <a:pt x="93939" y="21506"/>
                  <a:pt x="93840" y="18046"/>
                  <a:pt x="93068" y="14935"/>
                </a:cubicBezTo>
                <a:close/>
                <a:moveTo>
                  <a:pt x="93466" y="25389"/>
                </a:moveTo>
                <a:lnTo>
                  <a:pt x="93466" y="25464"/>
                </a:lnTo>
                <a:lnTo>
                  <a:pt x="93417" y="25464"/>
                </a:lnTo>
                <a:lnTo>
                  <a:pt x="93417" y="25389"/>
                </a:lnTo>
                <a:close/>
                <a:moveTo>
                  <a:pt x="97623" y="14512"/>
                </a:moveTo>
                <a:cubicBezTo>
                  <a:pt x="98245" y="14512"/>
                  <a:pt x="98868" y="14537"/>
                  <a:pt x="99490" y="14562"/>
                </a:cubicBezTo>
                <a:cubicBezTo>
                  <a:pt x="100983" y="14711"/>
                  <a:pt x="102427" y="15010"/>
                  <a:pt x="103771" y="15383"/>
                </a:cubicBezTo>
                <a:cubicBezTo>
                  <a:pt x="104593" y="18619"/>
                  <a:pt x="104742" y="22178"/>
                  <a:pt x="104344" y="25986"/>
                </a:cubicBezTo>
                <a:cubicBezTo>
                  <a:pt x="102139" y="25309"/>
                  <a:pt x="99740" y="24983"/>
                  <a:pt x="97155" y="24983"/>
                </a:cubicBezTo>
                <a:cubicBezTo>
                  <a:pt x="96035" y="24983"/>
                  <a:pt x="94880" y="25045"/>
                  <a:pt x="93690" y="25165"/>
                </a:cubicBezTo>
                <a:cubicBezTo>
                  <a:pt x="94188" y="21481"/>
                  <a:pt x="94089" y="17996"/>
                  <a:pt x="93317" y="14885"/>
                </a:cubicBezTo>
                <a:cubicBezTo>
                  <a:pt x="93441" y="14835"/>
                  <a:pt x="93541" y="14810"/>
                  <a:pt x="93665" y="14810"/>
                </a:cubicBezTo>
                <a:cubicBezTo>
                  <a:pt x="93939" y="14786"/>
                  <a:pt x="94263" y="14761"/>
                  <a:pt x="94537" y="14711"/>
                </a:cubicBezTo>
                <a:cubicBezTo>
                  <a:pt x="94910" y="14686"/>
                  <a:pt x="95283" y="14636"/>
                  <a:pt x="95657" y="14586"/>
                </a:cubicBezTo>
                <a:cubicBezTo>
                  <a:pt x="95955" y="14562"/>
                  <a:pt x="96279" y="14562"/>
                  <a:pt x="96627" y="14562"/>
                </a:cubicBezTo>
                <a:cubicBezTo>
                  <a:pt x="96926" y="14537"/>
                  <a:pt x="97275" y="14512"/>
                  <a:pt x="97623" y="14512"/>
                </a:cubicBezTo>
                <a:close/>
                <a:moveTo>
                  <a:pt x="103995" y="15433"/>
                </a:moveTo>
                <a:cubicBezTo>
                  <a:pt x="104020" y="15433"/>
                  <a:pt x="104045" y="15433"/>
                  <a:pt x="104045" y="15458"/>
                </a:cubicBezTo>
                <a:cubicBezTo>
                  <a:pt x="104842" y="18693"/>
                  <a:pt x="104991" y="22278"/>
                  <a:pt x="104593" y="26086"/>
                </a:cubicBezTo>
                <a:cubicBezTo>
                  <a:pt x="104543" y="26086"/>
                  <a:pt x="104543" y="26086"/>
                  <a:pt x="104518" y="26036"/>
                </a:cubicBezTo>
                <a:cubicBezTo>
                  <a:pt x="104916" y="22253"/>
                  <a:pt x="104792" y="18669"/>
                  <a:pt x="103995" y="15433"/>
                </a:cubicBezTo>
                <a:close/>
                <a:moveTo>
                  <a:pt x="116247" y="25401"/>
                </a:moveTo>
                <a:cubicBezTo>
                  <a:pt x="116259" y="25416"/>
                  <a:pt x="116291" y="25424"/>
                  <a:pt x="116291" y="25464"/>
                </a:cubicBezTo>
                <a:lnTo>
                  <a:pt x="116291" y="25489"/>
                </a:lnTo>
                <a:cubicBezTo>
                  <a:pt x="116366" y="25711"/>
                  <a:pt x="116440" y="25934"/>
                  <a:pt x="116490" y="26156"/>
                </a:cubicBezTo>
                <a:lnTo>
                  <a:pt x="116490" y="26156"/>
                </a:lnTo>
                <a:cubicBezTo>
                  <a:pt x="116481" y="26132"/>
                  <a:pt x="116473" y="26109"/>
                  <a:pt x="116466" y="26086"/>
                </a:cubicBezTo>
                <a:cubicBezTo>
                  <a:pt x="116392" y="25866"/>
                  <a:pt x="116343" y="25645"/>
                  <a:pt x="116247" y="25401"/>
                </a:cubicBezTo>
                <a:close/>
                <a:moveTo>
                  <a:pt x="44281" y="16802"/>
                </a:moveTo>
                <a:cubicBezTo>
                  <a:pt x="44481" y="16926"/>
                  <a:pt x="44630" y="17051"/>
                  <a:pt x="44804" y="17175"/>
                </a:cubicBezTo>
                <a:lnTo>
                  <a:pt x="45277" y="17548"/>
                </a:lnTo>
                <a:cubicBezTo>
                  <a:pt x="45302" y="17573"/>
                  <a:pt x="45327" y="17573"/>
                  <a:pt x="45327" y="17623"/>
                </a:cubicBezTo>
                <a:cubicBezTo>
                  <a:pt x="45700" y="17922"/>
                  <a:pt x="46123" y="18245"/>
                  <a:pt x="46497" y="18569"/>
                </a:cubicBezTo>
                <a:cubicBezTo>
                  <a:pt x="46497" y="18569"/>
                  <a:pt x="46522" y="18569"/>
                  <a:pt x="46522" y="18594"/>
                </a:cubicBezTo>
                <a:cubicBezTo>
                  <a:pt x="46671" y="18768"/>
                  <a:pt x="46870" y="18917"/>
                  <a:pt x="47044" y="19067"/>
                </a:cubicBezTo>
                <a:cubicBezTo>
                  <a:pt x="47069" y="19092"/>
                  <a:pt x="47144" y="19141"/>
                  <a:pt x="47169" y="19191"/>
                </a:cubicBezTo>
                <a:cubicBezTo>
                  <a:pt x="47293" y="19316"/>
                  <a:pt x="47443" y="19440"/>
                  <a:pt x="47567" y="19565"/>
                </a:cubicBezTo>
                <a:cubicBezTo>
                  <a:pt x="47667" y="19664"/>
                  <a:pt x="47766" y="19739"/>
                  <a:pt x="47816" y="19814"/>
                </a:cubicBezTo>
                <a:lnTo>
                  <a:pt x="48115" y="20112"/>
                </a:lnTo>
                <a:cubicBezTo>
                  <a:pt x="48239" y="20237"/>
                  <a:pt x="48388" y="20361"/>
                  <a:pt x="48513" y="20510"/>
                </a:cubicBezTo>
                <a:lnTo>
                  <a:pt x="48712" y="20685"/>
                </a:lnTo>
                <a:lnTo>
                  <a:pt x="49061" y="21058"/>
                </a:lnTo>
                <a:cubicBezTo>
                  <a:pt x="48289" y="21631"/>
                  <a:pt x="47542" y="22178"/>
                  <a:pt x="46771" y="22751"/>
                </a:cubicBezTo>
                <a:cubicBezTo>
                  <a:pt x="46621" y="22875"/>
                  <a:pt x="46447" y="22975"/>
                  <a:pt x="46298" y="23099"/>
                </a:cubicBezTo>
                <a:cubicBezTo>
                  <a:pt x="45551" y="23672"/>
                  <a:pt x="44779" y="24244"/>
                  <a:pt x="44033" y="24841"/>
                </a:cubicBezTo>
                <a:cubicBezTo>
                  <a:pt x="43809" y="24991"/>
                  <a:pt x="43634" y="25165"/>
                  <a:pt x="43410" y="25314"/>
                </a:cubicBezTo>
                <a:lnTo>
                  <a:pt x="42390" y="26161"/>
                </a:lnTo>
                <a:cubicBezTo>
                  <a:pt x="41718" y="24916"/>
                  <a:pt x="41170" y="23696"/>
                  <a:pt x="40722" y="22601"/>
                </a:cubicBezTo>
                <a:cubicBezTo>
                  <a:pt x="40697" y="22527"/>
                  <a:pt x="40672" y="22452"/>
                  <a:pt x="40647" y="22377"/>
                </a:cubicBezTo>
                <a:cubicBezTo>
                  <a:pt x="40523" y="22054"/>
                  <a:pt x="40423" y="21755"/>
                  <a:pt x="40299" y="21431"/>
                </a:cubicBezTo>
                <a:cubicBezTo>
                  <a:pt x="40224" y="21282"/>
                  <a:pt x="40174" y="21083"/>
                  <a:pt x="40100" y="20934"/>
                </a:cubicBezTo>
                <a:cubicBezTo>
                  <a:pt x="40025" y="20685"/>
                  <a:pt x="39950" y="20461"/>
                  <a:pt x="39901" y="20237"/>
                </a:cubicBezTo>
                <a:cubicBezTo>
                  <a:pt x="39826" y="20038"/>
                  <a:pt x="39776" y="19838"/>
                  <a:pt x="39726" y="19689"/>
                </a:cubicBezTo>
                <a:cubicBezTo>
                  <a:pt x="40398" y="19216"/>
                  <a:pt x="41071" y="18768"/>
                  <a:pt x="41718" y="18320"/>
                </a:cubicBezTo>
                <a:cubicBezTo>
                  <a:pt x="41917" y="18196"/>
                  <a:pt x="42141" y="18071"/>
                  <a:pt x="42315" y="17947"/>
                </a:cubicBezTo>
                <a:cubicBezTo>
                  <a:pt x="42838" y="17598"/>
                  <a:pt x="43336" y="17300"/>
                  <a:pt x="43883" y="16951"/>
                </a:cubicBezTo>
                <a:cubicBezTo>
                  <a:pt x="44057" y="16926"/>
                  <a:pt x="44157" y="16876"/>
                  <a:pt x="44281" y="16802"/>
                </a:cubicBezTo>
                <a:close/>
                <a:moveTo>
                  <a:pt x="97037" y="25188"/>
                </a:moveTo>
                <a:cubicBezTo>
                  <a:pt x="99657" y="25188"/>
                  <a:pt x="102099" y="25526"/>
                  <a:pt x="104294" y="26210"/>
                </a:cubicBezTo>
                <a:lnTo>
                  <a:pt x="104294" y="26260"/>
                </a:lnTo>
                <a:cubicBezTo>
                  <a:pt x="102077" y="25574"/>
                  <a:pt x="99636" y="25249"/>
                  <a:pt x="97015" y="25249"/>
                </a:cubicBezTo>
                <a:cubicBezTo>
                  <a:pt x="95929" y="25249"/>
                  <a:pt x="94811" y="25305"/>
                  <a:pt x="93665" y="25414"/>
                </a:cubicBezTo>
                <a:lnTo>
                  <a:pt x="93665" y="25364"/>
                </a:lnTo>
                <a:cubicBezTo>
                  <a:pt x="94817" y="25247"/>
                  <a:pt x="95943" y="25188"/>
                  <a:pt x="97037" y="25188"/>
                </a:cubicBezTo>
                <a:close/>
                <a:moveTo>
                  <a:pt x="104244" y="15532"/>
                </a:moveTo>
                <a:lnTo>
                  <a:pt x="104244" y="15532"/>
                </a:lnTo>
                <a:cubicBezTo>
                  <a:pt x="104543" y="15607"/>
                  <a:pt x="104866" y="15756"/>
                  <a:pt x="105165" y="15831"/>
                </a:cubicBezTo>
                <a:cubicBezTo>
                  <a:pt x="105912" y="19166"/>
                  <a:pt x="105887" y="22751"/>
                  <a:pt x="105115" y="26260"/>
                </a:cubicBezTo>
                <a:cubicBezTo>
                  <a:pt x="104991" y="26235"/>
                  <a:pt x="104866" y="26161"/>
                  <a:pt x="104742" y="26136"/>
                </a:cubicBezTo>
                <a:cubicBezTo>
                  <a:pt x="105165" y="22352"/>
                  <a:pt x="105016" y="18768"/>
                  <a:pt x="104244" y="15532"/>
                </a:cubicBezTo>
                <a:close/>
                <a:moveTo>
                  <a:pt x="39652" y="19863"/>
                </a:moveTo>
                <a:lnTo>
                  <a:pt x="39751" y="20137"/>
                </a:lnTo>
                <a:cubicBezTo>
                  <a:pt x="39801" y="20411"/>
                  <a:pt x="39901" y="20685"/>
                  <a:pt x="40000" y="21008"/>
                </a:cubicBezTo>
                <a:cubicBezTo>
                  <a:pt x="40025" y="21058"/>
                  <a:pt x="40050" y="21158"/>
                  <a:pt x="40075" y="21232"/>
                </a:cubicBezTo>
                <a:cubicBezTo>
                  <a:pt x="40622" y="22751"/>
                  <a:pt x="41369" y="24493"/>
                  <a:pt x="42290" y="26285"/>
                </a:cubicBezTo>
                <a:lnTo>
                  <a:pt x="42265" y="26335"/>
                </a:lnTo>
                <a:cubicBezTo>
                  <a:pt x="41618" y="25041"/>
                  <a:pt x="41046" y="23846"/>
                  <a:pt x="40573" y="22726"/>
                </a:cubicBezTo>
                <a:cubicBezTo>
                  <a:pt x="40548" y="22626"/>
                  <a:pt x="40523" y="22552"/>
                  <a:pt x="40498" y="22477"/>
                </a:cubicBezTo>
                <a:cubicBezTo>
                  <a:pt x="40349" y="22153"/>
                  <a:pt x="40274" y="21879"/>
                  <a:pt x="40150" y="21606"/>
                </a:cubicBezTo>
                <a:lnTo>
                  <a:pt x="39950" y="21033"/>
                </a:lnTo>
                <a:cubicBezTo>
                  <a:pt x="39901" y="20809"/>
                  <a:pt x="39826" y="20610"/>
                  <a:pt x="39751" y="20386"/>
                </a:cubicBezTo>
                <a:cubicBezTo>
                  <a:pt x="39677" y="20237"/>
                  <a:pt x="39652" y="20038"/>
                  <a:pt x="39577" y="19888"/>
                </a:cubicBezTo>
                <a:cubicBezTo>
                  <a:pt x="39627" y="19888"/>
                  <a:pt x="39627" y="19863"/>
                  <a:pt x="39652" y="19863"/>
                </a:cubicBezTo>
                <a:close/>
                <a:moveTo>
                  <a:pt x="104493" y="26235"/>
                </a:moveTo>
                <a:cubicBezTo>
                  <a:pt x="104518" y="26235"/>
                  <a:pt x="104518" y="26235"/>
                  <a:pt x="104543" y="26260"/>
                </a:cubicBezTo>
                <a:lnTo>
                  <a:pt x="104543" y="26335"/>
                </a:lnTo>
                <a:cubicBezTo>
                  <a:pt x="104518" y="26335"/>
                  <a:pt x="104518" y="26335"/>
                  <a:pt x="104493" y="26285"/>
                </a:cubicBezTo>
                <a:lnTo>
                  <a:pt x="104493" y="26235"/>
                </a:lnTo>
                <a:close/>
                <a:moveTo>
                  <a:pt x="105414" y="15931"/>
                </a:moveTo>
                <a:cubicBezTo>
                  <a:pt x="105464" y="15931"/>
                  <a:pt x="105489" y="15955"/>
                  <a:pt x="105489" y="15955"/>
                </a:cubicBezTo>
                <a:cubicBezTo>
                  <a:pt x="106161" y="19266"/>
                  <a:pt x="106136" y="22850"/>
                  <a:pt x="105364" y="26360"/>
                </a:cubicBezTo>
                <a:cubicBezTo>
                  <a:pt x="105339" y="26360"/>
                  <a:pt x="105339" y="26360"/>
                  <a:pt x="105290" y="26335"/>
                </a:cubicBezTo>
                <a:cubicBezTo>
                  <a:pt x="106086" y="22850"/>
                  <a:pt x="106111" y="19266"/>
                  <a:pt x="105414" y="15931"/>
                </a:cubicBezTo>
                <a:close/>
                <a:moveTo>
                  <a:pt x="116518" y="26231"/>
                </a:moveTo>
                <a:lnTo>
                  <a:pt x="116518" y="26231"/>
                </a:lnTo>
                <a:cubicBezTo>
                  <a:pt x="116524" y="26234"/>
                  <a:pt x="116531" y="26235"/>
                  <a:pt x="116540" y="26235"/>
                </a:cubicBezTo>
                <a:cubicBezTo>
                  <a:pt x="116559" y="26272"/>
                  <a:pt x="116564" y="26323"/>
                  <a:pt x="116575" y="26367"/>
                </a:cubicBezTo>
                <a:lnTo>
                  <a:pt x="116575" y="26367"/>
                </a:lnTo>
                <a:cubicBezTo>
                  <a:pt x="116570" y="26356"/>
                  <a:pt x="116565" y="26346"/>
                  <a:pt x="116565" y="26335"/>
                </a:cubicBezTo>
                <a:cubicBezTo>
                  <a:pt x="116546" y="26297"/>
                  <a:pt x="116531" y="26263"/>
                  <a:pt x="116518" y="26231"/>
                </a:cubicBezTo>
                <a:close/>
                <a:moveTo>
                  <a:pt x="49260" y="21183"/>
                </a:moveTo>
                <a:cubicBezTo>
                  <a:pt x="49260" y="21183"/>
                  <a:pt x="49260" y="21232"/>
                  <a:pt x="49285" y="21257"/>
                </a:cubicBezTo>
                <a:cubicBezTo>
                  <a:pt x="48513" y="21805"/>
                  <a:pt x="47741" y="22402"/>
                  <a:pt x="46970" y="22975"/>
                </a:cubicBezTo>
                <a:cubicBezTo>
                  <a:pt x="46795" y="23099"/>
                  <a:pt x="46646" y="23224"/>
                  <a:pt x="46472" y="23348"/>
                </a:cubicBezTo>
                <a:cubicBezTo>
                  <a:pt x="45725" y="23896"/>
                  <a:pt x="44978" y="24493"/>
                  <a:pt x="44257" y="25041"/>
                </a:cubicBezTo>
                <a:cubicBezTo>
                  <a:pt x="44033" y="25240"/>
                  <a:pt x="43809" y="25389"/>
                  <a:pt x="43609" y="25588"/>
                </a:cubicBezTo>
                <a:lnTo>
                  <a:pt x="42564" y="26410"/>
                </a:lnTo>
                <a:cubicBezTo>
                  <a:pt x="42564" y="26385"/>
                  <a:pt x="42539" y="26385"/>
                  <a:pt x="42539" y="26360"/>
                </a:cubicBezTo>
                <a:cubicBezTo>
                  <a:pt x="42888" y="26086"/>
                  <a:pt x="43236" y="25762"/>
                  <a:pt x="43609" y="25489"/>
                </a:cubicBezTo>
                <a:cubicBezTo>
                  <a:pt x="43809" y="25290"/>
                  <a:pt x="44033" y="25140"/>
                  <a:pt x="44257" y="24966"/>
                </a:cubicBezTo>
                <a:cubicBezTo>
                  <a:pt x="45003" y="24369"/>
                  <a:pt x="45750" y="23771"/>
                  <a:pt x="46497" y="23224"/>
                </a:cubicBezTo>
                <a:cubicBezTo>
                  <a:pt x="46646" y="23099"/>
                  <a:pt x="46795" y="23000"/>
                  <a:pt x="46970" y="22875"/>
                </a:cubicBezTo>
                <a:cubicBezTo>
                  <a:pt x="47741" y="22303"/>
                  <a:pt x="48488" y="21730"/>
                  <a:pt x="49260" y="21183"/>
                </a:cubicBezTo>
                <a:close/>
                <a:moveTo>
                  <a:pt x="81519" y="16827"/>
                </a:moveTo>
                <a:cubicBezTo>
                  <a:pt x="81568" y="16926"/>
                  <a:pt x="81618" y="17026"/>
                  <a:pt x="81643" y="17125"/>
                </a:cubicBezTo>
                <a:cubicBezTo>
                  <a:pt x="81718" y="17250"/>
                  <a:pt x="81743" y="17374"/>
                  <a:pt x="81817" y="17499"/>
                </a:cubicBezTo>
                <a:cubicBezTo>
                  <a:pt x="81942" y="17972"/>
                  <a:pt x="82091" y="18420"/>
                  <a:pt x="82216" y="18868"/>
                </a:cubicBezTo>
                <a:cubicBezTo>
                  <a:pt x="82216" y="18893"/>
                  <a:pt x="82240" y="18942"/>
                  <a:pt x="82240" y="18992"/>
                </a:cubicBezTo>
                <a:cubicBezTo>
                  <a:pt x="82191" y="19017"/>
                  <a:pt x="82141" y="19042"/>
                  <a:pt x="82091" y="19117"/>
                </a:cubicBezTo>
                <a:cubicBezTo>
                  <a:pt x="81817" y="19316"/>
                  <a:pt x="81519" y="19515"/>
                  <a:pt x="81270" y="19739"/>
                </a:cubicBezTo>
                <a:cubicBezTo>
                  <a:pt x="81220" y="19789"/>
                  <a:pt x="81120" y="19863"/>
                  <a:pt x="81071" y="19913"/>
                </a:cubicBezTo>
                <a:cubicBezTo>
                  <a:pt x="81021" y="19938"/>
                  <a:pt x="80996" y="19988"/>
                  <a:pt x="80946" y="20013"/>
                </a:cubicBezTo>
                <a:cubicBezTo>
                  <a:pt x="80896" y="20038"/>
                  <a:pt x="80871" y="20038"/>
                  <a:pt x="80871" y="20062"/>
                </a:cubicBezTo>
                <a:cubicBezTo>
                  <a:pt x="80622" y="20262"/>
                  <a:pt x="80398" y="20486"/>
                  <a:pt x="80199" y="20660"/>
                </a:cubicBezTo>
                <a:cubicBezTo>
                  <a:pt x="80125" y="20734"/>
                  <a:pt x="80025" y="20784"/>
                  <a:pt x="79975" y="20859"/>
                </a:cubicBezTo>
                <a:cubicBezTo>
                  <a:pt x="79652" y="21158"/>
                  <a:pt x="79353" y="21431"/>
                  <a:pt x="79029" y="21755"/>
                </a:cubicBezTo>
                <a:lnTo>
                  <a:pt x="78855" y="21929"/>
                </a:lnTo>
                <a:cubicBezTo>
                  <a:pt x="78606" y="22178"/>
                  <a:pt x="78382" y="22427"/>
                  <a:pt x="78158" y="22676"/>
                </a:cubicBezTo>
                <a:cubicBezTo>
                  <a:pt x="78084" y="22776"/>
                  <a:pt x="77984" y="22900"/>
                  <a:pt x="77909" y="23000"/>
                </a:cubicBezTo>
                <a:cubicBezTo>
                  <a:pt x="77710" y="23248"/>
                  <a:pt x="77511" y="23522"/>
                  <a:pt x="77287" y="23771"/>
                </a:cubicBezTo>
                <a:cubicBezTo>
                  <a:pt x="77237" y="23871"/>
                  <a:pt x="77138" y="23995"/>
                  <a:pt x="77088" y="24095"/>
                </a:cubicBezTo>
                <a:cubicBezTo>
                  <a:pt x="76889" y="24369"/>
                  <a:pt x="76665" y="24642"/>
                  <a:pt x="76515" y="24916"/>
                </a:cubicBezTo>
                <a:cubicBezTo>
                  <a:pt x="76391" y="25115"/>
                  <a:pt x="76291" y="25265"/>
                  <a:pt x="76167" y="25464"/>
                </a:cubicBezTo>
                <a:cubicBezTo>
                  <a:pt x="76092" y="25588"/>
                  <a:pt x="76018" y="25738"/>
                  <a:pt x="75918" y="25862"/>
                </a:cubicBezTo>
                <a:lnTo>
                  <a:pt x="75545" y="26509"/>
                </a:lnTo>
                <a:cubicBezTo>
                  <a:pt x="75047" y="24916"/>
                  <a:pt x="74300" y="23597"/>
                  <a:pt x="73280" y="22477"/>
                </a:cubicBezTo>
                <a:cubicBezTo>
                  <a:pt x="73329" y="22352"/>
                  <a:pt x="73379" y="22178"/>
                  <a:pt x="73429" y="22054"/>
                </a:cubicBezTo>
                <a:cubicBezTo>
                  <a:pt x="73603" y="21655"/>
                  <a:pt x="73777" y="21232"/>
                  <a:pt x="73952" y="20809"/>
                </a:cubicBezTo>
                <a:lnTo>
                  <a:pt x="74151" y="20436"/>
                </a:lnTo>
                <a:cubicBezTo>
                  <a:pt x="74300" y="20112"/>
                  <a:pt x="74499" y="19764"/>
                  <a:pt x="74674" y="19390"/>
                </a:cubicBezTo>
                <a:cubicBezTo>
                  <a:pt x="76988" y="18395"/>
                  <a:pt x="79278" y="17548"/>
                  <a:pt x="81519" y="16827"/>
                </a:cubicBezTo>
                <a:close/>
                <a:moveTo>
                  <a:pt x="104717" y="26335"/>
                </a:moveTo>
                <a:cubicBezTo>
                  <a:pt x="104842" y="26360"/>
                  <a:pt x="104916" y="26385"/>
                  <a:pt x="105041" y="26459"/>
                </a:cubicBezTo>
                <a:lnTo>
                  <a:pt x="105041" y="26509"/>
                </a:lnTo>
                <a:cubicBezTo>
                  <a:pt x="104916" y="26484"/>
                  <a:pt x="104842" y="26459"/>
                  <a:pt x="104717" y="26385"/>
                </a:cubicBezTo>
                <a:lnTo>
                  <a:pt x="104717" y="26335"/>
                </a:lnTo>
                <a:close/>
                <a:moveTo>
                  <a:pt x="113329" y="21133"/>
                </a:moveTo>
                <a:lnTo>
                  <a:pt x="113329" y="21133"/>
                </a:lnTo>
                <a:cubicBezTo>
                  <a:pt x="114350" y="22377"/>
                  <a:pt x="115221" y="23746"/>
                  <a:pt x="115918" y="25265"/>
                </a:cubicBezTo>
                <a:cubicBezTo>
                  <a:pt x="116067" y="25663"/>
                  <a:pt x="116217" y="26111"/>
                  <a:pt x="116366" y="26509"/>
                </a:cubicBezTo>
                <a:cubicBezTo>
                  <a:pt x="115619" y="24543"/>
                  <a:pt x="114599" y="22776"/>
                  <a:pt x="113354" y="21257"/>
                </a:cubicBezTo>
                <a:cubicBezTo>
                  <a:pt x="113354" y="21232"/>
                  <a:pt x="113329" y="21158"/>
                  <a:pt x="113329" y="21133"/>
                </a:cubicBezTo>
                <a:close/>
                <a:moveTo>
                  <a:pt x="42390" y="26484"/>
                </a:moveTo>
                <a:cubicBezTo>
                  <a:pt x="42390" y="26509"/>
                  <a:pt x="42415" y="26509"/>
                  <a:pt x="42415" y="26534"/>
                </a:cubicBezTo>
                <a:lnTo>
                  <a:pt x="42390" y="26559"/>
                </a:lnTo>
                <a:cubicBezTo>
                  <a:pt x="42390" y="26534"/>
                  <a:pt x="42365" y="26534"/>
                  <a:pt x="42365" y="26509"/>
                </a:cubicBezTo>
                <a:lnTo>
                  <a:pt x="42390" y="26484"/>
                </a:lnTo>
                <a:close/>
                <a:moveTo>
                  <a:pt x="92869" y="15010"/>
                </a:moveTo>
                <a:cubicBezTo>
                  <a:pt x="93641" y="18071"/>
                  <a:pt x="93765" y="21531"/>
                  <a:pt x="93267" y="25240"/>
                </a:cubicBezTo>
                <a:cubicBezTo>
                  <a:pt x="91052" y="25489"/>
                  <a:pt x="88737" y="25912"/>
                  <a:pt x="86347" y="26584"/>
                </a:cubicBezTo>
                <a:cubicBezTo>
                  <a:pt x="86123" y="23721"/>
                  <a:pt x="85551" y="20784"/>
                  <a:pt x="84605" y="18021"/>
                </a:cubicBezTo>
                <a:cubicBezTo>
                  <a:pt x="84829" y="17897"/>
                  <a:pt x="85028" y="17797"/>
                  <a:pt x="85227" y="17673"/>
                </a:cubicBezTo>
                <a:lnTo>
                  <a:pt x="86074" y="17200"/>
                </a:lnTo>
                <a:cubicBezTo>
                  <a:pt x="86372" y="17051"/>
                  <a:pt x="86646" y="16926"/>
                  <a:pt x="86970" y="16802"/>
                </a:cubicBezTo>
                <a:cubicBezTo>
                  <a:pt x="87268" y="16677"/>
                  <a:pt x="87567" y="16528"/>
                  <a:pt x="87866" y="16403"/>
                </a:cubicBezTo>
                <a:cubicBezTo>
                  <a:pt x="88140" y="16279"/>
                  <a:pt x="88463" y="16179"/>
                  <a:pt x="88762" y="16080"/>
                </a:cubicBezTo>
                <a:cubicBezTo>
                  <a:pt x="89110" y="15955"/>
                  <a:pt x="89434" y="15831"/>
                  <a:pt x="89758" y="15756"/>
                </a:cubicBezTo>
                <a:cubicBezTo>
                  <a:pt x="90056" y="15657"/>
                  <a:pt x="90355" y="15582"/>
                  <a:pt x="90629" y="15507"/>
                </a:cubicBezTo>
                <a:cubicBezTo>
                  <a:pt x="90977" y="15408"/>
                  <a:pt x="91326" y="15283"/>
                  <a:pt x="91699" y="15209"/>
                </a:cubicBezTo>
                <a:cubicBezTo>
                  <a:pt x="91973" y="15159"/>
                  <a:pt x="92247" y="15084"/>
                  <a:pt x="92545" y="15059"/>
                </a:cubicBezTo>
                <a:cubicBezTo>
                  <a:pt x="92670" y="15034"/>
                  <a:pt x="92744" y="15034"/>
                  <a:pt x="92869" y="15010"/>
                </a:cubicBezTo>
                <a:close/>
                <a:moveTo>
                  <a:pt x="105290" y="26509"/>
                </a:moveTo>
                <a:lnTo>
                  <a:pt x="105290" y="26584"/>
                </a:lnTo>
                <a:lnTo>
                  <a:pt x="105240" y="26584"/>
                </a:lnTo>
                <a:lnTo>
                  <a:pt x="105240" y="26509"/>
                </a:lnTo>
                <a:close/>
                <a:moveTo>
                  <a:pt x="84456" y="18121"/>
                </a:moveTo>
                <a:cubicBezTo>
                  <a:pt x="85377" y="20884"/>
                  <a:pt x="85974" y="23771"/>
                  <a:pt x="86173" y="26634"/>
                </a:cubicBezTo>
                <a:cubicBezTo>
                  <a:pt x="86157" y="26625"/>
                  <a:pt x="86143" y="26623"/>
                  <a:pt x="86132" y="26623"/>
                </a:cubicBezTo>
                <a:cubicBezTo>
                  <a:pt x="86110" y="26623"/>
                  <a:pt x="86099" y="26634"/>
                  <a:pt x="86099" y="26634"/>
                </a:cubicBezTo>
                <a:cubicBezTo>
                  <a:pt x="85899" y="23796"/>
                  <a:pt x="85327" y="20909"/>
                  <a:pt x="84381" y="18146"/>
                </a:cubicBezTo>
                <a:cubicBezTo>
                  <a:pt x="84431" y="18146"/>
                  <a:pt x="84431" y="18121"/>
                  <a:pt x="84456" y="18121"/>
                </a:cubicBezTo>
                <a:close/>
                <a:moveTo>
                  <a:pt x="93253" y="25416"/>
                </a:moveTo>
                <a:lnTo>
                  <a:pt x="93253" y="25416"/>
                </a:lnTo>
                <a:cubicBezTo>
                  <a:pt x="93217" y="25424"/>
                  <a:pt x="93217" y="25466"/>
                  <a:pt x="93217" y="25489"/>
                </a:cubicBezTo>
                <a:cubicBezTo>
                  <a:pt x="91027" y="25738"/>
                  <a:pt x="88737" y="26161"/>
                  <a:pt x="86372" y="26833"/>
                </a:cubicBezTo>
                <a:lnTo>
                  <a:pt x="86372" y="26758"/>
                </a:lnTo>
                <a:cubicBezTo>
                  <a:pt x="88732" y="26112"/>
                  <a:pt x="91042" y="25665"/>
                  <a:pt x="93253" y="25416"/>
                </a:cubicBezTo>
                <a:close/>
                <a:moveTo>
                  <a:pt x="73255" y="22726"/>
                </a:moveTo>
                <a:cubicBezTo>
                  <a:pt x="74275" y="23846"/>
                  <a:pt x="75022" y="25215"/>
                  <a:pt x="75495" y="26783"/>
                </a:cubicBezTo>
                <a:cubicBezTo>
                  <a:pt x="75420" y="26833"/>
                  <a:pt x="75420" y="26858"/>
                  <a:pt x="75420" y="26883"/>
                </a:cubicBezTo>
                <a:cubicBezTo>
                  <a:pt x="74972" y="25290"/>
                  <a:pt x="74225" y="23896"/>
                  <a:pt x="73230" y="22776"/>
                </a:cubicBezTo>
                <a:cubicBezTo>
                  <a:pt x="73230" y="22751"/>
                  <a:pt x="73230" y="22751"/>
                  <a:pt x="73255" y="22726"/>
                </a:cubicBezTo>
                <a:close/>
                <a:moveTo>
                  <a:pt x="86173" y="26783"/>
                </a:moveTo>
                <a:lnTo>
                  <a:pt x="86173" y="26858"/>
                </a:lnTo>
                <a:cubicBezTo>
                  <a:pt x="86173" y="26858"/>
                  <a:pt x="86123" y="26883"/>
                  <a:pt x="86099" y="26883"/>
                </a:cubicBezTo>
                <a:lnTo>
                  <a:pt x="86099" y="26833"/>
                </a:lnTo>
                <a:cubicBezTo>
                  <a:pt x="86123" y="26833"/>
                  <a:pt x="86123" y="26833"/>
                  <a:pt x="86173" y="26783"/>
                </a:cubicBezTo>
                <a:close/>
                <a:moveTo>
                  <a:pt x="49409" y="21382"/>
                </a:moveTo>
                <a:cubicBezTo>
                  <a:pt x="49708" y="21680"/>
                  <a:pt x="49982" y="21979"/>
                  <a:pt x="50280" y="22278"/>
                </a:cubicBezTo>
                <a:cubicBezTo>
                  <a:pt x="50405" y="22427"/>
                  <a:pt x="50579" y="22552"/>
                  <a:pt x="50703" y="22726"/>
                </a:cubicBezTo>
                <a:cubicBezTo>
                  <a:pt x="48164" y="23921"/>
                  <a:pt x="45601" y="25464"/>
                  <a:pt x="43012" y="27256"/>
                </a:cubicBezTo>
                <a:cubicBezTo>
                  <a:pt x="42888" y="27032"/>
                  <a:pt x="42763" y="26783"/>
                  <a:pt x="42664" y="26584"/>
                </a:cubicBezTo>
                <a:cubicBezTo>
                  <a:pt x="43012" y="26285"/>
                  <a:pt x="43311" y="26011"/>
                  <a:pt x="43659" y="25762"/>
                </a:cubicBezTo>
                <a:cubicBezTo>
                  <a:pt x="43883" y="25588"/>
                  <a:pt x="44132" y="25389"/>
                  <a:pt x="44356" y="25215"/>
                </a:cubicBezTo>
                <a:cubicBezTo>
                  <a:pt x="45053" y="24617"/>
                  <a:pt x="45800" y="24045"/>
                  <a:pt x="46547" y="23497"/>
                </a:cubicBezTo>
                <a:cubicBezTo>
                  <a:pt x="46721" y="23373"/>
                  <a:pt x="46870" y="23248"/>
                  <a:pt x="47019" y="23149"/>
                </a:cubicBezTo>
                <a:cubicBezTo>
                  <a:pt x="47766" y="22601"/>
                  <a:pt x="48538" y="22029"/>
                  <a:pt x="49285" y="21481"/>
                </a:cubicBezTo>
                <a:cubicBezTo>
                  <a:pt x="49334" y="21431"/>
                  <a:pt x="49384" y="21407"/>
                  <a:pt x="49409" y="21382"/>
                </a:cubicBezTo>
                <a:close/>
                <a:moveTo>
                  <a:pt x="42514" y="26733"/>
                </a:moveTo>
                <a:cubicBezTo>
                  <a:pt x="42614" y="26907"/>
                  <a:pt x="42738" y="27156"/>
                  <a:pt x="42863" y="27380"/>
                </a:cubicBezTo>
                <a:lnTo>
                  <a:pt x="42813" y="27405"/>
                </a:lnTo>
                <a:cubicBezTo>
                  <a:pt x="42688" y="27181"/>
                  <a:pt x="42614" y="26982"/>
                  <a:pt x="42489" y="26758"/>
                </a:cubicBezTo>
                <a:lnTo>
                  <a:pt x="42514" y="26733"/>
                </a:lnTo>
                <a:close/>
                <a:moveTo>
                  <a:pt x="50828" y="22825"/>
                </a:moveTo>
                <a:cubicBezTo>
                  <a:pt x="50828" y="22875"/>
                  <a:pt x="50853" y="22875"/>
                  <a:pt x="50853" y="22900"/>
                </a:cubicBezTo>
                <a:cubicBezTo>
                  <a:pt x="48289" y="24145"/>
                  <a:pt x="45725" y="25663"/>
                  <a:pt x="43136" y="27480"/>
                </a:cubicBezTo>
                <a:cubicBezTo>
                  <a:pt x="43136" y="27455"/>
                  <a:pt x="43112" y="27455"/>
                  <a:pt x="43112" y="27405"/>
                </a:cubicBezTo>
                <a:cubicBezTo>
                  <a:pt x="45675" y="25613"/>
                  <a:pt x="48264" y="24070"/>
                  <a:pt x="50828" y="22825"/>
                </a:cubicBezTo>
                <a:close/>
                <a:moveTo>
                  <a:pt x="64177" y="19540"/>
                </a:moveTo>
                <a:cubicBezTo>
                  <a:pt x="65925" y="19540"/>
                  <a:pt x="67537" y="19784"/>
                  <a:pt x="68973" y="20286"/>
                </a:cubicBezTo>
                <a:cubicBezTo>
                  <a:pt x="68874" y="20784"/>
                  <a:pt x="68774" y="21257"/>
                  <a:pt x="68700" y="21755"/>
                </a:cubicBezTo>
                <a:cubicBezTo>
                  <a:pt x="65514" y="23423"/>
                  <a:pt x="62278" y="25364"/>
                  <a:pt x="59017" y="27505"/>
                </a:cubicBezTo>
                <a:cubicBezTo>
                  <a:pt x="58370" y="25215"/>
                  <a:pt x="57947" y="22800"/>
                  <a:pt x="57772" y="20461"/>
                </a:cubicBezTo>
                <a:cubicBezTo>
                  <a:pt x="60045" y="19853"/>
                  <a:pt x="62199" y="19540"/>
                  <a:pt x="64177" y="19540"/>
                </a:cubicBezTo>
                <a:close/>
                <a:moveTo>
                  <a:pt x="84257" y="18171"/>
                </a:moveTo>
                <a:cubicBezTo>
                  <a:pt x="85128" y="20983"/>
                  <a:pt x="85725" y="23846"/>
                  <a:pt x="85924" y="26659"/>
                </a:cubicBezTo>
                <a:cubicBezTo>
                  <a:pt x="84978" y="26907"/>
                  <a:pt x="84008" y="27231"/>
                  <a:pt x="83087" y="27530"/>
                </a:cubicBezTo>
                <a:cubicBezTo>
                  <a:pt x="83136" y="27107"/>
                  <a:pt x="83186" y="26659"/>
                  <a:pt x="83236" y="26235"/>
                </a:cubicBezTo>
                <a:lnTo>
                  <a:pt x="83236" y="26161"/>
                </a:lnTo>
                <a:cubicBezTo>
                  <a:pt x="83261" y="25738"/>
                  <a:pt x="83311" y="25290"/>
                  <a:pt x="83311" y="24866"/>
                </a:cubicBezTo>
                <a:lnTo>
                  <a:pt x="83311" y="24767"/>
                </a:lnTo>
                <a:lnTo>
                  <a:pt x="83311" y="24593"/>
                </a:lnTo>
                <a:lnTo>
                  <a:pt x="83311" y="23497"/>
                </a:lnTo>
                <a:lnTo>
                  <a:pt x="83311" y="23248"/>
                </a:lnTo>
                <a:lnTo>
                  <a:pt x="83311" y="23099"/>
                </a:lnTo>
                <a:cubicBezTo>
                  <a:pt x="83311" y="22776"/>
                  <a:pt x="83261" y="22502"/>
                  <a:pt x="83236" y="22178"/>
                </a:cubicBezTo>
                <a:cubicBezTo>
                  <a:pt x="83236" y="22054"/>
                  <a:pt x="83236" y="21929"/>
                  <a:pt x="83211" y="21805"/>
                </a:cubicBezTo>
                <a:lnTo>
                  <a:pt x="83211" y="21655"/>
                </a:lnTo>
                <a:cubicBezTo>
                  <a:pt x="83161" y="21407"/>
                  <a:pt x="83136" y="21133"/>
                  <a:pt x="83112" y="20884"/>
                </a:cubicBezTo>
                <a:cubicBezTo>
                  <a:pt x="83087" y="20710"/>
                  <a:pt x="83087" y="20560"/>
                  <a:pt x="83062" y="20386"/>
                </a:cubicBezTo>
                <a:cubicBezTo>
                  <a:pt x="83062" y="20361"/>
                  <a:pt x="83062" y="20311"/>
                  <a:pt x="83012" y="20286"/>
                </a:cubicBezTo>
                <a:cubicBezTo>
                  <a:pt x="82987" y="20038"/>
                  <a:pt x="82912" y="19814"/>
                  <a:pt x="82863" y="19614"/>
                </a:cubicBezTo>
                <a:lnTo>
                  <a:pt x="82763" y="19141"/>
                </a:lnTo>
                <a:cubicBezTo>
                  <a:pt x="83012" y="18942"/>
                  <a:pt x="83286" y="18793"/>
                  <a:pt x="83585" y="18594"/>
                </a:cubicBezTo>
                <a:cubicBezTo>
                  <a:pt x="83784" y="18445"/>
                  <a:pt x="84008" y="18295"/>
                  <a:pt x="84257" y="18171"/>
                </a:cubicBezTo>
                <a:close/>
                <a:moveTo>
                  <a:pt x="82614" y="19291"/>
                </a:moveTo>
                <a:cubicBezTo>
                  <a:pt x="82614" y="19490"/>
                  <a:pt x="82639" y="19664"/>
                  <a:pt x="82713" y="19838"/>
                </a:cubicBezTo>
                <a:cubicBezTo>
                  <a:pt x="82738" y="20038"/>
                  <a:pt x="82813" y="20237"/>
                  <a:pt x="82838" y="20411"/>
                </a:cubicBezTo>
                <a:cubicBezTo>
                  <a:pt x="82863" y="20535"/>
                  <a:pt x="82863" y="20660"/>
                  <a:pt x="82888" y="20784"/>
                </a:cubicBezTo>
                <a:cubicBezTo>
                  <a:pt x="82937" y="20884"/>
                  <a:pt x="82937" y="21008"/>
                  <a:pt x="82937" y="21083"/>
                </a:cubicBezTo>
                <a:cubicBezTo>
                  <a:pt x="82962" y="21307"/>
                  <a:pt x="82987" y="21531"/>
                  <a:pt x="83012" y="21780"/>
                </a:cubicBezTo>
                <a:cubicBezTo>
                  <a:pt x="83012" y="21904"/>
                  <a:pt x="83062" y="22054"/>
                  <a:pt x="83062" y="22178"/>
                </a:cubicBezTo>
                <a:lnTo>
                  <a:pt x="83062" y="22303"/>
                </a:lnTo>
                <a:cubicBezTo>
                  <a:pt x="83087" y="22626"/>
                  <a:pt x="83112" y="22900"/>
                  <a:pt x="83112" y="23224"/>
                </a:cubicBezTo>
                <a:lnTo>
                  <a:pt x="83112" y="23547"/>
                </a:lnTo>
                <a:lnTo>
                  <a:pt x="83112" y="24717"/>
                </a:lnTo>
                <a:lnTo>
                  <a:pt x="83112" y="24891"/>
                </a:lnTo>
                <a:cubicBezTo>
                  <a:pt x="83087" y="25787"/>
                  <a:pt x="82987" y="26708"/>
                  <a:pt x="82863" y="27629"/>
                </a:cubicBezTo>
                <a:lnTo>
                  <a:pt x="82788" y="27629"/>
                </a:lnTo>
                <a:cubicBezTo>
                  <a:pt x="82863" y="27256"/>
                  <a:pt x="82888" y="26883"/>
                  <a:pt x="82912" y="26509"/>
                </a:cubicBezTo>
                <a:cubicBezTo>
                  <a:pt x="82912" y="26459"/>
                  <a:pt x="82912" y="26410"/>
                  <a:pt x="82962" y="26360"/>
                </a:cubicBezTo>
                <a:cubicBezTo>
                  <a:pt x="82962" y="26285"/>
                  <a:pt x="82962" y="26235"/>
                  <a:pt x="82987" y="26161"/>
                </a:cubicBezTo>
                <a:lnTo>
                  <a:pt x="82987" y="26111"/>
                </a:lnTo>
                <a:cubicBezTo>
                  <a:pt x="83012" y="25762"/>
                  <a:pt x="83012" y="25414"/>
                  <a:pt x="83062" y="25090"/>
                </a:cubicBezTo>
                <a:lnTo>
                  <a:pt x="83062" y="24991"/>
                </a:lnTo>
                <a:lnTo>
                  <a:pt x="83062" y="24866"/>
                </a:lnTo>
                <a:lnTo>
                  <a:pt x="83062" y="24617"/>
                </a:lnTo>
                <a:lnTo>
                  <a:pt x="83062" y="23672"/>
                </a:lnTo>
                <a:lnTo>
                  <a:pt x="83062" y="23373"/>
                </a:lnTo>
                <a:lnTo>
                  <a:pt x="83062" y="23174"/>
                </a:lnTo>
                <a:cubicBezTo>
                  <a:pt x="83062" y="22900"/>
                  <a:pt x="83012" y="22601"/>
                  <a:pt x="82987" y="22303"/>
                </a:cubicBezTo>
                <a:cubicBezTo>
                  <a:pt x="82987" y="22178"/>
                  <a:pt x="82987" y="22054"/>
                  <a:pt x="82962" y="21904"/>
                </a:cubicBezTo>
                <a:lnTo>
                  <a:pt x="82962" y="21780"/>
                </a:lnTo>
                <a:cubicBezTo>
                  <a:pt x="82912" y="21506"/>
                  <a:pt x="82888" y="21232"/>
                  <a:pt x="82838" y="20934"/>
                </a:cubicBezTo>
                <a:cubicBezTo>
                  <a:pt x="82788" y="20809"/>
                  <a:pt x="82788" y="20685"/>
                  <a:pt x="82763" y="20560"/>
                </a:cubicBezTo>
                <a:lnTo>
                  <a:pt x="82763" y="20486"/>
                </a:lnTo>
                <a:lnTo>
                  <a:pt x="82763" y="20436"/>
                </a:lnTo>
                <a:cubicBezTo>
                  <a:pt x="82738" y="20311"/>
                  <a:pt x="82713" y="20187"/>
                  <a:pt x="82713" y="20112"/>
                </a:cubicBezTo>
                <a:cubicBezTo>
                  <a:pt x="82713" y="20062"/>
                  <a:pt x="82713" y="20038"/>
                  <a:pt x="82688" y="20013"/>
                </a:cubicBezTo>
                <a:cubicBezTo>
                  <a:pt x="82639" y="19789"/>
                  <a:pt x="82589" y="19565"/>
                  <a:pt x="82564" y="19365"/>
                </a:cubicBezTo>
                <a:lnTo>
                  <a:pt x="82589" y="19316"/>
                </a:lnTo>
                <a:cubicBezTo>
                  <a:pt x="82589" y="19316"/>
                  <a:pt x="82614" y="19316"/>
                  <a:pt x="82614" y="19291"/>
                </a:cubicBezTo>
                <a:close/>
                <a:moveTo>
                  <a:pt x="57598" y="20510"/>
                </a:moveTo>
                <a:cubicBezTo>
                  <a:pt x="57797" y="22900"/>
                  <a:pt x="58196" y="25290"/>
                  <a:pt x="58868" y="27629"/>
                </a:cubicBezTo>
                <a:cubicBezTo>
                  <a:pt x="58843" y="27629"/>
                  <a:pt x="58843" y="27654"/>
                  <a:pt x="58818" y="27654"/>
                </a:cubicBezTo>
                <a:cubicBezTo>
                  <a:pt x="58121" y="25314"/>
                  <a:pt x="57698" y="22900"/>
                  <a:pt x="57548" y="20535"/>
                </a:cubicBezTo>
                <a:cubicBezTo>
                  <a:pt x="57573" y="20535"/>
                  <a:pt x="57573" y="20535"/>
                  <a:pt x="57598" y="20510"/>
                </a:cubicBezTo>
                <a:close/>
                <a:moveTo>
                  <a:pt x="68650" y="22004"/>
                </a:moveTo>
                <a:cubicBezTo>
                  <a:pt x="68675" y="22029"/>
                  <a:pt x="68650" y="22054"/>
                  <a:pt x="68650" y="22103"/>
                </a:cubicBezTo>
                <a:cubicBezTo>
                  <a:pt x="65464" y="23746"/>
                  <a:pt x="62303" y="25638"/>
                  <a:pt x="59092" y="27779"/>
                </a:cubicBezTo>
                <a:cubicBezTo>
                  <a:pt x="59092" y="27754"/>
                  <a:pt x="59092" y="27754"/>
                  <a:pt x="59067" y="27729"/>
                </a:cubicBezTo>
                <a:cubicBezTo>
                  <a:pt x="62228" y="25563"/>
                  <a:pt x="65439" y="23672"/>
                  <a:pt x="68650" y="22004"/>
                </a:cubicBezTo>
                <a:close/>
                <a:moveTo>
                  <a:pt x="85924" y="26858"/>
                </a:moveTo>
                <a:lnTo>
                  <a:pt x="85924" y="26907"/>
                </a:lnTo>
                <a:cubicBezTo>
                  <a:pt x="84978" y="27206"/>
                  <a:pt x="84008" y="27505"/>
                  <a:pt x="83012" y="27828"/>
                </a:cubicBezTo>
                <a:lnTo>
                  <a:pt x="83012" y="27754"/>
                </a:lnTo>
                <a:cubicBezTo>
                  <a:pt x="83983" y="27405"/>
                  <a:pt x="84954" y="27131"/>
                  <a:pt x="85924" y="26858"/>
                </a:cubicBezTo>
                <a:close/>
                <a:moveTo>
                  <a:pt x="58917" y="27828"/>
                </a:moveTo>
                <a:cubicBezTo>
                  <a:pt x="58942" y="27828"/>
                  <a:pt x="58942" y="27853"/>
                  <a:pt x="58942" y="27878"/>
                </a:cubicBezTo>
                <a:cubicBezTo>
                  <a:pt x="58917" y="27878"/>
                  <a:pt x="58917" y="27903"/>
                  <a:pt x="58868" y="27903"/>
                </a:cubicBezTo>
                <a:cubicBezTo>
                  <a:pt x="58868" y="27878"/>
                  <a:pt x="58868" y="27878"/>
                  <a:pt x="58843" y="27853"/>
                </a:cubicBezTo>
                <a:cubicBezTo>
                  <a:pt x="58868" y="27853"/>
                  <a:pt x="58868" y="27828"/>
                  <a:pt x="58917" y="27828"/>
                </a:cubicBezTo>
                <a:close/>
                <a:moveTo>
                  <a:pt x="82838" y="27878"/>
                </a:moveTo>
                <a:lnTo>
                  <a:pt x="82838" y="27903"/>
                </a:lnTo>
                <a:cubicBezTo>
                  <a:pt x="82788" y="27903"/>
                  <a:pt x="82763" y="27953"/>
                  <a:pt x="82763" y="27953"/>
                </a:cubicBezTo>
                <a:lnTo>
                  <a:pt x="82763" y="27878"/>
                </a:lnTo>
                <a:close/>
                <a:moveTo>
                  <a:pt x="117011" y="28311"/>
                </a:moveTo>
                <a:cubicBezTo>
                  <a:pt x="117028" y="28360"/>
                  <a:pt x="117049" y="28409"/>
                  <a:pt x="117063" y="28451"/>
                </a:cubicBezTo>
                <a:cubicBezTo>
                  <a:pt x="117088" y="28500"/>
                  <a:pt x="117088" y="28575"/>
                  <a:pt x="117113" y="28625"/>
                </a:cubicBezTo>
                <a:lnTo>
                  <a:pt x="117063" y="28625"/>
                </a:lnTo>
                <a:lnTo>
                  <a:pt x="117063" y="28575"/>
                </a:lnTo>
                <a:lnTo>
                  <a:pt x="117063" y="28500"/>
                </a:lnTo>
                <a:cubicBezTo>
                  <a:pt x="117033" y="28441"/>
                  <a:pt x="117021" y="28373"/>
                  <a:pt x="117011" y="28311"/>
                </a:cubicBezTo>
                <a:close/>
                <a:moveTo>
                  <a:pt x="104717" y="26584"/>
                </a:moveTo>
                <a:cubicBezTo>
                  <a:pt x="104792" y="26609"/>
                  <a:pt x="104916" y="26634"/>
                  <a:pt x="105016" y="26659"/>
                </a:cubicBezTo>
                <a:cubicBezTo>
                  <a:pt x="104842" y="27455"/>
                  <a:pt x="104618" y="28252"/>
                  <a:pt x="104344" y="29023"/>
                </a:cubicBezTo>
                <a:cubicBezTo>
                  <a:pt x="104468" y="28227"/>
                  <a:pt x="104593" y="27380"/>
                  <a:pt x="104717" y="26584"/>
                </a:cubicBezTo>
                <a:close/>
                <a:moveTo>
                  <a:pt x="117113" y="28849"/>
                </a:moveTo>
                <a:cubicBezTo>
                  <a:pt x="117113" y="28940"/>
                  <a:pt x="117154" y="29051"/>
                  <a:pt x="117162" y="29127"/>
                </a:cubicBezTo>
                <a:lnTo>
                  <a:pt x="117162" y="29127"/>
                </a:lnTo>
                <a:cubicBezTo>
                  <a:pt x="117159" y="29109"/>
                  <a:pt x="117149" y="29091"/>
                  <a:pt x="117113" y="29073"/>
                </a:cubicBezTo>
                <a:cubicBezTo>
                  <a:pt x="117088" y="28998"/>
                  <a:pt x="117088" y="28899"/>
                  <a:pt x="117088" y="28849"/>
                </a:cubicBezTo>
                <a:close/>
                <a:moveTo>
                  <a:pt x="57424" y="20635"/>
                </a:moveTo>
                <a:cubicBezTo>
                  <a:pt x="57548" y="22975"/>
                  <a:pt x="57972" y="25389"/>
                  <a:pt x="58669" y="27754"/>
                </a:cubicBezTo>
                <a:cubicBezTo>
                  <a:pt x="57947" y="28252"/>
                  <a:pt x="57225" y="28724"/>
                  <a:pt x="56503" y="29247"/>
                </a:cubicBezTo>
                <a:cubicBezTo>
                  <a:pt x="56379" y="29073"/>
                  <a:pt x="56254" y="28899"/>
                  <a:pt x="56130" y="28749"/>
                </a:cubicBezTo>
                <a:cubicBezTo>
                  <a:pt x="55706" y="28127"/>
                  <a:pt x="55234" y="27530"/>
                  <a:pt x="54761" y="26957"/>
                </a:cubicBezTo>
                <a:cubicBezTo>
                  <a:pt x="54636" y="26758"/>
                  <a:pt x="54487" y="26584"/>
                  <a:pt x="54362" y="26410"/>
                </a:cubicBezTo>
                <a:cubicBezTo>
                  <a:pt x="53740" y="25638"/>
                  <a:pt x="53118" y="24866"/>
                  <a:pt x="52496" y="24120"/>
                </a:cubicBezTo>
                <a:cubicBezTo>
                  <a:pt x="52471" y="24095"/>
                  <a:pt x="52471" y="24045"/>
                  <a:pt x="52446" y="24045"/>
                </a:cubicBezTo>
                <a:cubicBezTo>
                  <a:pt x="52147" y="23721"/>
                  <a:pt x="51873" y="23398"/>
                  <a:pt x="51599" y="23099"/>
                </a:cubicBezTo>
                <a:cubicBezTo>
                  <a:pt x="51525" y="23024"/>
                  <a:pt x="51500" y="22975"/>
                  <a:pt x="51450" y="22900"/>
                </a:cubicBezTo>
                <a:cubicBezTo>
                  <a:pt x="53491" y="21929"/>
                  <a:pt x="55482" y="21183"/>
                  <a:pt x="57424" y="20635"/>
                </a:cubicBezTo>
                <a:close/>
                <a:moveTo>
                  <a:pt x="51251" y="22925"/>
                </a:moveTo>
                <a:cubicBezTo>
                  <a:pt x="51251" y="22975"/>
                  <a:pt x="51276" y="22975"/>
                  <a:pt x="51276" y="23000"/>
                </a:cubicBezTo>
                <a:cubicBezTo>
                  <a:pt x="52993" y="24966"/>
                  <a:pt x="54736" y="27131"/>
                  <a:pt x="56354" y="29372"/>
                </a:cubicBezTo>
                <a:lnTo>
                  <a:pt x="56329" y="29397"/>
                </a:lnTo>
                <a:cubicBezTo>
                  <a:pt x="55084" y="27729"/>
                  <a:pt x="53815" y="26086"/>
                  <a:pt x="52496" y="24493"/>
                </a:cubicBezTo>
                <a:cubicBezTo>
                  <a:pt x="52396" y="24369"/>
                  <a:pt x="52272" y="24244"/>
                  <a:pt x="52197" y="24120"/>
                </a:cubicBezTo>
                <a:lnTo>
                  <a:pt x="51624" y="23472"/>
                </a:lnTo>
                <a:cubicBezTo>
                  <a:pt x="51475" y="23298"/>
                  <a:pt x="51351" y="23124"/>
                  <a:pt x="51201" y="22975"/>
                </a:cubicBezTo>
                <a:cubicBezTo>
                  <a:pt x="51226" y="22975"/>
                  <a:pt x="51226" y="22925"/>
                  <a:pt x="51251" y="22925"/>
                </a:cubicBezTo>
                <a:close/>
                <a:moveTo>
                  <a:pt x="58718" y="27953"/>
                </a:moveTo>
                <a:cubicBezTo>
                  <a:pt x="58718" y="27978"/>
                  <a:pt x="58718" y="27978"/>
                  <a:pt x="58743" y="28003"/>
                </a:cubicBezTo>
                <a:cubicBezTo>
                  <a:pt x="58046" y="28476"/>
                  <a:pt x="57349" y="28973"/>
                  <a:pt x="56677" y="29471"/>
                </a:cubicBezTo>
                <a:cubicBezTo>
                  <a:pt x="56677" y="29446"/>
                  <a:pt x="56627" y="29446"/>
                  <a:pt x="56627" y="29397"/>
                </a:cubicBezTo>
                <a:cubicBezTo>
                  <a:pt x="57324" y="28899"/>
                  <a:pt x="58046" y="28451"/>
                  <a:pt x="58718" y="27953"/>
                </a:cubicBezTo>
                <a:close/>
                <a:moveTo>
                  <a:pt x="82340" y="19440"/>
                </a:moveTo>
                <a:lnTo>
                  <a:pt x="82440" y="19913"/>
                </a:lnTo>
                <a:cubicBezTo>
                  <a:pt x="82514" y="20162"/>
                  <a:pt x="82564" y="20386"/>
                  <a:pt x="82614" y="20635"/>
                </a:cubicBezTo>
                <a:cubicBezTo>
                  <a:pt x="82639" y="20859"/>
                  <a:pt x="82688" y="21033"/>
                  <a:pt x="82713" y="21257"/>
                </a:cubicBezTo>
                <a:lnTo>
                  <a:pt x="82813" y="22004"/>
                </a:lnTo>
                <a:cubicBezTo>
                  <a:pt x="82838" y="22178"/>
                  <a:pt x="82838" y="22377"/>
                  <a:pt x="82838" y="22552"/>
                </a:cubicBezTo>
                <a:cubicBezTo>
                  <a:pt x="82863" y="22850"/>
                  <a:pt x="82863" y="23124"/>
                  <a:pt x="82863" y="23398"/>
                </a:cubicBezTo>
                <a:lnTo>
                  <a:pt x="82863" y="23672"/>
                </a:lnTo>
                <a:lnTo>
                  <a:pt x="82863" y="23871"/>
                </a:lnTo>
                <a:lnTo>
                  <a:pt x="82863" y="23921"/>
                </a:lnTo>
                <a:lnTo>
                  <a:pt x="82863" y="24891"/>
                </a:lnTo>
                <a:cubicBezTo>
                  <a:pt x="82863" y="24991"/>
                  <a:pt x="82863" y="25115"/>
                  <a:pt x="82838" y="25240"/>
                </a:cubicBezTo>
                <a:lnTo>
                  <a:pt x="82838" y="25314"/>
                </a:lnTo>
                <a:cubicBezTo>
                  <a:pt x="82813" y="25713"/>
                  <a:pt x="82813" y="26086"/>
                  <a:pt x="82738" y="26435"/>
                </a:cubicBezTo>
                <a:cubicBezTo>
                  <a:pt x="82738" y="26534"/>
                  <a:pt x="82713" y="26634"/>
                  <a:pt x="82713" y="26683"/>
                </a:cubicBezTo>
                <a:cubicBezTo>
                  <a:pt x="82688" y="27032"/>
                  <a:pt x="82614" y="27380"/>
                  <a:pt x="82589" y="27729"/>
                </a:cubicBezTo>
                <a:cubicBezTo>
                  <a:pt x="80473" y="28426"/>
                  <a:pt x="78357" y="29297"/>
                  <a:pt x="76167" y="30293"/>
                </a:cubicBezTo>
                <a:cubicBezTo>
                  <a:pt x="76142" y="29222"/>
                  <a:pt x="75993" y="28177"/>
                  <a:pt x="75769" y="27231"/>
                </a:cubicBezTo>
                <a:cubicBezTo>
                  <a:pt x="75868" y="27007"/>
                  <a:pt x="75993" y="26758"/>
                  <a:pt x="76117" y="26534"/>
                </a:cubicBezTo>
                <a:cubicBezTo>
                  <a:pt x="76142" y="26484"/>
                  <a:pt x="76167" y="26410"/>
                  <a:pt x="76242" y="26360"/>
                </a:cubicBezTo>
                <a:cubicBezTo>
                  <a:pt x="76416" y="25986"/>
                  <a:pt x="76640" y="25638"/>
                  <a:pt x="76864" y="25290"/>
                </a:cubicBezTo>
                <a:cubicBezTo>
                  <a:pt x="76963" y="25165"/>
                  <a:pt x="77013" y="25041"/>
                  <a:pt x="77113" y="24916"/>
                </a:cubicBezTo>
                <a:cubicBezTo>
                  <a:pt x="77287" y="24642"/>
                  <a:pt x="77511" y="24319"/>
                  <a:pt x="77685" y="24045"/>
                </a:cubicBezTo>
                <a:cubicBezTo>
                  <a:pt x="77785" y="23896"/>
                  <a:pt x="77909" y="23771"/>
                  <a:pt x="78009" y="23622"/>
                </a:cubicBezTo>
                <a:cubicBezTo>
                  <a:pt x="78233" y="23373"/>
                  <a:pt x="78407" y="23074"/>
                  <a:pt x="78631" y="22825"/>
                </a:cubicBezTo>
                <a:cubicBezTo>
                  <a:pt x="78756" y="22676"/>
                  <a:pt x="78880" y="22552"/>
                  <a:pt x="79005" y="22402"/>
                </a:cubicBezTo>
                <a:cubicBezTo>
                  <a:pt x="79229" y="22153"/>
                  <a:pt x="79477" y="21904"/>
                  <a:pt x="79677" y="21680"/>
                </a:cubicBezTo>
                <a:lnTo>
                  <a:pt x="80100" y="21282"/>
                </a:lnTo>
                <a:lnTo>
                  <a:pt x="80921" y="20535"/>
                </a:lnTo>
                <a:cubicBezTo>
                  <a:pt x="81046" y="20436"/>
                  <a:pt x="81195" y="20311"/>
                  <a:pt x="81295" y="20212"/>
                </a:cubicBezTo>
                <a:cubicBezTo>
                  <a:pt x="81643" y="19938"/>
                  <a:pt x="81991" y="19689"/>
                  <a:pt x="82340" y="19440"/>
                </a:cubicBezTo>
                <a:close/>
                <a:moveTo>
                  <a:pt x="75644" y="27505"/>
                </a:moveTo>
                <a:cubicBezTo>
                  <a:pt x="75868" y="28451"/>
                  <a:pt x="75993" y="29372"/>
                  <a:pt x="76018" y="30392"/>
                </a:cubicBezTo>
                <a:cubicBezTo>
                  <a:pt x="75993" y="30392"/>
                  <a:pt x="75968" y="30392"/>
                  <a:pt x="75968" y="30442"/>
                </a:cubicBezTo>
                <a:cubicBezTo>
                  <a:pt x="75918" y="29446"/>
                  <a:pt x="75794" y="28500"/>
                  <a:pt x="75619" y="27604"/>
                </a:cubicBezTo>
                <a:cubicBezTo>
                  <a:pt x="75619" y="27579"/>
                  <a:pt x="75644" y="27530"/>
                  <a:pt x="75644" y="27505"/>
                </a:cubicBezTo>
                <a:close/>
                <a:moveTo>
                  <a:pt x="104468" y="26509"/>
                </a:moveTo>
                <a:cubicBezTo>
                  <a:pt x="104493" y="26509"/>
                  <a:pt x="104493" y="26509"/>
                  <a:pt x="104518" y="26534"/>
                </a:cubicBezTo>
                <a:cubicBezTo>
                  <a:pt x="104369" y="27729"/>
                  <a:pt x="104169" y="28899"/>
                  <a:pt x="103921" y="30118"/>
                </a:cubicBezTo>
                <a:cubicBezTo>
                  <a:pt x="103896" y="30243"/>
                  <a:pt x="103846" y="30342"/>
                  <a:pt x="103796" y="30467"/>
                </a:cubicBezTo>
                <a:cubicBezTo>
                  <a:pt x="104095" y="29098"/>
                  <a:pt x="104294" y="27779"/>
                  <a:pt x="104468" y="26509"/>
                </a:cubicBezTo>
                <a:close/>
                <a:moveTo>
                  <a:pt x="105165" y="26733"/>
                </a:moveTo>
                <a:cubicBezTo>
                  <a:pt x="105215" y="26758"/>
                  <a:pt x="105240" y="26758"/>
                  <a:pt x="105240" y="26758"/>
                </a:cubicBezTo>
                <a:cubicBezTo>
                  <a:pt x="104916" y="28028"/>
                  <a:pt x="104518" y="29322"/>
                  <a:pt x="104020" y="30517"/>
                </a:cubicBezTo>
                <a:cubicBezTo>
                  <a:pt x="104045" y="30392"/>
                  <a:pt x="104095" y="30268"/>
                  <a:pt x="104095" y="30193"/>
                </a:cubicBezTo>
                <a:cubicBezTo>
                  <a:pt x="104518" y="29073"/>
                  <a:pt x="104891" y="27878"/>
                  <a:pt x="105165" y="26733"/>
                </a:cubicBezTo>
                <a:close/>
                <a:moveTo>
                  <a:pt x="82564" y="27953"/>
                </a:moveTo>
                <a:lnTo>
                  <a:pt x="82564" y="28003"/>
                </a:lnTo>
                <a:cubicBezTo>
                  <a:pt x="80473" y="28724"/>
                  <a:pt x="78308" y="29596"/>
                  <a:pt x="76167" y="30591"/>
                </a:cubicBezTo>
                <a:lnTo>
                  <a:pt x="76167" y="30517"/>
                </a:lnTo>
                <a:cubicBezTo>
                  <a:pt x="78308" y="29521"/>
                  <a:pt x="80473" y="28650"/>
                  <a:pt x="82564" y="27953"/>
                </a:cubicBezTo>
                <a:close/>
                <a:moveTo>
                  <a:pt x="76018" y="30616"/>
                </a:moveTo>
                <a:lnTo>
                  <a:pt x="76018" y="30691"/>
                </a:lnTo>
                <a:cubicBezTo>
                  <a:pt x="75993" y="30691"/>
                  <a:pt x="75968" y="30691"/>
                  <a:pt x="75968" y="30716"/>
                </a:cubicBezTo>
                <a:lnTo>
                  <a:pt x="75968" y="30641"/>
                </a:lnTo>
                <a:cubicBezTo>
                  <a:pt x="75993" y="30641"/>
                  <a:pt x="75993" y="30616"/>
                  <a:pt x="76018" y="30616"/>
                </a:cubicBezTo>
                <a:close/>
                <a:moveTo>
                  <a:pt x="68874" y="22153"/>
                </a:moveTo>
                <a:cubicBezTo>
                  <a:pt x="68426" y="25090"/>
                  <a:pt x="68501" y="28003"/>
                  <a:pt x="69073" y="30741"/>
                </a:cubicBezTo>
                <a:lnTo>
                  <a:pt x="69023" y="30741"/>
                </a:lnTo>
                <a:cubicBezTo>
                  <a:pt x="68451" y="28003"/>
                  <a:pt x="68351" y="25115"/>
                  <a:pt x="68799" y="22178"/>
                </a:cubicBezTo>
                <a:cubicBezTo>
                  <a:pt x="68824" y="22178"/>
                  <a:pt x="68824" y="22153"/>
                  <a:pt x="68874" y="22153"/>
                </a:cubicBezTo>
                <a:close/>
                <a:moveTo>
                  <a:pt x="68650" y="22303"/>
                </a:moveTo>
                <a:lnTo>
                  <a:pt x="68650" y="22303"/>
                </a:lnTo>
                <a:cubicBezTo>
                  <a:pt x="68227" y="25140"/>
                  <a:pt x="68301" y="28003"/>
                  <a:pt x="68849" y="30691"/>
                </a:cubicBezTo>
                <a:cubicBezTo>
                  <a:pt x="67741" y="30325"/>
                  <a:pt x="66511" y="30148"/>
                  <a:pt x="65193" y="30148"/>
                </a:cubicBezTo>
                <a:cubicBezTo>
                  <a:pt x="63640" y="30148"/>
                  <a:pt x="61962" y="30394"/>
                  <a:pt x="60212" y="30865"/>
                </a:cubicBezTo>
                <a:cubicBezTo>
                  <a:pt x="59838" y="29894"/>
                  <a:pt x="59465" y="28948"/>
                  <a:pt x="59191" y="27953"/>
                </a:cubicBezTo>
                <a:cubicBezTo>
                  <a:pt x="62328" y="25837"/>
                  <a:pt x="65514" y="23921"/>
                  <a:pt x="68650" y="22303"/>
                </a:cubicBezTo>
                <a:close/>
                <a:moveTo>
                  <a:pt x="59042" y="28077"/>
                </a:moveTo>
                <a:cubicBezTo>
                  <a:pt x="59316" y="29023"/>
                  <a:pt x="59639" y="29969"/>
                  <a:pt x="60038" y="30940"/>
                </a:cubicBezTo>
                <a:lnTo>
                  <a:pt x="59963" y="30940"/>
                </a:lnTo>
                <a:cubicBezTo>
                  <a:pt x="59589" y="29994"/>
                  <a:pt x="59241" y="29073"/>
                  <a:pt x="58967" y="28102"/>
                </a:cubicBezTo>
                <a:cubicBezTo>
                  <a:pt x="58992" y="28102"/>
                  <a:pt x="58992" y="28077"/>
                  <a:pt x="59042" y="28077"/>
                </a:cubicBezTo>
                <a:close/>
                <a:moveTo>
                  <a:pt x="69148" y="30965"/>
                </a:moveTo>
                <a:cubicBezTo>
                  <a:pt x="69148" y="30990"/>
                  <a:pt x="69148" y="31014"/>
                  <a:pt x="69173" y="31014"/>
                </a:cubicBezTo>
                <a:cubicBezTo>
                  <a:pt x="69164" y="31031"/>
                  <a:pt x="69156" y="31037"/>
                  <a:pt x="69149" y="31037"/>
                </a:cubicBezTo>
                <a:cubicBezTo>
                  <a:pt x="69134" y="31037"/>
                  <a:pt x="69123" y="31014"/>
                  <a:pt x="69123" y="31014"/>
                </a:cubicBezTo>
                <a:cubicBezTo>
                  <a:pt x="69123" y="30990"/>
                  <a:pt x="69123" y="30965"/>
                  <a:pt x="69073" y="30965"/>
                </a:cubicBezTo>
                <a:close/>
                <a:moveTo>
                  <a:pt x="65230" y="30358"/>
                </a:moveTo>
                <a:cubicBezTo>
                  <a:pt x="66548" y="30358"/>
                  <a:pt x="67770" y="30533"/>
                  <a:pt x="68874" y="30890"/>
                </a:cubicBezTo>
                <a:cubicBezTo>
                  <a:pt x="68874" y="30911"/>
                  <a:pt x="68874" y="30949"/>
                  <a:pt x="68889" y="30961"/>
                </a:cubicBezTo>
                <a:lnTo>
                  <a:pt x="68889" y="30961"/>
                </a:lnTo>
                <a:cubicBezTo>
                  <a:pt x="67796" y="30583"/>
                  <a:pt x="66575" y="30401"/>
                  <a:pt x="65257" y="30401"/>
                </a:cubicBezTo>
                <a:cubicBezTo>
                  <a:pt x="63725" y="30401"/>
                  <a:pt x="62061" y="30646"/>
                  <a:pt x="60311" y="31114"/>
                </a:cubicBezTo>
                <a:cubicBezTo>
                  <a:pt x="60311" y="31089"/>
                  <a:pt x="60262" y="31089"/>
                  <a:pt x="60262" y="31064"/>
                </a:cubicBezTo>
                <a:cubicBezTo>
                  <a:pt x="62029" y="30596"/>
                  <a:pt x="63695" y="30358"/>
                  <a:pt x="65230" y="30358"/>
                </a:cubicBezTo>
                <a:close/>
                <a:moveTo>
                  <a:pt x="60087" y="31089"/>
                </a:moveTo>
                <a:cubicBezTo>
                  <a:pt x="60087" y="31114"/>
                  <a:pt x="60087" y="31114"/>
                  <a:pt x="60112" y="31139"/>
                </a:cubicBezTo>
                <a:cubicBezTo>
                  <a:pt x="60087" y="31139"/>
                  <a:pt x="60087" y="31139"/>
                  <a:pt x="60062" y="31189"/>
                </a:cubicBezTo>
                <a:cubicBezTo>
                  <a:pt x="60062" y="31139"/>
                  <a:pt x="60038" y="31139"/>
                  <a:pt x="60038" y="31114"/>
                </a:cubicBezTo>
                <a:cubicBezTo>
                  <a:pt x="60062" y="31089"/>
                  <a:pt x="60062" y="31089"/>
                  <a:pt x="60087" y="31089"/>
                </a:cubicBezTo>
                <a:close/>
                <a:moveTo>
                  <a:pt x="75470" y="27903"/>
                </a:moveTo>
                <a:cubicBezTo>
                  <a:pt x="75644" y="28724"/>
                  <a:pt x="75744" y="29596"/>
                  <a:pt x="75769" y="30517"/>
                </a:cubicBezTo>
                <a:cubicBezTo>
                  <a:pt x="75346" y="30741"/>
                  <a:pt x="74898" y="30965"/>
                  <a:pt x="74425" y="31189"/>
                </a:cubicBezTo>
                <a:cubicBezTo>
                  <a:pt x="74474" y="31089"/>
                  <a:pt x="74474" y="30965"/>
                  <a:pt x="74499" y="30865"/>
                </a:cubicBezTo>
                <a:cubicBezTo>
                  <a:pt x="74499" y="30815"/>
                  <a:pt x="74524" y="30766"/>
                  <a:pt x="74524" y="30716"/>
                </a:cubicBezTo>
                <a:cubicBezTo>
                  <a:pt x="74748" y="29770"/>
                  <a:pt x="75047" y="28824"/>
                  <a:pt x="75470" y="27903"/>
                </a:cubicBezTo>
                <a:close/>
                <a:moveTo>
                  <a:pt x="75744" y="30716"/>
                </a:moveTo>
                <a:lnTo>
                  <a:pt x="75744" y="30766"/>
                </a:lnTo>
                <a:cubicBezTo>
                  <a:pt x="75296" y="30990"/>
                  <a:pt x="74848" y="31238"/>
                  <a:pt x="74375" y="31462"/>
                </a:cubicBezTo>
                <a:lnTo>
                  <a:pt x="74375" y="31363"/>
                </a:lnTo>
                <a:cubicBezTo>
                  <a:pt x="74848" y="31139"/>
                  <a:pt x="75271" y="30890"/>
                  <a:pt x="75744" y="30716"/>
                </a:cubicBezTo>
                <a:close/>
                <a:moveTo>
                  <a:pt x="58793" y="28202"/>
                </a:moveTo>
                <a:cubicBezTo>
                  <a:pt x="59092" y="29148"/>
                  <a:pt x="59440" y="30069"/>
                  <a:pt x="59789" y="30990"/>
                </a:cubicBezTo>
                <a:cubicBezTo>
                  <a:pt x="59216" y="31139"/>
                  <a:pt x="58669" y="31338"/>
                  <a:pt x="58096" y="31512"/>
                </a:cubicBezTo>
                <a:cubicBezTo>
                  <a:pt x="57673" y="30865"/>
                  <a:pt x="57225" y="30243"/>
                  <a:pt x="56752" y="29596"/>
                </a:cubicBezTo>
                <a:cubicBezTo>
                  <a:pt x="57449" y="29123"/>
                  <a:pt x="58121" y="28650"/>
                  <a:pt x="58793" y="28202"/>
                </a:cubicBezTo>
                <a:close/>
                <a:moveTo>
                  <a:pt x="56603" y="29720"/>
                </a:moveTo>
                <a:lnTo>
                  <a:pt x="57922" y="31587"/>
                </a:lnTo>
                <a:lnTo>
                  <a:pt x="57872" y="31612"/>
                </a:lnTo>
                <a:lnTo>
                  <a:pt x="56578" y="29745"/>
                </a:lnTo>
                <a:lnTo>
                  <a:pt x="56603" y="29720"/>
                </a:lnTo>
                <a:close/>
                <a:moveTo>
                  <a:pt x="103721" y="31139"/>
                </a:moveTo>
                <a:lnTo>
                  <a:pt x="103721" y="31139"/>
                </a:lnTo>
                <a:cubicBezTo>
                  <a:pt x="103672" y="31239"/>
                  <a:pt x="103672" y="31338"/>
                  <a:pt x="103647" y="31462"/>
                </a:cubicBezTo>
                <a:cubicBezTo>
                  <a:pt x="103622" y="31562"/>
                  <a:pt x="103547" y="31637"/>
                  <a:pt x="103522" y="31711"/>
                </a:cubicBezTo>
                <a:cubicBezTo>
                  <a:pt x="103547" y="31612"/>
                  <a:pt x="103547" y="31512"/>
                  <a:pt x="103597" y="31438"/>
                </a:cubicBezTo>
                <a:cubicBezTo>
                  <a:pt x="103622" y="31338"/>
                  <a:pt x="103672" y="31239"/>
                  <a:pt x="103721" y="31139"/>
                </a:cubicBezTo>
                <a:close/>
                <a:moveTo>
                  <a:pt x="117461" y="30143"/>
                </a:moveTo>
                <a:cubicBezTo>
                  <a:pt x="117461" y="30268"/>
                  <a:pt x="117486" y="30367"/>
                  <a:pt x="117536" y="30492"/>
                </a:cubicBezTo>
                <a:cubicBezTo>
                  <a:pt x="117561" y="30616"/>
                  <a:pt x="117561" y="30766"/>
                  <a:pt x="117586" y="30890"/>
                </a:cubicBezTo>
                <a:cubicBezTo>
                  <a:pt x="117617" y="31170"/>
                  <a:pt x="117648" y="31440"/>
                  <a:pt x="117679" y="31719"/>
                </a:cubicBezTo>
                <a:lnTo>
                  <a:pt x="117679" y="31719"/>
                </a:lnTo>
                <a:cubicBezTo>
                  <a:pt x="117646" y="31477"/>
                  <a:pt x="117603" y="31212"/>
                  <a:pt x="117561" y="30915"/>
                </a:cubicBezTo>
                <a:cubicBezTo>
                  <a:pt x="117511" y="30766"/>
                  <a:pt x="117486" y="30616"/>
                  <a:pt x="117461" y="30442"/>
                </a:cubicBezTo>
                <a:lnTo>
                  <a:pt x="117461" y="30218"/>
                </a:lnTo>
                <a:lnTo>
                  <a:pt x="117461" y="30143"/>
                </a:lnTo>
                <a:close/>
                <a:moveTo>
                  <a:pt x="59863" y="31139"/>
                </a:moveTo>
                <a:lnTo>
                  <a:pt x="59863" y="31214"/>
                </a:lnTo>
                <a:cubicBezTo>
                  <a:pt x="59341" y="31363"/>
                  <a:pt x="58793" y="31537"/>
                  <a:pt x="58245" y="31736"/>
                </a:cubicBezTo>
                <a:cubicBezTo>
                  <a:pt x="58245" y="31711"/>
                  <a:pt x="58220" y="31711"/>
                  <a:pt x="58220" y="31687"/>
                </a:cubicBezTo>
                <a:cubicBezTo>
                  <a:pt x="58793" y="31487"/>
                  <a:pt x="59316" y="31313"/>
                  <a:pt x="59863" y="31139"/>
                </a:cubicBezTo>
                <a:close/>
                <a:moveTo>
                  <a:pt x="58046" y="31736"/>
                </a:moveTo>
                <a:cubicBezTo>
                  <a:pt x="58046" y="31761"/>
                  <a:pt x="58071" y="31761"/>
                  <a:pt x="58071" y="31811"/>
                </a:cubicBezTo>
                <a:cubicBezTo>
                  <a:pt x="58046" y="31811"/>
                  <a:pt x="58046" y="31811"/>
                  <a:pt x="57996" y="31836"/>
                </a:cubicBezTo>
                <a:cubicBezTo>
                  <a:pt x="57996" y="31811"/>
                  <a:pt x="57972" y="31811"/>
                  <a:pt x="57972" y="31761"/>
                </a:cubicBezTo>
                <a:cubicBezTo>
                  <a:pt x="57996" y="31761"/>
                  <a:pt x="57996" y="31761"/>
                  <a:pt x="58046" y="31736"/>
                </a:cubicBezTo>
                <a:close/>
                <a:moveTo>
                  <a:pt x="70890" y="21158"/>
                </a:moveTo>
                <a:cubicBezTo>
                  <a:pt x="71612" y="21556"/>
                  <a:pt x="72234" y="22054"/>
                  <a:pt x="72782" y="22626"/>
                </a:cubicBezTo>
                <a:cubicBezTo>
                  <a:pt x="72757" y="22751"/>
                  <a:pt x="72732" y="22850"/>
                  <a:pt x="72657" y="22975"/>
                </a:cubicBezTo>
                <a:lnTo>
                  <a:pt x="72483" y="23522"/>
                </a:lnTo>
                <a:cubicBezTo>
                  <a:pt x="72433" y="23647"/>
                  <a:pt x="72384" y="23796"/>
                  <a:pt x="72359" y="23921"/>
                </a:cubicBezTo>
                <a:cubicBezTo>
                  <a:pt x="72284" y="24120"/>
                  <a:pt x="72259" y="24294"/>
                  <a:pt x="72184" y="24493"/>
                </a:cubicBezTo>
                <a:cubicBezTo>
                  <a:pt x="72160" y="24617"/>
                  <a:pt x="72135" y="24767"/>
                  <a:pt x="72110" y="24891"/>
                </a:cubicBezTo>
                <a:cubicBezTo>
                  <a:pt x="72060" y="25066"/>
                  <a:pt x="72010" y="25265"/>
                  <a:pt x="71985" y="25439"/>
                </a:cubicBezTo>
                <a:cubicBezTo>
                  <a:pt x="71935" y="25613"/>
                  <a:pt x="71911" y="25738"/>
                  <a:pt x="71886" y="25887"/>
                </a:cubicBezTo>
                <a:cubicBezTo>
                  <a:pt x="71861" y="26061"/>
                  <a:pt x="71811" y="26235"/>
                  <a:pt x="71786" y="26410"/>
                </a:cubicBezTo>
                <a:cubicBezTo>
                  <a:pt x="71761" y="26559"/>
                  <a:pt x="71736" y="26733"/>
                  <a:pt x="71736" y="26858"/>
                </a:cubicBezTo>
                <a:cubicBezTo>
                  <a:pt x="71736" y="26883"/>
                  <a:pt x="71736" y="26957"/>
                  <a:pt x="71687" y="26982"/>
                </a:cubicBezTo>
                <a:lnTo>
                  <a:pt x="71687" y="27107"/>
                </a:lnTo>
                <a:cubicBezTo>
                  <a:pt x="71637" y="27654"/>
                  <a:pt x="71562" y="28227"/>
                  <a:pt x="71537" y="28749"/>
                </a:cubicBezTo>
                <a:lnTo>
                  <a:pt x="71537" y="28948"/>
                </a:lnTo>
                <a:cubicBezTo>
                  <a:pt x="71512" y="29496"/>
                  <a:pt x="71512" y="30069"/>
                  <a:pt x="71537" y="30591"/>
                </a:cubicBezTo>
                <a:lnTo>
                  <a:pt x="71537" y="30691"/>
                </a:lnTo>
                <a:cubicBezTo>
                  <a:pt x="71562" y="31214"/>
                  <a:pt x="71637" y="31711"/>
                  <a:pt x="71687" y="32209"/>
                </a:cubicBezTo>
                <a:cubicBezTo>
                  <a:pt x="71015" y="31587"/>
                  <a:pt x="70168" y="31114"/>
                  <a:pt x="69247" y="30741"/>
                </a:cubicBezTo>
                <a:cubicBezTo>
                  <a:pt x="68625" y="27953"/>
                  <a:pt x="68550" y="24966"/>
                  <a:pt x="69023" y="21954"/>
                </a:cubicBezTo>
                <a:cubicBezTo>
                  <a:pt x="69695" y="21755"/>
                  <a:pt x="70293" y="21481"/>
                  <a:pt x="70890" y="21158"/>
                </a:cubicBezTo>
                <a:close/>
                <a:moveTo>
                  <a:pt x="73130" y="23000"/>
                </a:moveTo>
                <a:cubicBezTo>
                  <a:pt x="74126" y="24120"/>
                  <a:pt x="74873" y="25514"/>
                  <a:pt x="75271" y="27131"/>
                </a:cubicBezTo>
                <a:cubicBezTo>
                  <a:pt x="74624" y="28525"/>
                  <a:pt x="74126" y="29969"/>
                  <a:pt x="73877" y="31413"/>
                </a:cubicBezTo>
                <a:cubicBezTo>
                  <a:pt x="73304" y="31711"/>
                  <a:pt x="72757" y="32010"/>
                  <a:pt x="72184" y="32284"/>
                </a:cubicBezTo>
                <a:cubicBezTo>
                  <a:pt x="72160" y="32110"/>
                  <a:pt x="72135" y="31886"/>
                  <a:pt x="72135" y="31711"/>
                </a:cubicBezTo>
                <a:cubicBezTo>
                  <a:pt x="72110" y="31487"/>
                  <a:pt x="72110" y="31288"/>
                  <a:pt x="72060" y="31089"/>
                </a:cubicBezTo>
                <a:cubicBezTo>
                  <a:pt x="72035" y="30716"/>
                  <a:pt x="72010" y="30293"/>
                  <a:pt x="72010" y="29894"/>
                </a:cubicBezTo>
                <a:lnTo>
                  <a:pt x="72010" y="29397"/>
                </a:lnTo>
                <a:cubicBezTo>
                  <a:pt x="72010" y="28998"/>
                  <a:pt x="72035" y="28600"/>
                  <a:pt x="72060" y="28177"/>
                </a:cubicBezTo>
                <a:cubicBezTo>
                  <a:pt x="72060" y="28003"/>
                  <a:pt x="72110" y="27804"/>
                  <a:pt x="72110" y="27629"/>
                </a:cubicBezTo>
                <a:cubicBezTo>
                  <a:pt x="72135" y="27380"/>
                  <a:pt x="72160" y="27107"/>
                  <a:pt x="72184" y="26858"/>
                </a:cubicBezTo>
                <a:cubicBezTo>
                  <a:pt x="72234" y="26509"/>
                  <a:pt x="72284" y="26186"/>
                  <a:pt x="72359" y="25862"/>
                </a:cubicBezTo>
                <a:cubicBezTo>
                  <a:pt x="72384" y="25613"/>
                  <a:pt x="72433" y="25364"/>
                  <a:pt x="72508" y="25140"/>
                </a:cubicBezTo>
                <a:cubicBezTo>
                  <a:pt x="72558" y="24891"/>
                  <a:pt x="72632" y="24617"/>
                  <a:pt x="72682" y="24369"/>
                </a:cubicBezTo>
                <a:cubicBezTo>
                  <a:pt x="72782" y="24095"/>
                  <a:pt x="72856" y="23846"/>
                  <a:pt x="72931" y="23597"/>
                </a:cubicBezTo>
                <a:cubicBezTo>
                  <a:pt x="73006" y="23398"/>
                  <a:pt x="73056" y="23174"/>
                  <a:pt x="73130" y="23000"/>
                </a:cubicBezTo>
                <a:close/>
                <a:moveTo>
                  <a:pt x="105663" y="16080"/>
                </a:moveTo>
                <a:lnTo>
                  <a:pt x="105663" y="16080"/>
                </a:lnTo>
                <a:cubicBezTo>
                  <a:pt x="108525" y="17150"/>
                  <a:pt x="110940" y="18768"/>
                  <a:pt x="112807" y="20909"/>
                </a:cubicBezTo>
                <a:cubicBezTo>
                  <a:pt x="112881" y="21282"/>
                  <a:pt x="112981" y="21655"/>
                  <a:pt x="113056" y="22054"/>
                </a:cubicBezTo>
                <a:cubicBezTo>
                  <a:pt x="113081" y="22228"/>
                  <a:pt x="113105" y="22402"/>
                  <a:pt x="113130" y="22552"/>
                </a:cubicBezTo>
                <a:cubicBezTo>
                  <a:pt x="113230" y="23124"/>
                  <a:pt x="113329" y="23672"/>
                  <a:pt x="113379" y="24269"/>
                </a:cubicBezTo>
                <a:cubicBezTo>
                  <a:pt x="113379" y="24418"/>
                  <a:pt x="113429" y="24543"/>
                  <a:pt x="113429" y="24717"/>
                </a:cubicBezTo>
                <a:lnTo>
                  <a:pt x="113504" y="26111"/>
                </a:lnTo>
                <a:cubicBezTo>
                  <a:pt x="113504" y="26335"/>
                  <a:pt x="113553" y="26534"/>
                  <a:pt x="113553" y="26783"/>
                </a:cubicBezTo>
                <a:cubicBezTo>
                  <a:pt x="113553" y="27355"/>
                  <a:pt x="113578" y="27953"/>
                  <a:pt x="113553" y="28500"/>
                </a:cubicBezTo>
                <a:cubicBezTo>
                  <a:pt x="113553" y="28700"/>
                  <a:pt x="113504" y="28849"/>
                  <a:pt x="113504" y="29023"/>
                </a:cubicBezTo>
                <a:lnTo>
                  <a:pt x="113429" y="30517"/>
                </a:lnTo>
                <a:cubicBezTo>
                  <a:pt x="113379" y="30741"/>
                  <a:pt x="113379" y="30965"/>
                  <a:pt x="113354" y="31139"/>
                </a:cubicBezTo>
                <a:cubicBezTo>
                  <a:pt x="113329" y="31562"/>
                  <a:pt x="113255" y="31935"/>
                  <a:pt x="113230" y="32334"/>
                </a:cubicBezTo>
                <a:cubicBezTo>
                  <a:pt x="111363" y="29645"/>
                  <a:pt x="108774" y="27654"/>
                  <a:pt x="105514" y="26459"/>
                </a:cubicBezTo>
                <a:cubicBezTo>
                  <a:pt x="106285" y="22975"/>
                  <a:pt x="106360" y="19390"/>
                  <a:pt x="105663" y="16080"/>
                </a:cubicBezTo>
                <a:close/>
                <a:moveTo>
                  <a:pt x="69389" y="31096"/>
                </a:moveTo>
                <a:lnTo>
                  <a:pt x="69389" y="31096"/>
                </a:lnTo>
                <a:cubicBezTo>
                  <a:pt x="70278" y="31469"/>
                  <a:pt x="71069" y="31964"/>
                  <a:pt x="71761" y="32558"/>
                </a:cubicBezTo>
                <a:cubicBezTo>
                  <a:pt x="71736" y="32558"/>
                  <a:pt x="71687" y="32583"/>
                  <a:pt x="71687" y="32583"/>
                </a:cubicBezTo>
                <a:cubicBezTo>
                  <a:pt x="71039" y="31985"/>
                  <a:pt x="70268" y="31487"/>
                  <a:pt x="69397" y="31139"/>
                </a:cubicBezTo>
                <a:cubicBezTo>
                  <a:pt x="69397" y="31122"/>
                  <a:pt x="69397" y="31106"/>
                  <a:pt x="69389" y="31096"/>
                </a:cubicBezTo>
                <a:close/>
                <a:moveTo>
                  <a:pt x="73852" y="31687"/>
                </a:moveTo>
                <a:lnTo>
                  <a:pt x="73852" y="31736"/>
                </a:lnTo>
                <a:cubicBezTo>
                  <a:pt x="73304" y="31985"/>
                  <a:pt x="72782" y="32259"/>
                  <a:pt x="72234" y="32583"/>
                </a:cubicBezTo>
                <a:lnTo>
                  <a:pt x="72234" y="32508"/>
                </a:lnTo>
                <a:cubicBezTo>
                  <a:pt x="72757" y="32234"/>
                  <a:pt x="73304" y="31960"/>
                  <a:pt x="73852" y="31687"/>
                </a:cubicBezTo>
                <a:close/>
                <a:moveTo>
                  <a:pt x="113081" y="21232"/>
                </a:moveTo>
                <a:cubicBezTo>
                  <a:pt x="113105" y="21257"/>
                  <a:pt x="113105" y="21282"/>
                  <a:pt x="113130" y="21307"/>
                </a:cubicBezTo>
                <a:cubicBezTo>
                  <a:pt x="113205" y="21556"/>
                  <a:pt x="113255" y="21805"/>
                  <a:pt x="113280" y="22103"/>
                </a:cubicBezTo>
                <a:cubicBezTo>
                  <a:pt x="113329" y="22228"/>
                  <a:pt x="113329" y="22352"/>
                  <a:pt x="113354" y="22477"/>
                </a:cubicBezTo>
                <a:cubicBezTo>
                  <a:pt x="113454" y="22925"/>
                  <a:pt x="113504" y="23423"/>
                  <a:pt x="113578" y="23921"/>
                </a:cubicBezTo>
                <a:cubicBezTo>
                  <a:pt x="113603" y="24095"/>
                  <a:pt x="113603" y="24244"/>
                  <a:pt x="113628" y="24418"/>
                </a:cubicBezTo>
                <a:cubicBezTo>
                  <a:pt x="113703" y="24991"/>
                  <a:pt x="113728" y="25538"/>
                  <a:pt x="113753" y="26136"/>
                </a:cubicBezTo>
                <a:cubicBezTo>
                  <a:pt x="113753" y="26360"/>
                  <a:pt x="113753" y="26584"/>
                  <a:pt x="113777" y="26783"/>
                </a:cubicBezTo>
                <a:lnTo>
                  <a:pt x="113777" y="28152"/>
                </a:lnTo>
                <a:lnTo>
                  <a:pt x="113777" y="28724"/>
                </a:lnTo>
                <a:cubicBezTo>
                  <a:pt x="113753" y="29322"/>
                  <a:pt x="113728" y="29894"/>
                  <a:pt x="113703" y="30517"/>
                </a:cubicBezTo>
                <a:cubicBezTo>
                  <a:pt x="113653" y="30741"/>
                  <a:pt x="113653" y="30940"/>
                  <a:pt x="113628" y="31139"/>
                </a:cubicBezTo>
                <a:cubicBezTo>
                  <a:pt x="113578" y="31612"/>
                  <a:pt x="113504" y="32110"/>
                  <a:pt x="113454" y="32632"/>
                </a:cubicBezTo>
                <a:cubicBezTo>
                  <a:pt x="113429" y="32607"/>
                  <a:pt x="113429" y="32583"/>
                  <a:pt x="113379" y="32583"/>
                </a:cubicBezTo>
                <a:lnTo>
                  <a:pt x="113578" y="30990"/>
                </a:lnTo>
                <a:cubicBezTo>
                  <a:pt x="113578" y="30865"/>
                  <a:pt x="113603" y="30741"/>
                  <a:pt x="113603" y="30616"/>
                </a:cubicBezTo>
                <a:cubicBezTo>
                  <a:pt x="113678" y="29994"/>
                  <a:pt x="113703" y="29347"/>
                  <a:pt x="113728" y="28724"/>
                </a:cubicBezTo>
                <a:lnTo>
                  <a:pt x="113728" y="28525"/>
                </a:lnTo>
                <a:cubicBezTo>
                  <a:pt x="113753" y="27903"/>
                  <a:pt x="113728" y="27281"/>
                  <a:pt x="113728" y="26659"/>
                </a:cubicBezTo>
                <a:cubicBezTo>
                  <a:pt x="113728" y="26484"/>
                  <a:pt x="113728" y="26285"/>
                  <a:pt x="113703" y="26111"/>
                </a:cubicBezTo>
                <a:lnTo>
                  <a:pt x="113603" y="24518"/>
                </a:lnTo>
                <a:cubicBezTo>
                  <a:pt x="113603" y="24418"/>
                  <a:pt x="113603" y="24344"/>
                  <a:pt x="113578" y="24244"/>
                </a:cubicBezTo>
                <a:cubicBezTo>
                  <a:pt x="113504" y="23647"/>
                  <a:pt x="113429" y="23049"/>
                  <a:pt x="113329" y="22477"/>
                </a:cubicBezTo>
                <a:lnTo>
                  <a:pt x="113230" y="22004"/>
                </a:lnTo>
                <a:cubicBezTo>
                  <a:pt x="113180" y="21755"/>
                  <a:pt x="113130" y="21481"/>
                  <a:pt x="113081" y="21232"/>
                </a:cubicBezTo>
                <a:close/>
                <a:moveTo>
                  <a:pt x="105464" y="26609"/>
                </a:moveTo>
                <a:cubicBezTo>
                  <a:pt x="108725" y="27853"/>
                  <a:pt x="111338" y="29869"/>
                  <a:pt x="113180" y="32607"/>
                </a:cubicBezTo>
                <a:lnTo>
                  <a:pt x="113180" y="32707"/>
                </a:lnTo>
                <a:cubicBezTo>
                  <a:pt x="111363" y="29944"/>
                  <a:pt x="108749" y="27878"/>
                  <a:pt x="105464" y="26659"/>
                </a:cubicBezTo>
                <a:lnTo>
                  <a:pt x="105464" y="26609"/>
                </a:lnTo>
                <a:close/>
                <a:moveTo>
                  <a:pt x="113329" y="32831"/>
                </a:moveTo>
                <a:cubicBezTo>
                  <a:pt x="113354" y="32856"/>
                  <a:pt x="113354" y="32881"/>
                  <a:pt x="113379" y="32881"/>
                </a:cubicBezTo>
                <a:lnTo>
                  <a:pt x="113379" y="33006"/>
                </a:lnTo>
                <a:cubicBezTo>
                  <a:pt x="113354" y="32981"/>
                  <a:pt x="113354" y="32956"/>
                  <a:pt x="113329" y="32931"/>
                </a:cubicBezTo>
                <a:lnTo>
                  <a:pt x="113329" y="32831"/>
                </a:lnTo>
                <a:close/>
                <a:moveTo>
                  <a:pt x="69446" y="31363"/>
                </a:moveTo>
                <a:lnTo>
                  <a:pt x="69446" y="31363"/>
                </a:lnTo>
                <a:cubicBezTo>
                  <a:pt x="70218" y="31711"/>
                  <a:pt x="70940" y="32135"/>
                  <a:pt x="71537" y="32682"/>
                </a:cubicBezTo>
                <a:cubicBezTo>
                  <a:pt x="71039" y="32931"/>
                  <a:pt x="70542" y="33205"/>
                  <a:pt x="70069" y="33479"/>
                </a:cubicBezTo>
                <a:cubicBezTo>
                  <a:pt x="69820" y="32807"/>
                  <a:pt x="69596" y="32085"/>
                  <a:pt x="69446" y="31363"/>
                </a:cubicBezTo>
                <a:close/>
                <a:moveTo>
                  <a:pt x="69148" y="31238"/>
                </a:moveTo>
                <a:cubicBezTo>
                  <a:pt x="69173" y="31238"/>
                  <a:pt x="69197" y="31263"/>
                  <a:pt x="69197" y="31263"/>
                </a:cubicBezTo>
                <a:cubicBezTo>
                  <a:pt x="69397" y="32060"/>
                  <a:pt x="69646" y="32831"/>
                  <a:pt x="69894" y="33578"/>
                </a:cubicBezTo>
                <a:cubicBezTo>
                  <a:pt x="69870" y="33578"/>
                  <a:pt x="69870" y="33603"/>
                  <a:pt x="69820" y="33603"/>
                </a:cubicBezTo>
                <a:cubicBezTo>
                  <a:pt x="69546" y="32831"/>
                  <a:pt x="69322" y="32060"/>
                  <a:pt x="69148" y="31238"/>
                </a:cubicBezTo>
                <a:close/>
                <a:moveTo>
                  <a:pt x="71662" y="32831"/>
                </a:moveTo>
                <a:cubicBezTo>
                  <a:pt x="71687" y="32831"/>
                  <a:pt x="71687" y="32856"/>
                  <a:pt x="71736" y="32881"/>
                </a:cubicBezTo>
                <a:cubicBezTo>
                  <a:pt x="71189" y="33180"/>
                  <a:pt x="70691" y="33454"/>
                  <a:pt x="70168" y="33752"/>
                </a:cubicBezTo>
                <a:cubicBezTo>
                  <a:pt x="70143" y="33703"/>
                  <a:pt x="70143" y="33678"/>
                  <a:pt x="70143" y="33678"/>
                </a:cubicBezTo>
                <a:cubicBezTo>
                  <a:pt x="70641" y="33379"/>
                  <a:pt x="71164" y="33105"/>
                  <a:pt x="71662" y="32831"/>
                </a:cubicBezTo>
                <a:close/>
                <a:moveTo>
                  <a:pt x="69944" y="33752"/>
                </a:moveTo>
                <a:cubicBezTo>
                  <a:pt x="69944" y="33802"/>
                  <a:pt x="69944" y="33802"/>
                  <a:pt x="69994" y="33827"/>
                </a:cubicBezTo>
                <a:cubicBezTo>
                  <a:pt x="69944" y="33827"/>
                  <a:pt x="69944" y="33852"/>
                  <a:pt x="69919" y="33852"/>
                </a:cubicBezTo>
                <a:cubicBezTo>
                  <a:pt x="69919" y="33827"/>
                  <a:pt x="69894" y="33827"/>
                  <a:pt x="69894" y="33802"/>
                </a:cubicBezTo>
                <a:cubicBezTo>
                  <a:pt x="69919" y="33752"/>
                  <a:pt x="69944" y="33752"/>
                  <a:pt x="69944" y="33752"/>
                </a:cubicBezTo>
                <a:close/>
                <a:moveTo>
                  <a:pt x="117188" y="30168"/>
                </a:moveTo>
                <a:cubicBezTo>
                  <a:pt x="117188" y="30243"/>
                  <a:pt x="117212" y="30293"/>
                  <a:pt x="117212" y="30342"/>
                </a:cubicBezTo>
                <a:cubicBezTo>
                  <a:pt x="117212" y="30367"/>
                  <a:pt x="117237" y="30392"/>
                  <a:pt x="117237" y="30467"/>
                </a:cubicBezTo>
                <a:lnTo>
                  <a:pt x="117237" y="31338"/>
                </a:lnTo>
                <a:lnTo>
                  <a:pt x="117237" y="31711"/>
                </a:lnTo>
                <a:lnTo>
                  <a:pt x="117237" y="31761"/>
                </a:lnTo>
                <a:cubicBezTo>
                  <a:pt x="117237" y="31886"/>
                  <a:pt x="117212" y="32010"/>
                  <a:pt x="117212" y="32159"/>
                </a:cubicBezTo>
                <a:cubicBezTo>
                  <a:pt x="117212" y="32309"/>
                  <a:pt x="117188" y="32408"/>
                  <a:pt x="117188" y="32583"/>
                </a:cubicBezTo>
                <a:cubicBezTo>
                  <a:pt x="117163" y="32757"/>
                  <a:pt x="117163" y="32906"/>
                  <a:pt x="117113" y="33105"/>
                </a:cubicBezTo>
                <a:lnTo>
                  <a:pt x="117113" y="33230"/>
                </a:lnTo>
                <a:cubicBezTo>
                  <a:pt x="117113" y="33304"/>
                  <a:pt x="117088" y="33354"/>
                  <a:pt x="117088" y="33404"/>
                </a:cubicBezTo>
                <a:cubicBezTo>
                  <a:pt x="117050" y="33632"/>
                  <a:pt x="117007" y="33860"/>
                  <a:pt x="116958" y="34087"/>
                </a:cubicBezTo>
                <a:lnTo>
                  <a:pt x="116958" y="34087"/>
                </a:lnTo>
                <a:lnTo>
                  <a:pt x="117038" y="33628"/>
                </a:lnTo>
                <a:cubicBezTo>
                  <a:pt x="117063" y="33504"/>
                  <a:pt x="117063" y="33379"/>
                  <a:pt x="117088" y="33255"/>
                </a:cubicBezTo>
                <a:lnTo>
                  <a:pt x="117088" y="33230"/>
                </a:lnTo>
                <a:lnTo>
                  <a:pt x="117088" y="33205"/>
                </a:lnTo>
                <a:cubicBezTo>
                  <a:pt x="117113" y="33056"/>
                  <a:pt x="117113" y="32856"/>
                  <a:pt x="117163" y="32707"/>
                </a:cubicBezTo>
                <a:cubicBezTo>
                  <a:pt x="117163" y="32583"/>
                  <a:pt x="117188" y="32458"/>
                  <a:pt x="117188" y="32334"/>
                </a:cubicBezTo>
                <a:lnTo>
                  <a:pt x="117188" y="32259"/>
                </a:lnTo>
                <a:lnTo>
                  <a:pt x="117188" y="32110"/>
                </a:lnTo>
                <a:cubicBezTo>
                  <a:pt x="117188" y="31985"/>
                  <a:pt x="117212" y="31861"/>
                  <a:pt x="117212" y="31761"/>
                </a:cubicBezTo>
                <a:lnTo>
                  <a:pt x="117212" y="31587"/>
                </a:lnTo>
                <a:cubicBezTo>
                  <a:pt x="117188" y="31512"/>
                  <a:pt x="117188" y="31512"/>
                  <a:pt x="117188" y="31487"/>
                </a:cubicBezTo>
                <a:lnTo>
                  <a:pt x="117188" y="31064"/>
                </a:lnTo>
                <a:lnTo>
                  <a:pt x="117188" y="30840"/>
                </a:lnTo>
                <a:lnTo>
                  <a:pt x="117188" y="30716"/>
                </a:lnTo>
                <a:lnTo>
                  <a:pt x="117188" y="30243"/>
                </a:lnTo>
                <a:lnTo>
                  <a:pt x="117188" y="30168"/>
                </a:lnTo>
                <a:close/>
                <a:moveTo>
                  <a:pt x="86198" y="27032"/>
                </a:moveTo>
                <a:lnTo>
                  <a:pt x="86198" y="27032"/>
                </a:lnTo>
                <a:cubicBezTo>
                  <a:pt x="86347" y="29621"/>
                  <a:pt x="86173" y="32135"/>
                  <a:pt x="85675" y="34474"/>
                </a:cubicBezTo>
                <a:lnTo>
                  <a:pt x="85601" y="34474"/>
                </a:lnTo>
                <a:cubicBezTo>
                  <a:pt x="86123" y="32135"/>
                  <a:pt x="86298" y="29645"/>
                  <a:pt x="86123" y="27082"/>
                </a:cubicBezTo>
                <a:cubicBezTo>
                  <a:pt x="86173" y="27082"/>
                  <a:pt x="86173" y="27082"/>
                  <a:pt x="86198" y="27032"/>
                </a:cubicBezTo>
                <a:close/>
                <a:moveTo>
                  <a:pt x="85601" y="34624"/>
                </a:moveTo>
                <a:lnTo>
                  <a:pt x="85601" y="34698"/>
                </a:lnTo>
                <a:lnTo>
                  <a:pt x="85551" y="34698"/>
                </a:lnTo>
                <a:lnTo>
                  <a:pt x="85551" y="34624"/>
                </a:lnTo>
                <a:close/>
                <a:moveTo>
                  <a:pt x="93192" y="25663"/>
                </a:moveTo>
                <a:lnTo>
                  <a:pt x="93192" y="25663"/>
                </a:lnTo>
                <a:cubicBezTo>
                  <a:pt x="92769" y="28575"/>
                  <a:pt x="91973" y="31612"/>
                  <a:pt x="90853" y="34698"/>
                </a:cubicBezTo>
                <a:cubicBezTo>
                  <a:pt x="89535" y="34524"/>
                  <a:pt x="88232" y="34425"/>
                  <a:pt x="86956" y="34425"/>
                </a:cubicBezTo>
                <a:cubicBezTo>
                  <a:pt x="86593" y="34425"/>
                  <a:pt x="86233" y="34433"/>
                  <a:pt x="85875" y="34449"/>
                </a:cubicBezTo>
                <a:cubicBezTo>
                  <a:pt x="86347" y="32110"/>
                  <a:pt x="86547" y="29596"/>
                  <a:pt x="86372" y="27007"/>
                </a:cubicBezTo>
                <a:cubicBezTo>
                  <a:pt x="88737" y="26360"/>
                  <a:pt x="91027" y="25912"/>
                  <a:pt x="93192" y="25663"/>
                </a:cubicBezTo>
                <a:close/>
                <a:moveTo>
                  <a:pt x="93441" y="25638"/>
                </a:moveTo>
                <a:cubicBezTo>
                  <a:pt x="93018" y="28575"/>
                  <a:pt x="92197" y="31612"/>
                  <a:pt x="91077" y="34748"/>
                </a:cubicBezTo>
                <a:lnTo>
                  <a:pt x="91027" y="34748"/>
                </a:lnTo>
                <a:cubicBezTo>
                  <a:pt x="92147" y="31637"/>
                  <a:pt x="92944" y="28600"/>
                  <a:pt x="93392" y="25663"/>
                </a:cubicBezTo>
                <a:cubicBezTo>
                  <a:pt x="93392" y="25638"/>
                  <a:pt x="93417" y="25638"/>
                  <a:pt x="93441" y="25638"/>
                </a:cubicBezTo>
                <a:close/>
                <a:moveTo>
                  <a:pt x="73802" y="31960"/>
                </a:moveTo>
                <a:lnTo>
                  <a:pt x="73802" y="32060"/>
                </a:lnTo>
                <a:lnTo>
                  <a:pt x="73802" y="32085"/>
                </a:lnTo>
                <a:cubicBezTo>
                  <a:pt x="73753" y="32458"/>
                  <a:pt x="73703" y="32856"/>
                  <a:pt x="73678" y="33230"/>
                </a:cubicBezTo>
                <a:cubicBezTo>
                  <a:pt x="73653" y="33479"/>
                  <a:pt x="73653" y="33703"/>
                  <a:pt x="73653" y="33952"/>
                </a:cubicBezTo>
                <a:lnTo>
                  <a:pt x="73653" y="33976"/>
                </a:lnTo>
                <a:lnTo>
                  <a:pt x="73653" y="34026"/>
                </a:lnTo>
                <a:cubicBezTo>
                  <a:pt x="73653" y="34325"/>
                  <a:pt x="73628" y="34599"/>
                  <a:pt x="73653" y="34848"/>
                </a:cubicBezTo>
                <a:cubicBezTo>
                  <a:pt x="73304" y="34076"/>
                  <a:pt x="72832" y="33404"/>
                  <a:pt x="72284" y="32831"/>
                </a:cubicBezTo>
                <a:lnTo>
                  <a:pt x="72284" y="32757"/>
                </a:lnTo>
                <a:cubicBezTo>
                  <a:pt x="72782" y="32483"/>
                  <a:pt x="73280" y="32209"/>
                  <a:pt x="73802" y="31960"/>
                </a:cubicBezTo>
                <a:close/>
                <a:moveTo>
                  <a:pt x="86708" y="34609"/>
                </a:moveTo>
                <a:cubicBezTo>
                  <a:pt x="88023" y="34609"/>
                  <a:pt x="89368" y="34692"/>
                  <a:pt x="90728" y="34873"/>
                </a:cubicBezTo>
                <a:cubicBezTo>
                  <a:pt x="90778" y="34922"/>
                  <a:pt x="90778" y="34922"/>
                  <a:pt x="90728" y="34947"/>
                </a:cubicBezTo>
                <a:cubicBezTo>
                  <a:pt x="89434" y="34748"/>
                  <a:pt x="88090" y="34649"/>
                  <a:pt x="86820" y="34649"/>
                </a:cubicBezTo>
                <a:cubicBezTo>
                  <a:pt x="86472" y="34649"/>
                  <a:pt x="86099" y="34698"/>
                  <a:pt x="85750" y="34698"/>
                </a:cubicBezTo>
                <a:lnTo>
                  <a:pt x="85750" y="34624"/>
                </a:lnTo>
                <a:cubicBezTo>
                  <a:pt x="86067" y="34614"/>
                  <a:pt x="86387" y="34609"/>
                  <a:pt x="86708" y="34609"/>
                </a:cubicBezTo>
                <a:close/>
                <a:moveTo>
                  <a:pt x="91027" y="34922"/>
                </a:moveTo>
                <a:cubicBezTo>
                  <a:pt x="91027" y="34947"/>
                  <a:pt x="91027" y="34947"/>
                  <a:pt x="90977" y="34972"/>
                </a:cubicBezTo>
                <a:lnTo>
                  <a:pt x="90927" y="34972"/>
                </a:lnTo>
                <a:cubicBezTo>
                  <a:pt x="90927" y="34947"/>
                  <a:pt x="90927" y="34947"/>
                  <a:pt x="90952" y="34922"/>
                </a:cubicBezTo>
                <a:close/>
                <a:moveTo>
                  <a:pt x="85949" y="27107"/>
                </a:moveTo>
                <a:lnTo>
                  <a:pt x="85949" y="27107"/>
                </a:lnTo>
                <a:cubicBezTo>
                  <a:pt x="86099" y="29645"/>
                  <a:pt x="85899" y="32135"/>
                  <a:pt x="85377" y="34474"/>
                </a:cubicBezTo>
                <a:cubicBezTo>
                  <a:pt x="83933" y="34574"/>
                  <a:pt x="82514" y="34748"/>
                  <a:pt x="81195" y="35097"/>
                </a:cubicBezTo>
                <a:cubicBezTo>
                  <a:pt x="82066" y="32632"/>
                  <a:pt x="82639" y="30268"/>
                  <a:pt x="82987" y="28028"/>
                </a:cubicBezTo>
                <a:cubicBezTo>
                  <a:pt x="83983" y="27704"/>
                  <a:pt x="84978" y="27380"/>
                  <a:pt x="85949" y="27107"/>
                </a:cubicBezTo>
                <a:close/>
                <a:moveTo>
                  <a:pt x="82738" y="28102"/>
                </a:moveTo>
                <a:cubicBezTo>
                  <a:pt x="82738" y="28127"/>
                  <a:pt x="82763" y="28127"/>
                  <a:pt x="82763" y="28127"/>
                </a:cubicBezTo>
                <a:cubicBezTo>
                  <a:pt x="82464" y="30367"/>
                  <a:pt x="81817" y="32732"/>
                  <a:pt x="80971" y="35171"/>
                </a:cubicBezTo>
                <a:lnTo>
                  <a:pt x="80921" y="35171"/>
                </a:lnTo>
                <a:cubicBezTo>
                  <a:pt x="81270" y="34225"/>
                  <a:pt x="81543" y="33304"/>
                  <a:pt x="81817" y="32383"/>
                </a:cubicBezTo>
                <a:cubicBezTo>
                  <a:pt x="81867" y="32184"/>
                  <a:pt x="81917" y="31960"/>
                  <a:pt x="81991" y="31711"/>
                </a:cubicBezTo>
                <a:cubicBezTo>
                  <a:pt x="82066" y="31462"/>
                  <a:pt x="82116" y="31238"/>
                  <a:pt x="82191" y="30990"/>
                </a:cubicBezTo>
                <a:cubicBezTo>
                  <a:pt x="82191" y="30965"/>
                  <a:pt x="82191" y="30940"/>
                  <a:pt x="82216" y="30890"/>
                </a:cubicBezTo>
                <a:cubicBezTo>
                  <a:pt x="82216" y="30840"/>
                  <a:pt x="82240" y="30815"/>
                  <a:pt x="82240" y="30741"/>
                </a:cubicBezTo>
                <a:cubicBezTo>
                  <a:pt x="82240" y="30716"/>
                  <a:pt x="82265" y="30641"/>
                  <a:pt x="82265" y="30616"/>
                </a:cubicBezTo>
                <a:cubicBezTo>
                  <a:pt x="82365" y="30218"/>
                  <a:pt x="82464" y="29845"/>
                  <a:pt x="82514" y="29446"/>
                </a:cubicBezTo>
                <a:cubicBezTo>
                  <a:pt x="82514" y="29397"/>
                  <a:pt x="82564" y="29347"/>
                  <a:pt x="82564" y="29322"/>
                </a:cubicBezTo>
                <a:lnTo>
                  <a:pt x="82564" y="29247"/>
                </a:lnTo>
                <a:cubicBezTo>
                  <a:pt x="82614" y="28874"/>
                  <a:pt x="82688" y="28476"/>
                  <a:pt x="82738" y="28102"/>
                </a:cubicBezTo>
                <a:close/>
                <a:moveTo>
                  <a:pt x="85361" y="34699"/>
                </a:moveTo>
                <a:cubicBezTo>
                  <a:pt x="85352" y="34700"/>
                  <a:pt x="85352" y="34705"/>
                  <a:pt x="85352" y="34723"/>
                </a:cubicBezTo>
                <a:cubicBezTo>
                  <a:pt x="83858" y="34823"/>
                  <a:pt x="82464" y="35047"/>
                  <a:pt x="81120" y="35370"/>
                </a:cubicBezTo>
                <a:cubicBezTo>
                  <a:pt x="81120" y="35345"/>
                  <a:pt x="81145" y="35345"/>
                  <a:pt x="81145" y="35321"/>
                </a:cubicBezTo>
                <a:cubicBezTo>
                  <a:pt x="82485" y="34973"/>
                  <a:pt x="83874" y="34750"/>
                  <a:pt x="85361" y="34699"/>
                </a:cubicBezTo>
                <a:close/>
                <a:moveTo>
                  <a:pt x="117785" y="32906"/>
                </a:moveTo>
                <a:lnTo>
                  <a:pt x="117785" y="32906"/>
                </a:lnTo>
                <a:cubicBezTo>
                  <a:pt x="117835" y="33255"/>
                  <a:pt x="117860" y="33678"/>
                  <a:pt x="117909" y="34001"/>
                </a:cubicBezTo>
                <a:cubicBezTo>
                  <a:pt x="117909" y="34225"/>
                  <a:pt x="117934" y="34449"/>
                  <a:pt x="117934" y="34649"/>
                </a:cubicBezTo>
                <a:lnTo>
                  <a:pt x="117934" y="34698"/>
                </a:lnTo>
                <a:lnTo>
                  <a:pt x="117934" y="34873"/>
                </a:lnTo>
                <a:lnTo>
                  <a:pt x="117934" y="35395"/>
                </a:lnTo>
                <a:cubicBezTo>
                  <a:pt x="117909" y="34997"/>
                  <a:pt x="117909" y="34599"/>
                  <a:pt x="117860" y="34225"/>
                </a:cubicBezTo>
                <a:cubicBezTo>
                  <a:pt x="117860" y="33976"/>
                  <a:pt x="117835" y="33728"/>
                  <a:pt x="117835" y="33479"/>
                </a:cubicBezTo>
                <a:cubicBezTo>
                  <a:pt x="117835" y="33354"/>
                  <a:pt x="117810" y="33155"/>
                  <a:pt x="117785" y="32906"/>
                </a:cubicBezTo>
                <a:close/>
                <a:moveTo>
                  <a:pt x="39253" y="15756"/>
                </a:moveTo>
                <a:cubicBezTo>
                  <a:pt x="39253" y="15781"/>
                  <a:pt x="39253" y="15781"/>
                  <a:pt x="39204" y="15806"/>
                </a:cubicBezTo>
                <a:lnTo>
                  <a:pt x="39204" y="15831"/>
                </a:lnTo>
                <a:cubicBezTo>
                  <a:pt x="38905" y="16055"/>
                  <a:pt x="38631" y="16304"/>
                  <a:pt x="38308" y="16528"/>
                </a:cubicBezTo>
                <a:cubicBezTo>
                  <a:pt x="37860" y="16827"/>
                  <a:pt x="37436" y="17175"/>
                  <a:pt x="37038" y="17499"/>
                </a:cubicBezTo>
                <a:cubicBezTo>
                  <a:pt x="36764" y="17698"/>
                  <a:pt x="36466" y="17922"/>
                  <a:pt x="36217" y="18121"/>
                </a:cubicBezTo>
                <a:cubicBezTo>
                  <a:pt x="35072" y="18992"/>
                  <a:pt x="33578" y="20262"/>
                  <a:pt x="32682" y="21008"/>
                </a:cubicBezTo>
                <a:cubicBezTo>
                  <a:pt x="30094" y="23124"/>
                  <a:pt x="26858" y="26210"/>
                  <a:pt x="25937" y="27206"/>
                </a:cubicBezTo>
                <a:cubicBezTo>
                  <a:pt x="25638" y="27505"/>
                  <a:pt x="25314" y="27828"/>
                  <a:pt x="24966" y="28152"/>
                </a:cubicBezTo>
                <a:lnTo>
                  <a:pt x="24941" y="28202"/>
                </a:lnTo>
                <a:cubicBezTo>
                  <a:pt x="24767" y="28351"/>
                  <a:pt x="24617" y="28500"/>
                  <a:pt x="24468" y="28675"/>
                </a:cubicBezTo>
                <a:cubicBezTo>
                  <a:pt x="23871" y="29272"/>
                  <a:pt x="23323" y="29869"/>
                  <a:pt x="22850" y="30392"/>
                </a:cubicBezTo>
                <a:cubicBezTo>
                  <a:pt x="22601" y="30691"/>
                  <a:pt x="22377" y="30915"/>
                  <a:pt x="22203" y="31139"/>
                </a:cubicBezTo>
                <a:cubicBezTo>
                  <a:pt x="22029" y="31313"/>
                  <a:pt x="21904" y="31462"/>
                  <a:pt x="21780" y="31587"/>
                </a:cubicBezTo>
                <a:cubicBezTo>
                  <a:pt x="21382" y="32060"/>
                  <a:pt x="21008" y="32458"/>
                  <a:pt x="20710" y="32831"/>
                </a:cubicBezTo>
                <a:cubicBezTo>
                  <a:pt x="19639" y="34051"/>
                  <a:pt x="19092" y="34698"/>
                  <a:pt x="18519" y="35420"/>
                </a:cubicBezTo>
                <a:lnTo>
                  <a:pt x="18494" y="35420"/>
                </a:lnTo>
                <a:cubicBezTo>
                  <a:pt x="18619" y="35246"/>
                  <a:pt x="18743" y="35072"/>
                  <a:pt x="18893" y="34873"/>
                </a:cubicBezTo>
                <a:cubicBezTo>
                  <a:pt x="19415" y="34225"/>
                  <a:pt x="19988" y="33553"/>
                  <a:pt x="20535" y="32881"/>
                </a:cubicBezTo>
                <a:cubicBezTo>
                  <a:pt x="21033" y="32334"/>
                  <a:pt x="21606" y="31711"/>
                  <a:pt x="22128" y="31114"/>
                </a:cubicBezTo>
                <a:cubicBezTo>
                  <a:pt x="22875" y="30317"/>
                  <a:pt x="23622" y="29471"/>
                  <a:pt x="24369" y="28700"/>
                </a:cubicBezTo>
                <a:cubicBezTo>
                  <a:pt x="24692" y="28351"/>
                  <a:pt x="24966" y="28028"/>
                  <a:pt x="25265" y="27729"/>
                </a:cubicBezTo>
                <a:cubicBezTo>
                  <a:pt x="27629" y="25290"/>
                  <a:pt x="30168" y="22925"/>
                  <a:pt x="32807" y="20734"/>
                </a:cubicBezTo>
                <a:cubicBezTo>
                  <a:pt x="33703" y="19938"/>
                  <a:pt x="34649" y="19191"/>
                  <a:pt x="35570" y="18494"/>
                </a:cubicBezTo>
                <a:cubicBezTo>
                  <a:pt x="36042" y="18121"/>
                  <a:pt x="36515" y="17748"/>
                  <a:pt x="37013" y="17399"/>
                </a:cubicBezTo>
                <a:cubicBezTo>
                  <a:pt x="37436" y="17075"/>
                  <a:pt x="37884" y="16752"/>
                  <a:pt x="38308" y="16428"/>
                </a:cubicBezTo>
                <a:cubicBezTo>
                  <a:pt x="38557" y="16254"/>
                  <a:pt x="38781" y="16080"/>
                  <a:pt x="39029" y="15906"/>
                </a:cubicBezTo>
                <a:cubicBezTo>
                  <a:pt x="39079" y="15831"/>
                  <a:pt x="39154" y="15806"/>
                  <a:pt x="39253" y="15756"/>
                </a:cubicBezTo>
                <a:close/>
                <a:moveTo>
                  <a:pt x="91201" y="34947"/>
                </a:moveTo>
                <a:cubicBezTo>
                  <a:pt x="92296" y="35097"/>
                  <a:pt x="93417" y="35321"/>
                  <a:pt x="94512" y="35569"/>
                </a:cubicBezTo>
                <a:lnTo>
                  <a:pt x="94163" y="35569"/>
                </a:lnTo>
                <a:cubicBezTo>
                  <a:pt x="93168" y="35321"/>
                  <a:pt x="92172" y="35121"/>
                  <a:pt x="91176" y="34997"/>
                </a:cubicBezTo>
                <a:cubicBezTo>
                  <a:pt x="91176" y="34972"/>
                  <a:pt x="91176" y="34972"/>
                  <a:pt x="91201" y="34947"/>
                </a:cubicBezTo>
                <a:close/>
                <a:moveTo>
                  <a:pt x="72350" y="33225"/>
                </a:moveTo>
                <a:cubicBezTo>
                  <a:pt x="72903" y="33836"/>
                  <a:pt x="73337" y="34519"/>
                  <a:pt x="73653" y="35345"/>
                </a:cubicBezTo>
                <a:lnTo>
                  <a:pt x="73653" y="35495"/>
                </a:lnTo>
                <a:lnTo>
                  <a:pt x="73653" y="35594"/>
                </a:lnTo>
                <a:cubicBezTo>
                  <a:pt x="73329" y="34723"/>
                  <a:pt x="72881" y="33976"/>
                  <a:pt x="72359" y="33304"/>
                </a:cubicBezTo>
                <a:cubicBezTo>
                  <a:pt x="72359" y="33276"/>
                  <a:pt x="72359" y="33248"/>
                  <a:pt x="72350" y="33225"/>
                </a:cubicBezTo>
                <a:close/>
                <a:moveTo>
                  <a:pt x="51002" y="23024"/>
                </a:moveTo>
                <a:cubicBezTo>
                  <a:pt x="51151" y="23248"/>
                  <a:pt x="51326" y="23423"/>
                  <a:pt x="51475" y="23622"/>
                </a:cubicBezTo>
                <a:cubicBezTo>
                  <a:pt x="51649" y="23846"/>
                  <a:pt x="51848" y="24020"/>
                  <a:pt x="52023" y="24244"/>
                </a:cubicBezTo>
                <a:cubicBezTo>
                  <a:pt x="52197" y="24418"/>
                  <a:pt x="52371" y="24642"/>
                  <a:pt x="52520" y="24841"/>
                </a:cubicBezTo>
                <a:cubicBezTo>
                  <a:pt x="52819" y="25165"/>
                  <a:pt x="53093" y="25489"/>
                  <a:pt x="53367" y="25837"/>
                </a:cubicBezTo>
                <a:lnTo>
                  <a:pt x="53392" y="25862"/>
                </a:lnTo>
                <a:cubicBezTo>
                  <a:pt x="54337" y="27032"/>
                  <a:pt x="55258" y="28227"/>
                  <a:pt x="56179" y="29471"/>
                </a:cubicBezTo>
                <a:cubicBezTo>
                  <a:pt x="53416" y="31438"/>
                  <a:pt x="50778" y="33479"/>
                  <a:pt x="48264" y="35669"/>
                </a:cubicBezTo>
                <a:cubicBezTo>
                  <a:pt x="46372" y="32981"/>
                  <a:pt x="44655" y="30218"/>
                  <a:pt x="43261" y="27629"/>
                </a:cubicBezTo>
                <a:cubicBezTo>
                  <a:pt x="45850" y="25787"/>
                  <a:pt x="48438" y="24269"/>
                  <a:pt x="51002" y="23024"/>
                </a:cubicBezTo>
                <a:close/>
                <a:moveTo>
                  <a:pt x="91102" y="35196"/>
                </a:moveTo>
                <a:cubicBezTo>
                  <a:pt x="91823" y="35296"/>
                  <a:pt x="92545" y="35420"/>
                  <a:pt x="93267" y="35569"/>
                </a:cubicBezTo>
                <a:lnTo>
                  <a:pt x="93217" y="35569"/>
                </a:lnTo>
                <a:cubicBezTo>
                  <a:pt x="92844" y="35569"/>
                  <a:pt x="92446" y="35569"/>
                  <a:pt x="92048" y="35594"/>
                </a:cubicBezTo>
                <a:lnTo>
                  <a:pt x="91699" y="35594"/>
                </a:lnTo>
                <a:cubicBezTo>
                  <a:pt x="91550" y="35594"/>
                  <a:pt x="91425" y="35619"/>
                  <a:pt x="91251" y="35619"/>
                </a:cubicBezTo>
                <a:cubicBezTo>
                  <a:pt x="91151" y="35619"/>
                  <a:pt x="91002" y="35669"/>
                  <a:pt x="90927" y="35669"/>
                </a:cubicBezTo>
                <a:cubicBezTo>
                  <a:pt x="90977" y="35545"/>
                  <a:pt x="91052" y="35345"/>
                  <a:pt x="91102" y="35196"/>
                </a:cubicBezTo>
                <a:close/>
                <a:moveTo>
                  <a:pt x="39054" y="16155"/>
                </a:moveTo>
                <a:cubicBezTo>
                  <a:pt x="39054" y="16204"/>
                  <a:pt x="39029" y="16279"/>
                  <a:pt x="39029" y="16304"/>
                </a:cubicBezTo>
                <a:cubicBezTo>
                  <a:pt x="39029" y="16379"/>
                  <a:pt x="39005" y="16453"/>
                  <a:pt x="39005" y="16528"/>
                </a:cubicBezTo>
                <a:cubicBezTo>
                  <a:pt x="39005" y="16627"/>
                  <a:pt x="39005" y="16677"/>
                  <a:pt x="38955" y="16777"/>
                </a:cubicBezTo>
                <a:cubicBezTo>
                  <a:pt x="38955" y="16876"/>
                  <a:pt x="38955" y="16926"/>
                  <a:pt x="38930" y="17026"/>
                </a:cubicBezTo>
                <a:cubicBezTo>
                  <a:pt x="38955" y="17150"/>
                  <a:pt x="38955" y="17250"/>
                  <a:pt x="38955" y="17324"/>
                </a:cubicBezTo>
                <a:lnTo>
                  <a:pt x="38955" y="17623"/>
                </a:lnTo>
                <a:cubicBezTo>
                  <a:pt x="38955" y="17698"/>
                  <a:pt x="39005" y="17822"/>
                  <a:pt x="39005" y="17922"/>
                </a:cubicBezTo>
                <a:cubicBezTo>
                  <a:pt x="39005" y="18021"/>
                  <a:pt x="39029" y="18121"/>
                  <a:pt x="39029" y="18245"/>
                </a:cubicBezTo>
                <a:cubicBezTo>
                  <a:pt x="39029" y="18320"/>
                  <a:pt x="39054" y="18445"/>
                  <a:pt x="39079" y="18544"/>
                </a:cubicBezTo>
                <a:cubicBezTo>
                  <a:pt x="39079" y="18619"/>
                  <a:pt x="39104" y="18693"/>
                  <a:pt x="39104" y="18768"/>
                </a:cubicBezTo>
                <a:cubicBezTo>
                  <a:pt x="32558" y="23896"/>
                  <a:pt x="26534" y="29645"/>
                  <a:pt x="21357" y="35694"/>
                </a:cubicBezTo>
                <a:cubicBezTo>
                  <a:pt x="20527" y="35443"/>
                  <a:pt x="19832" y="35312"/>
                  <a:pt x="19272" y="35312"/>
                </a:cubicBezTo>
                <a:cubicBezTo>
                  <a:pt x="19109" y="35312"/>
                  <a:pt x="18958" y="35323"/>
                  <a:pt x="18818" y="35345"/>
                </a:cubicBezTo>
                <a:cubicBezTo>
                  <a:pt x="19440" y="34599"/>
                  <a:pt x="20038" y="33852"/>
                  <a:pt x="20685" y="33105"/>
                </a:cubicBezTo>
                <a:cubicBezTo>
                  <a:pt x="21158" y="32558"/>
                  <a:pt x="21655" y="32010"/>
                  <a:pt x="22128" y="31462"/>
                </a:cubicBezTo>
                <a:cubicBezTo>
                  <a:pt x="26584" y="26484"/>
                  <a:pt x="31612" y="21780"/>
                  <a:pt x="37138" y="17573"/>
                </a:cubicBezTo>
                <a:cubicBezTo>
                  <a:pt x="37511" y="17300"/>
                  <a:pt x="37909" y="17001"/>
                  <a:pt x="38283" y="16702"/>
                </a:cubicBezTo>
                <a:cubicBezTo>
                  <a:pt x="38532" y="16528"/>
                  <a:pt x="38781" y="16329"/>
                  <a:pt x="39054" y="16155"/>
                </a:cubicBezTo>
                <a:close/>
                <a:moveTo>
                  <a:pt x="90952" y="35171"/>
                </a:moveTo>
                <a:cubicBezTo>
                  <a:pt x="90853" y="35345"/>
                  <a:pt x="90803" y="35545"/>
                  <a:pt x="90728" y="35719"/>
                </a:cubicBezTo>
                <a:lnTo>
                  <a:pt x="90678" y="35719"/>
                </a:lnTo>
                <a:cubicBezTo>
                  <a:pt x="90728" y="35545"/>
                  <a:pt x="90803" y="35345"/>
                  <a:pt x="90903" y="35171"/>
                </a:cubicBezTo>
                <a:close/>
                <a:moveTo>
                  <a:pt x="39179" y="18942"/>
                </a:moveTo>
                <a:cubicBezTo>
                  <a:pt x="39179" y="18992"/>
                  <a:pt x="39179" y="19017"/>
                  <a:pt x="39204" y="19017"/>
                </a:cubicBezTo>
                <a:cubicBezTo>
                  <a:pt x="32682" y="24120"/>
                  <a:pt x="26758" y="29770"/>
                  <a:pt x="21606" y="35794"/>
                </a:cubicBezTo>
                <a:cubicBezTo>
                  <a:pt x="21581" y="35794"/>
                  <a:pt x="21581" y="35794"/>
                  <a:pt x="21531" y="35744"/>
                </a:cubicBezTo>
                <a:cubicBezTo>
                  <a:pt x="26708" y="29745"/>
                  <a:pt x="32657" y="24045"/>
                  <a:pt x="39179" y="18942"/>
                </a:cubicBezTo>
                <a:close/>
                <a:moveTo>
                  <a:pt x="43037" y="27754"/>
                </a:moveTo>
                <a:cubicBezTo>
                  <a:pt x="44481" y="30367"/>
                  <a:pt x="46223" y="33105"/>
                  <a:pt x="48090" y="35818"/>
                </a:cubicBezTo>
                <a:lnTo>
                  <a:pt x="48040" y="35843"/>
                </a:lnTo>
                <a:cubicBezTo>
                  <a:pt x="46148" y="33130"/>
                  <a:pt x="44431" y="30392"/>
                  <a:pt x="43012" y="27779"/>
                </a:cubicBezTo>
                <a:lnTo>
                  <a:pt x="43037" y="27754"/>
                </a:lnTo>
                <a:close/>
                <a:moveTo>
                  <a:pt x="95333" y="35794"/>
                </a:moveTo>
                <a:cubicBezTo>
                  <a:pt x="95408" y="35794"/>
                  <a:pt x="95433" y="35818"/>
                  <a:pt x="95507" y="35818"/>
                </a:cubicBezTo>
                <a:lnTo>
                  <a:pt x="95532" y="35818"/>
                </a:lnTo>
                <a:cubicBezTo>
                  <a:pt x="95582" y="35843"/>
                  <a:pt x="95657" y="35843"/>
                  <a:pt x="95707" y="35868"/>
                </a:cubicBezTo>
                <a:lnTo>
                  <a:pt x="95682" y="35868"/>
                </a:lnTo>
                <a:cubicBezTo>
                  <a:pt x="95582" y="35868"/>
                  <a:pt x="95532" y="35843"/>
                  <a:pt x="95433" y="35843"/>
                </a:cubicBezTo>
                <a:lnTo>
                  <a:pt x="95383" y="35843"/>
                </a:lnTo>
                <a:cubicBezTo>
                  <a:pt x="95333" y="35843"/>
                  <a:pt x="95283" y="35818"/>
                  <a:pt x="95258" y="35818"/>
                </a:cubicBezTo>
                <a:lnTo>
                  <a:pt x="95209" y="35818"/>
                </a:lnTo>
                <a:cubicBezTo>
                  <a:pt x="95159" y="35818"/>
                  <a:pt x="95134" y="35818"/>
                  <a:pt x="95084" y="35794"/>
                </a:cubicBezTo>
                <a:close/>
                <a:moveTo>
                  <a:pt x="56254" y="29645"/>
                </a:moveTo>
                <a:cubicBezTo>
                  <a:pt x="56254" y="29670"/>
                  <a:pt x="56304" y="29670"/>
                  <a:pt x="56304" y="29720"/>
                </a:cubicBezTo>
                <a:cubicBezTo>
                  <a:pt x="53566" y="31687"/>
                  <a:pt x="50902" y="33728"/>
                  <a:pt x="48388" y="35893"/>
                </a:cubicBezTo>
                <a:cubicBezTo>
                  <a:pt x="48364" y="35868"/>
                  <a:pt x="48364" y="35843"/>
                  <a:pt x="48364" y="35843"/>
                </a:cubicBezTo>
                <a:cubicBezTo>
                  <a:pt x="50902" y="33703"/>
                  <a:pt x="53566" y="31612"/>
                  <a:pt x="56254" y="29645"/>
                </a:cubicBezTo>
                <a:close/>
                <a:moveTo>
                  <a:pt x="19266" y="35495"/>
                </a:moveTo>
                <a:cubicBezTo>
                  <a:pt x="19789" y="35495"/>
                  <a:pt x="20461" y="35619"/>
                  <a:pt x="21183" y="35843"/>
                </a:cubicBezTo>
                <a:lnTo>
                  <a:pt x="21133" y="35918"/>
                </a:lnTo>
                <a:cubicBezTo>
                  <a:pt x="20404" y="35696"/>
                  <a:pt x="19786" y="35585"/>
                  <a:pt x="19286" y="35585"/>
                </a:cubicBezTo>
                <a:cubicBezTo>
                  <a:pt x="19000" y="35585"/>
                  <a:pt x="18752" y="35622"/>
                  <a:pt x="18544" y="35694"/>
                </a:cubicBezTo>
                <a:lnTo>
                  <a:pt x="18644" y="35594"/>
                </a:lnTo>
                <a:cubicBezTo>
                  <a:pt x="18818" y="35545"/>
                  <a:pt x="19042" y="35495"/>
                  <a:pt x="19266" y="35495"/>
                </a:cubicBezTo>
                <a:close/>
                <a:moveTo>
                  <a:pt x="93641" y="35744"/>
                </a:moveTo>
                <a:cubicBezTo>
                  <a:pt x="93815" y="35744"/>
                  <a:pt x="94014" y="35794"/>
                  <a:pt x="94213" y="35794"/>
                </a:cubicBezTo>
                <a:cubicBezTo>
                  <a:pt x="94263" y="35794"/>
                  <a:pt x="94313" y="35818"/>
                  <a:pt x="94337" y="35818"/>
                </a:cubicBezTo>
                <a:lnTo>
                  <a:pt x="94387" y="35818"/>
                </a:lnTo>
                <a:cubicBezTo>
                  <a:pt x="94412" y="35818"/>
                  <a:pt x="94437" y="35843"/>
                  <a:pt x="94462" y="35843"/>
                </a:cubicBezTo>
                <a:cubicBezTo>
                  <a:pt x="94188" y="35843"/>
                  <a:pt x="93914" y="35818"/>
                  <a:pt x="93591" y="35818"/>
                </a:cubicBezTo>
                <a:cubicBezTo>
                  <a:pt x="92968" y="35818"/>
                  <a:pt x="92346" y="35843"/>
                  <a:pt x="91699" y="35868"/>
                </a:cubicBezTo>
                <a:cubicBezTo>
                  <a:pt x="91550" y="35868"/>
                  <a:pt x="91425" y="35893"/>
                  <a:pt x="91276" y="35893"/>
                </a:cubicBezTo>
                <a:cubicBezTo>
                  <a:pt x="91102" y="35893"/>
                  <a:pt x="90952" y="35943"/>
                  <a:pt x="90803" y="35943"/>
                </a:cubicBezTo>
                <a:lnTo>
                  <a:pt x="90803" y="35893"/>
                </a:lnTo>
                <a:lnTo>
                  <a:pt x="90803" y="35868"/>
                </a:lnTo>
                <a:cubicBezTo>
                  <a:pt x="90927" y="35868"/>
                  <a:pt x="91077" y="35843"/>
                  <a:pt x="91201" y="35818"/>
                </a:cubicBezTo>
                <a:cubicBezTo>
                  <a:pt x="91351" y="35818"/>
                  <a:pt x="91525" y="35794"/>
                  <a:pt x="91674" y="35794"/>
                </a:cubicBezTo>
                <a:cubicBezTo>
                  <a:pt x="92346" y="35794"/>
                  <a:pt x="92968" y="35744"/>
                  <a:pt x="93591" y="35744"/>
                </a:cubicBezTo>
                <a:close/>
                <a:moveTo>
                  <a:pt x="39253" y="19266"/>
                </a:moveTo>
                <a:cubicBezTo>
                  <a:pt x="39278" y="19341"/>
                  <a:pt x="39278" y="19465"/>
                  <a:pt x="39303" y="19565"/>
                </a:cubicBezTo>
                <a:cubicBezTo>
                  <a:pt x="38706" y="19988"/>
                  <a:pt x="38158" y="20411"/>
                  <a:pt x="37561" y="20809"/>
                </a:cubicBezTo>
                <a:cubicBezTo>
                  <a:pt x="37461" y="20884"/>
                  <a:pt x="37387" y="20983"/>
                  <a:pt x="37287" y="21033"/>
                </a:cubicBezTo>
                <a:cubicBezTo>
                  <a:pt x="36789" y="21407"/>
                  <a:pt x="36291" y="21805"/>
                  <a:pt x="35794" y="22178"/>
                </a:cubicBezTo>
                <a:lnTo>
                  <a:pt x="35221" y="22651"/>
                </a:lnTo>
                <a:cubicBezTo>
                  <a:pt x="34823" y="22975"/>
                  <a:pt x="34449" y="23273"/>
                  <a:pt x="34051" y="23622"/>
                </a:cubicBezTo>
                <a:cubicBezTo>
                  <a:pt x="34051" y="23622"/>
                  <a:pt x="34001" y="23622"/>
                  <a:pt x="34001" y="23647"/>
                </a:cubicBezTo>
                <a:cubicBezTo>
                  <a:pt x="33852" y="23771"/>
                  <a:pt x="33728" y="23896"/>
                  <a:pt x="33578" y="24020"/>
                </a:cubicBezTo>
                <a:lnTo>
                  <a:pt x="33479" y="24120"/>
                </a:lnTo>
                <a:cubicBezTo>
                  <a:pt x="33105" y="24468"/>
                  <a:pt x="32707" y="24767"/>
                  <a:pt x="32334" y="25115"/>
                </a:cubicBezTo>
                <a:lnTo>
                  <a:pt x="32309" y="25140"/>
                </a:lnTo>
                <a:cubicBezTo>
                  <a:pt x="32309" y="25140"/>
                  <a:pt x="32259" y="25140"/>
                  <a:pt x="32259" y="25165"/>
                </a:cubicBezTo>
                <a:cubicBezTo>
                  <a:pt x="32135" y="25265"/>
                  <a:pt x="32010" y="25389"/>
                  <a:pt x="31911" y="25489"/>
                </a:cubicBezTo>
                <a:cubicBezTo>
                  <a:pt x="31861" y="25514"/>
                  <a:pt x="31836" y="25514"/>
                  <a:pt x="31836" y="25538"/>
                </a:cubicBezTo>
                <a:lnTo>
                  <a:pt x="30616" y="26659"/>
                </a:lnTo>
                <a:cubicBezTo>
                  <a:pt x="30566" y="26733"/>
                  <a:pt x="30467" y="26783"/>
                  <a:pt x="30417" y="26883"/>
                </a:cubicBezTo>
                <a:lnTo>
                  <a:pt x="30318" y="26982"/>
                </a:lnTo>
                <a:lnTo>
                  <a:pt x="30243" y="27032"/>
                </a:lnTo>
                <a:cubicBezTo>
                  <a:pt x="29820" y="27480"/>
                  <a:pt x="29347" y="27878"/>
                  <a:pt x="28924" y="28301"/>
                </a:cubicBezTo>
                <a:lnTo>
                  <a:pt x="28874" y="28351"/>
                </a:lnTo>
                <a:lnTo>
                  <a:pt x="28749" y="28476"/>
                </a:lnTo>
                <a:lnTo>
                  <a:pt x="28725" y="28500"/>
                </a:lnTo>
                <a:cubicBezTo>
                  <a:pt x="28227" y="28998"/>
                  <a:pt x="27729" y="29496"/>
                  <a:pt x="27256" y="29994"/>
                </a:cubicBezTo>
                <a:lnTo>
                  <a:pt x="27231" y="30019"/>
                </a:lnTo>
                <a:cubicBezTo>
                  <a:pt x="27131" y="30118"/>
                  <a:pt x="27082" y="30218"/>
                  <a:pt x="26982" y="30293"/>
                </a:cubicBezTo>
                <a:cubicBezTo>
                  <a:pt x="26957" y="30342"/>
                  <a:pt x="26957" y="30367"/>
                  <a:pt x="26932" y="30367"/>
                </a:cubicBezTo>
                <a:cubicBezTo>
                  <a:pt x="26883" y="30392"/>
                  <a:pt x="26883" y="30417"/>
                  <a:pt x="26858" y="30417"/>
                </a:cubicBezTo>
                <a:cubicBezTo>
                  <a:pt x="26360" y="30965"/>
                  <a:pt x="25862" y="31487"/>
                  <a:pt x="25389" y="32010"/>
                </a:cubicBezTo>
                <a:cubicBezTo>
                  <a:pt x="25314" y="32135"/>
                  <a:pt x="25190" y="32259"/>
                  <a:pt x="25090" y="32359"/>
                </a:cubicBezTo>
                <a:cubicBezTo>
                  <a:pt x="25016" y="32408"/>
                  <a:pt x="24966" y="32508"/>
                  <a:pt x="24891" y="32583"/>
                </a:cubicBezTo>
                <a:cubicBezTo>
                  <a:pt x="24518" y="32981"/>
                  <a:pt x="24194" y="33379"/>
                  <a:pt x="23846" y="33777"/>
                </a:cubicBezTo>
                <a:cubicBezTo>
                  <a:pt x="23746" y="33902"/>
                  <a:pt x="23622" y="34026"/>
                  <a:pt x="23522" y="34151"/>
                </a:cubicBezTo>
                <a:lnTo>
                  <a:pt x="23149" y="34624"/>
                </a:lnTo>
                <a:cubicBezTo>
                  <a:pt x="22776" y="35072"/>
                  <a:pt x="22402" y="35495"/>
                  <a:pt x="22029" y="35968"/>
                </a:cubicBezTo>
                <a:cubicBezTo>
                  <a:pt x="21954" y="35943"/>
                  <a:pt x="21879" y="35893"/>
                  <a:pt x="21780" y="35868"/>
                </a:cubicBezTo>
                <a:cubicBezTo>
                  <a:pt x="26883" y="29919"/>
                  <a:pt x="32782" y="24294"/>
                  <a:pt x="39253" y="19266"/>
                </a:cubicBezTo>
                <a:close/>
                <a:moveTo>
                  <a:pt x="39378" y="19764"/>
                </a:moveTo>
                <a:lnTo>
                  <a:pt x="39378" y="19789"/>
                </a:lnTo>
                <a:lnTo>
                  <a:pt x="39378" y="19814"/>
                </a:lnTo>
                <a:cubicBezTo>
                  <a:pt x="39154" y="19963"/>
                  <a:pt x="38905" y="20162"/>
                  <a:pt x="38681" y="20311"/>
                </a:cubicBezTo>
                <a:cubicBezTo>
                  <a:pt x="38407" y="20535"/>
                  <a:pt x="38084" y="20710"/>
                  <a:pt x="37810" y="20934"/>
                </a:cubicBezTo>
                <a:cubicBezTo>
                  <a:pt x="37785" y="20958"/>
                  <a:pt x="37710" y="21008"/>
                  <a:pt x="37685" y="21033"/>
                </a:cubicBezTo>
                <a:cubicBezTo>
                  <a:pt x="37337" y="21282"/>
                  <a:pt x="37013" y="21556"/>
                  <a:pt x="36665" y="21830"/>
                </a:cubicBezTo>
                <a:cubicBezTo>
                  <a:pt x="36491" y="21954"/>
                  <a:pt x="36316" y="22079"/>
                  <a:pt x="36167" y="22203"/>
                </a:cubicBezTo>
                <a:lnTo>
                  <a:pt x="36142" y="22253"/>
                </a:lnTo>
                <a:cubicBezTo>
                  <a:pt x="35769" y="22552"/>
                  <a:pt x="35346" y="22875"/>
                  <a:pt x="34972" y="23174"/>
                </a:cubicBezTo>
                <a:cubicBezTo>
                  <a:pt x="34898" y="23273"/>
                  <a:pt x="34773" y="23323"/>
                  <a:pt x="34673" y="23423"/>
                </a:cubicBezTo>
                <a:cubicBezTo>
                  <a:pt x="34649" y="23448"/>
                  <a:pt x="34599" y="23448"/>
                  <a:pt x="34574" y="23497"/>
                </a:cubicBezTo>
                <a:cubicBezTo>
                  <a:pt x="34549" y="23522"/>
                  <a:pt x="34524" y="23547"/>
                  <a:pt x="34474" y="23547"/>
                </a:cubicBezTo>
                <a:cubicBezTo>
                  <a:pt x="34051" y="23921"/>
                  <a:pt x="33578" y="24294"/>
                  <a:pt x="33130" y="24667"/>
                </a:cubicBezTo>
                <a:cubicBezTo>
                  <a:pt x="33056" y="24742"/>
                  <a:pt x="32981" y="24792"/>
                  <a:pt x="32881" y="24891"/>
                </a:cubicBezTo>
                <a:cubicBezTo>
                  <a:pt x="32832" y="24941"/>
                  <a:pt x="32757" y="24991"/>
                  <a:pt x="32707" y="25041"/>
                </a:cubicBezTo>
                <a:cubicBezTo>
                  <a:pt x="32583" y="25140"/>
                  <a:pt x="32458" y="25265"/>
                  <a:pt x="32359" y="25364"/>
                </a:cubicBezTo>
                <a:cubicBezTo>
                  <a:pt x="32060" y="25638"/>
                  <a:pt x="31761" y="25912"/>
                  <a:pt x="31463" y="26161"/>
                </a:cubicBezTo>
                <a:lnTo>
                  <a:pt x="31388" y="26235"/>
                </a:lnTo>
                <a:lnTo>
                  <a:pt x="31363" y="26260"/>
                </a:lnTo>
                <a:cubicBezTo>
                  <a:pt x="31014" y="26559"/>
                  <a:pt x="30716" y="26883"/>
                  <a:pt x="30367" y="27181"/>
                </a:cubicBezTo>
                <a:cubicBezTo>
                  <a:pt x="29919" y="27629"/>
                  <a:pt x="29421" y="28102"/>
                  <a:pt x="28949" y="28525"/>
                </a:cubicBezTo>
                <a:cubicBezTo>
                  <a:pt x="28749" y="28724"/>
                  <a:pt x="28600" y="28899"/>
                  <a:pt x="28426" y="29048"/>
                </a:cubicBezTo>
                <a:cubicBezTo>
                  <a:pt x="26211" y="31263"/>
                  <a:pt x="24120" y="33578"/>
                  <a:pt x="22228" y="35968"/>
                </a:cubicBezTo>
                <a:lnTo>
                  <a:pt x="22153" y="35968"/>
                </a:lnTo>
                <a:lnTo>
                  <a:pt x="22228" y="35893"/>
                </a:lnTo>
                <a:cubicBezTo>
                  <a:pt x="22701" y="35321"/>
                  <a:pt x="23174" y="34723"/>
                  <a:pt x="23672" y="34126"/>
                </a:cubicBezTo>
                <a:cubicBezTo>
                  <a:pt x="23871" y="33902"/>
                  <a:pt x="24095" y="33653"/>
                  <a:pt x="24269" y="33454"/>
                </a:cubicBezTo>
                <a:cubicBezTo>
                  <a:pt x="24642" y="33006"/>
                  <a:pt x="25041" y="32583"/>
                  <a:pt x="25414" y="32135"/>
                </a:cubicBezTo>
                <a:cubicBezTo>
                  <a:pt x="26036" y="31462"/>
                  <a:pt x="26659" y="30790"/>
                  <a:pt x="27281" y="30118"/>
                </a:cubicBezTo>
                <a:lnTo>
                  <a:pt x="27405" y="29994"/>
                </a:lnTo>
                <a:cubicBezTo>
                  <a:pt x="27853" y="29521"/>
                  <a:pt x="28326" y="29048"/>
                  <a:pt x="28774" y="28625"/>
                </a:cubicBezTo>
                <a:lnTo>
                  <a:pt x="29073" y="28351"/>
                </a:lnTo>
                <a:cubicBezTo>
                  <a:pt x="29471" y="27928"/>
                  <a:pt x="29919" y="27530"/>
                  <a:pt x="30342" y="27131"/>
                </a:cubicBezTo>
                <a:lnTo>
                  <a:pt x="30716" y="26758"/>
                </a:lnTo>
                <a:cubicBezTo>
                  <a:pt x="31114" y="26385"/>
                  <a:pt x="31512" y="26011"/>
                  <a:pt x="31935" y="25663"/>
                </a:cubicBezTo>
                <a:cubicBezTo>
                  <a:pt x="32085" y="25514"/>
                  <a:pt x="32234" y="25389"/>
                  <a:pt x="32408" y="25240"/>
                </a:cubicBezTo>
                <a:cubicBezTo>
                  <a:pt x="32807" y="24891"/>
                  <a:pt x="33205" y="24543"/>
                  <a:pt x="33578" y="24194"/>
                </a:cubicBezTo>
                <a:cubicBezTo>
                  <a:pt x="33728" y="24045"/>
                  <a:pt x="33927" y="23921"/>
                  <a:pt x="34076" y="23771"/>
                </a:cubicBezTo>
                <a:cubicBezTo>
                  <a:pt x="34474" y="23423"/>
                  <a:pt x="34922" y="23074"/>
                  <a:pt x="35346" y="22751"/>
                </a:cubicBezTo>
                <a:lnTo>
                  <a:pt x="35818" y="22377"/>
                </a:lnTo>
                <a:cubicBezTo>
                  <a:pt x="36341" y="21929"/>
                  <a:pt x="36914" y="21506"/>
                  <a:pt x="37461" y="21083"/>
                </a:cubicBezTo>
                <a:cubicBezTo>
                  <a:pt x="37511" y="21058"/>
                  <a:pt x="37536" y="21033"/>
                  <a:pt x="37586" y="21008"/>
                </a:cubicBezTo>
                <a:cubicBezTo>
                  <a:pt x="38258" y="20560"/>
                  <a:pt x="38805" y="20162"/>
                  <a:pt x="39378" y="19764"/>
                </a:cubicBezTo>
                <a:close/>
                <a:moveTo>
                  <a:pt x="90654" y="35918"/>
                </a:moveTo>
                <a:cubicBezTo>
                  <a:pt x="90654" y="35943"/>
                  <a:pt x="90604" y="35943"/>
                  <a:pt x="90604" y="35968"/>
                </a:cubicBezTo>
                <a:lnTo>
                  <a:pt x="90554" y="35968"/>
                </a:lnTo>
                <a:lnTo>
                  <a:pt x="90554" y="35943"/>
                </a:lnTo>
                <a:cubicBezTo>
                  <a:pt x="90604" y="35943"/>
                  <a:pt x="90604" y="35943"/>
                  <a:pt x="90654" y="35918"/>
                </a:cubicBezTo>
                <a:close/>
                <a:moveTo>
                  <a:pt x="21382" y="35918"/>
                </a:moveTo>
                <a:cubicBezTo>
                  <a:pt x="21407" y="35918"/>
                  <a:pt x="21407" y="35918"/>
                  <a:pt x="21456" y="35943"/>
                </a:cubicBezTo>
                <a:cubicBezTo>
                  <a:pt x="21456" y="35968"/>
                  <a:pt x="21407" y="35968"/>
                  <a:pt x="21407" y="35993"/>
                </a:cubicBezTo>
                <a:cubicBezTo>
                  <a:pt x="21407" y="35968"/>
                  <a:pt x="21382" y="35968"/>
                  <a:pt x="21357" y="35968"/>
                </a:cubicBezTo>
                <a:cubicBezTo>
                  <a:pt x="21357" y="35943"/>
                  <a:pt x="21382" y="35943"/>
                  <a:pt x="21382" y="35918"/>
                </a:cubicBezTo>
                <a:close/>
                <a:moveTo>
                  <a:pt x="48214" y="35968"/>
                </a:moveTo>
                <a:cubicBezTo>
                  <a:pt x="48214" y="35993"/>
                  <a:pt x="48239" y="35993"/>
                  <a:pt x="48239" y="36042"/>
                </a:cubicBezTo>
                <a:lnTo>
                  <a:pt x="48214" y="36067"/>
                </a:lnTo>
                <a:cubicBezTo>
                  <a:pt x="48164" y="36042"/>
                  <a:pt x="48164" y="36042"/>
                  <a:pt x="48164" y="35993"/>
                </a:cubicBezTo>
                <a:lnTo>
                  <a:pt x="48214" y="35968"/>
                </a:lnTo>
                <a:close/>
                <a:moveTo>
                  <a:pt x="21655" y="35968"/>
                </a:moveTo>
                <a:cubicBezTo>
                  <a:pt x="21755" y="35993"/>
                  <a:pt x="21805" y="36042"/>
                  <a:pt x="21904" y="36067"/>
                </a:cubicBezTo>
                <a:cubicBezTo>
                  <a:pt x="21904" y="36092"/>
                  <a:pt x="21879" y="36092"/>
                  <a:pt x="21879" y="36117"/>
                </a:cubicBezTo>
                <a:cubicBezTo>
                  <a:pt x="21780" y="36092"/>
                  <a:pt x="21730" y="36067"/>
                  <a:pt x="21631" y="36042"/>
                </a:cubicBezTo>
                <a:cubicBezTo>
                  <a:pt x="21631" y="35993"/>
                  <a:pt x="21655" y="35993"/>
                  <a:pt x="21655" y="35968"/>
                </a:cubicBezTo>
                <a:close/>
                <a:moveTo>
                  <a:pt x="18230" y="35762"/>
                </a:moveTo>
                <a:lnTo>
                  <a:pt x="18230" y="35762"/>
                </a:lnTo>
                <a:cubicBezTo>
                  <a:pt x="18123" y="35893"/>
                  <a:pt x="18014" y="36041"/>
                  <a:pt x="17872" y="36190"/>
                </a:cubicBezTo>
                <a:lnTo>
                  <a:pt x="17872" y="36190"/>
                </a:lnTo>
                <a:cubicBezTo>
                  <a:pt x="17873" y="36167"/>
                  <a:pt x="17897" y="36166"/>
                  <a:pt x="17897" y="36117"/>
                </a:cubicBezTo>
                <a:cubicBezTo>
                  <a:pt x="17897" y="36092"/>
                  <a:pt x="17922" y="36092"/>
                  <a:pt x="17972" y="36067"/>
                </a:cubicBezTo>
                <a:cubicBezTo>
                  <a:pt x="18021" y="35968"/>
                  <a:pt x="18121" y="35868"/>
                  <a:pt x="18171" y="35769"/>
                </a:cubicBezTo>
                <a:lnTo>
                  <a:pt x="18196" y="35769"/>
                </a:lnTo>
                <a:cubicBezTo>
                  <a:pt x="18196" y="35769"/>
                  <a:pt x="18215" y="35769"/>
                  <a:pt x="18230" y="35762"/>
                </a:cubicBezTo>
                <a:close/>
                <a:moveTo>
                  <a:pt x="56379" y="29869"/>
                </a:moveTo>
                <a:cubicBezTo>
                  <a:pt x="56851" y="30467"/>
                  <a:pt x="57250" y="31064"/>
                  <a:pt x="57698" y="31687"/>
                </a:cubicBezTo>
                <a:cubicBezTo>
                  <a:pt x="54810" y="32732"/>
                  <a:pt x="51774" y="34350"/>
                  <a:pt x="48787" y="36466"/>
                </a:cubicBezTo>
                <a:cubicBezTo>
                  <a:pt x="48712" y="36341"/>
                  <a:pt x="48613" y="36192"/>
                  <a:pt x="48488" y="36067"/>
                </a:cubicBezTo>
                <a:cubicBezTo>
                  <a:pt x="51027" y="33927"/>
                  <a:pt x="53690" y="31836"/>
                  <a:pt x="56379" y="29869"/>
                </a:cubicBezTo>
                <a:close/>
                <a:moveTo>
                  <a:pt x="116812" y="34716"/>
                </a:moveTo>
                <a:lnTo>
                  <a:pt x="116812" y="34716"/>
                </a:lnTo>
                <a:cubicBezTo>
                  <a:pt x="116659" y="35317"/>
                  <a:pt x="116473" y="35912"/>
                  <a:pt x="116258" y="36496"/>
                </a:cubicBezTo>
                <a:lnTo>
                  <a:pt x="116258" y="36496"/>
                </a:lnTo>
                <a:cubicBezTo>
                  <a:pt x="116461" y="35898"/>
                  <a:pt x="116650" y="35312"/>
                  <a:pt x="116812" y="34716"/>
                </a:cubicBezTo>
                <a:close/>
                <a:moveTo>
                  <a:pt x="48364" y="36167"/>
                </a:moveTo>
                <a:cubicBezTo>
                  <a:pt x="48463" y="36291"/>
                  <a:pt x="48538" y="36416"/>
                  <a:pt x="48637" y="36565"/>
                </a:cubicBezTo>
                <a:lnTo>
                  <a:pt x="48613" y="36590"/>
                </a:lnTo>
                <a:cubicBezTo>
                  <a:pt x="48513" y="36466"/>
                  <a:pt x="48413" y="36341"/>
                  <a:pt x="48339" y="36192"/>
                </a:cubicBezTo>
                <a:lnTo>
                  <a:pt x="48364" y="36167"/>
                </a:lnTo>
                <a:close/>
                <a:moveTo>
                  <a:pt x="97037" y="25437"/>
                </a:moveTo>
                <a:cubicBezTo>
                  <a:pt x="99657" y="25437"/>
                  <a:pt x="102099" y="25775"/>
                  <a:pt x="104294" y="26459"/>
                </a:cubicBezTo>
                <a:cubicBezTo>
                  <a:pt x="104095" y="28028"/>
                  <a:pt x="103796" y="29645"/>
                  <a:pt x="103398" y="31338"/>
                </a:cubicBezTo>
                <a:cubicBezTo>
                  <a:pt x="102552" y="33180"/>
                  <a:pt x="101506" y="34947"/>
                  <a:pt x="100237" y="36590"/>
                </a:cubicBezTo>
                <a:cubicBezTo>
                  <a:pt x="100112" y="36565"/>
                  <a:pt x="99988" y="36490"/>
                  <a:pt x="99863" y="36466"/>
                </a:cubicBezTo>
                <a:cubicBezTo>
                  <a:pt x="99614" y="36366"/>
                  <a:pt x="99365" y="36316"/>
                  <a:pt x="99067" y="36217"/>
                </a:cubicBezTo>
                <a:cubicBezTo>
                  <a:pt x="98917" y="36192"/>
                  <a:pt x="98743" y="36117"/>
                  <a:pt x="98569" y="36092"/>
                </a:cubicBezTo>
                <a:lnTo>
                  <a:pt x="97822" y="35918"/>
                </a:lnTo>
                <a:cubicBezTo>
                  <a:pt x="97673" y="35868"/>
                  <a:pt x="97499" y="35843"/>
                  <a:pt x="97324" y="35818"/>
                </a:cubicBezTo>
                <a:cubicBezTo>
                  <a:pt x="97250" y="35818"/>
                  <a:pt x="97150" y="35794"/>
                  <a:pt x="97076" y="35794"/>
                </a:cubicBezTo>
                <a:lnTo>
                  <a:pt x="96528" y="35694"/>
                </a:lnTo>
                <a:cubicBezTo>
                  <a:pt x="96279" y="35669"/>
                  <a:pt x="96030" y="35619"/>
                  <a:pt x="95756" y="35619"/>
                </a:cubicBezTo>
                <a:cubicBezTo>
                  <a:pt x="95632" y="35619"/>
                  <a:pt x="95507" y="35594"/>
                  <a:pt x="95408" y="35594"/>
                </a:cubicBezTo>
                <a:cubicBezTo>
                  <a:pt x="94039" y="35221"/>
                  <a:pt x="92670" y="34947"/>
                  <a:pt x="91301" y="34748"/>
                </a:cubicBezTo>
                <a:cubicBezTo>
                  <a:pt x="92421" y="31612"/>
                  <a:pt x="93217" y="28525"/>
                  <a:pt x="93665" y="25613"/>
                </a:cubicBezTo>
                <a:cubicBezTo>
                  <a:pt x="94817" y="25496"/>
                  <a:pt x="95943" y="25437"/>
                  <a:pt x="97037" y="25437"/>
                </a:cubicBezTo>
                <a:close/>
                <a:moveTo>
                  <a:pt x="57797" y="31836"/>
                </a:moveTo>
                <a:cubicBezTo>
                  <a:pt x="57797" y="31861"/>
                  <a:pt x="57822" y="31861"/>
                  <a:pt x="57822" y="31886"/>
                </a:cubicBezTo>
                <a:cubicBezTo>
                  <a:pt x="54960" y="32956"/>
                  <a:pt x="51898" y="34574"/>
                  <a:pt x="48911" y="36665"/>
                </a:cubicBezTo>
                <a:cubicBezTo>
                  <a:pt x="48911" y="36665"/>
                  <a:pt x="48911" y="36615"/>
                  <a:pt x="48886" y="36615"/>
                </a:cubicBezTo>
                <a:cubicBezTo>
                  <a:pt x="51873" y="34499"/>
                  <a:pt x="54885" y="32931"/>
                  <a:pt x="57797" y="31836"/>
                </a:cubicBezTo>
                <a:close/>
                <a:moveTo>
                  <a:pt x="103224" y="32209"/>
                </a:moveTo>
                <a:cubicBezTo>
                  <a:pt x="103174" y="32309"/>
                  <a:pt x="103149" y="32383"/>
                  <a:pt x="103149" y="32483"/>
                </a:cubicBezTo>
                <a:cubicBezTo>
                  <a:pt x="102377" y="33952"/>
                  <a:pt x="101506" y="35345"/>
                  <a:pt x="100486" y="36690"/>
                </a:cubicBezTo>
                <a:cubicBezTo>
                  <a:pt x="100436" y="36690"/>
                  <a:pt x="100436" y="36665"/>
                  <a:pt x="100411" y="36665"/>
                </a:cubicBezTo>
                <a:cubicBezTo>
                  <a:pt x="101506" y="35246"/>
                  <a:pt x="102427" y="33752"/>
                  <a:pt x="103224" y="32209"/>
                </a:cubicBezTo>
                <a:close/>
                <a:moveTo>
                  <a:pt x="87061" y="34883"/>
                </a:moveTo>
                <a:cubicBezTo>
                  <a:pt x="88227" y="34883"/>
                  <a:pt x="89439" y="34976"/>
                  <a:pt x="90678" y="35121"/>
                </a:cubicBezTo>
                <a:cubicBezTo>
                  <a:pt x="90604" y="35345"/>
                  <a:pt x="90529" y="35545"/>
                  <a:pt x="90454" y="35744"/>
                </a:cubicBezTo>
                <a:cubicBezTo>
                  <a:pt x="90156" y="35794"/>
                  <a:pt x="89857" y="35843"/>
                  <a:pt x="89558" y="35868"/>
                </a:cubicBezTo>
                <a:cubicBezTo>
                  <a:pt x="89459" y="35868"/>
                  <a:pt x="89409" y="35918"/>
                  <a:pt x="89309" y="35918"/>
                </a:cubicBezTo>
                <a:lnTo>
                  <a:pt x="89210" y="35918"/>
                </a:lnTo>
                <a:cubicBezTo>
                  <a:pt x="89085" y="35943"/>
                  <a:pt x="88986" y="35943"/>
                  <a:pt x="88861" y="35968"/>
                </a:cubicBezTo>
                <a:lnTo>
                  <a:pt x="88314" y="36067"/>
                </a:lnTo>
                <a:cubicBezTo>
                  <a:pt x="88239" y="36067"/>
                  <a:pt x="88189" y="36092"/>
                  <a:pt x="88115" y="36092"/>
                </a:cubicBezTo>
                <a:lnTo>
                  <a:pt x="87667" y="36192"/>
                </a:lnTo>
                <a:cubicBezTo>
                  <a:pt x="87492" y="36217"/>
                  <a:pt x="87368" y="36242"/>
                  <a:pt x="87219" y="36291"/>
                </a:cubicBezTo>
                <a:cubicBezTo>
                  <a:pt x="86945" y="36341"/>
                  <a:pt x="86671" y="36416"/>
                  <a:pt x="86347" y="36466"/>
                </a:cubicBezTo>
                <a:cubicBezTo>
                  <a:pt x="86223" y="36490"/>
                  <a:pt x="86099" y="36515"/>
                  <a:pt x="85999" y="36565"/>
                </a:cubicBezTo>
                <a:lnTo>
                  <a:pt x="85551" y="36665"/>
                </a:lnTo>
                <a:lnTo>
                  <a:pt x="85252" y="36739"/>
                </a:lnTo>
                <a:cubicBezTo>
                  <a:pt x="85451" y="36167"/>
                  <a:pt x="85626" y="35545"/>
                  <a:pt x="85800" y="34922"/>
                </a:cubicBezTo>
                <a:cubicBezTo>
                  <a:pt x="86213" y="34896"/>
                  <a:pt x="86634" y="34883"/>
                  <a:pt x="87061" y="34883"/>
                </a:cubicBezTo>
                <a:close/>
                <a:moveTo>
                  <a:pt x="85576" y="34922"/>
                </a:moveTo>
                <a:cubicBezTo>
                  <a:pt x="85426" y="35545"/>
                  <a:pt x="85227" y="36192"/>
                  <a:pt x="85003" y="36789"/>
                </a:cubicBezTo>
                <a:cubicBezTo>
                  <a:pt x="84986" y="36789"/>
                  <a:pt x="84968" y="36789"/>
                  <a:pt x="84959" y="36798"/>
                </a:cubicBezTo>
                <a:lnTo>
                  <a:pt x="84959" y="36798"/>
                </a:lnTo>
                <a:cubicBezTo>
                  <a:pt x="85181" y="36181"/>
                  <a:pt x="85353" y="35564"/>
                  <a:pt x="85501" y="34922"/>
                </a:cubicBezTo>
                <a:close/>
                <a:moveTo>
                  <a:pt x="96542" y="35920"/>
                </a:moveTo>
                <a:lnTo>
                  <a:pt x="96542" y="35920"/>
                </a:lnTo>
                <a:cubicBezTo>
                  <a:pt x="96689" y="35943"/>
                  <a:pt x="96881" y="35944"/>
                  <a:pt x="97026" y="35968"/>
                </a:cubicBezTo>
                <a:cubicBezTo>
                  <a:pt x="97125" y="35968"/>
                  <a:pt x="97200" y="35993"/>
                  <a:pt x="97300" y="35993"/>
                </a:cubicBezTo>
                <a:cubicBezTo>
                  <a:pt x="98270" y="36217"/>
                  <a:pt x="99191" y="36441"/>
                  <a:pt x="100062" y="36789"/>
                </a:cubicBezTo>
                <a:cubicBezTo>
                  <a:pt x="100054" y="36797"/>
                  <a:pt x="100049" y="36800"/>
                  <a:pt x="100046" y="36800"/>
                </a:cubicBezTo>
                <a:cubicBezTo>
                  <a:pt x="100040" y="36800"/>
                  <a:pt x="100046" y="36789"/>
                  <a:pt x="100062" y="36789"/>
                </a:cubicBezTo>
                <a:cubicBezTo>
                  <a:pt x="99689" y="36690"/>
                  <a:pt x="99390" y="36565"/>
                  <a:pt x="99017" y="36466"/>
                </a:cubicBezTo>
                <a:cubicBezTo>
                  <a:pt x="98942" y="36441"/>
                  <a:pt x="98868" y="36441"/>
                  <a:pt x="98793" y="36416"/>
                </a:cubicBezTo>
                <a:cubicBezTo>
                  <a:pt x="98445" y="36316"/>
                  <a:pt x="98121" y="36242"/>
                  <a:pt x="97772" y="36167"/>
                </a:cubicBezTo>
                <a:cubicBezTo>
                  <a:pt x="97648" y="36117"/>
                  <a:pt x="97548" y="36117"/>
                  <a:pt x="97424" y="36092"/>
                </a:cubicBezTo>
                <a:cubicBezTo>
                  <a:pt x="97374" y="36092"/>
                  <a:pt x="97324" y="36067"/>
                  <a:pt x="97275" y="36067"/>
                </a:cubicBezTo>
                <a:cubicBezTo>
                  <a:pt x="97200" y="36067"/>
                  <a:pt x="97175" y="36042"/>
                  <a:pt x="97125" y="36042"/>
                </a:cubicBezTo>
                <a:cubicBezTo>
                  <a:pt x="97051" y="36042"/>
                  <a:pt x="97026" y="36042"/>
                  <a:pt x="96951" y="35993"/>
                </a:cubicBezTo>
                <a:cubicBezTo>
                  <a:pt x="96901" y="35993"/>
                  <a:pt x="96827" y="35968"/>
                  <a:pt x="96777" y="35968"/>
                </a:cubicBezTo>
                <a:cubicBezTo>
                  <a:pt x="96752" y="35968"/>
                  <a:pt x="96677" y="35943"/>
                  <a:pt x="96652" y="35943"/>
                </a:cubicBezTo>
                <a:lnTo>
                  <a:pt x="96627" y="35943"/>
                </a:lnTo>
                <a:cubicBezTo>
                  <a:pt x="96587" y="35943"/>
                  <a:pt x="96563" y="35926"/>
                  <a:pt x="96542" y="35920"/>
                </a:cubicBezTo>
                <a:close/>
                <a:moveTo>
                  <a:pt x="90380" y="35943"/>
                </a:moveTo>
                <a:lnTo>
                  <a:pt x="90380" y="35968"/>
                </a:lnTo>
                <a:lnTo>
                  <a:pt x="90380" y="35993"/>
                </a:lnTo>
                <a:cubicBezTo>
                  <a:pt x="90106" y="36042"/>
                  <a:pt x="89857" y="36067"/>
                  <a:pt x="89608" y="36092"/>
                </a:cubicBezTo>
                <a:cubicBezTo>
                  <a:pt x="89534" y="36092"/>
                  <a:pt x="89434" y="36117"/>
                  <a:pt x="89359" y="36117"/>
                </a:cubicBezTo>
                <a:cubicBezTo>
                  <a:pt x="88662" y="36217"/>
                  <a:pt x="87940" y="36341"/>
                  <a:pt x="87219" y="36490"/>
                </a:cubicBezTo>
                <a:cubicBezTo>
                  <a:pt x="86870" y="36565"/>
                  <a:pt x="86547" y="36665"/>
                  <a:pt x="86198" y="36739"/>
                </a:cubicBezTo>
                <a:cubicBezTo>
                  <a:pt x="85850" y="36839"/>
                  <a:pt x="85501" y="36938"/>
                  <a:pt x="85178" y="36988"/>
                </a:cubicBezTo>
                <a:lnTo>
                  <a:pt x="85178" y="36963"/>
                </a:lnTo>
                <a:lnTo>
                  <a:pt x="85178" y="36938"/>
                </a:lnTo>
                <a:cubicBezTo>
                  <a:pt x="86596" y="36565"/>
                  <a:pt x="87965" y="36242"/>
                  <a:pt x="89334" y="36067"/>
                </a:cubicBezTo>
                <a:cubicBezTo>
                  <a:pt x="89434" y="36067"/>
                  <a:pt x="89534" y="36042"/>
                  <a:pt x="89608" y="36042"/>
                </a:cubicBezTo>
                <a:cubicBezTo>
                  <a:pt x="89857" y="35993"/>
                  <a:pt x="90131" y="35968"/>
                  <a:pt x="90380" y="35943"/>
                </a:cubicBezTo>
                <a:close/>
                <a:moveTo>
                  <a:pt x="98121" y="36466"/>
                </a:moveTo>
                <a:lnTo>
                  <a:pt x="98121" y="36466"/>
                </a:lnTo>
                <a:cubicBezTo>
                  <a:pt x="98295" y="36490"/>
                  <a:pt x="98494" y="36515"/>
                  <a:pt x="98669" y="36590"/>
                </a:cubicBezTo>
                <a:cubicBezTo>
                  <a:pt x="98917" y="36665"/>
                  <a:pt x="99141" y="36739"/>
                  <a:pt x="99390" y="36814"/>
                </a:cubicBezTo>
                <a:cubicBezTo>
                  <a:pt x="99565" y="36864"/>
                  <a:pt x="99764" y="36914"/>
                  <a:pt x="99913" y="36963"/>
                </a:cubicBezTo>
                <a:cubicBezTo>
                  <a:pt x="99888" y="37038"/>
                  <a:pt x="99814" y="37063"/>
                  <a:pt x="99789" y="37113"/>
                </a:cubicBezTo>
                <a:lnTo>
                  <a:pt x="98121" y="36466"/>
                </a:lnTo>
                <a:close/>
                <a:moveTo>
                  <a:pt x="102925" y="33304"/>
                </a:moveTo>
                <a:lnTo>
                  <a:pt x="102925" y="33304"/>
                </a:lnTo>
                <a:cubicBezTo>
                  <a:pt x="102552" y="34599"/>
                  <a:pt x="102153" y="35918"/>
                  <a:pt x="101730" y="37187"/>
                </a:cubicBezTo>
                <a:cubicBezTo>
                  <a:pt x="101631" y="37163"/>
                  <a:pt x="101531" y="37088"/>
                  <a:pt x="101431" y="37038"/>
                </a:cubicBezTo>
                <a:cubicBezTo>
                  <a:pt x="101307" y="36963"/>
                  <a:pt x="101183" y="36938"/>
                  <a:pt x="101033" y="36864"/>
                </a:cubicBezTo>
                <a:cubicBezTo>
                  <a:pt x="100909" y="36814"/>
                  <a:pt x="100784" y="36789"/>
                  <a:pt x="100660" y="36714"/>
                </a:cubicBezTo>
                <a:cubicBezTo>
                  <a:pt x="101506" y="35619"/>
                  <a:pt x="102278" y="34474"/>
                  <a:pt x="102925" y="33304"/>
                </a:cubicBezTo>
                <a:close/>
                <a:moveTo>
                  <a:pt x="100162" y="37038"/>
                </a:moveTo>
                <a:cubicBezTo>
                  <a:pt x="100137" y="37088"/>
                  <a:pt x="100062" y="37138"/>
                  <a:pt x="100038" y="37212"/>
                </a:cubicBezTo>
                <a:cubicBezTo>
                  <a:pt x="100013" y="37212"/>
                  <a:pt x="100013" y="37187"/>
                  <a:pt x="99988" y="37187"/>
                </a:cubicBezTo>
                <a:cubicBezTo>
                  <a:pt x="100013" y="37113"/>
                  <a:pt x="100062" y="37088"/>
                  <a:pt x="100112" y="37038"/>
                </a:cubicBezTo>
                <a:close/>
                <a:moveTo>
                  <a:pt x="96478" y="36167"/>
                </a:moveTo>
                <a:lnTo>
                  <a:pt x="96478" y="36167"/>
                </a:lnTo>
                <a:cubicBezTo>
                  <a:pt x="96578" y="36192"/>
                  <a:pt x="96677" y="36217"/>
                  <a:pt x="96777" y="36217"/>
                </a:cubicBezTo>
                <a:cubicBezTo>
                  <a:pt x="97748" y="36515"/>
                  <a:pt x="98693" y="36864"/>
                  <a:pt x="99664" y="37237"/>
                </a:cubicBezTo>
                <a:lnTo>
                  <a:pt x="99639" y="37287"/>
                </a:lnTo>
                <a:cubicBezTo>
                  <a:pt x="98619" y="36839"/>
                  <a:pt x="97548" y="36466"/>
                  <a:pt x="96478" y="36167"/>
                </a:cubicBezTo>
                <a:close/>
                <a:moveTo>
                  <a:pt x="103423" y="32334"/>
                </a:moveTo>
                <a:cubicBezTo>
                  <a:pt x="103024" y="33976"/>
                  <a:pt x="102502" y="35619"/>
                  <a:pt x="101929" y="37312"/>
                </a:cubicBezTo>
                <a:cubicBezTo>
                  <a:pt x="101904" y="37312"/>
                  <a:pt x="101904" y="37287"/>
                  <a:pt x="101880" y="37287"/>
                </a:cubicBezTo>
                <a:cubicBezTo>
                  <a:pt x="102427" y="35694"/>
                  <a:pt x="102900" y="34126"/>
                  <a:pt x="103298" y="32583"/>
                </a:cubicBezTo>
                <a:cubicBezTo>
                  <a:pt x="103348" y="32483"/>
                  <a:pt x="103398" y="32433"/>
                  <a:pt x="103423" y="32334"/>
                </a:cubicBezTo>
                <a:close/>
                <a:moveTo>
                  <a:pt x="113479" y="21631"/>
                </a:moveTo>
                <a:lnTo>
                  <a:pt x="113479" y="21631"/>
                </a:lnTo>
                <a:cubicBezTo>
                  <a:pt x="115072" y="23622"/>
                  <a:pt x="116217" y="26011"/>
                  <a:pt x="116939" y="28724"/>
                </a:cubicBezTo>
                <a:cubicBezTo>
                  <a:pt x="116939" y="29148"/>
                  <a:pt x="116964" y="29596"/>
                  <a:pt x="116988" y="30019"/>
                </a:cubicBezTo>
                <a:lnTo>
                  <a:pt x="116988" y="30218"/>
                </a:lnTo>
                <a:cubicBezTo>
                  <a:pt x="117038" y="30591"/>
                  <a:pt x="116988" y="30965"/>
                  <a:pt x="116988" y="31338"/>
                </a:cubicBezTo>
                <a:lnTo>
                  <a:pt x="116988" y="31662"/>
                </a:lnTo>
                <a:lnTo>
                  <a:pt x="116988" y="31786"/>
                </a:lnTo>
                <a:cubicBezTo>
                  <a:pt x="116988" y="31886"/>
                  <a:pt x="116988" y="32010"/>
                  <a:pt x="116964" y="32110"/>
                </a:cubicBezTo>
                <a:cubicBezTo>
                  <a:pt x="116964" y="32234"/>
                  <a:pt x="116939" y="32383"/>
                  <a:pt x="116939" y="32508"/>
                </a:cubicBezTo>
                <a:cubicBezTo>
                  <a:pt x="116889" y="32707"/>
                  <a:pt x="116889" y="32906"/>
                  <a:pt x="116864" y="33105"/>
                </a:cubicBezTo>
                <a:cubicBezTo>
                  <a:pt x="116864" y="33130"/>
                  <a:pt x="116864" y="33180"/>
                  <a:pt x="116839" y="33205"/>
                </a:cubicBezTo>
                <a:cubicBezTo>
                  <a:pt x="116839" y="33230"/>
                  <a:pt x="116839" y="33255"/>
                  <a:pt x="116814" y="33329"/>
                </a:cubicBezTo>
                <a:cubicBezTo>
                  <a:pt x="116764" y="33603"/>
                  <a:pt x="116715" y="33877"/>
                  <a:pt x="116640" y="34176"/>
                </a:cubicBezTo>
                <a:cubicBezTo>
                  <a:pt x="116615" y="34225"/>
                  <a:pt x="116615" y="34325"/>
                  <a:pt x="116615" y="34375"/>
                </a:cubicBezTo>
                <a:cubicBezTo>
                  <a:pt x="116366" y="35370"/>
                  <a:pt x="116067" y="36416"/>
                  <a:pt x="115619" y="37362"/>
                </a:cubicBezTo>
                <a:cubicBezTo>
                  <a:pt x="115122" y="35719"/>
                  <a:pt x="114474" y="34225"/>
                  <a:pt x="113628" y="32881"/>
                </a:cubicBezTo>
                <a:cubicBezTo>
                  <a:pt x="113728" y="32234"/>
                  <a:pt x="113777" y="31612"/>
                  <a:pt x="113852" y="30990"/>
                </a:cubicBezTo>
                <a:cubicBezTo>
                  <a:pt x="113852" y="30865"/>
                  <a:pt x="113877" y="30741"/>
                  <a:pt x="113877" y="30616"/>
                </a:cubicBezTo>
                <a:cubicBezTo>
                  <a:pt x="113952" y="29969"/>
                  <a:pt x="113977" y="29347"/>
                  <a:pt x="114001" y="28700"/>
                </a:cubicBezTo>
                <a:lnTo>
                  <a:pt x="114001" y="28202"/>
                </a:lnTo>
                <a:lnTo>
                  <a:pt x="114001" y="26708"/>
                </a:lnTo>
                <a:lnTo>
                  <a:pt x="114001" y="26210"/>
                </a:lnTo>
                <a:cubicBezTo>
                  <a:pt x="113977" y="25613"/>
                  <a:pt x="113952" y="25041"/>
                  <a:pt x="113877" y="24468"/>
                </a:cubicBezTo>
                <a:cubicBezTo>
                  <a:pt x="113852" y="24269"/>
                  <a:pt x="113852" y="24120"/>
                  <a:pt x="113827" y="23921"/>
                </a:cubicBezTo>
                <a:cubicBezTo>
                  <a:pt x="113753" y="23348"/>
                  <a:pt x="113653" y="22751"/>
                  <a:pt x="113578" y="22178"/>
                </a:cubicBezTo>
                <a:cubicBezTo>
                  <a:pt x="113578" y="22128"/>
                  <a:pt x="113529" y="22054"/>
                  <a:pt x="113529" y="22004"/>
                </a:cubicBezTo>
                <a:cubicBezTo>
                  <a:pt x="113504" y="21879"/>
                  <a:pt x="113479" y="21755"/>
                  <a:pt x="113479" y="21631"/>
                </a:cubicBezTo>
                <a:close/>
                <a:moveTo>
                  <a:pt x="65156" y="30581"/>
                </a:moveTo>
                <a:cubicBezTo>
                  <a:pt x="66537" y="30581"/>
                  <a:pt x="67809" y="30781"/>
                  <a:pt x="68949" y="31189"/>
                </a:cubicBezTo>
                <a:cubicBezTo>
                  <a:pt x="69148" y="32060"/>
                  <a:pt x="69397" y="32881"/>
                  <a:pt x="69695" y="33703"/>
                </a:cubicBezTo>
                <a:cubicBezTo>
                  <a:pt x="67704" y="34823"/>
                  <a:pt x="65762" y="36067"/>
                  <a:pt x="63796" y="37411"/>
                </a:cubicBezTo>
                <a:cubicBezTo>
                  <a:pt x="62452" y="35545"/>
                  <a:pt x="61307" y="33479"/>
                  <a:pt x="60361" y="31263"/>
                </a:cubicBezTo>
                <a:cubicBezTo>
                  <a:pt x="62063" y="30812"/>
                  <a:pt x="63672" y="30581"/>
                  <a:pt x="65156" y="30581"/>
                </a:cubicBezTo>
                <a:close/>
                <a:moveTo>
                  <a:pt x="100510" y="36864"/>
                </a:moveTo>
                <a:cubicBezTo>
                  <a:pt x="100909" y="37063"/>
                  <a:pt x="101282" y="37212"/>
                  <a:pt x="101631" y="37411"/>
                </a:cubicBezTo>
                <a:cubicBezTo>
                  <a:pt x="101531" y="37362"/>
                  <a:pt x="101431" y="37337"/>
                  <a:pt x="101357" y="37287"/>
                </a:cubicBezTo>
                <a:cubicBezTo>
                  <a:pt x="101307" y="37237"/>
                  <a:pt x="101257" y="37237"/>
                  <a:pt x="101232" y="37212"/>
                </a:cubicBezTo>
                <a:cubicBezTo>
                  <a:pt x="101008" y="37113"/>
                  <a:pt x="100759" y="37038"/>
                  <a:pt x="100510" y="36938"/>
                </a:cubicBezTo>
                <a:lnTo>
                  <a:pt x="100510" y="36914"/>
                </a:lnTo>
                <a:lnTo>
                  <a:pt x="100510" y="36864"/>
                </a:lnTo>
                <a:close/>
                <a:moveTo>
                  <a:pt x="99888" y="37343"/>
                </a:moveTo>
                <a:cubicBezTo>
                  <a:pt x="99894" y="37343"/>
                  <a:pt x="99901" y="37349"/>
                  <a:pt x="99913" y="37362"/>
                </a:cubicBezTo>
                <a:cubicBezTo>
                  <a:pt x="99913" y="37411"/>
                  <a:pt x="99888" y="37411"/>
                  <a:pt x="99888" y="37436"/>
                </a:cubicBezTo>
                <a:cubicBezTo>
                  <a:pt x="99863" y="37436"/>
                  <a:pt x="99863" y="37411"/>
                  <a:pt x="99814" y="37411"/>
                </a:cubicBezTo>
                <a:lnTo>
                  <a:pt x="99863" y="37362"/>
                </a:lnTo>
                <a:cubicBezTo>
                  <a:pt x="99876" y="37349"/>
                  <a:pt x="99882" y="37343"/>
                  <a:pt x="99888" y="37343"/>
                </a:cubicBezTo>
                <a:close/>
                <a:moveTo>
                  <a:pt x="60187" y="31313"/>
                </a:moveTo>
                <a:cubicBezTo>
                  <a:pt x="61108" y="33553"/>
                  <a:pt x="62253" y="35619"/>
                  <a:pt x="63647" y="37486"/>
                </a:cubicBezTo>
                <a:lnTo>
                  <a:pt x="63572" y="37561"/>
                </a:lnTo>
                <a:cubicBezTo>
                  <a:pt x="62203" y="35694"/>
                  <a:pt x="61058" y="33578"/>
                  <a:pt x="60112" y="31338"/>
                </a:cubicBezTo>
                <a:cubicBezTo>
                  <a:pt x="60162" y="31338"/>
                  <a:pt x="60162" y="31338"/>
                  <a:pt x="60187" y="31313"/>
                </a:cubicBezTo>
                <a:close/>
                <a:moveTo>
                  <a:pt x="101805" y="37461"/>
                </a:moveTo>
                <a:cubicBezTo>
                  <a:pt x="101855" y="37461"/>
                  <a:pt x="101855" y="37486"/>
                  <a:pt x="101880" y="37486"/>
                </a:cubicBezTo>
                <a:lnTo>
                  <a:pt x="101880" y="37536"/>
                </a:lnTo>
                <a:lnTo>
                  <a:pt x="101880" y="37561"/>
                </a:lnTo>
                <a:cubicBezTo>
                  <a:pt x="101805" y="37536"/>
                  <a:pt x="101805" y="37536"/>
                  <a:pt x="101780" y="37536"/>
                </a:cubicBezTo>
                <a:cubicBezTo>
                  <a:pt x="101780" y="37486"/>
                  <a:pt x="101805" y="37461"/>
                  <a:pt x="101805" y="37461"/>
                </a:cubicBezTo>
                <a:close/>
                <a:moveTo>
                  <a:pt x="69745" y="33852"/>
                </a:moveTo>
                <a:cubicBezTo>
                  <a:pt x="69745" y="33877"/>
                  <a:pt x="69770" y="33877"/>
                  <a:pt x="69770" y="33927"/>
                </a:cubicBezTo>
                <a:cubicBezTo>
                  <a:pt x="67828" y="35072"/>
                  <a:pt x="65862" y="36291"/>
                  <a:pt x="63921" y="37611"/>
                </a:cubicBezTo>
                <a:cubicBezTo>
                  <a:pt x="63921" y="37586"/>
                  <a:pt x="63896" y="37586"/>
                  <a:pt x="63896" y="37561"/>
                </a:cubicBezTo>
                <a:cubicBezTo>
                  <a:pt x="65837" y="36217"/>
                  <a:pt x="67804" y="34997"/>
                  <a:pt x="69745" y="33852"/>
                </a:cubicBezTo>
                <a:close/>
                <a:moveTo>
                  <a:pt x="113553" y="33180"/>
                </a:moveTo>
                <a:cubicBezTo>
                  <a:pt x="114350" y="34499"/>
                  <a:pt x="114997" y="35993"/>
                  <a:pt x="115470" y="37660"/>
                </a:cubicBezTo>
                <a:cubicBezTo>
                  <a:pt x="115470" y="37685"/>
                  <a:pt x="115445" y="37710"/>
                  <a:pt x="115445" y="37735"/>
                </a:cubicBezTo>
                <a:cubicBezTo>
                  <a:pt x="114997" y="36092"/>
                  <a:pt x="114350" y="34599"/>
                  <a:pt x="113553" y="33255"/>
                </a:cubicBezTo>
                <a:lnTo>
                  <a:pt x="113553" y="33180"/>
                </a:lnTo>
                <a:close/>
                <a:moveTo>
                  <a:pt x="63746" y="37685"/>
                </a:moveTo>
                <a:cubicBezTo>
                  <a:pt x="63746" y="37710"/>
                  <a:pt x="63796" y="37710"/>
                  <a:pt x="63796" y="37735"/>
                </a:cubicBezTo>
                <a:cubicBezTo>
                  <a:pt x="63746" y="37735"/>
                  <a:pt x="63746" y="37760"/>
                  <a:pt x="63721" y="37760"/>
                </a:cubicBezTo>
                <a:cubicBezTo>
                  <a:pt x="63697" y="37735"/>
                  <a:pt x="63697" y="37710"/>
                  <a:pt x="63697" y="37710"/>
                </a:cubicBezTo>
                <a:cubicBezTo>
                  <a:pt x="63721" y="37710"/>
                  <a:pt x="63721" y="37685"/>
                  <a:pt x="63746" y="37685"/>
                </a:cubicBezTo>
                <a:close/>
                <a:moveTo>
                  <a:pt x="116152" y="36779"/>
                </a:moveTo>
                <a:cubicBezTo>
                  <a:pt x="116024" y="37110"/>
                  <a:pt x="115888" y="37437"/>
                  <a:pt x="115744" y="37760"/>
                </a:cubicBezTo>
                <a:cubicBezTo>
                  <a:pt x="115744" y="37735"/>
                  <a:pt x="115744" y="37710"/>
                  <a:pt x="115719" y="37710"/>
                </a:cubicBezTo>
                <a:cubicBezTo>
                  <a:pt x="115719" y="37710"/>
                  <a:pt x="115719" y="37685"/>
                  <a:pt x="115744" y="37685"/>
                </a:cubicBezTo>
                <a:cubicBezTo>
                  <a:pt x="115794" y="37660"/>
                  <a:pt x="115794" y="37586"/>
                  <a:pt x="115819" y="37561"/>
                </a:cubicBezTo>
                <a:cubicBezTo>
                  <a:pt x="115918" y="37312"/>
                  <a:pt x="116043" y="37063"/>
                  <a:pt x="116117" y="36814"/>
                </a:cubicBezTo>
                <a:cubicBezTo>
                  <a:pt x="116133" y="36806"/>
                  <a:pt x="116143" y="36794"/>
                  <a:pt x="116152" y="36779"/>
                </a:cubicBezTo>
                <a:close/>
                <a:moveTo>
                  <a:pt x="100311" y="37113"/>
                </a:moveTo>
                <a:cubicBezTo>
                  <a:pt x="100510" y="37187"/>
                  <a:pt x="100660" y="37237"/>
                  <a:pt x="100809" y="37312"/>
                </a:cubicBezTo>
                <a:cubicBezTo>
                  <a:pt x="101058" y="37411"/>
                  <a:pt x="101307" y="37486"/>
                  <a:pt x="101531" y="37611"/>
                </a:cubicBezTo>
                <a:cubicBezTo>
                  <a:pt x="101506" y="37685"/>
                  <a:pt x="101481" y="37760"/>
                  <a:pt x="101431" y="37835"/>
                </a:cubicBezTo>
                <a:cubicBezTo>
                  <a:pt x="101033" y="37635"/>
                  <a:pt x="100610" y="37461"/>
                  <a:pt x="100187" y="37262"/>
                </a:cubicBezTo>
                <a:cubicBezTo>
                  <a:pt x="100237" y="37212"/>
                  <a:pt x="100286" y="37187"/>
                  <a:pt x="100311" y="37113"/>
                </a:cubicBezTo>
                <a:close/>
                <a:moveTo>
                  <a:pt x="72408" y="33678"/>
                </a:moveTo>
                <a:lnTo>
                  <a:pt x="72408" y="33678"/>
                </a:lnTo>
                <a:cubicBezTo>
                  <a:pt x="73031" y="34474"/>
                  <a:pt x="73504" y="35420"/>
                  <a:pt x="73777" y="36466"/>
                </a:cubicBezTo>
                <a:lnTo>
                  <a:pt x="73777" y="36490"/>
                </a:lnTo>
                <a:cubicBezTo>
                  <a:pt x="73777" y="36515"/>
                  <a:pt x="73777" y="36565"/>
                  <a:pt x="73802" y="36590"/>
                </a:cubicBezTo>
                <a:lnTo>
                  <a:pt x="73802" y="36690"/>
                </a:lnTo>
                <a:cubicBezTo>
                  <a:pt x="73852" y="36864"/>
                  <a:pt x="73877" y="37038"/>
                  <a:pt x="73902" y="37212"/>
                </a:cubicBezTo>
                <a:cubicBezTo>
                  <a:pt x="73902" y="37287"/>
                  <a:pt x="73927" y="37337"/>
                  <a:pt x="73927" y="37411"/>
                </a:cubicBezTo>
                <a:lnTo>
                  <a:pt x="73927" y="37486"/>
                </a:lnTo>
                <a:cubicBezTo>
                  <a:pt x="73927" y="37561"/>
                  <a:pt x="73977" y="37586"/>
                  <a:pt x="73977" y="37660"/>
                </a:cubicBezTo>
                <a:cubicBezTo>
                  <a:pt x="73977" y="37710"/>
                  <a:pt x="73977" y="37810"/>
                  <a:pt x="73927" y="37859"/>
                </a:cubicBezTo>
                <a:cubicBezTo>
                  <a:pt x="73753" y="37536"/>
                  <a:pt x="73603" y="37187"/>
                  <a:pt x="73429" y="36814"/>
                </a:cubicBezTo>
                <a:cubicBezTo>
                  <a:pt x="73404" y="36714"/>
                  <a:pt x="73354" y="36615"/>
                  <a:pt x="73304" y="36490"/>
                </a:cubicBezTo>
                <a:cubicBezTo>
                  <a:pt x="73155" y="36117"/>
                  <a:pt x="73031" y="35794"/>
                  <a:pt x="72906" y="35420"/>
                </a:cubicBezTo>
                <a:cubicBezTo>
                  <a:pt x="72856" y="35246"/>
                  <a:pt x="72807" y="35097"/>
                  <a:pt x="72757" y="34947"/>
                </a:cubicBezTo>
                <a:cubicBezTo>
                  <a:pt x="72657" y="34624"/>
                  <a:pt x="72558" y="34325"/>
                  <a:pt x="72508" y="34001"/>
                </a:cubicBezTo>
                <a:cubicBezTo>
                  <a:pt x="72483" y="33877"/>
                  <a:pt x="72433" y="33802"/>
                  <a:pt x="72408" y="33678"/>
                </a:cubicBezTo>
                <a:close/>
                <a:moveTo>
                  <a:pt x="101730" y="37710"/>
                </a:moveTo>
                <a:cubicBezTo>
                  <a:pt x="101755" y="37710"/>
                  <a:pt x="101755" y="37735"/>
                  <a:pt x="101780" y="37735"/>
                </a:cubicBezTo>
                <a:cubicBezTo>
                  <a:pt x="101755" y="37810"/>
                  <a:pt x="101730" y="37909"/>
                  <a:pt x="101730" y="37959"/>
                </a:cubicBezTo>
                <a:cubicBezTo>
                  <a:pt x="101680" y="37959"/>
                  <a:pt x="101680" y="37934"/>
                  <a:pt x="101655" y="37934"/>
                </a:cubicBezTo>
                <a:cubicBezTo>
                  <a:pt x="101655" y="37859"/>
                  <a:pt x="101680" y="37760"/>
                  <a:pt x="101730" y="37710"/>
                </a:cubicBezTo>
                <a:close/>
                <a:moveTo>
                  <a:pt x="75769" y="31039"/>
                </a:moveTo>
                <a:lnTo>
                  <a:pt x="75769" y="31039"/>
                </a:lnTo>
                <a:cubicBezTo>
                  <a:pt x="75744" y="33205"/>
                  <a:pt x="75346" y="35569"/>
                  <a:pt x="74549" y="38059"/>
                </a:cubicBezTo>
                <a:cubicBezTo>
                  <a:pt x="74524" y="37909"/>
                  <a:pt x="74499" y="37710"/>
                  <a:pt x="74425" y="37561"/>
                </a:cubicBezTo>
                <a:lnTo>
                  <a:pt x="74425" y="37536"/>
                </a:lnTo>
                <a:lnTo>
                  <a:pt x="74425" y="37436"/>
                </a:lnTo>
                <a:cubicBezTo>
                  <a:pt x="74375" y="37113"/>
                  <a:pt x="74350" y="36839"/>
                  <a:pt x="74250" y="36565"/>
                </a:cubicBezTo>
                <a:lnTo>
                  <a:pt x="74250" y="36441"/>
                </a:lnTo>
                <a:lnTo>
                  <a:pt x="74151" y="35594"/>
                </a:lnTo>
                <a:cubicBezTo>
                  <a:pt x="74151" y="35470"/>
                  <a:pt x="74126" y="35345"/>
                  <a:pt x="74126" y="35221"/>
                </a:cubicBezTo>
                <a:lnTo>
                  <a:pt x="74126" y="35072"/>
                </a:lnTo>
                <a:lnTo>
                  <a:pt x="74126" y="34997"/>
                </a:lnTo>
                <a:lnTo>
                  <a:pt x="74126" y="34873"/>
                </a:lnTo>
                <a:lnTo>
                  <a:pt x="74126" y="33827"/>
                </a:lnTo>
                <a:lnTo>
                  <a:pt x="74126" y="33703"/>
                </a:lnTo>
                <a:lnTo>
                  <a:pt x="74126" y="33479"/>
                </a:lnTo>
                <a:cubicBezTo>
                  <a:pt x="74151" y="33105"/>
                  <a:pt x="74176" y="32732"/>
                  <a:pt x="74250" y="32359"/>
                </a:cubicBezTo>
                <a:cubicBezTo>
                  <a:pt x="74250" y="32259"/>
                  <a:pt x="74275" y="32159"/>
                  <a:pt x="74275" y="32110"/>
                </a:cubicBezTo>
                <a:cubicBezTo>
                  <a:pt x="74300" y="31985"/>
                  <a:pt x="74325" y="31861"/>
                  <a:pt x="74325" y="31736"/>
                </a:cubicBezTo>
                <a:cubicBezTo>
                  <a:pt x="74798" y="31487"/>
                  <a:pt x="75296" y="31263"/>
                  <a:pt x="75769" y="31039"/>
                </a:cubicBezTo>
                <a:close/>
                <a:moveTo>
                  <a:pt x="100062" y="37436"/>
                </a:moveTo>
                <a:cubicBezTo>
                  <a:pt x="100535" y="37611"/>
                  <a:pt x="100983" y="37810"/>
                  <a:pt x="101407" y="38034"/>
                </a:cubicBezTo>
                <a:cubicBezTo>
                  <a:pt x="101407" y="38059"/>
                  <a:pt x="101407" y="38059"/>
                  <a:pt x="101382" y="38083"/>
                </a:cubicBezTo>
                <a:cubicBezTo>
                  <a:pt x="100934" y="37859"/>
                  <a:pt x="100486" y="37685"/>
                  <a:pt x="100038" y="37486"/>
                </a:cubicBezTo>
                <a:cubicBezTo>
                  <a:pt x="100038" y="37461"/>
                  <a:pt x="100062" y="37461"/>
                  <a:pt x="100062" y="37436"/>
                </a:cubicBezTo>
                <a:close/>
                <a:moveTo>
                  <a:pt x="101556" y="38083"/>
                </a:moveTo>
                <a:cubicBezTo>
                  <a:pt x="101606" y="38083"/>
                  <a:pt x="101606" y="38108"/>
                  <a:pt x="101631" y="38108"/>
                </a:cubicBezTo>
                <a:cubicBezTo>
                  <a:pt x="101631" y="38133"/>
                  <a:pt x="101631" y="38133"/>
                  <a:pt x="101606" y="38183"/>
                </a:cubicBezTo>
                <a:cubicBezTo>
                  <a:pt x="101567" y="38183"/>
                  <a:pt x="101558" y="38153"/>
                  <a:pt x="101545" y="38140"/>
                </a:cubicBezTo>
                <a:lnTo>
                  <a:pt x="101545" y="38140"/>
                </a:lnTo>
                <a:cubicBezTo>
                  <a:pt x="101556" y="38136"/>
                  <a:pt x="101556" y="38102"/>
                  <a:pt x="101556" y="38083"/>
                </a:cubicBezTo>
                <a:close/>
                <a:moveTo>
                  <a:pt x="59938" y="31363"/>
                </a:moveTo>
                <a:cubicBezTo>
                  <a:pt x="60859" y="33628"/>
                  <a:pt x="62054" y="35744"/>
                  <a:pt x="63423" y="37660"/>
                </a:cubicBezTo>
                <a:cubicBezTo>
                  <a:pt x="63049" y="37909"/>
                  <a:pt x="62701" y="38158"/>
                  <a:pt x="62328" y="38407"/>
                </a:cubicBezTo>
                <a:cubicBezTo>
                  <a:pt x="61183" y="36291"/>
                  <a:pt x="59838" y="34076"/>
                  <a:pt x="58345" y="31861"/>
                </a:cubicBezTo>
                <a:cubicBezTo>
                  <a:pt x="58868" y="31687"/>
                  <a:pt x="59390" y="31487"/>
                  <a:pt x="59938" y="31363"/>
                </a:cubicBezTo>
                <a:close/>
                <a:moveTo>
                  <a:pt x="76018" y="30865"/>
                </a:moveTo>
                <a:cubicBezTo>
                  <a:pt x="76018" y="33230"/>
                  <a:pt x="75545" y="35794"/>
                  <a:pt x="74674" y="38457"/>
                </a:cubicBezTo>
                <a:cubicBezTo>
                  <a:pt x="74674" y="38432"/>
                  <a:pt x="74649" y="38407"/>
                  <a:pt x="74649" y="38357"/>
                </a:cubicBezTo>
                <a:cubicBezTo>
                  <a:pt x="75495" y="35744"/>
                  <a:pt x="75943" y="33230"/>
                  <a:pt x="75943" y="30890"/>
                </a:cubicBezTo>
                <a:cubicBezTo>
                  <a:pt x="75968" y="30890"/>
                  <a:pt x="75993" y="30890"/>
                  <a:pt x="76018" y="30865"/>
                </a:cubicBezTo>
                <a:close/>
                <a:moveTo>
                  <a:pt x="85302" y="34922"/>
                </a:moveTo>
                <a:lnTo>
                  <a:pt x="85302" y="34922"/>
                </a:lnTo>
                <a:cubicBezTo>
                  <a:pt x="85128" y="35569"/>
                  <a:pt x="84954" y="36242"/>
                  <a:pt x="84705" y="36864"/>
                </a:cubicBezTo>
                <a:cubicBezTo>
                  <a:pt x="84555" y="36914"/>
                  <a:pt x="84381" y="36963"/>
                  <a:pt x="84257" y="36988"/>
                </a:cubicBezTo>
                <a:cubicBezTo>
                  <a:pt x="84107" y="37038"/>
                  <a:pt x="83958" y="37088"/>
                  <a:pt x="83809" y="37113"/>
                </a:cubicBezTo>
                <a:cubicBezTo>
                  <a:pt x="83385" y="37237"/>
                  <a:pt x="82987" y="37362"/>
                  <a:pt x="82564" y="37536"/>
                </a:cubicBezTo>
                <a:cubicBezTo>
                  <a:pt x="82365" y="37586"/>
                  <a:pt x="82216" y="37611"/>
                  <a:pt x="82066" y="37685"/>
                </a:cubicBezTo>
                <a:cubicBezTo>
                  <a:pt x="81718" y="37810"/>
                  <a:pt x="81394" y="37934"/>
                  <a:pt x="81071" y="38059"/>
                </a:cubicBezTo>
                <a:cubicBezTo>
                  <a:pt x="80996" y="38083"/>
                  <a:pt x="80946" y="38108"/>
                  <a:pt x="80871" y="38108"/>
                </a:cubicBezTo>
                <a:cubicBezTo>
                  <a:pt x="80697" y="38183"/>
                  <a:pt x="80498" y="38233"/>
                  <a:pt x="80324" y="38332"/>
                </a:cubicBezTo>
                <a:cubicBezTo>
                  <a:pt x="80150" y="38382"/>
                  <a:pt x="80000" y="38457"/>
                  <a:pt x="79876" y="38532"/>
                </a:cubicBezTo>
                <a:cubicBezTo>
                  <a:pt x="80324" y="37536"/>
                  <a:pt x="80722" y="36565"/>
                  <a:pt x="81071" y="35569"/>
                </a:cubicBezTo>
                <a:cubicBezTo>
                  <a:pt x="82365" y="35221"/>
                  <a:pt x="83809" y="34997"/>
                  <a:pt x="85302" y="34922"/>
                </a:cubicBezTo>
                <a:close/>
                <a:moveTo>
                  <a:pt x="17524" y="36490"/>
                </a:moveTo>
                <a:lnTo>
                  <a:pt x="17524" y="36540"/>
                </a:lnTo>
                <a:lnTo>
                  <a:pt x="17524" y="36565"/>
                </a:lnTo>
                <a:lnTo>
                  <a:pt x="17524" y="36590"/>
                </a:lnTo>
                <a:cubicBezTo>
                  <a:pt x="17399" y="36739"/>
                  <a:pt x="17250" y="36938"/>
                  <a:pt x="17125" y="37113"/>
                </a:cubicBezTo>
                <a:cubicBezTo>
                  <a:pt x="16805" y="37529"/>
                  <a:pt x="16417" y="38027"/>
                  <a:pt x="16019" y="38550"/>
                </a:cubicBezTo>
                <a:lnTo>
                  <a:pt x="16019" y="38550"/>
                </a:lnTo>
                <a:lnTo>
                  <a:pt x="16154" y="38357"/>
                </a:lnTo>
                <a:cubicBezTo>
                  <a:pt x="16379" y="38083"/>
                  <a:pt x="16553" y="37810"/>
                  <a:pt x="16777" y="37536"/>
                </a:cubicBezTo>
                <a:cubicBezTo>
                  <a:pt x="16802" y="37461"/>
                  <a:pt x="16851" y="37436"/>
                  <a:pt x="16876" y="37362"/>
                </a:cubicBezTo>
                <a:cubicBezTo>
                  <a:pt x="17100" y="37088"/>
                  <a:pt x="17299" y="36814"/>
                  <a:pt x="17524" y="36490"/>
                </a:cubicBezTo>
                <a:close/>
                <a:moveTo>
                  <a:pt x="58196" y="31960"/>
                </a:moveTo>
                <a:cubicBezTo>
                  <a:pt x="59639" y="34176"/>
                  <a:pt x="61033" y="36416"/>
                  <a:pt x="62178" y="38532"/>
                </a:cubicBezTo>
                <a:lnTo>
                  <a:pt x="62128" y="38556"/>
                </a:lnTo>
                <a:cubicBezTo>
                  <a:pt x="60983" y="36441"/>
                  <a:pt x="59614" y="34200"/>
                  <a:pt x="58121" y="31985"/>
                </a:cubicBezTo>
                <a:cubicBezTo>
                  <a:pt x="58171" y="31985"/>
                  <a:pt x="58171" y="31985"/>
                  <a:pt x="58196" y="31960"/>
                </a:cubicBezTo>
                <a:close/>
                <a:moveTo>
                  <a:pt x="82514" y="28227"/>
                </a:moveTo>
                <a:lnTo>
                  <a:pt x="82514" y="28227"/>
                </a:lnTo>
                <a:cubicBezTo>
                  <a:pt x="82166" y="30467"/>
                  <a:pt x="81519" y="32831"/>
                  <a:pt x="80647" y="35246"/>
                </a:cubicBezTo>
                <a:cubicBezTo>
                  <a:pt x="78208" y="35968"/>
                  <a:pt x="76192" y="37088"/>
                  <a:pt x="74848" y="38556"/>
                </a:cubicBezTo>
                <a:cubicBezTo>
                  <a:pt x="75744" y="35818"/>
                  <a:pt x="76217" y="33205"/>
                  <a:pt x="76167" y="30815"/>
                </a:cubicBezTo>
                <a:cubicBezTo>
                  <a:pt x="78308" y="29820"/>
                  <a:pt x="80448" y="28948"/>
                  <a:pt x="82514" y="28227"/>
                </a:cubicBezTo>
                <a:close/>
                <a:moveTo>
                  <a:pt x="63497" y="37810"/>
                </a:moveTo>
                <a:lnTo>
                  <a:pt x="63572" y="37859"/>
                </a:lnTo>
                <a:cubicBezTo>
                  <a:pt x="63199" y="38108"/>
                  <a:pt x="62825" y="38357"/>
                  <a:pt x="62452" y="38656"/>
                </a:cubicBezTo>
                <a:cubicBezTo>
                  <a:pt x="62452" y="38606"/>
                  <a:pt x="62427" y="38606"/>
                  <a:pt x="62427" y="38581"/>
                </a:cubicBezTo>
                <a:cubicBezTo>
                  <a:pt x="62800" y="38332"/>
                  <a:pt x="63174" y="38059"/>
                  <a:pt x="63497" y="37810"/>
                </a:cubicBezTo>
                <a:close/>
                <a:moveTo>
                  <a:pt x="80747" y="35694"/>
                </a:moveTo>
                <a:cubicBezTo>
                  <a:pt x="80398" y="36615"/>
                  <a:pt x="80000" y="37611"/>
                  <a:pt x="79552" y="38656"/>
                </a:cubicBezTo>
                <a:cubicBezTo>
                  <a:pt x="79527" y="38656"/>
                  <a:pt x="79527" y="38656"/>
                  <a:pt x="79502" y="38681"/>
                </a:cubicBezTo>
                <a:cubicBezTo>
                  <a:pt x="79926" y="37635"/>
                  <a:pt x="80349" y="36665"/>
                  <a:pt x="80722" y="35694"/>
                </a:cubicBezTo>
                <a:close/>
                <a:moveTo>
                  <a:pt x="84680" y="37063"/>
                </a:moveTo>
                <a:lnTo>
                  <a:pt x="84630" y="37113"/>
                </a:lnTo>
                <a:cubicBezTo>
                  <a:pt x="84356" y="37212"/>
                  <a:pt x="84082" y="37337"/>
                  <a:pt x="83809" y="37411"/>
                </a:cubicBezTo>
                <a:cubicBezTo>
                  <a:pt x="83585" y="37461"/>
                  <a:pt x="83336" y="37561"/>
                  <a:pt x="83112" y="37611"/>
                </a:cubicBezTo>
                <a:cubicBezTo>
                  <a:pt x="82464" y="37835"/>
                  <a:pt x="81817" y="38059"/>
                  <a:pt x="81120" y="38308"/>
                </a:cubicBezTo>
                <a:lnTo>
                  <a:pt x="80847" y="38382"/>
                </a:lnTo>
                <a:cubicBezTo>
                  <a:pt x="80473" y="38532"/>
                  <a:pt x="80100" y="38681"/>
                  <a:pt x="79726" y="38805"/>
                </a:cubicBezTo>
                <a:lnTo>
                  <a:pt x="79726" y="38780"/>
                </a:lnTo>
                <a:cubicBezTo>
                  <a:pt x="79726" y="38780"/>
                  <a:pt x="79726" y="38731"/>
                  <a:pt x="79751" y="38731"/>
                </a:cubicBezTo>
                <a:cubicBezTo>
                  <a:pt x="81444" y="38059"/>
                  <a:pt x="83087" y="37486"/>
                  <a:pt x="84680" y="37063"/>
                </a:cubicBezTo>
                <a:close/>
                <a:moveTo>
                  <a:pt x="19306" y="35769"/>
                </a:moveTo>
                <a:cubicBezTo>
                  <a:pt x="19770" y="35769"/>
                  <a:pt x="20349" y="35868"/>
                  <a:pt x="21033" y="36067"/>
                </a:cubicBezTo>
                <a:lnTo>
                  <a:pt x="18718" y="38855"/>
                </a:lnTo>
                <a:cubicBezTo>
                  <a:pt x="18046" y="37635"/>
                  <a:pt x="17847" y="36739"/>
                  <a:pt x="18121" y="36242"/>
                </a:cubicBezTo>
                <a:cubicBezTo>
                  <a:pt x="18171" y="36192"/>
                  <a:pt x="18220" y="36117"/>
                  <a:pt x="18270" y="36067"/>
                </a:cubicBezTo>
                <a:cubicBezTo>
                  <a:pt x="18494" y="35868"/>
                  <a:pt x="18843" y="35769"/>
                  <a:pt x="19306" y="35769"/>
                </a:cubicBezTo>
                <a:close/>
                <a:moveTo>
                  <a:pt x="80598" y="35445"/>
                </a:moveTo>
                <a:cubicBezTo>
                  <a:pt x="80598" y="35470"/>
                  <a:pt x="80573" y="35495"/>
                  <a:pt x="80573" y="35495"/>
                </a:cubicBezTo>
                <a:cubicBezTo>
                  <a:pt x="78108" y="36217"/>
                  <a:pt x="76142" y="37411"/>
                  <a:pt x="74848" y="38905"/>
                </a:cubicBezTo>
                <a:cubicBezTo>
                  <a:pt x="74848" y="38855"/>
                  <a:pt x="74798" y="38855"/>
                  <a:pt x="74798" y="38830"/>
                </a:cubicBezTo>
                <a:cubicBezTo>
                  <a:pt x="76142" y="37312"/>
                  <a:pt x="78108" y="36167"/>
                  <a:pt x="80598" y="35445"/>
                </a:cubicBezTo>
                <a:close/>
                <a:moveTo>
                  <a:pt x="79403" y="38930"/>
                </a:moveTo>
                <a:cubicBezTo>
                  <a:pt x="79403" y="38955"/>
                  <a:pt x="79403" y="38955"/>
                  <a:pt x="79378" y="38955"/>
                </a:cubicBezTo>
                <a:cubicBezTo>
                  <a:pt x="79378" y="38955"/>
                  <a:pt x="79353" y="38955"/>
                  <a:pt x="79353" y="38980"/>
                </a:cubicBezTo>
                <a:lnTo>
                  <a:pt x="79353" y="38955"/>
                </a:lnTo>
                <a:lnTo>
                  <a:pt x="79353" y="38930"/>
                </a:lnTo>
                <a:close/>
                <a:moveTo>
                  <a:pt x="17847" y="36615"/>
                </a:moveTo>
                <a:lnTo>
                  <a:pt x="17847" y="36615"/>
                </a:lnTo>
                <a:cubicBezTo>
                  <a:pt x="17772" y="37212"/>
                  <a:pt x="18046" y="38034"/>
                  <a:pt x="18594" y="39054"/>
                </a:cubicBezTo>
                <a:lnTo>
                  <a:pt x="18519" y="39104"/>
                </a:lnTo>
                <a:cubicBezTo>
                  <a:pt x="17996" y="38158"/>
                  <a:pt x="17723" y="37337"/>
                  <a:pt x="17748" y="36714"/>
                </a:cubicBezTo>
                <a:lnTo>
                  <a:pt x="17847" y="36615"/>
                </a:lnTo>
                <a:close/>
                <a:moveTo>
                  <a:pt x="21232" y="36117"/>
                </a:moveTo>
                <a:cubicBezTo>
                  <a:pt x="21257" y="36117"/>
                  <a:pt x="21257" y="36117"/>
                  <a:pt x="21282" y="36167"/>
                </a:cubicBezTo>
                <a:cubicBezTo>
                  <a:pt x="20461" y="37138"/>
                  <a:pt x="19639" y="38108"/>
                  <a:pt x="18818" y="39104"/>
                </a:cubicBezTo>
                <a:cubicBezTo>
                  <a:pt x="18818" y="39079"/>
                  <a:pt x="18793" y="39079"/>
                  <a:pt x="18793" y="39054"/>
                </a:cubicBezTo>
                <a:cubicBezTo>
                  <a:pt x="19614" y="38059"/>
                  <a:pt x="20411" y="37088"/>
                  <a:pt x="21232" y="36117"/>
                </a:cubicBezTo>
                <a:close/>
                <a:moveTo>
                  <a:pt x="101904" y="37835"/>
                </a:moveTo>
                <a:cubicBezTo>
                  <a:pt x="102004" y="37859"/>
                  <a:pt x="102054" y="37934"/>
                  <a:pt x="102153" y="37959"/>
                </a:cubicBezTo>
                <a:lnTo>
                  <a:pt x="102800" y="38332"/>
                </a:lnTo>
                <a:lnTo>
                  <a:pt x="102850" y="38332"/>
                </a:lnTo>
                <a:cubicBezTo>
                  <a:pt x="103024" y="38457"/>
                  <a:pt x="103224" y="38581"/>
                  <a:pt x="103373" y="38706"/>
                </a:cubicBezTo>
                <a:cubicBezTo>
                  <a:pt x="103547" y="38830"/>
                  <a:pt x="103746" y="38955"/>
                  <a:pt x="103921" y="39104"/>
                </a:cubicBezTo>
                <a:cubicBezTo>
                  <a:pt x="103273" y="38731"/>
                  <a:pt x="102552" y="38357"/>
                  <a:pt x="101855" y="38034"/>
                </a:cubicBezTo>
                <a:cubicBezTo>
                  <a:pt x="101880" y="37959"/>
                  <a:pt x="101904" y="37909"/>
                  <a:pt x="101904" y="37835"/>
                </a:cubicBezTo>
                <a:close/>
                <a:moveTo>
                  <a:pt x="18693" y="39204"/>
                </a:moveTo>
                <a:cubicBezTo>
                  <a:pt x="18693" y="39228"/>
                  <a:pt x="18743" y="39228"/>
                  <a:pt x="18743" y="39278"/>
                </a:cubicBezTo>
                <a:lnTo>
                  <a:pt x="18668" y="39328"/>
                </a:lnTo>
                <a:cubicBezTo>
                  <a:pt x="18644" y="39303"/>
                  <a:pt x="18644" y="39303"/>
                  <a:pt x="18644" y="39278"/>
                </a:cubicBezTo>
                <a:lnTo>
                  <a:pt x="18693" y="39204"/>
                </a:lnTo>
                <a:close/>
                <a:moveTo>
                  <a:pt x="39428" y="20062"/>
                </a:moveTo>
                <a:cubicBezTo>
                  <a:pt x="39453" y="20237"/>
                  <a:pt x="39527" y="20411"/>
                  <a:pt x="39577" y="20560"/>
                </a:cubicBezTo>
                <a:cubicBezTo>
                  <a:pt x="39652" y="20734"/>
                  <a:pt x="39701" y="20934"/>
                  <a:pt x="39801" y="21183"/>
                </a:cubicBezTo>
                <a:cubicBezTo>
                  <a:pt x="39876" y="21382"/>
                  <a:pt x="39950" y="21606"/>
                  <a:pt x="40025" y="21780"/>
                </a:cubicBezTo>
                <a:cubicBezTo>
                  <a:pt x="40125" y="22054"/>
                  <a:pt x="40224" y="22352"/>
                  <a:pt x="40324" y="22626"/>
                </a:cubicBezTo>
                <a:cubicBezTo>
                  <a:pt x="40398" y="22751"/>
                  <a:pt x="40448" y="22875"/>
                  <a:pt x="40498" y="23024"/>
                </a:cubicBezTo>
                <a:cubicBezTo>
                  <a:pt x="40647" y="23398"/>
                  <a:pt x="40797" y="23771"/>
                  <a:pt x="40971" y="24169"/>
                </a:cubicBezTo>
                <a:cubicBezTo>
                  <a:pt x="40971" y="24169"/>
                  <a:pt x="40971" y="24219"/>
                  <a:pt x="41021" y="24219"/>
                </a:cubicBezTo>
                <a:cubicBezTo>
                  <a:pt x="41344" y="24916"/>
                  <a:pt x="41693" y="25713"/>
                  <a:pt x="42091" y="26484"/>
                </a:cubicBezTo>
                <a:cubicBezTo>
                  <a:pt x="41967" y="26584"/>
                  <a:pt x="41892" y="26659"/>
                  <a:pt x="41767" y="26758"/>
                </a:cubicBezTo>
                <a:cubicBezTo>
                  <a:pt x="41419" y="27032"/>
                  <a:pt x="41071" y="27331"/>
                  <a:pt x="40722" y="27629"/>
                </a:cubicBezTo>
                <a:cubicBezTo>
                  <a:pt x="40224" y="28028"/>
                  <a:pt x="39776" y="28476"/>
                  <a:pt x="39278" y="28874"/>
                </a:cubicBezTo>
                <a:cubicBezTo>
                  <a:pt x="38930" y="29197"/>
                  <a:pt x="38581" y="29471"/>
                  <a:pt x="38233" y="29770"/>
                </a:cubicBezTo>
                <a:cubicBezTo>
                  <a:pt x="37685" y="30268"/>
                  <a:pt x="37163" y="30766"/>
                  <a:pt x="36615" y="31263"/>
                </a:cubicBezTo>
                <a:cubicBezTo>
                  <a:pt x="36267" y="31612"/>
                  <a:pt x="35868" y="31960"/>
                  <a:pt x="35520" y="32334"/>
                </a:cubicBezTo>
                <a:cubicBezTo>
                  <a:pt x="35196" y="32607"/>
                  <a:pt x="34922" y="32881"/>
                  <a:pt x="34599" y="33205"/>
                </a:cubicBezTo>
                <a:cubicBezTo>
                  <a:pt x="34051" y="33728"/>
                  <a:pt x="33479" y="34300"/>
                  <a:pt x="32956" y="34848"/>
                </a:cubicBezTo>
                <a:lnTo>
                  <a:pt x="32010" y="35794"/>
                </a:lnTo>
                <a:cubicBezTo>
                  <a:pt x="31687" y="36117"/>
                  <a:pt x="31363" y="36466"/>
                  <a:pt x="31014" y="36814"/>
                </a:cubicBezTo>
                <a:lnTo>
                  <a:pt x="29446" y="38482"/>
                </a:lnTo>
                <a:cubicBezTo>
                  <a:pt x="29197" y="38780"/>
                  <a:pt x="28949" y="39029"/>
                  <a:pt x="28700" y="39303"/>
                </a:cubicBezTo>
                <a:lnTo>
                  <a:pt x="28650" y="39328"/>
                </a:lnTo>
                <a:cubicBezTo>
                  <a:pt x="26360" y="37934"/>
                  <a:pt x="24244" y="36839"/>
                  <a:pt x="22427" y="36117"/>
                </a:cubicBezTo>
                <a:cubicBezTo>
                  <a:pt x="22552" y="35993"/>
                  <a:pt x="22651" y="35843"/>
                  <a:pt x="22776" y="35719"/>
                </a:cubicBezTo>
                <a:cubicBezTo>
                  <a:pt x="22800" y="35669"/>
                  <a:pt x="22875" y="35594"/>
                  <a:pt x="22900" y="35569"/>
                </a:cubicBezTo>
                <a:cubicBezTo>
                  <a:pt x="23273" y="35097"/>
                  <a:pt x="23672" y="34624"/>
                  <a:pt x="24095" y="34176"/>
                </a:cubicBezTo>
                <a:cubicBezTo>
                  <a:pt x="24145" y="34101"/>
                  <a:pt x="24219" y="34001"/>
                  <a:pt x="24269" y="33952"/>
                </a:cubicBezTo>
                <a:cubicBezTo>
                  <a:pt x="24617" y="33578"/>
                  <a:pt x="24916" y="33205"/>
                  <a:pt x="25265" y="32831"/>
                </a:cubicBezTo>
                <a:cubicBezTo>
                  <a:pt x="25514" y="32558"/>
                  <a:pt x="25787" y="32259"/>
                  <a:pt x="26036" y="31960"/>
                </a:cubicBezTo>
                <a:cubicBezTo>
                  <a:pt x="26285" y="31687"/>
                  <a:pt x="26584" y="31363"/>
                  <a:pt x="26858" y="31089"/>
                </a:cubicBezTo>
                <a:cubicBezTo>
                  <a:pt x="26957" y="30990"/>
                  <a:pt x="27032" y="30890"/>
                  <a:pt x="27131" y="30766"/>
                </a:cubicBezTo>
                <a:cubicBezTo>
                  <a:pt x="27654" y="30218"/>
                  <a:pt x="28202" y="29645"/>
                  <a:pt x="28749" y="29123"/>
                </a:cubicBezTo>
                <a:lnTo>
                  <a:pt x="29496" y="28376"/>
                </a:lnTo>
                <a:cubicBezTo>
                  <a:pt x="30118" y="27779"/>
                  <a:pt x="30716" y="27206"/>
                  <a:pt x="31363" y="26609"/>
                </a:cubicBezTo>
                <a:cubicBezTo>
                  <a:pt x="31487" y="26484"/>
                  <a:pt x="31637" y="26360"/>
                  <a:pt x="31786" y="26235"/>
                </a:cubicBezTo>
                <a:cubicBezTo>
                  <a:pt x="32135" y="25887"/>
                  <a:pt x="32483" y="25588"/>
                  <a:pt x="32856" y="25265"/>
                </a:cubicBezTo>
                <a:cubicBezTo>
                  <a:pt x="33056" y="25115"/>
                  <a:pt x="33230" y="24916"/>
                  <a:pt x="33429" y="24767"/>
                </a:cubicBezTo>
                <a:cubicBezTo>
                  <a:pt x="33777" y="24468"/>
                  <a:pt x="34101" y="24169"/>
                  <a:pt x="34449" y="23896"/>
                </a:cubicBezTo>
                <a:cubicBezTo>
                  <a:pt x="34673" y="23721"/>
                  <a:pt x="34898" y="23522"/>
                  <a:pt x="35146" y="23348"/>
                </a:cubicBezTo>
                <a:cubicBezTo>
                  <a:pt x="35445" y="23099"/>
                  <a:pt x="35794" y="22800"/>
                  <a:pt x="36092" y="22552"/>
                </a:cubicBezTo>
                <a:cubicBezTo>
                  <a:pt x="36341" y="22377"/>
                  <a:pt x="36565" y="22178"/>
                  <a:pt x="36814" y="22004"/>
                </a:cubicBezTo>
                <a:cubicBezTo>
                  <a:pt x="36889" y="21929"/>
                  <a:pt x="36939" y="21904"/>
                  <a:pt x="37038" y="21855"/>
                </a:cubicBezTo>
                <a:cubicBezTo>
                  <a:pt x="37287" y="21655"/>
                  <a:pt x="37561" y="21431"/>
                  <a:pt x="37810" y="21257"/>
                </a:cubicBezTo>
                <a:cubicBezTo>
                  <a:pt x="38059" y="21058"/>
                  <a:pt x="38283" y="20909"/>
                  <a:pt x="38532" y="20734"/>
                </a:cubicBezTo>
                <a:cubicBezTo>
                  <a:pt x="38830" y="20510"/>
                  <a:pt x="39129" y="20286"/>
                  <a:pt x="39428" y="20062"/>
                </a:cubicBezTo>
                <a:close/>
                <a:moveTo>
                  <a:pt x="42215" y="26559"/>
                </a:moveTo>
                <a:cubicBezTo>
                  <a:pt x="42215" y="26609"/>
                  <a:pt x="42265" y="26609"/>
                  <a:pt x="42265" y="26634"/>
                </a:cubicBezTo>
                <a:cubicBezTo>
                  <a:pt x="42041" y="26858"/>
                  <a:pt x="41867" y="27007"/>
                  <a:pt x="41668" y="27131"/>
                </a:cubicBezTo>
                <a:cubicBezTo>
                  <a:pt x="41419" y="27355"/>
                  <a:pt x="41170" y="27530"/>
                  <a:pt x="40921" y="27754"/>
                </a:cubicBezTo>
                <a:cubicBezTo>
                  <a:pt x="40349" y="28227"/>
                  <a:pt x="39826" y="28700"/>
                  <a:pt x="39278" y="29197"/>
                </a:cubicBezTo>
                <a:cubicBezTo>
                  <a:pt x="38980" y="29446"/>
                  <a:pt x="38756" y="29645"/>
                  <a:pt x="38457" y="29894"/>
                </a:cubicBezTo>
                <a:cubicBezTo>
                  <a:pt x="37835" y="30467"/>
                  <a:pt x="37212" y="31014"/>
                  <a:pt x="36590" y="31612"/>
                </a:cubicBezTo>
                <a:cubicBezTo>
                  <a:pt x="36341" y="31861"/>
                  <a:pt x="36092" y="32085"/>
                  <a:pt x="35843" y="32334"/>
                </a:cubicBezTo>
                <a:cubicBezTo>
                  <a:pt x="35321" y="32831"/>
                  <a:pt x="34798" y="33329"/>
                  <a:pt x="34300" y="33827"/>
                </a:cubicBezTo>
                <a:lnTo>
                  <a:pt x="33728" y="34375"/>
                </a:lnTo>
                <a:cubicBezTo>
                  <a:pt x="33105" y="34997"/>
                  <a:pt x="32483" y="35619"/>
                  <a:pt x="31861" y="36266"/>
                </a:cubicBezTo>
                <a:lnTo>
                  <a:pt x="31363" y="36764"/>
                </a:lnTo>
                <a:cubicBezTo>
                  <a:pt x="30691" y="37486"/>
                  <a:pt x="29994" y="38208"/>
                  <a:pt x="29347" y="38930"/>
                </a:cubicBezTo>
                <a:lnTo>
                  <a:pt x="29247" y="39004"/>
                </a:lnTo>
                <a:cubicBezTo>
                  <a:pt x="29123" y="39154"/>
                  <a:pt x="28998" y="39278"/>
                  <a:pt x="28899" y="39378"/>
                </a:cubicBezTo>
                <a:cubicBezTo>
                  <a:pt x="28874" y="39378"/>
                  <a:pt x="28874" y="39353"/>
                  <a:pt x="28849" y="39353"/>
                </a:cubicBezTo>
                <a:lnTo>
                  <a:pt x="29969" y="38133"/>
                </a:lnTo>
                <a:cubicBezTo>
                  <a:pt x="30342" y="37735"/>
                  <a:pt x="30716" y="37362"/>
                  <a:pt x="31089" y="36963"/>
                </a:cubicBezTo>
                <a:cubicBezTo>
                  <a:pt x="31463" y="36565"/>
                  <a:pt x="31861" y="36142"/>
                  <a:pt x="32234" y="35769"/>
                </a:cubicBezTo>
                <a:lnTo>
                  <a:pt x="32881" y="35121"/>
                </a:lnTo>
                <a:cubicBezTo>
                  <a:pt x="33553" y="34474"/>
                  <a:pt x="34201" y="33827"/>
                  <a:pt x="34873" y="33155"/>
                </a:cubicBezTo>
                <a:cubicBezTo>
                  <a:pt x="35097" y="32956"/>
                  <a:pt x="35346" y="32732"/>
                  <a:pt x="35594" y="32483"/>
                </a:cubicBezTo>
                <a:lnTo>
                  <a:pt x="36988" y="31164"/>
                </a:lnTo>
                <a:cubicBezTo>
                  <a:pt x="37461" y="30741"/>
                  <a:pt x="37934" y="30342"/>
                  <a:pt x="38407" y="29894"/>
                </a:cubicBezTo>
                <a:cubicBezTo>
                  <a:pt x="38731" y="29596"/>
                  <a:pt x="39104" y="29272"/>
                  <a:pt x="39453" y="28924"/>
                </a:cubicBezTo>
                <a:cubicBezTo>
                  <a:pt x="39926" y="28525"/>
                  <a:pt x="40349" y="28152"/>
                  <a:pt x="40822" y="27754"/>
                </a:cubicBezTo>
                <a:cubicBezTo>
                  <a:pt x="41195" y="27430"/>
                  <a:pt x="41543" y="27131"/>
                  <a:pt x="41917" y="26808"/>
                </a:cubicBezTo>
                <a:cubicBezTo>
                  <a:pt x="42016" y="26733"/>
                  <a:pt x="42091" y="26659"/>
                  <a:pt x="42215" y="26559"/>
                </a:cubicBezTo>
                <a:close/>
                <a:moveTo>
                  <a:pt x="22377" y="36242"/>
                </a:moveTo>
                <a:cubicBezTo>
                  <a:pt x="24145" y="36938"/>
                  <a:pt x="26260" y="38034"/>
                  <a:pt x="28575" y="39428"/>
                </a:cubicBezTo>
                <a:cubicBezTo>
                  <a:pt x="28575" y="39452"/>
                  <a:pt x="28550" y="39452"/>
                  <a:pt x="28550" y="39477"/>
                </a:cubicBezTo>
                <a:cubicBezTo>
                  <a:pt x="26235" y="38083"/>
                  <a:pt x="24120" y="36988"/>
                  <a:pt x="22352" y="36316"/>
                </a:cubicBezTo>
                <a:cubicBezTo>
                  <a:pt x="22352" y="36291"/>
                  <a:pt x="22377" y="36291"/>
                  <a:pt x="22377" y="36242"/>
                </a:cubicBezTo>
                <a:close/>
                <a:moveTo>
                  <a:pt x="74350" y="39428"/>
                </a:moveTo>
                <a:cubicBezTo>
                  <a:pt x="74350" y="39453"/>
                  <a:pt x="74300" y="39527"/>
                  <a:pt x="74300" y="39552"/>
                </a:cubicBezTo>
                <a:lnTo>
                  <a:pt x="74300" y="39477"/>
                </a:lnTo>
                <a:cubicBezTo>
                  <a:pt x="74300" y="39453"/>
                  <a:pt x="74350" y="39452"/>
                  <a:pt x="74350" y="39428"/>
                </a:cubicBezTo>
                <a:close/>
                <a:moveTo>
                  <a:pt x="71886" y="33006"/>
                </a:moveTo>
                <a:lnTo>
                  <a:pt x="71911" y="33031"/>
                </a:lnTo>
                <a:cubicBezTo>
                  <a:pt x="71935" y="33354"/>
                  <a:pt x="72010" y="33703"/>
                  <a:pt x="72060" y="34051"/>
                </a:cubicBezTo>
                <a:cubicBezTo>
                  <a:pt x="72110" y="34126"/>
                  <a:pt x="72110" y="34225"/>
                  <a:pt x="72135" y="34325"/>
                </a:cubicBezTo>
                <a:cubicBezTo>
                  <a:pt x="72259" y="34823"/>
                  <a:pt x="72384" y="35296"/>
                  <a:pt x="72558" y="35744"/>
                </a:cubicBezTo>
                <a:cubicBezTo>
                  <a:pt x="72608" y="35843"/>
                  <a:pt x="72632" y="35943"/>
                  <a:pt x="72657" y="35993"/>
                </a:cubicBezTo>
                <a:cubicBezTo>
                  <a:pt x="72807" y="36466"/>
                  <a:pt x="73006" y="36938"/>
                  <a:pt x="73230" y="37362"/>
                </a:cubicBezTo>
                <a:cubicBezTo>
                  <a:pt x="73255" y="37436"/>
                  <a:pt x="73280" y="37486"/>
                  <a:pt x="73304" y="37586"/>
                </a:cubicBezTo>
                <a:cubicBezTo>
                  <a:pt x="73479" y="37934"/>
                  <a:pt x="73653" y="38308"/>
                  <a:pt x="73877" y="38656"/>
                </a:cubicBezTo>
                <a:lnTo>
                  <a:pt x="73877" y="38706"/>
                </a:lnTo>
                <a:cubicBezTo>
                  <a:pt x="73852" y="38805"/>
                  <a:pt x="73852" y="38855"/>
                  <a:pt x="73852" y="38955"/>
                </a:cubicBezTo>
                <a:cubicBezTo>
                  <a:pt x="73802" y="39179"/>
                  <a:pt x="73753" y="39353"/>
                  <a:pt x="73678" y="39577"/>
                </a:cubicBezTo>
                <a:cubicBezTo>
                  <a:pt x="72184" y="37934"/>
                  <a:pt x="71039" y="36042"/>
                  <a:pt x="70268" y="33927"/>
                </a:cubicBezTo>
                <a:cubicBezTo>
                  <a:pt x="70790" y="33603"/>
                  <a:pt x="71363" y="33304"/>
                  <a:pt x="71886" y="33006"/>
                </a:cubicBezTo>
                <a:close/>
                <a:moveTo>
                  <a:pt x="28725" y="39552"/>
                </a:moveTo>
                <a:cubicBezTo>
                  <a:pt x="28749" y="39552"/>
                  <a:pt x="28749" y="39577"/>
                  <a:pt x="28774" y="39577"/>
                </a:cubicBezTo>
                <a:cubicBezTo>
                  <a:pt x="28774" y="39602"/>
                  <a:pt x="28749" y="39602"/>
                  <a:pt x="28749" y="39627"/>
                </a:cubicBezTo>
                <a:cubicBezTo>
                  <a:pt x="28725" y="39577"/>
                  <a:pt x="28725" y="39577"/>
                  <a:pt x="28700" y="39577"/>
                </a:cubicBezTo>
                <a:lnTo>
                  <a:pt x="28725" y="39552"/>
                </a:lnTo>
                <a:close/>
                <a:moveTo>
                  <a:pt x="21481" y="36192"/>
                </a:moveTo>
                <a:cubicBezTo>
                  <a:pt x="21581" y="36217"/>
                  <a:pt x="21631" y="36242"/>
                  <a:pt x="21730" y="36291"/>
                </a:cubicBezTo>
                <a:cubicBezTo>
                  <a:pt x="20859" y="37411"/>
                  <a:pt x="19988" y="38532"/>
                  <a:pt x="19166" y="39677"/>
                </a:cubicBezTo>
                <a:cubicBezTo>
                  <a:pt x="19092" y="39502"/>
                  <a:pt x="19017" y="39378"/>
                  <a:pt x="18917" y="39253"/>
                </a:cubicBezTo>
                <a:cubicBezTo>
                  <a:pt x="19764" y="38233"/>
                  <a:pt x="20610" y="37212"/>
                  <a:pt x="21481" y="36192"/>
                </a:cubicBezTo>
                <a:close/>
                <a:moveTo>
                  <a:pt x="74026" y="38855"/>
                </a:moveTo>
                <a:lnTo>
                  <a:pt x="74051" y="38880"/>
                </a:lnTo>
                <a:lnTo>
                  <a:pt x="74051" y="38930"/>
                </a:lnTo>
                <a:lnTo>
                  <a:pt x="74051" y="38980"/>
                </a:lnTo>
                <a:lnTo>
                  <a:pt x="73877" y="39726"/>
                </a:lnTo>
                <a:lnTo>
                  <a:pt x="73852" y="39701"/>
                </a:lnTo>
                <a:lnTo>
                  <a:pt x="73802" y="39677"/>
                </a:lnTo>
                <a:cubicBezTo>
                  <a:pt x="73877" y="39477"/>
                  <a:pt x="73927" y="39228"/>
                  <a:pt x="74001" y="38955"/>
                </a:cubicBezTo>
                <a:cubicBezTo>
                  <a:pt x="74001" y="38930"/>
                  <a:pt x="74001" y="38905"/>
                  <a:pt x="74026" y="38855"/>
                </a:cubicBezTo>
                <a:close/>
                <a:moveTo>
                  <a:pt x="102004" y="37561"/>
                </a:moveTo>
                <a:cubicBezTo>
                  <a:pt x="102352" y="37735"/>
                  <a:pt x="102676" y="37909"/>
                  <a:pt x="103000" y="38108"/>
                </a:cubicBezTo>
                <a:cubicBezTo>
                  <a:pt x="103024" y="38108"/>
                  <a:pt x="103024" y="38158"/>
                  <a:pt x="103049" y="38158"/>
                </a:cubicBezTo>
                <a:cubicBezTo>
                  <a:pt x="103796" y="38606"/>
                  <a:pt x="104493" y="39179"/>
                  <a:pt x="105066" y="39776"/>
                </a:cubicBezTo>
                <a:cubicBezTo>
                  <a:pt x="105072" y="39783"/>
                  <a:pt x="105074" y="39786"/>
                  <a:pt x="105071" y="39786"/>
                </a:cubicBezTo>
                <a:cubicBezTo>
                  <a:pt x="105064" y="39786"/>
                  <a:pt x="105027" y="39763"/>
                  <a:pt x="104991" y="39726"/>
                </a:cubicBezTo>
                <a:lnTo>
                  <a:pt x="104966" y="39701"/>
                </a:lnTo>
                <a:cubicBezTo>
                  <a:pt x="104916" y="39677"/>
                  <a:pt x="104891" y="39677"/>
                  <a:pt x="104866" y="39652"/>
                </a:cubicBezTo>
                <a:cubicBezTo>
                  <a:pt x="104667" y="39452"/>
                  <a:pt x="104493" y="39278"/>
                  <a:pt x="104269" y="39104"/>
                </a:cubicBezTo>
                <a:cubicBezTo>
                  <a:pt x="104219" y="39079"/>
                  <a:pt x="104145" y="39029"/>
                  <a:pt x="104120" y="38980"/>
                </a:cubicBezTo>
                <a:cubicBezTo>
                  <a:pt x="103871" y="38805"/>
                  <a:pt x="103647" y="38606"/>
                  <a:pt x="103373" y="38432"/>
                </a:cubicBezTo>
                <a:cubicBezTo>
                  <a:pt x="103348" y="38407"/>
                  <a:pt x="103273" y="38357"/>
                  <a:pt x="103224" y="38332"/>
                </a:cubicBezTo>
                <a:cubicBezTo>
                  <a:pt x="103149" y="38308"/>
                  <a:pt x="103099" y="38233"/>
                  <a:pt x="103024" y="38208"/>
                </a:cubicBezTo>
                <a:lnTo>
                  <a:pt x="103000" y="38183"/>
                </a:lnTo>
                <a:lnTo>
                  <a:pt x="102975" y="38158"/>
                </a:lnTo>
                <a:lnTo>
                  <a:pt x="102925" y="38108"/>
                </a:lnTo>
                <a:cubicBezTo>
                  <a:pt x="102751" y="38034"/>
                  <a:pt x="102576" y="37909"/>
                  <a:pt x="102402" y="37810"/>
                </a:cubicBezTo>
                <a:cubicBezTo>
                  <a:pt x="102377" y="37785"/>
                  <a:pt x="102303" y="37785"/>
                  <a:pt x="102253" y="37735"/>
                </a:cubicBezTo>
                <a:cubicBezTo>
                  <a:pt x="102153" y="37710"/>
                  <a:pt x="102079" y="37660"/>
                  <a:pt x="102004" y="37611"/>
                </a:cubicBezTo>
                <a:lnTo>
                  <a:pt x="102004" y="37586"/>
                </a:lnTo>
                <a:lnTo>
                  <a:pt x="102004" y="37561"/>
                </a:lnTo>
                <a:close/>
                <a:moveTo>
                  <a:pt x="70069" y="34001"/>
                </a:moveTo>
                <a:cubicBezTo>
                  <a:pt x="70890" y="36117"/>
                  <a:pt x="72060" y="38083"/>
                  <a:pt x="73603" y="39801"/>
                </a:cubicBezTo>
                <a:lnTo>
                  <a:pt x="73529" y="39801"/>
                </a:lnTo>
                <a:cubicBezTo>
                  <a:pt x="72010" y="38108"/>
                  <a:pt x="70815" y="36192"/>
                  <a:pt x="70019" y="34026"/>
                </a:cubicBezTo>
                <a:cubicBezTo>
                  <a:pt x="70044" y="34026"/>
                  <a:pt x="70044" y="34001"/>
                  <a:pt x="70069" y="34001"/>
                </a:cubicBezTo>
                <a:close/>
                <a:moveTo>
                  <a:pt x="42265" y="26907"/>
                </a:moveTo>
                <a:cubicBezTo>
                  <a:pt x="42415" y="27107"/>
                  <a:pt x="42539" y="27281"/>
                  <a:pt x="42639" y="27505"/>
                </a:cubicBezTo>
                <a:cubicBezTo>
                  <a:pt x="37660" y="31089"/>
                  <a:pt x="33230" y="35345"/>
                  <a:pt x="29621" y="39851"/>
                </a:cubicBezTo>
                <a:cubicBezTo>
                  <a:pt x="29446" y="39726"/>
                  <a:pt x="29247" y="39602"/>
                  <a:pt x="29073" y="39527"/>
                </a:cubicBezTo>
                <a:cubicBezTo>
                  <a:pt x="29098" y="39477"/>
                  <a:pt x="29123" y="39428"/>
                  <a:pt x="29148" y="39403"/>
                </a:cubicBezTo>
                <a:cubicBezTo>
                  <a:pt x="29272" y="39228"/>
                  <a:pt x="29421" y="39104"/>
                  <a:pt x="29571" y="38955"/>
                </a:cubicBezTo>
                <a:cubicBezTo>
                  <a:pt x="30168" y="38308"/>
                  <a:pt x="30790" y="37660"/>
                  <a:pt x="31363" y="37038"/>
                </a:cubicBezTo>
                <a:cubicBezTo>
                  <a:pt x="31612" y="36789"/>
                  <a:pt x="31836" y="36540"/>
                  <a:pt x="32085" y="36316"/>
                </a:cubicBezTo>
                <a:cubicBezTo>
                  <a:pt x="32558" y="35818"/>
                  <a:pt x="33056" y="35345"/>
                  <a:pt x="33528" y="34848"/>
                </a:cubicBezTo>
                <a:lnTo>
                  <a:pt x="34549" y="33827"/>
                </a:lnTo>
                <a:cubicBezTo>
                  <a:pt x="34972" y="33429"/>
                  <a:pt x="35420" y="32981"/>
                  <a:pt x="35843" y="32583"/>
                </a:cubicBezTo>
                <a:cubicBezTo>
                  <a:pt x="36167" y="32309"/>
                  <a:pt x="36441" y="32010"/>
                  <a:pt x="36764" y="31736"/>
                </a:cubicBezTo>
                <a:cubicBezTo>
                  <a:pt x="37337" y="31214"/>
                  <a:pt x="37934" y="30641"/>
                  <a:pt x="38532" y="30118"/>
                </a:cubicBezTo>
                <a:cubicBezTo>
                  <a:pt x="38805" y="29869"/>
                  <a:pt x="39129" y="29596"/>
                  <a:pt x="39403" y="29347"/>
                </a:cubicBezTo>
                <a:cubicBezTo>
                  <a:pt x="39901" y="28899"/>
                  <a:pt x="40374" y="28500"/>
                  <a:pt x="40871" y="28077"/>
                </a:cubicBezTo>
                <a:cubicBezTo>
                  <a:pt x="41145" y="27828"/>
                  <a:pt x="41419" y="27579"/>
                  <a:pt x="41693" y="27355"/>
                </a:cubicBezTo>
                <a:cubicBezTo>
                  <a:pt x="41892" y="27206"/>
                  <a:pt x="42066" y="27032"/>
                  <a:pt x="42265" y="26907"/>
                </a:cubicBezTo>
                <a:close/>
                <a:moveTo>
                  <a:pt x="22004" y="36316"/>
                </a:moveTo>
                <a:cubicBezTo>
                  <a:pt x="21083" y="37536"/>
                  <a:pt x="20212" y="38706"/>
                  <a:pt x="19341" y="39901"/>
                </a:cubicBezTo>
                <a:cubicBezTo>
                  <a:pt x="19291" y="39851"/>
                  <a:pt x="19291" y="39851"/>
                  <a:pt x="19291" y="39826"/>
                </a:cubicBezTo>
                <a:cubicBezTo>
                  <a:pt x="20137" y="38656"/>
                  <a:pt x="21008" y="37486"/>
                  <a:pt x="21954" y="36316"/>
                </a:cubicBezTo>
                <a:close/>
                <a:moveTo>
                  <a:pt x="18818" y="39428"/>
                </a:moveTo>
                <a:cubicBezTo>
                  <a:pt x="18893" y="39577"/>
                  <a:pt x="18992" y="39701"/>
                  <a:pt x="19092" y="39851"/>
                </a:cubicBezTo>
                <a:cubicBezTo>
                  <a:pt x="19092" y="39901"/>
                  <a:pt x="19042" y="39901"/>
                  <a:pt x="19042" y="39925"/>
                </a:cubicBezTo>
                <a:cubicBezTo>
                  <a:pt x="18967" y="39776"/>
                  <a:pt x="18868" y="39627"/>
                  <a:pt x="18768" y="39477"/>
                </a:cubicBezTo>
                <a:lnTo>
                  <a:pt x="18818" y="39428"/>
                </a:lnTo>
                <a:close/>
                <a:moveTo>
                  <a:pt x="69870" y="34151"/>
                </a:moveTo>
                <a:cubicBezTo>
                  <a:pt x="70641" y="36167"/>
                  <a:pt x="71736" y="38034"/>
                  <a:pt x="73155" y="39677"/>
                </a:cubicBezTo>
                <a:lnTo>
                  <a:pt x="73130" y="39677"/>
                </a:lnTo>
                <a:cubicBezTo>
                  <a:pt x="73056" y="39677"/>
                  <a:pt x="73031" y="39652"/>
                  <a:pt x="72981" y="39652"/>
                </a:cubicBezTo>
                <a:cubicBezTo>
                  <a:pt x="72906" y="39652"/>
                  <a:pt x="72881" y="39602"/>
                  <a:pt x="72807" y="39602"/>
                </a:cubicBezTo>
                <a:cubicBezTo>
                  <a:pt x="72707" y="39577"/>
                  <a:pt x="72608" y="39577"/>
                  <a:pt x="72508" y="39552"/>
                </a:cubicBezTo>
                <a:lnTo>
                  <a:pt x="71935" y="39452"/>
                </a:lnTo>
                <a:cubicBezTo>
                  <a:pt x="71836" y="39452"/>
                  <a:pt x="71786" y="39428"/>
                  <a:pt x="71687" y="39428"/>
                </a:cubicBezTo>
                <a:lnTo>
                  <a:pt x="71438" y="39428"/>
                </a:lnTo>
                <a:cubicBezTo>
                  <a:pt x="71089" y="39403"/>
                  <a:pt x="70716" y="39353"/>
                  <a:pt x="70392" y="39353"/>
                </a:cubicBezTo>
                <a:lnTo>
                  <a:pt x="70342" y="39353"/>
                </a:lnTo>
                <a:cubicBezTo>
                  <a:pt x="70069" y="39353"/>
                  <a:pt x="69820" y="39353"/>
                  <a:pt x="69546" y="39403"/>
                </a:cubicBezTo>
                <a:cubicBezTo>
                  <a:pt x="69421" y="39403"/>
                  <a:pt x="69297" y="39428"/>
                  <a:pt x="69173" y="39428"/>
                </a:cubicBezTo>
                <a:cubicBezTo>
                  <a:pt x="69023" y="39428"/>
                  <a:pt x="68849" y="39452"/>
                  <a:pt x="68700" y="39452"/>
                </a:cubicBezTo>
                <a:cubicBezTo>
                  <a:pt x="68650" y="39452"/>
                  <a:pt x="68600" y="39452"/>
                  <a:pt x="68550" y="39477"/>
                </a:cubicBezTo>
                <a:cubicBezTo>
                  <a:pt x="68451" y="39477"/>
                  <a:pt x="68351" y="39527"/>
                  <a:pt x="68276" y="39527"/>
                </a:cubicBezTo>
                <a:cubicBezTo>
                  <a:pt x="68152" y="39552"/>
                  <a:pt x="68003" y="39552"/>
                  <a:pt x="67853" y="39577"/>
                </a:cubicBezTo>
                <a:cubicBezTo>
                  <a:pt x="67779" y="39577"/>
                  <a:pt x="67679" y="39602"/>
                  <a:pt x="67580" y="39627"/>
                </a:cubicBezTo>
                <a:lnTo>
                  <a:pt x="67530" y="39627"/>
                </a:lnTo>
                <a:cubicBezTo>
                  <a:pt x="67455" y="39627"/>
                  <a:pt x="67430" y="39677"/>
                  <a:pt x="67380" y="39677"/>
                </a:cubicBezTo>
                <a:cubicBezTo>
                  <a:pt x="67256" y="39701"/>
                  <a:pt x="67107" y="39701"/>
                  <a:pt x="67007" y="39726"/>
                </a:cubicBezTo>
                <a:lnTo>
                  <a:pt x="66957" y="39726"/>
                </a:lnTo>
                <a:cubicBezTo>
                  <a:pt x="66808" y="39751"/>
                  <a:pt x="66609" y="39826"/>
                  <a:pt x="66459" y="39851"/>
                </a:cubicBezTo>
                <a:cubicBezTo>
                  <a:pt x="66335" y="39876"/>
                  <a:pt x="66211" y="39925"/>
                  <a:pt x="66111" y="39950"/>
                </a:cubicBezTo>
                <a:cubicBezTo>
                  <a:pt x="66061" y="39975"/>
                  <a:pt x="65962" y="39975"/>
                  <a:pt x="65912" y="40000"/>
                </a:cubicBezTo>
                <a:cubicBezTo>
                  <a:pt x="65240" y="39328"/>
                  <a:pt x="64667" y="38581"/>
                  <a:pt x="64070" y="37810"/>
                </a:cubicBezTo>
                <a:cubicBezTo>
                  <a:pt x="65987" y="36490"/>
                  <a:pt x="67928" y="35246"/>
                  <a:pt x="69870" y="34151"/>
                </a:cubicBezTo>
                <a:close/>
                <a:moveTo>
                  <a:pt x="42754" y="27719"/>
                </a:moveTo>
                <a:cubicBezTo>
                  <a:pt x="42763" y="27719"/>
                  <a:pt x="42763" y="27736"/>
                  <a:pt x="42763" y="27754"/>
                </a:cubicBezTo>
                <a:cubicBezTo>
                  <a:pt x="37810" y="31313"/>
                  <a:pt x="33429" y="35545"/>
                  <a:pt x="29845" y="40025"/>
                </a:cubicBezTo>
                <a:cubicBezTo>
                  <a:pt x="29820" y="40025"/>
                  <a:pt x="29820" y="39975"/>
                  <a:pt x="29795" y="39975"/>
                </a:cubicBezTo>
                <a:cubicBezTo>
                  <a:pt x="33404" y="35495"/>
                  <a:pt x="37785" y="31263"/>
                  <a:pt x="42738" y="27729"/>
                </a:cubicBezTo>
                <a:cubicBezTo>
                  <a:pt x="42745" y="27722"/>
                  <a:pt x="42751" y="27719"/>
                  <a:pt x="42754" y="27719"/>
                </a:cubicBezTo>
                <a:close/>
                <a:moveTo>
                  <a:pt x="101805" y="38208"/>
                </a:moveTo>
                <a:cubicBezTo>
                  <a:pt x="102800" y="38681"/>
                  <a:pt x="103771" y="39204"/>
                  <a:pt x="104717" y="39801"/>
                </a:cubicBezTo>
                <a:cubicBezTo>
                  <a:pt x="104767" y="39851"/>
                  <a:pt x="104866" y="39925"/>
                  <a:pt x="104916" y="40025"/>
                </a:cubicBezTo>
                <a:cubicBezTo>
                  <a:pt x="103896" y="39353"/>
                  <a:pt x="102875" y="38780"/>
                  <a:pt x="101780" y="38283"/>
                </a:cubicBezTo>
                <a:cubicBezTo>
                  <a:pt x="101780" y="38233"/>
                  <a:pt x="101780" y="38233"/>
                  <a:pt x="101805" y="38208"/>
                </a:cubicBezTo>
                <a:close/>
                <a:moveTo>
                  <a:pt x="28949" y="39652"/>
                </a:moveTo>
                <a:cubicBezTo>
                  <a:pt x="29123" y="39776"/>
                  <a:pt x="29322" y="39851"/>
                  <a:pt x="29496" y="39975"/>
                </a:cubicBezTo>
                <a:cubicBezTo>
                  <a:pt x="29496" y="40025"/>
                  <a:pt x="29496" y="40050"/>
                  <a:pt x="29471" y="40050"/>
                </a:cubicBezTo>
                <a:cubicBezTo>
                  <a:pt x="29297" y="39925"/>
                  <a:pt x="29098" y="39801"/>
                  <a:pt x="28924" y="39701"/>
                </a:cubicBezTo>
                <a:cubicBezTo>
                  <a:pt x="28924" y="39677"/>
                  <a:pt x="28949" y="39677"/>
                  <a:pt x="28949" y="39652"/>
                </a:cubicBezTo>
                <a:close/>
                <a:moveTo>
                  <a:pt x="63896" y="37859"/>
                </a:moveTo>
                <a:cubicBezTo>
                  <a:pt x="64443" y="38606"/>
                  <a:pt x="65041" y="39353"/>
                  <a:pt x="65688" y="40025"/>
                </a:cubicBezTo>
                <a:cubicBezTo>
                  <a:pt x="65663" y="40025"/>
                  <a:pt x="65638" y="40025"/>
                  <a:pt x="65588" y="40050"/>
                </a:cubicBezTo>
                <a:cubicBezTo>
                  <a:pt x="64966" y="39403"/>
                  <a:pt x="64393" y="38681"/>
                  <a:pt x="63821" y="37909"/>
                </a:cubicBezTo>
                <a:cubicBezTo>
                  <a:pt x="63846" y="37909"/>
                  <a:pt x="63846" y="37859"/>
                  <a:pt x="63896" y="37859"/>
                </a:cubicBezTo>
                <a:close/>
                <a:moveTo>
                  <a:pt x="74350" y="39925"/>
                </a:moveTo>
                <a:lnTo>
                  <a:pt x="74350" y="40050"/>
                </a:lnTo>
                <a:cubicBezTo>
                  <a:pt x="74350" y="40050"/>
                  <a:pt x="74300" y="40050"/>
                  <a:pt x="74300" y="40025"/>
                </a:cubicBezTo>
                <a:cubicBezTo>
                  <a:pt x="74300" y="39975"/>
                  <a:pt x="74350" y="39950"/>
                  <a:pt x="74350" y="39925"/>
                </a:cubicBezTo>
                <a:close/>
                <a:moveTo>
                  <a:pt x="19166" y="40050"/>
                </a:moveTo>
                <a:cubicBezTo>
                  <a:pt x="19216" y="40075"/>
                  <a:pt x="19216" y="40075"/>
                  <a:pt x="19216" y="40100"/>
                </a:cubicBezTo>
                <a:cubicBezTo>
                  <a:pt x="19216" y="40125"/>
                  <a:pt x="19166" y="40125"/>
                  <a:pt x="19166" y="40174"/>
                </a:cubicBezTo>
                <a:cubicBezTo>
                  <a:pt x="19166" y="40174"/>
                  <a:pt x="19166" y="40125"/>
                  <a:pt x="19141" y="40125"/>
                </a:cubicBezTo>
                <a:lnTo>
                  <a:pt x="19141" y="40100"/>
                </a:lnTo>
                <a:cubicBezTo>
                  <a:pt x="19141" y="40075"/>
                  <a:pt x="19166" y="40050"/>
                  <a:pt x="19166" y="40050"/>
                </a:cubicBezTo>
                <a:close/>
                <a:moveTo>
                  <a:pt x="29670" y="40075"/>
                </a:moveTo>
                <a:cubicBezTo>
                  <a:pt x="29695" y="40075"/>
                  <a:pt x="29695" y="40100"/>
                  <a:pt x="29720" y="40100"/>
                </a:cubicBezTo>
                <a:cubicBezTo>
                  <a:pt x="29720" y="40149"/>
                  <a:pt x="29695" y="40149"/>
                  <a:pt x="29695" y="40174"/>
                </a:cubicBezTo>
                <a:cubicBezTo>
                  <a:pt x="29670" y="40174"/>
                  <a:pt x="29670" y="40174"/>
                  <a:pt x="29621" y="40149"/>
                </a:cubicBezTo>
                <a:cubicBezTo>
                  <a:pt x="29621" y="40100"/>
                  <a:pt x="29670" y="40100"/>
                  <a:pt x="29670" y="40075"/>
                </a:cubicBezTo>
                <a:close/>
                <a:moveTo>
                  <a:pt x="70392" y="39577"/>
                </a:moveTo>
                <a:cubicBezTo>
                  <a:pt x="70815" y="39577"/>
                  <a:pt x="71189" y="39602"/>
                  <a:pt x="71587" y="39627"/>
                </a:cubicBezTo>
                <a:cubicBezTo>
                  <a:pt x="71687" y="39627"/>
                  <a:pt x="71786" y="39677"/>
                  <a:pt x="71886" y="39677"/>
                </a:cubicBezTo>
                <a:cubicBezTo>
                  <a:pt x="71960" y="39677"/>
                  <a:pt x="72035" y="39701"/>
                  <a:pt x="72135" y="39701"/>
                </a:cubicBezTo>
                <a:cubicBezTo>
                  <a:pt x="72408" y="39726"/>
                  <a:pt x="72707" y="39801"/>
                  <a:pt x="73006" y="39851"/>
                </a:cubicBezTo>
                <a:cubicBezTo>
                  <a:pt x="73155" y="39876"/>
                  <a:pt x="73280" y="39950"/>
                  <a:pt x="73429" y="39975"/>
                </a:cubicBezTo>
                <a:lnTo>
                  <a:pt x="73454" y="40000"/>
                </a:lnTo>
                <a:lnTo>
                  <a:pt x="73504" y="40050"/>
                </a:lnTo>
                <a:cubicBezTo>
                  <a:pt x="73479" y="40025"/>
                  <a:pt x="73404" y="39975"/>
                  <a:pt x="73379" y="39975"/>
                </a:cubicBezTo>
                <a:cubicBezTo>
                  <a:pt x="73304" y="39950"/>
                  <a:pt x="73255" y="39950"/>
                  <a:pt x="73180" y="39925"/>
                </a:cubicBezTo>
                <a:cubicBezTo>
                  <a:pt x="73155" y="39925"/>
                  <a:pt x="73080" y="39901"/>
                  <a:pt x="73056" y="39901"/>
                </a:cubicBezTo>
                <a:lnTo>
                  <a:pt x="73006" y="39901"/>
                </a:lnTo>
                <a:cubicBezTo>
                  <a:pt x="72906" y="39851"/>
                  <a:pt x="72807" y="39851"/>
                  <a:pt x="72707" y="39826"/>
                </a:cubicBezTo>
                <a:cubicBezTo>
                  <a:pt x="72657" y="39826"/>
                  <a:pt x="72608" y="39801"/>
                  <a:pt x="72533" y="39801"/>
                </a:cubicBezTo>
                <a:cubicBezTo>
                  <a:pt x="72408" y="39776"/>
                  <a:pt x="72309" y="39726"/>
                  <a:pt x="72184" y="39726"/>
                </a:cubicBezTo>
                <a:cubicBezTo>
                  <a:pt x="72085" y="39726"/>
                  <a:pt x="72010" y="39701"/>
                  <a:pt x="71911" y="39701"/>
                </a:cubicBezTo>
                <a:cubicBezTo>
                  <a:pt x="71836" y="39701"/>
                  <a:pt x="71786" y="39677"/>
                  <a:pt x="71711" y="39677"/>
                </a:cubicBezTo>
                <a:lnTo>
                  <a:pt x="71537" y="39677"/>
                </a:lnTo>
                <a:cubicBezTo>
                  <a:pt x="71438" y="39677"/>
                  <a:pt x="71388" y="39652"/>
                  <a:pt x="71288" y="39652"/>
                </a:cubicBezTo>
                <a:lnTo>
                  <a:pt x="71064" y="39652"/>
                </a:lnTo>
                <a:cubicBezTo>
                  <a:pt x="70840" y="39652"/>
                  <a:pt x="70641" y="39602"/>
                  <a:pt x="70417" y="39602"/>
                </a:cubicBezTo>
                <a:lnTo>
                  <a:pt x="70318" y="39602"/>
                </a:lnTo>
                <a:cubicBezTo>
                  <a:pt x="70069" y="39602"/>
                  <a:pt x="69795" y="39602"/>
                  <a:pt x="69546" y="39652"/>
                </a:cubicBezTo>
                <a:cubicBezTo>
                  <a:pt x="69446" y="39652"/>
                  <a:pt x="69347" y="39652"/>
                  <a:pt x="69272" y="39677"/>
                </a:cubicBezTo>
                <a:lnTo>
                  <a:pt x="68973" y="39677"/>
                </a:lnTo>
                <a:cubicBezTo>
                  <a:pt x="68899" y="39677"/>
                  <a:pt x="68799" y="39677"/>
                  <a:pt x="68700" y="39701"/>
                </a:cubicBezTo>
                <a:cubicBezTo>
                  <a:pt x="68550" y="39726"/>
                  <a:pt x="68401" y="39726"/>
                  <a:pt x="68202" y="39776"/>
                </a:cubicBezTo>
                <a:cubicBezTo>
                  <a:pt x="68077" y="39801"/>
                  <a:pt x="67978" y="39801"/>
                  <a:pt x="67853" y="39801"/>
                </a:cubicBezTo>
                <a:cubicBezTo>
                  <a:pt x="67779" y="39801"/>
                  <a:pt x="67679" y="39826"/>
                  <a:pt x="67580" y="39851"/>
                </a:cubicBezTo>
                <a:cubicBezTo>
                  <a:pt x="67480" y="39901"/>
                  <a:pt x="67405" y="39901"/>
                  <a:pt x="67331" y="39925"/>
                </a:cubicBezTo>
                <a:cubicBezTo>
                  <a:pt x="67281" y="39925"/>
                  <a:pt x="67181" y="39950"/>
                  <a:pt x="67107" y="39950"/>
                </a:cubicBezTo>
                <a:cubicBezTo>
                  <a:pt x="67082" y="39950"/>
                  <a:pt x="67057" y="39950"/>
                  <a:pt x="67032" y="39975"/>
                </a:cubicBezTo>
                <a:lnTo>
                  <a:pt x="66982" y="39975"/>
                </a:lnTo>
                <a:cubicBezTo>
                  <a:pt x="66808" y="40025"/>
                  <a:pt x="66609" y="40075"/>
                  <a:pt x="66435" y="40100"/>
                </a:cubicBezTo>
                <a:cubicBezTo>
                  <a:pt x="66360" y="40100"/>
                  <a:pt x="66335" y="40149"/>
                  <a:pt x="66285" y="40149"/>
                </a:cubicBezTo>
                <a:cubicBezTo>
                  <a:pt x="66211" y="40149"/>
                  <a:pt x="66186" y="40174"/>
                  <a:pt x="66111" y="40174"/>
                </a:cubicBezTo>
                <a:cubicBezTo>
                  <a:pt x="66086" y="40174"/>
                  <a:pt x="66061" y="40174"/>
                  <a:pt x="66036" y="40199"/>
                </a:cubicBezTo>
                <a:lnTo>
                  <a:pt x="65987" y="40174"/>
                </a:lnTo>
                <a:cubicBezTo>
                  <a:pt x="66036" y="40174"/>
                  <a:pt x="66061" y="40149"/>
                  <a:pt x="66111" y="40149"/>
                </a:cubicBezTo>
                <a:cubicBezTo>
                  <a:pt x="66211" y="40100"/>
                  <a:pt x="66310" y="40100"/>
                  <a:pt x="66410" y="40075"/>
                </a:cubicBezTo>
                <a:cubicBezTo>
                  <a:pt x="66584" y="40025"/>
                  <a:pt x="66808" y="39975"/>
                  <a:pt x="66982" y="39950"/>
                </a:cubicBezTo>
                <a:cubicBezTo>
                  <a:pt x="67156" y="39925"/>
                  <a:pt x="67306" y="39901"/>
                  <a:pt x="67430" y="39851"/>
                </a:cubicBezTo>
                <a:cubicBezTo>
                  <a:pt x="67555" y="39826"/>
                  <a:pt x="67704" y="39801"/>
                  <a:pt x="67828" y="39801"/>
                </a:cubicBezTo>
                <a:cubicBezTo>
                  <a:pt x="68052" y="39776"/>
                  <a:pt x="68301" y="39726"/>
                  <a:pt x="68525" y="39701"/>
                </a:cubicBezTo>
                <a:cubicBezTo>
                  <a:pt x="68575" y="39701"/>
                  <a:pt x="68650" y="39677"/>
                  <a:pt x="68700" y="39677"/>
                </a:cubicBezTo>
                <a:cubicBezTo>
                  <a:pt x="69272" y="39602"/>
                  <a:pt x="69820" y="39577"/>
                  <a:pt x="70342" y="39577"/>
                </a:cubicBezTo>
                <a:close/>
                <a:moveTo>
                  <a:pt x="74549" y="39726"/>
                </a:moveTo>
                <a:cubicBezTo>
                  <a:pt x="74599" y="39801"/>
                  <a:pt x="74649" y="39851"/>
                  <a:pt x="74674" y="39925"/>
                </a:cubicBezTo>
                <a:cubicBezTo>
                  <a:pt x="74723" y="40000"/>
                  <a:pt x="74748" y="40100"/>
                  <a:pt x="74773" y="40174"/>
                </a:cubicBezTo>
                <a:cubicBezTo>
                  <a:pt x="74773" y="40199"/>
                  <a:pt x="74773" y="40199"/>
                  <a:pt x="74798" y="40224"/>
                </a:cubicBezTo>
                <a:lnTo>
                  <a:pt x="74773" y="40199"/>
                </a:lnTo>
                <a:lnTo>
                  <a:pt x="74798" y="40249"/>
                </a:lnTo>
                <a:cubicBezTo>
                  <a:pt x="74773" y="40249"/>
                  <a:pt x="74773" y="40249"/>
                  <a:pt x="74748" y="40224"/>
                </a:cubicBezTo>
                <a:cubicBezTo>
                  <a:pt x="74674" y="40199"/>
                  <a:pt x="74599" y="40174"/>
                  <a:pt x="74524" y="40125"/>
                </a:cubicBezTo>
                <a:cubicBezTo>
                  <a:pt x="74524" y="40000"/>
                  <a:pt x="74549" y="39851"/>
                  <a:pt x="74549" y="39726"/>
                </a:cubicBezTo>
                <a:close/>
                <a:moveTo>
                  <a:pt x="80498" y="35694"/>
                </a:moveTo>
                <a:cubicBezTo>
                  <a:pt x="80100" y="36739"/>
                  <a:pt x="79702" y="37735"/>
                  <a:pt x="79229" y="38780"/>
                </a:cubicBezTo>
                <a:cubicBezTo>
                  <a:pt x="79204" y="38805"/>
                  <a:pt x="79129" y="38805"/>
                  <a:pt x="79104" y="38830"/>
                </a:cubicBezTo>
                <a:cubicBezTo>
                  <a:pt x="78905" y="38930"/>
                  <a:pt x="78706" y="38980"/>
                  <a:pt x="78507" y="39079"/>
                </a:cubicBezTo>
                <a:cubicBezTo>
                  <a:pt x="78258" y="39179"/>
                  <a:pt x="78034" y="39303"/>
                  <a:pt x="77785" y="39403"/>
                </a:cubicBezTo>
                <a:lnTo>
                  <a:pt x="77760" y="39403"/>
                </a:lnTo>
                <a:cubicBezTo>
                  <a:pt x="77636" y="39452"/>
                  <a:pt x="77511" y="39527"/>
                  <a:pt x="77362" y="39577"/>
                </a:cubicBezTo>
                <a:cubicBezTo>
                  <a:pt x="77138" y="39677"/>
                  <a:pt x="76914" y="39776"/>
                  <a:pt x="76739" y="39851"/>
                </a:cubicBezTo>
                <a:cubicBezTo>
                  <a:pt x="76391" y="40025"/>
                  <a:pt x="76043" y="40199"/>
                  <a:pt x="75669" y="40349"/>
                </a:cubicBezTo>
                <a:cubicBezTo>
                  <a:pt x="75495" y="40075"/>
                  <a:pt x="75296" y="39801"/>
                  <a:pt x="75171" y="39527"/>
                </a:cubicBezTo>
                <a:cubicBezTo>
                  <a:pt x="75146" y="39452"/>
                  <a:pt x="75122" y="39428"/>
                  <a:pt x="75097" y="39353"/>
                </a:cubicBezTo>
                <a:cubicBezTo>
                  <a:pt x="75022" y="39278"/>
                  <a:pt x="74997" y="39154"/>
                  <a:pt x="74922" y="39054"/>
                </a:cubicBezTo>
                <a:cubicBezTo>
                  <a:pt x="76217" y="37561"/>
                  <a:pt x="78108" y="36416"/>
                  <a:pt x="80498" y="35694"/>
                </a:cubicBezTo>
                <a:close/>
                <a:moveTo>
                  <a:pt x="105414" y="40224"/>
                </a:moveTo>
                <a:lnTo>
                  <a:pt x="105414" y="40224"/>
                </a:lnTo>
                <a:cubicBezTo>
                  <a:pt x="105464" y="40249"/>
                  <a:pt x="105489" y="40249"/>
                  <a:pt x="105514" y="40299"/>
                </a:cubicBezTo>
                <a:cubicBezTo>
                  <a:pt x="105538" y="40324"/>
                  <a:pt x="105588" y="40324"/>
                  <a:pt x="105613" y="40349"/>
                </a:cubicBezTo>
                <a:cubicBezTo>
                  <a:pt x="105638" y="40373"/>
                  <a:pt x="105663" y="40423"/>
                  <a:pt x="105663" y="40448"/>
                </a:cubicBezTo>
                <a:lnTo>
                  <a:pt x="105696" y="40481"/>
                </a:lnTo>
                <a:lnTo>
                  <a:pt x="105696" y="40481"/>
                </a:lnTo>
                <a:cubicBezTo>
                  <a:pt x="105686" y="40476"/>
                  <a:pt x="105675" y="40473"/>
                  <a:pt x="105663" y="40473"/>
                </a:cubicBezTo>
                <a:cubicBezTo>
                  <a:pt x="105638" y="40448"/>
                  <a:pt x="105613" y="40423"/>
                  <a:pt x="105538" y="40398"/>
                </a:cubicBezTo>
                <a:cubicBezTo>
                  <a:pt x="105538" y="40324"/>
                  <a:pt x="105489" y="40299"/>
                  <a:pt x="105414" y="40224"/>
                </a:cubicBezTo>
                <a:close/>
                <a:moveTo>
                  <a:pt x="74250" y="40523"/>
                </a:moveTo>
                <a:cubicBezTo>
                  <a:pt x="74275" y="40523"/>
                  <a:pt x="74300" y="40548"/>
                  <a:pt x="74300" y="40548"/>
                </a:cubicBezTo>
                <a:cubicBezTo>
                  <a:pt x="74275" y="40548"/>
                  <a:pt x="74275" y="40548"/>
                  <a:pt x="74250" y="40523"/>
                </a:cubicBezTo>
                <a:close/>
                <a:moveTo>
                  <a:pt x="79104" y="39079"/>
                </a:moveTo>
                <a:cubicBezTo>
                  <a:pt x="79104" y="39079"/>
                  <a:pt x="79104" y="39104"/>
                  <a:pt x="79054" y="39104"/>
                </a:cubicBezTo>
                <a:cubicBezTo>
                  <a:pt x="78283" y="39452"/>
                  <a:pt x="77486" y="39801"/>
                  <a:pt x="76665" y="40174"/>
                </a:cubicBezTo>
                <a:cubicBezTo>
                  <a:pt x="76391" y="40299"/>
                  <a:pt x="76092" y="40448"/>
                  <a:pt x="75769" y="40597"/>
                </a:cubicBezTo>
                <a:lnTo>
                  <a:pt x="75769" y="40573"/>
                </a:lnTo>
                <a:cubicBezTo>
                  <a:pt x="75769" y="40573"/>
                  <a:pt x="75769" y="40548"/>
                  <a:pt x="75744" y="40548"/>
                </a:cubicBezTo>
                <a:cubicBezTo>
                  <a:pt x="76889" y="40025"/>
                  <a:pt x="78009" y="39527"/>
                  <a:pt x="79104" y="39079"/>
                </a:cubicBezTo>
                <a:close/>
                <a:moveTo>
                  <a:pt x="74524" y="40349"/>
                </a:moveTo>
                <a:cubicBezTo>
                  <a:pt x="74549" y="40349"/>
                  <a:pt x="74549" y="40398"/>
                  <a:pt x="74549" y="40398"/>
                </a:cubicBezTo>
                <a:cubicBezTo>
                  <a:pt x="74674" y="40448"/>
                  <a:pt x="74798" y="40523"/>
                  <a:pt x="74922" y="40597"/>
                </a:cubicBezTo>
                <a:lnTo>
                  <a:pt x="74922" y="40622"/>
                </a:lnTo>
                <a:cubicBezTo>
                  <a:pt x="74922" y="40622"/>
                  <a:pt x="74922" y="40672"/>
                  <a:pt x="74972" y="40672"/>
                </a:cubicBezTo>
                <a:cubicBezTo>
                  <a:pt x="74922" y="40672"/>
                  <a:pt x="74898" y="40622"/>
                  <a:pt x="74873" y="40622"/>
                </a:cubicBezTo>
                <a:cubicBezTo>
                  <a:pt x="74848" y="40622"/>
                  <a:pt x="74848" y="40597"/>
                  <a:pt x="74798" y="40597"/>
                </a:cubicBezTo>
                <a:cubicBezTo>
                  <a:pt x="74723" y="40548"/>
                  <a:pt x="74624" y="40498"/>
                  <a:pt x="74524" y="40448"/>
                </a:cubicBezTo>
                <a:cubicBezTo>
                  <a:pt x="74499" y="40448"/>
                  <a:pt x="74499" y="40423"/>
                  <a:pt x="74474" y="40423"/>
                </a:cubicBezTo>
                <a:lnTo>
                  <a:pt x="74524" y="40349"/>
                </a:lnTo>
                <a:close/>
                <a:moveTo>
                  <a:pt x="63697" y="37984"/>
                </a:moveTo>
                <a:cubicBezTo>
                  <a:pt x="64219" y="38731"/>
                  <a:pt x="64817" y="39452"/>
                  <a:pt x="65414" y="40075"/>
                </a:cubicBezTo>
                <a:cubicBezTo>
                  <a:pt x="65339" y="40100"/>
                  <a:pt x="65290" y="40100"/>
                  <a:pt x="65215" y="40125"/>
                </a:cubicBezTo>
                <a:cubicBezTo>
                  <a:pt x="65090" y="40174"/>
                  <a:pt x="64966" y="40224"/>
                  <a:pt x="64842" y="40249"/>
                </a:cubicBezTo>
                <a:cubicBezTo>
                  <a:pt x="64792" y="40299"/>
                  <a:pt x="64717" y="40299"/>
                  <a:pt x="64667" y="40324"/>
                </a:cubicBezTo>
                <a:lnTo>
                  <a:pt x="64617" y="40324"/>
                </a:lnTo>
                <a:cubicBezTo>
                  <a:pt x="64543" y="40349"/>
                  <a:pt x="64418" y="40373"/>
                  <a:pt x="64319" y="40423"/>
                </a:cubicBezTo>
                <a:cubicBezTo>
                  <a:pt x="64219" y="40448"/>
                  <a:pt x="64095" y="40473"/>
                  <a:pt x="63995" y="40548"/>
                </a:cubicBezTo>
                <a:cubicBezTo>
                  <a:pt x="63921" y="40573"/>
                  <a:pt x="63846" y="40597"/>
                  <a:pt x="63746" y="40647"/>
                </a:cubicBezTo>
                <a:cubicBezTo>
                  <a:pt x="63697" y="40672"/>
                  <a:pt x="63622" y="40672"/>
                  <a:pt x="63572" y="40697"/>
                </a:cubicBezTo>
                <a:cubicBezTo>
                  <a:pt x="63248" y="40075"/>
                  <a:pt x="62925" y="39428"/>
                  <a:pt x="62576" y="38780"/>
                </a:cubicBezTo>
                <a:cubicBezTo>
                  <a:pt x="62950" y="38482"/>
                  <a:pt x="63323" y="38233"/>
                  <a:pt x="63697" y="37984"/>
                </a:cubicBezTo>
                <a:close/>
                <a:moveTo>
                  <a:pt x="73603" y="40697"/>
                </a:moveTo>
                <a:cubicBezTo>
                  <a:pt x="73603" y="40718"/>
                  <a:pt x="73603" y="40721"/>
                  <a:pt x="73573" y="40737"/>
                </a:cubicBezTo>
                <a:lnTo>
                  <a:pt x="73573" y="40737"/>
                </a:lnTo>
                <a:cubicBezTo>
                  <a:pt x="73582" y="40722"/>
                  <a:pt x="73592" y="40708"/>
                  <a:pt x="73603" y="40697"/>
                </a:cubicBezTo>
                <a:close/>
                <a:moveTo>
                  <a:pt x="62402" y="38930"/>
                </a:moveTo>
                <a:cubicBezTo>
                  <a:pt x="62726" y="39552"/>
                  <a:pt x="63074" y="40174"/>
                  <a:pt x="63348" y="40797"/>
                </a:cubicBezTo>
                <a:cubicBezTo>
                  <a:pt x="63323" y="40797"/>
                  <a:pt x="63323" y="40797"/>
                  <a:pt x="63298" y="40821"/>
                </a:cubicBezTo>
                <a:cubicBezTo>
                  <a:pt x="62975" y="40199"/>
                  <a:pt x="62676" y="39577"/>
                  <a:pt x="62328" y="38955"/>
                </a:cubicBezTo>
                <a:cubicBezTo>
                  <a:pt x="62352" y="38955"/>
                  <a:pt x="62352" y="38930"/>
                  <a:pt x="62402" y="38930"/>
                </a:cubicBezTo>
                <a:close/>
                <a:moveTo>
                  <a:pt x="75296" y="40797"/>
                </a:moveTo>
                <a:cubicBezTo>
                  <a:pt x="75296" y="40797"/>
                  <a:pt x="75346" y="40797"/>
                  <a:pt x="75346" y="40821"/>
                </a:cubicBezTo>
                <a:lnTo>
                  <a:pt x="75346" y="40846"/>
                </a:lnTo>
                <a:lnTo>
                  <a:pt x="75296" y="40846"/>
                </a:lnTo>
                <a:lnTo>
                  <a:pt x="75296" y="40821"/>
                </a:lnTo>
                <a:lnTo>
                  <a:pt x="75271" y="40797"/>
                </a:lnTo>
                <a:close/>
                <a:moveTo>
                  <a:pt x="74474" y="40672"/>
                </a:moveTo>
                <a:cubicBezTo>
                  <a:pt x="74549" y="40722"/>
                  <a:pt x="74624" y="40797"/>
                  <a:pt x="74723" y="40846"/>
                </a:cubicBezTo>
                <a:cubicBezTo>
                  <a:pt x="74674" y="40846"/>
                  <a:pt x="74674" y="40871"/>
                  <a:pt x="74649" y="40871"/>
                </a:cubicBezTo>
                <a:cubicBezTo>
                  <a:pt x="74599" y="40821"/>
                  <a:pt x="74524" y="40797"/>
                  <a:pt x="74474" y="40722"/>
                </a:cubicBezTo>
                <a:lnTo>
                  <a:pt x="74474" y="40672"/>
                </a:lnTo>
                <a:close/>
                <a:moveTo>
                  <a:pt x="65581" y="40284"/>
                </a:moveTo>
                <a:lnTo>
                  <a:pt x="65581" y="40284"/>
                </a:lnTo>
                <a:cubicBezTo>
                  <a:pt x="65583" y="40288"/>
                  <a:pt x="65585" y="40293"/>
                  <a:pt x="65588" y="40299"/>
                </a:cubicBezTo>
                <a:cubicBezTo>
                  <a:pt x="65538" y="40299"/>
                  <a:pt x="65514" y="40324"/>
                  <a:pt x="65439" y="40324"/>
                </a:cubicBezTo>
                <a:cubicBezTo>
                  <a:pt x="65389" y="40349"/>
                  <a:pt x="65314" y="40349"/>
                  <a:pt x="65240" y="40398"/>
                </a:cubicBezTo>
                <a:cubicBezTo>
                  <a:pt x="65215" y="40398"/>
                  <a:pt x="65190" y="40423"/>
                  <a:pt x="65165" y="40423"/>
                </a:cubicBezTo>
                <a:cubicBezTo>
                  <a:pt x="64966" y="40473"/>
                  <a:pt x="64792" y="40548"/>
                  <a:pt x="64617" y="40597"/>
                </a:cubicBezTo>
                <a:cubicBezTo>
                  <a:pt x="64543" y="40622"/>
                  <a:pt x="64443" y="40672"/>
                  <a:pt x="64369" y="40697"/>
                </a:cubicBezTo>
                <a:cubicBezTo>
                  <a:pt x="64194" y="40747"/>
                  <a:pt x="63970" y="40846"/>
                  <a:pt x="63746" y="40921"/>
                </a:cubicBezTo>
                <a:cubicBezTo>
                  <a:pt x="63721" y="40921"/>
                  <a:pt x="63697" y="40946"/>
                  <a:pt x="63672" y="40946"/>
                </a:cubicBezTo>
                <a:lnTo>
                  <a:pt x="63672" y="40921"/>
                </a:lnTo>
                <a:lnTo>
                  <a:pt x="63672" y="40871"/>
                </a:lnTo>
                <a:cubicBezTo>
                  <a:pt x="63921" y="40797"/>
                  <a:pt x="64120" y="40697"/>
                  <a:pt x="64369" y="40622"/>
                </a:cubicBezTo>
                <a:cubicBezTo>
                  <a:pt x="64443" y="40597"/>
                  <a:pt x="64493" y="40597"/>
                  <a:pt x="64568" y="40573"/>
                </a:cubicBezTo>
                <a:cubicBezTo>
                  <a:pt x="64692" y="40523"/>
                  <a:pt x="64842" y="40473"/>
                  <a:pt x="64966" y="40448"/>
                </a:cubicBezTo>
                <a:cubicBezTo>
                  <a:pt x="65066" y="40423"/>
                  <a:pt x="65165" y="40398"/>
                  <a:pt x="65290" y="40349"/>
                </a:cubicBezTo>
                <a:cubicBezTo>
                  <a:pt x="65389" y="40324"/>
                  <a:pt x="65439" y="40324"/>
                  <a:pt x="65538" y="40299"/>
                </a:cubicBezTo>
                <a:cubicBezTo>
                  <a:pt x="65555" y="40299"/>
                  <a:pt x="65572" y="40299"/>
                  <a:pt x="65581" y="40284"/>
                </a:cubicBezTo>
                <a:close/>
                <a:moveTo>
                  <a:pt x="63448" y="40946"/>
                </a:moveTo>
                <a:cubicBezTo>
                  <a:pt x="63448" y="40946"/>
                  <a:pt x="63448" y="40971"/>
                  <a:pt x="63473" y="40971"/>
                </a:cubicBezTo>
                <a:lnTo>
                  <a:pt x="63473" y="41021"/>
                </a:lnTo>
                <a:lnTo>
                  <a:pt x="63423" y="41021"/>
                </a:lnTo>
                <a:lnTo>
                  <a:pt x="63423" y="40971"/>
                </a:lnTo>
                <a:cubicBezTo>
                  <a:pt x="63406" y="40987"/>
                  <a:pt x="63395" y="40993"/>
                  <a:pt x="63388" y="40993"/>
                </a:cubicBezTo>
                <a:cubicBezTo>
                  <a:pt x="63373" y="40993"/>
                  <a:pt x="63373" y="40971"/>
                  <a:pt x="63373" y="40971"/>
                </a:cubicBezTo>
                <a:cubicBezTo>
                  <a:pt x="63423" y="40971"/>
                  <a:pt x="63423" y="40946"/>
                  <a:pt x="63448" y="40946"/>
                </a:cubicBezTo>
                <a:close/>
                <a:moveTo>
                  <a:pt x="74823" y="40971"/>
                </a:moveTo>
                <a:lnTo>
                  <a:pt x="74898" y="41046"/>
                </a:lnTo>
                <a:cubicBezTo>
                  <a:pt x="74873" y="41046"/>
                  <a:pt x="74873" y="41070"/>
                  <a:pt x="74848" y="41070"/>
                </a:cubicBezTo>
                <a:lnTo>
                  <a:pt x="74798" y="41046"/>
                </a:lnTo>
                <a:lnTo>
                  <a:pt x="74773" y="41021"/>
                </a:lnTo>
                <a:cubicBezTo>
                  <a:pt x="74798" y="41021"/>
                  <a:pt x="74798" y="40971"/>
                  <a:pt x="74823" y="40971"/>
                </a:cubicBezTo>
                <a:close/>
                <a:moveTo>
                  <a:pt x="74250" y="40722"/>
                </a:moveTo>
                <a:cubicBezTo>
                  <a:pt x="74250" y="40772"/>
                  <a:pt x="74275" y="40797"/>
                  <a:pt x="74300" y="40797"/>
                </a:cubicBezTo>
                <a:cubicBezTo>
                  <a:pt x="74300" y="40896"/>
                  <a:pt x="74275" y="40971"/>
                  <a:pt x="74275" y="41070"/>
                </a:cubicBezTo>
                <a:cubicBezTo>
                  <a:pt x="74250" y="41070"/>
                  <a:pt x="74250" y="41095"/>
                  <a:pt x="74225" y="41095"/>
                </a:cubicBezTo>
                <a:cubicBezTo>
                  <a:pt x="74225" y="40971"/>
                  <a:pt x="74250" y="40846"/>
                  <a:pt x="74250" y="40722"/>
                </a:cubicBezTo>
                <a:close/>
                <a:moveTo>
                  <a:pt x="74649" y="41095"/>
                </a:moveTo>
                <a:lnTo>
                  <a:pt x="74674" y="41145"/>
                </a:lnTo>
                <a:cubicBezTo>
                  <a:pt x="74599" y="41170"/>
                  <a:pt x="74524" y="41220"/>
                  <a:pt x="74425" y="41270"/>
                </a:cubicBezTo>
                <a:lnTo>
                  <a:pt x="74425" y="41220"/>
                </a:lnTo>
                <a:lnTo>
                  <a:pt x="74425" y="41195"/>
                </a:lnTo>
                <a:cubicBezTo>
                  <a:pt x="74499" y="41195"/>
                  <a:pt x="74549" y="41170"/>
                  <a:pt x="74649" y="41095"/>
                </a:cubicBezTo>
                <a:close/>
                <a:moveTo>
                  <a:pt x="74051" y="40672"/>
                </a:moveTo>
                <a:cubicBezTo>
                  <a:pt x="74026" y="40846"/>
                  <a:pt x="74026" y="41046"/>
                  <a:pt x="74001" y="41220"/>
                </a:cubicBezTo>
                <a:lnTo>
                  <a:pt x="73802" y="41319"/>
                </a:lnTo>
                <a:cubicBezTo>
                  <a:pt x="73902" y="41095"/>
                  <a:pt x="74001" y="40896"/>
                  <a:pt x="74051" y="40672"/>
                </a:cubicBezTo>
                <a:close/>
                <a:moveTo>
                  <a:pt x="74250" y="41319"/>
                </a:moveTo>
                <a:lnTo>
                  <a:pt x="74250" y="41344"/>
                </a:lnTo>
                <a:lnTo>
                  <a:pt x="74250" y="41369"/>
                </a:lnTo>
                <a:cubicBezTo>
                  <a:pt x="74225" y="41369"/>
                  <a:pt x="74225" y="41419"/>
                  <a:pt x="74176" y="41419"/>
                </a:cubicBezTo>
                <a:lnTo>
                  <a:pt x="74176" y="41369"/>
                </a:lnTo>
                <a:lnTo>
                  <a:pt x="74176" y="41344"/>
                </a:lnTo>
                <a:cubicBezTo>
                  <a:pt x="74176" y="41344"/>
                  <a:pt x="74225" y="41344"/>
                  <a:pt x="74250" y="41319"/>
                </a:cubicBezTo>
                <a:close/>
                <a:moveTo>
                  <a:pt x="75520" y="41220"/>
                </a:moveTo>
                <a:lnTo>
                  <a:pt x="75545" y="41270"/>
                </a:lnTo>
                <a:lnTo>
                  <a:pt x="75594" y="41294"/>
                </a:lnTo>
                <a:cubicBezTo>
                  <a:pt x="75619" y="41319"/>
                  <a:pt x="75619" y="41344"/>
                  <a:pt x="75669" y="41419"/>
                </a:cubicBezTo>
                <a:cubicBezTo>
                  <a:pt x="75644" y="41419"/>
                  <a:pt x="75644" y="41394"/>
                  <a:pt x="75619" y="41394"/>
                </a:cubicBezTo>
                <a:lnTo>
                  <a:pt x="75570" y="41344"/>
                </a:lnTo>
                <a:cubicBezTo>
                  <a:pt x="75545" y="41319"/>
                  <a:pt x="75520" y="41270"/>
                  <a:pt x="75520" y="41220"/>
                </a:cubicBezTo>
                <a:close/>
                <a:moveTo>
                  <a:pt x="73902" y="40573"/>
                </a:moveTo>
                <a:lnTo>
                  <a:pt x="73902" y="40573"/>
                </a:lnTo>
                <a:cubicBezTo>
                  <a:pt x="73777" y="40871"/>
                  <a:pt x="73653" y="41170"/>
                  <a:pt x="73529" y="41469"/>
                </a:cubicBezTo>
                <a:lnTo>
                  <a:pt x="73504" y="41494"/>
                </a:lnTo>
                <a:cubicBezTo>
                  <a:pt x="73628" y="41170"/>
                  <a:pt x="73753" y="40871"/>
                  <a:pt x="73902" y="40573"/>
                </a:cubicBezTo>
                <a:close/>
                <a:moveTo>
                  <a:pt x="75047" y="41170"/>
                </a:moveTo>
                <a:cubicBezTo>
                  <a:pt x="75146" y="41270"/>
                  <a:pt x="75271" y="41344"/>
                  <a:pt x="75370" y="41419"/>
                </a:cubicBezTo>
                <a:cubicBezTo>
                  <a:pt x="75395" y="41444"/>
                  <a:pt x="75395" y="41518"/>
                  <a:pt x="75420" y="41543"/>
                </a:cubicBezTo>
                <a:cubicBezTo>
                  <a:pt x="75271" y="41419"/>
                  <a:pt x="75122" y="41319"/>
                  <a:pt x="74997" y="41195"/>
                </a:cubicBezTo>
                <a:cubicBezTo>
                  <a:pt x="75022" y="41195"/>
                  <a:pt x="75047" y="41195"/>
                  <a:pt x="75047" y="41170"/>
                </a:cubicBezTo>
                <a:close/>
                <a:moveTo>
                  <a:pt x="73499" y="40921"/>
                </a:moveTo>
                <a:cubicBezTo>
                  <a:pt x="73475" y="41011"/>
                  <a:pt x="73448" y="41107"/>
                  <a:pt x="73404" y="41195"/>
                </a:cubicBezTo>
                <a:cubicBezTo>
                  <a:pt x="73354" y="41319"/>
                  <a:pt x="73280" y="41469"/>
                  <a:pt x="73230" y="41593"/>
                </a:cubicBezTo>
                <a:cubicBezTo>
                  <a:pt x="73230" y="41638"/>
                  <a:pt x="73230" y="41642"/>
                  <a:pt x="73192" y="41662"/>
                </a:cubicBezTo>
                <a:lnTo>
                  <a:pt x="73192" y="41662"/>
                </a:lnTo>
                <a:cubicBezTo>
                  <a:pt x="73284" y="41423"/>
                  <a:pt x="73335" y="41185"/>
                  <a:pt x="73454" y="40946"/>
                </a:cubicBezTo>
                <a:cubicBezTo>
                  <a:pt x="73454" y="40946"/>
                  <a:pt x="73454" y="40923"/>
                  <a:pt x="73499" y="40921"/>
                </a:cubicBezTo>
                <a:close/>
                <a:moveTo>
                  <a:pt x="73977" y="41469"/>
                </a:moveTo>
                <a:lnTo>
                  <a:pt x="73977" y="41518"/>
                </a:lnTo>
                <a:lnTo>
                  <a:pt x="73977" y="41543"/>
                </a:lnTo>
                <a:cubicBezTo>
                  <a:pt x="73852" y="41593"/>
                  <a:pt x="73753" y="41668"/>
                  <a:pt x="73628" y="41693"/>
                </a:cubicBezTo>
                <a:cubicBezTo>
                  <a:pt x="73628" y="41693"/>
                  <a:pt x="73628" y="41668"/>
                  <a:pt x="73653" y="41668"/>
                </a:cubicBezTo>
                <a:lnTo>
                  <a:pt x="73653" y="41643"/>
                </a:lnTo>
                <a:cubicBezTo>
                  <a:pt x="73753" y="41568"/>
                  <a:pt x="73852" y="41543"/>
                  <a:pt x="73977" y="41469"/>
                </a:cubicBezTo>
                <a:close/>
                <a:moveTo>
                  <a:pt x="75993" y="41643"/>
                </a:moveTo>
                <a:lnTo>
                  <a:pt x="75993" y="41643"/>
                </a:lnTo>
                <a:cubicBezTo>
                  <a:pt x="76043" y="41668"/>
                  <a:pt x="76092" y="41693"/>
                  <a:pt x="76142" y="41767"/>
                </a:cubicBezTo>
                <a:lnTo>
                  <a:pt x="76267" y="41892"/>
                </a:lnTo>
                <a:cubicBezTo>
                  <a:pt x="76192" y="41817"/>
                  <a:pt x="76142" y="41792"/>
                  <a:pt x="76043" y="41718"/>
                </a:cubicBezTo>
                <a:cubicBezTo>
                  <a:pt x="76018" y="41693"/>
                  <a:pt x="76018" y="41668"/>
                  <a:pt x="75993" y="41643"/>
                </a:cubicBezTo>
                <a:close/>
                <a:moveTo>
                  <a:pt x="75819" y="41792"/>
                </a:moveTo>
                <a:cubicBezTo>
                  <a:pt x="75868" y="41792"/>
                  <a:pt x="75868" y="41817"/>
                  <a:pt x="75893" y="41817"/>
                </a:cubicBezTo>
                <a:cubicBezTo>
                  <a:pt x="75918" y="41842"/>
                  <a:pt x="75918" y="41867"/>
                  <a:pt x="75943" y="41917"/>
                </a:cubicBezTo>
                <a:lnTo>
                  <a:pt x="75893" y="41842"/>
                </a:lnTo>
                <a:lnTo>
                  <a:pt x="75868" y="41817"/>
                </a:lnTo>
                <a:cubicBezTo>
                  <a:pt x="75819" y="41817"/>
                  <a:pt x="75819" y="41792"/>
                  <a:pt x="75819" y="41792"/>
                </a:cubicBezTo>
                <a:close/>
                <a:moveTo>
                  <a:pt x="76540" y="41817"/>
                </a:moveTo>
                <a:cubicBezTo>
                  <a:pt x="76590" y="41842"/>
                  <a:pt x="76640" y="41917"/>
                  <a:pt x="76665" y="41966"/>
                </a:cubicBezTo>
                <a:cubicBezTo>
                  <a:pt x="76665" y="41966"/>
                  <a:pt x="76665" y="42016"/>
                  <a:pt x="76715" y="42016"/>
                </a:cubicBezTo>
                <a:cubicBezTo>
                  <a:pt x="76739" y="42066"/>
                  <a:pt x="76789" y="42091"/>
                  <a:pt x="76839" y="42166"/>
                </a:cubicBezTo>
                <a:cubicBezTo>
                  <a:pt x="76764" y="42091"/>
                  <a:pt x="76715" y="42041"/>
                  <a:pt x="76640" y="42016"/>
                </a:cubicBezTo>
                <a:cubicBezTo>
                  <a:pt x="76615" y="41942"/>
                  <a:pt x="76590" y="41917"/>
                  <a:pt x="76515" y="41842"/>
                </a:cubicBezTo>
                <a:lnTo>
                  <a:pt x="76540" y="41817"/>
                </a:lnTo>
                <a:close/>
                <a:moveTo>
                  <a:pt x="78955" y="39353"/>
                </a:moveTo>
                <a:lnTo>
                  <a:pt x="78955" y="39353"/>
                </a:lnTo>
                <a:cubicBezTo>
                  <a:pt x="78482" y="40349"/>
                  <a:pt x="77984" y="41344"/>
                  <a:pt x="77461" y="42340"/>
                </a:cubicBezTo>
                <a:cubicBezTo>
                  <a:pt x="77387" y="42315"/>
                  <a:pt x="77362" y="42265"/>
                  <a:pt x="77287" y="42215"/>
                </a:cubicBezTo>
                <a:cubicBezTo>
                  <a:pt x="77138" y="42066"/>
                  <a:pt x="76963" y="41917"/>
                  <a:pt x="76764" y="41718"/>
                </a:cubicBezTo>
                <a:lnTo>
                  <a:pt x="76665" y="41643"/>
                </a:lnTo>
                <a:lnTo>
                  <a:pt x="76665" y="41444"/>
                </a:lnTo>
                <a:lnTo>
                  <a:pt x="76590" y="41543"/>
                </a:lnTo>
                <a:cubicBezTo>
                  <a:pt x="76491" y="41419"/>
                  <a:pt x="76391" y="41319"/>
                  <a:pt x="76291" y="41195"/>
                </a:cubicBezTo>
                <a:lnTo>
                  <a:pt x="76242" y="41145"/>
                </a:lnTo>
                <a:cubicBezTo>
                  <a:pt x="76117" y="41021"/>
                  <a:pt x="76018" y="40871"/>
                  <a:pt x="75893" y="40772"/>
                </a:cubicBezTo>
                <a:cubicBezTo>
                  <a:pt x="76391" y="40523"/>
                  <a:pt x="76864" y="40299"/>
                  <a:pt x="77362" y="40075"/>
                </a:cubicBezTo>
                <a:lnTo>
                  <a:pt x="77536" y="39975"/>
                </a:lnTo>
                <a:cubicBezTo>
                  <a:pt x="78009" y="39776"/>
                  <a:pt x="78482" y="39577"/>
                  <a:pt x="78955" y="39353"/>
                </a:cubicBezTo>
                <a:close/>
                <a:moveTo>
                  <a:pt x="90554" y="36217"/>
                </a:moveTo>
                <a:cubicBezTo>
                  <a:pt x="89733" y="38233"/>
                  <a:pt x="88787" y="40349"/>
                  <a:pt x="87716" y="42464"/>
                </a:cubicBezTo>
                <a:lnTo>
                  <a:pt x="87667" y="42464"/>
                </a:lnTo>
                <a:cubicBezTo>
                  <a:pt x="88737" y="40349"/>
                  <a:pt x="89683" y="38283"/>
                  <a:pt x="90479" y="36217"/>
                </a:cubicBezTo>
                <a:close/>
                <a:moveTo>
                  <a:pt x="76288" y="42150"/>
                </a:moveTo>
                <a:lnTo>
                  <a:pt x="76288" y="42150"/>
                </a:lnTo>
                <a:cubicBezTo>
                  <a:pt x="76455" y="42224"/>
                  <a:pt x="76620" y="42319"/>
                  <a:pt x="76739" y="42415"/>
                </a:cubicBezTo>
                <a:cubicBezTo>
                  <a:pt x="76764" y="42439"/>
                  <a:pt x="76789" y="42464"/>
                  <a:pt x="76839" y="42539"/>
                </a:cubicBezTo>
                <a:lnTo>
                  <a:pt x="76366" y="42265"/>
                </a:lnTo>
                <a:cubicBezTo>
                  <a:pt x="76366" y="42215"/>
                  <a:pt x="76341" y="42215"/>
                  <a:pt x="76341" y="42190"/>
                </a:cubicBezTo>
                <a:cubicBezTo>
                  <a:pt x="76310" y="42175"/>
                  <a:pt x="76299" y="42160"/>
                  <a:pt x="76288" y="42150"/>
                </a:cubicBezTo>
                <a:close/>
                <a:moveTo>
                  <a:pt x="79303" y="39228"/>
                </a:moveTo>
                <a:lnTo>
                  <a:pt x="79303" y="39228"/>
                </a:lnTo>
                <a:cubicBezTo>
                  <a:pt x="78781" y="40324"/>
                  <a:pt x="78233" y="41419"/>
                  <a:pt x="77660" y="42539"/>
                </a:cubicBezTo>
                <a:lnTo>
                  <a:pt x="77636" y="42514"/>
                </a:lnTo>
                <a:cubicBezTo>
                  <a:pt x="78233" y="41419"/>
                  <a:pt x="78756" y="40324"/>
                  <a:pt x="79253" y="39278"/>
                </a:cubicBezTo>
                <a:cubicBezTo>
                  <a:pt x="79278" y="39278"/>
                  <a:pt x="79278" y="39278"/>
                  <a:pt x="79303" y="39228"/>
                </a:cubicBezTo>
                <a:close/>
                <a:moveTo>
                  <a:pt x="87617" y="42663"/>
                </a:moveTo>
                <a:cubicBezTo>
                  <a:pt x="87592" y="42663"/>
                  <a:pt x="87592" y="42688"/>
                  <a:pt x="87592" y="42713"/>
                </a:cubicBezTo>
                <a:lnTo>
                  <a:pt x="87542" y="42713"/>
                </a:lnTo>
                <a:cubicBezTo>
                  <a:pt x="87542" y="42688"/>
                  <a:pt x="87567" y="42688"/>
                  <a:pt x="87567" y="42663"/>
                </a:cubicBezTo>
                <a:close/>
                <a:moveTo>
                  <a:pt x="72782" y="42166"/>
                </a:moveTo>
                <a:cubicBezTo>
                  <a:pt x="72782" y="42190"/>
                  <a:pt x="72782" y="42191"/>
                  <a:pt x="72757" y="42215"/>
                </a:cubicBezTo>
                <a:lnTo>
                  <a:pt x="72757" y="42265"/>
                </a:lnTo>
                <a:cubicBezTo>
                  <a:pt x="72404" y="42417"/>
                  <a:pt x="72057" y="42594"/>
                  <a:pt x="71710" y="42790"/>
                </a:cubicBezTo>
                <a:lnTo>
                  <a:pt x="71710" y="42790"/>
                </a:lnTo>
                <a:cubicBezTo>
                  <a:pt x="72019" y="42611"/>
                  <a:pt x="72326" y="42436"/>
                  <a:pt x="72632" y="42265"/>
                </a:cubicBezTo>
                <a:cubicBezTo>
                  <a:pt x="72657" y="42215"/>
                  <a:pt x="72707" y="42190"/>
                  <a:pt x="72757" y="42190"/>
                </a:cubicBezTo>
                <a:cubicBezTo>
                  <a:pt x="72757" y="42190"/>
                  <a:pt x="72782" y="42190"/>
                  <a:pt x="72782" y="42166"/>
                </a:cubicBezTo>
                <a:close/>
                <a:moveTo>
                  <a:pt x="76615" y="42589"/>
                </a:moveTo>
                <a:lnTo>
                  <a:pt x="76615" y="42589"/>
                </a:lnTo>
                <a:cubicBezTo>
                  <a:pt x="76764" y="42713"/>
                  <a:pt x="76914" y="42813"/>
                  <a:pt x="77063" y="42912"/>
                </a:cubicBezTo>
                <a:cubicBezTo>
                  <a:pt x="77113" y="42937"/>
                  <a:pt x="77113" y="42962"/>
                  <a:pt x="77138" y="42962"/>
                </a:cubicBezTo>
                <a:cubicBezTo>
                  <a:pt x="77113" y="43037"/>
                  <a:pt x="77063" y="43087"/>
                  <a:pt x="77013" y="43161"/>
                </a:cubicBezTo>
                <a:cubicBezTo>
                  <a:pt x="76963" y="43087"/>
                  <a:pt x="76914" y="43037"/>
                  <a:pt x="76864" y="42962"/>
                </a:cubicBezTo>
                <a:cubicBezTo>
                  <a:pt x="76764" y="42838"/>
                  <a:pt x="76715" y="42713"/>
                  <a:pt x="76615" y="42589"/>
                </a:cubicBezTo>
                <a:close/>
                <a:moveTo>
                  <a:pt x="90255" y="36242"/>
                </a:moveTo>
                <a:lnTo>
                  <a:pt x="90255" y="36242"/>
                </a:lnTo>
                <a:cubicBezTo>
                  <a:pt x="89459" y="38283"/>
                  <a:pt x="88538" y="40349"/>
                  <a:pt x="87443" y="42464"/>
                </a:cubicBezTo>
                <a:cubicBezTo>
                  <a:pt x="87265" y="42460"/>
                  <a:pt x="87086" y="42458"/>
                  <a:pt x="86906" y="42458"/>
                </a:cubicBezTo>
                <a:cubicBezTo>
                  <a:pt x="85085" y="42458"/>
                  <a:pt x="83109" y="42688"/>
                  <a:pt x="81071" y="43186"/>
                </a:cubicBezTo>
                <a:cubicBezTo>
                  <a:pt x="82738" y="41817"/>
                  <a:pt x="84107" y="39826"/>
                  <a:pt x="85078" y="37237"/>
                </a:cubicBezTo>
                <a:cubicBezTo>
                  <a:pt x="86571" y="36839"/>
                  <a:pt x="87990" y="36540"/>
                  <a:pt x="89384" y="36341"/>
                </a:cubicBezTo>
                <a:cubicBezTo>
                  <a:pt x="89484" y="36341"/>
                  <a:pt x="89583" y="36316"/>
                  <a:pt x="89683" y="36316"/>
                </a:cubicBezTo>
                <a:cubicBezTo>
                  <a:pt x="89857" y="36291"/>
                  <a:pt x="90081" y="36291"/>
                  <a:pt x="90255" y="36242"/>
                </a:cubicBezTo>
                <a:close/>
                <a:moveTo>
                  <a:pt x="93641" y="35993"/>
                </a:moveTo>
                <a:cubicBezTo>
                  <a:pt x="94188" y="35993"/>
                  <a:pt x="94761" y="35993"/>
                  <a:pt x="95283" y="36067"/>
                </a:cubicBezTo>
                <a:lnTo>
                  <a:pt x="95308" y="36067"/>
                </a:lnTo>
                <a:cubicBezTo>
                  <a:pt x="96702" y="36441"/>
                  <a:pt x="98121" y="36914"/>
                  <a:pt x="99490" y="37461"/>
                </a:cubicBezTo>
                <a:cubicBezTo>
                  <a:pt x="97250" y="40050"/>
                  <a:pt x="94562" y="41991"/>
                  <a:pt x="91724" y="43211"/>
                </a:cubicBezTo>
                <a:cubicBezTo>
                  <a:pt x="90554" y="42813"/>
                  <a:pt x="89285" y="42564"/>
                  <a:pt x="87916" y="42464"/>
                </a:cubicBezTo>
                <a:cubicBezTo>
                  <a:pt x="88986" y="40349"/>
                  <a:pt x="89932" y="38233"/>
                  <a:pt x="90728" y="36142"/>
                </a:cubicBezTo>
                <a:cubicBezTo>
                  <a:pt x="90927" y="36117"/>
                  <a:pt x="91102" y="36092"/>
                  <a:pt x="91301" y="36092"/>
                </a:cubicBezTo>
                <a:cubicBezTo>
                  <a:pt x="91450" y="36092"/>
                  <a:pt x="91599" y="36067"/>
                  <a:pt x="91774" y="36067"/>
                </a:cubicBezTo>
                <a:cubicBezTo>
                  <a:pt x="92396" y="36042"/>
                  <a:pt x="92968" y="35993"/>
                  <a:pt x="93591" y="35993"/>
                </a:cubicBezTo>
                <a:close/>
                <a:moveTo>
                  <a:pt x="84829" y="37287"/>
                </a:moveTo>
                <a:cubicBezTo>
                  <a:pt x="83833" y="39925"/>
                  <a:pt x="82390" y="41966"/>
                  <a:pt x="80598" y="43286"/>
                </a:cubicBezTo>
                <a:cubicBezTo>
                  <a:pt x="80523" y="43286"/>
                  <a:pt x="80473" y="43311"/>
                  <a:pt x="80398" y="43311"/>
                </a:cubicBezTo>
                <a:cubicBezTo>
                  <a:pt x="82240" y="42016"/>
                  <a:pt x="83709" y="39975"/>
                  <a:pt x="84730" y="37312"/>
                </a:cubicBezTo>
                <a:cubicBezTo>
                  <a:pt x="84754" y="37312"/>
                  <a:pt x="84779" y="37287"/>
                  <a:pt x="84829" y="37287"/>
                </a:cubicBezTo>
                <a:close/>
                <a:moveTo>
                  <a:pt x="99664" y="37536"/>
                </a:moveTo>
                <a:cubicBezTo>
                  <a:pt x="99689" y="37561"/>
                  <a:pt x="99739" y="37561"/>
                  <a:pt x="99764" y="37561"/>
                </a:cubicBezTo>
                <a:cubicBezTo>
                  <a:pt x="97548" y="40149"/>
                  <a:pt x="94910" y="42091"/>
                  <a:pt x="92072" y="43335"/>
                </a:cubicBezTo>
                <a:cubicBezTo>
                  <a:pt x="92048" y="43335"/>
                  <a:pt x="92023" y="43311"/>
                  <a:pt x="91973" y="43311"/>
                </a:cubicBezTo>
                <a:cubicBezTo>
                  <a:pt x="94810" y="42066"/>
                  <a:pt x="97449" y="40100"/>
                  <a:pt x="99664" y="37536"/>
                </a:cubicBezTo>
                <a:close/>
                <a:moveTo>
                  <a:pt x="87816" y="42663"/>
                </a:moveTo>
                <a:cubicBezTo>
                  <a:pt x="89110" y="42763"/>
                  <a:pt x="90330" y="42962"/>
                  <a:pt x="91450" y="43335"/>
                </a:cubicBezTo>
                <a:cubicBezTo>
                  <a:pt x="91425" y="43335"/>
                  <a:pt x="91400" y="43360"/>
                  <a:pt x="91351" y="43360"/>
                </a:cubicBezTo>
                <a:cubicBezTo>
                  <a:pt x="90280" y="43012"/>
                  <a:pt x="89061" y="42788"/>
                  <a:pt x="87791" y="42713"/>
                </a:cubicBezTo>
                <a:cubicBezTo>
                  <a:pt x="87791" y="42688"/>
                  <a:pt x="87816" y="42688"/>
                  <a:pt x="87816" y="42663"/>
                </a:cubicBezTo>
                <a:close/>
                <a:moveTo>
                  <a:pt x="70417" y="39801"/>
                </a:moveTo>
                <a:cubicBezTo>
                  <a:pt x="70815" y="39801"/>
                  <a:pt x="71239" y="39826"/>
                  <a:pt x="71612" y="39851"/>
                </a:cubicBezTo>
                <a:cubicBezTo>
                  <a:pt x="71687" y="39851"/>
                  <a:pt x="71786" y="39901"/>
                  <a:pt x="71886" y="39901"/>
                </a:cubicBezTo>
                <a:cubicBezTo>
                  <a:pt x="71985" y="39901"/>
                  <a:pt x="72035" y="39925"/>
                  <a:pt x="72135" y="39925"/>
                </a:cubicBezTo>
                <a:cubicBezTo>
                  <a:pt x="72384" y="39950"/>
                  <a:pt x="72608" y="39975"/>
                  <a:pt x="72856" y="40050"/>
                </a:cubicBezTo>
                <a:cubicBezTo>
                  <a:pt x="72881" y="40050"/>
                  <a:pt x="72931" y="40050"/>
                  <a:pt x="72981" y="40075"/>
                </a:cubicBezTo>
                <a:cubicBezTo>
                  <a:pt x="73130" y="40100"/>
                  <a:pt x="73255" y="40174"/>
                  <a:pt x="73379" y="40199"/>
                </a:cubicBezTo>
                <a:cubicBezTo>
                  <a:pt x="73404" y="40199"/>
                  <a:pt x="73479" y="40224"/>
                  <a:pt x="73504" y="40224"/>
                </a:cubicBezTo>
                <a:cubicBezTo>
                  <a:pt x="73479" y="40398"/>
                  <a:pt x="73404" y="40523"/>
                  <a:pt x="73379" y="40672"/>
                </a:cubicBezTo>
                <a:cubicBezTo>
                  <a:pt x="73180" y="41070"/>
                  <a:pt x="73031" y="41469"/>
                  <a:pt x="72906" y="41817"/>
                </a:cubicBezTo>
                <a:cubicBezTo>
                  <a:pt x="72782" y="41867"/>
                  <a:pt x="72657" y="41942"/>
                  <a:pt x="72533" y="42041"/>
                </a:cubicBezTo>
                <a:cubicBezTo>
                  <a:pt x="72508" y="42066"/>
                  <a:pt x="72433" y="42066"/>
                  <a:pt x="72408" y="42091"/>
                </a:cubicBezTo>
                <a:lnTo>
                  <a:pt x="71935" y="42365"/>
                </a:lnTo>
                <a:cubicBezTo>
                  <a:pt x="71687" y="42539"/>
                  <a:pt x="71438" y="42663"/>
                  <a:pt x="71189" y="42813"/>
                </a:cubicBezTo>
                <a:cubicBezTo>
                  <a:pt x="70915" y="42962"/>
                  <a:pt x="70666" y="43111"/>
                  <a:pt x="70392" y="43311"/>
                </a:cubicBezTo>
                <a:lnTo>
                  <a:pt x="70193" y="43410"/>
                </a:lnTo>
                <a:cubicBezTo>
                  <a:pt x="68824" y="42663"/>
                  <a:pt x="67505" y="41643"/>
                  <a:pt x="66211" y="40349"/>
                </a:cubicBezTo>
                <a:lnTo>
                  <a:pt x="66584" y="40249"/>
                </a:lnTo>
                <a:lnTo>
                  <a:pt x="66659" y="40249"/>
                </a:lnTo>
                <a:cubicBezTo>
                  <a:pt x="66808" y="40224"/>
                  <a:pt x="66932" y="40199"/>
                  <a:pt x="67082" y="40174"/>
                </a:cubicBezTo>
                <a:cubicBezTo>
                  <a:pt x="67206" y="40125"/>
                  <a:pt x="67380" y="40100"/>
                  <a:pt x="67505" y="40100"/>
                </a:cubicBezTo>
                <a:cubicBezTo>
                  <a:pt x="67580" y="40075"/>
                  <a:pt x="67679" y="40075"/>
                  <a:pt x="67779" y="40050"/>
                </a:cubicBezTo>
                <a:cubicBezTo>
                  <a:pt x="67828" y="40050"/>
                  <a:pt x="67903" y="40000"/>
                  <a:pt x="67953" y="40000"/>
                </a:cubicBezTo>
                <a:cubicBezTo>
                  <a:pt x="68127" y="39975"/>
                  <a:pt x="68252" y="39975"/>
                  <a:pt x="68401" y="39950"/>
                </a:cubicBezTo>
                <a:lnTo>
                  <a:pt x="68501" y="39950"/>
                </a:lnTo>
                <a:cubicBezTo>
                  <a:pt x="68575" y="39950"/>
                  <a:pt x="68700" y="39925"/>
                  <a:pt x="68799" y="39925"/>
                </a:cubicBezTo>
                <a:cubicBezTo>
                  <a:pt x="68899" y="39925"/>
                  <a:pt x="68949" y="39925"/>
                  <a:pt x="69048" y="39901"/>
                </a:cubicBezTo>
                <a:cubicBezTo>
                  <a:pt x="69272" y="39851"/>
                  <a:pt x="69496" y="39851"/>
                  <a:pt x="69695" y="39826"/>
                </a:cubicBezTo>
                <a:cubicBezTo>
                  <a:pt x="69944" y="39826"/>
                  <a:pt x="70193" y="39801"/>
                  <a:pt x="70417" y="39801"/>
                </a:cubicBezTo>
                <a:close/>
                <a:moveTo>
                  <a:pt x="76043" y="42240"/>
                </a:moveTo>
                <a:cubicBezTo>
                  <a:pt x="76117" y="42290"/>
                  <a:pt x="76142" y="42315"/>
                  <a:pt x="76142" y="42315"/>
                </a:cubicBezTo>
                <a:cubicBezTo>
                  <a:pt x="76167" y="42315"/>
                  <a:pt x="76167" y="42340"/>
                  <a:pt x="76192" y="42340"/>
                </a:cubicBezTo>
                <a:cubicBezTo>
                  <a:pt x="76267" y="42415"/>
                  <a:pt x="76291" y="42514"/>
                  <a:pt x="76316" y="42564"/>
                </a:cubicBezTo>
                <a:cubicBezTo>
                  <a:pt x="76366" y="42614"/>
                  <a:pt x="76391" y="42663"/>
                  <a:pt x="76416" y="42713"/>
                </a:cubicBezTo>
                <a:cubicBezTo>
                  <a:pt x="76416" y="42738"/>
                  <a:pt x="76441" y="42738"/>
                  <a:pt x="76441" y="42788"/>
                </a:cubicBezTo>
                <a:cubicBezTo>
                  <a:pt x="76515" y="42887"/>
                  <a:pt x="76615" y="42987"/>
                  <a:pt x="76665" y="43087"/>
                </a:cubicBezTo>
                <a:cubicBezTo>
                  <a:pt x="76739" y="43186"/>
                  <a:pt x="76789" y="43286"/>
                  <a:pt x="76864" y="43335"/>
                </a:cubicBezTo>
                <a:cubicBezTo>
                  <a:pt x="76864" y="43335"/>
                  <a:pt x="76864" y="43360"/>
                  <a:pt x="76814" y="43360"/>
                </a:cubicBezTo>
                <a:lnTo>
                  <a:pt x="76814" y="43410"/>
                </a:lnTo>
                <a:cubicBezTo>
                  <a:pt x="76789" y="43360"/>
                  <a:pt x="76789" y="43335"/>
                  <a:pt x="76764" y="43311"/>
                </a:cubicBezTo>
                <a:cubicBezTo>
                  <a:pt x="76565" y="43037"/>
                  <a:pt x="76366" y="42788"/>
                  <a:pt x="76192" y="42489"/>
                </a:cubicBezTo>
                <a:cubicBezTo>
                  <a:pt x="76142" y="42415"/>
                  <a:pt x="76117" y="42340"/>
                  <a:pt x="76043" y="42240"/>
                </a:cubicBezTo>
                <a:close/>
                <a:moveTo>
                  <a:pt x="77262" y="43186"/>
                </a:moveTo>
                <a:lnTo>
                  <a:pt x="77287" y="43211"/>
                </a:lnTo>
                <a:lnTo>
                  <a:pt x="77212" y="43410"/>
                </a:lnTo>
                <a:lnTo>
                  <a:pt x="77163" y="43360"/>
                </a:lnTo>
                <a:cubicBezTo>
                  <a:pt x="77212" y="43286"/>
                  <a:pt x="77237" y="43261"/>
                  <a:pt x="77262" y="43186"/>
                </a:cubicBezTo>
                <a:close/>
                <a:moveTo>
                  <a:pt x="91799" y="43435"/>
                </a:moveTo>
                <a:cubicBezTo>
                  <a:pt x="91823" y="43435"/>
                  <a:pt x="91823" y="43460"/>
                  <a:pt x="91848" y="43460"/>
                </a:cubicBezTo>
                <a:cubicBezTo>
                  <a:pt x="91823" y="43460"/>
                  <a:pt x="91799" y="43510"/>
                  <a:pt x="91774" y="43510"/>
                </a:cubicBezTo>
                <a:cubicBezTo>
                  <a:pt x="91724" y="43460"/>
                  <a:pt x="91699" y="43460"/>
                  <a:pt x="91674" y="43460"/>
                </a:cubicBezTo>
                <a:cubicBezTo>
                  <a:pt x="91699" y="43460"/>
                  <a:pt x="91724" y="43435"/>
                  <a:pt x="91774" y="43435"/>
                </a:cubicBezTo>
                <a:close/>
                <a:moveTo>
                  <a:pt x="86678" y="42626"/>
                </a:moveTo>
                <a:cubicBezTo>
                  <a:pt x="86902" y="42626"/>
                  <a:pt x="87124" y="42630"/>
                  <a:pt x="87343" y="42639"/>
                </a:cubicBezTo>
                <a:cubicBezTo>
                  <a:pt x="87343" y="42663"/>
                  <a:pt x="87318" y="42663"/>
                  <a:pt x="87318" y="42688"/>
                </a:cubicBezTo>
                <a:cubicBezTo>
                  <a:pt x="87158" y="42684"/>
                  <a:pt x="86996" y="42683"/>
                  <a:pt x="86834" y="42683"/>
                </a:cubicBezTo>
                <a:cubicBezTo>
                  <a:pt x="84895" y="42683"/>
                  <a:pt x="82810" y="42955"/>
                  <a:pt x="80579" y="43520"/>
                </a:cubicBezTo>
                <a:lnTo>
                  <a:pt x="80579" y="43520"/>
                </a:lnTo>
                <a:cubicBezTo>
                  <a:pt x="80625" y="43497"/>
                  <a:pt x="80661" y="43453"/>
                  <a:pt x="80697" y="43435"/>
                </a:cubicBezTo>
                <a:cubicBezTo>
                  <a:pt x="82807" y="42902"/>
                  <a:pt x="84819" y="42626"/>
                  <a:pt x="86678" y="42626"/>
                </a:cubicBezTo>
                <a:close/>
                <a:moveTo>
                  <a:pt x="66011" y="40349"/>
                </a:moveTo>
                <a:cubicBezTo>
                  <a:pt x="67306" y="41693"/>
                  <a:pt x="68675" y="42713"/>
                  <a:pt x="70044" y="43510"/>
                </a:cubicBezTo>
                <a:cubicBezTo>
                  <a:pt x="70019" y="43510"/>
                  <a:pt x="70019" y="43535"/>
                  <a:pt x="69994" y="43535"/>
                </a:cubicBezTo>
                <a:cubicBezTo>
                  <a:pt x="68625" y="42738"/>
                  <a:pt x="67256" y="41718"/>
                  <a:pt x="65937" y="40398"/>
                </a:cubicBezTo>
                <a:cubicBezTo>
                  <a:pt x="65962" y="40398"/>
                  <a:pt x="65962" y="40398"/>
                  <a:pt x="66011" y="40349"/>
                </a:cubicBezTo>
                <a:close/>
                <a:moveTo>
                  <a:pt x="71451" y="42939"/>
                </a:moveTo>
                <a:cubicBezTo>
                  <a:pt x="71199" y="43088"/>
                  <a:pt x="70947" y="43246"/>
                  <a:pt x="70691" y="43410"/>
                </a:cubicBezTo>
                <a:cubicBezTo>
                  <a:pt x="70591" y="43460"/>
                  <a:pt x="70542" y="43510"/>
                  <a:pt x="70492" y="43535"/>
                </a:cubicBezTo>
                <a:lnTo>
                  <a:pt x="70417" y="43535"/>
                </a:lnTo>
                <a:lnTo>
                  <a:pt x="70591" y="43435"/>
                </a:lnTo>
                <a:cubicBezTo>
                  <a:pt x="70882" y="43269"/>
                  <a:pt x="71167" y="43103"/>
                  <a:pt x="71451" y="42939"/>
                </a:cubicBezTo>
                <a:close/>
                <a:moveTo>
                  <a:pt x="84506" y="37411"/>
                </a:moveTo>
                <a:lnTo>
                  <a:pt x="84506" y="37411"/>
                </a:lnTo>
                <a:cubicBezTo>
                  <a:pt x="83435" y="40174"/>
                  <a:pt x="81842" y="42215"/>
                  <a:pt x="79876" y="43460"/>
                </a:cubicBezTo>
                <a:cubicBezTo>
                  <a:pt x="79726" y="43510"/>
                  <a:pt x="79577" y="43559"/>
                  <a:pt x="79453" y="43584"/>
                </a:cubicBezTo>
                <a:cubicBezTo>
                  <a:pt x="79353" y="43559"/>
                  <a:pt x="79278" y="43535"/>
                  <a:pt x="79204" y="43510"/>
                </a:cubicBezTo>
                <a:cubicBezTo>
                  <a:pt x="79154" y="43510"/>
                  <a:pt x="79129" y="43460"/>
                  <a:pt x="79104" y="43460"/>
                </a:cubicBezTo>
                <a:cubicBezTo>
                  <a:pt x="78980" y="43410"/>
                  <a:pt x="78855" y="43335"/>
                  <a:pt x="78781" y="43286"/>
                </a:cubicBezTo>
                <a:cubicBezTo>
                  <a:pt x="78382" y="43062"/>
                  <a:pt x="78108" y="42838"/>
                  <a:pt x="77835" y="42663"/>
                </a:cubicBezTo>
                <a:cubicBezTo>
                  <a:pt x="78457" y="41469"/>
                  <a:pt x="79029" y="40299"/>
                  <a:pt x="79577" y="39154"/>
                </a:cubicBezTo>
                <a:cubicBezTo>
                  <a:pt x="81245" y="38432"/>
                  <a:pt x="82888" y="37859"/>
                  <a:pt x="84506" y="37411"/>
                </a:cubicBezTo>
                <a:close/>
                <a:moveTo>
                  <a:pt x="70293" y="43584"/>
                </a:moveTo>
                <a:cubicBezTo>
                  <a:pt x="70268" y="43584"/>
                  <a:pt x="70268" y="43634"/>
                  <a:pt x="70243" y="43634"/>
                </a:cubicBezTo>
                <a:cubicBezTo>
                  <a:pt x="70243" y="43634"/>
                  <a:pt x="70207" y="43634"/>
                  <a:pt x="70196" y="43603"/>
                </a:cubicBezTo>
                <a:lnTo>
                  <a:pt x="70196" y="43603"/>
                </a:lnTo>
                <a:cubicBezTo>
                  <a:pt x="70201" y="43593"/>
                  <a:pt x="70208" y="43584"/>
                  <a:pt x="70218" y="43584"/>
                </a:cubicBezTo>
                <a:close/>
                <a:moveTo>
                  <a:pt x="70193" y="43609"/>
                </a:moveTo>
                <a:cubicBezTo>
                  <a:pt x="70193" y="43638"/>
                  <a:pt x="70192" y="43649"/>
                  <a:pt x="70187" y="43649"/>
                </a:cubicBezTo>
                <a:cubicBezTo>
                  <a:pt x="70183" y="43649"/>
                  <a:pt x="70177" y="43643"/>
                  <a:pt x="70168" y="43634"/>
                </a:cubicBezTo>
                <a:lnTo>
                  <a:pt x="70168" y="43634"/>
                </a:lnTo>
                <a:cubicBezTo>
                  <a:pt x="70177" y="43642"/>
                  <a:pt x="70182" y="43645"/>
                  <a:pt x="70185" y="43645"/>
                </a:cubicBezTo>
                <a:cubicBezTo>
                  <a:pt x="70190" y="43645"/>
                  <a:pt x="70185" y="43634"/>
                  <a:pt x="70168" y="43634"/>
                </a:cubicBezTo>
                <a:cubicBezTo>
                  <a:pt x="70181" y="43634"/>
                  <a:pt x="70187" y="43622"/>
                  <a:pt x="70193" y="43609"/>
                </a:cubicBezTo>
                <a:close/>
                <a:moveTo>
                  <a:pt x="77038" y="43535"/>
                </a:moveTo>
                <a:lnTo>
                  <a:pt x="77038" y="43559"/>
                </a:lnTo>
                <a:lnTo>
                  <a:pt x="77038" y="43584"/>
                </a:lnTo>
                <a:lnTo>
                  <a:pt x="77038" y="43634"/>
                </a:lnTo>
                <a:lnTo>
                  <a:pt x="77038" y="43659"/>
                </a:lnTo>
                <a:cubicBezTo>
                  <a:pt x="77013" y="43634"/>
                  <a:pt x="77013" y="43584"/>
                  <a:pt x="77013" y="43584"/>
                </a:cubicBezTo>
                <a:cubicBezTo>
                  <a:pt x="77038" y="43559"/>
                  <a:pt x="77038" y="43559"/>
                  <a:pt x="77038" y="43535"/>
                </a:cubicBezTo>
                <a:close/>
                <a:moveTo>
                  <a:pt x="79062" y="43652"/>
                </a:moveTo>
                <a:cubicBezTo>
                  <a:pt x="79097" y="43661"/>
                  <a:pt x="79120" y="43667"/>
                  <a:pt x="79154" y="43684"/>
                </a:cubicBezTo>
                <a:lnTo>
                  <a:pt x="79129" y="43684"/>
                </a:lnTo>
                <a:cubicBezTo>
                  <a:pt x="79106" y="43672"/>
                  <a:pt x="79082" y="43661"/>
                  <a:pt x="79062" y="43652"/>
                </a:cubicBezTo>
                <a:close/>
                <a:moveTo>
                  <a:pt x="80174" y="43584"/>
                </a:moveTo>
                <a:lnTo>
                  <a:pt x="80000" y="43684"/>
                </a:lnTo>
                <a:cubicBezTo>
                  <a:pt x="79950" y="43709"/>
                  <a:pt x="79876" y="43709"/>
                  <a:pt x="79826" y="43734"/>
                </a:cubicBezTo>
                <a:cubicBezTo>
                  <a:pt x="79876" y="43709"/>
                  <a:pt x="79926" y="43684"/>
                  <a:pt x="79975" y="43659"/>
                </a:cubicBezTo>
                <a:cubicBezTo>
                  <a:pt x="80025" y="43609"/>
                  <a:pt x="80100" y="43609"/>
                  <a:pt x="80174" y="43584"/>
                </a:cubicBezTo>
                <a:close/>
                <a:moveTo>
                  <a:pt x="77810" y="43311"/>
                </a:moveTo>
                <a:cubicBezTo>
                  <a:pt x="77860" y="43335"/>
                  <a:pt x="77909" y="43335"/>
                  <a:pt x="77934" y="43385"/>
                </a:cubicBezTo>
                <a:cubicBezTo>
                  <a:pt x="78133" y="43535"/>
                  <a:pt x="78308" y="43659"/>
                  <a:pt x="78507" y="43784"/>
                </a:cubicBezTo>
                <a:lnTo>
                  <a:pt x="78034" y="43784"/>
                </a:lnTo>
                <a:cubicBezTo>
                  <a:pt x="78009" y="43759"/>
                  <a:pt x="78009" y="43684"/>
                  <a:pt x="77984" y="43659"/>
                </a:cubicBezTo>
                <a:cubicBezTo>
                  <a:pt x="77984" y="43634"/>
                  <a:pt x="77984" y="43634"/>
                  <a:pt x="77959" y="43584"/>
                </a:cubicBezTo>
                <a:cubicBezTo>
                  <a:pt x="77909" y="43535"/>
                  <a:pt x="77884" y="43435"/>
                  <a:pt x="77860" y="43385"/>
                </a:cubicBezTo>
                <a:cubicBezTo>
                  <a:pt x="77860" y="43335"/>
                  <a:pt x="77810" y="43335"/>
                  <a:pt x="77810" y="43311"/>
                </a:cubicBezTo>
                <a:close/>
                <a:moveTo>
                  <a:pt x="77586" y="43161"/>
                </a:moveTo>
                <a:cubicBezTo>
                  <a:pt x="77660" y="43311"/>
                  <a:pt x="77735" y="43460"/>
                  <a:pt x="77835" y="43634"/>
                </a:cubicBezTo>
                <a:cubicBezTo>
                  <a:pt x="77785" y="43684"/>
                  <a:pt x="77835" y="43759"/>
                  <a:pt x="77860" y="43808"/>
                </a:cubicBezTo>
                <a:lnTo>
                  <a:pt x="77785" y="43808"/>
                </a:lnTo>
                <a:cubicBezTo>
                  <a:pt x="77760" y="43709"/>
                  <a:pt x="77685" y="43634"/>
                  <a:pt x="77660" y="43535"/>
                </a:cubicBezTo>
                <a:cubicBezTo>
                  <a:pt x="77636" y="43460"/>
                  <a:pt x="77611" y="43435"/>
                  <a:pt x="77611" y="43360"/>
                </a:cubicBezTo>
                <a:lnTo>
                  <a:pt x="77611" y="43335"/>
                </a:lnTo>
                <a:cubicBezTo>
                  <a:pt x="77561" y="43311"/>
                  <a:pt x="77561" y="43286"/>
                  <a:pt x="77536" y="43211"/>
                </a:cubicBezTo>
                <a:cubicBezTo>
                  <a:pt x="77536" y="43211"/>
                  <a:pt x="77536" y="43186"/>
                  <a:pt x="77586" y="43186"/>
                </a:cubicBezTo>
                <a:lnTo>
                  <a:pt x="77586" y="43161"/>
                </a:lnTo>
                <a:close/>
                <a:moveTo>
                  <a:pt x="76914" y="43808"/>
                </a:moveTo>
                <a:cubicBezTo>
                  <a:pt x="76914" y="43833"/>
                  <a:pt x="76914" y="43833"/>
                  <a:pt x="76889" y="43833"/>
                </a:cubicBezTo>
                <a:lnTo>
                  <a:pt x="76864" y="43833"/>
                </a:lnTo>
                <a:cubicBezTo>
                  <a:pt x="76889" y="43833"/>
                  <a:pt x="76889" y="43808"/>
                  <a:pt x="76914" y="43808"/>
                </a:cubicBezTo>
                <a:close/>
                <a:moveTo>
                  <a:pt x="77188" y="43759"/>
                </a:moveTo>
                <a:cubicBezTo>
                  <a:pt x="77237" y="43784"/>
                  <a:pt x="77262" y="43808"/>
                  <a:pt x="77262" y="43833"/>
                </a:cubicBezTo>
                <a:lnTo>
                  <a:pt x="77188" y="43833"/>
                </a:lnTo>
                <a:lnTo>
                  <a:pt x="77163" y="43808"/>
                </a:lnTo>
                <a:cubicBezTo>
                  <a:pt x="77163" y="43808"/>
                  <a:pt x="77163" y="43784"/>
                  <a:pt x="77188" y="43784"/>
                </a:cubicBezTo>
                <a:lnTo>
                  <a:pt x="77188" y="43759"/>
                </a:lnTo>
                <a:close/>
                <a:moveTo>
                  <a:pt x="77387" y="43460"/>
                </a:moveTo>
                <a:lnTo>
                  <a:pt x="77586" y="43833"/>
                </a:lnTo>
                <a:lnTo>
                  <a:pt x="77511" y="43833"/>
                </a:lnTo>
                <a:cubicBezTo>
                  <a:pt x="77486" y="43784"/>
                  <a:pt x="77486" y="43784"/>
                  <a:pt x="77461" y="43759"/>
                </a:cubicBezTo>
                <a:cubicBezTo>
                  <a:pt x="77412" y="43684"/>
                  <a:pt x="77362" y="43634"/>
                  <a:pt x="77337" y="43584"/>
                </a:cubicBezTo>
                <a:cubicBezTo>
                  <a:pt x="77362" y="43559"/>
                  <a:pt x="77387" y="43510"/>
                  <a:pt x="77387" y="43460"/>
                </a:cubicBezTo>
                <a:close/>
                <a:moveTo>
                  <a:pt x="105439" y="26858"/>
                </a:moveTo>
                <a:cubicBezTo>
                  <a:pt x="108774" y="28102"/>
                  <a:pt x="111363" y="30193"/>
                  <a:pt x="113205" y="33006"/>
                </a:cubicBezTo>
                <a:lnTo>
                  <a:pt x="113205" y="33130"/>
                </a:lnTo>
                <a:lnTo>
                  <a:pt x="113205" y="33180"/>
                </a:lnTo>
                <a:cubicBezTo>
                  <a:pt x="113105" y="33877"/>
                  <a:pt x="112981" y="34599"/>
                  <a:pt x="112832" y="35345"/>
                </a:cubicBezTo>
                <a:cubicBezTo>
                  <a:pt x="112782" y="35445"/>
                  <a:pt x="112782" y="35495"/>
                  <a:pt x="112757" y="35594"/>
                </a:cubicBezTo>
                <a:cubicBezTo>
                  <a:pt x="112234" y="38308"/>
                  <a:pt x="111413" y="41095"/>
                  <a:pt x="110392" y="43958"/>
                </a:cubicBezTo>
                <a:cubicBezTo>
                  <a:pt x="108998" y="42564"/>
                  <a:pt x="107455" y="41319"/>
                  <a:pt x="105763" y="40224"/>
                </a:cubicBezTo>
                <a:lnTo>
                  <a:pt x="105738" y="40199"/>
                </a:lnTo>
                <a:cubicBezTo>
                  <a:pt x="105713" y="40149"/>
                  <a:pt x="105638" y="40100"/>
                  <a:pt x="105613" y="40050"/>
                </a:cubicBezTo>
                <a:lnTo>
                  <a:pt x="105514" y="39925"/>
                </a:lnTo>
                <a:lnTo>
                  <a:pt x="105489" y="39901"/>
                </a:lnTo>
                <a:lnTo>
                  <a:pt x="105464" y="39851"/>
                </a:lnTo>
                <a:lnTo>
                  <a:pt x="105265" y="39677"/>
                </a:lnTo>
                <a:cubicBezTo>
                  <a:pt x="105165" y="39577"/>
                  <a:pt x="105041" y="39477"/>
                  <a:pt x="104941" y="39403"/>
                </a:cubicBezTo>
                <a:cubicBezTo>
                  <a:pt x="104767" y="39228"/>
                  <a:pt x="104618" y="39054"/>
                  <a:pt x="104418" y="38930"/>
                </a:cubicBezTo>
                <a:cubicBezTo>
                  <a:pt x="104319" y="38830"/>
                  <a:pt x="104219" y="38780"/>
                  <a:pt x="104070" y="38681"/>
                </a:cubicBezTo>
                <a:cubicBezTo>
                  <a:pt x="103896" y="38532"/>
                  <a:pt x="103672" y="38357"/>
                  <a:pt x="103497" y="38233"/>
                </a:cubicBezTo>
                <a:cubicBezTo>
                  <a:pt x="103373" y="38183"/>
                  <a:pt x="103273" y="38083"/>
                  <a:pt x="103149" y="38034"/>
                </a:cubicBezTo>
                <a:cubicBezTo>
                  <a:pt x="102925" y="37909"/>
                  <a:pt x="102701" y="37735"/>
                  <a:pt x="102502" y="37611"/>
                </a:cubicBezTo>
                <a:lnTo>
                  <a:pt x="102128" y="37436"/>
                </a:lnTo>
                <a:cubicBezTo>
                  <a:pt x="102128" y="37436"/>
                  <a:pt x="102079" y="37436"/>
                  <a:pt x="102079" y="37411"/>
                </a:cubicBezTo>
                <a:cubicBezTo>
                  <a:pt x="102776" y="35420"/>
                  <a:pt x="103373" y="33454"/>
                  <a:pt x="103821" y="31512"/>
                </a:cubicBezTo>
                <a:cubicBezTo>
                  <a:pt x="104518" y="29994"/>
                  <a:pt x="105041" y="28426"/>
                  <a:pt x="105439" y="26858"/>
                </a:cubicBezTo>
                <a:close/>
                <a:moveTo>
                  <a:pt x="113504" y="33553"/>
                </a:moveTo>
                <a:cubicBezTo>
                  <a:pt x="114300" y="34873"/>
                  <a:pt x="114922" y="36341"/>
                  <a:pt x="115321" y="37959"/>
                </a:cubicBezTo>
                <a:cubicBezTo>
                  <a:pt x="114250" y="40125"/>
                  <a:pt x="112732" y="42166"/>
                  <a:pt x="110815" y="43958"/>
                </a:cubicBezTo>
                <a:cubicBezTo>
                  <a:pt x="112110" y="40349"/>
                  <a:pt x="113006" y="36864"/>
                  <a:pt x="113504" y="33553"/>
                </a:cubicBezTo>
                <a:close/>
                <a:moveTo>
                  <a:pt x="78233" y="43958"/>
                </a:moveTo>
                <a:cubicBezTo>
                  <a:pt x="78208" y="43983"/>
                  <a:pt x="78158" y="43983"/>
                  <a:pt x="78133" y="43983"/>
                </a:cubicBezTo>
                <a:cubicBezTo>
                  <a:pt x="78158" y="43958"/>
                  <a:pt x="78208" y="43958"/>
                  <a:pt x="78233" y="43958"/>
                </a:cubicBezTo>
                <a:close/>
                <a:moveTo>
                  <a:pt x="101730" y="38432"/>
                </a:moveTo>
                <a:cubicBezTo>
                  <a:pt x="102800" y="38955"/>
                  <a:pt x="103846" y="39527"/>
                  <a:pt x="104866" y="40149"/>
                </a:cubicBezTo>
                <a:cubicBezTo>
                  <a:pt x="104767" y="40224"/>
                  <a:pt x="104667" y="40299"/>
                  <a:pt x="104618" y="40398"/>
                </a:cubicBezTo>
                <a:cubicBezTo>
                  <a:pt x="104493" y="40473"/>
                  <a:pt x="104369" y="40597"/>
                  <a:pt x="104244" y="40697"/>
                </a:cubicBezTo>
                <a:cubicBezTo>
                  <a:pt x="104095" y="40846"/>
                  <a:pt x="103896" y="40971"/>
                  <a:pt x="103746" y="41095"/>
                </a:cubicBezTo>
                <a:cubicBezTo>
                  <a:pt x="103622" y="41195"/>
                  <a:pt x="103497" y="41319"/>
                  <a:pt x="103348" y="41419"/>
                </a:cubicBezTo>
                <a:lnTo>
                  <a:pt x="102875" y="41792"/>
                </a:lnTo>
                <a:cubicBezTo>
                  <a:pt x="102726" y="41917"/>
                  <a:pt x="102601" y="42016"/>
                  <a:pt x="102427" y="42141"/>
                </a:cubicBezTo>
                <a:cubicBezTo>
                  <a:pt x="102278" y="42215"/>
                  <a:pt x="102153" y="42340"/>
                  <a:pt x="102004" y="42439"/>
                </a:cubicBezTo>
                <a:cubicBezTo>
                  <a:pt x="101855" y="42564"/>
                  <a:pt x="101655" y="42663"/>
                  <a:pt x="101506" y="42788"/>
                </a:cubicBezTo>
                <a:cubicBezTo>
                  <a:pt x="101382" y="42887"/>
                  <a:pt x="101232" y="42937"/>
                  <a:pt x="101108" y="43037"/>
                </a:cubicBezTo>
                <a:cubicBezTo>
                  <a:pt x="100909" y="43161"/>
                  <a:pt x="100735" y="43286"/>
                  <a:pt x="100535" y="43385"/>
                </a:cubicBezTo>
                <a:cubicBezTo>
                  <a:pt x="100411" y="43435"/>
                  <a:pt x="100286" y="43510"/>
                  <a:pt x="100187" y="43584"/>
                </a:cubicBezTo>
                <a:cubicBezTo>
                  <a:pt x="99988" y="43709"/>
                  <a:pt x="99789" y="43833"/>
                  <a:pt x="99565" y="43933"/>
                </a:cubicBezTo>
                <a:cubicBezTo>
                  <a:pt x="99515" y="43958"/>
                  <a:pt x="99490" y="43983"/>
                  <a:pt x="99415" y="44032"/>
                </a:cubicBezTo>
                <a:cubicBezTo>
                  <a:pt x="100262" y="42166"/>
                  <a:pt x="101033" y="40299"/>
                  <a:pt x="101730" y="38432"/>
                </a:cubicBezTo>
                <a:close/>
                <a:moveTo>
                  <a:pt x="77436" y="44008"/>
                </a:moveTo>
                <a:cubicBezTo>
                  <a:pt x="77461" y="44032"/>
                  <a:pt x="77461" y="44057"/>
                  <a:pt x="77486" y="44057"/>
                </a:cubicBezTo>
                <a:lnTo>
                  <a:pt x="77412" y="44057"/>
                </a:lnTo>
                <a:lnTo>
                  <a:pt x="77412" y="44032"/>
                </a:lnTo>
                <a:lnTo>
                  <a:pt x="77387" y="44008"/>
                </a:lnTo>
                <a:close/>
                <a:moveTo>
                  <a:pt x="77909" y="43983"/>
                </a:moveTo>
                <a:cubicBezTo>
                  <a:pt x="77909" y="44032"/>
                  <a:pt x="77909" y="44032"/>
                  <a:pt x="77959" y="44057"/>
                </a:cubicBezTo>
                <a:lnTo>
                  <a:pt x="77884" y="44057"/>
                </a:lnTo>
                <a:cubicBezTo>
                  <a:pt x="77884" y="44032"/>
                  <a:pt x="77860" y="43983"/>
                  <a:pt x="77860" y="43983"/>
                </a:cubicBezTo>
                <a:close/>
                <a:moveTo>
                  <a:pt x="78781" y="44008"/>
                </a:moveTo>
                <a:cubicBezTo>
                  <a:pt x="78830" y="44008"/>
                  <a:pt x="78830" y="44032"/>
                  <a:pt x="78855" y="44032"/>
                </a:cubicBezTo>
                <a:cubicBezTo>
                  <a:pt x="78855" y="44032"/>
                  <a:pt x="78805" y="44032"/>
                  <a:pt x="78805" y="44057"/>
                </a:cubicBezTo>
                <a:lnTo>
                  <a:pt x="78631" y="44057"/>
                </a:lnTo>
                <a:cubicBezTo>
                  <a:pt x="78681" y="44032"/>
                  <a:pt x="78756" y="44032"/>
                  <a:pt x="78781" y="44008"/>
                </a:cubicBezTo>
                <a:close/>
                <a:moveTo>
                  <a:pt x="77113" y="44032"/>
                </a:moveTo>
                <a:lnTo>
                  <a:pt x="77138" y="44057"/>
                </a:lnTo>
                <a:cubicBezTo>
                  <a:pt x="77138" y="44057"/>
                  <a:pt x="77138" y="44082"/>
                  <a:pt x="77163" y="44082"/>
                </a:cubicBezTo>
                <a:lnTo>
                  <a:pt x="77038" y="44082"/>
                </a:lnTo>
                <a:cubicBezTo>
                  <a:pt x="77038" y="44057"/>
                  <a:pt x="77038" y="44057"/>
                  <a:pt x="77063" y="44032"/>
                </a:cubicBezTo>
                <a:close/>
                <a:moveTo>
                  <a:pt x="57947" y="32085"/>
                </a:moveTo>
                <a:cubicBezTo>
                  <a:pt x="59440" y="34300"/>
                  <a:pt x="60809" y="36515"/>
                  <a:pt x="61979" y="38681"/>
                </a:cubicBezTo>
                <a:cubicBezTo>
                  <a:pt x="59589" y="40398"/>
                  <a:pt x="57250" y="42215"/>
                  <a:pt x="55010" y="44132"/>
                </a:cubicBezTo>
                <a:lnTo>
                  <a:pt x="54985" y="44082"/>
                </a:lnTo>
                <a:cubicBezTo>
                  <a:pt x="54835" y="43933"/>
                  <a:pt x="54661" y="43759"/>
                  <a:pt x="54512" y="43584"/>
                </a:cubicBezTo>
                <a:cubicBezTo>
                  <a:pt x="54313" y="43335"/>
                  <a:pt x="54089" y="43087"/>
                  <a:pt x="53865" y="42887"/>
                </a:cubicBezTo>
                <a:cubicBezTo>
                  <a:pt x="53616" y="42589"/>
                  <a:pt x="53392" y="42340"/>
                  <a:pt x="53143" y="42066"/>
                </a:cubicBezTo>
                <a:cubicBezTo>
                  <a:pt x="53043" y="41966"/>
                  <a:pt x="52993" y="41892"/>
                  <a:pt x="52894" y="41792"/>
                </a:cubicBezTo>
                <a:cubicBezTo>
                  <a:pt x="51550" y="40224"/>
                  <a:pt x="50280" y="38556"/>
                  <a:pt x="49036" y="36839"/>
                </a:cubicBezTo>
                <a:cubicBezTo>
                  <a:pt x="52023" y="34723"/>
                  <a:pt x="55084" y="33130"/>
                  <a:pt x="57947" y="32085"/>
                </a:cubicBezTo>
                <a:close/>
                <a:moveTo>
                  <a:pt x="72657" y="42464"/>
                </a:moveTo>
                <a:lnTo>
                  <a:pt x="72657" y="42464"/>
                </a:lnTo>
                <a:cubicBezTo>
                  <a:pt x="72433" y="43037"/>
                  <a:pt x="72184" y="43559"/>
                  <a:pt x="71911" y="44132"/>
                </a:cubicBezTo>
                <a:cubicBezTo>
                  <a:pt x="71463" y="43983"/>
                  <a:pt x="71114" y="43808"/>
                  <a:pt x="70691" y="43634"/>
                </a:cubicBezTo>
                <a:cubicBezTo>
                  <a:pt x="70741" y="43584"/>
                  <a:pt x="70766" y="43584"/>
                  <a:pt x="70790" y="43559"/>
                </a:cubicBezTo>
                <a:cubicBezTo>
                  <a:pt x="71413" y="43186"/>
                  <a:pt x="72035" y="42813"/>
                  <a:pt x="72657" y="42464"/>
                </a:cubicBezTo>
                <a:close/>
                <a:moveTo>
                  <a:pt x="76789" y="44057"/>
                </a:moveTo>
                <a:cubicBezTo>
                  <a:pt x="76789" y="44082"/>
                  <a:pt x="76764" y="44082"/>
                  <a:pt x="76764" y="44132"/>
                </a:cubicBezTo>
                <a:lnTo>
                  <a:pt x="76739" y="44132"/>
                </a:lnTo>
                <a:cubicBezTo>
                  <a:pt x="76739" y="44082"/>
                  <a:pt x="76764" y="44082"/>
                  <a:pt x="76764" y="44057"/>
                </a:cubicBezTo>
                <a:close/>
                <a:moveTo>
                  <a:pt x="113329" y="33230"/>
                </a:moveTo>
                <a:cubicBezTo>
                  <a:pt x="113329" y="33255"/>
                  <a:pt x="113354" y="33304"/>
                  <a:pt x="113379" y="33304"/>
                </a:cubicBezTo>
                <a:cubicBezTo>
                  <a:pt x="113280" y="33976"/>
                  <a:pt x="113180" y="34624"/>
                  <a:pt x="113031" y="35321"/>
                </a:cubicBezTo>
                <a:cubicBezTo>
                  <a:pt x="113031" y="35370"/>
                  <a:pt x="113006" y="35420"/>
                  <a:pt x="113006" y="35470"/>
                </a:cubicBezTo>
                <a:cubicBezTo>
                  <a:pt x="112433" y="38283"/>
                  <a:pt x="111612" y="41170"/>
                  <a:pt x="110567" y="44132"/>
                </a:cubicBezTo>
                <a:lnTo>
                  <a:pt x="110517" y="44082"/>
                </a:lnTo>
                <a:cubicBezTo>
                  <a:pt x="111886" y="40324"/>
                  <a:pt x="112832" y="36690"/>
                  <a:pt x="113329" y="33230"/>
                </a:cubicBezTo>
                <a:close/>
                <a:moveTo>
                  <a:pt x="106211" y="40772"/>
                </a:moveTo>
                <a:cubicBezTo>
                  <a:pt x="107704" y="41792"/>
                  <a:pt x="109073" y="42912"/>
                  <a:pt x="110243" y="44132"/>
                </a:cubicBezTo>
                <a:cubicBezTo>
                  <a:pt x="110243" y="44157"/>
                  <a:pt x="110243" y="44157"/>
                  <a:pt x="110218" y="44182"/>
                </a:cubicBezTo>
                <a:cubicBezTo>
                  <a:pt x="109098" y="43012"/>
                  <a:pt x="107779" y="41917"/>
                  <a:pt x="106335" y="40921"/>
                </a:cubicBezTo>
                <a:cubicBezTo>
                  <a:pt x="106285" y="40846"/>
                  <a:pt x="106260" y="40821"/>
                  <a:pt x="106211" y="40772"/>
                </a:cubicBezTo>
                <a:close/>
                <a:moveTo>
                  <a:pt x="80199" y="44082"/>
                </a:moveTo>
                <a:cubicBezTo>
                  <a:pt x="80249" y="44082"/>
                  <a:pt x="80274" y="44082"/>
                  <a:pt x="80349" y="44132"/>
                </a:cubicBezTo>
                <a:cubicBezTo>
                  <a:pt x="80398" y="44132"/>
                  <a:pt x="80473" y="44157"/>
                  <a:pt x="80573" y="44182"/>
                </a:cubicBezTo>
                <a:cubicBezTo>
                  <a:pt x="80556" y="44190"/>
                  <a:pt x="80542" y="44193"/>
                  <a:pt x="80529" y="44193"/>
                </a:cubicBezTo>
                <a:cubicBezTo>
                  <a:pt x="80504" y="44193"/>
                  <a:pt x="80481" y="44182"/>
                  <a:pt x="80448" y="44182"/>
                </a:cubicBezTo>
                <a:lnTo>
                  <a:pt x="80374" y="44182"/>
                </a:lnTo>
                <a:lnTo>
                  <a:pt x="80100" y="44082"/>
                </a:lnTo>
                <a:close/>
                <a:moveTo>
                  <a:pt x="101506" y="38332"/>
                </a:moveTo>
                <a:cubicBezTo>
                  <a:pt x="101531" y="38332"/>
                  <a:pt x="101531" y="38357"/>
                  <a:pt x="101556" y="38357"/>
                </a:cubicBezTo>
                <a:cubicBezTo>
                  <a:pt x="100834" y="40299"/>
                  <a:pt x="100038" y="42215"/>
                  <a:pt x="99141" y="44182"/>
                </a:cubicBezTo>
                <a:cubicBezTo>
                  <a:pt x="99092" y="44182"/>
                  <a:pt x="99067" y="44207"/>
                  <a:pt x="99042" y="44207"/>
                </a:cubicBezTo>
                <a:cubicBezTo>
                  <a:pt x="99938" y="42265"/>
                  <a:pt x="100784" y="40249"/>
                  <a:pt x="101506" y="38332"/>
                </a:cubicBezTo>
                <a:close/>
                <a:moveTo>
                  <a:pt x="48886" y="36889"/>
                </a:moveTo>
                <a:cubicBezTo>
                  <a:pt x="50206" y="38731"/>
                  <a:pt x="51599" y="40473"/>
                  <a:pt x="52993" y="42116"/>
                </a:cubicBezTo>
                <a:cubicBezTo>
                  <a:pt x="52993" y="42166"/>
                  <a:pt x="53018" y="42166"/>
                  <a:pt x="53018" y="42190"/>
                </a:cubicBezTo>
                <a:cubicBezTo>
                  <a:pt x="53267" y="42489"/>
                  <a:pt x="53566" y="42788"/>
                  <a:pt x="53815" y="43087"/>
                </a:cubicBezTo>
                <a:cubicBezTo>
                  <a:pt x="53989" y="43311"/>
                  <a:pt x="54188" y="43535"/>
                  <a:pt x="54387" y="43734"/>
                </a:cubicBezTo>
                <a:cubicBezTo>
                  <a:pt x="54561" y="43908"/>
                  <a:pt x="54711" y="44057"/>
                  <a:pt x="54860" y="44232"/>
                </a:cubicBezTo>
                <a:cubicBezTo>
                  <a:pt x="54835" y="44232"/>
                  <a:pt x="54835" y="44281"/>
                  <a:pt x="54810" y="44281"/>
                </a:cubicBezTo>
                <a:cubicBezTo>
                  <a:pt x="54636" y="44082"/>
                  <a:pt x="54462" y="43908"/>
                  <a:pt x="54313" y="43709"/>
                </a:cubicBezTo>
                <a:cubicBezTo>
                  <a:pt x="54263" y="43684"/>
                  <a:pt x="54238" y="43659"/>
                  <a:pt x="54238" y="43609"/>
                </a:cubicBezTo>
                <a:cubicBezTo>
                  <a:pt x="52396" y="41568"/>
                  <a:pt x="50579" y="39303"/>
                  <a:pt x="48861" y="36938"/>
                </a:cubicBezTo>
                <a:cubicBezTo>
                  <a:pt x="48861" y="36938"/>
                  <a:pt x="48886" y="36938"/>
                  <a:pt x="48886" y="36889"/>
                </a:cubicBezTo>
                <a:close/>
                <a:moveTo>
                  <a:pt x="80747" y="44256"/>
                </a:moveTo>
                <a:cubicBezTo>
                  <a:pt x="80822" y="44256"/>
                  <a:pt x="80896" y="44281"/>
                  <a:pt x="80971" y="44281"/>
                </a:cubicBezTo>
                <a:cubicBezTo>
                  <a:pt x="80896" y="44281"/>
                  <a:pt x="80822" y="44281"/>
                  <a:pt x="80747" y="44256"/>
                </a:cubicBezTo>
                <a:close/>
                <a:moveTo>
                  <a:pt x="62079" y="38830"/>
                </a:moveTo>
                <a:cubicBezTo>
                  <a:pt x="62079" y="38855"/>
                  <a:pt x="62103" y="38855"/>
                  <a:pt x="62103" y="38880"/>
                </a:cubicBezTo>
                <a:cubicBezTo>
                  <a:pt x="59714" y="40597"/>
                  <a:pt x="57424" y="42415"/>
                  <a:pt x="55184" y="44306"/>
                </a:cubicBezTo>
                <a:cubicBezTo>
                  <a:pt x="55184" y="44281"/>
                  <a:pt x="55134" y="44281"/>
                  <a:pt x="55134" y="44256"/>
                </a:cubicBezTo>
                <a:cubicBezTo>
                  <a:pt x="57374" y="42340"/>
                  <a:pt x="59689" y="40548"/>
                  <a:pt x="62079" y="38830"/>
                </a:cubicBezTo>
                <a:close/>
                <a:moveTo>
                  <a:pt x="79627" y="44281"/>
                </a:moveTo>
                <a:cubicBezTo>
                  <a:pt x="79627" y="44281"/>
                  <a:pt x="79652" y="44281"/>
                  <a:pt x="79702" y="44306"/>
                </a:cubicBezTo>
                <a:lnTo>
                  <a:pt x="79627" y="44306"/>
                </a:lnTo>
                <a:lnTo>
                  <a:pt x="79602" y="44281"/>
                </a:lnTo>
                <a:close/>
                <a:moveTo>
                  <a:pt x="78034" y="44281"/>
                </a:moveTo>
                <a:cubicBezTo>
                  <a:pt x="78009" y="44281"/>
                  <a:pt x="78009" y="44281"/>
                  <a:pt x="78034" y="44306"/>
                </a:cubicBezTo>
                <a:cubicBezTo>
                  <a:pt x="78009" y="44306"/>
                  <a:pt x="78009" y="44306"/>
                  <a:pt x="78009" y="44331"/>
                </a:cubicBezTo>
                <a:cubicBezTo>
                  <a:pt x="78009" y="44306"/>
                  <a:pt x="78009" y="44306"/>
                  <a:pt x="77984" y="44281"/>
                </a:cubicBezTo>
                <a:close/>
                <a:moveTo>
                  <a:pt x="70492" y="43734"/>
                </a:moveTo>
                <a:cubicBezTo>
                  <a:pt x="70940" y="43933"/>
                  <a:pt x="71388" y="44157"/>
                  <a:pt x="71811" y="44306"/>
                </a:cubicBezTo>
                <a:cubicBezTo>
                  <a:pt x="71811" y="44331"/>
                  <a:pt x="71786" y="44331"/>
                  <a:pt x="71786" y="44356"/>
                </a:cubicBezTo>
                <a:cubicBezTo>
                  <a:pt x="71313" y="44207"/>
                  <a:pt x="70890" y="43983"/>
                  <a:pt x="70417" y="43784"/>
                </a:cubicBezTo>
                <a:cubicBezTo>
                  <a:pt x="70442" y="43784"/>
                  <a:pt x="70442" y="43734"/>
                  <a:pt x="70492" y="43734"/>
                </a:cubicBezTo>
                <a:close/>
                <a:moveTo>
                  <a:pt x="72632" y="43908"/>
                </a:moveTo>
                <a:lnTo>
                  <a:pt x="72632" y="44356"/>
                </a:lnTo>
                <a:cubicBezTo>
                  <a:pt x="72558" y="44331"/>
                  <a:pt x="72483" y="44331"/>
                  <a:pt x="72408" y="44306"/>
                </a:cubicBezTo>
                <a:cubicBezTo>
                  <a:pt x="72458" y="44182"/>
                  <a:pt x="72558" y="44032"/>
                  <a:pt x="72632" y="43908"/>
                </a:cubicBezTo>
                <a:close/>
                <a:moveTo>
                  <a:pt x="115370" y="38308"/>
                </a:moveTo>
                <a:lnTo>
                  <a:pt x="115370" y="38357"/>
                </a:lnTo>
                <a:cubicBezTo>
                  <a:pt x="114350" y="40373"/>
                  <a:pt x="112956" y="42290"/>
                  <a:pt x="111214" y="43933"/>
                </a:cubicBezTo>
                <a:lnTo>
                  <a:pt x="111164" y="43958"/>
                </a:lnTo>
                <a:lnTo>
                  <a:pt x="111089" y="44057"/>
                </a:lnTo>
                <a:cubicBezTo>
                  <a:pt x="110965" y="44157"/>
                  <a:pt x="110865" y="44281"/>
                  <a:pt x="110741" y="44356"/>
                </a:cubicBezTo>
                <a:cubicBezTo>
                  <a:pt x="110766" y="44331"/>
                  <a:pt x="110766" y="44331"/>
                  <a:pt x="110741" y="44306"/>
                </a:cubicBezTo>
                <a:lnTo>
                  <a:pt x="110815" y="44256"/>
                </a:lnTo>
                <a:cubicBezTo>
                  <a:pt x="110990" y="44057"/>
                  <a:pt x="111214" y="43883"/>
                  <a:pt x="111388" y="43684"/>
                </a:cubicBezTo>
                <a:lnTo>
                  <a:pt x="111861" y="43211"/>
                </a:lnTo>
                <a:lnTo>
                  <a:pt x="112135" y="42937"/>
                </a:lnTo>
                <a:cubicBezTo>
                  <a:pt x="112309" y="42738"/>
                  <a:pt x="112458" y="42589"/>
                  <a:pt x="112608" y="42415"/>
                </a:cubicBezTo>
                <a:cubicBezTo>
                  <a:pt x="112657" y="42315"/>
                  <a:pt x="112732" y="42265"/>
                  <a:pt x="112832" y="42166"/>
                </a:cubicBezTo>
                <a:cubicBezTo>
                  <a:pt x="112981" y="41966"/>
                  <a:pt x="113130" y="41792"/>
                  <a:pt x="113280" y="41568"/>
                </a:cubicBezTo>
                <a:cubicBezTo>
                  <a:pt x="113329" y="41494"/>
                  <a:pt x="113379" y="41444"/>
                  <a:pt x="113404" y="41419"/>
                </a:cubicBezTo>
                <a:cubicBezTo>
                  <a:pt x="113578" y="41195"/>
                  <a:pt x="113703" y="40996"/>
                  <a:pt x="113852" y="40797"/>
                </a:cubicBezTo>
                <a:cubicBezTo>
                  <a:pt x="113902" y="40697"/>
                  <a:pt x="113977" y="40622"/>
                  <a:pt x="114001" y="40548"/>
                </a:cubicBezTo>
                <a:cubicBezTo>
                  <a:pt x="114325" y="40075"/>
                  <a:pt x="114624" y="39602"/>
                  <a:pt x="114873" y="39129"/>
                </a:cubicBezTo>
                <a:cubicBezTo>
                  <a:pt x="114898" y="39104"/>
                  <a:pt x="114898" y="39079"/>
                  <a:pt x="114947" y="39054"/>
                </a:cubicBezTo>
                <a:cubicBezTo>
                  <a:pt x="115072" y="38830"/>
                  <a:pt x="115196" y="38631"/>
                  <a:pt x="115321" y="38432"/>
                </a:cubicBezTo>
                <a:lnTo>
                  <a:pt x="115321" y="38382"/>
                </a:lnTo>
                <a:cubicBezTo>
                  <a:pt x="115346" y="38357"/>
                  <a:pt x="115346" y="38332"/>
                  <a:pt x="115370" y="38308"/>
                </a:cubicBezTo>
                <a:close/>
                <a:moveTo>
                  <a:pt x="79278" y="44306"/>
                </a:moveTo>
                <a:cubicBezTo>
                  <a:pt x="79278" y="44306"/>
                  <a:pt x="79328" y="44306"/>
                  <a:pt x="79328" y="44331"/>
                </a:cubicBezTo>
                <a:cubicBezTo>
                  <a:pt x="79253" y="44331"/>
                  <a:pt x="79204" y="44381"/>
                  <a:pt x="79129" y="44381"/>
                </a:cubicBezTo>
                <a:cubicBezTo>
                  <a:pt x="79154" y="44381"/>
                  <a:pt x="79204" y="44331"/>
                  <a:pt x="79204" y="44331"/>
                </a:cubicBezTo>
                <a:cubicBezTo>
                  <a:pt x="79229" y="44306"/>
                  <a:pt x="79229" y="44306"/>
                  <a:pt x="79253" y="44306"/>
                </a:cubicBezTo>
                <a:close/>
                <a:moveTo>
                  <a:pt x="105090" y="40174"/>
                </a:moveTo>
                <a:cubicBezTo>
                  <a:pt x="105090" y="40174"/>
                  <a:pt x="105115" y="40174"/>
                  <a:pt x="105115" y="40199"/>
                </a:cubicBezTo>
                <a:cubicBezTo>
                  <a:pt x="105016" y="40274"/>
                  <a:pt x="104966" y="40349"/>
                  <a:pt x="104866" y="40423"/>
                </a:cubicBezTo>
                <a:cubicBezTo>
                  <a:pt x="104742" y="40548"/>
                  <a:pt x="104618" y="40672"/>
                  <a:pt x="104468" y="40797"/>
                </a:cubicBezTo>
                <a:lnTo>
                  <a:pt x="103995" y="41170"/>
                </a:lnTo>
                <a:cubicBezTo>
                  <a:pt x="103846" y="41294"/>
                  <a:pt x="103721" y="41419"/>
                  <a:pt x="103547" y="41543"/>
                </a:cubicBezTo>
                <a:cubicBezTo>
                  <a:pt x="103423" y="41643"/>
                  <a:pt x="103273" y="41742"/>
                  <a:pt x="103149" y="41842"/>
                </a:cubicBezTo>
                <a:cubicBezTo>
                  <a:pt x="102975" y="41966"/>
                  <a:pt x="102800" y="42116"/>
                  <a:pt x="102626" y="42265"/>
                </a:cubicBezTo>
                <a:cubicBezTo>
                  <a:pt x="102502" y="42340"/>
                  <a:pt x="102377" y="42415"/>
                  <a:pt x="102278" y="42514"/>
                </a:cubicBezTo>
                <a:cubicBezTo>
                  <a:pt x="102104" y="42639"/>
                  <a:pt x="101880" y="42788"/>
                  <a:pt x="101680" y="42912"/>
                </a:cubicBezTo>
                <a:lnTo>
                  <a:pt x="101407" y="43087"/>
                </a:lnTo>
                <a:cubicBezTo>
                  <a:pt x="101183" y="43261"/>
                  <a:pt x="100934" y="43385"/>
                  <a:pt x="100735" y="43535"/>
                </a:cubicBezTo>
                <a:cubicBezTo>
                  <a:pt x="100660" y="43559"/>
                  <a:pt x="100560" y="43634"/>
                  <a:pt x="100510" y="43659"/>
                </a:cubicBezTo>
                <a:cubicBezTo>
                  <a:pt x="100262" y="43808"/>
                  <a:pt x="99988" y="43958"/>
                  <a:pt x="99739" y="44082"/>
                </a:cubicBezTo>
                <a:cubicBezTo>
                  <a:pt x="99689" y="44132"/>
                  <a:pt x="99639" y="44132"/>
                  <a:pt x="99614" y="44157"/>
                </a:cubicBezTo>
                <a:cubicBezTo>
                  <a:pt x="99415" y="44306"/>
                  <a:pt x="99316" y="44381"/>
                  <a:pt x="99241" y="44381"/>
                </a:cubicBezTo>
                <a:cubicBezTo>
                  <a:pt x="99241" y="44331"/>
                  <a:pt x="99266" y="44331"/>
                  <a:pt x="99266" y="44306"/>
                </a:cubicBezTo>
                <a:cubicBezTo>
                  <a:pt x="99365" y="44281"/>
                  <a:pt x="99415" y="44207"/>
                  <a:pt x="99515" y="44182"/>
                </a:cubicBezTo>
                <a:cubicBezTo>
                  <a:pt x="99565" y="44157"/>
                  <a:pt x="99614" y="44132"/>
                  <a:pt x="99664" y="44082"/>
                </a:cubicBezTo>
                <a:cubicBezTo>
                  <a:pt x="99913" y="43958"/>
                  <a:pt x="100162" y="43808"/>
                  <a:pt x="100411" y="43659"/>
                </a:cubicBezTo>
                <a:cubicBezTo>
                  <a:pt x="100510" y="43584"/>
                  <a:pt x="100560" y="43559"/>
                  <a:pt x="100660" y="43510"/>
                </a:cubicBezTo>
                <a:cubicBezTo>
                  <a:pt x="100884" y="43360"/>
                  <a:pt x="101108" y="43211"/>
                  <a:pt x="101307" y="43087"/>
                </a:cubicBezTo>
                <a:cubicBezTo>
                  <a:pt x="101407" y="43037"/>
                  <a:pt x="101531" y="42962"/>
                  <a:pt x="101631" y="42912"/>
                </a:cubicBezTo>
                <a:cubicBezTo>
                  <a:pt x="101805" y="42788"/>
                  <a:pt x="102004" y="42663"/>
                  <a:pt x="102178" y="42489"/>
                </a:cubicBezTo>
                <a:lnTo>
                  <a:pt x="102552" y="42215"/>
                </a:lnTo>
                <a:cubicBezTo>
                  <a:pt x="102726" y="42091"/>
                  <a:pt x="102900" y="41966"/>
                  <a:pt x="103049" y="41842"/>
                </a:cubicBezTo>
                <a:cubicBezTo>
                  <a:pt x="103224" y="41718"/>
                  <a:pt x="103348" y="41643"/>
                  <a:pt x="103497" y="41494"/>
                </a:cubicBezTo>
                <a:cubicBezTo>
                  <a:pt x="103647" y="41369"/>
                  <a:pt x="103771" y="41245"/>
                  <a:pt x="103921" y="41145"/>
                </a:cubicBezTo>
                <a:lnTo>
                  <a:pt x="104394" y="40772"/>
                </a:lnTo>
                <a:cubicBezTo>
                  <a:pt x="104518" y="40647"/>
                  <a:pt x="104642" y="40523"/>
                  <a:pt x="104792" y="40398"/>
                </a:cubicBezTo>
                <a:cubicBezTo>
                  <a:pt x="104891" y="40324"/>
                  <a:pt x="104966" y="40224"/>
                  <a:pt x="105041" y="40174"/>
                </a:cubicBezTo>
                <a:close/>
                <a:moveTo>
                  <a:pt x="77735" y="44331"/>
                </a:moveTo>
                <a:lnTo>
                  <a:pt x="77760" y="44381"/>
                </a:lnTo>
                <a:cubicBezTo>
                  <a:pt x="77760" y="44381"/>
                  <a:pt x="77760" y="44406"/>
                  <a:pt x="77785" y="44406"/>
                </a:cubicBezTo>
                <a:lnTo>
                  <a:pt x="77735" y="44406"/>
                </a:lnTo>
                <a:cubicBezTo>
                  <a:pt x="77685" y="44406"/>
                  <a:pt x="77660" y="44406"/>
                  <a:pt x="77660" y="44381"/>
                </a:cubicBezTo>
                <a:cubicBezTo>
                  <a:pt x="77710" y="44381"/>
                  <a:pt x="77735" y="44331"/>
                  <a:pt x="77735" y="44331"/>
                </a:cubicBezTo>
                <a:close/>
                <a:moveTo>
                  <a:pt x="72905" y="43305"/>
                </a:moveTo>
                <a:lnTo>
                  <a:pt x="72905" y="43305"/>
                </a:lnTo>
                <a:cubicBezTo>
                  <a:pt x="72881" y="43696"/>
                  <a:pt x="72857" y="44063"/>
                  <a:pt x="72881" y="44431"/>
                </a:cubicBezTo>
                <a:cubicBezTo>
                  <a:pt x="72832" y="44431"/>
                  <a:pt x="72832" y="44431"/>
                  <a:pt x="72807" y="44406"/>
                </a:cubicBezTo>
                <a:cubicBezTo>
                  <a:pt x="72807" y="44082"/>
                  <a:pt x="72807" y="43759"/>
                  <a:pt x="72856" y="43435"/>
                </a:cubicBezTo>
                <a:cubicBezTo>
                  <a:pt x="72878" y="43392"/>
                  <a:pt x="72900" y="43349"/>
                  <a:pt x="72905" y="43305"/>
                </a:cubicBezTo>
                <a:close/>
                <a:moveTo>
                  <a:pt x="74848" y="41294"/>
                </a:moveTo>
                <a:cubicBezTo>
                  <a:pt x="75122" y="41543"/>
                  <a:pt x="75395" y="41718"/>
                  <a:pt x="75669" y="41942"/>
                </a:cubicBezTo>
                <a:cubicBezTo>
                  <a:pt x="75744" y="42066"/>
                  <a:pt x="75819" y="42190"/>
                  <a:pt x="75893" y="42315"/>
                </a:cubicBezTo>
                <a:cubicBezTo>
                  <a:pt x="75893" y="42340"/>
                  <a:pt x="75918" y="42340"/>
                  <a:pt x="75918" y="42365"/>
                </a:cubicBezTo>
                <a:cubicBezTo>
                  <a:pt x="75918" y="42415"/>
                  <a:pt x="75968" y="42415"/>
                  <a:pt x="75968" y="42439"/>
                </a:cubicBezTo>
                <a:cubicBezTo>
                  <a:pt x="76018" y="42564"/>
                  <a:pt x="76092" y="42663"/>
                  <a:pt x="76167" y="42788"/>
                </a:cubicBezTo>
                <a:lnTo>
                  <a:pt x="76366" y="43062"/>
                </a:lnTo>
                <a:cubicBezTo>
                  <a:pt x="76391" y="43111"/>
                  <a:pt x="76466" y="43186"/>
                  <a:pt x="76491" y="43236"/>
                </a:cubicBezTo>
                <a:cubicBezTo>
                  <a:pt x="76491" y="43286"/>
                  <a:pt x="76515" y="43286"/>
                  <a:pt x="76515" y="43311"/>
                </a:cubicBezTo>
                <a:lnTo>
                  <a:pt x="76715" y="43584"/>
                </a:lnTo>
                <a:lnTo>
                  <a:pt x="76739" y="43609"/>
                </a:lnTo>
                <a:cubicBezTo>
                  <a:pt x="76665" y="43709"/>
                  <a:pt x="76640" y="43808"/>
                  <a:pt x="76590" y="43908"/>
                </a:cubicBezTo>
                <a:cubicBezTo>
                  <a:pt x="75669" y="43983"/>
                  <a:pt x="74723" y="44182"/>
                  <a:pt x="73728" y="44431"/>
                </a:cubicBezTo>
                <a:cubicBezTo>
                  <a:pt x="74001" y="43435"/>
                  <a:pt x="74225" y="42489"/>
                  <a:pt x="74350" y="41568"/>
                </a:cubicBezTo>
                <a:cubicBezTo>
                  <a:pt x="74524" y="41444"/>
                  <a:pt x="74674" y="41394"/>
                  <a:pt x="74848" y="41294"/>
                </a:cubicBezTo>
                <a:close/>
                <a:moveTo>
                  <a:pt x="77287" y="44256"/>
                </a:moveTo>
                <a:cubicBezTo>
                  <a:pt x="77287" y="44256"/>
                  <a:pt x="77287" y="44281"/>
                  <a:pt x="77337" y="44281"/>
                </a:cubicBezTo>
                <a:cubicBezTo>
                  <a:pt x="77138" y="44331"/>
                  <a:pt x="76988" y="44406"/>
                  <a:pt x="76789" y="44456"/>
                </a:cubicBezTo>
                <a:cubicBezTo>
                  <a:pt x="76839" y="44431"/>
                  <a:pt x="76889" y="44331"/>
                  <a:pt x="76914" y="44281"/>
                </a:cubicBezTo>
                <a:cubicBezTo>
                  <a:pt x="77038" y="44281"/>
                  <a:pt x="77163" y="44281"/>
                  <a:pt x="77287" y="44256"/>
                </a:cubicBezTo>
                <a:close/>
                <a:moveTo>
                  <a:pt x="55010" y="44406"/>
                </a:moveTo>
                <a:cubicBezTo>
                  <a:pt x="55010" y="44431"/>
                  <a:pt x="55059" y="44431"/>
                  <a:pt x="55059" y="44456"/>
                </a:cubicBezTo>
                <a:cubicBezTo>
                  <a:pt x="55010" y="44456"/>
                  <a:pt x="55010" y="44480"/>
                  <a:pt x="54985" y="44480"/>
                </a:cubicBezTo>
                <a:cubicBezTo>
                  <a:pt x="54960" y="44456"/>
                  <a:pt x="54960" y="44431"/>
                  <a:pt x="54960" y="44431"/>
                </a:cubicBezTo>
                <a:cubicBezTo>
                  <a:pt x="54985" y="44431"/>
                  <a:pt x="54985" y="44406"/>
                  <a:pt x="55010" y="44406"/>
                </a:cubicBezTo>
                <a:close/>
                <a:moveTo>
                  <a:pt x="74175" y="41651"/>
                </a:moveTo>
                <a:cubicBezTo>
                  <a:pt x="74050" y="42545"/>
                  <a:pt x="73851" y="43513"/>
                  <a:pt x="73553" y="44456"/>
                </a:cubicBezTo>
                <a:cubicBezTo>
                  <a:pt x="73529" y="44456"/>
                  <a:pt x="73529" y="44456"/>
                  <a:pt x="73504" y="44480"/>
                </a:cubicBezTo>
                <a:cubicBezTo>
                  <a:pt x="73777" y="43535"/>
                  <a:pt x="74001" y="42589"/>
                  <a:pt x="74126" y="41693"/>
                </a:cubicBezTo>
                <a:cubicBezTo>
                  <a:pt x="74148" y="41671"/>
                  <a:pt x="74169" y="41668"/>
                  <a:pt x="74175" y="41651"/>
                </a:cubicBezTo>
                <a:close/>
                <a:moveTo>
                  <a:pt x="110639" y="44480"/>
                </a:moveTo>
                <a:cubicBezTo>
                  <a:pt x="110640" y="44487"/>
                  <a:pt x="110641" y="44495"/>
                  <a:pt x="110641" y="44505"/>
                </a:cubicBezTo>
                <a:cubicBezTo>
                  <a:pt x="110616" y="44505"/>
                  <a:pt x="110616" y="44530"/>
                  <a:pt x="110616" y="44530"/>
                </a:cubicBezTo>
                <a:lnTo>
                  <a:pt x="110616" y="44530"/>
                </a:lnTo>
                <a:cubicBezTo>
                  <a:pt x="110616" y="44510"/>
                  <a:pt x="110632" y="44506"/>
                  <a:pt x="110639" y="44480"/>
                </a:cubicBezTo>
                <a:close/>
                <a:moveTo>
                  <a:pt x="73927" y="41792"/>
                </a:moveTo>
                <a:lnTo>
                  <a:pt x="73927" y="41792"/>
                </a:lnTo>
                <a:cubicBezTo>
                  <a:pt x="73802" y="42688"/>
                  <a:pt x="73603" y="43584"/>
                  <a:pt x="73304" y="44530"/>
                </a:cubicBezTo>
                <a:lnTo>
                  <a:pt x="73280" y="44530"/>
                </a:lnTo>
                <a:cubicBezTo>
                  <a:pt x="73230" y="44530"/>
                  <a:pt x="73155" y="44505"/>
                  <a:pt x="73080" y="44505"/>
                </a:cubicBezTo>
                <a:cubicBezTo>
                  <a:pt x="73056" y="43908"/>
                  <a:pt x="73080" y="43335"/>
                  <a:pt x="73180" y="42788"/>
                </a:cubicBezTo>
                <a:cubicBezTo>
                  <a:pt x="73304" y="42539"/>
                  <a:pt x="73404" y="42290"/>
                  <a:pt x="73529" y="42016"/>
                </a:cubicBezTo>
                <a:cubicBezTo>
                  <a:pt x="73653" y="41917"/>
                  <a:pt x="73777" y="41842"/>
                  <a:pt x="73927" y="41792"/>
                </a:cubicBezTo>
                <a:close/>
                <a:moveTo>
                  <a:pt x="78407" y="44505"/>
                </a:moveTo>
                <a:cubicBezTo>
                  <a:pt x="78382" y="44505"/>
                  <a:pt x="78357" y="44505"/>
                  <a:pt x="78283" y="44530"/>
                </a:cubicBezTo>
                <a:cubicBezTo>
                  <a:pt x="78333" y="44505"/>
                  <a:pt x="78357" y="44505"/>
                  <a:pt x="78407" y="44505"/>
                </a:cubicBezTo>
                <a:close/>
                <a:moveTo>
                  <a:pt x="87468" y="42887"/>
                </a:moveTo>
                <a:cubicBezTo>
                  <a:pt x="87194" y="43435"/>
                  <a:pt x="86870" y="43983"/>
                  <a:pt x="86571" y="44555"/>
                </a:cubicBezTo>
                <a:lnTo>
                  <a:pt x="86497" y="44555"/>
                </a:lnTo>
                <a:cubicBezTo>
                  <a:pt x="86845" y="43983"/>
                  <a:pt x="87119" y="43435"/>
                  <a:pt x="87418" y="42887"/>
                </a:cubicBezTo>
                <a:close/>
                <a:moveTo>
                  <a:pt x="87692" y="42912"/>
                </a:moveTo>
                <a:cubicBezTo>
                  <a:pt x="88911" y="42962"/>
                  <a:pt x="90031" y="43186"/>
                  <a:pt x="91077" y="43510"/>
                </a:cubicBezTo>
                <a:cubicBezTo>
                  <a:pt x="89683" y="44032"/>
                  <a:pt x="88239" y="44406"/>
                  <a:pt x="86820" y="44555"/>
                </a:cubicBezTo>
                <a:cubicBezTo>
                  <a:pt x="87119" y="43983"/>
                  <a:pt x="87418" y="43435"/>
                  <a:pt x="87692" y="42912"/>
                </a:cubicBezTo>
                <a:close/>
                <a:moveTo>
                  <a:pt x="98992" y="44456"/>
                </a:moveTo>
                <a:cubicBezTo>
                  <a:pt x="98992" y="44480"/>
                  <a:pt x="98942" y="44480"/>
                  <a:pt x="98942" y="44530"/>
                </a:cubicBezTo>
                <a:lnTo>
                  <a:pt x="98942" y="44555"/>
                </a:lnTo>
                <a:cubicBezTo>
                  <a:pt x="98917" y="44555"/>
                  <a:pt x="98893" y="44580"/>
                  <a:pt x="98868" y="44580"/>
                </a:cubicBezTo>
                <a:cubicBezTo>
                  <a:pt x="98868" y="44580"/>
                  <a:pt x="98868" y="44555"/>
                  <a:pt x="98893" y="44555"/>
                </a:cubicBezTo>
                <a:cubicBezTo>
                  <a:pt x="98893" y="44530"/>
                  <a:pt x="98893" y="44530"/>
                  <a:pt x="98917" y="44480"/>
                </a:cubicBezTo>
                <a:cubicBezTo>
                  <a:pt x="98917" y="44485"/>
                  <a:pt x="98918" y="44487"/>
                  <a:pt x="98920" y="44487"/>
                </a:cubicBezTo>
                <a:cubicBezTo>
                  <a:pt x="98928" y="44487"/>
                  <a:pt x="98952" y="44456"/>
                  <a:pt x="98992" y="44456"/>
                </a:cubicBezTo>
                <a:close/>
                <a:moveTo>
                  <a:pt x="76665" y="44306"/>
                </a:moveTo>
                <a:cubicBezTo>
                  <a:pt x="76615" y="44406"/>
                  <a:pt x="76540" y="44505"/>
                  <a:pt x="76515" y="44580"/>
                </a:cubicBezTo>
                <a:cubicBezTo>
                  <a:pt x="76491" y="44580"/>
                  <a:pt x="76466" y="44605"/>
                  <a:pt x="76466" y="44605"/>
                </a:cubicBezTo>
                <a:cubicBezTo>
                  <a:pt x="76515" y="44530"/>
                  <a:pt x="76590" y="44431"/>
                  <a:pt x="76640" y="44306"/>
                </a:cubicBezTo>
                <a:close/>
                <a:moveTo>
                  <a:pt x="77461" y="44431"/>
                </a:moveTo>
                <a:cubicBezTo>
                  <a:pt x="77461" y="44456"/>
                  <a:pt x="77486" y="44456"/>
                  <a:pt x="77486" y="44480"/>
                </a:cubicBezTo>
                <a:cubicBezTo>
                  <a:pt x="77461" y="44480"/>
                  <a:pt x="77461" y="44480"/>
                  <a:pt x="77412" y="44530"/>
                </a:cubicBezTo>
                <a:cubicBezTo>
                  <a:pt x="77337" y="44555"/>
                  <a:pt x="77212" y="44580"/>
                  <a:pt x="77113" y="44580"/>
                </a:cubicBezTo>
                <a:cubicBezTo>
                  <a:pt x="77038" y="44580"/>
                  <a:pt x="76988" y="44605"/>
                  <a:pt x="76963" y="44605"/>
                </a:cubicBezTo>
                <a:cubicBezTo>
                  <a:pt x="77138" y="44555"/>
                  <a:pt x="77287" y="44505"/>
                  <a:pt x="77461" y="44431"/>
                </a:cubicBezTo>
                <a:close/>
                <a:moveTo>
                  <a:pt x="81618" y="44456"/>
                </a:moveTo>
                <a:cubicBezTo>
                  <a:pt x="81842" y="44480"/>
                  <a:pt x="82016" y="44555"/>
                  <a:pt x="82240" y="44580"/>
                </a:cubicBezTo>
                <a:lnTo>
                  <a:pt x="82265" y="44580"/>
                </a:lnTo>
                <a:cubicBezTo>
                  <a:pt x="82298" y="44591"/>
                  <a:pt x="82321" y="44606"/>
                  <a:pt x="82343" y="44620"/>
                </a:cubicBezTo>
                <a:lnTo>
                  <a:pt x="82343" y="44620"/>
                </a:lnTo>
                <a:cubicBezTo>
                  <a:pt x="82273" y="44605"/>
                  <a:pt x="82200" y="44605"/>
                  <a:pt x="82116" y="44605"/>
                </a:cubicBezTo>
                <a:cubicBezTo>
                  <a:pt x="81991" y="44555"/>
                  <a:pt x="81817" y="44530"/>
                  <a:pt x="81618" y="44456"/>
                </a:cubicBezTo>
                <a:close/>
                <a:moveTo>
                  <a:pt x="72309" y="44456"/>
                </a:moveTo>
                <a:cubicBezTo>
                  <a:pt x="72408" y="44505"/>
                  <a:pt x="72533" y="44530"/>
                  <a:pt x="72632" y="44555"/>
                </a:cubicBezTo>
                <a:lnTo>
                  <a:pt x="72632" y="44630"/>
                </a:lnTo>
                <a:cubicBezTo>
                  <a:pt x="72508" y="44580"/>
                  <a:pt x="72408" y="44555"/>
                  <a:pt x="72284" y="44530"/>
                </a:cubicBezTo>
                <a:cubicBezTo>
                  <a:pt x="72284" y="44505"/>
                  <a:pt x="72309" y="44505"/>
                  <a:pt x="72309" y="44456"/>
                </a:cubicBezTo>
                <a:close/>
                <a:moveTo>
                  <a:pt x="86633" y="42877"/>
                </a:moveTo>
                <a:cubicBezTo>
                  <a:pt x="86830" y="42877"/>
                  <a:pt x="87026" y="42881"/>
                  <a:pt x="87219" y="42887"/>
                </a:cubicBezTo>
                <a:cubicBezTo>
                  <a:pt x="86920" y="43435"/>
                  <a:pt x="86621" y="44032"/>
                  <a:pt x="86323" y="44580"/>
                </a:cubicBezTo>
                <a:cubicBezTo>
                  <a:pt x="86123" y="44580"/>
                  <a:pt x="85949" y="44605"/>
                  <a:pt x="85750" y="44605"/>
                </a:cubicBezTo>
                <a:cubicBezTo>
                  <a:pt x="85482" y="44622"/>
                  <a:pt x="85215" y="44630"/>
                  <a:pt x="84949" y="44630"/>
                </a:cubicBezTo>
                <a:cubicBezTo>
                  <a:pt x="84054" y="44630"/>
                  <a:pt x="83167" y="44540"/>
                  <a:pt x="82265" y="44406"/>
                </a:cubicBezTo>
                <a:cubicBezTo>
                  <a:pt x="81767" y="44256"/>
                  <a:pt x="81270" y="44082"/>
                  <a:pt x="80747" y="43983"/>
                </a:cubicBezTo>
                <a:lnTo>
                  <a:pt x="80747" y="43958"/>
                </a:lnTo>
                <a:lnTo>
                  <a:pt x="80647" y="43958"/>
                </a:lnTo>
                <a:cubicBezTo>
                  <a:pt x="80498" y="43933"/>
                  <a:pt x="80324" y="43908"/>
                  <a:pt x="80150" y="43833"/>
                </a:cubicBezTo>
                <a:lnTo>
                  <a:pt x="80125" y="43833"/>
                </a:lnTo>
                <a:cubicBezTo>
                  <a:pt x="82414" y="43221"/>
                  <a:pt x="84622" y="42877"/>
                  <a:pt x="86633" y="42877"/>
                </a:cubicBezTo>
                <a:close/>
                <a:moveTo>
                  <a:pt x="76491" y="44057"/>
                </a:moveTo>
                <a:cubicBezTo>
                  <a:pt x="76491" y="44132"/>
                  <a:pt x="76491" y="44132"/>
                  <a:pt x="76441" y="44157"/>
                </a:cubicBezTo>
                <a:cubicBezTo>
                  <a:pt x="75619" y="44256"/>
                  <a:pt x="74698" y="44431"/>
                  <a:pt x="73802" y="44655"/>
                </a:cubicBezTo>
                <a:cubicBezTo>
                  <a:pt x="73777" y="44655"/>
                  <a:pt x="73703" y="44655"/>
                  <a:pt x="73678" y="44605"/>
                </a:cubicBezTo>
                <a:lnTo>
                  <a:pt x="73678" y="44580"/>
                </a:lnTo>
                <a:cubicBezTo>
                  <a:pt x="74649" y="44331"/>
                  <a:pt x="75594" y="44182"/>
                  <a:pt x="76491" y="44057"/>
                </a:cubicBezTo>
                <a:close/>
                <a:moveTo>
                  <a:pt x="72853" y="44617"/>
                </a:moveTo>
                <a:cubicBezTo>
                  <a:pt x="72863" y="44617"/>
                  <a:pt x="72869" y="44630"/>
                  <a:pt x="72881" y="44655"/>
                </a:cubicBezTo>
                <a:cubicBezTo>
                  <a:pt x="72832" y="44655"/>
                  <a:pt x="72832" y="44655"/>
                  <a:pt x="72807" y="44680"/>
                </a:cubicBezTo>
                <a:lnTo>
                  <a:pt x="72807" y="44655"/>
                </a:lnTo>
                <a:cubicBezTo>
                  <a:pt x="72832" y="44630"/>
                  <a:pt x="72844" y="44617"/>
                  <a:pt x="72853" y="44617"/>
                </a:cubicBezTo>
                <a:close/>
                <a:moveTo>
                  <a:pt x="76341" y="44331"/>
                </a:moveTo>
                <a:cubicBezTo>
                  <a:pt x="76267" y="44456"/>
                  <a:pt x="76167" y="44580"/>
                  <a:pt x="76117" y="44704"/>
                </a:cubicBezTo>
                <a:cubicBezTo>
                  <a:pt x="75840" y="44751"/>
                  <a:pt x="75556" y="44770"/>
                  <a:pt x="75271" y="44770"/>
                </a:cubicBezTo>
                <a:cubicBezTo>
                  <a:pt x="74941" y="44770"/>
                  <a:pt x="74608" y="44744"/>
                  <a:pt x="74275" y="44704"/>
                </a:cubicBezTo>
                <a:cubicBezTo>
                  <a:pt x="74997" y="44555"/>
                  <a:pt x="75669" y="44431"/>
                  <a:pt x="76341" y="44331"/>
                </a:cubicBezTo>
                <a:close/>
                <a:moveTo>
                  <a:pt x="73230" y="44754"/>
                </a:moveTo>
                <a:lnTo>
                  <a:pt x="73230" y="44804"/>
                </a:lnTo>
                <a:cubicBezTo>
                  <a:pt x="73180" y="44779"/>
                  <a:pt x="73155" y="44779"/>
                  <a:pt x="73105" y="44779"/>
                </a:cubicBezTo>
                <a:cubicBezTo>
                  <a:pt x="73130" y="44779"/>
                  <a:pt x="73155" y="44754"/>
                  <a:pt x="73230" y="44754"/>
                </a:cubicBezTo>
                <a:close/>
                <a:moveTo>
                  <a:pt x="86447" y="44754"/>
                </a:moveTo>
                <a:cubicBezTo>
                  <a:pt x="86447" y="44767"/>
                  <a:pt x="86453" y="44773"/>
                  <a:pt x="86463" y="44773"/>
                </a:cubicBezTo>
                <a:cubicBezTo>
                  <a:pt x="86472" y="44773"/>
                  <a:pt x="86484" y="44767"/>
                  <a:pt x="86497" y="44754"/>
                </a:cubicBezTo>
                <a:lnTo>
                  <a:pt x="86497" y="44754"/>
                </a:lnTo>
                <a:cubicBezTo>
                  <a:pt x="86497" y="44779"/>
                  <a:pt x="86472" y="44779"/>
                  <a:pt x="86472" y="44804"/>
                </a:cubicBezTo>
                <a:lnTo>
                  <a:pt x="86422" y="44804"/>
                </a:lnTo>
                <a:cubicBezTo>
                  <a:pt x="86422" y="44779"/>
                  <a:pt x="86447" y="44779"/>
                  <a:pt x="86447" y="44754"/>
                </a:cubicBezTo>
                <a:close/>
                <a:moveTo>
                  <a:pt x="91351" y="43559"/>
                </a:moveTo>
                <a:cubicBezTo>
                  <a:pt x="91400" y="43559"/>
                  <a:pt x="91425" y="43584"/>
                  <a:pt x="91450" y="43584"/>
                </a:cubicBezTo>
                <a:cubicBezTo>
                  <a:pt x="89932" y="44256"/>
                  <a:pt x="88314" y="44655"/>
                  <a:pt x="86671" y="44804"/>
                </a:cubicBezTo>
                <a:cubicBezTo>
                  <a:pt x="86671" y="44779"/>
                  <a:pt x="86696" y="44779"/>
                  <a:pt x="86696" y="44754"/>
                </a:cubicBezTo>
                <a:cubicBezTo>
                  <a:pt x="88289" y="44580"/>
                  <a:pt x="89832" y="44182"/>
                  <a:pt x="91351" y="43559"/>
                </a:cubicBezTo>
                <a:close/>
                <a:moveTo>
                  <a:pt x="77660" y="44655"/>
                </a:moveTo>
                <a:lnTo>
                  <a:pt x="77685" y="44680"/>
                </a:lnTo>
                <a:lnTo>
                  <a:pt x="77735" y="44704"/>
                </a:lnTo>
                <a:cubicBezTo>
                  <a:pt x="77586" y="44729"/>
                  <a:pt x="77387" y="44804"/>
                  <a:pt x="77237" y="44829"/>
                </a:cubicBezTo>
                <a:lnTo>
                  <a:pt x="77063" y="44829"/>
                </a:lnTo>
                <a:cubicBezTo>
                  <a:pt x="77113" y="44829"/>
                  <a:pt x="77163" y="44804"/>
                  <a:pt x="77237" y="44779"/>
                </a:cubicBezTo>
                <a:cubicBezTo>
                  <a:pt x="77387" y="44754"/>
                  <a:pt x="77511" y="44680"/>
                  <a:pt x="77660" y="44655"/>
                </a:cubicBezTo>
                <a:close/>
                <a:moveTo>
                  <a:pt x="72184" y="44680"/>
                </a:moveTo>
                <a:cubicBezTo>
                  <a:pt x="72284" y="44704"/>
                  <a:pt x="72384" y="44754"/>
                  <a:pt x="72433" y="44779"/>
                </a:cubicBezTo>
                <a:cubicBezTo>
                  <a:pt x="72309" y="44804"/>
                  <a:pt x="72234" y="44829"/>
                  <a:pt x="72085" y="44879"/>
                </a:cubicBezTo>
                <a:lnTo>
                  <a:pt x="72184" y="44680"/>
                </a:lnTo>
                <a:close/>
                <a:moveTo>
                  <a:pt x="110342" y="44655"/>
                </a:moveTo>
                <a:cubicBezTo>
                  <a:pt x="110342" y="44680"/>
                  <a:pt x="110318" y="44754"/>
                  <a:pt x="110318" y="44779"/>
                </a:cubicBezTo>
                <a:lnTo>
                  <a:pt x="110218" y="44879"/>
                </a:lnTo>
                <a:cubicBezTo>
                  <a:pt x="110218" y="44829"/>
                  <a:pt x="110243" y="44804"/>
                  <a:pt x="110243" y="44754"/>
                </a:cubicBezTo>
                <a:lnTo>
                  <a:pt x="110268" y="44704"/>
                </a:lnTo>
                <a:lnTo>
                  <a:pt x="110318" y="44680"/>
                </a:lnTo>
                <a:lnTo>
                  <a:pt x="110342" y="44655"/>
                </a:lnTo>
                <a:close/>
                <a:moveTo>
                  <a:pt x="83033" y="44711"/>
                </a:moveTo>
                <a:cubicBezTo>
                  <a:pt x="83683" y="44799"/>
                  <a:pt x="84359" y="44848"/>
                  <a:pt x="85033" y="44848"/>
                </a:cubicBezTo>
                <a:cubicBezTo>
                  <a:pt x="85273" y="44848"/>
                  <a:pt x="85512" y="44842"/>
                  <a:pt x="85750" y="44829"/>
                </a:cubicBezTo>
                <a:cubicBezTo>
                  <a:pt x="85924" y="44829"/>
                  <a:pt x="86049" y="44804"/>
                  <a:pt x="86198" y="44804"/>
                </a:cubicBezTo>
                <a:cubicBezTo>
                  <a:pt x="86198" y="44829"/>
                  <a:pt x="86173" y="44829"/>
                  <a:pt x="86173" y="44879"/>
                </a:cubicBezTo>
                <a:lnTo>
                  <a:pt x="85750" y="44879"/>
                </a:lnTo>
                <a:cubicBezTo>
                  <a:pt x="85501" y="44879"/>
                  <a:pt x="85252" y="44904"/>
                  <a:pt x="85003" y="44904"/>
                </a:cubicBezTo>
                <a:cubicBezTo>
                  <a:pt x="84381" y="44904"/>
                  <a:pt x="83809" y="44829"/>
                  <a:pt x="83186" y="44779"/>
                </a:cubicBezTo>
                <a:cubicBezTo>
                  <a:pt x="83128" y="44760"/>
                  <a:pt x="83085" y="44725"/>
                  <a:pt x="83033" y="44711"/>
                </a:cubicBezTo>
                <a:close/>
                <a:moveTo>
                  <a:pt x="62103" y="39079"/>
                </a:moveTo>
                <a:cubicBezTo>
                  <a:pt x="62527" y="39677"/>
                  <a:pt x="62825" y="40299"/>
                  <a:pt x="63149" y="40871"/>
                </a:cubicBezTo>
                <a:cubicBezTo>
                  <a:pt x="63024" y="40921"/>
                  <a:pt x="62925" y="40971"/>
                  <a:pt x="62800" y="41046"/>
                </a:cubicBezTo>
                <a:cubicBezTo>
                  <a:pt x="62676" y="41095"/>
                  <a:pt x="62552" y="41145"/>
                  <a:pt x="62452" y="41195"/>
                </a:cubicBezTo>
                <a:cubicBezTo>
                  <a:pt x="62352" y="41220"/>
                  <a:pt x="62253" y="41294"/>
                  <a:pt x="62178" y="41319"/>
                </a:cubicBezTo>
                <a:cubicBezTo>
                  <a:pt x="62079" y="41344"/>
                  <a:pt x="62029" y="41369"/>
                  <a:pt x="61929" y="41444"/>
                </a:cubicBezTo>
                <a:lnTo>
                  <a:pt x="61855" y="41444"/>
                </a:lnTo>
                <a:cubicBezTo>
                  <a:pt x="61730" y="41494"/>
                  <a:pt x="61606" y="41543"/>
                  <a:pt x="61481" y="41593"/>
                </a:cubicBezTo>
                <a:cubicBezTo>
                  <a:pt x="61332" y="41668"/>
                  <a:pt x="61133" y="41767"/>
                  <a:pt x="60983" y="41842"/>
                </a:cubicBezTo>
                <a:lnTo>
                  <a:pt x="60959" y="41842"/>
                </a:lnTo>
                <a:cubicBezTo>
                  <a:pt x="60959" y="41842"/>
                  <a:pt x="60934" y="41842"/>
                  <a:pt x="60934" y="41892"/>
                </a:cubicBezTo>
                <a:cubicBezTo>
                  <a:pt x="60809" y="41942"/>
                  <a:pt x="60685" y="42016"/>
                  <a:pt x="60510" y="42066"/>
                </a:cubicBezTo>
                <a:cubicBezTo>
                  <a:pt x="60486" y="42066"/>
                  <a:pt x="60461" y="42091"/>
                  <a:pt x="60436" y="42116"/>
                </a:cubicBezTo>
                <a:cubicBezTo>
                  <a:pt x="60386" y="42166"/>
                  <a:pt x="60361" y="42166"/>
                  <a:pt x="60336" y="42190"/>
                </a:cubicBezTo>
                <a:cubicBezTo>
                  <a:pt x="60336" y="42190"/>
                  <a:pt x="60311" y="42190"/>
                  <a:pt x="60311" y="42215"/>
                </a:cubicBezTo>
                <a:cubicBezTo>
                  <a:pt x="60212" y="42240"/>
                  <a:pt x="60137" y="42315"/>
                  <a:pt x="60062" y="42340"/>
                </a:cubicBezTo>
                <a:lnTo>
                  <a:pt x="60013" y="42340"/>
                </a:lnTo>
                <a:cubicBezTo>
                  <a:pt x="60013" y="42340"/>
                  <a:pt x="59988" y="42340"/>
                  <a:pt x="59988" y="42365"/>
                </a:cubicBezTo>
                <a:cubicBezTo>
                  <a:pt x="59838" y="42439"/>
                  <a:pt x="59714" y="42539"/>
                  <a:pt x="59565" y="42589"/>
                </a:cubicBezTo>
                <a:cubicBezTo>
                  <a:pt x="59465" y="42614"/>
                  <a:pt x="59390" y="42688"/>
                  <a:pt x="59316" y="42713"/>
                </a:cubicBezTo>
                <a:cubicBezTo>
                  <a:pt x="59216" y="42788"/>
                  <a:pt x="59117" y="42813"/>
                  <a:pt x="59017" y="42863"/>
                </a:cubicBezTo>
                <a:cubicBezTo>
                  <a:pt x="58868" y="42962"/>
                  <a:pt x="58718" y="43037"/>
                  <a:pt x="58569" y="43111"/>
                </a:cubicBezTo>
                <a:lnTo>
                  <a:pt x="58096" y="43410"/>
                </a:lnTo>
                <a:lnTo>
                  <a:pt x="58071" y="43410"/>
                </a:lnTo>
                <a:cubicBezTo>
                  <a:pt x="57897" y="43510"/>
                  <a:pt x="57748" y="43584"/>
                  <a:pt x="57573" y="43709"/>
                </a:cubicBezTo>
                <a:cubicBezTo>
                  <a:pt x="57399" y="43808"/>
                  <a:pt x="57250" y="43908"/>
                  <a:pt x="57125" y="43983"/>
                </a:cubicBezTo>
                <a:cubicBezTo>
                  <a:pt x="56976" y="44082"/>
                  <a:pt x="56827" y="44182"/>
                  <a:pt x="56652" y="44306"/>
                </a:cubicBezTo>
                <a:cubicBezTo>
                  <a:pt x="56627" y="44306"/>
                  <a:pt x="56627" y="44331"/>
                  <a:pt x="56603" y="44331"/>
                </a:cubicBezTo>
                <a:cubicBezTo>
                  <a:pt x="56528" y="44356"/>
                  <a:pt x="56503" y="44406"/>
                  <a:pt x="56453" y="44431"/>
                </a:cubicBezTo>
                <a:cubicBezTo>
                  <a:pt x="56379" y="44480"/>
                  <a:pt x="56329" y="44530"/>
                  <a:pt x="56229" y="44580"/>
                </a:cubicBezTo>
                <a:cubicBezTo>
                  <a:pt x="56204" y="44580"/>
                  <a:pt x="56204" y="44605"/>
                  <a:pt x="56155" y="44605"/>
                </a:cubicBezTo>
                <a:cubicBezTo>
                  <a:pt x="56155" y="44605"/>
                  <a:pt x="56130" y="44605"/>
                  <a:pt x="56130" y="44655"/>
                </a:cubicBezTo>
                <a:cubicBezTo>
                  <a:pt x="55980" y="44754"/>
                  <a:pt x="55831" y="44854"/>
                  <a:pt x="55657" y="44953"/>
                </a:cubicBezTo>
                <a:cubicBezTo>
                  <a:pt x="55507" y="44804"/>
                  <a:pt x="55358" y="44605"/>
                  <a:pt x="55209" y="44456"/>
                </a:cubicBezTo>
                <a:cubicBezTo>
                  <a:pt x="57399" y="42589"/>
                  <a:pt x="59714" y="40797"/>
                  <a:pt x="62103" y="39079"/>
                </a:cubicBezTo>
                <a:close/>
                <a:moveTo>
                  <a:pt x="73802" y="44829"/>
                </a:moveTo>
                <a:cubicBezTo>
                  <a:pt x="74400" y="44929"/>
                  <a:pt x="75022" y="44953"/>
                  <a:pt x="75619" y="44953"/>
                </a:cubicBezTo>
                <a:cubicBezTo>
                  <a:pt x="75545" y="45003"/>
                  <a:pt x="75520" y="45003"/>
                  <a:pt x="75470" y="45028"/>
                </a:cubicBezTo>
                <a:lnTo>
                  <a:pt x="75346" y="45028"/>
                </a:lnTo>
                <a:cubicBezTo>
                  <a:pt x="74773" y="45028"/>
                  <a:pt x="74250" y="44953"/>
                  <a:pt x="73678" y="44879"/>
                </a:cubicBezTo>
                <a:cubicBezTo>
                  <a:pt x="73728" y="44879"/>
                  <a:pt x="73777" y="44829"/>
                  <a:pt x="73802" y="44829"/>
                </a:cubicBezTo>
                <a:close/>
                <a:moveTo>
                  <a:pt x="78158" y="44829"/>
                </a:moveTo>
                <a:lnTo>
                  <a:pt x="78233" y="44904"/>
                </a:lnTo>
                <a:lnTo>
                  <a:pt x="78233" y="44953"/>
                </a:lnTo>
                <a:lnTo>
                  <a:pt x="78233" y="45028"/>
                </a:lnTo>
                <a:lnTo>
                  <a:pt x="78183" y="44978"/>
                </a:lnTo>
                <a:lnTo>
                  <a:pt x="78158" y="44953"/>
                </a:lnTo>
                <a:lnTo>
                  <a:pt x="78158" y="44929"/>
                </a:lnTo>
                <a:lnTo>
                  <a:pt x="78158" y="44829"/>
                </a:lnTo>
                <a:close/>
                <a:moveTo>
                  <a:pt x="55184" y="44555"/>
                </a:moveTo>
                <a:cubicBezTo>
                  <a:pt x="55333" y="44704"/>
                  <a:pt x="55482" y="44904"/>
                  <a:pt x="55632" y="45053"/>
                </a:cubicBezTo>
                <a:lnTo>
                  <a:pt x="55607" y="45053"/>
                </a:lnTo>
                <a:lnTo>
                  <a:pt x="55582" y="45078"/>
                </a:lnTo>
                <a:lnTo>
                  <a:pt x="55308" y="44804"/>
                </a:lnTo>
                <a:lnTo>
                  <a:pt x="55109" y="44605"/>
                </a:lnTo>
                <a:lnTo>
                  <a:pt x="55184" y="44555"/>
                </a:lnTo>
                <a:close/>
                <a:moveTo>
                  <a:pt x="63224" y="41046"/>
                </a:moveTo>
                <a:lnTo>
                  <a:pt x="63224" y="41070"/>
                </a:lnTo>
                <a:cubicBezTo>
                  <a:pt x="63099" y="41145"/>
                  <a:pt x="62975" y="41195"/>
                  <a:pt x="62875" y="41270"/>
                </a:cubicBezTo>
                <a:cubicBezTo>
                  <a:pt x="62751" y="41319"/>
                  <a:pt x="62626" y="41344"/>
                  <a:pt x="62502" y="41419"/>
                </a:cubicBezTo>
                <a:cubicBezTo>
                  <a:pt x="62427" y="41444"/>
                  <a:pt x="62328" y="41518"/>
                  <a:pt x="62228" y="41543"/>
                </a:cubicBezTo>
                <a:cubicBezTo>
                  <a:pt x="62178" y="41568"/>
                  <a:pt x="62079" y="41593"/>
                  <a:pt x="62029" y="41643"/>
                </a:cubicBezTo>
                <a:cubicBezTo>
                  <a:pt x="61855" y="41693"/>
                  <a:pt x="61730" y="41767"/>
                  <a:pt x="61581" y="41817"/>
                </a:cubicBezTo>
                <a:cubicBezTo>
                  <a:pt x="61431" y="41892"/>
                  <a:pt x="61282" y="41966"/>
                  <a:pt x="61108" y="42041"/>
                </a:cubicBezTo>
                <a:cubicBezTo>
                  <a:pt x="60959" y="42141"/>
                  <a:pt x="60809" y="42190"/>
                  <a:pt x="60610" y="42290"/>
                </a:cubicBezTo>
                <a:cubicBezTo>
                  <a:pt x="60486" y="42340"/>
                  <a:pt x="60361" y="42415"/>
                  <a:pt x="60262" y="42464"/>
                </a:cubicBezTo>
                <a:cubicBezTo>
                  <a:pt x="60237" y="42464"/>
                  <a:pt x="60237" y="42514"/>
                  <a:pt x="60212" y="42514"/>
                </a:cubicBezTo>
                <a:cubicBezTo>
                  <a:pt x="60013" y="42589"/>
                  <a:pt x="59838" y="42688"/>
                  <a:pt x="59689" y="42788"/>
                </a:cubicBezTo>
                <a:cubicBezTo>
                  <a:pt x="59614" y="42813"/>
                  <a:pt x="59540" y="42887"/>
                  <a:pt x="59465" y="42912"/>
                </a:cubicBezTo>
                <a:cubicBezTo>
                  <a:pt x="59440" y="42912"/>
                  <a:pt x="59440" y="42937"/>
                  <a:pt x="59415" y="42937"/>
                </a:cubicBezTo>
                <a:cubicBezTo>
                  <a:pt x="59365" y="42937"/>
                  <a:pt x="59365" y="42962"/>
                  <a:pt x="59341" y="42962"/>
                </a:cubicBezTo>
                <a:cubicBezTo>
                  <a:pt x="59316" y="42962"/>
                  <a:pt x="59316" y="43012"/>
                  <a:pt x="59291" y="43012"/>
                </a:cubicBezTo>
                <a:cubicBezTo>
                  <a:pt x="59092" y="43136"/>
                  <a:pt x="58917" y="43211"/>
                  <a:pt x="58693" y="43335"/>
                </a:cubicBezTo>
                <a:cubicBezTo>
                  <a:pt x="58669" y="43335"/>
                  <a:pt x="58669" y="43360"/>
                  <a:pt x="58619" y="43360"/>
                </a:cubicBezTo>
                <a:cubicBezTo>
                  <a:pt x="58594" y="43360"/>
                  <a:pt x="58594" y="43410"/>
                  <a:pt x="58569" y="43410"/>
                </a:cubicBezTo>
                <a:lnTo>
                  <a:pt x="58544" y="43435"/>
                </a:lnTo>
                <a:cubicBezTo>
                  <a:pt x="58494" y="43435"/>
                  <a:pt x="58494" y="43460"/>
                  <a:pt x="58469" y="43460"/>
                </a:cubicBezTo>
                <a:cubicBezTo>
                  <a:pt x="58469" y="43460"/>
                  <a:pt x="58445" y="43460"/>
                  <a:pt x="58445" y="43485"/>
                </a:cubicBezTo>
                <a:cubicBezTo>
                  <a:pt x="58420" y="43535"/>
                  <a:pt x="58370" y="43535"/>
                  <a:pt x="58345" y="43559"/>
                </a:cubicBezTo>
                <a:cubicBezTo>
                  <a:pt x="58121" y="43684"/>
                  <a:pt x="57947" y="43808"/>
                  <a:pt x="57723" y="43933"/>
                </a:cubicBezTo>
                <a:cubicBezTo>
                  <a:pt x="57698" y="43958"/>
                  <a:pt x="57673" y="43958"/>
                  <a:pt x="57623" y="43983"/>
                </a:cubicBezTo>
                <a:cubicBezTo>
                  <a:pt x="57598" y="44032"/>
                  <a:pt x="57573" y="44032"/>
                  <a:pt x="57548" y="44057"/>
                </a:cubicBezTo>
                <a:cubicBezTo>
                  <a:pt x="57499" y="44057"/>
                  <a:pt x="57499" y="44082"/>
                  <a:pt x="57474" y="44082"/>
                </a:cubicBezTo>
                <a:cubicBezTo>
                  <a:pt x="57449" y="44107"/>
                  <a:pt x="57424" y="44107"/>
                  <a:pt x="57374" y="44157"/>
                </a:cubicBezTo>
                <a:cubicBezTo>
                  <a:pt x="57175" y="44281"/>
                  <a:pt x="56951" y="44431"/>
                  <a:pt x="56752" y="44555"/>
                </a:cubicBezTo>
                <a:cubicBezTo>
                  <a:pt x="56702" y="44580"/>
                  <a:pt x="56627" y="44655"/>
                  <a:pt x="56553" y="44704"/>
                </a:cubicBezTo>
                <a:cubicBezTo>
                  <a:pt x="56503" y="44729"/>
                  <a:pt x="56478" y="44779"/>
                  <a:pt x="56453" y="44779"/>
                </a:cubicBezTo>
                <a:cubicBezTo>
                  <a:pt x="56304" y="44904"/>
                  <a:pt x="56105" y="44978"/>
                  <a:pt x="55955" y="45103"/>
                </a:cubicBezTo>
                <a:lnTo>
                  <a:pt x="55931" y="45078"/>
                </a:lnTo>
                <a:lnTo>
                  <a:pt x="55881" y="45053"/>
                </a:lnTo>
                <a:cubicBezTo>
                  <a:pt x="56080" y="44929"/>
                  <a:pt x="56229" y="44804"/>
                  <a:pt x="56428" y="44680"/>
                </a:cubicBezTo>
                <a:lnTo>
                  <a:pt x="56702" y="44480"/>
                </a:lnTo>
                <a:cubicBezTo>
                  <a:pt x="56752" y="44456"/>
                  <a:pt x="56827" y="44406"/>
                  <a:pt x="56876" y="44356"/>
                </a:cubicBezTo>
                <a:cubicBezTo>
                  <a:pt x="57051" y="44281"/>
                  <a:pt x="57175" y="44182"/>
                  <a:pt x="57324" y="44082"/>
                </a:cubicBezTo>
                <a:cubicBezTo>
                  <a:pt x="57449" y="44032"/>
                  <a:pt x="57548" y="43933"/>
                  <a:pt x="57673" y="43858"/>
                </a:cubicBezTo>
                <a:cubicBezTo>
                  <a:pt x="57847" y="43734"/>
                  <a:pt x="58046" y="43609"/>
                  <a:pt x="58220" y="43535"/>
                </a:cubicBezTo>
                <a:cubicBezTo>
                  <a:pt x="58345" y="43435"/>
                  <a:pt x="58469" y="43360"/>
                  <a:pt x="58619" y="43286"/>
                </a:cubicBezTo>
                <a:cubicBezTo>
                  <a:pt x="58818" y="43186"/>
                  <a:pt x="58967" y="43087"/>
                  <a:pt x="59166" y="42987"/>
                </a:cubicBezTo>
                <a:cubicBezTo>
                  <a:pt x="59316" y="42912"/>
                  <a:pt x="59465" y="42813"/>
                  <a:pt x="59589" y="42738"/>
                </a:cubicBezTo>
                <a:cubicBezTo>
                  <a:pt x="59739" y="42663"/>
                  <a:pt x="59913" y="42589"/>
                  <a:pt x="60062" y="42489"/>
                </a:cubicBezTo>
                <a:cubicBezTo>
                  <a:pt x="60087" y="42464"/>
                  <a:pt x="60162" y="42464"/>
                  <a:pt x="60187" y="42439"/>
                </a:cubicBezTo>
                <a:lnTo>
                  <a:pt x="60560" y="42240"/>
                </a:lnTo>
                <a:lnTo>
                  <a:pt x="60934" y="42066"/>
                </a:lnTo>
                <a:cubicBezTo>
                  <a:pt x="60983" y="42041"/>
                  <a:pt x="61008" y="42041"/>
                  <a:pt x="61083" y="41991"/>
                </a:cubicBezTo>
                <a:cubicBezTo>
                  <a:pt x="61232" y="41942"/>
                  <a:pt x="61357" y="41842"/>
                  <a:pt x="61506" y="41792"/>
                </a:cubicBezTo>
                <a:cubicBezTo>
                  <a:pt x="61631" y="41718"/>
                  <a:pt x="61730" y="41693"/>
                  <a:pt x="61855" y="41618"/>
                </a:cubicBezTo>
                <a:cubicBezTo>
                  <a:pt x="62079" y="41543"/>
                  <a:pt x="62253" y="41444"/>
                  <a:pt x="62477" y="41344"/>
                </a:cubicBezTo>
                <a:cubicBezTo>
                  <a:pt x="62576" y="41319"/>
                  <a:pt x="62676" y="41294"/>
                  <a:pt x="62751" y="41220"/>
                </a:cubicBezTo>
                <a:lnTo>
                  <a:pt x="63224" y="41046"/>
                </a:lnTo>
                <a:close/>
                <a:moveTo>
                  <a:pt x="73130" y="45028"/>
                </a:moveTo>
                <a:cubicBezTo>
                  <a:pt x="73130" y="45053"/>
                  <a:pt x="73080" y="45078"/>
                  <a:pt x="73080" y="45128"/>
                </a:cubicBezTo>
                <a:lnTo>
                  <a:pt x="73080" y="45053"/>
                </a:lnTo>
                <a:lnTo>
                  <a:pt x="73130" y="45028"/>
                </a:lnTo>
                <a:close/>
                <a:moveTo>
                  <a:pt x="22228" y="36466"/>
                </a:moveTo>
                <a:cubicBezTo>
                  <a:pt x="23970" y="37113"/>
                  <a:pt x="26111" y="38208"/>
                  <a:pt x="28426" y="39602"/>
                </a:cubicBezTo>
                <a:cubicBezTo>
                  <a:pt x="28003" y="40050"/>
                  <a:pt x="27629" y="40473"/>
                  <a:pt x="27231" y="40946"/>
                </a:cubicBezTo>
                <a:cubicBezTo>
                  <a:pt x="27131" y="41070"/>
                  <a:pt x="27057" y="41170"/>
                  <a:pt x="26907" y="41294"/>
                </a:cubicBezTo>
                <a:cubicBezTo>
                  <a:pt x="26260" y="42041"/>
                  <a:pt x="25613" y="42813"/>
                  <a:pt x="24966" y="43584"/>
                </a:cubicBezTo>
                <a:cubicBezTo>
                  <a:pt x="24891" y="43659"/>
                  <a:pt x="24866" y="43709"/>
                  <a:pt x="24792" y="43784"/>
                </a:cubicBezTo>
                <a:lnTo>
                  <a:pt x="23672" y="45177"/>
                </a:lnTo>
                <a:cubicBezTo>
                  <a:pt x="21879" y="43286"/>
                  <a:pt x="20436" y="41568"/>
                  <a:pt x="19490" y="40100"/>
                </a:cubicBezTo>
                <a:cubicBezTo>
                  <a:pt x="19789" y="39677"/>
                  <a:pt x="20062" y="39278"/>
                  <a:pt x="20386" y="38830"/>
                </a:cubicBezTo>
                <a:lnTo>
                  <a:pt x="20411" y="38805"/>
                </a:lnTo>
                <a:cubicBezTo>
                  <a:pt x="20784" y="38283"/>
                  <a:pt x="21183" y="37760"/>
                  <a:pt x="21606" y="37237"/>
                </a:cubicBezTo>
                <a:cubicBezTo>
                  <a:pt x="21631" y="37212"/>
                  <a:pt x="21655" y="37187"/>
                  <a:pt x="21655" y="37138"/>
                </a:cubicBezTo>
                <a:cubicBezTo>
                  <a:pt x="21855" y="36889"/>
                  <a:pt x="22029" y="36690"/>
                  <a:pt x="22228" y="36466"/>
                </a:cubicBezTo>
                <a:close/>
                <a:moveTo>
                  <a:pt x="72657" y="44904"/>
                </a:moveTo>
                <a:lnTo>
                  <a:pt x="72657" y="44953"/>
                </a:lnTo>
                <a:cubicBezTo>
                  <a:pt x="72408" y="45028"/>
                  <a:pt x="72184" y="45128"/>
                  <a:pt x="71935" y="45177"/>
                </a:cubicBezTo>
                <a:cubicBezTo>
                  <a:pt x="71985" y="45153"/>
                  <a:pt x="71985" y="45128"/>
                  <a:pt x="72010" y="45128"/>
                </a:cubicBezTo>
                <a:cubicBezTo>
                  <a:pt x="72234" y="45053"/>
                  <a:pt x="72433" y="45003"/>
                  <a:pt x="72657" y="44904"/>
                </a:cubicBezTo>
                <a:close/>
                <a:moveTo>
                  <a:pt x="55756" y="45202"/>
                </a:moveTo>
                <a:lnTo>
                  <a:pt x="55781" y="45227"/>
                </a:lnTo>
                <a:cubicBezTo>
                  <a:pt x="55781" y="45227"/>
                  <a:pt x="55756" y="45227"/>
                  <a:pt x="55756" y="45277"/>
                </a:cubicBezTo>
                <a:lnTo>
                  <a:pt x="55731" y="45302"/>
                </a:lnTo>
                <a:cubicBezTo>
                  <a:pt x="55731" y="45277"/>
                  <a:pt x="55731" y="45277"/>
                  <a:pt x="55706" y="45227"/>
                </a:cubicBezTo>
                <a:cubicBezTo>
                  <a:pt x="55731" y="45202"/>
                  <a:pt x="55731" y="45202"/>
                  <a:pt x="55756" y="45202"/>
                </a:cubicBezTo>
                <a:close/>
                <a:moveTo>
                  <a:pt x="28575" y="39701"/>
                </a:moveTo>
                <a:cubicBezTo>
                  <a:pt x="28600" y="39701"/>
                  <a:pt x="28600" y="39726"/>
                  <a:pt x="28625" y="39726"/>
                </a:cubicBezTo>
                <a:cubicBezTo>
                  <a:pt x="26957" y="41568"/>
                  <a:pt x="25364" y="43435"/>
                  <a:pt x="23846" y="45327"/>
                </a:cubicBezTo>
                <a:lnTo>
                  <a:pt x="23821" y="45302"/>
                </a:lnTo>
                <a:cubicBezTo>
                  <a:pt x="24145" y="44879"/>
                  <a:pt x="24493" y="44456"/>
                  <a:pt x="24841" y="44032"/>
                </a:cubicBezTo>
                <a:cubicBezTo>
                  <a:pt x="24991" y="43833"/>
                  <a:pt x="25115" y="43684"/>
                  <a:pt x="25265" y="43510"/>
                </a:cubicBezTo>
                <a:cubicBezTo>
                  <a:pt x="25837" y="42813"/>
                  <a:pt x="26385" y="42166"/>
                  <a:pt x="26982" y="41518"/>
                </a:cubicBezTo>
                <a:cubicBezTo>
                  <a:pt x="27206" y="41270"/>
                  <a:pt x="27455" y="40971"/>
                  <a:pt x="27679" y="40722"/>
                </a:cubicBezTo>
                <a:cubicBezTo>
                  <a:pt x="27978" y="40398"/>
                  <a:pt x="28252" y="40050"/>
                  <a:pt x="28575" y="39701"/>
                </a:cubicBezTo>
                <a:close/>
                <a:moveTo>
                  <a:pt x="19341" y="40274"/>
                </a:moveTo>
                <a:cubicBezTo>
                  <a:pt x="20286" y="41693"/>
                  <a:pt x="21730" y="43410"/>
                  <a:pt x="23522" y="45302"/>
                </a:cubicBezTo>
                <a:cubicBezTo>
                  <a:pt x="23572" y="45327"/>
                  <a:pt x="23522" y="45327"/>
                  <a:pt x="23522" y="45377"/>
                </a:cubicBezTo>
                <a:cubicBezTo>
                  <a:pt x="21705" y="43460"/>
                  <a:pt x="20286" y="41767"/>
                  <a:pt x="19291" y="40324"/>
                </a:cubicBezTo>
                <a:cubicBezTo>
                  <a:pt x="19291" y="40299"/>
                  <a:pt x="19341" y="40299"/>
                  <a:pt x="19341" y="40274"/>
                </a:cubicBezTo>
                <a:close/>
                <a:moveTo>
                  <a:pt x="117436" y="31687"/>
                </a:moveTo>
                <a:lnTo>
                  <a:pt x="117436" y="31687"/>
                </a:lnTo>
                <a:cubicBezTo>
                  <a:pt x="118034" y="35868"/>
                  <a:pt x="117660" y="40548"/>
                  <a:pt x="116466" y="45451"/>
                </a:cubicBezTo>
                <a:cubicBezTo>
                  <a:pt x="116590" y="42838"/>
                  <a:pt x="116366" y="40349"/>
                  <a:pt x="115794" y="38059"/>
                </a:cubicBezTo>
                <a:cubicBezTo>
                  <a:pt x="115819" y="37984"/>
                  <a:pt x="115819" y="37959"/>
                  <a:pt x="115843" y="37909"/>
                </a:cubicBezTo>
                <a:cubicBezTo>
                  <a:pt x="115843" y="37859"/>
                  <a:pt x="115868" y="37835"/>
                  <a:pt x="115868" y="37810"/>
                </a:cubicBezTo>
                <a:cubicBezTo>
                  <a:pt x="115968" y="37586"/>
                  <a:pt x="116092" y="37337"/>
                  <a:pt x="116192" y="37113"/>
                </a:cubicBezTo>
                <a:cubicBezTo>
                  <a:pt x="116217" y="37063"/>
                  <a:pt x="116242" y="36963"/>
                  <a:pt x="116291" y="36914"/>
                </a:cubicBezTo>
                <a:cubicBezTo>
                  <a:pt x="116366" y="36690"/>
                  <a:pt x="116441" y="36466"/>
                  <a:pt x="116540" y="36242"/>
                </a:cubicBezTo>
                <a:lnTo>
                  <a:pt x="116615" y="35968"/>
                </a:lnTo>
                <a:cubicBezTo>
                  <a:pt x="116690" y="35744"/>
                  <a:pt x="116739" y="35569"/>
                  <a:pt x="116814" y="35345"/>
                </a:cubicBezTo>
                <a:cubicBezTo>
                  <a:pt x="116839" y="35246"/>
                  <a:pt x="116864" y="35121"/>
                  <a:pt x="116914" y="35047"/>
                </a:cubicBezTo>
                <a:cubicBezTo>
                  <a:pt x="116964" y="34848"/>
                  <a:pt x="116988" y="34624"/>
                  <a:pt x="117063" y="34449"/>
                </a:cubicBezTo>
                <a:cubicBezTo>
                  <a:pt x="117088" y="34325"/>
                  <a:pt x="117113" y="34200"/>
                  <a:pt x="117113" y="34076"/>
                </a:cubicBezTo>
                <a:lnTo>
                  <a:pt x="117212" y="33504"/>
                </a:lnTo>
                <a:cubicBezTo>
                  <a:pt x="117212" y="33454"/>
                  <a:pt x="117237" y="33379"/>
                  <a:pt x="117237" y="33329"/>
                </a:cubicBezTo>
                <a:cubicBezTo>
                  <a:pt x="117287" y="33255"/>
                  <a:pt x="117287" y="33230"/>
                  <a:pt x="117287" y="33205"/>
                </a:cubicBezTo>
                <a:cubicBezTo>
                  <a:pt x="117287" y="33130"/>
                  <a:pt x="117312" y="33080"/>
                  <a:pt x="117312" y="33006"/>
                </a:cubicBezTo>
                <a:cubicBezTo>
                  <a:pt x="117337" y="32856"/>
                  <a:pt x="117362" y="32682"/>
                  <a:pt x="117362" y="32508"/>
                </a:cubicBezTo>
                <a:lnTo>
                  <a:pt x="117362" y="32359"/>
                </a:lnTo>
                <a:lnTo>
                  <a:pt x="117362" y="32309"/>
                </a:lnTo>
                <a:cubicBezTo>
                  <a:pt x="117362" y="32184"/>
                  <a:pt x="117412" y="32010"/>
                  <a:pt x="117412" y="31886"/>
                </a:cubicBezTo>
                <a:cubicBezTo>
                  <a:pt x="117412" y="31836"/>
                  <a:pt x="117412" y="31761"/>
                  <a:pt x="117436" y="31687"/>
                </a:cubicBezTo>
                <a:close/>
                <a:moveTo>
                  <a:pt x="72906" y="45078"/>
                </a:moveTo>
                <a:cubicBezTo>
                  <a:pt x="72931" y="45227"/>
                  <a:pt x="72931" y="45377"/>
                  <a:pt x="72981" y="45526"/>
                </a:cubicBezTo>
                <a:cubicBezTo>
                  <a:pt x="72981" y="45551"/>
                  <a:pt x="72931" y="45625"/>
                  <a:pt x="72931" y="45650"/>
                </a:cubicBezTo>
                <a:cubicBezTo>
                  <a:pt x="72906" y="45451"/>
                  <a:pt x="72881" y="45302"/>
                  <a:pt x="72881" y="45128"/>
                </a:cubicBezTo>
                <a:cubicBezTo>
                  <a:pt x="72881" y="45078"/>
                  <a:pt x="72906" y="45078"/>
                  <a:pt x="72906" y="45078"/>
                </a:cubicBezTo>
                <a:close/>
                <a:moveTo>
                  <a:pt x="73379" y="45003"/>
                </a:moveTo>
                <a:lnTo>
                  <a:pt x="73180" y="45650"/>
                </a:lnTo>
                <a:cubicBezTo>
                  <a:pt x="73180" y="45625"/>
                  <a:pt x="73155" y="45551"/>
                  <a:pt x="73155" y="45526"/>
                </a:cubicBezTo>
                <a:cubicBezTo>
                  <a:pt x="73205" y="45327"/>
                  <a:pt x="73280" y="45177"/>
                  <a:pt x="73304" y="45003"/>
                </a:cubicBezTo>
                <a:close/>
                <a:moveTo>
                  <a:pt x="99938" y="37660"/>
                </a:moveTo>
                <a:cubicBezTo>
                  <a:pt x="100411" y="37835"/>
                  <a:pt x="100884" y="38059"/>
                  <a:pt x="101357" y="38283"/>
                </a:cubicBezTo>
                <a:cubicBezTo>
                  <a:pt x="100610" y="40249"/>
                  <a:pt x="99739" y="42315"/>
                  <a:pt x="98768" y="44331"/>
                </a:cubicBezTo>
                <a:cubicBezTo>
                  <a:pt x="98693" y="44381"/>
                  <a:pt x="98619" y="44431"/>
                  <a:pt x="98544" y="44456"/>
                </a:cubicBezTo>
                <a:cubicBezTo>
                  <a:pt x="98445" y="44505"/>
                  <a:pt x="98395" y="44530"/>
                  <a:pt x="98295" y="44580"/>
                </a:cubicBezTo>
                <a:cubicBezTo>
                  <a:pt x="98046" y="44704"/>
                  <a:pt x="97797" y="44829"/>
                  <a:pt x="97524" y="44929"/>
                </a:cubicBezTo>
                <a:cubicBezTo>
                  <a:pt x="97449" y="44953"/>
                  <a:pt x="97399" y="45003"/>
                  <a:pt x="97300" y="45028"/>
                </a:cubicBezTo>
                <a:cubicBezTo>
                  <a:pt x="97026" y="45153"/>
                  <a:pt x="96752" y="45252"/>
                  <a:pt x="96503" y="45327"/>
                </a:cubicBezTo>
                <a:cubicBezTo>
                  <a:pt x="96428" y="45377"/>
                  <a:pt x="96379" y="45377"/>
                  <a:pt x="96329" y="45401"/>
                </a:cubicBezTo>
                <a:cubicBezTo>
                  <a:pt x="96080" y="45501"/>
                  <a:pt x="95831" y="45551"/>
                  <a:pt x="95632" y="45650"/>
                </a:cubicBezTo>
                <a:cubicBezTo>
                  <a:pt x="94711" y="44754"/>
                  <a:pt x="93591" y="44008"/>
                  <a:pt x="92321" y="43460"/>
                </a:cubicBezTo>
                <a:cubicBezTo>
                  <a:pt x="95134" y="42190"/>
                  <a:pt x="97772" y="40199"/>
                  <a:pt x="99938" y="37660"/>
                </a:cubicBezTo>
                <a:close/>
                <a:moveTo>
                  <a:pt x="14638" y="40456"/>
                </a:moveTo>
                <a:cubicBezTo>
                  <a:pt x="14595" y="40521"/>
                  <a:pt x="14553" y="40584"/>
                  <a:pt x="14512" y="40647"/>
                </a:cubicBezTo>
                <a:cubicBezTo>
                  <a:pt x="14039" y="41319"/>
                  <a:pt x="13541" y="42066"/>
                  <a:pt x="13043" y="42838"/>
                </a:cubicBezTo>
                <a:cubicBezTo>
                  <a:pt x="12944" y="42962"/>
                  <a:pt x="12869" y="43136"/>
                  <a:pt x="12769" y="43261"/>
                </a:cubicBezTo>
                <a:cubicBezTo>
                  <a:pt x="12228" y="44059"/>
                  <a:pt x="11702" y="44882"/>
                  <a:pt x="11207" y="45673"/>
                </a:cubicBezTo>
                <a:lnTo>
                  <a:pt x="11207" y="45673"/>
                </a:lnTo>
                <a:cubicBezTo>
                  <a:pt x="11728" y="44828"/>
                  <a:pt x="12253" y="43947"/>
                  <a:pt x="12819" y="43087"/>
                </a:cubicBezTo>
                <a:cubicBezTo>
                  <a:pt x="12869" y="43037"/>
                  <a:pt x="12919" y="42962"/>
                  <a:pt x="12944" y="42912"/>
                </a:cubicBezTo>
                <a:cubicBezTo>
                  <a:pt x="13441" y="42166"/>
                  <a:pt x="13939" y="41444"/>
                  <a:pt x="14437" y="40722"/>
                </a:cubicBezTo>
                <a:cubicBezTo>
                  <a:pt x="14505" y="40635"/>
                  <a:pt x="14571" y="40546"/>
                  <a:pt x="14638" y="40456"/>
                </a:cubicBezTo>
                <a:close/>
                <a:moveTo>
                  <a:pt x="42838" y="27903"/>
                </a:moveTo>
                <a:cubicBezTo>
                  <a:pt x="44281" y="30517"/>
                  <a:pt x="45999" y="33304"/>
                  <a:pt x="47891" y="35968"/>
                </a:cubicBezTo>
                <a:cubicBezTo>
                  <a:pt x="44306" y="39054"/>
                  <a:pt x="40921" y="42290"/>
                  <a:pt x="37785" y="45675"/>
                </a:cubicBezTo>
                <a:cubicBezTo>
                  <a:pt x="35171" y="43634"/>
                  <a:pt x="32483" y="41693"/>
                  <a:pt x="29994" y="40100"/>
                </a:cubicBezTo>
                <a:cubicBezTo>
                  <a:pt x="33578" y="35669"/>
                  <a:pt x="37934" y="31462"/>
                  <a:pt x="42838" y="27903"/>
                </a:cubicBezTo>
                <a:close/>
                <a:moveTo>
                  <a:pt x="92072" y="43559"/>
                </a:moveTo>
                <a:cubicBezTo>
                  <a:pt x="93342" y="44057"/>
                  <a:pt x="94462" y="44804"/>
                  <a:pt x="95408" y="45700"/>
                </a:cubicBezTo>
                <a:lnTo>
                  <a:pt x="95308" y="45700"/>
                </a:lnTo>
                <a:cubicBezTo>
                  <a:pt x="94387" y="44804"/>
                  <a:pt x="93292" y="44082"/>
                  <a:pt x="91973" y="43584"/>
                </a:cubicBezTo>
                <a:cubicBezTo>
                  <a:pt x="92023" y="43584"/>
                  <a:pt x="92048" y="43559"/>
                  <a:pt x="92072" y="43559"/>
                </a:cubicBezTo>
                <a:close/>
                <a:moveTo>
                  <a:pt x="106730" y="41502"/>
                </a:moveTo>
                <a:cubicBezTo>
                  <a:pt x="108006" y="42414"/>
                  <a:pt x="109135" y="43398"/>
                  <a:pt x="110168" y="44431"/>
                </a:cubicBezTo>
                <a:cubicBezTo>
                  <a:pt x="110143" y="44456"/>
                  <a:pt x="110118" y="44530"/>
                  <a:pt x="110094" y="44605"/>
                </a:cubicBezTo>
                <a:cubicBezTo>
                  <a:pt x="109994" y="44704"/>
                  <a:pt x="109870" y="44804"/>
                  <a:pt x="109770" y="44904"/>
                </a:cubicBezTo>
                <a:cubicBezTo>
                  <a:pt x="109695" y="45003"/>
                  <a:pt x="109596" y="45053"/>
                  <a:pt x="109471" y="45153"/>
                </a:cubicBezTo>
                <a:cubicBezTo>
                  <a:pt x="109322" y="45277"/>
                  <a:pt x="109123" y="45401"/>
                  <a:pt x="108973" y="45526"/>
                </a:cubicBezTo>
                <a:cubicBezTo>
                  <a:pt x="108874" y="45576"/>
                  <a:pt x="108774" y="45650"/>
                  <a:pt x="108700" y="45725"/>
                </a:cubicBezTo>
                <a:cubicBezTo>
                  <a:pt x="108700" y="45675"/>
                  <a:pt x="108650" y="45650"/>
                  <a:pt x="108650" y="45576"/>
                </a:cubicBezTo>
                <a:cubicBezTo>
                  <a:pt x="108600" y="45377"/>
                  <a:pt x="108525" y="45153"/>
                  <a:pt x="108476" y="44953"/>
                </a:cubicBezTo>
                <a:lnTo>
                  <a:pt x="108376" y="44680"/>
                </a:lnTo>
                <a:cubicBezTo>
                  <a:pt x="108351" y="44605"/>
                  <a:pt x="108301" y="44530"/>
                  <a:pt x="108277" y="44456"/>
                </a:cubicBezTo>
                <a:cubicBezTo>
                  <a:pt x="108252" y="44356"/>
                  <a:pt x="108177" y="44256"/>
                  <a:pt x="108152" y="44157"/>
                </a:cubicBezTo>
                <a:cubicBezTo>
                  <a:pt x="108127" y="44082"/>
                  <a:pt x="108127" y="44057"/>
                  <a:pt x="108102" y="43983"/>
                </a:cubicBezTo>
                <a:cubicBezTo>
                  <a:pt x="108102" y="43958"/>
                  <a:pt x="108052" y="43933"/>
                  <a:pt x="108052" y="43933"/>
                </a:cubicBezTo>
                <a:cubicBezTo>
                  <a:pt x="108003" y="43808"/>
                  <a:pt x="107978" y="43684"/>
                  <a:pt x="107903" y="43584"/>
                </a:cubicBezTo>
                <a:cubicBezTo>
                  <a:pt x="107903" y="43559"/>
                  <a:pt x="107878" y="43535"/>
                  <a:pt x="107878" y="43510"/>
                </a:cubicBezTo>
                <a:lnTo>
                  <a:pt x="107779" y="43311"/>
                </a:lnTo>
                <a:cubicBezTo>
                  <a:pt x="107679" y="43136"/>
                  <a:pt x="107604" y="42912"/>
                  <a:pt x="107480" y="42713"/>
                </a:cubicBezTo>
                <a:cubicBezTo>
                  <a:pt x="107430" y="42663"/>
                  <a:pt x="107380" y="42589"/>
                  <a:pt x="107356" y="42514"/>
                </a:cubicBezTo>
                <a:cubicBezTo>
                  <a:pt x="107281" y="42415"/>
                  <a:pt x="107231" y="42290"/>
                  <a:pt x="107156" y="42190"/>
                </a:cubicBezTo>
                <a:cubicBezTo>
                  <a:pt x="107107" y="42066"/>
                  <a:pt x="107032" y="41966"/>
                  <a:pt x="106932" y="41842"/>
                </a:cubicBezTo>
                <a:cubicBezTo>
                  <a:pt x="106883" y="41718"/>
                  <a:pt x="106783" y="41643"/>
                  <a:pt x="106733" y="41518"/>
                </a:cubicBezTo>
                <a:cubicBezTo>
                  <a:pt x="106733" y="41518"/>
                  <a:pt x="106733" y="41511"/>
                  <a:pt x="106730" y="41502"/>
                </a:cubicBezTo>
                <a:close/>
                <a:moveTo>
                  <a:pt x="55507" y="45426"/>
                </a:moveTo>
                <a:lnTo>
                  <a:pt x="55557" y="45451"/>
                </a:lnTo>
                <a:lnTo>
                  <a:pt x="55582" y="45476"/>
                </a:lnTo>
                <a:cubicBezTo>
                  <a:pt x="55569" y="45473"/>
                  <a:pt x="55556" y="45471"/>
                  <a:pt x="55543" y="45471"/>
                </a:cubicBezTo>
                <a:cubicBezTo>
                  <a:pt x="55456" y="45471"/>
                  <a:pt x="55367" y="45539"/>
                  <a:pt x="55258" y="45625"/>
                </a:cubicBezTo>
                <a:cubicBezTo>
                  <a:pt x="55201" y="45663"/>
                  <a:pt x="55130" y="45716"/>
                  <a:pt x="55055" y="45772"/>
                </a:cubicBezTo>
                <a:lnTo>
                  <a:pt x="55055" y="45772"/>
                </a:lnTo>
                <a:cubicBezTo>
                  <a:pt x="55183" y="45673"/>
                  <a:pt x="55315" y="45575"/>
                  <a:pt x="55458" y="45476"/>
                </a:cubicBezTo>
                <a:cubicBezTo>
                  <a:pt x="55482" y="45476"/>
                  <a:pt x="55482" y="45451"/>
                  <a:pt x="55507" y="45426"/>
                </a:cubicBezTo>
                <a:close/>
                <a:moveTo>
                  <a:pt x="29870" y="40199"/>
                </a:moveTo>
                <a:cubicBezTo>
                  <a:pt x="32408" y="41842"/>
                  <a:pt x="35047" y="43759"/>
                  <a:pt x="37660" y="45800"/>
                </a:cubicBezTo>
                <a:lnTo>
                  <a:pt x="37636" y="45825"/>
                </a:lnTo>
                <a:cubicBezTo>
                  <a:pt x="35022" y="43784"/>
                  <a:pt x="32359" y="41892"/>
                  <a:pt x="29845" y="40249"/>
                </a:cubicBezTo>
                <a:cubicBezTo>
                  <a:pt x="29845" y="40224"/>
                  <a:pt x="29870" y="40224"/>
                  <a:pt x="29870" y="40199"/>
                </a:cubicBezTo>
                <a:close/>
                <a:moveTo>
                  <a:pt x="48015" y="36167"/>
                </a:moveTo>
                <a:cubicBezTo>
                  <a:pt x="48015" y="36192"/>
                  <a:pt x="48040" y="36192"/>
                  <a:pt x="48040" y="36217"/>
                </a:cubicBezTo>
                <a:cubicBezTo>
                  <a:pt x="44481" y="39228"/>
                  <a:pt x="41120" y="42464"/>
                  <a:pt x="38009" y="45825"/>
                </a:cubicBezTo>
                <a:cubicBezTo>
                  <a:pt x="37959" y="45825"/>
                  <a:pt x="37959" y="45800"/>
                  <a:pt x="37934" y="45800"/>
                </a:cubicBezTo>
                <a:cubicBezTo>
                  <a:pt x="41071" y="42439"/>
                  <a:pt x="44431" y="39204"/>
                  <a:pt x="48015" y="36167"/>
                </a:cubicBezTo>
                <a:close/>
                <a:moveTo>
                  <a:pt x="98619" y="44630"/>
                </a:moveTo>
                <a:cubicBezTo>
                  <a:pt x="98619" y="44630"/>
                  <a:pt x="98619" y="44655"/>
                  <a:pt x="98569" y="44655"/>
                </a:cubicBezTo>
                <a:cubicBezTo>
                  <a:pt x="98569" y="44655"/>
                  <a:pt x="98569" y="44680"/>
                  <a:pt x="98544" y="44680"/>
                </a:cubicBezTo>
                <a:cubicBezTo>
                  <a:pt x="97673" y="45153"/>
                  <a:pt x="96752" y="45526"/>
                  <a:pt x="95781" y="45825"/>
                </a:cubicBezTo>
                <a:lnTo>
                  <a:pt x="95707" y="45775"/>
                </a:lnTo>
                <a:cubicBezTo>
                  <a:pt x="96677" y="45451"/>
                  <a:pt x="97623" y="45078"/>
                  <a:pt x="98544" y="44655"/>
                </a:cubicBezTo>
                <a:cubicBezTo>
                  <a:pt x="98569" y="44655"/>
                  <a:pt x="98569" y="44630"/>
                  <a:pt x="98619" y="44630"/>
                </a:cubicBezTo>
                <a:close/>
                <a:moveTo>
                  <a:pt x="106061" y="40846"/>
                </a:moveTo>
                <a:lnTo>
                  <a:pt x="106061" y="40846"/>
                </a:lnTo>
                <a:cubicBezTo>
                  <a:pt x="106111" y="40896"/>
                  <a:pt x="106136" y="40896"/>
                  <a:pt x="106161" y="40921"/>
                </a:cubicBezTo>
                <a:cubicBezTo>
                  <a:pt x="106186" y="40946"/>
                  <a:pt x="106235" y="40946"/>
                  <a:pt x="106260" y="40971"/>
                </a:cubicBezTo>
                <a:cubicBezTo>
                  <a:pt x="106310" y="41070"/>
                  <a:pt x="106385" y="41145"/>
                  <a:pt x="106435" y="41220"/>
                </a:cubicBezTo>
                <a:cubicBezTo>
                  <a:pt x="106484" y="41294"/>
                  <a:pt x="106509" y="41319"/>
                  <a:pt x="106534" y="41394"/>
                </a:cubicBezTo>
                <a:cubicBezTo>
                  <a:pt x="106584" y="41419"/>
                  <a:pt x="106584" y="41444"/>
                  <a:pt x="106609" y="41469"/>
                </a:cubicBezTo>
                <a:cubicBezTo>
                  <a:pt x="106659" y="41543"/>
                  <a:pt x="106708" y="41643"/>
                  <a:pt x="106758" y="41693"/>
                </a:cubicBezTo>
                <a:cubicBezTo>
                  <a:pt x="106858" y="41842"/>
                  <a:pt x="106982" y="42016"/>
                  <a:pt x="107057" y="42190"/>
                </a:cubicBezTo>
                <a:cubicBezTo>
                  <a:pt x="107107" y="42215"/>
                  <a:pt x="107132" y="42290"/>
                  <a:pt x="107156" y="42315"/>
                </a:cubicBezTo>
                <a:cubicBezTo>
                  <a:pt x="107231" y="42415"/>
                  <a:pt x="107256" y="42514"/>
                  <a:pt x="107331" y="42564"/>
                </a:cubicBezTo>
                <a:cubicBezTo>
                  <a:pt x="107430" y="42763"/>
                  <a:pt x="107530" y="42962"/>
                  <a:pt x="107629" y="43186"/>
                </a:cubicBezTo>
                <a:cubicBezTo>
                  <a:pt x="107679" y="43286"/>
                  <a:pt x="107729" y="43410"/>
                  <a:pt x="107779" y="43510"/>
                </a:cubicBezTo>
                <a:cubicBezTo>
                  <a:pt x="107828" y="43559"/>
                  <a:pt x="107853" y="43634"/>
                  <a:pt x="107878" y="43709"/>
                </a:cubicBezTo>
                <a:cubicBezTo>
                  <a:pt x="107978" y="43908"/>
                  <a:pt x="108028" y="44082"/>
                  <a:pt x="108127" y="44306"/>
                </a:cubicBezTo>
                <a:cubicBezTo>
                  <a:pt x="108152" y="44406"/>
                  <a:pt x="108202" y="44505"/>
                  <a:pt x="108252" y="44580"/>
                </a:cubicBezTo>
                <a:cubicBezTo>
                  <a:pt x="108277" y="44655"/>
                  <a:pt x="108277" y="44680"/>
                  <a:pt x="108301" y="44754"/>
                </a:cubicBezTo>
                <a:cubicBezTo>
                  <a:pt x="108301" y="44779"/>
                  <a:pt x="108351" y="44804"/>
                  <a:pt x="108351" y="44804"/>
                </a:cubicBezTo>
                <a:cubicBezTo>
                  <a:pt x="108401" y="45028"/>
                  <a:pt x="108501" y="45252"/>
                  <a:pt x="108575" y="45501"/>
                </a:cubicBezTo>
                <a:cubicBezTo>
                  <a:pt x="108476" y="45650"/>
                  <a:pt x="108525" y="45750"/>
                  <a:pt x="108525" y="45849"/>
                </a:cubicBezTo>
                <a:cubicBezTo>
                  <a:pt x="108401" y="45576"/>
                  <a:pt x="108351" y="45302"/>
                  <a:pt x="108252" y="45028"/>
                </a:cubicBezTo>
                <a:cubicBezTo>
                  <a:pt x="108227" y="44953"/>
                  <a:pt x="108227" y="44904"/>
                  <a:pt x="108202" y="44879"/>
                </a:cubicBezTo>
                <a:cubicBezTo>
                  <a:pt x="108152" y="44804"/>
                  <a:pt x="108127" y="44754"/>
                  <a:pt x="108102" y="44655"/>
                </a:cubicBezTo>
                <a:cubicBezTo>
                  <a:pt x="108077" y="44555"/>
                  <a:pt x="108028" y="44456"/>
                  <a:pt x="108003" y="44331"/>
                </a:cubicBezTo>
                <a:lnTo>
                  <a:pt x="108003" y="44306"/>
                </a:lnTo>
                <a:cubicBezTo>
                  <a:pt x="107953" y="44182"/>
                  <a:pt x="107903" y="44057"/>
                  <a:pt x="107853" y="43933"/>
                </a:cubicBezTo>
                <a:cubicBezTo>
                  <a:pt x="107828" y="43833"/>
                  <a:pt x="107779" y="43784"/>
                  <a:pt x="107754" y="43684"/>
                </a:cubicBezTo>
                <a:cubicBezTo>
                  <a:pt x="107754" y="43659"/>
                  <a:pt x="107729" y="43634"/>
                  <a:pt x="107729" y="43584"/>
                </a:cubicBezTo>
                <a:cubicBezTo>
                  <a:pt x="107604" y="43311"/>
                  <a:pt x="107480" y="43062"/>
                  <a:pt x="107331" y="42788"/>
                </a:cubicBezTo>
                <a:lnTo>
                  <a:pt x="107331" y="42763"/>
                </a:lnTo>
                <a:cubicBezTo>
                  <a:pt x="107331" y="42713"/>
                  <a:pt x="107281" y="42713"/>
                  <a:pt x="107281" y="42688"/>
                </a:cubicBezTo>
                <a:cubicBezTo>
                  <a:pt x="107256" y="42663"/>
                  <a:pt x="107256" y="42639"/>
                  <a:pt x="107231" y="42589"/>
                </a:cubicBezTo>
                <a:cubicBezTo>
                  <a:pt x="107181" y="42514"/>
                  <a:pt x="107132" y="42439"/>
                  <a:pt x="107057" y="42390"/>
                </a:cubicBezTo>
                <a:cubicBezTo>
                  <a:pt x="106982" y="42190"/>
                  <a:pt x="106858" y="42016"/>
                  <a:pt x="106733" y="41817"/>
                </a:cubicBezTo>
                <a:cubicBezTo>
                  <a:pt x="106683" y="41767"/>
                  <a:pt x="106634" y="41668"/>
                  <a:pt x="106609" y="41593"/>
                </a:cubicBezTo>
                <a:cubicBezTo>
                  <a:pt x="106559" y="41543"/>
                  <a:pt x="106509" y="41469"/>
                  <a:pt x="106484" y="41419"/>
                </a:cubicBezTo>
                <a:lnTo>
                  <a:pt x="106435" y="41394"/>
                </a:lnTo>
                <a:cubicBezTo>
                  <a:pt x="106435" y="41344"/>
                  <a:pt x="106410" y="41344"/>
                  <a:pt x="106410" y="41319"/>
                </a:cubicBezTo>
                <a:cubicBezTo>
                  <a:pt x="106310" y="41195"/>
                  <a:pt x="106235" y="41095"/>
                  <a:pt x="106161" y="40971"/>
                </a:cubicBezTo>
                <a:cubicBezTo>
                  <a:pt x="106136" y="40946"/>
                  <a:pt x="106111" y="40921"/>
                  <a:pt x="106061" y="40846"/>
                </a:cubicBezTo>
                <a:close/>
                <a:moveTo>
                  <a:pt x="95532" y="45825"/>
                </a:moveTo>
                <a:cubicBezTo>
                  <a:pt x="95532" y="45825"/>
                  <a:pt x="95557" y="45825"/>
                  <a:pt x="95557" y="45849"/>
                </a:cubicBezTo>
                <a:lnTo>
                  <a:pt x="95582" y="45899"/>
                </a:lnTo>
                <a:cubicBezTo>
                  <a:pt x="95557" y="45899"/>
                  <a:pt x="95557" y="45899"/>
                  <a:pt x="95532" y="45924"/>
                </a:cubicBezTo>
                <a:cubicBezTo>
                  <a:pt x="95532" y="45899"/>
                  <a:pt x="95507" y="45899"/>
                  <a:pt x="95458" y="45849"/>
                </a:cubicBezTo>
                <a:cubicBezTo>
                  <a:pt x="95507" y="45849"/>
                  <a:pt x="95532" y="45849"/>
                  <a:pt x="95532" y="45825"/>
                </a:cubicBezTo>
                <a:close/>
                <a:moveTo>
                  <a:pt x="37785" y="45924"/>
                </a:moveTo>
                <a:cubicBezTo>
                  <a:pt x="37810" y="45924"/>
                  <a:pt x="37810" y="45949"/>
                  <a:pt x="37835" y="45949"/>
                </a:cubicBezTo>
                <a:lnTo>
                  <a:pt x="37810" y="45999"/>
                </a:lnTo>
                <a:cubicBezTo>
                  <a:pt x="37810" y="45999"/>
                  <a:pt x="37785" y="45999"/>
                  <a:pt x="37760" y="45949"/>
                </a:cubicBezTo>
                <a:lnTo>
                  <a:pt x="37785" y="45924"/>
                </a:lnTo>
                <a:close/>
                <a:moveTo>
                  <a:pt x="109944" y="45003"/>
                </a:moveTo>
                <a:cubicBezTo>
                  <a:pt x="109944" y="45028"/>
                  <a:pt x="109894" y="45053"/>
                  <a:pt x="109894" y="45128"/>
                </a:cubicBezTo>
                <a:cubicBezTo>
                  <a:pt x="109845" y="45153"/>
                  <a:pt x="109820" y="45202"/>
                  <a:pt x="109745" y="45252"/>
                </a:cubicBezTo>
                <a:cubicBezTo>
                  <a:pt x="109471" y="45501"/>
                  <a:pt x="109123" y="45750"/>
                  <a:pt x="108774" y="45999"/>
                </a:cubicBezTo>
                <a:lnTo>
                  <a:pt x="108749" y="45924"/>
                </a:lnTo>
                <a:cubicBezTo>
                  <a:pt x="108849" y="45874"/>
                  <a:pt x="108949" y="45775"/>
                  <a:pt x="109023" y="45700"/>
                </a:cubicBezTo>
                <a:cubicBezTo>
                  <a:pt x="109197" y="45576"/>
                  <a:pt x="109347" y="45451"/>
                  <a:pt x="109496" y="45377"/>
                </a:cubicBezTo>
                <a:lnTo>
                  <a:pt x="109596" y="45277"/>
                </a:lnTo>
                <a:cubicBezTo>
                  <a:pt x="109720" y="45177"/>
                  <a:pt x="109820" y="45078"/>
                  <a:pt x="109944" y="45003"/>
                </a:cubicBezTo>
                <a:close/>
                <a:moveTo>
                  <a:pt x="73603" y="45053"/>
                </a:moveTo>
                <a:cubicBezTo>
                  <a:pt x="74051" y="45128"/>
                  <a:pt x="74549" y="45177"/>
                  <a:pt x="75047" y="45202"/>
                </a:cubicBezTo>
                <a:cubicBezTo>
                  <a:pt x="74474" y="45451"/>
                  <a:pt x="73877" y="45725"/>
                  <a:pt x="73280" y="46024"/>
                </a:cubicBezTo>
                <a:lnTo>
                  <a:pt x="73280" y="45999"/>
                </a:lnTo>
                <a:cubicBezTo>
                  <a:pt x="73404" y="45675"/>
                  <a:pt x="73504" y="45377"/>
                  <a:pt x="73603" y="45053"/>
                </a:cubicBezTo>
                <a:close/>
                <a:moveTo>
                  <a:pt x="80573" y="44431"/>
                </a:moveTo>
                <a:cubicBezTo>
                  <a:pt x="81021" y="44580"/>
                  <a:pt x="81568" y="44704"/>
                  <a:pt x="82116" y="44804"/>
                </a:cubicBezTo>
                <a:cubicBezTo>
                  <a:pt x="82141" y="44804"/>
                  <a:pt x="82191" y="44829"/>
                  <a:pt x="82216" y="44829"/>
                </a:cubicBezTo>
                <a:cubicBezTo>
                  <a:pt x="83062" y="45153"/>
                  <a:pt x="83759" y="45551"/>
                  <a:pt x="84431" y="46073"/>
                </a:cubicBezTo>
                <a:cubicBezTo>
                  <a:pt x="84306" y="46049"/>
                  <a:pt x="84182" y="46024"/>
                  <a:pt x="84082" y="45999"/>
                </a:cubicBezTo>
                <a:cubicBezTo>
                  <a:pt x="83958" y="45949"/>
                  <a:pt x="83833" y="45924"/>
                  <a:pt x="83734" y="45899"/>
                </a:cubicBezTo>
                <a:cubicBezTo>
                  <a:pt x="82738" y="45576"/>
                  <a:pt x="81767" y="45202"/>
                  <a:pt x="80871" y="44754"/>
                </a:cubicBezTo>
                <a:cubicBezTo>
                  <a:pt x="80822" y="44704"/>
                  <a:pt x="80722" y="44680"/>
                  <a:pt x="80647" y="44605"/>
                </a:cubicBezTo>
                <a:cubicBezTo>
                  <a:pt x="80573" y="44555"/>
                  <a:pt x="80473" y="44480"/>
                  <a:pt x="80349" y="44431"/>
                </a:cubicBezTo>
                <a:close/>
                <a:moveTo>
                  <a:pt x="73031" y="45849"/>
                </a:moveTo>
                <a:cubicBezTo>
                  <a:pt x="73031" y="45899"/>
                  <a:pt x="73056" y="45949"/>
                  <a:pt x="73056" y="45999"/>
                </a:cubicBezTo>
                <a:cubicBezTo>
                  <a:pt x="73056" y="46024"/>
                  <a:pt x="73031" y="46073"/>
                  <a:pt x="73031" y="46123"/>
                </a:cubicBezTo>
                <a:cubicBezTo>
                  <a:pt x="73031" y="46073"/>
                  <a:pt x="73031" y="46024"/>
                  <a:pt x="73006" y="45999"/>
                </a:cubicBezTo>
                <a:cubicBezTo>
                  <a:pt x="73006" y="45949"/>
                  <a:pt x="73031" y="45899"/>
                  <a:pt x="73031" y="45849"/>
                </a:cubicBezTo>
                <a:close/>
                <a:moveTo>
                  <a:pt x="108625" y="46049"/>
                </a:moveTo>
                <a:lnTo>
                  <a:pt x="108625" y="46073"/>
                </a:lnTo>
                <a:lnTo>
                  <a:pt x="108625" y="46123"/>
                </a:lnTo>
                <a:cubicBezTo>
                  <a:pt x="108625" y="46123"/>
                  <a:pt x="108600" y="46123"/>
                  <a:pt x="108600" y="46148"/>
                </a:cubicBezTo>
                <a:lnTo>
                  <a:pt x="108600" y="46123"/>
                </a:lnTo>
                <a:lnTo>
                  <a:pt x="108575" y="46073"/>
                </a:lnTo>
                <a:lnTo>
                  <a:pt x="108625" y="46049"/>
                </a:lnTo>
                <a:close/>
                <a:moveTo>
                  <a:pt x="48164" y="36341"/>
                </a:moveTo>
                <a:lnTo>
                  <a:pt x="48463" y="36714"/>
                </a:lnTo>
                <a:cubicBezTo>
                  <a:pt x="44630" y="39452"/>
                  <a:pt x="41245" y="42738"/>
                  <a:pt x="38457" y="46198"/>
                </a:cubicBezTo>
                <a:cubicBezTo>
                  <a:pt x="38382" y="46098"/>
                  <a:pt x="38258" y="46049"/>
                  <a:pt x="38158" y="45949"/>
                </a:cubicBezTo>
                <a:cubicBezTo>
                  <a:pt x="41245" y="42589"/>
                  <a:pt x="44605" y="39403"/>
                  <a:pt x="48164" y="36341"/>
                </a:cubicBezTo>
                <a:close/>
                <a:moveTo>
                  <a:pt x="82888" y="44929"/>
                </a:moveTo>
                <a:cubicBezTo>
                  <a:pt x="82962" y="44929"/>
                  <a:pt x="83062" y="44953"/>
                  <a:pt x="83136" y="44953"/>
                </a:cubicBezTo>
                <a:cubicBezTo>
                  <a:pt x="83833" y="45302"/>
                  <a:pt x="84431" y="45700"/>
                  <a:pt x="84954" y="46198"/>
                </a:cubicBezTo>
                <a:cubicBezTo>
                  <a:pt x="84929" y="46198"/>
                  <a:pt x="84854" y="46173"/>
                  <a:pt x="84829" y="46173"/>
                </a:cubicBezTo>
                <a:cubicBezTo>
                  <a:pt x="84257" y="45675"/>
                  <a:pt x="83609" y="45277"/>
                  <a:pt x="82888" y="44929"/>
                </a:cubicBezTo>
                <a:close/>
                <a:moveTo>
                  <a:pt x="65787" y="40448"/>
                </a:moveTo>
                <a:cubicBezTo>
                  <a:pt x="67057" y="41792"/>
                  <a:pt x="68426" y="42838"/>
                  <a:pt x="69795" y="43634"/>
                </a:cubicBezTo>
                <a:cubicBezTo>
                  <a:pt x="69646" y="43709"/>
                  <a:pt x="69496" y="43808"/>
                  <a:pt x="69372" y="43908"/>
                </a:cubicBezTo>
                <a:cubicBezTo>
                  <a:pt x="69247" y="44008"/>
                  <a:pt x="69123" y="44057"/>
                  <a:pt x="68949" y="44157"/>
                </a:cubicBezTo>
                <a:cubicBezTo>
                  <a:pt x="68749" y="44281"/>
                  <a:pt x="68525" y="44431"/>
                  <a:pt x="68301" y="44555"/>
                </a:cubicBezTo>
                <a:lnTo>
                  <a:pt x="68276" y="44580"/>
                </a:lnTo>
                <a:cubicBezTo>
                  <a:pt x="68227" y="44630"/>
                  <a:pt x="68177" y="44655"/>
                  <a:pt x="68152" y="44680"/>
                </a:cubicBezTo>
                <a:cubicBezTo>
                  <a:pt x="68028" y="44779"/>
                  <a:pt x="67903" y="44829"/>
                  <a:pt x="67729" y="44929"/>
                </a:cubicBezTo>
                <a:cubicBezTo>
                  <a:pt x="67654" y="45003"/>
                  <a:pt x="67580" y="45028"/>
                  <a:pt x="67480" y="45078"/>
                </a:cubicBezTo>
                <a:cubicBezTo>
                  <a:pt x="67156" y="45302"/>
                  <a:pt x="66833" y="45551"/>
                  <a:pt x="66484" y="45775"/>
                </a:cubicBezTo>
                <a:cubicBezTo>
                  <a:pt x="66459" y="45775"/>
                  <a:pt x="66459" y="45800"/>
                  <a:pt x="66435" y="45800"/>
                </a:cubicBezTo>
                <a:lnTo>
                  <a:pt x="66410" y="45825"/>
                </a:lnTo>
                <a:cubicBezTo>
                  <a:pt x="66186" y="45999"/>
                  <a:pt x="65962" y="46123"/>
                  <a:pt x="65738" y="46273"/>
                </a:cubicBezTo>
                <a:cubicBezTo>
                  <a:pt x="65713" y="46123"/>
                  <a:pt x="65613" y="45924"/>
                  <a:pt x="65588" y="45775"/>
                </a:cubicBezTo>
                <a:cubicBezTo>
                  <a:pt x="65538" y="45551"/>
                  <a:pt x="65464" y="45327"/>
                  <a:pt x="65364" y="45128"/>
                </a:cubicBezTo>
                <a:cubicBezTo>
                  <a:pt x="65314" y="44929"/>
                  <a:pt x="65215" y="44704"/>
                  <a:pt x="65165" y="44505"/>
                </a:cubicBezTo>
                <a:cubicBezTo>
                  <a:pt x="65066" y="44207"/>
                  <a:pt x="64966" y="43958"/>
                  <a:pt x="64842" y="43659"/>
                </a:cubicBezTo>
                <a:cubicBezTo>
                  <a:pt x="64792" y="43535"/>
                  <a:pt x="64717" y="43385"/>
                  <a:pt x="64667" y="43261"/>
                </a:cubicBezTo>
                <a:lnTo>
                  <a:pt x="64194" y="42141"/>
                </a:lnTo>
                <a:cubicBezTo>
                  <a:pt x="64194" y="42091"/>
                  <a:pt x="64169" y="42066"/>
                  <a:pt x="64169" y="42041"/>
                </a:cubicBezTo>
                <a:cubicBezTo>
                  <a:pt x="63995" y="41718"/>
                  <a:pt x="63871" y="41419"/>
                  <a:pt x="63721" y="41070"/>
                </a:cubicBezTo>
                <a:cubicBezTo>
                  <a:pt x="63796" y="41046"/>
                  <a:pt x="63871" y="41021"/>
                  <a:pt x="63945" y="40971"/>
                </a:cubicBezTo>
                <a:cubicBezTo>
                  <a:pt x="64045" y="40946"/>
                  <a:pt x="64120" y="40921"/>
                  <a:pt x="64244" y="40896"/>
                </a:cubicBezTo>
                <a:cubicBezTo>
                  <a:pt x="64319" y="40846"/>
                  <a:pt x="64369" y="40846"/>
                  <a:pt x="64443" y="40821"/>
                </a:cubicBezTo>
                <a:cubicBezTo>
                  <a:pt x="64593" y="40772"/>
                  <a:pt x="64717" y="40722"/>
                  <a:pt x="64866" y="40697"/>
                </a:cubicBezTo>
                <a:cubicBezTo>
                  <a:pt x="64941" y="40672"/>
                  <a:pt x="64991" y="40672"/>
                  <a:pt x="65090" y="40647"/>
                </a:cubicBezTo>
                <a:cubicBezTo>
                  <a:pt x="65165" y="40597"/>
                  <a:pt x="65240" y="40573"/>
                  <a:pt x="65314" y="40573"/>
                </a:cubicBezTo>
                <a:lnTo>
                  <a:pt x="65339" y="40573"/>
                </a:lnTo>
                <a:cubicBezTo>
                  <a:pt x="65464" y="40548"/>
                  <a:pt x="65613" y="40523"/>
                  <a:pt x="65738" y="40448"/>
                </a:cubicBezTo>
                <a:close/>
                <a:moveTo>
                  <a:pt x="86074" y="45003"/>
                </a:moveTo>
                <a:cubicBezTo>
                  <a:pt x="85825" y="45451"/>
                  <a:pt x="85601" y="45849"/>
                  <a:pt x="85352" y="46298"/>
                </a:cubicBezTo>
                <a:cubicBezTo>
                  <a:pt x="85327" y="46298"/>
                  <a:pt x="85327" y="46298"/>
                  <a:pt x="85302" y="46273"/>
                </a:cubicBezTo>
                <a:cubicBezTo>
                  <a:pt x="84804" y="45775"/>
                  <a:pt x="84232" y="45377"/>
                  <a:pt x="83609" y="45003"/>
                </a:cubicBezTo>
                <a:lnTo>
                  <a:pt x="83609" y="45003"/>
                </a:lnTo>
                <a:cubicBezTo>
                  <a:pt x="84082" y="45028"/>
                  <a:pt x="84555" y="45053"/>
                  <a:pt x="85003" y="45053"/>
                </a:cubicBezTo>
                <a:cubicBezTo>
                  <a:pt x="85252" y="45053"/>
                  <a:pt x="85551" y="45053"/>
                  <a:pt x="85800" y="45028"/>
                </a:cubicBezTo>
                <a:cubicBezTo>
                  <a:pt x="85875" y="45028"/>
                  <a:pt x="85974" y="45003"/>
                  <a:pt x="86074" y="45003"/>
                </a:cubicBezTo>
                <a:close/>
                <a:moveTo>
                  <a:pt x="48513" y="36864"/>
                </a:moveTo>
                <a:cubicBezTo>
                  <a:pt x="48513" y="36889"/>
                  <a:pt x="48538" y="36889"/>
                  <a:pt x="48538" y="36938"/>
                </a:cubicBezTo>
                <a:cubicBezTo>
                  <a:pt x="44779" y="39627"/>
                  <a:pt x="41394" y="42912"/>
                  <a:pt x="38631" y="46322"/>
                </a:cubicBezTo>
                <a:cubicBezTo>
                  <a:pt x="38581" y="46322"/>
                  <a:pt x="38581" y="46298"/>
                  <a:pt x="38557" y="46298"/>
                </a:cubicBezTo>
                <a:cubicBezTo>
                  <a:pt x="41319" y="42838"/>
                  <a:pt x="44729" y="39577"/>
                  <a:pt x="48513" y="36864"/>
                </a:cubicBezTo>
                <a:close/>
                <a:moveTo>
                  <a:pt x="86347" y="45053"/>
                </a:moveTo>
                <a:cubicBezTo>
                  <a:pt x="86099" y="45451"/>
                  <a:pt x="85850" y="45899"/>
                  <a:pt x="85601" y="46372"/>
                </a:cubicBezTo>
                <a:lnTo>
                  <a:pt x="85551" y="46372"/>
                </a:lnTo>
                <a:lnTo>
                  <a:pt x="86273" y="45053"/>
                </a:lnTo>
                <a:close/>
                <a:moveTo>
                  <a:pt x="38009" y="46123"/>
                </a:moveTo>
                <a:cubicBezTo>
                  <a:pt x="38084" y="46198"/>
                  <a:pt x="38208" y="46298"/>
                  <a:pt x="38308" y="46372"/>
                </a:cubicBezTo>
                <a:lnTo>
                  <a:pt x="38283" y="46397"/>
                </a:lnTo>
                <a:cubicBezTo>
                  <a:pt x="38183" y="46298"/>
                  <a:pt x="38059" y="46198"/>
                  <a:pt x="37959" y="46148"/>
                </a:cubicBezTo>
                <a:lnTo>
                  <a:pt x="38009" y="46123"/>
                </a:lnTo>
                <a:close/>
                <a:moveTo>
                  <a:pt x="79901" y="44456"/>
                </a:moveTo>
                <a:cubicBezTo>
                  <a:pt x="80100" y="44580"/>
                  <a:pt x="80274" y="44680"/>
                  <a:pt x="80473" y="44779"/>
                </a:cubicBezTo>
                <a:lnTo>
                  <a:pt x="80647" y="44879"/>
                </a:lnTo>
                <a:cubicBezTo>
                  <a:pt x="81120" y="45128"/>
                  <a:pt x="81593" y="45327"/>
                  <a:pt x="82091" y="45526"/>
                </a:cubicBezTo>
                <a:cubicBezTo>
                  <a:pt x="82141" y="45551"/>
                  <a:pt x="82216" y="45551"/>
                  <a:pt x="82265" y="45576"/>
                </a:cubicBezTo>
                <a:cubicBezTo>
                  <a:pt x="82713" y="45725"/>
                  <a:pt x="83112" y="45899"/>
                  <a:pt x="83585" y="46024"/>
                </a:cubicBezTo>
                <a:cubicBezTo>
                  <a:pt x="83709" y="46049"/>
                  <a:pt x="83833" y="46073"/>
                  <a:pt x="83958" y="46148"/>
                </a:cubicBezTo>
                <a:lnTo>
                  <a:pt x="84705" y="46322"/>
                </a:lnTo>
                <a:lnTo>
                  <a:pt x="84730" y="46347"/>
                </a:lnTo>
                <a:lnTo>
                  <a:pt x="84754" y="46397"/>
                </a:lnTo>
                <a:lnTo>
                  <a:pt x="84804" y="46422"/>
                </a:lnTo>
                <a:cubicBezTo>
                  <a:pt x="83112" y="46049"/>
                  <a:pt x="81519" y="45426"/>
                  <a:pt x="80100" y="44605"/>
                </a:cubicBezTo>
                <a:cubicBezTo>
                  <a:pt x="80075" y="44580"/>
                  <a:pt x="80025" y="44580"/>
                  <a:pt x="80000" y="44555"/>
                </a:cubicBezTo>
                <a:cubicBezTo>
                  <a:pt x="79975" y="44530"/>
                  <a:pt x="79901" y="44505"/>
                  <a:pt x="79851" y="44456"/>
                </a:cubicBezTo>
                <a:close/>
                <a:moveTo>
                  <a:pt x="85078" y="46422"/>
                </a:moveTo>
                <a:cubicBezTo>
                  <a:pt x="85087" y="46422"/>
                  <a:pt x="85102" y="46425"/>
                  <a:pt x="85119" y="46429"/>
                </a:cubicBezTo>
                <a:lnTo>
                  <a:pt x="85119" y="46429"/>
                </a:lnTo>
                <a:cubicBezTo>
                  <a:pt x="85115" y="46432"/>
                  <a:pt x="85112" y="46433"/>
                  <a:pt x="85109" y="46433"/>
                </a:cubicBezTo>
                <a:cubicBezTo>
                  <a:pt x="85100" y="46433"/>
                  <a:pt x="85095" y="46422"/>
                  <a:pt x="85078" y="46422"/>
                </a:cubicBezTo>
                <a:close/>
                <a:moveTo>
                  <a:pt x="63522" y="41195"/>
                </a:moveTo>
                <a:cubicBezTo>
                  <a:pt x="63945" y="42016"/>
                  <a:pt x="64319" y="42813"/>
                  <a:pt x="64617" y="43584"/>
                </a:cubicBezTo>
                <a:cubicBezTo>
                  <a:pt x="64667" y="43659"/>
                  <a:pt x="64692" y="43759"/>
                  <a:pt x="64717" y="43808"/>
                </a:cubicBezTo>
                <a:cubicBezTo>
                  <a:pt x="64842" y="44132"/>
                  <a:pt x="64941" y="44406"/>
                  <a:pt x="65066" y="44704"/>
                </a:cubicBezTo>
                <a:cubicBezTo>
                  <a:pt x="65140" y="44904"/>
                  <a:pt x="65190" y="45078"/>
                  <a:pt x="65265" y="45227"/>
                </a:cubicBezTo>
                <a:cubicBezTo>
                  <a:pt x="65339" y="45451"/>
                  <a:pt x="65389" y="45675"/>
                  <a:pt x="65464" y="45924"/>
                </a:cubicBezTo>
                <a:cubicBezTo>
                  <a:pt x="65538" y="46073"/>
                  <a:pt x="65563" y="46273"/>
                  <a:pt x="65638" y="46422"/>
                </a:cubicBezTo>
                <a:lnTo>
                  <a:pt x="65563" y="46447"/>
                </a:lnTo>
                <a:cubicBezTo>
                  <a:pt x="65514" y="46273"/>
                  <a:pt x="65439" y="46049"/>
                  <a:pt x="65389" y="45849"/>
                </a:cubicBezTo>
                <a:cubicBezTo>
                  <a:pt x="65314" y="45675"/>
                  <a:pt x="65290" y="45526"/>
                  <a:pt x="65215" y="45327"/>
                </a:cubicBezTo>
                <a:cubicBezTo>
                  <a:pt x="65165" y="45103"/>
                  <a:pt x="65066" y="44904"/>
                  <a:pt x="64966" y="44655"/>
                </a:cubicBezTo>
                <a:lnTo>
                  <a:pt x="64692" y="43908"/>
                </a:lnTo>
                <a:cubicBezTo>
                  <a:pt x="64667" y="43784"/>
                  <a:pt x="64593" y="43684"/>
                  <a:pt x="64543" y="43559"/>
                </a:cubicBezTo>
                <a:cubicBezTo>
                  <a:pt x="64219" y="42813"/>
                  <a:pt x="63896" y="41991"/>
                  <a:pt x="63473" y="41195"/>
                </a:cubicBezTo>
                <a:close/>
                <a:moveTo>
                  <a:pt x="85165" y="46440"/>
                </a:moveTo>
                <a:cubicBezTo>
                  <a:pt x="85180" y="46444"/>
                  <a:pt x="85194" y="46447"/>
                  <a:pt x="85202" y="46447"/>
                </a:cubicBezTo>
                <a:lnTo>
                  <a:pt x="85227" y="46472"/>
                </a:lnTo>
                <a:cubicBezTo>
                  <a:pt x="85202" y="46472"/>
                  <a:pt x="85178" y="46472"/>
                  <a:pt x="85178" y="46447"/>
                </a:cubicBezTo>
                <a:lnTo>
                  <a:pt x="85165" y="46440"/>
                </a:lnTo>
                <a:close/>
                <a:moveTo>
                  <a:pt x="28774" y="39826"/>
                </a:moveTo>
                <a:lnTo>
                  <a:pt x="29347" y="40199"/>
                </a:lnTo>
                <a:cubicBezTo>
                  <a:pt x="27704" y="42290"/>
                  <a:pt x="26260" y="44406"/>
                  <a:pt x="24991" y="46522"/>
                </a:cubicBezTo>
                <a:cubicBezTo>
                  <a:pt x="24642" y="46173"/>
                  <a:pt x="24319" y="45825"/>
                  <a:pt x="23995" y="45501"/>
                </a:cubicBezTo>
                <a:cubicBezTo>
                  <a:pt x="25066" y="44182"/>
                  <a:pt x="26136" y="42887"/>
                  <a:pt x="27256" y="41568"/>
                </a:cubicBezTo>
                <a:lnTo>
                  <a:pt x="27355" y="41469"/>
                </a:lnTo>
                <a:cubicBezTo>
                  <a:pt x="27828" y="40921"/>
                  <a:pt x="28301" y="40398"/>
                  <a:pt x="28774" y="39826"/>
                </a:cubicBezTo>
                <a:close/>
                <a:moveTo>
                  <a:pt x="38457" y="46422"/>
                </a:moveTo>
                <a:cubicBezTo>
                  <a:pt x="38482" y="46422"/>
                  <a:pt x="38482" y="46447"/>
                  <a:pt x="38532" y="46447"/>
                </a:cubicBezTo>
                <a:cubicBezTo>
                  <a:pt x="38532" y="46472"/>
                  <a:pt x="38482" y="46472"/>
                  <a:pt x="38482" y="46522"/>
                </a:cubicBezTo>
                <a:cubicBezTo>
                  <a:pt x="38457" y="46522"/>
                  <a:pt x="38432" y="46522"/>
                  <a:pt x="38432" y="46472"/>
                </a:cubicBezTo>
                <a:cubicBezTo>
                  <a:pt x="38432" y="46447"/>
                  <a:pt x="38457" y="46447"/>
                  <a:pt x="38457" y="46422"/>
                </a:cubicBezTo>
                <a:close/>
                <a:moveTo>
                  <a:pt x="69994" y="43709"/>
                </a:moveTo>
                <a:cubicBezTo>
                  <a:pt x="69994" y="43709"/>
                  <a:pt x="70019" y="43709"/>
                  <a:pt x="70019" y="43759"/>
                </a:cubicBezTo>
                <a:cubicBezTo>
                  <a:pt x="70019" y="43759"/>
                  <a:pt x="70044" y="43759"/>
                  <a:pt x="70044" y="43784"/>
                </a:cubicBezTo>
                <a:cubicBezTo>
                  <a:pt x="69521" y="44132"/>
                  <a:pt x="68973" y="44456"/>
                  <a:pt x="68426" y="44804"/>
                </a:cubicBezTo>
                <a:cubicBezTo>
                  <a:pt x="68252" y="44929"/>
                  <a:pt x="68077" y="45028"/>
                  <a:pt x="67903" y="45153"/>
                </a:cubicBezTo>
                <a:cubicBezTo>
                  <a:pt x="67206" y="45625"/>
                  <a:pt x="66534" y="46073"/>
                  <a:pt x="65812" y="46546"/>
                </a:cubicBezTo>
                <a:lnTo>
                  <a:pt x="65812" y="46522"/>
                </a:lnTo>
                <a:lnTo>
                  <a:pt x="65812" y="46497"/>
                </a:lnTo>
                <a:cubicBezTo>
                  <a:pt x="66459" y="46024"/>
                  <a:pt x="67132" y="45576"/>
                  <a:pt x="67779" y="45128"/>
                </a:cubicBezTo>
                <a:cubicBezTo>
                  <a:pt x="67928" y="45003"/>
                  <a:pt x="68127" y="44904"/>
                  <a:pt x="68276" y="44804"/>
                </a:cubicBezTo>
                <a:cubicBezTo>
                  <a:pt x="68301" y="44804"/>
                  <a:pt x="68301" y="44779"/>
                  <a:pt x="68326" y="44779"/>
                </a:cubicBezTo>
                <a:cubicBezTo>
                  <a:pt x="68899" y="44431"/>
                  <a:pt x="69421" y="44057"/>
                  <a:pt x="69994" y="43709"/>
                </a:cubicBezTo>
                <a:close/>
                <a:moveTo>
                  <a:pt x="117835" y="37760"/>
                </a:moveTo>
                <a:lnTo>
                  <a:pt x="117835" y="38731"/>
                </a:lnTo>
                <a:cubicBezTo>
                  <a:pt x="117611" y="41294"/>
                  <a:pt x="117113" y="43933"/>
                  <a:pt x="116416" y="46646"/>
                </a:cubicBezTo>
                <a:cubicBezTo>
                  <a:pt x="116416" y="46546"/>
                  <a:pt x="116416" y="46447"/>
                  <a:pt x="116441" y="46322"/>
                </a:cubicBezTo>
                <a:cubicBezTo>
                  <a:pt x="117212" y="43360"/>
                  <a:pt x="117685" y="40523"/>
                  <a:pt x="117835" y="37760"/>
                </a:cubicBezTo>
                <a:close/>
                <a:moveTo>
                  <a:pt x="29496" y="40299"/>
                </a:moveTo>
                <a:cubicBezTo>
                  <a:pt x="29546" y="40299"/>
                  <a:pt x="29546" y="40324"/>
                  <a:pt x="29571" y="40324"/>
                </a:cubicBezTo>
                <a:cubicBezTo>
                  <a:pt x="27903" y="42415"/>
                  <a:pt x="26459" y="44530"/>
                  <a:pt x="25190" y="46671"/>
                </a:cubicBezTo>
                <a:cubicBezTo>
                  <a:pt x="25140" y="46671"/>
                  <a:pt x="25140" y="46646"/>
                  <a:pt x="25140" y="46646"/>
                </a:cubicBezTo>
                <a:cubicBezTo>
                  <a:pt x="26385" y="44505"/>
                  <a:pt x="27853" y="42390"/>
                  <a:pt x="29496" y="40299"/>
                </a:cubicBezTo>
                <a:close/>
                <a:moveTo>
                  <a:pt x="115669" y="38332"/>
                </a:moveTo>
                <a:cubicBezTo>
                  <a:pt x="116242" y="40797"/>
                  <a:pt x="116441" y="43510"/>
                  <a:pt x="116242" y="46372"/>
                </a:cubicBezTo>
                <a:cubicBezTo>
                  <a:pt x="116217" y="46447"/>
                  <a:pt x="116192" y="46571"/>
                  <a:pt x="116167" y="46671"/>
                </a:cubicBezTo>
                <a:cubicBezTo>
                  <a:pt x="116416" y="43709"/>
                  <a:pt x="116217" y="40946"/>
                  <a:pt x="115619" y="38432"/>
                </a:cubicBezTo>
                <a:cubicBezTo>
                  <a:pt x="115669" y="38407"/>
                  <a:pt x="115669" y="38357"/>
                  <a:pt x="115669" y="38332"/>
                </a:cubicBezTo>
                <a:close/>
                <a:moveTo>
                  <a:pt x="65663" y="46621"/>
                </a:moveTo>
                <a:lnTo>
                  <a:pt x="65663" y="46646"/>
                </a:lnTo>
                <a:lnTo>
                  <a:pt x="65663" y="46671"/>
                </a:lnTo>
                <a:lnTo>
                  <a:pt x="65613" y="46696"/>
                </a:lnTo>
                <a:lnTo>
                  <a:pt x="65613" y="46671"/>
                </a:lnTo>
                <a:lnTo>
                  <a:pt x="65613" y="46646"/>
                </a:lnTo>
                <a:lnTo>
                  <a:pt x="65663" y="46621"/>
                </a:lnTo>
                <a:close/>
                <a:moveTo>
                  <a:pt x="91774" y="43684"/>
                </a:moveTo>
                <a:cubicBezTo>
                  <a:pt x="93068" y="44182"/>
                  <a:pt x="94188" y="44879"/>
                  <a:pt x="95134" y="45775"/>
                </a:cubicBezTo>
                <a:cubicBezTo>
                  <a:pt x="94885" y="45825"/>
                  <a:pt x="94661" y="45924"/>
                  <a:pt x="94412" y="45974"/>
                </a:cubicBezTo>
                <a:cubicBezTo>
                  <a:pt x="94387" y="45974"/>
                  <a:pt x="94313" y="46024"/>
                  <a:pt x="94288" y="46024"/>
                </a:cubicBezTo>
                <a:cubicBezTo>
                  <a:pt x="93964" y="46098"/>
                  <a:pt x="93665" y="46173"/>
                  <a:pt x="93342" y="46223"/>
                </a:cubicBezTo>
                <a:cubicBezTo>
                  <a:pt x="93317" y="46223"/>
                  <a:pt x="93292" y="46223"/>
                  <a:pt x="93217" y="46273"/>
                </a:cubicBezTo>
                <a:lnTo>
                  <a:pt x="92296" y="46447"/>
                </a:lnTo>
                <a:cubicBezTo>
                  <a:pt x="92272" y="46447"/>
                  <a:pt x="92197" y="46447"/>
                  <a:pt x="92172" y="46472"/>
                </a:cubicBezTo>
                <a:cubicBezTo>
                  <a:pt x="91848" y="46546"/>
                  <a:pt x="91550" y="46571"/>
                  <a:pt x="91226" y="46596"/>
                </a:cubicBezTo>
                <a:lnTo>
                  <a:pt x="91151" y="46596"/>
                </a:lnTo>
                <a:cubicBezTo>
                  <a:pt x="90454" y="46671"/>
                  <a:pt x="89807" y="46696"/>
                  <a:pt x="89110" y="46696"/>
                </a:cubicBezTo>
                <a:lnTo>
                  <a:pt x="89085" y="46696"/>
                </a:lnTo>
                <a:cubicBezTo>
                  <a:pt x="88563" y="46696"/>
                  <a:pt x="88040" y="46671"/>
                  <a:pt x="87542" y="46646"/>
                </a:cubicBezTo>
                <a:cubicBezTo>
                  <a:pt x="87418" y="46646"/>
                  <a:pt x="87244" y="46596"/>
                  <a:pt x="87119" y="46596"/>
                </a:cubicBezTo>
                <a:cubicBezTo>
                  <a:pt x="86696" y="46571"/>
                  <a:pt x="86248" y="46522"/>
                  <a:pt x="85825" y="46422"/>
                </a:cubicBezTo>
                <a:cubicBezTo>
                  <a:pt x="86099" y="45949"/>
                  <a:pt x="86347" y="45526"/>
                  <a:pt x="86596" y="45053"/>
                </a:cubicBezTo>
                <a:cubicBezTo>
                  <a:pt x="88314" y="44829"/>
                  <a:pt x="90081" y="44406"/>
                  <a:pt x="91774" y="43684"/>
                </a:cubicBezTo>
                <a:close/>
                <a:moveTo>
                  <a:pt x="23871" y="45650"/>
                </a:moveTo>
                <a:lnTo>
                  <a:pt x="24891" y="46671"/>
                </a:lnTo>
                <a:cubicBezTo>
                  <a:pt x="24891" y="46671"/>
                  <a:pt x="24866" y="46696"/>
                  <a:pt x="24866" y="46746"/>
                </a:cubicBezTo>
                <a:lnTo>
                  <a:pt x="23846" y="45700"/>
                </a:lnTo>
                <a:cubicBezTo>
                  <a:pt x="23846" y="45675"/>
                  <a:pt x="23871" y="45675"/>
                  <a:pt x="23871" y="45650"/>
                </a:cubicBezTo>
                <a:close/>
                <a:moveTo>
                  <a:pt x="25016" y="46795"/>
                </a:moveTo>
                <a:lnTo>
                  <a:pt x="25041" y="46820"/>
                </a:lnTo>
                <a:cubicBezTo>
                  <a:pt x="25041" y="46870"/>
                  <a:pt x="25016" y="46870"/>
                  <a:pt x="25016" y="46895"/>
                </a:cubicBezTo>
                <a:cubicBezTo>
                  <a:pt x="25016" y="46895"/>
                  <a:pt x="25016" y="46870"/>
                  <a:pt x="24991" y="46870"/>
                </a:cubicBezTo>
                <a:cubicBezTo>
                  <a:pt x="24991" y="46820"/>
                  <a:pt x="25016" y="46820"/>
                  <a:pt x="25016" y="46795"/>
                </a:cubicBezTo>
                <a:close/>
                <a:moveTo>
                  <a:pt x="95283" y="45899"/>
                </a:moveTo>
                <a:lnTo>
                  <a:pt x="95308" y="45924"/>
                </a:lnTo>
                <a:lnTo>
                  <a:pt x="95333" y="45949"/>
                </a:lnTo>
                <a:cubicBezTo>
                  <a:pt x="93292" y="46571"/>
                  <a:pt x="91201" y="46895"/>
                  <a:pt x="89110" y="46895"/>
                </a:cubicBezTo>
                <a:cubicBezTo>
                  <a:pt x="88613" y="46895"/>
                  <a:pt x="88115" y="46845"/>
                  <a:pt x="87617" y="46820"/>
                </a:cubicBezTo>
                <a:cubicBezTo>
                  <a:pt x="87492" y="46820"/>
                  <a:pt x="87418" y="46795"/>
                  <a:pt x="87293" y="46795"/>
                </a:cubicBezTo>
                <a:cubicBezTo>
                  <a:pt x="86870" y="46770"/>
                  <a:pt x="86472" y="46696"/>
                  <a:pt x="86074" y="46646"/>
                </a:cubicBezTo>
                <a:cubicBezTo>
                  <a:pt x="85974" y="46646"/>
                  <a:pt x="85875" y="46621"/>
                  <a:pt x="85800" y="46621"/>
                </a:cubicBezTo>
                <a:lnTo>
                  <a:pt x="85675" y="46621"/>
                </a:lnTo>
                <a:cubicBezTo>
                  <a:pt x="85700" y="46571"/>
                  <a:pt x="85700" y="46571"/>
                  <a:pt x="85700" y="46546"/>
                </a:cubicBezTo>
                <a:cubicBezTo>
                  <a:pt x="86123" y="46646"/>
                  <a:pt x="86596" y="46696"/>
                  <a:pt x="87069" y="46746"/>
                </a:cubicBezTo>
                <a:cubicBezTo>
                  <a:pt x="87219" y="46746"/>
                  <a:pt x="87343" y="46770"/>
                  <a:pt x="87492" y="46770"/>
                </a:cubicBezTo>
                <a:cubicBezTo>
                  <a:pt x="88040" y="46795"/>
                  <a:pt x="88563" y="46820"/>
                  <a:pt x="89085" y="46820"/>
                </a:cubicBezTo>
                <a:lnTo>
                  <a:pt x="89110" y="46820"/>
                </a:lnTo>
                <a:cubicBezTo>
                  <a:pt x="91176" y="46820"/>
                  <a:pt x="93267" y="46522"/>
                  <a:pt x="95283" y="45899"/>
                </a:cubicBezTo>
                <a:close/>
                <a:moveTo>
                  <a:pt x="109820" y="45451"/>
                </a:moveTo>
                <a:lnTo>
                  <a:pt x="109820" y="45451"/>
                </a:lnTo>
                <a:cubicBezTo>
                  <a:pt x="109596" y="46049"/>
                  <a:pt x="109347" y="46671"/>
                  <a:pt x="109098" y="47268"/>
                </a:cubicBezTo>
                <a:cubicBezTo>
                  <a:pt x="108998" y="46895"/>
                  <a:pt x="108949" y="46546"/>
                  <a:pt x="108849" y="46173"/>
                </a:cubicBezTo>
                <a:cubicBezTo>
                  <a:pt x="108973" y="46073"/>
                  <a:pt x="109073" y="46024"/>
                  <a:pt x="109197" y="45924"/>
                </a:cubicBezTo>
                <a:cubicBezTo>
                  <a:pt x="109372" y="45800"/>
                  <a:pt x="109571" y="45650"/>
                  <a:pt x="109720" y="45526"/>
                </a:cubicBezTo>
                <a:cubicBezTo>
                  <a:pt x="109745" y="45476"/>
                  <a:pt x="109770" y="45476"/>
                  <a:pt x="109820" y="45451"/>
                </a:cubicBezTo>
                <a:close/>
                <a:moveTo>
                  <a:pt x="72657" y="45128"/>
                </a:moveTo>
                <a:cubicBezTo>
                  <a:pt x="72682" y="45401"/>
                  <a:pt x="72707" y="45675"/>
                  <a:pt x="72782" y="45949"/>
                </a:cubicBezTo>
                <a:cubicBezTo>
                  <a:pt x="72782" y="46073"/>
                  <a:pt x="72707" y="46173"/>
                  <a:pt x="72682" y="46273"/>
                </a:cubicBezTo>
                <a:cubicBezTo>
                  <a:pt x="72035" y="46571"/>
                  <a:pt x="71388" y="46945"/>
                  <a:pt x="70741" y="47293"/>
                </a:cubicBezTo>
                <a:cubicBezTo>
                  <a:pt x="71114" y="46671"/>
                  <a:pt x="71463" y="46024"/>
                  <a:pt x="71811" y="45401"/>
                </a:cubicBezTo>
                <a:lnTo>
                  <a:pt x="72657" y="45128"/>
                </a:lnTo>
                <a:close/>
                <a:moveTo>
                  <a:pt x="70218" y="43883"/>
                </a:moveTo>
                <a:cubicBezTo>
                  <a:pt x="70741" y="44132"/>
                  <a:pt x="71189" y="44331"/>
                  <a:pt x="71687" y="44530"/>
                </a:cubicBezTo>
                <a:cubicBezTo>
                  <a:pt x="71637" y="44680"/>
                  <a:pt x="71537" y="44829"/>
                  <a:pt x="71438" y="45028"/>
                </a:cubicBezTo>
                <a:lnTo>
                  <a:pt x="71438" y="45053"/>
                </a:lnTo>
                <a:cubicBezTo>
                  <a:pt x="71438" y="45078"/>
                  <a:pt x="71413" y="45078"/>
                  <a:pt x="71413" y="45103"/>
                </a:cubicBezTo>
                <a:cubicBezTo>
                  <a:pt x="69670" y="45700"/>
                  <a:pt x="67853" y="46522"/>
                  <a:pt x="66061" y="47542"/>
                </a:cubicBezTo>
                <a:cubicBezTo>
                  <a:pt x="66061" y="47517"/>
                  <a:pt x="66061" y="47492"/>
                  <a:pt x="66036" y="47442"/>
                </a:cubicBezTo>
                <a:cubicBezTo>
                  <a:pt x="65987" y="47343"/>
                  <a:pt x="65987" y="47268"/>
                  <a:pt x="65962" y="47169"/>
                </a:cubicBezTo>
                <a:cubicBezTo>
                  <a:pt x="65937" y="47044"/>
                  <a:pt x="65912" y="46945"/>
                  <a:pt x="65862" y="46820"/>
                </a:cubicBezTo>
                <a:cubicBezTo>
                  <a:pt x="65937" y="46795"/>
                  <a:pt x="65987" y="46721"/>
                  <a:pt x="66061" y="46696"/>
                </a:cubicBezTo>
                <a:cubicBezTo>
                  <a:pt x="66708" y="46223"/>
                  <a:pt x="67331" y="45800"/>
                  <a:pt x="67978" y="45401"/>
                </a:cubicBezTo>
                <a:lnTo>
                  <a:pt x="68550" y="45028"/>
                </a:lnTo>
                <a:cubicBezTo>
                  <a:pt x="68550" y="45028"/>
                  <a:pt x="68575" y="45028"/>
                  <a:pt x="68575" y="45003"/>
                </a:cubicBezTo>
                <a:cubicBezTo>
                  <a:pt x="69173" y="44555"/>
                  <a:pt x="69695" y="44207"/>
                  <a:pt x="70218" y="43883"/>
                </a:cubicBezTo>
                <a:close/>
                <a:moveTo>
                  <a:pt x="71360" y="45795"/>
                </a:moveTo>
                <a:lnTo>
                  <a:pt x="71360" y="45795"/>
                </a:lnTo>
                <a:cubicBezTo>
                  <a:pt x="71175" y="46103"/>
                  <a:pt x="71032" y="46409"/>
                  <a:pt x="70890" y="46646"/>
                </a:cubicBezTo>
                <a:cubicBezTo>
                  <a:pt x="70790" y="46795"/>
                  <a:pt x="70716" y="46920"/>
                  <a:pt x="70641" y="47069"/>
                </a:cubicBezTo>
                <a:cubicBezTo>
                  <a:pt x="70616" y="47069"/>
                  <a:pt x="70616" y="47094"/>
                  <a:pt x="70566" y="47144"/>
                </a:cubicBezTo>
                <a:cubicBezTo>
                  <a:pt x="70517" y="47268"/>
                  <a:pt x="70417" y="47393"/>
                  <a:pt x="70318" y="47542"/>
                </a:cubicBezTo>
                <a:lnTo>
                  <a:pt x="70293" y="47567"/>
                </a:lnTo>
                <a:cubicBezTo>
                  <a:pt x="70656" y="46961"/>
                  <a:pt x="71020" y="46355"/>
                  <a:pt x="71360" y="45795"/>
                </a:cubicBezTo>
                <a:close/>
                <a:moveTo>
                  <a:pt x="98445" y="45028"/>
                </a:moveTo>
                <a:cubicBezTo>
                  <a:pt x="98046" y="45849"/>
                  <a:pt x="97573" y="46746"/>
                  <a:pt x="97125" y="47642"/>
                </a:cubicBezTo>
                <a:cubicBezTo>
                  <a:pt x="96777" y="47044"/>
                  <a:pt x="96403" y="46497"/>
                  <a:pt x="95931" y="45999"/>
                </a:cubicBezTo>
                <a:cubicBezTo>
                  <a:pt x="96080" y="45924"/>
                  <a:pt x="96254" y="45899"/>
                  <a:pt x="96403" y="45825"/>
                </a:cubicBezTo>
                <a:cubicBezTo>
                  <a:pt x="96453" y="45800"/>
                  <a:pt x="96553" y="45775"/>
                  <a:pt x="96627" y="45775"/>
                </a:cubicBezTo>
                <a:cubicBezTo>
                  <a:pt x="96901" y="45675"/>
                  <a:pt x="97150" y="45551"/>
                  <a:pt x="97424" y="45451"/>
                </a:cubicBezTo>
                <a:cubicBezTo>
                  <a:pt x="97524" y="45426"/>
                  <a:pt x="97573" y="45401"/>
                  <a:pt x="97673" y="45377"/>
                </a:cubicBezTo>
                <a:cubicBezTo>
                  <a:pt x="97922" y="45277"/>
                  <a:pt x="98171" y="45153"/>
                  <a:pt x="98420" y="45028"/>
                </a:cubicBezTo>
                <a:close/>
                <a:moveTo>
                  <a:pt x="65713" y="46920"/>
                </a:moveTo>
                <a:cubicBezTo>
                  <a:pt x="65762" y="47019"/>
                  <a:pt x="65762" y="47069"/>
                  <a:pt x="65787" y="47169"/>
                </a:cubicBezTo>
                <a:cubicBezTo>
                  <a:pt x="65812" y="47194"/>
                  <a:pt x="65837" y="47318"/>
                  <a:pt x="65837" y="47418"/>
                </a:cubicBezTo>
                <a:cubicBezTo>
                  <a:pt x="65837" y="47467"/>
                  <a:pt x="65887" y="47542"/>
                  <a:pt x="65887" y="47642"/>
                </a:cubicBezTo>
                <a:cubicBezTo>
                  <a:pt x="65837" y="47642"/>
                  <a:pt x="65837" y="47667"/>
                  <a:pt x="65812" y="47667"/>
                </a:cubicBezTo>
                <a:cubicBezTo>
                  <a:pt x="65812" y="47592"/>
                  <a:pt x="65787" y="47542"/>
                  <a:pt x="65787" y="47467"/>
                </a:cubicBezTo>
                <a:lnTo>
                  <a:pt x="65688" y="47094"/>
                </a:lnTo>
                <a:cubicBezTo>
                  <a:pt x="65688" y="47044"/>
                  <a:pt x="65663" y="46970"/>
                  <a:pt x="65663" y="46945"/>
                </a:cubicBezTo>
                <a:cubicBezTo>
                  <a:pt x="65688" y="46945"/>
                  <a:pt x="65688" y="46920"/>
                  <a:pt x="65713" y="46920"/>
                </a:cubicBezTo>
                <a:close/>
                <a:moveTo>
                  <a:pt x="108650" y="46322"/>
                </a:moveTo>
                <a:cubicBezTo>
                  <a:pt x="108650" y="46397"/>
                  <a:pt x="108675" y="46422"/>
                  <a:pt x="108675" y="46472"/>
                </a:cubicBezTo>
                <a:cubicBezTo>
                  <a:pt x="108774" y="46795"/>
                  <a:pt x="108874" y="47169"/>
                  <a:pt x="108949" y="47542"/>
                </a:cubicBezTo>
                <a:lnTo>
                  <a:pt x="108949" y="47592"/>
                </a:lnTo>
                <a:cubicBezTo>
                  <a:pt x="108949" y="47642"/>
                  <a:pt x="108899" y="47642"/>
                  <a:pt x="108899" y="47667"/>
                </a:cubicBezTo>
                <a:cubicBezTo>
                  <a:pt x="108899" y="47691"/>
                  <a:pt x="108899" y="47691"/>
                  <a:pt x="108874" y="47716"/>
                </a:cubicBezTo>
                <a:lnTo>
                  <a:pt x="108874" y="47642"/>
                </a:lnTo>
                <a:cubicBezTo>
                  <a:pt x="108874" y="47592"/>
                  <a:pt x="108874" y="47567"/>
                  <a:pt x="108849" y="47517"/>
                </a:cubicBezTo>
                <a:cubicBezTo>
                  <a:pt x="108849" y="47442"/>
                  <a:pt x="108799" y="47393"/>
                  <a:pt x="108799" y="47343"/>
                </a:cubicBezTo>
                <a:lnTo>
                  <a:pt x="108625" y="46522"/>
                </a:lnTo>
                <a:cubicBezTo>
                  <a:pt x="108625" y="46472"/>
                  <a:pt x="108600" y="46422"/>
                  <a:pt x="108600" y="46397"/>
                </a:cubicBezTo>
                <a:lnTo>
                  <a:pt x="108625" y="46347"/>
                </a:lnTo>
                <a:lnTo>
                  <a:pt x="108650" y="46322"/>
                </a:lnTo>
                <a:close/>
                <a:moveTo>
                  <a:pt x="110200" y="45149"/>
                </a:moveTo>
                <a:cubicBezTo>
                  <a:pt x="109857" y="46029"/>
                  <a:pt x="109490" y="46885"/>
                  <a:pt x="109148" y="47741"/>
                </a:cubicBezTo>
                <a:lnTo>
                  <a:pt x="109148" y="47642"/>
                </a:lnTo>
                <a:cubicBezTo>
                  <a:pt x="109496" y="46820"/>
                  <a:pt x="109845" y="45974"/>
                  <a:pt x="110143" y="45177"/>
                </a:cubicBezTo>
                <a:cubicBezTo>
                  <a:pt x="110169" y="45165"/>
                  <a:pt x="110188" y="45159"/>
                  <a:pt x="110200" y="45149"/>
                </a:cubicBezTo>
                <a:close/>
                <a:moveTo>
                  <a:pt x="71288" y="45327"/>
                </a:moveTo>
                <a:cubicBezTo>
                  <a:pt x="71288" y="45377"/>
                  <a:pt x="71263" y="45401"/>
                  <a:pt x="71263" y="45426"/>
                </a:cubicBezTo>
                <a:cubicBezTo>
                  <a:pt x="69571" y="46024"/>
                  <a:pt x="67878" y="46795"/>
                  <a:pt x="66136" y="47766"/>
                </a:cubicBezTo>
                <a:cubicBezTo>
                  <a:pt x="66086" y="47766"/>
                  <a:pt x="66086" y="47741"/>
                  <a:pt x="66086" y="47691"/>
                </a:cubicBezTo>
                <a:cubicBezTo>
                  <a:pt x="67878" y="46746"/>
                  <a:pt x="69621" y="45924"/>
                  <a:pt x="71288" y="45327"/>
                </a:cubicBezTo>
                <a:close/>
                <a:moveTo>
                  <a:pt x="72184" y="46820"/>
                </a:moveTo>
                <a:lnTo>
                  <a:pt x="72184" y="46820"/>
                </a:lnTo>
                <a:cubicBezTo>
                  <a:pt x="71736" y="47069"/>
                  <a:pt x="71263" y="47318"/>
                  <a:pt x="70815" y="47567"/>
                </a:cubicBezTo>
                <a:cubicBezTo>
                  <a:pt x="70790" y="47567"/>
                  <a:pt x="70790" y="47617"/>
                  <a:pt x="70766" y="47617"/>
                </a:cubicBezTo>
                <a:cubicBezTo>
                  <a:pt x="70691" y="47642"/>
                  <a:pt x="70641" y="47667"/>
                  <a:pt x="70542" y="47741"/>
                </a:cubicBezTo>
                <a:cubicBezTo>
                  <a:pt x="70517" y="47741"/>
                  <a:pt x="70492" y="47766"/>
                  <a:pt x="70492" y="47766"/>
                </a:cubicBezTo>
                <a:lnTo>
                  <a:pt x="70517" y="47741"/>
                </a:lnTo>
                <a:cubicBezTo>
                  <a:pt x="70616" y="47642"/>
                  <a:pt x="70741" y="47567"/>
                  <a:pt x="70840" y="47517"/>
                </a:cubicBezTo>
                <a:cubicBezTo>
                  <a:pt x="71363" y="47268"/>
                  <a:pt x="71786" y="47019"/>
                  <a:pt x="72184" y="46820"/>
                </a:cubicBezTo>
                <a:close/>
                <a:moveTo>
                  <a:pt x="95756" y="46049"/>
                </a:moveTo>
                <a:cubicBezTo>
                  <a:pt x="96254" y="46571"/>
                  <a:pt x="96652" y="47169"/>
                  <a:pt x="97026" y="47816"/>
                </a:cubicBezTo>
                <a:cubicBezTo>
                  <a:pt x="97026" y="47866"/>
                  <a:pt x="97001" y="47866"/>
                  <a:pt x="97001" y="47891"/>
                </a:cubicBezTo>
                <a:cubicBezTo>
                  <a:pt x="96627" y="47243"/>
                  <a:pt x="96179" y="46621"/>
                  <a:pt x="95682" y="46049"/>
                </a:cubicBezTo>
                <a:close/>
                <a:moveTo>
                  <a:pt x="98818" y="44829"/>
                </a:moveTo>
                <a:cubicBezTo>
                  <a:pt x="98320" y="45874"/>
                  <a:pt x="97822" y="46870"/>
                  <a:pt x="97300" y="47891"/>
                </a:cubicBezTo>
                <a:lnTo>
                  <a:pt x="97250" y="47816"/>
                </a:lnTo>
                <a:cubicBezTo>
                  <a:pt x="97772" y="46820"/>
                  <a:pt x="98270" y="45849"/>
                  <a:pt x="98743" y="44879"/>
                </a:cubicBezTo>
                <a:cubicBezTo>
                  <a:pt x="98768" y="44879"/>
                  <a:pt x="98793" y="44829"/>
                  <a:pt x="98818" y="44829"/>
                </a:cubicBezTo>
                <a:close/>
                <a:moveTo>
                  <a:pt x="65912" y="47816"/>
                </a:moveTo>
                <a:lnTo>
                  <a:pt x="65912" y="47891"/>
                </a:lnTo>
                <a:cubicBezTo>
                  <a:pt x="65862" y="47891"/>
                  <a:pt x="65862" y="47915"/>
                  <a:pt x="65837" y="47915"/>
                </a:cubicBezTo>
                <a:lnTo>
                  <a:pt x="65837" y="47866"/>
                </a:lnTo>
                <a:cubicBezTo>
                  <a:pt x="65862" y="47816"/>
                  <a:pt x="65912" y="47816"/>
                  <a:pt x="65912" y="47816"/>
                </a:cubicBezTo>
                <a:close/>
                <a:moveTo>
                  <a:pt x="70069" y="47915"/>
                </a:moveTo>
                <a:cubicBezTo>
                  <a:pt x="70069" y="47928"/>
                  <a:pt x="70069" y="47934"/>
                  <a:pt x="70075" y="47934"/>
                </a:cubicBezTo>
                <a:cubicBezTo>
                  <a:pt x="70081" y="47934"/>
                  <a:pt x="70094" y="47928"/>
                  <a:pt x="70118" y="47915"/>
                </a:cubicBezTo>
                <a:lnTo>
                  <a:pt x="70118" y="47915"/>
                </a:lnTo>
                <a:cubicBezTo>
                  <a:pt x="70118" y="47940"/>
                  <a:pt x="70069" y="47940"/>
                  <a:pt x="70069" y="47940"/>
                </a:cubicBezTo>
                <a:lnTo>
                  <a:pt x="70044" y="47990"/>
                </a:lnTo>
                <a:cubicBezTo>
                  <a:pt x="70044" y="47990"/>
                  <a:pt x="70044" y="47940"/>
                  <a:pt x="70069" y="47940"/>
                </a:cubicBezTo>
                <a:lnTo>
                  <a:pt x="70069" y="47915"/>
                </a:lnTo>
                <a:close/>
                <a:moveTo>
                  <a:pt x="116167" y="47368"/>
                </a:moveTo>
                <a:cubicBezTo>
                  <a:pt x="116167" y="47492"/>
                  <a:pt x="116117" y="47642"/>
                  <a:pt x="116092" y="47766"/>
                </a:cubicBezTo>
                <a:cubicBezTo>
                  <a:pt x="116067" y="47891"/>
                  <a:pt x="116043" y="48015"/>
                  <a:pt x="115993" y="48115"/>
                </a:cubicBezTo>
                <a:cubicBezTo>
                  <a:pt x="115993" y="47990"/>
                  <a:pt x="116043" y="47891"/>
                  <a:pt x="116043" y="47766"/>
                </a:cubicBezTo>
                <a:cubicBezTo>
                  <a:pt x="116092" y="47642"/>
                  <a:pt x="116117" y="47517"/>
                  <a:pt x="116167" y="47368"/>
                </a:cubicBezTo>
                <a:close/>
                <a:moveTo>
                  <a:pt x="97125" y="48015"/>
                </a:moveTo>
                <a:cubicBezTo>
                  <a:pt x="97125" y="48040"/>
                  <a:pt x="97150" y="48040"/>
                  <a:pt x="97150" y="48065"/>
                </a:cubicBezTo>
                <a:cubicBezTo>
                  <a:pt x="97150" y="48115"/>
                  <a:pt x="97150" y="48115"/>
                  <a:pt x="97125" y="48139"/>
                </a:cubicBezTo>
                <a:cubicBezTo>
                  <a:pt x="97125" y="48115"/>
                  <a:pt x="97076" y="48065"/>
                  <a:pt x="97076" y="48065"/>
                </a:cubicBezTo>
                <a:cubicBezTo>
                  <a:pt x="97076" y="48040"/>
                  <a:pt x="97125" y="48040"/>
                  <a:pt x="97125" y="48015"/>
                </a:cubicBezTo>
                <a:close/>
                <a:moveTo>
                  <a:pt x="108973" y="47915"/>
                </a:moveTo>
                <a:cubicBezTo>
                  <a:pt x="108973" y="47940"/>
                  <a:pt x="108973" y="48015"/>
                  <a:pt x="108998" y="48040"/>
                </a:cubicBezTo>
                <a:cubicBezTo>
                  <a:pt x="108998" y="48065"/>
                  <a:pt x="108973" y="48065"/>
                  <a:pt x="108973" y="48115"/>
                </a:cubicBezTo>
                <a:cubicBezTo>
                  <a:pt x="108973" y="48139"/>
                  <a:pt x="108949" y="48139"/>
                  <a:pt x="108949" y="48164"/>
                </a:cubicBezTo>
                <a:lnTo>
                  <a:pt x="108949" y="48115"/>
                </a:lnTo>
                <a:lnTo>
                  <a:pt x="108949" y="48040"/>
                </a:lnTo>
                <a:lnTo>
                  <a:pt x="108949" y="47990"/>
                </a:lnTo>
                <a:cubicBezTo>
                  <a:pt x="108949" y="47940"/>
                  <a:pt x="108973" y="47940"/>
                  <a:pt x="108973" y="47915"/>
                </a:cubicBezTo>
                <a:close/>
                <a:moveTo>
                  <a:pt x="75570" y="45576"/>
                </a:moveTo>
                <a:lnTo>
                  <a:pt x="75570" y="45576"/>
                </a:lnTo>
                <a:cubicBezTo>
                  <a:pt x="75097" y="46447"/>
                  <a:pt x="74524" y="47318"/>
                  <a:pt x="73952" y="48189"/>
                </a:cubicBezTo>
                <a:cubicBezTo>
                  <a:pt x="73703" y="47642"/>
                  <a:pt x="73529" y="47069"/>
                  <a:pt x="73379" y="46522"/>
                </a:cubicBezTo>
                <a:cubicBezTo>
                  <a:pt x="73653" y="46397"/>
                  <a:pt x="73927" y="46273"/>
                  <a:pt x="74250" y="46098"/>
                </a:cubicBezTo>
                <a:cubicBezTo>
                  <a:pt x="74350" y="46073"/>
                  <a:pt x="74474" y="46024"/>
                  <a:pt x="74549" y="45974"/>
                </a:cubicBezTo>
                <a:cubicBezTo>
                  <a:pt x="74599" y="45949"/>
                  <a:pt x="74649" y="45949"/>
                  <a:pt x="74674" y="45924"/>
                </a:cubicBezTo>
                <a:cubicBezTo>
                  <a:pt x="74997" y="45800"/>
                  <a:pt x="75296" y="45675"/>
                  <a:pt x="75570" y="45576"/>
                </a:cubicBezTo>
                <a:close/>
                <a:moveTo>
                  <a:pt x="73205" y="46621"/>
                </a:moveTo>
                <a:cubicBezTo>
                  <a:pt x="73379" y="47194"/>
                  <a:pt x="73553" y="47791"/>
                  <a:pt x="73852" y="48388"/>
                </a:cubicBezTo>
                <a:cubicBezTo>
                  <a:pt x="73852" y="48413"/>
                  <a:pt x="73802" y="48413"/>
                  <a:pt x="73802" y="48438"/>
                </a:cubicBezTo>
                <a:cubicBezTo>
                  <a:pt x="73529" y="47866"/>
                  <a:pt x="73304" y="47243"/>
                  <a:pt x="73155" y="46646"/>
                </a:cubicBezTo>
                <a:cubicBezTo>
                  <a:pt x="73180" y="46646"/>
                  <a:pt x="73180" y="46621"/>
                  <a:pt x="73205" y="46621"/>
                </a:cubicBezTo>
                <a:close/>
                <a:moveTo>
                  <a:pt x="75941" y="45497"/>
                </a:moveTo>
                <a:cubicBezTo>
                  <a:pt x="75352" y="46477"/>
                  <a:pt x="74738" y="47458"/>
                  <a:pt x="74051" y="48438"/>
                </a:cubicBezTo>
                <a:lnTo>
                  <a:pt x="74051" y="48413"/>
                </a:lnTo>
                <a:cubicBezTo>
                  <a:pt x="74723" y="47442"/>
                  <a:pt x="75346" y="46447"/>
                  <a:pt x="75918" y="45501"/>
                </a:cubicBezTo>
                <a:cubicBezTo>
                  <a:pt x="75927" y="45501"/>
                  <a:pt x="75935" y="45499"/>
                  <a:pt x="75941" y="45497"/>
                </a:cubicBezTo>
                <a:close/>
                <a:moveTo>
                  <a:pt x="79502" y="44555"/>
                </a:moveTo>
                <a:cubicBezTo>
                  <a:pt x="79751" y="44704"/>
                  <a:pt x="79975" y="44829"/>
                  <a:pt x="80224" y="44953"/>
                </a:cubicBezTo>
                <a:cubicBezTo>
                  <a:pt x="81519" y="45675"/>
                  <a:pt x="82888" y="46198"/>
                  <a:pt x="84381" y="46571"/>
                </a:cubicBezTo>
                <a:cubicBezTo>
                  <a:pt x="84431" y="46571"/>
                  <a:pt x="84456" y="46621"/>
                  <a:pt x="84481" y="46621"/>
                </a:cubicBezTo>
                <a:cubicBezTo>
                  <a:pt x="84680" y="46646"/>
                  <a:pt x="84829" y="46696"/>
                  <a:pt x="85003" y="46746"/>
                </a:cubicBezTo>
                <a:lnTo>
                  <a:pt x="85053" y="46770"/>
                </a:lnTo>
                <a:cubicBezTo>
                  <a:pt x="84705" y="47368"/>
                  <a:pt x="84331" y="48015"/>
                  <a:pt x="83933" y="48662"/>
                </a:cubicBezTo>
                <a:lnTo>
                  <a:pt x="83560" y="48488"/>
                </a:lnTo>
                <a:lnTo>
                  <a:pt x="83186" y="48289"/>
                </a:lnTo>
                <a:cubicBezTo>
                  <a:pt x="83062" y="48239"/>
                  <a:pt x="82962" y="48164"/>
                  <a:pt x="82838" y="48115"/>
                </a:cubicBezTo>
                <a:cubicBezTo>
                  <a:pt x="82763" y="48065"/>
                  <a:pt x="82713" y="48040"/>
                  <a:pt x="82614" y="47990"/>
                </a:cubicBezTo>
                <a:cubicBezTo>
                  <a:pt x="82489" y="47915"/>
                  <a:pt x="82390" y="47866"/>
                  <a:pt x="82265" y="47791"/>
                </a:cubicBezTo>
                <a:cubicBezTo>
                  <a:pt x="82091" y="47691"/>
                  <a:pt x="81917" y="47567"/>
                  <a:pt x="81743" y="47492"/>
                </a:cubicBezTo>
                <a:cubicBezTo>
                  <a:pt x="81643" y="47418"/>
                  <a:pt x="81519" y="47368"/>
                  <a:pt x="81394" y="47293"/>
                </a:cubicBezTo>
                <a:cubicBezTo>
                  <a:pt x="81245" y="47194"/>
                  <a:pt x="81095" y="47069"/>
                  <a:pt x="80921" y="46994"/>
                </a:cubicBezTo>
                <a:cubicBezTo>
                  <a:pt x="80822" y="46895"/>
                  <a:pt x="80672" y="46820"/>
                  <a:pt x="80573" y="46746"/>
                </a:cubicBezTo>
                <a:cubicBezTo>
                  <a:pt x="80448" y="46646"/>
                  <a:pt x="80274" y="46522"/>
                  <a:pt x="80150" y="46422"/>
                </a:cubicBezTo>
                <a:lnTo>
                  <a:pt x="79776" y="46148"/>
                </a:lnTo>
                <a:cubicBezTo>
                  <a:pt x="79652" y="46049"/>
                  <a:pt x="79527" y="45949"/>
                  <a:pt x="79428" y="45825"/>
                </a:cubicBezTo>
                <a:cubicBezTo>
                  <a:pt x="79303" y="45700"/>
                  <a:pt x="79179" y="45625"/>
                  <a:pt x="79054" y="45501"/>
                </a:cubicBezTo>
                <a:cubicBezTo>
                  <a:pt x="79029" y="45451"/>
                  <a:pt x="79005" y="45426"/>
                  <a:pt x="78930" y="45401"/>
                </a:cubicBezTo>
                <a:cubicBezTo>
                  <a:pt x="78880" y="45327"/>
                  <a:pt x="78830" y="45277"/>
                  <a:pt x="78731" y="45202"/>
                </a:cubicBezTo>
                <a:cubicBezTo>
                  <a:pt x="78606" y="45078"/>
                  <a:pt x="78482" y="44953"/>
                  <a:pt x="78357" y="44879"/>
                </a:cubicBezTo>
                <a:cubicBezTo>
                  <a:pt x="78357" y="44829"/>
                  <a:pt x="78308" y="44804"/>
                  <a:pt x="78308" y="44779"/>
                </a:cubicBezTo>
                <a:cubicBezTo>
                  <a:pt x="78731" y="44680"/>
                  <a:pt x="79129" y="44580"/>
                  <a:pt x="79502" y="44555"/>
                </a:cubicBezTo>
                <a:close/>
                <a:moveTo>
                  <a:pt x="73949" y="48625"/>
                </a:moveTo>
                <a:cubicBezTo>
                  <a:pt x="73951" y="48628"/>
                  <a:pt x="73952" y="48632"/>
                  <a:pt x="73952" y="48637"/>
                </a:cubicBezTo>
                <a:cubicBezTo>
                  <a:pt x="73952" y="48662"/>
                  <a:pt x="73927" y="48662"/>
                  <a:pt x="73927" y="48687"/>
                </a:cubicBezTo>
                <a:lnTo>
                  <a:pt x="73927" y="48662"/>
                </a:lnTo>
                <a:cubicBezTo>
                  <a:pt x="73927" y="48642"/>
                  <a:pt x="73943" y="48638"/>
                  <a:pt x="73949" y="48625"/>
                </a:cubicBezTo>
                <a:close/>
                <a:moveTo>
                  <a:pt x="85227" y="46820"/>
                </a:moveTo>
                <a:cubicBezTo>
                  <a:pt x="85227" y="46870"/>
                  <a:pt x="85252" y="46870"/>
                  <a:pt x="85252" y="46895"/>
                </a:cubicBezTo>
                <a:lnTo>
                  <a:pt x="84132" y="48762"/>
                </a:lnTo>
                <a:cubicBezTo>
                  <a:pt x="84107" y="48762"/>
                  <a:pt x="84107" y="48762"/>
                  <a:pt x="84082" y="48737"/>
                </a:cubicBezTo>
                <a:cubicBezTo>
                  <a:pt x="84481" y="48115"/>
                  <a:pt x="84854" y="47492"/>
                  <a:pt x="85227" y="46820"/>
                </a:cubicBezTo>
                <a:close/>
                <a:moveTo>
                  <a:pt x="78482" y="45153"/>
                </a:moveTo>
                <a:lnTo>
                  <a:pt x="78482" y="45153"/>
                </a:lnTo>
                <a:cubicBezTo>
                  <a:pt x="78631" y="45302"/>
                  <a:pt x="78781" y="45451"/>
                  <a:pt x="78930" y="45576"/>
                </a:cubicBezTo>
                <a:cubicBezTo>
                  <a:pt x="78980" y="45625"/>
                  <a:pt x="79005" y="45650"/>
                  <a:pt x="79029" y="45650"/>
                </a:cubicBezTo>
                <a:cubicBezTo>
                  <a:pt x="79154" y="45775"/>
                  <a:pt x="79278" y="45874"/>
                  <a:pt x="79403" y="45999"/>
                </a:cubicBezTo>
                <a:cubicBezTo>
                  <a:pt x="79502" y="46049"/>
                  <a:pt x="79602" y="46148"/>
                  <a:pt x="79677" y="46198"/>
                </a:cubicBezTo>
                <a:cubicBezTo>
                  <a:pt x="79751" y="46273"/>
                  <a:pt x="79801" y="46298"/>
                  <a:pt x="79876" y="46322"/>
                </a:cubicBezTo>
                <a:cubicBezTo>
                  <a:pt x="79926" y="46372"/>
                  <a:pt x="79975" y="46422"/>
                  <a:pt x="80025" y="46447"/>
                </a:cubicBezTo>
                <a:cubicBezTo>
                  <a:pt x="80100" y="46522"/>
                  <a:pt x="80174" y="46571"/>
                  <a:pt x="80249" y="46621"/>
                </a:cubicBezTo>
                <a:cubicBezTo>
                  <a:pt x="80349" y="46671"/>
                  <a:pt x="80398" y="46746"/>
                  <a:pt x="80498" y="46795"/>
                </a:cubicBezTo>
                <a:lnTo>
                  <a:pt x="80772" y="46994"/>
                </a:lnTo>
                <a:cubicBezTo>
                  <a:pt x="80871" y="47044"/>
                  <a:pt x="80971" y="47119"/>
                  <a:pt x="81095" y="47194"/>
                </a:cubicBezTo>
                <a:cubicBezTo>
                  <a:pt x="81195" y="47268"/>
                  <a:pt x="81245" y="47318"/>
                  <a:pt x="81344" y="47393"/>
                </a:cubicBezTo>
                <a:lnTo>
                  <a:pt x="81618" y="47567"/>
                </a:lnTo>
                <a:cubicBezTo>
                  <a:pt x="81817" y="47691"/>
                  <a:pt x="81991" y="47816"/>
                  <a:pt x="82216" y="47915"/>
                </a:cubicBezTo>
                <a:cubicBezTo>
                  <a:pt x="82290" y="47940"/>
                  <a:pt x="82365" y="48015"/>
                  <a:pt x="82464" y="48040"/>
                </a:cubicBezTo>
                <a:cubicBezTo>
                  <a:pt x="82514" y="48065"/>
                  <a:pt x="82589" y="48115"/>
                  <a:pt x="82664" y="48164"/>
                </a:cubicBezTo>
                <a:lnTo>
                  <a:pt x="82863" y="48264"/>
                </a:lnTo>
                <a:cubicBezTo>
                  <a:pt x="82962" y="48314"/>
                  <a:pt x="83062" y="48363"/>
                  <a:pt x="83136" y="48413"/>
                </a:cubicBezTo>
                <a:lnTo>
                  <a:pt x="83336" y="48513"/>
                </a:lnTo>
                <a:cubicBezTo>
                  <a:pt x="83510" y="48612"/>
                  <a:pt x="83709" y="48687"/>
                  <a:pt x="83883" y="48762"/>
                </a:cubicBezTo>
                <a:lnTo>
                  <a:pt x="83858" y="48787"/>
                </a:lnTo>
                <a:cubicBezTo>
                  <a:pt x="83634" y="48787"/>
                  <a:pt x="83510" y="48762"/>
                  <a:pt x="83385" y="48687"/>
                </a:cubicBezTo>
                <a:cubicBezTo>
                  <a:pt x="83336" y="48662"/>
                  <a:pt x="83311" y="48662"/>
                  <a:pt x="83236" y="48637"/>
                </a:cubicBezTo>
                <a:cubicBezTo>
                  <a:pt x="82987" y="48513"/>
                  <a:pt x="82763" y="48388"/>
                  <a:pt x="82514" y="48264"/>
                </a:cubicBezTo>
                <a:cubicBezTo>
                  <a:pt x="82464" y="48239"/>
                  <a:pt x="82365" y="48189"/>
                  <a:pt x="82315" y="48139"/>
                </a:cubicBezTo>
                <a:cubicBezTo>
                  <a:pt x="82091" y="48015"/>
                  <a:pt x="81892" y="47891"/>
                  <a:pt x="81718" y="47791"/>
                </a:cubicBezTo>
                <a:lnTo>
                  <a:pt x="81444" y="47617"/>
                </a:lnTo>
                <a:cubicBezTo>
                  <a:pt x="81245" y="47492"/>
                  <a:pt x="81095" y="47393"/>
                  <a:pt x="80946" y="47268"/>
                </a:cubicBezTo>
                <a:cubicBezTo>
                  <a:pt x="80822" y="47169"/>
                  <a:pt x="80722" y="47119"/>
                  <a:pt x="80598" y="47019"/>
                </a:cubicBezTo>
                <a:cubicBezTo>
                  <a:pt x="80448" y="46920"/>
                  <a:pt x="80324" y="46795"/>
                  <a:pt x="80150" y="46696"/>
                </a:cubicBezTo>
                <a:cubicBezTo>
                  <a:pt x="80025" y="46621"/>
                  <a:pt x="79901" y="46522"/>
                  <a:pt x="79776" y="46397"/>
                </a:cubicBezTo>
                <a:cubicBezTo>
                  <a:pt x="79726" y="46372"/>
                  <a:pt x="79702" y="46298"/>
                  <a:pt x="79627" y="46273"/>
                </a:cubicBezTo>
                <a:cubicBezTo>
                  <a:pt x="79577" y="46198"/>
                  <a:pt x="79477" y="46148"/>
                  <a:pt x="79403" y="46073"/>
                </a:cubicBezTo>
                <a:cubicBezTo>
                  <a:pt x="79278" y="45949"/>
                  <a:pt x="79129" y="45825"/>
                  <a:pt x="79005" y="45750"/>
                </a:cubicBezTo>
                <a:cubicBezTo>
                  <a:pt x="78905" y="45650"/>
                  <a:pt x="78781" y="45551"/>
                  <a:pt x="78706" y="45451"/>
                </a:cubicBezTo>
                <a:lnTo>
                  <a:pt x="78507" y="45277"/>
                </a:lnTo>
                <a:lnTo>
                  <a:pt x="78507" y="45202"/>
                </a:lnTo>
                <a:lnTo>
                  <a:pt x="78482" y="45153"/>
                </a:lnTo>
                <a:close/>
                <a:moveTo>
                  <a:pt x="84008" y="48886"/>
                </a:moveTo>
                <a:cubicBezTo>
                  <a:pt x="84008" y="48911"/>
                  <a:pt x="84008" y="48911"/>
                  <a:pt x="84057" y="48911"/>
                </a:cubicBezTo>
                <a:cubicBezTo>
                  <a:pt x="84057" y="48911"/>
                  <a:pt x="84057" y="48936"/>
                  <a:pt x="84008" y="48936"/>
                </a:cubicBezTo>
                <a:cubicBezTo>
                  <a:pt x="83983" y="48936"/>
                  <a:pt x="83983" y="48911"/>
                  <a:pt x="83958" y="48911"/>
                </a:cubicBezTo>
                <a:cubicBezTo>
                  <a:pt x="83958" y="48911"/>
                  <a:pt x="83958" y="48886"/>
                  <a:pt x="83983" y="48886"/>
                </a:cubicBezTo>
                <a:close/>
                <a:moveTo>
                  <a:pt x="63273" y="41294"/>
                </a:moveTo>
                <a:cubicBezTo>
                  <a:pt x="63697" y="42066"/>
                  <a:pt x="64045" y="42813"/>
                  <a:pt x="64319" y="43535"/>
                </a:cubicBezTo>
                <a:cubicBezTo>
                  <a:pt x="64369" y="43659"/>
                  <a:pt x="64443" y="43808"/>
                  <a:pt x="64468" y="43933"/>
                </a:cubicBezTo>
                <a:cubicBezTo>
                  <a:pt x="64568" y="44207"/>
                  <a:pt x="64667" y="44456"/>
                  <a:pt x="64742" y="44704"/>
                </a:cubicBezTo>
                <a:cubicBezTo>
                  <a:pt x="64817" y="44929"/>
                  <a:pt x="64916" y="45128"/>
                  <a:pt x="64966" y="45327"/>
                </a:cubicBezTo>
                <a:cubicBezTo>
                  <a:pt x="65041" y="45551"/>
                  <a:pt x="65090" y="45750"/>
                  <a:pt x="65165" y="45949"/>
                </a:cubicBezTo>
                <a:cubicBezTo>
                  <a:pt x="65215" y="46173"/>
                  <a:pt x="65290" y="46372"/>
                  <a:pt x="65339" y="46571"/>
                </a:cubicBezTo>
                <a:cubicBezTo>
                  <a:pt x="65041" y="46795"/>
                  <a:pt x="64717" y="47019"/>
                  <a:pt x="64443" y="47268"/>
                </a:cubicBezTo>
                <a:lnTo>
                  <a:pt x="64070" y="47542"/>
                </a:lnTo>
                <a:cubicBezTo>
                  <a:pt x="63896" y="47667"/>
                  <a:pt x="63721" y="47791"/>
                  <a:pt x="63547" y="47915"/>
                </a:cubicBezTo>
                <a:cubicBezTo>
                  <a:pt x="63473" y="47940"/>
                  <a:pt x="63423" y="48015"/>
                  <a:pt x="63348" y="48040"/>
                </a:cubicBezTo>
                <a:cubicBezTo>
                  <a:pt x="63199" y="48164"/>
                  <a:pt x="63024" y="48289"/>
                  <a:pt x="62850" y="48438"/>
                </a:cubicBezTo>
                <a:cubicBezTo>
                  <a:pt x="62800" y="48513"/>
                  <a:pt x="62726" y="48538"/>
                  <a:pt x="62676" y="48612"/>
                </a:cubicBezTo>
                <a:cubicBezTo>
                  <a:pt x="62477" y="48737"/>
                  <a:pt x="62303" y="48886"/>
                  <a:pt x="62128" y="49011"/>
                </a:cubicBezTo>
                <a:cubicBezTo>
                  <a:pt x="61979" y="49135"/>
                  <a:pt x="61855" y="49235"/>
                  <a:pt x="61705" y="49359"/>
                </a:cubicBezTo>
                <a:cubicBezTo>
                  <a:pt x="61606" y="49409"/>
                  <a:pt x="61506" y="49508"/>
                  <a:pt x="61431" y="49558"/>
                </a:cubicBezTo>
                <a:cubicBezTo>
                  <a:pt x="61332" y="49633"/>
                  <a:pt x="61282" y="49683"/>
                  <a:pt x="61183" y="49757"/>
                </a:cubicBezTo>
                <a:cubicBezTo>
                  <a:pt x="61158" y="49732"/>
                  <a:pt x="61083" y="49683"/>
                  <a:pt x="61058" y="49658"/>
                </a:cubicBezTo>
                <a:cubicBezTo>
                  <a:pt x="60934" y="49608"/>
                  <a:pt x="60834" y="49508"/>
                  <a:pt x="60710" y="49434"/>
                </a:cubicBezTo>
                <a:cubicBezTo>
                  <a:pt x="60610" y="49384"/>
                  <a:pt x="60535" y="49309"/>
                  <a:pt x="60436" y="49235"/>
                </a:cubicBezTo>
                <a:cubicBezTo>
                  <a:pt x="60336" y="49160"/>
                  <a:pt x="60286" y="49110"/>
                  <a:pt x="60187" y="49036"/>
                </a:cubicBezTo>
                <a:lnTo>
                  <a:pt x="59814" y="48762"/>
                </a:lnTo>
                <a:cubicBezTo>
                  <a:pt x="59789" y="48737"/>
                  <a:pt x="59714" y="48687"/>
                  <a:pt x="59689" y="48662"/>
                </a:cubicBezTo>
                <a:cubicBezTo>
                  <a:pt x="58793" y="47940"/>
                  <a:pt x="57822" y="47069"/>
                  <a:pt x="56827" y="46073"/>
                </a:cubicBezTo>
                <a:lnTo>
                  <a:pt x="56677" y="45924"/>
                </a:lnTo>
                <a:lnTo>
                  <a:pt x="56254" y="45526"/>
                </a:lnTo>
                <a:lnTo>
                  <a:pt x="56005" y="45277"/>
                </a:lnTo>
                <a:cubicBezTo>
                  <a:pt x="56204" y="45153"/>
                  <a:pt x="56379" y="44978"/>
                  <a:pt x="56603" y="44854"/>
                </a:cubicBezTo>
                <a:cubicBezTo>
                  <a:pt x="56677" y="44804"/>
                  <a:pt x="56752" y="44779"/>
                  <a:pt x="56827" y="44704"/>
                </a:cubicBezTo>
                <a:cubicBezTo>
                  <a:pt x="57075" y="44555"/>
                  <a:pt x="57300" y="44406"/>
                  <a:pt x="57548" y="44232"/>
                </a:cubicBezTo>
                <a:cubicBezTo>
                  <a:pt x="57573" y="44232"/>
                  <a:pt x="57573" y="44207"/>
                  <a:pt x="57598" y="44207"/>
                </a:cubicBezTo>
                <a:cubicBezTo>
                  <a:pt x="57673" y="44182"/>
                  <a:pt x="57723" y="44157"/>
                  <a:pt x="57797" y="44082"/>
                </a:cubicBezTo>
                <a:cubicBezTo>
                  <a:pt x="57996" y="43933"/>
                  <a:pt x="58245" y="43808"/>
                  <a:pt x="58469" y="43684"/>
                </a:cubicBezTo>
                <a:cubicBezTo>
                  <a:pt x="58494" y="43659"/>
                  <a:pt x="58544" y="43659"/>
                  <a:pt x="58569" y="43609"/>
                </a:cubicBezTo>
                <a:cubicBezTo>
                  <a:pt x="58594" y="43584"/>
                  <a:pt x="58619" y="43584"/>
                  <a:pt x="58669" y="43559"/>
                </a:cubicBezTo>
                <a:cubicBezTo>
                  <a:pt x="58693" y="43535"/>
                  <a:pt x="58718" y="43535"/>
                  <a:pt x="58743" y="43485"/>
                </a:cubicBezTo>
                <a:lnTo>
                  <a:pt x="59415" y="43111"/>
                </a:lnTo>
                <a:cubicBezTo>
                  <a:pt x="59440" y="43087"/>
                  <a:pt x="59490" y="43087"/>
                  <a:pt x="59540" y="43062"/>
                </a:cubicBezTo>
                <a:cubicBezTo>
                  <a:pt x="59589" y="43037"/>
                  <a:pt x="59664" y="43012"/>
                  <a:pt x="59714" y="42937"/>
                </a:cubicBezTo>
                <a:cubicBezTo>
                  <a:pt x="59913" y="42813"/>
                  <a:pt x="60112" y="42713"/>
                  <a:pt x="60311" y="42614"/>
                </a:cubicBezTo>
                <a:cubicBezTo>
                  <a:pt x="60436" y="42564"/>
                  <a:pt x="60560" y="42489"/>
                  <a:pt x="60660" y="42439"/>
                </a:cubicBezTo>
                <a:lnTo>
                  <a:pt x="61207" y="42166"/>
                </a:lnTo>
                <a:cubicBezTo>
                  <a:pt x="61332" y="42091"/>
                  <a:pt x="61481" y="42041"/>
                  <a:pt x="61606" y="41966"/>
                </a:cubicBezTo>
                <a:cubicBezTo>
                  <a:pt x="61780" y="41867"/>
                  <a:pt x="61954" y="41817"/>
                  <a:pt x="62103" y="41767"/>
                </a:cubicBezTo>
                <a:cubicBezTo>
                  <a:pt x="62278" y="41693"/>
                  <a:pt x="62402" y="41643"/>
                  <a:pt x="62552" y="41568"/>
                </a:cubicBezTo>
                <a:lnTo>
                  <a:pt x="63024" y="41394"/>
                </a:lnTo>
                <a:cubicBezTo>
                  <a:pt x="63099" y="41344"/>
                  <a:pt x="63199" y="41319"/>
                  <a:pt x="63273" y="41294"/>
                </a:cubicBezTo>
                <a:close/>
                <a:moveTo>
                  <a:pt x="85352" y="47069"/>
                </a:moveTo>
                <a:cubicBezTo>
                  <a:pt x="85974" y="47816"/>
                  <a:pt x="86472" y="48712"/>
                  <a:pt x="86795" y="49757"/>
                </a:cubicBezTo>
                <a:cubicBezTo>
                  <a:pt x="86721" y="49683"/>
                  <a:pt x="86621" y="49683"/>
                  <a:pt x="86547" y="49658"/>
                </a:cubicBezTo>
                <a:cubicBezTo>
                  <a:pt x="86347" y="49608"/>
                  <a:pt x="86198" y="49558"/>
                  <a:pt x="85999" y="49508"/>
                </a:cubicBezTo>
                <a:lnTo>
                  <a:pt x="85725" y="49409"/>
                </a:lnTo>
                <a:cubicBezTo>
                  <a:pt x="85626" y="49384"/>
                  <a:pt x="85576" y="49359"/>
                  <a:pt x="85476" y="49309"/>
                </a:cubicBezTo>
                <a:cubicBezTo>
                  <a:pt x="85327" y="49260"/>
                  <a:pt x="85178" y="49185"/>
                  <a:pt x="85003" y="49160"/>
                </a:cubicBezTo>
                <a:cubicBezTo>
                  <a:pt x="84929" y="49135"/>
                  <a:pt x="84854" y="49110"/>
                  <a:pt x="84754" y="49060"/>
                </a:cubicBezTo>
                <a:cubicBezTo>
                  <a:pt x="84680" y="49036"/>
                  <a:pt x="84580" y="48961"/>
                  <a:pt x="84456" y="48936"/>
                </a:cubicBezTo>
                <a:lnTo>
                  <a:pt x="84257" y="48836"/>
                </a:lnTo>
                <a:cubicBezTo>
                  <a:pt x="84630" y="48264"/>
                  <a:pt x="84978" y="47667"/>
                  <a:pt x="85352" y="47069"/>
                </a:cubicBezTo>
                <a:close/>
                <a:moveTo>
                  <a:pt x="85501" y="46795"/>
                </a:moveTo>
                <a:cubicBezTo>
                  <a:pt x="86223" y="47642"/>
                  <a:pt x="86746" y="48637"/>
                  <a:pt x="87094" y="49782"/>
                </a:cubicBezTo>
                <a:cubicBezTo>
                  <a:pt x="87094" y="49795"/>
                  <a:pt x="87088" y="49801"/>
                  <a:pt x="87079" y="49801"/>
                </a:cubicBezTo>
                <a:cubicBezTo>
                  <a:pt x="87069" y="49801"/>
                  <a:pt x="87057" y="49795"/>
                  <a:pt x="87044" y="49782"/>
                </a:cubicBezTo>
                <a:cubicBezTo>
                  <a:pt x="86696" y="48662"/>
                  <a:pt x="86198" y="47667"/>
                  <a:pt x="85476" y="46870"/>
                </a:cubicBezTo>
                <a:cubicBezTo>
                  <a:pt x="85476" y="46820"/>
                  <a:pt x="85501" y="46820"/>
                  <a:pt x="85501" y="46795"/>
                </a:cubicBezTo>
                <a:close/>
                <a:moveTo>
                  <a:pt x="55931" y="45377"/>
                </a:moveTo>
                <a:lnTo>
                  <a:pt x="56204" y="45650"/>
                </a:lnTo>
                <a:cubicBezTo>
                  <a:pt x="56603" y="46049"/>
                  <a:pt x="57001" y="46447"/>
                  <a:pt x="57374" y="46795"/>
                </a:cubicBezTo>
                <a:cubicBezTo>
                  <a:pt x="57474" y="46895"/>
                  <a:pt x="57573" y="46970"/>
                  <a:pt x="57673" y="47044"/>
                </a:cubicBezTo>
                <a:cubicBezTo>
                  <a:pt x="57947" y="47318"/>
                  <a:pt x="58245" y="47567"/>
                  <a:pt x="58544" y="47816"/>
                </a:cubicBezTo>
                <a:cubicBezTo>
                  <a:pt x="58718" y="47990"/>
                  <a:pt x="58868" y="48115"/>
                  <a:pt x="59042" y="48264"/>
                </a:cubicBezTo>
                <a:cubicBezTo>
                  <a:pt x="59241" y="48438"/>
                  <a:pt x="59465" y="48637"/>
                  <a:pt x="59689" y="48787"/>
                </a:cubicBezTo>
                <a:cubicBezTo>
                  <a:pt x="59863" y="48936"/>
                  <a:pt x="60062" y="49060"/>
                  <a:pt x="60212" y="49185"/>
                </a:cubicBezTo>
                <a:cubicBezTo>
                  <a:pt x="60436" y="49359"/>
                  <a:pt x="60660" y="49508"/>
                  <a:pt x="60834" y="49658"/>
                </a:cubicBezTo>
                <a:cubicBezTo>
                  <a:pt x="60909" y="49732"/>
                  <a:pt x="60983" y="49782"/>
                  <a:pt x="61058" y="49807"/>
                </a:cubicBezTo>
                <a:cubicBezTo>
                  <a:pt x="61033" y="49807"/>
                  <a:pt x="61033" y="49857"/>
                  <a:pt x="60983" y="49857"/>
                </a:cubicBezTo>
                <a:cubicBezTo>
                  <a:pt x="60062" y="49235"/>
                  <a:pt x="59042" y="48388"/>
                  <a:pt x="57922" y="47393"/>
                </a:cubicBezTo>
                <a:lnTo>
                  <a:pt x="57847" y="47318"/>
                </a:lnTo>
                <a:cubicBezTo>
                  <a:pt x="57673" y="47144"/>
                  <a:pt x="57474" y="46994"/>
                  <a:pt x="57300" y="46795"/>
                </a:cubicBezTo>
                <a:lnTo>
                  <a:pt x="57175" y="46671"/>
                </a:lnTo>
                <a:cubicBezTo>
                  <a:pt x="56976" y="46522"/>
                  <a:pt x="56802" y="46322"/>
                  <a:pt x="56627" y="46148"/>
                </a:cubicBezTo>
                <a:lnTo>
                  <a:pt x="56478" y="45999"/>
                </a:lnTo>
                <a:cubicBezTo>
                  <a:pt x="56304" y="45800"/>
                  <a:pt x="56105" y="45576"/>
                  <a:pt x="55881" y="45401"/>
                </a:cubicBezTo>
                <a:lnTo>
                  <a:pt x="55856" y="45377"/>
                </a:lnTo>
                <a:lnTo>
                  <a:pt x="55856" y="45377"/>
                </a:lnTo>
                <a:cubicBezTo>
                  <a:pt x="55868" y="45389"/>
                  <a:pt x="55887" y="45395"/>
                  <a:pt x="55902" y="45395"/>
                </a:cubicBezTo>
                <a:cubicBezTo>
                  <a:pt x="55918" y="45395"/>
                  <a:pt x="55931" y="45389"/>
                  <a:pt x="55931" y="45377"/>
                </a:cubicBezTo>
                <a:close/>
                <a:moveTo>
                  <a:pt x="65439" y="46795"/>
                </a:moveTo>
                <a:lnTo>
                  <a:pt x="65439" y="46820"/>
                </a:lnTo>
                <a:lnTo>
                  <a:pt x="65439" y="46845"/>
                </a:lnTo>
                <a:cubicBezTo>
                  <a:pt x="65290" y="46970"/>
                  <a:pt x="65140" y="47069"/>
                  <a:pt x="64966" y="47194"/>
                </a:cubicBezTo>
                <a:cubicBezTo>
                  <a:pt x="64891" y="47268"/>
                  <a:pt x="64817" y="47318"/>
                  <a:pt x="64717" y="47393"/>
                </a:cubicBezTo>
                <a:cubicBezTo>
                  <a:pt x="64692" y="47393"/>
                  <a:pt x="64692" y="47418"/>
                  <a:pt x="64667" y="47418"/>
                </a:cubicBezTo>
                <a:cubicBezTo>
                  <a:pt x="64294" y="47691"/>
                  <a:pt x="63945" y="47940"/>
                  <a:pt x="63572" y="48214"/>
                </a:cubicBezTo>
                <a:cubicBezTo>
                  <a:pt x="63323" y="48413"/>
                  <a:pt x="63099" y="48587"/>
                  <a:pt x="62850" y="48787"/>
                </a:cubicBezTo>
                <a:lnTo>
                  <a:pt x="62825" y="48811"/>
                </a:lnTo>
                <a:lnTo>
                  <a:pt x="62751" y="48886"/>
                </a:lnTo>
                <a:cubicBezTo>
                  <a:pt x="62726" y="48911"/>
                  <a:pt x="62701" y="48936"/>
                  <a:pt x="62676" y="48936"/>
                </a:cubicBezTo>
                <a:cubicBezTo>
                  <a:pt x="62352" y="49185"/>
                  <a:pt x="62004" y="49434"/>
                  <a:pt x="61705" y="49683"/>
                </a:cubicBezTo>
                <a:cubicBezTo>
                  <a:pt x="61606" y="49757"/>
                  <a:pt x="61556" y="49807"/>
                  <a:pt x="61456" y="49882"/>
                </a:cubicBezTo>
                <a:cubicBezTo>
                  <a:pt x="61431" y="49857"/>
                  <a:pt x="61431" y="49857"/>
                  <a:pt x="61407" y="49857"/>
                </a:cubicBezTo>
                <a:cubicBezTo>
                  <a:pt x="61456" y="49782"/>
                  <a:pt x="61506" y="49757"/>
                  <a:pt x="61581" y="49683"/>
                </a:cubicBezTo>
                <a:cubicBezTo>
                  <a:pt x="62029" y="49309"/>
                  <a:pt x="62477" y="48986"/>
                  <a:pt x="62950" y="48637"/>
                </a:cubicBezTo>
                <a:cubicBezTo>
                  <a:pt x="63174" y="48488"/>
                  <a:pt x="63348" y="48314"/>
                  <a:pt x="63572" y="48164"/>
                </a:cubicBezTo>
                <a:cubicBezTo>
                  <a:pt x="64194" y="47691"/>
                  <a:pt x="64817" y="47243"/>
                  <a:pt x="65439" y="46795"/>
                </a:cubicBezTo>
                <a:close/>
                <a:moveTo>
                  <a:pt x="84207" y="48986"/>
                </a:moveTo>
                <a:cubicBezTo>
                  <a:pt x="84456" y="49110"/>
                  <a:pt x="84705" y="49185"/>
                  <a:pt x="84954" y="49284"/>
                </a:cubicBezTo>
                <a:cubicBezTo>
                  <a:pt x="84978" y="49284"/>
                  <a:pt x="85003" y="49309"/>
                  <a:pt x="85053" y="49309"/>
                </a:cubicBezTo>
                <a:cubicBezTo>
                  <a:pt x="85327" y="49434"/>
                  <a:pt x="85626" y="49533"/>
                  <a:pt x="85924" y="49633"/>
                </a:cubicBezTo>
                <a:cubicBezTo>
                  <a:pt x="85949" y="49633"/>
                  <a:pt x="85949" y="49633"/>
                  <a:pt x="85974" y="49658"/>
                </a:cubicBezTo>
                <a:cubicBezTo>
                  <a:pt x="86248" y="49757"/>
                  <a:pt x="86571" y="49857"/>
                  <a:pt x="86845" y="49932"/>
                </a:cubicBezTo>
                <a:lnTo>
                  <a:pt x="86845" y="49981"/>
                </a:lnTo>
                <a:lnTo>
                  <a:pt x="86845" y="50006"/>
                </a:lnTo>
                <a:cubicBezTo>
                  <a:pt x="86248" y="49857"/>
                  <a:pt x="85675" y="49658"/>
                  <a:pt x="85103" y="49434"/>
                </a:cubicBezTo>
                <a:cubicBezTo>
                  <a:pt x="84804" y="49309"/>
                  <a:pt x="84506" y="49185"/>
                  <a:pt x="84207" y="49060"/>
                </a:cubicBezTo>
                <a:cubicBezTo>
                  <a:pt x="84232" y="49060"/>
                  <a:pt x="84207" y="49060"/>
                  <a:pt x="84182" y="49011"/>
                </a:cubicBezTo>
                <a:cubicBezTo>
                  <a:pt x="84182" y="49011"/>
                  <a:pt x="84182" y="48986"/>
                  <a:pt x="84207" y="48986"/>
                </a:cubicBezTo>
                <a:close/>
                <a:moveTo>
                  <a:pt x="61232" y="49932"/>
                </a:moveTo>
                <a:lnTo>
                  <a:pt x="61307" y="50006"/>
                </a:lnTo>
                <a:cubicBezTo>
                  <a:pt x="61257" y="50006"/>
                  <a:pt x="61257" y="50031"/>
                  <a:pt x="61232" y="50031"/>
                </a:cubicBezTo>
                <a:lnTo>
                  <a:pt x="61207" y="50031"/>
                </a:lnTo>
                <a:cubicBezTo>
                  <a:pt x="61207" y="50031"/>
                  <a:pt x="61183" y="50031"/>
                  <a:pt x="61183" y="50006"/>
                </a:cubicBezTo>
                <a:lnTo>
                  <a:pt x="61232" y="49932"/>
                </a:lnTo>
                <a:close/>
                <a:moveTo>
                  <a:pt x="65563" y="47019"/>
                </a:moveTo>
                <a:cubicBezTo>
                  <a:pt x="65563" y="47069"/>
                  <a:pt x="65588" y="47144"/>
                  <a:pt x="65588" y="47194"/>
                </a:cubicBezTo>
                <a:cubicBezTo>
                  <a:pt x="65563" y="47318"/>
                  <a:pt x="65588" y="47418"/>
                  <a:pt x="65638" y="47517"/>
                </a:cubicBezTo>
                <a:cubicBezTo>
                  <a:pt x="65663" y="47567"/>
                  <a:pt x="65663" y="47667"/>
                  <a:pt x="65663" y="47741"/>
                </a:cubicBezTo>
                <a:cubicBezTo>
                  <a:pt x="64418" y="48438"/>
                  <a:pt x="63149" y="49235"/>
                  <a:pt x="61904" y="50131"/>
                </a:cubicBezTo>
                <a:cubicBezTo>
                  <a:pt x="61805" y="50106"/>
                  <a:pt x="61730" y="50031"/>
                  <a:pt x="61680" y="50006"/>
                </a:cubicBezTo>
                <a:lnTo>
                  <a:pt x="61655" y="50006"/>
                </a:lnTo>
                <a:cubicBezTo>
                  <a:pt x="61730" y="49932"/>
                  <a:pt x="61830" y="49832"/>
                  <a:pt x="61929" y="49782"/>
                </a:cubicBezTo>
                <a:cubicBezTo>
                  <a:pt x="62178" y="49558"/>
                  <a:pt x="62452" y="49384"/>
                  <a:pt x="62701" y="49160"/>
                </a:cubicBezTo>
                <a:cubicBezTo>
                  <a:pt x="62751" y="49135"/>
                  <a:pt x="62800" y="49110"/>
                  <a:pt x="62850" y="49036"/>
                </a:cubicBezTo>
                <a:cubicBezTo>
                  <a:pt x="63174" y="48787"/>
                  <a:pt x="63473" y="48563"/>
                  <a:pt x="63796" y="48314"/>
                </a:cubicBezTo>
                <a:cubicBezTo>
                  <a:pt x="64070" y="48090"/>
                  <a:pt x="64369" y="47891"/>
                  <a:pt x="64667" y="47667"/>
                </a:cubicBezTo>
                <a:cubicBezTo>
                  <a:pt x="64692" y="47642"/>
                  <a:pt x="64717" y="47592"/>
                  <a:pt x="64792" y="47567"/>
                </a:cubicBezTo>
                <a:cubicBezTo>
                  <a:pt x="65041" y="47393"/>
                  <a:pt x="65290" y="47194"/>
                  <a:pt x="65563" y="47019"/>
                </a:cubicBezTo>
                <a:close/>
                <a:moveTo>
                  <a:pt x="71164" y="45650"/>
                </a:moveTo>
                <a:lnTo>
                  <a:pt x="71164" y="45650"/>
                </a:lnTo>
                <a:cubicBezTo>
                  <a:pt x="70940" y="46024"/>
                  <a:pt x="70790" y="46322"/>
                  <a:pt x="70641" y="46571"/>
                </a:cubicBezTo>
                <a:cubicBezTo>
                  <a:pt x="70566" y="46671"/>
                  <a:pt x="70542" y="46770"/>
                  <a:pt x="70517" y="46820"/>
                </a:cubicBezTo>
                <a:cubicBezTo>
                  <a:pt x="70442" y="46945"/>
                  <a:pt x="70367" y="47069"/>
                  <a:pt x="70293" y="47194"/>
                </a:cubicBezTo>
                <a:cubicBezTo>
                  <a:pt x="70143" y="47393"/>
                  <a:pt x="70019" y="47567"/>
                  <a:pt x="69894" y="47791"/>
                </a:cubicBezTo>
                <a:cubicBezTo>
                  <a:pt x="69297" y="48139"/>
                  <a:pt x="68700" y="48488"/>
                  <a:pt x="68152" y="48861"/>
                </a:cubicBezTo>
                <a:cubicBezTo>
                  <a:pt x="68028" y="48936"/>
                  <a:pt x="67878" y="49011"/>
                  <a:pt x="67729" y="49110"/>
                </a:cubicBezTo>
                <a:cubicBezTo>
                  <a:pt x="67331" y="49359"/>
                  <a:pt x="66907" y="49658"/>
                  <a:pt x="66435" y="49981"/>
                </a:cubicBezTo>
                <a:lnTo>
                  <a:pt x="66161" y="50156"/>
                </a:lnTo>
                <a:cubicBezTo>
                  <a:pt x="66186" y="50106"/>
                  <a:pt x="66186" y="50031"/>
                  <a:pt x="66186" y="49932"/>
                </a:cubicBezTo>
                <a:cubicBezTo>
                  <a:pt x="66211" y="49882"/>
                  <a:pt x="66211" y="49782"/>
                  <a:pt x="66211" y="49732"/>
                </a:cubicBezTo>
                <a:cubicBezTo>
                  <a:pt x="66211" y="49658"/>
                  <a:pt x="66211" y="49558"/>
                  <a:pt x="66260" y="49484"/>
                </a:cubicBezTo>
                <a:cubicBezTo>
                  <a:pt x="66260" y="49384"/>
                  <a:pt x="66285" y="49309"/>
                  <a:pt x="66285" y="49235"/>
                </a:cubicBezTo>
                <a:lnTo>
                  <a:pt x="66285" y="48936"/>
                </a:lnTo>
                <a:lnTo>
                  <a:pt x="66285" y="48662"/>
                </a:lnTo>
                <a:cubicBezTo>
                  <a:pt x="66285" y="48563"/>
                  <a:pt x="66260" y="48488"/>
                  <a:pt x="66260" y="48388"/>
                </a:cubicBezTo>
                <a:cubicBezTo>
                  <a:pt x="66260" y="48289"/>
                  <a:pt x="66211" y="48164"/>
                  <a:pt x="66211" y="48065"/>
                </a:cubicBezTo>
                <a:cubicBezTo>
                  <a:pt x="66211" y="48040"/>
                  <a:pt x="66211" y="48015"/>
                  <a:pt x="66186" y="47940"/>
                </a:cubicBezTo>
                <a:cubicBezTo>
                  <a:pt x="67878" y="47019"/>
                  <a:pt x="69546" y="46248"/>
                  <a:pt x="71164" y="45650"/>
                </a:cubicBezTo>
                <a:close/>
                <a:moveTo>
                  <a:pt x="97250" y="48289"/>
                </a:moveTo>
                <a:cubicBezTo>
                  <a:pt x="97548" y="48911"/>
                  <a:pt x="97797" y="49558"/>
                  <a:pt x="97996" y="50255"/>
                </a:cubicBezTo>
                <a:lnTo>
                  <a:pt x="97947" y="50255"/>
                </a:lnTo>
                <a:cubicBezTo>
                  <a:pt x="97772" y="49558"/>
                  <a:pt x="97524" y="48936"/>
                  <a:pt x="97200" y="48363"/>
                </a:cubicBezTo>
                <a:cubicBezTo>
                  <a:pt x="97200" y="48314"/>
                  <a:pt x="97250" y="48289"/>
                  <a:pt x="97250" y="48289"/>
                </a:cubicBezTo>
                <a:close/>
                <a:moveTo>
                  <a:pt x="105265" y="40448"/>
                </a:moveTo>
                <a:cubicBezTo>
                  <a:pt x="105290" y="40448"/>
                  <a:pt x="105364" y="40473"/>
                  <a:pt x="105464" y="40548"/>
                </a:cubicBezTo>
                <a:cubicBezTo>
                  <a:pt x="105713" y="40821"/>
                  <a:pt x="105962" y="41095"/>
                  <a:pt x="106161" y="41419"/>
                </a:cubicBezTo>
                <a:cubicBezTo>
                  <a:pt x="106235" y="41518"/>
                  <a:pt x="106285" y="41568"/>
                  <a:pt x="106360" y="41668"/>
                </a:cubicBezTo>
                <a:cubicBezTo>
                  <a:pt x="106609" y="42041"/>
                  <a:pt x="106858" y="42439"/>
                  <a:pt x="107107" y="42838"/>
                </a:cubicBezTo>
                <a:cubicBezTo>
                  <a:pt x="107156" y="42937"/>
                  <a:pt x="107206" y="43037"/>
                  <a:pt x="107256" y="43136"/>
                </a:cubicBezTo>
                <a:cubicBezTo>
                  <a:pt x="107455" y="43460"/>
                  <a:pt x="107604" y="43808"/>
                  <a:pt x="107754" y="44182"/>
                </a:cubicBezTo>
                <a:cubicBezTo>
                  <a:pt x="107779" y="44256"/>
                  <a:pt x="107779" y="44281"/>
                  <a:pt x="107828" y="44331"/>
                </a:cubicBezTo>
                <a:lnTo>
                  <a:pt x="107903" y="44630"/>
                </a:lnTo>
                <a:cubicBezTo>
                  <a:pt x="108077" y="45028"/>
                  <a:pt x="108202" y="45401"/>
                  <a:pt x="108326" y="45825"/>
                </a:cubicBezTo>
                <a:cubicBezTo>
                  <a:pt x="108351" y="45899"/>
                  <a:pt x="108351" y="45949"/>
                  <a:pt x="108376" y="46024"/>
                </a:cubicBezTo>
                <a:cubicBezTo>
                  <a:pt x="108077" y="46248"/>
                  <a:pt x="107754" y="46422"/>
                  <a:pt x="107480" y="46621"/>
                </a:cubicBezTo>
                <a:cubicBezTo>
                  <a:pt x="107256" y="46770"/>
                  <a:pt x="107032" y="46895"/>
                  <a:pt x="106833" y="47044"/>
                </a:cubicBezTo>
                <a:cubicBezTo>
                  <a:pt x="106484" y="47243"/>
                  <a:pt x="106136" y="47418"/>
                  <a:pt x="105837" y="47617"/>
                </a:cubicBezTo>
                <a:cubicBezTo>
                  <a:pt x="105588" y="47741"/>
                  <a:pt x="105339" y="47891"/>
                  <a:pt x="105090" y="48015"/>
                </a:cubicBezTo>
                <a:cubicBezTo>
                  <a:pt x="104742" y="48164"/>
                  <a:pt x="104418" y="48314"/>
                  <a:pt x="104095" y="48438"/>
                </a:cubicBezTo>
                <a:cubicBezTo>
                  <a:pt x="103796" y="48563"/>
                  <a:pt x="103547" y="48687"/>
                  <a:pt x="103273" y="48811"/>
                </a:cubicBezTo>
                <a:cubicBezTo>
                  <a:pt x="102975" y="48936"/>
                  <a:pt x="102626" y="49060"/>
                  <a:pt x="102303" y="49160"/>
                </a:cubicBezTo>
                <a:cubicBezTo>
                  <a:pt x="102004" y="49260"/>
                  <a:pt x="101730" y="49384"/>
                  <a:pt x="101407" y="49484"/>
                </a:cubicBezTo>
                <a:cubicBezTo>
                  <a:pt x="101133" y="49558"/>
                  <a:pt x="100859" y="49633"/>
                  <a:pt x="100560" y="49732"/>
                </a:cubicBezTo>
                <a:cubicBezTo>
                  <a:pt x="100535" y="49732"/>
                  <a:pt x="100535" y="49732"/>
                  <a:pt x="100510" y="49757"/>
                </a:cubicBezTo>
                <a:lnTo>
                  <a:pt x="100486" y="49757"/>
                </a:lnTo>
                <a:cubicBezTo>
                  <a:pt x="100162" y="49857"/>
                  <a:pt x="99863" y="49932"/>
                  <a:pt x="99515" y="50006"/>
                </a:cubicBezTo>
                <a:cubicBezTo>
                  <a:pt x="99141" y="50106"/>
                  <a:pt x="98793" y="50156"/>
                  <a:pt x="98420" y="50230"/>
                </a:cubicBezTo>
                <a:cubicBezTo>
                  <a:pt x="98395" y="50230"/>
                  <a:pt x="98370" y="50230"/>
                  <a:pt x="98295" y="50255"/>
                </a:cubicBezTo>
                <a:cubicBezTo>
                  <a:pt x="98071" y="49484"/>
                  <a:pt x="97797" y="48762"/>
                  <a:pt x="97449" y="48115"/>
                </a:cubicBezTo>
                <a:cubicBezTo>
                  <a:pt x="98046" y="46994"/>
                  <a:pt x="98619" y="45874"/>
                  <a:pt x="99166" y="44754"/>
                </a:cubicBezTo>
                <a:cubicBezTo>
                  <a:pt x="99291" y="44680"/>
                  <a:pt x="99415" y="44630"/>
                  <a:pt x="99515" y="44555"/>
                </a:cubicBezTo>
                <a:cubicBezTo>
                  <a:pt x="99614" y="44505"/>
                  <a:pt x="99739" y="44456"/>
                  <a:pt x="99814" y="44406"/>
                </a:cubicBezTo>
                <a:lnTo>
                  <a:pt x="100486" y="44032"/>
                </a:lnTo>
                <a:cubicBezTo>
                  <a:pt x="100610" y="43958"/>
                  <a:pt x="100735" y="43908"/>
                  <a:pt x="100809" y="43833"/>
                </a:cubicBezTo>
                <a:cubicBezTo>
                  <a:pt x="101008" y="43709"/>
                  <a:pt x="101232" y="43584"/>
                  <a:pt x="101407" y="43460"/>
                </a:cubicBezTo>
                <a:cubicBezTo>
                  <a:pt x="101531" y="43385"/>
                  <a:pt x="101655" y="43311"/>
                  <a:pt x="101780" y="43211"/>
                </a:cubicBezTo>
                <a:cubicBezTo>
                  <a:pt x="101979" y="43087"/>
                  <a:pt x="102153" y="42962"/>
                  <a:pt x="102303" y="42838"/>
                </a:cubicBezTo>
                <a:cubicBezTo>
                  <a:pt x="102427" y="42763"/>
                  <a:pt x="102601" y="42663"/>
                  <a:pt x="102726" y="42564"/>
                </a:cubicBezTo>
                <a:cubicBezTo>
                  <a:pt x="102875" y="42439"/>
                  <a:pt x="103049" y="42315"/>
                  <a:pt x="103224" y="42190"/>
                </a:cubicBezTo>
                <a:cubicBezTo>
                  <a:pt x="103373" y="42066"/>
                  <a:pt x="103497" y="41966"/>
                  <a:pt x="103647" y="41842"/>
                </a:cubicBezTo>
                <a:cubicBezTo>
                  <a:pt x="103796" y="41718"/>
                  <a:pt x="103970" y="41593"/>
                  <a:pt x="104095" y="41469"/>
                </a:cubicBezTo>
                <a:lnTo>
                  <a:pt x="104543" y="41095"/>
                </a:lnTo>
                <a:cubicBezTo>
                  <a:pt x="104717" y="40971"/>
                  <a:pt x="104842" y="40846"/>
                  <a:pt x="104966" y="40722"/>
                </a:cubicBezTo>
                <a:cubicBezTo>
                  <a:pt x="105041" y="40647"/>
                  <a:pt x="105165" y="40548"/>
                  <a:pt x="105265" y="40448"/>
                </a:cubicBezTo>
                <a:close/>
                <a:moveTo>
                  <a:pt x="61506" y="50131"/>
                </a:moveTo>
                <a:cubicBezTo>
                  <a:pt x="61556" y="50156"/>
                  <a:pt x="61581" y="50156"/>
                  <a:pt x="61606" y="50180"/>
                </a:cubicBezTo>
                <a:cubicBezTo>
                  <a:pt x="61606" y="50180"/>
                  <a:pt x="61680" y="50230"/>
                  <a:pt x="61705" y="50280"/>
                </a:cubicBezTo>
                <a:cubicBezTo>
                  <a:pt x="61606" y="50255"/>
                  <a:pt x="61506" y="50230"/>
                  <a:pt x="61456" y="50156"/>
                </a:cubicBezTo>
                <a:cubicBezTo>
                  <a:pt x="61481" y="50156"/>
                  <a:pt x="61481" y="50131"/>
                  <a:pt x="61506" y="50131"/>
                </a:cubicBezTo>
                <a:close/>
                <a:moveTo>
                  <a:pt x="65688" y="47940"/>
                </a:moveTo>
                <a:lnTo>
                  <a:pt x="65688" y="48015"/>
                </a:lnTo>
                <a:cubicBezTo>
                  <a:pt x="64518" y="48687"/>
                  <a:pt x="63323" y="49434"/>
                  <a:pt x="62128" y="50280"/>
                </a:cubicBezTo>
                <a:cubicBezTo>
                  <a:pt x="62103" y="50280"/>
                  <a:pt x="62103" y="50255"/>
                  <a:pt x="62079" y="50255"/>
                </a:cubicBezTo>
                <a:cubicBezTo>
                  <a:pt x="63298" y="49409"/>
                  <a:pt x="64518" y="48637"/>
                  <a:pt x="65688" y="47940"/>
                </a:cubicBezTo>
                <a:close/>
                <a:moveTo>
                  <a:pt x="65987" y="48065"/>
                </a:moveTo>
                <a:cubicBezTo>
                  <a:pt x="65987" y="48164"/>
                  <a:pt x="66036" y="48264"/>
                  <a:pt x="66036" y="48363"/>
                </a:cubicBezTo>
                <a:cubicBezTo>
                  <a:pt x="66036" y="48488"/>
                  <a:pt x="66061" y="48563"/>
                  <a:pt x="66061" y="48687"/>
                </a:cubicBezTo>
                <a:lnTo>
                  <a:pt x="66061" y="48911"/>
                </a:lnTo>
                <a:lnTo>
                  <a:pt x="66061" y="49210"/>
                </a:lnTo>
                <a:lnTo>
                  <a:pt x="66061" y="49434"/>
                </a:lnTo>
                <a:cubicBezTo>
                  <a:pt x="66061" y="49533"/>
                  <a:pt x="66061" y="49633"/>
                  <a:pt x="66036" y="49708"/>
                </a:cubicBezTo>
                <a:cubicBezTo>
                  <a:pt x="66036" y="49782"/>
                  <a:pt x="65987" y="49832"/>
                  <a:pt x="65987" y="49932"/>
                </a:cubicBezTo>
                <a:cubicBezTo>
                  <a:pt x="65987" y="50006"/>
                  <a:pt x="65962" y="50081"/>
                  <a:pt x="65962" y="50156"/>
                </a:cubicBezTo>
                <a:cubicBezTo>
                  <a:pt x="65937" y="50255"/>
                  <a:pt x="65912" y="50305"/>
                  <a:pt x="65862" y="50380"/>
                </a:cubicBezTo>
                <a:cubicBezTo>
                  <a:pt x="65862" y="50380"/>
                  <a:pt x="65862" y="50405"/>
                  <a:pt x="65837" y="50405"/>
                </a:cubicBezTo>
                <a:cubicBezTo>
                  <a:pt x="65812" y="50429"/>
                  <a:pt x="65787" y="50429"/>
                  <a:pt x="65738" y="50454"/>
                </a:cubicBezTo>
                <a:cubicBezTo>
                  <a:pt x="65738" y="50429"/>
                  <a:pt x="65787" y="50405"/>
                  <a:pt x="65787" y="50380"/>
                </a:cubicBezTo>
                <a:cubicBezTo>
                  <a:pt x="65812" y="50255"/>
                  <a:pt x="65837" y="50180"/>
                  <a:pt x="65862" y="50106"/>
                </a:cubicBezTo>
                <a:cubicBezTo>
                  <a:pt x="65862" y="50031"/>
                  <a:pt x="65912" y="50006"/>
                  <a:pt x="65912" y="49932"/>
                </a:cubicBezTo>
                <a:cubicBezTo>
                  <a:pt x="65937" y="49857"/>
                  <a:pt x="65937" y="49782"/>
                  <a:pt x="65962" y="49683"/>
                </a:cubicBezTo>
                <a:lnTo>
                  <a:pt x="65962" y="49484"/>
                </a:lnTo>
                <a:cubicBezTo>
                  <a:pt x="65962" y="49384"/>
                  <a:pt x="65962" y="49284"/>
                  <a:pt x="66011" y="49185"/>
                </a:cubicBezTo>
                <a:lnTo>
                  <a:pt x="66011" y="48936"/>
                </a:lnTo>
                <a:lnTo>
                  <a:pt x="66011" y="48662"/>
                </a:lnTo>
                <a:cubicBezTo>
                  <a:pt x="66011" y="48563"/>
                  <a:pt x="65962" y="48488"/>
                  <a:pt x="65962" y="48388"/>
                </a:cubicBezTo>
                <a:cubicBezTo>
                  <a:pt x="65962" y="48289"/>
                  <a:pt x="65937" y="48189"/>
                  <a:pt x="65937" y="48090"/>
                </a:cubicBezTo>
                <a:cubicBezTo>
                  <a:pt x="65962" y="48090"/>
                  <a:pt x="65962" y="48065"/>
                  <a:pt x="65987" y="48065"/>
                </a:cubicBezTo>
                <a:close/>
                <a:moveTo>
                  <a:pt x="97100" y="48538"/>
                </a:moveTo>
                <a:cubicBezTo>
                  <a:pt x="97374" y="49110"/>
                  <a:pt x="97573" y="49658"/>
                  <a:pt x="97772" y="50280"/>
                </a:cubicBezTo>
                <a:cubicBezTo>
                  <a:pt x="97673" y="50305"/>
                  <a:pt x="97548" y="50355"/>
                  <a:pt x="97449" y="50355"/>
                </a:cubicBezTo>
                <a:cubicBezTo>
                  <a:pt x="97001" y="50405"/>
                  <a:pt x="96478" y="50479"/>
                  <a:pt x="96030" y="50504"/>
                </a:cubicBezTo>
                <a:cubicBezTo>
                  <a:pt x="96403" y="49857"/>
                  <a:pt x="96777" y="49185"/>
                  <a:pt x="97100" y="48538"/>
                </a:cubicBezTo>
                <a:close/>
                <a:moveTo>
                  <a:pt x="108401" y="46273"/>
                </a:moveTo>
                <a:lnTo>
                  <a:pt x="108401" y="46298"/>
                </a:lnTo>
                <a:lnTo>
                  <a:pt x="108401" y="46322"/>
                </a:lnTo>
                <a:cubicBezTo>
                  <a:pt x="108152" y="46522"/>
                  <a:pt x="107878" y="46671"/>
                  <a:pt x="107629" y="46820"/>
                </a:cubicBezTo>
                <a:cubicBezTo>
                  <a:pt x="107380" y="46994"/>
                  <a:pt x="107132" y="47169"/>
                  <a:pt x="106858" y="47318"/>
                </a:cubicBezTo>
                <a:cubicBezTo>
                  <a:pt x="106584" y="47492"/>
                  <a:pt x="106260" y="47642"/>
                  <a:pt x="105987" y="47791"/>
                </a:cubicBezTo>
                <a:cubicBezTo>
                  <a:pt x="105713" y="47940"/>
                  <a:pt x="105389" y="48115"/>
                  <a:pt x="105115" y="48264"/>
                </a:cubicBezTo>
                <a:cubicBezTo>
                  <a:pt x="104842" y="48388"/>
                  <a:pt x="104543" y="48513"/>
                  <a:pt x="104294" y="48637"/>
                </a:cubicBezTo>
                <a:cubicBezTo>
                  <a:pt x="103945" y="48787"/>
                  <a:pt x="103647" y="48936"/>
                  <a:pt x="103298" y="49060"/>
                </a:cubicBezTo>
                <a:lnTo>
                  <a:pt x="102552" y="49359"/>
                </a:lnTo>
                <a:cubicBezTo>
                  <a:pt x="102178" y="49484"/>
                  <a:pt x="101805" y="49633"/>
                  <a:pt x="101431" y="49757"/>
                </a:cubicBezTo>
                <a:cubicBezTo>
                  <a:pt x="101183" y="49807"/>
                  <a:pt x="100934" y="49882"/>
                  <a:pt x="100735" y="49932"/>
                </a:cubicBezTo>
                <a:cubicBezTo>
                  <a:pt x="100311" y="50056"/>
                  <a:pt x="99913" y="50180"/>
                  <a:pt x="99515" y="50280"/>
                </a:cubicBezTo>
                <a:cubicBezTo>
                  <a:pt x="99266" y="50355"/>
                  <a:pt x="99017" y="50380"/>
                  <a:pt x="98743" y="50429"/>
                </a:cubicBezTo>
                <a:cubicBezTo>
                  <a:pt x="98619" y="50479"/>
                  <a:pt x="98445" y="50504"/>
                  <a:pt x="98320" y="50529"/>
                </a:cubicBezTo>
                <a:lnTo>
                  <a:pt x="98270" y="50405"/>
                </a:lnTo>
                <a:cubicBezTo>
                  <a:pt x="98320" y="50405"/>
                  <a:pt x="98370" y="50380"/>
                  <a:pt x="98420" y="50380"/>
                </a:cubicBezTo>
                <a:cubicBezTo>
                  <a:pt x="98445" y="50380"/>
                  <a:pt x="98519" y="50355"/>
                  <a:pt x="98544" y="50355"/>
                </a:cubicBezTo>
                <a:cubicBezTo>
                  <a:pt x="98868" y="50280"/>
                  <a:pt x="99166" y="50255"/>
                  <a:pt x="99490" y="50156"/>
                </a:cubicBezTo>
                <a:cubicBezTo>
                  <a:pt x="99565" y="50131"/>
                  <a:pt x="99664" y="50106"/>
                  <a:pt x="99739" y="50106"/>
                </a:cubicBezTo>
                <a:cubicBezTo>
                  <a:pt x="99938" y="50031"/>
                  <a:pt x="100137" y="49981"/>
                  <a:pt x="100361" y="49907"/>
                </a:cubicBezTo>
                <a:lnTo>
                  <a:pt x="100386" y="49907"/>
                </a:lnTo>
                <a:cubicBezTo>
                  <a:pt x="100411" y="49907"/>
                  <a:pt x="100486" y="49882"/>
                  <a:pt x="100510" y="49882"/>
                </a:cubicBezTo>
                <a:cubicBezTo>
                  <a:pt x="100560" y="49857"/>
                  <a:pt x="100635" y="49857"/>
                  <a:pt x="100685" y="49807"/>
                </a:cubicBezTo>
                <a:cubicBezTo>
                  <a:pt x="100934" y="49757"/>
                  <a:pt x="101183" y="49683"/>
                  <a:pt x="101407" y="49633"/>
                </a:cubicBezTo>
                <a:cubicBezTo>
                  <a:pt x="101680" y="49533"/>
                  <a:pt x="101929" y="49434"/>
                  <a:pt x="102228" y="49359"/>
                </a:cubicBezTo>
                <a:cubicBezTo>
                  <a:pt x="102253" y="49359"/>
                  <a:pt x="102278" y="49309"/>
                  <a:pt x="102303" y="49309"/>
                </a:cubicBezTo>
                <a:cubicBezTo>
                  <a:pt x="102651" y="49185"/>
                  <a:pt x="102975" y="49110"/>
                  <a:pt x="103298" y="48986"/>
                </a:cubicBezTo>
                <a:cubicBezTo>
                  <a:pt x="103497" y="48911"/>
                  <a:pt x="103647" y="48811"/>
                  <a:pt x="103796" y="48762"/>
                </a:cubicBezTo>
                <a:cubicBezTo>
                  <a:pt x="103871" y="48737"/>
                  <a:pt x="103970" y="48687"/>
                  <a:pt x="104020" y="48662"/>
                </a:cubicBezTo>
                <a:cubicBezTo>
                  <a:pt x="104045" y="48637"/>
                  <a:pt x="104120" y="48637"/>
                  <a:pt x="104145" y="48612"/>
                </a:cubicBezTo>
                <a:cubicBezTo>
                  <a:pt x="104169" y="48612"/>
                  <a:pt x="104219" y="48563"/>
                  <a:pt x="104244" y="48563"/>
                </a:cubicBezTo>
                <a:cubicBezTo>
                  <a:pt x="104518" y="48438"/>
                  <a:pt x="104842" y="48314"/>
                  <a:pt x="105115" y="48189"/>
                </a:cubicBezTo>
                <a:cubicBezTo>
                  <a:pt x="105339" y="48115"/>
                  <a:pt x="105538" y="47940"/>
                  <a:pt x="105763" y="47866"/>
                </a:cubicBezTo>
                <a:cubicBezTo>
                  <a:pt x="105837" y="47816"/>
                  <a:pt x="105862" y="47791"/>
                  <a:pt x="105912" y="47766"/>
                </a:cubicBezTo>
                <a:cubicBezTo>
                  <a:pt x="105962" y="47766"/>
                  <a:pt x="105962" y="47741"/>
                  <a:pt x="105987" y="47741"/>
                </a:cubicBezTo>
                <a:cubicBezTo>
                  <a:pt x="106161" y="47642"/>
                  <a:pt x="106385" y="47517"/>
                  <a:pt x="106584" y="47418"/>
                </a:cubicBezTo>
                <a:cubicBezTo>
                  <a:pt x="106659" y="47368"/>
                  <a:pt x="106783" y="47318"/>
                  <a:pt x="106883" y="47268"/>
                </a:cubicBezTo>
                <a:cubicBezTo>
                  <a:pt x="107082" y="47144"/>
                  <a:pt x="107256" y="47019"/>
                  <a:pt x="107480" y="46895"/>
                </a:cubicBezTo>
                <a:cubicBezTo>
                  <a:pt x="107530" y="46870"/>
                  <a:pt x="107604" y="46795"/>
                  <a:pt x="107654" y="46770"/>
                </a:cubicBezTo>
                <a:cubicBezTo>
                  <a:pt x="107903" y="46621"/>
                  <a:pt x="108152" y="46447"/>
                  <a:pt x="108401" y="46273"/>
                </a:cubicBezTo>
                <a:close/>
                <a:moveTo>
                  <a:pt x="97026" y="48289"/>
                </a:moveTo>
                <a:cubicBezTo>
                  <a:pt x="97026" y="48314"/>
                  <a:pt x="97051" y="48363"/>
                  <a:pt x="97051" y="48363"/>
                </a:cubicBezTo>
                <a:cubicBezTo>
                  <a:pt x="96627" y="49060"/>
                  <a:pt x="96204" y="49807"/>
                  <a:pt x="95806" y="50554"/>
                </a:cubicBezTo>
                <a:lnTo>
                  <a:pt x="95756" y="50554"/>
                </a:lnTo>
                <a:cubicBezTo>
                  <a:pt x="96179" y="49807"/>
                  <a:pt x="96627" y="49036"/>
                  <a:pt x="97026" y="48289"/>
                </a:cubicBezTo>
                <a:close/>
                <a:moveTo>
                  <a:pt x="69646" y="48239"/>
                </a:moveTo>
                <a:cubicBezTo>
                  <a:pt x="69646" y="48264"/>
                  <a:pt x="69621" y="48264"/>
                  <a:pt x="69621" y="48289"/>
                </a:cubicBezTo>
                <a:cubicBezTo>
                  <a:pt x="69496" y="48363"/>
                  <a:pt x="69372" y="48438"/>
                  <a:pt x="69247" y="48513"/>
                </a:cubicBezTo>
                <a:cubicBezTo>
                  <a:pt x="69197" y="48513"/>
                  <a:pt x="69197" y="48538"/>
                  <a:pt x="69173" y="48538"/>
                </a:cubicBezTo>
                <a:cubicBezTo>
                  <a:pt x="68077" y="49160"/>
                  <a:pt x="67032" y="49882"/>
                  <a:pt x="65937" y="50629"/>
                </a:cubicBezTo>
                <a:lnTo>
                  <a:pt x="65962" y="50604"/>
                </a:lnTo>
                <a:lnTo>
                  <a:pt x="65962" y="50554"/>
                </a:lnTo>
                <a:cubicBezTo>
                  <a:pt x="66708" y="50031"/>
                  <a:pt x="67704" y="49384"/>
                  <a:pt x="68650" y="48811"/>
                </a:cubicBezTo>
                <a:cubicBezTo>
                  <a:pt x="68774" y="48762"/>
                  <a:pt x="68874" y="48687"/>
                  <a:pt x="68998" y="48637"/>
                </a:cubicBezTo>
                <a:lnTo>
                  <a:pt x="69073" y="48563"/>
                </a:lnTo>
                <a:cubicBezTo>
                  <a:pt x="69272" y="48488"/>
                  <a:pt x="69446" y="48363"/>
                  <a:pt x="69646" y="48239"/>
                </a:cubicBezTo>
                <a:close/>
                <a:moveTo>
                  <a:pt x="95408" y="46173"/>
                </a:moveTo>
                <a:cubicBezTo>
                  <a:pt x="96030" y="46696"/>
                  <a:pt x="96503" y="47368"/>
                  <a:pt x="96901" y="48065"/>
                </a:cubicBezTo>
                <a:cubicBezTo>
                  <a:pt x="96453" y="48911"/>
                  <a:pt x="96005" y="49757"/>
                  <a:pt x="95507" y="50554"/>
                </a:cubicBezTo>
                <a:lnTo>
                  <a:pt x="95458" y="50554"/>
                </a:lnTo>
                <a:cubicBezTo>
                  <a:pt x="94810" y="50629"/>
                  <a:pt x="94138" y="50653"/>
                  <a:pt x="93466" y="50653"/>
                </a:cubicBezTo>
                <a:cubicBezTo>
                  <a:pt x="92968" y="50653"/>
                  <a:pt x="92471" y="50629"/>
                  <a:pt x="91973" y="50604"/>
                </a:cubicBezTo>
                <a:lnTo>
                  <a:pt x="91649" y="50604"/>
                </a:lnTo>
                <a:cubicBezTo>
                  <a:pt x="91151" y="50554"/>
                  <a:pt x="90654" y="50504"/>
                  <a:pt x="90181" y="50429"/>
                </a:cubicBezTo>
                <a:lnTo>
                  <a:pt x="90081" y="50429"/>
                </a:lnTo>
                <a:cubicBezTo>
                  <a:pt x="89733" y="50405"/>
                  <a:pt x="89434" y="50355"/>
                  <a:pt x="89085" y="50280"/>
                </a:cubicBezTo>
                <a:cubicBezTo>
                  <a:pt x="88986" y="50255"/>
                  <a:pt x="88911" y="50255"/>
                  <a:pt x="88812" y="50230"/>
                </a:cubicBezTo>
                <a:cubicBezTo>
                  <a:pt x="88563" y="50156"/>
                  <a:pt x="88314" y="50131"/>
                  <a:pt x="88065" y="50056"/>
                </a:cubicBezTo>
                <a:lnTo>
                  <a:pt x="87990" y="50056"/>
                </a:lnTo>
                <a:lnTo>
                  <a:pt x="87617" y="49981"/>
                </a:lnTo>
                <a:cubicBezTo>
                  <a:pt x="87542" y="49932"/>
                  <a:pt x="87418" y="49907"/>
                  <a:pt x="87318" y="49882"/>
                </a:cubicBezTo>
                <a:cubicBezTo>
                  <a:pt x="86995" y="48687"/>
                  <a:pt x="86472" y="47667"/>
                  <a:pt x="85750" y="46820"/>
                </a:cubicBezTo>
                <a:lnTo>
                  <a:pt x="85825" y="46820"/>
                </a:lnTo>
                <a:cubicBezTo>
                  <a:pt x="85924" y="46870"/>
                  <a:pt x="85999" y="46870"/>
                  <a:pt x="86099" y="46895"/>
                </a:cubicBezTo>
                <a:cubicBezTo>
                  <a:pt x="86497" y="46945"/>
                  <a:pt x="86870" y="46994"/>
                  <a:pt x="87293" y="47044"/>
                </a:cubicBezTo>
                <a:cubicBezTo>
                  <a:pt x="87368" y="47044"/>
                  <a:pt x="87492" y="47069"/>
                  <a:pt x="87592" y="47069"/>
                </a:cubicBezTo>
                <a:cubicBezTo>
                  <a:pt x="88090" y="47094"/>
                  <a:pt x="88588" y="47144"/>
                  <a:pt x="89085" y="47144"/>
                </a:cubicBezTo>
                <a:cubicBezTo>
                  <a:pt x="89733" y="47144"/>
                  <a:pt x="90405" y="47094"/>
                  <a:pt x="91027" y="47044"/>
                </a:cubicBezTo>
                <a:cubicBezTo>
                  <a:pt x="91077" y="47044"/>
                  <a:pt x="91176" y="47044"/>
                  <a:pt x="91226" y="47019"/>
                </a:cubicBezTo>
                <a:lnTo>
                  <a:pt x="92072" y="46920"/>
                </a:lnTo>
                <a:cubicBezTo>
                  <a:pt x="92172" y="46920"/>
                  <a:pt x="92222" y="46895"/>
                  <a:pt x="92321" y="46895"/>
                </a:cubicBezTo>
                <a:cubicBezTo>
                  <a:pt x="92595" y="46845"/>
                  <a:pt x="92894" y="46795"/>
                  <a:pt x="93168" y="46721"/>
                </a:cubicBezTo>
                <a:cubicBezTo>
                  <a:pt x="93217" y="46721"/>
                  <a:pt x="93317" y="46696"/>
                  <a:pt x="93392" y="46696"/>
                </a:cubicBezTo>
                <a:lnTo>
                  <a:pt x="94213" y="46522"/>
                </a:lnTo>
                <a:cubicBezTo>
                  <a:pt x="94288" y="46472"/>
                  <a:pt x="94387" y="46472"/>
                  <a:pt x="94437" y="46447"/>
                </a:cubicBezTo>
                <a:cubicBezTo>
                  <a:pt x="94711" y="46397"/>
                  <a:pt x="95010" y="46298"/>
                  <a:pt x="95283" y="46198"/>
                </a:cubicBezTo>
                <a:cubicBezTo>
                  <a:pt x="95308" y="46198"/>
                  <a:pt x="95333" y="46173"/>
                  <a:pt x="95408" y="46173"/>
                </a:cubicBezTo>
                <a:close/>
                <a:moveTo>
                  <a:pt x="97797" y="50529"/>
                </a:moveTo>
                <a:lnTo>
                  <a:pt x="97797" y="50554"/>
                </a:lnTo>
                <a:lnTo>
                  <a:pt x="97797" y="50604"/>
                </a:lnTo>
                <a:cubicBezTo>
                  <a:pt x="97673" y="50629"/>
                  <a:pt x="97548" y="50653"/>
                  <a:pt x="97424" y="50653"/>
                </a:cubicBezTo>
                <a:cubicBezTo>
                  <a:pt x="97150" y="50678"/>
                  <a:pt x="96876" y="50728"/>
                  <a:pt x="96553" y="50753"/>
                </a:cubicBezTo>
                <a:cubicBezTo>
                  <a:pt x="96379" y="50753"/>
                  <a:pt x="96130" y="50778"/>
                  <a:pt x="95881" y="50778"/>
                </a:cubicBezTo>
                <a:lnTo>
                  <a:pt x="95906" y="50753"/>
                </a:lnTo>
                <a:cubicBezTo>
                  <a:pt x="96030" y="50753"/>
                  <a:pt x="96130" y="50728"/>
                  <a:pt x="96254" y="50728"/>
                </a:cubicBezTo>
                <a:lnTo>
                  <a:pt x="96379" y="50728"/>
                </a:lnTo>
                <a:cubicBezTo>
                  <a:pt x="96752" y="50678"/>
                  <a:pt x="97125" y="50653"/>
                  <a:pt x="97499" y="50604"/>
                </a:cubicBezTo>
                <a:lnTo>
                  <a:pt x="97524" y="50604"/>
                </a:lnTo>
                <a:cubicBezTo>
                  <a:pt x="97623" y="50554"/>
                  <a:pt x="97698" y="50554"/>
                  <a:pt x="97797" y="50529"/>
                </a:cubicBezTo>
                <a:close/>
                <a:moveTo>
                  <a:pt x="95682" y="50753"/>
                </a:moveTo>
                <a:cubicBezTo>
                  <a:pt x="95682" y="50753"/>
                  <a:pt x="95682" y="50778"/>
                  <a:pt x="95657" y="50778"/>
                </a:cubicBezTo>
                <a:lnTo>
                  <a:pt x="95657" y="50803"/>
                </a:lnTo>
                <a:lnTo>
                  <a:pt x="95582" y="50803"/>
                </a:lnTo>
                <a:cubicBezTo>
                  <a:pt x="95582" y="50803"/>
                  <a:pt x="95582" y="50778"/>
                  <a:pt x="95632" y="50778"/>
                </a:cubicBezTo>
                <a:cubicBezTo>
                  <a:pt x="95632" y="50778"/>
                  <a:pt x="95632" y="50753"/>
                  <a:pt x="95657" y="50753"/>
                </a:cubicBezTo>
                <a:close/>
                <a:moveTo>
                  <a:pt x="65613" y="50778"/>
                </a:moveTo>
                <a:cubicBezTo>
                  <a:pt x="65588" y="50803"/>
                  <a:pt x="65563" y="50853"/>
                  <a:pt x="65514" y="50853"/>
                </a:cubicBezTo>
                <a:cubicBezTo>
                  <a:pt x="65538" y="50803"/>
                  <a:pt x="65563" y="50778"/>
                  <a:pt x="65613" y="50778"/>
                </a:cubicBezTo>
                <a:close/>
                <a:moveTo>
                  <a:pt x="87368" y="50056"/>
                </a:moveTo>
                <a:cubicBezTo>
                  <a:pt x="87542" y="50106"/>
                  <a:pt x="87692" y="50156"/>
                  <a:pt x="87841" y="50180"/>
                </a:cubicBezTo>
                <a:cubicBezTo>
                  <a:pt x="87916" y="50180"/>
                  <a:pt x="87940" y="50230"/>
                  <a:pt x="87990" y="50230"/>
                </a:cubicBezTo>
                <a:cubicBezTo>
                  <a:pt x="88339" y="50305"/>
                  <a:pt x="88712" y="50380"/>
                  <a:pt x="89061" y="50429"/>
                </a:cubicBezTo>
                <a:cubicBezTo>
                  <a:pt x="89110" y="50429"/>
                  <a:pt x="89160" y="50454"/>
                  <a:pt x="89210" y="50454"/>
                </a:cubicBezTo>
                <a:cubicBezTo>
                  <a:pt x="89334" y="50504"/>
                  <a:pt x="89459" y="50504"/>
                  <a:pt x="89558" y="50529"/>
                </a:cubicBezTo>
                <a:lnTo>
                  <a:pt x="90106" y="50629"/>
                </a:lnTo>
                <a:cubicBezTo>
                  <a:pt x="90206" y="50629"/>
                  <a:pt x="90305" y="50653"/>
                  <a:pt x="90355" y="50653"/>
                </a:cubicBezTo>
                <a:lnTo>
                  <a:pt x="90454" y="50653"/>
                </a:lnTo>
                <a:cubicBezTo>
                  <a:pt x="90579" y="50678"/>
                  <a:pt x="90728" y="50678"/>
                  <a:pt x="90853" y="50703"/>
                </a:cubicBezTo>
                <a:cubicBezTo>
                  <a:pt x="90977" y="50703"/>
                  <a:pt x="91077" y="50753"/>
                  <a:pt x="91201" y="50753"/>
                </a:cubicBezTo>
                <a:cubicBezTo>
                  <a:pt x="91351" y="50753"/>
                  <a:pt x="91525" y="50778"/>
                  <a:pt x="91674" y="50778"/>
                </a:cubicBezTo>
                <a:lnTo>
                  <a:pt x="91799" y="50778"/>
                </a:lnTo>
                <a:cubicBezTo>
                  <a:pt x="91923" y="50778"/>
                  <a:pt x="92048" y="50803"/>
                  <a:pt x="92172" y="50803"/>
                </a:cubicBezTo>
                <a:lnTo>
                  <a:pt x="92321" y="50803"/>
                </a:lnTo>
                <a:cubicBezTo>
                  <a:pt x="92695" y="50828"/>
                  <a:pt x="93068" y="50828"/>
                  <a:pt x="93441" y="50828"/>
                </a:cubicBezTo>
                <a:cubicBezTo>
                  <a:pt x="94089" y="50828"/>
                  <a:pt x="94711" y="50803"/>
                  <a:pt x="95333" y="50778"/>
                </a:cubicBezTo>
                <a:lnTo>
                  <a:pt x="95333" y="50778"/>
                </a:lnTo>
                <a:cubicBezTo>
                  <a:pt x="95333" y="50778"/>
                  <a:pt x="95333" y="50803"/>
                  <a:pt x="95308" y="50803"/>
                </a:cubicBezTo>
                <a:cubicBezTo>
                  <a:pt x="95308" y="50803"/>
                  <a:pt x="95308" y="50828"/>
                  <a:pt x="95283" y="50828"/>
                </a:cubicBezTo>
                <a:cubicBezTo>
                  <a:pt x="94960" y="50877"/>
                  <a:pt x="94636" y="50877"/>
                  <a:pt x="94313" y="50877"/>
                </a:cubicBezTo>
                <a:lnTo>
                  <a:pt x="94263" y="50877"/>
                </a:lnTo>
                <a:cubicBezTo>
                  <a:pt x="93964" y="50877"/>
                  <a:pt x="93690" y="50902"/>
                  <a:pt x="93417" y="50902"/>
                </a:cubicBezTo>
                <a:lnTo>
                  <a:pt x="92321" y="50902"/>
                </a:lnTo>
                <a:cubicBezTo>
                  <a:pt x="92023" y="50902"/>
                  <a:pt x="91724" y="50877"/>
                  <a:pt x="91425" y="50828"/>
                </a:cubicBezTo>
                <a:lnTo>
                  <a:pt x="91226" y="50828"/>
                </a:lnTo>
                <a:cubicBezTo>
                  <a:pt x="90903" y="50803"/>
                  <a:pt x="90579" y="50778"/>
                  <a:pt x="90230" y="50703"/>
                </a:cubicBezTo>
                <a:lnTo>
                  <a:pt x="90181" y="50703"/>
                </a:lnTo>
                <a:cubicBezTo>
                  <a:pt x="89832" y="50653"/>
                  <a:pt x="89459" y="50629"/>
                  <a:pt x="89110" y="50554"/>
                </a:cubicBezTo>
                <a:cubicBezTo>
                  <a:pt x="88538" y="50454"/>
                  <a:pt x="87940" y="50305"/>
                  <a:pt x="87343" y="50156"/>
                </a:cubicBezTo>
                <a:lnTo>
                  <a:pt x="87343" y="50131"/>
                </a:lnTo>
                <a:cubicBezTo>
                  <a:pt x="87368" y="50131"/>
                  <a:pt x="87368" y="50106"/>
                  <a:pt x="87368" y="50056"/>
                </a:cubicBezTo>
                <a:close/>
                <a:moveTo>
                  <a:pt x="115445" y="38681"/>
                </a:moveTo>
                <a:cubicBezTo>
                  <a:pt x="116067" y="41444"/>
                  <a:pt x="116192" y="44530"/>
                  <a:pt x="115819" y="47766"/>
                </a:cubicBezTo>
                <a:cubicBezTo>
                  <a:pt x="115495" y="48811"/>
                  <a:pt x="115146" y="49907"/>
                  <a:pt x="114748" y="51002"/>
                </a:cubicBezTo>
                <a:cubicBezTo>
                  <a:pt x="114201" y="48811"/>
                  <a:pt x="112881" y="46621"/>
                  <a:pt x="110940" y="44505"/>
                </a:cubicBezTo>
                <a:lnTo>
                  <a:pt x="111015" y="44406"/>
                </a:lnTo>
                <a:cubicBezTo>
                  <a:pt x="111139" y="44281"/>
                  <a:pt x="111263" y="44182"/>
                  <a:pt x="111363" y="44057"/>
                </a:cubicBezTo>
                <a:lnTo>
                  <a:pt x="111836" y="43584"/>
                </a:lnTo>
                <a:lnTo>
                  <a:pt x="112110" y="43311"/>
                </a:lnTo>
                <a:cubicBezTo>
                  <a:pt x="112259" y="43161"/>
                  <a:pt x="112433" y="42962"/>
                  <a:pt x="112583" y="42813"/>
                </a:cubicBezTo>
                <a:cubicBezTo>
                  <a:pt x="112632" y="42713"/>
                  <a:pt x="112732" y="42663"/>
                  <a:pt x="112807" y="42564"/>
                </a:cubicBezTo>
                <a:lnTo>
                  <a:pt x="113255" y="41991"/>
                </a:lnTo>
                <a:cubicBezTo>
                  <a:pt x="113329" y="41942"/>
                  <a:pt x="113354" y="41867"/>
                  <a:pt x="113429" y="41792"/>
                </a:cubicBezTo>
                <a:cubicBezTo>
                  <a:pt x="113578" y="41568"/>
                  <a:pt x="113728" y="41369"/>
                  <a:pt x="113877" y="41170"/>
                </a:cubicBezTo>
                <a:cubicBezTo>
                  <a:pt x="113927" y="41145"/>
                  <a:pt x="113952" y="41095"/>
                  <a:pt x="113977" y="41046"/>
                </a:cubicBezTo>
                <a:cubicBezTo>
                  <a:pt x="114549" y="40249"/>
                  <a:pt x="115047" y="39477"/>
                  <a:pt x="115445" y="38681"/>
                </a:cubicBezTo>
                <a:close/>
                <a:moveTo>
                  <a:pt x="65812" y="48214"/>
                </a:moveTo>
                <a:cubicBezTo>
                  <a:pt x="65812" y="48314"/>
                  <a:pt x="65837" y="48388"/>
                  <a:pt x="65837" y="48463"/>
                </a:cubicBezTo>
                <a:cubicBezTo>
                  <a:pt x="65837" y="48563"/>
                  <a:pt x="65887" y="48637"/>
                  <a:pt x="65887" y="48712"/>
                </a:cubicBezTo>
                <a:lnTo>
                  <a:pt x="65887" y="49011"/>
                </a:lnTo>
                <a:lnTo>
                  <a:pt x="65887" y="49210"/>
                </a:lnTo>
                <a:cubicBezTo>
                  <a:pt x="65787" y="49284"/>
                  <a:pt x="65787" y="49359"/>
                  <a:pt x="65787" y="49434"/>
                </a:cubicBezTo>
                <a:lnTo>
                  <a:pt x="65787" y="49633"/>
                </a:lnTo>
                <a:cubicBezTo>
                  <a:pt x="65787" y="49732"/>
                  <a:pt x="65762" y="49782"/>
                  <a:pt x="65762" y="49832"/>
                </a:cubicBezTo>
                <a:cubicBezTo>
                  <a:pt x="65762" y="49907"/>
                  <a:pt x="65713" y="49932"/>
                  <a:pt x="65713" y="50006"/>
                </a:cubicBezTo>
                <a:cubicBezTo>
                  <a:pt x="65688" y="50106"/>
                  <a:pt x="65663" y="50156"/>
                  <a:pt x="65663" y="50205"/>
                </a:cubicBezTo>
                <a:cubicBezTo>
                  <a:pt x="65663" y="50255"/>
                  <a:pt x="65613" y="50280"/>
                  <a:pt x="65613" y="50305"/>
                </a:cubicBezTo>
                <a:cubicBezTo>
                  <a:pt x="65588" y="50405"/>
                  <a:pt x="65538" y="50504"/>
                  <a:pt x="65464" y="50579"/>
                </a:cubicBezTo>
                <a:cubicBezTo>
                  <a:pt x="65439" y="50653"/>
                  <a:pt x="65364" y="50678"/>
                  <a:pt x="65314" y="50753"/>
                </a:cubicBezTo>
                <a:lnTo>
                  <a:pt x="65290" y="50778"/>
                </a:lnTo>
                <a:lnTo>
                  <a:pt x="65215" y="50828"/>
                </a:lnTo>
                <a:cubicBezTo>
                  <a:pt x="64991" y="50952"/>
                  <a:pt x="64742" y="51052"/>
                  <a:pt x="64468" y="51052"/>
                </a:cubicBezTo>
                <a:cubicBezTo>
                  <a:pt x="64319" y="51052"/>
                  <a:pt x="64120" y="51027"/>
                  <a:pt x="63945" y="51002"/>
                </a:cubicBezTo>
                <a:lnTo>
                  <a:pt x="63896" y="51002"/>
                </a:lnTo>
                <a:cubicBezTo>
                  <a:pt x="63448" y="50902"/>
                  <a:pt x="62950" y="50678"/>
                  <a:pt x="62402" y="50405"/>
                </a:cubicBezTo>
                <a:cubicBezTo>
                  <a:pt x="63547" y="49583"/>
                  <a:pt x="64667" y="48886"/>
                  <a:pt x="65812" y="48214"/>
                </a:cubicBezTo>
                <a:close/>
                <a:moveTo>
                  <a:pt x="65389" y="50977"/>
                </a:moveTo>
                <a:lnTo>
                  <a:pt x="65414" y="51002"/>
                </a:lnTo>
                <a:lnTo>
                  <a:pt x="65389" y="51027"/>
                </a:lnTo>
                <a:cubicBezTo>
                  <a:pt x="65339" y="51027"/>
                  <a:pt x="65339" y="51052"/>
                  <a:pt x="65339" y="51052"/>
                </a:cubicBezTo>
                <a:lnTo>
                  <a:pt x="65314" y="51101"/>
                </a:lnTo>
                <a:cubicBezTo>
                  <a:pt x="65290" y="51126"/>
                  <a:pt x="65240" y="51126"/>
                  <a:pt x="65215" y="51126"/>
                </a:cubicBezTo>
                <a:cubicBezTo>
                  <a:pt x="65140" y="51151"/>
                  <a:pt x="65066" y="51176"/>
                  <a:pt x="65016" y="51176"/>
                </a:cubicBezTo>
                <a:lnTo>
                  <a:pt x="65290" y="51002"/>
                </a:lnTo>
                <a:cubicBezTo>
                  <a:pt x="65314" y="51002"/>
                  <a:pt x="65314" y="50977"/>
                  <a:pt x="65339" y="50977"/>
                </a:cubicBezTo>
                <a:close/>
                <a:moveTo>
                  <a:pt x="62178" y="50504"/>
                </a:moveTo>
                <a:cubicBezTo>
                  <a:pt x="62228" y="50529"/>
                  <a:pt x="62303" y="50554"/>
                  <a:pt x="62328" y="50604"/>
                </a:cubicBezTo>
                <a:cubicBezTo>
                  <a:pt x="62576" y="50728"/>
                  <a:pt x="62800" y="50803"/>
                  <a:pt x="63024" y="50902"/>
                </a:cubicBezTo>
                <a:cubicBezTo>
                  <a:pt x="63049" y="50902"/>
                  <a:pt x="63074" y="50927"/>
                  <a:pt x="63099" y="50927"/>
                </a:cubicBezTo>
                <a:cubicBezTo>
                  <a:pt x="63323" y="51027"/>
                  <a:pt x="63547" y="51101"/>
                  <a:pt x="63771" y="51126"/>
                </a:cubicBezTo>
                <a:lnTo>
                  <a:pt x="63821" y="51126"/>
                </a:lnTo>
                <a:cubicBezTo>
                  <a:pt x="64045" y="51151"/>
                  <a:pt x="64219" y="51176"/>
                  <a:pt x="64418" y="51176"/>
                </a:cubicBezTo>
                <a:cubicBezTo>
                  <a:pt x="64518" y="51176"/>
                  <a:pt x="64568" y="51176"/>
                  <a:pt x="64667" y="51151"/>
                </a:cubicBezTo>
                <a:lnTo>
                  <a:pt x="64667" y="51151"/>
                </a:lnTo>
                <a:cubicBezTo>
                  <a:pt x="64617" y="51176"/>
                  <a:pt x="64593" y="51176"/>
                  <a:pt x="64568" y="51201"/>
                </a:cubicBezTo>
                <a:cubicBezTo>
                  <a:pt x="64444" y="51230"/>
                  <a:pt x="64313" y="51244"/>
                  <a:pt x="64176" y="51244"/>
                </a:cubicBezTo>
                <a:cubicBezTo>
                  <a:pt x="63592" y="51244"/>
                  <a:pt x="62884" y="50992"/>
                  <a:pt x="62079" y="50529"/>
                </a:cubicBezTo>
                <a:cubicBezTo>
                  <a:pt x="62103" y="50529"/>
                  <a:pt x="62103" y="50504"/>
                  <a:pt x="62128" y="50504"/>
                </a:cubicBezTo>
                <a:close/>
                <a:moveTo>
                  <a:pt x="110766" y="44630"/>
                </a:moveTo>
                <a:cubicBezTo>
                  <a:pt x="112807" y="46795"/>
                  <a:pt x="114126" y="49110"/>
                  <a:pt x="114698" y="51301"/>
                </a:cubicBezTo>
                <a:cubicBezTo>
                  <a:pt x="114698" y="51350"/>
                  <a:pt x="114674" y="51375"/>
                  <a:pt x="114674" y="51400"/>
                </a:cubicBezTo>
                <a:cubicBezTo>
                  <a:pt x="114101" y="49160"/>
                  <a:pt x="112757" y="46870"/>
                  <a:pt x="110741" y="44655"/>
                </a:cubicBezTo>
                <a:cubicBezTo>
                  <a:pt x="110766" y="44655"/>
                  <a:pt x="110766" y="44630"/>
                  <a:pt x="110766" y="44630"/>
                </a:cubicBezTo>
                <a:close/>
                <a:moveTo>
                  <a:pt x="115744" y="48737"/>
                </a:moveTo>
                <a:cubicBezTo>
                  <a:pt x="115719" y="48861"/>
                  <a:pt x="115719" y="49011"/>
                  <a:pt x="115694" y="49135"/>
                </a:cubicBezTo>
                <a:cubicBezTo>
                  <a:pt x="115445" y="49882"/>
                  <a:pt x="115196" y="50629"/>
                  <a:pt x="114947" y="51400"/>
                </a:cubicBezTo>
                <a:cubicBezTo>
                  <a:pt x="114947" y="51375"/>
                  <a:pt x="114922" y="51350"/>
                  <a:pt x="114922" y="51301"/>
                </a:cubicBezTo>
                <a:cubicBezTo>
                  <a:pt x="115196" y="50429"/>
                  <a:pt x="115470" y="49608"/>
                  <a:pt x="115744" y="48737"/>
                </a:cubicBezTo>
                <a:close/>
                <a:moveTo>
                  <a:pt x="114748" y="51624"/>
                </a:moveTo>
                <a:cubicBezTo>
                  <a:pt x="114748" y="51649"/>
                  <a:pt x="114748" y="51674"/>
                  <a:pt x="114798" y="51749"/>
                </a:cubicBezTo>
                <a:cubicBezTo>
                  <a:pt x="114798" y="51774"/>
                  <a:pt x="114748" y="51848"/>
                  <a:pt x="114748" y="51873"/>
                </a:cubicBezTo>
                <a:cubicBezTo>
                  <a:pt x="114748" y="51798"/>
                  <a:pt x="114748" y="51774"/>
                  <a:pt x="114723" y="51749"/>
                </a:cubicBezTo>
                <a:cubicBezTo>
                  <a:pt x="114723" y="51724"/>
                  <a:pt x="114748" y="51649"/>
                  <a:pt x="114748" y="51624"/>
                </a:cubicBezTo>
                <a:close/>
                <a:moveTo>
                  <a:pt x="115470" y="50405"/>
                </a:moveTo>
                <a:cubicBezTo>
                  <a:pt x="115346" y="51002"/>
                  <a:pt x="115221" y="51624"/>
                  <a:pt x="115097" y="52222"/>
                </a:cubicBezTo>
                <a:lnTo>
                  <a:pt x="114997" y="51749"/>
                </a:lnTo>
                <a:cubicBezTo>
                  <a:pt x="115171" y="51301"/>
                  <a:pt x="115321" y="50877"/>
                  <a:pt x="115470" y="50405"/>
                </a:cubicBezTo>
                <a:close/>
                <a:moveTo>
                  <a:pt x="29720" y="40423"/>
                </a:moveTo>
                <a:cubicBezTo>
                  <a:pt x="32234" y="41991"/>
                  <a:pt x="34898" y="43908"/>
                  <a:pt x="37511" y="45999"/>
                </a:cubicBezTo>
                <a:cubicBezTo>
                  <a:pt x="35520" y="48139"/>
                  <a:pt x="33603" y="50355"/>
                  <a:pt x="31836" y="52595"/>
                </a:cubicBezTo>
                <a:cubicBezTo>
                  <a:pt x="29546" y="50728"/>
                  <a:pt x="27331" y="48762"/>
                  <a:pt x="25339" y="46820"/>
                </a:cubicBezTo>
                <a:cubicBezTo>
                  <a:pt x="26584" y="44680"/>
                  <a:pt x="28077" y="42539"/>
                  <a:pt x="29720" y="40423"/>
                </a:cubicBezTo>
                <a:close/>
                <a:moveTo>
                  <a:pt x="64717" y="51500"/>
                </a:moveTo>
                <a:lnTo>
                  <a:pt x="64443" y="51674"/>
                </a:lnTo>
                <a:cubicBezTo>
                  <a:pt x="64418" y="51724"/>
                  <a:pt x="64393" y="51749"/>
                  <a:pt x="64344" y="51749"/>
                </a:cubicBezTo>
                <a:cubicBezTo>
                  <a:pt x="64169" y="51873"/>
                  <a:pt x="63995" y="51998"/>
                  <a:pt x="63846" y="52122"/>
                </a:cubicBezTo>
                <a:cubicBezTo>
                  <a:pt x="63600" y="52294"/>
                  <a:pt x="63379" y="52490"/>
                  <a:pt x="63181" y="52639"/>
                </a:cubicBezTo>
                <a:lnTo>
                  <a:pt x="63181" y="52639"/>
                </a:lnTo>
                <a:cubicBezTo>
                  <a:pt x="63541" y="52296"/>
                  <a:pt x="63978" y="51972"/>
                  <a:pt x="64393" y="51649"/>
                </a:cubicBezTo>
                <a:cubicBezTo>
                  <a:pt x="64418" y="51624"/>
                  <a:pt x="64468" y="51599"/>
                  <a:pt x="64518" y="51550"/>
                </a:cubicBezTo>
                <a:cubicBezTo>
                  <a:pt x="64543" y="51525"/>
                  <a:pt x="64568" y="51500"/>
                  <a:pt x="64593" y="51500"/>
                </a:cubicBezTo>
                <a:close/>
                <a:moveTo>
                  <a:pt x="37636" y="46123"/>
                </a:moveTo>
                <a:cubicBezTo>
                  <a:pt x="37660" y="46123"/>
                  <a:pt x="37660" y="46148"/>
                  <a:pt x="37685" y="46148"/>
                </a:cubicBezTo>
                <a:cubicBezTo>
                  <a:pt x="35694" y="48289"/>
                  <a:pt x="33802" y="50504"/>
                  <a:pt x="32035" y="52744"/>
                </a:cubicBezTo>
                <a:cubicBezTo>
                  <a:pt x="31985" y="52744"/>
                  <a:pt x="31985" y="52719"/>
                  <a:pt x="31960" y="52719"/>
                </a:cubicBezTo>
                <a:cubicBezTo>
                  <a:pt x="33728" y="50479"/>
                  <a:pt x="35644" y="48264"/>
                  <a:pt x="37636" y="46123"/>
                </a:cubicBezTo>
                <a:close/>
                <a:moveTo>
                  <a:pt x="63099" y="52719"/>
                </a:moveTo>
                <a:lnTo>
                  <a:pt x="63074" y="52744"/>
                </a:lnTo>
                <a:cubicBezTo>
                  <a:pt x="63069" y="52747"/>
                  <a:pt x="63064" y="52750"/>
                  <a:pt x="63059" y="52753"/>
                </a:cubicBezTo>
                <a:lnTo>
                  <a:pt x="63059" y="52753"/>
                </a:lnTo>
                <a:lnTo>
                  <a:pt x="63099" y="52719"/>
                </a:lnTo>
                <a:close/>
                <a:moveTo>
                  <a:pt x="25215" y="46945"/>
                </a:moveTo>
                <a:cubicBezTo>
                  <a:pt x="27206" y="48911"/>
                  <a:pt x="29421" y="50853"/>
                  <a:pt x="31711" y="52719"/>
                </a:cubicBezTo>
                <a:cubicBezTo>
                  <a:pt x="31687" y="52744"/>
                  <a:pt x="31687" y="52769"/>
                  <a:pt x="31662" y="52769"/>
                </a:cubicBezTo>
                <a:cubicBezTo>
                  <a:pt x="29372" y="50927"/>
                  <a:pt x="27181" y="48986"/>
                  <a:pt x="25190" y="47019"/>
                </a:cubicBezTo>
                <a:cubicBezTo>
                  <a:pt x="25190" y="46994"/>
                  <a:pt x="25215" y="46994"/>
                  <a:pt x="25215" y="46945"/>
                </a:cubicBezTo>
                <a:close/>
                <a:moveTo>
                  <a:pt x="48662" y="37088"/>
                </a:moveTo>
                <a:cubicBezTo>
                  <a:pt x="50330" y="39303"/>
                  <a:pt x="52023" y="41469"/>
                  <a:pt x="53765" y="43435"/>
                </a:cubicBezTo>
                <a:cubicBezTo>
                  <a:pt x="53889" y="43559"/>
                  <a:pt x="53989" y="43709"/>
                  <a:pt x="54113" y="43833"/>
                </a:cubicBezTo>
                <a:cubicBezTo>
                  <a:pt x="54313" y="44032"/>
                  <a:pt x="54487" y="44207"/>
                  <a:pt x="54636" y="44431"/>
                </a:cubicBezTo>
                <a:cubicBezTo>
                  <a:pt x="51525" y="47119"/>
                  <a:pt x="48588" y="49932"/>
                  <a:pt x="45874" y="52869"/>
                </a:cubicBezTo>
                <a:cubicBezTo>
                  <a:pt x="43734" y="50728"/>
                  <a:pt x="41295" y="48538"/>
                  <a:pt x="38756" y="46497"/>
                </a:cubicBezTo>
                <a:cubicBezTo>
                  <a:pt x="41519" y="43062"/>
                  <a:pt x="44879" y="39826"/>
                  <a:pt x="48662" y="37088"/>
                </a:cubicBezTo>
                <a:close/>
                <a:moveTo>
                  <a:pt x="31836" y="52844"/>
                </a:moveTo>
                <a:cubicBezTo>
                  <a:pt x="31861" y="52844"/>
                  <a:pt x="31861" y="52869"/>
                  <a:pt x="31911" y="52869"/>
                </a:cubicBezTo>
                <a:cubicBezTo>
                  <a:pt x="31911" y="52894"/>
                  <a:pt x="31861" y="52894"/>
                  <a:pt x="31861" y="52919"/>
                </a:cubicBezTo>
                <a:cubicBezTo>
                  <a:pt x="31836" y="52919"/>
                  <a:pt x="31836" y="52894"/>
                  <a:pt x="31811" y="52894"/>
                </a:cubicBezTo>
                <a:cubicBezTo>
                  <a:pt x="31811" y="52869"/>
                  <a:pt x="31836" y="52869"/>
                  <a:pt x="31836" y="52844"/>
                </a:cubicBezTo>
                <a:close/>
                <a:moveTo>
                  <a:pt x="114848" y="52097"/>
                </a:moveTo>
                <a:cubicBezTo>
                  <a:pt x="114873" y="52296"/>
                  <a:pt x="114922" y="52545"/>
                  <a:pt x="114947" y="52769"/>
                </a:cubicBezTo>
                <a:cubicBezTo>
                  <a:pt x="114947" y="52819"/>
                  <a:pt x="114922" y="52894"/>
                  <a:pt x="114922" y="52919"/>
                </a:cubicBezTo>
                <a:cubicBezTo>
                  <a:pt x="114922" y="52719"/>
                  <a:pt x="114873" y="52470"/>
                  <a:pt x="114823" y="52222"/>
                </a:cubicBezTo>
                <a:cubicBezTo>
                  <a:pt x="114823" y="52172"/>
                  <a:pt x="114848" y="52122"/>
                  <a:pt x="114848" y="52097"/>
                </a:cubicBezTo>
                <a:close/>
                <a:moveTo>
                  <a:pt x="115968" y="48762"/>
                </a:moveTo>
                <a:cubicBezTo>
                  <a:pt x="115769" y="50131"/>
                  <a:pt x="115495" y="51525"/>
                  <a:pt x="115146" y="52968"/>
                </a:cubicBezTo>
                <a:cubicBezTo>
                  <a:pt x="115146" y="52894"/>
                  <a:pt x="115146" y="52844"/>
                  <a:pt x="115122" y="52769"/>
                </a:cubicBezTo>
                <a:cubicBezTo>
                  <a:pt x="115445" y="51550"/>
                  <a:pt x="115694" y="50380"/>
                  <a:pt x="115843" y="49185"/>
                </a:cubicBezTo>
                <a:cubicBezTo>
                  <a:pt x="115868" y="49036"/>
                  <a:pt x="115943" y="48911"/>
                  <a:pt x="115968" y="48762"/>
                </a:cubicBezTo>
                <a:close/>
                <a:moveTo>
                  <a:pt x="38656" y="46621"/>
                </a:moveTo>
                <a:cubicBezTo>
                  <a:pt x="41170" y="48662"/>
                  <a:pt x="43609" y="50803"/>
                  <a:pt x="45750" y="52968"/>
                </a:cubicBezTo>
                <a:cubicBezTo>
                  <a:pt x="45750" y="52993"/>
                  <a:pt x="45725" y="52993"/>
                  <a:pt x="45725" y="53018"/>
                </a:cubicBezTo>
                <a:cubicBezTo>
                  <a:pt x="43560" y="50877"/>
                  <a:pt x="41145" y="48687"/>
                  <a:pt x="38631" y="46671"/>
                </a:cubicBezTo>
                <a:cubicBezTo>
                  <a:pt x="38631" y="46646"/>
                  <a:pt x="38656" y="46646"/>
                  <a:pt x="38656" y="46621"/>
                </a:cubicBezTo>
                <a:close/>
                <a:moveTo>
                  <a:pt x="54810" y="44555"/>
                </a:moveTo>
                <a:cubicBezTo>
                  <a:pt x="54810" y="44580"/>
                  <a:pt x="54835" y="44580"/>
                  <a:pt x="54835" y="44605"/>
                </a:cubicBezTo>
                <a:cubicBezTo>
                  <a:pt x="51724" y="47268"/>
                  <a:pt x="48787" y="50106"/>
                  <a:pt x="46049" y="53018"/>
                </a:cubicBezTo>
                <a:lnTo>
                  <a:pt x="46024" y="52993"/>
                </a:lnTo>
                <a:cubicBezTo>
                  <a:pt x="48762" y="50056"/>
                  <a:pt x="51699" y="47243"/>
                  <a:pt x="54810" y="44555"/>
                </a:cubicBezTo>
                <a:close/>
                <a:moveTo>
                  <a:pt x="77860" y="44879"/>
                </a:moveTo>
                <a:cubicBezTo>
                  <a:pt x="77909" y="44929"/>
                  <a:pt x="77959" y="45003"/>
                  <a:pt x="78009" y="45028"/>
                </a:cubicBezTo>
                <a:lnTo>
                  <a:pt x="78108" y="45401"/>
                </a:lnTo>
                <a:cubicBezTo>
                  <a:pt x="78133" y="45501"/>
                  <a:pt x="78133" y="45576"/>
                  <a:pt x="78158" y="45675"/>
                </a:cubicBezTo>
                <a:cubicBezTo>
                  <a:pt x="78208" y="45775"/>
                  <a:pt x="78208" y="45849"/>
                  <a:pt x="78208" y="45949"/>
                </a:cubicBezTo>
                <a:lnTo>
                  <a:pt x="78208" y="46049"/>
                </a:lnTo>
                <a:cubicBezTo>
                  <a:pt x="78233" y="46173"/>
                  <a:pt x="78233" y="46298"/>
                  <a:pt x="78258" y="46397"/>
                </a:cubicBezTo>
                <a:cubicBezTo>
                  <a:pt x="78258" y="46497"/>
                  <a:pt x="78258" y="46571"/>
                  <a:pt x="78283" y="46646"/>
                </a:cubicBezTo>
                <a:cubicBezTo>
                  <a:pt x="78283" y="46795"/>
                  <a:pt x="78333" y="46945"/>
                  <a:pt x="78333" y="47144"/>
                </a:cubicBezTo>
                <a:lnTo>
                  <a:pt x="78333" y="47243"/>
                </a:lnTo>
                <a:cubicBezTo>
                  <a:pt x="78357" y="48115"/>
                  <a:pt x="78258" y="49036"/>
                  <a:pt x="78084" y="50006"/>
                </a:cubicBezTo>
                <a:lnTo>
                  <a:pt x="78084" y="50056"/>
                </a:lnTo>
                <a:cubicBezTo>
                  <a:pt x="77884" y="51027"/>
                  <a:pt x="77636" y="52022"/>
                  <a:pt x="77287" y="53018"/>
                </a:cubicBezTo>
                <a:cubicBezTo>
                  <a:pt x="75968" y="51599"/>
                  <a:pt x="74922" y="50131"/>
                  <a:pt x="74225" y="48662"/>
                </a:cubicBezTo>
                <a:cubicBezTo>
                  <a:pt x="74972" y="47542"/>
                  <a:pt x="75669" y="46447"/>
                  <a:pt x="76341" y="45327"/>
                </a:cubicBezTo>
                <a:cubicBezTo>
                  <a:pt x="76441" y="45277"/>
                  <a:pt x="76615" y="45227"/>
                  <a:pt x="76789" y="45177"/>
                </a:cubicBezTo>
                <a:cubicBezTo>
                  <a:pt x="77163" y="45053"/>
                  <a:pt x="77511" y="44953"/>
                  <a:pt x="77860" y="44879"/>
                </a:cubicBezTo>
                <a:close/>
                <a:moveTo>
                  <a:pt x="69795" y="48388"/>
                </a:moveTo>
                <a:cubicBezTo>
                  <a:pt x="69372" y="49060"/>
                  <a:pt x="68824" y="49907"/>
                  <a:pt x="68177" y="50853"/>
                </a:cubicBezTo>
                <a:cubicBezTo>
                  <a:pt x="68077" y="50977"/>
                  <a:pt x="68003" y="51126"/>
                  <a:pt x="67903" y="51251"/>
                </a:cubicBezTo>
                <a:cubicBezTo>
                  <a:pt x="67580" y="51649"/>
                  <a:pt x="67206" y="52172"/>
                  <a:pt x="66659" y="52919"/>
                </a:cubicBezTo>
                <a:cubicBezTo>
                  <a:pt x="66659" y="52919"/>
                  <a:pt x="66634" y="52968"/>
                  <a:pt x="66634" y="52993"/>
                </a:cubicBezTo>
                <a:cubicBezTo>
                  <a:pt x="66634" y="53018"/>
                  <a:pt x="66584" y="53018"/>
                  <a:pt x="66584" y="53043"/>
                </a:cubicBezTo>
                <a:lnTo>
                  <a:pt x="66484" y="53043"/>
                </a:lnTo>
                <a:cubicBezTo>
                  <a:pt x="66484" y="53018"/>
                  <a:pt x="66534" y="52993"/>
                  <a:pt x="66534" y="52993"/>
                </a:cubicBezTo>
                <a:cubicBezTo>
                  <a:pt x="66559" y="52919"/>
                  <a:pt x="66584" y="52894"/>
                  <a:pt x="66584" y="52894"/>
                </a:cubicBezTo>
                <a:lnTo>
                  <a:pt x="66659" y="52844"/>
                </a:lnTo>
                <a:cubicBezTo>
                  <a:pt x="67082" y="52271"/>
                  <a:pt x="67480" y="51724"/>
                  <a:pt x="67853" y="51176"/>
                </a:cubicBezTo>
                <a:cubicBezTo>
                  <a:pt x="67928" y="51126"/>
                  <a:pt x="67953" y="51027"/>
                  <a:pt x="68028" y="50977"/>
                </a:cubicBezTo>
                <a:cubicBezTo>
                  <a:pt x="68152" y="50803"/>
                  <a:pt x="68227" y="50653"/>
                  <a:pt x="68326" y="50529"/>
                </a:cubicBezTo>
                <a:cubicBezTo>
                  <a:pt x="68650" y="50106"/>
                  <a:pt x="68849" y="49782"/>
                  <a:pt x="69197" y="49260"/>
                </a:cubicBezTo>
                <a:lnTo>
                  <a:pt x="69770" y="48413"/>
                </a:lnTo>
                <a:lnTo>
                  <a:pt x="69795" y="48388"/>
                </a:lnTo>
                <a:close/>
                <a:moveTo>
                  <a:pt x="45874" y="53093"/>
                </a:moveTo>
                <a:lnTo>
                  <a:pt x="45899" y="53118"/>
                </a:lnTo>
                <a:cubicBezTo>
                  <a:pt x="45899" y="53143"/>
                  <a:pt x="45874" y="53143"/>
                  <a:pt x="45874" y="53167"/>
                </a:cubicBezTo>
                <a:cubicBezTo>
                  <a:pt x="45874" y="53167"/>
                  <a:pt x="45874" y="53143"/>
                  <a:pt x="45850" y="53143"/>
                </a:cubicBezTo>
                <a:cubicBezTo>
                  <a:pt x="45850" y="53118"/>
                  <a:pt x="45874" y="53118"/>
                  <a:pt x="45874" y="53093"/>
                </a:cubicBezTo>
                <a:close/>
                <a:moveTo>
                  <a:pt x="72384" y="47019"/>
                </a:moveTo>
                <a:lnTo>
                  <a:pt x="72384" y="47019"/>
                </a:lnTo>
                <a:cubicBezTo>
                  <a:pt x="71562" y="49036"/>
                  <a:pt x="70492" y="51126"/>
                  <a:pt x="69123" y="53167"/>
                </a:cubicBezTo>
                <a:cubicBezTo>
                  <a:pt x="68409" y="52979"/>
                  <a:pt x="67808" y="52891"/>
                  <a:pt x="67321" y="52891"/>
                </a:cubicBezTo>
                <a:cubicBezTo>
                  <a:pt x="67163" y="52891"/>
                  <a:pt x="67017" y="52900"/>
                  <a:pt x="66883" y="52919"/>
                </a:cubicBezTo>
                <a:cubicBezTo>
                  <a:pt x="67156" y="52595"/>
                  <a:pt x="67405" y="52246"/>
                  <a:pt x="67629" y="51923"/>
                </a:cubicBezTo>
                <a:cubicBezTo>
                  <a:pt x="67704" y="51798"/>
                  <a:pt x="67804" y="51674"/>
                  <a:pt x="67878" y="51550"/>
                </a:cubicBezTo>
                <a:cubicBezTo>
                  <a:pt x="68003" y="51400"/>
                  <a:pt x="68077" y="51251"/>
                  <a:pt x="68177" y="51126"/>
                </a:cubicBezTo>
                <a:cubicBezTo>
                  <a:pt x="68252" y="51052"/>
                  <a:pt x="68276" y="50977"/>
                  <a:pt x="68326" y="50902"/>
                </a:cubicBezTo>
                <a:cubicBezTo>
                  <a:pt x="68376" y="50877"/>
                  <a:pt x="68401" y="50803"/>
                  <a:pt x="68426" y="50778"/>
                </a:cubicBezTo>
                <a:cubicBezTo>
                  <a:pt x="68501" y="50678"/>
                  <a:pt x="68550" y="50604"/>
                  <a:pt x="68650" y="50504"/>
                </a:cubicBezTo>
                <a:lnTo>
                  <a:pt x="69023" y="49932"/>
                </a:lnTo>
                <a:cubicBezTo>
                  <a:pt x="69123" y="49807"/>
                  <a:pt x="69173" y="49683"/>
                  <a:pt x="69272" y="49533"/>
                </a:cubicBezTo>
                <a:cubicBezTo>
                  <a:pt x="69571" y="49060"/>
                  <a:pt x="69870" y="48637"/>
                  <a:pt x="70168" y="48164"/>
                </a:cubicBezTo>
                <a:cubicBezTo>
                  <a:pt x="70442" y="48015"/>
                  <a:pt x="70691" y="47891"/>
                  <a:pt x="70940" y="47716"/>
                </a:cubicBezTo>
                <a:cubicBezTo>
                  <a:pt x="71512" y="47442"/>
                  <a:pt x="71985" y="47194"/>
                  <a:pt x="72384" y="47019"/>
                </a:cubicBezTo>
                <a:close/>
                <a:moveTo>
                  <a:pt x="78208" y="45202"/>
                </a:moveTo>
                <a:lnTo>
                  <a:pt x="78233" y="45227"/>
                </a:lnTo>
                <a:lnTo>
                  <a:pt x="78258" y="45277"/>
                </a:lnTo>
                <a:cubicBezTo>
                  <a:pt x="78258" y="45302"/>
                  <a:pt x="78258" y="45327"/>
                  <a:pt x="78283" y="45352"/>
                </a:cubicBezTo>
                <a:cubicBezTo>
                  <a:pt x="78333" y="45451"/>
                  <a:pt x="78333" y="45526"/>
                  <a:pt x="78333" y="45601"/>
                </a:cubicBezTo>
                <a:cubicBezTo>
                  <a:pt x="78333" y="45650"/>
                  <a:pt x="78333" y="45675"/>
                  <a:pt x="78357" y="45700"/>
                </a:cubicBezTo>
                <a:cubicBezTo>
                  <a:pt x="78382" y="45825"/>
                  <a:pt x="78382" y="45924"/>
                  <a:pt x="78407" y="46049"/>
                </a:cubicBezTo>
                <a:cubicBezTo>
                  <a:pt x="78482" y="46273"/>
                  <a:pt x="78482" y="46372"/>
                  <a:pt x="78482" y="46447"/>
                </a:cubicBezTo>
                <a:lnTo>
                  <a:pt x="78482" y="46546"/>
                </a:lnTo>
                <a:cubicBezTo>
                  <a:pt x="78482" y="46671"/>
                  <a:pt x="78507" y="46770"/>
                  <a:pt x="78507" y="46895"/>
                </a:cubicBezTo>
                <a:lnTo>
                  <a:pt x="78507" y="47243"/>
                </a:lnTo>
                <a:lnTo>
                  <a:pt x="78507" y="47293"/>
                </a:lnTo>
                <a:lnTo>
                  <a:pt x="78507" y="47667"/>
                </a:lnTo>
                <a:lnTo>
                  <a:pt x="78507" y="48040"/>
                </a:lnTo>
                <a:lnTo>
                  <a:pt x="78507" y="48065"/>
                </a:lnTo>
                <a:cubicBezTo>
                  <a:pt x="78507" y="48189"/>
                  <a:pt x="78507" y="48314"/>
                  <a:pt x="78482" y="48438"/>
                </a:cubicBezTo>
                <a:cubicBezTo>
                  <a:pt x="78482" y="48563"/>
                  <a:pt x="78432" y="48687"/>
                  <a:pt x="78432" y="48836"/>
                </a:cubicBezTo>
                <a:cubicBezTo>
                  <a:pt x="78432" y="48961"/>
                  <a:pt x="78407" y="49135"/>
                  <a:pt x="78382" y="49260"/>
                </a:cubicBezTo>
                <a:cubicBezTo>
                  <a:pt x="78357" y="49384"/>
                  <a:pt x="78357" y="49508"/>
                  <a:pt x="78308" y="49633"/>
                </a:cubicBezTo>
                <a:cubicBezTo>
                  <a:pt x="78283" y="49782"/>
                  <a:pt x="78258" y="49907"/>
                  <a:pt x="78258" y="50056"/>
                </a:cubicBezTo>
                <a:cubicBezTo>
                  <a:pt x="78233" y="50180"/>
                  <a:pt x="78233" y="50305"/>
                  <a:pt x="78208" y="50429"/>
                </a:cubicBezTo>
                <a:cubicBezTo>
                  <a:pt x="78158" y="50579"/>
                  <a:pt x="78133" y="50753"/>
                  <a:pt x="78108" y="50877"/>
                </a:cubicBezTo>
                <a:lnTo>
                  <a:pt x="78009" y="51251"/>
                </a:lnTo>
                <a:cubicBezTo>
                  <a:pt x="77984" y="51400"/>
                  <a:pt x="77909" y="51550"/>
                  <a:pt x="77884" y="51674"/>
                </a:cubicBezTo>
                <a:lnTo>
                  <a:pt x="77785" y="52047"/>
                </a:lnTo>
                <a:lnTo>
                  <a:pt x="77785" y="52072"/>
                </a:lnTo>
                <a:cubicBezTo>
                  <a:pt x="77760" y="52246"/>
                  <a:pt x="77685" y="52371"/>
                  <a:pt x="77660" y="52520"/>
                </a:cubicBezTo>
                <a:cubicBezTo>
                  <a:pt x="77636" y="52645"/>
                  <a:pt x="77586" y="52794"/>
                  <a:pt x="77536" y="52919"/>
                </a:cubicBezTo>
                <a:lnTo>
                  <a:pt x="77536" y="52943"/>
                </a:lnTo>
                <a:cubicBezTo>
                  <a:pt x="77511" y="53043"/>
                  <a:pt x="77486" y="53118"/>
                  <a:pt x="77461" y="53192"/>
                </a:cubicBezTo>
                <a:lnTo>
                  <a:pt x="77412" y="53167"/>
                </a:lnTo>
                <a:lnTo>
                  <a:pt x="77387" y="53143"/>
                </a:lnTo>
                <a:cubicBezTo>
                  <a:pt x="77387" y="53118"/>
                  <a:pt x="77387" y="53118"/>
                  <a:pt x="77412" y="53068"/>
                </a:cubicBezTo>
                <a:cubicBezTo>
                  <a:pt x="77461" y="52993"/>
                  <a:pt x="77486" y="52894"/>
                  <a:pt x="77511" y="52819"/>
                </a:cubicBezTo>
                <a:cubicBezTo>
                  <a:pt x="77611" y="52620"/>
                  <a:pt x="77660" y="52371"/>
                  <a:pt x="77735" y="52147"/>
                </a:cubicBezTo>
                <a:lnTo>
                  <a:pt x="77735" y="52122"/>
                </a:lnTo>
                <a:cubicBezTo>
                  <a:pt x="77760" y="52022"/>
                  <a:pt x="77785" y="51898"/>
                  <a:pt x="77835" y="51798"/>
                </a:cubicBezTo>
                <a:cubicBezTo>
                  <a:pt x="77835" y="51774"/>
                  <a:pt x="77835" y="51774"/>
                  <a:pt x="77860" y="51749"/>
                </a:cubicBezTo>
                <a:cubicBezTo>
                  <a:pt x="77909" y="51525"/>
                  <a:pt x="77984" y="51276"/>
                  <a:pt x="78034" y="51052"/>
                </a:cubicBezTo>
                <a:lnTo>
                  <a:pt x="78034" y="51027"/>
                </a:lnTo>
                <a:cubicBezTo>
                  <a:pt x="78084" y="50927"/>
                  <a:pt x="78108" y="50803"/>
                  <a:pt x="78108" y="50728"/>
                </a:cubicBezTo>
                <a:lnTo>
                  <a:pt x="78108" y="50678"/>
                </a:lnTo>
                <a:cubicBezTo>
                  <a:pt x="78158" y="50429"/>
                  <a:pt x="78208" y="50180"/>
                  <a:pt x="78258" y="49932"/>
                </a:cubicBezTo>
                <a:cubicBezTo>
                  <a:pt x="78258" y="49857"/>
                  <a:pt x="78283" y="49757"/>
                  <a:pt x="78283" y="49683"/>
                </a:cubicBezTo>
                <a:cubicBezTo>
                  <a:pt x="78283" y="49633"/>
                  <a:pt x="78333" y="49533"/>
                  <a:pt x="78333" y="49484"/>
                </a:cubicBezTo>
                <a:lnTo>
                  <a:pt x="78333" y="49434"/>
                </a:lnTo>
                <a:cubicBezTo>
                  <a:pt x="78357" y="49235"/>
                  <a:pt x="78382" y="49011"/>
                  <a:pt x="78407" y="48762"/>
                </a:cubicBezTo>
                <a:lnTo>
                  <a:pt x="78407" y="48737"/>
                </a:lnTo>
                <a:lnTo>
                  <a:pt x="78407" y="48637"/>
                </a:lnTo>
                <a:cubicBezTo>
                  <a:pt x="78457" y="48438"/>
                  <a:pt x="78457" y="48264"/>
                  <a:pt x="78457" y="48065"/>
                </a:cubicBezTo>
                <a:lnTo>
                  <a:pt x="78457" y="47816"/>
                </a:lnTo>
                <a:lnTo>
                  <a:pt x="78457" y="47791"/>
                </a:lnTo>
                <a:lnTo>
                  <a:pt x="78457" y="47393"/>
                </a:lnTo>
                <a:lnTo>
                  <a:pt x="78457" y="47069"/>
                </a:lnTo>
                <a:lnTo>
                  <a:pt x="78457" y="47044"/>
                </a:lnTo>
                <a:lnTo>
                  <a:pt x="78457" y="46945"/>
                </a:lnTo>
                <a:cubicBezTo>
                  <a:pt x="78457" y="46845"/>
                  <a:pt x="78457" y="46795"/>
                  <a:pt x="78407" y="46696"/>
                </a:cubicBezTo>
                <a:cubicBezTo>
                  <a:pt x="78407" y="46571"/>
                  <a:pt x="78407" y="46422"/>
                  <a:pt x="78382" y="46298"/>
                </a:cubicBezTo>
                <a:cubicBezTo>
                  <a:pt x="78382" y="46198"/>
                  <a:pt x="78357" y="46098"/>
                  <a:pt x="78357" y="46024"/>
                </a:cubicBezTo>
                <a:cubicBezTo>
                  <a:pt x="78333" y="45849"/>
                  <a:pt x="78333" y="45700"/>
                  <a:pt x="78283" y="45576"/>
                </a:cubicBezTo>
                <a:cubicBezTo>
                  <a:pt x="78283" y="45551"/>
                  <a:pt x="78258" y="45476"/>
                  <a:pt x="78258" y="45451"/>
                </a:cubicBezTo>
                <a:cubicBezTo>
                  <a:pt x="78258" y="45426"/>
                  <a:pt x="78258" y="45401"/>
                  <a:pt x="78233" y="45352"/>
                </a:cubicBezTo>
                <a:lnTo>
                  <a:pt x="78233" y="45327"/>
                </a:lnTo>
                <a:cubicBezTo>
                  <a:pt x="78233" y="45302"/>
                  <a:pt x="78208" y="45227"/>
                  <a:pt x="78208" y="45202"/>
                </a:cubicBezTo>
                <a:close/>
                <a:moveTo>
                  <a:pt x="72757" y="46820"/>
                </a:moveTo>
                <a:cubicBezTo>
                  <a:pt x="71911" y="48936"/>
                  <a:pt x="70766" y="51101"/>
                  <a:pt x="69372" y="53267"/>
                </a:cubicBezTo>
                <a:cubicBezTo>
                  <a:pt x="69322" y="53267"/>
                  <a:pt x="69322" y="53267"/>
                  <a:pt x="69297" y="53242"/>
                </a:cubicBezTo>
                <a:cubicBezTo>
                  <a:pt x="70691" y="51126"/>
                  <a:pt x="71811" y="48936"/>
                  <a:pt x="72657" y="46870"/>
                </a:cubicBezTo>
                <a:cubicBezTo>
                  <a:pt x="72682" y="46870"/>
                  <a:pt x="72732" y="46820"/>
                  <a:pt x="72757" y="46820"/>
                </a:cubicBezTo>
                <a:close/>
                <a:moveTo>
                  <a:pt x="74026" y="48861"/>
                </a:moveTo>
                <a:cubicBezTo>
                  <a:pt x="74773" y="50355"/>
                  <a:pt x="75819" y="51798"/>
                  <a:pt x="77163" y="53242"/>
                </a:cubicBezTo>
                <a:cubicBezTo>
                  <a:pt x="77163" y="53267"/>
                  <a:pt x="77138" y="53267"/>
                  <a:pt x="77138" y="53292"/>
                </a:cubicBezTo>
                <a:cubicBezTo>
                  <a:pt x="75794" y="51873"/>
                  <a:pt x="74748" y="50380"/>
                  <a:pt x="74001" y="48911"/>
                </a:cubicBezTo>
                <a:cubicBezTo>
                  <a:pt x="74001" y="48886"/>
                  <a:pt x="74026" y="48886"/>
                  <a:pt x="74026" y="48861"/>
                </a:cubicBezTo>
                <a:close/>
                <a:moveTo>
                  <a:pt x="67331" y="53068"/>
                </a:moveTo>
                <a:cubicBezTo>
                  <a:pt x="67779" y="53068"/>
                  <a:pt x="68326" y="53167"/>
                  <a:pt x="68998" y="53367"/>
                </a:cubicBezTo>
                <a:cubicBezTo>
                  <a:pt x="68998" y="53391"/>
                  <a:pt x="68949" y="53391"/>
                  <a:pt x="68949" y="53416"/>
                </a:cubicBezTo>
                <a:cubicBezTo>
                  <a:pt x="68325" y="53249"/>
                  <a:pt x="67794" y="53165"/>
                  <a:pt x="67356" y="53165"/>
                </a:cubicBezTo>
                <a:cubicBezTo>
                  <a:pt x="67078" y="53165"/>
                  <a:pt x="66837" y="53199"/>
                  <a:pt x="66634" y="53267"/>
                </a:cubicBezTo>
                <a:cubicBezTo>
                  <a:pt x="66659" y="53242"/>
                  <a:pt x="66683" y="53217"/>
                  <a:pt x="66683" y="53167"/>
                </a:cubicBezTo>
                <a:cubicBezTo>
                  <a:pt x="66883" y="53118"/>
                  <a:pt x="67082" y="53068"/>
                  <a:pt x="67331" y="53068"/>
                </a:cubicBezTo>
                <a:close/>
                <a:moveTo>
                  <a:pt x="54960" y="44704"/>
                </a:moveTo>
                <a:cubicBezTo>
                  <a:pt x="55109" y="44879"/>
                  <a:pt x="55234" y="45028"/>
                  <a:pt x="55383" y="45177"/>
                </a:cubicBezTo>
                <a:cubicBezTo>
                  <a:pt x="55209" y="45302"/>
                  <a:pt x="55059" y="45426"/>
                  <a:pt x="54860" y="45551"/>
                </a:cubicBezTo>
                <a:lnTo>
                  <a:pt x="54835" y="45551"/>
                </a:lnTo>
                <a:cubicBezTo>
                  <a:pt x="54761" y="45576"/>
                  <a:pt x="54736" y="45601"/>
                  <a:pt x="54686" y="45650"/>
                </a:cubicBezTo>
                <a:cubicBezTo>
                  <a:pt x="54636" y="45675"/>
                  <a:pt x="54586" y="45700"/>
                  <a:pt x="54561" y="45750"/>
                </a:cubicBezTo>
                <a:lnTo>
                  <a:pt x="53715" y="46397"/>
                </a:lnTo>
                <a:lnTo>
                  <a:pt x="53641" y="46447"/>
                </a:lnTo>
                <a:cubicBezTo>
                  <a:pt x="53616" y="46472"/>
                  <a:pt x="53591" y="46522"/>
                  <a:pt x="53566" y="46522"/>
                </a:cubicBezTo>
                <a:cubicBezTo>
                  <a:pt x="53018" y="46945"/>
                  <a:pt x="52496" y="47393"/>
                  <a:pt x="51973" y="47866"/>
                </a:cubicBezTo>
                <a:lnTo>
                  <a:pt x="51873" y="47940"/>
                </a:lnTo>
                <a:cubicBezTo>
                  <a:pt x="51823" y="48015"/>
                  <a:pt x="51749" y="48040"/>
                  <a:pt x="51699" y="48115"/>
                </a:cubicBezTo>
                <a:cubicBezTo>
                  <a:pt x="51624" y="48139"/>
                  <a:pt x="51599" y="48189"/>
                  <a:pt x="51525" y="48239"/>
                </a:cubicBezTo>
                <a:lnTo>
                  <a:pt x="51450" y="48314"/>
                </a:lnTo>
                <a:cubicBezTo>
                  <a:pt x="51002" y="48737"/>
                  <a:pt x="50604" y="49110"/>
                  <a:pt x="50156" y="49508"/>
                </a:cubicBezTo>
                <a:lnTo>
                  <a:pt x="49982" y="49683"/>
                </a:lnTo>
                <a:lnTo>
                  <a:pt x="49658" y="50006"/>
                </a:lnTo>
                <a:lnTo>
                  <a:pt x="49384" y="50280"/>
                </a:lnTo>
                <a:cubicBezTo>
                  <a:pt x="49235" y="50429"/>
                  <a:pt x="49085" y="50629"/>
                  <a:pt x="48911" y="50778"/>
                </a:cubicBezTo>
                <a:cubicBezTo>
                  <a:pt x="48662" y="51027"/>
                  <a:pt x="48413" y="51276"/>
                  <a:pt x="48214" y="51550"/>
                </a:cubicBezTo>
                <a:cubicBezTo>
                  <a:pt x="48164" y="51599"/>
                  <a:pt x="48140" y="51624"/>
                  <a:pt x="48140" y="51649"/>
                </a:cubicBezTo>
                <a:lnTo>
                  <a:pt x="48090" y="51724"/>
                </a:lnTo>
                <a:cubicBezTo>
                  <a:pt x="47542" y="52296"/>
                  <a:pt x="47019" y="52894"/>
                  <a:pt x="46547" y="53491"/>
                </a:cubicBezTo>
                <a:lnTo>
                  <a:pt x="46148" y="53093"/>
                </a:lnTo>
                <a:cubicBezTo>
                  <a:pt x="48911" y="50230"/>
                  <a:pt x="51848" y="47393"/>
                  <a:pt x="54960" y="44704"/>
                </a:cubicBezTo>
                <a:close/>
                <a:moveTo>
                  <a:pt x="69197" y="53391"/>
                </a:moveTo>
                <a:cubicBezTo>
                  <a:pt x="69197" y="53391"/>
                  <a:pt x="69247" y="53416"/>
                  <a:pt x="69272" y="53416"/>
                </a:cubicBezTo>
                <a:cubicBezTo>
                  <a:pt x="69272" y="53466"/>
                  <a:pt x="69247" y="53466"/>
                  <a:pt x="69247" y="53491"/>
                </a:cubicBezTo>
                <a:cubicBezTo>
                  <a:pt x="69197" y="53491"/>
                  <a:pt x="69197" y="53491"/>
                  <a:pt x="69173" y="53466"/>
                </a:cubicBezTo>
                <a:cubicBezTo>
                  <a:pt x="69173" y="53416"/>
                  <a:pt x="69197" y="53416"/>
                  <a:pt x="69197" y="53391"/>
                </a:cubicBezTo>
                <a:close/>
                <a:moveTo>
                  <a:pt x="73006" y="46696"/>
                </a:moveTo>
                <a:cubicBezTo>
                  <a:pt x="73180" y="47318"/>
                  <a:pt x="73404" y="47990"/>
                  <a:pt x="73678" y="48612"/>
                </a:cubicBezTo>
                <a:cubicBezTo>
                  <a:pt x="72558" y="50255"/>
                  <a:pt x="71388" y="51873"/>
                  <a:pt x="70118" y="53491"/>
                </a:cubicBezTo>
                <a:cubicBezTo>
                  <a:pt x="69894" y="53416"/>
                  <a:pt x="69695" y="53367"/>
                  <a:pt x="69546" y="53292"/>
                </a:cubicBezTo>
                <a:cubicBezTo>
                  <a:pt x="70990" y="51101"/>
                  <a:pt x="72135" y="48861"/>
                  <a:pt x="73006" y="46696"/>
                </a:cubicBezTo>
                <a:close/>
                <a:moveTo>
                  <a:pt x="73777" y="48811"/>
                </a:moveTo>
                <a:cubicBezTo>
                  <a:pt x="73777" y="48811"/>
                  <a:pt x="73777" y="48861"/>
                  <a:pt x="73802" y="48861"/>
                </a:cubicBezTo>
                <a:cubicBezTo>
                  <a:pt x="72732" y="50429"/>
                  <a:pt x="71562" y="51998"/>
                  <a:pt x="70367" y="53541"/>
                </a:cubicBezTo>
                <a:lnTo>
                  <a:pt x="70318" y="53541"/>
                </a:lnTo>
                <a:cubicBezTo>
                  <a:pt x="71512" y="52022"/>
                  <a:pt x="72682" y="50429"/>
                  <a:pt x="73777" y="48811"/>
                </a:cubicBezTo>
                <a:close/>
                <a:moveTo>
                  <a:pt x="23522" y="45650"/>
                </a:moveTo>
                <a:lnTo>
                  <a:pt x="23572" y="45675"/>
                </a:lnTo>
                <a:cubicBezTo>
                  <a:pt x="21506" y="48264"/>
                  <a:pt x="19589" y="50902"/>
                  <a:pt x="17772" y="53591"/>
                </a:cubicBezTo>
                <a:lnTo>
                  <a:pt x="17723" y="53591"/>
                </a:lnTo>
                <a:cubicBezTo>
                  <a:pt x="19515" y="50927"/>
                  <a:pt x="21456" y="48264"/>
                  <a:pt x="23522" y="45650"/>
                </a:cubicBezTo>
                <a:close/>
                <a:moveTo>
                  <a:pt x="117710" y="41344"/>
                </a:moveTo>
                <a:lnTo>
                  <a:pt x="117710" y="41344"/>
                </a:lnTo>
                <a:cubicBezTo>
                  <a:pt x="117685" y="41593"/>
                  <a:pt x="117660" y="41842"/>
                  <a:pt x="117660" y="42066"/>
                </a:cubicBezTo>
                <a:cubicBezTo>
                  <a:pt x="117461" y="43584"/>
                  <a:pt x="117212" y="45327"/>
                  <a:pt x="116988" y="46671"/>
                </a:cubicBezTo>
                <a:cubicBezTo>
                  <a:pt x="116839" y="47642"/>
                  <a:pt x="116540" y="49060"/>
                  <a:pt x="116217" y="50156"/>
                </a:cubicBezTo>
                <a:cubicBezTo>
                  <a:pt x="116117" y="50479"/>
                  <a:pt x="116043" y="50778"/>
                  <a:pt x="115943" y="51126"/>
                </a:cubicBezTo>
                <a:cubicBezTo>
                  <a:pt x="115719" y="51923"/>
                  <a:pt x="115470" y="52869"/>
                  <a:pt x="115196" y="53715"/>
                </a:cubicBezTo>
                <a:lnTo>
                  <a:pt x="115196" y="53541"/>
                </a:lnTo>
                <a:cubicBezTo>
                  <a:pt x="115719" y="51599"/>
                  <a:pt x="116067" y="49658"/>
                  <a:pt x="116291" y="47816"/>
                </a:cubicBezTo>
                <a:cubicBezTo>
                  <a:pt x="116914" y="45625"/>
                  <a:pt x="117412" y="43460"/>
                  <a:pt x="117710" y="41344"/>
                </a:cubicBezTo>
                <a:close/>
                <a:moveTo>
                  <a:pt x="46049" y="53267"/>
                </a:moveTo>
                <a:lnTo>
                  <a:pt x="46472" y="53665"/>
                </a:lnTo>
                <a:cubicBezTo>
                  <a:pt x="46472" y="53715"/>
                  <a:pt x="46472" y="53715"/>
                  <a:pt x="46422" y="53740"/>
                </a:cubicBezTo>
                <a:lnTo>
                  <a:pt x="46024" y="53342"/>
                </a:lnTo>
                <a:cubicBezTo>
                  <a:pt x="46024" y="53292"/>
                  <a:pt x="46049" y="53292"/>
                  <a:pt x="46049" y="53267"/>
                </a:cubicBezTo>
                <a:close/>
                <a:moveTo>
                  <a:pt x="69421" y="53491"/>
                </a:moveTo>
                <a:cubicBezTo>
                  <a:pt x="69621" y="53541"/>
                  <a:pt x="69770" y="53615"/>
                  <a:pt x="69944" y="53665"/>
                </a:cubicBezTo>
                <a:cubicBezTo>
                  <a:pt x="69944" y="53690"/>
                  <a:pt x="69919" y="53690"/>
                  <a:pt x="69919" y="53740"/>
                </a:cubicBezTo>
                <a:cubicBezTo>
                  <a:pt x="69720" y="53665"/>
                  <a:pt x="69571" y="53615"/>
                  <a:pt x="69397" y="53541"/>
                </a:cubicBezTo>
                <a:cubicBezTo>
                  <a:pt x="69421" y="53516"/>
                  <a:pt x="69421" y="53491"/>
                  <a:pt x="69421" y="53491"/>
                </a:cubicBezTo>
                <a:close/>
                <a:moveTo>
                  <a:pt x="54494" y="46213"/>
                </a:moveTo>
                <a:cubicBezTo>
                  <a:pt x="54460" y="46240"/>
                  <a:pt x="54425" y="46268"/>
                  <a:pt x="54387" y="46298"/>
                </a:cubicBezTo>
                <a:cubicBezTo>
                  <a:pt x="54238" y="46422"/>
                  <a:pt x="54064" y="46546"/>
                  <a:pt x="53889" y="46696"/>
                </a:cubicBezTo>
                <a:cubicBezTo>
                  <a:pt x="53865" y="46746"/>
                  <a:pt x="53840" y="46746"/>
                  <a:pt x="53815" y="46770"/>
                </a:cubicBezTo>
                <a:cubicBezTo>
                  <a:pt x="53740" y="46820"/>
                  <a:pt x="53641" y="46895"/>
                  <a:pt x="53591" y="46945"/>
                </a:cubicBezTo>
                <a:cubicBezTo>
                  <a:pt x="53566" y="46970"/>
                  <a:pt x="53516" y="46970"/>
                  <a:pt x="53491" y="47019"/>
                </a:cubicBezTo>
                <a:lnTo>
                  <a:pt x="53466" y="47044"/>
                </a:lnTo>
                <a:cubicBezTo>
                  <a:pt x="53267" y="47194"/>
                  <a:pt x="53068" y="47343"/>
                  <a:pt x="52869" y="47542"/>
                </a:cubicBezTo>
                <a:lnTo>
                  <a:pt x="52844" y="47567"/>
                </a:lnTo>
                <a:lnTo>
                  <a:pt x="52769" y="47642"/>
                </a:lnTo>
                <a:cubicBezTo>
                  <a:pt x="52744" y="47642"/>
                  <a:pt x="52744" y="47667"/>
                  <a:pt x="52720" y="47667"/>
                </a:cubicBezTo>
                <a:cubicBezTo>
                  <a:pt x="52122" y="48164"/>
                  <a:pt x="51575" y="48687"/>
                  <a:pt x="51002" y="49210"/>
                </a:cubicBezTo>
                <a:cubicBezTo>
                  <a:pt x="51002" y="49210"/>
                  <a:pt x="50977" y="49210"/>
                  <a:pt x="50977" y="49260"/>
                </a:cubicBezTo>
                <a:lnTo>
                  <a:pt x="50878" y="49334"/>
                </a:lnTo>
                <a:lnTo>
                  <a:pt x="49658" y="50554"/>
                </a:lnTo>
                <a:lnTo>
                  <a:pt x="49608" y="50629"/>
                </a:lnTo>
                <a:lnTo>
                  <a:pt x="49509" y="50703"/>
                </a:lnTo>
                <a:lnTo>
                  <a:pt x="49359" y="50877"/>
                </a:lnTo>
                <a:cubicBezTo>
                  <a:pt x="49011" y="51251"/>
                  <a:pt x="48637" y="51624"/>
                  <a:pt x="48289" y="51998"/>
                </a:cubicBezTo>
                <a:lnTo>
                  <a:pt x="48140" y="52147"/>
                </a:lnTo>
                <a:lnTo>
                  <a:pt x="48040" y="52246"/>
                </a:lnTo>
                <a:cubicBezTo>
                  <a:pt x="48015" y="52271"/>
                  <a:pt x="47990" y="52321"/>
                  <a:pt x="47965" y="52371"/>
                </a:cubicBezTo>
                <a:cubicBezTo>
                  <a:pt x="47916" y="52396"/>
                  <a:pt x="47916" y="52421"/>
                  <a:pt x="47891" y="52421"/>
                </a:cubicBezTo>
                <a:cubicBezTo>
                  <a:pt x="47517" y="52869"/>
                  <a:pt x="47119" y="53317"/>
                  <a:pt x="46746" y="53765"/>
                </a:cubicBezTo>
                <a:lnTo>
                  <a:pt x="46721" y="53740"/>
                </a:lnTo>
                <a:cubicBezTo>
                  <a:pt x="46870" y="53541"/>
                  <a:pt x="46995" y="53367"/>
                  <a:pt x="47144" y="53217"/>
                </a:cubicBezTo>
                <a:cubicBezTo>
                  <a:pt x="47219" y="53118"/>
                  <a:pt x="47293" y="53018"/>
                  <a:pt x="47368" y="52943"/>
                </a:cubicBezTo>
                <a:cubicBezTo>
                  <a:pt x="47766" y="52446"/>
                  <a:pt x="48214" y="51998"/>
                  <a:pt x="48637" y="51500"/>
                </a:cubicBezTo>
                <a:cubicBezTo>
                  <a:pt x="48737" y="51400"/>
                  <a:pt x="48787" y="51301"/>
                  <a:pt x="48886" y="51251"/>
                </a:cubicBezTo>
                <a:cubicBezTo>
                  <a:pt x="49334" y="50778"/>
                  <a:pt x="49782" y="50305"/>
                  <a:pt x="50255" y="49832"/>
                </a:cubicBezTo>
                <a:lnTo>
                  <a:pt x="50479" y="49633"/>
                </a:lnTo>
                <a:cubicBezTo>
                  <a:pt x="50977" y="49160"/>
                  <a:pt x="51450" y="48687"/>
                  <a:pt x="51973" y="48264"/>
                </a:cubicBezTo>
                <a:cubicBezTo>
                  <a:pt x="52023" y="48239"/>
                  <a:pt x="52072" y="48164"/>
                  <a:pt x="52122" y="48139"/>
                </a:cubicBezTo>
                <a:lnTo>
                  <a:pt x="53242" y="47194"/>
                </a:lnTo>
                <a:lnTo>
                  <a:pt x="53715" y="46820"/>
                </a:lnTo>
                <a:lnTo>
                  <a:pt x="53815" y="46721"/>
                </a:lnTo>
                <a:cubicBezTo>
                  <a:pt x="54033" y="46546"/>
                  <a:pt x="54271" y="46371"/>
                  <a:pt x="54494" y="46213"/>
                </a:cubicBezTo>
                <a:close/>
                <a:moveTo>
                  <a:pt x="114997" y="53342"/>
                </a:moveTo>
                <a:lnTo>
                  <a:pt x="114997" y="53541"/>
                </a:lnTo>
                <a:cubicBezTo>
                  <a:pt x="114997" y="53615"/>
                  <a:pt x="114972" y="53715"/>
                  <a:pt x="114947" y="53765"/>
                </a:cubicBezTo>
                <a:lnTo>
                  <a:pt x="114947" y="53541"/>
                </a:lnTo>
                <a:cubicBezTo>
                  <a:pt x="114972" y="53491"/>
                  <a:pt x="114972" y="53391"/>
                  <a:pt x="114997" y="53342"/>
                </a:cubicBezTo>
                <a:close/>
                <a:moveTo>
                  <a:pt x="17673" y="53765"/>
                </a:moveTo>
                <a:cubicBezTo>
                  <a:pt x="17673" y="53790"/>
                  <a:pt x="17648" y="53790"/>
                  <a:pt x="17648" y="53839"/>
                </a:cubicBezTo>
                <a:lnTo>
                  <a:pt x="17598" y="53839"/>
                </a:lnTo>
                <a:cubicBezTo>
                  <a:pt x="17598" y="53790"/>
                  <a:pt x="17623" y="53790"/>
                  <a:pt x="17623" y="53765"/>
                </a:cubicBezTo>
                <a:close/>
                <a:moveTo>
                  <a:pt x="66293" y="53362"/>
                </a:moveTo>
                <a:cubicBezTo>
                  <a:pt x="66172" y="53507"/>
                  <a:pt x="66031" y="53673"/>
                  <a:pt x="65912" y="53839"/>
                </a:cubicBezTo>
                <a:cubicBezTo>
                  <a:pt x="65912" y="53790"/>
                  <a:pt x="65937" y="53765"/>
                  <a:pt x="65937" y="53740"/>
                </a:cubicBezTo>
                <a:lnTo>
                  <a:pt x="65937" y="53690"/>
                </a:lnTo>
                <a:cubicBezTo>
                  <a:pt x="65937" y="53665"/>
                  <a:pt x="65962" y="53640"/>
                  <a:pt x="65962" y="53615"/>
                </a:cubicBezTo>
                <a:cubicBezTo>
                  <a:pt x="66036" y="53516"/>
                  <a:pt x="66086" y="53416"/>
                  <a:pt x="66186" y="53367"/>
                </a:cubicBezTo>
                <a:lnTo>
                  <a:pt x="66211" y="53367"/>
                </a:lnTo>
                <a:cubicBezTo>
                  <a:pt x="66252" y="53367"/>
                  <a:pt x="66278" y="53367"/>
                  <a:pt x="66293" y="53362"/>
                </a:cubicBezTo>
                <a:close/>
                <a:moveTo>
                  <a:pt x="23721" y="45800"/>
                </a:moveTo>
                <a:cubicBezTo>
                  <a:pt x="24070" y="46173"/>
                  <a:pt x="24393" y="46546"/>
                  <a:pt x="24767" y="46895"/>
                </a:cubicBezTo>
                <a:cubicBezTo>
                  <a:pt x="23398" y="49235"/>
                  <a:pt x="22278" y="51599"/>
                  <a:pt x="21456" y="53864"/>
                </a:cubicBezTo>
                <a:cubicBezTo>
                  <a:pt x="20286" y="53715"/>
                  <a:pt x="19166" y="53615"/>
                  <a:pt x="18046" y="53591"/>
                </a:cubicBezTo>
                <a:cubicBezTo>
                  <a:pt x="19789" y="50977"/>
                  <a:pt x="21705" y="48388"/>
                  <a:pt x="23721" y="45800"/>
                </a:cubicBezTo>
                <a:close/>
                <a:moveTo>
                  <a:pt x="24891" y="47019"/>
                </a:moveTo>
                <a:lnTo>
                  <a:pt x="24916" y="47044"/>
                </a:lnTo>
                <a:cubicBezTo>
                  <a:pt x="23597" y="49359"/>
                  <a:pt x="22502" y="51649"/>
                  <a:pt x="21655" y="53889"/>
                </a:cubicBezTo>
                <a:lnTo>
                  <a:pt x="21606" y="53889"/>
                </a:lnTo>
                <a:cubicBezTo>
                  <a:pt x="22452" y="51649"/>
                  <a:pt x="23572" y="49359"/>
                  <a:pt x="24891" y="47019"/>
                </a:cubicBezTo>
                <a:close/>
                <a:moveTo>
                  <a:pt x="37835" y="46273"/>
                </a:moveTo>
                <a:cubicBezTo>
                  <a:pt x="37959" y="46372"/>
                  <a:pt x="38059" y="46447"/>
                  <a:pt x="38183" y="46546"/>
                </a:cubicBezTo>
                <a:cubicBezTo>
                  <a:pt x="36291" y="48936"/>
                  <a:pt x="34698" y="51425"/>
                  <a:pt x="33454" y="53889"/>
                </a:cubicBezTo>
                <a:cubicBezTo>
                  <a:pt x="33031" y="53541"/>
                  <a:pt x="32583" y="53217"/>
                  <a:pt x="32184" y="52869"/>
                </a:cubicBezTo>
                <a:cubicBezTo>
                  <a:pt x="33952" y="50629"/>
                  <a:pt x="35818" y="48413"/>
                  <a:pt x="37835" y="46273"/>
                </a:cubicBezTo>
                <a:close/>
                <a:moveTo>
                  <a:pt x="38308" y="46646"/>
                </a:moveTo>
                <a:cubicBezTo>
                  <a:pt x="38332" y="46646"/>
                  <a:pt x="38332" y="46671"/>
                  <a:pt x="38382" y="46671"/>
                </a:cubicBezTo>
                <a:cubicBezTo>
                  <a:pt x="36466" y="49060"/>
                  <a:pt x="34898" y="51550"/>
                  <a:pt x="33653" y="54014"/>
                </a:cubicBezTo>
                <a:cubicBezTo>
                  <a:pt x="33603" y="54014"/>
                  <a:pt x="33603" y="53989"/>
                  <a:pt x="33578" y="53989"/>
                </a:cubicBezTo>
                <a:cubicBezTo>
                  <a:pt x="34823" y="51525"/>
                  <a:pt x="36416" y="49036"/>
                  <a:pt x="38308" y="46646"/>
                </a:cubicBezTo>
                <a:close/>
                <a:moveTo>
                  <a:pt x="17897" y="53790"/>
                </a:moveTo>
                <a:cubicBezTo>
                  <a:pt x="19017" y="53839"/>
                  <a:pt x="20212" y="53889"/>
                  <a:pt x="21357" y="54039"/>
                </a:cubicBezTo>
                <a:lnTo>
                  <a:pt x="21357" y="54113"/>
                </a:lnTo>
                <a:cubicBezTo>
                  <a:pt x="20162" y="53964"/>
                  <a:pt x="19017" y="53864"/>
                  <a:pt x="17872" y="53864"/>
                </a:cubicBezTo>
                <a:cubicBezTo>
                  <a:pt x="17872" y="53839"/>
                  <a:pt x="17897" y="53839"/>
                  <a:pt x="17897" y="53790"/>
                </a:cubicBezTo>
                <a:close/>
                <a:moveTo>
                  <a:pt x="32035" y="52993"/>
                </a:moveTo>
                <a:cubicBezTo>
                  <a:pt x="32483" y="53342"/>
                  <a:pt x="32931" y="53715"/>
                  <a:pt x="33354" y="54039"/>
                </a:cubicBezTo>
                <a:cubicBezTo>
                  <a:pt x="33354" y="54088"/>
                  <a:pt x="33329" y="54088"/>
                  <a:pt x="33329" y="54113"/>
                </a:cubicBezTo>
                <a:cubicBezTo>
                  <a:pt x="32906" y="53765"/>
                  <a:pt x="32433" y="53391"/>
                  <a:pt x="31985" y="53043"/>
                </a:cubicBezTo>
                <a:cubicBezTo>
                  <a:pt x="31985" y="53018"/>
                  <a:pt x="32035" y="53018"/>
                  <a:pt x="32035" y="52993"/>
                </a:cubicBezTo>
                <a:close/>
                <a:moveTo>
                  <a:pt x="21606" y="54088"/>
                </a:moveTo>
                <a:cubicBezTo>
                  <a:pt x="21606" y="54113"/>
                  <a:pt x="21606" y="54113"/>
                  <a:pt x="21581" y="54138"/>
                </a:cubicBezTo>
                <a:lnTo>
                  <a:pt x="21506" y="54138"/>
                </a:lnTo>
                <a:cubicBezTo>
                  <a:pt x="21506" y="54113"/>
                  <a:pt x="21506" y="54113"/>
                  <a:pt x="21531" y="54088"/>
                </a:cubicBezTo>
                <a:close/>
                <a:moveTo>
                  <a:pt x="19042" y="40174"/>
                </a:moveTo>
                <a:lnTo>
                  <a:pt x="19042" y="40199"/>
                </a:lnTo>
                <a:lnTo>
                  <a:pt x="19092" y="40224"/>
                </a:lnTo>
                <a:cubicBezTo>
                  <a:pt x="18992" y="40448"/>
                  <a:pt x="18893" y="40573"/>
                  <a:pt x="18793" y="40722"/>
                </a:cubicBezTo>
                <a:lnTo>
                  <a:pt x="17673" y="42415"/>
                </a:lnTo>
                <a:cubicBezTo>
                  <a:pt x="17499" y="42713"/>
                  <a:pt x="17275" y="43037"/>
                  <a:pt x="17100" y="43311"/>
                </a:cubicBezTo>
                <a:cubicBezTo>
                  <a:pt x="16802" y="43759"/>
                  <a:pt x="16553" y="44182"/>
                  <a:pt x="16304" y="44580"/>
                </a:cubicBezTo>
                <a:cubicBezTo>
                  <a:pt x="16154" y="44829"/>
                  <a:pt x="16030" y="45053"/>
                  <a:pt x="15881" y="45277"/>
                </a:cubicBezTo>
                <a:cubicBezTo>
                  <a:pt x="15507" y="45899"/>
                  <a:pt x="15184" y="46472"/>
                  <a:pt x="14860" y="47094"/>
                </a:cubicBezTo>
                <a:cubicBezTo>
                  <a:pt x="14561" y="47592"/>
                  <a:pt x="14313" y="48090"/>
                  <a:pt x="14064" y="48612"/>
                </a:cubicBezTo>
                <a:cubicBezTo>
                  <a:pt x="14064" y="48612"/>
                  <a:pt x="14064" y="48637"/>
                  <a:pt x="14039" y="48637"/>
                </a:cubicBezTo>
                <a:cubicBezTo>
                  <a:pt x="13939" y="48811"/>
                  <a:pt x="13865" y="49011"/>
                  <a:pt x="13765" y="49235"/>
                </a:cubicBezTo>
                <a:cubicBezTo>
                  <a:pt x="13541" y="49683"/>
                  <a:pt x="13317" y="50131"/>
                  <a:pt x="13118" y="50604"/>
                </a:cubicBezTo>
                <a:cubicBezTo>
                  <a:pt x="13043" y="50753"/>
                  <a:pt x="12944" y="50902"/>
                  <a:pt x="12894" y="51052"/>
                </a:cubicBezTo>
                <a:cubicBezTo>
                  <a:pt x="12421" y="52122"/>
                  <a:pt x="11948" y="53217"/>
                  <a:pt x="11575" y="54238"/>
                </a:cubicBezTo>
                <a:lnTo>
                  <a:pt x="11525" y="54238"/>
                </a:lnTo>
                <a:cubicBezTo>
                  <a:pt x="13192" y="49658"/>
                  <a:pt x="15781" y="44879"/>
                  <a:pt x="19042" y="40174"/>
                </a:cubicBezTo>
                <a:close/>
                <a:moveTo>
                  <a:pt x="19216" y="40473"/>
                </a:moveTo>
                <a:cubicBezTo>
                  <a:pt x="20212" y="41917"/>
                  <a:pt x="21606" y="43634"/>
                  <a:pt x="23398" y="45501"/>
                </a:cubicBezTo>
                <a:cubicBezTo>
                  <a:pt x="21282" y="48139"/>
                  <a:pt x="19341" y="50853"/>
                  <a:pt x="17499" y="53591"/>
                </a:cubicBezTo>
                <a:cubicBezTo>
                  <a:pt x="15507" y="53591"/>
                  <a:pt x="13566" y="53765"/>
                  <a:pt x="11799" y="54238"/>
                </a:cubicBezTo>
                <a:cubicBezTo>
                  <a:pt x="12670" y="51898"/>
                  <a:pt x="13765" y="49508"/>
                  <a:pt x="15109" y="47094"/>
                </a:cubicBezTo>
                <a:cubicBezTo>
                  <a:pt x="15258" y="46820"/>
                  <a:pt x="15408" y="46546"/>
                  <a:pt x="15557" y="46298"/>
                </a:cubicBezTo>
                <a:cubicBezTo>
                  <a:pt x="15731" y="46024"/>
                  <a:pt x="15881" y="45775"/>
                  <a:pt x="16030" y="45501"/>
                </a:cubicBezTo>
                <a:cubicBezTo>
                  <a:pt x="16304" y="45028"/>
                  <a:pt x="16603" y="44555"/>
                  <a:pt x="16876" y="44057"/>
                </a:cubicBezTo>
                <a:cubicBezTo>
                  <a:pt x="16926" y="44008"/>
                  <a:pt x="16976" y="43908"/>
                  <a:pt x="17001" y="43833"/>
                </a:cubicBezTo>
                <a:cubicBezTo>
                  <a:pt x="17349" y="43286"/>
                  <a:pt x="17723" y="42713"/>
                  <a:pt x="18046" y="42166"/>
                </a:cubicBezTo>
                <a:cubicBezTo>
                  <a:pt x="18420" y="41568"/>
                  <a:pt x="18793" y="41046"/>
                  <a:pt x="19216" y="40473"/>
                </a:cubicBezTo>
                <a:close/>
                <a:moveTo>
                  <a:pt x="33528" y="54138"/>
                </a:moveTo>
                <a:cubicBezTo>
                  <a:pt x="33553" y="54138"/>
                  <a:pt x="33553" y="54163"/>
                  <a:pt x="33578" y="54163"/>
                </a:cubicBezTo>
                <a:cubicBezTo>
                  <a:pt x="33578" y="54213"/>
                  <a:pt x="33553" y="54213"/>
                  <a:pt x="33553" y="54238"/>
                </a:cubicBezTo>
                <a:cubicBezTo>
                  <a:pt x="33528" y="54238"/>
                  <a:pt x="33479" y="54238"/>
                  <a:pt x="33479" y="54213"/>
                </a:cubicBezTo>
                <a:cubicBezTo>
                  <a:pt x="33479" y="54163"/>
                  <a:pt x="33528" y="54163"/>
                  <a:pt x="33528" y="54138"/>
                </a:cubicBezTo>
                <a:close/>
                <a:moveTo>
                  <a:pt x="17399" y="53790"/>
                </a:moveTo>
                <a:cubicBezTo>
                  <a:pt x="17374" y="53790"/>
                  <a:pt x="17374" y="53790"/>
                  <a:pt x="17349" y="53839"/>
                </a:cubicBezTo>
                <a:cubicBezTo>
                  <a:pt x="15358" y="53839"/>
                  <a:pt x="13441" y="54039"/>
                  <a:pt x="11699" y="54512"/>
                </a:cubicBezTo>
                <a:cubicBezTo>
                  <a:pt x="11699" y="54487"/>
                  <a:pt x="11749" y="54487"/>
                  <a:pt x="11749" y="54462"/>
                </a:cubicBezTo>
                <a:cubicBezTo>
                  <a:pt x="13516" y="53989"/>
                  <a:pt x="15408" y="53790"/>
                  <a:pt x="17399" y="53790"/>
                </a:cubicBezTo>
                <a:close/>
                <a:moveTo>
                  <a:pt x="118084" y="37735"/>
                </a:moveTo>
                <a:lnTo>
                  <a:pt x="118084" y="38482"/>
                </a:lnTo>
                <a:cubicBezTo>
                  <a:pt x="118059" y="39452"/>
                  <a:pt x="118034" y="40647"/>
                  <a:pt x="117909" y="41842"/>
                </a:cubicBezTo>
                <a:cubicBezTo>
                  <a:pt x="117909" y="41942"/>
                  <a:pt x="117860" y="42016"/>
                  <a:pt x="117860" y="42091"/>
                </a:cubicBezTo>
                <a:cubicBezTo>
                  <a:pt x="117660" y="43709"/>
                  <a:pt x="117436" y="45401"/>
                  <a:pt x="117212" y="46671"/>
                </a:cubicBezTo>
                <a:cubicBezTo>
                  <a:pt x="117188" y="46820"/>
                  <a:pt x="117163" y="46945"/>
                  <a:pt x="117113" y="47119"/>
                </a:cubicBezTo>
                <a:cubicBezTo>
                  <a:pt x="116964" y="47940"/>
                  <a:pt x="116764" y="48861"/>
                  <a:pt x="116540" y="49857"/>
                </a:cubicBezTo>
                <a:cubicBezTo>
                  <a:pt x="116491" y="49981"/>
                  <a:pt x="116466" y="50106"/>
                  <a:pt x="116441" y="50180"/>
                </a:cubicBezTo>
                <a:cubicBezTo>
                  <a:pt x="116366" y="50405"/>
                  <a:pt x="116316" y="50629"/>
                  <a:pt x="116242" y="50877"/>
                </a:cubicBezTo>
                <a:lnTo>
                  <a:pt x="116142" y="51151"/>
                </a:lnTo>
                <a:cubicBezTo>
                  <a:pt x="116043" y="51624"/>
                  <a:pt x="115868" y="52172"/>
                  <a:pt x="115719" y="52719"/>
                </a:cubicBezTo>
                <a:cubicBezTo>
                  <a:pt x="115520" y="53292"/>
                  <a:pt x="115346" y="53914"/>
                  <a:pt x="115122" y="54586"/>
                </a:cubicBezTo>
                <a:cubicBezTo>
                  <a:pt x="115122" y="54611"/>
                  <a:pt x="115097" y="54611"/>
                  <a:pt x="115097" y="54636"/>
                </a:cubicBezTo>
                <a:cubicBezTo>
                  <a:pt x="115097" y="54586"/>
                  <a:pt x="115122" y="54536"/>
                  <a:pt x="115122" y="54487"/>
                </a:cubicBezTo>
                <a:lnTo>
                  <a:pt x="115122" y="54362"/>
                </a:lnTo>
                <a:cubicBezTo>
                  <a:pt x="115470" y="53391"/>
                  <a:pt x="115819" y="52147"/>
                  <a:pt x="116092" y="51151"/>
                </a:cubicBezTo>
                <a:cubicBezTo>
                  <a:pt x="116192" y="50803"/>
                  <a:pt x="116291" y="50504"/>
                  <a:pt x="116366" y="50180"/>
                </a:cubicBezTo>
                <a:cubicBezTo>
                  <a:pt x="116690" y="49110"/>
                  <a:pt x="116964" y="47667"/>
                  <a:pt x="117163" y="46671"/>
                </a:cubicBezTo>
                <a:cubicBezTo>
                  <a:pt x="117412" y="45327"/>
                  <a:pt x="117611" y="43584"/>
                  <a:pt x="117810" y="42066"/>
                </a:cubicBezTo>
                <a:cubicBezTo>
                  <a:pt x="117934" y="41120"/>
                  <a:pt x="117984" y="39801"/>
                  <a:pt x="118034" y="38731"/>
                </a:cubicBezTo>
                <a:cubicBezTo>
                  <a:pt x="118059" y="38556"/>
                  <a:pt x="118059" y="38357"/>
                  <a:pt x="118059" y="38208"/>
                </a:cubicBezTo>
                <a:lnTo>
                  <a:pt x="118059" y="38083"/>
                </a:lnTo>
                <a:cubicBezTo>
                  <a:pt x="118059" y="37959"/>
                  <a:pt x="118059" y="37859"/>
                  <a:pt x="118084" y="37735"/>
                </a:cubicBezTo>
                <a:close/>
                <a:moveTo>
                  <a:pt x="62952" y="52842"/>
                </a:moveTo>
                <a:lnTo>
                  <a:pt x="62952" y="52842"/>
                </a:lnTo>
                <a:cubicBezTo>
                  <a:pt x="62941" y="52853"/>
                  <a:pt x="62931" y="52862"/>
                  <a:pt x="62925" y="52869"/>
                </a:cubicBezTo>
                <a:lnTo>
                  <a:pt x="62352" y="53342"/>
                </a:lnTo>
                <a:cubicBezTo>
                  <a:pt x="61979" y="53615"/>
                  <a:pt x="61606" y="53914"/>
                  <a:pt x="61307" y="54213"/>
                </a:cubicBezTo>
                <a:cubicBezTo>
                  <a:pt x="61034" y="54445"/>
                  <a:pt x="60760" y="54670"/>
                  <a:pt x="60495" y="54896"/>
                </a:cubicBezTo>
                <a:lnTo>
                  <a:pt x="60495" y="54896"/>
                </a:lnTo>
                <a:cubicBezTo>
                  <a:pt x="60654" y="54753"/>
                  <a:pt x="60809" y="54615"/>
                  <a:pt x="60959" y="54487"/>
                </a:cubicBezTo>
                <a:cubicBezTo>
                  <a:pt x="61058" y="54387"/>
                  <a:pt x="61183" y="54288"/>
                  <a:pt x="61282" y="54213"/>
                </a:cubicBezTo>
                <a:cubicBezTo>
                  <a:pt x="61307" y="54213"/>
                  <a:pt x="61307" y="54163"/>
                  <a:pt x="61332" y="54163"/>
                </a:cubicBezTo>
                <a:cubicBezTo>
                  <a:pt x="61606" y="53914"/>
                  <a:pt x="61929" y="53665"/>
                  <a:pt x="62228" y="53416"/>
                </a:cubicBezTo>
                <a:cubicBezTo>
                  <a:pt x="62352" y="53342"/>
                  <a:pt x="62452" y="53242"/>
                  <a:pt x="62576" y="53143"/>
                </a:cubicBezTo>
                <a:cubicBezTo>
                  <a:pt x="62651" y="53093"/>
                  <a:pt x="62726" y="53018"/>
                  <a:pt x="62800" y="52968"/>
                </a:cubicBezTo>
                <a:lnTo>
                  <a:pt x="62952" y="52842"/>
                </a:lnTo>
                <a:close/>
                <a:moveTo>
                  <a:pt x="78606" y="45675"/>
                </a:moveTo>
                <a:lnTo>
                  <a:pt x="78656" y="45725"/>
                </a:lnTo>
                <a:lnTo>
                  <a:pt x="78656" y="45700"/>
                </a:lnTo>
                <a:cubicBezTo>
                  <a:pt x="78706" y="45725"/>
                  <a:pt x="78731" y="45725"/>
                  <a:pt x="78731" y="45775"/>
                </a:cubicBezTo>
                <a:cubicBezTo>
                  <a:pt x="78756" y="45800"/>
                  <a:pt x="78830" y="45849"/>
                  <a:pt x="78880" y="45899"/>
                </a:cubicBezTo>
                <a:cubicBezTo>
                  <a:pt x="78930" y="45924"/>
                  <a:pt x="78980" y="45999"/>
                  <a:pt x="79029" y="46024"/>
                </a:cubicBezTo>
                <a:lnTo>
                  <a:pt x="79079" y="46049"/>
                </a:lnTo>
                <a:cubicBezTo>
                  <a:pt x="79204" y="46173"/>
                  <a:pt x="79328" y="46273"/>
                  <a:pt x="79477" y="46397"/>
                </a:cubicBezTo>
                <a:cubicBezTo>
                  <a:pt x="79602" y="46472"/>
                  <a:pt x="79726" y="46571"/>
                  <a:pt x="79851" y="46696"/>
                </a:cubicBezTo>
                <a:cubicBezTo>
                  <a:pt x="79901" y="46770"/>
                  <a:pt x="80000" y="46820"/>
                  <a:pt x="80075" y="46845"/>
                </a:cubicBezTo>
                <a:cubicBezTo>
                  <a:pt x="80125" y="46895"/>
                  <a:pt x="80174" y="46945"/>
                  <a:pt x="80224" y="46970"/>
                </a:cubicBezTo>
                <a:cubicBezTo>
                  <a:pt x="80374" y="47094"/>
                  <a:pt x="80523" y="47194"/>
                  <a:pt x="80697" y="47293"/>
                </a:cubicBezTo>
                <a:cubicBezTo>
                  <a:pt x="80722" y="47293"/>
                  <a:pt x="80722" y="47318"/>
                  <a:pt x="80747" y="47318"/>
                </a:cubicBezTo>
                <a:cubicBezTo>
                  <a:pt x="80822" y="47343"/>
                  <a:pt x="80847" y="47393"/>
                  <a:pt x="80896" y="47418"/>
                </a:cubicBezTo>
                <a:lnTo>
                  <a:pt x="80946" y="47442"/>
                </a:lnTo>
                <a:cubicBezTo>
                  <a:pt x="80971" y="47467"/>
                  <a:pt x="80996" y="47467"/>
                  <a:pt x="81021" y="47517"/>
                </a:cubicBezTo>
                <a:lnTo>
                  <a:pt x="81319" y="47691"/>
                </a:lnTo>
                <a:cubicBezTo>
                  <a:pt x="81394" y="47766"/>
                  <a:pt x="81469" y="47791"/>
                  <a:pt x="81568" y="47841"/>
                </a:cubicBezTo>
                <a:cubicBezTo>
                  <a:pt x="81643" y="47915"/>
                  <a:pt x="81743" y="47965"/>
                  <a:pt x="81842" y="48015"/>
                </a:cubicBezTo>
                <a:cubicBezTo>
                  <a:pt x="82016" y="48139"/>
                  <a:pt x="82240" y="48214"/>
                  <a:pt x="82440" y="48339"/>
                </a:cubicBezTo>
                <a:cubicBezTo>
                  <a:pt x="82489" y="48388"/>
                  <a:pt x="82589" y="48438"/>
                  <a:pt x="82639" y="48463"/>
                </a:cubicBezTo>
                <a:cubicBezTo>
                  <a:pt x="82763" y="48538"/>
                  <a:pt x="82888" y="48587"/>
                  <a:pt x="82987" y="48662"/>
                </a:cubicBezTo>
                <a:cubicBezTo>
                  <a:pt x="83087" y="48712"/>
                  <a:pt x="83211" y="48787"/>
                  <a:pt x="83311" y="48811"/>
                </a:cubicBezTo>
                <a:lnTo>
                  <a:pt x="83485" y="48911"/>
                </a:lnTo>
                <a:lnTo>
                  <a:pt x="83684" y="49011"/>
                </a:lnTo>
                <a:cubicBezTo>
                  <a:pt x="82390" y="51052"/>
                  <a:pt x="80996" y="53118"/>
                  <a:pt x="79477" y="55134"/>
                </a:cubicBezTo>
                <a:cubicBezTo>
                  <a:pt x="78830" y="54586"/>
                  <a:pt x="78208" y="54014"/>
                  <a:pt x="77611" y="53416"/>
                </a:cubicBezTo>
                <a:cubicBezTo>
                  <a:pt x="78407" y="51151"/>
                  <a:pt x="78830" y="48986"/>
                  <a:pt x="78731" y="47019"/>
                </a:cubicBezTo>
                <a:lnTo>
                  <a:pt x="78731" y="46920"/>
                </a:lnTo>
                <a:cubicBezTo>
                  <a:pt x="78731" y="46770"/>
                  <a:pt x="78706" y="46621"/>
                  <a:pt x="78706" y="46447"/>
                </a:cubicBezTo>
                <a:lnTo>
                  <a:pt x="78706" y="46322"/>
                </a:lnTo>
                <a:lnTo>
                  <a:pt x="78606" y="45675"/>
                </a:lnTo>
                <a:close/>
                <a:moveTo>
                  <a:pt x="83833" y="49135"/>
                </a:moveTo>
                <a:cubicBezTo>
                  <a:pt x="83858" y="49135"/>
                  <a:pt x="83858" y="49160"/>
                  <a:pt x="83883" y="49160"/>
                </a:cubicBezTo>
                <a:cubicBezTo>
                  <a:pt x="82589" y="51176"/>
                  <a:pt x="81195" y="53242"/>
                  <a:pt x="79652" y="55283"/>
                </a:cubicBezTo>
                <a:cubicBezTo>
                  <a:pt x="79627" y="55283"/>
                  <a:pt x="79627" y="55258"/>
                  <a:pt x="79602" y="55258"/>
                </a:cubicBezTo>
                <a:cubicBezTo>
                  <a:pt x="81120" y="53242"/>
                  <a:pt x="82514" y="51176"/>
                  <a:pt x="83833" y="49135"/>
                </a:cubicBezTo>
                <a:close/>
                <a:moveTo>
                  <a:pt x="77536" y="53615"/>
                </a:moveTo>
                <a:cubicBezTo>
                  <a:pt x="78108" y="54213"/>
                  <a:pt x="78731" y="54736"/>
                  <a:pt x="79378" y="55258"/>
                </a:cubicBezTo>
                <a:cubicBezTo>
                  <a:pt x="79378" y="55283"/>
                  <a:pt x="79353" y="55283"/>
                  <a:pt x="79353" y="55333"/>
                </a:cubicBezTo>
                <a:cubicBezTo>
                  <a:pt x="78706" y="54785"/>
                  <a:pt x="78084" y="54238"/>
                  <a:pt x="77511" y="53665"/>
                </a:cubicBezTo>
                <a:cubicBezTo>
                  <a:pt x="77511" y="53640"/>
                  <a:pt x="77536" y="53640"/>
                  <a:pt x="77536" y="53615"/>
                </a:cubicBezTo>
                <a:close/>
                <a:moveTo>
                  <a:pt x="79477" y="55383"/>
                </a:moveTo>
                <a:cubicBezTo>
                  <a:pt x="79502" y="55383"/>
                  <a:pt x="79527" y="55408"/>
                  <a:pt x="79527" y="55408"/>
                </a:cubicBezTo>
                <a:cubicBezTo>
                  <a:pt x="79527" y="55457"/>
                  <a:pt x="79502" y="55457"/>
                  <a:pt x="79502" y="55482"/>
                </a:cubicBezTo>
                <a:cubicBezTo>
                  <a:pt x="79477" y="55482"/>
                  <a:pt x="79477" y="55457"/>
                  <a:pt x="79453" y="55457"/>
                </a:cubicBezTo>
                <a:cubicBezTo>
                  <a:pt x="79453" y="55408"/>
                  <a:pt x="79477" y="55408"/>
                  <a:pt x="79477" y="55383"/>
                </a:cubicBezTo>
                <a:close/>
                <a:moveTo>
                  <a:pt x="18644" y="39627"/>
                </a:moveTo>
                <a:cubicBezTo>
                  <a:pt x="18743" y="39801"/>
                  <a:pt x="18818" y="39925"/>
                  <a:pt x="18917" y="40075"/>
                </a:cubicBezTo>
                <a:cubicBezTo>
                  <a:pt x="18021" y="41344"/>
                  <a:pt x="17150" y="42663"/>
                  <a:pt x="16379" y="43958"/>
                </a:cubicBezTo>
                <a:cubicBezTo>
                  <a:pt x="14188" y="47517"/>
                  <a:pt x="12520" y="51002"/>
                  <a:pt x="11276" y="54362"/>
                </a:cubicBezTo>
                <a:cubicBezTo>
                  <a:pt x="10131" y="54711"/>
                  <a:pt x="9061" y="55109"/>
                  <a:pt x="8140" y="55607"/>
                </a:cubicBezTo>
                <a:cubicBezTo>
                  <a:pt x="10952" y="50280"/>
                  <a:pt x="14512" y="44879"/>
                  <a:pt x="18644" y="39627"/>
                </a:cubicBezTo>
                <a:close/>
                <a:moveTo>
                  <a:pt x="18519" y="39428"/>
                </a:moveTo>
                <a:cubicBezTo>
                  <a:pt x="18519" y="39452"/>
                  <a:pt x="18544" y="39452"/>
                  <a:pt x="18544" y="39477"/>
                </a:cubicBezTo>
                <a:cubicBezTo>
                  <a:pt x="14313" y="44804"/>
                  <a:pt x="10703" y="50305"/>
                  <a:pt x="7841" y="55781"/>
                </a:cubicBezTo>
                <a:cubicBezTo>
                  <a:pt x="7816" y="55831"/>
                  <a:pt x="7791" y="55831"/>
                  <a:pt x="7766" y="55856"/>
                </a:cubicBezTo>
                <a:cubicBezTo>
                  <a:pt x="10629" y="50355"/>
                  <a:pt x="14263" y="44804"/>
                  <a:pt x="18519" y="39428"/>
                </a:cubicBezTo>
                <a:close/>
                <a:moveTo>
                  <a:pt x="25090" y="47194"/>
                </a:moveTo>
                <a:cubicBezTo>
                  <a:pt x="27082" y="49135"/>
                  <a:pt x="29297" y="51101"/>
                  <a:pt x="31562" y="52919"/>
                </a:cubicBezTo>
                <a:cubicBezTo>
                  <a:pt x="30790" y="53889"/>
                  <a:pt x="30044" y="54860"/>
                  <a:pt x="29322" y="55856"/>
                </a:cubicBezTo>
                <a:cubicBezTo>
                  <a:pt x="26883" y="54960"/>
                  <a:pt x="24369" y="54288"/>
                  <a:pt x="21879" y="53914"/>
                </a:cubicBezTo>
                <a:cubicBezTo>
                  <a:pt x="22701" y="51724"/>
                  <a:pt x="23746" y="49484"/>
                  <a:pt x="25090" y="47194"/>
                </a:cubicBezTo>
                <a:close/>
                <a:moveTo>
                  <a:pt x="31687" y="53018"/>
                </a:moveTo>
                <a:cubicBezTo>
                  <a:pt x="31711" y="53018"/>
                  <a:pt x="31711" y="53043"/>
                  <a:pt x="31736" y="53043"/>
                </a:cubicBezTo>
                <a:cubicBezTo>
                  <a:pt x="30990" y="54014"/>
                  <a:pt x="30243" y="54935"/>
                  <a:pt x="29546" y="55905"/>
                </a:cubicBezTo>
                <a:cubicBezTo>
                  <a:pt x="29496" y="55905"/>
                  <a:pt x="29496" y="55881"/>
                  <a:pt x="29471" y="55881"/>
                </a:cubicBezTo>
                <a:cubicBezTo>
                  <a:pt x="30193" y="54960"/>
                  <a:pt x="30940" y="53989"/>
                  <a:pt x="31687" y="53018"/>
                </a:cubicBezTo>
                <a:close/>
                <a:moveTo>
                  <a:pt x="11176" y="54611"/>
                </a:moveTo>
                <a:cubicBezTo>
                  <a:pt x="11176" y="54611"/>
                  <a:pt x="11176" y="54636"/>
                  <a:pt x="11151" y="54661"/>
                </a:cubicBezTo>
                <a:cubicBezTo>
                  <a:pt x="9932" y="55009"/>
                  <a:pt x="8837" y="55482"/>
                  <a:pt x="7916" y="56030"/>
                </a:cubicBezTo>
                <a:cubicBezTo>
                  <a:pt x="7940" y="56005"/>
                  <a:pt x="7940" y="55980"/>
                  <a:pt x="7965" y="55955"/>
                </a:cubicBezTo>
                <a:cubicBezTo>
                  <a:pt x="8911" y="55408"/>
                  <a:pt x="10006" y="54960"/>
                  <a:pt x="11176" y="54611"/>
                </a:cubicBezTo>
                <a:close/>
                <a:moveTo>
                  <a:pt x="21780" y="54088"/>
                </a:moveTo>
                <a:cubicBezTo>
                  <a:pt x="24244" y="54462"/>
                  <a:pt x="26758" y="55084"/>
                  <a:pt x="29173" y="55980"/>
                </a:cubicBezTo>
                <a:cubicBezTo>
                  <a:pt x="29173" y="56005"/>
                  <a:pt x="29173" y="56030"/>
                  <a:pt x="29123" y="56030"/>
                </a:cubicBezTo>
                <a:cubicBezTo>
                  <a:pt x="26733" y="55134"/>
                  <a:pt x="24244" y="54512"/>
                  <a:pt x="21755" y="54138"/>
                </a:cubicBezTo>
                <a:cubicBezTo>
                  <a:pt x="21755" y="54113"/>
                  <a:pt x="21755" y="54113"/>
                  <a:pt x="21780" y="54088"/>
                </a:cubicBezTo>
                <a:close/>
                <a:moveTo>
                  <a:pt x="29347" y="56080"/>
                </a:moveTo>
                <a:cubicBezTo>
                  <a:pt x="29372" y="56080"/>
                  <a:pt x="29372" y="56105"/>
                  <a:pt x="29421" y="56105"/>
                </a:cubicBezTo>
                <a:cubicBezTo>
                  <a:pt x="29421" y="56129"/>
                  <a:pt x="29372" y="56129"/>
                  <a:pt x="29372" y="56154"/>
                </a:cubicBezTo>
                <a:cubicBezTo>
                  <a:pt x="29347" y="56129"/>
                  <a:pt x="29347" y="56129"/>
                  <a:pt x="29322" y="56129"/>
                </a:cubicBezTo>
                <a:cubicBezTo>
                  <a:pt x="29322" y="56105"/>
                  <a:pt x="29347" y="56105"/>
                  <a:pt x="29347" y="56080"/>
                </a:cubicBezTo>
                <a:close/>
                <a:moveTo>
                  <a:pt x="59807" y="55507"/>
                </a:moveTo>
                <a:cubicBezTo>
                  <a:pt x="59599" y="55690"/>
                  <a:pt x="59374" y="55874"/>
                  <a:pt x="59191" y="56080"/>
                </a:cubicBezTo>
                <a:cubicBezTo>
                  <a:pt x="59146" y="56110"/>
                  <a:pt x="59110" y="56131"/>
                  <a:pt x="59077" y="56160"/>
                </a:cubicBezTo>
                <a:lnTo>
                  <a:pt x="59077" y="56160"/>
                </a:lnTo>
                <a:cubicBezTo>
                  <a:pt x="59123" y="56117"/>
                  <a:pt x="59170" y="56073"/>
                  <a:pt x="59216" y="56030"/>
                </a:cubicBezTo>
                <a:cubicBezTo>
                  <a:pt x="59406" y="55864"/>
                  <a:pt x="59596" y="55675"/>
                  <a:pt x="59807" y="55507"/>
                </a:cubicBezTo>
                <a:close/>
                <a:moveTo>
                  <a:pt x="7667" y="56105"/>
                </a:moveTo>
                <a:cubicBezTo>
                  <a:pt x="7642" y="56129"/>
                  <a:pt x="7642" y="56154"/>
                  <a:pt x="7592" y="56229"/>
                </a:cubicBezTo>
                <a:cubicBezTo>
                  <a:pt x="7567" y="56229"/>
                  <a:pt x="7542" y="56254"/>
                  <a:pt x="7517" y="56279"/>
                </a:cubicBezTo>
                <a:cubicBezTo>
                  <a:pt x="7542" y="56254"/>
                  <a:pt x="7542" y="56229"/>
                  <a:pt x="7567" y="56154"/>
                </a:cubicBezTo>
                <a:cubicBezTo>
                  <a:pt x="7592" y="56129"/>
                  <a:pt x="7642" y="56129"/>
                  <a:pt x="7667" y="56105"/>
                </a:cubicBezTo>
                <a:close/>
                <a:moveTo>
                  <a:pt x="73877" y="49110"/>
                </a:moveTo>
                <a:cubicBezTo>
                  <a:pt x="74624" y="50604"/>
                  <a:pt x="75669" y="52097"/>
                  <a:pt x="77038" y="53516"/>
                </a:cubicBezTo>
                <a:cubicBezTo>
                  <a:pt x="76739" y="54412"/>
                  <a:pt x="76341" y="55383"/>
                  <a:pt x="75868" y="56329"/>
                </a:cubicBezTo>
                <a:cubicBezTo>
                  <a:pt x="73902" y="55159"/>
                  <a:pt x="72060" y="54263"/>
                  <a:pt x="70517" y="53665"/>
                </a:cubicBezTo>
                <a:cubicBezTo>
                  <a:pt x="71687" y="52172"/>
                  <a:pt x="72856" y="50653"/>
                  <a:pt x="73877" y="49110"/>
                </a:cubicBezTo>
                <a:close/>
                <a:moveTo>
                  <a:pt x="77237" y="53665"/>
                </a:moveTo>
                <a:cubicBezTo>
                  <a:pt x="77262" y="53715"/>
                  <a:pt x="77262" y="53715"/>
                  <a:pt x="77287" y="53715"/>
                </a:cubicBezTo>
                <a:cubicBezTo>
                  <a:pt x="77287" y="53740"/>
                  <a:pt x="77262" y="53765"/>
                  <a:pt x="77262" y="53790"/>
                </a:cubicBezTo>
                <a:cubicBezTo>
                  <a:pt x="77262" y="53839"/>
                  <a:pt x="77237" y="53864"/>
                  <a:pt x="77237" y="53889"/>
                </a:cubicBezTo>
                <a:cubicBezTo>
                  <a:pt x="77188" y="53989"/>
                  <a:pt x="77138" y="54088"/>
                  <a:pt x="77113" y="54163"/>
                </a:cubicBezTo>
                <a:cubicBezTo>
                  <a:pt x="77038" y="54337"/>
                  <a:pt x="76988" y="54487"/>
                  <a:pt x="76914" y="54611"/>
                </a:cubicBezTo>
                <a:cubicBezTo>
                  <a:pt x="76889" y="54661"/>
                  <a:pt x="76889" y="54736"/>
                  <a:pt x="76864" y="54760"/>
                </a:cubicBezTo>
                <a:cubicBezTo>
                  <a:pt x="76814" y="54785"/>
                  <a:pt x="76814" y="54860"/>
                  <a:pt x="76789" y="54885"/>
                </a:cubicBezTo>
                <a:cubicBezTo>
                  <a:pt x="76789" y="54910"/>
                  <a:pt x="76764" y="54910"/>
                  <a:pt x="76764" y="54960"/>
                </a:cubicBezTo>
                <a:cubicBezTo>
                  <a:pt x="76690" y="55109"/>
                  <a:pt x="76615" y="55258"/>
                  <a:pt x="76540" y="55457"/>
                </a:cubicBezTo>
                <a:cubicBezTo>
                  <a:pt x="76515" y="55532"/>
                  <a:pt x="76491" y="55607"/>
                  <a:pt x="76416" y="55706"/>
                </a:cubicBezTo>
                <a:cubicBezTo>
                  <a:pt x="76416" y="55731"/>
                  <a:pt x="76391" y="55756"/>
                  <a:pt x="76391" y="55756"/>
                </a:cubicBezTo>
                <a:cubicBezTo>
                  <a:pt x="76291" y="55955"/>
                  <a:pt x="76192" y="56129"/>
                  <a:pt x="76117" y="56279"/>
                </a:cubicBezTo>
                <a:cubicBezTo>
                  <a:pt x="76117" y="56329"/>
                  <a:pt x="76067" y="56353"/>
                  <a:pt x="76067" y="56378"/>
                </a:cubicBezTo>
                <a:lnTo>
                  <a:pt x="76043" y="56378"/>
                </a:lnTo>
                <a:cubicBezTo>
                  <a:pt x="76043" y="56378"/>
                  <a:pt x="76018" y="56378"/>
                  <a:pt x="76018" y="56353"/>
                </a:cubicBezTo>
                <a:cubicBezTo>
                  <a:pt x="76491" y="55482"/>
                  <a:pt x="76889" y="54586"/>
                  <a:pt x="77237" y="53665"/>
                </a:cubicBezTo>
                <a:close/>
                <a:moveTo>
                  <a:pt x="67311" y="53370"/>
                </a:moveTo>
                <a:cubicBezTo>
                  <a:pt x="67732" y="53370"/>
                  <a:pt x="68256" y="53453"/>
                  <a:pt x="68874" y="53615"/>
                </a:cubicBezTo>
                <a:cubicBezTo>
                  <a:pt x="68202" y="54536"/>
                  <a:pt x="67530" y="55482"/>
                  <a:pt x="66783" y="56453"/>
                </a:cubicBezTo>
                <a:cubicBezTo>
                  <a:pt x="66136" y="55208"/>
                  <a:pt x="65912" y="54288"/>
                  <a:pt x="66211" y="53790"/>
                </a:cubicBezTo>
                <a:cubicBezTo>
                  <a:pt x="66393" y="53509"/>
                  <a:pt x="66766" y="53370"/>
                  <a:pt x="67311" y="53370"/>
                </a:cubicBezTo>
                <a:close/>
                <a:moveTo>
                  <a:pt x="70417" y="53839"/>
                </a:moveTo>
                <a:cubicBezTo>
                  <a:pt x="71985" y="54412"/>
                  <a:pt x="73802" y="55333"/>
                  <a:pt x="75794" y="56503"/>
                </a:cubicBezTo>
                <a:cubicBezTo>
                  <a:pt x="75794" y="56528"/>
                  <a:pt x="75769" y="56528"/>
                  <a:pt x="75769" y="56577"/>
                </a:cubicBezTo>
                <a:cubicBezTo>
                  <a:pt x="73777" y="55408"/>
                  <a:pt x="71935" y="54487"/>
                  <a:pt x="70392" y="53889"/>
                </a:cubicBezTo>
                <a:cubicBezTo>
                  <a:pt x="70392" y="53864"/>
                  <a:pt x="70392" y="53839"/>
                  <a:pt x="70417" y="53839"/>
                </a:cubicBezTo>
                <a:close/>
                <a:moveTo>
                  <a:pt x="65912" y="54163"/>
                </a:moveTo>
                <a:cubicBezTo>
                  <a:pt x="65837" y="54760"/>
                  <a:pt x="66086" y="55582"/>
                  <a:pt x="66659" y="56602"/>
                </a:cubicBezTo>
                <a:lnTo>
                  <a:pt x="66584" y="56652"/>
                </a:lnTo>
                <a:cubicBezTo>
                  <a:pt x="66061" y="55657"/>
                  <a:pt x="65787" y="54860"/>
                  <a:pt x="65812" y="54263"/>
                </a:cubicBezTo>
                <a:lnTo>
                  <a:pt x="65912" y="54163"/>
                </a:lnTo>
                <a:close/>
                <a:moveTo>
                  <a:pt x="69048" y="53615"/>
                </a:moveTo>
                <a:cubicBezTo>
                  <a:pt x="69073" y="53615"/>
                  <a:pt x="69073" y="53615"/>
                  <a:pt x="69098" y="53640"/>
                </a:cubicBezTo>
                <a:cubicBezTo>
                  <a:pt x="68426" y="54661"/>
                  <a:pt x="67679" y="55657"/>
                  <a:pt x="66907" y="56652"/>
                </a:cubicBezTo>
                <a:cubicBezTo>
                  <a:pt x="66907" y="56627"/>
                  <a:pt x="66858" y="56627"/>
                  <a:pt x="66858" y="56602"/>
                </a:cubicBezTo>
                <a:cubicBezTo>
                  <a:pt x="67654" y="55607"/>
                  <a:pt x="68351" y="54611"/>
                  <a:pt x="69048" y="53615"/>
                </a:cubicBezTo>
                <a:close/>
                <a:moveTo>
                  <a:pt x="75918" y="56577"/>
                </a:moveTo>
                <a:cubicBezTo>
                  <a:pt x="75968" y="56602"/>
                  <a:pt x="75968" y="56602"/>
                  <a:pt x="75993" y="56602"/>
                </a:cubicBezTo>
                <a:cubicBezTo>
                  <a:pt x="75993" y="56627"/>
                  <a:pt x="75943" y="56627"/>
                  <a:pt x="75943" y="56652"/>
                </a:cubicBezTo>
                <a:lnTo>
                  <a:pt x="75918" y="56652"/>
                </a:lnTo>
                <a:cubicBezTo>
                  <a:pt x="75918" y="56652"/>
                  <a:pt x="75893" y="56652"/>
                  <a:pt x="75893" y="56627"/>
                </a:cubicBezTo>
                <a:cubicBezTo>
                  <a:pt x="75893" y="56602"/>
                  <a:pt x="75918" y="56602"/>
                  <a:pt x="75918" y="56577"/>
                </a:cubicBezTo>
                <a:close/>
                <a:moveTo>
                  <a:pt x="66758" y="56752"/>
                </a:moveTo>
                <a:cubicBezTo>
                  <a:pt x="66758" y="56777"/>
                  <a:pt x="66783" y="56777"/>
                  <a:pt x="66783" y="56826"/>
                </a:cubicBezTo>
                <a:lnTo>
                  <a:pt x="66708" y="56876"/>
                </a:lnTo>
                <a:cubicBezTo>
                  <a:pt x="66708" y="56876"/>
                  <a:pt x="66708" y="56851"/>
                  <a:pt x="66683" y="56826"/>
                </a:cubicBezTo>
                <a:lnTo>
                  <a:pt x="66758" y="56752"/>
                </a:lnTo>
                <a:close/>
                <a:moveTo>
                  <a:pt x="31861" y="53167"/>
                </a:moveTo>
                <a:cubicBezTo>
                  <a:pt x="32334" y="53541"/>
                  <a:pt x="32782" y="53889"/>
                  <a:pt x="33230" y="54263"/>
                </a:cubicBezTo>
                <a:cubicBezTo>
                  <a:pt x="32807" y="55208"/>
                  <a:pt x="32408" y="56105"/>
                  <a:pt x="32060" y="57001"/>
                </a:cubicBezTo>
                <a:cubicBezTo>
                  <a:pt x="31288" y="56627"/>
                  <a:pt x="30492" y="56279"/>
                  <a:pt x="29695" y="56005"/>
                </a:cubicBezTo>
                <a:cubicBezTo>
                  <a:pt x="30417" y="55084"/>
                  <a:pt x="31164" y="54113"/>
                  <a:pt x="31861" y="53167"/>
                </a:cubicBezTo>
                <a:close/>
                <a:moveTo>
                  <a:pt x="69272" y="53665"/>
                </a:moveTo>
                <a:cubicBezTo>
                  <a:pt x="69421" y="53740"/>
                  <a:pt x="69621" y="53765"/>
                  <a:pt x="69770" y="53839"/>
                </a:cubicBezTo>
                <a:cubicBezTo>
                  <a:pt x="68899" y="54885"/>
                  <a:pt x="68028" y="55955"/>
                  <a:pt x="67082" y="57001"/>
                </a:cubicBezTo>
                <a:cubicBezTo>
                  <a:pt x="67082" y="56976"/>
                  <a:pt x="67057" y="56876"/>
                  <a:pt x="67007" y="56826"/>
                </a:cubicBezTo>
                <a:cubicBezTo>
                  <a:pt x="67804" y="55781"/>
                  <a:pt x="68575" y="54736"/>
                  <a:pt x="69272" y="53665"/>
                </a:cubicBezTo>
                <a:close/>
                <a:moveTo>
                  <a:pt x="33404" y="54387"/>
                </a:moveTo>
                <a:cubicBezTo>
                  <a:pt x="33429" y="54387"/>
                  <a:pt x="33429" y="54412"/>
                  <a:pt x="33454" y="54412"/>
                </a:cubicBezTo>
                <a:cubicBezTo>
                  <a:pt x="33031" y="55333"/>
                  <a:pt x="32608" y="56229"/>
                  <a:pt x="32309" y="57125"/>
                </a:cubicBezTo>
                <a:cubicBezTo>
                  <a:pt x="32284" y="57125"/>
                  <a:pt x="32284" y="57100"/>
                  <a:pt x="32234" y="57100"/>
                </a:cubicBezTo>
                <a:cubicBezTo>
                  <a:pt x="32558" y="56204"/>
                  <a:pt x="32956" y="55283"/>
                  <a:pt x="33404" y="54387"/>
                </a:cubicBezTo>
                <a:close/>
                <a:moveTo>
                  <a:pt x="70019" y="53889"/>
                </a:moveTo>
                <a:cubicBezTo>
                  <a:pt x="69148" y="55034"/>
                  <a:pt x="68252" y="56154"/>
                  <a:pt x="67256" y="57225"/>
                </a:cubicBezTo>
                <a:cubicBezTo>
                  <a:pt x="67331" y="57075"/>
                  <a:pt x="67430" y="56951"/>
                  <a:pt x="67555" y="56801"/>
                </a:cubicBezTo>
                <a:cubicBezTo>
                  <a:pt x="67704" y="56652"/>
                  <a:pt x="67828" y="56503"/>
                  <a:pt x="68003" y="56329"/>
                </a:cubicBezTo>
                <a:cubicBezTo>
                  <a:pt x="68351" y="55905"/>
                  <a:pt x="68700" y="55482"/>
                  <a:pt x="69048" y="55084"/>
                </a:cubicBezTo>
                <a:cubicBezTo>
                  <a:pt x="69148" y="54984"/>
                  <a:pt x="69197" y="54885"/>
                  <a:pt x="69297" y="54760"/>
                </a:cubicBezTo>
                <a:cubicBezTo>
                  <a:pt x="69546" y="54487"/>
                  <a:pt x="69770" y="54188"/>
                  <a:pt x="69969" y="53889"/>
                </a:cubicBezTo>
                <a:close/>
                <a:moveTo>
                  <a:pt x="29596" y="56154"/>
                </a:moveTo>
                <a:cubicBezTo>
                  <a:pt x="30392" y="56478"/>
                  <a:pt x="31214" y="56826"/>
                  <a:pt x="32035" y="57200"/>
                </a:cubicBezTo>
                <a:cubicBezTo>
                  <a:pt x="31985" y="57225"/>
                  <a:pt x="31985" y="57225"/>
                  <a:pt x="31985" y="57250"/>
                </a:cubicBezTo>
                <a:cubicBezTo>
                  <a:pt x="31189" y="56876"/>
                  <a:pt x="30367" y="56528"/>
                  <a:pt x="29571" y="56229"/>
                </a:cubicBezTo>
                <a:cubicBezTo>
                  <a:pt x="29571" y="56204"/>
                  <a:pt x="29596" y="56204"/>
                  <a:pt x="29596" y="56154"/>
                </a:cubicBezTo>
                <a:close/>
                <a:moveTo>
                  <a:pt x="66883" y="57001"/>
                </a:moveTo>
                <a:cubicBezTo>
                  <a:pt x="66907" y="57075"/>
                  <a:pt x="66932" y="57125"/>
                  <a:pt x="67007" y="57200"/>
                </a:cubicBezTo>
                <a:cubicBezTo>
                  <a:pt x="66957" y="57200"/>
                  <a:pt x="66957" y="57225"/>
                  <a:pt x="66932" y="57250"/>
                </a:cubicBezTo>
                <a:cubicBezTo>
                  <a:pt x="66907" y="57200"/>
                  <a:pt x="66883" y="57125"/>
                  <a:pt x="66808" y="57075"/>
                </a:cubicBezTo>
                <a:lnTo>
                  <a:pt x="66883" y="57001"/>
                </a:lnTo>
                <a:close/>
                <a:moveTo>
                  <a:pt x="32184" y="57250"/>
                </a:moveTo>
                <a:cubicBezTo>
                  <a:pt x="32209" y="57250"/>
                  <a:pt x="32209" y="57274"/>
                  <a:pt x="32234" y="57274"/>
                </a:cubicBezTo>
                <a:cubicBezTo>
                  <a:pt x="32234" y="57324"/>
                  <a:pt x="32234" y="57324"/>
                  <a:pt x="32209" y="57349"/>
                </a:cubicBezTo>
                <a:cubicBezTo>
                  <a:pt x="32184" y="57349"/>
                  <a:pt x="32184" y="57349"/>
                  <a:pt x="32159" y="57324"/>
                </a:cubicBezTo>
                <a:cubicBezTo>
                  <a:pt x="32159" y="57274"/>
                  <a:pt x="32159" y="57274"/>
                  <a:pt x="32184" y="57250"/>
                </a:cubicBezTo>
                <a:close/>
                <a:moveTo>
                  <a:pt x="77436" y="53864"/>
                </a:moveTo>
                <a:cubicBezTo>
                  <a:pt x="78009" y="54412"/>
                  <a:pt x="78606" y="54960"/>
                  <a:pt x="79229" y="55482"/>
                </a:cubicBezTo>
                <a:cubicBezTo>
                  <a:pt x="78706" y="56129"/>
                  <a:pt x="78208" y="56777"/>
                  <a:pt x="77685" y="57449"/>
                </a:cubicBezTo>
                <a:cubicBezTo>
                  <a:pt x="77188" y="57125"/>
                  <a:pt x="76739" y="56851"/>
                  <a:pt x="76267" y="56577"/>
                </a:cubicBezTo>
                <a:cubicBezTo>
                  <a:pt x="76739" y="55657"/>
                  <a:pt x="77113" y="54760"/>
                  <a:pt x="77436" y="53864"/>
                </a:cubicBezTo>
                <a:close/>
                <a:moveTo>
                  <a:pt x="67082" y="57349"/>
                </a:moveTo>
                <a:cubicBezTo>
                  <a:pt x="67082" y="57374"/>
                  <a:pt x="67107" y="57374"/>
                  <a:pt x="67107" y="57399"/>
                </a:cubicBezTo>
                <a:lnTo>
                  <a:pt x="67057" y="57474"/>
                </a:lnTo>
                <a:lnTo>
                  <a:pt x="67057" y="57449"/>
                </a:lnTo>
                <a:cubicBezTo>
                  <a:pt x="67057" y="57449"/>
                  <a:pt x="67057" y="57399"/>
                  <a:pt x="67032" y="57399"/>
                </a:cubicBezTo>
                <a:lnTo>
                  <a:pt x="67082" y="57349"/>
                </a:lnTo>
                <a:close/>
                <a:moveTo>
                  <a:pt x="17548" y="36938"/>
                </a:moveTo>
                <a:cubicBezTo>
                  <a:pt x="17573" y="37561"/>
                  <a:pt x="17897" y="38332"/>
                  <a:pt x="18395" y="39228"/>
                </a:cubicBezTo>
                <a:cubicBezTo>
                  <a:pt x="14039" y="44754"/>
                  <a:pt x="10305" y="50405"/>
                  <a:pt x="7418" y="56005"/>
                </a:cubicBezTo>
                <a:cubicBezTo>
                  <a:pt x="6696" y="56478"/>
                  <a:pt x="6049" y="56976"/>
                  <a:pt x="5526" y="57523"/>
                </a:cubicBezTo>
                <a:cubicBezTo>
                  <a:pt x="7219" y="53167"/>
                  <a:pt x="9558" y="48662"/>
                  <a:pt x="12421" y="44207"/>
                </a:cubicBezTo>
                <a:cubicBezTo>
                  <a:pt x="12769" y="43684"/>
                  <a:pt x="13118" y="43186"/>
                  <a:pt x="13416" y="42663"/>
                </a:cubicBezTo>
                <a:cubicBezTo>
                  <a:pt x="14686" y="40722"/>
                  <a:pt x="16105" y="38830"/>
                  <a:pt x="17548" y="36938"/>
                </a:cubicBezTo>
                <a:close/>
                <a:moveTo>
                  <a:pt x="114748" y="54288"/>
                </a:moveTo>
                <a:cubicBezTo>
                  <a:pt x="114748" y="54462"/>
                  <a:pt x="114723" y="54586"/>
                  <a:pt x="114698" y="54736"/>
                </a:cubicBezTo>
                <a:cubicBezTo>
                  <a:pt x="114450" y="55532"/>
                  <a:pt x="114201" y="56353"/>
                  <a:pt x="113927" y="57200"/>
                </a:cubicBezTo>
                <a:cubicBezTo>
                  <a:pt x="113852" y="57324"/>
                  <a:pt x="113802" y="57449"/>
                  <a:pt x="113728" y="57523"/>
                </a:cubicBezTo>
                <a:cubicBezTo>
                  <a:pt x="114101" y="56453"/>
                  <a:pt x="114450" y="55383"/>
                  <a:pt x="114748" y="54288"/>
                </a:cubicBezTo>
                <a:close/>
                <a:moveTo>
                  <a:pt x="79328" y="55607"/>
                </a:moveTo>
                <a:cubicBezTo>
                  <a:pt x="79353" y="55607"/>
                  <a:pt x="79353" y="55632"/>
                  <a:pt x="79378" y="55632"/>
                </a:cubicBezTo>
                <a:cubicBezTo>
                  <a:pt x="78905" y="56279"/>
                  <a:pt x="78407" y="56901"/>
                  <a:pt x="77884" y="57573"/>
                </a:cubicBezTo>
                <a:cubicBezTo>
                  <a:pt x="77860" y="57573"/>
                  <a:pt x="77860" y="57523"/>
                  <a:pt x="77835" y="57523"/>
                </a:cubicBezTo>
                <a:cubicBezTo>
                  <a:pt x="78333" y="56876"/>
                  <a:pt x="78830" y="56254"/>
                  <a:pt x="79328" y="55607"/>
                </a:cubicBezTo>
                <a:close/>
                <a:moveTo>
                  <a:pt x="114823" y="55283"/>
                </a:moveTo>
                <a:lnTo>
                  <a:pt x="114823" y="55283"/>
                </a:lnTo>
                <a:cubicBezTo>
                  <a:pt x="114848" y="55358"/>
                  <a:pt x="114823" y="55457"/>
                  <a:pt x="114798" y="55507"/>
                </a:cubicBezTo>
                <a:cubicBezTo>
                  <a:pt x="114798" y="55557"/>
                  <a:pt x="114748" y="55607"/>
                  <a:pt x="114748" y="55657"/>
                </a:cubicBezTo>
                <a:cubicBezTo>
                  <a:pt x="114748" y="55706"/>
                  <a:pt x="114748" y="55731"/>
                  <a:pt x="114723" y="55756"/>
                </a:cubicBezTo>
                <a:cubicBezTo>
                  <a:pt x="114574" y="56154"/>
                  <a:pt x="114425" y="56602"/>
                  <a:pt x="114250" y="57075"/>
                </a:cubicBezTo>
                <a:cubicBezTo>
                  <a:pt x="114250" y="57075"/>
                  <a:pt x="114250" y="57100"/>
                  <a:pt x="114225" y="57100"/>
                </a:cubicBezTo>
                <a:cubicBezTo>
                  <a:pt x="114201" y="57200"/>
                  <a:pt x="114126" y="57250"/>
                  <a:pt x="114101" y="57349"/>
                </a:cubicBezTo>
                <a:cubicBezTo>
                  <a:pt x="114076" y="57399"/>
                  <a:pt x="114051" y="57474"/>
                  <a:pt x="113977" y="57573"/>
                </a:cubicBezTo>
                <a:cubicBezTo>
                  <a:pt x="114051" y="57374"/>
                  <a:pt x="114101" y="57225"/>
                  <a:pt x="114176" y="57026"/>
                </a:cubicBezTo>
                <a:cubicBezTo>
                  <a:pt x="114250" y="56826"/>
                  <a:pt x="114375" y="56577"/>
                  <a:pt x="114450" y="56353"/>
                </a:cubicBezTo>
                <a:lnTo>
                  <a:pt x="114624" y="55781"/>
                </a:lnTo>
                <a:lnTo>
                  <a:pt x="114624" y="55756"/>
                </a:lnTo>
                <a:lnTo>
                  <a:pt x="114823" y="55283"/>
                </a:lnTo>
                <a:close/>
                <a:moveTo>
                  <a:pt x="76167" y="56727"/>
                </a:moveTo>
                <a:cubicBezTo>
                  <a:pt x="76640" y="57001"/>
                  <a:pt x="77113" y="57274"/>
                  <a:pt x="77586" y="57598"/>
                </a:cubicBezTo>
                <a:cubicBezTo>
                  <a:pt x="77586" y="57623"/>
                  <a:pt x="77536" y="57623"/>
                  <a:pt x="77536" y="57648"/>
                </a:cubicBezTo>
                <a:cubicBezTo>
                  <a:pt x="77063" y="57349"/>
                  <a:pt x="76615" y="57075"/>
                  <a:pt x="76142" y="56826"/>
                </a:cubicBezTo>
                <a:cubicBezTo>
                  <a:pt x="76142" y="56752"/>
                  <a:pt x="76167" y="56727"/>
                  <a:pt x="76167" y="56727"/>
                </a:cubicBezTo>
                <a:close/>
                <a:moveTo>
                  <a:pt x="77735" y="57698"/>
                </a:moveTo>
                <a:cubicBezTo>
                  <a:pt x="77735" y="57698"/>
                  <a:pt x="77760" y="57698"/>
                  <a:pt x="77785" y="57722"/>
                </a:cubicBezTo>
                <a:cubicBezTo>
                  <a:pt x="77785" y="57747"/>
                  <a:pt x="77760" y="57747"/>
                  <a:pt x="77760" y="57772"/>
                </a:cubicBezTo>
                <a:cubicBezTo>
                  <a:pt x="77735" y="57772"/>
                  <a:pt x="77735" y="57747"/>
                  <a:pt x="77685" y="57747"/>
                </a:cubicBezTo>
                <a:cubicBezTo>
                  <a:pt x="77685" y="57722"/>
                  <a:pt x="77735" y="57722"/>
                  <a:pt x="77735" y="57698"/>
                </a:cubicBezTo>
                <a:close/>
                <a:moveTo>
                  <a:pt x="6347" y="55109"/>
                </a:moveTo>
                <a:lnTo>
                  <a:pt x="6347" y="55109"/>
                </a:lnTo>
                <a:cubicBezTo>
                  <a:pt x="5949" y="56030"/>
                  <a:pt x="5551" y="56976"/>
                  <a:pt x="5202" y="57897"/>
                </a:cubicBezTo>
                <a:cubicBezTo>
                  <a:pt x="5178" y="57971"/>
                  <a:pt x="5103" y="57996"/>
                  <a:pt x="5078" y="58071"/>
                </a:cubicBezTo>
                <a:cubicBezTo>
                  <a:pt x="5103" y="57996"/>
                  <a:pt x="5103" y="57971"/>
                  <a:pt x="5128" y="57897"/>
                </a:cubicBezTo>
                <a:cubicBezTo>
                  <a:pt x="5800" y="56229"/>
                  <a:pt x="6323" y="55134"/>
                  <a:pt x="6347" y="55109"/>
                </a:cubicBezTo>
                <a:close/>
                <a:moveTo>
                  <a:pt x="7268" y="56353"/>
                </a:moveTo>
                <a:cubicBezTo>
                  <a:pt x="7219" y="56403"/>
                  <a:pt x="7219" y="56453"/>
                  <a:pt x="7194" y="56478"/>
                </a:cubicBezTo>
                <a:cubicBezTo>
                  <a:pt x="6447" y="57001"/>
                  <a:pt x="5800" y="57573"/>
                  <a:pt x="5277" y="58220"/>
                </a:cubicBezTo>
                <a:cubicBezTo>
                  <a:pt x="5302" y="58146"/>
                  <a:pt x="5302" y="58096"/>
                  <a:pt x="5327" y="58021"/>
                </a:cubicBezTo>
                <a:cubicBezTo>
                  <a:pt x="5850" y="57399"/>
                  <a:pt x="6522" y="56851"/>
                  <a:pt x="7268" y="56353"/>
                </a:cubicBezTo>
                <a:close/>
                <a:moveTo>
                  <a:pt x="113603" y="58096"/>
                </a:moveTo>
                <a:lnTo>
                  <a:pt x="113603" y="58096"/>
                </a:lnTo>
                <a:cubicBezTo>
                  <a:pt x="113578" y="58146"/>
                  <a:pt x="113578" y="58220"/>
                  <a:pt x="113553" y="58245"/>
                </a:cubicBezTo>
                <a:cubicBezTo>
                  <a:pt x="113553" y="58270"/>
                  <a:pt x="113553" y="58270"/>
                  <a:pt x="113504" y="58320"/>
                </a:cubicBezTo>
                <a:cubicBezTo>
                  <a:pt x="113479" y="58370"/>
                  <a:pt x="113429" y="58444"/>
                  <a:pt x="113379" y="58494"/>
                </a:cubicBezTo>
                <a:cubicBezTo>
                  <a:pt x="113429" y="58444"/>
                  <a:pt x="113454" y="58345"/>
                  <a:pt x="113454" y="58270"/>
                </a:cubicBezTo>
                <a:cubicBezTo>
                  <a:pt x="113504" y="58220"/>
                  <a:pt x="113553" y="58146"/>
                  <a:pt x="113603" y="58096"/>
                </a:cubicBezTo>
                <a:close/>
                <a:moveTo>
                  <a:pt x="6273" y="54835"/>
                </a:moveTo>
                <a:lnTo>
                  <a:pt x="6273" y="54835"/>
                </a:lnTo>
                <a:cubicBezTo>
                  <a:pt x="6074" y="55258"/>
                  <a:pt x="5850" y="55706"/>
                  <a:pt x="5700" y="56154"/>
                </a:cubicBezTo>
                <a:cubicBezTo>
                  <a:pt x="5650" y="56329"/>
                  <a:pt x="5576" y="56453"/>
                  <a:pt x="5551" y="56602"/>
                </a:cubicBezTo>
                <a:cubicBezTo>
                  <a:pt x="5451" y="56851"/>
                  <a:pt x="5327" y="57125"/>
                  <a:pt x="5227" y="57374"/>
                </a:cubicBezTo>
                <a:cubicBezTo>
                  <a:pt x="5202" y="57474"/>
                  <a:pt x="5178" y="57523"/>
                  <a:pt x="5153" y="57623"/>
                </a:cubicBezTo>
                <a:cubicBezTo>
                  <a:pt x="5028" y="57971"/>
                  <a:pt x="4854" y="58320"/>
                  <a:pt x="4705" y="58693"/>
                </a:cubicBezTo>
                <a:cubicBezTo>
                  <a:pt x="4705" y="58716"/>
                  <a:pt x="4685" y="58718"/>
                  <a:pt x="4680" y="58736"/>
                </a:cubicBezTo>
                <a:lnTo>
                  <a:pt x="4680" y="58736"/>
                </a:lnTo>
                <a:cubicBezTo>
                  <a:pt x="4731" y="58266"/>
                  <a:pt x="4905" y="57870"/>
                  <a:pt x="5078" y="57474"/>
                </a:cubicBezTo>
                <a:cubicBezTo>
                  <a:pt x="5277" y="56976"/>
                  <a:pt x="5476" y="56478"/>
                  <a:pt x="5675" y="56030"/>
                </a:cubicBezTo>
                <a:cubicBezTo>
                  <a:pt x="5725" y="55881"/>
                  <a:pt x="5800" y="55731"/>
                  <a:pt x="5899" y="55582"/>
                </a:cubicBezTo>
                <a:cubicBezTo>
                  <a:pt x="5949" y="55408"/>
                  <a:pt x="6049" y="55233"/>
                  <a:pt x="6148" y="55034"/>
                </a:cubicBezTo>
                <a:cubicBezTo>
                  <a:pt x="6173" y="54960"/>
                  <a:pt x="6198" y="54885"/>
                  <a:pt x="6273" y="54835"/>
                </a:cubicBezTo>
                <a:close/>
                <a:moveTo>
                  <a:pt x="5028" y="58444"/>
                </a:moveTo>
                <a:cubicBezTo>
                  <a:pt x="4978" y="58494"/>
                  <a:pt x="4953" y="58594"/>
                  <a:pt x="4953" y="58643"/>
                </a:cubicBezTo>
                <a:cubicBezTo>
                  <a:pt x="4854" y="58718"/>
                  <a:pt x="4829" y="58768"/>
                  <a:pt x="4804" y="58843"/>
                </a:cubicBezTo>
                <a:cubicBezTo>
                  <a:pt x="4829" y="58768"/>
                  <a:pt x="4854" y="58693"/>
                  <a:pt x="4904" y="58619"/>
                </a:cubicBezTo>
                <a:cubicBezTo>
                  <a:pt x="4929" y="58569"/>
                  <a:pt x="4978" y="58494"/>
                  <a:pt x="5028" y="58444"/>
                </a:cubicBezTo>
                <a:close/>
                <a:moveTo>
                  <a:pt x="38507" y="46795"/>
                </a:moveTo>
                <a:cubicBezTo>
                  <a:pt x="41021" y="48861"/>
                  <a:pt x="43435" y="51002"/>
                  <a:pt x="45601" y="53143"/>
                </a:cubicBezTo>
                <a:cubicBezTo>
                  <a:pt x="43858" y="55034"/>
                  <a:pt x="42166" y="56976"/>
                  <a:pt x="40622" y="58942"/>
                </a:cubicBezTo>
                <a:cubicBezTo>
                  <a:pt x="38407" y="57523"/>
                  <a:pt x="36092" y="55881"/>
                  <a:pt x="33802" y="54113"/>
                </a:cubicBezTo>
                <a:cubicBezTo>
                  <a:pt x="35022" y="51674"/>
                  <a:pt x="36590" y="49185"/>
                  <a:pt x="38507" y="46795"/>
                </a:cubicBezTo>
                <a:close/>
                <a:moveTo>
                  <a:pt x="45675" y="53292"/>
                </a:moveTo>
                <a:lnTo>
                  <a:pt x="45725" y="53342"/>
                </a:lnTo>
                <a:cubicBezTo>
                  <a:pt x="44033" y="55208"/>
                  <a:pt x="42390" y="57125"/>
                  <a:pt x="40797" y="59091"/>
                </a:cubicBezTo>
                <a:cubicBezTo>
                  <a:pt x="40772" y="59091"/>
                  <a:pt x="40772" y="59067"/>
                  <a:pt x="40747" y="59067"/>
                </a:cubicBezTo>
                <a:cubicBezTo>
                  <a:pt x="42290" y="57100"/>
                  <a:pt x="43933" y="55159"/>
                  <a:pt x="45675" y="53292"/>
                </a:cubicBezTo>
                <a:close/>
                <a:moveTo>
                  <a:pt x="33728" y="54337"/>
                </a:moveTo>
                <a:cubicBezTo>
                  <a:pt x="36018" y="56105"/>
                  <a:pt x="38308" y="57722"/>
                  <a:pt x="40523" y="59116"/>
                </a:cubicBezTo>
                <a:cubicBezTo>
                  <a:pt x="40448" y="59116"/>
                  <a:pt x="40448" y="59116"/>
                  <a:pt x="40448" y="59141"/>
                </a:cubicBezTo>
                <a:cubicBezTo>
                  <a:pt x="38283" y="57747"/>
                  <a:pt x="35968" y="56129"/>
                  <a:pt x="33703" y="54387"/>
                </a:cubicBezTo>
                <a:cubicBezTo>
                  <a:pt x="33703" y="54362"/>
                  <a:pt x="33728" y="54362"/>
                  <a:pt x="33728" y="54337"/>
                </a:cubicBezTo>
                <a:close/>
                <a:moveTo>
                  <a:pt x="55731" y="45526"/>
                </a:moveTo>
                <a:cubicBezTo>
                  <a:pt x="55806" y="45576"/>
                  <a:pt x="55856" y="45675"/>
                  <a:pt x="55955" y="45725"/>
                </a:cubicBezTo>
                <a:lnTo>
                  <a:pt x="56379" y="46173"/>
                </a:lnTo>
                <a:lnTo>
                  <a:pt x="56677" y="46447"/>
                </a:lnTo>
                <a:lnTo>
                  <a:pt x="57075" y="46870"/>
                </a:lnTo>
                <a:cubicBezTo>
                  <a:pt x="57175" y="46945"/>
                  <a:pt x="57250" y="47019"/>
                  <a:pt x="57349" y="47119"/>
                </a:cubicBezTo>
                <a:cubicBezTo>
                  <a:pt x="57474" y="47243"/>
                  <a:pt x="57623" y="47368"/>
                  <a:pt x="57748" y="47492"/>
                </a:cubicBezTo>
                <a:cubicBezTo>
                  <a:pt x="57822" y="47542"/>
                  <a:pt x="57922" y="47617"/>
                  <a:pt x="57972" y="47667"/>
                </a:cubicBezTo>
                <a:cubicBezTo>
                  <a:pt x="58121" y="47791"/>
                  <a:pt x="58295" y="47940"/>
                  <a:pt x="58420" y="48065"/>
                </a:cubicBezTo>
                <a:cubicBezTo>
                  <a:pt x="58469" y="48115"/>
                  <a:pt x="58494" y="48164"/>
                  <a:pt x="58569" y="48189"/>
                </a:cubicBezTo>
                <a:cubicBezTo>
                  <a:pt x="58743" y="48363"/>
                  <a:pt x="58917" y="48513"/>
                  <a:pt x="59092" y="48637"/>
                </a:cubicBezTo>
                <a:cubicBezTo>
                  <a:pt x="59117" y="48637"/>
                  <a:pt x="59117" y="48662"/>
                  <a:pt x="59166" y="48662"/>
                </a:cubicBezTo>
                <a:cubicBezTo>
                  <a:pt x="59789" y="49160"/>
                  <a:pt x="60361" y="49633"/>
                  <a:pt x="60934" y="50006"/>
                </a:cubicBezTo>
                <a:cubicBezTo>
                  <a:pt x="60734" y="50156"/>
                  <a:pt x="60585" y="50305"/>
                  <a:pt x="60411" y="50429"/>
                </a:cubicBezTo>
                <a:cubicBezTo>
                  <a:pt x="60286" y="50529"/>
                  <a:pt x="60162" y="50653"/>
                  <a:pt x="60038" y="50753"/>
                </a:cubicBezTo>
                <a:cubicBezTo>
                  <a:pt x="59963" y="50803"/>
                  <a:pt x="59913" y="50853"/>
                  <a:pt x="59863" y="50902"/>
                </a:cubicBezTo>
                <a:cubicBezTo>
                  <a:pt x="59465" y="51251"/>
                  <a:pt x="59092" y="51599"/>
                  <a:pt x="58693" y="51923"/>
                </a:cubicBezTo>
                <a:cubicBezTo>
                  <a:pt x="58569" y="52022"/>
                  <a:pt x="58469" y="52122"/>
                  <a:pt x="58345" y="52246"/>
                </a:cubicBezTo>
                <a:cubicBezTo>
                  <a:pt x="58320" y="52271"/>
                  <a:pt x="58295" y="52271"/>
                  <a:pt x="58295" y="52296"/>
                </a:cubicBezTo>
                <a:lnTo>
                  <a:pt x="58245" y="52346"/>
                </a:lnTo>
                <a:cubicBezTo>
                  <a:pt x="57772" y="52769"/>
                  <a:pt x="57324" y="53167"/>
                  <a:pt x="56851" y="53615"/>
                </a:cubicBezTo>
                <a:cubicBezTo>
                  <a:pt x="56802" y="53665"/>
                  <a:pt x="56727" y="53740"/>
                  <a:pt x="56677" y="53765"/>
                </a:cubicBezTo>
                <a:cubicBezTo>
                  <a:pt x="56130" y="54263"/>
                  <a:pt x="55607" y="54760"/>
                  <a:pt x="55084" y="55283"/>
                </a:cubicBezTo>
                <a:lnTo>
                  <a:pt x="54935" y="55457"/>
                </a:lnTo>
                <a:lnTo>
                  <a:pt x="54835" y="55532"/>
                </a:lnTo>
                <a:lnTo>
                  <a:pt x="54810" y="55582"/>
                </a:lnTo>
                <a:lnTo>
                  <a:pt x="53516" y="56851"/>
                </a:lnTo>
                <a:cubicBezTo>
                  <a:pt x="53392" y="56976"/>
                  <a:pt x="53267" y="57100"/>
                  <a:pt x="53143" y="57250"/>
                </a:cubicBezTo>
                <a:cubicBezTo>
                  <a:pt x="52769" y="57648"/>
                  <a:pt x="52396" y="58071"/>
                  <a:pt x="52023" y="58444"/>
                </a:cubicBezTo>
                <a:cubicBezTo>
                  <a:pt x="51973" y="58494"/>
                  <a:pt x="51948" y="58569"/>
                  <a:pt x="51873" y="58619"/>
                </a:cubicBezTo>
                <a:cubicBezTo>
                  <a:pt x="51823" y="58693"/>
                  <a:pt x="51749" y="58743"/>
                  <a:pt x="51724" y="58818"/>
                </a:cubicBezTo>
                <a:cubicBezTo>
                  <a:pt x="51599" y="58942"/>
                  <a:pt x="51475" y="59067"/>
                  <a:pt x="51351" y="59216"/>
                </a:cubicBezTo>
                <a:cubicBezTo>
                  <a:pt x="50355" y="57722"/>
                  <a:pt x="48886" y="55905"/>
                  <a:pt x="46970" y="53889"/>
                </a:cubicBezTo>
                <a:cubicBezTo>
                  <a:pt x="47343" y="53416"/>
                  <a:pt x="47716" y="52968"/>
                  <a:pt x="48115" y="52520"/>
                </a:cubicBezTo>
                <a:lnTo>
                  <a:pt x="48140" y="52495"/>
                </a:lnTo>
                <a:cubicBezTo>
                  <a:pt x="48513" y="52097"/>
                  <a:pt x="48886" y="51649"/>
                  <a:pt x="49260" y="51251"/>
                </a:cubicBezTo>
                <a:lnTo>
                  <a:pt x="49285" y="51226"/>
                </a:lnTo>
                <a:cubicBezTo>
                  <a:pt x="49384" y="51126"/>
                  <a:pt x="49484" y="51002"/>
                  <a:pt x="49583" y="50902"/>
                </a:cubicBezTo>
                <a:cubicBezTo>
                  <a:pt x="49882" y="50604"/>
                  <a:pt x="50156" y="50280"/>
                  <a:pt x="50479" y="49981"/>
                </a:cubicBezTo>
                <a:cubicBezTo>
                  <a:pt x="50629" y="49807"/>
                  <a:pt x="50828" y="49633"/>
                  <a:pt x="51002" y="49484"/>
                </a:cubicBezTo>
                <a:cubicBezTo>
                  <a:pt x="51251" y="49235"/>
                  <a:pt x="51500" y="49011"/>
                  <a:pt x="51774" y="48762"/>
                </a:cubicBezTo>
                <a:lnTo>
                  <a:pt x="52819" y="47816"/>
                </a:lnTo>
                <a:cubicBezTo>
                  <a:pt x="52869" y="47766"/>
                  <a:pt x="52944" y="47741"/>
                  <a:pt x="52993" y="47667"/>
                </a:cubicBezTo>
                <a:cubicBezTo>
                  <a:pt x="53018" y="47642"/>
                  <a:pt x="53093" y="47617"/>
                  <a:pt x="53118" y="47567"/>
                </a:cubicBezTo>
                <a:cubicBezTo>
                  <a:pt x="53242" y="47492"/>
                  <a:pt x="53367" y="47393"/>
                  <a:pt x="53466" y="47293"/>
                </a:cubicBezTo>
                <a:lnTo>
                  <a:pt x="53516" y="47243"/>
                </a:lnTo>
                <a:cubicBezTo>
                  <a:pt x="53641" y="47144"/>
                  <a:pt x="53765" y="47019"/>
                  <a:pt x="53939" y="46920"/>
                </a:cubicBezTo>
                <a:lnTo>
                  <a:pt x="54313" y="46646"/>
                </a:lnTo>
                <a:cubicBezTo>
                  <a:pt x="54337" y="46621"/>
                  <a:pt x="54362" y="46571"/>
                  <a:pt x="54387" y="46571"/>
                </a:cubicBezTo>
                <a:cubicBezTo>
                  <a:pt x="54561" y="46447"/>
                  <a:pt x="54736" y="46322"/>
                  <a:pt x="54885" y="46173"/>
                </a:cubicBezTo>
                <a:lnTo>
                  <a:pt x="55258" y="45899"/>
                </a:lnTo>
                <a:cubicBezTo>
                  <a:pt x="55383" y="45775"/>
                  <a:pt x="55557" y="45650"/>
                  <a:pt x="55731" y="45526"/>
                </a:cubicBezTo>
                <a:close/>
                <a:moveTo>
                  <a:pt x="40647" y="59191"/>
                </a:moveTo>
                <a:cubicBezTo>
                  <a:pt x="40672" y="59191"/>
                  <a:pt x="40672" y="59216"/>
                  <a:pt x="40697" y="59216"/>
                </a:cubicBezTo>
                <a:cubicBezTo>
                  <a:pt x="40697" y="59241"/>
                  <a:pt x="40672" y="59241"/>
                  <a:pt x="40672" y="59266"/>
                </a:cubicBezTo>
                <a:cubicBezTo>
                  <a:pt x="40647" y="59266"/>
                  <a:pt x="40622" y="59241"/>
                  <a:pt x="40622" y="59241"/>
                </a:cubicBezTo>
                <a:cubicBezTo>
                  <a:pt x="40622" y="59216"/>
                  <a:pt x="40647" y="59216"/>
                  <a:pt x="40647" y="59191"/>
                </a:cubicBezTo>
                <a:close/>
                <a:moveTo>
                  <a:pt x="84082" y="49185"/>
                </a:moveTo>
                <a:cubicBezTo>
                  <a:pt x="84132" y="49235"/>
                  <a:pt x="84182" y="49235"/>
                  <a:pt x="84232" y="49260"/>
                </a:cubicBezTo>
                <a:cubicBezTo>
                  <a:pt x="84306" y="49284"/>
                  <a:pt x="84331" y="49284"/>
                  <a:pt x="84381" y="49309"/>
                </a:cubicBezTo>
                <a:cubicBezTo>
                  <a:pt x="84431" y="49309"/>
                  <a:pt x="84456" y="49334"/>
                  <a:pt x="84481" y="49334"/>
                </a:cubicBezTo>
                <a:cubicBezTo>
                  <a:pt x="84705" y="49434"/>
                  <a:pt x="84929" y="49533"/>
                  <a:pt x="85178" y="49633"/>
                </a:cubicBezTo>
                <a:cubicBezTo>
                  <a:pt x="85227" y="49658"/>
                  <a:pt x="85252" y="49658"/>
                  <a:pt x="85327" y="49683"/>
                </a:cubicBezTo>
                <a:cubicBezTo>
                  <a:pt x="85601" y="49782"/>
                  <a:pt x="85850" y="49882"/>
                  <a:pt x="86123" y="49956"/>
                </a:cubicBezTo>
                <a:cubicBezTo>
                  <a:pt x="86173" y="49956"/>
                  <a:pt x="86198" y="50006"/>
                  <a:pt x="86248" y="50006"/>
                </a:cubicBezTo>
                <a:lnTo>
                  <a:pt x="86298" y="50006"/>
                </a:lnTo>
                <a:cubicBezTo>
                  <a:pt x="86497" y="50056"/>
                  <a:pt x="86721" y="50156"/>
                  <a:pt x="86970" y="50205"/>
                </a:cubicBezTo>
                <a:cubicBezTo>
                  <a:pt x="87617" y="52844"/>
                  <a:pt x="87244" y="56005"/>
                  <a:pt x="86074" y="59340"/>
                </a:cubicBezTo>
                <a:cubicBezTo>
                  <a:pt x="83809" y="58245"/>
                  <a:pt x="81693" y="56901"/>
                  <a:pt x="79826" y="55383"/>
                </a:cubicBezTo>
                <a:cubicBezTo>
                  <a:pt x="81344" y="53342"/>
                  <a:pt x="82763" y="51276"/>
                  <a:pt x="84082" y="49185"/>
                </a:cubicBezTo>
                <a:close/>
                <a:moveTo>
                  <a:pt x="46771" y="54014"/>
                </a:moveTo>
                <a:cubicBezTo>
                  <a:pt x="48737" y="56030"/>
                  <a:pt x="50206" y="57847"/>
                  <a:pt x="51151" y="59315"/>
                </a:cubicBezTo>
                <a:lnTo>
                  <a:pt x="51102" y="59365"/>
                </a:lnTo>
                <a:cubicBezTo>
                  <a:pt x="50156" y="57872"/>
                  <a:pt x="48712" y="56080"/>
                  <a:pt x="46746" y="54088"/>
                </a:cubicBezTo>
                <a:cubicBezTo>
                  <a:pt x="46746" y="54039"/>
                  <a:pt x="46771" y="54039"/>
                  <a:pt x="46771" y="54014"/>
                </a:cubicBezTo>
                <a:close/>
                <a:moveTo>
                  <a:pt x="60983" y="50156"/>
                </a:moveTo>
                <a:cubicBezTo>
                  <a:pt x="60983" y="50156"/>
                  <a:pt x="61033" y="50156"/>
                  <a:pt x="61033" y="50180"/>
                </a:cubicBezTo>
                <a:lnTo>
                  <a:pt x="61058" y="50180"/>
                </a:lnTo>
                <a:cubicBezTo>
                  <a:pt x="60934" y="50305"/>
                  <a:pt x="60784" y="50479"/>
                  <a:pt x="60585" y="50604"/>
                </a:cubicBezTo>
                <a:cubicBezTo>
                  <a:pt x="60486" y="50653"/>
                  <a:pt x="60436" y="50728"/>
                  <a:pt x="60386" y="50753"/>
                </a:cubicBezTo>
                <a:cubicBezTo>
                  <a:pt x="60262" y="50877"/>
                  <a:pt x="60137" y="50977"/>
                  <a:pt x="59988" y="51101"/>
                </a:cubicBezTo>
                <a:cubicBezTo>
                  <a:pt x="59589" y="51425"/>
                  <a:pt x="59216" y="51749"/>
                  <a:pt x="58843" y="52097"/>
                </a:cubicBezTo>
                <a:lnTo>
                  <a:pt x="58768" y="52147"/>
                </a:lnTo>
                <a:lnTo>
                  <a:pt x="58743" y="52147"/>
                </a:lnTo>
                <a:cubicBezTo>
                  <a:pt x="58693" y="52197"/>
                  <a:pt x="58619" y="52246"/>
                  <a:pt x="58594" y="52296"/>
                </a:cubicBezTo>
                <a:cubicBezTo>
                  <a:pt x="58519" y="52371"/>
                  <a:pt x="58445" y="52421"/>
                  <a:pt x="58370" y="52495"/>
                </a:cubicBezTo>
                <a:cubicBezTo>
                  <a:pt x="57847" y="52943"/>
                  <a:pt x="57349" y="53416"/>
                  <a:pt x="56851" y="53889"/>
                </a:cubicBezTo>
                <a:lnTo>
                  <a:pt x="56777" y="53939"/>
                </a:lnTo>
                <a:cubicBezTo>
                  <a:pt x="56254" y="54437"/>
                  <a:pt x="55756" y="54935"/>
                  <a:pt x="55234" y="55432"/>
                </a:cubicBezTo>
                <a:lnTo>
                  <a:pt x="54835" y="55856"/>
                </a:lnTo>
                <a:lnTo>
                  <a:pt x="54786" y="55881"/>
                </a:lnTo>
                <a:lnTo>
                  <a:pt x="54761" y="55905"/>
                </a:lnTo>
                <a:lnTo>
                  <a:pt x="53740" y="56951"/>
                </a:lnTo>
                <a:cubicBezTo>
                  <a:pt x="53541" y="57125"/>
                  <a:pt x="53392" y="57274"/>
                  <a:pt x="53242" y="57474"/>
                </a:cubicBezTo>
                <a:lnTo>
                  <a:pt x="53217" y="57498"/>
                </a:lnTo>
                <a:cubicBezTo>
                  <a:pt x="52894" y="57797"/>
                  <a:pt x="52595" y="58146"/>
                  <a:pt x="52272" y="58494"/>
                </a:cubicBezTo>
                <a:cubicBezTo>
                  <a:pt x="52147" y="58643"/>
                  <a:pt x="52023" y="58768"/>
                  <a:pt x="51873" y="58917"/>
                </a:cubicBezTo>
                <a:cubicBezTo>
                  <a:pt x="51848" y="58967"/>
                  <a:pt x="51799" y="58992"/>
                  <a:pt x="51799" y="59017"/>
                </a:cubicBezTo>
                <a:lnTo>
                  <a:pt x="51774" y="59042"/>
                </a:lnTo>
                <a:lnTo>
                  <a:pt x="51749" y="59091"/>
                </a:lnTo>
                <a:cubicBezTo>
                  <a:pt x="51649" y="59216"/>
                  <a:pt x="51525" y="59291"/>
                  <a:pt x="51425" y="59415"/>
                </a:cubicBezTo>
                <a:cubicBezTo>
                  <a:pt x="51425" y="59415"/>
                  <a:pt x="51425" y="59390"/>
                  <a:pt x="51400" y="59390"/>
                </a:cubicBezTo>
                <a:lnTo>
                  <a:pt x="51400" y="59365"/>
                </a:lnTo>
                <a:cubicBezTo>
                  <a:pt x="52097" y="58619"/>
                  <a:pt x="52769" y="57872"/>
                  <a:pt x="53466" y="57150"/>
                </a:cubicBezTo>
                <a:lnTo>
                  <a:pt x="53491" y="57125"/>
                </a:lnTo>
                <a:lnTo>
                  <a:pt x="53516" y="57100"/>
                </a:lnTo>
                <a:cubicBezTo>
                  <a:pt x="54238" y="56353"/>
                  <a:pt x="54985" y="55607"/>
                  <a:pt x="55731" y="54885"/>
                </a:cubicBezTo>
                <a:lnTo>
                  <a:pt x="56005" y="54611"/>
                </a:lnTo>
                <a:cubicBezTo>
                  <a:pt x="56752" y="53889"/>
                  <a:pt x="57524" y="53167"/>
                  <a:pt x="58320" y="52446"/>
                </a:cubicBezTo>
                <a:lnTo>
                  <a:pt x="58494" y="52271"/>
                </a:lnTo>
                <a:cubicBezTo>
                  <a:pt x="58967" y="51873"/>
                  <a:pt x="59440" y="51475"/>
                  <a:pt x="59938" y="51052"/>
                </a:cubicBezTo>
                <a:cubicBezTo>
                  <a:pt x="60062" y="50927"/>
                  <a:pt x="60212" y="50853"/>
                  <a:pt x="60336" y="50728"/>
                </a:cubicBezTo>
                <a:lnTo>
                  <a:pt x="60983" y="50156"/>
                </a:lnTo>
                <a:close/>
                <a:moveTo>
                  <a:pt x="87169" y="50280"/>
                </a:moveTo>
                <a:cubicBezTo>
                  <a:pt x="87194" y="50280"/>
                  <a:pt x="87194" y="50280"/>
                  <a:pt x="87219" y="50305"/>
                </a:cubicBezTo>
                <a:cubicBezTo>
                  <a:pt x="87841" y="52919"/>
                  <a:pt x="87468" y="56105"/>
                  <a:pt x="86298" y="59465"/>
                </a:cubicBezTo>
                <a:cubicBezTo>
                  <a:pt x="86248" y="59465"/>
                  <a:pt x="86248" y="59440"/>
                  <a:pt x="86223" y="59440"/>
                </a:cubicBezTo>
                <a:cubicBezTo>
                  <a:pt x="87418" y="56080"/>
                  <a:pt x="87791" y="52919"/>
                  <a:pt x="87169" y="50280"/>
                </a:cubicBezTo>
                <a:close/>
                <a:moveTo>
                  <a:pt x="79702" y="55532"/>
                </a:moveTo>
                <a:cubicBezTo>
                  <a:pt x="81593" y="57075"/>
                  <a:pt x="83709" y="58395"/>
                  <a:pt x="85999" y="59515"/>
                </a:cubicBezTo>
                <a:cubicBezTo>
                  <a:pt x="85999" y="59564"/>
                  <a:pt x="85999" y="59564"/>
                  <a:pt x="85974" y="59589"/>
                </a:cubicBezTo>
                <a:cubicBezTo>
                  <a:pt x="83684" y="58469"/>
                  <a:pt x="81519" y="57125"/>
                  <a:pt x="79627" y="55607"/>
                </a:cubicBezTo>
                <a:lnTo>
                  <a:pt x="79702" y="55532"/>
                </a:lnTo>
                <a:close/>
                <a:moveTo>
                  <a:pt x="51326" y="59490"/>
                </a:moveTo>
                <a:lnTo>
                  <a:pt x="51326" y="59515"/>
                </a:lnTo>
                <a:cubicBezTo>
                  <a:pt x="51326" y="59515"/>
                  <a:pt x="51326" y="59564"/>
                  <a:pt x="51351" y="59564"/>
                </a:cubicBezTo>
                <a:lnTo>
                  <a:pt x="51276" y="59614"/>
                </a:lnTo>
                <a:cubicBezTo>
                  <a:pt x="51276" y="59589"/>
                  <a:pt x="51276" y="59589"/>
                  <a:pt x="51251" y="59564"/>
                </a:cubicBezTo>
                <a:lnTo>
                  <a:pt x="51326" y="59490"/>
                </a:lnTo>
                <a:close/>
                <a:moveTo>
                  <a:pt x="4232" y="59614"/>
                </a:moveTo>
                <a:lnTo>
                  <a:pt x="4232" y="59614"/>
                </a:lnTo>
                <a:cubicBezTo>
                  <a:pt x="4223" y="59637"/>
                  <a:pt x="4214" y="59660"/>
                  <a:pt x="4205" y="59684"/>
                </a:cubicBezTo>
                <a:lnTo>
                  <a:pt x="4205" y="59684"/>
                </a:lnTo>
                <a:cubicBezTo>
                  <a:pt x="4212" y="59656"/>
                  <a:pt x="4218" y="59628"/>
                  <a:pt x="4232" y="59614"/>
                </a:cubicBezTo>
                <a:close/>
                <a:moveTo>
                  <a:pt x="86173" y="59589"/>
                </a:moveTo>
                <a:cubicBezTo>
                  <a:pt x="86198" y="59614"/>
                  <a:pt x="86198" y="59614"/>
                  <a:pt x="86223" y="59614"/>
                </a:cubicBezTo>
                <a:cubicBezTo>
                  <a:pt x="86223" y="59639"/>
                  <a:pt x="86198" y="59639"/>
                  <a:pt x="86198" y="59689"/>
                </a:cubicBezTo>
                <a:cubicBezTo>
                  <a:pt x="86173" y="59689"/>
                  <a:pt x="86173" y="59639"/>
                  <a:pt x="86123" y="59639"/>
                </a:cubicBezTo>
                <a:cubicBezTo>
                  <a:pt x="86123" y="59614"/>
                  <a:pt x="86173" y="59614"/>
                  <a:pt x="86173" y="59589"/>
                </a:cubicBezTo>
                <a:close/>
                <a:moveTo>
                  <a:pt x="61282" y="50280"/>
                </a:moveTo>
                <a:cubicBezTo>
                  <a:pt x="61332" y="50355"/>
                  <a:pt x="61431" y="50380"/>
                  <a:pt x="61481" y="50405"/>
                </a:cubicBezTo>
                <a:cubicBezTo>
                  <a:pt x="57748" y="53118"/>
                  <a:pt x="54387" y="56353"/>
                  <a:pt x="51649" y="59739"/>
                </a:cubicBezTo>
                <a:cubicBezTo>
                  <a:pt x="51624" y="59689"/>
                  <a:pt x="51599" y="59614"/>
                  <a:pt x="51525" y="59564"/>
                </a:cubicBezTo>
                <a:cubicBezTo>
                  <a:pt x="51624" y="59465"/>
                  <a:pt x="51699" y="59365"/>
                  <a:pt x="51774" y="59266"/>
                </a:cubicBezTo>
                <a:cubicBezTo>
                  <a:pt x="52023" y="59017"/>
                  <a:pt x="52247" y="58743"/>
                  <a:pt x="52496" y="58494"/>
                </a:cubicBezTo>
                <a:cubicBezTo>
                  <a:pt x="52620" y="58370"/>
                  <a:pt x="52720" y="58245"/>
                  <a:pt x="52844" y="58146"/>
                </a:cubicBezTo>
                <a:cubicBezTo>
                  <a:pt x="52968" y="58021"/>
                  <a:pt x="53093" y="57872"/>
                  <a:pt x="53217" y="57747"/>
                </a:cubicBezTo>
                <a:cubicBezTo>
                  <a:pt x="53242" y="57722"/>
                  <a:pt x="53267" y="57698"/>
                  <a:pt x="53317" y="57623"/>
                </a:cubicBezTo>
                <a:cubicBezTo>
                  <a:pt x="53491" y="57399"/>
                  <a:pt x="53715" y="57200"/>
                  <a:pt x="53939" y="57001"/>
                </a:cubicBezTo>
                <a:lnTo>
                  <a:pt x="54761" y="56154"/>
                </a:lnTo>
                <a:lnTo>
                  <a:pt x="54885" y="56030"/>
                </a:lnTo>
                <a:cubicBezTo>
                  <a:pt x="55059" y="55881"/>
                  <a:pt x="55209" y="55706"/>
                  <a:pt x="55383" y="55532"/>
                </a:cubicBezTo>
                <a:cubicBezTo>
                  <a:pt x="55881" y="55034"/>
                  <a:pt x="56379" y="54586"/>
                  <a:pt x="56876" y="54113"/>
                </a:cubicBezTo>
                <a:cubicBezTo>
                  <a:pt x="56976" y="54039"/>
                  <a:pt x="57051" y="53964"/>
                  <a:pt x="57125" y="53889"/>
                </a:cubicBezTo>
                <a:lnTo>
                  <a:pt x="57175" y="53864"/>
                </a:lnTo>
                <a:lnTo>
                  <a:pt x="58469" y="52645"/>
                </a:lnTo>
                <a:cubicBezTo>
                  <a:pt x="58619" y="52520"/>
                  <a:pt x="58793" y="52371"/>
                  <a:pt x="58942" y="52246"/>
                </a:cubicBezTo>
                <a:cubicBezTo>
                  <a:pt x="59341" y="51898"/>
                  <a:pt x="59714" y="51550"/>
                  <a:pt x="60112" y="51226"/>
                </a:cubicBezTo>
                <a:cubicBezTo>
                  <a:pt x="60311" y="51052"/>
                  <a:pt x="60461" y="50927"/>
                  <a:pt x="60660" y="50778"/>
                </a:cubicBezTo>
                <a:cubicBezTo>
                  <a:pt x="60859" y="50629"/>
                  <a:pt x="61083" y="50479"/>
                  <a:pt x="61282" y="50280"/>
                </a:cubicBezTo>
                <a:close/>
                <a:moveTo>
                  <a:pt x="4185" y="59735"/>
                </a:moveTo>
                <a:cubicBezTo>
                  <a:pt x="4162" y="59797"/>
                  <a:pt x="4138" y="59858"/>
                  <a:pt x="4114" y="59920"/>
                </a:cubicBezTo>
                <a:lnTo>
                  <a:pt x="4114" y="59920"/>
                </a:lnTo>
                <a:cubicBezTo>
                  <a:pt x="4136" y="59859"/>
                  <a:pt x="4159" y="59799"/>
                  <a:pt x="4182" y="59739"/>
                </a:cubicBezTo>
                <a:cubicBezTo>
                  <a:pt x="4183" y="59737"/>
                  <a:pt x="4184" y="59736"/>
                  <a:pt x="4185" y="59735"/>
                </a:cubicBezTo>
                <a:close/>
                <a:moveTo>
                  <a:pt x="51450" y="59714"/>
                </a:moveTo>
                <a:cubicBezTo>
                  <a:pt x="51475" y="59764"/>
                  <a:pt x="51525" y="59838"/>
                  <a:pt x="51575" y="59888"/>
                </a:cubicBezTo>
                <a:lnTo>
                  <a:pt x="51500" y="59963"/>
                </a:lnTo>
                <a:cubicBezTo>
                  <a:pt x="51475" y="59888"/>
                  <a:pt x="51450" y="59838"/>
                  <a:pt x="51375" y="59764"/>
                </a:cubicBezTo>
                <a:cubicBezTo>
                  <a:pt x="51400" y="59739"/>
                  <a:pt x="51400" y="59714"/>
                  <a:pt x="51450" y="59714"/>
                </a:cubicBezTo>
                <a:close/>
                <a:moveTo>
                  <a:pt x="61680" y="50529"/>
                </a:moveTo>
                <a:cubicBezTo>
                  <a:pt x="61705" y="50529"/>
                  <a:pt x="61705" y="50554"/>
                  <a:pt x="61730" y="50554"/>
                </a:cubicBezTo>
                <a:cubicBezTo>
                  <a:pt x="57947" y="53292"/>
                  <a:pt x="54561" y="56528"/>
                  <a:pt x="51823" y="59988"/>
                </a:cubicBezTo>
                <a:cubicBezTo>
                  <a:pt x="51823" y="59963"/>
                  <a:pt x="51774" y="59963"/>
                  <a:pt x="51774" y="59938"/>
                </a:cubicBezTo>
                <a:cubicBezTo>
                  <a:pt x="54561" y="56503"/>
                  <a:pt x="57922" y="53267"/>
                  <a:pt x="61680" y="50529"/>
                </a:cubicBezTo>
                <a:close/>
                <a:moveTo>
                  <a:pt x="45899" y="53466"/>
                </a:moveTo>
                <a:lnTo>
                  <a:pt x="46347" y="53889"/>
                </a:lnTo>
                <a:cubicBezTo>
                  <a:pt x="44754" y="55881"/>
                  <a:pt x="43410" y="57971"/>
                  <a:pt x="42315" y="60012"/>
                </a:cubicBezTo>
                <a:cubicBezTo>
                  <a:pt x="41892" y="59739"/>
                  <a:pt x="41419" y="59490"/>
                  <a:pt x="40946" y="59191"/>
                </a:cubicBezTo>
                <a:cubicBezTo>
                  <a:pt x="42514" y="57250"/>
                  <a:pt x="44157" y="55333"/>
                  <a:pt x="45899" y="53466"/>
                </a:cubicBezTo>
                <a:close/>
                <a:moveTo>
                  <a:pt x="114698" y="52595"/>
                </a:moveTo>
                <a:cubicBezTo>
                  <a:pt x="114723" y="52894"/>
                  <a:pt x="114748" y="53217"/>
                  <a:pt x="114748" y="53541"/>
                </a:cubicBezTo>
                <a:cubicBezTo>
                  <a:pt x="114350" y="55084"/>
                  <a:pt x="113877" y="56602"/>
                  <a:pt x="113305" y="58195"/>
                </a:cubicBezTo>
                <a:cubicBezTo>
                  <a:pt x="112757" y="58892"/>
                  <a:pt x="112110" y="59564"/>
                  <a:pt x="111363" y="60112"/>
                </a:cubicBezTo>
                <a:cubicBezTo>
                  <a:pt x="112632" y="57598"/>
                  <a:pt x="113753" y="55084"/>
                  <a:pt x="114698" y="52595"/>
                </a:cubicBezTo>
                <a:close/>
                <a:moveTo>
                  <a:pt x="46397" y="53939"/>
                </a:moveTo>
                <a:lnTo>
                  <a:pt x="46422" y="53989"/>
                </a:lnTo>
                <a:cubicBezTo>
                  <a:pt x="46497" y="54088"/>
                  <a:pt x="46497" y="54113"/>
                  <a:pt x="46472" y="54113"/>
                </a:cubicBezTo>
                <a:cubicBezTo>
                  <a:pt x="46123" y="54536"/>
                  <a:pt x="45800" y="54984"/>
                  <a:pt x="45476" y="55408"/>
                </a:cubicBezTo>
                <a:cubicBezTo>
                  <a:pt x="45377" y="55557"/>
                  <a:pt x="45252" y="55706"/>
                  <a:pt x="45153" y="55856"/>
                </a:cubicBezTo>
                <a:cubicBezTo>
                  <a:pt x="44929" y="56154"/>
                  <a:pt x="44680" y="56503"/>
                  <a:pt x="44481" y="56851"/>
                </a:cubicBezTo>
                <a:cubicBezTo>
                  <a:pt x="44381" y="57001"/>
                  <a:pt x="44281" y="57125"/>
                  <a:pt x="44182" y="57274"/>
                </a:cubicBezTo>
                <a:cubicBezTo>
                  <a:pt x="44132" y="57349"/>
                  <a:pt x="44107" y="57424"/>
                  <a:pt x="44033" y="57498"/>
                </a:cubicBezTo>
                <a:cubicBezTo>
                  <a:pt x="43809" y="57872"/>
                  <a:pt x="43560" y="58245"/>
                  <a:pt x="43385" y="58594"/>
                </a:cubicBezTo>
                <a:cubicBezTo>
                  <a:pt x="43062" y="59116"/>
                  <a:pt x="42788" y="59639"/>
                  <a:pt x="42514" y="60137"/>
                </a:cubicBezTo>
                <a:cubicBezTo>
                  <a:pt x="42514" y="60137"/>
                  <a:pt x="42489" y="60137"/>
                  <a:pt x="42489" y="60112"/>
                </a:cubicBezTo>
                <a:lnTo>
                  <a:pt x="42440" y="60112"/>
                </a:lnTo>
                <a:cubicBezTo>
                  <a:pt x="42564" y="59863"/>
                  <a:pt x="42688" y="59639"/>
                  <a:pt x="42813" y="59390"/>
                </a:cubicBezTo>
                <a:cubicBezTo>
                  <a:pt x="42813" y="59365"/>
                  <a:pt x="42863" y="59340"/>
                  <a:pt x="42888" y="59291"/>
                </a:cubicBezTo>
                <a:lnTo>
                  <a:pt x="43360" y="58469"/>
                </a:lnTo>
                <a:cubicBezTo>
                  <a:pt x="43360" y="58469"/>
                  <a:pt x="43360" y="58419"/>
                  <a:pt x="43385" y="58419"/>
                </a:cubicBezTo>
                <a:cubicBezTo>
                  <a:pt x="43560" y="58121"/>
                  <a:pt x="43759" y="57847"/>
                  <a:pt x="43933" y="57523"/>
                </a:cubicBezTo>
                <a:cubicBezTo>
                  <a:pt x="44132" y="57225"/>
                  <a:pt x="44306" y="56926"/>
                  <a:pt x="44505" y="56627"/>
                </a:cubicBezTo>
                <a:cubicBezTo>
                  <a:pt x="44530" y="56602"/>
                  <a:pt x="44555" y="56553"/>
                  <a:pt x="44555" y="56503"/>
                </a:cubicBezTo>
                <a:cubicBezTo>
                  <a:pt x="44754" y="56229"/>
                  <a:pt x="44929" y="55980"/>
                  <a:pt x="45128" y="55681"/>
                </a:cubicBezTo>
                <a:cubicBezTo>
                  <a:pt x="45352" y="55408"/>
                  <a:pt x="45526" y="55109"/>
                  <a:pt x="45750" y="54810"/>
                </a:cubicBezTo>
                <a:cubicBezTo>
                  <a:pt x="45800" y="54760"/>
                  <a:pt x="45850" y="54686"/>
                  <a:pt x="45899" y="54611"/>
                </a:cubicBezTo>
                <a:cubicBezTo>
                  <a:pt x="46049" y="54387"/>
                  <a:pt x="46248" y="54163"/>
                  <a:pt x="46397" y="53939"/>
                </a:cubicBezTo>
                <a:close/>
                <a:moveTo>
                  <a:pt x="51649" y="60062"/>
                </a:moveTo>
                <a:cubicBezTo>
                  <a:pt x="51649" y="60087"/>
                  <a:pt x="51699" y="60112"/>
                  <a:pt x="51699" y="60112"/>
                </a:cubicBezTo>
                <a:lnTo>
                  <a:pt x="51624" y="60187"/>
                </a:lnTo>
                <a:cubicBezTo>
                  <a:pt x="51624" y="60137"/>
                  <a:pt x="51599" y="60137"/>
                  <a:pt x="51599" y="60112"/>
                </a:cubicBezTo>
                <a:lnTo>
                  <a:pt x="51649" y="60062"/>
                </a:lnTo>
                <a:close/>
                <a:moveTo>
                  <a:pt x="40822" y="59315"/>
                </a:moveTo>
                <a:cubicBezTo>
                  <a:pt x="41295" y="59589"/>
                  <a:pt x="41767" y="59888"/>
                  <a:pt x="42240" y="60137"/>
                </a:cubicBezTo>
                <a:cubicBezTo>
                  <a:pt x="42240" y="60187"/>
                  <a:pt x="42191" y="60187"/>
                  <a:pt x="42191" y="60212"/>
                </a:cubicBezTo>
                <a:cubicBezTo>
                  <a:pt x="41743" y="59963"/>
                  <a:pt x="41270" y="59689"/>
                  <a:pt x="40797" y="59365"/>
                </a:cubicBezTo>
                <a:cubicBezTo>
                  <a:pt x="40797" y="59340"/>
                  <a:pt x="40822" y="59340"/>
                  <a:pt x="40822" y="59315"/>
                </a:cubicBezTo>
                <a:close/>
                <a:moveTo>
                  <a:pt x="42440" y="60261"/>
                </a:moveTo>
                <a:cubicBezTo>
                  <a:pt x="42440" y="60261"/>
                  <a:pt x="42489" y="60261"/>
                  <a:pt x="42489" y="60311"/>
                </a:cubicBezTo>
                <a:cubicBezTo>
                  <a:pt x="42489" y="60336"/>
                  <a:pt x="42440" y="60336"/>
                  <a:pt x="42440" y="60361"/>
                </a:cubicBezTo>
                <a:cubicBezTo>
                  <a:pt x="42415" y="60361"/>
                  <a:pt x="42415" y="60361"/>
                  <a:pt x="42390" y="60336"/>
                </a:cubicBezTo>
                <a:cubicBezTo>
                  <a:pt x="42390" y="60311"/>
                  <a:pt x="42415" y="60311"/>
                  <a:pt x="42415" y="60261"/>
                </a:cubicBezTo>
                <a:close/>
                <a:moveTo>
                  <a:pt x="114599" y="52097"/>
                </a:moveTo>
                <a:cubicBezTo>
                  <a:pt x="114599" y="52122"/>
                  <a:pt x="114624" y="52172"/>
                  <a:pt x="114624" y="52222"/>
                </a:cubicBezTo>
                <a:cubicBezTo>
                  <a:pt x="113628" y="54885"/>
                  <a:pt x="112433" y="57598"/>
                  <a:pt x="111064" y="60336"/>
                </a:cubicBezTo>
                <a:cubicBezTo>
                  <a:pt x="111015" y="60361"/>
                  <a:pt x="110990" y="60386"/>
                  <a:pt x="110965" y="60386"/>
                </a:cubicBezTo>
                <a:cubicBezTo>
                  <a:pt x="112359" y="57598"/>
                  <a:pt x="113603" y="54835"/>
                  <a:pt x="114599" y="52097"/>
                </a:cubicBezTo>
                <a:close/>
                <a:moveTo>
                  <a:pt x="87443" y="50355"/>
                </a:moveTo>
                <a:lnTo>
                  <a:pt x="87443" y="50355"/>
                </a:lnTo>
                <a:cubicBezTo>
                  <a:pt x="87692" y="50405"/>
                  <a:pt x="87916" y="50479"/>
                  <a:pt x="88164" y="50529"/>
                </a:cubicBezTo>
                <a:cubicBezTo>
                  <a:pt x="88214" y="50529"/>
                  <a:pt x="88289" y="50554"/>
                  <a:pt x="88339" y="50554"/>
                </a:cubicBezTo>
                <a:cubicBezTo>
                  <a:pt x="88438" y="50579"/>
                  <a:pt x="88563" y="50579"/>
                  <a:pt x="88662" y="50629"/>
                </a:cubicBezTo>
                <a:cubicBezTo>
                  <a:pt x="88812" y="50653"/>
                  <a:pt x="88986" y="50678"/>
                  <a:pt x="89160" y="50728"/>
                </a:cubicBezTo>
                <a:cubicBezTo>
                  <a:pt x="89210" y="50728"/>
                  <a:pt x="89285" y="50753"/>
                  <a:pt x="89359" y="50753"/>
                </a:cubicBezTo>
                <a:lnTo>
                  <a:pt x="89409" y="50753"/>
                </a:lnTo>
                <a:cubicBezTo>
                  <a:pt x="89434" y="50753"/>
                  <a:pt x="89484" y="50753"/>
                  <a:pt x="89534" y="50778"/>
                </a:cubicBezTo>
                <a:lnTo>
                  <a:pt x="90181" y="50877"/>
                </a:lnTo>
                <a:cubicBezTo>
                  <a:pt x="90305" y="50902"/>
                  <a:pt x="90430" y="50902"/>
                  <a:pt x="90554" y="50902"/>
                </a:cubicBezTo>
                <a:cubicBezTo>
                  <a:pt x="90778" y="50927"/>
                  <a:pt x="91027" y="50952"/>
                  <a:pt x="91226" y="50952"/>
                </a:cubicBezTo>
                <a:lnTo>
                  <a:pt x="91351" y="50952"/>
                </a:lnTo>
                <a:cubicBezTo>
                  <a:pt x="91450" y="50952"/>
                  <a:pt x="91575" y="50952"/>
                  <a:pt x="91674" y="51002"/>
                </a:cubicBezTo>
                <a:lnTo>
                  <a:pt x="91799" y="51002"/>
                </a:lnTo>
                <a:cubicBezTo>
                  <a:pt x="91898" y="51002"/>
                  <a:pt x="91948" y="51002"/>
                  <a:pt x="92048" y="51027"/>
                </a:cubicBezTo>
                <a:cubicBezTo>
                  <a:pt x="92147" y="51027"/>
                  <a:pt x="92222" y="51027"/>
                  <a:pt x="92321" y="51052"/>
                </a:cubicBezTo>
                <a:lnTo>
                  <a:pt x="93417" y="51052"/>
                </a:lnTo>
                <a:cubicBezTo>
                  <a:pt x="93989" y="51052"/>
                  <a:pt x="94586" y="51027"/>
                  <a:pt x="95184" y="51002"/>
                </a:cubicBezTo>
                <a:lnTo>
                  <a:pt x="95184" y="51002"/>
                </a:lnTo>
                <a:cubicBezTo>
                  <a:pt x="93392" y="54238"/>
                  <a:pt x="91276" y="57449"/>
                  <a:pt x="88936" y="60585"/>
                </a:cubicBezTo>
                <a:cubicBezTo>
                  <a:pt x="88090" y="60261"/>
                  <a:pt x="87244" y="59888"/>
                  <a:pt x="86447" y="59515"/>
                </a:cubicBezTo>
                <a:cubicBezTo>
                  <a:pt x="87617" y="56154"/>
                  <a:pt x="88040" y="53018"/>
                  <a:pt x="87443" y="50355"/>
                </a:cubicBezTo>
                <a:close/>
                <a:moveTo>
                  <a:pt x="113105" y="58718"/>
                </a:moveTo>
                <a:lnTo>
                  <a:pt x="113105" y="58718"/>
                </a:lnTo>
                <a:cubicBezTo>
                  <a:pt x="113081" y="58768"/>
                  <a:pt x="113081" y="58843"/>
                  <a:pt x="113056" y="58892"/>
                </a:cubicBezTo>
                <a:cubicBezTo>
                  <a:pt x="112508" y="59515"/>
                  <a:pt x="111861" y="60087"/>
                  <a:pt x="111114" y="60585"/>
                </a:cubicBezTo>
                <a:cubicBezTo>
                  <a:pt x="111139" y="60560"/>
                  <a:pt x="111139" y="60510"/>
                  <a:pt x="111189" y="60460"/>
                </a:cubicBezTo>
                <a:cubicBezTo>
                  <a:pt x="111936" y="59938"/>
                  <a:pt x="112583" y="59365"/>
                  <a:pt x="113105" y="58718"/>
                </a:cubicBezTo>
                <a:close/>
                <a:moveTo>
                  <a:pt x="95532" y="51027"/>
                </a:moveTo>
                <a:cubicBezTo>
                  <a:pt x="93665" y="54263"/>
                  <a:pt x="91525" y="57498"/>
                  <a:pt x="89185" y="60684"/>
                </a:cubicBezTo>
                <a:cubicBezTo>
                  <a:pt x="89160" y="60684"/>
                  <a:pt x="89160" y="60635"/>
                  <a:pt x="89110" y="60635"/>
                </a:cubicBezTo>
                <a:cubicBezTo>
                  <a:pt x="91475" y="57474"/>
                  <a:pt x="93591" y="54238"/>
                  <a:pt x="95458" y="51027"/>
                </a:cubicBezTo>
                <a:close/>
                <a:moveTo>
                  <a:pt x="86372" y="59714"/>
                </a:moveTo>
                <a:cubicBezTo>
                  <a:pt x="87194" y="60087"/>
                  <a:pt x="87990" y="60436"/>
                  <a:pt x="88812" y="60734"/>
                </a:cubicBezTo>
                <a:cubicBezTo>
                  <a:pt x="88812" y="60759"/>
                  <a:pt x="88787" y="60759"/>
                  <a:pt x="88787" y="60809"/>
                </a:cubicBezTo>
                <a:cubicBezTo>
                  <a:pt x="87965" y="60485"/>
                  <a:pt x="87169" y="60137"/>
                  <a:pt x="86347" y="59764"/>
                </a:cubicBezTo>
                <a:cubicBezTo>
                  <a:pt x="86372" y="59739"/>
                  <a:pt x="86372" y="59714"/>
                  <a:pt x="86372" y="59714"/>
                </a:cubicBezTo>
                <a:close/>
                <a:moveTo>
                  <a:pt x="110865" y="60685"/>
                </a:moveTo>
                <a:lnTo>
                  <a:pt x="110865" y="60685"/>
                </a:lnTo>
                <a:cubicBezTo>
                  <a:pt x="110840" y="60709"/>
                  <a:pt x="110840" y="60734"/>
                  <a:pt x="110815" y="60809"/>
                </a:cubicBezTo>
                <a:cubicBezTo>
                  <a:pt x="110766" y="60834"/>
                  <a:pt x="110741" y="60834"/>
                  <a:pt x="110716" y="60859"/>
                </a:cubicBezTo>
                <a:cubicBezTo>
                  <a:pt x="110741" y="60834"/>
                  <a:pt x="110741" y="60809"/>
                  <a:pt x="110766" y="60734"/>
                </a:cubicBezTo>
                <a:cubicBezTo>
                  <a:pt x="110815" y="60709"/>
                  <a:pt x="110840" y="60709"/>
                  <a:pt x="110865" y="60685"/>
                </a:cubicBezTo>
                <a:close/>
                <a:moveTo>
                  <a:pt x="88986" y="60809"/>
                </a:moveTo>
                <a:cubicBezTo>
                  <a:pt x="89036" y="60809"/>
                  <a:pt x="89061" y="60834"/>
                  <a:pt x="89061" y="60834"/>
                </a:cubicBezTo>
                <a:cubicBezTo>
                  <a:pt x="89061" y="60859"/>
                  <a:pt x="89011" y="60859"/>
                  <a:pt x="89011" y="60884"/>
                </a:cubicBezTo>
                <a:cubicBezTo>
                  <a:pt x="88986" y="60884"/>
                  <a:pt x="88986" y="60884"/>
                  <a:pt x="88961" y="60859"/>
                </a:cubicBezTo>
                <a:cubicBezTo>
                  <a:pt x="88961" y="60834"/>
                  <a:pt x="88986" y="60834"/>
                  <a:pt x="88986" y="60809"/>
                </a:cubicBezTo>
                <a:close/>
                <a:moveTo>
                  <a:pt x="33578" y="54536"/>
                </a:moveTo>
                <a:cubicBezTo>
                  <a:pt x="35843" y="56279"/>
                  <a:pt x="38133" y="57897"/>
                  <a:pt x="40299" y="59315"/>
                </a:cubicBezTo>
                <a:cubicBezTo>
                  <a:pt x="39801" y="59963"/>
                  <a:pt x="39303" y="60585"/>
                  <a:pt x="38805" y="61232"/>
                </a:cubicBezTo>
                <a:cubicBezTo>
                  <a:pt x="36914" y="59689"/>
                  <a:pt x="34723" y="58345"/>
                  <a:pt x="32433" y="57225"/>
                </a:cubicBezTo>
                <a:cubicBezTo>
                  <a:pt x="32782" y="56329"/>
                  <a:pt x="33180" y="55408"/>
                  <a:pt x="33578" y="54536"/>
                </a:cubicBezTo>
                <a:close/>
                <a:moveTo>
                  <a:pt x="40498" y="59365"/>
                </a:moveTo>
                <a:cubicBezTo>
                  <a:pt x="40523" y="59365"/>
                  <a:pt x="40523" y="59390"/>
                  <a:pt x="40548" y="59390"/>
                </a:cubicBezTo>
                <a:cubicBezTo>
                  <a:pt x="40050" y="60062"/>
                  <a:pt x="39527" y="60709"/>
                  <a:pt x="39054" y="61357"/>
                </a:cubicBezTo>
                <a:cubicBezTo>
                  <a:pt x="39029" y="61357"/>
                  <a:pt x="39029" y="61332"/>
                  <a:pt x="39005" y="61332"/>
                </a:cubicBezTo>
                <a:cubicBezTo>
                  <a:pt x="39453" y="60684"/>
                  <a:pt x="39950" y="60012"/>
                  <a:pt x="40498" y="59365"/>
                </a:cubicBezTo>
                <a:close/>
                <a:moveTo>
                  <a:pt x="3612" y="61301"/>
                </a:moveTo>
                <a:cubicBezTo>
                  <a:pt x="3605" y="61323"/>
                  <a:pt x="3598" y="61344"/>
                  <a:pt x="3592" y="61365"/>
                </a:cubicBezTo>
                <a:lnTo>
                  <a:pt x="3592" y="61365"/>
                </a:lnTo>
                <a:cubicBezTo>
                  <a:pt x="3596" y="61344"/>
                  <a:pt x="3601" y="61323"/>
                  <a:pt x="3609" y="61307"/>
                </a:cubicBezTo>
                <a:cubicBezTo>
                  <a:pt x="3610" y="61305"/>
                  <a:pt x="3611" y="61303"/>
                  <a:pt x="3612" y="61301"/>
                </a:cubicBezTo>
                <a:close/>
                <a:moveTo>
                  <a:pt x="32408" y="57374"/>
                </a:moveTo>
                <a:cubicBezTo>
                  <a:pt x="34698" y="58469"/>
                  <a:pt x="36839" y="59838"/>
                  <a:pt x="38706" y="61357"/>
                </a:cubicBezTo>
                <a:lnTo>
                  <a:pt x="38681" y="61381"/>
                </a:lnTo>
                <a:cubicBezTo>
                  <a:pt x="36789" y="59863"/>
                  <a:pt x="34649" y="58519"/>
                  <a:pt x="32359" y="57449"/>
                </a:cubicBezTo>
                <a:cubicBezTo>
                  <a:pt x="32359" y="57399"/>
                  <a:pt x="32359" y="57399"/>
                  <a:pt x="32408" y="57374"/>
                </a:cubicBezTo>
                <a:close/>
                <a:moveTo>
                  <a:pt x="38880" y="61481"/>
                </a:moveTo>
                <a:cubicBezTo>
                  <a:pt x="38905" y="61481"/>
                  <a:pt x="38905" y="61506"/>
                  <a:pt x="38930" y="61506"/>
                </a:cubicBezTo>
                <a:lnTo>
                  <a:pt x="38905" y="61556"/>
                </a:lnTo>
                <a:cubicBezTo>
                  <a:pt x="38880" y="61556"/>
                  <a:pt x="38830" y="61506"/>
                  <a:pt x="38830" y="61506"/>
                </a:cubicBezTo>
                <a:lnTo>
                  <a:pt x="38880" y="61481"/>
                </a:lnTo>
                <a:close/>
                <a:moveTo>
                  <a:pt x="113305" y="58942"/>
                </a:moveTo>
                <a:cubicBezTo>
                  <a:pt x="112956" y="59813"/>
                  <a:pt x="112583" y="60709"/>
                  <a:pt x="112234" y="61481"/>
                </a:cubicBezTo>
                <a:cubicBezTo>
                  <a:pt x="112217" y="61533"/>
                  <a:pt x="112197" y="61581"/>
                  <a:pt x="112176" y="61630"/>
                </a:cubicBezTo>
                <a:lnTo>
                  <a:pt x="112176" y="61630"/>
                </a:lnTo>
                <a:cubicBezTo>
                  <a:pt x="112515" y="60759"/>
                  <a:pt x="112870" y="59888"/>
                  <a:pt x="113205" y="59017"/>
                </a:cubicBezTo>
                <a:lnTo>
                  <a:pt x="113305" y="58942"/>
                </a:lnTo>
                <a:close/>
                <a:moveTo>
                  <a:pt x="113804" y="58252"/>
                </a:moveTo>
                <a:cubicBezTo>
                  <a:pt x="113489" y="59031"/>
                  <a:pt x="113197" y="59832"/>
                  <a:pt x="112856" y="60610"/>
                </a:cubicBezTo>
                <a:cubicBezTo>
                  <a:pt x="112732" y="60884"/>
                  <a:pt x="112608" y="61207"/>
                  <a:pt x="112483" y="61481"/>
                </a:cubicBezTo>
                <a:cubicBezTo>
                  <a:pt x="112483" y="61506"/>
                  <a:pt x="112458" y="61556"/>
                  <a:pt x="112458" y="61581"/>
                </a:cubicBezTo>
                <a:cubicBezTo>
                  <a:pt x="112458" y="61605"/>
                  <a:pt x="112408" y="61605"/>
                  <a:pt x="112408" y="61630"/>
                </a:cubicBezTo>
                <a:cubicBezTo>
                  <a:pt x="112368" y="61773"/>
                  <a:pt x="112294" y="61899"/>
                  <a:pt x="112241" y="62022"/>
                </a:cubicBezTo>
                <a:lnTo>
                  <a:pt x="112241" y="62022"/>
                </a:lnTo>
                <a:cubicBezTo>
                  <a:pt x="112434" y="61526"/>
                  <a:pt x="112669" y="61029"/>
                  <a:pt x="112881" y="60510"/>
                </a:cubicBezTo>
                <a:cubicBezTo>
                  <a:pt x="112881" y="60485"/>
                  <a:pt x="112931" y="60460"/>
                  <a:pt x="112931" y="60386"/>
                </a:cubicBezTo>
                <a:cubicBezTo>
                  <a:pt x="113180" y="59764"/>
                  <a:pt x="113429" y="59116"/>
                  <a:pt x="113653" y="58494"/>
                </a:cubicBezTo>
                <a:cubicBezTo>
                  <a:pt x="113653" y="58469"/>
                  <a:pt x="113703" y="58444"/>
                  <a:pt x="113703" y="58395"/>
                </a:cubicBezTo>
                <a:cubicBezTo>
                  <a:pt x="113728" y="58370"/>
                  <a:pt x="113753" y="58345"/>
                  <a:pt x="113753" y="58320"/>
                </a:cubicBezTo>
                <a:cubicBezTo>
                  <a:pt x="113782" y="58290"/>
                  <a:pt x="113794" y="58270"/>
                  <a:pt x="113804" y="58252"/>
                </a:cubicBezTo>
                <a:close/>
                <a:moveTo>
                  <a:pt x="110616" y="44804"/>
                </a:moveTo>
                <a:cubicBezTo>
                  <a:pt x="112732" y="47069"/>
                  <a:pt x="114076" y="49484"/>
                  <a:pt x="114574" y="51749"/>
                </a:cubicBezTo>
                <a:cubicBezTo>
                  <a:pt x="113479" y="54636"/>
                  <a:pt x="112184" y="57623"/>
                  <a:pt x="110641" y="60610"/>
                </a:cubicBezTo>
                <a:cubicBezTo>
                  <a:pt x="109695" y="61207"/>
                  <a:pt x="108575" y="61705"/>
                  <a:pt x="107331" y="62078"/>
                </a:cubicBezTo>
                <a:cubicBezTo>
                  <a:pt x="108376" y="59017"/>
                  <a:pt x="109073" y="56129"/>
                  <a:pt x="109322" y="53391"/>
                </a:cubicBezTo>
                <a:lnTo>
                  <a:pt x="109322" y="53342"/>
                </a:lnTo>
                <a:lnTo>
                  <a:pt x="109322" y="53292"/>
                </a:lnTo>
                <a:lnTo>
                  <a:pt x="109322" y="53217"/>
                </a:lnTo>
                <a:cubicBezTo>
                  <a:pt x="109347" y="52794"/>
                  <a:pt x="109372" y="52396"/>
                  <a:pt x="109372" y="51998"/>
                </a:cubicBezTo>
                <a:lnTo>
                  <a:pt x="109372" y="51973"/>
                </a:lnTo>
                <a:lnTo>
                  <a:pt x="109372" y="51823"/>
                </a:lnTo>
                <a:lnTo>
                  <a:pt x="109372" y="51774"/>
                </a:lnTo>
                <a:lnTo>
                  <a:pt x="109372" y="51550"/>
                </a:lnTo>
                <a:lnTo>
                  <a:pt x="109372" y="50429"/>
                </a:lnTo>
                <a:lnTo>
                  <a:pt x="109372" y="50355"/>
                </a:lnTo>
                <a:cubicBezTo>
                  <a:pt x="109372" y="50230"/>
                  <a:pt x="109372" y="50106"/>
                  <a:pt x="109347" y="49981"/>
                </a:cubicBezTo>
                <a:cubicBezTo>
                  <a:pt x="109347" y="49658"/>
                  <a:pt x="109297" y="49359"/>
                  <a:pt x="109272" y="49060"/>
                </a:cubicBezTo>
                <a:lnTo>
                  <a:pt x="109272" y="48886"/>
                </a:lnTo>
                <a:cubicBezTo>
                  <a:pt x="109272" y="48787"/>
                  <a:pt x="109247" y="48687"/>
                  <a:pt x="109247" y="48563"/>
                </a:cubicBezTo>
                <a:lnTo>
                  <a:pt x="109247" y="48513"/>
                </a:lnTo>
                <a:cubicBezTo>
                  <a:pt x="109222" y="48388"/>
                  <a:pt x="109222" y="48239"/>
                  <a:pt x="109222" y="48115"/>
                </a:cubicBezTo>
                <a:cubicBezTo>
                  <a:pt x="109670" y="47019"/>
                  <a:pt x="110118" y="45924"/>
                  <a:pt x="110517" y="44879"/>
                </a:cubicBezTo>
                <a:cubicBezTo>
                  <a:pt x="110542" y="44829"/>
                  <a:pt x="110591" y="44804"/>
                  <a:pt x="110616" y="44804"/>
                </a:cubicBezTo>
                <a:close/>
                <a:moveTo>
                  <a:pt x="109073" y="48513"/>
                </a:moveTo>
                <a:cubicBezTo>
                  <a:pt x="109073" y="48563"/>
                  <a:pt x="109098" y="48637"/>
                  <a:pt x="109098" y="48737"/>
                </a:cubicBezTo>
                <a:cubicBezTo>
                  <a:pt x="109123" y="48886"/>
                  <a:pt x="109123" y="49036"/>
                  <a:pt x="109148" y="49185"/>
                </a:cubicBezTo>
                <a:lnTo>
                  <a:pt x="109148" y="49309"/>
                </a:lnTo>
                <a:cubicBezTo>
                  <a:pt x="109197" y="49633"/>
                  <a:pt x="109197" y="49932"/>
                  <a:pt x="109222" y="50230"/>
                </a:cubicBezTo>
                <a:lnTo>
                  <a:pt x="109222" y="50554"/>
                </a:lnTo>
                <a:lnTo>
                  <a:pt x="109222" y="51848"/>
                </a:lnTo>
                <a:lnTo>
                  <a:pt x="109222" y="51923"/>
                </a:lnTo>
                <a:cubicBezTo>
                  <a:pt x="109222" y="52122"/>
                  <a:pt x="109197" y="52346"/>
                  <a:pt x="109197" y="52520"/>
                </a:cubicBezTo>
                <a:cubicBezTo>
                  <a:pt x="109197" y="52620"/>
                  <a:pt x="109197" y="52744"/>
                  <a:pt x="109148" y="52844"/>
                </a:cubicBezTo>
                <a:cubicBezTo>
                  <a:pt x="109148" y="52919"/>
                  <a:pt x="109148" y="53043"/>
                  <a:pt x="109123" y="53143"/>
                </a:cubicBezTo>
                <a:cubicBezTo>
                  <a:pt x="109098" y="53342"/>
                  <a:pt x="109098" y="53541"/>
                  <a:pt x="109073" y="53740"/>
                </a:cubicBezTo>
                <a:cubicBezTo>
                  <a:pt x="109023" y="54138"/>
                  <a:pt x="108973" y="54536"/>
                  <a:pt x="108899" y="54960"/>
                </a:cubicBezTo>
                <a:cubicBezTo>
                  <a:pt x="108849" y="55408"/>
                  <a:pt x="108749" y="55881"/>
                  <a:pt x="108650" y="56329"/>
                </a:cubicBezTo>
                <a:cubicBezTo>
                  <a:pt x="108625" y="56528"/>
                  <a:pt x="108575" y="56777"/>
                  <a:pt x="108525" y="57026"/>
                </a:cubicBezTo>
                <a:cubicBezTo>
                  <a:pt x="108351" y="57847"/>
                  <a:pt x="108152" y="58643"/>
                  <a:pt x="107903" y="59490"/>
                </a:cubicBezTo>
                <a:cubicBezTo>
                  <a:pt x="107853" y="59714"/>
                  <a:pt x="107779" y="59963"/>
                  <a:pt x="107704" y="60187"/>
                </a:cubicBezTo>
                <a:cubicBezTo>
                  <a:pt x="107505" y="60759"/>
                  <a:pt x="107281" y="61456"/>
                  <a:pt x="107032" y="62128"/>
                </a:cubicBezTo>
                <a:cubicBezTo>
                  <a:pt x="107007" y="62128"/>
                  <a:pt x="107007" y="62128"/>
                  <a:pt x="106982" y="62178"/>
                </a:cubicBezTo>
                <a:cubicBezTo>
                  <a:pt x="107032" y="62004"/>
                  <a:pt x="107082" y="61854"/>
                  <a:pt x="107132" y="61680"/>
                </a:cubicBezTo>
                <a:cubicBezTo>
                  <a:pt x="107132" y="61630"/>
                  <a:pt x="107156" y="61605"/>
                  <a:pt x="107156" y="61605"/>
                </a:cubicBezTo>
                <a:lnTo>
                  <a:pt x="107256" y="61332"/>
                </a:lnTo>
                <a:cubicBezTo>
                  <a:pt x="107356" y="61008"/>
                  <a:pt x="107480" y="60684"/>
                  <a:pt x="107580" y="60361"/>
                </a:cubicBezTo>
                <a:cubicBezTo>
                  <a:pt x="107604" y="60236"/>
                  <a:pt x="107654" y="60087"/>
                  <a:pt x="107704" y="59963"/>
                </a:cubicBezTo>
                <a:cubicBezTo>
                  <a:pt x="107779" y="59714"/>
                  <a:pt x="107853" y="59440"/>
                  <a:pt x="107903" y="59191"/>
                </a:cubicBezTo>
                <a:cubicBezTo>
                  <a:pt x="107953" y="59116"/>
                  <a:pt x="107953" y="59017"/>
                  <a:pt x="107978" y="58967"/>
                </a:cubicBezTo>
                <a:cubicBezTo>
                  <a:pt x="108003" y="58867"/>
                  <a:pt x="108003" y="58818"/>
                  <a:pt x="108028" y="58718"/>
                </a:cubicBezTo>
                <a:cubicBezTo>
                  <a:pt x="108077" y="58594"/>
                  <a:pt x="108102" y="58444"/>
                  <a:pt x="108127" y="58320"/>
                </a:cubicBezTo>
                <a:cubicBezTo>
                  <a:pt x="108127" y="58270"/>
                  <a:pt x="108152" y="58220"/>
                  <a:pt x="108152" y="58195"/>
                </a:cubicBezTo>
                <a:lnTo>
                  <a:pt x="108152" y="58146"/>
                </a:lnTo>
                <a:cubicBezTo>
                  <a:pt x="108227" y="57946"/>
                  <a:pt x="108252" y="57747"/>
                  <a:pt x="108326" y="57523"/>
                </a:cubicBezTo>
                <a:lnTo>
                  <a:pt x="108326" y="57498"/>
                </a:lnTo>
                <a:cubicBezTo>
                  <a:pt x="108376" y="57250"/>
                  <a:pt x="108451" y="56976"/>
                  <a:pt x="108501" y="56727"/>
                </a:cubicBezTo>
                <a:cubicBezTo>
                  <a:pt x="108501" y="56702"/>
                  <a:pt x="108501" y="56652"/>
                  <a:pt x="108525" y="56627"/>
                </a:cubicBezTo>
                <a:cubicBezTo>
                  <a:pt x="108525" y="56602"/>
                  <a:pt x="108525" y="56528"/>
                  <a:pt x="108575" y="56503"/>
                </a:cubicBezTo>
                <a:lnTo>
                  <a:pt x="108575" y="56478"/>
                </a:lnTo>
                <a:lnTo>
                  <a:pt x="108650" y="56005"/>
                </a:lnTo>
                <a:cubicBezTo>
                  <a:pt x="108700" y="55881"/>
                  <a:pt x="108700" y="55756"/>
                  <a:pt x="108725" y="55632"/>
                </a:cubicBezTo>
                <a:cubicBezTo>
                  <a:pt x="108749" y="55482"/>
                  <a:pt x="108774" y="55283"/>
                  <a:pt x="108824" y="55134"/>
                </a:cubicBezTo>
                <a:cubicBezTo>
                  <a:pt x="108849" y="54910"/>
                  <a:pt x="108874" y="54736"/>
                  <a:pt x="108899" y="54536"/>
                </a:cubicBezTo>
                <a:cubicBezTo>
                  <a:pt x="108949" y="54412"/>
                  <a:pt x="108949" y="54288"/>
                  <a:pt x="108973" y="54163"/>
                </a:cubicBezTo>
                <a:cubicBezTo>
                  <a:pt x="108973" y="54113"/>
                  <a:pt x="108998" y="54039"/>
                  <a:pt x="108998" y="53964"/>
                </a:cubicBezTo>
                <a:cubicBezTo>
                  <a:pt x="108998" y="53839"/>
                  <a:pt x="109023" y="53715"/>
                  <a:pt x="109023" y="53591"/>
                </a:cubicBezTo>
                <a:cubicBezTo>
                  <a:pt x="109023" y="53516"/>
                  <a:pt x="109023" y="53491"/>
                  <a:pt x="109073" y="53416"/>
                </a:cubicBezTo>
                <a:cubicBezTo>
                  <a:pt x="109073" y="53292"/>
                  <a:pt x="109098" y="53167"/>
                  <a:pt x="109098" y="53043"/>
                </a:cubicBezTo>
                <a:cubicBezTo>
                  <a:pt x="109098" y="52968"/>
                  <a:pt x="109123" y="52894"/>
                  <a:pt x="109123" y="52794"/>
                </a:cubicBezTo>
                <a:cubicBezTo>
                  <a:pt x="109123" y="52670"/>
                  <a:pt x="109148" y="52520"/>
                  <a:pt x="109148" y="52396"/>
                </a:cubicBezTo>
                <a:lnTo>
                  <a:pt x="109148" y="52147"/>
                </a:lnTo>
                <a:lnTo>
                  <a:pt x="109148" y="51898"/>
                </a:lnTo>
                <a:lnTo>
                  <a:pt x="109148" y="51624"/>
                </a:lnTo>
                <a:lnTo>
                  <a:pt x="109148" y="51475"/>
                </a:lnTo>
                <a:lnTo>
                  <a:pt x="109148" y="50877"/>
                </a:lnTo>
                <a:lnTo>
                  <a:pt x="109148" y="50728"/>
                </a:lnTo>
                <a:lnTo>
                  <a:pt x="109148" y="50405"/>
                </a:lnTo>
                <a:lnTo>
                  <a:pt x="109148" y="50180"/>
                </a:lnTo>
                <a:lnTo>
                  <a:pt x="109148" y="50131"/>
                </a:lnTo>
                <a:cubicBezTo>
                  <a:pt x="109148" y="49882"/>
                  <a:pt x="109123" y="49658"/>
                  <a:pt x="109098" y="49409"/>
                </a:cubicBezTo>
                <a:cubicBezTo>
                  <a:pt x="109098" y="49309"/>
                  <a:pt x="109098" y="49185"/>
                  <a:pt x="109073" y="49110"/>
                </a:cubicBezTo>
                <a:lnTo>
                  <a:pt x="109073" y="49060"/>
                </a:lnTo>
                <a:cubicBezTo>
                  <a:pt x="109073" y="49011"/>
                  <a:pt x="109073" y="48936"/>
                  <a:pt x="109023" y="48911"/>
                </a:cubicBezTo>
                <a:lnTo>
                  <a:pt x="109023" y="48811"/>
                </a:lnTo>
                <a:cubicBezTo>
                  <a:pt x="109023" y="48762"/>
                  <a:pt x="109023" y="48687"/>
                  <a:pt x="108998" y="48637"/>
                </a:cubicBezTo>
                <a:lnTo>
                  <a:pt x="108998" y="48612"/>
                </a:lnTo>
                <a:cubicBezTo>
                  <a:pt x="108998" y="48612"/>
                  <a:pt x="108998" y="48563"/>
                  <a:pt x="109023" y="48563"/>
                </a:cubicBezTo>
                <a:cubicBezTo>
                  <a:pt x="109023" y="48538"/>
                  <a:pt x="109023" y="48538"/>
                  <a:pt x="109073" y="48513"/>
                </a:cubicBezTo>
                <a:close/>
                <a:moveTo>
                  <a:pt x="110467" y="60933"/>
                </a:moveTo>
                <a:cubicBezTo>
                  <a:pt x="110442" y="60958"/>
                  <a:pt x="110442" y="60983"/>
                  <a:pt x="110392" y="61008"/>
                </a:cubicBezTo>
                <a:cubicBezTo>
                  <a:pt x="109471" y="61556"/>
                  <a:pt x="108376" y="62004"/>
                  <a:pt x="107206" y="62352"/>
                </a:cubicBezTo>
                <a:cubicBezTo>
                  <a:pt x="107206" y="62352"/>
                  <a:pt x="107206" y="62327"/>
                  <a:pt x="107231" y="62302"/>
                </a:cubicBezTo>
                <a:cubicBezTo>
                  <a:pt x="108451" y="61954"/>
                  <a:pt x="109521" y="61481"/>
                  <a:pt x="110467" y="60933"/>
                </a:cubicBezTo>
                <a:close/>
                <a:moveTo>
                  <a:pt x="79552" y="55756"/>
                </a:moveTo>
                <a:cubicBezTo>
                  <a:pt x="81469" y="57274"/>
                  <a:pt x="83634" y="58643"/>
                  <a:pt x="85949" y="59764"/>
                </a:cubicBezTo>
                <a:cubicBezTo>
                  <a:pt x="85601" y="60635"/>
                  <a:pt x="85227" y="61506"/>
                  <a:pt x="84804" y="62427"/>
                </a:cubicBezTo>
                <a:cubicBezTo>
                  <a:pt x="82514" y="60684"/>
                  <a:pt x="80249" y="59067"/>
                  <a:pt x="78059" y="57648"/>
                </a:cubicBezTo>
                <a:cubicBezTo>
                  <a:pt x="78581" y="57026"/>
                  <a:pt x="79054" y="56378"/>
                  <a:pt x="79552" y="55756"/>
                </a:cubicBezTo>
                <a:close/>
                <a:moveTo>
                  <a:pt x="61855" y="50728"/>
                </a:moveTo>
                <a:cubicBezTo>
                  <a:pt x="62825" y="51176"/>
                  <a:pt x="63647" y="51475"/>
                  <a:pt x="64294" y="51500"/>
                </a:cubicBezTo>
                <a:cubicBezTo>
                  <a:pt x="64095" y="51649"/>
                  <a:pt x="63896" y="51774"/>
                  <a:pt x="63697" y="51923"/>
                </a:cubicBezTo>
                <a:cubicBezTo>
                  <a:pt x="63448" y="52122"/>
                  <a:pt x="63199" y="52296"/>
                  <a:pt x="62975" y="52495"/>
                </a:cubicBezTo>
                <a:lnTo>
                  <a:pt x="62925" y="52520"/>
                </a:lnTo>
                <a:cubicBezTo>
                  <a:pt x="62676" y="52719"/>
                  <a:pt x="62427" y="52919"/>
                  <a:pt x="62178" y="53118"/>
                </a:cubicBezTo>
                <a:cubicBezTo>
                  <a:pt x="61805" y="53416"/>
                  <a:pt x="61407" y="53740"/>
                  <a:pt x="61033" y="54039"/>
                </a:cubicBezTo>
                <a:cubicBezTo>
                  <a:pt x="60162" y="54760"/>
                  <a:pt x="59341" y="55482"/>
                  <a:pt x="58743" y="56080"/>
                </a:cubicBezTo>
                <a:lnTo>
                  <a:pt x="58594" y="56229"/>
                </a:lnTo>
                <a:cubicBezTo>
                  <a:pt x="57947" y="56851"/>
                  <a:pt x="57474" y="57324"/>
                  <a:pt x="57100" y="57698"/>
                </a:cubicBezTo>
                <a:lnTo>
                  <a:pt x="56851" y="57946"/>
                </a:lnTo>
                <a:lnTo>
                  <a:pt x="56802" y="57996"/>
                </a:lnTo>
                <a:cubicBezTo>
                  <a:pt x="56503" y="58270"/>
                  <a:pt x="55333" y="59465"/>
                  <a:pt x="53690" y="61357"/>
                </a:cubicBezTo>
                <a:lnTo>
                  <a:pt x="53591" y="61456"/>
                </a:lnTo>
                <a:cubicBezTo>
                  <a:pt x="53491" y="61581"/>
                  <a:pt x="53392" y="61680"/>
                  <a:pt x="53317" y="61805"/>
                </a:cubicBezTo>
                <a:cubicBezTo>
                  <a:pt x="53093" y="62078"/>
                  <a:pt x="52869" y="62327"/>
                  <a:pt x="52695" y="62551"/>
                </a:cubicBezTo>
                <a:cubicBezTo>
                  <a:pt x="52645" y="61929"/>
                  <a:pt x="52371" y="61133"/>
                  <a:pt x="51848" y="60212"/>
                </a:cubicBezTo>
                <a:cubicBezTo>
                  <a:pt x="54611" y="56752"/>
                  <a:pt x="58046" y="53466"/>
                  <a:pt x="61855" y="50728"/>
                </a:cubicBezTo>
                <a:close/>
                <a:moveTo>
                  <a:pt x="3388" y="62565"/>
                </a:moveTo>
                <a:lnTo>
                  <a:pt x="3388" y="62565"/>
                </a:lnTo>
                <a:cubicBezTo>
                  <a:pt x="3385" y="62573"/>
                  <a:pt x="3385" y="62576"/>
                  <a:pt x="3385" y="62576"/>
                </a:cubicBezTo>
                <a:lnTo>
                  <a:pt x="3385" y="62576"/>
                </a:lnTo>
                <a:cubicBezTo>
                  <a:pt x="3385" y="62573"/>
                  <a:pt x="3386" y="62569"/>
                  <a:pt x="3388" y="62565"/>
                </a:cubicBezTo>
                <a:close/>
                <a:moveTo>
                  <a:pt x="86074" y="59863"/>
                </a:moveTo>
                <a:cubicBezTo>
                  <a:pt x="86099" y="59863"/>
                  <a:pt x="86099" y="59888"/>
                  <a:pt x="86123" y="59888"/>
                </a:cubicBezTo>
                <a:cubicBezTo>
                  <a:pt x="85825" y="60759"/>
                  <a:pt x="85426" y="61680"/>
                  <a:pt x="84978" y="62576"/>
                </a:cubicBezTo>
                <a:cubicBezTo>
                  <a:pt x="84954" y="62576"/>
                  <a:pt x="84954" y="62551"/>
                  <a:pt x="84929" y="62551"/>
                </a:cubicBezTo>
                <a:cubicBezTo>
                  <a:pt x="85352" y="61630"/>
                  <a:pt x="85725" y="60734"/>
                  <a:pt x="86074" y="59863"/>
                </a:cubicBezTo>
                <a:close/>
                <a:moveTo>
                  <a:pt x="4655" y="59390"/>
                </a:moveTo>
                <a:cubicBezTo>
                  <a:pt x="4281" y="60485"/>
                  <a:pt x="3933" y="61556"/>
                  <a:pt x="3609" y="62601"/>
                </a:cubicBezTo>
                <a:cubicBezTo>
                  <a:pt x="3609" y="62452"/>
                  <a:pt x="3634" y="62327"/>
                  <a:pt x="3684" y="62178"/>
                </a:cubicBezTo>
                <a:cubicBezTo>
                  <a:pt x="3908" y="61357"/>
                  <a:pt x="4182" y="60560"/>
                  <a:pt x="4456" y="59739"/>
                </a:cubicBezTo>
                <a:cubicBezTo>
                  <a:pt x="4530" y="59639"/>
                  <a:pt x="4580" y="59515"/>
                  <a:pt x="4655" y="59390"/>
                </a:cubicBezTo>
                <a:close/>
                <a:moveTo>
                  <a:pt x="97922" y="50753"/>
                </a:moveTo>
                <a:cubicBezTo>
                  <a:pt x="98743" y="54138"/>
                  <a:pt x="98245" y="58245"/>
                  <a:pt x="96677" y="62601"/>
                </a:cubicBezTo>
                <a:cubicBezTo>
                  <a:pt x="94213" y="62253"/>
                  <a:pt x="91774" y="61630"/>
                  <a:pt x="89359" y="60734"/>
                </a:cubicBezTo>
                <a:cubicBezTo>
                  <a:pt x="91724" y="57498"/>
                  <a:pt x="93889" y="54238"/>
                  <a:pt x="95781" y="51002"/>
                </a:cubicBezTo>
                <a:cubicBezTo>
                  <a:pt x="96005" y="50977"/>
                  <a:pt x="96179" y="50927"/>
                  <a:pt x="96403" y="50927"/>
                </a:cubicBezTo>
                <a:cubicBezTo>
                  <a:pt x="96777" y="50902"/>
                  <a:pt x="97150" y="50877"/>
                  <a:pt x="97499" y="50803"/>
                </a:cubicBezTo>
                <a:lnTo>
                  <a:pt x="97524" y="50803"/>
                </a:lnTo>
                <a:cubicBezTo>
                  <a:pt x="97648" y="50778"/>
                  <a:pt x="97772" y="50753"/>
                  <a:pt x="97922" y="50753"/>
                </a:cubicBezTo>
                <a:close/>
                <a:moveTo>
                  <a:pt x="77959" y="57822"/>
                </a:moveTo>
                <a:cubicBezTo>
                  <a:pt x="80125" y="59216"/>
                  <a:pt x="82440" y="60834"/>
                  <a:pt x="84705" y="62576"/>
                </a:cubicBezTo>
                <a:cubicBezTo>
                  <a:pt x="84705" y="62601"/>
                  <a:pt x="84655" y="62601"/>
                  <a:pt x="84655" y="62626"/>
                </a:cubicBezTo>
                <a:cubicBezTo>
                  <a:pt x="82390" y="60859"/>
                  <a:pt x="80100" y="59241"/>
                  <a:pt x="77884" y="57847"/>
                </a:cubicBezTo>
                <a:cubicBezTo>
                  <a:pt x="77909" y="57847"/>
                  <a:pt x="77909" y="57822"/>
                  <a:pt x="77959" y="57822"/>
                </a:cubicBezTo>
                <a:close/>
                <a:moveTo>
                  <a:pt x="98121" y="50678"/>
                </a:moveTo>
                <a:cubicBezTo>
                  <a:pt x="98992" y="54113"/>
                  <a:pt x="98494" y="58245"/>
                  <a:pt x="96901" y="62626"/>
                </a:cubicBezTo>
                <a:lnTo>
                  <a:pt x="96827" y="62626"/>
                </a:lnTo>
                <a:cubicBezTo>
                  <a:pt x="98395" y="58245"/>
                  <a:pt x="98893" y="54113"/>
                  <a:pt x="98046" y="50678"/>
                </a:cubicBezTo>
                <a:close/>
                <a:moveTo>
                  <a:pt x="70293" y="54014"/>
                </a:moveTo>
                <a:cubicBezTo>
                  <a:pt x="71861" y="54611"/>
                  <a:pt x="73728" y="55532"/>
                  <a:pt x="75719" y="56702"/>
                </a:cubicBezTo>
                <a:cubicBezTo>
                  <a:pt x="74649" y="58718"/>
                  <a:pt x="73329" y="60734"/>
                  <a:pt x="71786" y="62726"/>
                </a:cubicBezTo>
                <a:cubicBezTo>
                  <a:pt x="69820" y="60734"/>
                  <a:pt x="68326" y="58942"/>
                  <a:pt x="67380" y="57399"/>
                </a:cubicBezTo>
                <a:cubicBezTo>
                  <a:pt x="67555" y="57200"/>
                  <a:pt x="67729" y="56976"/>
                  <a:pt x="67953" y="56752"/>
                </a:cubicBezTo>
                <a:lnTo>
                  <a:pt x="68052" y="56652"/>
                </a:lnTo>
                <a:cubicBezTo>
                  <a:pt x="68301" y="56378"/>
                  <a:pt x="68525" y="56105"/>
                  <a:pt x="68774" y="55831"/>
                </a:cubicBezTo>
                <a:cubicBezTo>
                  <a:pt x="68874" y="55731"/>
                  <a:pt x="68924" y="55632"/>
                  <a:pt x="69023" y="55532"/>
                </a:cubicBezTo>
                <a:cubicBezTo>
                  <a:pt x="69297" y="55233"/>
                  <a:pt x="69546" y="54885"/>
                  <a:pt x="69820" y="54586"/>
                </a:cubicBezTo>
                <a:lnTo>
                  <a:pt x="70293" y="54014"/>
                </a:lnTo>
                <a:close/>
                <a:moveTo>
                  <a:pt x="51774" y="60311"/>
                </a:moveTo>
                <a:cubicBezTo>
                  <a:pt x="52321" y="61307"/>
                  <a:pt x="52595" y="62103"/>
                  <a:pt x="52570" y="62701"/>
                </a:cubicBezTo>
                <a:lnTo>
                  <a:pt x="52471" y="62800"/>
                </a:lnTo>
                <a:cubicBezTo>
                  <a:pt x="52520" y="62203"/>
                  <a:pt x="52272" y="61357"/>
                  <a:pt x="51724" y="60361"/>
                </a:cubicBezTo>
                <a:lnTo>
                  <a:pt x="51774" y="60311"/>
                </a:lnTo>
                <a:close/>
                <a:moveTo>
                  <a:pt x="84829" y="62701"/>
                </a:moveTo>
                <a:cubicBezTo>
                  <a:pt x="84854" y="62701"/>
                  <a:pt x="84879" y="62726"/>
                  <a:pt x="84879" y="62726"/>
                </a:cubicBezTo>
                <a:cubicBezTo>
                  <a:pt x="84879" y="62750"/>
                  <a:pt x="84854" y="62750"/>
                  <a:pt x="84854" y="62800"/>
                </a:cubicBezTo>
                <a:cubicBezTo>
                  <a:pt x="84829" y="62800"/>
                  <a:pt x="84829" y="62750"/>
                  <a:pt x="84804" y="62750"/>
                </a:cubicBezTo>
                <a:cubicBezTo>
                  <a:pt x="84804" y="62726"/>
                  <a:pt x="84829" y="62726"/>
                  <a:pt x="84829" y="62701"/>
                </a:cubicBezTo>
                <a:close/>
                <a:moveTo>
                  <a:pt x="89235" y="60884"/>
                </a:moveTo>
                <a:cubicBezTo>
                  <a:pt x="91649" y="61805"/>
                  <a:pt x="94163" y="62427"/>
                  <a:pt x="96627" y="62800"/>
                </a:cubicBezTo>
                <a:cubicBezTo>
                  <a:pt x="96627" y="62825"/>
                  <a:pt x="96578" y="62825"/>
                  <a:pt x="96578" y="62850"/>
                </a:cubicBezTo>
                <a:cubicBezTo>
                  <a:pt x="94089" y="62477"/>
                  <a:pt x="91599" y="61854"/>
                  <a:pt x="89210" y="60958"/>
                </a:cubicBezTo>
                <a:cubicBezTo>
                  <a:pt x="89210" y="60933"/>
                  <a:pt x="89210" y="60933"/>
                  <a:pt x="89235" y="60884"/>
                </a:cubicBezTo>
                <a:close/>
                <a:moveTo>
                  <a:pt x="46621" y="54163"/>
                </a:moveTo>
                <a:cubicBezTo>
                  <a:pt x="48538" y="56204"/>
                  <a:pt x="50031" y="58021"/>
                  <a:pt x="51002" y="59515"/>
                </a:cubicBezTo>
                <a:cubicBezTo>
                  <a:pt x="50828" y="59714"/>
                  <a:pt x="50654" y="59938"/>
                  <a:pt x="50479" y="60112"/>
                </a:cubicBezTo>
                <a:lnTo>
                  <a:pt x="50280" y="60311"/>
                </a:lnTo>
                <a:cubicBezTo>
                  <a:pt x="50031" y="60585"/>
                  <a:pt x="49832" y="60859"/>
                  <a:pt x="49608" y="61108"/>
                </a:cubicBezTo>
                <a:cubicBezTo>
                  <a:pt x="49533" y="61207"/>
                  <a:pt x="49459" y="61257"/>
                  <a:pt x="49384" y="61357"/>
                </a:cubicBezTo>
                <a:cubicBezTo>
                  <a:pt x="48961" y="61854"/>
                  <a:pt x="48513" y="62352"/>
                  <a:pt x="48115" y="62875"/>
                </a:cubicBezTo>
                <a:cubicBezTo>
                  <a:pt x="46547" y="62302"/>
                  <a:pt x="44680" y="61357"/>
                  <a:pt x="42688" y="60212"/>
                </a:cubicBezTo>
                <a:cubicBezTo>
                  <a:pt x="43759" y="58195"/>
                  <a:pt x="45053" y="56154"/>
                  <a:pt x="46621" y="54163"/>
                </a:cubicBezTo>
                <a:close/>
                <a:moveTo>
                  <a:pt x="96827" y="62825"/>
                </a:moveTo>
                <a:cubicBezTo>
                  <a:pt x="96827" y="62850"/>
                  <a:pt x="96827" y="62850"/>
                  <a:pt x="96802" y="62875"/>
                </a:cubicBezTo>
                <a:lnTo>
                  <a:pt x="96752" y="62875"/>
                </a:lnTo>
                <a:cubicBezTo>
                  <a:pt x="96752" y="62850"/>
                  <a:pt x="96777" y="62850"/>
                  <a:pt x="96777" y="62825"/>
                </a:cubicBezTo>
                <a:close/>
                <a:moveTo>
                  <a:pt x="59062" y="56174"/>
                </a:moveTo>
                <a:cubicBezTo>
                  <a:pt x="59047" y="56189"/>
                  <a:pt x="59032" y="56207"/>
                  <a:pt x="59017" y="56229"/>
                </a:cubicBezTo>
                <a:lnTo>
                  <a:pt x="58917" y="56353"/>
                </a:lnTo>
                <a:cubicBezTo>
                  <a:pt x="58220" y="57026"/>
                  <a:pt x="57723" y="57498"/>
                  <a:pt x="57324" y="57872"/>
                </a:cubicBezTo>
                <a:lnTo>
                  <a:pt x="57100" y="58096"/>
                </a:lnTo>
                <a:lnTo>
                  <a:pt x="57075" y="58121"/>
                </a:lnTo>
                <a:lnTo>
                  <a:pt x="56727" y="58469"/>
                </a:lnTo>
                <a:lnTo>
                  <a:pt x="56478" y="58718"/>
                </a:lnTo>
                <a:cubicBezTo>
                  <a:pt x="56453" y="58743"/>
                  <a:pt x="56453" y="58743"/>
                  <a:pt x="56453" y="58768"/>
                </a:cubicBezTo>
                <a:cubicBezTo>
                  <a:pt x="56354" y="58867"/>
                  <a:pt x="56254" y="58967"/>
                  <a:pt x="56179" y="59091"/>
                </a:cubicBezTo>
                <a:cubicBezTo>
                  <a:pt x="55706" y="59589"/>
                  <a:pt x="55109" y="60236"/>
                  <a:pt x="54387" y="61058"/>
                </a:cubicBezTo>
                <a:cubicBezTo>
                  <a:pt x="53765" y="61755"/>
                  <a:pt x="53217" y="62427"/>
                  <a:pt x="52819" y="62925"/>
                </a:cubicBezTo>
                <a:lnTo>
                  <a:pt x="52819" y="62850"/>
                </a:lnTo>
                <a:lnTo>
                  <a:pt x="52819" y="62800"/>
                </a:lnTo>
                <a:lnTo>
                  <a:pt x="52844" y="62750"/>
                </a:lnTo>
                <a:lnTo>
                  <a:pt x="53217" y="62302"/>
                </a:lnTo>
                <a:cubicBezTo>
                  <a:pt x="54462" y="60809"/>
                  <a:pt x="55806" y="59340"/>
                  <a:pt x="57200" y="57946"/>
                </a:cubicBezTo>
                <a:cubicBezTo>
                  <a:pt x="57778" y="57392"/>
                  <a:pt x="58398" y="56794"/>
                  <a:pt x="59062" y="56174"/>
                </a:cubicBezTo>
                <a:close/>
                <a:moveTo>
                  <a:pt x="108476" y="46447"/>
                </a:moveTo>
                <a:cubicBezTo>
                  <a:pt x="108476" y="46646"/>
                  <a:pt x="108525" y="46795"/>
                  <a:pt x="108575" y="46994"/>
                </a:cubicBezTo>
                <a:cubicBezTo>
                  <a:pt x="108600" y="47144"/>
                  <a:pt x="108625" y="47318"/>
                  <a:pt x="108650" y="47492"/>
                </a:cubicBezTo>
                <a:cubicBezTo>
                  <a:pt x="108650" y="47517"/>
                  <a:pt x="108650" y="47542"/>
                  <a:pt x="108700" y="47567"/>
                </a:cubicBezTo>
                <a:lnTo>
                  <a:pt x="108700" y="47642"/>
                </a:lnTo>
                <a:cubicBezTo>
                  <a:pt x="108725" y="47766"/>
                  <a:pt x="108725" y="47891"/>
                  <a:pt x="108749" y="48015"/>
                </a:cubicBezTo>
                <a:cubicBezTo>
                  <a:pt x="106659" y="52919"/>
                  <a:pt x="103921" y="57946"/>
                  <a:pt x="100635" y="62925"/>
                </a:cubicBezTo>
                <a:cubicBezTo>
                  <a:pt x="99490" y="62925"/>
                  <a:pt x="98295" y="62825"/>
                  <a:pt x="97076" y="62676"/>
                </a:cubicBezTo>
                <a:cubicBezTo>
                  <a:pt x="98644" y="58245"/>
                  <a:pt x="99141" y="54088"/>
                  <a:pt x="98295" y="50629"/>
                </a:cubicBezTo>
                <a:cubicBezTo>
                  <a:pt x="98370" y="50629"/>
                  <a:pt x="98420" y="50604"/>
                  <a:pt x="98494" y="50604"/>
                </a:cubicBezTo>
                <a:lnTo>
                  <a:pt x="98519" y="50604"/>
                </a:lnTo>
                <a:lnTo>
                  <a:pt x="99440" y="50405"/>
                </a:lnTo>
                <a:cubicBezTo>
                  <a:pt x="99764" y="50355"/>
                  <a:pt x="100062" y="50255"/>
                  <a:pt x="100411" y="50156"/>
                </a:cubicBezTo>
                <a:lnTo>
                  <a:pt x="100486" y="50156"/>
                </a:lnTo>
                <a:cubicBezTo>
                  <a:pt x="100510" y="50156"/>
                  <a:pt x="100510" y="50156"/>
                  <a:pt x="100535" y="50131"/>
                </a:cubicBezTo>
                <a:cubicBezTo>
                  <a:pt x="100809" y="50031"/>
                  <a:pt x="101133" y="49981"/>
                  <a:pt x="101407" y="49882"/>
                </a:cubicBezTo>
                <a:cubicBezTo>
                  <a:pt x="101730" y="49782"/>
                  <a:pt x="102004" y="49658"/>
                  <a:pt x="102303" y="49558"/>
                </a:cubicBezTo>
                <a:cubicBezTo>
                  <a:pt x="102352" y="49558"/>
                  <a:pt x="102352" y="49558"/>
                  <a:pt x="102377" y="49533"/>
                </a:cubicBezTo>
                <a:cubicBezTo>
                  <a:pt x="102676" y="49409"/>
                  <a:pt x="103024" y="49309"/>
                  <a:pt x="103348" y="49185"/>
                </a:cubicBezTo>
                <a:cubicBezTo>
                  <a:pt x="103622" y="49060"/>
                  <a:pt x="103896" y="48936"/>
                  <a:pt x="104145" y="48811"/>
                </a:cubicBezTo>
                <a:cubicBezTo>
                  <a:pt x="104145" y="48811"/>
                  <a:pt x="104169" y="48811"/>
                  <a:pt x="104169" y="48787"/>
                </a:cubicBezTo>
                <a:cubicBezTo>
                  <a:pt x="104219" y="48787"/>
                  <a:pt x="104244" y="48762"/>
                  <a:pt x="104269" y="48762"/>
                </a:cubicBezTo>
                <a:cubicBezTo>
                  <a:pt x="104543" y="48637"/>
                  <a:pt x="104866" y="48513"/>
                  <a:pt x="105140" y="48363"/>
                </a:cubicBezTo>
                <a:cubicBezTo>
                  <a:pt x="105389" y="48239"/>
                  <a:pt x="105638" y="48065"/>
                  <a:pt x="105887" y="47940"/>
                </a:cubicBezTo>
                <a:lnTo>
                  <a:pt x="105912" y="47940"/>
                </a:lnTo>
                <a:cubicBezTo>
                  <a:pt x="106111" y="47866"/>
                  <a:pt x="106260" y="47766"/>
                  <a:pt x="106459" y="47667"/>
                </a:cubicBezTo>
                <a:cubicBezTo>
                  <a:pt x="106609" y="47567"/>
                  <a:pt x="106758" y="47517"/>
                  <a:pt x="106908" y="47418"/>
                </a:cubicBezTo>
                <a:cubicBezTo>
                  <a:pt x="107007" y="47368"/>
                  <a:pt x="107082" y="47318"/>
                  <a:pt x="107156" y="47268"/>
                </a:cubicBezTo>
                <a:cubicBezTo>
                  <a:pt x="107331" y="47169"/>
                  <a:pt x="107480" y="47044"/>
                  <a:pt x="107654" y="46945"/>
                </a:cubicBezTo>
                <a:cubicBezTo>
                  <a:pt x="107953" y="46770"/>
                  <a:pt x="108227" y="46621"/>
                  <a:pt x="108476" y="46447"/>
                </a:cubicBezTo>
                <a:close/>
                <a:moveTo>
                  <a:pt x="108774" y="48413"/>
                </a:moveTo>
                <a:lnTo>
                  <a:pt x="108774" y="48488"/>
                </a:lnTo>
                <a:cubicBezTo>
                  <a:pt x="106733" y="53267"/>
                  <a:pt x="104095" y="58121"/>
                  <a:pt x="100909" y="62925"/>
                </a:cubicBezTo>
                <a:lnTo>
                  <a:pt x="100859" y="62925"/>
                </a:lnTo>
                <a:cubicBezTo>
                  <a:pt x="104020" y="58121"/>
                  <a:pt x="106708" y="53242"/>
                  <a:pt x="108774" y="48413"/>
                </a:cubicBezTo>
                <a:close/>
                <a:moveTo>
                  <a:pt x="67281" y="57598"/>
                </a:moveTo>
                <a:cubicBezTo>
                  <a:pt x="68202" y="59067"/>
                  <a:pt x="69695" y="60859"/>
                  <a:pt x="71637" y="62875"/>
                </a:cubicBezTo>
                <a:cubicBezTo>
                  <a:pt x="71637" y="62925"/>
                  <a:pt x="71587" y="62925"/>
                  <a:pt x="71587" y="62950"/>
                </a:cubicBezTo>
                <a:cubicBezTo>
                  <a:pt x="69670" y="60933"/>
                  <a:pt x="68177" y="59116"/>
                  <a:pt x="67206" y="57648"/>
                </a:cubicBezTo>
                <a:lnTo>
                  <a:pt x="67281" y="57598"/>
                </a:lnTo>
                <a:close/>
                <a:moveTo>
                  <a:pt x="75819" y="56826"/>
                </a:moveTo>
                <a:cubicBezTo>
                  <a:pt x="75819" y="56826"/>
                  <a:pt x="75868" y="56826"/>
                  <a:pt x="75868" y="56851"/>
                </a:cubicBezTo>
                <a:lnTo>
                  <a:pt x="75893" y="56851"/>
                </a:lnTo>
                <a:cubicBezTo>
                  <a:pt x="75843" y="57001"/>
                  <a:pt x="75744" y="57125"/>
                  <a:pt x="75669" y="57274"/>
                </a:cubicBezTo>
                <a:cubicBezTo>
                  <a:pt x="75619" y="57399"/>
                  <a:pt x="75545" y="57498"/>
                  <a:pt x="75495" y="57623"/>
                </a:cubicBezTo>
                <a:cubicBezTo>
                  <a:pt x="75395" y="57822"/>
                  <a:pt x="75271" y="57996"/>
                  <a:pt x="75171" y="58195"/>
                </a:cubicBezTo>
                <a:cubicBezTo>
                  <a:pt x="75122" y="58320"/>
                  <a:pt x="75047" y="58444"/>
                  <a:pt x="74972" y="58519"/>
                </a:cubicBezTo>
                <a:cubicBezTo>
                  <a:pt x="74773" y="58843"/>
                  <a:pt x="74549" y="59141"/>
                  <a:pt x="74375" y="59465"/>
                </a:cubicBezTo>
                <a:cubicBezTo>
                  <a:pt x="74176" y="59764"/>
                  <a:pt x="74001" y="60087"/>
                  <a:pt x="73777" y="60361"/>
                </a:cubicBezTo>
                <a:cubicBezTo>
                  <a:pt x="73603" y="60684"/>
                  <a:pt x="73354" y="60958"/>
                  <a:pt x="73155" y="61257"/>
                </a:cubicBezTo>
                <a:cubicBezTo>
                  <a:pt x="72931" y="61581"/>
                  <a:pt x="72757" y="61854"/>
                  <a:pt x="72533" y="62178"/>
                </a:cubicBezTo>
                <a:cubicBezTo>
                  <a:pt x="72508" y="62203"/>
                  <a:pt x="72508" y="62228"/>
                  <a:pt x="72483" y="62253"/>
                </a:cubicBezTo>
                <a:cubicBezTo>
                  <a:pt x="72284" y="62502"/>
                  <a:pt x="72110" y="62726"/>
                  <a:pt x="71911" y="62950"/>
                </a:cubicBezTo>
                <a:lnTo>
                  <a:pt x="71886" y="62925"/>
                </a:lnTo>
                <a:cubicBezTo>
                  <a:pt x="73429" y="60884"/>
                  <a:pt x="74773" y="58843"/>
                  <a:pt x="75819" y="56826"/>
                </a:cubicBezTo>
                <a:close/>
                <a:moveTo>
                  <a:pt x="108874" y="48936"/>
                </a:moveTo>
                <a:lnTo>
                  <a:pt x="108874" y="49036"/>
                </a:lnTo>
                <a:cubicBezTo>
                  <a:pt x="108899" y="49235"/>
                  <a:pt x="108899" y="49409"/>
                  <a:pt x="108899" y="49558"/>
                </a:cubicBezTo>
                <a:cubicBezTo>
                  <a:pt x="108949" y="49882"/>
                  <a:pt x="108949" y="50156"/>
                  <a:pt x="108973" y="50479"/>
                </a:cubicBezTo>
                <a:lnTo>
                  <a:pt x="108973" y="50554"/>
                </a:lnTo>
                <a:lnTo>
                  <a:pt x="108973" y="50853"/>
                </a:lnTo>
                <a:lnTo>
                  <a:pt x="108973" y="51923"/>
                </a:lnTo>
                <a:lnTo>
                  <a:pt x="108973" y="52222"/>
                </a:lnTo>
                <a:lnTo>
                  <a:pt x="108874" y="53416"/>
                </a:lnTo>
                <a:cubicBezTo>
                  <a:pt x="108874" y="53491"/>
                  <a:pt x="108874" y="53591"/>
                  <a:pt x="108849" y="53640"/>
                </a:cubicBezTo>
                <a:cubicBezTo>
                  <a:pt x="108824" y="54088"/>
                  <a:pt x="108749" y="54512"/>
                  <a:pt x="108700" y="54960"/>
                </a:cubicBezTo>
                <a:cubicBezTo>
                  <a:pt x="108700" y="55009"/>
                  <a:pt x="108700" y="55034"/>
                  <a:pt x="108650" y="55109"/>
                </a:cubicBezTo>
                <a:lnTo>
                  <a:pt x="108650" y="55134"/>
                </a:lnTo>
                <a:cubicBezTo>
                  <a:pt x="108600" y="55607"/>
                  <a:pt x="108501" y="56080"/>
                  <a:pt x="108401" y="56577"/>
                </a:cubicBezTo>
                <a:lnTo>
                  <a:pt x="108401" y="56602"/>
                </a:lnTo>
                <a:lnTo>
                  <a:pt x="108401" y="56627"/>
                </a:lnTo>
                <a:lnTo>
                  <a:pt x="108401" y="56702"/>
                </a:lnTo>
                <a:cubicBezTo>
                  <a:pt x="108301" y="57200"/>
                  <a:pt x="108202" y="57722"/>
                  <a:pt x="108052" y="58245"/>
                </a:cubicBezTo>
                <a:cubicBezTo>
                  <a:pt x="107654" y="59515"/>
                  <a:pt x="107256" y="60859"/>
                  <a:pt x="106758" y="62228"/>
                </a:cubicBezTo>
                <a:cubicBezTo>
                  <a:pt x="105016" y="62701"/>
                  <a:pt x="103124" y="62925"/>
                  <a:pt x="101158" y="62950"/>
                </a:cubicBezTo>
                <a:cubicBezTo>
                  <a:pt x="104219" y="58320"/>
                  <a:pt x="106833" y="53615"/>
                  <a:pt x="108874" y="48936"/>
                </a:cubicBezTo>
                <a:close/>
                <a:moveTo>
                  <a:pt x="51127" y="59714"/>
                </a:moveTo>
                <a:lnTo>
                  <a:pt x="51127" y="59714"/>
                </a:lnTo>
                <a:cubicBezTo>
                  <a:pt x="51027" y="59863"/>
                  <a:pt x="50952" y="59988"/>
                  <a:pt x="50828" y="60112"/>
                </a:cubicBezTo>
                <a:cubicBezTo>
                  <a:pt x="50828" y="60137"/>
                  <a:pt x="50778" y="60137"/>
                  <a:pt x="50778" y="60187"/>
                </a:cubicBezTo>
                <a:cubicBezTo>
                  <a:pt x="50654" y="60311"/>
                  <a:pt x="50529" y="60460"/>
                  <a:pt x="50405" y="60585"/>
                </a:cubicBezTo>
                <a:cubicBezTo>
                  <a:pt x="50031" y="60983"/>
                  <a:pt x="49708" y="61431"/>
                  <a:pt x="49359" y="61829"/>
                </a:cubicBezTo>
                <a:cubicBezTo>
                  <a:pt x="49260" y="61929"/>
                  <a:pt x="49210" y="62004"/>
                  <a:pt x="49110" y="62128"/>
                </a:cubicBezTo>
                <a:cubicBezTo>
                  <a:pt x="48861" y="62427"/>
                  <a:pt x="48637" y="62701"/>
                  <a:pt x="48413" y="62999"/>
                </a:cubicBezTo>
                <a:lnTo>
                  <a:pt x="48388" y="62999"/>
                </a:lnTo>
                <a:cubicBezTo>
                  <a:pt x="49235" y="61879"/>
                  <a:pt x="50156" y="60809"/>
                  <a:pt x="51127" y="59714"/>
                </a:cubicBezTo>
                <a:close/>
                <a:moveTo>
                  <a:pt x="40672" y="59515"/>
                </a:moveTo>
                <a:cubicBezTo>
                  <a:pt x="41170" y="59838"/>
                  <a:pt x="41643" y="60112"/>
                  <a:pt x="42116" y="60386"/>
                </a:cubicBezTo>
                <a:cubicBezTo>
                  <a:pt x="41668" y="61307"/>
                  <a:pt x="41270" y="62203"/>
                  <a:pt x="40921" y="63099"/>
                </a:cubicBezTo>
                <a:cubicBezTo>
                  <a:pt x="40349" y="62551"/>
                  <a:pt x="39776" y="62004"/>
                  <a:pt x="39154" y="61481"/>
                </a:cubicBezTo>
                <a:cubicBezTo>
                  <a:pt x="39652" y="60834"/>
                  <a:pt x="40150" y="60187"/>
                  <a:pt x="40672" y="59515"/>
                </a:cubicBezTo>
                <a:close/>
                <a:moveTo>
                  <a:pt x="42614" y="60386"/>
                </a:moveTo>
                <a:cubicBezTo>
                  <a:pt x="44605" y="61556"/>
                  <a:pt x="46422" y="62477"/>
                  <a:pt x="47990" y="63074"/>
                </a:cubicBezTo>
                <a:cubicBezTo>
                  <a:pt x="47990" y="63099"/>
                  <a:pt x="47990" y="63099"/>
                  <a:pt x="47965" y="63124"/>
                </a:cubicBezTo>
                <a:cubicBezTo>
                  <a:pt x="46397" y="62551"/>
                  <a:pt x="44555" y="61630"/>
                  <a:pt x="42564" y="60460"/>
                </a:cubicBezTo>
                <a:cubicBezTo>
                  <a:pt x="42564" y="60436"/>
                  <a:pt x="42614" y="60436"/>
                  <a:pt x="42614" y="60386"/>
                </a:cubicBezTo>
                <a:close/>
                <a:moveTo>
                  <a:pt x="97026" y="62850"/>
                </a:moveTo>
                <a:cubicBezTo>
                  <a:pt x="98196" y="62999"/>
                  <a:pt x="99365" y="63099"/>
                  <a:pt x="100510" y="63099"/>
                </a:cubicBezTo>
                <a:cubicBezTo>
                  <a:pt x="100510" y="63124"/>
                  <a:pt x="100486" y="63124"/>
                  <a:pt x="100486" y="63174"/>
                </a:cubicBezTo>
                <a:cubicBezTo>
                  <a:pt x="99316" y="63124"/>
                  <a:pt x="98171" y="63049"/>
                  <a:pt x="97026" y="62925"/>
                </a:cubicBezTo>
                <a:lnTo>
                  <a:pt x="97026" y="62850"/>
                </a:lnTo>
                <a:close/>
                <a:moveTo>
                  <a:pt x="100784" y="63099"/>
                </a:moveTo>
                <a:cubicBezTo>
                  <a:pt x="100759" y="63124"/>
                  <a:pt x="100759" y="63174"/>
                  <a:pt x="100735" y="63174"/>
                </a:cubicBezTo>
                <a:lnTo>
                  <a:pt x="100660" y="63174"/>
                </a:lnTo>
                <a:cubicBezTo>
                  <a:pt x="100660" y="63124"/>
                  <a:pt x="100685" y="63124"/>
                  <a:pt x="100735" y="63099"/>
                </a:cubicBezTo>
                <a:close/>
                <a:moveTo>
                  <a:pt x="106659" y="62427"/>
                </a:moveTo>
                <a:cubicBezTo>
                  <a:pt x="106659" y="62452"/>
                  <a:pt x="106634" y="62477"/>
                  <a:pt x="106634" y="62477"/>
                </a:cubicBezTo>
                <a:cubicBezTo>
                  <a:pt x="104916" y="62925"/>
                  <a:pt x="103000" y="63174"/>
                  <a:pt x="100983" y="63174"/>
                </a:cubicBezTo>
                <a:cubicBezTo>
                  <a:pt x="101008" y="63174"/>
                  <a:pt x="101033" y="63124"/>
                  <a:pt x="101033" y="63099"/>
                </a:cubicBezTo>
                <a:cubicBezTo>
                  <a:pt x="103024" y="63099"/>
                  <a:pt x="104916" y="62875"/>
                  <a:pt x="106659" y="62427"/>
                </a:cubicBezTo>
                <a:close/>
                <a:moveTo>
                  <a:pt x="51276" y="59963"/>
                </a:moveTo>
                <a:cubicBezTo>
                  <a:pt x="51276" y="59988"/>
                  <a:pt x="51326" y="60062"/>
                  <a:pt x="51375" y="60112"/>
                </a:cubicBezTo>
                <a:cubicBezTo>
                  <a:pt x="50579" y="61133"/>
                  <a:pt x="49782" y="62203"/>
                  <a:pt x="49110" y="63248"/>
                </a:cubicBezTo>
                <a:cubicBezTo>
                  <a:pt x="48961" y="63198"/>
                  <a:pt x="48762" y="63124"/>
                  <a:pt x="48588" y="63099"/>
                </a:cubicBezTo>
                <a:cubicBezTo>
                  <a:pt x="48762" y="62875"/>
                  <a:pt x="48961" y="62626"/>
                  <a:pt x="49135" y="62427"/>
                </a:cubicBezTo>
                <a:lnTo>
                  <a:pt x="49160" y="62377"/>
                </a:lnTo>
                <a:lnTo>
                  <a:pt x="49733" y="61730"/>
                </a:lnTo>
                <a:cubicBezTo>
                  <a:pt x="49982" y="61456"/>
                  <a:pt x="50230" y="61133"/>
                  <a:pt x="50479" y="60859"/>
                </a:cubicBezTo>
                <a:lnTo>
                  <a:pt x="51127" y="60112"/>
                </a:lnTo>
                <a:cubicBezTo>
                  <a:pt x="51201" y="60062"/>
                  <a:pt x="51226" y="59988"/>
                  <a:pt x="51276" y="59963"/>
                </a:cubicBezTo>
                <a:close/>
                <a:moveTo>
                  <a:pt x="39054" y="61630"/>
                </a:moveTo>
                <a:cubicBezTo>
                  <a:pt x="39677" y="62178"/>
                  <a:pt x="40299" y="62726"/>
                  <a:pt x="40871" y="63298"/>
                </a:cubicBezTo>
                <a:cubicBezTo>
                  <a:pt x="40871" y="63323"/>
                  <a:pt x="40822" y="63323"/>
                  <a:pt x="40822" y="63348"/>
                </a:cubicBezTo>
                <a:cubicBezTo>
                  <a:pt x="40274" y="62750"/>
                  <a:pt x="39652" y="62228"/>
                  <a:pt x="39029" y="61680"/>
                </a:cubicBezTo>
                <a:lnTo>
                  <a:pt x="39054" y="61630"/>
                </a:lnTo>
                <a:close/>
                <a:moveTo>
                  <a:pt x="42365" y="60560"/>
                </a:moveTo>
                <a:cubicBezTo>
                  <a:pt x="42365" y="60560"/>
                  <a:pt x="42390" y="60560"/>
                  <a:pt x="42390" y="60585"/>
                </a:cubicBezTo>
                <a:cubicBezTo>
                  <a:pt x="41917" y="61506"/>
                  <a:pt x="41519" y="62427"/>
                  <a:pt x="41170" y="63348"/>
                </a:cubicBezTo>
                <a:lnTo>
                  <a:pt x="41145" y="63323"/>
                </a:lnTo>
                <a:lnTo>
                  <a:pt x="41120" y="63298"/>
                </a:lnTo>
                <a:cubicBezTo>
                  <a:pt x="41120" y="63198"/>
                  <a:pt x="41145" y="63124"/>
                  <a:pt x="41170" y="63074"/>
                </a:cubicBezTo>
                <a:cubicBezTo>
                  <a:pt x="41245" y="62950"/>
                  <a:pt x="41295" y="62800"/>
                  <a:pt x="41319" y="62676"/>
                </a:cubicBezTo>
                <a:lnTo>
                  <a:pt x="41519" y="62203"/>
                </a:lnTo>
                <a:cubicBezTo>
                  <a:pt x="41543" y="62103"/>
                  <a:pt x="41618" y="61979"/>
                  <a:pt x="41668" y="61879"/>
                </a:cubicBezTo>
                <a:cubicBezTo>
                  <a:pt x="41767" y="61705"/>
                  <a:pt x="41867" y="61481"/>
                  <a:pt x="41942" y="61307"/>
                </a:cubicBezTo>
                <a:cubicBezTo>
                  <a:pt x="41991" y="61232"/>
                  <a:pt x="42016" y="61133"/>
                  <a:pt x="42066" y="61083"/>
                </a:cubicBezTo>
                <a:cubicBezTo>
                  <a:pt x="42166" y="60884"/>
                  <a:pt x="42240" y="60734"/>
                  <a:pt x="42315" y="60560"/>
                </a:cubicBezTo>
                <a:close/>
                <a:moveTo>
                  <a:pt x="51475" y="60311"/>
                </a:moveTo>
                <a:cubicBezTo>
                  <a:pt x="51475" y="60336"/>
                  <a:pt x="51500" y="60336"/>
                  <a:pt x="51500" y="60361"/>
                </a:cubicBezTo>
                <a:cubicBezTo>
                  <a:pt x="50728" y="61357"/>
                  <a:pt x="50006" y="62352"/>
                  <a:pt x="49334" y="63348"/>
                </a:cubicBezTo>
                <a:cubicBezTo>
                  <a:pt x="49285" y="63348"/>
                  <a:pt x="49285" y="63348"/>
                  <a:pt x="49260" y="63323"/>
                </a:cubicBezTo>
                <a:cubicBezTo>
                  <a:pt x="49957" y="62302"/>
                  <a:pt x="50703" y="61307"/>
                  <a:pt x="51475" y="60311"/>
                </a:cubicBezTo>
                <a:close/>
                <a:moveTo>
                  <a:pt x="48463" y="63223"/>
                </a:moveTo>
                <a:cubicBezTo>
                  <a:pt x="48637" y="63298"/>
                  <a:pt x="48837" y="63348"/>
                  <a:pt x="48986" y="63422"/>
                </a:cubicBezTo>
                <a:cubicBezTo>
                  <a:pt x="48986" y="63447"/>
                  <a:pt x="48961" y="63447"/>
                  <a:pt x="48961" y="63472"/>
                </a:cubicBezTo>
                <a:cubicBezTo>
                  <a:pt x="48762" y="63422"/>
                  <a:pt x="48613" y="63348"/>
                  <a:pt x="48413" y="63298"/>
                </a:cubicBezTo>
                <a:cubicBezTo>
                  <a:pt x="48413" y="63248"/>
                  <a:pt x="48463" y="63248"/>
                  <a:pt x="48463" y="63223"/>
                </a:cubicBezTo>
                <a:close/>
                <a:moveTo>
                  <a:pt x="76043" y="56951"/>
                </a:moveTo>
                <a:cubicBezTo>
                  <a:pt x="76491" y="57225"/>
                  <a:pt x="76963" y="57474"/>
                  <a:pt x="77412" y="57772"/>
                </a:cubicBezTo>
                <a:cubicBezTo>
                  <a:pt x="75868" y="59714"/>
                  <a:pt x="74225" y="61605"/>
                  <a:pt x="72483" y="63497"/>
                </a:cubicBezTo>
                <a:lnTo>
                  <a:pt x="72035" y="63074"/>
                </a:lnTo>
                <a:cubicBezTo>
                  <a:pt x="73628" y="61083"/>
                  <a:pt x="74972" y="58992"/>
                  <a:pt x="76043" y="56951"/>
                </a:cubicBezTo>
                <a:close/>
                <a:moveTo>
                  <a:pt x="49160" y="63472"/>
                </a:moveTo>
                <a:cubicBezTo>
                  <a:pt x="49210" y="63472"/>
                  <a:pt x="49210" y="63472"/>
                  <a:pt x="49235" y="63497"/>
                </a:cubicBezTo>
                <a:cubicBezTo>
                  <a:pt x="49235" y="63547"/>
                  <a:pt x="49210" y="63547"/>
                  <a:pt x="49210" y="63572"/>
                </a:cubicBezTo>
                <a:cubicBezTo>
                  <a:pt x="49160" y="63547"/>
                  <a:pt x="49135" y="63547"/>
                  <a:pt x="49135" y="63547"/>
                </a:cubicBezTo>
                <a:cubicBezTo>
                  <a:pt x="49135" y="63497"/>
                  <a:pt x="49160" y="63497"/>
                  <a:pt x="49160" y="63472"/>
                </a:cubicBezTo>
                <a:close/>
                <a:moveTo>
                  <a:pt x="51599" y="60510"/>
                </a:moveTo>
                <a:cubicBezTo>
                  <a:pt x="52247" y="61755"/>
                  <a:pt x="52471" y="62676"/>
                  <a:pt x="52147" y="63174"/>
                </a:cubicBezTo>
                <a:cubicBezTo>
                  <a:pt x="51978" y="63455"/>
                  <a:pt x="51604" y="63593"/>
                  <a:pt x="51063" y="63593"/>
                </a:cubicBezTo>
                <a:cubicBezTo>
                  <a:pt x="50646" y="63593"/>
                  <a:pt x="50130" y="63510"/>
                  <a:pt x="49533" y="63348"/>
                </a:cubicBezTo>
                <a:cubicBezTo>
                  <a:pt x="50156" y="62427"/>
                  <a:pt x="50853" y="61456"/>
                  <a:pt x="51599" y="60510"/>
                </a:cubicBezTo>
                <a:close/>
                <a:moveTo>
                  <a:pt x="3435" y="63174"/>
                </a:moveTo>
                <a:lnTo>
                  <a:pt x="3435" y="63373"/>
                </a:lnTo>
                <a:cubicBezTo>
                  <a:pt x="3410" y="63447"/>
                  <a:pt x="3410" y="63547"/>
                  <a:pt x="3360" y="63597"/>
                </a:cubicBezTo>
                <a:lnTo>
                  <a:pt x="3360" y="63373"/>
                </a:lnTo>
                <a:cubicBezTo>
                  <a:pt x="3385" y="63323"/>
                  <a:pt x="3385" y="63248"/>
                  <a:pt x="3435" y="63174"/>
                </a:cubicBezTo>
                <a:close/>
                <a:moveTo>
                  <a:pt x="52471" y="63099"/>
                </a:moveTo>
                <a:cubicBezTo>
                  <a:pt x="52471" y="63124"/>
                  <a:pt x="52446" y="63174"/>
                  <a:pt x="52396" y="63198"/>
                </a:cubicBezTo>
                <a:lnTo>
                  <a:pt x="52396" y="63223"/>
                </a:lnTo>
                <a:cubicBezTo>
                  <a:pt x="52396" y="63248"/>
                  <a:pt x="52371" y="63298"/>
                  <a:pt x="52371" y="63323"/>
                </a:cubicBezTo>
                <a:cubicBezTo>
                  <a:pt x="52321" y="63422"/>
                  <a:pt x="52247" y="63497"/>
                  <a:pt x="52147" y="63572"/>
                </a:cubicBezTo>
                <a:lnTo>
                  <a:pt x="52122" y="63572"/>
                </a:lnTo>
                <a:cubicBezTo>
                  <a:pt x="52122" y="63572"/>
                  <a:pt x="52097" y="63597"/>
                  <a:pt x="52072" y="63597"/>
                </a:cubicBezTo>
                <a:cubicBezTo>
                  <a:pt x="52197" y="63447"/>
                  <a:pt x="52321" y="63248"/>
                  <a:pt x="52471" y="63099"/>
                </a:cubicBezTo>
                <a:close/>
                <a:moveTo>
                  <a:pt x="71935" y="63198"/>
                </a:moveTo>
                <a:lnTo>
                  <a:pt x="72359" y="63597"/>
                </a:lnTo>
                <a:cubicBezTo>
                  <a:pt x="72359" y="63622"/>
                  <a:pt x="72309" y="63622"/>
                  <a:pt x="72309" y="63622"/>
                </a:cubicBezTo>
                <a:lnTo>
                  <a:pt x="71920" y="63232"/>
                </a:lnTo>
                <a:lnTo>
                  <a:pt x="71920" y="63232"/>
                </a:lnTo>
                <a:cubicBezTo>
                  <a:pt x="71927" y="63228"/>
                  <a:pt x="71935" y="63213"/>
                  <a:pt x="71935" y="63198"/>
                </a:cubicBezTo>
                <a:close/>
                <a:moveTo>
                  <a:pt x="77586" y="57872"/>
                </a:moveTo>
                <a:cubicBezTo>
                  <a:pt x="77611" y="57872"/>
                  <a:pt x="77611" y="57897"/>
                  <a:pt x="77636" y="57897"/>
                </a:cubicBezTo>
                <a:cubicBezTo>
                  <a:pt x="76092" y="59863"/>
                  <a:pt x="74425" y="61805"/>
                  <a:pt x="72682" y="63671"/>
                </a:cubicBezTo>
                <a:lnTo>
                  <a:pt x="72657" y="63622"/>
                </a:lnTo>
                <a:cubicBezTo>
                  <a:pt x="74375" y="61730"/>
                  <a:pt x="76018" y="59813"/>
                  <a:pt x="77586" y="57872"/>
                </a:cubicBezTo>
                <a:close/>
                <a:moveTo>
                  <a:pt x="86323" y="59913"/>
                </a:moveTo>
                <a:cubicBezTo>
                  <a:pt x="87094" y="60286"/>
                  <a:pt x="87866" y="60610"/>
                  <a:pt x="88687" y="60909"/>
                </a:cubicBezTo>
                <a:cubicBezTo>
                  <a:pt x="87965" y="61879"/>
                  <a:pt x="87244" y="62825"/>
                  <a:pt x="86497" y="63746"/>
                </a:cubicBezTo>
                <a:cubicBezTo>
                  <a:pt x="86049" y="63373"/>
                  <a:pt x="85601" y="63024"/>
                  <a:pt x="85128" y="62676"/>
                </a:cubicBezTo>
                <a:cubicBezTo>
                  <a:pt x="85576" y="61730"/>
                  <a:pt x="85974" y="60834"/>
                  <a:pt x="86323" y="59913"/>
                </a:cubicBezTo>
                <a:close/>
                <a:moveTo>
                  <a:pt x="72508" y="63796"/>
                </a:moveTo>
                <a:lnTo>
                  <a:pt x="72533" y="63821"/>
                </a:lnTo>
                <a:cubicBezTo>
                  <a:pt x="72533" y="63846"/>
                  <a:pt x="72508" y="63846"/>
                  <a:pt x="72508" y="63846"/>
                </a:cubicBezTo>
                <a:lnTo>
                  <a:pt x="72458" y="63821"/>
                </a:lnTo>
                <a:cubicBezTo>
                  <a:pt x="72458" y="63796"/>
                  <a:pt x="72508" y="63796"/>
                  <a:pt x="72508" y="63796"/>
                </a:cubicBezTo>
                <a:close/>
                <a:moveTo>
                  <a:pt x="49384" y="63547"/>
                </a:moveTo>
                <a:cubicBezTo>
                  <a:pt x="50038" y="63714"/>
                  <a:pt x="50581" y="63798"/>
                  <a:pt x="51023" y="63798"/>
                </a:cubicBezTo>
                <a:cubicBezTo>
                  <a:pt x="51305" y="63798"/>
                  <a:pt x="51546" y="63764"/>
                  <a:pt x="51749" y="63696"/>
                </a:cubicBezTo>
                <a:lnTo>
                  <a:pt x="51749" y="63696"/>
                </a:lnTo>
                <a:cubicBezTo>
                  <a:pt x="51724" y="63721"/>
                  <a:pt x="51699" y="63746"/>
                  <a:pt x="51699" y="63796"/>
                </a:cubicBezTo>
                <a:cubicBezTo>
                  <a:pt x="51500" y="63846"/>
                  <a:pt x="51276" y="63871"/>
                  <a:pt x="51002" y="63871"/>
                </a:cubicBezTo>
                <a:cubicBezTo>
                  <a:pt x="50579" y="63871"/>
                  <a:pt x="50006" y="63796"/>
                  <a:pt x="49359" y="63597"/>
                </a:cubicBezTo>
                <a:cubicBezTo>
                  <a:pt x="49359" y="63572"/>
                  <a:pt x="49384" y="63572"/>
                  <a:pt x="49384" y="63547"/>
                </a:cubicBezTo>
                <a:close/>
                <a:moveTo>
                  <a:pt x="88837" y="61008"/>
                </a:moveTo>
                <a:cubicBezTo>
                  <a:pt x="88861" y="61008"/>
                  <a:pt x="88861" y="61008"/>
                  <a:pt x="88911" y="61058"/>
                </a:cubicBezTo>
                <a:cubicBezTo>
                  <a:pt x="88189" y="62004"/>
                  <a:pt x="87443" y="62950"/>
                  <a:pt x="86696" y="63920"/>
                </a:cubicBezTo>
                <a:cubicBezTo>
                  <a:pt x="86671" y="63920"/>
                  <a:pt x="86671" y="63871"/>
                  <a:pt x="86621" y="63871"/>
                </a:cubicBezTo>
                <a:cubicBezTo>
                  <a:pt x="87368" y="62950"/>
                  <a:pt x="88115" y="61979"/>
                  <a:pt x="88837" y="61008"/>
                </a:cubicBezTo>
                <a:close/>
                <a:moveTo>
                  <a:pt x="85053" y="62850"/>
                </a:moveTo>
                <a:cubicBezTo>
                  <a:pt x="85476" y="63198"/>
                  <a:pt x="85949" y="63572"/>
                  <a:pt x="86372" y="63920"/>
                </a:cubicBezTo>
                <a:cubicBezTo>
                  <a:pt x="86372" y="63945"/>
                  <a:pt x="86347" y="63945"/>
                  <a:pt x="86347" y="63970"/>
                </a:cubicBezTo>
                <a:cubicBezTo>
                  <a:pt x="85924" y="63597"/>
                  <a:pt x="85451" y="63248"/>
                  <a:pt x="85003" y="62925"/>
                </a:cubicBezTo>
                <a:cubicBezTo>
                  <a:pt x="85003" y="62875"/>
                  <a:pt x="85053" y="62875"/>
                  <a:pt x="85053" y="62850"/>
                </a:cubicBezTo>
                <a:close/>
                <a:moveTo>
                  <a:pt x="86497" y="64045"/>
                </a:moveTo>
                <a:cubicBezTo>
                  <a:pt x="86547" y="64045"/>
                  <a:pt x="86571" y="64045"/>
                  <a:pt x="86571" y="64070"/>
                </a:cubicBezTo>
                <a:cubicBezTo>
                  <a:pt x="86571" y="64095"/>
                  <a:pt x="86522" y="64095"/>
                  <a:pt x="86522" y="64119"/>
                </a:cubicBezTo>
                <a:cubicBezTo>
                  <a:pt x="86497" y="64119"/>
                  <a:pt x="86497" y="64095"/>
                  <a:pt x="86472" y="64095"/>
                </a:cubicBezTo>
                <a:cubicBezTo>
                  <a:pt x="86472" y="64070"/>
                  <a:pt x="86497" y="64070"/>
                  <a:pt x="86497" y="64045"/>
                </a:cubicBezTo>
                <a:close/>
                <a:moveTo>
                  <a:pt x="7019" y="56851"/>
                </a:moveTo>
                <a:lnTo>
                  <a:pt x="7019" y="56851"/>
                </a:lnTo>
                <a:cubicBezTo>
                  <a:pt x="5725" y="59365"/>
                  <a:pt x="4605" y="61879"/>
                  <a:pt x="3684" y="64343"/>
                </a:cubicBezTo>
                <a:cubicBezTo>
                  <a:pt x="3659" y="64045"/>
                  <a:pt x="3609" y="63721"/>
                  <a:pt x="3609" y="63373"/>
                </a:cubicBezTo>
                <a:cubicBezTo>
                  <a:pt x="4033" y="61879"/>
                  <a:pt x="4481" y="60336"/>
                  <a:pt x="5078" y="58768"/>
                </a:cubicBezTo>
                <a:cubicBezTo>
                  <a:pt x="5601" y="58046"/>
                  <a:pt x="6223" y="57399"/>
                  <a:pt x="7019" y="56851"/>
                </a:cubicBezTo>
                <a:close/>
                <a:moveTo>
                  <a:pt x="3460" y="63970"/>
                </a:moveTo>
                <a:cubicBezTo>
                  <a:pt x="3485" y="64244"/>
                  <a:pt x="3535" y="64468"/>
                  <a:pt x="3560" y="64717"/>
                </a:cubicBezTo>
                <a:cubicBezTo>
                  <a:pt x="3560" y="64742"/>
                  <a:pt x="3535" y="64816"/>
                  <a:pt x="3535" y="64841"/>
                </a:cubicBezTo>
                <a:cubicBezTo>
                  <a:pt x="3485" y="64617"/>
                  <a:pt x="3460" y="64368"/>
                  <a:pt x="3435" y="64169"/>
                </a:cubicBezTo>
                <a:cubicBezTo>
                  <a:pt x="3435" y="64095"/>
                  <a:pt x="3460" y="64045"/>
                  <a:pt x="3460" y="63970"/>
                </a:cubicBezTo>
                <a:close/>
                <a:moveTo>
                  <a:pt x="7443" y="56528"/>
                </a:moveTo>
                <a:cubicBezTo>
                  <a:pt x="6024" y="59340"/>
                  <a:pt x="4779" y="62128"/>
                  <a:pt x="3784" y="64841"/>
                </a:cubicBezTo>
                <a:cubicBezTo>
                  <a:pt x="3784" y="64816"/>
                  <a:pt x="3734" y="64742"/>
                  <a:pt x="3734" y="64717"/>
                </a:cubicBezTo>
                <a:cubicBezTo>
                  <a:pt x="4729" y="62053"/>
                  <a:pt x="5949" y="59340"/>
                  <a:pt x="7318" y="56602"/>
                </a:cubicBezTo>
                <a:cubicBezTo>
                  <a:pt x="7343" y="56577"/>
                  <a:pt x="7393" y="56528"/>
                  <a:pt x="7443" y="56528"/>
                </a:cubicBezTo>
                <a:close/>
                <a:moveTo>
                  <a:pt x="3609" y="65090"/>
                </a:moveTo>
                <a:cubicBezTo>
                  <a:pt x="3609" y="65115"/>
                  <a:pt x="3609" y="65165"/>
                  <a:pt x="3659" y="65215"/>
                </a:cubicBezTo>
                <a:cubicBezTo>
                  <a:pt x="3659" y="65240"/>
                  <a:pt x="3609" y="65314"/>
                  <a:pt x="3609" y="65339"/>
                </a:cubicBezTo>
                <a:cubicBezTo>
                  <a:pt x="3609" y="65314"/>
                  <a:pt x="3609" y="65240"/>
                  <a:pt x="3584" y="65215"/>
                </a:cubicBezTo>
                <a:cubicBezTo>
                  <a:pt x="3584" y="65190"/>
                  <a:pt x="3609" y="65115"/>
                  <a:pt x="3609" y="65090"/>
                </a:cubicBezTo>
                <a:close/>
                <a:moveTo>
                  <a:pt x="65713" y="54039"/>
                </a:moveTo>
                <a:lnTo>
                  <a:pt x="65713" y="54113"/>
                </a:lnTo>
                <a:lnTo>
                  <a:pt x="65713" y="54163"/>
                </a:lnTo>
                <a:cubicBezTo>
                  <a:pt x="65713" y="54163"/>
                  <a:pt x="65713" y="54213"/>
                  <a:pt x="65688" y="54213"/>
                </a:cubicBezTo>
                <a:cubicBezTo>
                  <a:pt x="65538" y="54387"/>
                  <a:pt x="65414" y="54536"/>
                  <a:pt x="65290" y="54711"/>
                </a:cubicBezTo>
                <a:cubicBezTo>
                  <a:pt x="64045" y="56204"/>
                  <a:pt x="62701" y="57623"/>
                  <a:pt x="61307" y="59017"/>
                </a:cubicBezTo>
                <a:cubicBezTo>
                  <a:pt x="60635" y="59639"/>
                  <a:pt x="59938" y="60336"/>
                  <a:pt x="59191" y="61008"/>
                </a:cubicBezTo>
                <a:cubicBezTo>
                  <a:pt x="58992" y="61207"/>
                  <a:pt x="58768" y="61381"/>
                  <a:pt x="58569" y="61581"/>
                </a:cubicBezTo>
                <a:cubicBezTo>
                  <a:pt x="58196" y="61929"/>
                  <a:pt x="57847" y="62228"/>
                  <a:pt x="57499" y="62551"/>
                </a:cubicBezTo>
                <a:cubicBezTo>
                  <a:pt x="57399" y="62626"/>
                  <a:pt x="57324" y="62726"/>
                  <a:pt x="57225" y="62800"/>
                </a:cubicBezTo>
                <a:lnTo>
                  <a:pt x="57200" y="62825"/>
                </a:lnTo>
                <a:cubicBezTo>
                  <a:pt x="56901" y="63049"/>
                  <a:pt x="56627" y="63248"/>
                  <a:pt x="56379" y="63497"/>
                </a:cubicBezTo>
                <a:cubicBezTo>
                  <a:pt x="55482" y="64219"/>
                  <a:pt x="54611" y="64916"/>
                  <a:pt x="53889" y="65439"/>
                </a:cubicBezTo>
                <a:cubicBezTo>
                  <a:pt x="53815" y="65439"/>
                  <a:pt x="53765" y="65464"/>
                  <a:pt x="53740" y="65464"/>
                </a:cubicBezTo>
                <a:lnTo>
                  <a:pt x="53616" y="65464"/>
                </a:lnTo>
                <a:cubicBezTo>
                  <a:pt x="53641" y="65439"/>
                  <a:pt x="53690" y="65414"/>
                  <a:pt x="53740" y="65364"/>
                </a:cubicBezTo>
                <a:cubicBezTo>
                  <a:pt x="53740" y="65364"/>
                  <a:pt x="53765" y="65364"/>
                  <a:pt x="53765" y="65339"/>
                </a:cubicBezTo>
                <a:cubicBezTo>
                  <a:pt x="53840" y="65289"/>
                  <a:pt x="53939" y="65240"/>
                  <a:pt x="53989" y="65190"/>
                </a:cubicBezTo>
                <a:cubicBezTo>
                  <a:pt x="54188" y="65040"/>
                  <a:pt x="54362" y="64891"/>
                  <a:pt x="54561" y="64767"/>
                </a:cubicBezTo>
                <a:cubicBezTo>
                  <a:pt x="54810" y="64592"/>
                  <a:pt x="55010" y="64443"/>
                  <a:pt x="55234" y="64244"/>
                </a:cubicBezTo>
                <a:lnTo>
                  <a:pt x="55308" y="64219"/>
                </a:lnTo>
                <a:cubicBezTo>
                  <a:pt x="55358" y="64169"/>
                  <a:pt x="55433" y="64119"/>
                  <a:pt x="55482" y="64070"/>
                </a:cubicBezTo>
                <a:cubicBezTo>
                  <a:pt x="55557" y="64045"/>
                  <a:pt x="55582" y="63970"/>
                  <a:pt x="55632" y="63945"/>
                </a:cubicBezTo>
                <a:lnTo>
                  <a:pt x="56105" y="63572"/>
                </a:lnTo>
                <a:cubicBezTo>
                  <a:pt x="56453" y="63298"/>
                  <a:pt x="56827" y="62999"/>
                  <a:pt x="57125" y="62726"/>
                </a:cubicBezTo>
                <a:cubicBezTo>
                  <a:pt x="57225" y="62676"/>
                  <a:pt x="57324" y="62576"/>
                  <a:pt x="57374" y="62502"/>
                </a:cubicBezTo>
                <a:lnTo>
                  <a:pt x="57424" y="62502"/>
                </a:lnTo>
                <a:cubicBezTo>
                  <a:pt x="57797" y="62203"/>
                  <a:pt x="58196" y="61854"/>
                  <a:pt x="58544" y="61556"/>
                </a:cubicBezTo>
                <a:cubicBezTo>
                  <a:pt x="58793" y="61332"/>
                  <a:pt x="58992" y="61108"/>
                  <a:pt x="59241" y="60884"/>
                </a:cubicBezTo>
                <a:cubicBezTo>
                  <a:pt x="59316" y="60834"/>
                  <a:pt x="59415" y="60759"/>
                  <a:pt x="59465" y="60709"/>
                </a:cubicBezTo>
                <a:cubicBezTo>
                  <a:pt x="59490" y="60684"/>
                  <a:pt x="59565" y="60635"/>
                  <a:pt x="59589" y="60585"/>
                </a:cubicBezTo>
                <a:cubicBezTo>
                  <a:pt x="60311" y="59888"/>
                  <a:pt x="60809" y="59390"/>
                  <a:pt x="61207" y="59017"/>
                </a:cubicBezTo>
                <a:cubicBezTo>
                  <a:pt x="61257" y="58967"/>
                  <a:pt x="61357" y="58892"/>
                  <a:pt x="61431" y="58843"/>
                </a:cubicBezTo>
                <a:lnTo>
                  <a:pt x="61456" y="58818"/>
                </a:lnTo>
                <a:lnTo>
                  <a:pt x="61830" y="58444"/>
                </a:lnTo>
                <a:lnTo>
                  <a:pt x="61879" y="58370"/>
                </a:lnTo>
                <a:cubicBezTo>
                  <a:pt x="61979" y="58270"/>
                  <a:pt x="62079" y="58195"/>
                  <a:pt x="62128" y="58096"/>
                </a:cubicBezTo>
                <a:lnTo>
                  <a:pt x="62253" y="57971"/>
                </a:lnTo>
                <a:cubicBezTo>
                  <a:pt x="62751" y="57449"/>
                  <a:pt x="63448" y="56727"/>
                  <a:pt x="64244" y="55781"/>
                </a:cubicBezTo>
                <a:cubicBezTo>
                  <a:pt x="64319" y="55731"/>
                  <a:pt x="64369" y="55632"/>
                  <a:pt x="64443" y="55582"/>
                </a:cubicBezTo>
                <a:cubicBezTo>
                  <a:pt x="64493" y="55482"/>
                  <a:pt x="64593" y="55408"/>
                  <a:pt x="64667" y="55333"/>
                </a:cubicBezTo>
                <a:cubicBezTo>
                  <a:pt x="64717" y="55258"/>
                  <a:pt x="64742" y="55208"/>
                  <a:pt x="64817" y="55134"/>
                </a:cubicBezTo>
                <a:cubicBezTo>
                  <a:pt x="65041" y="54860"/>
                  <a:pt x="65240" y="54611"/>
                  <a:pt x="65439" y="54387"/>
                </a:cubicBezTo>
                <a:cubicBezTo>
                  <a:pt x="65464" y="54337"/>
                  <a:pt x="65538" y="54288"/>
                  <a:pt x="65563" y="54238"/>
                </a:cubicBezTo>
                <a:cubicBezTo>
                  <a:pt x="65613" y="54163"/>
                  <a:pt x="65663" y="54113"/>
                  <a:pt x="65713" y="54039"/>
                </a:cubicBezTo>
                <a:close/>
                <a:moveTo>
                  <a:pt x="29197" y="56254"/>
                </a:moveTo>
                <a:cubicBezTo>
                  <a:pt x="29222" y="56254"/>
                  <a:pt x="29222" y="56279"/>
                  <a:pt x="29247" y="56279"/>
                </a:cubicBezTo>
                <a:cubicBezTo>
                  <a:pt x="26907" y="59465"/>
                  <a:pt x="24767" y="62701"/>
                  <a:pt x="22900" y="65912"/>
                </a:cubicBezTo>
                <a:lnTo>
                  <a:pt x="22850" y="65912"/>
                </a:lnTo>
                <a:cubicBezTo>
                  <a:pt x="24717" y="62701"/>
                  <a:pt x="26858" y="59465"/>
                  <a:pt x="29197" y="56254"/>
                </a:cubicBezTo>
                <a:close/>
                <a:moveTo>
                  <a:pt x="53367" y="65737"/>
                </a:moveTo>
                <a:cubicBezTo>
                  <a:pt x="53342" y="65787"/>
                  <a:pt x="53267" y="65812"/>
                  <a:pt x="53242" y="65837"/>
                </a:cubicBezTo>
                <a:cubicBezTo>
                  <a:pt x="53217" y="65862"/>
                  <a:pt x="53192" y="65862"/>
                  <a:pt x="53143" y="65912"/>
                </a:cubicBezTo>
                <a:cubicBezTo>
                  <a:pt x="53118" y="65936"/>
                  <a:pt x="53043" y="65961"/>
                  <a:pt x="53018" y="65986"/>
                </a:cubicBezTo>
                <a:lnTo>
                  <a:pt x="52993" y="65961"/>
                </a:lnTo>
                <a:cubicBezTo>
                  <a:pt x="52993" y="65961"/>
                  <a:pt x="52993" y="65936"/>
                  <a:pt x="53018" y="65936"/>
                </a:cubicBezTo>
                <a:cubicBezTo>
                  <a:pt x="53043" y="65936"/>
                  <a:pt x="53043" y="65912"/>
                  <a:pt x="53093" y="65912"/>
                </a:cubicBezTo>
                <a:lnTo>
                  <a:pt x="53118" y="65862"/>
                </a:lnTo>
                <a:cubicBezTo>
                  <a:pt x="53143" y="65837"/>
                  <a:pt x="53168" y="65837"/>
                  <a:pt x="53217" y="65812"/>
                </a:cubicBezTo>
                <a:cubicBezTo>
                  <a:pt x="53242" y="65812"/>
                  <a:pt x="53317" y="65787"/>
                  <a:pt x="53367" y="65737"/>
                </a:cubicBezTo>
                <a:close/>
                <a:moveTo>
                  <a:pt x="52869" y="66086"/>
                </a:moveTo>
                <a:lnTo>
                  <a:pt x="52869" y="66086"/>
                </a:lnTo>
                <a:cubicBezTo>
                  <a:pt x="52849" y="66106"/>
                  <a:pt x="52828" y="66126"/>
                  <a:pt x="52795" y="66133"/>
                </a:cubicBezTo>
                <a:lnTo>
                  <a:pt x="52795" y="66133"/>
                </a:lnTo>
                <a:cubicBezTo>
                  <a:pt x="52814" y="66121"/>
                  <a:pt x="52841" y="66100"/>
                  <a:pt x="52869" y="66086"/>
                </a:cubicBezTo>
                <a:close/>
                <a:moveTo>
                  <a:pt x="21730" y="54337"/>
                </a:moveTo>
                <a:cubicBezTo>
                  <a:pt x="24194" y="54661"/>
                  <a:pt x="26634" y="55283"/>
                  <a:pt x="29048" y="56204"/>
                </a:cubicBezTo>
                <a:cubicBezTo>
                  <a:pt x="26683" y="59440"/>
                  <a:pt x="24518" y="62701"/>
                  <a:pt x="22626" y="65936"/>
                </a:cubicBezTo>
                <a:cubicBezTo>
                  <a:pt x="22452" y="65961"/>
                  <a:pt x="22253" y="65961"/>
                  <a:pt x="22079" y="65986"/>
                </a:cubicBezTo>
                <a:cubicBezTo>
                  <a:pt x="21655" y="66036"/>
                  <a:pt x="21257" y="66086"/>
                  <a:pt x="20884" y="66111"/>
                </a:cubicBezTo>
                <a:cubicBezTo>
                  <a:pt x="20759" y="66161"/>
                  <a:pt x="20635" y="66185"/>
                  <a:pt x="20486" y="66185"/>
                </a:cubicBezTo>
                <a:cubicBezTo>
                  <a:pt x="19664" y="62825"/>
                  <a:pt x="20137" y="58718"/>
                  <a:pt x="21730" y="54337"/>
                </a:cubicBezTo>
                <a:close/>
                <a:moveTo>
                  <a:pt x="22776" y="66111"/>
                </a:moveTo>
                <a:cubicBezTo>
                  <a:pt x="22776" y="66161"/>
                  <a:pt x="22751" y="66161"/>
                  <a:pt x="22751" y="66185"/>
                </a:cubicBezTo>
                <a:lnTo>
                  <a:pt x="22701" y="66185"/>
                </a:lnTo>
                <a:cubicBezTo>
                  <a:pt x="22701" y="66161"/>
                  <a:pt x="22726" y="66161"/>
                  <a:pt x="22726" y="66111"/>
                </a:cubicBezTo>
                <a:close/>
                <a:moveTo>
                  <a:pt x="21531" y="54288"/>
                </a:moveTo>
                <a:cubicBezTo>
                  <a:pt x="19988" y="58693"/>
                  <a:pt x="19490" y="62825"/>
                  <a:pt x="20311" y="66235"/>
                </a:cubicBezTo>
                <a:lnTo>
                  <a:pt x="20262" y="66235"/>
                </a:lnTo>
                <a:cubicBezTo>
                  <a:pt x="19415" y="62825"/>
                  <a:pt x="19888" y="58693"/>
                  <a:pt x="21481" y="54288"/>
                </a:cubicBezTo>
                <a:close/>
                <a:moveTo>
                  <a:pt x="65663" y="54462"/>
                </a:moveTo>
                <a:cubicBezTo>
                  <a:pt x="65688" y="55084"/>
                  <a:pt x="65962" y="55856"/>
                  <a:pt x="66484" y="56777"/>
                </a:cubicBezTo>
                <a:cubicBezTo>
                  <a:pt x="63721" y="60236"/>
                  <a:pt x="60311" y="63522"/>
                  <a:pt x="56478" y="66285"/>
                </a:cubicBezTo>
                <a:cubicBezTo>
                  <a:pt x="55557" y="65787"/>
                  <a:pt x="54736" y="65488"/>
                  <a:pt x="54089" y="65464"/>
                </a:cubicBezTo>
                <a:cubicBezTo>
                  <a:pt x="54263" y="65314"/>
                  <a:pt x="54462" y="65190"/>
                  <a:pt x="54686" y="65040"/>
                </a:cubicBezTo>
                <a:cubicBezTo>
                  <a:pt x="54935" y="64841"/>
                  <a:pt x="55184" y="64667"/>
                  <a:pt x="55383" y="64468"/>
                </a:cubicBezTo>
                <a:lnTo>
                  <a:pt x="55458" y="64418"/>
                </a:lnTo>
                <a:cubicBezTo>
                  <a:pt x="55706" y="64219"/>
                  <a:pt x="55955" y="64045"/>
                  <a:pt x="56204" y="63821"/>
                </a:cubicBezTo>
                <a:cubicBezTo>
                  <a:pt x="56603" y="63497"/>
                  <a:pt x="57001" y="63174"/>
                  <a:pt x="57374" y="62850"/>
                </a:cubicBezTo>
                <a:cubicBezTo>
                  <a:pt x="58196" y="62178"/>
                  <a:pt x="58967" y="61481"/>
                  <a:pt x="59589" y="60884"/>
                </a:cubicBezTo>
                <a:cubicBezTo>
                  <a:pt x="59664" y="60859"/>
                  <a:pt x="59689" y="60784"/>
                  <a:pt x="59714" y="60759"/>
                </a:cubicBezTo>
                <a:cubicBezTo>
                  <a:pt x="60361" y="60137"/>
                  <a:pt x="60859" y="59664"/>
                  <a:pt x="61232" y="59291"/>
                </a:cubicBezTo>
                <a:lnTo>
                  <a:pt x="61506" y="59017"/>
                </a:lnTo>
                <a:lnTo>
                  <a:pt x="61556" y="58992"/>
                </a:lnTo>
                <a:lnTo>
                  <a:pt x="61929" y="58619"/>
                </a:lnTo>
                <a:lnTo>
                  <a:pt x="62128" y="58395"/>
                </a:lnTo>
                <a:cubicBezTo>
                  <a:pt x="62178" y="58370"/>
                  <a:pt x="62178" y="58345"/>
                  <a:pt x="62203" y="58345"/>
                </a:cubicBezTo>
                <a:lnTo>
                  <a:pt x="62477" y="58071"/>
                </a:lnTo>
                <a:cubicBezTo>
                  <a:pt x="62950" y="57573"/>
                  <a:pt x="63597" y="56876"/>
                  <a:pt x="64344" y="56030"/>
                </a:cubicBezTo>
                <a:cubicBezTo>
                  <a:pt x="64493" y="55856"/>
                  <a:pt x="64692" y="55657"/>
                  <a:pt x="64842" y="55457"/>
                </a:cubicBezTo>
                <a:cubicBezTo>
                  <a:pt x="64891" y="55408"/>
                  <a:pt x="64916" y="55358"/>
                  <a:pt x="64941" y="55333"/>
                </a:cubicBezTo>
                <a:cubicBezTo>
                  <a:pt x="65190" y="55009"/>
                  <a:pt x="65439" y="54736"/>
                  <a:pt x="65663" y="54462"/>
                </a:cubicBezTo>
                <a:close/>
                <a:moveTo>
                  <a:pt x="53840" y="65613"/>
                </a:moveTo>
                <a:cubicBezTo>
                  <a:pt x="54462" y="65613"/>
                  <a:pt x="55308" y="65862"/>
                  <a:pt x="56304" y="66409"/>
                </a:cubicBezTo>
                <a:cubicBezTo>
                  <a:pt x="56254" y="66409"/>
                  <a:pt x="56254" y="66434"/>
                  <a:pt x="56229" y="66434"/>
                </a:cubicBezTo>
                <a:cubicBezTo>
                  <a:pt x="56179" y="66409"/>
                  <a:pt x="56130" y="66409"/>
                  <a:pt x="56105" y="66360"/>
                </a:cubicBezTo>
                <a:cubicBezTo>
                  <a:pt x="55955" y="66285"/>
                  <a:pt x="55756" y="66210"/>
                  <a:pt x="55607" y="66111"/>
                </a:cubicBezTo>
                <a:cubicBezTo>
                  <a:pt x="55582" y="66111"/>
                  <a:pt x="55557" y="66086"/>
                  <a:pt x="55557" y="66086"/>
                </a:cubicBezTo>
                <a:cubicBezTo>
                  <a:pt x="55358" y="65986"/>
                  <a:pt x="55184" y="65936"/>
                  <a:pt x="54985" y="65862"/>
                </a:cubicBezTo>
                <a:cubicBezTo>
                  <a:pt x="54960" y="65862"/>
                  <a:pt x="54935" y="65837"/>
                  <a:pt x="54885" y="65837"/>
                </a:cubicBezTo>
                <a:cubicBezTo>
                  <a:pt x="54711" y="65787"/>
                  <a:pt x="54561" y="65737"/>
                  <a:pt x="54387" y="65712"/>
                </a:cubicBezTo>
                <a:cubicBezTo>
                  <a:pt x="54238" y="65688"/>
                  <a:pt x="54113" y="65688"/>
                  <a:pt x="53989" y="65688"/>
                </a:cubicBezTo>
                <a:lnTo>
                  <a:pt x="53740" y="65688"/>
                </a:lnTo>
                <a:cubicBezTo>
                  <a:pt x="53740" y="65688"/>
                  <a:pt x="53765" y="65688"/>
                  <a:pt x="53765" y="65663"/>
                </a:cubicBezTo>
                <a:cubicBezTo>
                  <a:pt x="53815" y="65613"/>
                  <a:pt x="53815" y="65613"/>
                  <a:pt x="53840" y="65613"/>
                </a:cubicBezTo>
                <a:close/>
                <a:moveTo>
                  <a:pt x="66584" y="56976"/>
                </a:moveTo>
                <a:cubicBezTo>
                  <a:pt x="66584" y="57001"/>
                  <a:pt x="66634" y="57001"/>
                  <a:pt x="66634" y="57026"/>
                </a:cubicBezTo>
                <a:cubicBezTo>
                  <a:pt x="63846" y="60460"/>
                  <a:pt x="60486" y="63696"/>
                  <a:pt x="56727" y="66434"/>
                </a:cubicBezTo>
                <a:cubicBezTo>
                  <a:pt x="56702" y="66434"/>
                  <a:pt x="56702" y="66409"/>
                  <a:pt x="56677" y="66409"/>
                </a:cubicBezTo>
                <a:cubicBezTo>
                  <a:pt x="60436" y="63671"/>
                  <a:pt x="63821" y="60386"/>
                  <a:pt x="66584" y="56976"/>
                </a:cubicBezTo>
                <a:close/>
                <a:moveTo>
                  <a:pt x="22502" y="66161"/>
                </a:moveTo>
                <a:cubicBezTo>
                  <a:pt x="22502" y="66185"/>
                  <a:pt x="22477" y="66210"/>
                  <a:pt x="22477" y="66210"/>
                </a:cubicBezTo>
                <a:cubicBezTo>
                  <a:pt x="21954" y="66285"/>
                  <a:pt x="21407" y="66310"/>
                  <a:pt x="20884" y="66409"/>
                </a:cubicBezTo>
                <a:cubicBezTo>
                  <a:pt x="20759" y="66434"/>
                  <a:pt x="20660" y="66434"/>
                  <a:pt x="20535" y="66459"/>
                </a:cubicBezTo>
                <a:cubicBezTo>
                  <a:pt x="20535" y="66434"/>
                  <a:pt x="20535" y="66434"/>
                  <a:pt x="20510" y="66409"/>
                </a:cubicBezTo>
                <a:cubicBezTo>
                  <a:pt x="20635" y="66360"/>
                  <a:pt x="20759" y="66335"/>
                  <a:pt x="20884" y="66335"/>
                </a:cubicBezTo>
                <a:cubicBezTo>
                  <a:pt x="21232" y="66285"/>
                  <a:pt x="21606" y="66235"/>
                  <a:pt x="21954" y="66210"/>
                </a:cubicBezTo>
                <a:cubicBezTo>
                  <a:pt x="22128" y="66185"/>
                  <a:pt x="22327" y="66161"/>
                  <a:pt x="22502" y="66161"/>
                </a:cubicBezTo>
                <a:close/>
                <a:moveTo>
                  <a:pt x="3286" y="64717"/>
                </a:moveTo>
                <a:cubicBezTo>
                  <a:pt x="3311" y="64866"/>
                  <a:pt x="3336" y="65040"/>
                  <a:pt x="3360" y="65215"/>
                </a:cubicBezTo>
                <a:lnTo>
                  <a:pt x="2912" y="66534"/>
                </a:lnTo>
                <a:cubicBezTo>
                  <a:pt x="3037" y="65936"/>
                  <a:pt x="3161" y="65314"/>
                  <a:pt x="3286" y="64717"/>
                </a:cubicBezTo>
                <a:close/>
                <a:moveTo>
                  <a:pt x="29446" y="56353"/>
                </a:moveTo>
                <a:cubicBezTo>
                  <a:pt x="30293" y="56652"/>
                  <a:pt x="31114" y="57026"/>
                  <a:pt x="31935" y="57399"/>
                </a:cubicBezTo>
                <a:cubicBezTo>
                  <a:pt x="30741" y="60759"/>
                  <a:pt x="30342" y="63920"/>
                  <a:pt x="30940" y="66584"/>
                </a:cubicBezTo>
                <a:cubicBezTo>
                  <a:pt x="30691" y="66534"/>
                  <a:pt x="30467" y="66459"/>
                  <a:pt x="30218" y="66409"/>
                </a:cubicBezTo>
                <a:cubicBezTo>
                  <a:pt x="30168" y="66409"/>
                  <a:pt x="30094" y="66360"/>
                  <a:pt x="30044" y="66360"/>
                </a:cubicBezTo>
                <a:cubicBezTo>
                  <a:pt x="29745" y="66310"/>
                  <a:pt x="29471" y="66235"/>
                  <a:pt x="29197" y="66210"/>
                </a:cubicBezTo>
                <a:cubicBezTo>
                  <a:pt x="29098" y="66210"/>
                  <a:pt x="29048" y="66185"/>
                  <a:pt x="28949" y="66185"/>
                </a:cubicBezTo>
                <a:cubicBezTo>
                  <a:pt x="28700" y="66161"/>
                  <a:pt x="28426" y="66086"/>
                  <a:pt x="28177" y="66061"/>
                </a:cubicBezTo>
                <a:cubicBezTo>
                  <a:pt x="28052" y="66036"/>
                  <a:pt x="27928" y="66036"/>
                  <a:pt x="27828" y="66036"/>
                </a:cubicBezTo>
                <a:cubicBezTo>
                  <a:pt x="27580" y="65986"/>
                  <a:pt x="27355" y="65961"/>
                  <a:pt x="27107" y="65961"/>
                </a:cubicBezTo>
                <a:cubicBezTo>
                  <a:pt x="26932" y="65936"/>
                  <a:pt x="26733" y="65936"/>
                  <a:pt x="26584" y="65936"/>
                </a:cubicBezTo>
                <a:cubicBezTo>
                  <a:pt x="26385" y="65936"/>
                  <a:pt x="26211" y="65912"/>
                  <a:pt x="26011" y="65912"/>
                </a:cubicBezTo>
                <a:cubicBezTo>
                  <a:pt x="25638" y="65862"/>
                  <a:pt x="25314" y="65862"/>
                  <a:pt x="24941" y="65862"/>
                </a:cubicBezTo>
                <a:cubicBezTo>
                  <a:pt x="24369" y="65862"/>
                  <a:pt x="23821" y="65912"/>
                  <a:pt x="23224" y="65936"/>
                </a:cubicBezTo>
                <a:lnTo>
                  <a:pt x="23149" y="65936"/>
                </a:lnTo>
                <a:cubicBezTo>
                  <a:pt x="24991" y="62726"/>
                  <a:pt x="27107" y="59515"/>
                  <a:pt x="29446" y="56353"/>
                </a:cubicBezTo>
                <a:close/>
                <a:moveTo>
                  <a:pt x="66708" y="57200"/>
                </a:moveTo>
                <a:cubicBezTo>
                  <a:pt x="66758" y="57250"/>
                  <a:pt x="66783" y="57324"/>
                  <a:pt x="66808" y="57349"/>
                </a:cubicBezTo>
                <a:cubicBezTo>
                  <a:pt x="64642" y="59764"/>
                  <a:pt x="62278" y="62128"/>
                  <a:pt x="59739" y="64368"/>
                </a:cubicBezTo>
                <a:lnTo>
                  <a:pt x="59664" y="64468"/>
                </a:lnTo>
                <a:lnTo>
                  <a:pt x="59614" y="64493"/>
                </a:lnTo>
                <a:cubicBezTo>
                  <a:pt x="59589" y="64543"/>
                  <a:pt x="59565" y="64567"/>
                  <a:pt x="59540" y="64567"/>
                </a:cubicBezTo>
                <a:cubicBezTo>
                  <a:pt x="59067" y="64966"/>
                  <a:pt x="58619" y="65364"/>
                  <a:pt x="58171" y="65737"/>
                </a:cubicBezTo>
                <a:cubicBezTo>
                  <a:pt x="57996" y="65862"/>
                  <a:pt x="57872" y="65986"/>
                  <a:pt x="57723" y="66086"/>
                </a:cubicBezTo>
                <a:cubicBezTo>
                  <a:pt x="57548" y="66310"/>
                  <a:pt x="57324" y="66484"/>
                  <a:pt x="57100" y="66658"/>
                </a:cubicBezTo>
                <a:cubicBezTo>
                  <a:pt x="57051" y="66584"/>
                  <a:pt x="56951" y="66559"/>
                  <a:pt x="56876" y="66534"/>
                </a:cubicBezTo>
                <a:cubicBezTo>
                  <a:pt x="60610" y="63821"/>
                  <a:pt x="63970" y="60585"/>
                  <a:pt x="66708" y="57200"/>
                </a:cubicBezTo>
                <a:close/>
                <a:moveTo>
                  <a:pt x="32085" y="57498"/>
                </a:moveTo>
                <a:cubicBezTo>
                  <a:pt x="32110" y="57498"/>
                  <a:pt x="32110" y="57523"/>
                  <a:pt x="32159" y="57523"/>
                </a:cubicBezTo>
                <a:cubicBezTo>
                  <a:pt x="30965" y="60884"/>
                  <a:pt x="30591" y="64045"/>
                  <a:pt x="31214" y="66683"/>
                </a:cubicBezTo>
                <a:cubicBezTo>
                  <a:pt x="31189" y="66683"/>
                  <a:pt x="31189" y="66683"/>
                  <a:pt x="31164" y="66658"/>
                </a:cubicBezTo>
                <a:cubicBezTo>
                  <a:pt x="30542" y="63995"/>
                  <a:pt x="30915" y="60859"/>
                  <a:pt x="32085" y="57498"/>
                </a:cubicBezTo>
                <a:close/>
                <a:moveTo>
                  <a:pt x="56702" y="66683"/>
                </a:moveTo>
                <a:cubicBezTo>
                  <a:pt x="56802" y="66708"/>
                  <a:pt x="56876" y="66733"/>
                  <a:pt x="56951" y="66808"/>
                </a:cubicBezTo>
                <a:cubicBezTo>
                  <a:pt x="56926" y="66808"/>
                  <a:pt x="56926" y="66833"/>
                  <a:pt x="56876" y="66833"/>
                </a:cubicBezTo>
                <a:cubicBezTo>
                  <a:pt x="56827" y="66808"/>
                  <a:pt x="56752" y="66783"/>
                  <a:pt x="56702" y="66708"/>
                </a:cubicBezTo>
                <a:cubicBezTo>
                  <a:pt x="56677" y="66708"/>
                  <a:pt x="56677" y="66708"/>
                  <a:pt x="56702" y="66683"/>
                </a:cubicBezTo>
                <a:close/>
                <a:moveTo>
                  <a:pt x="66932" y="57523"/>
                </a:moveTo>
                <a:cubicBezTo>
                  <a:pt x="66932" y="57523"/>
                  <a:pt x="66932" y="57573"/>
                  <a:pt x="66957" y="57573"/>
                </a:cubicBezTo>
                <a:lnTo>
                  <a:pt x="66957" y="57598"/>
                </a:lnTo>
                <a:cubicBezTo>
                  <a:pt x="64817" y="59988"/>
                  <a:pt x="62477" y="62327"/>
                  <a:pt x="60038" y="64543"/>
                </a:cubicBezTo>
                <a:cubicBezTo>
                  <a:pt x="59963" y="64592"/>
                  <a:pt x="59913" y="64617"/>
                  <a:pt x="59838" y="64692"/>
                </a:cubicBezTo>
                <a:cubicBezTo>
                  <a:pt x="59365" y="65090"/>
                  <a:pt x="58917" y="65513"/>
                  <a:pt x="58395" y="65936"/>
                </a:cubicBezTo>
                <a:cubicBezTo>
                  <a:pt x="58245" y="66061"/>
                  <a:pt x="58096" y="66185"/>
                  <a:pt x="57972" y="66310"/>
                </a:cubicBezTo>
                <a:cubicBezTo>
                  <a:pt x="57748" y="66484"/>
                  <a:pt x="57524" y="66633"/>
                  <a:pt x="57324" y="66833"/>
                </a:cubicBezTo>
                <a:cubicBezTo>
                  <a:pt x="57324" y="66833"/>
                  <a:pt x="57300" y="66833"/>
                  <a:pt x="57300" y="66808"/>
                </a:cubicBezTo>
                <a:lnTo>
                  <a:pt x="57250" y="66808"/>
                </a:lnTo>
                <a:cubicBezTo>
                  <a:pt x="57449" y="66609"/>
                  <a:pt x="57623" y="66459"/>
                  <a:pt x="57822" y="66310"/>
                </a:cubicBezTo>
                <a:cubicBezTo>
                  <a:pt x="57996" y="66161"/>
                  <a:pt x="58171" y="66036"/>
                  <a:pt x="58345" y="65862"/>
                </a:cubicBezTo>
                <a:cubicBezTo>
                  <a:pt x="58743" y="65538"/>
                  <a:pt x="59191" y="65165"/>
                  <a:pt x="59589" y="64816"/>
                </a:cubicBezTo>
                <a:lnTo>
                  <a:pt x="59689" y="64717"/>
                </a:lnTo>
                <a:lnTo>
                  <a:pt x="59714" y="64692"/>
                </a:lnTo>
                <a:cubicBezTo>
                  <a:pt x="59814" y="64617"/>
                  <a:pt x="59913" y="64543"/>
                  <a:pt x="59963" y="64468"/>
                </a:cubicBezTo>
                <a:cubicBezTo>
                  <a:pt x="61058" y="63497"/>
                  <a:pt x="62079" y="62551"/>
                  <a:pt x="63099" y="61506"/>
                </a:cubicBezTo>
                <a:lnTo>
                  <a:pt x="63572" y="61058"/>
                </a:lnTo>
                <a:lnTo>
                  <a:pt x="64642" y="59988"/>
                </a:lnTo>
                <a:cubicBezTo>
                  <a:pt x="64817" y="59813"/>
                  <a:pt x="65016" y="59614"/>
                  <a:pt x="65165" y="59440"/>
                </a:cubicBezTo>
                <a:cubicBezTo>
                  <a:pt x="65464" y="59091"/>
                  <a:pt x="65787" y="58768"/>
                  <a:pt x="66086" y="58444"/>
                </a:cubicBezTo>
                <a:cubicBezTo>
                  <a:pt x="66285" y="58245"/>
                  <a:pt x="66435" y="58071"/>
                  <a:pt x="66634" y="57872"/>
                </a:cubicBezTo>
                <a:cubicBezTo>
                  <a:pt x="66708" y="57747"/>
                  <a:pt x="66833" y="57648"/>
                  <a:pt x="66932" y="57523"/>
                </a:cubicBezTo>
                <a:close/>
                <a:moveTo>
                  <a:pt x="24941" y="66036"/>
                </a:moveTo>
                <a:cubicBezTo>
                  <a:pt x="25314" y="66036"/>
                  <a:pt x="25638" y="66036"/>
                  <a:pt x="26011" y="66061"/>
                </a:cubicBezTo>
                <a:cubicBezTo>
                  <a:pt x="26235" y="66061"/>
                  <a:pt x="26459" y="66086"/>
                  <a:pt x="26708" y="66086"/>
                </a:cubicBezTo>
                <a:cubicBezTo>
                  <a:pt x="26833" y="66086"/>
                  <a:pt x="26982" y="66111"/>
                  <a:pt x="27107" y="66111"/>
                </a:cubicBezTo>
                <a:cubicBezTo>
                  <a:pt x="27430" y="66136"/>
                  <a:pt x="27704" y="66185"/>
                  <a:pt x="28003" y="66210"/>
                </a:cubicBezTo>
                <a:cubicBezTo>
                  <a:pt x="28077" y="66210"/>
                  <a:pt x="28127" y="66210"/>
                  <a:pt x="28202" y="66235"/>
                </a:cubicBezTo>
                <a:cubicBezTo>
                  <a:pt x="28550" y="66285"/>
                  <a:pt x="28874" y="66335"/>
                  <a:pt x="29197" y="66409"/>
                </a:cubicBezTo>
                <a:lnTo>
                  <a:pt x="29222" y="66409"/>
                </a:lnTo>
                <a:cubicBezTo>
                  <a:pt x="29820" y="66484"/>
                  <a:pt x="30417" y="66658"/>
                  <a:pt x="30990" y="66808"/>
                </a:cubicBezTo>
                <a:lnTo>
                  <a:pt x="30990" y="66857"/>
                </a:lnTo>
                <a:cubicBezTo>
                  <a:pt x="29073" y="66360"/>
                  <a:pt x="27007" y="66086"/>
                  <a:pt x="24891" y="66086"/>
                </a:cubicBezTo>
                <a:cubicBezTo>
                  <a:pt x="24244" y="66086"/>
                  <a:pt x="23622" y="66111"/>
                  <a:pt x="23000" y="66136"/>
                </a:cubicBezTo>
                <a:cubicBezTo>
                  <a:pt x="23000" y="66111"/>
                  <a:pt x="23024" y="66111"/>
                  <a:pt x="23024" y="66086"/>
                </a:cubicBezTo>
                <a:cubicBezTo>
                  <a:pt x="23647" y="66061"/>
                  <a:pt x="24269" y="66036"/>
                  <a:pt x="24891" y="66036"/>
                </a:cubicBezTo>
                <a:close/>
                <a:moveTo>
                  <a:pt x="57150" y="66907"/>
                </a:moveTo>
                <a:cubicBezTo>
                  <a:pt x="57150" y="66907"/>
                  <a:pt x="57200" y="66907"/>
                  <a:pt x="57200" y="66932"/>
                </a:cubicBezTo>
                <a:lnTo>
                  <a:pt x="57125" y="66982"/>
                </a:lnTo>
                <a:lnTo>
                  <a:pt x="57075" y="66932"/>
                </a:lnTo>
                <a:cubicBezTo>
                  <a:pt x="57100" y="66932"/>
                  <a:pt x="57100" y="66907"/>
                  <a:pt x="57125" y="66907"/>
                </a:cubicBezTo>
                <a:close/>
                <a:moveTo>
                  <a:pt x="40846" y="63696"/>
                </a:moveTo>
                <a:lnTo>
                  <a:pt x="40896" y="63721"/>
                </a:lnTo>
                <a:lnTo>
                  <a:pt x="40921" y="63746"/>
                </a:lnTo>
                <a:lnTo>
                  <a:pt x="40822" y="64045"/>
                </a:lnTo>
                <a:cubicBezTo>
                  <a:pt x="40797" y="64119"/>
                  <a:pt x="40772" y="64194"/>
                  <a:pt x="40772" y="64244"/>
                </a:cubicBezTo>
                <a:cubicBezTo>
                  <a:pt x="40697" y="64443"/>
                  <a:pt x="40647" y="64592"/>
                  <a:pt x="40598" y="64792"/>
                </a:cubicBezTo>
                <a:cubicBezTo>
                  <a:pt x="40573" y="64916"/>
                  <a:pt x="40523" y="65040"/>
                  <a:pt x="40473" y="65165"/>
                </a:cubicBezTo>
                <a:cubicBezTo>
                  <a:pt x="40448" y="65289"/>
                  <a:pt x="40423" y="65364"/>
                  <a:pt x="40398" y="65488"/>
                </a:cubicBezTo>
                <a:cubicBezTo>
                  <a:pt x="40324" y="65688"/>
                  <a:pt x="40299" y="65862"/>
                  <a:pt x="40274" y="66061"/>
                </a:cubicBezTo>
                <a:cubicBezTo>
                  <a:pt x="40224" y="66210"/>
                  <a:pt x="40174" y="66360"/>
                  <a:pt x="40150" y="66534"/>
                </a:cubicBezTo>
                <a:cubicBezTo>
                  <a:pt x="40150" y="66559"/>
                  <a:pt x="40100" y="66584"/>
                  <a:pt x="40100" y="66609"/>
                </a:cubicBezTo>
                <a:cubicBezTo>
                  <a:pt x="40082" y="66739"/>
                  <a:pt x="40062" y="66869"/>
                  <a:pt x="40042" y="66998"/>
                </a:cubicBezTo>
                <a:lnTo>
                  <a:pt x="40042" y="66998"/>
                </a:lnTo>
                <a:cubicBezTo>
                  <a:pt x="40047" y="66941"/>
                  <a:pt x="40050" y="66885"/>
                  <a:pt x="40050" y="66833"/>
                </a:cubicBezTo>
                <a:cubicBezTo>
                  <a:pt x="40075" y="66708"/>
                  <a:pt x="40075" y="66609"/>
                  <a:pt x="40100" y="66484"/>
                </a:cubicBezTo>
                <a:cubicBezTo>
                  <a:pt x="40150" y="66335"/>
                  <a:pt x="40174" y="66161"/>
                  <a:pt x="40199" y="65986"/>
                </a:cubicBezTo>
                <a:lnTo>
                  <a:pt x="40199" y="65961"/>
                </a:lnTo>
                <a:cubicBezTo>
                  <a:pt x="40224" y="65862"/>
                  <a:pt x="40224" y="65787"/>
                  <a:pt x="40274" y="65688"/>
                </a:cubicBezTo>
                <a:cubicBezTo>
                  <a:pt x="40299" y="65538"/>
                  <a:pt x="40349" y="65339"/>
                  <a:pt x="40398" y="65190"/>
                </a:cubicBezTo>
                <a:cubicBezTo>
                  <a:pt x="40423" y="65115"/>
                  <a:pt x="40423" y="65065"/>
                  <a:pt x="40448" y="64991"/>
                </a:cubicBezTo>
                <a:cubicBezTo>
                  <a:pt x="40448" y="64941"/>
                  <a:pt x="40473" y="64916"/>
                  <a:pt x="40473" y="64841"/>
                </a:cubicBezTo>
                <a:cubicBezTo>
                  <a:pt x="40548" y="64692"/>
                  <a:pt x="40573" y="64493"/>
                  <a:pt x="40647" y="64343"/>
                </a:cubicBezTo>
                <a:cubicBezTo>
                  <a:pt x="40672" y="64219"/>
                  <a:pt x="40697" y="64095"/>
                  <a:pt x="40772" y="63970"/>
                </a:cubicBezTo>
                <a:lnTo>
                  <a:pt x="40846" y="63696"/>
                </a:lnTo>
                <a:close/>
                <a:moveTo>
                  <a:pt x="48090" y="63348"/>
                </a:moveTo>
                <a:lnTo>
                  <a:pt x="47716" y="63821"/>
                </a:lnTo>
                <a:cubicBezTo>
                  <a:pt x="47468" y="64119"/>
                  <a:pt x="47219" y="64443"/>
                  <a:pt x="46995" y="64742"/>
                </a:cubicBezTo>
                <a:cubicBezTo>
                  <a:pt x="46920" y="64841"/>
                  <a:pt x="46845" y="64941"/>
                  <a:pt x="46771" y="65065"/>
                </a:cubicBezTo>
                <a:cubicBezTo>
                  <a:pt x="46646" y="65240"/>
                  <a:pt x="46497" y="65439"/>
                  <a:pt x="46372" y="65588"/>
                </a:cubicBezTo>
                <a:cubicBezTo>
                  <a:pt x="46273" y="65712"/>
                  <a:pt x="46173" y="65862"/>
                  <a:pt x="46049" y="65986"/>
                </a:cubicBezTo>
                <a:cubicBezTo>
                  <a:pt x="45999" y="66086"/>
                  <a:pt x="45899" y="66185"/>
                  <a:pt x="45850" y="66310"/>
                </a:cubicBezTo>
                <a:cubicBezTo>
                  <a:pt x="45800" y="66335"/>
                  <a:pt x="45775" y="66409"/>
                  <a:pt x="45750" y="66434"/>
                </a:cubicBezTo>
                <a:cubicBezTo>
                  <a:pt x="45650" y="66559"/>
                  <a:pt x="45601" y="66683"/>
                  <a:pt x="45501" y="66808"/>
                </a:cubicBezTo>
                <a:lnTo>
                  <a:pt x="44916" y="67608"/>
                </a:lnTo>
                <a:lnTo>
                  <a:pt x="44916" y="67608"/>
                </a:lnTo>
                <a:cubicBezTo>
                  <a:pt x="45876" y="66176"/>
                  <a:pt x="46918" y="64762"/>
                  <a:pt x="48040" y="63348"/>
                </a:cubicBezTo>
                <a:close/>
                <a:moveTo>
                  <a:pt x="32309" y="57598"/>
                </a:moveTo>
                <a:cubicBezTo>
                  <a:pt x="34574" y="58693"/>
                  <a:pt x="36690" y="60012"/>
                  <a:pt x="38557" y="61556"/>
                </a:cubicBezTo>
                <a:cubicBezTo>
                  <a:pt x="37038" y="63597"/>
                  <a:pt x="35594" y="65663"/>
                  <a:pt x="34300" y="67729"/>
                </a:cubicBezTo>
                <a:cubicBezTo>
                  <a:pt x="34225" y="67704"/>
                  <a:pt x="34201" y="67704"/>
                  <a:pt x="34151" y="67679"/>
                </a:cubicBezTo>
                <a:cubicBezTo>
                  <a:pt x="34076" y="67654"/>
                  <a:pt x="34051" y="67654"/>
                  <a:pt x="33977" y="67604"/>
                </a:cubicBezTo>
                <a:cubicBezTo>
                  <a:pt x="33703" y="67480"/>
                  <a:pt x="33454" y="67405"/>
                  <a:pt x="33180" y="67305"/>
                </a:cubicBezTo>
                <a:cubicBezTo>
                  <a:pt x="33155" y="67305"/>
                  <a:pt x="33080" y="67281"/>
                  <a:pt x="33056" y="67281"/>
                </a:cubicBezTo>
                <a:lnTo>
                  <a:pt x="32209" y="66982"/>
                </a:lnTo>
                <a:cubicBezTo>
                  <a:pt x="32184" y="66982"/>
                  <a:pt x="32110" y="66957"/>
                  <a:pt x="32085" y="66957"/>
                </a:cubicBezTo>
                <a:cubicBezTo>
                  <a:pt x="31861" y="66907"/>
                  <a:pt x="31612" y="66808"/>
                  <a:pt x="31413" y="66733"/>
                </a:cubicBezTo>
                <a:cubicBezTo>
                  <a:pt x="30741" y="64095"/>
                  <a:pt x="31114" y="60958"/>
                  <a:pt x="32309" y="57598"/>
                </a:cubicBezTo>
                <a:close/>
                <a:moveTo>
                  <a:pt x="38706" y="61680"/>
                </a:moveTo>
                <a:cubicBezTo>
                  <a:pt x="38756" y="61680"/>
                  <a:pt x="38756" y="61705"/>
                  <a:pt x="38781" y="61705"/>
                </a:cubicBezTo>
                <a:cubicBezTo>
                  <a:pt x="37237" y="63721"/>
                  <a:pt x="35843" y="65787"/>
                  <a:pt x="34549" y="67828"/>
                </a:cubicBezTo>
                <a:cubicBezTo>
                  <a:pt x="34524" y="67828"/>
                  <a:pt x="34524" y="67803"/>
                  <a:pt x="34474" y="67803"/>
                </a:cubicBezTo>
                <a:cubicBezTo>
                  <a:pt x="35794" y="65737"/>
                  <a:pt x="37187" y="63696"/>
                  <a:pt x="38706" y="61680"/>
                </a:cubicBezTo>
                <a:close/>
                <a:moveTo>
                  <a:pt x="42514" y="60635"/>
                </a:moveTo>
                <a:cubicBezTo>
                  <a:pt x="44481" y="61780"/>
                  <a:pt x="46298" y="62701"/>
                  <a:pt x="47866" y="63298"/>
                </a:cubicBezTo>
                <a:cubicBezTo>
                  <a:pt x="47368" y="63920"/>
                  <a:pt x="46895" y="64493"/>
                  <a:pt x="46472" y="65115"/>
                </a:cubicBezTo>
                <a:cubicBezTo>
                  <a:pt x="46472" y="65165"/>
                  <a:pt x="46422" y="65165"/>
                  <a:pt x="46422" y="65190"/>
                </a:cubicBezTo>
                <a:cubicBezTo>
                  <a:pt x="46024" y="65712"/>
                  <a:pt x="45650" y="66235"/>
                  <a:pt x="45277" y="66758"/>
                </a:cubicBezTo>
                <a:cubicBezTo>
                  <a:pt x="45227" y="66857"/>
                  <a:pt x="45128" y="66982"/>
                  <a:pt x="45053" y="67081"/>
                </a:cubicBezTo>
                <a:cubicBezTo>
                  <a:pt x="45028" y="67106"/>
                  <a:pt x="45003" y="67181"/>
                  <a:pt x="44978" y="67206"/>
                </a:cubicBezTo>
                <a:lnTo>
                  <a:pt x="44505" y="67853"/>
                </a:lnTo>
                <a:cubicBezTo>
                  <a:pt x="43759" y="66360"/>
                  <a:pt x="42688" y="64866"/>
                  <a:pt x="41319" y="63447"/>
                </a:cubicBezTo>
                <a:cubicBezTo>
                  <a:pt x="41494" y="62974"/>
                  <a:pt x="41668" y="62551"/>
                  <a:pt x="41892" y="62078"/>
                </a:cubicBezTo>
                <a:cubicBezTo>
                  <a:pt x="41892" y="62078"/>
                  <a:pt x="41892" y="62053"/>
                  <a:pt x="41917" y="62053"/>
                </a:cubicBezTo>
                <a:cubicBezTo>
                  <a:pt x="42066" y="61581"/>
                  <a:pt x="42290" y="61108"/>
                  <a:pt x="42514" y="60635"/>
                </a:cubicBezTo>
                <a:close/>
                <a:moveTo>
                  <a:pt x="31463" y="66957"/>
                </a:moveTo>
                <a:lnTo>
                  <a:pt x="31463" y="66957"/>
                </a:lnTo>
                <a:cubicBezTo>
                  <a:pt x="32060" y="67106"/>
                  <a:pt x="32657" y="67305"/>
                  <a:pt x="33205" y="67530"/>
                </a:cubicBezTo>
                <a:cubicBezTo>
                  <a:pt x="33504" y="67654"/>
                  <a:pt x="33802" y="67778"/>
                  <a:pt x="34101" y="67878"/>
                </a:cubicBezTo>
                <a:cubicBezTo>
                  <a:pt x="34126" y="67878"/>
                  <a:pt x="34126" y="67928"/>
                  <a:pt x="34176" y="67928"/>
                </a:cubicBezTo>
                <a:lnTo>
                  <a:pt x="34201" y="67928"/>
                </a:lnTo>
                <a:lnTo>
                  <a:pt x="34176" y="67953"/>
                </a:lnTo>
                <a:cubicBezTo>
                  <a:pt x="34051" y="67903"/>
                  <a:pt x="33927" y="67853"/>
                  <a:pt x="33802" y="67803"/>
                </a:cubicBezTo>
                <a:cubicBezTo>
                  <a:pt x="33678" y="67729"/>
                  <a:pt x="33553" y="67679"/>
                  <a:pt x="33404" y="67654"/>
                </a:cubicBezTo>
                <a:cubicBezTo>
                  <a:pt x="33155" y="67554"/>
                  <a:pt x="32931" y="67455"/>
                  <a:pt x="32682" y="67380"/>
                </a:cubicBezTo>
                <a:cubicBezTo>
                  <a:pt x="32583" y="67355"/>
                  <a:pt x="32483" y="67330"/>
                  <a:pt x="32433" y="67305"/>
                </a:cubicBezTo>
                <a:lnTo>
                  <a:pt x="31487" y="67007"/>
                </a:lnTo>
                <a:cubicBezTo>
                  <a:pt x="31487" y="66982"/>
                  <a:pt x="31487" y="66982"/>
                  <a:pt x="31463" y="66957"/>
                </a:cubicBezTo>
                <a:close/>
                <a:moveTo>
                  <a:pt x="17225" y="54014"/>
                </a:moveTo>
                <a:lnTo>
                  <a:pt x="17225" y="54014"/>
                </a:lnTo>
                <a:cubicBezTo>
                  <a:pt x="14163" y="58643"/>
                  <a:pt x="11550" y="63348"/>
                  <a:pt x="9509" y="68002"/>
                </a:cubicBezTo>
                <a:lnTo>
                  <a:pt x="9509" y="67878"/>
                </a:lnTo>
                <a:lnTo>
                  <a:pt x="9509" y="67729"/>
                </a:lnTo>
                <a:cubicBezTo>
                  <a:pt x="9509" y="67604"/>
                  <a:pt x="9509" y="67530"/>
                  <a:pt x="9459" y="67380"/>
                </a:cubicBezTo>
                <a:cubicBezTo>
                  <a:pt x="9434" y="67081"/>
                  <a:pt x="9434" y="66758"/>
                  <a:pt x="9409" y="66434"/>
                </a:cubicBezTo>
                <a:lnTo>
                  <a:pt x="9409" y="66310"/>
                </a:lnTo>
                <a:lnTo>
                  <a:pt x="9409" y="66111"/>
                </a:lnTo>
                <a:lnTo>
                  <a:pt x="9409" y="64991"/>
                </a:lnTo>
                <a:lnTo>
                  <a:pt x="9409" y="64742"/>
                </a:lnTo>
                <a:cubicBezTo>
                  <a:pt x="9434" y="64343"/>
                  <a:pt x="9459" y="63945"/>
                  <a:pt x="9509" y="63497"/>
                </a:cubicBezTo>
                <a:cubicBezTo>
                  <a:pt x="9509" y="63447"/>
                  <a:pt x="9509" y="63348"/>
                  <a:pt x="9533" y="63298"/>
                </a:cubicBezTo>
                <a:cubicBezTo>
                  <a:pt x="9558" y="62850"/>
                  <a:pt x="9633" y="62402"/>
                  <a:pt x="9683" y="61979"/>
                </a:cubicBezTo>
                <a:cubicBezTo>
                  <a:pt x="9683" y="61929"/>
                  <a:pt x="9708" y="61854"/>
                  <a:pt x="9708" y="61805"/>
                </a:cubicBezTo>
                <a:cubicBezTo>
                  <a:pt x="9782" y="61332"/>
                  <a:pt x="9882" y="60859"/>
                  <a:pt x="9957" y="60386"/>
                </a:cubicBezTo>
                <a:cubicBezTo>
                  <a:pt x="9957" y="60361"/>
                  <a:pt x="9957" y="60336"/>
                  <a:pt x="9982" y="60311"/>
                </a:cubicBezTo>
                <a:cubicBezTo>
                  <a:pt x="10081" y="59813"/>
                  <a:pt x="10206" y="59266"/>
                  <a:pt x="10330" y="58768"/>
                </a:cubicBezTo>
                <a:cubicBezTo>
                  <a:pt x="10703" y="57449"/>
                  <a:pt x="11151" y="56105"/>
                  <a:pt x="11624" y="54736"/>
                </a:cubicBezTo>
                <a:cubicBezTo>
                  <a:pt x="13367" y="54263"/>
                  <a:pt x="15258" y="54039"/>
                  <a:pt x="17225" y="54014"/>
                </a:cubicBezTo>
                <a:close/>
                <a:moveTo>
                  <a:pt x="34350" y="67953"/>
                </a:moveTo>
                <a:cubicBezTo>
                  <a:pt x="34400" y="67953"/>
                  <a:pt x="34400" y="67978"/>
                  <a:pt x="34425" y="67978"/>
                </a:cubicBezTo>
                <a:cubicBezTo>
                  <a:pt x="34425" y="68027"/>
                  <a:pt x="34400" y="68027"/>
                  <a:pt x="34400" y="68052"/>
                </a:cubicBezTo>
                <a:lnTo>
                  <a:pt x="34350" y="68052"/>
                </a:lnTo>
                <a:lnTo>
                  <a:pt x="34325" y="68027"/>
                </a:lnTo>
                <a:cubicBezTo>
                  <a:pt x="34325" y="67978"/>
                  <a:pt x="34350" y="67978"/>
                  <a:pt x="34350" y="67953"/>
                </a:cubicBezTo>
                <a:close/>
                <a:moveTo>
                  <a:pt x="41195" y="63622"/>
                </a:moveTo>
                <a:cubicBezTo>
                  <a:pt x="42539" y="65065"/>
                  <a:pt x="43609" y="66559"/>
                  <a:pt x="44356" y="68027"/>
                </a:cubicBezTo>
                <a:cubicBezTo>
                  <a:pt x="44356" y="68052"/>
                  <a:pt x="44306" y="68052"/>
                  <a:pt x="44306" y="68077"/>
                </a:cubicBezTo>
                <a:cubicBezTo>
                  <a:pt x="43609" y="66584"/>
                  <a:pt x="42539" y="65115"/>
                  <a:pt x="41195" y="63696"/>
                </a:cubicBezTo>
                <a:lnTo>
                  <a:pt x="41195" y="63622"/>
                </a:lnTo>
                <a:close/>
                <a:moveTo>
                  <a:pt x="3211" y="63995"/>
                </a:moveTo>
                <a:cubicBezTo>
                  <a:pt x="3211" y="64070"/>
                  <a:pt x="3211" y="64119"/>
                  <a:pt x="3236" y="64194"/>
                </a:cubicBezTo>
                <a:cubicBezTo>
                  <a:pt x="2937" y="65364"/>
                  <a:pt x="2713" y="66584"/>
                  <a:pt x="2539" y="67729"/>
                </a:cubicBezTo>
                <a:cubicBezTo>
                  <a:pt x="2489" y="67903"/>
                  <a:pt x="2439" y="68027"/>
                  <a:pt x="2390" y="68177"/>
                </a:cubicBezTo>
                <a:cubicBezTo>
                  <a:pt x="2589" y="66808"/>
                  <a:pt x="2863" y="65414"/>
                  <a:pt x="3211" y="63995"/>
                </a:cubicBezTo>
                <a:close/>
                <a:moveTo>
                  <a:pt x="3460" y="65563"/>
                </a:moveTo>
                <a:cubicBezTo>
                  <a:pt x="3460" y="65588"/>
                  <a:pt x="3485" y="65613"/>
                  <a:pt x="3485" y="65663"/>
                </a:cubicBezTo>
                <a:cubicBezTo>
                  <a:pt x="3186" y="66534"/>
                  <a:pt x="2912" y="67355"/>
                  <a:pt x="2664" y="68226"/>
                </a:cubicBezTo>
                <a:cubicBezTo>
                  <a:pt x="2664" y="68077"/>
                  <a:pt x="2688" y="67928"/>
                  <a:pt x="2713" y="67803"/>
                </a:cubicBezTo>
                <a:lnTo>
                  <a:pt x="3460" y="65563"/>
                </a:lnTo>
                <a:close/>
                <a:moveTo>
                  <a:pt x="69309" y="48584"/>
                </a:moveTo>
                <a:cubicBezTo>
                  <a:pt x="68913" y="49251"/>
                  <a:pt x="68419" y="49990"/>
                  <a:pt x="67828" y="50778"/>
                </a:cubicBezTo>
                <a:cubicBezTo>
                  <a:pt x="67654" y="51027"/>
                  <a:pt x="67405" y="51375"/>
                  <a:pt x="67107" y="51774"/>
                </a:cubicBezTo>
                <a:cubicBezTo>
                  <a:pt x="66833" y="52271"/>
                  <a:pt x="66484" y="52719"/>
                  <a:pt x="66186" y="53118"/>
                </a:cubicBezTo>
                <a:cubicBezTo>
                  <a:pt x="65688" y="53765"/>
                  <a:pt x="65190" y="54362"/>
                  <a:pt x="64717" y="54885"/>
                </a:cubicBezTo>
                <a:cubicBezTo>
                  <a:pt x="64617" y="55009"/>
                  <a:pt x="64543" y="55134"/>
                  <a:pt x="64418" y="55233"/>
                </a:cubicBezTo>
                <a:cubicBezTo>
                  <a:pt x="64294" y="55358"/>
                  <a:pt x="64194" y="55507"/>
                  <a:pt x="64070" y="55632"/>
                </a:cubicBezTo>
                <a:cubicBezTo>
                  <a:pt x="63746" y="56005"/>
                  <a:pt x="63448" y="56353"/>
                  <a:pt x="63099" y="56702"/>
                </a:cubicBezTo>
                <a:lnTo>
                  <a:pt x="63074" y="56727"/>
                </a:lnTo>
                <a:cubicBezTo>
                  <a:pt x="62452" y="57399"/>
                  <a:pt x="61755" y="58096"/>
                  <a:pt x="61108" y="58768"/>
                </a:cubicBezTo>
                <a:cubicBezTo>
                  <a:pt x="59963" y="59863"/>
                  <a:pt x="58469" y="61257"/>
                  <a:pt x="57275" y="62327"/>
                </a:cubicBezTo>
                <a:cubicBezTo>
                  <a:pt x="57150" y="62427"/>
                  <a:pt x="57075" y="62502"/>
                  <a:pt x="56951" y="62626"/>
                </a:cubicBezTo>
                <a:lnTo>
                  <a:pt x="56901" y="62676"/>
                </a:lnTo>
                <a:cubicBezTo>
                  <a:pt x="56627" y="62925"/>
                  <a:pt x="56329" y="63124"/>
                  <a:pt x="56030" y="63373"/>
                </a:cubicBezTo>
                <a:cubicBezTo>
                  <a:pt x="55159" y="64070"/>
                  <a:pt x="54337" y="64717"/>
                  <a:pt x="53641" y="65215"/>
                </a:cubicBezTo>
                <a:cubicBezTo>
                  <a:pt x="53491" y="65314"/>
                  <a:pt x="53367" y="65439"/>
                  <a:pt x="53217" y="65538"/>
                </a:cubicBezTo>
                <a:lnTo>
                  <a:pt x="52919" y="65712"/>
                </a:lnTo>
                <a:lnTo>
                  <a:pt x="52894" y="65712"/>
                </a:lnTo>
                <a:cubicBezTo>
                  <a:pt x="52122" y="66235"/>
                  <a:pt x="50803" y="67156"/>
                  <a:pt x="49608" y="67903"/>
                </a:cubicBezTo>
                <a:lnTo>
                  <a:pt x="49135" y="68177"/>
                </a:lnTo>
                <a:lnTo>
                  <a:pt x="49036" y="68226"/>
                </a:lnTo>
                <a:cubicBezTo>
                  <a:pt x="49011" y="68226"/>
                  <a:pt x="49011" y="68276"/>
                  <a:pt x="48986" y="68276"/>
                </a:cubicBezTo>
                <a:cubicBezTo>
                  <a:pt x="49384" y="67604"/>
                  <a:pt x="49882" y="66857"/>
                  <a:pt x="50479" y="66036"/>
                </a:cubicBezTo>
                <a:cubicBezTo>
                  <a:pt x="50654" y="65787"/>
                  <a:pt x="50902" y="65439"/>
                  <a:pt x="51226" y="65040"/>
                </a:cubicBezTo>
                <a:cubicBezTo>
                  <a:pt x="51500" y="64667"/>
                  <a:pt x="51799" y="64244"/>
                  <a:pt x="52097" y="63871"/>
                </a:cubicBezTo>
                <a:cubicBezTo>
                  <a:pt x="52620" y="63198"/>
                  <a:pt x="53143" y="62551"/>
                  <a:pt x="53641" y="61979"/>
                </a:cubicBezTo>
                <a:cubicBezTo>
                  <a:pt x="53715" y="61929"/>
                  <a:pt x="53765" y="61829"/>
                  <a:pt x="53840" y="61755"/>
                </a:cubicBezTo>
                <a:cubicBezTo>
                  <a:pt x="53865" y="61730"/>
                  <a:pt x="53865" y="61705"/>
                  <a:pt x="53889" y="61705"/>
                </a:cubicBezTo>
                <a:cubicBezTo>
                  <a:pt x="54014" y="61556"/>
                  <a:pt x="54138" y="61381"/>
                  <a:pt x="54263" y="61257"/>
                </a:cubicBezTo>
                <a:cubicBezTo>
                  <a:pt x="54537" y="60933"/>
                  <a:pt x="54860" y="60585"/>
                  <a:pt x="55159" y="60261"/>
                </a:cubicBezTo>
                <a:cubicBezTo>
                  <a:pt x="55209" y="60236"/>
                  <a:pt x="55234" y="60187"/>
                  <a:pt x="55283" y="60137"/>
                </a:cubicBezTo>
                <a:cubicBezTo>
                  <a:pt x="55906" y="59465"/>
                  <a:pt x="56578" y="58768"/>
                  <a:pt x="57250" y="58096"/>
                </a:cubicBezTo>
                <a:cubicBezTo>
                  <a:pt x="58370" y="57001"/>
                  <a:pt x="59863" y="55632"/>
                  <a:pt x="61058" y="54586"/>
                </a:cubicBezTo>
                <a:cubicBezTo>
                  <a:pt x="61183" y="54487"/>
                  <a:pt x="61257" y="54387"/>
                  <a:pt x="61382" y="54263"/>
                </a:cubicBezTo>
                <a:cubicBezTo>
                  <a:pt x="61456" y="54238"/>
                  <a:pt x="61481" y="54163"/>
                  <a:pt x="61556" y="54138"/>
                </a:cubicBezTo>
                <a:cubicBezTo>
                  <a:pt x="61830" y="53914"/>
                  <a:pt x="62103" y="53715"/>
                  <a:pt x="62352" y="53466"/>
                </a:cubicBezTo>
                <a:cubicBezTo>
                  <a:pt x="62427" y="53391"/>
                  <a:pt x="62477" y="53367"/>
                  <a:pt x="62552" y="53292"/>
                </a:cubicBezTo>
                <a:cubicBezTo>
                  <a:pt x="62651" y="53217"/>
                  <a:pt x="62751" y="53143"/>
                  <a:pt x="62850" y="53043"/>
                </a:cubicBezTo>
                <a:lnTo>
                  <a:pt x="63174" y="52794"/>
                </a:lnTo>
                <a:cubicBezTo>
                  <a:pt x="63224" y="52744"/>
                  <a:pt x="63323" y="52670"/>
                  <a:pt x="63373" y="52620"/>
                </a:cubicBezTo>
                <a:cubicBezTo>
                  <a:pt x="63547" y="52495"/>
                  <a:pt x="63721" y="52371"/>
                  <a:pt x="63896" y="52246"/>
                </a:cubicBezTo>
                <a:cubicBezTo>
                  <a:pt x="64095" y="52097"/>
                  <a:pt x="64319" y="51923"/>
                  <a:pt x="64518" y="51774"/>
                </a:cubicBezTo>
                <a:cubicBezTo>
                  <a:pt x="64568" y="51749"/>
                  <a:pt x="64617" y="51674"/>
                  <a:pt x="64692" y="51649"/>
                </a:cubicBezTo>
                <a:cubicBezTo>
                  <a:pt x="64817" y="51550"/>
                  <a:pt x="64941" y="51475"/>
                  <a:pt x="65066" y="51400"/>
                </a:cubicBezTo>
                <a:cubicBezTo>
                  <a:pt x="65215" y="51301"/>
                  <a:pt x="65339" y="51226"/>
                  <a:pt x="65514" y="51101"/>
                </a:cubicBezTo>
                <a:cubicBezTo>
                  <a:pt x="66285" y="50554"/>
                  <a:pt x="67555" y="49683"/>
                  <a:pt x="68725" y="48936"/>
                </a:cubicBezTo>
                <a:cubicBezTo>
                  <a:pt x="68824" y="48886"/>
                  <a:pt x="68899" y="48861"/>
                  <a:pt x="68973" y="48787"/>
                </a:cubicBezTo>
                <a:lnTo>
                  <a:pt x="69247" y="48637"/>
                </a:lnTo>
                <a:cubicBezTo>
                  <a:pt x="69268" y="48617"/>
                  <a:pt x="69288" y="48613"/>
                  <a:pt x="69309" y="48584"/>
                </a:cubicBezTo>
                <a:close/>
                <a:moveTo>
                  <a:pt x="44431" y="68276"/>
                </a:moveTo>
                <a:lnTo>
                  <a:pt x="44431" y="68301"/>
                </a:lnTo>
                <a:cubicBezTo>
                  <a:pt x="44431" y="68315"/>
                  <a:pt x="44423" y="68321"/>
                  <a:pt x="44416" y="68328"/>
                </a:cubicBezTo>
                <a:lnTo>
                  <a:pt x="44416" y="68328"/>
                </a:lnTo>
                <a:cubicBezTo>
                  <a:pt x="44414" y="68327"/>
                  <a:pt x="44410" y="68326"/>
                  <a:pt x="44406" y="68326"/>
                </a:cubicBezTo>
                <a:cubicBezTo>
                  <a:pt x="44406" y="68301"/>
                  <a:pt x="44431" y="68301"/>
                  <a:pt x="44431" y="68276"/>
                </a:cubicBezTo>
                <a:close/>
                <a:moveTo>
                  <a:pt x="22352" y="66434"/>
                </a:moveTo>
                <a:lnTo>
                  <a:pt x="22352" y="66434"/>
                </a:lnTo>
                <a:cubicBezTo>
                  <a:pt x="21979" y="67081"/>
                  <a:pt x="21606" y="67729"/>
                  <a:pt x="21257" y="68401"/>
                </a:cubicBezTo>
                <a:cubicBezTo>
                  <a:pt x="21008" y="67828"/>
                  <a:pt x="20784" y="67281"/>
                  <a:pt x="20610" y="66658"/>
                </a:cubicBezTo>
                <a:cubicBezTo>
                  <a:pt x="20734" y="66658"/>
                  <a:pt x="20834" y="66609"/>
                  <a:pt x="20909" y="66584"/>
                </a:cubicBezTo>
                <a:cubicBezTo>
                  <a:pt x="21382" y="66534"/>
                  <a:pt x="21879" y="66459"/>
                  <a:pt x="22352" y="66434"/>
                </a:cubicBezTo>
                <a:close/>
                <a:moveTo>
                  <a:pt x="11397" y="54771"/>
                </a:moveTo>
                <a:lnTo>
                  <a:pt x="11397" y="54771"/>
                </a:lnTo>
                <a:cubicBezTo>
                  <a:pt x="11174" y="55390"/>
                  <a:pt x="11001" y="56008"/>
                  <a:pt x="10803" y="56602"/>
                </a:cubicBezTo>
                <a:cubicBezTo>
                  <a:pt x="10778" y="56652"/>
                  <a:pt x="10778" y="56702"/>
                  <a:pt x="10728" y="56752"/>
                </a:cubicBezTo>
                <a:cubicBezTo>
                  <a:pt x="10728" y="56826"/>
                  <a:pt x="10703" y="56851"/>
                  <a:pt x="10703" y="56901"/>
                </a:cubicBezTo>
                <a:cubicBezTo>
                  <a:pt x="10629" y="57200"/>
                  <a:pt x="10554" y="57474"/>
                  <a:pt x="10454" y="57772"/>
                </a:cubicBezTo>
                <a:lnTo>
                  <a:pt x="10380" y="58146"/>
                </a:lnTo>
                <a:cubicBezTo>
                  <a:pt x="10330" y="58270"/>
                  <a:pt x="10305" y="58444"/>
                  <a:pt x="10280" y="58569"/>
                </a:cubicBezTo>
                <a:cubicBezTo>
                  <a:pt x="10206" y="58843"/>
                  <a:pt x="10156" y="59141"/>
                  <a:pt x="10056" y="59440"/>
                </a:cubicBezTo>
                <a:cubicBezTo>
                  <a:pt x="10056" y="59490"/>
                  <a:pt x="10031" y="59564"/>
                  <a:pt x="10031" y="59589"/>
                </a:cubicBezTo>
                <a:cubicBezTo>
                  <a:pt x="10006" y="59764"/>
                  <a:pt x="9932" y="59963"/>
                  <a:pt x="9907" y="60137"/>
                </a:cubicBezTo>
                <a:cubicBezTo>
                  <a:pt x="9882" y="60236"/>
                  <a:pt x="9882" y="60336"/>
                  <a:pt x="9832" y="60436"/>
                </a:cubicBezTo>
                <a:cubicBezTo>
                  <a:pt x="9807" y="60610"/>
                  <a:pt x="9757" y="60834"/>
                  <a:pt x="9708" y="61008"/>
                </a:cubicBezTo>
                <a:cubicBezTo>
                  <a:pt x="9708" y="61083"/>
                  <a:pt x="9683" y="61108"/>
                  <a:pt x="9683" y="61182"/>
                </a:cubicBezTo>
                <a:cubicBezTo>
                  <a:pt x="9658" y="61357"/>
                  <a:pt x="9633" y="61506"/>
                  <a:pt x="9583" y="61705"/>
                </a:cubicBezTo>
                <a:cubicBezTo>
                  <a:pt x="9558" y="61854"/>
                  <a:pt x="9558" y="61979"/>
                  <a:pt x="9533" y="62128"/>
                </a:cubicBezTo>
                <a:cubicBezTo>
                  <a:pt x="9533" y="62253"/>
                  <a:pt x="9509" y="62352"/>
                  <a:pt x="9459" y="62477"/>
                </a:cubicBezTo>
                <a:cubicBezTo>
                  <a:pt x="9459" y="62576"/>
                  <a:pt x="9434" y="62676"/>
                  <a:pt x="9434" y="62750"/>
                </a:cubicBezTo>
                <a:cubicBezTo>
                  <a:pt x="9434" y="62825"/>
                  <a:pt x="9409" y="62875"/>
                  <a:pt x="9409" y="62974"/>
                </a:cubicBezTo>
                <a:cubicBezTo>
                  <a:pt x="9409" y="63074"/>
                  <a:pt x="9384" y="63174"/>
                  <a:pt x="9384" y="63248"/>
                </a:cubicBezTo>
                <a:cubicBezTo>
                  <a:pt x="9334" y="63422"/>
                  <a:pt x="9334" y="63572"/>
                  <a:pt x="9334" y="63746"/>
                </a:cubicBezTo>
                <a:cubicBezTo>
                  <a:pt x="9334" y="63821"/>
                  <a:pt x="9334" y="63871"/>
                  <a:pt x="9309" y="63945"/>
                </a:cubicBezTo>
                <a:cubicBezTo>
                  <a:pt x="9309" y="63995"/>
                  <a:pt x="9309" y="64070"/>
                  <a:pt x="9285" y="64119"/>
                </a:cubicBezTo>
                <a:cubicBezTo>
                  <a:pt x="9285" y="64294"/>
                  <a:pt x="9260" y="64418"/>
                  <a:pt x="9260" y="64543"/>
                </a:cubicBezTo>
                <a:lnTo>
                  <a:pt x="9260" y="64742"/>
                </a:lnTo>
                <a:cubicBezTo>
                  <a:pt x="9260" y="64866"/>
                  <a:pt x="9210" y="64991"/>
                  <a:pt x="9210" y="65115"/>
                </a:cubicBezTo>
                <a:lnTo>
                  <a:pt x="9210" y="65339"/>
                </a:lnTo>
                <a:lnTo>
                  <a:pt x="9210" y="65439"/>
                </a:lnTo>
                <a:lnTo>
                  <a:pt x="9210" y="66036"/>
                </a:lnTo>
                <a:lnTo>
                  <a:pt x="9210" y="66210"/>
                </a:lnTo>
                <a:lnTo>
                  <a:pt x="9210" y="66235"/>
                </a:lnTo>
                <a:lnTo>
                  <a:pt x="9210" y="66285"/>
                </a:lnTo>
                <a:lnTo>
                  <a:pt x="9210" y="66733"/>
                </a:lnTo>
                <a:cubicBezTo>
                  <a:pt x="9210" y="66982"/>
                  <a:pt x="9260" y="67231"/>
                  <a:pt x="9285" y="67480"/>
                </a:cubicBezTo>
                <a:cubicBezTo>
                  <a:pt x="9285" y="67654"/>
                  <a:pt x="9309" y="67803"/>
                  <a:pt x="9309" y="67953"/>
                </a:cubicBezTo>
                <a:cubicBezTo>
                  <a:pt x="9309" y="68027"/>
                  <a:pt x="9309" y="68052"/>
                  <a:pt x="9334" y="68102"/>
                </a:cubicBezTo>
                <a:lnTo>
                  <a:pt x="9334" y="68301"/>
                </a:lnTo>
                <a:lnTo>
                  <a:pt x="9334" y="68326"/>
                </a:lnTo>
                <a:cubicBezTo>
                  <a:pt x="9334" y="68326"/>
                  <a:pt x="9334" y="68351"/>
                  <a:pt x="9309" y="68351"/>
                </a:cubicBezTo>
                <a:cubicBezTo>
                  <a:pt x="9309" y="68401"/>
                  <a:pt x="9285" y="68401"/>
                  <a:pt x="9285" y="68426"/>
                </a:cubicBezTo>
                <a:lnTo>
                  <a:pt x="9285" y="68326"/>
                </a:lnTo>
                <a:cubicBezTo>
                  <a:pt x="9260" y="68152"/>
                  <a:pt x="9260" y="67953"/>
                  <a:pt x="9210" y="67729"/>
                </a:cubicBezTo>
                <a:cubicBezTo>
                  <a:pt x="9185" y="67455"/>
                  <a:pt x="9185" y="67181"/>
                  <a:pt x="9160" y="66907"/>
                </a:cubicBezTo>
                <a:cubicBezTo>
                  <a:pt x="9160" y="66708"/>
                  <a:pt x="9135" y="66559"/>
                  <a:pt x="9135" y="66360"/>
                </a:cubicBezTo>
                <a:lnTo>
                  <a:pt x="9135" y="65364"/>
                </a:lnTo>
                <a:lnTo>
                  <a:pt x="9135" y="64966"/>
                </a:lnTo>
                <a:cubicBezTo>
                  <a:pt x="9135" y="64567"/>
                  <a:pt x="9160" y="64169"/>
                  <a:pt x="9185" y="63721"/>
                </a:cubicBezTo>
                <a:lnTo>
                  <a:pt x="9185" y="63547"/>
                </a:lnTo>
                <a:cubicBezTo>
                  <a:pt x="9260" y="62925"/>
                  <a:pt x="9309" y="62253"/>
                  <a:pt x="9434" y="61630"/>
                </a:cubicBezTo>
                <a:cubicBezTo>
                  <a:pt x="9459" y="61481"/>
                  <a:pt x="9509" y="61357"/>
                  <a:pt x="9509" y="61207"/>
                </a:cubicBezTo>
                <a:lnTo>
                  <a:pt x="9782" y="59714"/>
                </a:lnTo>
                <a:cubicBezTo>
                  <a:pt x="9832" y="59365"/>
                  <a:pt x="9932" y="58992"/>
                  <a:pt x="10031" y="58643"/>
                </a:cubicBezTo>
                <a:cubicBezTo>
                  <a:pt x="10081" y="58345"/>
                  <a:pt x="10181" y="58021"/>
                  <a:pt x="10280" y="57747"/>
                </a:cubicBezTo>
                <a:cubicBezTo>
                  <a:pt x="10430" y="57175"/>
                  <a:pt x="10579" y="56627"/>
                  <a:pt x="10778" y="56055"/>
                </a:cubicBezTo>
                <a:cubicBezTo>
                  <a:pt x="10803" y="55930"/>
                  <a:pt x="10878" y="55806"/>
                  <a:pt x="10902" y="55706"/>
                </a:cubicBezTo>
                <a:cubicBezTo>
                  <a:pt x="11077" y="55457"/>
                  <a:pt x="11201" y="55134"/>
                  <a:pt x="11326" y="54785"/>
                </a:cubicBezTo>
                <a:cubicBezTo>
                  <a:pt x="11346" y="54785"/>
                  <a:pt x="11385" y="54785"/>
                  <a:pt x="11397" y="54771"/>
                </a:cubicBezTo>
                <a:close/>
                <a:moveTo>
                  <a:pt x="34673" y="68077"/>
                </a:moveTo>
                <a:cubicBezTo>
                  <a:pt x="34723" y="68152"/>
                  <a:pt x="34848" y="68202"/>
                  <a:pt x="34972" y="68276"/>
                </a:cubicBezTo>
                <a:cubicBezTo>
                  <a:pt x="35022" y="68301"/>
                  <a:pt x="35072" y="68301"/>
                  <a:pt x="35097" y="68326"/>
                </a:cubicBezTo>
                <a:cubicBezTo>
                  <a:pt x="35192" y="68374"/>
                  <a:pt x="35284" y="68422"/>
                  <a:pt x="35375" y="68469"/>
                </a:cubicBezTo>
                <a:lnTo>
                  <a:pt x="35375" y="68469"/>
                </a:lnTo>
                <a:cubicBezTo>
                  <a:pt x="35209" y="68418"/>
                  <a:pt x="35066" y="68324"/>
                  <a:pt x="34922" y="68276"/>
                </a:cubicBezTo>
                <a:cubicBezTo>
                  <a:pt x="34823" y="68226"/>
                  <a:pt x="34723" y="68177"/>
                  <a:pt x="34649" y="68152"/>
                </a:cubicBezTo>
                <a:cubicBezTo>
                  <a:pt x="34649" y="68102"/>
                  <a:pt x="34673" y="68102"/>
                  <a:pt x="34673" y="68077"/>
                </a:cubicBezTo>
                <a:close/>
                <a:moveTo>
                  <a:pt x="52396" y="66409"/>
                </a:moveTo>
                <a:lnTo>
                  <a:pt x="52371" y="66434"/>
                </a:lnTo>
                <a:cubicBezTo>
                  <a:pt x="52371" y="66434"/>
                  <a:pt x="52371" y="66459"/>
                  <a:pt x="52346" y="66459"/>
                </a:cubicBezTo>
                <a:cubicBezTo>
                  <a:pt x="51624" y="66932"/>
                  <a:pt x="50654" y="67579"/>
                  <a:pt x="49733" y="68177"/>
                </a:cubicBezTo>
                <a:cubicBezTo>
                  <a:pt x="49583" y="68276"/>
                  <a:pt x="49459" y="68351"/>
                  <a:pt x="49260" y="68450"/>
                </a:cubicBezTo>
                <a:cubicBezTo>
                  <a:pt x="49225" y="68470"/>
                  <a:pt x="49189" y="68491"/>
                  <a:pt x="49152" y="68513"/>
                </a:cubicBezTo>
                <a:lnTo>
                  <a:pt x="49152" y="68513"/>
                </a:lnTo>
                <a:cubicBezTo>
                  <a:pt x="49157" y="68506"/>
                  <a:pt x="49160" y="68494"/>
                  <a:pt x="49160" y="68475"/>
                </a:cubicBezTo>
                <a:cubicBezTo>
                  <a:pt x="49758" y="68152"/>
                  <a:pt x="50355" y="67729"/>
                  <a:pt x="50927" y="67355"/>
                </a:cubicBezTo>
                <a:cubicBezTo>
                  <a:pt x="51151" y="67206"/>
                  <a:pt x="51375" y="67081"/>
                  <a:pt x="51624" y="66932"/>
                </a:cubicBezTo>
                <a:cubicBezTo>
                  <a:pt x="51649" y="66907"/>
                  <a:pt x="51674" y="66907"/>
                  <a:pt x="51724" y="66857"/>
                </a:cubicBezTo>
                <a:cubicBezTo>
                  <a:pt x="51923" y="66708"/>
                  <a:pt x="52172" y="66559"/>
                  <a:pt x="52396" y="66409"/>
                </a:cubicBezTo>
                <a:close/>
                <a:moveTo>
                  <a:pt x="17524" y="54014"/>
                </a:moveTo>
                <a:cubicBezTo>
                  <a:pt x="14362" y="58818"/>
                  <a:pt x="11674" y="63696"/>
                  <a:pt x="9583" y="68525"/>
                </a:cubicBezTo>
                <a:lnTo>
                  <a:pt x="9583" y="68450"/>
                </a:lnTo>
                <a:cubicBezTo>
                  <a:pt x="11649" y="63696"/>
                  <a:pt x="14288" y="58843"/>
                  <a:pt x="17474" y="54014"/>
                </a:cubicBezTo>
                <a:close/>
                <a:moveTo>
                  <a:pt x="51898" y="63945"/>
                </a:moveTo>
                <a:cubicBezTo>
                  <a:pt x="51873" y="63970"/>
                  <a:pt x="51873" y="63995"/>
                  <a:pt x="51848" y="64045"/>
                </a:cubicBezTo>
                <a:cubicBezTo>
                  <a:pt x="51799" y="64095"/>
                  <a:pt x="51774" y="64119"/>
                  <a:pt x="51774" y="64119"/>
                </a:cubicBezTo>
                <a:cubicBezTo>
                  <a:pt x="51774" y="64169"/>
                  <a:pt x="51749" y="64169"/>
                  <a:pt x="51749" y="64194"/>
                </a:cubicBezTo>
                <a:cubicBezTo>
                  <a:pt x="51301" y="64742"/>
                  <a:pt x="50902" y="65314"/>
                  <a:pt x="50529" y="65837"/>
                </a:cubicBezTo>
                <a:cubicBezTo>
                  <a:pt x="50479" y="65912"/>
                  <a:pt x="50430" y="65961"/>
                  <a:pt x="50380" y="66061"/>
                </a:cubicBezTo>
                <a:cubicBezTo>
                  <a:pt x="50255" y="66210"/>
                  <a:pt x="50156" y="66360"/>
                  <a:pt x="50056" y="66484"/>
                </a:cubicBezTo>
                <a:cubicBezTo>
                  <a:pt x="49758" y="66932"/>
                  <a:pt x="49533" y="67281"/>
                  <a:pt x="49160" y="67803"/>
                </a:cubicBezTo>
                <a:cubicBezTo>
                  <a:pt x="48986" y="68077"/>
                  <a:pt x="48787" y="68326"/>
                  <a:pt x="48613" y="68600"/>
                </a:cubicBezTo>
                <a:lnTo>
                  <a:pt x="48563" y="68600"/>
                </a:lnTo>
                <a:cubicBezTo>
                  <a:pt x="48575" y="68575"/>
                  <a:pt x="48581" y="68569"/>
                  <a:pt x="48578" y="68569"/>
                </a:cubicBezTo>
                <a:cubicBezTo>
                  <a:pt x="48575" y="68569"/>
                  <a:pt x="48563" y="68575"/>
                  <a:pt x="48538" y="68575"/>
                </a:cubicBezTo>
                <a:cubicBezTo>
                  <a:pt x="48986" y="67853"/>
                  <a:pt x="49583" y="66957"/>
                  <a:pt x="50280" y="65961"/>
                </a:cubicBezTo>
                <a:cubicBezTo>
                  <a:pt x="50753" y="65314"/>
                  <a:pt x="51226" y="64667"/>
                  <a:pt x="51724" y="64045"/>
                </a:cubicBezTo>
                <a:lnTo>
                  <a:pt x="51749" y="63995"/>
                </a:lnTo>
                <a:lnTo>
                  <a:pt x="51799" y="63945"/>
                </a:lnTo>
                <a:close/>
                <a:moveTo>
                  <a:pt x="20411" y="66683"/>
                </a:moveTo>
                <a:cubicBezTo>
                  <a:pt x="20610" y="67355"/>
                  <a:pt x="20859" y="67978"/>
                  <a:pt x="21158" y="68575"/>
                </a:cubicBezTo>
                <a:cubicBezTo>
                  <a:pt x="21158" y="68600"/>
                  <a:pt x="21133" y="68625"/>
                  <a:pt x="21133" y="68625"/>
                </a:cubicBezTo>
                <a:cubicBezTo>
                  <a:pt x="20835" y="68005"/>
                  <a:pt x="20587" y="67361"/>
                  <a:pt x="20389" y="66693"/>
                </a:cubicBezTo>
                <a:lnTo>
                  <a:pt x="20389" y="66693"/>
                </a:lnTo>
                <a:cubicBezTo>
                  <a:pt x="20392" y="66690"/>
                  <a:pt x="20398" y="66683"/>
                  <a:pt x="20411" y="66683"/>
                </a:cubicBezTo>
                <a:close/>
                <a:moveTo>
                  <a:pt x="22651" y="66409"/>
                </a:moveTo>
                <a:cubicBezTo>
                  <a:pt x="22228" y="67156"/>
                  <a:pt x="21780" y="67928"/>
                  <a:pt x="21382" y="68674"/>
                </a:cubicBezTo>
                <a:cubicBezTo>
                  <a:pt x="21382" y="68650"/>
                  <a:pt x="21357" y="68600"/>
                  <a:pt x="21357" y="68600"/>
                </a:cubicBezTo>
                <a:cubicBezTo>
                  <a:pt x="21755" y="67853"/>
                  <a:pt x="22153" y="67106"/>
                  <a:pt x="22601" y="66409"/>
                </a:cubicBezTo>
                <a:close/>
                <a:moveTo>
                  <a:pt x="53964" y="65837"/>
                </a:moveTo>
                <a:cubicBezTo>
                  <a:pt x="54113" y="65837"/>
                  <a:pt x="54288" y="65862"/>
                  <a:pt x="54487" y="65912"/>
                </a:cubicBezTo>
                <a:cubicBezTo>
                  <a:pt x="54512" y="65912"/>
                  <a:pt x="54537" y="65912"/>
                  <a:pt x="54586" y="65936"/>
                </a:cubicBezTo>
                <a:cubicBezTo>
                  <a:pt x="54761" y="65961"/>
                  <a:pt x="54960" y="66036"/>
                  <a:pt x="55134" y="66111"/>
                </a:cubicBezTo>
                <a:cubicBezTo>
                  <a:pt x="55159" y="66111"/>
                  <a:pt x="55209" y="66161"/>
                  <a:pt x="55234" y="66161"/>
                </a:cubicBezTo>
                <a:cubicBezTo>
                  <a:pt x="55458" y="66235"/>
                  <a:pt x="55706" y="66360"/>
                  <a:pt x="55955" y="66484"/>
                </a:cubicBezTo>
                <a:cubicBezTo>
                  <a:pt x="55980" y="66534"/>
                  <a:pt x="56005" y="66534"/>
                  <a:pt x="56055" y="66559"/>
                </a:cubicBezTo>
                <a:cubicBezTo>
                  <a:pt x="54885" y="67355"/>
                  <a:pt x="53765" y="68077"/>
                  <a:pt x="52620" y="68724"/>
                </a:cubicBezTo>
                <a:cubicBezTo>
                  <a:pt x="52620" y="68674"/>
                  <a:pt x="52595" y="68600"/>
                  <a:pt x="52595" y="68525"/>
                </a:cubicBezTo>
                <a:cubicBezTo>
                  <a:pt x="52595" y="68426"/>
                  <a:pt x="52570" y="68326"/>
                  <a:pt x="52570" y="68226"/>
                </a:cubicBezTo>
                <a:lnTo>
                  <a:pt x="52570" y="67978"/>
                </a:lnTo>
                <a:lnTo>
                  <a:pt x="52570" y="67729"/>
                </a:lnTo>
                <a:cubicBezTo>
                  <a:pt x="52595" y="67679"/>
                  <a:pt x="52595" y="67604"/>
                  <a:pt x="52595" y="67554"/>
                </a:cubicBezTo>
                <a:cubicBezTo>
                  <a:pt x="52595" y="67455"/>
                  <a:pt x="52595" y="67405"/>
                  <a:pt x="52620" y="67305"/>
                </a:cubicBezTo>
                <a:cubicBezTo>
                  <a:pt x="52620" y="67231"/>
                  <a:pt x="52645" y="67181"/>
                  <a:pt x="52645" y="67106"/>
                </a:cubicBezTo>
                <a:cubicBezTo>
                  <a:pt x="52645" y="67057"/>
                  <a:pt x="52670" y="66982"/>
                  <a:pt x="52670" y="66932"/>
                </a:cubicBezTo>
                <a:cubicBezTo>
                  <a:pt x="52720" y="66857"/>
                  <a:pt x="52720" y="66808"/>
                  <a:pt x="52744" y="66733"/>
                </a:cubicBezTo>
                <a:cubicBezTo>
                  <a:pt x="52769" y="66683"/>
                  <a:pt x="52769" y="66658"/>
                  <a:pt x="52794" y="66584"/>
                </a:cubicBezTo>
                <a:cubicBezTo>
                  <a:pt x="52844" y="66484"/>
                  <a:pt x="52894" y="66409"/>
                  <a:pt x="52968" y="66310"/>
                </a:cubicBezTo>
                <a:cubicBezTo>
                  <a:pt x="52993" y="66235"/>
                  <a:pt x="53043" y="66185"/>
                  <a:pt x="53118" y="66161"/>
                </a:cubicBezTo>
                <a:lnTo>
                  <a:pt x="53143" y="66111"/>
                </a:lnTo>
                <a:cubicBezTo>
                  <a:pt x="53168" y="66086"/>
                  <a:pt x="53217" y="66086"/>
                  <a:pt x="53217" y="66061"/>
                </a:cubicBezTo>
                <a:cubicBezTo>
                  <a:pt x="53292" y="65986"/>
                  <a:pt x="53392" y="65961"/>
                  <a:pt x="53516" y="65912"/>
                </a:cubicBezTo>
                <a:cubicBezTo>
                  <a:pt x="53641" y="65862"/>
                  <a:pt x="53790" y="65837"/>
                  <a:pt x="53964" y="65837"/>
                </a:cubicBezTo>
                <a:close/>
                <a:moveTo>
                  <a:pt x="49128" y="68527"/>
                </a:moveTo>
                <a:cubicBezTo>
                  <a:pt x="48990" y="68611"/>
                  <a:pt x="48844" y="68705"/>
                  <a:pt x="48712" y="68799"/>
                </a:cubicBezTo>
                <a:cubicBezTo>
                  <a:pt x="48712" y="68774"/>
                  <a:pt x="48737" y="68774"/>
                  <a:pt x="48737" y="68724"/>
                </a:cubicBezTo>
                <a:cubicBezTo>
                  <a:pt x="48860" y="68675"/>
                  <a:pt x="48982" y="68578"/>
                  <a:pt x="49128" y="68527"/>
                </a:cubicBezTo>
                <a:close/>
                <a:moveTo>
                  <a:pt x="52620" y="66484"/>
                </a:moveTo>
                <a:cubicBezTo>
                  <a:pt x="52595" y="66559"/>
                  <a:pt x="52595" y="66584"/>
                  <a:pt x="52570" y="66658"/>
                </a:cubicBezTo>
                <a:cubicBezTo>
                  <a:pt x="52570" y="66733"/>
                  <a:pt x="52520" y="66783"/>
                  <a:pt x="52496" y="66857"/>
                </a:cubicBezTo>
                <a:cubicBezTo>
                  <a:pt x="52471" y="66932"/>
                  <a:pt x="52471" y="67032"/>
                  <a:pt x="52471" y="67081"/>
                </a:cubicBezTo>
                <a:cubicBezTo>
                  <a:pt x="52471" y="67131"/>
                  <a:pt x="52446" y="67206"/>
                  <a:pt x="52446" y="67256"/>
                </a:cubicBezTo>
                <a:cubicBezTo>
                  <a:pt x="52446" y="67355"/>
                  <a:pt x="52446" y="67430"/>
                  <a:pt x="52396" y="67530"/>
                </a:cubicBezTo>
                <a:lnTo>
                  <a:pt x="52396" y="67729"/>
                </a:lnTo>
                <a:lnTo>
                  <a:pt x="52396" y="68002"/>
                </a:lnTo>
                <a:lnTo>
                  <a:pt x="52396" y="68276"/>
                </a:lnTo>
                <a:cubicBezTo>
                  <a:pt x="52396" y="68351"/>
                  <a:pt x="52446" y="68475"/>
                  <a:pt x="52446" y="68575"/>
                </a:cubicBezTo>
                <a:cubicBezTo>
                  <a:pt x="52446" y="68674"/>
                  <a:pt x="52471" y="68774"/>
                  <a:pt x="52471" y="68849"/>
                </a:cubicBezTo>
                <a:cubicBezTo>
                  <a:pt x="52446" y="68849"/>
                  <a:pt x="52446" y="68899"/>
                  <a:pt x="52396" y="68899"/>
                </a:cubicBezTo>
                <a:cubicBezTo>
                  <a:pt x="52371" y="68699"/>
                  <a:pt x="52371" y="68550"/>
                  <a:pt x="52346" y="68401"/>
                </a:cubicBezTo>
                <a:lnTo>
                  <a:pt x="52346" y="68301"/>
                </a:lnTo>
                <a:cubicBezTo>
                  <a:pt x="52346" y="68152"/>
                  <a:pt x="52321" y="67953"/>
                  <a:pt x="52321" y="67803"/>
                </a:cubicBezTo>
                <a:lnTo>
                  <a:pt x="52321" y="67729"/>
                </a:lnTo>
                <a:cubicBezTo>
                  <a:pt x="52321" y="67579"/>
                  <a:pt x="52321" y="67430"/>
                  <a:pt x="52346" y="67281"/>
                </a:cubicBezTo>
                <a:lnTo>
                  <a:pt x="52346" y="67231"/>
                </a:lnTo>
                <a:cubicBezTo>
                  <a:pt x="52371" y="66957"/>
                  <a:pt x="52446" y="66733"/>
                  <a:pt x="52520" y="66559"/>
                </a:cubicBezTo>
                <a:cubicBezTo>
                  <a:pt x="52570" y="66534"/>
                  <a:pt x="52595" y="66534"/>
                  <a:pt x="52620" y="66484"/>
                </a:cubicBezTo>
                <a:close/>
                <a:moveTo>
                  <a:pt x="21257" y="68799"/>
                </a:moveTo>
                <a:cubicBezTo>
                  <a:pt x="21257" y="68824"/>
                  <a:pt x="21282" y="68849"/>
                  <a:pt x="21282" y="68849"/>
                </a:cubicBezTo>
                <a:cubicBezTo>
                  <a:pt x="21282" y="68899"/>
                  <a:pt x="21257" y="68899"/>
                  <a:pt x="21257" y="68923"/>
                </a:cubicBezTo>
                <a:cubicBezTo>
                  <a:pt x="21257" y="68899"/>
                  <a:pt x="21232" y="68899"/>
                  <a:pt x="21232" y="68849"/>
                </a:cubicBezTo>
                <a:cubicBezTo>
                  <a:pt x="21232" y="68849"/>
                  <a:pt x="21232" y="68824"/>
                  <a:pt x="21257" y="68799"/>
                </a:cubicBezTo>
                <a:close/>
                <a:moveTo>
                  <a:pt x="48339" y="68948"/>
                </a:moveTo>
                <a:cubicBezTo>
                  <a:pt x="48339" y="68948"/>
                  <a:pt x="48339" y="68973"/>
                  <a:pt x="48289" y="68973"/>
                </a:cubicBezTo>
                <a:lnTo>
                  <a:pt x="48339" y="68948"/>
                </a:lnTo>
                <a:close/>
                <a:moveTo>
                  <a:pt x="9434" y="68774"/>
                </a:moveTo>
                <a:lnTo>
                  <a:pt x="9434" y="68824"/>
                </a:lnTo>
                <a:lnTo>
                  <a:pt x="9434" y="68899"/>
                </a:lnTo>
                <a:lnTo>
                  <a:pt x="9434" y="68948"/>
                </a:lnTo>
                <a:cubicBezTo>
                  <a:pt x="9434" y="68973"/>
                  <a:pt x="9409" y="68973"/>
                  <a:pt x="9409" y="68998"/>
                </a:cubicBezTo>
                <a:cubicBezTo>
                  <a:pt x="9409" y="68973"/>
                  <a:pt x="9409" y="68923"/>
                  <a:pt x="9384" y="68874"/>
                </a:cubicBezTo>
                <a:cubicBezTo>
                  <a:pt x="9384" y="68849"/>
                  <a:pt x="9409" y="68849"/>
                  <a:pt x="9409" y="68824"/>
                </a:cubicBezTo>
                <a:cubicBezTo>
                  <a:pt x="9409" y="68799"/>
                  <a:pt x="9434" y="68799"/>
                  <a:pt x="9434" y="68774"/>
                </a:cubicBezTo>
                <a:close/>
                <a:moveTo>
                  <a:pt x="48289" y="68973"/>
                </a:moveTo>
                <a:cubicBezTo>
                  <a:pt x="48289" y="69023"/>
                  <a:pt x="48289" y="69023"/>
                  <a:pt x="48264" y="69023"/>
                </a:cubicBezTo>
                <a:cubicBezTo>
                  <a:pt x="48264" y="68973"/>
                  <a:pt x="48289" y="68973"/>
                  <a:pt x="48289" y="68973"/>
                </a:cubicBezTo>
                <a:close/>
                <a:moveTo>
                  <a:pt x="56229" y="66683"/>
                </a:moveTo>
                <a:cubicBezTo>
                  <a:pt x="56254" y="66683"/>
                  <a:pt x="56254" y="66708"/>
                  <a:pt x="56304" y="66708"/>
                </a:cubicBezTo>
                <a:cubicBezTo>
                  <a:pt x="55084" y="67554"/>
                  <a:pt x="53889" y="68326"/>
                  <a:pt x="52695" y="69023"/>
                </a:cubicBezTo>
                <a:lnTo>
                  <a:pt x="52695" y="68948"/>
                </a:lnTo>
                <a:cubicBezTo>
                  <a:pt x="53865" y="68276"/>
                  <a:pt x="55059" y="67530"/>
                  <a:pt x="56229" y="66683"/>
                </a:cubicBezTo>
                <a:close/>
                <a:moveTo>
                  <a:pt x="52520" y="69048"/>
                </a:moveTo>
                <a:lnTo>
                  <a:pt x="52520" y="69098"/>
                </a:lnTo>
                <a:cubicBezTo>
                  <a:pt x="52496" y="69098"/>
                  <a:pt x="52471" y="69147"/>
                  <a:pt x="52471" y="69147"/>
                </a:cubicBezTo>
                <a:lnTo>
                  <a:pt x="52471" y="69073"/>
                </a:lnTo>
                <a:cubicBezTo>
                  <a:pt x="52496" y="69073"/>
                  <a:pt x="52496" y="69048"/>
                  <a:pt x="52520" y="69048"/>
                </a:cubicBezTo>
                <a:close/>
                <a:moveTo>
                  <a:pt x="2365" y="68799"/>
                </a:moveTo>
                <a:cubicBezTo>
                  <a:pt x="2365" y="68923"/>
                  <a:pt x="2340" y="69048"/>
                  <a:pt x="2340" y="69147"/>
                </a:cubicBezTo>
                <a:cubicBezTo>
                  <a:pt x="2315" y="69297"/>
                  <a:pt x="2290" y="69421"/>
                  <a:pt x="2215" y="69571"/>
                </a:cubicBezTo>
                <a:cubicBezTo>
                  <a:pt x="2215" y="69421"/>
                  <a:pt x="2240" y="69297"/>
                  <a:pt x="2290" y="69147"/>
                </a:cubicBezTo>
                <a:cubicBezTo>
                  <a:pt x="2315" y="69048"/>
                  <a:pt x="2340" y="68923"/>
                  <a:pt x="2365" y="68799"/>
                </a:cubicBezTo>
                <a:close/>
                <a:moveTo>
                  <a:pt x="89061" y="61108"/>
                </a:moveTo>
                <a:cubicBezTo>
                  <a:pt x="91475" y="62004"/>
                  <a:pt x="93964" y="62676"/>
                  <a:pt x="96478" y="63024"/>
                </a:cubicBezTo>
                <a:cubicBezTo>
                  <a:pt x="95682" y="65215"/>
                  <a:pt x="94636" y="67480"/>
                  <a:pt x="93292" y="69770"/>
                </a:cubicBezTo>
                <a:cubicBezTo>
                  <a:pt x="91301" y="67828"/>
                  <a:pt x="89085" y="65862"/>
                  <a:pt x="86820" y="64045"/>
                </a:cubicBezTo>
                <a:cubicBezTo>
                  <a:pt x="87592" y="63074"/>
                  <a:pt x="88339" y="62103"/>
                  <a:pt x="89061" y="61108"/>
                </a:cubicBezTo>
                <a:close/>
                <a:moveTo>
                  <a:pt x="31562" y="67181"/>
                </a:moveTo>
                <a:cubicBezTo>
                  <a:pt x="31587" y="67206"/>
                  <a:pt x="31587" y="67231"/>
                  <a:pt x="31612" y="67231"/>
                </a:cubicBezTo>
                <a:cubicBezTo>
                  <a:pt x="31861" y="67305"/>
                  <a:pt x="32110" y="67405"/>
                  <a:pt x="32359" y="67455"/>
                </a:cubicBezTo>
                <a:cubicBezTo>
                  <a:pt x="32483" y="67480"/>
                  <a:pt x="32608" y="67554"/>
                  <a:pt x="32707" y="67579"/>
                </a:cubicBezTo>
                <a:cubicBezTo>
                  <a:pt x="32931" y="67654"/>
                  <a:pt x="33105" y="67729"/>
                  <a:pt x="33329" y="67803"/>
                </a:cubicBezTo>
                <a:cubicBezTo>
                  <a:pt x="33454" y="67853"/>
                  <a:pt x="33578" y="67928"/>
                  <a:pt x="33728" y="67953"/>
                </a:cubicBezTo>
                <a:cubicBezTo>
                  <a:pt x="33852" y="67978"/>
                  <a:pt x="33952" y="68052"/>
                  <a:pt x="34076" y="68077"/>
                </a:cubicBezTo>
                <a:cubicBezTo>
                  <a:pt x="33703" y="68674"/>
                  <a:pt x="33354" y="69272"/>
                  <a:pt x="32981" y="69844"/>
                </a:cubicBezTo>
                <a:cubicBezTo>
                  <a:pt x="32359" y="69098"/>
                  <a:pt x="31861" y="68202"/>
                  <a:pt x="31562" y="67181"/>
                </a:cubicBezTo>
                <a:close/>
                <a:moveTo>
                  <a:pt x="96777" y="63074"/>
                </a:moveTo>
                <a:cubicBezTo>
                  <a:pt x="95931" y="65314"/>
                  <a:pt x="94810" y="67604"/>
                  <a:pt x="93466" y="69919"/>
                </a:cubicBezTo>
                <a:lnTo>
                  <a:pt x="93441" y="69894"/>
                </a:lnTo>
                <a:cubicBezTo>
                  <a:pt x="94786" y="67579"/>
                  <a:pt x="95881" y="65289"/>
                  <a:pt x="96702" y="63074"/>
                </a:cubicBezTo>
                <a:close/>
                <a:moveTo>
                  <a:pt x="49260" y="63746"/>
                </a:moveTo>
                <a:cubicBezTo>
                  <a:pt x="49957" y="63945"/>
                  <a:pt x="50529" y="64045"/>
                  <a:pt x="51002" y="64045"/>
                </a:cubicBezTo>
                <a:cubicBezTo>
                  <a:pt x="51201" y="64045"/>
                  <a:pt x="51351" y="64045"/>
                  <a:pt x="51500" y="63995"/>
                </a:cubicBezTo>
                <a:lnTo>
                  <a:pt x="51500" y="63995"/>
                </a:lnTo>
                <a:cubicBezTo>
                  <a:pt x="51251" y="64343"/>
                  <a:pt x="51002" y="64667"/>
                  <a:pt x="50753" y="64991"/>
                </a:cubicBezTo>
                <a:cubicBezTo>
                  <a:pt x="50629" y="65190"/>
                  <a:pt x="50504" y="65339"/>
                  <a:pt x="50380" y="65513"/>
                </a:cubicBezTo>
                <a:cubicBezTo>
                  <a:pt x="50330" y="65613"/>
                  <a:pt x="50255" y="65712"/>
                  <a:pt x="50206" y="65787"/>
                </a:cubicBezTo>
                <a:cubicBezTo>
                  <a:pt x="50131" y="65862"/>
                  <a:pt x="50031" y="65986"/>
                  <a:pt x="49982" y="66086"/>
                </a:cubicBezTo>
                <a:lnTo>
                  <a:pt x="49957" y="66111"/>
                </a:lnTo>
                <a:cubicBezTo>
                  <a:pt x="49857" y="66235"/>
                  <a:pt x="49782" y="66335"/>
                  <a:pt x="49708" y="66459"/>
                </a:cubicBezTo>
                <a:lnTo>
                  <a:pt x="49334" y="67032"/>
                </a:lnTo>
                <a:cubicBezTo>
                  <a:pt x="49235" y="67156"/>
                  <a:pt x="49160" y="67281"/>
                  <a:pt x="49085" y="67430"/>
                </a:cubicBezTo>
                <a:cubicBezTo>
                  <a:pt x="48762" y="67903"/>
                  <a:pt x="48463" y="68326"/>
                  <a:pt x="48164" y="68799"/>
                </a:cubicBezTo>
                <a:cubicBezTo>
                  <a:pt x="47891" y="68948"/>
                  <a:pt x="47642" y="69098"/>
                  <a:pt x="47393" y="69222"/>
                </a:cubicBezTo>
                <a:cubicBezTo>
                  <a:pt x="46845" y="69521"/>
                  <a:pt x="46397" y="69770"/>
                  <a:pt x="45999" y="69944"/>
                </a:cubicBezTo>
                <a:cubicBezTo>
                  <a:pt x="46795" y="67928"/>
                  <a:pt x="47916" y="65837"/>
                  <a:pt x="49260" y="63746"/>
                </a:cubicBezTo>
                <a:close/>
                <a:moveTo>
                  <a:pt x="56478" y="66808"/>
                </a:moveTo>
                <a:cubicBezTo>
                  <a:pt x="56528" y="66833"/>
                  <a:pt x="56603" y="66857"/>
                  <a:pt x="56702" y="66932"/>
                </a:cubicBezTo>
                <a:cubicBezTo>
                  <a:pt x="56727" y="66932"/>
                  <a:pt x="56727" y="66957"/>
                  <a:pt x="56752" y="66957"/>
                </a:cubicBezTo>
                <a:cubicBezTo>
                  <a:pt x="56652" y="67032"/>
                  <a:pt x="56578" y="67106"/>
                  <a:pt x="56478" y="67181"/>
                </a:cubicBezTo>
                <a:cubicBezTo>
                  <a:pt x="56254" y="67355"/>
                  <a:pt x="56030" y="67530"/>
                  <a:pt x="55831" y="67704"/>
                </a:cubicBezTo>
                <a:cubicBezTo>
                  <a:pt x="55731" y="67803"/>
                  <a:pt x="55607" y="67853"/>
                  <a:pt x="55507" y="67953"/>
                </a:cubicBezTo>
                <a:cubicBezTo>
                  <a:pt x="55234" y="68177"/>
                  <a:pt x="54910" y="68426"/>
                  <a:pt x="54636" y="68650"/>
                </a:cubicBezTo>
                <a:cubicBezTo>
                  <a:pt x="54412" y="68824"/>
                  <a:pt x="54163" y="68973"/>
                  <a:pt x="53964" y="69172"/>
                </a:cubicBezTo>
                <a:cubicBezTo>
                  <a:pt x="53889" y="69222"/>
                  <a:pt x="53790" y="69272"/>
                  <a:pt x="53740" y="69322"/>
                </a:cubicBezTo>
                <a:cubicBezTo>
                  <a:pt x="53466" y="69546"/>
                  <a:pt x="53168" y="69720"/>
                  <a:pt x="52894" y="69944"/>
                </a:cubicBezTo>
                <a:cubicBezTo>
                  <a:pt x="52894" y="69894"/>
                  <a:pt x="52869" y="69819"/>
                  <a:pt x="52869" y="69770"/>
                </a:cubicBezTo>
                <a:cubicBezTo>
                  <a:pt x="52819" y="69645"/>
                  <a:pt x="52769" y="69521"/>
                  <a:pt x="52744" y="69421"/>
                </a:cubicBezTo>
                <a:cubicBezTo>
                  <a:pt x="52744" y="69347"/>
                  <a:pt x="52720" y="69272"/>
                  <a:pt x="52720" y="69197"/>
                </a:cubicBezTo>
                <a:cubicBezTo>
                  <a:pt x="53964" y="68475"/>
                  <a:pt x="55234" y="67704"/>
                  <a:pt x="56478" y="66808"/>
                </a:cubicBezTo>
                <a:close/>
                <a:moveTo>
                  <a:pt x="86721" y="64169"/>
                </a:moveTo>
                <a:cubicBezTo>
                  <a:pt x="88986" y="65986"/>
                  <a:pt x="91201" y="67953"/>
                  <a:pt x="93192" y="69919"/>
                </a:cubicBezTo>
                <a:cubicBezTo>
                  <a:pt x="93192" y="69944"/>
                  <a:pt x="93168" y="69944"/>
                  <a:pt x="93168" y="69969"/>
                </a:cubicBezTo>
                <a:cubicBezTo>
                  <a:pt x="91176" y="68002"/>
                  <a:pt x="88961" y="66086"/>
                  <a:pt x="86671" y="64219"/>
                </a:cubicBezTo>
                <a:cubicBezTo>
                  <a:pt x="86696" y="64219"/>
                  <a:pt x="86696" y="64194"/>
                  <a:pt x="86721" y="64169"/>
                </a:cubicBezTo>
                <a:close/>
                <a:moveTo>
                  <a:pt x="52570" y="69297"/>
                </a:moveTo>
                <a:cubicBezTo>
                  <a:pt x="52570" y="69347"/>
                  <a:pt x="52595" y="69421"/>
                  <a:pt x="52595" y="69471"/>
                </a:cubicBezTo>
                <a:lnTo>
                  <a:pt x="52695" y="69844"/>
                </a:lnTo>
                <a:cubicBezTo>
                  <a:pt x="52695" y="69919"/>
                  <a:pt x="52720" y="69969"/>
                  <a:pt x="52720" y="70043"/>
                </a:cubicBezTo>
                <a:cubicBezTo>
                  <a:pt x="52695" y="70043"/>
                  <a:pt x="52695" y="70068"/>
                  <a:pt x="52645" y="70068"/>
                </a:cubicBezTo>
                <a:cubicBezTo>
                  <a:pt x="52620" y="69944"/>
                  <a:pt x="52595" y="69819"/>
                  <a:pt x="52570" y="69720"/>
                </a:cubicBezTo>
                <a:cubicBezTo>
                  <a:pt x="52570" y="69670"/>
                  <a:pt x="52520" y="69595"/>
                  <a:pt x="52520" y="69546"/>
                </a:cubicBezTo>
                <a:cubicBezTo>
                  <a:pt x="52496" y="69471"/>
                  <a:pt x="52496" y="69396"/>
                  <a:pt x="52496" y="69322"/>
                </a:cubicBezTo>
                <a:cubicBezTo>
                  <a:pt x="52520" y="69322"/>
                  <a:pt x="52520" y="69297"/>
                  <a:pt x="52570" y="69297"/>
                </a:cubicBezTo>
                <a:close/>
                <a:moveTo>
                  <a:pt x="34225" y="68177"/>
                </a:moveTo>
                <a:cubicBezTo>
                  <a:pt x="34275" y="68177"/>
                  <a:pt x="34275" y="68177"/>
                  <a:pt x="34300" y="68202"/>
                </a:cubicBezTo>
                <a:cubicBezTo>
                  <a:pt x="33902" y="68849"/>
                  <a:pt x="33528" y="69471"/>
                  <a:pt x="33155" y="70093"/>
                </a:cubicBezTo>
                <a:cubicBezTo>
                  <a:pt x="33155" y="70068"/>
                  <a:pt x="33105" y="70068"/>
                  <a:pt x="33105" y="70043"/>
                </a:cubicBezTo>
                <a:lnTo>
                  <a:pt x="34225" y="68177"/>
                </a:lnTo>
                <a:close/>
                <a:moveTo>
                  <a:pt x="31338" y="67156"/>
                </a:moveTo>
                <a:cubicBezTo>
                  <a:pt x="31687" y="68276"/>
                  <a:pt x="32184" y="69272"/>
                  <a:pt x="32906" y="70068"/>
                </a:cubicBezTo>
                <a:cubicBezTo>
                  <a:pt x="32906" y="70093"/>
                  <a:pt x="32856" y="70093"/>
                  <a:pt x="32856" y="70143"/>
                </a:cubicBezTo>
                <a:cubicBezTo>
                  <a:pt x="32159" y="69297"/>
                  <a:pt x="31612" y="68301"/>
                  <a:pt x="31288" y="67156"/>
                </a:cubicBezTo>
                <a:close/>
                <a:moveTo>
                  <a:pt x="49011" y="63696"/>
                </a:moveTo>
                <a:cubicBezTo>
                  <a:pt x="49036" y="63696"/>
                  <a:pt x="49036" y="63696"/>
                  <a:pt x="49061" y="63721"/>
                </a:cubicBezTo>
                <a:cubicBezTo>
                  <a:pt x="47667" y="65837"/>
                  <a:pt x="46547" y="68027"/>
                  <a:pt x="45700" y="70093"/>
                </a:cubicBezTo>
                <a:cubicBezTo>
                  <a:pt x="45675" y="70093"/>
                  <a:pt x="45650" y="70143"/>
                  <a:pt x="45626" y="70143"/>
                </a:cubicBezTo>
                <a:cubicBezTo>
                  <a:pt x="46497" y="68027"/>
                  <a:pt x="47617" y="65837"/>
                  <a:pt x="49011" y="63696"/>
                </a:cubicBezTo>
                <a:close/>
                <a:moveTo>
                  <a:pt x="47891" y="69172"/>
                </a:moveTo>
                <a:lnTo>
                  <a:pt x="47866" y="69197"/>
                </a:lnTo>
                <a:cubicBezTo>
                  <a:pt x="47741" y="69322"/>
                  <a:pt x="47617" y="69396"/>
                  <a:pt x="47492" y="69446"/>
                </a:cubicBezTo>
                <a:cubicBezTo>
                  <a:pt x="46995" y="69695"/>
                  <a:pt x="46547" y="69944"/>
                  <a:pt x="46148" y="70143"/>
                </a:cubicBezTo>
                <a:cubicBezTo>
                  <a:pt x="46621" y="69869"/>
                  <a:pt x="47119" y="69645"/>
                  <a:pt x="47592" y="69347"/>
                </a:cubicBezTo>
                <a:cubicBezTo>
                  <a:pt x="47592" y="69347"/>
                  <a:pt x="47617" y="69347"/>
                  <a:pt x="47617" y="69322"/>
                </a:cubicBezTo>
                <a:lnTo>
                  <a:pt x="47791" y="69222"/>
                </a:lnTo>
                <a:cubicBezTo>
                  <a:pt x="47816" y="69197"/>
                  <a:pt x="47866" y="69197"/>
                  <a:pt x="47891" y="69172"/>
                </a:cubicBezTo>
                <a:close/>
                <a:moveTo>
                  <a:pt x="56926" y="67057"/>
                </a:moveTo>
                <a:cubicBezTo>
                  <a:pt x="56951" y="67081"/>
                  <a:pt x="56951" y="67081"/>
                  <a:pt x="56976" y="67081"/>
                </a:cubicBezTo>
                <a:cubicBezTo>
                  <a:pt x="56926" y="67156"/>
                  <a:pt x="56851" y="67181"/>
                  <a:pt x="56802" y="67231"/>
                </a:cubicBezTo>
                <a:cubicBezTo>
                  <a:pt x="56354" y="67579"/>
                  <a:pt x="55881" y="67953"/>
                  <a:pt x="55458" y="68301"/>
                </a:cubicBezTo>
                <a:cubicBezTo>
                  <a:pt x="55234" y="68450"/>
                  <a:pt x="55010" y="68650"/>
                  <a:pt x="54810" y="68799"/>
                </a:cubicBezTo>
                <a:cubicBezTo>
                  <a:pt x="54188" y="69272"/>
                  <a:pt x="53566" y="69720"/>
                  <a:pt x="52944" y="70168"/>
                </a:cubicBezTo>
                <a:lnTo>
                  <a:pt x="52944" y="70143"/>
                </a:lnTo>
                <a:lnTo>
                  <a:pt x="52944" y="70093"/>
                </a:lnTo>
                <a:cubicBezTo>
                  <a:pt x="53118" y="69969"/>
                  <a:pt x="53292" y="69819"/>
                  <a:pt x="53491" y="69670"/>
                </a:cubicBezTo>
                <a:lnTo>
                  <a:pt x="53566" y="69595"/>
                </a:lnTo>
                <a:lnTo>
                  <a:pt x="54586" y="68849"/>
                </a:lnTo>
                <a:cubicBezTo>
                  <a:pt x="54636" y="68824"/>
                  <a:pt x="54711" y="68774"/>
                  <a:pt x="54761" y="68724"/>
                </a:cubicBezTo>
                <a:lnTo>
                  <a:pt x="54810" y="68724"/>
                </a:lnTo>
                <a:cubicBezTo>
                  <a:pt x="55059" y="68550"/>
                  <a:pt x="55283" y="68351"/>
                  <a:pt x="55557" y="68152"/>
                </a:cubicBezTo>
                <a:cubicBezTo>
                  <a:pt x="55582" y="68152"/>
                  <a:pt x="55582" y="68102"/>
                  <a:pt x="55607" y="68102"/>
                </a:cubicBezTo>
                <a:cubicBezTo>
                  <a:pt x="55706" y="68052"/>
                  <a:pt x="55781" y="67953"/>
                  <a:pt x="55881" y="67903"/>
                </a:cubicBezTo>
                <a:cubicBezTo>
                  <a:pt x="56005" y="67803"/>
                  <a:pt x="56179" y="67679"/>
                  <a:pt x="56304" y="67579"/>
                </a:cubicBezTo>
                <a:cubicBezTo>
                  <a:pt x="56453" y="67455"/>
                  <a:pt x="56603" y="67330"/>
                  <a:pt x="56727" y="67231"/>
                </a:cubicBezTo>
                <a:cubicBezTo>
                  <a:pt x="56752" y="67181"/>
                  <a:pt x="56851" y="67106"/>
                  <a:pt x="56926" y="67057"/>
                </a:cubicBezTo>
                <a:close/>
                <a:moveTo>
                  <a:pt x="77760" y="58021"/>
                </a:moveTo>
                <a:cubicBezTo>
                  <a:pt x="79975" y="59440"/>
                  <a:pt x="82265" y="61083"/>
                  <a:pt x="84580" y="62850"/>
                </a:cubicBezTo>
                <a:cubicBezTo>
                  <a:pt x="83361" y="65240"/>
                  <a:pt x="81767" y="67729"/>
                  <a:pt x="79876" y="70168"/>
                </a:cubicBezTo>
                <a:cubicBezTo>
                  <a:pt x="77362" y="68102"/>
                  <a:pt x="74922" y="65961"/>
                  <a:pt x="72782" y="63821"/>
                </a:cubicBezTo>
                <a:cubicBezTo>
                  <a:pt x="74524" y="61929"/>
                  <a:pt x="76192" y="59988"/>
                  <a:pt x="77760" y="58021"/>
                </a:cubicBezTo>
                <a:close/>
                <a:moveTo>
                  <a:pt x="93342" y="70068"/>
                </a:moveTo>
                <a:lnTo>
                  <a:pt x="93392" y="70093"/>
                </a:lnTo>
                <a:cubicBezTo>
                  <a:pt x="93392" y="70143"/>
                  <a:pt x="93342" y="70143"/>
                  <a:pt x="93342" y="70168"/>
                </a:cubicBezTo>
                <a:lnTo>
                  <a:pt x="93317" y="70143"/>
                </a:lnTo>
                <a:cubicBezTo>
                  <a:pt x="93317" y="70093"/>
                  <a:pt x="93342" y="70093"/>
                  <a:pt x="93342" y="70068"/>
                </a:cubicBezTo>
                <a:close/>
                <a:moveTo>
                  <a:pt x="48264" y="63447"/>
                </a:moveTo>
                <a:lnTo>
                  <a:pt x="48837" y="63622"/>
                </a:lnTo>
                <a:cubicBezTo>
                  <a:pt x="47393" y="65837"/>
                  <a:pt x="46248" y="68077"/>
                  <a:pt x="45377" y="70218"/>
                </a:cubicBezTo>
                <a:cubicBezTo>
                  <a:pt x="45227" y="69595"/>
                  <a:pt x="45003" y="68948"/>
                  <a:pt x="44680" y="68326"/>
                </a:cubicBezTo>
                <a:cubicBezTo>
                  <a:pt x="45178" y="67579"/>
                  <a:pt x="45675" y="66857"/>
                  <a:pt x="46223" y="66161"/>
                </a:cubicBezTo>
                <a:cubicBezTo>
                  <a:pt x="46372" y="65936"/>
                  <a:pt x="46547" y="65688"/>
                  <a:pt x="46746" y="65464"/>
                </a:cubicBezTo>
                <a:lnTo>
                  <a:pt x="47866" y="63970"/>
                </a:lnTo>
                <a:cubicBezTo>
                  <a:pt x="47965" y="63846"/>
                  <a:pt x="48040" y="63746"/>
                  <a:pt x="48115" y="63622"/>
                </a:cubicBezTo>
                <a:cubicBezTo>
                  <a:pt x="48140" y="63572"/>
                  <a:pt x="48214" y="63547"/>
                  <a:pt x="48239" y="63472"/>
                </a:cubicBezTo>
                <a:cubicBezTo>
                  <a:pt x="48239" y="63472"/>
                  <a:pt x="48239" y="63447"/>
                  <a:pt x="48264" y="63447"/>
                </a:cubicBezTo>
                <a:close/>
                <a:moveTo>
                  <a:pt x="52744" y="70218"/>
                </a:moveTo>
                <a:lnTo>
                  <a:pt x="52744" y="70268"/>
                </a:lnTo>
                <a:lnTo>
                  <a:pt x="52744" y="70292"/>
                </a:lnTo>
                <a:lnTo>
                  <a:pt x="52720" y="70292"/>
                </a:lnTo>
                <a:lnTo>
                  <a:pt x="52720" y="70268"/>
                </a:lnTo>
                <a:lnTo>
                  <a:pt x="52744" y="70218"/>
                </a:lnTo>
                <a:close/>
                <a:moveTo>
                  <a:pt x="84730" y="62925"/>
                </a:moveTo>
                <a:cubicBezTo>
                  <a:pt x="84754" y="62925"/>
                  <a:pt x="84754" y="62950"/>
                  <a:pt x="84804" y="62950"/>
                </a:cubicBezTo>
                <a:cubicBezTo>
                  <a:pt x="83560" y="65414"/>
                  <a:pt x="81967" y="67903"/>
                  <a:pt x="80075" y="70292"/>
                </a:cubicBezTo>
                <a:cubicBezTo>
                  <a:pt x="80025" y="70292"/>
                  <a:pt x="80025" y="70268"/>
                  <a:pt x="80000" y="70268"/>
                </a:cubicBezTo>
                <a:cubicBezTo>
                  <a:pt x="81892" y="67853"/>
                  <a:pt x="83485" y="65364"/>
                  <a:pt x="84730" y="62925"/>
                </a:cubicBezTo>
                <a:close/>
                <a:moveTo>
                  <a:pt x="44555" y="68475"/>
                </a:moveTo>
                <a:cubicBezTo>
                  <a:pt x="44854" y="69098"/>
                  <a:pt x="45053" y="69695"/>
                  <a:pt x="45227" y="70292"/>
                </a:cubicBezTo>
                <a:cubicBezTo>
                  <a:pt x="45178" y="70292"/>
                  <a:pt x="45178" y="70317"/>
                  <a:pt x="45153" y="70317"/>
                </a:cubicBezTo>
                <a:cubicBezTo>
                  <a:pt x="45003" y="69770"/>
                  <a:pt x="44804" y="69172"/>
                  <a:pt x="44530" y="68550"/>
                </a:cubicBezTo>
                <a:cubicBezTo>
                  <a:pt x="44530" y="68525"/>
                  <a:pt x="44555" y="68525"/>
                  <a:pt x="44555" y="68475"/>
                </a:cubicBezTo>
                <a:close/>
                <a:moveTo>
                  <a:pt x="72657" y="63945"/>
                </a:moveTo>
                <a:cubicBezTo>
                  <a:pt x="74798" y="66086"/>
                  <a:pt x="77237" y="68276"/>
                  <a:pt x="79751" y="70292"/>
                </a:cubicBezTo>
                <a:cubicBezTo>
                  <a:pt x="79751" y="70317"/>
                  <a:pt x="79726" y="70317"/>
                  <a:pt x="79726" y="70342"/>
                </a:cubicBezTo>
                <a:cubicBezTo>
                  <a:pt x="77188" y="68301"/>
                  <a:pt x="74773" y="66161"/>
                  <a:pt x="72632" y="63995"/>
                </a:cubicBezTo>
                <a:cubicBezTo>
                  <a:pt x="72632" y="63970"/>
                  <a:pt x="72657" y="63945"/>
                  <a:pt x="72657" y="63945"/>
                </a:cubicBezTo>
                <a:close/>
                <a:moveTo>
                  <a:pt x="17748" y="54014"/>
                </a:moveTo>
                <a:cubicBezTo>
                  <a:pt x="18893" y="54014"/>
                  <a:pt x="20062" y="54113"/>
                  <a:pt x="21282" y="54263"/>
                </a:cubicBezTo>
                <a:cubicBezTo>
                  <a:pt x="19739" y="58668"/>
                  <a:pt x="19241" y="62850"/>
                  <a:pt x="20062" y="66310"/>
                </a:cubicBezTo>
                <a:cubicBezTo>
                  <a:pt x="20013" y="66310"/>
                  <a:pt x="19988" y="66335"/>
                  <a:pt x="19913" y="66335"/>
                </a:cubicBezTo>
                <a:cubicBezTo>
                  <a:pt x="19589" y="66385"/>
                  <a:pt x="19241" y="66459"/>
                  <a:pt x="18917" y="66509"/>
                </a:cubicBezTo>
                <a:cubicBezTo>
                  <a:pt x="18594" y="66609"/>
                  <a:pt x="18245" y="66708"/>
                  <a:pt x="17922" y="66808"/>
                </a:cubicBezTo>
                <a:cubicBezTo>
                  <a:pt x="17623" y="66907"/>
                  <a:pt x="17299" y="66957"/>
                  <a:pt x="17001" y="67057"/>
                </a:cubicBezTo>
                <a:cubicBezTo>
                  <a:pt x="16652" y="67156"/>
                  <a:pt x="16354" y="67256"/>
                  <a:pt x="16005" y="67380"/>
                </a:cubicBezTo>
                <a:cubicBezTo>
                  <a:pt x="15682" y="67480"/>
                  <a:pt x="15383" y="67604"/>
                  <a:pt x="15084" y="67729"/>
                </a:cubicBezTo>
                <a:cubicBezTo>
                  <a:pt x="14785" y="67853"/>
                  <a:pt x="14462" y="68002"/>
                  <a:pt x="14163" y="68152"/>
                </a:cubicBezTo>
                <a:cubicBezTo>
                  <a:pt x="13840" y="68276"/>
                  <a:pt x="13541" y="68401"/>
                  <a:pt x="13267" y="68550"/>
                </a:cubicBezTo>
                <a:cubicBezTo>
                  <a:pt x="12968" y="68699"/>
                  <a:pt x="12670" y="68849"/>
                  <a:pt x="12396" y="69023"/>
                </a:cubicBezTo>
                <a:cubicBezTo>
                  <a:pt x="12072" y="69172"/>
                  <a:pt x="11799" y="69322"/>
                  <a:pt x="11475" y="69521"/>
                </a:cubicBezTo>
                <a:cubicBezTo>
                  <a:pt x="11201" y="69670"/>
                  <a:pt x="10952" y="69844"/>
                  <a:pt x="10678" y="70019"/>
                </a:cubicBezTo>
                <a:lnTo>
                  <a:pt x="9932" y="70467"/>
                </a:lnTo>
                <a:cubicBezTo>
                  <a:pt x="9907" y="70317"/>
                  <a:pt x="9857" y="70168"/>
                  <a:pt x="9832" y="69969"/>
                </a:cubicBezTo>
                <a:cubicBezTo>
                  <a:pt x="9782" y="69795"/>
                  <a:pt x="9757" y="69571"/>
                  <a:pt x="9683" y="69347"/>
                </a:cubicBezTo>
                <a:lnTo>
                  <a:pt x="9683" y="69247"/>
                </a:lnTo>
                <a:cubicBezTo>
                  <a:pt x="9658" y="69123"/>
                  <a:pt x="9658" y="68998"/>
                  <a:pt x="9633" y="68923"/>
                </a:cubicBezTo>
                <a:cubicBezTo>
                  <a:pt x="11699" y="63995"/>
                  <a:pt x="14437" y="58992"/>
                  <a:pt x="17748" y="54014"/>
                </a:cubicBezTo>
                <a:close/>
                <a:moveTo>
                  <a:pt x="79876" y="70417"/>
                </a:moveTo>
                <a:cubicBezTo>
                  <a:pt x="79901" y="70417"/>
                  <a:pt x="79950" y="70442"/>
                  <a:pt x="79950" y="70442"/>
                </a:cubicBezTo>
                <a:cubicBezTo>
                  <a:pt x="79950" y="70467"/>
                  <a:pt x="79901" y="70467"/>
                  <a:pt x="79901" y="70492"/>
                </a:cubicBezTo>
                <a:cubicBezTo>
                  <a:pt x="79876" y="70492"/>
                  <a:pt x="79876" y="70467"/>
                  <a:pt x="79851" y="70467"/>
                </a:cubicBezTo>
                <a:cubicBezTo>
                  <a:pt x="79851" y="70442"/>
                  <a:pt x="79876" y="70442"/>
                  <a:pt x="79876" y="70417"/>
                </a:cubicBezTo>
                <a:close/>
                <a:moveTo>
                  <a:pt x="33155" y="70442"/>
                </a:moveTo>
                <a:cubicBezTo>
                  <a:pt x="33180" y="70442"/>
                  <a:pt x="33205" y="70442"/>
                  <a:pt x="33205" y="70467"/>
                </a:cubicBezTo>
                <a:lnTo>
                  <a:pt x="33280" y="70467"/>
                </a:lnTo>
                <a:lnTo>
                  <a:pt x="33304" y="70516"/>
                </a:lnTo>
                <a:cubicBezTo>
                  <a:pt x="33280" y="70516"/>
                  <a:pt x="33205" y="70467"/>
                  <a:pt x="33180" y="70467"/>
                </a:cubicBezTo>
                <a:lnTo>
                  <a:pt x="33155" y="70442"/>
                </a:lnTo>
                <a:close/>
                <a:moveTo>
                  <a:pt x="9533" y="69197"/>
                </a:moveTo>
                <a:cubicBezTo>
                  <a:pt x="9533" y="69272"/>
                  <a:pt x="9558" y="69322"/>
                  <a:pt x="9558" y="69396"/>
                </a:cubicBezTo>
                <a:cubicBezTo>
                  <a:pt x="9558" y="69446"/>
                  <a:pt x="9583" y="69546"/>
                  <a:pt x="9583" y="69595"/>
                </a:cubicBezTo>
                <a:cubicBezTo>
                  <a:pt x="9658" y="69894"/>
                  <a:pt x="9708" y="70168"/>
                  <a:pt x="9782" y="70417"/>
                </a:cubicBezTo>
                <a:cubicBezTo>
                  <a:pt x="9782" y="70442"/>
                  <a:pt x="9807" y="70516"/>
                  <a:pt x="9807" y="70541"/>
                </a:cubicBezTo>
                <a:lnTo>
                  <a:pt x="9782" y="70566"/>
                </a:lnTo>
                <a:lnTo>
                  <a:pt x="9733" y="70591"/>
                </a:lnTo>
                <a:cubicBezTo>
                  <a:pt x="9733" y="70541"/>
                  <a:pt x="9708" y="70467"/>
                  <a:pt x="9708" y="70417"/>
                </a:cubicBezTo>
                <a:lnTo>
                  <a:pt x="9708" y="70392"/>
                </a:lnTo>
                <a:cubicBezTo>
                  <a:pt x="9633" y="70193"/>
                  <a:pt x="9558" y="69969"/>
                  <a:pt x="9533" y="69770"/>
                </a:cubicBezTo>
                <a:cubicBezTo>
                  <a:pt x="9509" y="69645"/>
                  <a:pt x="9459" y="69521"/>
                  <a:pt x="9459" y="69396"/>
                </a:cubicBezTo>
                <a:lnTo>
                  <a:pt x="9459" y="69322"/>
                </a:lnTo>
                <a:cubicBezTo>
                  <a:pt x="9459" y="69297"/>
                  <a:pt x="9484" y="69297"/>
                  <a:pt x="9484" y="69272"/>
                </a:cubicBezTo>
                <a:cubicBezTo>
                  <a:pt x="9484" y="69222"/>
                  <a:pt x="9484" y="69222"/>
                  <a:pt x="9533" y="69197"/>
                </a:cubicBezTo>
                <a:close/>
                <a:moveTo>
                  <a:pt x="84954" y="63074"/>
                </a:moveTo>
                <a:cubicBezTo>
                  <a:pt x="85377" y="63422"/>
                  <a:pt x="85825" y="63746"/>
                  <a:pt x="86223" y="64095"/>
                </a:cubicBezTo>
                <a:cubicBezTo>
                  <a:pt x="84431" y="66335"/>
                  <a:pt x="82564" y="68550"/>
                  <a:pt x="80573" y="70691"/>
                </a:cubicBezTo>
                <a:cubicBezTo>
                  <a:pt x="80448" y="70591"/>
                  <a:pt x="80349" y="70516"/>
                  <a:pt x="80224" y="70417"/>
                </a:cubicBezTo>
                <a:cubicBezTo>
                  <a:pt x="82116" y="68027"/>
                  <a:pt x="83709" y="65538"/>
                  <a:pt x="84954" y="63074"/>
                </a:cubicBezTo>
                <a:close/>
                <a:moveTo>
                  <a:pt x="20137" y="66484"/>
                </a:moveTo>
                <a:lnTo>
                  <a:pt x="20137" y="66534"/>
                </a:lnTo>
                <a:lnTo>
                  <a:pt x="20112" y="66559"/>
                </a:lnTo>
                <a:cubicBezTo>
                  <a:pt x="19714" y="66609"/>
                  <a:pt x="19291" y="66708"/>
                  <a:pt x="18893" y="66808"/>
                </a:cubicBezTo>
                <a:cubicBezTo>
                  <a:pt x="18594" y="66857"/>
                  <a:pt x="18295" y="66957"/>
                  <a:pt x="18021" y="67057"/>
                </a:cubicBezTo>
                <a:cubicBezTo>
                  <a:pt x="17673" y="67156"/>
                  <a:pt x="17299" y="67231"/>
                  <a:pt x="16976" y="67330"/>
                </a:cubicBezTo>
                <a:cubicBezTo>
                  <a:pt x="16652" y="67430"/>
                  <a:pt x="16354" y="67554"/>
                  <a:pt x="16030" y="67679"/>
                </a:cubicBezTo>
                <a:cubicBezTo>
                  <a:pt x="15731" y="67803"/>
                  <a:pt x="15408" y="67903"/>
                  <a:pt x="15109" y="68027"/>
                </a:cubicBezTo>
                <a:cubicBezTo>
                  <a:pt x="14785" y="68152"/>
                  <a:pt x="14512" y="68301"/>
                  <a:pt x="14188" y="68426"/>
                </a:cubicBezTo>
                <a:cubicBezTo>
                  <a:pt x="13889" y="68550"/>
                  <a:pt x="13566" y="68699"/>
                  <a:pt x="13267" y="68849"/>
                </a:cubicBezTo>
                <a:cubicBezTo>
                  <a:pt x="12993" y="68973"/>
                  <a:pt x="12744" y="69147"/>
                  <a:pt x="12446" y="69297"/>
                </a:cubicBezTo>
                <a:cubicBezTo>
                  <a:pt x="12147" y="69471"/>
                  <a:pt x="11799" y="69645"/>
                  <a:pt x="11500" y="69819"/>
                </a:cubicBezTo>
                <a:cubicBezTo>
                  <a:pt x="11251" y="69969"/>
                  <a:pt x="11027" y="70143"/>
                  <a:pt x="10803" y="70292"/>
                </a:cubicBezTo>
                <a:cubicBezTo>
                  <a:pt x="10529" y="70467"/>
                  <a:pt x="10255" y="70641"/>
                  <a:pt x="10006" y="70815"/>
                </a:cubicBezTo>
                <a:lnTo>
                  <a:pt x="10006" y="70765"/>
                </a:lnTo>
                <a:cubicBezTo>
                  <a:pt x="10206" y="70591"/>
                  <a:pt x="10454" y="70442"/>
                  <a:pt x="10678" y="70292"/>
                </a:cubicBezTo>
                <a:lnTo>
                  <a:pt x="11525" y="69720"/>
                </a:lnTo>
                <a:lnTo>
                  <a:pt x="12371" y="69272"/>
                </a:lnTo>
                <a:cubicBezTo>
                  <a:pt x="12670" y="69098"/>
                  <a:pt x="12993" y="68923"/>
                  <a:pt x="13292" y="68774"/>
                </a:cubicBezTo>
                <a:cubicBezTo>
                  <a:pt x="13541" y="68650"/>
                  <a:pt x="13815" y="68525"/>
                  <a:pt x="14113" y="68401"/>
                </a:cubicBezTo>
                <a:lnTo>
                  <a:pt x="15134" y="67928"/>
                </a:lnTo>
                <a:cubicBezTo>
                  <a:pt x="15383" y="67828"/>
                  <a:pt x="15657" y="67729"/>
                  <a:pt x="15906" y="67654"/>
                </a:cubicBezTo>
                <a:cubicBezTo>
                  <a:pt x="16279" y="67530"/>
                  <a:pt x="16652" y="67355"/>
                  <a:pt x="17026" y="67231"/>
                </a:cubicBezTo>
                <a:cubicBezTo>
                  <a:pt x="17275" y="67156"/>
                  <a:pt x="17524" y="67106"/>
                  <a:pt x="17797" y="67032"/>
                </a:cubicBezTo>
                <a:cubicBezTo>
                  <a:pt x="18171" y="66907"/>
                  <a:pt x="18594" y="66808"/>
                  <a:pt x="18967" y="66708"/>
                </a:cubicBezTo>
                <a:cubicBezTo>
                  <a:pt x="19241" y="66658"/>
                  <a:pt x="19515" y="66609"/>
                  <a:pt x="19789" y="66559"/>
                </a:cubicBezTo>
                <a:cubicBezTo>
                  <a:pt x="19913" y="66534"/>
                  <a:pt x="20013" y="66534"/>
                  <a:pt x="20137" y="66484"/>
                </a:cubicBezTo>
                <a:close/>
                <a:moveTo>
                  <a:pt x="24941" y="66285"/>
                </a:moveTo>
                <a:cubicBezTo>
                  <a:pt x="26808" y="66285"/>
                  <a:pt x="28625" y="66484"/>
                  <a:pt x="30367" y="66907"/>
                </a:cubicBezTo>
                <a:cubicBezTo>
                  <a:pt x="30417" y="66907"/>
                  <a:pt x="30442" y="66932"/>
                  <a:pt x="30467" y="66932"/>
                </a:cubicBezTo>
                <a:cubicBezTo>
                  <a:pt x="30691" y="66982"/>
                  <a:pt x="30865" y="67032"/>
                  <a:pt x="31089" y="67081"/>
                </a:cubicBezTo>
                <a:cubicBezTo>
                  <a:pt x="31413" y="68276"/>
                  <a:pt x="31935" y="69297"/>
                  <a:pt x="32657" y="70143"/>
                </a:cubicBezTo>
                <a:lnTo>
                  <a:pt x="32608" y="70143"/>
                </a:lnTo>
                <a:cubicBezTo>
                  <a:pt x="32533" y="70093"/>
                  <a:pt x="32408" y="70093"/>
                  <a:pt x="32309" y="70068"/>
                </a:cubicBezTo>
                <a:cubicBezTo>
                  <a:pt x="31935" y="70019"/>
                  <a:pt x="31562" y="69969"/>
                  <a:pt x="31164" y="69944"/>
                </a:cubicBezTo>
                <a:cubicBezTo>
                  <a:pt x="31039" y="69944"/>
                  <a:pt x="30915" y="69919"/>
                  <a:pt x="30815" y="69919"/>
                </a:cubicBezTo>
                <a:cubicBezTo>
                  <a:pt x="30318" y="69894"/>
                  <a:pt x="29845" y="69844"/>
                  <a:pt x="29347" y="69844"/>
                </a:cubicBezTo>
                <a:cubicBezTo>
                  <a:pt x="28973" y="69844"/>
                  <a:pt x="28625" y="69844"/>
                  <a:pt x="28252" y="69894"/>
                </a:cubicBezTo>
                <a:cubicBezTo>
                  <a:pt x="28102" y="69894"/>
                  <a:pt x="27928" y="69919"/>
                  <a:pt x="27754" y="69919"/>
                </a:cubicBezTo>
                <a:cubicBezTo>
                  <a:pt x="27580" y="69919"/>
                  <a:pt x="27380" y="69944"/>
                  <a:pt x="27181" y="69944"/>
                </a:cubicBezTo>
                <a:lnTo>
                  <a:pt x="26509" y="70043"/>
                </a:lnTo>
                <a:cubicBezTo>
                  <a:pt x="26360" y="70068"/>
                  <a:pt x="26211" y="70068"/>
                  <a:pt x="26086" y="70093"/>
                </a:cubicBezTo>
                <a:cubicBezTo>
                  <a:pt x="25837" y="70143"/>
                  <a:pt x="25613" y="70193"/>
                  <a:pt x="25364" y="70218"/>
                </a:cubicBezTo>
                <a:cubicBezTo>
                  <a:pt x="25240" y="70268"/>
                  <a:pt x="25115" y="70268"/>
                  <a:pt x="24991" y="70292"/>
                </a:cubicBezTo>
                <a:lnTo>
                  <a:pt x="24244" y="70467"/>
                </a:lnTo>
                <a:cubicBezTo>
                  <a:pt x="24145" y="70492"/>
                  <a:pt x="24020" y="70541"/>
                  <a:pt x="23945" y="70541"/>
                </a:cubicBezTo>
                <a:cubicBezTo>
                  <a:pt x="23697" y="70591"/>
                  <a:pt x="23448" y="70691"/>
                  <a:pt x="23199" y="70740"/>
                </a:cubicBezTo>
                <a:cubicBezTo>
                  <a:pt x="23124" y="70790"/>
                  <a:pt x="23074" y="70790"/>
                  <a:pt x="23000" y="70815"/>
                </a:cubicBezTo>
                <a:cubicBezTo>
                  <a:pt x="22352" y="70218"/>
                  <a:pt x="21879" y="69571"/>
                  <a:pt x="21506" y="68849"/>
                </a:cubicBezTo>
                <a:cubicBezTo>
                  <a:pt x="21954" y="68027"/>
                  <a:pt x="22402" y="67181"/>
                  <a:pt x="22900" y="66360"/>
                </a:cubicBezTo>
                <a:lnTo>
                  <a:pt x="22950" y="66360"/>
                </a:lnTo>
                <a:cubicBezTo>
                  <a:pt x="23597" y="66310"/>
                  <a:pt x="24269" y="66285"/>
                  <a:pt x="24941" y="66285"/>
                </a:cubicBezTo>
                <a:close/>
                <a:moveTo>
                  <a:pt x="9807" y="70790"/>
                </a:moveTo>
                <a:lnTo>
                  <a:pt x="9807" y="70815"/>
                </a:lnTo>
                <a:lnTo>
                  <a:pt x="9807" y="70840"/>
                </a:lnTo>
                <a:lnTo>
                  <a:pt x="9757" y="70840"/>
                </a:lnTo>
                <a:lnTo>
                  <a:pt x="9757" y="70815"/>
                </a:lnTo>
                <a:lnTo>
                  <a:pt x="9782" y="70815"/>
                </a:lnTo>
                <a:cubicBezTo>
                  <a:pt x="9807" y="70815"/>
                  <a:pt x="9807" y="70790"/>
                  <a:pt x="9807" y="70790"/>
                </a:cubicBezTo>
                <a:close/>
                <a:moveTo>
                  <a:pt x="80100" y="70566"/>
                </a:moveTo>
                <a:cubicBezTo>
                  <a:pt x="80199" y="70666"/>
                  <a:pt x="80324" y="70765"/>
                  <a:pt x="80398" y="70815"/>
                </a:cubicBezTo>
                <a:lnTo>
                  <a:pt x="80374" y="70840"/>
                </a:lnTo>
                <a:cubicBezTo>
                  <a:pt x="80274" y="70765"/>
                  <a:pt x="80150" y="70666"/>
                  <a:pt x="80075" y="70591"/>
                </a:cubicBezTo>
                <a:lnTo>
                  <a:pt x="80100" y="70566"/>
                </a:lnTo>
                <a:close/>
                <a:moveTo>
                  <a:pt x="86347" y="64219"/>
                </a:moveTo>
                <a:cubicBezTo>
                  <a:pt x="86372" y="64219"/>
                  <a:pt x="86372" y="64244"/>
                  <a:pt x="86422" y="64244"/>
                </a:cubicBezTo>
                <a:cubicBezTo>
                  <a:pt x="84630" y="66484"/>
                  <a:pt x="82738" y="68699"/>
                  <a:pt x="80747" y="70840"/>
                </a:cubicBezTo>
                <a:cubicBezTo>
                  <a:pt x="80722" y="70840"/>
                  <a:pt x="80722" y="70815"/>
                  <a:pt x="80697" y="70815"/>
                </a:cubicBezTo>
                <a:cubicBezTo>
                  <a:pt x="82688" y="68674"/>
                  <a:pt x="84580" y="66459"/>
                  <a:pt x="86347" y="64219"/>
                </a:cubicBezTo>
                <a:close/>
                <a:moveTo>
                  <a:pt x="21382" y="69073"/>
                </a:moveTo>
                <a:cubicBezTo>
                  <a:pt x="21753" y="69716"/>
                  <a:pt x="22197" y="70334"/>
                  <a:pt x="22692" y="70904"/>
                </a:cubicBezTo>
                <a:lnTo>
                  <a:pt x="22692" y="70904"/>
                </a:lnTo>
                <a:cubicBezTo>
                  <a:pt x="22690" y="70904"/>
                  <a:pt x="22689" y="70904"/>
                  <a:pt x="22687" y="70904"/>
                </a:cubicBezTo>
                <a:cubicBezTo>
                  <a:pt x="22670" y="70904"/>
                  <a:pt x="22643" y="70915"/>
                  <a:pt x="22626" y="70915"/>
                </a:cubicBezTo>
                <a:cubicBezTo>
                  <a:pt x="22128" y="70392"/>
                  <a:pt x="21730" y="69795"/>
                  <a:pt x="21357" y="69147"/>
                </a:cubicBezTo>
                <a:cubicBezTo>
                  <a:pt x="21357" y="69098"/>
                  <a:pt x="21382" y="69098"/>
                  <a:pt x="21382" y="69073"/>
                </a:cubicBezTo>
                <a:close/>
                <a:moveTo>
                  <a:pt x="80573" y="70940"/>
                </a:moveTo>
                <a:cubicBezTo>
                  <a:pt x="80598" y="70940"/>
                  <a:pt x="80598" y="70964"/>
                  <a:pt x="80622" y="70964"/>
                </a:cubicBezTo>
                <a:lnTo>
                  <a:pt x="80598" y="71014"/>
                </a:lnTo>
                <a:cubicBezTo>
                  <a:pt x="80573" y="71014"/>
                  <a:pt x="80573" y="70964"/>
                  <a:pt x="80523" y="70964"/>
                </a:cubicBezTo>
                <a:lnTo>
                  <a:pt x="80573" y="70940"/>
                </a:lnTo>
                <a:close/>
                <a:moveTo>
                  <a:pt x="29297" y="70068"/>
                </a:moveTo>
                <a:cubicBezTo>
                  <a:pt x="29795" y="70068"/>
                  <a:pt x="30293" y="70093"/>
                  <a:pt x="30790" y="70143"/>
                </a:cubicBezTo>
                <a:cubicBezTo>
                  <a:pt x="30915" y="70143"/>
                  <a:pt x="31039" y="70168"/>
                  <a:pt x="31164" y="70168"/>
                </a:cubicBezTo>
                <a:cubicBezTo>
                  <a:pt x="31562" y="70193"/>
                  <a:pt x="31935" y="70268"/>
                  <a:pt x="32334" y="70317"/>
                </a:cubicBezTo>
                <a:cubicBezTo>
                  <a:pt x="32433" y="70342"/>
                  <a:pt x="32533" y="70342"/>
                  <a:pt x="32608" y="70392"/>
                </a:cubicBezTo>
                <a:cubicBezTo>
                  <a:pt x="32637" y="70347"/>
                  <a:pt x="32658" y="70338"/>
                  <a:pt x="32676" y="70338"/>
                </a:cubicBezTo>
                <a:cubicBezTo>
                  <a:pt x="32687" y="70338"/>
                  <a:pt x="32697" y="70342"/>
                  <a:pt x="32707" y="70342"/>
                </a:cubicBezTo>
                <a:cubicBezTo>
                  <a:pt x="32682" y="70392"/>
                  <a:pt x="32682" y="70392"/>
                  <a:pt x="32682" y="70417"/>
                </a:cubicBezTo>
                <a:cubicBezTo>
                  <a:pt x="32234" y="70317"/>
                  <a:pt x="31786" y="70268"/>
                  <a:pt x="31313" y="70218"/>
                </a:cubicBezTo>
                <a:cubicBezTo>
                  <a:pt x="31164" y="70218"/>
                  <a:pt x="31039" y="70193"/>
                  <a:pt x="30865" y="70193"/>
                </a:cubicBezTo>
                <a:cubicBezTo>
                  <a:pt x="30342" y="70168"/>
                  <a:pt x="29820" y="70143"/>
                  <a:pt x="29247" y="70143"/>
                </a:cubicBezTo>
                <a:lnTo>
                  <a:pt x="29197" y="70143"/>
                </a:lnTo>
                <a:cubicBezTo>
                  <a:pt x="28849" y="70143"/>
                  <a:pt x="28500" y="70143"/>
                  <a:pt x="28202" y="70168"/>
                </a:cubicBezTo>
                <a:cubicBezTo>
                  <a:pt x="27953" y="70168"/>
                  <a:pt x="27679" y="70193"/>
                  <a:pt x="27430" y="70218"/>
                </a:cubicBezTo>
                <a:cubicBezTo>
                  <a:pt x="27331" y="70218"/>
                  <a:pt x="27231" y="70218"/>
                  <a:pt x="27131" y="70268"/>
                </a:cubicBezTo>
                <a:cubicBezTo>
                  <a:pt x="26833" y="70292"/>
                  <a:pt x="26484" y="70317"/>
                  <a:pt x="26186" y="70392"/>
                </a:cubicBezTo>
                <a:lnTo>
                  <a:pt x="26061" y="70392"/>
                </a:lnTo>
                <a:cubicBezTo>
                  <a:pt x="25713" y="70442"/>
                  <a:pt x="25339" y="70516"/>
                  <a:pt x="24991" y="70566"/>
                </a:cubicBezTo>
                <a:cubicBezTo>
                  <a:pt x="24369" y="70691"/>
                  <a:pt x="23746" y="70840"/>
                  <a:pt x="23124" y="71039"/>
                </a:cubicBezTo>
                <a:lnTo>
                  <a:pt x="23099" y="71014"/>
                </a:lnTo>
                <a:lnTo>
                  <a:pt x="23074" y="70964"/>
                </a:lnTo>
                <a:cubicBezTo>
                  <a:pt x="23348" y="70890"/>
                  <a:pt x="23622" y="70815"/>
                  <a:pt x="23896" y="70716"/>
                </a:cubicBezTo>
                <a:cubicBezTo>
                  <a:pt x="23970" y="70716"/>
                  <a:pt x="23995" y="70691"/>
                  <a:pt x="24070" y="70691"/>
                </a:cubicBezTo>
                <a:cubicBezTo>
                  <a:pt x="24369" y="70641"/>
                  <a:pt x="24692" y="70541"/>
                  <a:pt x="24966" y="70467"/>
                </a:cubicBezTo>
                <a:cubicBezTo>
                  <a:pt x="25016" y="70467"/>
                  <a:pt x="25090" y="70442"/>
                  <a:pt x="25140" y="70442"/>
                </a:cubicBezTo>
                <a:cubicBezTo>
                  <a:pt x="25439" y="70392"/>
                  <a:pt x="25738" y="70317"/>
                  <a:pt x="26011" y="70292"/>
                </a:cubicBezTo>
                <a:cubicBezTo>
                  <a:pt x="26111" y="70268"/>
                  <a:pt x="26235" y="70268"/>
                  <a:pt x="26335" y="70268"/>
                </a:cubicBezTo>
                <a:cubicBezTo>
                  <a:pt x="26584" y="70218"/>
                  <a:pt x="26833" y="70193"/>
                  <a:pt x="27107" y="70168"/>
                </a:cubicBezTo>
                <a:cubicBezTo>
                  <a:pt x="27306" y="70143"/>
                  <a:pt x="27455" y="70143"/>
                  <a:pt x="27629" y="70143"/>
                </a:cubicBezTo>
                <a:cubicBezTo>
                  <a:pt x="27828" y="70143"/>
                  <a:pt x="28003" y="70093"/>
                  <a:pt x="28202" y="70093"/>
                </a:cubicBezTo>
                <a:cubicBezTo>
                  <a:pt x="28575" y="70068"/>
                  <a:pt x="28924" y="70068"/>
                  <a:pt x="29297" y="70068"/>
                </a:cubicBezTo>
                <a:close/>
                <a:moveTo>
                  <a:pt x="22891" y="71070"/>
                </a:moveTo>
                <a:cubicBezTo>
                  <a:pt x="22888" y="71070"/>
                  <a:pt x="22888" y="71077"/>
                  <a:pt x="22900" y="71089"/>
                </a:cubicBezTo>
                <a:cubicBezTo>
                  <a:pt x="22896" y="71082"/>
                  <a:pt x="22893" y="71076"/>
                  <a:pt x="22891" y="71070"/>
                </a:cubicBezTo>
                <a:close/>
                <a:moveTo>
                  <a:pt x="45377" y="70840"/>
                </a:moveTo>
                <a:cubicBezTo>
                  <a:pt x="45377" y="70890"/>
                  <a:pt x="45377" y="70940"/>
                  <a:pt x="45402" y="70964"/>
                </a:cubicBezTo>
                <a:cubicBezTo>
                  <a:pt x="45402" y="71014"/>
                  <a:pt x="45377" y="71064"/>
                  <a:pt x="45377" y="71089"/>
                </a:cubicBezTo>
                <a:cubicBezTo>
                  <a:pt x="45377" y="71064"/>
                  <a:pt x="45377" y="71014"/>
                  <a:pt x="45352" y="70964"/>
                </a:cubicBezTo>
                <a:cubicBezTo>
                  <a:pt x="45352" y="70915"/>
                  <a:pt x="45352" y="70890"/>
                  <a:pt x="45377" y="70840"/>
                </a:cubicBezTo>
                <a:close/>
                <a:moveTo>
                  <a:pt x="22850" y="71039"/>
                </a:moveTo>
                <a:cubicBezTo>
                  <a:pt x="22871" y="71039"/>
                  <a:pt x="22875" y="71039"/>
                  <a:pt x="22891" y="71070"/>
                </a:cubicBezTo>
                <a:lnTo>
                  <a:pt x="22891" y="71070"/>
                </a:lnTo>
                <a:cubicBezTo>
                  <a:pt x="22891" y="71070"/>
                  <a:pt x="22891" y="71070"/>
                  <a:pt x="22891" y="71070"/>
                </a:cubicBezTo>
                <a:cubicBezTo>
                  <a:pt x="22894" y="71070"/>
                  <a:pt x="22900" y="71076"/>
                  <a:pt x="22900" y="71089"/>
                </a:cubicBezTo>
                <a:cubicBezTo>
                  <a:pt x="22875" y="71089"/>
                  <a:pt x="22850" y="71089"/>
                  <a:pt x="22850" y="71139"/>
                </a:cubicBezTo>
                <a:lnTo>
                  <a:pt x="22825" y="71089"/>
                </a:lnTo>
                <a:cubicBezTo>
                  <a:pt x="22825" y="71089"/>
                  <a:pt x="22776" y="71089"/>
                  <a:pt x="22776" y="71064"/>
                </a:cubicBezTo>
                <a:cubicBezTo>
                  <a:pt x="22825" y="71064"/>
                  <a:pt x="22825" y="71064"/>
                  <a:pt x="22825" y="71039"/>
                </a:cubicBezTo>
                <a:close/>
                <a:moveTo>
                  <a:pt x="96926" y="63099"/>
                </a:moveTo>
                <a:cubicBezTo>
                  <a:pt x="98071" y="63248"/>
                  <a:pt x="99191" y="63348"/>
                  <a:pt x="100311" y="63373"/>
                </a:cubicBezTo>
                <a:cubicBezTo>
                  <a:pt x="98569" y="65986"/>
                  <a:pt x="96677" y="68575"/>
                  <a:pt x="94661" y="71139"/>
                </a:cubicBezTo>
                <a:cubicBezTo>
                  <a:pt x="94313" y="70765"/>
                  <a:pt x="93964" y="70417"/>
                  <a:pt x="93591" y="70068"/>
                </a:cubicBezTo>
                <a:cubicBezTo>
                  <a:pt x="94960" y="67729"/>
                  <a:pt x="96080" y="65364"/>
                  <a:pt x="96926" y="63099"/>
                </a:cubicBezTo>
                <a:close/>
                <a:moveTo>
                  <a:pt x="38905" y="61829"/>
                </a:moveTo>
                <a:cubicBezTo>
                  <a:pt x="39552" y="62377"/>
                  <a:pt x="40174" y="62950"/>
                  <a:pt x="40772" y="63547"/>
                </a:cubicBezTo>
                <a:cubicBezTo>
                  <a:pt x="40324" y="64792"/>
                  <a:pt x="40025" y="65986"/>
                  <a:pt x="39826" y="67181"/>
                </a:cubicBezTo>
                <a:cubicBezTo>
                  <a:pt x="39801" y="67281"/>
                  <a:pt x="39801" y="67380"/>
                  <a:pt x="39776" y="67480"/>
                </a:cubicBezTo>
                <a:lnTo>
                  <a:pt x="39776" y="67579"/>
                </a:lnTo>
                <a:cubicBezTo>
                  <a:pt x="39751" y="67704"/>
                  <a:pt x="39751" y="67828"/>
                  <a:pt x="39751" y="67953"/>
                </a:cubicBezTo>
                <a:cubicBezTo>
                  <a:pt x="39751" y="68077"/>
                  <a:pt x="39701" y="68226"/>
                  <a:pt x="39701" y="68351"/>
                </a:cubicBezTo>
                <a:cubicBezTo>
                  <a:pt x="39677" y="68575"/>
                  <a:pt x="39677" y="68799"/>
                  <a:pt x="39677" y="69023"/>
                </a:cubicBezTo>
                <a:lnTo>
                  <a:pt x="39677" y="69098"/>
                </a:lnTo>
                <a:lnTo>
                  <a:pt x="39677" y="69197"/>
                </a:lnTo>
                <a:lnTo>
                  <a:pt x="39677" y="69695"/>
                </a:lnTo>
                <a:cubicBezTo>
                  <a:pt x="39677" y="69844"/>
                  <a:pt x="39677" y="70043"/>
                  <a:pt x="39701" y="70193"/>
                </a:cubicBezTo>
                <a:cubicBezTo>
                  <a:pt x="39701" y="70292"/>
                  <a:pt x="39701" y="70392"/>
                  <a:pt x="39751" y="70442"/>
                </a:cubicBezTo>
                <a:lnTo>
                  <a:pt x="39751" y="70566"/>
                </a:lnTo>
                <a:lnTo>
                  <a:pt x="39751" y="70591"/>
                </a:lnTo>
                <a:cubicBezTo>
                  <a:pt x="39776" y="70765"/>
                  <a:pt x="39776" y="70890"/>
                  <a:pt x="39801" y="71039"/>
                </a:cubicBezTo>
                <a:cubicBezTo>
                  <a:pt x="39801" y="71089"/>
                  <a:pt x="39826" y="71164"/>
                  <a:pt x="39826" y="71213"/>
                </a:cubicBezTo>
                <a:lnTo>
                  <a:pt x="39776" y="71164"/>
                </a:lnTo>
                <a:lnTo>
                  <a:pt x="39776" y="71188"/>
                </a:lnTo>
                <a:lnTo>
                  <a:pt x="39701" y="71139"/>
                </a:lnTo>
                <a:cubicBezTo>
                  <a:pt x="39627" y="71039"/>
                  <a:pt x="39502" y="70940"/>
                  <a:pt x="39403" y="70840"/>
                </a:cubicBezTo>
                <a:cubicBezTo>
                  <a:pt x="39278" y="70716"/>
                  <a:pt x="39129" y="70591"/>
                  <a:pt x="39005" y="70516"/>
                </a:cubicBezTo>
                <a:cubicBezTo>
                  <a:pt x="38880" y="70417"/>
                  <a:pt x="38756" y="70292"/>
                  <a:pt x="38581" y="70193"/>
                </a:cubicBezTo>
                <a:lnTo>
                  <a:pt x="38208" y="69919"/>
                </a:lnTo>
                <a:cubicBezTo>
                  <a:pt x="38059" y="69795"/>
                  <a:pt x="37909" y="69695"/>
                  <a:pt x="37760" y="69571"/>
                </a:cubicBezTo>
                <a:cubicBezTo>
                  <a:pt x="37660" y="69521"/>
                  <a:pt x="37536" y="69421"/>
                  <a:pt x="37436" y="69347"/>
                </a:cubicBezTo>
                <a:cubicBezTo>
                  <a:pt x="37262" y="69222"/>
                  <a:pt x="37063" y="69098"/>
                  <a:pt x="36889" y="69023"/>
                </a:cubicBezTo>
                <a:cubicBezTo>
                  <a:pt x="36789" y="68948"/>
                  <a:pt x="36690" y="68899"/>
                  <a:pt x="36590" y="68849"/>
                </a:cubicBezTo>
                <a:cubicBezTo>
                  <a:pt x="36391" y="68724"/>
                  <a:pt x="36192" y="68600"/>
                  <a:pt x="35968" y="68475"/>
                </a:cubicBezTo>
                <a:cubicBezTo>
                  <a:pt x="35918" y="68450"/>
                  <a:pt x="35818" y="68401"/>
                  <a:pt x="35769" y="68351"/>
                </a:cubicBezTo>
                <a:cubicBezTo>
                  <a:pt x="35545" y="68226"/>
                  <a:pt x="35296" y="68102"/>
                  <a:pt x="35072" y="68027"/>
                </a:cubicBezTo>
                <a:lnTo>
                  <a:pt x="34898" y="67928"/>
                </a:lnTo>
                <a:cubicBezTo>
                  <a:pt x="34823" y="67903"/>
                  <a:pt x="34773" y="67853"/>
                  <a:pt x="34673" y="67828"/>
                </a:cubicBezTo>
                <a:cubicBezTo>
                  <a:pt x="36018" y="65862"/>
                  <a:pt x="37412" y="63846"/>
                  <a:pt x="38905" y="61829"/>
                </a:cubicBezTo>
                <a:close/>
                <a:moveTo>
                  <a:pt x="52272" y="66733"/>
                </a:moveTo>
                <a:lnTo>
                  <a:pt x="52272" y="66808"/>
                </a:lnTo>
                <a:lnTo>
                  <a:pt x="52197" y="67181"/>
                </a:lnTo>
                <a:lnTo>
                  <a:pt x="52197" y="67281"/>
                </a:lnTo>
                <a:cubicBezTo>
                  <a:pt x="52197" y="67405"/>
                  <a:pt x="52147" y="67530"/>
                  <a:pt x="52147" y="67679"/>
                </a:cubicBezTo>
                <a:lnTo>
                  <a:pt x="52147" y="67803"/>
                </a:lnTo>
                <a:lnTo>
                  <a:pt x="52147" y="68226"/>
                </a:lnTo>
                <a:cubicBezTo>
                  <a:pt x="52147" y="68301"/>
                  <a:pt x="52147" y="68351"/>
                  <a:pt x="52197" y="68426"/>
                </a:cubicBezTo>
                <a:cubicBezTo>
                  <a:pt x="52197" y="68575"/>
                  <a:pt x="52222" y="68699"/>
                  <a:pt x="52247" y="68849"/>
                </a:cubicBezTo>
                <a:lnTo>
                  <a:pt x="52247" y="68948"/>
                </a:lnTo>
                <a:cubicBezTo>
                  <a:pt x="50579" y="69894"/>
                  <a:pt x="48886" y="70666"/>
                  <a:pt x="47268" y="71263"/>
                </a:cubicBezTo>
                <a:cubicBezTo>
                  <a:pt x="47468" y="70940"/>
                  <a:pt x="47617" y="70666"/>
                  <a:pt x="47741" y="70442"/>
                </a:cubicBezTo>
                <a:cubicBezTo>
                  <a:pt x="47841" y="70317"/>
                  <a:pt x="47891" y="70168"/>
                  <a:pt x="47990" y="70019"/>
                </a:cubicBezTo>
                <a:cubicBezTo>
                  <a:pt x="48015" y="69944"/>
                  <a:pt x="48090" y="69894"/>
                  <a:pt x="48115" y="69819"/>
                </a:cubicBezTo>
                <a:cubicBezTo>
                  <a:pt x="48214" y="69645"/>
                  <a:pt x="48339" y="69421"/>
                  <a:pt x="48488" y="69147"/>
                </a:cubicBezTo>
                <a:cubicBezTo>
                  <a:pt x="49110" y="68799"/>
                  <a:pt x="49708" y="68401"/>
                  <a:pt x="50330" y="68027"/>
                </a:cubicBezTo>
                <a:cubicBezTo>
                  <a:pt x="50479" y="67928"/>
                  <a:pt x="50654" y="67803"/>
                  <a:pt x="50878" y="67679"/>
                </a:cubicBezTo>
                <a:cubicBezTo>
                  <a:pt x="51127" y="67530"/>
                  <a:pt x="51450" y="67330"/>
                  <a:pt x="51724" y="67106"/>
                </a:cubicBezTo>
                <a:lnTo>
                  <a:pt x="52272" y="66733"/>
                </a:lnTo>
                <a:close/>
                <a:moveTo>
                  <a:pt x="48090" y="69347"/>
                </a:moveTo>
                <a:lnTo>
                  <a:pt x="48090" y="69347"/>
                </a:lnTo>
                <a:cubicBezTo>
                  <a:pt x="47990" y="69471"/>
                  <a:pt x="47916" y="69645"/>
                  <a:pt x="47841" y="69770"/>
                </a:cubicBezTo>
                <a:cubicBezTo>
                  <a:pt x="47841" y="69787"/>
                  <a:pt x="47841" y="69805"/>
                  <a:pt x="47823" y="69805"/>
                </a:cubicBezTo>
                <a:cubicBezTo>
                  <a:pt x="47816" y="69805"/>
                  <a:pt x="47806" y="69802"/>
                  <a:pt x="47791" y="69795"/>
                </a:cubicBezTo>
                <a:lnTo>
                  <a:pt x="47791" y="69795"/>
                </a:lnTo>
                <a:cubicBezTo>
                  <a:pt x="47841" y="69819"/>
                  <a:pt x="47766" y="69919"/>
                  <a:pt x="47667" y="70068"/>
                </a:cubicBezTo>
                <a:cubicBezTo>
                  <a:pt x="47418" y="70467"/>
                  <a:pt x="47219" y="70890"/>
                  <a:pt x="46970" y="71288"/>
                </a:cubicBezTo>
                <a:cubicBezTo>
                  <a:pt x="47144" y="70915"/>
                  <a:pt x="47343" y="70591"/>
                  <a:pt x="47468" y="70342"/>
                </a:cubicBezTo>
                <a:cubicBezTo>
                  <a:pt x="47542" y="70193"/>
                  <a:pt x="47617" y="70043"/>
                  <a:pt x="47716" y="69894"/>
                </a:cubicBezTo>
                <a:cubicBezTo>
                  <a:pt x="47766" y="69844"/>
                  <a:pt x="47766" y="69819"/>
                  <a:pt x="47791" y="69795"/>
                </a:cubicBezTo>
                <a:lnTo>
                  <a:pt x="47791" y="69795"/>
                </a:lnTo>
                <a:cubicBezTo>
                  <a:pt x="47791" y="69795"/>
                  <a:pt x="47791" y="69795"/>
                  <a:pt x="47791" y="69795"/>
                </a:cubicBezTo>
                <a:cubicBezTo>
                  <a:pt x="47866" y="69670"/>
                  <a:pt x="47965" y="69546"/>
                  <a:pt x="48040" y="69396"/>
                </a:cubicBezTo>
                <a:lnTo>
                  <a:pt x="48090" y="69347"/>
                </a:lnTo>
                <a:close/>
                <a:moveTo>
                  <a:pt x="100635" y="63348"/>
                </a:moveTo>
                <a:cubicBezTo>
                  <a:pt x="98868" y="66036"/>
                  <a:pt x="96926" y="68674"/>
                  <a:pt x="94835" y="71288"/>
                </a:cubicBezTo>
                <a:lnTo>
                  <a:pt x="94810" y="71263"/>
                </a:lnTo>
                <a:cubicBezTo>
                  <a:pt x="96876" y="68674"/>
                  <a:pt x="98793" y="66036"/>
                  <a:pt x="100560" y="63348"/>
                </a:cubicBezTo>
                <a:close/>
                <a:moveTo>
                  <a:pt x="93516" y="70218"/>
                </a:moveTo>
                <a:lnTo>
                  <a:pt x="94537" y="71263"/>
                </a:lnTo>
                <a:cubicBezTo>
                  <a:pt x="94537" y="71288"/>
                  <a:pt x="94512" y="71288"/>
                  <a:pt x="94512" y="71313"/>
                </a:cubicBezTo>
                <a:lnTo>
                  <a:pt x="93466" y="70292"/>
                </a:lnTo>
                <a:cubicBezTo>
                  <a:pt x="93466" y="70268"/>
                  <a:pt x="93516" y="70218"/>
                  <a:pt x="93516" y="70218"/>
                </a:cubicBezTo>
                <a:close/>
                <a:moveTo>
                  <a:pt x="44406" y="68774"/>
                </a:moveTo>
                <a:cubicBezTo>
                  <a:pt x="44655" y="69297"/>
                  <a:pt x="44854" y="69844"/>
                  <a:pt x="45003" y="70417"/>
                </a:cubicBezTo>
                <a:cubicBezTo>
                  <a:pt x="44729" y="70541"/>
                  <a:pt x="44431" y="70666"/>
                  <a:pt x="44132" y="70815"/>
                </a:cubicBezTo>
                <a:cubicBezTo>
                  <a:pt x="44008" y="70890"/>
                  <a:pt x="43908" y="70915"/>
                  <a:pt x="43784" y="70964"/>
                </a:cubicBezTo>
                <a:cubicBezTo>
                  <a:pt x="43759" y="71014"/>
                  <a:pt x="43684" y="71014"/>
                  <a:pt x="43659" y="71039"/>
                </a:cubicBezTo>
                <a:cubicBezTo>
                  <a:pt x="43360" y="71164"/>
                  <a:pt x="43037" y="71288"/>
                  <a:pt x="42763" y="71388"/>
                </a:cubicBezTo>
                <a:lnTo>
                  <a:pt x="42763" y="71338"/>
                </a:lnTo>
                <a:cubicBezTo>
                  <a:pt x="42888" y="71164"/>
                  <a:pt x="43012" y="70940"/>
                  <a:pt x="43136" y="70765"/>
                </a:cubicBezTo>
                <a:cubicBezTo>
                  <a:pt x="43161" y="70716"/>
                  <a:pt x="43186" y="70691"/>
                  <a:pt x="43186" y="70641"/>
                </a:cubicBezTo>
                <a:cubicBezTo>
                  <a:pt x="43560" y="70019"/>
                  <a:pt x="43958" y="69396"/>
                  <a:pt x="44406" y="68774"/>
                </a:cubicBezTo>
                <a:close/>
                <a:moveTo>
                  <a:pt x="44297" y="68488"/>
                </a:moveTo>
                <a:cubicBezTo>
                  <a:pt x="44300" y="68488"/>
                  <a:pt x="44306" y="68500"/>
                  <a:pt x="44306" y="68525"/>
                </a:cubicBezTo>
                <a:lnTo>
                  <a:pt x="44306" y="68550"/>
                </a:lnTo>
                <a:cubicBezTo>
                  <a:pt x="43673" y="69499"/>
                  <a:pt x="43064" y="70472"/>
                  <a:pt x="42479" y="71400"/>
                </a:cubicBezTo>
                <a:lnTo>
                  <a:pt x="42479" y="71400"/>
                </a:lnTo>
                <a:cubicBezTo>
                  <a:pt x="43057" y="70395"/>
                  <a:pt x="43658" y="69437"/>
                  <a:pt x="44306" y="68525"/>
                </a:cubicBezTo>
                <a:cubicBezTo>
                  <a:pt x="44294" y="68500"/>
                  <a:pt x="44294" y="68488"/>
                  <a:pt x="44297" y="68488"/>
                </a:cubicBezTo>
                <a:close/>
                <a:moveTo>
                  <a:pt x="67132" y="57822"/>
                </a:moveTo>
                <a:cubicBezTo>
                  <a:pt x="68127" y="59315"/>
                  <a:pt x="69571" y="61108"/>
                  <a:pt x="71512" y="63124"/>
                </a:cubicBezTo>
                <a:cubicBezTo>
                  <a:pt x="71015" y="63721"/>
                  <a:pt x="70517" y="64319"/>
                  <a:pt x="69994" y="64891"/>
                </a:cubicBezTo>
                <a:cubicBezTo>
                  <a:pt x="69944" y="64941"/>
                  <a:pt x="69919" y="64966"/>
                  <a:pt x="69894" y="65040"/>
                </a:cubicBezTo>
                <a:lnTo>
                  <a:pt x="69795" y="65115"/>
                </a:lnTo>
                <a:cubicBezTo>
                  <a:pt x="69297" y="65663"/>
                  <a:pt x="68799" y="66185"/>
                  <a:pt x="68276" y="66708"/>
                </a:cubicBezTo>
                <a:cubicBezTo>
                  <a:pt x="68003" y="66982"/>
                  <a:pt x="67704" y="67281"/>
                  <a:pt x="67405" y="67554"/>
                </a:cubicBezTo>
                <a:lnTo>
                  <a:pt x="67306" y="67654"/>
                </a:lnTo>
                <a:cubicBezTo>
                  <a:pt x="67281" y="67679"/>
                  <a:pt x="67256" y="67704"/>
                  <a:pt x="67206" y="67704"/>
                </a:cubicBezTo>
                <a:cubicBezTo>
                  <a:pt x="67156" y="67754"/>
                  <a:pt x="67057" y="67828"/>
                  <a:pt x="67007" y="67878"/>
                </a:cubicBezTo>
                <a:cubicBezTo>
                  <a:pt x="66833" y="68002"/>
                  <a:pt x="66708" y="68152"/>
                  <a:pt x="66559" y="68301"/>
                </a:cubicBezTo>
                <a:cubicBezTo>
                  <a:pt x="66459" y="68351"/>
                  <a:pt x="66410" y="68450"/>
                  <a:pt x="66310" y="68500"/>
                </a:cubicBezTo>
                <a:lnTo>
                  <a:pt x="65762" y="68973"/>
                </a:lnTo>
                <a:cubicBezTo>
                  <a:pt x="65638" y="69073"/>
                  <a:pt x="65514" y="69197"/>
                  <a:pt x="65414" y="69297"/>
                </a:cubicBezTo>
                <a:cubicBezTo>
                  <a:pt x="65314" y="69396"/>
                  <a:pt x="65190" y="69471"/>
                  <a:pt x="65090" y="69546"/>
                </a:cubicBezTo>
                <a:cubicBezTo>
                  <a:pt x="65041" y="69595"/>
                  <a:pt x="64966" y="69645"/>
                  <a:pt x="64916" y="69695"/>
                </a:cubicBezTo>
                <a:cubicBezTo>
                  <a:pt x="64767" y="69819"/>
                  <a:pt x="64642" y="69944"/>
                  <a:pt x="64468" y="70043"/>
                </a:cubicBezTo>
                <a:cubicBezTo>
                  <a:pt x="64393" y="70143"/>
                  <a:pt x="64294" y="70193"/>
                  <a:pt x="64169" y="70243"/>
                </a:cubicBezTo>
                <a:cubicBezTo>
                  <a:pt x="64145" y="70292"/>
                  <a:pt x="64070" y="70317"/>
                  <a:pt x="64045" y="70342"/>
                </a:cubicBezTo>
                <a:cubicBezTo>
                  <a:pt x="63896" y="70467"/>
                  <a:pt x="63771" y="70566"/>
                  <a:pt x="63597" y="70691"/>
                </a:cubicBezTo>
                <a:cubicBezTo>
                  <a:pt x="63572" y="70716"/>
                  <a:pt x="63547" y="70716"/>
                  <a:pt x="63522" y="70740"/>
                </a:cubicBezTo>
                <a:cubicBezTo>
                  <a:pt x="63473" y="70740"/>
                  <a:pt x="63473" y="70790"/>
                  <a:pt x="63448" y="70790"/>
                </a:cubicBezTo>
                <a:lnTo>
                  <a:pt x="63074" y="71064"/>
                </a:lnTo>
                <a:cubicBezTo>
                  <a:pt x="62950" y="71188"/>
                  <a:pt x="62825" y="71313"/>
                  <a:pt x="62676" y="71437"/>
                </a:cubicBezTo>
                <a:lnTo>
                  <a:pt x="62477" y="71263"/>
                </a:lnTo>
                <a:lnTo>
                  <a:pt x="61979" y="70765"/>
                </a:lnTo>
                <a:lnTo>
                  <a:pt x="61805" y="70566"/>
                </a:lnTo>
                <a:lnTo>
                  <a:pt x="61307" y="70068"/>
                </a:lnTo>
                <a:cubicBezTo>
                  <a:pt x="61232" y="70019"/>
                  <a:pt x="61183" y="69969"/>
                  <a:pt x="61133" y="69919"/>
                </a:cubicBezTo>
                <a:cubicBezTo>
                  <a:pt x="60959" y="69770"/>
                  <a:pt x="60809" y="69595"/>
                  <a:pt x="60610" y="69446"/>
                </a:cubicBezTo>
                <a:lnTo>
                  <a:pt x="60486" y="69322"/>
                </a:lnTo>
                <a:cubicBezTo>
                  <a:pt x="60311" y="69172"/>
                  <a:pt x="60112" y="69023"/>
                  <a:pt x="59963" y="68849"/>
                </a:cubicBezTo>
                <a:cubicBezTo>
                  <a:pt x="59938" y="68824"/>
                  <a:pt x="59913" y="68799"/>
                  <a:pt x="59863" y="68799"/>
                </a:cubicBezTo>
                <a:cubicBezTo>
                  <a:pt x="59689" y="68650"/>
                  <a:pt x="59490" y="68450"/>
                  <a:pt x="59316" y="68301"/>
                </a:cubicBezTo>
                <a:lnTo>
                  <a:pt x="59266" y="68276"/>
                </a:lnTo>
                <a:cubicBezTo>
                  <a:pt x="58644" y="67729"/>
                  <a:pt x="58071" y="67305"/>
                  <a:pt x="57499" y="66932"/>
                </a:cubicBezTo>
                <a:cubicBezTo>
                  <a:pt x="57698" y="66783"/>
                  <a:pt x="57872" y="66609"/>
                  <a:pt x="58096" y="66434"/>
                </a:cubicBezTo>
                <a:cubicBezTo>
                  <a:pt x="58196" y="66335"/>
                  <a:pt x="58320" y="66285"/>
                  <a:pt x="58395" y="66185"/>
                </a:cubicBezTo>
                <a:cubicBezTo>
                  <a:pt x="58469" y="66111"/>
                  <a:pt x="58519" y="66061"/>
                  <a:pt x="58594" y="66036"/>
                </a:cubicBezTo>
                <a:cubicBezTo>
                  <a:pt x="59017" y="65663"/>
                  <a:pt x="59440" y="65314"/>
                  <a:pt x="59863" y="64941"/>
                </a:cubicBezTo>
                <a:cubicBezTo>
                  <a:pt x="59963" y="64841"/>
                  <a:pt x="60062" y="64742"/>
                  <a:pt x="60187" y="64692"/>
                </a:cubicBezTo>
                <a:lnTo>
                  <a:pt x="60212" y="64667"/>
                </a:lnTo>
                <a:cubicBezTo>
                  <a:pt x="61307" y="63671"/>
                  <a:pt x="62402" y="62676"/>
                  <a:pt x="63448" y="61630"/>
                </a:cubicBezTo>
                <a:lnTo>
                  <a:pt x="63473" y="61605"/>
                </a:lnTo>
                <a:lnTo>
                  <a:pt x="64966" y="60112"/>
                </a:lnTo>
                <a:cubicBezTo>
                  <a:pt x="65066" y="60012"/>
                  <a:pt x="65140" y="59938"/>
                  <a:pt x="65215" y="59863"/>
                </a:cubicBezTo>
                <a:cubicBezTo>
                  <a:pt x="65663" y="59440"/>
                  <a:pt x="66061" y="58967"/>
                  <a:pt x="66509" y="58519"/>
                </a:cubicBezTo>
                <a:cubicBezTo>
                  <a:pt x="66559" y="58444"/>
                  <a:pt x="66659" y="58370"/>
                  <a:pt x="66708" y="58270"/>
                </a:cubicBezTo>
                <a:cubicBezTo>
                  <a:pt x="66833" y="58121"/>
                  <a:pt x="67007" y="57971"/>
                  <a:pt x="67132" y="57822"/>
                </a:cubicBezTo>
                <a:close/>
                <a:moveTo>
                  <a:pt x="9285" y="69670"/>
                </a:moveTo>
                <a:cubicBezTo>
                  <a:pt x="9384" y="70043"/>
                  <a:pt x="9459" y="70417"/>
                  <a:pt x="9533" y="70765"/>
                </a:cubicBezTo>
                <a:cubicBezTo>
                  <a:pt x="9409" y="70840"/>
                  <a:pt x="9260" y="70964"/>
                  <a:pt x="9135" y="71064"/>
                </a:cubicBezTo>
                <a:cubicBezTo>
                  <a:pt x="8961" y="71188"/>
                  <a:pt x="8812" y="71313"/>
                  <a:pt x="8662" y="71413"/>
                </a:cubicBezTo>
                <a:cubicBezTo>
                  <a:pt x="8637" y="71437"/>
                  <a:pt x="8588" y="71437"/>
                  <a:pt x="8563" y="71462"/>
                </a:cubicBezTo>
                <a:cubicBezTo>
                  <a:pt x="8787" y="70865"/>
                  <a:pt x="9036" y="70243"/>
                  <a:pt x="9285" y="69670"/>
                </a:cubicBezTo>
                <a:close/>
                <a:moveTo>
                  <a:pt x="57349" y="67057"/>
                </a:moveTo>
                <a:cubicBezTo>
                  <a:pt x="58320" y="67679"/>
                  <a:pt x="59341" y="68525"/>
                  <a:pt x="60461" y="69546"/>
                </a:cubicBezTo>
                <a:lnTo>
                  <a:pt x="60486" y="69571"/>
                </a:lnTo>
                <a:cubicBezTo>
                  <a:pt x="60685" y="69770"/>
                  <a:pt x="60909" y="69944"/>
                  <a:pt x="61083" y="70143"/>
                </a:cubicBezTo>
                <a:lnTo>
                  <a:pt x="61183" y="70218"/>
                </a:lnTo>
                <a:cubicBezTo>
                  <a:pt x="61357" y="70417"/>
                  <a:pt x="61556" y="70566"/>
                  <a:pt x="61730" y="70765"/>
                </a:cubicBezTo>
                <a:lnTo>
                  <a:pt x="61904" y="70915"/>
                </a:lnTo>
                <a:cubicBezTo>
                  <a:pt x="62079" y="71089"/>
                  <a:pt x="62228" y="71288"/>
                  <a:pt x="62427" y="71437"/>
                </a:cubicBezTo>
                <a:lnTo>
                  <a:pt x="62527" y="71537"/>
                </a:lnTo>
                <a:cubicBezTo>
                  <a:pt x="62477" y="71562"/>
                  <a:pt x="62477" y="71562"/>
                  <a:pt x="62452" y="71562"/>
                </a:cubicBezTo>
                <a:lnTo>
                  <a:pt x="61979" y="71089"/>
                </a:lnTo>
                <a:lnTo>
                  <a:pt x="61855" y="70964"/>
                </a:lnTo>
                <a:lnTo>
                  <a:pt x="61606" y="70716"/>
                </a:lnTo>
                <a:cubicBezTo>
                  <a:pt x="60013" y="69172"/>
                  <a:pt x="58594" y="67953"/>
                  <a:pt x="57300" y="67081"/>
                </a:cubicBezTo>
                <a:cubicBezTo>
                  <a:pt x="57324" y="67081"/>
                  <a:pt x="57324" y="67057"/>
                  <a:pt x="57349" y="67057"/>
                </a:cubicBezTo>
                <a:close/>
                <a:moveTo>
                  <a:pt x="52247" y="69172"/>
                </a:moveTo>
                <a:lnTo>
                  <a:pt x="52247" y="69222"/>
                </a:lnTo>
                <a:cubicBezTo>
                  <a:pt x="50507" y="70191"/>
                  <a:pt x="48768" y="70986"/>
                  <a:pt x="47054" y="71583"/>
                </a:cubicBezTo>
                <a:lnTo>
                  <a:pt x="47054" y="71583"/>
                </a:lnTo>
                <a:cubicBezTo>
                  <a:pt x="47119" y="71560"/>
                  <a:pt x="47119" y="71537"/>
                  <a:pt x="47119" y="71537"/>
                </a:cubicBezTo>
                <a:cubicBezTo>
                  <a:pt x="48787" y="70940"/>
                  <a:pt x="50504" y="70168"/>
                  <a:pt x="52247" y="69172"/>
                </a:cubicBezTo>
                <a:close/>
                <a:moveTo>
                  <a:pt x="39985" y="67375"/>
                </a:moveTo>
                <a:cubicBezTo>
                  <a:pt x="39970" y="67487"/>
                  <a:pt x="39958" y="67596"/>
                  <a:pt x="39950" y="67704"/>
                </a:cubicBezTo>
                <a:lnTo>
                  <a:pt x="39950" y="67803"/>
                </a:lnTo>
                <a:cubicBezTo>
                  <a:pt x="39950" y="67928"/>
                  <a:pt x="39926" y="68027"/>
                  <a:pt x="39926" y="68152"/>
                </a:cubicBezTo>
                <a:cubicBezTo>
                  <a:pt x="39901" y="68351"/>
                  <a:pt x="39901" y="68575"/>
                  <a:pt x="39851" y="68774"/>
                </a:cubicBezTo>
                <a:lnTo>
                  <a:pt x="39851" y="68824"/>
                </a:lnTo>
                <a:cubicBezTo>
                  <a:pt x="39851" y="68899"/>
                  <a:pt x="39851" y="68973"/>
                  <a:pt x="39826" y="69048"/>
                </a:cubicBezTo>
                <a:cubicBezTo>
                  <a:pt x="39901" y="69073"/>
                  <a:pt x="39901" y="69098"/>
                  <a:pt x="39901" y="69098"/>
                </a:cubicBezTo>
                <a:lnTo>
                  <a:pt x="39901" y="69446"/>
                </a:lnTo>
                <a:lnTo>
                  <a:pt x="39901" y="69595"/>
                </a:lnTo>
                <a:lnTo>
                  <a:pt x="39901" y="69844"/>
                </a:lnTo>
                <a:cubicBezTo>
                  <a:pt x="39901" y="70043"/>
                  <a:pt x="39926" y="70193"/>
                  <a:pt x="39926" y="70342"/>
                </a:cubicBezTo>
                <a:lnTo>
                  <a:pt x="39926" y="70442"/>
                </a:lnTo>
                <a:lnTo>
                  <a:pt x="39926" y="70566"/>
                </a:lnTo>
                <a:cubicBezTo>
                  <a:pt x="39926" y="70666"/>
                  <a:pt x="39950" y="70765"/>
                  <a:pt x="39950" y="70890"/>
                </a:cubicBezTo>
                <a:lnTo>
                  <a:pt x="39950" y="70964"/>
                </a:lnTo>
                <a:cubicBezTo>
                  <a:pt x="39950" y="71064"/>
                  <a:pt x="40000" y="71188"/>
                  <a:pt x="40000" y="71288"/>
                </a:cubicBezTo>
                <a:cubicBezTo>
                  <a:pt x="40000" y="71338"/>
                  <a:pt x="40025" y="71413"/>
                  <a:pt x="40025" y="71437"/>
                </a:cubicBezTo>
                <a:cubicBezTo>
                  <a:pt x="40025" y="71512"/>
                  <a:pt x="40050" y="71537"/>
                  <a:pt x="40050" y="71587"/>
                </a:cubicBezTo>
                <a:lnTo>
                  <a:pt x="40050" y="71637"/>
                </a:lnTo>
                <a:lnTo>
                  <a:pt x="40025" y="71587"/>
                </a:lnTo>
                <a:lnTo>
                  <a:pt x="40000" y="71562"/>
                </a:lnTo>
                <a:cubicBezTo>
                  <a:pt x="40000" y="71537"/>
                  <a:pt x="40000" y="71512"/>
                  <a:pt x="39950" y="71462"/>
                </a:cubicBezTo>
                <a:lnTo>
                  <a:pt x="39950" y="71413"/>
                </a:lnTo>
                <a:cubicBezTo>
                  <a:pt x="39926" y="71313"/>
                  <a:pt x="39926" y="71213"/>
                  <a:pt x="39901" y="71089"/>
                </a:cubicBezTo>
                <a:lnTo>
                  <a:pt x="39901" y="71064"/>
                </a:lnTo>
                <a:cubicBezTo>
                  <a:pt x="39901" y="70964"/>
                  <a:pt x="39876" y="70840"/>
                  <a:pt x="39876" y="70765"/>
                </a:cubicBezTo>
                <a:cubicBezTo>
                  <a:pt x="39876" y="70641"/>
                  <a:pt x="39826" y="70516"/>
                  <a:pt x="39826" y="70392"/>
                </a:cubicBezTo>
                <a:cubicBezTo>
                  <a:pt x="39826" y="70268"/>
                  <a:pt x="39801" y="70168"/>
                  <a:pt x="39801" y="70043"/>
                </a:cubicBezTo>
                <a:lnTo>
                  <a:pt x="39801" y="69894"/>
                </a:lnTo>
                <a:lnTo>
                  <a:pt x="39801" y="69670"/>
                </a:lnTo>
                <a:lnTo>
                  <a:pt x="39801" y="69297"/>
                </a:lnTo>
                <a:lnTo>
                  <a:pt x="39801" y="69073"/>
                </a:lnTo>
                <a:lnTo>
                  <a:pt x="39801" y="68899"/>
                </a:lnTo>
                <a:cubicBezTo>
                  <a:pt x="39801" y="68774"/>
                  <a:pt x="39801" y="68650"/>
                  <a:pt x="39826" y="68475"/>
                </a:cubicBezTo>
                <a:cubicBezTo>
                  <a:pt x="39826" y="68351"/>
                  <a:pt x="39876" y="68226"/>
                  <a:pt x="39876" y="68102"/>
                </a:cubicBezTo>
                <a:cubicBezTo>
                  <a:pt x="39876" y="67953"/>
                  <a:pt x="39901" y="67828"/>
                  <a:pt x="39926" y="67679"/>
                </a:cubicBezTo>
                <a:cubicBezTo>
                  <a:pt x="39926" y="67604"/>
                  <a:pt x="39926" y="67579"/>
                  <a:pt x="39950" y="67530"/>
                </a:cubicBezTo>
                <a:cubicBezTo>
                  <a:pt x="39950" y="67482"/>
                  <a:pt x="39971" y="67424"/>
                  <a:pt x="39985" y="67375"/>
                </a:cubicBezTo>
                <a:close/>
                <a:moveTo>
                  <a:pt x="71512" y="63323"/>
                </a:moveTo>
                <a:lnTo>
                  <a:pt x="71537" y="63348"/>
                </a:lnTo>
                <a:cubicBezTo>
                  <a:pt x="71388" y="63572"/>
                  <a:pt x="71239" y="63746"/>
                  <a:pt x="71039" y="63970"/>
                </a:cubicBezTo>
                <a:cubicBezTo>
                  <a:pt x="71015" y="63995"/>
                  <a:pt x="70990" y="64070"/>
                  <a:pt x="70915" y="64095"/>
                </a:cubicBezTo>
                <a:cubicBezTo>
                  <a:pt x="70691" y="64343"/>
                  <a:pt x="70442" y="64617"/>
                  <a:pt x="70243" y="64866"/>
                </a:cubicBezTo>
                <a:cubicBezTo>
                  <a:pt x="69994" y="65165"/>
                  <a:pt x="69770" y="65414"/>
                  <a:pt x="69521" y="65688"/>
                </a:cubicBezTo>
                <a:lnTo>
                  <a:pt x="69397" y="65812"/>
                </a:lnTo>
                <a:cubicBezTo>
                  <a:pt x="69148" y="66061"/>
                  <a:pt x="68899" y="66310"/>
                  <a:pt x="68650" y="66584"/>
                </a:cubicBezTo>
                <a:cubicBezTo>
                  <a:pt x="68401" y="66833"/>
                  <a:pt x="68152" y="67106"/>
                  <a:pt x="67903" y="67355"/>
                </a:cubicBezTo>
                <a:lnTo>
                  <a:pt x="67804" y="67455"/>
                </a:lnTo>
                <a:cubicBezTo>
                  <a:pt x="67530" y="67729"/>
                  <a:pt x="67256" y="67978"/>
                  <a:pt x="66957" y="68226"/>
                </a:cubicBezTo>
                <a:cubicBezTo>
                  <a:pt x="66708" y="68475"/>
                  <a:pt x="66435" y="68724"/>
                  <a:pt x="66186" y="68948"/>
                </a:cubicBezTo>
                <a:cubicBezTo>
                  <a:pt x="65887" y="69222"/>
                  <a:pt x="65538" y="69521"/>
                  <a:pt x="65190" y="69795"/>
                </a:cubicBezTo>
                <a:cubicBezTo>
                  <a:pt x="65041" y="69919"/>
                  <a:pt x="64891" y="70068"/>
                  <a:pt x="64717" y="70193"/>
                </a:cubicBezTo>
                <a:cubicBezTo>
                  <a:pt x="64642" y="70292"/>
                  <a:pt x="64543" y="70342"/>
                  <a:pt x="64443" y="70442"/>
                </a:cubicBezTo>
                <a:lnTo>
                  <a:pt x="63323" y="71288"/>
                </a:lnTo>
                <a:cubicBezTo>
                  <a:pt x="63149" y="71437"/>
                  <a:pt x="62925" y="71587"/>
                  <a:pt x="62726" y="71711"/>
                </a:cubicBezTo>
                <a:lnTo>
                  <a:pt x="62701" y="71686"/>
                </a:lnTo>
                <a:lnTo>
                  <a:pt x="62676" y="71661"/>
                </a:lnTo>
                <a:cubicBezTo>
                  <a:pt x="62950" y="71437"/>
                  <a:pt x="63099" y="71338"/>
                  <a:pt x="63224" y="71213"/>
                </a:cubicBezTo>
                <a:cubicBezTo>
                  <a:pt x="63298" y="71188"/>
                  <a:pt x="63323" y="71114"/>
                  <a:pt x="63373" y="71089"/>
                </a:cubicBezTo>
                <a:cubicBezTo>
                  <a:pt x="63448" y="71064"/>
                  <a:pt x="63497" y="70989"/>
                  <a:pt x="63572" y="70964"/>
                </a:cubicBezTo>
                <a:lnTo>
                  <a:pt x="63597" y="70964"/>
                </a:lnTo>
                <a:cubicBezTo>
                  <a:pt x="63796" y="70840"/>
                  <a:pt x="63970" y="70691"/>
                  <a:pt x="64145" y="70541"/>
                </a:cubicBezTo>
                <a:cubicBezTo>
                  <a:pt x="64169" y="70492"/>
                  <a:pt x="64219" y="70467"/>
                  <a:pt x="64269" y="70442"/>
                </a:cubicBezTo>
                <a:cubicBezTo>
                  <a:pt x="64344" y="70367"/>
                  <a:pt x="64418" y="70317"/>
                  <a:pt x="64518" y="70243"/>
                </a:cubicBezTo>
                <a:cubicBezTo>
                  <a:pt x="64518" y="70243"/>
                  <a:pt x="64543" y="70243"/>
                  <a:pt x="64543" y="70218"/>
                </a:cubicBezTo>
                <a:cubicBezTo>
                  <a:pt x="64692" y="70093"/>
                  <a:pt x="64817" y="69969"/>
                  <a:pt x="64966" y="69869"/>
                </a:cubicBezTo>
                <a:cubicBezTo>
                  <a:pt x="65140" y="69745"/>
                  <a:pt x="65314" y="69595"/>
                  <a:pt x="65464" y="69471"/>
                </a:cubicBezTo>
                <a:cubicBezTo>
                  <a:pt x="65563" y="69421"/>
                  <a:pt x="65663" y="69322"/>
                  <a:pt x="65762" y="69222"/>
                </a:cubicBezTo>
                <a:cubicBezTo>
                  <a:pt x="65837" y="69172"/>
                  <a:pt x="65937" y="69073"/>
                  <a:pt x="66036" y="68998"/>
                </a:cubicBezTo>
                <a:cubicBezTo>
                  <a:pt x="66161" y="68923"/>
                  <a:pt x="66285" y="68799"/>
                  <a:pt x="66385" y="68699"/>
                </a:cubicBezTo>
                <a:lnTo>
                  <a:pt x="66435" y="68625"/>
                </a:lnTo>
                <a:lnTo>
                  <a:pt x="66484" y="68575"/>
                </a:lnTo>
                <a:cubicBezTo>
                  <a:pt x="66534" y="68550"/>
                  <a:pt x="66584" y="68525"/>
                  <a:pt x="66609" y="68450"/>
                </a:cubicBezTo>
                <a:cubicBezTo>
                  <a:pt x="66833" y="68276"/>
                  <a:pt x="67032" y="68077"/>
                  <a:pt x="67231" y="67878"/>
                </a:cubicBezTo>
                <a:lnTo>
                  <a:pt x="67331" y="67803"/>
                </a:lnTo>
                <a:cubicBezTo>
                  <a:pt x="67604" y="67554"/>
                  <a:pt x="67853" y="67256"/>
                  <a:pt x="68152" y="67007"/>
                </a:cubicBezTo>
                <a:lnTo>
                  <a:pt x="68301" y="66857"/>
                </a:lnTo>
                <a:lnTo>
                  <a:pt x="68351" y="66808"/>
                </a:lnTo>
                <a:cubicBezTo>
                  <a:pt x="68824" y="66335"/>
                  <a:pt x="69297" y="65837"/>
                  <a:pt x="69770" y="65339"/>
                </a:cubicBezTo>
                <a:cubicBezTo>
                  <a:pt x="69770" y="65314"/>
                  <a:pt x="69795" y="65314"/>
                  <a:pt x="69795" y="65289"/>
                </a:cubicBezTo>
                <a:cubicBezTo>
                  <a:pt x="69919" y="65165"/>
                  <a:pt x="70044" y="64991"/>
                  <a:pt x="70168" y="64866"/>
                </a:cubicBezTo>
                <a:cubicBezTo>
                  <a:pt x="70193" y="64841"/>
                  <a:pt x="70193" y="64816"/>
                  <a:pt x="70218" y="64816"/>
                </a:cubicBezTo>
                <a:cubicBezTo>
                  <a:pt x="70566" y="64443"/>
                  <a:pt x="70890" y="64045"/>
                  <a:pt x="71214" y="63671"/>
                </a:cubicBezTo>
                <a:cubicBezTo>
                  <a:pt x="71288" y="63572"/>
                  <a:pt x="71338" y="63497"/>
                  <a:pt x="71413" y="63447"/>
                </a:cubicBezTo>
                <a:cubicBezTo>
                  <a:pt x="71438" y="63422"/>
                  <a:pt x="71463" y="63348"/>
                  <a:pt x="71512" y="63323"/>
                </a:cubicBezTo>
                <a:close/>
                <a:moveTo>
                  <a:pt x="52520" y="70342"/>
                </a:moveTo>
                <a:lnTo>
                  <a:pt x="52520" y="70367"/>
                </a:lnTo>
                <a:lnTo>
                  <a:pt x="52520" y="70417"/>
                </a:lnTo>
                <a:cubicBezTo>
                  <a:pt x="51878" y="70862"/>
                  <a:pt x="51235" y="71307"/>
                  <a:pt x="50568" y="71728"/>
                </a:cubicBezTo>
                <a:lnTo>
                  <a:pt x="50568" y="71728"/>
                </a:lnTo>
                <a:cubicBezTo>
                  <a:pt x="50646" y="71671"/>
                  <a:pt x="50711" y="71611"/>
                  <a:pt x="50803" y="71537"/>
                </a:cubicBezTo>
                <a:cubicBezTo>
                  <a:pt x="51375" y="71164"/>
                  <a:pt x="51973" y="70765"/>
                  <a:pt x="52520" y="70342"/>
                </a:cubicBezTo>
                <a:close/>
                <a:moveTo>
                  <a:pt x="35430" y="68498"/>
                </a:moveTo>
                <a:lnTo>
                  <a:pt x="35430" y="68498"/>
                </a:lnTo>
                <a:cubicBezTo>
                  <a:pt x="35557" y="68565"/>
                  <a:pt x="35684" y="68632"/>
                  <a:pt x="35818" y="68699"/>
                </a:cubicBezTo>
                <a:cubicBezTo>
                  <a:pt x="35893" y="68724"/>
                  <a:pt x="35943" y="68749"/>
                  <a:pt x="36042" y="68824"/>
                </a:cubicBezTo>
                <a:cubicBezTo>
                  <a:pt x="36267" y="68948"/>
                  <a:pt x="36441" y="69073"/>
                  <a:pt x="36665" y="69197"/>
                </a:cubicBezTo>
                <a:cubicBezTo>
                  <a:pt x="36764" y="69247"/>
                  <a:pt x="36839" y="69322"/>
                  <a:pt x="36939" y="69347"/>
                </a:cubicBezTo>
                <a:cubicBezTo>
                  <a:pt x="37138" y="69471"/>
                  <a:pt x="37287" y="69571"/>
                  <a:pt x="37461" y="69695"/>
                </a:cubicBezTo>
                <a:cubicBezTo>
                  <a:pt x="37586" y="69745"/>
                  <a:pt x="37685" y="69844"/>
                  <a:pt x="37810" y="69919"/>
                </a:cubicBezTo>
                <a:cubicBezTo>
                  <a:pt x="37959" y="69994"/>
                  <a:pt x="38084" y="70118"/>
                  <a:pt x="38258" y="70218"/>
                </a:cubicBezTo>
                <a:lnTo>
                  <a:pt x="38631" y="70492"/>
                </a:lnTo>
                <a:cubicBezTo>
                  <a:pt x="38756" y="70591"/>
                  <a:pt x="38880" y="70691"/>
                  <a:pt x="38980" y="70815"/>
                </a:cubicBezTo>
                <a:cubicBezTo>
                  <a:pt x="39104" y="70940"/>
                  <a:pt x="39278" y="71039"/>
                  <a:pt x="39403" y="71164"/>
                </a:cubicBezTo>
                <a:cubicBezTo>
                  <a:pt x="39502" y="71238"/>
                  <a:pt x="39602" y="71338"/>
                  <a:pt x="39701" y="71437"/>
                </a:cubicBezTo>
                <a:lnTo>
                  <a:pt x="39901" y="71612"/>
                </a:lnTo>
                <a:lnTo>
                  <a:pt x="39926" y="71736"/>
                </a:lnTo>
                <a:lnTo>
                  <a:pt x="39477" y="71313"/>
                </a:lnTo>
                <a:cubicBezTo>
                  <a:pt x="39403" y="71213"/>
                  <a:pt x="39303" y="71164"/>
                  <a:pt x="39204" y="71064"/>
                </a:cubicBezTo>
                <a:cubicBezTo>
                  <a:pt x="39054" y="70940"/>
                  <a:pt x="38905" y="70790"/>
                  <a:pt x="38731" y="70666"/>
                </a:cubicBezTo>
                <a:cubicBezTo>
                  <a:pt x="38656" y="70566"/>
                  <a:pt x="38557" y="70492"/>
                  <a:pt x="38432" y="70442"/>
                </a:cubicBezTo>
                <a:cubicBezTo>
                  <a:pt x="38283" y="70317"/>
                  <a:pt x="38108" y="70193"/>
                  <a:pt x="37934" y="70068"/>
                </a:cubicBezTo>
                <a:cubicBezTo>
                  <a:pt x="37835" y="69969"/>
                  <a:pt x="37710" y="69919"/>
                  <a:pt x="37586" y="69844"/>
                </a:cubicBezTo>
                <a:cubicBezTo>
                  <a:pt x="37436" y="69720"/>
                  <a:pt x="37237" y="69620"/>
                  <a:pt x="37088" y="69496"/>
                </a:cubicBezTo>
                <a:cubicBezTo>
                  <a:pt x="36963" y="69446"/>
                  <a:pt x="36839" y="69347"/>
                  <a:pt x="36764" y="69297"/>
                </a:cubicBezTo>
                <a:cubicBezTo>
                  <a:pt x="36590" y="69197"/>
                  <a:pt x="36416" y="69073"/>
                  <a:pt x="36267" y="68973"/>
                </a:cubicBezTo>
                <a:cubicBezTo>
                  <a:pt x="36142" y="68923"/>
                  <a:pt x="35993" y="68824"/>
                  <a:pt x="35893" y="68774"/>
                </a:cubicBezTo>
                <a:cubicBezTo>
                  <a:pt x="35732" y="68682"/>
                  <a:pt x="35571" y="68590"/>
                  <a:pt x="35430" y="68498"/>
                </a:cubicBezTo>
                <a:close/>
                <a:moveTo>
                  <a:pt x="62601" y="71686"/>
                </a:moveTo>
                <a:cubicBezTo>
                  <a:pt x="62651" y="71686"/>
                  <a:pt x="62651" y="71686"/>
                  <a:pt x="62676" y="71711"/>
                </a:cubicBezTo>
                <a:cubicBezTo>
                  <a:pt x="62651" y="71761"/>
                  <a:pt x="62651" y="71761"/>
                  <a:pt x="62601" y="71761"/>
                </a:cubicBezTo>
                <a:lnTo>
                  <a:pt x="62576" y="71711"/>
                </a:lnTo>
                <a:lnTo>
                  <a:pt x="62601" y="71686"/>
                </a:lnTo>
                <a:close/>
                <a:moveTo>
                  <a:pt x="9260" y="69197"/>
                </a:moveTo>
                <a:lnTo>
                  <a:pt x="9260" y="69297"/>
                </a:lnTo>
                <a:cubicBezTo>
                  <a:pt x="8911" y="70093"/>
                  <a:pt x="8563" y="70940"/>
                  <a:pt x="8264" y="71761"/>
                </a:cubicBezTo>
                <a:cubicBezTo>
                  <a:pt x="8229" y="71778"/>
                  <a:pt x="8207" y="71784"/>
                  <a:pt x="8196" y="71794"/>
                </a:cubicBezTo>
                <a:lnTo>
                  <a:pt x="8196" y="71794"/>
                </a:lnTo>
                <a:cubicBezTo>
                  <a:pt x="8542" y="70928"/>
                  <a:pt x="8889" y="70063"/>
                  <a:pt x="9260" y="69197"/>
                </a:cubicBezTo>
                <a:close/>
                <a:moveTo>
                  <a:pt x="47642" y="69645"/>
                </a:moveTo>
                <a:cubicBezTo>
                  <a:pt x="47268" y="70268"/>
                  <a:pt x="46895" y="70915"/>
                  <a:pt x="46547" y="71537"/>
                </a:cubicBezTo>
                <a:lnTo>
                  <a:pt x="45725" y="71811"/>
                </a:lnTo>
                <a:cubicBezTo>
                  <a:pt x="45675" y="71537"/>
                  <a:pt x="45650" y="71263"/>
                  <a:pt x="45601" y="71014"/>
                </a:cubicBezTo>
                <a:cubicBezTo>
                  <a:pt x="45626" y="70890"/>
                  <a:pt x="45650" y="70765"/>
                  <a:pt x="45675" y="70666"/>
                </a:cubicBezTo>
                <a:cubicBezTo>
                  <a:pt x="46347" y="70342"/>
                  <a:pt x="46995" y="70019"/>
                  <a:pt x="47642" y="69645"/>
                </a:cubicBezTo>
                <a:close/>
                <a:moveTo>
                  <a:pt x="45426" y="71313"/>
                </a:moveTo>
                <a:cubicBezTo>
                  <a:pt x="45476" y="71512"/>
                  <a:pt x="45501" y="71661"/>
                  <a:pt x="45501" y="71836"/>
                </a:cubicBezTo>
                <a:lnTo>
                  <a:pt x="45476" y="71885"/>
                </a:lnTo>
                <a:cubicBezTo>
                  <a:pt x="45426" y="71711"/>
                  <a:pt x="45426" y="71587"/>
                  <a:pt x="45402" y="71437"/>
                </a:cubicBezTo>
                <a:cubicBezTo>
                  <a:pt x="45402" y="71413"/>
                  <a:pt x="45426" y="71338"/>
                  <a:pt x="45426" y="71313"/>
                </a:cubicBezTo>
                <a:close/>
                <a:moveTo>
                  <a:pt x="32832" y="70591"/>
                </a:moveTo>
                <a:lnTo>
                  <a:pt x="32085" y="71910"/>
                </a:lnTo>
                <a:lnTo>
                  <a:pt x="32035" y="71910"/>
                </a:lnTo>
                <a:lnTo>
                  <a:pt x="32782" y="70591"/>
                </a:lnTo>
                <a:close/>
                <a:moveTo>
                  <a:pt x="45103" y="70940"/>
                </a:moveTo>
                <a:lnTo>
                  <a:pt x="45103" y="70964"/>
                </a:lnTo>
                <a:cubicBezTo>
                  <a:pt x="44978" y="71288"/>
                  <a:pt x="44879" y="71587"/>
                  <a:pt x="44779" y="71910"/>
                </a:cubicBezTo>
                <a:cubicBezTo>
                  <a:pt x="44306" y="71811"/>
                  <a:pt x="43858" y="71761"/>
                  <a:pt x="43360" y="71761"/>
                </a:cubicBezTo>
                <a:cubicBezTo>
                  <a:pt x="43933" y="71512"/>
                  <a:pt x="44530" y="71213"/>
                  <a:pt x="45103" y="70940"/>
                </a:cubicBezTo>
                <a:close/>
                <a:moveTo>
                  <a:pt x="21257" y="69322"/>
                </a:moveTo>
                <a:cubicBezTo>
                  <a:pt x="21606" y="69919"/>
                  <a:pt x="21979" y="70467"/>
                  <a:pt x="22452" y="70964"/>
                </a:cubicBezTo>
                <a:cubicBezTo>
                  <a:pt x="22327" y="71014"/>
                  <a:pt x="22153" y="71064"/>
                  <a:pt x="22029" y="71089"/>
                </a:cubicBezTo>
                <a:cubicBezTo>
                  <a:pt x="21929" y="71139"/>
                  <a:pt x="21855" y="71164"/>
                  <a:pt x="21730" y="71188"/>
                </a:cubicBezTo>
                <a:lnTo>
                  <a:pt x="20983" y="71462"/>
                </a:lnTo>
                <a:cubicBezTo>
                  <a:pt x="20884" y="71512"/>
                  <a:pt x="20759" y="71562"/>
                  <a:pt x="20660" y="71587"/>
                </a:cubicBezTo>
                <a:cubicBezTo>
                  <a:pt x="20411" y="71686"/>
                  <a:pt x="20212" y="71811"/>
                  <a:pt x="19938" y="71910"/>
                </a:cubicBezTo>
                <a:cubicBezTo>
                  <a:pt x="19913" y="71910"/>
                  <a:pt x="19888" y="71935"/>
                  <a:pt x="19888" y="71935"/>
                </a:cubicBezTo>
                <a:cubicBezTo>
                  <a:pt x="20361" y="71089"/>
                  <a:pt x="20784" y="70193"/>
                  <a:pt x="21257" y="69322"/>
                </a:cubicBezTo>
                <a:close/>
                <a:moveTo>
                  <a:pt x="45277" y="71836"/>
                </a:moveTo>
                <a:lnTo>
                  <a:pt x="45277" y="71910"/>
                </a:lnTo>
                <a:cubicBezTo>
                  <a:pt x="45277" y="71935"/>
                  <a:pt x="45252" y="71935"/>
                  <a:pt x="45252" y="71935"/>
                </a:cubicBezTo>
                <a:cubicBezTo>
                  <a:pt x="45252" y="71910"/>
                  <a:pt x="45277" y="71885"/>
                  <a:pt x="45277" y="71836"/>
                </a:cubicBezTo>
                <a:close/>
                <a:moveTo>
                  <a:pt x="9558" y="70964"/>
                </a:moveTo>
                <a:lnTo>
                  <a:pt x="9583" y="71014"/>
                </a:lnTo>
                <a:cubicBezTo>
                  <a:pt x="9509" y="71064"/>
                  <a:pt x="9384" y="71164"/>
                  <a:pt x="9285" y="71263"/>
                </a:cubicBezTo>
                <a:cubicBezTo>
                  <a:pt x="9135" y="71388"/>
                  <a:pt x="8961" y="71462"/>
                  <a:pt x="8837" y="71587"/>
                </a:cubicBezTo>
                <a:cubicBezTo>
                  <a:pt x="8712" y="71686"/>
                  <a:pt x="8588" y="71786"/>
                  <a:pt x="8463" y="71910"/>
                </a:cubicBezTo>
                <a:cubicBezTo>
                  <a:pt x="8438" y="71935"/>
                  <a:pt x="8413" y="71960"/>
                  <a:pt x="8388" y="71960"/>
                </a:cubicBezTo>
                <a:cubicBezTo>
                  <a:pt x="8388" y="71935"/>
                  <a:pt x="8413" y="71910"/>
                  <a:pt x="8413" y="71836"/>
                </a:cubicBezTo>
                <a:cubicBezTo>
                  <a:pt x="8438" y="71811"/>
                  <a:pt x="8488" y="71786"/>
                  <a:pt x="8538" y="71711"/>
                </a:cubicBezTo>
                <a:cubicBezTo>
                  <a:pt x="8911" y="71462"/>
                  <a:pt x="9210" y="71213"/>
                  <a:pt x="9558" y="70964"/>
                </a:cubicBezTo>
                <a:close/>
                <a:moveTo>
                  <a:pt x="33031" y="70666"/>
                </a:moveTo>
                <a:cubicBezTo>
                  <a:pt x="33056" y="70666"/>
                  <a:pt x="33056" y="70666"/>
                  <a:pt x="33080" y="70691"/>
                </a:cubicBezTo>
                <a:cubicBezTo>
                  <a:pt x="33578" y="71188"/>
                  <a:pt x="34151" y="71587"/>
                  <a:pt x="34723" y="71960"/>
                </a:cubicBezTo>
                <a:cubicBezTo>
                  <a:pt x="34213" y="71924"/>
                  <a:pt x="33690" y="71901"/>
                  <a:pt x="33162" y="71901"/>
                </a:cubicBezTo>
                <a:cubicBezTo>
                  <a:pt x="32969" y="71901"/>
                  <a:pt x="32776" y="71904"/>
                  <a:pt x="32583" y="71910"/>
                </a:cubicBezTo>
                <a:cubicBezTo>
                  <a:pt x="32483" y="71910"/>
                  <a:pt x="32408" y="71935"/>
                  <a:pt x="32309" y="71935"/>
                </a:cubicBezTo>
                <a:cubicBezTo>
                  <a:pt x="32558" y="71512"/>
                  <a:pt x="32782" y="71064"/>
                  <a:pt x="33031" y="70666"/>
                </a:cubicBezTo>
                <a:close/>
                <a:moveTo>
                  <a:pt x="45178" y="71313"/>
                </a:moveTo>
                <a:cubicBezTo>
                  <a:pt x="45178" y="71338"/>
                  <a:pt x="45227" y="71413"/>
                  <a:pt x="45227" y="71437"/>
                </a:cubicBezTo>
                <a:cubicBezTo>
                  <a:pt x="45153" y="71637"/>
                  <a:pt x="45103" y="71786"/>
                  <a:pt x="45053" y="71960"/>
                </a:cubicBezTo>
                <a:lnTo>
                  <a:pt x="45003" y="71960"/>
                </a:lnTo>
                <a:cubicBezTo>
                  <a:pt x="45053" y="71711"/>
                  <a:pt x="45128" y="71537"/>
                  <a:pt x="45178" y="71313"/>
                </a:cubicBezTo>
                <a:close/>
                <a:moveTo>
                  <a:pt x="33454" y="70765"/>
                </a:moveTo>
                <a:cubicBezTo>
                  <a:pt x="33479" y="70765"/>
                  <a:pt x="33553" y="70790"/>
                  <a:pt x="33578" y="70790"/>
                </a:cubicBezTo>
                <a:cubicBezTo>
                  <a:pt x="34151" y="71288"/>
                  <a:pt x="34773" y="71686"/>
                  <a:pt x="35445" y="72010"/>
                </a:cubicBezTo>
                <a:cubicBezTo>
                  <a:pt x="35346" y="72010"/>
                  <a:pt x="35296" y="71960"/>
                  <a:pt x="35196" y="71960"/>
                </a:cubicBezTo>
                <a:cubicBezTo>
                  <a:pt x="34549" y="71637"/>
                  <a:pt x="33952" y="71213"/>
                  <a:pt x="33454" y="70765"/>
                </a:cubicBezTo>
                <a:close/>
                <a:moveTo>
                  <a:pt x="41120" y="63871"/>
                </a:moveTo>
                <a:cubicBezTo>
                  <a:pt x="42440" y="65314"/>
                  <a:pt x="43485" y="66783"/>
                  <a:pt x="44182" y="68226"/>
                </a:cubicBezTo>
                <a:cubicBezTo>
                  <a:pt x="43435" y="69347"/>
                  <a:pt x="42738" y="70442"/>
                  <a:pt x="42066" y="71562"/>
                </a:cubicBezTo>
                <a:lnTo>
                  <a:pt x="42041" y="71562"/>
                </a:lnTo>
                <a:cubicBezTo>
                  <a:pt x="42016" y="71562"/>
                  <a:pt x="41991" y="71587"/>
                  <a:pt x="41991" y="71587"/>
                </a:cubicBezTo>
                <a:cubicBezTo>
                  <a:pt x="41867" y="71686"/>
                  <a:pt x="41743" y="71711"/>
                  <a:pt x="41618" y="71761"/>
                </a:cubicBezTo>
                <a:cubicBezTo>
                  <a:pt x="41245" y="71885"/>
                  <a:pt x="40896" y="71960"/>
                  <a:pt x="40523" y="72060"/>
                </a:cubicBezTo>
                <a:cubicBezTo>
                  <a:pt x="40448" y="72010"/>
                  <a:pt x="40423" y="71935"/>
                  <a:pt x="40374" y="71910"/>
                </a:cubicBezTo>
                <a:lnTo>
                  <a:pt x="40274" y="71437"/>
                </a:lnTo>
                <a:cubicBezTo>
                  <a:pt x="40274" y="71388"/>
                  <a:pt x="40249" y="71313"/>
                  <a:pt x="40249" y="71213"/>
                </a:cubicBezTo>
                <a:cubicBezTo>
                  <a:pt x="40199" y="71064"/>
                  <a:pt x="40199" y="70915"/>
                  <a:pt x="40174" y="70765"/>
                </a:cubicBezTo>
                <a:lnTo>
                  <a:pt x="40174" y="70716"/>
                </a:lnTo>
                <a:lnTo>
                  <a:pt x="40174" y="70691"/>
                </a:lnTo>
                <a:cubicBezTo>
                  <a:pt x="40174" y="70641"/>
                  <a:pt x="40150" y="70566"/>
                  <a:pt x="40150" y="70467"/>
                </a:cubicBezTo>
                <a:cubicBezTo>
                  <a:pt x="40150" y="70342"/>
                  <a:pt x="40150" y="70268"/>
                  <a:pt x="40125" y="70143"/>
                </a:cubicBezTo>
                <a:cubicBezTo>
                  <a:pt x="40125" y="70019"/>
                  <a:pt x="40075" y="69919"/>
                  <a:pt x="40075" y="69795"/>
                </a:cubicBezTo>
                <a:lnTo>
                  <a:pt x="40075" y="69720"/>
                </a:lnTo>
                <a:lnTo>
                  <a:pt x="40075" y="69645"/>
                </a:lnTo>
                <a:lnTo>
                  <a:pt x="40075" y="69571"/>
                </a:lnTo>
                <a:cubicBezTo>
                  <a:pt x="40075" y="69197"/>
                  <a:pt x="40075" y="68799"/>
                  <a:pt x="40125" y="68401"/>
                </a:cubicBezTo>
                <a:cubicBezTo>
                  <a:pt x="40125" y="68301"/>
                  <a:pt x="40125" y="68226"/>
                  <a:pt x="40150" y="68152"/>
                </a:cubicBezTo>
                <a:cubicBezTo>
                  <a:pt x="40249" y="67231"/>
                  <a:pt x="40398" y="66310"/>
                  <a:pt x="40647" y="65364"/>
                </a:cubicBezTo>
                <a:cubicBezTo>
                  <a:pt x="40772" y="64866"/>
                  <a:pt x="40921" y="64368"/>
                  <a:pt x="41120" y="63871"/>
                </a:cubicBezTo>
                <a:close/>
                <a:moveTo>
                  <a:pt x="46422" y="71786"/>
                </a:moveTo>
                <a:cubicBezTo>
                  <a:pt x="46422" y="71811"/>
                  <a:pt x="46397" y="71836"/>
                  <a:pt x="46397" y="71836"/>
                </a:cubicBezTo>
                <a:cubicBezTo>
                  <a:pt x="46173" y="71910"/>
                  <a:pt x="45924" y="71960"/>
                  <a:pt x="45725" y="72060"/>
                </a:cubicBezTo>
                <a:lnTo>
                  <a:pt x="45725" y="72010"/>
                </a:lnTo>
                <a:cubicBezTo>
                  <a:pt x="45974" y="71935"/>
                  <a:pt x="46173" y="71836"/>
                  <a:pt x="46422" y="71786"/>
                </a:cubicBezTo>
                <a:close/>
                <a:moveTo>
                  <a:pt x="40125" y="71935"/>
                </a:moveTo>
                <a:lnTo>
                  <a:pt x="40150" y="71960"/>
                </a:lnTo>
                <a:lnTo>
                  <a:pt x="40174" y="72010"/>
                </a:lnTo>
                <a:lnTo>
                  <a:pt x="40199" y="72085"/>
                </a:lnTo>
                <a:lnTo>
                  <a:pt x="40150" y="72035"/>
                </a:lnTo>
                <a:cubicBezTo>
                  <a:pt x="40150" y="72010"/>
                  <a:pt x="40150" y="71960"/>
                  <a:pt x="40125" y="71935"/>
                </a:cubicBezTo>
                <a:close/>
                <a:moveTo>
                  <a:pt x="21058" y="69073"/>
                </a:moveTo>
                <a:cubicBezTo>
                  <a:pt x="21133" y="69098"/>
                  <a:pt x="21133" y="69098"/>
                  <a:pt x="21133" y="69147"/>
                </a:cubicBezTo>
                <a:cubicBezTo>
                  <a:pt x="20610" y="70143"/>
                  <a:pt x="20112" y="71089"/>
                  <a:pt x="19639" y="72085"/>
                </a:cubicBezTo>
                <a:cubicBezTo>
                  <a:pt x="19614" y="72085"/>
                  <a:pt x="19589" y="72134"/>
                  <a:pt x="19540" y="72134"/>
                </a:cubicBezTo>
                <a:cubicBezTo>
                  <a:pt x="20038" y="71089"/>
                  <a:pt x="20535" y="70093"/>
                  <a:pt x="21058" y="69073"/>
                </a:cubicBezTo>
                <a:close/>
                <a:moveTo>
                  <a:pt x="42912" y="71935"/>
                </a:moveTo>
                <a:cubicBezTo>
                  <a:pt x="43510" y="71935"/>
                  <a:pt x="44132" y="71960"/>
                  <a:pt x="44729" y="72085"/>
                </a:cubicBezTo>
                <a:cubicBezTo>
                  <a:pt x="44655" y="72085"/>
                  <a:pt x="44630" y="72134"/>
                  <a:pt x="44555" y="72134"/>
                </a:cubicBezTo>
                <a:cubicBezTo>
                  <a:pt x="44131" y="72042"/>
                  <a:pt x="43679" y="71991"/>
                  <a:pt x="43230" y="71991"/>
                </a:cubicBezTo>
                <a:cubicBezTo>
                  <a:pt x="43073" y="71991"/>
                  <a:pt x="42917" y="71997"/>
                  <a:pt x="42763" y="72010"/>
                </a:cubicBezTo>
                <a:cubicBezTo>
                  <a:pt x="42813" y="71960"/>
                  <a:pt x="42863" y="71960"/>
                  <a:pt x="42912" y="71935"/>
                </a:cubicBezTo>
                <a:close/>
                <a:moveTo>
                  <a:pt x="11077" y="54885"/>
                </a:moveTo>
                <a:lnTo>
                  <a:pt x="11077" y="54885"/>
                </a:lnTo>
                <a:cubicBezTo>
                  <a:pt x="9807" y="58519"/>
                  <a:pt x="9085" y="62004"/>
                  <a:pt x="9011" y="65190"/>
                </a:cubicBezTo>
                <a:lnTo>
                  <a:pt x="9011" y="65464"/>
                </a:lnTo>
                <a:lnTo>
                  <a:pt x="9011" y="66584"/>
                </a:lnTo>
                <a:cubicBezTo>
                  <a:pt x="9011" y="66733"/>
                  <a:pt x="9011" y="66907"/>
                  <a:pt x="9036" y="67032"/>
                </a:cubicBezTo>
                <a:cubicBezTo>
                  <a:pt x="9036" y="67106"/>
                  <a:pt x="9036" y="67206"/>
                  <a:pt x="9061" y="67305"/>
                </a:cubicBezTo>
                <a:cubicBezTo>
                  <a:pt x="9061" y="67530"/>
                  <a:pt x="9085" y="67729"/>
                  <a:pt x="9085" y="67928"/>
                </a:cubicBezTo>
                <a:cubicBezTo>
                  <a:pt x="9110" y="68102"/>
                  <a:pt x="9110" y="68301"/>
                  <a:pt x="9160" y="68450"/>
                </a:cubicBezTo>
                <a:cubicBezTo>
                  <a:pt x="9160" y="68575"/>
                  <a:pt x="9185" y="68699"/>
                  <a:pt x="9185" y="68824"/>
                </a:cubicBezTo>
                <a:cubicBezTo>
                  <a:pt x="8712" y="69894"/>
                  <a:pt x="8289" y="70964"/>
                  <a:pt x="7866" y="72060"/>
                </a:cubicBezTo>
                <a:lnTo>
                  <a:pt x="7791" y="72159"/>
                </a:lnTo>
                <a:cubicBezTo>
                  <a:pt x="5675" y="69894"/>
                  <a:pt x="4331" y="67480"/>
                  <a:pt x="3833" y="65215"/>
                </a:cubicBezTo>
                <a:cubicBezTo>
                  <a:pt x="4904" y="62302"/>
                  <a:pt x="6198" y="59340"/>
                  <a:pt x="7766" y="56353"/>
                </a:cubicBezTo>
                <a:cubicBezTo>
                  <a:pt x="8712" y="55756"/>
                  <a:pt x="9832" y="55258"/>
                  <a:pt x="11077" y="54885"/>
                </a:cubicBezTo>
                <a:close/>
                <a:moveTo>
                  <a:pt x="31985" y="72134"/>
                </a:moveTo>
                <a:cubicBezTo>
                  <a:pt x="31985" y="72159"/>
                  <a:pt x="31960" y="72159"/>
                  <a:pt x="31960" y="72184"/>
                </a:cubicBezTo>
                <a:lnTo>
                  <a:pt x="31911" y="72184"/>
                </a:lnTo>
                <a:cubicBezTo>
                  <a:pt x="31911" y="72159"/>
                  <a:pt x="31935" y="72159"/>
                  <a:pt x="31935" y="72134"/>
                </a:cubicBezTo>
                <a:close/>
                <a:moveTo>
                  <a:pt x="45153" y="72159"/>
                </a:moveTo>
                <a:cubicBezTo>
                  <a:pt x="45178" y="72159"/>
                  <a:pt x="45227" y="72159"/>
                  <a:pt x="45252" y="72184"/>
                </a:cubicBezTo>
                <a:cubicBezTo>
                  <a:pt x="45227" y="72184"/>
                  <a:pt x="45178" y="72209"/>
                  <a:pt x="45153" y="72209"/>
                </a:cubicBezTo>
                <a:lnTo>
                  <a:pt x="45153" y="72159"/>
                </a:lnTo>
                <a:close/>
                <a:moveTo>
                  <a:pt x="71811" y="63348"/>
                </a:moveTo>
                <a:lnTo>
                  <a:pt x="72234" y="63746"/>
                </a:lnTo>
                <a:cubicBezTo>
                  <a:pt x="69446" y="66733"/>
                  <a:pt x="66534" y="69546"/>
                  <a:pt x="63423" y="72209"/>
                </a:cubicBezTo>
                <a:cubicBezTo>
                  <a:pt x="63273" y="72060"/>
                  <a:pt x="63149" y="71910"/>
                  <a:pt x="62975" y="71761"/>
                </a:cubicBezTo>
                <a:lnTo>
                  <a:pt x="63348" y="71462"/>
                </a:lnTo>
                <a:cubicBezTo>
                  <a:pt x="63522" y="71338"/>
                  <a:pt x="63697" y="71213"/>
                  <a:pt x="63846" y="71089"/>
                </a:cubicBezTo>
                <a:cubicBezTo>
                  <a:pt x="64045" y="70940"/>
                  <a:pt x="64219" y="70815"/>
                  <a:pt x="64418" y="70666"/>
                </a:cubicBezTo>
                <a:cubicBezTo>
                  <a:pt x="64443" y="70641"/>
                  <a:pt x="64518" y="70591"/>
                  <a:pt x="64543" y="70566"/>
                </a:cubicBezTo>
                <a:cubicBezTo>
                  <a:pt x="64568" y="70541"/>
                  <a:pt x="64642" y="70516"/>
                  <a:pt x="64667" y="70467"/>
                </a:cubicBezTo>
                <a:lnTo>
                  <a:pt x="64767" y="70367"/>
                </a:lnTo>
                <a:cubicBezTo>
                  <a:pt x="65314" y="69944"/>
                  <a:pt x="65837" y="69471"/>
                  <a:pt x="66385" y="68998"/>
                </a:cubicBezTo>
                <a:lnTo>
                  <a:pt x="66410" y="68973"/>
                </a:lnTo>
                <a:lnTo>
                  <a:pt x="66459" y="68923"/>
                </a:lnTo>
                <a:cubicBezTo>
                  <a:pt x="66957" y="68475"/>
                  <a:pt x="67430" y="68052"/>
                  <a:pt x="67903" y="67579"/>
                </a:cubicBezTo>
                <a:cubicBezTo>
                  <a:pt x="68003" y="67530"/>
                  <a:pt x="68052" y="67430"/>
                  <a:pt x="68152" y="67355"/>
                </a:cubicBezTo>
                <a:lnTo>
                  <a:pt x="68202" y="67305"/>
                </a:lnTo>
                <a:lnTo>
                  <a:pt x="68301" y="67206"/>
                </a:lnTo>
                <a:cubicBezTo>
                  <a:pt x="68700" y="66808"/>
                  <a:pt x="69123" y="66409"/>
                  <a:pt x="69521" y="65961"/>
                </a:cubicBezTo>
                <a:cubicBezTo>
                  <a:pt x="69646" y="65837"/>
                  <a:pt x="69745" y="65712"/>
                  <a:pt x="69870" y="65588"/>
                </a:cubicBezTo>
                <a:cubicBezTo>
                  <a:pt x="69894" y="65563"/>
                  <a:pt x="69894" y="65538"/>
                  <a:pt x="69919" y="65538"/>
                </a:cubicBezTo>
                <a:cubicBezTo>
                  <a:pt x="70193" y="65215"/>
                  <a:pt x="70492" y="64916"/>
                  <a:pt x="70766" y="64567"/>
                </a:cubicBezTo>
                <a:cubicBezTo>
                  <a:pt x="70865" y="64468"/>
                  <a:pt x="70940" y="64368"/>
                  <a:pt x="71015" y="64294"/>
                </a:cubicBezTo>
                <a:cubicBezTo>
                  <a:pt x="71139" y="64119"/>
                  <a:pt x="71263" y="63995"/>
                  <a:pt x="71388" y="63846"/>
                </a:cubicBezTo>
                <a:lnTo>
                  <a:pt x="71413" y="63821"/>
                </a:lnTo>
                <a:cubicBezTo>
                  <a:pt x="71537" y="63671"/>
                  <a:pt x="71687" y="63497"/>
                  <a:pt x="71811" y="63348"/>
                </a:cubicBezTo>
                <a:close/>
                <a:moveTo>
                  <a:pt x="33221" y="72051"/>
                </a:moveTo>
                <a:cubicBezTo>
                  <a:pt x="33878" y="72051"/>
                  <a:pt x="34525" y="72083"/>
                  <a:pt x="35171" y="72159"/>
                </a:cubicBezTo>
                <a:cubicBezTo>
                  <a:pt x="35221" y="72184"/>
                  <a:pt x="35321" y="72209"/>
                  <a:pt x="35370" y="72259"/>
                </a:cubicBezTo>
                <a:cubicBezTo>
                  <a:pt x="34706" y="72166"/>
                  <a:pt x="34028" y="72115"/>
                  <a:pt x="33336" y="72115"/>
                </a:cubicBezTo>
                <a:cubicBezTo>
                  <a:pt x="33095" y="72115"/>
                  <a:pt x="32852" y="72121"/>
                  <a:pt x="32608" y="72134"/>
                </a:cubicBezTo>
                <a:cubicBezTo>
                  <a:pt x="32458" y="72134"/>
                  <a:pt x="32334" y="72159"/>
                  <a:pt x="32184" y="72159"/>
                </a:cubicBezTo>
                <a:cubicBezTo>
                  <a:pt x="32184" y="72134"/>
                  <a:pt x="32209" y="72134"/>
                  <a:pt x="32209" y="72085"/>
                </a:cubicBezTo>
                <a:cubicBezTo>
                  <a:pt x="32334" y="72085"/>
                  <a:pt x="32483" y="72060"/>
                  <a:pt x="32608" y="72060"/>
                </a:cubicBezTo>
                <a:cubicBezTo>
                  <a:pt x="32813" y="72054"/>
                  <a:pt x="33017" y="72051"/>
                  <a:pt x="33221" y="72051"/>
                </a:cubicBezTo>
                <a:close/>
                <a:moveTo>
                  <a:pt x="46248" y="72085"/>
                </a:moveTo>
                <a:lnTo>
                  <a:pt x="46248" y="72085"/>
                </a:lnTo>
                <a:cubicBezTo>
                  <a:pt x="46223" y="72159"/>
                  <a:pt x="46173" y="72209"/>
                  <a:pt x="46148" y="72259"/>
                </a:cubicBezTo>
                <a:cubicBezTo>
                  <a:pt x="46099" y="72209"/>
                  <a:pt x="46024" y="72184"/>
                  <a:pt x="45924" y="72184"/>
                </a:cubicBezTo>
                <a:cubicBezTo>
                  <a:pt x="46024" y="72159"/>
                  <a:pt x="46148" y="72134"/>
                  <a:pt x="46248" y="72085"/>
                </a:cubicBezTo>
                <a:close/>
                <a:moveTo>
                  <a:pt x="8164" y="72060"/>
                </a:moveTo>
                <a:cubicBezTo>
                  <a:pt x="8164" y="72134"/>
                  <a:pt x="8164" y="72159"/>
                  <a:pt x="8140" y="72184"/>
                </a:cubicBezTo>
                <a:lnTo>
                  <a:pt x="8090" y="72209"/>
                </a:lnTo>
                <a:lnTo>
                  <a:pt x="8040" y="72284"/>
                </a:lnTo>
                <a:cubicBezTo>
                  <a:pt x="8040" y="72259"/>
                  <a:pt x="8065" y="72184"/>
                  <a:pt x="8065" y="72159"/>
                </a:cubicBezTo>
                <a:lnTo>
                  <a:pt x="8164" y="72060"/>
                </a:lnTo>
                <a:close/>
                <a:moveTo>
                  <a:pt x="3709" y="65513"/>
                </a:moveTo>
                <a:cubicBezTo>
                  <a:pt x="4281" y="67754"/>
                  <a:pt x="5601" y="70068"/>
                  <a:pt x="7617" y="72284"/>
                </a:cubicBezTo>
                <a:cubicBezTo>
                  <a:pt x="7592" y="72284"/>
                  <a:pt x="7592" y="72309"/>
                  <a:pt x="7567" y="72309"/>
                </a:cubicBezTo>
                <a:cubicBezTo>
                  <a:pt x="5576" y="70168"/>
                  <a:pt x="4232" y="67853"/>
                  <a:pt x="3684" y="65613"/>
                </a:cubicBezTo>
                <a:cubicBezTo>
                  <a:pt x="3684" y="65588"/>
                  <a:pt x="3709" y="65563"/>
                  <a:pt x="3709" y="65513"/>
                </a:cubicBezTo>
                <a:close/>
                <a:moveTo>
                  <a:pt x="22601" y="71089"/>
                </a:moveTo>
                <a:lnTo>
                  <a:pt x="22626" y="71139"/>
                </a:lnTo>
                <a:lnTo>
                  <a:pt x="22651" y="71164"/>
                </a:lnTo>
                <a:cubicBezTo>
                  <a:pt x="22029" y="71388"/>
                  <a:pt x="21407" y="71587"/>
                  <a:pt x="20784" y="71836"/>
                </a:cubicBezTo>
                <a:cubicBezTo>
                  <a:pt x="20486" y="71960"/>
                  <a:pt x="20137" y="72134"/>
                  <a:pt x="19813" y="72284"/>
                </a:cubicBezTo>
                <a:cubicBezTo>
                  <a:pt x="19789" y="72284"/>
                  <a:pt x="19789" y="72309"/>
                  <a:pt x="19764" y="72309"/>
                </a:cubicBezTo>
                <a:cubicBezTo>
                  <a:pt x="19764" y="72309"/>
                  <a:pt x="19764" y="72284"/>
                  <a:pt x="19789" y="72284"/>
                </a:cubicBezTo>
                <a:cubicBezTo>
                  <a:pt x="19789" y="72284"/>
                  <a:pt x="19789" y="72259"/>
                  <a:pt x="19813" y="72259"/>
                </a:cubicBezTo>
                <a:cubicBezTo>
                  <a:pt x="19838" y="72209"/>
                  <a:pt x="19888" y="72184"/>
                  <a:pt x="19913" y="72159"/>
                </a:cubicBezTo>
                <a:cubicBezTo>
                  <a:pt x="20212" y="72035"/>
                  <a:pt x="20436" y="71910"/>
                  <a:pt x="20734" y="71786"/>
                </a:cubicBezTo>
                <a:cubicBezTo>
                  <a:pt x="20784" y="71761"/>
                  <a:pt x="20859" y="71761"/>
                  <a:pt x="20909" y="71711"/>
                </a:cubicBezTo>
                <a:cubicBezTo>
                  <a:pt x="21183" y="71587"/>
                  <a:pt x="21506" y="71462"/>
                  <a:pt x="21780" y="71388"/>
                </a:cubicBezTo>
                <a:cubicBezTo>
                  <a:pt x="21805" y="71338"/>
                  <a:pt x="21879" y="71338"/>
                  <a:pt x="21904" y="71313"/>
                </a:cubicBezTo>
                <a:cubicBezTo>
                  <a:pt x="22128" y="71213"/>
                  <a:pt x="22352" y="71164"/>
                  <a:pt x="22601" y="71089"/>
                </a:cubicBezTo>
                <a:close/>
                <a:moveTo>
                  <a:pt x="41295" y="72134"/>
                </a:moveTo>
                <a:cubicBezTo>
                  <a:pt x="41270" y="72134"/>
                  <a:pt x="41170" y="72159"/>
                  <a:pt x="41071" y="72184"/>
                </a:cubicBezTo>
                <a:cubicBezTo>
                  <a:pt x="40946" y="72209"/>
                  <a:pt x="40822" y="72259"/>
                  <a:pt x="40697" y="72309"/>
                </a:cubicBezTo>
                <a:cubicBezTo>
                  <a:pt x="40697" y="72309"/>
                  <a:pt x="40697" y="72284"/>
                  <a:pt x="40672" y="72284"/>
                </a:cubicBezTo>
                <a:lnTo>
                  <a:pt x="40647" y="72259"/>
                </a:lnTo>
                <a:cubicBezTo>
                  <a:pt x="40797" y="72209"/>
                  <a:pt x="40996" y="72159"/>
                  <a:pt x="41145" y="72134"/>
                </a:cubicBezTo>
                <a:close/>
                <a:moveTo>
                  <a:pt x="45551" y="72284"/>
                </a:moveTo>
                <a:lnTo>
                  <a:pt x="45551" y="72309"/>
                </a:lnTo>
                <a:cubicBezTo>
                  <a:pt x="45526" y="72309"/>
                  <a:pt x="45526" y="72309"/>
                  <a:pt x="45501" y="72284"/>
                </a:cubicBezTo>
                <a:lnTo>
                  <a:pt x="45501" y="72284"/>
                </a:lnTo>
                <a:cubicBezTo>
                  <a:pt x="45509" y="72292"/>
                  <a:pt x="45515" y="72295"/>
                  <a:pt x="45520" y="72295"/>
                </a:cubicBezTo>
                <a:cubicBezTo>
                  <a:pt x="45529" y="72295"/>
                  <a:pt x="45534" y="72284"/>
                  <a:pt x="45551" y="72284"/>
                </a:cubicBezTo>
                <a:close/>
                <a:moveTo>
                  <a:pt x="62825" y="71836"/>
                </a:moveTo>
                <a:cubicBezTo>
                  <a:pt x="62975" y="72010"/>
                  <a:pt x="63149" y="72159"/>
                  <a:pt x="63298" y="72333"/>
                </a:cubicBezTo>
                <a:cubicBezTo>
                  <a:pt x="63273" y="72333"/>
                  <a:pt x="63224" y="72383"/>
                  <a:pt x="63224" y="72383"/>
                </a:cubicBezTo>
                <a:cubicBezTo>
                  <a:pt x="63074" y="72209"/>
                  <a:pt x="62925" y="72035"/>
                  <a:pt x="62751" y="71885"/>
                </a:cubicBezTo>
                <a:lnTo>
                  <a:pt x="62800" y="71885"/>
                </a:lnTo>
                <a:lnTo>
                  <a:pt x="62825" y="71836"/>
                </a:lnTo>
                <a:close/>
                <a:moveTo>
                  <a:pt x="72309" y="63945"/>
                </a:moveTo>
                <a:lnTo>
                  <a:pt x="72359" y="63970"/>
                </a:lnTo>
                <a:cubicBezTo>
                  <a:pt x="69621" y="66907"/>
                  <a:pt x="66683" y="69720"/>
                  <a:pt x="63572" y="72408"/>
                </a:cubicBezTo>
                <a:lnTo>
                  <a:pt x="63547" y="72383"/>
                </a:lnTo>
                <a:lnTo>
                  <a:pt x="63522" y="72333"/>
                </a:lnTo>
                <a:cubicBezTo>
                  <a:pt x="66659" y="69695"/>
                  <a:pt x="69571" y="66857"/>
                  <a:pt x="72309" y="63945"/>
                </a:cubicBezTo>
                <a:close/>
                <a:moveTo>
                  <a:pt x="34474" y="68276"/>
                </a:moveTo>
                <a:cubicBezTo>
                  <a:pt x="34574" y="68301"/>
                  <a:pt x="34649" y="68326"/>
                  <a:pt x="34723" y="68401"/>
                </a:cubicBezTo>
                <a:cubicBezTo>
                  <a:pt x="34898" y="68475"/>
                  <a:pt x="35072" y="68550"/>
                  <a:pt x="35221" y="68650"/>
                </a:cubicBezTo>
                <a:cubicBezTo>
                  <a:pt x="35395" y="68699"/>
                  <a:pt x="35520" y="68799"/>
                  <a:pt x="35644" y="68849"/>
                </a:cubicBezTo>
                <a:cubicBezTo>
                  <a:pt x="35794" y="68948"/>
                  <a:pt x="35943" y="69023"/>
                  <a:pt x="36092" y="69098"/>
                </a:cubicBezTo>
                <a:cubicBezTo>
                  <a:pt x="36267" y="69197"/>
                  <a:pt x="36391" y="69272"/>
                  <a:pt x="36540" y="69347"/>
                </a:cubicBezTo>
                <a:cubicBezTo>
                  <a:pt x="36690" y="69446"/>
                  <a:pt x="36814" y="69546"/>
                  <a:pt x="36963" y="69645"/>
                </a:cubicBezTo>
                <a:cubicBezTo>
                  <a:pt x="37088" y="69720"/>
                  <a:pt x="37262" y="69819"/>
                  <a:pt x="37387" y="69919"/>
                </a:cubicBezTo>
                <a:cubicBezTo>
                  <a:pt x="37511" y="70019"/>
                  <a:pt x="37660" y="70093"/>
                  <a:pt x="37785" y="70193"/>
                </a:cubicBezTo>
                <a:cubicBezTo>
                  <a:pt x="37909" y="70292"/>
                  <a:pt x="38034" y="70392"/>
                  <a:pt x="38183" y="70516"/>
                </a:cubicBezTo>
                <a:cubicBezTo>
                  <a:pt x="38308" y="70591"/>
                  <a:pt x="38432" y="70691"/>
                  <a:pt x="38557" y="70815"/>
                </a:cubicBezTo>
                <a:cubicBezTo>
                  <a:pt x="38681" y="70915"/>
                  <a:pt x="38805" y="71039"/>
                  <a:pt x="38930" y="71139"/>
                </a:cubicBezTo>
                <a:cubicBezTo>
                  <a:pt x="39054" y="71213"/>
                  <a:pt x="39179" y="71338"/>
                  <a:pt x="39303" y="71437"/>
                </a:cubicBezTo>
                <a:cubicBezTo>
                  <a:pt x="39428" y="71562"/>
                  <a:pt x="39552" y="71686"/>
                  <a:pt x="39677" y="71786"/>
                </a:cubicBezTo>
                <a:lnTo>
                  <a:pt x="40000" y="72085"/>
                </a:lnTo>
                <a:cubicBezTo>
                  <a:pt x="40000" y="72134"/>
                  <a:pt x="40000" y="72134"/>
                  <a:pt x="40025" y="72134"/>
                </a:cubicBezTo>
                <a:lnTo>
                  <a:pt x="40025" y="72159"/>
                </a:lnTo>
                <a:cubicBezTo>
                  <a:pt x="39577" y="72309"/>
                  <a:pt x="39204" y="72383"/>
                  <a:pt x="38830" y="72433"/>
                </a:cubicBezTo>
                <a:cubicBezTo>
                  <a:pt x="38631" y="72309"/>
                  <a:pt x="38382" y="72159"/>
                  <a:pt x="38158" y="72035"/>
                </a:cubicBezTo>
                <a:lnTo>
                  <a:pt x="38133" y="72010"/>
                </a:lnTo>
                <a:cubicBezTo>
                  <a:pt x="36839" y="71288"/>
                  <a:pt x="35445" y="70765"/>
                  <a:pt x="33977" y="70392"/>
                </a:cubicBezTo>
                <a:cubicBezTo>
                  <a:pt x="33927" y="70392"/>
                  <a:pt x="33902" y="70342"/>
                  <a:pt x="33827" y="70342"/>
                </a:cubicBezTo>
                <a:cubicBezTo>
                  <a:pt x="33678" y="70317"/>
                  <a:pt x="33479" y="70268"/>
                  <a:pt x="33329" y="70218"/>
                </a:cubicBezTo>
                <a:cubicBezTo>
                  <a:pt x="33329" y="70218"/>
                  <a:pt x="33304" y="70218"/>
                  <a:pt x="33304" y="70193"/>
                </a:cubicBezTo>
                <a:cubicBezTo>
                  <a:pt x="33678" y="69546"/>
                  <a:pt x="34076" y="68899"/>
                  <a:pt x="34474" y="68276"/>
                </a:cubicBezTo>
                <a:close/>
                <a:moveTo>
                  <a:pt x="35843" y="72259"/>
                </a:moveTo>
                <a:lnTo>
                  <a:pt x="35843" y="72259"/>
                </a:lnTo>
                <a:cubicBezTo>
                  <a:pt x="35943" y="72284"/>
                  <a:pt x="36067" y="72284"/>
                  <a:pt x="36167" y="72309"/>
                </a:cubicBezTo>
                <a:cubicBezTo>
                  <a:pt x="36328" y="72362"/>
                  <a:pt x="36476" y="72403"/>
                  <a:pt x="36638" y="72449"/>
                </a:cubicBezTo>
                <a:lnTo>
                  <a:pt x="36638" y="72449"/>
                </a:lnTo>
                <a:cubicBezTo>
                  <a:pt x="36493" y="72417"/>
                  <a:pt x="36335" y="72400"/>
                  <a:pt x="36167" y="72383"/>
                </a:cubicBezTo>
                <a:cubicBezTo>
                  <a:pt x="36142" y="72383"/>
                  <a:pt x="36092" y="72383"/>
                  <a:pt x="36092" y="72333"/>
                </a:cubicBezTo>
                <a:cubicBezTo>
                  <a:pt x="36018" y="72309"/>
                  <a:pt x="35943" y="72284"/>
                  <a:pt x="35843" y="72259"/>
                </a:cubicBezTo>
                <a:close/>
                <a:moveTo>
                  <a:pt x="33977" y="70890"/>
                </a:moveTo>
                <a:lnTo>
                  <a:pt x="33977" y="70890"/>
                </a:lnTo>
                <a:cubicBezTo>
                  <a:pt x="34101" y="70915"/>
                  <a:pt x="34225" y="70940"/>
                  <a:pt x="34325" y="70964"/>
                </a:cubicBezTo>
                <a:lnTo>
                  <a:pt x="34698" y="71064"/>
                </a:lnTo>
                <a:cubicBezTo>
                  <a:pt x="35196" y="71213"/>
                  <a:pt x="35694" y="71388"/>
                  <a:pt x="36167" y="71562"/>
                </a:cubicBezTo>
                <a:lnTo>
                  <a:pt x="36192" y="71562"/>
                </a:lnTo>
                <a:cubicBezTo>
                  <a:pt x="36665" y="71761"/>
                  <a:pt x="37113" y="71960"/>
                  <a:pt x="37586" y="72209"/>
                </a:cubicBezTo>
                <a:cubicBezTo>
                  <a:pt x="37660" y="72259"/>
                  <a:pt x="37710" y="72284"/>
                  <a:pt x="37810" y="72309"/>
                </a:cubicBezTo>
                <a:cubicBezTo>
                  <a:pt x="37909" y="72383"/>
                  <a:pt x="37984" y="72433"/>
                  <a:pt x="38084" y="72458"/>
                </a:cubicBezTo>
                <a:lnTo>
                  <a:pt x="37909" y="72458"/>
                </a:lnTo>
                <a:cubicBezTo>
                  <a:pt x="37337" y="72383"/>
                  <a:pt x="36789" y="72209"/>
                  <a:pt x="36192" y="72134"/>
                </a:cubicBezTo>
                <a:cubicBezTo>
                  <a:pt x="35346" y="71811"/>
                  <a:pt x="34599" y="71413"/>
                  <a:pt x="33977" y="70890"/>
                </a:cubicBezTo>
                <a:close/>
                <a:moveTo>
                  <a:pt x="39926" y="72458"/>
                </a:moveTo>
                <a:lnTo>
                  <a:pt x="39926" y="72458"/>
                </a:lnTo>
                <a:cubicBezTo>
                  <a:pt x="39926" y="72458"/>
                  <a:pt x="39926" y="72458"/>
                  <a:pt x="39926" y="72458"/>
                </a:cubicBezTo>
                <a:lnTo>
                  <a:pt x="39901" y="72458"/>
                </a:lnTo>
                <a:cubicBezTo>
                  <a:pt x="39908" y="72458"/>
                  <a:pt x="39917" y="72458"/>
                  <a:pt x="39926" y="72458"/>
                </a:cubicBezTo>
                <a:close/>
                <a:moveTo>
                  <a:pt x="45750" y="72309"/>
                </a:moveTo>
                <a:cubicBezTo>
                  <a:pt x="45874" y="72333"/>
                  <a:pt x="45949" y="72383"/>
                  <a:pt x="46099" y="72408"/>
                </a:cubicBezTo>
                <a:cubicBezTo>
                  <a:pt x="46099" y="72433"/>
                  <a:pt x="46049" y="72433"/>
                  <a:pt x="46049" y="72458"/>
                </a:cubicBezTo>
                <a:cubicBezTo>
                  <a:pt x="45974" y="72433"/>
                  <a:pt x="45850" y="72408"/>
                  <a:pt x="45750" y="72383"/>
                </a:cubicBezTo>
                <a:lnTo>
                  <a:pt x="45750" y="72309"/>
                </a:lnTo>
                <a:close/>
                <a:moveTo>
                  <a:pt x="7791" y="72433"/>
                </a:moveTo>
                <a:cubicBezTo>
                  <a:pt x="7791" y="72458"/>
                  <a:pt x="7766" y="72458"/>
                  <a:pt x="7766" y="72508"/>
                </a:cubicBezTo>
                <a:lnTo>
                  <a:pt x="7716" y="72458"/>
                </a:lnTo>
                <a:cubicBezTo>
                  <a:pt x="7766" y="72458"/>
                  <a:pt x="7766" y="72433"/>
                  <a:pt x="7791" y="72433"/>
                </a:cubicBezTo>
                <a:close/>
                <a:moveTo>
                  <a:pt x="19515" y="72383"/>
                </a:moveTo>
                <a:cubicBezTo>
                  <a:pt x="19515" y="72383"/>
                  <a:pt x="19515" y="72408"/>
                  <a:pt x="19490" y="72408"/>
                </a:cubicBezTo>
                <a:cubicBezTo>
                  <a:pt x="19490" y="72433"/>
                  <a:pt x="19465" y="72433"/>
                  <a:pt x="19465" y="72458"/>
                </a:cubicBezTo>
                <a:cubicBezTo>
                  <a:pt x="19440" y="72458"/>
                  <a:pt x="19415" y="72458"/>
                  <a:pt x="19390" y="72508"/>
                </a:cubicBezTo>
                <a:cubicBezTo>
                  <a:pt x="19390" y="72458"/>
                  <a:pt x="19415" y="72458"/>
                  <a:pt x="19415" y="72433"/>
                </a:cubicBezTo>
                <a:lnTo>
                  <a:pt x="19415" y="72408"/>
                </a:lnTo>
                <a:cubicBezTo>
                  <a:pt x="19440" y="72408"/>
                  <a:pt x="19490" y="72383"/>
                  <a:pt x="19515" y="72383"/>
                </a:cubicBezTo>
                <a:close/>
                <a:moveTo>
                  <a:pt x="33592" y="70544"/>
                </a:moveTo>
                <a:cubicBezTo>
                  <a:pt x="35230" y="70918"/>
                  <a:pt x="36818" y="71539"/>
                  <a:pt x="38283" y="72333"/>
                </a:cubicBezTo>
                <a:cubicBezTo>
                  <a:pt x="38308" y="72383"/>
                  <a:pt x="38382" y="72383"/>
                  <a:pt x="38407" y="72408"/>
                </a:cubicBezTo>
                <a:cubicBezTo>
                  <a:pt x="38432" y="72433"/>
                  <a:pt x="38507" y="72458"/>
                  <a:pt x="38532" y="72508"/>
                </a:cubicBezTo>
                <a:lnTo>
                  <a:pt x="38457" y="72508"/>
                </a:lnTo>
                <a:cubicBezTo>
                  <a:pt x="38283" y="72408"/>
                  <a:pt x="38084" y="72284"/>
                  <a:pt x="37909" y="72184"/>
                </a:cubicBezTo>
                <a:cubicBezTo>
                  <a:pt x="37835" y="72159"/>
                  <a:pt x="37785" y="72134"/>
                  <a:pt x="37685" y="72060"/>
                </a:cubicBezTo>
                <a:cubicBezTo>
                  <a:pt x="37212" y="71811"/>
                  <a:pt x="36764" y="71587"/>
                  <a:pt x="36267" y="71413"/>
                </a:cubicBezTo>
                <a:cubicBezTo>
                  <a:pt x="36192" y="71388"/>
                  <a:pt x="36142" y="71338"/>
                  <a:pt x="36067" y="71338"/>
                </a:cubicBezTo>
                <a:cubicBezTo>
                  <a:pt x="35669" y="71188"/>
                  <a:pt x="35221" y="71039"/>
                  <a:pt x="34798" y="70915"/>
                </a:cubicBezTo>
                <a:cubicBezTo>
                  <a:pt x="34673" y="70890"/>
                  <a:pt x="34549" y="70815"/>
                  <a:pt x="34425" y="70790"/>
                </a:cubicBezTo>
                <a:lnTo>
                  <a:pt x="33678" y="70591"/>
                </a:lnTo>
                <a:lnTo>
                  <a:pt x="33653" y="70566"/>
                </a:lnTo>
                <a:cubicBezTo>
                  <a:pt x="33614" y="70566"/>
                  <a:pt x="33606" y="70551"/>
                  <a:pt x="33592" y="70544"/>
                </a:cubicBezTo>
                <a:close/>
                <a:moveTo>
                  <a:pt x="41419" y="72284"/>
                </a:moveTo>
                <a:cubicBezTo>
                  <a:pt x="41245" y="72408"/>
                  <a:pt x="41071" y="72433"/>
                  <a:pt x="40921" y="72508"/>
                </a:cubicBezTo>
                <a:cubicBezTo>
                  <a:pt x="40921" y="72458"/>
                  <a:pt x="40896" y="72458"/>
                  <a:pt x="40896" y="72433"/>
                </a:cubicBezTo>
                <a:cubicBezTo>
                  <a:pt x="40921" y="72433"/>
                  <a:pt x="40921" y="72433"/>
                  <a:pt x="40946" y="72408"/>
                </a:cubicBezTo>
                <a:cubicBezTo>
                  <a:pt x="41046" y="72383"/>
                  <a:pt x="41170" y="72333"/>
                  <a:pt x="41270" y="72309"/>
                </a:cubicBezTo>
                <a:cubicBezTo>
                  <a:pt x="41319" y="72309"/>
                  <a:pt x="41369" y="72284"/>
                  <a:pt x="41419" y="72284"/>
                </a:cubicBezTo>
                <a:close/>
                <a:moveTo>
                  <a:pt x="63423" y="72458"/>
                </a:moveTo>
                <a:cubicBezTo>
                  <a:pt x="63423" y="72508"/>
                  <a:pt x="63423" y="72508"/>
                  <a:pt x="63448" y="72533"/>
                </a:cubicBezTo>
                <a:cubicBezTo>
                  <a:pt x="63423" y="72533"/>
                  <a:pt x="63423" y="72557"/>
                  <a:pt x="63398" y="72557"/>
                </a:cubicBezTo>
                <a:cubicBezTo>
                  <a:pt x="63398" y="72533"/>
                  <a:pt x="63348" y="72533"/>
                  <a:pt x="63348" y="72508"/>
                </a:cubicBezTo>
                <a:cubicBezTo>
                  <a:pt x="63398" y="72508"/>
                  <a:pt x="63398" y="72458"/>
                  <a:pt x="63423" y="72458"/>
                </a:cubicBezTo>
                <a:close/>
                <a:moveTo>
                  <a:pt x="43334" y="72176"/>
                </a:moveTo>
                <a:cubicBezTo>
                  <a:pt x="43592" y="72176"/>
                  <a:pt x="43849" y="72188"/>
                  <a:pt x="44107" y="72209"/>
                </a:cubicBezTo>
                <a:cubicBezTo>
                  <a:pt x="43385" y="72383"/>
                  <a:pt x="42688" y="72508"/>
                  <a:pt x="42016" y="72582"/>
                </a:cubicBezTo>
                <a:cubicBezTo>
                  <a:pt x="42016" y="72557"/>
                  <a:pt x="42041" y="72533"/>
                  <a:pt x="42041" y="72533"/>
                </a:cubicBezTo>
                <a:cubicBezTo>
                  <a:pt x="42041" y="72533"/>
                  <a:pt x="42041" y="72508"/>
                  <a:pt x="42066" y="72508"/>
                </a:cubicBezTo>
                <a:cubicBezTo>
                  <a:pt x="42066" y="72508"/>
                  <a:pt x="42066" y="72458"/>
                  <a:pt x="42116" y="72458"/>
                </a:cubicBezTo>
                <a:cubicBezTo>
                  <a:pt x="42141" y="72408"/>
                  <a:pt x="42191" y="72309"/>
                  <a:pt x="42240" y="72259"/>
                </a:cubicBezTo>
                <a:cubicBezTo>
                  <a:pt x="42605" y="72200"/>
                  <a:pt x="42969" y="72176"/>
                  <a:pt x="43334" y="72176"/>
                </a:cubicBezTo>
                <a:close/>
                <a:moveTo>
                  <a:pt x="40672" y="72533"/>
                </a:moveTo>
                <a:cubicBezTo>
                  <a:pt x="40672" y="72533"/>
                  <a:pt x="40697" y="72557"/>
                  <a:pt x="40697" y="72582"/>
                </a:cubicBezTo>
                <a:cubicBezTo>
                  <a:pt x="40672" y="72582"/>
                  <a:pt x="40672" y="72582"/>
                  <a:pt x="40647" y="72632"/>
                </a:cubicBezTo>
                <a:cubicBezTo>
                  <a:pt x="40647" y="72582"/>
                  <a:pt x="40622" y="72582"/>
                  <a:pt x="40622" y="72557"/>
                </a:cubicBezTo>
                <a:cubicBezTo>
                  <a:pt x="40647" y="72557"/>
                  <a:pt x="40647" y="72557"/>
                  <a:pt x="40672" y="72533"/>
                </a:cubicBezTo>
                <a:close/>
                <a:moveTo>
                  <a:pt x="41942" y="72309"/>
                </a:moveTo>
                <a:cubicBezTo>
                  <a:pt x="41892" y="72408"/>
                  <a:pt x="41817" y="72533"/>
                  <a:pt x="41767" y="72632"/>
                </a:cubicBezTo>
                <a:lnTo>
                  <a:pt x="41743" y="72632"/>
                </a:lnTo>
                <a:cubicBezTo>
                  <a:pt x="41767" y="72533"/>
                  <a:pt x="41817" y="72433"/>
                  <a:pt x="41892" y="72333"/>
                </a:cubicBezTo>
                <a:cubicBezTo>
                  <a:pt x="41917" y="72333"/>
                  <a:pt x="41942" y="72309"/>
                  <a:pt x="41942" y="72309"/>
                </a:cubicBezTo>
                <a:close/>
                <a:moveTo>
                  <a:pt x="39204" y="72582"/>
                </a:moveTo>
                <a:cubicBezTo>
                  <a:pt x="39204" y="72582"/>
                  <a:pt x="39179" y="72582"/>
                  <a:pt x="39154" y="72632"/>
                </a:cubicBezTo>
                <a:cubicBezTo>
                  <a:pt x="39129" y="72632"/>
                  <a:pt x="39129" y="72657"/>
                  <a:pt x="39079" y="72657"/>
                </a:cubicBezTo>
                <a:lnTo>
                  <a:pt x="39054" y="72657"/>
                </a:lnTo>
                <a:cubicBezTo>
                  <a:pt x="39054" y="72657"/>
                  <a:pt x="39029" y="72657"/>
                  <a:pt x="39029" y="72632"/>
                </a:cubicBezTo>
                <a:cubicBezTo>
                  <a:pt x="39079" y="72632"/>
                  <a:pt x="39154" y="72582"/>
                  <a:pt x="39204" y="72582"/>
                </a:cubicBezTo>
                <a:close/>
                <a:moveTo>
                  <a:pt x="38756" y="72657"/>
                </a:moveTo>
                <a:lnTo>
                  <a:pt x="38781" y="72682"/>
                </a:lnTo>
                <a:lnTo>
                  <a:pt x="38756" y="72682"/>
                </a:lnTo>
                <a:cubicBezTo>
                  <a:pt x="38756" y="72657"/>
                  <a:pt x="38706" y="72657"/>
                  <a:pt x="38681" y="72657"/>
                </a:cubicBezTo>
                <a:close/>
                <a:moveTo>
                  <a:pt x="40398" y="72632"/>
                </a:moveTo>
                <a:cubicBezTo>
                  <a:pt x="40398" y="72657"/>
                  <a:pt x="40398" y="72657"/>
                  <a:pt x="40423" y="72682"/>
                </a:cubicBezTo>
                <a:lnTo>
                  <a:pt x="40374" y="72682"/>
                </a:lnTo>
                <a:lnTo>
                  <a:pt x="40374" y="72657"/>
                </a:lnTo>
                <a:cubicBezTo>
                  <a:pt x="40398" y="72657"/>
                  <a:pt x="40398" y="72657"/>
                  <a:pt x="40398" y="72632"/>
                </a:cubicBezTo>
                <a:close/>
                <a:moveTo>
                  <a:pt x="41543" y="72458"/>
                </a:moveTo>
                <a:cubicBezTo>
                  <a:pt x="41543" y="72533"/>
                  <a:pt x="41494" y="72582"/>
                  <a:pt x="41444" y="72657"/>
                </a:cubicBezTo>
                <a:cubicBezTo>
                  <a:pt x="41319" y="72657"/>
                  <a:pt x="41195" y="72657"/>
                  <a:pt x="41046" y="72682"/>
                </a:cubicBezTo>
                <a:lnTo>
                  <a:pt x="41021" y="72657"/>
                </a:lnTo>
                <a:cubicBezTo>
                  <a:pt x="41195" y="72582"/>
                  <a:pt x="41369" y="72533"/>
                  <a:pt x="41543" y="72458"/>
                </a:cubicBezTo>
                <a:close/>
                <a:moveTo>
                  <a:pt x="37810" y="72757"/>
                </a:moveTo>
                <a:cubicBezTo>
                  <a:pt x="37835" y="72757"/>
                  <a:pt x="37860" y="72757"/>
                  <a:pt x="37909" y="72782"/>
                </a:cubicBezTo>
                <a:cubicBezTo>
                  <a:pt x="37959" y="72782"/>
                  <a:pt x="38009" y="72806"/>
                  <a:pt x="38059" y="72806"/>
                </a:cubicBezTo>
                <a:cubicBezTo>
                  <a:pt x="38133" y="72831"/>
                  <a:pt x="38183" y="72831"/>
                  <a:pt x="38208" y="72856"/>
                </a:cubicBezTo>
                <a:cubicBezTo>
                  <a:pt x="38256" y="72856"/>
                  <a:pt x="38281" y="72902"/>
                  <a:pt x="38304" y="72906"/>
                </a:cubicBezTo>
                <a:lnTo>
                  <a:pt x="38304" y="72906"/>
                </a:lnTo>
                <a:cubicBezTo>
                  <a:pt x="38257" y="72904"/>
                  <a:pt x="38195" y="72897"/>
                  <a:pt x="38133" y="72856"/>
                </a:cubicBezTo>
                <a:cubicBezTo>
                  <a:pt x="38059" y="72856"/>
                  <a:pt x="38034" y="72856"/>
                  <a:pt x="37959" y="72831"/>
                </a:cubicBezTo>
                <a:cubicBezTo>
                  <a:pt x="37934" y="72806"/>
                  <a:pt x="37884" y="72782"/>
                  <a:pt x="37810" y="72782"/>
                </a:cubicBezTo>
                <a:lnTo>
                  <a:pt x="37810" y="72757"/>
                </a:lnTo>
                <a:close/>
                <a:moveTo>
                  <a:pt x="41319" y="72831"/>
                </a:moveTo>
                <a:cubicBezTo>
                  <a:pt x="41319" y="72881"/>
                  <a:pt x="41319" y="72906"/>
                  <a:pt x="41295" y="72906"/>
                </a:cubicBezTo>
                <a:lnTo>
                  <a:pt x="41270" y="72906"/>
                </a:lnTo>
                <a:lnTo>
                  <a:pt x="41245" y="72881"/>
                </a:lnTo>
                <a:cubicBezTo>
                  <a:pt x="41245" y="72881"/>
                  <a:pt x="41245" y="72831"/>
                  <a:pt x="41195" y="72831"/>
                </a:cubicBezTo>
                <a:close/>
                <a:moveTo>
                  <a:pt x="41643" y="72831"/>
                </a:moveTo>
                <a:cubicBezTo>
                  <a:pt x="41643" y="72881"/>
                  <a:pt x="41618" y="72881"/>
                  <a:pt x="41618" y="72906"/>
                </a:cubicBezTo>
                <a:lnTo>
                  <a:pt x="41568" y="72906"/>
                </a:lnTo>
                <a:cubicBezTo>
                  <a:pt x="41568" y="72881"/>
                  <a:pt x="41618" y="72881"/>
                  <a:pt x="41618" y="72831"/>
                </a:cubicBezTo>
                <a:close/>
                <a:moveTo>
                  <a:pt x="44555" y="72309"/>
                </a:moveTo>
                <a:cubicBezTo>
                  <a:pt x="44605" y="72309"/>
                  <a:pt x="44630" y="72309"/>
                  <a:pt x="44680" y="72333"/>
                </a:cubicBezTo>
                <a:lnTo>
                  <a:pt x="44680" y="72383"/>
                </a:lnTo>
                <a:cubicBezTo>
                  <a:pt x="43734" y="72632"/>
                  <a:pt x="42788" y="72806"/>
                  <a:pt x="41867" y="72906"/>
                </a:cubicBezTo>
                <a:cubicBezTo>
                  <a:pt x="41867" y="72831"/>
                  <a:pt x="41892" y="72806"/>
                  <a:pt x="41892" y="72806"/>
                </a:cubicBezTo>
                <a:cubicBezTo>
                  <a:pt x="42763" y="72707"/>
                  <a:pt x="43634" y="72533"/>
                  <a:pt x="44555" y="72309"/>
                </a:cubicBezTo>
                <a:close/>
                <a:moveTo>
                  <a:pt x="40971" y="72881"/>
                </a:moveTo>
                <a:lnTo>
                  <a:pt x="41046" y="72931"/>
                </a:lnTo>
                <a:lnTo>
                  <a:pt x="40971" y="72931"/>
                </a:lnTo>
                <a:cubicBezTo>
                  <a:pt x="40946" y="72931"/>
                  <a:pt x="40921" y="72906"/>
                  <a:pt x="40921" y="72881"/>
                </a:cubicBezTo>
                <a:close/>
                <a:moveTo>
                  <a:pt x="39751" y="72906"/>
                </a:moveTo>
                <a:cubicBezTo>
                  <a:pt x="39677" y="72931"/>
                  <a:pt x="39652" y="72931"/>
                  <a:pt x="39577" y="72956"/>
                </a:cubicBezTo>
                <a:cubicBezTo>
                  <a:pt x="39552" y="72956"/>
                  <a:pt x="39552" y="72931"/>
                  <a:pt x="39527" y="72931"/>
                </a:cubicBezTo>
                <a:lnTo>
                  <a:pt x="39552" y="72931"/>
                </a:lnTo>
                <a:cubicBezTo>
                  <a:pt x="39627" y="72906"/>
                  <a:pt x="39677" y="72906"/>
                  <a:pt x="39751" y="72906"/>
                </a:cubicBezTo>
                <a:close/>
                <a:moveTo>
                  <a:pt x="40249" y="72931"/>
                </a:moveTo>
                <a:lnTo>
                  <a:pt x="40249" y="72956"/>
                </a:lnTo>
                <a:lnTo>
                  <a:pt x="40125" y="72956"/>
                </a:lnTo>
                <a:cubicBezTo>
                  <a:pt x="40174" y="72956"/>
                  <a:pt x="40199" y="72956"/>
                  <a:pt x="40249" y="72931"/>
                </a:cubicBezTo>
                <a:close/>
                <a:moveTo>
                  <a:pt x="40498" y="72906"/>
                </a:moveTo>
                <a:cubicBezTo>
                  <a:pt x="40498" y="72931"/>
                  <a:pt x="40523" y="72931"/>
                  <a:pt x="40523" y="72956"/>
                </a:cubicBezTo>
                <a:lnTo>
                  <a:pt x="40448" y="72956"/>
                </a:lnTo>
                <a:cubicBezTo>
                  <a:pt x="40448" y="72931"/>
                  <a:pt x="40448" y="72931"/>
                  <a:pt x="40423" y="72906"/>
                </a:cubicBezTo>
                <a:close/>
                <a:moveTo>
                  <a:pt x="45750" y="72557"/>
                </a:moveTo>
                <a:cubicBezTo>
                  <a:pt x="45850" y="72582"/>
                  <a:pt x="45899" y="72632"/>
                  <a:pt x="45974" y="72632"/>
                </a:cubicBezTo>
                <a:cubicBezTo>
                  <a:pt x="45899" y="72757"/>
                  <a:pt x="45800" y="72906"/>
                  <a:pt x="45750" y="73030"/>
                </a:cubicBezTo>
                <a:lnTo>
                  <a:pt x="45750" y="72557"/>
                </a:lnTo>
                <a:close/>
                <a:moveTo>
                  <a:pt x="52321" y="69396"/>
                </a:moveTo>
                <a:cubicBezTo>
                  <a:pt x="52321" y="69421"/>
                  <a:pt x="52346" y="69471"/>
                  <a:pt x="52346" y="69521"/>
                </a:cubicBezTo>
                <a:cubicBezTo>
                  <a:pt x="52371" y="69595"/>
                  <a:pt x="52371" y="69695"/>
                  <a:pt x="52396" y="69795"/>
                </a:cubicBezTo>
                <a:lnTo>
                  <a:pt x="52496" y="70168"/>
                </a:lnTo>
                <a:cubicBezTo>
                  <a:pt x="52396" y="70218"/>
                  <a:pt x="52346" y="70268"/>
                  <a:pt x="52247" y="70317"/>
                </a:cubicBezTo>
                <a:cubicBezTo>
                  <a:pt x="51624" y="70765"/>
                  <a:pt x="51002" y="71188"/>
                  <a:pt x="50355" y="71637"/>
                </a:cubicBezTo>
                <a:lnTo>
                  <a:pt x="49782" y="72010"/>
                </a:lnTo>
                <a:cubicBezTo>
                  <a:pt x="49235" y="72383"/>
                  <a:pt x="48662" y="72707"/>
                  <a:pt x="48140" y="73055"/>
                </a:cubicBezTo>
                <a:cubicBezTo>
                  <a:pt x="47642" y="72806"/>
                  <a:pt x="47169" y="72582"/>
                  <a:pt x="46671" y="72408"/>
                </a:cubicBezTo>
                <a:cubicBezTo>
                  <a:pt x="46771" y="72259"/>
                  <a:pt x="46845" y="72060"/>
                  <a:pt x="46920" y="71885"/>
                </a:cubicBezTo>
                <a:cubicBezTo>
                  <a:pt x="46920" y="71836"/>
                  <a:pt x="46970" y="71836"/>
                  <a:pt x="46970" y="71811"/>
                </a:cubicBezTo>
                <a:cubicBezTo>
                  <a:pt x="48712" y="71188"/>
                  <a:pt x="50504" y="70392"/>
                  <a:pt x="52321" y="69396"/>
                </a:cubicBezTo>
                <a:close/>
                <a:moveTo>
                  <a:pt x="41519" y="73080"/>
                </a:moveTo>
                <a:cubicBezTo>
                  <a:pt x="41494" y="73130"/>
                  <a:pt x="41494" y="73155"/>
                  <a:pt x="41444" y="73155"/>
                </a:cubicBezTo>
                <a:cubicBezTo>
                  <a:pt x="41444" y="73130"/>
                  <a:pt x="41444" y="73130"/>
                  <a:pt x="41494" y="73080"/>
                </a:cubicBezTo>
                <a:close/>
                <a:moveTo>
                  <a:pt x="50495" y="71776"/>
                </a:moveTo>
                <a:lnTo>
                  <a:pt x="50006" y="72109"/>
                </a:lnTo>
                <a:cubicBezTo>
                  <a:pt x="49484" y="72458"/>
                  <a:pt x="48911" y="72806"/>
                  <a:pt x="48388" y="73155"/>
                </a:cubicBezTo>
                <a:cubicBezTo>
                  <a:pt x="48388" y="73167"/>
                  <a:pt x="48382" y="73174"/>
                  <a:pt x="48373" y="73174"/>
                </a:cubicBezTo>
                <a:cubicBezTo>
                  <a:pt x="48364" y="73174"/>
                  <a:pt x="48351" y="73167"/>
                  <a:pt x="48339" y="73155"/>
                </a:cubicBezTo>
                <a:lnTo>
                  <a:pt x="48339" y="73155"/>
                </a:lnTo>
                <a:cubicBezTo>
                  <a:pt x="48339" y="73155"/>
                  <a:pt x="48339" y="73155"/>
                  <a:pt x="48339" y="73155"/>
                </a:cubicBezTo>
                <a:lnTo>
                  <a:pt x="48339" y="73155"/>
                </a:lnTo>
                <a:cubicBezTo>
                  <a:pt x="48351" y="73167"/>
                  <a:pt x="48351" y="73174"/>
                  <a:pt x="48348" y="73174"/>
                </a:cubicBezTo>
                <a:cubicBezTo>
                  <a:pt x="48345" y="73174"/>
                  <a:pt x="48339" y="73167"/>
                  <a:pt x="48339" y="73155"/>
                </a:cubicBezTo>
                <a:lnTo>
                  <a:pt x="48339" y="73155"/>
                </a:lnTo>
                <a:cubicBezTo>
                  <a:pt x="48339" y="73155"/>
                  <a:pt x="48339" y="73155"/>
                  <a:pt x="48339" y="73155"/>
                </a:cubicBezTo>
                <a:cubicBezTo>
                  <a:pt x="48488" y="73055"/>
                  <a:pt x="48637" y="72956"/>
                  <a:pt x="48837" y="72831"/>
                </a:cubicBezTo>
                <a:cubicBezTo>
                  <a:pt x="49036" y="72707"/>
                  <a:pt x="49235" y="72557"/>
                  <a:pt x="49459" y="72433"/>
                </a:cubicBezTo>
                <a:cubicBezTo>
                  <a:pt x="49608" y="72333"/>
                  <a:pt x="49782" y="72209"/>
                  <a:pt x="49957" y="72134"/>
                </a:cubicBezTo>
                <a:cubicBezTo>
                  <a:pt x="50131" y="72010"/>
                  <a:pt x="50305" y="71910"/>
                  <a:pt x="50479" y="71786"/>
                </a:cubicBezTo>
                <a:cubicBezTo>
                  <a:pt x="50485" y="71783"/>
                  <a:pt x="50490" y="71779"/>
                  <a:pt x="50495" y="71776"/>
                </a:cubicBezTo>
                <a:close/>
                <a:moveTo>
                  <a:pt x="41170" y="73130"/>
                </a:moveTo>
                <a:lnTo>
                  <a:pt x="41195" y="73155"/>
                </a:lnTo>
                <a:cubicBezTo>
                  <a:pt x="41195" y="73180"/>
                  <a:pt x="41170" y="73180"/>
                  <a:pt x="41170" y="73205"/>
                </a:cubicBezTo>
                <a:cubicBezTo>
                  <a:pt x="41145" y="73180"/>
                  <a:pt x="41145" y="73155"/>
                  <a:pt x="41120" y="73130"/>
                </a:cubicBezTo>
                <a:close/>
                <a:moveTo>
                  <a:pt x="46596" y="72582"/>
                </a:moveTo>
                <a:cubicBezTo>
                  <a:pt x="47044" y="72757"/>
                  <a:pt x="47492" y="72956"/>
                  <a:pt x="47916" y="73180"/>
                </a:cubicBezTo>
                <a:cubicBezTo>
                  <a:pt x="47891" y="73180"/>
                  <a:pt x="47891" y="73205"/>
                  <a:pt x="47866" y="73205"/>
                </a:cubicBezTo>
                <a:cubicBezTo>
                  <a:pt x="47468" y="73006"/>
                  <a:pt x="46995" y="72806"/>
                  <a:pt x="46547" y="72657"/>
                </a:cubicBezTo>
                <a:cubicBezTo>
                  <a:pt x="46547" y="72632"/>
                  <a:pt x="46596" y="72632"/>
                  <a:pt x="46596" y="72582"/>
                </a:cubicBezTo>
                <a:close/>
                <a:moveTo>
                  <a:pt x="29247" y="70292"/>
                </a:moveTo>
                <a:cubicBezTo>
                  <a:pt x="29770" y="70292"/>
                  <a:pt x="30318" y="70317"/>
                  <a:pt x="30840" y="70342"/>
                </a:cubicBezTo>
                <a:cubicBezTo>
                  <a:pt x="30965" y="70342"/>
                  <a:pt x="31114" y="70392"/>
                  <a:pt x="31239" y="70392"/>
                </a:cubicBezTo>
                <a:cubicBezTo>
                  <a:pt x="31687" y="70417"/>
                  <a:pt x="32110" y="70467"/>
                  <a:pt x="32558" y="70566"/>
                </a:cubicBezTo>
                <a:cubicBezTo>
                  <a:pt x="32259" y="71039"/>
                  <a:pt x="32035" y="71462"/>
                  <a:pt x="31786" y="71935"/>
                </a:cubicBezTo>
                <a:cubicBezTo>
                  <a:pt x="30069" y="72134"/>
                  <a:pt x="28326" y="72557"/>
                  <a:pt x="26609" y="73254"/>
                </a:cubicBezTo>
                <a:cubicBezTo>
                  <a:pt x="25314" y="72757"/>
                  <a:pt x="24169" y="72060"/>
                  <a:pt x="23248" y="71164"/>
                </a:cubicBezTo>
                <a:cubicBezTo>
                  <a:pt x="23497" y="71089"/>
                  <a:pt x="23721" y="71039"/>
                  <a:pt x="23970" y="70964"/>
                </a:cubicBezTo>
                <a:cubicBezTo>
                  <a:pt x="24020" y="70940"/>
                  <a:pt x="24120" y="70940"/>
                  <a:pt x="24169" y="70915"/>
                </a:cubicBezTo>
                <a:lnTo>
                  <a:pt x="25016" y="70716"/>
                </a:lnTo>
                <a:cubicBezTo>
                  <a:pt x="25115" y="70691"/>
                  <a:pt x="25215" y="70691"/>
                  <a:pt x="25265" y="70666"/>
                </a:cubicBezTo>
                <a:cubicBezTo>
                  <a:pt x="25538" y="70591"/>
                  <a:pt x="25787" y="70566"/>
                  <a:pt x="26086" y="70516"/>
                </a:cubicBezTo>
                <a:cubicBezTo>
                  <a:pt x="26211" y="70467"/>
                  <a:pt x="26285" y="70467"/>
                  <a:pt x="26410" y="70467"/>
                </a:cubicBezTo>
                <a:cubicBezTo>
                  <a:pt x="26659" y="70442"/>
                  <a:pt x="26907" y="70417"/>
                  <a:pt x="27131" y="70392"/>
                </a:cubicBezTo>
                <a:cubicBezTo>
                  <a:pt x="27281" y="70342"/>
                  <a:pt x="27480" y="70342"/>
                  <a:pt x="27629" y="70342"/>
                </a:cubicBezTo>
                <a:cubicBezTo>
                  <a:pt x="27828" y="70342"/>
                  <a:pt x="28003" y="70317"/>
                  <a:pt x="28202" y="70317"/>
                </a:cubicBezTo>
                <a:cubicBezTo>
                  <a:pt x="28525" y="70292"/>
                  <a:pt x="28874" y="70292"/>
                  <a:pt x="29222" y="70292"/>
                </a:cubicBezTo>
                <a:close/>
                <a:moveTo>
                  <a:pt x="38557" y="73180"/>
                </a:moveTo>
                <a:lnTo>
                  <a:pt x="38557" y="73180"/>
                </a:lnTo>
                <a:cubicBezTo>
                  <a:pt x="38532" y="73205"/>
                  <a:pt x="38457" y="73254"/>
                  <a:pt x="38432" y="73279"/>
                </a:cubicBezTo>
                <a:cubicBezTo>
                  <a:pt x="38398" y="73296"/>
                  <a:pt x="38340" y="73302"/>
                  <a:pt x="38283" y="73311"/>
                </a:cubicBezTo>
                <a:lnTo>
                  <a:pt x="38283" y="73311"/>
                </a:lnTo>
                <a:cubicBezTo>
                  <a:pt x="38312" y="73299"/>
                  <a:pt x="38344" y="73280"/>
                  <a:pt x="38382" y="73254"/>
                </a:cubicBezTo>
                <a:cubicBezTo>
                  <a:pt x="38432" y="73205"/>
                  <a:pt x="38507" y="73205"/>
                  <a:pt x="38557" y="73180"/>
                </a:cubicBezTo>
                <a:close/>
                <a:moveTo>
                  <a:pt x="48214" y="73304"/>
                </a:moveTo>
                <a:cubicBezTo>
                  <a:pt x="48187" y="73304"/>
                  <a:pt x="48174" y="73312"/>
                  <a:pt x="48165" y="73319"/>
                </a:cubicBezTo>
                <a:lnTo>
                  <a:pt x="48165" y="73319"/>
                </a:lnTo>
                <a:cubicBezTo>
                  <a:pt x="48166" y="73304"/>
                  <a:pt x="48173" y="73304"/>
                  <a:pt x="48214" y="73304"/>
                </a:cubicBezTo>
                <a:close/>
                <a:moveTo>
                  <a:pt x="39253" y="73254"/>
                </a:moveTo>
                <a:cubicBezTo>
                  <a:pt x="39278" y="73254"/>
                  <a:pt x="39278" y="73254"/>
                  <a:pt x="39278" y="73279"/>
                </a:cubicBezTo>
                <a:cubicBezTo>
                  <a:pt x="39303" y="73304"/>
                  <a:pt x="39328" y="73304"/>
                  <a:pt x="39378" y="73329"/>
                </a:cubicBezTo>
                <a:cubicBezTo>
                  <a:pt x="39303" y="73304"/>
                  <a:pt x="39278" y="73304"/>
                  <a:pt x="39204" y="73279"/>
                </a:cubicBezTo>
                <a:cubicBezTo>
                  <a:pt x="39253" y="73279"/>
                  <a:pt x="39253" y="73279"/>
                  <a:pt x="39253" y="73254"/>
                </a:cubicBezTo>
                <a:close/>
                <a:moveTo>
                  <a:pt x="48140" y="73304"/>
                </a:moveTo>
                <a:cubicBezTo>
                  <a:pt x="48140" y="73304"/>
                  <a:pt x="48158" y="73304"/>
                  <a:pt x="48163" y="73320"/>
                </a:cubicBezTo>
                <a:lnTo>
                  <a:pt x="48163" y="73320"/>
                </a:lnTo>
                <a:cubicBezTo>
                  <a:pt x="48156" y="73325"/>
                  <a:pt x="48150" y="73329"/>
                  <a:pt x="48140" y="73329"/>
                </a:cubicBezTo>
                <a:lnTo>
                  <a:pt x="48090" y="73329"/>
                </a:lnTo>
                <a:cubicBezTo>
                  <a:pt x="48115" y="73329"/>
                  <a:pt x="48115" y="73304"/>
                  <a:pt x="48140" y="73304"/>
                </a:cubicBezTo>
                <a:close/>
                <a:moveTo>
                  <a:pt x="23074" y="71213"/>
                </a:moveTo>
                <a:cubicBezTo>
                  <a:pt x="23995" y="72134"/>
                  <a:pt x="25090" y="72831"/>
                  <a:pt x="26385" y="73329"/>
                </a:cubicBezTo>
                <a:cubicBezTo>
                  <a:pt x="26360" y="73329"/>
                  <a:pt x="26335" y="73379"/>
                  <a:pt x="26285" y="73379"/>
                </a:cubicBezTo>
                <a:cubicBezTo>
                  <a:pt x="25033" y="72888"/>
                  <a:pt x="23926" y="72154"/>
                  <a:pt x="23012" y="71251"/>
                </a:cubicBezTo>
                <a:lnTo>
                  <a:pt x="23012" y="71251"/>
                </a:lnTo>
                <a:cubicBezTo>
                  <a:pt x="23013" y="71251"/>
                  <a:pt x="23014" y="71251"/>
                  <a:pt x="23015" y="71251"/>
                </a:cubicBezTo>
                <a:cubicBezTo>
                  <a:pt x="23031" y="71251"/>
                  <a:pt x="23049" y="71238"/>
                  <a:pt x="23074" y="71213"/>
                </a:cubicBezTo>
                <a:close/>
                <a:moveTo>
                  <a:pt x="31711" y="72134"/>
                </a:moveTo>
                <a:cubicBezTo>
                  <a:pt x="31711" y="72159"/>
                  <a:pt x="31687" y="72159"/>
                  <a:pt x="31687" y="72184"/>
                </a:cubicBezTo>
                <a:cubicBezTo>
                  <a:pt x="30094" y="72333"/>
                  <a:pt x="28550" y="72757"/>
                  <a:pt x="27007" y="73379"/>
                </a:cubicBezTo>
                <a:cubicBezTo>
                  <a:pt x="26982" y="73379"/>
                  <a:pt x="26957" y="73329"/>
                  <a:pt x="26907" y="73329"/>
                </a:cubicBezTo>
                <a:cubicBezTo>
                  <a:pt x="28476" y="72707"/>
                  <a:pt x="30069" y="72309"/>
                  <a:pt x="31711" y="72134"/>
                </a:cubicBezTo>
                <a:close/>
                <a:moveTo>
                  <a:pt x="41319" y="73304"/>
                </a:moveTo>
                <a:cubicBezTo>
                  <a:pt x="41369" y="73329"/>
                  <a:pt x="41369" y="73329"/>
                  <a:pt x="41369" y="73379"/>
                </a:cubicBezTo>
                <a:cubicBezTo>
                  <a:pt x="41369" y="73404"/>
                  <a:pt x="41319" y="73404"/>
                  <a:pt x="41319" y="73429"/>
                </a:cubicBezTo>
                <a:lnTo>
                  <a:pt x="41319" y="73404"/>
                </a:lnTo>
                <a:lnTo>
                  <a:pt x="41295" y="73379"/>
                </a:lnTo>
                <a:cubicBezTo>
                  <a:pt x="41295" y="73329"/>
                  <a:pt x="41319" y="73329"/>
                  <a:pt x="41319" y="73304"/>
                </a:cubicBezTo>
                <a:close/>
                <a:moveTo>
                  <a:pt x="40896" y="73130"/>
                </a:moveTo>
                <a:cubicBezTo>
                  <a:pt x="40921" y="73205"/>
                  <a:pt x="40996" y="73304"/>
                  <a:pt x="41046" y="73379"/>
                </a:cubicBezTo>
                <a:cubicBezTo>
                  <a:pt x="41021" y="73404"/>
                  <a:pt x="40996" y="73454"/>
                  <a:pt x="40996" y="73503"/>
                </a:cubicBezTo>
                <a:cubicBezTo>
                  <a:pt x="40921" y="73379"/>
                  <a:pt x="40871" y="73254"/>
                  <a:pt x="40822" y="73130"/>
                </a:cubicBezTo>
                <a:close/>
                <a:moveTo>
                  <a:pt x="26609" y="73454"/>
                </a:moveTo>
                <a:cubicBezTo>
                  <a:pt x="26683" y="73454"/>
                  <a:pt x="26708" y="73454"/>
                  <a:pt x="26708" y="73503"/>
                </a:cubicBezTo>
                <a:cubicBezTo>
                  <a:pt x="26683" y="73503"/>
                  <a:pt x="26634" y="73528"/>
                  <a:pt x="26609" y="73528"/>
                </a:cubicBezTo>
                <a:lnTo>
                  <a:pt x="26584" y="73528"/>
                </a:lnTo>
                <a:cubicBezTo>
                  <a:pt x="26559" y="73528"/>
                  <a:pt x="26559" y="73503"/>
                  <a:pt x="26509" y="73503"/>
                </a:cubicBezTo>
                <a:cubicBezTo>
                  <a:pt x="26559" y="73503"/>
                  <a:pt x="26584" y="73454"/>
                  <a:pt x="26609" y="73454"/>
                </a:cubicBezTo>
                <a:close/>
                <a:moveTo>
                  <a:pt x="40324" y="73155"/>
                </a:moveTo>
                <a:cubicBezTo>
                  <a:pt x="40349" y="73205"/>
                  <a:pt x="40349" y="73254"/>
                  <a:pt x="40398" y="73304"/>
                </a:cubicBezTo>
                <a:lnTo>
                  <a:pt x="40398" y="73329"/>
                </a:lnTo>
                <a:cubicBezTo>
                  <a:pt x="40423" y="73404"/>
                  <a:pt x="40448" y="73503"/>
                  <a:pt x="40498" y="73553"/>
                </a:cubicBezTo>
                <a:lnTo>
                  <a:pt x="40498" y="73578"/>
                </a:lnTo>
                <a:lnTo>
                  <a:pt x="40299" y="73478"/>
                </a:lnTo>
                <a:cubicBezTo>
                  <a:pt x="40150" y="73354"/>
                  <a:pt x="40000" y="73279"/>
                  <a:pt x="39826" y="73155"/>
                </a:cubicBezTo>
                <a:close/>
                <a:moveTo>
                  <a:pt x="45501" y="72508"/>
                </a:moveTo>
                <a:cubicBezTo>
                  <a:pt x="45526" y="72508"/>
                  <a:pt x="45526" y="72508"/>
                  <a:pt x="45551" y="72533"/>
                </a:cubicBezTo>
                <a:cubicBezTo>
                  <a:pt x="45551" y="72831"/>
                  <a:pt x="45551" y="73180"/>
                  <a:pt x="45526" y="73503"/>
                </a:cubicBezTo>
                <a:cubicBezTo>
                  <a:pt x="45506" y="73544"/>
                  <a:pt x="45486" y="73568"/>
                  <a:pt x="45479" y="73615"/>
                </a:cubicBezTo>
                <a:lnTo>
                  <a:pt x="45479" y="73615"/>
                </a:lnTo>
                <a:cubicBezTo>
                  <a:pt x="45503" y="73253"/>
                  <a:pt x="45525" y="72869"/>
                  <a:pt x="45501" y="72508"/>
                </a:cubicBezTo>
                <a:close/>
                <a:moveTo>
                  <a:pt x="41170" y="73553"/>
                </a:moveTo>
                <a:lnTo>
                  <a:pt x="41195" y="73578"/>
                </a:lnTo>
                <a:lnTo>
                  <a:pt x="41120" y="73777"/>
                </a:lnTo>
                <a:lnTo>
                  <a:pt x="41071" y="73752"/>
                </a:lnTo>
                <a:lnTo>
                  <a:pt x="41170" y="73553"/>
                </a:lnTo>
                <a:close/>
                <a:moveTo>
                  <a:pt x="40622" y="73205"/>
                </a:moveTo>
                <a:cubicBezTo>
                  <a:pt x="40647" y="73254"/>
                  <a:pt x="40672" y="73329"/>
                  <a:pt x="40747" y="73429"/>
                </a:cubicBezTo>
                <a:lnTo>
                  <a:pt x="40822" y="73628"/>
                </a:lnTo>
                <a:cubicBezTo>
                  <a:pt x="40871" y="73653"/>
                  <a:pt x="40871" y="73702"/>
                  <a:pt x="40896" y="73752"/>
                </a:cubicBezTo>
                <a:cubicBezTo>
                  <a:pt x="40896" y="73752"/>
                  <a:pt x="40896" y="73777"/>
                  <a:pt x="40871" y="73777"/>
                </a:cubicBezTo>
                <a:lnTo>
                  <a:pt x="40871" y="73802"/>
                </a:lnTo>
                <a:cubicBezTo>
                  <a:pt x="40772" y="73653"/>
                  <a:pt x="40697" y="73503"/>
                  <a:pt x="40622" y="73329"/>
                </a:cubicBezTo>
                <a:cubicBezTo>
                  <a:pt x="40573" y="73279"/>
                  <a:pt x="40573" y="73254"/>
                  <a:pt x="40548" y="73205"/>
                </a:cubicBezTo>
                <a:close/>
                <a:moveTo>
                  <a:pt x="31562" y="72408"/>
                </a:moveTo>
                <a:cubicBezTo>
                  <a:pt x="31239" y="72956"/>
                  <a:pt x="30965" y="73503"/>
                  <a:pt x="30691" y="74051"/>
                </a:cubicBezTo>
                <a:cubicBezTo>
                  <a:pt x="29471" y="74001"/>
                  <a:pt x="28351" y="73777"/>
                  <a:pt x="27306" y="73454"/>
                </a:cubicBezTo>
                <a:cubicBezTo>
                  <a:pt x="28700" y="72931"/>
                  <a:pt x="30118" y="72557"/>
                  <a:pt x="31562" y="72408"/>
                </a:cubicBezTo>
                <a:close/>
                <a:moveTo>
                  <a:pt x="31861" y="72383"/>
                </a:moveTo>
                <a:cubicBezTo>
                  <a:pt x="31562" y="72931"/>
                  <a:pt x="31239" y="73503"/>
                  <a:pt x="30965" y="74051"/>
                </a:cubicBezTo>
                <a:lnTo>
                  <a:pt x="30915" y="74051"/>
                </a:lnTo>
                <a:cubicBezTo>
                  <a:pt x="31189" y="73503"/>
                  <a:pt x="31487" y="72931"/>
                  <a:pt x="31811" y="72383"/>
                </a:cubicBezTo>
                <a:close/>
                <a:moveTo>
                  <a:pt x="33230" y="72321"/>
                </a:moveTo>
                <a:cubicBezTo>
                  <a:pt x="34209" y="72321"/>
                  <a:pt x="35167" y="72414"/>
                  <a:pt x="36092" y="72557"/>
                </a:cubicBezTo>
                <a:cubicBezTo>
                  <a:pt x="36565" y="72707"/>
                  <a:pt x="37088" y="72881"/>
                  <a:pt x="37636" y="72956"/>
                </a:cubicBezTo>
                <a:lnTo>
                  <a:pt x="37710" y="72956"/>
                </a:lnTo>
                <a:cubicBezTo>
                  <a:pt x="37884" y="73006"/>
                  <a:pt x="38034" y="73030"/>
                  <a:pt x="38183" y="73080"/>
                </a:cubicBezTo>
                <a:cubicBezTo>
                  <a:pt x="38208" y="73080"/>
                  <a:pt x="38208" y="73080"/>
                  <a:pt x="38258" y="73130"/>
                </a:cubicBezTo>
                <a:cubicBezTo>
                  <a:pt x="35945" y="73742"/>
                  <a:pt x="33757" y="74086"/>
                  <a:pt x="31748" y="74086"/>
                </a:cubicBezTo>
                <a:cubicBezTo>
                  <a:pt x="31552" y="74086"/>
                  <a:pt x="31357" y="74082"/>
                  <a:pt x="31164" y="74076"/>
                </a:cubicBezTo>
                <a:cubicBezTo>
                  <a:pt x="31463" y="73503"/>
                  <a:pt x="31736" y="72931"/>
                  <a:pt x="32060" y="72383"/>
                </a:cubicBezTo>
                <a:cubicBezTo>
                  <a:pt x="32234" y="72383"/>
                  <a:pt x="32433" y="72333"/>
                  <a:pt x="32608" y="72333"/>
                </a:cubicBezTo>
                <a:cubicBezTo>
                  <a:pt x="32816" y="72325"/>
                  <a:pt x="33023" y="72321"/>
                  <a:pt x="33230" y="72321"/>
                </a:cubicBezTo>
                <a:close/>
                <a:moveTo>
                  <a:pt x="27007" y="73553"/>
                </a:moveTo>
                <a:cubicBezTo>
                  <a:pt x="28102" y="73926"/>
                  <a:pt x="29322" y="74151"/>
                  <a:pt x="30591" y="74200"/>
                </a:cubicBezTo>
                <a:cubicBezTo>
                  <a:pt x="30591" y="74225"/>
                  <a:pt x="30566" y="74225"/>
                  <a:pt x="30566" y="74275"/>
                </a:cubicBezTo>
                <a:cubicBezTo>
                  <a:pt x="29247" y="74175"/>
                  <a:pt x="28003" y="73951"/>
                  <a:pt x="26932" y="73578"/>
                </a:cubicBezTo>
                <a:cubicBezTo>
                  <a:pt x="26957" y="73578"/>
                  <a:pt x="26982" y="73578"/>
                  <a:pt x="27007" y="73553"/>
                </a:cubicBezTo>
                <a:close/>
                <a:moveTo>
                  <a:pt x="30840" y="74250"/>
                </a:moveTo>
                <a:cubicBezTo>
                  <a:pt x="30840" y="74275"/>
                  <a:pt x="30815" y="74275"/>
                  <a:pt x="30815" y="74300"/>
                </a:cubicBezTo>
                <a:lnTo>
                  <a:pt x="30741" y="74300"/>
                </a:lnTo>
                <a:cubicBezTo>
                  <a:pt x="30790" y="74275"/>
                  <a:pt x="30790" y="74275"/>
                  <a:pt x="30790" y="74250"/>
                </a:cubicBezTo>
                <a:close/>
                <a:moveTo>
                  <a:pt x="41369" y="73777"/>
                </a:moveTo>
                <a:cubicBezTo>
                  <a:pt x="41394" y="73827"/>
                  <a:pt x="41444" y="73902"/>
                  <a:pt x="41519" y="73951"/>
                </a:cubicBezTo>
                <a:cubicBezTo>
                  <a:pt x="41618" y="74076"/>
                  <a:pt x="41668" y="74200"/>
                  <a:pt x="41767" y="74300"/>
                </a:cubicBezTo>
                <a:cubicBezTo>
                  <a:pt x="41568" y="74200"/>
                  <a:pt x="41419" y="74126"/>
                  <a:pt x="41270" y="74026"/>
                </a:cubicBezTo>
                <a:cubicBezTo>
                  <a:pt x="41270" y="74001"/>
                  <a:pt x="41245" y="74001"/>
                  <a:pt x="41245" y="73951"/>
                </a:cubicBezTo>
                <a:cubicBezTo>
                  <a:pt x="41270" y="73902"/>
                  <a:pt x="41295" y="73827"/>
                  <a:pt x="41369" y="73777"/>
                </a:cubicBezTo>
                <a:close/>
                <a:moveTo>
                  <a:pt x="37835" y="73404"/>
                </a:moveTo>
                <a:lnTo>
                  <a:pt x="37835" y="73404"/>
                </a:lnTo>
                <a:cubicBezTo>
                  <a:pt x="37785" y="73429"/>
                  <a:pt x="37760" y="73454"/>
                  <a:pt x="37685" y="73503"/>
                </a:cubicBezTo>
                <a:cubicBezTo>
                  <a:pt x="35570" y="74026"/>
                  <a:pt x="33528" y="74325"/>
                  <a:pt x="31662" y="74325"/>
                </a:cubicBezTo>
                <a:cubicBezTo>
                  <a:pt x="31438" y="74325"/>
                  <a:pt x="31239" y="74300"/>
                  <a:pt x="31039" y="74300"/>
                </a:cubicBezTo>
                <a:cubicBezTo>
                  <a:pt x="31039" y="74275"/>
                  <a:pt x="31064" y="74275"/>
                  <a:pt x="31064" y="74250"/>
                </a:cubicBezTo>
                <a:cubicBezTo>
                  <a:pt x="31225" y="74254"/>
                  <a:pt x="31386" y="74256"/>
                  <a:pt x="31548" y="74256"/>
                </a:cubicBezTo>
                <a:cubicBezTo>
                  <a:pt x="33503" y="74256"/>
                  <a:pt x="35605" y="73978"/>
                  <a:pt x="37835" y="73404"/>
                </a:cubicBezTo>
                <a:close/>
                <a:moveTo>
                  <a:pt x="46497" y="72806"/>
                </a:moveTo>
                <a:cubicBezTo>
                  <a:pt x="46895" y="72956"/>
                  <a:pt x="47293" y="73130"/>
                  <a:pt x="47716" y="73329"/>
                </a:cubicBezTo>
                <a:cubicBezTo>
                  <a:pt x="47667" y="73379"/>
                  <a:pt x="47642" y="73379"/>
                  <a:pt x="47617" y="73404"/>
                </a:cubicBezTo>
                <a:cubicBezTo>
                  <a:pt x="46995" y="73777"/>
                  <a:pt x="46372" y="74151"/>
                  <a:pt x="45725" y="74499"/>
                </a:cubicBezTo>
                <a:cubicBezTo>
                  <a:pt x="45974" y="73902"/>
                  <a:pt x="46223" y="73404"/>
                  <a:pt x="46497" y="72806"/>
                </a:cubicBezTo>
                <a:close/>
                <a:moveTo>
                  <a:pt x="41494" y="73503"/>
                </a:moveTo>
                <a:cubicBezTo>
                  <a:pt x="41519" y="73528"/>
                  <a:pt x="41543" y="73553"/>
                  <a:pt x="41543" y="73578"/>
                </a:cubicBezTo>
                <a:cubicBezTo>
                  <a:pt x="41743" y="73877"/>
                  <a:pt x="41917" y="74126"/>
                  <a:pt x="42116" y="74399"/>
                </a:cubicBezTo>
                <a:cubicBezTo>
                  <a:pt x="42166" y="74499"/>
                  <a:pt x="42191" y="74549"/>
                  <a:pt x="42265" y="74648"/>
                </a:cubicBezTo>
                <a:cubicBezTo>
                  <a:pt x="42240" y="74623"/>
                  <a:pt x="42191" y="74574"/>
                  <a:pt x="42141" y="74549"/>
                </a:cubicBezTo>
                <a:cubicBezTo>
                  <a:pt x="41942" y="74250"/>
                  <a:pt x="41743" y="73951"/>
                  <a:pt x="41519" y="73653"/>
                </a:cubicBezTo>
                <a:cubicBezTo>
                  <a:pt x="41494" y="73628"/>
                  <a:pt x="41494" y="73578"/>
                  <a:pt x="41444" y="73553"/>
                </a:cubicBezTo>
                <a:cubicBezTo>
                  <a:pt x="41444" y="73528"/>
                  <a:pt x="41494" y="73528"/>
                  <a:pt x="41494" y="73503"/>
                </a:cubicBezTo>
                <a:close/>
                <a:moveTo>
                  <a:pt x="47916" y="73454"/>
                </a:moveTo>
                <a:cubicBezTo>
                  <a:pt x="47866" y="73503"/>
                  <a:pt x="47816" y="73528"/>
                  <a:pt x="47766" y="73553"/>
                </a:cubicBezTo>
                <a:cubicBezTo>
                  <a:pt x="47069" y="73951"/>
                  <a:pt x="46372" y="74399"/>
                  <a:pt x="45675" y="74773"/>
                </a:cubicBezTo>
                <a:cubicBezTo>
                  <a:pt x="45655" y="74793"/>
                  <a:pt x="45634" y="74797"/>
                  <a:pt x="45600" y="74811"/>
                </a:cubicBezTo>
                <a:lnTo>
                  <a:pt x="45600" y="74811"/>
                </a:lnTo>
                <a:cubicBezTo>
                  <a:pt x="45601" y="74808"/>
                  <a:pt x="45601" y="74803"/>
                  <a:pt x="45601" y="74798"/>
                </a:cubicBezTo>
                <a:lnTo>
                  <a:pt x="45601" y="74773"/>
                </a:lnTo>
                <a:cubicBezTo>
                  <a:pt x="45899" y="74574"/>
                  <a:pt x="46223" y="74399"/>
                  <a:pt x="46522" y="74250"/>
                </a:cubicBezTo>
                <a:cubicBezTo>
                  <a:pt x="46895" y="74026"/>
                  <a:pt x="47293" y="73802"/>
                  <a:pt x="47667" y="73553"/>
                </a:cubicBezTo>
                <a:lnTo>
                  <a:pt x="47866" y="73454"/>
                </a:lnTo>
                <a:close/>
                <a:moveTo>
                  <a:pt x="41519" y="74375"/>
                </a:moveTo>
                <a:lnTo>
                  <a:pt x="41519" y="74375"/>
                </a:lnTo>
                <a:cubicBezTo>
                  <a:pt x="41668" y="74449"/>
                  <a:pt x="41817" y="74549"/>
                  <a:pt x="41991" y="74673"/>
                </a:cubicBezTo>
                <a:cubicBezTo>
                  <a:pt x="42016" y="74748"/>
                  <a:pt x="42041" y="74773"/>
                  <a:pt x="42066" y="74823"/>
                </a:cubicBezTo>
                <a:cubicBezTo>
                  <a:pt x="41917" y="74748"/>
                  <a:pt x="41792" y="74623"/>
                  <a:pt x="41643" y="74524"/>
                </a:cubicBezTo>
                <a:cubicBezTo>
                  <a:pt x="41568" y="74449"/>
                  <a:pt x="41543" y="74424"/>
                  <a:pt x="41519" y="74375"/>
                </a:cubicBezTo>
                <a:close/>
                <a:moveTo>
                  <a:pt x="45544" y="74860"/>
                </a:moveTo>
                <a:cubicBezTo>
                  <a:pt x="45539" y="74867"/>
                  <a:pt x="45534" y="74872"/>
                  <a:pt x="45526" y="74872"/>
                </a:cubicBezTo>
                <a:cubicBezTo>
                  <a:pt x="45532" y="74868"/>
                  <a:pt x="45538" y="74864"/>
                  <a:pt x="45544" y="74860"/>
                </a:cubicBezTo>
                <a:close/>
                <a:moveTo>
                  <a:pt x="41519" y="74773"/>
                </a:moveTo>
                <a:lnTo>
                  <a:pt x="41693" y="74947"/>
                </a:lnTo>
                <a:cubicBezTo>
                  <a:pt x="41743" y="74997"/>
                  <a:pt x="41792" y="75047"/>
                  <a:pt x="41867" y="75071"/>
                </a:cubicBezTo>
                <a:lnTo>
                  <a:pt x="41817" y="75121"/>
                </a:lnTo>
                <a:cubicBezTo>
                  <a:pt x="41767" y="75047"/>
                  <a:pt x="41743" y="74997"/>
                  <a:pt x="41668" y="74947"/>
                </a:cubicBezTo>
                <a:cubicBezTo>
                  <a:pt x="41618" y="74897"/>
                  <a:pt x="41543" y="74823"/>
                  <a:pt x="41519" y="74773"/>
                </a:cubicBezTo>
                <a:close/>
                <a:moveTo>
                  <a:pt x="42415" y="74997"/>
                </a:moveTo>
                <a:lnTo>
                  <a:pt x="42415" y="74997"/>
                </a:lnTo>
                <a:cubicBezTo>
                  <a:pt x="42440" y="75022"/>
                  <a:pt x="42489" y="75022"/>
                  <a:pt x="42514" y="75047"/>
                </a:cubicBezTo>
                <a:cubicBezTo>
                  <a:pt x="42539" y="75071"/>
                  <a:pt x="42564" y="75146"/>
                  <a:pt x="42564" y="75171"/>
                </a:cubicBezTo>
                <a:cubicBezTo>
                  <a:pt x="42539" y="75146"/>
                  <a:pt x="42514" y="75146"/>
                  <a:pt x="42489" y="75121"/>
                </a:cubicBezTo>
                <a:cubicBezTo>
                  <a:pt x="42440" y="75071"/>
                  <a:pt x="42415" y="75022"/>
                  <a:pt x="42415" y="74997"/>
                </a:cubicBezTo>
                <a:close/>
                <a:moveTo>
                  <a:pt x="45128" y="72433"/>
                </a:moveTo>
                <a:cubicBezTo>
                  <a:pt x="45178" y="72433"/>
                  <a:pt x="45252" y="72458"/>
                  <a:pt x="45302" y="72458"/>
                </a:cubicBezTo>
                <a:cubicBezTo>
                  <a:pt x="45327" y="73055"/>
                  <a:pt x="45302" y="73653"/>
                  <a:pt x="45202" y="74200"/>
                </a:cubicBezTo>
                <a:cubicBezTo>
                  <a:pt x="45078" y="74449"/>
                  <a:pt x="45003" y="74698"/>
                  <a:pt x="44879" y="74997"/>
                </a:cubicBezTo>
                <a:cubicBezTo>
                  <a:pt x="44729" y="75022"/>
                  <a:pt x="44605" y="75071"/>
                  <a:pt x="44481" y="75171"/>
                </a:cubicBezTo>
                <a:cubicBezTo>
                  <a:pt x="44605" y="74275"/>
                  <a:pt x="44804" y="73379"/>
                  <a:pt x="45103" y="72433"/>
                </a:cubicBezTo>
                <a:close/>
                <a:moveTo>
                  <a:pt x="44729" y="75246"/>
                </a:moveTo>
                <a:cubicBezTo>
                  <a:pt x="44729" y="75246"/>
                  <a:pt x="44729" y="75270"/>
                  <a:pt x="44681" y="75271"/>
                </a:cubicBezTo>
                <a:lnTo>
                  <a:pt x="44681" y="75271"/>
                </a:lnTo>
                <a:cubicBezTo>
                  <a:pt x="44698" y="75262"/>
                  <a:pt x="44714" y="75253"/>
                  <a:pt x="44729" y="75246"/>
                </a:cubicBezTo>
                <a:close/>
                <a:moveTo>
                  <a:pt x="44868" y="72496"/>
                </a:moveTo>
                <a:cubicBezTo>
                  <a:pt x="44599" y="73453"/>
                  <a:pt x="44379" y="74386"/>
                  <a:pt x="44257" y="75271"/>
                </a:cubicBezTo>
                <a:cubicBezTo>
                  <a:pt x="44232" y="75271"/>
                  <a:pt x="44232" y="75295"/>
                  <a:pt x="44182" y="75295"/>
                </a:cubicBezTo>
                <a:cubicBezTo>
                  <a:pt x="44306" y="74399"/>
                  <a:pt x="44530" y="73454"/>
                  <a:pt x="44804" y="72508"/>
                </a:cubicBezTo>
                <a:cubicBezTo>
                  <a:pt x="44835" y="72508"/>
                  <a:pt x="44857" y="72508"/>
                  <a:pt x="44868" y="72496"/>
                </a:cubicBezTo>
                <a:close/>
                <a:moveTo>
                  <a:pt x="42198" y="75129"/>
                </a:moveTo>
                <a:cubicBezTo>
                  <a:pt x="42249" y="75166"/>
                  <a:pt x="42313" y="75194"/>
                  <a:pt x="42365" y="75246"/>
                </a:cubicBezTo>
                <a:cubicBezTo>
                  <a:pt x="42390" y="75271"/>
                  <a:pt x="42390" y="75295"/>
                  <a:pt x="42415" y="75320"/>
                </a:cubicBezTo>
                <a:cubicBezTo>
                  <a:pt x="42315" y="75271"/>
                  <a:pt x="42265" y="75246"/>
                  <a:pt x="42240" y="75171"/>
                </a:cubicBezTo>
                <a:lnTo>
                  <a:pt x="42198" y="75129"/>
                </a:lnTo>
                <a:close/>
                <a:moveTo>
                  <a:pt x="3161" y="63298"/>
                </a:moveTo>
                <a:lnTo>
                  <a:pt x="3161" y="63422"/>
                </a:lnTo>
                <a:cubicBezTo>
                  <a:pt x="2664" y="65364"/>
                  <a:pt x="2290" y="67305"/>
                  <a:pt x="2066" y="69147"/>
                </a:cubicBezTo>
                <a:cubicBezTo>
                  <a:pt x="1469" y="71263"/>
                  <a:pt x="996" y="73379"/>
                  <a:pt x="697" y="75395"/>
                </a:cubicBezTo>
                <a:cubicBezTo>
                  <a:pt x="797" y="74175"/>
                  <a:pt x="946" y="72906"/>
                  <a:pt x="1170" y="71562"/>
                </a:cubicBezTo>
                <a:cubicBezTo>
                  <a:pt x="1618" y="68824"/>
                  <a:pt x="2290" y="66061"/>
                  <a:pt x="3161" y="63298"/>
                </a:cubicBezTo>
                <a:close/>
                <a:moveTo>
                  <a:pt x="9683" y="71188"/>
                </a:moveTo>
                <a:cubicBezTo>
                  <a:pt x="9708" y="71263"/>
                  <a:pt x="9708" y="71313"/>
                  <a:pt x="9757" y="71388"/>
                </a:cubicBezTo>
                <a:cubicBezTo>
                  <a:pt x="9807" y="71587"/>
                  <a:pt x="9882" y="71786"/>
                  <a:pt x="9932" y="71960"/>
                </a:cubicBezTo>
                <a:cubicBezTo>
                  <a:pt x="9957" y="72060"/>
                  <a:pt x="10006" y="72159"/>
                  <a:pt x="10031" y="72209"/>
                </a:cubicBezTo>
                <a:cubicBezTo>
                  <a:pt x="10056" y="72309"/>
                  <a:pt x="10081" y="72408"/>
                  <a:pt x="10131" y="72458"/>
                </a:cubicBezTo>
                <a:cubicBezTo>
                  <a:pt x="10181" y="72657"/>
                  <a:pt x="10280" y="72831"/>
                  <a:pt x="10330" y="73030"/>
                </a:cubicBezTo>
                <a:cubicBezTo>
                  <a:pt x="10380" y="73130"/>
                  <a:pt x="10430" y="73254"/>
                  <a:pt x="10454" y="73329"/>
                </a:cubicBezTo>
                <a:cubicBezTo>
                  <a:pt x="10454" y="73379"/>
                  <a:pt x="10504" y="73404"/>
                  <a:pt x="10504" y="73429"/>
                </a:cubicBezTo>
                <a:cubicBezTo>
                  <a:pt x="10529" y="73528"/>
                  <a:pt x="10579" y="73578"/>
                  <a:pt x="10629" y="73678"/>
                </a:cubicBezTo>
                <a:lnTo>
                  <a:pt x="10902" y="74250"/>
                </a:lnTo>
                <a:lnTo>
                  <a:pt x="11002" y="74424"/>
                </a:lnTo>
                <a:cubicBezTo>
                  <a:pt x="11052" y="74549"/>
                  <a:pt x="11126" y="74648"/>
                  <a:pt x="11176" y="74773"/>
                </a:cubicBezTo>
                <a:cubicBezTo>
                  <a:pt x="11251" y="74897"/>
                  <a:pt x="11326" y="75022"/>
                  <a:pt x="11400" y="75121"/>
                </a:cubicBezTo>
                <a:cubicBezTo>
                  <a:pt x="11450" y="75196"/>
                  <a:pt x="11525" y="75320"/>
                  <a:pt x="11624" y="75420"/>
                </a:cubicBezTo>
                <a:lnTo>
                  <a:pt x="11649" y="75445"/>
                </a:lnTo>
                <a:cubicBezTo>
                  <a:pt x="10380" y="74549"/>
                  <a:pt x="9210" y="73553"/>
                  <a:pt x="8164" y="72508"/>
                </a:cubicBezTo>
                <a:cubicBezTo>
                  <a:pt x="8214" y="72508"/>
                  <a:pt x="8264" y="72408"/>
                  <a:pt x="8289" y="72309"/>
                </a:cubicBezTo>
                <a:cubicBezTo>
                  <a:pt x="8388" y="72209"/>
                  <a:pt x="8463" y="72159"/>
                  <a:pt x="8563" y="72060"/>
                </a:cubicBezTo>
                <a:cubicBezTo>
                  <a:pt x="8687" y="71960"/>
                  <a:pt x="8812" y="71885"/>
                  <a:pt x="8936" y="71736"/>
                </a:cubicBezTo>
                <a:cubicBezTo>
                  <a:pt x="9085" y="71612"/>
                  <a:pt x="9210" y="71537"/>
                  <a:pt x="9384" y="71413"/>
                </a:cubicBezTo>
                <a:cubicBezTo>
                  <a:pt x="9459" y="71338"/>
                  <a:pt x="9558" y="71263"/>
                  <a:pt x="9683" y="71188"/>
                </a:cubicBezTo>
                <a:close/>
                <a:moveTo>
                  <a:pt x="44680" y="75271"/>
                </a:moveTo>
                <a:lnTo>
                  <a:pt x="44680" y="75295"/>
                </a:lnTo>
                <a:lnTo>
                  <a:pt x="44406" y="75495"/>
                </a:lnTo>
                <a:lnTo>
                  <a:pt x="44406" y="75445"/>
                </a:lnTo>
                <a:lnTo>
                  <a:pt x="44406" y="75420"/>
                </a:lnTo>
                <a:cubicBezTo>
                  <a:pt x="44489" y="75378"/>
                  <a:pt x="44591" y="75319"/>
                  <a:pt x="44680" y="75271"/>
                </a:cubicBezTo>
                <a:close/>
                <a:moveTo>
                  <a:pt x="41917" y="75271"/>
                </a:moveTo>
                <a:cubicBezTo>
                  <a:pt x="42016" y="75271"/>
                  <a:pt x="42041" y="75295"/>
                  <a:pt x="42066" y="75370"/>
                </a:cubicBezTo>
                <a:cubicBezTo>
                  <a:pt x="42116" y="75395"/>
                  <a:pt x="42116" y="75395"/>
                  <a:pt x="42116" y="75420"/>
                </a:cubicBezTo>
                <a:cubicBezTo>
                  <a:pt x="42166" y="75470"/>
                  <a:pt x="42191" y="75544"/>
                  <a:pt x="42265" y="75619"/>
                </a:cubicBezTo>
                <a:cubicBezTo>
                  <a:pt x="42191" y="75569"/>
                  <a:pt x="42166" y="75520"/>
                  <a:pt x="42116" y="75445"/>
                </a:cubicBezTo>
                <a:lnTo>
                  <a:pt x="42041" y="75395"/>
                </a:lnTo>
                <a:lnTo>
                  <a:pt x="41917" y="75271"/>
                </a:lnTo>
                <a:close/>
                <a:moveTo>
                  <a:pt x="44232" y="75520"/>
                </a:moveTo>
                <a:lnTo>
                  <a:pt x="44232" y="75544"/>
                </a:lnTo>
                <a:lnTo>
                  <a:pt x="44232" y="75569"/>
                </a:lnTo>
                <a:cubicBezTo>
                  <a:pt x="44182" y="75569"/>
                  <a:pt x="44157" y="75619"/>
                  <a:pt x="44157" y="75619"/>
                </a:cubicBezTo>
                <a:lnTo>
                  <a:pt x="44157" y="75569"/>
                </a:lnTo>
                <a:lnTo>
                  <a:pt x="44157" y="75544"/>
                </a:lnTo>
                <a:cubicBezTo>
                  <a:pt x="44182" y="75544"/>
                  <a:pt x="44182" y="75520"/>
                  <a:pt x="44232" y="75520"/>
                </a:cubicBezTo>
                <a:close/>
                <a:moveTo>
                  <a:pt x="44630" y="72533"/>
                </a:moveTo>
                <a:cubicBezTo>
                  <a:pt x="44331" y="73528"/>
                  <a:pt x="44132" y="74449"/>
                  <a:pt x="44008" y="75395"/>
                </a:cubicBezTo>
                <a:cubicBezTo>
                  <a:pt x="43858" y="75495"/>
                  <a:pt x="43684" y="75569"/>
                  <a:pt x="43535" y="75644"/>
                </a:cubicBezTo>
                <a:cubicBezTo>
                  <a:pt x="43261" y="75395"/>
                  <a:pt x="42987" y="75171"/>
                  <a:pt x="42664" y="74922"/>
                </a:cubicBezTo>
                <a:cubicBezTo>
                  <a:pt x="42614" y="74823"/>
                  <a:pt x="42564" y="74773"/>
                  <a:pt x="42514" y="74673"/>
                </a:cubicBezTo>
                <a:cubicBezTo>
                  <a:pt x="42440" y="74549"/>
                  <a:pt x="42365" y="74449"/>
                  <a:pt x="42290" y="74325"/>
                </a:cubicBezTo>
                <a:lnTo>
                  <a:pt x="41743" y="73503"/>
                </a:lnTo>
                <a:cubicBezTo>
                  <a:pt x="41668" y="73429"/>
                  <a:pt x="41643" y="73379"/>
                  <a:pt x="41593" y="73304"/>
                </a:cubicBezTo>
                <a:cubicBezTo>
                  <a:pt x="41668" y="73205"/>
                  <a:pt x="41693" y="73130"/>
                  <a:pt x="41767" y="73055"/>
                </a:cubicBezTo>
                <a:cubicBezTo>
                  <a:pt x="42688" y="72956"/>
                  <a:pt x="43659" y="72782"/>
                  <a:pt x="44630" y="72533"/>
                </a:cubicBezTo>
                <a:close/>
                <a:moveTo>
                  <a:pt x="42688" y="75520"/>
                </a:moveTo>
                <a:lnTo>
                  <a:pt x="42788" y="75619"/>
                </a:lnTo>
                <a:cubicBezTo>
                  <a:pt x="42805" y="75636"/>
                  <a:pt x="42822" y="75664"/>
                  <a:pt x="42831" y="75696"/>
                </a:cubicBezTo>
                <a:lnTo>
                  <a:pt x="42831" y="75696"/>
                </a:lnTo>
                <a:cubicBezTo>
                  <a:pt x="42818" y="75687"/>
                  <a:pt x="42800" y="75681"/>
                  <a:pt x="42788" y="75669"/>
                </a:cubicBezTo>
                <a:cubicBezTo>
                  <a:pt x="42763" y="75619"/>
                  <a:pt x="42738" y="75569"/>
                  <a:pt x="42688" y="75520"/>
                </a:cubicBezTo>
                <a:close/>
                <a:moveTo>
                  <a:pt x="57075" y="67206"/>
                </a:moveTo>
                <a:cubicBezTo>
                  <a:pt x="57100" y="67231"/>
                  <a:pt x="57125" y="67256"/>
                  <a:pt x="57200" y="67305"/>
                </a:cubicBezTo>
                <a:cubicBezTo>
                  <a:pt x="57324" y="67355"/>
                  <a:pt x="57424" y="67455"/>
                  <a:pt x="57548" y="67530"/>
                </a:cubicBezTo>
                <a:cubicBezTo>
                  <a:pt x="57623" y="67579"/>
                  <a:pt x="57723" y="67654"/>
                  <a:pt x="57822" y="67729"/>
                </a:cubicBezTo>
                <a:cubicBezTo>
                  <a:pt x="57922" y="67803"/>
                  <a:pt x="57972" y="67853"/>
                  <a:pt x="58071" y="67928"/>
                </a:cubicBezTo>
                <a:cubicBezTo>
                  <a:pt x="58196" y="68002"/>
                  <a:pt x="58320" y="68102"/>
                  <a:pt x="58469" y="68226"/>
                </a:cubicBezTo>
                <a:cubicBezTo>
                  <a:pt x="58494" y="68251"/>
                  <a:pt x="58544" y="68301"/>
                  <a:pt x="58594" y="68326"/>
                </a:cubicBezTo>
                <a:cubicBezTo>
                  <a:pt x="59440" y="68998"/>
                  <a:pt x="60361" y="69819"/>
                  <a:pt x="61307" y="70765"/>
                </a:cubicBezTo>
                <a:cubicBezTo>
                  <a:pt x="61431" y="70890"/>
                  <a:pt x="61556" y="70964"/>
                  <a:pt x="61680" y="71089"/>
                </a:cubicBezTo>
                <a:lnTo>
                  <a:pt x="61879" y="71313"/>
                </a:lnTo>
                <a:lnTo>
                  <a:pt x="62303" y="71711"/>
                </a:lnTo>
                <a:cubicBezTo>
                  <a:pt x="62128" y="71811"/>
                  <a:pt x="61979" y="71935"/>
                  <a:pt x="61830" y="72035"/>
                </a:cubicBezTo>
                <a:cubicBezTo>
                  <a:pt x="61705" y="72134"/>
                  <a:pt x="61581" y="72184"/>
                  <a:pt x="61456" y="72284"/>
                </a:cubicBezTo>
                <a:cubicBezTo>
                  <a:pt x="61257" y="72408"/>
                  <a:pt x="61083" y="72533"/>
                  <a:pt x="60859" y="72657"/>
                </a:cubicBezTo>
                <a:lnTo>
                  <a:pt x="60585" y="72831"/>
                </a:lnTo>
                <a:cubicBezTo>
                  <a:pt x="60560" y="72856"/>
                  <a:pt x="60535" y="72906"/>
                  <a:pt x="60461" y="72906"/>
                </a:cubicBezTo>
                <a:cubicBezTo>
                  <a:pt x="60286" y="73030"/>
                  <a:pt x="60087" y="73105"/>
                  <a:pt x="59913" y="73230"/>
                </a:cubicBezTo>
                <a:cubicBezTo>
                  <a:pt x="59814" y="73304"/>
                  <a:pt x="59714" y="73354"/>
                  <a:pt x="59614" y="73404"/>
                </a:cubicBezTo>
                <a:cubicBezTo>
                  <a:pt x="59589" y="73429"/>
                  <a:pt x="59540" y="73454"/>
                  <a:pt x="59490" y="73478"/>
                </a:cubicBezTo>
                <a:cubicBezTo>
                  <a:pt x="59341" y="73578"/>
                  <a:pt x="59166" y="73678"/>
                  <a:pt x="58992" y="73777"/>
                </a:cubicBezTo>
                <a:cubicBezTo>
                  <a:pt x="58942" y="73802"/>
                  <a:pt x="58843" y="73877"/>
                  <a:pt x="58793" y="73902"/>
                </a:cubicBezTo>
                <a:cubicBezTo>
                  <a:pt x="58718" y="73926"/>
                  <a:pt x="58619" y="74001"/>
                  <a:pt x="58569" y="74026"/>
                </a:cubicBezTo>
                <a:cubicBezTo>
                  <a:pt x="58420" y="74126"/>
                  <a:pt x="58245" y="74175"/>
                  <a:pt x="58096" y="74275"/>
                </a:cubicBezTo>
                <a:cubicBezTo>
                  <a:pt x="57947" y="74375"/>
                  <a:pt x="57797" y="74424"/>
                  <a:pt x="57623" y="74524"/>
                </a:cubicBezTo>
                <a:cubicBezTo>
                  <a:pt x="57474" y="74574"/>
                  <a:pt x="57349" y="74673"/>
                  <a:pt x="57200" y="74748"/>
                </a:cubicBezTo>
                <a:cubicBezTo>
                  <a:pt x="57175" y="74773"/>
                  <a:pt x="57125" y="74773"/>
                  <a:pt x="57100" y="74798"/>
                </a:cubicBezTo>
                <a:cubicBezTo>
                  <a:pt x="56976" y="74847"/>
                  <a:pt x="56827" y="74922"/>
                  <a:pt x="56702" y="74997"/>
                </a:cubicBezTo>
                <a:cubicBezTo>
                  <a:pt x="56578" y="75047"/>
                  <a:pt x="56428" y="75121"/>
                  <a:pt x="56304" y="75171"/>
                </a:cubicBezTo>
                <a:cubicBezTo>
                  <a:pt x="56105" y="75271"/>
                  <a:pt x="55955" y="75320"/>
                  <a:pt x="55756" y="75420"/>
                </a:cubicBezTo>
                <a:cubicBezTo>
                  <a:pt x="55632" y="75470"/>
                  <a:pt x="55507" y="75520"/>
                  <a:pt x="55383" y="75569"/>
                </a:cubicBezTo>
                <a:cubicBezTo>
                  <a:pt x="55258" y="75644"/>
                  <a:pt x="55134" y="75669"/>
                  <a:pt x="55059" y="75744"/>
                </a:cubicBezTo>
                <a:cubicBezTo>
                  <a:pt x="54686" y="74872"/>
                  <a:pt x="54313" y="74051"/>
                  <a:pt x="53989" y="73304"/>
                </a:cubicBezTo>
                <a:cubicBezTo>
                  <a:pt x="53964" y="73205"/>
                  <a:pt x="53889" y="73130"/>
                  <a:pt x="53865" y="73030"/>
                </a:cubicBezTo>
                <a:cubicBezTo>
                  <a:pt x="53740" y="72757"/>
                  <a:pt x="53641" y="72458"/>
                  <a:pt x="53566" y="72184"/>
                </a:cubicBezTo>
                <a:cubicBezTo>
                  <a:pt x="53491" y="72010"/>
                  <a:pt x="53392" y="71811"/>
                  <a:pt x="53342" y="71637"/>
                </a:cubicBezTo>
                <a:lnTo>
                  <a:pt x="53143" y="70964"/>
                </a:lnTo>
                <a:cubicBezTo>
                  <a:pt x="53093" y="70790"/>
                  <a:pt x="53018" y="70566"/>
                  <a:pt x="52968" y="70392"/>
                </a:cubicBezTo>
                <a:cubicBezTo>
                  <a:pt x="53441" y="70043"/>
                  <a:pt x="53889" y="69695"/>
                  <a:pt x="54337" y="69347"/>
                </a:cubicBezTo>
                <a:lnTo>
                  <a:pt x="54711" y="69073"/>
                </a:lnTo>
                <a:cubicBezTo>
                  <a:pt x="54761" y="69023"/>
                  <a:pt x="54835" y="68973"/>
                  <a:pt x="54935" y="68923"/>
                </a:cubicBezTo>
                <a:lnTo>
                  <a:pt x="55383" y="68550"/>
                </a:lnTo>
                <a:cubicBezTo>
                  <a:pt x="55607" y="68401"/>
                  <a:pt x="55831" y="68202"/>
                  <a:pt x="56005" y="68052"/>
                </a:cubicBezTo>
                <a:cubicBezTo>
                  <a:pt x="56179" y="67928"/>
                  <a:pt x="56354" y="67803"/>
                  <a:pt x="56503" y="67654"/>
                </a:cubicBezTo>
                <a:cubicBezTo>
                  <a:pt x="56603" y="67554"/>
                  <a:pt x="56702" y="67480"/>
                  <a:pt x="56827" y="67380"/>
                </a:cubicBezTo>
                <a:cubicBezTo>
                  <a:pt x="56926" y="67330"/>
                  <a:pt x="56976" y="67256"/>
                  <a:pt x="57075" y="67206"/>
                </a:cubicBezTo>
                <a:close/>
                <a:moveTo>
                  <a:pt x="42912" y="75320"/>
                </a:moveTo>
                <a:lnTo>
                  <a:pt x="43385" y="75694"/>
                </a:lnTo>
                <a:cubicBezTo>
                  <a:pt x="43360" y="75768"/>
                  <a:pt x="43311" y="75768"/>
                  <a:pt x="43311" y="75768"/>
                </a:cubicBezTo>
                <a:cubicBezTo>
                  <a:pt x="43186" y="75669"/>
                  <a:pt x="43112" y="75569"/>
                  <a:pt x="42987" y="75495"/>
                </a:cubicBezTo>
                <a:cubicBezTo>
                  <a:pt x="42937" y="75420"/>
                  <a:pt x="42912" y="75395"/>
                  <a:pt x="42912" y="75320"/>
                </a:cubicBezTo>
                <a:close/>
                <a:moveTo>
                  <a:pt x="52844" y="70516"/>
                </a:moveTo>
                <a:cubicBezTo>
                  <a:pt x="52869" y="70641"/>
                  <a:pt x="52944" y="70790"/>
                  <a:pt x="52968" y="70915"/>
                </a:cubicBezTo>
                <a:cubicBezTo>
                  <a:pt x="53018" y="71164"/>
                  <a:pt x="53093" y="71388"/>
                  <a:pt x="53192" y="71661"/>
                </a:cubicBezTo>
                <a:cubicBezTo>
                  <a:pt x="53217" y="71786"/>
                  <a:pt x="53267" y="71935"/>
                  <a:pt x="53342" y="72060"/>
                </a:cubicBezTo>
                <a:cubicBezTo>
                  <a:pt x="53740" y="73205"/>
                  <a:pt x="54263" y="74449"/>
                  <a:pt x="54885" y="75793"/>
                </a:cubicBezTo>
                <a:lnTo>
                  <a:pt x="54835" y="75793"/>
                </a:lnTo>
                <a:cubicBezTo>
                  <a:pt x="54437" y="74922"/>
                  <a:pt x="54064" y="74126"/>
                  <a:pt x="53740" y="73329"/>
                </a:cubicBezTo>
                <a:cubicBezTo>
                  <a:pt x="53715" y="73279"/>
                  <a:pt x="53690" y="73180"/>
                  <a:pt x="53641" y="73130"/>
                </a:cubicBezTo>
                <a:cubicBezTo>
                  <a:pt x="53516" y="72806"/>
                  <a:pt x="53441" y="72533"/>
                  <a:pt x="53317" y="72259"/>
                </a:cubicBezTo>
                <a:cubicBezTo>
                  <a:pt x="53242" y="72060"/>
                  <a:pt x="53143" y="71885"/>
                  <a:pt x="53118" y="71686"/>
                </a:cubicBezTo>
                <a:cubicBezTo>
                  <a:pt x="53068" y="71462"/>
                  <a:pt x="52993" y="71263"/>
                  <a:pt x="52944" y="71064"/>
                </a:cubicBezTo>
                <a:cubicBezTo>
                  <a:pt x="52869" y="70890"/>
                  <a:pt x="52819" y="70691"/>
                  <a:pt x="52769" y="70541"/>
                </a:cubicBezTo>
                <a:lnTo>
                  <a:pt x="52844" y="70516"/>
                </a:lnTo>
                <a:close/>
                <a:moveTo>
                  <a:pt x="43983" y="75669"/>
                </a:moveTo>
                <a:lnTo>
                  <a:pt x="43983" y="75694"/>
                </a:lnTo>
                <a:lnTo>
                  <a:pt x="43983" y="75744"/>
                </a:lnTo>
                <a:cubicBezTo>
                  <a:pt x="43883" y="75768"/>
                  <a:pt x="43809" y="75793"/>
                  <a:pt x="43759" y="75818"/>
                </a:cubicBezTo>
                <a:lnTo>
                  <a:pt x="43734" y="75793"/>
                </a:lnTo>
                <a:cubicBezTo>
                  <a:pt x="43809" y="75768"/>
                  <a:pt x="43883" y="75694"/>
                  <a:pt x="43983" y="75669"/>
                </a:cubicBezTo>
                <a:close/>
                <a:moveTo>
                  <a:pt x="62477" y="71836"/>
                </a:moveTo>
                <a:lnTo>
                  <a:pt x="62527" y="71885"/>
                </a:lnTo>
                <a:lnTo>
                  <a:pt x="62552" y="71910"/>
                </a:lnTo>
                <a:cubicBezTo>
                  <a:pt x="62427" y="72010"/>
                  <a:pt x="62328" y="72060"/>
                  <a:pt x="62203" y="72159"/>
                </a:cubicBezTo>
                <a:cubicBezTo>
                  <a:pt x="62054" y="72284"/>
                  <a:pt x="61855" y="72358"/>
                  <a:pt x="61705" y="72508"/>
                </a:cubicBezTo>
                <a:cubicBezTo>
                  <a:pt x="61581" y="72582"/>
                  <a:pt x="61431" y="72682"/>
                  <a:pt x="61307" y="72782"/>
                </a:cubicBezTo>
                <a:lnTo>
                  <a:pt x="60734" y="73155"/>
                </a:lnTo>
                <a:cubicBezTo>
                  <a:pt x="60660" y="73205"/>
                  <a:pt x="60535" y="73279"/>
                  <a:pt x="60436" y="73329"/>
                </a:cubicBezTo>
                <a:cubicBezTo>
                  <a:pt x="60311" y="73404"/>
                  <a:pt x="60187" y="73478"/>
                  <a:pt x="60062" y="73553"/>
                </a:cubicBezTo>
                <a:lnTo>
                  <a:pt x="59789" y="73727"/>
                </a:lnTo>
                <a:cubicBezTo>
                  <a:pt x="59689" y="73777"/>
                  <a:pt x="59614" y="73827"/>
                  <a:pt x="59540" y="73852"/>
                </a:cubicBezTo>
                <a:cubicBezTo>
                  <a:pt x="59291" y="74026"/>
                  <a:pt x="59042" y="74151"/>
                  <a:pt x="58818" y="74275"/>
                </a:cubicBezTo>
                <a:lnTo>
                  <a:pt x="58619" y="74375"/>
                </a:lnTo>
                <a:cubicBezTo>
                  <a:pt x="58594" y="74375"/>
                  <a:pt x="58594" y="74399"/>
                  <a:pt x="58569" y="74399"/>
                </a:cubicBezTo>
                <a:cubicBezTo>
                  <a:pt x="58494" y="74424"/>
                  <a:pt x="58469" y="74449"/>
                  <a:pt x="58420" y="74499"/>
                </a:cubicBezTo>
                <a:lnTo>
                  <a:pt x="58046" y="74673"/>
                </a:lnTo>
                <a:lnTo>
                  <a:pt x="57847" y="74773"/>
                </a:lnTo>
                <a:cubicBezTo>
                  <a:pt x="57797" y="74798"/>
                  <a:pt x="57748" y="74823"/>
                  <a:pt x="57698" y="74823"/>
                </a:cubicBezTo>
                <a:cubicBezTo>
                  <a:pt x="57449" y="74947"/>
                  <a:pt x="57175" y="75071"/>
                  <a:pt x="56926" y="75196"/>
                </a:cubicBezTo>
                <a:cubicBezTo>
                  <a:pt x="56926" y="75196"/>
                  <a:pt x="56876" y="75196"/>
                  <a:pt x="56876" y="75221"/>
                </a:cubicBezTo>
                <a:cubicBezTo>
                  <a:pt x="56354" y="75470"/>
                  <a:pt x="55831" y="75694"/>
                  <a:pt x="55333" y="75918"/>
                </a:cubicBezTo>
                <a:cubicBezTo>
                  <a:pt x="55209" y="75893"/>
                  <a:pt x="55184" y="75893"/>
                  <a:pt x="55184" y="75893"/>
                </a:cubicBezTo>
                <a:cubicBezTo>
                  <a:pt x="55184" y="75893"/>
                  <a:pt x="55184" y="75868"/>
                  <a:pt x="55134" y="75868"/>
                </a:cubicBezTo>
                <a:lnTo>
                  <a:pt x="55134" y="75818"/>
                </a:lnTo>
                <a:cubicBezTo>
                  <a:pt x="55308" y="75768"/>
                  <a:pt x="55458" y="75694"/>
                  <a:pt x="55632" y="75644"/>
                </a:cubicBezTo>
                <a:cubicBezTo>
                  <a:pt x="55731" y="75619"/>
                  <a:pt x="55806" y="75569"/>
                  <a:pt x="55881" y="75544"/>
                </a:cubicBezTo>
                <a:cubicBezTo>
                  <a:pt x="55931" y="75544"/>
                  <a:pt x="55955" y="75520"/>
                  <a:pt x="55980" y="75495"/>
                </a:cubicBezTo>
                <a:cubicBezTo>
                  <a:pt x="56055" y="75445"/>
                  <a:pt x="56130" y="75420"/>
                  <a:pt x="56204" y="75395"/>
                </a:cubicBezTo>
                <a:cubicBezTo>
                  <a:pt x="56229" y="75395"/>
                  <a:pt x="56254" y="75370"/>
                  <a:pt x="56304" y="75370"/>
                </a:cubicBezTo>
                <a:lnTo>
                  <a:pt x="56478" y="75271"/>
                </a:lnTo>
                <a:lnTo>
                  <a:pt x="56503" y="75271"/>
                </a:lnTo>
                <a:cubicBezTo>
                  <a:pt x="56603" y="75246"/>
                  <a:pt x="56702" y="75171"/>
                  <a:pt x="56827" y="75146"/>
                </a:cubicBezTo>
                <a:cubicBezTo>
                  <a:pt x="56876" y="75121"/>
                  <a:pt x="56926" y="75121"/>
                  <a:pt x="56976" y="75071"/>
                </a:cubicBezTo>
                <a:cubicBezTo>
                  <a:pt x="57075" y="75047"/>
                  <a:pt x="57125" y="74997"/>
                  <a:pt x="57225" y="74947"/>
                </a:cubicBezTo>
                <a:cubicBezTo>
                  <a:pt x="57250" y="74922"/>
                  <a:pt x="57324" y="74922"/>
                  <a:pt x="57349" y="74897"/>
                </a:cubicBezTo>
                <a:cubicBezTo>
                  <a:pt x="57374" y="74897"/>
                  <a:pt x="57374" y="74872"/>
                  <a:pt x="57424" y="74872"/>
                </a:cubicBezTo>
                <a:lnTo>
                  <a:pt x="57449" y="74872"/>
                </a:lnTo>
                <a:lnTo>
                  <a:pt x="57822" y="74673"/>
                </a:lnTo>
                <a:cubicBezTo>
                  <a:pt x="57972" y="74574"/>
                  <a:pt x="58121" y="74524"/>
                  <a:pt x="58320" y="74424"/>
                </a:cubicBezTo>
                <a:lnTo>
                  <a:pt x="58345" y="74424"/>
                </a:lnTo>
                <a:cubicBezTo>
                  <a:pt x="58494" y="74325"/>
                  <a:pt x="58669" y="74275"/>
                  <a:pt x="58818" y="74175"/>
                </a:cubicBezTo>
                <a:cubicBezTo>
                  <a:pt x="58942" y="74126"/>
                  <a:pt x="59067" y="74051"/>
                  <a:pt x="59191" y="73951"/>
                </a:cubicBezTo>
                <a:cubicBezTo>
                  <a:pt x="59191" y="73951"/>
                  <a:pt x="59216" y="73951"/>
                  <a:pt x="59216" y="73926"/>
                </a:cubicBezTo>
                <a:lnTo>
                  <a:pt x="59241" y="73926"/>
                </a:lnTo>
                <a:cubicBezTo>
                  <a:pt x="59440" y="73827"/>
                  <a:pt x="59614" y="73752"/>
                  <a:pt x="59789" y="73628"/>
                </a:cubicBezTo>
                <a:cubicBezTo>
                  <a:pt x="59838" y="73578"/>
                  <a:pt x="59913" y="73553"/>
                  <a:pt x="59963" y="73503"/>
                </a:cubicBezTo>
                <a:cubicBezTo>
                  <a:pt x="60038" y="73454"/>
                  <a:pt x="60062" y="73429"/>
                  <a:pt x="60112" y="73404"/>
                </a:cubicBezTo>
                <a:cubicBezTo>
                  <a:pt x="60336" y="73279"/>
                  <a:pt x="60535" y="73155"/>
                  <a:pt x="60734" y="73030"/>
                </a:cubicBezTo>
                <a:cubicBezTo>
                  <a:pt x="60784" y="73006"/>
                  <a:pt x="60809" y="73006"/>
                  <a:pt x="60834" y="72956"/>
                </a:cubicBezTo>
                <a:cubicBezTo>
                  <a:pt x="60859" y="72931"/>
                  <a:pt x="60934" y="72906"/>
                  <a:pt x="60959" y="72881"/>
                </a:cubicBezTo>
                <a:cubicBezTo>
                  <a:pt x="60959" y="72881"/>
                  <a:pt x="60983" y="72881"/>
                  <a:pt x="60983" y="72831"/>
                </a:cubicBezTo>
                <a:cubicBezTo>
                  <a:pt x="61207" y="72682"/>
                  <a:pt x="61456" y="72533"/>
                  <a:pt x="61680" y="72383"/>
                </a:cubicBezTo>
                <a:cubicBezTo>
                  <a:pt x="61705" y="72383"/>
                  <a:pt x="61705" y="72333"/>
                  <a:pt x="61730" y="72333"/>
                </a:cubicBezTo>
                <a:cubicBezTo>
                  <a:pt x="61780" y="72309"/>
                  <a:pt x="61830" y="72284"/>
                  <a:pt x="61855" y="72259"/>
                </a:cubicBezTo>
                <a:cubicBezTo>
                  <a:pt x="62079" y="72134"/>
                  <a:pt x="62278" y="71960"/>
                  <a:pt x="62477" y="71836"/>
                </a:cubicBezTo>
                <a:close/>
                <a:moveTo>
                  <a:pt x="43535" y="75893"/>
                </a:moveTo>
                <a:lnTo>
                  <a:pt x="43560" y="75918"/>
                </a:lnTo>
                <a:lnTo>
                  <a:pt x="43609" y="75943"/>
                </a:lnTo>
                <a:cubicBezTo>
                  <a:pt x="43560" y="75943"/>
                  <a:pt x="43560" y="75992"/>
                  <a:pt x="43535" y="75992"/>
                </a:cubicBezTo>
                <a:lnTo>
                  <a:pt x="43485" y="75918"/>
                </a:lnTo>
                <a:cubicBezTo>
                  <a:pt x="43510" y="75918"/>
                  <a:pt x="43510" y="75893"/>
                  <a:pt x="43535" y="75893"/>
                </a:cubicBezTo>
                <a:close/>
                <a:moveTo>
                  <a:pt x="54960" y="75943"/>
                </a:moveTo>
                <a:lnTo>
                  <a:pt x="54960" y="75992"/>
                </a:lnTo>
                <a:cubicBezTo>
                  <a:pt x="54972" y="75968"/>
                  <a:pt x="54978" y="75955"/>
                  <a:pt x="54982" y="75955"/>
                </a:cubicBezTo>
                <a:cubicBezTo>
                  <a:pt x="54985" y="75955"/>
                  <a:pt x="54985" y="75968"/>
                  <a:pt x="54985" y="75992"/>
                </a:cubicBezTo>
                <a:cubicBezTo>
                  <a:pt x="54960" y="75992"/>
                  <a:pt x="54960" y="76017"/>
                  <a:pt x="54935" y="76017"/>
                </a:cubicBezTo>
                <a:cubicBezTo>
                  <a:pt x="54935" y="76017"/>
                  <a:pt x="54935" y="75992"/>
                  <a:pt x="54885" y="75992"/>
                </a:cubicBezTo>
                <a:lnTo>
                  <a:pt x="54885" y="75943"/>
                </a:lnTo>
                <a:close/>
                <a:moveTo>
                  <a:pt x="9832" y="71064"/>
                </a:moveTo>
                <a:cubicBezTo>
                  <a:pt x="9932" y="71288"/>
                  <a:pt x="10006" y="71512"/>
                  <a:pt x="10056" y="71711"/>
                </a:cubicBezTo>
                <a:cubicBezTo>
                  <a:pt x="10081" y="71786"/>
                  <a:pt x="10131" y="71836"/>
                  <a:pt x="10131" y="71935"/>
                </a:cubicBezTo>
                <a:cubicBezTo>
                  <a:pt x="10156" y="71985"/>
                  <a:pt x="10156" y="72060"/>
                  <a:pt x="10181" y="72085"/>
                </a:cubicBezTo>
                <a:cubicBezTo>
                  <a:pt x="10206" y="72159"/>
                  <a:pt x="10206" y="72209"/>
                  <a:pt x="10255" y="72284"/>
                </a:cubicBezTo>
                <a:lnTo>
                  <a:pt x="10330" y="72557"/>
                </a:lnTo>
                <a:cubicBezTo>
                  <a:pt x="10405" y="72682"/>
                  <a:pt x="10454" y="72806"/>
                  <a:pt x="10504" y="72956"/>
                </a:cubicBezTo>
                <a:cubicBezTo>
                  <a:pt x="10504" y="72981"/>
                  <a:pt x="10504" y="72981"/>
                  <a:pt x="10529" y="73030"/>
                </a:cubicBezTo>
                <a:cubicBezTo>
                  <a:pt x="10554" y="73080"/>
                  <a:pt x="10579" y="73180"/>
                  <a:pt x="10629" y="73230"/>
                </a:cubicBezTo>
                <a:cubicBezTo>
                  <a:pt x="10629" y="73279"/>
                  <a:pt x="10654" y="73304"/>
                  <a:pt x="10654" y="73304"/>
                </a:cubicBezTo>
                <a:cubicBezTo>
                  <a:pt x="10654" y="73329"/>
                  <a:pt x="10678" y="73329"/>
                  <a:pt x="10678" y="73354"/>
                </a:cubicBezTo>
                <a:cubicBezTo>
                  <a:pt x="10728" y="73478"/>
                  <a:pt x="10803" y="73653"/>
                  <a:pt x="10853" y="73777"/>
                </a:cubicBezTo>
                <a:lnTo>
                  <a:pt x="11052" y="74151"/>
                </a:lnTo>
                <a:cubicBezTo>
                  <a:pt x="11052" y="74175"/>
                  <a:pt x="11077" y="74175"/>
                  <a:pt x="11077" y="74200"/>
                </a:cubicBezTo>
                <a:cubicBezTo>
                  <a:pt x="11102" y="74225"/>
                  <a:pt x="11102" y="74275"/>
                  <a:pt x="11151" y="74300"/>
                </a:cubicBezTo>
                <a:cubicBezTo>
                  <a:pt x="11176" y="74350"/>
                  <a:pt x="11226" y="74449"/>
                  <a:pt x="11276" y="74524"/>
                </a:cubicBezTo>
                <a:cubicBezTo>
                  <a:pt x="11326" y="74648"/>
                  <a:pt x="11400" y="74773"/>
                  <a:pt x="11475" y="74847"/>
                </a:cubicBezTo>
                <a:cubicBezTo>
                  <a:pt x="11525" y="74922"/>
                  <a:pt x="11575" y="75022"/>
                  <a:pt x="11649" y="75071"/>
                </a:cubicBezTo>
                <a:cubicBezTo>
                  <a:pt x="11674" y="75146"/>
                  <a:pt x="11724" y="75196"/>
                  <a:pt x="11774" y="75295"/>
                </a:cubicBezTo>
                <a:cubicBezTo>
                  <a:pt x="11799" y="75345"/>
                  <a:pt x="11823" y="75395"/>
                  <a:pt x="11848" y="75445"/>
                </a:cubicBezTo>
                <a:cubicBezTo>
                  <a:pt x="11898" y="75470"/>
                  <a:pt x="11923" y="75544"/>
                  <a:pt x="11948" y="75569"/>
                </a:cubicBezTo>
                <a:cubicBezTo>
                  <a:pt x="12047" y="75694"/>
                  <a:pt x="12147" y="75793"/>
                  <a:pt x="12222" y="75918"/>
                </a:cubicBezTo>
                <a:lnTo>
                  <a:pt x="12271" y="75943"/>
                </a:lnTo>
                <a:cubicBezTo>
                  <a:pt x="12296" y="75968"/>
                  <a:pt x="12296" y="76017"/>
                  <a:pt x="12321" y="76042"/>
                </a:cubicBezTo>
                <a:cubicBezTo>
                  <a:pt x="12296" y="76017"/>
                  <a:pt x="12271" y="76017"/>
                  <a:pt x="12222" y="75968"/>
                </a:cubicBezTo>
                <a:cubicBezTo>
                  <a:pt x="12197" y="75943"/>
                  <a:pt x="12172" y="75943"/>
                  <a:pt x="12147" y="75918"/>
                </a:cubicBezTo>
                <a:cubicBezTo>
                  <a:pt x="12122" y="75843"/>
                  <a:pt x="12047" y="75793"/>
                  <a:pt x="12023" y="75768"/>
                </a:cubicBezTo>
                <a:cubicBezTo>
                  <a:pt x="11948" y="75669"/>
                  <a:pt x="11898" y="75594"/>
                  <a:pt x="11823" y="75520"/>
                </a:cubicBezTo>
                <a:cubicBezTo>
                  <a:pt x="11774" y="75420"/>
                  <a:pt x="11699" y="75320"/>
                  <a:pt x="11599" y="75196"/>
                </a:cubicBezTo>
                <a:cubicBezTo>
                  <a:pt x="11525" y="75071"/>
                  <a:pt x="11450" y="74947"/>
                  <a:pt x="11400" y="74823"/>
                </a:cubicBezTo>
                <a:cubicBezTo>
                  <a:pt x="11326" y="74723"/>
                  <a:pt x="11276" y="74648"/>
                  <a:pt x="11201" y="74524"/>
                </a:cubicBezTo>
                <a:cubicBezTo>
                  <a:pt x="11176" y="74449"/>
                  <a:pt x="11126" y="74350"/>
                  <a:pt x="11077" y="74300"/>
                </a:cubicBezTo>
                <a:cubicBezTo>
                  <a:pt x="10977" y="74151"/>
                  <a:pt x="10927" y="73976"/>
                  <a:pt x="10828" y="73827"/>
                </a:cubicBezTo>
                <a:cubicBezTo>
                  <a:pt x="10728" y="73678"/>
                  <a:pt x="10654" y="73478"/>
                  <a:pt x="10579" y="73329"/>
                </a:cubicBezTo>
                <a:cubicBezTo>
                  <a:pt x="10554" y="73304"/>
                  <a:pt x="10554" y="73230"/>
                  <a:pt x="10529" y="73205"/>
                </a:cubicBezTo>
                <a:cubicBezTo>
                  <a:pt x="10454" y="73055"/>
                  <a:pt x="10405" y="72931"/>
                  <a:pt x="10330" y="72782"/>
                </a:cubicBezTo>
                <a:cubicBezTo>
                  <a:pt x="10280" y="72607"/>
                  <a:pt x="10206" y="72433"/>
                  <a:pt x="10156" y="72284"/>
                </a:cubicBezTo>
                <a:cubicBezTo>
                  <a:pt x="10131" y="72209"/>
                  <a:pt x="10081" y="72159"/>
                  <a:pt x="10081" y="72060"/>
                </a:cubicBezTo>
                <a:cubicBezTo>
                  <a:pt x="10031" y="71910"/>
                  <a:pt x="10006" y="71736"/>
                  <a:pt x="9932" y="71612"/>
                </a:cubicBezTo>
                <a:cubicBezTo>
                  <a:pt x="9932" y="71437"/>
                  <a:pt x="9882" y="71288"/>
                  <a:pt x="9832" y="71064"/>
                </a:cubicBezTo>
                <a:close/>
                <a:moveTo>
                  <a:pt x="43261" y="76017"/>
                </a:moveTo>
                <a:lnTo>
                  <a:pt x="43261" y="76017"/>
                </a:lnTo>
                <a:cubicBezTo>
                  <a:pt x="43286" y="76017"/>
                  <a:pt x="43311" y="76017"/>
                  <a:pt x="43311" y="76042"/>
                </a:cubicBezTo>
                <a:cubicBezTo>
                  <a:pt x="43286" y="76017"/>
                  <a:pt x="43286" y="76017"/>
                  <a:pt x="43261" y="76017"/>
                </a:cubicBezTo>
                <a:close/>
                <a:moveTo>
                  <a:pt x="8090" y="72757"/>
                </a:moveTo>
                <a:cubicBezTo>
                  <a:pt x="9285" y="73951"/>
                  <a:pt x="10579" y="75047"/>
                  <a:pt x="12023" y="76017"/>
                </a:cubicBezTo>
                <a:cubicBezTo>
                  <a:pt x="12047" y="76067"/>
                  <a:pt x="12122" y="76142"/>
                  <a:pt x="12147" y="76167"/>
                </a:cubicBezTo>
                <a:cubicBezTo>
                  <a:pt x="10654" y="75146"/>
                  <a:pt x="9285" y="74026"/>
                  <a:pt x="8065" y="72806"/>
                </a:cubicBezTo>
                <a:cubicBezTo>
                  <a:pt x="8065" y="72782"/>
                  <a:pt x="8090" y="72782"/>
                  <a:pt x="8090" y="72757"/>
                </a:cubicBezTo>
                <a:close/>
                <a:moveTo>
                  <a:pt x="43062" y="76142"/>
                </a:moveTo>
                <a:lnTo>
                  <a:pt x="43062" y="76167"/>
                </a:lnTo>
                <a:lnTo>
                  <a:pt x="43037" y="76167"/>
                </a:lnTo>
                <a:cubicBezTo>
                  <a:pt x="43037" y="76167"/>
                  <a:pt x="43062" y="76167"/>
                  <a:pt x="43062" y="76142"/>
                </a:cubicBezTo>
                <a:close/>
                <a:moveTo>
                  <a:pt x="43097" y="76156"/>
                </a:moveTo>
                <a:cubicBezTo>
                  <a:pt x="43112" y="76156"/>
                  <a:pt x="43112" y="76167"/>
                  <a:pt x="43112" y="76167"/>
                </a:cubicBezTo>
                <a:lnTo>
                  <a:pt x="43062" y="76167"/>
                </a:lnTo>
                <a:cubicBezTo>
                  <a:pt x="43078" y="76158"/>
                  <a:pt x="43089" y="76156"/>
                  <a:pt x="43097" y="76156"/>
                </a:cubicBezTo>
                <a:close/>
                <a:moveTo>
                  <a:pt x="44182" y="75818"/>
                </a:moveTo>
                <a:cubicBezTo>
                  <a:pt x="44182" y="75943"/>
                  <a:pt x="44157" y="76067"/>
                  <a:pt x="44157" y="76192"/>
                </a:cubicBezTo>
                <a:lnTo>
                  <a:pt x="44107" y="76142"/>
                </a:lnTo>
                <a:cubicBezTo>
                  <a:pt x="44107" y="76042"/>
                  <a:pt x="44132" y="75943"/>
                  <a:pt x="44132" y="75868"/>
                </a:cubicBezTo>
                <a:cubicBezTo>
                  <a:pt x="44157" y="75868"/>
                  <a:pt x="44157" y="75818"/>
                  <a:pt x="44182" y="75818"/>
                </a:cubicBezTo>
                <a:close/>
                <a:moveTo>
                  <a:pt x="44555" y="75619"/>
                </a:moveTo>
                <a:cubicBezTo>
                  <a:pt x="44481" y="75818"/>
                  <a:pt x="44381" y="76042"/>
                  <a:pt x="44306" y="76266"/>
                </a:cubicBezTo>
                <a:cubicBezTo>
                  <a:pt x="44356" y="76067"/>
                  <a:pt x="44356" y="75893"/>
                  <a:pt x="44381" y="75694"/>
                </a:cubicBezTo>
                <a:lnTo>
                  <a:pt x="44555" y="75619"/>
                </a:lnTo>
                <a:close/>
                <a:moveTo>
                  <a:pt x="45078" y="75541"/>
                </a:moveTo>
                <a:lnTo>
                  <a:pt x="44904" y="76017"/>
                </a:lnTo>
                <a:lnTo>
                  <a:pt x="44904" y="76042"/>
                </a:lnTo>
                <a:cubicBezTo>
                  <a:pt x="44879" y="76117"/>
                  <a:pt x="44854" y="76192"/>
                  <a:pt x="44804" y="76266"/>
                </a:cubicBezTo>
                <a:cubicBezTo>
                  <a:pt x="44804" y="76241"/>
                  <a:pt x="44829" y="76192"/>
                  <a:pt x="44829" y="76167"/>
                </a:cubicBezTo>
                <a:cubicBezTo>
                  <a:pt x="44879" y="76042"/>
                  <a:pt x="44929" y="75893"/>
                  <a:pt x="44978" y="75768"/>
                </a:cubicBezTo>
                <a:cubicBezTo>
                  <a:pt x="45007" y="75698"/>
                  <a:pt x="45043" y="75619"/>
                  <a:pt x="45078" y="75541"/>
                </a:cubicBezTo>
                <a:close/>
                <a:moveTo>
                  <a:pt x="42813" y="76241"/>
                </a:moveTo>
                <a:cubicBezTo>
                  <a:pt x="42813" y="76241"/>
                  <a:pt x="42813" y="76266"/>
                  <a:pt x="42862" y="76291"/>
                </a:cubicBezTo>
                <a:lnTo>
                  <a:pt x="42862" y="76291"/>
                </a:lnTo>
                <a:cubicBezTo>
                  <a:pt x="42838" y="76279"/>
                  <a:pt x="42838" y="76272"/>
                  <a:pt x="42844" y="76272"/>
                </a:cubicBezTo>
                <a:cubicBezTo>
                  <a:pt x="42850" y="76272"/>
                  <a:pt x="42863" y="76279"/>
                  <a:pt x="42863" y="76291"/>
                </a:cubicBezTo>
                <a:cubicBezTo>
                  <a:pt x="42813" y="76291"/>
                  <a:pt x="42813" y="76291"/>
                  <a:pt x="42813" y="76266"/>
                </a:cubicBezTo>
                <a:lnTo>
                  <a:pt x="42788" y="76241"/>
                </a:lnTo>
                <a:close/>
                <a:moveTo>
                  <a:pt x="43734" y="76042"/>
                </a:moveTo>
                <a:lnTo>
                  <a:pt x="43883" y="76192"/>
                </a:lnTo>
                <a:lnTo>
                  <a:pt x="43883" y="76291"/>
                </a:lnTo>
                <a:cubicBezTo>
                  <a:pt x="43809" y="76192"/>
                  <a:pt x="43759" y="76142"/>
                  <a:pt x="43659" y="76067"/>
                </a:cubicBezTo>
                <a:cubicBezTo>
                  <a:pt x="43684" y="76067"/>
                  <a:pt x="43684" y="76042"/>
                  <a:pt x="43734" y="76042"/>
                </a:cubicBezTo>
                <a:close/>
                <a:moveTo>
                  <a:pt x="44873" y="75437"/>
                </a:moveTo>
                <a:lnTo>
                  <a:pt x="44873" y="75437"/>
                </a:lnTo>
                <a:cubicBezTo>
                  <a:pt x="44750" y="75778"/>
                  <a:pt x="44627" y="76072"/>
                  <a:pt x="44481" y="76366"/>
                </a:cubicBezTo>
                <a:cubicBezTo>
                  <a:pt x="44605" y="76042"/>
                  <a:pt x="44729" y="75768"/>
                  <a:pt x="44854" y="75445"/>
                </a:cubicBezTo>
                <a:cubicBezTo>
                  <a:pt x="44854" y="75445"/>
                  <a:pt x="44865" y="75445"/>
                  <a:pt x="44873" y="75437"/>
                </a:cubicBezTo>
                <a:close/>
                <a:moveTo>
                  <a:pt x="44057" y="76391"/>
                </a:moveTo>
                <a:cubicBezTo>
                  <a:pt x="44107" y="76391"/>
                  <a:pt x="44107" y="76416"/>
                  <a:pt x="44132" y="76416"/>
                </a:cubicBezTo>
                <a:lnTo>
                  <a:pt x="44057" y="76416"/>
                </a:lnTo>
                <a:lnTo>
                  <a:pt x="44057" y="76391"/>
                </a:lnTo>
                <a:close/>
                <a:moveTo>
                  <a:pt x="52595" y="70641"/>
                </a:moveTo>
                <a:cubicBezTo>
                  <a:pt x="52645" y="70815"/>
                  <a:pt x="52720" y="71014"/>
                  <a:pt x="52744" y="71164"/>
                </a:cubicBezTo>
                <a:cubicBezTo>
                  <a:pt x="52819" y="71388"/>
                  <a:pt x="52869" y="71562"/>
                  <a:pt x="52944" y="71786"/>
                </a:cubicBezTo>
                <a:cubicBezTo>
                  <a:pt x="52993" y="72010"/>
                  <a:pt x="53093" y="72209"/>
                  <a:pt x="53143" y="72408"/>
                </a:cubicBezTo>
                <a:cubicBezTo>
                  <a:pt x="53242" y="72682"/>
                  <a:pt x="53342" y="72931"/>
                  <a:pt x="53466" y="73205"/>
                </a:cubicBezTo>
                <a:cubicBezTo>
                  <a:pt x="53516" y="73329"/>
                  <a:pt x="53591" y="73503"/>
                  <a:pt x="53641" y="73628"/>
                </a:cubicBezTo>
                <a:cubicBezTo>
                  <a:pt x="53815" y="74001"/>
                  <a:pt x="53964" y="74375"/>
                  <a:pt x="54138" y="74748"/>
                </a:cubicBezTo>
                <a:cubicBezTo>
                  <a:pt x="54138" y="74773"/>
                  <a:pt x="54188" y="74773"/>
                  <a:pt x="54188" y="74798"/>
                </a:cubicBezTo>
                <a:cubicBezTo>
                  <a:pt x="54337" y="75121"/>
                  <a:pt x="54487" y="75445"/>
                  <a:pt x="54636" y="75793"/>
                </a:cubicBezTo>
                <a:cubicBezTo>
                  <a:pt x="54611" y="75818"/>
                  <a:pt x="54537" y="75818"/>
                  <a:pt x="54512" y="75868"/>
                </a:cubicBezTo>
                <a:cubicBezTo>
                  <a:pt x="54337" y="75918"/>
                  <a:pt x="54188" y="75992"/>
                  <a:pt x="53989" y="76042"/>
                </a:cubicBezTo>
                <a:lnTo>
                  <a:pt x="53964" y="76042"/>
                </a:lnTo>
                <a:cubicBezTo>
                  <a:pt x="53840" y="76067"/>
                  <a:pt x="53740" y="76092"/>
                  <a:pt x="53616" y="76142"/>
                </a:cubicBezTo>
                <a:lnTo>
                  <a:pt x="53591" y="76142"/>
                </a:lnTo>
                <a:cubicBezTo>
                  <a:pt x="53392" y="76192"/>
                  <a:pt x="53242" y="76266"/>
                  <a:pt x="53068" y="76291"/>
                </a:cubicBezTo>
                <a:cubicBezTo>
                  <a:pt x="52968" y="76316"/>
                  <a:pt x="52844" y="76366"/>
                  <a:pt x="52744" y="76391"/>
                </a:cubicBezTo>
                <a:cubicBezTo>
                  <a:pt x="52720" y="76391"/>
                  <a:pt x="52695" y="76416"/>
                  <a:pt x="52645" y="76416"/>
                </a:cubicBezTo>
                <a:cubicBezTo>
                  <a:pt x="51326" y="75146"/>
                  <a:pt x="49957" y="74076"/>
                  <a:pt x="48588" y="73304"/>
                </a:cubicBezTo>
                <a:cubicBezTo>
                  <a:pt x="48737" y="73205"/>
                  <a:pt x="48886" y="73130"/>
                  <a:pt x="49036" y="73006"/>
                </a:cubicBezTo>
                <a:cubicBezTo>
                  <a:pt x="49285" y="72831"/>
                  <a:pt x="49509" y="72682"/>
                  <a:pt x="49758" y="72533"/>
                </a:cubicBezTo>
                <a:cubicBezTo>
                  <a:pt x="49957" y="72408"/>
                  <a:pt x="50106" y="72309"/>
                  <a:pt x="50280" y="72184"/>
                </a:cubicBezTo>
                <a:cubicBezTo>
                  <a:pt x="50380" y="72134"/>
                  <a:pt x="50504" y="72060"/>
                  <a:pt x="50604" y="72010"/>
                </a:cubicBezTo>
                <a:cubicBezTo>
                  <a:pt x="50703" y="71935"/>
                  <a:pt x="50828" y="71885"/>
                  <a:pt x="50902" y="71786"/>
                </a:cubicBezTo>
                <a:cubicBezTo>
                  <a:pt x="51151" y="71637"/>
                  <a:pt x="51400" y="71437"/>
                  <a:pt x="51624" y="71288"/>
                </a:cubicBezTo>
                <a:cubicBezTo>
                  <a:pt x="51948" y="71064"/>
                  <a:pt x="52272" y="70840"/>
                  <a:pt x="52595" y="70641"/>
                </a:cubicBezTo>
                <a:close/>
                <a:moveTo>
                  <a:pt x="106559" y="62726"/>
                </a:moveTo>
                <a:lnTo>
                  <a:pt x="106559" y="62726"/>
                </a:lnTo>
                <a:cubicBezTo>
                  <a:pt x="106360" y="63298"/>
                  <a:pt x="106136" y="63871"/>
                  <a:pt x="105887" y="64443"/>
                </a:cubicBezTo>
                <a:cubicBezTo>
                  <a:pt x="105887" y="64468"/>
                  <a:pt x="105862" y="64493"/>
                  <a:pt x="105862" y="64543"/>
                </a:cubicBezTo>
                <a:cubicBezTo>
                  <a:pt x="105638" y="65065"/>
                  <a:pt x="105389" y="65613"/>
                  <a:pt x="105140" y="66161"/>
                </a:cubicBezTo>
                <a:lnTo>
                  <a:pt x="105041" y="66335"/>
                </a:lnTo>
                <a:cubicBezTo>
                  <a:pt x="104792" y="66857"/>
                  <a:pt x="104543" y="67355"/>
                  <a:pt x="104294" y="67903"/>
                </a:cubicBezTo>
                <a:lnTo>
                  <a:pt x="104194" y="68077"/>
                </a:lnTo>
                <a:cubicBezTo>
                  <a:pt x="104194" y="68077"/>
                  <a:pt x="104194" y="68102"/>
                  <a:pt x="104169" y="68102"/>
                </a:cubicBezTo>
                <a:cubicBezTo>
                  <a:pt x="104020" y="68401"/>
                  <a:pt x="103871" y="68699"/>
                  <a:pt x="103697" y="69023"/>
                </a:cubicBezTo>
                <a:cubicBezTo>
                  <a:pt x="103522" y="69396"/>
                  <a:pt x="103323" y="69720"/>
                  <a:pt x="103124" y="70093"/>
                </a:cubicBezTo>
                <a:cubicBezTo>
                  <a:pt x="103024" y="70292"/>
                  <a:pt x="102900" y="70467"/>
                  <a:pt x="102800" y="70666"/>
                </a:cubicBezTo>
                <a:cubicBezTo>
                  <a:pt x="102776" y="70765"/>
                  <a:pt x="102701" y="70815"/>
                  <a:pt x="102676" y="70915"/>
                </a:cubicBezTo>
                <a:cubicBezTo>
                  <a:pt x="102502" y="71213"/>
                  <a:pt x="102303" y="71562"/>
                  <a:pt x="102128" y="71885"/>
                </a:cubicBezTo>
                <a:cubicBezTo>
                  <a:pt x="101929" y="72209"/>
                  <a:pt x="101705" y="72557"/>
                  <a:pt x="101531" y="72881"/>
                </a:cubicBezTo>
                <a:cubicBezTo>
                  <a:pt x="101382" y="73130"/>
                  <a:pt x="101257" y="73329"/>
                  <a:pt x="101108" y="73553"/>
                </a:cubicBezTo>
                <a:cubicBezTo>
                  <a:pt x="100834" y="73951"/>
                  <a:pt x="100585" y="74375"/>
                  <a:pt x="100311" y="74773"/>
                </a:cubicBezTo>
                <a:cubicBezTo>
                  <a:pt x="100286" y="74823"/>
                  <a:pt x="100262" y="74897"/>
                  <a:pt x="100187" y="74922"/>
                </a:cubicBezTo>
                <a:cubicBezTo>
                  <a:pt x="99888" y="75445"/>
                  <a:pt x="99540" y="75943"/>
                  <a:pt x="99166" y="76440"/>
                </a:cubicBezTo>
                <a:cubicBezTo>
                  <a:pt x="98171" y="75022"/>
                  <a:pt x="96777" y="73304"/>
                  <a:pt x="94960" y="71437"/>
                </a:cubicBezTo>
                <a:cubicBezTo>
                  <a:pt x="97076" y="68799"/>
                  <a:pt x="99042" y="66086"/>
                  <a:pt x="100834" y="63373"/>
                </a:cubicBezTo>
                <a:lnTo>
                  <a:pt x="100959" y="63373"/>
                </a:lnTo>
                <a:cubicBezTo>
                  <a:pt x="102950" y="63373"/>
                  <a:pt x="104866" y="63174"/>
                  <a:pt x="106559" y="62726"/>
                </a:cubicBezTo>
                <a:close/>
                <a:moveTo>
                  <a:pt x="42968" y="76453"/>
                </a:moveTo>
                <a:cubicBezTo>
                  <a:pt x="42975" y="76453"/>
                  <a:pt x="42987" y="76465"/>
                  <a:pt x="42987" y="76490"/>
                </a:cubicBezTo>
                <a:cubicBezTo>
                  <a:pt x="42962" y="76465"/>
                  <a:pt x="42962" y="76453"/>
                  <a:pt x="42968" y="76453"/>
                </a:cubicBezTo>
                <a:close/>
                <a:moveTo>
                  <a:pt x="86547" y="64343"/>
                </a:moveTo>
                <a:cubicBezTo>
                  <a:pt x="88837" y="66210"/>
                  <a:pt x="91052" y="68177"/>
                  <a:pt x="93043" y="70093"/>
                </a:cubicBezTo>
                <a:cubicBezTo>
                  <a:pt x="91799" y="72284"/>
                  <a:pt x="90305" y="74424"/>
                  <a:pt x="88662" y="76515"/>
                </a:cubicBezTo>
                <a:cubicBezTo>
                  <a:pt x="86123" y="74922"/>
                  <a:pt x="83485" y="73030"/>
                  <a:pt x="80871" y="70940"/>
                </a:cubicBezTo>
                <a:cubicBezTo>
                  <a:pt x="82863" y="68799"/>
                  <a:pt x="84754" y="66584"/>
                  <a:pt x="86547" y="64343"/>
                </a:cubicBezTo>
                <a:close/>
                <a:moveTo>
                  <a:pt x="20137" y="66708"/>
                </a:moveTo>
                <a:cubicBezTo>
                  <a:pt x="20361" y="67480"/>
                  <a:pt x="20635" y="68202"/>
                  <a:pt x="20983" y="68849"/>
                </a:cubicBezTo>
                <a:cubicBezTo>
                  <a:pt x="20386" y="69969"/>
                  <a:pt x="19838" y="71089"/>
                  <a:pt x="19266" y="72234"/>
                </a:cubicBezTo>
                <a:cubicBezTo>
                  <a:pt x="19166" y="72309"/>
                  <a:pt x="19042" y="72333"/>
                  <a:pt x="18967" y="72408"/>
                </a:cubicBezTo>
                <a:lnTo>
                  <a:pt x="18594" y="72582"/>
                </a:lnTo>
                <a:cubicBezTo>
                  <a:pt x="18370" y="72707"/>
                  <a:pt x="18171" y="72806"/>
                  <a:pt x="17972" y="72931"/>
                </a:cubicBezTo>
                <a:cubicBezTo>
                  <a:pt x="17847" y="72981"/>
                  <a:pt x="17723" y="73080"/>
                  <a:pt x="17548" y="73155"/>
                </a:cubicBezTo>
                <a:cubicBezTo>
                  <a:pt x="17374" y="73279"/>
                  <a:pt x="17175" y="73354"/>
                  <a:pt x="17001" y="73478"/>
                </a:cubicBezTo>
                <a:cubicBezTo>
                  <a:pt x="16876" y="73578"/>
                  <a:pt x="16727" y="73678"/>
                  <a:pt x="16603" y="73727"/>
                </a:cubicBezTo>
                <a:cubicBezTo>
                  <a:pt x="16403" y="73852"/>
                  <a:pt x="16254" y="73976"/>
                  <a:pt x="16055" y="74076"/>
                </a:cubicBezTo>
                <a:cubicBezTo>
                  <a:pt x="15906" y="74175"/>
                  <a:pt x="15781" y="74275"/>
                  <a:pt x="15632" y="74399"/>
                </a:cubicBezTo>
                <a:cubicBezTo>
                  <a:pt x="15482" y="74524"/>
                  <a:pt x="15308" y="74648"/>
                  <a:pt x="15134" y="74773"/>
                </a:cubicBezTo>
                <a:cubicBezTo>
                  <a:pt x="14985" y="74897"/>
                  <a:pt x="14810" y="74972"/>
                  <a:pt x="14686" y="75096"/>
                </a:cubicBezTo>
                <a:lnTo>
                  <a:pt x="14238" y="75470"/>
                </a:lnTo>
                <a:cubicBezTo>
                  <a:pt x="14064" y="75594"/>
                  <a:pt x="13914" y="75719"/>
                  <a:pt x="13790" y="75843"/>
                </a:cubicBezTo>
                <a:cubicBezTo>
                  <a:pt x="13640" y="75968"/>
                  <a:pt x="13516" y="76092"/>
                  <a:pt x="13367" y="76266"/>
                </a:cubicBezTo>
                <a:cubicBezTo>
                  <a:pt x="13267" y="76341"/>
                  <a:pt x="13168" y="76440"/>
                  <a:pt x="13043" y="76540"/>
                </a:cubicBezTo>
                <a:cubicBezTo>
                  <a:pt x="13068" y="76515"/>
                  <a:pt x="13018" y="76440"/>
                  <a:pt x="12919" y="76416"/>
                </a:cubicBezTo>
                <a:cubicBezTo>
                  <a:pt x="12670" y="76142"/>
                  <a:pt x="12421" y="75818"/>
                  <a:pt x="12197" y="75520"/>
                </a:cubicBezTo>
                <a:cubicBezTo>
                  <a:pt x="12147" y="75420"/>
                  <a:pt x="12072" y="75345"/>
                  <a:pt x="12023" y="75271"/>
                </a:cubicBezTo>
                <a:cubicBezTo>
                  <a:pt x="11749" y="74897"/>
                  <a:pt x="11525" y="74474"/>
                  <a:pt x="11276" y="74051"/>
                </a:cubicBezTo>
                <a:cubicBezTo>
                  <a:pt x="11201" y="73951"/>
                  <a:pt x="11151" y="73827"/>
                  <a:pt x="11126" y="73702"/>
                </a:cubicBezTo>
                <a:cubicBezTo>
                  <a:pt x="10927" y="73354"/>
                  <a:pt x="10778" y="72981"/>
                  <a:pt x="10629" y="72607"/>
                </a:cubicBezTo>
                <a:cubicBezTo>
                  <a:pt x="10629" y="72582"/>
                  <a:pt x="10579" y="72557"/>
                  <a:pt x="10579" y="72533"/>
                </a:cubicBezTo>
                <a:cubicBezTo>
                  <a:pt x="10554" y="72433"/>
                  <a:pt x="10504" y="72309"/>
                  <a:pt x="10454" y="72209"/>
                </a:cubicBezTo>
                <a:cubicBezTo>
                  <a:pt x="10305" y="71786"/>
                  <a:pt x="10156" y="71338"/>
                  <a:pt x="10031" y="70865"/>
                </a:cubicBezTo>
                <a:cubicBezTo>
                  <a:pt x="10280" y="70691"/>
                  <a:pt x="10529" y="70541"/>
                  <a:pt x="10778" y="70367"/>
                </a:cubicBezTo>
                <a:cubicBezTo>
                  <a:pt x="11052" y="70193"/>
                  <a:pt x="11326" y="69994"/>
                  <a:pt x="11624" y="69844"/>
                </a:cubicBezTo>
                <a:cubicBezTo>
                  <a:pt x="11898" y="69695"/>
                  <a:pt x="12172" y="69546"/>
                  <a:pt x="12446" y="69421"/>
                </a:cubicBezTo>
                <a:cubicBezTo>
                  <a:pt x="12769" y="69247"/>
                  <a:pt x="13043" y="69073"/>
                  <a:pt x="13367" y="68923"/>
                </a:cubicBezTo>
                <a:lnTo>
                  <a:pt x="14188" y="68550"/>
                </a:lnTo>
                <a:cubicBezTo>
                  <a:pt x="14512" y="68376"/>
                  <a:pt x="14860" y="68226"/>
                  <a:pt x="15159" y="68102"/>
                </a:cubicBezTo>
                <a:cubicBezTo>
                  <a:pt x="15433" y="67978"/>
                  <a:pt x="15756" y="67878"/>
                  <a:pt x="16030" y="67803"/>
                </a:cubicBezTo>
                <a:cubicBezTo>
                  <a:pt x="16379" y="67679"/>
                  <a:pt x="16677" y="67554"/>
                  <a:pt x="17026" y="67455"/>
                </a:cubicBezTo>
                <a:cubicBezTo>
                  <a:pt x="17349" y="67355"/>
                  <a:pt x="17673" y="67256"/>
                  <a:pt x="17996" y="67181"/>
                </a:cubicBezTo>
                <a:cubicBezTo>
                  <a:pt x="18295" y="67081"/>
                  <a:pt x="18619" y="66982"/>
                  <a:pt x="18917" y="66932"/>
                </a:cubicBezTo>
                <a:cubicBezTo>
                  <a:pt x="19341" y="66833"/>
                  <a:pt x="19714" y="66758"/>
                  <a:pt x="20112" y="66708"/>
                </a:cubicBezTo>
                <a:close/>
                <a:moveTo>
                  <a:pt x="43383" y="76281"/>
                </a:moveTo>
                <a:cubicBezTo>
                  <a:pt x="43410" y="76293"/>
                  <a:pt x="43448" y="76297"/>
                  <a:pt x="43485" y="76316"/>
                </a:cubicBezTo>
                <a:lnTo>
                  <a:pt x="43510" y="76316"/>
                </a:lnTo>
                <a:cubicBezTo>
                  <a:pt x="43609" y="76391"/>
                  <a:pt x="43734" y="76440"/>
                  <a:pt x="43809" y="76515"/>
                </a:cubicBezTo>
                <a:cubicBezTo>
                  <a:pt x="43858" y="76515"/>
                  <a:pt x="43858" y="76540"/>
                  <a:pt x="43883" y="76540"/>
                </a:cubicBezTo>
                <a:lnTo>
                  <a:pt x="43858" y="76565"/>
                </a:lnTo>
                <a:cubicBezTo>
                  <a:pt x="43684" y="76515"/>
                  <a:pt x="43535" y="76416"/>
                  <a:pt x="43385" y="76316"/>
                </a:cubicBezTo>
                <a:lnTo>
                  <a:pt x="43385" y="76291"/>
                </a:lnTo>
                <a:cubicBezTo>
                  <a:pt x="43385" y="76291"/>
                  <a:pt x="43385" y="76286"/>
                  <a:pt x="43383" y="76281"/>
                </a:cubicBezTo>
                <a:close/>
                <a:moveTo>
                  <a:pt x="48388" y="73429"/>
                </a:moveTo>
                <a:cubicBezTo>
                  <a:pt x="49758" y="74200"/>
                  <a:pt x="51127" y="75246"/>
                  <a:pt x="52446" y="76565"/>
                </a:cubicBezTo>
                <a:cubicBezTo>
                  <a:pt x="52396" y="76565"/>
                  <a:pt x="52371" y="76565"/>
                  <a:pt x="52371" y="76615"/>
                </a:cubicBezTo>
                <a:cubicBezTo>
                  <a:pt x="51077" y="75271"/>
                  <a:pt x="49708" y="74200"/>
                  <a:pt x="48339" y="73454"/>
                </a:cubicBezTo>
                <a:cubicBezTo>
                  <a:pt x="48364" y="73454"/>
                  <a:pt x="48364" y="73429"/>
                  <a:pt x="48388" y="73429"/>
                </a:cubicBezTo>
                <a:close/>
                <a:moveTo>
                  <a:pt x="93192" y="70268"/>
                </a:moveTo>
                <a:lnTo>
                  <a:pt x="93217" y="70292"/>
                </a:lnTo>
                <a:cubicBezTo>
                  <a:pt x="91973" y="72433"/>
                  <a:pt x="90529" y="74574"/>
                  <a:pt x="88861" y="76640"/>
                </a:cubicBezTo>
                <a:cubicBezTo>
                  <a:pt x="88837" y="76640"/>
                  <a:pt x="88837" y="76615"/>
                  <a:pt x="88812" y="76615"/>
                </a:cubicBezTo>
                <a:cubicBezTo>
                  <a:pt x="90454" y="74524"/>
                  <a:pt x="91923" y="72408"/>
                  <a:pt x="93192" y="70268"/>
                </a:cubicBezTo>
                <a:close/>
                <a:moveTo>
                  <a:pt x="54711" y="75968"/>
                </a:moveTo>
                <a:lnTo>
                  <a:pt x="54711" y="76017"/>
                </a:lnTo>
                <a:lnTo>
                  <a:pt x="54711" y="76042"/>
                </a:lnTo>
                <a:lnTo>
                  <a:pt x="54661" y="76042"/>
                </a:lnTo>
                <a:cubicBezTo>
                  <a:pt x="54362" y="76167"/>
                  <a:pt x="54089" y="76266"/>
                  <a:pt x="53765" y="76341"/>
                </a:cubicBezTo>
                <a:lnTo>
                  <a:pt x="53715" y="76341"/>
                </a:lnTo>
                <a:cubicBezTo>
                  <a:pt x="53392" y="76440"/>
                  <a:pt x="53118" y="76540"/>
                  <a:pt x="52844" y="76640"/>
                </a:cubicBezTo>
                <a:lnTo>
                  <a:pt x="52794" y="76640"/>
                </a:lnTo>
                <a:cubicBezTo>
                  <a:pt x="52805" y="76661"/>
                  <a:pt x="52811" y="76668"/>
                  <a:pt x="52811" y="76668"/>
                </a:cubicBezTo>
                <a:cubicBezTo>
                  <a:pt x="52810" y="76668"/>
                  <a:pt x="52798" y="76654"/>
                  <a:pt x="52769" y="76640"/>
                </a:cubicBezTo>
                <a:cubicBezTo>
                  <a:pt x="52819" y="76640"/>
                  <a:pt x="52844" y="76615"/>
                  <a:pt x="52869" y="76615"/>
                </a:cubicBezTo>
                <a:cubicBezTo>
                  <a:pt x="52894" y="76615"/>
                  <a:pt x="52944" y="76615"/>
                  <a:pt x="52944" y="76565"/>
                </a:cubicBezTo>
                <a:lnTo>
                  <a:pt x="52993" y="76565"/>
                </a:lnTo>
                <a:cubicBezTo>
                  <a:pt x="53018" y="76565"/>
                  <a:pt x="53068" y="76540"/>
                  <a:pt x="53093" y="76540"/>
                </a:cubicBezTo>
                <a:cubicBezTo>
                  <a:pt x="53317" y="76465"/>
                  <a:pt x="53566" y="76391"/>
                  <a:pt x="53765" y="76316"/>
                </a:cubicBezTo>
                <a:cubicBezTo>
                  <a:pt x="53815" y="76316"/>
                  <a:pt x="53815" y="76316"/>
                  <a:pt x="53840" y="76291"/>
                </a:cubicBezTo>
                <a:cubicBezTo>
                  <a:pt x="53865" y="76291"/>
                  <a:pt x="53889" y="76266"/>
                  <a:pt x="53939" y="76266"/>
                </a:cubicBezTo>
                <a:cubicBezTo>
                  <a:pt x="53964" y="76266"/>
                  <a:pt x="53964" y="76266"/>
                  <a:pt x="53989" y="76241"/>
                </a:cubicBezTo>
                <a:lnTo>
                  <a:pt x="54014" y="76241"/>
                </a:lnTo>
                <a:cubicBezTo>
                  <a:pt x="54238" y="76167"/>
                  <a:pt x="54462" y="76067"/>
                  <a:pt x="54711" y="75968"/>
                </a:cubicBezTo>
                <a:close/>
                <a:moveTo>
                  <a:pt x="94835" y="71587"/>
                </a:moveTo>
                <a:cubicBezTo>
                  <a:pt x="96677" y="73503"/>
                  <a:pt x="98071" y="75196"/>
                  <a:pt x="99067" y="76640"/>
                </a:cubicBezTo>
                <a:cubicBezTo>
                  <a:pt x="99067" y="76665"/>
                  <a:pt x="99042" y="76665"/>
                  <a:pt x="99042" y="76689"/>
                </a:cubicBezTo>
                <a:cubicBezTo>
                  <a:pt x="98071" y="75271"/>
                  <a:pt x="96652" y="73553"/>
                  <a:pt x="94835" y="71661"/>
                </a:cubicBezTo>
                <a:lnTo>
                  <a:pt x="94835" y="71587"/>
                </a:lnTo>
                <a:close/>
                <a:moveTo>
                  <a:pt x="106883" y="62676"/>
                </a:moveTo>
                <a:cubicBezTo>
                  <a:pt x="105165" y="67231"/>
                  <a:pt x="102626" y="72035"/>
                  <a:pt x="99341" y="76689"/>
                </a:cubicBezTo>
                <a:lnTo>
                  <a:pt x="99316" y="76665"/>
                </a:lnTo>
                <a:cubicBezTo>
                  <a:pt x="99415" y="76490"/>
                  <a:pt x="99515" y="76316"/>
                  <a:pt x="99639" y="76167"/>
                </a:cubicBezTo>
                <a:cubicBezTo>
                  <a:pt x="100013" y="75644"/>
                  <a:pt x="100361" y="75121"/>
                  <a:pt x="100685" y="74574"/>
                </a:cubicBezTo>
                <a:cubicBezTo>
                  <a:pt x="100909" y="74275"/>
                  <a:pt x="101108" y="73951"/>
                  <a:pt x="101307" y="73628"/>
                </a:cubicBezTo>
                <a:cubicBezTo>
                  <a:pt x="101556" y="73205"/>
                  <a:pt x="101805" y="72782"/>
                  <a:pt x="102054" y="72383"/>
                </a:cubicBezTo>
                <a:lnTo>
                  <a:pt x="102527" y="71637"/>
                </a:lnTo>
                <a:cubicBezTo>
                  <a:pt x="103199" y="70467"/>
                  <a:pt x="103796" y="69322"/>
                  <a:pt x="104394" y="68177"/>
                </a:cubicBezTo>
                <a:cubicBezTo>
                  <a:pt x="104443" y="68027"/>
                  <a:pt x="104543" y="67853"/>
                  <a:pt x="104618" y="67729"/>
                </a:cubicBezTo>
                <a:cubicBezTo>
                  <a:pt x="104866" y="67231"/>
                  <a:pt x="105066" y="66733"/>
                  <a:pt x="105314" y="66285"/>
                </a:cubicBezTo>
                <a:cubicBezTo>
                  <a:pt x="105389" y="66161"/>
                  <a:pt x="105414" y="66061"/>
                  <a:pt x="105489" y="65936"/>
                </a:cubicBezTo>
                <a:cubicBezTo>
                  <a:pt x="105987" y="64841"/>
                  <a:pt x="106435" y="63746"/>
                  <a:pt x="106858" y="62676"/>
                </a:cubicBezTo>
                <a:close/>
                <a:moveTo>
                  <a:pt x="12570" y="76416"/>
                </a:moveTo>
                <a:cubicBezTo>
                  <a:pt x="12620" y="76440"/>
                  <a:pt x="12645" y="76440"/>
                  <a:pt x="12670" y="76465"/>
                </a:cubicBezTo>
                <a:cubicBezTo>
                  <a:pt x="12695" y="76515"/>
                  <a:pt x="12744" y="76515"/>
                  <a:pt x="12769" y="76540"/>
                </a:cubicBezTo>
                <a:cubicBezTo>
                  <a:pt x="12869" y="76615"/>
                  <a:pt x="12894" y="76665"/>
                  <a:pt x="12944" y="76714"/>
                </a:cubicBezTo>
                <a:cubicBezTo>
                  <a:pt x="12919" y="76689"/>
                  <a:pt x="12894" y="76689"/>
                  <a:pt x="12869" y="76665"/>
                </a:cubicBezTo>
                <a:cubicBezTo>
                  <a:pt x="12819" y="76640"/>
                  <a:pt x="12794" y="76640"/>
                  <a:pt x="12769" y="76615"/>
                </a:cubicBezTo>
                <a:lnTo>
                  <a:pt x="12744" y="76565"/>
                </a:lnTo>
                <a:lnTo>
                  <a:pt x="12570" y="76416"/>
                </a:lnTo>
                <a:close/>
                <a:moveTo>
                  <a:pt x="19166" y="72557"/>
                </a:moveTo>
                <a:cubicBezTo>
                  <a:pt x="19166" y="72582"/>
                  <a:pt x="19141" y="72582"/>
                  <a:pt x="19141" y="72632"/>
                </a:cubicBezTo>
                <a:cubicBezTo>
                  <a:pt x="19042" y="72657"/>
                  <a:pt x="18967" y="72707"/>
                  <a:pt x="18893" y="72757"/>
                </a:cubicBezTo>
                <a:cubicBezTo>
                  <a:pt x="18868" y="72782"/>
                  <a:pt x="18793" y="72782"/>
                  <a:pt x="18768" y="72806"/>
                </a:cubicBezTo>
                <a:cubicBezTo>
                  <a:pt x="18494" y="72956"/>
                  <a:pt x="18245" y="73080"/>
                  <a:pt x="17996" y="73254"/>
                </a:cubicBezTo>
                <a:cubicBezTo>
                  <a:pt x="17922" y="73279"/>
                  <a:pt x="17872" y="73304"/>
                  <a:pt x="17772" y="73379"/>
                </a:cubicBezTo>
                <a:cubicBezTo>
                  <a:pt x="17524" y="73528"/>
                  <a:pt x="17299" y="73653"/>
                  <a:pt x="17100" y="73802"/>
                </a:cubicBezTo>
                <a:lnTo>
                  <a:pt x="16802" y="74001"/>
                </a:lnTo>
                <a:cubicBezTo>
                  <a:pt x="16578" y="74126"/>
                  <a:pt x="16403" y="74275"/>
                  <a:pt x="16179" y="74424"/>
                </a:cubicBezTo>
                <a:cubicBezTo>
                  <a:pt x="16055" y="74524"/>
                  <a:pt x="15955" y="74574"/>
                  <a:pt x="15856" y="74673"/>
                </a:cubicBezTo>
                <a:cubicBezTo>
                  <a:pt x="15657" y="74798"/>
                  <a:pt x="15507" y="74947"/>
                  <a:pt x="15308" y="75071"/>
                </a:cubicBezTo>
                <a:cubicBezTo>
                  <a:pt x="15184" y="75171"/>
                  <a:pt x="15059" y="75271"/>
                  <a:pt x="14910" y="75395"/>
                </a:cubicBezTo>
                <a:lnTo>
                  <a:pt x="14437" y="75768"/>
                </a:lnTo>
                <a:cubicBezTo>
                  <a:pt x="14288" y="75893"/>
                  <a:pt x="14163" y="76017"/>
                  <a:pt x="14014" y="76142"/>
                </a:cubicBezTo>
                <a:cubicBezTo>
                  <a:pt x="13889" y="76266"/>
                  <a:pt x="13715" y="76391"/>
                  <a:pt x="13616" y="76515"/>
                </a:cubicBezTo>
                <a:cubicBezTo>
                  <a:pt x="13541" y="76565"/>
                  <a:pt x="13441" y="76640"/>
                  <a:pt x="13392" y="76714"/>
                </a:cubicBezTo>
                <a:lnTo>
                  <a:pt x="13367" y="76714"/>
                </a:lnTo>
                <a:cubicBezTo>
                  <a:pt x="13367" y="76714"/>
                  <a:pt x="13317" y="76714"/>
                  <a:pt x="13317" y="76689"/>
                </a:cubicBezTo>
                <a:cubicBezTo>
                  <a:pt x="13392" y="76640"/>
                  <a:pt x="13491" y="76565"/>
                  <a:pt x="13541" y="76465"/>
                </a:cubicBezTo>
                <a:cubicBezTo>
                  <a:pt x="13690" y="76366"/>
                  <a:pt x="13815" y="76216"/>
                  <a:pt x="13989" y="76067"/>
                </a:cubicBezTo>
                <a:cubicBezTo>
                  <a:pt x="14138" y="75943"/>
                  <a:pt x="14288" y="75818"/>
                  <a:pt x="14412" y="75694"/>
                </a:cubicBezTo>
                <a:cubicBezTo>
                  <a:pt x="14561" y="75569"/>
                  <a:pt x="14736" y="75445"/>
                  <a:pt x="14860" y="75320"/>
                </a:cubicBezTo>
                <a:cubicBezTo>
                  <a:pt x="15010" y="75196"/>
                  <a:pt x="15134" y="75121"/>
                  <a:pt x="15283" y="74997"/>
                </a:cubicBezTo>
                <a:cubicBezTo>
                  <a:pt x="15433" y="74847"/>
                  <a:pt x="15607" y="74723"/>
                  <a:pt x="15781" y="74623"/>
                </a:cubicBezTo>
                <a:cubicBezTo>
                  <a:pt x="15906" y="74524"/>
                  <a:pt x="16055" y="74424"/>
                  <a:pt x="16179" y="74325"/>
                </a:cubicBezTo>
                <a:cubicBezTo>
                  <a:pt x="16379" y="74200"/>
                  <a:pt x="16553" y="74076"/>
                  <a:pt x="16727" y="73951"/>
                </a:cubicBezTo>
                <a:cubicBezTo>
                  <a:pt x="16851" y="73877"/>
                  <a:pt x="16976" y="73802"/>
                  <a:pt x="17100" y="73752"/>
                </a:cubicBezTo>
                <a:cubicBezTo>
                  <a:pt x="17275" y="73628"/>
                  <a:pt x="17499" y="73503"/>
                  <a:pt x="17673" y="73379"/>
                </a:cubicBezTo>
                <a:cubicBezTo>
                  <a:pt x="17772" y="73304"/>
                  <a:pt x="17897" y="73254"/>
                  <a:pt x="17996" y="73180"/>
                </a:cubicBezTo>
                <a:cubicBezTo>
                  <a:pt x="18220" y="73055"/>
                  <a:pt x="18420" y="72931"/>
                  <a:pt x="18668" y="72806"/>
                </a:cubicBezTo>
                <a:cubicBezTo>
                  <a:pt x="18768" y="72757"/>
                  <a:pt x="18868" y="72707"/>
                  <a:pt x="18967" y="72682"/>
                </a:cubicBezTo>
                <a:cubicBezTo>
                  <a:pt x="19042" y="72582"/>
                  <a:pt x="19117" y="72557"/>
                  <a:pt x="19166" y="72557"/>
                </a:cubicBezTo>
                <a:close/>
                <a:moveTo>
                  <a:pt x="80747" y="71089"/>
                </a:moveTo>
                <a:cubicBezTo>
                  <a:pt x="83361" y="73155"/>
                  <a:pt x="85999" y="75047"/>
                  <a:pt x="88538" y="76665"/>
                </a:cubicBezTo>
                <a:cubicBezTo>
                  <a:pt x="88538" y="76689"/>
                  <a:pt x="88488" y="76689"/>
                  <a:pt x="88488" y="76714"/>
                </a:cubicBezTo>
                <a:cubicBezTo>
                  <a:pt x="85974" y="75121"/>
                  <a:pt x="83336" y="73205"/>
                  <a:pt x="80722" y="71139"/>
                </a:cubicBezTo>
                <a:lnTo>
                  <a:pt x="80747" y="71089"/>
                </a:lnTo>
                <a:close/>
                <a:moveTo>
                  <a:pt x="88687" y="76764"/>
                </a:moveTo>
                <a:cubicBezTo>
                  <a:pt x="88712" y="76764"/>
                  <a:pt x="88712" y="76789"/>
                  <a:pt x="88737" y="76789"/>
                </a:cubicBezTo>
                <a:cubicBezTo>
                  <a:pt x="88737" y="76814"/>
                  <a:pt x="88712" y="76814"/>
                  <a:pt x="88712" y="76864"/>
                </a:cubicBezTo>
                <a:cubicBezTo>
                  <a:pt x="88687" y="76864"/>
                  <a:pt x="88687" y="76814"/>
                  <a:pt x="88662" y="76814"/>
                </a:cubicBezTo>
                <a:cubicBezTo>
                  <a:pt x="88662" y="76789"/>
                  <a:pt x="88687" y="76789"/>
                  <a:pt x="88687" y="76764"/>
                </a:cubicBezTo>
                <a:close/>
                <a:moveTo>
                  <a:pt x="99191" y="76814"/>
                </a:moveTo>
                <a:cubicBezTo>
                  <a:pt x="99191" y="76814"/>
                  <a:pt x="99191" y="76864"/>
                  <a:pt x="99241" y="76864"/>
                </a:cubicBezTo>
                <a:cubicBezTo>
                  <a:pt x="99241" y="76864"/>
                  <a:pt x="99191" y="76889"/>
                  <a:pt x="99191" y="76913"/>
                </a:cubicBezTo>
                <a:lnTo>
                  <a:pt x="99166" y="76889"/>
                </a:lnTo>
                <a:cubicBezTo>
                  <a:pt x="99166" y="76839"/>
                  <a:pt x="99191" y="76839"/>
                  <a:pt x="99191" y="76814"/>
                </a:cubicBezTo>
                <a:close/>
                <a:moveTo>
                  <a:pt x="44033" y="76889"/>
                </a:moveTo>
                <a:cubicBezTo>
                  <a:pt x="44033" y="76889"/>
                  <a:pt x="44057" y="76889"/>
                  <a:pt x="44057" y="76913"/>
                </a:cubicBezTo>
                <a:cubicBezTo>
                  <a:pt x="44057" y="76938"/>
                  <a:pt x="44033" y="76988"/>
                  <a:pt x="44033" y="77013"/>
                </a:cubicBezTo>
                <a:lnTo>
                  <a:pt x="44033" y="76889"/>
                </a:lnTo>
                <a:close/>
                <a:moveTo>
                  <a:pt x="93392" y="70417"/>
                </a:moveTo>
                <a:cubicBezTo>
                  <a:pt x="93715" y="70765"/>
                  <a:pt x="94064" y="71089"/>
                  <a:pt x="94387" y="71437"/>
                </a:cubicBezTo>
                <a:cubicBezTo>
                  <a:pt x="93317" y="72757"/>
                  <a:pt x="92222" y="74076"/>
                  <a:pt x="91102" y="75370"/>
                </a:cubicBezTo>
                <a:cubicBezTo>
                  <a:pt x="91077" y="75395"/>
                  <a:pt x="91077" y="75420"/>
                  <a:pt x="91052" y="75420"/>
                </a:cubicBezTo>
                <a:cubicBezTo>
                  <a:pt x="90579" y="76017"/>
                  <a:pt x="90081" y="76565"/>
                  <a:pt x="89583" y="77113"/>
                </a:cubicBezTo>
                <a:lnTo>
                  <a:pt x="89036" y="76739"/>
                </a:lnTo>
                <a:cubicBezTo>
                  <a:pt x="90678" y="74648"/>
                  <a:pt x="92147" y="72533"/>
                  <a:pt x="93392" y="70417"/>
                </a:cubicBezTo>
                <a:close/>
                <a:moveTo>
                  <a:pt x="48214" y="73578"/>
                </a:moveTo>
                <a:cubicBezTo>
                  <a:pt x="49583" y="74325"/>
                  <a:pt x="50902" y="75345"/>
                  <a:pt x="52197" y="76640"/>
                </a:cubicBezTo>
                <a:cubicBezTo>
                  <a:pt x="52097" y="76665"/>
                  <a:pt x="51998" y="76665"/>
                  <a:pt x="51898" y="76689"/>
                </a:cubicBezTo>
                <a:cubicBezTo>
                  <a:pt x="51774" y="76714"/>
                  <a:pt x="51624" y="76764"/>
                  <a:pt x="51500" y="76789"/>
                </a:cubicBezTo>
                <a:cubicBezTo>
                  <a:pt x="51475" y="76789"/>
                  <a:pt x="51400" y="76814"/>
                  <a:pt x="51375" y="76814"/>
                </a:cubicBezTo>
                <a:cubicBezTo>
                  <a:pt x="51251" y="76864"/>
                  <a:pt x="51127" y="76864"/>
                  <a:pt x="51002" y="76889"/>
                </a:cubicBezTo>
                <a:cubicBezTo>
                  <a:pt x="50952" y="76889"/>
                  <a:pt x="50878" y="76913"/>
                  <a:pt x="50828" y="76913"/>
                </a:cubicBezTo>
                <a:cubicBezTo>
                  <a:pt x="50728" y="76938"/>
                  <a:pt x="50629" y="76938"/>
                  <a:pt x="50504" y="76988"/>
                </a:cubicBezTo>
                <a:cubicBezTo>
                  <a:pt x="50380" y="77013"/>
                  <a:pt x="50230" y="77013"/>
                  <a:pt x="50106" y="77038"/>
                </a:cubicBezTo>
                <a:lnTo>
                  <a:pt x="50006" y="77038"/>
                </a:lnTo>
                <a:cubicBezTo>
                  <a:pt x="49882" y="77063"/>
                  <a:pt x="49758" y="77063"/>
                  <a:pt x="49658" y="77088"/>
                </a:cubicBezTo>
                <a:cubicBezTo>
                  <a:pt x="49509" y="77137"/>
                  <a:pt x="49334" y="77137"/>
                  <a:pt x="49160" y="77137"/>
                </a:cubicBezTo>
                <a:lnTo>
                  <a:pt x="49061" y="77137"/>
                </a:lnTo>
                <a:cubicBezTo>
                  <a:pt x="49011" y="77137"/>
                  <a:pt x="48911" y="77137"/>
                  <a:pt x="48861" y="77162"/>
                </a:cubicBezTo>
                <a:cubicBezTo>
                  <a:pt x="48588" y="77162"/>
                  <a:pt x="48339" y="77187"/>
                  <a:pt x="48040" y="77187"/>
                </a:cubicBezTo>
                <a:cubicBezTo>
                  <a:pt x="47642" y="77187"/>
                  <a:pt x="47244" y="77162"/>
                  <a:pt x="46870" y="77137"/>
                </a:cubicBezTo>
                <a:cubicBezTo>
                  <a:pt x="46771" y="77137"/>
                  <a:pt x="46671" y="77113"/>
                  <a:pt x="46571" y="77113"/>
                </a:cubicBezTo>
                <a:cubicBezTo>
                  <a:pt x="46497" y="77113"/>
                  <a:pt x="46422" y="77063"/>
                  <a:pt x="46323" y="77063"/>
                </a:cubicBezTo>
                <a:cubicBezTo>
                  <a:pt x="46074" y="77038"/>
                  <a:pt x="45874" y="77013"/>
                  <a:pt x="45626" y="76938"/>
                </a:cubicBezTo>
                <a:cubicBezTo>
                  <a:pt x="45576" y="76938"/>
                  <a:pt x="45526" y="76913"/>
                  <a:pt x="45501" y="76913"/>
                </a:cubicBezTo>
                <a:cubicBezTo>
                  <a:pt x="45327" y="76889"/>
                  <a:pt x="45202" y="76814"/>
                  <a:pt x="45053" y="76789"/>
                </a:cubicBezTo>
                <a:cubicBezTo>
                  <a:pt x="45028" y="76789"/>
                  <a:pt x="45003" y="76764"/>
                  <a:pt x="44929" y="76764"/>
                </a:cubicBezTo>
                <a:cubicBezTo>
                  <a:pt x="44954" y="76640"/>
                  <a:pt x="45028" y="76490"/>
                  <a:pt x="45053" y="76366"/>
                </a:cubicBezTo>
                <a:cubicBezTo>
                  <a:pt x="45178" y="75893"/>
                  <a:pt x="45352" y="75495"/>
                  <a:pt x="45476" y="75146"/>
                </a:cubicBezTo>
                <a:cubicBezTo>
                  <a:pt x="45601" y="75071"/>
                  <a:pt x="45675" y="75022"/>
                  <a:pt x="45800" y="74947"/>
                </a:cubicBezTo>
                <a:lnTo>
                  <a:pt x="45999" y="74872"/>
                </a:lnTo>
                <a:cubicBezTo>
                  <a:pt x="46049" y="74823"/>
                  <a:pt x="46099" y="74798"/>
                  <a:pt x="46148" y="74773"/>
                </a:cubicBezTo>
                <a:cubicBezTo>
                  <a:pt x="46522" y="74549"/>
                  <a:pt x="46870" y="74375"/>
                  <a:pt x="47244" y="74151"/>
                </a:cubicBezTo>
                <a:cubicBezTo>
                  <a:pt x="47492" y="74001"/>
                  <a:pt x="47741" y="73827"/>
                  <a:pt x="47990" y="73702"/>
                </a:cubicBezTo>
                <a:cubicBezTo>
                  <a:pt x="48040" y="73678"/>
                  <a:pt x="48115" y="73603"/>
                  <a:pt x="48214" y="73578"/>
                </a:cubicBezTo>
                <a:close/>
                <a:moveTo>
                  <a:pt x="94537" y="71587"/>
                </a:moveTo>
                <a:lnTo>
                  <a:pt x="94562" y="71637"/>
                </a:lnTo>
                <a:cubicBezTo>
                  <a:pt x="94213" y="72035"/>
                  <a:pt x="93914" y="72458"/>
                  <a:pt x="93566" y="72881"/>
                </a:cubicBezTo>
                <a:lnTo>
                  <a:pt x="93093" y="73429"/>
                </a:lnTo>
                <a:cubicBezTo>
                  <a:pt x="92545" y="74076"/>
                  <a:pt x="91973" y="74773"/>
                  <a:pt x="91425" y="75420"/>
                </a:cubicBezTo>
                <a:cubicBezTo>
                  <a:pt x="91176" y="75694"/>
                  <a:pt x="90952" y="75943"/>
                  <a:pt x="90703" y="76241"/>
                </a:cubicBezTo>
                <a:cubicBezTo>
                  <a:pt x="90405" y="76565"/>
                  <a:pt x="90106" y="76913"/>
                  <a:pt x="89807" y="77237"/>
                </a:cubicBezTo>
                <a:cubicBezTo>
                  <a:pt x="89782" y="77237"/>
                  <a:pt x="89782" y="77187"/>
                  <a:pt x="89733" y="77187"/>
                </a:cubicBezTo>
                <a:cubicBezTo>
                  <a:pt x="91425" y="75370"/>
                  <a:pt x="93018" y="73503"/>
                  <a:pt x="94537" y="71587"/>
                </a:cubicBezTo>
                <a:close/>
                <a:moveTo>
                  <a:pt x="43560" y="76689"/>
                </a:moveTo>
                <a:cubicBezTo>
                  <a:pt x="43609" y="76689"/>
                  <a:pt x="43609" y="76739"/>
                  <a:pt x="43634" y="76739"/>
                </a:cubicBezTo>
                <a:cubicBezTo>
                  <a:pt x="43684" y="76764"/>
                  <a:pt x="43784" y="76789"/>
                  <a:pt x="43833" y="76814"/>
                </a:cubicBezTo>
                <a:cubicBezTo>
                  <a:pt x="43858" y="76938"/>
                  <a:pt x="43858" y="77113"/>
                  <a:pt x="43809" y="77262"/>
                </a:cubicBezTo>
                <a:cubicBezTo>
                  <a:pt x="43784" y="77237"/>
                  <a:pt x="43784" y="77187"/>
                  <a:pt x="43759" y="77187"/>
                </a:cubicBezTo>
                <a:cubicBezTo>
                  <a:pt x="43734" y="77162"/>
                  <a:pt x="43684" y="77113"/>
                  <a:pt x="43659" y="77063"/>
                </a:cubicBezTo>
                <a:cubicBezTo>
                  <a:pt x="43634" y="76938"/>
                  <a:pt x="43560" y="76814"/>
                  <a:pt x="43535" y="76739"/>
                </a:cubicBezTo>
                <a:lnTo>
                  <a:pt x="43560" y="76739"/>
                </a:lnTo>
                <a:lnTo>
                  <a:pt x="43560" y="76689"/>
                </a:lnTo>
                <a:close/>
                <a:moveTo>
                  <a:pt x="88911" y="76889"/>
                </a:moveTo>
                <a:cubicBezTo>
                  <a:pt x="89085" y="77013"/>
                  <a:pt x="89285" y="77137"/>
                  <a:pt x="89459" y="77237"/>
                </a:cubicBezTo>
                <a:cubicBezTo>
                  <a:pt x="89459" y="77262"/>
                  <a:pt x="89434" y="77262"/>
                  <a:pt x="89434" y="77287"/>
                </a:cubicBezTo>
                <a:cubicBezTo>
                  <a:pt x="89235" y="77162"/>
                  <a:pt x="89061" y="77063"/>
                  <a:pt x="88861" y="76938"/>
                </a:cubicBezTo>
                <a:cubicBezTo>
                  <a:pt x="88861" y="76913"/>
                  <a:pt x="88911" y="76913"/>
                  <a:pt x="88911" y="76889"/>
                </a:cubicBezTo>
                <a:close/>
                <a:moveTo>
                  <a:pt x="110243" y="61357"/>
                </a:moveTo>
                <a:lnTo>
                  <a:pt x="110243" y="61357"/>
                </a:lnTo>
                <a:cubicBezTo>
                  <a:pt x="107455" y="66683"/>
                  <a:pt x="103896" y="72060"/>
                  <a:pt x="99739" y="77312"/>
                </a:cubicBezTo>
                <a:cubicBezTo>
                  <a:pt x="99639" y="77162"/>
                  <a:pt x="99540" y="77038"/>
                  <a:pt x="99440" y="76889"/>
                </a:cubicBezTo>
                <a:cubicBezTo>
                  <a:pt x="100361" y="75619"/>
                  <a:pt x="101232" y="74300"/>
                  <a:pt x="102004" y="73006"/>
                </a:cubicBezTo>
                <a:cubicBezTo>
                  <a:pt x="104169" y="69446"/>
                  <a:pt x="105862" y="65961"/>
                  <a:pt x="107107" y="62601"/>
                </a:cubicBezTo>
                <a:cubicBezTo>
                  <a:pt x="108252" y="62253"/>
                  <a:pt x="109322" y="61854"/>
                  <a:pt x="110243" y="61357"/>
                </a:cubicBezTo>
                <a:close/>
                <a:moveTo>
                  <a:pt x="52272" y="76764"/>
                </a:moveTo>
                <a:lnTo>
                  <a:pt x="52296" y="76789"/>
                </a:lnTo>
                <a:lnTo>
                  <a:pt x="52272" y="76789"/>
                </a:lnTo>
                <a:cubicBezTo>
                  <a:pt x="52023" y="76839"/>
                  <a:pt x="51749" y="76913"/>
                  <a:pt x="51500" y="76988"/>
                </a:cubicBezTo>
                <a:cubicBezTo>
                  <a:pt x="51425" y="76988"/>
                  <a:pt x="51400" y="77013"/>
                  <a:pt x="51351" y="77013"/>
                </a:cubicBezTo>
                <a:cubicBezTo>
                  <a:pt x="51102" y="77063"/>
                  <a:pt x="50853" y="77113"/>
                  <a:pt x="50554" y="77162"/>
                </a:cubicBezTo>
                <a:cubicBezTo>
                  <a:pt x="50529" y="77162"/>
                  <a:pt x="50479" y="77187"/>
                  <a:pt x="50430" y="77187"/>
                </a:cubicBezTo>
                <a:cubicBezTo>
                  <a:pt x="50056" y="77262"/>
                  <a:pt x="49683" y="77287"/>
                  <a:pt x="49309" y="77312"/>
                </a:cubicBezTo>
                <a:cubicBezTo>
                  <a:pt x="49235" y="77312"/>
                  <a:pt x="49135" y="77361"/>
                  <a:pt x="49036" y="77361"/>
                </a:cubicBezTo>
                <a:cubicBezTo>
                  <a:pt x="48662" y="77386"/>
                  <a:pt x="48289" y="77411"/>
                  <a:pt x="47940" y="77411"/>
                </a:cubicBezTo>
                <a:lnTo>
                  <a:pt x="47916" y="77411"/>
                </a:lnTo>
                <a:cubicBezTo>
                  <a:pt x="47542" y="77411"/>
                  <a:pt x="47169" y="77386"/>
                  <a:pt x="46795" y="77361"/>
                </a:cubicBezTo>
                <a:lnTo>
                  <a:pt x="46696" y="77361"/>
                </a:lnTo>
                <a:cubicBezTo>
                  <a:pt x="46621" y="77361"/>
                  <a:pt x="46522" y="77312"/>
                  <a:pt x="46422" y="77312"/>
                </a:cubicBezTo>
                <a:cubicBezTo>
                  <a:pt x="46372" y="77312"/>
                  <a:pt x="46298" y="77287"/>
                  <a:pt x="46248" y="77287"/>
                </a:cubicBezTo>
                <a:cubicBezTo>
                  <a:pt x="45924" y="77262"/>
                  <a:pt x="45626" y="77187"/>
                  <a:pt x="45327" y="77137"/>
                </a:cubicBezTo>
                <a:cubicBezTo>
                  <a:pt x="45202" y="77088"/>
                  <a:pt x="45053" y="77038"/>
                  <a:pt x="44929" y="77013"/>
                </a:cubicBezTo>
                <a:lnTo>
                  <a:pt x="44904" y="77013"/>
                </a:lnTo>
                <a:lnTo>
                  <a:pt x="44879" y="76988"/>
                </a:lnTo>
                <a:lnTo>
                  <a:pt x="44829" y="76938"/>
                </a:lnTo>
                <a:lnTo>
                  <a:pt x="45003" y="76938"/>
                </a:lnTo>
                <a:cubicBezTo>
                  <a:pt x="45053" y="76988"/>
                  <a:pt x="45128" y="76988"/>
                  <a:pt x="45227" y="77013"/>
                </a:cubicBezTo>
                <a:cubicBezTo>
                  <a:pt x="45252" y="77013"/>
                  <a:pt x="45302" y="77038"/>
                  <a:pt x="45352" y="77038"/>
                </a:cubicBezTo>
                <a:lnTo>
                  <a:pt x="45402" y="77038"/>
                </a:lnTo>
                <a:cubicBezTo>
                  <a:pt x="45501" y="77063"/>
                  <a:pt x="45601" y="77063"/>
                  <a:pt x="45650" y="77113"/>
                </a:cubicBezTo>
                <a:cubicBezTo>
                  <a:pt x="45725" y="77113"/>
                  <a:pt x="45775" y="77137"/>
                  <a:pt x="45850" y="77137"/>
                </a:cubicBezTo>
                <a:cubicBezTo>
                  <a:pt x="45974" y="77162"/>
                  <a:pt x="46049" y="77187"/>
                  <a:pt x="46173" y="77187"/>
                </a:cubicBezTo>
                <a:cubicBezTo>
                  <a:pt x="46273" y="77187"/>
                  <a:pt x="46372" y="77237"/>
                  <a:pt x="46472" y="77237"/>
                </a:cubicBezTo>
                <a:cubicBezTo>
                  <a:pt x="46522" y="77237"/>
                  <a:pt x="46596" y="77262"/>
                  <a:pt x="46646" y="77262"/>
                </a:cubicBezTo>
                <a:lnTo>
                  <a:pt x="46845" y="77262"/>
                </a:lnTo>
                <a:cubicBezTo>
                  <a:pt x="46920" y="77262"/>
                  <a:pt x="46995" y="77287"/>
                  <a:pt x="47094" y="77287"/>
                </a:cubicBezTo>
                <a:cubicBezTo>
                  <a:pt x="47393" y="77312"/>
                  <a:pt x="47716" y="77312"/>
                  <a:pt x="48015" y="77312"/>
                </a:cubicBezTo>
                <a:cubicBezTo>
                  <a:pt x="48289" y="77312"/>
                  <a:pt x="48538" y="77312"/>
                  <a:pt x="48837" y="77287"/>
                </a:cubicBezTo>
                <a:lnTo>
                  <a:pt x="48961" y="77287"/>
                </a:lnTo>
                <a:cubicBezTo>
                  <a:pt x="49011" y="77287"/>
                  <a:pt x="49085" y="77287"/>
                  <a:pt x="49135" y="77262"/>
                </a:cubicBezTo>
                <a:lnTo>
                  <a:pt x="49235" y="77262"/>
                </a:lnTo>
                <a:cubicBezTo>
                  <a:pt x="49359" y="77262"/>
                  <a:pt x="49509" y="77237"/>
                  <a:pt x="49633" y="77237"/>
                </a:cubicBezTo>
                <a:cubicBezTo>
                  <a:pt x="49832" y="77187"/>
                  <a:pt x="49982" y="77162"/>
                  <a:pt x="50156" y="77162"/>
                </a:cubicBezTo>
                <a:lnTo>
                  <a:pt x="50230" y="77162"/>
                </a:lnTo>
                <a:cubicBezTo>
                  <a:pt x="50280" y="77162"/>
                  <a:pt x="50380" y="77137"/>
                  <a:pt x="50430" y="77137"/>
                </a:cubicBezTo>
                <a:cubicBezTo>
                  <a:pt x="50479" y="77137"/>
                  <a:pt x="50529" y="77137"/>
                  <a:pt x="50554" y="77113"/>
                </a:cubicBezTo>
                <a:cubicBezTo>
                  <a:pt x="50629" y="77113"/>
                  <a:pt x="50678" y="77063"/>
                  <a:pt x="50753" y="77063"/>
                </a:cubicBezTo>
                <a:lnTo>
                  <a:pt x="50778" y="77063"/>
                </a:lnTo>
                <a:cubicBezTo>
                  <a:pt x="50878" y="77038"/>
                  <a:pt x="50977" y="77038"/>
                  <a:pt x="51052" y="77013"/>
                </a:cubicBezTo>
                <a:lnTo>
                  <a:pt x="51127" y="77013"/>
                </a:lnTo>
                <a:cubicBezTo>
                  <a:pt x="51176" y="77013"/>
                  <a:pt x="51226" y="76988"/>
                  <a:pt x="51276" y="76988"/>
                </a:cubicBezTo>
                <a:cubicBezTo>
                  <a:pt x="51500" y="76938"/>
                  <a:pt x="51724" y="76889"/>
                  <a:pt x="51923" y="76814"/>
                </a:cubicBezTo>
                <a:lnTo>
                  <a:pt x="52023" y="76814"/>
                </a:lnTo>
                <a:cubicBezTo>
                  <a:pt x="52097" y="76814"/>
                  <a:pt x="52122" y="76789"/>
                  <a:pt x="52172" y="76789"/>
                </a:cubicBezTo>
                <a:cubicBezTo>
                  <a:pt x="52222" y="76789"/>
                  <a:pt x="52247" y="76789"/>
                  <a:pt x="52272" y="76764"/>
                </a:cubicBezTo>
                <a:close/>
                <a:moveTo>
                  <a:pt x="89608" y="77337"/>
                </a:moveTo>
                <a:cubicBezTo>
                  <a:pt x="89658" y="77337"/>
                  <a:pt x="89683" y="77337"/>
                  <a:pt x="89683" y="77386"/>
                </a:cubicBezTo>
                <a:cubicBezTo>
                  <a:pt x="89633" y="77411"/>
                  <a:pt x="89633" y="77411"/>
                  <a:pt x="89633" y="77436"/>
                </a:cubicBezTo>
                <a:cubicBezTo>
                  <a:pt x="89608" y="77436"/>
                  <a:pt x="89608" y="77411"/>
                  <a:pt x="89583" y="77411"/>
                </a:cubicBezTo>
                <a:cubicBezTo>
                  <a:pt x="89583" y="77386"/>
                  <a:pt x="89608" y="77386"/>
                  <a:pt x="89608" y="77337"/>
                </a:cubicBezTo>
                <a:close/>
                <a:moveTo>
                  <a:pt x="44057" y="77386"/>
                </a:moveTo>
                <a:lnTo>
                  <a:pt x="44057" y="77486"/>
                </a:lnTo>
                <a:cubicBezTo>
                  <a:pt x="44033" y="77511"/>
                  <a:pt x="44033" y="77536"/>
                  <a:pt x="44008" y="77536"/>
                </a:cubicBezTo>
                <a:cubicBezTo>
                  <a:pt x="44033" y="77486"/>
                  <a:pt x="44057" y="77436"/>
                  <a:pt x="44057" y="77386"/>
                </a:cubicBezTo>
                <a:close/>
                <a:moveTo>
                  <a:pt x="99316" y="77038"/>
                </a:moveTo>
                <a:cubicBezTo>
                  <a:pt x="99415" y="77187"/>
                  <a:pt x="99515" y="77312"/>
                  <a:pt x="99614" y="77486"/>
                </a:cubicBezTo>
                <a:lnTo>
                  <a:pt x="99540" y="77536"/>
                </a:lnTo>
                <a:cubicBezTo>
                  <a:pt x="99490" y="77386"/>
                  <a:pt x="99390" y="77237"/>
                  <a:pt x="99291" y="77113"/>
                </a:cubicBezTo>
                <a:cubicBezTo>
                  <a:pt x="99291" y="77063"/>
                  <a:pt x="99316" y="77063"/>
                  <a:pt x="99316" y="77038"/>
                </a:cubicBezTo>
                <a:close/>
                <a:moveTo>
                  <a:pt x="110616" y="61108"/>
                </a:moveTo>
                <a:lnTo>
                  <a:pt x="110616" y="61108"/>
                </a:lnTo>
                <a:cubicBezTo>
                  <a:pt x="107754" y="66609"/>
                  <a:pt x="104120" y="72159"/>
                  <a:pt x="99863" y="77536"/>
                </a:cubicBezTo>
                <a:cubicBezTo>
                  <a:pt x="99863" y="77511"/>
                  <a:pt x="99814" y="77511"/>
                  <a:pt x="99814" y="77486"/>
                </a:cubicBezTo>
                <a:cubicBezTo>
                  <a:pt x="104095" y="72134"/>
                  <a:pt x="107704" y="66609"/>
                  <a:pt x="110517" y="61182"/>
                </a:cubicBezTo>
                <a:cubicBezTo>
                  <a:pt x="110567" y="61133"/>
                  <a:pt x="110591" y="61133"/>
                  <a:pt x="110616" y="61108"/>
                </a:cubicBezTo>
                <a:close/>
                <a:moveTo>
                  <a:pt x="40896" y="74549"/>
                </a:moveTo>
                <a:cubicBezTo>
                  <a:pt x="40946" y="74574"/>
                  <a:pt x="40996" y="74648"/>
                  <a:pt x="41046" y="74673"/>
                </a:cubicBezTo>
                <a:cubicBezTo>
                  <a:pt x="41270" y="74897"/>
                  <a:pt x="41519" y="75071"/>
                  <a:pt x="41743" y="75295"/>
                </a:cubicBezTo>
                <a:lnTo>
                  <a:pt x="41767" y="75320"/>
                </a:lnTo>
                <a:cubicBezTo>
                  <a:pt x="41892" y="75445"/>
                  <a:pt x="42016" y="75619"/>
                  <a:pt x="42091" y="75744"/>
                </a:cubicBezTo>
                <a:cubicBezTo>
                  <a:pt x="42240" y="75893"/>
                  <a:pt x="42365" y="76042"/>
                  <a:pt x="42440" y="76192"/>
                </a:cubicBezTo>
                <a:cubicBezTo>
                  <a:pt x="41419" y="76689"/>
                  <a:pt x="40398" y="77162"/>
                  <a:pt x="39403" y="77561"/>
                </a:cubicBezTo>
                <a:cubicBezTo>
                  <a:pt x="39876" y="76565"/>
                  <a:pt x="40349" y="75569"/>
                  <a:pt x="40896" y="74549"/>
                </a:cubicBezTo>
                <a:close/>
                <a:moveTo>
                  <a:pt x="99739" y="77610"/>
                </a:moveTo>
                <a:cubicBezTo>
                  <a:pt x="99739" y="77635"/>
                  <a:pt x="99739" y="77660"/>
                  <a:pt x="99764" y="77660"/>
                </a:cubicBezTo>
                <a:lnTo>
                  <a:pt x="99689" y="77710"/>
                </a:lnTo>
                <a:cubicBezTo>
                  <a:pt x="99689" y="77685"/>
                  <a:pt x="99664" y="77685"/>
                  <a:pt x="99664" y="77660"/>
                </a:cubicBezTo>
                <a:lnTo>
                  <a:pt x="99739" y="77610"/>
                </a:lnTo>
                <a:close/>
                <a:moveTo>
                  <a:pt x="40747" y="74424"/>
                </a:moveTo>
                <a:lnTo>
                  <a:pt x="40772" y="74449"/>
                </a:lnTo>
                <a:cubicBezTo>
                  <a:pt x="40174" y="75544"/>
                  <a:pt x="39652" y="76640"/>
                  <a:pt x="39154" y="77685"/>
                </a:cubicBezTo>
                <a:cubicBezTo>
                  <a:pt x="39129" y="77685"/>
                  <a:pt x="39129" y="77685"/>
                  <a:pt x="39079" y="77735"/>
                </a:cubicBezTo>
                <a:cubicBezTo>
                  <a:pt x="39577" y="76615"/>
                  <a:pt x="40150" y="75520"/>
                  <a:pt x="40747" y="74424"/>
                </a:cubicBezTo>
                <a:close/>
                <a:moveTo>
                  <a:pt x="42614" y="76366"/>
                </a:moveTo>
                <a:lnTo>
                  <a:pt x="42614" y="76391"/>
                </a:lnTo>
                <a:lnTo>
                  <a:pt x="42639" y="76416"/>
                </a:lnTo>
                <a:cubicBezTo>
                  <a:pt x="41494" y="76938"/>
                  <a:pt x="40374" y="77436"/>
                  <a:pt x="39278" y="77884"/>
                </a:cubicBezTo>
                <a:cubicBezTo>
                  <a:pt x="39278" y="77859"/>
                  <a:pt x="39278" y="77859"/>
                  <a:pt x="39303" y="77859"/>
                </a:cubicBezTo>
                <a:cubicBezTo>
                  <a:pt x="40398" y="77386"/>
                  <a:pt x="41494" y="76889"/>
                  <a:pt x="42614" y="76366"/>
                </a:cubicBezTo>
                <a:close/>
                <a:moveTo>
                  <a:pt x="62477" y="72085"/>
                </a:moveTo>
                <a:cubicBezTo>
                  <a:pt x="62651" y="72259"/>
                  <a:pt x="62800" y="72433"/>
                  <a:pt x="62950" y="72582"/>
                </a:cubicBezTo>
                <a:cubicBezTo>
                  <a:pt x="60734" y="74449"/>
                  <a:pt x="58445" y="76266"/>
                  <a:pt x="56055" y="77984"/>
                </a:cubicBezTo>
                <a:cubicBezTo>
                  <a:pt x="55856" y="77287"/>
                  <a:pt x="55557" y="76665"/>
                  <a:pt x="55234" y="76067"/>
                </a:cubicBezTo>
                <a:lnTo>
                  <a:pt x="55706" y="75893"/>
                </a:lnTo>
                <a:cubicBezTo>
                  <a:pt x="55756" y="75868"/>
                  <a:pt x="55831" y="75818"/>
                  <a:pt x="55906" y="75793"/>
                </a:cubicBezTo>
                <a:cubicBezTo>
                  <a:pt x="56055" y="75744"/>
                  <a:pt x="56204" y="75669"/>
                  <a:pt x="56354" y="75619"/>
                </a:cubicBezTo>
                <a:cubicBezTo>
                  <a:pt x="56403" y="75569"/>
                  <a:pt x="56478" y="75544"/>
                  <a:pt x="56503" y="75544"/>
                </a:cubicBezTo>
                <a:cubicBezTo>
                  <a:pt x="56528" y="75520"/>
                  <a:pt x="56578" y="75520"/>
                  <a:pt x="56603" y="75495"/>
                </a:cubicBezTo>
                <a:cubicBezTo>
                  <a:pt x="56677" y="75445"/>
                  <a:pt x="56752" y="75420"/>
                  <a:pt x="56827" y="75395"/>
                </a:cubicBezTo>
                <a:lnTo>
                  <a:pt x="56851" y="75395"/>
                </a:lnTo>
                <a:cubicBezTo>
                  <a:pt x="56876" y="75370"/>
                  <a:pt x="56951" y="75370"/>
                  <a:pt x="56976" y="75320"/>
                </a:cubicBezTo>
                <a:cubicBezTo>
                  <a:pt x="57100" y="75271"/>
                  <a:pt x="57250" y="75196"/>
                  <a:pt x="57374" y="75121"/>
                </a:cubicBezTo>
                <a:cubicBezTo>
                  <a:pt x="57374" y="75121"/>
                  <a:pt x="57424" y="75121"/>
                  <a:pt x="57424" y="75071"/>
                </a:cubicBezTo>
                <a:cubicBezTo>
                  <a:pt x="57449" y="75071"/>
                  <a:pt x="57474" y="75047"/>
                  <a:pt x="57474" y="75047"/>
                </a:cubicBezTo>
                <a:cubicBezTo>
                  <a:pt x="57573" y="75022"/>
                  <a:pt x="57648" y="74947"/>
                  <a:pt x="57748" y="74922"/>
                </a:cubicBezTo>
                <a:cubicBezTo>
                  <a:pt x="57947" y="74823"/>
                  <a:pt x="58146" y="74698"/>
                  <a:pt x="58345" y="74623"/>
                </a:cubicBezTo>
                <a:cubicBezTo>
                  <a:pt x="58345" y="74623"/>
                  <a:pt x="58370" y="74623"/>
                  <a:pt x="58370" y="74574"/>
                </a:cubicBezTo>
                <a:cubicBezTo>
                  <a:pt x="58469" y="74524"/>
                  <a:pt x="58594" y="74499"/>
                  <a:pt x="58693" y="74424"/>
                </a:cubicBezTo>
                <a:cubicBezTo>
                  <a:pt x="58718" y="74424"/>
                  <a:pt x="58743" y="74399"/>
                  <a:pt x="58743" y="74399"/>
                </a:cubicBezTo>
                <a:cubicBezTo>
                  <a:pt x="58942" y="74300"/>
                  <a:pt x="59092" y="74200"/>
                  <a:pt x="59291" y="74126"/>
                </a:cubicBezTo>
                <a:lnTo>
                  <a:pt x="59316" y="74126"/>
                </a:lnTo>
                <a:cubicBezTo>
                  <a:pt x="59440" y="74051"/>
                  <a:pt x="59540" y="74001"/>
                  <a:pt x="59664" y="73926"/>
                </a:cubicBezTo>
                <a:cubicBezTo>
                  <a:pt x="59838" y="73802"/>
                  <a:pt x="60038" y="73702"/>
                  <a:pt x="60237" y="73578"/>
                </a:cubicBezTo>
                <a:cubicBezTo>
                  <a:pt x="60286" y="73553"/>
                  <a:pt x="60336" y="73528"/>
                  <a:pt x="60361" y="73503"/>
                </a:cubicBezTo>
                <a:cubicBezTo>
                  <a:pt x="60461" y="73429"/>
                  <a:pt x="60560" y="73404"/>
                  <a:pt x="60610" y="73329"/>
                </a:cubicBezTo>
                <a:cubicBezTo>
                  <a:pt x="60809" y="73205"/>
                  <a:pt x="60983" y="73080"/>
                  <a:pt x="61183" y="73006"/>
                </a:cubicBezTo>
                <a:cubicBezTo>
                  <a:pt x="61307" y="72906"/>
                  <a:pt x="61456" y="72806"/>
                  <a:pt x="61581" y="72707"/>
                </a:cubicBezTo>
                <a:lnTo>
                  <a:pt x="62153" y="72333"/>
                </a:lnTo>
                <a:cubicBezTo>
                  <a:pt x="62278" y="72259"/>
                  <a:pt x="62402" y="72184"/>
                  <a:pt x="62477" y="72085"/>
                </a:cubicBezTo>
                <a:close/>
                <a:moveTo>
                  <a:pt x="39029" y="77934"/>
                </a:moveTo>
                <a:lnTo>
                  <a:pt x="39029" y="77959"/>
                </a:lnTo>
                <a:lnTo>
                  <a:pt x="39029" y="78009"/>
                </a:lnTo>
                <a:cubicBezTo>
                  <a:pt x="39017" y="78021"/>
                  <a:pt x="38998" y="78027"/>
                  <a:pt x="38983" y="78027"/>
                </a:cubicBezTo>
                <a:cubicBezTo>
                  <a:pt x="38967" y="78027"/>
                  <a:pt x="38955" y="78021"/>
                  <a:pt x="38955" y="78009"/>
                </a:cubicBezTo>
                <a:cubicBezTo>
                  <a:pt x="38955" y="77959"/>
                  <a:pt x="38955" y="77959"/>
                  <a:pt x="39005" y="77959"/>
                </a:cubicBezTo>
                <a:cubicBezTo>
                  <a:pt x="39005" y="77959"/>
                  <a:pt x="39029" y="77959"/>
                  <a:pt x="39029" y="77934"/>
                </a:cubicBezTo>
                <a:close/>
                <a:moveTo>
                  <a:pt x="55084" y="76142"/>
                </a:moveTo>
                <a:cubicBezTo>
                  <a:pt x="55383" y="76764"/>
                  <a:pt x="55706" y="77386"/>
                  <a:pt x="56055" y="78009"/>
                </a:cubicBezTo>
                <a:lnTo>
                  <a:pt x="56005" y="78034"/>
                </a:lnTo>
                <a:cubicBezTo>
                  <a:pt x="55632" y="77411"/>
                  <a:pt x="55333" y="76789"/>
                  <a:pt x="55010" y="76167"/>
                </a:cubicBezTo>
                <a:cubicBezTo>
                  <a:pt x="55059" y="76167"/>
                  <a:pt x="55059" y="76167"/>
                  <a:pt x="55084" y="76142"/>
                </a:cubicBezTo>
                <a:close/>
                <a:moveTo>
                  <a:pt x="44505" y="77212"/>
                </a:moveTo>
                <a:lnTo>
                  <a:pt x="44530" y="77262"/>
                </a:lnTo>
                <a:lnTo>
                  <a:pt x="44555" y="77287"/>
                </a:lnTo>
                <a:cubicBezTo>
                  <a:pt x="44505" y="77486"/>
                  <a:pt x="44431" y="77760"/>
                  <a:pt x="44381" y="78058"/>
                </a:cubicBezTo>
                <a:lnTo>
                  <a:pt x="44356" y="78034"/>
                </a:lnTo>
                <a:cubicBezTo>
                  <a:pt x="44356" y="78034"/>
                  <a:pt x="44356" y="78009"/>
                  <a:pt x="44306" y="78009"/>
                </a:cubicBezTo>
                <a:cubicBezTo>
                  <a:pt x="44306" y="77934"/>
                  <a:pt x="44356" y="77884"/>
                  <a:pt x="44356" y="77834"/>
                </a:cubicBezTo>
                <a:lnTo>
                  <a:pt x="44431" y="77461"/>
                </a:lnTo>
                <a:cubicBezTo>
                  <a:pt x="44481" y="77386"/>
                  <a:pt x="44481" y="77312"/>
                  <a:pt x="44505" y="77212"/>
                </a:cubicBezTo>
                <a:close/>
                <a:moveTo>
                  <a:pt x="63199" y="72657"/>
                </a:moveTo>
                <a:cubicBezTo>
                  <a:pt x="63199" y="72682"/>
                  <a:pt x="63224" y="72682"/>
                  <a:pt x="63224" y="72707"/>
                </a:cubicBezTo>
                <a:cubicBezTo>
                  <a:pt x="60983" y="74623"/>
                  <a:pt x="58693" y="76416"/>
                  <a:pt x="56304" y="78133"/>
                </a:cubicBezTo>
                <a:cubicBezTo>
                  <a:pt x="56304" y="78083"/>
                  <a:pt x="56254" y="78083"/>
                  <a:pt x="56254" y="78058"/>
                </a:cubicBezTo>
                <a:cubicBezTo>
                  <a:pt x="58669" y="76366"/>
                  <a:pt x="60983" y="74524"/>
                  <a:pt x="63199" y="72657"/>
                </a:cubicBezTo>
                <a:close/>
                <a:moveTo>
                  <a:pt x="3584" y="65936"/>
                </a:moveTo>
                <a:cubicBezTo>
                  <a:pt x="4207" y="68102"/>
                  <a:pt x="5526" y="70317"/>
                  <a:pt x="7467" y="72433"/>
                </a:cubicBezTo>
                <a:cubicBezTo>
                  <a:pt x="5551" y="74175"/>
                  <a:pt x="4033" y="76142"/>
                  <a:pt x="2912" y="78258"/>
                </a:cubicBezTo>
                <a:cubicBezTo>
                  <a:pt x="2240" y="75495"/>
                  <a:pt x="2141" y="72433"/>
                  <a:pt x="2539" y="69172"/>
                </a:cubicBezTo>
                <a:cubicBezTo>
                  <a:pt x="2838" y="68102"/>
                  <a:pt x="3186" y="67032"/>
                  <a:pt x="3584" y="65936"/>
                </a:cubicBezTo>
                <a:close/>
                <a:moveTo>
                  <a:pt x="43809" y="78158"/>
                </a:moveTo>
                <a:cubicBezTo>
                  <a:pt x="43858" y="78183"/>
                  <a:pt x="43858" y="78233"/>
                  <a:pt x="43858" y="78258"/>
                </a:cubicBezTo>
                <a:cubicBezTo>
                  <a:pt x="43809" y="78233"/>
                  <a:pt x="43809" y="78183"/>
                  <a:pt x="43809" y="78158"/>
                </a:cubicBezTo>
                <a:close/>
                <a:moveTo>
                  <a:pt x="18967" y="72931"/>
                </a:moveTo>
                <a:cubicBezTo>
                  <a:pt x="18121" y="74798"/>
                  <a:pt x="17349" y="76665"/>
                  <a:pt x="16652" y="78506"/>
                </a:cubicBezTo>
                <a:cubicBezTo>
                  <a:pt x="15557" y="77984"/>
                  <a:pt x="14537" y="77411"/>
                  <a:pt x="13516" y="76789"/>
                </a:cubicBezTo>
                <a:cubicBezTo>
                  <a:pt x="13616" y="76739"/>
                  <a:pt x="13665" y="76640"/>
                  <a:pt x="13765" y="76565"/>
                </a:cubicBezTo>
                <a:cubicBezTo>
                  <a:pt x="13889" y="76440"/>
                  <a:pt x="14014" y="76316"/>
                  <a:pt x="14138" y="76241"/>
                </a:cubicBezTo>
                <a:lnTo>
                  <a:pt x="14611" y="75868"/>
                </a:lnTo>
                <a:cubicBezTo>
                  <a:pt x="14761" y="75744"/>
                  <a:pt x="14885" y="75619"/>
                  <a:pt x="15034" y="75520"/>
                </a:cubicBezTo>
                <a:cubicBezTo>
                  <a:pt x="15184" y="75395"/>
                  <a:pt x="15308" y="75295"/>
                  <a:pt x="15482" y="75171"/>
                </a:cubicBezTo>
                <a:lnTo>
                  <a:pt x="15930" y="74798"/>
                </a:lnTo>
                <a:cubicBezTo>
                  <a:pt x="16055" y="74698"/>
                  <a:pt x="16229" y="74623"/>
                  <a:pt x="16354" y="74524"/>
                </a:cubicBezTo>
                <a:cubicBezTo>
                  <a:pt x="16528" y="74399"/>
                  <a:pt x="16677" y="74275"/>
                  <a:pt x="16876" y="74151"/>
                </a:cubicBezTo>
                <a:cubicBezTo>
                  <a:pt x="17001" y="74051"/>
                  <a:pt x="17125" y="74001"/>
                  <a:pt x="17250" y="73926"/>
                </a:cubicBezTo>
                <a:cubicBezTo>
                  <a:pt x="17424" y="73802"/>
                  <a:pt x="17648" y="73678"/>
                  <a:pt x="17847" y="73553"/>
                </a:cubicBezTo>
                <a:cubicBezTo>
                  <a:pt x="17922" y="73503"/>
                  <a:pt x="18046" y="73429"/>
                  <a:pt x="18146" y="73379"/>
                </a:cubicBezTo>
                <a:lnTo>
                  <a:pt x="18793" y="73006"/>
                </a:lnTo>
                <a:cubicBezTo>
                  <a:pt x="18868" y="72956"/>
                  <a:pt x="18893" y="72931"/>
                  <a:pt x="18967" y="72931"/>
                </a:cubicBezTo>
                <a:close/>
                <a:moveTo>
                  <a:pt x="2215" y="70292"/>
                </a:moveTo>
                <a:cubicBezTo>
                  <a:pt x="1967" y="73205"/>
                  <a:pt x="2141" y="75992"/>
                  <a:pt x="2738" y="78531"/>
                </a:cubicBezTo>
                <a:cubicBezTo>
                  <a:pt x="2713" y="78556"/>
                  <a:pt x="2713" y="78581"/>
                  <a:pt x="2713" y="78631"/>
                </a:cubicBezTo>
                <a:cubicBezTo>
                  <a:pt x="2116" y="76167"/>
                  <a:pt x="1942" y="73454"/>
                  <a:pt x="2116" y="70591"/>
                </a:cubicBezTo>
                <a:cubicBezTo>
                  <a:pt x="2141" y="70492"/>
                  <a:pt x="2191" y="70392"/>
                  <a:pt x="2215" y="70292"/>
                </a:cubicBezTo>
                <a:close/>
                <a:moveTo>
                  <a:pt x="19365" y="72757"/>
                </a:moveTo>
                <a:cubicBezTo>
                  <a:pt x="18420" y="74698"/>
                  <a:pt x="17598" y="76665"/>
                  <a:pt x="16901" y="78631"/>
                </a:cubicBezTo>
                <a:cubicBezTo>
                  <a:pt x="16876" y="78631"/>
                  <a:pt x="16876" y="78581"/>
                  <a:pt x="16851" y="78581"/>
                </a:cubicBezTo>
                <a:cubicBezTo>
                  <a:pt x="17548" y="76665"/>
                  <a:pt x="18370" y="74723"/>
                  <a:pt x="19266" y="72782"/>
                </a:cubicBezTo>
                <a:cubicBezTo>
                  <a:pt x="19291" y="72782"/>
                  <a:pt x="19316" y="72757"/>
                  <a:pt x="19365" y="72757"/>
                </a:cubicBezTo>
                <a:close/>
                <a:moveTo>
                  <a:pt x="7592" y="72582"/>
                </a:moveTo>
                <a:lnTo>
                  <a:pt x="7642" y="72632"/>
                </a:lnTo>
                <a:cubicBezTo>
                  <a:pt x="5650" y="74424"/>
                  <a:pt x="4082" y="76440"/>
                  <a:pt x="2987" y="78656"/>
                </a:cubicBezTo>
                <a:cubicBezTo>
                  <a:pt x="2987" y="78631"/>
                  <a:pt x="2987" y="78581"/>
                  <a:pt x="2962" y="78581"/>
                </a:cubicBezTo>
                <a:cubicBezTo>
                  <a:pt x="4057" y="76416"/>
                  <a:pt x="5650" y="74399"/>
                  <a:pt x="7592" y="72582"/>
                </a:cubicBezTo>
                <a:close/>
                <a:moveTo>
                  <a:pt x="13416" y="76938"/>
                </a:moveTo>
                <a:lnTo>
                  <a:pt x="13416" y="76938"/>
                </a:lnTo>
                <a:cubicBezTo>
                  <a:pt x="14437" y="77561"/>
                  <a:pt x="15507" y="78158"/>
                  <a:pt x="16603" y="78681"/>
                </a:cubicBezTo>
                <a:cubicBezTo>
                  <a:pt x="16603" y="78730"/>
                  <a:pt x="16603" y="78730"/>
                  <a:pt x="16553" y="78755"/>
                </a:cubicBezTo>
                <a:cubicBezTo>
                  <a:pt x="15557" y="78282"/>
                  <a:pt x="14611" y="77760"/>
                  <a:pt x="13690" y="77187"/>
                </a:cubicBezTo>
                <a:cubicBezTo>
                  <a:pt x="13616" y="77088"/>
                  <a:pt x="13516" y="77038"/>
                  <a:pt x="13416" y="76938"/>
                </a:cubicBezTo>
                <a:close/>
                <a:moveTo>
                  <a:pt x="16777" y="78755"/>
                </a:moveTo>
                <a:cubicBezTo>
                  <a:pt x="16802" y="78755"/>
                  <a:pt x="16802" y="78780"/>
                  <a:pt x="16851" y="78780"/>
                </a:cubicBezTo>
                <a:cubicBezTo>
                  <a:pt x="16851" y="78805"/>
                  <a:pt x="16802" y="78805"/>
                  <a:pt x="16802" y="78855"/>
                </a:cubicBezTo>
                <a:cubicBezTo>
                  <a:pt x="16777" y="78855"/>
                  <a:pt x="16752" y="78855"/>
                  <a:pt x="16752" y="78805"/>
                </a:cubicBezTo>
                <a:cubicBezTo>
                  <a:pt x="16752" y="78780"/>
                  <a:pt x="16777" y="78780"/>
                  <a:pt x="16777" y="78755"/>
                </a:cubicBezTo>
                <a:close/>
                <a:moveTo>
                  <a:pt x="54835" y="76192"/>
                </a:moveTo>
                <a:cubicBezTo>
                  <a:pt x="55134" y="76814"/>
                  <a:pt x="55482" y="77486"/>
                  <a:pt x="55831" y="78133"/>
                </a:cubicBezTo>
                <a:cubicBezTo>
                  <a:pt x="55458" y="78407"/>
                  <a:pt x="55084" y="78656"/>
                  <a:pt x="54711" y="78905"/>
                </a:cubicBezTo>
                <a:cubicBezTo>
                  <a:pt x="54138" y="78233"/>
                  <a:pt x="53591" y="77511"/>
                  <a:pt x="52968" y="76864"/>
                </a:cubicBezTo>
                <a:cubicBezTo>
                  <a:pt x="53018" y="76814"/>
                  <a:pt x="53093" y="76814"/>
                  <a:pt x="53143" y="76789"/>
                </a:cubicBezTo>
                <a:cubicBezTo>
                  <a:pt x="53192" y="76789"/>
                  <a:pt x="53192" y="76789"/>
                  <a:pt x="53217" y="76764"/>
                </a:cubicBezTo>
                <a:cubicBezTo>
                  <a:pt x="53367" y="76714"/>
                  <a:pt x="53491" y="76665"/>
                  <a:pt x="53641" y="76615"/>
                </a:cubicBezTo>
                <a:lnTo>
                  <a:pt x="53690" y="76615"/>
                </a:lnTo>
                <a:cubicBezTo>
                  <a:pt x="53740" y="76565"/>
                  <a:pt x="53840" y="76565"/>
                  <a:pt x="53889" y="76540"/>
                </a:cubicBezTo>
                <a:cubicBezTo>
                  <a:pt x="53964" y="76515"/>
                  <a:pt x="54014" y="76515"/>
                  <a:pt x="54089" y="76490"/>
                </a:cubicBezTo>
                <a:lnTo>
                  <a:pt x="54537" y="76291"/>
                </a:lnTo>
                <a:cubicBezTo>
                  <a:pt x="54586" y="76291"/>
                  <a:pt x="54586" y="76291"/>
                  <a:pt x="54611" y="76266"/>
                </a:cubicBezTo>
                <a:cubicBezTo>
                  <a:pt x="54661" y="76241"/>
                  <a:pt x="54736" y="76241"/>
                  <a:pt x="54786" y="76192"/>
                </a:cubicBezTo>
                <a:close/>
                <a:moveTo>
                  <a:pt x="52769" y="76913"/>
                </a:moveTo>
                <a:cubicBezTo>
                  <a:pt x="53392" y="77561"/>
                  <a:pt x="53989" y="78282"/>
                  <a:pt x="54561" y="79054"/>
                </a:cubicBezTo>
                <a:cubicBezTo>
                  <a:pt x="54512" y="79054"/>
                  <a:pt x="54512" y="79104"/>
                  <a:pt x="54487" y="79104"/>
                </a:cubicBezTo>
                <a:cubicBezTo>
                  <a:pt x="53939" y="78357"/>
                  <a:pt x="53342" y="77610"/>
                  <a:pt x="52695" y="76938"/>
                </a:cubicBezTo>
                <a:cubicBezTo>
                  <a:pt x="52720" y="76913"/>
                  <a:pt x="52744" y="76913"/>
                  <a:pt x="52769" y="76913"/>
                </a:cubicBezTo>
                <a:close/>
                <a:moveTo>
                  <a:pt x="14487" y="77809"/>
                </a:moveTo>
                <a:lnTo>
                  <a:pt x="14487" y="77809"/>
                </a:lnTo>
                <a:cubicBezTo>
                  <a:pt x="15134" y="78233"/>
                  <a:pt x="15806" y="78581"/>
                  <a:pt x="16528" y="78930"/>
                </a:cubicBezTo>
                <a:cubicBezTo>
                  <a:pt x="16503" y="79004"/>
                  <a:pt x="16503" y="79054"/>
                  <a:pt x="16478" y="79129"/>
                </a:cubicBezTo>
                <a:cubicBezTo>
                  <a:pt x="16403" y="79104"/>
                  <a:pt x="16329" y="79054"/>
                  <a:pt x="16279" y="79004"/>
                </a:cubicBezTo>
                <a:cubicBezTo>
                  <a:pt x="16055" y="78880"/>
                  <a:pt x="15806" y="78755"/>
                  <a:pt x="15607" y="78631"/>
                </a:cubicBezTo>
                <a:cubicBezTo>
                  <a:pt x="15607" y="78631"/>
                  <a:pt x="15557" y="78631"/>
                  <a:pt x="15557" y="78606"/>
                </a:cubicBezTo>
                <a:cubicBezTo>
                  <a:pt x="15383" y="78482"/>
                  <a:pt x="15234" y="78357"/>
                  <a:pt x="15034" y="78233"/>
                </a:cubicBezTo>
                <a:cubicBezTo>
                  <a:pt x="14860" y="78108"/>
                  <a:pt x="14661" y="77984"/>
                  <a:pt x="14487" y="77809"/>
                </a:cubicBezTo>
                <a:close/>
                <a:moveTo>
                  <a:pt x="55931" y="78307"/>
                </a:moveTo>
                <a:cubicBezTo>
                  <a:pt x="55931" y="78357"/>
                  <a:pt x="55955" y="78357"/>
                  <a:pt x="55955" y="78382"/>
                </a:cubicBezTo>
                <a:cubicBezTo>
                  <a:pt x="55582" y="78631"/>
                  <a:pt x="55209" y="78880"/>
                  <a:pt x="54860" y="79129"/>
                </a:cubicBezTo>
                <a:cubicBezTo>
                  <a:pt x="54835" y="79129"/>
                  <a:pt x="54835" y="79104"/>
                  <a:pt x="54810" y="79104"/>
                </a:cubicBezTo>
                <a:cubicBezTo>
                  <a:pt x="55184" y="78855"/>
                  <a:pt x="55557" y="78581"/>
                  <a:pt x="55931" y="78307"/>
                </a:cubicBezTo>
                <a:close/>
                <a:moveTo>
                  <a:pt x="16691" y="79018"/>
                </a:moveTo>
                <a:cubicBezTo>
                  <a:pt x="16708" y="79018"/>
                  <a:pt x="16735" y="79029"/>
                  <a:pt x="16752" y="79029"/>
                </a:cubicBezTo>
                <a:cubicBezTo>
                  <a:pt x="16727" y="79104"/>
                  <a:pt x="16677" y="79154"/>
                  <a:pt x="16677" y="79253"/>
                </a:cubicBezTo>
                <a:cubicBezTo>
                  <a:pt x="16652" y="79253"/>
                  <a:pt x="16652" y="79203"/>
                  <a:pt x="16627" y="79203"/>
                </a:cubicBezTo>
                <a:cubicBezTo>
                  <a:pt x="16652" y="79154"/>
                  <a:pt x="16677" y="79104"/>
                  <a:pt x="16677" y="79029"/>
                </a:cubicBezTo>
                <a:cubicBezTo>
                  <a:pt x="16677" y="79021"/>
                  <a:pt x="16683" y="79018"/>
                  <a:pt x="16691" y="79018"/>
                </a:cubicBezTo>
                <a:close/>
                <a:moveTo>
                  <a:pt x="22776" y="71288"/>
                </a:moveTo>
                <a:cubicBezTo>
                  <a:pt x="23672" y="72184"/>
                  <a:pt x="24792" y="72931"/>
                  <a:pt x="26086" y="73454"/>
                </a:cubicBezTo>
                <a:cubicBezTo>
                  <a:pt x="23273" y="74723"/>
                  <a:pt x="20635" y="76714"/>
                  <a:pt x="18444" y="79278"/>
                </a:cubicBezTo>
                <a:cubicBezTo>
                  <a:pt x="17996" y="79079"/>
                  <a:pt x="17524" y="78880"/>
                  <a:pt x="17051" y="78656"/>
                </a:cubicBezTo>
                <a:cubicBezTo>
                  <a:pt x="17772" y="76665"/>
                  <a:pt x="18644" y="74648"/>
                  <a:pt x="19614" y="72582"/>
                </a:cubicBezTo>
                <a:cubicBezTo>
                  <a:pt x="19664" y="72557"/>
                  <a:pt x="19764" y="72508"/>
                  <a:pt x="19813" y="72458"/>
                </a:cubicBezTo>
                <a:cubicBezTo>
                  <a:pt x="19913" y="72433"/>
                  <a:pt x="19988" y="72408"/>
                  <a:pt x="20062" y="72333"/>
                </a:cubicBezTo>
                <a:cubicBezTo>
                  <a:pt x="20336" y="72209"/>
                  <a:pt x="20560" y="72134"/>
                  <a:pt x="20859" y="72010"/>
                </a:cubicBezTo>
                <a:cubicBezTo>
                  <a:pt x="20909" y="71960"/>
                  <a:pt x="21008" y="71935"/>
                  <a:pt x="21058" y="71910"/>
                </a:cubicBezTo>
                <a:cubicBezTo>
                  <a:pt x="21357" y="71786"/>
                  <a:pt x="21606" y="71686"/>
                  <a:pt x="21879" y="71587"/>
                </a:cubicBezTo>
                <a:cubicBezTo>
                  <a:pt x="21929" y="71562"/>
                  <a:pt x="22004" y="71562"/>
                  <a:pt x="22054" y="71537"/>
                </a:cubicBezTo>
                <a:cubicBezTo>
                  <a:pt x="22303" y="71437"/>
                  <a:pt x="22527" y="71388"/>
                  <a:pt x="22776" y="71288"/>
                </a:cubicBezTo>
                <a:close/>
                <a:moveTo>
                  <a:pt x="54636" y="79203"/>
                </a:moveTo>
                <a:cubicBezTo>
                  <a:pt x="54686" y="79203"/>
                  <a:pt x="54686" y="79203"/>
                  <a:pt x="54686" y="79253"/>
                </a:cubicBezTo>
                <a:cubicBezTo>
                  <a:pt x="54636" y="79253"/>
                  <a:pt x="54636" y="79278"/>
                  <a:pt x="54611" y="79278"/>
                </a:cubicBezTo>
                <a:lnTo>
                  <a:pt x="54586" y="79253"/>
                </a:lnTo>
                <a:cubicBezTo>
                  <a:pt x="54611" y="79253"/>
                  <a:pt x="54611" y="79203"/>
                  <a:pt x="54636" y="79203"/>
                </a:cubicBezTo>
                <a:close/>
                <a:moveTo>
                  <a:pt x="44057" y="78805"/>
                </a:moveTo>
                <a:cubicBezTo>
                  <a:pt x="44057" y="78880"/>
                  <a:pt x="44107" y="78930"/>
                  <a:pt x="44132" y="79004"/>
                </a:cubicBezTo>
                <a:cubicBezTo>
                  <a:pt x="44157" y="79104"/>
                  <a:pt x="44157" y="79178"/>
                  <a:pt x="44182" y="79278"/>
                </a:cubicBezTo>
                <a:lnTo>
                  <a:pt x="44182" y="79328"/>
                </a:lnTo>
                <a:lnTo>
                  <a:pt x="44132" y="79328"/>
                </a:lnTo>
                <a:cubicBezTo>
                  <a:pt x="44107" y="79178"/>
                  <a:pt x="44107" y="79054"/>
                  <a:pt x="44057" y="78905"/>
                </a:cubicBezTo>
                <a:lnTo>
                  <a:pt x="44057" y="78805"/>
                </a:lnTo>
                <a:close/>
                <a:moveTo>
                  <a:pt x="13292" y="77162"/>
                </a:moveTo>
                <a:cubicBezTo>
                  <a:pt x="13317" y="77187"/>
                  <a:pt x="13367" y="77187"/>
                  <a:pt x="13416" y="77237"/>
                </a:cubicBezTo>
                <a:lnTo>
                  <a:pt x="13441" y="77262"/>
                </a:lnTo>
                <a:cubicBezTo>
                  <a:pt x="13466" y="77287"/>
                  <a:pt x="13516" y="77287"/>
                  <a:pt x="13516" y="77312"/>
                </a:cubicBezTo>
                <a:cubicBezTo>
                  <a:pt x="13690" y="77511"/>
                  <a:pt x="13889" y="77660"/>
                  <a:pt x="14064" y="77809"/>
                </a:cubicBezTo>
                <a:cubicBezTo>
                  <a:pt x="14138" y="77859"/>
                  <a:pt x="14188" y="77909"/>
                  <a:pt x="14238" y="77934"/>
                </a:cubicBezTo>
                <a:lnTo>
                  <a:pt x="14263" y="77984"/>
                </a:lnTo>
                <a:lnTo>
                  <a:pt x="14313" y="78034"/>
                </a:lnTo>
                <a:cubicBezTo>
                  <a:pt x="14537" y="78183"/>
                  <a:pt x="14761" y="78382"/>
                  <a:pt x="14960" y="78531"/>
                </a:cubicBezTo>
                <a:cubicBezTo>
                  <a:pt x="15059" y="78606"/>
                  <a:pt x="15134" y="78631"/>
                  <a:pt x="15209" y="78681"/>
                </a:cubicBezTo>
                <a:cubicBezTo>
                  <a:pt x="15258" y="78730"/>
                  <a:pt x="15283" y="78730"/>
                  <a:pt x="15308" y="78755"/>
                </a:cubicBezTo>
                <a:lnTo>
                  <a:pt x="15333" y="78780"/>
                </a:lnTo>
                <a:lnTo>
                  <a:pt x="15383" y="78780"/>
                </a:lnTo>
                <a:cubicBezTo>
                  <a:pt x="15408" y="78780"/>
                  <a:pt x="15408" y="78805"/>
                  <a:pt x="15433" y="78805"/>
                </a:cubicBezTo>
                <a:cubicBezTo>
                  <a:pt x="15582" y="78905"/>
                  <a:pt x="15781" y="79029"/>
                  <a:pt x="15930" y="79129"/>
                </a:cubicBezTo>
                <a:cubicBezTo>
                  <a:pt x="16030" y="79154"/>
                  <a:pt x="16080" y="79228"/>
                  <a:pt x="16179" y="79253"/>
                </a:cubicBezTo>
                <a:cubicBezTo>
                  <a:pt x="16254" y="79278"/>
                  <a:pt x="16279" y="79303"/>
                  <a:pt x="16329" y="79303"/>
                </a:cubicBezTo>
                <a:lnTo>
                  <a:pt x="16329" y="79353"/>
                </a:lnTo>
                <a:lnTo>
                  <a:pt x="16329" y="79378"/>
                </a:lnTo>
                <a:cubicBezTo>
                  <a:pt x="16005" y="79178"/>
                  <a:pt x="15657" y="79029"/>
                  <a:pt x="15333" y="78805"/>
                </a:cubicBezTo>
                <a:cubicBezTo>
                  <a:pt x="15308" y="78805"/>
                  <a:pt x="15308" y="78780"/>
                  <a:pt x="15283" y="78780"/>
                </a:cubicBezTo>
                <a:cubicBezTo>
                  <a:pt x="14561" y="78307"/>
                  <a:pt x="13889" y="77785"/>
                  <a:pt x="13292" y="77162"/>
                </a:cubicBezTo>
                <a:close/>
                <a:moveTo>
                  <a:pt x="3236" y="62327"/>
                </a:moveTo>
                <a:lnTo>
                  <a:pt x="3236" y="62377"/>
                </a:lnTo>
                <a:lnTo>
                  <a:pt x="3236" y="62477"/>
                </a:lnTo>
                <a:lnTo>
                  <a:pt x="3236" y="62551"/>
                </a:lnTo>
                <a:cubicBezTo>
                  <a:pt x="3186" y="62750"/>
                  <a:pt x="3087" y="62999"/>
                  <a:pt x="3012" y="63223"/>
                </a:cubicBezTo>
                <a:cubicBezTo>
                  <a:pt x="2141" y="65986"/>
                  <a:pt x="1494" y="68799"/>
                  <a:pt x="1021" y="71537"/>
                </a:cubicBezTo>
                <a:cubicBezTo>
                  <a:pt x="622" y="73902"/>
                  <a:pt x="473" y="76142"/>
                  <a:pt x="398" y="78108"/>
                </a:cubicBezTo>
                <a:cubicBezTo>
                  <a:pt x="349" y="78357"/>
                  <a:pt x="324" y="78556"/>
                  <a:pt x="324" y="78805"/>
                </a:cubicBezTo>
                <a:lnTo>
                  <a:pt x="324" y="78880"/>
                </a:lnTo>
                <a:cubicBezTo>
                  <a:pt x="324" y="79054"/>
                  <a:pt x="299" y="79253"/>
                  <a:pt x="299" y="79403"/>
                </a:cubicBezTo>
                <a:lnTo>
                  <a:pt x="299" y="79129"/>
                </a:lnTo>
                <a:cubicBezTo>
                  <a:pt x="299" y="78432"/>
                  <a:pt x="324" y="77735"/>
                  <a:pt x="349" y="76988"/>
                </a:cubicBezTo>
                <a:lnTo>
                  <a:pt x="349" y="76913"/>
                </a:lnTo>
                <a:cubicBezTo>
                  <a:pt x="423" y="76017"/>
                  <a:pt x="498" y="74947"/>
                  <a:pt x="598" y="73951"/>
                </a:cubicBezTo>
                <a:cubicBezTo>
                  <a:pt x="697" y="73180"/>
                  <a:pt x="797" y="72383"/>
                  <a:pt x="946" y="71537"/>
                </a:cubicBezTo>
                <a:lnTo>
                  <a:pt x="946" y="71512"/>
                </a:lnTo>
                <a:cubicBezTo>
                  <a:pt x="996" y="71213"/>
                  <a:pt x="1070" y="70890"/>
                  <a:pt x="1120" y="70541"/>
                </a:cubicBezTo>
                <a:cubicBezTo>
                  <a:pt x="1195" y="70143"/>
                  <a:pt x="1295" y="69770"/>
                  <a:pt x="1344" y="69347"/>
                </a:cubicBezTo>
                <a:cubicBezTo>
                  <a:pt x="1743" y="67330"/>
                  <a:pt x="2315" y="65289"/>
                  <a:pt x="2937" y="63223"/>
                </a:cubicBezTo>
                <a:lnTo>
                  <a:pt x="2937" y="63198"/>
                </a:lnTo>
                <a:cubicBezTo>
                  <a:pt x="3012" y="62925"/>
                  <a:pt x="3112" y="62626"/>
                  <a:pt x="3236" y="62327"/>
                </a:cubicBezTo>
                <a:close/>
                <a:moveTo>
                  <a:pt x="26335" y="73578"/>
                </a:moveTo>
                <a:cubicBezTo>
                  <a:pt x="26360" y="73578"/>
                  <a:pt x="26385" y="73603"/>
                  <a:pt x="26435" y="73603"/>
                </a:cubicBezTo>
                <a:cubicBezTo>
                  <a:pt x="23597" y="74847"/>
                  <a:pt x="20958" y="76814"/>
                  <a:pt x="18743" y="79403"/>
                </a:cubicBezTo>
                <a:cubicBezTo>
                  <a:pt x="18668" y="79403"/>
                  <a:pt x="18644" y="79403"/>
                  <a:pt x="18644" y="79378"/>
                </a:cubicBezTo>
                <a:cubicBezTo>
                  <a:pt x="20859" y="76789"/>
                  <a:pt x="23497" y="74823"/>
                  <a:pt x="26335" y="73578"/>
                </a:cubicBezTo>
                <a:close/>
                <a:moveTo>
                  <a:pt x="1967" y="70292"/>
                </a:moveTo>
                <a:cubicBezTo>
                  <a:pt x="1967" y="70392"/>
                  <a:pt x="1967" y="70467"/>
                  <a:pt x="1942" y="70591"/>
                </a:cubicBezTo>
                <a:cubicBezTo>
                  <a:pt x="1120" y="73653"/>
                  <a:pt x="672" y="76615"/>
                  <a:pt x="498" y="79427"/>
                </a:cubicBezTo>
                <a:lnTo>
                  <a:pt x="498" y="79427"/>
                </a:lnTo>
                <a:cubicBezTo>
                  <a:pt x="498" y="79004"/>
                  <a:pt x="498" y="78531"/>
                  <a:pt x="548" y="78058"/>
                </a:cubicBezTo>
                <a:cubicBezTo>
                  <a:pt x="797" y="75544"/>
                  <a:pt x="1245" y="72956"/>
                  <a:pt x="1967" y="70292"/>
                </a:cubicBezTo>
                <a:close/>
                <a:moveTo>
                  <a:pt x="16503" y="79403"/>
                </a:moveTo>
                <a:cubicBezTo>
                  <a:pt x="16553" y="79403"/>
                  <a:pt x="16603" y="79403"/>
                  <a:pt x="16603" y="79427"/>
                </a:cubicBezTo>
                <a:cubicBezTo>
                  <a:pt x="16603" y="79477"/>
                  <a:pt x="16553" y="79502"/>
                  <a:pt x="16553" y="79502"/>
                </a:cubicBezTo>
                <a:cubicBezTo>
                  <a:pt x="16528" y="79502"/>
                  <a:pt x="16528" y="79477"/>
                  <a:pt x="16503" y="79477"/>
                </a:cubicBezTo>
                <a:lnTo>
                  <a:pt x="16503" y="79427"/>
                </a:lnTo>
                <a:lnTo>
                  <a:pt x="16503" y="79403"/>
                </a:lnTo>
                <a:close/>
                <a:moveTo>
                  <a:pt x="17001" y="78880"/>
                </a:moveTo>
                <a:cubicBezTo>
                  <a:pt x="17424" y="79104"/>
                  <a:pt x="17872" y="79278"/>
                  <a:pt x="18345" y="79477"/>
                </a:cubicBezTo>
                <a:cubicBezTo>
                  <a:pt x="18345" y="79502"/>
                  <a:pt x="18295" y="79502"/>
                  <a:pt x="18295" y="79527"/>
                </a:cubicBezTo>
                <a:cubicBezTo>
                  <a:pt x="17847" y="79353"/>
                  <a:pt x="17399" y="79129"/>
                  <a:pt x="16976" y="78930"/>
                </a:cubicBezTo>
                <a:cubicBezTo>
                  <a:pt x="16976" y="78905"/>
                  <a:pt x="17001" y="78880"/>
                  <a:pt x="17001" y="78880"/>
                </a:cubicBezTo>
                <a:close/>
                <a:moveTo>
                  <a:pt x="38930" y="73379"/>
                </a:moveTo>
                <a:cubicBezTo>
                  <a:pt x="39005" y="73404"/>
                  <a:pt x="39079" y="73429"/>
                  <a:pt x="39154" y="73454"/>
                </a:cubicBezTo>
                <a:cubicBezTo>
                  <a:pt x="39179" y="73503"/>
                  <a:pt x="39253" y="73503"/>
                  <a:pt x="39278" y="73528"/>
                </a:cubicBezTo>
                <a:cubicBezTo>
                  <a:pt x="39403" y="73578"/>
                  <a:pt x="39502" y="73653"/>
                  <a:pt x="39577" y="73678"/>
                </a:cubicBezTo>
                <a:cubicBezTo>
                  <a:pt x="39701" y="73752"/>
                  <a:pt x="39826" y="73827"/>
                  <a:pt x="39950" y="73902"/>
                </a:cubicBezTo>
                <a:cubicBezTo>
                  <a:pt x="40050" y="73951"/>
                  <a:pt x="40125" y="74001"/>
                  <a:pt x="40174" y="74051"/>
                </a:cubicBezTo>
                <a:cubicBezTo>
                  <a:pt x="40199" y="74051"/>
                  <a:pt x="40224" y="74076"/>
                  <a:pt x="40224" y="74076"/>
                </a:cubicBezTo>
                <a:cubicBezTo>
                  <a:pt x="40349" y="74151"/>
                  <a:pt x="40448" y="74225"/>
                  <a:pt x="40548" y="74300"/>
                </a:cubicBezTo>
                <a:cubicBezTo>
                  <a:pt x="39926" y="75470"/>
                  <a:pt x="39328" y="76665"/>
                  <a:pt x="38805" y="77809"/>
                </a:cubicBezTo>
                <a:cubicBezTo>
                  <a:pt x="37138" y="78506"/>
                  <a:pt x="35470" y="79104"/>
                  <a:pt x="33852" y="79552"/>
                </a:cubicBezTo>
                <a:cubicBezTo>
                  <a:pt x="34947" y="76789"/>
                  <a:pt x="36540" y="74698"/>
                  <a:pt x="38532" y="73503"/>
                </a:cubicBezTo>
                <a:cubicBezTo>
                  <a:pt x="38656" y="73454"/>
                  <a:pt x="38805" y="73429"/>
                  <a:pt x="38930" y="73379"/>
                </a:cubicBezTo>
                <a:close/>
                <a:moveTo>
                  <a:pt x="18519" y="79527"/>
                </a:moveTo>
                <a:cubicBezTo>
                  <a:pt x="18544" y="79527"/>
                  <a:pt x="18544" y="79552"/>
                  <a:pt x="18569" y="79552"/>
                </a:cubicBezTo>
                <a:lnTo>
                  <a:pt x="18519" y="79627"/>
                </a:lnTo>
                <a:cubicBezTo>
                  <a:pt x="18494" y="79627"/>
                  <a:pt x="18494" y="79602"/>
                  <a:pt x="18469" y="79602"/>
                </a:cubicBezTo>
                <a:lnTo>
                  <a:pt x="18519" y="79527"/>
                </a:lnTo>
                <a:close/>
                <a:moveTo>
                  <a:pt x="37934" y="73653"/>
                </a:moveTo>
                <a:cubicBezTo>
                  <a:pt x="36142" y="74947"/>
                  <a:pt x="34649" y="76988"/>
                  <a:pt x="33653" y="79627"/>
                </a:cubicBezTo>
                <a:cubicBezTo>
                  <a:pt x="33603" y="79627"/>
                  <a:pt x="33578" y="79651"/>
                  <a:pt x="33553" y="79651"/>
                </a:cubicBezTo>
                <a:cubicBezTo>
                  <a:pt x="34549" y="77013"/>
                  <a:pt x="35968" y="74997"/>
                  <a:pt x="37760" y="73678"/>
                </a:cubicBezTo>
                <a:cubicBezTo>
                  <a:pt x="37810" y="73678"/>
                  <a:pt x="37884" y="73653"/>
                  <a:pt x="37934" y="73653"/>
                </a:cubicBezTo>
                <a:close/>
                <a:moveTo>
                  <a:pt x="16876" y="79104"/>
                </a:moveTo>
                <a:cubicBezTo>
                  <a:pt x="17275" y="79278"/>
                  <a:pt x="17723" y="79477"/>
                  <a:pt x="18121" y="79651"/>
                </a:cubicBezTo>
                <a:cubicBezTo>
                  <a:pt x="18096" y="79726"/>
                  <a:pt x="18021" y="79751"/>
                  <a:pt x="17996" y="79801"/>
                </a:cubicBezTo>
                <a:cubicBezTo>
                  <a:pt x="17872" y="79776"/>
                  <a:pt x="17748" y="79726"/>
                  <a:pt x="17598" y="79651"/>
                </a:cubicBezTo>
                <a:cubicBezTo>
                  <a:pt x="17349" y="79552"/>
                  <a:pt x="17051" y="79427"/>
                  <a:pt x="16802" y="79303"/>
                </a:cubicBezTo>
                <a:cubicBezTo>
                  <a:pt x="16851" y="79253"/>
                  <a:pt x="16876" y="79154"/>
                  <a:pt x="16876" y="79104"/>
                </a:cubicBezTo>
                <a:close/>
                <a:moveTo>
                  <a:pt x="38756" y="78108"/>
                </a:moveTo>
                <a:lnTo>
                  <a:pt x="38756" y="78133"/>
                </a:lnTo>
                <a:lnTo>
                  <a:pt x="38756" y="78158"/>
                </a:lnTo>
                <a:cubicBezTo>
                  <a:pt x="37063" y="78855"/>
                  <a:pt x="35420" y="79403"/>
                  <a:pt x="33827" y="79851"/>
                </a:cubicBezTo>
                <a:cubicBezTo>
                  <a:pt x="33728" y="79826"/>
                  <a:pt x="33728" y="79826"/>
                  <a:pt x="33777" y="79801"/>
                </a:cubicBezTo>
                <a:cubicBezTo>
                  <a:pt x="34076" y="79676"/>
                  <a:pt x="34400" y="79602"/>
                  <a:pt x="34698" y="79502"/>
                </a:cubicBezTo>
                <a:lnTo>
                  <a:pt x="35271" y="79303"/>
                </a:lnTo>
                <a:lnTo>
                  <a:pt x="35321" y="79303"/>
                </a:lnTo>
                <a:cubicBezTo>
                  <a:pt x="35968" y="79104"/>
                  <a:pt x="36665" y="78880"/>
                  <a:pt x="37337" y="78631"/>
                </a:cubicBezTo>
                <a:cubicBezTo>
                  <a:pt x="37387" y="78631"/>
                  <a:pt x="37387" y="78631"/>
                  <a:pt x="37412" y="78581"/>
                </a:cubicBezTo>
                <a:cubicBezTo>
                  <a:pt x="37461" y="78556"/>
                  <a:pt x="37511" y="78556"/>
                  <a:pt x="37561" y="78531"/>
                </a:cubicBezTo>
                <a:cubicBezTo>
                  <a:pt x="37959" y="78382"/>
                  <a:pt x="38332" y="78258"/>
                  <a:pt x="38756" y="78108"/>
                </a:cubicBezTo>
                <a:close/>
                <a:moveTo>
                  <a:pt x="72458" y="64095"/>
                </a:moveTo>
                <a:cubicBezTo>
                  <a:pt x="74624" y="66235"/>
                  <a:pt x="77038" y="68426"/>
                  <a:pt x="79602" y="70467"/>
                </a:cubicBezTo>
                <a:cubicBezTo>
                  <a:pt x="76814" y="73902"/>
                  <a:pt x="73454" y="77137"/>
                  <a:pt x="69670" y="79875"/>
                </a:cubicBezTo>
                <a:cubicBezTo>
                  <a:pt x="69546" y="79726"/>
                  <a:pt x="69421" y="79527"/>
                  <a:pt x="69297" y="79378"/>
                </a:cubicBezTo>
                <a:cubicBezTo>
                  <a:pt x="68874" y="78755"/>
                  <a:pt x="68401" y="78158"/>
                  <a:pt x="67928" y="77561"/>
                </a:cubicBezTo>
                <a:cubicBezTo>
                  <a:pt x="67779" y="77386"/>
                  <a:pt x="67654" y="77187"/>
                  <a:pt x="67505" y="77013"/>
                </a:cubicBezTo>
                <a:cubicBezTo>
                  <a:pt x="66883" y="76216"/>
                  <a:pt x="66260" y="75445"/>
                  <a:pt x="65638" y="74698"/>
                </a:cubicBezTo>
                <a:cubicBezTo>
                  <a:pt x="65638" y="74673"/>
                  <a:pt x="65588" y="74673"/>
                  <a:pt x="65588" y="74648"/>
                </a:cubicBezTo>
                <a:cubicBezTo>
                  <a:pt x="65314" y="74300"/>
                  <a:pt x="65016" y="73976"/>
                  <a:pt x="64717" y="73653"/>
                </a:cubicBezTo>
                <a:cubicBezTo>
                  <a:pt x="64568" y="73454"/>
                  <a:pt x="64369" y="73279"/>
                  <a:pt x="64219" y="73080"/>
                </a:cubicBezTo>
                <a:cubicBezTo>
                  <a:pt x="64045" y="72906"/>
                  <a:pt x="63871" y="72707"/>
                  <a:pt x="63697" y="72533"/>
                </a:cubicBezTo>
                <a:cubicBezTo>
                  <a:pt x="66808" y="69844"/>
                  <a:pt x="69770" y="67007"/>
                  <a:pt x="72458" y="64095"/>
                </a:cubicBezTo>
                <a:close/>
                <a:moveTo>
                  <a:pt x="18345" y="79751"/>
                </a:moveTo>
                <a:cubicBezTo>
                  <a:pt x="18370" y="79751"/>
                  <a:pt x="18370" y="79776"/>
                  <a:pt x="18395" y="79776"/>
                </a:cubicBezTo>
                <a:cubicBezTo>
                  <a:pt x="18370" y="79851"/>
                  <a:pt x="18295" y="79875"/>
                  <a:pt x="18270" y="79925"/>
                </a:cubicBezTo>
                <a:lnTo>
                  <a:pt x="18196" y="79925"/>
                </a:lnTo>
                <a:cubicBezTo>
                  <a:pt x="18245" y="79826"/>
                  <a:pt x="18295" y="79801"/>
                  <a:pt x="18345" y="79751"/>
                </a:cubicBezTo>
                <a:close/>
                <a:moveTo>
                  <a:pt x="112856" y="59440"/>
                </a:moveTo>
                <a:cubicBezTo>
                  <a:pt x="111114" y="63871"/>
                  <a:pt x="108700" y="68550"/>
                  <a:pt x="105713" y="73155"/>
                </a:cubicBezTo>
                <a:cubicBezTo>
                  <a:pt x="105489" y="73503"/>
                  <a:pt x="105240" y="73877"/>
                  <a:pt x="105016" y="74200"/>
                </a:cubicBezTo>
                <a:cubicBezTo>
                  <a:pt x="103721" y="76167"/>
                  <a:pt x="102303" y="78108"/>
                  <a:pt x="100809" y="80025"/>
                </a:cubicBezTo>
                <a:cubicBezTo>
                  <a:pt x="100784" y="79403"/>
                  <a:pt x="100486" y="78631"/>
                  <a:pt x="99988" y="77735"/>
                </a:cubicBezTo>
                <a:cubicBezTo>
                  <a:pt x="104344" y="72209"/>
                  <a:pt x="108077" y="66559"/>
                  <a:pt x="110965" y="60958"/>
                </a:cubicBezTo>
                <a:cubicBezTo>
                  <a:pt x="111687" y="60485"/>
                  <a:pt x="112334" y="59988"/>
                  <a:pt x="112856" y="59440"/>
                </a:cubicBezTo>
                <a:close/>
                <a:moveTo>
                  <a:pt x="16752" y="79527"/>
                </a:moveTo>
                <a:cubicBezTo>
                  <a:pt x="16851" y="79552"/>
                  <a:pt x="16926" y="79602"/>
                  <a:pt x="17026" y="79651"/>
                </a:cubicBezTo>
                <a:cubicBezTo>
                  <a:pt x="17125" y="79676"/>
                  <a:pt x="17175" y="79726"/>
                  <a:pt x="17275" y="79751"/>
                </a:cubicBezTo>
                <a:cubicBezTo>
                  <a:pt x="17474" y="79851"/>
                  <a:pt x="17673" y="79900"/>
                  <a:pt x="17872" y="80000"/>
                </a:cubicBezTo>
                <a:lnTo>
                  <a:pt x="17872" y="80025"/>
                </a:lnTo>
                <a:lnTo>
                  <a:pt x="17872" y="80050"/>
                </a:lnTo>
                <a:lnTo>
                  <a:pt x="16752" y="79602"/>
                </a:lnTo>
                <a:lnTo>
                  <a:pt x="16752" y="79552"/>
                </a:lnTo>
                <a:lnTo>
                  <a:pt x="16752" y="79527"/>
                </a:lnTo>
                <a:close/>
                <a:moveTo>
                  <a:pt x="79751" y="70591"/>
                </a:moveTo>
                <a:cubicBezTo>
                  <a:pt x="79776" y="70591"/>
                  <a:pt x="79776" y="70641"/>
                  <a:pt x="79826" y="70641"/>
                </a:cubicBezTo>
                <a:cubicBezTo>
                  <a:pt x="77038" y="74076"/>
                  <a:pt x="73653" y="77337"/>
                  <a:pt x="69870" y="80050"/>
                </a:cubicBezTo>
                <a:cubicBezTo>
                  <a:pt x="69870" y="80025"/>
                  <a:pt x="69820" y="80025"/>
                  <a:pt x="69820" y="80000"/>
                </a:cubicBezTo>
                <a:cubicBezTo>
                  <a:pt x="73603" y="77287"/>
                  <a:pt x="76988" y="74051"/>
                  <a:pt x="79751" y="70591"/>
                </a:cubicBezTo>
                <a:close/>
                <a:moveTo>
                  <a:pt x="63572" y="72707"/>
                </a:moveTo>
                <a:cubicBezTo>
                  <a:pt x="63721" y="72906"/>
                  <a:pt x="63896" y="73055"/>
                  <a:pt x="64070" y="73254"/>
                </a:cubicBezTo>
                <a:cubicBezTo>
                  <a:pt x="64219" y="73404"/>
                  <a:pt x="64393" y="73578"/>
                  <a:pt x="64543" y="73777"/>
                </a:cubicBezTo>
                <a:cubicBezTo>
                  <a:pt x="66260" y="75694"/>
                  <a:pt x="67953" y="77859"/>
                  <a:pt x="69571" y="80050"/>
                </a:cubicBezTo>
                <a:cubicBezTo>
                  <a:pt x="69571" y="80050"/>
                  <a:pt x="69546" y="80050"/>
                  <a:pt x="69546" y="80099"/>
                </a:cubicBezTo>
                <a:cubicBezTo>
                  <a:pt x="68177" y="78233"/>
                  <a:pt x="66808" y="76490"/>
                  <a:pt x="65439" y="74872"/>
                </a:cubicBezTo>
                <a:lnTo>
                  <a:pt x="65339" y="74773"/>
                </a:lnTo>
                <a:cubicBezTo>
                  <a:pt x="65090" y="74449"/>
                  <a:pt x="64817" y="74175"/>
                  <a:pt x="64568" y="73902"/>
                </a:cubicBezTo>
                <a:cubicBezTo>
                  <a:pt x="64369" y="73678"/>
                  <a:pt x="64194" y="73454"/>
                  <a:pt x="63970" y="73254"/>
                </a:cubicBezTo>
                <a:cubicBezTo>
                  <a:pt x="63821" y="73055"/>
                  <a:pt x="63672" y="72906"/>
                  <a:pt x="63522" y="72757"/>
                </a:cubicBezTo>
                <a:cubicBezTo>
                  <a:pt x="63547" y="72757"/>
                  <a:pt x="63547" y="72707"/>
                  <a:pt x="63572" y="72707"/>
                </a:cubicBezTo>
                <a:close/>
                <a:moveTo>
                  <a:pt x="18295" y="80174"/>
                </a:moveTo>
                <a:cubicBezTo>
                  <a:pt x="18367" y="80174"/>
                  <a:pt x="18393" y="80174"/>
                  <a:pt x="18417" y="80219"/>
                </a:cubicBezTo>
                <a:lnTo>
                  <a:pt x="18417" y="80219"/>
                </a:lnTo>
                <a:cubicBezTo>
                  <a:pt x="18376" y="80204"/>
                  <a:pt x="18336" y="80189"/>
                  <a:pt x="18295" y="80174"/>
                </a:cubicBezTo>
                <a:close/>
                <a:moveTo>
                  <a:pt x="99888" y="77859"/>
                </a:moveTo>
                <a:cubicBezTo>
                  <a:pt x="100411" y="78805"/>
                  <a:pt x="100685" y="79627"/>
                  <a:pt x="100660" y="80249"/>
                </a:cubicBezTo>
                <a:cubicBezTo>
                  <a:pt x="100616" y="80271"/>
                  <a:pt x="100572" y="80293"/>
                  <a:pt x="100562" y="80332"/>
                </a:cubicBezTo>
                <a:lnTo>
                  <a:pt x="100562" y="80332"/>
                </a:lnTo>
                <a:cubicBezTo>
                  <a:pt x="100630" y="79736"/>
                  <a:pt x="100356" y="78920"/>
                  <a:pt x="99814" y="77909"/>
                </a:cubicBezTo>
                <a:lnTo>
                  <a:pt x="99888" y="77859"/>
                </a:lnTo>
                <a:close/>
                <a:moveTo>
                  <a:pt x="44232" y="79527"/>
                </a:moveTo>
                <a:cubicBezTo>
                  <a:pt x="44257" y="79751"/>
                  <a:pt x="44281" y="79925"/>
                  <a:pt x="44356" y="80124"/>
                </a:cubicBezTo>
                <a:cubicBezTo>
                  <a:pt x="44381" y="80199"/>
                  <a:pt x="44381" y="80299"/>
                  <a:pt x="44406" y="80423"/>
                </a:cubicBezTo>
                <a:lnTo>
                  <a:pt x="44381" y="80423"/>
                </a:lnTo>
                <a:cubicBezTo>
                  <a:pt x="44356" y="80124"/>
                  <a:pt x="44257" y="79826"/>
                  <a:pt x="44182" y="79527"/>
                </a:cubicBezTo>
                <a:close/>
                <a:moveTo>
                  <a:pt x="18594" y="79826"/>
                </a:moveTo>
                <a:cubicBezTo>
                  <a:pt x="19117" y="80050"/>
                  <a:pt x="19639" y="80274"/>
                  <a:pt x="20212" y="80448"/>
                </a:cubicBezTo>
                <a:lnTo>
                  <a:pt x="19739" y="80373"/>
                </a:lnTo>
                <a:lnTo>
                  <a:pt x="19092" y="80174"/>
                </a:lnTo>
                <a:cubicBezTo>
                  <a:pt x="18868" y="80124"/>
                  <a:pt x="18668" y="80050"/>
                  <a:pt x="18494" y="80000"/>
                </a:cubicBezTo>
                <a:cubicBezTo>
                  <a:pt x="18494" y="79925"/>
                  <a:pt x="18519" y="79900"/>
                  <a:pt x="18594" y="79826"/>
                </a:cubicBezTo>
                <a:close/>
                <a:moveTo>
                  <a:pt x="108127" y="69595"/>
                </a:moveTo>
                <a:lnTo>
                  <a:pt x="108127" y="69595"/>
                </a:lnTo>
                <a:cubicBezTo>
                  <a:pt x="107878" y="70093"/>
                  <a:pt x="107580" y="70591"/>
                  <a:pt x="107256" y="71089"/>
                </a:cubicBezTo>
                <a:cubicBezTo>
                  <a:pt x="106708" y="72035"/>
                  <a:pt x="106111" y="72931"/>
                  <a:pt x="105514" y="73877"/>
                </a:cubicBezTo>
                <a:cubicBezTo>
                  <a:pt x="105489" y="73926"/>
                  <a:pt x="105464" y="74001"/>
                  <a:pt x="105389" y="74051"/>
                </a:cubicBezTo>
                <a:cubicBezTo>
                  <a:pt x="104966" y="74698"/>
                  <a:pt x="104493" y="75395"/>
                  <a:pt x="104045" y="76042"/>
                </a:cubicBezTo>
                <a:cubicBezTo>
                  <a:pt x="103995" y="76117"/>
                  <a:pt x="103945" y="76192"/>
                  <a:pt x="103896" y="76266"/>
                </a:cubicBezTo>
                <a:cubicBezTo>
                  <a:pt x="103846" y="76366"/>
                  <a:pt x="103771" y="76416"/>
                  <a:pt x="103746" y="76515"/>
                </a:cubicBezTo>
                <a:lnTo>
                  <a:pt x="103000" y="77536"/>
                </a:lnTo>
                <a:cubicBezTo>
                  <a:pt x="102800" y="77785"/>
                  <a:pt x="102651" y="78034"/>
                  <a:pt x="102477" y="78258"/>
                </a:cubicBezTo>
                <a:cubicBezTo>
                  <a:pt x="102402" y="78307"/>
                  <a:pt x="102377" y="78382"/>
                  <a:pt x="102303" y="78482"/>
                </a:cubicBezTo>
                <a:cubicBezTo>
                  <a:pt x="102104" y="78755"/>
                  <a:pt x="101904" y="79004"/>
                  <a:pt x="101680" y="79278"/>
                </a:cubicBezTo>
                <a:cubicBezTo>
                  <a:pt x="101382" y="79676"/>
                  <a:pt x="101108" y="80099"/>
                  <a:pt x="100784" y="80473"/>
                </a:cubicBezTo>
                <a:lnTo>
                  <a:pt x="100784" y="80423"/>
                </a:lnTo>
                <a:lnTo>
                  <a:pt x="100784" y="80373"/>
                </a:lnTo>
                <a:cubicBezTo>
                  <a:pt x="100909" y="80224"/>
                  <a:pt x="101058" y="80025"/>
                  <a:pt x="101183" y="79851"/>
                </a:cubicBezTo>
                <a:cubicBezTo>
                  <a:pt x="102104" y="78681"/>
                  <a:pt x="103099" y="77386"/>
                  <a:pt x="103796" y="76316"/>
                </a:cubicBezTo>
                <a:cubicBezTo>
                  <a:pt x="104294" y="75619"/>
                  <a:pt x="104792" y="74823"/>
                  <a:pt x="105339" y="74026"/>
                </a:cubicBezTo>
                <a:cubicBezTo>
                  <a:pt x="105364" y="74001"/>
                  <a:pt x="105389" y="73951"/>
                  <a:pt x="105389" y="73902"/>
                </a:cubicBezTo>
                <a:cubicBezTo>
                  <a:pt x="106360" y="72408"/>
                  <a:pt x="107331" y="70890"/>
                  <a:pt x="108127" y="69595"/>
                </a:cubicBezTo>
                <a:close/>
                <a:moveTo>
                  <a:pt x="94686" y="71811"/>
                </a:moveTo>
                <a:cubicBezTo>
                  <a:pt x="96503" y="73702"/>
                  <a:pt x="97922" y="75420"/>
                  <a:pt x="98893" y="76889"/>
                </a:cubicBezTo>
                <a:cubicBezTo>
                  <a:pt x="98196" y="77859"/>
                  <a:pt x="97499" y="78805"/>
                  <a:pt x="96752" y="79776"/>
                </a:cubicBezTo>
                <a:cubicBezTo>
                  <a:pt x="96702" y="79801"/>
                  <a:pt x="96702" y="79826"/>
                  <a:pt x="96677" y="79875"/>
                </a:cubicBezTo>
                <a:cubicBezTo>
                  <a:pt x="96503" y="80099"/>
                  <a:pt x="96304" y="80348"/>
                  <a:pt x="96155" y="80547"/>
                </a:cubicBezTo>
                <a:cubicBezTo>
                  <a:pt x="94412" y="79826"/>
                  <a:pt x="92272" y="78730"/>
                  <a:pt x="89957" y="77337"/>
                </a:cubicBezTo>
                <a:cubicBezTo>
                  <a:pt x="90355" y="76913"/>
                  <a:pt x="90778" y="76440"/>
                  <a:pt x="91151" y="76017"/>
                </a:cubicBezTo>
                <a:cubicBezTo>
                  <a:pt x="91226" y="75918"/>
                  <a:pt x="91326" y="75793"/>
                  <a:pt x="91425" y="75694"/>
                </a:cubicBezTo>
                <a:cubicBezTo>
                  <a:pt x="92072" y="74922"/>
                  <a:pt x="92720" y="74175"/>
                  <a:pt x="93392" y="73404"/>
                </a:cubicBezTo>
                <a:cubicBezTo>
                  <a:pt x="93441" y="73329"/>
                  <a:pt x="93466" y="73279"/>
                  <a:pt x="93541" y="73205"/>
                </a:cubicBezTo>
                <a:cubicBezTo>
                  <a:pt x="93914" y="72732"/>
                  <a:pt x="94313" y="72284"/>
                  <a:pt x="94686" y="71811"/>
                </a:cubicBezTo>
                <a:close/>
                <a:moveTo>
                  <a:pt x="99042" y="77038"/>
                </a:moveTo>
                <a:lnTo>
                  <a:pt x="99067" y="77063"/>
                </a:lnTo>
                <a:cubicBezTo>
                  <a:pt x="98245" y="78258"/>
                  <a:pt x="97374" y="79427"/>
                  <a:pt x="96428" y="80597"/>
                </a:cubicBezTo>
                <a:lnTo>
                  <a:pt x="96379" y="80597"/>
                </a:lnTo>
                <a:cubicBezTo>
                  <a:pt x="97300" y="79403"/>
                  <a:pt x="98196" y="78233"/>
                  <a:pt x="99042" y="77038"/>
                </a:cubicBezTo>
                <a:close/>
                <a:moveTo>
                  <a:pt x="79950" y="70765"/>
                </a:moveTo>
                <a:cubicBezTo>
                  <a:pt x="80025" y="70840"/>
                  <a:pt x="80150" y="70915"/>
                  <a:pt x="80249" y="71014"/>
                </a:cubicBezTo>
                <a:cubicBezTo>
                  <a:pt x="77138" y="74325"/>
                  <a:pt x="73777" y="77561"/>
                  <a:pt x="70243" y="80622"/>
                </a:cubicBezTo>
                <a:lnTo>
                  <a:pt x="69944" y="80249"/>
                </a:lnTo>
                <a:cubicBezTo>
                  <a:pt x="73777" y="77511"/>
                  <a:pt x="77163" y="74225"/>
                  <a:pt x="79950" y="70765"/>
                </a:cubicBezTo>
                <a:close/>
                <a:moveTo>
                  <a:pt x="44406" y="80622"/>
                </a:moveTo>
                <a:cubicBezTo>
                  <a:pt x="44406" y="80640"/>
                  <a:pt x="44406" y="80659"/>
                  <a:pt x="44407" y="80677"/>
                </a:cubicBezTo>
                <a:lnTo>
                  <a:pt x="44407" y="80677"/>
                </a:lnTo>
                <a:cubicBezTo>
                  <a:pt x="44399" y="80659"/>
                  <a:pt x="44390" y="80640"/>
                  <a:pt x="44381" y="80622"/>
                </a:cubicBezTo>
                <a:close/>
                <a:moveTo>
                  <a:pt x="89832" y="77486"/>
                </a:moveTo>
                <a:cubicBezTo>
                  <a:pt x="92147" y="78880"/>
                  <a:pt x="94263" y="79975"/>
                  <a:pt x="96030" y="80647"/>
                </a:cubicBezTo>
                <a:cubicBezTo>
                  <a:pt x="96030" y="80672"/>
                  <a:pt x="96005" y="80672"/>
                  <a:pt x="96005" y="80722"/>
                </a:cubicBezTo>
                <a:cubicBezTo>
                  <a:pt x="94213" y="80025"/>
                  <a:pt x="92097" y="78905"/>
                  <a:pt x="89807" y="77536"/>
                </a:cubicBezTo>
                <a:cubicBezTo>
                  <a:pt x="89807" y="77511"/>
                  <a:pt x="89832" y="77511"/>
                  <a:pt x="89832" y="77486"/>
                </a:cubicBezTo>
                <a:close/>
                <a:moveTo>
                  <a:pt x="18743" y="79627"/>
                </a:moveTo>
                <a:cubicBezTo>
                  <a:pt x="19764" y="80050"/>
                  <a:pt x="20834" y="80423"/>
                  <a:pt x="21879" y="80747"/>
                </a:cubicBezTo>
                <a:cubicBezTo>
                  <a:pt x="21780" y="80747"/>
                  <a:pt x="21655" y="80747"/>
                  <a:pt x="21531" y="80722"/>
                </a:cubicBezTo>
                <a:cubicBezTo>
                  <a:pt x="20585" y="80398"/>
                  <a:pt x="19614" y="80050"/>
                  <a:pt x="18668" y="79676"/>
                </a:cubicBezTo>
                <a:lnTo>
                  <a:pt x="18743" y="79627"/>
                </a:lnTo>
                <a:close/>
                <a:moveTo>
                  <a:pt x="37337" y="73777"/>
                </a:moveTo>
                <a:lnTo>
                  <a:pt x="37337" y="73777"/>
                </a:lnTo>
                <a:cubicBezTo>
                  <a:pt x="35669" y="75146"/>
                  <a:pt x="34300" y="77137"/>
                  <a:pt x="33329" y="79726"/>
                </a:cubicBezTo>
                <a:cubicBezTo>
                  <a:pt x="32608" y="79900"/>
                  <a:pt x="31911" y="80099"/>
                  <a:pt x="31214" y="80249"/>
                </a:cubicBezTo>
                <a:cubicBezTo>
                  <a:pt x="30666" y="80373"/>
                  <a:pt x="30094" y="80448"/>
                  <a:pt x="29546" y="80547"/>
                </a:cubicBezTo>
                <a:cubicBezTo>
                  <a:pt x="29347" y="80597"/>
                  <a:pt x="29197" y="80622"/>
                  <a:pt x="28998" y="80647"/>
                </a:cubicBezTo>
                <a:cubicBezTo>
                  <a:pt x="28924" y="80647"/>
                  <a:pt x="28824" y="80672"/>
                  <a:pt x="28749" y="80672"/>
                </a:cubicBezTo>
                <a:cubicBezTo>
                  <a:pt x="28550" y="80722"/>
                  <a:pt x="28351" y="80722"/>
                  <a:pt x="28152" y="80747"/>
                </a:cubicBezTo>
                <a:cubicBezTo>
                  <a:pt x="28924" y="78656"/>
                  <a:pt x="29845" y="76565"/>
                  <a:pt x="30940" y="74499"/>
                </a:cubicBezTo>
                <a:cubicBezTo>
                  <a:pt x="31189" y="74499"/>
                  <a:pt x="31413" y="74524"/>
                  <a:pt x="31662" y="74524"/>
                </a:cubicBezTo>
                <a:cubicBezTo>
                  <a:pt x="33429" y="74524"/>
                  <a:pt x="35346" y="74275"/>
                  <a:pt x="37337" y="73777"/>
                </a:cubicBezTo>
                <a:close/>
                <a:moveTo>
                  <a:pt x="99191" y="77262"/>
                </a:moveTo>
                <a:cubicBezTo>
                  <a:pt x="99291" y="77411"/>
                  <a:pt x="99365" y="77536"/>
                  <a:pt x="99440" y="77660"/>
                </a:cubicBezTo>
                <a:cubicBezTo>
                  <a:pt x="98619" y="78730"/>
                  <a:pt x="97772" y="79751"/>
                  <a:pt x="96901" y="80747"/>
                </a:cubicBezTo>
                <a:cubicBezTo>
                  <a:pt x="96802" y="80722"/>
                  <a:pt x="96752" y="80672"/>
                  <a:pt x="96652" y="80647"/>
                </a:cubicBezTo>
                <a:cubicBezTo>
                  <a:pt x="97524" y="79527"/>
                  <a:pt x="98395" y="78407"/>
                  <a:pt x="99191" y="77262"/>
                </a:cubicBezTo>
                <a:close/>
                <a:moveTo>
                  <a:pt x="30716" y="74499"/>
                </a:moveTo>
                <a:cubicBezTo>
                  <a:pt x="29621" y="76615"/>
                  <a:pt x="28700" y="78681"/>
                  <a:pt x="27878" y="80772"/>
                </a:cubicBezTo>
                <a:lnTo>
                  <a:pt x="27828" y="80772"/>
                </a:lnTo>
                <a:cubicBezTo>
                  <a:pt x="28625" y="78681"/>
                  <a:pt x="29596" y="76615"/>
                  <a:pt x="30666" y="74499"/>
                </a:cubicBezTo>
                <a:close/>
                <a:moveTo>
                  <a:pt x="69770" y="80323"/>
                </a:moveTo>
                <a:cubicBezTo>
                  <a:pt x="69870" y="80448"/>
                  <a:pt x="69944" y="80572"/>
                  <a:pt x="70044" y="80747"/>
                </a:cubicBezTo>
                <a:cubicBezTo>
                  <a:pt x="70044" y="80747"/>
                  <a:pt x="70044" y="80772"/>
                  <a:pt x="70019" y="80772"/>
                </a:cubicBezTo>
                <a:cubicBezTo>
                  <a:pt x="69919" y="80647"/>
                  <a:pt x="69820" y="80498"/>
                  <a:pt x="69745" y="80373"/>
                </a:cubicBezTo>
                <a:lnTo>
                  <a:pt x="69770" y="80323"/>
                </a:lnTo>
                <a:close/>
                <a:moveTo>
                  <a:pt x="80398" y="71139"/>
                </a:moveTo>
                <a:cubicBezTo>
                  <a:pt x="80448" y="71139"/>
                  <a:pt x="80448" y="71164"/>
                  <a:pt x="80473" y="71164"/>
                </a:cubicBezTo>
                <a:cubicBezTo>
                  <a:pt x="77337" y="74524"/>
                  <a:pt x="73977" y="77760"/>
                  <a:pt x="70392" y="80796"/>
                </a:cubicBezTo>
                <a:cubicBezTo>
                  <a:pt x="70392" y="80772"/>
                  <a:pt x="70367" y="80772"/>
                  <a:pt x="70367" y="80747"/>
                </a:cubicBezTo>
                <a:cubicBezTo>
                  <a:pt x="73902" y="77735"/>
                  <a:pt x="77262" y="74499"/>
                  <a:pt x="80398" y="71139"/>
                </a:cubicBezTo>
                <a:close/>
                <a:moveTo>
                  <a:pt x="99540" y="77859"/>
                </a:moveTo>
                <a:cubicBezTo>
                  <a:pt x="99540" y="77884"/>
                  <a:pt x="99565" y="77884"/>
                  <a:pt x="99565" y="77909"/>
                </a:cubicBezTo>
                <a:cubicBezTo>
                  <a:pt x="98768" y="78880"/>
                  <a:pt x="97947" y="79875"/>
                  <a:pt x="97150" y="80846"/>
                </a:cubicBezTo>
                <a:cubicBezTo>
                  <a:pt x="97100" y="80846"/>
                  <a:pt x="97100" y="80846"/>
                  <a:pt x="97076" y="80796"/>
                </a:cubicBezTo>
                <a:cubicBezTo>
                  <a:pt x="97922" y="79801"/>
                  <a:pt x="98743" y="78855"/>
                  <a:pt x="99540" y="77859"/>
                </a:cubicBezTo>
                <a:close/>
                <a:moveTo>
                  <a:pt x="26634" y="73752"/>
                </a:moveTo>
                <a:cubicBezTo>
                  <a:pt x="27804" y="74151"/>
                  <a:pt x="29073" y="74399"/>
                  <a:pt x="30467" y="74499"/>
                </a:cubicBezTo>
                <a:cubicBezTo>
                  <a:pt x="29372" y="76615"/>
                  <a:pt x="28451" y="78730"/>
                  <a:pt x="27629" y="80796"/>
                </a:cubicBezTo>
                <a:cubicBezTo>
                  <a:pt x="27455" y="80846"/>
                  <a:pt x="27231" y="80871"/>
                  <a:pt x="27057" y="80871"/>
                </a:cubicBezTo>
                <a:cubicBezTo>
                  <a:pt x="26883" y="80871"/>
                  <a:pt x="26758" y="80896"/>
                  <a:pt x="26609" y="80896"/>
                </a:cubicBezTo>
                <a:cubicBezTo>
                  <a:pt x="25986" y="80921"/>
                  <a:pt x="25364" y="80971"/>
                  <a:pt x="24742" y="80971"/>
                </a:cubicBezTo>
                <a:lnTo>
                  <a:pt x="24642" y="80971"/>
                </a:lnTo>
                <a:cubicBezTo>
                  <a:pt x="24145" y="80971"/>
                  <a:pt x="23622" y="80921"/>
                  <a:pt x="23124" y="80896"/>
                </a:cubicBezTo>
                <a:lnTo>
                  <a:pt x="23074" y="80896"/>
                </a:lnTo>
                <a:cubicBezTo>
                  <a:pt x="21655" y="80523"/>
                  <a:pt x="20262" y="80050"/>
                  <a:pt x="18893" y="79502"/>
                </a:cubicBezTo>
                <a:cubicBezTo>
                  <a:pt x="21133" y="76913"/>
                  <a:pt x="23821" y="74947"/>
                  <a:pt x="26634" y="73752"/>
                </a:cubicBezTo>
                <a:close/>
                <a:moveTo>
                  <a:pt x="70193" y="80871"/>
                </a:moveTo>
                <a:cubicBezTo>
                  <a:pt x="70193" y="80896"/>
                  <a:pt x="70193" y="80921"/>
                  <a:pt x="70218" y="80921"/>
                </a:cubicBezTo>
                <a:lnTo>
                  <a:pt x="70193" y="80971"/>
                </a:lnTo>
                <a:cubicBezTo>
                  <a:pt x="70193" y="80921"/>
                  <a:pt x="70168" y="80921"/>
                  <a:pt x="70168" y="80896"/>
                </a:cubicBezTo>
                <a:lnTo>
                  <a:pt x="70193" y="80871"/>
                </a:lnTo>
                <a:close/>
                <a:moveTo>
                  <a:pt x="18454" y="80232"/>
                </a:moveTo>
                <a:cubicBezTo>
                  <a:pt x="18763" y="80306"/>
                  <a:pt x="19028" y="80402"/>
                  <a:pt x="19341" y="80498"/>
                </a:cubicBezTo>
                <a:cubicBezTo>
                  <a:pt x="19415" y="80523"/>
                  <a:pt x="19540" y="80523"/>
                  <a:pt x="19639" y="80547"/>
                </a:cubicBezTo>
                <a:lnTo>
                  <a:pt x="19664" y="80547"/>
                </a:lnTo>
                <a:cubicBezTo>
                  <a:pt x="19988" y="80622"/>
                  <a:pt x="20262" y="80722"/>
                  <a:pt x="20610" y="80772"/>
                </a:cubicBezTo>
                <a:cubicBezTo>
                  <a:pt x="20759" y="80796"/>
                  <a:pt x="20909" y="80821"/>
                  <a:pt x="21108" y="80821"/>
                </a:cubicBezTo>
                <a:cubicBezTo>
                  <a:pt x="21158" y="80821"/>
                  <a:pt x="21207" y="80871"/>
                  <a:pt x="21257" y="80871"/>
                </a:cubicBezTo>
                <a:cubicBezTo>
                  <a:pt x="21307" y="80871"/>
                  <a:pt x="21382" y="80871"/>
                  <a:pt x="21456" y="80896"/>
                </a:cubicBezTo>
                <a:cubicBezTo>
                  <a:pt x="21481" y="80896"/>
                  <a:pt x="21506" y="80896"/>
                  <a:pt x="21531" y="80921"/>
                </a:cubicBezTo>
                <a:cubicBezTo>
                  <a:pt x="21581" y="80921"/>
                  <a:pt x="21631" y="80971"/>
                  <a:pt x="21655" y="80971"/>
                </a:cubicBezTo>
                <a:lnTo>
                  <a:pt x="21705" y="80971"/>
                </a:lnTo>
                <a:cubicBezTo>
                  <a:pt x="21722" y="80971"/>
                  <a:pt x="21749" y="80982"/>
                  <a:pt x="21780" y="80989"/>
                </a:cubicBezTo>
                <a:lnTo>
                  <a:pt x="21780" y="80989"/>
                </a:lnTo>
                <a:cubicBezTo>
                  <a:pt x="21631" y="80970"/>
                  <a:pt x="21516" y="80966"/>
                  <a:pt x="21382" y="80921"/>
                </a:cubicBezTo>
                <a:cubicBezTo>
                  <a:pt x="21257" y="80896"/>
                  <a:pt x="21158" y="80896"/>
                  <a:pt x="21083" y="80871"/>
                </a:cubicBezTo>
                <a:cubicBezTo>
                  <a:pt x="20171" y="80754"/>
                  <a:pt x="19281" y="80527"/>
                  <a:pt x="18454" y="80232"/>
                </a:cubicBezTo>
                <a:close/>
                <a:moveTo>
                  <a:pt x="27828" y="80971"/>
                </a:moveTo>
                <a:lnTo>
                  <a:pt x="27828" y="80996"/>
                </a:lnTo>
                <a:lnTo>
                  <a:pt x="27754" y="80996"/>
                </a:lnTo>
                <a:lnTo>
                  <a:pt x="27754" y="80971"/>
                </a:lnTo>
                <a:close/>
                <a:moveTo>
                  <a:pt x="33230" y="79975"/>
                </a:moveTo>
                <a:lnTo>
                  <a:pt x="33230" y="80000"/>
                </a:lnTo>
                <a:lnTo>
                  <a:pt x="33230" y="80025"/>
                </a:lnTo>
                <a:cubicBezTo>
                  <a:pt x="31811" y="80398"/>
                  <a:pt x="30392" y="80722"/>
                  <a:pt x="29073" y="80896"/>
                </a:cubicBezTo>
                <a:cubicBezTo>
                  <a:pt x="28973" y="80896"/>
                  <a:pt x="28899" y="80921"/>
                  <a:pt x="28824" y="80921"/>
                </a:cubicBezTo>
                <a:cubicBezTo>
                  <a:pt x="28550" y="80921"/>
                  <a:pt x="28252" y="80971"/>
                  <a:pt x="28003" y="80996"/>
                </a:cubicBezTo>
                <a:cubicBezTo>
                  <a:pt x="28301" y="80921"/>
                  <a:pt x="28525" y="80896"/>
                  <a:pt x="28774" y="80871"/>
                </a:cubicBezTo>
                <a:cubicBezTo>
                  <a:pt x="28849" y="80871"/>
                  <a:pt x="28924" y="80846"/>
                  <a:pt x="28998" y="80846"/>
                </a:cubicBezTo>
                <a:cubicBezTo>
                  <a:pt x="30367" y="80647"/>
                  <a:pt x="31811" y="80348"/>
                  <a:pt x="33230" y="79975"/>
                </a:cubicBezTo>
                <a:close/>
                <a:moveTo>
                  <a:pt x="96503" y="80846"/>
                </a:moveTo>
                <a:cubicBezTo>
                  <a:pt x="96578" y="80871"/>
                  <a:pt x="96652" y="80896"/>
                  <a:pt x="96752" y="80921"/>
                </a:cubicBezTo>
                <a:cubicBezTo>
                  <a:pt x="96752" y="80971"/>
                  <a:pt x="96702" y="80971"/>
                  <a:pt x="96702" y="80996"/>
                </a:cubicBezTo>
                <a:cubicBezTo>
                  <a:pt x="96627" y="80971"/>
                  <a:pt x="96553" y="80921"/>
                  <a:pt x="96453" y="80896"/>
                </a:cubicBezTo>
                <a:cubicBezTo>
                  <a:pt x="96503" y="80871"/>
                  <a:pt x="96503" y="80846"/>
                  <a:pt x="96503" y="80846"/>
                </a:cubicBezTo>
                <a:close/>
                <a:moveTo>
                  <a:pt x="96951" y="80971"/>
                </a:moveTo>
                <a:cubicBezTo>
                  <a:pt x="96951" y="80971"/>
                  <a:pt x="97001" y="80996"/>
                  <a:pt x="97026" y="80996"/>
                </a:cubicBezTo>
                <a:cubicBezTo>
                  <a:pt x="97026" y="81020"/>
                  <a:pt x="97001" y="81020"/>
                  <a:pt x="97001" y="81045"/>
                </a:cubicBezTo>
                <a:cubicBezTo>
                  <a:pt x="96951" y="81045"/>
                  <a:pt x="96951" y="81045"/>
                  <a:pt x="96926" y="81020"/>
                </a:cubicBezTo>
                <a:cubicBezTo>
                  <a:pt x="96926" y="80996"/>
                  <a:pt x="96951" y="80996"/>
                  <a:pt x="96951" y="80971"/>
                </a:cubicBezTo>
                <a:close/>
                <a:moveTo>
                  <a:pt x="44406" y="78656"/>
                </a:moveTo>
                <a:lnTo>
                  <a:pt x="44879" y="79602"/>
                </a:lnTo>
                <a:cubicBezTo>
                  <a:pt x="44978" y="79776"/>
                  <a:pt x="45053" y="79975"/>
                  <a:pt x="45128" y="80149"/>
                </a:cubicBezTo>
                <a:cubicBezTo>
                  <a:pt x="45252" y="80473"/>
                  <a:pt x="45377" y="80747"/>
                  <a:pt x="45476" y="81045"/>
                </a:cubicBezTo>
                <a:cubicBezTo>
                  <a:pt x="45479" y="81053"/>
                  <a:pt x="45481" y="81061"/>
                  <a:pt x="45483" y="81069"/>
                </a:cubicBezTo>
                <a:lnTo>
                  <a:pt x="45483" y="81069"/>
                </a:lnTo>
                <a:cubicBezTo>
                  <a:pt x="45385" y="80794"/>
                  <a:pt x="45279" y="80517"/>
                  <a:pt x="45153" y="80249"/>
                </a:cubicBezTo>
                <a:cubicBezTo>
                  <a:pt x="45128" y="80174"/>
                  <a:pt x="45103" y="80124"/>
                  <a:pt x="45053" y="80025"/>
                </a:cubicBezTo>
                <a:cubicBezTo>
                  <a:pt x="44879" y="79627"/>
                  <a:pt x="44680" y="79228"/>
                  <a:pt x="44481" y="78855"/>
                </a:cubicBezTo>
                <a:cubicBezTo>
                  <a:pt x="44431" y="78805"/>
                  <a:pt x="44431" y="78755"/>
                  <a:pt x="44406" y="78730"/>
                </a:cubicBezTo>
                <a:lnTo>
                  <a:pt x="44406" y="78681"/>
                </a:lnTo>
                <a:lnTo>
                  <a:pt x="44406" y="78656"/>
                </a:lnTo>
                <a:close/>
                <a:moveTo>
                  <a:pt x="22651" y="81045"/>
                </a:moveTo>
                <a:cubicBezTo>
                  <a:pt x="22751" y="81045"/>
                  <a:pt x="22850" y="81095"/>
                  <a:pt x="22950" y="81095"/>
                </a:cubicBezTo>
                <a:lnTo>
                  <a:pt x="23024" y="81095"/>
                </a:lnTo>
                <a:cubicBezTo>
                  <a:pt x="23074" y="81095"/>
                  <a:pt x="23124" y="81120"/>
                  <a:pt x="23149" y="81120"/>
                </a:cubicBezTo>
                <a:lnTo>
                  <a:pt x="23199" y="81120"/>
                </a:lnTo>
                <a:cubicBezTo>
                  <a:pt x="23248" y="81145"/>
                  <a:pt x="23273" y="81145"/>
                  <a:pt x="23323" y="81145"/>
                </a:cubicBezTo>
                <a:lnTo>
                  <a:pt x="22975" y="81145"/>
                </a:lnTo>
                <a:cubicBezTo>
                  <a:pt x="22900" y="81145"/>
                  <a:pt x="22875" y="81120"/>
                  <a:pt x="22825" y="81120"/>
                </a:cubicBezTo>
                <a:cubicBezTo>
                  <a:pt x="22751" y="81070"/>
                  <a:pt x="22701" y="81070"/>
                  <a:pt x="22626" y="81045"/>
                </a:cubicBezTo>
                <a:close/>
                <a:moveTo>
                  <a:pt x="100535" y="80672"/>
                </a:moveTo>
                <a:cubicBezTo>
                  <a:pt x="100535" y="80747"/>
                  <a:pt x="100510" y="80772"/>
                  <a:pt x="100486" y="80796"/>
                </a:cubicBezTo>
                <a:cubicBezTo>
                  <a:pt x="100386" y="80921"/>
                  <a:pt x="100286" y="81020"/>
                  <a:pt x="100237" y="81145"/>
                </a:cubicBezTo>
                <a:cubicBezTo>
                  <a:pt x="100187" y="81145"/>
                  <a:pt x="100187" y="81170"/>
                  <a:pt x="100162" y="81170"/>
                </a:cubicBezTo>
                <a:cubicBezTo>
                  <a:pt x="100286" y="81020"/>
                  <a:pt x="100411" y="80871"/>
                  <a:pt x="100535" y="80672"/>
                </a:cubicBezTo>
                <a:close/>
                <a:moveTo>
                  <a:pt x="99664" y="78108"/>
                </a:moveTo>
                <a:cubicBezTo>
                  <a:pt x="100311" y="79303"/>
                  <a:pt x="100535" y="80224"/>
                  <a:pt x="100262" y="80722"/>
                </a:cubicBezTo>
                <a:cubicBezTo>
                  <a:pt x="100187" y="80772"/>
                  <a:pt x="100162" y="80821"/>
                  <a:pt x="100112" y="80896"/>
                </a:cubicBezTo>
                <a:cubicBezTo>
                  <a:pt x="99901" y="81083"/>
                  <a:pt x="99546" y="81176"/>
                  <a:pt x="99073" y="81176"/>
                </a:cubicBezTo>
                <a:cubicBezTo>
                  <a:pt x="98600" y="81176"/>
                  <a:pt x="98009" y="81083"/>
                  <a:pt x="97324" y="80896"/>
                </a:cubicBezTo>
                <a:lnTo>
                  <a:pt x="99664" y="78108"/>
                </a:lnTo>
                <a:close/>
                <a:moveTo>
                  <a:pt x="27530" y="80996"/>
                </a:moveTo>
                <a:lnTo>
                  <a:pt x="27530" y="81020"/>
                </a:lnTo>
                <a:lnTo>
                  <a:pt x="27530" y="81045"/>
                </a:lnTo>
                <a:cubicBezTo>
                  <a:pt x="27380" y="81045"/>
                  <a:pt x="27256" y="81095"/>
                  <a:pt x="27107" y="81120"/>
                </a:cubicBezTo>
                <a:cubicBezTo>
                  <a:pt x="26957" y="81120"/>
                  <a:pt x="26783" y="81145"/>
                  <a:pt x="26659" y="81145"/>
                </a:cubicBezTo>
                <a:cubicBezTo>
                  <a:pt x="26011" y="81170"/>
                  <a:pt x="25389" y="81220"/>
                  <a:pt x="24767" y="81220"/>
                </a:cubicBezTo>
                <a:lnTo>
                  <a:pt x="24667" y="81220"/>
                </a:lnTo>
                <a:cubicBezTo>
                  <a:pt x="24518" y="81220"/>
                  <a:pt x="24344" y="81220"/>
                  <a:pt x="24169" y="81170"/>
                </a:cubicBezTo>
                <a:cubicBezTo>
                  <a:pt x="24145" y="81170"/>
                  <a:pt x="24095" y="81145"/>
                  <a:pt x="24045" y="81145"/>
                </a:cubicBezTo>
                <a:lnTo>
                  <a:pt x="24020" y="81145"/>
                </a:lnTo>
                <a:cubicBezTo>
                  <a:pt x="23995" y="81145"/>
                  <a:pt x="23970" y="81120"/>
                  <a:pt x="23921" y="81120"/>
                </a:cubicBezTo>
                <a:cubicBezTo>
                  <a:pt x="24169" y="81120"/>
                  <a:pt x="24418" y="81145"/>
                  <a:pt x="24717" y="81145"/>
                </a:cubicBezTo>
                <a:lnTo>
                  <a:pt x="24891" y="81145"/>
                </a:lnTo>
                <a:cubicBezTo>
                  <a:pt x="25489" y="81145"/>
                  <a:pt x="26086" y="81120"/>
                  <a:pt x="26659" y="81095"/>
                </a:cubicBezTo>
                <a:lnTo>
                  <a:pt x="26708" y="81095"/>
                </a:lnTo>
                <a:cubicBezTo>
                  <a:pt x="26783" y="81095"/>
                  <a:pt x="26858" y="81095"/>
                  <a:pt x="26957" y="81045"/>
                </a:cubicBezTo>
                <a:lnTo>
                  <a:pt x="27107" y="81045"/>
                </a:lnTo>
                <a:cubicBezTo>
                  <a:pt x="27231" y="81020"/>
                  <a:pt x="27380" y="81020"/>
                  <a:pt x="27530" y="80996"/>
                </a:cubicBezTo>
                <a:close/>
                <a:moveTo>
                  <a:pt x="42738" y="76565"/>
                </a:moveTo>
                <a:cubicBezTo>
                  <a:pt x="42912" y="76864"/>
                  <a:pt x="43062" y="77113"/>
                  <a:pt x="43236" y="77361"/>
                </a:cubicBezTo>
                <a:cubicBezTo>
                  <a:pt x="43311" y="77536"/>
                  <a:pt x="43410" y="77685"/>
                  <a:pt x="43485" y="77884"/>
                </a:cubicBezTo>
                <a:cubicBezTo>
                  <a:pt x="42191" y="79378"/>
                  <a:pt x="40299" y="80523"/>
                  <a:pt x="37909" y="81244"/>
                </a:cubicBezTo>
                <a:cubicBezTo>
                  <a:pt x="37909" y="81220"/>
                  <a:pt x="37934" y="81170"/>
                  <a:pt x="37934" y="81145"/>
                </a:cubicBezTo>
                <a:cubicBezTo>
                  <a:pt x="37959" y="81095"/>
                  <a:pt x="37959" y="81020"/>
                  <a:pt x="38009" y="80971"/>
                </a:cubicBezTo>
                <a:cubicBezTo>
                  <a:pt x="38158" y="80523"/>
                  <a:pt x="38332" y="80099"/>
                  <a:pt x="38532" y="79676"/>
                </a:cubicBezTo>
                <a:cubicBezTo>
                  <a:pt x="38557" y="79577"/>
                  <a:pt x="38581" y="79502"/>
                  <a:pt x="38656" y="79403"/>
                </a:cubicBezTo>
                <a:cubicBezTo>
                  <a:pt x="38656" y="79378"/>
                  <a:pt x="38681" y="79378"/>
                  <a:pt x="38681" y="79353"/>
                </a:cubicBezTo>
                <a:lnTo>
                  <a:pt x="38681" y="79303"/>
                </a:lnTo>
                <a:cubicBezTo>
                  <a:pt x="38805" y="78930"/>
                  <a:pt x="38955" y="78556"/>
                  <a:pt x="39154" y="78183"/>
                </a:cubicBezTo>
                <a:cubicBezTo>
                  <a:pt x="39403" y="78108"/>
                  <a:pt x="39652" y="77984"/>
                  <a:pt x="39901" y="77884"/>
                </a:cubicBezTo>
                <a:cubicBezTo>
                  <a:pt x="40199" y="77760"/>
                  <a:pt x="40523" y="77610"/>
                  <a:pt x="40822" y="77486"/>
                </a:cubicBezTo>
                <a:cubicBezTo>
                  <a:pt x="41120" y="77361"/>
                  <a:pt x="41419" y="77237"/>
                  <a:pt x="41693" y="77063"/>
                </a:cubicBezTo>
                <a:cubicBezTo>
                  <a:pt x="41991" y="76938"/>
                  <a:pt x="42290" y="76789"/>
                  <a:pt x="42564" y="76640"/>
                </a:cubicBezTo>
                <a:cubicBezTo>
                  <a:pt x="42639" y="76615"/>
                  <a:pt x="42664" y="76565"/>
                  <a:pt x="42738" y="76565"/>
                </a:cubicBezTo>
                <a:close/>
                <a:moveTo>
                  <a:pt x="38905" y="78282"/>
                </a:moveTo>
                <a:cubicBezTo>
                  <a:pt x="38457" y="79303"/>
                  <a:pt x="38059" y="80299"/>
                  <a:pt x="37685" y="81269"/>
                </a:cubicBezTo>
                <a:lnTo>
                  <a:pt x="37660" y="81269"/>
                </a:lnTo>
                <a:cubicBezTo>
                  <a:pt x="37959" y="80299"/>
                  <a:pt x="38382" y="79303"/>
                  <a:pt x="38830" y="78307"/>
                </a:cubicBezTo>
                <a:cubicBezTo>
                  <a:pt x="38880" y="78307"/>
                  <a:pt x="38880" y="78307"/>
                  <a:pt x="38905" y="78282"/>
                </a:cubicBezTo>
                <a:close/>
                <a:moveTo>
                  <a:pt x="97200" y="81045"/>
                </a:moveTo>
                <a:cubicBezTo>
                  <a:pt x="97929" y="81267"/>
                  <a:pt x="98556" y="81378"/>
                  <a:pt x="99058" y="81378"/>
                </a:cubicBezTo>
                <a:cubicBezTo>
                  <a:pt x="99344" y="81378"/>
                  <a:pt x="99590" y="81342"/>
                  <a:pt x="99789" y="81269"/>
                </a:cubicBezTo>
                <a:lnTo>
                  <a:pt x="99789" y="81269"/>
                </a:lnTo>
                <a:cubicBezTo>
                  <a:pt x="99764" y="81294"/>
                  <a:pt x="99739" y="81344"/>
                  <a:pt x="99739" y="81369"/>
                </a:cubicBezTo>
                <a:cubicBezTo>
                  <a:pt x="99554" y="81415"/>
                  <a:pt x="99343" y="81438"/>
                  <a:pt x="99106" y="81438"/>
                </a:cubicBezTo>
                <a:cubicBezTo>
                  <a:pt x="98578" y="81438"/>
                  <a:pt x="97924" y="81326"/>
                  <a:pt x="97150" y="81120"/>
                </a:cubicBezTo>
                <a:lnTo>
                  <a:pt x="97200" y="81045"/>
                </a:lnTo>
                <a:close/>
                <a:moveTo>
                  <a:pt x="43560" y="78034"/>
                </a:moveTo>
                <a:cubicBezTo>
                  <a:pt x="43560" y="78058"/>
                  <a:pt x="43609" y="78058"/>
                  <a:pt x="43609" y="78108"/>
                </a:cubicBezTo>
                <a:cubicBezTo>
                  <a:pt x="42265" y="79627"/>
                  <a:pt x="40299" y="80772"/>
                  <a:pt x="37810" y="81518"/>
                </a:cubicBezTo>
                <a:cubicBezTo>
                  <a:pt x="37785" y="81493"/>
                  <a:pt x="37785" y="81468"/>
                  <a:pt x="37810" y="81419"/>
                </a:cubicBezTo>
                <a:cubicBezTo>
                  <a:pt x="40274" y="80722"/>
                  <a:pt x="42215" y="79527"/>
                  <a:pt x="43560" y="78034"/>
                </a:cubicBezTo>
                <a:close/>
                <a:moveTo>
                  <a:pt x="99988" y="81518"/>
                </a:moveTo>
                <a:cubicBezTo>
                  <a:pt x="99938" y="81554"/>
                  <a:pt x="99893" y="81589"/>
                  <a:pt x="99851" y="81624"/>
                </a:cubicBezTo>
                <a:lnTo>
                  <a:pt x="99851" y="81624"/>
                </a:lnTo>
                <a:cubicBezTo>
                  <a:pt x="99880" y="81589"/>
                  <a:pt x="99909" y="81554"/>
                  <a:pt x="99938" y="81518"/>
                </a:cubicBezTo>
                <a:close/>
                <a:moveTo>
                  <a:pt x="27455" y="81269"/>
                </a:moveTo>
                <a:cubicBezTo>
                  <a:pt x="27380" y="81419"/>
                  <a:pt x="27331" y="81618"/>
                  <a:pt x="27256" y="81767"/>
                </a:cubicBezTo>
                <a:cubicBezTo>
                  <a:pt x="26559" y="81668"/>
                  <a:pt x="25837" y="81518"/>
                  <a:pt x="25115" y="81394"/>
                </a:cubicBezTo>
                <a:cubicBezTo>
                  <a:pt x="25638" y="81394"/>
                  <a:pt x="26136" y="81369"/>
                  <a:pt x="26683" y="81344"/>
                </a:cubicBezTo>
                <a:cubicBezTo>
                  <a:pt x="26808" y="81344"/>
                  <a:pt x="26957" y="81294"/>
                  <a:pt x="27082" y="81294"/>
                </a:cubicBezTo>
                <a:cubicBezTo>
                  <a:pt x="27206" y="81294"/>
                  <a:pt x="27331" y="81269"/>
                  <a:pt x="27455" y="81269"/>
                </a:cubicBezTo>
                <a:close/>
                <a:moveTo>
                  <a:pt x="27704" y="81244"/>
                </a:moveTo>
                <a:cubicBezTo>
                  <a:pt x="27629" y="81419"/>
                  <a:pt x="27580" y="81618"/>
                  <a:pt x="27480" y="81792"/>
                </a:cubicBezTo>
                <a:lnTo>
                  <a:pt x="27455" y="81792"/>
                </a:lnTo>
                <a:lnTo>
                  <a:pt x="27629" y="81244"/>
                </a:lnTo>
                <a:close/>
                <a:moveTo>
                  <a:pt x="23871" y="81344"/>
                </a:moveTo>
                <a:cubicBezTo>
                  <a:pt x="23970" y="81369"/>
                  <a:pt x="24095" y="81369"/>
                  <a:pt x="24194" y="81369"/>
                </a:cubicBezTo>
                <a:cubicBezTo>
                  <a:pt x="25190" y="81618"/>
                  <a:pt x="26211" y="81767"/>
                  <a:pt x="27206" y="81916"/>
                </a:cubicBezTo>
                <a:cubicBezTo>
                  <a:pt x="27206" y="81966"/>
                  <a:pt x="27181" y="81966"/>
                  <a:pt x="27181" y="81991"/>
                </a:cubicBezTo>
                <a:cubicBezTo>
                  <a:pt x="26086" y="81842"/>
                  <a:pt x="24966" y="81618"/>
                  <a:pt x="23871" y="81344"/>
                </a:cubicBezTo>
                <a:close/>
                <a:moveTo>
                  <a:pt x="27455" y="81966"/>
                </a:moveTo>
                <a:cubicBezTo>
                  <a:pt x="27455" y="81991"/>
                  <a:pt x="27455" y="81991"/>
                  <a:pt x="27405" y="82016"/>
                </a:cubicBezTo>
                <a:lnTo>
                  <a:pt x="27355" y="82016"/>
                </a:lnTo>
                <a:cubicBezTo>
                  <a:pt x="27355" y="82016"/>
                  <a:pt x="27380" y="81991"/>
                  <a:pt x="27380" y="81966"/>
                </a:cubicBezTo>
                <a:close/>
                <a:moveTo>
                  <a:pt x="33423" y="80140"/>
                </a:moveTo>
                <a:lnTo>
                  <a:pt x="33423" y="80140"/>
                </a:lnTo>
                <a:cubicBezTo>
                  <a:pt x="33202" y="80757"/>
                  <a:pt x="33029" y="81374"/>
                  <a:pt x="32856" y="82016"/>
                </a:cubicBezTo>
                <a:lnTo>
                  <a:pt x="32807" y="82016"/>
                </a:lnTo>
                <a:cubicBezTo>
                  <a:pt x="32981" y="81394"/>
                  <a:pt x="33155" y="80772"/>
                  <a:pt x="33354" y="80149"/>
                </a:cubicBezTo>
                <a:cubicBezTo>
                  <a:pt x="33391" y="80149"/>
                  <a:pt x="33414" y="80149"/>
                  <a:pt x="33423" y="80140"/>
                </a:cubicBezTo>
                <a:close/>
                <a:moveTo>
                  <a:pt x="38532" y="78382"/>
                </a:moveTo>
                <a:lnTo>
                  <a:pt x="38532" y="78382"/>
                </a:lnTo>
                <a:cubicBezTo>
                  <a:pt x="38084" y="79378"/>
                  <a:pt x="37685" y="80348"/>
                  <a:pt x="37337" y="81344"/>
                </a:cubicBezTo>
                <a:cubicBezTo>
                  <a:pt x="36018" y="81742"/>
                  <a:pt x="34574" y="81916"/>
                  <a:pt x="33080" y="82016"/>
                </a:cubicBezTo>
                <a:cubicBezTo>
                  <a:pt x="33230" y="81369"/>
                  <a:pt x="33429" y="80672"/>
                  <a:pt x="33678" y="80050"/>
                </a:cubicBezTo>
                <a:lnTo>
                  <a:pt x="34051" y="79950"/>
                </a:lnTo>
                <a:cubicBezTo>
                  <a:pt x="34225" y="79900"/>
                  <a:pt x="34425" y="79875"/>
                  <a:pt x="34574" y="79801"/>
                </a:cubicBezTo>
                <a:lnTo>
                  <a:pt x="35694" y="79427"/>
                </a:lnTo>
                <a:cubicBezTo>
                  <a:pt x="35918" y="79378"/>
                  <a:pt x="36142" y="79303"/>
                  <a:pt x="36316" y="79203"/>
                </a:cubicBezTo>
                <a:cubicBezTo>
                  <a:pt x="36665" y="79104"/>
                  <a:pt x="36988" y="78954"/>
                  <a:pt x="37387" y="78855"/>
                </a:cubicBezTo>
                <a:cubicBezTo>
                  <a:pt x="37636" y="78755"/>
                  <a:pt x="37835" y="78656"/>
                  <a:pt x="38084" y="78556"/>
                </a:cubicBezTo>
                <a:cubicBezTo>
                  <a:pt x="38258" y="78506"/>
                  <a:pt x="38382" y="78432"/>
                  <a:pt x="38532" y="78382"/>
                </a:cubicBezTo>
                <a:close/>
                <a:moveTo>
                  <a:pt x="33105" y="80199"/>
                </a:moveTo>
                <a:lnTo>
                  <a:pt x="33105" y="80199"/>
                </a:lnTo>
                <a:cubicBezTo>
                  <a:pt x="32931" y="80796"/>
                  <a:pt x="32732" y="81419"/>
                  <a:pt x="32583" y="82041"/>
                </a:cubicBezTo>
                <a:cubicBezTo>
                  <a:pt x="32188" y="82060"/>
                  <a:pt x="31786" y="82069"/>
                  <a:pt x="31378" y="82069"/>
                </a:cubicBezTo>
                <a:cubicBezTo>
                  <a:pt x="30187" y="82069"/>
                  <a:pt x="28946" y="81990"/>
                  <a:pt x="27704" y="81842"/>
                </a:cubicBezTo>
                <a:cubicBezTo>
                  <a:pt x="27754" y="81618"/>
                  <a:pt x="27853" y="81419"/>
                  <a:pt x="27903" y="81220"/>
                </a:cubicBezTo>
                <a:cubicBezTo>
                  <a:pt x="28227" y="81170"/>
                  <a:pt x="28525" y="81120"/>
                  <a:pt x="28824" y="81095"/>
                </a:cubicBezTo>
                <a:cubicBezTo>
                  <a:pt x="28874" y="81095"/>
                  <a:pt x="28973" y="81045"/>
                  <a:pt x="29023" y="81045"/>
                </a:cubicBezTo>
                <a:cubicBezTo>
                  <a:pt x="29123" y="81045"/>
                  <a:pt x="29197" y="81020"/>
                  <a:pt x="29272" y="81020"/>
                </a:cubicBezTo>
                <a:cubicBezTo>
                  <a:pt x="29347" y="81020"/>
                  <a:pt x="29446" y="80996"/>
                  <a:pt x="29496" y="80996"/>
                </a:cubicBezTo>
                <a:cubicBezTo>
                  <a:pt x="29944" y="80921"/>
                  <a:pt x="30367" y="80821"/>
                  <a:pt x="30815" y="80747"/>
                </a:cubicBezTo>
                <a:cubicBezTo>
                  <a:pt x="30940" y="80697"/>
                  <a:pt x="31014" y="80697"/>
                  <a:pt x="31139" y="80672"/>
                </a:cubicBezTo>
                <a:cubicBezTo>
                  <a:pt x="31562" y="80572"/>
                  <a:pt x="31985" y="80498"/>
                  <a:pt x="32384" y="80398"/>
                </a:cubicBezTo>
                <a:cubicBezTo>
                  <a:pt x="32558" y="80373"/>
                  <a:pt x="32707" y="80348"/>
                  <a:pt x="32832" y="80299"/>
                </a:cubicBezTo>
                <a:lnTo>
                  <a:pt x="33105" y="80199"/>
                </a:lnTo>
                <a:close/>
                <a:moveTo>
                  <a:pt x="32832" y="82240"/>
                </a:moveTo>
                <a:cubicBezTo>
                  <a:pt x="32832" y="82265"/>
                  <a:pt x="32832" y="82290"/>
                  <a:pt x="32807" y="82290"/>
                </a:cubicBezTo>
                <a:lnTo>
                  <a:pt x="32732" y="82290"/>
                </a:lnTo>
                <a:cubicBezTo>
                  <a:pt x="32782" y="82265"/>
                  <a:pt x="32782" y="82265"/>
                  <a:pt x="32782" y="82240"/>
                </a:cubicBezTo>
                <a:close/>
                <a:moveTo>
                  <a:pt x="37287" y="81593"/>
                </a:moveTo>
                <a:cubicBezTo>
                  <a:pt x="37287" y="81618"/>
                  <a:pt x="37262" y="81643"/>
                  <a:pt x="37262" y="81643"/>
                </a:cubicBezTo>
                <a:cubicBezTo>
                  <a:pt x="35943" y="81991"/>
                  <a:pt x="34524" y="82215"/>
                  <a:pt x="33031" y="82290"/>
                </a:cubicBezTo>
                <a:cubicBezTo>
                  <a:pt x="33031" y="82265"/>
                  <a:pt x="33031" y="82240"/>
                  <a:pt x="33056" y="82215"/>
                </a:cubicBezTo>
                <a:cubicBezTo>
                  <a:pt x="34524" y="82116"/>
                  <a:pt x="35943" y="81916"/>
                  <a:pt x="37287" y="81593"/>
                </a:cubicBezTo>
                <a:close/>
                <a:moveTo>
                  <a:pt x="27629" y="82016"/>
                </a:moveTo>
                <a:cubicBezTo>
                  <a:pt x="28990" y="82196"/>
                  <a:pt x="30334" y="82280"/>
                  <a:pt x="31637" y="82280"/>
                </a:cubicBezTo>
                <a:cubicBezTo>
                  <a:pt x="31955" y="82280"/>
                  <a:pt x="32270" y="82275"/>
                  <a:pt x="32583" y="82265"/>
                </a:cubicBezTo>
                <a:lnTo>
                  <a:pt x="32583" y="82315"/>
                </a:lnTo>
                <a:cubicBezTo>
                  <a:pt x="32234" y="82315"/>
                  <a:pt x="31911" y="82365"/>
                  <a:pt x="31562" y="82365"/>
                </a:cubicBezTo>
                <a:cubicBezTo>
                  <a:pt x="30243" y="82365"/>
                  <a:pt x="28949" y="82265"/>
                  <a:pt x="27604" y="82091"/>
                </a:cubicBezTo>
                <a:cubicBezTo>
                  <a:pt x="27604" y="82041"/>
                  <a:pt x="27629" y="82016"/>
                  <a:pt x="27629" y="82016"/>
                </a:cubicBezTo>
                <a:close/>
                <a:moveTo>
                  <a:pt x="52471" y="76963"/>
                </a:moveTo>
                <a:cubicBezTo>
                  <a:pt x="53118" y="77660"/>
                  <a:pt x="53715" y="78407"/>
                  <a:pt x="54313" y="79178"/>
                </a:cubicBezTo>
                <a:cubicBezTo>
                  <a:pt x="52371" y="80498"/>
                  <a:pt x="50454" y="81742"/>
                  <a:pt x="48513" y="82813"/>
                </a:cubicBezTo>
                <a:cubicBezTo>
                  <a:pt x="47741" y="80796"/>
                  <a:pt x="46646" y="78905"/>
                  <a:pt x="45227" y="77287"/>
                </a:cubicBezTo>
                <a:lnTo>
                  <a:pt x="45252" y="77287"/>
                </a:lnTo>
                <a:cubicBezTo>
                  <a:pt x="45302" y="77287"/>
                  <a:pt x="45352" y="77312"/>
                  <a:pt x="45402" y="77312"/>
                </a:cubicBezTo>
                <a:cubicBezTo>
                  <a:pt x="45426" y="77312"/>
                  <a:pt x="45501" y="77361"/>
                  <a:pt x="45526" y="77361"/>
                </a:cubicBezTo>
                <a:cubicBezTo>
                  <a:pt x="45626" y="77386"/>
                  <a:pt x="45750" y="77386"/>
                  <a:pt x="45850" y="77411"/>
                </a:cubicBezTo>
                <a:cubicBezTo>
                  <a:pt x="46024" y="77436"/>
                  <a:pt x="46173" y="77486"/>
                  <a:pt x="46372" y="77511"/>
                </a:cubicBezTo>
                <a:cubicBezTo>
                  <a:pt x="46472" y="77511"/>
                  <a:pt x="46522" y="77536"/>
                  <a:pt x="46621" y="77536"/>
                </a:cubicBezTo>
                <a:lnTo>
                  <a:pt x="46870" y="77536"/>
                </a:lnTo>
                <a:cubicBezTo>
                  <a:pt x="47194" y="77561"/>
                  <a:pt x="47542" y="77610"/>
                  <a:pt x="47891" y="77610"/>
                </a:cubicBezTo>
                <a:lnTo>
                  <a:pt x="47990" y="77610"/>
                </a:lnTo>
                <a:cubicBezTo>
                  <a:pt x="48239" y="77610"/>
                  <a:pt x="48488" y="77610"/>
                  <a:pt x="48762" y="77561"/>
                </a:cubicBezTo>
                <a:cubicBezTo>
                  <a:pt x="48861" y="77561"/>
                  <a:pt x="48936" y="77536"/>
                  <a:pt x="49061" y="77536"/>
                </a:cubicBezTo>
                <a:cubicBezTo>
                  <a:pt x="49160" y="77536"/>
                  <a:pt x="49235" y="77536"/>
                  <a:pt x="49334" y="77511"/>
                </a:cubicBezTo>
                <a:cubicBezTo>
                  <a:pt x="49409" y="77511"/>
                  <a:pt x="49509" y="77511"/>
                  <a:pt x="49608" y="77461"/>
                </a:cubicBezTo>
                <a:cubicBezTo>
                  <a:pt x="49782" y="77436"/>
                  <a:pt x="49982" y="77411"/>
                  <a:pt x="50156" y="77411"/>
                </a:cubicBezTo>
                <a:cubicBezTo>
                  <a:pt x="50255" y="77411"/>
                  <a:pt x="50355" y="77386"/>
                  <a:pt x="50479" y="77386"/>
                </a:cubicBezTo>
                <a:cubicBezTo>
                  <a:pt x="50504" y="77386"/>
                  <a:pt x="50579" y="77337"/>
                  <a:pt x="50604" y="77337"/>
                </a:cubicBezTo>
                <a:lnTo>
                  <a:pt x="51077" y="77262"/>
                </a:lnTo>
                <a:cubicBezTo>
                  <a:pt x="51151" y="77262"/>
                  <a:pt x="51226" y="77212"/>
                  <a:pt x="51326" y="77212"/>
                </a:cubicBezTo>
                <a:lnTo>
                  <a:pt x="51351" y="77212"/>
                </a:lnTo>
                <a:cubicBezTo>
                  <a:pt x="51400" y="77212"/>
                  <a:pt x="51475" y="77187"/>
                  <a:pt x="51525" y="77187"/>
                </a:cubicBezTo>
                <a:cubicBezTo>
                  <a:pt x="51699" y="77162"/>
                  <a:pt x="51873" y="77137"/>
                  <a:pt x="52023" y="77063"/>
                </a:cubicBezTo>
                <a:cubicBezTo>
                  <a:pt x="52097" y="77038"/>
                  <a:pt x="52147" y="77038"/>
                  <a:pt x="52222" y="77038"/>
                </a:cubicBezTo>
                <a:cubicBezTo>
                  <a:pt x="52321" y="77013"/>
                  <a:pt x="52371" y="77013"/>
                  <a:pt x="52471" y="76963"/>
                </a:cubicBezTo>
                <a:close/>
                <a:moveTo>
                  <a:pt x="44779" y="77162"/>
                </a:moveTo>
                <a:cubicBezTo>
                  <a:pt x="44804" y="77162"/>
                  <a:pt x="44804" y="77162"/>
                  <a:pt x="44854" y="77187"/>
                </a:cubicBezTo>
                <a:cubicBezTo>
                  <a:pt x="46372" y="78880"/>
                  <a:pt x="47542" y="80796"/>
                  <a:pt x="48364" y="82962"/>
                </a:cubicBezTo>
                <a:cubicBezTo>
                  <a:pt x="48339" y="82962"/>
                  <a:pt x="48339" y="82987"/>
                  <a:pt x="48289" y="82987"/>
                </a:cubicBezTo>
                <a:cubicBezTo>
                  <a:pt x="47492" y="80846"/>
                  <a:pt x="46298" y="78880"/>
                  <a:pt x="44779" y="77162"/>
                </a:cubicBezTo>
                <a:close/>
                <a:moveTo>
                  <a:pt x="54462" y="79353"/>
                </a:moveTo>
                <a:lnTo>
                  <a:pt x="54487" y="79378"/>
                </a:lnTo>
                <a:cubicBezTo>
                  <a:pt x="52520" y="80722"/>
                  <a:pt x="50604" y="81916"/>
                  <a:pt x="48637" y="83037"/>
                </a:cubicBezTo>
                <a:cubicBezTo>
                  <a:pt x="48637" y="83012"/>
                  <a:pt x="48637" y="83012"/>
                  <a:pt x="48613" y="82987"/>
                </a:cubicBezTo>
                <a:cubicBezTo>
                  <a:pt x="50529" y="81892"/>
                  <a:pt x="52496" y="80647"/>
                  <a:pt x="54462" y="79353"/>
                </a:cubicBezTo>
                <a:close/>
                <a:moveTo>
                  <a:pt x="48463" y="83111"/>
                </a:moveTo>
                <a:cubicBezTo>
                  <a:pt x="48463" y="83136"/>
                  <a:pt x="48463" y="83136"/>
                  <a:pt x="48488" y="83161"/>
                </a:cubicBezTo>
                <a:cubicBezTo>
                  <a:pt x="48463" y="83161"/>
                  <a:pt x="48413" y="83161"/>
                  <a:pt x="48413" y="83211"/>
                </a:cubicBezTo>
                <a:cubicBezTo>
                  <a:pt x="48413" y="83161"/>
                  <a:pt x="48413" y="83161"/>
                  <a:pt x="48388" y="83136"/>
                </a:cubicBezTo>
                <a:cubicBezTo>
                  <a:pt x="48413" y="83136"/>
                  <a:pt x="48413" y="83111"/>
                  <a:pt x="48463" y="83111"/>
                </a:cubicBezTo>
                <a:close/>
                <a:moveTo>
                  <a:pt x="44406" y="79054"/>
                </a:moveTo>
                <a:cubicBezTo>
                  <a:pt x="44406" y="79104"/>
                  <a:pt x="44431" y="79104"/>
                  <a:pt x="44431" y="79129"/>
                </a:cubicBezTo>
                <a:cubicBezTo>
                  <a:pt x="44655" y="79527"/>
                  <a:pt x="44854" y="79925"/>
                  <a:pt x="45003" y="80348"/>
                </a:cubicBezTo>
                <a:cubicBezTo>
                  <a:pt x="45028" y="80423"/>
                  <a:pt x="45053" y="80523"/>
                  <a:pt x="45128" y="80622"/>
                </a:cubicBezTo>
                <a:cubicBezTo>
                  <a:pt x="45302" y="81045"/>
                  <a:pt x="45476" y="81518"/>
                  <a:pt x="45601" y="81966"/>
                </a:cubicBezTo>
                <a:cubicBezTo>
                  <a:pt x="45601" y="81991"/>
                  <a:pt x="45601" y="81991"/>
                  <a:pt x="45626" y="82016"/>
                </a:cubicBezTo>
                <a:cubicBezTo>
                  <a:pt x="45750" y="82414"/>
                  <a:pt x="45825" y="82862"/>
                  <a:pt x="45924" y="83261"/>
                </a:cubicBezTo>
                <a:cubicBezTo>
                  <a:pt x="45302" y="82464"/>
                  <a:pt x="44879" y="81518"/>
                  <a:pt x="44605" y="80448"/>
                </a:cubicBezTo>
                <a:cubicBezTo>
                  <a:pt x="44605" y="80423"/>
                  <a:pt x="44555" y="80373"/>
                  <a:pt x="44555" y="80348"/>
                </a:cubicBezTo>
                <a:lnTo>
                  <a:pt x="44481" y="79875"/>
                </a:lnTo>
                <a:cubicBezTo>
                  <a:pt x="44431" y="79676"/>
                  <a:pt x="44406" y="79502"/>
                  <a:pt x="44381" y="79353"/>
                </a:cubicBezTo>
                <a:cubicBezTo>
                  <a:pt x="44381" y="79253"/>
                  <a:pt x="44381" y="79154"/>
                  <a:pt x="44406" y="79054"/>
                </a:cubicBezTo>
                <a:close/>
                <a:moveTo>
                  <a:pt x="7567" y="72956"/>
                </a:moveTo>
                <a:lnTo>
                  <a:pt x="7567" y="72956"/>
                </a:lnTo>
                <a:cubicBezTo>
                  <a:pt x="6298" y="76565"/>
                  <a:pt x="5402" y="80050"/>
                  <a:pt x="4904" y="83385"/>
                </a:cubicBezTo>
                <a:cubicBezTo>
                  <a:pt x="4107" y="82041"/>
                  <a:pt x="3485" y="80597"/>
                  <a:pt x="3087" y="78979"/>
                </a:cubicBezTo>
                <a:cubicBezTo>
                  <a:pt x="4057" y="76938"/>
                  <a:pt x="5426" y="75022"/>
                  <a:pt x="7169" y="73329"/>
                </a:cubicBezTo>
                <a:cubicBezTo>
                  <a:pt x="7318" y="73180"/>
                  <a:pt x="7443" y="73080"/>
                  <a:pt x="7567" y="72956"/>
                </a:cubicBezTo>
                <a:close/>
                <a:moveTo>
                  <a:pt x="16677" y="79751"/>
                </a:moveTo>
                <a:cubicBezTo>
                  <a:pt x="16777" y="79776"/>
                  <a:pt x="16876" y="79851"/>
                  <a:pt x="16976" y="79900"/>
                </a:cubicBezTo>
                <a:cubicBezTo>
                  <a:pt x="17100" y="79975"/>
                  <a:pt x="17250" y="80025"/>
                  <a:pt x="17374" y="80050"/>
                </a:cubicBezTo>
                <a:cubicBezTo>
                  <a:pt x="17499" y="80124"/>
                  <a:pt x="17623" y="80149"/>
                  <a:pt x="17748" y="80224"/>
                </a:cubicBezTo>
                <a:cubicBezTo>
                  <a:pt x="16901" y="81294"/>
                  <a:pt x="16130" y="82464"/>
                  <a:pt x="15482" y="83634"/>
                </a:cubicBezTo>
                <a:cubicBezTo>
                  <a:pt x="15806" y="82365"/>
                  <a:pt x="16229" y="81045"/>
                  <a:pt x="16677" y="79751"/>
                </a:cubicBezTo>
                <a:close/>
                <a:moveTo>
                  <a:pt x="46118" y="83555"/>
                </a:moveTo>
                <a:cubicBezTo>
                  <a:pt x="46128" y="83612"/>
                  <a:pt x="46138" y="83669"/>
                  <a:pt x="46147" y="83726"/>
                </a:cubicBezTo>
                <a:lnTo>
                  <a:pt x="46147" y="83726"/>
                </a:lnTo>
                <a:cubicBezTo>
                  <a:pt x="46145" y="83719"/>
                  <a:pt x="46139" y="83709"/>
                  <a:pt x="46123" y="83709"/>
                </a:cubicBezTo>
                <a:lnTo>
                  <a:pt x="46099" y="83659"/>
                </a:lnTo>
                <a:cubicBezTo>
                  <a:pt x="46107" y="83623"/>
                  <a:pt x="46114" y="83589"/>
                  <a:pt x="46118" y="83555"/>
                </a:cubicBezTo>
                <a:close/>
                <a:moveTo>
                  <a:pt x="7816" y="72831"/>
                </a:moveTo>
                <a:lnTo>
                  <a:pt x="7841" y="72881"/>
                </a:lnTo>
                <a:cubicBezTo>
                  <a:pt x="6472" y="76640"/>
                  <a:pt x="5551" y="80274"/>
                  <a:pt x="5053" y="83734"/>
                </a:cubicBezTo>
                <a:cubicBezTo>
                  <a:pt x="5053" y="83709"/>
                  <a:pt x="5053" y="83659"/>
                  <a:pt x="5028" y="83634"/>
                </a:cubicBezTo>
                <a:cubicBezTo>
                  <a:pt x="5103" y="82962"/>
                  <a:pt x="5227" y="82240"/>
                  <a:pt x="5352" y="81543"/>
                </a:cubicBezTo>
                <a:lnTo>
                  <a:pt x="5352" y="81518"/>
                </a:lnTo>
                <a:cubicBezTo>
                  <a:pt x="5924" y="78730"/>
                  <a:pt x="6721" y="75793"/>
                  <a:pt x="7816" y="72831"/>
                </a:cubicBezTo>
                <a:close/>
                <a:moveTo>
                  <a:pt x="44680" y="81294"/>
                </a:moveTo>
                <a:cubicBezTo>
                  <a:pt x="45003" y="82165"/>
                  <a:pt x="45476" y="82987"/>
                  <a:pt x="46024" y="83634"/>
                </a:cubicBezTo>
                <a:cubicBezTo>
                  <a:pt x="46024" y="83658"/>
                  <a:pt x="46024" y="83729"/>
                  <a:pt x="46047" y="83756"/>
                </a:cubicBezTo>
                <a:lnTo>
                  <a:pt x="46047" y="83756"/>
                </a:lnTo>
                <a:cubicBezTo>
                  <a:pt x="45475" y="83134"/>
                  <a:pt x="45028" y="82413"/>
                  <a:pt x="44729" y="81593"/>
                </a:cubicBezTo>
                <a:cubicBezTo>
                  <a:pt x="44729" y="81493"/>
                  <a:pt x="44680" y="81394"/>
                  <a:pt x="44680" y="81294"/>
                </a:cubicBezTo>
                <a:close/>
                <a:moveTo>
                  <a:pt x="2937" y="79203"/>
                </a:moveTo>
                <a:cubicBezTo>
                  <a:pt x="3385" y="80821"/>
                  <a:pt x="4033" y="82315"/>
                  <a:pt x="4829" y="83659"/>
                </a:cubicBezTo>
                <a:cubicBezTo>
                  <a:pt x="4829" y="83709"/>
                  <a:pt x="4829" y="83734"/>
                  <a:pt x="4804" y="83758"/>
                </a:cubicBezTo>
                <a:cubicBezTo>
                  <a:pt x="3983" y="82414"/>
                  <a:pt x="3336" y="80921"/>
                  <a:pt x="2863" y="79278"/>
                </a:cubicBezTo>
                <a:cubicBezTo>
                  <a:pt x="2912" y="79278"/>
                  <a:pt x="2937" y="79253"/>
                  <a:pt x="2937" y="79203"/>
                </a:cubicBezTo>
                <a:close/>
                <a:moveTo>
                  <a:pt x="44754" y="77386"/>
                </a:moveTo>
                <a:cubicBezTo>
                  <a:pt x="46248" y="79029"/>
                  <a:pt x="47393" y="80921"/>
                  <a:pt x="48164" y="83037"/>
                </a:cubicBezTo>
                <a:cubicBezTo>
                  <a:pt x="47617" y="83360"/>
                  <a:pt x="47094" y="83659"/>
                  <a:pt x="46522" y="83958"/>
                </a:cubicBezTo>
                <a:lnTo>
                  <a:pt x="46497" y="83908"/>
                </a:lnTo>
                <a:cubicBezTo>
                  <a:pt x="46472" y="83833"/>
                  <a:pt x="46472" y="83734"/>
                  <a:pt x="46422" y="83634"/>
                </a:cubicBezTo>
                <a:cubicBezTo>
                  <a:pt x="46372" y="83385"/>
                  <a:pt x="46347" y="83111"/>
                  <a:pt x="46273" y="82862"/>
                </a:cubicBezTo>
                <a:cubicBezTo>
                  <a:pt x="46223" y="82613"/>
                  <a:pt x="46148" y="82389"/>
                  <a:pt x="46099" y="82165"/>
                </a:cubicBezTo>
                <a:cubicBezTo>
                  <a:pt x="45999" y="81867"/>
                  <a:pt x="45899" y="81518"/>
                  <a:pt x="45800" y="81220"/>
                </a:cubicBezTo>
                <a:cubicBezTo>
                  <a:pt x="45750" y="81020"/>
                  <a:pt x="45650" y="80796"/>
                  <a:pt x="45601" y="80622"/>
                </a:cubicBezTo>
                <a:cubicBezTo>
                  <a:pt x="45476" y="80274"/>
                  <a:pt x="45352" y="79975"/>
                  <a:pt x="45178" y="79627"/>
                </a:cubicBezTo>
                <a:cubicBezTo>
                  <a:pt x="45103" y="79427"/>
                  <a:pt x="45003" y="79253"/>
                  <a:pt x="44904" y="79029"/>
                </a:cubicBezTo>
                <a:cubicBezTo>
                  <a:pt x="44779" y="78780"/>
                  <a:pt x="44680" y="78531"/>
                  <a:pt x="44530" y="78307"/>
                </a:cubicBezTo>
                <a:lnTo>
                  <a:pt x="44530" y="78258"/>
                </a:lnTo>
                <a:cubicBezTo>
                  <a:pt x="44530" y="78233"/>
                  <a:pt x="44555" y="78158"/>
                  <a:pt x="44555" y="78133"/>
                </a:cubicBezTo>
                <a:lnTo>
                  <a:pt x="44754" y="77386"/>
                </a:lnTo>
                <a:close/>
                <a:moveTo>
                  <a:pt x="46248" y="83958"/>
                </a:moveTo>
                <a:lnTo>
                  <a:pt x="46273" y="83982"/>
                </a:lnTo>
                <a:lnTo>
                  <a:pt x="46273" y="84032"/>
                </a:lnTo>
                <a:lnTo>
                  <a:pt x="46248" y="84007"/>
                </a:lnTo>
                <a:cubicBezTo>
                  <a:pt x="46273" y="84007"/>
                  <a:pt x="46273" y="83982"/>
                  <a:pt x="46248" y="83958"/>
                </a:cubicBezTo>
                <a:close/>
                <a:moveTo>
                  <a:pt x="4978" y="83908"/>
                </a:moveTo>
                <a:cubicBezTo>
                  <a:pt x="5028" y="83958"/>
                  <a:pt x="5028" y="83982"/>
                  <a:pt x="5053" y="84007"/>
                </a:cubicBezTo>
                <a:lnTo>
                  <a:pt x="5053" y="84107"/>
                </a:lnTo>
                <a:cubicBezTo>
                  <a:pt x="5028" y="84082"/>
                  <a:pt x="5028" y="84032"/>
                  <a:pt x="4978" y="84032"/>
                </a:cubicBezTo>
                <a:lnTo>
                  <a:pt x="4978" y="83908"/>
                </a:lnTo>
                <a:close/>
                <a:moveTo>
                  <a:pt x="48239" y="83261"/>
                </a:moveTo>
                <a:lnTo>
                  <a:pt x="48239" y="83286"/>
                </a:lnTo>
                <a:cubicBezTo>
                  <a:pt x="47741" y="83559"/>
                  <a:pt x="47194" y="83883"/>
                  <a:pt x="46721" y="84157"/>
                </a:cubicBezTo>
                <a:lnTo>
                  <a:pt x="46671" y="84132"/>
                </a:lnTo>
                <a:cubicBezTo>
                  <a:pt x="47194" y="83858"/>
                  <a:pt x="47716" y="83559"/>
                  <a:pt x="48239" y="83261"/>
                </a:cubicBezTo>
                <a:close/>
                <a:moveTo>
                  <a:pt x="16478" y="79627"/>
                </a:moveTo>
                <a:cubicBezTo>
                  <a:pt x="16503" y="79627"/>
                  <a:pt x="16503" y="79651"/>
                  <a:pt x="16528" y="79651"/>
                </a:cubicBezTo>
                <a:cubicBezTo>
                  <a:pt x="15980" y="81244"/>
                  <a:pt x="15507" y="82788"/>
                  <a:pt x="15109" y="84356"/>
                </a:cubicBezTo>
                <a:cubicBezTo>
                  <a:pt x="15059" y="84455"/>
                  <a:pt x="15010" y="84505"/>
                  <a:pt x="14985" y="84605"/>
                </a:cubicBezTo>
                <a:cubicBezTo>
                  <a:pt x="15383" y="82987"/>
                  <a:pt x="15881" y="81344"/>
                  <a:pt x="16478" y="79627"/>
                </a:cubicBezTo>
                <a:close/>
                <a:moveTo>
                  <a:pt x="17897" y="80274"/>
                </a:moveTo>
                <a:cubicBezTo>
                  <a:pt x="17922" y="80274"/>
                  <a:pt x="17922" y="80299"/>
                  <a:pt x="17972" y="80299"/>
                </a:cubicBezTo>
                <a:cubicBezTo>
                  <a:pt x="16876" y="81717"/>
                  <a:pt x="15930" y="83211"/>
                  <a:pt x="15159" y="84754"/>
                </a:cubicBezTo>
                <a:cubicBezTo>
                  <a:pt x="15184" y="84655"/>
                  <a:pt x="15234" y="84580"/>
                  <a:pt x="15234" y="84480"/>
                </a:cubicBezTo>
                <a:cubicBezTo>
                  <a:pt x="16005" y="82987"/>
                  <a:pt x="16876" y="81593"/>
                  <a:pt x="17897" y="80274"/>
                </a:cubicBezTo>
                <a:close/>
                <a:moveTo>
                  <a:pt x="63348" y="72831"/>
                </a:moveTo>
                <a:cubicBezTo>
                  <a:pt x="63522" y="73030"/>
                  <a:pt x="63697" y="73180"/>
                  <a:pt x="63846" y="73354"/>
                </a:cubicBezTo>
                <a:cubicBezTo>
                  <a:pt x="64070" y="73578"/>
                  <a:pt x="64269" y="73827"/>
                  <a:pt x="64468" y="74051"/>
                </a:cubicBezTo>
                <a:cubicBezTo>
                  <a:pt x="64717" y="74325"/>
                  <a:pt x="64966" y="74599"/>
                  <a:pt x="65190" y="74897"/>
                </a:cubicBezTo>
                <a:cubicBezTo>
                  <a:pt x="65290" y="75022"/>
                  <a:pt x="65389" y="75096"/>
                  <a:pt x="65464" y="75221"/>
                </a:cubicBezTo>
                <a:cubicBezTo>
                  <a:pt x="66783" y="76789"/>
                  <a:pt x="68052" y="78432"/>
                  <a:pt x="69297" y="80124"/>
                </a:cubicBezTo>
                <a:cubicBezTo>
                  <a:pt x="66310" y="82240"/>
                  <a:pt x="63273" y="83808"/>
                  <a:pt x="60411" y="84879"/>
                </a:cubicBezTo>
                <a:cubicBezTo>
                  <a:pt x="58942" y="82663"/>
                  <a:pt x="57573" y="80423"/>
                  <a:pt x="56379" y="78282"/>
                </a:cubicBezTo>
                <a:cubicBezTo>
                  <a:pt x="58793" y="76565"/>
                  <a:pt x="61108" y="74723"/>
                  <a:pt x="63348" y="72831"/>
                </a:cubicBezTo>
                <a:close/>
                <a:moveTo>
                  <a:pt x="44729" y="82066"/>
                </a:moveTo>
                <a:cubicBezTo>
                  <a:pt x="45053" y="82862"/>
                  <a:pt x="45526" y="83534"/>
                  <a:pt x="46049" y="84107"/>
                </a:cubicBezTo>
                <a:lnTo>
                  <a:pt x="46049" y="84182"/>
                </a:lnTo>
                <a:cubicBezTo>
                  <a:pt x="45551" y="84480"/>
                  <a:pt x="45028" y="84729"/>
                  <a:pt x="44530" y="85003"/>
                </a:cubicBezTo>
                <a:cubicBezTo>
                  <a:pt x="44530" y="84978"/>
                  <a:pt x="44530" y="84953"/>
                  <a:pt x="44555" y="84903"/>
                </a:cubicBezTo>
                <a:cubicBezTo>
                  <a:pt x="44680" y="84032"/>
                  <a:pt x="44729" y="83211"/>
                  <a:pt x="44729" y="82365"/>
                </a:cubicBezTo>
                <a:lnTo>
                  <a:pt x="44729" y="82265"/>
                </a:lnTo>
                <a:lnTo>
                  <a:pt x="44729" y="82066"/>
                </a:lnTo>
                <a:close/>
                <a:moveTo>
                  <a:pt x="56229" y="78407"/>
                </a:moveTo>
                <a:cubicBezTo>
                  <a:pt x="57374" y="80523"/>
                  <a:pt x="58743" y="82763"/>
                  <a:pt x="60237" y="84978"/>
                </a:cubicBezTo>
                <a:cubicBezTo>
                  <a:pt x="60212" y="84978"/>
                  <a:pt x="60212" y="84978"/>
                  <a:pt x="60187" y="85003"/>
                </a:cubicBezTo>
                <a:cubicBezTo>
                  <a:pt x="58718" y="82763"/>
                  <a:pt x="57349" y="80547"/>
                  <a:pt x="56204" y="78432"/>
                </a:cubicBezTo>
                <a:lnTo>
                  <a:pt x="56229" y="78407"/>
                </a:lnTo>
                <a:close/>
                <a:moveTo>
                  <a:pt x="97624" y="84234"/>
                </a:moveTo>
                <a:cubicBezTo>
                  <a:pt x="97399" y="84491"/>
                  <a:pt x="97172" y="84749"/>
                  <a:pt x="96940" y="85010"/>
                </a:cubicBezTo>
                <a:lnTo>
                  <a:pt x="96940" y="85010"/>
                </a:lnTo>
                <a:cubicBezTo>
                  <a:pt x="97182" y="84723"/>
                  <a:pt x="97413" y="84456"/>
                  <a:pt x="97624" y="84234"/>
                </a:cubicBezTo>
                <a:close/>
                <a:moveTo>
                  <a:pt x="69446" y="80274"/>
                </a:moveTo>
                <a:cubicBezTo>
                  <a:pt x="69446" y="80299"/>
                  <a:pt x="69446" y="80299"/>
                  <a:pt x="69496" y="80348"/>
                </a:cubicBezTo>
                <a:cubicBezTo>
                  <a:pt x="66534" y="82414"/>
                  <a:pt x="63473" y="84032"/>
                  <a:pt x="60585" y="85103"/>
                </a:cubicBezTo>
                <a:cubicBezTo>
                  <a:pt x="60585" y="85078"/>
                  <a:pt x="60560" y="85078"/>
                  <a:pt x="60560" y="85028"/>
                </a:cubicBezTo>
                <a:cubicBezTo>
                  <a:pt x="63423" y="83982"/>
                  <a:pt x="66459" y="82365"/>
                  <a:pt x="69446" y="80274"/>
                </a:cubicBezTo>
                <a:close/>
                <a:moveTo>
                  <a:pt x="44428" y="81464"/>
                </a:moveTo>
                <a:cubicBezTo>
                  <a:pt x="44438" y="81506"/>
                  <a:pt x="44450" y="81557"/>
                  <a:pt x="44481" y="81618"/>
                </a:cubicBezTo>
                <a:cubicBezTo>
                  <a:pt x="44530" y="82788"/>
                  <a:pt x="44505" y="83982"/>
                  <a:pt x="44281" y="85152"/>
                </a:cubicBezTo>
                <a:cubicBezTo>
                  <a:pt x="44281" y="85152"/>
                  <a:pt x="44257" y="85152"/>
                  <a:pt x="44257" y="85177"/>
                </a:cubicBezTo>
                <a:cubicBezTo>
                  <a:pt x="44257" y="85103"/>
                  <a:pt x="44281" y="85003"/>
                  <a:pt x="44306" y="84903"/>
                </a:cubicBezTo>
                <a:cubicBezTo>
                  <a:pt x="44481" y="83958"/>
                  <a:pt x="44505" y="83012"/>
                  <a:pt x="44481" y="82116"/>
                </a:cubicBezTo>
                <a:lnTo>
                  <a:pt x="44481" y="81867"/>
                </a:lnTo>
                <a:cubicBezTo>
                  <a:pt x="44481" y="81767"/>
                  <a:pt x="44431" y="81643"/>
                  <a:pt x="44431" y="81543"/>
                </a:cubicBezTo>
                <a:cubicBezTo>
                  <a:pt x="44431" y="81520"/>
                  <a:pt x="44431" y="81490"/>
                  <a:pt x="44428" y="81464"/>
                </a:cubicBezTo>
                <a:close/>
                <a:moveTo>
                  <a:pt x="60361" y="85127"/>
                </a:moveTo>
                <a:cubicBezTo>
                  <a:pt x="60361" y="85127"/>
                  <a:pt x="60411" y="85152"/>
                  <a:pt x="60411" y="85202"/>
                </a:cubicBezTo>
                <a:cubicBezTo>
                  <a:pt x="60361" y="85202"/>
                  <a:pt x="60361" y="85202"/>
                  <a:pt x="60336" y="85227"/>
                </a:cubicBezTo>
                <a:cubicBezTo>
                  <a:pt x="60336" y="85202"/>
                  <a:pt x="60311" y="85202"/>
                  <a:pt x="60311" y="85152"/>
                </a:cubicBezTo>
                <a:cubicBezTo>
                  <a:pt x="60336" y="85152"/>
                  <a:pt x="60336" y="85152"/>
                  <a:pt x="60361" y="85127"/>
                </a:cubicBezTo>
                <a:close/>
                <a:moveTo>
                  <a:pt x="46123" y="84381"/>
                </a:moveTo>
                <a:lnTo>
                  <a:pt x="46123" y="84455"/>
                </a:lnTo>
                <a:cubicBezTo>
                  <a:pt x="45607" y="84726"/>
                  <a:pt x="45042" y="84996"/>
                  <a:pt x="44525" y="85267"/>
                </a:cubicBezTo>
                <a:lnTo>
                  <a:pt x="44525" y="85267"/>
                </a:lnTo>
                <a:cubicBezTo>
                  <a:pt x="44530" y="85257"/>
                  <a:pt x="44530" y="85242"/>
                  <a:pt x="44530" y="85227"/>
                </a:cubicBezTo>
                <a:lnTo>
                  <a:pt x="46123" y="84381"/>
                </a:lnTo>
                <a:close/>
                <a:moveTo>
                  <a:pt x="1917" y="71537"/>
                </a:moveTo>
                <a:lnTo>
                  <a:pt x="1917" y="71537"/>
                </a:lnTo>
                <a:cubicBezTo>
                  <a:pt x="1792" y="74151"/>
                  <a:pt x="1991" y="76640"/>
                  <a:pt x="2589" y="78930"/>
                </a:cubicBezTo>
                <a:cubicBezTo>
                  <a:pt x="1867" y="80448"/>
                  <a:pt x="1369" y="82091"/>
                  <a:pt x="1120" y="83709"/>
                </a:cubicBezTo>
                <a:cubicBezTo>
                  <a:pt x="1095" y="83709"/>
                  <a:pt x="1095" y="83734"/>
                  <a:pt x="1095" y="83758"/>
                </a:cubicBezTo>
                <a:lnTo>
                  <a:pt x="996" y="84605"/>
                </a:lnTo>
                <a:lnTo>
                  <a:pt x="996" y="84704"/>
                </a:lnTo>
                <a:cubicBezTo>
                  <a:pt x="996" y="84804"/>
                  <a:pt x="971" y="84978"/>
                  <a:pt x="971" y="85103"/>
                </a:cubicBezTo>
                <a:cubicBezTo>
                  <a:pt x="971" y="85152"/>
                  <a:pt x="971" y="85252"/>
                  <a:pt x="946" y="85327"/>
                </a:cubicBezTo>
                <a:cubicBezTo>
                  <a:pt x="349" y="81120"/>
                  <a:pt x="722" y="76490"/>
                  <a:pt x="1917" y="71537"/>
                </a:cubicBezTo>
                <a:close/>
                <a:moveTo>
                  <a:pt x="44281" y="85351"/>
                </a:moveTo>
                <a:lnTo>
                  <a:pt x="44281" y="85401"/>
                </a:lnTo>
                <a:lnTo>
                  <a:pt x="44257" y="85401"/>
                </a:lnTo>
                <a:cubicBezTo>
                  <a:pt x="44257" y="85401"/>
                  <a:pt x="44257" y="85376"/>
                  <a:pt x="44281" y="85351"/>
                </a:cubicBezTo>
                <a:close/>
                <a:moveTo>
                  <a:pt x="48289" y="83460"/>
                </a:moveTo>
                <a:cubicBezTo>
                  <a:pt x="48538" y="84132"/>
                  <a:pt x="48762" y="84854"/>
                  <a:pt x="48911" y="85575"/>
                </a:cubicBezTo>
                <a:cubicBezTo>
                  <a:pt x="48140" y="85227"/>
                  <a:pt x="47418" y="84779"/>
                  <a:pt x="46845" y="84256"/>
                </a:cubicBezTo>
                <a:cubicBezTo>
                  <a:pt x="47343" y="84007"/>
                  <a:pt x="47841" y="83734"/>
                  <a:pt x="48289" y="83460"/>
                </a:cubicBezTo>
                <a:close/>
                <a:moveTo>
                  <a:pt x="56055" y="78531"/>
                </a:moveTo>
                <a:cubicBezTo>
                  <a:pt x="57200" y="80647"/>
                  <a:pt x="58544" y="82862"/>
                  <a:pt x="60038" y="85078"/>
                </a:cubicBezTo>
                <a:cubicBezTo>
                  <a:pt x="59490" y="85252"/>
                  <a:pt x="58967" y="85451"/>
                  <a:pt x="58445" y="85575"/>
                </a:cubicBezTo>
                <a:cubicBezTo>
                  <a:pt x="57499" y="83286"/>
                  <a:pt x="56329" y="81170"/>
                  <a:pt x="54960" y="79278"/>
                </a:cubicBezTo>
                <a:cubicBezTo>
                  <a:pt x="55333" y="79029"/>
                  <a:pt x="55682" y="78780"/>
                  <a:pt x="56055" y="78531"/>
                </a:cubicBezTo>
                <a:close/>
                <a:moveTo>
                  <a:pt x="54810" y="79378"/>
                </a:moveTo>
                <a:cubicBezTo>
                  <a:pt x="56179" y="81244"/>
                  <a:pt x="57324" y="83360"/>
                  <a:pt x="58245" y="85600"/>
                </a:cubicBezTo>
                <a:cubicBezTo>
                  <a:pt x="58220" y="85600"/>
                  <a:pt x="58220" y="85600"/>
                  <a:pt x="58196" y="85625"/>
                </a:cubicBezTo>
                <a:cubicBezTo>
                  <a:pt x="57250" y="83385"/>
                  <a:pt x="56105" y="81294"/>
                  <a:pt x="54736" y="79427"/>
                </a:cubicBezTo>
                <a:lnTo>
                  <a:pt x="54810" y="79378"/>
                </a:lnTo>
                <a:close/>
                <a:moveTo>
                  <a:pt x="48538" y="83310"/>
                </a:moveTo>
                <a:cubicBezTo>
                  <a:pt x="48837" y="84107"/>
                  <a:pt x="49036" y="84879"/>
                  <a:pt x="49235" y="85700"/>
                </a:cubicBezTo>
                <a:cubicBezTo>
                  <a:pt x="49210" y="85700"/>
                  <a:pt x="49160" y="85650"/>
                  <a:pt x="49160" y="85650"/>
                </a:cubicBezTo>
                <a:cubicBezTo>
                  <a:pt x="48986" y="84879"/>
                  <a:pt x="48737" y="84107"/>
                  <a:pt x="48488" y="83360"/>
                </a:cubicBezTo>
                <a:cubicBezTo>
                  <a:pt x="48513" y="83360"/>
                  <a:pt x="48513" y="83310"/>
                  <a:pt x="48538" y="83310"/>
                </a:cubicBezTo>
                <a:close/>
                <a:moveTo>
                  <a:pt x="60112" y="85202"/>
                </a:moveTo>
                <a:cubicBezTo>
                  <a:pt x="60112" y="85227"/>
                  <a:pt x="60162" y="85227"/>
                  <a:pt x="60162" y="85252"/>
                </a:cubicBezTo>
                <a:cubicBezTo>
                  <a:pt x="59589" y="85451"/>
                  <a:pt x="59067" y="85625"/>
                  <a:pt x="58494" y="85775"/>
                </a:cubicBezTo>
                <a:lnTo>
                  <a:pt x="58494" y="85725"/>
                </a:lnTo>
                <a:cubicBezTo>
                  <a:pt x="59017" y="85575"/>
                  <a:pt x="59589" y="85376"/>
                  <a:pt x="60112" y="85202"/>
                </a:cubicBezTo>
                <a:close/>
                <a:moveTo>
                  <a:pt x="14860" y="85252"/>
                </a:moveTo>
                <a:lnTo>
                  <a:pt x="14860" y="85252"/>
                </a:lnTo>
                <a:cubicBezTo>
                  <a:pt x="14810" y="85351"/>
                  <a:pt x="14810" y="85451"/>
                  <a:pt x="14785" y="85526"/>
                </a:cubicBezTo>
                <a:cubicBezTo>
                  <a:pt x="14761" y="85625"/>
                  <a:pt x="14736" y="85725"/>
                  <a:pt x="14661" y="85824"/>
                </a:cubicBezTo>
                <a:cubicBezTo>
                  <a:pt x="14686" y="85725"/>
                  <a:pt x="14686" y="85625"/>
                  <a:pt x="14736" y="85501"/>
                </a:cubicBezTo>
                <a:cubicBezTo>
                  <a:pt x="14761" y="85401"/>
                  <a:pt x="14810" y="85327"/>
                  <a:pt x="14860" y="85252"/>
                </a:cubicBezTo>
                <a:close/>
                <a:moveTo>
                  <a:pt x="46671" y="84356"/>
                </a:moveTo>
                <a:cubicBezTo>
                  <a:pt x="47343" y="84928"/>
                  <a:pt x="48115" y="85426"/>
                  <a:pt x="48986" y="85775"/>
                </a:cubicBezTo>
                <a:cubicBezTo>
                  <a:pt x="48986" y="85809"/>
                  <a:pt x="48986" y="85832"/>
                  <a:pt x="48994" y="85842"/>
                </a:cubicBezTo>
                <a:lnTo>
                  <a:pt x="48994" y="85842"/>
                </a:lnTo>
                <a:cubicBezTo>
                  <a:pt x="48107" y="85471"/>
                  <a:pt x="47294" y="84977"/>
                  <a:pt x="46627" y="84361"/>
                </a:cubicBezTo>
                <a:lnTo>
                  <a:pt x="46627" y="84361"/>
                </a:lnTo>
                <a:cubicBezTo>
                  <a:pt x="46637" y="84370"/>
                  <a:pt x="46648" y="84374"/>
                  <a:pt x="46655" y="84374"/>
                </a:cubicBezTo>
                <a:cubicBezTo>
                  <a:pt x="46665" y="84374"/>
                  <a:pt x="46671" y="84368"/>
                  <a:pt x="46671" y="84356"/>
                </a:cubicBezTo>
                <a:close/>
                <a:moveTo>
                  <a:pt x="58320" y="85750"/>
                </a:moveTo>
                <a:cubicBezTo>
                  <a:pt x="58320" y="85775"/>
                  <a:pt x="58320" y="85775"/>
                  <a:pt x="58345" y="85799"/>
                </a:cubicBezTo>
                <a:cubicBezTo>
                  <a:pt x="58320" y="85849"/>
                  <a:pt x="58320" y="85849"/>
                  <a:pt x="58295" y="85849"/>
                </a:cubicBezTo>
                <a:cubicBezTo>
                  <a:pt x="58295" y="85799"/>
                  <a:pt x="58295" y="85799"/>
                  <a:pt x="58245" y="85775"/>
                </a:cubicBezTo>
                <a:cubicBezTo>
                  <a:pt x="58295" y="85775"/>
                  <a:pt x="58295" y="85775"/>
                  <a:pt x="58320" y="85750"/>
                </a:cubicBezTo>
                <a:close/>
                <a:moveTo>
                  <a:pt x="43809" y="78880"/>
                </a:moveTo>
                <a:lnTo>
                  <a:pt x="43908" y="79353"/>
                </a:lnTo>
                <a:lnTo>
                  <a:pt x="43908" y="79427"/>
                </a:lnTo>
                <a:lnTo>
                  <a:pt x="43908" y="79527"/>
                </a:lnTo>
                <a:lnTo>
                  <a:pt x="43933" y="79527"/>
                </a:lnTo>
                <a:cubicBezTo>
                  <a:pt x="44008" y="79851"/>
                  <a:pt x="44033" y="80149"/>
                  <a:pt x="44132" y="80473"/>
                </a:cubicBezTo>
                <a:cubicBezTo>
                  <a:pt x="44182" y="80846"/>
                  <a:pt x="44232" y="81220"/>
                  <a:pt x="44257" y="81593"/>
                </a:cubicBezTo>
                <a:cubicBezTo>
                  <a:pt x="44257" y="81717"/>
                  <a:pt x="44281" y="81792"/>
                  <a:pt x="44281" y="81916"/>
                </a:cubicBezTo>
                <a:lnTo>
                  <a:pt x="44281" y="82016"/>
                </a:lnTo>
                <a:lnTo>
                  <a:pt x="44281" y="83037"/>
                </a:lnTo>
                <a:cubicBezTo>
                  <a:pt x="44257" y="83783"/>
                  <a:pt x="44182" y="84530"/>
                  <a:pt x="44033" y="85277"/>
                </a:cubicBezTo>
                <a:cubicBezTo>
                  <a:pt x="43560" y="85526"/>
                  <a:pt x="43062" y="85750"/>
                  <a:pt x="42614" y="85974"/>
                </a:cubicBezTo>
                <a:cubicBezTo>
                  <a:pt x="42639" y="83758"/>
                  <a:pt x="43037" y="81369"/>
                  <a:pt x="43809" y="78880"/>
                </a:cubicBezTo>
                <a:close/>
                <a:moveTo>
                  <a:pt x="49235" y="85899"/>
                </a:moveTo>
                <a:cubicBezTo>
                  <a:pt x="49235" y="85899"/>
                  <a:pt x="49260" y="85899"/>
                  <a:pt x="49285" y="85949"/>
                </a:cubicBezTo>
                <a:cubicBezTo>
                  <a:pt x="49285" y="85974"/>
                  <a:pt x="49285" y="85999"/>
                  <a:pt x="49334" y="85999"/>
                </a:cubicBezTo>
                <a:lnTo>
                  <a:pt x="49260" y="85999"/>
                </a:lnTo>
                <a:cubicBezTo>
                  <a:pt x="49260" y="85974"/>
                  <a:pt x="49260" y="85949"/>
                  <a:pt x="49235" y="85899"/>
                </a:cubicBezTo>
                <a:close/>
                <a:moveTo>
                  <a:pt x="43734" y="78482"/>
                </a:moveTo>
                <a:cubicBezTo>
                  <a:pt x="43734" y="78506"/>
                  <a:pt x="43759" y="78531"/>
                  <a:pt x="43759" y="78556"/>
                </a:cubicBezTo>
                <a:cubicBezTo>
                  <a:pt x="42912" y="81170"/>
                  <a:pt x="42440" y="83709"/>
                  <a:pt x="42440" y="86024"/>
                </a:cubicBezTo>
                <a:cubicBezTo>
                  <a:pt x="42415" y="86048"/>
                  <a:pt x="42390" y="86048"/>
                  <a:pt x="42390" y="86048"/>
                </a:cubicBezTo>
                <a:cubicBezTo>
                  <a:pt x="42390" y="83684"/>
                  <a:pt x="42863" y="81145"/>
                  <a:pt x="43734" y="78482"/>
                </a:cubicBezTo>
                <a:close/>
                <a:moveTo>
                  <a:pt x="44008" y="85476"/>
                </a:moveTo>
                <a:lnTo>
                  <a:pt x="44008" y="85526"/>
                </a:lnTo>
                <a:cubicBezTo>
                  <a:pt x="43535" y="85750"/>
                  <a:pt x="43062" y="85999"/>
                  <a:pt x="42639" y="86223"/>
                </a:cubicBezTo>
                <a:lnTo>
                  <a:pt x="42639" y="86148"/>
                </a:lnTo>
                <a:cubicBezTo>
                  <a:pt x="43062" y="85949"/>
                  <a:pt x="43535" y="85725"/>
                  <a:pt x="44008" y="85476"/>
                </a:cubicBezTo>
                <a:close/>
                <a:moveTo>
                  <a:pt x="54586" y="79527"/>
                </a:moveTo>
                <a:cubicBezTo>
                  <a:pt x="55931" y="81394"/>
                  <a:pt x="57075" y="83460"/>
                  <a:pt x="57996" y="85650"/>
                </a:cubicBezTo>
                <a:cubicBezTo>
                  <a:pt x="56284" y="86108"/>
                  <a:pt x="54653" y="86346"/>
                  <a:pt x="53148" y="86346"/>
                </a:cubicBezTo>
                <a:cubicBezTo>
                  <a:pt x="51789" y="86346"/>
                  <a:pt x="50531" y="86151"/>
                  <a:pt x="49409" y="85750"/>
                </a:cubicBezTo>
                <a:cubicBezTo>
                  <a:pt x="49235" y="84879"/>
                  <a:pt x="48986" y="84032"/>
                  <a:pt x="48662" y="83211"/>
                </a:cubicBezTo>
                <a:cubicBezTo>
                  <a:pt x="50654" y="82116"/>
                  <a:pt x="52620" y="80871"/>
                  <a:pt x="54586" y="79527"/>
                </a:cubicBezTo>
                <a:close/>
                <a:moveTo>
                  <a:pt x="42440" y="86248"/>
                </a:moveTo>
                <a:lnTo>
                  <a:pt x="42440" y="86322"/>
                </a:lnTo>
                <a:cubicBezTo>
                  <a:pt x="42415" y="86322"/>
                  <a:pt x="42415" y="86347"/>
                  <a:pt x="42390" y="86347"/>
                </a:cubicBezTo>
                <a:lnTo>
                  <a:pt x="42390" y="86272"/>
                </a:lnTo>
                <a:cubicBezTo>
                  <a:pt x="42390" y="86272"/>
                  <a:pt x="42415" y="86248"/>
                  <a:pt x="42440" y="86248"/>
                </a:cubicBezTo>
                <a:close/>
                <a:moveTo>
                  <a:pt x="58071" y="85849"/>
                </a:moveTo>
                <a:cubicBezTo>
                  <a:pt x="58071" y="85874"/>
                  <a:pt x="58071" y="85874"/>
                  <a:pt x="58096" y="85899"/>
                </a:cubicBezTo>
                <a:cubicBezTo>
                  <a:pt x="56354" y="86372"/>
                  <a:pt x="54686" y="86621"/>
                  <a:pt x="53143" y="86621"/>
                </a:cubicBezTo>
                <a:cubicBezTo>
                  <a:pt x="51823" y="86621"/>
                  <a:pt x="50579" y="86422"/>
                  <a:pt x="49484" y="86048"/>
                </a:cubicBezTo>
                <a:cubicBezTo>
                  <a:pt x="49484" y="86030"/>
                  <a:pt x="49484" y="86012"/>
                  <a:pt x="49474" y="86003"/>
                </a:cubicBezTo>
                <a:lnTo>
                  <a:pt x="49474" y="86003"/>
                </a:lnTo>
                <a:cubicBezTo>
                  <a:pt x="50592" y="86363"/>
                  <a:pt x="51841" y="86542"/>
                  <a:pt x="53185" y="86542"/>
                </a:cubicBezTo>
                <a:cubicBezTo>
                  <a:pt x="54709" y="86542"/>
                  <a:pt x="56355" y="86311"/>
                  <a:pt x="58071" y="85849"/>
                </a:cubicBezTo>
                <a:close/>
                <a:moveTo>
                  <a:pt x="2664" y="79203"/>
                </a:moveTo>
                <a:cubicBezTo>
                  <a:pt x="2664" y="79253"/>
                  <a:pt x="2664" y="79278"/>
                  <a:pt x="2688" y="79278"/>
                </a:cubicBezTo>
                <a:cubicBezTo>
                  <a:pt x="2041" y="80722"/>
                  <a:pt x="1593" y="82190"/>
                  <a:pt x="1344" y="83734"/>
                </a:cubicBezTo>
                <a:lnTo>
                  <a:pt x="1344" y="83783"/>
                </a:lnTo>
                <a:cubicBezTo>
                  <a:pt x="1319" y="84082"/>
                  <a:pt x="1295" y="84356"/>
                  <a:pt x="1245" y="84605"/>
                </a:cubicBezTo>
                <a:lnTo>
                  <a:pt x="1245" y="84704"/>
                </a:lnTo>
                <a:cubicBezTo>
                  <a:pt x="1245" y="84854"/>
                  <a:pt x="1220" y="84978"/>
                  <a:pt x="1220" y="85127"/>
                </a:cubicBezTo>
                <a:cubicBezTo>
                  <a:pt x="1220" y="85227"/>
                  <a:pt x="1195" y="85327"/>
                  <a:pt x="1195" y="85401"/>
                </a:cubicBezTo>
                <a:lnTo>
                  <a:pt x="1195" y="85451"/>
                </a:lnTo>
                <a:cubicBezTo>
                  <a:pt x="1170" y="85874"/>
                  <a:pt x="1170" y="86322"/>
                  <a:pt x="1195" y="86745"/>
                </a:cubicBezTo>
                <a:cubicBezTo>
                  <a:pt x="1170" y="86646"/>
                  <a:pt x="1170" y="86571"/>
                  <a:pt x="1120" y="86472"/>
                </a:cubicBezTo>
                <a:cubicBezTo>
                  <a:pt x="1120" y="86123"/>
                  <a:pt x="1095" y="85775"/>
                  <a:pt x="1120" y="85451"/>
                </a:cubicBezTo>
                <a:cubicBezTo>
                  <a:pt x="1120" y="85327"/>
                  <a:pt x="1120" y="85227"/>
                  <a:pt x="1170" y="85103"/>
                </a:cubicBezTo>
                <a:cubicBezTo>
                  <a:pt x="1170" y="84953"/>
                  <a:pt x="1195" y="84779"/>
                  <a:pt x="1195" y="84605"/>
                </a:cubicBezTo>
                <a:cubicBezTo>
                  <a:pt x="1220" y="84331"/>
                  <a:pt x="1245" y="84032"/>
                  <a:pt x="1295" y="83783"/>
                </a:cubicBezTo>
                <a:lnTo>
                  <a:pt x="1295" y="83684"/>
                </a:lnTo>
                <a:cubicBezTo>
                  <a:pt x="1519" y="82165"/>
                  <a:pt x="1991" y="80647"/>
                  <a:pt x="2664" y="79203"/>
                </a:cubicBezTo>
                <a:close/>
                <a:moveTo>
                  <a:pt x="448" y="82091"/>
                </a:moveTo>
                <a:cubicBezTo>
                  <a:pt x="573" y="84406"/>
                  <a:pt x="846" y="85999"/>
                  <a:pt x="946" y="86521"/>
                </a:cubicBezTo>
                <a:lnTo>
                  <a:pt x="946" y="86745"/>
                </a:lnTo>
                <a:lnTo>
                  <a:pt x="946" y="86770"/>
                </a:lnTo>
                <a:cubicBezTo>
                  <a:pt x="896" y="86646"/>
                  <a:pt x="871" y="86496"/>
                  <a:pt x="846" y="86347"/>
                </a:cubicBezTo>
                <a:cubicBezTo>
                  <a:pt x="846" y="86248"/>
                  <a:pt x="822" y="86148"/>
                  <a:pt x="822" y="86073"/>
                </a:cubicBezTo>
                <a:cubicBezTo>
                  <a:pt x="797" y="85974"/>
                  <a:pt x="797" y="85849"/>
                  <a:pt x="747" y="85750"/>
                </a:cubicBezTo>
                <a:cubicBezTo>
                  <a:pt x="672" y="85127"/>
                  <a:pt x="573" y="84480"/>
                  <a:pt x="548" y="83833"/>
                </a:cubicBezTo>
                <a:lnTo>
                  <a:pt x="548" y="83634"/>
                </a:lnTo>
                <a:cubicBezTo>
                  <a:pt x="498" y="83111"/>
                  <a:pt x="473" y="82613"/>
                  <a:pt x="448" y="82091"/>
                </a:cubicBezTo>
                <a:close/>
                <a:moveTo>
                  <a:pt x="69571" y="80473"/>
                </a:moveTo>
                <a:cubicBezTo>
                  <a:pt x="69670" y="80597"/>
                  <a:pt x="69770" y="80747"/>
                  <a:pt x="69894" y="80871"/>
                </a:cubicBezTo>
                <a:cubicBezTo>
                  <a:pt x="67331" y="83012"/>
                  <a:pt x="64692" y="85103"/>
                  <a:pt x="61979" y="87069"/>
                </a:cubicBezTo>
                <a:cubicBezTo>
                  <a:pt x="61506" y="86496"/>
                  <a:pt x="61108" y="85874"/>
                  <a:pt x="60685" y="85252"/>
                </a:cubicBezTo>
                <a:cubicBezTo>
                  <a:pt x="63572" y="84157"/>
                  <a:pt x="66634" y="82539"/>
                  <a:pt x="69571" y="80473"/>
                </a:cubicBezTo>
                <a:close/>
                <a:moveTo>
                  <a:pt x="60486" y="85351"/>
                </a:moveTo>
                <a:lnTo>
                  <a:pt x="61805" y="87218"/>
                </a:lnTo>
                <a:lnTo>
                  <a:pt x="61780" y="87243"/>
                </a:lnTo>
                <a:lnTo>
                  <a:pt x="60461" y="85376"/>
                </a:lnTo>
                <a:cubicBezTo>
                  <a:pt x="60461" y="85351"/>
                  <a:pt x="60486" y="85351"/>
                  <a:pt x="60486" y="85351"/>
                </a:cubicBezTo>
                <a:close/>
                <a:moveTo>
                  <a:pt x="70019" y="81045"/>
                </a:moveTo>
                <a:cubicBezTo>
                  <a:pt x="70019" y="81070"/>
                  <a:pt x="70019" y="81070"/>
                  <a:pt x="70044" y="81120"/>
                </a:cubicBezTo>
                <a:cubicBezTo>
                  <a:pt x="67505" y="83261"/>
                  <a:pt x="64842" y="85351"/>
                  <a:pt x="62153" y="87293"/>
                </a:cubicBezTo>
                <a:cubicBezTo>
                  <a:pt x="62153" y="87268"/>
                  <a:pt x="62103" y="87268"/>
                  <a:pt x="62103" y="87243"/>
                </a:cubicBezTo>
                <a:cubicBezTo>
                  <a:pt x="64842" y="85277"/>
                  <a:pt x="67505" y="83236"/>
                  <a:pt x="70019" y="81045"/>
                </a:cubicBezTo>
                <a:close/>
                <a:moveTo>
                  <a:pt x="43485" y="78407"/>
                </a:moveTo>
                <a:lnTo>
                  <a:pt x="43485" y="78407"/>
                </a:lnTo>
                <a:cubicBezTo>
                  <a:pt x="42639" y="81145"/>
                  <a:pt x="42166" y="83758"/>
                  <a:pt x="42191" y="86148"/>
                </a:cubicBezTo>
                <a:cubicBezTo>
                  <a:pt x="40050" y="87144"/>
                  <a:pt x="37934" y="88015"/>
                  <a:pt x="35843" y="88737"/>
                </a:cubicBezTo>
                <a:cubicBezTo>
                  <a:pt x="35918" y="88438"/>
                  <a:pt x="35943" y="88089"/>
                  <a:pt x="36018" y="87766"/>
                </a:cubicBezTo>
                <a:cubicBezTo>
                  <a:pt x="36042" y="87617"/>
                  <a:pt x="36067" y="87467"/>
                  <a:pt x="36092" y="87268"/>
                </a:cubicBezTo>
                <a:lnTo>
                  <a:pt x="36092" y="87243"/>
                </a:lnTo>
                <a:cubicBezTo>
                  <a:pt x="36167" y="86895"/>
                  <a:pt x="36267" y="86521"/>
                  <a:pt x="36341" y="86148"/>
                </a:cubicBezTo>
                <a:cubicBezTo>
                  <a:pt x="36391" y="86024"/>
                  <a:pt x="36416" y="85874"/>
                  <a:pt x="36441" y="85750"/>
                </a:cubicBezTo>
                <a:cubicBezTo>
                  <a:pt x="36515" y="85526"/>
                  <a:pt x="36565" y="85302"/>
                  <a:pt x="36640" y="85053"/>
                </a:cubicBezTo>
                <a:cubicBezTo>
                  <a:pt x="36690" y="84879"/>
                  <a:pt x="36715" y="84679"/>
                  <a:pt x="36789" y="84505"/>
                </a:cubicBezTo>
                <a:cubicBezTo>
                  <a:pt x="36814" y="84381"/>
                  <a:pt x="36839" y="84281"/>
                  <a:pt x="36889" y="84157"/>
                </a:cubicBezTo>
                <a:cubicBezTo>
                  <a:pt x="37013" y="83734"/>
                  <a:pt x="37138" y="83286"/>
                  <a:pt x="37287" y="82862"/>
                </a:cubicBezTo>
                <a:lnTo>
                  <a:pt x="37287" y="82813"/>
                </a:lnTo>
                <a:cubicBezTo>
                  <a:pt x="37312" y="82763"/>
                  <a:pt x="37312" y="82688"/>
                  <a:pt x="37337" y="82613"/>
                </a:cubicBezTo>
                <a:lnTo>
                  <a:pt x="37337" y="82564"/>
                </a:lnTo>
                <a:cubicBezTo>
                  <a:pt x="37436" y="82290"/>
                  <a:pt x="37561" y="82016"/>
                  <a:pt x="37660" y="81692"/>
                </a:cubicBezTo>
                <a:cubicBezTo>
                  <a:pt x="40125" y="80996"/>
                  <a:pt x="42116" y="79875"/>
                  <a:pt x="43485" y="78407"/>
                </a:cubicBezTo>
                <a:close/>
                <a:moveTo>
                  <a:pt x="60262" y="85451"/>
                </a:moveTo>
                <a:cubicBezTo>
                  <a:pt x="60710" y="86098"/>
                  <a:pt x="61158" y="86720"/>
                  <a:pt x="61606" y="87368"/>
                </a:cubicBezTo>
                <a:cubicBezTo>
                  <a:pt x="60934" y="87841"/>
                  <a:pt x="60237" y="88313"/>
                  <a:pt x="59589" y="88762"/>
                </a:cubicBezTo>
                <a:cubicBezTo>
                  <a:pt x="59291" y="87816"/>
                  <a:pt x="58967" y="86870"/>
                  <a:pt x="58594" y="85974"/>
                </a:cubicBezTo>
                <a:cubicBezTo>
                  <a:pt x="59166" y="85824"/>
                  <a:pt x="59714" y="85625"/>
                  <a:pt x="60262" y="85451"/>
                </a:cubicBezTo>
                <a:close/>
                <a:moveTo>
                  <a:pt x="37461" y="81792"/>
                </a:moveTo>
                <a:cubicBezTo>
                  <a:pt x="36963" y="83236"/>
                  <a:pt x="36565" y="84605"/>
                  <a:pt x="36217" y="85974"/>
                </a:cubicBezTo>
                <a:lnTo>
                  <a:pt x="36217" y="85999"/>
                </a:lnTo>
                <a:cubicBezTo>
                  <a:pt x="36092" y="86496"/>
                  <a:pt x="36018" y="86969"/>
                  <a:pt x="35918" y="87467"/>
                </a:cubicBezTo>
                <a:cubicBezTo>
                  <a:pt x="35918" y="87517"/>
                  <a:pt x="35893" y="87592"/>
                  <a:pt x="35893" y="87641"/>
                </a:cubicBezTo>
                <a:cubicBezTo>
                  <a:pt x="35818" y="88015"/>
                  <a:pt x="35769" y="88438"/>
                  <a:pt x="35694" y="88811"/>
                </a:cubicBezTo>
                <a:cubicBezTo>
                  <a:pt x="35644" y="88836"/>
                  <a:pt x="35644" y="88836"/>
                  <a:pt x="35594" y="88836"/>
                </a:cubicBezTo>
                <a:cubicBezTo>
                  <a:pt x="35769" y="87741"/>
                  <a:pt x="35968" y="86621"/>
                  <a:pt x="36291" y="85476"/>
                </a:cubicBezTo>
                <a:cubicBezTo>
                  <a:pt x="36316" y="85376"/>
                  <a:pt x="36341" y="85277"/>
                  <a:pt x="36391" y="85152"/>
                </a:cubicBezTo>
                <a:cubicBezTo>
                  <a:pt x="36690" y="84032"/>
                  <a:pt x="37038" y="82912"/>
                  <a:pt x="37436" y="81792"/>
                </a:cubicBezTo>
                <a:close/>
                <a:moveTo>
                  <a:pt x="58395" y="85999"/>
                </a:moveTo>
                <a:cubicBezTo>
                  <a:pt x="58768" y="86944"/>
                  <a:pt x="59117" y="87865"/>
                  <a:pt x="59390" y="88836"/>
                </a:cubicBezTo>
                <a:cubicBezTo>
                  <a:pt x="59365" y="88836"/>
                  <a:pt x="59365" y="88861"/>
                  <a:pt x="59341" y="88861"/>
                </a:cubicBezTo>
                <a:cubicBezTo>
                  <a:pt x="59067" y="87915"/>
                  <a:pt x="58718" y="86969"/>
                  <a:pt x="58345" y="86024"/>
                </a:cubicBezTo>
                <a:cubicBezTo>
                  <a:pt x="58370" y="86024"/>
                  <a:pt x="58370" y="86024"/>
                  <a:pt x="58395" y="85999"/>
                </a:cubicBezTo>
                <a:close/>
                <a:moveTo>
                  <a:pt x="42191" y="86372"/>
                </a:moveTo>
                <a:lnTo>
                  <a:pt x="42191" y="86422"/>
                </a:lnTo>
                <a:cubicBezTo>
                  <a:pt x="40050" y="87417"/>
                  <a:pt x="37909" y="88289"/>
                  <a:pt x="35818" y="89010"/>
                </a:cubicBezTo>
                <a:lnTo>
                  <a:pt x="35818" y="88961"/>
                </a:lnTo>
                <a:cubicBezTo>
                  <a:pt x="37909" y="88239"/>
                  <a:pt x="40050" y="87368"/>
                  <a:pt x="42191" y="86372"/>
                </a:cubicBezTo>
                <a:close/>
                <a:moveTo>
                  <a:pt x="61705" y="87492"/>
                </a:moveTo>
                <a:cubicBezTo>
                  <a:pt x="61705" y="87517"/>
                  <a:pt x="61730" y="87517"/>
                  <a:pt x="61730" y="87567"/>
                </a:cubicBezTo>
                <a:cubicBezTo>
                  <a:pt x="61058" y="88065"/>
                  <a:pt x="60336" y="88513"/>
                  <a:pt x="59664" y="89010"/>
                </a:cubicBezTo>
                <a:cubicBezTo>
                  <a:pt x="59664" y="88986"/>
                  <a:pt x="59664" y="88986"/>
                  <a:pt x="59614" y="88961"/>
                </a:cubicBezTo>
                <a:cubicBezTo>
                  <a:pt x="60336" y="88463"/>
                  <a:pt x="61033" y="87990"/>
                  <a:pt x="61705" y="87492"/>
                </a:cubicBezTo>
                <a:close/>
                <a:moveTo>
                  <a:pt x="80598" y="71263"/>
                </a:moveTo>
                <a:cubicBezTo>
                  <a:pt x="83211" y="73304"/>
                  <a:pt x="85875" y="75246"/>
                  <a:pt x="88364" y="76814"/>
                </a:cubicBezTo>
                <a:cubicBezTo>
                  <a:pt x="84804" y="81269"/>
                  <a:pt x="80448" y="85476"/>
                  <a:pt x="75520" y="89010"/>
                </a:cubicBezTo>
                <a:cubicBezTo>
                  <a:pt x="74101" y="86447"/>
                  <a:pt x="72384" y="83659"/>
                  <a:pt x="70492" y="80971"/>
                </a:cubicBezTo>
                <a:cubicBezTo>
                  <a:pt x="74051" y="77884"/>
                  <a:pt x="77436" y="74648"/>
                  <a:pt x="80598" y="71263"/>
                </a:cubicBezTo>
                <a:close/>
                <a:moveTo>
                  <a:pt x="88948" y="88600"/>
                </a:moveTo>
                <a:lnTo>
                  <a:pt x="88948" y="88600"/>
                </a:lnTo>
                <a:cubicBezTo>
                  <a:pt x="88796" y="88744"/>
                  <a:pt x="88644" y="88888"/>
                  <a:pt x="88488" y="89035"/>
                </a:cubicBezTo>
                <a:lnTo>
                  <a:pt x="88470" y="89071"/>
                </a:lnTo>
                <a:lnTo>
                  <a:pt x="88470" y="89071"/>
                </a:lnTo>
                <a:lnTo>
                  <a:pt x="88563" y="88986"/>
                </a:lnTo>
                <a:lnTo>
                  <a:pt x="88948" y="88600"/>
                </a:lnTo>
                <a:close/>
                <a:moveTo>
                  <a:pt x="35594" y="89010"/>
                </a:moveTo>
                <a:lnTo>
                  <a:pt x="35594" y="89085"/>
                </a:lnTo>
                <a:lnTo>
                  <a:pt x="35545" y="89085"/>
                </a:lnTo>
                <a:lnTo>
                  <a:pt x="35545" y="89060"/>
                </a:lnTo>
                <a:cubicBezTo>
                  <a:pt x="35570" y="89060"/>
                  <a:pt x="35594" y="89010"/>
                  <a:pt x="35594" y="89010"/>
                </a:cubicBezTo>
                <a:close/>
                <a:moveTo>
                  <a:pt x="43983" y="85775"/>
                </a:moveTo>
                <a:lnTo>
                  <a:pt x="43983" y="85775"/>
                </a:lnTo>
                <a:cubicBezTo>
                  <a:pt x="43734" y="86895"/>
                  <a:pt x="43410" y="87990"/>
                  <a:pt x="42937" y="89085"/>
                </a:cubicBezTo>
                <a:cubicBezTo>
                  <a:pt x="42738" y="88239"/>
                  <a:pt x="42639" y="87343"/>
                  <a:pt x="42639" y="86447"/>
                </a:cubicBezTo>
                <a:cubicBezTo>
                  <a:pt x="43062" y="86223"/>
                  <a:pt x="43535" y="85999"/>
                  <a:pt x="43983" y="85775"/>
                </a:cubicBezTo>
                <a:close/>
                <a:moveTo>
                  <a:pt x="59490" y="89060"/>
                </a:moveTo>
                <a:cubicBezTo>
                  <a:pt x="59490" y="89085"/>
                  <a:pt x="59490" y="89085"/>
                  <a:pt x="59540" y="89110"/>
                </a:cubicBezTo>
                <a:cubicBezTo>
                  <a:pt x="59490" y="89110"/>
                  <a:pt x="59490" y="89135"/>
                  <a:pt x="59465" y="89135"/>
                </a:cubicBezTo>
                <a:cubicBezTo>
                  <a:pt x="59440" y="89110"/>
                  <a:pt x="59440" y="89085"/>
                  <a:pt x="59440" y="89085"/>
                </a:cubicBezTo>
                <a:cubicBezTo>
                  <a:pt x="59465" y="89085"/>
                  <a:pt x="59465" y="89060"/>
                  <a:pt x="59490" y="89060"/>
                </a:cubicBezTo>
                <a:close/>
                <a:moveTo>
                  <a:pt x="70318" y="81120"/>
                </a:moveTo>
                <a:cubicBezTo>
                  <a:pt x="72234" y="83833"/>
                  <a:pt x="73927" y="86571"/>
                  <a:pt x="75370" y="89160"/>
                </a:cubicBezTo>
                <a:lnTo>
                  <a:pt x="75346" y="89210"/>
                </a:lnTo>
                <a:cubicBezTo>
                  <a:pt x="73902" y="86596"/>
                  <a:pt x="72184" y="83833"/>
                  <a:pt x="70293" y="81145"/>
                </a:cubicBezTo>
                <a:lnTo>
                  <a:pt x="70318" y="81120"/>
                </a:lnTo>
                <a:close/>
                <a:moveTo>
                  <a:pt x="88538" y="76938"/>
                </a:moveTo>
                <a:cubicBezTo>
                  <a:pt x="88563" y="76938"/>
                  <a:pt x="88563" y="76988"/>
                  <a:pt x="88588" y="76988"/>
                </a:cubicBezTo>
                <a:cubicBezTo>
                  <a:pt x="84978" y="81468"/>
                  <a:pt x="80598" y="85700"/>
                  <a:pt x="75644" y="89234"/>
                </a:cubicBezTo>
                <a:cubicBezTo>
                  <a:pt x="75619" y="89234"/>
                  <a:pt x="75619" y="89234"/>
                  <a:pt x="75619" y="89210"/>
                </a:cubicBezTo>
                <a:cubicBezTo>
                  <a:pt x="80573" y="85650"/>
                  <a:pt x="84954" y="81419"/>
                  <a:pt x="88538" y="76938"/>
                </a:cubicBezTo>
                <a:close/>
                <a:moveTo>
                  <a:pt x="42440" y="86496"/>
                </a:moveTo>
                <a:cubicBezTo>
                  <a:pt x="42489" y="87492"/>
                  <a:pt x="42614" y="88413"/>
                  <a:pt x="42788" y="89334"/>
                </a:cubicBezTo>
                <a:cubicBezTo>
                  <a:pt x="42788" y="89359"/>
                  <a:pt x="42763" y="89384"/>
                  <a:pt x="42763" y="89434"/>
                </a:cubicBezTo>
                <a:cubicBezTo>
                  <a:pt x="42514" y="88513"/>
                  <a:pt x="42390" y="87567"/>
                  <a:pt x="42390" y="86521"/>
                </a:cubicBezTo>
                <a:cubicBezTo>
                  <a:pt x="42415" y="86521"/>
                  <a:pt x="42415" y="86496"/>
                  <a:pt x="42440" y="86496"/>
                </a:cubicBezTo>
                <a:close/>
                <a:moveTo>
                  <a:pt x="44173" y="85695"/>
                </a:moveTo>
                <a:lnTo>
                  <a:pt x="44173" y="85695"/>
                </a:lnTo>
                <a:cubicBezTo>
                  <a:pt x="43924" y="86974"/>
                  <a:pt x="43528" y="88228"/>
                  <a:pt x="42987" y="89458"/>
                </a:cubicBezTo>
                <a:lnTo>
                  <a:pt x="42987" y="89434"/>
                </a:lnTo>
                <a:cubicBezTo>
                  <a:pt x="43528" y="88228"/>
                  <a:pt x="43924" y="86974"/>
                  <a:pt x="44173" y="85695"/>
                </a:cubicBezTo>
                <a:close/>
                <a:moveTo>
                  <a:pt x="37187" y="81867"/>
                </a:moveTo>
                <a:lnTo>
                  <a:pt x="37187" y="81867"/>
                </a:lnTo>
                <a:cubicBezTo>
                  <a:pt x="36316" y="84306"/>
                  <a:pt x="35719" y="86671"/>
                  <a:pt x="35395" y="88911"/>
                </a:cubicBezTo>
                <a:cubicBezTo>
                  <a:pt x="34400" y="89259"/>
                  <a:pt x="33404" y="89558"/>
                  <a:pt x="32433" y="89832"/>
                </a:cubicBezTo>
                <a:cubicBezTo>
                  <a:pt x="32284" y="87268"/>
                  <a:pt x="32458" y="84779"/>
                  <a:pt x="32981" y="82489"/>
                </a:cubicBezTo>
                <a:cubicBezTo>
                  <a:pt x="34474" y="82389"/>
                  <a:pt x="35893" y="82215"/>
                  <a:pt x="37187" y="81867"/>
                </a:cubicBezTo>
                <a:close/>
                <a:moveTo>
                  <a:pt x="93631" y="88605"/>
                </a:moveTo>
                <a:lnTo>
                  <a:pt x="93631" y="88605"/>
                </a:lnTo>
                <a:cubicBezTo>
                  <a:pt x="93444" y="88800"/>
                  <a:pt x="93259" y="88988"/>
                  <a:pt x="93093" y="89185"/>
                </a:cubicBezTo>
                <a:cubicBezTo>
                  <a:pt x="92862" y="89418"/>
                  <a:pt x="92629" y="89652"/>
                  <a:pt x="92395" y="89884"/>
                </a:cubicBezTo>
                <a:lnTo>
                  <a:pt x="92395" y="89884"/>
                </a:lnTo>
                <a:cubicBezTo>
                  <a:pt x="92440" y="89839"/>
                  <a:pt x="92482" y="89796"/>
                  <a:pt x="92520" y="89757"/>
                </a:cubicBezTo>
                <a:cubicBezTo>
                  <a:pt x="92794" y="89458"/>
                  <a:pt x="93143" y="89135"/>
                  <a:pt x="93441" y="88786"/>
                </a:cubicBezTo>
                <a:lnTo>
                  <a:pt x="93631" y="88605"/>
                </a:lnTo>
                <a:close/>
                <a:moveTo>
                  <a:pt x="32807" y="82489"/>
                </a:moveTo>
                <a:cubicBezTo>
                  <a:pt x="32284" y="84804"/>
                  <a:pt x="32110" y="87293"/>
                  <a:pt x="32284" y="89882"/>
                </a:cubicBezTo>
                <a:cubicBezTo>
                  <a:pt x="32234" y="89882"/>
                  <a:pt x="32234" y="89882"/>
                  <a:pt x="32209" y="89931"/>
                </a:cubicBezTo>
                <a:cubicBezTo>
                  <a:pt x="32035" y="87343"/>
                  <a:pt x="32209" y="84804"/>
                  <a:pt x="32732" y="82489"/>
                </a:cubicBezTo>
                <a:close/>
                <a:moveTo>
                  <a:pt x="35346" y="89110"/>
                </a:moveTo>
                <a:lnTo>
                  <a:pt x="35346" y="89160"/>
                </a:lnTo>
                <a:cubicBezTo>
                  <a:pt x="34400" y="89508"/>
                  <a:pt x="33429" y="89782"/>
                  <a:pt x="32458" y="90081"/>
                </a:cubicBezTo>
                <a:lnTo>
                  <a:pt x="32458" y="90031"/>
                </a:lnTo>
                <a:cubicBezTo>
                  <a:pt x="33404" y="89757"/>
                  <a:pt x="34350" y="89458"/>
                  <a:pt x="35346" y="89110"/>
                </a:cubicBezTo>
                <a:close/>
                <a:moveTo>
                  <a:pt x="88737" y="77063"/>
                </a:moveTo>
                <a:cubicBezTo>
                  <a:pt x="88936" y="77187"/>
                  <a:pt x="89110" y="77312"/>
                  <a:pt x="89309" y="77411"/>
                </a:cubicBezTo>
                <a:cubicBezTo>
                  <a:pt x="89285" y="77436"/>
                  <a:pt x="89235" y="77511"/>
                  <a:pt x="89185" y="77536"/>
                </a:cubicBezTo>
                <a:cubicBezTo>
                  <a:pt x="89061" y="77685"/>
                  <a:pt x="88936" y="77809"/>
                  <a:pt x="88787" y="77959"/>
                </a:cubicBezTo>
                <a:cubicBezTo>
                  <a:pt x="88189" y="78631"/>
                  <a:pt x="87567" y="79278"/>
                  <a:pt x="86970" y="79900"/>
                </a:cubicBezTo>
                <a:cubicBezTo>
                  <a:pt x="86721" y="80149"/>
                  <a:pt x="86497" y="80398"/>
                  <a:pt x="86248" y="80647"/>
                </a:cubicBezTo>
                <a:cubicBezTo>
                  <a:pt x="85800" y="81145"/>
                  <a:pt x="85302" y="81618"/>
                  <a:pt x="84829" y="82116"/>
                </a:cubicBezTo>
                <a:cubicBezTo>
                  <a:pt x="84481" y="82439"/>
                  <a:pt x="84107" y="82788"/>
                  <a:pt x="83759" y="83136"/>
                </a:cubicBezTo>
                <a:cubicBezTo>
                  <a:pt x="83336" y="83534"/>
                  <a:pt x="82937" y="83933"/>
                  <a:pt x="82489" y="84381"/>
                </a:cubicBezTo>
                <a:cubicBezTo>
                  <a:pt x="82191" y="84655"/>
                  <a:pt x="81867" y="84978"/>
                  <a:pt x="81568" y="85252"/>
                </a:cubicBezTo>
                <a:cubicBezTo>
                  <a:pt x="80971" y="85775"/>
                  <a:pt x="80398" y="86297"/>
                  <a:pt x="79826" y="86845"/>
                </a:cubicBezTo>
                <a:cubicBezTo>
                  <a:pt x="79502" y="87119"/>
                  <a:pt x="79204" y="87368"/>
                  <a:pt x="78905" y="87641"/>
                </a:cubicBezTo>
                <a:lnTo>
                  <a:pt x="77511" y="88861"/>
                </a:lnTo>
                <a:cubicBezTo>
                  <a:pt x="77212" y="89135"/>
                  <a:pt x="76864" y="89434"/>
                  <a:pt x="76515" y="89707"/>
                </a:cubicBezTo>
                <a:lnTo>
                  <a:pt x="76043" y="90081"/>
                </a:lnTo>
                <a:cubicBezTo>
                  <a:pt x="75968" y="89857"/>
                  <a:pt x="75819" y="89633"/>
                  <a:pt x="75744" y="89434"/>
                </a:cubicBezTo>
                <a:cubicBezTo>
                  <a:pt x="80722" y="85849"/>
                  <a:pt x="85128" y="81593"/>
                  <a:pt x="88737" y="77063"/>
                </a:cubicBezTo>
                <a:close/>
                <a:moveTo>
                  <a:pt x="32284" y="90081"/>
                </a:moveTo>
                <a:lnTo>
                  <a:pt x="32284" y="90106"/>
                </a:lnTo>
                <a:cubicBezTo>
                  <a:pt x="32234" y="90106"/>
                  <a:pt x="32234" y="90106"/>
                  <a:pt x="32209" y="90131"/>
                </a:cubicBezTo>
                <a:lnTo>
                  <a:pt x="32209" y="90081"/>
                </a:lnTo>
                <a:close/>
                <a:moveTo>
                  <a:pt x="8040" y="73055"/>
                </a:moveTo>
                <a:cubicBezTo>
                  <a:pt x="9384" y="74424"/>
                  <a:pt x="10927" y="75669"/>
                  <a:pt x="12645" y="76789"/>
                </a:cubicBezTo>
                <a:lnTo>
                  <a:pt x="12670" y="76814"/>
                </a:lnTo>
                <a:cubicBezTo>
                  <a:pt x="12695" y="76864"/>
                  <a:pt x="12744" y="76913"/>
                  <a:pt x="12769" y="76938"/>
                </a:cubicBezTo>
                <a:lnTo>
                  <a:pt x="12894" y="77063"/>
                </a:lnTo>
                <a:cubicBezTo>
                  <a:pt x="12944" y="77162"/>
                  <a:pt x="13043" y="77237"/>
                  <a:pt x="13118" y="77312"/>
                </a:cubicBezTo>
                <a:cubicBezTo>
                  <a:pt x="13242" y="77411"/>
                  <a:pt x="13317" y="77536"/>
                  <a:pt x="13441" y="77635"/>
                </a:cubicBezTo>
                <a:cubicBezTo>
                  <a:pt x="13616" y="77785"/>
                  <a:pt x="13790" y="77934"/>
                  <a:pt x="13989" y="78108"/>
                </a:cubicBezTo>
                <a:cubicBezTo>
                  <a:pt x="14113" y="78183"/>
                  <a:pt x="14238" y="78282"/>
                  <a:pt x="14313" y="78382"/>
                </a:cubicBezTo>
                <a:cubicBezTo>
                  <a:pt x="14512" y="78531"/>
                  <a:pt x="14686" y="78656"/>
                  <a:pt x="14910" y="78805"/>
                </a:cubicBezTo>
                <a:cubicBezTo>
                  <a:pt x="15034" y="78905"/>
                  <a:pt x="15159" y="78954"/>
                  <a:pt x="15283" y="79029"/>
                </a:cubicBezTo>
                <a:cubicBezTo>
                  <a:pt x="15507" y="79154"/>
                  <a:pt x="15682" y="79303"/>
                  <a:pt x="15906" y="79427"/>
                </a:cubicBezTo>
                <a:lnTo>
                  <a:pt x="16279" y="79627"/>
                </a:lnTo>
                <a:lnTo>
                  <a:pt x="16304" y="79627"/>
                </a:lnTo>
                <a:cubicBezTo>
                  <a:pt x="15632" y="81618"/>
                  <a:pt x="15034" y="83559"/>
                  <a:pt x="14561" y="85501"/>
                </a:cubicBezTo>
                <a:cubicBezTo>
                  <a:pt x="13889" y="87019"/>
                  <a:pt x="13367" y="88587"/>
                  <a:pt x="12944" y="90155"/>
                </a:cubicBezTo>
                <a:cubicBezTo>
                  <a:pt x="9658" y="88861"/>
                  <a:pt x="7044" y="86770"/>
                  <a:pt x="5227" y="83958"/>
                </a:cubicBezTo>
                <a:lnTo>
                  <a:pt x="5227" y="83858"/>
                </a:lnTo>
                <a:lnTo>
                  <a:pt x="5227" y="83833"/>
                </a:lnTo>
                <a:cubicBezTo>
                  <a:pt x="5327" y="83111"/>
                  <a:pt x="5451" y="82389"/>
                  <a:pt x="5601" y="81668"/>
                </a:cubicBezTo>
                <a:cubicBezTo>
                  <a:pt x="5650" y="81593"/>
                  <a:pt x="5650" y="81493"/>
                  <a:pt x="5675" y="81419"/>
                </a:cubicBezTo>
                <a:cubicBezTo>
                  <a:pt x="6198" y="78730"/>
                  <a:pt x="7019" y="75918"/>
                  <a:pt x="8040" y="73055"/>
                </a:cubicBezTo>
                <a:close/>
                <a:moveTo>
                  <a:pt x="14362" y="86397"/>
                </a:moveTo>
                <a:cubicBezTo>
                  <a:pt x="14313" y="86521"/>
                  <a:pt x="14288" y="86646"/>
                  <a:pt x="14288" y="86745"/>
                </a:cubicBezTo>
                <a:cubicBezTo>
                  <a:pt x="13865" y="87865"/>
                  <a:pt x="13491" y="89010"/>
                  <a:pt x="13192" y="90205"/>
                </a:cubicBezTo>
                <a:cubicBezTo>
                  <a:pt x="13168" y="90205"/>
                  <a:pt x="13143" y="90180"/>
                  <a:pt x="13143" y="90180"/>
                </a:cubicBezTo>
                <a:cubicBezTo>
                  <a:pt x="13441" y="88886"/>
                  <a:pt x="13865" y="87617"/>
                  <a:pt x="14362" y="86397"/>
                </a:cubicBezTo>
                <a:close/>
                <a:moveTo>
                  <a:pt x="75570" y="89533"/>
                </a:moveTo>
                <a:cubicBezTo>
                  <a:pt x="75694" y="89757"/>
                  <a:pt x="75794" y="89981"/>
                  <a:pt x="75918" y="90205"/>
                </a:cubicBezTo>
                <a:lnTo>
                  <a:pt x="75893" y="90230"/>
                </a:lnTo>
                <a:lnTo>
                  <a:pt x="75520" y="89583"/>
                </a:lnTo>
                <a:lnTo>
                  <a:pt x="75570" y="89533"/>
                </a:lnTo>
                <a:close/>
                <a:moveTo>
                  <a:pt x="89459" y="77511"/>
                </a:moveTo>
                <a:cubicBezTo>
                  <a:pt x="89484" y="77511"/>
                  <a:pt x="89484" y="77536"/>
                  <a:pt x="89509" y="77536"/>
                </a:cubicBezTo>
                <a:cubicBezTo>
                  <a:pt x="89110" y="77984"/>
                  <a:pt x="88737" y="78407"/>
                  <a:pt x="88339" y="78805"/>
                </a:cubicBezTo>
                <a:cubicBezTo>
                  <a:pt x="87990" y="79178"/>
                  <a:pt x="87642" y="79552"/>
                  <a:pt x="87318" y="79900"/>
                </a:cubicBezTo>
                <a:cubicBezTo>
                  <a:pt x="86945" y="80299"/>
                  <a:pt x="86522" y="80722"/>
                  <a:pt x="86148" y="81120"/>
                </a:cubicBezTo>
                <a:cubicBezTo>
                  <a:pt x="85949" y="81344"/>
                  <a:pt x="85750" y="81543"/>
                  <a:pt x="85526" y="81742"/>
                </a:cubicBezTo>
                <a:cubicBezTo>
                  <a:pt x="84879" y="82414"/>
                  <a:pt x="84207" y="83086"/>
                  <a:pt x="83510" y="83734"/>
                </a:cubicBezTo>
                <a:lnTo>
                  <a:pt x="82863" y="84381"/>
                </a:lnTo>
                <a:cubicBezTo>
                  <a:pt x="82340" y="84879"/>
                  <a:pt x="81792" y="85376"/>
                  <a:pt x="81245" y="85874"/>
                </a:cubicBezTo>
                <a:cubicBezTo>
                  <a:pt x="80847" y="86248"/>
                  <a:pt x="80473" y="86596"/>
                  <a:pt x="80050" y="86969"/>
                </a:cubicBezTo>
                <a:cubicBezTo>
                  <a:pt x="79677" y="87318"/>
                  <a:pt x="79303" y="87617"/>
                  <a:pt x="78930" y="87965"/>
                </a:cubicBezTo>
                <a:cubicBezTo>
                  <a:pt x="78532" y="88338"/>
                  <a:pt x="78108" y="88712"/>
                  <a:pt x="77660" y="89060"/>
                </a:cubicBezTo>
                <a:lnTo>
                  <a:pt x="76441" y="90081"/>
                </a:lnTo>
                <a:cubicBezTo>
                  <a:pt x="76366" y="90131"/>
                  <a:pt x="76291" y="90205"/>
                  <a:pt x="76192" y="90255"/>
                </a:cubicBezTo>
                <a:cubicBezTo>
                  <a:pt x="76192" y="90230"/>
                  <a:pt x="76167" y="90230"/>
                  <a:pt x="76167" y="90205"/>
                </a:cubicBezTo>
                <a:cubicBezTo>
                  <a:pt x="76341" y="90106"/>
                  <a:pt x="76491" y="89981"/>
                  <a:pt x="76640" y="89857"/>
                </a:cubicBezTo>
                <a:cubicBezTo>
                  <a:pt x="76914" y="89608"/>
                  <a:pt x="77212" y="89384"/>
                  <a:pt x="77511" y="89135"/>
                </a:cubicBezTo>
                <a:cubicBezTo>
                  <a:pt x="78034" y="88712"/>
                  <a:pt x="78581" y="88239"/>
                  <a:pt x="79079" y="87766"/>
                </a:cubicBezTo>
                <a:lnTo>
                  <a:pt x="79901" y="87019"/>
                </a:lnTo>
                <a:cubicBezTo>
                  <a:pt x="80523" y="86472"/>
                  <a:pt x="81145" y="85899"/>
                  <a:pt x="81743" y="85351"/>
                </a:cubicBezTo>
                <a:cubicBezTo>
                  <a:pt x="81991" y="85103"/>
                  <a:pt x="82265" y="84854"/>
                  <a:pt x="82514" y="84605"/>
                </a:cubicBezTo>
                <a:cubicBezTo>
                  <a:pt x="83062" y="84107"/>
                  <a:pt x="83560" y="83609"/>
                  <a:pt x="84082" y="83111"/>
                </a:cubicBezTo>
                <a:lnTo>
                  <a:pt x="84655" y="82514"/>
                </a:lnTo>
                <a:cubicBezTo>
                  <a:pt x="85277" y="81892"/>
                  <a:pt x="85899" y="81269"/>
                  <a:pt x="86497" y="80647"/>
                </a:cubicBezTo>
                <a:lnTo>
                  <a:pt x="86995" y="80149"/>
                </a:lnTo>
                <a:cubicBezTo>
                  <a:pt x="87692" y="79427"/>
                  <a:pt x="88364" y="78730"/>
                  <a:pt x="89011" y="78009"/>
                </a:cubicBezTo>
                <a:cubicBezTo>
                  <a:pt x="89061" y="77984"/>
                  <a:pt x="89085" y="77934"/>
                  <a:pt x="89085" y="77909"/>
                </a:cubicBezTo>
                <a:cubicBezTo>
                  <a:pt x="89210" y="77785"/>
                  <a:pt x="89334" y="77635"/>
                  <a:pt x="89459" y="77511"/>
                </a:cubicBezTo>
                <a:close/>
                <a:moveTo>
                  <a:pt x="5202" y="84256"/>
                </a:moveTo>
                <a:cubicBezTo>
                  <a:pt x="7044" y="86994"/>
                  <a:pt x="9633" y="89060"/>
                  <a:pt x="12919" y="90305"/>
                </a:cubicBezTo>
                <a:lnTo>
                  <a:pt x="12919" y="90355"/>
                </a:lnTo>
                <a:cubicBezTo>
                  <a:pt x="9658" y="89110"/>
                  <a:pt x="7044" y="87094"/>
                  <a:pt x="5202" y="84356"/>
                </a:cubicBezTo>
                <a:cubicBezTo>
                  <a:pt x="5178" y="84331"/>
                  <a:pt x="5202" y="84281"/>
                  <a:pt x="5202" y="84256"/>
                </a:cubicBezTo>
                <a:close/>
                <a:moveTo>
                  <a:pt x="14064" y="87890"/>
                </a:moveTo>
                <a:lnTo>
                  <a:pt x="14064" y="87890"/>
                </a:lnTo>
                <a:cubicBezTo>
                  <a:pt x="13914" y="88737"/>
                  <a:pt x="13790" y="89558"/>
                  <a:pt x="13690" y="90355"/>
                </a:cubicBezTo>
                <a:cubicBezTo>
                  <a:pt x="13616" y="90330"/>
                  <a:pt x="13491" y="90305"/>
                  <a:pt x="13392" y="90255"/>
                </a:cubicBezTo>
                <a:cubicBezTo>
                  <a:pt x="13566" y="89483"/>
                  <a:pt x="13790" y="88662"/>
                  <a:pt x="14064" y="87890"/>
                </a:cubicBezTo>
                <a:close/>
                <a:moveTo>
                  <a:pt x="13118" y="90355"/>
                </a:moveTo>
                <a:cubicBezTo>
                  <a:pt x="13143" y="90379"/>
                  <a:pt x="13168" y="90379"/>
                  <a:pt x="13168" y="90379"/>
                </a:cubicBezTo>
                <a:lnTo>
                  <a:pt x="13168" y="90454"/>
                </a:lnTo>
                <a:lnTo>
                  <a:pt x="13118" y="90454"/>
                </a:lnTo>
                <a:cubicBezTo>
                  <a:pt x="13068" y="90379"/>
                  <a:pt x="13068" y="90379"/>
                  <a:pt x="13118" y="90355"/>
                </a:cubicBezTo>
                <a:close/>
                <a:moveTo>
                  <a:pt x="14611" y="86496"/>
                </a:moveTo>
                <a:lnTo>
                  <a:pt x="14611" y="86496"/>
                </a:lnTo>
                <a:cubicBezTo>
                  <a:pt x="14313" y="87841"/>
                  <a:pt x="14113" y="89135"/>
                  <a:pt x="13939" y="90454"/>
                </a:cubicBezTo>
                <a:cubicBezTo>
                  <a:pt x="13914" y="90454"/>
                  <a:pt x="13889" y="90404"/>
                  <a:pt x="13865" y="90404"/>
                </a:cubicBezTo>
                <a:cubicBezTo>
                  <a:pt x="14014" y="89234"/>
                  <a:pt x="14188" y="88040"/>
                  <a:pt x="14437" y="86845"/>
                </a:cubicBezTo>
                <a:cubicBezTo>
                  <a:pt x="14487" y="86720"/>
                  <a:pt x="14537" y="86621"/>
                  <a:pt x="14611" y="86496"/>
                </a:cubicBezTo>
                <a:close/>
                <a:moveTo>
                  <a:pt x="75993" y="90379"/>
                </a:moveTo>
                <a:cubicBezTo>
                  <a:pt x="75993" y="90404"/>
                  <a:pt x="76018" y="90404"/>
                  <a:pt x="76018" y="90454"/>
                </a:cubicBezTo>
                <a:lnTo>
                  <a:pt x="75993" y="90479"/>
                </a:lnTo>
                <a:cubicBezTo>
                  <a:pt x="75993" y="90454"/>
                  <a:pt x="75993" y="90404"/>
                  <a:pt x="75968" y="90404"/>
                </a:cubicBezTo>
                <a:lnTo>
                  <a:pt x="75993" y="90379"/>
                </a:lnTo>
                <a:close/>
                <a:moveTo>
                  <a:pt x="13317" y="90454"/>
                </a:moveTo>
                <a:cubicBezTo>
                  <a:pt x="13441" y="90479"/>
                  <a:pt x="13541" y="90504"/>
                  <a:pt x="13665" y="90579"/>
                </a:cubicBezTo>
                <a:lnTo>
                  <a:pt x="13665" y="90628"/>
                </a:lnTo>
                <a:cubicBezTo>
                  <a:pt x="13541" y="90603"/>
                  <a:pt x="13441" y="90579"/>
                  <a:pt x="13317" y="90529"/>
                </a:cubicBezTo>
                <a:lnTo>
                  <a:pt x="13317" y="90454"/>
                </a:lnTo>
                <a:close/>
                <a:moveTo>
                  <a:pt x="88470" y="89071"/>
                </a:moveTo>
                <a:lnTo>
                  <a:pt x="88239" y="89284"/>
                </a:lnTo>
                <a:lnTo>
                  <a:pt x="87044" y="90404"/>
                </a:lnTo>
                <a:cubicBezTo>
                  <a:pt x="86970" y="90479"/>
                  <a:pt x="86895" y="90563"/>
                  <a:pt x="86820" y="90634"/>
                </a:cubicBezTo>
                <a:lnTo>
                  <a:pt x="86820" y="90634"/>
                </a:lnTo>
                <a:cubicBezTo>
                  <a:pt x="86870" y="90588"/>
                  <a:pt x="86920" y="90544"/>
                  <a:pt x="86970" y="90504"/>
                </a:cubicBezTo>
                <a:cubicBezTo>
                  <a:pt x="87368" y="90131"/>
                  <a:pt x="87791" y="89757"/>
                  <a:pt x="88189" y="89359"/>
                </a:cubicBezTo>
                <a:lnTo>
                  <a:pt x="88289" y="89259"/>
                </a:lnTo>
                <a:lnTo>
                  <a:pt x="88463" y="89085"/>
                </a:lnTo>
                <a:lnTo>
                  <a:pt x="88470" y="89071"/>
                </a:lnTo>
                <a:close/>
                <a:moveTo>
                  <a:pt x="86820" y="90634"/>
                </a:moveTo>
                <a:lnTo>
                  <a:pt x="86820" y="90634"/>
                </a:lnTo>
                <a:cubicBezTo>
                  <a:pt x="86813" y="90640"/>
                  <a:pt x="86806" y="90647"/>
                  <a:pt x="86799" y="90654"/>
                </a:cubicBezTo>
                <a:lnTo>
                  <a:pt x="86799" y="90654"/>
                </a:lnTo>
                <a:cubicBezTo>
                  <a:pt x="86806" y="90647"/>
                  <a:pt x="86813" y="90641"/>
                  <a:pt x="86820" y="90634"/>
                </a:cubicBezTo>
                <a:close/>
                <a:moveTo>
                  <a:pt x="13865" y="90603"/>
                </a:moveTo>
                <a:cubicBezTo>
                  <a:pt x="13889" y="90603"/>
                  <a:pt x="13889" y="90603"/>
                  <a:pt x="13914" y="90628"/>
                </a:cubicBezTo>
                <a:lnTo>
                  <a:pt x="13914" y="90678"/>
                </a:lnTo>
                <a:cubicBezTo>
                  <a:pt x="13889" y="90678"/>
                  <a:pt x="13889" y="90678"/>
                  <a:pt x="13865" y="90628"/>
                </a:cubicBezTo>
                <a:cubicBezTo>
                  <a:pt x="13815" y="90628"/>
                  <a:pt x="13865" y="90628"/>
                  <a:pt x="13865" y="90603"/>
                </a:cubicBezTo>
                <a:close/>
                <a:moveTo>
                  <a:pt x="27505" y="82265"/>
                </a:moveTo>
                <a:cubicBezTo>
                  <a:pt x="28849" y="82464"/>
                  <a:pt x="30193" y="82539"/>
                  <a:pt x="31537" y="82539"/>
                </a:cubicBezTo>
                <a:cubicBezTo>
                  <a:pt x="31861" y="82539"/>
                  <a:pt x="32184" y="82514"/>
                  <a:pt x="32533" y="82514"/>
                </a:cubicBezTo>
                <a:cubicBezTo>
                  <a:pt x="32035" y="84854"/>
                  <a:pt x="31861" y="87368"/>
                  <a:pt x="31985" y="89956"/>
                </a:cubicBezTo>
                <a:cubicBezTo>
                  <a:pt x="29621" y="90603"/>
                  <a:pt x="27355" y="91027"/>
                  <a:pt x="25190" y="91300"/>
                </a:cubicBezTo>
                <a:cubicBezTo>
                  <a:pt x="25613" y="88388"/>
                  <a:pt x="26385" y="85376"/>
                  <a:pt x="27505" y="82265"/>
                </a:cubicBezTo>
                <a:close/>
                <a:moveTo>
                  <a:pt x="1743" y="90504"/>
                </a:moveTo>
                <a:lnTo>
                  <a:pt x="1743" y="90504"/>
                </a:lnTo>
                <a:cubicBezTo>
                  <a:pt x="1792" y="90579"/>
                  <a:pt x="1792" y="90603"/>
                  <a:pt x="1817" y="90678"/>
                </a:cubicBezTo>
                <a:lnTo>
                  <a:pt x="1817" y="90703"/>
                </a:lnTo>
                <a:cubicBezTo>
                  <a:pt x="1842" y="90803"/>
                  <a:pt x="1917" y="90877"/>
                  <a:pt x="1942" y="90977"/>
                </a:cubicBezTo>
                <a:cubicBezTo>
                  <a:pt x="1964" y="91090"/>
                  <a:pt x="1997" y="91204"/>
                  <a:pt x="2036" y="91318"/>
                </a:cubicBezTo>
                <a:lnTo>
                  <a:pt x="2036" y="91318"/>
                </a:lnTo>
                <a:cubicBezTo>
                  <a:pt x="1991" y="91249"/>
                  <a:pt x="1991" y="91224"/>
                  <a:pt x="1967" y="91176"/>
                </a:cubicBezTo>
                <a:cubicBezTo>
                  <a:pt x="1917" y="90952"/>
                  <a:pt x="1817" y="90728"/>
                  <a:pt x="1743" y="90504"/>
                </a:cubicBezTo>
                <a:close/>
                <a:moveTo>
                  <a:pt x="27355" y="82240"/>
                </a:moveTo>
                <a:cubicBezTo>
                  <a:pt x="26235" y="85351"/>
                  <a:pt x="25439" y="88388"/>
                  <a:pt x="24991" y="91325"/>
                </a:cubicBezTo>
                <a:cubicBezTo>
                  <a:pt x="24991" y="91313"/>
                  <a:pt x="24985" y="91307"/>
                  <a:pt x="24975" y="91307"/>
                </a:cubicBezTo>
                <a:cubicBezTo>
                  <a:pt x="24966" y="91307"/>
                  <a:pt x="24954" y="91313"/>
                  <a:pt x="24941" y="91325"/>
                </a:cubicBezTo>
                <a:cubicBezTo>
                  <a:pt x="25364" y="88388"/>
                  <a:pt x="26186" y="85351"/>
                  <a:pt x="27306" y="82240"/>
                </a:cubicBezTo>
                <a:close/>
                <a:moveTo>
                  <a:pt x="18146" y="80373"/>
                </a:moveTo>
                <a:cubicBezTo>
                  <a:pt x="18270" y="80398"/>
                  <a:pt x="18395" y="80473"/>
                  <a:pt x="18544" y="80498"/>
                </a:cubicBezTo>
                <a:cubicBezTo>
                  <a:pt x="18793" y="80597"/>
                  <a:pt x="19042" y="80647"/>
                  <a:pt x="19291" y="80747"/>
                </a:cubicBezTo>
                <a:cubicBezTo>
                  <a:pt x="19465" y="80772"/>
                  <a:pt x="19639" y="80846"/>
                  <a:pt x="19838" y="80871"/>
                </a:cubicBezTo>
                <a:lnTo>
                  <a:pt x="20585" y="81045"/>
                </a:lnTo>
                <a:cubicBezTo>
                  <a:pt x="20734" y="81095"/>
                  <a:pt x="20909" y="81120"/>
                  <a:pt x="21083" y="81145"/>
                </a:cubicBezTo>
                <a:cubicBezTo>
                  <a:pt x="21158" y="81170"/>
                  <a:pt x="21257" y="81170"/>
                  <a:pt x="21357" y="81170"/>
                </a:cubicBezTo>
                <a:lnTo>
                  <a:pt x="21904" y="81269"/>
                </a:lnTo>
                <a:cubicBezTo>
                  <a:pt x="22153" y="81294"/>
                  <a:pt x="22402" y="81344"/>
                  <a:pt x="22651" y="81344"/>
                </a:cubicBezTo>
                <a:cubicBezTo>
                  <a:pt x="22751" y="81344"/>
                  <a:pt x="22850" y="81369"/>
                  <a:pt x="22975" y="81369"/>
                </a:cubicBezTo>
                <a:cubicBezTo>
                  <a:pt x="24344" y="81742"/>
                  <a:pt x="25738" y="82016"/>
                  <a:pt x="27131" y="82240"/>
                </a:cubicBezTo>
                <a:cubicBezTo>
                  <a:pt x="26011" y="85376"/>
                  <a:pt x="25215" y="88463"/>
                  <a:pt x="24767" y="91375"/>
                </a:cubicBezTo>
                <a:cubicBezTo>
                  <a:pt x="23653" y="91474"/>
                  <a:pt x="22564" y="91525"/>
                  <a:pt x="21506" y="91525"/>
                </a:cubicBezTo>
                <a:cubicBezTo>
                  <a:pt x="18829" y="91525"/>
                  <a:pt x="16343" y="91200"/>
                  <a:pt x="14113" y="90504"/>
                </a:cubicBezTo>
                <a:cubicBezTo>
                  <a:pt x="14288" y="88911"/>
                  <a:pt x="14561" y="87268"/>
                  <a:pt x="14985" y="85625"/>
                </a:cubicBezTo>
                <a:cubicBezTo>
                  <a:pt x="15806" y="83783"/>
                  <a:pt x="16876" y="82016"/>
                  <a:pt x="18146" y="80373"/>
                </a:cubicBezTo>
                <a:close/>
                <a:moveTo>
                  <a:pt x="32035" y="90131"/>
                </a:moveTo>
                <a:lnTo>
                  <a:pt x="32035" y="90205"/>
                </a:lnTo>
                <a:cubicBezTo>
                  <a:pt x="29670" y="90852"/>
                  <a:pt x="27355" y="91300"/>
                  <a:pt x="25140" y="91549"/>
                </a:cubicBezTo>
                <a:cubicBezTo>
                  <a:pt x="25140" y="91500"/>
                  <a:pt x="25140" y="91475"/>
                  <a:pt x="25190" y="91475"/>
                </a:cubicBezTo>
                <a:cubicBezTo>
                  <a:pt x="27380" y="91226"/>
                  <a:pt x="29670" y="90803"/>
                  <a:pt x="32035" y="90131"/>
                </a:cubicBezTo>
                <a:close/>
                <a:moveTo>
                  <a:pt x="24966" y="91500"/>
                </a:moveTo>
                <a:lnTo>
                  <a:pt x="24966" y="91574"/>
                </a:lnTo>
                <a:lnTo>
                  <a:pt x="24891" y="91574"/>
                </a:lnTo>
                <a:lnTo>
                  <a:pt x="24891" y="91500"/>
                </a:lnTo>
                <a:close/>
                <a:moveTo>
                  <a:pt x="2041" y="91332"/>
                </a:moveTo>
                <a:cubicBezTo>
                  <a:pt x="2071" y="91418"/>
                  <a:pt x="2104" y="91504"/>
                  <a:pt x="2138" y="91591"/>
                </a:cubicBezTo>
                <a:lnTo>
                  <a:pt x="2138" y="91591"/>
                </a:lnTo>
                <a:cubicBezTo>
                  <a:pt x="2119" y="91560"/>
                  <a:pt x="2101" y="91530"/>
                  <a:pt x="2091" y="91500"/>
                </a:cubicBezTo>
                <a:cubicBezTo>
                  <a:pt x="2091" y="91475"/>
                  <a:pt x="2091" y="91475"/>
                  <a:pt x="2066" y="91450"/>
                </a:cubicBezTo>
                <a:cubicBezTo>
                  <a:pt x="2043" y="91404"/>
                  <a:pt x="2041" y="91359"/>
                  <a:pt x="2041" y="91332"/>
                </a:cubicBezTo>
                <a:close/>
                <a:moveTo>
                  <a:pt x="14064" y="90703"/>
                </a:moveTo>
                <a:cubicBezTo>
                  <a:pt x="16298" y="91389"/>
                  <a:pt x="18732" y="91715"/>
                  <a:pt x="21355" y="91715"/>
                </a:cubicBezTo>
                <a:cubicBezTo>
                  <a:pt x="22444" y="91715"/>
                  <a:pt x="23564" y="91659"/>
                  <a:pt x="24717" y="91549"/>
                </a:cubicBezTo>
                <a:lnTo>
                  <a:pt x="24717" y="91599"/>
                </a:lnTo>
                <a:cubicBezTo>
                  <a:pt x="23572" y="91724"/>
                  <a:pt x="22402" y="91798"/>
                  <a:pt x="21332" y="91798"/>
                </a:cubicBezTo>
                <a:cubicBezTo>
                  <a:pt x="18668" y="91798"/>
                  <a:pt x="16254" y="91450"/>
                  <a:pt x="14064" y="90753"/>
                </a:cubicBezTo>
                <a:lnTo>
                  <a:pt x="14064" y="90703"/>
                </a:lnTo>
                <a:close/>
                <a:moveTo>
                  <a:pt x="46397" y="84505"/>
                </a:moveTo>
                <a:cubicBezTo>
                  <a:pt x="46422" y="84655"/>
                  <a:pt x="46422" y="84779"/>
                  <a:pt x="46447" y="84928"/>
                </a:cubicBezTo>
                <a:cubicBezTo>
                  <a:pt x="46497" y="85252"/>
                  <a:pt x="46522" y="85600"/>
                  <a:pt x="46547" y="85899"/>
                </a:cubicBezTo>
                <a:cubicBezTo>
                  <a:pt x="46547" y="85999"/>
                  <a:pt x="46547" y="86123"/>
                  <a:pt x="46571" y="86223"/>
                </a:cubicBezTo>
                <a:lnTo>
                  <a:pt x="46571" y="86372"/>
                </a:lnTo>
                <a:cubicBezTo>
                  <a:pt x="46571" y="86720"/>
                  <a:pt x="46621" y="87094"/>
                  <a:pt x="46571" y="87417"/>
                </a:cubicBezTo>
                <a:lnTo>
                  <a:pt x="46571" y="87865"/>
                </a:lnTo>
                <a:lnTo>
                  <a:pt x="46571" y="88139"/>
                </a:lnTo>
                <a:cubicBezTo>
                  <a:pt x="46571" y="88463"/>
                  <a:pt x="46547" y="88786"/>
                  <a:pt x="46522" y="89110"/>
                </a:cubicBezTo>
                <a:lnTo>
                  <a:pt x="46422" y="89857"/>
                </a:lnTo>
                <a:cubicBezTo>
                  <a:pt x="46397" y="90205"/>
                  <a:pt x="46323" y="90529"/>
                  <a:pt x="46273" y="90877"/>
                </a:cubicBezTo>
                <a:cubicBezTo>
                  <a:pt x="46248" y="91126"/>
                  <a:pt x="46173" y="91350"/>
                  <a:pt x="46123" y="91599"/>
                </a:cubicBezTo>
                <a:cubicBezTo>
                  <a:pt x="46072" y="91840"/>
                  <a:pt x="46008" y="92070"/>
                  <a:pt x="45949" y="92304"/>
                </a:cubicBezTo>
                <a:lnTo>
                  <a:pt x="45949" y="92304"/>
                </a:lnTo>
                <a:cubicBezTo>
                  <a:pt x="46584" y="89689"/>
                  <a:pt x="46716" y="87036"/>
                  <a:pt x="46372" y="84530"/>
                </a:cubicBezTo>
                <a:cubicBezTo>
                  <a:pt x="46372" y="84530"/>
                  <a:pt x="46397" y="84530"/>
                  <a:pt x="46397" y="84505"/>
                </a:cubicBezTo>
                <a:close/>
                <a:moveTo>
                  <a:pt x="45914" y="92446"/>
                </a:moveTo>
                <a:cubicBezTo>
                  <a:pt x="45900" y="92503"/>
                  <a:pt x="45887" y="92561"/>
                  <a:pt x="45874" y="92620"/>
                </a:cubicBezTo>
                <a:cubicBezTo>
                  <a:pt x="45866" y="92645"/>
                  <a:pt x="45858" y="92670"/>
                  <a:pt x="45850" y="92695"/>
                </a:cubicBezTo>
                <a:lnTo>
                  <a:pt x="45850" y="92695"/>
                </a:lnTo>
                <a:cubicBezTo>
                  <a:pt x="45872" y="92612"/>
                  <a:pt x="45893" y="92529"/>
                  <a:pt x="45914" y="92446"/>
                </a:cubicBezTo>
                <a:close/>
                <a:moveTo>
                  <a:pt x="45626" y="93490"/>
                </a:moveTo>
                <a:cubicBezTo>
                  <a:pt x="45626" y="93490"/>
                  <a:pt x="45626" y="93490"/>
                  <a:pt x="45626" y="93491"/>
                </a:cubicBezTo>
                <a:cubicBezTo>
                  <a:pt x="45624" y="93495"/>
                  <a:pt x="45623" y="93499"/>
                  <a:pt x="45622" y="93503"/>
                </a:cubicBezTo>
                <a:lnTo>
                  <a:pt x="45622" y="93503"/>
                </a:lnTo>
                <a:cubicBezTo>
                  <a:pt x="45623" y="93498"/>
                  <a:pt x="45624" y="93494"/>
                  <a:pt x="45626" y="93490"/>
                </a:cubicBezTo>
                <a:close/>
                <a:moveTo>
                  <a:pt x="70143" y="81244"/>
                </a:moveTo>
                <a:cubicBezTo>
                  <a:pt x="72035" y="83908"/>
                  <a:pt x="73753" y="86696"/>
                  <a:pt x="75146" y="89259"/>
                </a:cubicBezTo>
                <a:cubicBezTo>
                  <a:pt x="72558" y="91101"/>
                  <a:pt x="69944" y="92620"/>
                  <a:pt x="67405" y="93864"/>
                </a:cubicBezTo>
                <a:cubicBezTo>
                  <a:pt x="65638" y="91923"/>
                  <a:pt x="63846" y="89707"/>
                  <a:pt x="62228" y="87442"/>
                </a:cubicBezTo>
                <a:cubicBezTo>
                  <a:pt x="64966" y="85476"/>
                  <a:pt x="67629" y="83410"/>
                  <a:pt x="70143" y="81244"/>
                </a:cubicBezTo>
                <a:close/>
                <a:moveTo>
                  <a:pt x="46148" y="84655"/>
                </a:moveTo>
                <a:lnTo>
                  <a:pt x="46148" y="84655"/>
                </a:lnTo>
                <a:cubicBezTo>
                  <a:pt x="46547" y="87666"/>
                  <a:pt x="46223" y="90852"/>
                  <a:pt x="45227" y="93939"/>
                </a:cubicBezTo>
                <a:cubicBezTo>
                  <a:pt x="44232" y="92819"/>
                  <a:pt x="43510" y="91450"/>
                  <a:pt x="43062" y="89832"/>
                </a:cubicBezTo>
                <a:cubicBezTo>
                  <a:pt x="43734" y="88438"/>
                  <a:pt x="44182" y="86994"/>
                  <a:pt x="44481" y="85526"/>
                </a:cubicBezTo>
                <a:cubicBezTo>
                  <a:pt x="45028" y="85252"/>
                  <a:pt x="45601" y="84953"/>
                  <a:pt x="46148" y="84655"/>
                </a:cubicBezTo>
                <a:close/>
                <a:moveTo>
                  <a:pt x="62079" y="87567"/>
                </a:moveTo>
                <a:cubicBezTo>
                  <a:pt x="63721" y="89832"/>
                  <a:pt x="65464" y="91997"/>
                  <a:pt x="67256" y="93964"/>
                </a:cubicBezTo>
                <a:cubicBezTo>
                  <a:pt x="67206" y="93964"/>
                  <a:pt x="67206" y="93989"/>
                  <a:pt x="67181" y="93989"/>
                </a:cubicBezTo>
                <a:lnTo>
                  <a:pt x="67156" y="93964"/>
                </a:lnTo>
                <a:cubicBezTo>
                  <a:pt x="65389" y="91997"/>
                  <a:pt x="63647" y="89832"/>
                  <a:pt x="62054" y="87592"/>
                </a:cubicBezTo>
                <a:lnTo>
                  <a:pt x="62079" y="87567"/>
                </a:lnTo>
                <a:close/>
                <a:moveTo>
                  <a:pt x="75246" y="89458"/>
                </a:moveTo>
                <a:cubicBezTo>
                  <a:pt x="75246" y="89483"/>
                  <a:pt x="75271" y="89483"/>
                  <a:pt x="75271" y="89508"/>
                </a:cubicBezTo>
                <a:cubicBezTo>
                  <a:pt x="72732" y="91325"/>
                  <a:pt x="70118" y="92844"/>
                  <a:pt x="67555" y="94088"/>
                </a:cubicBezTo>
                <a:cubicBezTo>
                  <a:pt x="67555" y="94088"/>
                  <a:pt x="67530" y="94063"/>
                  <a:pt x="67530" y="94038"/>
                </a:cubicBezTo>
                <a:cubicBezTo>
                  <a:pt x="70069" y="92819"/>
                  <a:pt x="72657" y="91300"/>
                  <a:pt x="75246" y="89458"/>
                </a:cubicBezTo>
                <a:close/>
                <a:moveTo>
                  <a:pt x="45568" y="93678"/>
                </a:moveTo>
                <a:cubicBezTo>
                  <a:pt x="45521" y="93837"/>
                  <a:pt x="45480" y="93988"/>
                  <a:pt x="45426" y="94113"/>
                </a:cubicBezTo>
                <a:cubicBezTo>
                  <a:pt x="45475" y="93968"/>
                  <a:pt x="45522" y="93823"/>
                  <a:pt x="45568" y="93678"/>
                </a:cubicBezTo>
                <a:close/>
                <a:moveTo>
                  <a:pt x="42987" y="90056"/>
                </a:moveTo>
                <a:cubicBezTo>
                  <a:pt x="43435" y="91624"/>
                  <a:pt x="44157" y="92993"/>
                  <a:pt x="45153" y="94113"/>
                </a:cubicBezTo>
                <a:cubicBezTo>
                  <a:pt x="45153" y="94163"/>
                  <a:pt x="45128" y="94188"/>
                  <a:pt x="45128" y="94188"/>
                </a:cubicBezTo>
                <a:cubicBezTo>
                  <a:pt x="44132" y="93068"/>
                  <a:pt x="43385" y="91724"/>
                  <a:pt x="42912" y="90131"/>
                </a:cubicBezTo>
                <a:cubicBezTo>
                  <a:pt x="42937" y="90106"/>
                  <a:pt x="42937" y="90081"/>
                  <a:pt x="42987" y="90056"/>
                </a:cubicBezTo>
                <a:close/>
                <a:moveTo>
                  <a:pt x="67331" y="94113"/>
                </a:moveTo>
                <a:cubicBezTo>
                  <a:pt x="67331" y="94138"/>
                  <a:pt x="67380" y="94138"/>
                  <a:pt x="67380" y="94188"/>
                </a:cubicBezTo>
                <a:cubicBezTo>
                  <a:pt x="67331" y="94188"/>
                  <a:pt x="67331" y="94213"/>
                  <a:pt x="67306" y="94213"/>
                </a:cubicBezTo>
                <a:cubicBezTo>
                  <a:pt x="67306" y="94188"/>
                  <a:pt x="67306" y="94138"/>
                  <a:pt x="67281" y="94138"/>
                </a:cubicBezTo>
                <a:cubicBezTo>
                  <a:pt x="67306" y="94138"/>
                  <a:pt x="67306" y="94113"/>
                  <a:pt x="67331" y="94113"/>
                </a:cubicBezTo>
                <a:close/>
                <a:moveTo>
                  <a:pt x="45352" y="94312"/>
                </a:moveTo>
                <a:cubicBezTo>
                  <a:pt x="45377" y="94362"/>
                  <a:pt x="45352" y="94362"/>
                  <a:pt x="45352" y="94412"/>
                </a:cubicBezTo>
                <a:lnTo>
                  <a:pt x="45302" y="94362"/>
                </a:lnTo>
                <a:cubicBezTo>
                  <a:pt x="45302" y="94337"/>
                  <a:pt x="45302" y="94337"/>
                  <a:pt x="45352" y="94312"/>
                </a:cubicBezTo>
                <a:close/>
                <a:moveTo>
                  <a:pt x="91319" y="90945"/>
                </a:moveTo>
                <a:cubicBezTo>
                  <a:pt x="90031" y="92197"/>
                  <a:pt x="88707" y="93432"/>
                  <a:pt x="87337" y="94644"/>
                </a:cubicBezTo>
                <a:lnTo>
                  <a:pt x="87337" y="94644"/>
                </a:lnTo>
                <a:cubicBezTo>
                  <a:pt x="88780" y="93361"/>
                  <a:pt x="90261" y="91967"/>
                  <a:pt x="91319" y="90945"/>
                </a:cubicBezTo>
                <a:close/>
                <a:moveTo>
                  <a:pt x="58171" y="86098"/>
                </a:moveTo>
                <a:cubicBezTo>
                  <a:pt x="58544" y="87069"/>
                  <a:pt x="58917" y="88015"/>
                  <a:pt x="59191" y="89010"/>
                </a:cubicBezTo>
                <a:cubicBezTo>
                  <a:pt x="56055" y="91126"/>
                  <a:pt x="52869" y="93018"/>
                  <a:pt x="49733" y="94661"/>
                </a:cubicBezTo>
                <a:cubicBezTo>
                  <a:pt x="50131" y="91823"/>
                  <a:pt x="50081" y="88961"/>
                  <a:pt x="49509" y="86272"/>
                </a:cubicBezTo>
                <a:lnTo>
                  <a:pt x="49509" y="86272"/>
                </a:lnTo>
                <a:cubicBezTo>
                  <a:pt x="50629" y="86621"/>
                  <a:pt x="51848" y="86820"/>
                  <a:pt x="53143" y="86820"/>
                </a:cubicBezTo>
                <a:cubicBezTo>
                  <a:pt x="54711" y="86820"/>
                  <a:pt x="56379" y="86571"/>
                  <a:pt x="58171" y="86098"/>
                </a:cubicBezTo>
                <a:close/>
                <a:moveTo>
                  <a:pt x="49286" y="86180"/>
                </a:moveTo>
                <a:cubicBezTo>
                  <a:pt x="49295" y="86198"/>
                  <a:pt x="49337" y="86200"/>
                  <a:pt x="49359" y="86223"/>
                </a:cubicBezTo>
                <a:cubicBezTo>
                  <a:pt x="49907" y="88961"/>
                  <a:pt x="50006" y="91848"/>
                  <a:pt x="49583" y="94735"/>
                </a:cubicBezTo>
                <a:cubicBezTo>
                  <a:pt x="49533" y="94735"/>
                  <a:pt x="49533" y="94760"/>
                  <a:pt x="49509" y="94760"/>
                </a:cubicBezTo>
                <a:cubicBezTo>
                  <a:pt x="49956" y="91850"/>
                  <a:pt x="49882" y="88916"/>
                  <a:pt x="49286" y="86180"/>
                </a:cubicBezTo>
                <a:close/>
                <a:moveTo>
                  <a:pt x="59291" y="89160"/>
                </a:moveTo>
                <a:cubicBezTo>
                  <a:pt x="59291" y="89210"/>
                  <a:pt x="59291" y="89210"/>
                  <a:pt x="59316" y="89234"/>
                </a:cubicBezTo>
                <a:cubicBezTo>
                  <a:pt x="56130" y="91375"/>
                  <a:pt x="52944" y="93267"/>
                  <a:pt x="49733" y="94959"/>
                </a:cubicBezTo>
                <a:lnTo>
                  <a:pt x="49733" y="94860"/>
                </a:lnTo>
                <a:cubicBezTo>
                  <a:pt x="52894" y="93217"/>
                  <a:pt x="56080" y="91325"/>
                  <a:pt x="59291" y="89160"/>
                </a:cubicBezTo>
                <a:close/>
                <a:moveTo>
                  <a:pt x="49509" y="94959"/>
                </a:moveTo>
                <a:lnTo>
                  <a:pt x="49509" y="95059"/>
                </a:lnTo>
                <a:cubicBezTo>
                  <a:pt x="49484" y="95059"/>
                  <a:pt x="49484" y="95084"/>
                  <a:pt x="49459" y="95084"/>
                </a:cubicBezTo>
                <a:lnTo>
                  <a:pt x="49459" y="94984"/>
                </a:lnTo>
                <a:cubicBezTo>
                  <a:pt x="49484" y="94984"/>
                  <a:pt x="49484" y="94959"/>
                  <a:pt x="49509" y="94959"/>
                </a:cubicBezTo>
                <a:close/>
                <a:moveTo>
                  <a:pt x="2763" y="79552"/>
                </a:moveTo>
                <a:cubicBezTo>
                  <a:pt x="3261" y="81195"/>
                  <a:pt x="3933" y="82688"/>
                  <a:pt x="4754" y="84032"/>
                </a:cubicBezTo>
                <a:cubicBezTo>
                  <a:pt x="4680" y="84679"/>
                  <a:pt x="4605" y="85302"/>
                  <a:pt x="4555" y="85974"/>
                </a:cubicBezTo>
                <a:cubicBezTo>
                  <a:pt x="4555" y="86098"/>
                  <a:pt x="4505" y="86173"/>
                  <a:pt x="4505" y="86297"/>
                </a:cubicBezTo>
                <a:cubicBezTo>
                  <a:pt x="4456" y="86969"/>
                  <a:pt x="4431" y="87617"/>
                  <a:pt x="4381" y="88264"/>
                </a:cubicBezTo>
                <a:lnTo>
                  <a:pt x="4381" y="88712"/>
                </a:lnTo>
                <a:lnTo>
                  <a:pt x="4381" y="90255"/>
                </a:lnTo>
                <a:lnTo>
                  <a:pt x="4381" y="90703"/>
                </a:lnTo>
                <a:cubicBezTo>
                  <a:pt x="4431" y="91276"/>
                  <a:pt x="4456" y="91873"/>
                  <a:pt x="4505" y="92470"/>
                </a:cubicBezTo>
                <a:cubicBezTo>
                  <a:pt x="4505" y="92620"/>
                  <a:pt x="4555" y="92769"/>
                  <a:pt x="4580" y="92968"/>
                </a:cubicBezTo>
                <a:cubicBezTo>
                  <a:pt x="4655" y="93565"/>
                  <a:pt x="4729" y="94138"/>
                  <a:pt x="4829" y="94735"/>
                </a:cubicBezTo>
                <a:cubicBezTo>
                  <a:pt x="4829" y="94760"/>
                  <a:pt x="4854" y="94835"/>
                  <a:pt x="4854" y="94860"/>
                </a:cubicBezTo>
                <a:cubicBezTo>
                  <a:pt x="4879" y="95009"/>
                  <a:pt x="4929" y="95134"/>
                  <a:pt x="4953" y="95308"/>
                </a:cubicBezTo>
                <a:cubicBezTo>
                  <a:pt x="3360" y="93317"/>
                  <a:pt x="2215" y="90952"/>
                  <a:pt x="1494" y="88214"/>
                </a:cubicBezTo>
                <a:cubicBezTo>
                  <a:pt x="1444" y="87766"/>
                  <a:pt x="1419" y="87368"/>
                  <a:pt x="1369" y="86944"/>
                </a:cubicBezTo>
                <a:lnTo>
                  <a:pt x="1369" y="86745"/>
                </a:lnTo>
                <a:cubicBezTo>
                  <a:pt x="1344" y="86322"/>
                  <a:pt x="1344" y="85874"/>
                  <a:pt x="1369" y="85426"/>
                </a:cubicBezTo>
                <a:cubicBezTo>
                  <a:pt x="1369" y="85351"/>
                  <a:pt x="1369" y="85227"/>
                  <a:pt x="1394" y="85127"/>
                </a:cubicBezTo>
                <a:cubicBezTo>
                  <a:pt x="1394" y="84978"/>
                  <a:pt x="1444" y="84804"/>
                  <a:pt x="1444" y="84630"/>
                </a:cubicBezTo>
                <a:cubicBezTo>
                  <a:pt x="1593" y="82887"/>
                  <a:pt x="2066" y="81195"/>
                  <a:pt x="2763" y="79552"/>
                </a:cubicBezTo>
                <a:close/>
                <a:moveTo>
                  <a:pt x="75395" y="89707"/>
                </a:moveTo>
                <a:cubicBezTo>
                  <a:pt x="75520" y="89907"/>
                  <a:pt x="75644" y="90155"/>
                  <a:pt x="75744" y="90379"/>
                </a:cubicBezTo>
                <a:cubicBezTo>
                  <a:pt x="75420" y="90628"/>
                  <a:pt x="75122" y="90902"/>
                  <a:pt x="74773" y="91151"/>
                </a:cubicBezTo>
                <a:cubicBezTo>
                  <a:pt x="74524" y="91375"/>
                  <a:pt x="74275" y="91574"/>
                  <a:pt x="74026" y="91773"/>
                </a:cubicBezTo>
                <a:cubicBezTo>
                  <a:pt x="73304" y="92346"/>
                  <a:pt x="72608" y="92893"/>
                  <a:pt x="71886" y="93441"/>
                </a:cubicBezTo>
                <a:cubicBezTo>
                  <a:pt x="71687" y="93590"/>
                  <a:pt x="71512" y="93715"/>
                  <a:pt x="71313" y="93864"/>
                </a:cubicBezTo>
                <a:cubicBezTo>
                  <a:pt x="70641" y="94387"/>
                  <a:pt x="69919" y="94934"/>
                  <a:pt x="69197" y="95432"/>
                </a:cubicBezTo>
                <a:cubicBezTo>
                  <a:pt x="69123" y="95457"/>
                  <a:pt x="69023" y="95532"/>
                  <a:pt x="68949" y="95582"/>
                </a:cubicBezTo>
                <a:cubicBezTo>
                  <a:pt x="68824" y="95457"/>
                  <a:pt x="68700" y="95308"/>
                  <a:pt x="68575" y="95183"/>
                </a:cubicBezTo>
                <a:cubicBezTo>
                  <a:pt x="68301" y="94860"/>
                  <a:pt x="68003" y="94561"/>
                  <a:pt x="67704" y="94238"/>
                </a:cubicBezTo>
                <a:cubicBezTo>
                  <a:pt x="70268" y="92993"/>
                  <a:pt x="72856" y="91475"/>
                  <a:pt x="75395" y="89707"/>
                </a:cubicBezTo>
                <a:close/>
                <a:moveTo>
                  <a:pt x="4929" y="84331"/>
                </a:moveTo>
                <a:cubicBezTo>
                  <a:pt x="4953" y="84356"/>
                  <a:pt x="4953" y="84381"/>
                  <a:pt x="4978" y="84381"/>
                </a:cubicBezTo>
                <a:cubicBezTo>
                  <a:pt x="4929" y="84903"/>
                  <a:pt x="4854" y="85426"/>
                  <a:pt x="4804" y="85949"/>
                </a:cubicBezTo>
                <a:cubicBezTo>
                  <a:pt x="4804" y="86048"/>
                  <a:pt x="4779" y="86223"/>
                  <a:pt x="4779" y="86347"/>
                </a:cubicBezTo>
                <a:cubicBezTo>
                  <a:pt x="4705" y="86969"/>
                  <a:pt x="4680" y="87592"/>
                  <a:pt x="4655" y="88214"/>
                </a:cubicBezTo>
                <a:lnTo>
                  <a:pt x="4655" y="88388"/>
                </a:lnTo>
                <a:cubicBezTo>
                  <a:pt x="4605" y="89010"/>
                  <a:pt x="4655" y="89633"/>
                  <a:pt x="4655" y="90255"/>
                </a:cubicBezTo>
                <a:cubicBezTo>
                  <a:pt x="4655" y="90454"/>
                  <a:pt x="4655" y="90628"/>
                  <a:pt x="4680" y="90852"/>
                </a:cubicBezTo>
                <a:cubicBezTo>
                  <a:pt x="4705" y="91375"/>
                  <a:pt x="4729" y="91923"/>
                  <a:pt x="4779" y="92420"/>
                </a:cubicBezTo>
                <a:cubicBezTo>
                  <a:pt x="4779" y="92495"/>
                  <a:pt x="4779" y="92595"/>
                  <a:pt x="4804" y="92719"/>
                </a:cubicBezTo>
                <a:cubicBezTo>
                  <a:pt x="4854" y="93317"/>
                  <a:pt x="4953" y="93914"/>
                  <a:pt x="5053" y="94462"/>
                </a:cubicBezTo>
                <a:cubicBezTo>
                  <a:pt x="5078" y="94611"/>
                  <a:pt x="5103" y="94785"/>
                  <a:pt x="5128" y="94959"/>
                </a:cubicBezTo>
                <a:cubicBezTo>
                  <a:pt x="5202" y="95208"/>
                  <a:pt x="5227" y="95457"/>
                  <a:pt x="5302" y="95706"/>
                </a:cubicBezTo>
                <a:cubicBezTo>
                  <a:pt x="5277" y="95681"/>
                  <a:pt x="5277" y="95656"/>
                  <a:pt x="5227" y="95607"/>
                </a:cubicBezTo>
                <a:cubicBezTo>
                  <a:pt x="5178" y="95358"/>
                  <a:pt x="5103" y="95084"/>
                  <a:pt x="5053" y="94835"/>
                </a:cubicBezTo>
                <a:cubicBezTo>
                  <a:pt x="5028" y="94735"/>
                  <a:pt x="5028" y="94611"/>
                  <a:pt x="4978" y="94536"/>
                </a:cubicBezTo>
                <a:cubicBezTo>
                  <a:pt x="4904" y="94038"/>
                  <a:pt x="4829" y="93491"/>
                  <a:pt x="4754" y="92968"/>
                </a:cubicBezTo>
                <a:cubicBezTo>
                  <a:pt x="4729" y="92819"/>
                  <a:pt x="4729" y="92694"/>
                  <a:pt x="4705" y="92545"/>
                </a:cubicBezTo>
                <a:cubicBezTo>
                  <a:pt x="4630" y="91972"/>
                  <a:pt x="4605" y="91375"/>
                  <a:pt x="4580" y="90803"/>
                </a:cubicBezTo>
                <a:cubicBezTo>
                  <a:pt x="4580" y="90603"/>
                  <a:pt x="4580" y="90429"/>
                  <a:pt x="4555" y="90205"/>
                </a:cubicBezTo>
                <a:lnTo>
                  <a:pt x="4555" y="88712"/>
                </a:lnTo>
                <a:lnTo>
                  <a:pt x="4555" y="88264"/>
                </a:lnTo>
                <a:cubicBezTo>
                  <a:pt x="4580" y="87641"/>
                  <a:pt x="4605" y="87019"/>
                  <a:pt x="4680" y="86372"/>
                </a:cubicBezTo>
                <a:cubicBezTo>
                  <a:pt x="4680" y="86223"/>
                  <a:pt x="4705" y="86024"/>
                  <a:pt x="4705" y="85874"/>
                </a:cubicBezTo>
                <a:cubicBezTo>
                  <a:pt x="4804" y="85376"/>
                  <a:pt x="4854" y="84854"/>
                  <a:pt x="4929" y="84331"/>
                </a:cubicBezTo>
                <a:close/>
                <a:moveTo>
                  <a:pt x="67530" y="94312"/>
                </a:moveTo>
                <a:lnTo>
                  <a:pt x="68650" y="95507"/>
                </a:lnTo>
                <a:lnTo>
                  <a:pt x="68799" y="95681"/>
                </a:lnTo>
                <a:lnTo>
                  <a:pt x="68774" y="95681"/>
                </a:lnTo>
                <a:cubicBezTo>
                  <a:pt x="68774" y="95706"/>
                  <a:pt x="68774" y="95706"/>
                  <a:pt x="68749" y="95706"/>
                </a:cubicBezTo>
                <a:cubicBezTo>
                  <a:pt x="68525" y="95482"/>
                  <a:pt x="68326" y="95283"/>
                  <a:pt x="68127" y="95059"/>
                </a:cubicBezTo>
                <a:cubicBezTo>
                  <a:pt x="67903" y="94835"/>
                  <a:pt x="67679" y="94611"/>
                  <a:pt x="67505" y="94362"/>
                </a:cubicBezTo>
                <a:lnTo>
                  <a:pt x="67455" y="94337"/>
                </a:lnTo>
                <a:cubicBezTo>
                  <a:pt x="67505" y="94337"/>
                  <a:pt x="67505" y="94312"/>
                  <a:pt x="67530" y="94312"/>
                </a:cubicBezTo>
                <a:close/>
                <a:moveTo>
                  <a:pt x="46621" y="84630"/>
                </a:moveTo>
                <a:cubicBezTo>
                  <a:pt x="47293" y="85252"/>
                  <a:pt x="48140" y="85725"/>
                  <a:pt x="49085" y="86098"/>
                </a:cubicBezTo>
                <a:cubicBezTo>
                  <a:pt x="49708" y="88886"/>
                  <a:pt x="49758" y="91873"/>
                  <a:pt x="49285" y="94860"/>
                </a:cubicBezTo>
                <a:cubicBezTo>
                  <a:pt x="48712" y="95183"/>
                  <a:pt x="48090" y="95482"/>
                  <a:pt x="47492" y="95781"/>
                </a:cubicBezTo>
                <a:cubicBezTo>
                  <a:pt x="46771" y="95358"/>
                  <a:pt x="46148" y="94860"/>
                  <a:pt x="45601" y="94287"/>
                </a:cubicBezTo>
                <a:cubicBezTo>
                  <a:pt x="46099" y="92844"/>
                  <a:pt x="46422" y="91375"/>
                  <a:pt x="46621" y="89882"/>
                </a:cubicBezTo>
                <a:cubicBezTo>
                  <a:pt x="46845" y="88114"/>
                  <a:pt x="46845" y="86372"/>
                  <a:pt x="46621" y="84729"/>
                </a:cubicBezTo>
                <a:lnTo>
                  <a:pt x="46621" y="84630"/>
                </a:lnTo>
                <a:close/>
                <a:moveTo>
                  <a:pt x="75819" y="90504"/>
                </a:moveTo>
                <a:cubicBezTo>
                  <a:pt x="75819" y="90554"/>
                  <a:pt x="75868" y="90554"/>
                  <a:pt x="75868" y="90579"/>
                </a:cubicBezTo>
                <a:cubicBezTo>
                  <a:pt x="75520" y="90852"/>
                  <a:pt x="75171" y="91126"/>
                  <a:pt x="74873" y="91425"/>
                </a:cubicBezTo>
                <a:cubicBezTo>
                  <a:pt x="74624" y="91599"/>
                  <a:pt x="74400" y="91798"/>
                  <a:pt x="74151" y="91997"/>
                </a:cubicBezTo>
                <a:cubicBezTo>
                  <a:pt x="73429" y="92570"/>
                  <a:pt x="72682" y="93167"/>
                  <a:pt x="71985" y="93715"/>
                </a:cubicBezTo>
                <a:cubicBezTo>
                  <a:pt x="71786" y="93839"/>
                  <a:pt x="71637" y="93989"/>
                  <a:pt x="71438" y="94113"/>
                </a:cubicBezTo>
                <a:cubicBezTo>
                  <a:pt x="70691" y="94686"/>
                  <a:pt x="69944" y="95233"/>
                  <a:pt x="69173" y="95781"/>
                </a:cubicBezTo>
                <a:lnTo>
                  <a:pt x="69148" y="95731"/>
                </a:lnTo>
                <a:cubicBezTo>
                  <a:pt x="69123" y="95681"/>
                  <a:pt x="69148" y="95656"/>
                  <a:pt x="69197" y="95607"/>
                </a:cubicBezTo>
                <a:cubicBezTo>
                  <a:pt x="69919" y="95084"/>
                  <a:pt x="70666" y="94561"/>
                  <a:pt x="71388" y="94038"/>
                </a:cubicBezTo>
                <a:cubicBezTo>
                  <a:pt x="71562" y="93864"/>
                  <a:pt x="71761" y="93740"/>
                  <a:pt x="71985" y="93590"/>
                </a:cubicBezTo>
                <a:lnTo>
                  <a:pt x="74126" y="91923"/>
                </a:lnTo>
                <a:cubicBezTo>
                  <a:pt x="74375" y="91724"/>
                  <a:pt x="74574" y="91549"/>
                  <a:pt x="74848" y="91325"/>
                </a:cubicBezTo>
                <a:cubicBezTo>
                  <a:pt x="75171" y="91051"/>
                  <a:pt x="75495" y="90803"/>
                  <a:pt x="75819" y="90504"/>
                </a:cubicBezTo>
                <a:close/>
                <a:moveTo>
                  <a:pt x="2041" y="90404"/>
                </a:moveTo>
                <a:lnTo>
                  <a:pt x="2041" y="90404"/>
                </a:lnTo>
                <a:cubicBezTo>
                  <a:pt x="2788" y="92396"/>
                  <a:pt x="3809" y="94138"/>
                  <a:pt x="5053" y="95681"/>
                </a:cubicBezTo>
                <a:cubicBezTo>
                  <a:pt x="5053" y="95706"/>
                  <a:pt x="5078" y="95756"/>
                  <a:pt x="5078" y="95806"/>
                </a:cubicBezTo>
                <a:cubicBezTo>
                  <a:pt x="4057" y="94561"/>
                  <a:pt x="3186" y="93192"/>
                  <a:pt x="2489" y="91649"/>
                </a:cubicBezTo>
                <a:cubicBezTo>
                  <a:pt x="2315" y="91251"/>
                  <a:pt x="2141" y="90852"/>
                  <a:pt x="2041" y="90404"/>
                </a:cubicBezTo>
                <a:close/>
                <a:moveTo>
                  <a:pt x="45526" y="94486"/>
                </a:moveTo>
                <a:cubicBezTo>
                  <a:pt x="46049" y="95034"/>
                  <a:pt x="46646" y="95482"/>
                  <a:pt x="47293" y="95855"/>
                </a:cubicBezTo>
                <a:cubicBezTo>
                  <a:pt x="47268" y="95855"/>
                  <a:pt x="47268" y="95905"/>
                  <a:pt x="47244" y="95905"/>
                </a:cubicBezTo>
                <a:cubicBezTo>
                  <a:pt x="46596" y="95532"/>
                  <a:pt x="46024" y="95084"/>
                  <a:pt x="45501" y="94561"/>
                </a:cubicBezTo>
                <a:cubicBezTo>
                  <a:pt x="45501" y="94511"/>
                  <a:pt x="45501" y="94511"/>
                  <a:pt x="45526" y="94486"/>
                </a:cubicBezTo>
                <a:close/>
                <a:moveTo>
                  <a:pt x="68874" y="95806"/>
                </a:moveTo>
                <a:cubicBezTo>
                  <a:pt x="68924" y="95831"/>
                  <a:pt x="68924" y="95831"/>
                  <a:pt x="68949" y="95855"/>
                </a:cubicBezTo>
                <a:lnTo>
                  <a:pt x="68899" y="95905"/>
                </a:lnTo>
                <a:lnTo>
                  <a:pt x="68874" y="95855"/>
                </a:lnTo>
                <a:lnTo>
                  <a:pt x="68824" y="95831"/>
                </a:lnTo>
                <a:lnTo>
                  <a:pt x="68874" y="95806"/>
                </a:lnTo>
                <a:close/>
                <a:moveTo>
                  <a:pt x="49235" y="95084"/>
                </a:moveTo>
                <a:lnTo>
                  <a:pt x="49235" y="95183"/>
                </a:lnTo>
                <a:cubicBezTo>
                  <a:pt x="48737" y="95457"/>
                  <a:pt x="48264" y="95706"/>
                  <a:pt x="47766" y="95930"/>
                </a:cubicBezTo>
                <a:cubicBezTo>
                  <a:pt x="47741" y="95905"/>
                  <a:pt x="47716" y="95905"/>
                  <a:pt x="47667" y="95855"/>
                </a:cubicBezTo>
                <a:cubicBezTo>
                  <a:pt x="48189" y="95607"/>
                  <a:pt x="48712" y="95333"/>
                  <a:pt x="49235" y="95084"/>
                </a:cubicBezTo>
                <a:close/>
                <a:moveTo>
                  <a:pt x="47492" y="95980"/>
                </a:moveTo>
                <a:cubicBezTo>
                  <a:pt x="47517" y="96005"/>
                  <a:pt x="47542" y="96005"/>
                  <a:pt x="47592" y="96055"/>
                </a:cubicBezTo>
                <a:cubicBezTo>
                  <a:pt x="47542" y="96055"/>
                  <a:pt x="47542" y="96079"/>
                  <a:pt x="47517" y="96079"/>
                </a:cubicBezTo>
                <a:cubicBezTo>
                  <a:pt x="47492" y="96055"/>
                  <a:pt x="47468" y="96055"/>
                  <a:pt x="47418" y="96030"/>
                </a:cubicBezTo>
                <a:cubicBezTo>
                  <a:pt x="47468" y="96030"/>
                  <a:pt x="47468" y="95980"/>
                  <a:pt x="47492" y="95980"/>
                </a:cubicBezTo>
                <a:close/>
                <a:moveTo>
                  <a:pt x="5302" y="96005"/>
                </a:moveTo>
                <a:lnTo>
                  <a:pt x="5302" y="96005"/>
                </a:lnTo>
                <a:cubicBezTo>
                  <a:pt x="5327" y="96055"/>
                  <a:pt x="5352" y="96079"/>
                  <a:pt x="5352" y="96104"/>
                </a:cubicBezTo>
                <a:cubicBezTo>
                  <a:pt x="5352" y="96154"/>
                  <a:pt x="5402" y="96204"/>
                  <a:pt x="5402" y="96229"/>
                </a:cubicBezTo>
                <a:lnTo>
                  <a:pt x="5302" y="96129"/>
                </a:lnTo>
                <a:cubicBezTo>
                  <a:pt x="5327" y="96104"/>
                  <a:pt x="5327" y="96055"/>
                  <a:pt x="5302" y="96005"/>
                </a:cubicBezTo>
                <a:close/>
                <a:moveTo>
                  <a:pt x="61855" y="87666"/>
                </a:moveTo>
                <a:cubicBezTo>
                  <a:pt x="61979" y="87865"/>
                  <a:pt x="62128" y="88040"/>
                  <a:pt x="62303" y="88239"/>
                </a:cubicBezTo>
                <a:cubicBezTo>
                  <a:pt x="62726" y="88836"/>
                  <a:pt x="63174" y="89434"/>
                  <a:pt x="63597" y="89981"/>
                </a:cubicBezTo>
                <a:cubicBezTo>
                  <a:pt x="63746" y="90205"/>
                  <a:pt x="63921" y="90379"/>
                  <a:pt x="64070" y="90603"/>
                </a:cubicBezTo>
                <a:cubicBezTo>
                  <a:pt x="64692" y="91375"/>
                  <a:pt x="65314" y="92172"/>
                  <a:pt x="65937" y="92893"/>
                </a:cubicBezTo>
                <a:cubicBezTo>
                  <a:pt x="66211" y="93242"/>
                  <a:pt x="66484" y="93565"/>
                  <a:pt x="66783" y="93864"/>
                </a:cubicBezTo>
                <a:cubicBezTo>
                  <a:pt x="66833" y="93939"/>
                  <a:pt x="66907" y="93989"/>
                  <a:pt x="66932" y="94063"/>
                </a:cubicBezTo>
                <a:cubicBezTo>
                  <a:pt x="64866" y="95034"/>
                  <a:pt x="62875" y="95806"/>
                  <a:pt x="60959" y="96328"/>
                </a:cubicBezTo>
                <a:cubicBezTo>
                  <a:pt x="60834" y="93964"/>
                  <a:pt x="60411" y="91549"/>
                  <a:pt x="59714" y="89160"/>
                </a:cubicBezTo>
                <a:cubicBezTo>
                  <a:pt x="60436" y="88662"/>
                  <a:pt x="61158" y="88214"/>
                  <a:pt x="61855" y="87666"/>
                </a:cubicBezTo>
                <a:close/>
                <a:moveTo>
                  <a:pt x="2763" y="92844"/>
                </a:moveTo>
                <a:cubicBezTo>
                  <a:pt x="3186" y="93615"/>
                  <a:pt x="3634" y="94362"/>
                  <a:pt x="4182" y="95084"/>
                </a:cubicBezTo>
                <a:cubicBezTo>
                  <a:pt x="4207" y="95109"/>
                  <a:pt x="4232" y="95158"/>
                  <a:pt x="4257" y="95208"/>
                </a:cubicBezTo>
                <a:cubicBezTo>
                  <a:pt x="4555" y="95582"/>
                  <a:pt x="4829" y="95930"/>
                  <a:pt x="5128" y="96279"/>
                </a:cubicBezTo>
                <a:cubicBezTo>
                  <a:pt x="5153" y="96279"/>
                  <a:pt x="5153" y="96303"/>
                  <a:pt x="5178" y="96303"/>
                </a:cubicBezTo>
                <a:lnTo>
                  <a:pt x="5202" y="96403"/>
                </a:lnTo>
                <a:lnTo>
                  <a:pt x="4456" y="95557"/>
                </a:lnTo>
                <a:lnTo>
                  <a:pt x="4381" y="95482"/>
                </a:lnTo>
                <a:cubicBezTo>
                  <a:pt x="4082" y="95084"/>
                  <a:pt x="3809" y="94686"/>
                  <a:pt x="3510" y="94287"/>
                </a:cubicBezTo>
                <a:cubicBezTo>
                  <a:pt x="3510" y="94238"/>
                  <a:pt x="3485" y="94238"/>
                  <a:pt x="3485" y="94213"/>
                </a:cubicBezTo>
                <a:cubicBezTo>
                  <a:pt x="3261" y="93864"/>
                  <a:pt x="3087" y="93541"/>
                  <a:pt x="2888" y="93192"/>
                </a:cubicBezTo>
                <a:cubicBezTo>
                  <a:pt x="2863" y="93068"/>
                  <a:pt x="2813" y="92968"/>
                  <a:pt x="2763" y="92844"/>
                </a:cubicBezTo>
                <a:close/>
                <a:moveTo>
                  <a:pt x="59565" y="89284"/>
                </a:moveTo>
                <a:cubicBezTo>
                  <a:pt x="60237" y="91624"/>
                  <a:pt x="60685" y="94063"/>
                  <a:pt x="60834" y="96428"/>
                </a:cubicBezTo>
                <a:cubicBezTo>
                  <a:pt x="60809" y="96428"/>
                  <a:pt x="60809" y="96428"/>
                  <a:pt x="60784" y="96453"/>
                </a:cubicBezTo>
                <a:cubicBezTo>
                  <a:pt x="60585" y="94063"/>
                  <a:pt x="60187" y="91649"/>
                  <a:pt x="59490" y="89334"/>
                </a:cubicBezTo>
                <a:cubicBezTo>
                  <a:pt x="59540" y="89334"/>
                  <a:pt x="59540" y="89284"/>
                  <a:pt x="59565" y="89284"/>
                </a:cubicBezTo>
                <a:close/>
                <a:moveTo>
                  <a:pt x="49210" y="95432"/>
                </a:moveTo>
                <a:cubicBezTo>
                  <a:pt x="49135" y="95781"/>
                  <a:pt x="49085" y="96154"/>
                  <a:pt x="48986" y="96478"/>
                </a:cubicBezTo>
                <a:cubicBezTo>
                  <a:pt x="48637" y="96353"/>
                  <a:pt x="48289" y="96204"/>
                  <a:pt x="47990" y="96055"/>
                </a:cubicBezTo>
                <a:cubicBezTo>
                  <a:pt x="48388" y="95855"/>
                  <a:pt x="48787" y="95656"/>
                  <a:pt x="49210" y="95432"/>
                </a:cubicBezTo>
                <a:close/>
                <a:moveTo>
                  <a:pt x="67132" y="94213"/>
                </a:moveTo>
                <a:lnTo>
                  <a:pt x="67132" y="94213"/>
                </a:lnTo>
                <a:cubicBezTo>
                  <a:pt x="67107" y="94238"/>
                  <a:pt x="67156" y="94287"/>
                  <a:pt x="67156" y="94287"/>
                </a:cubicBezTo>
                <a:cubicBezTo>
                  <a:pt x="65066" y="95283"/>
                  <a:pt x="63024" y="96030"/>
                  <a:pt x="61033" y="96577"/>
                </a:cubicBezTo>
                <a:lnTo>
                  <a:pt x="61033" y="96528"/>
                </a:lnTo>
                <a:cubicBezTo>
                  <a:pt x="62975" y="95955"/>
                  <a:pt x="65041" y="95183"/>
                  <a:pt x="67132" y="94213"/>
                </a:cubicBezTo>
                <a:close/>
                <a:moveTo>
                  <a:pt x="49484" y="95308"/>
                </a:moveTo>
                <a:cubicBezTo>
                  <a:pt x="49409" y="95731"/>
                  <a:pt x="49334" y="96179"/>
                  <a:pt x="49235" y="96602"/>
                </a:cubicBezTo>
                <a:cubicBezTo>
                  <a:pt x="49210" y="96602"/>
                  <a:pt x="49160" y="96577"/>
                  <a:pt x="49160" y="96577"/>
                </a:cubicBezTo>
                <a:cubicBezTo>
                  <a:pt x="49260" y="96179"/>
                  <a:pt x="49359" y="95731"/>
                  <a:pt x="49409" y="95333"/>
                </a:cubicBezTo>
                <a:cubicBezTo>
                  <a:pt x="49459" y="95333"/>
                  <a:pt x="49459" y="95308"/>
                  <a:pt x="49484" y="95308"/>
                </a:cubicBezTo>
                <a:close/>
                <a:moveTo>
                  <a:pt x="60834" y="96577"/>
                </a:moveTo>
                <a:lnTo>
                  <a:pt x="60834" y="96627"/>
                </a:lnTo>
                <a:cubicBezTo>
                  <a:pt x="60809" y="96627"/>
                  <a:pt x="60809" y="96627"/>
                  <a:pt x="60784" y="96677"/>
                </a:cubicBezTo>
                <a:cubicBezTo>
                  <a:pt x="60809" y="96627"/>
                  <a:pt x="60784" y="96627"/>
                  <a:pt x="60784" y="96602"/>
                </a:cubicBezTo>
                <a:cubicBezTo>
                  <a:pt x="60809" y="96602"/>
                  <a:pt x="60809" y="96602"/>
                  <a:pt x="60834" y="96577"/>
                </a:cubicBezTo>
                <a:close/>
                <a:moveTo>
                  <a:pt x="47791" y="96129"/>
                </a:moveTo>
                <a:cubicBezTo>
                  <a:pt x="48140" y="96353"/>
                  <a:pt x="48538" y="96528"/>
                  <a:pt x="48961" y="96677"/>
                </a:cubicBezTo>
                <a:lnTo>
                  <a:pt x="48961" y="96727"/>
                </a:lnTo>
                <a:cubicBezTo>
                  <a:pt x="48513" y="96577"/>
                  <a:pt x="48115" y="96378"/>
                  <a:pt x="47741" y="96179"/>
                </a:cubicBezTo>
                <a:cubicBezTo>
                  <a:pt x="47766" y="96179"/>
                  <a:pt x="47766" y="96129"/>
                  <a:pt x="47791" y="96129"/>
                </a:cubicBezTo>
                <a:close/>
                <a:moveTo>
                  <a:pt x="5451" y="96602"/>
                </a:moveTo>
                <a:lnTo>
                  <a:pt x="5526" y="96702"/>
                </a:lnTo>
                <a:lnTo>
                  <a:pt x="5526" y="96727"/>
                </a:lnTo>
                <a:lnTo>
                  <a:pt x="5551" y="96826"/>
                </a:lnTo>
                <a:lnTo>
                  <a:pt x="5551" y="96826"/>
                </a:lnTo>
                <a:lnTo>
                  <a:pt x="5451" y="96727"/>
                </a:lnTo>
                <a:lnTo>
                  <a:pt x="5451" y="96602"/>
                </a:lnTo>
                <a:close/>
                <a:moveTo>
                  <a:pt x="49110" y="96776"/>
                </a:moveTo>
                <a:cubicBezTo>
                  <a:pt x="49135" y="96776"/>
                  <a:pt x="49135" y="96776"/>
                  <a:pt x="49160" y="96801"/>
                </a:cubicBezTo>
                <a:lnTo>
                  <a:pt x="49160" y="96851"/>
                </a:lnTo>
                <a:lnTo>
                  <a:pt x="49135" y="96851"/>
                </a:lnTo>
                <a:cubicBezTo>
                  <a:pt x="49135" y="96826"/>
                  <a:pt x="49110" y="96826"/>
                  <a:pt x="49110" y="96826"/>
                </a:cubicBezTo>
                <a:lnTo>
                  <a:pt x="49110" y="96776"/>
                </a:lnTo>
                <a:close/>
                <a:moveTo>
                  <a:pt x="89658" y="77685"/>
                </a:moveTo>
                <a:cubicBezTo>
                  <a:pt x="91948" y="79079"/>
                  <a:pt x="94064" y="80174"/>
                  <a:pt x="95881" y="80896"/>
                </a:cubicBezTo>
                <a:cubicBezTo>
                  <a:pt x="95781" y="81020"/>
                  <a:pt x="95682" y="81145"/>
                  <a:pt x="95557" y="81269"/>
                </a:cubicBezTo>
                <a:cubicBezTo>
                  <a:pt x="95383" y="81493"/>
                  <a:pt x="95209" y="81692"/>
                  <a:pt x="95034" y="81916"/>
                </a:cubicBezTo>
                <a:cubicBezTo>
                  <a:pt x="94711" y="82290"/>
                  <a:pt x="94437" y="82663"/>
                  <a:pt x="94138" y="83012"/>
                </a:cubicBezTo>
                <a:cubicBezTo>
                  <a:pt x="94014" y="83136"/>
                  <a:pt x="93889" y="83286"/>
                  <a:pt x="93790" y="83410"/>
                </a:cubicBezTo>
                <a:cubicBezTo>
                  <a:pt x="93068" y="84231"/>
                  <a:pt x="92346" y="85028"/>
                  <a:pt x="91599" y="85849"/>
                </a:cubicBezTo>
                <a:cubicBezTo>
                  <a:pt x="91550" y="85899"/>
                  <a:pt x="91475" y="85974"/>
                  <a:pt x="91425" y="86048"/>
                </a:cubicBezTo>
                <a:cubicBezTo>
                  <a:pt x="91052" y="86422"/>
                  <a:pt x="90703" y="86845"/>
                  <a:pt x="90330" y="87218"/>
                </a:cubicBezTo>
                <a:cubicBezTo>
                  <a:pt x="90106" y="87417"/>
                  <a:pt x="89932" y="87641"/>
                  <a:pt x="89708" y="87841"/>
                </a:cubicBezTo>
                <a:lnTo>
                  <a:pt x="88948" y="88600"/>
                </a:lnTo>
                <a:lnTo>
                  <a:pt x="88948" y="88600"/>
                </a:lnTo>
                <a:cubicBezTo>
                  <a:pt x="89233" y="88330"/>
                  <a:pt x="89515" y="88058"/>
                  <a:pt x="89807" y="87766"/>
                </a:cubicBezTo>
                <a:lnTo>
                  <a:pt x="89982" y="87592"/>
                </a:lnTo>
                <a:cubicBezTo>
                  <a:pt x="90405" y="87168"/>
                  <a:pt x="90778" y="86770"/>
                  <a:pt x="91176" y="86372"/>
                </a:cubicBezTo>
                <a:lnTo>
                  <a:pt x="91326" y="86223"/>
                </a:lnTo>
                <a:cubicBezTo>
                  <a:pt x="91351" y="86173"/>
                  <a:pt x="91400" y="86123"/>
                  <a:pt x="91450" y="86098"/>
                </a:cubicBezTo>
                <a:lnTo>
                  <a:pt x="91525" y="86024"/>
                </a:lnTo>
                <a:cubicBezTo>
                  <a:pt x="93093" y="84356"/>
                  <a:pt x="94586" y="82638"/>
                  <a:pt x="96030" y="80871"/>
                </a:cubicBezTo>
                <a:lnTo>
                  <a:pt x="96080" y="80871"/>
                </a:lnTo>
                <a:cubicBezTo>
                  <a:pt x="95084" y="82066"/>
                  <a:pt x="94064" y="83286"/>
                  <a:pt x="93018" y="84505"/>
                </a:cubicBezTo>
                <a:cubicBezTo>
                  <a:pt x="92944" y="84605"/>
                  <a:pt x="92894" y="84655"/>
                  <a:pt x="92794" y="84754"/>
                </a:cubicBezTo>
                <a:cubicBezTo>
                  <a:pt x="91674" y="85999"/>
                  <a:pt x="90479" y="87218"/>
                  <a:pt x="89285" y="88413"/>
                </a:cubicBezTo>
                <a:lnTo>
                  <a:pt x="89235" y="88463"/>
                </a:lnTo>
                <a:cubicBezTo>
                  <a:pt x="88737" y="88911"/>
                  <a:pt x="88239" y="89409"/>
                  <a:pt x="87741" y="89882"/>
                </a:cubicBezTo>
                <a:lnTo>
                  <a:pt x="87617" y="90006"/>
                </a:lnTo>
                <a:lnTo>
                  <a:pt x="87567" y="90081"/>
                </a:lnTo>
                <a:cubicBezTo>
                  <a:pt x="87119" y="90479"/>
                  <a:pt x="86671" y="90902"/>
                  <a:pt x="86198" y="91325"/>
                </a:cubicBezTo>
                <a:lnTo>
                  <a:pt x="86123" y="91375"/>
                </a:lnTo>
                <a:cubicBezTo>
                  <a:pt x="86049" y="91475"/>
                  <a:pt x="85949" y="91524"/>
                  <a:pt x="85850" y="91624"/>
                </a:cubicBezTo>
                <a:cubicBezTo>
                  <a:pt x="85426" y="91997"/>
                  <a:pt x="85003" y="92371"/>
                  <a:pt x="84580" y="92719"/>
                </a:cubicBezTo>
                <a:cubicBezTo>
                  <a:pt x="84431" y="92844"/>
                  <a:pt x="84257" y="92968"/>
                  <a:pt x="84132" y="93093"/>
                </a:cubicBezTo>
                <a:cubicBezTo>
                  <a:pt x="83734" y="93441"/>
                  <a:pt x="83311" y="93765"/>
                  <a:pt x="82888" y="94113"/>
                </a:cubicBezTo>
                <a:cubicBezTo>
                  <a:pt x="82738" y="94238"/>
                  <a:pt x="82564" y="94387"/>
                  <a:pt x="82390" y="94511"/>
                </a:cubicBezTo>
                <a:cubicBezTo>
                  <a:pt x="82327" y="94564"/>
                  <a:pt x="82264" y="94616"/>
                  <a:pt x="82200" y="94667"/>
                </a:cubicBezTo>
                <a:lnTo>
                  <a:pt x="82200" y="94667"/>
                </a:lnTo>
                <a:lnTo>
                  <a:pt x="82216" y="94636"/>
                </a:lnTo>
                <a:cubicBezTo>
                  <a:pt x="82589" y="94362"/>
                  <a:pt x="82962" y="94063"/>
                  <a:pt x="83311" y="93740"/>
                </a:cubicBezTo>
                <a:cubicBezTo>
                  <a:pt x="83336" y="93715"/>
                  <a:pt x="83385" y="93690"/>
                  <a:pt x="83435" y="93615"/>
                </a:cubicBezTo>
                <a:cubicBezTo>
                  <a:pt x="83560" y="93516"/>
                  <a:pt x="83684" y="93416"/>
                  <a:pt x="83809" y="93317"/>
                </a:cubicBezTo>
                <a:lnTo>
                  <a:pt x="83833" y="93267"/>
                </a:lnTo>
                <a:cubicBezTo>
                  <a:pt x="83958" y="93192"/>
                  <a:pt x="84082" y="93068"/>
                  <a:pt x="84207" y="92968"/>
                </a:cubicBezTo>
                <a:cubicBezTo>
                  <a:pt x="84431" y="92769"/>
                  <a:pt x="84630" y="92595"/>
                  <a:pt x="84829" y="92445"/>
                </a:cubicBezTo>
                <a:cubicBezTo>
                  <a:pt x="84879" y="92371"/>
                  <a:pt x="84954" y="92346"/>
                  <a:pt x="84978" y="92271"/>
                </a:cubicBezTo>
                <a:cubicBezTo>
                  <a:pt x="85053" y="92221"/>
                  <a:pt x="85103" y="92196"/>
                  <a:pt x="85178" y="92122"/>
                </a:cubicBezTo>
                <a:cubicBezTo>
                  <a:pt x="85227" y="92072"/>
                  <a:pt x="85302" y="92022"/>
                  <a:pt x="85352" y="91972"/>
                </a:cubicBezTo>
                <a:lnTo>
                  <a:pt x="85451" y="91873"/>
                </a:lnTo>
                <a:cubicBezTo>
                  <a:pt x="85850" y="91524"/>
                  <a:pt x="86223" y="91201"/>
                  <a:pt x="86596" y="90852"/>
                </a:cubicBezTo>
                <a:cubicBezTo>
                  <a:pt x="86664" y="90785"/>
                  <a:pt x="86731" y="90718"/>
                  <a:pt x="86799" y="90654"/>
                </a:cubicBezTo>
                <a:lnTo>
                  <a:pt x="86799" y="90654"/>
                </a:lnTo>
                <a:cubicBezTo>
                  <a:pt x="86756" y="90693"/>
                  <a:pt x="86714" y="90727"/>
                  <a:pt x="86671" y="90753"/>
                </a:cubicBezTo>
                <a:cubicBezTo>
                  <a:pt x="86248" y="91101"/>
                  <a:pt x="85875" y="91475"/>
                  <a:pt x="85476" y="91823"/>
                </a:cubicBezTo>
                <a:cubicBezTo>
                  <a:pt x="85327" y="91948"/>
                  <a:pt x="85178" y="92097"/>
                  <a:pt x="85003" y="92221"/>
                </a:cubicBezTo>
                <a:cubicBezTo>
                  <a:pt x="84630" y="92545"/>
                  <a:pt x="84257" y="92869"/>
                  <a:pt x="83883" y="93192"/>
                </a:cubicBezTo>
                <a:lnTo>
                  <a:pt x="83336" y="93665"/>
                </a:lnTo>
                <a:cubicBezTo>
                  <a:pt x="82987" y="93939"/>
                  <a:pt x="82614" y="94238"/>
                  <a:pt x="82240" y="94536"/>
                </a:cubicBezTo>
                <a:cubicBezTo>
                  <a:pt x="82016" y="94710"/>
                  <a:pt x="81817" y="94860"/>
                  <a:pt x="81568" y="95059"/>
                </a:cubicBezTo>
                <a:cubicBezTo>
                  <a:pt x="81220" y="95308"/>
                  <a:pt x="80871" y="95582"/>
                  <a:pt x="80523" y="95831"/>
                </a:cubicBezTo>
                <a:lnTo>
                  <a:pt x="79776" y="96403"/>
                </a:lnTo>
                <a:cubicBezTo>
                  <a:pt x="79751" y="96428"/>
                  <a:pt x="79702" y="96453"/>
                  <a:pt x="79652" y="96478"/>
                </a:cubicBezTo>
                <a:cubicBezTo>
                  <a:pt x="79453" y="96652"/>
                  <a:pt x="79204" y="96826"/>
                  <a:pt x="78980" y="96976"/>
                </a:cubicBezTo>
                <a:cubicBezTo>
                  <a:pt x="78905" y="96776"/>
                  <a:pt x="78855" y="96577"/>
                  <a:pt x="78781" y="96403"/>
                </a:cubicBezTo>
                <a:cubicBezTo>
                  <a:pt x="78731" y="96179"/>
                  <a:pt x="78656" y="95980"/>
                  <a:pt x="78606" y="95781"/>
                </a:cubicBezTo>
                <a:cubicBezTo>
                  <a:pt x="78532" y="95557"/>
                  <a:pt x="78432" y="95333"/>
                  <a:pt x="78382" y="95109"/>
                </a:cubicBezTo>
                <a:cubicBezTo>
                  <a:pt x="78283" y="94860"/>
                  <a:pt x="78183" y="94586"/>
                  <a:pt x="78059" y="94312"/>
                </a:cubicBezTo>
                <a:cubicBezTo>
                  <a:pt x="78009" y="94138"/>
                  <a:pt x="77959" y="93989"/>
                  <a:pt x="77884" y="93864"/>
                </a:cubicBezTo>
                <a:cubicBezTo>
                  <a:pt x="77735" y="93491"/>
                  <a:pt x="77561" y="93167"/>
                  <a:pt x="77412" y="92794"/>
                </a:cubicBezTo>
                <a:cubicBezTo>
                  <a:pt x="77412" y="92744"/>
                  <a:pt x="77387" y="92719"/>
                  <a:pt x="77362" y="92694"/>
                </a:cubicBezTo>
                <a:cubicBezTo>
                  <a:pt x="77038" y="91972"/>
                  <a:pt x="76665" y="91226"/>
                  <a:pt x="76291" y="90479"/>
                </a:cubicBezTo>
                <a:cubicBezTo>
                  <a:pt x="76416" y="90379"/>
                  <a:pt x="76540" y="90280"/>
                  <a:pt x="76640" y="90205"/>
                </a:cubicBezTo>
                <a:cubicBezTo>
                  <a:pt x="76988" y="89931"/>
                  <a:pt x="77287" y="89633"/>
                  <a:pt x="77636" y="89359"/>
                </a:cubicBezTo>
                <a:cubicBezTo>
                  <a:pt x="78133" y="88936"/>
                  <a:pt x="78631" y="88513"/>
                  <a:pt x="79104" y="88089"/>
                </a:cubicBezTo>
                <a:cubicBezTo>
                  <a:pt x="79453" y="87766"/>
                  <a:pt x="79776" y="87492"/>
                  <a:pt x="80125" y="87193"/>
                </a:cubicBezTo>
                <a:cubicBezTo>
                  <a:pt x="80697" y="86671"/>
                  <a:pt x="81220" y="86198"/>
                  <a:pt x="81743" y="85700"/>
                </a:cubicBezTo>
                <a:cubicBezTo>
                  <a:pt x="82116" y="85351"/>
                  <a:pt x="82489" y="85003"/>
                  <a:pt x="82838" y="84655"/>
                </a:cubicBezTo>
                <a:cubicBezTo>
                  <a:pt x="83136" y="84381"/>
                  <a:pt x="83460" y="84082"/>
                  <a:pt x="83734" y="83783"/>
                </a:cubicBezTo>
                <a:cubicBezTo>
                  <a:pt x="84306" y="83261"/>
                  <a:pt x="84829" y="82738"/>
                  <a:pt x="85352" y="82165"/>
                </a:cubicBezTo>
                <a:lnTo>
                  <a:pt x="86323" y="81195"/>
                </a:lnTo>
                <a:cubicBezTo>
                  <a:pt x="86671" y="80871"/>
                  <a:pt x="86970" y="80523"/>
                  <a:pt x="87318" y="80174"/>
                </a:cubicBezTo>
                <a:lnTo>
                  <a:pt x="88911" y="78506"/>
                </a:lnTo>
                <a:cubicBezTo>
                  <a:pt x="89160" y="78258"/>
                  <a:pt x="89359" y="77959"/>
                  <a:pt x="89608" y="77710"/>
                </a:cubicBezTo>
                <a:lnTo>
                  <a:pt x="89658" y="77685"/>
                </a:lnTo>
                <a:close/>
                <a:moveTo>
                  <a:pt x="76117" y="90603"/>
                </a:moveTo>
                <a:cubicBezTo>
                  <a:pt x="76764" y="91873"/>
                  <a:pt x="77312" y="93093"/>
                  <a:pt x="77785" y="94238"/>
                </a:cubicBezTo>
                <a:lnTo>
                  <a:pt x="77884" y="94437"/>
                </a:lnTo>
                <a:cubicBezTo>
                  <a:pt x="78009" y="94735"/>
                  <a:pt x="78108" y="95059"/>
                  <a:pt x="78233" y="95333"/>
                </a:cubicBezTo>
                <a:cubicBezTo>
                  <a:pt x="78283" y="95507"/>
                  <a:pt x="78357" y="95681"/>
                  <a:pt x="78407" y="95855"/>
                </a:cubicBezTo>
                <a:cubicBezTo>
                  <a:pt x="78507" y="96079"/>
                  <a:pt x="78532" y="96303"/>
                  <a:pt x="78631" y="96552"/>
                </a:cubicBezTo>
                <a:cubicBezTo>
                  <a:pt x="78681" y="96702"/>
                  <a:pt x="78731" y="96876"/>
                  <a:pt x="78781" y="97050"/>
                </a:cubicBezTo>
                <a:cubicBezTo>
                  <a:pt x="78756" y="97050"/>
                  <a:pt x="78756" y="97075"/>
                  <a:pt x="78731" y="97075"/>
                </a:cubicBezTo>
                <a:cubicBezTo>
                  <a:pt x="78706" y="96926"/>
                  <a:pt x="78631" y="96727"/>
                  <a:pt x="78581" y="96577"/>
                </a:cubicBezTo>
                <a:cubicBezTo>
                  <a:pt x="78507" y="96353"/>
                  <a:pt x="78457" y="96179"/>
                  <a:pt x="78382" y="95955"/>
                </a:cubicBezTo>
                <a:cubicBezTo>
                  <a:pt x="78308" y="95756"/>
                  <a:pt x="78258" y="95582"/>
                  <a:pt x="78183" y="95432"/>
                </a:cubicBezTo>
                <a:cubicBezTo>
                  <a:pt x="78108" y="95158"/>
                  <a:pt x="77984" y="94860"/>
                  <a:pt x="77884" y="94561"/>
                </a:cubicBezTo>
                <a:cubicBezTo>
                  <a:pt x="77860" y="94511"/>
                  <a:pt x="77860" y="94462"/>
                  <a:pt x="77810" y="94412"/>
                </a:cubicBezTo>
                <a:cubicBezTo>
                  <a:pt x="77362" y="93217"/>
                  <a:pt x="76764" y="91948"/>
                  <a:pt x="76067" y="90628"/>
                </a:cubicBezTo>
                <a:lnTo>
                  <a:pt x="76117" y="90603"/>
                </a:lnTo>
                <a:close/>
                <a:moveTo>
                  <a:pt x="80528" y="95978"/>
                </a:moveTo>
                <a:cubicBezTo>
                  <a:pt x="80053" y="96453"/>
                  <a:pt x="79518" y="96826"/>
                  <a:pt x="79005" y="97200"/>
                </a:cubicBezTo>
                <a:lnTo>
                  <a:pt x="79005" y="97175"/>
                </a:lnTo>
                <a:lnTo>
                  <a:pt x="79005" y="97125"/>
                </a:lnTo>
                <a:cubicBezTo>
                  <a:pt x="79328" y="96926"/>
                  <a:pt x="79627" y="96702"/>
                  <a:pt x="79901" y="96453"/>
                </a:cubicBezTo>
                <a:cubicBezTo>
                  <a:pt x="80125" y="96303"/>
                  <a:pt x="80324" y="96129"/>
                  <a:pt x="80523" y="95980"/>
                </a:cubicBezTo>
                <a:cubicBezTo>
                  <a:pt x="80525" y="95979"/>
                  <a:pt x="80526" y="95978"/>
                  <a:pt x="80528" y="95978"/>
                </a:cubicBezTo>
                <a:close/>
                <a:moveTo>
                  <a:pt x="45426" y="94760"/>
                </a:moveTo>
                <a:cubicBezTo>
                  <a:pt x="45899" y="95233"/>
                  <a:pt x="46422" y="95656"/>
                  <a:pt x="47019" y="96005"/>
                </a:cubicBezTo>
                <a:cubicBezTo>
                  <a:pt x="46123" y="96453"/>
                  <a:pt x="45252" y="96851"/>
                  <a:pt x="44356" y="97224"/>
                </a:cubicBezTo>
                <a:cubicBezTo>
                  <a:pt x="44779" y="96428"/>
                  <a:pt x="45128" y="95607"/>
                  <a:pt x="45426" y="94760"/>
                </a:cubicBezTo>
                <a:close/>
                <a:moveTo>
                  <a:pt x="78855" y="97249"/>
                </a:moveTo>
                <a:lnTo>
                  <a:pt x="78855" y="97299"/>
                </a:lnTo>
                <a:lnTo>
                  <a:pt x="78830" y="97299"/>
                </a:lnTo>
                <a:cubicBezTo>
                  <a:pt x="78830" y="97324"/>
                  <a:pt x="78830" y="97324"/>
                  <a:pt x="78781" y="97349"/>
                </a:cubicBezTo>
                <a:lnTo>
                  <a:pt x="78781" y="97324"/>
                </a:lnTo>
                <a:lnTo>
                  <a:pt x="78781" y="97299"/>
                </a:lnTo>
                <a:lnTo>
                  <a:pt x="78830" y="97299"/>
                </a:lnTo>
                <a:lnTo>
                  <a:pt x="78855" y="97249"/>
                </a:lnTo>
                <a:close/>
                <a:moveTo>
                  <a:pt x="45252" y="94561"/>
                </a:moveTo>
                <a:lnTo>
                  <a:pt x="45277" y="94586"/>
                </a:lnTo>
                <a:cubicBezTo>
                  <a:pt x="45252" y="94611"/>
                  <a:pt x="45252" y="94686"/>
                  <a:pt x="45227" y="94710"/>
                </a:cubicBezTo>
                <a:lnTo>
                  <a:pt x="45227" y="94735"/>
                </a:lnTo>
                <a:cubicBezTo>
                  <a:pt x="45153" y="94860"/>
                  <a:pt x="45128" y="95034"/>
                  <a:pt x="45053" y="95158"/>
                </a:cubicBezTo>
                <a:lnTo>
                  <a:pt x="44680" y="96079"/>
                </a:lnTo>
                <a:cubicBezTo>
                  <a:pt x="44605" y="96279"/>
                  <a:pt x="44505" y="96478"/>
                  <a:pt x="44406" y="96677"/>
                </a:cubicBezTo>
                <a:cubicBezTo>
                  <a:pt x="44381" y="96727"/>
                  <a:pt x="44356" y="96776"/>
                  <a:pt x="44356" y="96826"/>
                </a:cubicBezTo>
                <a:cubicBezTo>
                  <a:pt x="44281" y="96976"/>
                  <a:pt x="44182" y="97100"/>
                  <a:pt x="44132" y="97249"/>
                </a:cubicBezTo>
                <a:cubicBezTo>
                  <a:pt x="44107" y="97299"/>
                  <a:pt x="44107" y="97324"/>
                  <a:pt x="44057" y="97374"/>
                </a:cubicBezTo>
                <a:cubicBezTo>
                  <a:pt x="44057" y="97374"/>
                  <a:pt x="44057" y="97374"/>
                  <a:pt x="44055" y="97374"/>
                </a:cubicBezTo>
                <a:lnTo>
                  <a:pt x="44055" y="97374"/>
                </a:lnTo>
                <a:cubicBezTo>
                  <a:pt x="44495" y="96421"/>
                  <a:pt x="44910" y="95515"/>
                  <a:pt x="45252" y="94561"/>
                </a:cubicBezTo>
                <a:close/>
                <a:moveTo>
                  <a:pt x="59341" y="89434"/>
                </a:moveTo>
                <a:cubicBezTo>
                  <a:pt x="59988" y="91724"/>
                  <a:pt x="60436" y="94113"/>
                  <a:pt x="60585" y="96453"/>
                </a:cubicBezTo>
                <a:cubicBezTo>
                  <a:pt x="58312" y="97064"/>
                  <a:pt x="56153" y="97378"/>
                  <a:pt x="54164" y="97378"/>
                </a:cubicBezTo>
                <a:cubicBezTo>
                  <a:pt x="52428" y="97378"/>
                  <a:pt x="50822" y="97139"/>
                  <a:pt x="49384" y="96652"/>
                </a:cubicBezTo>
                <a:cubicBezTo>
                  <a:pt x="49509" y="96179"/>
                  <a:pt x="49608" y="95681"/>
                  <a:pt x="49658" y="95183"/>
                </a:cubicBezTo>
                <a:cubicBezTo>
                  <a:pt x="52869" y="93491"/>
                  <a:pt x="56105" y="91574"/>
                  <a:pt x="59341" y="89434"/>
                </a:cubicBezTo>
                <a:close/>
                <a:moveTo>
                  <a:pt x="42215" y="86646"/>
                </a:moveTo>
                <a:cubicBezTo>
                  <a:pt x="42265" y="87741"/>
                  <a:pt x="42415" y="88762"/>
                  <a:pt x="42639" y="89732"/>
                </a:cubicBezTo>
                <a:cubicBezTo>
                  <a:pt x="41419" y="92246"/>
                  <a:pt x="39602" y="94611"/>
                  <a:pt x="37212" y="96602"/>
                </a:cubicBezTo>
                <a:cubicBezTo>
                  <a:pt x="37187" y="96627"/>
                  <a:pt x="37163" y="96677"/>
                  <a:pt x="37088" y="96702"/>
                </a:cubicBezTo>
                <a:cubicBezTo>
                  <a:pt x="36739" y="96976"/>
                  <a:pt x="36416" y="97249"/>
                  <a:pt x="36042" y="97523"/>
                </a:cubicBezTo>
                <a:cubicBezTo>
                  <a:pt x="35968" y="97299"/>
                  <a:pt x="35918" y="97075"/>
                  <a:pt x="35893" y="96901"/>
                </a:cubicBezTo>
                <a:cubicBezTo>
                  <a:pt x="35843" y="96727"/>
                  <a:pt x="35818" y="96577"/>
                  <a:pt x="35794" y="96378"/>
                </a:cubicBezTo>
                <a:cubicBezTo>
                  <a:pt x="35719" y="96104"/>
                  <a:pt x="35694" y="95806"/>
                  <a:pt x="35669" y="95482"/>
                </a:cubicBezTo>
                <a:cubicBezTo>
                  <a:pt x="35669" y="95383"/>
                  <a:pt x="35644" y="95333"/>
                  <a:pt x="35644" y="95233"/>
                </a:cubicBezTo>
                <a:cubicBezTo>
                  <a:pt x="35644" y="95183"/>
                  <a:pt x="35594" y="95109"/>
                  <a:pt x="35594" y="95059"/>
                </a:cubicBezTo>
                <a:cubicBezTo>
                  <a:pt x="35570" y="94611"/>
                  <a:pt x="35545" y="94138"/>
                  <a:pt x="35520" y="93715"/>
                </a:cubicBezTo>
                <a:lnTo>
                  <a:pt x="35520" y="93491"/>
                </a:lnTo>
                <a:lnTo>
                  <a:pt x="35520" y="93317"/>
                </a:lnTo>
                <a:lnTo>
                  <a:pt x="35520" y="92321"/>
                </a:lnTo>
                <a:cubicBezTo>
                  <a:pt x="35520" y="92122"/>
                  <a:pt x="35545" y="91948"/>
                  <a:pt x="35545" y="91748"/>
                </a:cubicBezTo>
                <a:cubicBezTo>
                  <a:pt x="35545" y="91450"/>
                  <a:pt x="35570" y="91151"/>
                  <a:pt x="35594" y="90852"/>
                </a:cubicBezTo>
                <a:lnTo>
                  <a:pt x="35594" y="90827"/>
                </a:lnTo>
                <a:cubicBezTo>
                  <a:pt x="35594" y="90628"/>
                  <a:pt x="35619" y="90479"/>
                  <a:pt x="35669" y="90280"/>
                </a:cubicBezTo>
                <a:cubicBezTo>
                  <a:pt x="35694" y="89981"/>
                  <a:pt x="35719" y="89658"/>
                  <a:pt x="35794" y="89359"/>
                </a:cubicBezTo>
                <a:cubicBezTo>
                  <a:pt x="35794" y="89334"/>
                  <a:pt x="35794" y="89284"/>
                  <a:pt x="35818" y="89259"/>
                </a:cubicBezTo>
                <a:cubicBezTo>
                  <a:pt x="37934" y="88537"/>
                  <a:pt x="40075" y="87666"/>
                  <a:pt x="42215" y="86646"/>
                </a:cubicBezTo>
                <a:close/>
                <a:moveTo>
                  <a:pt x="60610" y="96627"/>
                </a:moveTo>
                <a:lnTo>
                  <a:pt x="60610" y="96702"/>
                </a:lnTo>
                <a:cubicBezTo>
                  <a:pt x="58345" y="97324"/>
                  <a:pt x="56179" y="97623"/>
                  <a:pt x="54188" y="97623"/>
                </a:cubicBezTo>
                <a:cubicBezTo>
                  <a:pt x="52396" y="97623"/>
                  <a:pt x="50778" y="97374"/>
                  <a:pt x="49359" y="96901"/>
                </a:cubicBezTo>
                <a:cubicBezTo>
                  <a:pt x="49334" y="96901"/>
                  <a:pt x="49359" y="96851"/>
                  <a:pt x="49359" y="96826"/>
                </a:cubicBezTo>
                <a:cubicBezTo>
                  <a:pt x="50807" y="97317"/>
                  <a:pt x="52430" y="97561"/>
                  <a:pt x="54188" y="97561"/>
                </a:cubicBezTo>
                <a:cubicBezTo>
                  <a:pt x="56177" y="97561"/>
                  <a:pt x="58337" y="97248"/>
                  <a:pt x="60610" y="96627"/>
                </a:cubicBezTo>
                <a:close/>
                <a:moveTo>
                  <a:pt x="47219" y="96104"/>
                </a:moveTo>
                <a:cubicBezTo>
                  <a:pt x="47244" y="96154"/>
                  <a:pt x="47268" y="96154"/>
                  <a:pt x="47293" y="96179"/>
                </a:cubicBezTo>
                <a:cubicBezTo>
                  <a:pt x="46248" y="96677"/>
                  <a:pt x="45227" y="97175"/>
                  <a:pt x="44157" y="97648"/>
                </a:cubicBezTo>
                <a:cubicBezTo>
                  <a:pt x="44182" y="97573"/>
                  <a:pt x="44232" y="97548"/>
                  <a:pt x="44232" y="97473"/>
                </a:cubicBezTo>
                <a:cubicBezTo>
                  <a:pt x="45227" y="97050"/>
                  <a:pt x="46223" y="96577"/>
                  <a:pt x="47219" y="96104"/>
                </a:cubicBezTo>
                <a:close/>
                <a:moveTo>
                  <a:pt x="35570" y="89334"/>
                </a:moveTo>
                <a:cubicBezTo>
                  <a:pt x="35520" y="89707"/>
                  <a:pt x="35470" y="90106"/>
                  <a:pt x="35445" y="90479"/>
                </a:cubicBezTo>
                <a:cubicBezTo>
                  <a:pt x="35445" y="90579"/>
                  <a:pt x="35420" y="90678"/>
                  <a:pt x="35420" y="90753"/>
                </a:cubicBezTo>
                <a:lnTo>
                  <a:pt x="35420" y="90852"/>
                </a:lnTo>
                <a:cubicBezTo>
                  <a:pt x="35395" y="91126"/>
                  <a:pt x="35395" y="91375"/>
                  <a:pt x="35346" y="91649"/>
                </a:cubicBezTo>
                <a:lnTo>
                  <a:pt x="35346" y="91923"/>
                </a:lnTo>
                <a:cubicBezTo>
                  <a:pt x="35346" y="92072"/>
                  <a:pt x="35321" y="92196"/>
                  <a:pt x="35321" y="92346"/>
                </a:cubicBezTo>
                <a:lnTo>
                  <a:pt x="35321" y="92371"/>
                </a:lnTo>
                <a:lnTo>
                  <a:pt x="35321" y="93366"/>
                </a:lnTo>
                <a:lnTo>
                  <a:pt x="35321" y="93839"/>
                </a:lnTo>
                <a:cubicBezTo>
                  <a:pt x="35321" y="94213"/>
                  <a:pt x="35346" y="94586"/>
                  <a:pt x="35395" y="94934"/>
                </a:cubicBezTo>
                <a:lnTo>
                  <a:pt x="35395" y="94984"/>
                </a:lnTo>
                <a:cubicBezTo>
                  <a:pt x="35395" y="95084"/>
                  <a:pt x="35395" y="95134"/>
                  <a:pt x="35420" y="95233"/>
                </a:cubicBezTo>
                <a:cubicBezTo>
                  <a:pt x="35445" y="95681"/>
                  <a:pt x="35520" y="96129"/>
                  <a:pt x="35594" y="96577"/>
                </a:cubicBezTo>
                <a:cubicBezTo>
                  <a:pt x="35644" y="96727"/>
                  <a:pt x="35669" y="96851"/>
                  <a:pt x="35694" y="97000"/>
                </a:cubicBezTo>
                <a:cubicBezTo>
                  <a:pt x="35769" y="97224"/>
                  <a:pt x="35794" y="97473"/>
                  <a:pt x="35843" y="97697"/>
                </a:cubicBezTo>
                <a:lnTo>
                  <a:pt x="35818" y="97722"/>
                </a:lnTo>
                <a:cubicBezTo>
                  <a:pt x="35818" y="97722"/>
                  <a:pt x="35794" y="97722"/>
                  <a:pt x="35794" y="97772"/>
                </a:cubicBezTo>
                <a:cubicBezTo>
                  <a:pt x="35769" y="97448"/>
                  <a:pt x="35694" y="97224"/>
                  <a:pt x="35669" y="97025"/>
                </a:cubicBezTo>
                <a:cubicBezTo>
                  <a:pt x="35644" y="96851"/>
                  <a:pt x="35594" y="96702"/>
                  <a:pt x="35570" y="96528"/>
                </a:cubicBezTo>
                <a:cubicBezTo>
                  <a:pt x="35545" y="96403"/>
                  <a:pt x="35545" y="96303"/>
                  <a:pt x="35520" y="96179"/>
                </a:cubicBezTo>
                <a:cubicBezTo>
                  <a:pt x="35470" y="96055"/>
                  <a:pt x="35470" y="95905"/>
                  <a:pt x="35445" y="95731"/>
                </a:cubicBezTo>
                <a:cubicBezTo>
                  <a:pt x="35420" y="95557"/>
                  <a:pt x="35395" y="95333"/>
                  <a:pt x="35346" y="95158"/>
                </a:cubicBezTo>
                <a:cubicBezTo>
                  <a:pt x="35346" y="95034"/>
                  <a:pt x="35321" y="94910"/>
                  <a:pt x="35321" y="94735"/>
                </a:cubicBezTo>
                <a:lnTo>
                  <a:pt x="35321" y="94561"/>
                </a:lnTo>
                <a:cubicBezTo>
                  <a:pt x="35296" y="94287"/>
                  <a:pt x="35296" y="93989"/>
                  <a:pt x="35271" y="93715"/>
                </a:cubicBezTo>
                <a:lnTo>
                  <a:pt x="35271" y="93366"/>
                </a:lnTo>
                <a:lnTo>
                  <a:pt x="35271" y="92221"/>
                </a:lnTo>
                <a:lnTo>
                  <a:pt x="35271" y="92022"/>
                </a:lnTo>
                <a:cubicBezTo>
                  <a:pt x="35296" y="91574"/>
                  <a:pt x="35296" y="91126"/>
                  <a:pt x="35346" y="90678"/>
                </a:cubicBezTo>
                <a:cubicBezTo>
                  <a:pt x="35395" y="90230"/>
                  <a:pt x="35445" y="89757"/>
                  <a:pt x="35520" y="89334"/>
                </a:cubicBezTo>
                <a:close/>
                <a:moveTo>
                  <a:pt x="42688" y="90057"/>
                </a:moveTo>
                <a:cubicBezTo>
                  <a:pt x="41493" y="92496"/>
                  <a:pt x="39676" y="94810"/>
                  <a:pt x="37337" y="96776"/>
                </a:cubicBezTo>
                <a:lnTo>
                  <a:pt x="37262" y="96851"/>
                </a:lnTo>
                <a:cubicBezTo>
                  <a:pt x="36889" y="97175"/>
                  <a:pt x="36466" y="97473"/>
                  <a:pt x="36067" y="97772"/>
                </a:cubicBezTo>
                <a:lnTo>
                  <a:pt x="36067" y="97697"/>
                </a:lnTo>
                <a:cubicBezTo>
                  <a:pt x="36441" y="97424"/>
                  <a:pt x="36814" y="97150"/>
                  <a:pt x="37187" y="96826"/>
                </a:cubicBezTo>
                <a:cubicBezTo>
                  <a:pt x="37212" y="96801"/>
                  <a:pt x="37287" y="96776"/>
                  <a:pt x="37312" y="96727"/>
                </a:cubicBezTo>
                <a:cubicBezTo>
                  <a:pt x="39651" y="94761"/>
                  <a:pt x="41493" y="92496"/>
                  <a:pt x="42688" y="90057"/>
                </a:cubicBezTo>
                <a:close/>
                <a:moveTo>
                  <a:pt x="43933" y="97648"/>
                </a:moveTo>
                <a:cubicBezTo>
                  <a:pt x="43908" y="97672"/>
                  <a:pt x="43908" y="97722"/>
                  <a:pt x="43883" y="97772"/>
                </a:cubicBezTo>
                <a:cubicBezTo>
                  <a:pt x="43858" y="97772"/>
                  <a:pt x="43858" y="97772"/>
                  <a:pt x="43809" y="97797"/>
                </a:cubicBezTo>
                <a:cubicBezTo>
                  <a:pt x="43858" y="97772"/>
                  <a:pt x="43858" y="97697"/>
                  <a:pt x="43883" y="97672"/>
                </a:cubicBezTo>
                <a:cubicBezTo>
                  <a:pt x="43883" y="97648"/>
                  <a:pt x="43908" y="97648"/>
                  <a:pt x="43933" y="97648"/>
                </a:cubicBezTo>
                <a:close/>
                <a:moveTo>
                  <a:pt x="96329" y="81070"/>
                </a:moveTo>
                <a:cubicBezTo>
                  <a:pt x="96428" y="81120"/>
                  <a:pt x="96478" y="81145"/>
                  <a:pt x="96578" y="81170"/>
                </a:cubicBezTo>
                <a:cubicBezTo>
                  <a:pt x="91475" y="87119"/>
                  <a:pt x="85601" y="92744"/>
                  <a:pt x="79154" y="97797"/>
                </a:cubicBezTo>
                <a:cubicBezTo>
                  <a:pt x="79129" y="97598"/>
                  <a:pt x="79104" y="97523"/>
                  <a:pt x="79079" y="97399"/>
                </a:cubicBezTo>
                <a:cubicBezTo>
                  <a:pt x="79652" y="96976"/>
                  <a:pt x="80224" y="96552"/>
                  <a:pt x="80772" y="96104"/>
                </a:cubicBezTo>
                <a:cubicBezTo>
                  <a:pt x="80847" y="96079"/>
                  <a:pt x="80896" y="96005"/>
                  <a:pt x="80971" y="95980"/>
                </a:cubicBezTo>
                <a:cubicBezTo>
                  <a:pt x="80996" y="95955"/>
                  <a:pt x="81021" y="95930"/>
                  <a:pt x="81071" y="95930"/>
                </a:cubicBezTo>
                <a:cubicBezTo>
                  <a:pt x="81568" y="95557"/>
                  <a:pt x="82066" y="95183"/>
                  <a:pt x="82514" y="94785"/>
                </a:cubicBezTo>
                <a:cubicBezTo>
                  <a:pt x="82564" y="94785"/>
                  <a:pt x="82564" y="94735"/>
                  <a:pt x="82589" y="94735"/>
                </a:cubicBezTo>
                <a:cubicBezTo>
                  <a:pt x="82738" y="94611"/>
                  <a:pt x="82863" y="94486"/>
                  <a:pt x="83012" y="94412"/>
                </a:cubicBezTo>
                <a:lnTo>
                  <a:pt x="83062" y="94362"/>
                </a:lnTo>
                <a:cubicBezTo>
                  <a:pt x="83460" y="94014"/>
                  <a:pt x="83858" y="93715"/>
                  <a:pt x="84257" y="93366"/>
                </a:cubicBezTo>
                <a:cubicBezTo>
                  <a:pt x="84381" y="93267"/>
                  <a:pt x="84481" y="93192"/>
                  <a:pt x="84605" y="93068"/>
                </a:cubicBezTo>
                <a:cubicBezTo>
                  <a:pt x="84630" y="93018"/>
                  <a:pt x="84705" y="92993"/>
                  <a:pt x="84730" y="92943"/>
                </a:cubicBezTo>
                <a:cubicBezTo>
                  <a:pt x="84730" y="92943"/>
                  <a:pt x="84754" y="92943"/>
                  <a:pt x="84754" y="92893"/>
                </a:cubicBezTo>
                <a:lnTo>
                  <a:pt x="85974" y="91873"/>
                </a:lnTo>
                <a:cubicBezTo>
                  <a:pt x="86074" y="91773"/>
                  <a:pt x="86173" y="91699"/>
                  <a:pt x="86298" y="91599"/>
                </a:cubicBezTo>
                <a:cubicBezTo>
                  <a:pt x="86323" y="91574"/>
                  <a:pt x="86347" y="91549"/>
                  <a:pt x="86422" y="91500"/>
                </a:cubicBezTo>
                <a:lnTo>
                  <a:pt x="86447" y="91475"/>
                </a:lnTo>
                <a:cubicBezTo>
                  <a:pt x="86870" y="91101"/>
                  <a:pt x="87293" y="90703"/>
                  <a:pt x="87716" y="90330"/>
                </a:cubicBezTo>
                <a:lnTo>
                  <a:pt x="87741" y="90280"/>
                </a:lnTo>
                <a:lnTo>
                  <a:pt x="87816" y="90230"/>
                </a:lnTo>
                <a:cubicBezTo>
                  <a:pt x="87866" y="90155"/>
                  <a:pt x="87940" y="90106"/>
                  <a:pt x="88040" y="90031"/>
                </a:cubicBezTo>
                <a:cubicBezTo>
                  <a:pt x="88488" y="89608"/>
                  <a:pt x="88961" y="89160"/>
                  <a:pt x="89409" y="88712"/>
                </a:cubicBezTo>
                <a:lnTo>
                  <a:pt x="89558" y="88537"/>
                </a:lnTo>
                <a:lnTo>
                  <a:pt x="89957" y="88139"/>
                </a:lnTo>
                <a:cubicBezTo>
                  <a:pt x="90081" y="88015"/>
                  <a:pt x="90181" y="87890"/>
                  <a:pt x="90305" y="87791"/>
                </a:cubicBezTo>
                <a:lnTo>
                  <a:pt x="90430" y="87666"/>
                </a:lnTo>
                <a:cubicBezTo>
                  <a:pt x="90529" y="87542"/>
                  <a:pt x="90654" y="87467"/>
                  <a:pt x="90728" y="87343"/>
                </a:cubicBezTo>
                <a:lnTo>
                  <a:pt x="91326" y="86745"/>
                </a:lnTo>
                <a:cubicBezTo>
                  <a:pt x="91450" y="86621"/>
                  <a:pt x="91575" y="86472"/>
                  <a:pt x="91699" y="86347"/>
                </a:cubicBezTo>
                <a:cubicBezTo>
                  <a:pt x="92048" y="85999"/>
                  <a:pt x="92346" y="85625"/>
                  <a:pt x="92695" y="85252"/>
                </a:cubicBezTo>
                <a:lnTo>
                  <a:pt x="92794" y="85152"/>
                </a:lnTo>
                <a:lnTo>
                  <a:pt x="93068" y="84879"/>
                </a:lnTo>
                <a:lnTo>
                  <a:pt x="93118" y="84804"/>
                </a:lnTo>
                <a:cubicBezTo>
                  <a:pt x="94263" y="83609"/>
                  <a:pt x="95308" y="82365"/>
                  <a:pt x="96329" y="81070"/>
                </a:cubicBezTo>
                <a:close/>
                <a:moveTo>
                  <a:pt x="78905" y="97523"/>
                </a:moveTo>
                <a:cubicBezTo>
                  <a:pt x="78955" y="97598"/>
                  <a:pt x="78955" y="97697"/>
                  <a:pt x="78980" y="97797"/>
                </a:cubicBezTo>
                <a:lnTo>
                  <a:pt x="78980" y="97847"/>
                </a:lnTo>
                <a:cubicBezTo>
                  <a:pt x="78930" y="97847"/>
                  <a:pt x="78930" y="97872"/>
                  <a:pt x="78905" y="97872"/>
                </a:cubicBezTo>
                <a:cubicBezTo>
                  <a:pt x="78905" y="97847"/>
                  <a:pt x="78880" y="97797"/>
                  <a:pt x="78880" y="97772"/>
                </a:cubicBezTo>
                <a:cubicBezTo>
                  <a:pt x="78855" y="97697"/>
                  <a:pt x="78855" y="97598"/>
                  <a:pt x="78830" y="97548"/>
                </a:cubicBezTo>
                <a:lnTo>
                  <a:pt x="78905" y="97523"/>
                </a:lnTo>
                <a:close/>
                <a:moveTo>
                  <a:pt x="35893" y="97822"/>
                </a:moveTo>
                <a:lnTo>
                  <a:pt x="35893" y="97847"/>
                </a:lnTo>
                <a:lnTo>
                  <a:pt x="35893" y="97897"/>
                </a:lnTo>
                <a:lnTo>
                  <a:pt x="35843" y="97897"/>
                </a:lnTo>
                <a:cubicBezTo>
                  <a:pt x="35843" y="97897"/>
                  <a:pt x="35818" y="97897"/>
                  <a:pt x="35818" y="97921"/>
                </a:cubicBezTo>
                <a:lnTo>
                  <a:pt x="35818" y="97897"/>
                </a:lnTo>
                <a:lnTo>
                  <a:pt x="35843" y="97847"/>
                </a:lnTo>
                <a:lnTo>
                  <a:pt x="35893" y="97822"/>
                </a:lnTo>
                <a:close/>
                <a:moveTo>
                  <a:pt x="96777" y="81170"/>
                </a:moveTo>
                <a:cubicBezTo>
                  <a:pt x="96802" y="81170"/>
                  <a:pt x="96802" y="81170"/>
                  <a:pt x="96827" y="81220"/>
                </a:cubicBezTo>
                <a:cubicBezTo>
                  <a:pt x="91674" y="87218"/>
                  <a:pt x="85725" y="92918"/>
                  <a:pt x="79204" y="98021"/>
                </a:cubicBezTo>
                <a:cubicBezTo>
                  <a:pt x="79204" y="97971"/>
                  <a:pt x="79204" y="97946"/>
                  <a:pt x="79154" y="97946"/>
                </a:cubicBezTo>
                <a:cubicBezTo>
                  <a:pt x="85700" y="92844"/>
                  <a:pt x="91599" y="87144"/>
                  <a:pt x="96777" y="81170"/>
                </a:cubicBezTo>
                <a:close/>
                <a:moveTo>
                  <a:pt x="79029" y="98046"/>
                </a:moveTo>
                <a:lnTo>
                  <a:pt x="79029" y="98096"/>
                </a:lnTo>
                <a:cubicBezTo>
                  <a:pt x="79005" y="98096"/>
                  <a:pt x="79005" y="98145"/>
                  <a:pt x="78980" y="98145"/>
                </a:cubicBezTo>
                <a:lnTo>
                  <a:pt x="78980" y="98071"/>
                </a:lnTo>
                <a:cubicBezTo>
                  <a:pt x="78980" y="98071"/>
                  <a:pt x="79005" y="98046"/>
                  <a:pt x="79029" y="98046"/>
                </a:cubicBezTo>
                <a:close/>
                <a:moveTo>
                  <a:pt x="35321" y="89384"/>
                </a:moveTo>
                <a:cubicBezTo>
                  <a:pt x="35271" y="89832"/>
                  <a:pt x="35221" y="90255"/>
                  <a:pt x="35171" y="90703"/>
                </a:cubicBezTo>
                <a:lnTo>
                  <a:pt x="35171" y="90778"/>
                </a:lnTo>
                <a:cubicBezTo>
                  <a:pt x="35146" y="91226"/>
                  <a:pt x="35097" y="91649"/>
                  <a:pt x="35097" y="92097"/>
                </a:cubicBezTo>
                <a:lnTo>
                  <a:pt x="35097" y="92147"/>
                </a:lnTo>
                <a:lnTo>
                  <a:pt x="35097" y="92346"/>
                </a:lnTo>
                <a:lnTo>
                  <a:pt x="35097" y="93441"/>
                </a:lnTo>
                <a:lnTo>
                  <a:pt x="35097" y="93640"/>
                </a:lnTo>
                <a:lnTo>
                  <a:pt x="35097" y="93839"/>
                </a:lnTo>
                <a:cubicBezTo>
                  <a:pt x="35097" y="94138"/>
                  <a:pt x="35146" y="94462"/>
                  <a:pt x="35171" y="94735"/>
                </a:cubicBezTo>
                <a:cubicBezTo>
                  <a:pt x="35171" y="94860"/>
                  <a:pt x="35171" y="94984"/>
                  <a:pt x="35196" y="95109"/>
                </a:cubicBezTo>
                <a:lnTo>
                  <a:pt x="35196" y="95258"/>
                </a:lnTo>
                <a:cubicBezTo>
                  <a:pt x="35221" y="95557"/>
                  <a:pt x="35246" y="95806"/>
                  <a:pt x="35296" y="96055"/>
                </a:cubicBezTo>
                <a:cubicBezTo>
                  <a:pt x="35321" y="96204"/>
                  <a:pt x="35321" y="96353"/>
                  <a:pt x="35346" y="96503"/>
                </a:cubicBezTo>
                <a:cubicBezTo>
                  <a:pt x="35346" y="96552"/>
                  <a:pt x="35346" y="96577"/>
                  <a:pt x="35370" y="96627"/>
                </a:cubicBezTo>
                <a:cubicBezTo>
                  <a:pt x="35420" y="96876"/>
                  <a:pt x="35470" y="97100"/>
                  <a:pt x="35545" y="97349"/>
                </a:cubicBezTo>
                <a:cubicBezTo>
                  <a:pt x="35570" y="97498"/>
                  <a:pt x="35594" y="97623"/>
                  <a:pt x="35644" y="97797"/>
                </a:cubicBezTo>
                <a:cubicBezTo>
                  <a:pt x="35346" y="97996"/>
                  <a:pt x="35047" y="98195"/>
                  <a:pt x="34723" y="98369"/>
                </a:cubicBezTo>
                <a:cubicBezTo>
                  <a:pt x="34549" y="98494"/>
                  <a:pt x="34350" y="98618"/>
                  <a:pt x="34126" y="98743"/>
                </a:cubicBezTo>
                <a:cubicBezTo>
                  <a:pt x="33230" y="95955"/>
                  <a:pt x="32657" y="93093"/>
                  <a:pt x="32458" y="90255"/>
                </a:cubicBezTo>
                <a:cubicBezTo>
                  <a:pt x="33404" y="90006"/>
                  <a:pt x="34350" y="89707"/>
                  <a:pt x="35321" y="89384"/>
                </a:cubicBezTo>
                <a:close/>
                <a:moveTo>
                  <a:pt x="32284" y="90305"/>
                </a:moveTo>
                <a:cubicBezTo>
                  <a:pt x="32458" y="93167"/>
                  <a:pt x="33056" y="96055"/>
                  <a:pt x="33977" y="98817"/>
                </a:cubicBezTo>
                <a:cubicBezTo>
                  <a:pt x="33952" y="98817"/>
                  <a:pt x="33952" y="98842"/>
                  <a:pt x="33927" y="98842"/>
                </a:cubicBezTo>
                <a:cubicBezTo>
                  <a:pt x="32981" y="96079"/>
                  <a:pt x="32408" y="93167"/>
                  <a:pt x="32209" y="90330"/>
                </a:cubicBezTo>
                <a:cubicBezTo>
                  <a:pt x="32234" y="90330"/>
                  <a:pt x="32284" y="90305"/>
                  <a:pt x="32284" y="90305"/>
                </a:cubicBezTo>
                <a:close/>
                <a:moveTo>
                  <a:pt x="35694" y="97971"/>
                </a:moveTo>
                <a:lnTo>
                  <a:pt x="35719" y="98046"/>
                </a:lnTo>
                <a:cubicBezTo>
                  <a:pt x="35520" y="98195"/>
                  <a:pt x="35296" y="98320"/>
                  <a:pt x="35072" y="98444"/>
                </a:cubicBezTo>
                <a:cubicBezTo>
                  <a:pt x="34798" y="98643"/>
                  <a:pt x="34549" y="98817"/>
                  <a:pt x="34275" y="98967"/>
                </a:cubicBezTo>
                <a:cubicBezTo>
                  <a:pt x="34275" y="98942"/>
                  <a:pt x="34275" y="98942"/>
                  <a:pt x="34225" y="98917"/>
                </a:cubicBezTo>
                <a:cubicBezTo>
                  <a:pt x="34400" y="98793"/>
                  <a:pt x="34574" y="98668"/>
                  <a:pt x="34773" y="98569"/>
                </a:cubicBezTo>
                <a:cubicBezTo>
                  <a:pt x="35072" y="98394"/>
                  <a:pt x="35395" y="98195"/>
                  <a:pt x="35694" y="97971"/>
                </a:cubicBezTo>
                <a:close/>
                <a:moveTo>
                  <a:pt x="34051" y="99017"/>
                </a:moveTo>
                <a:cubicBezTo>
                  <a:pt x="34051" y="99041"/>
                  <a:pt x="34051" y="99041"/>
                  <a:pt x="34076" y="99066"/>
                </a:cubicBezTo>
                <a:cubicBezTo>
                  <a:pt x="34051" y="99066"/>
                  <a:pt x="34051" y="99091"/>
                  <a:pt x="34026" y="99091"/>
                </a:cubicBezTo>
                <a:cubicBezTo>
                  <a:pt x="34026" y="99066"/>
                  <a:pt x="34026" y="99066"/>
                  <a:pt x="33977" y="99041"/>
                </a:cubicBezTo>
                <a:cubicBezTo>
                  <a:pt x="34026" y="99041"/>
                  <a:pt x="34026" y="99017"/>
                  <a:pt x="34051" y="99017"/>
                </a:cubicBezTo>
                <a:close/>
                <a:moveTo>
                  <a:pt x="5700" y="96403"/>
                </a:moveTo>
                <a:cubicBezTo>
                  <a:pt x="6670" y="97445"/>
                  <a:pt x="7781" y="98393"/>
                  <a:pt x="8988" y="99201"/>
                </a:cubicBezTo>
                <a:lnTo>
                  <a:pt x="8988" y="99201"/>
                </a:lnTo>
                <a:cubicBezTo>
                  <a:pt x="8877" y="99173"/>
                  <a:pt x="8795" y="99128"/>
                  <a:pt x="8712" y="99066"/>
                </a:cubicBezTo>
                <a:cubicBezTo>
                  <a:pt x="8563" y="98967"/>
                  <a:pt x="8413" y="98842"/>
                  <a:pt x="8289" y="98768"/>
                </a:cubicBezTo>
                <a:cubicBezTo>
                  <a:pt x="8214" y="98693"/>
                  <a:pt x="8140" y="98668"/>
                  <a:pt x="8065" y="98593"/>
                </a:cubicBezTo>
                <a:cubicBezTo>
                  <a:pt x="7891" y="98444"/>
                  <a:pt x="7692" y="98320"/>
                  <a:pt x="7517" y="98170"/>
                </a:cubicBezTo>
                <a:cubicBezTo>
                  <a:pt x="7293" y="97971"/>
                  <a:pt x="7044" y="97822"/>
                  <a:pt x="6820" y="97598"/>
                </a:cubicBezTo>
                <a:cubicBezTo>
                  <a:pt x="6447" y="97249"/>
                  <a:pt x="6049" y="96901"/>
                  <a:pt x="5700" y="96528"/>
                </a:cubicBezTo>
                <a:lnTo>
                  <a:pt x="5700" y="96453"/>
                </a:lnTo>
                <a:lnTo>
                  <a:pt x="5700" y="96403"/>
                </a:lnTo>
                <a:close/>
                <a:moveTo>
                  <a:pt x="9069" y="99255"/>
                </a:moveTo>
                <a:cubicBezTo>
                  <a:pt x="9075" y="99258"/>
                  <a:pt x="9080" y="99262"/>
                  <a:pt x="9085" y="99266"/>
                </a:cubicBezTo>
                <a:cubicBezTo>
                  <a:pt x="9085" y="99266"/>
                  <a:pt x="9077" y="99266"/>
                  <a:pt x="9069" y="99255"/>
                </a:cubicBezTo>
                <a:close/>
                <a:moveTo>
                  <a:pt x="5800" y="96951"/>
                </a:moveTo>
                <a:lnTo>
                  <a:pt x="5800" y="96951"/>
                </a:lnTo>
                <a:cubicBezTo>
                  <a:pt x="5924" y="97050"/>
                  <a:pt x="6024" y="97175"/>
                  <a:pt x="6148" y="97249"/>
                </a:cubicBezTo>
                <a:lnTo>
                  <a:pt x="6223" y="97349"/>
                </a:lnTo>
                <a:cubicBezTo>
                  <a:pt x="6347" y="97473"/>
                  <a:pt x="6522" y="97598"/>
                  <a:pt x="6671" y="97722"/>
                </a:cubicBezTo>
                <a:cubicBezTo>
                  <a:pt x="6696" y="97772"/>
                  <a:pt x="6721" y="97772"/>
                  <a:pt x="6771" y="97797"/>
                </a:cubicBezTo>
                <a:cubicBezTo>
                  <a:pt x="6845" y="97847"/>
                  <a:pt x="6920" y="97946"/>
                  <a:pt x="7019" y="97996"/>
                </a:cubicBezTo>
                <a:cubicBezTo>
                  <a:pt x="7044" y="98046"/>
                  <a:pt x="7094" y="98071"/>
                  <a:pt x="7144" y="98096"/>
                </a:cubicBezTo>
                <a:cubicBezTo>
                  <a:pt x="7592" y="98569"/>
                  <a:pt x="8164" y="98967"/>
                  <a:pt x="8712" y="99390"/>
                </a:cubicBezTo>
                <a:cubicBezTo>
                  <a:pt x="8563" y="99290"/>
                  <a:pt x="8413" y="99166"/>
                  <a:pt x="8264" y="99066"/>
                </a:cubicBezTo>
                <a:cubicBezTo>
                  <a:pt x="8140" y="98967"/>
                  <a:pt x="8015" y="98917"/>
                  <a:pt x="7916" y="98817"/>
                </a:cubicBezTo>
                <a:cubicBezTo>
                  <a:pt x="7766" y="98718"/>
                  <a:pt x="7642" y="98593"/>
                  <a:pt x="7467" y="98494"/>
                </a:cubicBezTo>
                <a:cubicBezTo>
                  <a:pt x="7343" y="98419"/>
                  <a:pt x="7219" y="98320"/>
                  <a:pt x="7094" y="98195"/>
                </a:cubicBezTo>
                <a:cubicBezTo>
                  <a:pt x="6970" y="98096"/>
                  <a:pt x="6845" y="97996"/>
                  <a:pt x="6721" y="97872"/>
                </a:cubicBezTo>
                <a:cubicBezTo>
                  <a:pt x="6596" y="97772"/>
                  <a:pt x="6472" y="97672"/>
                  <a:pt x="6323" y="97548"/>
                </a:cubicBezTo>
                <a:cubicBezTo>
                  <a:pt x="6198" y="97448"/>
                  <a:pt x="6098" y="97324"/>
                  <a:pt x="5974" y="97224"/>
                </a:cubicBezTo>
                <a:lnTo>
                  <a:pt x="5825" y="97075"/>
                </a:lnTo>
                <a:cubicBezTo>
                  <a:pt x="5825" y="97050"/>
                  <a:pt x="5800" y="96976"/>
                  <a:pt x="5800" y="96951"/>
                </a:cubicBezTo>
                <a:close/>
                <a:moveTo>
                  <a:pt x="68700" y="95955"/>
                </a:moveTo>
                <a:lnTo>
                  <a:pt x="68749" y="95980"/>
                </a:lnTo>
                <a:cubicBezTo>
                  <a:pt x="68675" y="96030"/>
                  <a:pt x="68625" y="96079"/>
                  <a:pt x="68550" y="96104"/>
                </a:cubicBezTo>
                <a:cubicBezTo>
                  <a:pt x="67281" y="97000"/>
                  <a:pt x="66036" y="97847"/>
                  <a:pt x="64767" y="98693"/>
                </a:cubicBezTo>
                <a:cubicBezTo>
                  <a:pt x="64386" y="98934"/>
                  <a:pt x="64010" y="99174"/>
                  <a:pt x="63637" y="99410"/>
                </a:cubicBezTo>
                <a:lnTo>
                  <a:pt x="63637" y="99410"/>
                </a:lnTo>
                <a:cubicBezTo>
                  <a:pt x="63778" y="99319"/>
                  <a:pt x="63911" y="99225"/>
                  <a:pt x="64045" y="99141"/>
                </a:cubicBezTo>
                <a:cubicBezTo>
                  <a:pt x="64717" y="98693"/>
                  <a:pt x="65439" y="98220"/>
                  <a:pt x="66136" y="97772"/>
                </a:cubicBezTo>
                <a:cubicBezTo>
                  <a:pt x="66459" y="97548"/>
                  <a:pt x="66808" y="97299"/>
                  <a:pt x="67156" y="97050"/>
                </a:cubicBezTo>
                <a:cubicBezTo>
                  <a:pt x="67679" y="96677"/>
                  <a:pt x="68202" y="96328"/>
                  <a:pt x="68700" y="95955"/>
                </a:cubicBezTo>
                <a:close/>
                <a:moveTo>
                  <a:pt x="42813" y="90429"/>
                </a:moveTo>
                <a:cubicBezTo>
                  <a:pt x="43311" y="91972"/>
                  <a:pt x="44057" y="93317"/>
                  <a:pt x="45053" y="94437"/>
                </a:cubicBezTo>
                <a:cubicBezTo>
                  <a:pt x="44680" y="95482"/>
                  <a:pt x="44232" y="96552"/>
                  <a:pt x="43684" y="97573"/>
                </a:cubicBezTo>
                <a:cubicBezTo>
                  <a:pt x="41394" y="98569"/>
                  <a:pt x="39104" y="99415"/>
                  <a:pt x="36914" y="100087"/>
                </a:cubicBezTo>
                <a:cubicBezTo>
                  <a:pt x="36839" y="99938"/>
                  <a:pt x="36764" y="99813"/>
                  <a:pt x="36715" y="99689"/>
                </a:cubicBezTo>
                <a:cubicBezTo>
                  <a:pt x="36690" y="99589"/>
                  <a:pt x="36615" y="99465"/>
                  <a:pt x="36590" y="99390"/>
                </a:cubicBezTo>
                <a:lnTo>
                  <a:pt x="36590" y="99340"/>
                </a:lnTo>
                <a:cubicBezTo>
                  <a:pt x="36441" y="98917"/>
                  <a:pt x="36291" y="98444"/>
                  <a:pt x="36167" y="97971"/>
                </a:cubicBezTo>
                <a:cubicBezTo>
                  <a:pt x="36192" y="97946"/>
                  <a:pt x="36217" y="97921"/>
                  <a:pt x="36267" y="97921"/>
                </a:cubicBezTo>
                <a:cubicBezTo>
                  <a:pt x="36665" y="97598"/>
                  <a:pt x="37063" y="97324"/>
                  <a:pt x="37436" y="96976"/>
                </a:cubicBezTo>
                <a:cubicBezTo>
                  <a:pt x="37461" y="96951"/>
                  <a:pt x="37511" y="96951"/>
                  <a:pt x="37511" y="96926"/>
                </a:cubicBezTo>
                <a:cubicBezTo>
                  <a:pt x="39776" y="95034"/>
                  <a:pt x="41568" y="92819"/>
                  <a:pt x="42813" y="90429"/>
                </a:cubicBezTo>
                <a:close/>
                <a:moveTo>
                  <a:pt x="35968" y="98046"/>
                </a:moveTo>
                <a:lnTo>
                  <a:pt x="36167" y="98693"/>
                </a:lnTo>
                <a:cubicBezTo>
                  <a:pt x="36167" y="98718"/>
                  <a:pt x="36167" y="98718"/>
                  <a:pt x="36192" y="98743"/>
                </a:cubicBezTo>
                <a:cubicBezTo>
                  <a:pt x="36217" y="98842"/>
                  <a:pt x="36242" y="98917"/>
                  <a:pt x="36291" y="98992"/>
                </a:cubicBezTo>
                <a:lnTo>
                  <a:pt x="36391" y="99290"/>
                </a:lnTo>
                <a:lnTo>
                  <a:pt x="36466" y="99564"/>
                </a:lnTo>
                <a:cubicBezTo>
                  <a:pt x="36466" y="99589"/>
                  <a:pt x="36515" y="99614"/>
                  <a:pt x="36515" y="99664"/>
                </a:cubicBezTo>
                <a:cubicBezTo>
                  <a:pt x="36565" y="99813"/>
                  <a:pt x="36640" y="99938"/>
                  <a:pt x="36690" y="100087"/>
                </a:cubicBezTo>
                <a:lnTo>
                  <a:pt x="36690" y="100112"/>
                </a:lnTo>
                <a:lnTo>
                  <a:pt x="36640" y="100112"/>
                </a:lnTo>
                <a:cubicBezTo>
                  <a:pt x="36590" y="100087"/>
                  <a:pt x="36590" y="100037"/>
                  <a:pt x="36565" y="99987"/>
                </a:cubicBezTo>
                <a:cubicBezTo>
                  <a:pt x="36466" y="99788"/>
                  <a:pt x="36391" y="99539"/>
                  <a:pt x="36291" y="99290"/>
                </a:cubicBezTo>
                <a:cubicBezTo>
                  <a:pt x="36267" y="99191"/>
                  <a:pt x="36217" y="99066"/>
                  <a:pt x="36167" y="98967"/>
                </a:cubicBezTo>
                <a:lnTo>
                  <a:pt x="36167" y="98942"/>
                </a:lnTo>
                <a:cubicBezTo>
                  <a:pt x="36067" y="98668"/>
                  <a:pt x="35968" y="98369"/>
                  <a:pt x="35918" y="98096"/>
                </a:cubicBezTo>
                <a:lnTo>
                  <a:pt x="35943" y="98071"/>
                </a:lnTo>
                <a:lnTo>
                  <a:pt x="35968" y="98046"/>
                </a:lnTo>
                <a:close/>
                <a:moveTo>
                  <a:pt x="5551" y="97075"/>
                </a:moveTo>
                <a:lnTo>
                  <a:pt x="5601" y="97175"/>
                </a:lnTo>
                <a:cubicBezTo>
                  <a:pt x="5675" y="97374"/>
                  <a:pt x="5725" y="97573"/>
                  <a:pt x="5800" y="97797"/>
                </a:cubicBezTo>
                <a:cubicBezTo>
                  <a:pt x="5899" y="98096"/>
                  <a:pt x="5974" y="98369"/>
                  <a:pt x="6074" y="98668"/>
                </a:cubicBezTo>
                <a:cubicBezTo>
                  <a:pt x="6173" y="98942"/>
                  <a:pt x="6298" y="99216"/>
                  <a:pt x="6397" y="99465"/>
                </a:cubicBezTo>
                <a:cubicBezTo>
                  <a:pt x="6497" y="99704"/>
                  <a:pt x="6565" y="99928"/>
                  <a:pt x="6652" y="100148"/>
                </a:cubicBezTo>
                <a:lnTo>
                  <a:pt x="6652" y="100148"/>
                </a:lnTo>
                <a:cubicBezTo>
                  <a:pt x="6626" y="100095"/>
                  <a:pt x="6591" y="100021"/>
                  <a:pt x="6571" y="99962"/>
                </a:cubicBezTo>
                <a:cubicBezTo>
                  <a:pt x="6347" y="99514"/>
                  <a:pt x="6173" y="98992"/>
                  <a:pt x="5974" y="98469"/>
                </a:cubicBezTo>
                <a:cubicBezTo>
                  <a:pt x="5974" y="98444"/>
                  <a:pt x="5974" y="98444"/>
                  <a:pt x="5949" y="98419"/>
                </a:cubicBezTo>
                <a:cubicBezTo>
                  <a:pt x="5800" y="97971"/>
                  <a:pt x="5675" y="97548"/>
                  <a:pt x="5551" y="97075"/>
                </a:cubicBezTo>
                <a:close/>
                <a:moveTo>
                  <a:pt x="75868" y="90753"/>
                </a:moveTo>
                <a:cubicBezTo>
                  <a:pt x="76491" y="91972"/>
                  <a:pt x="77038" y="93167"/>
                  <a:pt x="77486" y="94287"/>
                </a:cubicBezTo>
                <a:cubicBezTo>
                  <a:pt x="77511" y="94362"/>
                  <a:pt x="77586" y="94462"/>
                  <a:pt x="77611" y="94561"/>
                </a:cubicBezTo>
                <a:cubicBezTo>
                  <a:pt x="77735" y="94835"/>
                  <a:pt x="77835" y="95109"/>
                  <a:pt x="77909" y="95432"/>
                </a:cubicBezTo>
                <a:cubicBezTo>
                  <a:pt x="77984" y="95607"/>
                  <a:pt x="78084" y="95806"/>
                  <a:pt x="78133" y="95980"/>
                </a:cubicBezTo>
                <a:lnTo>
                  <a:pt x="78333" y="96652"/>
                </a:lnTo>
                <a:cubicBezTo>
                  <a:pt x="78382" y="96826"/>
                  <a:pt x="78457" y="97050"/>
                  <a:pt x="78507" y="97224"/>
                </a:cubicBezTo>
                <a:cubicBezTo>
                  <a:pt x="77860" y="97697"/>
                  <a:pt x="77163" y="98170"/>
                  <a:pt x="76491" y="98593"/>
                </a:cubicBezTo>
                <a:lnTo>
                  <a:pt x="76217" y="98793"/>
                </a:lnTo>
                <a:cubicBezTo>
                  <a:pt x="76142" y="98842"/>
                  <a:pt x="76043" y="98892"/>
                  <a:pt x="75993" y="98942"/>
                </a:cubicBezTo>
                <a:cubicBezTo>
                  <a:pt x="75420" y="99315"/>
                  <a:pt x="74873" y="99664"/>
                  <a:pt x="74300" y="100012"/>
                </a:cubicBezTo>
                <a:cubicBezTo>
                  <a:pt x="74275" y="100037"/>
                  <a:pt x="74176" y="100087"/>
                  <a:pt x="74101" y="100162"/>
                </a:cubicBezTo>
                <a:cubicBezTo>
                  <a:pt x="73902" y="100037"/>
                  <a:pt x="73728" y="99913"/>
                  <a:pt x="73529" y="99763"/>
                </a:cubicBezTo>
                <a:cubicBezTo>
                  <a:pt x="73479" y="99689"/>
                  <a:pt x="73404" y="99664"/>
                  <a:pt x="73304" y="99589"/>
                </a:cubicBezTo>
                <a:cubicBezTo>
                  <a:pt x="73180" y="99514"/>
                  <a:pt x="73105" y="99415"/>
                  <a:pt x="72981" y="99315"/>
                </a:cubicBezTo>
                <a:lnTo>
                  <a:pt x="72508" y="98942"/>
                </a:lnTo>
                <a:cubicBezTo>
                  <a:pt x="72458" y="98917"/>
                  <a:pt x="72433" y="98892"/>
                  <a:pt x="72384" y="98842"/>
                </a:cubicBezTo>
                <a:cubicBezTo>
                  <a:pt x="72184" y="98693"/>
                  <a:pt x="72035" y="98544"/>
                  <a:pt x="71861" y="98394"/>
                </a:cubicBezTo>
                <a:lnTo>
                  <a:pt x="71786" y="98320"/>
                </a:lnTo>
                <a:cubicBezTo>
                  <a:pt x="71637" y="98170"/>
                  <a:pt x="71438" y="98021"/>
                  <a:pt x="71263" y="97847"/>
                </a:cubicBezTo>
                <a:cubicBezTo>
                  <a:pt x="71239" y="97822"/>
                  <a:pt x="71189" y="97797"/>
                  <a:pt x="71139" y="97772"/>
                </a:cubicBezTo>
                <a:cubicBezTo>
                  <a:pt x="70990" y="97648"/>
                  <a:pt x="70815" y="97473"/>
                  <a:pt x="70666" y="97324"/>
                </a:cubicBezTo>
                <a:lnTo>
                  <a:pt x="70492" y="97150"/>
                </a:lnTo>
                <a:lnTo>
                  <a:pt x="70118" y="96776"/>
                </a:lnTo>
                <a:cubicBezTo>
                  <a:pt x="70019" y="96677"/>
                  <a:pt x="69894" y="96577"/>
                  <a:pt x="69795" y="96453"/>
                </a:cubicBezTo>
                <a:cubicBezTo>
                  <a:pt x="69695" y="96353"/>
                  <a:pt x="69621" y="96229"/>
                  <a:pt x="69496" y="96154"/>
                </a:cubicBezTo>
                <a:lnTo>
                  <a:pt x="69197" y="95855"/>
                </a:lnTo>
                <a:cubicBezTo>
                  <a:pt x="69994" y="95308"/>
                  <a:pt x="70741" y="94735"/>
                  <a:pt x="71512" y="94188"/>
                </a:cubicBezTo>
                <a:cubicBezTo>
                  <a:pt x="71662" y="94063"/>
                  <a:pt x="71811" y="93939"/>
                  <a:pt x="71985" y="93839"/>
                </a:cubicBezTo>
                <a:cubicBezTo>
                  <a:pt x="72732" y="93292"/>
                  <a:pt x="73504" y="92694"/>
                  <a:pt x="74225" y="92097"/>
                </a:cubicBezTo>
                <a:cubicBezTo>
                  <a:pt x="74425" y="91948"/>
                  <a:pt x="74624" y="91748"/>
                  <a:pt x="74848" y="91599"/>
                </a:cubicBezTo>
                <a:lnTo>
                  <a:pt x="75868" y="90753"/>
                </a:lnTo>
                <a:close/>
                <a:moveTo>
                  <a:pt x="69123" y="95980"/>
                </a:moveTo>
                <a:cubicBezTo>
                  <a:pt x="69197" y="96079"/>
                  <a:pt x="69272" y="96179"/>
                  <a:pt x="69372" y="96229"/>
                </a:cubicBezTo>
                <a:lnTo>
                  <a:pt x="69695" y="96577"/>
                </a:lnTo>
                <a:lnTo>
                  <a:pt x="69894" y="96776"/>
                </a:lnTo>
                <a:cubicBezTo>
                  <a:pt x="71363" y="98195"/>
                  <a:pt x="72732" y="99390"/>
                  <a:pt x="73927" y="100211"/>
                </a:cubicBezTo>
                <a:cubicBezTo>
                  <a:pt x="73902" y="100286"/>
                  <a:pt x="73902" y="100286"/>
                  <a:pt x="73877" y="100286"/>
                </a:cubicBezTo>
                <a:cubicBezTo>
                  <a:pt x="72433" y="99290"/>
                  <a:pt x="70815" y="97847"/>
                  <a:pt x="69048" y="96030"/>
                </a:cubicBezTo>
                <a:lnTo>
                  <a:pt x="69123" y="95980"/>
                </a:lnTo>
                <a:close/>
                <a:moveTo>
                  <a:pt x="78606" y="97424"/>
                </a:moveTo>
                <a:lnTo>
                  <a:pt x="78606" y="97448"/>
                </a:lnTo>
                <a:lnTo>
                  <a:pt x="78606" y="97473"/>
                </a:lnTo>
                <a:cubicBezTo>
                  <a:pt x="78482" y="97573"/>
                  <a:pt x="78357" y="97672"/>
                  <a:pt x="78233" y="97722"/>
                </a:cubicBezTo>
                <a:cubicBezTo>
                  <a:pt x="77735" y="98071"/>
                  <a:pt x="77188" y="98444"/>
                  <a:pt x="76715" y="98793"/>
                </a:cubicBezTo>
                <a:cubicBezTo>
                  <a:pt x="76441" y="98942"/>
                  <a:pt x="76242" y="99091"/>
                  <a:pt x="75993" y="99266"/>
                </a:cubicBezTo>
                <a:lnTo>
                  <a:pt x="74947" y="99913"/>
                </a:lnTo>
                <a:cubicBezTo>
                  <a:pt x="74848" y="99962"/>
                  <a:pt x="74698" y="100062"/>
                  <a:pt x="74574" y="100137"/>
                </a:cubicBezTo>
                <a:cubicBezTo>
                  <a:pt x="74524" y="100186"/>
                  <a:pt x="74425" y="100261"/>
                  <a:pt x="74300" y="100286"/>
                </a:cubicBezTo>
                <a:cubicBezTo>
                  <a:pt x="74350" y="100211"/>
                  <a:pt x="74400" y="100186"/>
                  <a:pt x="74425" y="100162"/>
                </a:cubicBezTo>
                <a:cubicBezTo>
                  <a:pt x="74499" y="100137"/>
                  <a:pt x="74574" y="100062"/>
                  <a:pt x="74649" y="100037"/>
                </a:cubicBezTo>
                <a:cubicBezTo>
                  <a:pt x="74773" y="99938"/>
                  <a:pt x="74922" y="99888"/>
                  <a:pt x="75047" y="99788"/>
                </a:cubicBezTo>
                <a:cubicBezTo>
                  <a:pt x="75097" y="99788"/>
                  <a:pt x="75097" y="99763"/>
                  <a:pt x="75122" y="99763"/>
                </a:cubicBezTo>
                <a:cubicBezTo>
                  <a:pt x="75470" y="99539"/>
                  <a:pt x="75794" y="99315"/>
                  <a:pt x="76117" y="99091"/>
                </a:cubicBezTo>
                <a:cubicBezTo>
                  <a:pt x="76291" y="98967"/>
                  <a:pt x="76441" y="98892"/>
                  <a:pt x="76640" y="98768"/>
                </a:cubicBezTo>
                <a:cubicBezTo>
                  <a:pt x="76739" y="98693"/>
                  <a:pt x="76814" y="98643"/>
                  <a:pt x="76889" y="98593"/>
                </a:cubicBezTo>
                <a:cubicBezTo>
                  <a:pt x="77312" y="98320"/>
                  <a:pt x="77735" y="98021"/>
                  <a:pt x="78158" y="97722"/>
                </a:cubicBezTo>
                <a:cubicBezTo>
                  <a:pt x="78308" y="97623"/>
                  <a:pt x="78482" y="97548"/>
                  <a:pt x="78606" y="97424"/>
                </a:cubicBezTo>
                <a:close/>
                <a:moveTo>
                  <a:pt x="43560" y="97797"/>
                </a:moveTo>
                <a:cubicBezTo>
                  <a:pt x="43535" y="97822"/>
                  <a:pt x="43535" y="97897"/>
                  <a:pt x="43510" y="97921"/>
                </a:cubicBezTo>
                <a:cubicBezTo>
                  <a:pt x="41319" y="98842"/>
                  <a:pt x="39154" y="99664"/>
                  <a:pt x="37038" y="100311"/>
                </a:cubicBezTo>
                <a:cubicBezTo>
                  <a:pt x="37038" y="100286"/>
                  <a:pt x="37013" y="100261"/>
                  <a:pt x="37013" y="100211"/>
                </a:cubicBezTo>
                <a:cubicBezTo>
                  <a:pt x="39129" y="99564"/>
                  <a:pt x="41319" y="98718"/>
                  <a:pt x="43560" y="97797"/>
                </a:cubicBezTo>
                <a:close/>
                <a:moveTo>
                  <a:pt x="36789" y="100311"/>
                </a:moveTo>
                <a:lnTo>
                  <a:pt x="36789" y="100336"/>
                </a:lnTo>
                <a:cubicBezTo>
                  <a:pt x="36789" y="100336"/>
                  <a:pt x="36789" y="100386"/>
                  <a:pt x="36814" y="100386"/>
                </a:cubicBezTo>
                <a:cubicBezTo>
                  <a:pt x="36789" y="100386"/>
                  <a:pt x="36764" y="100386"/>
                  <a:pt x="36764" y="100410"/>
                </a:cubicBezTo>
                <a:cubicBezTo>
                  <a:pt x="36764" y="100386"/>
                  <a:pt x="36715" y="100336"/>
                  <a:pt x="36715" y="100311"/>
                </a:cubicBezTo>
                <a:close/>
                <a:moveTo>
                  <a:pt x="74126" y="100386"/>
                </a:moveTo>
                <a:cubicBezTo>
                  <a:pt x="74126" y="100386"/>
                  <a:pt x="74151" y="100386"/>
                  <a:pt x="74151" y="100410"/>
                </a:cubicBezTo>
                <a:cubicBezTo>
                  <a:pt x="74126" y="100410"/>
                  <a:pt x="74126" y="100435"/>
                  <a:pt x="74101" y="100435"/>
                </a:cubicBezTo>
                <a:cubicBezTo>
                  <a:pt x="74101" y="100435"/>
                  <a:pt x="74051" y="100435"/>
                  <a:pt x="74026" y="100411"/>
                </a:cubicBezTo>
                <a:lnTo>
                  <a:pt x="74026" y="100411"/>
                </a:lnTo>
                <a:cubicBezTo>
                  <a:pt x="74026" y="100411"/>
                  <a:pt x="74026" y="100411"/>
                  <a:pt x="74026" y="100411"/>
                </a:cubicBezTo>
                <a:lnTo>
                  <a:pt x="74026" y="100411"/>
                </a:lnTo>
                <a:cubicBezTo>
                  <a:pt x="74039" y="100423"/>
                  <a:pt x="74039" y="100429"/>
                  <a:pt x="74036" y="100429"/>
                </a:cubicBezTo>
                <a:cubicBezTo>
                  <a:pt x="74033" y="100429"/>
                  <a:pt x="74026" y="100423"/>
                  <a:pt x="74026" y="100410"/>
                </a:cubicBezTo>
                <a:lnTo>
                  <a:pt x="74026" y="100410"/>
                </a:lnTo>
                <a:cubicBezTo>
                  <a:pt x="74026" y="100410"/>
                  <a:pt x="74026" y="100410"/>
                  <a:pt x="74026" y="100410"/>
                </a:cubicBezTo>
                <a:cubicBezTo>
                  <a:pt x="74051" y="100410"/>
                  <a:pt x="74051" y="100386"/>
                  <a:pt x="74101" y="100386"/>
                </a:cubicBezTo>
                <a:close/>
                <a:moveTo>
                  <a:pt x="35719" y="98220"/>
                </a:moveTo>
                <a:cubicBezTo>
                  <a:pt x="35769" y="98345"/>
                  <a:pt x="35794" y="98444"/>
                  <a:pt x="35818" y="98544"/>
                </a:cubicBezTo>
                <a:cubicBezTo>
                  <a:pt x="35843" y="98668"/>
                  <a:pt x="35893" y="98768"/>
                  <a:pt x="35918" y="98892"/>
                </a:cubicBezTo>
                <a:cubicBezTo>
                  <a:pt x="35918" y="98917"/>
                  <a:pt x="35943" y="98942"/>
                  <a:pt x="35943" y="98942"/>
                </a:cubicBezTo>
                <a:cubicBezTo>
                  <a:pt x="35943" y="98942"/>
                  <a:pt x="35943" y="98967"/>
                  <a:pt x="35968" y="98967"/>
                </a:cubicBezTo>
                <a:cubicBezTo>
                  <a:pt x="36018" y="99091"/>
                  <a:pt x="36067" y="99191"/>
                  <a:pt x="36092" y="99315"/>
                </a:cubicBezTo>
                <a:cubicBezTo>
                  <a:pt x="36092" y="99340"/>
                  <a:pt x="36142" y="99415"/>
                  <a:pt x="36142" y="99440"/>
                </a:cubicBezTo>
                <a:cubicBezTo>
                  <a:pt x="36167" y="99564"/>
                  <a:pt x="36217" y="99664"/>
                  <a:pt x="36267" y="99788"/>
                </a:cubicBezTo>
                <a:cubicBezTo>
                  <a:pt x="36316" y="99913"/>
                  <a:pt x="36341" y="100037"/>
                  <a:pt x="36416" y="100162"/>
                </a:cubicBezTo>
                <a:lnTo>
                  <a:pt x="34823" y="100635"/>
                </a:lnTo>
                <a:cubicBezTo>
                  <a:pt x="34673" y="100162"/>
                  <a:pt x="34474" y="99664"/>
                  <a:pt x="34300" y="99166"/>
                </a:cubicBezTo>
                <a:cubicBezTo>
                  <a:pt x="34549" y="99017"/>
                  <a:pt x="34773" y="98842"/>
                  <a:pt x="34972" y="98693"/>
                </a:cubicBezTo>
                <a:lnTo>
                  <a:pt x="35719" y="98220"/>
                </a:lnTo>
                <a:close/>
                <a:moveTo>
                  <a:pt x="34126" y="99241"/>
                </a:moveTo>
                <a:cubicBezTo>
                  <a:pt x="34325" y="99763"/>
                  <a:pt x="34499" y="100211"/>
                  <a:pt x="34698" y="100709"/>
                </a:cubicBezTo>
                <a:cubicBezTo>
                  <a:pt x="34673" y="100709"/>
                  <a:pt x="34673" y="100709"/>
                  <a:pt x="34649" y="100759"/>
                </a:cubicBezTo>
                <a:cubicBezTo>
                  <a:pt x="34449" y="100261"/>
                  <a:pt x="34275" y="99788"/>
                  <a:pt x="34076" y="99290"/>
                </a:cubicBezTo>
                <a:cubicBezTo>
                  <a:pt x="34101" y="99290"/>
                  <a:pt x="34101" y="99241"/>
                  <a:pt x="34126" y="99241"/>
                </a:cubicBezTo>
                <a:close/>
                <a:moveTo>
                  <a:pt x="67306" y="94437"/>
                </a:moveTo>
                <a:lnTo>
                  <a:pt x="67380" y="94486"/>
                </a:lnTo>
                <a:cubicBezTo>
                  <a:pt x="67555" y="94710"/>
                  <a:pt x="67779" y="94934"/>
                  <a:pt x="67953" y="95134"/>
                </a:cubicBezTo>
                <a:cubicBezTo>
                  <a:pt x="68177" y="95358"/>
                  <a:pt x="68401" y="95607"/>
                  <a:pt x="68625" y="95831"/>
                </a:cubicBezTo>
                <a:cubicBezTo>
                  <a:pt x="68077" y="96204"/>
                  <a:pt x="67555" y="96577"/>
                  <a:pt x="67032" y="96926"/>
                </a:cubicBezTo>
                <a:cubicBezTo>
                  <a:pt x="66683" y="97125"/>
                  <a:pt x="66335" y="97374"/>
                  <a:pt x="66036" y="97598"/>
                </a:cubicBezTo>
                <a:cubicBezTo>
                  <a:pt x="65364" y="98046"/>
                  <a:pt x="64717" y="98444"/>
                  <a:pt x="64070" y="98892"/>
                </a:cubicBezTo>
                <a:cubicBezTo>
                  <a:pt x="63821" y="99041"/>
                  <a:pt x="63572" y="99216"/>
                  <a:pt x="63323" y="99390"/>
                </a:cubicBezTo>
                <a:cubicBezTo>
                  <a:pt x="62576" y="99838"/>
                  <a:pt x="61830" y="100311"/>
                  <a:pt x="61058" y="100759"/>
                </a:cubicBezTo>
                <a:cubicBezTo>
                  <a:pt x="61108" y="99465"/>
                  <a:pt x="61108" y="98145"/>
                  <a:pt x="61058" y="96801"/>
                </a:cubicBezTo>
                <a:cubicBezTo>
                  <a:pt x="63074" y="96229"/>
                  <a:pt x="65165" y="95432"/>
                  <a:pt x="67306" y="94437"/>
                </a:cubicBezTo>
                <a:close/>
                <a:moveTo>
                  <a:pt x="97026" y="81269"/>
                </a:moveTo>
                <a:cubicBezTo>
                  <a:pt x="97822" y="81518"/>
                  <a:pt x="98544" y="81643"/>
                  <a:pt x="99092" y="81643"/>
                </a:cubicBezTo>
                <a:cubicBezTo>
                  <a:pt x="99266" y="81643"/>
                  <a:pt x="99415" y="81643"/>
                  <a:pt x="99540" y="81618"/>
                </a:cubicBezTo>
                <a:lnTo>
                  <a:pt x="99540" y="81618"/>
                </a:lnTo>
                <a:cubicBezTo>
                  <a:pt x="98942" y="82365"/>
                  <a:pt x="98320" y="83061"/>
                  <a:pt x="97698" y="83833"/>
                </a:cubicBezTo>
                <a:cubicBezTo>
                  <a:pt x="97200" y="84406"/>
                  <a:pt x="96677" y="85003"/>
                  <a:pt x="96155" y="85600"/>
                </a:cubicBezTo>
                <a:cubicBezTo>
                  <a:pt x="95283" y="86571"/>
                  <a:pt x="94412" y="87517"/>
                  <a:pt x="93466" y="88488"/>
                </a:cubicBezTo>
                <a:lnTo>
                  <a:pt x="93441" y="88513"/>
                </a:lnTo>
                <a:cubicBezTo>
                  <a:pt x="89708" y="92371"/>
                  <a:pt x="85601" y="96055"/>
                  <a:pt x="81220" y="99390"/>
                </a:cubicBezTo>
                <a:lnTo>
                  <a:pt x="80100" y="100211"/>
                </a:lnTo>
                <a:cubicBezTo>
                  <a:pt x="79851" y="100410"/>
                  <a:pt x="79552" y="100585"/>
                  <a:pt x="79303" y="100784"/>
                </a:cubicBezTo>
                <a:cubicBezTo>
                  <a:pt x="79303" y="100759"/>
                  <a:pt x="79353" y="100684"/>
                  <a:pt x="79353" y="100659"/>
                </a:cubicBezTo>
                <a:cubicBezTo>
                  <a:pt x="79378" y="100560"/>
                  <a:pt x="79378" y="100460"/>
                  <a:pt x="79403" y="100386"/>
                </a:cubicBezTo>
                <a:cubicBezTo>
                  <a:pt x="79403" y="100311"/>
                  <a:pt x="79403" y="100261"/>
                  <a:pt x="79428" y="100186"/>
                </a:cubicBezTo>
                <a:cubicBezTo>
                  <a:pt x="79428" y="100087"/>
                  <a:pt x="79477" y="100012"/>
                  <a:pt x="79477" y="99888"/>
                </a:cubicBezTo>
                <a:cubicBezTo>
                  <a:pt x="79403" y="99813"/>
                  <a:pt x="79403" y="99714"/>
                  <a:pt x="79403" y="99664"/>
                </a:cubicBezTo>
                <a:lnTo>
                  <a:pt x="79403" y="99315"/>
                </a:lnTo>
                <a:cubicBezTo>
                  <a:pt x="79403" y="99216"/>
                  <a:pt x="79378" y="99141"/>
                  <a:pt x="79378" y="99066"/>
                </a:cubicBezTo>
                <a:cubicBezTo>
                  <a:pt x="79378" y="98942"/>
                  <a:pt x="79353" y="98842"/>
                  <a:pt x="79353" y="98718"/>
                </a:cubicBezTo>
                <a:cubicBezTo>
                  <a:pt x="79353" y="98618"/>
                  <a:pt x="79303" y="98544"/>
                  <a:pt x="79278" y="98444"/>
                </a:cubicBezTo>
                <a:cubicBezTo>
                  <a:pt x="79278" y="98345"/>
                  <a:pt x="79253" y="98295"/>
                  <a:pt x="79253" y="98195"/>
                </a:cubicBezTo>
                <a:cubicBezTo>
                  <a:pt x="85825" y="93068"/>
                  <a:pt x="91823" y="87293"/>
                  <a:pt x="97026" y="81269"/>
                </a:cubicBezTo>
                <a:close/>
                <a:moveTo>
                  <a:pt x="78731" y="97697"/>
                </a:moveTo>
                <a:cubicBezTo>
                  <a:pt x="78731" y="97747"/>
                  <a:pt x="78756" y="97822"/>
                  <a:pt x="78756" y="97872"/>
                </a:cubicBezTo>
                <a:cubicBezTo>
                  <a:pt x="78756" y="97946"/>
                  <a:pt x="78781" y="97971"/>
                  <a:pt x="78781" y="98046"/>
                </a:cubicBezTo>
                <a:cubicBezTo>
                  <a:pt x="77561" y="98967"/>
                  <a:pt x="76316" y="99913"/>
                  <a:pt x="75072" y="100809"/>
                </a:cubicBezTo>
                <a:cubicBezTo>
                  <a:pt x="74898" y="100659"/>
                  <a:pt x="74723" y="100560"/>
                  <a:pt x="74524" y="100435"/>
                </a:cubicBezTo>
                <a:cubicBezTo>
                  <a:pt x="74574" y="100336"/>
                  <a:pt x="74674" y="100286"/>
                  <a:pt x="74798" y="100211"/>
                </a:cubicBezTo>
                <a:cubicBezTo>
                  <a:pt x="74922" y="100162"/>
                  <a:pt x="75047" y="100062"/>
                  <a:pt x="75171" y="100012"/>
                </a:cubicBezTo>
                <a:cubicBezTo>
                  <a:pt x="75196" y="100012"/>
                  <a:pt x="75196" y="99962"/>
                  <a:pt x="75246" y="99962"/>
                </a:cubicBezTo>
                <a:cubicBezTo>
                  <a:pt x="75420" y="99838"/>
                  <a:pt x="75570" y="99714"/>
                  <a:pt x="75769" y="99639"/>
                </a:cubicBezTo>
                <a:lnTo>
                  <a:pt x="76043" y="99440"/>
                </a:lnTo>
                <a:cubicBezTo>
                  <a:pt x="76291" y="99290"/>
                  <a:pt x="76565" y="99091"/>
                  <a:pt x="76814" y="98942"/>
                </a:cubicBezTo>
                <a:cubicBezTo>
                  <a:pt x="76889" y="98917"/>
                  <a:pt x="76939" y="98842"/>
                  <a:pt x="77038" y="98793"/>
                </a:cubicBezTo>
                <a:cubicBezTo>
                  <a:pt x="77262" y="98668"/>
                  <a:pt x="77436" y="98494"/>
                  <a:pt x="77660" y="98369"/>
                </a:cubicBezTo>
                <a:cubicBezTo>
                  <a:pt x="77785" y="98295"/>
                  <a:pt x="77909" y="98195"/>
                  <a:pt x="78034" y="98121"/>
                </a:cubicBezTo>
                <a:cubicBezTo>
                  <a:pt x="78059" y="98121"/>
                  <a:pt x="78059" y="98096"/>
                  <a:pt x="78108" y="98096"/>
                </a:cubicBezTo>
                <a:lnTo>
                  <a:pt x="78133" y="98096"/>
                </a:lnTo>
                <a:cubicBezTo>
                  <a:pt x="78308" y="97971"/>
                  <a:pt x="78507" y="97847"/>
                  <a:pt x="78731" y="97697"/>
                </a:cubicBezTo>
                <a:close/>
                <a:moveTo>
                  <a:pt x="60859" y="96826"/>
                </a:moveTo>
                <a:lnTo>
                  <a:pt x="60859" y="96826"/>
                </a:lnTo>
                <a:cubicBezTo>
                  <a:pt x="60959" y="98195"/>
                  <a:pt x="60934" y="99539"/>
                  <a:pt x="60834" y="100883"/>
                </a:cubicBezTo>
                <a:cubicBezTo>
                  <a:pt x="60809" y="100883"/>
                  <a:pt x="60809" y="100908"/>
                  <a:pt x="60784" y="100908"/>
                </a:cubicBezTo>
                <a:cubicBezTo>
                  <a:pt x="60859" y="99589"/>
                  <a:pt x="60884" y="98220"/>
                  <a:pt x="60809" y="96851"/>
                </a:cubicBezTo>
                <a:cubicBezTo>
                  <a:pt x="60834" y="96851"/>
                  <a:pt x="60834" y="96851"/>
                  <a:pt x="60859" y="96826"/>
                </a:cubicBezTo>
                <a:close/>
                <a:moveTo>
                  <a:pt x="78830" y="98195"/>
                </a:moveTo>
                <a:lnTo>
                  <a:pt x="78830" y="98245"/>
                </a:lnTo>
                <a:cubicBezTo>
                  <a:pt x="77660" y="99166"/>
                  <a:pt x="76491" y="100062"/>
                  <a:pt x="75296" y="100908"/>
                </a:cubicBezTo>
                <a:cubicBezTo>
                  <a:pt x="75271" y="100908"/>
                  <a:pt x="75271" y="100883"/>
                  <a:pt x="75246" y="100883"/>
                </a:cubicBezTo>
                <a:cubicBezTo>
                  <a:pt x="76441" y="100012"/>
                  <a:pt x="77636" y="99141"/>
                  <a:pt x="78830" y="98195"/>
                </a:cubicBezTo>
                <a:close/>
                <a:moveTo>
                  <a:pt x="36540" y="100386"/>
                </a:moveTo>
                <a:cubicBezTo>
                  <a:pt x="36540" y="100410"/>
                  <a:pt x="36565" y="100410"/>
                  <a:pt x="36565" y="100435"/>
                </a:cubicBezTo>
                <a:lnTo>
                  <a:pt x="36565" y="100460"/>
                </a:lnTo>
                <a:lnTo>
                  <a:pt x="34972" y="100933"/>
                </a:lnTo>
                <a:cubicBezTo>
                  <a:pt x="34972" y="100908"/>
                  <a:pt x="34947" y="100883"/>
                  <a:pt x="34947" y="100834"/>
                </a:cubicBezTo>
                <a:lnTo>
                  <a:pt x="36540" y="100386"/>
                </a:lnTo>
                <a:close/>
                <a:moveTo>
                  <a:pt x="74325" y="100535"/>
                </a:moveTo>
                <a:cubicBezTo>
                  <a:pt x="74524" y="100659"/>
                  <a:pt x="74748" y="100784"/>
                  <a:pt x="74922" y="100908"/>
                </a:cubicBezTo>
                <a:cubicBezTo>
                  <a:pt x="74898" y="100908"/>
                  <a:pt x="74898" y="100933"/>
                  <a:pt x="74873" y="100933"/>
                </a:cubicBezTo>
                <a:cubicBezTo>
                  <a:pt x="74649" y="100809"/>
                  <a:pt x="74474" y="100684"/>
                  <a:pt x="74275" y="100560"/>
                </a:cubicBezTo>
                <a:cubicBezTo>
                  <a:pt x="74300" y="100560"/>
                  <a:pt x="74300" y="100535"/>
                  <a:pt x="74325" y="100535"/>
                </a:cubicBezTo>
                <a:close/>
                <a:moveTo>
                  <a:pt x="5153" y="84729"/>
                </a:moveTo>
                <a:cubicBezTo>
                  <a:pt x="7019" y="87393"/>
                  <a:pt x="9583" y="89384"/>
                  <a:pt x="12869" y="90603"/>
                </a:cubicBezTo>
                <a:cubicBezTo>
                  <a:pt x="12072" y="94088"/>
                  <a:pt x="12023" y="97672"/>
                  <a:pt x="12695" y="100958"/>
                </a:cubicBezTo>
                <a:cubicBezTo>
                  <a:pt x="9832" y="99813"/>
                  <a:pt x="7443" y="98170"/>
                  <a:pt x="5576" y="96055"/>
                </a:cubicBezTo>
                <a:cubicBezTo>
                  <a:pt x="5476" y="95681"/>
                  <a:pt x="5402" y="95308"/>
                  <a:pt x="5327" y="94934"/>
                </a:cubicBezTo>
                <a:cubicBezTo>
                  <a:pt x="5302" y="94760"/>
                  <a:pt x="5277" y="94586"/>
                  <a:pt x="5227" y="94437"/>
                </a:cubicBezTo>
                <a:cubicBezTo>
                  <a:pt x="5153" y="93864"/>
                  <a:pt x="5053" y="93317"/>
                  <a:pt x="4978" y="92719"/>
                </a:cubicBezTo>
                <a:cubicBezTo>
                  <a:pt x="4978" y="92595"/>
                  <a:pt x="4953" y="92445"/>
                  <a:pt x="4953" y="92321"/>
                </a:cubicBezTo>
                <a:lnTo>
                  <a:pt x="4854" y="90902"/>
                </a:lnTo>
                <a:cubicBezTo>
                  <a:pt x="4854" y="90703"/>
                  <a:pt x="4829" y="90479"/>
                  <a:pt x="4829" y="90255"/>
                </a:cubicBezTo>
                <a:cubicBezTo>
                  <a:pt x="4829" y="89658"/>
                  <a:pt x="4804" y="89110"/>
                  <a:pt x="4829" y="88513"/>
                </a:cubicBezTo>
                <a:cubicBezTo>
                  <a:pt x="4829" y="88363"/>
                  <a:pt x="4854" y="88164"/>
                  <a:pt x="4854" y="88015"/>
                </a:cubicBezTo>
                <a:lnTo>
                  <a:pt x="4953" y="86521"/>
                </a:lnTo>
                <a:cubicBezTo>
                  <a:pt x="4978" y="86297"/>
                  <a:pt x="4978" y="86098"/>
                  <a:pt x="5028" y="85899"/>
                </a:cubicBezTo>
                <a:cubicBezTo>
                  <a:pt x="5053" y="85501"/>
                  <a:pt x="5103" y="85127"/>
                  <a:pt x="5153" y="84729"/>
                </a:cubicBezTo>
                <a:close/>
                <a:moveTo>
                  <a:pt x="34798" y="100859"/>
                </a:moveTo>
                <a:lnTo>
                  <a:pt x="34798" y="100859"/>
                </a:lnTo>
                <a:cubicBezTo>
                  <a:pt x="34773" y="100933"/>
                  <a:pt x="34798" y="100958"/>
                  <a:pt x="34798" y="101008"/>
                </a:cubicBezTo>
                <a:lnTo>
                  <a:pt x="34773" y="101008"/>
                </a:lnTo>
                <a:cubicBezTo>
                  <a:pt x="34773" y="100958"/>
                  <a:pt x="34723" y="100933"/>
                  <a:pt x="34723" y="100908"/>
                </a:cubicBezTo>
                <a:cubicBezTo>
                  <a:pt x="34773" y="100908"/>
                  <a:pt x="34773" y="100908"/>
                  <a:pt x="34798" y="100859"/>
                </a:cubicBezTo>
                <a:close/>
                <a:moveTo>
                  <a:pt x="63566" y="99455"/>
                </a:moveTo>
                <a:lnTo>
                  <a:pt x="63566" y="99455"/>
                </a:lnTo>
                <a:cubicBezTo>
                  <a:pt x="62717" y="99992"/>
                  <a:pt x="61880" y="100514"/>
                  <a:pt x="61033" y="101014"/>
                </a:cubicBezTo>
                <a:lnTo>
                  <a:pt x="61033" y="101014"/>
                </a:lnTo>
                <a:cubicBezTo>
                  <a:pt x="61033" y="101012"/>
                  <a:pt x="61033" y="101010"/>
                  <a:pt x="61033" y="101008"/>
                </a:cubicBezTo>
                <a:cubicBezTo>
                  <a:pt x="61830" y="100535"/>
                  <a:pt x="62601" y="100037"/>
                  <a:pt x="63423" y="99539"/>
                </a:cubicBezTo>
                <a:cubicBezTo>
                  <a:pt x="63472" y="99512"/>
                  <a:pt x="63519" y="99484"/>
                  <a:pt x="63566" y="99455"/>
                </a:cubicBezTo>
                <a:close/>
                <a:moveTo>
                  <a:pt x="13043" y="90603"/>
                </a:moveTo>
                <a:cubicBezTo>
                  <a:pt x="13068" y="90603"/>
                  <a:pt x="13068" y="90603"/>
                  <a:pt x="13118" y="90628"/>
                </a:cubicBezTo>
                <a:cubicBezTo>
                  <a:pt x="12321" y="94113"/>
                  <a:pt x="12296" y="97697"/>
                  <a:pt x="12993" y="101033"/>
                </a:cubicBezTo>
                <a:cubicBezTo>
                  <a:pt x="12944" y="101033"/>
                  <a:pt x="12919" y="101008"/>
                  <a:pt x="12919" y="101008"/>
                </a:cubicBezTo>
                <a:cubicBezTo>
                  <a:pt x="12197" y="97672"/>
                  <a:pt x="12271" y="94088"/>
                  <a:pt x="13043" y="90603"/>
                </a:cubicBezTo>
                <a:close/>
                <a:moveTo>
                  <a:pt x="79104" y="98320"/>
                </a:moveTo>
                <a:cubicBezTo>
                  <a:pt x="79104" y="98345"/>
                  <a:pt x="79104" y="98394"/>
                  <a:pt x="79129" y="98444"/>
                </a:cubicBezTo>
                <a:cubicBezTo>
                  <a:pt x="79154" y="98544"/>
                  <a:pt x="79154" y="98643"/>
                  <a:pt x="79204" y="98718"/>
                </a:cubicBezTo>
                <a:cubicBezTo>
                  <a:pt x="79229" y="98842"/>
                  <a:pt x="79229" y="98942"/>
                  <a:pt x="79229" y="99066"/>
                </a:cubicBezTo>
                <a:cubicBezTo>
                  <a:pt x="79229" y="99166"/>
                  <a:pt x="79253" y="99266"/>
                  <a:pt x="79253" y="99340"/>
                </a:cubicBezTo>
                <a:lnTo>
                  <a:pt x="79253" y="99614"/>
                </a:lnTo>
                <a:lnTo>
                  <a:pt x="79253" y="99863"/>
                </a:lnTo>
                <a:cubicBezTo>
                  <a:pt x="79253" y="99962"/>
                  <a:pt x="79253" y="100037"/>
                  <a:pt x="79229" y="100137"/>
                </a:cubicBezTo>
                <a:cubicBezTo>
                  <a:pt x="79229" y="100211"/>
                  <a:pt x="79229" y="100286"/>
                  <a:pt x="79204" y="100386"/>
                </a:cubicBezTo>
                <a:cubicBezTo>
                  <a:pt x="79204" y="100435"/>
                  <a:pt x="79154" y="100485"/>
                  <a:pt x="79154" y="100585"/>
                </a:cubicBezTo>
                <a:cubicBezTo>
                  <a:pt x="79154" y="100659"/>
                  <a:pt x="79129" y="100759"/>
                  <a:pt x="79129" y="100809"/>
                </a:cubicBezTo>
                <a:cubicBezTo>
                  <a:pt x="79104" y="100809"/>
                  <a:pt x="79079" y="100834"/>
                  <a:pt x="79079" y="100908"/>
                </a:cubicBezTo>
                <a:cubicBezTo>
                  <a:pt x="79079" y="100933"/>
                  <a:pt x="79079" y="100933"/>
                  <a:pt x="79029" y="100958"/>
                </a:cubicBezTo>
                <a:cubicBezTo>
                  <a:pt x="79005" y="101008"/>
                  <a:pt x="78980" y="101008"/>
                  <a:pt x="78930" y="101033"/>
                </a:cubicBezTo>
                <a:cubicBezTo>
                  <a:pt x="78930" y="101008"/>
                  <a:pt x="78930" y="101008"/>
                  <a:pt x="78980" y="100958"/>
                </a:cubicBezTo>
                <a:cubicBezTo>
                  <a:pt x="79005" y="100883"/>
                  <a:pt x="79029" y="100809"/>
                  <a:pt x="79079" y="100709"/>
                </a:cubicBezTo>
                <a:cubicBezTo>
                  <a:pt x="79079" y="100659"/>
                  <a:pt x="79104" y="100585"/>
                  <a:pt x="79104" y="100535"/>
                </a:cubicBezTo>
                <a:cubicBezTo>
                  <a:pt x="79104" y="100460"/>
                  <a:pt x="79129" y="100386"/>
                  <a:pt x="79129" y="100311"/>
                </a:cubicBezTo>
                <a:cubicBezTo>
                  <a:pt x="79129" y="100261"/>
                  <a:pt x="79129" y="100162"/>
                  <a:pt x="79154" y="100062"/>
                </a:cubicBezTo>
                <a:lnTo>
                  <a:pt x="79154" y="99838"/>
                </a:lnTo>
                <a:lnTo>
                  <a:pt x="79154" y="99564"/>
                </a:lnTo>
                <a:lnTo>
                  <a:pt x="79154" y="99315"/>
                </a:lnTo>
                <a:cubicBezTo>
                  <a:pt x="79154" y="99216"/>
                  <a:pt x="79129" y="99141"/>
                  <a:pt x="79129" y="99017"/>
                </a:cubicBezTo>
                <a:cubicBezTo>
                  <a:pt x="79129" y="98917"/>
                  <a:pt x="79104" y="98817"/>
                  <a:pt x="79104" y="98718"/>
                </a:cubicBezTo>
                <a:cubicBezTo>
                  <a:pt x="79104" y="98643"/>
                  <a:pt x="79079" y="98519"/>
                  <a:pt x="79029" y="98419"/>
                </a:cubicBezTo>
                <a:lnTo>
                  <a:pt x="79029" y="98345"/>
                </a:lnTo>
                <a:cubicBezTo>
                  <a:pt x="79079" y="98345"/>
                  <a:pt x="79079" y="98320"/>
                  <a:pt x="79104" y="98320"/>
                </a:cubicBezTo>
                <a:close/>
                <a:moveTo>
                  <a:pt x="3236" y="94287"/>
                </a:moveTo>
                <a:cubicBezTo>
                  <a:pt x="3311" y="94287"/>
                  <a:pt x="3311" y="94312"/>
                  <a:pt x="3336" y="94312"/>
                </a:cubicBezTo>
                <a:cubicBezTo>
                  <a:pt x="3336" y="94337"/>
                  <a:pt x="3360" y="94337"/>
                  <a:pt x="3360" y="94362"/>
                </a:cubicBezTo>
                <a:cubicBezTo>
                  <a:pt x="3659" y="94810"/>
                  <a:pt x="3933" y="95208"/>
                  <a:pt x="4281" y="95607"/>
                </a:cubicBezTo>
                <a:lnTo>
                  <a:pt x="4331" y="95681"/>
                </a:lnTo>
                <a:cubicBezTo>
                  <a:pt x="4655" y="96079"/>
                  <a:pt x="4978" y="96453"/>
                  <a:pt x="5327" y="96826"/>
                </a:cubicBezTo>
                <a:cubicBezTo>
                  <a:pt x="5451" y="97324"/>
                  <a:pt x="5601" y="97797"/>
                  <a:pt x="5775" y="98245"/>
                </a:cubicBezTo>
                <a:cubicBezTo>
                  <a:pt x="5800" y="98345"/>
                  <a:pt x="5825" y="98469"/>
                  <a:pt x="5850" y="98593"/>
                </a:cubicBezTo>
                <a:cubicBezTo>
                  <a:pt x="6024" y="99041"/>
                  <a:pt x="6173" y="99465"/>
                  <a:pt x="6347" y="99888"/>
                </a:cubicBezTo>
                <a:cubicBezTo>
                  <a:pt x="6422" y="100037"/>
                  <a:pt x="6472" y="100162"/>
                  <a:pt x="6522" y="100311"/>
                </a:cubicBezTo>
                <a:cubicBezTo>
                  <a:pt x="6646" y="100560"/>
                  <a:pt x="6771" y="100809"/>
                  <a:pt x="6895" y="101083"/>
                </a:cubicBezTo>
                <a:cubicBezTo>
                  <a:pt x="6771" y="100908"/>
                  <a:pt x="6646" y="100709"/>
                  <a:pt x="6472" y="100510"/>
                </a:cubicBezTo>
                <a:cubicBezTo>
                  <a:pt x="5924" y="99639"/>
                  <a:pt x="4281" y="96926"/>
                  <a:pt x="3410" y="94661"/>
                </a:cubicBezTo>
                <a:cubicBezTo>
                  <a:pt x="3336" y="94536"/>
                  <a:pt x="3311" y="94412"/>
                  <a:pt x="3236" y="94287"/>
                </a:cubicBezTo>
                <a:close/>
                <a:moveTo>
                  <a:pt x="85823" y="95956"/>
                </a:moveTo>
                <a:cubicBezTo>
                  <a:pt x="85716" y="96047"/>
                  <a:pt x="85609" y="96138"/>
                  <a:pt x="85501" y="96229"/>
                </a:cubicBezTo>
                <a:cubicBezTo>
                  <a:pt x="85476" y="96279"/>
                  <a:pt x="85426" y="96303"/>
                  <a:pt x="85377" y="96353"/>
                </a:cubicBezTo>
                <a:cubicBezTo>
                  <a:pt x="84854" y="96801"/>
                  <a:pt x="84331" y="97224"/>
                  <a:pt x="83833" y="97648"/>
                </a:cubicBezTo>
                <a:cubicBezTo>
                  <a:pt x="83585" y="97822"/>
                  <a:pt x="83361" y="98046"/>
                  <a:pt x="83112" y="98220"/>
                </a:cubicBezTo>
                <a:cubicBezTo>
                  <a:pt x="82589" y="98668"/>
                  <a:pt x="82016" y="99091"/>
                  <a:pt x="81469" y="99514"/>
                </a:cubicBezTo>
                <a:cubicBezTo>
                  <a:pt x="81071" y="99813"/>
                  <a:pt x="80697" y="100087"/>
                  <a:pt x="80274" y="100386"/>
                </a:cubicBezTo>
                <a:lnTo>
                  <a:pt x="79627" y="100834"/>
                </a:lnTo>
                <a:cubicBezTo>
                  <a:pt x="79602" y="100883"/>
                  <a:pt x="79552" y="100883"/>
                  <a:pt x="79527" y="100908"/>
                </a:cubicBezTo>
                <a:cubicBezTo>
                  <a:pt x="79420" y="100994"/>
                  <a:pt x="79332" y="101043"/>
                  <a:pt x="79230" y="101118"/>
                </a:cubicBezTo>
                <a:lnTo>
                  <a:pt x="79230" y="101118"/>
                </a:lnTo>
                <a:cubicBezTo>
                  <a:pt x="79232" y="101103"/>
                  <a:pt x="79237" y="101083"/>
                  <a:pt x="79253" y="101083"/>
                </a:cubicBezTo>
                <a:cubicBezTo>
                  <a:pt x="79552" y="100883"/>
                  <a:pt x="79851" y="100659"/>
                  <a:pt x="80125" y="100435"/>
                </a:cubicBezTo>
                <a:cubicBezTo>
                  <a:pt x="80573" y="100137"/>
                  <a:pt x="80996" y="99813"/>
                  <a:pt x="81394" y="99514"/>
                </a:cubicBezTo>
                <a:cubicBezTo>
                  <a:pt x="81718" y="99290"/>
                  <a:pt x="81991" y="99066"/>
                  <a:pt x="82265" y="98842"/>
                </a:cubicBezTo>
                <a:cubicBezTo>
                  <a:pt x="83385" y="97996"/>
                  <a:pt x="84853" y="96753"/>
                  <a:pt x="85823" y="95956"/>
                </a:cubicBezTo>
                <a:close/>
                <a:moveTo>
                  <a:pt x="79209" y="101134"/>
                </a:moveTo>
                <a:cubicBezTo>
                  <a:pt x="79199" y="101141"/>
                  <a:pt x="79189" y="101149"/>
                  <a:pt x="79179" y="101157"/>
                </a:cubicBezTo>
                <a:cubicBezTo>
                  <a:pt x="79179" y="101157"/>
                  <a:pt x="79179" y="101140"/>
                  <a:pt x="79209" y="101134"/>
                </a:cubicBezTo>
                <a:close/>
                <a:moveTo>
                  <a:pt x="60834" y="101107"/>
                </a:moveTo>
                <a:lnTo>
                  <a:pt x="60834" y="101207"/>
                </a:lnTo>
                <a:cubicBezTo>
                  <a:pt x="60809" y="101207"/>
                  <a:pt x="60809" y="101257"/>
                  <a:pt x="60784" y="101257"/>
                </a:cubicBezTo>
                <a:lnTo>
                  <a:pt x="60784" y="101157"/>
                </a:lnTo>
                <a:cubicBezTo>
                  <a:pt x="60809" y="101157"/>
                  <a:pt x="60809" y="101107"/>
                  <a:pt x="60834" y="101107"/>
                </a:cubicBezTo>
                <a:close/>
                <a:moveTo>
                  <a:pt x="78835" y="101389"/>
                </a:moveTo>
                <a:cubicBezTo>
                  <a:pt x="78826" y="101395"/>
                  <a:pt x="78816" y="101403"/>
                  <a:pt x="78795" y="101405"/>
                </a:cubicBezTo>
                <a:lnTo>
                  <a:pt x="78795" y="101405"/>
                </a:lnTo>
                <a:cubicBezTo>
                  <a:pt x="78807" y="101400"/>
                  <a:pt x="78820" y="101394"/>
                  <a:pt x="78835" y="101389"/>
                </a:cubicBezTo>
                <a:close/>
                <a:moveTo>
                  <a:pt x="13267" y="90678"/>
                </a:moveTo>
                <a:cubicBezTo>
                  <a:pt x="13392" y="90703"/>
                  <a:pt x="13516" y="90728"/>
                  <a:pt x="13640" y="90778"/>
                </a:cubicBezTo>
                <a:cubicBezTo>
                  <a:pt x="13192" y="94586"/>
                  <a:pt x="13367" y="98170"/>
                  <a:pt x="14138" y="101406"/>
                </a:cubicBezTo>
                <a:cubicBezTo>
                  <a:pt x="13815" y="101307"/>
                  <a:pt x="13516" y="101182"/>
                  <a:pt x="13192" y="101083"/>
                </a:cubicBezTo>
                <a:cubicBezTo>
                  <a:pt x="12446" y="97772"/>
                  <a:pt x="12496" y="94188"/>
                  <a:pt x="13267" y="90678"/>
                </a:cubicBezTo>
                <a:close/>
                <a:moveTo>
                  <a:pt x="13790" y="90852"/>
                </a:moveTo>
                <a:cubicBezTo>
                  <a:pt x="13815" y="90852"/>
                  <a:pt x="13815" y="90852"/>
                  <a:pt x="13865" y="90877"/>
                </a:cubicBezTo>
                <a:cubicBezTo>
                  <a:pt x="13443" y="94672"/>
                  <a:pt x="13565" y="98219"/>
                  <a:pt x="14378" y="101470"/>
                </a:cubicBezTo>
                <a:lnTo>
                  <a:pt x="14378" y="101470"/>
                </a:lnTo>
                <a:cubicBezTo>
                  <a:pt x="14367" y="101456"/>
                  <a:pt x="14345" y="101456"/>
                  <a:pt x="14313" y="101456"/>
                </a:cubicBezTo>
                <a:cubicBezTo>
                  <a:pt x="13541" y="98220"/>
                  <a:pt x="13392" y="94661"/>
                  <a:pt x="13790" y="90852"/>
                </a:cubicBezTo>
                <a:close/>
                <a:moveTo>
                  <a:pt x="78768" y="101419"/>
                </a:moveTo>
                <a:lnTo>
                  <a:pt x="78681" y="101506"/>
                </a:lnTo>
                <a:lnTo>
                  <a:pt x="78681" y="101456"/>
                </a:lnTo>
                <a:cubicBezTo>
                  <a:pt x="78718" y="101443"/>
                  <a:pt x="78743" y="101431"/>
                  <a:pt x="78768" y="101419"/>
                </a:cubicBezTo>
                <a:close/>
                <a:moveTo>
                  <a:pt x="33827" y="99091"/>
                </a:moveTo>
                <a:cubicBezTo>
                  <a:pt x="33827" y="99141"/>
                  <a:pt x="33827" y="99141"/>
                  <a:pt x="33852" y="99166"/>
                </a:cubicBezTo>
                <a:cubicBezTo>
                  <a:pt x="33678" y="99241"/>
                  <a:pt x="33504" y="99340"/>
                  <a:pt x="33329" y="99440"/>
                </a:cubicBezTo>
                <a:cubicBezTo>
                  <a:pt x="33031" y="99589"/>
                  <a:pt x="32707" y="99788"/>
                  <a:pt x="32408" y="99938"/>
                </a:cubicBezTo>
                <a:lnTo>
                  <a:pt x="31562" y="100311"/>
                </a:lnTo>
                <a:cubicBezTo>
                  <a:pt x="31214" y="100460"/>
                  <a:pt x="30915" y="100610"/>
                  <a:pt x="30566" y="100734"/>
                </a:cubicBezTo>
                <a:cubicBezTo>
                  <a:pt x="30318" y="100834"/>
                  <a:pt x="30044" y="100933"/>
                  <a:pt x="29745" y="101033"/>
                </a:cubicBezTo>
                <a:cubicBezTo>
                  <a:pt x="29372" y="101157"/>
                  <a:pt x="29048" y="101307"/>
                  <a:pt x="28675" y="101406"/>
                </a:cubicBezTo>
                <a:cubicBezTo>
                  <a:pt x="28509" y="101456"/>
                  <a:pt x="28342" y="101495"/>
                  <a:pt x="28161" y="101537"/>
                </a:cubicBezTo>
                <a:lnTo>
                  <a:pt x="28161" y="101537"/>
                </a:lnTo>
                <a:cubicBezTo>
                  <a:pt x="28330" y="101489"/>
                  <a:pt x="28497" y="101444"/>
                  <a:pt x="28650" y="101406"/>
                </a:cubicBezTo>
                <a:cubicBezTo>
                  <a:pt x="28949" y="101307"/>
                  <a:pt x="29222" y="101207"/>
                  <a:pt x="29496" y="101083"/>
                </a:cubicBezTo>
                <a:cubicBezTo>
                  <a:pt x="29845" y="100958"/>
                  <a:pt x="30218" y="100834"/>
                  <a:pt x="30566" y="100709"/>
                </a:cubicBezTo>
                <a:cubicBezTo>
                  <a:pt x="30815" y="100635"/>
                  <a:pt x="31064" y="100510"/>
                  <a:pt x="31313" y="100386"/>
                </a:cubicBezTo>
                <a:cubicBezTo>
                  <a:pt x="31687" y="100211"/>
                  <a:pt x="32060" y="100062"/>
                  <a:pt x="32408" y="99863"/>
                </a:cubicBezTo>
                <a:cubicBezTo>
                  <a:pt x="32608" y="99763"/>
                  <a:pt x="32832" y="99614"/>
                  <a:pt x="33056" y="99539"/>
                </a:cubicBezTo>
                <a:cubicBezTo>
                  <a:pt x="33304" y="99415"/>
                  <a:pt x="33578" y="99241"/>
                  <a:pt x="33827" y="99091"/>
                </a:cubicBezTo>
                <a:close/>
                <a:moveTo>
                  <a:pt x="78905" y="98494"/>
                </a:moveTo>
                <a:cubicBezTo>
                  <a:pt x="78955" y="98593"/>
                  <a:pt x="78955" y="98693"/>
                  <a:pt x="78955" y="98793"/>
                </a:cubicBezTo>
                <a:cubicBezTo>
                  <a:pt x="78955" y="98867"/>
                  <a:pt x="78980" y="98967"/>
                  <a:pt x="78980" y="99066"/>
                </a:cubicBezTo>
                <a:cubicBezTo>
                  <a:pt x="78980" y="99166"/>
                  <a:pt x="79005" y="99241"/>
                  <a:pt x="79005" y="99340"/>
                </a:cubicBezTo>
                <a:lnTo>
                  <a:pt x="79005" y="99589"/>
                </a:lnTo>
                <a:lnTo>
                  <a:pt x="79005" y="99838"/>
                </a:lnTo>
                <a:lnTo>
                  <a:pt x="79005" y="100062"/>
                </a:lnTo>
                <a:cubicBezTo>
                  <a:pt x="79005" y="100112"/>
                  <a:pt x="79005" y="100211"/>
                  <a:pt x="78980" y="100286"/>
                </a:cubicBezTo>
                <a:cubicBezTo>
                  <a:pt x="78980" y="100336"/>
                  <a:pt x="78955" y="100410"/>
                  <a:pt x="78955" y="100485"/>
                </a:cubicBezTo>
                <a:cubicBezTo>
                  <a:pt x="78905" y="100535"/>
                  <a:pt x="78880" y="100585"/>
                  <a:pt x="78880" y="100659"/>
                </a:cubicBezTo>
                <a:cubicBezTo>
                  <a:pt x="78855" y="100709"/>
                  <a:pt x="78830" y="100809"/>
                  <a:pt x="78830" y="100883"/>
                </a:cubicBezTo>
                <a:cubicBezTo>
                  <a:pt x="78830" y="100908"/>
                  <a:pt x="78781" y="100933"/>
                  <a:pt x="78781" y="101008"/>
                </a:cubicBezTo>
                <a:cubicBezTo>
                  <a:pt x="78756" y="101083"/>
                  <a:pt x="78681" y="101182"/>
                  <a:pt x="78631" y="101282"/>
                </a:cubicBezTo>
                <a:cubicBezTo>
                  <a:pt x="78606" y="101331"/>
                  <a:pt x="78532" y="101381"/>
                  <a:pt x="78482" y="101431"/>
                </a:cubicBezTo>
                <a:cubicBezTo>
                  <a:pt x="78407" y="101456"/>
                  <a:pt x="78357" y="101531"/>
                  <a:pt x="78308" y="101555"/>
                </a:cubicBezTo>
                <a:cubicBezTo>
                  <a:pt x="78127" y="101650"/>
                  <a:pt x="77906" y="101697"/>
                  <a:pt x="77651" y="101697"/>
                </a:cubicBezTo>
                <a:cubicBezTo>
                  <a:pt x="77097" y="101697"/>
                  <a:pt x="76379" y="101476"/>
                  <a:pt x="75545" y="101033"/>
                </a:cubicBezTo>
                <a:cubicBezTo>
                  <a:pt x="76715" y="100211"/>
                  <a:pt x="77835" y="99365"/>
                  <a:pt x="78905" y="98494"/>
                </a:cubicBezTo>
                <a:close/>
                <a:moveTo>
                  <a:pt x="27535" y="101708"/>
                </a:moveTo>
                <a:cubicBezTo>
                  <a:pt x="27457" y="101731"/>
                  <a:pt x="27379" y="101753"/>
                  <a:pt x="27301" y="101774"/>
                </a:cubicBezTo>
                <a:lnTo>
                  <a:pt x="27301" y="101774"/>
                </a:lnTo>
                <a:cubicBezTo>
                  <a:pt x="27378" y="101750"/>
                  <a:pt x="27456" y="101727"/>
                  <a:pt x="27535" y="101708"/>
                </a:cubicBezTo>
                <a:close/>
                <a:moveTo>
                  <a:pt x="78507" y="101630"/>
                </a:moveTo>
                <a:lnTo>
                  <a:pt x="78507" y="101655"/>
                </a:lnTo>
                <a:cubicBezTo>
                  <a:pt x="78507" y="101655"/>
                  <a:pt x="78457" y="101705"/>
                  <a:pt x="78382" y="101755"/>
                </a:cubicBezTo>
                <a:cubicBezTo>
                  <a:pt x="78357" y="101755"/>
                  <a:pt x="78357" y="101779"/>
                  <a:pt x="78333" y="101779"/>
                </a:cubicBezTo>
                <a:cubicBezTo>
                  <a:pt x="78283" y="101779"/>
                  <a:pt x="78258" y="101804"/>
                  <a:pt x="78233" y="101804"/>
                </a:cubicBezTo>
                <a:cubicBezTo>
                  <a:pt x="78217" y="101821"/>
                  <a:pt x="78190" y="101826"/>
                  <a:pt x="78159" y="101842"/>
                </a:cubicBezTo>
                <a:lnTo>
                  <a:pt x="78159" y="101842"/>
                </a:lnTo>
                <a:lnTo>
                  <a:pt x="78382" y="101680"/>
                </a:lnTo>
                <a:cubicBezTo>
                  <a:pt x="78407" y="101655"/>
                  <a:pt x="78482" y="101655"/>
                  <a:pt x="78507" y="101630"/>
                </a:cubicBezTo>
                <a:close/>
                <a:moveTo>
                  <a:pt x="75296" y="101107"/>
                </a:moveTo>
                <a:cubicBezTo>
                  <a:pt x="75370" y="101157"/>
                  <a:pt x="75395" y="101182"/>
                  <a:pt x="75470" y="101207"/>
                </a:cubicBezTo>
                <a:cubicBezTo>
                  <a:pt x="75520" y="101257"/>
                  <a:pt x="75545" y="101282"/>
                  <a:pt x="75619" y="101282"/>
                </a:cubicBezTo>
                <a:cubicBezTo>
                  <a:pt x="75719" y="101307"/>
                  <a:pt x="75794" y="101381"/>
                  <a:pt x="75868" y="101406"/>
                </a:cubicBezTo>
                <a:cubicBezTo>
                  <a:pt x="75918" y="101431"/>
                  <a:pt x="76018" y="101456"/>
                  <a:pt x="76092" y="101481"/>
                </a:cubicBezTo>
                <a:cubicBezTo>
                  <a:pt x="76142" y="101531"/>
                  <a:pt x="76167" y="101531"/>
                  <a:pt x="76242" y="101555"/>
                </a:cubicBezTo>
                <a:lnTo>
                  <a:pt x="76515" y="101655"/>
                </a:lnTo>
                <a:lnTo>
                  <a:pt x="76540" y="101655"/>
                </a:lnTo>
                <a:cubicBezTo>
                  <a:pt x="76914" y="101779"/>
                  <a:pt x="77262" y="101829"/>
                  <a:pt x="77586" y="101829"/>
                </a:cubicBezTo>
                <a:cubicBezTo>
                  <a:pt x="77636" y="101829"/>
                  <a:pt x="77710" y="101829"/>
                  <a:pt x="77760" y="101804"/>
                </a:cubicBezTo>
                <a:lnTo>
                  <a:pt x="77760" y="101804"/>
                </a:lnTo>
                <a:cubicBezTo>
                  <a:pt x="77735" y="101829"/>
                  <a:pt x="77710" y="101829"/>
                  <a:pt x="77660" y="101854"/>
                </a:cubicBezTo>
                <a:cubicBezTo>
                  <a:pt x="77574" y="101869"/>
                  <a:pt x="77483" y="101876"/>
                  <a:pt x="77388" y="101876"/>
                </a:cubicBezTo>
                <a:cubicBezTo>
                  <a:pt x="76823" y="101876"/>
                  <a:pt x="76102" y="101626"/>
                  <a:pt x="75271" y="101157"/>
                </a:cubicBezTo>
                <a:lnTo>
                  <a:pt x="75296" y="101107"/>
                </a:lnTo>
                <a:close/>
                <a:moveTo>
                  <a:pt x="24966" y="91748"/>
                </a:moveTo>
                <a:cubicBezTo>
                  <a:pt x="24468" y="95457"/>
                  <a:pt x="24543" y="98917"/>
                  <a:pt x="25339" y="102053"/>
                </a:cubicBezTo>
                <a:lnTo>
                  <a:pt x="25265" y="102053"/>
                </a:lnTo>
                <a:cubicBezTo>
                  <a:pt x="24493" y="98917"/>
                  <a:pt x="24393" y="95457"/>
                  <a:pt x="24891" y="91748"/>
                </a:cubicBezTo>
                <a:close/>
                <a:moveTo>
                  <a:pt x="32060" y="90379"/>
                </a:moveTo>
                <a:cubicBezTo>
                  <a:pt x="32259" y="93242"/>
                  <a:pt x="32856" y="96179"/>
                  <a:pt x="33802" y="98967"/>
                </a:cubicBezTo>
                <a:cubicBezTo>
                  <a:pt x="33553" y="99141"/>
                  <a:pt x="33304" y="99266"/>
                  <a:pt x="33056" y="99390"/>
                </a:cubicBezTo>
                <a:cubicBezTo>
                  <a:pt x="32807" y="99514"/>
                  <a:pt x="32558" y="99664"/>
                  <a:pt x="32309" y="99788"/>
                </a:cubicBezTo>
                <a:cubicBezTo>
                  <a:pt x="31960" y="99938"/>
                  <a:pt x="31612" y="100087"/>
                  <a:pt x="31313" y="100261"/>
                </a:cubicBezTo>
                <a:cubicBezTo>
                  <a:pt x="31014" y="100386"/>
                  <a:pt x="30790" y="100510"/>
                  <a:pt x="30492" y="100585"/>
                </a:cubicBezTo>
                <a:cubicBezTo>
                  <a:pt x="30168" y="100709"/>
                  <a:pt x="29845" y="100834"/>
                  <a:pt x="29496" y="100958"/>
                </a:cubicBezTo>
                <a:cubicBezTo>
                  <a:pt x="29222" y="101058"/>
                  <a:pt x="28924" y="101182"/>
                  <a:pt x="28625" y="101282"/>
                </a:cubicBezTo>
                <a:cubicBezTo>
                  <a:pt x="28326" y="101381"/>
                  <a:pt x="27978" y="101456"/>
                  <a:pt x="27679" y="101555"/>
                </a:cubicBezTo>
                <a:cubicBezTo>
                  <a:pt x="27355" y="101655"/>
                  <a:pt x="27057" y="101755"/>
                  <a:pt x="26733" y="101804"/>
                </a:cubicBezTo>
                <a:lnTo>
                  <a:pt x="25812" y="102004"/>
                </a:lnTo>
                <a:cubicBezTo>
                  <a:pt x="25713" y="102028"/>
                  <a:pt x="25638" y="102028"/>
                  <a:pt x="25538" y="102053"/>
                </a:cubicBezTo>
                <a:cubicBezTo>
                  <a:pt x="24742" y="98892"/>
                  <a:pt x="24617" y="95432"/>
                  <a:pt x="25140" y="91724"/>
                </a:cubicBezTo>
                <a:cubicBezTo>
                  <a:pt x="27355" y="91475"/>
                  <a:pt x="29695" y="91002"/>
                  <a:pt x="32060" y="90379"/>
                </a:cubicBezTo>
                <a:close/>
                <a:moveTo>
                  <a:pt x="25538" y="102103"/>
                </a:moveTo>
                <a:cubicBezTo>
                  <a:pt x="25588" y="102128"/>
                  <a:pt x="25638" y="102134"/>
                  <a:pt x="25688" y="102134"/>
                </a:cubicBezTo>
                <a:cubicBezTo>
                  <a:pt x="25702" y="102134"/>
                  <a:pt x="25716" y="102134"/>
                  <a:pt x="25730" y="102133"/>
                </a:cubicBezTo>
                <a:lnTo>
                  <a:pt x="25730" y="102133"/>
                </a:lnTo>
                <a:cubicBezTo>
                  <a:pt x="25662" y="102150"/>
                  <a:pt x="25595" y="102166"/>
                  <a:pt x="25538" y="102178"/>
                </a:cubicBezTo>
                <a:lnTo>
                  <a:pt x="25538" y="102153"/>
                </a:lnTo>
                <a:lnTo>
                  <a:pt x="25538" y="102103"/>
                </a:lnTo>
                <a:close/>
                <a:moveTo>
                  <a:pt x="33927" y="99365"/>
                </a:moveTo>
                <a:cubicBezTo>
                  <a:pt x="34076" y="99838"/>
                  <a:pt x="34275" y="100311"/>
                  <a:pt x="34449" y="100784"/>
                </a:cubicBezTo>
                <a:cubicBezTo>
                  <a:pt x="31459" y="101575"/>
                  <a:pt x="28517" y="102145"/>
                  <a:pt x="25771" y="102396"/>
                </a:cubicBezTo>
                <a:lnTo>
                  <a:pt x="25771" y="102396"/>
                </a:lnTo>
                <a:cubicBezTo>
                  <a:pt x="25797" y="102391"/>
                  <a:pt x="25824" y="102378"/>
                  <a:pt x="25837" y="102352"/>
                </a:cubicBezTo>
                <a:lnTo>
                  <a:pt x="26758" y="102178"/>
                </a:lnTo>
                <a:lnTo>
                  <a:pt x="27804" y="101904"/>
                </a:lnTo>
                <a:cubicBezTo>
                  <a:pt x="28102" y="101804"/>
                  <a:pt x="28376" y="101730"/>
                  <a:pt x="28700" y="101655"/>
                </a:cubicBezTo>
                <a:cubicBezTo>
                  <a:pt x="29048" y="101555"/>
                  <a:pt x="29347" y="101431"/>
                  <a:pt x="29695" y="101307"/>
                </a:cubicBezTo>
                <a:cubicBezTo>
                  <a:pt x="29994" y="101182"/>
                  <a:pt x="30318" y="101083"/>
                  <a:pt x="30591" y="100958"/>
                </a:cubicBezTo>
                <a:cubicBezTo>
                  <a:pt x="30915" y="100834"/>
                  <a:pt x="31189" y="100684"/>
                  <a:pt x="31487" y="100560"/>
                </a:cubicBezTo>
                <a:cubicBezTo>
                  <a:pt x="31811" y="100435"/>
                  <a:pt x="32110" y="100286"/>
                  <a:pt x="32433" y="100162"/>
                </a:cubicBezTo>
                <a:cubicBezTo>
                  <a:pt x="32707" y="99987"/>
                  <a:pt x="32981" y="99838"/>
                  <a:pt x="33280" y="99714"/>
                </a:cubicBezTo>
                <a:cubicBezTo>
                  <a:pt x="33479" y="99589"/>
                  <a:pt x="33703" y="99490"/>
                  <a:pt x="33927" y="99365"/>
                </a:cubicBezTo>
                <a:close/>
                <a:moveTo>
                  <a:pt x="14039" y="90927"/>
                </a:moveTo>
                <a:lnTo>
                  <a:pt x="14039" y="90927"/>
                </a:lnTo>
                <a:cubicBezTo>
                  <a:pt x="16229" y="91574"/>
                  <a:pt x="18644" y="91948"/>
                  <a:pt x="21282" y="91948"/>
                </a:cubicBezTo>
                <a:cubicBezTo>
                  <a:pt x="22377" y="91948"/>
                  <a:pt x="23522" y="91873"/>
                  <a:pt x="24692" y="91748"/>
                </a:cubicBezTo>
                <a:lnTo>
                  <a:pt x="24692" y="91748"/>
                </a:lnTo>
                <a:cubicBezTo>
                  <a:pt x="24194" y="95457"/>
                  <a:pt x="24269" y="98942"/>
                  <a:pt x="25041" y="102053"/>
                </a:cubicBezTo>
                <a:cubicBezTo>
                  <a:pt x="24916" y="102078"/>
                  <a:pt x="24841" y="102128"/>
                  <a:pt x="24717" y="102128"/>
                </a:cubicBezTo>
                <a:cubicBezTo>
                  <a:pt x="24418" y="102153"/>
                  <a:pt x="24145" y="102178"/>
                  <a:pt x="23846" y="102203"/>
                </a:cubicBezTo>
                <a:cubicBezTo>
                  <a:pt x="23472" y="102252"/>
                  <a:pt x="23099" y="102302"/>
                  <a:pt x="22726" y="102327"/>
                </a:cubicBezTo>
                <a:cubicBezTo>
                  <a:pt x="22552" y="102327"/>
                  <a:pt x="22402" y="102327"/>
                  <a:pt x="22253" y="102377"/>
                </a:cubicBezTo>
                <a:cubicBezTo>
                  <a:pt x="21780" y="102427"/>
                  <a:pt x="21282" y="102427"/>
                  <a:pt x="20759" y="102427"/>
                </a:cubicBezTo>
                <a:cubicBezTo>
                  <a:pt x="20137" y="102427"/>
                  <a:pt x="19540" y="102402"/>
                  <a:pt x="18917" y="102377"/>
                </a:cubicBezTo>
                <a:cubicBezTo>
                  <a:pt x="17399" y="102203"/>
                  <a:pt x="15980" y="101929"/>
                  <a:pt x="14611" y="101531"/>
                </a:cubicBezTo>
                <a:cubicBezTo>
                  <a:pt x="13790" y="98295"/>
                  <a:pt x="13640" y="94710"/>
                  <a:pt x="14039" y="90927"/>
                </a:cubicBezTo>
                <a:close/>
                <a:moveTo>
                  <a:pt x="6744" y="100357"/>
                </a:moveTo>
                <a:lnTo>
                  <a:pt x="6744" y="100357"/>
                </a:lnTo>
                <a:cubicBezTo>
                  <a:pt x="6861" y="100590"/>
                  <a:pt x="6977" y="100823"/>
                  <a:pt x="7094" y="101033"/>
                </a:cubicBezTo>
                <a:cubicBezTo>
                  <a:pt x="7268" y="101307"/>
                  <a:pt x="7393" y="101580"/>
                  <a:pt x="7542" y="101879"/>
                </a:cubicBezTo>
                <a:cubicBezTo>
                  <a:pt x="7660" y="102068"/>
                  <a:pt x="7778" y="102278"/>
                  <a:pt x="7896" y="102469"/>
                </a:cubicBezTo>
                <a:lnTo>
                  <a:pt x="7896" y="102469"/>
                </a:lnTo>
                <a:cubicBezTo>
                  <a:pt x="7838" y="102403"/>
                  <a:pt x="7772" y="102330"/>
                  <a:pt x="7716" y="102252"/>
                </a:cubicBezTo>
                <a:lnTo>
                  <a:pt x="7443" y="101779"/>
                </a:lnTo>
                <a:cubicBezTo>
                  <a:pt x="7393" y="101680"/>
                  <a:pt x="7318" y="101555"/>
                  <a:pt x="7293" y="101431"/>
                </a:cubicBezTo>
                <a:cubicBezTo>
                  <a:pt x="7099" y="101086"/>
                  <a:pt x="6905" y="100723"/>
                  <a:pt x="6744" y="100357"/>
                </a:cubicBezTo>
                <a:close/>
                <a:moveTo>
                  <a:pt x="25115" y="102252"/>
                </a:moveTo>
                <a:lnTo>
                  <a:pt x="25115" y="102302"/>
                </a:lnTo>
                <a:cubicBezTo>
                  <a:pt x="24991" y="102327"/>
                  <a:pt x="24866" y="102352"/>
                  <a:pt x="24742" y="102352"/>
                </a:cubicBezTo>
                <a:cubicBezTo>
                  <a:pt x="24468" y="102402"/>
                  <a:pt x="24145" y="102427"/>
                  <a:pt x="23871" y="102452"/>
                </a:cubicBezTo>
                <a:cubicBezTo>
                  <a:pt x="23771" y="102452"/>
                  <a:pt x="23647" y="102501"/>
                  <a:pt x="23572" y="102501"/>
                </a:cubicBezTo>
                <a:cubicBezTo>
                  <a:pt x="23382" y="102501"/>
                  <a:pt x="23207" y="102501"/>
                  <a:pt x="23024" y="102512"/>
                </a:cubicBezTo>
                <a:lnTo>
                  <a:pt x="23024" y="102512"/>
                </a:lnTo>
                <a:cubicBezTo>
                  <a:pt x="23359" y="102480"/>
                  <a:pt x="23680" y="102423"/>
                  <a:pt x="24020" y="102402"/>
                </a:cubicBezTo>
                <a:cubicBezTo>
                  <a:pt x="24269" y="102377"/>
                  <a:pt x="24493" y="102327"/>
                  <a:pt x="24742" y="102302"/>
                </a:cubicBezTo>
                <a:cubicBezTo>
                  <a:pt x="24891" y="102302"/>
                  <a:pt x="24991" y="102277"/>
                  <a:pt x="25115" y="102252"/>
                </a:cubicBezTo>
                <a:close/>
                <a:moveTo>
                  <a:pt x="25464" y="102576"/>
                </a:moveTo>
                <a:cubicBezTo>
                  <a:pt x="25489" y="102626"/>
                  <a:pt x="25489" y="102651"/>
                  <a:pt x="25489" y="102676"/>
                </a:cubicBezTo>
                <a:lnTo>
                  <a:pt x="25439" y="102676"/>
                </a:lnTo>
                <a:cubicBezTo>
                  <a:pt x="25439" y="102651"/>
                  <a:pt x="25389" y="102626"/>
                  <a:pt x="25389" y="102576"/>
                </a:cubicBezTo>
                <a:close/>
                <a:moveTo>
                  <a:pt x="34524" y="100958"/>
                </a:moveTo>
                <a:cubicBezTo>
                  <a:pt x="34524" y="101008"/>
                  <a:pt x="34549" y="101033"/>
                  <a:pt x="34549" y="101058"/>
                </a:cubicBezTo>
                <a:cubicBezTo>
                  <a:pt x="31463" y="101904"/>
                  <a:pt x="28500" y="102427"/>
                  <a:pt x="25663" y="102676"/>
                </a:cubicBezTo>
                <a:cubicBezTo>
                  <a:pt x="25663" y="102651"/>
                  <a:pt x="25638" y="102626"/>
                  <a:pt x="25638" y="102576"/>
                </a:cubicBezTo>
                <a:cubicBezTo>
                  <a:pt x="28476" y="102327"/>
                  <a:pt x="31438" y="101779"/>
                  <a:pt x="34524" y="100958"/>
                </a:cubicBezTo>
                <a:close/>
                <a:moveTo>
                  <a:pt x="16503" y="102228"/>
                </a:moveTo>
                <a:cubicBezTo>
                  <a:pt x="16827" y="102302"/>
                  <a:pt x="17175" y="102327"/>
                  <a:pt x="17524" y="102402"/>
                </a:cubicBezTo>
                <a:cubicBezTo>
                  <a:pt x="17573" y="102402"/>
                  <a:pt x="17648" y="102427"/>
                  <a:pt x="17673" y="102427"/>
                </a:cubicBezTo>
                <a:cubicBezTo>
                  <a:pt x="18071" y="102476"/>
                  <a:pt x="18519" y="102526"/>
                  <a:pt x="18967" y="102551"/>
                </a:cubicBezTo>
                <a:cubicBezTo>
                  <a:pt x="19540" y="102626"/>
                  <a:pt x="20162" y="102676"/>
                  <a:pt x="20784" y="102700"/>
                </a:cubicBezTo>
                <a:lnTo>
                  <a:pt x="20759" y="102700"/>
                </a:lnTo>
                <a:cubicBezTo>
                  <a:pt x="20386" y="102700"/>
                  <a:pt x="20038" y="102700"/>
                  <a:pt x="19664" y="102676"/>
                </a:cubicBezTo>
                <a:cubicBezTo>
                  <a:pt x="19490" y="102676"/>
                  <a:pt x="19291" y="102651"/>
                  <a:pt x="19117" y="102651"/>
                </a:cubicBezTo>
                <a:cubicBezTo>
                  <a:pt x="19017" y="102651"/>
                  <a:pt x="18917" y="102651"/>
                  <a:pt x="18818" y="102601"/>
                </a:cubicBezTo>
                <a:cubicBezTo>
                  <a:pt x="18021" y="102526"/>
                  <a:pt x="17250" y="102402"/>
                  <a:pt x="16503" y="102228"/>
                </a:cubicBezTo>
                <a:close/>
                <a:moveTo>
                  <a:pt x="25215" y="102626"/>
                </a:moveTo>
                <a:cubicBezTo>
                  <a:pt x="25215" y="102651"/>
                  <a:pt x="25240" y="102676"/>
                  <a:pt x="25240" y="102700"/>
                </a:cubicBezTo>
                <a:cubicBezTo>
                  <a:pt x="24393" y="102775"/>
                  <a:pt x="23597" y="102800"/>
                  <a:pt x="22776" y="102800"/>
                </a:cubicBezTo>
                <a:lnTo>
                  <a:pt x="23622" y="102700"/>
                </a:lnTo>
                <a:lnTo>
                  <a:pt x="25215" y="102626"/>
                </a:lnTo>
                <a:close/>
                <a:moveTo>
                  <a:pt x="2593" y="92982"/>
                </a:moveTo>
                <a:cubicBezTo>
                  <a:pt x="2596" y="92988"/>
                  <a:pt x="2602" y="92993"/>
                  <a:pt x="2614" y="92993"/>
                </a:cubicBezTo>
                <a:cubicBezTo>
                  <a:pt x="2639" y="93068"/>
                  <a:pt x="2688" y="93093"/>
                  <a:pt x="2688" y="93167"/>
                </a:cubicBezTo>
                <a:cubicBezTo>
                  <a:pt x="2713" y="93217"/>
                  <a:pt x="2738" y="93267"/>
                  <a:pt x="2763" y="93366"/>
                </a:cubicBezTo>
                <a:cubicBezTo>
                  <a:pt x="2937" y="93839"/>
                  <a:pt x="3112" y="94312"/>
                  <a:pt x="3261" y="94710"/>
                </a:cubicBezTo>
                <a:cubicBezTo>
                  <a:pt x="4132" y="96976"/>
                  <a:pt x="5800" y="99714"/>
                  <a:pt x="6347" y="100585"/>
                </a:cubicBezTo>
                <a:cubicBezTo>
                  <a:pt x="6771" y="101207"/>
                  <a:pt x="7194" y="101804"/>
                  <a:pt x="7567" y="102327"/>
                </a:cubicBezTo>
                <a:cubicBezTo>
                  <a:pt x="7642" y="102427"/>
                  <a:pt x="7692" y="102526"/>
                  <a:pt x="7716" y="102651"/>
                </a:cubicBezTo>
                <a:lnTo>
                  <a:pt x="7766" y="102651"/>
                </a:lnTo>
                <a:cubicBezTo>
                  <a:pt x="7791" y="102700"/>
                  <a:pt x="7816" y="102775"/>
                  <a:pt x="7891" y="102825"/>
                </a:cubicBezTo>
                <a:cubicBezTo>
                  <a:pt x="7891" y="102875"/>
                  <a:pt x="7916" y="102875"/>
                  <a:pt x="7916" y="102900"/>
                </a:cubicBezTo>
                <a:cubicBezTo>
                  <a:pt x="7841" y="102800"/>
                  <a:pt x="7791" y="102700"/>
                  <a:pt x="7716" y="102651"/>
                </a:cubicBezTo>
                <a:cubicBezTo>
                  <a:pt x="7692" y="102626"/>
                  <a:pt x="7667" y="102576"/>
                  <a:pt x="7667" y="102551"/>
                </a:cubicBezTo>
                <a:cubicBezTo>
                  <a:pt x="7467" y="102302"/>
                  <a:pt x="7268" y="102028"/>
                  <a:pt x="7069" y="101730"/>
                </a:cubicBezTo>
                <a:cubicBezTo>
                  <a:pt x="6820" y="101381"/>
                  <a:pt x="6571" y="101033"/>
                  <a:pt x="6323" y="100659"/>
                </a:cubicBezTo>
                <a:cubicBezTo>
                  <a:pt x="6323" y="100659"/>
                  <a:pt x="6323" y="100610"/>
                  <a:pt x="6298" y="100610"/>
                </a:cubicBezTo>
                <a:lnTo>
                  <a:pt x="6298" y="100585"/>
                </a:lnTo>
                <a:lnTo>
                  <a:pt x="5825" y="99838"/>
                </a:lnTo>
                <a:cubicBezTo>
                  <a:pt x="5352" y="99066"/>
                  <a:pt x="4705" y="97921"/>
                  <a:pt x="4107" y="96727"/>
                </a:cubicBezTo>
                <a:cubicBezTo>
                  <a:pt x="3983" y="96478"/>
                  <a:pt x="3858" y="96229"/>
                  <a:pt x="3784" y="95980"/>
                </a:cubicBezTo>
                <a:cubicBezTo>
                  <a:pt x="3709" y="95831"/>
                  <a:pt x="3609" y="95681"/>
                  <a:pt x="3560" y="95557"/>
                </a:cubicBezTo>
                <a:cubicBezTo>
                  <a:pt x="3435" y="95283"/>
                  <a:pt x="3336" y="95034"/>
                  <a:pt x="3211" y="94760"/>
                </a:cubicBezTo>
                <a:lnTo>
                  <a:pt x="3211" y="94735"/>
                </a:lnTo>
                <a:cubicBezTo>
                  <a:pt x="2989" y="94217"/>
                  <a:pt x="2766" y="93600"/>
                  <a:pt x="2593" y="92982"/>
                </a:cubicBezTo>
                <a:close/>
                <a:moveTo>
                  <a:pt x="43311" y="98170"/>
                </a:moveTo>
                <a:cubicBezTo>
                  <a:pt x="42514" y="99589"/>
                  <a:pt x="41543" y="101008"/>
                  <a:pt x="40423" y="102277"/>
                </a:cubicBezTo>
                <a:lnTo>
                  <a:pt x="40423" y="102302"/>
                </a:lnTo>
                <a:cubicBezTo>
                  <a:pt x="40050" y="102700"/>
                  <a:pt x="39677" y="103124"/>
                  <a:pt x="39303" y="103497"/>
                </a:cubicBezTo>
                <a:lnTo>
                  <a:pt x="39179" y="103621"/>
                </a:lnTo>
                <a:lnTo>
                  <a:pt x="39054" y="103497"/>
                </a:lnTo>
                <a:cubicBezTo>
                  <a:pt x="38781" y="103173"/>
                  <a:pt x="38482" y="102825"/>
                  <a:pt x="38258" y="102501"/>
                </a:cubicBezTo>
                <a:cubicBezTo>
                  <a:pt x="38208" y="102452"/>
                  <a:pt x="38183" y="102402"/>
                  <a:pt x="38158" y="102377"/>
                </a:cubicBezTo>
                <a:cubicBezTo>
                  <a:pt x="38133" y="102327"/>
                  <a:pt x="38133" y="102302"/>
                  <a:pt x="38084" y="102277"/>
                </a:cubicBezTo>
                <a:cubicBezTo>
                  <a:pt x="37810" y="101904"/>
                  <a:pt x="37586" y="101506"/>
                  <a:pt x="37337" y="101083"/>
                </a:cubicBezTo>
                <a:cubicBezTo>
                  <a:pt x="37287" y="101008"/>
                  <a:pt x="37237" y="100908"/>
                  <a:pt x="37187" y="100784"/>
                </a:cubicBezTo>
                <a:cubicBezTo>
                  <a:pt x="37138" y="100684"/>
                  <a:pt x="37088" y="100585"/>
                  <a:pt x="37063" y="100460"/>
                </a:cubicBezTo>
                <a:cubicBezTo>
                  <a:pt x="39104" y="99813"/>
                  <a:pt x="41195" y="99041"/>
                  <a:pt x="43311" y="98170"/>
                </a:cubicBezTo>
                <a:close/>
                <a:moveTo>
                  <a:pt x="36839" y="100560"/>
                </a:moveTo>
                <a:lnTo>
                  <a:pt x="36839" y="100560"/>
                </a:lnTo>
                <a:cubicBezTo>
                  <a:pt x="36939" y="100709"/>
                  <a:pt x="37038" y="100883"/>
                  <a:pt x="37088" y="101008"/>
                </a:cubicBezTo>
                <a:cubicBezTo>
                  <a:pt x="37138" y="101058"/>
                  <a:pt x="37163" y="101083"/>
                  <a:pt x="37163" y="101157"/>
                </a:cubicBezTo>
                <a:cubicBezTo>
                  <a:pt x="37163" y="101182"/>
                  <a:pt x="37187" y="101207"/>
                  <a:pt x="37187" y="101207"/>
                </a:cubicBezTo>
                <a:cubicBezTo>
                  <a:pt x="37212" y="101282"/>
                  <a:pt x="37237" y="101331"/>
                  <a:pt x="37287" y="101381"/>
                </a:cubicBezTo>
                <a:cubicBezTo>
                  <a:pt x="37387" y="101531"/>
                  <a:pt x="37436" y="101655"/>
                  <a:pt x="37536" y="101779"/>
                </a:cubicBezTo>
                <a:cubicBezTo>
                  <a:pt x="37536" y="101804"/>
                  <a:pt x="37561" y="101804"/>
                  <a:pt x="37561" y="101829"/>
                </a:cubicBezTo>
                <a:cubicBezTo>
                  <a:pt x="37586" y="101879"/>
                  <a:pt x="37586" y="101904"/>
                  <a:pt x="37636" y="101929"/>
                </a:cubicBezTo>
                <a:cubicBezTo>
                  <a:pt x="37660" y="101954"/>
                  <a:pt x="37685" y="102028"/>
                  <a:pt x="37710" y="102053"/>
                </a:cubicBezTo>
                <a:cubicBezTo>
                  <a:pt x="37785" y="102178"/>
                  <a:pt x="37884" y="102277"/>
                  <a:pt x="37934" y="102402"/>
                </a:cubicBezTo>
                <a:cubicBezTo>
                  <a:pt x="37959" y="102427"/>
                  <a:pt x="38009" y="102501"/>
                  <a:pt x="38034" y="102526"/>
                </a:cubicBezTo>
                <a:cubicBezTo>
                  <a:pt x="38059" y="102576"/>
                  <a:pt x="38133" y="102651"/>
                  <a:pt x="38158" y="102700"/>
                </a:cubicBezTo>
                <a:lnTo>
                  <a:pt x="38258" y="102800"/>
                </a:lnTo>
                <a:cubicBezTo>
                  <a:pt x="38283" y="102875"/>
                  <a:pt x="38308" y="102900"/>
                  <a:pt x="38382" y="102949"/>
                </a:cubicBezTo>
                <a:cubicBezTo>
                  <a:pt x="38382" y="102949"/>
                  <a:pt x="38382" y="102999"/>
                  <a:pt x="38407" y="102999"/>
                </a:cubicBezTo>
                <a:cubicBezTo>
                  <a:pt x="38457" y="103049"/>
                  <a:pt x="38507" y="103124"/>
                  <a:pt x="38557" y="103173"/>
                </a:cubicBezTo>
                <a:cubicBezTo>
                  <a:pt x="38631" y="103248"/>
                  <a:pt x="38681" y="103323"/>
                  <a:pt x="38756" y="103397"/>
                </a:cubicBezTo>
                <a:lnTo>
                  <a:pt x="38805" y="103447"/>
                </a:lnTo>
                <a:cubicBezTo>
                  <a:pt x="38880" y="103522"/>
                  <a:pt x="38930" y="103621"/>
                  <a:pt x="39005" y="103696"/>
                </a:cubicBezTo>
                <a:lnTo>
                  <a:pt x="38955" y="103746"/>
                </a:lnTo>
                <a:lnTo>
                  <a:pt x="38930" y="103771"/>
                </a:lnTo>
                <a:cubicBezTo>
                  <a:pt x="38781" y="103621"/>
                  <a:pt x="38656" y="103447"/>
                  <a:pt x="38532" y="103298"/>
                </a:cubicBezTo>
                <a:cubicBezTo>
                  <a:pt x="38432" y="103173"/>
                  <a:pt x="38308" y="103049"/>
                  <a:pt x="38208" y="102900"/>
                </a:cubicBezTo>
                <a:cubicBezTo>
                  <a:pt x="38084" y="102750"/>
                  <a:pt x="38009" y="102626"/>
                  <a:pt x="37909" y="102452"/>
                </a:cubicBezTo>
                <a:cubicBezTo>
                  <a:pt x="37810" y="102327"/>
                  <a:pt x="37710" y="102203"/>
                  <a:pt x="37636" y="102053"/>
                </a:cubicBezTo>
                <a:cubicBezTo>
                  <a:pt x="37511" y="101879"/>
                  <a:pt x="37412" y="101680"/>
                  <a:pt x="37287" y="101506"/>
                </a:cubicBezTo>
                <a:cubicBezTo>
                  <a:pt x="37262" y="101431"/>
                  <a:pt x="37187" y="101331"/>
                  <a:pt x="37163" y="101282"/>
                </a:cubicBezTo>
                <a:lnTo>
                  <a:pt x="37063" y="101083"/>
                </a:lnTo>
                <a:cubicBezTo>
                  <a:pt x="37013" y="100958"/>
                  <a:pt x="36914" y="100784"/>
                  <a:pt x="36839" y="100560"/>
                </a:cubicBezTo>
                <a:close/>
                <a:moveTo>
                  <a:pt x="43784" y="98046"/>
                </a:moveTo>
                <a:cubicBezTo>
                  <a:pt x="43759" y="98071"/>
                  <a:pt x="43759" y="98096"/>
                  <a:pt x="43734" y="98145"/>
                </a:cubicBezTo>
                <a:cubicBezTo>
                  <a:pt x="43609" y="98345"/>
                  <a:pt x="43460" y="98569"/>
                  <a:pt x="43311" y="98793"/>
                </a:cubicBezTo>
                <a:cubicBezTo>
                  <a:pt x="43311" y="98793"/>
                  <a:pt x="43311" y="98817"/>
                  <a:pt x="43286" y="98817"/>
                </a:cubicBezTo>
                <a:cubicBezTo>
                  <a:pt x="43161" y="99041"/>
                  <a:pt x="43037" y="99266"/>
                  <a:pt x="42912" y="99440"/>
                </a:cubicBezTo>
                <a:lnTo>
                  <a:pt x="42738" y="99714"/>
                </a:lnTo>
                <a:cubicBezTo>
                  <a:pt x="42440" y="100162"/>
                  <a:pt x="42141" y="100585"/>
                  <a:pt x="41817" y="101033"/>
                </a:cubicBezTo>
                <a:cubicBezTo>
                  <a:pt x="41767" y="101083"/>
                  <a:pt x="41693" y="101182"/>
                  <a:pt x="41643" y="101257"/>
                </a:cubicBezTo>
                <a:cubicBezTo>
                  <a:pt x="41295" y="101680"/>
                  <a:pt x="40946" y="102078"/>
                  <a:pt x="40573" y="102526"/>
                </a:cubicBezTo>
                <a:cubicBezTo>
                  <a:pt x="40523" y="102576"/>
                  <a:pt x="40448" y="102651"/>
                  <a:pt x="40423" y="102700"/>
                </a:cubicBezTo>
                <a:cubicBezTo>
                  <a:pt x="40075" y="103074"/>
                  <a:pt x="39751" y="103447"/>
                  <a:pt x="39378" y="103821"/>
                </a:cubicBezTo>
                <a:lnTo>
                  <a:pt x="39328" y="103796"/>
                </a:lnTo>
                <a:cubicBezTo>
                  <a:pt x="39303" y="103771"/>
                  <a:pt x="39303" y="103771"/>
                  <a:pt x="39328" y="103746"/>
                </a:cubicBezTo>
                <a:cubicBezTo>
                  <a:pt x="39701" y="103373"/>
                  <a:pt x="40075" y="102949"/>
                  <a:pt x="40448" y="102576"/>
                </a:cubicBezTo>
                <a:lnTo>
                  <a:pt x="40548" y="102501"/>
                </a:lnTo>
                <a:cubicBezTo>
                  <a:pt x="41792" y="101083"/>
                  <a:pt x="42813" y="99639"/>
                  <a:pt x="43684" y="98071"/>
                </a:cubicBezTo>
                <a:cubicBezTo>
                  <a:pt x="43734" y="98071"/>
                  <a:pt x="43734" y="98071"/>
                  <a:pt x="43759" y="98046"/>
                </a:cubicBezTo>
                <a:close/>
                <a:moveTo>
                  <a:pt x="39179" y="103821"/>
                </a:moveTo>
                <a:cubicBezTo>
                  <a:pt x="39179" y="103895"/>
                  <a:pt x="39179" y="103895"/>
                  <a:pt x="39204" y="103920"/>
                </a:cubicBezTo>
                <a:lnTo>
                  <a:pt x="39204" y="103920"/>
                </a:lnTo>
                <a:lnTo>
                  <a:pt x="39204" y="103920"/>
                </a:lnTo>
                <a:cubicBezTo>
                  <a:pt x="39204" y="103933"/>
                  <a:pt x="39197" y="103939"/>
                  <a:pt x="39194" y="103939"/>
                </a:cubicBezTo>
                <a:cubicBezTo>
                  <a:pt x="39191" y="103939"/>
                  <a:pt x="39191" y="103933"/>
                  <a:pt x="39204" y="103920"/>
                </a:cubicBezTo>
                <a:lnTo>
                  <a:pt x="39204" y="103920"/>
                </a:lnTo>
                <a:lnTo>
                  <a:pt x="39179" y="103945"/>
                </a:lnTo>
                <a:lnTo>
                  <a:pt x="39154" y="103920"/>
                </a:lnTo>
                <a:cubicBezTo>
                  <a:pt x="39154" y="103920"/>
                  <a:pt x="39154" y="103895"/>
                  <a:pt x="39129" y="103895"/>
                </a:cubicBezTo>
                <a:lnTo>
                  <a:pt x="39154" y="103870"/>
                </a:lnTo>
                <a:lnTo>
                  <a:pt x="39179" y="103821"/>
                </a:lnTo>
                <a:close/>
                <a:moveTo>
                  <a:pt x="39303" y="104069"/>
                </a:moveTo>
                <a:cubicBezTo>
                  <a:pt x="39378" y="104069"/>
                  <a:pt x="39403" y="104119"/>
                  <a:pt x="39403" y="104144"/>
                </a:cubicBezTo>
                <a:cubicBezTo>
                  <a:pt x="39627" y="104368"/>
                  <a:pt x="39826" y="104542"/>
                  <a:pt x="40075" y="104766"/>
                </a:cubicBezTo>
                <a:cubicBezTo>
                  <a:pt x="40150" y="104816"/>
                  <a:pt x="40199" y="104866"/>
                  <a:pt x="40274" y="104916"/>
                </a:cubicBezTo>
                <a:cubicBezTo>
                  <a:pt x="40498" y="105115"/>
                  <a:pt x="40697" y="105264"/>
                  <a:pt x="40946" y="105414"/>
                </a:cubicBezTo>
                <a:cubicBezTo>
                  <a:pt x="40958" y="105426"/>
                  <a:pt x="40971" y="105436"/>
                  <a:pt x="40984" y="105446"/>
                </a:cubicBezTo>
                <a:lnTo>
                  <a:pt x="40984" y="105446"/>
                </a:lnTo>
                <a:cubicBezTo>
                  <a:pt x="40334" y="105064"/>
                  <a:pt x="39787" y="104599"/>
                  <a:pt x="39303" y="104069"/>
                </a:cubicBezTo>
                <a:close/>
                <a:moveTo>
                  <a:pt x="77884" y="102128"/>
                </a:moveTo>
                <a:cubicBezTo>
                  <a:pt x="77163" y="102626"/>
                  <a:pt x="76416" y="103074"/>
                  <a:pt x="75719" y="103572"/>
                </a:cubicBezTo>
                <a:cubicBezTo>
                  <a:pt x="75669" y="103572"/>
                  <a:pt x="75669" y="103621"/>
                  <a:pt x="75644" y="103621"/>
                </a:cubicBezTo>
                <a:cubicBezTo>
                  <a:pt x="75296" y="103821"/>
                  <a:pt x="74997" y="104045"/>
                  <a:pt x="74649" y="104269"/>
                </a:cubicBezTo>
                <a:cubicBezTo>
                  <a:pt x="74499" y="104368"/>
                  <a:pt x="74300" y="104493"/>
                  <a:pt x="74151" y="104567"/>
                </a:cubicBezTo>
                <a:cubicBezTo>
                  <a:pt x="74101" y="104617"/>
                  <a:pt x="74026" y="104642"/>
                  <a:pt x="73952" y="104692"/>
                </a:cubicBezTo>
                <a:cubicBezTo>
                  <a:pt x="73777" y="104816"/>
                  <a:pt x="73603" y="104916"/>
                  <a:pt x="73429" y="105015"/>
                </a:cubicBezTo>
                <a:cubicBezTo>
                  <a:pt x="73080" y="105237"/>
                  <a:pt x="72710" y="105450"/>
                  <a:pt x="72347" y="105664"/>
                </a:cubicBezTo>
                <a:lnTo>
                  <a:pt x="72347" y="105664"/>
                </a:lnTo>
                <a:cubicBezTo>
                  <a:pt x="73812" y="104769"/>
                  <a:pt x="75333" y="103810"/>
                  <a:pt x="76491" y="103024"/>
                </a:cubicBezTo>
                <a:cubicBezTo>
                  <a:pt x="76889" y="102750"/>
                  <a:pt x="77287" y="102452"/>
                  <a:pt x="77760" y="102128"/>
                </a:cubicBezTo>
                <a:close/>
                <a:moveTo>
                  <a:pt x="41444" y="105737"/>
                </a:moveTo>
                <a:cubicBezTo>
                  <a:pt x="41446" y="105737"/>
                  <a:pt x="41462" y="105738"/>
                  <a:pt x="41467" y="105752"/>
                </a:cubicBezTo>
                <a:lnTo>
                  <a:pt x="41467" y="105752"/>
                </a:lnTo>
                <a:cubicBezTo>
                  <a:pt x="41459" y="105747"/>
                  <a:pt x="41452" y="105742"/>
                  <a:pt x="41444" y="105737"/>
                </a:cubicBezTo>
                <a:close/>
                <a:moveTo>
                  <a:pt x="68899" y="96154"/>
                </a:moveTo>
                <a:lnTo>
                  <a:pt x="68949" y="96204"/>
                </a:lnTo>
                <a:cubicBezTo>
                  <a:pt x="69795" y="97075"/>
                  <a:pt x="70641" y="97847"/>
                  <a:pt x="71413" y="98569"/>
                </a:cubicBezTo>
                <a:cubicBezTo>
                  <a:pt x="72234" y="99290"/>
                  <a:pt x="72981" y="99888"/>
                  <a:pt x="73678" y="100410"/>
                </a:cubicBezTo>
                <a:cubicBezTo>
                  <a:pt x="73603" y="100460"/>
                  <a:pt x="73529" y="100510"/>
                  <a:pt x="73429" y="100560"/>
                </a:cubicBezTo>
                <a:cubicBezTo>
                  <a:pt x="73080" y="100759"/>
                  <a:pt x="72782" y="100958"/>
                  <a:pt x="72433" y="101157"/>
                </a:cubicBezTo>
                <a:cubicBezTo>
                  <a:pt x="72259" y="101257"/>
                  <a:pt x="72085" y="101331"/>
                  <a:pt x="71911" y="101456"/>
                </a:cubicBezTo>
                <a:cubicBezTo>
                  <a:pt x="67804" y="103771"/>
                  <a:pt x="63721" y="105513"/>
                  <a:pt x="59863" y="106608"/>
                </a:cubicBezTo>
                <a:cubicBezTo>
                  <a:pt x="60461" y="104916"/>
                  <a:pt x="60834" y="103149"/>
                  <a:pt x="60983" y="101307"/>
                </a:cubicBezTo>
                <a:cubicBezTo>
                  <a:pt x="61058" y="101282"/>
                  <a:pt x="61108" y="101257"/>
                  <a:pt x="61183" y="101182"/>
                </a:cubicBezTo>
                <a:cubicBezTo>
                  <a:pt x="63398" y="99888"/>
                  <a:pt x="65588" y="98444"/>
                  <a:pt x="67804" y="96901"/>
                </a:cubicBezTo>
                <a:cubicBezTo>
                  <a:pt x="68177" y="96627"/>
                  <a:pt x="68525" y="96378"/>
                  <a:pt x="68899" y="96154"/>
                </a:cubicBezTo>
                <a:close/>
                <a:moveTo>
                  <a:pt x="60809" y="101431"/>
                </a:moveTo>
                <a:cubicBezTo>
                  <a:pt x="60610" y="103273"/>
                  <a:pt x="60262" y="105015"/>
                  <a:pt x="59689" y="106658"/>
                </a:cubicBezTo>
                <a:cubicBezTo>
                  <a:pt x="59652" y="106658"/>
                  <a:pt x="59629" y="106658"/>
                  <a:pt x="59620" y="106668"/>
                </a:cubicBezTo>
                <a:lnTo>
                  <a:pt x="59620" y="106668"/>
                </a:lnTo>
                <a:cubicBezTo>
                  <a:pt x="60189" y="105029"/>
                  <a:pt x="60561" y="103267"/>
                  <a:pt x="60734" y="101456"/>
                </a:cubicBezTo>
                <a:cubicBezTo>
                  <a:pt x="60784" y="101456"/>
                  <a:pt x="60784" y="101431"/>
                  <a:pt x="60809" y="101431"/>
                </a:cubicBezTo>
                <a:close/>
                <a:moveTo>
                  <a:pt x="47468" y="96328"/>
                </a:moveTo>
                <a:cubicBezTo>
                  <a:pt x="47891" y="96577"/>
                  <a:pt x="48364" y="96801"/>
                  <a:pt x="48837" y="96976"/>
                </a:cubicBezTo>
                <a:cubicBezTo>
                  <a:pt x="47990" y="100510"/>
                  <a:pt x="46397" y="103920"/>
                  <a:pt x="44033" y="106882"/>
                </a:cubicBezTo>
                <a:cubicBezTo>
                  <a:pt x="43933" y="106783"/>
                  <a:pt x="43809" y="106733"/>
                  <a:pt x="43659" y="106658"/>
                </a:cubicBezTo>
                <a:cubicBezTo>
                  <a:pt x="43410" y="106559"/>
                  <a:pt x="43136" y="106434"/>
                  <a:pt x="42888" y="106359"/>
                </a:cubicBezTo>
                <a:cubicBezTo>
                  <a:pt x="42688" y="106260"/>
                  <a:pt x="42514" y="106135"/>
                  <a:pt x="42290" y="106036"/>
                </a:cubicBezTo>
                <a:cubicBezTo>
                  <a:pt x="42041" y="105911"/>
                  <a:pt x="41817" y="105787"/>
                  <a:pt x="41618" y="105662"/>
                </a:cubicBezTo>
                <a:lnTo>
                  <a:pt x="41568" y="105662"/>
                </a:lnTo>
                <a:cubicBezTo>
                  <a:pt x="41394" y="105538"/>
                  <a:pt x="41245" y="105414"/>
                  <a:pt x="41046" y="105289"/>
                </a:cubicBezTo>
                <a:lnTo>
                  <a:pt x="40398" y="104816"/>
                </a:lnTo>
                <a:cubicBezTo>
                  <a:pt x="40249" y="104692"/>
                  <a:pt x="40075" y="104542"/>
                  <a:pt x="39926" y="104393"/>
                </a:cubicBezTo>
                <a:cubicBezTo>
                  <a:pt x="39776" y="104244"/>
                  <a:pt x="39577" y="104119"/>
                  <a:pt x="39428" y="103945"/>
                </a:cubicBezTo>
                <a:cubicBezTo>
                  <a:pt x="39801" y="103572"/>
                  <a:pt x="40174" y="103198"/>
                  <a:pt x="40523" y="102800"/>
                </a:cubicBezTo>
                <a:lnTo>
                  <a:pt x="40647" y="102676"/>
                </a:lnTo>
                <a:cubicBezTo>
                  <a:pt x="41046" y="102203"/>
                  <a:pt x="41419" y="101755"/>
                  <a:pt x="41792" y="101282"/>
                </a:cubicBezTo>
                <a:cubicBezTo>
                  <a:pt x="42614" y="100211"/>
                  <a:pt x="43360" y="99091"/>
                  <a:pt x="43983" y="97921"/>
                </a:cubicBezTo>
                <a:cubicBezTo>
                  <a:pt x="45128" y="97424"/>
                  <a:pt x="46273" y="96901"/>
                  <a:pt x="47468" y="96328"/>
                </a:cubicBezTo>
                <a:close/>
                <a:moveTo>
                  <a:pt x="73877" y="100535"/>
                </a:moveTo>
                <a:lnTo>
                  <a:pt x="73902" y="100560"/>
                </a:lnTo>
                <a:cubicBezTo>
                  <a:pt x="73902" y="100560"/>
                  <a:pt x="73927" y="100560"/>
                  <a:pt x="73927" y="100585"/>
                </a:cubicBezTo>
                <a:cubicBezTo>
                  <a:pt x="73877" y="100635"/>
                  <a:pt x="73802" y="100684"/>
                  <a:pt x="73753" y="100709"/>
                </a:cubicBezTo>
                <a:cubicBezTo>
                  <a:pt x="73529" y="100834"/>
                  <a:pt x="73304" y="100958"/>
                  <a:pt x="73130" y="101083"/>
                </a:cubicBezTo>
                <a:lnTo>
                  <a:pt x="72856" y="101282"/>
                </a:lnTo>
                <a:cubicBezTo>
                  <a:pt x="72657" y="101406"/>
                  <a:pt x="72433" y="101506"/>
                  <a:pt x="72259" y="101630"/>
                </a:cubicBezTo>
                <a:cubicBezTo>
                  <a:pt x="71637" y="101954"/>
                  <a:pt x="71015" y="102302"/>
                  <a:pt x="70417" y="102626"/>
                </a:cubicBezTo>
                <a:lnTo>
                  <a:pt x="69870" y="102900"/>
                </a:lnTo>
                <a:cubicBezTo>
                  <a:pt x="69421" y="103124"/>
                  <a:pt x="68998" y="103323"/>
                  <a:pt x="68575" y="103547"/>
                </a:cubicBezTo>
                <a:cubicBezTo>
                  <a:pt x="68028" y="103821"/>
                  <a:pt x="67505" y="104069"/>
                  <a:pt x="66932" y="104318"/>
                </a:cubicBezTo>
                <a:cubicBezTo>
                  <a:pt x="66883" y="104368"/>
                  <a:pt x="66783" y="104393"/>
                  <a:pt x="66708" y="104418"/>
                </a:cubicBezTo>
                <a:cubicBezTo>
                  <a:pt x="64418" y="105438"/>
                  <a:pt x="62103" y="106285"/>
                  <a:pt x="59913" y="106907"/>
                </a:cubicBezTo>
                <a:lnTo>
                  <a:pt x="59913" y="106882"/>
                </a:lnTo>
                <a:lnTo>
                  <a:pt x="59913" y="106857"/>
                </a:lnTo>
                <a:cubicBezTo>
                  <a:pt x="59938" y="106783"/>
                  <a:pt x="60038" y="106758"/>
                  <a:pt x="60112" y="106733"/>
                </a:cubicBezTo>
                <a:cubicBezTo>
                  <a:pt x="60311" y="106658"/>
                  <a:pt x="60461" y="106633"/>
                  <a:pt x="60635" y="106559"/>
                </a:cubicBezTo>
                <a:cubicBezTo>
                  <a:pt x="61083" y="106434"/>
                  <a:pt x="61506" y="106285"/>
                  <a:pt x="61954" y="106135"/>
                </a:cubicBezTo>
                <a:cubicBezTo>
                  <a:pt x="61979" y="106135"/>
                  <a:pt x="62004" y="106111"/>
                  <a:pt x="62079" y="106111"/>
                </a:cubicBezTo>
                <a:cubicBezTo>
                  <a:pt x="62203" y="106061"/>
                  <a:pt x="62303" y="106036"/>
                  <a:pt x="62427" y="106011"/>
                </a:cubicBezTo>
                <a:cubicBezTo>
                  <a:pt x="62925" y="105812"/>
                  <a:pt x="63448" y="105638"/>
                  <a:pt x="63945" y="105438"/>
                </a:cubicBezTo>
                <a:cubicBezTo>
                  <a:pt x="63995" y="105414"/>
                  <a:pt x="64095" y="105389"/>
                  <a:pt x="64169" y="105364"/>
                </a:cubicBezTo>
                <a:cubicBezTo>
                  <a:pt x="64692" y="105140"/>
                  <a:pt x="65240" y="104916"/>
                  <a:pt x="65787" y="104692"/>
                </a:cubicBezTo>
                <a:cubicBezTo>
                  <a:pt x="65837" y="104667"/>
                  <a:pt x="65862" y="104667"/>
                  <a:pt x="65937" y="104642"/>
                </a:cubicBezTo>
                <a:cubicBezTo>
                  <a:pt x="66484" y="104393"/>
                  <a:pt x="67032" y="104144"/>
                  <a:pt x="67580" y="103895"/>
                </a:cubicBezTo>
                <a:cubicBezTo>
                  <a:pt x="67654" y="103870"/>
                  <a:pt x="67679" y="103870"/>
                  <a:pt x="67729" y="103821"/>
                </a:cubicBezTo>
                <a:cubicBezTo>
                  <a:pt x="68276" y="103572"/>
                  <a:pt x="68824" y="103298"/>
                  <a:pt x="69347" y="103024"/>
                </a:cubicBezTo>
                <a:lnTo>
                  <a:pt x="69546" y="102924"/>
                </a:lnTo>
                <a:cubicBezTo>
                  <a:pt x="70069" y="102676"/>
                  <a:pt x="70566" y="102402"/>
                  <a:pt x="71089" y="102078"/>
                </a:cubicBezTo>
                <a:lnTo>
                  <a:pt x="71139" y="102078"/>
                </a:lnTo>
                <a:cubicBezTo>
                  <a:pt x="71214" y="102053"/>
                  <a:pt x="71288" y="102004"/>
                  <a:pt x="71388" y="101954"/>
                </a:cubicBezTo>
                <a:cubicBezTo>
                  <a:pt x="71637" y="101804"/>
                  <a:pt x="71911" y="101680"/>
                  <a:pt x="72160" y="101531"/>
                </a:cubicBezTo>
                <a:cubicBezTo>
                  <a:pt x="72309" y="101431"/>
                  <a:pt x="72458" y="101331"/>
                  <a:pt x="72657" y="101257"/>
                </a:cubicBezTo>
                <a:cubicBezTo>
                  <a:pt x="72757" y="101182"/>
                  <a:pt x="72856" y="101157"/>
                  <a:pt x="72906" y="101083"/>
                </a:cubicBezTo>
                <a:cubicBezTo>
                  <a:pt x="73006" y="101033"/>
                  <a:pt x="73130" y="100958"/>
                  <a:pt x="73230" y="100908"/>
                </a:cubicBezTo>
                <a:lnTo>
                  <a:pt x="73255" y="100883"/>
                </a:lnTo>
                <a:cubicBezTo>
                  <a:pt x="73404" y="100784"/>
                  <a:pt x="73529" y="100684"/>
                  <a:pt x="73678" y="100635"/>
                </a:cubicBezTo>
                <a:lnTo>
                  <a:pt x="73877" y="100535"/>
                </a:lnTo>
                <a:close/>
                <a:moveTo>
                  <a:pt x="49135" y="96976"/>
                </a:moveTo>
                <a:cubicBezTo>
                  <a:pt x="48289" y="100510"/>
                  <a:pt x="46721" y="103920"/>
                  <a:pt x="44381" y="106882"/>
                </a:cubicBezTo>
                <a:cubicBezTo>
                  <a:pt x="44366" y="106911"/>
                  <a:pt x="44343" y="106923"/>
                  <a:pt x="44327" y="106923"/>
                </a:cubicBezTo>
                <a:cubicBezTo>
                  <a:pt x="44315" y="106923"/>
                  <a:pt x="44306" y="106917"/>
                  <a:pt x="44306" y="106907"/>
                </a:cubicBezTo>
                <a:cubicBezTo>
                  <a:pt x="46621" y="103920"/>
                  <a:pt x="48214" y="100485"/>
                  <a:pt x="49085" y="96976"/>
                </a:cubicBezTo>
                <a:close/>
                <a:moveTo>
                  <a:pt x="41519" y="105762"/>
                </a:moveTo>
                <a:cubicBezTo>
                  <a:pt x="41668" y="105862"/>
                  <a:pt x="41792" y="105936"/>
                  <a:pt x="41942" y="106036"/>
                </a:cubicBezTo>
                <a:lnTo>
                  <a:pt x="42141" y="106135"/>
                </a:lnTo>
                <a:cubicBezTo>
                  <a:pt x="42440" y="106310"/>
                  <a:pt x="42763" y="106484"/>
                  <a:pt x="43087" y="106633"/>
                </a:cubicBezTo>
                <a:cubicBezTo>
                  <a:pt x="43211" y="106683"/>
                  <a:pt x="43385" y="106758"/>
                  <a:pt x="43535" y="106807"/>
                </a:cubicBezTo>
                <a:lnTo>
                  <a:pt x="44008" y="107007"/>
                </a:lnTo>
                <a:lnTo>
                  <a:pt x="44008" y="107031"/>
                </a:lnTo>
                <a:cubicBezTo>
                  <a:pt x="43096" y="106684"/>
                  <a:pt x="42260" y="106261"/>
                  <a:pt x="41483" y="105762"/>
                </a:cubicBezTo>
                <a:close/>
                <a:moveTo>
                  <a:pt x="9011" y="104169"/>
                </a:moveTo>
                <a:lnTo>
                  <a:pt x="9011" y="104169"/>
                </a:lnTo>
                <a:cubicBezTo>
                  <a:pt x="9782" y="105065"/>
                  <a:pt x="10305" y="105613"/>
                  <a:pt x="10380" y="105662"/>
                </a:cubicBezTo>
                <a:lnTo>
                  <a:pt x="10405" y="105687"/>
                </a:lnTo>
                <a:lnTo>
                  <a:pt x="10678" y="105986"/>
                </a:lnTo>
                <a:cubicBezTo>
                  <a:pt x="10753" y="106036"/>
                  <a:pt x="10828" y="106135"/>
                  <a:pt x="10927" y="106185"/>
                </a:cubicBezTo>
                <a:cubicBezTo>
                  <a:pt x="11258" y="106516"/>
                  <a:pt x="11589" y="106827"/>
                  <a:pt x="11936" y="107153"/>
                </a:cubicBezTo>
                <a:lnTo>
                  <a:pt x="11936" y="107153"/>
                </a:lnTo>
                <a:cubicBezTo>
                  <a:pt x="11892" y="107121"/>
                  <a:pt x="11845" y="107091"/>
                  <a:pt x="11799" y="107056"/>
                </a:cubicBezTo>
                <a:cubicBezTo>
                  <a:pt x="11799" y="107056"/>
                  <a:pt x="11774" y="107031"/>
                  <a:pt x="11749" y="107031"/>
                </a:cubicBezTo>
                <a:lnTo>
                  <a:pt x="11599" y="106907"/>
                </a:lnTo>
                <a:cubicBezTo>
                  <a:pt x="11400" y="106708"/>
                  <a:pt x="11176" y="106534"/>
                  <a:pt x="10977" y="106310"/>
                </a:cubicBezTo>
                <a:cubicBezTo>
                  <a:pt x="10927" y="106260"/>
                  <a:pt x="10853" y="106235"/>
                  <a:pt x="10803" y="106160"/>
                </a:cubicBezTo>
                <a:cubicBezTo>
                  <a:pt x="10678" y="106036"/>
                  <a:pt x="10554" y="105911"/>
                  <a:pt x="10405" y="105787"/>
                </a:cubicBezTo>
                <a:cubicBezTo>
                  <a:pt x="10330" y="105737"/>
                  <a:pt x="10280" y="105662"/>
                  <a:pt x="10255" y="105613"/>
                </a:cubicBezTo>
                <a:cubicBezTo>
                  <a:pt x="10106" y="105488"/>
                  <a:pt x="10031" y="105364"/>
                  <a:pt x="9907" y="105239"/>
                </a:cubicBezTo>
                <a:cubicBezTo>
                  <a:pt x="9708" y="105040"/>
                  <a:pt x="9533" y="104816"/>
                  <a:pt x="9384" y="104642"/>
                </a:cubicBezTo>
                <a:lnTo>
                  <a:pt x="9285" y="104542"/>
                </a:lnTo>
                <a:lnTo>
                  <a:pt x="9011" y="104169"/>
                </a:lnTo>
                <a:close/>
                <a:moveTo>
                  <a:pt x="60685" y="96951"/>
                </a:moveTo>
                <a:lnTo>
                  <a:pt x="60685" y="96951"/>
                </a:lnTo>
                <a:cubicBezTo>
                  <a:pt x="60784" y="98345"/>
                  <a:pt x="60734" y="99714"/>
                  <a:pt x="60635" y="101083"/>
                </a:cubicBezTo>
                <a:cubicBezTo>
                  <a:pt x="56055" y="103696"/>
                  <a:pt x="51525" y="105911"/>
                  <a:pt x="47094" y="107654"/>
                </a:cubicBezTo>
                <a:cubicBezTo>
                  <a:pt x="46970" y="107629"/>
                  <a:pt x="46845" y="107604"/>
                  <a:pt x="46721" y="107604"/>
                </a:cubicBezTo>
                <a:cubicBezTo>
                  <a:pt x="46397" y="107529"/>
                  <a:pt x="46099" y="107480"/>
                  <a:pt x="45800" y="107405"/>
                </a:cubicBezTo>
                <a:lnTo>
                  <a:pt x="45153" y="107231"/>
                </a:lnTo>
                <a:cubicBezTo>
                  <a:pt x="44978" y="107156"/>
                  <a:pt x="44754" y="107106"/>
                  <a:pt x="44555" y="107031"/>
                </a:cubicBezTo>
                <a:cubicBezTo>
                  <a:pt x="46895" y="104045"/>
                  <a:pt x="48488" y="100610"/>
                  <a:pt x="49334" y="97125"/>
                </a:cubicBezTo>
                <a:cubicBezTo>
                  <a:pt x="50778" y="97623"/>
                  <a:pt x="52396" y="97872"/>
                  <a:pt x="54213" y="97872"/>
                </a:cubicBezTo>
                <a:cubicBezTo>
                  <a:pt x="56204" y="97872"/>
                  <a:pt x="58370" y="97573"/>
                  <a:pt x="60685" y="96951"/>
                </a:cubicBezTo>
                <a:close/>
                <a:moveTo>
                  <a:pt x="60560" y="101282"/>
                </a:moveTo>
                <a:lnTo>
                  <a:pt x="60560" y="101331"/>
                </a:lnTo>
                <a:cubicBezTo>
                  <a:pt x="56204" y="103895"/>
                  <a:pt x="51848" y="106036"/>
                  <a:pt x="47542" y="107728"/>
                </a:cubicBezTo>
                <a:lnTo>
                  <a:pt x="47418" y="107728"/>
                </a:lnTo>
                <a:cubicBezTo>
                  <a:pt x="51749" y="106036"/>
                  <a:pt x="56130" y="103895"/>
                  <a:pt x="60560" y="101282"/>
                </a:cubicBezTo>
                <a:close/>
                <a:moveTo>
                  <a:pt x="44381" y="107156"/>
                </a:moveTo>
                <a:cubicBezTo>
                  <a:pt x="44481" y="107181"/>
                  <a:pt x="44530" y="107231"/>
                  <a:pt x="44630" y="107256"/>
                </a:cubicBezTo>
                <a:cubicBezTo>
                  <a:pt x="44779" y="107305"/>
                  <a:pt x="44929" y="107355"/>
                  <a:pt x="45103" y="107405"/>
                </a:cubicBezTo>
                <a:lnTo>
                  <a:pt x="45750" y="107604"/>
                </a:lnTo>
                <a:lnTo>
                  <a:pt x="46223" y="107679"/>
                </a:lnTo>
                <a:cubicBezTo>
                  <a:pt x="46422" y="107728"/>
                  <a:pt x="46596" y="107753"/>
                  <a:pt x="46721" y="107778"/>
                </a:cubicBezTo>
                <a:cubicBezTo>
                  <a:pt x="46671" y="107778"/>
                  <a:pt x="46671" y="107778"/>
                  <a:pt x="46646" y="107803"/>
                </a:cubicBezTo>
                <a:cubicBezTo>
                  <a:pt x="45850" y="107654"/>
                  <a:pt x="45103" y="107480"/>
                  <a:pt x="44356" y="107181"/>
                </a:cubicBezTo>
                <a:lnTo>
                  <a:pt x="44381" y="107156"/>
                </a:lnTo>
                <a:close/>
                <a:moveTo>
                  <a:pt x="47163" y="107859"/>
                </a:moveTo>
                <a:cubicBezTo>
                  <a:pt x="47175" y="107859"/>
                  <a:pt x="47194" y="107865"/>
                  <a:pt x="47219" y="107878"/>
                </a:cubicBezTo>
                <a:cubicBezTo>
                  <a:pt x="47219" y="107878"/>
                  <a:pt x="47169" y="107878"/>
                  <a:pt x="47169" y="107903"/>
                </a:cubicBezTo>
                <a:cubicBezTo>
                  <a:pt x="47169" y="107903"/>
                  <a:pt x="47144" y="107903"/>
                  <a:pt x="47144" y="107928"/>
                </a:cubicBezTo>
                <a:cubicBezTo>
                  <a:pt x="47119" y="107928"/>
                  <a:pt x="47094" y="107903"/>
                  <a:pt x="47019" y="107903"/>
                </a:cubicBezTo>
                <a:lnTo>
                  <a:pt x="47094" y="107903"/>
                </a:lnTo>
                <a:cubicBezTo>
                  <a:pt x="47119" y="107903"/>
                  <a:pt x="47119" y="107903"/>
                  <a:pt x="47144" y="107878"/>
                </a:cubicBezTo>
                <a:cubicBezTo>
                  <a:pt x="47144" y="107865"/>
                  <a:pt x="47150" y="107859"/>
                  <a:pt x="47163" y="107859"/>
                </a:cubicBezTo>
                <a:close/>
                <a:moveTo>
                  <a:pt x="60535" y="101630"/>
                </a:moveTo>
                <a:lnTo>
                  <a:pt x="60535" y="101630"/>
                </a:lnTo>
                <a:cubicBezTo>
                  <a:pt x="60336" y="103422"/>
                  <a:pt x="59963" y="105165"/>
                  <a:pt x="59415" y="106758"/>
                </a:cubicBezTo>
                <a:cubicBezTo>
                  <a:pt x="57847" y="107131"/>
                  <a:pt x="56329" y="107480"/>
                  <a:pt x="54860" y="107679"/>
                </a:cubicBezTo>
                <a:lnTo>
                  <a:pt x="54810" y="107679"/>
                </a:lnTo>
                <a:cubicBezTo>
                  <a:pt x="54736" y="107679"/>
                  <a:pt x="54686" y="107728"/>
                  <a:pt x="54586" y="107728"/>
                </a:cubicBezTo>
                <a:cubicBezTo>
                  <a:pt x="54238" y="107753"/>
                  <a:pt x="53939" y="107803"/>
                  <a:pt x="53591" y="107853"/>
                </a:cubicBezTo>
                <a:cubicBezTo>
                  <a:pt x="53342" y="107878"/>
                  <a:pt x="53118" y="107878"/>
                  <a:pt x="52894" y="107903"/>
                </a:cubicBezTo>
                <a:cubicBezTo>
                  <a:pt x="52819" y="107903"/>
                  <a:pt x="52720" y="107903"/>
                  <a:pt x="52620" y="107928"/>
                </a:cubicBezTo>
                <a:cubicBezTo>
                  <a:pt x="52496" y="107928"/>
                  <a:pt x="52371" y="107977"/>
                  <a:pt x="52247" y="107977"/>
                </a:cubicBezTo>
                <a:cubicBezTo>
                  <a:pt x="51973" y="107977"/>
                  <a:pt x="51649" y="108002"/>
                  <a:pt x="51375" y="108002"/>
                </a:cubicBezTo>
                <a:lnTo>
                  <a:pt x="50853" y="108002"/>
                </a:lnTo>
                <a:cubicBezTo>
                  <a:pt x="50280" y="108002"/>
                  <a:pt x="49733" y="107977"/>
                  <a:pt x="49160" y="107928"/>
                </a:cubicBezTo>
                <a:lnTo>
                  <a:pt x="49135" y="107928"/>
                </a:lnTo>
                <a:cubicBezTo>
                  <a:pt x="49011" y="107928"/>
                  <a:pt x="48886" y="107903"/>
                  <a:pt x="48762" y="107903"/>
                </a:cubicBezTo>
                <a:cubicBezTo>
                  <a:pt x="48662" y="107903"/>
                  <a:pt x="48588" y="107878"/>
                  <a:pt x="48488" y="107878"/>
                </a:cubicBezTo>
                <a:cubicBezTo>
                  <a:pt x="48289" y="107853"/>
                  <a:pt x="48140" y="107853"/>
                  <a:pt x="47965" y="107803"/>
                </a:cubicBezTo>
                <a:cubicBezTo>
                  <a:pt x="52072" y="106160"/>
                  <a:pt x="56254" y="104119"/>
                  <a:pt x="60535" y="101630"/>
                </a:cubicBezTo>
                <a:close/>
                <a:moveTo>
                  <a:pt x="59316" y="106957"/>
                </a:moveTo>
                <a:lnTo>
                  <a:pt x="59316" y="107007"/>
                </a:lnTo>
                <a:lnTo>
                  <a:pt x="59316" y="107031"/>
                </a:lnTo>
                <a:cubicBezTo>
                  <a:pt x="58594" y="107206"/>
                  <a:pt x="57847" y="107405"/>
                  <a:pt x="57125" y="107554"/>
                </a:cubicBezTo>
                <a:cubicBezTo>
                  <a:pt x="57001" y="107579"/>
                  <a:pt x="56876" y="107579"/>
                  <a:pt x="56752" y="107629"/>
                </a:cubicBezTo>
                <a:cubicBezTo>
                  <a:pt x="56155" y="107753"/>
                  <a:pt x="55582" y="107828"/>
                  <a:pt x="54985" y="107928"/>
                </a:cubicBezTo>
                <a:cubicBezTo>
                  <a:pt x="54960" y="107928"/>
                  <a:pt x="54910" y="107928"/>
                  <a:pt x="54860" y="107952"/>
                </a:cubicBezTo>
                <a:cubicBezTo>
                  <a:pt x="54761" y="107952"/>
                  <a:pt x="54661" y="108002"/>
                  <a:pt x="54611" y="108002"/>
                </a:cubicBezTo>
                <a:cubicBezTo>
                  <a:pt x="54263" y="108027"/>
                  <a:pt x="53914" y="108077"/>
                  <a:pt x="53616" y="108127"/>
                </a:cubicBezTo>
                <a:cubicBezTo>
                  <a:pt x="53367" y="108152"/>
                  <a:pt x="53143" y="108152"/>
                  <a:pt x="52894" y="108176"/>
                </a:cubicBezTo>
                <a:cubicBezTo>
                  <a:pt x="52844" y="108176"/>
                  <a:pt x="52744" y="108176"/>
                  <a:pt x="52670" y="108201"/>
                </a:cubicBezTo>
                <a:cubicBezTo>
                  <a:pt x="52520" y="108201"/>
                  <a:pt x="52371" y="108251"/>
                  <a:pt x="52247" y="108251"/>
                </a:cubicBezTo>
                <a:cubicBezTo>
                  <a:pt x="51774" y="108276"/>
                  <a:pt x="51301" y="108276"/>
                  <a:pt x="50853" y="108276"/>
                </a:cubicBezTo>
                <a:lnTo>
                  <a:pt x="50430" y="108276"/>
                </a:lnTo>
                <a:cubicBezTo>
                  <a:pt x="49982" y="108276"/>
                  <a:pt x="49509" y="108251"/>
                  <a:pt x="49061" y="108226"/>
                </a:cubicBezTo>
                <a:cubicBezTo>
                  <a:pt x="48986" y="108226"/>
                  <a:pt x="48911" y="108226"/>
                  <a:pt x="48812" y="108176"/>
                </a:cubicBezTo>
                <a:cubicBezTo>
                  <a:pt x="48538" y="108152"/>
                  <a:pt x="48289" y="108127"/>
                  <a:pt x="48015" y="108077"/>
                </a:cubicBezTo>
                <a:cubicBezTo>
                  <a:pt x="47816" y="108052"/>
                  <a:pt x="47642" y="108052"/>
                  <a:pt x="47492" y="108027"/>
                </a:cubicBezTo>
                <a:cubicBezTo>
                  <a:pt x="47517" y="107977"/>
                  <a:pt x="47517" y="107977"/>
                  <a:pt x="47542" y="107928"/>
                </a:cubicBezTo>
                <a:cubicBezTo>
                  <a:pt x="47592" y="107928"/>
                  <a:pt x="47592" y="107928"/>
                  <a:pt x="47617" y="107903"/>
                </a:cubicBezTo>
                <a:lnTo>
                  <a:pt x="47716" y="107903"/>
                </a:lnTo>
                <a:cubicBezTo>
                  <a:pt x="48090" y="107952"/>
                  <a:pt x="48463" y="108002"/>
                  <a:pt x="48837" y="108027"/>
                </a:cubicBezTo>
                <a:cubicBezTo>
                  <a:pt x="48911" y="108027"/>
                  <a:pt x="48986" y="108052"/>
                  <a:pt x="49036" y="108052"/>
                </a:cubicBezTo>
                <a:lnTo>
                  <a:pt x="49235" y="108052"/>
                </a:lnTo>
                <a:cubicBezTo>
                  <a:pt x="49758" y="108102"/>
                  <a:pt x="50280" y="108127"/>
                  <a:pt x="50803" y="108127"/>
                </a:cubicBezTo>
                <a:cubicBezTo>
                  <a:pt x="51276" y="108127"/>
                  <a:pt x="51749" y="108077"/>
                  <a:pt x="52222" y="108077"/>
                </a:cubicBezTo>
                <a:lnTo>
                  <a:pt x="52247" y="108077"/>
                </a:lnTo>
                <a:cubicBezTo>
                  <a:pt x="52346" y="108077"/>
                  <a:pt x="52471" y="108077"/>
                  <a:pt x="52545" y="108052"/>
                </a:cubicBezTo>
                <a:cubicBezTo>
                  <a:pt x="52645" y="108052"/>
                  <a:pt x="52744" y="108052"/>
                  <a:pt x="52844" y="108027"/>
                </a:cubicBezTo>
                <a:lnTo>
                  <a:pt x="52968" y="108027"/>
                </a:lnTo>
                <a:cubicBezTo>
                  <a:pt x="53168" y="108002"/>
                  <a:pt x="53367" y="108002"/>
                  <a:pt x="53591" y="107952"/>
                </a:cubicBezTo>
                <a:lnTo>
                  <a:pt x="53616" y="107952"/>
                </a:lnTo>
                <a:cubicBezTo>
                  <a:pt x="53765" y="107928"/>
                  <a:pt x="53964" y="107928"/>
                  <a:pt x="54113" y="107903"/>
                </a:cubicBezTo>
                <a:cubicBezTo>
                  <a:pt x="54238" y="107878"/>
                  <a:pt x="54387" y="107878"/>
                  <a:pt x="54512" y="107828"/>
                </a:cubicBezTo>
                <a:lnTo>
                  <a:pt x="54636" y="107828"/>
                </a:lnTo>
                <a:cubicBezTo>
                  <a:pt x="54711" y="107828"/>
                  <a:pt x="54810" y="107803"/>
                  <a:pt x="54860" y="107803"/>
                </a:cubicBezTo>
                <a:lnTo>
                  <a:pt x="55607" y="107704"/>
                </a:lnTo>
                <a:lnTo>
                  <a:pt x="55657" y="107704"/>
                </a:lnTo>
                <a:cubicBezTo>
                  <a:pt x="55731" y="107704"/>
                  <a:pt x="55781" y="107679"/>
                  <a:pt x="55856" y="107679"/>
                </a:cubicBezTo>
                <a:cubicBezTo>
                  <a:pt x="56329" y="107579"/>
                  <a:pt x="56777" y="107529"/>
                  <a:pt x="57250" y="107430"/>
                </a:cubicBezTo>
                <a:cubicBezTo>
                  <a:pt x="57349" y="107405"/>
                  <a:pt x="57474" y="107380"/>
                  <a:pt x="57573" y="107380"/>
                </a:cubicBezTo>
                <a:cubicBezTo>
                  <a:pt x="57648" y="107330"/>
                  <a:pt x="57772" y="107305"/>
                  <a:pt x="57872" y="107305"/>
                </a:cubicBezTo>
                <a:cubicBezTo>
                  <a:pt x="57947" y="107305"/>
                  <a:pt x="57972" y="107280"/>
                  <a:pt x="58021" y="107280"/>
                </a:cubicBezTo>
                <a:cubicBezTo>
                  <a:pt x="58345" y="107206"/>
                  <a:pt x="58619" y="107156"/>
                  <a:pt x="58942" y="107056"/>
                </a:cubicBezTo>
                <a:lnTo>
                  <a:pt x="59316" y="106957"/>
                </a:lnTo>
                <a:close/>
                <a:moveTo>
                  <a:pt x="44232" y="107380"/>
                </a:moveTo>
                <a:cubicBezTo>
                  <a:pt x="44257" y="107380"/>
                  <a:pt x="44281" y="107405"/>
                  <a:pt x="44306" y="107405"/>
                </a:cubicBezTo>
                <a:cubicBezTo>
                  <a:pt x="44381" y="107430"/>
                  <a:pt x="44431" y="107430"/>
                  <a:pt x="44505" y="107480"/>
                </a:cubicBezTo>
                <a:cubicBezTo>
                  <a:pt x="44879" y="107604"/>
                  <a:pt x="45252" y="107679"/>
                  <a:pt x="45626" y="107778"/>
                </a:cubicBezTo>
                <a:cubicBezTo>
                  <a:pt x="45725" y="107803"/>
                  <a:pt x="45850" y="107853"/>
                  <a:pt x="45924" y="107853"/>
                </a:cubicBezTo>
                <a:cubicBezTo>
                  <a:pt x="46024" y="107878"/>
                  <a:pt x="46148" y="107903"/>
                  <a:pt x="46248" y="107928"/>
                </a:cubicBezTo>
                <a:cubicBezTo>
                  <a:pt x="45003" y="108400"/>
                  <a:pt x="43759" y="108799"/>
                  <a:pt x="42539" y="109172"/>
                </a:cubicBezTo>
                <a:cubicBezTo>
                  <a:pt x="43161" y="108625"/>
                  <a:pt x="43734" y="108027"/>
                  <a:pt x="44232" y="107380"/>
                </a:cubicBezTo>
                <a:close/>
                <a:moveTo>
                  <a:pt x="43983" y="107280"/>
                </a:moveTo>
                <a:cubicBezTo>
                  <a:pt x="44008" y="107280"/>
                  <a:pt x="44008" y="107305"/>
                  <a:pt x="44033" y="107305"/>
                </a:cubicBezTo>
                <a:cubicBezTo>
                  <a:pt x="43435" y="108027"/>
                  <a:pt x="42813" y="108724"/>
                  <a:pt x="42191" y="109346"/>
                </a:cubicBezTo>
                <a:cubicBezTo>
                  <a:pt x="42166" y="109346"/>
                  <a:pt x="42091" y="109371"/>
                  <a:pt x="42066" y="109371"/>
                </a:cubicBezTo>
                <a:cubicBezTo>
                  <a:pt x="42738" y="108724"/>
                  <a:pt x="43385" y="108027"/>
                  <a:pt x="43983" y="107280"/>
                </a:cubicBezTo>
                <a:close/>
                <a:moveTo>
                  <a:pt x="46621" y="108027"/>
                </a:moveTo>
                <a:cubicBezTo>
                  <a:pt x="46646" y="108027"/>
                  <a:pt x="46671" y="108027"/>
                  <a:pt x="46721" y="108052"/>
                </a:cubicBezTo>
                <a:cubicBezTo>
                  <a:pt x="45178" y="108649"/>
                  <a:pt x="43659" y="109147"/>
                  <a:pt x="42166" y="109620"/>
                </a:cubicBezTo>
                <a:cubicBezTo>
                  <a:pt x="42240" y="109595"/>
                  <a:pt x="42240" y="109545"/>
                  <a:pt x="42265" y="109521"/>
                </a:cubicBezTo>
                <a:cubicBezTo>
                  <a:pt x="43684" y="109097"/>
                  <a:pt x="45153" y="108600"/>
                  <a:pt x="46621" y="108027"/>
                </a:cubicBezTo>
                <a:close/>
                <a:moveTo>
                  <a:pt x="5924" y="97424"/>
                </a:moveTo>
                <a:lnTo>
                  <a:pt x="5949" y="97448"/>
                </a:lnTo>
                <a:cubicBezTo>
                  <a:pt x="6074" y="97548"/>
                  <a:pt x="6173" y="97672"/>
                  <a:pt x="6298" y="97772"/>
                </a:cubicBezTo>
                <a:cubicBezTo>
                  <a:pt x="6422" y="97897"/>
                  <a:pt x="6547" y="97971"/>
                  <a:pt x="6671" y="98096"/>
                </a:cubicBezTo>
                <a:cubicBezTo>
                  <a:pt x="6795" y="98220"/>
                  <a:pt x="6945" y="98320"/>
                  <a:pt x="7069" y="98419"/>
                </a:cubicBezTo>
                <a:cubicBezTo>
                  <a:pt x="7194" y="98519"/>
                  <a:pt x="7318" y="98593"/>
                  <a:pt x="7418" y="98693"/>
                </a:cubicBezTo>
                <a:cubicBezTo>
                  <a:pt x="7567" y="98817"/>
                  <a:pt x="7716" y="98917"/>
                  <a:pt x="7866" y="99041"/>
                </a:cubicBezTo>
                <a:cubicBezTo>
                  <a:pt x="7965" y="99091"/>
                  <a:pt x="8090" y="99191"/>
                  <a:pt x="8189" y="99266"/>
                </a:cubicBezTo>
                <a:cubicBezTo>
                  <a:pt x="8364" y="99390"/>
                  <a:pt x="8563" y="99514"/>
                  <a:pt x="8737" y="99589"/>
                </a:cubicBezTo>
                <a:cubicBezTo>
                  <a:pt x="8837" y="99664"/>
                  <a:pt x="8936" y="99714"/>
                  <a:pt x="9036" y="99763"/>
                </a:cubicBezTo>
                <a:cubicBezTo>
                  <a:pt x="9210" y="99888"/>
                  <a:pt x="9434" y="100012"/>
                  <a:pt x="9658" y="100087"/>
                </a:cubicBezTo>
                <a:cubicBezTo>
                  <a:pt x="9708" y="100137"/>
                  <a:pt x="9807" y="100186"/>
                  <a:pt x="9907" y="100211"/>
                </a:cubicBezTo>
                <a:cubicBezTo>
                  <a:pt x="10106" y="100336"/>
                  <a:pt x="10330" y="100435"/>
                  <a:pt x="10579" y="100560"/>
                </a:cubicBezTo>
                <a:cubicBezTo>
                  <a:pt x="10654" y="100585"/>
                  <a:pt x="10703" y="100635"/>
                  <a:pt x="10803" y="100659"/>
                </a:cubicBezTo>
                <a:cubicBezTo>
                  <a:pt x="11052" y="100784"/>
                  <a:pt x="11301" y="100883"/>
                  <a:pt x="11525" y="101008"/>
                </a:cubicBezTo>
                <a:cubicBezTo>
                  <a:pt x="11575" y="101033"/>
                  <a:pt x="11649" y="101058"/>
                  <a:pt x="11699" y="101058"/>
                </a:cubicBezTo>
                <a:cubicBezTo>
                  <a:pt x="11948" y="101157"/>
                  <a:pt x="12197" y="101282"/>
                  <a:pt x="12471" y="101381"/>
                </a:cubicBezTo>
                <a:cubicBezTo>
                  <a:pt x="12545" y="101406"/>
                  <a:pt x="12595" y="101406"/>
                  <a:pt x="12645" y="101431"/>
                </a:cubicBezTo>
                <a:cubicBezTo>
                  <a:pt x="12695" y="101456"/>
                  <a:pt x="12769" y="101456"/>
                  <a:pt x="12819" y="101506"/>
                </a:cubicBezTo>
                <a:cubicBezTo>
                  <a:pt x="13541" y="104567"/>
                  <a:pt x="14910" y="107405"/>
                  <a:pt x="16926" y="109745"/>
                </a:cubicBezTo>
                <a:cubicBezTo>
                  <a:pt x="16777" y="109670"/>
                  <a:pt x="16578" y="109620"/>
                  <a:pt x="16428" y="109545"/>
                </a:cubicBezTo>
                <a:cubicBezTo>
                  <a:pt x="16105" y="109396"/>
                  <a:pt x="15756" y="109247"/>
                  <a:pt x="15408" y="109048"/>
                </a:cubicBezTo>
                <a:cubicBezTo>
                  <a:pt x="15234" y="108973"/>
                  <a:pt x="15059" y="108898"/>
                  <a:pt x="14885" y="108799"/>
                </a:cubicBezTo>
                <a:lnTo>
                  <a:pt x="13939" y="108251"/>
                </a:lnTo>
                <a:cubicBezTo>
                  <a:pt x="13790" y="108152"/>
                  <a:pt x="13616" y="108052"/>
                  <a:pt x="13441" y="107928"/>
                </a:cubicBezTo>
                <a:cubicBezTo>
                  <a:pt x="13168" y="107778"/>
                  <a:pt x="12894" y="107554"/>
                  <a:pt x="12620" y="107355"/>
                </a:cubicBezTo>
                <a:lnTo>
                  <a:pt x="12147" y="106982"/>
                </a:lnTo>
                <a:cubicBezTo>
                  <a:pt x="11898" y="106758"/>
                  <a:pt x="11649" y="106534"/>
                  <a:pt x="11375" y="106310"/>
                </a:cubicBezTo>
                <a:cubicBezTo>
                  <a:pt x="11201" y="106185"/>
                  <a:pt x="11052" y="106036"/>
                  <a:pt x="10927" y="105911"/>
                </a:cubicBezTo>
                <a:lnTo>
                  <a:pt x="10878" y="105862"/>
                </a:lnTo>
                <a:cubicBezTo>
                  <a:pt x="10654" y="105638"/>
                  <a:pt x="10430" y="105414"/>
                  <a:pt x="10206" y="105165"/>
                </a:cubicBezTo>
                <a:cubicBezTo>
                  <a:pt x="10056" y="105015"/>
                  <a:pt x="9907" y="104816"/>
                  <a:pt x="9757" y="104667"/>
                </a:cubicBezTo>
                <a:cubicBezTo>
                  <a:pt x="9558" y="104418"/>
                  <a:pt x="9334" y="104169"/>
                  <a:pt x="9160" y="103945"/>
                </a:cubicBezTo>
                <a:cubicBezTo>
                  <a:pt x="9011" y="103771"/>
                  <a:pt x="8837" y="103547"/>
                  <a:pt x="8712" y="103373"/>
                </a:cubicBezTo>
                <a:cubicBezTo>
                  <a:pt x="8563" y="103124"/>
                  <a:pt x="8388" y="102875"/>
                  <a:pt x="8214" y="102626"/>
                </a:cubicBezTo>
                <a:cubicBezTo>
                  <a:pt x="8065" y="102402"/>
                  <a:pt x="7940" y="102178"/>
                  <a:pt x="7816" y="101929"/>
                </a:cubicBezTo>
                <a:cubicBezTo>
                  <a:pt x="7667" y="101680"/>
                  <a:pt x="7542" y="101431"/>
                  <a:pt x="7418" y="101157"/>
                </a:cubicBezTo>
                <a:cubicBezTo>
                  <a:pt x="7293" y="100908"/>
                  <a:pt x="7169" y="100659"/>
                  <a:pt x="7044" y="100386"/>
                </a:cubicBezTo>
                <a:cubicBezTo>
                  <a:pt x="6920" y="100137"/>
                  <a:pt x="6820" y="99838"/>
                  <a:pt x="6696" y="99564"/>
                </a:cubicBezTo>
                <a:cubicBezTo>
                  <a:pt x="6571" y="99290"/>
                  <a:pt x="6472" y="99017"/>
                  <a:pt x="6347" y="98718"/>
                </a:cubicBezTo>
                <a:lnTo>
                  <a:pt x="6074" y="97897"/>
                </a:lnTo>
                <a:cubicBezTo>
                  <a:pt x="6024" y="97722"/>
                  <a:pt x="5974" y="97573"/>
                  <a:pt x="5924" y="97424"/>
                </a:cubicBezTo>
                <a:close/>
                <a:moveTo>
                  <a:pt x="41892" y="109645"/>
                </a:moveTo>
                <a:lnTo>
                  <a:pt x="41792" y="109745"/>
                </a:lnTo>
                <a:cubicBezTo>
                  <a:pt x="41743" y="109745"/>
                  <a:pt x="41693" y="109770"/>
                  <a:pt x="41643" y="109770"/>
                </a:cubicBezTo>
                <a:lnTo>
                  <a:pt x="41743" y="109670"/>
                </a:lnTo>
                <a:cubicBezTo>
                  <a:pt x="41792" y="109670"/>
                  <a:pt x="41817" y="109645"/>
                  <a:pt x="41892" y="109645"/>
                </a:cubicBezTo>
                <a:close/>
                <a:moveTo>
                  <a:pt x="36665" y="100635"/>
                </a:moveTo>
                <a:lnTo>
                  <a:pt x="36939" y="101182"/>
                </a:lnTo>
                <a:cubicBezTo>
                  <a:pt x="36963" y="101207"/>
                  <a:pt x="36963" y="101257"/>
                  <a:pt x="37013" y="101282"/>
                </a:cubicBezTo>
                <a:cubicBezTo>
                  <a:pt x="37038" y="101331"/>
                  <a:pt x="37063" y="101406"/>
                  <a:pt x="37138" y="101506"/>
                </a:cubicBezTo>
                <a:cubicBezTo>
                  <a:pt x="37212" y="101655"/>
                  <a:pt x="37312" y="101829"/>
                  <a:pt x="37436" y="102004"/>
                </a:cubicBezTo>
                <a:cubicBezTo>
                  <a:pt x="37436" y="102028"/>
                  <a:pt x="37461" y="102028"/>
                  <a:pt x="37461" y="102053"/>
                </a:cubicBezTo>
                <a:cubicBezTo>
                  <a:pt x="37511" y="102128"/>
                  <a:pt x="37536" y="102178"/>
                  <a:pt x="37561" y="102203"/>
                </a:cubicBezTo>
                <a:cubicBezTo>
                  <a:pt x="37586" y="102277"/>
                  <a:pt x="37636" y="102327"/>
                  <a:pt x="37685" y="102402"/>
                </a:cubicBezTo>
                <a:cubicBezTo>
                  <a:pt x="37909" y="102700"/>
                  <a:pt x="38084" y="102999"/>
                  <a:pt x="38332" y="103273"/>
                </a:cubicBezTo>
                <a:cubicBezTo>
                  <a:pt x="38382" y="103323"/>
                  <a:pt x="38432" y="103373"/>
                  <a:pt x="38457" y="103397"/>
                </a:cubicBezTo>
                <a:cubicBezTo>
                  <a:pt x="38581" y="103547"/>
                  <a:pt x="38756" y="103696"/>
                  <a:pt x="38880" y="103870"/>
                </a:cubicBezTo>
                <a:lnTo>
                  <a:pt x="38955" y="103945"/>
                </a:lnTo>
                <a:cubicBezTo>
                  <a:pt x="39005" y="103995"/>
                  <a:pt x="39029" y="104020"/>
                  <a:pt x="39029" y="104045"/>
                </a:cubicBezTo>
                <a:lnTo>
                  <a:pt x="39278" y="104293"/>
                </a:lnTo>
                <a:cubicBezTo>
                  <a:pt x="39428" y="104443"/>
                  <a:pt x="39627" y="104617"/>
                  <a:pt x="39801" y="104766"/>
                </a:cubicBezTo>
                <a:cubicBezTo>
                  <a:pt x="39901" y="104866"/>
                  <a:pt x="40000" y="104941"/>
                  <a:pt x="40125" y="105015"/>
                </a:cubicBezTo>
                <a:cubicBezTo>
                  <a:pt x="40299" y="105165"/>
                  <a:pt x="40498" y="105314"/>
                  <a:pt x="40697" y="105438"/>
                </a:cubicBezTo>
                <a:cubicBezTo>
                  <a:pt x="40822" y="105538"/>
                  <a:pt x="40996" y="105638"/>
                  <a:pt x="41145" y="105762"/>
                </a:cubicBezTo>
                <a:cubicBezTo>
                  <a:pt x="41369" y="105911"/>
                  <a:pt x="41568" y="106036"/>
                  <a:pt x="41817" y="106185"/>
                </a:cubicBezTo>
                <a:cubicBezTo>
                  <a:pt x="41991" y="106285"/>
                  <a:pt x="42166" y="106384"/>
                  <a:pt x="42315" y="106484"/>
                </a:cubicBezTo>
                <a:cubicBezTo>
                  <a:pt x="42489" y="106534"/>
                  <a:pt x="42614" y="106633"/>
                  <a:pt x="42763" y="106683"/>
                </a:cubicBezTo>
                <a:cubicBezTo>
                  <a:pt x="42937" y="106783"/>
                  <a:pt x="43136" y="106882"/>
                  <a:pt x="43311" y="106932"/>
                </a:cubicBezTo>
                <a:cubicBezTo>
                  <a:pt x="43435" y="107007"/>
                  <a:pt x="43560" y="107031"/>
                  <a:pt x="43734" y="107106"/>
                </a:cubicBezTo>
                <a:cubicBezTo>
                  <a:pt x="43759" y="107131"/>
                  <a:pt x="43809" y="107131"/>
                  <a:pt x="43858" y="107156"/>
                </a:cubicBezTo>
                <a:cubicBezTo>
                  <a:pt x="43136" y="108027"/>
                  <a:pt x="42415" y="108774"/>
                  <a:pt x="41668" y="109496"/>
                </a:cubicBezTo>
                <a:cubicBezTo>
                  <a:pt x="41295" y="109620"/>
                  <a:pt x="40921" y="109720"/>
                  <a:pt x="40548" y="109794"/>
                </a:cubicBezTo>
                <a:cubicBezTo>
                  <a:pt x="38283" y="107405"/>
                  <a:pt x="36416" y="104393"/>
                  <a:pt x="35047" y="101083"/>
                </a:cubicBezTo>
                <a:cubicBezTo>
                  <a:pt x="35570" y="100933"/>
                  <a:pt x="36092" y="100784"/>
                  <a:pt x="36665" y="100635"/>
                </a:cubicBezTo>
                <a:close/>
                <a:moveTo>
                  <a:pt x="34848" y="101157"/>
                </a:moveTo>
                <a:cubicBezTo>
                  <a:pt x="36217" y="104443"/>
                  <a:pt x="38059" y="107480"/>
                  <a:pt x="40349" y="109869"/>
                </a:cubicBezTo>
                <a:cubicBezTo>
                  <a:pt x="40324" y="109869"/>
                  <a:pt x="40324" y="109869"/>
                  <a:pt x="40299" y="109894"/>
                </a:cubicBezTo>
                <a:cubicBezTo>
                  <a:pt x="38034" y="107480"/>
                  <a:pt x="36167" y="104443"/>
                  <a:pt x="34798" y="101182"/>
                </a:cubicBezTo>
                <a:cubicBezTo>
                  <a:pt x="34823" y="101182"/>
                  <a:pt x="34823" y="101182"/>
                  <a:pt x="34848" y="101157"/>
                </a:cubicBezTo>
                <a:close/>
                <a:moveTo>
                  <a:pt x="13043" y="101630"/>
                </a:moveTo>
                <a:lnTo>
                  <a:pt x="13043" y="101630"/>
                </a:lnTo>
                <a:cubicBezTo>
                  <a:pt x="13068" y="101655"/>
                  <a:pt x="13118" y="101655"/>
                  <a:pt x="13118" y="101655"/>
                </a:cubicBezTo>
                <a:cubicBezTo>
                  <a:pt x="13889" y="104791"/>
                  <a:pt x="15308" y="107679"/>
                  <a:pt x="17474" y="110018"/>
                </a:cubicBezTo>
                <a:cubicBezTo>
                  <a:pt x="17424" y="109994"/>
                  <a:pt x="17374" y="109994"/>
                  <a:pt x="17349" y="109969"/>
                </a:cubicBezTo>
                <a:cubicBezTo>
                  <a:pt x="15234" y="107629"/>
                  <a:pt x="13815" y="104766"/>
                  <a:pt x="13043" y="101630"/>
                </a:cubicBezTo>
                <a:close/>
                <a:moveTo>
                  <a:pt x="41319" y="109794"/>
                </a:moveTo>
                <a:lnTo>
                  <a:pt x="41245" y="109894"/>
                </a:lnTo>
                <a:cubicBezTo>
                  <a:pt x="41071" y="109919"/>
                  <a:pt x="40921" y="109969"/>
                  <a:pt x="40747" y="110018"/>
                </a:cubicBezTo>
                <a:lnTo>
                  <a:pt x="40697" y="109994"/>
                </a:lnTo>
                <a:cubicBezTo>
                  <a:pt x="40921" y="109919"/>
                  <a:pt x="41120" y="109869"/>
                  <a:pt x="41319" y="109794"/>
                </a:cubicBezTo>
                <a:close/>
                <a:moveTo>
                  <a:pt x="13317" y="108102"/>
                </a:moveTo>
                <a:lnTo>
                  <a:pt x="13317" y="108102"/>
                </a:lnTo>
                <a:cubicBezTo>
                  <a:pt x="13416" y="108152"/>
                  <a:pt x="13516" y="108226"/>
                  <a:pt x="13616" y="108251"/>
                </a:cubicBezTo>
                <a:cubicBezTo>
                  <a:pt x="13989" y="108500"/>
                  <a:pt x="14362" y="108724"/>
                  <a:pt x="14736" y="108923"/>
                </a:cubicBezTo>
                <a:cubicBezTo>
                  <a:pt x="14810" y="108998"/>
                  <a:pt x="14935" y="109023"/>
                  <a:pt x="15034" y="109097"/>
                </a:cubicBezTo>
                <a:cubicBezTo>
                  <a:pt x="15433" y="109297"/>
                  <a:pt x="15856" y="109521"/>
                  <a:pt x="16279" y="109720"/>
                </a:cubicBezTo>
                <a:cubicBezTo>
                  <a:pt x="16379" y="109770"/>
                  <a:pt x="16503" y="109794"/>
                  <a:pt x="16627" y="109844"/>
                </a:cubicBezTo>
                <a:cubicBezTo>
                  <a:pt x="16802" y="109919"/>
                  <a:pt x="17026" y="109994"/>
                  <a:pt x="17250" y="110093"/>
                </a:cubicBezTo>
                <a:cubicBezTo>
                  <a:pt x="17275" y="110168"/>
                  <a:pt x="17299" y="110218"/>
                  <a:pt x="17349" y="110242"/>
                </a:cubicBezTo>
                <a:lnTo>
                  <a:pt x="16403" y="109869"/>
                </a:lnTo>
                <a:cubicBezTo>
                  <a:pt x="16304" y="109844"/>
                  <a:pt x="16229" y="109794"/>
                  <a:pt x="16130" y="109745"/>
                </a:cubicBezTo>
                <a:cubicBezTo>
                  <a:pt x="15731" y="109545"/>
                  <a:pt x="15308" y="109346"/>
                  <a:pt x="14910" y="109122"/>
                </a:cubicBezTo>
                <a:cubicBezTo>
                  <a:pt x="14785" y="109048"/>
                  <a:pt x="14661" y="108998"/>
                  <a:pt x="14561" y="108923"/>
                </a:cubicBezTo>
                <a:cubicBezTo>
                  <a:pt x="14263" y="108774"/>
                  <a:pt x="14014" y="108600"/>
                  <a:pt x="13690" y="108400"/>
                </a:cubicBezTo>
                <a:cubicBezTo>
                  <a:pt x="13566" y="108301"/>
                  <a:pt x="13441" y="108176"/>
                  <a:pt x="13317" y="108102"/>
                </a:cubicBezTo>
                <a:close/>
                <a:moveTo>
                  <a:pt x="40697" y="110218"/>
                </a:moveTo>
                <a:cubicBezTo>
                  <a:pt x="40747" y="110242"/>
                  <a:pt x="40747" y="110267"/>
                  <a:pt x="40772" y="110292"/>
                </a:cubicBezTo>
                <a:lnTo>
                  <a:pt x="40747" y="110342"/>
                </a:lnTo>
                <a:lnTo>
                  <a:pt x="40647" y="110242"/>
                </a:lnTo>
                <a:cubicBezTo>
                  <a:pt x="40672" y="110242"/>
                  <a:pt x="40672" y="110242"/>
                  <a:pt x="40697" y="110218"/>
                </a:cubicBezTo>
                <a:close/>
                <a:moveTo>
                  <a:pt x="41494" y="110018"/>
                </a:moveTo>
                <a:cubicBezTo>
                  <a:pt x="41369" y="110143"/>
                  <a:pt x="41245" y="110242"/>
                  <a:pt x="41120" y="110367"/>
                </a:cubicBezTo>
                <a:lnTo>
                  <a:pt x="41046" y="110292"/>
                </a:lnTo>
                <a:cubicBezTo>
                  <a:pt x="41145" y="110218"/>
                  <a:pt x="41245" y="110143"/>
                  <a:pt x="41319" y="110043"/>
                </a:cubicBezTo>
                <a:cubicBezTo>
                  <a:pt x="41394" y="110043"/>
                  <a:pt x="41419" y="110018"/>
                  <a:pt x="41494" y="110018"/>
                </a:cubicBezTo>
                <a:close/>
                <a:moveTo>
                  <a:pt x="17822" y="110392"/>
                </a:moveTo>
                <a:cubicBezTo>
                  <a:pt x="17847" y="110417"/>
                  <a:pt x="17872" y="110417"/>
                  <a:pt x="17872" y="110466"/>
                </a:cubicBezTo>
                <a:cubicBezTo>
                  <a:pt x="17847" y="110466"/>
                  <a:pt x="17797" y="110466"/>
                  <a:pt x="17797" y="110417"/>
                </a:cubicBezTo>
                <a:lnTo>
                  <a:pt x="17822" y="110392"/>
                </a:lnTo>
                <a:close/>
                <a:moveTo>
                  <a:pt x="40896" y="110417"/>
                </a:moveTo>
                <a:cubicBezTo>
                  <a:pt x="40921" y="110417"/>
                  <a:pt x="40921" y="110466"/>
                  <a:pt x="40946" y="110466"/>
                </a:cubicBezTo>
                <a:lnTo>
                  <a:pt x="40921" y="110491"/>
                </a:lnTo>
                <a:cubicBezTo>
                  <a:pt x="40896" y="110491"/>
                  <a:pt x="40896" y="110466"/>
                  <a:pt x="40871" y="110466"/>
                </a:cubicBezTo>
                <a:lnTo>
                  <a:pt x="40896" y="110417"/>
                </a:lnTo>
                <a:close/>
                <a:moveTo>
                  <a:pt x="13292" y="101730"/>
                </a:moveTo>
                <a:cubicBezTo>
                  <a:pt x="13317" y="101730"/>
                  <a:pt x="13392" y="101779"/>
                  <a:pt x="13416" y="101779"/>
                </a:cubicBezTo>
                <a:cubicBezTo>
                  <a:pt x="13491" y="101804"/>
                  <a:pt x="13541" y="101804"/>
                  <a:pt x="13616" y="101829"/>
                </a:cubicBezTo>
                <a:cubicBezTo>
                  <a:pt x="13815" y="101904"/>
                  <a:pt x="14014" y="101954"/>
                  <a:pt x="14238" y="102028"/>
                </a:cubicBezTo>
                <a:cubicBezTo>
                  <a:pt x="15134" y="105414"/>
                  <a:pt x="16727" y="108276"/>
                  <a:pt x="18893" y="110516"/>
                </a:cubicBezTo>
                <a:cubicBezTo>
                  <a:pt x="18793" y="110491"/>
                  <a:pt x="18743" y="110466"/>
                  <a:pt x="18644" y="110466"/>
                </a:cubicBezTo>
                <a:cubicBezTo>
                  <a:pt x="18420" y="110392"/>
                  <a:pt x="18245" y="110342"/>
                  <a:pt x="18021" y="110267"/>
                </a:cubicBezTo>
                <a:cubicBezTo>
                  <a:pt x="17996" y="110242"/>
                  <a:pt x="17922" y="110218"/>
                  <a:pt x="17847" y="110168"/>
                </a:cubicBezTo>
                <a:cubicBezTo>
                  <a:pt x="15607" y="107853"/>
                  <a:pt x="14113" y="104916"/>
                  <a:pt x="13292" y="101730"/>
                </a:cubicBezTo>
                <a:close/>
                <a:moveTo>
                  <a:pt x="14487" y="102053"/>
                </a:moveTo>
                <a:cubicBezTo>
                  <a:pt x="14512" y="102053"/>
                  <a:pt x="14537" y="102053"/>
                  <a:pt x="14537" y="102078"/>
                </a:cubicBezTo>
                <a:cubicBezTo>
                  <a:pt x="15482" y="105513"/>
                  <a:pt x="17125" y="108400"/>
                  <a:pt x="19415" y="110666"/>
                </a:cubicBezTo>
                <a:cubicBezTo>
                  <a:pt x="19390" y="110666"/>
                  <a:pt x="19316" y="110641"/>
                  <a:pt x="19291" y="110641"/>
                </a:cubicBezTo>
                <a:cubicBezTo>
                  <a:pt x="17026" y="108376"/>
                  <a:pt x="15408" y="105488"/>
                  <a:pt x="14487" y="102053"/>
                </a:cubicBezTo>
                <a:close/>
                <a:moveTo>
                  <a:pt x="74101" y="100659"/>
                </a:moveTo>
                <a:cubicBezTo>
                  <a:pt x="74275" y="100784"/>
                  <a:pt x="74499" y="100908"/>
                  <a:pt x="74674" y="101033"/>
                </a:cubicBezTo>
                <a:cubicBezTo>
                  <a:pt x="69048" y="105015"/>
                  <a:pt x="63398" y="108251"/>
                  <a:pt x="57872" y="110715"/>
                </a:cubicBezTo>
                <a:cubicBezTo>
                  <a:pt x="58594" y="109670"/>
                  <a:pt x="59216" y="108475"/>
                  <a:pt x="59739" y="107106"/>
                </a:cubicBezTo>
                <a:cubicBezTo>
                  <a:pt x="59838" y="107056"/>
                  <a:pt x="59963" y="107031"/>
                  <a:pt x="60062" y="107007"/>
                </a:cubicBezTo>
                <a:cubicBezTo>
                  <a:pt x="60635" y="106857"/>
                  <a:pt x="61207" y="106658"/>
                  <a:pt x="61805" y="106484"/>
                </a:cubicBezTo>
                <a:cubicBezTo>
                  <a:pt x="62178" y="106359"/>
                  <a:pt x="62576" y="106185"/>
                  <a:pt x="62950" y="106061"/>
                </a:cubicBezTo>
                <a:cubicBezTo>
                  <a:pt x="63298" y="105936"/>
                  <a:pt x="63597" y="105862"/>
                  <a:pt x="63945" y="105737"/>
                </a:cubicBezTo>
                <a:cubicBezTo>
                  <a:pt x="64070" y="105687"/>
                  <a:pt x="64169" y="105662"/>
                  <a:pt x="64294" y="105613"/>
                </a:cubicBezTo>
                <a:cubicBezTo>
                  <a:pt x="64792" y="105414"/>
                  <a:pt x="65290" y="105190"/>
                  <a:pt x="65787" y="104990"/>
                </a:cubicBezTo>
                <a:cubicBezTo>
                  <a:pt x="65812" y="104990"/>
                  <a:pt x="65837" y="104941"/>
                  <a:pt x="65912" y="104916"/>
                </a:cubicBezTo>
                <a:cubicBezTo>
                  <a:pt x="66061" y="104866"/>
                  <a:pt x="66211" y="104791"/>
                  <a:pt x="66385" y="104692"/>
                </a:cubicBezTo>
                <a:lnTo>
                  <a:pt x="67580" y="104144"/>
                </a:lnTo>
                <a:cubicBezTo>
                  <a:pt x="67679" y="104119"/>
                  <a:pt x="67779" y="104045"/>
                  <a:pt x="67903" y="104020"/>
                </a:cubicBezTo>
                <a:lnTo>
                  <a:pt x="68077" y="103920"/>
                </a:lnTo>
                <a:cubicBezTo>
                  <a:pt x="68650" y="103671"/>
                  <a:pt x="69173" y="103397"/>
                  <a:pt x="69745" y="103124"/>
                </a:cubicBezTo>
                <a:cubicBezTo>
                  <a:pt x="70168" y="102900"/>
                  <a:pt x="70566" y="102676"/>
                  <a:pt x="71015" y="102427"/>
                </a:cubicBezTo>
                <a:cubicBezTo>
                  <a:pt x="71438" y="102178"/>
                  <a:pt x="71886" y="101954"/>
                  <a:pt x="72284" y="101705"/>
                </a:cubicBezTo>
                <a:cubicBezTo>
                  <a:pt x="72483" y="101630"/>
                  <a:pt x="72657" y="101506"/>
                  <a:pt x="72856" y="101406"/>
                </a:cubicBezTo>
                <a:cubicBezTo>
                  <a:pt x="73105" y="101257"/>
                  <a:pt x="73379" y="101083"/>
                  <a:pt x="73628" y="100933"/>
                </a:cubicBezTo>
                <a:cubicBezTo>
                  <a:pt x="73678" y="100908"/>
                  <a:pt x="73753" y="100883"/>
                  <a:pt x="73802" y="100809"/>
                </a:cubicBezTo>
                <a:cubicBezTo>
                  <a:pt x="73902" y="100759"/>
                  <a:pt x="74001" y="100684"/>
                  <a:pt x="74101" y="100659"/>
                </a:cubicBezTo>
                <a:close/>
                <a:moveTo>
                  <a:pt x="18171" y="110491"/>
                </a:moveTo>
                <a:cubicBezTo>
                  <a:pt x="18245" y="110516"/>
                  <a:pt x="18270" y="110516"/>
                  <a:pt x="18345" y="110516"/>
                </a:cubicBezTo>
                <a:cubicBezTo>
                  <a:pt x="18619" y="110616"/>
                  <a:pt x="18917" y="110715"/>
                  <a:pt x="19216" y="110790"/>
                </a:cubicBezTo>
                <a:lnTo>
                  <a:pt x="19291" y="110890"/>
                </a:lnTo>
                <a:cubicBezTo>
                  <a:pt x="18967" y="110790"/>
                  <a:pt x="18619" y="110666"/>
                  <a:pt x="18270" y="110591"/>
                </a:cubicBezTo>
                <a:lnTo>
                  <a:pt x="18171" y="110491"/>
                </a:lnTo>
                <a:close/>
                <a:moveTo>
                  <a:pt x="59484" y="107172"/>
                </a:moveTo>
                <a:cubicBezTo>
                  <a:pt x="58962" y="108609"/>
                  <a:pt x="58292" y="109848"/>
                  <a:pt x="57499" y="110890"/>
                </a:cubicBezTo>
                <a:cubicBezTo>
                  <a:pt x="57474" y="110914"/>
                  <a:pt x="57449" y="110914"/>
                  <a:pt x="57374" y="110964"/>
                </a:cubicBezTo>
                <a:cubicBezTo>
                  <a:pt x="58196" y="109869"/>
                  <a:pt x="58868" y="108625"/>
                  <a:pt x="59440" y="107181"/>
                </a:cubicBezTo>
                <a:cubicBezTo>
                  <a:pt x="59458" y="107181"/>
                  <a:pt x="59475" y="107181"/>
                  <a:pt x="59484" y="107172"/>
                </a:cubicBezTo>
                <a:close/>
                <a:moveTo>
                  <a:pt x="19614" y="110914"/>
                </a:moveTo>
                <a:cubicBezTo>
                  <a:pt x="19639" y="110914"/>
                  <a:pt x="19664" y="110914"/>
                  <a:pt x="19714" y="110964"/>
                </a:cubicBezTo>
                <a:lnTo>
                  <a:pt x="19764" y="110964"/>
                </a:lnTo>
                <a:cubicBezTo>
                  <a:pt x="19764" y="110989"/>
                  <a:pt x="19789" y="111014"/>
                  <a:pt x="19838" y="111039"/>
                </a:cubicBezTo>
                <a:cubicBezTo>
                  <a:pt x="19789" y="111039"/>
                  <a:pt x="19739" y="111014"/>
                  <a:pt x="19714" y="111014"/>
                </a:cubicBezTo>
                <a:lnTo>
                  <a:pt x="19614" y="110914"/>
                </a:lnTo>
                <a:close/>
                <a:moveTo>
                  <a:pt x="74848" y="101157"/>
                </a:moveTo>
                <a:cubicBezTo>
                  <a:pt x="74873" y="101157"/>
                  <a:pt x="74873" y="101182"/>
                  <a:pt x="74898" y="101182"/>
                </a:cubicBezTo>
                <a:cubicBezTo>
                  <a:pt x="69148" y="105264"/>
                  <a:pt x="63273" y="108649"/>
                  <a:pt x="57524" y="111163"/>
                </a:cubicBezTo>
                <a:cubicBezTo>
                  <a:pt x="57573" y="111114"/>
                  <a:pt x="57598" y="111089"/>
                  <a:pt x="57623" y="111014"/>
                </a:cubicBezTo>
                <a:cubicBezTo>
                  <a:pt x="63273" y="108525"/>
                  <a:pt x="69073" y="105239"/>
                  <a:pt x="74848" y="101157"/>
                </a:cubicBezTo>
                <a:close/>
                <a:moveTo>
                  <a:pt x="57300" y="111163"/>
                </a:moveTo>
                <a:lnTo>
                  <a:pt x="57300" y="111163"/>
                </a:lnTo>
                <a:cubicBezTo>
                  <a:pt x="57250" y="111238"/>
                  <a:pt x="57200" y="111263"/>
                  <a:pt x="57175" y="111338"/>
                </a:cubicBezTo>
                <a:cubicBezTo>
                  <a:pt x="57125" y="111363"/>
                  <a:pt x="57075" y="111363"/>
                  <a:pt x="57051" y="111387"/>
                </a:cubicBezTo>
                <a:cubicBezTo>
                  <a:pt x="57075" y="111338"/>
                  <a:pt x="57125" y="111288"/>
                  <a:pt x="57175" y="111238"/>
                </a:cubicBezTo>
                <a:cubicBezTo>
                  <a:pt x="57200" y="111213"/>
                  <a:pt x="57250" y="111213"/>
                  <a:pt x="57300" y="111163"/>
                </a:cubicBezTo>
                <a:close/>
                <a:moveTo>
                  <a:pt x="34599" y="101257"/>
                </a:moveTo>
                <a:cubicBezTo>
                  <a:pt x="35968" y="104542"/>
                  <a:pt x="37810" y="107529"/>
                  <a:pt x="40075" y="109969"/>
                </a:cubicBezTo>
                <a:cubicBezTo>
                  <a:pt x="38905" y="110267"/>
                  <a:pt x="37760" y="110541"/>
                  <a:pt x="36590" y="110790"/>
                </a:cubicBezTo>
                <a:cubicBezTo>
                  <a:pt x="36466" y="110840"/>
                  <a:pt x="36391" y="110840"/>
                  <a:pt x="36267" y="110865"/>
                </a:cubicBezTo>
                <a:cubicBezTo>
                  <a:pt x="35594" y="110989"/>
                  <a:pt x="34947" y="111114"/>
                  <a:pt x="34325" y="111213"/>
                </a:cubicBezTo>
                <a:lnTo>
                  <a:pt x="33578" y="111288"/>
                </a:lnTo>
                <a:cubicBezTo>
                  <a:pt x="33080" y="111363"/>
                  <a:pt x="32558" y="111462"/>
                  <a:pt x="32060" y="111487"/>
                </a:cubicBezTo>
                <a:cubicBezTo>
                  <a:pt x="31960" y="111487"/>
                  <a:pt x="31911" y="111487"/>
                  <a:pt x="31811" y="111512"/>
                </a:cubicBezTo>
                <a:cubicBezTo>
                  <a:pt x="28874" y="109471"/>
                  <a:pt x="26833" y="106534"/>
                  <a:pt x="25738" y="102875"/>
                </a:cubicBezTo>
                <a:cubicBezTo>
                  <a:pt x="28575" y="102626"/>
                  <a:pt x="31537" y="102078"/>
                  <a:pt x="34599" y="101257"/>
                </a:cubicBezTo>
                <a:close/>
                <a:moveTo>
                  <a:pt x="25538" y="102875"/>
                </a:moveTo>
                <a:cubicBezTo>
                  <a:pt x="26634" y="106534"/>
                  <a:pt x="28650" y="109471"/>
                  <a:pt x="31512" y="111537"/>
                </a:cubicBezTo>
                <a:lnTo>
                  <a:pt x="31438" y="111537"/>
                </a:lnTo>
                <a:cubicBezTo>
                  <a:pt x="28600" y="109471"/>
                  <a:pt x="26584" y="106534"/>
                  <a:pt x="25489" y="102875"/>
                </a:cubicBezTo>
                <a:close/>
                <a:moveTo>
                  <a:pt x="40199" y="110118"/>
                </a:moveTo>
                <a:cubicBezTo>
                  <a:pt x="40249" y="110118"/>
                  <a:pt x="40274" y="110118"/>
                  <a:pt x="40274" y="110143"/>
                </a:cubicBezTo>
                <a:cubicBezTo>
                  <a:pt x="37461" y="110890"/>
                  <a:pt x="34773" y="111462"/>
                  <a:pt x="32159" y="111736"/>
                </a:cubicBezTo>
                <a:lnTo>
                  <a:pt x="32110" y="111736"/>
                </a:lnTo>
                <a:cubicBezTo>
                  <a:pt x="32085" y="111711"/>
                  <a:pt x="32060" y="111711"/>
                  <a:pt x="32060" y="111661"/>
                </a:cubicBezTo>
                <a:lnTo>
                  <a:pt x="32110" y="111661"/>
                </a:lnTo>
                <a:cubicBezTo>
                  <a:pt x="32682" y="111611"/>
                  <a:pt x="33280" y="111512"/>
                  <a:pt x="33827" y="111462"/>
                </a:cubicBezTo>
                <a:lnTo>
                  <a:pt x="34400" y="111363"/>
                </a:lnTo>
                <a:cubicBezTo>
                  <a:pt x="35146" y="111238"/>
                  <a:pt x="35918" y="111114"/>
                  <a:pt x="36665" y="110964"/>
                </a:cubicBezTo>
                <a:lnTo>
                  <a:pt x="36690" y="110964"/>
                </a:lnTo>
                <a:cubicBezTo>
                  <a:pt x="37835" y="110715"/>
                  <a:pt x="39029" y="110417"/>
                  <a:pt x="40199" y="110118"/>
                </a:cubicBezTo>
                <a:close/>
                <a:moveTo>
                  <a:pt x="31736" y="111711"/>
                </a:moveTo>
                <a:cubicBezTo>
                  <a:pt x="31786" y="111736"/>
                  <a:pt x="31811" y="111736"/>
                  <a:pt x="31836" y="111761"/>
                </a:cubicBezTo>
                <a:lnTo>
                  <a:pt x="31736" y="111761"/>
                </a:lnTo>
                <a:cubicBezTo>
                  <a:pt x="31711" y="111736"/>
                  <a:pt x="31687" y="111736"/>
                  <a:pt x="31637" y="111711"/>
                </a:cubicBezTo>
                <a:close/>
                <a:moveTo>
                  <a:pt x="14761" y="102153"/>
                </a:moveTo>
                <a:lnTo>
                  <a:pt x="14761" y="102153"/>
                </a:lnTo>
                <a:cubicBezTo>
                  <a:pt x="14985" y="102203"/>
                  <a:pt x="15234" y="102277"/>
                  <a:pt x="15433" y="102302"/>
                </a:cubicBezTo>
                <a:cubicBezTo>
                  <a:pt x="15532" y="102327"/>
                  <a:pt x="15607" y="102327"/>
                  <a:pt x="15682" y="102352"/>
                </a:cubicBezTo>
                <a:cubicBezTo>
                  <a:pt x="15930" y="102427"/>
                  <a:pt x="16229" y="102452"/>
                  <a:pt x="16478" y="102526"/>
                </a:cubicBezTo>
                <a:cubicBezTo>
                  <a:pt x="16553" y="102551"/>
                  <a:pt x="16677" y="102551"/>
                  <a:pt x="16777" y="102576"/>
                </a:cubicBezTo>
                <a:cubicBezTo>
                  <a:pt x="17026" y="102626"/>
                  <a:pt x="17250" y="102676"/>
                  <a:pt x="17499" y="102700"/>
                </a:cubicBezTo>
                <a:cubicBezTo>
                  <a:pt x="17648" y="102725"/>
                  <a:pt x="17772" y="102725"/>
                  <a:pt x="17922" y="102775"/>
                </a:cubicBezTo>
                <a:cubicBezTo>
                  <a:pt x="18146" y="102800"/>
                  <a:pt x="18370" y="102825"/>
                  <a:pt x="18544" y="102825"/>
                </a:cubicBezTo>
                <a:cubicBezTo>
                  <a:pt x="18644" y="102825"/>
                  <a:pt x="18743" y="102825"/>
                  <a:pt x="18843" y="102850"/>
                </a:cubicBezTo>
                <a:cubicBezTo>
                  <a:pt x="19988" y="102974"/>
                  <a:pt x="21158" y="103049"/>
                  <a:pt x="22377" y="103049"/>
                </a:cubicBezTo>
                <a:cubicBezTo>
                  <a:pt x="23323" y="103049"/>
                  <a:pt x="24269" y="103024"/>
                  <a:pt x="25265" y="102924"/>
                </a:cubicBezTo>
                <a:cubicBezTo>
                  <a:pt x="26335" y="106559"/>
                  <a:pt x="28326" y="109521"/>
                  <a:pt x="31114" y="111611"/>
                </a:cubicBezTo>
                <a:cubicBezTo>
                  <a:pt x="31039" y="111611"/>
                  <a:pt x="30940" y="111636"/>
                  <a:pt x="30840" y="111636"/>
                </a:cubicBezTo>
                <a:lnTo>
                  <a:pt x="29820" y="111736"/>
                </a:lnTo>
                <a:cubicBezTo>
                  <a:pt x="29073" y="111761"/>
                  <a:pt x="28326" y="111786"/>
                  <a:pt x="27604" y="111786"/>
                </a:cubicBezTo>
                <a:cubicBezTo>
                  <a:pt x="26883" y="111786"/>
                  <a:pt x="26211" y="111761"/>
                  <a:pt x="25514" y="111736"/>
                </a:cubicBezTo>
                <a:cubicBezTo>
                  <a:pt x="25240" y="111686"/>
                  <a:pt x="24966" y="111661"/>
                  <a:pt x="24692" y="111661"/>
                </a:cubicBezTo>
                <a:cubicBezTo>
                  <a:pt x="24269" y="111636"/>
                  <a:pt x="23896" y="111611"/>
                  <a:pt x="23522" y="111587"/>
                </a:cubicBezTo>
                <a:cubicBezTo>
                  <a:pt x="23199" y="111537"/>
                  <a:pt x="22850" y="111487"/>
                  <a:pt x="22502" y="111412"/>
                </a:cubicBezTo>
                <a:cubicBezTo>
                  <a:pt x="22228" y="111387"/>
                  <a:pt x="21904" y="111338"/>
                  <a:pt x="21631" y="111288"/>
                </a:cubicBezTo>
                <a:cubicBezTo>
                  <a:pt x="21257" y="111238"/>
                  <a:pt x="20884" y="111139"/>
                  <a:pt x="20535" y="111039"/>
                </a:cubicBezTo>
                <a:cubicBezTo>
                  <a:pt x="20262" y="110890"/>
                  <a:pt x="20038" y="110865"/>
                  <a:pt x="19838" y="110790"/>
                </a:cubicBezTo>
                <a:cubicBezTo>
                  <a:pt x="17424" y="108550"/>
                  <a:pt x="15731" y="105638"/>
                  <a:pt x="14761" y="102153"/>
                </a:cubicBezTo>
                <a:close/>
                <a:moveTo>
                  <a:pt x="20162" y="111039"/>
                </a:moveTo>
                <a:lnTo>
                  <a:pt x="20162" y="111039"/>
                </a:lnTo>
                <a:cubicBezTo>
                  <a:pt x="20610" y="111163"/>
                  <a:pt x="21083" y="111263"/>
                  <a:pt x="21531" y="111363"/>
                </a:cubicBezTo>
                <a:lnTo>
                  <a:pt x="22203" y="111462"/>
                </a:lnTo>
                <a:cubicBezTo>
                  <a:pt x="22626" y="111512"/>
                  <a:pt x="23024" y="111611"/>
                  <a:pt x="23472" y="111636"/>
                </a:cubicBezTo>
                <a:cubicBezTo>
                  <a:pt x="23771" y="111661"/>
                  <a:pt x="24120" y="111711"/>
                  <a:pt x="24468" y="111736"/>
                </a:cubicBezTo>
                <a:lnTo>
                  <a:pt x="25489" y="111835"/>
                </a:lnTo>
                <a:cubicBezTo>
                  <a:pt x="26161" y="111860"/>
                  <a:pt x="26883" y="111885"/>
                  <a:pt x="27604" y="111885"/>
                </a:cubicBezTo>
                <a:cubicBezTo>
                  <a:pt x="28351" y="111885"/>
                  <a:pt x="29098" y="111860"/>
                  <a:pt x="29845" y="111835"/>
                </a:cubicBezTo>
                <a:cubicBezTo>
                  <a:pt x="30218" y="111786"/>
                  <a:pt x="30616" y="111761"/>
                  <a:pt x="30990" y="111736"/>
                </a:cubicBezTo>
                <a:cubicBezTo>
                  <a:pt x="31114" y="111736"/>
                  <a:pt x="31239" y="111711"/>
                  <a:pt x="31413" y="111711"/>
                </a:cubicBezTo>
                <a:cubicBezTo>
                  <a:pt x="31438" y="111736"/>
                  <a:pt x="31463" y="111736"/>
                  <a:pt x="31487" y="111761"/>
                </a:cubicBezTo>
                <a:lnTo>
                  <a:pt x="31338" y="111761"/>
                </a:lnTo>
                <a:cubicBezTo>
                  <a:pt x="30840" y="111786"/>
                  <a:pt x="30367" y="111860"/>
                  <a:pt x="29919" y="111885"/>
                </a:cubicBezTo>
                <a:cubicBezTo>
                  <a:pt x="29123" y="111910"/>
                  <a:pt x="28376" y="111960"/>
                  <a:pt x="27629" y="111960"/>
                </a:cubicBezTo>
                <a:cubicBezTo>
                  <a:pt x="26883" y="111960"/>
                  <a:pt x="26186" y="111910"/>
                  <a:pt x="25489" y="111885"/>
                </a:cubicBezTo>
                <a:lnTo>
                  <a:pt x="24468" y="111786"/>
                </a:lnTo>
                <a:lnTo>
                  <a:pt x="23423" y="111686"/>
                </a:lnTo>
                <a:cubicBezTo>
                  <a:pt x="23000" y="111636"/>
                  <a:pt x="22601" y="111587"/>
                  <a:pt x="22153" y="111512"/>
                </a:cubicBezTo>
                <a:cubicBezTo>
                  <a:pt x="21929" y="111487"/>
                  <a:pt x="21680" y="111437"/>
                  <a:pt x="21481" y="111387"/>
                </a:cubicBezTo>
                <a:cubicBezTo>
                  <a:pt x="21033" y="111288"/>
                  <a:pt x="20635" y="111188"/>
                  <a:pt x="20237" y="111114"/>
                </a:cubicBezTo>
                <a:lnTo>
                  <a:pt x="20162" y="111039"/>
                </a:lnTo>
                <a:close/>
                <a:moveTo>
                  <a:pt x="14942" y="109369"/>
                </a:moveTo>
                <a:cubicBezTo>
                  <a:pt x="14951" y="109371"/>
                  <a:pt x="14963" y="109371"/>
                  <a:pt x="14985" y="109371"/>
                </a:cubicBezTo>
                <a:cubicBezTo>
                  <a:pt x="15308" y="109545"/>
                  <a:pt x="15682" y="109745"/>
                  <a:pt x="16055" y="109919"/>
                </a:cubicBezTo>
                <a:cubicBezTo>
                  <a:pt x="16229" y="109994"/>
                  <a:pt x="16403" y="110043"/>
                  <a:pt x="16603" y="110143"/>
                </a:cubicBezTo>
                <a:cubicBezTo>
                  <a:pt x="16926" y="110292"/>
                  <a:pt x="17299" y="110466"/>
                  <a:pt x="17648" y="110591"/>
                </a:cubicBezTo>
                <a:cubicBezTo>
                  <a:pt x="18220" y="111139"/>
                  <a:pt x="18793" y="111661"/>
                  <a:pt x="19415" y="112134"/>
                </a:cubicBezTo>
                <a:cubicBezTo>
                  <a:pt x="18619" y="111736"/>
                  <a:pt x="17748" y="111238"/>
                  <a:pt x="16876" y="110666"/>
                </a:cubicBezTo>
                <a:cubicBezTo>
                  <a:pt x="16143" y="110226"/>
                  <a:pt x="15530" y="109786"/>
                  <a:pt x="14942" y="109369"/>
                </a:cubicBezTo>
                <a:close/>
                <a:moveTo>
                  <a:pt x="18046" y="110715"/>
                </a:moveTo>
                <a:cubicBezTo>
                  <a:pt x="18096" y="110715"/>
                  <a:pt x="18146" y="110740"/>
                  <a:pt x="18171" y="110740"/>
                </a:cubicBezTo>
                <a:cubicBezTo>
                  <a:pt x="19017" y="111537"/>
                  <a:pt x="19913" y="112234"/>
                  <a:pt x="20859" y="112831"/>
                </a:cubicBezTo>
                <a:lnTo>
                  <a:pt x="20486" y="112632"/>
                </a:lnTo>
                <a:cubicBezTo>
                  <a:pt x="19614" y="112109"/>
                  <a:pt x="18793" y="111462"/>
                  <a:pt x="18046" y="110715"/>
                </a:cubicBezTo>
                <a:close/>
                <a:moveTo>
                  <a:pt x="75097" y="101307"/>
                </a:moveTo>
                <a:cubicBezTo>
                  <a:pt x="75993" y="101804"/>
                  <a:pt x="76764" y="102078"/>
                  <a:pt x="77412" y="102128"/>
                </a:cubicBezTo>
                <a:cubicBezTo>
                  <a:pt x="70143" y="107156"/>
                  <a:pt x="62751" y="110840"/>
                  <a:pt x="55931" y="112881"/>
                </a:cubicBezTo>
                <a:cubicBezTo>
                  <a:pt x="56428" y="112483"/>
                  <a:pt x="56851" y="112010"/>
                  <a:pt x="57300" y="111487"/>
                </a:cubicBezTo>
                <a:cubicBezTo>
                  <a:pt x="63174" y="108923"/>
                  <a:pt x="69173" y="105513"/>
                  <a:pt x="75097" y="101307"/>
                </a:cubicBezTo>
                <a:close/>
                <a:moveTo>
                  <a:pt x="13192" y="108301"/>
                </a:moveTo>
                <a:lnTo>
                  <a:pt x="13192" y="108301"/>
                </a:lnTo>
                <a:cubicBezTo>
                  <a:pt x="13267" y="108376"/>
                  <a:pt x="13367" y="108401"/>
                  <a:pt x="13416" y="108425"/>
                </a:cubicBezTo>
                <a:cubicBezTo>
                  <a:pt x="13441" y="108475"/>
                  <a:pt x="13491" y="108475"/>
                  <a:pt x="13516" y="108500"/>
                </a:cubicBezTo>
                <a:cubicBezTo>
                  <a:pt x="13541" y="108525"/>
                  <a:pt x="13616" y="108550"/>
                  <a:pt x="13640" y="108550"/>
                </a:cubicBezTo>
                <a:cubicBezTo>
                  <a:pt x="14512" y="109247"/>
                  <a:pt x="15507" y="109994"/>
                  <a:pt x="16802" y="110790"/>
                </a:cubicBezTo>
                <a:cubicBezTo>
                  <a:pt x="18096" y="111611"/>
                  <a:pt x="19341" y="112259"/>
                  <a:pt x="20411" y="112781"/>
                </a:cubicBezTo>
                <a:cubicBezTo>
                  <a:pt x="20510" y="112856"/>
                  <a:pt x="20585" y="112881"/>
                  <a:pt x="20660" y="112931"/>
                </a:cubicBezTo>
                <a:cubicBezTo>
                  <a:pt x="20710" y="112980"/>
                  <a:pt x="20759" y="113005"/>
                  <a:pt x="20784" y="113005"/>
                </a:cubicBezTo>
                <a:cubicBezTo>
                  <a:pt x="20797" y="113012"/>
                  <a:pt x="20811" y="113019"/>
                  <a:pt x="20823" y="113025"/>
                </a:cubicBezTo>
                <a:lnTo>
                  <a:pt x="20823" y="113025"/>
                </a:lnTo>
                <a:cubicBezTo>
                  <a:pt x="19925" y="112699"/>
                  <a:pt x="18934" y="112190"/>
                  <a:pt x="17897" y="111587"/>
                </a:cubicBezTo>
                <a:cubicBezTo>
                  <a:pt x="17872" y="111537"/>
                  <a:pt x="17847" y="111537"/>
                  <a:pt x="17797" y="111512"/>
                </a:cubicBezTo>
                <a:cubicBezTo>
                  <a:pt x="17499" y="111338"/>
                  <a:pt x="17150" y="111139"/>
                  <a:pt x="16851" y="110914"/>
                </a:cubicBezTo>
                <a:cubicBezTo>
                  <a:pt x="16777" y="110890"/>
                  <a:pt x="16677" y="110840"/>
                  <a:pt x="16627" y="110765"/>
                </a:cubicBezTo>
                <a:cubicBezTo>
                  <a:pt x="16379" y="110616"/>
                  <a:pt x="16130" y="110466"/>
                  <a:pt x="15906" y="110292"/>
                </a:cubicBezTo>
                <a:lnTo>
                  <a:pt x="14686" y="109471"/>
                </a:lnTo>
                <a:cubicBezTo>
                  <a:pt x="14263" y="109147"/>
                  <a:pt x="13815" y="108799"/>
                  <a:pt x="13392" y="108475"/>
                </a:cubicBezTo>
                <a:cubicBezTo>
                  <a:pt x="13317" y="108401"/>
                  <a:pt x="13267" y="108376"/>
                  <a:pt x="13192" y="108301"/>
                </a:cubicBezTo>
                <a:close/>
                <a:moveTo>
                  <a:pt x="56926" y="111636"/>
                </a:moveTo>
                <a:lnTo>
                  <a:pt x="56926" y="111636"/>
                </a:lnTo>
                <a:cubicBezTo>
                  <a:pt x="56453" y="112159"/>
                  <a:pt x="55955" y="112607"/>
                  <a:pt x="55458" y="113005"/>
                </a:cubicBezTo>
                <a:cubicBezTo>
                  <a:pt x="55383" y="113030"/>
                  <a:pt x="55333" y="113030"/>
                  <a:pt x="55258" y="113080"/>
                </a:cubicBezTo>
                <a:cubicBezTo>
                  <a:pt x="55806" y="112657"/>
                  <a:pt x="56304" y="112234"/>
                  <a:pt x="56752" y="111711"/>
                </a:cubicBezTo>
                <a:cubicBezTo>
                  <a:pt x="56827" y="111661"/>
                  <a:pt x="56851" y="111661"/>
                  <a:pt x="56926" y="111636"/>
                </a:cubicBezTo>
                <a:close/>
                <a:moveTo>
                  <a:pt x="61730" y="110989"/>
                </a:moveTo>
                <a:cubicBezTo>
                  <a:pt x="60734" y="111412"/>
                  <a:pt x="59639" y="111835"/>
                  <a:pt x="58121" y="112408"/>
                </a:cubicBezTo>
                <a:cubicBezTo>
                  <a:pt x="57225" y="112732"/>
                  <a:pt x="56329" y="113005"/>
                  <a:pt x="55408" y="113254"/>
                </a:cubicBezTo>
                <a:cubicBezTo>
                  <a:pt x="55458" y="113229"/>
                  <a:pt x="55507" y="113204"/>
                  <a:pt x="55557" y="113155"/>
                </a:cubicBezTo>
                <a:cubicBezTo>
                  <a:pt x="57573" y="112582"/>
                  <a:pt x="59614" y="111860"/>
                  <a:pt x="61730" y="110989"/>
                </a:cubicBezTo>
                <a:close/>
                <a:moveTo>
                  <a:pt x="40423" y="110292"/>
                </a:moveTo>
                <a:cubicBezTo>
                  <a:pt x="40498" y="110367"/>
                  <a:pt x="40523" y="110392"/>
                  <a:pt x="40573" y="110417"/>
                </a:cubicBezTo>
                <a:cubicBezTo>
                  <a:pt x="39029" y="111711"/>
                  <a:pt x="37337" y="112732"/>
                  <a:pt x="35594" y="113478"/>
                </a:cubicBezTo>
                <a:cubicBezTo>
                  <a:pt x="34449" y="113030"/>
                  <a:pt x="33354" y="112508"/>
                  <a:pt x="32359" y="111885"/>
                </a:cubicBezTo>
                <a:cubicBezTo>
                  <a:pt x="34947" y="111611"/>
                  <a:pt x="37660" y="111039"/>
                  <a:pt x="40423" y="110292"/>
                </a:cubicBezTo>
                <a:close/>
                <a:moveTo>
                  <a:pt x="54985" y="113354"/>
                </a:moveTo>
                <a:cubicBezTo>
                  <a:pt x="54960" y="113379"/>
                  <a:pt x="54935" y="113404"/>
                  <a:pt x="54885" y="113404"/>
                </a:cubicBezTo>
                <a:cubicBezTo>
                  <a:pt x="54835" y="113453"/>
                  <a:pt x="54736" y="113453"/>
                  <a:pt x="54686" y="113478"/>
                </a:cubicBezTo>
                <a:cubicBezTo>
                  <a:pt x="54736" y="113453"/>
                  <a:pt x="54761" y="113404"/>
                  <a:pt x="54835" y="113379"/>
                </a:cubicBezTo>
                <a:cubicBezTo>
                  <a:pt x="54885" y="113379"/>
                  <a:pt x="54935" y="113354"/>
                  <a:pt x="54985" y="113354"/>
                </a:cubicBezTo>
                <a:close/>
                <a:moveTo>
                  <a:pt x="40697" y="110591"/>
                </a:moveTo>
                <a:cubicBezTo>
                  <a:pt x="40747" y="110591"/>
                  <a:pt x="40747" y="110616"/>
                  <a:pt x="40772" y="110616"/>
                </a:cubicBezTo>
                <a:cubicBezTo>
                  <a:pt x="39278" y="111860"/>
                  <a:pt x="37660" y="112856"/>
                  <a:pt x="35968" y="113603"/>
                </a:cubicBezTo>
                <a:cubicBezTo>
                  <a:pt x="35943" y="113603"/>
                  <a:pt x="35918" y="113578"/>
                  <a:pt x="35868" y="113578"/>
                </a:cubicBezTo>
                <a:cubicBezTo>
                  <a:pt x="37561" y="112831"/>
                  <a:pt x="39204" y="111835"/>
                  <a:pt x="40697" y="110591"/>
                </a:cubicBezTo>
                <a:close/>
                <a:moveTo>
                  <a:pt x="32085" y="111910"/>
                </a:moveTo>
                <a:cubicBezTo>
                  <a:pt x="33080" y="112582"/>
                  <a:pt x="34201" y="113130"/>
                  <a:pt x="35395" y="113603"/>
                </a:cubicBezTo>
                <a:cubicBezTo>
                  <a:pt x="35346" y="113603"/>
                  <a:pt x="35321" y="113628"/>
                  <a:pt x="35296" y="113628"/>
                </a:cubicBezTo>
                <a:cubicBezTo>
                  <a:pt x="34101" y="113155"/>
                  <a:pt x="32981" y="112607"/>
                  <a:pt x="31985" y="111960"/>
                </a:cubicBezTo>
                <a:cubicBezTo>
                  <a:pt x="32035" y="111910"/>
                  <a:pt x="32060" y="111910"/>
                  <a:pt x="32085" y="111910"/>
                </a:cubicBezTo>
                <a:close/>
                <a:moveTo>
                  <a:pt x="35644" y="113702"/>
                </a:moveTo>
                <a:cubicBezTo>
                  <a:pt x="35669" y="113702"/>
                  <a:pt x="35694" y="113727"/>
                  <a:pt x="35694" y="113727"/>
                </a:cubicBezTo>
                <a:cubicBezTo>
                  <a:pt x="35669" y="113727"/>
                  <a:pt x="35644" y="113752"/>
                  <a:pt x="35594" y="113752"/>
                </a:cubicBezTo>
                <a:cubicBezTo>
                  <a:pt x="35570" y="113752"/>
                  <a:pt x="35545" y="113727"/>
                  <a:pt x="35520" y="113727"/>
                </a:cubicBezTo>
                <a:cubicBezTo>
                  <a:pt x="35545" y="113727"/>
                  <a:pt x="35570" y="113702"/>
                  <a:pt x="35594" y="113702"/>
                </a:cubicBezTo>
                <a:close/>
                <a:moveTo>
                  <a:pt x="18594" y="110865"/>
                </a:moveTo>
                <a:cubicBezTo>
                  <a:pt x="18893" y="110964"/>
                  <a:pt x="19216" y="111089"/>
                  <a:pt x="19515" y="111139"/>
                </a:cubicBezTo>
                <a:cubicBezTo>
                  <a:pt x="19540" y="111139"/>
                  <a:pt x="19589" y="111139"/>
                  <a:pt x="19614" y="111163"/>
                </a:cubicBezTo>
                <a:cubicBezTo>
                  <a:pt x="20734" y="112234"/>
                  <a:pt x="22004" y="113130"/>
                  <a:pt x="23398" y="113877"/>
                </a:cubicBezTo>
                <a:cubicBezTo>
                  <a:pt x="21631" y="113204"/>
                  <a:pt x="20013" y="112209"/>
                  <a:pt x="18594" y="110865"/>
                </a:cubicBezTo>
                <a:close/>
                <a:moveTo>
                  <a:pt x="61701" y="111266"/>
                </a:moveTo>
                <a:lnTo>
                  <a:pt x="61701" y="111266"/>
                </a:lnTo>
                <a:cubicBezTo>
                  <a:pt x="61626" y="111299"/>
                  <a:pt x="61548" y="111344"/>
                  <a:pt x="61456" y="111363"/>
                </a:cubicBezTo>
                <a:cubicBezTo>
                  <a:pt x="61332" y="111412"/>
                  <a:pt x="61207" y="111487"/>
                  <a:pt x="61083" y="111512"/>
                </a:cubicBezTo>
                <a:cubicBezTo>
                  <a:pt x="59963" y="111985"/>
                  <a:pt x="58669" y="112458"/>
                  <a:pt x="56752" y="113155"/>
                </a:cubicBezTo>
                <a:cubicBezTo>
                  <a:pt x="56702" y="113204"/>
                  <a:pt x="56627" y="113204"/>
                  <a:pt x="56603" y="113229"/>
                </a:cubicBezTo>
                <a:cubicBezTo>
                  <a:pt x="55995" y="113448"/>
                  <a:pt x="55173" y="113715"/>
                  <a:pt x="54300" y="113982"/>
                </a:cubicBezTo>
                <a:lnTo>
                  <a:pt x="54300" y="113982"/>
                </a:lnTo>
                <a:cubicBezTo>
                  <a:pt x="54308" y="113979"/>
                  <a:pt x="54313" y="113976"/>
                  <a:pt x="54313" y="113976"/>
                </a:cubicBezTo>
                <a:cubicBezTo>
                  <a:pt x="54337" y="113976"/>
                  <a:pt x="54362" y="113926"/>
                  <a:pt x="54387" y="113926"/>
                </a:cubicBezTo>
                <a:cubicBezTo>
                  <a:pt x="54437" y="113926"/>
                  <a:pt x="54437" y="113901"/>
                  <a:pt x="54462" y="113901"/>
                </a:cubicBezTo>
                <a:cubicBezTo>
                  <a:pt x="55582" y="113553"/>
                  <a:pt x="56329" y="113279"/>
                  <a:pt x="56752" y="113130"/>
                </a:cubicBezTo>
                <a:cubicBezTo>
                  <a:pt x="57300" y="112906"/>
                  <a:pt x="57797" y="112756"/>
                  <a:pt x="58220" y="112557"/>
                </a:cubicBezTo>
                <a:lnTo>
                  <a:pt x="59988" y="111910"/>
                </a:lnTo>
                <a:cubicBezTo>
                  <a:pt x="60187" y="111860"/>
                  <a:pt x="60336" y="111786"/>
                  <a:pt x="60535" y="111736"/>
                </a:cubicBezTo>
                <a:cubicBezTo>
                  <a:pt x="60909" y="111573"/>
                  <a:pt x="61304" y="111409"/>
                  <a:pt x="61701" y="111266"/>
                </a:cubicBezTo>
                <a:close/>
                <a:moveTo>
                  <a:pt x="59241" y="107156"/>
                </a:moveTo>
                <a:lnTo>
                  <a:pt x="59241" y="107156"/>
                </a:lnTo>
                <a:cubicBezTo>
                  <a:pt x="58619" y="108724"/>
                  <a:pt x="57922" y="110018"/>
                  <a:pt x="57051" y="111089"/>
                </a:cubicBezTo>
                <a:cubicBezTo>
                  <a:pt x="53889" y="112458"/>
                  <a:pt x="50828" y="113528"/>
                  <a:pt x="47791" y="114349"/>
                </a:cubicBezTo>
                <a:cubicBezTo>
                  <a:pt x="45601" y="113827"/>
                  <a:pt x="43311" y="112508"/>
                  <a:pt x="41195" y="110466"/>
                </a:cubicBezTo>
                <a:cubicBezTo>
                  <a:pt x="41419" y="110267"/>
                  <a:pt x="41643" y="110093"/>
                  <a:pt x="41867" y="109869"/>
                </a:cubicBezTo>
                <a:cubicBezTo>
                  <a:pt x="43609" y="109346"/>
                  <a:pt x="45352" y="108749"/>
                  <a:pt x="47119" y="108052"/>
                </a:cubicBezTo>
                <a:lnTo>
                  <a:pt x="47219" y="108052"/>
                </a:lnTo>
                <a:cubicBezTo>
                  <a:pt x="47268" y="108052"/>
                  <a:pt x="47343" y="108102"/>
                  <a:pt x="47368" y="108102"/>
                </a:cubicBezTo>
                <a:cubicBezTo>
                  <a:pt x="47791" y="108152"/>
                  <a:pt x="48239" y="108226"/>
                  <a:pt x="48662" y="108251"/>
                </a:cubicBezTo>
                <a:cubicBezTo>
                  <a:pt x="48762" y="108251"/>
                  <a:pt x="48861" y="108276"/>
                  <a:pt x="48961" y="108276"/>
                </a:cubicBezTo>
                <a:lnTo>
                  <a:pt x="49110" y="108276"/>
                </a:lnTo>
                <a:cubicBezTo>
                  <a:pt x="49658" y="108301"/>
                  <a:pt x="50230" y="108351"/>
                  <a:pt x="50828" y="108351"/>
                </a:cubicBezTo>
                <a:lnTo>
                  <a:pt x="51002" y="108351"/>
                </a:lnTo>
                <a:cubicBezTo>
                  <a:pt x="51400" y="108351"/>
                  <a:pt x="51823" y="108351"/>
                  <a:pt x="52222" y="108301"/>
                </a:cubicBezTo>
                <a:lnTo>
                  <a:pt x="52272" y="108301"/>
                </a:lnTo>
                <a:cubicBezTo>
                  <a:pt x="52496" y="108301"/>
                  <a:pt x="52720" y="108276"/>
                  <a:pt x="52944" y="108251"/>
                </a:cubicBezTo>
                <a:lnTo>
                  <a:pt x="53068" y="108251"/>
                </a:lnTo>
                <a:cubicBezTo>
                  <a:pt x="53242" y="108251"/>
                  <a:pt x="53416" y="108226"/>
                  <a:pt x="53616" y="108176"/>
                </a:cubicBezTo>
                <a:cubicBezTo>
                  <a:pt x="53765" y="108176"/>
                  <a:pt x="53889" y="108152"/>
                  <a:pt x="54064" y="108127"/>
                </a:cubicBezTo>
                <a:cubicBezTo>
                  <a:pt x="54238" y="108102"/>
                  <a:pt x="54462" y="108102"/>
                  <a:pt x="54686" y="108052"/>
                </a:cubicBezTo>
                <a:lnTo>
                  <a:pt x="54711" y="108052"/>
                </a:lnTo>
                <a:cubicBezTo>
                  <a:pt x="54761" y="108052"/>
                  <a:pt x="54835" y="108027"/>
                  <a:pt x="54885" y="108027"/>
                </a:cubicBezTo>
                <a:lnTo>
                  <a:pt x="54960" y="108027"/>
                </a:lnTo>
                <a:lnTo>
                  <a:pt x="55433" y="107928"/>
                </a:lnTo>
                <a:cubicBezTo>
                  <a:pt x="55731" y="107878"/>
                  <a:pt x="56055" y="107803"/>
                  <a:pt x="56354" y="107778"/>
                </a:cubicBezTo>
                <a:cubicBezTo>
                  <a:pt x="56603" y="107753"/>
                  <a:pt x="56851" y="107679"/>
                  <a:pt x="57100" y="107654"/>
                </a:cubicBezTo>
                <a:cubicBezTo>
                  <a:pt x="57822" y="107529"/>
                  <a:pt x="58544" y="107355"/>
                  <a:pt x="59241" y="107156"/>
                </a:cubicBezTo>
                <a:close/>
                <a:moveTo>
                  <a:pt x="56329" y="111910"/>
                </a:moveTo>
                <a:cubicBezTo>
                  <a:pt x="55831" y="112383"/>
                  <a:pt x="55308" y="112856"/>
                  <a:pt x="54736" y="113229"/>
                </a:cubicBezTo>
                <a:cubicBezTo>
                  <a:pt x="52968" y="113727"/>
                  <a:pt x="51201" y="114101"/>
                  <a:pt x="49509" y="114374"/>
                </a:cubicBezTo>
                <a:cubicBezTo>
                  <a:pt x="51749" y="113702"/>
                  <a:pt x="54014" y="112881"/>
                  <a:pt x="56329" y="111910"/>
                </a:cubicBezTo>
                <a:close/>
                <a:moveTo>
                  <a:pt x="19988" y="111288"/>
                </a:moveTo>
                <a:cubicBezTo>
                  <a:pt x="20013" y="111288"/>
                  <a:pt x="20087" y="111338"/>
                  <a:pt x="20112" y="111338"/>
                </a:cubicBezTo>
                <a:cubicBezTo>
                  <a:pt x="21531" y="112607"/>
                  <a:pt x="23199" y="113628"/>
                  <a:pt x="25066" y="114449"/>
                </a:cubicBezTo>
                <a:cubicBezTo>
                  <a:pt x="24941" y="114399"/>
                  <a:pt x="24817" y="114374"/>
                  <a:pt x="24717" y="114349"/>
                </a:cubicBezTo>
                <a:cubicBezTo>
                  <a:pt x="22950" y="113528"/>
                  <a:pt x="21357" y="112508"/>
                  <a:pt x="19988" y="111288"/>
                </a:cubicBezTo>
                <a:close/>
                <a:moveTo>
                  <a:pt x="41071" y="110616"/>
                </a:moveTo>
                <a:cubicBezTo>
                  <a:pt x="43136" y="112582"/>
                  <a:pt x="45277" y="113877"/>
                  <a:pt x="47468" y="114474"/>
                </a:cubicBezTo>
                <a:cubicBezTo>
                  <a:pt x="47418" y="114474"/>
                  <a:pt x="47393" y="114499"/>
                  <a:pt x="47343" y="114499"/>
                </a:cubicBezTo>
                <a:cubicBezTo>
                  <a:pt x="45178" y="113901"/>
                  <a:pt x="43062" y="112607"/>
                  <a:pt x="41046" y="110641"/>
                </a:cubicBezTo>
                <a:lnTo>
                  <a:pt x="41071" y="110616"/>
                </a:lnTo>
                <a:close/>
                <a:moveTo>
                  <a:pt x="56802" y="111412"/>
                </a:moveTo>
                <a:cubicBezTo>
                  <a:pt x="56752" y="111487"/>
                  <a:pt x="56702" y="111512"/>
                  <a:pt x="56677" y="111587"/>
                </a:cubicBezTo>
                <a:cubicBezTo>
                  <a:pt x="53840" y="112732"/>
                  <a:pt x="51102" y="113727"/>
                  <a:pt x="48388" y="114499"/>
                </a:cubicBezTo>
                <a:cubicBezTo>
                  <a:pt x="48339" y="114499"/>
                  <a:pt x="48264" y="114474"/>
                  <a:pt x="48214" y="114474"/>
                </a:cubicBezTo>
                <a:cubicBezTo>
                  <a:pt x="51002" y="113702"/>
                  <a:pt x="53865" y="112657"/>
                  <a:pt x="56802" y="111412"/>
                </a:cubicBezTo>
                <a:close/>
                <a:moveTo>
                  <a:pt x="22300" y="113641"/>
                </a:moveTo>
                <a:cubicBezTo>
                  <a:pt x="22877" y="113870"/>
                  <a:pt x="23339" y="114032"/>
                  <a:pt x="23622" y="114150"/>
                </a:cubicBezTo>
                <a:cubicBezTo>
                  <a:pt x="24020" y="114325"/>
                  <a:pt x="24393" y="114449"/>
                  <a:pt x="24817" y="114573"/>
                </a:cubicBezTo>
                <a:cubicBezTo>
                  <a:pt x="24717" y="114573"/>
                  <a:pt x="24593" y="114524"/>
                  <a:pt x="24418" y="114499"/>
                </a:cubicBezTo>
                <a:lnTo>
                  <a:pt x="24393" y="114499"/>
                </a:lnTo>
                <a:cubicBezTo>
                  <a:pt x="24269" y="114474"/>
                  <a:pt x="24194" y="114449"/>
                  <a:pt x="24070" y="114374"/>
                </a:cubicBezTo>
                <a:cubicBezTo>
                  <a:pt x="24020" y="114374"/>
                  <a:pt x="24020" y="114349"/>
                  <a:pt x="23995" y="114349"/>
                </a:cubicBezTo>
                <a:cubicBezTo>
                  <a:pt x="23522" y="114200"/>
                  <a:pt x="23099" y="114026"/>
                  <a:pt x="22651" y="113827"/>
                </a:cubicBezTo>
                <a:cubicBezTo>
                  <a:pt x="22534" y="113768"/>
                  <a:pt x="22417" y="113695"/>
                  <a:pt x="22300" y="113641"/>
                </a:cubicBezTo>
                <a:close/>
                <a:moveTo>
                  <a:pt x="47791" y="114573"/>
                </a:moveTo>
                <a:cubicBezTo>
                  <a:pt x="47841" y="114573"/>
                  <a:pt x="47866" y="114598"/>
                  <a:pt x="47916" y="114598"/>
                </a:cubicBezTo>
                <a:lnTo>
                  <a:pt x="47667" y="114598"/>
                </a:lnTo>
                <a:cubicBezTo>
                  <a:pt x="47716" y="114598"/>
                  <a:pt x="47766" y="114573"/>
                  <a:pt x="47791" y="114573"/>
                </a:cubicBezTo>
                <a:close/>
                <a:moveTo>
                  <a:pt x="54188" y="113553"/>
                </a:moveTo>
                <a:cubicBezTo>
                  <a:pt x="54089" y="113603"/>
                  <a:pt x="54014" y="113628"/>
                  <a:pt x="53939" y="113702"/>
                </a:cubicBezTo>
                <a:cubicBezTo>
                  <a:pt x="52396" y="114101"/>
                  <a:pt x="50902" y="114399"/>
                  <a:pt x="49484" y="114623"/>
                </a:cubicBezTo>
                <a:cubicBezTo>
                  <a:pt x="49384" y="114623"/>
                  <a:pt x="49285" y="114623"/>
                  <a:pt x="49235" y="114598"/>
                </a:cubicBezTo>
                <a:cubicBezTo>
                  <a:pt x="50853" y="114349"/>
                  <a:pt x="52496" y="114001"/>
                  <a:pt x="54188" y="113553"/>
                </a:cubicBezTo>
                <a:close/>
                <a:moveTo>
                  <a:pt x="53068" y="114101"/>
                </a:moveTo>
                <a:lnTo>
                  <a:pt x="53068" y="114101"/>
                </a:lnTo>
                <a:cubicBezTo>
                  <a:pt x="52645" y="114250"/>
                  <a:pt x="52247" y="114374"/>
                  <a:pt x="51848" y="114474"/>
                </a:cubicBezTo>
                <a:cubicBezTo>
                  <a:pt x="51400" y="114524"/>
                  <a:pt x="50977" y="114598"/>
                  <a:pt x="50529" y="114623"/>
                </a:cubicBezTo>
                <a:cubicBezTo>
                  <a:pt x="51375" y="114474"/>
                  <a:pt x="52222" y="114275"/>
                  <a:pt x="53068" y="114101"/>
                </a:cubicBezTo>
                <a:close/>
                <a:moveTo>
                  <a:pt x="48488" y="114698"/>
                </a:moveTo>
                <a:cubicBezTo>
                  <a:pt x="48538" y="114698"/>
                  <a:pt x="48613" y="114723"/>
                  <a:pt x="48662" y="114723"/>
                </a:cubicBezTo>
                <a:cubicBezTo>
                  <a:pt x="48637" y="114723"/>
                  <a:pt x="48538" y="114748"/>
                  <a:pt x="48488" y="114748"/>
                </a:cubicBezTo>
                <a:cubicBezTo>
                  <a:pt x="48413" y="114748"/>
                  <a:pt x="48388" y="114723"/>
                  <a:pt x="48339" y="114723"/>
                </a:cubicBezTo>
                <a:cubicBezTo>
                  <a:pt x="48388" y="114723"/>
                  <a:pt x="48463" y="114698"/>
                  <a:pt x="48488" y="114698"/>
                </a:cubicBezTo>
                <a:close/>
                <a:moveTo>
                  <a:pt x="53342" y="114225"/>
                </a:moveTo>
                <a:lnTo>
                  <a:pt x="53143" y="114325"/>
                </a:lnTo>
                <a:cubicBezTo>
                  <a:pt x="53118" y="114325"/>
                  <a:pt x="53093" y="114349"/>
                  <a:pt x="53068" y="114349"/>
                </a:cubicBezTo>
                <a:cubicBezTo>
                  <a:pt x="52869" y="114399"/>
                  <a:pt x="52720" y="114474"/>
                  <a:pt x="52520" y="114524"/>
                </a:cubicBezTo>
                <a:lnTo>
                  <a:pt x="52471" y="114524"/>
                </a:lnTo>
                <a:cubicBezTo>
                  <a:pt x="52272" y="114598"/>
                  <a:pt x="52072" y="114623"/>
                  <a:pt x="51873" y="114698"/>
                </a:cubicBezTo>
                <a:cubicBezTo>
                  <a:pt x="51823" y="114698"/>
                  <a:pt x="51774" y="114698"/>
                  <a:pt x="51724" y="114723"/>
                </a:cubicBezTo>
                <a:lnTo>
                  <a:pt x="51624" y="114723"/>
                </a:lnTo>
                <a:cubicBezTo>
                  <a:pt x="51500" y="114748"/>
                  <a:pt x="51400" y="114748"/>
                  <a:pt x="51276" y="114773"/>
                </a:cubicBezTo>
                <a:cubicBezTo>
                  <a:pt x="52023" y="114598"/>
                  <a:pt x="52720" y="114399"/>
                  <a:pt x="53342" y="114225"/>
                </a:cubicBezTo>
                <a:close/>
                <a:moveTo>
                  <a:pt x="40896" y="110740"/>
                </a:moveTo>
                <a:cubicBezTo>
                  <a:pt x="42863" y="112632"/>
                  <a:pt x="44904" y="113951"/>
                  <a:pt x="46995" y="114573"/>
                </a:cubicBezTo>
                <a:cubicBezTo>
                  <a:pt x="46795" y="114623"/>
                  <a:pt x="46621" y="114648"/>
                  <a:pt x="46422" y="114723"/>
                </a:cubicBezTo>
                <a:cubicBezTo>
                  <a:pt x="45529" y="114794"/>
                  <a:pt x="44652" y="114830"/>
                  <a:pt x="43794" y="114830"/>
                </a:cubicBezTo>
                <a:cubicBezTo>
                  <a:pt x="41045" y="114830"/>
                  <a:pt x="38494" y="114461"/>
                  <a:pt x="36217" y="113702"/>
                </a:cubicBezTo>
                <a:cubicBezTo>
                  <a:pt x="37884" y="112956"/>
                  <a:pt x="39428" y="111960"/>
                  <a:pt x="40896" y="110740"/>
                </a:cubicBezTo>
                <a:close/>
                <a:moveTo>
                  <a:pt x="49484" y="114797"/>
                </a:moveTo>
                <a:cubicBezTo>
                  <a:pt x="49633" y="114822"/>
                  <a:pt x="49789" y="114835"/>
                  <a:pt x="49944" y="114835"/>
                </a:cubicBezTo>
                <a:cubicBezTo>
                  <a:pt x="50100" y="114835"/>
                  <a:pt x="50255" y="114822"/>
                  <a:pt x="50405" y="114797"/>
                </a:cubicBezTo>
                <a:lnTo>
                  <a:pt x="50405" y="114797"/>
                </a:lnTo>
                <a:cubicBezTo>
                  <a:pt x="50330" y="114847"/>
                  <a:pt x="50230" y="114847"/>
                  <a:pt x="50131" y="114872"/>
                </a:cubicBezTo>
                <a:lnTo>
                  <a:pt x="50031" y="114872"/>
                </a:lnTo>
                <a:cubicBezTo>
                  <a:pt x="49758" y="114872"/>
                  <a:pt x="49484" y="114847"/>
                  <a:pt x="49235" y="114847"/>
                </a:cubicBezTo>
                <a:cubicBezTo>
                  <a:pt x="49334" y="114847"/>
                  <a:pt x="49384" y="114797"/>
                  <a:pt x="49484" y="114797"/>
                </a:cubicBezTo>
                <a:close/>
                <a:moveTo>
                  <a:pt x="20486" y="111387"/>
                </a:moveTo>
                <a:lnTo>
                  <a:pt x="20486" y="111387"/>
                </a:lnTo>
                <a:cubicBezTo>
                  <a:pt x="20784" y="111462"/>
                  <a:pt x="21083" y="111537"/>
                  <a:pt x="21382" y="111611"/>
                </a:cubicBezTo>
                <a:cubicBezTo>
                  <a:pt x="21631" y="111661"/>
                  <a:pt x="21904" y="111711"/>
                  <a:pt x="22153" y="111736"/>
                </a:cubicBezTo>
                <a:cubicBezTo>
                  <a:pt x="22576" y="111786"/>
                  <a:pt x="22975" y="111885"/>
                  <a:pt x="23373" y="111910"/>
                </a:cubicBezTo>
                <a:cubicBezTo>
                  <a:pt x="23771" y="111985"/>
                  <a:pt x="24219" y="112010"/>
                  <a:pt x="24642" y="112035"/>
                </a:cubicBezTo>
                <a:cubicBezTo>
                  <a:pt x="24941" y="112084"/>
                  <a:pt x="25190" y="112109"/>
                  <a:pt x="25464" y="112109"/>
                </a:cubicBezTo>
                <a:cubicBezTo>
                  <a:pt x="26186" y="112134"/>
                  <a:pt x="26883" y="112159"/>
                  <a:pt x="27629" y="112159"/>
                </a:cubicBezTo>
                <a:cubicBezTo>
                  <a:pt x="28376" y="112159"/>
                  <a:pt x="29123" y="112134"/>
                  <a:pt x="29919" y="112109"/>
                </a:cubicBezTo>
                <a:cubicBezTo>
                  <a:pt x="30367" y="112059"/>
                  <a:pt x="30840" y="112035"/>
                  <a:pt x="31338" y="111985"/>
                </a:cubicBezTo>
                <a:cubicBezTo>
                  <a:pt x="31463" y="111985"/>
                  <a:pt x="31587" y="111960"/>
                  <a:pt x="31736" y="111960"/>
                </a:cubicBezTo>
                <a:cubicBezTo>
                  <a:pt x="32782" y="112632"/>
                  <a:pt x="33852" y="113229"/>
                  <a:pt x="35072" y="113727"/>
                </a:cubicBezTo>
                <a:cubicBezTo>
                  <a:pt x="33329" y="114399"/>
                  <a:pt x="31487" y="114797"/>
                  <a:pt x="29670" y="114897"/>
                </a:cubicBezTo>
                <a:cubicBezTo>
                  <a:pt x="29396" y="114914"/>
                  <a:pt x="29125" y="114922"/>
                  <a:pt x="28856" y="114922"/>
                </a:cubicBezTo>
                <a:cubicBezTo>
                  <a:pt x="27952" y="114922"/>
                  <a:pt x="27074" y="114832"/>
                  <a:pt x="26211" y="114698"/>
                </a:cubicBezTo>
                <a:cubicBezTo>
                  <a:pt x="24020" y="113877"/>
                  <a:pt x="22128" y="112781"/>
                  <a:pt x="20486" y="111387"/>
                </a:cubicBezTo>
                <a:close/>
                <a:moveTo>
                  <a:pt x="46995" y="114872"/>
                </a:moveTo>
                <a:cubicBezTo>
                  <a:pt x="46895" y="114897"/>
                  <a:pt x="46795" y="114947"/>
                  <a:pt x="46721" y="114947"/>
                </a:cubicBezTo>
                <a:cubicBezTo>
                  <a:pt x="46497" y="114972"/>
                  <a:pt x="46298" y="114972"/>
                  <a:pt x="46099" y="114997"/>
                </a:cubicBezTo>
                <a:lnTo>
                  <a:pt x="46472" y="114897"/>
                </a:lnTo>
                <a:cubicBezTo>
                  <a:pt x="46646" y="114897"/>
                  <a:pt x="46795" y="114872"/>
                  <a:pt x="46995" y="114872"/>
                </a:cubicBezTo>
                <a:close/>
                <a:moveTo>
                  <a:pt x="35968" y="113827"/>
                </a:moveTo>
                <a:cubicBezTo>
                  <a:pt x="38360" y="114638"/>
                  <a:pt x="41027" y="115028"/>
                  <a:pt x="43938" y="115028"/>
                </a:cubicBezTo>
                <a:cubicBezTo>
                  <a:pt x="44419" y="115028"/>
                  <a:pt x="44907" y="115018"/>
                  <a:pt x="45402" y="114997"/>
                </a:cubicBezTo>
                <a:lnTo>
                  <a:pt x="45402" y="114997"/>
                </a:lnTo>
                <a:cubicBezTo>
                  <a:pt x="45302" y="115021"/>
                  <a:pt x="45227" y="115021"/>
                  <a:pt x="45128" y="115071"/>
                </a:cubicBezTo>
                <a:cubicBezTo>
                  <a:pt x="44680" y="115096"/>
                  <a:pt x="44281" y="115096"/>
                  <a:pt x="43883" y="115096"/>
                </a:cubicBezTo>
                <a:cubicBezTo>
                  <a:pt x="40946" y="115096"/>
                  <a:pt x="38283" y="114648"/>
                  <a:pt x="35918" y="113852"/>
                </a:cubicBezTo>
                <a:cubicBezTo>
                  <a:pt x="35918" y="113827"/>
                  <a:pt x="35943" y="113827"/>
                  <a:pt x="35968" y="113827"/>
                </a:cubicBezTo>
                <a:close/>
                <a:moveTo>
                  <a:pt x="35296" y="113852"/>
                </a:moveTo>
                <a:cubicBezTo>
                  <a:pt x="35321" y="113852"/>
                  <a:pt x="35346" y="113877"/>
                  <a:pt x="35395" y="113877"/>
                </a:cubicBezTo>
                <a:cubicBezTo>
                  <a:pt x="33528" y="114623"/>
                  <a:pt x="31587" y="115071"/>
                  <a:pt x="29670" y="115146"/>
                </a:cubicBezTo>
                <a:cubicBezTo>
                  <a:pt x="29421" y="115146"/>
                  <a:pt x="29123" y="115196"/>
                  <a:pt x="28924" y="115196"/>
                </a:cubicBezTo>
                <a:cubicBezTo>
                  <a:pt x="28426" y="115196"/>
                  <a:pt x="27953" y="115146"/>
                  <a:pt x="27480" y="115121"/>
                </a:cubicBezTo>
                <a:cubicBezTo>
                  <a:pt x="27355" y="115071"/>
                  <a:pt x="27256" y="115021"/>
                  <a:pt x="27181" y="114997"/>
                </a:cubicBezTo>
                <a:lnTo>
                  <a:pt x="27181" y="114997"/>
                </a:lnTo>
                <a:cubicBezTo>
                  <a:pt x="27790" y="115073"/>
                  <a:pt x="28398" y="115105"/>
                  <a:pt x="29029" y="115105"/>
                </a:cubicBezTo>
                <a:cubicBezTo>
                  <a:pt x="29224" y="115105"/>
                  <a:pt x="29421" y="115102"/>
                  <a:pt x="29621" y="115096"/>
                </a:cubicBezTo>
                <a:cubicBezTo>
                  <a:pt x="31562" y="114997"/>
                  <a:pt x="33454" y="114573"/>
                  <a:pt x="35296" y="113852"/>
                </a:cubicBezTo>
                <a:close/>
                <a:moveTo>
                  <a:pt x="35644" y="113951"/>
                </a:moveTo>
                <a:cubicBezTo>
                  <a:pt x="38059" y="114822"/>
                  <a:pt x="40822" y="115246"/>
                  <a:pt x="43858" y="115246"/>
                </a:cubicBezTo>
                <a:lnTo>
                  <a:pt x="44057" y="115246"/>
                </a:lnTo>
                <a:cubicBezTo>
                  <a:pt x="41096" y="115870"/>
                  <a:pt x="38258" y="116185"/>
                  <a:pt x="35584" y="116185"/>
                </a:cubicBezTo>
                <a:cubicBezTo>
                  <a:pt x="34099" y="116185"/>
                  <a:pt x="32665" y="116088"/>
                  <a:pt x="31288" y="115893"/>
                </a:cubicBezTo>
                <a:cubicBezTo>
                  <a:pt x="31114" y="115868"/>
                  <a:pt x="30940" y="115843"/>
                  <a:pt x="30790" y="115843"/>
                </a:cubicBezTo>
                <a:cubicBezTo>
                  <a:pt x="29919" y="115718"/>
                  <a:pt x="29098" y="115519"/>
                  <a:pt x="28301" y="115320"/>
                </a:cubicBezTo>
                <a:cubicBezTo>
                  <a:pt x="28476" y="115320"/>
                  <a:pt x="28700" y="115345"/>
                  <a:pt x="28874" y="115345"/>
                </a:cubicBezTo>
                <a:cubicBezTo>
                  <a:pt x="29123" y="115345"/>
                  <a:pt x="29372" y="115345"/>
                  <a:pt x="29670" y="115320"/>
                </a:cubicBezTo>
                <a:cubicBezTo>
                  <a:pt x="31687" y="115221"/>
                  <a:pt x="33703" y="114748"/>
                  <a:pt x="35644" y="113951"/>
                </a:cubicBezTo>
                <a:close/>
                <a:moveTo>
                  <a:pt x="48513" y="114947"/>
                </a:moveTo>
                <a:cubicBezTo>
                  <a:pt x="48787" y="114997"/>
                  <a:pt x="49135" y="114997"/>
                  <a:pt x="49459" y="115021"/>
                </a:cubicBezTo>
                <a:cubicBezTo>
                  <a:pt x="49110" y="115121"/>
                  <a:pt x="48737" y="115196"/>
                  <a:pt x="48364" y="115270"/>
                </a:cubicBezTo>
                <a:cubicBezTo>
                  <a:pt x="46497" y="115694"/>
                  <a:pt x="43410" y="116191"/>
                  <a:pt x="40448" y="116316"/>
                </a:cubicBezTo>
                <a:cubicBezTo>
                  <a:pt x="42489" y="116067"/>
                  <a:pt x="44605" y="115644"/>
                  <a:pt x="46771" y="115121"/>
                </a:cubicBezTo>
                <a:cubicBezTo>
                  <a:pt x="47343" y="115071"/>
                  <a:pt x="47916" y="114997"/>
                  <a:pt x="48513" y="114947"/>
                </a:cubicBezTo>
                <a:close/>
                <a:moveTo>
                  <a:pt x="27596" y="115399"/>
                </a:moveTo>
                <a:cubicBezTo>
                  <a:pt x="28936" y="115729"/>
                  <a:pt x="30005" y="115919"/>
                  <a:pt x="30392" y="115967"/>
                </a:cubicBezTo>
                <a:cubicBezTo>
                  <a:pt x="30542" y="115992"/>
                  <a:pt x="30666" y="115992"/>
                  <a:pt x="30741" y="116017"/>
                </a:cubicBezTo>
                <a:cubicBezTo>
                  <a:pt x="30890" y="116042"/>
                  <a:pt x="31014" y="116042"/>
                  <a:pt x="31189" y="116092"/>
                </a:cubicBezTo>
                <a:cubicBezTo>
                  <a:pt x="31985" y="116216"/>
                  <a:pt x="32757" y="116291"/>
                  <a:pt x="33578" y="116391"/>
                </a:cubicBezTo>
                <a:cubicBezTo>
                  <a:pt x="33329" y="116366"/>
                  <a:pt x="33056" y="116341"/>
                  <a:pt x="32782" y="116341"/>
                </a:cubicBezTo>
                <a:cubicBezTo>
                  <a:pt x="32608" y="116341"/>
                  <a:pt x="32483" y="116316"/>
                  <a:pt x="32334" y="116316"/>
                </a:cubicBezTo>
                <a:cubicBezTo>
                  <a:pt x="32159" y="116266"/>
                  <a:pt x="31960" y="116266"/>
                  <a:pt x="31786" y="116241"/>
                </a:cubicBezTo>
                <a:cubicBezTo>
                  <a:pt x="31413" y="116191"/>
                  <a:pt x="31064" y="116142"/>
                  <a:pt x="30691" y="116092"/>
                </a:cubicBezTo>
                <a:cubicBezTo>
                  <a:pt x="30591" y="116092"/>
                  <a:pt x="30492" y="116042"/>
                  <a:pt x="30442" y="116042"/>
                </a:cubicBezTo>
                <a:cubicBezTo>
                  <a:pt x="29695" y="115942"/>
                  <a:pt x="28949" y="115768"/>
                  <a:pt x="28227" y="115594"/>
                </a:cubicBezTo>
                <a:cubicBezTo>
                  <a:pt x="28202" y="115594"/>
                  <a:pt x="28127" y="115544"/>
                  <a:pt x="28102" y="115544"/>
                </a:cubicBezTo>
                <a:cubicBezTo>
                  <a:pt x="27918" y="115503"/>
                  <a:pt x="27768" y="115446"/>
                  <a:pt x="27596" y="115399"/>
                </a:cubicBezTo>
                <a:close/>
                <a:moveTo>
                  <a:pt x="45601" y="115221"/>
                </a:moveTo>
                <a:cubicBezTo>
                  <a:pt x="42813" y="115868"/>
                  <a:pt x="40150" y="116241"/>
                  <a:pt x="37586" y="116391"/>
                </a:cubicBezTo>
                <a:cubicBezTo>
                  <a:pt x="37088" y="116391"/>
                  <a:pt x="36665" y="116391"/>
                  <a:pt x="36217" y="116366"/>
                </a:cubicBezTo>
                <a:cubicBezTo>
                  <a:pt x="39029" y="116316"/>
                  <a:pt x="42016" y="115942"/>
                  <a:pt x="45128" y="115221"/>
                </a:cubicBezTo>
                <a:close/>
                <a:moveTo>
                  <a:pt x="50479" y="115021"/>
                </a:moveTo>
                <a:cubicBezTo>
                  <a:pt x="50031" y="115146"/>
                  <a:pt x="49583" y="115270"/>
                  <a:pt x="49085" y="115370"/>
                </a:cubicBezTo>
                <a:cubicBezTo>
                  <a:pt x="48264" y="115519"/>
                  <a:pt x="47293" y="115743"/>
                  <a:pt x="46372" y="115893"/>
                </a:cubicBezTo>
                <a:cubicBezTo>
                  <a:pt x="45924" y="115967"/>
                  <a:pt x="45426" y="116067"/>
                  <a:pt x="44929" y="116117"/>
                </a:cubicBezTo>
                <a:lnTo>
                  <a:pt x="44879" y="116117"/>
                </a:lnTo>
                <a:cubicBezTo>
                  <a:pt x="44406" y="116191"/>
                  <a:pt x="43908" y="116216"/>
                  <a:pt x="43385" y="116266"/>
                </a:cubicBezTo>
                <a:cubicBezTo>
                  <a:pt x="42191" y="116391"/>
                  <a:pt x="40871" y="116490"/>
                  <a:pt x="39577" y="116565"/>
                </a:cubicBezTo>
                <a:cubicBezTo>
                  <a:pt x="39204" y="116590"/>
                  <a:pt x="38830" y="116590"/>
                  <a:pt x="38457" y="116615"/>
                </a:cubicBezTo>
                <a:lnTo>
                  <a:pt x="37685" y="116615"/>
                </a:lnTo>
                <a:cubicBezTo>
                  <a:pt x="37187" y="116615"/>
                  <a:pt x="36764" y="116615"/>
                  <a:pt x="36316" y="116590"/>
                </a:cubicBezTo>
                <a:lnTo>
                  <a:pt x="37038" y="116590"/>
                </a:lnTo>
                <a:cubicBezTo>
                  <a:pt x="37187" y="116590"/>
                  <a:pt x="37387" y="116540"/>
                  <a:pt x="37536" y="116540"/>
                </a:cubicBezTo>
                <a:lnTo>
                  <a:pt x="37660" y="116540"/>
                </a:lnTo>
                <a:cubicBezTo>
                  <a:pt x="38208" y="116540"/>
                  <a:pt x="38880" y="116540"/>
                  <a:pt x="39552" y="116515"/>
                </a:cubicBezTo>
                <a:lnTo>
                  <a:pt x="39577" y="116515"/>
                </a:lnTo>
                <a:cubicBezTo>
                  <a:pt x="40822" y="116490"/>
                  <a:pt x="42166" y="116366"/>
                  <a:pt x="43410" y="116241"/>
                </a:cubicBezTo>
                <a:cubicBezTo>
                  <a:pt x="45352" y="116017"/>
                  <a:pt x="47119" y="115718"/>
                  <a:pt x="48364" y="115420"/>
                </a:cubicBezTo>
                <a:cubicBezTo>
                  <a:pt x="48986" y="115295"/>
                  <a:pt x="49583" y="115146"/>
                  <a:pt x="50106" y="115021"/>
                </a:cubicBezTo>
                <a:close/>
                <a:moveTo>
                  <a:pt x="80647" y="0"/>
                </a:moveTo>
                <a:cubicBezTo>
                  <a:pt x="79950" y="0"/>
                  <a:pt x="79278" y="25"/>
                  <a:pt x="78706" y="50"/>
                </a:cubicBezTo>
                <a:lnTo>
                  <a:pt x="78606" y="50"/>
                </a:lnTo>
                <a:cubicBezTo>
                  <a:pt x="77212" y="125"/>
                  <a:pt x="75520" y="249"/>
                  <a:pt x="73603" y="498"/>
                </a:cubicBezTo>
                <a:cubicBezTo>
                  <a:pt x="73529" y="498"/>
                  <a:pt x="73479" y="523"/>
                  <a:pt x="73404" y="523"/>
                </a:cubicBezTo>
                <a:cubicBezTo>
                  <a:pt x="72209" y="672"/>
                  <a:pt x="70691" y="971"/>
                  <a:pt x="69894" y="1145"/>
                </a:cubicBezTo>
                <a:cubicBezTo>
                  <a:pt x="69471" y="1245"/>
                  <a:pt x="69073" y="1295"/>
                  <a:pt x="68700" y="1394"/>
                </a:cubicBezTo>
                <a:lnTo>
                  <a:pt x="68675" y="1394"/>
                </a:lnTo>
                <a:cubicBezTo>
                  <a:pt x="68326" y="1494"/>
                  <a:pt x="67978" y="1544"/>
                  <a:pt x="67679" y="1643"/>
                </a:cubicBezTo>
                <a:cubicBezTo>
                  <a:pt x="65215" y="2240"/>
                  <a:pt x="63248" y="2863"/>
                  <a:pt x="62228" y="3236"/>
                </a:cubicBezTo>
                <a:cubicBezTo>
                  <a:pt x="61357" y="3535"/>
                  <a:pt x="60834" y="3734"/>
                  <a:pt x="60809" y="3734"/>
                </a:cubicBezTo>
                <a:cubicBezTo>
                  <a:pt x="60461" y="3858"/>
                  <a:pt x="60087" y="4008"/>
                  <a:pt x="59689" y="4157"/>
                </a:cubicBezTo>
                <a:lnTo>
                  <a:pt x="59639" y="4157"/>
                </a:lnTo>
                <a:cubicBezTo>
                  <a:pt x="58868" y="4456"/>
                  <a:pt x="57947" y="4829"/>
                  <a:pt x="57150" y="5153"/>
                </a:cubicBezTo>
                <a:cubicBezTo>
                  <a:pt x="54960" y="6074"/>
                  <a:pt x="53466" y="6820"/>
                  <a:pt x="49633" y="8812"/>
                </a:cubicBezTo>
                <a:cubicBezTo>
                  <a:pt x="49185" y="9011"/>
                  <a:pt x="48637" y="9334"/>
                  <a:pt x="47990" y="9708"/>
                </a:cubicBezTo>
                <a:cubicBezTo>
                  <a:pt x="47891" y="9782"/>
                  <a:pt x="47791" y="9807"/>
                  <a:pt x="47692" y="9857"/>
                </a:cubicBezTo>
                <a:cubicBezTo>
                  <a:pt x="45800" y="10977"/>
                  <a:pt x="43336" y="12471"/>
                  <a:pt x="41668" y="13665"/>
                </a:cubicBezTo>
                <a:cubicBezTo>
                  <a:pt x="41593" y="13715"/>
                  <a:pt x="41519" y="13740"/>
                  <a:pt x="41444" y="13815"/>
                </a:cubicBezTo>
                <a:cubicBezTo>
                  <a:pt x="40971" y="14113"/>
                  <a:pt x="40548" y="14437"/>
                  <a:pt x="40174" y="14711"/>
                </a:cubicBezTo>
                <a:lnTo>
                  <a:pt x="39701" y="15034"/>
                </a:lnTo>
                <a:lnTo>
                  <a:pt x="39677" y="15034"/>
                </a:lnTo>
                <a:cubicBezTo>
                  <a:pt x="38407" y="15906"/>
                  <a:pt x="37362" y="16677"/>
                  <a:pt x="36167" y="17648"/>
                </a:cubicBezTo>
                <a:cubicBezTo>
                  <a:pt x="36092" y="17698"/>
                  <a:pt x="36042" y="17723"/>
                  <a:pt x="35943" y="17797"/>
                </a:cubicBezTo>
                <a:cubicBezTo>
                  <a:pt x="34798" y="18669"/>
                  <a:pt x="33255" y="19938"/>
                  <a:pt x="32359" y="20685"/>
                </a:cubicBezTo>
                <a:lnTo>
                  <a:pt x="32334" y="20685"/>
                </a:lnTo>
                <a:cubicBezTo>
                  <a:pt x="31861" y="21083"/>
                  <a:pt x="31189" y="21680"/>
                  <a:pt x="30442" y="22327"/>
                </a:cubicBezTo>
                <a:cubicBezTo>
                  <a:pt x="29397" y="23248"/>
                  <a:pt x="28376" y="24194"/>
                  <a:pt x="27530" y="25016"/>
                </a:cubicBezTo>
                <a:cubicBezTo>
                  <a:pt x="26883" y="25638"/>
                  <a:pt x="26285" y="26186"/>
                  <a:pt x="25887" y="26634"/>
                </a:cubicBezTo>
                <a:lnTo>
                  <a:pt x="25663" y="26858"/>
                </a:lnTo>
                <a:cubicBezTo>
                  <a:pt x="25389" y="27156"/>
                  <a:pt x="25041" y="27480"/>
                  <a:pt x="24717" y="27853"/>
                </a:cubicBezTo>
                <a:cubicBezTo>
                  <a:pt x="23970" y="28625"/>
                  <a:pt x="23174" y="29397"/>
                  <a:pt x="22552" y="30118"/>
                </a:cubicBezTo>
                <a:cubicBezTo>
                  <a:pt x="22054" y="30666"/>
                  <a:pt x="21631" y="31164"/>
                  <a:pt x="21257" y="31587"/>
                </a:cubicBezTo>
                <a:cubicBezTo>
                  <a:pt x="20983" y="31886"/>
                  <a:pt x="20734" y="32159"/>
                  <a:pt x="20510" y="32408"/>
                </a:cubicBezTo>
                <a:cubicBezTo>
                  <a:pt x="20386" y="32558"/>
                  <a:pt x="20286" y="32707"/>
                  <a:pt x="20162" y="32782"/>
                </a:cubicBezTo>
                <a:cubicBezTo>
                  <a:pt x="19988" y="33006"/>
                  <a:pt x="19789" y="33205"/>
                  <a:pt x="19614" y="33404"/>
                </a:cubicBezTo>
                <a:cubicBezTo>
                  <a:pt x="19390" y="33653"/>
                  <a:pt x="19166" y="33952"/>
                  <a:pt x="18917" y="34225"/>
                </a:cubicBezTo>
                <a:cubicBezTo>
                  <a:pt x="18196" y="35072"/>
                  <a:pt x="17748" y="35644"/>
                  <a:pt x="16827" y="36839"/>
                </a:cubicBezTo>
                <a:lnTo>
                  <a:pt x="16802" y="36864"/>
                </a:lnTo>
                <a:cubicBezTo>
                  <a:pt x="16802" y="36864"/>
                  <a:pt x="16627" y="37113"/>
                  <a:pt x="16304" y="37511"/>
                </a:cubicBezTo>
                <a:cubicBezTo>
                  <a:pt x="15632" y="38432"/>
                  <a:pt x="14810" y="39477"/>
                  <a:pt x="14213" y="40349"/>
                </a:cubicBezTo>
                <a:cubicBezTo>
                  <a:pt x="14213" y="40373"/>
                  <a:pt x="14188" y="40373"/>
                  <a:pt x="14188" y="40423"/>
                </a:cubicBezTo>
                <a:cubicBezTo>
                  <a:pt x="13441" y="41469"/>
                  <a:pt x="12595" y="42688"/>
                  <a:pt x="11774" y="44032"/>
                </a:cubicBezTo>
                <a:cubicBezTo>
                  <a:pt x="10927" y="45352"/>
                  <a:pt x="10181" y="46546"/>
                  <a:pt x="9583" y="47592"/>
                </a:cubicBezTo>
                <a:cubicBezTo>
                  <a:pt x="9110" y="48339"/>
                  <a:pt x="8712" y="49135"/>
                  <a:pt x="8239" y="49956"/>
                </a:cubicBezTo>
                <a:cubicBezTo>
                  <a:pt x="7791" y="50828"/>
                  <a:pt x="7492" y="51400"/>
                  <a:pt x="7443" y="51525"/>
                </a:cubicBezTo>
                <a:cubicBezTo>
                  <a:pt x="7293" y="51798"/>
                  <a:pt x="7119" y="52122"/>
                  <a:pt x="6970" y="52446"/>
                </a:cubicBezTo>
                <a:lnTo>
                  <a:pt x="6845" y="52670"/>
                </a:lnTo>
                <a:cubicBezTo>
                  <a:pt x="6472" y="53416"/>
                  <a:pt x="6049" y="54288"/>
                  <a:pt x="5700" y="55109"/>
                </a:cubicBezTo>
                <a:cubicBezTo>
                  <a:pt x="5675" y="55159"/>
                  <a:pt x="5626" y="55258"/>
                  <a:pt x="5601" y="55358"/>
                </a:cubicBezTo>
                <a:cubicBezTo>
                  <a:pt x="5078" y="56528"/>
                  <a:pt x="3734" y="59589"/>
                  <a:pt x="2639" y="63024"/>
                </a:cubicBezTo>
                <a:lnTo>
                  <a:pt x="2639" y="63074"/>
                </a:lnTo>
                <a:cubicBezTo>
                  <a:pt x="2191" y="64443"/>
                  <a:pt x="1718" y="66235"/>
                  <a:pt x="1344" y="67853"/>
                </a:cubicBezTo>
                <a:cubicBezTo>
                  <a:pt x="1245" y="68251"/>
                  <a:pt x="1145" y="68724"/>
                  <a:pt x="1070" y="69222"/>
                </a:cubicBezTo>
                <a:cubicBezTo>
                  <a:pt x="996" y="69620"/>
                  <a:pt x="896" y="69994"/>
                  <a:pt x="846" y="70367"/>
                </a:cubicBezTo>
                <a:lnTo>
                  <a:pt x="846" y="70417"/>
                </a:lnTo>
                <a:cubicBezTo>
                  <a:pt x="772" y="70716"/>
                  <a:pt x="722" y="71064"/>
                  <a:pt x="647" y="71363"/>
                </a:cubicBezTo>
                <a:lnTo>
                  <a:pt x="647" y="71437"/>
                </a:lnTo>
                <a:cubicBezTo>
                  <a:pt x="523" y="72159"/>
                  <a:pt x="398" y="72981"/>
                  <a:pt x="324" y="73827"/>
                </a:cubicBezTo>
                <a:cubicBezTo>
                  <a:pt x="199" y="74897"/>
                  <a:pt x="100" y="75918"/>
                  <a:pt x="75" y="76889"/>
                </a:cubicBezTo>
                <a:lnTo>
                  <a:pt x="75" y="76963"/>
                </a:lnTo>
                <a:cubicBezTo>
                  <a:pt x="25" y="77585"/>
                  <a:pt x="0" y="78332"/>
                  <a:pt x="0" y="79054"/>
                </a:cubicBezTo>
                <a:lnTo>
                  <a:pt x="0" y="79776"/>
                </a:lnTo>
                <a:lnTo>
                  <a:pt x="0" y="80323"/>
                </a:lnTo>
                <a:cubicBezTo>
                  <a:pt x="0" y="80946"/>
                  <a:pt x="25" y="81668"/>
                  <a:pt x="100" y="82365"/>
                </a:cubicBezTo>
                <a:cubicBezTo>
                  <a:pt x="249" y="84505"/>
                  <a:pt x="498" y="85999"/>
                  <a:pt x="598" y="86496"/>
                </a:cubicBezTo>
                <a:lnTo>
                  <a:pt x="622" y="86745"/>
                </a:lnTo>
                <a:cubicBezTo>
                  <a:pt x="622" y="86770"/>
                  <a:pt x="622" y="86845"/>
                  <a:pt x="647" y="86870"/>
                </a:cubicBezTo>
                <a:cubicBezTo>
                  <a:pt x="772" y="87741"/>
                  <a:pt x="1070" y="88961"/>
                  <a:pt x="1319" y="89882"/>
                </a:cubicBezTo>
                <a:cubicBezTo>
                  <a:pt x="1319" y="89907"/>
                  <a:pt x="1344" y="89981"/>
                  <a:pt x="1344" y="90006"/>
                </a:cubicBezTo>
                <a:cubicBezTo>
                  <a:pt x="1369" y="90081"/>
                  <a:pt x="1369" y="90131"/>
                  <a:pt x="1394" y="90205"/>
                </a:cubicBezTo>
                <a:cubicBezTo>
                  <a:pt x="1444" y="90255"/>
                  <a:pt x="1444" y="90355"/>
                  <a:pt x="1469" y="90404"/>
                </a:cubicBezTo>
                <a:cubicBezTo>
                  <a:pt x="1618" y="90952"/>
                  <a:pt x="1817" y="91500"/>
                  <a:pt x="1991" y="92072"/>
                </a:cubicBezTo>
                <a:cubicBezTo>
                  <a:pt x="2016" y="92122"/>
                  <a:pt x="2066" y="92221"/>
                  <a:pt x="2066" y="92271"/>
                </a:cubicBezTo>
                <a:cubicBezTo>
                  <a:pt x="2066" y="92321"/>
                  <a:pt x="2066" y="92321"/>
                  <a:pt x="2091" y="92346"/>
                </a:cubicBezTo>
                <a:cubicBezTo>
                  <a:pt x="2191" y="92620"/>
                  <a:pt x="2265" y="92943"/>
                  <a:pt x="2365" y="93217"/>
                </a:cubicBezTo>
                <a:cubicBezTo>
                  <a:pt x="2439" y="93441"/>
                  <a:pt x="2514" y="93615"/>
                  <a:pt x="2589" y="93839"/>
                </a:cubicBezTo>
                <a:cubicBezTo>
                  <a:pt x="2688" y="94138"/>
                  <a:pt x="2813" y="94437"/>
                  <a:pt x="2888" y="94710"/>
                </a:cubicBezTo>
                <a:lnTo>
                  <a:pt x="2888" y="94735"/>
                </a:lnTo>
                <a:cubicBezTo>
                  <a:pt x="2962" y="94885"/>
                  <a:pt x="3087" y="95183"/>
                  <a:pt x="3236" y="95557"/>
                </a:cubicBezTo>
                <a:cubicBezTo>
                  <a:pt x="3311" y="95681"/>
                  <a:pt x="3360" y="95831"/>
                  <a:pt x="3460" y="96005"/>
                </a:cubicBezTo>
                <a:cubicBezTo>
                  <a:pt x="3560" y="96229"/>
                  <a:pt x="3684" y="96478"/>
                  <a:pt x="3809" y="96752"/>
                </a:cubicBezTo>
                <a:cubicBezTo>
                  <a:pt x="4232" y="97623"/>
                  <a:pt x="4804" y="98693"/>
                  <a:pt x="5501" y="99863"/>
                </a:cubicBezTo>
                <a:cubicBezTo>
                  <a:pt x="5725" y="100211"/>
                  <a:pt x="5874" y="100485"/>
                  <a:pt x="5999" y="100684"/>
                </a:cubicBezTo>
                <a:cubicBezTo>
                  <a:pt x="6248" y="101083"/>
                  <a:pt x="6547" y="101456"/>
                  <a:pt x="6795" y="101804"/>
                </a:cubicBezTo>
                <a:cubicBezTo>
                  <a:pt x="6970" y="102078"/>
                  <a:pt x="7194" y="102327"/>
                  <a:pt x="7368" y="102626"/>
                </a:cubicBezTo>
                <a:cubicBezTo>
                  <a:pt x="7418" y="102676"/>
                  <a:pt x="7467" y="102750"/>
                  <a:pt x="7492" y="102775"/>
                </a:cubicBezTo>
                <a:cubicBezTo>
                  <a:pt x="7841" y="103198"/>
                  <a:pt x="8189" y="103621"/>
                  <a:pt x="8463" y="103995"/>
                </a:cubicBezTo>
                <a:cubicBezTo>
                  <a:pt x="8612" y="104169"/>
                  <a:pt x="8812" y="104393"/>
                  <a:pt x="8961" y="104567"/>
                </a:cubicBezTo>
                <a:cubicBezTo>
                  <a:pt x="9085" y="104742"/>
                  <a:pt x="9235" y="104891"/>
                  <a:pt x="9334" y="105015"/>
                </a:cubicBezTo>
                <a:cubicBezTo>
                  <a:pt x="9683" y="105389"/>
                  <a:pt x="9932" y="105662"/>
                  <a:pt x="10056" y="105762"/>
                </a:cubicBezTo>
                <a:cubicBezTo>
                  <a:pt x="10106" y="105812"/>
                  <a:pt x="10181" y="105911"/>
                  <a:pt x="10280" y="105961"/>
                </a:cubicBezTo>
                <a:lnTo>
                  <a:pt x="10405" y="106086"/>
                </a:lnTo>
                <a:cubicBezTo>
                  <a:pt x="10554" y="106260"/>
                  <a:pt x="10728" y="106409"/>
                  <a:pt x="10902" y="106559"/>
                </a:cubicBezTo>
                <a:cubicBezTo>
                  <a:pt x="11226" y="106907"/>
                  <a:pt x="11599" y="107256"/>
                  <a:pt x="11973" y="107579"/>
                </a:cubicBezTo>
                <a:cubicBezTo>
                  <a:pt x="12296" y="107878"/>
                  <a:pt x="12645" y="108152"/>
                  <a:pt x="12944" y="108425"/>
                </a:cubicBezTo>
                <a:cubicBezTo>
                  <a:pt x="13018" y="108450"/>
                  <a:pt x="13043" y="108525"/>
                  <a:pt x="13093" y="108550"/>
                </a:cubicBezTo>
                <a:cubicBezTo>
                  <a:pt x="13815" y="109147"/>
                  <a:pt x="14661" y="109770"/>
                  <a:pt x="15657" y="110417"/>
                </a:cubicBezTo>
                <a:cubicBezTo>
                  <a:pt x="15756" y="110491"/>
                  <a:pt x="15806" y="110541"/>
                  <a:pt x="15906" y="110616"/>
                </a:cubicBezTo>
                <a:cubicBezTo>
                  <a:pt x="16055" y="110690"/>
                  <a:pt x="16204" y="110790"/>
                  <a:pt x="16379" y="110914"/>
                </a:cubicBezTo>
                <a:cubicBezTo>
                  <a:pt x="16428" y="110939"/>
                  <a:pt x="16453" y="110989"/>
                  <a:pt x="16503" y="111014"/>
                </a:cubicBezTo>
                <a:cubicBezTo>
                  <a:pt x="16528" y="111039"/>
                  <a:pt x="16553" y="111039"/>
                  <a:pt x="16578" y="111064"/>
                </a:cubicBezTo>
                <a:cubicBezTo>
                  <a:pt x="16901" y="111288"/>
                  <a:pt x="17250" y="111487"/>
                  <a:pt x="17548" y="111661"/>
                </a:cubicBezTo>
                <a:cubicBezTo>
                  <a:pt x="17573" y="111686"/>
                  <a:pt x="17623" y="111686"/>
                  <a:pt x="17648" y="111736"/>
                </a:cubicBezTo>
                <a:cubicBezTo>
                  <a:pt x="19789" y="112980"/>
                  <a:pt x="21481" y="113652"/>
                  <a:pt x="21855" y="113777"/>
                </a:cubicBezTo>
                <a:cubicBezTo>
                  <a:pt x="22029" y="113852"/>
                  <a:pt x="22178" y="113926"/>
                  <a:pt x="22402" y="114001"/>
                </a:cubicBezTo>
                <a:lnTo>
                  <a:pt x="22427" y="114026"/>
                </a:lnTo>
                <a:cubicBezTo>
                  <a:pt x="22651" y="114125"/>
                  <a:pt x="22875" y="114175"/>
                  <a:pt x="23049" y="114275"/>
                </a:cubicBezTo>
                <a:cubicBezTo>
                  <a:pt x="23174" y="114349"/>
                  <a:pt x="23298" y="114374"/>
                  <a:pt x="23423" y="114399"/>
                </a:cubicBezTo>
                <a:lnTo>
                  <a:pt x="24169" y="114673"/>
                </a:lnTo>
                <a:cubicBezTo>
                  <a:pt x="25787" y="115246"/>
                  <a:pt x="27455" y="115644"/>
                  <a:pt x="28650" y="115893"/>
                </a:cubicBezTo>
                <a:cubicBezTo>
                  <a:pt x="28849" y="115918"/>
                  <a:pt x="29023" y="115967"/>
                  <a:pt x="29197" y="116017"/>
                </a:cubicBezTo>
                <a:cubicBezTo>
                  <a:pt x="29695" y="116117"/>
                  <a:pt x="30069" y="116166"/>
                  <a:pt x="30243" y="116216"/>
                </a:cubicBezTo>
                <a:lnTo>
                  <a:pt x="30342" y="116216"/>
                </a:lnTo>
                <a:cubicBezTo>
                  <a:pt x="30517" y="116241"/>
                  <a:pt x="30691" y="116266"/>
                  <a:pt x="30865" y="116266"/>
                </a:cubicBezTo>
                <a:lnTo>
                  <a:pt x="30990" y="116266"/>
                </a:lnTo>
                <a:cubicBezTo>
                  <a:pt x="31711" y="116366"/>
                  <a:pt x="32483" y="116490"/>
                  <a:pt x="33130" y="116540"/>
                </a:cubicBezTo>
                <a:lnTo>
                  <a:pt x="33205" y="116540"/>
                </a:lnTo>
                <a:cubicBezTo>
                  <a:pt x="33255" y="116540"/>
                  <a:pt x="33354" y="116540"/>
                  <a:pt x="33429" y="116590"/>
                </a:cubicBezTo>
                <a:cubicBezTo>
                  <a:pt x="34176" y="116639"/>
                  <a:pt x="34997" y="116714"/>
                  <a:pt x="35918" y="116739"/>
                </a:cubicBezTo>
                <a:cubicBezTo>
                  <a:pt x="36441" y="116764"/>
                  <a:pt x="36963" y="116764"/>
                  <a:pt x="37461" y="116764"/>
                </a:cubicBezTo>
                <a:lnTo>
                  <a:pt x="38357" y="116764"/>
                </a:lnTo>
                <a:cubicBezTo>
                  <a:pt x="38706" y="116764"/>
                  <a:pt x="39079" y="116764"/>
                  <a:pt x="39477" y="116739"/>
                </a:cubicBezTo>
                <a:cubicBezTo>
                  <a:pt x="41270" y="116664"/>
                  <a:pt x="43136" y="116490"/>
                  <a:pt x="44779" y="116266"/>
                </a:cubicBezTo>
                <a:cubicBezTo>
                  <a:pt x="45252" y="116216"/>
                  <a:pt x="45750" y="116142"/>
                  <a:pt x="46273" y="116042"/>
                </a:cubicBezTo>
                <a:cubicBezTo>
                  <a:pt x="47019" y="115918"/>
                  <a:pt x="47741" y="115793"/>
                  <a:pt x="48289" y="115669"/>
                </a:cubicBezTo>
                <a:cubicBezTo>
                  <a:pt x="48538" y="115619"/>
                  <a:pt x="48762" y="115594"/>
                  <a:pt x="48986" y="115519"/>
                </a:cubicBezTo>
                <a:cubicBezTo>
                  <a:pt x="49036" y="115519"/>
                  <a:pt x="49135" y="115494"/>
                  <a:pt x="49185" y="115494"/>
                </a:cubicBezTo>
                <a:lnTo>
                  <a:pt x="49484" y="115420"/>
                </a:lnTo>
                <a:cubicBezTo>
                  <a:pt x="50305" y="115246"/>
                  <a:pt x="51351" y="114997"/>
                  <a:pt x="52371" y="114723"/>
                </a:cubicBezTo>
                <a:lnTo>
                  <a:pt x="52421" y="114723"/>
                </a:lnTo>
                <a:cubicBezTo>
                  <a:pt x="54462" y="114150"/>
                  <a:pt x="55831" y="113727"/>
                  <a:pt x="56528" y="113428"/>
                </a:cubicBezTo>
                <a:cubicBezTo>
                  <a:pt x="56876" y="113304"/>
                  <a:pt x="57200" y="113229"/>
                  <a:pt x="57374" y="113130"/>
                </a:cubicBezTo>
                <a:cubicBezTo>
                  <a:pt x="57698" y="113005"/>
                  <a:pt x="57996" y="112881"/>
                  <a:pt x="58345" y="112756"/>
                </a:cubicBezTo>
                <a:lnTo>
                  <a:pt x="58519" y="112682"/>
                </a:lnTo>
                <a:cubicBezTo>
                  <a:pt x="59316" y="112408"/>
                  <a:pt x="60212" y="112059"/>
                  <a:pt x="60983" y="111736"/>
                </a:cubicBezTo>
                <a:cubicBezTo>
                  <a:pt x="63224" y="110815"/>
                  <a:pt x="64717" y="110068"/>
                  <a:pt x="68550" y="108077"/>
                </a:cubicBezTo>
                <a:cubicBezTo>
                  <a:pt x="68824" y="107928"/>
                  <a:pt x="69197" y="107753"/>
                  <a:pt x="69571" y="107529"/>
                </a:cubicBezTo>
                <a:cubicBezTo>
                  <a:pt x="70069" y="107256"/>
                  <a:pt x="70641" y="106932"/>
                  <a:pt x="71214" y="106559"/>
                </a:cubicBezTo>
                <a:cubicBezTo>
                  <a:pt x="73006" y="105513"/>
                  <a:pt x="75022" y="104219"/>
                  <a:pt x="76491" y="103223"/>
                </a:cubicBezTo>
                <a:cubicBezTo>
                  <a:pt x="76565" y="103173"/>
                  <a:pt x="76690" y="103074"/>
                  <a:pt x="76789" y="103024"/>
                </a:cubicBezTo>
                <a:cubicBezTo>
                  <a:pt x="77188" y="102725"/>
                  <a:pt x="77561" y="102476"/>
                  <a:pt x="77934" y="102228"/>
                </a:cubicBezTo>
                <a:lnTo>
                  <a:pt x="78482" y="101854"/>
                </a:lnTo>
                <a:cubicBezTo>
                  <a:pt x="79677" y="101033"/>
                  <a:pt x="80896" y="100087"/>
                  <a:pt x="82041" y="99191"/>
                </a:cubicBezTo>
                <a:cubicBezTo>
                  <a:pt x="82091" y="99166"/>
                  <a:pt x="82141" y="99116"/>
                  <a:pt x="82216" y="99091"/>
                </a:cubicBezTo>
                <a:cubicBezTo>
                  <a:pt x="83336" y="98245"/>
                  <a:pt x="84754" y="97050"/>
                  <a:pt x="85725" y="96229"/>
                </a:cubicBezTo>
                <a:cubicBezTo>
                  <a:pt x="85750" y="96229"/>
                  <a:pt x="85750" y="96204"/>
                  <a:pt x="85775" y="96204"/>
                </a:cubicBezTo>
                <a:lnTo>
                  <a:pt x="85825" y="96179"/>
                </a:lnTo>
                <a:cubicBezTo>
                  <a:pt x="86347" y="95731"/>
                  <a:pt x="87020" y="95134"/>
                  <a:pt x="87741" y="94486"/>
                </a:cubicBezTo>
                <a:lnTo>
                  <a:pt x="87766" y="94462"/>
                </a:lnTo>
                <a:cubicBezTo>
                  <a:pt x="87866" y="94362"/>
                  <a:pt x="87965" y="94262"/>
                  <a:pt x="88090" y="94188"/>
                </a:cubicBezTo>
                <a:cubicBezTo>
                  <a:pt x="88712" y="93615"/>
                  <a:pt x="89309" y="93068"/>
                  <a:pt x="89882" y="92520"/>
                </a:cubicBezTo>
                <a:cubicBezTo>
                  <a:pt x="90006" y="92396"/>
                  <a:pt x="90131" y="92321"/>
                  <a:pt x="90255" y="92196"/>
                </a:cubicBezTo>
                <a:cubicBezTo>
                  <a:pt x="91201" y="91276"/>
                  <a:pt x="92048" y="90479"/>
                  <a:pt x="92545" y="89981"/>
                </a:cubicBezTo>
                <a:cubicBezTo>
                  <a:pt x="92744" y="89732"/>
                  <a:pt x="92993" y="89483"/>
                  <a:pt x="93242" y="89234"/>
                </a:cubicBezTo>
                <a:lnTo>
                  <a:pt x="93466" y="89010"/>
                </a:lnTo>
                <a:cubicBezTo>
                  <a:pt x="94213" y="88239"/>
                  <a:pt x="94985" y="87467"/>
                  <a:pt x="95607" y="86770"/>
                </a:cubicBezTo>
                <a:cubicBezTo>
                  <a:pt x="96080" y="86248"/>
                  <a:pt x="96478" y="85775"/>
                  <a:pt x="96851" y="85376"/>
                </a:cubicBezTo>
                <a:cubicBezTo>
                  <a:pt x="97175" y="85028"/>
                  <a:pt x="97424" y="84754"/>
                  <a:pt x="97673" y="84480"/>
                </a:cubicBezTo>
                <a:cubicBezTo>
                  <a:pt x="97797" y="84306"/>
                  <a:pt x="97922" y="84182"/>
                  <a:pt x="98021" y="84057"/>
                </a:cubicBezTo>
                <a:cubicBezTo>
                  <a:pt x="98196" y="83858"/>
                  <a:pt x="98395" y="83659"/>
                  <a:pt x="98544" y="83485"/>
                </a:cubicBezTo>
                <a:cubicBezTo>
                  <a:pt x="98818" y="83161"/>
                  <a:pt x="99092" y="82813"/>
                  <a:pt x="99390" y="82489"/>
                </a:cubicBezTo>
                <a:cubicBezTo>
                  <a:pt x="100013" y="81742"/>
                  <a:pt x="100436" y="81170"/>
                  <a:pt x="101207" y="80174"/>
                </a:cubicBezTo>
                <a:cubicBezTo>
                  <a:pt x="101257" y="80149"/>
                  <a:pt x="101282" y="80075"/>
                  <a:pt x="101307" y="80050"/>
                </a:cubicBezTo>
                <a:lnTo>
                  <a:pt x="101332" y="80025"/>
                </a:lnTo>
                <a:cubicBezTo>
                  <a:pt x="102203" y="78905"/>
                  <a:pt x="103199" y="77585"/>
                  <a:pt x="103896" y="76590"/>
                </a:cubicBezTo>
                <a:cubicBezTo>
                  <a:pt x="103945" y="76515"/>
                  <a:pt x="104045" y="76391"/>
                  <a:pt x="104120" y="76291"/>
                </a:cubicBezTo>
                <a:cubicBezTo>
                  <a:pt x="105663" y="74076"/>
                  <a:pt x="107107" y="71836"/>
                  <a:pt x="108401" y="69595"/>
                </a:cubicBezTo>
                <a:cubicBezTo>
                  <a:pt x="108401" y="69571"/>
                  <a:pt x="108426" y="69546"/>
                  <a:pt x="108476" y="69546"/>
                </a:cubicBezTo>
                <a:cubicBezTo>
                  <a:pt x="108525" y="69421"/>
                  <a:pt x="108675" y="69197"/>
                  <a:pt x="108849" y="68923"/>
                </a:cubicBezTo>
                <a:cubicBezTo>
                  <a:pt x="108899" y="68799"/>
                  <a:pt x="108998" y="68625"/>
                  <a:pt x="109098" y="68475"/>
                </a:cubicBezTo>
                <a:cubicBezTo>
                  <a:pt x="109347" y="68077"/>
                  <a:pt x="109621" y="67554"/>
                  <a:pt x="109919" y="66982"/>
                </a:cubicBezTo>
                <a:cubicBezTo>
                  <a:pt x="110118" y="66609"/>
                  <a:pt x="110342" y="66235"/>
                  <a:pt x="110542" y="65837"/>
                </a:cubicBezTo>
                <a:cubicBezTo>
                  <a:pt x="110766" y="65439"/>
                  <a:pt x="110990" y="65016"/>
                  <a:pt x="111164" y="64592"/>
                </a:cubicBezTo>
                <a:cubicBezTo>
                  <a:pt x="111288" y="64368"/>
                  <a:pt x="111388" y="64119"/>
                  <a:pt x="111512" y="63871"/>
                </a:cubicBezTo>
                <a:cubicBezTo>
                  <a:pt x="111836" y="63223"/>
                  <a:pt x="112135" y="62526"/>
                  <a:pt x="112458" y="61879"/>
                </a:cubicBezTo>
                <a:lnTo>
                  <a:pt x="112458" y="61854"/>
                </a:lnTo>
                <a:cubicBezTo>
                  <a:pt x="112458" y="61829"/>
                  <a:pt x="112483" y="61829"/>
                  <a:pt x="112483" y="61780"/>
                </a:cubicBezTo>
                <a:cubicBezTo>
                  <a:pt x="112632" y="61481"/>
                  <a:pt x="112757" y="61157"/>
                  <a:pt x="112881" y="60859"/>
                </a:cubicBezTo>
                <a:cubicBezTo>
                  <a:pt x="113504" y="59415"/>
                  <a:pt x="114076" y="58046"/>
                  <a:pt x="114524" y="56752"/>
                </a:cubicBezTo>
                <a:cubicBezTo>
                  <a:pt x="114574" y="56627"/>
                  <a:pt x="114599" y="56528"/>
                  <a:pt x="114649" y="56428"/>
                </a:cubicBezTo>
                <a:lnTo>
                  <a:pt x="115221" y="54860"/>
                </a:lnTo>
                <a:cubicBezTo>
                  <a:pt x="115246" y="54785"/>
                  <a:pt x="115271" y="54686"/>
                  <a:pt x="115271" y="54636"/>
                </a:cubicBezTo>
                <a:cubicBezTo>
                  <a:pt x="115470" y="54138"/>
                  <a:pt x="115619" y="53541"/>
                  <a:pt x="115819" y="52993"/>
                </a:cubicBezTo>
                <a:cubicBezTo>
                  <a:pt x="116117" y="51948"/>
                  <a:pt x="116391" y="50952"/>
                  <a:pt x="116615" y="50056"/>
                </a:cubicBezTo>
                <a:cubicBezTo>
                  <a:pt x="116839" y="49185"/>
                  <a:pt x="117063" y="48189"/>
                  <a:pt x="117212" y="47393"/>
                </a:cubicBezTo>
                <a:lnTo>
                  <a:pt x="117312" y="46920"/>
                </a:lnTo>
                <a:lnTo>
                  <a:pt x="117312" y="46895"/>
                </a:lnTo>
                <a:cubicBezTo>
                  <a:pt x="117586" y="45401"/>
                  <a:pt x="117735" y="44207"/>
                  <a:pt x="117835" y="43360"/>
                </a:cubicBezTo>
                <a:cubicBezTo>
                  <a:pt x="117860" y="43037"/>
                  <a:pt x="117934" y="42663"/>
                  <a:pt x="117959" y="42315"/>
                </a:cubicBezTo>
                <a:cubicBezTo>
                  <a:pt x="117959" y="42215"/>
                  <a:pt x="117984" y="42116"/>
                  <a:pt x="117984" y="42066"/>
                </a:cubicBezTo>
                <a:cubicBezTo>
                  <a:pt x="118084" y="41120"/>
                  <a:pt x="118183" y="39950"/>
                  <a:pt x="118183" y="38980"/>
                </a:cubicBezTo>
                <a:lnTo>
                  <a:pt x="118183" y="38731"/>
                </a:lnTo>
                <a:cubicBezTo>
                  <a:pt x="118308" y="37113"/>
                  <a:pt x="118283" y="36167"/>
                  <a:pt x="118283" y="36117"/>
                </a:cubicBezTo>
                <a:cubicBezTo>
                  <a:pt x="118233" y="35818"/>
                  <a:pt x="118233" y="35445"/>
                  <a:pt x="118208" y="35072"/>
                </a:cubicBezTo>
                <a:cubicBezTo>
                  <a:pt x="118183" y="34474"/>
                  <a:pt x="118158" y="33927"/>
                  <a:pt x="118109" y="33429"/>
                </a:cubicBezTo>
                <a:cubicBezTo>
                  <a:pt x="118084" y="33105"/>
                  <a:pt x="117984" y="31836"/>
                  <a:pt x="117660" y="29994"/>
                </a:cubicBezTo>
                <a:cubicBezTo>
                  <a:pt x="117586" y="29571"/>
                  <a:pt x="117486" y="29098"/>
                  <a:pt x="117362" y="28600"/>
                </a:cubicBezTo>
                <a:cubicBezTo>
                  <a:pt x="117287" y="28127"/>
                  <a:pt x="117163" y="27654"/>
                  <a:pt x="117038" y="27156"/>
                </a:cubicBezTo>
                <a:lnTo>
                  <a:pt x="116964" y="26957"/>
                </a:lnTo>
                <a:cubicBezTo>
                  <a:pt x="116715" y="26111"/>
                  <a:pt x="116441" y="25115"/>
                  <a:pt x="116043" y="23921"/>
                </a:cubicBezTo>
                <a:cubicBezTo>
                  <a:pt x="115918" y="23597"/>
                  <a:pt x="115819" y="23273"/>
                  <a:pt x="115694" y="23000"/>
                </a:cubicBezTo>
                <a:cubicBezTo>
                  <a:pt x="115445" y="22352"/>
                  <a:pt x="114798" y="20660"/>
                  <a:pt x="114126" y="19440"/>
                </a:cubicBezTo>
                <a:cubicBezTo>
                  <a:pt x="112732" y="16677"/>
                  <a:pt x="111214" y="14661"/>
                  <a:pt x="111189" y="14661"/>
                </a:cubicBezTo>
                <a:cubicBezTo>
                  <a:pt x="110318" y="13441"/>
                  <a:pt x="109073" y="12048"/>
                  <a:pt x="108227" y="11127"/>
                </a:cubicBezTo>
                <a:cubicBezTo>
                  <a:pt x="108127" y="11052"/>
                  <a:pt x="108077" y="10952"/>
                  <a:pt x="107978" y="10853"/>
                </a:cubicBezTo>
                <a:cubicBezTo>
                  <a:pt x="107953" y="10828"/>
                  <a:pt x="107878" y="10803"/>
                  <a:pt x="107853" y="10728"/>
                </a:cubicBezTo>
                <a:cubicBezTo>
                  <a:pt x="107480" y="10330"/>
                  <a:pt x="107007" y="9932"/>
                  <a:pt x="106609" y="9558"/>
                </a:cubicBezTo>
                <a:cubicBezTo>
                  <a:pt x="106410" y="9409"/>
                  <a:pt x="106260" y="9235"/>
                  <a:pt x="106111" y="9110"/>
                </a:cubicBezTo>
                <a:cubicBezTo>
                  <a:pt x="105763" y="8812"/>
                  <a:pt x="105414" y="8563"/>
                  <a:pt x="105115" y="8289"/>
                </a:cubicBezTo>
                <a:cubicBezTo>
                  <a:pt x="105016" y="8214"/>
                  <a:pt x="104916" y="8115"/>
                  <a:pt x="104842" y="8065"/>
                </a:cubicBezTo>
                <a:cubicBezTo>
                  <a:pt x="104269" y="7617"/>
                  <a:pt x="103746" y="7219"/>
                  <a:pt x="103249" y="6870"/>
                </a:cubicBezTo>
                <a:cubicBezTo>
                  <a:pt x="103000" y="6696"/>
                  <a:pt x="102751" y="6522"/>
                  <a:pt x="102502" y="6347"/>
                </a:cubicBezTo>
                <a:cubicBezTo>
                  <a:pt x="102477" y="6347"/>
                  <a:pt x="102477" y="6323"/>
                  <a:pt x="102427" y="6323"/>
                </a:cubicBezTo>
                <a:cubicBezTo>
                  <a:pt x="101481" y="5700"/>
                  <a:pt x="100635" y="5178"/>
                  <a:pt x="99938" y="4779"/>
                </a:cubicBezTo>
                <a:cubicBezTo>
                  <a:pt x="99764" y="4705"/>
                  <a:pt x="99614" y="4605"/>
                  <a:pt x="99415" y="4506"/>
                </a:cubicBezTo>
                <a:cubicBezTo>
                  <a:pt x="99291" y="4456"/>
                  <a:pt x="99191" y="4381"/>
                  <a:pt x="99067" y="4331"/>
                </a:cubicBezTo>
                <a:cubicBezTo>
                  <a:pt x="98818" y="4207"/>
                  <a:pt x="98569" y="4082"/>
                  <a:pt x="98295" y="3958"/>
                </a:cubicBezTo>
                <a:cubicBezTo>
                  <a:pt x="98171" y="3883"/>
                  <a:pt x="98046" y="3833"/>
                  <a:pt x="97897" y="3759"/>
                </a:cubicBezTo>
                <a:cubicBezTo>
                  <a:pt x="97648" y="3634"/>
                  <a:pt x="97399" y="3535"/>
                  <a:pt x="97150" y="3410"/>
                </a:cubicBezTo>
                <a:cubicBezTo>
                  <a:pt x="97001" y="3361"/>
                  <a:pt x="96876" y="3286"/>
                  <a:pt x="96702" y="3236"/>
                </a:cubicBezTo>
                <a:cubicBezTo>
                  <a:pt x="96528" y="3137"/>
                  <a:pt x="96329" y="3087"/>
                  <a:pt x="96155" y="2987"/>
                </a:cubicBezTo>
                <a:cubicBezTo>
                  <a:pt x="95756" y="2838"/>
                  <a:pt x="95383" y="2664"/>
                  <a:pt x="95034" y="2539"/>
                </a:cubicBezTo>
                <a:cubicBezTo>
                  <a:pt x="95010" y="2539"/>
                  <a:pt x="95010" y="2514"/>
                  <a:pt x="94960" y="2514"/>
                </a:cubicBezTo>
                <a:cubicBezTo>
                  <a:pt x="94835" y="2464"/>
                  <a:pt x="94711" y="2415"/>
                  <a:pt x="94586" y="2365"/>
                </a:cubicBezTo>
                <a:cubicBezTo>
                  <a:pt x="94188" y="2216"/>
                  <a:pt x="93790" y="2091"/>
                  <a:pt x="93417" y="1967"/>
                </a:cubicBezTo>
                <a:cubicBezTo>
                  <a:pt x="92944" y="1792"/>
                  <a:pt x="92471" y="1668"/>
                  <a:pt x="92048" y="1519"/>
                </a:cubicBezTo>
                <a:cubicBezTo>
                  <a:pt x="92023" y="1519"/>
                  <a:pt x="91973" y="1494"/>
                  <a:pt x="91948" y="1494"/>
                </a:cubicBezTo>
                <a:cubicBezTo>
                  <a:pt x="91052" y="1220"/>
                  <a:pt x="89932" y="996"/>
                  <a:pt x="88861" y="772"/>
                </a:cubicBezTo>
                <a:cubicBezTo>
                  <a:pt x="88737" y="747"/>
                  <a:pt x="88662" y="747"/>
                  <a:pt x="88538" y="722"/>
                </a:cubicBezTo>
                <a:lnTo>
                  <a:pt x="88463" y="722"/>
                </a:lnTo>
                <a:cubicBezTo>
                  <a:pt x="88413" y="722"/>
                  <a:pt x="88364" y="672"/>
                  <a:pt x="88314" y="672"/>
                </a:cubicBezTo>
                <a:cubicBezTo>
                  <a:pt x="88189" y="647"/>
                  <a:pt x="88090" y="647"/>
                  <a:pt x="87965" y="623"/>
                </a:cubicBezTo>
                <a:cubicBezTo>
                  <a:pt x="87368" y="523"/>
                  <a:pt x="86696" y="423"/>
                  <a:pt x="85999" y="349"/>
                </a:cubicBezTo>
                <a:cubicBezTo>
                  <a:pt x="85850" y="299"/>
                  <a:pt x="85700" y="299"/>
                  <a:pt x="85576" y="274"/>
                </a:cubicBezTo>
                <a:lnTo>
                  <a:pt x="85551" y="274"/>
                </a:lnTo>
                <a:lnTo>
                  <a:pt x="84954" y="224"/>
                </a:lnTo>
                <a:cubicBezTo>
                  <a:pt x="83734" y="50"/>
                  <a:pt x="82141" y="0"/>
                  <a:pt x="80647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977" name="Google Shape;977;p52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838775" y="966427"/>
            <a:ext cx="3965997" cy="1963925"/>
          </a:xfrm>
          <a:prstGeom prst="rect">
            <a:avLst/>
          </a:prstGeom>
          <a:noFill/>
          <a:ln>
            <a:noFill/>
          </a:ln>
        </p:spPr>
      </p:pic>
      <p:pic>
        <p:nvPicPr>
          <p:cNvPr id="978" name="Google Shape;978;p52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067062" y="2930347"/>
            <a:ext cx="3965976" cy="1963928"/>
          </a:xfrm>
          <a:prstGeom prst="rect">
            <a:avLst/>
          </a:prstGeom>
          <a:noFill/>
          <a:ln>
            <a:noFill/>
          </a:ln>
        </p:spPr>
      </p:pic>
      <p:sp>
        <p:nvSpPr>
          <p:cNvPr id="979" name="Google Shape;979;p52"/>
          <p:cNvSpPr/>
          <p:nvPr/>
        </p:nvSpPr>
        <p:spPr>
          <a:xfrm>
            <a:off x="1500579" y="2299675"/>
            <a:ext cx="112800" cy="108600"/>
          </a:xfrm>
          <a:prstGeom prst="ellipse">
            <a:avLst/>
          </a:prstGeom>
          <a:solidFill>
            <a:srgbClr val="FF0000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980" name="Google Shape;980;p52"/>
          <p:cNvSpPr/>
          <p:nvPr/>
        </p:nvSpPr>
        <p:spPr>
          <a:xfrm>
            <a:off x="5690054" y="1894088"/>
            <a:ext cx="112800" cy="108600"/>
          </a:xfrm>
          <a:prstGeom prst="ellipse">
            <a:avLst/>
          </a:prstGeom>
          <a:solidFill>
            <a:srgbClr val="FF0000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981" name="Google Shape;981;p52"/>
          <p:cNvSpPr/>
          <p:nvPr/>
        </p:nvSpPr>
        <p:spPr>
          <a:xfrm>
            <a:off x="3823904" y="4172163"/>
            <a:ext cx="112800" cy="108600"/>
          </a:xfrm>
          <a:prstGeom prst="ellipse">
            <a:avLst/>
          </a:prstGeom>
          <a:solidFill>
            <a:srgbClr val="FF0000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Inter"/>
              <a:ea typeface="Inter"/>
              <a:cs typeface="Inter"/>
              <a:sym typeface="Inter"/>
            </a:endParaRPr>
          </a:p>
        </p:txBody>
      </p:sp>
      <p:pic>
        <p:nvPicPr>
          <p:cNvPr id="982" name="Google Shape;982;p52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5153961" y="991714"/>
            <a:ext cx="3837290" cy="1900200"/>
          </a:xfrm>
          <a:prstGeom prst="rect">
            <a:avLst/>
          </a:prstGeom>
          <a:noFill/>
          <a:ln>
            <a:noFill/>
          </a:ln>
        </p:spPr>
      </p:pic>
      <p:sp>
        <p:nvSpPr>
          <p:cNvPr id="983" name="Google Shape;983;p52"/>
          <p:cNvSpPr/>
          <p:nvPr/>
        </p:nvSpPr>
        <p:spPr>
          <a:xfrm>
            <a:off x="5775754" y="1956500"/>
            <a:ext cx="112800" cy="108600"/>
          </a:xfrm>
          <a:prstGeom prst="ellipse">
            <a:avLst/>
          </a:prstGeom>
          <a:solidFill>
            <a:srgbClr val="FF0000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Inter"/>
              <a:ea typeface="Inter"/>
              <a:cs typeface="Inter"/>
              <a:sym typeface="Inter"/>
            </a:endParaRPr>
          </a:p>
        </p:txBody>
      </p:sp>
      <p:grpSp>
        <p:nvGrpSpPr>
          <p:cNvPr id="984" name="Google Shape;984;p52"/>
          <p:cNvGrpSpPr/>
          <p:nvPr/>
        </p:nvGrpSpPr>
        <p:grpSpPr>
          <a:xfrm>
            <a:off x="797300" y="3383975"/>
            <a:ext cx="1521900" cy="856800"/>
            <a:chOff x="797300" y="3383975"/>
            <a:chExt cx="1521900" cy="856800"/>
          </a:xfrm>
        </p:grpSpPr>
        <p:sp>
          <p:nvSpPr>
            <p:cNvPr id="985" name="Google Shape;985;p52"/>
            <p:cNvSpPr txBox="1"/>
            <p:nvPr/>
          </p:nvSpPr>
          <p:spPr>
            <a:xfrm>
              <a:off x="797300" y="3383975"/>
              <a:ext cx="1521900" cy="8568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lang="en">
                  <a:solidFill>
                    <a:schemeClr val="lt2"/>
                  </a:solidFill>
                  <a:latin typeface="Inter"/>
                  <a:ea typeface="Inter"/>
                  <a:cs typeface="Inter"/>
                  <a:sym typeface="Inter"/>
                </a:rPr>
                <a:t>START DATE:</a:t>
              </a:r>
              <a:endParaRPr b="1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endParaRPr>
            </a:p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lang="en">
                  <a:solidFill>
                    <a:schemeClr val="lt2"/>
                  </a:solidFill>
                  <a:latin typeface="Inter"/>
                  <a:ea typeface="Inter"/>
                  <a:cs typeface="Inter"/>
                  <a:sym typeface="Inter"/>
                </a:rPr>
                <a:t>TREND: </a:t>
              </a:r>
              <a:endParaRPr b="1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endParaRPr>
            </a:p>
          </p:txBody>
        </p:sp>
        <p:cxnSp>
          <p:nvCxnSpPr>
            <p:cNvPr id="986" name="Google Shape;986;p52"/>
            <p:cNvCxnSpPr/>
            <p:nvPr/>
          </p:nvCxnSpPr>
          <p:spPr>
            <a:xfrm flipH="1" rot="10800000">
              <a:off x="1659375" y="3788525"/>
              <a:ext cx="259200" cy="5700"/>
            </a:xfrm>
            <a:prstGeom prst="straightConnector1">
              <a:avLst/>
            </a:prstGeom>
            <a:noFill/>
            <a:ln cap="flat" cmpd="sng" w="28575">
              <a:solidFill>
                <a:srgbClr val="0000FF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987" name="Google Shape;987;p52"/>
            <p:cNvSpPr/>
            <p:nvPr/>
          </p:nvSpPr>
          <p:spPr>
            <a:xfrm>
              <a:off x="2081654" y="3523725"/>
              <a:ext cx="112800" cy="108600"/>
            </a:xfrm>
            <a:prstGeom prst="ellipse">
              <a:avLst/>
            </a:prstGeom>
            <a:solidFill>
              <a:srgbClr val="FF0000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</p:grpSp>
      <p:sp>
        <p:nvSpPr>
          <p:cNvPr id="988" name="Google Shape;988;p52"/>
          <p:cNvSpPr txBox="1"/>
          <p:nvPr/>
        </p:nvSpPr>
        <p:spPr>
          <a:xfrm>
            <a:off x="1760811" y="822096"/>
            <a:ext cx="2175900" cy="2745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anchorCtr="0" anchor="t" bIns="90650" lIns="90650" spcFirstLastPara="1" rIns="90650" wrap="square" tIns="9065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893">
                <a:solidFill>
                  <a:schemeClr val="dk2"/>
                </a:solidFill>
                <a:latin typeface="Inter"/>
                <a:ea typeface="Inter"/>
                <a:cs typeface="Inter"/>
                <a:sym typeface="Inter"/>
              </a:rPr>
              <a:t>Oil </a:t>
            </a:r>
            <a:r>
              <a:rPr b="1" lang="en" sz="893">
                <a:solidFill>
                  <a:schemeClr val="dk2"/>
                </a:solidFill>
                <a:latin typeface="Inter"/>
                <a:ea typeface="Inter"/>
                <a:cs typeface="Inter"/>
                <a:sym typeface="Inter"/>
              </a:rPr>
              <a:t>Prices Over Time</a:t>
            </a:r>
            <a:endParaRPr b="1" sz="893">
              <a:solidFill>
                <a:schemeClr val="dk2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989" name="Google Shape;989;p52"/>
          <p:cNvSpPr txBox="1"/>
          <p:nvPr/>
        </p:nvSpPr>
        <p:spPr>
          <a:xfrm>
            <a:off x="6032436" y="822096"/>
            <a:ext cx="2175900" cy="2745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anchorCtr="0" anchor="t" bIns="90650" lIns="90650" spcFirstLastPara="1" rIns="90650" wrap="square" tIns="9065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893">
                <a:solidFill>
                  <a:schemeClr val="dk2"/>
                </a:solidFill>
                <a:latin typeface="Inter"/>
                <a:ea typeface="Inter"/>
                <a:cs typeface="Inter"/>
                <a:sym typeface="Inter"/>
              </a:rPr>
              <a:t>Defense </a:t>
            </a:r>
            <a:r>
              <a:rPr b="1" lang="en" sz="893">
                <a:solidFill>
                  <a:schemeClr val="dk2"/>
                </a:solidFill>
                <a:latin typeface="Inter"/>
                <a:ea typeface="Inter"/>
                <a:cs typeface="Inter"/>
                <a:sym typeface="Inter"/>
              </a:rPr>
              <a:t>Prices Over Time</a:t>
            </a:r>
            <a:endParaRPr b="1" sz="893">
              <a:solidFill>
                <a:schemeClr val="dk2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990" name="Google Shape;990;p52"/>
          <p:cNvSpPr txBox="1"/>
          <p:nvPr/>
        </p:nvSpPr>
        <p:spPr>
          <a:xfrm>
            <a:off x="3962100" y="2784799"/>
            <a:ext cx="2175900" cy="2745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anchorCtr="0" anchor="t" bIns="90650" lIns="90650" spcFirstLastPara="1" rIns="90650" wrap="square" tIns="9065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893">
                <a:solidFill>
                  <a:schemeClr val="dk2"/>
                </a:solidFill>
                <a:latin typeface="Inter"/>
                <a:ea typeface="Inter"/>
                <a:cs typeface="Inter"/>
                <a:sym typeface="Inter"/>
              </a:rPr>
              <a:t>Gold Prices Over Time</a:t>
            </a:r>
            <a:endParaRPr b="1" sz="893">
              <a:solidFill>
                <a:schemeClr val="dk2"/>
              </a:solidFill>
              <a:latin typeface="Inter"/>
              <a:ea typeface="Inter"/>
              <a:cs typeface="Inter"/>
              <a:sym typeface="Inter"/>
            </a:endParaRPr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94" name="Shape 9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95" name="Google Shape;995;p53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4705600" y="1140250"/>
            <a:ext cx="3397905" cy="1682625"/>
          </a:xfrm>
          <a:prstGeom prst="rect">
            <a:avLst/>
          </a:prstGeom>
          <a:noFill/>
          <a:ln>
            <a:noFill/>
          </a:ln>
        </p:spPr>
      </p:pic>
      <p:sp>
        <p:nvSpPr>
          <p:cNvPr id="996" name="Google Shape;996;p53"/>
          <p:cNvSpPr/>
          <p:nvPr/>
        </p:nvSpPr>
        <p:spPr>
          <a:xfrm>
            <a:off x="5333479" y="1401925"/>
            <a:ext cx="112800" cy="108600"/>
          </a:xfrm>
          <a:prstGeom prst="ellipse">
            <a:avLst/>
          </a:prstGeom>
          <a:solidFill>
            <a:srgbClr val="FF0000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997" name="Google Shape;997;p53"/>
          <p:cNvSpPr txBox="1"/>
          <p:nvPr>
            <p:ph type="title"/>
          </p:nvPr>
        </p:nvSpPr>
        <p:spPr>
          <a:xfrm>
            <a:off x="712500" y="242613"/>
            <a:ext cx="7204200" cy="531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Case 5: Iran War</a:t>
            </a:r>
            <a:endParaRPr/>
          </a:p>
        </p:txBody>
      </p:sp>
      <p:pic>
        <p:nvPicPr>
          <p:cNvPr id="998" name="Google Shape;998;p53"/>
          <p:cNvPicPr preferRelativeResize="0"/>
          <p:nvPr/>
        </p:nvPicPr>
        <p:blipFill rotWithShape="1">
          <a:blip r:embed="rId4">
            <a:alphaModFix/>
          </a:blip>
          <a:srcRect b="0" l="0" r="0" t="0"/>
          <a:stretch/>
        </p:blipFill>
        <p:spPr>
          <a:xfrm>
            <a:off x="712500" y="1118325"/>
            <a:ext cx="3698050" cy="1682626"/>
          </a:xfrm>
          <a:prstGeom prst="rect">
            <a:avLst/>
          </a:prstGeom>
          <a:noFill/>
          <a:ln>
            <a:noFill/>
          </a:ln>
        </p:spPr>
      </p:pic>
      <p:sp>
        <p:nvSpPr>
          <p:cNvPr id="999" name="Google Shape;999;p53"/>
          <p:cNvSpPr/>
          <p:nvPr/>
        </p:nvSpPr>
        <p:spPr>
          <a:xfrm>
            <a:off x="1375904" y="2243363"/>
            <a:ext cx="112800" cy="108600"/>
          </a:xfrm>
          <a:prstGeom prst="ellipse">
            <a:avLst/>
          </a:prstGeom>
          <a:solidFill>
            <a:srgbClr val="FF0000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Inter"/>
              <a:ea typeface="Inter"/>
              <a:cs typeface="Inter"/>
              <a:sym typeface="Inter"/>
            </a:endParaRPr>
          </a:p>
        </p:txBody>
      </p:sp>
      <p:pic>
        <p:nvPicPr>
          <p:cNvPr id="1000" name="Google Shape;1000;p53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2701663" y="3037799"/>
            <a:ext cx="3740676" cy="1852375"/>
          </a:xfrm>
          <a:prstGeom prst="rect">
            <a:avLst/>
          </a:prstGeom>
          <a:noFill/>
          <a:ln>
            <a:noFill/>
          </a:ln>
        </p:spPr>
      </p:pic>
      <p:sp>
        <p:nvSpPr>
          <p:cNvPr id="1001" name="Google Shape;1001;p53"/>
          <p:cNvSpPr/>
          <p:nvPr/>
        </p:nvSpPr>
        <p:spPr>
          <a:xfrm>
            <a:off x="3489729" y="3234975"/>
            <a:ext cx="112800" cy="108600"/>
          </a:xfrm>
          <a:prstGeom prst="ellipse">
            <a:avLst/>
          </a:prstGeom>
          <a:solidFill>
            <a:srgbClr val="FF0000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1002" name="Google Shape;1002;p53"/>
          <p:cNvSpPr txBox="1"/>
          <p:nvPr/>
        </p:nvSpPr>
        <p:spPr>
          <a:xfrm>
            <a:off x="1633511" y="947771"/>
            <a:ext cx="2175900" cy="2745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anchorCtr="0" anchor="t" bIns="90650" lIns="90650" spcFirstLastPara="1" rIns="90650" wrap="square" tIns="9065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893">
                <a:solidFill>
                  <a:schemeClr val="dk2"/>
                </a:solidFill>
                <a:latin typeface="Inter"/>
                <a:ea typeface="Inter"/>
                <a:cs typeface="Inter"/>
                <a:sym typeface="Inter"/>
              </a:rPr>
              <a:t>Oil </a:t>
            </a:r>
            <a:r>
              <a:rPr b="1" lang="en" sz="893">
                <a:solidFill>
                  <a:schemeClr val="dk2"/>
                </a:solidFill>
                <a:latin typeface="Inter"/>
                <a:ea typeface="Inter"/>
                <a:cs typeface="Inter"/>
                <a:sym typeface="Inter"/>
              </a:rPr>
              <a:t>Prices Over Time</a:t>
            </a:r>
            <a:endParaRPr b="1" sz="893">
              <a:solidFill>
                <a:schemeClr val="dk2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1003" name="Google Shape;1003;p53"/>
          <p:cNvSpPr txBox="1"/>
          <p:nvPr/>
        </p:nvSpPr>
        <p:spPr>
          <a:xfrm>
            <a:off x="5474086" y="947771"/>
            <a:ext cx="2175900" cy="2745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anchorCtr="0" anchor="t" bIns="90650" lIns="90650" spcFirstLastPara="1" rIns="90650" wrap="square" tIns="9065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893">
                <a:solidFill>
                  <a:schemeClr val="dk2"/>
                </a:solidFill>
                <a:latin typeface="Inter"/>
                <a:ea typeface="Inter"/>
                <a:cs typeface="Inter"/>
                <a:sym typeface="Inter"/>
              </a:rPr>
              <a:t>Defense </a:t>
            </a:r>
            <a:r>
              <a:rPr b="1" lang="en" sz="893">
                <a:solidFill>
                  <a:schemeClr val="dk2"/>
                </a:solidFill>
                <a:latin typeface="Inter"/>
                <a:ea typeface="Inter"/>
                <a:cs typeface="Inter"/>
                <a:sym typeface="Inter"/>
              </a:rPr>
              <a:t>Prices Over Time</a:t>
            </a:r>
            <a:endParaRPr b="1" sz="893">
              <a:solidFill>
                <a:schemeClr val="dk2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1004" name="Google Shape;1004;p53"/>
          <p:cNvSpPr txBox="1"/>
          <p:nvPr/>
        </p:nvSpPr>
        <p:spPr>
          <a:xfrm>
            <a:off x="3562336" y="2880708"/>
            <a:ext cx="2175900" cy="2745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anchorCtr="0" anchor="t" bIns="90650" lIns="90650" spcFirstLastPara="1" rIns="90650" wrap="square" tIns="9065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893">
                <a:solidFill>
                  <a:schemeClr val="dk2"/>
                </a:solidFill>
                <a:latin typeface="Inter"/>
                <a:ea typeface="Inter"/>
                <a:cs typeface="Inter"/>
                <a:sym typeface="Inter"/>
              </a:rPr>
              <a:t>Gold Prices </a:t>
            </a:r>
            <a:r>
              <a:rPr b="1" lang="en" sz="893">
                <a:solidFill>
                  <a:schemeClr val="dk2"/>
                </a:solidFill>
                <a:latin typeface="Inter"/>
                <a:ea typeface="Inter"/>
                <a:cs typeface="Inter"/>
                <a:sym typeface="Inter"/>
              </a:rPr>
              <a:t>Over Time</a:t>
            </a:r>
            <a:endParaRPr b="1" sz="893">
              <a:solidFill>
                <a:schemeClr val="dk2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grpSp>
        <p:nvGrpSpPr>
          <p:cNvPr id="1005" name="Google Shape;1005;p53"/>
          <p:cNvGrpSpPr/>
          <p:nvPr/>
        </p:nvGrpSpPr>
        <p:grpSpPr>
          <a:xfrm>
            <a:off x="797300" y="3383975"/>
            <a:ext cx="1521900" cy="856800"/>
            <a:chOff x="797300" y="3383975"/>
            <a:chExt cx="1521900" cy="856800"/>
          </a:xfrm>
        </p:grpSpPr>
        <p:sp>
          <p:nvSpPr>
            <p:cNvPr id="1006" name="Google Shape;1006;p53"/>
            <p:cNvSpPr txBox="1"/>
            <p:nvPr/>
          </p:nvSpPr>
          <p:spPr>
            <a:xfrm>
              <a:off x="797300" y="3383975"/>
              <a:ext cx="1521900" cy="8568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lang="en">
                  <a:solidFill>
                    <a:schemeClr val="lt2"/>
                  </a:solidFill>
                  <a:latin typeface="Inter"/>
                  <a:ea typeface="Inter"/>
                  <a:cs typeface="Inter"/>
                  <a:sym typeface="Inter"/>
                </a:rPr>
                <a:t>START DATE:</a:t>
              </a:r>
              <a:endParaRPr b="1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endParaRPr>
            </a:p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lang="en">
                  <a:solidFill>
                    <a:schemeClr val="lt2"/>
                  </a:solidFill>
                  <a:latin typeface="Inter"/>
                  <a:ea typeface="Inter"/>
                  <a:cs typeface="Inter"/>
                  <a:sym typeface="Inter"/>
                </a:rPr>
                <a:t>TREND: </a:t>
              </a:r>
              <a:endParaRPr b="1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endParaRPr>
            </a:p>
          </p:txBody>
        </p:sp>
        <p:cxnSp>
          <p:nvCxnSpPr>
            <p:cNvPr id="1007" name="Google Shape;1007;p53"/>
            <p:cNvCxnSpPr/>
            <p:nvPr/>
          </p:nvCxnSpPr>
          <p:spPr>
            <a:xfrm flipH="1" rot="10800000">
              <a:off x="1659375" y="3788525"/>
              <a:ext cx="259200" cy="5700"/>
            </a:xfrm>
            <a:prstGeom prst="straightConnector1">
              <a:avLst/>
            </a:prstGeom>
            <a:noFill/>
            <a:ln cap="flat" cmpd="sng" w="28575">
              <a:solidFill>
                <a:srgbClr val="0000FF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1008" name="Google Shape;1008;p53"/>
            <p:cNvSpPr/>
            <p:nvPr/>
          </p:nvSpPr>
          <p:spPr>
            <a:xfrm>
              <a:off x="2081654" y="3523725"/>
              <a:ext cx="112800" cy="108600"/>
            </a:xfrm>
            <a:prstGeom prst="ellipse">
              <a:avLst/>
            </a:prstGeom>
            <a:solidFill>
              <a:srgbClr val="FF0000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</p:grp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012" name="Shape 10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3" name="Google Shape;1013;p54"/>
          <p:cNvSpPr txBox="1"/>
          <p:nvPr>
            <p:ph type="title"/>
          </p:nvPr>
        </p:nvSpPr>
        <p:spPr>
          <a:xfrm>
            <a:off x="3239225" y="755700"/>
            <a:ext cx="4770600" cy="3632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/>
              <a:t>Which sectors have winning and losing tendencies during war? (energy, defense, airlines, and the broad index)</a:t>
            </a:r>
            <a:endParaRPr sz="2000"/>
          </a:p>
        </p:txBody>
      </p:sp>
      <p:sp>
        <p:nvSpPr>
          <p:cNvPr id="1014" name="Google Shape;1014;p54"/>
          <p:cNvSpPr txBox="1"/>
          <p:nvPr>
            <p:ph idx="2" type="title"/>
          </p:nvPr>
        </p:nvSpPr>
        <p:spPr>
          <a:xfrm>
            <a:off x="1227150" y="754863"/>
            <a:ext cx="2076000" cy="1083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06</a:t>
            </a:r>
            <a:endParaRPr/>
          </a:p>
        </p:txBody>
      </p:sp>
      <p:sp>
        <p:nvSpPr>
          <p:cNvPr id="1015" name="Google Shape;1015;p54"/>
          <p:cNvSpPr/>
          <p:nvPr/>
        </p:nvSpPr>
        <p:spPr>
          <a:xfrm rot="1913091">
            <a:off x="-904286" y="2414166"/>
            <a:ext cx="3710747" cy="3662319"/>
          </a:xfrm>
          <a:custGeom>
            <a:rect b="b" l="l" r="r" t="t"/>
            <a:pathLst>
              <a:path extrusionOk="0" h="116764" w="118308">
                <a:moveTo>
                  <a:pt x="85119" y="611"/>
                </a:moveTo>
                <a:cubicBezTo>
                  <a:pt x="85338" y="611"/>
                  <a:pt x="85543" y="623"/>
                  <a:pt x="85725" y="623"/>
                </a:cubicBezTo>
                <a:lnTo>
                  <a:pt x="85850" y="623"/>
                </a:lnTo>
                <a:lnTo>
                  <a:pt x="86596" y="722"/>
                </a:lnTo>
                <a:cubicBezTo>
                  <a:pt x="87119" y="772"/>
                  <a:pt x="87642" y="871"/>
                  <a:pt x="88214" y="971"/>
                </a:cubicBezTo>
                <a:cubicBezTo>
                  <a:pt x="88314" y="996"/>
                  <a:pt x="88389" y="996"/>
                  <a:pt x="88488" y="1021"/>
                </a:cubicBezTo>
                <a:cubicBezTo>
                  <a:pt x="88861" y="1095"/>
                  <a:pt x="89260" y="1195"/>
                  <a:pt x="89633" y="1270"/>
                </a:cubicBezTo>
                <a:cubicBezTo>
                  <a:pt x="89807" y="1320"/>
                  <a:pt x="89982" y="1369"/>
                  <a:pt x="90131" y="1394"/>
                </a:cubicBezTo>
                <a:cubicBezTo>
                  <a:pt x="90230" y="1444"/>
                  <a:pt x="90305" y="1469"/>
                  <a:pt x="90380" y="1469"/>
                </a:cubicBezTo>
                <a:cubicBezTo>
                  <a:pt x="90547" y="1493"/>
                  <a:pt x="90691" y="1562"/>
                  <a:pt x="90812" y="1590"/>
                </a:cubicBezTo>
                <a:lnTo>
                  <a:pt x="90812" y="1590"/>
                </a:lnTo>
                <a:cubicBezTo>
                  <a:pt x="90120" y="1441"/>
                  <a:pt x="89428" y="1269"/>
                  <a:pt x="88712" y="1145"/>
                </a:cubicBezTo>
                <a:cubicBezTo>
                  <a:pt x="88637" y="1145"/>
                  <a:pt x="88563" y="1120"/>
                  <a:pt x="88488" y="1120"/>
                </a:cubicBezTo>
                <a:lnTo>
                  <a:pt x="87940" y="1021"/>
                </a:lnTo>
                <a:cubicBezTo>
                  <a:pt x="87219" y="896"/>
                  <a:pt x="86273" y="772"/>
                  <a:pt x="85451" y="697"/>
                </a:cubicBezTo>
                <a:lnTo>
                  <a:pt x="84904" y="623"/>
                </a:lnTo>
                <a:lnTo>
                  <a:pt x="84779" y="623"/>
                </a:lnTo>
                <a:cubicBezTo>
                  <a:pt x="84895" y="614"/>
                  <a:pt x="85009" y="611"/>
                  <a:pt x="85119" y="611"/>
                </a:cubicBezTo>
                <a:close/>
                <a:moveTo>
                  <a:pt x="81195" y="573"/>
                </a:moveTo>
                <a:cubicBezTo>
                  <a:pt x="81693" y="573"/>
                  <a:pt x="82216" y="598"/>
                  <a:pt x="82713" y="598"/>
                </a:cubicBezTo>
                <a:cubicBezTo>
                  <a:pt x="79726" y="598"/>
                  <a:pt x="76590" y="971"/>
                  <a:pt x="73304" y="1718"/>
                </a:cubicBezTo>
                <a:cubicBezTo>
                  <a:pt x="73155" y="1718"/>
                  <a:pt x="72981" y="1718"/>
                  <a:pt x="72807" y="1743"/>
                </a:cubicBezTo>
                <a:cubicBezTo>
                  <a:pt x="75744" y="1071"/>
                  <a:pt x="78532" y="697"/>
                  <a:pt x="81195" y="573"/>
                </a:cubicBezTo>
                <a:close/>
                <a:moveTo>
                  <a:pt x="80996" y="349"/>
                </a:moveTo>
                <a:cubicBezTo>
                  <a:pt x="81245" y="349"/>
                  <a:pt x="81469" y="349"/>
                  <a:pt x="81718" y="374"/>
                </a:cubicBezTo>
                <a:cubicBezTo>
                  <a:pt x="81568" y="374"/>
                  <a:pt x="81369" y="374"/>
                  <a:pt x="81220" y="399"/>
                </a:cubicBezTo>
                <a:lnTo>
                  <a:pt x="80747" y="399"/>
                </a:lnTo>
                <a:cubicBezTo>
                  <a:pt x="80025" y="399"/>
                  <a:pt x="79378" y="423"/>
                  <a:pt x="78781" y="473"/>
                </a:cubicBezTo>
                <a:cubicBezTo>
                  <a:pt x="77113" y="548"/>
                  <a:pt x="74997" y="747"/>
                  <a:pt x="73504" y="921"/>
                </a:cubicBezTo>
                <a:cubicBezTo>
                  <a:pt x="72309" y="1095"/>
                  <a:pt x="70790" y="1369"/>
                  <a:pt x="70019" y="1519"/>
                </a:cubicBezTo>
                <a:cubicBezTo>
                  <a:pt x="69397" y="1643"/>
                  <a:pt x="68799" y="1768"/>
                  <a:pt x="68202" y="1917"/>
                </a:cubicBezTo>
                <a:lnTo>
                  <a:pt x="67903" y="1917"/>
                </a:lnTo>
                <a:cubicBezTo>
                  <a:pt x="68177" y="1817"/>
                  <a:pt x="68451" y="1743"/>
                  <a:pt x="68749" y="1693"/>
                </a:cubicBezTo>
                <a:lnTo>
                  <a:pt x="68799" y="1693"/>
                </a:lnTo>
                <a:cubicBezTo>
                  <a:pt x="70542" y="1270"/>
                  <a:pt x="72184" y="996"/>
                  <a:pt x="73678" y="797"/>
                </a:cubicBezTo>
                <a:cubicBezTo>
                  <a:pt x="75146" y="623"/>
                  <a:pt x="77113" y="473"/>
                  <a:pt x="78706" y="374"/>
                </a:cubicBezTo>
                <a:cubicBezTo>
                  <a:pt x="79204" y="349"/>
                  <a:pt x="79702" y="349"/>
                  <a:pt x="80125" y="349"/>
                </a:cubicBezTo>
                <a:close/>
                <a:moveTo>
                  <a:pt x="77586" y="697"/>
                </a:moveTo>
                <a:cubicBezTo>
                  <a:pt x="75669" y="946"/>
                  <a:pt x="73728" y="1320"/>
                  <a:pt x="71662" y="1817"/>
                </a:cubicBezTo>
                <a:cubicBezTo>
                  <a:pt x="71064" y="1867"/>
                  <a:pt x="70492" y="1942"/>
                  <a:pt x="69870" y="1992"/>
                </a:cubicBezTo>
                <a:cubicBezTo>
                  <a:pt x="69546" y="1942"/>
                  <a:pt x="69247" y="1892"/>
                  <a:pt x="68924" y="1892"/>
                </a:cubicBezTo>
                <a:cubicBezTo>
                  <a:pt x="69272" y="1817"/>
                  <a:pt x="69646" y="1743"/>
                  <a:pt x="70019" y="1693"/>
                </a:cubicBezTo>
                <a:cubicBezTo>
                  <a:pt x="70815" y="1519"/>
                  <a:pt x="72309" y="1220"/>
                  <a:pt x="73504" y="1095"/>
                </a:cubicBezTo>
                <a:cubicBezTo>
                  <a:pt x="74649" y="946"/>
                  <a:pt x="76167" y="822"/>
                  <a:pt x="77586" y="697"/>
                </a:cubicBezTo>
                <a:close/>
                <a:moveTo>
                  <a:pt x="72284" y="1942"/>
                </a:moveTo>
                <a:cubicBezTo>
                  <a:pt x="72184" y="1967"/>
                  <a:pt x="72035" y="1992"/>
                  <a:pt x="71911" y="2016"/>
                </a:cubicBezTo>
                <a:cubicBezTo>
                  <a:pt x="71736" y="2016"/>
                  <a:pt x="71537" y="2066"/>
                  <a:pt x="71363" y="2066"/>
                </a:cubicBezTo>
                <a:cubicBezTo>
                  <a:pt x="71463" y="2016"/>
                  <a:pt x="71562" y="1992"/>
                  <a:pt x="71687" y="1967"/>
                </a:cubicBezTo>
                <a:cubicBezTo>
                  <a:pt x="71886" y="1942"/>
                  <a:pt x="72110" y="1942"/>
                  <a:pt x="72284" y="1942"/>
                </a:cubicBezTo>
                <a:close/>
                <a:moveTo>
                  <a:pt x="68508" y="2070"/>
                </a:moveTo>
                <a:cubicBezTo>
                  <a:pt x="68737" y="2070"/>
                  <a:pt x="68967" y="2099"/>
                  <a:pt x="69173" y="2116"/>
                </a:cubicBezTo>
                <a:cubicBezTo>
                  <a:pt x="69073" y="2116"/>
                  <a:pt x="68973" y="2141"/>
                  <a:pt x="68874" y="2141"/>
                </a:cubicBezTo>
                <a:cubicBezTo>
                  <a:pt x="68712" y="2128"/>
                  <a:pt x="68557" y="2122"/>
                  <a:pt x="68401" y="2122"/>
                </a:cubicBezTo>
                <a:cubicBezTo>
                  <a:pt x="68245" y="2122"/>
                  <a:pt x="68090" y="2128"/>
                  <a:pt x="67928" y="2141"/>
                </a:cubicBezTo>
                <a:cubicBezTo>
                  <a:pt x="68028" y="2116"/>
                  <a:pt x="68127" y="2116"/>
                  <a:pt x="68202" y="2091"/>
                </a:cubicBezTo>
                <a:cubicBezTo>
                  <a:pt x="68302" y="2076"/>
                  <a:pt x="68405" y="2070"/>
                  <a:pt x="68508" y="2070"/>
                </a:cubicBezTo>
                <a:close/>
                <a:moveTo>
                  <a:pt x="69870" y="2166"/>
                </a:moveTo>
                <a:cubicBezTo>
                  <a:pt x="69919" y="2216"/>
                  <a:pt x="70019" y="2216"/>
                  <a:pt x="70069" y="2216"/>
                </a:cubicBezTo>
                <a:cubicBezTo>
                  <a:pt x="70019" y="2216"/>
                  <a:pt x="69919" y="2240"/>
                  <a:pt x="69870" y="2240"/>
                </a:cubicBezTo>
                <a:cubicBezTo>
                  <a:pt x="69795" y="2240"/>
                  <a:pt x="69695" y="2216"/>
                  <a:pt x="69646" y="2216"/>
                </a:cubicBezTo>
                <a:cubicBezTo>
                  <a:pt x="69695" y="2216"/>
                  <a:pt x="69795" y="2166"/>
                  <a:pt x="69870" y="2166"/>
                </a:cubicBezTo>
                <a:close/>
                <a:moveTo>
                  <a:pt x="70691" y="2340"/>
                </a:moveTo>
                <a:cubicBezTo>
                  <a:pt x="70666" y="2340"/>
                  <a:pt x="70591" y="2365"/>
                  <a:pt x="70566" y="2365"/>
                </a:cubicBezTo>
                <a:cubicBezTo>
                  <a:pt x="70558" y="2365"/>
                  <a:pt x="70547" y="2362"/>
                  <a:pt x="70535" y="2359"/>
                </a:cubicBezTo>
                <a:lnTo>
                  <a:pt x="70535" y="2359"/>
                </a:lnTo>
                <a:cubicBezTo>
                  <a:pt x="70537" y="2359"/>
                  <a:pt x="70539" y="2359"/>
                  <a:pt x="70542" y="2359"/>
                </a:cubicBezTo>
                <a:cubicBezTo>
                  <a:pt x="70573" y="2359"/>
                  <a:pt x="70604" y="2352"/>
                  <a:pt x="70641" y="2340"/>
                </a:cubicBezTo>
                <a:close/>
                <a:moveTo>
                  <a:pt x="67057" y="2141"/>
                </a:moveTo>
                <a:cubicBezTo>
                  <a:pt x="66310" y="2340"/>
                  <a:pt x="65663" y="2514"/>
                  <a:pt x="65041" y="2713"/>
                </a:cubicBezTo>
                <a:cubicBezTo>
                  <a:pt x="65140" y="2664"/>
                  <a:pt x="65190" y="2639"/>
                  <a:pt x="65290" y="2614"/>
                </a:cubicBezTo>
                <a:cubicBezTo>
                  <a:pt x="65314" y="2614"/>
                  <a:pt x="65339" y="2589"/>
                  <a:pt x="65389" y="2589"/>
                </a:cubicBezTo>
                <a:cubicBezTo>
                  <a:pt x="65762" y="2464"/>
                  <a:pt x="66136" y="2340"/>
                  <a:pt x="66509" y="2240"/>
                </a:cubicBezTo>
                <a:cubicBezTo>
                  <a:pt x="66559" y="2240"/>
                  <a:pt x="66634" y="2216"/>
                  <a:pt x="66683" y="2216"/>
                </a:cubicBezTo>
                <a:lnTo>
                  <a:pt x="66708" y="2216"/>
                </a:lnTo>
                <a:cubicBezTo>
                  <a:pt x="66833" y="2166"/>
                  <a:pt x="66932" y="2166"/>
                  <a:pt x="67057" y="2141"/>
                </a:cubicBezTo>
                <a:close/>
                <a:moveTo>
                  <a:pt x="67729" y="2340"/>
                </a:moveTo>
                <a:cubicBezTo>
                  <a:pt x="67007" y="2464"/>
                  <a:pt x="66211" y="2639"/>
                  <a:pt x="65439" y="2838"/>
                </a:cubicBezTo>
                <a:cubicBezTo>
                  <a:pt x="65812" y="2713"/>
                  <a:pt x="66161" y="2589"/>
                  <a:pt x="66559" y="2514"/>
                </a:cubicBezTo>
                <a:cubicBezTo>
                  <a:pt x="66932" y="2440"/>
                  <a:pt x="67331" y="2365"/>
                  <a:pt x="67729" y="2340"/>
                </a:cubicBezTo>
                <a:close/>
                <a:moveTo>
                  <a:pt x="82881" y="760"/>
                </a:moveTo>
                <a:cubicBezTo>
                  <a:pt x="84830" y="760"/>
                  <a:pt x="86687" y="922"/>
                  <a:pt x="88438" y="1245"/>
                </a:cubicBezTo>
                <a:cubicBezTo>
                  <a:pt x="88538" y="1270"/>
                  <a:pt x="88613" y="1270"/>
                  <a:pt x="88712" y="1320"/>
                </a:cubicBezTo>
                <a:cubicBezTo>
                  <a:pt x="89135" y="1394"/>
                  <a:pt x="89608" y="1494"/>
                  <a:pt x="90006" y="1618"/>
                </a:cubicBezTo>
                <a:cubicBezTo>
                  <a:pt x="89795" y="1606"/>
                  <a:pt x="89577" y="1600"/>
                  <a:pt x="89356" y="1600"/>
                </a:cubicBezTo>
                <a:cubicBezTo>
                  <a:pt x="89135" y="1600"/>
                  <a:pt x="88911" y="1606"/>
                  <a:pt x="88687" y="1618"/>
                </a:cubicBezTo>
                <a:cubicBezTo>
                  <a:pt x="86646" y="1718"/>
                  <a:pt x="84630" y="2191"/>
                  <a:pt x="82713" y="2987"/>
                </a:cubicBezTo>
                <a:cubicBezTo>
                  <a:pt x="80302" y="2136"/>
                  <a:pt x="77643" y="1689"/>
                  <a:pt x="74737" y="1689"/>
                </a:cubicBezTo>
                <a:cubicBezTo>
                  <a:pt x="74584" y="1689"/>
                  <a:pt x="74430" y="1690"/>
                  <a:pt x="74275" y="1693"/>
                </a:cubicBezTo>
                <a:cubicBezTo>
                  <a:pt x="77298" y="1071"/>
                  <a:pt x="80178" y="760"/>
                  <a:pt x="82881" y="760"/>
                </a:cubicBezTo>
                <a:close/>
                <a:moveTo>
                  <a:pt x="89362" y="1797"/>
                </a:moveTo>
                <a:cubicBezTo>
                  <a:pt x="89882" y="1797"/>
                  <a:pt x="90392" y="1832"/>
                  <a:pt x="90903" y="1867"/>
                </a:cubicBezTo>
                <a:cubicBezTo>
                  <a:pt x="91027" y="1867"/>
                  <a:pt x="91102" y="1892"/>
                  <a:pt x="91201" y="1942"/>
                </a:cubicBezTo>
                <a:cubicBezTo>
                  <a:pt x="90670" y="1875"/>
                  <a:pt x="90128" y="1842"/>
                  <a:pt x="89575" y="1842"/>
                </a:cubicBezTo>
                <a:cubicBezTo>
                  <a:pt x="89298" y="1842"/>
                  <a:pt x="89019" y="1851"/>
                  <a:pt x="88737" y="1867"/>
                </a:cubicBezTo>
                <a:cubicBezTo>
                  <a:pt x="86820" y="1967"/>
                  <a:pt x="84929" y="2390"/>
                  <a:pt x="83087" y="3112"/>
                </a:cubicBezTo>
                <a:cubicBezTo>
                  <a:pt x="83062" y="3112"/>
                  <a:pt x="83012" y="3087"/>
                  <a:pt x="82987" y="3087"/>
                </a:cubicBezTo>
                <a:cubicBezTo>
                  <a:pt x="84854" y="2340"/>
                  <a:pt x="86795" y="1892"/>
                  <a:pt x="88712" y="1817"/>
                </a:cubicBezTo>
                <a:cubicBezTo>
                  <a:pt x="88931" y="1803"/>
                  <a:pt x="89147" y="1797"/>
                  <a:pt x="89362" y="1797"/>
                </a:cubicBezTo>
                <a:close/>
                <a:moveTo>
                  <a:pt x="74489" y="1870"/>
                </a:moveTo>
                <a:cubicBezTo>
                  <a:pt x="77392" y="1870"/>
                  <a:pt x="80073" y="2278"/>
                  <a:pt x="82464" y="3112"/>
                </a:cubicBezTo>
                <a:cubicBezTo>
                  <a:pt x="82464" y="3112"/>
                  <a:pt x="82440" y="3137"/>
                  <a:pt x="82390" y="3137"/>
                </a:cubicBezTo>
                <a:cubicBezTo>
                  <a:pt x="80063" y="2319"/>
                  <a:pt x="77437" y="1925"/>
                  <a:pt x="74599" y="1925"/>
                </a:cubicBezTo>
                <a:cubicBezTo>
                  <a:pt x="74067" y="1925"/>
                  <a:pt x="73527" y="1939"/>
                  <a:pt x="72981" y="1967"/>
                </a:cubicBezTo>
                <a:cubicBezTo>
                  <a:pt x="73080" y="1917"/>
                  <a:pt x="73180" y="1892"/>
                  <a:pt x="73304" y="1892"/>
                </a:cubicBezTo>
                <a:cubicBezTo>
                  <a:pt x="73703" y="1877"/>
                  <a:pt x="74098" y="1870"/>
                  <a:pt x="74489" y="1870"/>
                </a:cubicBezTo>
                <a:close/>
                <a:moveTo>
                  <a:pt x="82763" y="3211"/>
                </a:moveTo>
                <a:cubicBezTo>
                  <a:pt x="82813" y="3211"/>
                  <a:pt x="82838" y="3236"/>
                  <a:pt x="82863" y="3236"/>
                </a:cubicBezTo>
                <a:cubicBezTo>
                  <a:pt x="82838" y="3236"/>
                  <a:pt x="82813" y="3261"/>
                  <a:pt x="82763" y="3261"/>
                </a:cubicBezTo>
                <a:lnTo>
                  <a:pt x="82738" y="3261"/>
                </a:lnTo>
                <a:cubicBezTo>
                  <a:pt x="82713" y="3236"/>
                  <a:pt x="82688" y="3236"/>
                  <a:pt x="82688" y="3236"/>
                </a:cubicBezTo>
                <a:cubicBezTo>
                  <a:pt x="82713" y="3236"/>
                  <a:pt x="82738" y="3211"/>
                  <a:pt x="82763" y="3211"/>
                </a:cubicBezTo>
                <a:close/>
                <a:moveTo>
                  <a:pt x="68874" y="2340"/>
                </a:moveTo>
                <a:cubicBezTo>
                  <a:pt x="68949" y="2340"/>
                  <a:pt x="69048" y="2340"/>
                  <a:pt x="69173" y="2365"/>
                </a:cubicBezTo>
                <a:cubicBezTo>
                  <a:pt x="67555" y="2614"/>
                  <a:pt x="65912" y="2962"/>
                  <a:pt x="64219" y="3385"/>
                </a:cubicBezTo>
                <a:cubicBezTo>
                  <a:pt x="64294" y="3336"/>
                  <a:pt x="64393" y="3311"/>
                  <a:pt x="64468" y="3261"/>
                </a:cubicBezTo>
                <a:cubicBezTo>
                  <a:pt x="65962" y="2888"/>
                  <a:pt x="67430" y="2589"/>
                  <a:pt x="68874" y="2340"/>
                </a:cubicBezTo>
                <a:close/>
                <a:moveTo>
                  <a:pt x="93466" y="2315"/>
                </a:moveTo>
                <a:cubicBezTo>
                  <a:pt x="93541" y="2340"/>
                  <a:pt x="93591" y="2340"/>
                  <a:pt x="93665" y="2365"/>
                </a:cubicBezTo>
                <a:cubicBezTo>
                  <a:pt x="93790" y="2390"/>
                  <a:pt x="93914" y="2464"/>
                  <a:pt x="94064" y="2489"/>
                </a:cubicBezTo>
                <a:lnTo>
                  <a:pt x="94636" y="2664"/>
                </a:lnTo>
                <a:cubicBezTo>
                  <a:pt x="95034" y="2788"/>
                  <a:pt x="95408" y="2962"/>
                  <a:pt x="95781" y="3137"/>
                </a:cubicBezTo>
                <a:cubicBezTo>
                  <a:pt x="95831" y="3186"/>
                  <a:pt x="95906" y="3211"/>
                  <a:pt x="95931" y="3211"/>
                </a:cubicBezTo>
                <a:lnTo>
                  <a:pt x="96304" y="3385"/>
                </a:lnTo>
                <a:cubicBezTo>
                  <a:pt x="95308" y="2987"/>
                  <a:pt x="94412" y="2639"/>
                  <a:pt x="93566" y="2390"/>
                </a:cubicBezTo>
                <a:lnTo>
                  <a:pt x="93392" y="2315"/>
                </a:lnTo>
                <a:close/>
                <a:moveTo>
                  <a:pt x="63746" y="3460"/>
                </a:moveTo>
                <a:cubicBezTo>
                  <a:pt x="63697" y="3485"/>
                  <a:pt x="63647" y="3510"/>
                  <a:pt x="63572" y="3585"/>
                </a:cubicBezTo>
                <a:cubicBezTo>
                  <a:pt x="63522" y="3585"/>
                  <a:pt x="63448" y="3585"/>
                  <a:pt x="63373" y="3609"/>
                </a:cubicBezTo>
                <a:cubicBezTo>
                  <a:pt x="63448" y="3585"/>
                  <a:pt x="63473" y="3560"/>
                  <a:pt x="63547" y="3510"/>
                </a:cubicBezTo>
                <a:cubicBezTo>
                  <a:pt x="63597" y="3485"/>
                  <a:pt x="63696" y="3485"/>
                  <a:pt x="63746" y="3460"/>
                </a:cubicBezTo>
                <a:close/>
                <a:moveTo>
                  <a:pt x="64194" y="2888"/>
                </a:moveTo>
                <a:lnTo>
                  <a:pt x="64194" y="2888"/>
                </a:lnTo>
                <a:cubicBezTo>
                  <a:pt x="64169" y="2937"/>
                  <a:pt x="64095" y="2937"/>
                  <a:pt x="64070" y="2962"/>
                </a:cubicBezTo>
                <a:lnTo>
                  <a:pt x="64045" y="2962"/>
                </a:lnTo>
                <a:cubicBezTo>
                  <a:pt x="63995" y="2987"/>
                  <a:pt x="63970" y="2987"/>
                  <a:pt x="63921" y="3012"/>
                </a:cubicBezTo>
                <a:cubicBezTo>
                  <a:pt x="62651" y="3410"/>
                  <a:pt x="61805" y="3709"/>
                  <a:pt x="61606" y="3784"/>
                </a:cubicBezTo>
                <a:cubicBezTo>
                  <a:pt x="61207" y="3958"/>
                  <a:pt x="60809" y="4107"/>
                  <a:pt x="60436" y="4232"/>
                </a:cubicBezTo>
                <a:cubicBezTo>
                  <a:pt x="60183" y="4316"/>
                  <a:pt x="59918" y="4412"/>
                  <a:pt x="59643" y="4504"/>
                </a:cubicBezTo>
                <a:lnTo>
                  <a:pt x="59643" y="4504"/>
                </a:lnTo>
                <a:cubicBezTo>
                  <a:pt x="60223" y="4283"/>
                  <a:pt x="60869" y="4040"/>
                  <a:pt x="61606" y="3759"/>
                </a:cubicBezTo>
                <a:cubicBezTo>
                  <a:pt x="61680" y="3734"/>
                  <a:pt x="61855" y="3684"/>
                  <a:pt x="62103" y="3585"/>
                </a:cubicBezTo>
                <a:cubicBezTo>
                  <a:pt x="62651" y="3385"/>
                  <a:pt x="63348" y="3161"/>
                  <a:pt x="64194" y="2888"/>
                </a:cubicBezTo>
                <a:close/>
                <a:moveTo>
                  <a:pt x="83087" y="3311"/>
                </a:moveTo>
                <a:cubicBezTo>
                  <a:pt x="84257" y="3759"/>
                  <a:pt x="85377" y="4331"/>
                  <a:pt x="86372" y="4978"/>
                </a:cubicBezTo>
                <a:cubicBezTo>
                  <a:pt x="86347" y="5003"/>
                  <a:pt x="86323" y="5003"/>
                  <a:pt x="86298" y="5003"/>
                </a:cubicBezTo>
                <a:cubicBezTo>
                  <a:pt x="85302" y="4356"/>
                  <a:pt x="84182" y="3809"/>
                  <a:pt x="82987" y="3336"/>
                </a:cubicBezTo>
                <a:cubicBezTo>
                  <a:pt x="83012" y="3336"/>
                  <a:pt x="83062" y="3311"/>
                  <a:pt x="83087" y="3311"/>
                </a:cubicBezTo>
                <a:close/>
                <a:moveTo>
                  <a:pt x="68899" y="2589"/>
                </a:moveTo>
                <a:lnTo>
                  <a:pt x="68899" y="2589"/>
                </a:lnTo>
                <a:cubicBezTo>
                  <a:pt x="66659" y="3261"/>
                  <a:pt x="64369" y="4082"/>
                  <a:pt x="62054" y="5078"/>
                </a:cubicBezTo>
                <a:cubicBezTo>
                  <a:pt x="62552" y="4555"/>
                  <a:pt x="63074" y="4107"/>
                  <a:pt x="63647" y="3734"/>
                </a:cubicBezTo>
                <a:cubicBezTo>
                  <a:pt x="65439" y="3236"/>
                  <a:pt x="67181" y="2863"/>
                  <a:pt x="68899" y="2589"/>
                </a:cubicBezTo>
                <a:close/>
                <a:moveTo>
                  <a:pt x="86621" y="5202"/>
                </a:moveTo>
                <a:cubicBezTo>
                  <a:pt x="86671" y="5227"/>
                  <a:pt x="86696" y="5227"/>
                  <a:pt x="86721" y="5252"/>
                </a:cubicBezTo>
                <a:lnTo>
                  <a:pt x="86621" y="5252"/>
                </a:lnTo>
                <a:cubicBezTo>
                  <a:pt x="86596" y="5227"/>
                  <a:pt x="86571" y="5202"/>
                  <a:pt x="86547" y="5202"/>
                </a:cubicBezTo>
                <a:close/>
                <a:moveTo>
                  <a:pt x="63099" y="3858"/>
                </a:moveTo>
                <a:lnTo>
                  <a:pt x="63099" y="3858"/>
                </a:lnTo>
                <a:cubicBezTo>
                  <a:pt x="62576" y="4257"/>
                  <a:pt x="62079" y="4730"/>
                  <a:pt x="61606" y="5227"/>
                </a:cubicBezTo>
                <a:cubicBezTo>
                  <a:pt x="61556" y="5252"/>
                  <a:pt x="61506" y="5252"/>
                  <a:pt x="61456" y="5302"/>
                </a:cubicBezTo>
                <a:cubicBezTo>
                  <a:pt x="61929" y="4754"/>
                  <a:pt x="62402" y="4331"/>
                  <a:pt x="62925" y="3933"/>
                </a:cubicBezTo>
                <a:cubicBezTo>
                  <a:pt x="62975" y="3883"/>
                  <a:pt x="63049" y="3883"/>
                  <a:pt x="63099" y="3858"/>
                </a:cubicBezTo>
                <a:close/>
                <a:moveTo>
                  <a:pt x="69994" y="2464"/>
                </a:moveTo>
                <a:cubicBezTo>
                  <a:pt x="70044" y="2464"/>
                  <a:pt x="70118" y="2489"/>
                  <a:pt x="70168" y="2489"/>
                </a:cubicBezTo>
                <a:cubicBezTo>
                  <a:pt x="67380" y="3261"/>
                  <a:pt x="64518" y="4306"/>
                  <a:pt x="61581" y="5551"/>
                </a:cubicBezTo>
                <a:cubicBezTo>
                  <a:pt x="61606" y="5476"/>
                  <a:pt x="61680" y="5451"/>
                  <a:pt x="61705" y="5377"/>
                </a:cubicBezTo>
                <a:cubicBezTo>
                  <a:pt x="64543" y="4207"/>
                  <a:pt x="67281" y="3236"/>
                  <a:pt x="69994" y="2464"/>
                </a:cubicBezTo>
                <a:close/>
                <a:moveTo>
                  <a:pt x="89101" y="2013"/>
                </a:moveTo>
                <a:cubicBezTo>
                  <a:pt x="90165" y="2013"/>
                  <a:pt x="91191" y="2109"/>
                  <a:pt x="92197" y="2265"/>
                </a:cubicBezTo>
                <a:cubicBezTo>
                  <a:pt x="94387" y="3062"/>
                  <a:pt x="96279" y="4182"/>
                  <a:pt x="97897" y="5551"/>
                </a:cubicBezTo>
                <a:cubicBezTo>
                  <a:pt x="97573" y="5476"/>
                  <a:pt x="97300" y="5377"/>
                  <a:pt x="97001" y="5327"/>
                </a:cubicBezTo>
                <a:cubicBezTo>
                  <a:pt x="96702" y="5252"/>
                  <a:pt x="96428" y="5227"/>
                  <a:pt x="96179" y="5202"/>
                </a:cubicBezTo>
                <a:cubicBezTo>
                  <a:pt x="95806" y="5128"/>
                  <a:pt x="95408" y="5078"/>
                  <a:pt x="95034" y="5003"/>
                </a:cubicBezTo>
                <a:cubicBezTo>
                  <a:pt x="94586" y="4954"/>
                  <a:pt x="94163" y="4929"/>
                  <a:pt x="93715" y="4879"/>
                </a:cubicBezTo>
                <a:cubicBezTo>
                  <a:pt x="93466" y="4854"/>
                  <a:pt x="93217" y="4829"/>
                  <a:pt x="92944" y="4829"/>
                </a:cubicBezTo>
                <a:cubicBezTo>
                  <a:pt x="92222" y="4804"/>
                  <a:pt x="91525" y="4754"/>
                  <a:pt x="90778" y="4754"/>
                </a:cubicBezTo>
                <a:cubicBezTo>
                  <a:pt x="90031" y="4754"/>
                  <a:pt x="89285" y="4804"/>
                  <a:pt x="88488" y="4829"/>
                </a:cubicBezTo>
                <a:cubicBezTo>
                  <a:pt x="88040" y="4854"/>
                  <a:pt x="87542" y="4879"/>
                  <a:pt x="87069" y="4954"/>
                </a:cubicBezTo>
                <a:cubicBezTo>
                  <a:pt x="86945" y="4954"/>
                  <a:pt x="86820" y="4978"/>
                  <a:pt x="86671" y="4978"/>
                </a:cubicBezTo>
                <a:cubicBezTo>
                  <a:pt x="85626" y="4306"/>
                  <a:pt x="84555" y="3709"/>
                  <a:pt x="83336" y="3211"/>
                </a:cubicBezTo>
                <a:cubicBezTo>
                  <a:pt x="85078" y="2514"/>
                  <a:pt x="86920" y="2116"/>
                  <a:pt x="88737" y="2016"/>
                </a:cubicBezTo>
                <a:cubicBezTo>
                  <a:pt x="88859" y="2014"/>
                  <a:pt x="88980" y="2013"/>
                  <a:pt x="89101" y="2013"/>
                </a:cubicBezTo>
                <a:close/>
                <a:moveTo>
                  <a:pt x="93317" y="2514"/>
                </a:moveTo>
                <a:cubicBezTo>
                  <a:pt x="93441" y="2564"/>
                  <a:pt x="93541" y="2589"/>
                  <a:pt x="93665" y="2614"/>
                </a:cubicBezTo>
                <a:cubicBezTo>
                  <a:pt x="95433" y="3435"/>
                  <a:pt x="97026" y="4456"/>
                  <a:pt x="98395" y="5675"/>
                </a:cubicBezTo>
                <a:cubicBezTo>
                  <a:pt x="98345" y="5675"/>
                  <a:pt x="98295" y="5626"/>
                  <a:pt x="98270" y="5626"/>
                </a:cubicBezTo>
                <a:cubicBezTo>
                  <a:pt x="96827" y="4356"/>
                  <a:pt x="95184" y="3311"/>
                  <a:pt x="93317" y="2514"/>
                </a:cubicBezTo>
                <a:close/>
                <a:moveTo>
                  <a:pt x="61332" y="5551"/>
                </a:moveTo>
                <a:lnTo>
                  <a:pt x="61332" y="5551"/>
                </a:lnTo>
                <a:cubicBezTo>
                  <a:pt x="61307" y="5601"/>
                  <a:pt x="61232" y="5626"/>
                  <a:pt x="61207" y="5700"/>
                </a:cubicBezTo>
                <a:cubicBezTo>
                  <a:pt x="61183" y="5725"/>
                  <a:pt x="61108" y="5750"/>
                  <a:pt x="61083" y="5750"/>
                </a:cubicBezTo>
                <a:cubicBezTo>
                  <a:pt x="61108" y="5700"/>
                  <a:pt x="61183" y="5675"/>
                  <a:pt x="61207" y="5601"/>
                </a:cubicBezTo>
                <a:cubicBezTo>
                  <a:pt x="61232" y="5576"/>
                  <a:pt x="61307" y="5576"/>
                  <a:pt x="61332" y="5551"/>
                </a:cubicBezTo>
                <a:close/>
                <a:moveTo>
                  <a:pt x="90728" y="4978"/>
                </a:moveTo>
                <a:cubicBezTo>
                  <a:pt x="91475" y="4978"/>
                  <a:pt x="92197" y="5003"/>
                  <a:pt x="92869" y="5053"/>
                </a:cubicBezTo>
                <a:cubicBezTo>
                  <a:pt x="93242" y="5078"/>
                  <a:pt x="93591" y="5103"/>
                  <a:pt x="93939" y="5128"/>
                </a:cubicBezTo>
                <a:cubicBezTo>
                  <a:pt x="94288" y="5178"/>
                  <a:pt x="94611" y="5202"/>
                  <a:pt x="94935" y="5227"/>
                </a:cubicBezTo>
                <a:cubicBezTo>
                  <a:pt x="95433" y="5302"/>
                  <a:pt x="95931" y="5377"/>
                  <a:pt x="96428" y="5476"/>
                </a:cubicBezTo>
                <a:cubicBezTo>
                  <a:pt x="96578" y="5501"/>
                  <a:pt x="96727" y="5501"/>
                  <a:pt x="96901" y="5551"/>
                </a:cubicBezTo>
                <a:cubicBezTo>
                  <a:pt x="97324" y="5626"/>
                  <a:pt x="97723" y="5725"/>
                  <a:pt x="98146" y="5825"/>
                </a:cubicBezTo>
                <a:lnTo>
                  <a:pt x="98180" y="5870"/>
                </a:lnTo>
                <a:lnTo>
                  <a:pt x="98180" y="5870"/>
                </a:lnTo>
                <a:cubicBezTo>
                  <a:pt x="97761" y="5748"/>
                  <a:pt x="97319" y="5674"/>
                  <a:pt x="96876" y="5576"/>
                </a:cubicBezTo>
                <a:cubicBezTo>
                  <a:pt x="96652" y="5551"/>
                  <a:pt x="96403" y="5501"/>
                  <a:pt x="96179" y="5476"/>
                </a:cubicBezTo>
                <a:cubicBezTo>
                  <a:pt x="95781" y="5427"/>
                  <a:pt x="95383" y="5327"/>
                  <a:pt x="94935" y="5277"/>
                </a:cubicBezTo>
                <a:lnTo>
                  <a:pt x="93914" y="5202"/>
                </a:lnTo>
                <a:cubicBezTo>
                  <a:pt x="93566" y="5153"/>
                  <a:pt x="93267" y="5128"/>
                  <a:pt x="92894" y="5103"/>
                </a:cubicBezTo>
                <a:cubicBezTo>
                  <a:pt x="92197" y="5078"/>
                  <a:pt x="91475" y="5028"/>
                  <a:pt x="90778" y="5028"/>
                </a:cubicBezTo>
                <a:cubicBezTo>
                  <a:pt x="90031" y="5028"/>
                  <a:pt x="89285" y="5078"/>
                  <a:pt x="88538" y="5103"/>
                </a:cubicBezTo>
                <a:cubicBezTo>
                  <a:pt x="88164" y="5128"/>
                  <a:pt x="87791" y="5153"/>
                  <a:pt x="87368" y="5202"/>
                </a:cubicBezTo>
                <a:cubicBezTo>
                  <a:pt x="87244" y="5202"/>
                  <a:pt x="87094" y="5227"/>
                  <a:pt x="86970" y="5227"/>
                </a:cubicBezTo>
                <a:cubicBezTo>
                  <a:pt x="86945" y="5202"/>
                  <a:pt x="86920" y="5202"/>
                  <a:pt x="86870" y="5178"/>
                </a:cubicBezTo>
                <a:lnTo>
                  <a:pt x="86945" y="5178"/>
                </a:lnTo>
                <a:cubicBezTo>
                  <a:pt x="87468" y="5103"/>
                  <a:pt x="87965" y="5078"/>
                  <a:pt x="88463" y="5053"/>
                </a:cubicBezTo>
                <a:cubicBezTo>
                  <a:pt x="89235" y="5003"/>
                  <a:pt x="89982" y="4978"/>
                  <a:pt x="90728" y="4978"/>
                </a:cubicBezTo>
                <a:close/>
                <a:moveTo>
                  <a:pt x="62975" y="3684"/>
                </a:moveTo>
                <a:lnTo>
                  <a:pt x="62975" y="3684"/>
                </a:lnTo>
                <a:cubicBezTo>
                  <a:pt x="62925" y="3709"/>
                  <a:pt x="62900" y="3734"/>
                  <a:pt x="62825" y="3809"/>
                </a:cubicBezTo>
                <a:cubicBezTo>
                  <a:pt x="60809" y="4381"/>
                  <a:pt x="58743" y="5103"/>
                  <a:pt x="56627" y="5974"/>
                </a:cubicBezTo>
                <a:cubicBezTo>
                  <a:pt x="57723" y="5501"/>
                  <a:pt x="58868" y="5053"/>
                  <a:pt x="60560" y="4431"/>
                </a:cubicBezTo>
                <a:cubicBezTo>
                  <a:pt x="61357" y="4132"/>
                  <a:pt x="62178" y="3883"/>
                  <a:pt x="62975" y="3684"/>
                </a:cubicBezTo>
                <a:close/>
                <a:moveTo>
                  <a:pt x="98544" y="5924"/>
                </a:moveTo>
                <a:cubicBezTo>
                  <a:pt x="98569" y="5924"/>
                  <a:pt x="98644" y="5949"/>
                  <a:pt x="98669" y="5949"/>
                </a:cubicBezTo>
                <a:lnTo>
                  <a:pt x="98768" y="6049"/>
                </a:lnTo>
                <a:cubicBezTo>
                  <a:pt x="98718" y="6049"/>
                  <a:pt x="98693" y="6049"/>
                  <a:pt x="98669" y="5999"/>
                </a:cubicBezTo>
                <a:lnTo>
                  <a:pt x="98619" y="5999"/>
                </a:lnTo>
                <a:cubicBezTo>
                  <a:pt x="98619" y="5949"/>
                  <a:pt x="98569" y="5924"/>
                  <a:pt x="98544" y="5924"/>
                </a:cubicBezTo>
                <a:close/>
                <a:moveTo>
                  <a:pt x="94960" y="3062"/>
                </a:moveTo>
                <a:lnTo>
                  <a:pt x="94960" y="3062"/>
                </a:lnTo>
                <a:cubicBezTo>
                  <a:pt x="96752" y="3734"/>
                  <a:pt x="98370" y="4754"/>
                  <a:pt x="99789" y="6074"/>
                </a:cubicBezTo>
                <a:cubicBezTo>
                  <a:pt x="99490" y="5974"/>
                  <a:pt x="99166" y="5850"/>
                  <a:pt x="98868" y="5800"/>
                </a:cubicBezTo>
                <a:cubicBezTo>
                  <a:pt x="98818" y="5800"/>
                  <a:pt x="98793" y="5800"/>
                  <a:pt x="98768" y="5750"/>
                </a:cubicBezTo>
                <a:cubicBezTo>
                  <a:pt x="97648" y="4705"/>
                  <a:pt x="96379" y="3809"/>
                  <a:pt x="94960" y="3062"/>
                </a:cubicBezTo>
                <a:close/>
                <a:moveTo>
                  <a:pt x="74446" y="2122"/>
                </a:moveTo>
                <a:cubicBezTo>
                  <a:pt x="77248" y="2122"/>
                  <a:pt x="79829" y="2490"/>
                  <a:pt x="82141" y="3261"/>
                </a:cubicBezTo>
                <a:cubicBezTo>
                  <a:pt x="80498" y="4008"/>
                  <a:pt x="78930" y="5003"/>
                  <a:pt x="77486" y="6198"/>
                </a:cubicBezTo>
                <a:cubicBezTo>
                  <a:pt x="75520" y="4306"/>
                  <a:pt x="73479" y="3012"/>
                  <a:pt x="71388" y="2365"/>
                </a:cubicBezTo>
                <a:cubicBezTo>
                  <a:pt x="71562" y="2315"/>
                  <a:pt x="71761" y="2265"/>
                  <a:pt x="71935" y="2216"/>
                </a:cubicBezTo>
                <a:cubicBezTo>
                  <a:pt x="72790" y="2154"/>
                  <a:pt x="73628" y="2122"/>
                  <a:pt x="74446" y="2122"/>
                </a:cubicBezTo>
                <a:close/>
                <a:moveTo>
                  <a:pt x="97449" y="4082"/>
                </a:moveTo>
                <a:cubicBezTo>
                  <a:pt x="97648" y="4182"/>
                  <a:pt x="97822" y="4257"/>
                  <a:pt x="97996" y="4331"/>
                </a:cubicBezTo>
                <a:cubicBezTo>
                  <a:pt x="98818" y="4879"/>
                  <a:pt x="99614" y="5501"/>
                  <a:pt x="100311" y="6223"/>
                </a:cubicBezTo>
                <a:cubicBezTo>
                  <a:pt x="100286" y="6223"/>
                  <a:pt x="100237" y="6198"/>
                  <a:pt x="100187" y="6198"/>
                </a:cubicBezTo>
                <a:cubicBezTo>
                  <a:pt x="99365" y="5377"/>
                  <a:pt x="98445" y="4655"/>
                  <a:pt x="97449" y="4082"/>
                </a:cubicBezTo>
                <a:close/>
                <a:moveTo>
                  <a:pt x="71064" y="2464"/>
                </a:moveTo>
                <a:cubicBezTo>
                  <a:pt x="73180" y="3062"/>
                  <a:pt x="75321" y="4356"/>
                  <a:pt x="77362" y="6323"/>
                </a:cubicBezTo>
                <a:cubicBezTo>
                  <a:pt x="77312" y="6323"/>
                  <a:pt x="77312" y="6347"/>
                  <a:pt x="77287" y="6347"/>
                </a:cubicBezTo>
                <a:cubicBezTo>
                  <a:pt x="75246" y="4381"/>
                  <a:pt x="73105" y="3087"/>
                  <a:pt x="70940" y="2489"/>
                </a:cubicBezTo>
                <a:cubicBezTo>
                  <a:pt x="70990" y="2489"/>
                  <a:pt x="71015" y="2464"/>
                  <a:pt x="71064" y="2464"/>
                </a:cubicBezTo>
                <a:close/>
                <a:moveTo>
                  <a:pt x="82440" y="3361"/>
                </a:moveTo>
                <a:cubicBezTo>
                  <a:pt x="82464" y="3361"/>
                  <a:pt x="82489" y="3385"/>
                  <a:pt x="82514" y="3385"/>
                </a:cubicBezTo>
                <a:cubicBezTo>
                  <a:pt x="80822" y="4107"/>
                  <a:pt x="79204" y="5128"/>
                  <a:pt x="77660" y="6372"/>
                </a:cubicBezTo>
                <a:lnTo>
                  <a:pt x="77636" y="6347"/>
                </a:lnTo>
                <a:cubicBezTo>
                  <a:pt x="79129" y="5103"/>
                  <a:pt x="80747" y="4107"/>
                  <a:pt x="82440" y="3361"/>
                </a:cubicBezTo>
                <a:close/>
                <a:moveTo>
                  <a:pt x="99067" y="6049"/>
                </a:moveTo>
                <a:lnTo>
                  <a:pt x="99067" y="6049"/>
                </a:lnTo>
                <a:cubicBezTo>
                  <a:pt x="99415" y="6123"/>
                  <a:pt x="99764" y="6248"/>
                  <a:pt x="100112" y="6347"/>
                </a:cubicBezTo>
                <a:lnTo>
                  <a:pt x="100187" y="6447"/>
                </a:lnTo>
                <a:cubicBezTo>
                  <a:pt x="100162" y="6447"/>
                  <a:pt x="100112" y="6447"/>
                  <a:pt x="100038" y="6422"/>
                </a:cubicBezTo>
                <a:cubicBezTo>
                  <a:pt x="99764" y="6323"/>
                  <a:pt x="99490" y="6223"/>
                  <a:pt x="99166" y="6123"/>
                </a:cubicBezTo>
                <a:lnTo>
                  <a:pt x="99067" y="6049"/>
                </a:lnTo>
                <a:close/>
                <a:moveTo>
                  <a:pt x="77486" y="6447"/>
                </a:moveTo>
                <a:lnTo>
                  <a:pt x="77511" y="6472"/>
                </a:lnTo>
                <a:cubicBezTo>
                  <a:pt x="77486" y="6472"/>
                  <a:pt x="77486" y="6497"/>
                  <a:pt x="77461" y="6497"/>
                </a:cubicBezTo>
                <a:lnTo>
                  <a:pt x="77412" y="6472"/>
                </a:lnTo>
                <a:cubicBezTo>
                  <a:pt x="77461" y="6472"/>
                  <a:pt x="77461" y="6447"/>
                  <a:pt x="77486" y="6447"/>
                </a:cubicBezTo>
                <a:close/>
                <a:moveTo>
                  <a:pt x="82763" y="3460"/>
                </a:moveTo>
                <a:cubicBezTo>
                  <a:pt x="83933" y="3883"/>
                  <a:pt x="85003" y="4431"/>
                  <a:pt x="85999" y="5053"/>
                </a:cubicBezTo>
                <a:cubicBezTo>
                  <a:pt x="83410" y="5352"/>
                  <a:pt x="80722" y="5875"/>
                  <a:pt x="77984" y="6621"/>
                </a:cubicBezTo>
                <a:lnTo>
                  <a:pt x="77810" y="6472"/>
                </a:lnTo>
                <a:cubicBezTo>
                  <a:pt x="79353" y="5227"/>
                  <a:pt x="81021" y="4207"/>
                  <a:pt x="82763" y="3460"/>
                </a:cubicBezTo>
                <a:close/>
                <a:moveTo>
                  <a:pt x="77660" y="6621"/>
                </a:moveTo>
                <a:lnTo>
                  <a:pt x="77760" y="6721"/>
                </a:lnTo>
                <a:cubicBezTo>
                  <a:pt x="77735" y="6721"/>
                  <a:pt x="77710" y="6721"/>
                  <a:pt x="77710" y="6746"/>
                </a:cubicBezTo>
                <a:lnTo>
                  <a:pt x="77611" y="6671"/>
                </a:lnTo>
                <a:cubicBezTo>
                  <a:pt x="77636" y="6671"/>
                  <a:pt x="77636" y="6621"/>
                  <a:pt x="77660" y="6621"/>
                </a:cubicBezTo>
                <a:close/>
                <a:moveTo>
                  <a:pt x="86248" y="5227"/>
                </a:moveTo>
                <a:cubicBezTo>
                  <a:pt x="86298" y="5252"/>
                  <a:pt x="86323" y="5252"/>
                  <a:pt x="86347" y="5302"/>
                </a:cubicBezTo>
                <a:lnTo>
                  <a:pt x="86298" y="5302"/>
                </a:lnTo>
                <a:cubicBezTo>
                  <a:pt x="85725" y="5352"/>
                  <a:pt x="85128" y="5451"/>
                  <a:pt x="84580" y="5501"/>
                </a:cubicBezTo>
                <a:cubicBezTo>
                  <a:pt x="84381" y="5551"/>
                  <a:pt x="84207" y="5576"/>
                  <a:pt x="83983" y="5601"/>
                </a:cubicBezTo>
                <a:cubicBezTo>
                  <a:pt x="83236" y="5725"/>
                  <a:pt x="82464" y="5850"/>
                  <a:pt x="81718" y="5999"/>
                </a:cubicBezTo>
                <a:lnTo>
                  <a:pt x="81693" y="5999"/>
                </a:lnTo>
                <a:cubicBezTo>
                  <a:pt x="80523" y="6248"/>
                  <a:pt x="79353" y="6547"/>
                  <a:pt x="78158" y="6845"/>
                </a:cubicBezTo>
                <a:cubicBezTo>
                  <a:pt x="78133" y="6845"/>
                  <a:pt x="78108" y="6820"/>
                  <a:pt x="78108" y="6820"/>
                </a:cubicBezTo>
                <a:cubicBezTo>
                  <a:pt x="80896" y="6074"/>
                  <a:pt x="83609" y="5501"/>
                  <a:pt x="86223" y="5227"/>
                </a:cubicBezTo>
                <a:close/>
                <a:moveTo>
                  <a:pt x="77262" y="6596"/>
                </a:moveTo>
                <a:cubicBezTo>
                  <a:pt x="77287" y="6621"/>
                  <a:pt x="77337" y="6621"/>
                  <a:pt x="77337" y="6671"/>
                </a:cubicBezTo>
                <a:cubicBezTo>
                  <a:pt x="77237" y="6746"/>
                  <a:pt x="77138" y="6820"/>
                  <a:pt x="77038" y="6920"/>
                </a:cubicBezTo>
                <a:cubicBezTo>
                  <a:pt x="76988" y="6920"/>
                  <a:pt x="76963" y="6945"/>
                  <a:pt x="76889" y="6945"/>
                </a:cubicBezTo>
                <a:cubicBezTo>
                  <a:pt x="77013" y="6820"/>
                  <a:pt x="77138" y="6721"/>
                  <a:pt x="77262" y="6596"/>
                </a:cubicBezTo>
                <a:close/>
                <a:moveTo>
                  <a:pt x="77636" y="6945"/>
                </a:moveTo>
                <a:lnTo>
                  <a:pt x="77660" y="6970"/>
                </a:lnTo>
                <a:cubicBezTo>
                  <a:pt x="77461" y="7044"/>
                  <a:pt x="77262" y="7094"/>
                  <a:pt x="77038" y="7169"/>
                </a:cubicBezTo>
                <a:lnTo>
                  <a:pt x="77138" y="7069"/>
                </a:lnTo>
                <a:cubicBezTo>
                  <a:pt x="77287" y="7044"/>
                  <a:pt x="77461" y="6970"/>
                  <a:pt x="77636" y="6945"/>
                </a:cubicBezTo>
                <a:close/>
                <a:moveTo>
                  <a:pt x="76715" y="7194"/>
                </a:moveTo>
                <a:lnTo>
                  <a:pt x="76615" y="7268"/>
                </a:lnTo>
                <a:cubicBezTo>
                  <a:pt x="76590" y="7293"/>
                  <a:pt x="76540" y="7293"/>
                  <a:pt x="76491" y="7318"/>
                </a:cubicBezTo>
                <a:lnTo>
                  <a:pt x="76590" y="7219"/>
                </a:lnTo>
                <a:cubicBezTo>
                  <a:pt x="76640" y="7219"/>
                  <a:pt x="76665" y="7194"/>
                  <a:pt x="76715" y="7194"/>
                </a:cubicBezTo>
                <a:close/>
                <a:moveTo>
                  <a:pt x="99067" y="4879"/>
                </a:moveTo>
                <a:lnTo>
                  <a:pt x="99067" y="4879"/>
                </a:lnTo>
                <a:cubicBezTo>
                  <a:pt x="99316" y="5003"/>
                  <a:pt x="99540" y="5128"/>
                  <a:pt x="99814" y="5252"/>
                </a:cubicBezTo>
                <a:cubicBezTo>
                  <a:pt x="100784" y="5775"/>
                  <a:pt x="102054" y="6572"/>
                  <a:pt x="103497" y="7592"/>
                </a:cubicBezTo>
                <a:cubicBezTo>
                  <a:pt x="103099" y="7418"/>
                  <a:pt x="102726" y="7194"/>
                  <a:pt x="102352" y="7044"/>
                </a:cubicBezTo>
                <a:cubicBezTo>
                  <a:pt x="102228" y="6970"/>
                  <a:pt x="102054" y="6920"/>
                  <a:pt x="101904" y="6845"/>
                </a:cubicBezTo>
                <a:cubicBezTo>
                  <a:pt x="101531" y="6696"/>
                  <a:pt x="101133" y="6497"/>
                  <a:pt x="100759" y="6372"/>
                </a:cubicBezTo>
                <a:cubicBezTo>
                  <a:pt x="100237" y="5825"/>
                  <a:pt x="99664" y="5327"/>
                  <a:pt x="99067" y="4879"/>
                </a:cubicBezTo>
                <a:close/>
                <a:moveTo>
                  <a:pt x="97648" y="3933"/>
                </a:moveTo>
                <a:cubicBezTo>
                  <a:pt x="97698" y="3933"/>
                  <a:pt x="97797" y="3958"/>
                  <a:pt x="97897" y="4008"/>
                </a:cubicBezTo>
                <a:cubicBezTo>
                  <a:pt x="98021" y="4082"/>
                  <a:pt x="98146" y="4132"/>
                  <a:pt x="98295" y="4207"/>
                </a:cubicBezTo>
                <a:lnTo>
                  <a:pt x="99042" y="4580"/>
                </a:lnTo>
                <a:cubicBezTo>
                  <a:pt x="99166" y="4630"/>
                  <a:pt x="99266" y="4705"/>
                  <a:pt x="99390" y="4754"/>
                </a:cubicBezTo>
                <a:cubicBezTo>
                  <a:pt x="100411" y="5327"/>
                  <a:pt x="101431" y="5924"/>
                  <a:pt x="102402" y="6572"/>
                </a:cubicBezTo>
                <a:cubicBezTo>
                  <a:pt x="102402" y="6572"/>
                  <a:pt x="102427" y="6572"/>
                  <a:pt x="102427" y="6596"/>
                </a:cubicBezTo>
                <a:cubicBezTo>
                  <a:pt x="102726" y="6796"/>
                  <a:pt x="103000" y="6970"/>
                  <a:pt x="103249" y="7144"/>
                </a:cubicBezTo>
                <a:lnTo>
                  <a:pt x="105115" y="8563"/>
                </a:lnTo>
                <a:cubicBezTo>
                  <a:pt x="105120" y="8568"/>
                  <a:pt x="105125" y="8573"/>
                  <a:pt x="105131" y="8578"/>
                </a:cubicBezTo>
                <a:lnTo>
                  <a:pt x="105131" y="8578"/>
                </a:lnTo>
                <a:cubicBezTo>
                  <a:pt x="105094" y="8558"/>
                  <a:pt x="105059" y="8532"/>
                  <a:pt x="105016" y="8488"/>
                </a:cubicBezTo>
                <a:lnTo>
                  <a:pt x="104966" y="8488"/>
                </a:lnTo>
                <a:cubicBezTo>
                  <a:pt x="104866" y="8438"/>
                  <a:pt x="104792" y="8413"/>
                  <a:pt x="104717" y="8339"/>
                </a:cubicBezTo>
                <a:cubicBezTo>
                  <a:pt x="102800" y="6820"/>
                  <a:pt x="101058" y="5750"/>
                  <a:pt x="99863" y="5103"/>
                </a:cubicBezTo>
                <a:cubicBezTo>
                  <a:pt x="99241" y="4754"/>
                  <a:pt x="98644" y="4456"/>
                  <a:pt x="98046" y="4207"/>
                </a:cubicBezTo>
                <a:cubicBezTo>
                  <a:pt x="97996" y="4132"/>
                  <a:pt x="97897" y="4107"/>
                  <a:pt x="97822" y="4058"/>
                </a:cubicBezTo>
                <a:cubicBezTo>
                  <a:pt x="97772" y="4008"/>
                  <a:pt x="97698" y="3958"/>
                  <a:pt x="97648" y="3933"/>
                </a:cubicBezTo>
                <a:close/>
                <a:moveTo>
                  <a:pt x="101033" y="6696"/>
                </a:moveTo>
                <a:lnTo>
                  <a:pt x="101033" y="6696"/>
                </a:lnTo>
                <a:cubicBezTo>
                  <a:pt x="101431" y="6845"/>
                  <a:pt x="101855" y="6995"/>
                  <a:pt x="102228" y="7144"/>
                </a:cubicBezTo>
                <a:cubicBezTo>
                  <a:pt x="103049" y="7542"/>
                  <a:pt x="103846" y="7990"/>
                  <a:pt x="104618" y="8463"/>
                </a:cubicBezTo>
                <a:cubicBezTo>
                  <a:pt x="104742" y="8563"/>
                  <a:pt x="104891" y="8687"/>
                  <a:pt x="105016" y="8787"/>
                </a:cubicBezTo>
                <a:lnTo>
                  <a:pt x="104742" y="8588"/>
                </a:lnTo>
                <a:cubicBezTo>
                  <a:pt x="104369" y="8339"/>
                  <a:pt x="104020" y="8115"/>
                  <a:pt x="103622" y="7891"/>
                </a:cubicBezTo>
                <a:cubicBezTo>
                  <a:pt x="103522" y="7841"/>
                  <a:pt x="103398" y="7766"/>
                  <a:pt x="103273" y="7741"/>
                </a:cubicBezTo>
                <a:cubicBezTo>
                  <a:pt x="102875" y="7517"/>
                  <a:pt x="102452" y="7343"/>
                  <a:pt x="102054" y="7144"/>
                </a:cubicBezTo>
                <a:cubicBezTo>
                  <a:pt x="101929" y="7094"/>
                  <a:pt x="101805" y="7069"/>
                  <a:pt x="101730" y="6995"/>
                </a:cubicBezTo>
                <a:cubicBezTo>
                  <a:pt x="101531" y="6920"/>
                  <a:pt x="101307" y="6845"/>
                  <a:pt x="101133" y="6746"/>
                </a:cubicBezTo>
                <a:cubicBezTo>
                  <a:pt x="101133" y="6760"/>
                  <a:pt x="101126" y="6766"/>
                  <a:pt x="101117" y="6766"/>
                </a:cubicBezTo>
                <a:cubicBezTo>
                  <a:pt x="101093" y="6766"/>
                  <a:pt x="101051" y="6731"/>
                  <a:pt x="101033" y="6696"/>
                </a:cubicBezTo>
                <a:close/>
                <a:moveTo>
                  <a:pt x="76217" y="7318"/>
                </a:moveTo>
                <a:lnTo>
                  <a:pt x="76217" y="7318"/>
                </a:lnTo>
                <a:cubicBezTo>
                  <a:pt x="76167" y="7368"/>
                  <a:pt x="76142" y="7418"/>
                  <a:pt x="76117" y="7418"/>
                </a:cubicBezTo>
                <a:cubicBezTo>
                  <a:pt x="74674" y="7841"/>
                  <a:pt x="73230" y="8339"/>
                  <a:pt x="71761" y="8911"/>
                </a:cubicBezTo>
                <a:cubicBezTo>
                  <a:pt x="71736" y="8911"/>
                  <a:pt x="71687" y="8911"/>
                  <a:pt x="71662" y="8861"/>
                </a:cubicBezTo>
                <a:cubicBezTo>
                  <a:pt x="73180" y="8289"/>
                  <a:pt x="74723" y="7766"/>
                  <a:pt x="76217" y="7318"/>
                </a:cubicBezTo>
                <a:close/>
                <a:moveTo>
                  <a:pt x="71239" y="9011"/>
                </a:moveTo>
                <a:cubicBezTo>
                  <a:pt x="71263" y="9011"/>
                  <a:pt x="71288" y="9061"/>
                  <a:pt x="71363" y="9061"/>
                </a:cubicBezTo>
                <a:lnTo>
                  <a:pt x="71288" y="9061"/>
                </a:lnTo>
                <a:cubicBezTo>
                  <a:pt x="71263" y="9061"/>
                  <a:pt x="71263" y="9061"/>
                  <a:pt x="71214" y="9085"/>
                </a:cubicBezTo>
                <a:lnTo>
                  <a:pt x="71164" y="9085"/>
                </a:lnTo>
                <a:cubicBezTo>
                  <a:pt x="71164" y="9085"/>
                  <a:pt x="71189" y="9085"/>
                  <a:pt x="71189" y="9061"/>
                </a:cubicBezTo>
                <a:cubicBezTo>
                  <a:pt x="71189" y="9061"/>
                  <a:pt x="71239" y="9061"/>
                  <a:pt x="71239" y="9011"/>
                </a:cubicBezTo>
                <a:close/>
                <a:moveTo>
                  <a:pt x="75769" y="7766"/>
                </a:moveTo>
                <a:lnTo>
                  <a:pt x="75769" y="7766"/>
                </a:lnTo>
                <a:cubicBezTo>
                  <a:pt x="75196" y="8314"/>
                  <a:pt x="74674" y="8936"/>
                  <a:pt x="74151" y="9583"/>
                </a:cubicBezTo>
                <a:cubicBezTo>
                  <a:pt x="74126" y="9583"/>
                  <a:pt x="74101" y="9558"/>
                  <a:pt x="74051" y="9558"/>
                </a:cubicBezTo>
                <a:cubicBezTo>
                  <a:pt x="74026" y="9534"/>
                  <a:pt x="73952" y="9534"/>
                  <a:pt x="73902" y="9534"/>
                </a:cubicBezTo>
                <a:cubicBezTo>
                  <a:pt x="73529" y="9409"/>
                  <a:pt x="73155" y="9310"/>
                  <a:pt x="72782" y="9185"/>
                </a:cubicBezTo>
                <a:cubicBezTo>
                  <a:pt x="72757" y="9185"/>
                  <a:pt x="72707" y="9185"/>
                  <a:pt x="72682" y="9135"/>
                </a:cubicBezTo>
                <a:cubicBezTo>
                  <a:pt x="72583" y="9110"/>
                  <a:pt x="72458" y="9085"/>
                  <a:pt x="72384" y="9085"/>
                </a:cubicBezTo>
                <a:cubicBezTo>
                  <a:pt x="72284" y="9061"/>
                  <a:pt x="72184" y="9011"/>
                  <a:pt x="72060" y="9011"/>
                </a:cubicBezTo>
                <a:cubicBezTo>
                  <a:pt x="73304" y="8563"/>
                  <a:pt x="74549" y="8140"/>
                  <a:pt x="75769" y="7766"/>
                </a:cubicBezTo>
                <a:close/>
                <a:moveTo>
                  <a:pt x="76291" y="7592"/>
                </a:moveTo>
                <a:cubicBezTo>
                  <a:pt x="75644" y="8214"/>
                  <a:pt x="74997" y="8936"/>
                  <a:pt x="74400" y="9683"/>
                </a:cubicBezTo>
                <a:cubicBezTo>
                  <a:pt x="74375" y="9683"/>
                  <a:pt x="74375" y="9658"/>
                  <a:pt x="74350" y="9658"/>
                </a:cubicBezTo>
                <a:cubicBezTo>
                  <a:pt x="74922" y="8936"/>
                  <a:pt x="75545" y="8239"/>
                  <a:pt x="76167" y="7617"/>
                </a:cubicBezTo>
                <a:cubicBezTo>
                  <a:pt x="76217" y="7617"/>
                  <a:pt x="76267" y="7592"/>
                  <a:pt x="76291" y="7592"/>
                </a:cubicBezTo>
                <a:close/>
                <a:moveTo>
                  <a:pt x="70566" y="2589"/>
                </a:moveTo>
                <a:cubicBezTo>
                  <a:pt x="72782" y="3112"/>
                  <a:pt x="75022" y="4431"/>
                  <a:pt x="77163" y="6472"/>
                </a:cubicBezTo>
                <a:cubicBezTo>
                  <a:pt x="76963" y="6671"/>
                  <a:pt x="76739" y="6845"/>
                  <a:pt x="76515" y="7069"/>
                </a:cubicBezTo>
                <a:cubicBezTo>
                  <a:pt x="74773" y="7592"/>
                  <a:pt x="73031" y="8189"/>
                  <a:pt x="71263" y="8861"/>
                </a:cubicBezTo>
                <a:lnTo>
                  <a:pt x="71164" y="8861"/>
                </a:lnTo>
                <a:cubicBezTo>
                  <a:pt x="71114" y="8861"/>
                  <a:pt x="71039" y="8837"/>
                  <a:pt x="70940" y="8837"/>
                </a:cubicBezTo>
                <a:cubicBezTo>
                  <a:pt x="70542" y="8762"/>
                  <a:pt x="70118" y="8712"/>
                  <a:pt x="69670" y="8687"/>
                </a:cubicBezTo>
                <a:cubicBezTo>
                  <a:pt x="69571" y="8687"/>
                  <a:pt x="69471" y="8637"/>
                  <a:pt x="69397" y="8637"/>
                </a:cubicBezTo>
                <a:lnTo>
                  <a:pt x="69247" y="8637"/>
                </a:lnTo>
                <a:cubicBezTo>
                  <a:pt x="68675" y="8613"/>
                  <a:pt x="68102" y="8588"/>
                  <a:pt x="67530" y="8588"/>
                </a:cubicBezTo>
                <a:cubicBezTo>
                  <a:pt x="67057" y="8588"/>
                  <a:pt x="66584" y="8613"/>
                  <a:pt x="66136" y="8613"/>
                </a:cubicBezTo>
                <a:cubicBezTo>
                  <a:pt x="65862" y="8613"/>
                  <a:pt x="65613" y="8637"/>
                  <a:pt x="65389" y="8687"/>
                </a:cubicBezTo>
                <a:cubicBezTo>
                  <a:pt x="65165" y="8712"/>
                  <a:pt x="64966" y="8712"/>
                  <a:pt x="64767" y="8737"/>
                </a:cubicBezTo>
                <a:cubicBezTo>
                  <a:pt x="64418" y="8787"/>
                  <a:pt x="64045" y="8812"/>
                  <a:pt x="63697" y="8861"/>
                </a:cubicBezTo>
                <a:cubicBezTo>
                  <a:pt x="63647" y="8861"/>
                  <a:pt x="63547" y="8911"/>
                  <a:pt x="63473" y="8911"/>
                </a:cubicBezTo>
                <a:cubicBezTo>
                  <a:pt x="63348" y="8911"/>
                  <a:pt x="63273" y="8936"/>
                  <a:pt x="63149" y="8961"/>
                </a:cubicBezTo>
                <a:cubicBezTo>
                  <a:pt x="62427" y="9061"/>
                  <a:pt x="61680" y="9210"/>
                  <a:pt x="60934" y="9359"/>
                </a:cubicBezTo>
                <a:cubicBezTo>
                  <a:pt x="60336" y="9484"/>
                  <a:pt x="59739" y="9608"/>
                  <a:pt x="59166" y="9782"/>
                </a:cubicBezTo>
                <a:cubicBezTo>
                  <a:pt x="59739" y="8214"/>
                  <a:pt x="60461" y="6945"/>
                  <a:pt x="61332" y="5850"/>
                </a:cubicBezTo>
                <a:cubicBezTo>
                  <a:pt x="64468" y="4481"/>
                  <a:pt x="67580" y="3385"/>
                  <a:pt x="70566" y="2589"/>
                </a:cubicBezTo>
                <a:close/>
                <a:moveTo>
                  <a:pt x="71736" y="9110"/>
                </a:moveTo>
                <a:cubicBezTo>
                  <a:pt x="72533" y="9285"/>
                  <a:pt x="73280" y="9459"/>
                  <a:pt x="74026" y="9733"/>
                </a:cubicBezTo>
                <a:lnTo>
                  <a:pt x="74001" y="9782"/>
                </a:lnTo>
                <a:cubicBezTo>
                  <a:pt x="73902" y="9733"/>
                  <a:pt x="73827" y="9708"/>
                  <a:pt x="73753" y="9708"/>
                </a:cubicBezTo>
                <a:cubicBezTo>
                  <a:pt x="73578" y="9658"/>
                  <a:pt x="73429" y="9608"/>
                  <a:pt x="73255" y="9558"/>
                </a:cubicBezTo>
                <a:cubicBezTo>
                  <a:pt x="73080" y="9484"/>
                  <a:pt x="72906" y="9459"/>
                  <a:pt x="72757" y="9434"/>
                </a:cubicBezTo>
                <a:cubicBezTo>
                  <a:pt x="72707" y="9434"/>
                  <a:pt x="72682" y="9409"/>
                  <a:pt x="72657" y="9409"/>
                </a:cubicBezTo>
                <a:lnTo>
                  <a:pt x="72632" y="9409"/>
                </a:lnTo>
                <a:cubicBezTo>
                  <a:pt x="72458" y="9359"/>
                  <a:pt x="72284" y="9310"/>
                  <a:pt x="72135" y="9285"/>
                </a:cubicBezTo>
                <a:cubicBezTo>
                  <a:pt x="71935" y="9235"/>
                  <a:pt x="71786" y="9185"/>
                  <a:pt x="71662" y="9160"/>
                </a:cubicBezTo>
                <a:cubicBezTo>
                  <a:pt x="71687" y="9160"/>
                  <a:pt x="71687" y="9160"/>
                  <a:pt x="71736" y="9110"/>
                </a:cubicBezTo>
                <a:close/>
                <a:moveTo>
                  <a:pt x="60983" y="5999"/>
                </a:moveTo>
                <a:cubicBezTo>
                  <a:pt x="60187" y="7069"/>
                  <a:pt x="59490" y="8339"/>
                  <a:pt x="58942" y="9782"/>
                </a:cubicBezTo>
                <a:cubicBezTo>
                  <a:pt x="58922" y="9782"/>
                  <a:pt x="58884" y="9782"/>
                  <a:pt x="58872" y="9796"/>
                </a:cubicBezTo>
                <a:lnTo>
                  <a:pt x="58872" y="9796"/>
                </a:lnTo>
                <a:cubicBezTo>
                  <a:pt x="59419" y="8357"/>
                  <a:pt x="60089" y="7116"/>
                  <a:pt x="60859" y="6074"/>
                </a:cubicBezTo>
                <a:cubicBezTo>
                  <a:pt x="60909" y="6049"/>
                  <a:pt x="60934" y="6049"/>
                  <a:pt x="60983" y="5999"/>
                </a:cubicBezTo>
                <a:close/>
                <a:moveTo>
                  <a:pt x="106582" y="9856"/>
                </a:moveTo>
                <a:lnTo>
                  <a:pt x="106582" y="9856"/>
                </a:lnTo>
                <a:cubicBezTo>
                  <a:pt x="106582" y="9857"/>
                  <a:pt x="106583" y="9857"/>
                  <a:pt x="106584" y="9857"/>
                </a:cubicBezTo>
                <a:cubicBezTo>
                  <a:pt x="106595" y="9857"/>
                  <a:pt x="106601" y="9867"/>
                  <a:pt x="106607" y="9878"/>
                </a:cubicBezTo>
                <a:lnTo>
                  <a:pt x="106607" y="9878"/>
                </a:lnTo>
                <a:cubicBezTo>
                  <a:pt x="106598" y="9871"/>
                  <a:pt x="106590" y="9864"/>
                  <a:pt x="106582" y="9856"/>
                </a:cubicBezTo>
                <a:close/>
                <a:moveTo>
                  <a:pt x="67430" y="8712"/>
                </a:moveTo>
                <a:cubicBezTo>
                  <a:pt x="68028" y="8712"/>
                  <a:pt x="68625" y="8737"/>
                  <a:pt x="69173" y="8762"/>
                </a:cubicBezTo>
                <a:cubicBezTo>
                  <a:pt x="69272" y="8762"/>
                  <a:pt x="69397" y="8812"/>
                  <a:pt x="69496" y="8812"/>
                </a:cubicBezTo>
                <a:cubicBezTo>
                  <a:pt x="69670" y="8837"/>
                  <a:pt x="69820" y="8837"/>
                  <a:pt x="70019" y="8861"/>
                </a:cubicBezTo>
                <a:lnTo>
                  <a:pt x="70766" y="8961"/>
                </a:lnTo>
                <a:cubicBezTo>
                  <a:pt x="70840" y="8986"/>
                  <a:pt x="70840" y="8986"/>
                  <a:pt x="70815" y="8986"/>
                </a:cubicBezTo>
                <a:cubicBezTo>
                  <a:pt x="70790" y="8986"/>
                  <a:pt x="70790" y="8986"/>
                  <a:pt x="70766" y="9036"/>
                </a:cubicBezTo>
                <a:lnTo>
                  <a:pt x="70641" y="9036"/>
                </a:lnTo>
                <a:cubicBezTo>
                  <a:pt x="70293" y="8961"/>
                  <a:pt x="69919" y="8936"/>
                  <a:pt x="69571" y="8911"/>
                </a:cubicBezTo>
                <a:cubicBezTo>
                  <a:pt x="69496" y="8911"/>
                  <a:pt x="69397" y="8861"/>
                  <a:pt x="69297" y="8861"/>
                </a:cubicBezTo>
                <a:lnTo>
                  <a:pt x="69073" y="8861"/>
                </a:lnTo>
                <a:cubicBezTo>
                  <a:pt x="68550" y="8837"/>
                  <a:pt x="68028" y="8812"/>
                  <a:pt x="67505" y="8812"/>
                </a:cubicBezTo>
                <a:cubicBezTo>
                  <a:pt x="67032" y="8812"/>
                  <a:pt x="66559" y="8837"/>
                  <a:pt x="66086" y="8837"/>
                </a:cubicBezTo>
                <a:lnTo>
                  <a:pt x="65937" y="8837"/>
                </a:lnTo>
                <a:cubicBezTo>
                  <a:pt x="65812" y="8837"/>
                  <a:pt x="65713" y="8861"/>
                  <a:pt x="65588" y="8861"/>
                </a:cubicBezTo>
                <a:cubicBezTo>
                  <a:pt x="65538" y="8861"/>
                  <a:pt x="65439" y="8861"/>
                  <a:pt x="65389" y="8911"/>
                </a:cubicBezTo>
                <a:cubicBezTo>
                  <a:pt x="65165" y="8936"/>
                  <a:pt x="64966" y="8936"/>
                  <a:pt x="64767" y="8961"/>
                </a:cubicBezTo>
                <a:cubicBezTo>
                  <a:pt x="64642" y="8961"/>
                  <a:pt x="64518" y="8986"/>
                  <a:pt x="64344" y="8986"/>
                </a:cubicBezTo>
                <a:lnTo>
                  <a:pt x="63697" y="9085"/>
                </a:lnTo>
                <a:cubicBezTo>
                  <a:pt x="63647" y="9085"/>
                  <a:pt x="63547" y="9110"/>
                  <a:pt x="63473" y="9110"/>
                </a:cubicBezTo>
                <a:lnTo>
                  <a:pt x="62726" y="9210"/>
                </a:lnTo>
                <a:lnTo>
                  <a:pt x="61805" y="9409"/>
                </a:lnTo>
                <a:cubicBezTo>
                  <a:pt x="61556" y="9434"/>
                  <a:pt x="61307" y="9484"/>
                  <a:pt x="61058" y="9534"/>
                </a:cubicBezTo>
                <a:cubicBezTo>
                  <a:pt x="60710" y="9583"/>
                  <a:pt x="60336" y="9683"/>
                  <a:pt x="59963" y="9782"/>
                </a:cubicBezTo>
                <a:cubicBezTo>
                  <a:pt x="59739" y="9832"/>
                  <a:pt x="59565" y="9857"/>
                  <a:pt x="59341" y="9932"/>
                </a:cubicBezTo>
                <a:lnTo>
                  <a:pt x="58967" y="10031"/>
                </a:lnTo>
                <a:lnTo>
                  <a:pt x="58967" y="9982"/>
                </a:lnTo>
                <a:lnTo>
                  <a:pt x="58967" y="9957"/>
                </a:lnTo>
                <a:cubicBezTo>
                  <a:pt x="60486" y="9558"/>
                  <a:pt x="61954" y="9235"/>
                  <a:pt x="63398" y="9011"/>
                </a:cubicBezTo>
                <a:cubicBezTo>
                  <a:pt x="63448" y="9011"/>
                  <a:pt x="63547" y="8986"/>
                  <a:pt x="63597" y="8986"/>
                </a:cubicBezTo>
                <a:cubicBezTo>
                  <a:pt x="63945" y="8936"/>
                  <a:pt x="64319" y="8911"/>
                  <a:pt x="64667" y="8861"/>
                </a:cubicBezTo>
                <a:cubicBezTo>
                  <a:pt x="64891" y="8837"/>
                  <a:pt x="65066" y="8837"/>
                  <a:pt x="65290" y="8812"/>
                </a:cubicBezTo>
                <a:cubicBezTo>
                  <a:pt x="65538" y="8762"/>
                  <a:pt x="65787" y="8762"/>
                  <a:pt x="66036" y="8737"/>
                </a:cubicBezTo>
                <a:cubicBezTo>
                  <a:pt x="66509" y="8712"/>
                  <a:pt x="66957" y="8712"/>
                  <a:pt x="67430" y="8712"/>
                </a:cubicBezTo>
                <a:close/>
                <a:moveTo>
                  <a:pt x="74474" y="9932"/>
                </a:moveTo>
                <a:cubicBezTo>
                  <a:pt x="75370" y="10255"/>
                  <a:pt x="76217" y="10679"/>
                  <a:pt x="76988" y="11176"/>
                </a:cubicBezTo>
                <a:cubicBezTo>
                  <a:pt x="77735" y="11649"/>
                  <a:pt x="78457" y="12222"/>
                  <a:pt x="79079" y="12844"/>
                </a:cubicBezTo>
                <a:cubicBezTo>
                  <a:pt x="79005" y="12844"/>
                  <a:pt x="78980" y="12819"/>
                  <a:pt x="78955" y="12794"/>
                </a:cubicBezTo>
                <a:cubicBezTo>
                  <a:pt x="78731" y="12570"/>
                  <a:pt x="78507" y="12396"/>
                  <a:pt x="78283" y="12197"/>
                </a:cubicBezTo>
                <a:cubicBezTo>
                  <a:pt x="78233" y="12147"/>
                  <a:pt x="78158" y="12097"/>
                  <a:pt x="78108" y="12048"/>
                </a:cubicBezTo>
                <a:lnTo>
                  <a:pt x="78034" y="11973"/>
                </a:lnTo>
                <a:cubicBezTo>
                  <a:pt x="77860" y="11824"/>
                  <a:pt x="77636" y="11674"/>
                  <a:pt x="77461" y="11550"/>
                </a:cubicBezTo>
                <a:cubicBezTo>
                  <a:pt x="77387" y="11475"/>
                  <a:pt x="77287" y="11450"/>
                  <a:pt x="77237" y="11400"/>
                </a:cubicBezTo>
                <a:cubicBezTo>
                  <a:pt x="77138" y="11326"/>
                  <a:pt x="77088" y="11301"/>
                  <a:pt x="76988" y="11226"/>
                </a:cubicBezTo>
                <a:cubicBezTo>
                  <a:pt x="76963" y="11226"/>
                  <a:pt x="76963" y="11201"/>
                  <a:pt x="76914" y="11201"/>
                </a:cubicBezTo>
                <a:cubicBezTo>
                  <a:pt x="76889" y="11176"/>
                  <a:pt x="76864" y="11176"/>
                  <a:pt x="76864" y="11127"/>
                </a:cubicBezTo>
                <a:cubicBezTo>
                  <a:pt x="76739" y="11077"/>
                  <a:pt x="76640" y="10977"/>
                  <a:pt x="76515" y="10927"/>
                </a:cubicBezTo>
                <a:cubicBezTo>
                  <a:pt x="76466" y="10878"/>
                  <a:pt x="76391" y="10828"/>
                  <a:pt x="76341" y="10803"/>
                </a:cubicBezTo>
                <a:cubicBezTo>
                  <a:pt x="76117" y="10679"/>
                  <a:pt x="75893" y="10579"/>
                  <a:pt x="75669" y="10479"/>
                </a:cubicBezTo>
                <a:cubicBezTo>
                  <a:pt x="75570" y="10430"/>
                  <a:pt x="75470" y="10355"/>
                  <a:pt x="75370" y="10330"/>
                </a:cubicBezTo>
                <a:cubicBezTo>
                  <a:pt x="75196" y="10255"/>
                  <a:pt x="75097" y="10206"/>
                  <a:pt x="74922" y="10131"/>
                </a:cubicBezTo>
                <a:lnTo>
                  <a:pt x="74474" y="9957"/>
                </a:lnTo>
                <a:lnTo>
                  <a:pt x="74474" y="9932"/>
                </a:lnTo>
                <a:close/>
                <a:moveTo>
                  <a:pt x="106687" y="9948"/>
                </a:moveTo>
                <a:cubicBezTo>
                  <a:pt x="106865" y="10088"/>
                  <a:pt x="107027" y="10249"/>
                  <a:pt x="107231" y="10430"/>
                </a:cubicBezTo>
                <a:lnTo>
                  <a:pt x="107256" y="10454"/>
                </a:lnTo>
                <a:cubicBezTo>
                  <a:pt x="107405" y="10604"/>
                  <a:pt x="107580" y="10728"/>
                  <a:pt x="107729" y="10903"/>
                </a:cubicBezTo>
                <a:lnTo>
                  <a:pt x="108028" y="11201"/>
                </a:lnTo>
                <a:cubicBezTo>
                  <a:pt x="108127" y="11301"/>
                  <a:pt x="108227" y="11425"/>
                  <a:pt x="108301" y="11525"/>
                </a:cubicBezTo>
                <a:cubicBezTo>
                  <a:pt x="108575" y="11799"/>
                  <a:pt x="108849" y="12097"/>
                  <a:pt x="109098" y="12421"/>
                </a:cubicBezTo>
                <a:cubicBezTo>
                  <a:pt x="109123" y="12446"/>
                  <a:pt x="109123" y="12471"/>
                  <a:pt x="109148" y="12520"/>
                </a:cubicBezTo>
                <a:cubicBezTo>
                  <a:pt x="109222" y="12595"/>
                  <a:pt x="109297" y="12695"/>
                  <a:pt x="109372" y="12794"/>
                </a:cubicBezTo>
                <a:cubicBezTo>
                  <a:pt x="109496" y="12944"/>
                  <a:pt x="109596" y="13068"/>
                  <a:pt x="109720" y="13217"/>
                </a:cubicBezTo>
                <a:lnTo>
                  <a:pt x="109048" y="12471"/>
                </a:lnTo>
                <a:cubicBezTo>
                  <a:pt x="108998" y="12396"/>
                  <a:pt x="108899" y="12296"/>
                  <a:pt x="108849" y="12197"/>
                </a:cubicBezTo>
                <a:cubicBezTo>
                  <a:pt x="108725" y="12048"/>
                  <a:pt x="108600" y="11923"/>
                  <a:pt x="108476" y="11774"/>
                </a:cubicBezTo>
                <a:cubicBezTo>
                  <a:pt x="108401" y="11699"/>
                  <a:pt x="108351" y="11649"/>
                  <a:pt x="108277" y="11550"/>
                </a:cubicBezTo>
                <a:cubicBezTo>
                  <a:pt x="108177" y="11450"/>
                  <a:pt x="108127" y="11351"/>
                  <a:pt x="108028" y="11276"/>
                </a:cubicBezTo>
                <a:lnTo>
                  <a:pt x="107978" y="11201"/>
                </a:lnTo>
                <a:cubicBezTo>
                  <a:pt x="107903" y="11127"/>
                  <a:pt x="107878" y="11077"/>
                  <a:pt x="107804" y="11052"/>
                </a:cubicBezTo>
                <a:cubicBezTo>
                  <a:pt x="107461" y="10670"/>
                  <a:pt x="107054" y="10271"/>
                  <a:pt x="106687" y="9948"/>
                </a:cubicBezTo>
                <a:close/>
                <a:moveTo>
                  <a:pt x="86845" y="5402"/>
                </a:moveTo>
                <a:lnTo>
                  <a:pt x="86945" y="5427"/>
                </a:lnTo>
                <a:cubicBezTo>
                  <a:pt x="89782" y="7492"/>
                  <a:pt x="91799" y="10430"/>
                  <a:pt x="92894" y="14089"/>
                </a:cubicBezTo>
                <a:lnTo>
                  <a:pt x="92819" y="14089"/>
                </a:lnTo>
                <a:cubicBezTo>
                  <a:pt x="91724" y="10430"/>
                  <a:pt x="89708" y="7492"/>
                  <a:pt x="86845" y="5402"/>
                </a:cubicBezTo>
                <a:close/>
                <a:moveTo>
                  <a:pt x="110392" y="14313"/>
                </a:moveTo>
                <a:cubicBezTo>
                  <a:pt x="110395" y="14318"/>
                  <a:pt x="110397" y="14323"/>
                  <a:pt x="110400" y="14328"/>
                </a:cubicBezTo>
                <a:lnTo>
                  <a:pt x="110400" y="14328"/>
                </a:lnTo>
                <a:cubicBezTo>
                  <a:pt x="110395" y="14323"/>
                  <a:pt x="110392" y="14319"/>
                  <a:pt x="110392" y="14313"/>
                </a:cubicBezTo>
                <a:close/>
                <a:moveTo>
                  <a:pt x="95582" y="14163"/>
                </a:moveTo>
                <a:lnTo>
                  <a:pt x="94761" y="14238"/>
                </a:lnTo>
                <a:cubicBezTo>
                  <a:pt x="94213" y="14288"/>
                  <a:pt x="93690" y="14313"/>
                  <a:pt x="93143" y="14337"/>
                </a:cubicBezTo>
                <a:cubicBezTo>
                  <a:pt x="93143" y="14313"/>
                  <a:pt x="93093" y="14288"/>
                  <a:pt x="93093" y="14238"/>
                </a:cubicBezTo>
                <a:cubicBezTo>
                  <a:pt x="93922" y="14189"/>
                  <a:pt x="94775" y="14164"/>
                  <a:pt x="95582" y="14163"/>
                </a:cubicBezTo>
                <a:close/>
                <a:moveTo>
                  <a:pt x="92944" y="14288"/>
                </a:moveTo>
                <a:cubicBezTo>
                  <a:pt x="92944" y="14313"/>
                  <a:pt x="92968" y="14337"/>
                  <a:pt x="92968" y="14387"/>
                </a:cubicBezTo>
                <a:lnTo>
                  <a:pt x="92919" y="14387"/>
                </a:lnTo>
                <a:cubicBezTo>
                  <a:pt x="92894" y="14313"/>
                  <a:pt x="92894" y="14288"/>
                  <a:pt x="92894" y="14288"/>
                </a:cubicBezTo>
                <a:close/>
                <a:moveTo>
                  <a:pt x="95557" y="14362"/>
                </a:moveTo>
                <a:cubicBezTo>
                  <a:pt x="95134" y="14412"/>
                  <a:pt x="94686" y="14462"/>
                  <a:pt x="94263" y="14537"/>
                </a:cubicBezTo>
                <a:cubicBezTo>
                  <a:pt x="94064" y="14562"/>
                  <a:pt x="93840" y="14562"/>
                  <a:pt x="93665" y="14586"/>
                </a:cubicBezTo>
                <a:cubicBezTo>
                  <a:pt x="93466" y="14661"/>
                  <a:pt x="93392" y="14686"/>
                  <a:pt x="93267" y="14686"/>
                </a:cubicBezTo>
                <a:lnTo>
                  <a:pt x="93267" y="14636"/>
                </a:lnTo>
                <a:cubicBezTo>
                  <a:pt x="93367" y="14586"/>
                  <a:pt x="93516" y="14562"/>
                  <a:pt x="93641" y="14562"/>
                </a:cubicBezTo>
                <a:cubicBezTo>
                  <a:pt x="93964" y="14487"/>
                  <a:pt x="94313" y="14462"/>
                  <a:pt x="94661" y="14437"/>
                </a:cubicBezTo>
                <a:cubicBezTo>
                  <a:pt x="94711" y="14437"/>
                  <a:pt x="94786" y="14412"/>
                  <a:pt x="94835" y="14412"/>
                </a:cubicBezTo>
                <a:cubicBezTo>
                  <a:pt x="95010" y="14412"/>
                  <a:pt x="95134" y="14412"/>
                  <a:pt x="95283" y="14362"/>
                </a:cubicBezTo>
                <a:close/>
                <a:moveTo>
                  <a:pt x="97623" y="14263"/>
                </a:moveTo>
                <a:cubicBezTo>
                  <a:pt x="97996" y="14263"/>
                  <a:pt x="98345" y="14263"/>
                  <a:pt x="98743" y="14288"/>
                </a:cubicBezTo>
                <a:cubicBezTo>
                  <a:pt x="98942" y="14288"/>
                  <a:pt x="99166" y="14313"/>
                  <a:pt x="99390" y="14313"/>
                </a:cubicBezTo>
                <a:lnTo>
                  <a:pt x="99614" y="14313"/>
                </a:lnTo>
                <a:cubicBezTo>
                  <a:pt x="100411" y="14412"/>
                  <a:pt x="101232" y="14537"/>
                  <a:pt x="102004" y="14686"/>
                </a:cubicBezTo>
                <a:cubicBezTo>
                  <a:pt x="101158" y="14537"/>
                  <a:pt x="100311" y="14437"/>
                  <a:pt x="99490" y="14387"/>
                </a:cubicBezTo>
                <a:cubicBezTo>
                  <a:pt x="98868" y="14313"/>
                  <a:pt x="98245" y="14288"/>
                  <a:pt x="97623" y="14263"/>
                </a:cubicBezTo>
                <a:close/>
                <a:moveTo>
                  <a:pt x="90778" y="5252"/>
                </a:moveTo>
                <a:cubicBezTo>
                  <a:pt x="91475" y="5252"/>
                  <a:pt x="92172" y="5302"/>
                  <a:pt x="92844" y="5327"/>
                </a:cubicBezTo>
                <a:cubicBezTo>
                  <a:pt x="93143" y="5352"/>
                  <a:pt x="93417" y="5377"/>
                  <a:pt x="93690" y="5377"/>
                </a:cubicBezTo>
                <a:cubicBezTo>
                  <a:pt x="94064" y="5427"/>
                  <a:pt x="94462" y="5451"/>
                  <a:pt x="94835" y="5476"/>
                </a:cubicBezTo>
                <a:cubicBezTo>
                  <a:pt x="95184" y="5501"/>
                  <a:pt x="95532" y="5576"/>
                  <a:pt x="95881" y="5626"/>
                </a:cubicBezTo>
                <a:cubicBezTo>
                  <a:pt x="96155" y="5675"/>
                  <a:pt x="96453" y="5725"/>
                  <a:pt x="96752" y="5750"/>
                </a:cubicBezTo>
                <a:cubicBezTo>
                  <a:pt x="97125" y="5825"/>
                  <a:pt x="97499" y="5924"/>
                  <a:pt x="97872" y="5999"/>
                </a:cubicBezTo>
                <a:cubicBezTo>
                  <a:pt x="98121" y="6074"/>
                  <a:pt x="98320" y="6099"/>
                  <a:pt x="98544" y="6173"/>
                </a:cubicBezTo>
                <a:cubicBezTo>
                  <a:pt x="100934" y="8413"/>
                  <a:pt x="102651" y="11326"/>
                  <a:pt x="103622" y="14810"/>
                </a:cubicBezTo>
                <a:cubicBezTo>
                  <a:pt x="103398" y="14761"/>
                  <a:pt x="103149" y="14686"/>
                  <a:pt x="102900" y="14661"/>
                </a:cubicBezTo>
                <a:cubicBezTo>
                  <a:pt x="102850" y="14661"/>
                  <a:pt x="102751" y="14636"/>
                  <a:pt x="102676" y="14636"/>
                </a:cubicBezTo>
                <a:cubicBezTo>
                  <a:pt x="102402" y="14562"/>
                  <a:pt x="102153" y="14512"/>
                  <a:pt x="101880" y="14462"/>
                </a:cubicBezTo>
                <a:cubicBezTo>
                  <a:pt x="101780" y="14437"/>
                  <a:pt x="101680" y="14437"/>
                  <a:pt x="101606" y="14437"/>
                </a:cubicBezTo>
                <a:cubicBezTo>
                  <a:pt x="101357" y="14412"/>
                  <a:pt x="101108" y="14337"/>
                  <a:pt x="100859" y="14313"/>
                </a:cubicBezTo>
                <a:cubicBezTo>
                  <a:pt x="100735" y="14288"/>
                  <a:pt x="100610" y="14288"/>
                  <a:pt x="100486" y="14288"/>
                </a:cubicBezTo>
                <a:cubicBezTo>
                  <a:pt x="100262" y="14263"/>
                  <a:pt x="100038" y="14213"/>
                  <a:pt x="99789" y="14213"/>
                </a:cubicBezTo>
                <a:lnTo>
                  <a:pt x="99565" y="14213"/>
                </a:lnTo>
                <a:cubicBezTo>
                  <a:pt x="98377" y="14097"/>
                  <a:pt x="97138" y="14032"/>
                  <a:pt x="95864" y="14032"/>
                </a:cubicBezTo>
                <a:cubicBezTo>
                  <a:pt x="94949" y="14032"/>
                  <a:pt x="94015" y="14066"/>
                  <a:pt x="93068" y="14138"/>
                </a:cubicBezTo>
                <a:cubicBezTo>
                  <a:pt x="92023" y="10479"/>
                  <a:pt x="90031" y="7542"/>
                  <a:pt x="87219" y="5451"/>
                </a:cubicBezTo>
                <a:cubicBezTo>
                  <a:pt x="87318" y="5451"/>
                  <a:pt x="87418" y="5427"/>
                  <a:pt x="87542" y="5427"/>
                </a:cubicBezTo>
                <a:lnTo>
                  <a:pt x="88563" y="5327"/>
                </a:lnTo>
                <a:cubicBezTo>
                  <a:pt x="89309" y="5302"/>
                  <a:pt x="90056" y="5252"/>
                  <a:pt x="90778" y="5252"/>
                </a:cubicBezTo>
                <a:close/>
                <a:moveTo>
                  <a:pt x="48115" y="10056"/>
                </a:moveTo>
                <a:cubicBezTo>
                  <a:pt x="46173" y="11176"/>
                  <a:pt x="43609" y="12769"/>
                  <a:pt x="41867" y="13964"/>
                </a:cubicBezTo>
                <a:cubicBezTo>
                  <a:pt x="41444" y="14263"/>
                  <a:pt x="41046" y="14537"/>
                  <a:pt x="40573" y="14885"/>
                </a:cubicBezTo>
                <a:lnTo>
                  <a:pt x="40448" y="14885"/>
                </a:lnTo>
                <a:cubicBezTo>
                  <a:pt x="41892" y="13889"/>
                  <a:pt x="43311" y="12944"/>
                  <a:pt x="44729" y="12048"/>
                </a:cubicBezTo>
                <a:cubicBezTo>
                  <a:pt x="45153" y="11774"/>
                  <a:pt x="45601" y="11525"/>
                  <a:pt x="45999" y="11276"/>
                </a:cubicBezTo>
                <a:cubicBezTo>
                  <a:pt x="46721" y="10828"/>
                  <a:pt x="47393" y="10430"/>
                  <a:pt x="48115" y="10056"/>
                </a:cubicBezTo>
                <a:close/>
                <a:moveTo>
                  <a:pt x="98942" y="6248"/>
                </a:moveTo>
                <a:cubicBezTo>
                  <a:pt x="99017" y="6298"/>
                  <a:pt x="99042" y="6323"/>
                  <a:pt x="99067" y="6323"/>
                </a:cubicBezTo>
                <a:cubicBezTo>
                  <a:pt x="101357" y="8588"/>
                  <a:pt x="102975" y="11450"/>
                  <a:pt x="103896" y="14885"/>
                </a:cubicBezTo>
                <a:cubicBezTo>
                  <a:pt x="103871" y="14885"/>
                  <a:pt x="103846" y="14885"/>
                  <a:pt x="103846" y="14835"/>
                </a:cubicBezTo>
                <a:cubicBezTo>
                  <a:pt x="102900" y="11400"/>
                  <a:pt x="101257" y="8538"/>
                  <a:pt x="98942" y="6248"/>
                </a:cubicBezTo>
                <a:close/>
                <a:moveTo>
                  <a:pt x="99440" y="6472"/>
                </a:moveTo>
                <a:lnTo>
                  <a:pt x="99440" y="6472"/>
                </a:lnTo>
                <a:cubicBezTo>
                  <a:pt x="99540" y="6497"/>
                  <a:pt x="99614" y="6522"/>
                  <a:pt x="99689" y="6522"/>
                </a:cubicBezTo>
                <a:cubicBezTo>
                  <a:pt x="99888" y="6596"/>
                  <a:pt x="100112" y="6646"/>
                  <a:pt x="100311" y="6721"/>
                </a:cubicBezTo>
                <a:cubicBezTo>
                  <a:pt x="100386" y="6721"/>
                  <a:pt x="100436" y="6746"/>
                  <a:pt x="100535" y="6796"/>
                </a:cubicBezTo>
                <a:cubicBezTo>
                  <a:pt x="102776" y="9110"/>
                  <a:pt x="104269" y="12048"/>
                  <a:pt x="105090" y="15209"/>
                </a:cubicBezTo>
                <a:cubicBezTo>
                  <a:pt x="105016" y="15184"/>
                  <a:pt x="104991" y="15184"/>
                  <a:pt x="104916" y="15184"/>
                </a:cubicBezTo>
                <a:cubicBezTo>
                  <a:pt x="104866" y="15184"/>
                  <a:pt x="104842" y="15159"/>
                  <a:pt x="104767" y="15159"/>
                </a:cubicBezTo>
                <a:lnTo>
                  <a:pt x="104120" y="14960"/>
                </a:lnTo>
                <a:cubicBezTo>
                  <a:pt x="103224" y="11575"/>
                  <a:pt x="101631" y="8712"/>
                  <a:pt x="99440" y="6472"/>
                </a:cubicBezTo>
                <a:close/>
                <a:moveTo>
                  <a:pt x="100909" y="6920"/>
                </a:moveTo>
                <a:cubicBezTo>
                  <a:pt x="100934" y="6945"/>
                  <a:pt x="101008" y="6945"/>
                  <a:pt x="101033" y="6970"/>
                </a:cubicBezTo>
                <a:cubicBezTo>
                  <a:pt x="103149" y="9310"/>
                  <a:pt x="104543" y="12172"/>
                  <a:pt x="105339" y="15308"/>
                </a:cubicBezTo>
                <a:cubicBezTo>
                  <a:pt x="105290" y="15308"/>
                  <a:pt x="105290" y="15308"/>
                  <a:pt x="105265" y="15283"/>
                </a:cubicBezTo>
                <a:cubicBezTo>
                  <a:pt x="104493" y="12147"/>
                  <a:pt x="103049" y="9235"/>
                  <a:pt x="100909" y="6920"/>
                </a:cubicBezTo>
                <a:close/>
                <a:moveTo>
                  <a:pt x="67530" y="8961"/>
                </a:moveTo>
                <a:cubicBezTo>
                  <a:pt x="68077" y="8961"/>
                  <a:pt x="68650" y="8986"/>
                  <a:pt x="69173" y="9011"/>
                </a:cubicBezTo>
                <a:lnTo>
                  <a:pt x="69272" y="9011"/>
                </a:lnTo>
                <a:cubicBezTo>
                  <a:pt x="69397" y="9011"/>
                  <a:pt x="69521" y="9061"/>
                  <a:pt x="69621" y="9061"/>
                </a:cubicBezTo>
                <a:cubicBezTo>
                  <a:pt x="69745" y="9061"/>
                  <a:pt x="69820" y="9085"/>
                  <a:pt x="69944" y="9085"/>
                </a:cubicBezTo>
                <a:cubicBezTo>
                  <a:pt x="70118" y="9110"/>
                  <a:pt x="70268" y="9110"/>
                  <a:pt x="70417" y="9160"/>
                </a:cubicBezTo>
                <a:cubicBezTo>
                  <a:pt x="66310" y="10803"/>
                  <a:pt x="62103" y="12844"/>
                  <a:pt x="57847" y="15333"/>
                </a:cubicBezTo>
                <a:cubicBezTo>
                  <a:pt x="58046" y="13541"/>
                  <a:pt x="58420" y="11799"/>
                  <a:pt x="58967" y="10206"/>
                </a:cubicBezTo>
                <a:cubicBezTo>
                  <a:pt x="60560" y="9807"/>
                  <a:pt x="62079" y="9484"/>
                  <a:pt x="63547" y="9285"/>
                </a:cubicBezTo>
                <a:cubicBezTo>
                  <a:pt x="63572" y="9285"/>
                  <a:pt x="63647" y="9285"/>
                  <a:pt x="63672" y="9235"/>
                </a:cubicBezTo>
                <a:lnTo>
                  <a:pt x="63746" y="9235"/>
                </a:lnTo>
                <a:cubicBezTo>
                  <a:pt x="64095" y="9185"/>
                  <a:pt x="64443" y="9160"/>
                  <a:pt x="64792" y="9110"/>
                </a:cubicBezTo>
                <a:cubicBezTo>
                  <a:pt x="64991" y="9085"/>
                  <a:pt x="65190" y="9085"/>
                  <a:pt x="65414" y="9061"/>
                </a:cubicBezTo>
                <a:cubicBezTo>
                  <a:pt x="65663" y="9011"/>
                  <a:pt x="65862" y="9011"/>
                  <a:pt x="66136" y="8986"/>
                </a:cubicBezTo>
                <a:cubicBezTo>
                  <a:pt x="66584" y="8961"/>
                  <a:pt x="67057" y="8961"/>
                  <a:pt x="67530" y="8961"/>
                </a:cubicBezTo>
                <a:close/>
                <a:moveTo>
                  <a:pt x="40274" y="15084"/>
                </a:moveTo>
                <a:lnTo>
                  <a:pt x="40000" y="15283"/>
                </a:lnTo>
                <a:cubicBezTo>
                  <a:pt x="39950" y="15308"/>
                  <a:pt x="39901" y="15333"/>
                  <a:pt x="39876" y="15383"/>
                </a:cubicBezTo>
                <a:lnTo>
                  <a:pt x="39876" y="15333"/>
                </a:lnTo>
                <a:cubicBezTo>
                  <a:pt x="39876" y="15283"/>
                  <a:pt x="39926" y="15258"/>
                  <a:pt x="40000" y="15209"/>
                </a:cubicBezTo>
                <a:cubicBezTo>
                  <a:pt x="40025" y="15209"/>
                  <a:pt x="40025" y="15184"/>
                  <a:pt x="40050" y="15184"/>
                </a:cubicBezTo>
                <a:cubicBezTo>
                  <a:pt x="40075" y="15184"/>
                  <a:pt x="40100" y="15159"/>
                  <a:pt x="40150" y="15159"/>
                </a:cubicBezTo>
                <a:cubicBezTo>
                  <a:pt x="40174" y="15134"/>
                  <a:pt x="40199" y="15134"/>
                  <a:pt x="40274" y="15084"/>
                </a:cubicBezTo>
                <a:close/>
                <a:moveTo>
                  <a:pt x="110591" y="14163"/>
                </a:moveTo>
                <a:lnTo>
                  <a:pt x="110591" y="14163"/>
                </a:lnTo>
                <a:cubicBezTo>
                  <a:pt x="110741" y="14412"/>
                  <a:pt x="110890" y="14636"/>
                  <a:pt x="111064" y="14810"/>
                </a:cubicBezTo>
                <a:cubicBezTo>
                  <a:pt x="111201" y="15021"/>
                  <a:pt x="111347" y="15245"/>
                  <a:pt x="111496" y="15472"/>
                </a:cubicBezTo>
                <a:lnTo>
                  <a:pt x="111496" y="15472"/>
                </a:lnTo>
                <a:cubicBezTo>
                  <a:pt x="111250" y="15117"/>
                  <a:pt x="111073" y="14883"/>
                  <a:pt x="111015" y="14810"/>
                </a:cubicBezTo>
                <a:cubicBezTo>
                  <a:pt x="110965" y="14761"/>
                  <a:pt x="110940" y="14686"/>
                  <a:pt x="110865" y="14636"/>
                </a:cubicBezTo>
                <a:cubicBezTo>
                  <a:pt x="110840" y="14562"/>
                  <a:pt x="110766" y="14512"/>
                  <a:pt x="110741" y="14412"/>
                </a:cubicBezTo>
                <a:cubicBezTo>
                  <a:pt x="110741" y="14412"/>
                  <a:pt x="110741" y="14387"/>
                  <a:pt x="110716" y="14387"/>
                </a:cubicBezTo>
                <a:cubicBezTo>
                  <a:pt x="110691" y="14337"/>
                  <a:pt x="110691" y="14313"/>
                  <a:pt x="110641" y="14288"/>
                </a:cubicBezTo>
                <a:cubicBezTo>
                  <a:pt x="110616" y="14263"/>
                  <a:pt x="110591" y="14188"/>
                  <a:pt x="110591" y="14163"/>
                </a:cubicBezTo>
                <a:close/>
                <a:moveTo>
                  <a:pt x="58738" y="10296"/>
                </a:moveTo>
                <a:lnTo>
                  <a:pt x="58738" y="10296"/>
                </a:lnTo>
                <a:cubicBezTo>
                  <a:pt x="58193" y="11934"/>
                  <a:pt x="57822" y="13671"/>
                  <a:pt x="57623" y="15507"/>
                </a:cubicBezTo>
                <a:cubicBezTo>
                  <a:pt x="57598" y="15507"/>
                  <a:pt x="57598" y="15532"/>
                  <a:pt x="57573" y="15532"/>
                </a:cubicBezTo>
                <a:cubicBezTo>
                  <a:pt x="57748" y="13690"/>
                  <a:pt x="58096" y="11948"/>
                  <a:pt x="58693" y="10305"/>
                </a:cubicBezTo>
                <a:cubicBezTo>
                  <a:pt x="58711" y="10305"/>
                  <a:pt x="58730" y="10305"/>
                  <a:pt x="58738" y="10296"/>
                </a:cubicBezTo>
                <a:close/>
                <a:moveTo>
                  <a:pt x="39677" y="15458"/>
                </a:moveTo>
                <a:lnTo>
                  <a:pt x="39677" y="15507"/>
                </a:lnTo>
                <a:cubicBezTo>
                  <a:pt x="39627" y="15532"/>
                  <a:pt x="39577" y="15557"/>
                  <a:pt x="39527" y="15582"/>
                </a:cubicBezTo>
                <a:cubicBezTo>
                  <a:pt x="39552" y="15557"/>
                  <a:pt x="39552" y="15557"/>
                  <a:pt x="39577" y="15557"/>
                </a:cubicBezTo>
                <a:lnTo>
                  <a:pt x="39677" y="15458"/>
                </a:lnTo>
                <a:close/>
                <a:moveTo>
                  <a:pt x="62452" y="4082"/>
                </a:moveTo>
                <a:lnTo>
                  <a:pt x="62452" y="4082"/>
                </a:lnTo>
                <a:cubicBezTo>
                  <a:pt x="61954" y="4481"/>
                  <a:pt x="61506" y="4954"/>
                  <a:pt x="61083" y="5476"/>
                </a:cubicBezTo>
                <a:cubicBezTo>
                  <a:pt x="55209" y="8015"/>
                  <a:pt x="49210" y="11450"/>
                  <a:pt x="43286" y="15657"/>
                </a:cubicBezTo>
                <a:cubicBezTo>
                  <a:pt x="42390" y="15159"/>
                  <a:pt x="41618" y="14885"/>
                  <a:pt x="40946" y="14835"/>
                </a:cubicBezTo>
                <a:cubicBezTo>
                  <a:pt x="48239" y="9782"/>
                  <a:pt x="55632" y="6123"/>
                  <a:pt x="62452" y="4082"/>
                </a:cubicBezTo>
                <a:close/>
                <a:moveTo>
                  <a:pt x="70915" y="9235"/>
                </a:moveTo>
                <a:cubicBezTo>
                  <a:pt x="66659" y="10927"/>
                  <a:pt x="62228" y="13068"/>
                  <a:pt x="57822" y="15682"/>
                </a:cubicBezTo>
                <a:lnTo>
                  <a:pt x="57822" y="15632"/>
                </a:lnTo>
                <a:cubicBezTo>
                  <a:pt x="62178" y="13068"/>
                  <a:pt x="66534" y="10927"/>
                  <a:pt x="70815" y="9235"/>
                </a:cubicBezTo>
                <a:close/>
                <a:moveTo>
                  <a:pt x="86571" y="5451"/>
                </a:moveTo>
                <a:cubicBezTo>
                  <a:pt x="89484" y="7468"/>
                  <a:pt x="91550" y="10430"/>
                  <a:pt x="92645" y="14089"/>
                </a:cubicBezTo>
                <a:cubicBezTo>
                  <a:pt x="89832" y="14337"/>
                  <a:pt x="86845" y="14885"/>
                  <a:pt x="83759" y="15706"/>
                </a:cubicBezTo>
                <a:cubicBezTo>
                  <a:pt x="82390" y="12421"/>
                  <a:pt x="80573" y="9434"/>
                  <a:pt x="78283" y="6995"/>
                </a:cubicBezTo>
                <a:cubicBezTo>
                  <a:pt x="79477" y="6696"/>
                  <a:pt x="80622" y="6422"/>
                  <a:pt x="81767" y="6173"/>
                </a:cubicBezTo>
                <a:cubicBezTo>
                  <a:pt x="81892" y="6123"/>
                  <a:pt x="81991" y="6123"/>
                  <a:pt x="82116" y="6099"/>
                </a:cubicBezTo>
                <a:cubicBezTo>
                  <a:pt x="82763" y="5974"/>
                  <a:pt x="83410" y="5850"/>
                  <a:pt x="84033" y="5750"/>
                </a:cubicBezTo>
                <a:cubicBezTo>
                  <a:pt x="84306" y="5725"/>
                  <a:pt x="84555" y="5700"/>
                  <a:pt x="84829" y="5675"/>
                </a:cubicBezTo>
                <a:cubicBezTo>
                  <a:pt x="85327" y="5601"/>
                  <a:pt x="85825" y="5501"/>
                  <a:pt x="86323" y="5476"/>
                </a:cubicBezTo>
                <a:cubicBezTo>
                  <a:pt x="86422" y="5451"/>
                  <a:pt x="86472" y="5451"/>
                  <a:pt x="86571" y="5451"/>
                </a:cubicBezTo>
                <a:close/>
                <a:moveTo>
                  <a:pt x="60834" y="5750"/>
                </a:moveTo>
                <a:lnTo>
                  <a:pt x="60834" y="5750"/>
                </a:lnTo>
                <a:cubicBezTo>
                  <a:pt x="60809" y="5825"/>
                  <a:pt x="60784" y="5875"/>
                  <a:pt x="60734" y="5924"/>
                </a:cubicBezTo>
                <a:cubicBezTo>
                  <a:pt x="55109" y="8389"/>
                  <a:pt x="49285" y="11699"/>
                  <a:pt x="43535" y="15781"/>
                </a:cubicBezTo>
                <a:cubicBezTo>
                  <a:pt x="43510" y="15781"/>
                  <a:pt x="43510" y="15756"/>
                  <a:pt x="43460" y="15756"/>
                </a:cubicBezTo>
                <a:cubicBezTo>
                  <a:pt x="49235" y="11674"/>
                  <a:pt x="55109" y="8289"/>
                  <a:pt x="60834" y="5750"/>
                </a:cubicBezTo>
                <a:close/>
                <a:moveTo>
                  <a:pt x="40921" y="15034"/>
                </a:moveTo>
                <a:cubicBezTo>
                  <a:pt x="41046" y="15034"/>
                  <a:pt x="41170" y="15059"/>
                  <a:pt x="41319" y="15059"/>
                </a:cubicBezTo>
                <a:cubicBezTo>
                  <a:pt x="41867" y="15184"/>
                  <a:pt x="42440" y="15408"/>
                  <a:pt x="43112" y="15781"/>
                </a:cubicBezTo>
                <a:lnTo>
                  <a:pt x="43062" y="15806"/>
                </a:lnTo>
                <a:cubicBezTo>
                  <a:pt x="43012" y="15781"/>
                  <a:pt x="42987" y="15756"/>
                  <a:pt x="42912" y="15706"/>
                </a:cubicBezTo>
                <a:cubicBezTo>
                  <a:pt x="42863" y="15682"/>
                  <a:pt x="42813" y="15657"/>
                  <a:pt x="42763" y="15657"/>
                </a:cubicBezTo>
                <a:cubicBezTo>
                  <a:pt x="42664" y="15632"/>
                  <a:pt x="42564" y="15557"/>
                  <a:pt x="42489" y="15532"/>
                </a:cubicBezTo>
                <a:cubicBezTo>
                  <a:pt x="42415" y="15507"/>
                  <a:pt x="42365" y="15458"/>
                  <a:pt x="42265" y="15433"/>
                </a:cubicBezTo>
                <a:cubicBezTo>
                  <a:pt x="42191" y="15408"/>
                  <a:pt x="42141" y="15383"/>
                  <a:pt x="42066" y="15383"/>
                </a:cubicBezTo>
                <a:cubicBezTo>
                  <a:pt x="41991" y="15333"/>
                  <a:pt x="41917" y="15308"/>
                  <a:pt x="41867" y="15283"/>
                </a:cubicBezTo>
                <a:cubicBezTo>
                  <a:pt x="41792" y="15258"/>
                  <a:pt x="41767" y="15258"/>
                  <a:pt x="41693" y="15209"/>
                </a:cubicBezTo>
                <a:cubicBezTo>
                  <a:pt x="41643" y="15184"/>
                  <a:pt x="41543" y="15159"/>
                  <a:pt x="41494" y="15159"/>
                </a:cubicBezTo>
                <a:cubicBezTo>
                  <a:pt x="41419" y="15159"/>
                  <a:pt x="41369" y="15134"/>
                  <a:pt x="41295" y="15134"/>
                </a:cubicBezTo>
                <a:cubicBezTo>
                  <a:pt x="41245" y="15134"/>
                  <a:pt x="41170" y="15084"/>
                  <a:pt x="41120" y="15084"/>
                </a:cubicBezTo>
                <a:cubicBezTo>
                  <a:pt x="40996" y="15084"/>
                  <a:pt x="40896" y="15059"/>
                  <a:pt x="40772" y="15059"/>
                </a:cubicBezTo>
                <a:cubicBezTo>
                  <a:pt x="40697" y="15059"/>
                  <a:pt x="40647" y="15059"/>
                  <a:pt x="40573" y="15084"/>
                </a:cubicBezTo>
                <a:cubicBezTo>
                  <a:pt x="40622" y="15059"/>
                  <a:pt x="40647" y="15059"/>
                  <a:pt x="40672" y="15034"/>
                </a:cubicBezTo>
                <a:close/>
                <a:moveTo>
                  <a:pt x="78084" y="7069"/>
                </a:moveTo>
                <a:cubicBezTo>
                  <a:pt x="80374" y="9459"/>
                  <a:pt x="82216" y="12471"/>
                  <a:pt x="83585" y="15781"/>
                </a:cubicBezTo>
                <a:cubicBezTo>
                  <a:pt x="83560" y="15781"/>
                  <a:pt x="83560" y="15781"/>
                  <a:pt x="83510" y="15806"/>
                </a:cubicBezTo>
                <a:cubicBezTo>
                  <a:pt x="82141" y="12520"/>
                  <a:pt x="80324" y="9534"/>
                  <a:pt x="78009" y="7094"/>
                </a:cubicBezTo>
                <a:cubicBezTo>
                  <a:pt x="78034" y="7094"/>
                  <a:pt x="78034" y="7094"/>
                  <a:pt x="78084" y="7069"/>
                </a:cubicBezTo>
                <a:close/>
                <a:moveTo>
                  <a:pt x="57623" y="15756"/>
                </a:moveTo>
                <a:lnTo>
                  <a:pt x="57623" y="15806"/>
                </a:lnTo>
                <a:cubicBezTo>
                  <a:pt x="57598" y="15806"/>
                  <a:pt x="57598" y="15831"/>
                  <a:pt x="57573" y="15831"/>
                </a:cubicBezTo>
                <a:lnTo>
                  <a:pt x="57573" y="15781"/>
                </a:lnTo>
                <a:cubicBezTo>
                  <a:pt x="57598" y="15781"/>
                  <a:pt x="57598" y="15756"/>
                  <a:pt x="57623" y="15756"/>
                </a:cubicBezTo>
                <a:close/>
                <a:moveTo>
                  <a:pt x="92695" y="14288"/>
                </a:moveTo>
                <a:cubicBezTo>
                  <a:pt x="92695" y="14313"/>
                  <a:pt x="92720" y="14337"/>
                  <a:pt x="92720" y="14387"/>
                </a:cubicBezTo>
                <a:cubicBezTo>
                  <a:pt x="89907" y="14636"/>
                  <a:pt x="86945" y="15159"/>
                  <a:pt x="83858" y="16005"/>
                </a:cubicBezTo>
                <a:cubicBezTo>
                  <a:pt x="83858" y="15955"/>
                  <a:pt x="83833" y="15931"/>
                  <a:pt x="83833" y="15906"/>
                </a:cubicBezTo>
                <a:cubicBezTo>
                  <a:pt x="86895" y="15059"/>
                  <a:pt x="89907" y="14537"/>
                  <a:pt x="92695" y="14288"/>
                </a:cubicBezTo>
                <a:close/>
                <a:moveTo>
                  <a:pt x="110635" y="14700"/>
                </a:moveTo>
                <a:cubicBezTo>
                  <a:pt x="110653" y="14721"/>
                  <a:pt x="110672" y="14742"/>
                  <a:pt x="110691" y="14761"/>
                </a:cubicBezTo>
                <a:cubicBezTo>
                  <a:pt x="110766" y="14885"/>
                  <a:pt x="110840" y="15010"/>
                  <a:pt x="110940" y="15159"/>
                </a:cubicBezTo>
                <a:cubicBezTo>
                  <a:pt x="111073" y="15425"/>
                  <a:pt x="111206" y="15712"/>
                  <a:pt x="111340" y="16018"/>
                </a:cubicBezTo>
                <a:lnTo>
                  <a:pt x="111340" y="16018"/>
                </a:lnTo>
                <a:cubicBezTo>
                  <a:pt x="111306" y="15954"/>
                  <a:pt x="111272" y="15892"/>
                  <a:pt x="111239" y="15831"/>
                </a:cubicBezTo>
                <a:cubicBezTo>
                  <a:pt x="111089" y="15557"/>
                  <a:pt x="110965" y="15283"/>
                  <a:pt x="110815" y="15010"/>
                </a:cubicBezTo>
                <a:cubicBezTo>
                  <a:pt x="110755" y="14902"/>
                  <a:pt x="110695" y="14799"/>
                  <a:pt x="110635" y="14700"/>
                </a:cubicBezTo>
                <a:close/>
                <a:moveTo>
                  <a:pt x="83634" y="15955"/>
                </a:moveTo>
                <a:cubicBezTo>
                  <a:pt x="83634" y="16005"/>
                  <a:pt x="83684" y="16030"/>
                  <a:pt x="83684" y="16055"/>
                </a:cubicBezTo>
                <a:cubicBezTo>
                  <a:pt x="83634" y="16055"/>
                  <a:pt x="83634" y="16055"/>
                  <a:pt x="83609" y="16080"/>
                </a:cubicBezTo>
                <a:cubicBezTo>
                  <a:pt x="83609" y="16030"/>
                  <a:pt x="83609" y="16005"/>
                  <a:pt x="83585" y="15955"/>
                </a:cubicBezTo>
                <a:close/>
                <a:moveTo>
                  <a:pt x="60486" y="6223"/>
                </a:moveTo>
                <a:lnTo>
                  <a:pt x="60486" y="6223"/>
                </a:lnTo>
                <a:cubicBezTo>
                  <a:pt x="59789" y="7244"/>
                  <a:pt x="59166" y="8488"/>
                  <a:pt x="58619" y="9857"/>
                </a:cubicBezTo>
                <a:cubicBezTo>
                  <a:pt x="57847" y="10081"/>
                  <a:pt x="57051" y="10330"/>
                  <a:pt x="56229" y="10604"/>
                </a:cubicBezTo>
                <a:cubicBezTo>
                  <a:pt x="55433" y="10903"/>
                  <a:pt x="54611" y="11176"/>
                  <a:pt x="53815" y="11525"/>
                </a:cubicBezTo>
                <a:cubicBezTo>
                  <a:pt x="52520" y="12023"/>
                  <a:pt x="51201" y="12645"/>
                  <a:pt x="49882" y="13267"/>
                </a:cubicBezTo>
                <a:cubicBezTo>
                  <a:pt x="49708" y="13342"/>
                  <a:pt x="49484" y="13441"/>
                  <a:pt x="49285" y="13541"/>
                </a:cubicBezTo>
                <a:cubicBezTo>
                  <a:pt x="49260" y="13541"/>
                  <a:pt x="49260" y="13566"/>
                  <a:pt x="49235" y="13566"/>
                </a:cubicBezTo>
                <a:cubicBezTo>
                  <a:pt x="48861" y="13765"/>
                  <a:pt x="48463" y="13939"/>
                  <a:pt x="48090" y="14163"/>
                </a:cubicBezTo>
                <a:cubicBezTo>
                  <a:pt x="48040" y="14163"/>
                  <a:pt x="48040" y="14188"/>
                  <a:pt x="48015" y="14188"/>
                </a:cubicBezTo>
                <a:cubicBezTo>
                  <a:pt x="47916" y="14263"/>
                  <a:pt x="47841" y="14313"/>
                  <a:pt x="47741" y="14337"/>
                </a:cubicBezTo>
                <a:cubicBezTo>
                  <a:pt x="47169" y="14636"/>
                  <a:pt x="46646" y="14935"/>
                  <a:pt x="46099" y="15258"/>
                </a:cubicBezTo>
                <a:cubicBezTo>
                  <a:pt x="45899" y="15333"/>
                  <a:pt x="45750" y="15433"/>
                  <a:pt x="45551" y="15532"/>
                </a:cubicBezTo>
                <a:cubicBezTo>
                  <a:pt x="45227" y="15706"/>
                  <a:pt x="44904" y="15931"/>
                  <a:pt x="44555" y="16105"/>
                </a:cubicBezTo>
                <a:cubicBezTo>
                  <a:pt x="44481" y="16179"/>
                  <a:pt x="44381" y="16204"/>
                  <a:pt x="44281" y="16279"/>
                </a:cubicBezTo>
                <a:cubicBezTo>
                  <a:pt x="44107" y="16155"/>
                  <a:pt x="43883" y="16030"/>
                  <a:pt x="43684" y="15906"/>
                </a:cubicBezTo>
                <a:cubicBezTo>
                  <a:pt x="49334" y="11923"/>
                  <a:pt x="54985" y="8687"/>
                  <a:pt x="60486" y="6223"/>
                </a:cubicBezTo>
                <a:close/>
                <a:moveTo>
                  <a:pt x="92844" y="14761"/>
                </a:moveTo>
                <a:lnTo>
                  <a:pt x="92844" y="14786"/>
                </a:lnTo>
                <a:lnTo>
                  <a:pt x="92844" y="14810"/>
                </a:lnTo>
                <a:cubicBezTo>
                  <a:pt x="92670" y="14810"/>
                  <a:pt x="92545" y="14835"/>
                  <a:pt x="92396" y="14885"/>
                </a:cubicBezTo>
                <a:cubicBezTo>
                  <a:pt x="92147" y="14935"/>
                  <a:pt x="91898" y="14960"/>
                  <a:pt x="91649" y="15034"/>
                </a:cubicBezTo>
                <a:cubicBezTo>
                  <a:pt x="91276" y="15134"/>
                  <a:pt x="90903" y="15209"/>
                  <a:pt x="90529" y="15333"/>
                </a:cubicBezTo>
                <a:cubicBezTo>
                  <a:pt x="90230" y="15408"/>
                  <a:pt x="89957" y="15507"/>
                  <a:pt x="89683" y="15557"/>
                </a:cubicBezTo>
                <a:cubicBezTo>
                  <a:pt x="89334" y="15657"/>
                  <a:pt x="89036" y="15806"/>
                  <a:pt x="88687" y="15906"/>
                </a:cubicBezTo>
                <a:cubicBezTo>
                  <a:pt x="88364" y="16005"/>
                  <a:pt x="88090" y="16130"/>
                  <a:pt x="87791" y="16204"/>
                </a:cubicBezTo>
                <a:cubicBezTo>
                  <a:pt x="87722" y="16231"/>
                  <a:pt x="87656" y="16257"/>
                  <a:pt x="87591" y="16284"/>
                </a:cubicBezTo>
                <a:lnTo>
                  <a:pt x="87591" y="16284"/>
                </a:lnTo>
                <a:cubicBezTo>
                  <a:pt x="87673" y="16248"/>
                  <a:pt x="87756" y="16213"/>
                  <a:pt x="87841" y="16179"/>
                </a:cubicBezTo>
                <a:lnTo>
                  <a:pt x="88588" y="15906"/>
                </a:lnTo>
                <a:cubicBezTo>
                  <a:pt x="88961" y="15781"/>
                  <a:pt x="89334" y="15632"/>
                  <a:pt x="89733" y="15507"/>
                </a:cubicBezTo>
                <a:lnTo>
                  <a:pt x="90479" y="15308"/>
                </a:lnTo>
                <a:cubicBezTo>
                  <a:pt x="90878" y="15184"/>
                  <a:pt x="91301" y="15084"/>
                  <a:pt x="91699" y="14960"/>
                </a:cubicBezTo>
                <a:cubicBezTo>
                  <a:pt x="91948" y="14910"/>
                  <a:pt x="92222" y="14885"/>
                  <a:pt x="92471" y="14810"/>
                </a:cubicBezTo>
                <a:cubicBezTo>
                  <a:pt x="92595" y="14786"/>
                  <a:pt x="92720" y="14761"/>
                  <a:pt x="92844" y="14761"/>
                </a:cubicBezTo>
                <a:close/>
                <a:moveTo>
                  <a:pt x="77835" y="7144"/>
                </a:moveTo>
                <a:cubicBezTo>
                  <a:pt x="80100" y="9558"/>
                  <a:pt x="81967" y="12570"/>
                  <a:pt x="83336" y="15881"/>
                </a:cubicBezTo>
                <a:cubicBezTo>
                  <a:pt x="82813" y="16030"/>
                  <a:pt x="82265" y="16179"/>
                  <a:pt x="81718" y="16329"/>
                </a:cubicBezTo>
                <a:cubicBezTo>
                  <a:pt x="81718" y="16304"/>
                  <a:pt x="81693" y="16304"/>
                  <a:pt x="81693" y="16279"/>
                </a:cubicBezTo>
                <a:cubicBezTo>
                  <a:pt x="81593" y="16080"/>
                  <a:pt x="81519" y="15931"/>
                  <a:pt x="81444" y="15781"/>
                </a:cubicBezTo>
                <a:cubicBezTo>
                  <a:pt x="81394" y="15731"/>
                  <a:pt x="81394" y="15682"/>
                  <a:pt x="81369" y="15657"/>
                </a:cubicBezTo>
                <a:cubicBezTo>
                  <a:pt x="81344" y="15582"/>
                  <a:pt x="81270" y="15482"/>
                  <a:pt x="81245" y="15433"/>
                </a:cubicBezTo>
                <a:lnTo>
                  <a:pt x="80971" y="14960"/>
                </a:lnTo>
                <a:cubicBezTo>
                  <a:pt x="80946" y="14935"/>
                  <a:pt x="80896" y="14860"/>
                  <a:pt x="80871" y="14835"/>
                </a:cubicBezTo>
                <a:cubicBezTo>
                  <a:pt x="80847" y="14810"/>
                  <a:pt x="80847" y="14786"/>
                  <a:pt x="80822" y="14761"/>
                </a:cubicBezTo>
                <a:cubicBezTo>
                  <a:pt x="80747" y="14686"/>
                  <a:pt x="80722" y="14586"/>
                  <a:pt x="80647" y="14537"/>
                </a:cubicBezTo>
                <a:cubicBezTo>
                  <a:pt x="80598" y="14437"/>
                  <a:pt x="80498" y="14337"/>
                  <a:pt x="80448" y="14238"/>
                </a:cubicBezTo>
                <a:cubicBezTo>
                  <a:pt x="80448" y="14238"/>
                  <a:pt x="80448" y="14213"/>
                  <a:pt x="80398" y="14213"/>
                </a:cubicBezTo>
                <a:cubicBezTo>
                  <a:pt x="80274" y="14039"/>
                  <a:pt x="80150" y="13865"/>
                  <a:pt x="80000" y="13690"/>
                </a:cubicBezTo>
                <a:cubicBezTo>
                  <a:pt x="79950" y="13616"/>
                  <a:pt x="79901" y="13566"/>
                  <a:pt x="79851" y="13491"/>
                </a:cubicBezTo>
                <a:cubicBezTo>
                  <a:pt x="79726" y="13342"/>
                  <a:pt x="79602" y="13217"/>
                  <a:pt x="79477" y="13068"/>
                </a:cubicBezTo>
                <a:lnTo>
                  <a:pt x="79378" y="12944"/>
                </a:lnTo>
                <a:lnTo>
                  <a:pt x="79328" y="12869"/>
                </a:lnTo>
                <a:lnTo>
                  <a:pt x="79229" y="12794"/>
                </a:lnTo>
                <a:lnTo>
                  <a:pt x="79204" y="12720"/>
                </a:lnTo>
                <a:lnTo>
                  <a:pt x="79079" y="12595"/>
                </a:lnTo>
                <a:cubicBezTo>
                  <a:pt x="78905" y="12446"/>
                  <a:pt x="78756" y="12296"/>
                  <a:pt x="78581" y="12122"/>
                </a:cubicBezTo>
                <a:cubicBezTo>
                  <a:pt x="78482" y="12048"/>
                  <a:pt x="78357" y="11948"/>
                  <a:pt x="78258" y="11848"/>
                </a:cubicBezTo>
                <a:cubicBezTo>
                  <a:pt x="78059" y="11699"/>
                  <a:pt x="77884" y="11575"/>
                  <a:pt x="77685" y="11425"/>
                </a:cubicBezTo>
                <a:cubicBezTo>
                  <a:pt x="77536" y="11301"/>
                  <a:pt x="77387" y="11201"/>
                  <a:pt x="77188" y="11077"/>
                </a:cubicBezTo>
                <a:cubicBezTo>
                  <a:pt x="76988" y="10952"/>
                  <a:pt x="76789" y="10803"/>
                  <a:pt x="76565" y="10679"/>
                </a:cubicBezTo>
                <a:cubicBezTo>
                  <a:pt x="76416" y="10579"/>
                  <a:pt x="76242" y="10479"/>
                  <a:pt x="76067" y="10405"/>
                </a:cubicBezTo>
                <a:cubicBezTo>
                  <a:pt x="75943" y="10330"/>
                  <a:pt x="75794" y="10230"/>
                  <a:pt x="75669" y="10181"/>
                </a:cubicBezTo>
                <a:cubicBezTo>
                  <a:pt x="75495" y="10081"/>
                  <a:pt x="75296" y="9982"/>
                  <a:pt x="75072" y="9882"/>
                </a:cubicBezTo>
                <a:cubicBezTo>
                  <a:pt x="74947" y="9832"/>
                  <a:pt x="74823" y="9807"/>
                  <a:pt x="74698" y="9733"/>
                </a:cubicBezTo>
                <a:cubicBezTo>
                  <a:pt x="74649" y="9708"/>
                  <a:pt x="74624" y="9708"/>
                  <a:pt x="74549" y="9683"/>
                </a:cubicBezTo>
                <a:cubicBezTo>
                  <a:pt x="75246" y="8936"/>
                  <a:pt x="75968" y="8165"/>
                  <a:pt x="76715" y="7468"/>
                </a:cubicBezTo>
                <a:cubicBezTo>
                  <a:pt x="77063" y="7343"/>
                  <a:pt x="77436" y="7244"/>
                  <a:pt x="77835" y="7144"/>
                </a:cubicBezTo>
                <a:close/>
                <a:moveTo>
                  <a:pt x="58619" y="10031"/>
                </a:moveTo>
                <a:lnTo>
                  <a:pt x="58619" y="10056"/>
                </a:lnTo>
                <a:lnTo>
                  <a:pt x="58619" y="10081"/>
                </a:lnTo>
                <a:cubicBezTo>
                  <a:pt x="58469" y="10181"/>
                  <a:pt x="58370" y="10181"/>
                  <a:pt x="58320" y="10206"/>
                </a:cubicBezTo>
                <a:cubicBezTo>
                  <a:pt x="58121" y="10280"/>
                  <a:pt x="57922" y="10305"/>
                  <a:pt x="57723" y="10355"/>
                </a:cubicBezTo>
                <a:lnTo>
                  <a:pt x="56603" y="10728"/>
                </a:lnTo>
                <a:cubicBezTo>
                  <a:pt x="56379" y="10803"/>
                  <a:pt x="56204" y="10853"/>
                  <a:pt x="55980" y="10927"/>
                </a:cubicBezTo>
                <a:cubicBezTo>
                  <a:pt x="55607" y="11052"/>
                  <a:pt x="55209" y="11201"/>
                  <a:pt x="54810" y="11351"/>
                </a:cubicBezTo>
                <a:cubicBezTo>
                  <a:pt x="54611" y="11425"/>
                  <a:pt x="54387" y="11525"/>
                  <a:pt x="54213" y="11575"/>
                </a:cubicBezTo>
                <a:cubicBezTo>
                  <a:pt x="53815" y="11724"/>
                  <a:pt x="53392" y="11898"/>
                  <a:pt x="53018" y="12072"/>
                </a:cubicBezTo>
                <a:cubicBezTo>
                  <a:pt x="52844" y="12172"/>
                  <a:pt x="52620" y="12222"/>
                  <a:pt x="52446" y="12321"/>
                </a:cubicBezTo>
                <a:cubicBezTo>
                  <a:pt x="52023" y="12471"/>
                  <a:pt x="51649" y="12670"/>
                  <a:pt x="51251" y="12844"/>
                </a:cubicBezTo>
                <a:cubicBezTo>
                  <a:pt x="51027" y="12944"/>
                  <a:pt x="50853" y="13043"/>
                  <a:pt x="50629" y="13143"/>
                </a:cubicBezTo>
                <a:cubicBezTo>
                  <a:pt x="50255" y="13317"/>
                  <a:pt x="49857" y="13516"/>
                  <a:pt x="49484" y="13690"/>
                </a:cubicBezTo>
                <a:cubicBezTo>
                  <a:pt x="49260" y="13790"/>
                  <a:pt x="49036" y="13914"/>
                  <a:pt x="48837" y="14014"/>
                </a:cubicBezTo>
                <a:cubicBezTo>
                  <a:pt x="48463" y="14188"/>
                  <a:pt x="48040" y="14412"/>
                  <a:pt x="47667" y="14636"/>
                </a:cubicBezTo>
                <a:cubicBezTo>
                  <a:pt x="47468" y="14761"/>
                  <a:pt x="47244" y="14835"/>
                  <a:pt x="47019" y="14960"/>
                </a:cubicBezTo>
                <a:cubicBezTo>
                  <a:pt x="46771" y="15084"/>
                  <a:pt x="46522" y="15258"/>
                  <a:pt x="46273" y="15408"/>
                </a:cubicBezTo>
                <a:cubicBezTo>
                  <a:pt x="46099" y="15507"/>
                  <a:pt x="45924" y="15582"/>
                  <a:pt x="45750" y="15706"/>
                </a:cubicBezTo>
                <a:cubicBezTo>
                  <a:pt x="45551" y="15831"/>
                  <a:pt x="45377" y="15931"/>
                  <a:pt x="45178" y="16030"/>
                </a:cubicBezTo>
                <a:cubicBezTo>
                  <a:pt x="45028" y="16130"/>
                  <a:pt x="44904" y="16204"/>
                  <a:pt x="44754" y="16279"/>
                </a:cubicBezTo>
                <a:cubicBezTo>
                  <a:pt x="44680" y="16304"/>
                  <a:pt x="44630" y="16329"/>
                  <a:pt x="44555" y="16403"/>
                </a:cubicBezTo>
                <a:lnTo>
                  <a:pt x="44530" y="16379"/>
                </a:lnTo>
                <a:cubicBezTo>
                  <a:pt x="44530" y="16379"/>
                  <a:pt x="44505" y="16379"/>
                  <a:pt x="44505" y="16329"/>
                </a:cubicBezTo>
                <a:cubicBezTo>
                  <a:pt x="44555" y="16304"/>
                  <a:pt x="44605" y="16279"/>
                  <a:pt x="44655" y="16254"/>
                </a:cubicBezTo>
                <a:cubicBezTo>
                  <a:pt x="44779" y="16155"/>
                  <a:pt x="44929" y="16080"/>
                  <a:pt x="45053" y="16005"/>
                </a:cubicBezTo>
                <a:cubicBezTo>
                  <a:pt x="45277" y="15881"/>
                  <a:pt x="45476" y="15756"/>
                  <a:pt x="45675" y="15632"/>
                </a:cubicBezTo>
                <a:cubicBezTo>
                  <a:pt x="45850" y="15532"/>
                  <a:pt x="45999" y="15433"/>
                  <a:pt x="46173" y="15333"/>
                </a:cubicBezTo>
                <a:lnTo>
                  <a:pt x="46223" y="15333"/>
                </a:lnTo>
                <a:cubicBezTo>
                  <a:pt x="50454" y="12944"/>
                  <a:pt x="54636" y="11151"/>
                  <a:pt x="58619" y="10031"/>
                </a:cubicBezTo>
                <a:close/>
                <a:moveTo>
                  <a:pt x="43510" y="16030"/>
                </a:moveTo>
                <a:cubicBezTo>
                  <a:pt x="43734" y="16130"/>
                  <a:pt x="43908" y="16254"/>
                  <a:pt x="44107" y="16403"/>
                </a:cubicBezTo>
                <a:cubicBezTo>
                  <a:pt x="44057" y="16403"/>
                  <a:pt x="44057" y="16428"/>
                  <a:pt x="44033" y="16428"/>
                </a:cubicBezTo>
                <a:cubicBezTo>
                  <a:pt x="43933" y="16379"/>
                  <a:pt x="43883" y="16329"/>
                  <a:pt x="43809" y="16279"/>
                </a:cubicBezTo>
                <a:lnTo>
                  <a:pt x="43784" y="16279"/>
                </a:lnTo>
                <a:cubicBezTo>
                  <a:pt x="43659" y="16204"/>
                  <a:pt x="43560" y="16155"/>
                  <a:pt x="43435" y="16055"/>
                </a:cubicBezTo>
                <a:cubicBezTo>
                  <a:pt x="43485" y="16055"/>
                  <a:pt x="43485" y="16030"/>
                  <a:pt x="43510" y="16030"/>
                </a:cubicBezTo>
                <a:close/>
                <a:moveTo>
                  <a:pt x="44281" y="16503"/>
                </a:moveTo>
                <a:cubicBezTo>
                  <a:pt x="44306" y="16503"/>
                  <a:pt x="44306" y="16503"/>
                  <a:pt x="44356" y="16528"/>
                </a:cubicBezTo>
                <a:cubicBezTo>
                  <a:pt x="44306" y="16528"/>
                  <a:pt x="44306" y="16553"/>
                  <a:pt x="44281" y="16553"/>
                </a:cubicBezTo>
                <a:lnTo>
                  <a:pt x="44257" y="16553"/>
                </a:lnTo>
                <a:cubicBezTo>
                  <a:pt x="44257" y="16553"/>
                  <a:pt x="44232" y="16553"/>
                  <a:pt x="44232" y="16528"/>
                </a:cubicBezTo>
                <a:cubicBezTo>
                  <a:pt x="44257" y="16528"/>
                  <a:pt x="44257" y="16503"/>
                  <a:pt x="44281" y="16503"/>
                </a:cubicBezTo>
                <a:close/>
                <a:moveTo>
                  <a:pt x="83385" y="16030"/>
                </a:moveTo>
                <a:cubicBezTo>
                  <a:pt x="83385" y="16055"/>
                  <a:pt x="83435" y="16080"/>
                  <a:pt x="83435" y="16105"/>
                </a:cubicBezTo>
                <a:lnTo>
                  <a:pt x="81842" y="16578"/>
                </a:lnTo>
                <a:cubicBezTo>
                  <a:pt x="81842" y="16553"/>
                  <a:pt x="81817" y="16553"/>
                  <a:pt x="81817" y="16553"/>
                </a:cubicBezTo>
                <a:cubicBezTo>
                  <a:pt x="81842" y="16528"/>
                  <a:pt x="81817" y="16503"/>
                  <a:pt x="81817" y="16503"/>
                </a:cubicBezTo>
                <a:lnTo>
                  <a:pt x="83385" y="16030"/>
                </a:lnTo>
                <a:close/>
                <a:moveTo>
                  <a:pt x="92659" y="14538"/>
                </a:moveTo>
                <a:lnTo>
                  <a:pt x="92659" y="14538"/>
                </a:lnTo>
                <a:cubicBezTo>
                  <a:pt x="92628" y="14542"/>
                  <a:pt x="92567" y="14562"/>
                  <a:pt x="92545" y="14562"/>
                </a:cubicBezTo>
                <a:lnTo>
                  <a:pt x="91599" y="14761"/>
                </a:lnTo>
                <a:cubicBezTo>
                  <a:pt x="91276" y="14835"/>
                  <a:pt x="90903" y="14935"/>
                  <a:pt x="90554" y="15034"/>
                </a:cubicBezTo>
                <a:cubicBezTo>
                  <a:pt x="90280" y="15134"/>
                  <a:pt x="89957" y="15184"/>
                  <a:pt x="89683" y="15283"/>
                </a:cubicBezTo>
                <a:lnTo>
                  <a:pt x="88662" y="15657"/>
                </a:lnTo>
                <a:cubicBezTo>
                  <a:pt x="88364" y="15756"/>
                  <a:pt x="88090" y="15831"/>
                  <a:pt x="87816" y="15955"/>
                </a:cubicBezTo>
                <a:cubicBezTo>
                  <a:pt x="87468" y="16080"/>
                  <a:pt x="87169" y="16254"/>
                  <a:pt x="86845" y="16403"/>
                </a:cubicBezTo>
                <a:cubicBezTo>
                  <a:pt x="86571" y="16528"/>
                  <a:pt x="86248" y="16652"/>
                  <a:pt x="85974" y="16777"/>
                </a:cubicBezTo>
                <a:cubicBezTo>
                  <a:pt x="85675" y="16926"/>
                  <a:pt x="85377" y="17075"/>
                  <a:pt x="85078" y="17250"/>
                </a:cubicBezTo>
                <a:cubicBezTo>
                  <a:pt x="84879" y="17324"/>
                  <a:pt x="84680" y="17449"/>
                  <a:pt x="84481" y="17548"/>
                </a:cubicBezTo>
                <a:lnTo>
                  <a:pt x="83933" y="16155"/>
                </a:lnTo>
                <a:cubicBezTo>
                  <a:pt x="86966" y="15309"/>
                  <a:pt x="89899" y="14787"/>
                  <a:pt x="92659" y="14538"/>
                </a:cubicBezTo>
                <a:close/>
                <a:moveTo>
                  <a:pt x="83734" y="16179"/>
                </a:moveTo>
                <a:cubicBezTo>
                  <a:pt x="83958" y="16677"/>
                  <a:pt x="84132" y="17175"/>
                  <a:pt x="84306" y="17648"/>
                </a:cubicBezTo>
                <a:cubicBezTo>
                  <a:pt x="84257" y="17648"/>
                  <a:pt x="84257" y="17673"/>
                  <a:pt x="84232" y="17673"/>
                </a:cubicBezTo>
                <a:cubicBezTo>
                  <a:pt x="84057" y="17175"/>
                  <a:pt x="83858" y="16677"/>
                  <a:pt x="83684" y="16204"/>
                </a:cubicBezTo>
                <a:cubicBezTo>
                  <a:pt x="83709" y="16204"/>
                  <a:pt x="83709" y="16204"/>
                  <a:pt x="83734" y="16179"/>
                </a:cubicBezTo>
                <a:close/>
                <a:moveTo>
                  <a:pt x="111549" y="16427"/>
                </a:moveTo>
                <a:cubicBezTo>
                  <a:pt x="111605" y="16527"/>
                  <a:pt x="111662" y="16627"/>
                  <a:pt x="111711" y="16727"/>
                </a:cubicBezTo>
                <a:cubicBezTo>
                  <a:pt x="111836" y="17026"/>
                  <a:pt x="111960" y="17324"/>
                  <a:pt x="112060" y="17648"/>
                </a:cubicBezTo>
                <a:cubicBezTo>
                  <a:pt x="112075" y="17699"/>
                  <a:pt x="112092" y="17750"/>
                  <a:pt x="112111" y="17802"/>
                </a:cubicBezTo>
                <a:lnTo>
                  <a:pt x="112111" y="17802"/>
                </a:lnTo>
                <a:cubicBezTo>
                  <a:pt x="112061" y="17678"/>
                  <a:pt x="112008" y="17554"/>
                  <a:pt x="111960" y="17424"/>
                </a:cubicBezTo>
                <a:cubicBezTo>
                  <a:pt x="111836" y="17150"/>
                  <a:pt x="111736" y="16827"/>
                  <a:pt x="111612" y="16553"/>
                </a:cubicBezTo>
                <a:cubicBezTo>
                  <a:pt x="111591" y="16511"/>
                  <a:pt x="111570" y="16469"/>
                  <a:pt x="111549" y="16427"/>
                </a:cubicBezTo>
                <a:close/>
                <a:moveTo>
                  <a:pt x="109646" y="17573"/>
                </a:moveTo>
                <a:cubicBezTo>
                  <a:pt x="109769" y="17644"/>
                  <a:pt x="109892" y="17727"/>
                  <a:pt x="110006" y="17813"/>
                </a:cubicBezTo>
                <a:lnTo>
                  <a:pt x="110006" y="17813"/>
                </a:lnTo>
                <a:cubicBezTo>
                  <a:pt x="109889" y="17731"/>
                  <a:pt x="109769" y="17650"/>
                  <a:pt x="109646" y="17573"/>
                </a:cubicBezTo>
                <a:close/>
                <a:moveTo>
                  <a:pt x="87278" y="16426"/>
                </a:moveTo>
                <a:cubicBezTo>
                  <a:pt x="87156" y="16486"/>
                  <a:pt x="87038" y="16552"/>
                  <a:pt x="86920" y="16627"/>
                </a:cubicBezTo>
                <a:cubicBezTo>
                  <a:pt x="86596" y="16777"/>
                  <a:pt x="86298" y="16901"/>
                  <a:pt x="85974" y="17051"/>
                </a:cubicBezTo>
                <a:cubicBezTo>
                  <a:pt x="85700" y="17175"/>
                  <a:pt x="85451" y="17324"/>
                  <a:pt x="85178" y="17499"/>
                </a:cubicBezTo>
                <a:cubicBezTo>
                  <a:pt x="84954" y="17623"/>
                  <a:pt x="84730" y="17698"/>
                  <a:pt x="84555" y="17822"/>
                </a:cubicBezTo>
                <a:lnTo>
                  <a:pt x="84555" y="17797"/>
                </a:lnTo>
                <a:lnTo>
                  <a:pt x="84555" y="17772"/>
                </a:lnTo>
                <a:cubicBezTo>
                  <a:pt x="84730" y="17673"/>
                  <a:pt x="84879" y="17573"/>
                  <a:pt x="85078" y="17499"/>
                </a:cubicBezTo>
                <a:cubicBezTo>
                  <a:pt x="85377" y="17324"/>
                  <a:pt x="85700" y="17150"/>
                  <a:pt x="85999" y="17001"/>
                </a:cubicBezTo>
                <a:cubicBezTo>
                  <a:pt x="86248" y="16876"/>
                  <a:pt x="86547" y="16752"/>
                  <a:pt x="86795" y="16652"/>
                </a:cubicBezTo>
                <a:cubicBezTo>
                  <a:pt x="86951" y="16581"/>
                  <a:pt x="87112" y="16503"/>
                  <a:pt x="87278" y="16426"/>
                </a:cubicBezTo>
                <a:close/>
                <a:moveTo>
                  <a:pt x="84356" y="17872"/>
                </a:moveTo>
                <a:lnTo>
                  <a:pt x="84356" y="17897"/>
                </a:lnTo>
                <a:lnTo>
                  <a:pt x="84356" y="17922"/>
                </a:lnTo>
                <a:cubicBezTo>
                  <a:pt x="84331" y="17922"/>
                  <a:pt x="84331" y="17947"/>
                  <a:pt x="84306" y="17947"/>
                </a:cubicBezTo>
                <a:lnTo>
                  <a:pt x="84306" y="17922"/>
                </a:lnTo>
                <a:lnTo>
                  <a:pt x="84306" y="17897"/>
                </a:lnTo>
                <a:cubicBezTo>
                  <a:pt x="84331" y="17872"/>
                  <a:pt x="84331" y="17872"/>
                  <a:pt x="84356" y="17872"/>
                </a:cubicBezTo>
                <a:close/>
                <a:moveTo>
                  <a:pt x="40772" y="15209"/>
                </a:moveTo>
                <a:cubicBezTo>
                  <a:pt x="40946" y="15209"/>
                  <a:pt x="41170" y="15258"/>
                  <a:pt x="41394" y="15308"/>
                </a:cubicBezTo>
                <a:lnTo>
                  <a:pt x="41419" y="15308"/>
                </a:lnTo>
                <a:cubicBezTo>
                  <a:pt x="41643" y="15383"/>
                  <a:pt x="41892" y="15433"/>
                  <a:pt x="42141" y="15557"/>
                </a:cubicBezTo>
                <a:cubicBezTo>
                  <a:pt x="42390" y="15657"/>
                  <a:pt x="42639" y="15781"/>
                  <a:pt x="42888" y="15931"/>
                </a:cubicBezTo>
                <a:cubicBezTo>
                  <a:pt x="41743" y="16727"/>
                  <a:pt x="40622" y="17573"/>
                  <a:pt x="39527" y="18445"/>
                </a:cubicBezTo>
                <a:cubicBezTo>
                  <a:pt x="39502" y="18370"/>
                  <a:pt x="39502" y="18270"/>
                  <a:pt x="39502" y="18171"/>
                </a:cubicBezTo>
                <a:cubicBezTo>
                  <a:pt x="39502" y="18071"/>
                  <a:pt x="39453" y="17972"/>
                  <a:pt x="39453" y="17897"/>
                </a:cubicBezTo>
                <a:cubicBezTo>
                  <a:pt x="39453" y="17797"/>
                  <a:pt x="39428" y="17698"/>
                  <a:pt x="39428" y="17598"/>
                </a:cubicBezTo>
                <a:lnTo>
                  <a:pt x="39428" y="17399"/>
                </a:lnTo>
                <a:lnTo>
                  <a:pt x="39428" y="17100"/>
                </a:lnTo>
                <a:lnTo>
                  <a:pt x="39428" y="16926"/>
                </a:lnTo>
                <a:cubicBezTo>
                  <a:pt x="39428" y="16827"/>
                  <a:pt x="39428" y="16777"/>
                  <a:pt x="39453" y="16677"/>
                </a:cubicBezTo>
                <a:cubicBezTo>
                  <a:pt x="39453" y="16603"/>
                  <a:pt x="39502" y="16553"/>
                  <a:pt x="39502" y="16478"/>
                </a:cubicBezTo>
                <a:cubicBezTo>
                  <a:pt x="39453" y="16428"/>
                  <a:pt x="39502" y="16329"/>
                  <a:pt x="39502" y="16279"/>
                </a:cubicBezTo>
                <a:cubicBezTo>
                  <a:pt x="39527" y="16204"/>
                  <a:pt x="39527" y="16155"/>
                  <a:pt x="39552" y="16080"/>
                </a:cubicBezTo>
                <a:cubicBezTo>
                  <a:pt x="39577" y="16030"/>
                  <a:pt x="39577" y="16005"/>
                  <a:pt x="39602" y="15931"/>
                </a:cubicBezTo>
                <a:cubicBezTo>
                  <a:pt x="39652" y="15831"/>
                  <a:pt x="39701" y="15756"/>
                  <a:pt x="39776" y="15657"/>
                </a:cubicBezTo>
                <a:lnTo>
                  <a:pt x="39901" y="15532"/>
                </a:lnTo>
                <a:cubicBezTo>
                  <a:pt x="40000" y="15458"/>
                  <a:pt x="40075" y="15408"/>
                  <a:pt x="40150" y="15333"/>
                </a:cubicBezTo>
                <a:cubicBezTo>
                  <a:pt x="40324" y="15258"/>
                  <a:pt x="40523" y="15209"/>
                  <a:pt x="40772" y="15209"/>
                </a:cubicBezTo>
                <a:close/>
                <a:moveTo>
                  <a:pt x="39428" y="15906"/>
                </a:moveTo>
                <a:cubicBezTo>
                  <a:pt x="39403" y="15931"/>
                  <a:pt x="39403" y="16005"/>
                  <a:pt x="39403" y="16030"/>
                </a:cubicBezTo>
                <a:cubicBezTo>
                  <a:pt x="39378" y="16080"/>
                  <a:pt x="39328" y="16155"/>
                  <a:pt x="39328" y="16204"/>
                </a:cubicBezTo>
                <a:cubicBezTo>
                  <a:pt x="39303" y="16279"/>
                  <a:pt x="39303" y="16379"/>
                  <a:pt x="39303" y="16428"/>
                </a:cubicBezTo>
                <a:cubicBezTo>
                  <a:pt x="39303" y="16503"/>
                  <a:pt x="39278" y="16553"/>
                  <a:pt x="39278" y="16627"/>
                </a:cubicBezTo>
                <a:cubicBezTo>
                  <a:pt x="39278" y="16702"/>
                  <a:pt x="39278" y="16802"/>
                  <a:pt x="39253" y="16876"/>
                </a:cubicBezTo>
                <a:lnTo>
                  <a:pt x="39253" y="17075"/>
                </a:lnTo>
                <a:lnTo>
                  <a:pt x="39253" y="17374"/>
                </a:lnTo>
                <a:lnTo>
                  <a:pt x="39253" y="17623"/>
                </a:lnTo>
                <a:cubicBezTo>
                  <a:pt x="39253" y="17698"/>
                  <a:pt x="39278" y="17822"/>
                  <a:pt x="39278" y="17922"/>
                </a:cubicBezTo>
                <a:cubicBezTo>
                  <a:pt x="39278" y="18021"/>
                  <a:pt x="39303" y="18121"/>
                  <a:pt x="39303" y="18196"/>
                </a:cubicBezTo>
                <a:cubicBezTo>
                  <a:pt x="39303" y="18295"/>
                  <a:pt x="39328" y="18420"/>
                  <a:pt x="39378" y="18544"/>
                </a:cubicBezTo>
                <a:lnTo>
                  <a:pt x="39378" y="18569"/>
                </a:lnTo>
                <a:cubicBezTo>
                  <a:pt x="39328" y="18569"/>
                  <a:pt x="39328" y="18594"/>
                  <a:pt x="39303" y="18594"/>
                </a:cubicBezTo>
                <a:lnTo>
                  <a:pt x="39303" y="18519"/>
                </a:lnTo>
                <a:cubicBezTo>
                  <a:pt x="39278" y="18420"/>
                  <a:pt x="39278" y="18295"/>
                  <a:pt x="39253" y="18196"/>
                </a:cubicBezTo>
                <a:cubicBezTo>
                  <a:pt x="39253" y="18121"/>
                  <a:pt x="39204" y="18021"/>
                  <a:pt x="39204" y="17922"/>
                </a:cubicBezTo>
                <a:cubicBezTo>
                  <a:pt x="39204" y="17822"/>
                  <a:pt x="39179" y="17698"/>
                  <a:pt x="39179" y="17598"/>
                </a:cubicBezTo>
                <a:lnTo>
                  <a:pt x="39179" y="17399"/>
                </a:lnTo>
                <a:lnTo>
                  <a:pt x="39179" y="17075"/>
                </a:lnTo>
                <a:lnTo>
                  <a:pt x="39179" y="16851"/>
                </a:lnTo>
                <a:cubicBezTo>
                  <a:pt x="39179" y="16777"/>
                  <a:pt x="39179" y="16677"/>
                  <a:pt x="39204" y="16578"/>
                </a:cubicBezTo>
                <a:cubicBezTo>
                  <a:pt x="39204" y="16528"/>
                  <a:pt x="39253" y="16453"/>
                  <a:pt x="39253" y="16403"/>
                </a:cubicBezTo>
                <a:cubicBezTo>
                  <a:pt x="39253" y="16329"/>
                  <a:pt x="39278" y="16229"/>
                  <a:pt x="39278" y="16179"/>
                </a:cubicBezTo>
                <a:cubicBezTo>
                  <a:pt x="39278" y="16130"/>
                  <a:pt x="39303" y="16055"/>
                  <a:pt x="39328" y="16005"/>
                </a:cubicBezTo>
                <a:lnTo>
                  <a:pt x="39428" y="15906"/>
                </a:lnTo>
                <a:close/>
                <a:moveTo>
                  <a:pt x="43062" y="16030"/>
                </a:moveTo>
                <a:cubicBezTo>
                  <a:pt x="43112" y="16030"/>
                  <a:pt x="43112" y="16055"/>
                  <a:pt x="43136" y="16055"/>
                </a:cubicBezTo>
                <a:cubicBezTo>
                  <a:pt x="41917" y="16926"/>
                  <a:pt x="40747" y="17797"/>
                  <a:pt x="39577" y="18693"/>
                </a:cubicBezTo>
                <a:lnTo>
                  <a:pt x="39577" y="18644"/>
                </a:lnTo>
                <a:cubicBezTo>
                  <a:pt x="40697" y="17772"/>
                  <a:pt x="41892" y="16901"/>
                  <a:pt x="43062" y="16030"/>
                </a:cubicBezTo>
                <a:close/>
                <a:moveTo>
                  <a:pt x="83585" y="16279"/>
                </a:moveTo>
                <a:cubicBezTo>
                  <a:pt x="83709" y="16777"/>
                  <a:pt x="83883" y="17275"/>
                  <a:pt x="84082" y="17797"/>
                </a:cubicBezTo>
                <a:cubicBezTo>
                  <a:pt x="83833" y="17947"/>
                  <a:pt x="83609" y="18121"/>
                  <a:pt x="83361" y="18270"/>
                </a:cubicBezTo>
                <a:cubicBezTo>
                  <a:pt x="83112" y="18420"/>
                  <a:pt x="82863" y="18569"/>
                  <a:pt x="82639" y="18743"/>
                </a:cubicBezTo>
                <a:cubicBezTo>
                  <a:pt x="82614" y="18644"/>
                  <a:pt x="82589" y="18569"/>
                  <a:pt x="82589" y="18494"/>
                </a:cubicBezTo>
                <a:cubicBezTo>
                  <a:pt x="82514" y="18295"/>
                  <a:pt x="82464" y="18121"/>
                  <a:pt x="82440" y="17947"/>
                </a:cubicBezTo>
                <a:lnTo>
                  <a:pt x="82440" y="17922"/>
                </a:lnTo>
                <a:cubicBezTo>
                  <a:pt x="82440" y="17897"/>
                  <a:pt x="82390" y="17822"/>
                  <a:pt x="82390" y="17797"/>
                </a:cubicBezTo>
                <a:cubicBezTo>
                  <a:pt x="82365" y="17698"/>
                  <a:pt x="82340" y="17648"/>
                  <a:pt x="82290" y="17548"/>
                </a:cubicBezTo>
                <a:lnTo>
                  <a:pt x="82116" y="17075"/>
                </a:lnTo>
                <a:cubicBezTo>
                  <a:pt x="82091" y="16951"/>
                  <a:pt x="82016" y="16876"/>
                  <a:pt x="81991" y="16752"/>
                </a:cubicBezTo>
                <a:lnTo>
                  <a:pt x="83585" y="16279"/>
                </a:lnTo>
                <a:close/>
                <a:moveTo>
                  <a:pt x="79229" y="13342"/>
                </a:moveTo>
                <a:cubicBezTo>
                  <a:pt x="79253" y="13417"/>
                  <a:pt x="79303" y="13441"/>
                  <a:pt x="79353" y="13516"/>
                </a:cubicBezTo>
                <a:cubicBezTo>
                  <a:pt x="79602" y="13790"/>
                  <a:pt x="79851" y="14089"/>
                  <a:pt x="80100" y="14412"/>
                </a:cubicBezTo>
                <a:cubicBezTo>
                  <a:pt x="80150" y="14462"/>
                  <a:pt x="80174" y="14537"/>
                  <a:pt x="80249" y="14636"/>
                </a:cubicBezTo>
                <a:cubicBezTo>
                  <a:pt x="80523" y="15010"/>
                  <a:pt x="80772" y="15408"/>
                  <a:pt x="80996" y="15806"/>
                </a:cubicBezTo>
                <a:cubicBezTo>
                  <a:pt x="81046" y="15906"/>
                  <a:pt x="81095" y="16005"/>
                  <a:pt x="81145" y="16130"/>
                </a:cubicBezTo>
                <a:cubicBezTo>
                  <a:pt x="81220" y="16254"/>
                  <a:pt x="81245" y="16329"/>
                  <a:pt x="81295" y="16453"/>
                </a:cubicBezTo>
                <a:cubicBezTo>
                  <a:pt x="79229" y="17125"/>
                  <a:pt x="77138" y="17897"/>
                  <a:pt x="75022" y="18768"/>
                </a:cubicBezTo>
                <a:cubicBezTo>
                  <a:pt x="75221" y="18420"/>
                  <a:pt x="75420" y="18071"/>
                  <a:pt x="75644" y="17748"/>
                </a:cubicBezTo>
                <a:cubicBezTo>
                  <a:pt x="75719" y="17648"/>
                  <a:pt x="75744" y="17573"/>
                  <a:pt x="75794" y="17499"/>
                </a:cubicBezTo>
                <a:cubicBezTo>
                  <a:pt x="76092" y="17051"/>
                  <a:pt x="76391" y="16627"/>
                  <a:pt x="76715" y="16204"/>
                </a:cubicBezTo>
                <a:cubicBezTo>
                  <a:pt x="76764" y="16130"/>
                  <a:pt x="76814" y="16055"/>
                  <a:pt x="76889" y="15955"/>
                </a:cubicBezTo>
                <a:cubicBezTo>
                  <a:pt x="77212" y="15532"/>
                  <a:pt x="77536" y="15134"/>
                  <a:pt x="77909" y="14711"/>
                </a:cubicBezTo>
                <a:lnTo>
                  <a:pt x="78034" y="14586"/>
                </a:lnTo>
                <a:cubicBezTo>
                  <a:pt x="78382" y="14213"/>
                  <a:pt x="78756" y="13815"/>
                  <a:pt x="79104" y="13466"/>
                </a:cubicBezTo>
                <a:lnTo>
                  <a:pt x="79229" y="13342"/>
                </a:lnTo>
                <a:close/>
                <a:moveTo>
                  <a:pt x="39403" y="18818"/>
                </a:moveTo>
                <a:lnTo>
                  <a:pt x="39403" y="18893"/>
                </a:lnTo>
                <a:cubicBezTo>
                  <a:pt x="39403" y="18893"/>
                  <a:pt x="39378" y="18893"/>
                  <a:pt x="39328" y="18917"/>
                </a:cubicBezTo>
                <a:lnTo>
                  <a:pt x="39328" y="18843"/>
                </a:lnTo>
                <a:cubicBezTo>
                  <a:pt x="39378" y="18843"/>
                  <a:pt x="39378" y="18818"/>
                  <a:pt x="39403" y="18818"/>
                </a:cubicBezTo>
                <a:close/>
                <a:moveTo>
                  <a:pt x="84132" y="17972"/>
                </a:moveTo>
                <a:lnTo>
                  <a:pt x="84132" y="18021"/>
                </a:lnTo>
                <a:lnTo>
                  <a:pt x="84132" y="18046"/>
                </a:lnTo>
                <a:cubicBezTo>
                  <a:pt x="83933" y="18171"/>
                  <a:pt x="83684" y="18320"/>
                  <a:pt x="83460" y="18494"/>
                </a:cubicBezTo>
                <a:cubicBezTo>
                  <a:pt x="83211" y="18644"/>
                  <a:pt x="82962" y="18793"/>
                  <a:pt x="82713" y="18992"/>
                </a:cubicBezTo>
                <a:lnTo>
                  <a:pt x="82688" y="18917"/>
                </a:lnTo>
                <a:cubicBezTo>
                  <a:pt x="82888" y="18768"/>
                  <a:pt x="83136" y="18594"/>
                  <a:pt x="83361" y="18469"/>
                </a:cubicBezTo>
                <a:cubicBezTo>
                  <a:pt x="83609" y="18320"/>
                  <a:pt x="83858" y="18146"/>
                  <a:pt x="84132" y="17972"/>
                </a:cubicBezTo>
                <a:close/>
                <a:moveTo>
                  <a:pt x="81369" y="16627"/>
                </a:moveTo>
                <a:cubicBezTo>
                  <a:pt x="81369" y="16652"/>
                  <a:pt x="81394" y="16677"/>
                  <a:pt x="81394" y="16702"/>
                </a:cubicBezTo>
                <a:cubicBezTo>
                  <a:pt x="79253" y="17399"/>
                  <a:pt x="77013" y="18196"/>
                  <a:pt x="74773" y="19166"/>
                </a:cubicBezTo>
                <a:cubicBezTo>
                  <a:pt x="74798" y="19117"/>
                  <a:pt x="74848" y="19067"/>
                  <a:pt x="74848" y="19042"/>
                </a:cubicBezTo>
                <a:cubicBezTo>
                  <a:pt x="77038" y="18121"/>
                  <a:pt x="79229" y="17300"/>
                  <a:pt x="81369" y="16627"/>
                </a:cubicBezTo>
                <a:close/>
                <a:moveTo>
                  <a:pt x="43286" y="16155"/>
                </a:moveTo>
                <a:lnTo>
                  <a:pt x="43858" y="16528"/>
                </a:lnTo>
                <a:cubicBezTo>
                  <a:pt x="43784" y="16578"/>
                  <a:pt x="43734" y="16652"/>
                  <a:pt x="43634" y="16677"/>
                </a:cubicBezTo>
                <a:cubicBezTo>
                  <a:pt x="43136" y="17001"/>
                  <a:pt x="42664" y="17300"/>
                  <a:pt x="42166" y="17623"/>
                </a:cubicBezTo>
                <a:cubicBezTo>
                  <a:pt x="41991" y="17748"/>
                  <a:pt x="41792" y="17872"/>
                  <a:pt x="41568" y="17996"/>
                </a:cubicBezTo>
                <a:lnTo>
                  <a:pt x="40747" y="18544"/>
                </a:lnTo>
                <a:cubicBezTo>
                  <a:pt x="40523" y="18693"/>
                  <a:pt x="40324" y="18818"/>
                  <a:pt x="40125" y="18942"/>
                </a:cubicBezTo>
                <a:cubicBezTo>
                  <a:pt x="39950" y="19042"/>
                  <a:pt x="39801" y="19166"/>
                  <a:pt x="39652" y="19266"/>
                </a:cubicBezTo>
                <a:cubicBezTo>
                  <a:pt x="39652" y="19191"/>
                  <a:pt x="39627" y="19141"/>
                  <a:pt x="39627" y="19067"/>
                </a:cubicBezTo>
                <a:cubicBezTo>
                  <a:pt x="39627" y="19017"/>
                  <a:pt x="39577" y="18942"/>
                  <a:pt x="39577" y="18917"/>
                </a:cubicBezTo>
                <a:cubicBezTo>
                  <a:pt x="40797" y="17996"/>
                  <a:pt x="42016" y="17051"/>
                  <a:pt x="43286" y="16155"/>
                </a:cubicBezTo>
                <a:close/>
                <a:moveTo>
                  <a:pt x="39428" y="19117"/>
                </a:moveTo>
                <a:cubicBezTo>
                  <a:pt x="39428" y="19166"/>
                  <a:pt x="39453" y="19191"/>
                  <a:pt x="39453" y="19266"/>
                </a:cubicBezTo>
                <a:cubicBezTo>
                  <a:pt x="39453" y="19316"/>
                  <a:pt x="39502" y="19390"/>
                  <a:pt x="39502" y="19440"/>
                </a:cubicBezTo>
                <a:lnTo>
                  <a:pt x="39453" y="19440"/>
                </a:lnTo>
                <a:cubicBezTo>
                  <a:pt x="39428" y="19365"/>
                  <a:pt x="39428" y="19266"/>
                  <a:pt x="39403" y="19191"/>
                </a:cubicBezTo>
                <a:cubicBezTo>
                  <a:pt x="39403" y="19166"/>
                  <a:pt x="39403" y="19166"/>
                  <a:pt x="39378" y="19141"/>
                </a:cubicBezTo>
                <a:cubicBezTo>
                  <a:pt x="39403" y="19141"/>
                  <a:pt x="39403" y="19117"/>
                  <a:pt x="39428" y="19117"/>
                </a:cubicBezTo>
                <a:close/>
                <a:moveTo>
                  <a:pt x="101456" y="7094"/>
                </a:moveTo>
                <a:lnTo>
                  <a:pt x="101456" y="7094"/>
                </a:lnTo>
                <a:cubicBezTo>
                  <a:pt x="101631" y="7144"/>
                  <a:pt x="101805" y="7219"/>
                  <a:pt x="101954" y="7268"/>
                </a:cubicBezTo>
                <a:cubicBezTo>
                  <a:pt x="102303" y="7443"/>
                  <a:pt x="102651" y="7617"/>
                  <a:pt x="103000" y="7766"/>
                </a:cubicBezTo>
                <a:cubicBezTo>
                  <a:pt x="103149" y="7866"/>
                  <a:pt x="103323" y="7941"/>
                  <a:pt x="103497" y="8015"/>
                </a:cubicBezTo>
                <a:cubicBezTo>
                  <a:pt x="103846" y="8214"/>
                  <a:pt x="104145" y="8389"/>
                  <a:pt x="104468" y="8588"/>
                </a:cubicBezTo>
                <a:cubicBezTo>
                  <a:pt x="104618" y="8687"/>
                  <a:pt x="104767" y="8762"/>
                  <a:pt x="104916" y="8886"/>
                </a:cubicBezTo>
                <a:cubicBezTo>
                  <a:pt x="105240" y="9085"/>
                  <a:pt x="105514" y="9310"/>
                  <a:pt x="105787" y="9509"/>
                </a:cubicBezTo>
                <a:cubicBezTo>
                  <a:pt x="105912" y="9708"/>
                  <a:pt x="106111" y="9832"/>
                  <a:pt x="106235" y="9957"/>
                </a:cubicBezTo>
                <a:cubicBezTo>
                  <a:pt x="106509" y="10181"/>
                  <a:pt x="106758" y="10405"/>
                  <a:pt x="107007" y="10654"/>
                </a:cubicBezTo>
                <a:cubicBezTo>
                  <a:pt x="107156" y="10778"/>
                  <a:pt x="107331" y="10927"/>
                  <a:pt x="107480" y="11052"/>
                </a:cubicBezTo>
                <a:cubicBezTo>
                  <a:pt x="107729" y="11276"/>
                  <a:pt x="107953" y="11525"/>
                  <a:pt x="108152" y="11749"/>
                </a:cubicBezTo>
                <a:cubicBezTo>
                  <a:pt x="108277" y="11873"/>
                  <a:pt x="108376" y="11998"/>
                  <a:pt x="108501" y="12147"/>
                </a:cubicBezTo>
                <a:cubicBezTo>
                  <a:pt x="108525" y="12172"/>
                  <a:pt x="108575" y="12222"/>
                  <a:pt x="108625" y="12272"/>
                </a:cubicBezTo>
                <a:cubicBezTo>
                  <a:pt x="108849" y="12496"/>
                  <a:pt x="109023" y="12769"/>
                  <a:pt x="109222" y="12993"/>
                </a:cubicBezTo>
                <a:cubicBezTo>
                  <a:pt x="109372" y="13193"/>
                  <a:pt x="109496" y="13392"/>
                  <a:pt x="109646" y="13566"/>
                </a:cubicBezTo>
                <a:cubicBezTo>
                  <a:pt x="109845" y="13815"/>
                  <a:pt x="109994" y="14064"/>
                  <a:pt x="110143" y="14337"/>
                </a:cubicBezTo>
                <a:cubicBezTo>
                  <a:pt x="110268" y="14562"/>
                  <a:pt x="110442" y="14786"/>
                  <a:pt x="110567" y="14985"/>
                </a:cubicBezTo>
                <a:cubicBezTo>
                  <a:pt x="110716" y="15234"/>
                  <a:pt x="110840" y="15532"/>
                  <a:pt x="110990" y="15781"/>
                </a:cubicBezTo>
                <a:lnTo>
                  <a:pt x="111363" y="16528"/>
                </a:lnTo>
                <a:cubicBezTo>
                  <a:pt x="111487" y="16802"/>
                  <a:pt x="111612" y="17051"/>
                  <a:pt x="111711" y="17324"/>
                </a:cubicBezTo>
                <a:cubicBezTo>
                  <a:pt x="111836" y="17598"/>
                  <a:pt x="111936" y="17847"/>
                  <a:pt x="112010" y="18146"/>
                </a:cubicBezTo>
                <a:lnTo>
                  <a:pt x="112309" y="18967"/>
                </a:lnTo>
                <a:cubicBezTo>
                  <a:pt x="112359" y="19141"/>
                  <a:pt x="112384" y="19291"/>
                  <a:pt x="112458" y="19440"/>
                </a:cubicBezTo>
                <a:lnTo>
                  <a:pt x="112408" y="19415"/>
                </a:lnTo>
                <a:cubicBezTo>
                  <a:pt x="112309" y="19291"/>
                  <a:pt x="112160" y="19191"/>
                  <a:pt x="112035" y="19067"/>
                </a:cubicBezTo>
                <a:cubicBezTo>
                  <a:pt x="111936" y="18992"/>
                  <a:pt x="111836" y="18843"/>
                  <a:pt x="111711" y="18768"/>
                </a:cubicBezTo>
                <a:cubicBezTo>
                  <a:pt x="111537" y="18644"/>
                  <a:pt x="111413" y="18544"/>
                  <a:pt x="111263" y="18420"/>
                </a:cubicBezTo>
                <a:cubicBezTo>
                  <a:pt x="111139" y="18320"/>
                  <a:pt x="111064" y="18245"/>
                  <a:pt x="110915" y="18171"/>
                </a:cubicBezTo>
                <a:cubicBezTo>
                  <a:pt x="110766" y="18046"/>
                  <a:pt x="110591" y="17922"/>
                  <a:pt x="110417" y="17822"/>
                </a:cubicBezTo>
                <a:lnTo>
                  <a:pt x="110143" y="17648"/>
                </a:lnTo>
                <a:lnTo>
                  <a:pt x="109596" y="17275"/>
                </a:lnTo>
                <a:cubicBezTo>
                  <a:pt x="109496" y="17200"/>
                  <a:pt x="109422" y="17175"/>
                  <a:pt x="109347" y="17125"/>
                </a:cubicBezTo>
                <a:cubicBezTo>
                  <a:pt x="109123" y="17001"/>
                  <a:pt x="108899" y="16876"/>
                  <a:pt x="108725" y="16752"/>
                </a:cubicBezTo>
                <a:cubicBezTo>
                  <a:pt x="108650" y="16702"/>
                  <a:pt x="108600" y="16677"/>
                  <a:pt x="108501" y="16627"/>
                </a:cubicBezTo>
                <a:cubicBezTo>
                  <a:pt x="108277" y="16503"/>
                  <a:pt x="108028" y="16379"/>
                  <a:pt x="107804" y="16279"/>
                </a:cubicBezTo>
                <a:lnTo>
                  <a:pt x="107629" y="16179"/>
                </a:lnTo>
                <a:cubicBezTo>
                  <a:pt x="107380" y="16055"/>
                  <a:pt x="107132" y="15955"/>
                  <a:pt x="106883" y="15831"/>
                </a:cubicBezTo>
                <a:cubicBezTo>
                  <a:pt x="106808" y="15806"/>
                  <a:pt x="106783" y="15806"/>
                  <a:pt x="106733" y="15781"/>
                </a:cubicBezTo>
                <a:cubicBezTo>
                  <a:pt x="106484" y="15657"/>
                  <a:pt x="106186" y="15557"/>
                  <a:pt x="105912" y="15458"/>
                </a:cubicBezTo>
                <a:cubicBezTo>
                  <a:pt x="105862" y="15433"/>
                  <a:pt x="105812" y="15433"/>
                  <a:pt x="105763" y="15408"/>
                </a:cubicBezTo>
                <a:cubicBezTo>
                  <a:pt x="105688" y="15383"/>
                  <a:pt x="105638" y="15333"/>
                  <a:pt x="105563" y="15333"/>
                </a:cubicBezTo>
                <a:cubicBezTo>
                  <a:pt x="104866" y="12272"/>
                  <a:pt x="103497" y="9434"/>
                  <a:pt x="101456" y="7094"/>
                </a:cubicBezTo>
                <a:close/>
                <a:moveTo>
                  <a:pt x="44057" y="16652"/>
                </a:moveTo>
                <a:cubicBezTo>
                  <a:pt x="44033" y="16702"/>
                  <a:pt x="43983" y="16727"/>
                  <a:pt x="43908" y="16802"/>
                </a:cubicBezTo>
                <a:cubicBezTo>
                  <a:pt x="43734" y="16926"/>
                  <a:pt x="43510" y="17051"/>
                  <a:pt x="43311" y="17175"/>
                </a:cubicBezTo>
                <a:lnTo>
                  <a:pt x="42290" y="17822"/>
                </a:lnTo>
                <a:cubicBezTo>
                  <a:pt x="42116" y="17947"/>
                  <a:pt x="41917" y="18046"/>
                  <a:pt x="41767" y="18171"/>
                </a:cubicBezTo>
                <a:lnTo>
                  <a:pt x="41494" y="18345"/>
                </a:lnTo>
                <a:cubicBezTo>
                  <a:pt x="41120" y="18594"/>
                  <a:pt x="40697" y="18893"/>
                  <a:pt x="40324" y="19166"/>
                </a:cubicBezTo>
                <a:cubicBezTo>
                  <a:pt x="40150" y="19291"/>
                  <a:pt x="39950" y="19415"/>
                  <a:pt x="39801" y="19540"/>
                </a:cubicBezTo>
                <a:lnTo>
                  <a:pt x="39801" y="19515"/>
                </a:lnTo>
                <a:lnTo>
                  <a:pt x="39801" y="19465"/>
                </a:lnTo>
                <a:cubicBezTo>
                  <a:pt x="39901" y="19415"/>
                  <a:pt x="40025" y="19316"/>
                  <a:pt x="40125" y="19266"/>
                </a:cubicBezTo>
                <a:cubicBezTo>
                  <a:pt x="40672" y="18893"/>
                  <a:pt x="41195" y="18519"/>
                  <a:pt x="41767" y="18146"/>
                </a:cubicBezTo>
                <a:lnTo>
                  <a:pt x="42315" y="17772"/>
                </a:lnTo>
                <a:cubicBezTo>
                  <a:pt x="42863" y="17424"/>
                  <a:pt x="43360" y="17075"/>
                  <a:pt x="43883" y="16777"/>
                </a:cubicBezTo>
                <a:cubicBezTo>
                  <a:pt x="43908" y="16727"/>
                  <a:pt x="43983" y="16677"/>
                  <a:pt x="44057" y="16652"/>
                </a:cubicBezTo>
                <a:close/>
                <a:moveTo>
                  <a:pt x="39552" y="19614"/>
                </a:moveTo>
                <a:lnTo>
                  <a:pt x="39577" y="19639"/>
                </a:lnTo>
                <a:lnTo>
                  <a:pt x="39577" y="19664"/>
                </a:lnTo>
                <a:lnTo>
                  <a:pt x="39552" y="19689"/>
                </a:lnTo>
                <a:lnTo>
                  <a:pt x="39552" y="19664"/>
                </a:lnTo>
                <a:lnTo>
                  <a:pt x="39552" y="19639"/>
                </a:lnTo>
                <a:cubicBezTo>
                  <a:pt x="39527" y="19639"/>
                  <a:pt x="39527" y="19639"/>
                  <a:pt x="39552" y="19614"/>
                </a:cubicBezTo>
                <a:close/>
                <a:moveTo>
                  <a:pt x="112202" y="18038"/>
                </a:moveTo>
                <a:cubicBezTo>
                  <a:pt x="112254" y="18167"/>
                  <a:pt x="112309" y="18296"/>
                  <a:pt x="112359" y="18420"/>
                </a:cubicBezTo>
                <a:cubicBezTo>
                  <a:pt x="112458" y="18693"/>
                  <a:pt x="112508" y="18992"/>
                  <a:pt x="112608" y="19266"/>
                </a:cubicBezTo>
                <a:lnTo>
                  <a:pt x="112807" y="19814"/>
                </a:lnTo>
                <a:lnTo>
                  <a:pt x="112732" y="19739"/>
                </a:lnTo>
                <a:cubicBezTo>
                  <a:pt x="112682" y="19515"/>
                  <a:pt x="112608" y="19316"/>
                  <a:pt x="112558" y="19141"/>
                </a:cubicBezTo>
                <a:cubicBezTo>
                  <a:pt x="112458" y="18818"/>
                  <a:pt x="112359" y="18544"/>
                  <a:pt x="112259" y="18220"/>
                </a:cubicBezTo>
                <a:cubicBezTo>
                  <a:pt x="112242" y="18159"/>
                  <a:pt x="112223" y="18098"/>
                  <a:pt x="112202" y="18038"/>
                </a:cubicBezTo>
                <a:close/>
                <a:moveTo>
                  <a:pt x="74051" y="10031"/>
                </a:moveTo>
                <a:lnTo>
                  <a:pt x="74051" y="10031"/>
                </a:lnTo>
                <a:cubicBezTo>
                  <a:pt x="71761" y="13018"/>
                  <a:pt x="70168" y="16428"/>
                  <a:pt x="69322" y="19938"/>
                </a:cubicBezTo>
                <a:lnTo>
                  <a:pt x="69272" y="19938"/>
                </a:lnTo>
                <a:cubicBezTo>
                  <a:pt x="70094" y="16428"/>
                  <a:pt x="71687" y="13018"/>
                  <a:pt x="74026" y="10056"/>
                </a:cubicBezTo>
                <a:lnTo>
                  <a:pt x="74051" y="10031"/>
                </a:lnTo>
                <a:close/>
                <a:moveTo>
                  <a:pt x="110214" y="17963"/>
                </a:moveTo>
                <a:lnTo>
                  <a:pt x="110442" y="18096"/>
                </a:lnTo>
                <a:cubicBezTo>
                  <a:pt x="110591" y="18220"/>
                  <a:pt x="110741" y="18345"/>
                  <a:pt x="110890" y="18445"/>
                </a:cubicBezTo>
                <a:cubicBezTo>
                  <a:pt x="110990" y="18544"/>
                  <a:pt x="111114" y="18594"/>
                  <a:pt x="111214" y="18693"/>
                </a:cubicBezTo>
                <a:cubicBezTo>
                  <a:pt x="111363" y="18818"/>
                  <a:pt x="111487" y="18917"/>
                  <a:pt x="111637" y="19042"/>
                </a:cubicBezTo>
                <a:cubicBezTo>
                  <a:pt x="111761" y="19141"/>
                  <a:pt x="111861" y="19216"/>
                  <a:pt x="111985" y="19316"/>
                </a:cubicBezTo>
                <a:cubicBezTo>
                  <a:pt x="112110" y="19440"/>
                  <a:pt x="112234" y="19565"/>
                  <a:pt x="112384" y="19689"/>
                </a:cubicBezTo>
                <a:cubicBezTo>
                  <a:pt x="112458" y="19714"/>
                  <a:pt x="112483" y="19789"/>
                  <a:pt x="112508" y="19814"/>
                </a:cubicBezTo>
                <a:cubicBezTo>
                  <a:pt x="112508" y="19838"/>
                  <a:pt x="112558" y="19913"/>
                  <a:pt x="112558" y="19938"/>
                </a:cubicBezTo>
                <a:lnTo>
                  <a:pt x="112334" y="19714"/>
                </a:lnTo>
                <a:lnTo>
                  <a:pt x="112110" y="19515"/>
                </a:lnTo>
                <a:cubicBezTo>
                  <a:pt x="111985" y="19390"/>
                  <a:pt x="111836" y="19266"/>
                  <a:pt x="111687" y="19141"/>
                </a:cubicBezTo>
                <a:cubicBezTo>
                  <a:pt x="111637" y="19141"/>
                  <a:pt x="111637" y="19092"/>
                  <a:pt x="111612" y="19092"/>
                </a:cubicBezTo>
                <a:cubicBezTo>
                  <a:pt x="111512" y="19017"/>
                  <a:pt x="111438" y="18942"/>
                  <a:pt x="111338" y="18843"/>
                </a:cubicBezTo>
                <a:cubicBezTo>
                  <a:pt x="111313" y="18818"/>
                  <a:pt x="111239" y="18793"/>
                  <a:pt x="111214" y="18768"/>
                </a:cubicBezTo>
                <a:cubicBezTo>
                  <a:pt x="110914" y="18518"/>
                  <a:pt x="110580" y="18235"/>
                  <a:pt x="110214" y="17963"/>
                </a:cubicBezTo>
                <a:close/>
                <a:moveTo>
                  <a:pt x="71288" y="9310"/>
                </a:moveTo>
                <a:cubicBezTo>
                  <a:pt x="71438" y="9334"/>
                  <a:pt x="71562" y="9359"/>
                  <a:pt x="71736" y="9409"/>
                </a:cubicBezTo>
                <a:cubicBezTo>
                  <a:pt x="72010" y="9459"/>
                  <a:pt x="72284" y="9484"/>
                  <a:pt x="72558" y="9583"/>
                </a:cubicBezTo>
                <a:cubicBezTo>
                  <a:pt x="72807" y="9658"/>
                  <a:pt x="73056" y="9733"/>
                  <a:pt x="73304" y="9807"/>
                </a:cubicBezTo>
                <a:cubicBezTo>
                  <a:pt x="73504" y="9857"/>
                  <a:pt x="73653" y="9907"/>
                  <a:pt x="73827" y="9957"/>
                </a:cubicBezTo>
                <a:cubicBezTo>
                  <a:pt x="71512" y="12944"/>
                  <a:pt x="69919" y="16379"/>
                  <a:pt x="69073" y="19863"/>
                </a:cubicBezTo>
                <a:cubicBezTo>
                  <a:pt x="67613" y="19361"/>
                  <a:pt x="65978" y="19116"/>
                  <a:pt x="64209" y="19116"/>
                </a:cubicBezTo>
                <a:cubicBezTo>
                  <a:pt x="62207" y="19116"/>
                  <a:pt x="60033" y="19430"/>
                  <a:pt x="57748" y="20038"/>
                </a:cubicBezTo>
                <a:cubicBezTo>
                  <a:pt x="57648" y="18644"/>
                  <a:pt x="57698" y="17275"/>
                  <a:pt x="57772" y="15906"/>
                </a:cubicBezTo>
                <a:cubicBezTo>
                  <a:pt x="62328" y="13217"/>
                  <a:pt x="66833" y="11027"/>
                  <a:pt x="71288" y="9310"/>
                </a:cubicBezTo>
                <a:close/>
                <a:moveTo>
                  <a:pt x="57598" y="16030"/>
                </a:moveTo>
                <a:cubicBezTo>
                  <a:pt x="57499" y="17349"/>
                  <a:pt x="57474" y="18693"/>
                  <a:pt x="57573" y="20062"/>
                </a:cubicBezTo>
                <a:cubicBezTo>
                  <a:pt x="57548" y="20062"/>
                  <a:pt x="57548" y="20062"/>
                  <a:pt x="57499" y="20087"/>
                </a:cubicBezTo>
                <a:cubicBezTo>
                  <a:pt x="57424" y="18718"/>
                  <a:pt x="57449" y="17399"/>
                  <a:pt x="57548" y="16055"/>
                </a:cubicBezTo>
                <a:cubicBezTo>
                  <a:pt x="57573" y="16055"/>
                  <a:pt x="57573" y="16030"/>
                  <a:pt x="57598" y="16030"/>
                </a:cubicBezTo>
                <a:close/>
                <a:moveTo>
                  <a:pt x="69247" y="20112"/>
                </a:moveTo>
                <a:cubicBezTo>
                  <a:pt x="69272" y="20112"/>
                  <a:pt x="69272" y="20137"/>
                  <a:pt x="69272" y="20137"/>
                </a:cubicBezTo>
                <a:lnTo>
                  <a:pt x="69272" y="20187"/>
                </a:lnTo>
                <a:cubicBezTo>
                  <a:pt x="69247" y="20187"/>
                  <a:pt x="69247" y="20187"/>
                  <a:pt x="69197" y="20162"/>
                </a:cubicBezTo>
                <a:lnTo>
                  <a:pt x="69197" y="20112"/>
                </a:lnTo>
                <a:close/>
                <a:moveTo>
                  <a:pt x="64192" y="19303"/>
                </a:moveTo>
                <a:cubicBezTo>
                  <a:pt x="65952" y="19303"/>
                  <a:pt x="67575" y="19547"/>
                  <a:pt x="69023" y="20038"/>
                </a:cubicBezTo>
                <a:cubicBezTo>
                  <a:pt x="69048" y="20062"/>
                  <a:pt x="69048" y="20112"/>
                  <a:pt x="69023" y="20112"/>
                </a:cubicBezTo>
                <a:cubicBezTo>
                  <a:pt x="67575" y="19610"/>
                  <a:pt x="65952" y="19365"/>
                  <a:pt x="64192" y="19365"/>
                </a:cubicBezTo>
                <a:cubicBezTo>
                  <a:pt x="62200" y="19365"/>
                  <a:pt x="60033" y="19679"/>
                  <a:pt x="57748" y="20286"/>
                </a:cubicBezTo>
                <a:lnTo>
                  <a:pt x="57748" y="20237"/>
                </a:lnTo>
                <a:cubicBezTo>
                  <a:pt x="60034" y="19616"/>
                  <a:pt x="62200" y="19303"/>
                  <a:pt x="64192" y="19303"/>
                </a:cubicBezTo>
                <a:close/>
                <a:moveTo>
                  <a:pt x="57598" y="20262"/>
                </a:moveTo>
                <a:lnTo>
                  <a:pt x="57598" y="20311"/>
                </a:lnTo>
                <a:cubicBezTo>
                  <a:pt x="57573" y="20311"/>
                  <a:pt x="57573" y="20311"/>
                  <a:pt x="57548" y="20336"/>
                </a:cubicBezTo>
                <a:lnTo>
                  <a:pt x="57548" y="20286"/>
                </a:lnTo>
                <a:cubicBezTo>
                  <a:pt x="57573" y="20286"/>
                  <a:pt x="57573" y="20286"/>
                  <a:pt x="57598" y="20262"/>
                </a:cubicBezTo>
                <a:close/>
                <a:moveTo>
                  <a:pt x="112881" y="20162"/>
                </a:moveTo>
                <a:lnTo>
                  <a:pt x="112981" y="20262"/>
                </a:lnTo>
                <a:cubicBezTo>
                  <a:pt x="112931" y="20262"/>
                  <a:pt x="112931" y="20311"/>
                  <a:pt x="112956" y="20361"/>
                </a:cubicBezTo>
                <a:lnTo>
                  <a:pt x="112881" y="20286"/>
                </a:lnTo>
                <a:lnTo>
                  <a:pt x="112881" y="20237"/>
                </a:lnTo>
                <a:lnTo>
                  <a:pt x="112881" y="20162"/>
                </a:lnTo>
                <a:close/>
                <a:moveTo>
                  <a:pt x="109397" y="17772"/>
                </a:moveTo>
                <a:lnTo>
                  <a:pt x="109397" y="17772"/>
                </a:lnTo>
                <a:cubicBezTo>
                  <a:pt x="109521" y="17797"/>
                  <a:pt x="109596" y="17822"/>
                  <a:pt x="109646" y="17897"/>
                </a:cubicBezTo>
                <a:cubicBezTo>
                  <a:pt x="109770" y="17972"/>
                  <a:pt x="109894" y="18046"/>
                  <a:pt x="110019" y="18146"/>
                </a:cubicBezTo>
                <a:cubicBezTo>
                  <a:pt x="110118" y="18196"/>
                  <a:pt x="110218" y="18270"/>
                  <a:pt x="110318" y="18370"/>
                </a:cubicBezTo>
                <a:cubicBezTo>
                  <a:pt x="110492" y="18519"/>
                  <a:pt x="110691" y="18644"/>
                  <a:pt x="110865" y="18793"/>
                </a:cubicBezTo>
                <a:cubicBezTo>
                  <a:pt x="111089" y="18992"/>
                  <a:pt x="111338" y="19141"/>
                  <a:pt x="111512" y="19316"/>
                </a:cubicBezTo>
                <a:cubicBezTo>
                  <a:pt x="111936" y="19664"/>
                  <a:pt x="112309" y="20038"/>
                  <a:pt x="112632" y="20436"/>
                </a:cubicBezTo>
                <a:lnTo>
                  <a:pt x="112632" y="20461"/>
                </a:lnTo>
                <a:cubicBezTo>
                  <a:pt x="112632" y="20481"/>
                  <a:pt x="112632" y="20497"/>
                  <a:pt x="112636" y="20510"/>
                </a:cubicBezTo>
                <a:lnTo>
                  <a:pt x="112636" y="20510"/>
                </a:lnTo>
                <a:cubicBezTo>
                  <a:pt x="111677" y="19485"/>
                  <a:pt x="110597" y="18556"/>
                  <a:pt x="109397" y="17772"/>
                </a:cubicBezTo>
                <a:close/>
                <a:moveTo>
                  <a:pt x="74350" y="10056"/>
                </a:moveTo>
                <a:cubicBezTo>
                  <a:pt x="74425" y="10181"/>
                  <a:pt x="74624" y="10230"/>
                  <a:pt x="74773" y="10305"/>
                </a:cubicBezTo>
                <a:cubicBezTo>
                  <a:pt x="74997" y="10405"/>
                  <a:pt x="75246" y="10479"/>
                  <a:pt x="75470" y="10579"/>
                </a:cubicBezTo>
                <a:cubicBezTo>
                  <a:pt x="75669" y="10679"/>
                  <a:pt x="75893" y="10803"/>
                  <a:pt x="76117" y="10927"/>
                </a:cubicBezTo>
                <a:cubicBezTo>
                  <a:pt x="76341" y="11052"/>
                  <a:pt x="76515" y="11151"/>
                  <a:pt x="76715" y="11276"/>
                </a:cubicBezTo>
                <a:cubicBezTo>
                  <a:pt x="76739" y="11276"/>
                  <a:pt x="76739" y="11301"/>
                  <a:pt x="76764" y="11301"/>
                </a:cubicBezTo>
                <a:lnTo>
                  <a:pt x="77337" y="11674"/>
                </a:lnTo>
                <a:cubicBezTo>
                  <a:pt x="77511" y="11824"/>
                  <a:pt x="77735" y="11948"/>
                  <a:pt x="77909" y="12097"/>
                </a:cubicBezTo>
                <a:cubicBezTo>
                  <a:pt x="78108" y="12272"/>
                  <a:pt x="78258" y="12421"/>
                  <a:pt x="78407" y="12570"/>
                </a:cubicBezTo>
                <a:cubicBezTo>
                  <a:pt x="78581" y="12720"/>
                  <a:pt x="78731" y="12844"/>
                  <a:pt x="78880" y="13018"/>
                </a:cubicBezTo>
                <a:lnTo>
                  <a:pt x="78407" y="13466"/>
                </a:lnTo>
                <a:lnTo>
                  <a:pt x="78208" y="13690"/>
                </a:lnTo>
                <a:cubicBezTo>
                  <a:pt x="77984" y="13914"/>
                  <a:pt x="77760" y="14163"/>
                  <a:pt x="77586" y="14387"/>
                </a:cubicBezTo>
                <a:cubicBezTo>
                  <a:pt x="77536" y="14412"/>
                  <a:pt x="77511" y="14437"/>
                  <a:pt x="77486" y="14512"/>
                </a:cubicBezTo>
                <a:cubicBezTo>
                  <a:pt x="77237" y="14786"/>
                  <a:pt x="77013" y="15034"/>
                  <a:pt x="76789" y="15308"/>
                </a:cubicBezTo>
                <a:cubicBezTo>
                  <a:pt x="76715" y="15433"/>
                  <a:pt x="76615" y="15532"/>
                  <a:pt x="76540" y="15657"/>
                </a:cubicBezTo>
                <a:cubicBezTo>
                  <a:pt x="76416" y="15806"/>
                  <a:pt x="76291" y="16005"/>
                  <a:pt x="76167" y="16155"/>
                </a:cubicBezTo>
                <a:cubicBezTo>
                  <a:pt x="76092" y="16279"/>
                  <a:pt x="75993" y="16428"/>
                  <a:pt x="75893" y="16553"/>
                </a:cubicBezTo>
                <a:cubicBezTo>
                  <a:pt x="75794" y="16702"/>
                  <a:pt x="75669" y="16876"/>
                  <a:pt x="75594" y="17001"/>
                </a:cubicBezTo>
                <a:cubicBezTo>
                  <a:pt x="75495" y="17150"/>
                  <a:pt x="75395" y="17275"/>
                  <a:pt x="75296" y="17424"/>
                </a:cubicBezTo>
                <a:cubicBezTo>
                  <a:pt x="75221" y="17573"/>
                  <a:pt x="75122" y="17698"/>
                  <a:pt x="75022" y="17872"/>
                </a:cubicBezTo>
                <a:cubicBezTo>
                  <a:pt x="74922" y="18021"/>
                  <a:pt x="74848" y="18146"/>
                  <a:pt x="74773" y="18295"/>
                </a:cubicBezTo>
                <a:cubicBezTo>
                  <a:pt x="74674" y="18445"/>
                  <a:pt x="74599" y="18619"/>
                  <a:pt x="74524" y="18768"/>
                </a:cubicBezTo>
                <a:cubicBezTo>
                  <a:pt x="74499" y="18868"/>
                  <a:pt x="74425" y="18917"/>
                  <a:pt x="74400" y="19017"/>
                </a:cubicBezTo>
                <a:cubicBezTo>
                  <a:pt x="73255" y="19515"/>
                  <a:pt x="72110" y="20038"/>
                  <a:pt x="70940" y="20610"/>
                </a:cubicBezTo>
                <a:cubicBezTo>
                  <a:pt x="70517" y="20361"/>
                  <a:pt x="70044" y="20137"/>
                  <a:pt x="69571" y="19938"/>
                </a:cubicBezTo>
                <a:cubicBezTo>
                  <a:pt x="70417" y="16428"/>
                  <a:pt x="72010" y="13018"/>
                  <a:pt x="74350" y="10056"/>
                </a:cubicBezTo>
                <a:close/>
                <a:moveTo>
                  <a:pt x="58494" y="10405"/>
                </a:moveTo>
                <a:lnTo>
                  <a:pt x="58494" y="10405"/>
                </a:lnTo>
                <a:cubicBezTo>
                  <a:pt x="57922" y="12023"/>
                  <a:pt x="57548" y="13790"/>
                  <a:pt x="57374" y="15657"/>
                </a:cubicBezTo>
                <a:cubicBezTo>
                  <a:pt x="57225" y="15756"/>
                  <a:pt x="57051" y="15831"/>
                  <a:pt x="56876" y="15955"/>
                </a:cubicBezTo>
                <a:lnTo>
                  <a:pt x="54736" y="17275"/>
                </a:lnTo>
                <a:cubicBezTo>
                  <a:pt x="53865" y="17822"/>
                  <a:pt x="52968" y="18395"/>
                  <a:pt x="52097" y="18992"/>
                </a:cubicBezTo>
                <a:lnTo>
                  <a:pt x="51251" y="19540"/>
                </a:lnTo>
                <a:cubicBezTo>
                  <a:pt x="50654" y="19938"/>
                  <a:pt x="50081" y="20336"/>
                  <a:pt x="49484" y="20784"/>
                </a:cubicBezTo>
                <a:cubicBezTo>
                  <a:pt x="49484" y="20759"/>
                  <a:pt x="49459" y="20759"/>
                  <a:pt x="49459" y="20759"/>
                </a:cubicBezTo>
                <a:cubicBezTo>
                  <a:pt x="48588" y="19888"/>
                  <a:pt x="47766" y="19067"/>
                  <a:pt x="46995" y="18395"/>
                </a:cubicBezTo>
                <a:cubicBezTo>
                  <a:pt x="46173" y="17673"/>
                  <a:pt x="45426" y="17051"/>
                  <a:pt x="44729" y="16553"/>
                </a:cubicBezTo>
                <a:cubicBezTo>
                  <a:pt x="44779" y="16528"/>
                  <a:pt x="44879" y="16453"/>
                  <a:pt x="44929" y="16428"/>
                </a:cubicBezTo>
                <a:cubicBezTo>
                  <a:pt x="45277" y="16254"/>
                  <a:pt x="45601" y="16030"/>
                  <a:pt x="45924" y="15831"/>
                </a:cubicBezTo>
                <a:lnTo>
                  <a:pt x="46123" y="15756"/>
                </a:lnTo>
                <a:cubicBezTo>
                  <a:pt x="46248" y="15682"/>
                  <a:pt x="46323" y="15632"/>
                  <a:pt x="46447" y="15557"/>
                </a:cubicBezTo>
                <a:cubicBezTo>
                  <a:pt x="46895" y="15308"/>
                  <a:pt x="47293" y="15084"/>
                  <a:pt x="47741" y="14835"/>
                </a:cubicBezTo>
                <a:lnTo>
                  <a:pt x="47766" y="14835"/>
                </a:lnTo>
                <a:cubicBezTo>
                  <a:pt x="51425" y="12894"/>
                  <a:pt x="55034" y="11400"/>
                  <a:pt x="58494" y="10405"/>
                </a:cubicBezTo>
                <a:close/>
                <a:moveTo>
                  <a:pt x="69446" y="20187"/>
                </a:moveTo>
                <a:cubicBezTo>
                  <a:pt x="69894" y="20361"/>
                  <a:pt x="70293" y="20535"/>
                  <a:pt x="70666" y="20759"/>
                </a:cubicBezTo>
                <a:cubicBezTo>
                  <a:pt x="70641" y="20759"/>
                  <a:pt x="70641" y="20784"/>
                  <a:pt x="70591" y="20784"/>
                </a:cubicBezTo>
                <a:cubicBezTo>
                  <a:pt x="70218" y="20610"/>
                  <a:pt x="69870" y="20411"/>
                  <a:pt x="69446" y="20262"/>
                </a:cubicBezTo>
                <a:lnTo>
                  <a:pt x="69446" y="20187"/>
                </a:lnTo>
                <a:close/>
                <a:moveTo>
                  <a:pt x="74225" y="19291"/>
                </a:moveTo>
                <a:cubicBezTo>
                  <a:pt x="74176" y="19316"/>
                  <a:pt x="74176" y="19390"/>
                  <a:pt x="74151" y="19415"/>
                </a:cubicBezTo>
                <a:lnTo>
                  <a:pt x="71164" y="20809"/>
                </a:lnTo>
                <a:cubicBezTo>
                  <a:pt x="71139" y="20784"/>
                  <a:pt x="71114" y="20784"/>
                  <a:pt x="71064" y="20759"/>
                </a:cubicBezTo>
                <a:cubicBezTo>
                  <a:pt x="72135" y="20262"/>
                  <a:pt x="73155" y="19764"/>
                  <a:pt x="74225" y="19291"/>
                </a:cubicBezTo>
                <a:close/>
                <a:moveTo>
                  <a:pt x="44505" y="16652"/>
                </a:moveTo>
                <a:cubicBezTo>
                  <a:pt x="45924" y="17673"/>
                  <a:pt x="47542" y="19067"/>
                  <a:pt x="49334" y="20909"/>
                </a:cubicBezTo>
                <a:lnTo>
                  <a:pt x="49260" y="20934"/>
                </a:lnTo>
                <a:cubicBezTo>
                  <a:pt x="49110" y="20784"/>
                  <a:pt x="48986" y="20635"/>
                  <a:pt x="48837" y="20510"/>
                </a:cubicBezTo>
                <a:lnTo>
                  <a:pt x="48712" y="20386"/>
                </a:lnTo>
                <a:lnTo>
                  <a:pt x="48339" y="20013"/>
                </a:lnTo>
                <a:lnTo>
                  <a:pt x="47990" y="19664"/>
                </a:lnTo>
                <a:lnTo>
                  <a:pt x="47891" y="19565"/>
                </a:lnTo>
                <a:cubicBezTo>
                  <a:pt x="46646" y="18395"/>
                  <a:pt x="45501" y="17424"/>
                  <a:pt x="44431" y="16677"/>
                </a:cubicBezTo>
                <a:cubicBezTo>
                  <a:pt x="44481" y="16677"/>
                  <a:pt x="44505" y="16677"/>
                  <a:pt x="44505" y="16652"/>
                </a:cubicBezTo>
                <a:close/>
                <a:moveTo>
                  <a:pt x="112981" y="20710"/>
                </a:moveTo>
                <a:lnTo>
                  <a:pt x="113081" y="20809"/>
                </a:lnTo>
                <a:cubicBezTo>
                  <a:pt x="113056" y="20859"/>
                  <a:pt x="113056" y="20884"/>
                  <a:pt x="113081" y="20934"/>
                </a:cubicBezTo>
                <a:cubicBezTo>
                  <a:pt x="113056" y="20909"/>
                  <a:pt x="113006" y="20884"/>
                  <a:pt x="113006" y="20859"/>
                </a:cubicBezTo>
                <a:cubicBezTo>
                  <a:pt x="113006" y="20809"/>
                  <a:pt x="112981" y="20759"/>
                  <a:pt x="112981" y="20710"/>
                </a:cubicBezTo>
                <a:close/>
                <a:moveTo>
                  <a:pt x="57354" y="15918"/>
                </a:moveTo>
                <a:lnTo>
                  <a:pt x="57354" y="15918"/>
                </a:lnTo>
                <a:cubicBezTo>
                  <a:pt x="57349" y="15927"/>
                  <a:pt x="57349" y="15941"/>
                  <a:pt x="57349" y="15955"/>
                </a:cubicBezTo>
                <a:cubicBezTo>
                  <a:pt x="56553" y="16428"/>
                  <a:pt x="55756" y="16926"/>
                  <a:pt x="54960" y="17424"/>
                </a:cubicBezTo>
                <a:cubicBezTo>
                  <a:pt x="54736" y="17548"/>
                  <a:pt x="54512" y="17698"/>
                  <a:pt x="54313" y="17872"/>
                </a:cubicBezTo>
                <a:cubicBezTo>
                  <a:pt x="53616" y="18295"/>
                  <a:pt x="52944" y="18743"/>
                  <a:pt x="52247" y="19191"/>
                </a:cubicBezTo>
                <a:cubicBezTo>
                  <a:pt x="51898" y="19415"/>
                  <a:pt x="51599" y="19664"/>
                  <a:pt x="51251" y="19888"/>
                </a:cubicBezTo>
                <a:cubicBezTo>
                  <a:pt x="50728" y="20262"/>
                  <a:pt x="50206" y="20610"/>
                  <a:pt x="49658" y="20983"/>
                </a:cubicBezTo>
                <a:lnTo>
                  <a:pt x="49633" y="20934"/>
                </a:lnTo>
                <a:cubicBezTo>
                  <a:pt x="50156" y="20560"/>
                  <a:pt x="50703" y="20187"/>
                  <a:pt x="51226" y="19863"/>
                </a:cubicBezTo>
                <a:cubicBezTo>
                  <a:pt x="51575" y="19639"/>
                  <a:pt x="51873" y="19390"/>
                  <a:pt x="52222" y="19166"/>
                </a:cubicBezTo>
                <a:lnTo>
                  <a:pt x="53068" y="18619"/>
                </a:lnTo>
                <a:cubicBezTo>
                  <a:pt x="54480" y="17653"/>
                  <a:pt x="55941" y="16761"/>
                  <a:pt x="57354" y="15918"/>
                </a:cubicBezTo>
                <a:close/>
                <a:moveTo>
                  <a:pt x="70840" y="20884"/>
                </a:moveTo>
                <a:cubicBezTo>
                  <a:pt x="70890" y="20909"/>
                  <a:pt x="70915" y="20909"/>
                  <a:pt x="70940" y="20934"/>
                </a:cubicBezTo>
                <a:cubicBezTo>
                  <a:pt x="70915" y="20934"/>
                  <a:pt x="70915" y="20983"/>
                  <a:pt x="70890" y="20983"/>
                </a:cubicBezTo>
                <a:cubicBezTo>
                  <a:pt x="70840" y="20934"/>
                  <a:pt x="70815" y="20909"/>
                  <a:pt x="70790" y="20909"/>
                </a:cubicBezTo>
                <a:cubicBezTo>
                  <a:pt x="70815" y="20909"/>
                  <a:pt x="70815" y="20884"/>
                  <a:pt x="70840" y="20884"/>
                </a:cubicBezTo>
                <a:close/>
                <a:moveTo>
                  <a:pt x="49484" y="21033"/>
                </a:moveTo>
                <a:lnTo>
                  <a:pt x="49509" y="21058"/>
                </a:lnTo>
                <a:lnTo>
                  <a:pt x="49533" y="21083"/>
                </a:lnTo>
                <a:lnTo>
                  <a:pt x="49509" y="21133"/>
                </a:lnTo>
                <a:lnTo>
                  <a:pt x="49484" y="21158"/>
                </a:lnTo>
                <a:lnTo>
                  <a:pt x="49409" y="21058"/>
                </a:lnTo>
                <a:lnTo>
                  <a:pt x="49484" y="21033"/>
                </a:lnTo>
                <a:close/>
                <a:moveTo>
                  <a:pt x="69421" y="20436"/>
                </a:moveTo>
                <a:cubicBezTo>
                  <a:pt x="69745" y="20560"/>
                  <a:pt x="70069" y="20734"/>
                  <a:pt x="70417" y="20884"/>
                </a:cubicBezTo>
                <a:cubicBezTo>
                  <a:pt x="70019" y="21058"/>
                  <a:pt x="69596" y="21282"/>
                  <a:pt x="69197" y="21506"/>
                </a:cubicBezTo>
                <a:cubicBezTo>
                  <a:pt x="69272" y="21158"/>
                  <a:pt x="69322" y="20784"/>
                  <a:pt x="69421" y="20436"/>
                </a:cubicBezTo>
                <a:close/>
                <a:moveTo>
                  <a:pt x="69173" y="20336"/>
                </a:moveTo>
                <a:cubicBezTo>
                  <a:pt x="69173" y="20361"/>
                  <a:pt x="69197" y="20361"/>
                  <a:pt x="69247" y="20386"/>
                </a:cubicBezTo>
                <a:cubicBezTo>
                  <a:pt x="69148" y="20784"/>
                  <a:pt x="69048" y="21232"/>
                  <a:pt x="68973" y="21631"/>
                </a:cubicBezTo>
                <a:cubicBezTo>
                  <a:pt x="68949" y="21631"/>
                  <a:pt x="68949" y="21655"/>
                  <a:pt x="68924" y="21655"/>
                </a:cubicBezTo>
                <a:cubicBezTo>
                  <a:pt x="68973" y="21207"/>
                  <a:pt x="69073" y="20784"/>
                  <a:pt x="69173" y="20336"/>
                </a:cubicBezTo>
                <a:close/>
                <a:moveTo>
                  <a:pt x="70616" y="21008"/>
                </a:moveTo>
                <a:cubicBezTo>
                  <a:pt x="70641" y="21033"/>
                  <a:pt x="70666" y="21033"/>
                  <a:pt x="70691" y="21058"/>
                </a:cubicBezTo>
                <a:cubicBezTo>
                  <a:pt x="70168" y="21307"/>
                  <a:pt x="69670" y="21606"/>
                  <a:pt x="69148" y="21855"/>
                </a:cubicBezTo>
                <a:lnTo>
                  <a:pt x="69148" y="21755"/>
                </a:lnTo>
                <a:cubicBezTo>
                  <a:pt x="69646" y="21506"/>
                  <a:pt x="70118" y="21257"/>
                  <a:pt x="70616" y="21008"/>
                </a:cubicBezTo>
                <a:close/>
                <a:moveTo>
                  <a:pt x="68924" y="21855"/>
                </a:moveTo>
                <a:lnTo>
                  <a:pt x="68924" y="21929"/>
                </a:lnTo>
                <a:cubicBezTo>
                  <a:pt x="68899" y="21929"/>
                  <a:pt x="68899" y="21954"/>
                  <a:pt x="68874" y="21954"/>
                </a:cubicBezTo>
                <a:lnTo>
                  <a:pt x="68874" y="21879"/>
                </a:lnTo>
                <a:cubicBezTo>
                  <a:pt x="68899" y="21879"/>
                  <a:pt x="68899" y="21855"/>
                  <a:pt x="68924" y="21855"/>
                </a:cubicBezTo>
                <a:close/>
                <a:moveTo>
                  <a:pt x="74026" y="19714"/>
                </a:moveTo>
                <a:lnTo>
                  <a:pt x="74026" y="19764"/>
                </a:lnTo>
                <a:cubicBezTo>
                  <a:pt x="73977" y="19913"/>
                  <a:pt x="73902" y="20038"/>
                  <a:pt x="73802" y="20187"/>
                </a:cubicBezTo>
                <a:cubicBezTo>
                  <a:pt x="73728" y="20336"/>
                  <a:pt x="73653" y="20535"/>
                  <a:pt x="73553" y="20685"/>
                </a:cubicBezTo>
                <a:cubicBezTo>
                  <a:pt x="73504" y="20809"/>
                  <a:pt x="73429" y="20958"/>
                  <a:pt x="73379" y="21083"/>
                </a:cubicBezTo>
                <a:cubicBezTo>
                  <a:pt x="73304" y="21257"/>
                  <a:pt x="73230" y="21431"/>
                  <a:pt x="73155" y="21631"/>
                </a:cubicBezTo>
                <a:cubicBezTo>
                  <a:pt x="73105" y="21755"/>
                  <a:pt x="73056" y="21904"/>
                  <a:pt x="73006" y="22029"/>
                </a:cubicBezTo>
                <a:cubicBezTo>
                  <a:pt x="72981" y="22103"/>
                  <a:pt x="72981" y="22128"/>
                  <a:pt x="72931" y="22178"/>
                </a:cubicBezTo>
                <a:cubicBezTo>
                  <a:pt x="72483" y="21705"/>
                  <a:pt x="71935" y="21307"/>
                  <a:pt x="71363" y="20934"/>
                </a:cubicBezTo>
                <a:cubicBezTo>
                  <a:pt x="72259" y="20510"/>
                  <a:pt x="73130" y="20087"/>
                  <a:pt x="74026" y="19714"/>
                </a:cubicBezTo>
                <a:close/>
                <a:moveTo>
                  <a:pt x="71139" y="21033"/>
                </a:moveTo>
                <a:cubicBezTo>
                  <a:pt x="71761" y="21407"/>
                  <a:pt x="72359" y="21879"/>
                  <a:pt x="72856" y="22377"/>
                </a:cubicBezTo>
                <a:cubicBezTo>
                  <a:pt x="72881" y="22402"/>
                  <a:pt x="72856" y="22427"/>
                  <a:pt x="72856" y="22427"/>
                </a:cubicBezTo>
                <a:cubicBezTo>
                  <a:pt x="72309" y="21904"/>
                  <a:pt x="71736" y="21431"/>
                  <a:pt x="71064" y="21058"/>
                </a:cubicBezTo>
                <a:cubicBezTo>
                  <a:pt x="71114" y="21058"/>
                  <a:pt x="71114" y="21033"/>
                  <a:pt x="71139" y="21033"/>
                </a:cubicBezTo>
                <a:close/>
                <a:moveTo>
                  <a:pt x="57374" y="16179"/>
                </a:moveTo>
                <a:lnTo>
                  <a:pt x="57374" y="16179"/>
                </a:lnTo>
                <a:cubicBezTo>
                  <a:pt x="57250" y="17499"/>
                  <a:pt x="57250" y="18793"/>
                  <a:pt x="57324" y="20137"/>
                </a:cubicBezTo>
                <a:cubicBezTo>
                  <a:pt x="55308" y="20685"/>
                  <a:pt x="53217" y="21506"/>
                  <a:pt x="51102" y="22502"/>
                </a:cubicBezTo>
                <a:cubicBezTo>
                  <a:pt x="51102" y="22477"/>
                  <a:pt x="51077" y="22477"/>
                  <a:pt x="51077" y="22427"/>
                </a:cubicBezTo>
                <a:cubicBezTo>
                  <a:pt x="50853" y="22178"/>
                  <a:pt x="50629" y="21954"/>
                  <a:pt x="50405" y="21705"/>
                </a:cubicBezTo>
                <a:cubicBezTo>
                  <a:pt x="50230" y="21506"/>
                  <a:pt x="50006" y="21282"/>
                  <a:pt x="49832" y="21058"/>
                </a:cubicBezTo>
                <a:cubicBezTo>
                  <a:pt x="50355" y="20685"/>
                  <a:pt x="50878" y="20311"/>
                  <a:pt x="51400" y="19988"/>
                </a:cubicBezTo>
                <a:cubicBezTo>
                  <a:pt x="51749" y="19764"/>
                  <a:pt x="52097" y="19515"/>
                  <a:pt x="52446" y="19291"/>
                </a:cubicBezTo>
                <a:lnTo>
                  <a:pt x="54313" y="18071"/>
                </a:lnTo>
                <a:cubicBezTo>
                  <a:pt x="54586" y="17897"/>
                  <a:pt x="54860" y="17698"/>
                  <a:pt x="55134" y="17548"/>
                </a:cubicBezTo>
                <a:cubicBezTo>
                  <a:pt x="55881" y="17075"/>
                  <a:pt x="56627" y="16603"/>
                  <a:pt x="57374" y="16179"/>
                </a:cubicBezTo>
                <a:close/>
                <a:moveTo>
                  <a:pt x="111508" y="15961"/>
                </a:moveTo>
                <a:lnTo>
                  <a:pt x="111508" y="15961"/>
                </a:lnTo>
                <a:cubicBezTo>
                  <a:pt x="112181" y="16960"/>
                  <a:pt x="113240" y="18615"/>
                  <a:pt x="114201" y="20635"/>
                </a:cubicBezTo>
                <a:cubicBezTo>
                  <a:pt x="114534" y="21324"/>
                  <a:pt x="114788" y="21974"/>
                  <a:pt x="115034" y="22566"/>
                </a:cubicBezTo>
                <a:lnTo>
                  <a:pt x="115034" y="22566"/>
                </a:lnTo>
                <a:cubicBezTo>
                  <a:pt x="115026" y="22557"/>
                  <a:pt x="115014" y="22552"/>
                  <a:pt x="114997" y="22552"/>
                </a:cubicBezTo>
                <a:cubicBezTo>
                  <a:pt x="114723" y="22153"/>
                  <a:pt x="114450" y="21755"/>
                  <a:pt x="114126" y="21332"/>
                </a:cubicBezTo>
                <a:lnTo>
                  <a:pt x="114051" y="21257"/>
                </a:lnTo>
                <a:cubicBezTo>
                  <a:pt x="113728" y="20884"/>
                  <a:pt x="113429" y="20510"/>
                  <a:pt x="113081" y="20137"/>
                </a:cubicBezTo>
                <a:cubicBezTo>
                  <a:pt x="113006" y="19838"/>
                  <a:pt x="112881" y="19565"/>
                  <a:pt x="112832" y="19291"/>
                </a:cubicBezTo>
                <a:lnTo>
                  <a:pt x="112558" y="18370"/>
                </a:lnTo>
                <a:cubicBezTo>
                  <a:pt x="112458" y="18071"/>
                  <a:pt x="112334" y="17822"/>
                  <a:pt x="112234" y="17573"/>
                </a:cubicBezTo>
                <a:cubicBezTo>
                  <a:pt x="112110" y="17275"/>
                  <a:pt x="112010" y="16951"/>
                  <a:pt x="111861" y="16677"/>
                </a:cubicBezTo>
                <a:cubicBezTo>
                  <a:pt x="111761" y="16428"/>
                  <a:pt x="111637" y="16204"/>
                  <a:pt x="111512" y="15980"/>
                </a:cubicBezTo>
                <a:cubicBezTo>
                  <a:pt x="111512" y="15974"/>
                  <a:pt x="111511" y="15967"/>
                  <a:pt x="111508" y="15961"/>
                </a:cubicBezTo>
                <a:close/>
                <a:moveTo>
                  <a:pt x="49633" y="21232"/>
                </a:moveTo>
                <a:cubicBezTo>
                  <a:pt x="49832" y="21407"/>
                  <a:pt x="50006" y="21631"/>
                  <a:pt x="50206" y="21805"/>
                </a:cubicBezTo>
                <a:cubicBezTo>
                  <a:pt x="50405" y="22054"/>
                  <a:pt x="50654" y="22278"/>
                  <a:pt x="50878" y="22527"/>
                </a:cubicBezTo>
                <a:lnTo>
                  <a:pt x="50902" y="22552"/>
                </a:lnTo>
                <a:cubicBezTo>
                  <a:pt x="50878" y="22552"/>
                  <a:pt x="50878" y="22601"/>
                  <a:pt x="50853" y="22601"/>
                </a:cubicBezTo>
                <a:lnTo>
                  <a:pt x="50778" y="22527"/>
                </a:lnTo>
                <a:cubicBezTo>
                  <a:pt x="50703" y="22402"/>
                  <a:pt x="50579" y="22303"/>
                  <a:pt x="50479" y="22178"/>
                </a:cubicBezTo>
                <a:cubicBezTo>
                  <a:pt x="50156" y="21855"/>
                  <a:pt x="49882" y="21531"/>
                  <a:pt x="49583" y="21232"/>
                </a:cubicBezTo>
                <a:lnTo>
                  <a:pt x="49583" y="21232"/>
                </a:lnTo>
                <a:cubicBezTo>
                  <a:pt x="49592" y="21241"/>
                  <a:pt x="49597" y="21243"/>
                  <a:pt x="49602" y="21243"/>
                </a:cubicBezTo>
                <a:cubicBezTo>
                  <a:pt x="49611" y="21243"/>
                  <a:pt x="49616" y="21232"/>
                  <a:pt x="49633" y="21232"/>
                </a:cubicBezTo>
                <a:close/>
                <a:moveTo>
                  <a:pt x="57349" y="20311"/>
                </a:moveTo>
                <a:lnTo>
                  <a:pt x="57349" y="20386"/>
                </a:lnTo>
                <a:cubicBezTo>
                  <a:pt x="55383" y="20934"/>
                  <a:pt x="53342" y="21705"/>
                  <a:pt x="51251" y="22676"/>
                </a:cubicBezTo>
                <a:cubicBezTo>
                  <a:pt x="51251" y="22676"/>
                  <a:pt x="51226" y="22676"/>
                  <a:pt x="51226" y="22651"/>
                </a:cubicBezTo>
                <a:cubicBezTo>
                  <a:pt x="53317" y="21655"/>
                  <a:pt x="55358" y="20884"/>
                  <a:pt x="57349" y="20311"/>
                </a:cubicBezTo>
                <a:close/>
                <a:moveTo>
                  <a:pt x="51077" y="22751"/>
                </a:moveTo>
                <a:cubicBezTo>
                  <a:pt x="51077" y="22776"/>
                  <a:pt x="51077" y="22776"/>
                  <a:pt x="51102" y="22800"/>
                </a:cubicBezTo>
                <a:cubicBezTo>
                  <a:pt x="51077" y="22800"/>
                  <a:pt x="51077" y="22825"/>
                  <a:pt x="51027" y="22825"/>
                </a:cubicBezTo>
                <a:cubicBezTo>
                  <a:pt x="51027" y="22800"/>
                  <a:pt x="51002" y="22800"/>
                  <a:pt x="51002" y="22776"/>
                </a:cubicBezTo>
                <a:cubicBezTo>
                  <a:pt x="51027" y="22776"/>
                  <a:pt x="51027" y="22751"/>
                  <a:pt x="51077" y="22751"/>
                </a:cubicBezTo>
                <a:close/>
                <a:moveTo>
                  <a:pt x="113329" y="18395"/>
                </a:moveTo>
                <a:lnTo>
                  <a:pt x="113329" y="18395"/>
                </a:lnTo>
                <a:cubicBezTo>
                  <a:pt x="113603" y="18893"/>
                  <a:pt x="113852" y="19316"/>
                  <a:pt x="113977" y="19540"/>
                </a:cubicBezTo>
                <a:cubicBezTo>
                  <a:pt x="114126" y="19814"/>
                  <a:pt x="114300" y="20137"/>
                  <a:pt x="114425" y="20436"/>
                </a:cubicBezTo>
                <a:cubicBezTo>
                  <a:pt x="115047" y="21780"/>
                  <a:pt x="115495" y="22975"/>
                  <a:pt x="115868" y="23995"/>
                </a:cubicBezTo>
                <a:cubicBezTo>
                  <a:pt x="115868" y="24020"/>
                  <a:pt x="115918" y="24045"/>
                  <a:pt x="115918" y="24095"/>
                </a:cubicBezTo>
                <a:cubicBezTo>
                  <a:pt x="115868" y="24045"/>
                  <a:pt x="115843" y="23995"/>
                  <a:pt x="115843" y="23970"/>
                </a:cubicBezTo>
                <a:cubicBezTo>
                  <a:pt x="115843" y="23970"/>
                  <a:pt x="115843" y="23921"/>
                  <a:pt x="115819" y="23921"/>
                </a:cubicBezTo>
                <a:lnTo>
                  <a:pt x="115819" y="23896"/>
                </a:lnTo>
                <a:cubicBezTo>
                  <a:pt x="115769" y="23846"/>
                  <a:pt x="115744" y="23771"/>
                  <a:pt x="115719" y="23672"/>
                </a:cubicBezTo>
                <a:cubicBezTo>
                  <a:pt x="115370" y="22726"/>
                  <a:pt x="114947" y="21655"/>
                  <a:pt x="114375" y="20436"/>
                </a:cubicBezTo>
                <a:cubicBezTo>
                  <a:pt x="114026" y="19739"/>
                  <a:pt x="113653" y="19017"/>
                  <a:pt x="113329" y="18395"/>
                </a:cubicBezTo>
                <a:close/>
                <a:moveTo>
                  <a:pt x="113180" y="20535"/>
                </a:moveTo>
                <a:lnTo>
                  <a:pt x="113180" y="20535"/>
                </a:lnTo>
                <a:cubicBezTo>
                  <a:pt x="113429" y="20809"/>
                  <a:pt x="113678" y="21058"/>
                  <a:pt x="113877" y="21382"/>
                </a:cubicBezTo>
                <a:cubicBezTo>
                  <a:pt x="113927" y="21407"/>
                  <a:pt x="113952" y="21431"/>
                  <a:pt x="113952" y="21481"/>
                </a:cubicBezTo>
                <a:cubicBezTo>
                  <a:pt x="114250" y="21879"/>
                  <a:pt x="114524" y="22278"/>
                  <a:pt x="114823" y="22676"/>
                </a:cubicBezTo>
                <a:cubicBezTo>
                  <a:pt x="114823" y="22726"/>
                  <a:pt x="114848" y="22726"/>
                  <a:pt x="114848" y="22751"/>
                </a:cubicBezTo>
                <a:cubicBezTo>
                  <a:pt x="115097" y="23124"/>
                  <a:pt x="115296" y="23497"/>
                  <a:pt x="115495" y="23871"/>
                </a:cubicBezTo>
                <a:cubicBezTo>
                  <a:pt x="115545" y="23995"/>
                  <a:pt x="115595" y="24120"/>
                  <a:pt x="115619" y="24244"/>
                </a:cubicBezTo>
                <a:cubicBezTo>
                  <a:pt x="115221" y="23398"/>
                  <a:pt x="114723" y="22626"/>
                  <a:pt x="114176" y="21855"/>
                </a:cubicBezTo>
                <a:cubicBezTo>
                  <a:pt x="114126" y="21805"/>
                  <a:pt x="114101" y="21755"/>
                  <a:pt x="114076" y="21705"/>
                </a:cubicBezTo>
                <a:cubicBezTo>
                  <a:pt x="113802" y="21332"/>
                  <a:pt x="113504" y="21008"/>
                  <a:pt x="113205" y="20660"/>
                </a:cubicBezTo>
                <a:cubicBezTo>
                  <a:pt x="113230" y="20660"/>
                  <a:pt x="113230" y="20660"/>
                  <a:pt x="113205" y="20635"/>
                </a:cubicBezTo>
                <a:lnTo>
                  <a:pt x="113180" y="20535"/>
                </a:lnTo>
                <a:close/>
                <a:moveTo>
                  <a:pt x="93143" y="14935"/>
                </a:moveTo>
                <a:cubicBezTo>
                  <a:pt x="93889" y="18021"/>
                  <a:pt x="94014" y="21506"/>
                  <a:pt x="93516" y="25215"/>
                </a:cubicBezTo>
                <a:lnTo>
                  <a:pt x="93441" y="25215"/>
                </a:lnTo>
                <a:cubicBezTo>
                  <a:pt x="93939" y="21506"/>
                  <a:pt x="93840" y="18046"/>
                  <a:pt x="93068" y="14935"/>
                </a:cubicBezTo>
                <a:close/>
                <a:moveTo>
                  <a:pt x="93466" y="25389"/>
                </a:moveTo>
                <a:lnTo>
                  <a:pt x="93466" y="25464"/>
                </a:lnTo>
                <a:lnTo>
                  <a:pt x="93417" y="25464"/>
                </a:lnTo>
                <a:lnTo>
                  <a:pt x="93417" y="25389"/>
                </a:lnTo>
                <a:close/>
                <a:moveTo>
                  <a:pt x="97623" y="14512"/>
                </a:moveTo>
                <a:cubicBezTo>
                  <a:pt x="98245" y="14512"/>
                  <a:pt x="98868" y="14537"/>
                  <a:pt x="99490" y="14562"/>
                </a:cubicBezTo>
                <a:cubicBezTo>
                  <a:pt x="100983" y="14711"/>
                  <a:pt x="102427" y="15010"/>
                  <a:pt x="103771" y="15383"/>
                </a:cubicBezTo>
                <a:cubicBezTo>
                  <a:pt x="104593" y="18619"/>
                  <a:pt x="104742" y="22178"/>
                  <a:pt x="104344" y="25986"/>
                </a:cubicBezTo>
                <a:cubicBezTo>
                  <a:pt x="102139" y="25309"/>
                  <a:pt x="99740" y="24983"/>
                  <a:pt x="97155" y="24983"/>
                </a:cubicBezTo>
                <a:cubicBezTo>
                  <a:pt x="96035" y="24983"/>
                  <a:pt x="94880" y="25045"/>
                  <a:pt x="93690" y="25165"/>
                </a:cubicBezTo>
                <a:cubicBezTo>
                  <a:pt x="94188" y="21481"/>
                  <a:pt x="94089" y="17996"/>
                  <a:pt x="93317" y="14885"/>
                </a:cubicBezTo>
                <a:cubicBezTo>
                  <a:pt x="93441" y="14835"/>
                  <a:pt x="93541" y="14810"/>
                  <a:pt x="93665" y="14810"/>
                </a:cubicBezTo>
                <a:cubicBezTo>
                  <a:pt x="93939" y="14786"/>
                  <a:pt x="94263" y="14761"/>
                  <a:pt x="94537" y="14711"/>
                </a:cubicBezTo>
                <a:cubicBezTo>
                  <a:pt x="94910" y="14686"/>
                  <a:pt x="95283" y="14636"/>
                  <a:pt x="95657" y="14586"/>
                </a:cubicBezTo>
                <a:cubicBezTo>
                  <a:pt x="95955" y="14562"/>
                  <a:pt x="96279" y="14562"/>
                  <a:pt x="96627" y="14562"/>
                </a:cubicBezTo>
                <a:cubicBezTo>
                  <a:pt x="96926" y="14537"/>
                  <a:pt x="97275" y="14512"/>
                  <a:pt x="97623" y="14512"/>
                </a:cubicBezTo>
                <a:close/>
                <a:moveTo>
                  <a:pt x="103995" y="15433"/>
                </a:moveTo>
                <a:cubicBezTo>
                  <a:pt x="104020" y="15433"/>
                  <a:pt x="104045" y="15433"/>
                  <a:pt x="104045" y="15458"/>
                </a:cubicBezTo>
                <a:cubicBezTo>
                  <a:pt x="104842" y="18693"/>
                  <a:pt x="104991" y="22278"/>
                  <a:pt x="104593" y="26086"/>
                </a:cubicBezTo>
                <a:cubicBezTo>
                  <a:pt x="104543" y="26086"/>
                  <a:pt x="104543" y="26086"/>
                  <a:pt x="104518" y="26036"/>
                </a:cubicBezTo>
                <a:cubicBezTo>
                  <a:pt x="104916" y="22253"/>
                  <a:pt x="104792" y="18669"/>
                  <a:pt x="103995" y="15433"/>
                </a:cubicBezTo>
                <a:close/>
                <a:moveTo>
                  <a:pt x="116247" y="25401"/>
                </a:moveTo>
                <a:cubicBezTo>
                  <a:pt x="116259" y="25416"/>
                  <a:pt x="116291" y="25424"/>
                  <a:pt x="116291" y="25464"/>
                </a:cubicBezTo>
                <a:lnTo>
                  <a:pt x="116291" y="25489"/>
                </a:lnTo>
                <a:cubicBezTo>
                  <a:pt x="116366" y="25711"/>
                  <a:pt x="116440" y="25934"/>
                  <a:pt x="116490" y="26156"/>
                </a:cubicBezTo>
                <a:lnTo>
                  <a:pt x="116490" y="26156"/>
                </a:lnTo>
                <a:cubicBezTo>
                  <a:pt x="116481" y="26132"/>
                  <a:pt x="116473" y="26109"/>
                  <a:pt x="116466" y="26086"/>
                </a:cubicBezTo>
                <a:cubicBezTo>
                  <a:pt x="116392" y="25866"/>
                  <a:pt x="116343" y="25645"/>
                  <a:pt x="116247" y="25401"/>
                </a:cubicBezTo>
                <a:close/>
                <a:moveTo>
                  <a:pt x="44281" y="16802"/>
                </a:moveTo>
                <a:cubicBezTo>
                  <a:pt x="44481" y="16926"/>
                  <a:pt x="44630" y="17051"/>
                  <a:pt x="44804" y="17175"/>
                </a:cubicBezTo>
                <a:lnTo>
                  <a:pt x="45277" y="17548"/>
                </a:lnTo>
                <a:cubicBezTo>
                  <a:pt x="45302" y="17573"/>
                  <a:pt x="45327" y="17573"/>
                  <a:pt x="45327" y="17623"/>
                </a:cubicBezTo>
                <a:cubicBezTo>
                  <a:pt x="45700" y="17922"/>
                  <a:pt x="46123" y="18245"/>
                  <a:pt x="46497" y="18569"/>
                </a:cubicBezTo>
                <a:cubicBezTo>
                  <a:pt x="46497" y="18569"/>
                  <a:pt x="46522" y="18569"/>
                  <a:pt x="46522" y="18594"/>
                </a:cubicBezTo>
                <a:cubicBezTo>
                  <a:pt x="46671" y="18768"/>
                  <a:pt x="46870" y="18917"/>
                  <a:pt x="47044" y="19067"/>
                </a:cubicBezTo>
                <a:cubicBezTo>
                  <a:pt x="47069" y="19092"/>
                  <a:pt x="47144" y="19141"/>
                  <a:pt x="47169" y="19191"/>
                </a:cubicBezTo>
                <a:cubicBezTo>
                  <a:pt x="47293" y="19316"/>
                  <a:pt x="47443" y="19440"/>
                  <a:pt x="47567" y="19565"/>
                </a:cubicBezTo>
                <a:cubicBezTo>
                  <a:pt x="47667" y="19664"/>
                  <a:pt x="47766" y="19739"/>
                  <a:pt x="47816" y="19814"/>
                </a:cubicBezTo>
                <a:lnTo>
                  <a:pt x="48115" y="20112"/>
                </a:lnTo>
                <a:cubicBezTo>
                  <a:pt x="48239" y="20237"/>
                  <a:pt x="48388" y="20361"/>
                  <a:pt x="48513" y="20510"/>
                </a:cubicBezTo>
                <a:lnTo>
                  <a:pt x="48712" y="20685"/>
                </a:lnTo>
                <a:lnTo>
                  <a:pt x="49061" y="21058"/>
                </a:lnTo>
                <a:cubicBezTo>
                  <a:pt x="48289" y="21631"/>
                  <a:pt x="47542" y="22178"/>
                  <a:pt x="46771" y="22751"/>
                </a:cubicBezTo>
                <a:cubicBezTo>
                  <a:pt x="46621" y="22875"/>
                  <a:pt x="46447" y="22975"/>
                  <a:pt x="46298" y="23099"/>
                </a:cubicBezTo>
                <a:cubicBezTo>
                  <a:pt x="45551" y="23672"/>
                  <a:pt x="44779" y="24244"/>
                  <a:pt x="44033" y="24841"/>
                </a:cubicBezTo>
                <a:cubicBezTo>
                  <a:pt x="43809" y="24991"/>
                  <a:pt x="43634" y="25165"/>
                  <a:pt x="43410" y="25314"/>
                </a:cubicBezTo>
                <a:lnTo>
                  <a:pt x="42390" y="26161"/>
                </a:lnTo>
                <a:cubicBezTo>
                  <a:pt x="41718" y="24916"/>
                  <a:pt x="41170" y="23696"/>
                  <a:pt x="40722" y="22601"/>
                </a:cubicBezTo>
                <a:cubicBezTo>
                  <a:pt x="40697" y="22527"/>
                  <a:pt x="40672" y="22452"/>
                  <a:pt x="40647" y="22377"/>
                </a:cubicBezTo>
                <a:cubicBezTo>
                  <a:pt x="40523" y="22054"/>
                  <a:pt x="40423" y="21755"/>
                  <a:pt x="40299" y="21431"/>
                </a:cubicBezTo>
                <a:cubicBezTo>
                  <a:pt x="40224" y="21282"/>
                  <a:pt x="40174" y="21083"/>
                  <a:pt x="40100" y="20934"/>
                </a:cubicBezTo>
                <a:cubicBezTo>
                  <a:pt x="40025" y="20685"/>
                  <a:pt x="39950" y="20461"/>
                  <a:pt x="39901" y="20237"/>
                </a:cubicBezTo>
                <a:cubicBezTo>
                  <a:pt x="39826" y="20038"/>
                  <a:pt x="39776" y="19838"/>
                  <a:pt x="39726" y="19689"/>
                </a:cubicBezTo>
                <a:cubicBezTo>
                  <a:pt x="40398" y="19216"/>
                  <a:pt x="41071" y="18768"/>
                  <a:pt x="41718" y="18320"/>
                </a:cubicBezTo>
                <a:cubicBezTo>
                  <a:pt x="41917" y="18196"/>
                  <a:pt x="42141" y="18071"/>
                  <a:pt x="42315" y="17947"/>
                </a:cubicBezTo>
                <a:cubicBezTo>
                  <a:pt x="42838" y="17598"/>
                  <a:pt x="43336" y="17300"/>
                  <a:pt x="43883" y="16951"/>
                </a:cubicBezTo>
                <a:cubicBezTo>
                  <a:pt x="44057" y="16926"/>
                  <a:pt x="44157" y="16876"/>
                  <a:pt x="44281" y="16802"/>
                </a:cubicBezTo>
                <a:close/>
                <a:moveTo>
                  <a:pt x="97037" y="25188"/>
                </a:moveTo>
                <a:cubicBezTo>
                  <a:pt x="99657" y="25188"/>
                  <a:pt x="102099" y="25526"/>
                  <a:pt x="104294" y="26210"/>
                </a:cubicBezTo>
                <a:lnTo>
                  <a:pt x="104294" y="26260"/>
                </a:lnTo>
                <a:cubicBezTo>
                  <a:pt x="102077" y="25574"/>
                  <a:pt x="99636" y="25249"/>
                  <a:pt x="97015" y="25249"/>
                </a:cubicBezTo>
                <a:cubicBezTo>
                  <a:pt x="95929" y="25249"/>
                  <a:pt x="94811" y="25305"/>
                  <a:pt x="93665" y="25414"/>
                </a:cubicBezTo>
                <a:lnTo>
                  <a:pt x="93665" y="25364"/>
                </a:lnTo>
                <a:cubicBezTo>
                  <a:pt x="94817" y="25247"/>
                  <a:pt x="95943" y="25188"/>
                  <a:pt x="97037" y="25188"/>
                </a:cubicBezTo>
                <a:close/>
                <a:moveTo>
                  <a:pt x="104244" y="15532"/>
                </a:moveTo>
                <a:lnTo>
                  <a:pt x="104244" y="15532"/>
                </a:lnTo>
                <a:cubicBezTo>
                  <a:pt x="104543" y="15607"/>
                  <a:pt x="104866" y="15756"/>
                  <a:pt x="105165" y="15831"/>
                </a:cubicBezTo>
                <a:cubicBezTo>
                  <a:pt x="105912" y="19166"/>
                  <a:pt x="105887" y="22751"/>
                  <a:pt x="105115" y="26260"/>
                </a:cubicBezTo>
                <a:cubicBezTo>
                  <a:pt x="104991" y="26235"/>
                  <a:pt x="104866" y="26161"/>
                  <a:pt x="104742" y="26136"/>
                </a:cubicBezTo>
                <a:cubicBezTo>
                  <a:pt x="105165" y="22352"/>
                  <a:pt x="105016" y="18768"/>
                  <a:pt x="104244" y="15532"/>
                </a:cubicBezTo>
                <a:close/>
                <a:moveTo>
                  <a:pt x="39652" y="19863"/>
                </a:moveTo>
                <a:lnTo>
                  <a:pt x="39751" y="20137"/>
                </a:lnTo>
                <a:cubicBezTo>
                  <a:pt x="39801" y="20411"/>
                  <a:pt x="39901" y="20685"/>
                  <a:pt x="40000" y="21008"/>
                </a:cubicBezTo>
                <a:cubicBezTo>
                  <a:pt x="40025" y="21058"/>
                  <a:pt x="40050" y="21158"/>
                  <a:pt x="40075" y="21232"/>
                </a:cubicBezTo>
                <a:cubicBezTo>
                  <a:pt x="40622" y="22751"/>
                  <a:pt x="41369" y="24493"/>
                  <a:pt x="42290" y="26285"/>
                </a:cubicBezTo>
                <a:lnTo>
                  <a:pt x="42265" y="26335"/>
                </a:lnTo>
                <a:cubicBezTo>
                  <a:pt x="41618" y="25041"/>
                  <a:pt x="41046" y="23846"/>
                  <a:pt x="40573" y="22726"/>
                </a:cubicBezTo>
                <a:cubicBezTo>
                  <a:pt x="40548" y="22626"/>
                  <a:pt x="40523" y="22552"/>
                  <a:pt x="40498" y="22477"/>
                </a:cubicBezTo>
                <a:cubicBezTo>
                  <a:pt x="40349" y="22153"/>
                  <a:pt x="40274" y="21879"/>
                  <a:pt x="40150" y="21606"/>
                </a:cubicBezTo>
                <a:lnTo>
                  <a:pt x="39950" y="21033"/>
                </a:lnTo>
                <a:cubicBezTo>
                  <a:pt x="39901" y="20809"/>
                  <a:pt x="39826" y="20610"/>
                  <a:pt x="39751" y="20386"/>
                </a:cubicBezTo>
                <a:cubicBezTo>
                  <a:pt x="39677" y="20237"/>
                  <a:pt x="39652" y="20038"/>
                  <a:pt x="39577" y="19888"/>
                </a:cubicBezTo>
                <a:cubicBezTo>
                  <a:pt x="39627" y="19888"/>
                  <a:pt x="39627" y="19863"/>
                  <a:pt x="39652" y="19863"/>
                </a:cubicBezTo>
                <a:close/>
                <a:moveTo>
                  <a:pt x="104493" y="26235"/>
                </a:moveTo>
                <a:cubicBezTo>
                  <a:pt x="104518" y="26235"/>
                  <a:pt x="104518" y="26235"/>
                  <a:pt x="104543" y="26260"/>
                </a:cubicBezTo>
                <a:lnTo>
                  <a:pt x="104543" y="26335"/>
                </a:lnTo>
                <a:cubicBezTo>
                  <a:pt x="104518" y="26335"/>
                  <a:pt x="104518" y="26335"/>
                  <a:pt x="104493" y="26285"/>
                </a:cubicBezTo>
                <a:lnTo>
                  <a:pt x="104493" y="26235"/>
                </a:lnTo>
                <a:close/>
                <a:moveTo>
                  <a:pt x="105414" y="15931"/>
                </a:moveTo>
                <a:cubicBezTo>
                  <a:pt x="105464" y="15931"/>
                  <a:pt x="105489" y="15955"/>
                  <a:pt x="105489" y="15955"/>
                </a:cubicBezTo>
                <a:cubicBezTo>
                  <a:pt x="106161" y="19266"/>
                  <a:pt x="106136" y="22850"/>
                  <a:pt x="105364" y="26360"/>
                </a:cubicBezTo>
                <a:cubicBezTo>
                  <a:pt x="105339" y="26360"/>
                  <a:pt x="105339" y="26360"/>
                  <a:pt x="105290" y="26335"/>
                </a:cubicBezTo>
                <a:cubicBezTo>
                  <a:pt x="106086" y="22850"/>
                  <a:pt x="106111" y="19266"/>
                  <a:pt x="105414" y="15931"/>
                </a:cubicBezTo>
                <a:close/>
                <a:moveTo>
                  <a:pt x="116518" y="26231"/>
                </a:moveTo>
                <a:lnTo>
                  <a:pt x="116518" y="26231"/>
                </a:lnTo>
                <a:cubicBezTo>
                  <a:pt x="116524" y="26234"/>
                  <a:pt x="116531" y="26235"/>
                  <a:pt x="116540" y="26235"/>
                </a:cubicBezTo>
                <a:cubicBezTo>
                  <a:pt x="116559" y="26272"/>
                  <a:pt x="116564" y="26323"/>
                  <a:pt x="116575" y="26367"/>
                </a:cubicBezTo>
                <a:lnTo>
                  <a:pt x="116575" y="26367"/>
                </a:lnTo>
                <a:cubicBezTo>
                  <a:pt x="116570" y="26356"/>
                  <a:pt x="116565" y="26346"/>
                  <a:pt x="116565" y="26335"/>
                </a:cubicBezTo>
                <a:cubicBezTo>
                  <a:pt x="116546" y="26297"/>
                  <a:pt x="116531" y="26263"/>
                  <a:pt x="116518" y="26231"/>
                </a:cubicBezTo>
                <a:close/>
                <a:moveTo>
                  <a:pt x="49260" y="21183"/>
                </a:moveTo>
                <a:cubicBezTo>
                  <a:pt x="49260" y="21183"/>
                  <a:pt x="49260" y="21232"/>
                  <a:pt x="49285" y="21257"/>
                </a:cubicBezTo>
                <a:cubicBezTo>
                  <a:pt x="48513" y="21805"/>
                  <a:pt x="47741" y="22402"/>
                  <a:pt x="46970" y="22975"/>
                </a:cubicBezTo>
                <a:cubicBezTo>
                  <a:pt x="46795" y="23099"/>
                  <a:pt x="46646" y="23224"/>
                  <a:pt x="46472" y="23348"/>
                </a:cubicBezTo>
                <a:cubicBezTo>
                  <a:pt x="45725" y="23896"/>
                  <a:pt x="44978" y="24493"/>
                  <a:pt x="44257" y="25041"/>
                </a:cubicBezTo>
                <a:cubicBezTo>
                  <a:pt x="44033" y="25240"/>
                  <a:pt x="43809" y="25389"/>
                  <a:pt x="43609" y="25588"/>
                </a:cubicBezTo>
                <a:lnTo>
                  <a:pt x="42564" y="26410"/>
                </a:lnTo>
                <a:cubicBezTo>
                  <a:pt x="42564" y="26385"/>
                  <a:pt x="42539" y="26385"/>
                  <a:pt x="42539" y="26360"/>
                </a:cubicBezTo>
                <a:cubicBezTo>
                  <a:pt x="42888" y="26086"/>
                  <a:pt x="43236" y="25762"/>
                  <a:pt x="43609" y="25489"/>
                </a:cubicBezTo>
                <a:cubicBezTo>
                  <a:pt x="43809" y="25290"/>
                  <a:pt x="44033" y="25140"/>
                  <a:pt x="44257" y="24966"/>
                </a:cubicBezTo>
                <a:cubicBezTo>
                  <a:pt x="45003" y="24369"/>
                  <a:pt x="45750" y="23771"/>
                  <a:pt x="46497" y="23224"/>
                </a:cubicBezTo>
                <a:cubicBezTo>
                  <a:pt x="46646" y="23099"/>
                  <a:pt x="46795" y="23000"/>
                  <a:pt x="46970" y="22875"/>
                </a:cubicBezTo>
                <a:cubicBezTo>
                  <a:pt x="47741" y="22303"/>
                  <a:pt x="48488" y="21730"/>
                  <a:pt x="49260" y="21183"/>
                </a:cubicBezTo>
                <a:close/>
                <a:moveTo>
                  <a:pt x="81519" y="16827"/>
                </a:moveTo>
                <a:cubicBezTo>
                  <a:pt x="81568" y="16926"/>
                  <a:pt x="81618" y="17026"/>
                  <a:pt x="81643" y="17125"/>
                </a:cubicBezTo>
                <a:cubicBezTo>
                  <a:pt x="81718" y="17250"/>
                  <a:pt x="81743" y="17374"/>
                  <a:pt x="81817" y="17499"/>
                </a:cubicBezTo>
                <a:cubicBezTo>
                  <a:pt x="81942" y="17972"/>
                  <a:pt x="82091" y="18420"/>
                  <a:pt x="82216" y="18868"/>
                </a:cubicBezTo>
                <a:cubicBezTo>
                  <a:pt x="82216" y="18893"/>
                  <a:pt x="82240" y="18942"/>
                  <a:pt x="82240" y="18992"/>
                </a:cubicBezTo>
                <a:cubicBezTo>
                  <a:pt x="82191" y="19017"/>
                  <a:pt x="82141" y="19042"/>
                  <a:pt x="82091" y="19117"/>
                </a:cubicBezTo>
                <a:cubicBezTo>
                  <a:pt x="81817" y="19316"/>
                  <a:pt x="81519" y="19515"/>
                  <a:pt x="81270" y="19739"/>
                </a:cubicBezTo>
                <a:cubicBezTo>
                  <a:pt x="81220" y="19789"/>
                  <a:pt x="81120" y="19863"/>
                  <a:pt x="81071" y="19913"/>
                </a:cubicBezTo>
                <a:cubicBezTo>
                  <a:pt x="81021" y="19938"/>
                  <a:pt x="80996" y="19988"/>
                  <a:pt x="80946" y="20013"/>
                </a:cubicBezTo>
                <a:cubicBezTo>
                  <a:pt x="80896" y="20038"/>
                  <a:pt x="80871" y="20038"/>
                  <a:pt x="80871" y="20062"/>
                </a:cubicBezTo>
                <a:cubicBezTo>
                  <a:pt x="80622" y="20262"/>
                  <a:pt x="80398" y="20486"/>
                  <a:pt x="80199" y="20660"/>
                </a:cubicBezTo>
                <a:cubicBezTo>
                  <a:pt x="80125" y="20734"/>
                  <a:pt x="80025" y="20784"/>
                  <a:pt x="79975" y="20859"/>
                </a:cubicBezTo>
                <a:cubicBezTo>
                  <a:pt x="79652" y="21158"/>
                  <a:pt x="79353" y="21431"/>
                  <a:pt x="79029" y="21755"/>
                </a:cubicBezTo>
                <a:lnTo>
                  <a:pt x="78855" y="21929"/>
                </a:lnTo>
                <a:cubicBezTo>
                  <a:pt x="78606" y="22178"/>
                  <a:pt x="78382" y="22427"/>
                  <a:pt x="78158" y="22676"/>
                </a:cubicBezTo>
                <a:cubicBezTo>
                  <a:pt x="78084" y="22776"/>
                  <a:pt x="77984" y="22900"/>
                  <a:pt x="77909" y="23000"/>
                </a:cubicBezTo>
                <a:cubicBezTo>
                  <a:pt x="77710" y="23248"/>
                  <a:pt x="77511" y="23522"/>
                  <a:pt x="77287" y="23771"/>
                </a:cubicBezTo>
                <a:cubicBezTo>
                  <a:pt x="77237" y="23871"/>
                  <a:pt x="77138" y="23995"/>
                  <a:pt x="77088" y="24095"/>
                </a:cubicBezTo>
                <a:cubicBezTo>
                  <a:pt x="76889" y="24369"/>
                  <a:pt x="76665" y="24642"/>
                  <a:pt x="76515" y="24916"/>
                </a:cubicBezTo>
                <a:cubicBezTo>
                  <a:pt x="76391" y="25115"/>
                  <a:pt x="76291" y="25265"/>
                  <a:pt x="76167" y="25464"/>
                </a:cubicBezTo>
                <a:cubicBezTo>
                  <a:pt x="76092" y="25588"/>
                  <a:pt x="76018" y="25738"/>
                  <a:pt x="75918" y="25862"/>
                </a:cubicBezTo>
                <a:lnTo>
                  <a:pt x="75545" y="26509"/>
                </a:lnTo>
                <a:cubicBezTo>
                  <a:pt x="75047" y="24916"/>
                  <a:pt x="74300" y="23597"/>
                  <a:pt x="73280" y="22477"/>
                </a:cubicBezTo>
                <a:cubicBezTo>
                  <a:pt x="73329" y="22352"/>
                  <a:pt x="73379" y="22178"/>
                  <a:pt x="73429" y="22054"/>
                </a:cubicBezTo>
                <a:cubicBezTo>
                  <a:pt x="73603" y="21655"/>
                  <a:pt x="73777" y="21232"/>
                  <a:pt x="73952" y="20809"/>
                </a:cubicBezTo>
                <a:lnTo>
                  <a:pt x="74151" y="20436"/>
                </a:lnTo>
                <a:cubicBezTo>
                  <a:pt x="74300" y="20112"/>
                  <a:pt x="74499" y="19764"/>
                  <a:pt x="74674" y="19390"/>
                </a:cubicBezTo>
                <a:cubicBezTo>
                  <a:pt x="76988" y="18395"/>
                  <a:pt x="79278" y="17548"/>
                  <a:pt x="81519" y="16827"/>
                </a:cubicBezTo>
                <a:close/>
                <a:moveTo>
                  <a:pt x="104717" y="26335"/>
                </a:moveTo>
                <a:cubicBezTo>
                  <a:pt x="104842" y="26360"/>
                  <a:pt x="104916" y="26385"/>
                  <a:pt x="105041" y="26459"/>
                </a:cubicBezTo>
                <a:lnTo>
                  <a:pt x="105041" y="26509"/>
                </a:lnTo>
                <a:cubicBezTo>
                  <a:pt x="104916" y="26484"/>
                  <a:pt x="104842" y="26459"/>
                  <a:pt x="104717" y="26385"/>
                </a:cubicBezTo>
                <a:lnTo>
                  <a:pt x="104717" y="26335"/>
                </a:lnTo>
                <a:close/>
                <a:moveTo>
                  <a:pt x="113329" y="21133"/>
                </a:moveTo>
                <a:lnTo>
                  <a:pt x="113329" y="21133"/>
                </a:lnTo>
                <a:cubicBezTo>
                  <a:pt x="114350" y="22377"/>
                  <a:pt x="115221" y="23746"/>
                  <a:pt x="115918" y="25265"/>
                </a:cubicBezTo>
                <a:cubicBezTo>
                  <a:pt x="116067" y="25663"/>
                  <a:pt x="116217" y="26111"/>
                  <a:pt x="116366" y="26509"/>
                </a:cubicBezTo>
                <a:cubicBezTo>
                  <a:pt x="115619" y="24543"/>
                  <a:pt x="114599" y="22776"/>
                  <a:pt x="113354" y="21257"/>
                </a:cubicBezTo>
                <a:cubicBezTo>
                  <a:pt x="113354" y="21232"/>
                  <a:pt x="113329" y="21158"/>
                  <a:pt x="113329" y="21133"/>
                </a:cubicBezTo>
                <a:close/>
                <a:moveTo>
                  <a:pt x="42390" y="26484"/>
                </a:moveTo>
                <a:cubicBezTo>
                  <a:pt x="42390" y="26509"/>
                  <a:pt x="42415" y="26509"/>
                  <a:pt x="42415" y="26534"/>
                </a:cubicBezTo>
                <a:lnTo>
                  <a:pt x="42390" y="26559"/>
                </a:lnTo>
                <a:cubicBezTo>
                  <a:pt x="42390" y="26534"/>
                  <a:pt x="42365" y="26534"/>
                  <a:pt x="42365" y="26509"/>
                </a:cubicBezTo>
                <a:lnTo>
                  <a:pt x="42390" y="26484"/>
                </a:lnTo>
                <a:close/>
                <a:moveTo>
                  <a:pt x="92869" y="15010"/>
                </a:moveTo>
                <a:cubicBezTo>
                  <a:pt x="93641" y="18071"/>
                  <a:pt x="93765" y="21531"/>
                  <a:pt x="93267" y="25240"/>
                </a:cubicBezTo>
                <a:cubicBezTo>
                  <a:pt x="91052" y="25489"/>
                  <a:pt x="88737" y="25912"/>
                  <a:pt x="86347" y="26584"/>
                </a:cubicBezTo>
                <a:cubicBezTo>
                  <a:pt x="86123" y="23721"/>
                  <a:pt x="85551" y="20784"/>
                  <a:pt x="84605" y="18021"/>
                </a:cubicBezTo>
                <a:cubicBezTo>
                  <a:pt x="84829" y="17897"/>
                  <a:pt x="85028" y="17797"/>
                  <a:pt x="85227" y="17673"/>
                </a:cubicBezTo>
                <a:lnTo>
                  <a:pt x="86074" y="17200"/>
                </a:lnTo>
                <a:cubicBezTo>
                  <a:pt x="86372" y="17051"/>
                  <a:pt x="86646" y="16926"/>
                  <a:pt x="86970" y="16802"/>
                </a:cubicBezTo>
                <a:cubicBezTo>
                  <a:pt x="87268" y="16677"/>
                  <a:pt x="87567" y="16528"/>
                  <a:pt x="87866" y="16403"/>
                </a:cubicBezTo>
                <a:cubicBezTo>
                  <a:pt x="88140" y="16279"/>
                  <a:pt x="88463" y="16179"/>
                  <a:pt x="88762" y="16080"/>
                </a:cubicBezTo>
                <a:cubicBezTo>
                  <a:pt x="89110" y="15955"/>
                  <a:pt x="89434" y="15831"/>
                  <a:pt x="89758" y="15756"/>
                </a:cubicBezTo>
                <a:cubicBezTo>
                  <a:pt x="90056" y="15657"/>
                  <a:pt x="90355" y="15582"/>
                  <a:pt x="90629" y="15507"/>
                </a:cubicBezTo>
                <a:cubicBezTo>
                  <a:pt x="90977" y="15408"/>
                  <a:pt x="91326" y="15283"/>
                  <a:pt x="91699" y="15209"/>
                </a:cubicBezTo>
                <a:cubicBezTo>
                  <a:pt x="91973" y="15159"/>
                  <a:pt x="92247" y="15084"/>
                  <a:pt x="92545" y="15059"/>
                </a:cubicBezTo>
                <a:cubicBezTo>
                  <a:pt x="92670" y="15034"/>
                  <a:pt x="92744" y="15034"/>
                  <a:pt x="92869" y="15010"/>
                </a:cubicBezTo>
                <a:close/>
                <a:moveTo>
                  <a:pt x="105290" y="26509"/>
                </a:moveTo>
                <a:lnTo>
                  <a:pt x="105290" y="26584"/>
                </a:lnTo>
                <a:lnTo>
                  <a:pt x="105240" y="26584"/>
                </a:lnTo>
                <a:lnTo>
                  <a:pt x="105240" y="26509"/>
                </a:lnTo>
                <a:close/>
                <a:moveTo>
                  <a:pt x="84456" y="18121"/>
                </a:moveTo>
                <a:cubicBezTo>
                  <a:pt x="85377" y="20884"/>
                  <a:pt x="85974" y="23771"/>
                  <a:pt x="86173" y="26634"/>
                </a:cubicBezTo>
                <a:cubicBezTo>
                  <a:pt x="86157" y="26625"/>
                  <a:pt x="86143" y="26623"/>
                  <a:pt x="86132" y="26623"/>
                </a:cubicBezTo>
                <a:cubicBezTo>
                  <a:pt x="86110" y="26623"/>
                  <a:pt x="86099" y="26634"/>
                  <a:pt x="86099" y="26634"/>
                </a:cubicBezTo>
                <a:cubicBezTo>
                  <a:pt x="85899" y="23796"/>
                  <a:pt x="85327" y="20909"/>
                  <a:pt x="84381" y="18146"/>
                </a:cubicBezTo>
                <a:cubicBezTo>
                  <a:pt x="84431" y="18146"/>
                  <a:pt x="84431" y="18121"/>
                  <a:pt x="84456" y="18121"/>
                </a:cubicBezTo>
                <a:close/>
                <a:moveTo>
                  <a:pt x="93253" y="25416"/>
                </a:moveTo>
                <a:lnTo>
                  <a:pt x="93253" y="25416"/>
                </a:lnTo>
                <a:cubicBezTo>
                  <a:pt x="93217" y="25424"/>
                  <a:pt x="93217" y="25466"/>
                  <a:pt x="93217" y="25489"/>
                </a:cubicBezTo>
                <a:cubicBezTo>
                  <a:pt x="91027" y="25738"/>
                  <a:pt x="88737" y="26161"/>
                  <a:pt x="86372" y="26833"/>
                </a:cubicBezTo>
                <a:lnTo>
                  <a:pt x="86372" y="26758"/>
                </a:lnTo>
                <a:cubicBezTo>
                  <a:pt x="88732" y="26112"/>
                  <a:pt x="91042" y="25665"/>
                  <a:pt x="93253" y="25416"/>
                </a:cubicBezTo>
                <a:close/>
                <a:moveTo>
                  <a:pt x="73255" y="22726"/>
                </a:moveTo>
                <a:cubicBezTo>
                  <a:pt x="74275" y="23846"/>
                  <a:pt x="75022" y="25215"/>
                  <a:pt x="75495" y="26783"/>
                </a:cubicBezTo>
                <a:cubicBezTo>
                  <a:pt x="75420" y="26833"/>
                  <a:pt x="75420" y="26858"/>
                  <a:pt x="75420" y="26883"/>
                </a:cubicBezTo>
                <a:cubicBezTo>
                  <a:pt x="74972" y="25290"/>
                  <a:pt x="74225" y="23896"/>
                  <a:pt x="73230" y="22776"/>
                </a:cubicBezTo>
                <a:cubicBezTo>
                  <a:pt x="73230" y="22751"/>
                  <a:pt x="73230" y="22751"/>
                  <a:pt x="73255" y="22726"/>
                </a:cubicBezTo>
                <a:close/>
                <a:moveTo>
                  <a:pt x="86173" y="26783"/>
                </a:moveTo>
                <a:lnTo>
                  <a:pt x="86173" y="26858"/>
                </a:lnTo>
                <a:cubicBezTo>
                  <a:pt x="86173" y="26858"/>
                  <a:pt x="86123" y="26883"/>
                  <a:pt x="86099" y="26883"/>
                </a:cubicBezTo>
                <a:lnTo>
                  <a:pt x="86099" y="26833"/>
                </a:lnTo>
                <a:cubicBezTo>
                  <a:pt x="86123" y="26833"/>
                  <a:pt x="86123" y="26833"/>
                  <a:pt x="86173" y="26783"/>
                </a:cubicBezTo>
                <a:close/>
                <a:moveTo>
                  <a:pt x="49409" y="21382"/>
                </a:moveTo>
                <a:cubicBezTo>
                  <a:pt x="49708" y="21680"/>
                  <a:pt x="49982" y="21979"/>
                  <a:pt x="50280" y="22278"/>
                </a:cubicBezTo>
                <a:cubicBezTo>
                  <a:pt x="50405" y="22427"/>
                  <a:pt x="50579" y="22552"/>
                  <a:pt x="50703" y="22726"/>
                </a:cubicBezTo>
                <a:cubicBezTo>
                  <a:pt x="48164" y="23921"/>
                  <a:pt x="45601" y="25464"/>
                  <a:pt x="43012" y="27256"/>
                </a:cubicBezTo>
                <a:cubicBezTo>
                  <a:pt x="42888" y="27032"/>
                  <a:pt x="42763" y="26783"/>
                  <a:pt x="42664" y="26584"/>
                </a:cubicBezTo>
                <a:cubicBezTo>
                  <a:pt x="43012" y="26285"/>
                  <a:pt x="43311" y="26011"/>
                  <a:pt x="43659" y="25762"/>
                </a:cubicBezTo>
                <a:cubicBezTo>
                  <a:pt x="43883" y="25588"/>
                  <a:pt x="44132" y="25389"/>
                  <a:pt x="44356" y="25215"/>
                </a:cubicBezTo>
                <a:cubicBezTo>
                  <a:pt x="45053" y="24617"/>
                  <a:pt x="45800" y="24045"/>
                  <a:pt x="46547" y="23497"/>
                </a:cubicBezTo>
                <a:cubicBezTo>
                  <a:pt x="46721" y="23373"/>
                  <a:pt x="46870" y="23248"/>
                  <a:pt x="47019" y="23149"/>
                </a:cubicBezTo>
                <a:cubicBezTo>
                  <a:pt x="47766" y="22601"/>
                  <a:pt x="48538" y="22029"/>
                  <a:pt x="49285" y="21481"/>
                </a:cubicBezTo>
                <a:cubicBezTo>
                  <a:pt x="49334" y="21431"/>
                  <a:pt x="49384" y="21407"/>
                  <a:pt x="49409" y="21382"/>
                </a:cubicBezTo>
                <a:close/>
                <a:moveTo>
                  <a:pt x="42514" y="26733"/>
                </a:moveTo>
                <a:cubicBezTo>
                  <a:pt x="42614" y="26907"/>
                  <a:pt x="42738" y="27156"/>
                  <a:pt x="42863" y="27380"/>
                </a:cubicBezTo>
                <a:lnTo>
                  <a:pt x="42813" y="27405"/>
                </a:lnTo>
                <a:cubicBezTo>
                  <a:pt x="42688" y="27181"/>
                  <a:pt x="42614" y="26982"/>
                  <a:pt x="42489" y="26758"/>
                </a:cubicBezTo>
                <a:lnTo>
                  <a:pt x="42514" y="26733"/>
                </a:lnTo>
                <a:close/>
                <a:moveTo>
                  <a:pt x="50828" y="22825"/>
                </a:moveTo>
                <a:cubicBezTo>
                  <a:pt x="50828" y="22875"/>
                  <a:pt x="50853" y="22875"/>
                  <a:pt x="50853" y="22900"/>
                </a:cubicBezTo>
                <a:cubicBezTo>
                  <a:pt x="48289" y="24145"/>
                  <a:pt x="45725" y="25663"/>
                  <a:pt x="43136" y="27480"/>
                </a:cubicBezTo>
                <a:cubicBezTo>
                  <a:pt x="43136" y="27455"/>
                  <a:pt x="43112" y="27455"/>
                  <a:pt x="43112" y="27405"/>
                </a:cubicBezTo>
                <a:cubicBezTo>
                  <a:pt x="45675" y="25613"/>
                  <a:pt x="48264" y="24070"/>
                  <a:pt x="50828" y="22825"/>
                </a:cubicBezTo>
                <a:close/>
                <a:moveTo>
                  <a:pt x="64177" y="19540"/>
                </a:moveTo>
                <a:cubicBezTo>
                  <a:pt x="65925" y="19540"/>
                  <a:pt x="67537" y="19784"/>
                  <a:pt x="68973" y="20286"/>
                </a:cubicBezTo>
                <a:cubicBezTo>
                  <a:pt x="68874" y="20784"/>
                  <a:pt x="68774" y="21257"/>
                  <a:pt x="68700" y="21755"/>
                </a:cubicBezTo>
                <a:cubicBezTo>
                  <a:pt x="65514" y="23423"/>
                  <a:pt x="62278" y="25364"/>
                  <a:pt x="59017" y="27505"/>
                </a:cubicBezTo>
                <a:cubicBezTo>
                  <a:pt x="58370" y="25215"/>
                  <a:pt x="57947" y="22800"/>
                  <a:pt x="57772" y="20461"/>
                </a:cubicBezTo>
                <a:cubicBezTo>
                  <a:pt x="60045" y="19853"/>
                  <a:pt x="62199" y="19540"/>
                  <a:pt x="64177" y="19540"/>
                </a:cubicBezTo>
                <a:close/>
                <a:moveTo>
                  <a:pt x="84257" y="18171"/>
                </a:moveTo>
                <a:cubicBezTo>
                  <a:pt x="85128" y="20983"/>
                  <a:pt x="85725" y="23846"/>
                  <a:pt x="85924" y="26659"/>
                </a:cubicBezTo>
                <a:cubicBezTo>
                  <a:pt x="84978" y="26907"/>
                  <a:pt x="84008" y="27231"/>
                  <a:pt x="83087" y="27530"/>
                </a:cubicBezTo>
                <a:cubicBezTo>
                  <a:pt x="83136" y="27107"/>
                  <a:pt x="83186" y="26659"/>
                  <a:pt x="83236" y="26235"/>
                </a:cubicBezTo>
                <a:lnTo>
                  <a:pt x="83236" y="26161"/>
                </a:lnTo>
                <a:cubicBezTo>
                  <a:pt x="83261" y="25738"/>
                  <a:pt x="83311" y="25290"/>
                  <a:pt x="83311" y="24866"/>
                </a:cubicBezTo>
                <a:lnTo>
                  <a:pt x="83311" y="24767"/>
                </a:lnTo>
                <a:lnTo>
                  <a:pt x="83311" y="24593"/>
                </a:lnTo>
                <a:lnTo>
                  <a:pt x="83311" y="23497"/>
                </a:lnTo>
                <a:lnTo>
                  <a:pt x="83311" y="23248"/>
                </a:lnTo>
                <a:lnTo>
                  <a:pt x="83311" y="23099"/>
                </a:lnTo>
                <a:cubicBezTo>
                  <a:pt x="83311" y="22776"/>
                  <a:pt x="83261" y="22502"/>
                  <a:pt x="83236" y="22178"/>
                </a:cubicBezTo>
                <a:cubicBezTo>
                  <a:pt x="83236" y="22054"/>
                  <a:pt x="83236" y="21929"/>
                  <a:pt x="83211" y="21805"/>
                </a:cubicBezTo>
                <a:lnTo>
                  <a:pt x="83211" y="21655"/>
                </a:lnTo>
                <a:cubicBezTo>
                  <a:pt x="83161" y="21407"/>
                  <a:pt x="83136" y="21133"/>
                  <a:pt x="83112" y="20884"/>
                </a:cubicBezTo>
                <a:cubicBezTo>
                  <a:pt x="83087" y="20710"/>
                  <a:pt x="83087" y="20560"/>
                  <a:pt x="83062" y="20386"/>
                </a:cubicBezTo>
                <a:cubicBezTo>
                  <a:pt x="83062" y="20361"/>
                  <a:pt x="83062" y="20311"/>
                  <a:pt x="83012" y="20286"/>
                </a:cubicBezTo>
                <a:cubicBezTo>
                  <a:pt x="82987" y="20038"/>
                  <a:pt x="82912" y="19814"/>
                  <a:pt x="82863" y="19614"/>
                </a:cubicBezTo>
                <a:lnTo>
                  <a:pt x="82763" y="19141"/>
                </a:lnTo>
                <a:cubicBezTo>
                  <a:pt x="83012" y="18942"/>
                  <a:pt x="83286" y="18793"/>
                  <a:pt x="83585" y="18594"/>
                </a:cubicBezTo>
                <a:cubicBezTo>
                  <a:pt x="83784" y="18445"/>
                  <a:pt x="84008" y="18295"/>
                  <a:pt x="84257" y="18171"/>
                </a:cubicBezTo>
                <a:close/>
                <a:moveTo>
                  <a:pt x="82614" y="19291"/>
                </a:moveTo>
                <a:cubicBezTo>
                  <a:pt x="82614" y="19490"/>
                  <a:pt x="82639" y="19664"/>
                  <a:pt x="82713" y="19838"/>
                </a:cubicBezTo>
                <a:cubicBezTo>
                  <a:pt x="82738" y="20038"/>
                  <a:pt x="82813" y="20237"/>
                  <a:pt x="82838" y="20411"/>
                </a:cubicBezTo>
                <a:cubicBezTo>
                  <a:pt x="82863" y="20535"/>
                  <a:pt x="82863" y="20660"/>
                  <a:pt x="82888" y="20784"/>
                </a:cubicBezTo>
                <a:cubicBezTo>
                  <a:pt x="82937" y="20884"/>
                  <a:pt x="82937" y="21008"/>
                  <a:pt x="82937" y="21083"/>
                </a:cubicBezTo>
                <a:cubicBezTo>
                  <a:pt x="82962" y="21307"/>
                  <a:pt x="82987" y="21531"/>
                  <a:pt x="83012" y="21780"/>
                </a:cubicBezTo>
                <a:cubicBezTo>
                  <a:pt x="83012" y="21904"/>
                  <a:pt x="83062" y="22054"/>
                  <a:pt x="83062" y="22178"/>
                </a:cubicBezTo>
                <a:lnTo>
                  <a:pt x="83062" y="22303"/>
                </a:lnTo>
                <a:cubicBezTo>
                  <a:pt x="83087" y="22626"/>
                  <a:pt x="83112" y="22900"/>
                  <a:pt x="83112" y="23224"/>
                </a:cubicBezTo>
                <a:lnTo>
                  <a:pt x="83112" y="23547"/>
                </a:lnTo>
                <a:lnTo>
                  <a:pt x="83112" y="24717"/>
                </a:lnTo>
                <a:lnTo>
                  <a:pt x="83112" y="24891"/>
                </a:lnTo>
                <a:cubicBezTo>
                  <a:pt x="83087" y="25787"/>
                  <a:pt x="82987" y="26708"/>
                  <a:pt x="82863" y="27629"/>
                </a:cubicBezTo>
                <a:lnTo>
                  <a:pt x="82788" y="27629"/>
                </a:lnTo>
                <a:cubicBezTo>
                  <a:pt x="82863" y="27256"/>
                  <a:pt x="82888" y="26883"/>
                  <a:pt x="82912" y="26509"/>
                </a:cubicBezTo>
                <a:cubicBezTo>
                  <a:pt x="82912" y="26459"/>
                  <a:pt x="82912" y="26410"/>
                  <a:pt x="82962" y="26360"/>
                </a:cubicBezTo>
                <a:cubicBezTo>
                  <a:pt x="82962" y="26285"/>
                  <a:pt x="82962" y="26235"/>
                  <a:pt x="82987" y="26161"/>
                </a:cubicBezTo>
                <a:lnTo>
                  <a:pt x="82987" y="26111"/>
                </a:lnTo>
                <a:cubicBezTo>
                  <a:pt x="83012" y="25762"/>
                  <a:pt x="83012" y="25414"/>
                  <a:pt x="83062" y="25090"/>
                </a:cubicBezTo>
                <a:lnTo>
                  <a:pt x="83062" y="24991"/>
                </a:lnTo>
                <a:lnTo>
                  <a:pt x="83062" y="24866"/>
                </a:lnTo>
                <a:lnTo>
                  <a:pt x="83062" y="24617"/>
                </a:lnTo>
                <a:lnTo>
                  <a:pt x="83062" y="23672"/>
                </a:lnTo>
                <a:lnTo>
                  <a:pt x="83062" y="23373"/>
                </a:lnTo>
                <a:lnTo>
                  <a:pt x="83062" y="23174"/>
                </a:lnTo>
                <a:cubicBezTo>
                  <a:pt x="83062" y="22900"/>
                  <a:pt x="83012" y="22601"/>
                  <a:pt x="82987" y="22303"/>
                </a:cubicBezTo>
                <a:cubicBezTo>
                  <a:pt x="82987" y="22178"/>
                  <a:pt x="82987" y="22054"/>
                  <a:pt x="82962" y="21904"/>
                </a:cubicBezTo>
                <a:lnTo>
                  <a:pt x="82962" y="21780"/>
                </a:lnTo>
                <a:cubicBezTo>
                  <a:pt x="82912" y="21506"/>
                  <a:pt x="82888" y="21232"/>
                  <a:pt x="82838" y="20934"/>
                </a:cubicBezTo>
                <a:cubicBezTo>
                  <a:pt x="82788" y="20809"/>
                  <a:pt x="82788" y="20685"/>
                  <a:pt x="82763" y="20560"/>
                </a:cubicBezTo>
                <a:lnTo>
                  <a:pt x="82763" y="20486"/>
                </a:lnTo>
                <a:lnTo>
                  <a:pt x="82763" y="20436"/>
                </a:lnTo>
                <a:cubicBezTo>
                  <a:pt x="82738" y="20311"/>
                  <a:pt x="82713" y="20187"/>
                  <a:pt x="82713" y="20112"/>
                </a:cubicBezTo>
                <a:cubicBezTo>
                  <a:pt x="82713" y="20062"/>
                  <a:pt x="82713" y="20038"/>
                  <a:pt x="82688" y="20013"/>
                </a:cubicBezTo>
                <a:cubicBezTo>
                  <a:pt x="82639" y="19789"/>
                  <a:pt x="82589" y="19565"/>
                  <a:pt x="82564" y="19365"/>
                </a:cubicBezTo>
                <a:lnTo>
                  <a:pt x="82589" y="19316"/>
                </a:lnTo>
                <a:cubicBezTo>
                  <a:pt x="82589" y="19316"/>
                  <a:pt x="82614" y="19316"/>
                  <a:pt x="82614" y="19291"/>
                </a:cubicBezTo>
                <a:close/>
                <a:moveTo>
                  <a:pt x="57598" y="20510"/>
                </a:moveTo>
                <a:cubicBezTo>
                  <a:pt x="57797" y="22900"/>
                  <a:pt x="58196" y="25290"/>
                  <a:pt x="58868" y="27629"/>
                </a:cubicBezTo>
                <a:cubicBezTo>
                  <a:pt x="58843" y="27629"/>
                  <a:pt x="58843" y="27654"/>
                  <a:pt x="58818" y="27654"/>
                </a:cubicBezTo>
                <a:cubicBezTo>
                  <a:pt x="58121" y="25314"/>
                  <a:pt x="57698" y="22900"/>
                  <a:pt x="57548" y="20535"/>
                </a:cubicBezTo>
                <a:cubicBezTo>
                  <a:pt x="57573" y="20535"/>
                  <a:pt x="57573" y="20535"/>
                  <a:pt x="57598" y="20510"/>
                </a:cubicBezTo>
                <a:close/>
                <a:moveTo>
                  <a:pt x="68650" y="22004"/>
                </a:moveTo>
                <a:cubicBezTo>
                  <a:pt x="68675" y="22029"/>
                  <a:pt x="68650" y="22054"/>
                  <a:pt x="68650" y="22103"/>
                </a:cubicBezTo>
                <a:cubicBezTo>
                  <a:pt x="65464" y="23746"/>
                  <a:pt x="62303" y="25638"/>
                  <a:pt x="59092" y="27779"/>
                </a:cubicBezTo>
                <a:cubicBezTo>
                  <a:pt x="59092" y="27754"/>
                  <a:pt x="59092" y="27754"/>
                  <a:pt x="59067" y="27729"/>
                </a:cubicBezTo>
                <a:cubicBezTo>
                  <a:pt x="62228" y="25563"/>
                  <a:pt x="65439" y="23672"/>
                  <a:pt x="68650" y="22004"/>
                </a:cubicBezTo>
                <a:close/>
                <a:moveTo>
                  <a:pt x="85924" y="26858"/>
                </a:moveTo>
                <a:lnTo>
                  <a:pt x="85924" y="26907"/>
                </a:lnTo>
                <a:cubicBezTo>
                  <a:pt x="84978" y="27206"/>
                  <a:pt x="84008" y="27505"/>
                  <a:pt x="83012" y="27828"/>
                </a:cubicBezTo>
                <a:lnTo>
                  <a:pt x="83012" y="27754"/>
                </a:lnTo>
                <a:cubicBezTo>
                  <a:pt x="83983" y="27405"/>
                  <a:pt x="84954" y="27131"/>
                  <a:pt x="85924" y="26858"/>
                </a:cubicBezTo>
                <a:close/>
                <a:moveTo>
                  <a:pt x="58917" y="27828"/>
                </a:moveTo>
                <a:cubicBezTo>
                  <a:pt x="58942" y="27828"/>
                  <a:pt x="58942" y="27853"/>
                  <a:pt x="58942" y="27878"/>
                </a:cubicBezTo>
                <a:cubicBezTo>
                  <a:pt x="58917" y="27878"/>
                  <a:pt x="58917" y="27903"/>
                  <a:pt x="58868" y="27903"/>
                </a:cubicBezTo>
                <a:cubicBezTo>
                  <a:pt x="58868" y="27878"/>
                  <a:pt x="58868" y="27878"/>
                  <a:pt x="58843" y="27853"/>
                </a:cubicBezTo>
                <a:cubicBezTo>
                  <a:pt x="58868" y="27853"/>
                  <a:pt x="58868" y="27828"/>
                  <a:pt x="58917" y="27828"/>
                </a:cubicBezTo>
                <a:close/>
                <a:moveTo>
                  <a:pt x="82838" y="27878"/>
                </a:moveTo>
                <a:lnTo>
                  <a:pt x="82838" y="27903"/>
                </a:lnTo>
                <a:cubicBezTo>
                  <a:pt x="82788" y="27903"/>
                  <a:pt x="82763" y="27953"/>
                  <a:pt x="82763" y="27953"/>
                </a:cubicBezTo>
                <a:lnTo>
                  <a:pt x="82763" y="27878"/>
                </a:lnTo>
                <a:close/>
                <a:moveTo>
                  <a:pt x="117011" y="28311"/>
                </a:moveTo>
                <a:cubicBezTo>
                  <a:pt x="117028" y="28360"/>
                  <a:pt x="117049" y="28409"/>
                  <a:pt x="117063" y="28451"/>
                </a:cubicBezTo>
                <a:cubicBezTo>
                  <a:pt x="117088" y="28500"/>
                  <a:pt x="117088" y="28575"/>
                  <a:pt x="117113" y="28625"/>
                </a:cubicBezTo>
                <a:lnTo>
                  <a:pt x="117063" y="28625"/>
                </a:lnTo>
                <a:lnTo>
                  <a:pt x="117063" y="28575"/>
                </a:lnTo>
                <a:lnTo>
                  <a:pt x="117063" y="28500"/>
                </a:lnTo>
                <a:cubicBezTo>
                  <a:pt x="117033" y="28441"/>
                  <a:pt x="117021" y="28373"/>
                  <a:pt x="117011" y="28311"/>
                </a:cubicBezTo>
                <a:close/>
                <a:moveTo>
                  <a:pt x="104717" y="26584"/>
                </a:moveTo>
                <a:cubicBezTo>
                  <a:pt x="104792" y="26609"/>
                  <a:pt x="104916" y="26634"/>
                  <a:pt x="105016" y="26659"/>
                </a:cubicBezTo>
                <a:cubicBezTo>
                  <a:pt x="104842" y="27455"/>
                  <a:pt x="104618" y="28252"/>
                  <a:pt x="104344" y="29023"/>
                </a:cubicBezTo>
                <a:cubicBezTo>
                  <a:pt x="104468" y="28227"/>
                  <a:pt x="104593" y="27380"/>
                  <a:pt x="104717" y="26584"/>
                </a:cubicBezTo>
                <a:close/>
                <a:moveTo>
                  <a:pt x="117113" y="28849"/>
                </a:moveTo>
                <a:cubicBezTo>
                  <a:pt x="117113" y="28940"/>
                  <a:pt x="117154" y="29051"/>
                  <a:pt x="117162" y="29127"/>
                </a:cubicBezTo>
                <a:lnTo>
                  <a:pt x="117162" y="29127"/>
                </a:lnTo>
                <a:cubicBezTo>
                  <a:pt x="117159" y="29109"/>
                  <a:pt x="117149" y="29091"/>
                  <a:pt x="117113" y="29073"/>
                </a:cubicBezTo>
                <a:cubicBezTo>
                  <a:pt x="117088" y="28998"/>
                  <a:pt x="117088" y="28899"/>
                  <a:pt x="117088" y="28849"/>
                </a:cubicBezTo>
                <a:close/>
                <a:moveTo>
                  <a:pt x="57424" y="20635"/>
                </a:moveTo>
                <a:cubicBezTo>
                  <a:pt x="57548" y="22975"/>
                  <a:pt x="57972" y="25389"/>
                  <a:pt x="58669" y="27754"/>
                </a:cubicBezTo>
                <a:cubicBezTo>
                  <a:pt x="57947" y="28252"/>
                  <a:pt x="57225" y="28724"/>
                  <a:pt x="56503" y="29247"/>
                </a:cubicBezTo>
                <a:cubicBezTo>
                  <a:pt x="56379" y="29073"/>
                  <a:pt x="56254" y="28899"/>
                  <a:pt x="56130" y="28749"/>
                </a:cubicBezTo>
                <a:cubicBezTo>
                  <a:pt x="55706" y="28127"/>
                  <a:pt x="55234" y="27530"/>
                  <a:pt x="54761" y="26957"/>
                </a:cubicBezTo>
                <a:cubicBezTo>
                  <a:pt x="54636" y="26758"/>
                  <a:pt x="54487" y="26584"/>
                  <a:pt x="54362" y="26410"/>
                </a:cubicBezTo>
                <a:cubicBezTo>
                  <a:pt x="53740" y="25638"/>
                  <a:pt x="53118" y="24866"/>
                  <a:pt x="52496" y="24120"/>
                </a:cubicBezTo>
                <a:cubicBezTo>
                  <a:pt x="52471" y="24095"/>
                  <a:pt x="52471" y="24045"/>
                  <a:pt x="52446" y="24045"/>
                </a:cubicBezTo>
                <a:cubicBezTo>
                  <a:pt x="52147" y="23721"/>
                  <a:pt x="51873" y="23398"/>
                  <a:pt x="51599" y="23099"/>
                </a:cubicBezTo>
                <a:cubicBezTo>
                  <a:pt x="51525" y="23024"/>
                  <a:pt x="51500" y="22975"/>
                  <a:pt x="51450" y="22900"/>
                </a:cubicBezTo>
                <a:cubicBezTo>
                  <a:pt x="53491" y="21929"/>
                  <a:pt x="55482" y="21183"/>
                  <a:pt x="57424" y="20635"/>
                </a:cubicBezTo>
                <a:close/>
                <a:moveTo>
                  <a:pt x="51251" y="22925"/>
                </a:moveTo>
                <a:cubicBezTo>
                  <a:pt x="51251" y="22975"/>
                  <a:pt x="51276" y="22975"/>
                  <a:pt x="51276" y="23000"/>
                </a:cubicBezTo>
                <a:cubicBezTo>
                  <a:pt x="52993" y="24966"/>
                  <a:pt x="54736" y="27131"/>
                  <a:pt x="56354" y="29372"/>
                </a:cubicBezTo>
                <a:lnTo>
                  <a:pt x="56329" y="29397"/>
                </a:lnTo>
                <a:cubicBezTo>
                  <a:pt x="55084" y="27729"/>
                  <a:pt x="53815" y="26086"/>
                  <a:pt x="52496" y="24493"/>
                </a:cubicBezTo>
                <a:cubicBezTo>
                  <a:pt x="52396" y="24369"/>
                  <a:pt x="52272" y="24244"/>
                  <a:pt x="52197" y="24120"/>
                </a:cubicBezTo>
                <a:lnTo>
                  <a:pt x="51624" y="23472"/>
                </a:lnTo>
                <a:cubicBezTo>
                  <a:pt x="51475" y="23298"/>
                  <a:pt x="51351" y="23124"/>
                  <a:pt x="51201" y="22975"/>
                </a:cubicBezTo>
                <a:cubicBezTo>
                  <a:pt x="51226" y="22975"/>
                  <a:pt x="51226" y="22925"/>
                  <a:pt x="51251" y="22925"/>
                </a:cubicBezTo>
                <a:close/>
                <a:moveTo>
                  <a:pt x="58718" y="27953"/>
                </a:moveTo>
                <a:cubicBezTo>
                  <a:pt x="58718" y="27978"/>
                  <a:pt x="58718" y="27978"/>
                  <a:pt x="58743" y="28003"/>
                </a:cubicBezTo>
                <a:cubicBezTo>
                  <a:pt x="58046" y="28476"/>
                  <a:pt x="57349" y="28973"/>
                  <a:pt x="56677" y="29471"/>
                </a:cubicBezTo>
                <a:cubicBezTo>
                  <a:pt x="56677" y="29446"/>
                  <a:pt x="56627" y="29446"/>
                  <a:pt x="56627" y="29397"/>
                </a:cubicBezTo>
                <a:cubicBezTo>
                  <a:pt x="57324" y="28899"/>
                  <a:pt x="58046" y="28451"/>
                  <a:pt x="58718" y="27953"/>
                </a:cubicBezTo>
                <a:close/>
                <a:moveTo>
                  <a:pt x="82340" y="19440"/>
                </a:moveTo>
                <a:lnTo>
                  <a:pt x="82440" y="19913"/>
                </a:lnTo>
                <a:cubicBezTo>
                  <a:pt x="82514" y="20162"/>
                  <a:pt x="82564" y="20386"/>
                  <a:pt x="82614" y="20635"/>
                </a:cubicBezTo>
                <a:cubicBezTo>
                  <a:pt x="82639" y="20859"/>
                  <a:pt x="82688" y="21033"/>
                  <a:pt x="82713" y="21257"/>
                </a:cubicBezTo>
                <a:lnTo>
                  <a:pt x="82813" y="22004"/>
                </a:lnTo>
                <a:cubicBezTo>
                  <a:pt x="82838" y="22178"/>
                  <a:pt x="82838" y="22377"/>
                  <a:pt x="82838" y="22552"/>
                </a:cubicBezTo>
                <a:cubicBezTo>
                  <a:pt x="82863" y="22850"/>
                  <a:pt x="82863" y="23124"/>
                  <a:pt x="82863" y="23398"/>
                </a:cubicBezTo>
                <a:lnTo>
                  <a:pt x="82863" y="23672"/>
                </a:lnTo>
                <a:lnTo>
                  <a:pt x="82863" y="23871"/>
                </a:lnTo>
                <a:lnTo>
                  <a:pt x="82863" y="23921"/>
                </a:lnTo>
                <a:lnTo>
                  <a:pt x="82863" y="24891"/>
                </a:lnTo>
                <a:cubicBezTo>
                  <a:pt x="82863" y="24991"/>
                  <a:pt x="82863" y="25115"/>
                  <a:pt x="82838" y="25240"/>
                </a:cubicBezTo>
                <a:lnTo>
                  <a:pt x="82838" y="25314"/>
                </a:lnTo>
                <a:cubicBezTo>
                  <a:pt x="82813" y="25713"/>
                  <a:pt x="82813" y="26086"/>
                  <a:pt x="82738" y="26435"/>
                </a:cubicBezTo>
                <a:cubicBezTo>
                  <a:pt x="82738" y="26534"/>
                  <a:pt x="82713" y="26634"/>
                  <a:pt x="82713" y="26683"/>
                </a:cubicBezTo>
                <a:cubicBezTo>
                  <a:pt x="82688" y="27032"/>
                  <a:pt x="82614" y="27380"/>
                  <a:pt x="82589" y="27729"/>
                </a:cubicBezTo>
                <a:cubicBezTo>
                  <a:pt x="80473" y="28426"/>
                  <a:pt x="78357" y="29297"/>
                  <a:pt x="76167" y="30293"/>
                </a:cubicBezTo>
                <a:cubicBezTo>
                  <a:pt x="76142" y="29222"/>
                  <a:pt x="75993" y="28177"/>
                  <a:pt x="75769" y="27231"/>
                </a:cubicBezTo>
                <a:cubicBezTo>
                  <a:pt x="75868" y="27007"/>
                  <a:pt x="75993" y="26758"/>
                  <a:pt x="76117" y="26534"/>
                </a:cubicBezTo>
                <a:cubicBezTo>
                  <a:pt x="76142" y="26484"/>
                  <a:pt x="76167" y="26410"/>
                  <a:pt x="76242" y="26360"/>
                </a:cubicBezTo>
                <a:cubicBezTo>
                  <a:pt x="76416" y="25986"/>
                  <a:pt x="76640" y="25638"/>
                  <a:pt x="76864" y="25290"/>
                </a:cubicBezTo>
                <a:cubicBezTo>
                  <a:pt x="76963" y="25165"/>
                  <a:pt x="77013" y="25041"/>
                  <a:pt x="77113" y="24916"/>
                </a:cubicBezTo>
                <a:cubicBezTo>
                  <a:pt x="77287" y="24642"/>
                  <a:pt x="77511" y="24319"/>
                  <a:pt x="77685" y="24045"/>
                </a:cubicBezTo>
                <a:cubicBezTo>
                  <a:pt x="77785" y="23896"/>
                  <a:pt x="77909" y="23771"/>
                  <a:pt x="78009" y="23622"/>
                </a:cubicBezTo>
                <a:cubicBezTo>
                  <a:pt x="78233" y="23373"/>
                  <a:pt x="78407" y="23074"/>
                  <a:pt x="78631" y="22825"/>
                </a:cubicBezTo>
                <a:cubicBezTo>
                  <a:pt x="78756" y="22676"/>
                  <a:pt x="78880" y="22552"/>
                  <a:pt x="79005" y="22402"/>
                </a:cubicBezTo>
                <a:cubicBezTo>
                  <a:pt x="79229" y="22153"/>
                  <a:pt x="79477" y="21904"/>
                  <a:pt x="79677" y="21680"/>
                </a:cubicBezTo>
                <a:lnTo>
                  <a:pt x="80100" y="21282"/>
                </a:lnTo>
                <a:lnTo>
                  <a:pt x="80921" y="20535"/>
                </a:lnTo>
                <a:cubicBezTo>
                  <a:pt x="81046" y="20436"/>
                  <a:pt x="81195" y="20311"/>
                  <a:pt x="81295" y="20212"/>
                </a:cubicBezTo>
                <a:cubicBezTo>
                  <a:pt x="81643" y="19938"/>
                  <a:pt x="81991" y="19689"/>
                  <a:pt x="82340" y="19440"/>
                </a:cubicBezTo>
                <a:close/>
                <a:moveTo>
                  <a:pt x="75644" y="27505"/>
                </a:moveTo>
                <a:cubicBezTo>
                  <a:pt x="75868" y="28451"/>
                  <a:pt x="75993" y="29372"/>
                  <a:pt x="76018" y="30392"/>
                </a:cubicBezTo>
                <a:cubicBezTo>
                  <a:pt x="75993" y="30392"/>
                  <a:pt x="75968" y="30392"/>
                  <a:pt x="75968" y="30442"/>
                </a:cubicBezTo>
                <a:cubicBezTo>
                  <a:pt x="75918" y="29446"/>
                  <a:pt x="75794" y="28500"/>
                  <a:pt x="75619" y="27604"/>
                </a:cubicBezTo>
                <a:cubicBezTo>
                  <a:pt x="75619" y="27579"/>
                  <a:pt x="75644" y="27530"/>
                  <a:pt x="75644" y="27505"/>
                </a:cubicBezTo>
                <a:close/>
                <a:moveTo>
                  <a:pt x="104468" y="26509"/>
                </a:moveTo>
                <a:cubicBezTo>
                  <a:pt x="104493" y="26509"/>
                  <a:pt x="104493" y="26509"/>
                  <a:pt x="104518" y="26534"/>
                </a:cubicBezTo>
                <a:cubicBezTo>
                  <a:pt x="104369" y="27729"/>
                  <a:pt x="104169" y="28899"/>
                  <a:pt x="103921" y="30118"/>
                </a:cubicBezTo>
                <a:cubicBezTo>
                  <a:pt x="103896" y="30243"/>
                  <a:pt x="103846" y="30342"/>
                  <a:pt x="103796" y="30467"/>
                </a:cubicBezTo>
                <a:cubicBezTo>
                  <a:pt x="104095" y="29098"/>
                  <a:pt x="104294" y="27779"/>
                  <a:pt x="104468" y="26509"/>
                </a:cubicBezTo>
                <a:close/>
                <a:moveTo>
                  <a:pt x="105165" y="26733"/>
                </a:moveTo>
                <a:cubicBezTo>
                  <a:pt x="105215" y="26758"/>
                  <a:pt x="105240" y="26758"/>
                  <a:pt x="105240" y="26758"/>
                </a:cubicBezTo>
                <a:cubicBezTo>
                  <a:pt x="104916" y="28028"/>
                  <a:pt x="104518" y="29322"/>
                  <a:pt x="104020" y="30517"/>
                </a:cubicBezTo>
                <a:cubicBezTo>
                  <a:pt x="104045" y="30392"/>
                  <a:pt x="104095" y="30268"/>
                  <a:pt x="104095" y="30193"/>
                </a:cubicBezTo>
                <a:cubicBezTo>
                  <a:pt x="104518" y="29073"/>
                  <a:pt x="104891" y="27878"/>
                  <a:pt x="105165" y="26733"/>
                </a:cubicBezTo>
                <a:close/>
                <a:moveTo>
                  <a:pt x="82564" y="27953"/>
                </a:moveTo>
                <a:lnTo>
                  <a:pt x="82564" y="28003"/>
                </a:lnTo>
                <a:cubicBezTo>
                  <a:pt x="80473" y="28724"/>
                  <a:pt x="78308" y="29596"/>
                  <a:pt x="76167" y="30591"/>
                </a:cubicBezTo>
                <a:lnTo>
                  <a:pt x="76167" y="30517"/>
                </a:lnTo>
                <a:cubicBezTo>
                  <a:pt x="78308" y="29521"/>
                  <a:pt x="80473" y="28650"/>
                  <a:pt x="82564" y="27953"/>
                </a:cubicBezTo>
                <a:close/>
                <a:moveTo>
                  <a:pt x="76018" y="30616"/>
                </a:moveTo>
                <a:lnTo>
                  <a:pt x="76018" y="30691"/>
                </a:lnTo>
                <a:cubicBezTo>
                  <a:pt x="75993" y="30691"/>
                  <a:pt x="75968" y="30691"/>
                  <a:pt x="75968" y="30716"/>
                </a:cubicBezTo>
                <a:lnTo>
                  <a:pt x="75968" y="30641"/>
                </a:lnTo>
                <a:cubicBezTo>
                  <a:pt x="75993" y="30641"/>
                  <a:pt x="75993" y="30616"/>
                  <a:pt x="76018" y="30616"/>
                </a:cubicBezTo>
                <a:close/>
                <a:moveTo>
                  <a:pt x="68874" y="22153"/>
                </a:moveTo>
                <a:cubicBezTo>
                  <a:pt x="68426" y="25090"/>
                  <a:pt x="68501" y="28003"/>
                  <a:pt x="69073" y="30741"/>
                </a:cubicBezTo>
                <a:lnTo>
                  <a:pt x="69023" y="30741"/>
                </a:lnTo>
                <a:cubicBezTo>
                  <a:pt x="68451" y="28003"/>
                  <a:pt x="68351" y="25115"/>
                  <a:pt x="68799" y="22178"/>
                </a:cubicBezTo>
                <a:cubicBezTo>
                  <a:pt x="68824" y="22178"/>
                  <a:pt x="68824" y="22153"/>
                  <a:pt x="68874" y="22153"/>
                </a:cubicBezTo>
                <a:close/>
                <a:moveTo>
                  <a:pt x="68650" y="22303"/>
                </a:moveTo>
                <a:lnTo>
                  <a:pt x="68650" y="22303"/>
                </a:lnTo>
                <a:cubicBezTo>
                  <a:pt x="68227" y="25140"/>
                  <a:pt x="68301" y="28003"/>
                  <a:pt x="68849" y="30691"/>
                </a:cubicBezTo>
                <a:cubicBezTo>
                  <a:pt x="67741" y="30325"/>
                  <a:pt x="66511" y="30148"/>
                  <a:pt x="65193" y="30148"/>
                </a:cubicBezTo>
                <a:cubicBezTo>
                  <a:pt x="63640" y="30148"/>
                  <a:pt x="61962" y="30394"/>
                  <a:pt x="60212" y="30865"/>
                </a:cubicBezTo>
                <a:cubicBezTo>
                  <a:pt x="59838" y="29894"/>
                  <a:pt x="59465" y="28948"/>
                  <a:pt x="59191" y="27953"/>
                </a:cubicBezTo>
                <a:cubicBezTo>
                  <a:pt x="62328" y="25837"/>
                  <a:pt x="65514" y="23921"/>
                  <a:pt x="68650" y="22303"/>
                </a:cubicBezTo>
                <a:close/>
                <a:moveTo>
                  <a:pt x="59042" y="28077"/>
                </a:moveTo>
                <a:cubicBezTo>
                  <a:pt x="59316" y="29023"/>
                  <a:pt x="59639" y="29969"/>
                  <a:pt x="60038" y="30940"/>
                </a:cubicBezTo>
                <a:lnTo>
                  <a:pt x="59963" y="30940"/>
                </a:lnTo>
                <a:cubicBezTo>
                  <a:pt x="59589" y="29994"/>
                  <a:pt x="59241" y="29073"/>
                  <a:pt x="58967" y="28102"/>
                </a:cubicBezTo>
                <a:cubicBezTo>
                  <a:pt x="58992" y="28102"/>
                  <a:pt x="58992" y="28077"/>
                  <a:pt x="59042" y="28077"/>
                </a:cubicBezTo>
                <a:close/>
                <a:moveTo>
                  <a:pt x="69148" y="30965"/>
                </a:moveTo>
                <a:cubicBezTo>
                  <a:pt x="69148" y="30990"/>
                  <a:pt x="69148" y="31014"/>
                  <a:pt x="69173" y="31014"/>
                </a:cubicBezTo>
                <a:cubicBezTo>
                  <a:pt x="69164" y="31031"/>
                  <a:pt x="69156" y="31037"/>
                  <a:pt x="69149" y="31037"/>
                </a:cubicBezTo>
                <a:cubicBezTo>
                  <a:pt x="69134" y="31037"/>
                  <a:pt x="69123" y="31014"/>
                  <a:pt x="69123" y="31014"/>
                </a:cubicBezTo>
                <a:cubicBezTo>
                  <a:pt x="69123" y="30990"/>
                  <a:pt x="69123" y="30965"/>
                  <a:pt x="69073" y="30965"/>
                </a:cubicBezTo>
                <a:close/>
                <a:moveTo>
                  <a:pt x="65230" y="30358"/>
                </a:moveTo>
                <a:cubicBezTo>
                  <a:pt x="66548" y="30358"/>
                  <a:pt x="67770" y="30533"/>
                  <a:pt x="68874" y="30890"/>
                </a:cubicBezTo>
                <a:cubicBezTo>
                  <a:pt x="68874" y="30911"/>
                  <a:pt x="68874" y="30949"/>
                  <a:pt x="68889" y="30961"/>
                </a:cubicBezTo>
                <a:lnTo>
                  <a:pt x="68889" y="30961"/>
                </a:lnTo>
                <a:cubicBezTo>
                  <a:pt x="67796" y="30583"/>
                  <a:pt x="66575" y="30401"/>
                  <a:pt x="65257" y="30401"/>
                </a:cubicBezTo>
                <a:cubicBezTo>
                  <a:pt x="63725" y="30401"/>
                  <a:pt x="62061" y="30646"/>
                  <a:pt x="60311" y="31114"/>
                </a:cubicBezTo>
                <a:cubicBezTo>
                  <a:pt x="60311" y="31089"/>
                  <a:pt x="60262" y="31089"/>
                  <a:pt x="60262" y="31064"/>
                </a:cubicBezTo>
                <a:cubicBezTo>
                  <a:pt x="62029" y="30596"/>
                  <a:pt x="63695" y="30358"/>
                  <a:pt x="65230" y="30358"/>
                </a:cubicBezTo>
                <a:close/>
                <a:moveTo>
                  <a:pt x="60087" y="31089"/>
                </a:moveTo>
                <a:cubicBezTo>
                  <a:pt x="60087" y="31114"/>
                  <a:pt x="60087" y="31114"/>
                  <a:pt x="60112" y="31139"/>
                </a:cubicBezTo>
                <a:cubicBezTo>
                  <a:pt x="60087" y="31139"/>
                  <a:pt x="60087" y="31139"/>
                  <a:pt x="60062" y="31189"/>
                </a:cubicBezTo>
                <a:cubicBezTo>
                  <a:pt x="60062" y="31139"/>
                  <a:pt x="60038" y="31139"/>
                  <a:pt x="60038" y="31114"/>
                </a:cubicBezTo>
                <a:cubicBezTo>
                  <a:pt x="60062" y="31089"/>
                  <a:pt x="60062" y="31089"/>
                  <a:pt x="60087" y="31089"/>
                </a:cubicBezTo>
                <a:close/>
                <a:moveTo>
                  <a:pt x="75470" y="27903"/>
                </a:moveTo>
                <a:cubicBezTo>
                  <a:pt x="75644" y="28724"/>
                  <a:pt x="75744" y="29596"/>
                  <a:pt x="75769" y="30517"/>
                </a:cubicBezTo>
                <a:cubicBezTo>
                  <a:pt x="75346" y="30741"/>
                  <a:pt x="74898" y="30965"/>
                  <a:pt x="74425" y="31189"/>
                </a:cubicBezTo>
                <a:cubicBezTo>
                  <a:pt x="74474" y="31089"/>
                  <a:pt x="74474" y="30965"/>
                  <a:pt x="74499" y="30865"/>
                </a:cubicBezTo>
                <a:cubicBezTo>
                  <a:pt x="74499" y="30815"/>
                  <a:pt x="74524" y="30766"/>
                  <a:pt x="74524" y="30716"/>
                </a:cubicBezTo>
                <a:cubicBezTo>
                  <a:pt x="74748" y="29770"/>
                  <a:pt x="75047" y="28824"/>
                  <a:pt x="75470" y="27903"/>
                </a:cubicBezTo>
                <a:close/>
                <a:moveTo>
                  <a:pt x="75744" y="30716"/>
                </a:moveTo>
                <a:lnTo>
                  <a:pt x="75744" y="30766"/>
                </a:lnTo>
                <a:cubicBezTo>
                  <a:pt x="75296" y="30990"/>
                  <a:pt x="74848" y="31238"/>
                  <a:pt x="74375" y="31462"/>
                </a:cubicBezTo>
                <a:lnTo>
                  <a:pt x="74375" y="31363"/>
                </a:lnTo>
                <a:cubicBezTo>
                  <a:pt x="74848" y="31139"/>
                  <a:pt x="75271" y="30890"/>
                  <a:pt x="75744" y="30716"/>
                </a:cubicBezTo>
                <a:close/>
                <a:moveTo>
                  <a:pt x="58793" y="28202"/>
                </a:moveTo>
                <a:cubicBezTo>
                  <a:pt x="59092" y="29148"/>
                  <a:pt x="59440" y="30069"/>
                  <a:pt x="59789" y="30990"/>
                </a:cubicBezTo>
                <a:cubicBezTo>
                  <a:pt x="59216" y="31139"/>
                  <a:pt x="58669" y="31338"/>
                  <a:pt x="58096" y="31512"/>
                </a:cubicBezTo>
                <a:cubicBezTo>
                  <a:pt x="57673" y="30865"/>
                  <a:pt x="57225" y="30243"/>
                  <a:pt x="56752" y="29596"/>
                </a:cubicBezTo>
                <a:cubicBezTo>
                  <a:pt x="57449" y="29123"/>
                  <a:pt x="58121" y="28650"/>
                  <a:pt x="58793" y="28202"/>
                </a:cubicBezTo>
                <a:close/>
                <a:moveTo>
                  <a:pt x="56603" y="29720"/>
                </a:moveTo>
                <a:lnTo>
                  <a:pt x="57922" y="31587"/>
                </a:lnTo>
                <a:lnTo>
                  <a:pt x="57872" y="31612"/>
                </a:lnTo>
                <a:lnTo>
                  <a:pt x="56578" y="29745"/>
                </a:lnTo>
                <a:lnTo>
                  <a:pt x="56603" y="29720"/>
                </a:lnTo>
                <a:close/>
                <a:moveTo>
                  <a:pt x="103721" y="31139"/>
                </a:moveTo>
                <a:lnTo>
                  <a:pt x="103721" y="31139"/>
                </a:lnTo>
                <a:cubicBezTo>
                  <a:pt x="103672" y="31239"/>
                  <a:pt x="103672" y="31338"/>
                  <a:pt x="103647" y="31462"/>
                </a:cubicBezTo>
                <a:cubicBezTo>
                  <a:pt x="103622" y="31562"/>
                  <a:pt x="103547" y="31637"/>
                  <a:pt x="103522" y="31711"/>
                </a:cubicBezTo>
                <a:cubicBezTo>
                  <a:pt x="103547" y="31612"/>
                  <a:pt x="103547" y="31512"/>
                  <a:pt x="103597" y="31438"/>
                </a:cubicBezTo>
                <a:cubicBezTo>
                  <a:pt x="103622" y="31338"/>
                  <a:pt x="103672" y="31239"/>
                  <a:pt x="103721" y="31139"/>
                </a:cubicBezTo>
                <a:close/>
                <a:moveTo>
                  <a:pt x="117461" y="30143"/>
                </a:moveTo>
                <a:cubicBezTo>
                  <a:pt x="117461" y="30268"/>
                  <a:pt x="117486" y="30367"/>
                  <a:pt x="117536" y="30492"/>
                </a:cubicBezTo>
                <a:cubicBezTo>
                  <a:pt x="117561" y="30616"/>
                  <a:pt x="117561" y="30766"/>
                  <a:pt x="117586" y="30890"/>
                </a:cubicBezTo>
                <a:cubicBezTo>
                  <a:pt x="117617" y="31170"/>
                  <a:pt x="117648" y="31440"/>
                  <a:pt x="117679" y="31719"/>
                </a:cubicBezTo>
                <a:lnTo>
                  <a:pt x="117679" y="31719"/>
                </a:lnTo>
                <a:cubicBezTo>
                  <a:pt x="117646" y="31477"/>
                  <a:pt x="117603" y="31212"/>
                  <a:pt x="117561" y="30915"/>
                </a:cubicBezTo>
                <a:cubicBezTo>
                  <a:pt x="117511" y="30766"/>
                  <a:pt x="117486" y="30616"/>
                  <a:pt x="117461" y="30442"/>
                </a:cubicBezTo>
                <a:lnTo>
                  <a:pt x="117461" y="30218"/>
                </a:lnTo>
                <a:lnTo>
                  <a:pt x="117461" y="30143"/>
                </a:lnTo>
                <a:close/>
                <a:moveTo>
                  <a:pt x="59863" y="31139"/>
                </a:moveTo>
                <a:lnTo>
                  <a:pt x="59863" y="31214"/>
                </a:lnTo>
                <a:cubicBezTo>
                  <a:pt x="59341" y="31363"/>
                  <a:pt x="58793" y="31537"/>
                  <a:pt x="58245" y="31736"/>
                </a:cubicBezTo>
                <a:cubicBezTo>
                  <a:pt x="58245" y="31711"/>
                  <a:pt x="58220" y="31711"/>
                  <a:pt x="58220" y="31687"/>
                </a:cubicBezTo>
                <a:cubicBezTo>
                  <a:pt x="58793" y="31487"/>
                  <a:pt x="59316" y="31313"/>
                  <a:pt x="59863" y="31139"/>
                </a:cubicBezTo>
                <a:close/>
                <a:moveTo>
                  <a:pt x="58046" y="31736"/>
                </a:moveTo>
                <a:cubicBezTo>
                  <a:pt x="58046" y="31761"/>
                  <a:pt x="58071" y="31761"/>
                  <a:pt x="58071" y="31811"/>
                </a:cubicBezTo>
                <a:cubicBezTo>
                  <a:pt x="58046" y="31811"/>
                  <a:pt x="58046" y="31811"/>
                  <a:pt x="57996" y="31836"/>
                </a:cubicBezTo>
                <a:cubicBezTo>
                  <a:pt x="57996" y="31811"/>
                  <a:pt x="57972" y="31811"/>
                  <a:pt x="57972" y="31761"/>
                </a:cubicBezTo>
                <a:cubicBezTo>
                  <a:pt x="57996" y="31761"/>
                  <a:pt x="57996" y="31761"/>
                  <a:pt x="58046" y="31736"/>
                </a:cubicBezTo>
                <a:close/>
                <a:moveTo>
                  <a:pt x="70890" y="21158"/>
                </a:moveTo>
                <a:cubicBezTo>
                  <a:pt x="71612" y="21556"/>
                  <a:pt x="72234" y="22054"/>
                  <a:pt x="72782" y="22626"/>
                </a:cubicBezTo>
                <a:cubicBezTo>
                  <a:pt x="72757" y="22751"/>
                  <a:pt x="72732" y="22850"/>
                  <a:pt x="72657" y="22975"/>
                </a:cubicBezTo>
                <a:lnTo>
                  <a:pt x="72483" y="23522"/>
                </a:lnTo>
                <a:cubicBezTo>
                  <a:pt x="72433" y="23647"/>
                  <a:pt x="72384" y="23796"/>
                  <a:pt x="72359" y="23921"/>
                </a:cubicBezTo>
                <a:cubicBezTo>
                  <a:pt x="72284" y="24120"/>
                  <a:pt x="72259" y="24294"/>
                  <a:pt x="72184" y="24493"/>
                </a:cubicBezTo>
                <a:cubicBezTo>
                  <a:pt x="72160" y="24617"/>
                  <a:pt x="72135" y="24767"/>
                  <a:pt x="72110" y="24891"/>
                </a:cubicBezTo>
                <a:cubicBezTo>
                  <a:pt x="72060" y="25066"/>
                  <a:pt x="72010" y="25265"/>
                  <a:pt x="71985" y="25439"/>
                </a:cubicBezTo>
                <a:cubicBezTo>
                  <a:pt x="71935" y="25613"/>
                  <a:pt x="71911" y="25738"/>
                  <a:pt x="71886" y="25887"/>
                </a:cubicBezTo>
                <a:cubicBezTo>
                  <a:pt x="71861" y="26061"/>
                  <a:pt x="71811" y="26235"/>
                  <a:pt x="71786" y="26410"/>
                </a:cubicBezTo>
                <a:cubicBezTo>
                  <a:pt x="71761" y="26559"/>
                  <a:pt x="71736" y="26733"/>
                  <a:pt x="71736" y="26858"/>
                </a:cubicBezTo>
                <a:cubicBezTo>
                  <a:pt x="71736" y="26883"/>
                  <a:pt x="71736" y="26957"/>
                  <a:pt x="71687" y="26982"/>
                </a:cubicBezTo>
                <a:lnTo>
                  <a:pt x="71687" y="27107"/>
                </a:lnTo>
                <a:cubicBezTo>
                  <a:pt x="71637" y="27654"/>
                  <a:pt x="71562" y="28227"/>
                  <a:pt x="71537" y="28749"/>
                </a:cubicBezTo>
                <a:lnTo>
                  <a:pt x="71537" y="28948"/>
                </a:lnTo>
                <a:cubicBezTo>
                  <a:pt x="71512" y="29496"/>
                  <a:pt x="71512" y="30069"/>
                  <a:pt x="71537" y="30591"/>
                </a:cubicBezTo>
                <a:lnTo>
                  <a:pt x="71537" y="30691"/>
                </a:lnTo>
                <a:cubicBezTo>
                  <a:pt x="71562" y="31214"/>
                  <a:pt x="71637" y="31711"/>
                  <a:pt x="71687" y="32209"/>
                </a:cubicBezTo>
                <a:cubicBezTo>
                  <a:pt x="71015" y="31587"/>
                  <a:pt x="70168" y="31114"/>
                  <a:pt x="69247" y="30741"/>
                </a:cubicBezTo>
                <a:cubicBezTo>
                  <a:pt x="68625" y="27953"/>
                  <a:pt x="68550" y="24966"/>
                  <a:pt x="69023" y="21954"/>
                </a:cubicBezTo>
                <a:cubicBezTo>
                  <a:pt x="69695" y="21755"/>
                  <a:pt x="70293" y="21481"/>
                  <a:pt x="70890" y="21158"/>
                </a:cubicBezTo>
                <a:close/>
                <a:moveTo>
                  <a:pt x="73130" y="23000"/>
                </a:moveTo>
                <a:cubicBezTo>
                  <a:pt x="74126" y="24120"/>
                  <a:pt x="74873" y="25514"/>
                  <a:pt x="75271" y="27131"/>
                </a:cubicBezTo>
                <a:cubicBezTo>
                  <a:pt x="74624" y="28525"/>
                  <a:pt x="74126" y="29969"/>
                  <a:pt x="73877" y="31413"/>
                </a:cubicBezTo>
                <a:cubicBezTo>
                  <a:pt x="73304" y="31711"/>
                  <a:pt x="72757" y="32010"/>
                  <a:pt x="72184" y="32284"/>
                </a:cubicBezTo>
                <a:cubicBezTo>
                  <a:pt x="72160" y="32110"/>
                  <a:pt x="72135" y="31886"/>
                  <a:pt x="72135" y="31711"/>
                </a:cubicBezTo>
                <a:cubicBezTo>
                  <a:pt x="72110" y="31487"/>
                  <a:pt x="72110" y="31288"/>
                  <a:pt x="72060" y="31089"/>
                </a:cubicBezTo>
                <a:cubicBezTo>
                  <a:pt x="72035" y="30716"/>
                  <a:pt x="72010" y="30293"/>
                  <a:pt x="72010" y="29894"/>
                </a:cubicBezTo>
                <a:lnTo>
                  <a:pt x="72010" y="29397"/>
                </a:lnTo>
                <a:cubicBezTo>
                  <a:pt x="72010" y="28998"/>
                  <a:pt x="72035" y="28600"/>
                  <a:pt x="72060" y="28177"/>
                </a:cubicBezTo>
                <a:cubicBezTo>
                  <a:pt x="72060" y="28003"/>
                  <a:pt x="72110" y="27804"/>
                  <a:pt x="72110" y="27629"/>
                </a:cubicBezTo>
                <a:cubicBezTo>
                  <a:pt x="72135" y="27380"/>
                  <a:pt x="72160" y="27107"/>
                  <a:pt x="72184" y="26858"/>
                </a:cubicBezTo>
                <a:cubicBezTo>
                  <a:pt x="72234" y="26509"/>
                  <a:pt x="72284" y="26186"/>
                  <a:pt x="72359" y="25862"/>
                </a:cubicBezTo>
                <a:cubicBezTo>
                  <a:pt x="72384" y="25613"/>
                  <a:pt x="72433" y="25364"/>
                  <a:pt x="72508" y="25140"/>
                </a:cubicBezTo>
                <a:cubicBezTo>
                  <a:pt x="72558" y="24891"/>
                  <a:pt x="72632" y="24617"/>
                  <a:pt x="72682" y="24369"/>
                </a:cubicBezTo>
                <a:cubicBezTo>
                  <a:pt x="72782" y="24095"/>
                  <a:pt x="72856" y="23846"/>
                  <a:pt x="72931" y="23597"/>
                </a:cubicBezTo>
                <a:cubicBezTo>
                  <a:pt x="73006" y="23398"/>
                  <a:pt x="73056" y="23174"/>
                  <a:pt x="73130" y="23000"/>
                </a:cubicBezTo>
                <a:close/>
                <a:moveTo>
                  <a:pt x="105663" y="16080"/>
                </a:moveTo>
                <a:lnTo>
                  <a:pt x="105663" y="16080"/>
                </a:lnTo>
                <a:cubicBezTo>
                  <a:pt x="108525" y="17150"/>
                  <a:pt x="110940" y="18768"/>
                  <a:pt x="112807" y="20909"/>
                </a:cubicBezTo>
                <a:cubicBezTo>
                  <a:pt x="112881" y="21282"/>
                  <a:pt x="112981" y="21655"/>
                  <a:pt x="113056" y="22054"/>
                </a:cubicBezTo>
                <a:cubicBezTo>
                  <a:pt x="113081" y="22228"/>
                  <a:pt x="113105" y="22402"/>
                  <a:pt x="113130" y="22552"/>
                </a:cubicBezTo>
                <a:cubicBezTo>
                  <a:pt x="113230" y="23124"/>
                  <a:pt x="113329" y="23672"/>
                  <a:pt x="113379" y="24269"/>
                </a:cubicBezTo>
                <a:cubicBezTo>
                  <a:pt x="113379" y="24418"/>
                  <a:pt x="113429" y="24543"/>
                  <a:pt x="113429" y="24717"/>
                </a:cubicBezTo>
                <a:lnTo>
                  <a:pt x="113504" y="26111"/>
                </a:lnTo>
                <a:cubicBezTo>
                  <a:pt x="113504" y="26335"/>
                  <a:pt x="113553" y="26534"/>
                  <a:pt x="113553" y="26783"/>
                </a:cubicBezTo>
                <a:cubicBezTo>
                  <a:pt x="113553" y="27355"/>
                  <a:pt x="113578" y="27953"/>
                  <a:pt x="113553" y="28500"/>
                </a:cubicBezTo>
                <a:cubicBezTo>
                  <a:pt x="113553" y="28700"/>
                  <a:pt x="113504" y="28849"/>
                  <a:pt x="113504" y="29023"/>
                </a:cubicBezTo>
                <a:lnTo>
                  <a:pt x="113429" y="30517"/>
                </a:lnTo>
                <a:cubicBezTo>
                  <a:pt x="113379" y="30741"/>
                  <a:pt x="113379" y="30965"/>
                  <a:pt x="113354" y="31139"/>
                </a:cubicBezTo>
                <a:cubicBezTo>
                  <a:pt x="113329" y="31562"/>
                  <a:pt x="113255" y="31935"/>
                  <a:pt x="113230" y="32334"/>
                </a:cubicBezTo>
                <a:cubicBezTo>
                  <a:pt x="111363" y="29645"/>
                  <a:pt x="108774" y="27654"/>
                  <a:pt x="105514" y="26459"/>
                </a:cubicBezTo>
                <a:cubicBezTo>
                  <a:pt x="106285" y="22975"/>
                  <a:pt x="106360" y="19390"/>
                  <a:pt x="105663" y="16080"/>
                </a:cubicBezTo>
                <a:close/>
                <a:moveTo>
                  <a:pt x="69389" y="31096"/>
                </a:moveTo>
                <a:lnTo>
                  <a:pt x="69389" y="31096"/>
                </a:lnTo>
                <a:cubicBezTo>
                  <a:pt x="70278" y="31469"/>
                  <a:pt x="71069" y="31964"/>
                  <a:pt x="71761" y="32558"/>
                </a:cubicBezTo>
                <a:cubicBezTo>
                  <a:pt x="71736" y="32558"/>
                  <a:pt x="71687" y="32583"/>
                  <a:pt x="71687" y="32583"/>
                </a:cubicBezTo>
                <a:cubicBezTo>
                  <a:pt x="71039" y="31985"/>
                  <a:pt x="70268" y="31487"/>
                  <a:pt x="69397" y="31139"/>
                </a:cubicBezTo>
                <a:cubicBezTo>
                  <a:pt x="69397" y="31122"/>
                  <a:pt x="69397" y="31106"/>
                  <a:pt x="69389" y="31096"/>
                </a:cubicBezTo>
                <a:close/>
                <a:moveTo>
                  <a:pt x="73852" y="31687"/>
                </a:moveTo>
                <a:lnTo>
                  <a:pt x="73852" y="31736"/>
                </a:lnTo>
                <a:cubicBezTo>
                  <a:pt x="73304" y="31985"/>
                  <a:pt x="72782" y="32259"/>
                  <a:pt x="72234" y="32583"/>
                </a:cubicBezTo>
                <a:lnTo>
                  <a:pt x="72234" y="32508"/>
                </a:lnTo>
                <a:cubicBezTo>
                  <a:pt x="72757" y="32234"/>
                  <a:pt x="73304" y="31960"/>
                  <a:pt x="73852" y="31687"/>
                </a:cubicBezTo>
                <a:close/>
                <a:moveTo>
                  <a:pt x="113081" y="21232"/>
                </a:moveTo>
                <a:cubicBezTo>
                  <a:pt x="113105" y="21257"/>
                  <a:pt x="113105" y="21282"/>
                  <a:pt x="113130" y="21307"/>
                </a:cubicBezTo>
                <a:cubicBezTo>
                  <a:pt x="113205" y="21556"/>
                  <a:pt x="113255" y="21805"/>
                  <a:pt x="113280" y="22103"/>
                </a:cubicBezTo>
                <a:cubicBezTo>
                  <a:pt x="113329" y="22228"/>
                  <a:pt x="113329" y="22352"/>
                  <a:pt x="113354" y="22477"/>
                </a:cubicBezTo>
                <a:cubicBezTo>
                  <a:pt x="113454" y="22925"/>
                  <a:pt x="113504" y="23423"/>
                  <a:pt x="113578" y="23921"/>
                </a:cubicBezTo>
                <a:cubicBezTo>
                  <a:pt x="113603" y="24095"/>
                  <a:pt x="113603" y="24244"/>
                  <a:pt x="113628" y="24418"/>
                </a:cubicBezTo>
                <a:cubicBezTo>
                  <a:pt x="113703" y="24991"/>
                  <a:pt x="113728" y="25538"/>
                  <a:pt x="113753" y="26136"/>
                </a:cubicBezTo>
                <a:cubicBezTo>
                  <a:pt x="113753" y="26360"/>
                  <a:pt x="113753" y="26584"/>
                  <a:pt x="113777" y="26783"/>
                </a:cubicBezTo>
                <a:lnTo>
                  <a:pt x="113777" y="28152"/>
                </a:lnTo>
                <a:lnTo>
                  <a:pt x="113777" y="28724"/>
                </a:lnTo>
                <a:cubicBezTo>
                  <a:pt x="113753" y="29322"/>
                  <a:pt x="113728" y="29894"/>
                  <a:pt x="113703" y="30517"/>
                </a:cubicBezTo>
                <a:cubicBezTo>
                  <a:pt x="113653" y="30741"/>
                  <a:pt x="113653" y="30940"/>
                  <a:pt x="113628" y="31139"/>
                </a:cubicBezTo>
                <a:cubicBezTo>
                  <a:pt x="113578" y="31612"/>
                  <a:pt x="113504" y="32110"/>
                  <a:pt x="113454" y="32632"/>
                </a:cubicBezTo>
                <a:cubicBezTo>
                  <a:pt x="113429" y="32607"/>
                  <a:pt x="113429" y="32583"/>
                  <a:pt x="113379" y="32583"/>
                </a:cubicBezTo>
                <a:lnTo>
                  <a:pt x="113578" y="30990"/>
                </a:lnTo>
                <a:cubicBezTo>
                  <a:pt x="113578" y="30865"/>
                  <a:pt x="113603" y="30741"/>
                  <a:pt x="113603" y="30616"/>
                </a:cubicBezTo>
                <a:cubicBezTo>
                  <a:pt x="113678" y="29994"/>
                  <a:pt x="113703" y="29347"/>
                  <a:pt x="113728" y="28724"/>
                </a:cubicBezTo>
                <a:lnTo>
                  <a:pt x="113728" y="28525"/>
                </a:lnTo>
                <a:cubicBezTo>
                  <a:pt x="113753" y="27903"/>
                  <a:pt x="113728" y="27281"/>
                  <a:pt x="113728" y="26659"/>
                </a:cubicBezTo>
                <a:cubicBezTo>
                  <a:pt x="113728" y="26484"/>
                  <a:pt x="113728" y="26285"/>
                  <a:pt x="113703" y="26111"/>
                </a:cubicBezTo>
                <a:lnTo>
                  <a:pt x="113603" y="24518"/>
                </a:lnTo>
                <a:cubicBezTo>
                  <a:pt x="113603" y="24418"/>
                  <a:pt x="113603" y="24344"/>
                  <a:pt x="113578" y="24244"/>
                </a:cubicBezTo>
                <a:cubicBezTo>
                  <a:pt x="113504" y="23647"/>
                  <a:pt x="113429" y="23049"/>
                  <a:pt x="113329" y="22477"/>
                </a:cubicBezTo>
                <a:lnTo>
                  <a:pt x="113230" y="22004"/>
                </a:lnTo>
                <a:cubicBezTo>
                  <a:pt x="113180" y="21755"/>
                  <a:pt x="113130" y="21481"/>
                  <a:pt x="113081" y="21232"/>
                </a:cubicBezTo>
                <a:close/>
                <a:moveTo>
                  <a:pt x="105464" y="26609"/>
                </a:moveTo>
                <a:cubicBezTo>
                  <a:pt x="108725" y="27853"/>
                  <a:pt x="111338" y="29869"/>
                  <a:pt x="113180" y="32607"/>
                </a:cubicBezTo>
                <a:lnTo>
                  <a:pt x="113180" y="32707"/>
                </a:lnTo>
                <a:cubicBezTo>
                  <a:pt x="111363" y="29944"/>
                  <a:pt x="108749" y="27878"/>
                  <a:pt x="105464" y="26659"/>
                </a:cubicBezTo>
                <a:lnTo>
                  <a:pt x="105464" y="26609"/>
                </a:lnTo>
                <a:close/>
                <a:moveTo>
                  <a:pt x="113329" y="32831"/>
                </a:moveTo>
                <a:cubicBezTo>
                  <a:pt x="113354" y="32856"/>
                  <a:pt x="113354" y="32881"/>
                  <a:pt x="113379" y="32881"/>
                </a:cubicBezTo>
                <a:lnTo>
                  <a:pt x="113379" y="33006"/>
                </a:lnTo>
                <a:cubicBezTo>
                  <a:pt x="113354" y="32981"/>
                  <a:pt x="113354" y="32956"/>
                  <a:pt x="113329" y="32931"/>
                </a:cubicBezTo>
                <a:lnTo>
                  <a:pt x="113329" y="32831"/>
                </a:lnTo>
                <a:close/>
                <a:moveTo>
                  <a:pt x="69446" y="31363"/>
                </a:moveTo>
                <a:lnTo>
                  <a:pt x="69446" y="31363"/>
                </a:lnTo>
                <a:cubicBezTo>
                  <a:pt x="70218" y="31711"/>
                  <a:pt x="70940" y="32135"/>
                  <a:pt x="71537" y="32682"/>
                </a:cubicBezTo>
                <a:cubicBezTo>
                  <a:pt x="71039" y="32931"/>
                  <a:pt x="70542" y="33205"/>
                  <a:pt x="70069" y="33479"/>
                </a:cubicBezTo>
                <a:cubicBezTo>
                  <a:pt x="69820" y="32807"/>
                  <a:pt x="69596" y="32085"/>
                  <a:pt x="69446" y="31363"/>
                </a:cubicBezTo>
                <a:close/>
                <a:moveTo>
                  <a:pt x="69148" y="31238"/>
                </a:moveTo>
                <a:cubicBezTo>
                  <a:pt x="69173" y="31238"/>
                  <a:pt x="69197" y="31263"/>
                  <a:pt x="69197" y="31263"/>
                </a:cubicBezTo>
                <a:cubicBezTo>
                  <a:pt x="69397" y="32060"/>
                  <a:pt x="69646" y="32831"/>
                  <a:pt x="69894" y="33578"/>
                </a:cubicBezTo>
                <a:cubicBezTo>
                  <a:pt x="69870" y="33578"/>
                  <a:pt x="69870" y="33603"/>
                  <a:pt x="69820" y="33603"/>
                </a:cubicBezTo>
                <a:cubicBezTo>
                  <a:pt x="69546" y="32831"/>
                  <a:pt x="69322" y="32060"/>
                  <a:pt x="69148" y="31238"/>
                </a:cubicBezTo>
                <a:close/>
                <a:moveTo>
                  <a:pt x="71662" y="32831"/>
                </a:moveTo>
                <a:cubicBezTo>
                  <a:pt x="71687" y="32831"/>
                  <a:pt x="71687" y="32856"/>
                  <a:pt x="71736" y="32881"/>
                </a:cubicBezTo>
                <a:cubicBezTo>
                  <a:pt x="71189" y="33180"/>
                  <a:pt x="70691" y="33454"/>
                  <a:pt x="70168" y="33752"/>
                </a:cubicBezTo>
                <a:cubicBezTo>
                  <a:pt x="70143" y="33703"/>
                  <a:pt x="70143" y="33678"/>
                  <a:pt x="70143" y="33678"/>
                </a:cubicBezTo>
                <a:cubicBezTo>
                  <a:pt x="70641" y="33379"/>
                  <a:pt x="71164" y="33105"/>
                  <a:pt x="71662" y="32831"/>
                </a:cubicBezTo>
                <a:close/>
                <a:moveTo>
                  <a:pt x="69944" y="33752"/>
                </a:moveTo>
                <a:cubicBezTo>
                  <a:pt x="69944" y="33802"/>
                  <a:pt x="69944" y="33802"/>
                  <a:pt x="69994" y="33827"/>
                </a:cubicBezTo>
                <a:cubicBezTo>
                  <a:pt x="69944" y="33827"/>
                  <a:pt x="69944" y="33852"/>
                  <a:pt x="69919" y="33852"/>
                </a:cubicBezTo>
                <a:cubicBezTo>
                  <a:pt x="69919" y="33827"/>
                  <a:pt x="69894" y="33827"/>
                  <a:pt x="69894" y="33802"/>
                </a:cubicBezTo>
                <a:cubicBezTo>
                  <a:pt x="69919" y="33752"/>
                  <a:pt x="69944" y="33752"/>
                  <a:pt x="69944" y="33752"/>
                </a:cubicBezTo>
                <a:close/>
                <a:moveTo>
                  <a:pt x="117188" y="30168"/>
                </a:moveTo>
                <a:cubicBezTo>
                  <a:pt x="117188" y="30243"/>
                  <a:pt x="117212" y="30293"/>
                  <a:pt x="117212" y="30342"/>
                </a:cubicBezTo>
                <a:cubicBezTo>
                  <a:pt x="117212" y="30367"/>
                  <a:pt x="117237" y="30392"/>
                  <a:pt x="117237" y="30467"/>
                </a:cubicBezTo>
                <a:lnTo>
                  <a:pt x="117237" y="31338"/>
                </a:lnTo>
                <a:lnTo>
                  <a:pt x="117237" y="31711"/>
                </a:lnTo>
                <a:lnTo>
                  <a:pt x="117237" y="31761"/>
                </a:lnTo>
                <a:cubicBezTo>
                  <a:pt x="117237" y="31886"/>
                  <a:pt x="117212" y="32010"/>
                  <a:pt x="117212" y="32159"/>
                </a:cubicBezTo>
                <a:cubicBezTo>
                  <a:pt x="117212" y="32309"/>
                  <a:pt x="117188" y="32408"/>
                  <a:pt x="117188" y="32583"/>
                </a:cubicBezTo>
                <a:cubicBezTo>
                  <a:pt x="117163" y="32757"/>
                  <a:pt x="117163" y="32906"/>
                  <a:pt x="117113" y="33105"/>
                </a:cubicBezTo>
                <a:lnTo>
                  <a:pt x="117113" y="33230"/>
                </a:lnTo>
                <a:cubicBezTo>
                  <a:pt x="117113" y="33304"/>
                  <a:pt x="117088" y="33354"/>
                  <a:pt x="117088" y="33404"/>
                </a:cubicBezTo>
                <a:cubicBezTo>
                  <a:pt x="117050" y="33632"/>
                  <a:pt x="117007" y="33860"/>
                  <a:pt x="116958" y="34087"/>
                </a:cubicBezTo>
                <a:lnTo>
                  <a:pt x="116958" y="34087"/>
                </a:lnTo>
                <a:lnTo>
                  <a:pt x="117038" y="33628"/>
                </a:lnTo>
                <a:cubicBezTo>
                  <a:pt x="117063" y="33504"/>
                  <a:pt x="117063" y="33379"/>
                  <a:pt x="117088" y="33255"/>
                </a:cubicBezTo>
                <a:lnTo>
                  <a:pt x="117088" y="33230"/>
                </a:lnTo>
                <a:lnTo>
                  <a:pt x="117088" y="33205"/>
                </a:lnTo>
                <a:cubicBezTo>
                  <a:pt x="117113" y="33056"/>
                  <a:pt x="117113" y="32856"/>
                  <a:pt x="117163" y="32707"/>
                </a:cubicBezTo>
                <a:cubicBezTo>
                  <a:pt x="117163" y="32583"/>
                  <a:pt x="117188" y="32458"/>
                  <a:pt x="117188" y="32334"/>
                </a:cubicBezTo>
                <a:lnTo>
                  <a:pt x="117188" y="32259"/>
                </a:lnTo>
                <a:lnTo>
                  <a:pt x="117188" y="32110"/>
                </a:lnTo>
                <a:cubicBezTo>
                  <a:pt x="117188" y="31985"/>
                  <a:pt x="117212" y="31861"/>
                  <a:pt x="117212" y="31761"/>
                </a:cubicBezTo>
                <a:lnTo>
                  <a:pt x="117212" y="31587"/>
                </a:lnTo>
                <a:cubicBezTo>
                  <a:pt x="117188" y="31512"/>
                  <a:pt x="117188" y="31512"/>
                  <a:pt x="117188" y="31487"/>
                </a:cubicBezTo>
                <a:lnTo>
                  <a:pt x="117188" y="31064"/>
                </a:lnTo>
                <a:lnTo>
                  <a:pt x="117188" y="30840"/>
                </a:lnTo>
                <a:lnTo>
                  <a:pt x="117188" y="30716"/>
                </a:lnTo>
                <a:lnTo>
                  <a:pt x="117188" y="30243"/>
                </a:lnTo>
                <a:lnTo>
                  <a:pt x="117188" y="30168"/>
                </a:lnTo>
                <a:close/>
                <a:moveTo>
                  <a:pt x="86198" y="27032"/>
                </a:moveTo>
                <a:lnTo>
                  <a:pt x="86198" y="27032"/>
                </a:lnTo>
                <a:cubicBezTo>
                  <a:pt x="86347" y="29621"/>
                  <a:pt x="86173" y="32135"/>
                  <a:pt x="85675" y="34474"/>
                </a:cubicBezTo>
                <a:lnTo>
                  <a:pt x="85601" y="34474"/>
                </a:lnTo>
                <a:cubicBezTo>
                  <a:pt x="86123" y="32135"/>
                  <a:pt x="86298" y="29645"/>
                  <a:pt x="86123" y="27082"/>
                </a:cubicBezTo>
                <a:cubicBezTo>
                  <a:pt x="86173" y="27082"/>
                  <a:pt x="86173" y="27082"/>
                  <a:pt x="86198" y="27032"/>
                </a:cubicBezTo>
                <a:close/>
                <a:moveTo>
                  <a:pt x="85601" y="34624"/>
                </a:moveTo>
                <a:lnTo>
                  <a:pt x="85601" y="34698"/>
                </a:lnTo>
                <a:lnTo>
                  <a:pt x="85551" y="34698"/>
                </a:lnTo>
                <a:lnTo>
                  <a:pt x="85551" y="34624"/>
                </a:lnTo>
                <a:close/>
                <a:moveTo>
                  <a:pt x="93192" y="25663"/>
                </a:moveTo>
                <a:lnTo>
                  <a:pt x="93192" y="25663"/>
                </a:lnTo>
                <a:cubicBezTo>
                  <a:pt x="92769" y="28575"/>
                  <a:pt x="91973" y="31612"/>
                  <a:pt x="90853" y="34698"/>
                </a:cubicBezTo>
                <a:cubicBezTo>
                  <a:pt x="89535" y="34524"/>
                  <a:pt x="88232" y="34425"/>
                  <a:pt x="86956" y="34425"/>
                </a:cubicBezTo>
                <a:cubicBezTo>
                  <a:pt x="86593" y="34425"/>
                  <a:pt x="86233" y="34433"/>
                  <a:pt x="85875" y="34449"/>
                </a:cubicBezTo>
                <a:cubicBezTo>
                  <a:pt x="86347" y="32110"/>
                  <a:pt x="86547" y="29596"/>
                  <a:pt x="86372" y="27007"/>
                </a:cubicBezTo>
                <a:cubicBezTo>
                  <a:pt x="88737" y="26360"/>
                  <a:pt x="91027" y="25912"/>
                  <a:pt x="93192" y="25663"/>
                </a:cubicBezTo>
                <a:close/>
                <a:moveTo>
                  <a:pt x="93441" y="25638"/>
                </a:moveTo>
                <a:cubicBezTo>
                  <a:pt x="93018" y="28575"/>
                  <a:pt x="92197" y="31612"/>
                  <a:pt x="91077" y="34748"/>
                </a:cubicBezTo>
                <a:lnTo>
                  <a:pt x="91027" y="34748"/>
                </a:lnTo>
                <a:cubicBezTo>
                  <a:pt x="92147" y="31637"/>
                  <a:pt x="92944" y="28600"/>
                  <a:pt x="93392" y="25663"/>
                </a:cubicBezTo>
                <a:cubicBezTo>
                  <a:pt x="93392" y="25638"/>
                  <a:pt x="93417" y="25638"/>
                  <a:pt x="93441" y="25638"/>
                </a:cubicBezTo>
                <a:close/>
                <a:moveTo>
                  <a:pt x="73802" y="31960"/>
                </a:moveTo>
                <a:lnTo>
                  <a:pt x="73802" y="32060"/>
                </a:lnTo>
                <a:lnTo>
                  <a:pt x="73802" y="32085"/>
                </a:lnTo>
                <a:cubicBezTo>
                  <a:pt x="73753" y="32458"/>
                  <a:pt x="73703" y="32856"/>
                  <a:pt x="73678" y="33230"/>
                </a:cubicBezTo>
                <a:cubicBezTo>
                  <a:pt x="73653" y="33479"/>
                  <a:pt x="73653" y="33703"/>
                  <a:pt x="73653" y="33952"/>
                </a:cubicBezTo>
                <a:lnTo>
                  <a:pt x="73653" y="33976"/>
                </a:lnTo>
                <a:lnTo>
                  <a:pt x="73653" y="34026"/>
                </a:lnTo>
                <a:cubicBezTo>
                  <a:pt x="73653" y="34325"/>
                  <a:pt x="73628" y="34599"/>
                  <a:pt x="73653" y="34848"/>
                </a:cubicBezTo>
                <a:cubicBezTo>
                  <a:pt x="73304" y="34076"/>
                  <a:pt x="72832" y="33404"/>
                  <a:pt x="72284" y="32831"/>
                </a:cubicBezTo>
                <a:lnTo>
                  <a:pt x="72284" y="32757"/>
                </a:lnTo>
                <a:cubicBezTo>
                  <a:pt x="72782" y="32483"/>
                  <a:pt x="73280" y="32209"/>
                  <a:pt x="73802" y="31960"/>
                </a:cubicBezTo>
                <a:close/>
                <a:moveTo>
                  <a:pt x="86708" y="34609"/>
                </a:moveTo>
                <a:cubicBezTo>
                  <a:pt x="88023" y="34609"/>
                  <a:pt x="89368" y="34692"/>
                  <a:pt x="90728" y="34873"/>
                </a:cubicBezTo>
                <a:cubicBezTo>
                  <a:pt x="90778" y="34922"/>
                  <a:pt x="90778" y="34922"/>
                  <a:pt x="90728" y="34947"/>
                </a:cubicBezTo>
                <a:cubicBezTo>
                  <a:pt x="89434" y="34748"/>
                  <a:pt x="88090" y="34649"/>
                  <a:pt x="86820" y="34649"/>
                </a:cubicBezTo>
                <a:cubicBezTo>
                  <a:pt x="86472" y="34649"/>
                  <a:pt x="86099" y="34698"/>
                  <a:pt x="85750" y="34698"/>
                </a:cubicBezTo>
                <a:lnTo>
                  <a:pt x="85750" y="34624"/>
                </a:lnTo>
                <a:cubicBezTo>
                  <a:pt x="86067" y="34614"/>
                  <a:pt x="86387" y="34609"/>
                  <a:pt x="86708" y="34609"/>
                </a:cubicBezTo>
                <a:close/>
                <a:moveTo>
                  <a:pt x="91027" y="34922"/>
                </a:moveTo>
                <a:cubicBezTo>
                  <a:pt x="91027" y="34947"/>
                  <a:pt x="91027" y="34947"/>
                  <a:pt x="90977" y="34972"/>
                </a:cubicBezTo>
                <a:lnTo>
                  <a:pt x="90927" y="34972"/>
                </a:lnTo>
                <a:cubicBezTo>
                  <a:pt x="90927" y="34947"/>
                  <a:pt x="90927" y="34947"/>
                  <a:pt x="90952" y="34922"/>
                </a:cubicBezTo>
                <a:close/>
                <a:moveTo>
                  <a:pt x="85949" y="27107"/>
                </a:moveTo>
                <a:lnTo>
                  <a:pt x="85949" y="27107"/>
                </a:lnTo>
                <a:cubicBezTo>
                  <a:pt x="86099" y="29645"/>
                  <a:pt x="85899" y="32135"/>
                  <a:pt x="85377" y="34474"/>
                </a:cubicBezTo>
                <a:cubicBezTo>
                  <a:pt x="83933" y="34574"/>
                  <a:pt x="82514" y="34748"/>
                  <a:pt x="81195" y="35097"/>
                </a:cubicBezTo>
                <a:cubicBezTo>
                  <a:pt x="82066" y="32632"/>
                  <a:pt x="82639" y="30268"/>
                  <a:pt x="82987" y="28028"/>
                </a:cubicBezTo>
                <a:cubicBezTo>
                  <a:pt x="83983" y="27704"/>
                  <a:pt x="84978" y="27380"/>
                  <a:pt x="85949" y="27107"/>
                </a:cubicBezTo>
                <a:close/>
                <a:moveTo>
                  <a:pt x="82738" y="28102"/>
                </a:moveTo>
                <a:cubicBezTo>
                  <a:pt x="82738" y="28127"/>
                  <a:pt x="82763" y="28127"/>
                  <a:pt x="82763" y="28127"/>
                </a:cubicBezTo>
                <a:cubicBezTo>
                  <a:pt x="82464" y="30367"/>
                  <a:pt x="81817" y="32732"/>
                  <a:pt x="80971" y="35171"/>
                </a:cubicBezTo>
                <a:lnTo>
                  <a:pt x="80921" y="35171"/>
                </a:lnTo>
                <a:cubicBezTo>
                  <a:pt x="81270" y="34225"/>
                  <a:pt x="81543" y="33304"/>
                  <a:pt x="81817" y="32383"/>
                </a:cubicBezTo>
                <a:cubicBezTo>
                  <a:pt x="81867" y="32184"/>
                  <a:pt x="81917" y="31960"/>
                  <a:pt x="81991" y="31711"/>
                </a:cubicBezTo>
                <a:cubicBezTo>
                  <a:pt x="82066" y="31462"/>
                  <a:pt x="82116" y="31238"/>
                  <a:pt x="82191" y="30990"/>
                </a:cubicBezTo>
                <a:cubicBezTo>
                  <a:pt x="82191" y="30965"/>
                  <a:pt x="82191" y="30940"/>
                  <a:pt x="82216" y="30890"/>
                </a:cubicBezTo>
                <a:cubicBezTo>
                  <a:pt x="82216" y="30840"/>
                  <a:pt x="82240" y="30815"/>
                  <a:pt x="82240" y="30741"/>
                </a:cubicBezTo>
                <a:cubicBezTo>
                  <a:pt x="82240" y="30716"/>
                  <a:pt x="82265" y="30641"/>
                  <a:pt x="82265" y="30616"/>
                </a:cubicBezTo>
                <a:cubicBezTo>
                  <a:pt x="82365" y="30218"/>
                  <a:pt x="82464" y="29845"/>
                  <a:pt x="82514" y="29446"/>
                </a:cubicBezTo>
                <a:cubicBezTo>
                  <a:pt x="82514" y="29397"/>
                  <a:pt x="82564" y="29347"/>
                  <a:pt x="82564" y="29322"/>
                </a:cubicBezTo>
                <a:lnTo>
                  <a:pt x="82564" y="29247"/>
                </a:lnTo>
                <a:cubicBezTo>
                  <a:pt x="82614" y="28874"/>
                  <a:pt x="82688" y="28476"/>
                  <a:pt x="82738" y="28102"/>
                </a:cubicBezTo>
                <a:close/>
                <a:moveTo>
                  <a:pt x="85361" y="34699"/>
                </a:moveTo>
                <a:cubicBezTo>
                  <a:pt x="85352" y="34700"/>
                  <a:pt x="85352" y="34705"/>
                  <a:pt x="85352" y="34723"/>
                </a:cubicBezTo>
                <a:cubicBezTo>
                  <a:pt x="83858" y="34823"/>
                  <a:pt x="82464" y="35047"/>
                  <a:pt x="81120" y="35370"/>
                </a:cubicBezTo>
                <a:cubicBezTo>
                  <a:pt x="81120" y="35345"/>
                  <a:pt x="81145" y="35345"/>
                  <a:pt x="81145" y="35321"/>
                </a:cubicBezTo>
                <a:cubicBezTo>
                  <a:pt x="82485" y="34973"/>
                  <a:pt x="83874" y="34750"/>
                  <a:pt x="85361" y="34699"/>
                </a:cubicBezTo>
                <a:close/>
                <a:moveTo>
                  <a:pt x="117785" y="32906"/>
                </a:moveTo>
                <a:lnTo>
                  <a:pt x="117785" y="32906"/>
                </a:lnTo>
                <a:cubicBezTo>
                  <a:pt x="117835" y="33255"/>
                  <a:pt x="117860" y="33678"/>
                  <a:pt x="117909" y="34001"/>
                </a:cubicBezTo>
                <a:cubicBezTo>
                  <a:pt x="117909" y="34225"/>
                  <a:pt x="117934" y="34449"/>
                  <a:pt x="117934" y="34649"/>
                </a:cubicBezTo>
                <a:lnTo>
                  <a:pt x="117934" y="34698"/>
                </a:lnTo>
                <a:lnTo>
                  <a:pt x="117934" y="34873"/>
                </a:lnTo>
                <a:lnTo>
                  <a:pt x="117934" y="35395"/>
                </a:lnTo>
                <a:cubicBezTo>
                  <a:pt x="117909" y="34997"/>
                  <a:pt x="117909" y="34599"/>
                  <a:pt x="117860" y="34225"/>
                </a:cubicBezTo>
                <a:cubicBezTo>
                  <a:pt x="117860" y="33976"/>
                  <a:pt x="117835" y="33728"/>
                  <a:pt x="117835" y="33479"/>
                </a:cubicBezTo>
                <a:cubicBezTo>
                  <a:pt x="117835" y="33354"/>
                  <a:pt x="117810" y="33155"/>
                  <a:pt x="117785" y="32906"/>
                </a:cubicBezTo>
                <a:close/>
                <a:moveTo>
                  <a:pt x="39253" y="15756"/>
                </a:moveTo>
                <a:cubicBezTo>
                  <a:pt x="39253" y="15781"/>
                  <a:pt x="39253" y="15781"/>
                  <a:pt x="39204" y="15806"/>
                </a:cubicBezTo>
                <a:lnTo>
                  <a:pt x="39204" y="15831"/>
                </a:lnTo>
                <a:cubicBezTo>
                  <a:pt x="38905" y="16055"/>
                  <a:pt x="38631" y="16304"/>
                  <a:pt x="38308" y="16528"/>
                </a:cubicBezTo>
                <a:cubicBezTo>
                  <a:pt x="37860" y="16827"/>
                  <a:pt x="37436" y="17175"/>
                  <a:pt x="37038" y="17499"/>
                </a:cubicBezTo>
                <a:cubicBezTo>
                  <a:pt x="36764" y="17698"/>
                  <a:pt x="36466" y="17922"/>
                  <a:pt x="36217" y="18121"/>
                </a:cubicBezTo>
                <a:cubicBezTo>
                  <a:pt x="35072" y="18992"/>
                  <a:pt x="33578" y="20262"/>
                  <a:pt x="32682" y="21008"/>
                </a:cubicBezTo>
                <a:cubicBezTo>
                  <a:pt x="30094" y="23124"/>
                  <a:pt x="26858" y="26210"/>
                  <a:pt x="25937" y="27206"/>
                </a:cubicBezTo>
                <a:cubicBezTo>
                  <a:pt x="25638" y="27505"/>
                  <a:pt x="25314" y="27828"/>
                  <a:pt x="24966" y="28152"/>
                </a:cubicBezTo>
                <a:lnTo>
                  <a:pt x="24941" y="28202"/>
                </a:lnTo>
                <a:cubicBezTo>
                  <a:pt x="24767" y="28351"/>
                  <a:pt x="24617" y="28500"/>
                  <a:pt x="24468" y="28675"/>
                </a:cubicBezTo>
                <a:cubicBezTo>
                  <a:pt x="23871" y="29272"/>
                  <a:pt x="23323" y="29869"/>
                  <a:pt x="22850" y="30392"/>
                </a:cubicBezTo>
                <a:cubicBezTo>
                  <a:pt x="22601" y="30691"/>
                  <a:pt x="22377" y="30915"/>
                  <a:pt x="22203" y="31139"/>
                </a:cubicBezTo>
                <a:cubicBezTo>
                  <a:pt x="22029" y="31313"/>
                  <a:pt x="21904" y="31462"/>
                  <a:pt x="21780" y="31587"/>
                </a:cubicBezTo>
                <a:cubicBezTo>
                  <a:pt x="21382" y="32060"/>
                  <a:pt x="21008" y="32458"/>
                  <a:pt x="20710" y="32831"/>
                </a:cubicBezTo>
                <a:cubicBezTo>
                  <a:pt x="19639" y="34051"/>
                  <a:pt x="19092" y="34698"/>
                  <a:pt x="18519" y="35420"/>
                </a:cubicBezTo>
                <a:lnTo>
                  <a:pt x="18494" y="35420"/>
                </a:lnTo>
                <a:cubicBezTo>
                  <a:pt x="18619" y="35246"/>
                  <a:pt x="18743" y="35072"/>
                  <a:pt x="18893" y="34873"/>
                </a:cubicBezTo>
                <a:cubicBezTo>
                  <a:pt x="19415" y="34225"/>
                  <a:pt x="19988" y="33553"/>
                  <a:pt x="20535" y="32881"/>
                </a:cubicBezTo>
                <a:cubicBezTo>
                  <a:pt x="21033" y="32334"/>
                  <a:pt x="21606" y="31711"/>
                  <a:pt x="22128" y="31114"/>
                </a:cubicBezTo>
                <a:cubicBezTo>
                  <a:pt x="22875" y="30317"/>
                  <a:pt x="23622" y="29471"/>
                  <a:pt x="24369" y="28700"/>
                </a:cubicBezTo>
                <a:cubicBezTo>
                  <a:pt x="24692" y="28351"/>
                  <a:pt x="24966" y="28028"/>
                  <a:pt x="25265" y="27729"/>
                </a:cubicBezTo>
                <a:cubicBezTo>
                  <a:pt x="27629" y="25290"/>
                  <a:pt x="30168" y="22925"/>
                  <a:pt x="32807" y="20734"/>
                </a:cubicBezTo>
                <a:cubicBezTo>
                  <a:pt x="33703" y="19938"/>
                  <a:pt x="34649" y="19191"/>
                  <a:pt x="35570" y="18494"/>
                </a:cubicBezTo>
                <a:cubicBezTo>
                  <a:pt x="36042" y="18121"/>
                  <a:pt x="36515" y="17748"/>
                  <a:pt x="37013" y="17399"/>
                </a:cubicBezTo>
                <a:cubicBezTo>
                  <a:pt x="37436" y="17075"/>
                  <a:pt x="37884" y="16752"/>
                  <a:pt x="38308" y="16428"/>
                </a:cubicBezTo>
                <a:cubicBezTo>
                  <a:pt x="38557" y="16254"/>
                  <a:pt x="38781" y="16080"/>
                  <a:pt x="39029" y="15906"/>
                </a:cubicBezTo>
                <a:cubicBezTo>
                  <a:pt x="39079" y="15831"/>
                  <a:pt x="39154" y="15806"/>
                  <a:pt x="39253" y="15756"/>
                </a:cubicBezTo>
                <a:close/>
                <a:moveTo>
                  <a:pt x="91201" y="34947"/>
                </a:moveTo>
                <a:cubicBezTo>
                  <a:pt x="92296" y="35097"/>
                  <a:pt x="93417" y="35321"/>
                  <a:pt x="94512" y="35569"/>
                </a:cubicBezTo>
                <a:lnTo>
                  <a:pt x="94163" y="35569"/>
                </a:lnTo>
                <a:cubicBezTo>
                  <a:pt x="93168" y="35321"/>
                  <a:pt x="92172" y="35121"/>
                  <a:pt x="91176" y="34997"/>
                </a:cubicBezTo>
                <a:cubicBezTo>
                  <a:pt x="91176" y="34972"/>
                  <a:pt x="91176" y="34972"/>
                  <a:pt x="91201" y="34947"/>
                </a:cubicBezTo>
                <a:close/>
                <a:moveTo>
                  <a:pt x="72350" y="33225"/>
                </a:moveTo>
                <a:cubicBezTo>
                  <a:pt x="72903" y="33836"/>
                  <a:pt x="73337" y="34519"/>
                  <a:pt x="73653" y="35345"/>
                </a:cubicBezTo>
                <a:lnTo>
                  <a:pt x="73653" y="35495"/>
                </a:lnTo>
                <a:lnTo>
                  <a:pt x="73653" y="35594"/>
                </a:lnTo>
                <a:cubicBezTo>
                  <a:pt x="73329" y="34723"/>
                  <a:pt x="72881" y="33976"/>
                  <a:pt x="72359" y="33304"/>
                </a:cubicBezTo>
                <a:cubicBezTo>
                  <a:pt x="72359" y="33276"/>
                  <a:pt x="72359" y="33248"/>
                  <a:pt x="72350" y="33225"/>
                </a:cubicBezTo>
                <a:close/>
                <a:moveTo>
                  <a:pt x="51002" y="23024"/>
                </a:moveTo>
                <a:cubicBezTo>
                  <a:pt x="51151" y="23248"/>
                  <a:pt x="51326" y="23423"/>
                  <a:pt x="51475" y="23622"/>
                </a:cubicBezTo>
                <a:cubicBezTo>
                  <a:pt x="51649" y="23846"/>
                  <a:pt x="51848" y="24020"/>
                  <a:pt x="52023" y="24244"/>
                </a:cubicBezTo>
                <a:cubicBezTo>
                  <a:pt x="52197" y="24418"/>
                  <a:pt x="52371" y="24642"/>
                  <a:pt x="52520" y="24841"/>
                </a:cubicBezTo>
                <a:cubicBezTo>
                  <a:pt x="52819" y="25165"/>
                  <a:pt x="53093" y="25489"/>
                  <a:pt x="53367" y="25837"/>
                </a:cubicBezTo>
                <a:lnTo>
                  <a:pt x="53392" y="25862"/>
                </a:lnTo>
                <a:cubicBezTo>
                  <a:pt x="54337" y="27032"/>
                  <a:pt x="55258" y="28227"/>
                  <a:pt x="56179" y="29471"/>
                </a:cubicBezTo>
                <a:cubicBezTo>
                  <a:pt x="53416" y="31438"/>
                  <a:pt x="50778" y="33479"/>
                  <a:pt x="48264" y="35669"/>
                </a:cubicBezTo>
                <a:cubicBezTo>
                  <a:pt x="46372" y="32981"/>
                  <a:pt x="44655" y="30218"/>
                  <a:pt x="43261" y="27629"/>
                </a:cubicBezTo>
                <a:cubicBezTo>
                  <a:pt x="45850" y="25787"/>
                  <a:pt x="48438" y="24269"/>
                  <a:pt x="51002" y="23024"/>
                </a:cubicBezTo>
                <a:close/>
                <a:moveTo>
                  <a:pt x="91102" y="35196"/>
                </a:moveTo>
                <a:cubicBezTo>
                  <a:pt x="91823" y="35296"/>
                  <a:pt x="92545" y="35420"/>
                  <a:pt x="93267" y="35569"/>
                </a:cubicBezTo>
                <a:lnTo>
                  <a:pt x="93217" y="35569"/>
                </a:lnTo>
                <a:cubicBezTo>
                  <a:pt x="92844" y="35569"/>
                  <a:pt x="92446" y="35569"/>
                  <a:pt x="92048" y="35594"/>
                </a:cubicBezTo>
                <a:lnTo>
                  <a:pt x="91699" y="35594"/>
                </a:lnTo>
                <a:cubicBezTo>
                  <a:pt x="91550" y="35594"/>
                  <a:pt x="91425" y="35619"/>
                  <a:pt x="91251" y="35619"/>
                </a:cubicBezTo>
                <a:cubicBezTo>
                  <a:pt x="91151" y="35619"/>
                  <a:pt x="91002" y="35669"/>
                  <a:pt x="90927" y="35669"/>
                </a:cubicBezTo>
                <a:cubicBezTo>
                  <a:pt x="90977" y="35545"/>
                  <a:pt x="91052" y="35345"/>
                  <a:pt x="91102" y="35196"/>
                </a:cubicBezTo>
                <a:close/>
                <a:moveTo>
                  <a:pt x="39054" y="16155"/>
                </a:moveTo>
                <a:cubicBezTo>
                  <a:pt x="39054" y="16204"/>
                  <a:pt x="39029" y="16279"/>
                  <a:pt x="39029" y="16304"/>
                </a:cubicBezTo>
                <a:cubicBezTo>
                  <a:pt x="39029" y="16379"/>
                  <a:pt x="39005" y="16453"/>
                  <a:pt x="39005" y="16528"/>
                </a:cubicBezTo>
                <a:cubicBezTo>
                  <a:pt x="39005" y="16627"/>
                  <a:pt x="39005" y="16677"/>
                  <a:pt x="38955" y="16777"/>
                </a:cubicBezTo>
                <a:cubicBezTo>
                  <a:pt x="38955" y="16876"/>
                  <a:pt x="38955" y="16926"/>
                  <a:pt x="38930" y="17026"/>
                </a:cubicBezTo>
                <a:cubicBezTo>
                  <a:pt x="38955" y="17150"/>
                  <a:pt x="38955" y="17250"/>
                  <a:pt x="38955" y="17324"/>
                </a:cubicBezTo>
                <a:lnTo>
                  <a:pt x="38955" y="17623"/>
                </a:lnTo>
                <a:cubicBezTo>
                  <a:pt x="38955" y="17698"/>
                  <a:pt x="39005" y="17822"/>
                  <a:pt x="39005" y="17922"/>
                </a:cubicBezTo>
                <a:cubicBezTo>
                  <a:pt x="39005" y="18021"/>
                  <a:pt x="39029" y="18121"/>
                  <a:pt x="39029" y="18245"/>
                </a:cubicBezTo>
                <a:cubicBezTo>
                  <a:pt x="39029" y="18320"/>
                  <a:pt x="39054" y="18445"/>
                  <a:pt x="39079" y="18544"/>
                </a:cubicBezTo>
                <a:cubicBezTo>
                  <a:pt x="39079" y="18619"/>
                  <a:pt x="39104" y="18693"/>
                  <a:pt x="39104" y="18768"/>
                </a:cubicBezTo>
                <a:cubicBezTo>
                  <a:pt x="32558" y="23896"/>
                  <a:pt x="26534" y="29645"/>
                  <a:pt x="21357" y="35694"/>
                </a:cubicBezTo>
                <a:cubicBezTo>
                  <a:pt x="20527" y="35443"/>
                  <a:pt x="19832" y="35312"/>
                  <a:pt x="19272" y="35312"/>
                </a:cubicBezTo>
                <a:cubicBezTo>
                  <a:pt x="19109" y="35312"/>
                  <a:pt x="18958" y="35323"/>
                  <a:pt x="18818" y="35345"/>
                </a:cubicBezTo>
                <a:cubicBezTo>
                  <a:pt x="19440" y="34599"/>
                  <a:pt x="20038" y="33852"/>
                  <a:pt x="20685" y="33105"/>
                </a:cubicBezTo>
                <a:cubicBezTo>
                  <a:pt x="21158" y="32558"/>
                  <a:pt x="21655" y="32010"/>
                  <a:pt x="22128" y="31462"/>
                </a:cubicBezTo>
                <a:cubicBezTo>
                  <a:pt x="26584" y="26484"/>
                  <a:pt x="31612" y="21780"/>
                  <a:pt x="37138" y="17573"/>
                </a:cubicBezTo>
                <a:cubicBezTo>
                  <a:pt x="37511" y="17300"/>
                  <a:pt x="37909" y="17001"/>
                  <a:pt x="38283" y="16702"/>
                </a:cubicBezTo>
                <a:cubicBezTo>
                  <a:pt x="38532" y="16528"/>
                  <a:pt x="38781" y="16329"/>
                  <a:pt x="39054" y="16155"/>
                </a:cubicBezTo>
                <a:close/>
                <a:moveTo>
                  <a:pt x="90952" y="35171"/>
                </a:moveTo>
                <a:cubicBezTo>
                  <a:pt x="90853" y="35345"/>
                  <a:pt x="90803" y="35545"/>
                  <a:pt x="90728" y="35719"/>
                </a:cubicBezTo>
                <a:lnTo>
                  <a:pt x="90678" y="35719"/>
                </a:lnTo>
                <a:cubicBezTo>
                  <a:pt x="90728" y="35545"/>
                  <a:pt x="90803" y="35345"/>
                  <a:pt x="90903" y="35171"/>
                </a:cubicBezTo>
                <a:close/>
                <a:moveTo>
                  <a:pt x="39179" y="18942"/>
                </a:moveTo>
                <a:cubicBezTo>
                  <a:pt x="39179" y="18992"/>
                  <a:pt x="39179" y="19017"/>
                  <a:pt x="39204" y="19017"/>
                </a:cubicBezTo>
                <a:cubicBezTo>
                  <a:pt x="32682" y="24120"/>
                  <a:pt x="26758" y="29770"/>
                  <a:pt x="21606" y="35794"/>
                </a:cubicBezTo>
                <a:cubicBezTo>
                  <a:pt x="21581" y="35794"/>
                  <a:pt x="21581" y="35794"/>
                  <a:pt x="21531" y="35744"/>
                </a:cubicBezTo>
                <a:cubicBezTo>
                  <a:pt x="26708" y="29745"/>
                  <a:pt x="32657" y="24045"/>
                  <a:pt x="39179" y="18942"/>
                </a:cubicBezTo>
                <a:close/>
                <a:moveTo>
                  <a:pt x="43037" y="27754"/>
                </a:moveTo>
                <a:cubicBezTo>
                  <a:pt x="44481" y="30367"/>
                  <a:pt x="46223" y="33105"/>
                  <a:pt x="48090" y="35818"/>
                </a:cubicBezTo>
                <a:lnTo>
                  <a:pt x="48040" y="35843"/>
                </a:lnTo>
                <a:cubicBezTo>
                  <a:pt x="46148" y="33130"/>
                  <a:pt x="44431" y="30392"/>
                  <a:pt x="43012" y="27779"/>
                </a:cubicBezTo>
                <a:lnTo>
                  <a:pt x="43037" y="27754"/>
                </a:lnTo>
                <a:close/>
                <a:moveTo>
                  <a:pt x="95333" y="35794"/>
                </a:moveTo>
                <a:cubicBezTo>
                  <a:pt x="95408" y="35794"/>
                  <a:pt x="95433" y="35818"/>
                  <a:pt x="95507" y="35818"/>
                </a:cubicBezTo>
                <a:lnTo>
                  <a:pt x="95532" y="35818"/>
                </a:lnTo>
                <a:cubicBezTo>
                  <a:pt x="95582" y="35843"/>
                  <a:pt x="95657" y="35843"/>
                  <a:pt x="95707" y="35868"/>
                </a:cubicBezTo>
                <a:lnTo>
                  <a:pt x="95682" y="35868"/>
                </a:lnTo>
                <a:cubicBezTo>
                  <a:pt x="95582" y="35868"/>
                  <a:pt x="95532" y="35843"/>
                  <a:pt x="95433" y="35843"/>
                </a:cubicBezTo>
                <a:lnTo>
                  <a:pt x="95383" y="35843"/>
                </a:lnTo>
                <a:cubicBezTo>
                  <a:pt x="95333" y="35843"/>
                  <a:pt x="95283" y="35818"/>
                  <a:pt x="95258" y="35818"/>
                </a:cubicBezTo>
                <a:lnTo>
                  <a:pt x="95209" y="35818"/>
                </a:lnTo>
                <a:cubicBezTo>
                  <a:pt x="95159" y="35818"/>
                  <a:pt x="95134" y="35818"/>
                  <a:pt x="95084" y="35794"/>
                </a:cubicBezTo>
                <a:close/>
                <a:moveTo>
                  <a:pt x="56254" y="29645"/>
                </a:moveTo>
                <a:cubicBezTo>
                  <a:pt x="56254" y="29670"/>
                  <a:pt x="56304" y="29670"/>
                  <a:pt x="56304" y="29720"/>
                </a:cubicBezTo>
                <a:cubicBezTo>
                  <a:pt x="53566" y="31687"/>
                  <a:pt x="50902" y="33728"/>
                  <a:pt x="48388" y="35893"/>
                </a:cubicBezTo>
                <a:cubicBezTo>
                  <a:pt x="48364" y="35868"/>
                  <a:pt x="48364" y="35843"/>
                  <a:pt x="48364" y="35843"/>
                </a:cubicBezTo>
                <a:cubicBezTo>
                  <a:pt x="50902" y="33703"/>
                  <a:pt x="53566" y="31612"/>
                  <a:pt x="56254" y="29645"/>
                </a:cubicBezTo>
                <a:close/>
                <a:moveTo>
                  <a:pt x="19266" y="35495"/>
                </a:moveTo>
                <a:cubicBezTo>
                  <a:pt x="19789" y="35495"/>
                  <a:pt x="20461" y="35619"/>
                  <a:pt x="21183" y="35843"/>
                </a:cubicBezTo>
                <a:lnTo>
                  <a:pt x="21133" y="35918"/>
                </a:lnTo>
                <a:cubicBezTo>
                  <a:pt x="20404" y="35696"/>
                  <a:pt x="19786" y="35585"/>
                  <a:pt x="19286" y="35585"/>
                </a:cubicBezTo>
                <a:cubicBezTo>
                  <a:pt x="19000" y="35585"/>
                  <a:pt x="18752" y="35622"/>
                  <a:pt x="18544" y="35694"/>
                </a:cubicBezTo>
                <a:lnTo>
                  <a:pt x="18644" y="35594"/>
                </a:lnTo>
                <a:cubicBezTo>
                  <a:pt x="18818" y="35545"/>
                  <a:pt x="19042" y="35495"/>
                  <a:pt x="19266" y="35495"/>
                </a:cubicBezTo>
                <a:close/>
                <a:moveTo>
                  <a:pt x="93641" y="35744"/>
                </a:moveTo>
                <a:cubicBezTo>
                  <a:pt x="93815" y="35744"/>
                  <a:pt x="94014" y="35794"/>
                  <a:pt x="94213" y="35794"/>
                </a:cubicBezTo>
                <a:cubicBezTo>
                  <a:pt x="94263" y="35794"/>
                  <a:pt x="94313" y="35818"/>
                  <a:pt x="94337" y="35818"/>
                </a:cubicBezTo>
                <a:lnTo>
                  <a:pt x="94387" y="35818"/>
                </a:lnTo>
                <a:cubicBezTo>
                  <a:pt x="94412" y="35818"/>
                  <a:pt x="94437" y="35843"/>
                  <a:pt x="94462" y="35843"/>
                </a:cubicBezTo>
                <a:cubicBezTo>
                  <a:pt x="94188" y="35843"/>
                  <a:pt x="93914" y="35818"/>
                  <a:pt x="93591" y="35818"/>
                </a:cubicBezTo>
                <a:cubicBezTo>
                  <a:pt x="92968" y="35818"/>
                  <a:pt x="92346" y="35843"/>
                  <a:pt x="91699" y="35868"/>
                </a:cubicBezTo>
                <a:cubicBezTo>
                  <a:pt x="91550" y="35868"/>
                  <a:pt x="91425" y="35893"/>
                  <a:pt x="91276" y="35893"/>
                </a:cubicBezTo>
                <a:cubicBezTo>
                  <a:pt x="91102" y="35893"/>
                  <a:pt x="90952" y="35943"/>
                  <a:pt x="90803" y="35943"/>
                </a:cubicBezTo>
                <a:lnTo>
                  <a:pt x="90803" y="35893"/>
                </a:lnTo>
                <a:lnTo>
                  <a:pt x="90803" y="35868"/>
                </a:lnTo>
                <a:cubicBezTo>
                  <a:pt x="90927" y="35868"/>
                  <a:pt x="91077" y="35843"/>
                  <a:pt x="91201" y="35818"/>
                </a:cubicBezTo>
                <a:cubicBezTo>
                  <a:pt x="91351" y="35818"/>
                  <a:pt x="91525" y="35794"/>
                  <a:pt x="91674" y="35794"/>
                </a:cubicBezTo>
                <a:cubicBezTo>
                  <a:pt x="92346" y="35794"/>
                  <a:pt x="92968" y="35744"/>
                  <a:pt x="93591" y="35744"/>
                </a:cubicBezTo>
                <a:close/>
                <a:moveTo>
                  <a:pt x="39253" y="19266"/>
                </a:moveTo>
                <a:cubicBezTo>
                  <a:pt x="39278" y="19341"/>
                  <a:pt x="39278" y="19465"/>
                  <a:pt x="39303" y="19565"/>
                </a:cubicBezTo>
                <a:cubicBezTo>
                  <a:pt x="38706" y="19988"/>
                  <a:pt x="38158" y="20411"/>
                  <a:pt x="37561" y="20809"/>
                </a:cubicBezTo>
                <a:cubicBezTo>
                  <a:pt x="37461" y="20884"/>
                  <a:pt x="37387" y="20983"/>
                  <a:pt x="37287" y="21033"/>
                </a:cubicBezTo>
                <a:cubicBezTo>
                  <a:pt x="36789" y="21407"/>
                  <a:pt x="36291" y="21805"/>
                  <a:pt x="35794" y="22178"/>
                </a:cubicBezTo>
                <a:lnTo>
                  <a:pt x="35221" y="22651"/>
                </a:lnTo>
                <a:cubicBezTo>
                  <a:pt x="34823" y="22975"/>
                  <a:pt x="34449" y="23273"/>
                  <a:pt x="34051" y="23622"/>
                </a:cubicBezTo>
                <a:cubicBezTo>
                  <a:pt x="34051" y="23622"/>
                  <a:pt x="34001" y="23622"/>
                  <a:pt x="34001" y="23647"/>
                </a:cubicBezTo>
                <a:cubicBezTo>
                  <a:pt x="33852" y="23771"/>
                  <a:pt x="33728" y="23896"/>
                  <a:pt x="33578" y="24020"/>
                </a:cubicBezTo>
                <a:lnTo>
                  <a:pt x="33479" y="24120"/>
                </a:lnTo>
                <a:cubicBezTo>
                  <a:pt x="33105" y="24468"/>
                  <a:pt x="32707" y="24767"/>
                  <a:pt x="32334" y="25115"/>
                </a:cubicBezTo>
                <a:lnTo>
                  <a:pt x="32309" y="25140"/>
                </a:lnTo>
                <a:cubicBezTo>
                  <a:pt x="32309" y="25140"/>
                  <a:pt x="32259" y="25140"/>
                  <a:pt x="32259" y="25165"/>
                </a:cubicBezTo>
                <a:cubicBezTo>
                  <a:pt x="32135" y="25265"/>
                  <a:pt x="32010" y="25389"/>
                  <a:pt x="31911" y="25489"/>
                </a:cubicBezTo>
                <a:cubicBezTo>
                  <a:pt x="31861" y="25514"/>
                  <a:pt x="31836" y="25514"/>
                  <a:pt x="31836" y="25538"/>
                </a:cubicBezTo>
                <a:lnTo>
                  <a:pt x="30616" y="26659"/>
                </a:lnTo>
                <a:cubicBezTo>
                  <a:pt x="30566" y="26733"/>
                  <a:pt x="30467" y="26783"/>
                  <a:pt x="30417" y="26883"/>
                </a:cubicBezTo>
                <a:lnTo>
                  <a:pt x="30318" y="26982"/>
                </a:lnTo>
                <a:lnTo>
                  <a:pt x="30243" y="27032"/>
                </a:lnTo>
                <a:cubicBezTo>
                  <a:pt x="29820" y="27480"/>
                  <a:pt x="29347" y="27878"/>
                  <a:pt x="28924" y="28301"/>
                </a:cubicBezTo>
                <a:lnTo>
                  <a:pt x="28874" y="28351"/>
                </a:lnTo>
                <a:lnTo>
                  <a:pt x="28749" y="28476"/>
                </a:lnTo>
                <a:lnTo>
                  <a:pt x="28725" y="28500"/>
                </a:lnTo>
                <a:cubicBezTo>
                  <a:pt x="28227" y="28998"/>
                  <a:pt x="27729" y="29496"/>
                  <a:pt x="27256" y="29994"/>
                </a:cubicBezTo>
                <a:lnTo>
                  <a:pt x="27231" y="30019"/>
                </a:lnTo>
                <a:cubicBezTo>
                  <a:pt x="27131" y="30118"/>
                  <a:pt x="27082" y="30218"/>
                  <a:pt x="26982" y="30293"/>
                </a:cubicBezTo>
                <a:cubicBezTo>
                  <a:pt x="26957" y="30342"/>
                  <a:pt x="26957" y="30367"/>
                  <a:pt x="26932" y="30367"/>
                </a:cubicBezTo>
                <a:cubicBezTo>
                  <a:pt x="26883" y="30392"/>
                  <a:pt x="26883" y="30417"/>
                  <a:pt x="26858" y="30417"/>
                </a:cubicBezTo>
                <a:cubicBezTo>
                  <a:pt x="26360" y="30965"/>
                  <a:pt x="25862" y="31487"/>
                  <a:pt x="25389" y="32010"/>
                </a:cubicBezTo>
                <a:cubicBezTo>
                  <a:pt x="25314" y="32135"/>
                  <a:pt x="25190" y="32259"/>
                  <a:pt x="25090" y="32359"/>
                </a:cubicBezTo>
                <a:cubicBezTo>
                  <a:pt x="25016" y="32408"/>
                  <a:pt x="24966" y="32508"/>
                  <a:pt x="24891" y="32583"/>
                </a:cubicBezTo>
                <a:cubicBezTo>
                  <a:pt x="24518" y="32981"/>
                  <a:pt x="24194" y="33379"/>
                  <a:pt x="23846" y="33777"/>
                </a:cubicBezTo>
                <a:cubicBezTo>
                  <a:pt x="23746" y="33902"/>
                  <a:pt x="23622" y="34026"/>
                  <a:pt x="23522" y="34151"/>
                </a:cubicBezTo>
                <a:lnTo>
                  <a:pt x="23149" y="34624"/>
                </a:lnTo>
                <a:cubicBezTo>
                  <a:pt x="22776" y="35072"/>
                  <a:pt x="22402" y="35495"/>
                  <a:pt x="22029" y="35968"/>
                </a:cubicBezTo>
                <a:cubicBezTo>
                  <a:pt x="21954" y="35943"/>
                  <a:pt x="21879" y="35893"/>
                  <a:pt x="21780" y="35868"/>
                </a:cubicBezTo>
                <a:cubicBezTo>
                  <a:pt x="26883" y="29919"/>
                  <a:pt x="32782" y="24294"/>
                  <a:pt x="39253" y="19266"/>
                </a:cubicBezTo>
                <a:close/>
                <a:moveTo>
                  <a:pt x="39378" y="19764"/>
                </a:moveTo>
                <a:lnTo>
                  <a:pt x="39378" y="19789"/>
                </a:lnTo>
                <a:lnTo>
                  <a:pt x="39378" y="19814"/>
                </a:lnTo>
                <a:cubicBezTo>
                  <a:pt x="39154" y="19963"/>
                  <a:pt x="38905" y="20162"/>
                  <a:pt x="38681" y="20311"/>
                </a:cubicBezTo>
                <a:cubicBezTo>
                  <a:pt x="38407" y="20535"/>
                  <a:pt x="38084" y="20710"/>
                  <a:pt x="37810" y="20934"/>
                </a:cubicBezTo>
                <a:cubicBezTo>
                  <a:pt x="37785" y="20958"/>
                  <a:pt x="37710" y="21008"/>
                  <a:pt x="37685" y="21033"/>
                </a:cubicBezTo>
                <a:cubicBezTo>
                  <a:pt x="37337" y="21282"/>
                  <a:pt x="37013" y="21556"/>
                  <a:pt x="36665" y="21830"/>
                </a:cubicBezTo>
                <a:cubicBezTo>
                  <a:pt x="36491" y="21954"/>
                  <a:pt x="36316" y="22079"/>
                  <a:pt x="36167" y="22203"/>
                </a:cubicBezTo>
                <a:lnTo>
                  <a:pt x="36142" y="22253"/>
                </a:lnTo>
                <a:cubicBezTo>
                  <a:pt x="35769" y="22552"/>
                  <a:pt x="35346" y="22875"/>
                  <a:pt x="34972" y="23174"/>
                </a:cubicBezTo>
                <a:cubicBezTo>
                  <a:pt x="34898" y="23273"/>
                  <a:pt x="34773" y="23323"/>
                  <a:pt x="34673" y="23423"/>
                </a:cubicBezTo>
                <a:cubicBezTo>
                  <a:pt x="34649" y="23448"/>
                  <a:pt x="34599" y="23448"/>
                  <a:pt x="34574" y="23497"/>
                </a:cubicBezTo>
                <a:cubicBezTo>
                  <a:pt x="34549" y="23522"/>
                  <a:pt x="34524" y="23547"/>
                  <a:pt x="34474" y="23547"/>
                </a:cubicBezTo>
                <a:cubicBezTo>
                  <a:pt x="34051" y="23921"/>
                  <a:pt x="33578" y="24294"/>
                  <a:pt x="33130" y="24667"/>
                </a:cubicBezTo>
                <a:cubicBezTo>
                  <a:pt x="33056" y="24742"/>
                  <a:pt x="32981" y="24792"/>
                  <a:pt x="32881" y="24891"/>
                </a:cubicBezTo>
                <a:cubicBezTo>
                  <a:pt x="32832" y="24941"/>
                  <a:pt x="32757" y="24991"/>
                  <a:pt x="32707" y="25041"/>
                </a:cubicBezTo>
                <a:cubicBezTo>
                  <a:pt x="32583" y="25140"/>
                  <a:pt x="32458" y="25265"/>
                  <a:pt x="32359" y="25364"/>
                </a:cubicBezTo>
                <a:cubicBezTo>
                  <a:pt x="32060" y="25638"/>
                  <a:pt x="31761" y="25912"/>
                  <a:pt x="31463" y="26161"/>
                </a:cubicBezTo>
                <a:lnTo>
                  <a:pt x="31388" y="26235"/>
                </a:lnTo>
                <a:lnTo>
                  <a:pt x="31363" y="26260"/>
                </a:lnTo>
                <a:cubicBezTo>
                  <a:pt x="31014" y="26559"/>
                  <a:pt x="30716" y="26883"/>
                  <a:pt x="30367" y="27181"/>
                </a:cubicBezTo>
                <a:cubicBezTo>
                  <a:pt x="29919" y="27629"/>
                  <a:pt x="29421" y="28102"/>
                  <a:pt x="28949" y="28525"/>
                </a:cubicBezTo>
                <a:cubicBezTo>
                  <a:pt x="28749" y="28724"/>
                  <a:pt x="28600" y="28899"/>
                  <a:pt x="28426" y="29048"/>
                </a:cubicBezTo>
                <a:cubicBezTo>
                  <a:pt x="26211" y="31263"/>
                  <a:pt x="24120" y="33578"/>
                  <a:pt x="22228" y="35968"/>
                </a:cubicBezTo>
                <a:lnTo>
                  <a:pt x="22153" y="35968"/>
                </a:lnTo>
                <a:lnTo>
                  <a:pt x="22228" y="35893"/>
                </a:lnTo>
                <a:cubicBezTo>
                  <a:pt x="22701" y="35321"/>
                  <a:pt x="23174" y="34723"/>
                  <a:pt x="23672" y="34126"/>
                </a:cubicBezTo>
                <a:cubicBezTo>
                  <a:pt x="23871" y="33902"/>
                  <a:pt x="24095" y="33653"/>
                  <a:pt x="24269" y="33454"/>
                </a:cubicBezTo>
                <a:cubicBezTo>
                  <a:pt x="24642" y="33006"/>
                  <a:pt x="25041" y="32583"/>
                  <a:pt x="25414" y="32135"/>
                </a:cubicBezTo>
                <a:cubicBezTo>
                  <a:pt x="26036" y="31462"/>
                  <a:pt x="26659" y="30790"/>
                  <a:pt x="27281" y="30118"/>
                </a:cubicBezTo>
                <a:lnTo>
                  <a:pt x="27405" y="29994"/>
                </a:lnTo>
                <a:cubicBezTo>
                  <a:pt x="27853" y="29521"/>
                  <a:pt x="28326" y="29048"/>
                  <a:pt x="28774" y="28625"/>
                </a:cubicBezTo>
                <a:lnTo>
                  <a:pt x="29073" y="28351"/>
                </a:lnTo>
                <a:cubicBezTo>
                  <a:pt x="29471" y="27928"/>
                  <a:pt x="29919" y="27530"/>
                  <a:pt x="30342" y="27131"/>
                </a:cubicBezTo>
                <a:lnTo>
                  <a:pt x="30716" y="26758"/>
                </a:lnTo>
                <a:cubicBezTo>
                  <a:pt x="31114" y="26385"/>
                  <a:pt x="31512" y="26011"/>
                  <a:pt x="31935" y="25663"/>
                </a:cubicBezTo>
                <a:cubicBezTo>
                  <a:pt x="32085" y="25514"/>
                  <a:pt x="32234" y="25389"/>
                  <a:pt x="32408" y="25240"/>
                </a:cubicBezTo>
                <a:cubicBezTo>
                  <a:pt x="32807" y="24891"/>
                  <a:pt x="33205" y="24543"/>
                  <a:pt x="33578" y="24194"/>
                </a:cubicBezTo>
                <a:cubicBezTo>
                  <a:pt x="33728" y="24045"/>
                  <a:pt x="33927" y="23921"/>
                  <a:pt x="34076" y="23771"/>
                </a:cubicBezTo>
                <a:cubicBezTo>
                  <a:pt x="34474" y="23423"/>
                  <a:pt x="34922" y="23074"/>
                  <a:pt x="35346" y="22751"/>
                </a:cubicBezTo>
                <a:lnTo>
                  <a:pt x="35818" y="22377"/>
                </a:lnTo>
                <a:cubicBezTo>
                  <a:pt x="36341" y="21929"/>
                  <a:pt x="36914" y="21506"/>
                  <a:pt x="37461" y="21083"/>
                </a:cubicBezTo>
                <a:cubicBezTo>
                  <a:pt x="37511" y="21058"/>
                  <a:pt x="37536" y="21033"/>
                  <a:pt x="37586" y="21008"/>
                </a:cubicBezTo>
                <a:cubicBezTo>
                  <a:pt x="38258" y="20560"/>
                  <a:pt x="38805" y="20162"/>
                  <a:pt x="39378" y="19764"/>
                </a:cubicBezTo>
                <a:close/>
                <a:moveTo>
                  <a:pt x="90654" y="35918"/>
                </a:moveTo>
                <a:cubicBezTo>
                  <a:pt x="90654" y="35943"/>
                  <a:pt x="90604" y="35943"/>
                  <a:pt x="90604" y="35968"/>
                </a:cubicBezTo>
                <a:lnTo>
                  <a:pt x="90554" y="35968"/>
                </a:lnTo>
                <a:lnTo>
                  <a:pt x="90554" y="35943"/>
                </a:lnTo>
                <a:cubicBezTo>
                  <a:pt x="90604" y="35943"/>
                  <a:pt x="90604" y="35943"/>
                  <a:pt x="90654" y="35918"/>
                </a:cubicBezTo>
                <a:close/>
                <a:moveTo>
                  <a:pt x="21382" y="35918"/>
                </a:moveTo>
                <a:cubicBezTo>
                  <a:pt x="21407" y="35918"/>
                  <a:pt x="21407" y="35918"/>
                  <a:pt x="21456" y="35943"/>
                </a:cubicBezTo>
                <a:cubicBezTo>
                  <a:pt x="21456" y="35968"/>
                  <a:pt x="21407" y="35968"/>
                  <a:pt x="21407" y="35993"/>
                </a:cubicBezTo>
                <a:cubicBezTo>
                  <a:pt x="21407" y="35968"/>
                  <a:pt x="21382" y="35968"/>
                  <a:pt x="21357" y="35968"/>
                </a:cubicBezTo>
                <a:cubicBezTo>
                  <a:pt x="21357" y="35943"/>
                  <a:pt x="21382" y="35943"/>
                  <a:pt x="21382" y="35918"/>
                </a:cubicBezTo>
                <a:close/>
                <a:moveTo>
                  <a:pt x="48214" y="35968"/>
                </a:moveTo>
                <a:cubicBezTo>
                  <a:pt x="48214" y="35993"/>
                  <a:pt x="48239" y="35993"/>
                  <a:pt x="48239" y="36042"/>
                </a:cubicBezTo>
                <a:lnTo>
                  <a:pt x="48214" y="36067"/>
                </a:lnTo>
                <a:cubicBezTo>
                  <a:pt x="48164" y="36042"/>
                  <a:pt x="48164" y="36042"/>
                  <a:pt x="48164" y="35993"/>
                </a:cubicBezTo>
                <a:lnTo>
                  <a:pt x="48214" y="35968"/>
                </a:lnTo>
                <a:close/>
                <a:moveTo>
                  <a:pt x="21655" y="35968"/>
                </a:moveTo>
                <a:cubicBezTo>
                  <a:pt x="21755" y="35993"/>
                  <a:pt x="21805" y="36042"/>
                  <a:pt x="21904" y="36067"/>
                </a:cubicBezTo>
                <a:cubicBezTo>
                  <a:pt x="21904" y="36092"/>
                  <a:pt x="21879" y="36092"/>
                  <a:pt x="21879" y="36117"/>
                </a:cubicBezTo>
                <a:cubicBezTo>
                  <a:pt x="21780" y="36092"/>
                  <a:pt x="21730" y="36067"/>
                  <a:pt x="21631" y="36042"/>
                </a:cubicBezTo>
                <a:cubicBezTo>
                  <a:pt x="21631" y="35993"/>
                  <a:pt x="21655" y="35993"/>
                  <a:pt x="21655" y="35968"/>
                </a:cubicBezTo>
                <a:close/>
                <a:moveTo>
                  <a:pt x="18230" y="35762"/>
                </a:moveTo>
                <a:lnTo>
                  <a:pt x="18230" y="35762"/>
                </a:lnTo>
                <a:cubicBezTo>
                  <a:pt x="18123" y="35893"/>
                  <a:pt x="18014" y="36041"/>
                  <a:pt x="17872" y="36190"/>
                </a:cubicBezTo>
                <a:lnTo>
                  <a:pt x="17872" y="36190"/>
                </a:lnTo>
                <a:cubicBezTo>
                  <a:pt x="17873" y="36167"/>
                  <a:pt x="17897" y="36166"/>
                  <a:pt x="17897" y="36117"/>
                </a:cubicBezTo>
                <a:cubicBezTo>
                  <a:pt x="17897" y="36092"/>
                  <a:pt x="17922" y="36092"/>
                  <a:pt x="17972" y="36067"/>
                </a:cubicBezTo>
                <a:cubicBezTo>
                  <a:pt x="18021" y="35968"/>
                  <a:pt x="18121" y="35868"/>
                  <a:pt x="18171" y="35769"/>
                </a:cubicBezTo>
                <a:lnTo>
                  <a:pt x="18196" y="35769"/>
                </a:lnTo>
                <a:cubicBezTo>
                  <a:pt x="18196" y="35769"/>
                  <a:pt x="18215" y="35769"/>
                  <a:pt x="18230" y="35762"/>
                </a:cubicBezTo>
                <a:close/>
                <a:moveTo>
                  <a:pt x="56379" y="29869"/>
                </a:moveTo>
                <a:cubicBezTo>
                  <a:pt x="56851" y="30467"/>
                  <a:pt x="57250" y="31064"/>
                  <a:pt x="57698" y="31687"/>
                </a:cubicBezTo>
                <a:cubicBezTo>
                  <a:pt x="54810" y="32732"/>
                  <a:pt x="51774" y="34350"/>
                  <a:pt x="48787" y="36466"/>
                </a:cubicBezTo>
                <a:cubicBezTo>
                  <a:pt x="48712" y="36341"/>
                  <a:pt x="48613" y="36192"/>
                  <a:pt x="48488" y="36067"/>
                </a:cubicBezTo>
                <a:cubicBezTo>
                  <a:pt x="51027" y="33927"/>
                  <a:pt x="53690" y="31836"/>
                  <a:pt x="56379" y="29869"/>
                </a:cubicBezTo>
                <a:close/>
                <a:moveTo>
                  <a:pt x="116812" y="34716"/>
                </a:moveTo>
                <a:lnTo>
                  <a:pt x="116812" y="34716"/>
                </a:lnTo>
                <a:cubicBezTo>
                  <a:pt x="116659" y="35317"/>
                  <a:pt x="116473" y="35912"/>
                  <a:pt x="116258" y="36496"/>
                </a:cubicBezTo>
                <a:lnTo>
                  <a:pt x="116258" y="36496"/>
                </a:lnTo>
                <a:cubicBezTo>
                  <a:pt x="116461" y="35898"/>
                  <a:pt x="116650" y="35312"/>
                  <a:pt x="116812" y="34716"/>
                </a:cubicBezTo>
                <a:close/>
                <a:moveTo>
                  <a:pt x="48364" y="36167"/>
                </a:moveTo>
                <a:cubicBezTo>
                  <a:pt x="48463" y="36291"/>
                  <a:pt x="48538" y="36416"/>
                  <a:pt x="48637" y="36565"/>
                </a:cubicBezTo>
                <a:lnTo>
                  <a:pt x="48613" y="36590"/>
                </a:lnTo>
                <a:cubicBezTo>
                  <a:pt x="48513" y="36466"/>
                  <a:pt x="48413" y="36341"/>
                  <a:pt x="48339" y="36192"/>
                </a:cubicBezTo>
                <a:lnTo>
                  <a:pt x="48364" y="36167"/>
                </a:lnTo>
                <a:close/>
                <a:moveTo>
                  <a:pt x="97037" y="25437"/>
                </a:moveTo>
                <a:cubicBezTo>
                  <a:pt x="99657" y="25437"/>
                  <a:pt x="102099" y="25775"/>
                  <a:pt x="104294" y="26459"/>
                </a:cubicBezTo>
                <a:cubicBezTo>
                  <a:pt x="104095" y="28028"/>
                  <a:pt x="103796" y="29645"/>
                  <a:pt x="103398" y="31338"/>
                </a:cubicBezTo>
                <a:cubicBezTo>
                  <a:pt x="102552" y="33180"/>
                  <a:pt x="101506" y="34947"/>
                  <a:pt x="100237" y="36590"/>
                </a:cubicBezTo>
                <a:cubicBezTo>
                  <a:pt x="100112" y="36565"/>
                  <a:pt x="99988" y="36490"/>
                  <a:pt x="99863" y="36466"/>
                </a:cubicBezTo>
                <a:cubicBezTo>
                  <a:pt x="99614" y="36366"/>
                  <a:pt x="99365" y="36316"/>
                  <a:pt x="99067" y="36217"/>
                </a:cubicBezTo>
                <a:cubicBezTo>
                  <a:pt x="98917" y="36192"/>
                  <a:pt x="98743" y="36117"/>
                  <a:pt x="98569" y="36092"/>
                </a:cubicBezTo>
                <a:lnTo>
                  <a:pt x="97822" y="35918"/>
                </a:lnTo>
                <a:cubicBezTo>
                  <a:pt x="97673" y="35868"/>
                  <a:pt x="97499" y="35843"/>
                  <a:pt x="97324" y="35818"/>
                </a:cubicBezTo>
                <a:cubicBezTo>
                  <a:pt x="97250" y="35818"/>
                  <a:pt x="97150" y="35794"/>
                  <a:pt x="97076" y="35794"/>
                </a:cubicBezTo>
                <a:lnTo>
                  <a:pt x="96528" y="35694"/>
                </a:lnTo>
                <a:cubicBezTo>
                  <a:pt x="96279" y="35669"/>
                  <a:pt x="96030" y="35619"/>
                  <a:pt x="95756" y="35619"/>
                </a:cubicBezTo>
                <a:cubicBezTo>
                  <a:pt x="95632" y="35619"/>
                  <a:pt x="95507" y="35594"/>
                  <a:pt x="95408" y="35594"/>
                </a:cubicBezTo>
                <a:cubicBezTo>
                  <a:pt x="94039" y="35221"/>
                  <a:pt x="92670" y="34947"/>
                  <a:pt x="91301" y="34748"/>
                </a:cubicBezTo>
                <a:cubicBezTo>
                  <a:pt x="92421" y="31612"/>
                  <a:pt x="93217" y="28525"/>
                  <a:pt x="93665" y="25613"/>
                </a:cubicBezTo>
                <a:cubicBezTo>
                  <a:pt x="94817" y="25496"/>
                  <a:pt x="95943" y="25437"/>
                  <a:pt x="97037" y="25437"/>
                </a:cubicBezTo>
                <a:close/>
                <a:moveTo>
                  <a:pt x="57797" y="31836"/>
                </a:moveTo>
                <a:cubicBezTo>
                  <a:pt x="57797" y="31861"/>
                  <a:pt x="57822" y="31861"/>
                  <a:pt x="57822" y="31886"/>
                </a:cubicBezTo>
                <a:cubicBezTo>
                  <a:pt x="54960" y="32956"/>
                  <a:pt x="51898" y="34574"/>
                  <a:pt x="48911" y="36665"/>
                </a:cubicBezTo>
                <a:cubicBezTo>
                  <a:pt x="48911" y="36665"/>
                  <a:pt x="48911" y="36615"/>
                  <a:pt x="48886" y="36615"/>
                </a:cubicBezTo>
                <a:cubicBezTo>
                  <a:pt x="51873" y="34499"/>
                  <a:pt x="54885" y="32931"/>
                  <a:pt x="57797" y="31836"/>
                </a:cubicBezTo>
                <a:close/>
                <a:moveTo>
                  <a:pt x="103224" y="32209"/>
                </a:moveTo>
                <a:cubicBezTo>
                  <a:pt x="103174" y="32309"/>
                  <a:pt x="103149" y="32383"/>
                  <a:pt x="103149" y="32483"/>
                </a:cubicBezTo>
                <a:cubicBezTo>
                  <a:pt x="102377" y="33952"/>
                  <a:pt x="101506" y="35345"/>
                  <a:pt x="100486" y="36690"/>
                </a:cubicBezTo>
                <a:cubicBezTo>
                  <a:pt x="100436" y="36690"/>
                  <a:pt x="100436" y="36665"/>
                  <a:pt x="100411" y="36665"/>
                </a:cubicBezTo>
                <a:cubicBezTo>
                  <a:pt x="101506" y="35246"/>
                  <a:pt x="102427" y="33752"/>
                  <a:pt x="103224" y="32209"/>
                </a:cubicBezTo>
                <a:close/>
                <a:moveTo>
                  <a:pt x="87061" y="34883"/>
                </a:moveTo>
                <a:cubicBezTo>
                  <a:pt x="88227" y="34883"/>
                  <a:pt x="89439" y="34976"/>
                  <a:pt x="90678" y="35121"/>
                </a:cubicBezTo>
                <a:cubicBezTo>
                  <a:pt x="90604" y="35345"/>
                  <a:pt x="90529" y="35545"/>
                  <a:pt x="90454" y="35744"/>
                </a:cubicBezTo>
                <a:cubicBezTo>
                  <a:pt x="90156" y="35794"/>
                  <a:pt x="89857" y="35843"/>
                  <a:pt x="89558" y="35868"/>
                </a:cubicBezTo>
                <a:cubicBezTo>
                  <a:pt x="89459" y="35868"/>
                  <a:pt x="89409" y="35918"/>
                  <a:pt x="89309" y="35918"/>
                </a:cubicBezTo>
                <a:lnTo>
                  <a:pt x="89210" y="35918"/>
                </a:lnTo>
                <a:cubicBezTo>
                  <a:pt x="89085" y="35943"/>
                  <a:pt x="88986" y="35943"/>
                  <a:pt x="88861" y="35968"/>
                </a:cubicBezTo>
                <a:lnTo>
                  <a:pt x="88314" y="36067"/>
                </a:lnTo>
                <a:cubicBezTo>
                  <a:pt x="88239" y="36067"/>
                  <a:pt x="88189" y="36092"/>
                  <a:pt x="88115" y="36092"/>
                </a:cubicBezTo>
                <a:lnTo>
                  <a:pt x="87667" y="36192"/>
                </a:lnTo>
                <a:cubicBezTo>
                  <a:pt x="87492" y="36217"/>
                  <a:pt x="87368" y="36242"/>
                  <a:pt x="87219" y="36291"/>
                </a:cubicBezTo>
                <a:cubicBezTo>
                  <a:pt x="86945" y="36341"/>
                  <a:pt x="86671" y="36416"/>
                  <a:pt x="86347" y="36466"/>
                </a:cubicBezTo>
                <a:cubicBezTo>
                  <a:pt x="86223" y="36490"/>
                  <a:pt x="86099" y="36515"/>
                  <a:pt x="85999" y="36565"/>
                </a:cubicBezTo>
                <a:lnTo>
                  <a:pt x="85551" y="36665"/>
                </a:lnTo>
                <a:lnTo>
                  <a:pt x="85252" y="36739"/>
                </a:lnTo>
                <a:cubicBezTo>
                  <a:pt x="85451" y="36167"/>
                  <a:pt x="85626" y="35545"/>
                  <a:pt x="85800" y="34922"/>
                </a:cubicBezTo>
                <a:cubicBezTo>
                  <a:pt x="86213" y="34896"/>
                  <a:pt x="86634" y="34883"/>
                  <a:pt x="87061" y="34883"/>
                </a:cubicBezTo>
                <a:close/>
                <a:moveTo>
                  <a:pt x="85576" y="34922"/>
                </a:moveTo>
                <a:cubicBezTo>
                  <a:pt x="85426" y="35545"/>
                  <a:pt x="85227" y="36192"/>
                  <a:pt x="85003" y="36789"/>
                </a:cubicBezTo>
                <a:cubicBezTo>
                  <a:pt x="84986" y="36789"/>
                  <a:pt x="84968" y="36789"/>
                  <a:pt x="84959" y="36798"/>
                </a:cubicBezTo>
                <a:lnTo>
                  <a:pt x="84959" y="36798"/>
                </a:lnTo>
                <a:cubicBezTo>
                  <a:pt x="85181" y="36181"/>
                  <a:pt x="85353" y="35564"/>
                  <a:pt x="85501" y="34922"/>
                </a:cubicBezTo>
                <a:close/>
                <a:moveTo>
                  <a:pt x="96542" y="35920"/>
                </a:moveTo>
                <a:lnTo>
                  <a:pt x="96542" y="35920"/>
                </a:lnTo>
                <a:cubicBezTo>
                  <a:pt x="96689" y="35943"/>
                  <a:pt x="96881" y="35944"/>
                  <a:pt x="97026" y="35968"/>
                </a:cubicBezTo>
                <a:cubicBezTo>
                  <a:pt x="97125" y="35968"/>
                  <a:pt x="97200" y="35993"/>
                  <a:pt x="97300" y="35993"/>
                </a:cubicBezTo>
                <a:cubicBezTo>
                  <a:pt x="98270" y="36217"/>
                  <a:pt x="99191" y="36441"/>
                  <a:pt x="100062" y="36789"/>
                </a:cubicBezTo>
                <a:cubicBezTo>
                  <a:pt x="100054" y="36797"/>
                  <a:pt x="100049" y="36800"/>
                  <a:pt x="100046" y="36800"/>
                </a:cubicBezTo>
                <a:cubicBezTo>
                  <a:pt x="100040" y="36800"/>
                  <a:pt x="100046" y="36789"/>
                  <a:pt x="100062" y="36789"/>
                </a:cubicBezTo>
                <a:cubicBezTo>
                  <a:pt x="99689" y="36690"/>
                  <a:pt x="99390" y="36565"/>
                  <a:pt x="99017" y="36466"/>
                </a:cubicBezTo>
                <a:cubicBezTo>
                  <a:pt x="98942" y="36441"/>
                  <a:pt x="98868" y="36441"/>
                  <a:pt x="98793" y="36416"/>
                </a:cubicBezTo>
                <a:cubicBezTo>
                  <a:pt x="98445" y="36316"/>
                  <a:pt x="98121" y="36242"/>
                  <a:pt x="97772" y="36167"/>
                </a:cubicBezTo>
                <a:cubicBezTo>
                  <a:pt x="97648" y="36117"/>
                  <a:pt x="97548" y="36117"/>
                  <a:pt x="97424" y="36092"/>
                </a:cubicBezTo>
                <a:cubicBezTo>
                  <a:pt x="97374" y="36092"/>
                  <a:pt x="97324" y="36067"/>
                  <a:pt x="97275" y="36067"/>
                </a:cubicBezTo>
                <a:cubicBezTo>
                  <a:pt x="97200" y="36067"/>
                  <a:pt x="97175" y="36042"/>
                  <a:pt x="97125" y="36042"/>
                </a:cubicBezTo>
                <a:cubicBezTo>
                  <a:pt x="97051" y="36042"/>
                  <a:pt x="97026" y="36042"/>
                  <a:pt x="96951" y="35993"/>
                </a:cubicBezTo>
                <a:cubicBezTo>
                  <a:pt x="96901" y="35993"/>
                  <a:pt x="96827" y="35968"/>
                  <a:pt x="96777" y="35968"/>
                </a:cubicBezTo>
                <a:cubicBezTo>
                  <a:pt x="96752" y="35968"/>
                  <a:pt x="96677" y="35943"/>
                  <a:pt x="96652" y="35943"/>
                </a:cubicBezTo>
                <a:lnTo>
                  <a:pt x="96627" y="35943"/>
                </a:lnTo>
                <a:cubicBezTo>
                  <a:pt x="96587" y="35943"/>
                  <a:pt x="96563" y="35926"/>
                  <a:pt x="96542" y="35920"/>
                </a:cubicBezTo>
                <a:close/>
                <a:moveTo>
                  <a:pt x="90380" y="35943"/>
                </a:moveTo>
                <a:lnTo>
                  <a:pt x="90380" y="35968"/>
                </a:lnTo>
                <a:lnTo>
                  <a:pt x="90380" y="35993"/>
                </a:lnTo>
                <a:cubicBezTo>
                  <a:pt x="90106" y="36042"/>
                  <a:pt x="89857" y="36067"/>
                  <a:pt x="89608" y="36092"/>
                </a:cubicBezTo>
                <a:cubicBezTo>
                  <a:pt x="89534" y="36092"/>
                  <a:pt x="89434" y="36117"/>
                  <a:pt x="89359" y="36117"/>
                </a:cubicBezTo>
                <a:cubicBezTo>
                  <a:pt x="88662" y="36217"/>
                  <a:pt x="87940" y="36341"/>
                  <a:pt x="87219" y="36490"/>
                </a:cubicBezTo>
                <a:cubicBezTo>
                  <a:pt x="86870" y="36565"/>
                  <a:pt x="86547" y="36665"/>
                  <a:pt x="86198" y="36739"/>
                </a:cubicBezTo>
                <a:cubicBezTo>
                  <a:pt x="85850" y="36839"/>
                  <a:pt x="85501" y="36938"/>
                  <a:pt x="85178" y="36988"/>
                </a:cubicBezTo>
                <a:lnTo>
                  <a:pt x="85178" y="36963"/>
                </a:lnTo>
                <a:lnTo>
                  <a:pt x="85178" y="36938"/>
                </a:lnTo>
                <a:cubicBezTo>
                  <a:pt x="86596" y="36565"/>
                  <a:pt x="87965" y="36242"/>
                  <a:pt x="89334" y="36067"/>
                </a:cubicBezTo>
                <a:cubicBezTo>
                  <a:pt x="89434" y="36067"/>
                  <a:pt x="89534" y="36042"/>
                  <a:pt x="89608" y="36042"/>
                </a:cubicBezTo>
                <a:cubicBezTo>
                  <a:pt x="89857" y="35993"/>
                  <a:pt x="90131" y="35968"/>
                  <a:pt x="90380" y="35943"/>
                </a:cubicBezTo>
                <a:close/>
                <a:moveTo>
                  <a:pt x="98121" y="36466"/>
                </a:moveTo>
                <a:lnTo>
                  <a:pt x="98121" y="36466"/>
                </a:lnTo>
                <a:cubicBezTo>
                  <a:pt x="98295" y="36490"/>
                  <a:pt x="98494" y="36515"/>
                  <a:pt x="98669" y="36590"/>
                </a:cubicBezTo>
                <a:cubicBezTo>
                  <a:pt x="98917" y="36665"/>
                  <a:pt x="99141" y="36739"/>
                  <a:pt x="99390" y="36814"/>
                </a:cubicBezTo>
                <a:cubicBezTo>
                  <a:pt x="99565" y="36864"/>
                  <a:pt x="99764" y="36914"/>
                  <a:pt x="99913" y="36963"/>
                </a:cubicBezTo>
                <a:cubicBezTo>
                  <a:pt x="99888" y="37038"/>
                  <a:pt x="99814" y="37063"/>
                  <a:pt x="99789" y="37113"/>
                </a:cubicBezTo>
                <a:lnTo>
                  <a:pt x="98121" y="36466"/>
                </a:lnTo>
                <a:close/>
                <a:moveTo>
                  <a:pt x="102925" y="33304"/>
                </a:moveTo>
                <a:lnTo>
                  <a:pt x="102925" y="33304"/>
                </a:lnTo>
                <a:cubicBezTo>
                  <a:pt x="102552" y="34599"/>
                  <a:pt x="102153" y="35918"/>
                  <a:pt x="101730" y="37187"/>
                </a:cubicBezTo>
                <a:cubicBezTo>
                  <a:pt x="101631" y="37163"/>
                  <a:pt x="101531" y="37088"/>
                  <a:pt x="101431" y="37038"/>
                </a:cubicBezTo>
                <a:cubicBezTo>
                  <a:pt x="101307" y="36963"/>
                  <a:pt x="101183" y="36938"/>
                  <a:pt x="101033" y="36864"/>
                </a:cubicBezTo>
                <a:cubicBezTo>
                  <a:pt x="100909" y="36814"/>
                  <a:pt x="100784" y="36789"/>
                  <a:pt x="100660" y="36714"/>
                </a:cubicBezTo>
                <a:cubicBezTo>
                  <a:pt x="101506" y="35619"/>
                  <a:pt x="102278" y="34474"/>
                  <a:pt x="102925" y="33304"/>
                </a:cubicBezTo>
                <a:close/>
                <a:moveTo>
                  <a:pt x="100162" y="37038"/>
                </a:moveTo>
                <a:cubicBezTo>
                  <a:pt x="100137" y="37088"/>
                  <a:pt x="100062" y="37138"/>
                  <a:pt x="100038" y="37212"/>
                </a:cubicBezTo>
                <a:cubicBezTo>
                  <a:pt x="100013" y="37212"/>
                  <a:pt x="100013" y="37187"/>
                  <a:pt x="99988" y="37187"/>
                </a:cubicBezTo>
                <a:cubicBezTo>
                  <a:pt x="100013" y="37113"/>
                  <a:pt x="100062" y="37088"/>
                  <a:pt x="100112" y="37038"/>
                </a:cubicBezTo>
                <a:close/>
                <a:moveTo>
                  <a:pt x="96478" y="36167"/>
                </a:moveTo>
                <a:lnTo>
                  <a:pt x="96478" y="36167"/>
                </a:lnTo>
                <a:cubicBezTo>
                  <a:pt x="96578" y="36192"/>
                  <a:pt x="96677" y="36217"/>
                  <a:pt x="96777" y="36217"/>
                </a:cubicBezTo>
                <a:cubicBezTo>
                  <a:pt x="97748" y="36515"/>
                  <a:pt x="98693" y="36864"/>
                  <a:pt x="99664" y="37237"/>
                </a:cubicBezTo>
                <a:lnTo>
                  <a:pt x="99639" y="37287"/>
                </a:lnTo>
                <a:cubicBezTo>
                  <a:pt x="98619" y="36839"/>
                  <a:pt x="97548" y="36466"/>
                  <a:pt x="96478" y="36167"/>
                </a:cubicBezTo>
                <a:close/>
                <a:moveTo>
                  <a:pt x="103423" y="32334"/>
                </a:moveTo>
                <a:cubicBezTo>
                  <a:pt x="103024" y="33976"/>
                  <a:pt x="102502" y="35619"/>
                  <a:pt x="101929" y="37312"/>
                </a:cubicBezTo>
                <a:cubicBezTo>
                  <a:pt x="101904" y="37312"/>
                  <a:pt x="101904" y="37287"/>
                  <a:pt x="101880" y="37287"/>
                </a:cubicBezTo>
                <a:cubicBezTo>
                  <a:pt x="102427" y="35694"/>
                  <a:pt x="102900" y="34126"/>
                  <a:pt x="103298" y="32583"/>
                </a:cubicBezTo>
                <a:cubicBezTo>
                  <a:pt x="103348" y="32483"/>
                  <a:pt x="103398" y="32433"/>
                  <a:pt x="103423" y="32334"/>
                </a:cubicBezTo>
                <a:close/>
                <a:moveTo>
                  <a:pt x="113479" y="21631"/>
                </a:moveTo>
                <a:lnTo>
                  <a:pt x="113479" y="21631"/>
                </a:lnTo>
                <a:cubicBezTo>
                  <a:pt x="115072" y="23622"/>
                  <a:pt x="116217" y="26011"/>
                  <a:pt x="116939" y="28724"/>
                </a:cubicBezTo>
                <a:cubicBezTo>
                  <a:pt x="116939" y="29148"/>
                  <a:pt x="116964" y="29596"/>
                  <a:pt x="116988" y="30019"/>
                </a:cubicBezTo>
                <a:lnTo>
                  <a:pt x="116988" y="30218"/>
                </a:lnTo>
                <a:cubicBezTo>
                  <a:pt x="117038" y="30591"/>
                  <a:pt x="116988" y="30965"/>
                  <a:pt x="116988" y="31338"/>
                </a:cubicBezTo>
                <a:lnTo>
                  <a:pt x="116988" y="31662"/>
                </a:lnTo>
                <a:lnTo>
                  <a:pt x="116988" y="31786"/>
                </a:lnTo>
                <a:cubicBezTo>
                  <a:pt x="116988" y="31886"/>
                  <a:pt x="116988" y="32010"/>
                  <a:pt x="116964" y="32110"/>
                </a:cubicBezTo>
                <a:cubicBezTo>
                  <a:pt x="116964" y="32234"/>
                  <a:pt x="116939" y="32383"/>
                  <a:pt x="116939" y="32508"/>
                </a:cubicBezTo>
                <a:cubicBezTo>
                  <a:pt x="116889" y="32707"/>
                  <a:pt x="116889" y="32906"/>
                  <a:pt x="116864" y="33105"/>
                </a:cubicBezTo>
                <a:cubicBezTo>
                  <a:pt x="116864" y="33130"/>
                  <a:pt x="116864" y="33180"/>
                  <a:pt x="116839" y="33205"/>
                </a:cubicBezTo>
                <a:cubicBezTo>
                  <a:pt x="116839" y="33230"/>
                  <a:pt x="116839" y="33255"/>
                  <a:pt x="116814" y="33329"/>
                </a:cubicBezTo>
                <a:cubicBezTo>
                  <a:pt x="116764" y="33603"/>
                  <a:pt x="116715" y="33877"/>
                  <a:pt x="116640" y="34176"/>
                </a:cubicBezTo>
                <a:cubicBezTo>
                  <a:pt x="116615" y="34225"/>
                  <a:pt x="116615" y="34325"/>
                  <a:pt x="116615" y="34375"/>
                </a:cubicBezTo>
                <a:cubicBezTo>
                  <a:pt x="116366" y="35370"/>
                  <a:pt x="116067" y="36416"/>
                  <a:pt x="115619" y="37362"/>
                </a:cubicBezTo>
                <a:cubicBezTo>
                  <a:pt x="115122" y="35719"/>
                  <a:pt x="114474" y="34225"/>
                  <a:pt x="113628" y="32881"/>
                </a:cubicBezTo>
                <a:cubicBezTo>
                  <a:pt x="113728" y="32234"/>
                  <a:pt x="113777" y="31612"/>
                  <a:pt x="113852" y="30990"/>
                </a:cubicBezTo>
                <a:cubicBezTo>
                  <a:pt x="113852" y="30865"/>
                  <a:pt x="113877" y="30741"/>
                  <a:pt x="113877" y="30616"/>
                </a:cubicBezTo>
                <a:cubicBezTo>
                  <a:pt x="113952" y="29969"/>
                  <a:pt x="113977" y="29347"/>
                  <a:pt x="114001" y="28700"/>
                </a:cubicBezTo>
                <a:lnTo>
                  <a:pt x="114001" y="28202"/>
                </a:lnTo>
                <a:lnTo>
                  <a:pt x="114001" y="26708"/>
                </a:lnTo>
                <a:lnTo>
                  <a:pt x="114001" y="26210"/>
                </a:lnTo>
                <a:cubicBezTo>
                  <a:pt x="113977" y="25613"/>
                  <a:pt x="113952" y="25041"/>
                  <a:pt x="113877" y="24468"/>
                </a:cubicBezTo>
                <a:cubicBezTo>
                  <a:pt x="113852" y="24269"/>
                  <a:pt x="113852" y="24120"/>
                  <a:pt x="113827" y="23921"/>
                </a:cubicBezTo>
                <a:cubicBezTo>
                  <a:pt x="113753" y="23348"/>
                  <a:pt x="113653" y="22751"/>
                  <a:pt x="113578" y="22178"/>
                </a:cubicBezTo>
                <a:cubicBezTo>
                  <a:pt x="113578" y="22128"/>
                  <a:pt x="113529" y="22054"/>
                  <a:pt x="113529" y="22004"/>
                </a:cubicBezTo>
                <a:cubicBezTo>
                  <a:pt x="113504" y="21879"/>
                  <a:pt x="113479" y="21755"/>
                  <a:pt x="113479" y="21631"/>
                </a:cubicBezTo>
                <a:close/>
                <a:moveTo>
                  <a:pt x="65156" y="30581"/>
                </a:moveTo>
                <a:cubicBezTo>
                  <a:pt x="66537" y="30581"/>
                  <a:pt x="67809" y="30781"/>
                  <a:pt x="68949" y="31189"/>
                </a:cubicBezTo>
                <a:cubicBezTo>
                  <a:pt x="69148" y="32060"/>
                  <a:pt x="69397" y="32881"/>
                  <a:pt x="69695" y="33703"/>
                </a:cubicBezTo>
                <a:cubicBezTo>
                  <a:pt x="67704" y="34823"/>
                  <a:pt x="65762" y="36067"/>
                  <a:pt x="63796" y="37411"/>
                </a:cubicBezTo>
                <a:cubicBezTo>
                  <a:pt x="62452" y="35545"/>
                  <a:pt x="61307" y="33479"/>
                  <a:pt x="60361" y="31263"/>
                </a:cubicBezTo>
                <a:cubicBezTo>
                  <a:pt x="62063" y="30812"/>
                  <a:pt x="63672" y="30581"/>
                  <a:pt x="65156" y="30581"/>
                </a:cubicBezTo>
                <a:close/>
                <a:moveTo>
                  <a:pt x="100510" y="36864"/>
                </a:moveTo>
                <a:cubicBezTo>
                  <a:pt x="100909" y="37063"/>
                  <a:pt x="101282" y="37212"/>
                  <a:pt x="101631" y="37411"/>
                </a:cubicBezTo>
                <a:cubicBezTo>
                  <a:pt x="101531" y="37362"/>
                  <a:pt x="101431" y="37337"/>
                  <a:pt x="101357" y="37287"/>
                </a:cubicBezTo>
                <a:cubicBezTo>
                  <a:pt x="101307" y="37237"/>
                  <a:pt x="101257" y="37237"/>
                  <a:pt x="101232" y="37212"/>
                </a:cubicBezTo>
                <a:cubicBezTo>
                  <a:pt x="101008" y="37113"/>
                  <a:pt x="100759" y="37038"/>
                  <a:pt x="100510" y="36938"/>
                </a:cubicBezTo>
                <a:lnTo>
                  <a:pt x="100510" y="36914"/>
                </a:lnTo>
                <a:lnTo>
                  <a:pt x="100510" y="36864"/>
                </a:lnTo>
                <a:close/>
                <a:moveTo>
                  <a:pt x="99888" y="37343"/>
                </a:moveTo>
                <a:cubicBezTo>
                  <a:pt x="99894" y="37343"/>
                  <a:pt x="99901" y="37349"/>
                  <a:pt x="99913" y="37362"/>
                </a:cubicBezTo>
                <a:cubicBezTo>
                  <a:pt x="99913" y="37411"/>
                  <a:pt x="99888" y="37411"/>
                  <a:pt x="99888" y="37436"/>
                </a:cubicBezTo>
                <a:cubicBezTo>
                  <a:pt x="99863" y="37436"/>
                  <a:pt x="99863" y="37411"/>
                  <a:pt x="99814" y="37411"/>
                </a:cubicBezTo>
                <a:lnTo>
                  <a:pt x="99863" y="37362"/>
                </a:lnTo>
                <a:cubicBezTo>
                  <a:pt x="99876" y="37349"/>
                  <a:pt x="99882" y="37343"/>
                  <a:pt x="99888" y="37343"/>
                </a:cubicBezTo>
                <a:close/>
                <a:moveTo>
                  <a:pt x="60187" y="31313"/>
                </a:moveTo>
                <a:cubicBezTo>
                  <a:pt x="61108" y="33553"/>
                  <a:pt x="62253" y="35619"/>
                  <a:pt x="63647" y="37486"/>
                </a:cubicBezTo>
                <a:lnTo>
                  <a:pt x="63572" y="37561"/>
                </a:lnTo>
                <a:cubicBezTo>
                  <a:pt x="62203" y="35694"/>
                  <a:pt x="61058" y="33578"/>
                  <a:pt x="60112" y="31338"/>
                </a:cubicBezTo>
                <a:cubicBezTo>
                  <a:pt x="60162" y="31338"/>
                  <a:pt x="60162" y="31338"/>
                  <a:pt x="60187" y="31313"/>
                </a:cubicBezTo>
                <a:close/>
                <a:moveTo>
                  <a:pt x="101805" y="37461"/>
                </a:moveTo>
                <a:cubicBezTo>
                  <a:pt x="101855" y="37461"/>
                  <a:pt x="101855" y="37486"/>
                  <a:pt x="101880" y="37486"/>
                </a:cubicBezTo>
                <a:lnTo>
                  <a:pt x="101880" y="37536"/>
                </a:lnTo>
                <a:lnTo>
                  <a:pt x="101880" y="37561"/>
                </a:lnTo>
                <a:cubicBezTo>
                  <a:pt x="101805" y="37536"/>
                  <a:pt x="101805" y="37536"/>
                  <a:pt x="101780" y="37536"/>
                </a:cubicBezTo>
                <a:cubicBezTo>
                  <a:pt x="101780" y="37486"/>
                  <a:pt x="101805" y="37461"/>
                  <a:pt x="101805" y="37461"/>
                </a:cubicBezTo>
                <a:close/>
                <a:moveTo>
                  <a:pt x="69745" y="33852"/>
                </a:moveTo>
                <a:cubicBezTo>
                  <a:pt x="69745" y="33877"/>
                  <a:pt x="69770" y="33877"/>
                  <a:pt x="69770" y="33927"/>
                </a:cubicBezTo>
                <a:cubicBezTo>
                  <a:pt x="67828" y="35072"/>
                  <a:pt x="65862" y="36291"/>
                  <a:pt x="63921" y="37611"/>
                </a:cubicBezTo>
                <a:cubicBezTo>
                  <a:pt x="63921" y="37586"/>
                  <a:pt x="63896" y="37586"/>
                  <a:pt x="63896" y="37561"/>
                </a:cubicBezTo>
                <a:cubicBezTo>
                  <a:pt x="65837" y="36217"/>
                  <a:pt x="67804" y="34997"/>
                  <a:pt x="69745" y="33852"/>
                </a:cubicBezTo>
                <a:close/>
                <a:moveTo>
                  <a:pt x="113553" y="33180"/>
                </a:moveTo>
                <a:cubicBezTo>
                  <a:pt x="114350" y="34499"/>
                  <a:pt x="114997" y="35993"/>
                  <a:pt x="115470" y="37660"/>
                </a:cubicBezTo>
                <a:cubicBezTo>
                  <a:pt x="115470" y="37685"/>
                  <a:pt x="115445" y="37710"/>
                  <a:pt x="115445" y="37735"/>
                </a:cubicBezTo>
                <a:cubicBezTo>
                  <a:pt x="114997" y="36092"/>
                  <a:pt x="114350" y="34599"/>
                  <a:pt x="113553" y="33255"/>
                </a:cubicBezTo>
                <a:lnTo>
                  <a:pt x="113553" y="33180"/>
                </a:lnTo>
                <a:close/>
                <a:moveTo>
                  <a:pt x="63746" y="37685"/>
                </a:moveTo>
                <a:cubicBezTo>
                  <a:pt x="63746" y="37710"/>
                  <a:pt x="63796" y="37710"/>
                  <a:pt x="63796" y="37735"/>
                </a:cubicBezTo>
                <a:cubicBezTo>
                  <a:pt x="63746" y="37735"/>
                  <a:pt x="63746" y="37760"/>
                  <a:pt x="63721" y="37760"/>
                </a:cubicBezTo>
                <a:cubicBezTo>
                  <a:pt x="63697" y="37735"/>
                  <a:pt x="63697" y="37710"/>
                  <a:pt x="63697" y="37710"/>
                </a:cubicBezTo>
                <a:cubicBezTo>
                  <a:pt x="63721" y="37710"/>
                  <a:pt x="63721" y="37685"/>
                  <a:pt x="63746" y="37685"/>
                </a:cubicBezTo>
                <a:close/>
                <a:moveTo>
                  <a:pt x="116152" y="36779"/>
                </a:moveTo>
                <a:cubicBezTo>
                  <a:pt x="116024" y="37110"/>
                  <a:pt x="115888" y="37437"/>
                  <a:pt x="115744" y="37760"/>
                </a:cubicBezTo>
                <a:cubicBezTo>
                  <a:pt x="115744" y="37735"/>
                  <a:pt x="115744" y="37710"/>
                  <a:pt x="115719" y="37710"/>
                </a:cubicBezTo>
                <a:cubicBezTo>
                  <a:pt x="115719" y="37710"/>
                  <a:pt x="115719" y="37685"/>
                  <a:pt x="115744" y="37685"/>
                </a:cubicBezTo>
                <a:cubicBezTo>
                  <a:pt x="115794" y="37660"/>
                  <a:pt x="115794" y="37586"/>
                  <a:pt x="115819" y="37561"/>
                </a:cubicBezTo>
                <a:cubicBezTo>
                  <a:pt x="115918" y="37312"/>
                  <a:pt x="116043" y="37063"/>
                  <a:pt x="116117" y="36814"/>
                </a:cubicBezTo>
                <a:cubicBezTo>
                  <a:pt x="116133" y="36806"/>
                  <a:pt x="116143" y="36794"/>
                  <a:pt x="116152" y="36779"/>
                </a:cubicBezTo>
                <a:close/>
                <a:moveTo>
                  <a:pt x="100311" y="37113"/>
                </a:moveTo>
                <a:cubicBezTo>
                  <a:pt x="100510" y="37187"/>
                  <a:pt x="100660" y="37237"/>
                  <a:pt x="100809" y="37312"/>
                </a:cubicBezTo>
                <a:cubicBezTo>
                  <a:pt x="101058" y="37411"/>
                  <a:pt x="101307" y="37486"/>
                  <a:pt x="101531" y="37611"/>
                </a:cubicBezTo>
                <a:cubicBezTo>
                  <a:pt x="101506" y="37685"/>
                  <a:pt x="101481" y="37760"/>
                  <a:pt x="101431" y="37835"/>
                </a:cubicBezTo>
                <a:cubicBezTo>
                  <a:pt x="101033" y="37635"/>
                  <a:pt x="100610" y="37461"/>
                  <a:pt x="100187" y="37262"/>
                </a:cubicBezTo>
                <a:cubicBezTo>
                  <a:pt x="100237" y="37212"/>
                  <a:pt x="100286" y="37187"/>
                  <a:pt x="100311" y="37113"/>
                </a:cubicBezTo>
                <a:close/>
                <a:moveTo>
                  <a:pt x="72408" y="33678"/>
                </a:moveTo>
                <a:lnTo>
                  <a:pt x="72408" y="33678"/>
                </a:lnTo>
                <a:cubicBezTo>
                  <a:pt x="73031" y="34474"/>
                  <a:pt x="73504" y="35420"/>
                  <a:pt x="73777" y="36466"/>
                </a:cubicBezTo>
                <a:lnTo>
                  <a:pt x="73777" y="36490"/>
                </a:lnTo>
                <a:cubicBezTo>
                  <a:pt x="73777" y="36515"/>
                  <a:pt x="73777" y="36565"/>
                  <a:pt x="73802" y="36590"/>
                </a:cubicBezTo>
                <a:lnTo>
                  <a:pt x="73802" y="36690"/>
                </a:lnTo>
                <a:cubicBezTo>
                  <a:pt x="73852" y="36864"/>
                  <a:pt x="73877" y="37038"/>
                  <a:pt x="73902" y="37212"/>
                </a:cubicBezTo>
                <a:cubicBezTo>
                  <a:pt x="73902" y="37287"/>
                  <a:pt x="73927" y="37337"/>
                  <a:pt x="73927" y="37411"/>
                </a:cubicBezTo>
                <a:lnTo>
                  <a:pt x="73927" y="37486"/>
                </a:lnTo>
                <a:cubicBezTo>
                  <a:pt x="73927" y="37561"/>
                  <a:pt x="73977" y="37586"/>
                  <a:pt x="73977" y="37660"/>
                </a:cubicBezTo>
                <a:cubicBezTo>
                  <a:pt x="73977" y="37710"/>
                  <a:pt x="73977" y="37810"/>
                  <a:pt x="73927" y="37859"/>
                </a:cubicBezTo>
                <a:cubicBezTo>
                  <a:pt x="73753" y="37536"/>
                  <a:pt x="73603" y="37187"/>
                  <a:pt x="73429" y="36814"/>
                </a:cubicBezTo>
                <a:cubicBezTo>
                  <a:pt x="73404" y="36714"/>
                  <a:pt x="73354" y="36615"/>
                  <a:pt x="73304" y="36490"/>
                </a:cubicBezTo>
                <a:cubicBezTo>
                  <a:pt x="73155" y="36117"/>
                  <a:pt x="73031" y="35794"/>
                  <a:pt x="72906" y="35420"/>
                </a:cubicBezTo>
                <a:cubicBezTo>
                  <a:pt x="72856" y="35246"/>
                  <a:pt x="72807" y="35097"/>
                  <a:pt x="72757" y="34947"/>
                </a:cubicBezTo>
                <a:cubicBezTo>
                  <a:pt x="72657" y="34624"/>
                  <a:pt x="72558" y="34325"/>
                  <a:pt x="72508" y="34001"/>
                </a:cubicBezTo>
                <a:cubicBezTo>
                  <a:pt x="72483" y="33877"/>
                  <a:pt x="72433" y="33802"/>
                  <a:pt x="72408" y="33678"/>
                </a:cubicBezTo>
                <a:close/>
                <a:moveTo>
                  <a:pt x="101730" y="37710"/>
                </a:moveTo>
                <a:cubicBezTo>
                  <a:pt x="101755" y="37710"/>
                  <a:pt x="101755" y="37735"/>
                  <a:pt x="101780" y="37735"/>
                </a:cubicBezTo>
                <a:cubicBezTo>
                  <a:pt x="101755" y="37810"/>
                  <a:pt x="101730" y="37909"/>
                  <a:pt x="101730" y="37959"/>
                </a:cubicBezTo>
                <a:cubicBezTo>
                  <a:pt x="101680" y="37959"/>
                  <a:pt x="101680" y="37934"/>
                  <a:pt x="101655" y="37934"/>
                </a:cubicBezTo>
                <a:cubicBezTo>
                  <a:pt x="101655" y="37859"/>
                  <a:pt x="101680" y="37760"/>
                  <a:pt x="101730" y="37710"/>
                </a:cubicBezTo>
                <a:close/>
                <a:moveTo>
                  <a:pt x="75769" y="31039"/>
                </a:moveTo>
                <a:lnTo>
                  <a:pt x="75769" y="31039"/>
                </a:lnTo>
                <a:cubicBezTo>
                  <a:pt x="75744" y="33205"/>
                  <a:pt x="75346" y="35569"/>
                  <a:pt x="74549" y="38059"/>
                </a:cubicBezTo>
                <a:cubicBezTo>
                  <a:pt x="74524" y="37909"/>
                  <a:pt x="74499" y="37710"/>
                  <a:pt x="74425" y="37561"/>
                </a:cubicBezTo>
                <a:lnTo>
                  <a:pt x="74425" y="37536"/>
                </a:lnTo>
                <a:lnTo>
                  <a:pt x="74425" y="37436"/>
                </a:lnTo>
                <a:cubicBezTo>
                  <a:pt x="74375" y="37113"/>
                  <a:pt x="74350" y="36839"/>
                  <a:pt x="74250" y="36565"/>
                </a:cubicBezTo>
                <a:lnTo>
                  <a:pt x="74250" y="36441"/>
                </a:lnTo>
                <a:lnTo>
                  <a:pt x="74151" y="35594"/>
                </a:lnTo>
                <a:cubicBezTo>
                  <a:pt x="74151" y="35470"/>
                  <a:pt x="74126" y="35345"/>
                  <a:pt x="74126" y="35221"/>
                </a:cubicBezTo>
                <a:lnTo>
                  <a:pt x="74126" y="35072"/>
                </a:lnTo>
                <a:lnTo>
                  <a:pt x="74126" y="34997"/>
                </a:lnTo>
                <a:lnTo>
                  <a:pt x="74126" y="34873"/>
                </a:lnTo>
                <a:lnTo>
                  <a:pt x="74126" y="33827"/>
                </a:lnTo>
                <a:lnTo>
                  <a:pt x="74126" y="33703"/>
                </a:lnTo>
                <a:lnTo>
                  <a:pt x="74126" y="33479"/>
                </a:lnTo>
                <a:cubicBezTo>
                  <a:pt x="74151" y="33105"/>
                  <a:pt x="74176" y="32732"/>
                  <a:pt x="74250" y="32359"/>
                </a:cubicBezTo>
                <a:cubicBezTo>
                  <a:pt x="74250" y="32259"/>
                  <a:pt x="74275" y="32159"/>
                  <a:pt x="74275" y="32110"/>
                </a:cubicBezTo>
                <a:cubicBezTo>
                  <a:pt x="74300" y="31985"/>
                  <a:pt x="74325" y="31861"/>
                  <a:pt x="74325" y="31736"/>
                </a:cubicBezTo>
                <a:cubicBezTo>
                  <a:pt x="74798" y="31487"/>
                  <a:pt x="75296" y="31263"/>
                  <a:pt x="75769" y="31039"/>
                </a:cubicBezTo>
                <a:close/>
                <a:moveTo>
                  <a:pt x="100062" y="37436"/>
                </a:moveTo>
                <a:cubicBezTo>
                  <a:pt x="100535" y="37611"/>
                  <a:pt x="100983" y="37810"/>
                  <a:pt x="101407" y="38034"/>
                </a:cubicBezTo>
                <a:cubicBezTo>
                  <a:pt x="101407" y="38059"/>
                  <a:pt x="101407" y="38059"/>
                  <a:pt x="101382" y="38083"/>
                </a:cubicBezTo>
                <a:cubicBezTo>
                  <a:pt x="100934" y="37859"/>
                  <a:pt x="100486" y="37685"/>
                  <a:pt x="100038" y="37486"/>
                </a:cubicBezTo>
                <a:cubicBezTo>
                  <a:pt x="100038" y="37461"/>
                  <a:pt x="100062" y="37461"/>
                  <a:pt x="100062" y="37436"/>
                </a:cubicBezTo>
                <a:close/>
                <a:moveTo>
                  <a:pt x="101556" y="38083"/>
                </a:moveTo>
                <a:cubicBezTo>
                  <a:pt x="101606" y="38083"/>
                  <a:pt x="101606" y="38108"/>
                  <a:pt x="101631" y="38108"/>
                </a:cubicBezTo>
                <a:cubicBezTo>
                  <a:pt x="101631" y="38133"/>
                  <a:pt x="101631" y="38133"/>
                  <a:pt x="101606" y="38183"/>
                </a:cubicBezTo>
                <a:cubicBezTo>
                  <a:pt x="101567" y="38183"/>
                  <a:pt x="101558" y="38153"/>
                  <a:pt x="101545" y="38140"/>
                </a:cubicBezTo>
                <a:lnTo>
                  <a:pt x="101545" y="38140"/>
                </a:lnTo>
                <a:cubicBezTo>
                  <a:pt x="101556" y="38136"/>
                  <a:pt x="101556" y="38102"/>
                  <a:pt x="101556" y="38083"/>
                </a:cubicBezTo>
                <a:close/>
                <a:moveTo>
                  <a:pt x="59938" y="31363"/>
                </a:moveTo>
                <a:cubicBezTo>
                  <a:pt x="60859" y="33628"/>
                  <a:pt x="62054" y="35744"/>
                  <a:pt x="63423" y="37660"/>
                </a:cubicBezTo>
                <a:cubicBezTo>
                  <a:pt x="63049" y="37909"/>
                  <a:pt x="62701" y="38158"/>
                  <a:pt x="62328" y="38407"/>
                </a:cubicBezTo>
                <a:cubicBezTo>
                  <a:pt x="61183" y="36291"/>
                  <a:pt x="59838" y="34076"/>
                  <a:pt x="58345" y="31861"/>
                </a:cubicBezTo>
                <a:cubicBezTo>
                  <a:pt x="58868" y="31687"/>
                  <a:pt x="59390" y="31487"/>
                  <a:pt x="59938" y="31363"/>
                </a:cubicBezTo>
                <a:close/>
                <a:moveTo>
                  <a:pt x="76018" y="30865"/>
                </a:moveTo>
                <a:cubicBezTo>
                  <a:pt x="76018" y="33230"/>
                  <a:pt x="75545" y="35794"/>
                  <a:pt x="74674" y="38457"/>
                </a:cubicBezTo>
                <a:cubicBezTo>
                  <a:pt x="74674" y="38432"/>
                  <a:pt x="74649" y="38407"/>
                  <a:pt x="74649" y="38357"/>
                </a:cubicBezTo>
                <a:cubicBezTo>
                  <a:pt x="75495" y="35744"/>
                  <a:pt x="75943" y="33230"/>
                  <a:pt x="75943" y="30890"/>
                </a:cubicBezTo>
                <a:cubicBezTo>
                  <a:pt x="75968" y="30890"/>
                  <a:pt x="75993" y="30890"/>
                  <a:pt x="76018" y="30865"/>
                </a:cubicBezTo>
                <a:close/>
                <a:moveTo>
                  <a:pt x="85302" y="34922"/>
                </a:moveTo>
                <a:lnTo>
                  <a:pt x="85302" y="34922"/>
                </a:lnTo>
                <a:cubicBezTo>
                  <a:pt x="85128" y="35569"/>
                  <a:pt x="84954" y="36242"/>
                  <a:pt x="84705" y="36864"/>
                </a:cubicBezTo>
                <a:cubicBezTo>
                  <a:pt x="84555" y="36914"/>
                  <a:pt x="84381" y="36963"/>
                  <a:pt x="84257" y="36988"/>
                </a:cubicBezTo>
                <a:cubicBezTo>
                  <a:pt x="84107" y="37038"/>
                  <a:pt x="83958" y="37088"/>
                  <a:pt x="83809" y="37113"/>
                </a:cubicBezTo>
                <a:cubicBezTo>
                  <a:pt x="83385" y="37237"/>
                  <a:pt x="82987" y="37362"/>
                  <a:pt x="82564" y="37536"/>
                </a:cubicBezTo>
                <a:cubicBezTo>
                  <a:pt x="82365" y="37586"/>
                  <a:pt x="82216" y="37611"/>
                  <a:pt x="82066" y="37685"/>
                </a:cubicBezTo>
                <a:cubicBezTo>
                  <a:pt x="81718" y="37810"/>
                  <a:pt x="81394" y="37934"/>
                  <a:pt x="81071" y="38059"/>
                </a:cubicBezTo>
                <a:cubicBezTo>
                  <a:pt x="80996" y="38083"/>
                  <a:pt x="80946" y="38108"/>
                  <a:pt x="80871" y="38108"/>
                </a:cubicBezTo>
                <a:cubicBezTo>
                  <a:pt x="80697" y="38183"/>
                  <a:pt x="80498" y="38233"/>
                  <a:pt x="80324" y="38332"/>
                </a:cubicBezTo>
                <a:cubicBezTo>
                  <a:pt x="80150" y="38382"/>
                  <a:pt x="80000" y="38457"/>
                  <a:pt x="79876" y="38532"/>
                </a:cubicBezTo>
                <a:cubicBezTo>
                  <a:pt x="80324" y="37536"/>
                  <a:pt x="80722" y="36565"/>
                  <a:pt x="81071" y="35569"/>
                </a:cubicBezTo>
                <a:cubicBezTo>
                  <a:pt x="82365" y="35221"/>
                  <a:pt x="83809" y="34997"/>
                  <a:pt x="85302" y="34922"/>
                </a:cubicBezTo>
                <a:close/>
                <a:moveTo>
                  <a:pt x="17524" y="36490"/>
                </a:moveTo>
                <a:lnTo>
                  <a:pt x="17524" y="36540"/>
                </a:lnTo>
                <a:lnTo>
                  <a:pt x="17524" y="36565"/>
                </a:lnTo>
                <a:lnTo>
                  <a:pt x="17524" y="36590"/>
                </a:lnTo>
                <a:cubicBezTo>
                  <a:pt x="17399" y="36739"/>
                  <a:pt x="17250" y="36938"/>
                  <a:pt x="17125" y="37113"/>
                </a:cubicBezTo>
                <a:cubicBezTo>
                  <a:pt x="16805" y="37529"/>
                  <a:pt x="16417" y="38027"/>
                  <a:pt x="16019" y="38550"/>
                </a:cubicBezTo>
                <a:lnTo>
                  <a:pt x="16019" y="38550"/>
                </a:lnTo>
                <a:lnTo>
                  <a:pt x="16154" y="38357"/>
                </a:lnTo>
                <a:cubicBezTo>
                  <a:pt x="16379" y="38083"/>
                  <a:pt x="16553" y="37810"/>
                  <a:pt x="16777" y="37536"/>
                </a:cubicBezTo>
                <a:cubicBezTo>
                  <a:pt x="16802" y="37461"/>
                  <a:pt x="16851" y="37436"/>
                  <a:pt x="16876" y="37362"/>
                </a:cubicBezTo>
                <a:cubicBezTo>
                  <a:pt x="17100" y="37088"/>
                  <a:pt x="17299" y="36814"/>
                  <a:pt x="17524" y="36490"/>
                </a:cubicBezTo>
                <a:close/>
                <a:moveTo>
                  <a:pt x="58196" y="31960"/>
                </a:moveTo>
                <a:cubicBezTo>
                  <a:pt x="59639" y="34176"/>
                  <a:pt x="61033" y="36416"/>
                  <a:pt x="62178" y="38532"/>
                </a:cubicBezTo>
                <a:lnTo>
                  <a:pt x="62128" y="38556"/>
                </a:lnTo>
                <a:cubicBezTo>
                  <a:pt x="60983" y="36441"/>
                  <a:pt x="59614" y="34200"/>
                  <a:pt x="58121" y="31985"/>
                </a:cubicBezTo>
                <a:cubicBezTo>
                  <a:pt x="58171" y="31985"/>
                  <a:pt x="58171" y="31985"/>
                  <a:pt x="58196" y="31960"/>
                </a:cubicBezTo>
                <a:close/>
                <a:moveTo>
                  <a:pt x="82514" y="28227"/>
                </a:moveTo>
                <a:lnTo>
                  <a:pt x="82514" y="28227"/>
                </a:lnTo>
                <a:cubicBezTo>
                  <a:pt x="82166" y="30467"/>
                  <a:pt x="81519" y="32831"/>
                  <a:pt x="80647" y="35246"/>
                </a:cubicBezTo>
                <a:cubicBezTo>
                  <a:pt x="78208" y="35968"/>
                  <a:pt x="76192" y="37088"/>
                  <a:pt x="74848" y="38556"/>
                </a:cubicBezTo>
                <a:cubicBezTo>
                  <a:pt x="75744" y="35818"/>
                  <a:pt x="76217" y="33205"/>
                  <a:pt x="76167" y="30815"/>
                </a:cubicBezTo>
                <a:cubicBezTo>
                  <a:pt x="78308" y="29820"/>
                  <a:pt x="80448" y="28948"/>
                  <a:pt x="82514" y="28227"/>
                </a:cubicBezTo>
                <a:close/>
                <a:moveTo>
                  <a:pt x="63497" y="37810"/>
                </a:moveTo>
                <a:lnTo>
                  <a:pt x="63572" y="37859"/>
                </a:lnTo>
                <a:cubicBezTo>
                  <a:pt x="63199" y="38108"/>
                  <a:pt x="62825" y="38357"/>
                  <a:pt x="62452" y="38656"/>
                </a:cubicBezTo>
                <a:cubicBezTo>
                  <a:pt x="62452" y="38606"/>
                  <a:pt x="62427" y="38606"/>
                  <a:pt x="62427" y="38581"/>
                </a:cubicBezTo>
                <a:cubicBezTo>
                  <a:pt x="62800" y="38332"/>
                  <a:pt x="63174" y="38059"/>
                  <a:pt x="63497" y="37810"/>
                </a:cubicBezTo>
                <a:close/>
                <a:moveTo>
                  <a:pt x="80747" y="35694"/>
                </a:moveTo>
                <a:cubicBezTo>
                  <a:pt x="80398" y="36615"/>
                  <a:pt x="80000" y="37611"/>
                  <a:pt x="79552" y="38656"/>
                </a:cubicBezTo>
                <a:cubicBezTo>
                  <a:pt x="79527" y="38656"/>
                  <a:pt x="79527" y="38656"/>
                  <a:pt x="79502" y="38681"/>
                </a:cubicBezTo>
                <a:cubicBezTo>
                  <a:pt x="79926" y="37635"/>
                  <a:pt x="80349" y="36665"/>
                  <a:pt x="80722" y="35694"/>
                </a:cubicBezTo>
                <a:close/>
                <a:moveTo>
                  <a:pt x="84680" y="37063"/>
                </a:moveTo>
                <a:lnTo>
                  <a:pt x="84630" y="37113"/>
                </a:lnTo>
                <a:cubicBezTo>
                  <a:pt x="84356" y="37212"/>
                  <a:pt x="84082" y="37337"/>
                  <a:pt x="83809" y="37411"/>
                </a:cubicBezTo>
                <a:cubicBezTo>
                  <a:pt x="83585" y="37461"/>
                  <a:pt x="83336" y="37561"/>
                  <a:pt x="83112" y="37611"/>
                </a:cubicBezTo>
                <a:cubicBezTo>
                  <a:pt x="82464" y="37835"/>
                  <a:pt x="81817" y="38059"/>
                  <a:pt x="81120" y="38308"/>
                </a:cubicBezTo>
                <a:lnTo>
                  <a:pt x="80847" y="38382"/>
                </a:lnTo>
                <a:cubicBezTo>
                  <a:pt x="80473" y="38532"/>
                  <a:pt x="80100" y="38681"/>
                  <a:pt x="79726" y="38805"/>
                </a:cubicBezTo>
                <a:lnTo>
                  <a:pt x="79726" y="38780"/>
                </a:lnTo>
                <a:cubicBezTo>
                  <a:pt x="79726" y="38780"/>
                  <a:pt x="79726" y="38731"/>
                  <a:pt x="79751" y="38731"/>
                </a:cubicBezTo>
                <a:cubicBezTo>
                  <a:pt x="81444" y="38059"/>
                  <a:pt x="83087" y="37486"/>
                  <a:pt x="84680" y="37063"/>
                </a:cubicBezTo>
                <a:close/>
                <a:moveTo>
                  <a:pt x="19306" y="35769"/>
                </a:moveTo>
                <a:cubicBezTo>
                  <a:pt x="19770" y="35769"/>
                  <a:pt x="20349" y="35868"/>
                  <a:pt x="21033" y="36067"/>
                </a:cubicBezTo>
                <a:lnTo>
                  <a:pt x="18718" y="38855"/>
                </a:lnTo>
                <a:cubicBezTo>
                  <a:pt x="18046" y="37635"/>
                  <a:pt x="17847" y="36739"/>
                  <a:pt x="18121" y="36242"/>
                </a:cubicBezTo>
                <a:cubicBezTo>
                  <a:pt x="18171" y="36192"/>
                  <a:pt x="18220" y="36117"/>
                  <a:pt x="18270" y="36067"/>
                </a:cubicBezTo>
                <a:cubicBezTo>
                  <a:pt x="18494" y="35868"/>
                  <a:pt x="18843" y="35769"/>
                  <a:pt x="19306" y="35769"/>
                </a:cubicBezTo>
                <a:close/>
                <a:moveTo>
                  <a:pt x="80598" y="35445"/>
                </a:moveTo>
                <a:cubicBezTo>
                  <a:pt x="80598" y="35470"/>
                  <a:pt x="80573" y="35495"/>
                  <a:pt x="80573" y="35495"/>
                </a:cubicBezTo>
                <a:cubicBezTo>
                  <a:pt x="78108" y="36217"/>
                  <a:pt x="76142" y="37411"/>
                  <a:pt x="74848" y="38905"/>
                </a:cubicBezTo>
                <a:cubicBezTo>
                  <a:pt x="74848" y="38855"/>
                  <a:pt x="74798" y="38855"/>
                  <a:pt x="74798" y="38830"/>
                </a:cubicBezTo>
                <a:cubicBezTo>
                  <a:pt x="76142" y="37312"/>
                  <a:pt x="78108" y="36167"/>
                  <a:pt x="80598" y="35445"/>
                </a:cubicBezTo>
                <a:close/>
                <a:moveTo>
                  <a:pt x="79403" y="38930"/>
                </a:moveTo>
                <a:cubicBezTo>
                  <a:pt x="79403" y="38955"/>
                  <a:pt x="79403" y="38955"/>
                  <a:pt x="79378" y="38955"/>
                </a:cubicBezTo>
                <a:cubicBezTo>
                  <a:pt x="79378" y="38955"/>
                  <a:pt x="79353" y="38955"/>
                  <a:pt x="79353" y="38980"/>
                </a:cubicBezTo>
                <a:lnTo>
                  <a:pt x="79353" y="38955"/>
                </a:lnTo>
                <a:lnTo>
                  <a:pt x="79353" y="38930"/>
                </a:lnTo>
                <a:close/>
                <a:moveTo>
                  <a:pt x="17847" y="36615"/>
                </a:moveTo>
                <a:lnTo>
                  <a:pt x="17847" y="36615"/>
                </a:lnTo>
                <a:cubicBezTo>
                  <a:pt x="17772" y="37212"/>
                  <a:pt x="18046" y="38034"/>
                  <a:pt x="18594" y="39054"/>
                </a:cubicBezTo>
                <a:lnTo>
                  <a:pt x="18519" y="39104"/>
                </a:lnTo>
                <a:cubicBezTo>
                  <a:pt x="17996" y="38158"/>
                  <a:pt x="17723" y="37337"/>
                  <a:pt x="17748" y="36714"/>
                </a:cubicBezTo>
                <a:lnTo>
                  <a:pt x="17847" y="36615"/>
                </a:lnTo>
                <a:close/>
                <a:moveTo>
                  <a:pt x="21232" y="36117"/>
                </a:moveTo>
                <a:cubicBezTo>
                  <a:pt x="21257" y="36117"/>
                  <a:pt x="21257" y="36117"/>
                  <a:pt x="21282" y="36167"/>
                </a:cubicBezTo>
                <a:cubicBezTo>
                  <a:pt x="20461" y="37138"/>
                  <a:pt x="19639" y="38108"/>
                  <a:pt x="18818" y="39104"/>
                </a:cubicBezTo>
                <a:cubicBezTo>
                  <a:pt x="18818" y="39079"/>
                  <a:pt x="18793" y="39079"/>
                  <a:pt x="18793" y="39054"/>
                </a:cubicBezTo>
                <a:cubicBezTo>
                  <a:pt x="19614" y="38059"/>
                  <a:pt x="20411" y="37088"/>
                  <a:pt x="21232" y="36117"/>
                </a:cubicBezTo>
                <a:close/>
                <a:moveTo>
                  <a:pt x="101904" y="37835"/>
                </a:moveTo>
                <a:cubicBezTo>
                  <a:pt x="102004" y="37859"/>
                  <a:pt x="102054" y="37934"/>
                  <a:pt x="102153" y="37959"/>
                </a:cubicBezTo>
                <a:lnTo>
                  <a:pt x="102800" y="38332"/>
                </a:lnTo>
                <a:lnTo>
                  <a:pt x="102850" y="38332"/>
                </a:lnTo>
                <a:cubicBezTo>
                  <a:pt x="103024" y="38457"/>
                  <a:pt x="103224" y="38581"/>
                  <a:pt x="103373" y="38706"/>
                </a:cubicBezTo>
                <a:cubicBezTo>
                  <a:pt x="103547" y="38830"/>
                  <a:pt x="103746" y="38955"/>
                  <a:pt x="103921" y="39104"/>
                </a:cubicBezTo>
                <a:cubicBezTo>
                  <a:pt x="103273" y="38731"/>
                  <a:pt x="102552" y="38357"/>
                  <a:pt x="101855" y="38034"/>
                </a:cubicBezTo>
                <a:cubicBezTo>
                  <a:pt x="101880" y="37959"/>
                  <a:pt x="101904" y="37909"/>
                  <a:pt x="101904" y="37835"/>
                </a:cubicBezTo>
                <a:close/>
                <a:moveTo>
                  <a:pt x="18693" y="39204"/>
                </a:moveTo>
                <a:cubicBezTo>
                  <a:pt x="18693" y="39228"/>
                  <a:pt x="18743" y="39228"/>
                  <a:pt x="18743" y="39278"/>
                </a:cubicBezTo>
                <a:lnTo>
                  <a:pt x="18668" y="39328"/>
                </a:lnTo>
                <a:cubicBezTo>
                  <a:pt x="18644" y="39303"/>
                  <a:pt x="18644" y="39303"/>
                  <a:pt x="18644" y="39278"/>
                </a:cubicBezTo>
                <a:lnTo>
                  <a:pt x="18693" y="39204"/>
                </a:lnTo>
                <a:close/>
                <a:moveTo>
                  <a:pt x="39428" y="20062"/>
                </a:moveTo>
                <a:cubicBezTo>
                  <a:pt x="39453" y="20237"/>
                  <a:pt x="39527" y="20411"/>
                  <a:pt x="39577" y="20560"/>
                </a:cubicBezTo>
                <a:cubicBezTo>
                  <a:pt x="39652" y="20734"/>
                  <a:pt x="39701" y="20934"/>
                  <a:pt x="39801" y="21183"/>
                </a:cubicBezTo>
                <a:cubicBezTo>
                  <a:pt x="39876" y="21382"/>
                  <a:pt x="39950" y="21606"/>
                  <a:pt x="40025" y="21780"/>
                </a:cubicBezTo>
                <a:cubicBezTo>
                  <a:pt x="40125" y="22054"/>
                  <a:pt x="40224" y="22352"/>
                  <a:pt x="40324" y="22626"/>
                </a:cubicBezTo>
                <a:cubicBezTo>
                  <a:pt x="40398" y="22751"/>
                  <a:pt x="40448" y="22875"/>
                  <a:pt x="40498" y="23024"/>
                </a:cubicBezTo>
                <a:cubicBezTo>
                  <a:pt x="40647" y="23398"/>
                  <a:pt x="40797" y="23771"/>
                  <a:pt x="40971" y="24169"/>
                </a:cubicBezTo>
                <a:cubicBezTo>
                  <a:pt x="40971" y="24169"/>
                  <a:pt x="40971" y="24219"/>
                  <a:pt x="41021" y="24219"/>
                </a:cubicBezTo>
                <a:cubicBezTo>
                  <a:pt x="41344" y="24916"/>
                  <a:pt x="41693" y="25713"/>
                  <a:pt x="42091" y="26484"/>
                </a:cubicBezTo>
                <a:cubicBezTo>
                  <a:pt x="41967" y="26584"/>
                  <a:pt x="41892" y="26659"/>
                  <a:pt x="41767" y="26758"/>
                </a:cubicBezTo>
                <a:cubicBezTo>
                  <a:pt x="41419" y="27032"/>
                  <a:pt x="41071" y="27331"/>
                  <a:pt x="40722" y="27629"/>
                </a:cubicBezTo>
                <a:cubicBezTo>
                  <a:pt x="40224" y="28028"/>
                  <a:pt x="39776" y="28476"/>
                  <a:pt x="39278" y="28874"/>
                </a:cubicBezTo>
                <a:cubicBezTo>
                  <a:pt x="38930" y="29197"/>
                  <a:pt x="38581" y="29471"/>
                  <a:pt x="38233" y="29770"/>
                </a:cubicBezTo>
                <a:cubicBezTo>
                  <a:pt x="37685" y="30268"/>
                  <a:pt x="37163" y="30766"/>
                  <a:pt x="36615" y="31263"/>
                </a:cubicBezTo>
                <a:cubicBezTo>
                  <a:pt x="36267" y="31612"/>
                  <a:pt x="35868" y="31960"/>
                  <a:pt x="35520" y="32334"/>
                </a:cubicBezTo>
                <a:cubicBezTo>
                  <a:pt x="35196" y="32607"/>
                  <a:pt x="34922" y="32881"/>
                  <a:pt x="34599" y="33205"/>
                </a:cubicBezTo>
                <a:cubicBezTo>
                  <a:pt x="34051" y="33728"/>
                  <a:pt x="33479" y="34300"/>
                  <a:pt x="32956" y="34848"/>
                </a:cubicBezTo>
                <a:lnTo>
                  <a:pt x="32010" y="35794"/>
                </a:lnTo>
                <a:cubicBezTo>
                  <a:pt x="31687" y="36117"/>
                  <a:pt x="31363" y="36466"/>
                  <a:pt x="31014" y="36814"/>
                </a:cubicBezTo>
                <a:lnTo>
                  <a:pt x="29446" y="38482"/>
                </a:lnTo>
                <a:cubicBezTo>
                  <a:pt x="29197" y="38780"/>
                  <a:pt x="28949" y="39029"/>
                  <a:pt x="28700" y="39303"/>
                </a:cubicBezTo>
                <a:lnTo>
                  <a:pt x="28650" y="39328"/>
                </a:lnTo>
                <a:cubicBezTo>
                  <a:pt x="26360" y="37934"/>
                  <a:pt x="24244" y="36839"/>
                  <a:pt x="22427" y="36117"/>
                </a:cubicBezTo>
                <a:cubicBezTo>
                  <a:pt x="22552" y="35993"/>
                  <a:pt x="22651" y="35843"/>
                  <a:pt x="22776" y="35719"/>
                </a:cubicBezTo>
                <a:cubicBezTo>
                  <a:pt x="22800" y="35669"/>
                  <a:pt x="22875" y="35594"/>
                  <a:pt x="22900" y="35569"/>
                </a:cubicBezTo>
                <a:cubicBezTo>
                  <a:pt x="23273" y="35097"/>
                  <a:pt x="23672" y="34624"/>
                  <a:pt x="24095" y="34176"/>
                </a:cubicBezTo>
                <a:cubicBezTo>
                  <a:pt x="24145" y="34101"/>
                  <a:pt x="24219" y="34001"/>
                  <a:pt x="24269" y="33952"/>
                </a:cubicBezTo>
                <a:cubicBezTo>
                  <a:pt x="24617" y="33578"/>
                  <a:pt x="24916" y="33205"/>
                  <a:pt x="25265" y="32831"/>
                </a:cubicBezTo>
                <a:cubicBezTo>
                  <a:pt x="25514" y="32558"/>
                  <a:pt x="25787" y="32259"/>
                  <a:pt x="26036" y="31960"/>
                </a:cubicBezTo>
                <a:cubicBezTo>
                  <a:pt x="26285" y="31687"/>
                  <a:pt x="26584" y="31363"/>
                  <a:pt x="26858" y="31089"/>
                </a:cubicBezTo>
                <a:cubicBezTo>
                  <a:pt x="26957" y="30990"/>
                  <a:pt x="27032" y="30890"/>
                  <a:pt x="27131" y="30766"/>
                </a:cubicBezTo>
                <a:cubicBezTo>
                  <a:pt x="27654" y="30218"/>
                  <a:pt x="28202" y="29645"/>
                  <a:pt x="28749" y="29123"/>
                </a:cubicBezTo>
                <a:lnTo>
                  <a:pt x="29496" y="28376"/>
                </a:lnTo>
                <a:cubicBezTo>
                  <a:pt x="30118" y="27779"/>
                  <a:pt x="30716" y="27206"/>
                  <a:pt x="31363" y="26609"/>
                </a:cubicBezTo>
                <a:cubicBezTo>
                  <a:pt x="31487" y="26484"/>
                  <a:pt x="31637" y="26360"/>
                  <a:pt x="31786" y="26235"/>
                </a:cubicBezTo>
                <a:cubicBezTo>
                  <a:pt x="32135" y="25887"/>
                  <a:pt x="32483" y="25588"/>
                  <a:pt x="32856" y="25265"/>
                </a:cubicBezTo>
                <a:cubicBezTo>
                  <a:pt x="33056" y="25115"/>
                  <a:pt x="33230" y="24916"/>
                  <a:pt x="33429" y="24767"/>
                </a:cubicBezTo>
                <a:cubicBezTo>
                  <a:pt x="33777" y="24468"/>
                  <a:pt x="34101" y="24169"/>
                  <a:pt x="34449" y="23896"/>
                </a:cubicBezTo>
                <a:cubicBezTo>
                  <a:pt x="34673" y="23721"/>
                  <a:pt x="34898" y="23522"/>
                  <a:pt x="35146" y="23348"/>
                </a:cubicBezTo>
                <a:cubicBezTo>
                  <a:pt x="35445" y="23099"/>
                  <a:pt x="35794" y="22800"/>
                  <a:pt x="36092" y="22552"/>
                </a:cubicBezTo>
                <a:cubicBezTo>
                  <a:pt x="36341" y="22377"/>
                  <a:pt x="36565" y="22178"/>
                  <a:pt x="36814" y="22004"/>
                </a:cubicBezTo>
                <a:cubicBezTo>
                  <a:pt x="36889" y="21929"/>
                  <a:pt x="36939" y="21904"/>
                  <a:pt x="37038" y="21855"/>
                </a:cubicBezTo>
                <a:cubicBezTo>
                  <a:pt x="37287" y="21655"/>
                  <a:pt x="37561" y="21431"/>
                  <a:pt x="37810" y="21257"/>
                </a:cubicBezTo>
                <a:cubicBezTo>
                  <a:pt x="38059" y="21058"/>
                  <a:pt x="38283" y="20909"/>
                  <a:pt x="38532" y="20734"/>
                </a:cubicBezTo>
                <a:cubicBezTo>
                  <a:pt x="38830" y="20510"/>
                  <a:pt x="39129" y="20286"/>
                  <a:pt x="39428" y="20062"/>
                </a:cubicBezTo>
                <a:close/>
                <a:moveTo>
                  <a:pt x="42215" y="26559"/>
                </a:moveTo>
                <a:cubicBezTo>
                  <a:pt x="42215" y="26609"/>
                  <a:pt x="42265" y="26609"/>
                  <a:pt x="42265" y="26634"/>
                </a:cubicBezTo>
                <a:cubicBezTo>
                  <a:pt x="42041" y="26858"/>
                  <a:pt x="41867" y="27007"/>
                  <a:pt x="41668" y="27131"/>
                </a:cubicBezTo>
                <a:cubicBezTo>
                  <a:pt x="41419" y="27355"/>
                  <a:pt x="41170" y="27530"/>
                  <a:pt x="40921" y="27754"/>
                </a:cubicBezTo>
                <a:cubicBezTo>
                  <a:pt x="40349" y="28227"/>
                  <a:pt x="39826" y="28700"/>
                  <a:pt x="39278" y="29197"/>
                </a:cubicBezTo>
                <a:cubicBezTo>
                  <a:pt x="38980" y="29446"/>
                  <a:pt x="38756" y="29645"/>
                  <a:pt x="38457" y="29894"/>
                </a:cubicBezTo>
                <a:cubicBezTo>
                  <a:pt x="37835" y="30467"/>
                  <a:pt x="37212" y="31014"/>
                  <a:pt x="36590" y="31612"/>
                </a:cubicBezTo>
                <a:cubicBezTo>
                  <a:pt x="36341" y="31861"/>
                  <a:pt x="36092" y="32085"/>
                  <a:pt x="35843" y="32334"/>
                </a:cubicBezTo>
                <a:cubicBezTo>
                  <a:pt x="35321" y="32831"/>
                  <a:pt x="34798" y="33329"/>
                  <a:pt x="34300" y="33827"/>
                </a:cubicBezTo>
                <a:lnTo>
                  <a:pt x="33728" y="34375"/>
                </a:lnTo>
                <a:cubicBezTo>
                  <a:pt x="33105" y="34997"/>
                  <a:pt x="32483" y="35619"/>
                  <a:pt x="31861" y="36266"/>
                </a:cubicBezTo>
                <a:lnTo>
                  <a:pt x="31363" y="36764"/>
                </a:lnTo>
                <a:cubicBezTo>
                  <a:pt x="30691" y="37486"/>
                  <a:pt x="29994" y="38208"/>
                  <a:pt x="29347" y="38930"/>
                </a:cubicBezTo>
                <a:lnTo>
                  <a:pt x="29247" y="39004"/>
                </a:lnTo>
                <a:cubicBezTo>
                  <a:pt x="29123" y="39154"/>
                  <a:pt x="28998" y="39278"/>
                  <a:pt x="28899" y="39378"/>
                </a:cubicBezTo>
                <a:cubicBezTo>
                  <a:pt x="28874" y="39378"/>
                  <a:pt x="28874" y="39353"/>
                  <a:pt x="28849" y="39353"/>
                </a:cubicBezTo>
                <a:lnTo>
                  <a:pt x="29969" y="38133"/>
                </a:lnTo>
                <a:cubicBezTo>
                  <a:pt x="30342" y="37735"/>
                  <a:pt x="30716" y="37362"/>
                  <a:pt x="31089" y="36963"/>
                </a:cubicBezTo>
                <a:cubicBezTo>
                  <a:pt x="31463" y="36565"/>
                  <a:pt x="31861" y="36142"/>
                  <a:pt x="32234" y="35769"/>
                </a:cubicBezTo>
                <a:lnTo>
                  <a:pt x="32881" y="35121"/>
                </a:lnTo>
                <a:cubicBezTo>
                  <a:pt x="33553" y="34474"/>
                  <a:pt x="34201" y="33827"/>
                  <a:pt x="34873" y="33155"/>
                </a:cubicBezTo>
                <a:cubicBezTo>
                  <a:pt x="35097" y="32956"/>
                  <a:pt x="35346" y="32732"/>
                  <a:pt x="35594" y="32483"/>
                </a:cubicBezTo>
                <a:lnTo>
                  <a:pt x="36988" y="31164"/>
                </a:lnTo>
                <a:cubicBezTo>
                  <a:pt x="37461" y="30741"/>
                  <a:pt x="37934" y="30342"/>
                  <a:pt x="38407" y="29894"/>
                </a:cubicBezTo>
                <a:cubicBezTo>
                  <a:pt x="38731" y="29596"/>
                  <a:pt x="39104" y="29272"/>
                  <a:pt x="39453" y="28924"/>
                </a:cubicBezTo>
                <a:cubicBezTo>
                  <a:pt x="39926" y="28525"/>
                  <a:pt x="40349" y="28152"/>
                  <a:pt x="40822" y="27754"/>
                </a:cubicBezTo>
                <a:cubicBezTo>
                  <a:pt x="41195" y="27430"/>
                  <a:pt x="41543" y="27131"/>
                  <a:pt x="41917" y="26808"/>
                </a:cubicBezTo>
                <a:cubicBezTo>
                  <a:pt x="42016" y="26733"/>
                  <a:pt x="42091" y="26659"/>
                  <a:pt x="42215" y="26559"/>
                </a:cubicBezTo>
                <a:close/>
                <a:moveTo>
                  <a:pt x="22377" y="36242"/>
                </a:moveTo>
                <a:cubicBezTo>
                  <a:pt x="24145" y="36938"/>
                  <a:pt x="26260" y="38034"/>
                  <a:pt x="28575" y="39428"/>
                </a:cubicBezTo>
                <a:cubicBezTo>
                  <a:pt x="28575" y="39452"/>
                  <a:pt x="28550" y="39452"/>
                  <a:pt x="28550" y="39477"/>
                </a:cubicBezTo>
                <a:cubicBezTo>
                  <a:pt x="26235" y="38083"/>
                  <a:pt x="24120" y="36988"/>
                  <a:pt x="22352" y="36316"/>
                </a:cubicBezTo>
                <a:cubicBezTo>
                  <a:pt x="22352" y="36291"/>
                  <a:pt x="22377" y="36291"/>
                  <a:pt x="22377" y="36242"/>
                </a:cubicBezTo>
                <a:close/>
                <a:moveTo>
                  <a:pt x="74350" y="39428"/>
                </a:moveTo>
                <a:cubicBezTo>
                  <a:pt x="74350" y="39453"/>
                  <a:pt x="74300" y="39527"/>
                  <a:pt x="74300" y="39552"/>
                </a:cubicBezTo>
                <a:lnTo>
                  <a:pt x="74300" y="39477"/>
                </a:lnTo>
                <a:cubicBezTo>
                  <a:pt x="74300" y="39453"/>
                  <a:pt x="74350" y="39452"/>
                  <a:pt x="74350" y="39428"/>
                </a:cubicBezTo>
                <a:close/>
                <a:moveTo>
                  <a:pt x="71886" y="33006"/>
                </a:moveTo>
                <a:lnTo>
                  <a:pt x="71911" y="33031"/>
                </a:lnTo>
                <a:cubicBezTo>
                  <a:pt x="71935" y="33354"/>
                  <a:pt x="72010" y="33703"/>
                  <a:pt x="72060" y="34051"/>
                </a:cubicBezTo>
                <a:cubicBezTo>
                  <a:pt x="72110" y="34126"/>
                  <a:pt x="72110" y="34225"/>
                  <a:pt x="72135" y="34325"/>
                </a:cubicBezTo>
                <a:cubicBezTo>
                  <a:pt x="72259" y="34823"/>
                  <a:pt x="72384" y="35296"/>
                  <a:pt x="72558" y="35744"/>
                </a:cubicBezTo>
                <a:cubicBezTo>
                  <a:pt x="72608" y="35843"/>
                  <a:pt x="72632" y="35943"/>
                  <a:pt x="72657" y="35993"/>
                </a:cubicBezTo>
                <a:cubicBezTo>
                  <a:pt x="72807" y="36466"/>
                  <a:pt x="73006" y="36938"/>
                  <a:pt x="73230" y="37362"/>
                </a:cubicBezTo>
                <a:cubicBezTo>
                  <a:pt x="73255" y="37436"/>
                  <a:pt x="73280" y="37486"/>
                  <a:pt x="73304" y="37586"/>
                </a:cubicBezTo>
                <a:cubicBezTo>
                  <a:pt x="73479" y="37934"/>
                  <a:pt x="73653" y="38308"/>
                  <a:pt x="73877" y="38656"/>
                </a:cubicBezTo>
                <a:lnTo>
                  <a:pt x="73877" y="38706"/>
                </a:lnTo>
                <a:cubicBezTo>
                  <a:pt x="73852" y="38805"/>
                  <a:pt x="73852" y="38855"/>
                  <a:pt x="73852" y="38955"/>
                </a:cubicBezTo>
                <a:cubicBezTo>
                  <a:pt x="73802" y="39179"/>
                  <a:pt x="73753" y="39353"/>
                  <a:pt x="73678" y="39577"/>
                </a:cubicBezTo>
                <a:cubicBezTo>
                  <a:pt x="72184" y="37934"/>
                  <a:pt x="71039" y="36042"/>
                  <a:pt x="70268" y="33927"/>
                </a:cubicBezTo>
                <a:cubicBezTo>
                  <a:pt x="70790" y="33603"/>
                  <a:pt x="71363" y="33304"/>
                  <a:pt x="71886" y="33006"/>
                </a:cubicBezTo>
                <a:close/>
                <a:moveTo>
                  <a:pt x="28725" y="39552"/>
                </a:moveTo>
                <a:cubicBezTo>
                  <a:pt x="28749" y="39552"/>
                  <a:pt x="28749" y="39577"/>
                  <a:pt x="28774" y="39577"/>
                </a:cubicBezTo>
                <a:cubicBezTo>
                  <a:pt x="28774" y="39602"/>
                  <a:pt x="28749" y="39602"/>
                  <a:pt x="28749" y="39627"/>
                </a:cubicBezTo>
                <a:cubicBezTo>
                  <a:pt x="28725" y="39577"/>
                  <a:pt x="28725" y="39577"/>
                  <a:pt x="28700" y="39577"/>
                </a:cubicBezTo>
                <a:lnTo>
                  <a:pt x="28725" y="39552"/>
                </a:lnTo>
                <a:close/>
                <a:moveTo>
                  <a:pt x="21481" y="36192"/>
                </a:moveTo>
                <a:cubicBezTo>
                  <a:pt x="21581" y="36217"/>
                  <a:pt x="21631" y="36242"/>
                  <a:pt x="21730" y="36291"/>
                </a:cubicBezTo>
                <a:cubicBezTo>
                  <a:pt x="20859" y="37411"/>
                  <a:pt x="19988" y="38532"/>
                  <a:pt x="19166" y="39677"/>
                </a:cubicBezTo>
                <a:cubicBezTo>
                  <a:pt x="19092" y="39502"/>
                  <a:pt x="19017" y="39378"/>
                  <a:pt x="18917" y="39253"/>
                </a:cubicBezTo>
                <a:cubicBezTo>
                  <a:pt x="19764" y="38233"/>
                  <a:pt x="20610" y="37212"/>
                  <a:pt x="21481" y="36192"/>
                </a:cubicBezTo>
                <a:close/>
                <a:moveTo>
                  <a:pt x="74026" y="38855"/>
                </a:moveTo>
                <a:lnTo>
                  <a:pt x="74051" y="38880"/>
                </a:lnTo>
                <a:lnTo>
                  <a:pt x="74051" y="38930"/>
                </a:lnTo>
                <a:lnTo>
                  <a:pt x="74051" y="38980"/>
                </a:lnTo>
                <a:lnTo>
                  <a:pt x="73877" y="39726"/>
                </a:lnTo>
                <a:lnTo>
                  <a:pt x="73852" y="39701"/>
                </a:lnTo>
                <a:lnTo>
                  <a:pt x="73802" y="39677"/>
                </a:lnTo>
                <a:cubicBezTo>
                  <a:pt x="73877" y="39477"/>
                  <a:pt x="73927" y="39228"/>
                  <a:pt x="74001" y="38955"/>
                </a:cubicBezTo>
                <a:cubicBezTo>
                  <a:pt x="74001" y="38930"/>
                  <a:pt x="74001" y="38905"/>
                  <a:pt x="74026" y="38855"/>
                </a:cubicBezTo>
                <a:close/>
                <a:moveTo>
                  <a:pt x="102004" y="37561"/>
                </a:moveTo>
                <a:cubicBezTo>
                  <a:pt x="102352" y="37735"/>
                  <a:pt x="102676" y="37909"/>
                  <a:pt x="103000" y="38108"/>
                </a:cubicBezTo>
                <a:cubicBezTo>
                  <a:pt x="103024" y="38108"/>
                  <a:pt x="103024" y="38158"/>
                  <a:pt x="103049" y="38158"/>
                </a:cubicBezTo>
                <a:cubicBezTo>
                  <a:pt x="103796" y="38606"/>
                  <a:pt x="104493" y="39179"/>
                  <a:pt x="105066" y="39776"/>
                </a:cubicBezTo>
                <a:cubicBezTo>
                  <a:pt x="105072" y="39783"/>
                  <a:pt x="105074" y="39786"/>
                  <a:pt x="105071" y="39786"/>
                </a:cubicBezTo>
                <a:cubicBezTo>
                  <a:pt x="105064" y="39786"/>
                  <a:pt x="105027" y="39763"/>
                  <a:pt x="104991" y="39726"/>
                </a:cubicBezTo>
                <a:lnTo>
                  <a:pt x="104966" y="39701"/>
                </a:lnTo>
                <a:cubicBezTo>
                  <a:pt x="104916" y="39677"/>
                  <a:pt x="104891" y="39677"/>
                  <a:pt x="104866" y="39652"/>
                </a:cubicBezTo>
                <a:cubicBezTo>
                  <a:pt x="104667" y="39452"/>
                  <a:pt x="104493" y="39278"/>
                  <a:pt x="104269" y="39104"/>
                </a:cubicBezTo>
                <a:cubicBezTo>
                  <a:pt x="104219" y="39079"/>
                  <a:pt x="104145" y="39029"/>
                  <a:pt x="104120" y="38980"/>
                </a:cubicBezTo>
                <a:cubicBezTo>
                  <a:pt x="103871" y="38805"/>
                  <a:pt x="103647" y="38606"/>
                  <a:pt x="103373" y="38432"/>
                </a:cubicBezTo>
                <a:cubicBezTo>
                  <a:pt x="103348" y="38407"/>
                  <a:pt x="103273" y="38357"/>
                  <a:pt x="103224" y="38332"/>
                </a:cubicBezTo>
                <a:cubicBezTo>
                  <a:pt x="103149" y="38308"/>
                  <a:pt x="103099" y="38233"/>
                  <a:pt x="103024" y="38208"/>
                </a:cubicBezTo>
                <a:lnTo>
                  <a:pt x="103000" y="38183"/>
                </a:lnTo>
                <a:lnTo>
                  <a:pt x="102975" y="38158"/>
                </a:lnTo>
                <a:lnTo>
                  <a:pt x="102925" y="38108"/>
                </a:lnTo>
                <a:cubicBezTo>
                  <a:pt x="102751" y="38034"/>
                  <a:pt x="102576" y="37909"/>
                  <a:pt x="102402" y="37810"/>
                </a:cubicBezTo>
                <a:cubicBezTo>
                  <a:pt x="102377" y="37785"/>
                  <a:pt x="102303" y="37785"/>
                  <a:pt x="102253" y="37735"/>
                </a:cubicBezTo>
                <a:cubicBezTo>
                  <a:pt x="102153" y="37710"/>
                  <a:pt x="102079" y="37660"/>
                  <a:pt x="102004" y="37611"/>
                </a:cubicBezTo>
                <a:lnTo>
                  <a:pt x="102004" y="37586"/>
                </a:lnTo>
                <a:lnTo>
                  <a:pt x="102004" y="37561"/>
                </a:lnTo>
                <a:close/>
                <a:moveTo>
                  <a:pt x="70069" y="34001"/>
                </a:moveTo>
                <a:cubicBezTo>
                  <a:pt x="70890" y="36117"/>
                  <a:pt x="72060" y="38083"/>
                  <a:pt x="73603" y="39801"/>
                </a:cubicBezTo>
                <a:lnTo>
                  <a:pt x="73529" y="39801"/>
                </a:lnTo>
                <a:cubicBezTo>
                  <a:pt x="72010" y="38108"/>
                  <a:pt x="70815" y="36192"/>
                  <a:pt x="70019" y="34026"/>
                </a:cubicBezTo>
                <a:cubicBezTo>
                  <a:pt x="70044" y="34026"/>
                  <a:pt x="70044" y="34001"/>
                  <a:pt x="70069" y="34001"/>
                </a:cubicBezTo>
                <a:close/>
                <a:moveTo>
                  <a:pt x="42265" y="26907"/>
                </a:moveTo>
                <a:cubicBezTo>
                  <a:pt x="42415" y="27107"/>
                  <a:pt x="42539" y="27281"/>
                  <a:pt x="42639" y="27505"/>
                </a:cubicBezTo>
                <a:cubicBezTo>
                  <a:pt x="37660" y="31089"/>
                  <a:pt x="33230" y="35345"/>
                  <a:pt x="29621" y="39851"/>
                </a:cubicBezTo>
                <a:cubicBezTo>
                  <a:pt x="29446" y="39726"/>
                  <a:pt x="29247" y="39602"/>
                  <a:pt x="29073" y="39527"/>
                </a:cubicBezTo>
                <a:cubicBezTo>
                  <a:pt x="29098" y="39477"/>
                  <a:pt x="29123" y="39428"/>
                  <a:pt x="29148" y="39403"/>
                </a:cubicBezTo>
                <a:cubicBezTo>
                  <a:pt x="29272" y="39228"/>
                  <a:pt x="29421" y="39104"/>
                  <a:pt x="29571" y="38955"/>
                </a:cubicBezTo>
                <a:cubicBezTo>
                  <a:pt x="30168" y="38308"/>
                  <a:pt x="30790" y="37660"/>
                  <a:pt x="31363" y="37038"/>
                </a:cubicBezTo>
                <a:cubicBezTo>
                  <a:pt x="31612" y="36789"/>
                  <a:pt x="31836" y="36540"/>
                  <a:pt x="32085" y="36316"/>
                </a:cubicBezTo>
                <a:cubicBezTo>
                  <a:pt x="32558" y="35818"/>
                  <a:pt x="33056" y="35345"/>
                  <a:pt x="33528" y="34848"/>
                </a:cubicBezTo>
                <a:lnTo>
                  <a:pt x="34549" y="33827"/>
                </a:lnTo>
                <a:cubicBezTo>
                  <a:pt x="34972" y="33429"/>
                  <a:pt x="35420" y="32981"/>
                  <a:pt x="35843" y="32583"/>
                </a:cubicBezTo>
                <a:cubicBezTo>
                  <a:pt x="36167" y="32309"/>
                  <a:pt x="36441" y="32010"/>
                  <a:pt x="36764" y="31736"/>
                </a:cubicBezTo>
                <a:cubicBezTo>
                  <a:pt x="37337" y="31214"/>
                  <a:pt x="37934" y="30641"/>
                  <a:pt x="38532" y="30118"/>
                </a:cubicBezTo>
                <a:cubicBezTo>
                  <a:pt x="38805" y="29869"/>
                  <a:pt x="39129" y="29596"/>
                  <a:pt x="39403" y="29347"/>
                </a:cubicBezTo>
                <a:cubicBezTo>
                  <a:pt x="39901" y="28899"/>
                  <a:pt x="40374" y="28500"/>
                  <a:pt x="40871" y="28077"/>
                </a:cubicBezTo>
                <a:cubicBezTo>
                  <a:pt x="41145" y="27828"/>
                  <a:pt x="41419" y="27579"/>
                  <a:pt x="41693" y="27355"/>
                </a:cubicBezTo>
                <a:cubicBezTo>
                  <a:pt x="41892" y="27206"/>
                  <a:pt x="42066" y="27032"/>
                  <a:pt x="42265" y="26907"/>
                </a:cubicBezTo>
                <a:close/>
                <a:moveTo>
                  <a:pt x="22004" y="36316"/>
                </a:moveTo>
                <a:cubicBezTo>
                  <a:pt x="21083" y="37536"/>
                  <a:pt x="20212" y="38706"/>
                  <a:pt x="19341" y="39901"/>
                </a:cubicBezTo>
                <a:cubicBezTo>
                  <a:pt x="19291" y="39851"/>
                  <a:pt x="19291" y="39851"/>
                  <a:pt x="19291" y="39826"/>
                </a:cubicBezTo>
                <a:cubicBezTo>
                  <a:pt x="20137" y="38656"/>
                  <a:pt x="21008" y="37486"/>
                  <a:pt x="21954" y="36316"/>
                </a:cubicBezTo>
                <a:close/>
                <a:moveTo>
                  <a:pt x="18818" y="39428"/>
                </a:moveTo>
                <a:cubicBezTo>
                  <a:pt x="18893" y="39577"/>
                  <a:pt x="18992" y="39701"/>
                  <a:pt x="19092" y="39851"/>
                </a:cubicBezTo>
                <a:cubicBezTo>
                  <a:pt x="19092" y="39901"/>
                  <a:pt x="19042" y="39901"/>
                  <a:pt x="19042" y="39925"/>
                </a:cubicBezTo>
                <a:cubicBezTo>
                  <a:pt x="18967" y="39776"/>
                  <a:pt x="18868" y="39627"/>
                  <a:pt x="18768" y="39477"/>
                </a:cubicBezTo>
                <a:lnTo>
                  <a:pt x="18818" y="39428"/>
                </a:lnTo>
                <a:close/>
                <a:moveTo>
                  <a:pt x="69870" y="34151"/>
                </a:moveTo>
                <a:cubicBezTo>
                  <a:pt x="70641" y="36167"/>
                  <a:pt x="71736" y="38034"/>
                  <a:pt x="73155" y="39677"/>
                </a:cubicBezTo>
                <a:lnTo>
                  <a:pt x="73130" y="39677"/>
                </a:lnTo>
                <a:cubicBezTo>
                  <a:pt x="73056" y="39677"/>
                  <a:pt x="73031" y="39652"/>
                  <a:pt x="72981" y="39652"/>
                </a:cubicBezTo>
                <a:cubicBezTo>
                  <a:pt x="72906" y="39652"/>
                  <a:pt x="72881" y="39602"/>
                  <a:pt x="72807" y="39602"/>
                </a:cubicBezTo>
                <a:cubicBezTo>
                  <a:pt x="72707" y="39577"/>
                  <a:pt x="72608" y="39577"/>
                  <a:pt x="72508" y="39552"/>
                </a:cubicBezTo>
                <a:lnTo>
                  <a:pt x="71935" y="39452"/>
                </a:lnTo>
                <a:cubicBezTo>
                  <a:pt x="71836" y="39452"/>
                  <a:pt x="71786" y="39428"/>
                  <a:pt x="71687" y="39428"/>
                </a:cubicBezTo>
                <a:lnTo>
                  <a:pt x="71438" y="39428"/>
                </a:lnTo>
                <a:cubicBezTo>
                  <a:pt x="71089" y="39403"/>
                  <a:pt x="70716" y="39353"/>
                  <a:pt x="70392" y="39353"/>
                </a:cubicBezTo>
                <a:lnTo>
                  <a:pt x="70342" y="39353"/>
                </a:lnTo>
                <a:cubicBezTo>
                  <a:pt x="70069" y="39353"/>
                  <a:pt x="69820" y="39353"/>
                  <a:pt x="69546" y="39403"/>
                </a:cubicBezTo>
                <a:cubicBezTo>
                  <a:pt x="69421" y="39403"/>
                  <a:pt x="69297" y="39428"/>
                  <a:pt x="69173" y="39428"/>
                </a:cubicBezTo>
                <a:cubicBezTo>
                  <a:pt x="69023" y="39428"/>
                  <a:pt x="68849" y="39452"/>
                  <a:pt x="68700" y="39452"/>
                </a:cubicBezTo>
                <a:cubicBezTo>
                  <a:pt x="68650" y="39452"/>
                  <a:pt x="68600" y="39452"/>
                  <a:pt x="68550" y="39477"/>
                </a:cubicBezTo>
                <a:cubicBezTo>
                  <a:pt x="68451" y="39477"/>
                  <a:pt x="68351" y="39527"/>
                  <a:pt x="68276" y="39527"/>
                </a:cubicBezTo>
                <a:cubicBezTo>
                  <a:pt x="68152" y="39552"/>
                  <a:pt x="68003" y="39552"/>
                  <a:pt x="67853" y="39577"/>
                </a:cubicBezTo>
                <a:cubicBezTo>
                  <a:pt x="67779" y="39577"/>
                  <a:pt x="67679" y="39602"/>
                  <a:pt x="67580" y="39627"/>
                </a:cubicBezTo>
                <a:lnTo>
                  <a:pt x="67530" y="39627"/>
                </a:lnTo>
                <a:cubicBezTo>
                  <a:pt x="67455" y="39627"/>
                  <a:pt x="67430" y="39677"/>
                  <a:pt x="67380" y="39677"/>
                </a:cubicBezTo>
                <a:cubicBezTo>
                  <a:pt x="67256" y="39701"/>
                  <a:pt x="67107" y="39701"/>
                  <a:pt x="67007" y="39726"/>
                </a:cubicBezTo>
                <a:lnTo>
                  <a:pt x="66957" y="39726"/>
                </a:lnTo>
                <a:cubicBezTo>
                  <a:pt x="66808" y="39751"/>
                  <a:pt x="66609" y="39826"/>
                  <a:pt x="66459" y="39851"/>
                </a:cubicBezTo>
                <a:cubicBezTo>
                  <a:pt x="66335" y="39876"/>
                  <a:pt x="66211" y="39925"/>
                  <a:pt x="66111" y="39950"/>
                </a:cubicBezTo>
                <a:cubicBezTo>
                  <a:pt x="66061" y="39975"/>
                  <a:pt x="65962" y="39975"/>
                  <a:pt x="65912" y="40000"/>
                </a:cubicBezTo>
                <a:cubicBezTo>
                  <a:pt x="65240" y="39328"/>
                  <a:pt x="64667" y="38581"/>
                  <a:pt x="64070" y="37810"/>
                </a:cubicBezTo>
                <a:cubicBezTo>
                  <a:pt x="65987" y="36490"/>
                  <a:pt x="67928" y="35246"/>
                  <a:pt x="69870" y="34151"/>
                </a:cubicBezTo>
                <a:close/>
                <a:moveTo>
                  <a:pt x="42754" y="27719"/>
                </a:moveTo>
                <a:cubicBezTo>
                  <a:pt x="42763" y="27719"/>
                  <a:pt x="42763" y="27736"/>
                  <a:pt x="42763" y="27754"/>
                </a:cubicBezTo>
                <a:cubicBezTo>
                  <a:pt x="37810" y="31313"/>
                  <a:pt x="33429" y="35545"/>
                  <a:pt x="29845" y="40025"/>
                </a:cubicBezTo>
                <a:cubicBezTo>
                  <a:pt x="29820" y="40025"/>
                  <a:pt x="29820" y="39975"/>
                  <a:pt x="29795" y="39975"/>
                </a:cubicBezTo>
                <a:cubicBezTo>
                  <a:pt x="33404" y="35495"/>
                  <a:pt x="37785" y="31263"/>
                  <a:pt x="42738" y="27729"/>
                </a:cubicBezTo>
                <a:cubicBezTo>
                  <a:pt x="42745" y="27722"/>
                  <a:pt x="42751" y="27719"/>
                  <a:pt x="42754" y="27719"/>
                </a:cubicBezTo>
                <a:close/>
                <a:moveTo>
                  <a:pt x="101805" y="38208"/>
                </a:moveTo>
                <a:cubicBezTo>
                  <a:pt x="102800" y="38681"/>
                  <a:pt x="103771" y="39204"/>
                  <a:pt x="104717" y="39801"/>
                </a:cubicBezTo>
                <a:cubicBezTo>
                  <a:pt x="104767" y="39851"/>
                  <a:pt x="104866" y="39925"/>
                  <a:pt x="104916" y="40025"/>
                </a:cubicBezTo>
                <a:cubicBezTo>
                  <a:pt x="103896" y="39353"/>
                  <a:pt x="102875" y="38780"/>
                  <a:pt x="101780" y="38283"/>
                </a:cubicBezTo>
                <a:cubicBezTo>
                  <a:pt x="101780" y="38233"/>
                  <a:pt x="101780" y="38233"/>
                  <a:pt x="101805" y="38208"/>
                </a:cubicBezTo>
                <a:close/>
                <a:moveTo>
                  <a:pt x="28949" y="39652"/>
                </a:moveTo>
                <a:cubicBezTo>
                  <a:pt x="29123" y="39776"/>
                  <a:pt x="29322" y="39851"/>
                  <a:pt x="29496" y="39975"/>
                </a:cubicBezTo>
                <a:cubicBezTo>
                  <a:pt x="29496" y="40025"/>
                  <a:pt x="29496" y="40050"/>
                  <a:pt x="29471" y="40050"/>
                </a:cubicBezTo>
                <a:cubicBezTo>
                  <a:pt x="29297" y="39925"/>
                  <a:pt x="29098" y="39801"/>
                  <a:pt x="28924" y="39701"/>
                </a:cubicBezTo>
                <a:cubicBezTo>
                  <a:pt x="28924" y="39677"/>
                  <a:pt x="28949" y="39677"/>
                  <a:pt x="28949" y="39652"/>
                </a:cubicBezTo>
                <a:close/>
                <a:moveTo>
                  <a:pt x="63896" y="37859"/>
                </a:moveTo>
                <a:cubicBezTo>
                  <a:pt x="64443" y="38606"/>
                  <a:pt x="65041" y="39353"/>
                  <a:pt x="65688" y="40025"/>
                </a:cubicBezTo>
                <a:cubicBezTo>
                  <a:pt x="65663" y="40025"/>
                  <a:pt x="65638" y="40025"/>
                  <a:pt x="65588" y="40050"/>
                </a:cubicBezTo>
                <a:cubicBezTo>
                  <a:pt x="64966" y="39403"/>
                  <a:pt x="64393" y="38681"/>
                  <a:pt x="63821" y="37909"/>
                </a:cubicBezTo>
                <a:cubicBezTo>
                  <a:pt x="63846" y="37909"/>
                  <a:pt x="63846" y="37859"/>
                  <a:pt x="63896" y="37859"/>
                </a:cubicBezTo>
                <a:close/>
                <a:moveTo>
                  <a:pt x="74350" y="39925"/>
                </a:moveTo>
                <a:lnTo>
                  <a:pt x="74350" y="40050"/>
                </a:lnTo>
                <a:cubicBezTo>
                  <a:pt x="74350" y="40050"/>
                  <a:pt x="74300" y="40050"/>
                  <a:pt x="74300" y="40025"/>
                </a:cubicBezTo>
                <a:cubicBezTo>
                  <a:pt x="74300" y="39975"/>
                  <a:pt x="74350" y="39950"/>
                  <a:pt x="74350" y="39925"/>
                </a:cubicBezTo>
                <a:close/>
                <a:moveTo>
                  <a:pt x="19166" y="40050"/>
                </a:moveTo>
                <a:cubicBezTo>
                  <a:pt x="19216" y="40075"/>
                  <a:pt x="19216" y="40075"/>
                  <a:pt x="19216" y="40100"/>
                </a:cubicBezTo>
                <a:cubicBezTo>
                  <a:pt x="19216" y="40125"/>
                  <a:pt x="19166" y="40125"/>
                  <a:pt x="19166" y="40174"/>
                </a:cubicBezTo>
                <a:cubicBezTo>
                  <a:pt x="19166" y="40174"/>
                  <a:pt x="19166" y="40125"/>
                  <a:pt x="19141" y="40125"/>
                </a:cubicBezTo>
                <a:lnTo>
                  <a:pt x="19141" y="40100"/>
                </a:lnTo>
                <a:cubicBezTo>
                  <a:pt x="19141" y="40075"/>
                  <a:pt x="19166" y="40050"/>
                  <a:pt x="19166" y="40050"/>
                </a:cubicBezTo>
                <a:close/>
                <a:moveTo>
                  <a:pt x="29670" y="40075"/>
                </a:moveTo>
                <a:cubicBezTo>
                  <a:pt x="29695" y="40075"/>
                  <a:pt x="29695" y="40100"/>
                  <a:pt x="29720" y="40100"/>
                </a:cubicBezTo>
                <a:cubicBezTo>
                  <a:pt x="29720" y="40149"/>
                  <a:pt x="29695" y="40149"/>
                  <a:pt x="29695" y="40174"/>
                </a:cubicBezTo>
                <a:cubicBezTo>
                  <a:pt x="29670" y="40174"/>
                  <a:pt x="29670" y="40174"/>
                  <a:pt x="29621" y="40149"/>
                </a:cubicBezTo>
                <a:cubicBezTo>
                  <a:pt x="29621" y="40100"/>
                  <a:pt x="29670" y="40100"/>
                  <a:pt x="29670" y="40075"/>
                </a:cubicBezTo>
                <a:close/>
                <a:moveTo>
                  <a:pt x="70392" y="39577"/>
                </a:moveTo>
                <a:cubicBezTo>
                  <a:pt x="70815" y="39577"/>
                  <a:pt x="71189" y="39602"/>
                  <a:pt x="71587" y="39627"/>
                </a:cubicBezTo>
                <a:cubicBezTo>
                  <a:pt x="71687" y="39627"/>
                  <a:pt x="71786" y="39677"/>
                  <a:pt x="71886" y="39677"/>
                </a:cubicBezTo>
                <a:cubicBezTo>
                  <a:pt x="71960" y="39677"/>
                  <a:pt x="72035" y="39701"/>
                  <a:pt x="72135" y="39701"/>
                </a:cubicBezTo>
                <a:cubicBezTo>
                  <a:pt x="72408" y="39726"/>
                  <a:pt x="72707" y="39801"/>
                  <a:pt x="73006" y="39851"/>
                </a:cubicBezTo>
                <a:cubicBezTo>
                  <a:pt x="73155" y="39876"/>
                  <a:pt x="73280" y="39950"/>
                  <a:pt x="73429" y="39975"/>
                </a:cubicBezTo>
                <a:lnTo>
                  <a:pt x="73454" y="40000"/>
                </a:lnTo>
                <a:lnTo>
                  <a:pt x="73504" y="40050"/>
                </a:lnTo>
                <a:cubicBezTo>
                  <a:pt x="73479" y="40025"/>
                  <a:pt x="73404" y="39975"/>
                  <a:pt x="73379" y="39975"/>
                </a:cubicBezTo>
                <a:cubicBezTo>
                  <a:pt x="73304" y="39950"/>
                  <a:pt x="73255" y="39950"/>
                  <a:pt x="73180" y="39925"/>
                </a:cubicBezTo>
                <a:cubicBezTo>
                  <a:pt x="73155" y="39925"/>
                  <a:pt x="73080" y="39901"/>
                  <a:pt x="73056" y="39901"/>
                </a:cubicBezTo>
                <a:lnTo>
                  <a:pt x="73006" y="39901"/>
                </a:lnTo>
                <a:cubicBezTo>
                  <a:pt x="72906" y="39851"/>
                  <a:pt x="72807" y="39851"/>
                  <a:pt x="72707" y="39826"/>
                </a:cubicBezTo>
                <a:cubicBezTo>
                  <a:pt x="72657" y="39826"/>
                  <a:pt x="72608" y="39801"/>
                  <a:pt x="72533" y="39801"/>
                </a:cubicBezTo>
                <a:cubicBezTo>
                  <a:pt x="72408" y="39776"/>
                  <a:pt x="72309" y="39726"/>
                  <a:pt x="72184" y="39726"/>
                </a:cubicBezTo>
                <a:cubicBezTo>
                  <a:pt x="72085" y="39726"/>
                  <a:pt x="72010" y="39701"/>
                  <a:pt x="71911" y="39701"/>
                </a:cubicBezTo>
                <a:cubicBezTo>
                  <a:pt x="71836" y="39701"/>
                  <a:pt x="71786" y="39677"/>
                  <a:pt x="71711" y="39677"/>
                </a:cubicBezTo>
                <a:lnTo>
                  <a:pt x="71537" y="39677"/>
                </a:lnTo>
                <a:cubicBezTo>
                  <a:pt x="71438" y="39677"/>
                  <a:pt x="71388" y="39652"/>
                  <a:pt x="71288" y="39652"/>
                </a:cubicBezTo>
                <a:lnTo>
                  <a:pt x="71064" y="39652"/>
                </a:lnTo>
                <a:cubicBezTo>
                  <a:pt x="70840" y="39652"/>
                  <a:pt x="70641" y="39602"/>
                  <a:pt x="70417" y="39602"/>
                </a:cubicBezTo>
                <a:lnTo>
                  <a:pt x="70318" y="39602"/>
                </a:lnTo>
                <a:cubicBezTo>
                  <a:pt x="70069" y="39602"/>
                  <a:pt x="69795" y="39602"/>
                  <a:pt x="69546" y="39652"/>
                </a:cubicBezTo>
                <a:cubicBezTo>
                  <a:pt x="69446" y="39652"/>
                  <a:pt x="69347" y="39652"/>
                  <a:pt x="69272" y="39677"/>
                </a:cubicBezTo>
                <a:lnTo>
                  <a:pt x="68973" y="39677"/>
                </a:lnTo>
                <a:cubicBezTo>
                  <a:pt x="68899" y="39677"/>
                  <a:pt x="68799" y="39677"/>
                  <a:pt x="68700" y="39701"/>
                </a:cubicBezTo>
                <a:cubicBezTo>
                  <a:pt x="68550" y="39726"/>
                  <a:pt x="68401" y="39726"/>
                  <a:pt x="68202" y="39776"/>
                </a:cubicBezTo>
                <a:cubicBezTo>
                  <a:pt x="68077" y="39801"/>
                  <a:pt x="67978" y="39801"/>
                  <a:pt x="67853" y="39801"/>
                </a:cubicBezTo>
                <a:cubicBezTo>
                  <a:pt x="67779" y="39801"/>
                  <a:pt x="67679" y="39826"/>
                  <a:pt x="67580" y="39851"/>
                </a:cubicBezTo>
                <a:cubicBezTo>
                  <a:pt x="67480" y="39901"/>
                  <a:pt x="67405" y="39901"/>
                  <a:pt x="67331" y="39925"/>
                </a:cubicBezTo>
                <a:cubicBezTo>
                  <a:pt x="67281" y="39925"/>
                  <a:pt x="67181" y="39950"/>
                  <a:pt x="67107" y="39950"/>
                </a:cubicBezTo>
                <a:cubicBezTo>
                  <a:pt x="67082" y="39950"/>
                  <a:pt x="67057" y="39950"/>
                  <a:pt x="67032" y="39975"/>
                </a:cubicBezTo>
                <a:lnTo>
                  <a:pt x="66982" y="39975"/>
                </a:lnTo>
                <a:cubicBezTo>
                  <a:pt x="66808" y="40025"/>
                  <a:pt x="66609" y="40075"/>
                  <a:pt x="66435" y="40100"/>
                </a:cubicBezTo>
                <a:cubicBezTo>
                  <a:pt x="66360" y="40100"/>
                  <a:pt x="66335" y="40149"/>
                  <a:pt x="66285" y="40149"/>
                </a:cubicBezTo>
                <a:cubicBezTo>
                  <a:pt x="66211" y="40149"/>
                  <a:pt x="66186" y="40174"/>
                  <a:pt x="66111" y="40174"/>
                </a:cubicBezTo>
                <a:cubicBezTo>
                  <a:pt x="66086" y="40174"/>
                  <a:pt x="66061" y="40174"/>
                  <a:pt x="66036" y="40199"/>
                </a:cubicBezTo>
                <a:lnTo>
                  <a:pt x="65987" y="40174"/>
                </a:lnTo>
                <a:cubicBezTo>
                  <a:pt x="66036" y="40174"/>
                  <a:pt x="66061" y="40149"/>
                  <a:pt x="66111" y="40149"/>
                </a:cubicBezTo>
                <a:cubicBezTo>
                  <a:pt x="66211" y="40100"/>
                  <a:pt x="66310" y="40100"/>
                  <a:pt x="66410" y="40075"/>
                </a:cubicBezTo>
                <a:cubicBezTo>
                  <a:pt x="66584" y="40025"/>
                  <a:pt x="66808" y="39975"/>
                  <a:pt x="66982" y="39950"/>
                </a:cubicBezTo>
                <a:cubicBezTo>
                  <a:pt x="67156" y="39925"/>
                  <a:pt x="67306" y="39901"/>
                  <a:pt x="67430" y="39851"/>
                </a:cubicBezTo>
                <a:cubicBezTo>
                  <a:pt x="67555" y="39826"/>
                  <a:pt x="67704" y="39801"/>
                  <a:pt x="67828" y="39801"/>
                </a:cubicBezTo>
                <a:cubicBezTo>
                  <a:pt x="68052" y="39776"/>
                  <a:pt x="68301" y="39726"/>
                  <a:pt x="68525" y="39701"/>
                </a:cubicBezTo>
                <a:cubicBezTo>
                  <a:pt x="68575" y="39701"/>
                  <a:pt x="68650" y="39677"/>
                  <a:pt x="68700" y="39677"/>
                </a:cubicBezTo>
                <a:cubicBezTo>
                  <a:pt x="69272" y="39602"/>
                  <a:pt x="69820" y="39577"/>
                  <a:pt x="70342" y="39577"/>
                </a:cubicBezTo>
                <a:close/>
                <a:moveTo>
                  <a:pt x="74549" y="39726"/>
                </a:moveTo>
                <a:cubicBezTo>
                  <a:pt x="74599" y="39801"/>
                  <a:pt x="74649" y="39851"/>
                  <a:pt x="74674" y="39925"/>
                </a:cubicBezTo>
                <a:cubicBezTo>
                  <a:pt x="74723" y="40000"/>
                  <a:pt x="74748" y="40100"/>
                  <a:pt x="74773" y="40174"/>
                </a:cubicBezTo>
                <a:cubicBezTo>
                  <a:pt x="74773" y="40199"/>
                  <a:pt x="74773" y="40199"/>
                  <a:pt x="74798" y="40224"/>
                </a:cubicBezTo>
                <a:lnTo>
                  <a:pt x="74773" y="40199"/>
                </a:lnTo>
                <a:lnTo>
                  <a:pt x="74798" y="40249"/>
                </a:lnTo>
                <a:cubicBezTo>
                  <a:pt x="74773" y="40249"/>
                  <a:pt x="74773" y="40249"/>
                  <a:pt x="74748" y="40224"/>
                </a:cubicBezTo>
                <a:cubicBezTo>
                  <a:pt x="74674" y="40199"/>
                  <a:pt x="74599" y="40174"/>
                  <a:pt x="74524" y="40125"/>
                </a:cubicBezTo>
                <a:cubicBezTo>
                  <a:pt x="74524" y="40000"/>
                  <a:pt x="74549" y="39851"/>
                  <a:pt x="74549" y="39726"/>
                </a:cubicBezTo>
                <a:close/>
                <a:moveTo>
                  <a:pt x="80498" y="35694"/>
                </a:moveTo>
                <a:cubicBezTo>
                  <a:pt x="80100" y="36739"/>
                  <a:pt x="79702" y="37735"/>
                  <a:pt x="79229" y="38780"/>
                </a:cubicBezTo>
                <a:cubicBezTo>
                  <a:pt x="79204" y="38805"/>
                  <a:pt x="79129" y="38805"/>
                  <a:pt x="79104" y="38830"/>
                </a:cubicBezTo>
                <a:cubicBezTo>
                  <a:pt x="78905" y="38930"/>
                  <a:pt x="78706" y="38980"/>
                  <a:pt x="78507" y="39079"/>
                </a:cubicBezTo>
                <a:cubicBezTo>
                  <a:pt x="78258" y="39179"/>
                  <a:pt x="78034" y="39303"/>
                  <a:pt x="77785" y="39403"/>
                </a:cubicBezTo>
                <a:lnTo>
                  <a:pt x="77760" y="39403"/>
                </a:lnTo>
                <a:cubicBezTo>
                  <a:pt x="77636" y="39452"/>
                  <a:pt x="77511" y="39527"/>
                  <a:pt x="77362" y="39577"/>
                </a:cubicBezTo>
                <a:cubicBezTo>
                  <a:pt x="77138" y="39677"/>
                  <a:pt x="76914" y="39776"/>
                  <a:pt x="76739" y="39851"/>
                </a:cubicBezTo>
                <a:cubicBezTo>
                  <a:pt x="76391" y="40025"/>
                  <a:pt x="76043" y="40199"/>
                  <a:pt x="75669" y="40349"/>
                </a:cubicBezTo>
                <a:cubicBezTo>
                  <a:pt x="75495" y="40075"/>
                  <a:pt x="75296" y="39801"/>
                  <a:pt x="75171" y="39527"/>
                </a:cubicBezTo>
                <a:cubicBezTo>
                  <a:pt x="75146" y="39452"/>
                  <a:pt x="75122" y="39428"/>
                  <a:pt x="75097" y="39353"/>
                </a:cubicBezTo>
                <a:cubicBezTo>
                  <a:pt x="75022" y="39278"/>
                  <a:pt x="74997" y="39154"/>
                  <a:pt x="74922" y="39054"/>
                </a:cubicBezTo>
                <a:cubicBezTo>
                  <a:pt x="76217" y="37561"/>
                  <a:pt x="78108" y="36416"/>
                  <a:pt x="80498" y="35694"/>
                </a:cubicBezTo>
                <a:close/>
                <a:moveTo>
                  <a:pt x="105414" y="40224"/>
                </a:moveTo>
                <a:lnTo>
                  <a:pt x="105414" y="40224"/>
                </a:lnTo>
                <a:cubicBezTo>
                  <a:pt x="105464" y="40249"/>
                  <a:pt x="105489" y="40249"/>
                  <a:pt x="105514" y="40299"/>
                </a:cubicBezTo>
                <a:cubicBezTo>
                  <a:pt x="105538" y="40324"/>
                  <a:pt x="105588" y="40324"/>
                  <a:pt x="105613" y="40349"/>
                </a:cubicBezTo>
                <a:cubicBezTo>
                  <a:pt x="105638" y="40373"/>
                  <a:pt x="105663" y="40423"/>
                  <a:pt x="105663" y="40448"/>
                </a:cubicBezTo>
                <a:lnTo>
                  <a:pt x="105696" y="40481"/>
                </a:lnTo>
                <a:lnTo>
                  <a:pt x="105696" y="40481"/>
                </a:lnTo>
                <a:cubicBezTo>
                  <a:pt x="105686" y="40476"/>
                  <a:pt x="105675" y="40473"/>
                  <a:pt x="105663" y="40473"/>
                </a:cubicBezTo>
                <a:cubicBezTo>
                  <a:pt x="105638" y="40448"/>
                  <a:pt x="105613" y="40423"/>
                  <a:pt x="105538" y="40398"/>
                </a:cubicBezTo>
                <a:cubicBezTo>
                  <a:pt x="105538" y="40324"/>
                  <a:pt x="105489" y="40299"/>
                  <a:pt x="105414" y="40224"/>
                </a:cubicBezTo>
                <a:close/>
                <a:moveTo>
                  <a:pt x="74250" y="40523"/>
                </a:moveTo>
                <a:cubicBezTo>
                  <a:pt x="74275" y="40523"/>
                  <a:pt x="74300" y="40548"/>
                  <a:pt x="74300" y="40548"/>
                </a:cubicBezTo>
                <a:cubicBezTo>
                  <a:pt x="74275" y="40548"/>
                  <a:pt x="74275" y="40548"/>
                  <a:pt x="74250" y="40523"/>
                </a:cubicBezTo>
                <a:close/>
                <a:moveTo>
                  <a:pt x="79104" y="39079"/>
                </a:moveTo>
                <a:cubicBezTo>
                  <a:pt x="79104" y="39079"/>
                  <a:pt x="79104" y="39104"/>
                  <a:pt x="79054" y="39104"/>
                </a:cubicBezTo>
                <a:cubicBezTo>
                  <a:pt x="78283" y="39452"/>
                  <a:pt x="77486" y="39801"/>
                  <a:pt x="76665" y="40174"/>
                </a:cubicBezTo>
                <a:cubicBezTo>
                  <a:pt x="76391" y="40299"/>
                  <a:pt x="76092" y="40448"/>
                  <a:pt x="75769" y="40597"/>
                </a:cubicBezTo>
                <a:lnTo>
                  <a:pt x="75769" y="40573"/>
                </a:lnTo>
                <a:cubicBezTo>
                  <a:pt x="75769" y="40573"/>
                  <a:pt x="75769" y="40548"/>
                  <a:pt x="75744" y="40548"/>
                </a:cubicBezTo>
                <a:cubicBezTo>
                  <a:pt x="76889" y="40025"/>
                  <a:pt x="78009" y="39527"/>
                  <a:pt x="79104" y="39079"/>
                </a:cubicBezTo>
                <a:close/>
                <a:moveTo>
                  <a:pt x="74524" y="40349"/>
                </a:moveTo>
                <a:cubicBezTo>
                  <a:pt x="74549" y="40349"/>
                  <a:pt x="74549" y="40398"/>
                  <a:pt x="74549" y="40398"/>
                </a:cubicBezTo>
                <a:cubicBezTo>
                  <a:pt x="74674" y="40448"/>
                  <a:pt x="74798" y="40523"/>
                  <a:pt x="74922" y="40597"/>
                </a:cubicBezTo>
                <a:lnTo>
                  <a:pt x="74922" y="40622"/>
                </a:lnTo>
                <a:cubicBezTo>
                  <a:pt x="74922" y="40622"/>
                  <a:pt x="74922" y="40672"/>
                  <a:pt x="74972" y="40672"/>
                </a:cubicBezTo>
                <a:cubicBezTo>
                  <a:pt x="74922" y="40672"/>
                  <a:pt x="74898" y="40622"/>
                  <a:pt x="74873" y="40622"/>
                </a:cubicBezTo>
                <a:cubicBezTo>
                  <a:pt x="74848" y="40622"/>
                  <a:pt x="74848" y="40597"/>
                  <a:pt x="74798" y="40597"/>
                </a:cubicBezTo>
                <a:cubicBezTo>
                  <a:pt x="74723" y="40548"/>
                  <a:pt x="74624" y="40498"/>
                  <a:pt x="74524" y="40448"/>
                </a:cubicBezTo>
                <a:cubicBezTo>
                  <a:pt x="74499" y="40448"/>
                  <a:pt x="74499" y="40423"/>
                  <a:pt x="74474" y="40423"/>
                </a:cubicBezTo>
                <a:lnTo>
                  <a:pt x="74524" y="40349"/>
                </a:lnTo>
                <a:close/>
                <a:moveTo>
                  <a:pt x="63697" y="37984"/>
                </a:moveTo>
                <a:cubicBezTo>
                  <a:pt x="64219" y="38731"/>
                  <a:pt x="64817" y="39452"/>
                  <a:pt x="65414" y="40075"/>
                </a:cubicBezTo>
                <a:cubicBezTo>
                  <a:pt x="65339" y="40100"/>
                  <a:pt x="65290" y="40100"/>
                  <a:pt x="65215" y="40125"/>
                </a:cubicBezTo>
                <a:cubicBezTo>
                  <a:pt x="65090" y="40174"/>
                  <a:pt x="64966" y="40224"/>
                  <a:pt x="64842" y="40249"/>
                </a:cubicBezTo>
                <a:cubicBezTo>
                  <a:pt x="64792" y="40299"/>
                  <a:pt x="64717" y="40299"/>
                  <a:pt x="64667" y="40324"/>
                </a:cubicBezTo>
                <a:lnTo>
                  <a:pt x="64617" y="40324"/>
                </a:lnTo>
                <a:cubicBezTo>
                  <a:pt x="64543" y="40349"/>
                  <a:pt x="64418" y="40373"/>
                  <a:pt x="64319" y="40423"/>
                </a:cubicBezTo>
                <a:cubicBezTo>
                  <a:pt x="64219" y="40448"/>
                  <a:pt x="64095" y="40473"/>
                  <a:pt x="63995" y="40548"/>
                </a:cubicBezTo>
                <a:cubicBezTo>
                  <a:pt x="63921" y="40573"/>
                  <a:pt x="63846" y="40597"/>
                  <a:pt x="63746" y="40647"/>
                </a:cubicBezTo>
                <a:cubicBezTo>
                  <a:pt x="63697" y="40672"/>
                  <a:pt x="63622" y="40672"/>
                  <a:pt x="63572" y="40697"/>
                </a:cubicBezTo>
                <a:cubicBezTo>
                  <a:pt x="63248" y="40075"/>
                  <a:pt x="62925" y="39428"/>
                  <a:pt x="62576" y="38780"/>
                </a:cubicBezTo>
                <a:cubicBezTo>
                  <a:pt x="62950" y="38482"/>
                  <a:pt x="63323" y="38233"/>
                  <a:pt x="63697" y="37984"/>
                </a:cubicBezTo>
                <a:close/>
                <a:moveTo>
                  <a:pt x="73603" y="40697"/>
                </a:moveTo>
                <a:cubicBezTo>
                  <a:pt x="73603" y="40718"/>
                  <a:pt x="73603" y="40721"/>
                  <a:pt x="73573" y="40737"/>
                </a:cubicBezTo>
                <a:lnTo>
                  <a:pt x="73573" y="40737"/>
                </a:lnTo>
                <a:cubicBezTo>
                  <a:pt x="73582" y="40722"/>
                  <a:pt x="73592" y="40708"/>
                  <a:pt x="73603" y="40697"/>
                </a:cubicBezTo>
                <a:close/>
                <a:moveTo>
                  <a:pt x="62402" y="38930"/>
                </a:moveTo>
                <a:cubicBezTo>
                  <a:pt x="62726" y="39552"/>
                  <a:pt x="63074" y="40174"/>
                  <a:pt x="63348" y="40797"/>
                </a:cubicBezTo>
                <a:cubicBezTo>
                  <a:pt x="63323" y="40797"/>
                  <a:pt x="63323" y="40797"/>
                  <a:pt x="63298" y="40821"/>
                </a:cubicBezTo>
                <a:cubicBezTo>
                  <a:pt x="62975" y="40199"/>
                  <a:pt x="62676" y="39577"/>
                  <a:pt x="62328" y="38955"/>
                </a:cubicBezTo>
                <a:cubicBezTo>
                  <a:pt x="62352" y="38955"/>
                  <a:pt x="62352" y="38930"/>
                  <a:pt x="62402" y="38930"/>
                </a:cubicBezTo>
                <a:close/>
                <a:moveTo>
                  <a:pt x="75296" y="40797"/>
                </a:moveTo>
                <a:cubicBezTo>
                  <a:pt x="75296" y="40797"/>
                  <a:pt x="75346" y="40797"/>
                  <a:pt x="75346" y="40821"/>
                </a:cubicBezTo>
                <a:lnTo>
                  <a:pt x="75346" y="40846"/>
                </a:lnTo>
                <a:lnTo>
                  <a:pt x="75296" y="40846"/>
                </a:lnTo>
                <a:lnTo>
                  <a:pt x="75296" y="40821"/>
                </a:lnTo>
                <a:lnTo>
                  <a:pt x="75271" y="40797"/>
                </a:lnTo>
                <a:close/>
                <a:moveTo>
                  <a:pt x="74474" y="40672"/>
                </a:moveTo>
                <a:cubicBezTo>
                  <a:pt x="74549" y="40722"/>
                  <a:pt x="74624" y="40797"/>
                  <a:pt x="74723" y="40846"/>
                </a:cubicBezTo>
                <a:cubicBezTo>
                  <a:pt x="74674" y="40846"/>
                  <a:pt x="74674" y="40871"/>
                  <a:pt x="74649" y="40871"/>
                </a:cubicBezTo>
                <a:cubicBezTo>
                  <a:pt x="74599" y="40821"/>
                  <a:pt x="74524" y="40797"/>
                  <a:pt x="74474" y="40722"/>
                </a:cubicBezTo>
                <a:lnTo>
                  <a:pt x="74474" y="40672"/>
                </a:lnTo>
                <a:close/>
                <a:moveTo>
                  <a:pt x="65581" y="40284"/>
                </a:moveTo>
                <a:lnTo>
                  <a:pt x="65581" y="40284"/>
                </a:lnTo>
                <a:cubicBezTo>
                  <a:pt x="65583" y="40288"/>
                  <a:pt x="65585" y="40293"/>
                  <a:pt x="65588" y="40299"/>
                </a:cubicBezTo>
                <a:cubicBezTo>
                  <a:pt x="65538" y="40299"/>
                  <a:pt x="65514" y="40324"/>
                  <a:pt x="65439" y="40324"/>
                </a:cubicBezTo>
                <a:cubicBezTo>
                  <a:pt x="65389" y="40349"/>
                  <a:pt x="65314" y="40349"/>
                  <a:pt x="65240" y="40398"/>
                </a:cubicBezTo>
                <a:cubicBezTo>
                  <a:pt x="65215" y="40398"/>
                  <a:pt x="65190" y="40423"/>
                  <a:pt x="65165" y="40423"/>
                </a:cubicBezTo>
                <a:cubicBezTo>
                  <a:pt x="64966" y="40473"/>
                  <a:pt x="64792" y="40548"/>
                  <a:pt x="64617" y="40597"/>
                </a:cubicBezTo>
                <a:cubicBezTo>
                  <a:pt x="64543" y="40622"/>
                  <a:pt x="64443" y="40672"/>
                  <a:pt x="64369" y="40697"/>
                </a:cubicBezTo>
                <a:cubicBezTo>
                  <a:pt x="64194" y="40747"/>
                  <a:pt x="63970" y="40846"/>
                  <a:pt x="63746" y="40921"/>
                </a:cubicBezTo>
                <a:cubicBezTo>
                  <a:pt x="63721" y="40921"/>
                  <a:pt x="63697" y="40946"/>
                  <a:pt x="63672" y="40946"/>
                </a:cubicBezTo>
                <a:lnTo>
                  <a:pt x="63672" y="40921"/>
                </a:lnTo>
                <a:lnTo>
                  <a:pt x="63672" y="40871"/>
                </a:lnTo>
                <a:cubicBezTo>
                  <a:pt x="63921" y="40797"/>
                  <a:pt x="64120" y="40697"/>
                  <a:pt x="64369" y="40622"/>
                </a:cubicBezTo>
                <a:cubicBezTo>
                  <a:pt x="64443" y="40597"/>
                  <a:pt x="64493" y="40597"/>
                  <a:pt x="64568" y="40573"/>
                </a:cubicBezTo>
                <a:cubicBezTo>
                  <a:pt x="64692" y="40523"/>
                  <a:pt x="64842" y="40473"/>
                  <a:pt x="64966" y="40448"/>
                </a:cubicBezTo>
                <a:cubicBezTo>
                  <a:pt x="65066" y="40423"/>
                  <a:pt x="65165" y="40398"/>
                  <a:pt x="65290" y="40349"/>
                </a:cubicBezTo>
                <a:cubicBezTo>
                  <a:pt x="65389" y="40324"/>
                  <a:pt x="65439" y="40324"/>
                  <a:pt x="65538" y="40299"/>
                </a:cubicBezTo>
                <a:cubicBezTo>
                  <a:pt x="65555" y="40299"/>
                  <a:pt x="65572" y="40299"/>
                  <a:pt x="65581" y="40284"/>
                </a:cubicBezTo>
                <a:close/>
                <a:moveTo>
                  <a:pt x="63448" y="40946"/>
                </a:moveTo>
                <a:cubicBezTo>
                  <a:pt x="63448" y="40946"/>
                  <a:pt x="63448" y="40971"/>
                  <a:pt x="63473" y="40971"/>
                </a:cubicBezTo>
                <a:lnTo>
                  <a:pt x="63473" y="41021"/>
                </a:lnTo>
                <a:lnTo>
                  <a:pt x="63423" y="41021"/>
                </a:lnTo>
                <a:lnTo>
                  <a:pt x="63423" y="40971"/>
                </a:lnTo>
                <a:cubicBezTo>
                  <a:pt x="63406" y="40987"/>
                  <a:pt x="63395" y="40993"/>
                  <a:pt x="63388" y="40993"/>
                </a:cubicBezTo>
                <a:cubicBezTo>
                  <a:pt x="63373" y="40993"/>
                  <a:pt x="63373" y="40971"/>
                  <a:pt x="63373" y="40971"/>
                </a:cubicBezTo>
                <a:cubicBezTo>
                  <a:pt x="63423" y="40971"/>
                  <a:pt x="63423" y="40946"/>
                  <a:pt x="63448" y="40946"/>
                </a:cubicBezTo>
                <a:close/>
                <a:moveTo>
                  <a:pt x="74823" y="40971"/>
                </a:moveTo>
                <a:lnTo>
                  <a:pt x="74898" y="41046"/>
                </a:lnTo>
                <a:cubicBezTo>
                  <a:pt x="74873" y="41046"/>
                  <a:pt x="74873" y="41070"/>
                  <a:pt x="74848" y="41070"/>
                </a:cubicBezTo>
                <a:lnTo>
                  <a:pt x="74798" y="41046"/>
                </a:lnTo>
                <a:lnTo>
                  <a:pt x="74773" y="41021"/>
                </a:lnTo>
                <a:cubicBezTo>
                  <a:pt x="74798" y="41021"/>
                  <a:pt x="74798" y="40971"/>
                  <a:pt x="74823" y="40971"/>
                </a:cubicBezTo>
                <a:close/>
                <a:moveTo>
                  <a:pt x="74250" y="40722"/>
                </a:moveTo>
                <a:cubicBezTo>
                  <a:pt x="74250" y="40772"/>
                  <a:pt x="74275" y="40797"/>
                  <a:pt x="74300" y="40797"/>
                </a:cubicBezTo>
                <a:cubicBezTo>
                  <a:pt x="74300" y="40896"/>
                  <a:pt x="74275" y="40971"/>
                  <a:pt x="74275" y="41070"/>
                </a:cubicBezTo>
                <a:cubicBezTo>
                  <a:pt x="74250" y="41070"/>
                  <a:pt x="74250" y="41095"/>
                  <a:pt x="74225" y="41095"/>
                </a:cubicBezTo>
                <a:cubicBezTo>
                  <a:pt x="74225" y="40971"/>
                  <a:pt x="74250" y="40846"/>
                  <a:pt x="74250" y="40722"/>
                </a:cubicBezTo>
                <a:close/>
                <a:moveTo>
                  <a:pt x="74649" y="41095"/>
                </a:moveTo>
                <a:lnTo>
                  <a:pt x="74674" y="41145"/>
                </a:lnTo>
                <a:cubicBezTo>
                  <a:pt x="74599" y="41170"/>
                  <a:pt x="74524" y="41220"/>
                  <a:pt x="74425" y="41270"/>
                </a:cubicBezTo>
                <a:lnTo>
                  <a:pt x="74425" y="41220"/>
                </a:lnTo>
                <a:lnTo>
                  <a:pt x="74425" y="41195"/>
                </a:lnTo>
                <a:cubicBezTo>
                  <a:pt x="74499" y="41195"/>
                  <a:pt x="74549" y="41170"/>
                  <a:pt x="74649" y="41095"/>
                </a:cubicBezTo>
                <a:close/>
                <a:moveTo>
                  <a:pt x="74051" y="40672"/>
                </a:moveTo>
                <a:cubicBezTo>
                  <a:pt x="74026" y="40846"/>
                  <a:pt x="74026" y="41046"/>
                  <a:pt x="74001" y="41220"/>
                </a:cubicBezTo>
                <a:lnTo>
                  <a:pt x="73802" y="41319"/>
                </a:lnTo>
                <a:cubicBezTo>
                  <a:pt x="73902" y="41095"/>
                  <a:pt x="74001" y="40896"/>
                  <a:pt x="74051" y="40672"/>
                </a:cubicBezTo>
                <a:close/>
                <a:moveTo>
                  <a:pt x="74250" y="41319"/>
                </a:moveTo>
                <a:lnTo>
                  <a:pt x="74250" y="41344"/>
                </a:lnTo>
                <a:lnTo>
                  <a:pt x="74250" y="41369"/>
                </a:lnTo>
                <a:cubicBezTo>
                  <a:pt x="74225" y="41369"/>
                  <a:pt x="74225" y="41419"/>
                  <a:pt x="74176" y="41419"/>
                </a:cubicBezTo>
                <a:lnTo>
                  <a:pt x="74176" y="41369"/>
                </a:lnTo>
                <a:lnTo>
                  <a:pt x="74176" y="41344"/>
                </a:lnTo>
                <a:cubicBezTo>
                  <a:pt x="74176" y="41344"/>
                  <a:pt x="74225" y="41344"/>
                  <a:pt x="74250" y="41319"/>
                </a:cubicBezTo>
                <a:close/>
                <a:moveTo>
                  <a:pt x="75520" y="41220"/>
                </a:moveTo>
                <a:lnTo>
                  <a:pt x="75545" y="41270"/>
                </a:lnTo>
                <a:lnTo>
                  <a:pt x="75594" y="41294"/>
                </a:lnTo>
                <a:cubicBezTo>
                  <a:pt x="75619" y="41319"/>
                  <a:pt x="75619" y="41344"/>
                  <a:pt x="75669" y="41419"/>
                </a:cubicBezTo>
                <a:cubicBezTo>
                  <a:pt x="75644" y="41419"/>
                  <a:pt x="75644" y="41394"/>
                  <a:pt x="75619" y="41394"/>
                </a:cubicBezTo>
                <a:lnTo>
                  <a:pt x="75570" y="41344"/>
                </a:lnTo>
                <a:cubicBezTo>
                  <a:pt x="75545" y="41319"/>
                  <a:pt x="75520" y="41270"/>
                  <a:pt x="75520" y="41220"/>
                </a:cubicBezTo>
                <a:close/>
                <a:moveTo>
                  <a:pt x="73902" y="40573"/>
                </a:moveTo>
                <a:lnTo>
                  <a:pt x="73902" y="40573"/>
                </a:lnTo>
                <a:cubicBezTo>
                  <a:pt x="73777" y="40871"/>
                  <a:pt x="73653" y="41170"/>
                  <a:pt x="73529" y="41469"/>
                </a:cubicBezTo>
                <a:lnTo>
                  <a:pt x="73504" y="41494"/>
                </a:lnTo>
                <a:cubicBezTo>
                  <a:pt x="73628" y="41170"/>
                  <a:pt x="73753" y="40871"/>
                  <a:pt x="73902" y="40573"/>
                </a:cubicBezTo>
                <a:close/>
                <a:moveTo>
                  <a:pt x="75047" y="41170"/>
                </a:moveTo>
                <a:cubicBezTo>
                  <a:pt x="75146" y="41270"/>
                  <a:pt x="75271" y="41344"/>
                  <a:pt x="75370" y="41419"/>
                </a:cubicBezTo>
                <a:cubicBezTo>
                  <a:pt x="75395" y="41444"/>
                  <a:pt x="75395" y="41518"/>
                  <a:pt x="75420" y="41543"/>
                </a:cubicBezTo>
                <a:cubicBezTo>
                  <a:pt x="75271" y="41419"/>
                  <a:pt x="75122" y="41319"/>
                  <a:pt x="74997" y="41195"/>
                </a:cubicBezTo>
                <a:cubicBezTo>
                  <a:pt x="75022" y="41195"/>
                  <a:pt x="75047" y="41195"/>
                  <a:pt x="75047" y="41170"/>
                </a:cubicBezTo>
                <a:close/>
                <a:moveTo>
                  <a:pt x="73499" y="40921"/>
                </a:moveTo>
                <a:cubicBezTo>
                  <a:pt x="73475" y="41011"/>
                  <a:pt x="73448" y="41107"/>
                  <a:pt x="73404" y="41195"/>
                </a:cubicBezTo>
                <a:cubicBezTo>
                  <a:pt x="73354" y="41319"/>
                  <a:pt x="73280" y="41469"/>
                  <a:pt x="73230" y="41593"/>
                </a:cubicBezTo>
                <a:cubicBezTo>
                  <a:pt x="73230" y="41638"/>
                  <a:pt x="73230" y="41642"/>
                  <a:pt x="73192" y="41662"/>
                </a:cubicBezTo>
                <a:lnTo>
                  <a:pt x="73192" y="41662"/>
                </a:lnTo>
                <a:cubicBezTo>
                  <a:pt x="73284" y="41423"/>
                  <a:pt x="73335" y="41185"/>
                  <a:pt x="73454" y="40946"/>
                </a:cubicBezTo>
                <a:cubicBezTo>
                  <a:pt x="73454" y="40946"/>
                  <a:pt x="73454" y="40923"/>
                  <a:pt x="73499" y="40921"/>
                </a:cubicBezTo>
                <a:close/>
                <a:moveTo>
                  <a:pt x="73977" y="41469"/>
                </a:moveTo>
                <a:lnTo>
                  <a:pt x="73977" y="41518"/>
                </a:lnTo>
                <a:lnTo>
                  <a:pt x="73977" y="41543"/>
                </a:lnTo>
                <a:cubicBezTo>
                  <a:pt x="73852" y="41593"/>
                  <a:pt x="73753" y="41668"/>
                  <a:pt x="73628" y="41693"/>
                </a:cubicBezTo>
                <a:cubicBezTo>
                  <a:pt x="73628" y="41693"/>
                  <a:pt x="73628" y="41668"/>
                  <a:pt x="73653" y="41668"/>
                </a:cubicBezTo>
                <a:lnTo>
                  <a:pt x="73653" y="41643"/>
                </a:lnTo>
                <a:cubicBezTo>
                  <a:pt x="73753" y="41568"/>
                  <a:pt x="73852" y="41543"/>
                  <a:pt x="73977" y="41469"/>
                </a:cubicBezTo>
                <a:close/>
                <a:moveTo>
                  <a:pt x="75993" y="41643"/>
                </a:moveTo>
                <a:lnTo>
                  <a:pt x="75993" y="41643"/>
                </a:lnTo>
                <a:cubicBezTo>
                  <a:pt x="76043" y="41668"/>
                  <a:pt x="76092" y="41693"/>
                  <a:pt x="76142" y="41767"/>
                </a:cubicBezTo>
                <a:lnTo>
                  <a:pt x="76267" y="41892"/>
                </a:lnTo>
                <a:cubicBezTo>
                  <a:pt x="76192" y="41817"/>
                  <a:pt x="76142" y="41792"/>
                  <a:pt x="76043" y="41718"/>
                </a:cubicBezTo>
                <a:cubicBezTo>
                  <a:pt x="76018" y="41693"/>
                  <a:pt x="76018" y="41668"/>
                  <a:pt x="75993" y="41643"/>
                </a:cubicBezTo>
                <a:close/>
                <a:moveTo>
                  <a:pt x="75819" y="41792"/>
                </a:moveTo>
                <a:cubicBezTo>
                  <a:pt x="75868" y="41792"/>
                  <a:pt x="75868" y="41817"/>
                  <a:pt x="75893" y="41817"/>
                </a:cubicBezTo>
                <a:cubicBezTo>
                  <a:pt x="75918" y="41842"/>
                  <a:pt x="75918" y="41867"/>
                  <a:pt x="75943" y="41917"/>
                </a:cubicBezTo>
                <a:lnTo>
                  <a:pt x="75893" y="41842"/>
                </a:lnTo>
                <a:lnTo>
                  <a:pt x="75868" y="41817"/>
                </a:lnTo>
                <a:cubicBezTo>
                  <a:pt x="75819" y="41817"/>
                  <a:pt x="75819" y="41792"/>
                  <a:pt x="75819" y="41792"/>
                </a:cubicBezTo>
                <a:close/>
                <a:moveTo>
                  <a:pt x="76540" y="41817"/>
                </a:moveTo>
                <a:cubicBezTo>
                  <a:pt x="76590" y="41842"/>
                  <a:pt x="76640" y="41917"/>
                  <a:pt x="76665" y="41966"/>
                </a:cubicBezTo>
                <a:cubicBezTo>
                  <a:pt x="76665" y="41966"/>
                  <a:pt x="76665" y="42016"/>
                  <a:pt x="76715" y="42016"/>
                </a:cubicBezTo>
                <a:cubicBezTo>
                  <a:pt x="76739" y="42066"/>
                  <a:pt x="76789" y="42091"/>
                  <a:pt x="76839" y="42166"/>
                </a:cubicBezTo>
                <a:cubicBezTo>
                  <a:pt x="76764" y="42091"/>
                  <a:pt x="76715" y="42041"/>
                  <a:pt x="76640" y="42016"/>
                </a:cubicBezTo>
                <a:cubicBezTo>
                  <a:pt x="76615" y="41942"/>
                  <a:pt x="76590" y="41917"/>
                  <a:pt x="76515" y="41842"/>
                </a:cubicBezTo>
                <a:lnTo>
                  <a:pt x="76540" y="41817"/>
                </a:lnTo>
                <a:close/>
                <a:moveTo>
                  <a:pt x="78955" y="39353"/>
                </a:moveTo>
                <a:lnTo>
                  <a:pt x="78955" y="39353"/>
                </a:lnTo>
                <a:cubicBezTo>
                  <a:pt x="78482" y="40349"/>
                  <a:pt x="77984" y="41344"/>
                  <a:pt x="77461" y="42340"/>
                </a:cubicBezTo>
                <a:cubicBezTo>
                  <a:pt x="77387" y="42315"/>
                  <a:pt x="77362" y="42265"/>
                  <a:pt x="77287" y="42215"/>
                </a:cubicBezTo>
                <a:cubicBezTo>
                  <a:pt x="77138" y="42066"/>
                  <a:pt x="76963" y="41917"/>
                  <a:pt x="76764" y="41718"/>
                </a:cubicBezTo>
                <a:lnTo>
                  <a:pt x="76665" y="41643"/>
                </a:lnTo>
                <a:lnTo>
                  <a:pt x="76665" y="41444"/>
                </a:lnTo>
                <a:lnTo>
                  <a:pt x="76590" y="41543"/>
                </a:lnTo>
                <a:cubicBezTo>
                  <a:pt x="76491" y="41419"/>
                  <a:pt x="76391" y="41319"/>
                  <a:pt x="76291" y="41195"/>
                </a:cubicBezTo>
                <a:lnTo>
                  <a:pt x="76242" y="41145"/>
                </a:lnTo>
                <a:cubicBezTo>
                  <a:pt x="76117" y="41021"/>
                  <a:pt x="76018" y="40871"/>
                  <a:pt x="75893" y="40772"/>
                </a:cubicBezTo>
                <a:cubicBezTo>
                  <a:pt x="76391" y="40523"/>
                  <a:pt x="76864" y="40299"/>
                  <a:pt x="77362" y="40075"/>
                </a:cubicBezTo>
                <a:lnTo>
                  <a:pt x="77536" y="39975"/>
                </a:lnTo>
                <a:cubicBezTo>
                  <a:pt x="78009" y="39776"/>
                  <a:pt x="78482" y="39577"/>
                  <a:pt x="78955" y="39353"/>
                </a:cubicBezTo>
                <a:close/>
                <a:moveTo>
                  <a:pt x="90554" y="36217"/>
                </a:moveTo>
                <a:cubicBezTo>
                  <a:pt x="89733" y="38233"/>
                  <a:pt x="88787" y="40349"/>
                  <a:pt x="87716" y="42464"/>
                </a:cubicBezTo>
                <a:lnTo>
                  <a:pt x="87667" y="42464"/>
                </a:lnTo>
                <a:cubicBezTo>
                  <a:pt x="88737" y="40349"/>
                  <a:pt x="89683" y="38283"/>
                  <a:pt x="90479" y="36217"/>
                </a:cubicBezTo>
                <a:close/>
                <a:moveTo>
                  <a:pt x="76288" y="42150"/>
                </a:moveTo>
                <a:lnTo>
                  <a:pt x="76288" y="42150"/>
                </a:lnTo>
                <a:cubicBezTo>
                  <a:pt x="76455" y="42224"/>
                  <a:pt x="76620" y="42319"/>
                  <a:pt x="76739" y="42415"/>
                </a:cubicBezTo>
                <a:cubicBezTo>
                  <a:pt x="76764" y="42439"/>
                  <a:pt x="76789" y="42464"/>
                  <a:pt x="76839" y="42539"/>
                </a:cubicBezTo>
                <a:lnTo>
                  <a:pt x="76366" y="42265"/>
                </a:lnTo>
                <a:cubicBezTo>
                  <a:pt x="76366" y="42215"/>
                  <a:pt x="76341" y="42215"/>
                  <a:pt x="76341" y="42190"/>
                </a:cubicBezTo>
                <a:cubicBezTo>
                  <a:pt x="76310" y="42175"/>
                  <a:pt x="76299" y="42160"/>
                  <a:pt x="76288" y="42150"/>
                </a:cubicBezTo>
                <a:close/>
                <a:moveTo>
                  <a:pt x="79303" y="39228"/>
                </a:moveTo>
                <a:lnTo>
                  <a:pt x="79303" y="39228"/>
                </a:lnTo>
                <a:cubicBezTo>
                  <a:pt x="78781" y="40324"/>
                  <a:pt x="78233" y="41419"/>
                  <a:pt x="77660" y="42539"/>
                </a:cubicBezTo>
                <a:lnTo>
                  <a:pt x="77636" y="42514"/>
                </a:lnTo>
                <a:cubicBezTo>
                  <a:pt x="78233" y="41419"/>
                  <a:pt x="78756" y="40324"/>
                  <a:pt x="79253" y="39278"/>
                </a:cubicBezTo>
                <a:cubicBezTo>
                  <a:pt x="79278" y="39278"/>
                  <a:pt x="79278" y="39278"/>
                  <a:pt x="79303" y="39228"/>
                </a:cubicBezTo>
                <a:close/>
                <a:moveTo>
                  <a:pt x="87617" y="42663"/>
                </a:moveTo>
                <a:cubicBezTo>
                  <a:pt x="87592" y="42663"/>
                  <a:pt x="87592" y="42688"/>
                  <a:pt x="87592" y="42713"/>
                </a:cubicBezTo>
                <a:lnTo>
                  <a:pt x="87542" y="42713"/>
                </a:lnTo>
                <a:cubicBezTo>
                  <a:pt x="87542" y="42688"/>
                  <a:pt x="87567" y="42688"/>
                  <a:pt x="87567" y="42663"/>
                </a:cubicBezTo>
                <a:close/>
                <a:moveTo>
                  <a:pt x="72782" y="42166"/>
                </a:moveTo>
                <a:cubicBezTo>
                  <a:pt x="72782" y="42190"/>
                  <a:pt x="72782" y="42191"/>
                  <a:pt x="72757" y="42215"/>
                </a:cubicBezTo>
                <a:lnTo>
                  <a:pt x="72757" y="42265"/>
                </a:lnTo>
                <a:cubicBezTo>
                  <a:pt x="72404" y="42417"/>
                  <a:pt x="72057" y="42594"/>
                  <a:pt x="71710" y="42790"/>
                </a:cubicBezTo>
                <a:lnTo>
                  <a:pt x="71710" y="42790"/>
                </a:lnTo>
                <a:cubicBezTo>
                  <a:pt x="72019" y="42611"/>
                  <a:pt x="72326" y="42436"/>
                  <a:pt x="72632" y="42265"/>
                </a:cubicBezTo>
                <a:cubicBezTo>
                  <a:pt x="72657" y="42215"/>
                  <a:pt x="72707" y="42190"/>
                  <a:pt x="72757" y="42190"/>
                </a:cubicBezTo>
                <a:cubicBezTo>
                  <a:pt x="72757" y="42190"/>
                  <a:pt x="72782" y="42190"/>
                  <a:pt x="72782" y="42166"/>
                </a:cubicBezTo>
                <a:close/>
                <a:moveTo>
                  <a:pt x="76615" y="42589"/>
                </a:moveTo>
                <a:lnTo>
                  <a:pt x="76615" y="42589"/>
                </a:lnTo>
                <a:cubicBezTo>
                  <a:pt x="76764" y="42713"/>
                  <a:pt x="76914" y="42813"/>
                  <a:pt x="77063" y="42912"/>
                </a:cubicBezTo>
                <a:cubicBezTo>
                  <a:pt x="77113" y="42937"/>
                  <a:pt x="77113" y="42962"/>
                  <a:pt x="77138" y="42962"/>
                </a:cubicBezTo>
                <a:cubicBezTo>
                  <a:pt x="77113" y="43037"/>
                  <a:pt x="77063" y="43087"/>
                  <a:pt x="77013" y="43161"/>
                </a:cubicBezTo>
                <a:cubicBezTo>
                  <a:pt x="76963" y="43087"/>
                  <a:pt x="76914" y="43037"/>
                  <a:pt x="76864" y="42962"/>
                </a:cubicBezTo>
                <a:cubicBezTo>
                  <a:pt x="76764" y="42838"/>
                  <a:pt x="76715" y="42713"/>
                  <a:pt x="76615" y="42589"/>
                </a:cubicBezTo>
                <a:close/>
                <a:moveTo>
                  <a:pt x="90255" y="36242"/>
                </a:moveTo>
                <a:lnTo>
                  <a:pt x="90255" y="36242"/>
                </a:lnTo>
                <a:cubicBezTo>
                  <a:pt x="89459" y="38283"/>
                  <a:pt x="88538" y="40349"/>
                  <a:pt x="87443" y="42464"/>
                </a:cubicBezTo>
                <a:cubicBezTo>
                  <a:pt x="87265" y="42460"/>
                  <a:pt x="87086" y="42458"/>
                  <a:pt x="86906" y="42458"/>
                </a:cubicBezTo>
                <a:cubicBezTo>
                  <a:pt x="85085" y="42458"/>
                  <a:pt x="83109" y="42688"/>
                  <a:pt x="81071" y="43186"/>
                </a:cubicBezTo>
                <a:cubicBezTo>
                  <a:pt x="82738" y="41817"/>
                  <a:pt x="84107" y="39826"/>
                  <a:pt x="85078" y="37237"/>
                </a:cubicBezTo>
                <a:cubicBezTo>
                  <a:pt x="86571" y="36839"/>
                  <a:pt x="87990" y="36540"/>
                  <a:pt x="89384" y="36341"/>
                </a:cubicBezTo>
                <a:cubicBezTo>
                  <a:pt x="89484" y="36341"/>
                  <a:pt x="89583" y="36316"/>
                  <a:pt x="89683" y="36316"/>
                </a:cubicBezTo>
                <a:cubicBezTo>
                  <a:pt x="89857" y="36291"/>
                  <a:pt x="90081" y="36291"/>
                  <a:pt x="90255" y="36242"/>
                </a:cubicBezTo>
                <a:close/>
                <a:moveTo>
                  <a:pt x="93641" y="35993"/>
                </a:moveTo>
                <a:cubicBezTo>
                  <a:pt x="94188" y="35993"/>
                  <a:pt x="94761" y="35993"/>
                  <a:pt x="95283" y="36067"/>
                </a:cubicBezTo>
                <a:lnTo>
                  <a:pt x="95308" y="36067"/>
                </a:lnTo>
                <a:cubicBezTo>
                  <a:pt x="96702" y="36441"/>
                  <a:pt x="98121" y="36914"/>
                  <a:pt x="99490" y="37461"/>
                </a:cubicBezTo>
                <a:cubicBezTo>
                  <a:pt x="97250" y="40050"/>
                  <a:pt x="94562" y="41991"/>
                  <a:pt x="91724" y="43211"/>
                </a:cubicBezTo>
                <a:cubicBezTo>
                  <a:pt x="90554" y="42813"/>
                  <a:pt x="89285" y="42564"/>
                  <a:pt x="87916" y="42464"/>
                </a:cubicBezTo>
                <a:cubicBezTo>
                  <a:pt x="88986" y="40349"/>
                  <a:pt x="89932" y="38233"/>
                  <a:pt x="90728" y="36142"/>
                </a:cubicBezTo>
                <a:cubicBezTo>
                  <a:pt x="90927" y="36117"/>
                  <a:pt x="91102" y="36092"/>
                  <a:pt x="91301" y="36092"/>
                </a:cubicBezTo>
                <a:cubicBezTo>
                  <a:pt x="91450" y="36092"/>
                  <a:pt x="91599" y="36067"/>
                  <a:pt x="91774" y="36067"/>
                </a:cubicBezTo>
                <a:cubicBezTo>
                  <a:pt x="92396" y="36042"/>
                  <a:pt x="92968" y="35993"/>
                  <a:pt x="93591" y="35993"/>
                </a:cubicBezTo>
                <a:close/>
                <a:moveTo>
                  <a:pt x="84829" y="37287"/>
                </a:moveTo>
                <a:cubicBezTo>
                  <a:pt x="83833" y="39925"/>
                  <a:pt x="82390" y="41966"/>
                  <a:pt x="80598" y="43286"/>
                </a:cubicBezTo>
                <a:cubicBezTo>
                  <a:pt x="80523" y="43286"/>
                  <a:pt x="80473" y="43311"/>
                  <a:pt x="80398" y="43311"/>
                </a:cubicBezTo>
                <a:cubicBezTo>
                  <a:pt x="82240" y="42016"/>
                  <a:pt x="83709" y="39975"/>
                  <a:pt x="84730" y="37312"/>
                </a:cubicBezTo>
                <a:cubicBezTo>
                  <a:pt x="84754" y="37312"/>
                  <a:pt x="84779" y="37287"/>
                  <a:pt x="84829" y="37287"/>
                </a:cubicBezTo>
                <a:close/>
                <a:moveTo>
                  <a:pt x="99664" y="37536"/>
                </a:moveTo>
                <a:cubicBezTo>
                  <a:pt x="99689" y="37561"/>
                  <a:pt x="99739" y="37561"/>
                  <a:pt x="99764" y="37561"/>
                </a:cubicBezTo>
                <a:cubicBezTo>
                  <a:pt x="97548" y="40149"/>
                  <a:pt x="94910" y="42091"/>
                  <a:pt x="92072" y="43335"/>
                </a:cubicBezTo>
                <a:cubicBezTo>
                  <a:pt x="92048" y="43335"/>
                  <a:pt x="92023" y="43311"/>
                  <a:pt x="91973" y="43311"/>
                </a:cubicBezTo>
                <a:cubicBezTo>
                  <a:pt x="94810" y="42066"/>
                  <a:pt x="97449" y="40100"/>
                  <a:pt x="99664" y="37536"/>
                </a:cubicBezTo>
                <a:close/>
                <a:moveTo>
                  <a:pt x="87816" y="42663"/>
                </a:moveTo>
                <a:cubicBezTo>
                  <a:pt x="89110" y="42763"/>
                  <a:pt x="90330" y="42962"/>
                  <a:pt x="91450" y="43335"/>
                </a:cubicBezTo>
                <a:cubicBezTo>
                  <a:pt x="91425" y="43335"/>
                  <a:pt x="91400" y="43360"/>
                  <a:pt x="91351" y="43360"/>
                </a:cubicBezTo>
                <a:cubicBezTo>
                  <a:pt x="90280" y="43012"/>
                  <a:pt x="89061" y="42788"/>
                  <a:pt x="87791" y="42713"/>
                </a:cubicBezTo>
                <a:cubicBezTo>
                  <a:pt x="87791" y="42688"/>
                  <a:pt x="87816" y="42688"/>
                  <a:pt x="87816" y="42663"/>
                </a:cubicBezTo>
                <a:close/>
                <a:moveTo>
                  <a:pt x="70417" y="39801"/>
                </a:moveTo>
                <a:cubicBezTo>
                  <a:pt x="70815" y="39801"/>
                  <a:pt x="71239" y="39826"/>
                  <a:pt x="71612" y="39851"/>
                </a:cubicBezTo>
                <a:cubicBezTo>
                  <a:pt x="71687" y="39851"/>
                  <a:pt x="71786" y="39901"/>
                  <a:pt x="71886" y="39901"/>
                </a:cubicBezTo>
                <a:cubicBezTo>
                  <a:pt x="71985" y="39901"/>
                  <a:pt x="72035" y="39925"/>
                  <a:pt x="72135" y="39925"/>
                </a:cubicBezTo>
                <a:cubicBezTo>
                  <a:pt x="72384" y="39950"/>
                  <a:pt x="72608" y="39975"/>
                  <a:pt x="72856" y="40050"/>
                </a:cubicBezTo>
                <a:cubicBezTo>
                  <a:pt x="72881" y="40050"/>
                  <a:pt x="72931" y="40050"/>
                  <a:pt x="72981" y="40075"/>
                </a:cubicBezTo>
                <a:cubicBezTo>
                  <a:pt x="73130" y="40100"/>
                  <a:pt x="73255" y="40174"/>
                  <a:pt x="73379" y="40199"/>
                </a:cubicBezTo>
                <a:cubicBezTo>
                  <a:pt x="73404" y="40199"/>
                  <a:pt x="73479" y="40224"/>
                  <a:pt x="73504" y="40224"/>
                </a:cubicBezTo>
                <a:cubicBezTo>
                  <a:pt x="73479" y="40398"/>
                  <a:pt x="73404" y="40523"/>
                  <a:pt x="73379" y="40672"/>
                </a:cubicBezTo>
                <a:cubicBezTo>
                  <a:pt x="73180" y="41070"/>
                  <a:pt x="73031" y="41469"/>
                  <a:pt x="72906" y="41817"/>
                </a:cubicBezTo>
                <a:cubicBezTo>
                  <a:pt x="72782" y="41867"/>
                  <a:pt x="72657" y="41942"/>
                  <a:pt x="72533" y="42041"/>
                </a:cubicBezTo>
                <a:cubicBezTo>
                  <a:pt x="72508" y="42066"/>
                  <a:pt x="72433" y="42066"/>
                  <a:pt x="72408" y="42091"/>
                </a:cubicBezTo>
                <a:lnTo>
                  <a:pt x="71935" y="42365"/>
                </a:lnTo>
                <a:cubicBezTo>
                  <a:pt x="71687" y="42539"/>
                  <a:pt x="71438" y="42663"/>
                  <a:pt x="71189" y="42813"/>
                </a:cubicBezTo>
                <a:cubicBezTo>
                  <a:pt x="70915" y="42962"/>
                  <a:pt x="70666" y="43111"/>
                  <a:pt x="70392" y="43311"/>
                </a:cubicBezTo>
                <a:lnTo>
                  <a:pt x="70193" y="43410"/>
                </a:lnTo>
                <a:cubicBezTo>
                  <a:pt x="68824" y="42663"/>
                  <a:pt x="67505" y="41643"/>
                  <a:pt x="66211" y="40349"/>
                </a:cubicBezTo>
                <a:lnTo>
                  <a:pt x="66584" y="40249"/>
                </a:lnTo>
                <a:lnTo>
                  <a:pt x="66659" y="40249"/>
                </a:lnTo>
                <a:cubicBezTo>
                  <a:pt x="66808" y="40224"/>
                  <a:pt x="66932" y="40199"/>
                  <a:pt x="67082" y="40174"/>
                </a:cubicBezTo>
                <a:cubicBezTo>
                  <a:pt x="67206" y="40125"/>
                  <a:pt x="67380" y="40100"/>
                  <a:pt x="67505" y="40100"/>
                </a:cubicBezTo>
                <a:cubicBezTo>
                  <a:pt x="67580" y="40075"/>
                  <a:pt x="67679" y="40075"/>
                  <a:pt x="67779" y="40050"/>
                </a:cubicBezTo>
                <a:cubicBezTo>
                  <a:pt x="67828" y="40050"/>
                  <a:pt x="67903" y="40000"/>
                  <a:pt x="67953" y="40000"/>
                </a:cubicBezTo>
                <a:cubicBezTo>
                  <a:pt x="68127" y="39975"/>
                  <a:pt x="68252" y="39975"/>
                  <a:pt x="68401" y="39950"/>
                </a:cubicBezTo>
                <a:lnTo>
                  <a:pt x="68501" y="39950"/>
                </a:lnTo>
                <a:cubicBezTo>
                  <a:pt x="68575" y="39950"/>
                  <a:pt x="68700" y="39925"/>
                  <a:pt x="68799" y="39925"/>
                </a:cubicBezTo>
                <a:cubicBezTo>
                  <a:pt x="68899" y="39925"/>
                  <a:pt x="68949" y="39925"/>
                  <a:pt x="69048" y="39901"/>
                </a:cubicBezTo>
                <a:cubicBezTo>
                  <a:pt x="69272" y="39851"/>
                  <a:pt x="69496" y="39851"/>
                  <a:pt x="69695" y="39826"/>
                </a:cubicBezTo>
                <a:cubicBezTo>
                  <a:pt x="69944" y="39826"/>
                  <a:pt x="70193" y="39801"/>
                  <a:pt x="70417" y="39801"/>
                </a:cubicBezTo>
                <a:close/>
                <a:moveTo>
                  <a:pt x="76043" y="42240"/>
                </a:moveTo>
                <a:cubicBezTo>
                  <a:pt x="76117" y="42290"/>
                  <a:pt x="76142" y="42315"/>
                  <a:pt x="76142" y="42315"/>
                </a:cubicBezTo>
                <a:cubicBezTo>
                  <a:pt x="76167" y="42315"/>
                  <a:pt x="76167" y="42340"/>
                  <a:pt x="76192" y="42340"/>
                </a:cubicBezTo>
                <a:cubicBezTo>
                  <a:pt x="76267" y="42415"/>
                  <a:pt x="76291" y="42514"/>
                  <a:pt x="76316" y="42564"/>
                </a:cubicBezTo>
                <a:cubicBezTo>
                  <a:pt x="76366" y="42614"/>
                  <a:pt x="76391" y="42663"/>
                  <a:pt x="76416" y="42713"/>
                </a:cubicBezTo>
                <a:cubicBezTo>
                  <a:pt x="76416" y="42738"/>
                  <a:pt x="76441" y="42738"/>
                  <a:pt x="76441" y="42788"/>
                </a:cubicBezTo>
                <a:cubicBezTo>
                  <a:pt x="76515" y="42887"/>
                  <a:pt x="76615" y="42987"/>
                  <a:pt x="76665" y="43087"/>
                </a:cubicBezTo>
                <a:cubicBezTo>
                  <a:pt x="76739" y="43186"/>
                  <a:pt x="76789" y="43286"/>
                  <a:pt x="76864" y="43335"/>
                </a:cubicBezTo>
                <a:cubicBezTo>
                  <a:pt x="76864" y="43335"/>
                  <a:pt x="76864" y="43360"/>
                  <a:pt x="76814" y="43360"/>
                </a:cubicBezTo>
                <a:lnTo>
                  <a:pt x="76814" y="43410"/>
                </a:lnTo>
                <a:cubicBezTo>
                  <a:pt x="76789" y="43360"/>
                  <a:pt x="76789" y="43335"/>
                  <a:pt x="76764" y="43311"/>
                </a:cubicBezTo>
                <a:cubicBezTo>
                  <a:pt x="76565" y="43037"/>
                  <a:pt x="76366" y="42788"/>
                  <a:pt x="76192" y="42489"/>
                </a:cubicBezTo>
                <a:cubicBezTo>
                  <a:pt x="76142" y="42415"/>
                  <a:pt x="76117" y="42340"/>
                  <a:pt x="76043" y="42240"/>
                </a:cubicBezTo>
                <a:close/>
                <a:moveTo>
                  <a:pt x="77262" y="43186"/>
                </a:moveTo>
                <a:lnTo>
                  <a:pt x="77287" y="43211"/>
                </a:lnTo>
                <a:lnTo>
                  <a:pt x="77212" y="43410"/>
                </a:lnTo>
                <a:lnTo>
                  <a:pt x="77163" y="43360"/>
                </a:lnTo>
                <a:cubicBezTo>
                  <a:pt x="77212" y="43286"/>
                  <a:pt x="77237" y="43261"/>
                  <a:pt x="77262" y="43186"/>
                </a:cubicBezTo>
                <a:close/>
                <a:moveTo>
                  <a:pt x="91799" y="43435"/>
                </a:moveTo>
                <a:cubicBezTo>
                  <a:pt x="91823" y="43435"/>
                  <a:pt x="91823" y="43460"/>
                  <a:pt x="91848" y="43460"/>
                </a:cubicBezTo>
                <a:cubicBezTo>
                  <a:pt x="91823" y="43460"/>
                  <a:pt x="91799" y="43510"/>
                  <a:pt x="91774" y="43510"/>
                </a:cubicBezTo>
                <a:cubicBezTo>
                  <a:pt x="91724" y="43460"/>
                  <a:pt x="91699" y="43460"/>
                  <a:pt x="91674" y="43460"/>
                </a:cubicBezTo>
                <a:cubicBezTo>
                  <a:pt x="91699" y="43460"/>
                  <a:pt x="91724" y="43435"/>
                  <a:pt x="91774" y="43435"/>
                </a:cubicBezTo>
                <a:close/>
                <a:moveTo>
                  <a:pt x="86678" y="42626"/>
                </a:moveTo>
                <a:cubicBezTo>
                  <a:pt x="86902" y="42626"/>
                  <a:pt x="87124" y="42630"/>
                  <a:pt x="87343" y="42639"/>
                </a:cubicBezTo>
                <a:cubicBezTo>
                  <a:pt x="87343" y="42663"/>
                  <a:pt x="87318" y="42663"/>
                  <a:pt x="87318" y="42688"/>
                </a:cubicBezTo>
                <a:cubicBezTo>
                  <a:pt x="87158" y="42684"/>
                  <a:pt x="86996" y="42683"/>
                  <a:pt x="86834" y="42683"/>
                </a:cubicBezTo>
                <a:cubicBezTo>
                  <a:pt x="84895" y="42683"/>
                  <a:pt x="82810" y="42955"/>
                  <a:pt x="80579" y="43520"/>
                </a:cubicBezTo>
                <a:lnTo>
                  <a:pt x="80579" y="43520"/>
                </a:lnTo>
                <a:cubicBezTo>
                  <a:pt x="80625" y="43497"/>
                  <a:pt x="80661" y="43453"/>
                  <a:pt x="80697" y="43435"/>
                </a:cubicBezTo>
                <a:cubicBezTo>
                  <a:pt x="82807" y="42902"/>
                  <a:pt x="84819" y="42626"/>
                  <a:pt x="86678" y="42626"/>
                </a:cubicBezTo>
                <a:close/>
                <a:moveTo>
                  <a:pt x="66011" y="40349"/>
                </a:moveTo>
                <a:cubicBezTo>
                  <a:pt x="67306" y="41693"/>
                  <a:pt x="68675" y="42713"/>
                  <a:pt x="70044" y="43510"/>
                </a:cubicBezTo>
                <a:cubicBezTo>
                  <a:pt x="70019" y="43510"/>
                  <a:pt x="70019" y="43535"/>
                  <a:pt x="69994" y="43535"/>
                </a:cubicBezTo>
                <a:cubicBezTo>
                  <a:pt x="68625" y="42738"/>
                  <a:pt x="67256" y="41718"/>
                  <a:pt x="65937" y="40398"/>
                </a:cubicBezTo>
                <a:cubicBezTo>
                  <a:pt x="65962" y="40398"/>
                  <a:pt x="65962" y="40398"/>
                  <a:pt x="66011" y="40349"/>
                </a:cubicBezTo>
                <a:close/>
                <a:moveTo>
                  <a:pt x="71451" y="42939"/>
                </a:moveTo>
                <a:cubicBezTo>
                  <a:pt x="71199" y="43088"/>
                  <a:pt x="70947" y="43246"/>
                  <a:pt x="70691" y="43410"/>
                </a:cubicBezTo>
                <a:cubicBezTo>
                  <a:pt x="70591" y="43460"/>
                  <a:pt x="70542" y="43510"/>
                  <a:pt x="70492" y="43535"/>
                </a:cubicBezTo>
                <a:lnTo>
                  <a:pt x="70417" y="43535"/>
                </a:lnTo>
                <a:lnTo>
                  <a:pt x="70591" y="43435"/>
                </a:lnTo>
                <a:cubicBezTo>
                  <a:pt x="70882" y="43269"/>
                  <a:pt x="71167" y="43103"/>
                  <a:pt x="71451" y="42939"/>
                </a:cubicBezTo>
                <a:close/>
                <a:moveTo>
                  <a:pt x="84506" y="37411"/>
                </a:moveTo>
                <a:lnTo>
                  <a:pt x="84506" y="37411"/>
                </a:lnTo>
                <a:cubicBezTo>
                  <a:pt x="83435" y="40174"/>
                  <a:pt x="81842" y="42215"/>
                  <a:pt x="79876" y="43460"/>
                </a:cubicBezTo>
                <a:cubicBezTo>
                  <a:pt x="79726" y="43510"/>
                  <a:pt x="79577" y="43559"/>
                  <a:pt x="79453" y="43584"/>
                </a:cubicBezTo>
                <a:cubicBezTo>
                  <a:pt x="79353" y="43559"/>
                  <a:pt x="79278" y="43535"/>
                  <a:pt x="79204" y="43510"/>
                </a:cubicBezTo>
                <a:cubicBezTo>
                  <a:pt x="79154" y="43510"/>
                  <a:pt x="79129" y="43460"/>
                  <a:pt x="79104" y="43460"/>
                </a:cubicBezTo>
                <a:cubicBezTo>
                  <a:pt x="78980" y="43410"/>
                  <a:pt x="78855" y="43335"/>
                  <a:pt x="78781" y="43286"/>
                </a:cubicBezTo>
                <a:cubicBezTo>
                  <a:pt x="78382" y="43062"/>
                  <a:pt x="78108" y="42838"/>
                  <a:pt x="77835" y="42663"/>
                </a:cubicBezTo>
                <a:cubicBezTo>
                  <a:pt x="78457" y="41469"/>
                  <a:pt x="79029" y="40299"/>
                  <a:pt x="79577" y="39154"/>
                </a:cubicBezTo>
                <a:cubicBezTo>
                  <a:pt x="81245" y="38432"/>
                  <a:pt x="82888" y="37859"/>
                  <a:pt x="84506" y="37411"/>
                </a:cubicBezTo>
                <a:close/>
                <a:moveTo>
                  <a:pt x="70293" y="43584"/>
                </a:moveTo>
                <a:cubicBezTo>
                  <a:pt x="70268" y="43584"/>
                  <a:pt x="70268" y="43634"/>
                  <a:pt x="70243" y="43634"/>
                </a:cubicBezTo>
                <a:cubicBezTo>
                  <a:pt x="70243" y="43634"/>
                  <a:pt x="70207" y="43634"/>
                  <a:pt x="70196" y="43603"/>
                </a:cubicBezTo>
                <a:lnTo>
                  <a:pt x="70196" y="43603"/>
                </a:lnTo>
                <a:cubicBezTo>
                  <a:pt x="70201" y="43593"/>
                  <a:pt x="70208" y="43584"/>
                  <a:pt x="70218" y="43584"/>
                </a:cubicBezTo>
                <a:close/>
                <a:moveTo>
                  <a:pt x="70193" y="43609"/>
                </a:moveTo>
                <a:cubicBezTo>
                  <a:pt x="70193" y="43638"/>
                  <a:pt x="70192" y="43649"/>
                  <a:pt x="70187" y="43649"/>
                </a:cubicBezTo>
                <a:cubicBezTo>
                  <a:pt x="70183" y="43649"/>
                  <a:pt x="70177" y="43643"/>
                  <a:pt x="70168" y="43634"/>
                </a:cubicBezTo>
                <a:lnTo>
                  <a:pt x="70168" y="43634"/>
                </a:lnTo>
                <a:cubicBezTo>
                  <a:pt x="70177" y="43642"/>
                  <a:pt x="70182" y="43645"/>
                  <a:pt x="70185" y="43645"/>
                </a:cubicBezTo>
                <a:cubicBezTo>
                  <a:pt x="70190" y="43645"/>
                  <a:pt x="70185" y="43634"/>
                  <a:pt x="70168" y="43634"/>
                </a:cubicBezTo>
                <a:cubicBezTo>
                  <a:pt x="70181" y="43634"/>
                  <a:pt x="70187" y="43622"/>
                  <a:pt x="70193" y="43609"/>
                </a:cubicBezTo>
                <a:close/>
                <a:moveTo>
                  <a:pt x="77038" y="43535"/>
                </a:moveTo>
                <a:lnTo>
                  <a:pt x="77038" y="43559"/>
                </a:lnTo>
                <a:lnTo>
                  <a:pt x="77038" y="43584"/>
                </a:lnTo>
                <a:lnTo>
                  <a:pt x="77038" y="43634"/>
                </a:lnTo>
                <a:lnTo>
                  <a:pt x="77038" y="43659"/>
                </a:lnTo>
                <a:cubicBezTo>
                  <a:pt x="77013" y="43634"/>
                  <a:pt x="77013" y="43584"/>
                  <a:pt x="77013" y="43584"/>
                </a:cubicBezTo>
                <a:cubicBezTo>
                  <a:pt x="77038" y="43559"/>
                  <a:pt x="77038" y="43559"/>
                  <a:pt x="77038" y="43535"/>
                </a:cubicBezTo>
                <a:close/>
                <a:moveTo>
                  <a:pt x="79062" y="43652"/>
                </a:moveTo>
                <a:cubicBezTo>
                  <a:pt x="79097" y="43661"/>
                  <a:pt x="79120" y="43667"/>
                  <a:pt x="79154" y="43684"/>
                </a:cubicBezTo>
                <a:lnTo>
                  <a:pt x="79129" y="43684"/>
                </a:lnTo>
                <a:cubicBezTo>
                  <a:pt x="79106" y="43672"/>
                  <a:pt x="79082" y="43661"/>
                  <a:pt x="79062" y="43652"/>
                </a:cubicBezTo>
                <a:close/>
                <a:moveTo>
                  <a:pt x="80174" y="43584"/>
                </a:moveTo>
                <a:lnTo>
                  <a:pt x="80000" y="43684"/>
                </a:lnTo>
                <a:cubicBezTo>
                  <a:pt x="79950" y="43709"/>
                  <a:pt x="79876" y="43709"/>
                  <a:pt x="79826" y="43734"/>
                </a:cubicBezTo>
                <a:cubicBezTo>
                  <a:pt x="79876" y="43709"/>
                  <a:pt x="79926" y="43684"/>
                  <a:pt x="79975" y="43659"/>
                </a:cubicBezTo>
                <a:cubicBezTo>
                  <a:pt x="80025" y="43609"/>
                  <a:pt x="80100" y="43609"/>
                  <a:pt x="80174" y="43584"/>
                </a:cubicBezTo>
                <a:close/>
                <a:moveTo>
                  <a:pt x="77810" y="43311"/>
                </a:moveTo>
                <a:cubicBezTo>
                  <a:pt x="77860" y="43335"/>
                  <a:pt x="77909" y="43335"/>
                  <a:pt x="77934" y="43385"/>
                </a:cubicBezTo>
                <a:cubicBezTo>
                  <a:pt x="78133" y="43535"/>
                  <a:pt x="78308" y="43659"/>
                  <a:pt x="78507" y="43784"/>
                </a:cubicBezTo>
                <a:lnTo>
                  <a:pt x="78034" y="43784"/>
                </a:lnTo>
                <a:cubicBezTo>
                  <a:pt x="78009" y="43759"/>
                  <a:pt x="78009" y="43684"/>
                  <a:pt x="77984" y="43659"/>
                </a:cubicBezTo>
                <a:cubicBezTo>
                  <a:pt x="77984" y="43634"/>
                  <a:pt x="77984" y="43634"/>
                  <a:pt x="77959" y="43584"/>
                </a:cubicBezTo>
                <a:cubicBezTo>
                  <a:pt x="77909" y="43535"/>
                  <a:pt x="77884" y="43435"/>
                  <a:pt x="77860" y="43385"/>
                </a:cubicBezTo>
                <a:cubicBezTo>
                  <a:pt x="77860" y="43335"/>
                  <a:pt x="77810" y="43335"/>
                  <a:pt x="77810" y="43311"/>
                </a:cubicBezTo>
                <a:close/>
                <a:moveTo>
                  <a:pt x="77586" y="43161"/>
                </a:moveTo>
                <a:cubicBezTo>
                  <a:pt x="77660" y="43311"/>
                  <a:pt x="77735" y="43460"/>
                  <a:pt x="77835" y="43634"/>
                </a:cubicBezTo>
                <a:cubicBezTo>
                  <a:pt x="77785" y="43684"/>
                  <a:pt x="77835" y="43759"/>
                  <a:pt x="77860" y="43808"/>
                </a:cubicBezTo>
                <a:lnTo>
                  <a:pt x="77785" y="43808"/>
                </a:lnTo>
                <a:cubicBezTo>
                  <a:pt x="77760" y="43709"/>
                  <a:pt x="77685" y="43634"/>
                  <a:pt x="77660" y="43535"/>
                </a:cubicBezTo>
                <a:cubicBezTo>
                  <a:pt x="77636" y="43460"/>
                  <a:pt x="77611" y="43435"/>
                  <a:pt x="77611" y="43360"/>
                </a:cubicBezTo>
                <a:lnTo>
                  <a:pt x="77611" y="43335"/>
                </a:lnTo>
                <a:cubicBezTo>
                  <a:pt x="77561" y="43311"/>
                  <a:pt x="77561" y="43286"/>
                  <a:pt x="77536" y="43211"/>
                </a:cubicBezTo>
                <a:cubicBezTo>
                  <a:pt x="77536" y="43211"/>
                  <a:pt x="77536" y="43186"/>
                  <a:pt x="77586" y="43186"/>
                </a:cubicBezTo>
                <a:lnTo>
                  <a:pt x="77586" y="43161"/>
                </a:lnTo>
                <a:close/>
                <a:moveTo>
                  <a:pt x="76914" y="43808"/>
                </a:moveTo>
                <a:cubicBezTo>
                  <a:pt x="76914" y="43833"/>
                  <a:pt x="76914" y="43833"/>
                  <a:pt x="76889" y="43833"/>
                </a:cubicBezTo>
                <a:lnTo>
                  <a:pt x="76864" y="43833"/>
                </a:lnTo>
                <a:cubicBezTo>
                  <a:pt x="76889" y="43833"/>
                  <a:pt x="76889" y="43808"/>
                  <a:pt x="76914" y="43808"/>
                </a:cubicBezTo>
                <a:close/>
                <a:moveTo>
                  <a:pt x="77188" y="43759"/>
                </a:moveTo>
                <a:cubicBezTo>
                  <a:pt x="77237" y="43784"/>
                  <a:pt x="77262" y="43808"/>
                  <a:pt x="77262" y="43833"/>
                </a:cubicBezTo>
                <a:lnTo>
                  <a:pt x="77188" y="43833"/>
                </a:lnTo>
                <a:lnTo>
                  <a:pt x="77163" y="43808"/>
                </a:lnTo>
                <a:cubicBezTo>
                  <a:pt x="77163" y="43808"/>
                  <a:pt x="77163" y="43784"/>
                  <a:pt x="77188" y="43784"/>
                </a:cubicBezTo>
                <a:lnTo>
                  <a:pt x="77188" y="43759"/>
                </a:lnTo>
                <a:close/>
                <a:moveTo>
                  <a:pt x="77387" y="43460"/>
                </a:moveTo>
                <a:lnTo>
                  <a:pt x="77586" y="43833"/>
                </a:lnTo>
                <a:lnTo>
                  <a:pt x="77511" y="43833"/>
                </a:lnTo>
                <a:cubicBezTo>
                  <a:pt x="77486" y="43784"/>
                  <a:pt x="77486" y="43784"/>
                  <a:pt x="77461" y="43759"/>
                </a:cubicBezTo>
                <a:cubicBezTo>
                  <a:pt x="77412" y="43684"/>
                  <a:pt x="77362" y="43634"/>
                  <a:pt x="77337" y="43584"/>
                </a:cubicBezTo>
                <a:cubicBezTo>
                  <a:pt x="77362" y="43559"/>
                  <a:pt x="77387" y="43510"/>
                  <a:pt x="77387" y="43460"/>
                </a:cubicBezTo>
                <a:close/>
                <a:moveTo>
                  <a:pt x="105439" y="26858"/>
                </a:moveTo>
                <a:cubicBezTo>
                  <a:pt x="108774" y="28102"/>
                  <a:pt x="111363" y="30193"/>
                  <a:pt x="113205" y="33006"/>
                </a:cubicBezTo>
                <a:lnTo>
                  <a:pt x="113205" y="33130"/>
                </a:lnTo>
                <a:lnTo>
                  <a:pt x="113205" y="33180"/>
                </a:lnTo>
                <a:cubicBezTo>
                  <a:pt x="113105" y="33877"/>
                  <a:pt x="112981" y="34599"/>
                  <a:pt x="112832" y="35345"/>
                </a:cubicBezTo>
                <a:cubicBezTo>
                  <a:pt x="112782" y="35445"/>
                  <a:pt x="112782" y="35495"/>
                  <a:pt x="112757" y="35594"/>
                </a:cubicBezTo>
                <a:cubicBezTo>
                  <a:pt x="112234" y="38308"/>
                  <a:pt x="111413" y="41095"/>
                  <a:pt x="110392" y="43958"/>
                </a:cubicBezTo>
                <a:cubicBezTo>
                  <a:pt x="108998" y="42564"/>
                  <a:pt x="107455" y="41319"/>
                  <a:pt x="105763" y="40224"/>
                </a:cubicBezTo>
                <a:lnTo>
                  <a:pt x="105738" y="40199"/>
                </a:lnTo>
                <a:cubicBezTo>
                  <a:pt x="105713" y="40149"/>
                  <a:pt x="105638" y="40100"/>
                  <a:pt x="105613" y="40050"/>
                </a:cubicBezTo>
                <a:lnTo>
                  <a:pt x="105514" y="39925"/>
                </a:lnTo>
                <a:lnTo>
                  <a:pt x="105489" y="39901"/>
                </a:lnTo>
                <a:lnTo>
                  <a:pt x="105464" y="39851"/>
                </a:lnTo>
                <a:lnTo>
                  <a:pt x="105265" y="39677"/>
                </a:lnTo>
                <a:cubicBezTo>
                  <a:pt x="105165" y="39577"/>
                  <a:pt x="105041" y="39477"/>
                  <a:pt x="104941" y="39403"/>
                </a:cubicBezTo>
                <a:cubicBezTo>
                  <a:pt x="104767" y="39228"/>
                  <a:pt x="104618" y="39054"/>
                  <a:pt x="104418" y="38930"/>
                </a:cubicBezTo>
                <a:cubicBezTo>
                  <a:pt x="104319" y="38830"/>
                  <a:pt x="104219" y="38780"/>
                  <a:pt x="104070" y="38681"/>
                </a:cubicBezTo>
                <a:cubicBezTo>
                  <a:pt x="103896" y="38532"/>
                  <a:pt x="103672" y="38357"/>
                  <a:pt x="103497" y="38233"/>
                </a:cubicBezTo>
                <a:cubicBezTo>
                  <a:pt x="103373" y="38183"/>
                  <a:pt x="103273" y="38083"/>
                  <a:pt x="103149" y="38034"/>
                </a:cubicBezTo>
                <a:cubicBezTo>
                  <a:pt x="102925" y="37909"/>
                  <a:pt x="102701" y="37735"/>
                  <a:pt x="102502" y="37611"/>
                </a:cubicBezTo>
                <a:lnTo>
                  <a:pt x="102128" y="37436"/>
                </a:lnTo>
                <a:cubicBezTo>
                  <a:pt x="102128" y="37436"/>
                  <a:pt x="102079" y="37436"/>
                  <a:pt x="102079" y="37411"/>
                </a:cubicBezTo>
                <a:cubicBezTo>
                  <a:pt x="102776" y="35420"/>
                  <a:pt x="103373" y="33454"/>
                  <a:pt x="103821" y="31512"/>
                </a:cubicBezTo>
                <a:cubicBezTo>
                  <a:pt x="104518" y="29994"/>
                  <a:pt x="105041" y="28426"/>
                  <a:pt x="105439" y="26858"/>
                </a:cubicBezTo>
                <a:close/>
                <a:moveTo>
                  <a:pt x="113504" y="33553"/>
                </a:moveTo>
                <a:cubicBezTo>
                  <a:pt x="114300" y="34873"/>
                  <a:pt x="114922" y="36341"/>
                  <a:pt x="115321" y="37959"/>
                </a:cubicBezTo>
                <a:cubicBezTo>
                  <a:pt x="114250" y="40125"/>
                  <a:pt x="112732" y="42166"/>
                  <a:pt x="110815" y="43958"/>
                </a:cubicBezTo>
                <a:cubicBezTo>
                  <a:pt x="112110" y="40349"/>
                  <a:pt x="113006" y="36864"/>
                  <a:pt x="113504" y="33553"/>
                </a:cubicBezTo>
                <a:close/>
                <a:moveTo>
                  <a:pt x="78233" y="43958"/>
                </a:moveTo>
                <a:cubicBezTo>
                  <a:pt x="78208" y="43983"/>
                  <a:pt x="78158" y="43983"/>
                  <a:pt x="78133" y="43983"/>
                </a:cubicBezTo>
                <a:cubicBezTo>
                  <a:pt x="78158" y="43958"/>
                  <a:pt x="78208" y="43958"/>
                  <a:pt x="78233" y="43958"/>
                </a:cubicBezTo>
                <a:close/>
                <a:moveTo>
                  <a:pt x="101730" y="38432"/>
                </a:moveTo>
                <a:cubicBezTo>
                  <a:pt x="102800" y="38955"/>
                  <a:pt x="103846" y="39527"/>
                  <a:pt x="104866" y="40149"/>
                </a:cubicBezTo>
                <a:cubicBezTo>
                  <a:pt x="104767" y="40224"/>
                  <a:pt x="104667" y="40299"/>
                  <a:pt x="104618" y="40398"/>
                </a:cubicBezTo>
                <a:cubicBezTo>
                  <a:pt x="104493" y="40473"/>
                  <a:pt x="104369" y="40597"/>
                  <a:pt x="104244" y="40697"/>
                </a:cubicBezTo>
                <a:cubicBezTo>
                  <a:pt x="104095" y="40846"/>
                  <a:pt x="103896" y="40971"/>
                  <a:pt x="103746" y="41095"/>
                </a:cubicBezTo>
                <a:cubicBezTo>
                  <a:pt x="103622" y="41195"/>
                  <a:pt x="103497" y="41319"/>
                  <a:pt x="103348" y="41419"/>
                </a:cubicBezTo>
                <a:lnTo>
                  <a:pt x="102875" y="41792"/>
                </a:lnTo>
                <a:cubicBezTo>
                  <a:pt x="102726" y="41917"/>
                  <a:pt x="102601" y="42016"/>
                  <a:pt x="102427" y="42141"/>
                </a:cubicBezTo>
                <a:cubicBezTo>
                  <a:pt x="102278" y="42215"/>
                  <a:pt x="102153" y="42340"/>
                  <a:pt x="102004" y="42439"/>
                </a:cubicBezTo>
                <a:cubicBezTo>
                  <a:pt x="101855" y="42564"/>
                  <a:pt x="101655" y="42663"/>
                  <a:pt x="101506" y="42788"/>
                </a:cubicBezTo>
                <a:cubicBezTo>
                  <a:pt x="101382" y="42887"/>
                  <a:pt x="101232" y="42937"/>
                  <a:pt x="101108" y="43037"/>
                </a:cubicBezTo>
                <a:cubicBezTo>
                  <a:pt x="100909" y="43161"/>
                  <a:pt x="100735" y="43286"/>
                  <a:pt x="100535" y="43385"/>
                </a:cubicBezTo>
                <a:cubicBezTo>
                  <a:pt x="100411" y="43435"/>
                  <a:pt x="100286" y="43510"/>
                  <a:pt x="100187" y="43584"/>
                </a:cubicBezTo>
                <a:cubicBezTo>
                  <a:pt x="99988" y="43709"/>
                  <a:pt x="99789" y="43833"/>
                  <a:pt x="99565" y="43933"/>
                </a:cubicBezTo>
                <a:cubicBezTo>
                  <a:pt x="99515" y="43958"/>
                  <a:pt x="99490" y="43983"/>
                  <a:pt x="99415" y="44032"/>
                </a:cubicBezTo>
                <a:cubicBezTo>
                  <a:pt x="100262" y="42166"/>
                  <a:pt x="101033" y="40299"/>
                  <a:pt x="101730" y="38432"/>
                </a:cubicBezTo>
                <a:close/>
                <a:moveTo>
                  <a:pt x="77436" y="44008"/>
                </a:moveTo>
                <a:cubicBezTo>
                  <a:pt x="77461" y="44032"/>
                  <a:pt x="77461" y="44057"/>
                  <a:pt x="77486" y="44057"/>
                </a:cubicBezTo>
                <a:lnTo>
                  <a:pt x="77412" y="44057"/>
                </a:lnTo>
                <a:lnTo>
                  <a:pt x="77412" y="44032"/>
                </a:lnTo>
                <a:lnTo>
                  <a:pt x="77387" y="44008"/>
                </a:lnTo>
                <a:close/>
                <a:moveTo>
                  <a:pt x="77909" y="43983"/>
                </a:moveTo>
                <a:cubicBezTo>
                  <a:pt x="77909" y="44032"/>
                  <a:pt x="77909" y="44032"/>
                  <a:pt x="77959" y="44057"/>
                </a:cubicBezTo>
                <a:lnTo>
                  <a:pt x="77884" y="44057"/>
                </a:lnTo>
                <a:cubicBezTo>
                  <a:pt x="77884" y="44032"/>
                  <a:pt x="77860" y="43983"/>
                  <a:pt x="77860" y="43983"/>
                </a:cubicBezTo>
                <a:close/>
                <a:moveTo>
                  <a:pt x="78781" y="44008"/>
                </a:moveTo>
                <a:cubicBezTo>
                  <a:pt x="78830" y="44008"/>
                  <a:pt x="78830" y="44032"/>
                  <a:pt x="78855" y="44032"/>
                </a:cubicBezTo>
                <a:cubicBezTo>
                  <a:pt x="78855" y="44032"/>
                  <a:pt x="78805" y="44032"/>
                  <a:pt x="78805" y="44057"/>
                </a:cubicBezTo>
                <a:lnTo>
                  <a:pt x="78631" y="44057"/>
                </a:lnTo>
                <a:cubicBezTo>
                  <a:pt x="78681" y="44032"/>
                  <a:pt x="78756" y="44032"/>
                  <a:pt x="78781" y="44008"/>
                </a:cubicBezTo>
                <a:close/>
                <a:moveTo>
                  <a:pt x="77113" y="44032"/>
                </a:moveTo>
                <a:lnTo>
                  <a:pt x="77138" y="44057"/>
                </a:lnTo>
                <a:cubicBezTo>
                  <a:pt x="77138" y="44057"/>
                  <a:pt x="77138" y="44082"/>
                  <a:pt x="77163" y="44082"/>
                </a:cubicBezTo>
                <a:lnTo>
                  <a:pt x="77038" y="44082"/>
                </a:lnTo>
                <a:cubicBezTo>
                  <a:pt x="77038" y="44057"/>
                  <a:pt x="77038" y="44057"/>
                  <a:pt x="77063" y="44032"/>
                </a:cubicBezTo>
                <a:close/>
                <a:moveTo>
                  <a:pt x="57947" y="32085"/>
                </a:moveTo>
                <a:cubicBezTo>
                  <a:pt x="59440" y="34300"/>
                  <a:pt x="60809" y="36515"/>
                  <a:pt x="61979" y="38681"/>
                </a:cubicBezTo>
                <a:cubicBezTo>
                  <a:pt x="59589" y="40398"/>
                  <a:pt x="57250" y="42215"/>
                  <a:pt x="55010" y="44132"/>
                </a:cubicBezTo>
                <a:lnTo>
                  <a:pt x="54985" y="44082"/>
                </a:lnTo>
                <a:cubicBezTo>
                  <a:pt x="54835" y="43933"/>
                  <a:pt x="54661" y="43759"/>
                  <a:pt x="54512" y="43584"/>
                </a:cubicBezTo>
                <a:cubicBezTo>
                  <a:pt x="54313" y="43335"/>
                  <a:pt x="54089" y="43087"/>
                  <a:pt x="53865" y="42887"/>
                </a:cubicBezTo>
                <a:cubicBezTo>
                  <a:pt x="53616" y="42589"/>
                  <a:pt x="53392" y="42340"/>
                  <a:pt x="53143" y="42066"/>
                </a:cubicBezTo>
                <a:cubicBezTo>
                  <a:pt x="53043" y="41966"/>
                  <a:pt x="52993" y="41892"/>
                  <a:pt x="52894" y="41792"/>
                </a:cubicBezTo>
                <a:cubicBezTo>
                  <a:pt x="51550" y="40224"/>
                  <a:pt x="50280" y="38556"/>
                  <a:pt x="49036" y="36839"/>
                </a:cubicBezTo>
                <a:cubicBezTo>
                  <a:pt x="52023" y="34723"/>
                  <a:pt x="55084" y="33130"/>
                  <a:pt x="57947" y="32085"/>
                </a:cubicBezTo>
                <a:close/>
                <a:moveTo>
                  <a:pt x="72657" y="42464"/>
                </a:moveTo>
                <a:lnTo>
                  <a:pt x="72657" y="42464"/>
                </a:lnTo>
                <a:cubicBezTo>
                  <a:pt x="72433" y="43037"/>
                  <a:pt x="72184" y="43559"/>
                  <a:pt x="71911" y="44132"/>
                </a:cubicBezTo>
                <a:cubicBezTo>
                  <a:pt x="71463" y="43983"/>
                  <a:pt x="71114" y="43808"/>
                  <a:pt x="70691" y="43634"/>
                </a:cubicBezTo>
                <a:cubicBezTo>
                  <a:pt x="70741" y="43584"/>
                  <a:pt x="70766" y="43584"/>
                  <a:pt x="70790" y="43559"/>
                </a:cubicBezTo>
                <a:cubicBezTo>
                  <a:pt x="71413" y="43186"/>
                  <a:pt x="72035" y="42813"/>
                  <a:pt x="72657" y="42464"/>
                </a:cubicBezTo>
                <a:close/>
                <a:moveTo>
                  <a:pt x="76789" y="44057"/>
                </a:moveTo>
                <a:cubicBezTo>
                  <a:pt x="76789" y="44082"/>
                  <a:pt x="76764" y="44082"/>
                  <a:pt x="76764" y="44132"/>
                </a:cubicBezTo>
                <a:lnTo>
                  <a:pt x="76739" y="44132"/>
                </a:lnTo>
                <a:cubicBezTo>
                  <a:pt x="76739" y="44082"/>
                  <a:pt x="76764" y="44082"/>
                  <a:pt x="76764" y="44057"/>
                </a:cubicBezTo>
                <a:close/>
                <a:moveTo>
                  <a:pt x="113329" y="33230"/>
                </a:moveTo>
                <a:cubicBezTo>
                  <a:pt x="113329" y="33255"/>
                  <a:pt x="113354" y="33304"/>
                  <a:pt x="113379" y="33304"/>
                </a:cubicBezTo>
                <a:cubicBezTo>
                  <a:pt x="113280" y="33976"/>
                  <a:pt x="113180" y="34624"/>
                  <a:pt x="113031" y="35321"/>
                </a:cubicBezTo>
                <a:cubicBezTo>
                  <a:pt x="113031" y="35370"/>
                  <a:pt x="113006" y="35420"/>
                  <a:pt x="113006" y="35470"/>
                </a:cubicBezTo>
                <a:cubicBezTo>
                  <a:pt x="112433" y="38283"/>
                  <a:pt x="111612" y="41170"/>
                  <a:pt x="110567" y="44132"/>
                </a:cubicBezTo>
                <a:lnTo>
                  <a:pt x="110517" y="44082"/>
                </a:lnTo>
                <a:cubicBezTo>
                  <a:pt x="111886" y="40324"/>
                  <a:pt x="112832" y="36690"/>
                  <a:pt x="113329" y="33230"/>
                </a:cubicBezTo>
                <a:close/>
                <a:moveTo>
                  <a:pt x="106211" y="40772"/>
                </a:moveTo>
                <a:cubicBezTo>
                  <a:pt x="107704" y="41792"/>
                  <a:pt x="109073" y="42912"/>
                  <a:pt x="110243" y="44132"/>
                </a:cubicBezTo>
                <a:cubicBezTo>
                  <a:pt x="110243" y="44157"/>
                  <a:pt x="110243" y="44157"/>
                  <a:pt x="110218" y="44182"/>
                </a:cubicBezTo>
                <a:cubicBezTo>
                  <a:pt x="109098" y="43012"/>
                  <a:pt x="107779" y="41917"/>
                  <a:pt x="106335" y="40921"/>
                </a:cubicBezTo>
                <a:cubicBezTo>
                  <a:pt x="106285" y="40846"/>
                  <a:pt x="106260" y="40821"/>
                  <a:pt x="106211" y="40772"/>
                </a:cubicBezTo>
                <a:close/>
                <a:moveTo>
                  <a:pt x="80199" y="44082"/>
                </a:moveTo>
                <a:cubicBezTo>
                  <a:pt x="80249" y="44082"/>
                  <a:pt x="80274" y="44082"/>
                  <a:pt x="80349" y="44132"/>
                </a:cubicBezTo>
                <a:cubicBezTo>
                  <a:pt x="80398" y="44132"/>
                  <a:pt x="80473" y="44157"/>
                  <a:pt x="80573" y="44182"/>
                </a:cubicBezTo>
                <a:cubicBezTo>
                  <a:pt x="80556" y="44190"/>
                  <a:pt x="80542" y="44193"/>
                  <a:pt x="80529" y="44193"/>
                </a:cubicBezTo>
                <a:cubicBezTo>
                  <a:pt x="80504" y="44193"/>
                  <a:pt x="80481" y="44182"/>
                  <a:pt x="80448" y="44182"/>
                </a:cubicBezTo>
                <a:lnTo>
                  <a:pt x="80374" y="44182"/>
                </a:lnTo>
                <a:lnTo>
                  <a:pt x="80100" y="44082"/>
                </a:lnTo>
                <a:close/>
                <a:moveTo>
                  <a:pt x="101506" y="38332"/>
                </a:moveTo>
                <a:cubicBezTo>
                  <a:pt x="101531" y="38332"/>
                  <a:pt x="101531" y="38357"/>
                  <a:pt x="101556" y="38357"/>
                </a:cubicBezTo>
                <a:cubicBezTo>
                  <a:pt x="100834" y="40299"/>
                  <a:pt x="100038" y="42215"/>
                  <a:pt x="99141" y="44182"/>
                </a:cubicBezTo>
                <a:cubicBezTo>
                  <a:pt x="99092" y="44182"/>
                  <a:pt x="99067" y="44207"/>
                  <a:pt x="99042" y="44207"/>
                </a:cubicBezTo>
                <a:cubicBezTo>
                  <a:pt x="99938" y="42265"/>
                  <a:pt x="100784" y="40249"/>
                  <a:pt x="101506" y="38332"/>
                </a:cubicBezTo>
                <a:close/>
                <a:moveTo>
                  <a:pt x="48886" y="36889"/>
                </a:moveTo>
                <a:cubicBezTo>
                  <a:pt x="50206" y="38731"/>
                  <a:pt x="51599" y="40473"/>
                  <a:pt x="52993" y="42116"/>
                </a:cubicBezTo>
                <a:cubicBezTo>
                  <a:pt x="52993" y="42166"/>
                  <a:pt x="53018" y="42166"/>
                  <a:pt x="53018" y="42190"/>
                </a:cubicBezTo>
                <a:cubicBezTo>
                  <a:pt x="53267" y="42489"/>
                  <a:pt x="53566" y="42788"/>
                  <a:pt x="53815" y="43087"/>
                </a:cubicBezTo>
                <a:cubicBezTo>
                  <a:pt x="53989" y="43311"/>
                  <a:pt x="54188" y="43535"/>
                  <a:pt x="54387" y="43734"/>
                </a:cubicBezTo>
                <a:cubicBezTo>
                  <a:pt x="54561" y="43908"/>
                  <a:pt x="54711" y="44057"/>
                  <a:pt x="54860" y="44232"/>
                </a:cubicBezTo>
                <a:cubicBezTo>
                  <a:pt x="54835" y="44232"/>
                  <a:pt x="54835" y="44281"/>
                  <a:pt x="54810" y="44281"/>
                </a:cubicBezTo>
                <a:cubicBezTo>
                  <a:pt x="54636" y="44082"/>
                  <a:pt x="54462" y="43908"/>
                  <a:pt x="54313" y="43709"/>
                </a:cubicBezTo>
                <a:cubicBezTo>
                  <a:pt x="54263" y="43684"/>
                  <a:pt x="54238" y="43659"/>
                  <a:pt x="54238" y="43609"/>
                </a:cubicBezTo>
                <a:cubicBezTo>
                  <a:pt x="52396" y="41568"/>
                  <a:pt x="50579" y="39303"/>
                  <a:pt x="48861" y="36938"/>
                </a:cubicBezTo>
                <a:cubicBezTo>
                  <a:pt x="48861" y="36938"/>
                  <a:pt x="48886" y="36938"/>
                  <a:pt x="48886" y="36889"/>
                </a:cubicBezTo>
                <a:close/>
                <a:moveTo>
                  <a:pt x="80747" y="44256"/>
                </a:moveTo>
                <a:cubicBezTo>
                  <a:pt x="80822" y="44256"/>
                  <a:pt x="80896" y="44281"/>
                  <a:pt x="80971" y="44281"/>
                </a:cubicBezTo>
                <a:cubicBezTo>
                  <a:pt x="80896" y="44281"/>
                  <a:pt x="80822" y="44281"/>
                  <a:pt x="80747" y="44256"/>
                </a:cubicBezTo>
                <a:close/>
                <a:moveTo>
                  <a:pt x="62079" y="38830"/>
                </a:moveTo>
                <a:cubicBezTo>
                  <a:pt x="62079" y="38855"/>
                  <a:pt x="62103" y="38855"/>
                  <a:pt x="62103" y="38880"/>
                </a:cubicBezTo>
                <a:cubicBezTo>
                  <a:pt x="59714" y="40597"/>
                  <a:pt x="57424" y="42415"/>
                  <a:pt x="55184" y="44306"/>
                </a:cubicBezTo>
                <a:cubicBezTo>
                  <a:pt x="55184" y="44281"/>
                  <a:pt x="55134" y="44281"/>
                  <a:pt x="55134" y="44256"/>
                </a:cubicBezTo>
                <a:cubicBezTo>
                  <a:pt x="57374" y="42340"/>
                  <a:pt x="59689" y="40548"/>
                  <a:pt x="62079" y="38830"/>
                </a:cubicBezTo>
                <a:close/>
                <a:moveTo>
                  <a:pt x="79627" y="44281"/>
                </a:moveTo>
                <a:cubicBezTo>
                  <a:pt x="79627" y="44281"/>
                  <a:pt x="79652" y="44281"/>
                  <a:pt x="79702" y="44306"/>
                </a:cubicBezTo>
                <a:lnTo>
                  <a:pt x="79627" y="44306"/>
                </a:lnTo>
                <a:lnTo>
                  <a:pt x="79602" y="44281"/>
                </a:lnTo>
                <a:close/>
                <a:moveTo>
                  <a:pt x="78034" y="44281"/>
                </a:moveTo>
                <a:cubicBezTo>
                  <a:pt x="78009" y="44281"/>
                  <a:pt x="78009" y="44281"/>
                  <a:pt x="78034" y="44306"/>
                </a:cubicBezTo>
                <a:cubicBezTo>
                  <a:pt x="78009" y="44306"/>
                  <a:pt x="78009" y="44306"/>
                  <a:pt x="78009" y="44331"/>
                </a:cubicBezTo>
                <a:cubicBezTo>
                  <a:pt x="78009" y="44306"/>
                  <a:pt x="78009" y="44306"/>
                  <a:pt x="77984" y="44281"/>
                </a:cubicBezTo>
                <a:close/>
                <a:moveTo>
                  <a:pt x="70492" y="43734"/>
                </a:moveTo>
                <a:cubicBezTo>
                  <a:pt x="70940" y="43933"/>
                  <a:pt x="71388" y="44157"/>
                  <a:pt x="71811" y="44306"/>
                </a:cubicBezTo>
                <a:cubicBezTo>
                  <a:pt x="71811" y="44331"/>
                  <a:pt x="71786" y="44331"/>
                  <a:pt x="71786" y="44356"/>
                </a:cubicBezTo>
                <a:cubicBezTo>
                  <a:pt x="71313" y="44207"/>
                  <a:pt x="70890" y="43983"/>
                  <a:pt x="70417" y="43784"/>
                </a:cubicBezTo>
                <a:cubicBezTo>
                  <a:pt x="70442" y="43784"/>
                  <a:pt x="70442" y="43734"/>
                  <a:pt x="70492" y="43734"/>
                </a:cubicBezTo>
                <a:close/>
                <a:moveTo>
                  <a:pt x="72632" y="43908"/>
                </a:moveTo>
                <a:lnTo>
                  <a:pt x="72632" y="44356"/>
                </a:lnTo>
                <a:cubicBezTo>
                  <a:pt x="72558" y="44331"/>
                  <a:pt x="72483" y="44331"/>
                  <a:pt x="72408" y="44306"/>
                </a:cubicBezTo>
                <a:cubicBezTo>
                  <a:pt x="72458" y="44182"/>
                  <a:pt x="72558" y="44032"/>
                  <a:pt x="72632" y="43908"/>
                </a:cubicBezTo>
                <a:close/>
                <a:moveTo>
                  <a:pt x="115370" y="38308"/>
                </a:moveTo>
                <a:lnTo>
                  <a:pt x="115370" y="38357"/>
                </a:lnTo>
                <a:cubicBezTo>
                  <a:pt x="114350" y="40373"/>
                  <a:pt x="112956" y="42290"/>
                  <a:pt x="111214" y="43933"/>
                </a:cubicBezTo>
                <a:lnTo>
                  <a:pt x="111164" y="43958"/>
                </a:lnTo>
                <a:lnTo>
                  <a:pt x="111089" y="44057"/>
                </a:lnTo>
                <a:cubicBezTo>
                  <a:pt x="110965" y="44157"/>
                  <a:pt x="110865" y="44281"/>
                  <a:pt x="110741" y="44356"/>
                </a:cubicBezTo>
                <a:cubicBezTo>
                  <a:pt x="110766" y="44331"/>
                  <a:pt x="110766" y="44331"/>
                  <a:pt x="110741" y="44306"/>
                </a:cubicBezTo>
                <a:lnTo>
                  <a:pt x="110815" y="44256"/>
                </a:lnTo>
                <a:cubicBezTo>
                  <a:pt x="110990" y="44057"/>
                  <a:pt x="111214" y="43883"/>
                  <a:pt x="111388" y="43684"/>
                </a:cubicBezTo>
                <a:lnTo>
                  <a:pt x="111861" y="43211"/>
                </a:lnTo>
                <a:lnTo>
                  <a:pt x="112135" y="42937"/>
                </a:lnTo>
                <a:cubicBezTo>
                  <a:pt x="112309" y="42738"/>
                  <a:pt x="112458" y="42589"/>
                  <a:pt x="112608" y="42415"/>
                </a:cubicBezTo>
                <a:cubicBezTo>
                  <a:pt x="112657" y="42315"/>
                  <a:pt x="112732" y="42265"/>
                  <a:pt x="112832" y="42166"/>
                </a:cubicBezTo>
                <a:cubicBezTo>
                  <a:pt x="112981" y="41966"/>
                  <a:pt x="113130" y="41792"/>
                  <a:pt x="113280" y="41568"/>
                </a:cubicBezTo>
                <a:cubicBezTo>
                  <a:pt x="113329" y="41494"/>
                  <a:pt x="113379" y="41444"/>
                  <a:pt x="113404" y="41419"/>
                </a:cubicBezTo>
                <a:cubicBezTo>
                  <a:pt x="113578" y="41195"/>
                  <a:pt x="113703" y="40996"/>
                  <a:pt x="113852" y="40797"/>
                </a:cubicBezTo>
                <a:cubicBezTo>
                  <a:pt x="113902" y="40697"/>
                  <a:pt x="113977" y="40622"/>
                  <a:pt x="114001" y="40548"/>
                </a:cubicBezTo>
                <a:cubicBezTo>
                  <a:pt x="114325" y="40075"/>
                  <a:pt x="114624" y="39602"/>
                  <a:pt x="114873" y="39129"/>
                </a:cubicBezTo>
                <a:cubicBezTo>
                  <a:pt x="114898" y="39104"/>
                  <a:pt x="114898" y="39079"/>
                  <a:pt x="114947" y="39054"/>
                </a:cubicBezTo>
                <a:cubicBezTo>
                  <a:pt x="115072" y="38830"/>
                  <a:pt x="115196" y="38631"/>
                  <a:pt x="115321" y="38432"/>
                </a:cubicBezTo>
                <a:lnTo>
                  <a:pt x="115321" y="38382"/>
                </a:lnTo>
                <a:cubicBezTo>
                  <a:pt x="115346" y="38357"/>
                  <a:pt x="115346" y="38332"/>
                  <a:pt x="115370" y="38308"/>
                </a:cubicBezTo>
                <a:close/>
                <a:moveTo>
                  <a:pt x="79278" y="44306"/>
                </a:moveTo>
                <a:cubicBezTo>
                  <a:pt x="79278" y="44306"/>
                  <a:pt x="79328" y="44306"/>
                  <a:pt x="79328" y="44331"/>
                </a:cubicBezTo>
                <a:cubicBezTo>
                  <a:pt x="79253" y="44331"/>
                  <a:pt x="79204" y="44381"/>
                  <a:pt x="79129" y="44381"/>
                </a:cubicBezTo>
                <a:cubicBezTo>
                  <a:pt x="79154" y="44381"/>
                  <a:pt x="79204" y="44331"/>
                  <a:pt x="79204" y="44331"/>
                </a:cubicBezTo>
                <a:cubicBezTo>
                  <a:pt x="79229" y="44306"/>
                  <a:pt x="79229" y="44306"/>
                  <a:pt x="79253" y="44306"/>
                </a:cubicBezTo>
                <a:close/>
                <a:moveTo>
                  <a:pt x="105090" y="40174"/>
                </a:moveTo>
                <a:cubicBezTo>
                  <a:pt x="105090" y="40174"/>
                  <a:pt x="105115" y="40174"/>
                  <a:pt x="105115" y="40199"/>
                </a:cubicBezTo>
                <a:cubicBezTo>
                  <a:pt x="105016" y="40274"/>
                  <a:pt x="104966" y="40349"/>
                  <a:pt x="104866" y="40423"/>
                </a:cubicBezTo>
                <a:cubicBezTo>
                  <a:pt x="104742" y="40548"/>
                  <a:pt x="104618" y="40672"/>
                  <a:pt x="104468" y="40797"/>
                </a:cubicBezTo>
                <a:lnTo>
                  <a:pt x="103995" y="41170"/>
                </a:lnTo>
                <a:cubicBezTo>
                  <a:pt x="103846" y="41294"/>
                  <a:pt x="103721" y="41419"/>
                  <a:pt x="103547" y="41543"/>
                </a:cubicBezTo>
                <a:cubicBezTo>
                  <a:pt x="103423" y="41643"/>
                  <a:pt x="103273" y="41742"/>
                  <a:pt x="103149" y="41842"/>
                </a:cubicBezTo>
                <a:cubicBezTo>
                  <a:pt x="102975" y="41966"/>
                  <a:pt x="102800" y="42116"/>
                  <a:pt x="102626" y="42265"/>
                </a:cubicBezTo>
                <a:cubicBezTo>
                  <a:pt x="102502" y="42340"/>
                  <a:pt x="102377" y="42415"/>
                  <a:pt x="102278" y="42514"/>
                </a:cubicBezTo>
                <a:cubicBezTo>
                  <a:pt x="102104" y="42639"/>
                  <a:pt x="101880" y="42788"/>
                  <a:pt x="101680" y="42912"/>
                </a:cubicBezTo>
                <a:lnTo>
                  <a:pt x="101407" y="43087"/>
                </a:lnTo>
                <a:cubicBezTo>
                  <a:pt x="101183" y="43261"/>
                  <a:pt x="100934" y="43385"/>
                  <a:pt x="100735" y="43535"/>
                </a:cubicBezTo>
                <a:cubicBezTo>
                  <a:pt x="100660" y="43559"/>
                  <a:pt x="100560" y="43634"/>
                  <a:pt x="100510" y="43659"/>
                </a:cubicBezTo>
                <a:cubicBezTo>
                  <a:pt x="100262" y="43808"/>
                  <a:pt x="99988" y="43958"/>
                  <a:pt x="99739" y="44082"/>
                </a:cubicBezTo>
                <a:cubicBezTo>
                  <a:pt x="99689" y="44132"/>
                  <a:pt x="99639" y="44132"/>
                  <a:pt x="99614" y="44157"/>
                </a:cubicBezTo>
                <a:cubicBezTo>
                  <a:pt x="99415" y="44306"/>
                  <a:pt x="99316" y="44381"/>
                  <a:pt x="99241" y="44381"/>
                </a:cubicBezTo>
                <a:cubicBezTo>
                  <a:pt x="99241" y="44331"/>
                  <a:pt x="99266" y="44331"/>
                  <a:pt x="99266" y="44306"/>
                </a:cubicBezTo>
                <a:cubicBezTo>
                  <a:pt x="99365" y="44281"/>
                  <a:pt x="99415" y="44207"/>
                  <a:pt x="99515" y="44182"/>
                </a:cubicBezTo>
                <a:cubicBezTo>
                  <a:pt x="99565" y="44157"/>
                  <a:pt x="99614" y="44132"/>
                  <a:pt x="99664" y="44082"/>
                </a:cubicBezTo>
                <a:cubicBezTo>
                  <a:pt x="99913" y="43958"/>
                  <a:pt x="100162" y="43808"/>
                  <a:pt x="100411" y="43659"/>
                </a:cubicBezTo>
                <a:cubicBezTo>
                  <a:pt x="100510" y="43584"/>
                  <a:pt x="100560" y="43559"/>
                  <a:pt x="100660" y="43510"/>
                </a:cubicBezTo>
                <a:cubicBezTo>
                  <a:pt x="100884" y="43360"/>
                  <a:pt x="101108" y="43211"/>
                  <a:pt x="101307" y="43087"/>
                </a:cubicBezTo>
                <a:cubicBezTo>
                  <a:pt x="101407" y="43037"/>
                  <a:pt x="101531" y="42962"/>
                  <a:pt x="101631" y="42912"/>
                </a:cubicBezTo>
                <a:cubicBezTo>
                  <a:pt x="101805" y="42788"/>
                  <a:pt x="102004" y="42663"/>
                  <a:pt x="102178" y="42489"/>
                </a:cubicBezTo>
                <a:lnTo>
                  <a:pt x="102552" y="42215"/>
                </a:lnTo>
                <a:cubicBezTo>
                  <a:pt x="102726" y="42091"/>
                  <a:pt x="102900" y="41966"/>
                  <a:pt x="103049" y="41842"/>
                </a:cubicBezTo>
                <a:cubicBezTo>
                  <a:pt x="103224" y="41718"/>
                  <a:pt x="103348" y="41643"/>
                  <a:pt x="103497" y="41494"/>
                </a:cubicBezTo>
                <a:cubicBezTo>
                  <a:pt x="103647" y="41369"/>
                  <a:pt x="103771" y="41245"/>
                  <a:pt x="103921" y="41145"/>
                </a:cubicBezTo>
                <a:lnTo>
                  <a:pt x="104394" y="40772"/>
                </a:lnTo>
                <a:cubicBezTo>
                  <a:pt x="104518" y="40647"/>
                  <a:pt x="104642" y="40523"/>
                  <a:pt x="104792" y="40398"/>
                </a:cubicBezTo>
                <a:cubicBezTo>
                  <a:pt x="104891" y="40324"/>
                  <a:pt x="104966" y="40224"/>
                  <a:pt x="105041" y="40174"/>
                </a:cubicBezTo>
                <a:close/>
                <a:moveTo>
                  <a:pt x="77735" y="44331"/>
                </a:moveTo>
                <a:lnTo>
                  <a:pt x="77760" y="44381"/>
                </a:lnTo>
                <a:cubicBezTo>
                  <a:pt x="77760" y="44381"/>
                  <a:pt x="77760" y="44406"/>
                  <a:pt x="77785" y="44406"/>
                </a:cubicBezTo>
                <a:lnTo>
                  <a:pt x="77735" y="44406"/>
                </a:lnTo>
                <a:cubicBezTo>
                  <a:pt x="77685" y="44406"/>
                  <a:pt x="77660" y="44406"/>
                  <a:pt x="77660" y="44381"/>
                </a:cubicBezTo>
                <a:cubicBezTo>
                  <a:pt x="77710" y="44381"/>
                  <a:pt x="77735" y="44331"/>
                  <a:pt x="77735" y="44331"/>
                </a:cubicBezTo>
                <a:close/>
                <a:moveTo>
                  <a:pt x="72905" y="43305"/>
                </a:moveTo>
                <a:lnTo>
                  <a:pt x="72905" y="43305"/>
                </a:lnTo>
                <a:cubicBezTo>
                  <a:pt x="72881" y="43696"/>
                  <a:pt x="72857" y="44063"/>
                  <a:pt x="72881" y="44431"/>
                </a:cubicBezTo>
                <a:cubicBezTo>
                  <a:pt x="72832" y="44431"/>
                  <a:pt x="72832" y="44431"/>
                  <a:pt x="72807" y="44406"/>
                </a:cubicBezTo>
                <a:cubicBezTo>
                  <a:pt x="72807" y="44082"/>
                  <a:pt x="72807" y="43759"/>
                  <a:pt x="72856" y="43435"/>
                </a:cubicBezTo>
                <a:cubicBezTo>
                  <a:pt x="72878" y="43392"/>
                  <a:pt x="72900" y="43349"/>
                  <a:pt x="72905" y="43305"/>
                </a:cubicBezTo>
                <a:close/>
                <a:moveTo>
                  <a:pt x="74848" y="41294"/>
                </a:moveTo>
                <a:cubicBezTo>
                  <a:pt x="75122" y="41543"/>
                  <a:pt x="75395" y="41718"/>
                  <a:pt x="75669" y="41942"/>
                </a:cubicBezTo>
                <a:cubicBezTo>
                  <a:pt x="75744" y="42066"/>
                  <a:pt x="75819" y="42190"/>
                  <a:pt x="75893" y="42315"/>
                </a:cubicBezTo>
                <a:cubicBezTo>
                  <a:pt x="75893" y="42340"/>
                  <a:pt x="75918" y="42340"/>
                  <a:pt x="75918" y="42365"/>
                </a:cubicBezTo>
                <a:cubicBezTo>
                  <a:pt x="75918" y="42415"/>
                  <a:pt x="75968" y="42415"/>
                  <a:pt x="75968" y="42439"/>
                </a:cubicBezTo>
                <a:cubicBezTo>
                  <a:pt x="76018" y="42564"/>
                  <a:pt x="76092" y="42663"/>
                  <a:pt x="76167" y="42788"/>
                </a:cubicBezTo>
                <a:lnTo>
                  <a:pt x="76366" y="43062"/>
                </a:lnTo>
                <a:cubicBezTo>
                  <a:pt x="76391" y="43111"/>
                  <a:pt x="76466" y="43186"/>
                  <a:pt x="76491" y="43236"/>
                </a:cubicBezTo>
                <a:cubicBezTo>
                  <a:pt x="76491" y="43286"/>
                  <a:pt x="76515" y="43286"/>
                  <a:pt x="76515" y="43311"/>
                </a:cubicBezTo>
                <a:lnTo>
                  <a:pt x="76715" y="43584"/>
                </a:lnTo>
                <a:lnTo>
                  <a:pt x="76739" y="43609"/>
                </a:lnTo>
                <a:cubicBezTo>
                  <a:pt x="76665" y="43709"/>
                  <a:pt x="76640" y="43808"/>
                  <a:pt x="76590" y="43908"/>
                </a:cubicBezTo>
                <a:cubicBezTo>
                  <a:pt x="75669" y="43983"/>
                  <a:pt x="74723" y="44182"/>
                  <a:pt x="73728" y="44431"/>
                </a:cubicBezTo>
                <a:cubicBezTo>
                  <a:pt x="74001" y="43435"/>
                  <a:pt x="74225" y="42489"/>
                  <a:pt x="74350" y="41568"/>
                </a:cubicBezTo>
                <a:cubicBezTo>
                  <a:pt x="74524" y="41444"/>
                  <a:pt x="74674" y="41394"/>
                  <a:pt x="74848" y="41294"/>
                </a:cubicBezTo>
                <a:close/>
                <a:moveTo>
                  <a:pt x="77287" y="44256"/>
                </a:moveTo>
                <a:cubicBezTo>
                  <a:pt x="77287" y="44256"/>
                  <a:pt x="77287" y="44281"/>
                  <a:pt x="77337" y="44281"/>
                </a:cubicBezTo>
                <a:cubicBezTo>
                  <a:pt x="77138" y="44331"/>
                  <a:pt x="76988" y="44406"/>
                  <a:pt x="76789" y="44456"/>
                </a:cubicBezTo>
                <a:cubicBezTo>
                  <a:pt x="76839" y="44431"/>
                  <a:pt x="76889" y="44331"/>
                  <a:pt x="76914" y="44281"/>
                </a:cubicBezTo>
                <a:cubicBezTo>
                  <a:pt x="77038" y="44281"/>
                  <a:pt x="77163" y="44281"/>
                  <a:pt x="77287" y="44256"/>
                </a:cubicBezTo>
                <a:close/>
                <a:moveTo>
                  <a:pt x="55010" y="44406"/>
                </a:moveTo>
                <a:cubicBezTo>
                  <a:pt x="55010" y="44431"/>
                  <a:pt x="55059" y="44431"/>
                  <a:pt x="55059" y="44456"/>
                </a:cubicBezTo>
                <a:cubicBezTo>
                  <a:pt x="55010" y="44456"/>
                  <a:pt x="55010" y="44480"/>
                  <a:pt x="54985" y="44480"/>
                </a:cubicBezTo>
                <a:cubicBezTo>
                  <a:pt x="54960" y="44456"/>
                  <a:pt x="54960" y="44431"/>
                  <a:pt x="54960" y="44431"/>
                </a:cubicBezTo>
                <a:cubicBezTo>
                  <a:pt x="54985" y="44431"/>
                  <a:pt x="54985" y="44406"/>
                  <a:pt x="55010" y="44406"/>
                </a:cubicBezTo>
                <a:close/>
                <a:moveTo>
                  <a:pt x="74175" y="41651"/>
                </a:moveTo>
                <a:cubicBezTo>
                  <a:pt x="74050" y="42545"/>
                  <a:pt x="73851" y="43513"/>
                  <a:pt x="73553" y="44456"/>
                </a:cubicBezTo>
                <a:cubicBezTo>
                  <a:pt x="73529" y="44456"/>
                  <a:pt x="73529" y="44456"/>
                  <a:pt x="73504" y="44480"/>
                </a:cubicBezTo>
                <a:cubicBezTo>
                  <a:pt x="73777" y="43535"/>
                  <a:pt x="74001" y="42589"/>
                  <a:pt x="74126" y="41693"/>
                </a:cubicBezTo>
                <a:cubicBezTo>
                  <a:pt x="74148" y="41671"/>
                  <a:pt x="74169" y="41668"/>
                  <a:pt x="74175" y="41651"/>
                </a:cubicBezTo>
                <a:close/>
                <a:moveTo>
                  <a:pt x="110639" y="44480"/>
                </a:moveTo>
                <a:cubicBezTo>
                  <a:pt x="110640" y="44487"/>
                  <a:pt x="110641" y="44495"/>
                  <a:pt x="110641" y="44505"/>
                </a:cubicBezTo>
                <a:cubicBezTo>
                  <a:pt x="110616" y="44505"/>
                  <a:pt x="110616" y="44530"/>
                  <a:pt x="110616" y="44530"/>
                </a:cubicBezTo>
                <a:lnTo>
                  <a:pt x="110616" y="44530"/>
                </a:lnTo>
                <a:cubicBezTo>
                  <a:pt x="110616" y="44510"/>
                  <a:pt x="110632" y="44506"/>
                  <a:pt x="110639" y="44480"/>
                </a:cubicBezTo>
                <a:close/>
                <a:moveTo>
                  <a:pt x="73927" y="41792"/>
                </a:moveTo>
                <a:lnTo>
                  <a:pt x="73927" y="41792"/>
                </a:lnTo>
                <a:cubicBezTo>
                  <a:pt x="73802" y="42688"/>
                  <a:pt x="73603" y="43584"/>
                  <a:pt x="73304" y="44530"/>
                </a:cubicBezTo>
                <a:lnTo>
                  <a:pt x="73280" y="44530"/>
                </a:lnTo>
                <a:cubicBezTo>
                  <a:pt x="73230" y="44530"/>
                  <a:pt x="73155" y="44505"/>
                  <a:pt x="73080" y="44505"/>
                </a:cubicBezTo>
                <a:cubicBezTo>
                  <a:pt x="73056" y="43908"/>
                  <a:pt x="73080" y="43335"/>
                  <a:pt x="73180" y="42788"/>
                </a:cubicBezTo>
                <a:cubicBezTo>
                  <a:pt x="73304" y="42539"/>
                  <a:pt x="73404" y="42290"/>
                  <a:pt x="73529" y="42016"/>
                </a:cubicBezTo>
                <a:cubicBezTo>
                  <a:pt x="73653" y="41917"/>
                  <a:pt x="73777" y="41842"/>
                  <a:pt x="73927" y="41792"/>
                </a:cubicBezTo>
                <a:close/>
                <a:moveTo>
                  <a:pt x="78407" y="44505"/>
                </a:moveTo>
                <a:cubicBezTo>
                  <a:pt x="78382" y="44505"/>
                  <a:pt x="78357" y="44505"/>
                  <a:pt x="78283" y="44530"/>
                </a:cubicBezTo>
                <a:cubicBezTo>
                  <a:pt x="78333" y="44505"/>
                  <a:pt x="78357" y="44505"/>
                  <a:pt x="78407" y="44505"/>
                </a:cubicBezTo>
                <a:close/>
                <a:moveTo>
                  <a:pt x="87468" y="42887"/>
                </a:moveTo>
                <a:cubicBezTo>
                  <a:pt x="87194" y="43435"/>
                  <a:pt x="86870" y="43983"/>
                  <a:pt x="86571" y="44555"/>
                </a:cubicBezTo>
                <a:lnTo>
                  <a:pt x="86497" y="44555"/>
                </a:lnTo>
                <a:cubicBezTo>
                  <a:pt x="86845" y="43983"/>
                  <a:pt x="87119" y="43435"/>
                  <a:pt x="87418" y="42887"/>
                </a:cubicBezTo>
                <a:close/>
                <a:moveTo>
                  <a:pt x="87692" y="42912"/>
                </a:moveTo>
                <a:cubicBezTo>
                  <a:pt x="88911" y="42962"/>
                  <a:pt x="90031" y="43186"/>
                  <a:pt x="91077" y="43510"/>
                </a:cubicBezTo>
                <a:cubicBezTo>
                  <a:pt x="89683" y="44032"/>
                  <a:pt x="88239" y="44406"/>
                  <a:pt x="86820" y="44555"/>
                </a:cubicBezTo>
                <a:cubicBezTo>
                  <a:pt x="87119" y="43983"/>
                  <a:pt x="87418" y="43435"/>
                  <a:pt x="87692" y="42912"/>
                </a:cubicBezTo>
                <a:close/>
                <a:moveTo>
                  <a:pt x="98992" y="44456"/>
                </a:moveTo>
                <a:cubicBezTo>
                  <a:pt x="98992" y="44480"/>
                  <a:pt x="98942" y="44480"/>
                  <a:pt x="98942" y="44530"/>
                </a:cubicBezTo>
                <a:lnTo>
                  <a:pt x="98942" y="44555"/>
                </a:lnTo>
                <a:cubicBezTo>
                  <a:pt x="98917" y="44555"/>
                  <a:pt x="98893" y="44580"/>
                  <a:pt x="98868" y="44580"/>
                </a:cubicBezTo>
                <a:cubicBezTo>
                  <a:pt x="98868" y="44580"/>
                  <a:pt x="98868" y="44555"/>
                  <a:pt x="98893" y="44555"/>
                </a:cubicBezTo>
                <a:cubicBezTo>
                  <a:pt x="98893" y="44530"/>
                  <a:pt x="98893" y="44530"/>
                  <a:pt x="98917" y="44480"/>
                </a:cubicBezTo>
                <a:cubicBezTo>
                  <a:pt x="98917" y="44485"/>
                  <a:pt x="98918" y="44487"/>
                  <a:pt x="98920" y="44487"/>
                </a:cubicBezTo>
                <a:cubicBezTo>
                  <a:pt x="98928" y="44487"/>
                  <a:pt x="98952" y="44456"/>
                  <a:pt x="98992" y="44456"/>
                </a:cubicBezTo>
                <a:close/>
                <a:moveTo>
                  <a:pt x="76665" y="44306"/>
                </a:moveTo>
                <a:cubicBezTo>
                  <a:pt x="76615" y="44406"/>
                  <a:pt x="76540" y="44505"/>
                  <a:pt x="76515" y="44580"/>
                </a:cubicBezTo>
                <a:cubicBezTo>
                  <a:pt x="76491" y="44580"/>
                  <a:pt x="76466" y="44605"/>
                  <a:pt x="76466" y="44605"/>
                </a:cubicBezTo>
                <a:cubicBezTo>
                  <a:pt x="76515" y="44530"/>
                  <a:pt x="76590" y="44431"/>
                  <a:pt x="76640" y="44306"/>
                </a:cubicBezTo>
                <a:close/>
                <a:moveTo>
                  <a:pt x="77461" y="44431"/>
                </a:moveTo>
                <a:cubicBezTo>
                  <a:pt x="77461" y="44456"/>
                  <a:pt x="77486" y="44456"/>
                  <a:pt x="77486" y="44480"/>
                </a:cubicBezTo>
                <a:cubicBezTo>
                  <a:pt x="77461" y="44480"/>
                  <a:pt x="77461" y="44480"/>
                  <a:pt x="77412" y="44530"/>
                </a:cubicBezTo>
                <a:cubicBezTo>
                  <a:pt x="77337" y="44555"/>
                  <a:pt x="77212" y="44580"/>
                  <a:pt x="77113" y="44580"/>
                </a:cubicBezTo>
                <a:cubicBezTo>
                  <a:pt x="77038" y="44580"/>
                  <a:pt x="76988" y="44605"/>
                  <a:pt x="76963" y="44605"/>
                </a:cubicBezTo>
                <a:cubicBezTo>
                  <a:pt x="77138" y="44555"/>
                  <a:pt x="77287" y="44505"/>
                  <a:pt x="77461" y="44431"/>
                </a:cubicBezTo>
                <a:close/>
                <a:moveTo>
                  <a:pt x="81618" y="44456"/>
                </a:moveTo>
                <a:cubicBezTo>
                  <a:pt x="81842" y="44480"/>
                  <a:pt x="82016" y="44555"/>
                  <a:pt x="82240" y="44580"/>
                </a:cubicBezTo>
                <a:lnTo>
                  <a:pt x="82265" y="44580"/>
                </a:lnTo>
                <a:cubicBezTo>
                  <a:pt x="82298" y="44591"/>
                  <a:pt x="82321" y="44606"/>
                  <a:pt x="82343" y="44620"/>
                </a:cubicBezTo>
                <a:lnTo>
                  <a:pt x="82343" y="44620"/>
                </a:lnTo>
                <a:cubicBezTo>
                  <a:pt x="82273" y="44605"/>
                  <a:pt x="82200" y="44605"/>
                  <a:pt x="82116" y="44605"/>
                </a:cubicBezTo>
                <a:cubicBezTo>
                  <a:pt x="81991" y="44555"/>
                  <a:pt x="81817" y="44530"/>
                  <a:pt x="81618" y="44456"/>
                </a:cubicBezTo>
                <a:close/>
                <a:moveTo>
                  <a:pt x="72309" y="44456"/>
                </a:moveTo>
                <a:cubicBezTo>
                  <a:pt x="72408" y="44505"/>
                  <a:pt x="72533" y="44530"/>
                  <a:pt x="72632" y="44555"/>
                </a:cubicBezTo>
                <a:lnTo>
                  <a:pt x="72632" y="44630"/>
                </a:lnTo>
                <a:cubicBezTo>
                  <a:pt x="72508" y="44580"/>
                  <a:pt x="72408" y="44555"/>
                  <a:pt x="72284" y="44530"/>
                </a:cubicBezTo>
                <a:cubicBezTo>
                  <a:pt x="72284" y="44505"/>
                  <a:pt x="72309" y="44505"/>
                  <a:pt x="72309" y="44456"/>
                </a:cubicBezTo>
                <a:close/>
                <a:moveTo>
                  <a:pt x="86633" y="42877"/>
                </a:moveTo>
                <a:cubicBezTo>
                  <a:pt x="86830" y="42877"/>
                  <a:pt x="87026" y="42881"/>
                  <a:pt x="87219" y="42887"/>
                </a:cubicBezTo>
                <a:cubicBezTo>
                  <a:pt x="86920" y="43435"/>
                  <a:pt x="86621" y="44032"/>
                  <a:pt x="86323" y="44580"/>
                </a:cubicBezTo>
                <a:cubicBezTo>
                  <a:pt x="86123" y="44580"/>
                  <a:pt x="85949" y="44605"/>
                  <a:pt x="85750" y="44605"/>
                </a:cubicBezTo>
                <a:cubicBezTo>
                  <a:pt x="85482" y="44622"/>
                  <a:pt x="85215" y="44630"/>
                  <a:pt x="84949" y="44630"/>
                </a:cubicBezTo>
                <a:cubicBezTo>
                  <a:pt x="84054" y="44630"/>
                  <a:pt x="83167" y="44540"/>
                  <a:pt x="82265" y="44406"/>
                </a:cubicBezTo>
                <a:cubicBezTo>
                  <a:pt x="81767" y="44256"/>
                  <a:pt x="81270" y="44082"/>
                  <a:pt x="80747" y="43983"/>
                </a:cubicBezTo>
                <a:lnTo>
                  <a:pt x="80747" y="43958"/>
                </a:lnTo>
                <a:lnTo>
                  <a:pt x="80647" y="43958"/>
                </a:lnTo>
                <a:cubicBezTo>
                  <a:pt x="80498" y="43933"/>
                  <a:pt x="80324" y="43908"/>
                  <a:pt x="80150" y="43833"/>
                </a:cubicBezTo>
                <a:lnTo>
                  <a:pt x="80125" y="43833"/>
                </a:lnTo>
                <a:cubicBezTo>
                  <a:pt x="82414" y="43221"/>
                  <a:pt x="84622" y="42877"/>
                  <a:pt x="86633" y="42877"/>
                </a:cubicBezTo>
                <a:close/>
                <a:moveTo>
                  <a:pt x="76491" y="44057"/>
                </a:moveTo>
                <a:cubicBezTo>
                  <a:pt x="76491" y="44132"/>
                  <a:pt x="76491" y="44132"/>
                  <a:pt x="76441" y="44157"/>
                </a:cubicBezTo>
                <a:cubicBezTo>
                  <a:pt x="75619" y="44256"/>
                  <a:pt x="74698" y="44431"/>
                  <a:pt x="73802" y="44655"/>
                </a:cubicBezTo>
                <a:cubicBezTo>
                  <a:pt x="73777" y="44655"/>
                  <a:pt x="73703" y="44655"/>
                  <a:pt x="73678" y="44605"/>
                </a:cubicBezTo>
                <a:lnTo>
                  <a:pt x="73678" y="44580"/>
                </a:lnTo>
                <a:cubicBezTo>
                  <a:pt x="74649" y="44331"/>
                  <a:pt x="75594" y="44182"/>
                  <a:pt x="76491" y="44057"/>
                </a:cubicBezTo>
                <a:close/>
                <a:moveTo>
                  <a:pt x="72853" y="44617"/>
                </a:moveTo>
                <a:cubicBezTo>
                  <a:pt x="72863" y="44617"/>
                  <a:pt x="72869" y="44630"/>
                  <a:pt x="72881" y="44655"/>
                </a:cubicBezTo>
                <a:cubicBezTo>
                  <a:pt x="72832" y="44655"/>
                  <a:pt x="72832" y="44655"/>
                  <a:pt x="72807" y="44680"/>
                </a:cubicBezTo>
                <a:lnTo>
                  <a:pt x="72807" y="44655"/>
                </a:lnTo>
                <a:cubicBezTo>
                  <a:pt x="72832" y="44630"/>
                  <a:pt x="72844" y="44617"/>
                  <a:pt x="72853" y="44617"/>
                </a:cubicBezTo>
                <a:close/>
                <a:moveTo>
                  <a:pt x="76341" y="44331"/>
                </a:moveTo>
                <a:cubicBezTo>
                  <a:pt x="76267" y="44456"/>
                  <a:pt x="76167" y="44580"/>
                  <a:pt x="76117" y="44704"/>
                </a:cubicBezTo>
                <a:cubicBezTo>
                  <a:pt x="75840" y="44751"/>
                  <a:pt x="75556" y="44770"/>
                  <a:pt x="75271" y="44770"/>
                </a:cubicBezTo>
                <a:cubicBezTo>
                  <a:pt x="74941" y="44770"/>
                  <a:pt x="74608" y="44744"/>
                  <a:pt x="74275" y="44704"/>
                </a:cubicBezTo>
                <a:cubicBezTo>
                  <a:pt x="74997" y="44555"/>
                  <a:pt x="75669" y="44431"/>
                  <a:pt x="76341" y="44331"/>
                </a:cubicBezTo>
                <a:close/>
                <a:moveTo>
                  <a:pt x="73230" y="44754"/>
                </a:moveTo>
                <a:lnTo>
                  <a:pt x="73230" y="44804"/>
                </a:lnTo>
                <a:cubicBezTo>
                  <a:pt x="73180" y="44779"/>
                  <a:pt x="73155" y="44779"/>
                  <a:pt x="73105" y="44779"/>
                </a:cubicBezTo>
                <a:cubicBezTo>
                  <a:pt x="73130" y="44779"/>
                  <a:pt x="73155" y="44754"/>
                  <a:pt x="73230" y="44754"/>
                </a:cubicBezTo>
                <a:close/>
                <a:moveTo>
                  <a:pt x="86447" y="44754"/>
                </a:moveTo>
                <a:cubicBezTo>
                  <a:pt x="86447" y="44767"/>
                  <a:pt x="86453" y="44773"/>
                  <a:pt x="86463" y="44773"/>
                </a:cubicBezTo>
                <a:cubicBezTo>
                  <a:pt x="86472" y="44773"/>
                  <a:pt x="86484" y="44767"/>
                  <a:pt x="86497" y="44754"/>
                </a:cubicBezTo>
                <a:lnTo>
                  <a:pt x="86497" y="44754"/>
                </a:lnTo>
                <a:cubicBezTo>
                  <a:pt x="86497" y="44779"/>
                  <a:pt x="86472" y="44779"/>
                  <a:pt x="86472" y="44804"/>
                </a:cubicBezTo>
                <a:lnTo>
                  <a:pt x="86422" y="44804"/>
                </a:lnTo>
                <a:cubicBezTo>
                  <a:pt x="86422" y="44779"/>
                  <a:pt x="86447" y="44779"/>
                  <a:pt x="86447" y="44754"/>
                </a:cubicBezTo>
                <a:close/>
                <a:moveTo>
                  <a:pt x="91351" y="43559"/>
                </a:moveTo>
                <a:cubicBezTo>
                  <a:pt x="91400" y="43559"/>
                  <a:pt x="91425" y="43584"/>
                  <a:pt x="91450" y="43584"/>
                </a:cubicBezTo>
                <a:cubicBezTo>
                  <a:pt x="89932" y="44256"/>
                  <a:pt x="88314" y="44655"/>
                  <a:pt x="86671" y="44804"/>
                </a:cubicBezTo>
                <a:cubicBezTo>
                  <a:pt x="86671" y="44779"/>
                  <a:pt x="86696" y="44779"/>
                  <a:pt x="86696" y="44754"/>
                </a:cubicBezTo>
                <a:cubicBezTo>
                  <a:pt x="88289" y="44580"/>
                  <a:pt x="89832" y="44182"/>
                  <a:pt x="91351" y="43559"/>
                </a:cubicBezTo>
                <a:close/>
                <a:moveTo>
                  <a:pt x="77660" y="44655"/>
                </a:moveTo>
                <a:lnTo>
                  <a:pt x="77685" y="44680"/>
                </a:lnTo>
                <a:lnTo>
                  <a:pt x="77735" y="44704"/>
                </a:lnTo>
                <a:cubicBezTo>
                  <a:pt x="77586" y="44729"/>
                  <a:pt x="77387" y="44804"/>
                  <a:pt x="77237" y="44829"/>
                </a:cubicBezTo>
                <a:lnTo>
                  <a:pt x="77063" y="44829"/>
                </a:lnTo>
                <a:cubicBezTo>
                  <a:pt x="77113" y="44829"/>
                  <a:pt x="77163" y="44804"/>
                  <a:pt x="77237" y="44779"/>
                </a:cubicBezTo>
                <a:cubicBezTo>
                  <a:pt x="77387" y="44754"/>
                  <a:pt x="77511" y="44680"/>
                  <a:pt x="77660" y="44655"/>
                </a:cubicBezTo>
                <a:close/>
                <a:moveTo>
                  <a:pt x="72184" y="44680"/>
                </a:moveTo>
                <a:cubicBezTo>
                  <a:pt x="72284" y="44704"/>
                  <a:pt x="72384" y="44754"/>
                  <a:pt x="72433" y="44779"/>
                </a:cubicBezTo>
                <a:cubicBezTo>
                  <a:pt x="72309" y="44804"/>
                  <a:pt x="72234" y="44829"/>
                  <a:pt x="72085" y="44879"/>
                </a:cubicBezTo>
                <a:lnTo>
                  <a:pt x="72184" y="44680"/>
                </a:lnTo>
                <a:close/>
                <a:moveTo>
                  <a:pt x="110342" y="44655"/>
                </a:moveTo>
                <a:cubicBezTo>
                  <a:pt x="110342" y="44680"/>
                  <a:pt x="110318" y="44754"/>
                  <a:pt x="110318" y="44779"/>
                </a:cubicBezTo>
                <a:lnTo>
                  <a:pt x="110218" y="44879"/>
                </a:lnTo>
                <a:cubicBezTo>
                  <a:pt x="110218" y="44829"/>
                  <a:pt x="110243" y="44804"/>
                  <a:pt x="110243" y="44754"/>
                </a:cubicBezTo>
                <a:lnTo>
                  <a:pt x="110268" y="44704"/>
                </a:lnTo>
                <a:lnTo>
                  <a:pt x="110318" y="44680"/>
                </a:lnTo>
                <a:lnTo>
                  <a:pt x="110342" y="44655"/>
                </a:lnTo>
                <a:close/>
                <a:moveTo>
                  <a:pt x="83033" y="44711"/>
                </a:moveTo>
                <a:cubicBezTo>
                  <a:pt x="83683" y="44799"/>
                  <a:pt x="84359" y="44848"/>
                  <a:pt x="85033" y="44848"/>
                </a:cubicBezTo>
                <a:cubicBezTo>
                  <a:pt x="85273" y="44848"/>
                  <a:pt x="85512" y="44842"/>
                  <a:pt x="85750" y="44829"/>
                </a:cubicBezTo>
                <a:cubicBezTo>
                  <a:pt x="85924" y="44829"/>
                  <a:pt x="86049" y="44804"/>
                  <a:pt x="86198" y="44804"/>
                </a:cubicBezTo>
                <a:cubicBezTo>
                  <a:pt x="86198" y="44829"/>
                  <a:pt x="86173" y="44829"/>
                  <a:pt x="86173" y="44879"/>
                </a:cubicBezTo>
                <a:lnTo>
                  <a:pt x="85750" y="44879"/>
                </a:lnTo>
                <a:cubicBezTo>
                  <a:pt x="85501" y="44879"/>
                  <a:pt x="85252" y="44904"/>
                  <a:pt x="85003" y="44904"/>
                </a:cubicBezTo>
                <a:cubicBezTo>
                  <a:pt x="84381" y="44904"/>
                  <a:pt x="83809" y="44829"/>
                  <a:pt x="83186" y="44779"/>
                </a:cubicBezTo>
                <a:cubicBezTo>
                  <a:pt x="83128" y="44760"/>
                  <a:pt x="83085" y="44725"/>
                  <a:pt x="83033" y="44711"/>
                </a:cubicBezTo>
                <a:close/>
                <a:moveTo>
                  <a:pt x="62103" y="39079"/>
                </a:moveTo>
                <a:cubicBezTo>
                  <a:pt x="62527" y="39677"/>
                  <a:pt x="62825" y="40299"/>
                  <a:pt x="63149" y="40871"/>
                </a:cubicBezTo>
                <a:cubicBezTo>
                  <a:pt x="63024" y="40921"/>
                  <a:pt x="62925" y="40971"/>
                  <a:pt x="62800" y="41046"/>
                </a:cubicBezTo>
                <a:cubicBezTo>
                  <a:pt x="62676" y="41095"/>
                  <a:pt x="62552" y="41145"/>
                  <a:pt x="62452" y="41195"/>
                </a:cubicBezTo>
                <a:cubicBezTo>
                  <a:pt x="62352" y="41220"/>
                  <a:pt x="62253" y="41294"/>
                  <a:pt x="62178" y="41319"/>
                </a:cubicBezTo>
                <a:cubicBezTo>
                  <a:pt x="62079" y="41344"/>
                  <a:pt x="62029" y="41369"/>
                  <a:pt x="61929" y="41444"/>
                </a:cubicBezTo>
                <a:lnTo>
                  <a:pt x="61855" y="41444"/>
                </a:lnTo>
                <a:cubicBezTo>
                  <a:pt x="61730" y="41494"/>
                  <a:pt x="61606" y="41543"/>
                  <a:pt x="61481" y="41593"/>
                </a:cubicBezTo>
                <a:cubicBezTo>
                  <a:pt x="61332" y="41668"/>
                  <a:pt x="61133" y="41767"/>
                  <a:pt x="60983" y="41842"/>
                </a:cubicBezTo>
                <a:lnTo>
                  <a:pt x="60959" y="41842"/>
                </a:lnTo>
                <a:cubicBezTo>
                  <a:pt x="60959" y="41842"/>
                  <a:pt x="60934" y="41842"/>
                  <a:pt x="60934" y="41892"/>
                </a:cubicBezTo>
                <a:cubicBezTo>
                  <a:pt x="60809" y="41942"/>
                  <a:pt x="60685" y="42016"/>
                  <a:pt x="60510" y="42066"/>
                </a:cubicBezTo>
                <a:cubicBezTo>
                  <a:pt x="60486" y="42066"/>
                  <a:pt x="60461" y="42091"/>
                  <a:pt x="60436" y="42116"/>
                </a:cubicBezTo>
                <a:cubicBezTo>
                  <a:pt x="60386" y="42166"/>
                  <a:pt x="60361" y="42166"/>
                  <a:pt x="60336" y="42190"/>
                </a:cubicBezTo>
                <a:cubicBezTo>
                  <a:pt x="60336" y="42190"/>
                  <a:pt x="60311" y="42190"/>
                  <a:pt x="60311" y="42215"/>
                </a:cubicBezTo>
                <a:cubicBezTo>
                  <a:pt x="60212" y="42240"/>
                  <a:pt x="60137" y="42315"/>
                  <a:pt x="60062" y="42340"/>
                </a:cubicBezTo>
                <a:lnTo>
                  <a:pt x="60013" y="42340"/>
                </a:lnTo>
                <a:cubicBezTo>
                  <a:pt x="60013" y="42340"/>
                  <a:pt x="59988" y="42340"/>
                  <a:pt x="59988" y="42365"/>
                </a:cubicBezTo>
                <a:cubicBezTo>
                  <a:pt x="59838" y="42439"/>
                  <a:pt x="59714" y="42539"/>
                  <a:pt x="59565" y="42589"/>
                </a:cubicBezTo>
                <a:cubicBezTo>
                  <a:pt x="59465" y="42614"/>
                  <a:pt x="59390" y="42688"/>
                  <a:pt x="59316" y="42713"/>
                </a:cubicBezTo>
                <a:cubicBezTo>
                  <a:pt x="59216" y="42788"/>
                  <a:pt x="59117" y="42813"/>
                  <a:pt x="59017" y="42863"/>
                </a:cubicBezTo>
                <a:cubicBezTo>
                  <a:pt x="58868" y="42962"/>
                  <a:pt x="58718" y="43037"/>
                  <a:pt x="58569" y="43111"/>
                </a:cubicBezTo>
                <a:lnTo>
                  <a:pt x="58096" y="43410"/>
                </a:lnTo>
                <a:lnTo>
                  <a:pt x="58071" y="43410"/>
                </a:lnTo>
                <a:cubicBezTo>
                  <a:pt x="57897" y="43510"/>
                  <a:pt x="57748" y="43584"/>
                  <a:pt x="57573" y="43709"/>
                </a:cubicBezTo>
                <a:cubicBezTo>
                  <a:pt x="57399" y="43808"/>
                  <a:pt x="57250" y="43908"/>
                  <a:pt x="57125" y="43983"/>
                </a:cubicBezTo>
                <a:cubicBezTo>
                  <a:pt x="56976" y="44082"/>
                  <a:pt x="56827" y="44182"/>
                  <a:pt x="56652" y="44306"/>
                </a:cubicBezTo>
                <a:cubicBezTo>
                  <a:pt x="56627" y="44306"/>
                  <a:pt x="56627" y="44331"/>
                  <a:pt x="56603" y="44331"/>
                </a:cubicBezTo>
                <a:cubicBezTo>
                  <a:pt x="56528" y="44356"/>
                  <a:pt x="56503" y="44406"/>
                  <a:pt x="56453" y="44431"/>
                </a:cubicBezTo>
                <a:cubicBezTo>
                  <a:pt x="56379" y="44480"/>
                  <a:pt x="56329" y="44530"/>
                  <a:pt x="56229" y="44580"/>
                </a:cubicBezTo>
                <a:cubicBezTo>
                  <a:pt x="56204" y="44580"/>
                  <a:pt x="56204" y="44605"/>
                  <a:pt x="56155" y="44605"/>
                </a:cubicBezTo>
                <a:cubicBezTo>
                  <a:pt x="56155" y="44605"/>
                  <a:pt x="56130" y="44605"/>
                  <a:pt x="56130" y="44655"/>
                </a:cubicBezTo>
                <a:cubicBezTo>
                  <a:pt x="55980" y="44754"/>
                  <a:pt x="55831" y="44854"/>
                  <a:pt x="55657" y="44953"/>
                </a:cubicBezTo>
                <a:cubicBezTo>
                  <a:pt x="55507" y="44804"/>
                  <a:pt x="55358" y="44605"/>
                  <a:pt x="55209" y="44456"/>
                </a:cubicBezTo>
                <a:cubicBezTo>
                  <a:pt x="57399" y="42589"/>
                  <a:pt x="59714" y="40797"/>
                  <a:pt x="62103" y="39079"/>
                </a:cubicBezTo>
                <a:close/>
                <a:moveTo>
                  <a:pt x="73802" y="44829"/>
                </a:moveTo>
                <a:cubicBezTo>
                  <a:pt x="74400" y="44929"/>
                  <a:pt x="75022" y="44953"/>
                  <a:pt x="75619" y="44953"/>
                </a:cubicBezTo>
                <a:cubicBezTo>
                  <a:pt x="75545" y="45003"/>
                  <a:pt x="75520" y="45003"/>
                  <a:pt x="75470" y="45028"/>
                </a:cubicBezTo>
                <a:lnTo>
                  <a:pt x="75346" y="45028"/>
                </a:lnTo>
                <a:cubicBezTo>
                  <a:pt x="74773" y="45028"/>
                  <a:pt x="74250" y="44953"/>
                  <a:pt x="73678" y="44879"/>
                </a:cubicBezTo>
                <a:cubicBezTo>
                  <a:pt x="73728" y="44879"/>
                  <a:pt x="73777" y="44829"/>
                  <a:pt x="73802" y="44829"/>
                </a:cubicBezTo>
                <a:close/>
                <a:moveTo>
                  <a:pt x="78158" y="44829"/>
                </a:moveTo>
                <a:lnTo>
                  <a:pt x="78233" y="44904"/>
                </a:lnTo>
                <a:lnTo>
                  <a:pt x="78233" y="44953"/>
                </a:lnTo>
                <a:lnTo>
                  <a:pt x="78233" y="45028"/>
                </a:lnTo>
                <a:lnTo>
                  <a:pt x="78183" y="44978"/>
                </a:lnTo>
                <a:lnTo>
                  <a:pt x="78158" y="44953"/>
                </a:lnTo>
                <a:lnTo>
                  <a:pt x="78158" y="44929"/>
                </a:lnTo>
                <a:lnTo>
                  <a:pt x="78158" y="44829"/>
                </a:lnTo>
                <a:close/>
                <a:moveTo>
                  <a:pt x="55184" y="44555"/>
                </a:moveTo>
                <a:cubicBezTo>
                  <a:pt x="55333" y="44704"/>
                  <a:pt x="55482" y="44904"/>
                  <a:pt x="55632" y="45053"/>
                </a:cubicBezTo>
                <a:lnTo>
                  <a:pt x="55607" y="45053"/>
                </a:lnTo>
                <a:lnTo>
                  <a:pt x="55582" y="45078"/>
                </a:lnTo>
                <a:lnTo>
                  <a:pt x="55308" y="44804"/>
                </a:lnTo>
                <a:lnTo>
                  <a:pt x="55109" y="44605"/>
                </a:lnTo>
                <a:lnTo>
                  <a:pt x="55184" y="44555"/>
                </a:lnTo>
                <a:close/>
                <a:moveTo>
                  <a:pt x="63224" y="41046"/>
                </a:moveTo>
                <a:lnTo>
                  <a:pt x="63224" y="41070"/>
                </a:lnTo>
                <a:cubicBezTo>
                  <a:pt x="63099" y="41145"/>
                  <a:pt x="62975" y="41195"/>
                  <a:pt x="62875" y="41270"/>
                </a:cubicBezTo>
                <a:cubicBezTo>
                  <a:pt x="62751" y="41319"/>
                  <a:pt x="62626" y="41344"/>
                  <a:pt x="62502" y="41419"/>
                </a:cubicBezTo>
                <a:cubicBezTo>
                  <a:pt x="62427" y="41444"/>
                  <a:pt x="62328" y="41518"/>
                  <a:pt x="62228" y="41543"/>
                </a:cubicBezTo>
                <a:cubicBezTo>
                  <a:pt x="62178" y="41568"/>
                  <a:pt x="62079" y="41593"/>
                  <a:pt x="62029" y="41643"/>
                </a:cubicBezTo>
                <a:cubicBezTo>
                  <a:pt x="61855" y="41693"/>
                  <a:pt x="61730" y="41767"/>
                  <a:pt x="61581" y="41817"/>
                </a:cubicBezTo>
                <a:cubicBezTo>
                  <a:pt x="61431" y="41892"/>
                  <a:pt x="61282" y="41966"/>
                  <a:pt x="61108" y="42041"/>
                </a:cubicBezTo>
                <a:cubicBezTo>
                  <a:pt x="60959" y="42141"/>
                  <a:pt x="60809" y="42190"/>
                  <a:pt x="60610" y="42290"/>
                </a:cubicBezTo>
                <a:cubicBezTo>
                  <a:pt x="60486" y="42340"/>
                  <a:pt x="60361" y="42415"/>
                  <a:pt x="60262" y="42464"/>
                </a:cubicBezTo>
                <a:cubicBezTo>
                  <a:pt x="60237" y="42464"/>
                  <a:pt x="60237" y="42514"/>
                  <a:pt x="60212" y="42514"/>
                </a:cubicBezTo>
                <a:cubicBezTo>
                  <a:pt x="60013" y="42589"/>
                  <a:pt x="59838" y="42688"/>
                  <a:pt x="59689" y="42788"/>
                </a:cubicBezTo>
                <a:cubicBezTo>
                  <a:pt x="59614" y="42813"/>
                  <a:pt x="59540" y="42887"/>
                  <a:pt x="59465" y="42912"/>
                </a:cubicBezTo>
                <a:cubicBezTo>
                  <a:pt x="59440" y="42912"/>
                  <a:pt x="59440" y="42937"/>
                  <a:pt x="59415" y="42937"/>
                </a:cubicBezTo>
                <a:cubicBezTo>
                  <a:pt x="59365" y="42937"/>
                  <a:pt x="59365" y="42962"/>
                  <a:pt x="59341" y="42962"/>
                </a:cubicBezTo>
                <a:cubicBezTo>
                  <a:pt x="59316" y="42962"/>
                  <a:pt x="59316" y="43012"/>
                  <a:pt x="59291" y="43012"/>
                </a:cubicBezTo>
                <a:cubicBezTo>
                  <a:pt x="59092" y="43136"/>
                  <a:pt x="58917" y="43211"/>
                  <a:pt x="58693" y="43335"/>
                </a:cubicBezTo>
                <a:cubicBezTo>
                  <a:pt x="58669" y="43335"/>
                  <a:pt x="58669" y="43360"/>
                  <a:pt x="58619" y="43360"/>
                </a:cubicBezTo>
                <a:cubicBezTo>
                  <a:pt x="58594" y="43360"/>
                  <a:pt x="58594" y="43410"/>
                  <a:pt x="58569" y="43410"/>
                </a:cubicBezTo>
                <a:lnTo>
                  <a:pt x="58544" y="43435"/>
                </a:lnTo>
                <a:cubicBezTo>
                  <a:pt x="58494" y="43435"/>
                  <a:pt x="58494" y="43460"/>
                  <a:pt x="58469" y="43460"/>
                </a:cubicBezTo>
                <a:cubicBezTo>
                  <a:pt x="58469" y="43460"/>
                  <a:pt x="58445" y="43460"/>
                  <a:pt x="58445" y="43485"/>
                </a:cubicBezTo>
                <a:cubicBezTo>
                  <a:pt x="58420" y="43535"/>
                  <a:pt x="58370" y="43535"/>
                  <a:pt x="58345" y="43559"/>
                </a:cubicBezTo>
                <a:cubicBezTo>
                  <a:pt x="58121" y="43684"/>
                  <a:pt x="57947" y="43808"/>
                  <a:pt x="57723" y="43933"/>
                </a:cubicBezTo>
                <a:cubicBezTo>
                  <a:pt x="57698" y="43958"/>
                  <a:pt x="57673" y="43958"/>
                  <a:pt x="57623" y="43983"/>
                </a:cubicBezTo>
                <a:cubicBezTo>
                  <a:pt x="57598" y="44032"/>
                  <a:pt x="57573" y="44032"/>
                  <a:pt x="57548" y="44057"/>
                </a:cubicBezTo>
                <a:cubicBezTo>
                  <a:pt x="57499" y="44057"/>
                  <a:pt x="57499" y="44082"/>
                  <a:pt x="57474" y="44082"/>
                </a:cubicBezTo>
                <a:cubicBezTo>
                  <a:pt x="57449" y="44107"/>
                  <a:pt x="57424" y="44107"/>
                  <a:pt x="57374" y="44157"/>
                </a:cubicBezTo>
                <a:cubicBezTo>
                  <a:pt x="57175" y="44281"/>
                  <a:pt x="56951" y="44431"/>
                  <a:pt x="56752" y="44555"/>
                </a:cubicBezTo>
                <a:cubicBezTo>
                  <a:pt x="56702" y="44580"/>
                  <a:pt x="56627" y="44655"/>
                  <a:pt x="56553" y="44704"/>
                </a:cubicBezTo>
                <a:cubicBezTo>
                  <a:pt x="56503" y="44729"/>
                  <a:pt x="56478" y="44779"/>
                  <a:pt x="56453" y="44779"/>
                </a:cubicBezTo>
                <a:cubicBezTo>
                  <a:pt x="56304" y="44904"/>
                  <a:pt x="56105" y="44978"/>
                  <a:pt x="55955" y="45103"/>
                </a:cubicBezTo>
                <a:lnTo>
                  <a:pt x="55931" y="45078"/>
                </a:lnTo>
                <a:lnTo>
                  <a:pt x="55881" y="45053"/>
                </a:lnTo>
                <a:cubicBezTo>
                  <a:pt x="56080" y="44929"/>
                  <a:pt x="56229" y="44804"/>
                  <a:pt x="56428" y="44680"/>
                </a:cubicBezTo>
                <a:lnTo>
                  <a:pt x="56702" y="44480"/>
                </a:lnTo>
                <a:cubicBezTo>
                  <a:pt x="56752" y="44456"/>
                  <a:pt x="56827" y="44406"/>
                  <a:pt x="56876" y="44356"/>
                </a:cubicBezTo>
                <a:cubicBezTo>
                  <a:pt x="57051" y="44281"/>
                  <a:pt x="57175" y="44182"/>
                  <a:pt x="57324" y="44082"/>
                </a:cubicBezTo>
                <a:cubicBezTo>
                  <a:pt x="57449" y="44032"/>
                  <a:pt x="57548" y="43933"/>
                  <a:pt x="57673" y="43858"/>
                </a:cubicBezTo>
                <a:cubicBezTo>
                  <a:pt x="57847" y="43734"/>
                  <a:pt x="58046" y="43609"/>
                  <a:pt x="58220" y="43535"/>
                </a:cubicBezTo>
                <a:cubicBezTo>
                  <a:pt x="58345" y="43435"/>
                  <a:pt x="58469" y="43360"/>
                  <a:pt x="58619" y="43286"/>
                </a:cubicBezTo>
                <a:cubicBezTo>
                  <a:pt x="58818" y="43186"/>
                  <a:pt x="58967" y="43087"/>
                  <a:pt x="59166" y="42987"/>
                </a:cubicBezTo>
                <a:cubicBezTo>
                  <a:pt x="59316" y="42912"/>
                  <a:pt x="59465" y="42813"/>
                  <a:pt x="59589" y="42738"/>
                </a:cubicBezTo>
                <a:cubicBezTo>
                  <a:pt x="59739" y="42663"/>
                  <a:pt x="59913" y="42589"/>
                  <a:pt x="60062" y="42489"/>
                </a:cubicBezTo>
                <a:cubicBezTo>
                  <a:pt x="60087" y="42464"/>
                  <a:pt x="60162" y="42464"/>
                  <a:pt x="60187" y="42439"/>
                </a:cubicBezTo>
                <a:lnTo>
                  <a:pt x="60560" y="42240"/>
                </a:lnTo>
                <a:lnTo>
                  <a:pt x="60934" y="42066"/>
                </a:lnTo>
                <a:cubicBezTo>
                  <a:pt x="60983" y="42041"/>
                  <a:pt x="61008" y="42041"/>
                  <a:pt x="61083" y="41991"/>
                </a:cubicBezTo>
                <a:cubicBezTo>
                  <a:pt x="61232" y="41942"/>
                  <a:pt x="61357" y="41842"/>
                  <a:pt x="61506" y="41792"/>
                </a:cubicBezTo>
                <a:cubicBezTo>
                  <a:pt x="61631" y="41718"/>
                  <a:pt x="61730" y="41693"/>
                  <a:pt x="61855" y="41618"/>
                </a:cubicBezTo>
                <a:cubicBezTo>
                  <a:pt x="62079" y="41543"/>
                  <a:pt x="62253" y="41444"/>
                  <a:pt x="62477" y="41344"/>
                </a:cubicBezTo>
                <a:cubicBezTo>
                  <a:pt x="62576" y="41319"/>
                  <a:pt x="62676" y="41294"/>
                  <a:pt x="62751" y="41220"/>
                </a:cubicBezTo>
                <a:lnTo>
                  <a:pt x="63224" y="41046"/>
                </a:lnTo>
                <a:close/>
                <a:moveTo>
                  <a:pt x="73130" y="45028"/>
                </a:moveTo>
                <a:cubicBezTo>
                  <a:pt x="73130" y="45053"/>
                  <a:pt x="73080" y="45078"/>
                  <a:pt x="73080" y="45128"/>
                </a:cubicBezTo>
                <a:lnTo>
                  <a:pt x="73080" y="45053"/>
                </a:lnTo>
                <a:lnTo>
                  <a:pt x="73130" y="45028"/>
                </a:lnTo>
                <a:close/>
                <a:moveTo>
                  <a:pt x="22228" y="36466"/>
                </a:moveTo>
                <a:cubicBezTo>
                  <a:pt x="23970" y="37113"/>
                  <a:pt x="26111" y="38208"/>
                  <a:pt x="28426" y="39602"/>
                </a:cubicBezTo>
                <a:cubicBezTo>
                  <a:pt x="28003" y="40050"/>
                  <a:pt x="27629" y="40473"/>
                  <a:pt x="27231" y="40946"/>
                </a:cubicBezTo>
                <a:cubicBezTo>
                  <a:pt x="27131" y="41070"/>
                  <a:pt x="27057" y="41170"/>
                  <a:pt x="26907" y="41294"/>
                </a:cubicBezTo>
                <a:cubicBezTo>
                  <a:pt x="26260" y="42041"/>
                  <a:pt x="25613" y="42813"/>
                  <a:pt x="24966" y="43584"/>
                </a:cubicBezTo>
                <a:cubicBezTo>
                  <a:pt x="24891" y="43659"/>
                  <a:pt x="24866" y="43709"/>
                  <a:pt x="24792" y="43784"/>
                </a:cubicBezTo>
                <a:lnTo>
                  <a:pt x="23672" y="45177"/>
                </a:lnTo>
                <a:cubicBezTo>
                  <a:pt x="21879" y="43286"/>
                  <a:pt x="20436" y="41568"/>
                  <a:pt x="19490" y="40100"/>
                </a:cubicBezTo>
                <a:cubicBezTo>
                  <a:pt x="19789" y="39677"/>
                  <a:pt x="20062" y="39278"/>
                  <a:pt x="20386" y="38830"/>
                </a:cubicBezTo>
                <a:lnTo>
                  <a:pt x="20411" y="38805"/>
                </a:lnTo>
                <a:cubicBezTo>
                  <a:pt x="20784" y="38283"/>
                  <a:pt x="21183" y="37760"/>
                  <a:pt x="21606" y="37237"/>
                </a:cubicBezTo>
                <a:cubicBezTo>
                  <a:pt x="21631" y="37212"/>
                  <a:pt x="21655" y="37187"/>
                  <a:pt x="21655" y="37138"/>
                </a:cubicBezTo>
                <a:cubicBezTo>
                  <a:pt x="21855" y="36889"/>
                  <a:pt x="22029" y="36690"/>
                  <a:pt x="22228" y="36466"/>
                </a:cubicBezTo>
                <a:close/>
                <a:moveTo>
                  <a:pt x="72657" y="44904"/>
                </a:moveTo>
                <a:lnTo>
                  <a:pt x="72657" y="44953"/>
                </a:lnTo>
                <a:cubicBezTo>
                  <a:pt x="72408" y="45028"/>
                  <a:pt x="72184" y="45128"/>
                  <a:pt x="71935" y="45177"/>
                </a:cubicBezTo>
                <a:cubicBezTo>
                  <a:pt x="71985" y="45153"/>
                  <a:pt x="71985" y="45128"/>
                  <a:pt x="72010" y="45128"/>
                </a:cubicBezTo>
                <a:cubicBezTo>
                  <a:pt x="72234" y="45053"/>
                  <a:pt x="72433" y="45003"/>
                  <a:pt x="72657" y="44904"/>
                </a:cubicBezTo>
                <a:close/>
                <a:moveTo>
                  <a:pt x="55756" y="45202"/>
                </a:moveTo>
                <a:lnTo>
                  <a:pt x="55781" y="45227"/>
                </a:lnTo>
                <a:cubicBezTo>
                  <a:pt x="55781" y="45227"/>
                  <a:pt x="55756" y="45227"/>
                  <a:pt x="55756" y="45277"/>
                </a:cubicBezTo>
                <a:lnTo>
                  <a:pt x="55731" y="45302"/>
                </a:lnTo>
                <a:cubicBezTo>
                  <a:pt x="55731" y="45277"/>
                  <a:pt x="55731" y="45277"/>
                  <a:pt x="55706" y="45227"/>
                </a:cubicBezTo>
                <a:cubicBezTo>
                  <a:pt x="55731" y="45202"/>
                  <a:pt x="55731" y="45202"/>
                  <a:pt x="55756" y="45202"/>
                </a:cubicBezTo>
                <a:close/>
                <a:moveTo>
                  <a:pt x="28575" y="39701"/>
                </a:moveTo>
                <a:cubicBezTo>
                  <a:pt x="28600" y="39701"/>
                  <a:pt x="28600" y="39726"/>
                  <a:pt x="28625" y="39726"/>
                </a:cubicBezTo>
                <a:cubicBezTo>
                  <a:pt x="26957" y="41568"/>
                  <a:pt x="25364" y="43435"/>
                  <a:pt x="23846" y="45327"/>
                </a:cubicBezTo>
                <a:lnTo>
                  <a:pt x="23821" y="45302"/>
                </a:lnTo>
                <a:cubicBezTo>
                  <a:pt x="24145" y="44879"/>
                  <a:pt x="24493" y="44456"/>
                  <a:pt x="24841" y="44032"/>
                </a:cubicBezTo>
                <a:cubicBezTo>
                  <a:pt x="24991" y="43833"/>
                  <a:pt x="25115" y="43684"/>
                  <a:pt x="25265" y="43510"/>
                </a:cubicBezTo>
                <a:cubicBezTo>
                  <a:pt x="25837" y="42813"/>
                  <a:pt x="26385" y="42166"/>
                  <a:pt x="26982" y="41518"/>
                </a:cubicBezTo>
                <a:cubicBezTo>
                  <a:pt x="27206" y="41270"/>
                  <a:pt x="27455" y="40971"/>
                  <a:pt x="27679" y="40722"/>
                </a:cubicBezTo>
                <a:cubicBezTo>
                  <a:pt x="27978" y="40398"/>
                  <a:pt x="28252" y="40050"/>
                  <a:pt x="28575" y="39701"/>
                </a:cubicBezTo>
                <a:close/>
                <a:moveTo>
                  <a:pt x="19341" y="40274"/>
                </a:moveTo>
                <a:cubicBezTo>
                  <a:pt x="20286" y="41693"/>
                  <a:pt x="21730" y="43410"/>
                  <a:pt x="23522" y="45302"/>
                </a:cubicBezTo>
                <a:cubicBezTo>
                  <a:pt x="23572" y="45327"/>
                  <a:pt x="23522" y="45327"/>
                  <a:pt x="23522" y="45377"/>
                </a:cubicBezTo>
                <a:cubicBezTo>
                  <a:pt x="21705" y="43460"/>
                  <a:pt x="20286" y="41767"/>
                  <a:pt x="19291" y="40324"/>
                </a:cubicBezTo>
                <a:cubicBezTo>
                  <a:pt x="19291" y="40299"/>
                  <a:pt x="19341" y="40299"/>
                  <a:pt x="19341" y="40274"/>
                </a:cubicBezTo>
                <a:close/>
                <a:moveTo>
                  <a:pt x="117436" y="31687"/>
                </a:moveTo>
                <a:lnTo>
                  <a:pt x="117436" y="31687"/>
                </a:lnTo>
                <a:cubicBezTo>
                  <a:pt x="118034" y="35868"/>
                  <a:pt x="117660" y="40548"/>
                  <a:pt x="116466" y="45451"/>
                </a:cubicBezTo>
                <a:cubicBezTo>
                  <a:pt x="116590" y="42838"/>
                  <a:pt x="116366" y="40349"/>
                  <a:pt x="115794" y="38059"/>
                </a:cubicBezTo>
                <a:cubicBezTo>
                  <a:pt x="115819" y="37984"/>
                  <a:pt x="115819" y="37959"/>
                  <a:pt x="115843" y="37909"/>
                </a:cubicBezTo>
                <a:cubicBezTo>
                  <a:pt x="115843" y="37859"/>
                  <a:pt x="115868" y="37835"/>
                  <a:pt x="115868" y="37810"/>
                </a:cubicBezTo>
                <a:cubicBezTo>
                  <a:pt x="115968" y="37586"/>
                  <a:pt x="116092" y="37337"/>
                  <a:pt x="116192" y="37113"/>
                </a:cubicBezTo>
                <a:cubicBezTo>
                  <a:pt x="116217" y="37063"/>
                  <a:pt x="116242" y="36963"/>
                  <a:pt x="116291" y="36914"/>
                </a:cubicBezTo>
                <a:cubicBezTo>
                  <a:pt x="116366" y="36690"/>
                  <a:pt x="116441" y="36466"/>
                  <a:pt x="116540" y="36242"/>
                </a:cubicBezTo>
                <a:lnTo>
                  <a:pt x="116615" y="35968"/>
                </a:lnTo>
                <a:cubicBezTo>
                  <a:pt x="116690" y="35744"/>
                  <a:pt x="116739" y="35569"/>
                  <a:pt x="116814" y="35345"/>
                </a:cubicBezTo>
                <a:cubicBezTo>
                  <a:pt x="116839" y="35246"/>
                  <a:pt x="116864" y="35121"/>
                  <a:pt x="116914" y="35047"/>
                </a:cubicBezTo>
                <a:cubicBezTo>
                  <a:pt x="116964" y="34848"/>
                  <a:pt x="116988" y="34624"/>
                  <a:pt x="117063" y="34449"/>
                </a:cubicBezTo>
                <a:cubicBezTo>
                  <a:pt x="117088" y="34325"/>
                  <a:pt x="117113" y="34200"/>
                  <a:pt x="117113" y="34076"/>
                </a:cubicBezTo>
                <a:lnTo>
                  <a:pt x="117212" y="33504"/>
                </a:lnTo>
                <a:cubicBezTo>
                  <a:pt x="117212" y="33454"/>
                  <a:pt x="117237" y="33379"/>
                  <a:pt x="117237" y="33329"/>
                </a:cubicBezTo>
                <a:cubicBezTo>
                  <a:pt x="117287" y="33255"/>
                  <a:pt x="117287" y="33230"/>
                  <a:pt x="117287" y="33205"/>
                </a:cubicBezTo>
                <a:cubicBezTo>
                  <a:pt x="117287" y="33130"/>
                  <a:pt x="117312" y="33080"/>
                  <a:pt x="117312" y="33006"/>
                </a:cubicBezTo>
                <a:cubicBezTo>
                  <a:pt x="117337" y="32856"/>
                  <a:pt x="117362" y="32682"/>
                  <a:pt x="117362" y="32508"/>
                </a:cubicBezTo>
                <a:lnTo>
                  <a:pt x="117362" y="32359"/>
                </a:lnTo>
                <a:lnTo>
                  <a:pt x="117362" y="32309"/>
                </a:lnTo>
                <a:cubicBezTo>
                  <a:pt x="117362" y="32184"/>
                  <a:pt x="117412" y="32010"/>
                  <a:pt x="117412" y="31886"/>
                </a:cubicBezTo>
                <a:cubicBezTo>
                  <a:pt x="117412" y="31836"/>
                  <a:pt x="117412" y="31761"/>
                  <a:pt x="117436" y="31687"/>
                </a:cubicBezTo>
                <a:close/>
                <a:moveTo>
                  <a:pt x="72906" y="45078"/>
                </a:moveTo>
                <a:cubicBezTo>
                  <a:pt x="72931" y="45227"/>
                  <a:pt x="72931" y="45377"/>
                  <a:pt x="72981" y="45526"/>
                </a:cubicBezTo>
                <a:cubicBezTo>
                  <a:pt x="72981" y="45551"/>
                  <a:pt x="72931" y="45625"/>
                  <a:pt x="72931" y="45650"/>
                </a:cubicBezTo>
                <a:cubicBezTo>
                  <a:pt x="72906" y="45451"/>
                  <a:pt x="72881" y="45302"/>
                  <a:pt x="72881" y="45128"/>
                </a:cubicBezTo>
                <a:cubicBezTo>
                  <a:pt x="72881" y="45078"/>
                  <a:pt x="72906" y="45078"/>
                  <a:pt x="72906" y="45078"/>
                </a:cubicBezTo>
                <a:close/>
                <a:moveTo>
                  <a:pt x="73379" y="45003"/>
                </a:moveTo>
                <a:lnTo>
                  <a:pt x="73180" y="45650"/>
                </a:lnTo>
                <a:cubicBezTo>
                  <a:pt x="73180" y="45625"/>
                  <a:pt x="73155" y="45551"/>
                  <a:pt x="73155" y="45526"/>
                </a:cubicBezTo>
                <a:cubicBezTo>
                  <a:pt x="73205" y="45327"/>
                  <a:pt x="73280" y="45177"/>
                  <a:pt x="73304" y="45003"/>
                </a:cubicBezTo>
                <a:close/>
                <a:moveTo>
                  <a:pt x="99938" y="37660"/>
                </a:moveTo>
                <a:cubicBezTo>
                  <a:pt x="100411" y="37835"/>
                  <a:pt x="100884" y="38059"/>
                  <a:pt x="101357" y="38283"/>
                </a:cubicBezTo>
                <a:cubicBezTo>
                  <a:pt x="100610" y="40249"/>
                  <a:pt x="99739" y="42315"/>
                  <a:pt x="98768" y="44331"/>
                </a:cubicBezTo>
                <a:cubicBezTo>
                  <a:pt x="98693" y="44381"/>
                  <a:pt x="98619" y="44431"/>
                  <a:pt x="98544" y="44456"/>
                </a:cubicBezTo>
                <a:cubicBezTo>
                  <a:pt x="98445" y="44505"/>
                  <a:pt x="98395" y="44530"/>
                  <a:pt x="98295" y="44580"/>
                </a:cubicBezTo>
                <a:cubicBezTo>
                  <a:pt x="98046" y="44704"/>
                  <a:pt x="97797" y="44829"/>
                  <a:pt x="97524" y="44929"/>
                </a:cubicBezTo>
                <a:cubicBezTo>
                  <a:pt x="97449" y="44953"/>
                  <a:pt x="97399" y="45003"/>
                  <a:pt x="97300" y="45028"/>
                </a:cubicBezTo>
                <a:cubicBezTo>
                  <a:pt x="97026" y="45153"/>
                  <a:pt x="96752" y="45252"/>
                  <a:pt x="96503" y="45327"/>
                </a:cubicBezTo>
                <a:cubicBezTo>
                  <a:pt x="96428" y="45377"/>
                  <a:pt x="96379" y="45377"/>
                  <a:pt x="96329" y="45401"/>
                </a:cubicBezTo>
                <a:cubicBezTo>
                  <a:pt x="96080" y="45501"/>
                  <a:pt x="95831" y="45551"/>
                  <a:pt x="95632" y="45650"/>
                </a:cubicBezTo>
                <a:cubicBezTo>
                  <a:pt x="94711" y="44754"/>
                  <a:pt x="93591" y="44008"/>
                  <a:pt x="92321" y="43460"/>
                </a:cubicBezTo>
                <a:cubicBezTo>
                  <a:pt x="95134" y="42190"/>
                  <a:pt x="97772" y="40199"/>
                  <a:pt x="99938" y="37660"/>
                </a:cubicBezTo>
                <a:close/>
                <a:moveTo>
                  <a:pt x="14638" y="40456"/>
                </a:moveTo>
                <a:cubicBezTo>
                  <a:pt x="14595" y="40521"/>
                  <a:pt x="14553" y="40584"/>
                  <a:pt x="14512" y="40647"/>
                </a:cubicBezTo>
                <a:cubicBezTo>
                  <a:pt x="14039" y="41319"/>
                  <a:pt x="13541" y="42066"/>
                  <a:pt x="13043" y="42838"/>
                </a:cubicBezTo>
                <a:cubicBezTo>
                  <a:pt x="12944" y="42962"/>
                  <a:pt x="12869" y="43136"/>
                  <a:pt x="12769" y="43261"/>
                </a:cubicBezTo>
                <a:cubicBezTo>
                  <a:pt x="12228" y="44059"/>
                  <a:pt x="11702" y="44882"/>
                  <a:pt x="11207" y="45673"/>
                </a:cubicBezTo>
                <a:lnTo>
                  <a:pt x="11207" y="45673"/>
                </a:lnTo>
                <a:cubicBezTo>
                  <a:pt x="11728" y="44828"/>
                  <a:pt x="12253" y="43947"/>
                  <a:pt x="12819" y="43087"/>
                </a:cubicBezTo>
                <a:cubicBezTo>
                  <a:pt x="12869" y="43037"/>
                  <a:pt x="12919" y="42962"/>
                  <a:pt x="12944" y="42912"/>
                </a:cubicBezTo>
                <a:cubicBezTo>
                  <a:pt x="13441" y="42166"/>
                  <a:pt x="13939" y="41444"/>
                  <a:pt x="14437" y="40722"/>
                </a:cubicBezTo>
                <a:cubicBezTo>
                  <a:pt x="14505" y="40635"/>
                  <a:pt x="14571" y="40546"/>
                  <a:pt x="14638" y="40456"/>
                </a:cubicBezTo>
                <a:close/>
                <a:moveTo>
                  <a:pt x="42838" y="27903"/>
                </a:moveTo>
                <a:cubicBezTo>
                  <a:pt x="44281" y="30517"/>
                  <a:pt x="45999" y="33304"/>
                  <a:pt x="47891" y="35968"/>
                </a:cubicBezTo>
                <a:cubicBezTo>
                  <a:pt x="44306" y="39054"/>
                  <a:pt x="40921" y="42290"/>
                  <a:pt x="37785" y="45675"/>
                </a:cubicBezTo>
                <a:cubicBezTo>
                  <a:pt x="35171" y="43634"/>
                  <a:pt x="32483" y="41693"/>
                  <a:pt x="29994" y="40100"/>
                </a:cubicBezTo>
                <a:cubicBezTo>
                  <a:pt x="33578" y="35669"/>
                  <a:pt x="37934" y="31462"/>
                  <a:pt x="42838" y="27903"/>
                </a:cubicBezTo>
                <a:close/>
                <a:moveTo>
                  <a:pt x="92072" y="43559"/>
                </a:moveTo>
                <a:cubicBezTo>
                  <a:pt x="93342" y="44057"/>
                  <a:pt x="94462" y="44804"/>
                  <a:pt x="95408" y="45700"/>
                </a:cubicBezTo>
                <a:lnTo>
                  <a:pt x="95308" y="45700"/>
                </a:lnTo>
                <a:cubicBezTo>
                  <a:pt x="94387" y="44804"/>
                  <a:pt x="93292" y="44082"/>
                  <a:pt x="91973" y="43584"/>
                </a:cubicBezTo>
                <a:cubicBezTo>
                  <a:pt x="92023" y="43584"/>
                  <a:pt x="92048" y="43559"/>
                  <a:pt x="92072" y="43559"/>
                </a:cubicBezTo>
                <a:close/>
                <a:moveTo>
                  <a:pt x="106730" y="41502"/>
                </a:moveTo>
                <a:cubicBezTo>
                  <a:pt x="108006" y="42414"/>
                  <a:pt x="109135" y="43398"/>
                  <a:pt x="110168" y="44431"/>
                </a:cubicBezTo>
                <a:cubicBezTo>
                  <a:pt x="110143" y="44456"/>
                  <a:pt x="110118" y="44530"/>
                  <a:pt x="110094" y="44605"/>
                </a:cubicBezTo>
                <a:cubicBezTo>
                  <a:pt x="109994" y="44704"/>
                  <a:pt x="109870" y="44804"/>
                  <a:pt x="109770" y="44904"/>
                </a:cubicBezTo>
                <a:cubicBezTo>
                  <a:pt x="109695" y="45003"/>
                  <a:pt x="109596" y="45053"/>
                  <a:pt x="109471" y="45153"/>
                </a:cubicBezTo>
                <a:cubicBezTo>
                  <a:pt x="109322" y="45277"/>
                  <a:pt x="109123" y="45401"/>
                  <a:pt x="108973" y="45526"/>
                </a:cubicBezTo>
                <a:cubicBezTo>
                  <a:pt x="108874" y="45576"/>
                  <a:pt x="108774" y="45650"/>
                  <a:pt x="108700" y="45725"/>
                </a:cubicBezTo>
                <a:cubicBezTo>
                  <a:pt x="108700" y="45675"/>
                  <a:pt x="108650" y="45650"/>
                  <a:pt x="108650" y="45576"/>
                </a:cubicBezTo>
                <a:cubicBezTo>
                  <a:pt x="108600" y="45377"/>
                  <a:pt x="108525" y="45153"/>
                  <a:pt x="108476" y="44953"/>
                </a:cubicBezTo>
                <a:lnTo>
                  <a:pt x="108376" y="44680"/>
                </a:lnTo>
                <a:cubicBezTo>
                  <a:pt x="108351" y="44605"/>
                  <a:pt x="108301" y="44530"/>
                  <a:pt x="108277" y="44456"/>
                </a:cubicBezTo>
                <a:cubicBezTo>
                  <a:pt x="108252" y="44356"/>
                  <a:pt x="108177" y="44256"/>
                  <a:pt x="108152" y="44157"/>
                </a:cubicBezTo>
                <a:cubicBezTo>
                  <a:pt x="108127" y="44082"/>
                  <a:pt x="108127" y="44057"/>
                  <a:pt x="108102" y="43983"/>
                </a:cubicBezTo>
                <a:cubicBezTo>
                  <a:pt x="108102" y="43958"/>
                  <a:pt x="108052" y="43933"/>
                  <a:pt x="108052" y="43933"/>
                </a:cubicBezTo>
                <a:cubicBezTo>
                  <a:pt x="108003" y="43808"/>
                  <a:pt x="107978" y="43684"/>
                  <a:pt x="107903" y="43584"/>
                </a:cubicBezTo>
                <a:cubicBezTo>
                  <a:pt x="107903" y="43559"/>
                  <a:pt x="107878" y="43535"/>
                  <a:pt x="107878" y="43510"/>
                </a:cubicBezTo>
                <a:lnTo>
                  <a:pt x="107779" y="43311"/>
                </a:lnTo>
                <a:cubicBezTo>
                  <a:pt x="107679" y="43136"/>
                  <a:pt x="107604" y="42912"/>
                  <a:pt x="107480" y="42713"/>
                </a:cubicBezTo>
                <a:cubicBezTo>
                  <a:pt x="107430" y="42663"/>
                  <a:pt x="107380" y="42589"/>
                  <a:pt x="107356" y="42514"/>
                </a:cubicBezTo>
                <a:cubicBezTo>
                  <a:pt x="107281" y="42415"/>
                  <a:pt x="107231" y="42290"/>
                  <a:pt x="107156" y="42190"/>
                </a:cubicBezTo>
                <a:cubicBezTo>
                  <a:pt x="107107" y="42066"/>
                  <a:pt x="107032" y="41966"/>
                  <a:pt x="106932" y="41842"/>
                </a:cubicBezTo>
                <a:cubicBezTo>
                  <a:pt x="106883" y="41718"/>
                  <a:pt x="106783" y="41643"/>
                  <a:pt x="106733" y="41518"/>
                </a:cubicBezTo>
                <a:cubicBezTo>
                  <a:pt x="106733" y="41518"/>
                  <a:pt x="106733" y="41511"/>
                  <a:pt x="106730" y="41502"/>
                </a:cubicBezTo>
                <a:close/>
                <a:moveTo>
                  <a:pt x="55507" y="45426"/>
                </a:moveTo>
                <a:lnTo>
                  <a:pt x="55557" y="45451"/>
                </a:lnTo>
                <a:lnTo>
                  <a:pt x="55582" y="45476"/>
                </a:lnTo>
                <a:cubicBezTo>
                  <a:pt x="55569" y="45473"/>
                  <a:pt x="55556" y="45471"/>
                  <a:pt x="55543" y="45471"/>
                </a:cubicBezTo>
                <a:cubicBezTo>
                  <a:pt x="55456" y="45471"/>
                  <a:pt x="55367" y="45539"/>
                  <a:pt x="55258" y="45625"/>
                </a:cubicBezTo>
                <a:cubicBezTo>
                  <a:pt x="55201" y="45663"/>
                  <a:pt x="55130" y="45716"/>
                  <a:pt x="55055" y="45772"/>
                </a:cubicBezTo>
                <a:lnTo>
                  <a:pt x="55055" y="45772"/>
                </a:lnTo>
                <a:cubicBezTo>
                  <a:pt x="55183" y="45673"/>
                  <a:pt x="55315" y="45575"/>
                  <a:pt x="55458" y="45476"/>
                </a:cubicBezTo>
                <a:cubicBezTo>
                  <a:pt x="55482" y="45476"/>
                  <a:pt x="55482" y="45451"/>
                  <a:pt x="55507" y="45426"/>
                </a:cubicBezTo>
                <a:close/>
                <a:moveTo>
                  <a:pt x="29870" y="40199"/>
                </a:moveTo>
                <a:cubicBezTo>
                  <a:pt x="32408" y="41842"/>
                  <a:pt x="35047" y="43759"/>
                  <a:pt x="37660" y="45800"/>
                </a:cubicBezTo>
                <a:lnTo>
                  <a:pt x="37636" y="45825"/>
                </a:lnTo>
                <a:cubicBezTo>
                  <a:pt x="35022" y="43784"/>
                  <a:pt x="32359" y="41892"/>
                  <a:pt x="29845" y="40249"/>
                </a:cubicBezTo>
                <a:cubicBezTo>
                  <a:pt x="29845" y="40224"/>
                  <a:pt x="29870" y="40224"/>
                  <a:pt x="29870" y="40199"/>
                </a:cubicBezTo>
                <a:close/>
                <a:moveTo>
                  <a:pt x="48015" y="36167"/>
                </a:moveTo>
                <a:cubicBezTo>
                  <a:pt x="48015" y="36192"/>
                  <a:pt x="48040" y="36192"/>
                  <a:pt x="48040" y="36217"/>
                </a:cubicBezTo>
                <a:cubicBezTo>
                  <a:pt x="44481" y="39228"/>
                  <a:pt x="41120" y="42464"/>
                  <a:pt x="38009" y="45825"/>
                </a:cubicBezTo>
                <a:cubicBezTo>
                  <a:pt x="37959" y="45825"/>
                  <a:pt x="37959" y="45800"/>
                  <a:pt x="37934" y="45800"/>
                </a:cubicBezTo>
                <a:cubicBezTo>
                  <a:pt x="41071" y="42439"/>
                  <a:pt x="44431" y="39204"/>
                  <a:pt x="48015" y="36167"/>
                </a:cubicBezTo>
                <a:close/>
                <a:moveTo>
                  <a:pt x="98619" y="44630"/>
                </a:moveTo>
                <a:cubicBezTo>
                  <a:pt x="98619" y="44630"/>
                  <a:pt x="98619" y="44655"/>
                  <a:pt x="98569" y="44655"/>
                </a:cubicBezTo>
                <a:cubicBezTo>
                  <a:pt x="98569" y="44655"/>
                  <a:pt x="98569" y="44680"/>
                  <a:pt x="98544" y="44680"/>
                </a:cubicBezTo>
                <a:cubicBezTo>
                  <a:pt x="97673" y="45153"/>
                  <a:pt x="96752" y="45526"/>
                  <a:pt x="95781" y="45825"/>
                </a:cubicBezTo>
                <a:lnTo>
                  <a:pt x="95707" y="45775"/>
                </a:lnTo>
                <a:cubicBezTo>
                  <a:pt x="96677" y="45451"/>
                  <a:pt x="97623" y="45078"/>
                  <a:pt x="98544" y="44655"/>
                </a:cubicBezTo>
                <a:cubicBezTo>
                  <a:pt x="98569" y="44655"/>
                  <a:pt x="98569" y="44630"/>
                  <a:pt x="98619" y="44630"/>
                </a:cubicBezTo>
                <a:close/>
                <a:moveTo>
                  <a:pt x="106061" y="40846"/>
                </a:moveTo>
                <a:lnTo>
                  <a:pt x="106061" y="40846"/>
                </a:lnTo>
                <a:cubicBezTo>
                  <a:pt x="106111" y="40896"/>
                  <a:pt x="106136" y="40896"/>
                  <a:pt x="106161" y="40921"/>
                </a:cubicBezTo>
                <a:cubicBezTo>
                  <a:pt x="106186" y="40946"/>
                  <a:pt x="106235" y="40946"/>
                  <a:pt x="106260" y="40971"/>
                </a:cubicBezTo>
                <a:cubicBezTo>
                  <a:pt x="106310" y="41070"/>
                  <a:pt x="106385" y="41145"/>
                  <a:pt x="106435" y="41220"/>
                </a:cubicBezTo>
                <a:cubicBezTo>
                  <a:pt x="106484" y="41294"/>
                  <a:pt x="106509" y="41319"/>
                  <a:pt x="106534" y="41394"/>
                </a:cubicBezTo>
                <a:cubicBezTo>
                  <a:pt x="106584" y="41419"/>
                  <a:pt x="106584" y="41444"/>
                  <a:pt x="106609" y="41469"/>
                </a:cubicBezTo>
                <a:cubicBezTo>
                  <a:pt x="106659" y="41543"/>
                  <a:pt x="106708" y="41643"/>
                  <a:pt x="106758" y="41693"/>
                </a:cubicBezTo>
                <a:cubicBezTo>
                  <a:pt x="106858" y="41842"/>
                  <a:pt x="106982" y="42016"/>
                  <a:pt x="107057" y="42190"/>
                </a:cubicBezTo>
                <a:cubicBezTo>
                  <a:pt x="107107" y="42215"/>
                  <a:pt x="107132" y="42290"/>
                  <a:pt x="107156" y="42315"/>
                </a:cubicBezTo>
                <a:cubicBezTo>
                  <a:pt x="107231" y="42415"/>
                  <a:pt x="107256" y="42514"/>
                  <a:pt x="107331" y="42564"/>
                </a:cubicBezTo>
                <a:cubicBezTo>
                  <a:pt x="107430" y="42763"/>
                  <a:pt x="107530" y="42962"/>
                  <a:pt x="107629" y="43186"/>
                </a:cubicBezTo>
                <a:cubicBezTo>
                  <a:pt x="107679" y="43286"/>
                  <a:pt x="107729" y="43410"/>
                  <a:pt x="107779" y="43510"/>
                </a:cubicBezTo>
                <a:cubicBezTo>
                  <a:pt x="107828" y="43559"/>
                  <a:pt x="107853" y="43634"/>
                  <a:pt x="107878" y="43709"/>
                </a:cubicBezTo>
                <a:cubicBezTo>
                  <a:pt x="107978" y="43908"/>
                  <a:pt x="108028" y="44082"/>
                  <a:pt x="108127" y="44306"/>
                </a:cubicBezTo>
                <a:cubicBezTo>
                  <a:pt x="108152" y="44406"/>
                  <a:pt x="108202" y="44505"/>
                  <a:pt x="108252" y="44580"/>
                </a:cubicBezTo>
                <a:cubicBezTo>
                  <a:pt x="108277" y="44655"/>
                  <a:pt x="108277" y="44680"/>
                  <a:pt x="108301" y="44754"/>
                </a:cubicBezTo>
                <a:cubicBezTo>
                  <a:pt x="108301" y="44779"/>
                  <a:pt x="108351" y="44804"/>
                  <a:pt x="108351" y="44804"/>
                </a:cubicBezTo>
                <a:cubicBezTo>
                  <a:pt x="108401" y="45028"/>
                  <a:pt x="108501" y="45252"/>
                  <a:pt x="108575" y="45501"/>
                </a:cubicBezTo>
                <a:cubicBezTo>
                  <a:pt x="108476" y="45650"/>
                  <a:pt x="108525" y="45750"/>
                  <a:pt x="108525" y="45849"/>
                </a:cubicBezTo>
                <a:cubicBezTo>
                  <a:pt x="108401" y="45576"/>
                  <a:pt x="108351" y="45302"/>
                  <a:pt x="108252" y="45028"/>
                </a:cubicBezTo>
                <a:cubicBezTo>
                  <a:pt x="108227" y="44953"/>
                  <a:pt x="108227" y="44904"/>
                  <a:pt x="108202" y="44879"/>
                </a:cubicBezTo>
                <a:cubicBezTo>
                  <a:pt x="108152" y="44804"/>
                  <a:pt x="108127" y="44754"/>
                  <a:pt x="108102" y="44655"/>
                </a:cubicBezTo>
                <a:cubicBezTo>
                  <a:pt x="108077" y="44555"/>
                  <a:pt x="108028" y="44456"/>
                  <a:pt x="108003" y="44331"/>
                </a:cubicBezTo>
                <a:lnTo>
                  <a:pt x="108003" y="44306"/>
                </a:lnTo>
                <a:cubicBezTo>
                  <a:pt x="107953" y="44182"/>
                  <a:pt x="107903" y="44057"/>
                  <a:pt x="107853" y="43933"/>
                </a:cubicBezTo>
                <a:cubicBezTo>
                  <a:pt x="107828" y="43833"/>
                  <a:pt x="107779" y="43784"/>
                  <a:pt x="107754" y="43684"/>
                </a:cubicBezTo>
                <a:cubicBezTo>
                  <a:pt x="107754" y="43659"/>
                  <a:pt x="107729" y="43634"/>
                  <a:pt x="107729" y="43584"/>
                </a:cubicBezTo>
                <a:cubicBezTo>
                  <a:pt x="107604" y="43311"/>
                  <a:pt x="107480" y="43062"/>
                  <a:pt x="107331" y="42788"/>
                </a:cubicBezTo>
                <a:lnTo>
                  <a:pt x="107331" y="42763"/>
                </a:lnTo>
                <a:cubicBezTo>
                  <a:pt x="107331" y="42713"/>
                  <a:pt x="107281" y="42713"/>
                  <a:pt x="107281" y="42688"/>
                </a:cubicBezTo>
                <a:cubicBezTo>
                  <a:pt x="107256" y="42663"/>
                  <a:pt x="107256" y="42639"/>
                  <a:pt x="107231" y="42589"/>
                </a:cubicBezTo>
                <a:cubicBezTo>
                  <a:pt x="107181" y="42514"/>
                  <a:pt x="107132" y="42439"/>
                  <a:pt x="107057" y="42390"/>
                </a:cubicBezTo>
                <a:cubicBezTo>
                  <a:pt x="106982" y="42190"/>
                  <a:pt x="106858" y="42016"/>
                  <a:pt x="106733" y="41817"/>
                </a:cubicBezTo>
                <a:cubicBezTo>
                  <a:pt x="106683" y="41767"/>
                  <a:pt x="106634" y="41668"/>
                  <a:pt x="106609" y="41593"/>
                </a:cubicBezTo>
                <a:cubicBezTo>
                  <a:pt x="106559" y="41543"/>
                  <a:pt x="106509" y="41469"/>
                  <a:pt x="106484" y="41419"/>
                </a:cubicBezTo>
                <a:lnTo>
                  <a:pt x="106435" y="41394"/>
                </a:lnTo>
                <a:cubicBezTo>
                  <a:pt x="106435" y="41344"/>
                  <a:pt x="106410" y="41344"/>
                  <a:pt x="106410" y="41319"/>
                </a:cubicBezTo>
                <a:cubicBezTo>
                  <a:pt x="106310" y="41195"/>
                  <a:pt x="106235" y="41095"/>
                  <a:pt x="106161" y="40971"/>
                </a:cubicBezTo>
                <a:cubicBezTo>
                  <a:pt x="106136" y="40946"/>
                  <a:pt x="106111" y="40921"/>
                  <a:pt x="106061" y="40846"/>
                </a:cubicBezTo>
                <a:close/>
                <a:moveTo>
                  <a:pt x="95532" y="45825"/>
                </a:moveTo>
                <a:cubicBezTo>
                  <a:pt x="95532" y="45825"/>
                  <a:pt x="95557" y="45825"/>
                  <a:pt x="95557" y="45849"/>
                </a:cubicBezTo>
                <a:lnTo>
                  <a:pt x="95582" y="45899"/>
                </a:lnTo>
                <a:cubicBezTo>
                  <a:pt x="95557" y="45899"/>
                  <a:pt x="95557" y="45899"/>
                  <a:pt x="95532" y="45924"/>
                </a:cubicBezTo>
                <a:cubicBezTo>
                  <a:pt x="95532" y="45899"/>
                  <a:pt x="95507" y="45899"/>
                  <a:pt x="95458" y="45849"/>
                </a:cubicBezTo>
                <a:cubicBezTo>
                  <a:pt x="95507" y="45849"/>
                  <a:pt x="95532" y="45849"/>
                  <a:pt x="95532" y="45825"/>
                </a:cubicBezTo>
                <a:close/>
                <a:moveTo>
                  <a:pt x="37785" y="45924"/>
                </a:moveTo>
                <a:cubicBezTo>
                  <a:pt x="37810" y="45924"/>
                  <a:pt x="37810" y="45949"/>
                  <a:pt x="37835" y="45949"/>
                </a:cubicBezTo>
                <a:lnTo>
                  <a:pt x="37810" y="45999"/>
                </a:lnTo>
                <a:cubicBezTo>
                  <a:pt x="37810" y="45999"/>
                  <a:pt x="37785" y="45999"/>
                  <a:pt x="37760" y="45949"/>
                </a:cubicBezTo>
                <a:lnTo>
                  <a:pt x="37785" y="45924"/>
                </a:lnTo>
                <a:close/>
                <a:moveTo>
                  <a:pt x="109944" y="45003"/>
                </a:moveTo>
                <a:cubicBezTo>
                  <a:pt x="109944" y="45028"/>
                  <a:pt x="109894" y="45053"/>
                  <a:pt x="109894" y="45128"/>
                </a:cubicBezTo>
                <a:cubicBezTo>
                  <a:pt x="109845" y="45153"/>
                  <a:pt x="109820" y="45202"/>
                  <a:pt x="109745" y="45252"/>
                </a:cubicBezTo>
                <a:cubicBezTo>
                  <a:pt x="109471" y="45501"/>
                  <a:pt x="109123" y="45750"/>
                  <a:pt x="108774" y="45999"/>
                </a:cubicBezTo>
                <a:lnTo>
                  <a:pt x="108749" y="45924"/>
                </a:lnTo>
                <a:cubicBezTo>
                  <a:pt x="108849" y="45874"/>
                  <a:pt x="108949" y="45775"/>
                  <a:pt x="109023" y="45700"/>
                </a:cubicBezTo>
                <a:cubicBezTo>
                  <a:pt x="109197" y="45576"/>
                  <a:pt x="109347" y="45451"/>
                  <a:pt x="109496" y="45377"/>
                </a:cubicBezTo>
                <a:lnTo>
                  <a:pt x="109596" y="45277"/>
                </a:lnTo>
                <a:cubicBezTo>
                  <a:pt x="109720" y="45177"/>
                  <a:pt x="109820" y="45078"/>
                  <a:pt x="109944" y="45003"/>
                </a:cubicBezTo>
                <a:close/>
                <a:moveTo>
                  <a:pt x="73603" y="45053"/>
                </a:moveTo>
                <a:cubicBezTo>
                  <a:pt x="74051" y="45128"/>
                  <a:pt x="74549" y="45177"/>
                  <a:pt x="75047" y="45202"/>
                </a:cubicBezTo>
                <a:cubicBezTo>
                  <a:pt x="74474" y="45451"/>
                  <a:pt x="73877" y="45725"/>
                  <a:pt x="73280" y="46024"/>
                </a:cubicBezTo>
                <a:lnTo>
                  <a:pt x="73280" y="45999"/>
                </a:lnTo>
                <a:cubicBezTo>
                  <a:pt x="73404" y="45675"/>
                  <a:pt x="73504" y="45377"/>
                  <a:pt x="73603" y="45053"/>
                </a:cubicBezTo>
                <a:close/>
                <a:moveTo>
                  <a:pt x="80573" y="44431"/>
                </a:moveTo>
                <a:cubicBezTo>
                  <a:pt x="81021" y="44580"/>
                  <a:pt x="81568" y="44704"/>
                  <a:pt x="82116" y="44804"/>
                </a:cubicBezTo>
                <a:cubicBezTo>
                  <a:pt x="82141" y="44804"/>
                  <a:pt x="82191" y="44829"/>
                  <a:pt x="82216" y="44829"/>
                </a:cubicBezTo>
                <a:cubicBezTo>
                  <a:pt x="83062" y="45153"/>
                  <a:pt x="83759" y="45551"/>
                  <a:pt x="84431" y="46073"/>
                </a:cubicBezTo>
                <a:cubicBezTo>
                  <a:pt x="84306" y="46049"/>
                  <a:pt x="84182" y="46024"/>
                  <a:pt x="84082" y="45999"/>
                </a:cubicBezTo>
                <a:cubicBezTo>
                  <a:pt x="83958" y="45949"/>
                  <a:pt x="83833" y="45924"/>
                  <a:pt x="83734" y="45899"/>
                </a:cubicBezTo>
                <a:cubicBezTo>
                  <a:pt x="82738" y="45576"/>
                  <a:pt x="81767" y="45202"/>
                  <a:pt x="80871" y="44754"/>
                </a:cubicBezTo>
                <a:cubicBezTo>
                  <a:pt x="80822" y="44704"/>
                  <a:pt x="80722" y="44680"/>
                  <a:pt x="80647" y="44605"/>
                </a:cubicBezTo>
                <a:cubicBezTo>
                  <a:pt x="80573" y="44555"/>
                  <a:pt x="80473" y="44480"/>
                  <a:pt x="80349" y="44431"/>
                </a:cubicBezTo>
                <a:close/>
                <a:moveTo>
                  <a:pt x="73031" y="45849"/>
                </a:moveTo>
                <a:cubicBezTo>
                  <a:pt x="73031" y="45899"/>
                  <a:pt x="73056" y="45949"/>
                  <a:pt x="73056" y="45999"/>
                </a:cubicBezTo>
                <a:cubicBezTo>
                  <a:pt x="73056" y="46024"/>
                  <a:pt x="73031" y="46073"/>
                  <a:pt x="73031" y="46123"/>
                </a:cubicBezTo>
                <a:cubicBezTo>
                  <a:pt x="73031" y="46073"/>
                  <a:pt x="73031" y="46024"/>
                  <a:pt x="73006" y="45999"/>
                </a:cubicBezTo>
                <a:cubicBezTo>
                  <a:pt x="73006" y="45949"/>
                  <a:pt x="73031" y="45899"/>
                  <a:pt x="73031" y="45849"/>
                </a:cubicBezTo>
                <a:close/>
                <a:moveTo>
                  <a:pt x="108625" y="46049"/>
                </a:moveTo>
                <a:lnTo>
                  <a:pt x="108625" y="46073"/>
                </a:lnTo>
                <a:lnTo>
                  <a:pt x="108625" y="46123"/>
                </a:lnTo>
                <a:cubicBezTo>
                  <a:pt x="108625" y="46123"/>
                  <a:pt x="108600" y="46123"/>
                  <a:pt x="108600" y="46148"/>
                </a:cubicBezTo>
                <a:lnTo>
                  <a:pt x="108600" y="46123"/>
                </a:lnTo>
                <a:lnTo>
                  <a:pt x="108575" y="46073"/>
                </a:lnTo>
                <a:lnTo>
                  <a:pt x="108625" y="46049"/>
                </a:lnTo>
                <a:close/>
                <a:moveTo>
                  <a:pt x="48164" y="36341"/>
                </a:moveTo>
                <a:lnTo>
                  <a:pt x="48463" y="36714"/>
                </a:lnTo>
                <a:cubicBezTo>
                  <a:pt x="44630" y="39452"/>
                  <a:pt x="41245" y="42738"/>
                  <a:pt x="38457" y="46198"/>
                </a:cubicBezTo>
                <a:cubicBezTo>
                  <a:pt x="38382" y="46098"/>
                  <a:pt x="38258" y="46049"/>
                  <a:pt x="38158" y="45949"/>
                </a:cubicBezTo>
                <a:cubicBezTo>
                  <a:pt x="41245" y="42589"/>
                  <a:pt x="44605" y="39403"/>
                  <a:pt x="48164" y="36341"/>
                </a:cubicBezTo>
                <a:close/>
                <a:moveTo>
                  <a:pt x="82888" y="44929"/>
                </a:moveTo>
                <a:cubicBezTo>
                  <a:pt x="82962" y="44929"/>
                  <a:pt x="83062" y="44953"/>
                  <a:pt x="83136" y="44953"/>
                </a:cubicBezTo>
                <a:cubicBezTo>
                  <a:pt x="83833" y="45302"/>
                  <a:pt x="84431" y="45700"/>
                  <a:pt x="84954" y="46198"/>
                </a:cubicBezTo>
                <a:cubicBezTo>
                  <a:pt x="84929" y="46198"/>
                  <a:pt x="84854" y="46173"/>
                  <a:pt x="84829" y="46173"/>
                </a:cubicBezTo>
                <a:cubicBezTo>
                  <a:pt x="84257" y="45675"/>
                  <a:pt x="83609" y="45277"/>
                  <a:pt x="82888" y="44929"/>
                </a:cubicBezTo>
                <a:close/>
                <a:moveTo>
                  <a:pt x="65787" y="40448"/>
                </a:moveTo>
                <a:cubicBezTo>
                  <a:pt x="67057" y="41792"/>
                  <a:pt x="68426" y="42838"/>
                  <a:pt x="69795" y="43634"/>
                </a:cubicBezTo>
                <a:cubicBezTo>
                  <a:pt x="69646" y="43709"/>
                  <a:pt x="69496" y="43808"/>
                  <a:pt x="69372" y="43908"/>
                </a:cubicBezTo>
                <a:cubicBezTo>
                  <a:pt x="69247" y="44008"/>
                  <a:pt x="69123" y="44057"/>
                  <a:pt x="68949" y="44157"/>
                </a:cubicBezTo>
                <a:cubicBezTo>
                  <a:pt x="68749" y="44281"/>
                  <a:pt x="68525" y="44431"/>
                  <a:pt x="68301" y="44555"/>
                </a:cubicBezTo>
                <a:lnTo>
                  <a:pt x="68276" y="44580"/>
                </a:lnTo>
                <a:cubicBezTo>
                  <a:pt x="68227" y="44630"/>
                  <a:pt x="68177" y="44655"/>
                  <a:pt x="68152" y="44680"/>
                </a:cubicBezTo>
                <a:cubicBezTo>
                  <a:pt x="68028" y="44779"/>
                  <a:pt x="67903" y="44829"/>
                  <a:pt x="67729" y="44929"/>
                </a:cubicBezTo>
                <a:cubicBezTo>
                  <a:pt x="67654" y="45003"/>
                  <a:pt x="67580" y="45028"/>
                  <a:pt x="67480" y="45078"/>
                </a:cubicBezTo>
                <a:cubicBezTo>
                  <a:pt x="67156" y="45302"/>
                  <a:pt x="66833" y="45551"/>
                  <a:pt x="66484" y="45775"/>
                </a:cubicBezTo>
                <a:cubicBezTo>
                  <a:pt x="66459" y="45775"/>
                  <a:pt x="66459" y="45800"/>
                  <a:pt x="66435" y="45800"/>
                </a:cubicBezTo>
                <a:lnTo>
                  <a:pt x="66410" y="45825"/>
                </a:lnTo>
                <a:cubicBezTo>
                  <a:pt x="66186" y="45999"/>
                  <a:pt x="65962" y="46123"/>
                  <a:pt x="65738" y="46273"/>
                </a:cubicBezTo>
                <a:cubicBezTo>
                  <a:pt x="65713" y="46123"/>
                  <a:pt x="65613" y="45924"/>
                  <a:pt x="65588" y="45775"/>
                </a:cubicBezTo>
                <a:cubicBezTo>
                  <a:pt x="65538" y="45551"/>
                  <a:pt x="65464" y="45327"/>
                  <a:pt x="65364" y="45128"/>
                </a:cubicBezTo>
                <a:cubicBezTo>
                  <a:pt x="65314" y="44929"/>
                  <a:pt x="65215" y="44704"/>
                  <a:pt x="65165" y="44505"/>
                </a:cubicBezTo>
                <a:cubicBezTo>
                  <a:pt x="65066" y="44207"/>
                  <a:pt x="64966" y="43958"/>
                  <a:pt x="64842" y="43659"/>
                </a:cubicBezTo>
                <a:cubicBezTo>
                  <a:pt x="64792" y="43535"/>
                  <a:pt x="64717" y="43385"/>
                  <a:pt x="64667" y="43261"/>
                </a:cubicBezTo>
                <a:lnTo>
                  <a:pt x="64194" y="42141"/>
                </a:lnTo>
                <a:cubicBezTo>
                  <a:pt x="64194" y="42091"/>
                  <a:pt x="64169" y="42066"/>
                  <a:pt x="64169" y="42041"/>
                </a:cubicBezTo>
                <a:cubicBezTo>
                  <a:pt x="63995" y="41718"/>
                  <a:pt x="63871" y="41419"/>
                  <a:pt x="63721" y="41070"/>
                </a:cubicBezTo>
                <a:cubicBezTo>
                  <a:pt x="63796" y="41046"/>
                  <a:pt x="63871" y="41021"/>
                  <a:pt x="63945" y="40971"/>
                </a:cubicBezTo>
                <a:cubicBezTo>
                  <a:pt x="64045" y="40946"/>
                  <a:pt x="64120" y="40921"/>
                  <a:pt x="64244" y="40896"/>
                </a:cubicBezTo>
                <a:cubicBezTo>
                  <a:pt x="64319" y="40846"/>
                  <a:pt x="64369" y="40846"/>
                  <a:pt x="64443" y="40821"/>
                </a:cubicBezTo>
                <a:cubicBezTo>
                  <a:pt x="64593" y="40772"/>
                  <a:pt x="64717" y="40722"/>
                  <a:pt x="64866" y="40697"/>
                </a:cubicBezTo>
                <a:cubicBezTo>
                  <a:pt x="64941" y="40672"/>
                  <a:pt x="64991" y="40672"/>
                  <a:pt x="65090" y="40647"/>
                </a:cubicBezTo>
                <a:cubicBezTo>
                  <a:pt x="65165" y="40597"/>
                  <a:pt x="65240" y="40573"/>
                  <a:pt x="65314" y="40573"/>
                </a:cubicBezTo>
                <a:lnTo>
                  <a:pt x="65339" y="40573"/>
                </a:lnTo>
                <a:cubicBezTo>
                  <a:pt x="65464" y="40548"/>
                  <a:pt x="65613" y="40523"/>
                  <a:pt x="65738" y="40448"/>
                </a:cubicBezTo>
                <a:close/>
                <a:moveTo>
                  <a:pt x="86074" y="45003"/>
                </a:moveTo>
                <a:cubicBezTo>
                  <a:pt x="85825" y="45451"/>
                  <a:pt x="85601" y="45849"/>
                  <a:pt x="85352" y="46298"/>
                </a:cubicBezTo>
                <a:cubicBezTo>
                  <a:pt x="85327" y="46298"/>
                  <a:pt x="85327" y="46298"/>
                  <a:pt x="85302" y="46273"/>
                </a:cubicBezTo>
                <a:cubicBezTo>
                  <a:pt x="84804" y="45775"/>
                  <a:pt x="84232" y="45377"/>
                  <a:pt x="83609" y="45003"/>
                </a:cubicBezTo>
                <a:lnTo>
                  <a:pt x="83609" y="45003"/>
                </a:lnTo>
                <a:cubicBezTo>
                  <a:pt x="84082" y="45028"/>
                  <a:pt x="84555" y="45053"/>
                  <a:pt x="85003" y="45053"/>
                </a:cubicBezTo>
                <a:cubicBezTo>
                  <a:pt x="85252" y="45053"/>
                  <a:pt x="85551" y="45053"/>
                  <a:pt x="85800" y="45028"/>
                </a:cubicBezTo>
                <a:cubicBezTo>
                  <a:pt x="85875" y="45028"/>
                  <a:pt x="85974" y="45003"/>
                  <a:pt x="86074" y="45003"/>
                </a:cubicBezTo>
                <a:close/>
                <a:moveTo>
                  <a:pt x="48513" y="36864"/>
                </a:moveTo>
                <a:cubicBezTo>
                  <a:pt x="48513" y="36889"/>
                  <a:pt x="48538" y="36889"/>
                  <a:pt x="48538" y="36938"/>
                </a:cubicBezTo>
                <a:cubicBezTo>
                  <a:pt x="44779" y="39627"/>
                  <a:pt x="41394" y="42912"/>
                  <a:pt x="38631" y="46322"/>
                </a:cubicBezTo>
                <a:cubicBezTo>
                  <a:pt x="38581" y="46322"/>
                  <a:pt x="38581" y="46298"/>
                  <a:pt x="38557" y="46298"/>
                </a:cubicBezTo>
                <a:cubicBezTo>
                  <a:pt x="41319" y="42838"/>
                  <a:pt x="44729" y="39577"/>
                  <a:pt x="48513" y="36864"/>
                </a:cubicBezTo>
                <a:close/>
                <a:moveTo>
                  <a:pt x="86347" y="45053"/>
                </a:moveTo>
                <a:cubicBezTo>
                  <a:pt x="86099" y="45451"/>
                  <a:pt x="85850" y="45899"/>
                  <a:pt x="85601" y="46372"/>
                </a:cubicBezTo>
                <a:lnTo>
                  <a:pt x="85551" y="46372"/>
                </a:lnTo>
                <a:lnTo>
                  <a:pt x="86273" y="45053"/>
                </a:lnTo>
                <a:close/>
                <a:moveTo>
                  <a:pt x="38009" y="46123"/>
                </a:moveTo>
                <a:cubicBezTo>
                  <a:pt x="38084" y="46198"/>
                  <a:pt x="38208" y="46298"/>
                  <a:pt x="38308" y="46372"/>
                </a:cubicBezTo>
                <a:lnTo>
                  <a:pt x="38283" y="46397"/>
                </a:lnTo>
                <a:cubicBezTo>
                  <a:pt x="38183" y="46298"/>
                  <a:pt x="38059" y="46198"/>
                  <a:pt x="37959" y="46148"/>
                </a:cubicBezTo>
                <a:lnTo>
                  <a:pt x="38009" y="46123"/>
                </a:lnTo>
                <a:close/>
                <a:moveTo>
                  <a:pt x="79901" y="44456"/>
                </a:moveTo>
                <a:cubicBezTo>
                  <a:pt x="80100" y="44580"/>
                  <a:pt x="80274" y="44680"/>
                  <a:pt x="80473" y="44779"/>
                </a:cubicBezTo>
                <a:lnTo>
                  <a:pt x="80647" y="44879"/>
                </a:lnTo>
                <a:cubicBezTo>
                  <a:pt x="81120" y="45128"/>
                  <a:pt x="81593" y="45327"/>
                  <a:pt x="82091" y="45526"/>
                </a:cubicBezTo>
                <a:cubicBezTo>
                  <a:pt x="82141" y="45551"/>
                  <a:pt x="82216" y="45551"/>
                  <a:pt x="82265" y="45576"/>
                </a:cubicBezTo>
                <a:cubicBezTo>
                  <a:pt x="82713" y="45725"/>
                  <a:pt x="83112" y="45899"/>
                  <a:pt x="83585" y="46024"/>
                </a:cubicBezTo>
                <a:cubicBezTo>
                  <a:pt x="83709" y="46049"/>
                  <a:pt x="83833" y="46073"/>
                  <a:pt x="83958" y="46148"/>
                </a:cubicBezTo>
                <a:lnTo>
                  <a:pt x="84705" y="46322"/>
                </a:lnTo>
                <a:lnTo>
                  <a:pt x="84730" y="46347"/>
                </a:lnTo>
                <a:lnTo>
                  <a:pt x="84754" y="46397"/>
                </a:lnTo>
                <a:lnTo>
                  <a:pt x="84804" y="46422"/>
                </a:lnTo>
                <a:cubicBezTo>
                  <a:pt x="83112" y="46049"/>
                  <a:pt x="81519" y="45426"/>
                  <a:pt x="80100" y="44605"/>
                </a:cubicBezTo>
                <a:cubicBezTo>
                  <a:pt x="80075" y="44580"/>
                  <a:pt x="80025" y="44580"/>
                  <a:pt x="80000" y="44555"/>
                </a:cubicBezTo>
                <a:cubicBezTo>
                  <a:pt x="79975" y="44530"/>
                  <a:pt x="79901" y="44505"/>
                  <a:pt x="79851" y="44456"/>
                </a:cubicBezTo>
                <a:close/>
                <a:moveTo>
                  <a:pt x="85078" y="46422"/>
                </a:moveTo>
                <a:cubicBezTo>
                  <a:pt x="85087" y="46422"/>
                  <a:pt x="85102" y="46425"/>
                  <a:pt x="85119" y="46429"/>
                </a:cubicBezTo>
                <a:lnTo>
                  <a:pt x="85119" y="46429"/>
                </a:lnTo>
                <a:cubicBezTo>
                  <a:pt x="85115" y="46432"/>
                  <a:pt x="85112" y="46433"/>
                  <a:pt x="85109" y="46433"/>
                </a:cubicBezTo>
                <a:cubicBezTo>
                  <a:pt x="85100" y="46433"/>
                  <a:pt x="85095" y="46422"/>
                  <a:pt x="85078" y="46422"/>
                </a:cubicBezTo>
                <a:close/>
                <a:moveTo>
                  <a:pt x="63522" y="41195"/>
                </a:moveTo>
                <a:cubicBezTo>
                  <a:pt x="63945" y="42016"/>
                  <a:pt x="64319" y="42813"/>
                  <a:pt x="64617" y="43584"/>
                </a:cubicBezTo>
                <a:cubicBezTo>
                  <a:pt x="64667" y="43659"/>
                  <a:pt x="64692" y="43759"/>
                  <a:pt x="64717" y="43808"/>
                </a:cubicBezTo>
                <a:cubicBezTo>
                  <a:pt x="64842" y="44132"/>
                  <a:pt x="64941" y="44406"/>
                  <a:pt x="65066" y="44704"/>
                </a:cubicBezTo>
                <a:cubicBezTo>
                  <a:pt x="65140" y="44904"/>
                  <a:pt x="65190" y="45078"/>
                  <a:pt x="65265" y="45227"/>
                </a:cubicBezTo>
                <a:cubicBezTo>
                  <a:pt x="65339" y="45451"/>
                  <a:pt x="65389" y="45675"/>
                  <a:pt x="65464" y="45924"/>
                </a:cubicBezTo>
                <a:cubicBezTo>
                  <a:pt x="65538" y="46073"/>
                  <a:pt x="65563" y="46273"/>
                  <a:pt x="65638" y="46422"/>
                </a:cubicBezTo>
                <a:lnTo>
                  <a:pt x="65563" y="46447"/>
                </a:lnTo>
                <a:cubicBezTo>
                  <a:pt x="65514" y="46273"/>
                  <a:pt x="65439" y="46049"/>
                  <a:pt x="65389" y="45849"/>
                </a:cubicBezTo>
                <a:cubicBezTo>
                  <a:pt x="65314" y="45675"/>
                  <a:pt x="65290" y="45526"/>
                  <a:pt x="65215" y="45327"/>
                </a:cubicBezTo>
                <a:cubicBezTo>
                  <a:pt x="65165" y="45103"/>
                  <a:pt x="65066" y="44904"/>
                  <a:pt x="64966" y="44655"/>
                </a:cubicBezTo>
                <a:lnTo>
                  <a:pt x="64692" y="43908"/>
                </a:lnTo>
                <a:cubicBezTo>
                  <a:pt x="64667" y="43784"/>
                  <a:pt x="64593" y="43684"/>
                  <a:pt x="64543" y="43559"/>
                </a:cubicBezTo>
                <a:cubicBezTo>
                  <a:pt x="64219" y="42813"/>
                  <a:pt x="63896" y="41991"/>
                  <a:pt x="63473" y="41195"/>
                </a:cubicBezTo>
                <a:close/>
                <a:moveTo>
                  <a:pt x="85165" y="46440"/>
                </a:moveTo>
                <a:cubicBezTo>
                  <a:pt x="85180" y="46444"/>
                  <a:pt x="85194" y="46447"/>
                  <a:pt x="85202" y="46447"/>
                </a:cubicBezTo>
                <a:lnTo>
                  <a:pt x="85227" y="46472"/>
                </a:lnTo>
                <a:cubicBezTo>
                  <a:pt x="85202" y="46472"/>
                  <a:pt x="85178" y="46472"/>
                  <a:pt x="85178" y="46447"/>
                </a:cubicBezTo>
                <a:lnTo>
                  <a:pt x="85165" y="46440"/>
                </a:lnTo>
                <a:close/>
                <a:moveTo>
                  <a:pt x="28774" y="39826"/>
                </a:moveTo>
                <a:lnTo>
                  <a:pt x="29347" y="40199"/>
                </a:lnTo>
                <a:cubicBezTo>
                  <a:pt x="27704" y="42290"/>
                  <a:pt x="26260" y="44406"/>
                  <a:pt x="24991" y="46522"/>
                </a:cubicBezTo>
                <a:cubicBezTo>
                  <a:pt x="24642" y="46173"/>
                  <a:pt x="24319" y="45825"/>
                  <a:pt x="23995" y="45501"/>
                </a:cubicBezTo>
                <a:cubicBezTo>
                  <a:pt x="25066" y="44182"/>
                  <a:pt x="26136" y="42887"/>
                  <a:pt x="27256" y="41568"/>
                </a:cubicBezTo>
                <a:lnTo>
                  <a:pt x="27355" y="41469"/>
                </a:lnTo>
                <a:cubicBezTo>
                  <a:pt x="27828" y="40921"/>
                  <a:pt x="28301" y="40398"/>
                  <a:pt x="28774" y="39826"/>
                </a:cubicBezTo>
                <a:close/>
                <a:moveTo>
                  <a:pt x="38457" y="46422"/>
                </a:moveTo>
                <a:cubicBezTo>
                  <a:pt x="38482" y="46422"/>
                  <a:pt x="38482" y="46447"/>
                  <a:pt x="38532" y="46447"/>
                </a:cubicBezTo>
                <a:cubicBezTo>
                  <a:pt x="38532" y="46472"/>
                  <a:pt x="38482" y="46472"/>
                  <a:pt x="38482" y="46522"/>
                </a:cubicBezTo>
                <a:cubicBezTo>
                  <a:pt x="38457" y="46522"/>
                  <a:pt x="38432" y="46522"/>
                  <a:pt x="38432" y="46472"/>
                </a:cubicBezTo>
                <a:cubicBezTo>
                  <a:pt x="38432" y="46447"/>
                  <a:pt x="38457" y="46447"/>
                  <a:pt x="38457" y="46422"/>
                </a:cubicBezTo>
                <a:close/>
                <a:moveTo>
                  <a:pt x="69994" y="43709"/>
                </a:moveTo>
                <a:cubicBezTo>
                  <a:pt x="69994" y="43709"/>
                  <a:pt x="70019" y="43709"/>
                  <a:pt x="70019" y="43759"/>
                </a:cubicBezTo>
                <a:cubicBezTo>
                  <a:pt x="70019" y="43759"/>
                  <a:pt x="70044" y="43759"/>
                  <a:pt x="70044" y="43784"/>
                </a:cubicBezTo>
                <a:cubicBezTo>
                  <a:pt x="69521" y="44132"/>
                  <a:pt x="68973" y="44456"/>
                  <a:pt x="68426" y="44804"/>
                </a:cubicBezTo>
                <a:cubicBezTo>
                  <a:pt x="68252" y="44929"/>
                  <a:pt x="68077" y="45028"/>
                  <a:pt x="67903" y="45153"/>
                </a:cubicBezTo>
                <a:cubicBezTo>
                  <a:pt x="67206" y="45625"/>
                  <a:pt x="66534" y="46073"/>
                  <a:pt x="65812" y="46546"/>
                </a:cubicBezTo>
                <a:lnTo>
                  <a:pt x="65812" y="46522"/>
                </a:lnTo>
                <a:lnTo>
                  <a:pt x="65812" y="46497"/>
                </a:lnTo>
                <a:cubicBezTo>
                  <a:pt x="66459" y="46024"/>
                  <a:pt x="67132" y="45576"/>
                  <a:pt x="67779" y="45128"/>
                </a:cubicBezTo>
                <a:cubicBezTo>
                  <a:pt x="67928" y="45003"/>
                  <a:pt x="68127" y="44904"/>
                  <a:pt x="68276" y="44804"/>
                </a:cubicBezTo>
                <a:cubicBezTo>
                  <a:pt x="68301" y="44804"/>
                  <a:pt x="68301" y="44779"/>
                  <a:pt x="68326" y="44779"/>
                </a:cubicBezTo>
                <a:cubicBezTo>
                  <a:pt x="68899" y="44431"/>
                  <a:pt x="69421" y="44057"/>
                  <a:pt x="69994" y="43709"/>
                </a:cubicBezTo>
                <a:close/>
                <a:moveTo>
                  <a:pt x="117835" y="37760"/>
                </a:moveTo>
                <a:lnTo>
                  <a:pt x="117835" y="38731"/>
                </a:lnTo>
                <a:cubicBezTo>
                  <a:pt x="117611" y="41294"/>
                  <a:pt x="117113" y="43933"/>
                  <a:pt x="116416" y="46646"/>
                </a:cubicBezTo>
                <a:cubicBezTo>
                  <a:pt x="116416" y="46546"/>
                  <a:pt x="116416" y="46447"/>
                  <a:pt x="116441" y="46322"/>
                </a:cubicBezTo>
                <a:cubicBezTo>
                  <a:pt x="117212" y="43360"/>
                  <a:pt x="117685" y="40523"/>
                  <a:pt x="117835" y="37760"/>
                </a:cubicBezTo>
                <a:close/>
                <a:moveTo>
                  <a:pt x="29496" y="40299"/>
                </a:moveTo>
                <a:cubicBezTo>
                  <a:pt x="29546" y="40299"/>
                  <a:pt x="29546" y="40324"/>
                  <a:pt x="29571" y="40324"/>
                </a:cubicBezTo>
                <a:cubicBezTo>
                  <a:pt x="27903" y="42415"/>
                  <a:pt x="26459" y="44530"/>
                  <a:pt x="25190" y="46671"/>
                </a:cubicBezTo>
                <a:cubicBezTo>
                  <a:pt x="25140" y="46671"/>
                  <a:pt x="25140" y="46646"/>
                  <a:pt x="25140" y="46646"/>
                </a:cubicBezTo>
                <a:cubicBezTo>
                  <a:pt x="26385" y="44505"/>
                  <a:pt x="27853" y="42390"/>
                  <a:pt x="29496" y="40299"/>
                </a:cubicBezTo>
                <a:close/>
                <a:moveTo>
                  <a:pt x="115669" y="38332"/>
                </a:moveTo>
                <a:cubicBezTo>
                  <a:pt x="116242" y="40797"/>
                  <a:pt x="116441" y="43510"/>
                  <a:pt x="116242" y="46372"/>
                </a:cubicBezTo>
                <a:cubicBezTo>
                  <a:pt x="116217" y="46447"/>
                  <a:pt x="116192" y="46571"/>
                  <a:pt x="116167" y="46671"/>
                </a:cubicBezTo>
                <a:cubicBezTo>
                  <a:pt x="116416" y="43709"/>
                  <a:pt x="116217" y="40946"/>
                  <a:pt x="115619" y="38432"/>
                </a:cubicBezTo>
                <a:cubicBezTo>
                  <a:pt x="115669" y="38407"/>
                  <a:pt x="115669" y="38357"/>
                  <a:pt x="115669" y="38332"/>
                </a:cubicBezTo>
                <a:close/>
                <a:moveTo>
                  <a:pt x="65663" y="46621"/>
                </a:moveTo>
                <a:lnTo>
                  <a:pt x="65663" y="46646"/>
                </a:lnTo>
                <a:lnTo>
                  <a:pt x="65663" y="46671"/>
                </a:lnTo>
                <a:lnTo>
                  <a:pt x="65613" y="46696"/>
                </a:lnTo>
                <a:lnTo>
                  <a:pt x="65613" y="46671"/>
                </a:lnTo>
                <a:lnTo>
                  <a:pt x="65613" y="46646"/>
                </a:lnTo>
                <a:lnTo>
                  <a:pt x="65663" y="46621"/>
                </a:lnTo>
                <a:close/>
                <a:moveTo>
                  <a:pt x="91774" y="43684"/>
                </a:moveTo>
                <a:cubicBezTo>
                  <a:pt x="93068" y="44182"/>
                  <a:pt x="94188" y="44879"/>
                  <a:pt x="95134" y="45775"/>
                </a:cubicBezTo>
                <a:cubicBezTo>
                  <a:pt x="94885" y="45825"/>
                  <a:pt x="94661" y="45924"/>
                  <a:pt x="94412" y="45974"/>
                </a:cubicBezTo>
                <a:cubicBezTo>
                  <a:pt x="94387" y="45974"/>
                  <a:pt x="94313" y="46024"/>
                  <a:pt x="94288" y="46024"/>
                </a:cubicBezTo>
                <a:cubicBezTo>
                  <a:pt x="93964" y="46098"/>
                  <a:pt x="93665" y="46173"/>
                  <a:pt x="93342" y="46223"/>
                </a:cubicBezTo>
                <a:cubicBezTo>
                  <a:pt x="93317" y="46223"/>
                  <a:pt x="93292" y="46223"/>
                  <a:pt x="93217" y="46273"/>
                </a:cubicBezTo>
                <a:lnTo>
                  <a:pt x="92296" y="46447"/>
                </a:lnTo>
                <a:cubicBezTo>
                  <a:pt x="92272" y="46447"/>
                  <a:pt x="92197" y="46447"/>
                  <a:pt x="92172" y="46472"/>
                </a:cubicBezTo>
                <a:cubicBezTo>
                  <a:pt x="91848" y="46546"/>
                  <a:pt x="91550" y="46571"/>
                  <a:pt x="91226" y="46596"/>
                </a:cubicBezTo>
                <a:lnTo>
                  <a:pt x="91151" y="46596"/>
                </a:lnTo>
                <a:cubicBezTo>
                  <a:pt x="90454" y="46671"/>
                  <a:pt x="89807" y="46696"/>
                  <a:pt x="89110" y="46696"/>
                </a:cubicBezTo>
                <a:lnTo>
                  <a:pt x="89085" y="46696"/>
                </a:lnTo>
                <a:cubicBezTo>
                  <a:pt x="88563" y="46696"/>
                  <a:pt x="88040" y="46671"/>
                  <a:pt x="87542" y="46646"/>
                </a:cubicBezTo>
                <a:cubicBezTo>
                  <a:pt x="87418" y="46646"/>
                  <a:pt x="87244" y="46596"/>
                  <a:pt x="87119" y="46596"/>
                </a:cubicBezTo>
                <a:cubicBezTo>
                  <a:pt x="86696" y="46571"/>
                  <a:pt x="86248" y="46522"/>
                  <a:pt x="85825" y="46422"/>
                </a:cubicBezTo>
                <a:cubicBezTo>
                  <a:pt x="86099" y="45949"/>
                  <a:pt x="86347" y="45526"/>
                  <a:pt x="86596" y="45053"/>
                </a:cubicBezTo>
                <a:cubicBezTo>
                  <a:pt x="88314" y="44829"/>
                  <a:pt x="90081" y="44406"/>
                  <a:pt x="91774" y="43684"/>
                </a:cubicBezTo>
                <a:close/>
                <a:moveTo>
                  <a:pt x="23871" y="45650"/>
                </a:moveTo>
                <a:lnTo>
                  <a:pt x="24891" y="46671"/>
                </a:lnTo>
                <a:cubicBezTo>
                  <a:pt x="24891" y="46671"/>
                  <a:pt x="24866" y="46696"/>
                  <a:pt x="24866" y="46746"/>
                </a:cubicBezTo>
                <a:lnTo>
                  <a:pt x="23846" y="45700"/>
                </a:lnTo>
                <a:cubicBezTo>
                  <a:pt x="23846" y="45675"/>
                  <a:pt x="23871" y="45675"/>
                  <a:pt x="23871" y="45650"/>
                </a:cubicBezTo>
                <a:close/>
                <a:moveTo>
                  <a:pt x="25016" y="46795"/>
                </a:moveTo>
                <a:lnTo>
                  <a:pt x="25041" y="46820"/>
                </a:lnTo>
                <a:cubicBezTo>
                  <a:pt x="25041" y="46870"/>
                  <a:pt x="25016" y="46870"/>
                  <a:pt x="25016" y="46895"/>
                </a:cubicBezTo>
                <a:cubicBezTo>
                  <a:pt x="25016" y="46895"/>
                  <a:pt x="25016" y="46870"/>
                  <a:pt x="24991" y="46870"/>
                </a:cubicBezTo>
                <a:cubicBezTo>
                  <a:pt x="24991" y="46820"/>
                  <a:pt x="25016" y="46820"/>
                  <a:pt x="25016" y="46795"/>
                </a:cubicBezTo>
                <a:close/>
                <a:moveTo>
                  <a:pt x="95283" y="45899"/>
                </a:moveTo>
                <a:lnTo>
                  <a:pt x="95308" y="45924"/>
                </a:lnTo>
                <a:lnTo>
                  <a:pt x="95333" y="45949"/>
                </a:lnTo>
                <a:cubicBezTo>
                  <a:pt x="93292" y="46571"/>
                  <a:pt x="91201" y="46895"/>
                  <a:pt x="89110" y="46895"/>
                </a:cubicBezTo>
                <a:cubicBezTo>
                  <a:pt x="88613" y="46895"/>
                  <a:pt x="88115" y="46845"/>
                  <a:pt x="87617" y="46820"/>
                </a:cubicBezTo>
                <a:cubicBezTo>
                  <a:pt x="87492" y="46820"/>
                  <a:pt x="87418" y="46795"/>
                  <a:pt x="87293" y="46795"/>
                </a:cubicBezTo>
                <a:cubicBezTo>
                  <a:pt x="86870" y="46770"/>
                  <a:pt x="86472" y="46696"/>
                  <a:pt x="86074" y="46646"/>
                </a:cubicBezTo>
                <a:cubicBezTo>
                  <a:pt x="85974" y="46646"/>
                  <a:pt x="85875" y="46621"/>
                  <a:pt x="85800" y="46621"/>
                </a:cubicBezTo>
                <a:lnTo>
                  <a:pt x="85675" y="46621"/>
                </a:lnTo>
                <a:cubicBezTo>
                  <a:pt x="85700" y="46571"/>
                  <a:pt x="85700" y="46571"/>
                  <a:pt x="85700" y="46546"/>
                </a:cubicBezTo>
                <a:cubicBezTo>
                  <a:pt x="86123" y="46646"/>
                  <a:pt x="86596" y="46696"/>
                  <a:pt x="87069" y="46746"/>
                </a:cubicBezTo>
                <a:cubicBezTo>
                  <a:pt x="87219" y="46746"/>
                  <a:pt x="87343" y="46770"/>
                  <a:pt x="87492" y="46770"/>
                </a:cubicBezTo>
                <a:cubicBezTo>
                  <a:pt x="88040" y="46795"/>
                  <a:pt x="88563" y="46820"/>
                  <a:pt x="89085" y="46820"/>
                </a:cubicBezTo>
                <a:lnTo>
                  <a:pt x="89110" y="46820"/>
                </a:lnTo>
                <a:cubicBezTo>
                  <a:pt x="91176" y="46820"/>
                  <a:pt x="93267" y="46522"/>
                  <a:pt x="95283" y="45899"/>
                </a:cubicBezTo>
                <a:close/>
                <a:moveTo>
                  <a:pt x="109820" y="45451"/>
                </a:moveTo>
                <a:lnTo>
                  <a:pt x="109820" y="45451"/>
                </a:lnTo>
                <a:cubicBezTo>
                  <a:pt x="109596" y="46049"/>
                  <a:pt x="109347" y="46671"/>
                  <a:pt x="109098" y="47268"/>
                </a:cubicBezTo>
                <a:cubicBezTo>
                  <a:pt x="108998" y="46895"/>
                  <a:pt x="108949" y="46546"/>
                  <a:pt x="108849" y="46173"/>
                </a:cubicBezTo>
                <a:cubicBezTo>
                  <a:pt x="108973" y="46073"/>
                  <a:pt x="109073" y="46024"/>
                  <a:pt x="109197" y="45924"/>
                </a:cubicBezTo>
                <a:cubicBezTo>
                  <a:pt x="109372" y="45800"/>
                  <a:pt x="109571" y="45650"/>
                  <a:pt x="109720" y="45526"/>
                </a:cubicBezTo>
                <a:cubicBezTo>
                  <a:pt x="109745" y="45476"/>
                  <a:pt x="109770" y="45476"/>
                  <a:pt x="109820" y="45451"/>
                </a:cubicBezTo>
                <a:close/>
                <a:moveTo>
                  <a:pt x="72657" y="45128"/>
                </a:moveTo>
                <a:cubicBezTo>
                  <a:pt x="72682" y="45401"/>
                  <a:pt x="72707" y="45675"/>
                  <a:pt x="72782" y="45949"/>
                </a:cubicBezTo>
                <a:cubicBezTo>
                  <a:pt x="72782" y="46073"/>
                  <a:pt x="72707" y="46173"/>
                  <a:pt x="72682" y="46273"/>
                </a:cubicBezTo>
                <a:cubicBezTo>
                  <a:pt x="72035" y="46571"/>
                  <a:pt x="71388" y="46945"/>
                  <a:pt x="70741" y="47293"/>
                </a:cubicBezTo>
                <a:cubicBezTo>
                  <a:pt x="71114" y="46671"/>
                  <a:pt x="71463" y="46024"/>
                  <a:pt x="71811" y="45401"/>
                </a:cubicBezTo>
                <a:lnTo>
                  <a:pt x="72657" y="45128"/>
                </a:lnTo>
                <a:close/>
                <a:moveTo>
                  <a:pt x="70218" y="43883"/>
                </a:moveTo>
                <a:cubicBezTo>
                  <a:pt x="70741" y="44132"/>
                  <a:pt x="71189" y="44331"/>
                  <a:pt x="71687" y="44530"/>
                </a:cubicBezTo>
                <a:cubicBezTo>
                  <a:pt x="71637" y="44680"/>
                  <a:pt x="71537" y="44829"/>
                  <a:pt x="71438" y="45028"/>
                </a:cubicBezTo>
                <a:lnTo>
                  <a:pt x="71438" y="45053"/>
                </a:lnTo>
                <a:cubicBezTo>
                  <a:pt x="71438" y="45078"/>
                  <a:pt x="71413" y="45078"/>
                  <a:pt x="71413" y="45103"/>
                </a:cubicBezTo>
                <a:cubicBezTo>
                  <a:pt x="69670" y="45700"/>
                  <a:pt x="67853" y="46522"/>
                  <a:pt x="66061" y="47542"/>
                </a:cubicBezTo>
                <a:cubicBezTo>
                  <a:pt x="66061" y="47517"/>
                  <a:pt x="66061" y="47492"/>
                  <a:pt x="66036" y="47442"/>
                </a:cubicBezTo>
                <a:cubicBezTo>
                  <a:pt x="65987" y="47343"/>
                  <a:pt x="65987" y="47268"/>
                  <a:pt x="65962" y="47169"/>
                </a:cubicBezTo>
                <a:cubicBezTo>
                  <a:pt x="65937" y="47044"/>
                  <a:pt x="65912" y="46945"/>
                  <a:pt x="65862" y="46820"/>
                </a:cubicBezTo>
                <a:cubicBezTo>
                  <a:pt x="65937" y="46795"/>
                  <a:pt x="65987" y="46721"/>
                  <a:pt x="66061" y="46696"/>
                </a:cubicBezTo>
                <a:cubicBezTo>
                  <a:pt x="66708" y="46223"/>
                  <a:pt x="67331" y="45800"/>
                  <a:pt x="67978" y="45401"/>
                </a:cubicBezTo>
                <a:lnTo>
                  <a:pt x="68550" y="45028"/>
                </a:lnTo>
                <a:cubicBezTo>
                  <a:pt x="68550" y="45028"/>
                  <a:pt x="68575" y="45028"/>
                  <a:pt x="68575" y="45003"/>
                </a:cubicBezTo>
                <a:cubicBezTo>
                  <a:pt x="69173" y="44555"/>
                  <a:pt x="69695" y="44207"/>
                  <a:pt x="70218" y="43883"/>
                </a:cubicBezTo>
                <a:close/>
                <a:moveTo>
                  <a:pt x="71360" y="45795"/>
                </a:moveTo>
                <a:lnTo>
                  <a:pt x="71360" y="45795"/>
                </a:lnTo>
                <a:cubicBezTo>
                  <a:pt x="71175" y="46103"/>
                  <a:pt x="71032" y="46409"/>
                  <a:pt x="70890" y="46646"/>
                </a:cubicBezTo>
                <a:cubicBezTo>
                  <a:pt x="70790" y="46795"/>
                  <a:pt x="70716" y="46920"/>
                  <a:pt x="70641" y="47069"/>
                </a:cubicBezTo>
                <a:cubicBezTo>
                  <a:pt x="70616" y="47069"/>
                  <a:pt x="70616" y="47094"/>
                  <a:pt x="70566" y="47144"/>
                </a:cubicBezTo>
                <a:cubicBezTo>
                  <a:pt x="70517" y="47268"/>
                  <a:pt x="70417" y="47393"/>
                  <a:pt x="70318" y="47542"/>
                </a:cubicBezTo>
                <a:lnTo>
                  <a:pt x="70293" y="47567"/>
                </a:lnTo>
                <a:cubicBezTo>
                  <a:pt x="70656" y="46961"/>
                  <a:pt x="71020" y="46355"/>
                  <a:pt x="71360" y="45795"/>
                </a:cubicBezTo>
                <a:close/>
                <a:moveTo>
                  <a:pt x="98445" y="45028"/>
                </a:moveTo>
                <a:cubicBezTo>
                  <a:pt x="98046" y="45849"/>
                  <a:pt x="97573" y="46746"/>
                  <a:pt x="97125" y="47642"/>
                </a:cubicBezTo>
                <a:cubicBezTo>
                  <a:pt x="96777" y="47044"/>
                  <a:pt x="96403" y="46497"/>
                  <a:pt x="95931" y="45999"/>
                </a:cubicBezTo>
                <a:cubicBezTo>
                  <a:pt x="96080" y="45924"/>
                  <a:pt x="96254" y="45899"/>
                  <a:pt x="96403" y="45825"/>
                </a:cubicBezTo>
                <a:cubicBezTo>
                  <a:pt x="96453" y="45800"/>
                  <a:pt x="96553" y="45775"/>
                  <a:pt x="96627" y="45775"/>
                </a:cubicBezTo>
                <a:cubicBezTo>
                  <a:pt x="96901" y="45675"/>
                  <a:pt x="97150" y="45551"/>
                  <a:pt x="97424" y="45451"/>
                </a:cubicBezTo>
                <a:cubicBezTo>
                  <a:pt x="97524" y="45426"/>
                  <a:pt x="97573" y="45401"/>
                  <a:pt x="97673" y="45377"/>
                </a:cubicBezTo>
                <a:cubicBezTo>
                  <a:pt x="97922" y="45277"/>
                  <a:pt x="98171" y="45153"/>
                  <a:pt x="98420" y="45028"/>
                </a:cubicBezTo>
                <a:close/>
                <a:moveTo>
                  <a:pt x="65713" y="46920"/>
                </a:moveTo>
                <a:cubicBezTo>
                  <a:pt x="65762" y="47019"/>
                  <a:pt x="65762" y="47069"/>
                  <a:pt x="65787" y="47169"/>
                </a:cubicBezTo>
                <a:cubicBezTo>
                  <a:pt x="65812" y="47194"/>
                  <a:pt x="65837" y="47318"/>
                  <a:pt x="65837" y="47418"/>
                </a:cubicBezTo>
                <a:cubicBezTo>
                  <a:pt x="65837" y="47467"/>
                  <a:pt x="65887" y="47542"/>
                  <a:pt x="65887" y="47642"/>
                </a:cubicBezTo>
                <a:cubicBezTo>
                  <a:pt x="65837" y="47642"/>
                  <a:pt x="65837" y="47667"/>
                  <a:pt x="65812" y="47667"/>
                </a:cubicBezTo>
                <a:cubicBezTo>
                  <a:pt x="65812" y="47592"/>
                  <a:pt x="65787" y="47542"/>
                  <a:pt x="65787" y="47467"/>
                </a:cubicBezTo>
                <a:lnTo>
                  <a:pt x="65688" y="47094"/>
                </a:lnTo>
                <a:cubicBezTo>
                  <a:pt x="65688" y="47044"/>
                  <a:pt x="65663" y="46970"/>
                  <a:pt x="65663" y="46945"/>
                </a:cubicBezTo>
                <a:cubicBezTo>
                  <a:pt x="65688" y="46945"/>
                  <a:pt x="65688" y="46920"/>
                  <a:pt x="65713" y="46920"/>
                </a:cubicBezTo>
                <a:close/>
                <a:moveTo>
                  <a:pt x="108650" y="46322"/>
                </a:moveTo>
                <a:cubicBezTo>
                  <a:pt x="108650" y="46397"/>
                  <a:pt x="108675" y="46422"/>
                  <a:pt x="108675" y="46472"/>
                </a:cubicBezTo>
                <a:cubicBezTo>
                  <a:pt x="108774" y="46795"/>
                  <a:pt x="108874" y="47169"/>
                  <a:pt x="108949" y="47542"/>
                </a:cubicBezTo>
                <a:lnTo>
                  <a:pt x="108949" y="47592"/>
                </a:lnTo>
                <a:cubicBezTo>
                  <a:pt x="108949" y="47642"/>
                  <a:pt x="108899" y="47642"/>
                  <a:pt x="108899" y="47667"/>
                </a:cubicBezTo>
                <a:cubicBezTo>
                  <a:pt x="108899" y="47691"/>
                  <a:pt x="108899" y="47691"/>
                  <a:pt x="108874" y="47716"/>
                </a:cubicBezTo>
                <a:lnTo>
                  <a:pt x="108874" y="47642"/>
                </a:lnTo>
                <a:cubicBezTo>
                  <a:pt x="108874" y="47592"/>
                  <a:pt x="108874" y="47567"/>
                  <a:pt x="108849" y="47517"/>
                </a:cubicBezTo>
                <a:cubicBezTo>
                  <a:pt x="108849" y="47442"/>
                  <a:pt x="108799" y="47393"/>
                  <a:pt x="108799" y="47343"/>
                </a:cubicBezTo>
                <a:lnTo>
                  <a:pt x="108625" y="46522"/>
                </a:lnTo>
                <a:cubicBezTo>
                  <a:pt x="108625" y="46472"/>
                  <a:pt x="108600" y="46422"/>
                  <a:pt x="108600" y="46397"/>
                </a:cubicBezTo>
                <a:lnTo>
                  <a:pt x="108625" y="46347"/>
                </a:lnTo>
                <a:lnTo>
                  <a:pt x="108650" y="46322"/>
                </a:lnTo>
                <a:close/>
                <a:moveTo>
                  <a:pt x="110200" y="45149"/>
                </a:moveTo>
                <a:cubicBezTo>
                  <a:pt x="109857" y="46029"/>
                  <a:pt x="109490" y="46885"/>
                  <a:pt x="109148" y="47741"/>
                </a:cubicBezTo>
                <a:lnTo>
                  <a:pt x="109148" y="47642"/>
                </a:lnTo>
                <a:cubicBezTo>
                  <a:pt x="109496" y="46820"/>
                  <a:pt x="109845" y="45974"/>
                  <a:pt x="110143" y="45177"/>
                </a:cubicBezTo>
                <a:cubicBezTo>
                  <a:pt x="110169" y="45165"/>
                  <a:pt x="110188" y="45159"/>
                  <a:pt x="110200" y="45149"/>
                </a:cubicBezTo>
                <a:close/>
                <a:moveTo>
                  <a:pt x="71288" y="45327"/>
                </a:moveTo>
                <a:cubicBezTo>
                  <a:pt x="71288" y="45377"/>
                  <a:pt x="71263" y="45401"/>
                  <a:pt x="71263" y="45426"/>
                </a:cubicBezTo>
                <a:cubicBezTo>
                  <a:pt x="69571" y="46024"/>
                  <a:pt x="67878" y="46795"/>
                  <a:pt x="66136" y="47766"/>
                </a:cubicBezTo>
                <a:cubicBezTo>
                  <a:pt x="66086" y="47766"/>
                  <a:pt x="66086" y="47741"/>
                  <a:pt x="66086" y="47691"/>
                </a:cubicBezTo>
                <a:cubicBezTo>
                  <a:pt x="67878" y="46746"/>
                  <a:pt x="69621" y="45924"/>
                  <a:pt x="71288" y="45327"/>
                </a:cubicBezTo>
                <a:close/>
                <a:moveTo>
                  <a:pt x="72184" y="46820"/>
                </a:moveTo>
                <a:lnTo>
                  <a:pt x="72184" y="46820"/>
                </a:lnTo>
                <a:cubicBezTo>
                  <a:pt x="71736" y="47069"/>
                  <a:pt x="71263" y="47318"/>
                  <a:pt x="70815" y="47567"/>
                </a:cubicBezTo>
                <a:cubicBezTo>
                  <a:pt x="70790" y="47567"/>
                  <a:pt x="70790" y="47617"/>
                  <a:pt x="70766" y="47617"/>
                </a:cubicBezTo>
                <a:cubicBezTo>
                  <a:pt x="70691" y="47642"/>
                  <a:pt x="70641" y="47667"/>
                  <a:pt x="70542" y="47741"/>
                </a:cubicBezTo>
                <a:cubicBezTo>
                  <a:pt x="70517" y="47741"/>
                  <a:pt x="70492" y="47766"/>
                  <a:pt x="70492" y="47766"/>
                </a:cubicBezTo>
                <a:lnTo>
                  <a:pt x="70517" y="47741"/>
                </a:lnTo>
                <a:cubicBezTo>
                  <a:pt x="70616" y="47642"/>
                  <a:pt x="70741" y="47567"/>
                  <a:pt x="70840" y="47517"/>
                </a:cubicBezTo>
                <a:cubicBezTo>
                  <a:pt x="71363" y="47268"/>
                  <a:pt x="71786" y="47019"/>
                  <a:pt x="72184" y="46820"/>
                </a:cubicBezTo>
                <a:close/>
                <a:moveTo>
                  <a:pt x="95756" y="46049"/>
                </a:moveTo>
                <a:cubicBezTo>
                  <a:pt x="96254" y="46571"/>
                  <a:pt x="96652" y="47169"/>
                  <a:pt x="97026" y="47816"/>
                </a:cubicBezTo>
                <a:cubicBezTo>
                  <a:pt x="97026" y="47866"/>
                  <a:pt x="97001" y="47866"/>
                  <a:pt x="97001" y="47891"/>
                </a:cubicBezTo>
                <a:cubicBezTo>
                  <a:pt x="96627" y="47243"/>
                  <a:pt x="96179" y="46621"/>
                  <a:pt x="95682" y="46049"/>
                </a:cubicBezTo>
                <a:close/>
                <a:moveTo>
                  <a:pt x="98818" y="44829"/>
                </a:moveTo>
                <a:cubicBezTo>
                  <a:pt x="98320" y="45874"/>
                  <a:pt x="97822" y="46870"/>
                  <a:pt x="97300" y="47891"/>
                </a:cubicBezTo>
                <a:lnTo>
                  <a:pt x="97250" y="47816"/>
                </a:lnTo>
                <a:cubicBezTo>
                  <a:pt x="97772" y="46820"/>
                  <a:pt x="98270" y="45849"/>
                  <a:pt x="98743" y="44879"/>
                </a:cubicBezTo>
                <a:cubicBezTo>
                  <a:pt x="98768" y="44879"/>
                  <a:pt x="98793" y="44829"/>
                  <a:pt x="98818" y="44829"/>
                </a:cubicBezTo>
                <a:close/>
                <a:moveTo>
                  <a:pt x="65912" y="47816"/>
                </a:moveTo>
                <a:lnTo>
                  <a:pt x="65912" y="47891"/>
                </a:lnTo>
                <a:cubicBezTo>
                  <a:pt x="65862" y="47891"/>
                  <a:pt x="65862" y="47915"/>
                  <a:pt x="65837" y="47915"/>
                </a:cubicBezTo>
                <a:lnTo>
                  <a:pt x="65837" y="47866"/>
                </a:lnTo>
                <a:cubicBezTo>
                  <a:pt x="65862" y="47816"/>
                  <a:pt x="65912" y="47816"/>
                  <a:pt x="65912" y="47816"/>
                </a:cubicBezTo>
                <a:close/>
                <a:moveTo>
                  <a:pt x="70069" y="47915"/>
                </a:moveTo>
                <a:cubicBezTo>
                  <a:pt x="70069" y="47928"/>
                  <a:pt x="70069" y="47934"/>
                  <a:pt x="70075" y="47934"/>
                </a:cubicBezTo>
                <a:cubicBezTo>
                  <a:pt x="70081" y="47934"/>
                  <a:pt x="70094" y="47928"/>
                  <a:pt x="70118" y="47915"/>
                </a:cubicBezTo>
                <a:lnTo>
                  <a:pt x="70118" y="47915"/>
                </a:lnTo>
                <a:cubicBezTo>
                  <a:pt x="70118" y="47940"/>
                  <a:pt x="70069" y="47940"/>
                  <a:pt x="70069" y="47940"/>
                </a:cubicBezTo>
                <a:lnTo>
                  <a:pt x="70044" y="47990"/>
                </a:lnTo>
                <a:cubicBezTo>
                  <a:pt x="70044" y="47990"/>
                  <a:pt x="70044" y="47940"/>
                  <a:pt x="70069" y="47940"/>
                </a:cubicBezTo>
                <a:lnTo>
                  <a:pt x="70069" y="47915"/>
                </a:lnTo>
                <a:close/>
                <a:moveTo>
                  <a:pt x="116167" y="47368"/>
                </a:moveTo>
                <a:cubicBezTo>
                  <a:pt x="116167" y="47492"/>
                  <a:pt x="116117" y="47642"/>
                  <a:pt x="116092" y="47766"/>
                </a:cubicBezTo>
                <a:cubicBezTo>
                  <a:pt x="116067" y="47891"/>
                  <a:pt x="116043" y="48015"/>
                  <a:pt x="115993" y="48115"/>
                </a:cubicBezTo>
                <a:cubicBezTo>
                  <a:pt x="115993" y="47990"/>
                  <a:pt x="116043" y="47891"/>
                  <a:pt x="116043" y="47766"/>
                </a:cubicBezTo>
                <a:cubicBezTo>
                  <a:pt x="116092" y="47642"/>
                  <a:pt x="116117" y="47517"/>
                  <a:pt x="116167" y="47368"/>
                </a:cubicBezTo>
                <a:close/>
                <a:moveTo>
                  <a:pt x="97125" y="48015"/>
                </a:moveTo>
                <a:cubicBezTo>
                  <a:pt x="97125" y="48040"/>
                  <a:pt x="97150" y="48040"/>
                  <a:pt x="97150" y="48065"/>
                </a:cubicBezTo>
                <a:cubicBezTo>
                  <a:pt x="97150" y="48115"/>
                  <a:pt x="97150" y="48115"/>
                  <a:pt x="97125" y="48139"/>
                </a:cubicBezTo>
                <a:cubicBezTo>
                  <a:pt x="97125" y="48115"/>
                  <a:pt x="97076" y="48065"/>
                  <a:pt x="97076" y="48065"/>
                </a:cubicBezTo>
                <a:cubicBezTo>
                  <a:pt x="97076" y="48040"/>
                  <a:pt x="97125" y="48040"/>
                  <a:pt x="97125" y="48015"/>
                </a:cubicBezTo>
                <a:close/>
                <a:moveTo>
                  <a:pt x="108973" y="47915"/>
                </a:moveTo>
                <a:cubicBezTo>
                  <a:pt x="108973" y="47940"/>
                  <a:pt x="108973" y="48015"/>
                  <a:pt x="108998" y="48040"/>
                </a:cubicBezTo>
                <a:cubicBezTo>
                  <a:pt x="108998" y="48065"/>
                  <a:pt x="108973" y="48065"/>
                  <a:pt x="108973" y="48115"/>
                </a:cubicBezTo>
                <a:cubicBezTo>
                  <a:pt x="108973" y="48139"/>
                  <a:pt x="108949" y="48139"/>
                  <a:pt x="108949" y="48164"/>
                </a:cubicBezTo>
                <a:lnTo>
                  <a:pt x="108949" y="48115"/>
                </a:lnTo>
                <a:lnTo>
                  <a:pt x="108949" y="48040"/>
                </a:lnTo>
                <a:lnTo>
                  <a:pt x="108949" y="47990"/>
                </a:lnTo>
                <a:cubicBezTo>
                  <a:pt x="108949" y="47940"/>
                  <a:pt x="108973" y="47940"/>
                  <a:pt x="108973" y="47915"/>
                </a:cubicBezTo>
                <a:close/>
                <a:moveTo>
                  <a:pt x="75570" y="45576"/>
                </a:moveTo>
                <a:lnTo>
                  <a:pt x="75570" y="45576"/>
                </a:lnTo>
                <a:cubicBezTo>
                  <a:pt x="75097" y="46447"/>
                  <a:pt x="74524" y="47318"/>
                  <a:pt x="73952" y="48189"/>
                </a:cubicBezTo>
                <a:cubicBezTo>
                  <a:pt x="73703" y="47642"/>
                  <a:pt x="73529" y="47069"/>
                  <a:pt x="73379" y="46522"/>
                </a:cubicBezTo>
                <a:cubicBezTo>
                  <a:pt x="73653" y="46397"/>
                  <a:pt x="73927" y="46273"/>
                  <a:pt x="74250" y="46098"/>
                </a:cubicBezTo>
                <a:cubicBezTo>
                  <a:pt x="74350" y="46073"/>
                  <a:pt x="74474" y="46024"/>
                  <a:pt x="74549" y="45974"/>
                </a:cubicBezTo>
                <a:cubicBezTo>
                  <a:pt x="74599" y="45949"/>
                  <a:pt x="74649" y="45949"/>
                  <a:pt x="74674" y="45924"/>
                </a:cubicBezTo>
                <a:cubicBezTo>
                  <a:pt x="74997" y="45800"/>
                  <a:pt x="75296" y="45675"/>
                  <a:pt x="75570" y="45576"/>
                </a:cubicBezTo>
                <a:close/>
                <a:moveTo>
                  <a:pt x="73205" y="46621"/>
                </a:moveTo>
                <a:cubicBezTo>
                  <a:pt x="73379" y="47194"/>
                  <a:pt x="73553" y="47791"/>
                  <a:pt x="73852" y="48388"/>
                </a:cubicBezTo>
                <a:cubicBezTo>
                  <a:pt x="73852" y="48413"/>
                  <a:pt x="73802" y="48413"/>
                  <a:pt x="73802" y="48438"/>
                </a:cubicBezTo>
                <a:cubicBezTo>
                  <a:pt x="73529" y="47866"/>
                  <a:pt x="73304" y="47243"/>
                  <a:pt x="73155" y="46646"/>
                </a:cubicBezTo>
                <a:cubicBezTo>
                  <a:pt x="73180" y="46646"/>
                  <a:pt x="73180" y="46621"/>
                  <a:pt x="73205" y="46621"/>
                </a:cubicBezTo>
                <a:close/>
                <a:moveTo>
                  <a:pt x="75941" y="45497"/>
                </a:moveTo>
                <a:cubicBezTo>
                  <a:pt x="75352" y="46477"/>
                  <a:pt x="74738" y="47458"/>
                  <a:pt x="74051" y="48438"/>
                </a:cubicBezTo>
                <a:lnTo>
                  <a:pt x="74051" y="48413"/>
                </a:lnTo>
                <a:cubicBezTo>
                  <a:pt x="74723" y="47442"/>
                  <a:pt x="75346" y="46447"/>
                  <a:pt x="75918" y="45501"/>
                </a:cubicBezTo>
                <a:cubicBezTo>
                  <a:pt x="75927" y="45501"/>
                  <a:pt x="75935" y="45499"/>
                  <a:pt x="75941" y="45497"/>
                </a:cubicBezTo>
                <a:close/>
                <a:moveTo>
                  <a:pt x="79502" y="44555"/>
                </a:moveTo>
                <a:cubicBezTo>
                  <a:pt x="79751" y="44704"/>
                  <a:pt x="79975" y="44829"/>
                  <a:pt x="80224" y="44953"/>
                </a:cubicBezTo>
                <a:cubicBezTo>
                  <a:pt x="81519" y="45675"/>
                  <a:pt x="82888" y="46198"/>
                  <a:pt x="84381" y="46571"/>
                </a:cubicBezTo>
                <a:cubicBezTo>
                  <a:pt x="84431" y="46571"/>
                  <a:pt x="84456" y="46621"/>
                  <a:pt x="84481" y="46621"/>
                </a:cubicBezTo>
                <a:cubicBezTo>
                  <a:pt x="84680" y="46646"/>
                  <a:pt x="84829" y="46696"/>
                  <a:pt x="85003" y="46746"/>
                </a:cubicBezTo>
                <a:lnTo>
                  <a:pt x="85053" y="46770"/>
                </a:lnTo>
                <a:cubicBezTo>
                  <a:pt x="84705" y="47368"/>
                  <a:pt x="84331" y="48015"/>
                  <a:pt x="83933" y="48662"/>
                </a:cubicBezTo>
                <a:lnTo>
                  <a:pt x="83560" y="48488"/>
                </a:lnTo>
                <a:lnTo>
                  <a:pt x="83186" y="48289"/>
                </a:lnTo>
                <a:cubicBezTo>
                  <a:pt x="83062" y="48239"/>
                  <a:pt x="82962" y="48164"/>
                  <a:pt x="82838" y="48115"/>
                </a:cubicBezTo>
                <a:cubicBezTo>
                  <a:pt x="82763" y="48065"/>
                  <a:pt x="82713" y="48040"/>
                  <a:pt x="82614" y="47990"/>
                </a:cubicBezTo>
                <a:cubicBezTo>
                  <a:pt x="82489" y="47915"/>
                  <a:pt x="82390" y="47866"/>
                  <a:pt x="82265" y="47791"/>
                </a:cubicBezTo>
                <a:cubicBezTo>
                  <a:pt x="82091" y="47691"/>
                  <a:pt x="81917" y="47567"/>
                  <a:pt x="81743" y="47492"/>
                </a:cubicBezTo>
                <a:cubicBezTo>
                  <a:pt x="81643" y="47418"/>
                  <a:pt x="81519" y="47368"/>
                  <a:pt x="81394" y="47293"/>
                </a:cubicBezTo>
                <a:cubicBezTo>
                  <a:pt x="81245" y="47194"/>
                  <a:pt x="81095" y="47069"/>
                  <a:pt x="80921" y="46994"/>
                </a:cubicBezTo>
                <a:cubicBezTo>
                  <a:pt x="80822" y="46895"/>
                  <a:pt x="80672" y="46820"/>
                  <a:pt x="80573" y="46746"/>
                </a:cubicBezTo>
                <a:cubicBezTo>
                  <a:pt x="80448" y="46646"/>
                  <a:pt x="80274" y="46522"/>
                  <a:pt x="80150" y="46422"/>
                </a:cubicBezTo>
                <a:lnTo>
                  <a:pt x="79776" y="46148"/>
                </a:lnTo>
                <a:cubicBezTo>
                  <a:pt x="79652" y="46049"/>
                  <a:pt x="79527" y="45949"/>
                  <a:pt x="79428" y="45825"/>
                </a:cubicBezTo>
                <a:cubicBezTo>
                  <a:pt x="79303" y="45700"/>
                  <a:pt x="79179" y="45625"/>
                  <a:pt x="79054" y="45501"/>
                </a:cubicBezTo>
                <a:cubicBezTo>
                  <a:pt x="79029" y="45451"/>
                  <a:pt x="79005" y="45426"/>
                  <a:pt x="78930" y="45401"/>
                </a:cubicBezTo>
                <a:cubicBezTo>
                  <a:pt x="78880" y="45327"/>
                  <a:pt x="78830" y="45277"/>
                  <a:pt x="78731" y="45202"/>
                </a:cubicBezTo>
                <a:cubicBezTo>
                  <a:pt x="78606" y="45078"/>
                  <a:pt x="78482" y="44953"/>
                  <a:pt x="78357" y="44879"/>
                </a:cubicBezTo>
                <a:cubicBezTo>
                  <a:pt x="78357" y="44829"/>
                  <a:pt x="78308" y="44804"/>
                  <a:pt x="78308" y="44779"/>
                </a:cubicBezTo>
                <a:cubicBezTo>
                  <a:pt x="78731" y="44680"/>
                  <a:pt x="79129" y="44580"/>
                  <a:pt x="79502" y="44555"/>
                </a:cubicBezTo>
                <a:close/>
                <a:moveTo>
                  <a:pt x="73949" y="48625"/>
                </a:moveTo>
                <a:cubicBezTo>
                  <a:pt x="73951" y="48628"/>
                  <a:pt x="73952" y="48632"/>
                  <a:pt x="73952" y="48637"/>
                </a:cubicBezTo>
                <a:cubicBezTo>
                  <a:pt x="73952" y="48662"/>
                  <a:pt x="73927" y="48662"/>
                  <a:pt x="73927" y="48687"/>
                </a:cubicBezTo>
                <a:lnTo>
                  <a:pt x="73927" y="48662"/>
                </a:lnTo>
                <a:cubicBezTo>
                  <a:pt x="73927" y="48642"/>
                  <a:pt x="73943" y="48638"/>
                  <a:pt x="73949" y="48625"/>
                </a:cubicBezTo>
                <a:close/>
                <a:moveTo>
                  <a:pt x="85227" y="46820"/>
                </a:moveTo>
                <a:cubicBezTo>
                  <a:pt x="85227" y="46870"/>
                  <a:pt x="85252" y="46870"/>
                  <a:pt x="85252" y="46895"/>
                </a:cubicBezTo>
                <a:lnTo>
                  <a:pt x="84132" y="48762"/>
                </a:lnTo>
                <a:cubicBezTo>
                  <a:pt x="84107" y="48762"/>
                  <a:pt x="84107" y="48762"/>
                  <a:pt x="84082" y="48737"/>
                </a:cubicBezTo>
                <a:cubicBezTo>
                  <a:pt x="84481" y="48115"/>
                  <a:pt x="84854" y="47492"/>
                  <a:pt x="85227" y="46820"/>
                </a:cubicBezTo>
                <a:close/>
                <a:moveTo>
                  <a:pt x="78482" y="45153"/>
                </a:moveTo>
                <a:lnTo>
                  <a:pt x="78482" y="45153"/>
                </a:lnTo>
                <a:cubicBezTo>
                  <a:pt x="78631" y="45302"/>
                  <a:pt x="78781" y="45451"/>
                  <a:pt x="78930" y="45576"/>
                </a:cubicBezTo>
                <a:cubicBezTo>
                  <a:pt x="78980" y="45625"/>
                  <a:pt x="79005" y="45650"/>
                  <a:pt x="79029" y="45650"/>
                </a:cubicBezTo>
                <a:cubicBezTo>
                  <a:pt x="79154" y="45775"/>
                  <a:pt x="79278" y="45874"/>
                  <a:pt x="79403" y="45999"/>
                </a:cubicBezTo>
                <a:cubicBezTo>
                  <a:pt x="79502" y="46049"/>
                  <a:pt x="79602" y="46148"/>
                  <a:pt x="79677" y="46198"/>
                </a:cubicBezTo>
                <a:cubicBezTo>
                  <a:pt x="79751" y="46273"/>
                  <a:pt x="79801" y="46298"/>
                  <a:pt x="79876" y="46322"/>
                </a:cubicBezTo>
                <a:cubicBezTo>
                  <a:pt x="79926" y="46372"/>
                  <a:pt x="79975" y="46422"/>
                  <a:pt x="80025" y="46447"/>
                </a:cubicBezTo>
                <a:cubicBezTo>
                  <a:pt x="80100" y="46522"/>
                  <a:pt x="80174" y="46571"/>
                  <a:pt x="80249" y="46621"/>
                </a:cubicBezTo>
                <a:cubicBezTo>
                  <a:pt x="80349" y="46671"/>
                  <a:pt x="80398" y="46746"/>
                  <a:pt x="80498" y="46795"/>
                </a:cubicBezTo>
                <a:lnTo>
                  <a:pt x="80772" y="46994"/>
                </a:lnTo>
                <a:cubicBezTo>
                  <a:pt x="80871" y="47044"/>
                  <a:pt x="80971" y="47119"/>
                  <a:pt x="81095" y="47194"/>
                </a:cubicBezTo>
                <a:cubicBezTo>
                  <a:pt x="81195" y="47268"/>
                  <a:pt x="81245" y="47318"/>
                  <a:pt x="81344" y="47393"/>
                </a:cubicBezTo>
                <a:lnTo>
                  <a:pt x="81618" y="47567"/>
                </a:lnTo>
                <a:cubicBezTo>
                  <a:pt x="81817" y="47691"/>
                  <a:pt x="81991" y="47816"/>
                  <a:pt x="82216" y="47915"/>
                </a:cubicBezTo>
                <a:cubicBezTo>
                  <a:pt x="82290" y="47940"/>
                  <a:pt x="82365" y="48015"/>
                  <a:pt x="82464" y="48040"/>
                </a:cubicBezTo>
                <a:cubicBezTo>
                  <a:pt x="82514" y="48065"/>
                  <a:pt x="82589" y="48115"/>
                  <a:pt x="82664" y="48164"/>
                </a:cubicBezTo>
                <a:lnTo>
                  <a:pt x="82863" y="48264"/>
                </a:lnTo>
                <a:cubicBezTo>
                  <a:pt x="82962" y="48314"/>
                  <a:pt x="83062" y="48363"/>
                  <a:pt x="83136" y="48413"/>
                </a:cubicBezTo>
                <a:lnTo>
                  <a:pt x="83336" y="48513"/>
                </a:lnTo>
                <a:cubicBezTo>
                  <a:pt x="83510" y="48612"/>
                  <a:pt x="83709" y="48687"/>
                  <a:pt x="83883" y="48762"/>
                </a:cubicBezTo>
                <a:lnTo>
                  <a:pt x="83858" y="48787"/>
                </a:lnTo>
                <a:cubicBezTo>
                  <a:pt x="83634" y="48787"/>
                  <a:pt x="83510" y="48762"/>
                  <a:pt x="83385" y="48687"/>
                </a:cubicBezTo>
                <a:cubicBezTo>
                  <a:pt x="83336" y="48662"/>
                  <a:pt x="83311" y="48662"/>
                  <a:pt x="83236" y="48637"/>
                </a:cubicBezTo>
                <a:cubicBezTo>
                  <a:pt x="82987" y="48513"/>
                  <a:pt x="82763" y="48388"/>
                  <a:pt x="82514" y="48264"/>
                </a:cubicBezTo>
                <a:cubicBezTo>
                  <a:pt x="82464" y="48239"/>
                  <a:pt x="82365" y="48189"/>
                  <a:pt x="82315" y="48139"/>
                </a:cubicBezTo>
                <a:cubicBezTo>
                  <a:pt x="82091" y="48015"/>
                  <a:pt x="81892" y="47891"/>
                  <a:pt x="81718" y="47791"/>
                </a:cubicBezTo>
                <a:lnTo>
                  <a:pt x="81444" y="47617"/>
                </a:lnTo>
                <a:cubicBezTo>
                  <a:pt x="81245" y="47492"/>
                  <a:pt x="81095" y="47393"/>
                  <a:pt x="80946" y="47268"/>
                </a:cubicBezTo>
                <a:cubicBezTo>
                  <a:pt x="80822" y="47169"/>
                  <a:pt x="80722" y="47119"/>
                  <a:pt x="80598" y="47019"/>
                </a:cubicBezTo>
                <a:cubicBezTo>
                  <a:pt x="80448" y="46920"/>
                  <a:pt x="80324" y="46795"/>
                  <a:pt x="80150" y="46696"/>
                </a:cubicBezTo>
                <a:cubicBezTo>
                  <a:pt x="80025" y="46621"/>
                  <a:pt x="79901" y="46522"/>
                  <a:pt x="79776" y="46397"/>
                </a:cubicBezTo>
                <a:cubicBezTo>
                  <a:pt x="79726" y="46372"/>
                  <a:pt x="79702" y="46298"/>
                  <a:pt x="79627" y="46273"/>
                </a:cubicBezTo>
                <a:cubicBezTo>
                  <a:pt x="79577" y="46198"/>
                  <a:pt x="79477" y="46148"/>
                  <a:pt x="79403" y="46073"/>
                </a:cubicBezTo>
                <a:cubicBezTo>
                  <a:pt x="79278" y="45949"/>
                  <a:pt x="79129" y="45825"/>
                  <a:pt x="79005" y="45750"/>
                </a:cubicBezTo>
                <a:cubicBezTo>
                  <a:pt x="78905" y="45650"/>
                  <a:pt x="78781" y="45551"/>
                  <a:pt x="78706" y="45451"/>
                </a:cubicBezTo>
                <a:lnTo>
                  <a:pt x="78507" y="45277"/>
                </a:lnTo>
                <a:lnTo>
                  <a:pt x="78507" y="45202"/>
                </a:lnTo>
                <a:lnTo>
                  <a:pt x="78482" y="45153"/>
                </a:lnTo>
                <a:close/>
                <a:moveTo>
                  <a:pt x="84008" y="48886"/>
                </a:moveTo>
                <a:cubicBezTo>
                  <a:pt x="84008" y="48911"/>
                  <a:pt x="84008" y="48911"/>
                  <a:pt x="84057" y="48911"/>
                </a:cubicBezTo>
                <a:cubicBezTo>
                  <a:pt x="84057" y="48911"/>
                  <a:pt x="84057" y="48936"/>
                  <a:pt x="84008" y="48936"/>
                </a:cubicBezTo>
                <a:cubicBezTo>
                  <a:pt x="83983" y="48936"/>
                  <a:pt x="83983" y="48911"/>
                  <a:pt x="83958" y="48911"/>
                </a:cubicBezTo>
                <a:cubicBezTo>
                  <a:pt x="83958" y="48911"/>
                  <a:pt x="83958" y="48886"/>
                  <a:pt x="83983" y="48886"/>
                </a:cubicBezTo>
                <a:close/>
                <a:moveTo>
                  <a:pt x="63273" y="41294"/>
                </a:moveTo>
                <a:cubicBezTo>
                  <a:pt x="63697" y="42066"/>
                  <a:pt x="64045" y="42813"/>
                  <a:pt x="64319" y="43535"/>
                </a:cubicBezTo>
                <a:cubicBezTo>
                  <a:pt x="64369" y="43659"/>
                  <a:pt x="64443" y="43808"/>
                  <a:pt x="64468" y="43933"/>
                </a:cubicBezTo>
                <a:cubicBezTo>
                  <a:pt x="64568" y="44207"/>
                  <a:pt x="64667" y="44456"/>
                  <a:pt x="64742" y="44704"/>
                </a:cubicBezTo>
                <a:cubicBezTo>
                  <a:pt x="64817" y="44929"/>
                  <a:pt x="64916" y="45128"/>
                  <a:pt x="64966" y="45327"/>
                </a:cubicBezTo>
                <a:cubicBezTo>
                  <a:pt x="65041" y="45551"/>
                  <a:pt x="65090" y="45750"/>
                  <a:pt x="65165" y="45949"/>
                </a:cubicBezTo>
                <a:cubicBezTo>
                  <a:pt x="65215" y="46173"/>
                  <a:pt x="65290" y="46372"/>
                  <a:pt x="65339" y="46571"/>
                </a:cubicBezTo>
                <a:cubicBezTo>
                  <a:pt x="65041" y="46795"/>
                  <a:pt x="64717" y="47019"/>
                  <a:pt x="64443" y="47268"/>
                </a:cubicBezTo>
                <a:lnTo>
                  <a:pt x="64070" y="47542"/>
                </a:lnTo>
                <a:cubicBezTo>
                  <a:pt x="63896" y="47667"/>
                  <a:pt x="63721" y="47791"/>
                  <a:pt x="63547" y="47915"/>
                </a:cubicBezTo>
                <a:cubicBezTo>
                  <a:pt x="63473" y="47940"/>
                  <a:pt x="63423" y="48015"/>
                  <a:pt x="63348" y="48040"/>
                </a:cubicBezTo>
                <a:cubicBezTo>
                  <a:pt x="63199" y="48164"/>
                  <a:pt x="63024" y="48289"/>
                  <a:pt x="62850" y="48438"/>
                </a:cubicBezTo>
                <a:cubicBezTo>
                  <a:pt x="62800" y="48513"/>
                  <a:pt x="62726" y="48538"/>
                  <a:pt x="62676" y="48612"/>
                </a:cubicBezTo>
                <a:cubicBezTo>
                  <a:pt x="62477" y="48737"/>
                  <a:pt x="62303" y="48886"/>
                  <a:pt x="62128" y="49011"/>
                </a:cubicBezTo>
                <a:cubicBezTo>
                  <a:pt x="61979" y="49135"/>
                  <a:pt x="61855" y="49235"/>
                  <a:pt x="61705" y="49359"/>
                </a:cubicBezTo>
                <a:cubicBezTo>
                  <a:pt x="61606" y="49409"/>
                  <a:pt x="61506" y="49508"/>
                  <a:pt x="61431" y="49558"/>
                </a:cubicBezTo>
                <a:cubicBezTo>
                  <a:pt x="61332" y="49633"/>
                  <a:pt x="61282" y="49683"/>
                  <a:pt x="61183" y="49757"/>
                </a:cubicBezTo>
                <a:cubicBezTo>
                  <a:pt x="61158" y="49732"/>
                  <a:pt x="61083" y="49683"/>
                  <a:pt x="61058" y="49658"/>
                </a:cubicBezTo>
                <a:cubicBezTo>
                  <a:pt x="60934" y="49608"/>
                  <a:pt x="60834" y="49508"/>
                  <a:pt x="60710" y="49434"/>
                </a:cubicBezTo>
                <a:cubicBezTo>
                  <a:pt x="60610" y="49384"/>
                  <a:pt x="60535" y="49309"/>
                  <a:pt x="60436" y="49235"/>
                </a:cubicBezTo>
                <a:cubicBezTo>
                  <a:pt x="60336" y="49160"/>
                  <a:pt x="60286" y="49110"/>
                  <a:pt x="60187" y="49036"/>
                </a:cubicBezTo>
                <a:lnTo>
                  <a:pt x="59814" y="48762"/>
                </a:lnTo>
                <a:cubicBezTo>
                  <a:pt x="59789" y="48737"/>
                  <a:pt x="59714" y="48687"/>
                  <a:pt x="59689" y="48662"/>
                </a:cubicBezTo>
                <a:cubicBezTo>
                  <a:pt x="58793" y="47940"/>
                  <a:pt x="57822" y="47069"/>
                  <a:pt x="56827" y="46073"/>
                </a:cubicBezTo>
                <a:lnTo>
                  <a:pt x="56677" y="45924"/>
                </a:lnTo>
                <a:lnTo>
                  <a:pt x="56254" y="45526"/>
                </a:lnTo>
                <a:lnTo>
                  <a:pt x="56005" y="45277"/>
                </a:lnTo>
                <a:cubicBezTo>
                  <a:pt x="56204" y="45153"/>
                  <a:pt x="56379" y="44978"/>
                  <a:pt x="56603" y="44854"/>
                </a:cubicBezTo>
                <a:cubicBezTo>
                  <a:pt x="56677" y="44804"/>
                  <a:pt x="56752" y="44779"/>
                  <a:pt x="56827" y="44704"/>
                </a:cubicBezTo>
                <a:cubicBezTo>
                  <a:pt x="57075" y="44555"/>
                  <a:pt x="57300" y="44406"/>
                  <a:pt x="57548" y="44232"/>
                </a:cubicBezTo>
                <a:cubicBezTo>
                  <a:pt x="57573" y="44232"/>
                  <a:pt x="57573" y="44207"/>
                  <a:pt x="57598" y="44207"/>
                </a:cubicBezTo>
                <a:cubicBezTo>
                  <a:pt x="57673" y="44182"/>
                  <a:pt x="57723" y="44157"/>
                  <a:pt x="57797" y="44082"/>
                </a:cubicBezTo>
                <a:cubicBezTo>
                  <a:pt x="57996" y="43933"/>
                  <a:pt x="58245" y="43808"/>
                  <a:pt x="58469" y="43684"/>
                </a:cubicBezTo>
                <a:cubicBezTo>
                  <a:pt x="58494" y="43659"/>
                  <a:pt x="58544" y="43659"/>
                  <a:pt x="58569" y="43609"/>
                </a:cubicBezTo>
                <a:cubicBezTo>
                  <a:pt x="58594" y="43584"/>
                  <a:pt x="58619" y="43584"/>
                  <a:pt x="58669" y="43559"/>
                </a:cubicBezTo>
                <a:cubicBezTo>
                  <a:pt x="58693" y="43535"/>
                  <a:pt x="58718" y="43535"/>
                  <a:pt x="58743" y="43485"/>
                </a:cubicBezTo>
                <a:lnTo>
                  <a:pt x="59415" y="43111"/>
                </a:lnTo>
                <a:cubicBezTo>
                  <a:pt x="59440" y="43087"/>
                  <a:pt x="59490" y="43087"/>
                  <a:pt x="59540" y="43062"/>
                </a:cubicBezTo>
                <a:cubicBezTo>
                  <a:pt x="59589" y="43037"/>
                  <a:pt x="59664" y="43012"/>
                  <a:pt x="59714" y="42937"/>
                </a:cubicBezTo>
                <a:cubicBezTo>
                  <a:pt x="59913" y="42813"/>
                  <a:pt x="60112" y="42713"/>
                  <a:pt x="60311" y="42614"/>
                </a:cubicBezTo>
                <a:cubicBezTo>
                  <a:pt x="60436" y="42564"/>
                  <a:pt x="60560" y="42489"/>
                  <a:pt x="60660" y="42439"/>
                </a:cubicBezTo>
                <a:lnTo>
                  <a:pt x="61207" y="42166"/>
                </a:lnTo>
                <a:cubicBezTo>
                  <a:pt x="61332" y="42091"/>
                  <a:pt x="61481" y="42041"/>
                  <a:pt x="61606" y="41966"/>
                </a:cubicBezTo>
                <a:cubicBezTo>
                  <a:pt x="61780" y="41867"/>
                  <a:pt x="61954" y="41817"/>
                  <a:pt x="62103" y="41767"/>
                </a:cubicBezTo>
                <a:cubicBezTo>
                  <a:pt x="62278" y="41693"/>
                  <a:pt x="62402" y="41643"/>
                  <a:pt x="62552" y="41568"/>
                </a:cubicBezTo>
                <a:lnTo>
                  <a:pt x="63024" y="41394"/>
                </a:lnTo>
                <a:cubicBezTo>
                  <a:pt x="63099" y="41344"/>
                  <a:pt x="63199" y="41319"/>
                  <a:pt x="63273" y="41294"/>
                </a:cubicBezTo>
                <a:close/>
                <a:moveTo>
                  <a:pt x="85352" y="47069"/>
                </a:moveTo>
                <a:cubicBezTo>
                  <a:pt x="85974" y="47816"/>
                  <a:pt x="86472" y="48712"/>
                  <a:pt x="86795" y="49757"/>
                </a:cubicBezTo>
                <a:cubicBezTo>
                  <a:pt x="86721" y="49683"/>
                  <a:pt x="86621" y="49683"/>
                  <a:pt x="86547" y="49658"/>
                </a:cubicBezTo>
                <a:cubicBezTo>
                  <a:pt x="86347" y="49608"/>
                  <a:pt x="86198" y="49558"/>
                  <a:pt x="85999" y="49508"/>
                </a:cubicBezTo>
                <a:lnTo>
                  <a:pt x="85725" y="49409"/>
                </a:lnTo>
                <a:cubicBezTo>
                  <a:pt x="85626" y="49384"/>
                  <a:pt x="85576" y="49359"/>
                  <a:pt x="85476" y="49309"/>
                </a:cubicBezTo>
                <a:cubicBezTo>
                  <a:pt x="85327" y="49260"/>
                  <a:pt x="85178" y="49185"/>
                  <a:pt x="85003" y="49160"/>
                </a:cubicBezTo>
                <a:cubicBezTo>
                  <a:pt x="84929" y="49135"/>
                  <a:pt x="84854" y="49110"/>
                  <a:pt x="84754" y="49060"/>
                </a:cubicBezTo>
                <a:cubicBezTo>
                  <a:pt x="84680" y="49036"/>
                  <a:pt x="84580" y="48961"/>
                  <a:pt x="84456" y="48936"/>
                </a:cubicBezTo>
                <a:lnTo>
                  <a:pt x="84257" y="48836"/>
                </a:lnTo>
                <a:cubicBezTo>
                  <a:pt x="84630" y="48264"/>
                  <a:pt x="84978" y="47667"/>
                  <a:pt x="85352" y="47069"/>
                </a:cubicBezTo>
                <a:close/>
                <a:moveTo>
                  <a:pt x="85501" y="46795"/>
                </a:moveTo>
                <a:cubicBezTo>
                  <a:pt x="86223" y="47642"/>
                  <a:pt x="86746" y="48637"/>
                  <a:pt x="87094" y="49782"/>
                </a:cubicBezTo>
                <a:cubicBezTo>
                  <a:pt x="87094" y="49795"/>
                  <a:pt x="87088" y="49801"/>
                  <a:pt x="87079" y="49801"/>
                </a:cubicBezTo>
                <a:cubicBezTo>
                  <a:pt x="87069" y="49801"/>
                  <a:pt x="87057" y="49795"/>
                  <a:pt x="87044" y="49782"/>
                </a:cubicBezTo>
                <a:cubicBezTo>
                  <a:pt x="86696" y="48662"/>
                  <a:pt x="86198" y="47667"/>
                  <a:pt x="85476" y="46870"/>
                </a:cubicBezTo>
                <a:cubicBezTo>
                  <a:pt x="85476" y="46820"/>
                  <a:pt x="85501" y="46820"/>
                  <a:pt x="85501" y="46795"/>
                </a:cubicBezTo>
                <a:close/>
                <a:moveTo>
                  <a:pt x="55931" y="45377"/>
                </a:moveTo>
                <a:lnTo>
                  <a:pt x="56204" y="45650"/>
                </a:lnTo>
                <a:cubicBezTo>
                  <a:pt x="56603" y="46049"/>
                  <a:pt x="57001" y="46447"/>
                  <a:pt x="57374" y="46795"/>
                </a:cubicBezTo>
                <a:cubicBezTo>
                  <a:pt x="57474" y="46895"/>
                  <a:pt x="57573" y="46970"/>
                  <a:pt x="57673" y="47044"/>
                </a:cubicBezTo>
                <a:cubicBezTo>
                  <a:pt x="57947" y="47318"/>
                  <a:pt x="58245" y="47567"/>
                  <a:pt x="58544" y="47816"/>
                </a:cubicBezTo>
                <a:cubicBezTo>
                  <a:pt x="58718" y="47990"/>
                  <a:pt x="58868" y="48115"/>
                  <a:pt x="59042" y="48264"/>
                </a:cubicBezTo>
                <a:cubicBezTo>
                  <a:pt x="59241" y="48438"/>
                  <a:pt x="59465" y="48637"/>
                  <a:pt x="59689" y="48787"/>
                </a:cubicBezTo>
                <a:cubicBezTo>
                  <a:pt x="59863" y="48936"/>
                  <a:pt x="60062" y="49060"/>
                  <a:pt x="60212" y="49185"/>
                </a:cubicBezTo>
                <a:cubicBezTo>
                  <a:pt x="60436" y="49359"/>
                  <a:pt x="60660" y="49508"/>
                  <a:pt x="60834" y="49658"/>
                </a:cubicBezTo>
                <a:cubicBezTo>
                  <a:pt x="60909" y="49732"/>
                  <a:pt x="60983" y="49782"/>
                  <a:pt x="61058" y="49807"/>
                </a:cubicBezTo>
                <a:cubicBezTo>
                  <a:pt x="61033" y="49807"/>
                  <a:pt x="61033" y="49857"/>
                  <a:pt x="60983" y="49857"/>
                </a:cubicBezTo>
                <a:cubicBezTo>
                  <a:pt x="60062" y="49235"/>
                  <a:pt x="59042" y="48388"/>
                  <a:pt x="57922" y="47393"/>
                </a:cubicBezTo>
                <a:lnTo>
                  <a:pt x="57847" y="47318"/>
                </a:lnTo>
                <a:cubicBezTo>
                  <a:pt x="57673" y="47144"/>
                  <a:pt x="57474" y="46994"/>
                  <a:pt x="57300" y="46795"/>
                </a:cubicBezTo>
                <a:lnTo>
                  <a:pt x="57175" y="46671"/>
                </a:lnTo>
                <a:cubicBezTo>
                  <a:pt x="56976" y="46522"/>
                  <a:pt x="56802" y="46322"/>
                  <a:pt x="56627" y="46148"/>
                </a:cubicBezTo>
                <a:lnTo>
                  <a:pt x="56478" y="45999"/>
                </a:lnTo>
                <a:cubicBezTo>
                  <a:pt x="56304" y="45800"/>
                  <a:pt x="56105" y="45576"/>
                  <a:pt x="55881" y="45401"/>
                </a:cubicBezTo>
                <a:lnTo>
                  <a:pt x="55856" y="45377"/>
                </a:lnTo>
                <a:lnTo>
                  <a:pt x="55856" y="45377"/>
                </a:lnTo>
                <a:cubicBezTo>
                  <a:pt x="55868" y="45389"/>
                  <a:pt x="55887" y="45395"/>
                  <a:pt x="55902" y="45395"/>
                </a:cubicBezTo>
                <a:cubicBezTo>
                  <a:pt x="55918" y="45395"/>
                  <a:pt x="55931" y="45389"/>
                  <a:pt x="55931" y="45377"/>
                </a:cubicBezTo>
                <a:close/>
                <a:moveTo>
                  <a:pt x="65439" y="46795"/>
                </a:moveTo>
                <a:lnTo>
                  <a:pt x="65439" y="46820"/>
                </a:lnTo>
                <a:lnTo>
                  <a:pt x="65439" y="46845"/>
                </a:lnTo>
                <a:cubicBezTo>
                  <a:pt x="65290" y="46970"/>
                  <a:pt x="65140" y="47069"/>
                  <a:pt x="64966" y="47194"/>
                </a:cubicBezTo>
                <a:cubicBezTo>
                  <a:pt x="64891" y="47268"/>
                  <a:pt x="64817" y="47318"/>
                  <a:pt x="64717" y="47393"/>
                </a:cubicBezTo>
                <a:cubicBezTo>
                  <a:pt x="64692" y="47393"/>
                  <a:pt x="64692" y="47418"/>
                  <a:pt x="64667" y="47418"/>
                </a:cubicBezTo>
                <a:cubicBezTo>
                  <a:pt x="64294" y="47691"/>
                  <a:pt x="63945" y="47940"/>
                  <a:pt x="63572" y="48214"/>
                </a:cubicBezTo>
                <a:cubicBezTo>
                  <a:pt x="63323" y="48413"/>
                  <a:pt x="63099" y="48587"/>
                  <a:pt x="62850" y="48787"/>
                </a:cubicBezTo>
                <a:lnTo>
                  <a:pt x="62825" y="48811"/>
                </a:lnTo>
                <a:lnTo>
                  <a:pt x="62751" y="48886"/>
                </a:lnTo>
                <a:cubicBezTo>
                  <a:pt x="62726" y="48911"/>
                  <a:pt x="62701" y="48936"/>
                  <a:pt x="62676" y="48936"/>
                </a:cubicBezTo>
                <a:cubicBezTo>
                  <a:pt x="62352" y="49185"/>
                  <a:pt x="62004" y="49434"/>
                  <a:pt x="61705" y="49683"/>
                </a:cubicBezTo>
                <a:cubicBezTo>
                  <a:pt x="61606" y="49757"/>
                  <a:pt x="61556" y="49807"/>
                  <a:pt x="61456" y="49882"/>
                </a:cubicBezTo>
                <a:cubicBezTo>
                  <a:pt x="61431" y="49857"/>
                  <a:pt x="61431" y="49857"/>
                  <a:pt x="61407" y="49857"/>
                </a:cubicBezTo>
                <a:cubicBezTo>
                  <a:pt x="61456" y="49782"/>
                  <a:pt x="61506" y="49757"/>
                  <a:pt x="61581" y="49683"/>
                </a:cubicBezTo>
                <a:cubicBezTo>
                  <a:pt x="62029" y="49309"/>
                  <a:pt x="62477" y="48986"/>
                  <a:pt x="62950" y="48637"/>
                </a:cubicBezTo>
                <a:cubicBezTo>
                  <a:pt x="63174" y="48488"/>
                  <a:pt x="63348" y="48314"/>
                  <a:pt x="63572" y="48164"/>
                </a:cubicBezTo>
                <a:cubicBezTo>
                  <a:pt x="64194" y="47691"/>
                  <a:pt x="64817" y="47243"/>
                  <a:pt x="65439" y="46795"/>
                </a:cubicBezTo>
                <a:close/>
                <a:moveTo>
                  <a:pt x="84207" y="48986"/>
                </a:moveTo>
                <a:cubicBezTo>
                  <a:pt x="84456" y="49110"/>
                  <a:pt x="84705" y="49185"/>
                  <a:pt x="84954" y="49284"/>
                </a:cubicBezTo>
                <a:cubicBezTo>
                  <a:pt x="84978" y="49284"/>
                  <a:pt x="85003" y="49309"/>
                  <a:pt x="85053" y="49309"/>
                </a:cubicBezTo>
                <a:cubicBezTo>
                  <a:pt x="85327" y="49434"/>
                  <a:pt x="85626" y="49533"/>
                  <a:pt x="85924" y="49633"/>
                </a:cubicBezTo>
                <a:cubicBezTo>
                  <a:pt x="85949" y="49633"/>
                  <a:pt x="85949" y="49633"/>
                  <a:pt x="85974" y="49658"/>
                </a:cubicBezTo>
                <a:cubicBezTo>
                  <a:pt x="86248" y="49757"/>
                  <a:pt x="86571" y="49857"/>
                  <a:pt x="86845" y="49932"/>
                </a:cubicBezTo>
                <a:lnTo>
                  <a:pt x="86845" y="49981"/>
                </a:lnTo>
                <a:lnTo>
                  <a:pt x="86845" y="50006"/>
                </a:lnTo>
                <a:cubicBezTo>
                  <a:pt x="86248" y="49857"/>
                  <a:pt x="85675" y="49658"/>
                  <a:pt x="85103" y="49434"/>
                </a:cubicBezTo>
                <a:cubicBezTo>
                  <a:pt x="84804" y="49309"/>
                  <a:pt x="84506" y="49185"/>
                  <a:pt x="84207" y="49060"/>
                </a:cubicBezTo>
                <a:cubicBezTo>
                  <a:pt x="84232" y="49060"/>
                  <a:pt x="84207" y="49060"/>
                  <a:pt x="84182" y="49011"/>
                </a:cubicBezTo>
                <a:cubicBezTo>
                  <a:pt x="84182" y="49011"/>
                  <a:pt x="84182" y="48986"/>
                  <a:pt x="84207" y="48986"/>
                </a:cubicBezTo>
                <a:close/>
                <a:moveTo>
                  <a:pt x="61232" y="49932"/>
                </a:moveTo>
                <a:lnTo>
                  <a:pt x="61307" y="50006"/>
                </a:lnTo>
                <a:cubicBezTo>
                  <a:pt x="61257" y="50006"/>
                  <a:pt x="61257" y="50031"/>
                  <a:pt x="61232" y="50031"/>
                </a:cubicBezTo>
                <a:lnTo>
                  <a:pt x="61207" y="50031"/>
                </a:lnTo>
                <a:cubicBezTo>
                  <a:pt x="61207" y="50031"/>
                  <a:pt x="61183" y="50031"/>
                  <a:pt x="61183" y="50006"/>
                </a:cubicBezTo>
                <a:lnTo>
                  <a:pt x="61232" y="49932"/>
                </a:lnTo>
                <a:close/>
                <a:moveTo>
                  <a:pt x="65563" y="47019"/>
                </a:moveTo>
                <a:cubicBezTo>
                  <a:pt x="65563" y="47069"/>
                  <a:pt x="65588" y="47144"/>
                  <a:pt x="65588" y="47194"/>
                </a:cubicBezTo>
                <a:cubicBezTo>
                  <a:pt x="65563" y="47318"/>
                  <a:pt x="65588" y="47418"/>
                  <a:pt x="65638" y="47517"/>
                </a:cubicBezTo>
                <a:cubicBezTo>
                  <a:pt x="65663" y="47567"/>
                  <a:pt x="65663" y="47667"/>
                  <a:pt x="65663" y="47741"/>
                </a:cubicBezTo>
                <a:cubicBezTo>
                  <a:pt x="64418" y="48438"/>
                  <a:pt x="63149" y="49235"/>
                  <a:pt x="61904" y="50131"/>
                </a:cubicBezTo>
                <a:cubicBezTo>
                  <a:pt x="61805" y="50106"/>
                  <a:pt x="61730" y="50031"/>
                  <a:pt x="61680" y="50006"/>
                </a:cubicBezTo>
                <a:lnTo>
                  <a:pt x="61655" y="50006"/>
                </a:lnTo>
                <a:cubicBezTo>
                  <a:pt x="61730" y="49932"/>
                  <a:pt x="61830" y="49832"/>
                  <a:pt x="61929" y="49782"/>
                </a:cubicBezTo>
                <a:cubicBezTo>
                  <a:pt x="62178" y="49558"/>
                  <a:pt x="62452" y="49384"/>
                  <a:pt x="62701" y="49160"/>
                </a:cubicBezTo>
                <a:cubicBezTo>
                  <a:pt x="62751" y="49135"/>
                  <a:pt x="62800" y="49110"/>
                  <a:pt x="62850" y="49036"/>
                </a:cubicBezTo>
                <a:cubicBezTo>
                  <a:pt x="63174" y="48787"/>
                  <a:pt x="63473" y="48563"/>
                  <a:pt x="63796" y="48314"/>
                </a:cubicBezTo>
                <a:cubicBezTo>
                  <a:pt x="64070" y="48090"/>
                  <a:pt x="64369" y="47891"/>
                  <a:pt x="64667" y="47667"/>
                </a:cubicBezTo>
                <a:cubicBezTo>
                  <a:pt x="64692" y="47642"/>
                  <a:pt x="64717" y="47592"/>
                  <a:pt x="64792" y="47567"/>
                </a:cubicBezTo>
                <a:cubicBezTo>
                  <a:pt x="65041" y="47393"/>
                  <a:pt x="65290" y="47194"/>
                  <a:pt x="65563" y="47019"/>
                </a:cubicBezTo>
                <a:close/>
                <a:moveTo>
                  <a:pt x="71164" y="45650"/>
                </a:moveTo>
                <a:lnTo>
                  <a:pt x="71164" y="45650"/>
                </a:lnTo>
                <a:cubicBezTo>
                  <a:pt x="70940" y="46024"/>
                  <a:pt x="70790" y="46322"/>
                  <a:pt x="70641" y="46571"/>
                </a:cubicBezTo>
                <a:cubicBezTo>
                  <a:pt x="70566" y="46671"/>
                  <a:pt x="70542" y="46770"/>
                  <a:pt x="70517" y="46820"/>
                </a:cubicBezTo>
                <a:cubicBezTo>
                  <a:pt x="70442" y="46945"/>
                  <a:pt x="70367" y="47069"/>
                  <a:pt x="70293" y="47194"/>
                </a:cubicBezTo>
                <a:cubicBezTo>
                  <a:pt x="70143" y="47393"/>
                  <a:pt x="70019" y="47567"/>
                  <a:pt x="69894" y="47791"/>
                </a:cubicBezTo>
                <a:cubicBezTo>
                  <a:pt x="69297" y="48139"/>
                  <a:pt x="68700" y="48488"/>
                  <a:pt x="68152" y="48861"/>
                </a:cubicBezTo>
                <a:cubicBezTo>
                  <a:pt x="68028" y="48936"/>
                  <a:pt x="67878" y="49011"/>
                  <a:pt x="67729" y="49110"/>
                </a:cubicBezTo>
                <a:cubicBezTo>
                  <a:pt x="67331" y="49359"/>
                  <a:pt x="66907" y="49658"/>
                  <a:pt x="66435" y="49981"/>
                </a:cubicBezTo>
                <a:lnTo>
                  <a:pt x="66161" y="50156"/>
                </a:lnTo>
                <a:cubicBezTo>
                  <a:pt x="66186" y="50106"/>
                  <a:pt x="66186" y="50031"/>
                  <a:pt x="66186" y="49932"/>
                </a:cubicBezTo>
                <a:cubicBezTo>
                  <a:pt x="66211" y="49882"/>
                  <a:pt x="66211" y="49782"/>
                  <a:pt x="66211" y="49732"/>
                </a:cubicBezTo>
                <a:cubicBezTo>
                  <a:pt x="66211" y="49658"/>
                  <a:pt x="66211" y="49558"/>
                  <a:pt x="66260" y="49484"/>
                </a:cubicBezTo>
                <a:cubicBezTo>
                  <a:pt x="66260" y="49384"/>
                  <a:pt x="66285" y="49309"/>
                  <a:pt x="66285" y="49235"/>
                </a:cubicBezTo>
                <a:lnTo>
                  <a:pt x="66285" y="48936"/>
                </a:lnTo>
                <a:lnTo>
                  <a:pt x="66285" y="48662"/>
                </a:lnTo>
                <a:cubicBezTo>
                  <a:pt x="66285" y="48563"/>
                  <a:pt x="66260" y="48488"/>
                  <a:pt x="66260" y="48388"/>
                </a:cubicBezTo>
                <a:cubicBezTo>
                  <a:pt x="66260" y="48289"/>
                  <a:pt x="66211" y="48164"/>
                  <a:pt x="66211" y="48065"/>
                </a:cubicBezTo>
                <a:cubicBezTo>
                  <a:pt x="66211" y="48040"/>
                  <a:pt x="66211" y="48015"/>
                  <a:pt x="66186" y="47940"/>
                </a:cubicBezTo>
                <a:cubicBezTo>
                  <a:pt x="67878" y="47019"/>
                  <a:pt x="69546" y="46248"/>
                  <a:pt x="71164" y="45650"/>
                </a:cubicBezTo>
                <a:close/>
                <a:moveTo>
                  <a:pt x="97250" y="48289"/>
                </a:moveTo>
                <a:cubicBezTo>
                  <a:pt x="97548" y="48911"/>
                  <a:pt x="97797" y="49558"/>
                  <a:pt x="97996" y="50255"/>
                </a:cubicBezTo>
                <a:lnTo>
                  <a:pt x="97947" y="50255"/>
                </a:lnTo>
                <a:cubicBezTo>
                  <a:pt x="97772" y="49558"/>
                  <a:pt x="97524" y="48936"/>
                  <a:pt x="97200" y="48363"/>
                </a:cubicBezTo>
                <a:cubicBezTo>
                  <a:pt x="97200" y="48314"/>
                  <a:pt x="97250" y="48289"/>
                  <a:pt x="97250" y="48289"/>
                </a:cubicBezTo>
                <a:close/>
                <a:moveTo>
                  <a:pt x="105265" y="40448"/>
                </a:moveTo>
                <a:cubicBezTo>
                  <a:pt x="105290" y="40448"/>
                  <a:pt x="105364" y="40473"/>
                  <a:pt x="105464" y="40548"/>
                </a:cubicBezTo>
                <a:cubicBezTo>
                  <a:pt x="105713" y="40821"/>
                  <a:pt x="105962" y="41095"/>
                  <a:pt x="106161" y="41419"/>
                </a:cubicBezTo>
                <a:cubicBezTo>
                  <a:pt x="106235" y="41518"/>
                  <a:pt x="106285" y="41568"/>
                  <a:pt x="106360" y="41668"/>
                </a:cubicBezTo>
                <a:cubicBezTo>
                  <a:pt x="106609" y="42041"/>
                  <a:pt x="106858" y="42439"/>
                  <a:pt x="107107" y="42838"/>
                </a:cubicBezTo>
                <a:cubicBezTo>
                  <a:pt x="107156" y="42937"/>
                  <a:pt x="107206" y="43037"/>
                  <a:pt x="107256" y="43136"/>
                </a:cubicBezTo>
                <a:cubicBezTo>
                  <a:pt x="107455" y="43460"/>
                  <a:pt x="107604" y="43808"/>
                  <a:pt x="107754" y="44182"/>
                </a:cubicBezTo>
                <a:cubicBezTo>
                  <a:pt x="107779" y="44256"/>
                  <a:pt x="107779" y="44281"/>
                  <a:pt x="107828" y="44331"/>
                </a:cubicBezTo>
                <a:lnTo>
                  <a:pt x="107903" y="44630"/>
                </a:lnTo>
                <a:cubicBezTo>
                  <a:pt x="108077" y="45028"/>
                  <a:pt x="108202" y="45401"/>
                  <a:pt x="108326" y="45825"/>
                </a:cubicBezTo>
                <a:cubicBezTo>
                  <a:pt x="108351" y="45899"/>
                  <a:pt x="108351" y="45949"/>
                  <a:pt x="108376" y="46024"/>
                </a:cubicBezTo>
                <a:cubicBezTo>
                  <a:pt x="108077" y="46248"/>
                  <a:pt x="107754" y="46422"/>
                  <a:pt x="107480" y="46621"/>
                </a:cubicBezTo>
                <a:cubicBezTo>
                  <a:pt x="107256" y="46770"/>
                  <a:pt x="107032" y="46895"/>
                  <a:pt x="106833" y="47044"/>
                </a:cubicBezTo>
                <a:cubicBezTo>
                  <a:pt x="106484" y="47243"/>
                  <a:pt x="106136" y="47418"/>
                  <a:pt x="105837" y="47617"/>
                </a:cubicBezTo>
                <a:cubicBezTo>
                  <a:pt x="105588" y="47741"/>
                  <a:pt x="105339" y="47891"/>
                  <a:pt x="105090" y="48015"/>
                </a:cubicBezTo>
                <a:cubicBezTo>
                  <a:pt x="104742" y="48164"/>
                  <a:pt x="104418" y="48314"/>
                  <a:pt x="104095" y="48438"/>
                </a:cubicBezTo>
                <a:cubicBezTo>
                  <a:pt x="103796" y="48563"/>
                  <a:pt x="103547" y="48687"/>
                  <a:pt x="103273" y="48811"/>
                </a:cubicBezTo>
                <a:cubicBezTo>
                  <a:pt x="102975" y="48936"/>
                  <a:pt x="102626" y="49060"/>
                  <a:pt x="102303" y="49160"/>
                </a:cubicBezTo>
                <a:cubicBezTo>
                  <a:pt x="102004" y="49260"/>
                  <a:pt x="101730" y="49384"/>
                  <a:pt x="101407" y="49484"/>
                </a:cubicBezTo>
                <a:cubicBezTo>
                  <a:pt x="101133" y="49558"/>
                  <a:pt x="100859" y="49633"/>
                  <a:pt x="100560" y="49732"/>
                </a:cubicBezTo>
                <a:cubicBezTo>
                  <a:pt x="100535" y="49732"/>
                  <a:pt x="100535" y="49732"/>
                  <a:pt x="100510" y="49757"/>
                </a:cubicBezTo>
                <a:lnTo>
                  <a:pt x="100486" y="49757"/>
                </a:lnTo>
                <a:cubicBezTo>
                  <a:pt x="100162" y="49857"/>
                  <a:pt x="99863" y="49932"/>
                  <a:pt x="99515" y="50006"/>
                </a:cubicBezTo>
                <a:cubicBezTo>
                  <a:pt x="99141" y="50106"/>
                  <a:pt x="98793" y="50156"/>
                  <a:pt x="98420" y="50230"/>
                </a:cubicBezTo>
                <a:cubicBezTo>
                  <a:pt x="98395" y="50230"/>
                  <a:pt x="98370" y="50230"/>
                  <a:pt x="98295" y="50255"/>
                </a:cubicBezTo>
                <a:cubicBezTo>
                  <a:pt x="98071" y="49484"/>
                  <a:pt x="97797" y="48762"/>
                  <a:pt x="97449" y="48115"/>
                </a:cubicBezTo>
                <a:cubicBezTo>
                  <a:pt x="98046" y="46994"/>
                  <a:pt x="98619" y="45874"/>
                  <a:pt x="99166" y="44754"/>
                </a:cubicBezTo>
                <a:cubicBezTo>
                  <a:pt x="99291" y="44680"/>
                  <a:pt x="99415" y="44630"/>
                  <a:pt x="99515" y="44555"/>
                </a:cubicBezTo>
                <a:cubicBezTo>
                  <a:pt x="99614" y="44505"/>
                  <a:pt x="99739" y="44456"/>
                  <a:pt x="99814" y="44406"/>
                </a:cubicBezTo>
                <a:lnTo>
                  <a:pt x="100486" y="44032"/>
                </a:lnTo>
                <a:cubicBezTo>
                  <a:pt x="100610" y="43958"/>
                  <a:pt x="100735" y="43908"/>
                  <a:pt x="100809" y="43833"/>
                </a:cubicBezTo>
                <a:cubicBezTo>
                  <a:pt x="101008" y="43709"/>
                  <a:pt x="101232" y="43584"/>
                  <a:pt x="101407" y="43460"/>
                </a:cubicBezTo>
                <a:cubicBezTo>
                  <a:pt x="101531" y="43385"/>
                  <a:pt x="101655" y="43311"/>
                  <a:pt x="101780" y="43211"/>
                </a:cubicBezTo>
                <a:cubicBezTo>
                  <a:pt x="101979" y="43087"/>
                  <a:pt x="102153" y="42962"/>
                  <a:pt x="102303" y="42838"/>
                </a:cubicBezTo>
                <a:cubicBezTo>
                  <a:pt x="102427" y="42763"/>
                  <a:pt x="102601" y="42663"/>
                  <a:pt x="102726" y="42564"/>
                </a:cubicBezTo>
                <a:cubicBezTo>
                  <a:pt x="102875" y="42439"/>
                  <a:pt x="103049" y="42315"/>
                  <a:pt x="103224" y="42190"/>
                </a:cubicBezTo>
                <a:cubicBezTo>
                  <a:pt x="103373" y="42066"/>
                  <a:pt x="103497" y="41966"/>
                  <a:pt x="103647" y="41842"/>
                </a:cubicBezTo>
                <a:cubicBezTo>
                  <a:pt x="103796" y="41718"/>
                  <a:pt x="103970" y="41593"/>
                  <a:pt x="104095" y="41469"/>
                </a:cubicBezTo>
                <a:lnTo>
                  <a:pt x="104543" y="41095"/>
                </a:lnTo>
                <a:cubicBezTo>
                  <a:pt x="104717" y="40971"/>
                  <a:pt x="104842" y="40846"/>
                  <a:pt x="104966" y="40722"/>
                </a:cubicBezTo>
                <a:cubicBezTo>
                  <a:pt x="105041" y="40647"/>
                  <a:pt x="105165" y="40548"/>
                  <a:pt x="105265" y="40448"/>
                </a:cubicBezTo>
                <a:close/>
                <a:moveTo>
                  <a:pt x="61506" y="50131"/>
                </a:moveTo>
                <a:cubicBezTo>
                  <a:pt x="61556" y="50156"/>
                  <a:pt x="61581" y="50156"/>
                  <a:pt x="61606" y="50180"/>
                </a:cubicBezTo>
                <a:cubicBezTo>
                  <a:pt x="61606" y="50180"/>
                  <a:pt x="61680" y="50230"/>
                  <a:pt x="61705" y="50280"/>
                </a:cubicBezTo>
                <a:cubicBezTo>
                  <a:pt x="61606" y="50255"/>
                  <a:pt x="61506" y="50230"/>
                  <a:pt x="61456" y="50156"/>
                </a:cubicBezTo>
                <a:cubicBezTo>
                  <a:pt x="61481" y="50156"/>
                  <a:pt x="61481" y="50131"/>
                  <a:pt x="61506" y="50131"/>
                </a:cubicBezTo>
                <a:close/>
                <a:moveTo>
                  <a:pt x="65688" y="47940"/>
                </a:moveTo>
                <a:lnTo>
                  <a:pt x="65688" y="48015"/>
                </a:lnTo>
                <a:cubicBezTo>
                  <a:pt x="64518" y="48687"/>
                  <a:pt x="63323" y="49434"/>
                  <a:pt x="62128" y="50280"/>
                </a:cubicBezTo>
                <a:cubicBezTo>
                  <a:pt x="62103" y="50280"/>
                  <a:pt x="62103" y="50255"/>
                  <a:pt x="62079" y="50255"/>
                </a:cubicBezTo>
                <a:cubicBezTo>
                  <a:pt x="63298" y="49409"/>
                  <a:pt x="64518" y="48637"/>
                  <a:pt x="65688" y="47940"/>
                </a:cubicBezTo>
                <a:close/>
                <a:moveTo>
                  <a:pt x="65987" y="48065"/>
                </a:moveTo>
                <a:cubicBezTo>
                  <a:pt x="65987" y="48164"/>
                  <a:pt x="66036" y="48264"/>
                  <a:pt x="66036" y="48363"/>
                </a:cubicBezTo>
                <a:cubicBezTo>
                  <a:pt x="66036" y="48488"/>
                  <a:pt x="66061" y="48563"/>
                  <a:pt x="66061" y="48687"/>
                </a:cubicBezTo>
                <a:lnTo>
                  <a:pt x="66061" y="48911"/>
                </a:lnTo>
                <a:lnTo>
                  <a:pt x="66061" y="49210"/>
                </a:lnTo>
                <a:lnTo>
                  <a:pt x="66061" y="49434"/>
                </a:lnTo>
                <a:cubicBezTo>
                  <a:pt x="66061" y="49533"/>
                  <a:pt x="66061" y="49633"/>
                  <a:pt x="66036" y="49708"/>
                </a:cubicBezTo>
                <a:cubicBezTo>
                  <a:pt x="66036" y="49782"/>
                  <a:pt x="65987" y="49832"/>
                  <a:pt x="65987" y="49932"/>
                </a:cubicBezTo>
                <a:cubicBezTo>
                  <a:pt x="65987" y="50006"/>
                  <a:pt x="65962" y="50081"/>
                  <a:pt x="65962" y="50156"/>
                </a:cubicBezTo>
                <a:cubicBezTo>
                  <a:pt x="65937" y="50255"/>
                  <a:pt x="65912" y="50305"/>
                  <a:pt x="65862" y="50380"/>
                </a:cubicBezTo>
                <a:cubicBezTo>
                  <a:pt x="65862" y="50380"/>
                  <a:pt x="65862" y="50405"/>
                  <a:pt x="65837" y="50405"/>
                </a:cubicBezTo>
                <a:cubicBezTo>
                  <a:pt x="65812" y="50429"/>
                  <a:pt x="65787" y="50429"/>
                  <a:pt x="65738" y="50454"/>
                </a:cubicBezTo>
                <a:cubicBezTo>
                  <a:pt x="65738" y="50429"/>
                  <a:pt x="65787" y="50405"/>
                  <a:pt x="65787" y="50380"/>
                </a:cubicBezTo>
                <a:cubicBezTo>
                  <a:pt x="65812" y="50255"/>
                  <a:pt x="65837" y="50180"/>
                  <a:pt x="65862" y="50106"/>
                </a:cubicBezTo>
                <a:cubicBezTo>
                  <a:pt x="65862" y="50031"/>
                  <a:pt x="65912" y="50006"/>
                  <a:pt x="65912" y="49932"/>
                </a:cubicBezTo>
                <a:cubicBezTo>
                  <a:pt x="65937" y="49857"/>
                  <a:pt x="65937" y="49782"/>
                  <a:pt x="65962" y="49683"/>
                </a:cubicBezTo>
                <a:lnTo>
                  <a:pt x="65962" y="49484"/>
                </a:lnTo>
                <a:cubicBezTo>
                  <a:pt x="65962" y="49384"/>
                  <a:pt x="65962" y="49284"/>
                  <a:pt x="66011" y="49185"/>
                </a:cubicBezTo>
                <a:lnTo>
                  <a:pt x="66011" y="48936"/>
                </a:lnTo>
                <a:lnTo>
                  <a:pt x="66011" y="48662"/>
                </a:lnTo>
                <a:cubicBezTo>
                  <a:pt x="66011" y="48563"/>
                  <a:pt x="65962" y="48488"/>
                  <a:pt x="65962" y="48388"/>
                </a:cubicBezTo>
                <a:cubicBezTo>
                  <a:pt x="65962" y="48289"/>
                  <a:pt x="65937" y="48189"/>
                  <a:pt x="65937" y="48090"/>
                </a:cubicBezTo>
                <a:cubicBezTo>
                  <a:pt x="65962" y="48090"/>
                  <a:pt x="65962" y="48065"/>
                  <a:pt x="65987" y="48065"/>
                </a:cubicBezTo>
                <a:close/>
                <a:moveTo>
                  <a:pt x="97100" y="48538"/>
                </a:moveTo>
                <a:cubicBezTo>
                  <a:pt x="97374" y="49110"/>
                  <a:pt x="97573" y="49658"/>
                  <a:pt x="97772" y="50280"/>
                </a:cubicBezTo>
                <a:cubicBezTo>
                  <a:pt x="97673" y="50305"/>
                  <a:pt x="97548" y="50355"/>
                  <a:pt x="97449" y="50355"/>
                </a:cubicBezTo>
                <a:cubicBezTo>
                  <a:pt x="97001" y="50405"/>
                  <a:pt x="96478" y="50479"/>
                  <a:pt x="96030" y="50504"/>
                </a:cubicBezTo>
                <a:cubicBezTo>
                  <a:pt x="96403" y="49857"/>
                  <a:pt x="96777" y="49185"/>
                  <a:pt x="97100" y="48538"/>
                </a:cubicBezTo>
                <a:close/>
                <a:moveTo>
                  <a:pt x="108401" y="46273"/>
                </a:moveTo>
                <a:lnTo>
                  <a:pt x="108401" y="46298"/>
                </a:lnTo>
                <a:lnTo>
                  <a:pt x="108401" y="46322"/>
                </a:lnTo>
                <a:cubicBezTo>
                  <a:pt x="108152" y="46522"/>
                  <a:pt x="107878" y="46671"/>
                  <a:pt x="107629" y="46820"/>
                </a:cubicBezTo>
                <a:cubicBezTo>
                  <a:pt x="107380" y="46994"/>
                  <a:pt x="107132" y="47169"/>
                  <a:pt x="106858" y="47318"/>
                </a:cubicBezTo>
                <a:cubicBezTo>
                  <a:pt x="106584" y="47492"/>
                  <a:pt x="106260" y="47642"/>
                  <a:pt x="105987" y="47791"/>
                </a:cubicBezTo>
                <a:cubicBezTo>
                  <a:pt x="105713" y="47940"/>
                  <a:pt x="105389" y="48115"/>
                  <a:pt x="105115" y="48264"/>
                </a:cubicBezTo>
                <a:cubicBezTo>
                  <a:pt x="104842" y="48388"/>
                  <a:pt x="104543" y="48513"/>
                  <a:pt x="104294" y="48637"/>
                </a:cubicBezTo>
                <a:cubicBezTo>
                  <a:pt x="103945" y="48787"/>
                  <a:pt x="103647" y="48936"/>
                  <a:pt x="103298" y="49060"/>
                </a:cubicBezTo>
                <a:lnTo>
                  <a:pt x="102552" y="49359"/>
                </a:lnTo>
                <a:cubicBezTo>
                  <a:pt x="102178" y="49484"/>
                  <a:pt x="101805" y="49633"/>
                  <a:pt x="101431" y="49757"/>
                </a:cubicBezTo>
                <a:cubicBezTo>
                  <a:pt x="101183" y="49807"/>
                  <a:pt x="100934" y="49882"/>
                  <a:pt x="100735" y="49932"/>
                </a:cubicBezTo>
                <a:cubicBezTo>
                  <a:pt x="100311" y="50056"/>
                  <a:pt x="99913" y="50180"/>
                  <a:pt x="99515" y="50280"/>
                </a:cubicBezTo>
                <a:cubicBezTo>
                  <a:pt x="99266" y="50355"/>
                  <a:pt x="99017" y="50380"/>
                  <a:pt x="98743" y="50429"/>
                </a:cubicBezTo>
                <a:cubicBezTo>
                  <a:pt x="98619" y="50479"/>
                  <a:pt x="98445" y="50504"/>
                  <a:pt x="98320" y="50529"/>
                </a:cubicBezTo>
                <a:lnTo>
                  <a:pt x="98270" y="50405"/>
                </a:lnTo>
                <a:cubicBezTo>
                  <a:pt x="98320" y="50405"/>
                  <a:pt x="98370" y="50380"/>
                  <a:pt x="98420" y="50380"/>
                </a:cubicBezTo>
                <a:cubicBezTo>
                  <a:pt x="98445" y="50380"/>
                  <a:pt x="98519" y="50355"/>
                  <a:pt x="98544" y="50355"/>
                </a:cubicBezTo>
                <a:cubicBezTo>
                  <a:pt x="98868" y="50280"/>
                  <a:pt x="99166" y="50255"/>
                  <a:pt x="99490" y="50156"/>
                </a:cubicBezTo>
                <a:cubicBezTo>
                  <a:pt x="99565" y="50131"/>
                  <a:pt x="99664" y="50106"/>
                  <a:pt x="99739" y="50106"/>
                </a:cubicBezTo>
                <a:cubicBezTo>
                  <a:pt x="99938" y="50031"/>
                  <a:pt x="100137" y="49981"/>
                  <a:pt x="100361" y="49907"/>
                </a:cubicBezTo>
                <a:lnTo>
                  <a:pt x="100386" y="49907"/>
                </a:lnTo>
                <a:cubicBezTo>
                  <a:pt x="100411" y="49907"/>
                  <a:pt x="100486" y="49882"/>
                  <a:pt x="100510" y="49882"/>
                </a:cubicBezTo>
                <a:cubicBezTo>
                  <a:pt x="100560" y="49857"/>
                  <a:pt x="100635" y="49857"/>
                  <a:pt x="100685" y="49807"/>
                </a:cubicBezTo>
                <a:cubicBezTo>
                  <a:pt x="100934" y="49757"/>
                  <a:pt x="101183" y="49683"/>
                  <a:pt x="101407" y="49633"/>
                </a:cubicBezTo>
                <a:cubicBezTo>
                  <a:pt x="101680" y="49533"/>
                  <a:pt x="101929" y="49434"/>
                  <a:pt x="102228" y="49359"/>
                </a:cubicBezTo>
                <a:cubicBezTo>
                  <a:pt x="102253" y="49359"/>
                  <a:pt x="102278" y="49309"/>
                  <a:pt x="102303" y="49309"/>
                </a:cubicBezTo>
                <a:cubicBezTo>
                  <a:pt x="102651" y="49185"/>
                  <a:pt x="102975" y="49110"/>
                  <a:pt x="103298" y="48986"/>
                </a:cubicBezTo>
                <a:cubicBezTo>
                  <a:pt x="103497" y="48911"/>
                  <a:pt x="103647" y="48811"/>
                  <a:pt x="103796" y="48762"/>
                </a:cubicBezTo>
                <a:cubicBezTo>
                  <a:pt x="103871" y="48737"/>
                  <a:pt x="103970" y="48687"/>
                  <a:pt x="104020" y="48662"/>
                </a:cubicBezTo>
                <a:cubicBezTo>
                  <a:pt x="104045" y="48637"/>
                  <a:pt x="104120" y="48637"/>
                  <a:pt x="104145" y="48612"/>
                </a:cubicBezTo>
                <a:cubicBezTo>
                  <a:pt x="104169" y="48612"/>
                  <a:pt x="104219" y="48563"/>
                  <a:pt x="104244" y="48563"/>
                </a:cubicBezTo>
                <a:cubicBezTo>
                  <a:pt x="104518" y="48438"/>
                  <a:pt x="104842" y="48314"/>
                  <a:pt x="105115" y="48189"/>
                </a:cubicBezTo>
                <a:cubicBezTo>
                  <a:pt x="105339" y="48115"/>
                  <a:pt x="105538" y="47940"/>
                  <a:pt x="105763" y="47866"/>
                </a:cubicBezTo>
                <a:cubicBezTo>
                  <a:pt x="105837" y="47816"/>
                  <a:pt x="105862" y="47791"/>
                  <a:pt x="105912" y="47766"/>
                </a:cubicBezTo>
                <a:cubicBezTo>
                  <a:pt x="105962" y="47766"/>
                  <a:pt x="105962" y="47741"/>
                  <a:pt x="105987" y="47741"/>
                </a:cubicBezTo>
                <a:cubicBezTo>
                  <a:pt x="106161" y="47642"/>
                  <a:pt x="106385" y="47517"/>
                  <a:pt x="106584" y="47418"/>
                </a:cubicBezTo>
                <a:cubicBezTo>
                  <a:pt x="106659" y="47368"/>
                  <a:pt x="106783" y="47318"/>
                  <a:pt x="106883" y="47268"/>
                </a:cubicBezTo>
                <a:cubicBezTo>
                  <a:pt x="107082" y="47144"/>
                  <a:pt x="107256" y="47019"/>
                  <a:pt x="107480" y="46895"/>
                </a:cubicBezTo>
                <a:cubicBezTo>
                  <a:pt x="107530" y="46870"/>
                  <a:pt x="107604" y="46795"/>
                  <a:pt x="107654" y="46770"/>
                </a:cubicBezTo>
                <a:cubicBezTo>
                  <a:pt x="107903" y="46621"/>
                  <a:pt x="108152" y="46447"/>
                  <a:pt x="108401" y="46273"/>
                </a:cubicBezTo>
                <a:close/>
                <a:moveTo>
                  <a:pt x="97026" y="48289"/>
                </a:moveTo>
                <a:cubicBezTo>
                  <a:pt x="97026" y="48314"/>
                  <a:pt x="97051" y="48363"/>
                  <a:pt x="97051" y="48363"/>
                </a:cubicBezTo>
                <a:cubicBezTo>
                  <a:pt x="96627" y="49060"/>
                  <a:pt x="96204" y="49807"/>
                  <a:pt x="95806" y="50554"/>
                </a:cubicBezTo>
                <a:lnTo>
                  <a:pt x="95756" y="50554"/>
                </a:lnTo>
                <a:cubicBezTo>
                  <a:pt x="96179" y="49807"/>
                  <a:pt x="96627" y="49036"/>
                  <a:pt x="97026" y="48289"/>
                </a:cubicBezTo>
                <a:close/>
                <a:moveTo>
                  <a:pt x="69646" y="48239"/>
                </a:moveTo>
                <a:cubicBezTo>
                  <a:pt x="69646" y="48264"/>
                  <a:pt x="69621" y="48264"/>
                  <a:pt x="69621" y="48289"/>
                </a:cubicBezTo>
                <a:cubicBezTo>
                  <a:pt x="69496" y="48363"/>
                  <a:pt x="69372" y="48438"/>
                  <a:pt x="69247" y="48513"/>
                </a:cubicBezTo>
                <a:cubicBezTo>
                  <a:pt x="69197" y="48513"/>
                  <a:pt x="69197" y="48538"/>
                  <a:pt x="69173" y="48538"/>
                </a:cubicBezTo>
                <a:cubicBezTo>
                  <a:pt x="68077" y="49160"/>
                  <a:pt x="67032" y="49882"/>
                  <a:pt x="65937" y="50629"/>
                </a:cubicBezTo>
                <a:lnTo>
                  <a:pt x="65962" y="50604"/>
                </a:lnTo>
                <a:lnTo>
                  <a:pt x="65962" y="50554"/>
                </a:lnTo>
                <a:cubicBezTo>
                  <a:pt x="66708" y="50031"/>
                  <a:pt x="67704" y="49384"/>
                  <a:pt x="68650" y="48811"/>
                </a:cubicBezTo>
                <a:cubicBezTo>
                  <a:pt x="68774" y="48762"/>
                  <a:pt x="68874" y="48687"/>
                  <a:pt x="68998" y="48637"/>
                </a:cubicBezTo>
                <a:lnTo>
                  <a:pt x="69073" y="48563"/>
                </a:lnTo>
                <a:cubicBezTo>
                  <a:pt x="69272" y="48488"/>
                  <a:pt x="69446" y="48363"/>
                  <a:pt x="69646" y="48239"/>
                </a:cubicBezTo>
                <a:close/>
                <a:moveTo>
                  <a:pt x="95408" y="46173"/>
                </a:moveTo>
                <a:cubicBezTo>
                  <a:pt x="96030" y="46696"/>
                  <a:pt x="96503" y="47368"/>
                  <a:pt x="96901" y="48065"/>
                </a:cubicBezTo>
                <a:cubicBezTo>
                  <a:pt x="96453" y="48911"/>
                  <a:pt x="96005" y="49757"/>
                  <a:pt x="95507" y="50554"/>
                </a:cubicBezTo>
                <a:lnTo>
                  <a:pt x="95458" y="50554"/>
                </a:lnTo>
                <a:cubicBezTo>
                  <a:pt x="94810" y="50629"/>
                  <a:pt x="94138" y="50653"/>
                  <a:pt x="93466" y="50653"/>
                </a:cubicBezTo>
                <a:cubicBezTo>
                  <a:pt x="92968" y="50653"/>
                  <a:pt x="92471" y="50629"/>
                  <a:pt x="91973" y="50604"/>
                </a:cubicBezTo>
                <a:lnTo>
                  <a:pt x="91649" y="50604"/>
                </a:lnTo>
                <a:cubicBezTo>
                  <a:pt x="91151" y="50554"/>
                  <a:pt x="90654" y="50504"/>
                  <a:pt x="90181" y="50429"/>
                </a:cubicBezTo>
                <a:lnTo>
                  <a:pt x="90081" y="50429"/>
                </a:lnTo>
                <a:cubicBezTo>
                  <a:pt x="89733" y="50405"/>
                  <a:pt x="89434" y="50355"/>
                  <a:pt x="89085" y="50280"/>
                </a:cubicBezTo>
                <a:cubicBezTo>
                  <a:pt x="88986" y="50255"/>
                  <a:pt x="88911" y="50255"/>
                  <a:pt x="88812" y="50230"/>
                </a:cubicBezTo>
                <a:cubicBezTo>
                  <a:pt x="88563" y="50156"/>
                  <a:pt x="88314" y="50131"/>
                  <a:pt x="88065" y="50056"/>
                </a:cubicBezTo>
                <a:lnTo>
                  <a:pt x="87990" y="50056"/>
                </a:lnTo>
                <a:lnTo>
                  <a:pt x="87617" y="49981"/>
                </a:lnTo>
                <a:cubicBezTo>
                  <a:pt x="87542" y="49932"/>
                  <a:pt x="87418" y="49907"/>
                  <a:pt x="87318" y="49882"/>
                </a:cubicBezTo>
                <a:cubicBezTo>
                  <a:pt x="86995" y="48687"/>
                  <a:pt x="86472" y="47667"/>
                  <a:pt x="85750" y="46820"/>
                </a:cubicBezTo>
                <a:lnTo>
                  <a:pt x="85825" y="46820"/>
                </a:lnTo>
                <a:cubicBezTo>
                  <a:pt x="85924" y="46870"/>
                  <a:pt x="85999" y="46870"/>
                  <a:pt x="86099" y="46895"/>
                </a:cubicBezTo>
                <a:cubicBezTo>
                  <a:pt x="86497" y="46945"/>
                  <a:pt x="86870" y="46994"/>
                  <a:pt x="87293" y="47044"/>
                </a:cubicBezTo>
                <a:cubicBezTo>
                  <a:pt x="87368" y="47044"/>
                  <a:pt x="87492" y="47069"/>
                  <a:pt x="87592" y="47069"/>
                </a:cubicBezTo>
                <a:cubicBezTo>
                  <a:pt x="88090" y="47094"/>
                  <a:pt x="88588" y="47144"/>
                  <a:pt x="89085" y="47144"/>
                </a:cubicBezTo>
                <a:cubicBezTo>
                  <a:pt x="89733" y="47144"/>
                  <a:pt x="90405" y="47094"/>
                  <a:pt x="91027" y="47044"/>
                </a:cubicBezTo>
                <a:cubicBezTo>
                  <a:pt x="91077" y="47044"/>
                  <a:pt x="91176" y="47044"/>
                  <a:pt x="91226" y="47019"/>
                </a:cubicBezTo>
                <a:lnTo>
                  <a:pt x="92072" y="46920"/>
                </a:lnTo>
                <a:cubicBezTo>
                  <a:pt x="92172" y="46920"/>
                  <a:pt x="92222" y="46895"/>
                  <a:pt x="92321" y="46895"/>
                </a:cubicBezTo>
                <a:cubicBezTo>
                  <a:pt x="92595" y="46845"/>
                  <a:pt x="92894" y="46795"/>
                  <a:pt x="93168" y="46721"/>
                </a:cubicBezTo>
                <a:cubicBezTo>
                  <a:pt x="93217" y="46721"/>
                  <a:pt x="93317" y="46696"/>
                  <a:pt x="93392" y="46696"/>
                </a:cubicBezTo>
                <a:lnTo>
                  <a:pt x="94213" y="46522"/>
                </a:lnTo>
                <a:cubicBezTo>
                  <a:pt x="94288" y="46472"/>
                  <a:pt x="94387" y="46472"/>
                  <a:pt x="94437" y="46447"/>
                </a:cubicBezTo>
                <a:cubicBezTo>
                  <a:pt x="94711" y="46397"/>
                  <a:pt x="95010" y="46298"/>
                  <a:pt x="95283" y="46198"/>
                </a:cubicBezTo>
                <a:cubicBezTo>
                  <a:pt x="95308" y="46198"/>
                  <a:pt x="95333" y="46173"/>
                  <a:pt x="95408" y="46173"/>
                </a:cubicBezTo>
                <a:close/>
                <a:moveTo>
                  <a:pt x="97797" y="50529"/>
                </a:moveTo>
                <a:lnTo>
                  <a:pt x="97797" y="50554"/>
                </a:lnTo>
                <a:lnTo>
                  <a:pt x="97797" y="50604"/>
                </a:lnTo>
                <a:cubicBezTo>
                  <a:pt x="97673" y="50629"/>
                  <a:pt x="97548" y="50653"/>
                  <a:pt x="97424" y="50653"/>
                </a:cubicBezTo>
                <a:cubicBezTo>
                  <a:pt x="97150" y="50678"/>
                  <a:pt x="96876" y="50728"/>
                  <a:pt x="96553" y="50753"/>
                </a:cubicBezTo>
                <a:cubicBezTo>
                  <a:pt x="96379" y="50753"/>
                  <a:pt x="96130" y="50778"/>
                  <a:pt x="95881" y="50778"/>
                </a:cubicBezTo>
                <a:lnTo>
                  <a:pt x="95906" y="50753"/>
                </a:lnTo>
                <a:cubicBezTo>
                  <a:pt x="96030" y="50753"/>
                  <a:pt x="96130" y="50728"/>
                  <a:pt x="96254" y="50728"/>
                </a:cubicBezTo>
                <a:lnTo>
                  <a:pt x="96379" y="50728"/>
                </a:lnTo>
                <a:cubicBezTo>
                  <a:pt x="96752" y="50678"/>
                  <a:pt x="97125" y="50653"/>
                  <a:pt x="97499" y="50604"/>
                </a:cubicBezTo>
                <a:lnTo>
                  <a:pt x="97524" y="50604"/>
                </a:lnTo>
                <a:cubicBezTo>
                  <a:pt x="97623" y="50554"/>
                  <a:pt x="97698" y="50554"/>
                  <a:pt x="97797" y="50529"/>
                </a:cubicBezTo>
                <a:close/>
                <a:moveTo>
                  <a:pt x="95682" y="50753"/>
                </a:moveTo>
                <a:cubicBezTo>
                  <a:pt x="95682" y="50753"/>
                  <a:pt x="95682" y="50778"/>
                  <a:pt x="95657" y="50778"/>
                </a:cubicBezTo>
                <a:lnTo>
                  <a:pt x="95657" y="50803"/>
                </a:lnTo>
                <a:lnTo>
                  <a:pt x="95582" y="50803"/>
                </a:lnTo>
                <a:cubicBezTo>
                  <a:pt x="95582" y="50803"/>
                  <a:pt x="95582" y="50778"/>
                  <a:pt x="95632" y="50778"/>
                </a:cubicBezTo>
                <a:cubicBezTo>
                  <a:pt x="95632" y="50778"/>
                  <a:pt x="95632" y="50753"/>
                  <a:pt x="95657" y="50753"/>
                </a:cubicBezTo>
                <a:close/>
                <a:moveTo>
                  <a:pt x="65613" y="50778"/>
                </a:moveTo>
                <a:cubicBezTo>
                  <a:pt x="65588" y="50803"/>
                  <a:pt x="65563" y="50853"/>
                  <a:pt x="65514" y="50853"/>
                </a:cubicBezTo>
                <a:cubicBezTo>
                  <a:pt x="65538" y="50803"/>
                  <a:pt x="65563" y="50778"/>
                  <a:pt x="65613" y="50778"/>
                </a:cubicBezTo>
                <a:close/>
                <a:moveTo>
                  <a:pt x="87368" y="50056"/>
                </a:moveTo>
                <a:cubicBezTo>
                  <a:pt x="87542" y="50106"/>
                  <a:pt x="87692" y="50156"/>
                  <a:pt x="87841" y="50180"/>
                </a:cubicBezTo>
                <a:cubicBezTo>
                  <a:pt x="87916" y="50180"/>
                  <a:pt x="87940" y="50230"/>
                  <a:pt x="87990" y="50230"/>
                </a:cubicBezTo>
                <a:cubicBezTo>
                  <a:pt x="88339" y="50305"/>
                  <a:pt x="88712" y="50380"/>
                  <a:pt x="89061" y="50429"/>
                </a:cubicBezTo>
                <a:cubicBezTo>
                  <a:pt x="89110" y="50429"/>
                  <a:pt x="89160" y="50454"/>
                  <a:pt x="89210" y="50454"/>
                </a:cubicBezTo>
                <a:cubicBezTo>
                  <a:pt x="89334" y="50504"/>
                  <a:pt x="89459" y="50504"/>
                  <a:pt x="89558" y="50529"/>
                </a:cubicBezTo>
                <a:lnTo>
                  <a:pt x="90106" y="50629"/>
                </a:lnTo>
                <a:cubicBezTo>
                  <a:pt x="90206" y="50629"/>
                  <a:pt x="90305" y="50653"/>
                  <a:pt x="90355" y="50653"/>
                </a:cubicBezTo>
                <a:lnTo>
                  <a:pt x="90454" y="50653"/>
                </a:lnTo>
                <a:cubicBezTo>
                  <a:pt x="90579" y="50678"/>
                  <a:pt x="90728" y="50678"/>
                  <a:pt x="90853" y="50703"/>
                </a:cubicBezTo>
                <a:cubicBezTo>
                  <a:pt x="90977" y="50703"/>
                  <a:pt x="91077" y="50753"/>
                  <a:pt x="91201" y="50753"/>
                </a:cubicBezTo>
                <a:cubicBezTo>
                  <a:pt x="91351" y="50753"/>
                  <a:pt x="91525" y="50778"/>
                  <a:pt x="91674" y="50778"/>
                </a:cubicBezTo>
                <a:lnTo>
                  <a:pt x="91799" y="50778"/>
                </a:lnTo>
                <a:cubicBezTo>
                  <a:pt x="91923" y="50778"/>
                  <a:pt x="92048" y="50803"/>
                  <a:pt x="92172" y="50803"/>
                </a:cubicBezTo>
                <a:lnTo>
                  <a:pt x="92321" y="50803"/>
                </a:lnTo>
                <a:cubicBezTo>
                  <a:pt x="92695" y="50828"/>
                  <a:pt x="93068" y="50828"/>
                  <a:pt x="93441" y="50828"/>
                </a:cubicBezTo>
                <a:cubicBezTo>
                  <a:pt x="94089" y="50828"/>
                  <a:pt x="94711" y="50803"/>
                  <a:pt x="95333" y="50778"/>
                </a:cubicBezTo>
                <a:lnTo>
                  <a:pt x="95333" y="50778"/>
                </a:lnTo>
                <a:cubicBezTo>
                  <a:pt x="95333" y="50778"/>
                  <a:pt x="95333" y="50803"/>
                  <a:pt x="95308" y="50803"/>
                </a:cubicBezTo>
                <a:cubicBezTo>
                  <a:pt x="95308" y="50803"/>
                  <a:pt x="95308" y="50828"/>
                  <a:pt x="95283" y="50828"/>
                </a:cubicBezTo>
                <a:cubicBezTo>
                  <a:pt x="94960" y="50877"/>
                  <a:pt x="94636" y="50877"/>
                  <a:pt x="94313" y="50877"/>
                </a:cubicBezTo>
                <a:lnTo>
                  <a:pt x="94263" y="50877"/>
                </a:lnTo>
                <a:cubicBezTo>
                  <a:pt x="93964" y="50877"/>
                  <a:pt x="93690" y="50902"/>
                  <a:pt x="93417" y="50902"/>
                </a:cubicBezTo>
                <a:lnTo>
                  <a:pt x="92321" y="50902"/>
                </a:lnTo>
                <a:cubicBezTo>
                  <a:pt x="92023" y="50902"/>
                  <a:pt x="91724" y="50877"/>
                  <a:pt x="91425" y="50828"/>
                </a:cubicBezTo>
                <a:lnTo>
                  <a:pt x="91226" y="50828"/>
                </a:lnTo>
                <a:cubicBezTo>
                  <a:pt x="90903" y="50803"/>
                  <a:pt x="90579" y="50778"/>
                  <a:pt x="90230" y="50703"/>
                </a:cubicBezTo>
                <a:lnTo>
                  <a:pt x="90181" y="50703"/>
                </a:lnTo>
                <a:cubicBezTo>
                  <a:pt x="89832" y="50653"/>
                  <a:pt x="89459" y="50629"/>
                  <a:pt x="89110" y="50554"/>
                </a:cubicBezTo>
                <a:cubicBezTo>
                  <a:pt x="88538" y="50454"/>
                  <a:pt x="87940" y="50305"/>
                  <a:pt x="87343" y="50156"/>
                </a:cubicBezTo>
                <a:lnTo>
                  <a:pt x="87343" y="50131"/>
                </a:lnTo>
                <a:cubicBezTo>
                  <a:pt x="87368" y="50131"/>
                  <a:pt x="87368" y="50106"/>
                  <a:pt x="87368" y="50056"/>
                </a:cubicBezTo>
                <a:close/>
                <a:moveTo>
                  <a:pt x="115445" y="38681"/>
                </a:moveTo>
                <a:cubicBezTo>
                  <a:pt x="116067" y="41444"/>
                  <a:pt x="116192" y="44530"/>
                  <a:pt x="115819" y="47766"/>
                </a:cubicBezTo>
                <a:cubicBezTo>
                  <a:pt x="115495" y="48811"/>
                  <a:pt x="115146" y="49907"/>
                  <a:pt x="114748" y="51002"/>
                </a:cubicBezTo>
                <a:cubicBezTo>
                  <a:pt x="114201" y="48811"/>
                  <a:pt x="112881" y="46621"/>
                  <a:pt x="110940" y="44505"/>
                </a:cubicBezTo>
                <a:lnTo>
                  <a:pt x="111015" y="44406"/>
                </a:lnTo>
                <a:cubicBezTo>
                  <a:pt x="111139" y="44281"/>
                  <a:pt x="111263" y="44182"/>
                  <a:pt x="111363" y="44057"/>
                </a:cubicBezTo>
                <a:lnTo>
                  <a:pt x="111836" y="43584"/>
                </a:lnTo>
                <a:lnTo>
                  <a:pt x="112110" y="43311"/>
                </a:lnTo>
                <a:cubicBezTo>
                  <a:pt x="112259" y="43161"/>
                  <a:pt x="112433" y="42962"/>
                  <a:pt x="112583" y="42813"/>
                </a:cubicBezTo>
                <a:cubicBezTo>
                  <a:pt x="112632" y="42713"/>
                  <a:pt x="112732" y="42663"/>
                  <a:pt x="112807" y="42564"/>
                </a:cubicBezTo>
                <a:lnTo>
                  <a:pt x="113255" y="41991"/>
                </a:lnTo>
                <a:cubicBezTo>
                  <a:pt x="113329" y="41942"/>
                  <a:pt x="113354" y="41867"/>
                  <a:pt x="113429" y="41792"/>
                </a:cubicBezTo>
                <a:cubicBezTo>
                  <a:pt x="113578" y="41568"/>
                  <a:pt x="113728" y="41369"/>
                  <a:pt x="113877" y="41170"/>
                </a:cubicBezTo>
                <a:cubicBezTo>
                  <a:pt x="113927" y="41145"/>
                  <a:pt x="113952" y="41095"/>
                  <a:pt x="113977" y="41046"/>
                </a:cubicBezTo>
                <a:cubicBezTo>
                  <a:pt x="114549" y="40249"/>
                  <a:pt x="115047" y="39477"/>
                  <a:pt x="115445" y="38681"/>
                </a:cubicBezTo>
                <a:close/>
                <a:moveTo>
                  <a:pt x="65812" y="48214"/>
                </a:moveTo>
                <a:cubicBezTo>
                  <a:pt x="65812" y="48314"/>
                  <a:pt x="65837" y="48388"/>
                  <a:pt x="65837" y="48463"/>
                </a:cubicBezTo>
                <a:cubicBezTo>
                  <a:pt x="65837" y="48563"/>
                  <a:pt x="65887" y="48637"/>
                  <a:pt x="65887" y="48712"/>
                </a:cubicBezTo>
                <a:lnTo>
                  <a:pt x="65887" y="49011"/>
                </a:lnTo>
                <a:lnTo>
                  <a:pt x="65887" y="49210"/>
                </a:lnTo>
                <a:cubicBezTo>
                  <a:pt x="65787" y="49284"/>
                  <a:pt x="65787" y="49359"/>
                  <a:pt x="65787" y="49434"/>
                </a:cubicBezTo>
                <a:lnTo>
                  <a:pt x="65787" y="49633"/>
                </a:lnTo>
                <a:cubicBezTo>
                  <a:pt x="65787" y="49732"/>
                  <a:pt x="65762" y="49782"/>
                  <a:pt x="65762" y="49832"/>
                </a:cubicBezTo>
                <a:cubicBezTo>
                  <a:pt x="65762" y="49907"/>
                  <a:pt x="65713" y="49932"/>
                  <a:pt x="65713" y="50006"/>
                </a:cubicBezTo>
                <a:cubicBezTo>
                  <a:pt x="65688" y="50106"/>
                  <a:pt x="65663" y="50156"/>
                  <a:pt x="65663" y="50205"/>
                </a:cubicBezTo>
                <a:cubicBezTo>
                  <a:pt x="65663" y="50255"/>
                  <a:pt x="65613" y="50280"/>
                  <a:pt x="65613" y="50305"/>
                </a:cubicBezTo>
                <a:cubicBezTo>
                  <a:pt x="65588" y="50405"/>
                  <a:pt x="65538" y="50504"/>
                  <a:pt x="65464" y="50579"/>
                </a:cubicBezTo>
                <a:cubicBezTo>
                  <a:pt x="65439" y="50653"/>
                  <a:pt x="65364" y="50678"/>
                  <a:pt x="65314" y="50753"/>
                </a:cubicBezTo>
                <a:lnTo>
                  <a:pt x="65290" y="50778"/>
                </a:lnTo>
                <a:lnTo>
                  <a:pt x="65215" y="50828"/>
                </a:lnTo>
                <a:cubicBezTo>
                  <a:pt x="64991" y="50952"/>
                  <a:pt x="64742" y="51052"/>
                  <a:pt x="64468" y="51052"/>
                </a:cubicBezTo>
                <a:cubicBezTo>
                  <a:pt x="64319" y="51052"/>
                  <a:pt x="64120" y="51027"/>
                  <a:pt x="63945" y="51002"/>
                </a:cubicBezTo>
                <a:lnTo>
                  <a:pt x="63896" y="51002"/>
                </a:lnTo>
                <a:cubicBezTo>
                  <a:pt x="63448" y="50902"/>
                  <a:pt x="62950" y="50678"/>
                  <a:pt x="62402" y="50405"/>
                </a:cubicBezTo>
                <a:cubicBezTo>
                  <a:pt x="63547" y="49583"/>
                  <a:pt x="64667" y="48886"/>
                  <a:pt x="65812" y="48214"/>
                </a:cubicBezTo>
                <a:close/>
                <a:moveTo>
                  <a:pt x="65389" y="50977"/>
                </a:moveTo>
                <a:lnTo>
                  <a:pt x="65414" y="51002"/>
                </a:lnTo>
                <a:lnTo>
                  <a:pt x="65389" y="51027"/>
                </a:lnTo>
                <a:cubicBezTo>
                  <a:pt x="65339" y="51027"/>
                  <a:pt x="65339" y="51052"/>
                  <a:pt x="65339" y="51052"/>
                </a:cubicBezTo>
                <a:lnTo>
                  <a:pt x="65314" y="51101"/>
                </a:lnTo>
                <a:cubicBezTo>
                  <a:pt x="65290" y="51126"/>
                  <a:pt x="65240" y="51126"/>
                  <a:pt x="65215" y="51126"/>
                </a:cubicBezTo>
                <a:cubicBezTo>
                  <a:pt x="65140" y="51151"/>
                  <a:pt x="65066" y="51176"/>
                  <a:pt x="65016" y="51176"/>
                </a:cubicBezTo>
                <a:lnTo>
                  <a:pt x="65290" y="51002"/>
                </a:lnTo>
                <a:cubicBezTo>
                  <a:pt x="65314" y="51002"/>
                  <a:pt x="65314" y="50977"/>
                  <a:pt x="65339" y="50977"/>
                </a:cubicBezTo>
                <a:close/>
                <a:moveTo>
                  <a:pt x="62178" y="50504"/>
                </a:moveTo>
                <a:cubicBezTo>
                  <a:pt x="62228" y="50529"/>
                  <a:pt x="62303" y="50554"/>
                  <a:pt x="62328" y="50604"/>
                </a:cubicBezTo>
                <a:cubicBezTo>
                  <a:pt x="62576" y="50728"/>
                  <a:pt x="62800" y="50803"/>
                  <a:pt x="63024" y="50902"/>
                </a:cubicBezTo>
                <a:cubicBezTo>
                  <a:pt x="63049" y="50902"/>
                  <a:pt x="63074" y="50927"/>
                  <a:pt x="63099" y="50927"/>
                </a:cubicBezTo>
                <a:cubicBezTo>
                  <a:pt x="63323" y="51027"/>
                  <a:pt x="63547" y="51101"/>
                  <a:pt x="63771" y="51126"/>
                </a:cubicBezTo>
                <a:lnTo>
                  <a:pt x="63821" y="51126"/>
                </a:lnTo>
                <a:cubicBezTo>
                  <a:pt x="64045" y="51151"/>
                  <a:pt x="64219" y="51176"/>
                  <a:pt x="64418" y="51176"/>
                </a:cubicBezTo>
                <a:cubicBezTo>
                  <a:pt x="64518" y="51176"/>
                  <a:pt x="64568" y="51176"/>
                  <a:pt x="64667" y="51151"/>
                </a:cubicBezTo>
                <a:lnTo>
                  <a:pt x="64667" y="51151"/>
                </a:lnTo>
                <a:cubicBezTo>
                  <a:pt x="64617" y="51176"/>
                  <a:pt x="64593" y="51176"/>
                  <a:pt x="64568" y="51201"/>
                </a:cubicBezTo>
                <a:cubicBezTo>
                  <a:pt x="64444" y="51230"/>
                  <a:pt x="64313" y="51244"/>
                  <a:pt x="64176" y="51244"/>
                </a:cubicBezTo>
                <a:cubicBezTo>
                  <a:pt x="63592" y="51244"/>
                  <a:pt x="62884" y="50992"/>
                  <a:pt x="62079" y="50529"/>
                </a:cubicBezTo>
                <a:cubicBezTo>
                  <a:pt x="62103" y="50529"/>
                  <a:pt x="62103" y="50504"/>
                  <a:pt x="62128" y="50504"/>
                </a:cubicBezTo>
                <a:close/>
                <a:moveTo>
                  <a:pt x="110766" y="44630"/>
                </a:moveTo>
                <a:cubicBezTo>
                  <a:pt x="112807" y="46795"/>
                  <a:pt x="114126" y="49110"/>
                  <a:pt x="114698" y="51301"/>
                </a:cubicBezTo>
                <a:cubicBezTo>
                  <a:pt x="114698" y="51350"/>
                  <a:pt x="114674" y="51375"/>
                  <a:pt x="114674" y="51400"/>
                </a:cubicBezTo>
                <a:cubicBezTo>
                  <a:pt x="114101" y="49160"/>
                  <a:pt x="112757" y="46870"/>
                  <a:pt x="110741" y="44655"/>
                </a:cubicBezTo>
                <a:cubicBezTo>
                  <a:pt x="110766" y="44655"/>
                  <a:pt x="110766" y="44630"/>
                  <a:pt x="110766" y="44630"/>
                </a:cubicBezTo>
                <a:close/>
                <a:moveTo>
                  <a:pt x="115744" y="48737"/>
                </a:moveTo>
                <a:cubicBezTo>
                  <a:pt x="115719" y="48861"/>
                  <a:pt x="115719" y="49011"/>
                  <a:pt x="115694" y="49135"/>
                </a:cubicBezTo>
                <a:cubicBezTo>
                  <a:pt x="115445" y="49882"/>
                  <a:pt x="115196" y="50629"/>
                  <a:pt x="114947" y="51400"/>
                </a:cubicBezTo>
                <a:cubicBezTo>
                  <a:pt x="114947" y="51375"/>
                  <a:pt x="114922" y="51350"/>
                  <a:pt x="114922" y="51301"/>
                </a:cubicBezTo>
                <a:cubicBezTo>
                  <a:pt x="115196" y="50429"/>
                  <a:pt x="115470" y="49608"/>
                  <a:pt x="115744" y="48737"/>
                </a:cubicBezTo>
                <a:close/>
                <a:moveTo>
                  <a:pt x="114748" y="51624"/>
                </a:moveTo>
                <a:cubicBezTo>
                  <a:pt x="114748" y="51649"/>
                  <a:pt x="114748" y="51674"/>
                  <a:pt x="114798" y="51749"/>
                </a:cubicBezTo>
                <a:cubicBezTo>
                  <a:pt x="114798" y="51774"/>
                  <a:pt x="114748" y="51848"/>
                  <a:pt x="114748" y="51873"/>
                </a:cubicBezTo>
                <a:cubicBezTo>
                  <a:pt x="114748" y="51798"/>
                  <a:pt x="114748" y="51774"/>
                  <a:pt x="114723" y="51749"/>
                </a:cubicBezTo>
                <a:cubicBezTo>
                  <a:pt x="114723" y="51724"/>
                  <a:pt x="114748" y="51649"/>
                  <a:pt x="114748" y="51624"/>
                </a:cubicBezTo>
                <a:close/>
                <a:moveTo>
                  <a:pt x="115470" y="50405"/>
                </a:moveTo>
                <a:cubicBezTo>
                  <a:pt x="115346" y="51002"/>
                  <a:pt x="115221" y="51624"/>
                  <a:pt x="115097" y="52222"/>
                </a:cubicBezTo>
                <a:lnTo>
                  <a:pt x="114997" y="51749"/>
                </a:lnTo>
                <a:cubicBezTo>
                  <a:pt x="115171" y="51301"/>
                  <a:pt x="115321" y="50877"/>
                  <a:pt x="115470" y="50405"/>
                </a:cubicBezTo>
                <a:close/>
                <a:moveTo>
                  <a:pt x="29720" y="40423"/>
                </a:moveTo>
                <a:cubicBezTo>
                  <a:pt x="32234" y="41991"/>
                  <a:pt x="34898" y="43908"/>
                  <a:pt x="37511" y="45999"/>
                </a:cubicBezTo>
                <a:cubicBezTo>
                  <a:pt x="35520" y="48139"/>
                  <a:pt x="33603" y="50355"/>
                  <a:pt x="31836" y="52595"/>
                </a:cubicBezTo>
                <a:cubicBezTo>
                  <a:pt x="29546" y="50728"/>
                  <a:pt x="27331" y="48762"/>
                  <a:pt x="25339" y="46820"/>
                </a:cubicBezTo>
                <a:cubicBezTo>
                  <a:pt x="26584" y="44680"/>
                  <a:pt x="28077" y="42539"/>
                  <a:pt x="29720" y="40423"/>
                </a:cubicBezTo>
                <a:close/>
                <a:moveTo>
                  <a:pt x="64717" y="51500"/>
                </a:moveTo>
                <a:lnTo>
                  <a:pt x="64443" y="51674"/>
                </a:lnTo>
                <a:cubicBezTo>
                  <a:pt x="64418" y="51724"/>
                  <a:pt x="64393" y="51749"/>
                  <a:pt x="64344" y="51749"/>
                </a:cubicBezTo>
                <a:cubicBezTo>
                  <a:pt x="64169" y="51873"/>
                  <a:pt x="63995" y="51998"/>
                  <a:pt x="63846" y="52122"/>
                </a:cubicBezTo>
                <a:cubicBezTo>
                  <a:pt x="63600" y="52294"/>
                  <a:pt x="63379" y="52490"/>
                  <a:pt x="63181" y="52639"/>
                </a:cubicBezTo>
                <a:lnTo>
                  <a:pt x="63181" y="52639"/>
                </a:lnTo>
                <a:cubicBezTo>
                  <a:pt x="63541" y="52296"/>
                  <a:pt x="63978" y="51972"/>
                  <a:pt x="64393" y="51649"/>
                </a:cubicBezTo>
                <a:cubicBezTo>
                  <a:pt x="64418" y="51624"/>
                  <a:pt x="64468" y="51599"/>
                  <a:pt x="64518" y="51550"/>
                </a:cubicBezTo>
                <a:cubicBezTo>
                  <a:pt x="64543" y="51525"/>
                  <a:pt x="64568" y="51500"/>
                  <a:pt x="64593" y="51500"/>
                </a:cubicBezTo>
                <a:close/>
                <a:moveTo>
                  <a:pt x="37636" y="46123"/>
                </a:moveTo>
                <a:cubicBezTo>
                  <a:pt x="37660" y="46123"/>
                  <a:pt x="37660" y="46148"/>
                  <a:pt x="37685" y="46148"/>
                </a:cubicBezTo>
                <a:cubicBezTo>
                  <a:pt x="35694" y="48289"/>
                  <a:pt x="33802" y="50504"/>
                  <a:pt x="32035" y="52744"/>
                </a:cubicBezTo>
                <a:cubicBezTo>
                  <a:pt x="31985" y="52744"/>
                  <a:pt x="31985" y="52719"/>
                  <a:pt x="31960" y="52719"/>
                </a:cubicBezTo>
                <a:cubicBezTo>
                  <a:pt x="33728" y="50479"/>
                  <a:pt x="35644" y="48264"/>
                  <a:pt x="37636" y="46123"/>
                </a:cubicBezTo>
                <a:close/>
                <a:moveTo>
                  <a:pt x="63099" y="52719"/>
                </a:moveTo>
                <a:lnTo>
                  <a:pt x="63074" y="52744"/>
                </a:lnTo>
                <a:cubicBezTo>
                  <a:pt x="63069" y="52747"/>
                  <a:pt x="63064" y="52750"/>
                  <a:pt x="63059" y="52753"/>
                </a:cubicBezTo>
                <a:lnTo>
                  <a:pt x="63059" y="52753"/>
                </a:lnTo>
                <a:lnTo>
                  <a:pt x="63099" y="52719"/>
                </a:lnTo>
                <a:close/>
                <a:moveTo>
                  <a:pt x="25215" y="46945"/>
                </a:moveTo>
                <a:cubicBezTo>
                  <a:pt x="27206" y="48911"/>
                  <a:pt x="29421" y="50853"/>
                  <a:pt x="31711" y="52719"/>
                </a:cubicBezTo>
                <a:cubicBezTo>
                  <a:pt x="31687" y="52744"/>
                  <a:pt x="31687" y="52769"/>
                  <a:pt x="31662" y="52769"/>
                </a:cubicBezTo>
                <a:cubicBezTo>
                  <a:pt x="29372" y="50927"/>
                  <a:pt x="27181" y="48986"/>
                  <a:pt x="25190" y="47019"/>
                </a:cubicBezTo>
                <a:cubicBezTo>
                  <a:pt x="25190" y="46994"/>
                  <a:pt x="25215" y="46994"/>
                  <a:pt x="25215" y="46945"/>
                </a:cubicBezTo>
                <a:close/>
                <a:moveTo>
                  <a:pt x="48662" y="37088"/>
                </a:moveTo>
                <a:cubicBezTo>
                  <a:pt x="50330" y="39303"/>
                  <a:pt x="52023" y="41469"/>
                  <a:pt x="53765" y="43435"/>
                </a:cubicBezTo>
                <a:cubicBezTo>
                  <a:pt x="53889" y="43559"/>
                  <a:pt x="53989" y="43709"/>
                  <a:pt x="54113" y="43833"/>
                </a:cubicBezTo>
                <a:cubicBezTo>
                  <a:pt x="54313" y="44032"/>
                  <a:pt x="54487" y="44207"/>
                  <a:pt x="54636" y="44431"/>
                </a:cubicBezTo>
                <a:cubicBezTo>
                  <a:pt x="51525" y="47119"/>
                  <a:pt x="48588" y="49932"/>
                  <a:pt x="45874" y="52869"/>
                </a:cubicBezTo>
                <a:cubicBezTo>
                  <a:pt x="43734" y="50728"/>
                  <a:pt x="41295" y="48538"/>
                  <a:pt x="38756" y="46497"/>
                </a:cubicBezTo>
                <a:cubicBezTo>
                  <a:pt x="41519" y="43062"/>
                  <a:pt x="44879" y="39826"/>
                  <a:pt x="48662" y="37088"/>
                </a:cubicBezTo>
                <a:close/>
                <a:moveTo>
                  <a:pt x="31836" y="52844"/>
                </a:moveTo>
                <a:cubicBezTo>
                  <a:pt x="31861" y="52844"/>
                  <a:pt x="31861" y="52869"/>
                  <a:pt x="31911" y="52869"/>
                </a:cubicBezTo>
                <a:cubicBezTo>
                  <a:pt x="31911" y="52894"/>
                  <a:pt x="31861" y="52894"/>
                  <a:pt x="31861" y="52919"/>
                </a:cubicBezTo>
                <a:cubicBezTo>
                  <a:pt x="31836" y="52919"/>
                  <a:pt x="31836" y="52894"/>
                  <a:pt x="31811" y="52894"/>
                </a:cubicBezTo>
                <a:cubicBezTo>
                  <a:pt x="31811" y="52869"/>
                  <a:pt x="31836" y="52869"/>
                  <a:pt x="31836" y="52844"/>
                </a:cubicBezTo>
                <a:close/>
                <a:moveTo>
                  <a:pt x="114848" y="52097"/>
                </a:moveTo>
                <a:cubicBezTo>
                  <a:pt x="114873" y="52296"/>
                  <a:pt x="114922" y="52545"/>
                  <a:pt x="114947" y="52769"/>
                </a:cubicBezTo>
                <a:cubicBezTo>
                  <a:pt x="114947" y="52819"/>
                  <a:pt x="114922" y="52894"/>
                  <a:pt x="114922" y="52919"/>
                </a:cubicBezTo>
                <a:cubicBezTo>
                  <a:pt x="114922" y="52719"/>
                  <a:pt x="114873" y="52470"/>
                  <a:pt x="114823" y="52222"/>
                </a:cubicBezTo>
                <a:cubicBezTo>
                  <a:pt x="114823" y="52172"/>
                  <a:pt x="114848" y="52122"/>
                  <a:pt x="114848" y="52097"/>
                </a:cubicBezTo>
                <a:close/>
                <a:moveTo>
                  <a:pt x="115968" y="48762"/>
                </a:moveTo>
                <a:cubicBezTo>
                  <a:pt x="115769" y="50131"/>
                  <a:pt x="115495" y="51525"/>
                  <a:pt x="115146" y="52968"/>
                </a:cubicBezTo>
                <a:cubicBezTo>
                  <a:pt x="115146" y="52894"/>
                  <a:pt x="115146" y="52844"/>
                  <a:pt x="115122" y="52769"/>
                </a:cubicBezTo>
                <a:cubicBezTo>
                  <a:pt x="115445" y="51550"/>
                  <a:pt x="115694" y="50380"/>
                  <a:pt x="115843" y="49185"/>
                </a:cubicBezTo>
                <a:cubicBezTo>
                  <a:pt x="115868" y="49036"/>
                  <a:pt x="115943" y="48911"/>
                  <a:pt x="115968" y="48762"/>
                </a:cubicBezTo>
                <a:close/>
                <a:moveTo>
                  <a:pt x="38656" y="46621"/>
                </a:moveTo>
                <a:cubicBezTo>
                  <a:pt x="41170" y="48662"/>
                  <a:pt x="43609" y="50803"/>
                  <a:pt x="45750" y="52968"/>
                </a:cubicBezTo>
                <a:cubicBezTo>
                  <a:pt x="45750" y="52993"/>
                  <a:pt x="45725" y="52993"/>
                  <a:pt x="45725" y="53018"/>
                </a:cubicBezTo>
                <a:cubicBezTo>
                  <a:pt x="43560" y="50877"/>
                  <a:pt x="41145" y="48687"/>
                  <a:pt x="38631" y="46671"/>
                </a:cubicBezTo>
                <a:cubicBezTo>
                  <a:pt x="38631" y="46646"/>
                  <a:pt x="38656" y="46646"/>
                  <a:pt x="38656" y="46621"/>
                </a:cubicBezTo>
                <a:close/>
                <a:moveTo>
                  <a:pt x="54810" y="44555"/>
                </a:moveTo>
                <a:cubicBezTo>
                  <a:pt x="54810" y="44580"/>
                  <a:pt x="54835" y="44580"/>
                  <a:pt x="54835" y="44605"/>
                </a:cubicBezTo>
                <a:cubicBezTo>
                  <a:pt x="51724" y="47268"/>
                  <a:pt x="48787" y="50106"/>
                  <a:pt x="46049" y="53018"/>
                </a:cubicBezTo>
                <a:lnTo>
                  <a:pt x="46024" y="52993"/>
                </a:lnTo>
                <a:cubicBezTo>
                  <a:pt x="48762" y="50056"/>
                  <a:pt x="51699" y="47243"/>
                  <a:pt x="54810" y="44555"/>
                </a:cubicBezTo>
                <a:close/>
                <a:moveTo>
                  <a:pt x="77860" y="44879"/>
                </a:moveTo>
                <a:cubicBezTo>
                  <a:pt x="77909" y="44929"/>
                  <a:pt x="77959" y="45003"/>
                  <a:pt x="78009" y="45028"/>
                </a:cubicBezTo>
                <a:lnTo>
                  <a:pt x="78108" y="45401"/>
                </a:lnTo>
                <a:cubicBezTo>
                  <a:pt x="78133" y="45501"/>
                  <a:pt x="78133" y="45576"/>
                  <a:pt x="78158" y="45675"/>
                </a:cubicBezTo>
                <a:cubicBezTo>
                  <a:pt x="78208" y="45775"/>
                  <a:pt x="78208" y="45849"/>
                  <a:pt x="78208" y="45949"/>
                </a:cubicBezTo>
                <a:lnTo>
                  <a:pt x="78208" y="46049"/>
                </a:lnTo>
                <a:cubicBezTo>
                  <a:pt x="78233" y="46173"/>
                  <a:pt x="78233" y="46298"/>
                  <a:pt x="78258" y="46397"/>
                </a:cubicBezTo>
                <a:cubicBezTo>
                  <a:pt x="78258" y="46497"/>
                  <a:pt x="78258" y="46571"/>
                  <a:pt x="78283" y="46646"/>
                </a:cubicBezTo>
                <a:cubicBezTo>
                  <a:pt x="78283" y="46795"/>
                  <a:pt x="78333" y="46945"/>
                  <a:pt x="78333" y="47144"/>
                </a:cubicBezTo>
                <a:lnTo>
                  <a:pt x="78333" y="47243"/>
                </a:lnTo>
                <a:cubicBezTo>
                  <a:pt x="78357" y="48115"/>
                  <a:pt x="78258" y="49036"/>
                  <a:pt x="78084" y="50006"/>
                </a:cubicBezTo>
                <a:lnTo>
                  <a:pt x="78084" y="50056"/>
                </a:lnTo>
                <a:cubicBezTo>
                  <a:pt x="77884" y="51027"/>
                  <a:pt x="77636" y="52022"/>
                  <a:pt x="77287" y="53018"/>
                </a:cubicBezTo>
                <a:cubicBezTo>
                  <a:pt x="75968" y="51599"/>
                  <a:pt x="74922" y="50131"/>
                  <a:pt x="74225" y="48662"/>
                </a:cubicBezTo>
                <a:cubicBezTo>
                  <a:pt x="74972" y="47542"/>
                  <a:pt x="75669" y="46447"/>
                  <a:pt x="76341" y="45327"/>
                </a:cubicBezTo>
                <a:cubicBezTo>
                  <a:pt x="76441" y="45277"/>
                  <a:pt x="76615" y="45227"/>
                  <a:pt x="76789" y="45177"/>
                </a:cubicBezTo>
                <a:cubicBezTo>
                  <a:pt x="77163" y="45053"/>
                  <a:pt x="77511" y="44953"/>
                  <a:pt x="77860" y="44879"/>
                </a:cubicBezTo>
                <a:close/>
                <a:moveTo>
                  <a:pt x="69795" y="48388"/>
                </a:moveTo>
                <a:cubicBezTo>
                  <a:pt x="69372" y="49060"/>
                  <a:pt x="68824" y="49907"/>
                  <a:pt x="68177" y="50853"/>
                </a:cubicBezTo>
                <a:cubicBezTo>
                  <a:pt x="68077" y="50977"/>
                  <a:pt x="68003" y="51126"/>
                  <a:pt x="67903" y="51251"/>
                </a:cubicBezTo>
                <a:cubicBezTo>
                  <a:pt x="67580" y="51649"/>
                  <a:pt x="67206" y="52172"/>
                  <a:pt x="66659" y="52919"/>
                </a:cubicBezTo>
                <a:cubicBezTo>
                  <a:pt x="66659" y="52919"/>
                  <a:pt x="66634" y="52968"/>
                  <a:pt x="66634" y="52993"/>
                </a:cubicBezTo>
                <a:cubicBezTo>
                  <a:pt x="66634" y="53018"/>
                  <a:pt x="66584" y="53018"/>
                  <a:pt x="66584" y="53043"/>
                </a:cubicBezTo>
                <a:lnTo>
                  <a:pt x="66484" y="53043"/>
                </a:lnTo>
                <a:cubicBezTo>
                  <a:pt x="66484" y="53018"/>
                  <a:pt x="66534" y="52993"/>
                  <a:pt x="66534" y="52993"/>
                </a:cubicBezTo>
                <a:cubicBezTo>
                  <a:pt x="66559" y="52919"/>
                  <a:pt x="66584" y="52894"/>
                  <a:pt x="66584" y="52894"/>
                </a:cubicBezTo>
                <a:lnTo>
                  <a:pt x="66659" y="52844"/>
                </a:lnTo>
                <a:cubicBezTo>
                  <a:pt x="67082" y="52271"/>
                  <a:pt x="67480" y="51724"/>
                  <a:pt x="67853" y="51176"/>
                </a:cubicBezTo>
                <a:cubicBezTo>
                  <a:pt x="67928" y="51126"/>
                  <a:pt x="67953" y="51027"/>
                  <a:pt x="68028" y="50977"/>
                </a:cubicBezTo>
                <a:cubicBezTo>
                  <a:pt x="68152" y="50803"/>
                  <a:pt x="68227" y="50653"/>
                  <a:pt x="68326" y="50529"/>
                </a:cubicBezTo>
                <a:cubicBezTo>
                  <a:pt x="68650" y="50106"/>
                  <a:pt x="68849" y="49782"/>
                  <a:pt x="69197" y="49260"/>
                </a:cubicBezTo>
                <a:lnTo>
                  <a:pt x="69770" y="48413"/>
                </a:lnTo>
                <a:lnTo>
                  <a:pt x="69795" y="48388"/>
                </a:lnTo>
                <a:close/>
                <a:moveTo>
                  <a:pt x="45874" y="53093"/>
                </a:moveTo>
                <a:lnTo>
                  <a:pt x="45899" y="53118"/>
                </a:lnTo>
                <a:cubicBezTo>
                  <a:pt x="45899" y="53143"/>
                  <a:pt x="45874" y="53143"/>
                  <a:pt x="45874" y="53167"/>
                </a:cubicBezTo>
                <a:cubicBezTo>
                  <a:pt x="45874" y="53167"/>
                  <a:pt x="45874" y="53143"/>
                  <a:pt x="45850" y="53143"/>
                </a:cubicBezTo>
                <a:cubicBezTo>
                  <a:pt x="45850" y="53118"/>
                  <a:pt x="45874" y="53118"/>
                  <a:pt x="45874" y="53093"/>
                </a:cubicBezTo>
                <a:close/>
                <a:moveTo>
                  <a:pt x="72384" y="47019"/>
                </a:moveTo>
                <a:lnTo>
                  <a:pt x="72384" y="47019"/>
                </a:lnTo>
                <a:cubicBezTo>
                  <a:pt x="71562" y="49036"/>
                  <a:pt x="70492" y="51126"/>
                  <a:pt x="69123" y="53167"/>
                </a:cubicBezTo>
                <a:cubicBezTo>
                  <a:pt x="68409" y="52979"/>
                  <a:pt x="67808" y="52891"/>
                  <a:pt x="67321" y="52891"/>
                </a:cubicBezTo>
                <a:cubicBezTo>
                  <a:pt x="67163" y="52891"/>
                  <a:pt x="67017" y="52900"/>
                  <a:pt x="66883" y="52919"/>
                </a:cubicBezTo>
                <a:cubicBezTo>
                  <a:pt x="67156" y="52595"/>
                  <a:pt x="67405" y="52246"/>
                  <a:pt x="67629" y="51923"/>
                </a:cubicBezTo>
                <a:cubicBezTo>
                  <a:pt x="67704" y="51798"/>
                  <a:pt x="67804" y="51674"/>
                  <a:pt x="67878" y="51550"/>
                </a:cubicBezTo>
                <a:cubicBezTo>
                  <a:pt x="68003" y="51400"/>
                  <a:pt x="68077" y="51251"/>
                  <a:pt x="68177" y="51126"/>
                </a:cubicBezTo>
                <a:cubicBezTo>
                  <a:pt x="68252" y="51052"/>
                  <a:pt x="68276" y="50977"/>
                  <a:pt x="68326" y="50902"/>
                </a:cubicBezTo>
                <a:cubicBezTo>
                  <a:pt x="68376" y="50877"/>
                  <a:pt x="68401" y="50803"/>
                  <a:pt x="68426" y="50778"/>
                </a:cubicBezTo>
                <a:cubicBezTo>
                  <a:pt x="68501" y="50678"/>
                  <a:pt x="68550" y="50604"/>
                  <a:pt x="68650" y="50504"/>
                </a:cubicBezTo>
                <a:lnTo>
                  <a:pt x="69023" y="49932"/>
                </a:lnTo>
                <a:cubicBezTo>
                  <a:pt x="69123" y="49807"/>
                  <a:pt x="69173" y="49683"/>
                  <a:pt x="69272" y="49533"/>
                </a:cubicBezTo>
                <a:cubicBezTo>
                  <a:pt x="69571" y="49060"/>
                  <a:pt x="69870" y="48637"/>
                  <a:pt x="70168" y="48164"/>
                </a:cubicBezTo>
                <a:cubicBezTo>
                  <a:pt x="70442" y="48015"/>
                  <a:pt x="70691" y="47891"/>
                  <a:pt x="70940" y="47716"/>
                </a:cubicBezTo>
                <a:cubicBezTo>
                  <a:pt x="71512" y="47442"/>
                  <a:pt x="71985" y="47194"/>
                  <a:pt x="72384" y="47019"/>
                </a:cubicBezTo>
                <a:close/>
                <a:moveTo>
                  <a:pt x="78208" y="45202"/>
                </a:moveTo>
                <a:lnTo>
                  <a:pt x="78233" y="45227"/>
                </a:lnTo>
                <a:lnTo>
                  <a:pt x="78258" y="45277"/>
                </a:lnTo>
                <a:cubicBezTo>
                  <a:pt x="78258" y="45302"/>
                  <a:pt x="78258" y="45327"/>
                  <a:pt x="78283" y="45352"/>
                </a:cubicBezTo>
                <a:cubicBezTo>
                  <a:pt x="78333" y="45451"/>
                  <a:pt x="78333" y="45526"/>
                  <a:pt x="78333" y="45601"/>
                </a:cubicBezTo>
                <a:cubicBezTo>
                  <a:pt x="78333" y="45650"/>
                  <a:pt x="78333" y="45675"/>
                  <a:pt x="78357" y="45700"/>
                </a:cubicBezTo>
                <a:cubicBezTo>
                  <a:pt x="78382" y="45825"/>
                  <a:pt x="78382" y="45924"/>
                  <a:pt x="78407" y="46049"/>
                </a:cubicBezTo>
                <a:cubicBezTo>
                  <a:pt x="78482" y="46273"/>
                  <a:pt x="78482" y="46372"/>
                  <a:pt x="78482" y="46447"/>
                </a:cubicBezTo>
                <a:lnTo>
                  <a:pt x="78482" y="46546"/>
                </a:lnTo>
                <a:cubicBezTo>
                  <a:pt x="78482" y="46671"/>
                  <a:pt x="78507" y="46770"/>
                  <a:pt x="78507" y="46895"/>
                </a:cubicBezTo>
                <a:lnTo>
                  <a:pt x="78507" y="47243"/>
                </a:lnTo>
                <a:lnTo>
                  <a:pt x="78507" y="47293"/>
                </a:lnTo>
                <a:lnTo>
                  <a:pt x="78507" y="47667"/>
                </a:lnTo>
                <a:lnTo>
                  <a:pt x="78507" y="48040"/>
                </a:lnTo>
                <a:lnTo>
                  <a:pt x="78507" y="48065"/>
                </a:lnTo>
                <a:cubicBezTo>
                  <a:pt x="78507" y="48189"/>
                  <a:pt x="78507" y="48314"/>
                  <a:pt x="78482" y="48438"/>
                </a:cubicBezTo>
                <a:cubicBezTo>
                  <a:pt x="78482" y="48563"/>
                  <a:pt x="78432" y="48687"/>
                  <a:pt x="78432" y="48836"/>
                </a:cubicBezTo>
                <a:cubicBezTo>
                  <a:pt x="78432" y="48961"/>
                  <a:pt x="78407" y="49135"/>
                  <a:pt x="78382" y="49260"/>
                </a:cubicBezTo>
                <a:cubicBezTo>
                  <a:pt x="78357" y="49384"/>
                  <a:pt x="78357" y="49508"/>
                  <a:pt x="78308" y="49633"/>
                </a:cubicBezTo>
                <a:cubicBezTo>
                  <a:pt x="78283" y="49782"/>
                  <a:pt x="78258" y="49907"/>
                  <a:pt x="78258" y="50056"/>
                </a:cubicBezTo>
                <a:cubicBezTo>
                  <a:pt x="78233" y="50180"/>
                  <a:pt x="78233" y="50305"/>
                  <a:pt x="78208" y="50429"/>
                </a:cubicBezTo>
                <a:cubicBezTo>
                  <a:pt x="78158" y="50579"/>
                  <a:pt x="78133" y="50753"/>
                  <a:pt x="78108" y="50877"/>
                </a:cubicBezTo>
                <a:lnTo>
                  <a:pt x="78009" y="51251"/>
                </a:lnTo>
                <a:cubicBezTo>
                  <a:pt x="77984" y="51400"/>
                  <a:pt x="77909" y="51550"/>
                  <a:pt x="77884" y="51674"/>
                </a:cubicBezTo>
                <a:lnTo>
                  <a:pt x="77785" y="52047"/>
                </a:lnTo>
                <a:lnTo>
                  <a:pt x="77785" y="52072"/>
                </a:lnTo>
                <a:cubicBezTo>
                  <a:pt x="77760" y="52246"/>
                  <a:pt x="77685" y="52371"/>
                  <a:pt x="77660" y="52520"/>
                </a:cubicBezTo>
                <a:cubicBezTo>
                  <a:pt x="77636" y="52645"/>
                  <a:pt x="77586" y="52794"/>
                  <a:pt x="77536" y="52919"/>
                </a:cubicBezTo>
                <a:lnTo>
                  <a:pt x="77536" y="52943"/>
                </a:lnTo>
                <a:cubicBezTo>
                  <a:pt x="77511" y="53043"/>
                  <a:pt x="77486" y="53118"/>
                  <a:pt x="77461" y="53192"/>
                </a:cubicBezTo>
                <a:lnTo>
                  <a:pt x="77412" y="53167"/>
                </a:lnTo>
                <a:lnTo>
                  <a:pt x="77387" y="53143"/>
                </a:lnTo>
                <a:cubicBezTo>
                  <a:pt x="77387" y="53118"/>
                  <a:pt x="77387" y="53118"/>
                  <a:pt x="77412" y="53068"/>
                </a:cubicBezTo>
                <a:cubicBezTo>
                  <a:pt x="77461" y="52993"/>
                  <a:pt x="77486" y="52894"/>
                  <a:pt x="77511" y="52819"/>
                </a:cubicBezTo>
                <a:cubicBezTo>
                  <a:pt x="77611" y="52620"/>
                  <a:pt x="77660" y="52371"/>
                  <a:pt x="77735" y="52147"/>
                </a:cubicBezTo>
                <a:lnTo>
                  <a:pt x="77735" y="52122"/>
                </a:lnTo>
                <a:cubicBezTo>
                  <a:pt x="77760" y="52022"/>
                  <a:pt x="77785" y="51898"/>
                  <a:pt x="77835" y="51798"/>
                </a:cubicBezTo>
                <a:cubicBezTo>
                  <a:pt x="77835" y="51774"/>
                  <a:pt x="77835" y="51774"/>
                  <a:pt x="77860" y="51749"/>
                </a:cubicBezTo>
                <a:cubicBezTo>
                  <a:pt x="77909" y="51525"/>
                  <a:pt x="77984" y="51276"/>
                  <a:pt x="78034" y="51052"/>
                </a:cubicBezTo>
                <a:lnTo>
                  <a:pt x="78034" y="51027"/>
                </a:lnTo>
                <a:cubicBezTo>
                  <a:pt x="78084" y="50927"/>
                  <a:pt x="78108" y="50803"/>
                  <a:pt x="78108" y="50728"/>
                </a:cubicBezTo>
                <a:lnTo>
                  <a:pt x="78108" y="50678"/>
                </a:lnTo>
                <a:cubicBezTo>
                  <a:pt x="78158" y="50429"/>
                  <a:pt x="78208" y="50180"/>
                  <a:pt x="78258" y="49932"/>
                </a:cubicBezTo>
                <a:cubicBezTo>
                  <a:pt x="78258" y="49857"/>
                  <a:pt x="78283" y="49757"/>
                  <a:pt x="78283" y="49683"/>
                </a:cubicBezTo>
                <a:cubicBezTo>
                  <a:pt x="78283" y="49633"/>
                  <a:pt x="78333" y="49533"/>
                  <a:pt x="78333" y="49484"/>
                </a:cubicBezTo>
                <a:lnTo>
                  <a:pt x="78333" y="49434"/>
                </a:lnTo>
                <a:cubicBezTo>
                  <a:pt x="78357" y="49235"/>
                  <a:pt x="78382" y="49011"/>
                  <a:pt x="78407" y="48762"/>
                </a:cubicBezTo>
                <a:lnTo>
                  <a:pt x="78407" y="48737"/>
                </a:lnTo>
                <a:lnTo>
                  <a:pt x="78407" y="48637"/>
                </a:lnTo>
                <a:cubicBezTo>
                  <a:pt x="78457" y="48438"/>
                  <a:pt x="78457" y="48264"/>
                  <a:pt x="78457" y="48065"/>
                </a:cubicBezTo>
                <a:lnTo>
                  <a:pt x="78457" y="47816"/>
                </a:lnTo>
                <a:lnTo>
                  <a:pt x="78457" y="47791"/>
                </a:lnTo>
                <a:lnTo>
                  <a:pt x="78457" y="47393"/>
                </a:lnTo>
                <a:lnTo>
                  <a:pt x="78457" y="47069"/>
                </a:lnTo>
                <a:lnTo>
                  <a:pt x="78457" y="47044"/>
                </a:lnTo>
                <a:lnTo>
                  <a:pt x="78457" y="46945"/>
                </a:lnTo>
                <a:cubicBezTo>
                  <a:pt x="78457" y="46845"/>
                  <a:pt x="78457" y="46795"/>
                  <a:pt x="78407" y="46696"/>
                </a:cubicBezTo>
                <a:cubicBezTo>
                  <a:pt x="78407" y="46571"/>
                  <a:pt x="78407" y="46422"/>
                  <a:pt x="78382" y="46298"/>
                </a:cubicBezTo>
                <a:cubicBezTo>
                  <a:pt x="78382" y="46198"/>
                  <a:pt x="78357" y="46098"/>
                  <a:pt x="78357" y="46024"/>
                </a:cubicBezTo>
                <a:cubicBezTo>
                  <a:pt x="78333" y="45849"/>
                  <a:pt x="78333" y="45700"/>
                  <a:pt x="78283" y="45576"/>
                </a:cubicBezTo>
                <a:cubicBezTo>
                  <a:pt x="78283" y="45551"/>
                  <a:pt x="78258" y="45476"/>
                  <a:pt x="78258" y="45451"/>
                </a:cubicBezTo>
                <a:cubicBezTo>
                  <a:pt x="78258" y="45426"/>
                  <a:pt x="78258" y="45401"/>
                  <a:pt x="78233" y="45352"/>
                </a:cubicBezTo>
                <a:lnTo>
                  <a:pt x="78233" y="45327"/>
                </a:lnTo>
                <a:cubicBezTo>
                  <a:pt x="78233" y="45302"/>
                  <a:pt x="78208" y="45227"/>
                  <a:pt x="78208" y="45202"/>
                </a:cubicBezTo>
                <a:close/>
                <a:moveTo>
                  <a:pt x="72757" y="46820"/>
                </a:moveTo>
                <a:cubicBezTo>
                  <a:pt x="71911" y="48936"/>
                  <a:pt x="70766" y="51101"/>
                  <a:pt x="69372" y="53267"/>
                </a:cubicBezTo>
                <a:cubicBezTo>
                  <a:pt x="69322" y="53267"/>
                  <a:pt x="69322" y="53267"/>
                  <a:pt x="69297" y="53242"/>
                </a:cubicBezTo>
                <a:cubicBezTo>
                  <a:pt x="70691" y="51126"/>
                  <a:pt x="71811" y="48936"/>
                  <a:pt x="72657" y="46870"/>
                </a:cubicBezTo>
                <a:cubicBezTo>
                  <a:pt x="72682" y="46870"/>
                  <a:pt x="72732" y="46820"/>
                  <a:pt x="72757" y="46820"/>
                </a:cubicBezTo>
                <a:close/>
                <a:moveTo>
                  <a:pt x="74026" y="48861"/>
                </a:moveTo>
                <a:cubicBezTo>
                  <a:pt x="74773" y="50355"/>
                  <a:pt x="75819" y="51798"/>
                  <a:pt x="77163" y="53242"/>
                </a:cubicBezTo>
                <a:cubicBezTo>
                  <a:pt x="77163" y="53267"/>
                  <a:pt x="77138" y="53267"/>
                  <a:pt x="77138" y="53292"/>
                </a:cubicBezTo>
                <a:cubicBezTo>
                  <a:pt x="75794" y="51873"/>
                  <a:pt x="74748" y="50380"/>
                  <a:pt x="74001" y="48911"/>
                </a:cubicBezTo>
                <a:cubicBezTo>
                  <a:pt x="74001" y="48886"/>
                  <a:pt x="74026" y="48886"/>
                  <a:pt x="74026" y="48861"/>
                </a:cubicBezTo>
                <a:close/>
                <a:moveTo>
                  <a:pt x="67331" y="53068"/>
                </a:moveTo>
                <a:cubicBezTo>
                  <a:pt x="67779" y="53068"/>
                  <a:pt x="68326" y="53167"/>
                  <a:pt x="68998" y="53367"/>
                </a:cubicBezTo>
                <a:cubicBezTo>
                  <a:pt x="68998" y="53391"/>
                  <a:pt x="68949" y="53391"/>
                  <a:pt x="68949" y="53416"/>
                </a:cubicBezTo>
                <a:cubicBezTo>
                  <a:pt x="68325" y="53249"/>
                  <a:pt x="67794" y="53165"/>
                  <a:pt x="67356" y="53165"/>
                </a:cubicBezTo>
                <a:cubicBezTo>
                  <a:pt x="67078" y="53165"/>
                  <a:pt x="66837" y="53199"/>
                  <a:pt x="66634" y="53267"/>
                </a:cubicBezTo>
                <a:cubicBezTo>
                  <a:pt x="66659" y="53242"/>
                  <a:pt x="66683" y="53217"/>
                  <a:pt x="66683" y="53167"/>
                </a:cubicBezTo>
                <a:cubicBezTo>
                  <a:pt x="66883" y="53118"/>
                  <a:pt x="67082" y="53068"/>
                  <a:pt x="67331" y="53068"/>
                </a:cubicBezTo>
                <a:close/>
                <a:moveTo>
                  <a:pt x="54960" y="44704"/>
                </a:moveTo>
                <a:cubicBezTo>
                  <a:pt x="55109" y="44879"/>
                  <a:pt x="55234" y="45028"/>
                  <a:pt x="55383" y="45177"/>
                </a:cubicBezTo>
                <a:cubicBezTo>
                  <a:pt x="55209" y="45302"/>
                  <a:pt x="55059" y="45426"/>
                  <a:pt x="54860" y="45551"/>
                </a:cubicBezTo>
                <a:lnTo>
                  <a:pt x="54835" y="45551"/>
                </a:lnTo>
                <a:cubicBezTo>
                  <a:pt x="54761" y="45576"/>
                  <a:pt x="54736" y="45601"/>
                  <a:pt x="54686" y="45650"/>
                </a:cubicBezTo>
                <a:cubicBezTo>
                  <a:pt x="54636" y="45675"/>
                  <a:pt x="54586" y="45700"/>
                  <a:pt x="54561" y="45750"/>
                </a:cubicBezTo>
                <a:lnTo>
                  <a:pt x="53715" y="46397"/>
                </a:lnTo>
                <a:lnTo>
                  <a:pt x="53641" y="46447"/>
                </a:lnTo>
                <a:cubicBezTo>
                  <a:pt x="53616" y="46472"/>
                  <a:pt x="53591" y="46522"/>
                  <a:pt x="53566" y="46522"/>
                </a:cubicBezTo>
                <a:cubicBezTo>
                  <a:pt x="53018" y="46945"/>
                  <a:pt x="52496" y="47393"/>
                  <a:pt x="51973" y="47866"/>
                </a:cubicBezTo>
                <a:lnTo>
                  <a:pt x="51873" y="47940"/>
                </a:lnTo>
                <a:cubicBezTo>
                  <a:pt x="51823" y="48015"/>
                  <a:pt x="51749" y="48040"/>
                  <a:pt x="51699" y="48115"/>
                </a:cubicBezTo>
                <a:cubicBezTo>
                  <a:pt x="51624" y="48139"/>
                  <a:pt x="51599" y="48189"/>
                  <a:pt x="51525" y="48239"/>
                </a:cubicBezTo>
                <a:lnTo>
                  <a:pt x="51450" y="48314"/>
                </a:lnTo>
                <a:cubicBezTo>
                  <a:pt x="51002" y="48737"/>
                  <a:pt x="50604" y="49110"/>
                  <a:pt x="50156" y="49508"/>
                </a:cubicBezTo>
                <a:lnTo>
                  <a:pt x="49982" y="49683"/>
                </a:lnTo>
                <a:lnTo>
                  <a:pt x="49658" y="50006"/>
                </a:lnTo>
                <a:lnTo>
                  <a:pt x="49384" y="50280"/>
                </a:lnTo>
                <a:cubicBezTo>
                  <a:pt x="49235" y="50429"/>
                  <a:pt x="49085" y="50629"/>
                  <a:pt x="48911" y="50778"/>
                </a:cubicBezTo>
                <a:cubicBezTo>
                  <a:pt x="48662" y="51027"/>
                  <a:pt x="48413" y="51276"/>
                  <a:pt x="48214" y="51550"/>
                </a:cubicBezTo>
                <a:cubicBezTo>
                  <a:pt x="48164" y="51599"/>
                  <a:pt x="48140" y="51624"/>
                  <a:pt x="48140" y="51649"/>
                </a:cubicBezTo>
                <a:lnTo>
                  <a:pt x="48090" y="51724"/>
                </a:lnTo>
                <a:cubicBezTo>
                  <a:pt x="47542" y="52296"/>
                  <a:pt x="47019" y="52894"/>
                  <a:pt x="46547" y="53491"/>
                </a:cubicBezTo>
                <a:lnTo>
                  <a:pt x="46148" y="53093"/>
                </a:lnTo>
                <a:cubicBezTo>
                  <a:pt x="48911" y="50230"/>
                  <a:pt x="51848" y="47393"/>
                  <a:pt x="54960" y="44704"/>
                </a:cubicBezTo>
                <a:close/>
                <a:moveTo>
                  <a:pt x="69197" y="53391"/>
                </a:moveTo>
                <a:cubicBezTo>
                  <a:pt x="69197" y="53391"/>
                  <a:pt x="69247" y="53416"/>
                  <a:pt x="69272" y="53416"/>
                </a:cubicBezTo>
                <a:cubicBezTo>
                  <a:pt x="69272" y="53466"/>
                  <a:pt x="69247" y="53466"/>
                  <a:pt x="69247" y="53491"/>
                </a:cubicBezTo>
                <a:cubicBezTo>
                  <a:pt x="69197" y="53491"/>
                  <a:pt x="69197" y="53491"/>
                  <a:pt x="69173" y="53466"/>
                </a:cubicBezTo>
                <a:cubicBezTo>
                  <a:pt x="69173" y="53416"/>
                  <a:pt x="69197" y="53416"/>
                  <a:pt x="69197" y="53391"/>
                </a:cubicBezTo>
                <a:close/>
                <a:moveTo>
                  <a:pt x="73006" y="46696"/>
                </a:moveTo>
                <a:cubicBezTo>
                  <a:pt x="73180" y="47318"/>
                  <a:pt x="73404" y="47990"/>
                  <a:pt x="73678" y="48612"/>
                </a:cubicBezTo>
                <a:cubicBezTo>
                  <a:pt x="72558" y="50255"/>
                  <a:pt x="71388" y="51873"/>
                  <a:pt x="70118" y="53491"/>
                </a:cubicBezTo>
                <a:cubicBezTo>
                  <a:pt x="69894" y="53416"/>
                  <a:pt x="69695" y="53367"/>
                  <a:pt x="69546" y="53292"/>
                </a:cubicBezTo>
                <a:cubicBezTo>
                  <a:pt x="70990" y="51101"/>
                  <a:pt x="72135" y="48861"/>
                  <a:pt x="73006" y="46696"/>
                </a:cubicBezTo>
                <a:close/>
                <a:moveTo>
                  <a:pt x="73777" y="48811"/>
                </a:moveTo>
                <a:cubicBezTo>
                  <a:pt x="73777" y="48811"/>
                  <a:pt x="73777" y="48861"/>
                  <a:pt x="73802" y="48861"/>
                </a:cubicBezTo>
                <a:cubicBezTo>
                  <a:pt x="72732" y="50429"/>
                  <a:pt x="71562" y="51998"/>
                  <a:pt x="70367" y="53541"/>
                </a:cubicBezTo>
                <a:lnTo>
                  <a:pt x="70318" y="53541"/>
                </a:lnTo>
                <a:cubicBezTo>
                  <a:pt x="71512" y="52022"/>
                  <a:pt x="72682" y="50429"/>
                  <a:pt x="73777" y="48811"/>
                </a:cubicBezTo>
                <a:close/>
                <a:moveTo>
                  <a:pt x="23522" y="45650"/>
                </a:moveTo>
                <a:lnTo>
                  <a:pt x="23572" y="45675"/>
                </a:lnTo>
                <a:cubicBezTo>
                  <a:pt x="21506" y="48264"/>
                  <a:pt x="19589" y="50902"/>
                  <a:pt x="17772" y="53591"/>
                </a:cubicBezTo>
                <a:lnTo>
                  <a:pt x="17723" y="53591"/>
                </a:lnTo>
                <a:cubicBezTo>
                  <a:pt x="19515" y="50927"/>
                  <a:pt x="21456" y="48264"/>
                  <a:pt x="23522" y="45650"/>
                </a:cubicBezTo>
                <a:close/>
                <a:moveTo>
                  <a:pt x="117710" y="41344"/>
                </a:moveTo>
                <a:lnTo>
                  <a:pt x="117710" y="41344"/>
                </a:lnTo>
                <a:cubicBezTo>
                  <a:pt x="117685" y="41593"/>
                  <a:pt x="117660" y="41842"/>
                  <a:pt x="117660" y="42066"/>
                </a:cubicBezTo>
                <a:cubicBezTo>
                  <a:pt x="117461" y="43584"/>
                  <a:pt x="117212" y="45327"/>
                  <a:pt x="116988" y="46671"/>
                </a:cubicBezTo>
                <a:cubicBezTo>
                  <a:pt x="116839" y="47642"/>
                  <a:pt x="116540" y="49060"/>
                  <a:pt x="116217" y="50156"/>
                </a:cubicBezTo>
                <a:cubicBezTo>
                  <a:pt x="116117" y="50479"/>
                  <a:pt x="116043" y="50778"/>
                  <a:pt x="115943" y="51126"/>
                </a:cubicBezTo>
                <a:cubicBezTo>
                  <a:pt x="115719" y="51923"/>
                  <a:pt x="115470" y="52869"/>
                  <a:pt x="115196" y="53715"/>
                </a:cubicBezTo>
                <a:lnTo>
                  <a:pt x="115196" y="53541"/>
                </a:lnTo>
                <a:cubicBezTo>
                  <a:pt x="115719" y="51599"/>
                  <a:pt x="116067" y="49658"/>
                  <a:pt x="116291" y="47816"/>
                </a:cubicBezTo>
                <a:cubicBezTo>
                  <a:pt x="116914" y="45625"/>
                  <a:pt x="117412" y="43460"/>
                  <a:pt x="117710" y="41344"/>
                </a:cubicBezTo>
                <a:close/>
                <a:moveTo>
                  <a:pt x="46049" y="53267"/>
                </a:moveTo>
                <a:lnTo>
                  <a:pt x="46472" y="53665"/>
                </a:lnTo>
                <a:cubicBezTo>
                  <a:pt x="46472" y="53715"/>
                  <a:pt x="46472" y="53715"/>
                  <a:pt x="46422" y="53740"/>
                </a:cubicBezTo>
                <a:lnTo>
                  <a:pt x="46024" y="53342"/>
                </a:lnTo>
                <a:cubicBezTo>
                  <a:pt x="46024" y="53292"/>
                  <a:pt x="46049" y="53292"/>
                  <a:pt x="46049" y="53267"/>
                </a:cubicBezTo>
                <a:close/>
                <a:moveTo>
                  <a:pt x="69421" y="53491"/>
                </a:moveTo>
                <a:cubicBezTo>
                  <a:pt x="69621" y="53541"/>
                  <a:pt x="69770" y="53615"/>
                  <a:pt x="69944" y="53665"/>
                </a:cubicBezTo>
                <a:cubicBezTo>
                  <a:pt x="69944" y="53690"/>
                  <a:pt x="69919" y="53690"/>
                  <a:pt x="69919" y="53740"/>
                </a:cubicBezTo>
                <a:cubicBezTo>
                  <a:pt x="69720" y="53665"/>
                  <a:pt x="69571" y="53615"/>
                  <a:pt x="69397" y="53541"/>
                </a:cubicBezTo>
                <a:cubicBezTo>
                  <a:pt x="69421" y="53516"/>
                  <a:pt x="69421" y="53491"/>
                  <a:pt x="69421" y="53491"/>
                </a:cubicBezTo>
                <a:close/>
                <a:moveTo>
                  <a:pt x="54494" y="46213"/>
                </a:moveTo>
                <a:cubicBezTo>
                  <a:pt x="54460" y="46240"/>
                  <a:pt x="54425" y="46268"/>
                  <a:pt x="54387" y="46298"/>
                </a:cubicBezTo>
                <a:cubicBezTo>
                  <a:pt x="54238" y="46422"/>
                  <a:pt x="54064" y="46546"/>
                  <a:pt x="53889" y="46696"/>
                </a:cubicBezTo>
                <a:cubicBezTo>
                  <a:pt x="53865" y="46746"/>
                  <a:pt x="53840" y="46746"/>
                  <a:pt x="53815" y="46770"/>
                </a:cubicBezTo>
                <a:cubicBezTo>
                  <a:pt x="53740" y="46820"/>
                  <a:pt x="53641" y="46895"/>
                  <a:pt x="53591" y="46945"/>
                </a:cubicBezTo>
                <a:cubicBezTo>
                  <a:pt x="53566" y="46970"/>
                  <a:pt x="53516" y="46970"/>
                  <a:pt x="53491" y="47019"/>
                </a:cubicBezTo>
                <a:lnTo>
                  <a:pt x="53466" y="47044"/>
                </a:lnTo>
                <a:cubicBezTo>
                  <a:pt x="53267" y="47194"/>
                  <a:pt x="53068" y="47343"/>
                  <a:pt x="52869" y="47542"/>
                </a:cubicBezTo>
                <a:lnTo>
                  <a:pt x="52844" y="47567"/>
                </a:lnTo>
                <a:lnTo>
                  <a:pt x="52769" y="47642"/>
                </a:lnTo>
                <a:cubicBezTo>
                  <a:pt x="52744" y="47642"/>
                  <a:pt x="52744" y="47667"/>
                  <a:pt x="52720" y="47667"/>
                </a:cubicBezTo>
                <a:cubicBezTo>
                  <a:pt x="52122" y="48164"/>
                  <a:pt x="51575" y="48687"/>
                  <a:pt x="51002" y="49210"/>
                </a:cubicBezTo>
                <a:cubicBezTo>
                  <a:pt x="51002" y="49210"/>
                  <a:pt x="50977" y="49210"/>
                  <a:pt x="50977" y="49260"/>
                </a:cubicBezTo>
                <a:lnTo>
                  <a:pt x="50878" y="49334"/>
                </a:lnTo>
                <a:lnTo>
                  <a:pt x="49658" y="50554"/>
                </a:lnTo>
                <a:lnTo>
                  <a:pt x="49608" y="50629"/>
                </a:lnTo>
                <a:lnTo>
                  <a:pt x="49509" y="50703"/>
                </a:lnTo>
                <a:lnTo>
                  <a:pt x="49359" y="50877"/>
                </a:lnTo>
                <a:cubicBezTo>
                  <a:pt x="49011" y="51251"/>
                  <a:pt x="48637" y="51624"/>
                  <a:pt x="48289" y="51998"/>
                </a:cubicBezTo>
                <a:lnTo>
                  <a:pt x="48140" y="52147"/>
                </a:lnTo>
                <a:lnTo>
                  <a:pt x="48040" y="52246"/>
                </a:lnTo>
                <a:cubicBezTo>
                  <a:pt x="48015" y="52271"/>
                  <a:pt x="47990" y="52321"/>
                  <a:pt x="47965" y="52371"/>
                </a:cubicBezTo>
                <a:cubicBezTo>
                  <a:pt x="47916" y="52396"/>
                  <a:pt x="47916" y="52421"/>
                  <a:pt x="47891" y="52421"/>
                </a:cubicBezTo>
                <a:cubicBezTo>
                  <a:pt x="47517" y="52869"/>
                  <a:pt x="47119" y="53317"/>
                  <a:pt x="46746" y="53765"/>
                </a:cubicBezTo>
                <a:lnTo>
                  <a:pt x="46721" y="53740"/>
                </a:lnTo>
                <a:cubicBezTo>
                  <a:pt x="46870" y="53541"/>
                  <a:pt x="46995" y="53367"/>
                  <a:pt x="47144" y="53217"/>
                </a:cubicBezTo>
                <a:cubicBezTo>
                  <a:pt x="47219" y="53118"/>
                  <a:pt x="47293" y="53018"/>
                  <a:pt x="47368" y="52943"/>
                </a:cubicBezTo>
                <a:cubicBezTo>
                  <a:pt x="47766" y="52446"/>
                  <a:pt x="48214" y="51998"/>
                  <a:pt x="48637" y="51500"/>
                </a:cubicBezTo>
                <a:cubicBezTo>
                  <a:pt x="48737" y="51400"/>
                  <a:pt x="48787" y="51301"/>
                  <a:pt x="48886" y="51251"/>
                </a:cubicBezTo>
                <a:cubicBezTo>
                  <a:pt x="49334" y="50778"/>
                  <a:pt x="49782" y="50305"/>
                  <a:pt x="50255" y="49832"/>
                </a:cubicBezTo>
                <a:lnTo>
                  <a:pt x="50479" y="49633"/>
                </a:lnTo>
                <a:cubicBezTo>
                  <a:pt x="50977" y="49160"/>
                  <a:pt x="51450" y="48687"/>
                  <a:pt x="51973" y="48264"/>
                </a:cubicBezTo>
                <a:cubicBezTo>
                  <a:pt x="52023" y="48239"/>
                  <a:pt x="52072" y="48164"/>
                  <a:pt x="52122" y="48139"/>
                </a:cubicBezTo>
                <a:lnTo>
                  <a:pt x="53242" y="47194"/>
                </a:lnTo>
                <a:lnTo>
                  <a:pt x="53715" y="46820"/>
                </a:lnTo>
                <a:lnTo>
                  <a:pt x="53815" y="46721"/>
                </a:lnTo>
                <a:cubicBezTo>
                  <a:pt x="54033" y="46546"/>
                  <a:pt x="54271" y="46371"/>
                  <a:pt x="54494" y="46213"/>
                </a:cubicBezTo>
                <a:close/>
                <a:moveTo>
                  <a:pt x="114997" y="53342"/>
                </a:moveTo>
                <a:lnTo>
                  <a:pt x="114997" y="53541"/>
                </a:lnTo>
                <a:cubicBezTo>
                  <a:pt x="114997" y="53615"/>
                  <a:pt x="114972" y="53715"/>
                  <a:pt x="114947" y="53765"/>
                </a:cubicBezTo>
                <a:lnTo>
                  <a:pt x="114947" y="53541"/>
                </a:lnTo>
                <a:cubicBezTo>
                  <a:pt x="114972" y="53491"/>
                  <a:pt x="114972" y="53391"/>
                  <a:pt x="114997" y="53342"/>
                </a:cubicBezTo>
                <a:close/>
                <a:moveTo>
                  <a:pt x="17673" y="53765"/>
                </a:moveTo>
                <a:cubicBezTo>
                  <a:pt x="17673" y="53790"/>
                  <a:pt x="17648" y="53790"/>
                  <a:pt x="17648" y="53839"/>
                </a:cubicBezTo>
                <a:lnTo>
                  <a:pt x="17598" y="53839"/>
                </a:lnTo>
                <a:cubicBezTo>
                  <a:pt x="17598" y="53790"/>
                  <a:pt x="17623" y="53790"/>
                  <a:pt x="17623" y="53765"/>
                </a:cubicBezTo>
                <a:close/>
                <a:moveTo>
                  <a:pt x="66293" y="53362"/>
                </a:moveTo>
                <a:cubicBezTo>
                  <a:pt x="66172" y="53507"/>
                  <a:pt x="66031" y="53673"/>
                  <a:pt x="65912" y="53839"/>
                </a:cubicBezTo>
                <a:cubicBezTo>
                  <a:pt x="65912" y="53790"/>
                  <a:pt x="65937" y="53765"/>
                  <a:pt x="65937" y="53740"/>
                </a:cubicBezTo>
                <a:lnTo>
                  <a:pt x="65937" y="53690"/>
                </a:lnTo>
                <a:cubicBezTo>
                  <a:pt x="65937" y="53665"/>
                  <a:pt x="65962" y="53640"/>
                  <a:pt x="65962" y="53615"/>
                </a:cubicBezTo>
                <a:cubicBezTo>
                  <a:pt x="66036" y="53516"/>
                  <a:pt x="66086" y="53416"/>
                  <a:pt x="66186" y="53367"/>
                </a:cubicBezTo>
                <a:lnTo>
                  <a:pt x="66211" y="53367"/>
                </a:lnTo>
                <a:cubicBezTo>
                  <a:pt x="66252" y="53367"/>
                  <a:pt x="66278" y="53367"/>
                  <a:pt x="66293" y="53362"/>
                </a:cubicBezTo>
                <a:close/>
                <a:moveTo>
                  <a:pt x="23721" y="45800"/>
                </a:moveTo>
                <a:cubicBezTo>
                  <a:pt x="24070" y="46173"/>
                  <a:pt x="24393" y="46546"/>
                  <a:pt x="24767" y="46895"/>
                </a:cubicBezTo>
                <a:cubicBezTo>
                  <a:pt x="23398" y="49235"/>
                  <a:pt x="22278" y="51599"/>
                  <a:pt x="21456" y="53864"/>
                </a:cubicBezTo>
                <a:cubicBezTo>
                  <a:pt x="20286" y="53715"/>
                  <a:pt x="19166" y="53615"/>
                  <a:pt x="18046" y="53591"/>
                </a:cubicBezTo>
                <a:cubicBezTo>
                  <a:pt x="19789" y="50977"/>
                  <a:pt x="21705" y="48388"/>
                  <a:pt x="23721" y="45800"/>
                </a:cubicBezTo>
                <a:close/>
                <a:moveTo>
                  <a:pt x="24891" y="47019"/>
                </a:moveTo>
                <a:lnTo>
                  <a:pt x="24916" y="47044"/>
                </a:lnTo>
                <a:cubicBezTo>
                  <a:pt x="23597" y="49359"/>
                  <a:pt x="22502" y="51649"/>
                  <a:pt x="21655" y="53889"/>
                </a:cubicBezTo>
                <a:lnTo>
                  <a:pt x="21606" y="53889"/>
                </a:lnTo>
                <a:cubicBezTo>
                  <a:pt x="22452" y="51649"/>
                  <a:pt x="23572" y="49359"/>
                  <a:pt x="24891" y="47019"/>
                </a:cubicBezTo>
                <a:close/>
                <a:moveTo>
                  <a:pt x="37835" y="46273"/>
                </a:moveTo>
                <a:cubicBezTo>
                  <a:pt x="37959" y="46372"/>
                  <a:pt x="38059" y="46447"/>
                  <a:pt x="38183" y="46546"/>
                </a:cubicBezTo>
                <a:cubicBezTo>
                  <a:pt x="36291" y="48936"/>
                  <a:pt x="34698" y="51425"/>
                  <a:pt x="33454" y="53889"/>
                </a:cubicBezTo>
                <a:cubicBezTo>
                  <a:pt x="33031" y="53541"/>
                  <a:pt x="32583" y="53217"/>
                  <a:pt x="32184" y="52869"/>
                </a:cubicBezTo>
                <a:cubicBezTo>
                  <a:pt x="33952" y="50629"/>
                  <a:pt x="35818" y="48413"/>
                  <a:pt x="37835" y="46273"/>
                </a:cubicBezTo>
                <a:close/>
                <a:moveTo>
                  <a:pt x="38308" y="46646"/>
                </a:moveTo>
                <a:cubicBezTo>
                  <a:pt x="38332" y="46646"/>
                  <a:pt x="38332" y="46671"/>
                  <a:pt x="38382" y="46671"/>
                </a:cubicBezTo>
                <a:cubicBezTo>
                  <a:pt x="36466" y="49060"/>
                  <a:pt x="34898" y="51550"/>
                  <a:pt x="33653" y="54014"/>
                </a:cubicBezTo>
                <a:cubicBezTo>
                  <a:pt x="33603" y="54014"/>
                  <a:pt x="33603" y="53989"/>
                  <a:pt x="33578" y="53989"/>
                </a:cubicBezTo>
                <a:cubicBezTo>
                  <a:pt x="34823" y="51525"/>
                  <a:pt x="36416" y="49036"/>
                  <a:pt x="38308" y="46646"/>
                </a:cubicBezTo>
                <a:close/>
                <a:moveTo>
                  <a:pt x="17897" y="53790"/>
                </a:moveTo>
                <a:cubicBezTo>
                  <a:pt x="19017" y="53839"/>
                  <a:pt x="20212" y="53889"/>
                  <a:pt x="21357" y="54039"/>
                </a:cubicBezTo>
                <a:lnTo>
                  <a:pt x="21357" y="54113"/>
                </a:lnTo>
                <a:cubicBezTo>
                  <a:pt x="20162" y="53964"/>
                  <a:pt x="19017" y="53864"/>
                  <a:pt x="17872" y="53864"/>
                </a:cubicBezTo>
                <a:cubicBezTo>
                  <a:pt x="17872" y="53839"/>
                  <a:pt x="17897" y="53839"/>
                  <a:pt x="17897" y="53790"/>
                </a:cubicBezTo>
                <a:close/>
                <a:moveTo>
                  <a:pt x="32035" y="52993"/>
                </a:moveTo>
                <a:cubicBezTo>
                  <a:pt x="32483" y="53342"/>
                  <a:pt x="32931" y="53715"/>
                  <a:pt x="33354" y="54039"/>
                </a:cubicBezTo>
                <a:cubicBezTo>
                  <a:pt x="33354" y="54088"/>
                  <a:pt x="33329" y="54088"/>
                  <a:pt x="33329" y="54113"/>
                </a:cubicBezTo>
                <a:cubicBezTo>
                  <a:pt x="32906" y="53765"/>
                  <a:pt x="32433" y="53391"/>
                  <a:pt x="31985" y="53043"/>
                </a:cubicBezTo>
                <a:cubicBezTo>
                  <a:pt x="31985" y="53018"/>
                  <a:pt x="32035" y="53018"/>
                  <a:pt x="32035" y="52993"/>
                </a:cubicBezTo>
                <a:close/>
                <a:moveTo>
                  <a:pt x="21606" y="54088"/>
                </a:moveTo>
                <a:cubicBezTo>
                  <a:pt x="21606" y="54113"/>
                  <a:pt x="21606" y="54113"/>
                  <a:pt x="21581" y="54138"/>
                </a:cubicBezTo>
                <a:lnTo>
                  <a:pt x="21506" y="54138"/>
                </a:lnTo>
                <a:cubicBezTo>
                  <a:pt x="21506" y="54113"/>
                  <a:pt x="21506" y="54113"/>
                  <a:pt x="21531" y="54088"/>
                </a:cubicBezTo>
                <a:close/>
                <a:moveTo>
                  <a:pt x="19042" y="40174"/>
                </a:moveTo>
                <a:lnTo>
                  <a:pt x="19042" y="40199"/>
                </a:lnTo>
                <a:lnTo>
                  <a:pt x="19092" y="40224"/>
                </a:lnTo>
                <a:cubicBezTo>
                  <a:pt x="18992" y="40448"/>
                  <a:pt x="18893" y="40573"/>
                  <a:pt x="18793" y="40722"/>
                </a:cubicBezTo>
                <a:lnTo>
                  <a:pt x="17673" y="42415"/>
                </a:lnTo>
                <a:cubicBezTo>
                  <a:pt x="17499" y="42713"/>
                  <a:pt x="17275" y="43037"/>
                  <a:pt x="17100" y="43311"/>
                </a:cubicBezTo>
                <a:cubicBezTo>
                  <a:pt x="16802" y="43759"/>
                  <a:pt x="16553" y="44182"/>
                  <a:pt x="16304" y="44580"/>
                </a:cubicBezTo>
                <a:cubicBezTo>
                  <a:pt x="16154" y="44829"/>
                  <a:pt x="16030" y="45053"/>
                  <a:pt x="15881" y="45277"/>
                </a:cubicBezTo>
                <a:cubicBezTo>
                  <a:pt x="15507" y="45899"/>
                  <a:pt x="15184" y="46472"/>
                  <a:pt x="14860" y="47094"/>
                </a:cubicBezTo>
                <a:cubicBezTo>
                  <a:pt x="14561" y="47592"/>
                  <a:pt x="14313" y="48090"/>
                  <a:pt x="14064" y="48612"/>
                </a:cubicBezTo>
                <a:cubicBezTo>
                  <a:pt x="14064" y="48612"/>
                  <a:pt x="14064" y="48637"/>
                  <a:pt x="14039" y="48637"/>
                </a:cubicBezTo>
                <a:cubicBezTo>
                  <a:pt x="13939" y="48811"/>
                  <a:pt x="13865" y="49011"/>
                  <a:pt x="13765" y="49235"/>
                </a:cubicBezTo>
                <a:cubicBezTo>
                  <a:pt x="13541" y="49683"/>
                  <a:pt x="13317" y="50131"/>
                  <a:pt x="13118" y="50604"/>
                </a:cubicBezTo>
                <a:cubicBezTo>
                  <a:pt x="13043" y="50753"/>
                  <a:pt x="12944" y="50902"/>
                  <a:pt x="12894" y="51052"/>
                </a:cubicBezTo>
                <a:cubicBezTo>
                  <a:pt x="12421" y="52122"/>
                  <a:pt x="11948" y="53217"/>
                  <a:pt x="11575" y="54238"/>
                </a:cubicBezTo>
                <a:lnTo>
                  <a:pt x="11525" y="54238"/>
                </a:lnTo>
                <a:cubicBezTo>
                  <a:pt x="13192" y="49658"/>
                  <a:pt x="15781" y="44879"/>
                  <a:pt x="19042" y="40174"/>
                </a:cubicBezTo>
                <a:close/>
                <a:moveTo>
                  <a:pt x="19216" y="40473"/>
                </a:moveTo>
                <a:cubicBezTo>
                  <a:pt x="20212" y="41917"/>
                  <a:pt x="21606" y="43634"/>
                  <a:pt x="23398" y="45501"/>
                </a:cubicBezTo>
                <a:cubicBezTo>
                  <a:pt x="21282" y="48139"/>
                  <a:pt x="19341" y="50853"/>
                  <a:pt x="17499" y="53591"/>
                </a:cubicBezTo>
                <a:cubicBezTo>
                  <a:pt x="15507" y="53591"/>
                  <a:pt x="13566" y="53765"/>
                  <a:pt x="11799" y="54238"/>
                </a:cubicBezTo>
                <a:cubicBezTo>
                  <a:pt x="12670" y="51898"/>
                  <a:pt x="13765" y="49508"/>
                  <a:pt x="15109" y="47094"/>
                </a:cubicBezTo>
                <a:cubicBezTo>
                  <a:pt x="15258" y="46820"/>
                  <a:pt x="15408" y="46546"/>
                  <a:pt x="15557" y="46298"/>
                </a:cubicBezTo>
                <a:cubicBezTo>
                  <a:pt x="15731" y="46024"/>
                  <a:pt x="15881" y="45775"/>
                  <a:pt x="16030" y="45501"/>
                </a:cubicBezTo>
                <a:cubicBezTo>
                  <a:pt x="16304" y="45028"/>
                  <a:pt x="16603" y="44555"/>
                  <a:pt x="16876" y="44057"/>
                </a:cubicBezTo>
                <a:cubicBezTo>
                  <a:pt x="16926" y="44008"/>
                  <a:pt x="16976" y="43908"/>
                  <a:pt x="17001" y="43833"/>
                </a:cubicBezTo>
                <a:cubicBezTo>
                  <a:pt x="17349" y="43286"/>
                  <a:pt x="17723" y="42713"/>
                  <a:pt x="18046" y="42166"/>
                </a:cubicBezTo>
                <a:cubicBezTo>
                  <a:pt x="18420" y="41568"/>
                  <a:pt x="18793" y="41046"/>
                  <a:pt x="19216" y="40473"/>
                </a:cubicBezTo>
                <a:close/>
                <a:moveTo>
                  <a:pt x="33528" y="54138"/>
                </a:moveTo>
                <a:cubicBezTo>
                  <a:pt x="33553" y="54138"/>
                  <a:pt x="33553" y="54163"/>
                  <a:pt x="33578" y="54163"/>
                </a:cubicBezTo>
                <a:cubicBezTo>
                  <a:pt x="33578" y="54213"/>
                  <a:pt x="33553" y="54213"/>
                  <a:pt x="33553" y="54238"/>
                </a:cubicBezTo>
                <a:cubicBezTo>
                  <a:pt x="33528" y="54238"/>
                  <a:pt x="33479" y="54238"/>
                  <a:pt x="33479" y="54213"/>
                </a:cubicBezTo>
                <a:cubicBezTo>
                  <a:pt x="33479" y="54163"/>
                  <a:pt x="33528" y="54163"/>
                  <a:pt x="33528" y="54138"/>
                </a:cubicBezTo>
                <a:close/>
                <a:moveTo>
                  <a:pt x="17399" y="53790"/>
                </a:moveTo>
                <a:cubicBezTo>
                  <a:pt x="17374" y="53790"/>
                  <a:pt x="17374" y="53790"/>
                  <a:pt x="17349" y="53839"/>
                </a:cubicBezTo>
                <a:cubicBezTo>
                  <a:pt x="15358" y="53839"/>
                  <a:pt x="13441" y="54039"/>
                  <a:pt x="11699" y="54512"/>
                </a:cubicBezTo>
                <a:cubicBezTo>
                  <a:pt x="11699" y="54487"/>
                  <a:pt x="11749" y="54487"/>
                  <a:pt x="11749" y="54462"/>
                </a:cubicBezTo>
                <a:cubicBezTo>
                  <a:pt x="13516" y="53989"/>
                  <a:pt x="15408" y="53790"/>
                  <a:pt x="17399" y="53790"/>
                </a:cubicBezTo>
                <a:close/>
                <a:moveTo>
                  <a:pt x="118084" y="37735"/>
                </a:moveTo>
                <a:lnTo>
                  <a:pt x="118084" y="38482"/>
                </a:lnTo>
                <a:cubicBezTo>
                  <a:pt x="118059" y="39452"/>
                  <a:pt x="118034" y="40647"/>
                  <a:pt x="117909" y="41842"/>
                </a:cubicBezTo>
                <a:cubicBezTo>
                  <a:pt x="117909" y="41942"/>
                  <a:pt x="117860" y="42016"/>
                  <a:pt x="117860" y="42091"/>
                </a:cubicBezTo>
                <a:cubicBezTo>
                  <a:pt x="117660" y="43709"/>
                  <a:pt x="117436" y="45401"/>
                  <a:pt x="117212" y="46671"/>
                </a:cubicBezTo>
                <a:cubicBezTo>
                  <a:pt x="117188" y="46820"/>
                  <a:pt x="117163" y="46945"/>
                  <a:pt x="117113" y="47119"/>
                </a:cubicBezTo>
                <a:cubicBezTo>
                  <a:pt x="116964" y="47940"/>
                  <a:pt x="116764" y="48861"/>
                  <a:pt x="116540" y="49857"/>
                </a:cubicBezTo>
                <a:cubicBezTo>
                  <a:pt x="116491" y="49981"/>
                  <a:pt x="116466" y="50106"/>
                  <a:pt x="116441" y="50180"/>
                </a:cubicBezTo>
                <a:cubicBezTo>
                  <a:pt x="116366" y="50405"/>
                  <a:pt x="116316" y="50629"/>
                  <a:pt x="116242" y="50877"/>
                </a:cubicBezTo>
                <a:lnTo>
                  <a:pt x="116142" y="51151"/>
                </a:lnTo>
                <a:cubicBezTo>
                  <a:pt x="116043" y="51624"/>
                  <a:pt x="115868" y="52172"/>
                  <a:pt x="115719" y="52719"/>
                </a:cubicBezTo>
                <a:cubicBezTo>
                  <a:pt x="115520" y="53292"/>
                  <a:pt x="115346" y="53914"/>
                  <a:pt x="115122" y="54586"/>
                </a:cubicBezTo>
                <a:cubicBezTo>
                  <a:pt x="115122" y="54611"/>
                  <a:pt x="115097" y="54611"/>
                  <a:pt x="115097" y="54636"/>
                </a:cubicBezTo>
                <a:cubicBezTo>
                  <a:pt x="115097" y="54586"/>
                  <a:pt x="115122" y="54536"/>
                  <a:pt x="115122" y="54487"/>
                </a:cubicBezTo>
                <a:lnTo>
                  <a:pt x="115122" y="54362"/>
                </a:lnTo>
                <a:cubicBezTo>
                  <a:pt x="115470" y="53391"/>
                  <a:pt x="115819" y="52147"/>
                  <a:pt x="116092" y="51151"/>
                </a:cubicBezTo>
                <a:cubicBezTo>
                  <a:pt x="116192" y="50803"/>
                  <a:pt x="116291" y="50504"/>
                  <a:pt x="116366" y="50180"/>
                </a:cubicBezTo>
                <a:cubicBezTo>
                  <a:pt x="116690" y="49110"/>
                  <a:pt x="116964" y="47667"/>
                  <a:pt x="117163" y="46671"/>
                </a:cubicBezTo>
                <a:cubicBezTo>
                  <a:pt x="117412" y="45327"/>
                  <a:pt x="117611" y="43584"/>
                  <a:pt x="117810" y="42066"/>
                </a:cubicBezTo>
                <a:cubicBezTo>
                  <a:pt x="117934" y="41120"/>
                  <a:pt x="117984" y="39801"/>
                  <a:pt x="118034" y="38731"/>
                </a:cubicBezTo>
                <a:cubicBezTo>
                  <a:pt x="118059" y="38556"/>
                  <a:pt x="118059" y="38357"/>
                  <a:pt x="118059" y="38208"/>
                </a:cubicBezTo>
                <a:lnTo>
                  <a:pt x="118059" y="38083"/>
                </a:lnTo>
                <a:cubicBezTo>
                  <a:pt x="118059" y="37959"/>
                  <a:pt x="118059" y="37859"/>
                  <a:pt x="118084" y="37735"/>
                </a:cubicBezTo>
                <a:close/>
                <a:moveTo>
                  <a:pt x="62952" y="52842"/>
                </a:moveTo>
                <a:lnTo>
                  <a:pt x="62952" y="52842"/>
                </a:lnTo>
                <a:cubicBezTo>
                  <a:pt x="62941" y="52853"/>
                  <a:pt x="62931" y="52862"/>
                  <a:pt x="62925" y="52869"/>
                </a:cubicBezTo>
                <a:lnTo>
                  <a:pt x="62352" y="53342"/>
                </a:lnTo>
                <a:cubicBezTo>
                  <a:pt x="61979" y="53615"/>
                  <a:pt x="61606" y="53914"/>
                  <a:pt x="61307" y="54213"/>
                </a:cubicBezTo>
                <a:cubicBezTo>
                  <a:pt x="61034" y="54445"/>
                  <a:pt x="60760" y="54670"/>
                  <a:pt x="60495" y="54896"/>
                </a:cubicBezTo>
                <a:lnTo>
                  <a:pt x="60495" y="54896"/>
                </a:lnTo>
                <a:cubicBezTo>
                  <a:pt x="60654" y="54753"/>
                  <a:pt x="60809" y="54615"/>
                  <a:pt x="60959" y="54487"/>
                </a:cubicBezTo>
                <a:cubicBezTo>
                  <a:pt x="61058" y="54387"/>
                  <a:pt x="61183" y="54288"/>
                  <a:pt x="61282" y="54213"/>
                </a:cubicBezTo>
                <a:cubicBezTo>
                  <a:pt x="61307" y="54213"/>
                  <a:pt x="61307" y="54163"/>
                  <a:pt x="61332" y="54163"/>
                </a:cubicBezTo>
                <a:cubicBezTo>
                  <a:pt x="61606" y="53914"/>
                  <a:pt x="61929" y="53665"/>
                  <a:pt x="62228" y="53416"/>
                </a:cubicBezTo>
                <a:cubicBezTo>
                  <a:pt x="62352" y="53342"/>
                  <a:pt x="62452" y="53242"/>
                  <a:pt x="62576" y="53143"/>
                </a:cubicBezTo>
                <a:cubicBezTo>
                  <a:pt x="62651" y="53093"/>
                  <a:pt x="62726" y="53018"/>
                  <a:pt x="62800" y="52968"/>
                </a:cubicBezTo>
                <a:lnTo>
                  <a:pt x="62952" y="52842"/>
                </a:lnTo>
                <a:close/>
                <a:moveTo>
                  <a:pt x="78606" y="45675"/>
                </a:moveTo>
                <a:lnTo>
                  <a:pt x="78656" y="45725"/>
                </a:lnTo>
                <a:lnTo>
                  <a:pt x="78656" y="45700"/>
                </a:lnTo>
                <a:cubicBezTo>
                  <a:pt x="78706" y="45725"/>
                  <a:pt x="78731" y="45725"/>
                  <a:pt x="78731" y="45775"/>
                </a:cubicBezTo>
                <a:cubicBezTo>
                  <a:pt x="78756" y="45800"/>
                  <a:pt x="78830" y="45849"/>
                  <a:pt x="78880" y="45899"/>
                </a:cubicBezTo>
                <a:cubicBezTo>
                  <a:pt x="78930" y="45924"/>
                  <a:pt x="78980" y="45999"/>
                  <a:pt x="79029" y="46024"/>
                </a:cubicBezTo>
                <a:lnTo>
                  <a:pt x="79079" y="46049"/>
                </a:lnTo>
                <a:cubicBezTo>
                  <a:pt x="79204" y="46173"/>
                  <a:pt x="79328" y="46273"/>
                  <a:pt x="79477" y="46397"/>
                </a:cubicBezTo>
                <a:cubicBezTo>
                  <a:pt x="79602" y="46472"/>
                  <a:pt x="79726" y="46571"/>
                  <a:pt x="79851" y="46696"/>
                </a:cubicBezTo>
                <a:cubicBezTo>
                  <a:pt x="79901" y="46770"/>
                  <a:pt x="80000" y="46820"/>
                  <a:pt x="80075" y="46845"/>
                </a:cubicBezTo>
                <a:cubicBezTo>
                  <a:pt x="80125" y="46895"/>
                  <a:pt x="80174" y="46945"/>
                  <a:pt x="80224" y="46970"/>
                </a:cubicBezTo>
                <a:cubicBezTo>
                  <a:pt x="80374" y="47094"/>
                  <a:pt x="80523" y="47194"/>
                  <a:pt x="80697" y="47293"/>
                </a:cubicBezTo>
                <a:cubicBezTo>
                  <a:pt x="80722" y="47293"/>
                  <a:pt x="80722" y="47318"/>
                  <a:pt x="80747" y="47318"/>
                </a:cubicBezTo>
                <a:cubicBezTo>
                  <a:pt x="80822" y="47343"/>
                  <a:pt x="80847" y="47393"/>
                  <a:pt x="80896" y="47418"/>
                </a:cubicBezTo>
                <a:lnTo>
                  <a:pt x="80946" y="47442"/>
                </a:lnTo>
                <a:cubicBezTo>
                  <a:pt x="80971" y="47467"/>
                  <a:pt x="80996" y="47467"/>
                  <a:pt x="81021" y="47517"/>
                </a:cubicBezTo>
                <a:lnTo>
                  <a:pt x="81319" y="47691"/>
                </a:lnTo>
                <a:cubicBezTo>
                  <a:pt x="81394" y="47766"/>
                  <a:pt x="81469" y="47791"/>
                  <a:pt x="81568" y="47841"/>
                </a:cubicBezTo>
                <a:cubicBezTo>
                  <a:pt x="81643" y="47915"/>
                  <a:pt x="81743" y="47965"/>
                  <a:pt x="81842" y="48015"/>
                </a:cubicBezTo>
                <a:cubicBezTo>
                  <a:pt x="82016" y="48139"/>
                  <a:pt x="82240" y="48214"/>
                  <a:pt x="82440" y="48339"/>
                </a:cubicBezTo>
                <a:cubicBezTo>
                  <a:pt x="82489" y="48388"/>
                  <a:pt x="82589" y="48438"/>
                  <a:pt x="82639" y="48463"/>
                </a:cubicBezTo>
                <a:cubicBezTo>
                  <a:pt x="82763" y="48538"/>
                  <a:pt x="82888" y="48587"/>
                  <a:pt x="82987" y="48662"/>
                </a:cubicBezTo>
                <a:cubicBezTo>
                  <a:pt x="83087" y="48712"/>
                  <a:pt x="83211" y="48787"/>
                  <a:pt x="83311" y="48811"/>
                </a:cubicBezTo>
                <a:lnTo>
                  <a:pt x="83485" y="48911"/>
                </a:lnTo>
                <a:lnTo>
                  <a:pt x="83684" y="49011"/>
                </a:lnTo>
                <a:cubicBezTo>
                  <a:pt x="82390" y="51052"/>
                  <a:pt x="80996" y="53118"/>
                  <a:pt x="79477" y="55134"/>
                </a:cubicBezTo>
                <a:cubicBezTo>
                  <a:pt x="78830" y="54586"/>
                  <a:pt x="78208" y="54014"/>
                  <a:pt x="77611" y="53416"/>
                </a:cubicBezTo>
                <a:cubicBezTo>
                  <a:pt x="78407" y="51151"/>
                  <a:pt x="78830" y="48986"/>
                  <a:pt x="78731" y="47019"/>
                </a:cubicBezTo>
                <a:lnTo>
                  <a:pt x="78731" y="46920"/>
                </a:lnTo>
                <a:cubicBezTo>
                  <a:pt x="78731" y="46770"/>
                  <a:pt x="78706" y="46621"/>
                  <a:pt x="78706" y="46447"/>
                </a:cubicBezTo>
                <a:lnTo>
                  <a:pt x="78706" y="46322"/>
                </a:lnTo>
                <a:lnTo>
                  <a:pt x="78606" y="45675"/>
                </a:lnTo>
                <a:close/>
                <a:moveTo>
                  <a:pt x="83833" y="49135"/>
                </a:moveTo>
                <a:cubicBezTo>
                  <a:pt x="83858" y="49135"/>
                  <a:pt x="83858" y="49160"/>
                  <a:pt x="83883" y="49160"/>
                </a:cubicBezTo>
                <a:cubicBezTo>
                  <a:pt x="82589" y="51176"/>
                  <a:pt x="81195" y="53242"/>
                  <a:pt x="79652" y="55283"/>
                </a:cubicBezTo>
                <a:cubicBezTo>
                  <a:pt x="79627" y="55283"/>
                  <a:pt x="79627" y="55258"/>
                  <a:pt x="79602" y="55258"/>
                </a:cubicBezTo>
                <a:cubicBezTo>
                  <a:pt x="81120" y="53242"/>
                  <a:pt x="82514" y="51176"/>
                  <a:pt x="83833" y="49135"/>
                </a:cubicBezTo>
                <a:close/>
                <a:moveTo>
                  <a:pt x="77536" y="53615"/>
                </a:moveTo>
                <a:cubicBezTo>
                  <a:pt x="78108" y="54213"/>
                  <a:pt x="78731" y="54736"/>
                  <a:pt x="79378" y="55258"/>
                </a:cubicBezTo>
                <a:cubicBezTo>
                  <a:pt x="79378" y="55283"/>
                  <a:pt x="79353" y="55283"/>
                  <a:pt x="79353" y="55333"/>
                </a:cubicBezTo>
                <a:cubicBezTo>
                  <a:pt x="78706" y="54785"/>
                  <a:pt x="78084" y="54238"/>
                  <a:pt x="77511" y="53665"/>
                </a:cubicBezTo>
                <a:cubicBezTo>
                  <a:pt x="77511" y="53640"/>
                  <a:pt x="77536" y="53640"/>
                  <a:pt x="77536" y="53615"/>
                </a:cubicBezTo>
                <a:close/>
                <a:moveTo>
                  <a:pt x="79477" y="55383"/>
                </a:moveTo>
                <a:cubicBezTo>
                  <a:pt x="79502" y="55383"/>
                  <a:pt x="79527" y="55408"/>
                  <a:pt x="79527" y="55408"/>
                </a:cubicBezTo>
                <a:cubicBezTo>
                  <a:pt x="79527" y="55457"/>
                  <a:pt x="79502" y="55457"/>
                  <a:pt x="79502" y="55482"/>
                </a:cubicBezTo>
                <a:cubicBezTo>
                  <a:pt x="79477" y="55482"/>
                  <a:pt x="79477" y="55457"/>
                  <a:pt x="79453" y="55457"/>
                </a:cubicBezTo>
                <a:cubicBezTo>
                  <a:pt x="79453" y="55408"/>
                  <a:pt x="79477" y="55408"/>
                  <a:pt x="79477" y="55383"/>
                </a:cubicBezTo>
                <a:close/>
                <a:moveTo>
                  <a:pt x="18644" y="39627"/>
                </a:moveTo>
                <a:cubicBezTo>
                  <a:pt x="18743" y="39801"/>
                  <a:pt x="18818" y="39925"/>
                  <a:pt x="18917" y="40075"/>
                </a:cubicBezTo>
                <a:cubicBezTo>
                  <a:pt x="18021" y="41344"/>
                  <a:pt x="17150" y="42663"/>
                  <a:pt x="16379" y="43958"/>
                </a:cubicBezTo>
                <a:cubicBezTo>
                  <a:pt x="14188" y="47517"/>
                  <a:pt x="12520" y="51002"/>
                  <a:pt x="11276" y="54362"/>
                </a:cubicBezTo>
                <a:cubicBezTo>
                  <a:pt x="10131" y="54711"/>
                  <a:pt x="9061" y="55109"/>
                  <a:pt x="8140" y="55607"/>
                </a:cubicBezTo>
                <a:cubicBezTo>
                  <a:pt x="10952" y="50280"/>
                  <a:pt x="14512" y="44879"/>
                  <a:pt x="18644" y="39627"/>
                </a:cubicBezTo>
                <a:close/>
                <a:moveTo>
                  <a:pt x="18519" y="39428"/>
                </a:moveTo>
                <a:cubicBezTo>
                  <a:pt x="18519" y="39452"/>
                  <a:pt x="18544" y="39452"/>
                  <a:pt x="18544" y="39477"/>
                </a:cubicBezTo>
                <a:cubicBezTo>
                  <a:pt x="14313" y="44804"/>
                  <a:pt x="10703" y="50305"/>
                  <a:pt x="7841" y="55781"/>
                </a:cubicBezTo>
                <a:cubicBezTo>
                  <a:pt x="7816" y="55831"/>
                  <a:pt x="7791" y="55831"/>
                  <a:pt x="7766" y="55856"/>
                </a:cubicBezTo>
                <a:cubicBezTo>
                  <a:pt x="10629" y="50355"/>
                  <a:pt x="14263" y="44804"/>
                  <a:pt x="18519" y="39428"/>
                </a:cubicBezTo>
                <a:close/>
                <a:moveTo>
                  <a:pt x="25090" y="47194"/>
                </a:moveTo>
                <a:cubicBezTo>
                  <a:pt x="27082" y="49135"/>
                  <a:pt x="29297" y="51101"/>
                  <a:pt x="31562" y="52919"/>
                </a:cubicBezTo>
                <a:cubicBezTo>
                  <a:pt x="30790" y="53889"/>
                  <a:pt x="30044" y="54860"/>
                  <a:pt x="29322" y="55856"/>
                </a:cubicBezTo>
                <a:cubicBezTo>
                  <a:pt x="26883" y="54960"/>
                  <a:pt x="24369" y="54288"/>
                  <a:pt x="21879" y="53914"/>
                </a:cubicBezTo>
                <a:cubicBezTo>
                  <a:pt x="22701" y="51724"/>
                  <a:pt x="23746" y="49484"/>
                  <a:pt x="25090" y="47194"/>
                </a:cubicBezTo>
                <a:close/>
                <a:moveTo>
                  <a:pt x="31687" y="53018"/>
                </a:moveTo>
                <a:cubicBezTo>
                  <a:pt x="31711" y="53018"/>
                  <a:pt x="31711" y="53043"/>
                  <a:pt x="31736" y="53043"/>
                </a:cubicBezTo>
                <a:cubicBezTo>
                  <a:pt x="30990" y="54014"/>
                  <a:pt x="30243" y="54935"/>
                  <a:pt x="29546" y="55905"/>
                </a:cubicBezTo>
                <a:cubicBezTo>
                  <a:pt x="29496" y="55905"/>
                  <a:pt x="29496" y="55881"/>
                  <a:pt x="29471" y="55881"/>
                </a:cubicBezTo>
                <a:cubicBezTo>
                  <a:pt x="30193" y="54960"/>
                  <a:pt x="30940" y="53989"/>
                  <a:pt x="31687" y="53018"/>
                </a:cubicBezTo>
                <a:close/>
                <a:moveTo>
                  <a:pt x="11176" y="54611"/>
                </a:moveTo>
                <a:cubicBezTo>
                  <a:pt x="11176" y="54611"/>
                  <a:pt x="11176" y="54636"/>
                  <a:pt x="11151" y="54661"/>
                </a:cubicBezTo>
                <a:cubicBezTo>
                  <a:pt x="9932" y="55009"/>
                  <a:pt x="8837" y="55482"/>
                  <a:pt x="7916" y="56030"/>
                </a:cubicBezTo>
                <a:cubicBezTo>
                  <a:pt x="7940" y="56005"/>
                  <a:pt x="7940" y="55980"/>
                  <a:pt x="7965" y="55955"/>
                </a:cubicBezTo>
                <a:cubicBezTo>
                  <a:pt x="8911" y="55408"/>
                  <a:pt x="10006" y="54960"/>
                  <a:pt x="11176" y="54611"/>
                </a:cubicBezTo>
                <a:close/>
                <a:moveTo>
                  <a:pt x="21780" y="54088"/>
                </a:moveTo>
                <a:cubicBezTo>
                  <a:pt x="24244" y="54462"/>
                  <a:pt x="26758" y="55084"/>
                  <a:pt x="29173" y="55980"/>
                </a:cubicBezTo>
                <a:cubicBezTo>
                  <a:pt x="29173" y="56005"/>
                  <a:pt x="29173" y="56030"/>
                  <a:pt x="29123" y="56030"/>
                </a:cubicBezTo>
                <a:cubicBezTo>
                  <a:pt x="26733" y="55134"/>
                  <a:pt x="24244" y="54512"/>
                  <a:pt x="21755" y="54138"/>
                </a:cubicBezTo>
                <a:cubicBezTo>
                  <a:pt x="21755" y="54113"/>
                  <a:pt x="21755" y="54113"/>
                  <a:pt x="21780" y="54088"/>
                </a:cubicBezTo>
                <a:close/>
                <a:moveTo>
                  <a:pt x="29347" y="56080"/>
                </a:moveTo>
                <a:cubicBezTo>
                  <a:pt x="29372" y="56080"/>
                  <a:pt x="29372" y="56105"/>
                  <a:pt x="29421" y="56105"/>
                </a:cubicBezTo>
                <a:cubicBezTo>
                  <a:pt x="29421" y="56129"/>
                  <a:pt x="29372" y="56129"/>
                  <a:pt x="29372" y="56154"/>
                </a:cubicBezTo>
                <a:cubicBezTo>
                  <a:pt x="29347" y="56129"/>
                  <a:pt x="29347" y="56129"/>
                  <a:pt x="29322" y="56129"/>
                </a:cubicBezTo>
                <a:cubicBezTo>
                  <a:pt x="29322" y="56105"/>
                  <a:pt x="29347" y="56105"/>
                  <a:pt x="29347" y="56080"/>
                </a:cubicBezTo>
                <a:close/>
                <a:moveTo>
                  <a:pt x="59807" y="55507"/>
                </a:moveTo>
                <a:cubicBezTo>
                  <a:pt x="59599" y="55690"/>
                  <a:pt x="59374" y="55874"/>
                  <a:pt x="59191" y="56080"/>
                </a:cubicBezTo>
                <a:cubicBezTo>
                  <a:pt x="59146" y="56110"/>
                  <a:pt x="59110" y="56131"/>
                  <a:pt x="59077" y="56160"/>
                </a:cubicBezTo>
                <a:lnTo>
                  <a:pt x="59077" y="56160"/>
                </a:lnTo>
                <a:cubicBezTo>
                  <a:pt x="59123" y="56117"/>
                  <a:pt x="59170" y="56073"/>
                  <a:pt x="59216" y="56030"/>
                </a:cubicBezTo>
                <a:cubicBezTo>
                  <a:pt x="59406" y="55864"/>
                  <a:pt x="59596" y="55675"/>
                  <a:pt x="59807" y="55507"/>
                </a:cubicBezTo>
                <a:close/>
                <a:moveTo>
                  <a:pt x="7667" y="56105"/>
                </a:moveTo>
                <a:cubicBezTo>
                  <a:pt x="7642" y="56129"/>
                  <a:pt x="7642" y="56154"/>
                  <a:pt x="7592" y="56229"/>
                </a:cubicBezTo>
                <a:cubicBezTo>
                  <a:pt x="7567" y="56229"/>
                  <a:pt x="7542" y="56254"/>
                  <a:pt x="7517" y="56279"/>
                </a:cubicBezTo>
                <a:cubicBezTo>
                  <a:pt x="7542" y="56254"/>
                  <a:pt x="7542" y="56229"/>
                  <a:pt x="7567" y="56154"/>
                </a:cubicBezTo>
                <a:cubicBezTo>
                  <a:pt x="7592" y="56129"/>
                  <a:pt x="7642" y="56129"/>
                  <a:pt x="7667" y="56105"/>
                </a:cubicBezTo>
                <a:close/>
                <a:moveTo>
                  <a:pt x="73877" y="49110"/>
                </a:moveTo>
                <a:cubicBezTo>
                  <a:pt x="74624" y="50604"/>
                  <a:pt x="75669" y="52097"/>
                  <a:pt x="77038" y="53516"/>
                </a:cubicBezTo>
                <a:cubicBezTo>
                  <a:pt x="76739" y="54412"/>
                  <a:pt x="76341" y="55383"/>
                  <a:pt x="75868" y="56329"/>
                </a:cubicBezTo>
                <a:cubicBezTo>
                  <a:pt x="73902" y="55159"/>
                  <a:pt x="72060" y="54263"/>
                  <a:pt x="70517" y="53665"/>
                </a:cubicBezTo>
                <a:cubicBezTo>
                  <a:pt x="71687" y="52172"/>
                  <a:pt x="72856" y="50653"/>
                  <a:pt x="73877" y="49110"/>
                </a:cubicBezTo>
                <a:close/>
                <a:moveTo>
                  <a:pt x="77237" y="53665"/>
                </a:moveTo>
                <a:cubicBezTo>
                  <a:pt x="77262" y="53715"/>
                  <a:pt x="77262" y="53715"/>
                  <a:pt x="77287" y="53715"/>
                </a:cubicBezTo>
                <a:cubicBezTo>
                  <a:pt x="77287" y="53740"/>
                  <a:pt x="77262" y="53765"/>
                  <a:pt x="77262" y="53790"/>
                </a:cubicBezTo>
                <a:cubicBezTo>
                  <a:pt x="77262" y="53839"/>
                  <a:pt x="77237" y="53864"/>
                  <a:pt x="77237" y="53889"/>
                </a:cubicBezTo>
                <a:cubicBezTo>
                  <a:pt x="77188" y="53989"/>
                  <a:pt x="77138" y="54088"/>
                  <a:pt x="77113" y="54163"/>
                </a:cubicBezTo>
                <a:cubicBezTo>
                  <a:pt x="77038" y="54337"/>
                  <a:pt x="76988" y="54487"/>
                  <a:pt x="76914" y="54611"/>
                </a:cubicBezTo>
                <a:cubicBezTo>
                  <a:pt x="76889" y="54661"/>
                  <a:pt x="76889" y="54736"/>
                  <a:pt x="76864" y="54760"/>
                </a:cubicBezTo>
                <a:cubicBezTo>
                  <a:pt x="76814" y="54785"/>
                  <a:pt x="76814" y="54860"/>
                  <a:pt x="76789" y="54885"/>
                </a:cubicBezTo>
                <a:cubicBezTo>
                  <a:pt x="76789" y="54910"/>
                  <a:pt x="76764" y="54910"/>
                  <a:pt x="76764" y="54960"/>
                </a:cubicBezTo>
                <a:cubicBezTo>
                  <a:pt x="76690" y="55109"/>
                  <a:pt x="76615" y="55258"/>
                  <a:pt x="76540" y="55457"/>
                </a:cubicBezTo>
                <a:cubicBezTo>
                  <a:pt x="76515" y="55532"/>
                  <a:pt x="76491" y="55607"/>
                  <a:pt x="76416" y="55706"/>
                </a:cubicBezTo>
                <a:cubicBezTo>
                  <a:pt x="76416" y="55731"/>
                  <a:pt x="76391" y="55756"/>
                  <a:pt x="76391" y="55756"/>
                </a:cubicBezTo>
                <a:cubicBezTo>
                  <a:pt x="76291" y="55955"/>
                  <a:pt x="76192" y="56129"/>
                  <a:pt x="76117" y="56279"/>
                </a:cubicBezTo>
                <a:cubicBezTo>
                  <a:pt x="76117" y="56329"/>
                  <a:pt x="76067" y="56353"/>
                  <a:pt x="76067" y="56378"/>
                </a:cubicBezTo>
                <a:lnTo>
                  <a:pt x="76043" y="56378"/>
                </a:lnTo>
                <a:cubicBezTo>
                  <a:pt x="76043" y="56378"/>
                  <a:pt x="76018" y="56378"/>
                  <a:pt x="76018" y="56353"/>
                </a:cubicBezTo>
                <a:cubicBezTo>
                  <a:pt x="76491" y="55482"/>
                  <a:pt x="76889" y="54586"/>
                  <a:pt x="77237" y="53665"/>
                </a:cubicBezTo>
                <a:close/>
                <a:moveTo>
                  <a:pt x="67311" y="53370"/>
                </a:moveTo>
                <a:cubicBezTo>
                  <a:pt x="67732" y="53370"/>
                  <a:pt x="68256" y="53453"/>
                  <a:pt x="68874" y="53615"/>
                </a:cubicBezTo>
                <a:cubicBezTo>
                  <a:pt x="68202" y="54536"/>
                  <a:pt x="67530" y="55482"/>
                  <a:pt x="66783" y="56453"/>
                </a:cubicBezTo>
                <a:cubicBezTo>
                  <a:pt x="66136" y="55208"/>
                  <a:pt x="65912" y="54288"/>
                  <a:pt x="66211" y="53790"/>
                </a:cubicBezTo>
                <a:cubicBezTo>
                  <a:pt x="66393" y="53509"/>
                  <a:pt x="66766" y="53370"/>
                  <a:pt x="67311" y="53370"/>
                </a:cubicBezTo>
                <a:close/>
                <a:moveTo>
                  <a:pt x="70417" y="53839"/>
                </a:moveTo>
                <a:cubicBezTo>
                  <a:pt x="71985" y="54412"/>
                  <a:pt x="73802" y="55333"/>
                  <a:pt x="75794" y="56503"/>
                </a:cubicBezTo>
                <a:cubicBezTo>
                  <a:pt x="75794" y="56528"/>
                  <a:pt x="75769" y="56528"/>
                  <a:pt x="75769" y="56577"/>
                </a:cubicBezTo>
                <a:cubicBezTo>
                  <a:pt x="73777" y="55408"/>
                  <a:pt x="71935" y="54487"/>
                  <a:pt x="70392" y="53889"/>
                </a:cubicBezTo>
                <a:cubicBezTo>
                  <a:pt x="70392" y="53864"/>
                  <a:pt x="70392" y="53839"/>
                  <a:pt x="70417" y="53839"/>
                </a:cubicBezTo>
                <a:close/>
                <a:moveTo>
                  <a:pt x="65912" y="54163"/>
                </a:moveTo>
                <a:cubicBezTo>
                  <a:pt x="65837" y="54760"/>
                  <a:pt x="66086" y="55582"/>
                  <a:pt x="66659" y="56602"/>
                </a:cubicBezTo>
                <a:lnTo>
                  <a:pt x="66584" y="56652"/>
                </a:lnTo>
                <a:cubicBezTo>
                  <a:pt x="66061" y="55657"/>
                  <a:pt x="65787" y="54860"/>
                  <a:pt x="65812" y="54263"/>
                </a:cubicBezTo>
                <a:lnTo>
                  <a:pt x="65912" y="54163"/>
                </a:lnTo>
                <a:close/>
                <a:moveTo>
                  <a:pt x="69048" y="53615"/>
                </a:moveTo>
                <a:cubicBezTo>
                  <a:pt x="69073" y="53615"/>
                  <a:pt x="69073" y="53615"/>
                  <a:pt x="69098" y="53640"/>
                </a:cubicBezTo>
                <a:cubicBezTo>
                  <a:pt x="68426" y="54661"/>
                  <a:pt x="67679" y="55657"/>
                  <a:pt x="66907" y="56652"/>
                </a:cubicBezTo>
                <a:cubicBezTo>
                  <a:pt x="66907" y="56627"/>
                  <a:pt x="66858" y="56627"/>
                  <a:pt x="66858" y="56602"/>
                </a:cubicBezTo>
                <a:cubicBezTo>
                  <a:pt x="67654" y="55607"/>
                  <a:pt x="68351" y="54611"/>
                  <a:pt x="69048" y="53615"/>
                </a:cubicBezTo>
                <a:close/>
                <a:moveTo>
                  <a:pt x="75918" y="56577"/>
                </a:moveTo>
                <a:cubicBezTo>
                  <a:pt x="75968" y="56602"/>
                  <a:pt x="75968" y="56602"/>
                  <a:pt x="75993" y="56602"/>
                </a:cubicBezTo>
                <a:cubicBezTo>
                  <a:pt x="75993" y="56627"/>
                  <a:pt x="75943" y="56627"/>
                  <a:pt x="75943" y="56652"/>
                </a:cubicBezTo>
                <a:lnTo>
                  <a:pt x="75918" y="56652"/>
                </a:lnTo>
                <a:cubicBezTo>
                  <a:pt x="75918" y="56652"/>
                  <a:pt x="75893" y="56652"/>
                  <a:pt x="75893" y="56627"/>
                </a:cubicBezTo>
                <a:cubicBezTo>
                  <a:pt x="75893" y="56602"/>
                  <a:pt x="75918" y="56602"/>
                  <a:pt x="75918" y="56577"/>
                </a:cubicBezTo>
                <a:close/>
                <a:moveTo>
                  <a:pt x="66758" y="56752"/>
                </a:moveTo>
                <a:cubicBezTo>
                  <a:pt x="66758" y="56777"/>
                  <a:pt x="66783" y="56777"/>
                  <a:pt x="66783" y="56826"/>
                </a:cubicBezTo>
                <a:lnTo>
                  <a:pt x="66708" y="56876"/>
                </a:lnTo>
                <a:cubicBezTo>
                  <a:pt x="66708" y="56876"/>
                  <a:pt x="66708" y="56851"/>
                  <a:pt x="66683" y="56826"/>
                </a:cubicBezTo>
                <a:lnTo>
                  <a:pt x="66758" y="56752"/>
                </a:lnTo>
                <a:close/>
                <a:moveTo>
                  <a:pt x="31861" y="53167"/>
                </a:moveTo>
                <a:cubicBezTo>
                  <a:pt x="32334" y="53541"/>
                  <a:pt x="32782" y="53889"/>
                  <a:pt x="33230" y="54263"/>
                </a:cubicBezTo>
                <a:cubicBezTo>
                  <a:pt x="32807" y="55208"/>
                  <a:pt x="32408" y="56105"/>
                  <a:pt x="32060" y="57001"/>
                </a:cubicBezTo>
                <a:cubicBezTo>
                  <a:pt x="31288" y="56627"/>
                  <a:pt x="30492" y="56279"/>
                  <a:pt x="29695" y="56005"/>
                </a:cubicBezTo>
                <a:cubicBezTo>
                  <a:pt x="30417" y="55084"/>
                  <a:pt x="31164" y="54113"/>
                  <a:pt x="31861" y="53167"/>
                </a:cubicBezTo>
                <a:close/>
                <a:moveTo>
                  <a:pt x="69272" y="53665"/>
                </a:moveTo>
                <a:cubicBezTo>
                  <a:pt x="69421" y="53740"/>
                  <a:pt x="69621" y="53765"/>
                  <a:pt x="69770" y="53839"/>
                </a:cubicBezTo>
                <a:cubicBezTo>
                  <a:pt x="68899" y="54885"/>
                  <a:pt x="68028" y="55955"/>
                  <a:pt x="67082" y="57001"/>
                </a:cubicBezTo>
                <a:cubicBezTo>
                  <a:pt x="67082" y="56976"/>
                  <a:pt x="67057" y="56876"/>
                  <a:pt x="67007" y="56826"/>
                </a:cubicBezTo>
                <a:cubicBezTo>
                  <a:pt x="67804" y="55781"/>
                  <a:pt x="68575" y="54736"/>
                  <a:pt x="69272" y="53665"/>
                </a:cubicBezTo>
                <a:close/>
                <a:moveTo>
                  <a:pt x="33404" y="54387"/>
                </a:moveTo>
                <a:cubicBezTo>
                  <a:pt x="33429" y="54387"/>
                  <a:pt x="33429" y="54412"/>
                  <a:pt x="33454" y="54412"/>
                </a:cubicBezTo>
                <a:cubicBezTo>
                  <a:pt x="33031" y="55333"/>
                  <a:pt x="32608" y="56229"/>
                  <a:pt x="32309" y="57125"/>
                </a:cubicBezTo>
                <a:cubicBezTo>
                  <a:pt x="32284" y="57125"/>
                  <a:pt x="32284" y="57100"/>
                  <a:pt x="32234" y="57100"/>
                </a:cubicBezTo>
                <a:cubicBezTo>
                  <a:pt x="32558" y="56204"/>
                  <a:pt x="32956" y="55283"/>
                  <a:pt x="33404" y="54387"/>
                </a:cubicBezTo>
                <a:close/>
                <a:moveTo>
                  <a:pt x="70019" y="53889"/>
                </a:moveTo>
                <a:cubicBezTo>
                  <a:pt x="69148" y="55034"/>
                  <a:pt x="68252" y="56154"/>
                  <a:pt x="67256" y="57225"/>
                </a:cubicBezTo>
                <a:cubicBezTo>
                  <a:pt x="67331" y="57075"/>
                  <a:pt x="67430" y="56951"/>
                  <a:pt x="67555" y="56801"/>
                </a:cubicBezTo>
                <a:cubicBezTo>
                  <a:pt x="67704" y="56652"/>
                  <a:pt x="67828" y="56503"/>
                  <a:pt x="68003" y="56329"/>
                </a:cubicBezTo>
                <a:cubicBezTo>
                  <a:pt x="68351" y="55905"/>
                  <a:pt x="68700" y="55482"/>
                  <a:pt x="69048" y="55084"/>
                </a:cubicBezTo>
                <a:cubicBezTo>
                  <a:pt x="69148" y="54984"/>
                  <a:pt x="69197" y="54885"/>
                  <a:pt x="69297" y="54760"/>
                </a:cubicBezTo>
                <a:cubicBezTo>
                  <a:pt x="69546" y="54487"/>
                  <a:pt x="69770" y="54188"/>
                  <a:pt x="69969" y="53889"/>
                </a:cubicBezTo>
                <a:close/>
                <a:moveTo>
                  <a:pt x="29596" y="56154"/>
                </a:moveTo>
                <a:cubicBezTo>
                  <a:pt x="30392" y="56478"/>
                  <a:pt x="31214" y="56826"/>
                  <a:pt x="32035" y="57200"/>
                </a:cubicBezTo>
                <a:cubicBezTo>
                  <a:pt x="31985" y="57225"/>
                  <a:pt x="31985" y="57225"/>
                  <a:pt x="31985" y="57250"/>
                </a:cubicBezTo>
                <a:cubicBezTo>
                  <a:pt x="31189" y="56876"/>
                  <a:pt x="30367" y="56528"/>
                  <a:pt x="29571" y="56229"/>
                </a:cubicBezTo>
                <a:cubicBezTo>
                  <a:pt x="29571" y="56204"/>
                  <a:pt x="29596" y="56204"/>
                  <a:pt x="29596" y="56154"/>
                </a:cubicBezTo>
                <a:close/>
                <a:moveTo>
                  <a:pt x="66883" y="57001"/>
                </a:moveTo>
                <a:cubicBezTo>
                  <a:pt x="66907" y="57075"/>
                  <a:pt x="66932" y="57125"/>
                  <a:pt x="67007" y="57200"/>
                </a:cubicBezTo>
                <a:cubicBezTo>
                  <a:pt x="66957" y="57200"/>
                  <a:pt x="66957" y="57225"/>
                  <a:pt x="66932" y="57250"/>
                </a:cubicBezTo>
                <a:cubicBezTo>
                  <a:pt x="66907" y="57200"/>
                  <a:pt x="66883" y="57125"/>
                  <a:pt x="66808" y="57075"/>
                </a:cubicBezTo>
                <a:lnTo>
                  <a:pt x="66883" y="57001"/>
                </a:lnTo>
                <a:close/>
                <a:moveTo>
                  <a:pt x="32184" y="57250"/>
                </a:moveTo>
                <a:cubicBezTo>
                  <a:pt x="32209" y="57250"/>
                  <a:pt x="32209" y="57274"/>
                  <a:pt x="32234" y="57274"/>
                </a:cubicBezTo>
                <a:cubicBezTo>
                  <a:pt x="32234" y="57324"/>
                  <a:pt x="32234" y="57324"/>
                  <a:pt x="32209" y="57349"/>
                </a:cubicBezTo>
                <a:cubicBezTo>
                  <a:pt x="32184" y="57349"/>
                  <a:pt x="32184" y="57349"/>
                  <a:pt x="32159" y="57324"/>
                </a:cubicBezTo>
                <a:cubicBezTo>
                  <a:pt x="32159" y="57274"/>
                  <a:pt x="32159" y="57274"/>
                  <a:pt x="32184" y="57250"/>
                </a:cubicBezTo>
                <a:close/>
                <a:moveTo>
                  <a:pt x="77436" y="53864"/>
                </a:moveTo>
                <a:cubicBezTo>
                  <a:pt x="78009" y="54412"/>
                  <a:pt x="78606" y="54960"/>
                  <a:pt x="79229" y="55482"/>
                </a:cubicBezTo>
                <a:cubicBezTo>
                  <a:pt x="78706" y="56129"/>
                  <a:pt x="78208" y="56777"/>
                  <a:pt x="77685" y="57449"/>
                </a:cubicBezTo>
                <a:cubicBezTo>
                  <a:pt x="77188" y="57125"/>
                  <a:pt x="76739" y="56851"/>
                  <a:pt x="76267" y="56577"/>
                </a:cubicBezTo>
                <a:cubicBezTo>
                  <a:pt x="76739" y="55657"/>
                  <a:pt x="77113" y="54760"/>
                  <a:pt x="77436" y="53864"/>
                </a:cubicBezTo>
                <a:close/>
                <a:moveTo>
                  <a:pt x="67082" y="57349"/>
                </a:moveTo>
                <a:cubicBezTo>
                  <a:pt x="67082" y="57374"/>
                  <a:pt x="67107" y="57374"/>
                  <a:pt x="67107" y="57399"/>
                </a:cubicBezTo>
                <a:lnTo>
                  <a:pt x="67057" y="57474"/>
                </a:lnTo>
                <a:lnTo>
                  <a:pt x="67057" y="57449"/>
                </a:lnTo>
                <a:cubicBezTo>
                  <a:pt x="67057" y="57449"/>
                  <a:pt x="67057" y="57399"/>
                  <a:pt x="67032" y="57399"/>
                </a:cubicBezTo>
                <a:lnTo>
                  <a:pt x="67082" y="57349"/>
                </a:lnTo>
                <a:close/>
                <a:moveTo>
                  <a:pt x="17548" y="36938"/>
                </a:moveTo>
                <a:cubicBezTo>
                  <a:pt x="17573" y="37561"/>
                  <a:pt x="17897" y="38332"/>
                  <a:pt x="18395" y="39228"/>
                </a:cubicBezTo>
                <a:cubicBezTo>
                  <a:pt x="14039" y="44754"/>
                  <a:pt x="10305" y="50405"/>
                  <a:pt x="7418" y="56005"/>
                </a:cubicBezTo>
                <a:cubicBezTo>
                  <a:pt x="6696" y="56478"/>
                  <a:pt x="6049" y="56976"/>
                  <a:pt x="5526" y="57523"/>
                </a:cubicBezTo>
                <a:cubicBezTo>
                  <a:pt x="7219" y="53167"/>
                  <a:pt x="9558" y="48662"/>
                  <a:pt x="12421" y="44207"/>
                </a:cubicBezTo>
                <a:cubicBezTo>
                  <a:pt x="12769" y="43684"/>
                  <a:pt x="13118" y="43186"/>
                  <a:pt x="13416" y="42663"/>
                </a:cubicBezTo>
                <a:cubicBezTo>
                  <a:pt x="14686" y="40722"/>
                  <a:pt x="16105" y="38830"/>
                  <a:pt x="17548" y="36938"/>
                </a:cubicBezTo>
                <a:close/>
                <a:moveTo>
                  <a:pt x="114748" y="54288"/>
                </a:moveTo>
                <a:cubicBezTo>
                  <a:pt x="114748" y="54462"/>
                  <a:pt x="114723" y="54586"/>
                  <a:pt x="114698" y="54736"/>
                </a:cubicBezTo>
                <a:cubicBezTo>
                  <a:pt x="114450" y="55532"/>
                  <a:pt x="114201" y="56353"/>
                  <a:pt x="113927" y="57200"/>
                </a:cubicBezTo>
                <a:cubicBezTo>
                  <a:pt x="113852" y="57324"/>
                  <a:pt x="113802" y="57449"/>
                  <a:pt x="113728" y="57523"/>
                </a:cubicBezTo>
                <a:cubicBezTo>
                  <a:pt x="114101" y="56453"/>
                  <a:pt x="114450" y="55383"/>
                  <a:pt x="114748" y="54288"/>
                </a:cubicBezTo>
                <a:close/>
                <a:moveTo>
                  <a:pt x="79328" y="55607"/>
                </a:moveTo>
                <a:cubicBezTo>
                  <a:pt x="79353" y="55607"/>
                  <a:pt x="79353" y="55632"/>
                  <a:pt x="79378" y="55632"/>
                </a:cubicBezTo>
                <a:cubicBezTo>
                  <a:pt x="78905" y="56279"/>
                  <a:pt x="78407" y="56901"/>
                  <a:pt x="77884" y="57573"/>
                </a:cubicBezTo>
                <a:cubicBezTo>
                  <a:pt x="77860" y="57573"/>
                  <a:pt x="77860" y="57523"/>
                  <a:pt x="77835" y="57523"/>
                </a:cubicBezTo>
                <a:cubicBezTo>
                  <a:pt x="78333" y="56876"/>
                  <a:pt x="78830" y="56254"/>
                  <a:pt x="79328" y="55607"/>
                </a:cubicBezTo>
                <a:close/>
                <a:moveTo>
                  <a:pt x="114823" y="55283"/>
                </a:moveTo>
                <a:lnTo>
                  <a:pt x="114823" y="55283"/>
                </a:lnTo>
                <a:cubicBezTo>
                  <a:pt x="114848" y="55358"/>
                  <a:pt x="114823" y="55457"/>
                  <a:pt x="114798" y="55507"/>
                </a:cubicBezTo>
                <a:cubicBezTo>
                  <a:pt x="114798" y="55557"/>
                  <a:pt x="114748" y="55607"/>
                  <a:pt x="114748" y="55657"/>
                </a:cubicBezTo>
                <a:cubicBezTo>
                  <a:pt x="114748" y="55706"/>
                  <a:pt x="114748" y="55731"/>
                  <a:pt x="114723" y="55756"/>
                </a:cubicBezTo>
                <a:cubicBezTo>
                  <a:pt x="114574" y="56154"/>
                  <a:pt x="114425" y="56602"/>
                  <a:pt x="114250" y="57075"/>
                </a:cubicBezTo>
                <a:cubicBezTo>
                  <a:pt x="114250" y="57075"/>
                  <a:pt x="114250" y="57100"/>
                  <a:pt x="114225" y="57100"/>
                </a:cubicBezTo>
                <a:cubicBezTo>
                  <a:pt x="114201" y="57200"/>
                  <a:pt x="114126" y="57250"/>
                  <a:pt x="114101" y="57349"/>
                </a:cubicBezTo>
                <a:cubicBezTo>
                  <a:pt x="114076" y="57399"/>
                  <a:pt x="114051" y="57474"/>
                  <a:pt x="113977" y="57573"/>
                </a:cubicBezTo>
                <a:cubicBezTo>
                  <a:pt x="114051" y="57374"/>
                  <a:pt x="114101" y="57225"/>
                  <a:pt x="114176" y="57026"/>
                </a:cubicBezTo>
                <a:cubicBezTo>
                  <a:pt x="114250" y="56826"/>
                  <a:pt x="114375" y="56577"/>
                  <a:pt x="114450" y="56353"/>
                </a:cubicBezTo>
                <a:lnTo>
                  <a:pt x="114624" y="55781"/>
                </a:lnTo>
                <a:lnTo>
                  <a:pt x="114624" y="55756"/>
                </a:lnTo>
                <a:lnTo>
                  <a:pt x="114823" y="55283"/>
                </a:lnTo>
                <a:close/>
                <a:moveTo>
                  <a:pt x="76167" y="56727"/>
                </a:moveTo>
                <a:cubicBezTo>
                  <a:pt x="76640" y="57001"/>
                  <a:pt x="77113" y="57274"/>
                  <a:pt x="77586" y="57598"/>
                </a:cubicBezTo>
                <a:cubicBezTo>
                  <a:pt x="77586" y="57623"/>
                  <a:pt x="77536" y="57623"/>
                  <a:pt x="77536" y="57648"/>
                </a:cubicBezTo>
                <a:cubicBezTo>
                  <a:pt x="77063" y="57349"/>
                  <a:pt x="76615" y="57075"/>
                  <a:pt x="76142" y="56826"/>
                </a:cubicBezTo>
                <a:cubicBezTo>
                  <a:pt x="76142" y="56752"/>
                  <a:pt x="76167" y="56727"/>
                  <a:pt x="76167" y="56727"/>
                </a:cubicBezTo>
                <a:close/>
                <a:moveTo>
                  <a:pt x="77735" y="57698"/>
                </a:moveTo>
                <a:cubicBezTo>
                  <a:pt x="77735" y="57698"/>
                  <a:pt x="77760" y="57698"/>
                  <a:pt x="77785" y="57722"/>
                </a:cubicBezTo>
                <a:cubicBezTo>
                  <a:pt x="77785" y="57747"/>
                  <a:pt x="77760" y="57747"/>
                  <a:pt x="77760" y="57772"/>
                </a:cubicBezTo>
                <a:cubicBezTo>
                  <a:pt x="77735" y="57772"/>
                  <a:pt x="77735" y="57747"/>
                  <a:pt x="77685" y="57747"/>
                </a:cubicBezTo>
                <a:cubicBezTo>
                  <a:pt x="77685" y="57722"/>
                  <a:pt x="77735" y="57722"/>
                  <a:pt x="77735" y="57698"/>
                </a:cubicBezTo>
                <a:close/>
                <a:moveTo>
                  <a:pt x="6347" y="55109"/>
                </a:moveTo>
                <a:lnTo>
                  <a:pt x="6347" y="55109"/>
                </a:lnTo>
                <a:cubicBezTo>
                  <a:pt x="5949" y="56030"/>
                  <a:pt x="5551" y="56976"/>
                  <a:pt x="5202" y="57897"/>
                </a:cubicBezTo>
                <a:cubicBezTo>
                  <a:pt x="5178" y="57971"/>
                  <a:pt x="5103" y="57996"/>
                  <a:pt x="5078" y="58071"/>
                </a:cubicBezTo>
                <a:cubicBezTo>
                  <a:pt x="5103" y="57996"/>
                  <a:pt x="5103" y="57971"/>
                  <a:pt x="5128" y="57897"/>
                </a:cubicBezTo>
                <a:cubicBezTo>
                  <a:pt x="5800" y="56229"/>
                  <a:pt x="6323" y="55134"/>
                  <a:pt x="6347" y="55109"/>
                </a:cubicBezTo>
                <a:close/>
                <a:moveTo>
                  <a:pt x="7268" y="56353"/>
                </a:moveTo>
                <a:cubicBezTo>
                  <a:pt x="7219" y="56403"/>
                  <a:pt x="7219" y="56453"/>
                  <a:pt x="7194" y="56478"/>
                </a:cubicBezTo>
                <a:cubicBezTo>
                  <a:pt x="6447" y="57001"/>
                  <a:pt x="5800" y="57573"/>
                  <a:pt x="5277" y="58220"/>
                </a:cubicBezTo>
                <a:cubicBezTo>
                  <a:pt x="5302" y="58146"/>
                  <a:pt x="5302" y="58096"/>
                  <a:pt x="5327" y="58021"/>
                </a:cubicBezTo>
                <a:cubicBezTo>
                  <a:pt x="5850" y="57399"/>
                  <a:pt x="6522" y="56851"/>
                  <a:pt x="7268" y="56353"/>
                </a:cubicBezTo>
                <a:close/>
                <a:moveTo>
                  <a:pt x="113603" y="58096"/>
                </a:moveTo>
                <a:lnTo>
                  <a:pt x="113603" y="58096"/>
                </a:lnTo>
                <a:cubicBezTo>
                  <a:pt x="113578" y="58146"/>
                  <a:pt x="113578" y="58220"/>
                  <a:pt x="113553" y="58245"/>
                </a:cubicBezTo>
                <a:cubicBezTo>
                  <a:pt x="113553" y="58270"/>
                  <a:pt x="113553" y="58270"/>
                  <a:pt x="113504" y="58320"/>
                </a:cubicBezTo>
                <a:cubicBezTo>
                  <a:pt x="113479" y="58370"/>
                  <a:pt x="113429" y="58444"/>
                  <a:pt x="113379" y="58494"/>
                </a:cubicBezTo>
                <a:cubicBezTo>
                  <a:pt x="113429" y="58444"/>
                  <a:pt x="113454" y="58345"/>
                  <a:pt x="113454" y="58270"/>
                </a:cubicBezTo>
                <a:cubicBezTo>
                  <a:pt x="113504" y="58220"/>
                  <a:pt x="113553" y="58146"/>
                  <a:pt x="113603" y="58096"/>
                </a:cubicBezTo>
                <a:close/>
                <a:moveTo>
                  <a:pt x="6273" y="54835"/>
                </a:moveTo>
                <a:lnTo>
                  <a:pt x="6273" y="54835"/>
                </a:lnTo>
                <a:cubicBezTo>
                  <a:pt x="6074" y="55258"/>
                  <a:pt x="5850" y="55706"/>
                  <a:pt x="5700" y="56154"/>
                </a:cubicBezTo>
                <a:cubicBezTo>
                  <a:pt x="5650" y="56329"/>
                  <a:pt x="5576" y="56453"/>
                  <a:pt x="5551" y="56602"/>
                </a:cubicBezTo>
                <a:cubicBezTo>
                  <a:pt x="5451" y="56851"/>
                  <a:pt x="5327" y="57125"/>
                  <a:pt x="5227" y="57374"/>
                </a:cubicBezTo>
                <a:cubicBezTo>
                  <a:pt x="5202" y="57474"/>
                  <a:pt x="5178" y="57523"/>
                  <a:pt x="5153" y="57623"/>
                </a:cubicBezTo>
                <a:cubicBezTo>
                  <a:pt x="5028" y="57971"/>
                  <a:pt x="4854" y="58320"/>
                  <a:pt x="4705" y="58693"/>
                </a:cubicBezTo>
                <a:cubicBezTo>
                  <a:pt x="4705" y="58716"/>
                  <a:pt x="4685" y="58718"/>
                  <a:pt x="4680" y="58736"/>
                </a:cubicBezTo>
                <a:lnTo>
                  <a:pt x="4680" y="58736"/>
                </a:lnTo>
                <a:cubicBezTo>
                  <a:pt x="4731" y="58266"/>
                  <a:pt x="4905" y="57870"/>
                  <a:pt x="5078" y="57474"/>
                </a:cubicBezTo>
                <a:cubicBezTo>
                  <a:pt x="5277" y="56976"/>
                  <a:pt x="5476" y="56478"/>
                  <a:pt x="5675" y="56030"/>
                </a:cubicBezTo>
                <a:cubicBezTo>
                  <a:pt x="5725" y="55881"/>
                  <a:pt x="5800" y="55731"/>
                  <a:pt x="5899" y="55582"/>
                </a:cubicBezTo>
                <a:cubicBezTo>
                  <a:pt x="5949" y="55408"/>
                  <a:pt x="6049" y="55233"/>
                  <a:pt x="6148" y="55034"/>
                </a:cubicBezTo>
                <a:cubicBezTo>
                  <a:pt x="6173" y="54960"/>
                  <a:pt x="6198" y="54885"/>
                  <a:pt x="6273" y="54835"/>
                </a:cubicBezTo>
                <a:close/>
                <a:moveTo>
                  <a:pt x="5028" y="58444"/>
                </a:moveTo>
                <a:cubicBezTo>
                  <a:pt x="4978" y="58494"/>
                  <a:pt x="4953" y="58594"/>
                  <a:pt x="4953" y="58643"/>
                </a:cubicBezTo>
                <a:cubicBezTo>
                  <a:pt x="4854" y="58718"/>
                  <a:pt x="4829" y="58768"/>
                  <a:pt x="4804" y="58843"/>
                </a:cubicBezTo>
                <a:cubicBezTo>
                  <a:pt x="4829" y="58768"/>
                  <a:pt x="4854" y="58693"/>
                  <a:pt x="4904" y="58619"/>
                </a:cubicBezTo>
                <a:cubicBezTo>
                  <a:pt x="4929" y="58569"/>
                  <a:pt x="4978" y="58494"/>
                  <a:pt x="5028" y="58444"/>
                </a:cubicBezTo>
                <a:close/>
                <a:moveTo>
                  <a:pt x="38507" y="46795"/>
                </a:moveTo>
                <a:cubicBezTo>
                  <a:pt x="41021" y="48861"/>
                  <a:pt x="43435" y="51002"/>
                  <a:pt x="45601" y="53143"/>
                </a:cubicBezTo>
                <a:cubicBezTo>
                  <a:pt x="43858" y="55034"/>
                  <a:pt x="42166" y="56976"/>
                  <a:pt x="40622" y="58942"/>
                </a:cubicBezTo>
                <a:cubicBezTo>
                  <a:pt x="38407" y="57523"/>
                  <a:pt x="36092" y="55881"/>
                  <a:pt x="33802" y="54113"/>
                </a:cubicBezTo>
                <a:cubicBezTo>
                  <a:pt x="35022" y="51674"/>
                  <a:pt x="36590" y="49185"/>
                  <a:pt x="38507" y="46795"/>
                </a:cubicBezTo>
                <a:close/>
                <a:moveTo>
                  <a:pt x="45675" y="53292"/>
                </a:moveTo>
                <a:lnTo>
                  <a:pt x="45725" y="53342"/>
                </a:lnTo>
                <a:cubicBezTo>
                  <a:pt x="44033" y="55208"/>
                  <a:pt x="42390" y="57125"/>
                  <a:pt x="40797" y="59091"/>
                </a:cubicBezTo>
                <a:cubicBezTo>
                  <a:pt x="40772" y="59091"/>
                  <a:pt x="40772" y="59067"/>
                  <a:pt x="40747" y="59067"/>
                </a:cubicBezTo>
                <a:cubicBezTo>
                  <a:pt x="42290" y="57100"/>
                  <a:pt x="43933" y="55159"/>
                  <a:pt x="45675" y="53292"/>
                </a:cubicBezTo>
                <a:close/>
                <a:moveTo>
                  <a:pt x="33728" y="54337"/>
                </a:moveTo>
                <a:cubicBezTo>
                  <a:pt x="36018" y="56105"/>
                  <a:pt x="38308" y="57722"/>
                  <a:pt x="40523" y="59116"/>
                </a:cubicBezTo>
                <a:cubicBezTo>
                  <a:pt x="40448" y="59116"/>
                  <a:pt x="40448" y="59116"/>
                  <a:pt x="40448" y="59141"/>
                </a:cubicBezTo>
                <a:cubicBezTo>
                  <a:pt x="38283" y="57747"/>
                  <a:pt x="35968" y="56129"/>
                  <a:pt x="33703" y="54387"/>
                </a:cubicBezTo>
                <a:cubicBezTo>
                  <a:pt x="33703" y="54362"/>
                  <a:pt x="33728" y="54362"/>
                  <a:pt x="33728" y="54337"/>
                </a:cubicBezTo>
                <a:close/>
                <a:moveTo>
                  <a:pt x="55731" y="45526"/>
                </a:moveTo>
                <a:cubicBezTo>
                  <a:pt x="55806" y="45576"/>
                  <a:pt x="55856" y="45675"/>
                  <a:pt x="55955" y="45725"/>
                </a:cubicBezTo>
                <a:lnTo>
                  <a:pt x="56379" y="46173"/>
                </a:lnTo>
                <a:lnTo>
                  <a:pt x="56677" y="46447"/>
                </a:lnTo>
                <a:lnTo>
                  <a:pt x="57075" y="46870"/>
                </a:lnTo>
                <a:cubicBezTo>
                  <a:pt x="57175" y="46945"/>
                  <a:pt x="57250" y="47019"/>
                  <a:pt x="57349" y="47119"/>
                </a:cubicBezTo>
                <a:cubicBezTo>
                  <a:pt x="57474" y="47243"/>
                  <a:pt x="57623" y="47368"/>
                  <a:pt x="57748" y="47492"/>
                </a:cubicBezTo>
                <a:cubicBezTo>
                  <a:pt x="57822" y="47542"/>
                  <a:pt x="57922" y="47617"/>
                  <a:pt x="57972" y="47667"/>
                </a:cubicBezTo>
                <a:cubicBezTo>
                  <a:pt x="58121" y="47791"/>
                  <a:pt x="58295" y="47940"/>
                  <a:pt x="58420" y="48065"/>
                </a:cubicBezTo>
                <a:cubicBezTo>
                  <a:pt x="58469" y="48115"/>
                  <a:pt x="58494" y="48164"/>
                  <a:pt x="58569" y="48189"/>
                </a:cubicBezTo>
                <a:cubicBezTo>
                  <a:pt x="58743" y="48363"/>
                  <a:pt x="58917" y="48513"/>
                  <a:pt x="59092" y="48637"/>
                </a:cubicBezTo>
                <a:cubicBezTo>
                  <a:pt x="59117" y="48637"/>
                  <a:pt x="59117" y="48662"/>
                  <a:pt x="59166" y="48662"/>
                </a:cubicBezTo>
                <a:cubicBezTo>
                  <a:pt x="59789" y="49160"/>
                  <a:pt x="60361" y="49633"/>
                  <a:pt x="60934" y="50006"/>
                </a:cubicBezTo>
                <a:cubicBezTo>
                  <a:pt x="60734" y="50156"/>
                  <a:pt x="60585" y="50305"/>
                  <a:pt x="60411" y="50429"/>
                </a:cubicBezTo>
                <a:cubicBezTo>
                  <a:pt x="60286" y="50529"/>
                  <a:pt x="60162" y="50653"/>
                  <a:pt x="60038" y="50753"/>
                </a:cubicBezTo>
                <a:cubicBezTo>
                  <a:pt x="59963" y="50803"/>
                  <a:pt x="59913" y="50853"/>
                  <a:pt x="59863" y="50902"/>
                </a:cubicBezTo>
                <a:cubicBezTo>
                  <a:pt x="59465" y="51251"/>
                  <a:pt x="59092" y="51599"/>
                  <a:pt x="58693" y="51923"/>
                </a:cubicBezTo>
                <a:cubicBezTo>
                  <a:pt x="58569" y="52022"/>
                  <a:pt x="58469" y="52122"/>
                  <a:pt x="58345" y="52246"/>
                </a:cubicBezTo>
                <a:cubicBezTo>
                  <a:pt x="58320" y="52271"/>
                  <a:pt x="58295" y="52271"/>
                  <a:pt x="58295" y="52296"/>
                </a:cubicBezTo>
                <a:lnTo>
                  <a:pt x="58245" y="52346"/>
                </a:lnTo>
                <a:cubicBezTo>
                  <a:pt x="57772" y="52769"/>
                  <a:pt x="57324" y="53167"/>
                  <a:pt x="56851" y="53615"/>
                </a:cubicBezTo>
                <a:cubicBezTo>
                  <a:pt x="56802" y="53665"/>
                  <a:pt x="56727" y="53740"/>
                  <a:pt x="56677" y="53765"/>
                </a:cubicBezTo>
                <a:cubicBezTo>
                  <a:pt x="56130" y="54263"/>
                  <a:pt x="55607" y="54760"/>
                  <a:pt x="55084" y="55283"/>
                </a:cubicBezTo>
                <a:lnTo>
                  <a:pt x="54935" y="55457"/>
                </a:lnTo>
                <a:lnTo>
                  <a:pt x="54835" y="55532"/>
                </a:lnTo>
                <a:lnTo>
                  <a:pt x="54810" y="55582"/>
                </a:lnTo>
                <a:lnTo>
                  <a:pt x="53516" y="56851"/>
                </a:lnTo>
                <a:cubicBezTo>
                  <a:pt x="53392" y="56976"/>
                  <a:pt x="53267" y="57100"/>
                  <a:pt x="53143" y="57250"/>
                </a:cubicBezTo>
                <a:cubicBezTo>
                  <a:pt x="52769" y="57648"/>
                  <a:pt x="52396" y="58071"/>
                  <a:pt x="52023" y="58444"/>
                </a:cubicBezTo>
                <a:cubicBezTo>
                  <a:pt x="51973" y="58494"/>
                  <a:pt x="51948" y="58569"/>
                  <a:pt x="51873" y="58619"/>
                </a:cubicBezTo>
                <a:cubicBezTo>
                  <a:pt x="51823" y="58693"/>
                  <a:pt x="51749" y="58743"/>
                  <a:pt x="51724" y="58818"/>
                </a:cubicBezTo>
                <a:cubicBezTo>
                  <a:pt x="51599" y="58942"/>
                  <a:pt x="51475" y="59067"/>
                  <a:pt x="51351" y="59216"/>
                </a:cubicBezTo>
                <a:cubicBezTo>
                  <a:pt x="50355" y="57722"/>
                  <a:pt x="48886" y="55905"/>
                  <a:pt x="46970" y="53889"/>
                </a:cubicBezTo>
                <a:cubicBezTo>
                  <a:pt x="47343" y="53416"/>
                  <a:pt x="47716" y="52968"/>
                  <a:pt x="48115" y="52520"/>
                </a:cubicBezTo>
                <a:lnTo>
                  <a:pt x="48140" y="52495"/>
                </a:lnTo>
                <a:cubicBezTo>
                  <a:pt x="48513" y="52097"/>
                  <a:pt x="48886" y="51649"/>
                  <a:pt x="49260" y="51251"/>
                </a:cubicBezTo>
                <a:lnTo>
                  <a:pt x="49285" y="51226"/>
                </a:lnTo>
                <a:cubicBezTo>
                  <a:pt x="49384" y="51126"/>
                  <a:pt x="49484" y="51002"/>
                  <a:pt x="49583" y="50902"/>
                </a:cubicBezTo>
                <a:cubicBezTo>
                  <a:pt x="49882" y="50604"/>
                  <a:pt x="50156" y="50280"/>
                  <a:pt x="50479" y="49981"/>
                </a:cubicBezTo>
                <a:cubicBezTo>
                  <a:pt x="50629" y="49807"/>
                  <a:pt x="50828" y="49633"/>
                  <a:pt x="51002" y="49484"/>
                </a:cubicBezTo>
                <a:cubicBezTo>
                  <a:pt x="51251" y="49235"/>
                  <a:pt x="51500" y="49011"/>
                  <a:pt x="51774" y="48762"/>
                </a:cubicBezTo>
                <a:lnTo>
                  <a:pt x="52819" y="47816"/>
                </a:lnTo>
                <a:cubicBezTo>
                  <a:pt x="52869" y="47766"/>
                  <a:pt x="52944" y="47741"/>
                  <a:pt x="52993" y="47667"/>
                </a:cubicBezTo>
                <a:cubicBezTo>
                  <a:pt x="53018" y="47642"/>
                  <a:pt x="53093" y="47617"/>
                  <a:pt x="53118" y="47567"/>
                </a:cubicBezTo>
                <a:cubicBezTo>
                  <a:pt x="53242" y="47492"/>
                  <a:pt x="53367" y="47393"/>
                  <a:pt x="53466" y="47293"/>
                </a:cubicBezTo>
                <a:lnTo>
                  <a:pt x="53516" y="47243"/>
                </a:lnTo>
                <a:cubicBezTo>
                  <a:pt x="53641" y="47144"/>
                  <a:pt x="53765" y="47019"/>
                  <a:pt x="53939" y="46920"/>
                </a:cubicBezTo>
                <a:lnTo>
                  <a:pt x="54313" y="46646"/>
                </a:lnTo>
                <a:cubicBezTo>
                  <a:pt x="54337" y="46621"/>
                  <a:pt x="54362" y="46571"/>
                  <a:pt x="54387" y="46571"/>
                </a:cubicBezTo>
                <a:cubicBezTo>
                  <a:pt x="54561" y="46447"/>
                  <a:pt x="54736" y="46322"/>
                  <a:pt x="54885" y="46173"/>
                </a:cubicBezTo>
                <a:lnTo>
                  <a:pt x="55258" y="45899"/>
                </a:lnTo>
                <a:cubicBezTo>
                  <a:pt x="55383" y="45775"/>
                  <a:pt x="55557" y="45650"/>
                  <a:pt x="55731" y="45526"/>
                </a:cubicBezTo>
                <a:close/>
                <a:moveTo>
                  <a:pt x="40647" y="59191"/>
                </a:moveTo>
                <a:cubicBezTo>
                  <a:pt x="40672" y="59191"/>
                  <a:pt x="40672" y="59216"/>
                  <a:pt x="40697" y="59216"/>
                </a:cubicBezTo>
                <a:cubicBezTo>
                  <a:pt x="40697" y="59241"/>
                  <a:pt x="40672" y="59241"/>
                  <a:pt x="40672" y="59266"/>
                </a:cubicBezTo>
                <a:cubicBezTo>
                  <a:pt x="40647" y="59266"/>
                  <a:pt x="40622" y="59241"/>
                  <a:pt x="40622" y="59241"/>
                </a:cubicBezTo>
                <a:cubicBezTo>
                  <a:pt x="40622" y="59216"/>
                  <a:pt x="40647" y="59216"/>
                  <a:pt x="40647" y="59191"/>
                </a:cubicBezTo>
                <a:close/>
                <a:moveTo>
                  <a:pt x="84082" y="49185"/>
                </a:moveTo>
                <a:cubicBezTo>
                  <a:pt x="84132" y="49235"/>
                  <a:pt x="84182" y="49235"/>
                  <a:pt x="84232" y="49260"/>
                </a:cubicBezTo>
                <a:cubicBezTo>
                  <a:pt x="84306" y="49284"/>
                  <a:pt x="84331" y="49284"/>
                  <a:pt x="84381" y="49309"/>
                </a:cubicBezTo>
                <a:cubicBezTo>
                  <a:pt x="84431" y="49309"/>
                  <a:pt x="84456" y="49334"/>
                  <a:pt x="84481" y="49334"/>
                </a:cubicBezTo>
                <a:cubicBezTo>
                  <a:pt x="84705" y="49434"/>
                  <a:pt x="84929" y="49533"/>
                  <a:pt x="85178" y="49633"/>
                </a:cubicBezTo>
                <a:cubicBezTo>
                  <a:pt x="85227" y="49658"/>
                  <a:pt x="85252" y="49658"/>
                  <a:pt x="85327" y="49683"/>
                </a:cubicBezTo>
                <a:cubicBezTo>
                  <a:pt x="85601" y="49782"/>
                  <a:pt x="85850" y="49882"/>
                  <a:pt x="86123" y="49956"/>
                </a:cubicBezTo>
                <a:cubicBezTo>
                  <a:pt x="86173" y="49956"/>
                  <a:pt x="86198" y="50006"/>
                  <a:pt x="86248" y="50006"/>
                </a:cubicBezTo>
                <a:lnTo>
                  <a:pt x="86298" y="50006"/>
                </a:lnTo>
                <a:cubicBezTo>
                  <a:pt x="86497" y="50056"/>
                  <a:pt x="86721" y="50156"/>
                  <a:pt x="86970" y="50205"/>
                </a:cubicBezTo>
                <a:cubicBezTo>
                  <a:pt x="87617" y="52844"/>
                  <a:pt x="87244" y="56005"/>
                  <a:pt x="86074" y="59340"/>
                </a:cubicBezTo>
                <a:cubicBezTo>
                  <a:pt x="83809" y="58245"/>
                  <a:pt x="81693" y="56901"/>
                  <a:pt x="79826" y="55383"/>
                </a:cubicBezTo>
                <a:cubicBezTo>
                  <a:pt x="81344" y="53342"/>
                  <a:pt x="82763" y="51276"/>
                  <a:pt x="84082" y="49185"/>
                </a:cubicBezTo>
                <a:close/>
                <a:moveTo>
                  <a:pt x="46771" y="54014"/>
                </a:moveTo>
                <a:cubicBezTo>
                  <a:pt x="48737" y="56030"/>
                  <a:pt x="50206" y="57847"/>
                  <a:pt x="51151" y="59315"/>
                </a:cubicBezTo>
                <a:lnTo>
                  <a:pt x="51102" y="59365"/>
                </a:lnTo>
                <a:cubicBezTo>
                  <a:pt x="50156" y="57872"/>
                  <a:pt x="48712" y="56080"/>
                  <a:pt x="46746" y="54088"/>
                </a:cubicBezTo>
                <a:cubicBezTo>
                  <a:pt x="46746" y="54039"/>
                  <a:pt x="46771" y="54039"/>
                  <a:pt x="46771" y="54014"/>
                </a:cubicBezTo>
                <a:close/>
                <a:moveTo>
                  <a:pt x="60983" y="50156"/>
                </a:moveTo>
                <a:cubicBezTo>
                  <a:pt x="60983" y="50156"/>
                  <a:pt x="61033" y="50156"/>
                  <a:pt x="61033" y="50180"/>
                </a:cubicBezTo>
                <a:lnTo>
                  <a:pt x="61058" y="50180"/>
                </a:lnTo>
                <a:cubicBezTo>
                  <a:pt x="60934" y="50305"/>
                  <a:pt x="60784" y="50479"/>
                  <a:pt x="60585" y="50604"/>
                </a:cubicBezTo>
                <a:cubicBezTo>
                  <a:pt x="60486" y="50653"/>
                  <a:pt x="60436" y="50728"/>
                  <a:pt x="60386" y="50753"/>
                </a:cubicBezTo>
                <a:cubicBezTo>
                  <a:pt x="60262" y="50877"/>
                  <a:pt x="60137" y="50977"/>
                  <a:pt x="59988" y="51101"/>
                </a:cubicBezTo>
                <a:cubicBezTo>
                  <a:pt x="59589" y="51425"/>
                  <a:pt x="59216" y="51749"/>
                  <a:pt x="58843" y="52097"/>
                </a:cubicBezTo>
                <a:lnTo>
                  <a:pt x="58768" y="52147"/>
                </a:lnTo>
                <a:lnTo>
                  <a:pt x="58743" y="52147"/>
                </a:lnTo>
                <a:cubicBezTo>
                  <a:pt x="58693" y="52197"/>
                  <a:pt x="58619" y="52246"/>
                  <a:pt x="58594" y="52296"/>
                </a:cubicBezTo>
                <a:cubicBezTo>
                  <a:pt x="58519" y="52371"/>
                  <a:pt x="58445" y="52421"/>
                  <a:pt x="58370" y="52495"/>
                </a:cubicBezTo>
                <a:cubicBezTo>
                  <a:pt x="57847" y="52943"/>
                  <a:pt x="57349" y="53416"/>
                  <a:pt x="56851" y="53889"/>
                </a:cubicBezTo>
                <a:lnTo>
                  <a:pt x="56777" y="53939"/>
                </a:lnTo>
                <a:cubicBezTo>
                  <a:pt x="56254" y="54437"/>
                  <a:pt x="55756" y="54935"/>
                  <a:pt x="55234" y="55432"/>
                </a:cubicBezTo>
                <a:lnTo>
                  <a:pt x="54835" y="55856"/>
                </a:lnTo>
                <a:lnTo>
                  <a:pt x="54786" y="55881"/>
                </a:lnTo>
                <a:lnTo>
                  <a:pt x="54761" y="55905"/>
                </a:lnTo>
                <a:lnTo>
                  <a:pt x="53740" y="56951"/>
                </a:lnTo>
                <a:cubicBezTo>
                  <a:pt x="53541" y="57125"/>
                  <a:pt x="53392" y="57274"/>
                  <a:pt x="53242" y="57474"/>
                </a:cubicBezTo>
                <a:lnTo>
                  <a:pt x="53217" y="57498"/>
                </a:lnTo>
                <a:cubicBezTo>
                  <a:pt x="52894" y="57797"/>
                  <a:pt x="52595" y="58146"/>
                  <a:pt x="52272" y="58494"/>
                </a:cubicBezTo>
                <a:cubicBezTo>
                  <a:pt x="52147" y="58643"/>
                  <a:pt x="52023" y="58768"/>
                  <a:pt x="51873" y="58917"/>
                </a:cubicBezTo>
                <a:cubicBezTo>
                  <a:pt x="51848" y="58967"/>
                  <a:pt x="51799" y="58992"/>
                  <a:pt x="51799" y="59017"/>
                </a:cubicBezTo>
                <a:lnTo>
                  <a:pt x="51774" y="59042"/>
                </a:lnTo>
                <a:lnTo>
                  <a:pt x="51749" y="59091"/>
                </a:lnTo>
                <a:cubicBezTo>
                  <a:pt x="51649" y="59216"/>
                  <a:pt x="51525" y="59291"/>
                  <a:pt x="51425" y="59415"/>
                </a:cubicBezTo>
                <a:cubicBezTo>
                  <a:pt x="51425" y="59415"/>
                  <a:pt x="51425" y="59390"/>
                  <a:pt x="51400" y="59390"/>
                </a:cubicBezTo>
                <a:lnTo>
                  <a:pt x="51400" y="59365"/>
                </a:lnTo>
                <a:cubicBezTo>
                  <a:pt x="52097" y="58619"/>
                  <a:pt x="52769" y="57872"/>
                  <a:pt x="53466" y="57150"/>
                </a:cubicBezTo>
                <a:lnTo>
                  <a:pt x="53491" y="57125"/>
                </a:lnTo>
                <a:lnTo>
                  <a:pt x="53516" y="57100"/>
                </a:lnTo>
                <a:cubicBezTo>
                  <a:pt x="54238" y="56353"/>
                  <a:pt x="54985" y="55607"/>
                  <a:pt x="55731" y="54885"/>
                </a:cubicBezTo>
                <a:lnTo>
                  <a:pt x="56005" y="54611"/>
                </a:lnTo>
                <a:cubicBezTo>
                  <a:pt x="56752" y="53889"/>
                  <a:pt x="57524" y="53167"/>
                  <a:pt x="58320" y="52446"/>
                </a:cubicBezTo>
                <a:lnTo>
                  <a:pt x="58494" y="52271"/>
                </a:lnTo>
                <a:cubicBezTo>
                  <a:pt x="58967" y="51873"/>
                  <a:pt x="59440" y="51475"/>
                  <a:pt x="59938" y="51052"/>
                </a:cubicBezTo>
                <a:cubicBezTo>
                  <a:pt x="60062" y="50927"/>
                  <a:pt x="60212" y="50853"/>
                  <a:pt x="60336" y="50728"/>
                </a:cubicBezTo>
                <a:lnTo>
                  <a:pt x="60983" y="50156"/>
                </a:lnTo>
                <a:close/>
                <a:moveTo>
                  <a:pt x="87169" y="50280"/>
                </a:moveTo>
                <a:cubicBezTo>
                  <a:pt x="87194" y="50280"/>
                  <a:pt x="87194" y="50280"/>
                  <a:pt x="87219" y="50305"/>
                </a:cubicBezTo>
                <a:cubicBezTo>
                  <a:pt x="87841" y="52919"/>
                  <a:pt x="87468" y="56105"/>
                  <a:pt x="86298" y="59465"/>
                </a:cubicBezTo>
                <a:cubicBezTo>
                  <a:pt x="86248" y="59465"/>
                  <a:pt x="86248" y="59440"/>
                  <a:pt x="86223" y="59440"/>
                </a:cubicBezTo>
                <a:cubicBezTo>
                  <a:pt x="87418" y="56080"/>
                  <a:pt x="87791" y="52919"/>
                  <a:pt x="87169" y="50280"/>
                </a:cubicBezTo>
                <a:close/>
                <a:moveTo>
                  <a:pt x="79702" y="55532"/>
                </a:moveTo>
                <a:cubicBezTo>
                  <a:pt x="81593" y="57075"/>
                  <a:pt x="83709" y="58395"/>
                  <a:pt x="85999" y="59515"/>
                </a:cubicBezTo>
                <a:cubicBezTo>
                  <a:pt x="85999" y="59564"/>
                  <a:pt x="85999" y="59564"/>
                  <a:pt x="85974" y="59589"/>
                </a:cubicBezTo>
                <a:cubicBezTo>
                  <a:pt x="83684" y="58469"/>
                  <a:pt x="81519" y="57125"/>
                  <a:pt x="79627" y="55607"/>
                </a:cubicBezTo>
                <a:lnTo>
                  <a:pt x="79702" y="55532"/>
                </a:lnTo>
                <a:close/>
                <a:moveTo>
                  <a:pt x="51326" y="59490"/>
                </a:moveTo>
                <a:lnTo>
                  <a:pt x="51326" y="59515"/>
                </a:lnTo>
                <a:cubicBezTo>
                  <a:pt x="51326" y="59515"/>
                  <a:pt x="51326" y="59564"/>
                  <a:pt x="51351" y="59564"/>
                </a:cubicBezTo>
                <a:lnTo>
                  <a:pt x="51276" y="59614"/>
                </a:lnTo>
                <a:cubicBezTo>
                  <a:pt x="51276" y="59589"/>
                  <a:pt x="51276" y="59589"/>
                  <a:pt x="51251" y="59564"/>
                </a:cubicBezTo>
                <a:lnTo>
                  <a:pt x="51326" y="59490"/>
                </a:lnTo>
                <a:close/>
                <a:moveTo>
                  <a:pt x="4232" y="59614"/>
                </a:moveTo>
                <a:lnTo>
                  <a:pt x="4232" y="59614"/>
                </a:lnTo>
                <a:cubicBezTo>
                  <a:pt x="4223" y="59637"/>
                  <a:pt x="4214" y="59660"/>
                  <a:pt x="4205" y="59684"/>
                </a:cubicBezTo>
                <a:lnTo>
                  <a:pt x="4205" y="59684"/>
                </a:lnTo>
                <a:cubicBezTo>
                  <a:pt x="4212" y="59656"/>
                  <a:pt x="4218" y="59628"/>
                  <a:pt x="4232" y="59614"/>
                </a:cubicBezTo>
                <a:close/>
                <a:moveTo>
                  <a:pt x="86173" y="59589"/>
                </a:moveTo>
                <a:cubicBezTo>
                  <a:pt x="86198" y="59614"/>
                  <a:pt x="86198" y="59614"/>
                  <a:pt x="86223" y="59614"/>
                </a:cubicBezTo>
                <a:cubicBezTo>
                  <a:pt x="86223" y="59639"/>
                  <a:pt x="86198" y="59639"/>
                  <a:pt x="86198" y="59689"/>
                </a:cubicBezTo>
                <a:cubicBezTo>
                  <a:pt x="86173" y="59689"/>
                  <a:pt x="86173" y="59639"/>
                  <a:pt x="86123" y="59639"/>
                </a:cubicBezTo>
                <a:cubicBezTo>
                  <a:pt x="86123" y="59614"/>
                  <a:pt x="86173" y="59614"/>
                  <a:pt x="86173" y="59589"/>
                </a:cubicBezTo>
                <a:close/>
                <a:moveTo>
                  <a:pt x="61282" y="50280"/>
                </a:moveTo>
                <a:cubicBezTo>
                  <a:pt x="61332" y="50355"/>
                  <a:pt x="61431" y="50380"/>
                  <a:pt x="61481" y="50405"/>
                </a:cubicBezTo>
                <a:cubicBezTo>
                  <a:pt x="57748" y="53118"/>
                  <a:pt x="54387" y="56353"/>
                  <a:pt x="51649" y="59739"/>
                </a:cubicBezTo>
                <a:cubicBezTo>
                  <a:pt x="51624" y="59689"/>
                  <a:pt x="51599" y="59614"/>
                  <a:pt x="51525" y="59564"/>
                </a:cubicBezTo>
                <a:cubicBezTo>
                  <a:pt x="51624" y="59465"/>
                  <a:pt x="51699" y="59365"/>
                  <a:pt x="51774" y="59266"/>
                </a:cubicBezTo>
                <a:cubicBezTo>
                  <a:pt x="52023" y="59017"/>
                  <a:pt x="52247" y="58743"/>
                  <a:pt x="52496" y="58494"/>
                </a:cubicBezTo>
                <a:cubicBezTo>
                  <a:pt x="52620" y="58370"/>
                  <a:pt x="52720" y="58245"/>
                  <a:pt x="52844" y="58146"/>
                </a:cubicBezTo>
                <a:cubicBezTo>
                  <a:pt x="52968" y="58021"/>
                  <a:pt x="53093" y="57872"/>
                  <a:pt x="53217" y="57747"/>
                </a:cubicBezTo>
                <a:cubicBezTo>
                  <a:pt x="53242" y="57722"/>
                  <a:pt x="53267" y="57698"/>
                  <a:pt x="53317" y="57623"/>
                </a:cubicBezTo>
                <a:cubicBezTo>
                  <a:pt x="53491" y="57399"/>
                  <a:pt x="53715" y="57200"/>
                  <a:pt x="53939" y="57001"/>
                </a:cubicBezTo>
                <a:lnTo>
                  <a:pt x="54761" y="56154"/>
                </a:lnTo>
                <a:lnTo>
                  <a:pt x="54885" y="56030"/>
                </a:lnTo>
                <a:cubicBezTo>
                  <a:pt x="55059" y="55881"/>
                  <a:pt x="55209" y="55706"/>
                  <a:pt x="55383" y="55532"/>
                </a:cubicBezTo>
                <a:cubicBezTo>
                  <a:pt x="55881" y="55034"/>
                  <a:pt x="56379" y="54586"/>
                  <a:pt x="56876" y="54113"/>
                </a:cubicBezTo>
                <a:cubicBezTo>
                  <a:pt x="56976" y="54039"/>
                  <a:pt x="57051" y="53964"/>
                  <a:pt x="57125" y="53889"/>
                </a:cubicBezTo>
                <a:lnTo>
                  <a:pt x="57175" y="53864"/>
                </a:lnTo>
                <a:lnTo>
                  <a:pt x="58469" y="52645"/>
                </a:lnTo>
                <a:cubicBezTo>
                  <a:pt x="58619" y="52520"/>
                  <a:pt x="58793" y="52371"/>
                  <a:pt x="58942" y="52246"/>
                </a:cubicBezTo>
                <a:cubicBezTo>
                  <a:pt x="59341" y="51898"/>
                  <a:pt x="59714" y="51550"/>
                  <a:pt x="60112" y="51226"/>
                </a:cubicBezTo>
                <a:cubicBezTo>
                  <a:pt x="60311" y="51052"/>
                  <a:pt x="60461" y="50927"/>
                  <a:pt x="60660" y="50778"/>
                </a:cubicBezTo>
                <a:cubicBezTo>
                  <a:pt x="60859" y="50629"/>
                  <a:pt x="61083" y="50479"/>
                  <a:pt x="61282" y="50280"/>
                </a:cubicBezTo>
                <a:close/>
                <a:moveTo>
                  <a:pt x="4185" y="59735"/>
                </a:moveTo>
                <a:cubicBezTo>
                  <a:pt x="4162" y="59797"/>
                  <a:pt x="4138" y="59858"/>
                  <a:pt x="4114" y="59920"/>
                </a:cubicBezTo>
                <a:lnTo>
                  <a:pt x="4114" y="59920"/>
                </a:lnTo>
                <a:cubicBezTo>
                  <a:pt x="4136" y="59859"/>
                  <a:pt x="4159" y="59799"/>
                  <a:pt x="4182" y="59739"/>
                </a:cubicBezTo>
                <a:cubicBezTo>
                  <a:pt x="4183" y="59737"/>
                  <a:pt x="4184" y="59736"/>
                  <a:pt x="4185" y="59735"/>
                </a:cubicBezTo>
                <a:close/>
                <a:moveTo>
                  <a:pt x="51450" y="59714"/>
                </a:moveTo>
                <a:cubicBezTo>
                  <a:pt x="51475" y="59764"/>
                  <a:pt x="51525" y="59838"/>
                  <a:pt x="51575" y="59888"/>
                </a:cubicBezTo>
                <a:lnTo>
                  <a:pt x="51500" y="59963"/>
                </a:lnTo>
                <a:cubicBezTo>
                  <a:pt x="51475" y="59888"/>
                  <a:pt x="51450" y="59838"/>
                  <a:pt x="51375" y="59764"/>
                </a:cubicBezTo>
                <a:cubicBezTo>
                  <a:pt x="51400" y="59739"/>
                  <a:pt x="51400" y="59714"/>
                  <a:pt x="51450" y="59714"/>
                </a:cubicBezTo>
                <a:close/>
                <a:moveTo>
                  <a:pt x="61680" y="50529"/>
                </a:moveTo>
                <a:cubicBezTo>
                  <a:pt x="61705" y="50529"/>
                  <a:pt x="61705" y="50554"/>
                  <a:pt x="61730" y="50554"/>
                </a:cubicBezTo>
                <a:cubicBezTo>
                  <a:pt x="57947" y="53292"/>
                  <a:pt x="54561" y="56528"/>
                  <a:pt x="51823" y="59988"/>
                </a:cubicBezTo>
                <a:cubicBezTo>
                  <a:pt x="51823" y="59963"/>
                  <a:pt x="51774" y="59963"/>
                  <a:pt x="51774" y="59938"/>
                </a:cubicBezTo>
                <a:cubicBezTo>
                  <a:pt x="54561" y="56503"/>
                  <a:pt x="57922" y="53267"/>
                  <a:pt x="61680" y="50529"/>
                </a:cubicBezTo>
                <a:close/>
                <a:moveTo>
                  <a:pt x="45899" y="53466"/>
                </a:moveTo>
                <a:lnTo>
                  <a:pt x="46347" y="53889"/>
                </a:lnTo>
                <a:cubicBezTo>
                  <a:pt x="44754" y="55881"/>
                  <a:pt x="43410" y="57971"/>
                  <a:pt x="42315" y="60012"/>
                </a:cubicBezTo>
                <a:cubicBezTo>
                  <a:pt x="41892" y="59739"/>
                  <a:pt x="41419" y="59490"/>
                  <a:pt x="40946" y="59191"/>
                </a:cubicBezTo>
                <a:cubicBezTo>
                  <a:pt x="42514" y="57250"/>
                  <a:pt x="44157" y="55333"/>
                  <a:pt x="45899" y="53466"/>
                </a:cubicBezTo>
                <a:close/>
                <a:moveTo>
                  <a:pt x="114698" y="52595"/>
                </a:moveTo>
                <a:cubicBezTo>
                  <a:pt x="114723" y="52894"/>
                  <a:pt x="114748" y="53217"/>
                  <a:pt x="114748" y="53541"/>
                </a:cubicBezTo>
                <a:cubicBezTo>
                  <a:pt x="114350" y="55084"/>
                  <a:pt x="113877" y="56602"/>
                  <a:pt x="113305" y="58195"/>
                </a:cubicBezTo>
                <a:cubicBezTo>
                  <a:pt x="112757" y="58892"/>
                  <a:pt x="112110" y="59564"/>
                  <a:pt x="111363" y="60112"/>
                </a:cubicBezTo>
                <a:cubicBezTo>
                  <a:pt x="112632" y="57598"/>
                  <a:pt x="113753" y="55084"/>
                  <a:pt x="114698" y="52595"/>
                </a:cubicBezTo>
                <a:close/>
                <a:moveTo>
                  <a:pt x="46397" y="53939"/>
                </a:moveTo>
                <a:lnTo>
                  <a:pt x="46422" y="53989"/>
                </a:lnTo>
                <a:cubicBezTo>
                  <a:pt x="46497" y="54088"/>
                  <a:pt x="46497" y="54113"/>
                  <a:pt x="46472" y="54113"/>
                </a:cubicBezTo>
                <a:cubicBezTo>
                  <a:pt x="46123" y="54536"/>
                  <a:pt x="45800" y="54984"/>
                  <a:pt x="45476" y="55408"/>
                </a:cubicBezTo>
                <a:cubicBezTo>
                  <a:pt x="45377" y="55557"/>
                  <a:pt x="45252" y="55706"/>
                  <a:pt x="45153" y="55856"/>
                </a:cubicBezTo>
                <a:cubicBezTo>
                  <a:pt x="44929" y="56154"/>
                  <a:pt x="44680" y="56503"/>
                  <a:pt x="44481" y="56851"/>
                </a:cubicBezTo>
                <a:cubicBezTo>
                  <a:pt x="44381" y="57001"/>
                  <a:pt x="44281" y="57125"/>
                  <a:pt x="44182" y="57274"/>
                </a:cubicBezTo>
                <a:cubicBezTo>
                  <a:pt x="44132" y="57349"/>
                  <a:pt x="44107" y="57424"/>
                  <a:pt x="44033" y="57498"/>
                </a:cubicBezTo>
                <a:cubicBezTo>
                  <a:pt x="43809" y="57872"/>
                  <a:pt x="43560" y="58245"/>
                  <a:pt x="43385" y="58594"/>
                </a:cubicBezTo>
                <a:cubicBezTo>
                  <a:pt x="43062" y="59116"/>
                  <a:pt x="42788" y="59639"/>
                  <a:pt x="42514" y="60137"/>
                </a:cubicBezTo>
                <a:cubicBezTo>
                  <a:pt x="42514" y="60137"/>
                  <a:pt x="42489" y="60137"/>
                  <a:pt x="42489" y="60112"/>
                </a:cubicBezTo>
                <a:lnTo>
                  <a:pt x="42440" y="60112"/>
                </a:lnTo>
                <a:cubicBezTo>
                  <a:pt x="42564" y="59863"/>
                  <a:pt x="42688" y="59639"/>
                  <a:pt x="42813" y="59390"/>
                </a:cubicBezTo>
                <a:cubicBezTo>
                  <a:pt x="42813" y="59365"/>
                  <a:pt x="42863" y="59340"/>
                  <a:pt x="42888" y="59291"/>
                </a:cubicBezTo>
                <a:lnTo>
                  <a:pt x="43360" y="58469"/>
                </a:lnTo>
                <a:cubicBezTo>
                  <a:pt x="43360" y="58469"/>
                  <a:pt x="43360" y="58419"/>
                  <a:pt x="43385" y="58419"/>
                </a:cubicBezTo>
                <a:cubicBezTo>
                  <a:pt x="43560" y="58121"/>
                  <a:pt x="43759" y="57847"/>
                  <a:pt x="43933" y="57523"/>
                </a:cubicBezTo>
                <a:cubicBezTo>
                  <a:pt x="44132" y="57225"/>
                  <a:pt x="44306" y="56926"/>
                  <a:pt x="44505" y="56627"/>
                </a:cubicBezTo>
                <a:cubicBezTo>
                  <a:pt x="44530" y="56602"/>
                  <a:pt x="44555" y="56553"/>
                  <a:pt x="44555" y="56503"/>
                </a:cubicBezTo>
                <a:cubicBezTo>
                  <a:pt x="44754" y="56229"/>
                  <a:pt x="44929" y="55980"/>
                  <a:pt x="45128" y="55681"/>
                </a:cubicBezTo>
                <a:cubicBezTo>
                  <a:pt x="45352" y="55408"/>
                  <a:pt x="45526" y="55109"/>
                  <a:pt x="45750" y="54810"/>
                </a:cubicBezTo>
                <a:cubicBezTo>
                  <a:pt x="45800" y="54760"/>
                  <a:pt x="45850" y="54686"/>
                  <a:pt x="45899" y="54611"/>
                </a:cubicBezTo>
                <a:cubicBezTo>
                  <a:pt x="46049" y="54387"/>
                  <a:pt x="46248" y="54163"/>
                  <a:pt x="46397" y="53939"/>
                </a:cubicBezTo>
                <a:close/>
                <a:moveTo>
                  <a:pt x="51649" y="60062"/>
                </a:moveTo>
                <a:cubicBezTo>
                  <a:pt x="51649" y="60087"/>
                  <a:pt x="51699" y="60112"/>
                  <a:pt x="51699" y="60112"/>
                </a:cubicBezTo>
                <a:lnTo>
                  <a:pt x="51624" y="60187"/>
                </a:lnTo>
                <a:cubicBezTo>
                  <a:pt x="51624" y="60137"/>
                  <a:pt x="51599" y="60137"/>
                  <a:pt x="51599" y="60112"/>
                </a:cubicBezTo>
                <a:lnTo>
                  <a:pt x="51649" y="60062"/>
                </a:lnTo>
                <a:close/>
                <a:moveTo>
                  <a:pt x="40822" y="59315"/>
                </a:moveTo>
                <a:cubicBezTo>
                  <a:pt x="41295" y="59589"/>
                  <a:pt x="41767" y="59888"/>
                  <a:pt x="42240" y="60137"/>
                </a:cubicBezTo>
                <a:cubicBezTo>
                  <a:pt x="42240" y="60187"/>
                  <a:pt x="42191" y="60187"/>
                  <a:pt x="42191" y="60212"/>
                </a:cubicBezTo>
                <a:cubicBezTo>
                  <a:pt x="41743" y="59963"/>
                  <a:pt x="41270" y="59689"/>
                  <a:pt x="40797" y="59365"/>
                </a:cubicBezTo>
                <a:cubicBezTo>
                  <a:pt x="40797" y="59340"/>
                  <a:pt x="40822" y="59340"/>
                  <a:pt x="40822" y="59315"/>
                </a:cubicBezTo>
                <a:close/>
                <a:moveTo>
                  <a:pt x="42440" y="60261"/>
                </a:moveTo>
                <a:cubicBezTo>
                  <a:pt x="42440" y="60261"/>
                  <a:pt x="42489" y="60261"/>
                  <a:pt x="42489" y="60311"/>
                </a:cubicBezTo>
                <a:cubicBezTo>
                  <a:pt x="42489" y="60336"/>
                  <a:pt x="42440" y="60336"/>
                  <a:pt x="42440" y="60361"/>
                </a:cubicBezTo>
                <a:cubicBezTo>
                  <a:pt x="42415" y="60361"/>
                  <a:pt x="42415" y="60361"/>
                  <a:pt x="42390" y="60336"/>
                </a:cubicBezTo>
                <a:cubicBezTo>
                  <a:pt x="42390" y="60311"/>
                  <a:pt x="42415" y="60311"/>
                  <a:pt x="42415" y="60261"/>
                </a:cubicBezTo>
                <a:close/>
                <a:moveTo>
                  <a:pt x="114599" y="52097"/>
                </a:moveTo>
                <a:cubicBezTo>
                  <a:pt x="114599" y="52122"/>
                  <a:pt x="114624" y="52172"/>
                  <a:pt x="114624" y="52222"/>
                </a:cubicBezTo>
                <a:cubicBezTo>
                  <a:pt x="113628" y="54885"/>
                  <a:pt x="112433" y="57598"/>
                  <a:pt x="111064" y="60336"/>
                </a:cubicBezTo>
                <a:cubicBezTo>
                  <a:pt x="111015" y="60361"/>
                  <a:pt x="110990" y="60386"/>
                  <a:pt x="110965" y="60386"/>
                </a:cubicBezTo>
                <a:cubicBezTo>
                  <a:pt x="112359" y="57598"/>
                  <a:pt x="113603" y="54835"/>
                  <a:pt x="114599" y="52097"/>
                </a:cubicBezTo>
                <a:close/>
                <a:moveTo>
                  <a:pt x="87443" y="50355"/>
                </a:moveTo>
                <a:lnTo>
                  <a:pt x="87443" y="50355"/>
                </a:lnTo>
                <a:cubicBezTo>
                  <a:pt x="87692" y="50405"/>
                  <a:pt x="87916" y="50479"/>
                  <a:pt x="88164" y="50529"/>
                </a:cubicBezTo>
                <a:cubicBezTo>
                  <a:pt x="88214" y="50529"/>
                  <a:pt x="88289" y="50554"/>
                  <a:pt x="88339" y="50554"/>
                </a:cubicBezTo>
                <a:cubicBezTo>
                  <a:pt x="88438" y="50579"/>
                  <a:pt x="88563" y="50579"/>
                  <a:pt x="88662" y="50629"/>
                </a:cubicBezTo>
                <a:cubicBezTo>
                  <a:pt x="88812" y="50653"/>
                  <a:pt x="88986" y="50678"/>
                  <a:pt x="89160" y="50728"/>
                </a:cubicBezTo>
                <a:cubicBezTo>
                  <a:pt x="89210" y="50728"/>
                  <a:pt x="89285" y="50753"/>
                  <a:pt x="89359" y="50753"/>
                </a:cubicBezTo>
                <a:lnTo>
                  <a:pt x="89409" y="50753"/>
                </a:lnTo>
                <a:cubicBezTo>
                  <a:pt x="89434" y="50753"/>
                  <a:pt x="89484" y="50753"/>
                  <a:pt x="89534" y="50778"/>
                </a:cubicBezTo>
                <a:lnTo>
                  <a:pt x="90181" y="50877"/>
                </a:lnTo>
                <a:cubicBezTo>
                  <a:pt x="90305" y="50902"/>
                  <a:pt x="90430" y="50902"/>
                  <a:pt x="90554" y="50902"/>
                </a:cubicBezTo>
                <a:cubicBezTo>
                  <a:pt x="90778" y="50927"/>
                  <a:pt x="91027" y="50952"/>
                  <a:pt x="91226" y="50952"/>
                </a:cubicBezTo>
                <a:lnTo>
                  <a:pt x="91351" y="50952"/>
                </a:lnTo>
                <a:cubicBezTo>
                  <a:pt x="91450" y="50952"/>
                  <a:pt x="91575" y="50952"/>
                  <a:pt x="91674" y="51002"/>
                </a:cubicBezTo>
                <a:lnTo>
                  <a:pt x="91799" y="51002"/>
                </a:lnTo>
                <a:cubicBezTo>
                  <a:pt x="91898" y="51002"/>
                  <a:pt x="91948" y="51002"/>
                  <a:pt x="92048" y="51027"/>
                </a:cubicBezTo>
                <a:cubicBezTo>
                  <a:pt x="92147" y="51027"/>
                  <a:pt x="92222" y="51027"/>
                  <a:pt x="92321" y="51052"/>
                </a:cubicBezTo>
                <a:lnTo>
                  <a:pt x="93417" y="51052"/>
                </a:lnTo>
                <a:cubicBezTo>
                  <a:pt x="93989" y="51052"/>
                  <a:pt x="94586" y="51027"/>
                  <a:pt x="95184" y="51002"/>
                </a:cubicBezTo>
                <a:lnTo>
                  <a:pt x="95184" y="51002"/>
                </a:lnTo>
                <a:cubicBezTo>
                  <a:pt x="93392" y="54238"/>
                  <a:pt x="91276" y="57449"/>
                  <a:pt x="88936" y="60585"/>
                </a:cubicBezTo>
                <a:cubicBezTo>
                  <a:pt x="88090" y="60261"/>
                  <a:pt x="87244" y="59888"/>
                  <a:pt x="86447" y="59515"/>
                </a:cubicBezTo>
                <a:cubicBezTo>
                  <a:pt x="87617" y="56154"/>
                  <a:pt x="88040" y="53018"/>
                  <a:pt x="87443" y="50355"/>
                </a:cubicBezTo>
                <a:close/>
                <a:moveTo>
                  <a:pt x="113105" y="58718"/>
                </a:moveTo>
                <a:lnTo>
                  <a:pt x="113105" y="58718"/>
                </a:lnTo>
                <a:cubicBezTo>
                  <a:pt x="113081" y="58768"/>
                  <a:pt x="113081" y="58843"/>
                  <a:pt x="113056" y="58892"/>
                </a:cubicBezTo>
                <a:cubicBezTo>
                  <a:pt x="112508" y="59515"/>
                  <a:pt x="111861" y="60087"/>
                  <a:pt x="111114" y="60585"/>
                </a:cubicBezTo>
                <a:cubicBezTo>
                  <a:pt x="111139" y="60560"/>
                  <a:pt x="111139" y="60510"/>
                  <a:pt x="111189" y="60460"/>
                </a:cubicBezTo>
                <a:cubicBezTo>
                  <a:pt x="111936" y="59938"/>
                  <a:pt x="112583" y="59365"/>
                  <a:pt x="113105" y="58718"/>
                </a:cubicBezTo>
                <a:close/>
                <a:moveTo>
                  <a:pt x="95532" y="51027"/>
                </a:moveTo>
                <a:cubicBezTo>
                  <a:pt x="93665" y="54263"/>
                  <a:pt x="91525" y="57498"/>
                  <a:pt x="89185" y="60684"/>
                </a:cubicBezTo>
                <a:cubicBezTo>
                  <a:pt x="89160" y="60684"/>
                  <a:pt x="89160" y="60635"/>
                  <a:pt x="89110" y="60635"/>
                </a:cubicBezTo>
                <a:cubicBezTo>
                  <a:pt x="91475" y="57474"/>
                  <a:pt x="93591" y="54238"/>
                  <a:pt x="95458" y="51027"/>
                </a:cubicBezTo>
                <a:close/>
                <a:moveTo>
                  <a:pt x="86372" y="59714"/>
                </a:moveTo>
                <a:cubicBezTo>
                  <a:pt x="87194" y="60087"/>
                  <a:pt x="87990" y="60436"/>
                  <a:pt x="88812" y="60734"/>
                </a:cubicBezTo>
                <a:cubicBezTo>
                  <a:pt x="88812" y="60759"/>
                  <a:pt x="88787" y="60759"/>
                  <a:pt x="88787" y="60809"/>
                </a:cubicBezTo>
                <a:cubicBezTo>
                  <a:pt x="87965" y="60485"/>
                  <a:pt x="87169" y="60137"/>
                  <a:pt x="86347" y="59764"/>
                </a:cubicBezTo>
                <a:cubicBezTo>
                  <a:pt x="86372" y="59739"/>
                  <a:pt x="86372" y="59714"/>
                  <a:pt x="86372" y="59714"/>
                </a:cubicBezTo>
                <a:close/>
                <a:moveTo>
                  <a:pt x="110865" y="60685"/>
                </a:moveTo>
                <a:lnTo>
                  <a:pt x="110865" y="60685"/>
                </a:lnTo>
                <a:cubicBezTo>
                  <a:pt x="110840" y="60709"/>
                  <a:pt x="110840" y="60734"/>
                  <a:pt x="110815" y="60809"/>
                </a:cubicBezTo>
                <a:cubicBezTo>
                  <a:pt x="110766" y="60834"/>
                  <a:pt x="110741" y="60834"/>
                  <a:pt x="110716" y="60859"/>
                </a:cubicBezTo>
                <a:cubicBezTo>
                  <a:pt x="110741" y="60834"/>
                  <a:pt x="110741" y="60809"/>
                  <a:pt x="110766" y="60734"/>
                </a:cubicBezTo>
                <a:cubicBezTo>
                  <a:pt x="110815" y="60709"/>
                  <a:pt x="110840" y="60709"/>
                  <a:pt x="110865" y="60685"/>
                </a:cubicBezTo>
                <a:close/>
                <a:moveTo>
                  <a:pt x="88986" y="60809"/>
                </a:moveTo>
                <a:cubicBezTo>
                  <a:pt x="89036" y="60809"/>
                  <a:pt x="89061" y="60834"/>
                  <a:pt x="89061" y="60834"/>
                </a:cubicBezTo>
                <a:cubicBezTo>
                  <a:pt x="89061" y="60859"/>
                  <a:pt x="89011" y="60859"/>
                  <a:pt x="89011" y="60884"/>
                </a:cubicBezTo>
                <a:cubicBezTo>
                  <a:pt x="88986" y="60884"/>
                  <a:pt x="88986" y="60884"/>
                  <a:pt x="88961" y="60859"/>
                </a:cubicBezTo>
                <a:cubicBezTo>
                  <a:pt x="88961" y="60834"/>
                  <a:pt x="88986" y="60834"/>
                  <a:pt x="88986" y="60809"/>
                </a:cubicBezTo>
                <a:close/>
                <a:moveTo>
                  <a:pt x="33578" y="54536"/>
                </a:moveTo>
                <a:cubicBezTo>
                  <a:pt x="35843" y="56279"/>
                  <a:pt x="38133" y="57897"/>
                  <a:pt x="40299" y="59315"/>
                </a:cubicBezTo>
                <a:cubicBezTo>
                  <a:pt x="39801" y="59963"/>
                  <a:pt x="39303" y="60585"/>
                  <a:pt x="38805" y="61232"/>
                </a:cubicBezTo>
                <a:cubicBezTo>
                  <a:pt x="36914" y="59689"/>
                  <a:pt x="34723" y="58345"/>
                  <a:pt x="32433" y="57225"/>
                </a:cubicBezTo>
                <a:cubicBezTo>
                  <a:pt x="32782" y="56329"/>
                  <a:pt x="33180" y="55408"/>
                  <a:pt x="33578" y="54536"/>
                </a:cubicBezTo>
                <a:close/>
                <a:moveTo>
                  <a:pt x="40498" y="59365"/>
                </a:moveTo>
                <a:cubicBezTo>
                  <a:pt x="40523" y="59365"/>
                  <a:pt x="40523" y="59390"/>
                  <a:pt x="40548" y="59390"/>
                </a:cubicBezTo>
                <a:cubicBezTo>
                  <a:pt x="40050" y="60062"/>
                  <a:pt x="39527" y="60709"/>
                  <a:pt x="39054" y="61357"/>
                </a:cubicBezTo>
                <a:cubicBezTo>
                  <a:pt x="39029" y="61357"/>
                  <a:pt x="39029" y="61332"/>
                  <a:pt x="39005" y="61332"/>
                </a:cubicBezTo>
                <a:cubicBezTo>
                  <a:pt x="39453" y="60684"/>
                  <a:pt x="39950" y="60012"/>
                  <a:pt x="40498" y="59365"/>
                </a:cubicBezTo>
                <a:close/>
                <a:moveTo>
                  <a:pt x="3612" y="61301"/>
                </a:moveTo>
                <a:cubicBezTo>
                  <a:pt x="3605" y="61323"/>
                  <a:pt x="3598" y="61344"/>
                  <a:pt x="3592" y="61365"/>
                </a:cubicBezTo>
                <a:lnTo>
                  <a:pt x="3592" y="61365"/>
                </a:lnTo>
                <a:cubicBezTo>
                  <a:pt x="3596" y="61344"/>
                  <a:pt x="3601" y="61323"/>
                  <a:pt x="3609" y="61307"/>
                </a:cubicBezTo>
                <a:cubicBezTo>
                  <a:pt x="3610" y="61305"/>
                  <a:pt x="3611" y="61303"/>
                  <a:pt x="3612" y="61301"/>
                </a:cubicBezTo>
                <a:close/>
                <a:moveTo>
                  <a:pt x="32408" y="57374"/>
                </a:moveTo>
                <a:cubicBezTo>
                  <a:pt x="34698" y="58469"/>
                  <a:pt x="36839" y="59838"/>
                  <a:pt x="38706" y="61357"/>
                </a:cubicBezTo>
                <a:lnTo>
                  <a:pt x="38681" y="61381"/>
                </a:lnTo>
                <a:cubicBezTo>
                  <a:pt x="36789" y="59863"/>
                  <a:pt x="34649" y="58519"/>
                  <a:pt x="32359" y="57449"/>
                </a:cubicBezTo>
                <a:cubicBezTo>
                  <a:pt x="32359" y="57399"/>
                  <a:pt x="32359" y="57399"/>
                  <a:pt x="32408" y="57374"/>
                </a:cubicBezTo>
                <a:close/>
                <a:moveTo>
                  <a:pt x="38880" y="61481"/>
                </a:moveTo>
                <a:cubicBezTo>
                  <a:pt x="38905" y="61481"/>
                  <a:pt x="38905" y="61506"/>
                  <a:pt x="38930" y="61506"/>
                </a:cubicBezTo>
                <a:lnTo>
                  <a:pt x="38905" y="61556"/>
                </a:lnTo>
                <a:cubicBezTo>
                  <a:pt x="38880" y="61556"/>
                  <a:pt x="38830" y="61506"/>
                  <a:pt x="38830" y="61506"/>
                </a:cubicBezTo>
                <a:lnTo>
                  <a:pt x="38880" y="61481"/>
                </a:lnTo>
                <a:close/>
                <a:moveTo>
                  <a:pt x="113305" y="58942"/>
                </a:moveTo>
                <a:cubicBezTo>
                  <a:pt x="112956" y="59813"/>
                  <a:pt x="112583" y="60709"/>
                  <a:pt x="112234" y="61481"/>
                </a:cubicBezTo>
                <a:cubicBezTo>
                  <a:pt x="112217" y="61533"/>
                  <a:pt x="112197" y="61581"/>
                  <a:pt x="112176" y="61630"/>
                </a:cubicBezTo>
                <a:lnTo>
                  <a:pt x="112176" y="61630"/>
                </a:lnTo>
                <a:cubicBezTo>
                  <a:pt x="112515" y="60759"/>
                  <a:pt x="112870" y="59888"/>
                  <a:pt x="113205" y="59017"/>
                </a:cubicBezTo>
                <a:lnTo>
                  <a:pt x="113305" y="58942"/>
                </a:lnTo>
                <a:close/>
                <a:moveTo>
                  <a:pt x="113804" y="58252"/>
                </a:moveTo>
                <a:cubicBezTo>
                  <a:pt x="113489" y="59031"/>
                  <a:pt x="113197" y="59832"/>
                  <a:pt x="112856" y="60610"/>
                </a:cubicBezTo>
                <a:cubicBezTo>
                  <a:pt x="112732" y="60884"/>
                  <a:pt x="112608" y="61207"/>
                  <a:pt x="112483" y="61481"/>
                </a:cubicBezTo>
                <a:cubicBezTo>
                  <a:pt x="112483" y="61506"/>
                  <a:pt x="112458" y="61556"/>
                  <a:pt x="112458" y="61581"/>
                </a:cubicBezTo>
                <a:cubicBezTo>
                  <a:pt x="112458" y="61605"/>
                  <a:pt x="112408" y="61605"/>
                  <a:pt x="112408" y="61630"/>
                </a:cubicBezTo>
                <a:cubicBezTo>
                  <a:pt x="112368" y="61773"/>
                  <a:pt x="112294" y="61899"/>
                  <a:pt x="112241" y="62022"/>
                </a:cubicBezTo>
                <a:lnTo>
                  <a:pt x="112241" y="62022"/>
                </a:lnTo>
                <a:cubicBezTo>
                  <a:pt x="112434" y="61526"/>
                  <a:pt x="112669" y="61029"/>
                  <a:pt x="112881" y="60510"/>
                </a:cubicBezTo>
                <a:cubicBezTo>
                  <a:pt x="112881" y="60485"/>
                  <a:pt x="112931" y="60460"/>
                  <a:pt x="112931" y="60386"/>
                </a:cubicBezTo>
                <a:cubicBezTo>
                  <a:pt x="113180" y="59764"/>
                  <a:pt x="113429" y="59116"/>
                  <a:pt x="113653" y="58494"/>
                </a:cubicBezTo>
                <a:cubicBezTo>
                  <a:pt x="113653" y="58469"/>
                  <a:pt x="113703" y="58444"/>
                  <a:pt x="113703" y="58395"/>
                </a:cubicBezTo>
                <a:cubicBezTo>
                  <a:pt x="113728" y="58370"/>
                  <a:pt x="113753" y="58345"/>
                  <a:pt x="113753" y="58320"/>
                </a:cubicBezTo>
                <a:cubicBezTo>
                  <a:pt x="113782" y="58290"/>
                  <a:pt x="113794" y="58270"/>
                  <a:pt x="113804" y="58252"/>
                </a:cubicBezTo>
                <a:close/>
                <a:moveTo>
                  <a:pt x="110616" y="44804"/>
                </a:moveTo>
                <a:cubicBezTo>
                  <a:pt x="112732" y="47069"/>
                  <a:pt x="114076" y="49484"/>
                  <a:pt x="114574" y="51749"/>
                </a:cubicBezTo>
                <a:cubicBezTo>
                  <a:pt x="113479" y="54636"/>
                  <a:pt x="112184" y="57623"/>
                  <a:pt x="110641" y="60610"/>
                </a:cubicBezTo>
                <a:cubicBezTo>
                  <a:pt x="109695" y="61207"/>
                  <a:pt x="108575" y="61705"/>
                  <a:pt x="107331" y="62078"/>
                </a:cubicBezTo>
                <a:cubicBezTo>
                  <a:pt x="108376" y="59017"/>
                  <a:pt x="109073" y="56129"/>
                  <a:pt x="109322" y="53391"/>
                </a:cubicBezTo>
                <a:lnTo>
                  <a:pt x="109322" y="53342"/>
                </a:lnTo>
                <a:lnTo>
                  <a:pt x="109322" y="53292"/>
                </a:lnTo>
                <a:lnTo>
                  <a:pt x="109322" y="53217"/>
                </a:lnTo>
                <a:cubicBezTo>
                  <a:pt x="109347" y="52794"/>
                  <a:pt x="109372" y="52396"/>
                  <a:pt x="109372" y="51998"/>
                </a:cubicBezTo>
                <a:lnTo>
                  <a:pt x="109372" y="51973"/>
                </a:lnTo>
                <a:lnTo>
                  <a:pt x="109372" y="51823"/>
                </a:lnTo>
                <a:lnTo>
                  <a:pt x="109372" y="51774"/>
                </a:lnTo>
                <a:lnTo>
                  <a:pt x="109372" y="51550"/>
                </a:lnTo>
                <a:lnTo>
                  <a:pt x="109372" y="50429"/>
                </a:lnTo>
                <a:lnTo>
                  <a:pt x="109372" y="50355"/>
                </a:lnTo>
                <a:cubicBezTo>
                  <a:pt x="109372" y="50230"/>
                  <a:pt x="109372" y="50106"/>
                  <a:pt x="109347" y="49981"/>
                </a:cubicBezTo>
                <a:cubicBezTo>
                  <a:pt x="109347" y="49658"/>
                  <a:pt x="109297" y="49359"/>
                  <a:pt x="109272" y="49060"/>
                </a:cubicBezTo>
                <a:lnTo>
                  <a:pt x="109272" y="48886"/>
                </a:lnTo>
                <a:cubicBezTo>
                  <a:pt x="109272" y="48787"/>
                  <a:pt x="109247" y="48687"/>
                  <a:pt x="109247" y="48563"/>
                </a:cubicBezTo>
                <a:lnTo>
                  <a:pt x="109247" y="48513"/>
                </a:lnTo>
                <a:cubicBezTo>
                  <a:pt x="109222" y="48388"/>
                  <a:pt x="109222" y="48239"/>
                  <a:pt x="109222" y="48115"/>
                </a:cubicBezTo>
                <a:cubicBezTo>
                  <a:pt x="109670" y="47019"/>
                  <a:pt x="110118" y="45924"/>
                  <a:pt x="110517" y="44879"/>
                </a:cubicBezTo>
                <a:cubicBezTo>
                  <a:pt x="110542" y="44829"/>
                  <a:pt x="110591" y="44804"/>
                  <a:pt x="110616" y="44804"/>
                </a:cubicBezTo>
                <a:close/>
                <a:moveTo>
                  <a:pt x="109073" y="48513"/>
                </a:moveTo>
                <a:cubicBezTo>
                  <a:pt x="109073" y="48563"/>
                  <a:pt x="109098" y="48637"/>
                  <a:pt x="109098" y="48737"/>
                </a:cubicBezTo>
                <a:cubicBezTo>
                  <a:pt x="109123" y="48886"/>
                  <a:pt x="109123" y="49036"/>
                  <a:pt x="109148" y="49185"/>
                </a:cubicBezTo>
                <a:lnTo>
                  <a:pt x="109148" y="49309"/>
                </a:lnTo>
                <a:cubicBezTo>
                  <a:pt x="109197" y="49633"/>
                  <a:pt x="109197" y="49932"/>
                  <a:pt x="109222" y="50230"/>
                </a:cubicBezTo>
                <a:lnTo>
                  <a:pt x="109222" y="50554"/>
                </a:lnTo>
                <a:lnTo>
                  <a:pt x="109222" y="51848"/>
                </a:lnTo>
                <a:lnTo>
                  <a:pt x="109222" y="51923"/>
                </a:lnTo>
                <a:cubicBezTo>
                  <a:pt x="109222" y="52122"/>
                  <a:pt x="109197" y="52346"/>
                  <a:pt x="109197" y="52520"/>
                </a:cubicBezTo>
                <a:cubicBezTo>
                  <a:pt x="109197" y="52620"/>
                  <a:pt x="109197" y="52744"/>
                  <a:pt x="109148" y="52844"/>
                </a:cubicBezTo>
                <a:cubicBezTo>
                  <a:pt x="109148" y="52919"/>
                  <a:pt x="109148" y="53043"/>
                  <a:pt x="109123" y="53143"/>
                </a:cubicBezTo>
                <a:cubicBezTo>
                  <a:pt x="109098" y="53342"/>
                  <a:pt x="109098" y="53541"/>
                  <a:pt x="109073" y="53740"/>
                </a:cubicBezTo>
                <a:cubicBezTo>
                  <a:pt x="109023" y="54138"/>
                  <a:pt x="108973" y="54536"/>
                  <a:pt x="108899" y="54960"/>
                </a:cubicBezTo>
                <a:cubicBezTo>
                  <a:pt x="108849" y="55408"/>
                  <a:pt x="108749" y="55881"/>
                  <a:pt x="108650" y="56329"/>
                </a:cubicBezTo>
                <a:cubicBezTo>
                  <a:pt x="108625" y="56528"/>
                  <a:pt x="108575" y="56777"/>
                  <a:pt x="108525" y="57026"/>
                </a:cubicBezTo>
                <a:cubicBezTo>
                  <a:pt x="108351" y="57847"/>
                  <a:pt x="108152" y="58643"/>
                  <a:pt x="107903" y="59490"/>
                </a:cubicBezTo>
                <a:cubicBezTo>
                  <a:pt x="107853" y="59714"/>
                  <a:pt x="107779" y="59963"/>
                  <a:pt x="107704" y="60187"/>
                </a:cubicBezTo>
                <a:cubicBezTo>
                  <a:pt x="107505" y="60759"/>
                  <a:pt x="107281" y="61456"/>
                  <a:pt x="107032" y="62128"/>
                </a:cubicBezTo>
                <a:cubicBezTo>
                  <a:pt x="107007" y="62128"/>
                  <a:pt x="107007" y="62128"/>
                  <a:pt x="106982" y="62178"/>
                </a:cubicBezTo>
                <a:cubicBezTo>
                  <a:pt x="107032" y="62004"/>
                  <a:pt x="107082" y="61854"/>
                  <a:pt x="107132" y="61680"/>
                </a:cubicBezTo>
                <a:cubicBezTo>
                  <a:pt x="107132" y="61630"/>
                  <a:pt x="107156" y="61605"/>
                  <a:pt x="107156" y="61605"/>
                </a:cubicBezTo>
                <a:lnTo>
                  <a:pt x="107256" y="61332"/>
                </a:lnTo>
                <a:cubicBezTo>
                  <a:pt x="107356" y="61008"/>
                  <a:pt x="107480" y="60684"/>
                  <a:pt x="107580" y="60361"/>
                </a:cubicBezTo>
                <a:cubicBezTo>
                  <a:pt x="107604" y="60236"/>
                  <a:pt x="107654" y="60087"/>
                  <a:pt x="107704" y="59963"/>
                </a:cubicBezTo>
                <a:cubicBezTo>
                  <a:pt x="107779" y="59714"/>
                  <a:pt x="107853" y="59440"/>
                  <a:pt x="107903" y="59191"/>
                </a:cubicBezTo>
                <a:cubicBezTo>
                  <a:pt x="107953" y="59116"/>
                  <a:pt x="107953" y="59017"/>
                  <a:pt x="107978" y="58967"/>
                </a:cubicBezTo>
                <a:cubicBezTo>
                  <a:pt x="108003" y="58867"/>
                  <a:pt x="108003" y="58818"/>
                  <a:pt x="108028" y="58718"/>
                </a:cubicBezTo>
                <a:cubicBezTo>
                  <a:pt x="108077" y="58594"/>
                  <a:pt x="108102" y="58444"/>
                  <a:pt x="108127" y="58320"/>
                </a:cubicBezTo>
                <a:cubicBezTo>
                  <a:pt x="108127" y="58270"/>
                  <a:pt x="108152" y="58220"/>
                  <a:pt x="108152" y="58195"/>
                </a:cubicBezTo>
                <a:lnTo>
                  <a:pt x="108152" y="58146"/>
                </a:lnTo>
                <a:cubicBezTo>
                  <a:pt x="108227" y="57946"/>
                  <a:pt x="108252" y="57747"/>
                  <a:pt x="108326" y="57523"/>
                </a:cubicBezTo>
                <a:lnTo>
                  <a:pt x="108326" y="57498"/>
                </a:lnTo>
                <a:cubicBezTo>
                  <a:pt x="108376" y="57250"/>
                  <a:pt x="108451" y="56976"/>
                  <a:pt x="108501" y="56727"/>
                </a:cubicBezTo>
                <a:cubicBezTo>
                  <a:pt x="108501" y="56702"/>
                  <a:pt x="108501" y="56652"/>
                  <a:pt x="108525" y="56627"/>
                </a:cubicBezTo>
                <a:cubicBezTo>
                  <a:pt x="108525" y="56602"/>
                  <a:pt x="108525" y="56528"/>
                  <a:pt x="108575" y="56503"/>
                </a:cubicBezTo>
                <a:lnTo>
                  <a:pt x="108575" y="56478"/>
                </a:lnTo>
                <a:lnTo>
                  <a:pt x="108650" y="56005"/>
                </a:lnTo>
                <a:cubicBezTo>
                  <a:pt x="108700" y="55881"/>
                  <a:pt x="108700" y="55756"/>
                  <a:pt x="108725" y="55632"/>
                </a:cubicBezTo>
                <a:cubicBezTo>
                  <a:pt x="108749" y="55482"/>
                  <a:pt x="108774" y="55283"/>
                  <a:pt x="108824" y="55134"/>
                </a:cubicBezTo>
                <a:cubicBezTo>
                  <a:pt x="108849" y="54910"/>
                  <a:pt x="108874" y="54736"/>
                  <a:pt x="108899" y="54536"/>
                </a:cubicBezTo>
                <a:cubicBezTo>
                  <a:pt x="108949" y="54412"/>
                  <a:pt x="108949" y="54288"/>
                  <a:pt x="108973" y="54163"/>
                </a:cubicBezTo>
                <a:cubicBezTo>
                  <a:pt x="108973" y="54113"/>
                  <a:pt x="108998" y="54039"/>
                  <a:pt x="108998" y="53964"/>
                </a:cubicBezTo>
                <a:cubicBezTo>
                  <a:pt x="108998" y="53839"/>
                  <a:pt x="109023" y="53715"/>
                  <a:pt x="109023" y="53591"/>
                </a:cubicBezTo>
                <a:cubicBezTo>
                  <a:pt x="109023" y="53516"/>
                  <a:pt x="109023" y="53491"/>
                  <a:pt x="109073" y="53416"/>
                </a:cubicBezTo>
                <a:cubicBezTo>
                  <a:pt x="109073" y="53292"/>
                  <a:pt x="109098" y="53167"/>
                  <a:pt x="109098" y="53043"/>
                </a:cubicBezTo>
                <a:cubicBezTo>
                  <a:pt x="109098" y="52968"/>
                  <a:pt x="109123" y="52894"/>
                  <a:pt x="109123" y="52794"/>
                </a:cubicBezTo>
                <a:cubicBezTo>
                  <a:pt x="109123" y="52670"/>
                  <a:pt x="109148" y="52520"/>
                  <a:pt x="109148" y="52396"/>
                </a:cubicBezTo>
                <a:lnTo>
                  <a:pt x="109148" y="52147"/>
                </a:lnTo>
                <a:lnTo>
                  <a:pt x="109148" y="51898"/>
                </a:lnTo>
                <a:lnTo>
                  <a:pt x="109148" y="51624"/>
                </a:lnTo>
                <a:lnTo>
                  <a:pt x="109148" y="51475"/>
                </a:lnTo>
                <a:lnTo>
                  <a:pt x="109148" y="50877"/>
                </a:lnTo>
                <a:lnTo>
                  <a:pt x="109148" y="50728"/>
                </a:lnTo>
                <a:lnTo>
                  <a:pt x="109148" y="50405"/>
                </a:lnTo>
                <a:lnTo>
                  <a:pt x="109148" y="50180"/>
                </a:lnTo>
                <a:lnTo>
                  <a:pt x="109148" y="50131"/>
                </a:lnTo>
                <a:cubicBezTo>
                  <a:pt x="109148" y="49882"/>
                  <a:pt x="109123" y="49658"/>
                  <a:pt x="109098" y="49409"/>
                </a:cubicBezTo>
                <a:cubicBezTo>
                  <a:pt x="109098" y="49309"/>
                  <a:pt x="109098" y="49185"/>
                  <a:pt x="109073" y="49110"/>
                </a:cubicBezTo>
                <a:lnTo>
                  <a:pt x="109073" y="49060"/>
                </a:lnTo>
                <a:cubicBezTo>
                  <a:pt x="109073" y="49011"/>
                  <a:pt x="109073" y="48936"/>
                  <a:pt x="109023" y="48911"/>
                </a:cubicBezTo>
                <a:lnTo>
                  <a:pt x="109023" y="48811"/>
                </a:lnTo>
                <a:cubicBezTo>
                  <a:pt x="109023" y="48762"/>
                  <a:pt x="109023" y="48687"/>
                  <a:pt x="108998" y="48637"/>
                </a:cubicBezTo>
                <a:lnTo>
                  <a:pt x="108998" y="48612"/>
                </a:lnTo>
                <a:cubicBezTo>
                  <a:pt x="108998" y="48612"/>
                  <a:pt x="108998" y="48563"/>
                  <a:pt x="109023" y="48563"/>
                </a:cubicBezTo>
                <a:cubicBezTo>
                  <a:pt x="109023" y="48538"/>
                  <a:pt x="109023" y="48538"/>
                  <a:pt x="109073" y="48513"/>
                </a:cubicBezTo>
                <a:close/>
                <a:moveTo>
                  <a:pt x="110467" y="60933"/>
                </a:moveTo>
                <a:cubicBezTo>
                  <a:pt x="110442" y="60958"/>
                  <a:pt x="110442" y="60983"/>
                  <a:pt x="110392" y="61008"/>
                </a:cubicBezTo>
                <a:cubicBezTo>
                  <a:pt x="109471" y="61556"/>
                  <a:pt x="108376" y="62004"/>
                  <a:pt x="107206" y="62352"/>
                </a:cubicBezTo>
                <a:cubicBezTo>
                  <a:pt x="107206" y="62352"/>
                  <a:pt x="107206" y="62327"/>
                  <a:pt x="107231" y="62302"/>
                </a:cubicBezTo>
                <a:cubicBezTo>
                  <a:pt x="108451" y="61954"/>
                  <a:pt x="109521" y="61481"/>
                  <a:pt x="110467" y="60933"/>
                </a:cubicBezTo>
                <a:close/>
                <a:moveTo>
                  <a:pt x="79552" y="55756"/>
                </a:moveTo>
                <a:cubicBezTo>
                  <a:pt x="81469" y="57274"/>
                  <a:pt x="83634" y="58643"/>
                  <a:pt x="85949" y="59764"/>
                </a:cubicBezTo>
                <a:cubicBezTo>
                  <a:pt x="85601" y="60635"/>
                  <a:pt x="85227" y="61506"/>
                  <a:pt x="84804" y="62427"/>
                </a:cubicBezTo>
                <a:cubicBezTo>
                  <a:pt x="82514" y="60684"/>
                  <a:pt x="80249" y="59067"/>
                  <a:pt x="78059" y="57648"/>
                </a:cubicBezTo>
                <a:cubicBezTo>
                  <a:pt x="78581" y="57026"/>
                  <a:pt x="79054" y="56378"/>
                  <a:pt x="79552" y="55756"/>
                </a:cubicBezTo>
                <a:close/>
                <a:moveTo>
                  <a:pt x="61855" y="50728"/>
                </a:moveTo>
                <a:cubicBezTo>
                  <a:pt x="62825" y="51176"/>
                  <a:pt x="63647" y="51475"/>
                  <a:pt x="64294" y="51500"/>
                </a:cubicBezTo>
                <a:cubicBezTo>
                  <a:pt x="64095" y="51649"/>
                  <a:pt x="63896" y="51774"/>
                  <a:pt x="63697" y="51923"/>
                </a:cubicBezTo>
                <a:cubicBezTo>
                  <a:pt x="63448" y="52122"/>
                  <a:pt x="63199" y="52296"/>
                  <a:pt x="62975" y="52495"/>
                </a:cubicBezTo>
                <a:lnTo>
                  <a:pt x="62925" y="52520"/>
                </a:lnTo>
                <a:cubicBezTo>
                  <a:pt x="62676" y="52719"/>
                  <a:pt x="62427" y="52919"/>
                  <a:pt x="62178" y="53118"/>
                </a:cubicBezTo>
                <a:cubicBezTo>
                  <a:pt x="61805" y="53416"/>
                  <a:pt x="61407" y="53740"/>
                  <a:pt x="61033" y="54039"/>
                </a:cubicBezTo>
                <a:cubicBezTo>
                  <a:pt x="60162" y="54760"/>
                  <a:pt x="59341" y="55482"/>
                  <a:pt x="58743" y="56080"/>
                </a:cubicBezTo>
                <a:lnTo>
                  <a:pt x="58594" y="56229"/>
                </a:lnTo>
                <a:cubicBezTo>
                  <a:pt x="57947" y="56851"/>
                  <a:pt x="57474" y="57324"/>
                  <a:pt x="57100" y="57698"/>
                </a:cubicBezTo>
                <a:lnTo>
                  <a:pt x="56851" y="57946"/>
                </a:lnTo>
                <a:lnTo>
                  <a:pt x="56802" y="57996"/>
                </a:lnTo>
                <a:cubicBezTo>
                  <a:pt x="56503" y="58270"/>
                  <a:pt x="55333" y="59465"/>
                  <a:pt x="53690" y="61357"/>
                </a:cubicBezTo>
                <a:lnTo>
                  <a:pt x="53591" y="61456"/>
                </a:lnTo>
                <a:cubicBezTo>
                  <a:pt x="53491" y="61581"/>
                  <a:pt x="53392" y="61680"/>
                  <a:pt x="53317" y="61805"/>
                </a:cubicBezTo>
                <a:cubicBezTo>
                  <a:pt x="53093" y="62078"/>
                  <a:pt x="52869" y="62327"/>
                  <a:pt x="52695" y="62551"/>
                </a:cubicBezTo>
                <a:cubicBezTo>
                  <a:pt x="52645" y="61929"/>
                  <a:pt x="52371" y="61133"/>
                  <a:pt x="51848" y="60212"/>
                </a:cubicBezTo>
                <a:cubicBezTo>
                  <a:pt x="54611" y="56752"/>
                  <a:pt x="58046" y="53466"/>
                  <a:pt x="61855" y="50728"/>
                </a:cubicBezTo>
                <a:close/>
                <a:moveTo>
                  <a:pt x="3388" y="62565"/>
                </a:moveTo>
                <a:lnTo>
                  <a:pt x="3388" y="62565"/>
                </a:lnTo>
                <a:cubicBezTo>
                  <a:pt x="3385" y="62573"/>
                  <a:pt x="3385" y="62576"/>
                  <a:pt x="3385" y="62576"/>
                </a:cubicBezTo>
                <a:lnTo>
                  <a:pt x="3385" y="62576"/>
                </a:lnTo>
                <a:cubicBezTo>
                  <a:pt x="3385" y="62573"/>
                  <a:pt x="3386" y="62569"/>
                  <a:pt x="3388" y="62565"/>
                </a:cubicBezTo>
                <a:close/>
                <a:moveTo>
                  <a:pt x="86074" y="59863"/>
                </a:moveTo>
                <a:cubicBezTo>
                  <a:pt x="86099" y="59863"/>
                  <a:pt x="86099" y="59888"/>
                  <a:pt x="86123" y="59888"/>
                </a:cubicBezTo>
                <a:cubicBezTo>
                  <a:pt x="85825" y="60759"/>
                  <a:pt x="85426" y="61680"/>
                  <a:pt x="84978" y="62576"/>
                </a:cubicBezTo>
                <a:cubicBezTo>
                  <a:pt x="84954" y="62576"/>
                  <a:pt x="84954" y="62551"/>
                  <a:pt x="84929" y="62551"/>
                </a:cubicBezTo>
                <a:cubicBezTo>
                  <a:pt x="85352" y="61630"/>
                  <a:pt x="85725" y="60734"/>
                  <a:pt x="86074" y="59863"/>
                </a:cubicBezTo>
                <a:close/>
                <a:moveTo>
                  <a:pt x="4655" y="59390"/>
                </a:moveTo>
                <a:cubicBezTo>
                  <a:pt x="4281" y="60485"/>
                  <a:pt x="3933" y="61556"/>
                  <a:pt x="3609" y="62601"/>
                </a:cubicBezTo>
                <a:cubicBezTo>
                  <a:pt x="3609" y="62452"/>
                  <a:pt x="3634" y="62327"/>
                  <a:pt x="3684" y="62178"/>
                </a:cubicBezTo>
                <a:cubicBezTo>
                  <a:pt x="3908" y="61357"/>
                  <a:pt x="4182" y="60560"/>
                  <a:pt x="4456" y="59739"/>
                </a:cubicBezTo>
                <a:cubicBezTo>
                  <a:pt x="4530" y="59639"/>
                  <a:pt x="4580" y="59515"/>
                  <a:pt x="4655" y="59390"/>
                </a:cubicBezTo>
                <a:close/>
                <a:moveTo>
                  <a:pt x="97922" y="50753"/>
                </a:moveTo>
                <a:cubicBezTo>
                  <a:pt x="98743" y="54138"/>
                  <a:pt x="98245" y="58245"/>
                  <a:pt x="96677" y="62601"/>
                </a:cubicBezTo>
                <a:cubicBezTo>
                  <a:pt x="94213" y="62253"/>
                  <a:pt x="91774" y="61630"/>
                  <a:pt x="89359" y="60734"/>
                </a:cubicBezTo>
                <a:cubicBezTo>
                  <a:pt x="91724" y="57498"/>
                  <a:pt x="93889" y="54238"/>
                  <a:pt x="95781" y="51002"/>
                </a:cubicBezTo>
                <a:cubicBezTo>
                  <a:pt x="96005" y="50977"/>
                  <a:pt x="96179" y="50927"/>
                  <a:pt x="96403" y="50927"/>
                </a:cubicBezTo>
                <a:cubicBezTo>
                  <a:pt x="96777" y="50902"/>
                  <a:pt x="97150" y="50877"/>
                  <a:pt x="97499" y="50803"/>
                </a:cubicBezTo>
                <a:lnTo>
                  <a:pt x="97524" y="50803"/>
                </a:lnTo>
                <a:cubicBezTo>
                  <a:pt x="97648" y="50778"/>
                  <a:pt x="97772" y="50753"/>
                  <a:pt x="97922" y="50753"/>
                </a:cubicBezTo>
                <a:close/>
                <a:moveTo>
                  <a:pt x="77959" y="57822"/>
                </a:moveTo>
                <a:cubicBezTo>
                  <a:pt x="80125" y="59216"/>
                  <a:pt x="82440" y="60834"/>
                  <a:pt x="84705" y="62576"/>
                </a:cubicBezTo>
                <a:cubicBezTo>
                  <a:pt x="84705" y="62601"/>
                  <a:pt x="84655" y="62601"/>
                  <a:pt x="84655" y="62626"/>
                </a:cubicBezTo>
                <a:cubicBezTo>
                  <a:pt x="82390" y="60859"/>
                  <a:pt x="80100" y="59241"/>
                  <a:pt x="77884" y="57847"/>
                </a:cubicBezTo>
                <a:cubicBezTo>
                  <a:pt x="77909" y="57847"/>
                  <a:pt x="77909" y="57822"/>
                  <a:pt x="77959" y="57822"/>
                </a:cubicBezTo>
                <a:close/>
                <a:moveTo>
                  <a:pt x="98121" y="50678"/>
                </a:moveTo>
                <a:cubicBezTo>
                  <a:pt x="98992" y="54113"/>
                  <a:pt x="98494" y="58245"/>
                  <a:pt x="96901" y="62626"/>
                </a:cubicBezTo>
                <a:lnTo>
                  <a:pt x="96827" y="62626"/>
                </a:lnTo>
                <a:cubicBezTo>
                  <a:pt x="98395" y="58245"/>
                  <a:pt x="98893" y="54113"/>
                  <a:pt x="98046" y="50678"/>
                </a:cubicBezTo>
                <a:close/>
                <a:moveTo>
                  <a:pt x="70293" y="54014"/>
                </a:moveTo>
                <a:cubicBezTo>
                  <a:pt x="71861" y="54611"/>
                  <a:pt x="73728" y="55532"/>
                  <a:pt x="75719" y="56702"/>
                </a:cubicBezTo>
                <a:cubicBezTo>
                  <a:pt x="74649" y="58718"/>
                  <a:pt x="73329" y="60734"/>
                  <a:pt x="71786" y="62726"/>
                </a:cubicBezTo>
                <a:cubicBezTo>
                  <a:pt x="69820" y="60734"/>
                  <a:pt x="68326" y="58942"/>
                  <a:pt x="67380" y="57399"/>
                </a:cubicBezTo>
                <a:cubicBezTo>
                  <a:pt x="67555" y="57200"/>
                  <a:pt x="67729" y="56976"/>
                  <a:pt x="67953" y="56752"/>
                </a:cubicBezTo>
                <a:lnTo>
                  <a:pt x="68052" y="56652"/>
                </a:lnTo>
                <a:cubicBezTo>
                  <a:pt x="68301" y="56378"/>
                  <a:pt x="68525" y="56105"/>
                  <a:pt x="68774" y="55831"/>
                </a:cubicBezTo>
                <a:cubicBezTo>
                  <a:pt x="68874" y="55731"/>
                  <a:pt x="68924" y="55632"/>
                  <a:pt x="69023" y="55532"/>
                </a:cubicBezTo>
                <a:cubicBezTo>
                  <a:pt x="69297" y="55233"/>
                  <a:pt x="69546" y="54885"/>
                  <a:pt x="69820" y="54586"/>
                </a:cubicBezTo>
                <a:lnTo>
                  <a:pt x="70293" y="54014"/>
                </a:lnTo>
                <a:close/>
                <a:moveTo>
                  <a:pt x="51774" y="60311"/>
                </a:moveTo>
                <a:cubicBezTo>
                  <a:pt x="52321" y="61307"/>
                  <a:pt x="52595" y="62103"/>
                  <a:pt x="52570" y="62701"/>
                </a:cubicBezTo>
                <a:lnTo>
                  <a:pt x="52471" y="62800"/>
                </a:lnTo>
                <a:cubicBezTo>
                  <a:pt x="52520" y="62203"/>
                  <a:pt x="52272" y="61357"/>
                  <a:pt x="51724" y="60361"/>
                </a:cubicBezTo>
                <a:lnTo>
                  <a:pt x="51774" y="60311"/>
                </a:lnTo>
                <a:close/>
                <a:moveTo>
                  <a:pt x="84829" y="62701"/>
                </a:moveTo>
                <a:cubicBezTo>
                  <a:pt x="84854" y="62701"/>
                  <a:pt x="84879" y="62726"/>
                  <a:pt x="84879" y="62726"/>
                </a:cubicBezTo>
                <a:cubicBezTo>
                  <a:pt x="84879" y="62750"/>
                  <a:pt x="84854" y="62750"/>
                  <a:pt x="84854" y="62800"/>
                </a:cubicBezTo>
                <a:cubicBezTo>
                  <a:pt x="84829" y="62800"/>
                  <a:pt x="84829" y="62750"/>
                  <a:pt x="84804" y="62750"/>
                </a:cubicBezTo>
                <a:cubicBezTo>
                  <a:pt x="84804" y="62726"/>
                  <a:pt x="84829" y="62726"/>
                  <a:pt x="84829" y="62701"/>
                </a:cubicBezTo>
                <a:close/>
                <a:moveTo>
                  <a:pt x="89235" y="60884"/>
                </a:moveTo>
                <a:cubicBezTo>
                  <a:pt x="91649" y="61805"/>
                  <a:pt x="94163" y="62427"/>
                  <a:pt x="96627" y="62800"/>
                </a:cubicBezTo>
                <a:cubicBezTo>
                  <a:pt x="96627" y="62825"/>
                  <a:pt x="96578" y="62825"/>
                  <a:pt x="96578" y="62850"/>
                </a:cubicBezTo>
                <a:cubicBezTo>
                  <a:pt x="94089" y="62477"/>
                  <a:pt x="91599" y="61854"/>
                  <a:pt x="89210" y="60958"/>
                </a:cubicBezTo>
                <a:cubicBezTo>
                  <a:pt x="89210" y="60933"/>
                  <a:pt x="89210" y="60933"/>
                  <a:pt x="89235" y="60884"/>
                </a:cubicBezTo>
                <a:close/>
                <a:moveTo>
                  <a:pt x="46621" y="54163"/>
                </a:moveTo>
                <a:cubicBezTo>
                  <a:pt x="48538" y="56204"/>
                  <a:pt x="50031" y="58021"/>
                  <a:pt x="51002" y="59515"/>
                </a:cubicBezTo>
                <a:cubicBezTo>
                  <a:pt x="50828" y="59714"/>
                  <a:pt x="50654" y="59938"/>
                  <a:pt x="50479" y="60112"/>
                </a:cubicBezTo>
                <a:lnTo>
                  <a:pt x="50280" y="60311"/>
                </a:lnTo>
                <a:cubicBezTo>
                  <a:pt x="50031" y="60585"/>
                  <a:pt x="49832" y="60859"/>
                  <a:pt x="49608" y="61108"/>
                </a:cubicBezTo>
                <a:cubicBezTo>
                  <a:pt x="49533" y="61207"/>
                  <a:pt x="49459" y="61257"/>
                  <a:pt x="49384" y="61357"/>
                </a:cubicBezTo>
                <a:cubicBezTo>
                  <a:pt x="48961" y="61854"/>
                  <a:pt x="48513" y="62352"/>
                  <a:pt x="48115" y="62875"/>
                </a:cubicBezTo>
                <a:cubicBezTo>
                  <a:pt x="46547" y="62302"/>
                  <a:pt x="44680" y="61357"/>
                  <a:pt x="42688" y="60212"/>
                </a:cubicBezTo>
                <a:cubicBezTo>
                  <a:pt x="43759" y="58195"/>
                  <a:pt x="45053" y="56154"/>
                  <a:pt x="46621" y="54163"/>
                </a:cubicBezTo>
                <a:close/>
                <a:moveTo>
                  <a:pt x="96827" y="62825"/>
                </a:moveTo>
                <a:cubicBezTo>
                  <a:pt x="96827" y="62850"/>
                  <a:pt x="96827" y="62850"/>
                  <a:pt x="96802" y="62875"/>
                </a:cubicBezTo>
                <a:lnTo>
                  <a:pt x="96752" y="62875"/>
                </a:lnTo>
                <a:cubicBezTo>
                  <a:pt x="96752" y="62850"/>
                  <a:pt x="96777" y="62850"/>
                  <a:pt x="96777" y="62825"/>
                </a:cubicBezTo>
                <a:close/>
                <a:moveTo>
                  <a:pt x="59062" y="56174"/>
                </a:moveTo>
                <a:cubicBezTo>
                  <a:pt x="59047" y="56189"/>
                  <a:pt x="59032" y="56207"/>
                  <a:pt x="59017" y="56229"/>
                </a:cubicBezTo>
                <a:lnTo>
                  <a:pt x="58917" y="56353"/>
                </a:lnTo>
                <a:cubicBezTo>
                  <a:pt x="58220" y="57026"/>
                  <a:pt x="57723" y="57498"/>
                  <a:pt x="57324" y="57872"/>
                </a:cubicBezTo>
                <a:lnTo>
                  <a:pt x="57100" y="58096"/>
                </a:lnTo>
                <a:lnTo>
                  <a:pt x="57075" y="58121"/>
                </a:lnTo>
                <a:lnTo>
                  <a:pt x="56727" y="58469"/>
                </a:lnTo>
                <a:lnTo>
                  <a:pt x="56478" y="58718"/>
                </a:lnTo>
                <a:cubicBezTo>
                  <a:pt x="56453" y="58743"/>
                  <a:pt x="56453" y="58743"/>
                  <a:pt x="56453" y="58768"/>
                </a:cubicBezTo>
                <a:cubicBezTo>
                  <a:pt x="56354" y="58867"/>
                  <a:pt x="56254" y="58967"/>
                  <a:pt x="56179" y="59091"/>
                </a:cubicBezTo>
                <a:cubicBezTo>
                  <a:pt x="55706" y="59589"/>
                  <a:pt x="55109" y="60236"/>
                  <a:pt x="54387" y="61058"/>
                </a:cubicBezTo>
                <a:cubicBezTo>
                  <a:pt x="53765" y="61755"/>
                  <a:pt x="53217" y="62427"/>
                  <a:pt x="52819" y="62925"/>
                </a:cubicBezTo>
                <a:lnTo>
                  <a:pt x="52819" y="62850"/>
                </a:lnTo>
                <a:lnTo>
                  <a:pt x="52819" y="62800"/>
                </a:lnTo>
                <a:lnTo>
                  <a:pt x="52844" y="62750"/>
                </a:lnTo>
                <a:lnTo>
                  <a:pt x="53217" y="62302"/>
                </a:lnTo>
                <a:cubicBezTo>
                  <a:pt x="54462" y="60809"/>
                  <a:pt x="55806" y="59340"/>
                  <a:pt x="57200" y="57946"/>
                </a:cubicBezTo>
                <a:cubicBezTo>
                  <a:pt x="57778" y="57392"/>
                  <a:pt x="58398" y="56794"/>
                  <a:pt x="59062" y="56174"/>
                </a:cubicBezTo>
                <a:close/>
                <a:moveTo>
                  <a:pt x="108476" y="46447"/>
                </a:moveTo>
                <a:cubicBezTo>
                  <a:pt x="108476" y="46646"/>
                  <a:pt x="108525" y="46795"/>
                  <a:pt x="108575" y="46994"/>
                </a:cubicBezTo>
                <a:cubicBezTo>
                  <a:pt x="108600" y="47144"/>
                  <a:pt x="108625" y="47318"/>
                  <a:pt x="108650" y="47492"/>
                </a:cubicBezTo>
                <a:cubicBezTo>
                  <a:pt x="108650" y="47517"/>
                  <a:pt x="108650" y="47542"/>
                  <a:pt x="108700" y="47567"/>
                </a:cubicBezTo>
                <a:lnTo>
                  <a:pt x="108700" y="47642"/>
                </a:lnTo>
                <a:cubicBezTo>
                  <a:pt x="108725" y="47766"/>
                  <a:pt x="108725" y="47891"/>
                  <a:pt x="108749" y="48015"/>
                </a:cubicBezTo>
                <a:cubicBezTo>
                  <a:pt x="106659" y="52919"/>
                  <a:pt x="103921" y="57946"/>
                  <a:pt x="100635" y="62925"/>
                </a:cubicBezTo>
                <a:cubicBezTo>
                  <a:pt x="99490" y="62925"/>
                  <a:pt x="98295" y="62825"/>
                  <a:pt x="97076" y="62676"/>
                </a:cubicBezTo>
                <a:cubicBezTo>
                  <a:pt x="98644" y="58245"/>
                  <a:pt x="99141" y="54088"/>
                  <a:pt x="98295" y="50629"/>
                </a:cubicBezTo>
                <a:cubicBezTo>
                  <a:pt x="98370" y="50629"/>
                  <a:pt x="98420" y="50604"/>
                  <a:pt x="98494" y="50604"/>
                </a:cubicBezTo>
                <a:lnTo>
                  <a:pt x="98519" y="50604"/>
                </a:lnTo>
                <a:lnTo>
                  <a:pt x="99440" y="50405"/>
                </a:lnTo>
                <a:cubicBezTo>
                  <a:pt x="99764" y="50355"/>
                  <a:pt x="100062" y="50255"/>
                  <a:pt x="100411" y="50156"/>
                </a:cubicBezTo>
                <a:lnTo>
                  <a:pt x="100486" y="50156"/>
                </a:lnTo>
                <a:cubicBezTo>
                  <a:pt x="100510" y="50156"/>
                  <a:pt x="100510" y="50156"/>
                  <a:pt x="100535" y="50131"/>
                </a:cubicBezTo>
                <a:cubicBezTo>
                  <a:pt x="100809" y="50031"/>
                  <a:pt x="101133" y="49981"/>
                  <a:pt x="101407" y="49882"/>
                </a:cubicBezTo>
                <a:cubicBezTo>
                  <a:pt x="101730" y="49782"/>
                  <a:pt x="102004" y="49658"/>
                  <a:pt x="102303" y="49558"/>
                </a:cubicBezTo>
                <a:cubicBezTo>
                  <a:pt x="102352" y="49558"/>
                  <a:pt x="102352" y="49558"/>
                  <a:pt x="102377" y="49533"/>
                </a:cubicBezTo>
                <a:cubicBezTo>
                  <a:pt x="102676" y="49409"/>
                  <a:pt x="103024" y="49309"/>
                  <a:pt x="103348" y="49185"/>
                </a:cubicBezTo>
                <a:cubicBezTo>
                  <a:pt x="103622" y="49060"/>
                  <a:pt x="103896" y="48936"/>
                  <a:pt x="104145" y="48811"/>
                </a:cubicBezTo>
                <a:cubicBezTo>
                  <a:pt x="104145" y="48811"/>
                  <a:pt x="104169" y="48811"/>
                  <a:pt x="104169" y="48787"/>
                </a:cubicBezTo>
                <a:cubicBezTo>
                  <a:pt x="104219" y="48787"/>
                  <a:pt x="104244" y="48762"/>
                  <a:pt x="104269" y="48762"/>
                </a:cubicBezTo>
                <a:cubicBezTo>
                  <a:pt x="104543" y="48637"/>
                  <a:pt x="104866" y="48513"/>
                  <a:pt x="105140" y="48363"/>
                </a:cubicBezTo>
                <a:cubicBezTo>
                  <a:pt x="105389" y="48239"/>
                  <a:pt x="105638" y="48065"/>
                  <a:pt x="105887" y="47940"/>
                </a:cubicBezTo>
                <a:lnTo>
                  <a:pt x="105912" y="47940"/>
                </a:lnTo>
                <a:cubicBezTo>
                  <a:pt x="106111" y="47866"/>
                  <a:pt x="106260" y="47766"/>
                  <a:pt x="106459" y="47667"/>
                </a:cubicBezTo>
                <a:cubicBezTo>
                  <a:pt x="106609" y="47567"/>
                  <a:pt x="106758" y="47517"/>
                  <a:pt x="106908" y="47418"/>
                </a:cubicBezTo>
                <a:cubicBezTo>
                  <a:pt x="107007" y="47368"/>
                  <a:pt x="107082" y="47318"/>
                  <a:pt x="107156" y="47268"/>
                </a:cubicBezTo>
                <a:cubicBezTo>
                  <a:pt x="107331" y="47169"/>
                  <a:pt x="107480" y="47044"/>
                  <a:pt x="107654" y="46945"/>
                </a:cubicBezTo>
                <a:cubicBezTo>
                  <a:pt x="107953" y="46770"/>
                  <a:pt x="108227" y="46621"/>
                  <a:pt x="108476" y="46447"/>
                </a:cubicBezTo>
                <a:close/>
                <a:moveTo>
                  <a:pt x="108774" y="48413"/>
                </a:moveTo>
                <a:lnTo>
                  <a:pt x="108774" y="48488"/>
                </a:lnTo>
                <a:cubicBezTo>
                  <a:pt x="106733" y="53267"/>
                  <a:pt x="104095" y="58121"/>
                  <a:pt x="100909" y="62925"/>
                </a:cubicBezTo>
                <a:lnTo>
                  <a:pt x="100859" y="62925"/>
                </a:lnTo>
                <a:cubicBezTo>
                  <a:pt x="104020" y="58121"/>
                  <a:pt x="106708" y="53242"/>
                  <a:pt x="108774" y="48413"/>
                </a:cubicBezTo>
                <a:close/>
                <a:moveTo>
                  <a:pt x="67281" y="57598"/>
                </a:moveTo>
                <a:cubicBezTo>
                  <a:pt x="68202" y="59067"/>
                  <a:pt x="69695" y="60859"/>
                  <a:pt x="71637" y="62875"/>
                </a:cubicBezTo>
                <a:cubicBezTo>
                  <a:pt x="71637" y="62925"/>
                  <a:pt x="71587" y="62925"/>
                  <a:pt x="71587" y="62950"/>
                </a:cubicBezTo>
                <a:cubicBezTo>
                  <a:pt x="69670" y="60933"/>
                  <a:pt x="68177" y="59116"/>
                  <a:pt x="67206" y="57648"/>
                </a:cubicBezTo>
                <a:lnTo>
                  <a:pt x="67281" y="57598"/>
                </a:lnTo>
                <a:close/>
                <a:moveTo>
                  <a:pt x="75819" y="56826"/>
                </a:moveTo>
                <a:cubicBezTo>
                  <a:pt x="75819" y="56826"/>
                  <a:pt x="75868" y="56826"/>
                  <a:pt x="75868" y="56851"/>
                </a:cubicBezTo>
                <a:lnTo>
                  <a:pt x="75893" y="56851"/>
                </a:lnTo>
                <a:cubicBezTo>
                  <a:pt x="75843" y="57001"/>
                  <a:pt x="75744" y="57125"/>
                  <a:pt x="75669" y="57274"/>
                </a:cubicBezTo>
                <a:cubicBezTo>
                  <a:pt x="75619" y="57399"/>
                  <a:pt x="75545" y="57498"/>
                  <a:pt x="75495" y="57623"/>
                </a:cubicBezTo>
                <a:cubicBezTo>
                  <a:pt x="75395" y="57822"/>
                  <a:pt x="75271" y="57996"/>
                  <a:pt x="75171" y="58195"/>
                </a:cubicBezTo>
                <a:cubicBezTo>
                  <a:pt x="75122" y="58320"/>
                  <a:pt x="75047" y="58444"/>
                  <a:pt x="74972" y="58519"/>
                </a:cubicBezTo>
                <a:cubicBezTo>
                  <a:pt x="74773" y="58843"/>
                  <a:pt x="74549" y="59141"/>
                  <a:pt x="74375" y="59465"/>
                </a:cubicBezTo>
                <a:cubicBezTo>
                  <a:pt x="74176" y="59764"/>
                  <a:pt x="74001" y="60087"/>
                  <a:pt x="73777" y="60361"/>
                </a:cubicBezTo>
                <a:cubicBezTo>
                  <a:pt x="73603" y="60684"/>
                  <a:pt x="73354" y="60958"/>
                  <a:pt x="73155" y="61257"/>
                </a:cubicBezTo>
                <a:cubicBezTo>
                  <a:pt x="72931" y="61581"/>
                  <a:pt x="72757" y="61854"/>
                  <a:pt x="72533" y="62178"/>
                </a:cubicBezTo>
                <a:cubicBezTo>
                  <a:pt x="72508" y="62203"/>
                  <a:pt x="72508" y="62228"/>
                  <a:pt x="72483" y="62253"/>
                </a:cubicBezTo>
                <a:cubicBezTo>
                  <a:pt x="72284" y="62502"/>
                  <a:pt x="72110" y="62726"/>
                  <a:pt x="71911" y="62950"/>
                </a:cubicBezTo>
                <a:lnTo>
                  <a:pt x="71886" y="62925"/>
                </a:lnTo>
                <a:cubicBezTo>
                  <a:pt x="73429" y="60884"/>
                  <a:pt x="74773" y="58843"/>
                  <a:pt x="75819" y="56826"/>
                </a:cubicBezTo>
                <a:close/>
                <a:moveTo>
                  <a:pt x="108874" y="48936"/>
                </a:moveTo>
                <a:lnTo>
                  <a:pt x="108874" y="49036"/>
                </a:lnTo>
                <a:cubicBezTo>
                  <a:pt x="108899" y="49235"/>
                  <a:pt x="108899" y="49409"/>
                  <a:pt x="108899" y="49558"/>
                </a:cubicBezTo>
                <a:cubicBezTo>
                  <a:pt x="108949" y="49882"/>
                  <a:pt x="108949" y="50156"/>
                  <a:pt x="108973" y="50479"/>
                </a:cubicBezTo>
                <a:lnTo>
                  <a:pt x="108973" y="50554"/>
                </a:lnTo>
                <a:lnTo>
                  <a:pt x="108973" y="50853"/>
                </a:lnTo>
                <a:lnTo>
                  <a:pt x="108973" y="51923"/>
                </a:lnTo>
                <a:lnTo>
                  <a:pt x="108973" y="52222"/>
                </a:lnTo>
                <a:lnTo>
                  <a:pt x="108874" y="53416"/>
                </a:lnTo>
                <a:cubicBezTo>
                  <a:pt x="108874" y="53491"/>
                  <a:pt x="108874" y="53591"/>
                  <a:pt x="108849" y="53640"/>
                </a:cubicBezTo>
                <a:cubicBezTo>
                  <a:pt x="108824" y="54088"/>
                  <a:pt x="108749" y="54512"/>
                  <a:pt x="108700" y="54960"/>
                </a:cubicBezTo>
                <a:cubicBezTo>
                  <a:pt x="108700" y="55009"/>
                  <a:pt x="108700" y="55034"/>
                  <a:pt x="108650" y="55109"/>
                </a:cubicBezTo>
                <a:lnTo>
                  <a:pt x="108650" y="55134"/>
                </a:lnTo>
                <a:cubicBezTo>
                  <a:pt x="108600" y="55607"/>
                  <a:pt x="108501" y="56080"/>
                  <a:pt x="108401" y="56577"/>
                </a:cubicBezTo>
                <a:lnTo>
                  <a:pt x="108401" y="56602"/>
                </a:lnTo>
                <a:lnTo>
                  <a:pt x="108401" y="56627"/>
                </a:lnTo>
                <a:lnTo>
                  <a:pt x="108401" y="56702"/>
                </a:lnTo>
                <a:cubicBezTo>
                  <a:pt x="108301" y="57200"/>
                  <a:pt x="108202" y="57722"/>
                  <a:pt x="108052" y="58245"/>
                </a:cubicBezTo>
                <a:cubicBezTo>
                  <a:pt x="107654" y="59515"/>
                  <a:pt x="107256" y="60859"/>
                  <a:pt x="106758" y="62228"/>
                </a:cubicBezTo>
                <a:cubicBezTo>
                  <a:pt x="105016" y="62701"/>
                  <a:pt x="103124" y="62925"/>
                  <a:pt x="101158" y="62950"/>
                </a:cubicBezTo>
                <a:cubicBezTo>
                  <a:pt x="104219" y="58320"/>
                  <a:pt x="106833" y="53615"/>
                  <a:pt x="108874" y="48936"/>
                </a:cubicBezTo>
                <a:close/>
                <a:moveTo>
                  <a:pt x="51127" y="59714"/>
                </a:moveTo>
                <a:lnTo>
                  <a:pt x="51127" y="59714"/>
                </a:lnTo>
                <a:cubicBezTo>
                  <a:pt x="51027" y="59863"/>
                  <a:pt x="50952" y="59988"/>
                  <a:pt x="50828" y="60112"/>
                </a:cubicBezTo>
                <a:cubicBezTo>
                  <a:pt x="50828" y="60137"/>
                  <a:pt x="50778" y="60137"/>
                  <a:pt x="50778" y="60187"/>
                </a:cubicBezTo>
                <a:cubicBezTo>
                  <a:pt x="50654" y="60311"/>
                  <a:pt x="50529" y="60460"/>
                  <a:pt x="50405" y="60585"/>
                </a:cubicBezTo>
                <a:cubicBezTo>
                  <a:pt x="50031" y="60983"/>
                  <a:pt x="49708" y="61431"/>
                  <a:pt x="49359" y="61829"/>
                </a:cubicBezTo>
                <a:cubicBezTo>
                  <a:pt x="49260" y="61929"/>
                  <a:pt x="49210" y="62004"/>
                  <a:pt x="49110" y="62128"/>
                </a:cubicBezTo>
                <a:cubicBezTo>
                  <a:pt x="48861" y="62427"/>
                  <a:pt x="48637" y="62701"/>
                  <a:pt x="48413" y="62999"/>
                </a:cubicBezTo>
                <a:lnTo>
                  <a:pt x="48388" y="62999"/>
                </a:lnTo>
                <a:cubicBezTo>
                  <a:pt x="49235" y="61879"/>
                  <a:pt x="50156" y="60809"/>
                  <a:pt x="51127" y="59714"/>
                </a:cubicBezTo>
                <a:close/>
                <a:moveTo>
                  <a:pt x="40672" y="59515"/>
                </a:moveTo>
                <a:cubicBezTo>
                  <a:pt x="41170" y="59838"/>
                  <a:pt x="41643" y="60112"/>
                  <a:pt x="42116" y="60386"/>
                </a:cubicBezTo>
                <a:cubicBezTo>
                  <a:pt x="41668" y="61307"/>
                  <a:pt x="41270" y="62203"/>
                  <a:pt x="40921" y="63099"/>
                </a:cubicBezTo>
                <a:cubicBezTo>
                  <a:pt x="40349" y="62551"/>
                  <a:pt x="39776" y="62004"/>
                  <a:pt x="39154" y="61481"/>
                </a:cubicBezTo>
                <a:cubicBezTo>
                  <a:pt x="39652" y="60834"/>
                  <a:pt x="40150" y="60187"/>
                  <a:pt x="40672" y="59515"/>
                </a:cubicBezTo>
                <a:close/>
                <a:moveTo>
                  <a:pt x="42614" y="60386"/>
                </a:moveTo>
                <a:cubicBezTo>
                  <a:pt x="44605" y="61556"/>
                  <a:pt x="46422" y="62477"/>
                  <a:pt x="47990" y="63074"/>
                </a:cubicBezTo>
                <a:cubicBezTo>
                  <a:pt x="47990" y="63099"/>
                  <a:pt x="47990" y="63099"/>
                  <a:pt x="47965" y="63124"/>
                </a:cubicBezTo>
                <a:cubicBezTo>
                  <a:pt x="46397" y="62551"/>
                  <a:pt x="44555" y="61630"/>
                  <a:pt x="42564" y="60460"/>
                </a:cubicBezTo>
                <a:cubicBezTo>
                  <a:pt x="42564" y="60436"/>
                  <a:pt x="42614" y="60436"/>
                  <a:pt x="42614" y="60386"/>
                </a:cubicBezTo>
                <a:close/>
                <a:moveTo>
                  <a:pt x="97026" y="62850"/>
                </a:moveTo>
                <a:cubicBezTo>
                  <a:pt x="98196" y="62999"/>
                  <a:pt x="99365" y="63099"/>
                  <a:pt x="100510" y="63099"/>
                </a:cubicBezTo>
                <a:cubicBezTo>
                  <a:pt x="100510" y="63124"/>
                  <a:pt x="100486" y="63124"/>
                  <a:pt x="100486" y="63174"/>
                </a:cubicBezTo>
                <a:cubicBezTo>
                  <a:pt x="99316" y="63124"/>
                  <a:pt x="98171" y="63049"/>
                  <a:pt x="97026" y="62925"/>
                </a:cubicBezTo>
                <a:lnTo>
                  <a:pt x="97026" y="62850"/>
                </a:lnTo>
                <a:close/>
                <a:moveTo>
                  <a:pt x="100784" y="63099"/>
                </a:moveTo>
                <a:cubicBezTo>
                  <a:pt x="100759" y="63124"/>
                  <a:pt x="100759" y="63174"/>
                  <a:pt x="100735" y="63174"/>
                </a:cubicBezTo>
                <a:lnTo>
                  <a:pt x="100660" y="63174"/>
                </a:lnTo>
                <a:cubicBezTo>
                  <a:pt x="100660" y="63124"/>
                  <a:pt x="100685" y="63124"/>
                  <a:pt x="100735" y="63099"/>
                </a:cubicBezTo>
                <a:close/>
                <a:moveTo>
                  <a:pt x="106659" y="62427"/>
                </a:moveTo>
                <a:cubicBezTo>
                  <a:pt x="106659" y="62452"/>
                  <a:pt x="106634" y="62477"/>
                  <a:pt x="106634" y="62477"/>
                </a:cubicBezTo>
                <a:cubicBezTo>
                  <a:pt x="104916" y="62925"/>
                  <a:pt x="103000" y="63174"/>
                  <a:pt x="100983" y="63174"/>
                </a:cubicBezTo>
                <a:cubicBezTo>
                  <a:pt x="101008" y="63174"/>
                  <a:pt x="101033" y="63124"/>
                  <a:pt x="101033" y="63099"/>
                </a:cubicBezTo>
                <a:cubicBezTo>
                  <a:pt x="103024" y="63099"/>
                  <a:pt x="104916" y="62875"/>
                  <a:pt x="106659" y="62427"/>
                </a:cubicBezTo>
                <a:close/>
                <a:moveTo>
                  <a:pt x="51276" y="59963"/>
                </a:moveTo>
                <a:cubicBezTo>
                  <a:pt x="51276" y="59988"/>
                  <a:pt x="51326" y="60062"/>
                  <a:pt x="51375" y="60112"/>
                </a:cubicBezTo>
                <a:cubicBezTo>
                  <a:pt x="50579" y="61133"/>
                  <a:pt x="49782" y="62203"/>
                  <a:pt x="49110" y="63248"/>
                </a:cubicBezTo>
                <a:cubicBezTo>
                  <a:pt x="48961" y="63198"/>
                  <a:pt x="48762" y="63124"/>
                  <a:pt x="48588" y="63099"/>
                </a:cubicBezTo>
                <a:cubicBezTo>
                  <a:pt x="48762" y="62875"/>
                  <a:pt x="48961" y="62626"/>
                  <a:pt x="49135" y="62427"/>
                </a:cubicBezTo>
                <a:lnTo>
                  <a:pt x="49160" y="62377"/>
                </a:lnTo>
                <a:lnTo>
                  <a:pt x="49733" y="61730"/>
                </a:lnTo>
                <a:cubicBezTo>
                  <a:pt x="49982" y="61456"/>
                  <a:pt x="50230" y="61133"/>
                  <a:pt x="50479" y="60859"/>
                </a:cubicBezTo>
                <a:lnTo>
                  <a:pt x="51127" y="60112"/>
                </a:lnTo>
                <a:cubicBezTo>
                  <a:pt x="51201" y="60062"/>
                  <a:pt x="51226" y="59988"/>
                  <a:pt x="51276" y="59963"/>
                </a:cubicBezTo>
                <a:close/>
                <a:moveTo>
                  <a:pt x="39054" y="61630"/>
                </a:moveTo>
                <a:cubicBezTo>
                  <a:pt x="39677" y="62178"/>
                  <a:pt x="40299" y="62726"/>
                  <a:pt x="40871" y="63298"/>
                </a:cubicBezTo>
                <a:cubicBezTo>
                  <a:pt x="40871" y="63323"/>
                  <a:pt x="40822" y="63323"/>
                  <a:pt x="40822" y="63348"/>
                </a:cubicBezTo>
                <a:cubicBezTo>
                  <a:pt x="40274" y="62750"/>
                  <a:pt x="39652" y="62228"/>
                  <a:pt x="39029" y="61680"/>
                </a:cubicBezTo>
                <a:lnTo>
                  <a:pt x="39054" y="61630"/>
                </a:lnTo>
                <a:close/>
                <a:moveTo>
                  <a:pt x="42365" y="60560"/>
                </a:moveTo>
                <a:cubicBezTo>
                  <a:pt x="42365" y="60560"/>
                  <a:pt x="42390" y="60560"/>
                  <a:pt x="42390" y="60585"/>
                </a:cubicBezTo>
                <a:cubicBezTo>
                  <a:pt x="41917" y="61506"/>
                  <a:pt x="41519" y="62427"/>
                  <a:pt x="41170" y="63348"/>
                </a:cubicBezTo>
                <a:lnTo>
                  <a:pt x="41145" y="63323"/>
                </a:lnTo>
                <a:lnTo>
                  <a:pt x="41120" y="63298"/>
                </a:lnTo>
                <a:cubicBezTo>
                  <a:pt x="41120" y="63198"/>
                  <a:pt x="41145" y="63124"/>
                  <a:pt x="41170" y="63074"/>
                </a:cubicBezTo>
                <a:cubicBezTo>
                  <a:pt x="41245" y="62950"/>
                  <a:pt x="41295" y="62800"/>
                  <a:pt x="41319" y="62676"/>
                </a:cubicBezTo>
                <a:lnTo>
                  <a:pt x="41519" y="62203"/>
                </a:lnTo>
                <a:cubicBezTo>
                  <a:pt x="41543" y="62103"/>
                  <a:pt x="41618" y="61979"/>
                  <a:pt x="41668" y="61879"/>
                </a:cubicBezTo>
                <a:cubicBezTo>
                  <a:pt x="41767" y="61705"/>
                  <a:pt x="41867" y="61481"/>
                  <a:pt x="41942" y="61307"/>
                </a:cubicBezTo>
                <a:cubicBezTo>
                  <a:pt x="41991" y="61232"/>
                  <a:pt x="42016" y="61133"/>
                  <a:pt x="42066" y="61083"/>
                </a:cubicBezTo>
                <a:cubicBezTo>
                  <a:pt x="42166" y="60884"/>
                  <a:pt x="42240" y="60734"/>
                  <a:pt x="42315" y="60560"/>
                </a:cubicBezTo>
                <a:close/>
                <a:moveTo>
                  <a:pt x="51475" y="60311"/>
                </a:moveTo>
                <a:cubicBezTo>
                  <a:pt x="51475" y="60336"/>
                  <a:pt x="51500" y="60336"/>
                  <a:pt x="51500" y="60361"/>
                </a:cubicBezTo>
                <a:cubicBezTo>
                  <a:pt x="50728" y="61357"/>
                  <a:pt x="50006" y="62352"/>
                  <a:pt x="49334" y="63348"/>
                </a:cubicBezTo>
                <a:cubicBezTo>
                  <a:pt x="49285" y="63348"/>
                  <a:pt x="49285" y="63348"/>
                  <a:pt x="49260" y="63323"/>
                </a:cubicBezTo>
                <a:cubicBezTo>
                  <a:pt x="49957" y="62302"/>
                  <a:pt x="50703" y="61307"/>
                  <a:pt x="51475" y="60311"/>
                </a:cubicBezTo>
                <a:close/>
                <a:moveTo>
                  <a:pt x="48463" y="63223"/>
                </a:moveTo>
                <a:cubicBezTo>
                  <a:pt x="48637" y="63298"/>
                  <a:pt x="48837" y="63348"/>
                  <a:pt x="48986" y="63422"/>
                </a:cubicBezTo>
                <a:cubicBezTo>
                  <a:pt x="48986" y="63447"/>
                  <a:pt x="48961" y="63447"/>
                  <a:pt x="48961" y="63472"/>
                </a:cubicBezTo>
                <a:cubicBezTo>
                  <a:pt x="48762" y="63422"/>
                  <a:pt x="48613" y="63348"/>
                  <a:pt x="48413" y="63298"/>
                </a:cubicBezTo>
                <a:cubicBezTo>
                  <a:pt x="48413" y="63248"/>
                  <a:pt x="48463" y="63248"/>
                  <a:pt x="48463" y="63223"/>
                </a:cubicBezTo>
                <a:close/>
                <a:moveTo>
                  <a:pt x="76043" y="56951"/>
                </a:moveTo>
                <a:cubicBezTo>
                  <a:pt x="76491" y="57225"/>
                  <a:pt x="76963" y="57474"/>
                  <a:pt x="77412" y="57772"/>
                </a:cubicBezTo>
                <a:cubicBezTo>
                  <a:pt x="75868" y="59714"/>
                  <a:pt x="74225" y="61605"/>
                  <a:pt x="72483" y="63497"/>
                </a:cubicBezTo>
                <a:lnTo>
                  <a:pt x="72035" y="63074"/>
                </a:lnTo>
                <a:cubicBezTo>
                  <a:pt x="73628" y="61083"/>
                  <a:pt x="74972" y="58992"/>
                  <a:pt x="76043" y="56951"/>
                </a:cubicBezTo>
                <a:close/>
                <a:moveTo>
                  <a:pt x="49160" y="63472"/>
                </a:moveTo>
                <a:cubicBezTo>
                  <a:pt x="49210" y="63472"/>
                  <a:pt x="49210" y="63472"/>
                  <a:pt x="49235" y="63497"/>
                </a:cubicBezTo>
                <a:cubicBezTo>
                  <a:pt x="49235" y="63547"/>
                  <a:pt x="49210" y="63547"/>
                  <a:pt x="49210" y="63572"/>
                </a:cubicBezTo>
                <a:cubicBezTo>
                  <a:pt x="49160" y="63547"/>
                  <a:pt x="49135" y="63547"/>
                  <a:pt x="49135" y="63547"/>
                </a:cubicBezTo>
                <a:cubicBezTo>
                  <a:pt x="49135" y="63497"/>
                  <a:pt x="49160" y="63497"/>
                  <a:pt x="49160" y="63472"/>
                </a:cubicBezTo>
                <a:close/>
                <a:moveTo>
                  <a:pt x="51599" y="60510"/>
                </a:moveTo>
                <a:cubicBezTo>
                  <a:pt x="52247" y="61755"/>
                  <a:pt x="52471" y="62676"/>
                  <a:pt x="52147" y="63174"/>
                </a:cubicBezTo>
                <a:cubicBezTo>
                  <a:pt x="51978" y="63455"/>
                  <a:pt x="51604" y="63593"/>
                  <a:pt x="51063" y="63593"/>
                </a:cubicBezTo>
                <a:cubicBezTo>
                  <a:pt x="50646" y="63593"/>
                  <a:pt x="50130" y="63510"/>
                  <a:pt x="49533" y="63348"/>
                </a:cubicBezTo>
                <a:cubicBezTo>
                  <a:pt x="50156" y="62427"/>
                  <a:pt x="50853" y="61456"/>
                  <a:pt x="51599" y="60510"/>
                </a:cubicBezTo>
                <a:close/>
                <a:moveTo>
                  <a:pt x="3435" y="63174"/>
                </a:moveTo>
                <a:lnTo>
                  <a:pt x="3435" y="63373"/>
                </a:lnTo>
                <a:cubicBezTo>
                  <a:pt x="3410" y="63447"/>
                  <a:pt x="3410" y="63547"/>
                  <a:pt x="3360" y="63597"/>
                </a:cubicBezTo>
                <a:lnTo>
                  <a:pt x="3360" y="63373"/>
                </a:lnTo>
                <a:cubicBezTo>
                  <a:pt x="3385" y="63323"/>
                  <a:pt x="3385" y="63248"/>
                  <a:pt x="3435" y="63174"/>
                </a:cubicBezTo>
                <a:close/>
                <a:moveTo>
                  <a:pt x="52471" y="63099"/>
                </a:moveTo>
                <a:cubicBezTo>
                  <a:pt x="52471" y="63124"/>
                  <a:pt x="52446" y="63174"/>
                  <a:pt x="52396" y="63198"/>
                </a:cubicBezTo>
                <a:lnTo>
                  <a:pt x="52396" y="63223"/>
                </a:lnTo>
                <a:cubicBezTo>
                  <a:pt x="52396" y="63248"/>
                  <a:pt x="52371" y="63298"/>
                  <a:pt x="52371" y="63323"/>
                </a:cubicBezTo>
                <a:cubicBezTo>
                  <a:pt x="52321" y="63422"/>
                  <a:pt x="52247" y="63497"/>
                  <a:pt x="52147" y="63572"/>
                </a:cubicBezTo>
                <a:lnTo>
                  <a:pt x="52122" y="63572"/>
                </a:lnTo>
                <a:cubicBezTo>
                  <a:pt x="52122" y="63572"/>
                  <a:pt x="52097" y="63597"/>
                  <a:pt x="52072" y="63597"/>
                </a:cubicBezTo>
                <a:cubicBezTo>
                  <a:pt x="52197" y="63447"/>
                  <a:pt x="52321" y="63248"/>
                  <a:pt x="52471" y="63099"/>
                </a:cubicBezTo>
                <a:close/>
                <a:moveTo>
                  <a:pt x="71935" y="63198"/>
                </a:moveTo>
                <a:lnTo>
                  <a:pt x="72359" y="63597"/>
                </a:lnTo>
                <a:cubicBezTo>
                  <a:pt x="72359" y="63622"/>
                  <a:pt x="72309" y="63622"/>
                  <a:pt x="72309" y="63622"/>
                </a:cubicBezTo>
                <a:lnTo>
                  <a:pt x="71920" y="63232"/>
                </a:lnTo>
                <a:lnTo>
                  <a:pt x="71920" y="63232"/>
                </a:lnTo>
                <a:cubicBezTo>
                  <a:pt x="71927" y="63228"/>
                  <a:pt x="71935" y="63213"/>
                  <a:pt x="71935" y="63198"/>
                </a:cubicBezTo>
                <a:close/>
                <a:moveTo>
                  <a:pt x="77586" y="57872"/>
                </a:moveTo>
                <a:cubicBezTo>
                  <a:pt x="77611" y="57872"/>
                  <a:pt x="77611" y="57897"/>
                  <a:pt x="77636" y="57897"/>
                </a:cubicBezTo>
                <a:cubicBezTo>
                  <a:pt x="76092" y="59863"/>
                  <a:pt x="74425" y="61805"/>
                  <a:pt x="72682" y="63671"/>
                </a:cubicBezTo>
                <a:lnTo>
                  <a:pt x="72657" y="63622"/>
                </a:lnTo>
                <a:cubicBezTo>
                  <a:pt x="74375" y="61730"/>
                  <a:pt x="76018" y="59813"/>
                  <a:pt x="77586" y="57872"/>
                </a:cubicBezTo>
                <a:close/>
                <a:moveTo>
                  <a:pt x="86323" y="59913"/>
                </a:moveTo>
                <a:cubicBezTo>
                  <a:pt x="87094" y="60286"/>
                  <a:pt x="87866" y="60610"/>
                  <a:pt x="88687" y="60909"/>
                </a:cubicBezTo>
                <a:cubicBezTo>
                  <a:pt x="87965" y="61879"/>
                  <a:pt x="87244" y="62825"/>
                  <a:pt x="86497" y="63746"/>
                </a:cubicBezTo>
                <a:cubicBezTo>
                  <a:pt x="86049" y="63373"/>
                  <a:pt x="85601" y="63024"/>
                  <a:pt x="85128" y="62676"/>
                </a:cubicBezTo>
                <a:cubicBezTo>
                  <a:pt x="85576" y="61730"/>
                  <a:pt x="85974" y="60834"/>
                  <a:pt x="86323" y="59913"/>
                </a:cubicBezTo>
                <a:close/>
                <a:moveTo>
                  <a:pt x="72508" y="63796"/>
                </a:moveTo>
                <a:lnTo>
                  <a:pt x="72533" y="63821"/>
                </a:lnTo>
                <a:cubicBezTo>
                  <a:pt x="72533" y="63846"/>
                  <a:pt x="72508" y="63846"/>
                  <a:pt x="72508" y="63846"/>
                </a:cubicBezTo>
                <a:lnTo>
                  <a:pt x="72458" y="63821"/>
                </a:lnTo>
                <a:cubicBezTo>
                  <a:pt x="72458" y="63796"/>
                  <a:pt x="72508" y="63796"/>
                  <a:pt x="72508" y="63796"/>
                </a:cubicBezTo>
                <a:close/>
                <a:moveTo>
                  <a:pt x="49384" y="63547"/>
                </a:moveTo>
                <a:cubicBezTo>
                  <a:pt x="50038" y="63714"/>
                  <a:pt x="50581" y="63798"/>
                  <a:pt x="51023" y="63798"/>
                </a:cubicBezTo>
                <a:cubicBezTo>
                  <a:pt x="51305" y="63798"/>
                  <a:pt x="51546" y="63764"/>
                  <a:pt x="51749" y="63696"/>
                </a:cubicBezTo>
                <a:lnTo>
                  <a:pt x="51749" y="63696"/>
                </a:lnTo>
                <a:cubicBezTo>
                  <a:pt x="51724" y="63721"/>
                  <a:pt x="51699" y="63746"/>
                  <a:pt x="51699" y="63796"/>
                </a:cubicBezTo>
                <a:cubicBezTo>
                  <a:pt x="51500" y="63846"/>
                  <a:pt x="51276" y="63871"/>
                  <a:pt x="51002" y="63871"/>
                </a:cubicBezTo>
                <a:cubicBezTo>
                  <a:pt x="50579" y="63871"/>
                  <a:pt x="50006" y="63796"/>
                  <a:pt x="49359" y="63597"/>
                </a:cubicBezTo>
                <a:cubicBezTo>
                  <a:pt x="49359" y="63572"/>
                  <a:pt x="49384" y="63572"/>
                  <a:pt x="49384" y="63547"/>
                </a:cubicBezTo>
                <a:close/>
                <a:moveTo>
                  <a:pt x="88837" y="61008"/>
                </a:moveTo>
                <a:cubicBezTo>
                  <a:pt x="88861" y="61008"/>
                  <a:pt x="88861" y="61008"/>
                  <a:pt x="88911" y="61058"/>
                </a:cubicBezTo>
                <a:cubicBezTo>
                  <a:pt x="88189" y="62004"/>
                  <a:pt x="87443" y="62950"/>
                  <a:pt x="86696" y="63920"/>
                </a:cubicBezTo>
                <a:cubicBezTo>
                  <a:pt x="86671" y="63920"/>
                  <a:pt x="86671" y="63871"/>
                  <a:pt x="86621" y="63871"/>
                </a:cubicBezTo>
                <a:cubicBezTo>
                  <a:pt x="87368" y="62950"/>
                  <a:pt x="88115" y="61979"/>
                  <a:pt x="88837" y="61008"/>
                </a:cubicBezTo>
                <a:close/>
                <a:moveTo>
                  <a:pt x="85053" y="62850"/>
                </a:moveTo>
                <a:cubicBezTo>
                  <a:pt x="85476" y="63198"/>
                  <a:pt x="85949" y="63572"/>
                  <a:pt x="86372" y="63920"/>
                </a:cubicBezTo>
                <a:cubicBezTo>
                  <a:pt x="86372" y="63945"/>
                  <a:pt x="86347" y="63945"/>
                  <a:pt x="86347" y="63970"/>
                </a:cubicBezTo>
                <a:cubicBezTo>
                  <a:pt x="85924" y="63597"/>
                  <a:pt x="85451" y="63248"/>
                  <a:pt x="85003" y="62925"/>
                </a:cubicBezTo>
                <a:cubicBezTo>
                  <a:pt x="85003" y="62875"/>
                  <a:pt x="85053" y="62875"/>
                  <a:pt x="85053" y="62850"/>
                </a:cubicBezTo>
                <a:close/>
                <a:moveTo>
                  <a:pt x="86497" y="64045"/>
                </a:moveTo>
                <a:cubicBezTo>
                  <a:pt x="86547" y="64045"/>
                  <a:pt x="86571" y="64045"/>
                  <a:pt x="86571" y="64070"/>
                </a:cubicBezTo>
                <a:cubicBezTo>
                  <a:pt x="86571" y="64095"/>
                  <a:pt x="86522" y="64095"/>
                  <a:pt x="86522" y="64119"/>
                </a:cubicBezTo>
                <a:cubicBezTo>
                  <a:pt x="86497" y="64119"/>
                  <a:pt x="86497" y="64095"/>
                  <a:pt x="86472" y="64095"/>
                </a:cubicBezTo>
                <a:cubicBezTo>
                  <a:pt x="86472" y="64070"/>
                  <a:pt x="86497" y="64070"/>
                  <a:pt x="86497" y="64045"/>
                </a:cubicBezTo>
                <a:close/>
                <a:moveTo>
                  <a:pt x="7019" y="56851"/>
                </a:moveTo>
                <a:lnTo>
                  <a:pt x="7019" y="56851"/>
                </a:lnTo>
                <a:cubicBezTo>
                  <a:pt x="5725" y="59365"/>
                  <a:pt x="4605" y="61879"/>
                  <a:pt x="3684" y="64343"/>
                </a:cubicBezTo>
                <a:cubicBezTo>
                  <a:pt x="3659" y="64045"/>
                  <a:pt x="3609" y="63721"/>
                  <a:pt x="3609" y="63373"/>
                </a:cubicBezTo>
                <a:cubicBezTo>
                  <a:pt x="4033" y="61879"/>
                  <a:pt x="4481" y="60336"/>
                  <a:pt x="5078" y="58768"/>
                </a:cubicBezTo>
                <a:cubicBezTo>
                  <a:pt x="5601" y="58046"/>
                  <a:pt x="6223" y="57399"/>
                  <a:pt x="7019" y="56851"/>
                </a:cubicBezTo>
                <a:close/>
                <a:moveTo>
                  <a:pt x="3460" y="63970"/>
                </a:moveTo>
                <a:cubicBezTo>
                  <a:pt x="3485" y="64244"/>
                  <a:pt x="3535" y="64468"/>
                  <a:pt x="3560" y="64717"/>
                </a:cubicBezTo>
                <a:cubicBezTo>
                  <a:pt x="3560" y="64742"/>
                  <a:pt x="3535" y="64816"/>
                  <a:pt x="3535" y="64841"/>
                </a:cubicBezTo>
                <a:cubicBezTo>
                  <a:pt x="3485" y="64617"/>
                  <a:pt x="3460" y="64368"/>
                  <a:pt x="3435" y="64169"/>
                </a:cubicBezTo>
                <a:cubicBezTo>
                  <a:pt x="3435" y="64095"/>
                  <a:pt x="3460" y="64045"/>
                  <a:pt x="3460" y="63970"/>
                </a:cubicBezTo>
                <a:close/>
                <a:moveTo>
                  <a:pt x="7443" y="56528"/>
                </a:moveTo>
                <a:cubicBezTo>
                  <a:pt x="6024" y="59340"/>
                  <a:pt x="4779" y="62128"/>
                  <a:pt x="3784" y="64841"/>
                </a:cubicBezTo>
                <a:cubicBezTo>
                  <a:pt x="3784" y="64816"/>
                  <a:pt x="3734" y="64742"/>
                  <a:pt x="3734" y="64717"/>
                </a:cubicBezTo>
                <a:cubicBezTo>
                  <a:pt x="4729" y="62053"/>
                  <a:pt x="5949" y="59340"/>
                  <a:pt x="7318" y="56602"/>
                </a:cubicBezTo>
                <a:cubicBezTo>
                  <a:pt x="7343" y="56577"/>
                  <a:pt x="7393" y="56528"/>
                  <a:pt x="7443" y="56528"/>
                </a:cubicBezTo>
                <a:close/>
                <a:moveTo>
                  <a:pt x="3609" y="65090"/>
                </a:moveTo>
                <a:cubicBezTo>
                  <a:pt x="3609" y="65115"/>
                  <a:pt x="3609" y="65165"/>
                  <a:pt x="3659" y="65215"/>
                </a:cubicBezTo>
                <a:cubicBezTo>
                  <a:pt x="3659" y="65240"/>
                  <a:pt x="3609" y="65314"/>
                  <a:pt x="3609" y="65339"/>
                </a:cubicBezTo>
                <a:cubicBezTo>
                  <a:pt x="3609" y="65314"/>
                  <a:pt x="3609" y="65240"/>
                  <a:pt x="3584" y="65215"/>
                </a:cubicBezTo>
                <a:cubicBezTo>
                  <a:pt x="3584" y="65190"/>
                  <a:pt x="3609" y="65115"/>
                  <a:pt x="3609" y="65090"/>
                </a:cubicBezTo>
                <a:close/>
                <a:moveTo>
                  <a:pt x="65713" y="54039"/>
                </a:moveTo>
                <a:lnTo>
                  <a:pt x="65713" y="54113"/>
                </a:lnTo>
                <a:lnTo>
                  <a:pt x="65713" y="54163"/>
                </a:lnTo>
                <a:cubicBezTo>
                  <a:pt x="65713" y="54163"/>
                  <a:pt x="65713" y="54213"/>
                  <a:pt x="65688" y="54213"/>
                </a:cubicBezTo>
                <a:cubicBezTo>
                  <a:pt x="65538" y="54387"/>
                  <a:pt x="65414" y="54536"/>
                  <a:pt x="65290" y="54711"/>
                </a:cubicBezTo>
                <a:cubicBezTo>
                  <a:pt x="64045" y="56204"/>
                  <a:pt x="62701" y="57623"/>
                  <a:pt x="61307" y="59017"/>
                </a:cubicBezTo>
                <a:cubicBezTo>
                  <a:pt x="60635" y="59639"/>
                  <a:pt x="59938" y="60336"/>
                  <a:pt x="59191" y="61008"/>
                </a:cubicBezTo>
                <a:cubicBezTo>
                  <a:pt x="58992" y="61207"/>
                  <a:pt x="58768" y="61381"/>
                  <a:pt x="58569" y="61581"/>
                </a:cubicBezTo>
                <a:cubicBezTo>
                  <a:pt x="58196" y="61929"/>
                  <a:pt x="57847" y="62228"/>
                  <a:pt x="57499" y="62551"/>
                </a:cubicBezTo>
                <a:cubicBezTo>
                  <a:pt x="57399" y="62626"/>
                  <a:pt x="57324" y="62726"/>
                  <a:pt x="57225" y="62800"/>
                </a:cubicBezTo>
                <a:lnTo>
                  <a:pt x="57200" y="62825"/>
                </a:lnTo>
                <a:cubicBezTo>
                  <a:pt x="56901" y="63049"/>
                  <a:pt x="56627" y="63248"/>
                  <a:pt x="56379" y="63497"/>
                </a:cubicBezTo>
                <a:cubicBezTo>
                  <a:pt x="55482" y="64219"/>
                  <a:pt x="54611" y="64916"/>
                  <a:pt x="53889" y="65439"/>
                </a:cubicBezTo>
                <a:cubicBezTo>
                  <a:pt x="53815" y="65439"/>
                  <a:pt x="53765" y="65464"/>
                  <a:pt x="53740" y="65464"/>
                </a:cubicBezTo>
                <a:lnTo>
                  <a:pt x="53616" y="65464"/>
                </a:lnTo>
                <a:cubicBezTo>
                  <a:pt x="53641" y="65439"/>
                  <a:pt x="53690" y="65414"/>
                  <a:pt x="53740" y="65364"/>
                </a:cubicBezTo>
                <a:cubicBezTo>
                  <a:pt x="53740" y="65364"/>
                  <a:pt x="53765" y="65364"/>
                  <a:pt x="53765" y="65339"/>
                </a:cubicBezTo>
                <a:cubicBezTo>
                  <a:pt x="53840" y="65289"/>
                  <a:pt x="53939" y="65240"/>
                  <a:pt x="53989" y="65190"/>
                </a:cubicBezTo>
                <a:cubicBezTo>
                  <a:pt x="54188" y="65040"/>
                  <a:pt x="54362" y="64891"/>
                  <a:pt x="54561" y="64767"/>
                </a:cubicBezTo>
                <a:cubicBezTo>
                  <a:pt x="54810" y="64592"/>
                  <a:pt x="55010" y="64443"/>
                  <a:pt x="55234" y="64244"/>
                </a:cubicBezTo>
                <a:lnTo>
                  <a:pt x="55308" y="64219"/>
                </a:lnTo>
                <a:cubicBezTo>
                  <a:pt x="55358" y="64169"/>
                  <a:pt x="55433" y="64119"/>
                  <a:pt x="55482" y="64070"/>
                </a:cubicBezTo>
                <a:cubicBezTo>
                  <a:pt x="55557" y="64045"/>
                  <a:pt x="55582" y="63970"/>
                  <a:pt x="55632" y="63945"/>
                </a:cubicBezTo>
                <a:lnTo>
                  <a:pt x="56105" y="63572"/>
                </a:lnTo>
                <a:cubicBezTo>
                  <a:pt x="56453" y="63298"/>
                  <a:pt x="56827" y="62999"/>
                  <a:pt x="57125" y="62726"/>
                </a:cubicBezTo>
                <a:cubicBezTo>
                  <a:pt x="57225" y="62676"/>
                  <a:pt x="57324" y="62576"/>
                  <a:pt x="57374" y="62502"/>
                </a:cubicBezTo>
                <a:lnTo>
                  <a:pt x="57424" y="62502"/>
                </a:lnTo>
                <a:cubicBezTo>
                  <a:pt x="57797" y="62203"/>
                  <a:pt x="58196" y="61854"/>
                  <a:pt x="58544" y="61556"/>
                </a:cubicBezTo>
                <a:cubicBezTo>
                  <a:pt x="58793" y="61332"/>
                  <a:pt x="58992" y="61108"/>
                  <a:pt x="59241" y="60884"/>
                </a:cubicBezTo>
                <a:cubicBezTo>
                  <a:pt x="59316" y="60834"/>
                  <a:pt x="59415" y="60759"/>
                  <a:pt x="59465" y="60709"/>
                </a:cubicBezTo>
                <a:cubicBezTo>
                  <a:pt x="59490" y="60684"/>
                  <a:pt x="59565" y="60635"/>
                  <a:pt x="59589" y="60585"/>
                </a:cubicBezTo>
                <a:cubicBezTo>
                  <a:pt x="60311" y="59888"/>
                  <a:pt x="60809" y="59390"/>
                  <a:pt x="61207" y="59017"/>
                </a:cubicBezTo>
                <a:cubicBezTo>
                  <a:pt x="61257" y="58967"/>
                  <a:pt x="61357" y="58892"/>
                  <a:pt x="61431" y="58843"/>
                </a:cubicBezTo>
                <a:lnTo>
                  <a:pt x="61456" y="58818"/>
                </a:lnTo>
                <a:lnTo>
                  <a:pt x="61830" y="58444"/>
                </a:lnTo>
                <a:lnTo>
                  <a:pt x="61879" y="58370"/>
                </a:lnTo>
                <a:cubicBezTo>
                  <a:pt x="61979" y="58270"/>
                  <a:pt x="62079" y="58195"/>
                  <a:pt x="62128" y="58096"/>
                </a:cubicBezTo>
                <a:lnTo>
                  <a:pt x="62253" y="57971"/>
                </a:lnTo>
                <a:cubicBezTo>
                  <a:pt x="62751" y="57449"/>
                  <a:pt x="63448" y="56727"/>
                  <a:pt x="64244" y="55781"/>
                </a:cubicBezTo>
                <a:cubicBezTo>
                  <a:pt x="64319" y="55731"/>
                  <a:pt x="64369" y="55632"/>
                  <a:pt x="64443" y="55582"/>
                </a:cubicBezTo>
                <a:cubicBezTo>
                  <a:pt x="64493" y="55482"/>
                  <a:pt x="64593" y="55408"/>
                  <a:pt x="64667" y="55333"/>
                </a:cubicBezTo>
                <a:cubicBezTo>
                  <a:pt x="64717" y="55258"/>
                  <a:pt x="64742" y="55208"/>
                  <a:pt x="64817" y="55134"/>
                </a:cubicBezTo>
                <a:cubicBezTo>
                  <a:pt x="65041" y="54860"/>
                  <a:pt x="65240" y="54611"/>
                  <a:pt x="65439" y="54387"/>
                </a:cubicBezTo>
                <a:cubicBezTo>
                  <a:pt x="65464" y="54337"/>
                  <a:pt x="65538" y="54288"/>
                  <a:pt x="65563" y="54238"/>
                </a:cubicBezTo>
                <a:cubicBezTo>
                  <a:pt x="65613" y="54163"/>
                  <a:pt x="65663" y="54113"/>
                  <a:pt x="65713" y="54039"/>
                </a:cubicBezTo>
                <a:close/>
                <a:moveTo>
                  <a:pt x="29197" y="56254"/>
                </a:moveTo>
                <a:cubicBezTo>
                  <a:pt x="29222" y="56254"/>
                  <a:pt x="29222" y="56279"/>
                  <a:pt x="29247" y="56279"/>
                </a:cubicBezTo>
                <a:cubicBezTo>
                  <a:pt x="26907" y="59465"/>
                  <a:pt x="24767" y="62701"/>
                  <a:pt x="22900" y="65912"/>
                </a:cubicBezTo>
                <a:lnTo>
                  <a:pt x="22850" y="65912"/>
                </a:lnTo>
                <a:cubicBezTo>
                  <a:pt x="24717" y="62701"/>
                  <a:pt x="26858" y="59465"/>
                  <a:pt x="29197" y="56254"/>
                </a:cubicBezTo>
                <a:close/>
                <a:moveTo>
                  <a:pt x="53367" y="65737"/>
                </a:moveTo>
                <a:cubicBezTo>
                  <a:pt x="53342" y="65787"/>
                  <a:pt x="53267" y="65812"/>
                  <a:pt x="53242" y="65837"/>
                </a:cubicBezTo>
                <a:cubicBezTo>
                  <a:pt x="53217" y="65862"/>
                  <a:pt x="53192" y="65862"/>
                  <a:pt x="53143" y="65912"/>
                </a:cubicBezTo>
                <a:cubicBezTo>
                  <a:pt x="53118" y="65936"/>
                  <a:pt x="53043" y="65961"/>
                  <a:pt x="53018" y="65986"/>
                </a:cubicBezTo>
                <a:lnTo>
                  <a:pt x="52993" y="65961"/>
                </a:lnTo>
                <a:cubicBezTo>
                  <a:pt x="52993" y="65961"/>
                  <a:pt x="52993" y="65936"/>
                  <a:pt x="53018" y="65936"/>
                </a:cubicBezTo>
                <a:cubicBezTo>
                  <a:pt x="53043" y="65936"/>
                  <a:pt x="53043" y="65912"/>
                  <a:pt x="53093" y="65912"/>
                </a:cubicBezTo>
                <a:lnTo>
                  <a:pt x="53118" y="65862"/>
                </a:lnTo>
                <a:cubicBezTo>
                  <a:pt x="53143" y="65837"/>
                  <a:pt x="53168" y="65837"/>
                  <a:pt x="53217" y="65812"/>
                </a:cubicBezTo>
                <a:cubicBezTo>
                  <a:pt x="53242" y="65812"/>
                  <a:pt x="53317" y="65787"/>
                  <a:pt x="53367" y="65737"/>
                </a:cubicBezTo>
                <a:close/>
                <a:moveTo>
                  <a:pt x="52869" y="66086"/>
                </a:moveTo>
                <a:lnTo>
                  <a:pt x="52869" y="66086"/>
                </a:lnTo>
                <a:cubicBezTo>
                  <a:pt x="52849" y="66106"/>
                  <a:pt x="52828" y="66126"/>
                  <a:pt x="52795" y="66133"/>
                </a:cubicBezTo>
                <a:lnTo>
                  <a:pt x="52795" y="66133"/>
                </a:lnTo>
                <a:cubicBezTo>
                  <a:pt x="52814" y="66121"/>
                  <a:pt x="52841" y="66100"/>
                  <a:pt x="52869" y="66086"/>
                </a:cubicBezTo>
                <a:close/>
                <a:moveTo>
                  <a:pt x="21730" y="54337"/>
                </a:moveTo>
                <a:cubicBezTo>
                  <a:pt x="24194" y="54661"/>
                  <a:pt x="26634" y="55283"/>
                  <a:pt x="29048" y="56204"/>
                </a:cubicBezTo>
                <a:cubicBezTo>
                  <a:pt x="26683" y="59440"/>
                  <a:pt x="24518" y="62701"/>
                  <a:pt x="22626" y="65936"/>
                </a:cubicBezTo>
                <a:cubicBezTo>
                  <a:pt x="22452" y="65961"/>
                  <a:pt x="22253" y="65961"/>
                  <a:pt x="22079" y="65986"/>
                </a:cubicBezTo>
                <a:cubicBezTo>
                  <a:pt x="21655" y="66036"/>
                  <a:pt x="21257" y="66086"/>
                  <a:pt x="20884" y="66111"/>
                </a:cubicBezTo>
                <a:cubicBezTo>
                  <a:pt x="20759" y="66161"/>
                  <a:pt x="20635" y="66185"/>
                  <a:pt x="20486" y="66185"/>
                </a:cubicBezTo>
                <a:cubicBezTo>
                  <a:pt x="19664" y="62825"/>
                  <a:pt x="20137" y="58718"/>
                  <a:pt x="21730" y="54337"/>
                </a:cubicBezTo>
                <a:close/>
                <a:moveTo>
                  <a:pt x="22776" y="66111"/>
                </a:moveTo>
                <a:cubicBezTo>
                  <a:pt x="22776" y="66161"/>
                  <a:pt x="22751" y="66161"/>
                  <a:pt x="22751" y="66185"/>
                </a:cubicBezTo>
                <a:lnTo>
                  <a:pt x="22701" y="66185"/>
                </a:lnTo>
                <a:cubicBezTo>
                  <a:pt x="22701" y="66161"/>
                  <a:pt x="22726" y="66161"/>
                  <a:pt x="22726" y="66111"/>
                </a:cubicBezTo>
                <a:close/>
                <a:moveTo>
                  <a:pt x="21531" y="54288"/>
                </a:moveTo>
                <a:cubicBezTo>
                  <a:pt x="19988" y="58693"/>
                  <a:pt x="19490" y="62825"/>
                  <a:pt x="20311" y="66235"/>
                </a:cubicBezTo>
                <a:lnTo>
                  <a:pt x="20262" y="66235"/>
                </a:lnTo>
                <a:cubicBezTo>
                  <a:pt x="19415" y="62825"/>
                  <a:pt x="19888" y="58693"/>
                  <a:pt x="21481" y="54288"/>
                </a:cubicBezTo>
                <a:close/>
                <a:moveTo>
                  <a:pt x="65663" y="54462"/>
                </a:moveTo>
                <a:cubicBezTo>
                  <a:pt x="65688" y="55084"/>
                  <a:pt x="65962" y="55856"/>
                  <a:pt x="66484" y="56777"/>
                </a:cubicBezTo>
                <a:cubicBezTo>
                  <a:pt x="63721" y="60236"/>
                  <a:pt x="60311" y="63522"/>
                  <a:pt x="56478" y="66285"/>
                </a:cubicBezTo>
                <a:cubicBezTo>
                  <a:pt x="55557" y="65787"/>
                  <a:pt x="54736" y="65488"/>
                  <a:pt x="54089" y="65464"/>
                </a:cubicBezTo>
                <a:cubicBezTo>
                  <a:pt x="54263" y="65314"/>
                  <a:pt x="54462" y="65190"/>
                  <a:pt x="54686" y="65040"/>
                </a:cubicBezTo>
                <a:cubicBezTo>
                  <a:pt x="54935" y="64841"/>
                  <a:pt x="55184" y="64667"/>
                  <a:pt x="55383" y="64468"/>
                </a:cubicBezTo>
                <a:lnTo>
                  <a:pt x="55458" y="64418"/>
                </a:lnTo>
                <a:cubicBezTo>
                  <a:pt x="55706" y="64219"/>
                  <a:pt x="55955" y="64045"/>
                  <a:pt x="56204" y="63821"/>
                </a:cubicBezTo>
                <a:cubicBezTo>
                  <a:pt x="56603" y="63497"/>
                  <a:pt x="57001" y="63174"/>
                  <a:pt x="57374" y="62850"/>
                </a:cubicBezTo>
                <a:cubicBezTo>
                  <a:pt x="58196" y="62178"/>
                  <a:pt x="58967" y="61481"/>
                  <a:pt x="59589" y="60884"/>
                </a:cubicBezTo>
                <a:cubicBezTo>
                  <a:pt x="59664" y="60859"/>
                  <a:pt x="59689" y="60784"/>
                  <a:pt x="59714" y="60759"/>
                </a:cubicBezTo>
                <a:cubicBezTo>
                  <a:pt x="60361" y="60137"/>
                  <a:pt x="60859" y="59664"/>
                  <a:pt x="61232" y="59291"/>
                </a:cubicBezTo>
                <a:lnTo>
                  <a:pt x="61506" y="59017"/>
                </a:lnTo>
                <a:lnTo>
                  <a:pt x="61556" y="58992"/>
                </a:lnTo>
                <a:lnTo>
                  <a:pt x="61929" y="58619"/>
                </a:lnTo>
                <a:lnTo>
                  <a:pt x="62128" y="58395"/>
                </a:lnTo>
                <a:cubicBezTo>
                  <a:pt x="62178" y="58370"/>
                  <a:pt x="62178" y="58345"/>
                  <a:pt x="62203" y="58345"/>
                </a:cubicBezTo>
                <a:lnTo>
                  <a:pt x="62477" y="58071"/>
                </a:lnTo>
                <a:cubicBezTo>
                  <a:pt x="62950" y="57573"/>
                  <a:pt x="63597" y="56876"/>
                  <a:pt x="64344" y="56030"/>
                </a:cubicBezTo>
                <a:cubicBezTo>
                  <a:pt x="64493" y="55856"/>
                  <a:pt x="64692" y="55657"/>
                  <a:pt x="64842" y="55457"/>
                </a:cubicBezTo>
                <a:cubicBezTo>
                  <a:pt x="64891" y="55408"/>
                  <a:pt x="64916" y="55358"/>
                  <a:pt x="64941" y="55333"/>
                </a:cubicBezTo>
                <a:cubicBezTo>
                  <a:pt x="65190" y="55009"/>
                  <a:pt x="65439" y="54736"/>
                  <a:pt x="65663" y="54462"/>
                </a:cubicBezTo>
                <a:close/>
                <a:moveTo>
                  <a:pt x="53840" y="65613"/>
                </a:moveTo>
                <a:cubicBezTo>
                  <a:pt x="54462" y="65613"/>
                  <a:pt x="55308" y="65862"/>
                  <a:pt x="56304" y="66409"/>
                </a:cubicBezTo>
                <a:cubicBezTo>
                  <a:pt x="56254" y="66409"/>
                  <a:pt x="56254" y="66434"/>
                  <a:pt x="56229" y="66434"/>
                </a:cubicBezTo>
                <a:cubicBezTo>
                  <a:pt x="56179" y="66409"/>
                  <a:pt x="56130" y="66409"/>
                  <a:pt x="56105" y="66360"/>
                </a:cubicBezTo>
                <a:cubicBezTo>
                  <a:pt x="55955" y="66285"/>
                  <a:pt x="55756" y="66210"/>
                  <a:pt x="55607" y="66111"/>
                </a:cubicBezTo>
                <a:cubicBezTo>
                  <a:pt x="55582" y="66111"/>
                  <a:pt x="55557" y="66086"/>
                  <a:pt x="55557" y="66086"/>
                </a:cubicBezTo>
                <a:cubicBezTo>
                  <a:pt x="55358" y="65986"/>
                  <a:pt x="55184" y="65936"/>
                  <a:pt x="54985" y="65862"/>
                </a:cubicBezTo>
                <a:cubicBezTo>
                  <a:pt x="54960" y="65862"/>
                  <a:pt x="54935" y="65837"/>
                  <a:pt x="54885" y="65837"/>
                </a:cubicBezTo>
                <a:cubicBezTo>
                  <a:pt x="54711" y="65787"/>
                  <a:pt x="54561" y="65737"/>
                  <a:pt x="54387" y="65712"/>
                </a:cubicBezTo>
                <a:cubicBezTo>
                  <a:pt x="54238" y="65688"/>
                  <a:pt x="54113" y="65688"/>
                  <a:pt x="53989" y="65688"/>
                </a:cubicBezTo>
                <a:lnTo>
                  <a:pt x="53740" y="65688"/>
                </a:lnTo>
                <a:cubicBezTo>
                  <a:pt x="53740" y="65688"/>
                  <a:pt x="53765" y="65688"/>
                  <a:pt x="53765" y="65663"/>
                </a:cubicBezTo>
                <a:cubicBezTo>
                  <a:pt x="53815" y="65613"/>
                  <a:pt x="53815" y="65613"/>
                  <a:pt x="53840" y="65613"/>
                </a:cubicBezTo>
                <a:close/>
                <a:moveTo>
                  <a:pt x="66584" y="56976"/>
                </a:moveTo>
                <a:cubicBezTo>
                  <a:pt x="66584" y="57001"/>
                  <a:pt x="66634" y="57001"/>
                  <a:pt x="66634" y="57026"/>
                </a:cubicBezTo>
                <a:cubicBezTo>
                  <a:pt x="63846" y="60460"/>
                  <a:pt x="60486" y="63696"/>
                  <a:pt x="56727" y="66434"/>
                </a:cubicBezTo>
                <a:cubicBezTo>
                  <a:pt x="56702" y="66434"/>
                  <a:pt x="56702" y="66409"/>
                  <a:pt x="56677" y="66409"/>
                </a:cubicBezTo>
                <a:cubicBezTo>
                  <a:pt x="60436" y="63671"/>
                  <a:pt x="63821" y="60386"/>
                  <a:pt x="66584" y="56976"/>
                </a:cubicBezTo>
                <a:close/>
                <a:moveTo>
                  <a:pt x="22502" y="66161"/>
                </a:moveTo>
                <a:cubicBezTo>
                  <a:pt x="22502" y="66185"/>
                  <a:pt x="22477" y="66210"/>
                  <a:pt x="22477" y="66210"/>
                </a:cubicBezTo>
                <a:cubicBezTo>
                  <a:pt x="21954" y="66285"/>
                  <a:pt x="21407" y="66310"/>
                  <a:pt x="20884" y="66409"/>
                </a:cubicBezTo>
                <a:cubicBezTo>
                  <a:pt x="20759" y="66434"/>
                  <a:pt x="20660" y="66434"/>
                  <a:pt x="20535" y="66459"/>
                </a:cubicBezTo>
                <a:cubicBezTo>
                  <a:pt x="20535" y="66434"/>
                  <a:pt x="20535" y="66434"/>
                  <a:pt x="20510" y="66409"/>
                </a:cubicBezTo>
                <a:cubicBezTo>
                  <a:pt x="20635" y="66360"/>
                  <a:pt x="20759" y="66335"/>
                  <a:pt x="20884" y="66335"/>
                </a:cubicBezTo>
                <a:cubicBezTo>
                  <a:pt x="21232" y="66285"/>
                  <a:pt x="21606" y="66235"/>
                  <a:pt x="21954" y="66210"/>
                </a:cubicBezTo>
                <a:cubicBezTo>
                  <a:pt x="22128" y="66185"/>
                  <a:pt x="22327" y="66161"/>
                  <a:pt x="22502" y="66161"/>
                </a:cubicBezTo>
                <a:close/>
                <a:moveTo>
                  <a:pt x="3286" y="64717"/>
                </a:moveTo>
                <a:cubicBezTo>
                  <a:pt x="3311" y="64866"/>
                  <a:pt x="3336" y="65040"/>
                  <a:pt x="3360" y="65215"/>
                </a:cubicBezTo>
                <a:lnTo>
                  <a:pt x="2912" y="66534"/>
                </a:lnTo>
                <a:cubicBezTo>
                  <a:pt x="3037" y="65936"/>
                  <a:pt x="3161" y="65314"/>
                  <a:pt x="3286" y="64717"/>
                </a:cubicBezTo>
                <a:close/>
                <a:moveTo>
                  <a:pt x="29446" y="56353"/>
                </a:moveTo>
                <a:cubicBezTo>
                  <a:pt x="30293" y="56652"/>
                  <a:pt x="31114" y="57026"/>
                  <a:pt x="31935" y="57399"/>
                </a:cubicBezTo>
                <a:cubicBezTo>
                  <a:pt x="30741" y="60759"/>
                  <a:pt x="30342" y="63920"/>
                  <a:pt x="30940" y="66584"/>
                </a:cubicBezTo>
                <a:cubicBezTo>
                  <a:pt x="30691" y="66534"/>
                  <a:pt x="30467" y="66459"/>
                  <a:pt x="30218" y="66409"/>
                </a:cubicBezTo>
                <a:cubicBezTo>
                  <a:pt x="30168" y="66409"/>
                  <a:pt x="30094" y="66360"/>
                  <a:pt x="30044" y="66360"/>
                </a:cubicBezTo>
                <a:cubicBezTo>
                  <a:pt x="29745" y="66310"/>
                  <a:pt x="29471" y="66235"/>
                  <a:pt x="29197" y="66210"/>
                </a:cubicBezTo>
                <a:cubicBezTo>
                  <a:pt x="29098" y="66210"/>
                  <a:pt x="29048" y="66185"/>
                  <a:pt x="28949" y="66185"/>
                </a:cubicBezTo>
                <a:cubicBezTo>
                  <a:pt x="28700" y="66161"/>
                  <a:pt x="28426" y="66086"/>
                  <a:pt x="28177" y="66061"/>
                </a:cubicBezTo>
                <a:cubicBezTo>
                  <a:pt x="28052" y="66036"/>
                  <a:pt x="27928" y="66036"/>
                  <a:pt x="27828" y="66036"/>
                </a:cubicBezTo>
                <a:cubicBezTo>
                  <a:pt x="27580" y="65986"/>
                  <a:pt x="27355" y="65961"/>
                  <a:pt x="27107" y="65961"/>
                </a:cubicBezTo>
                <a:cubicBezTo>
                  <a:pt x="26932" y="65936"/>
                  <a:pt x="26733" y="65936"/>
                  <a:pt x="26584" y="65936"/>
                </a:cubicBezTo>
                <a:cubicBezTo>
                  <a:pt x="26385" y="65936"/>
                  <a:pt x="26211" y="65912"/>
                  <a:pt x="26011" y="65912"/>
                </a:cubicBezTo>
                <a:cubicBezTo>
                  <a:pt x="25638" y="65862"/>
                  <a:pt x="25314" y="65862"/>
                  <a:pt x="24941" y="65862"/>
                </a:cubicBezTo>
                <a:cubicBezTo>
                  <a:pt x="24369" y="65862"/>
                  <a:pt x="23821" y="65912"/>
                  <a:pt x="23224" y="65936"/>
                </a:cubicBezTo>
                <a:lnTo>
                  <a:pt x="23149" y="65936"/>
                </a:lnTo>
                <a:cubicBezTo>
                  <a:pt x="24991" y="62726"/>
                  <a:pt x="27107" y="59515"/>
                  <a:pt x="29446" y="56353"/>
                </a:cubicBezTo>
                <a:close/>
                <a:moveTo>
                  <a:pt x="66708" y="57200"/>
                </a:moveTo>
                <a:cubicBezTo>
                  <a:pt x="66758" y="57250"/>
                  <a:pt x="66783" y="57324"/>
                  <a:pt x="66808" y="57349"/>
                </a:cubicBezTo>
                <a:cubicBezTo>
                  <a:pt x="64642" y="59764"/>
                  <a:pt x="62278" y="62128"/>
                  <a:pt x="59739" y="64368"/>
                </a:cubicBezTo>
                <a:lnTo>
                  <a:pt x="59664" y="64468"/>
                </a:lnTo>
                <a:lnTo>
                  <a:pt x="59614" y="64493"/>
                </a:lnTo>
                <a:cubicBezTo>
                  <a:pt x="59589" y="64543"/>
                  <a:pt x="59565" y="64567"/>
                  <a:pt x="59540" y="64567"/>
                </a:cubicBezTo>
                <a:cubicBezTo>
                  <a:pt x="59067" y="64966"/>
                  <a:pt x="58619" y="65364"/>
                  <a:pt x="58171" y="65737"/>
                </a:cubicBezTo>
                <a:cubicBezTo>
                  <a:pt x="57996" y="65862"/>
                  <a:pt x="57872" y="65986"/>
                  <a:pt x="57723" y="66086"/>
                </a:cubicBezTo>
                <a:cubicBezTo>
                  <a:pt x="57548" y="66310"/>
                  <a:pt x="57324" y="66484"/>
                  <a:pt x="57100" y="66658"/>
                </a:cubicBezTo>
                <a:cubicBezTo>
                  <a:pt x="57051" y="66584"/>
                  <a:pt x="56951" y="66559"/>
                  <a:pt x="56876" y="66534"/>
                </a:cubicBezTo>
                <a:cubicBezTo>
                  <a:pt x="60610" y="63821"/>
                  <a:pt x="63970" y="60585"/>
                  <a:pt x="66708" y="57200"/>
                </a:cubicBezTo>
                <a:close/>
                <a:moveTo>
                  <a:pt x="32085" y="57498"/>
                </a:moveTo>
                <a:cubicBezTo>
                  <a:pt x="32110" y="57498"/>
                  <a:pt x="32110" y="57523"/>
                  <a:pt x="32159" y="57523"/>
                </a:cubicBezTo>
                <a:cubicBezTo>
                  <a:pt x="30965" y="60884"/>
                  <a:pt x="30591" y="64045"/>
                  <a:pt x="31214" y="66683"/>
                </a:cubicBezTo>
                <a:cubicBezTo>
                  <a:pt x="31189" y="66683"/>
                  <a:pt x="31189" y="66683"/>
                  <a:pt x="31164" y="66658"/>
                </a:cubicBezTo>
                <a:cubicBezTo>
                  <a:pt x="30542" y="63995"/>
                  <a:pt x="30915" y="60859"/>
                  <a:pt x="32085" y="57498"/>
                </a:cubicBezTo>
                <a:close/>
                <a:moveTo>
                  <a:pt x="56702" y="66683"/>
                </a:moveTo>
                <a:cubicBezTo>
                  <a:pt x="56802" y="66708"/>
                  <a:pt x="56876" y="66733"/>
                  <a:pt x="56951" y="66808"/>
                </a:cubicBezTo>
                <a:cubicBezTo>
                  <a:pt x="56926" y="66808"/>
                  <a:pt x="56926" y="66833"/>
                  <a:pt x="56876" y="66833"/>
                </a:cubicBezTo>
                <a:cubicBezTo>
                  <a:pt x="56827" y="66808"/>
                  <a:pt x="56752" y="66783"/>
                  <a:pt x="56702" y="66708"/>
                </a:cubicBezTo>
                <a:cubicBezTo>
                  <a:pt x="56677" y="66708"/>
                  <a:pt x="56677" y="66708"/>
                  <a:pt x="56702" y="66683"/>
                </a:cubicBezTo>
                <a:close/>
                <a:moveTo>
                  <a:pt x="66932" y="57523"/>
                </a:moveTo>
                <a:cubicBezTo>
                  <a:pt x="66932" y="57523"/>
                  <a:pt x="66932" y="57573"/>
                  <a:pt x="66957" y="57573"/>
                </a:cubicBezTo>
                <a:lnTo>
                  <a:pt x="66957" y="57598"/>
                </a:lnTo>
                <a:cubicBezTo>
                  <a:pt x="64817" y="59988"/>
                  <a:pt x="62477" y="62327"/>
                  <a:pt x="60038" y="64543"/>
                </a:cubicBezTo>
                <a:cubicBezTo>
                  <a:pt x="59963" y="64592"/>
                  <a:pt x="59913" y="64617"/>
                  <a:pt x="59838" y="64692"/>
                </a:cubicBezTo>
                <a:cubicBezTo>
                  <a:pt x="59365" y="65090"/>
                  <a:pt x="58917" y="65513"/>
                  <a:pt x="58395" y="65936"/>
                </a:cubicBezTo>
                <a:cubicBezTo>
                  <a:pt x="58245" y="66061"/>
                  <a:pt x="58096" y="66185"/>
                  <a:pt x="57972" y="66310"/>
                </a:cubicBezTo>
                <a:cubicBezTo>
                  <a:pt x="57748" y="66484"/>
                  <a:pt x="57524" y="66633"/>
                  <a:pt x="57324" y="66833"/>
                </a:cubicBezTo>
                <a:cubicBezTo>
                  <a:pt x="57324" y="66833"/>
                  <a:pt x="57300" y="66833"/>
                  <a:pt x="57300" y="66808"/>
                </a:cubicBezTo>
                <a:lnTo>
                  <a:pt x="57250" y="66808"/>
                </a:lnTo>
                <a:cubicBezTo>
                  <a:pt x="57449" y="66609"/>
                  <a:pt x="57623" y="66459"/>
                  <a:pt x="57822" y="66310"/>
                </a:cubicBezTo>
                <a:cubicBezTo>
                  <a:pt x="57996" y="66161"/>
                  <a:pt x="58171" y="66036"/>
                  <a:pt x="58345" y="65862"/>
                </a:cubicBezTo>
                <a:cubicBezTo>
                  <a:pt x="58743" y="65538"/>
                  <a:pt x="59191" y="65165"/>
                  <a:pt x="59589" y="64816"/>
                </a:cubicBezTo>
                <a:lnTo>
                  <a:pt x="59689" y="64717"/>
                </a:lnTo>
                <a:lnTo>
                  <a:pt x="59714" y="64692"/>
                </a:lnTo>
                <a:cubicBezTo>
                  <a:pt x="59814" y="64617"/>
                  <a:pt x="59913" y="64543"/>
                  <a:pt x="59963" y="64468"/>
                </a:cubicBezTo>
                <a:cubicBezTo>
                  <a:pt x="61058" y="63497"/>
                  <a:pt x="62079" y="62551"/>
                  <a:pt x="63099" y="61506"/>
                </a:cubicBezTo>
                <a:lnTo>
                  <a:pt x="63572" y="61058"/>
                </a:lnTo>
                <a:lnTo>
                  <a:pt x="64642" y="59988"/>
                </a:lnTo>
                <a:cubicBezTo>
                  <a:pt x="64817" y="59813"/>
                  <a:pt x="65016" y="59614"/>
                  <a:pt x="65165" y="59440"/>
                </a:cubicBezTo>
                <a:cubicBezTo>
                  <a:pt x="65464" y="59091"/>
                  <a:pt x="65787" y="58768"/>
                  <a:pt x="66086" y="58444"/>
                </a:cubicBezTo>
                <a:cubicBezTo>
                  <a:pt x="66285" y="58245"/>
                  <a:pt x="66435" y="58071"/>
                  <a:pt x="66634" y="57872"/>
                </a:cubicBezTo>
                <a:cubicBezTo>
                  <a:pt x="66708" y="57747"/>
                  <a:pt x="66833" y="57648"/>
                  <a:pt x="66932" y="57523"/>
                </a:cubicBezTo>
                <a:close/>
                <a:moveTo>
                  <a:pt x="24941" y="66036"/>
                </a:moveTo>
                <a:cubicBezTo>
                  <a:pt x="25314" y="66036"/>
                  <a:pt x="25638" y="66036"/>
                  <a:pt x="26011" y="66061"/>
                </a:cubicBezTo>
                <a:cubicBezTo>
                  <a:pt x="26235" y="66061"/>
                  <a:pt x="26459" y="66086"/>
                  <a:pt x="26708" y="66086"/>
                </a:cubicBezTo>
                <a:cubicBezTo>
                  <a:pt x="26833" y="66086"/>
                  <a:pt x="26982" y="66111"/>
                  <a:pt x="27107" y="66111"/>
                </a:cubicBezTo>
                <a:cubicBezTo>
                  <a:pt x="27430" y="66136"/>
                  <a:pt x="27704" y="66185"/>
                  <a:pt x="28003" y="66210"/>
                </a:cubicBezTo>
                <a:cubicBezTo>
                  <a:pt x="28077" y="66210"/>
                  <a:pt x="28127" y="66210"/>
                  <a:pt x="28202" y="66235"/>
                </a:cubicBezTo>
                <a:cubicBezTo>
                  <a:pt x="28550" y="66285"/>
                  <a:pt x="28874" y="66335"/>
                  <a:pt x="29197" y="66409"/>
                </a:cubicBezTo>
                <a:lnTo>
                  <a:pt x="29222" y="66409"/>
                </a:lnTo>
                <a:cubicBezTo>
                  <a:pt x="29820" y="66484"/>
                  <a:pt x="30417" y="66658"/>
                  <a:pt x="30990" y="66808"/>
                </a:cubicBezTo>
                <a:lnTo>
                  <a:pt x="30990" y="66857"/>
                </a:lnTo>
                <a:cubicBezTo>
                  <a:pt x="29073" y="66360"/>
                  <a:pt x="27007" y="66086"/>
                  <a:pt x="24891" y="66086"/>
                </a:cubicBezTo>
                <a:cubicBezTo>
                  <a:pt x="24244" y="66086"/>
                  <a:pt x="23622" y="66111"/>
                  <a:pt x="23000" y="66136"/>
                </a:cubicBezTo>
                <a:cubicBezTo>
                  <a:pt x="23000" y="66111"/>
                  <a:pt x="23024" y="66111"/>
                  <a:pt x="23024" y="66086"/>
                </a:cubicBezTo>
                <a:cubicBezTo>
                  <a:pt x="23647" y="66061"/>
                  <a:pt x="24269" y="66036"/>
                  <a:pt x="24891" y="66036"/>
                </a:cubicBezTo>
                <a:close/>
                <a:moveTo>
                  <a:pt x="57150" y="66907"/>
                </a:moveTo>
                <a:cubicBezTo>
                  <a:pt x="57150" y="66907"/>
                  <a:pt x="57200" y="66907"/>
                  <a:pt x="57200" y="66932"/>
                </a:cubicBezTo>
                <a:lnTo>
                  <a:pt x="57125" y="66982"/>
                </a:lnTo>
                <a:lnTo>
                  <a:pt x="57075" y="66932"/>
                </a:lnTo>
                <a:cubicBezTo>
                  <a:pt x="57100" y="66932"/>
                  <a:pt x="57100" y="66907"/>
                  <a:pt x="57125" y="66907"/>
                </a:cubicBezTo>
                <a:close/>
                <a:moveTo>
                  <a:pt x="40846" y="63696"/>
                </a:moveTo>
                <a:lnTo>
                  <a:pt x="40896" y="63721"/>
                </a:lnTo>
                <a:lnTo>
                  <a:pt x="40921" y="63746"/>
                </a:lnTo>
                <a:lnTo>
                  <a:pt x="40822" y="64045"/>
                </a:lnTo>
                <a:cubicBezTo>
                  <a:pt x="40797" y="64119"/>
                  <a:pt x="40772" y="64194"/>
                  <a:pt x="40772" y="64244"/>
                </a:cubicBezTo>
                <a:cubicBezTo>
                  <a:pt x="40697" y="64443"/>
                  <a:pt x="40647" y="64592"/>
                  <a:pt x="40598" y="64792"/>
                </a:cubicBezTo>
                <a:cubicBezTo>
                  <a:pt x="40573" y="64916"/>
                  <a:pt x="40523" y="65040"/>
                  <a:pt x="40473" y="65165"/>
                </a:cubicBezTo>
                <a:cubicBezTo>
                  <a:pt x="40448" y="65289"/>
                  <a:pt x="40423" y="65364"/>
                  <a:pt x="40398" y="65488"/>
                </a:cubicBezTo>
                <a:cubicBezTo>
                  <a:pt x="40324" y="65688"/>
                  <a:pt x="40299" y="65862"/>
                  <a:pt x="40274" y="66061"/>
                </a:cubicBezTo>
                <a:cubicBezTo>
                  <a:pt x="40224" y="66210"/>
                  <a:pt x="40174" y="66360"/>
                  <a:pt x="40150" y="66534"/>
                </a:cubicBezTo>
                <a:cubicBezTo>
                  <a:pt x="40150" y="66559"/>
                  <a:pt x="40100" y="66584"/>
                  <a:pt x="40100" y="66609"/>
                </a:cubicBezTo>
                <a:cubicBezTo>
                  <a:pt x="40082" y="66739"/>
                  <a:pt x="40062" y="66869"/>
                  <a:pt x="40042" y="66998"/>
                </a:cubicBezTo>
                <a:lnTo>
                  <a:pt x="40042" y="66998"/>
                </a:lnTo>
                <a:cubicBezTo>
                  <a:pt x="40047" y="66941"/>
                  <a:pt x="40050" y="66885"/>
                  <a:pt x="40050" y="66833"/>
                </a:cubicBezTo>
                <a:cubicBezTo>
                  <a:pt x="40075" y="66708"/>
                  <a:pt x="40075" y="66609"/>
                  <a:pt x="40100" y="66484"/>
                </a:cubicBezTo>
                <a:cubicBezTo>
                  <a:pt x="40150" y="66335"/>
                  <a:pt x="40174" y="66161"/>
                  <a:pt x="40199" y="65986"/>
                </a:cubicBezTo>
                <a:lnTo>
                  <a:pt x="40199" y="65961"/>
                </a:lnTo>
                <a:cubicBezTo>
                  <a:pt x="40224" y="65862"/>
                  <a:pt x="40224" y="65787"/>
                  <a:pt x="40274" y="65688"/>
                </a:cubicBezTo>
                <a:cubicBezTo>
                  <a:pt x="40299" y="65538"/>
                  <a:pt x="40349" y="65339"/>
                  <a:pt x="40398" y="65190"/>
                </a:cubicBezTo>
                <a:cubicBezTo>
                  <a:pt x="40423" y="65115"/>
                  <a:pt x="40423" y="65065"/>
                  <a:pt x="40448" y="64991"/>
                </a:cubicBezTo>
                <a:cubicBezTo>
                  <a:pt x="40448" y="64941"/>
                  <a:pt x="40473" y="64916"/>
                  <a:pt x="40473" y="64841"/>
                </a:cubicBezTo>
                <a:cubicBezTo>
                  <a:pt x="40548" y="64692"/>
                  <a:pt x="40573" y="64493"/>
                  <a:pt x="40647" y="64343"/>
                </a:cubicBezTo>
                <a:cubicBezTo>
                  <a:pt x="40672" y="64219"/>
                  <a:pt x="40697" y="64095"/>
                  <a:pt x="40772" y="63970"/>
                </a:cubicBezTo>
                <a:lnTo>
                  <a:pt x="40846" y="63696"/>
                </a:lnTo>
                <a:close/>
                <a:moveTo>
                  <a:pt x="48090" y="63348"/>
                </a:moveTo>
                <a:lnTo>
                  <a:pt x="47716" y="63821"/>
                </a:lnTo>
                <a:cubicBezTo>
                  <a:pt x="47468" y="64119"/>
                  <a:pt x="47219" y="64443"/>
                  <a:pt x="46995" y="64742"/>
                </a:cubicBezTo>
                <a:cubicBezTo>
                  <a:pt x="46920" y="64841"/>
                  <a:pt x="46845" y="64941"/>
                  <a:pt x="46771" y="65065"/>
                </a:cubicBezTo>
                <a:cubicBezTo>
                  <a:pt x="46646" y="65240"/>
                  <a:pt x="46497" y="65439"/>
                  <a:pt x="46372" y="65588"/>
                </a:cubicBezTo>
                <a:cubicBezTo>
                  <a:pt x="46273" y="65712"/>
                  <a:pt x="46173" y="65862"/>
                  <a:pt x="46049" y="65986"/>
                </a:cubicBezTo>
                <a:cubicBezTo>
                  <a:pt x="45999" y="66086"/>
                  <a:pt x="45899" y="66185"/>
                  <a:pt x="45850" y="66310"/>
                </a:cubicBezTo>
                <a:cubicBezTo>
                  <a:pt x="45800" y="66335"/>
                  <a:pt x="45775" y="66409"/>
                  <a:pt x="45750" y="66434"/>
                </a:cubicBezTo>
                <a:cubicBezTo>
                  <a:pt x="45650" y="66559"/>
                  <a:pt x="45601" y="66683"/>
                  <a:pt x="45501" y="66808"/>
                </a:cubicBezTo>
                <a:lnTo>
                  <a:pt x="44916" y="67608"/>
                </a:lnTo>
                <a:lnTo>
                  <a:pt x="44916" y="67608"/>
                </a:lnTo>
                <a:cubicBezTo>
                  <a:pt x="45876" y="66176"/>
                  <a:pt x="46918" y="64762"/>
                  <a:pt x="48040" y="63348"/>
                </a:cubicBezTo>
                <a:close/>
                <a:moveTo>
                  <a:pt x="32309" y="57598"/>
                </a:moveTo>
                <a:cubicBezTo>
                  <a:pt x="34574" y="58693"/>
                  <a:pt x="36690" y="60012"/>
                  <a:pt x="38557" y="61556"/>
                </a:cubicBezTo>
                <a:cubicBezTo>
                  <a:pt x="37038" y="63597"/>
                  <a:pt x="35594" y="65663"/>
                  <a:pt x="34300" y="67729"/>
                </a:cubicBezTo>
                <a:cubicBezTo>
                  <a:pt x="34225" y="67704"/>
                  <a:pt x="34201" y="67704"/>
                  <a:pt x="34151" y="67679"/>
                </a:cubicBezTo>
                <a:cubicBezTo>
                  <a:pt x="34076" y="67654"/>
                  <a:pt x="34051" y="67654"/>
                  <a:pt x="33977" y="67604"/>
                </a:cubicBezTo>
                <a:cubicBezTo>
                  <a:pt x="33703" y="67480"/>
                  <a:pt x="33454" y="67405"/>
                  <a:pt x="33180" y="67305"/>
                </a:cubicBezTo>
                <a:cubicBezTo>
                  <a:pt x="33155" y="67305"/>
                  <a:pt x="33080" y="67281"/>
                  <a:pt x="33056" y="67281"/>
                </a:cubicBezTo>
                <a:lnTo>
                  <a:pt x="32209" y="66982"/>
                </a:lnTo>
                <a:cubicBezTo>
                  <a:pt x="32184" y="66982"/>
                  <a:pt x="32110" y="66957"/>
                  <a:pt x="32085" y="66957"/>
                </a:cubicBezTo>
                <a:cubicBezTo>
                  <a:pt x="31861" y="66907"/>
                  <a:pt x="31612" y="66808"/>
                  <a:pt x="31413" y="66733"/>
                </a:cubicBezTo>
                <a:cubicBezTo>
                  <a:pt x="30741" y="64095"/>
                  <a:pt x="31114" y="60958"/>
                  <a:pt x="32309" y="57598"/>
                </a:cubicBezTo>
                <a:close/>
                <a:moveTo>
                  <a:pt x="38706" y="61680"/>
                </a:moveTo>
                <a:cubicBezTo>
                  <a:pt x="38756" y="61680"/>
                  <a:pt x="38756" y="61705"/>
                  <a:pt x="38781" y="61705"/>
                </a:cubicBezTo>
                <a:cubicBezTo>
                  <a:pt x="37237" y="63721"/>
                  <a:pt x="35843" y="65787"/>
                  <a:pt x="34549" y="67828"/>
                </a:cubicBezTo>
                <a:cubicBezTo>
                  <a:pt x="34524" y="67828"/>
                  <a:pt x="34524" y="67803"/>
                  <a:pt x="34474" y="67803"/>
                </a:cubicBezTo>
                <a:cubicBezTo>
                  <a:pt x="35794" y="65737"/>
                  <a:pt x="37187" y="63696"/>
                  <a:pt x="38706" y="61680"/>
                </a:cubicBezTo>
                <a:close/>
                <a:moveTo>
                  <a:pt x="42514" y="60635"/>
                </a:moveTo>
                <a:cubicBezTo>
                  <a:pt x="44481" y="61780"/>
                  <a:pt x="46298" y="62701"/>
                  <a:pt x="47866" y="63298"/>
                </a:cubicBezTo>
                <a:cubicBezTo>
                  <a:pt x="47368" y="63920"/>
                  <a:pt x="46895" y="64493"/>
                  <a:pt x="46472" y="65115"/>
                </a:cubicBezTo>
                <a:cubicBezTo>
                  <a:pt x="46472" y="65165"/>
                  <a:pt x="46422" y="65165"/>
                  <a:pt x="46422" y="65190"/>
                </a:cubicBezTo>
                <a:cubicBezTo>
                  <a:pt x="46024" y="65712"/>
                  <a:pt x="45650" y="66235"/>
                  <a:pt x="45277" y="66758"/>
                </a:cubicBezTo>
                <a:cubicBezTo>
                  <a:pt x="45227" y="66857"/>
                  <a:pt x="45128" y="66982"/>
                  <a:pt x="45053" y="67081"/>
                </a:cubicBezTo>
                <a:cubicBezTo>
                  <a:pt x="45028" y="67106"/>
                  <a:pt x="45003" y="67181"/>
                  <a:pt x="44978" y="67206"/>
                </a:cubicBezTo>
                <a:lnTo>
                  <a:pt x="44505" y="67853"/>
                </a:lnTo>
                <a:cubicBezTo>
                  <a:pt x="43759" y="66360"/>
                  <a:pt x="42688" y="64866"/>
                  <a:pt x="41319" y="63447"/>
                </a:cubicBezTo>
                <a:cubicBezTo>
                  <a:pt x="41494" y="62974"/>
                  <a:pt x="41668" y="62551"/>
                  <a:pt x="41892" y="62078"/>
                </a:cubicBezTo>
                <a:cubicBezTo>
                  <a:pt x="41892" y="62078"/>
                  <a:pt x="41892" y="62053"/>
                  <a:pt x="41917" y="62053"/>
                </a:cubicBezTo>
                <a:cubicBezTo>
                  <a:pt x="42066" y="61581"/>
                  <a:pt x="42290" y="61108"/>
                  <a:pt x="42514" y="60635"/>
                </a:cubicBezTo>
                <a:close/>
                <a:moveTo>
                  <a:pt x="31463" y="66957"/>
                </a:moveTo>
                <a:lnTo>
                  <a:pt x="31463" y="66957"/>
                </a:lnTo>
                <a:cubicBezTo>
                  <a:pt x="32060" y="67106"/>
                  <a:pt x="32657" y="67305"/>
                  <a:pt x="33205" y="67530"/>
                </a:cubicBezTo>
                <a:cubicBezTo>
                  <a:pt x="33504" y="67654"/>
                  <a:pt x="33802" y="67778"/>
                  <a:pt x="34101" y="67878"/>
                </a:cubicBezTo>
                <a:cubicBezTo>
                  <a:pt x="34126" y="67878"/>
                  <a:pt x="34126" y="67928"/>
                  <a:pt x="34176" y="67928"/>
                </a:cubicBezTo>
                <a:lnTo>
                  <a:pt x="34201" y="67928"/>
                </a:lnTo>
                <a:lnTo>
                  <a:pt x="34176" y="67953"/>
                </a:lnTo>
                <a:cubicBezTo>
                  <a:pt x="34051" y="67903"/>
                  <a:pt x="33927" y="67853"/>
                  <a:pt x="33802" y="67803"/>
                </a:cubicBezTo>
                <a:cubicBezTo>
                  <a:pt x="33678" y="67729"/>
                  <a:pt x="33553" y="67679"/>
                  <a:pt x="33404" y="67654"/>
                </a:cubicBezTo>
                <a:cubicBezTo>
                  <a:pt x="33155" y="67554"/>
                  <a:pt x="32931" y="67455"/>
                  <a:pt x="32682" y="67380"/>
                </a:cubicBezTo>
                <a:cubicBezTo>
                  <a:pt x="32583" y="67355"/>
                  <a:pt x="32483" y="67330"/>
                  <a:pt x="32433" y="67305"/>
                </a:cubicBezTo>
                <a:lnTo>
                  <a:pt x="31487" y="67007"/>
                </a:lnTo>
                <a:cubicBezTo>
                  <a:pt x="31487" y="66982"/>
                  <a:pt x="31487" y="66982"/>
                  <a:pt x="31463" y="66957"/>
                </a:cubicBezTo>
                <a:close/>
                <a:moveTo>
                  <a:pt x="17225" y="54014"/>
                </a:moveTo>
                <a:lnTo>
                  <a:pt x="17225" y="54014"/>
                </a:lnTo>
                <a:cubicBezTo>
                  <a:pt x="14163" y="58643"/>
                  <a:pt x="11550" y="63348"/>
                  <a:pt x="9509" y="68002"/>
                </a:cubicBezTo>
                <a:lnTo>
                  <a:pt x="9509" y="67878"/>
                </a:lnTo>
                <a:lnTo>
                  <a:pt x="9509" y="67729"/>
                </a:lnTo>
                <a:cubicBezTo>
                  <a:pt x="9509" y="67604"/>
                  <a:pt x="9509" y="67530"/>
                  <a:pt x="9459" y="67380"/>
                </a:cubicBezTo>
                <a:cubicBezTo>
                  <a:pt x="9434" y="67081"/>
                  <a:pt x="9434" y="66758"/>
                  <a:pt x="9409" y="66434"/>
                </a:cubicBezTo>
                <a:lnTo>
                  <a:pt x="9409" y="66310"/>
                </a:lnTo>
                <a:lnTo>
                  <a:pt x="9409" y="66111"/>
                </a:lnTo>
                <a:lnTo>
                  <a:pt x="9409" y="64991"/>
                </a:lnTo>
                <a:lnTo>
                  <a:pt x="9409" y="64742"/>
                </a:lnTo>
                <a:cubicBezTo>
                  <a:pt x="9434" y="64343"/>
                  <a:pt x="9459" y="63945"/>
                  <a:pt x="9509" y="63497"/>
                </a:cubicBezTo>
                <a:cubicBezTo>
                  <a:pt x="9509" y="63447"/>
                  <a:pt x="9509" y="63348"/>
                  <a:pt x="9533" y="63298"/>
                </a:cubicBezTo>
                <a:cubicBezTo>
                  <a:pt x="9558" y="62850"/>
                  <a:pt x="9633" y="62402"/>
                  <a:pt x="9683" y="61979"/>
                </a:cubicBezTo>
                <a:cubicBezTo>
                  <a:pt x="9683" y="61929"/>
                  <a:pt x="9708" y="61854"/>
                  <a:pt x="9708" y="61805"/>
                </a:cubicBezTo>
                <a:cubicBezTo>
                  <a:pt x="9782" y="61332"/>
                  <a:pt x="9882" y="60859"/>
                  <a:pt x="9957" y="60386"/>
                </a:cubicBezTo>
                <a:cubicBezTo>
                  <a:pt x="9957" y="60361"/>
                  <a:pt x="9957" y="60336"/>
                  <a:pt x="9982" y="60311"/>
                </a:cubicBezTo>
                <a:cubicBezTo>
                  <a:pt x="10081" y="59813"/>
                  <a:pt x="10206" y="59266"/>
                  <a:pt x="10330" y="58768"/>
                </a:cubicBezTo>
                <a:cubicBezTo>
                  <a:pt x="10703" y="57449"/>
                  <a:pt x="11151" y="56105"/>
                  <a:pt x="11624" y="54736"/>
                </a:cubicBezTo>
                <a:cubicBezTo>
                  <a:pt x="13367" y="54263"/>
                  <a:pt x="15258" y="54039"/>
                  <a:pt x="17225" y="54014"/>
                </a:cubicBezTo>
                <a:close/>
                <a:moveTo>
                  <a:pt x="34350" y="67953"/>
                </a:moveTo>
                <a:cubicBezTo>
                  <a:pt x="34400" y="67953"/>
                  <a:pt x="34400" y="67978"/>
                  <a:pt x="34425" y="67978"/>
                </a:cubicBezTo>
                <a:cubicBezTo>
                  <a:pt x="34425" y="68027"/>
                  <a:pt x="34400" y="68027"/>
                  <a:pt x="34400" y="68052"/>
                </a:cubicBezTo>
                <a:lnTo>
                  <a:pt x="34350" y="68052"/>
                </a:lnTo>
                <a:lnTo>
                  <a:pt x="34325" y="68027"/>
                </a:lnTo>
                <a:cubicBezTo>
                  <a:pt x="34325" y="67978"/>
                  <a:pt x="34350" y="67978"/>
                  <a:pt x="34350" y="67953"/>
                </a:cubicBezTo>
                <a:close/>
                <a:moveTo>
                  <a:pt x="41195" y="63622"/>
                </a:moveTo>
                <a:cubicBezTo>
                  <a:pt x="42539" y="65065"/>
                  <a:pt x="43609" y="66559"/>
                  <a:pt x="44356" y="68027"/>
                </a:cubicBezTo>
                <a:cubicBezTo>
                  <a:pt x="44356" y="68052"/>
                  <a:pt x="44306" y="68052"/>
                  <a:pt x="44306" y="68077"/>
                </a:cubicBezTo>
                <a:cubicBezTo>
                  <a:pt x="43609" y="66584"/>
                  <a:pt x="42539" y="65115"/>
                  <a:pt x="41195" y="63696"/>
                </a:cubicBezTo>
                <a:lnTo>
                  <a:pt x="41195" y="63622"/>
                </a:lnTo>
                <a:close/>
                <a:moveTo>
                  <a:pt x="3211" y="63995"/>
                </a:moveTo>
                <a:cubicBezTo>
                  <a:pt x="3211" y="64070"/>
                  <a:pt x="3211" y="64119"/>
                  <a:pt x="3236" y="64194"/>
                </a:cubicBezTo>
                <a:cubicBezTo>
                  <a:pt x="2937" y="65364"/>
                  <a:pt x="2713" y="66584"/>
                  <a:pt x="2539" y="67729"/>
                </a:cubicBezTo>
                <a:cubicBezTo>
                  <a:pt x="2489" y="67903"/>
                  <a:pt x="2439" y="68027"/>
                  <a:pt x="2390" y="68177"/>
                </a:cubicBezTo>
                <a:cubicBezTo>
                  <a:pt x="2589" y="66808"/>
                  <a:pt x="2863" y="65414"/>
                  <a:pt x="3211" y="63995"/>
                </a:cubicBezTo>
                <a:close/>
                <a:moveTo>
                  <a:pt x="3460" y="65563"/>
                </a:moveTo>
                <a:cubicBezTo>
                  <a:pt x="3460" y="65588"/>
                  <a:pt x="3485" y="65613"/>
                  <a:pt x="3485" y="65663"/>
                </a:cubicBezTo>
                <a:cubicBezTo>
                  <a:pt x="3186" y="66534"/>
                  <a:pt x="2912" y="67355"/>
                  <a:pt x="2664" y="68226"/>
                </a:cubicBezTo>
                <a:cubicBezTo>
                  <a:pt x="2664" y="68077"/>
                  <a:pt x="2688" y="67928"/>
                  <a:pt x="2713" y="67803"/>
                </a:cubicBezTo>
                <a:lnTo>
                  <a:pt x="3460" y="65563"/>
                </a:lnTo>
                <a:close/>
                <a:moveTo>
                  <a:pt x="69309" y="48584"/>
                </a:moveTo>
                <a:cubicBezTo>
                  <a:pt x="68913" y="49251"/>
                  <a:pt x="68419" y="49990"/>
                  <a:pt x="67828" y="50778"/>
                </a:cubicBezTo>
                <a:cubicBezTo>
                  <a:pt x="67654" y="51027"/>
                  <a:pt x="67405" y="51375"/>
                  <a:pt x="67107" y="51774"/>
                </a:cubicBezTo>
                <a:cubicBezTo>
                  <a:pt x="66833" y="52271"/>
                  <a:pt x="66484" y="52719"/>
                  <a:pt x="66186" y="53118"/>
                </a:cubicBezTo>
                <a:cubicBezTo>
                  <a:pt x="65688" y="53765"/>
                  <a:pt x="65190" y="54362"/>
                  <a:pt x="64717" y="54885"/>
                </a:cubicBezTo>
                <a:cubicBezTo>
                  <a:pt x="64617" y="55009"/>
                  <a:pt x="64543" y="55134"/>
                  <a:pt x="64418" y="55233"/>
                </a:cubicBezTo>
                <a:cubicBezTo>
                  <a:pt x="64294" y="55358"/>
                  <a:pt x="64194" y="55507"/>
                  <a:pt x="64070" y="55632"/>
                </a:cubicBezTo>
                <a:cubicBezTo>
                  <a:pt x="63746" y="56005"/>
                  <a:pt x="63448" y="56353"/>
                  <a:pt x="63099" y="56702"/>
                </a:cubicBezTo>
                <a:lnTo>
                  <a:pt x="63074" y="56727"/>
                </a:lnTo>
                <a:cubicBezTo>
                  <a:pt x="62452" y="57399"/>
                  <a:pt x="61755" y="58096"/>
                  <a:pt x="61108" y="58768"/>
                </a:cubicBezTo>
                <a:cubicBezTo>
                  <a:pt x="59963" y="59863"/>
                  <a:pt x="58469" y="61257"/>
                  <a:pt x="57275" y="62327"/>
                </a:cubicBezTo>
                <a:cubicBezTo>
                  <a:pt x="57150" y="62427"/>
                  <a:pt x="57075" y="62502"/>
                  <a:pt x="56951" y="62626"/>
                </a:cubicBezTo>
                <a:lnTo>
                  <a:pt x="56901" y="62676"/>
                </a:lnTo>
                <a:cubicBezTo>
                  <a:pt x="56627" y="62925"/>
                  <a:pt x="56329" y="63124"/>
                  <a:pt x="56030" y="63373"/>
                </a:cubicBezTo>
                <a:cubicBezTo>
                  <a:pt x="55159" y="64070"/>
                  <a:pt x="54337" y="64717"/>
                  <a:pt x="53641" y="65215"/>
                </a:cubicBezTo>
                <a:cubicBezTo>
                  <a:pt x="53491" y="65314"/>
                  <a:pt x="53367" y="65439"/>
                  <a:pt x="53217" y="65538"/>
                </a:cubicBezTo>
                <a:lnTo>
                  <a:pt x="52919" y="65712"/>
                </a:lnTo>
                <a:lnTo>
                  <a:pt x="52894" y="65712"/>
                </a:lnTo>
                <a:cubicBezTo>
                  <a:pt x="52122" y="66235"/>
                  <a:pt x="50803" y="67156"/>
                  <a:pt x="49608" y="67903"/>
                </a:cubicBezTo>
                <a:lnTo>
                  <a:pt x="49135" y="68177"/>
                </a:lnTo>
                <a:lnTo>
                  <a:pt x="49036" y="68226"/>
                </a:lnTo>
                <a:cubicBezTo>
                  <a:pt x="49011" y="68226"/>
                  <a:pt x="49011" y="68276"/>
                  <a:pt x="48986" y="68276"/>
                </a:cubicBezTo>
                <a:cubicBezTo>
                  <a:pt x="49384" y="67604"/>
                  <a:pt x="49882" y="66857"/>
                  <a:pt x="50479" y="66036"/>
                </a:cubicBezTo>
                <a:cubicBezTo>
                  <a:pt x="50654" y="65787"/>
                  <a:pt x="50902" y="65439"/>
                  <a:pt x="51226" y="65040"/>
                </a:cubicBezTo>
                <a:cubicBezTo>
                  <a:pt x="51500" y="64667"/>
                  <a:pt x="51799" y="64244"/>
                  <a:pt x="52097" y="63871"/>
                </a:cubicBezTo>
                <a:cubicBezTo>
                  <a:pt x="52620" y="63198"/>
                  <a:pt x="53143" y="62551"/>
                  <a:pt x="53641" y="61979"/>
                </a:cubicBezTo>
                <a:cubicBezTo>
                  <a:pt x="53715" y="61929"/>
                  <a:pt x="53765" y="61829"/>
                  <a:pt x="53840" y="61755"/>
                </a:cubicBezTo>
                <a:cubicBezTo>
                  <a:pt x="53865" y="61730"/>
                  <a:pt x="53865" y="61705"/>
                  <a:pt x="53889" y="61705"/>
                </a:cubicBezTo>
                <a:cubicBezTo>
                  <a:pt x="54014" y="61556"/>
                  <a:pt x="54138" y="61381"/>
                  <a:pt x="54263" y="61257"/>
                </a:cubicBezTo>
                <a:cubicBezTo>
                  <a:pt x="54537" y="60933"/>
                  <a:pt x="54860" y="60585"/>
                  <a:pt x="55159" y="60261"/>
                </a:cubicBezTo>
                <a:cubicBezTo>
                  <a:pt x="55209" y="60236"/>
                  <a:pt x="55234" y="60187"/>
                  <a:pt x="55283" y="60137"/>
                </a:cubicBezTo>
                <a:cubicBezTo>
                  <a:pt x="55906" y="59465"/>
                  <a:pt x="56578" y="58768"/>
                  <a:pt x="57250" y="58096"/>
                </a:cubicBezTo>
                <a:cubicBezTo>
                  <a:pt x="58370" y="57001"/>
                  <a:pt x="59863" y="55632"/>
                  <a:pt x="61058" y="54586"/>
                </a:cubicBezTo>
                <a:cubicBezTo>
                  <a:pt x="61183" y="54487"/>
                  <a:pt x="61257" y="54387"/>
                  <a:pt x="61382" y="54263"/>
                </a:cubicBezTo>
                <a:cubicBezTo>
                  <a:pt x="61456" y="54238"/>
                  <a:pt x="61481" y="54163"/>
                  <a:pt x="61556" y="54138"/>
                </a:cubicBezTo>
                <a:cubicBezTo>
                  <a:pt x="61830" y="53914"/>
                  <a:pt x="62103" y="53715"/>
                  <a:pt x="62352" y="53466"/>
                </a:cubicBezTo>
                <a:cubicBezTo>
                  <a:pt x="62427" y="53391"/>
                  <a:pt x="62477" y="53367"/>
                  <a:pt x="62552" y="53292"/>
                </a:cubicBezTo>
                <a:cubicBezTo>
                  <a:pt x="62651" y="53217"/>
                  <a:pt x="62751" y="53143"/>
                  <a:pt x="62850" y="53043"/>
                </a:cubicBezTo>
                <a:lnTo>
                  <a:pt x="63174" y="52794"/>
                </a:lnTo>
                <a:cubicBezTo>
                  <a:pt x="63224" y="52744"/>
                  <a:pt x="63323" y="52670"/>
                  <a:pt x="63373" y="52620"/>
                </a:cubicBezTo>
                <a:cubicBezTo>
                  <a:pt x="63547" y="52495"/>
                  <a:pt x="63721" y="52371"/>
                  <a:pt x="63896" y="52246"/>
                </a:cubicBezTo>
                <a:cubicBezTo>
                  <a:pt x="64095" y="52097"/>
                  <a:pt x="64319" y="51923"/>
                  <a:pt x="64518" y="51774"/>
                </a:cubicBezTo>
                <a:cubicBezTo>
                  <a:pt x="64568" y="51749"/>
                  <a:pt x="64617" y="51674"/>
                  <a:pt x="64692" y="51649"/>
                </a:cubicBezTo>
                <a:cubicBezTo>
                  <a:pt x="64817" y="51550"/>
                  <a:pt x="64941" y="51475"/>
                  <a:pt x="65066" y="51400"/>
                </a:cubicBezTo>
                <a:cubicBezTo>
                  <a:pt x="65215" y="51301"/>
                  <a:pt x="65339" y="51226"/>
                  <a:pt x="65514" y="51101"/>
                </a:cubicBezTo>
                <a:cubicBezTo>
                  <a:pt x="66285" y="50554"/>
                  <a:pt x="67555" y="49683"/>
                  <a:pt x="68725" y="48936"/>
                </a:cubicBezTo>
                <a:cubicBezTo>
                  <a:pt x="68824" y="48886"/>
                  <a:pt x="68899" y="48861"/>
                  <a:pt x="68973" y="48787"/>
                </a:cubicBezTo>
                <a:lnTo>
                  <a:pt x="69247" y="48637"/>
                </a:lnTo>
                <a:cubicBezTo>
                  <a:pt x="69268" y="48617"/>
                  <a:pt x="69288" y="48613"/>
                  <a:pt x="69309" y="48584"/>
                </a:cubicBezTo>
                <a:close/>
                <a:moveTo>
                  <a:pt x="44431" y="68276"/>
                </a:moveTo>
                <a:lnTo>
                  <a:pt x="44431" y="68301"/>
                </a:lnTo>
                <a:cubicBezTo>
                  <a:pt x="44431" y="68315"/>
                  <a:pt x="44423" y="68321"/>
                  <a:pt x="44416" y="68328"/>
                </a:cubicBezTo>
                <a:lnTo>
                  <a:pt x="44416" y="68328"/>
                </a:lnTo>
                <a:cubicBezTo>
                  <a:pt x="44414" y="68327"/>
                  <a:pt x="44410" y="68326"/>
                  <a:pt x="44406" y="68326"/>
                </a:cubicBezTo>
                <a:cubicBezTo>
                  <a:pt x="44406" y="68301"/>
                  <a:pt x="44431" y="68301"/>
                  <a:pt x="44431" y="68276"/>
                </a:cubicBezTo>
                <a:close/>
                <a:moveTo>
                  <a:pt x="22352" y="66434"/>
                </a:moveTo>
                <a:lnTo>
                  <a:pt x="22352" y="66434"/>
                </a:lnTo>
                <a:cubicBezTo>
                  <a:pt x="21979" y="67081"/>
                  <a:pt x="21606" y="67729"/>
                  <a:pt x="21257" y="68401"/>
                </a:cubicBezTo>
                <a:cubicBezTo>
                  <a:pt x="21008" y="67828"/>
                  <a:pt x="20784" y="67281"/>
                  <a:pt x="20610" y="66658"/>
                </a:cubicBezTo>
                <a:cubicBezTo>
                  <a:pt x="20734" y="66658"/>
                  <a:pt x="20834" y="66609"/>
                  <a:pt x="20909" y="66584"/>
                </a:cubicBezTo>
                <a:cubicBezTo>
                  <a:pt x="21382" y="66534"/>
                  <a:pt x="21879" y="66459"/>
                  <a:pt x="22352" y="66434"/>
                </a:cubicBezTo>
                <a:close/>
                <a:moveTo>
                  <a:pt x="11397" y="54771"/>
                </a:moveTo>
                <a:lnTo>
                  <a:pt x="11397" y="54771"/>
                </a:lnTo>
                <a:cubicBezTo>
                  <a:pt x="11174" y="55390"/>
                  <a:pt x="11001" y="56008"/>
                  <a:pt x="10803" y="56602"/>
                </a:cubicBezTo>
                <a:cubicBezTo>
                  <a:pt x="10778" y="56652"/>
                  <a:pt x="10778" y="56702"/>
                  <a:pt x="10728" y="56752"/>
                </a:cubicBezTo>
                <a:cubicBezTo>
                  <a:pt x="10728" y="56826"/>
                  <a:pt x="10703" y="56851"/>
                  <a:pt x="10703" y="56901"/>
                </a:cubicBezTo>
                <a:cubicBezTo>
                  <a:pt x="10629" y="57200"/>
                  <a:pt x="10554" y="57474"/>
                  <a:pt x="10454" y="57772"/>
                </a:cubicBezTo>
                <a:lnTo>
                  <a:pt x="10380" y="58146"/>
                </a:lnTo>
                <a:cubicBezTo>
                  <a:pt x="10330" y="58270"/>
                  <a:pt x="10305" y="58444"/>
                  <a:pt x="10280" y="58569"/>
                </a:cubicBezTo>
                <a:cubicBezTo>
                  <a:pt x="10206" y="58843"/>
                  <a:pt x="10156" y="59141"/>
                  <a:pt x="10056" y="59440"/>
                </a:cubicBezTo>
                <a:cubicBezTo>
                  <a:pt x="10056" y="59490"/>
                  <a:pt x="10031" y="59564"/>
                  <a:pt x="10031" y="59589"/>
                </a:cubicBezTo>
                <a:cubicBezTo>
                  <a:pt x="10006" y="59764"/>
                  <a:pt x="9932" y="59963"/>
                  <a:pt x="9907" y="60137"/>
                </a:cubicBezTo>
                <a:cubicBezTo>
                  <a:pt x="9882" y="60236"/>
                  <a:pt x="9882" y="60336"/>
                  <a:pt x="9832" y="60436"/>
                </a:cubicBezTo>
                <a:cubicBezTo>
                  <a:pt x="9807" y="60610"/>
                  <a:pt x="9757" y="60834"/>
                  <a:pt x="9708" y="61008"/>
                </a:cubicBezTo>
                <a:cubicBezTo>
                  <a:pt x="9708" y="61083"/>
                  <a:pt x="9683" y="61108"/>
                  <a:pt x="9683" y="61182"/>
                </a:cubicBezTo>
                <a:cubicBezTo>
                  <a:pt x="9658" y="61357"/>
                  <a:pt x="9633" y="61506"/>
                  <a:pt x="9583" y="61705"/>
                </a:cubicBezTo>
                <a:cubicBezTo>
                  <a:pt x="9558" y="61854"/>
                  <a:pt x="9558" y="61979"/>
                  <a:pt x="9533" y="62128"/>
                </a:cubicBezTo>
                <a:cubicBezTo>
                  <a:pt x="9533" y="62253"/>
                  <a:pt x="9509" y="62352"/>
                  <a:pt x="9459" y="62477"/>
                </a:cubicBezTo>
                <a:cubicBezTo>
                  <a:pt x="9459" y="62576"/>
                  <a:pt x="9434" y="62676"/>
                  <a:pt x="9434" y="62750"/>
                </a:cubicBezTo>
                <a:cubicBezTo>
                  <a:pt x="9434" y="62825"/>
                  <a:pt x="9409" y="62875"/>
                  <a:pt x="9409" y="62974"/>
                </a:cubicBezTo>
                <a:cubicBezTo>
                  <a:pt x="9409" y="63074"/>
                  <a:pt x="9384" y="63174"/>
                  <a:pt x="9384" y="63248"/>
                </a:cubicBezTo>
                <a:cubicBezTo>
                  <a:pt x="9334" y="63422"/>
                  <a:pt x="9334" y="63572"/>
                  <a:pt x="9334" y="63746"/>
                </a:cubicBezTo>
                <a:cubicBezTo>
                  <a:pt x="9334" y="63821"/>
                  <a:pt x="9334" y="63871"/>
                  <a:pt x="9309" y="63945"/>
                </a:cubicBezTo>
                <a:cubicBezTo>
                  <a:pt x="9309" y="63995"/>
                  <a:pt x="9309" y="64070"/>
                  <a:pt x="9285" y="64119"/>
                </a:cubicBezTo>
                <a:cubicBezTo>
                  <a:pt x="9285" y="64294"/>
                  <a:pt x="9260" y="64418"/>
                  <a:pt x="9260" y="64543"/>
                </a:cubicBezTo>
                <a:lnTo>
                  <a:pt x="9260" y="64742"/>
                </a:lnTo>
                <a:cubicBezTo>
                  <a:pt x="9260" y="64866"/>
                  <a:pt x="9210" y="64991"/>
                  <a:pt x="9210" y="65115"/>
                </a:cubicBezTo>
                <a:lnTo>
                  <a:pt x="9210" y="65339"/>
                </a:lnTo>
                <a:lnTo>
                  <a:pt x="9210" y="65439"/>
                </a:lnTo>
                <a:lnTo>
                  <a:pt x="9210" y="66036"/>
                </a:lnTo>
                <a:lnTo>
                  <a:pt x="9210" y="66210"/>
                </a:lnTo>
                <a:lnTo>
                  <a:pt x="9210" y="66235"/>
                </a:lnTo>
                <a:lnTo>
                  <a:pt x="9210" y="66285"/>
                </a:lnTo>
                <a:lnTo>
                  <a:pt x="9210" y="66733"/>
                </a:lnTo>
                <a:cubicBezTo>
                  <a:pt x="9210" y="66982"/>
                  <a:pt x="9260" y="67231"/>
                  <a:pt x="9285" y="67480"/>
                </a:cubicBezTo>
                <a:cubicBezTo>
                  <a:pt x="9285" y="67654"/>
                  <a:pt x="9309" y="67803"/>
                  <a:pt x="9309" y="67953"/>
                </a:cubicBezTo>
                <a:cubicBezTo>
                  <a:pt x="9309" y="68027"/>
                  <a:pt x="9309" y="68052"/>
                  <a:pt x="9334" y="68102"/>
                </a:cubicBezTo>
                <a:lnTo>
                  <a:pt x="9334" y="68301"/>
                </a:lnTo>
                <a:lnTo>
                  <a:pt x="9334" y="68326"/>
                </a:lnTo>
                <a:cubicBezTo>
                  <a:pt x="9334" y="68326"/>
                  <a:pt x="9334" y="68351"/>
                  <a:pt x="9309" y="68351"/>
                </a:cubicBezTo>
                <a:cubicBezTo>
                  <a:pt x="9309" y="68401"/>
                  <a:pt x="9285" y="68401"/>
                  <a:pt x="9285" y="68426"/>
                </a:cubicBezTo>
                <a:lnTo>
                  <a:pt x="9285" y="68326"/>
                </a:lnTo>
                <a:cubicBezTo>
                  <a:pt x="9260" y="68152"/>
                  <a:pt x="9260" y="67953"/>
                  <a:pt x="9210" y="67729"/>
                </a:cubicBezTo>
                <a:cubicBezTo>
                  <a:pt x="9185" y="67455"/>
                  <a:pt x="9185" y="67181"/>
                  <a:pt x="9160" y="66907"/>
                </a:cubicBezTo>
                <a:cubicBezTo>
                  <a:pt x="9160" y="66708"/>
                  <a:pt x="9135" y="66559"/>
                  <a:pt x="9135" y="66360"/>
                </a:cubicBezTo>
                <a:lnTo>
                  <a:pt x="9135" y="65364"/>
                </a:lnTo>
                <a:lnTo>
                  <a:pt x="9135" y="64966"/>
                </a:lnTo>
                <a:cubicBezTo>
                  <a:pt x="9135" y="64567"/>
                  <a:pt x="9160" y="64169"/>
                  <a:pt x="9185" y="63721"/>
                </a:cubicBezTo>
                <a:lnTo>
                  <a:pt x="9185" y="63547"/>
                </a:lnTo>
                <a:cubicBezTo>
                  <a:pt x="9260" y="62925"/>
                  <a:pt x="9309" y="62253"/>
                  <a:pt x="9434" y="61630"/>
                </a:cubicBezTo>
                <a:cubicBezTo>
                  <a:pt x="9459" y="61481"/>
                  <a:pt x="9509" y="61357"/>
                  <a:pt x="9509" y="61207"/>
                </a:cubicBezTo>
                <a:lnTo>
                  <a:pt x="9782" y="59714"/>
                </a:lnTo>
                <a:cubicBezTo>
                  <a:pt x="9832" y="59365"/>
                  <a:pt x="9932" y="58992"/>
                  <a:pt x="10031" y="58643"/>
                </a:cubicBezTo>
                <a:cubicBezTo>
                  <a:pt x="10081" y="58345"/>
                  <a:pt x="10181" y="58021"/>
                  <a:pt x="10280" y="57747"/>
                </a:cubicBezTo>
                <a:cubicBezTo>
                  <a:pt x="10430" y="57175"/>
                  <a:pt x="10579" y="56627"/>
                  <a:pt x="10778" y="56055"/>
                </a:cubicBezTo>
                <a:cubicBezTo>
                  <a:pt x="10803" y="55930"/>
                  <a:pt x="10878" y="55806"/>
                  <a:pt x="10902" y="55706"/>
                </a:cubicBezTo>
                <a:cubicBezTo>
                  <a:pt x="11077" y="55457"/>
                  <a:pt x="11201" y="55134"/>
                  <a:pt x="11326" y="54785"/>
                </a:cubicBezTo>
                <a:cubicBezTo>
                  <a:pt x="11346" y="54785"/>
                  <a:pt x="11385" y="54785"/>
                  <a:pt x="11397" y="54771"/>
                </a:cubicBezTo>
                <a:close/>
                <a:moveTo>
                  <a:pt x="34673" y="68077"/>
                </a:moveTo>
                <a:cubicBezTo>
                  <a:pt x="34723" y="68152"/>
                  <a:pt x="34848" y="68202"/>
                  <a:pt x="34972" y="68276"/>
                </a:cubicBezTo>
                <a:cubicBezTo>
                  <a:pt x="35022" y="68301"/>
                  <a:pt x="35072" y="68301"/>
                  <a:pt x="35097" y="68326"/>
                </a:cubicBezTo>
                <a:cubicBezTo>
                  <a:pt x="35192" y="68374"/>
                  <a:pt x="35284" y="68422"/>
                  <a:pt x="35375" y="68469"/>
                </a:cubicBezTo>
                <a:lnTo>
                  <a:pt x="35375" y="68469"/>
                </a:lnTo>
                <a:cubicBezTo>
                  <a:pt x="35209" y="68418"/>
                  <a:pt x="35066" y="68324"/>
                  <a:pt x="34922" y="68276"/>
                </a:cubicBezTo>
                <a:cubicBezTo>
                  <a:pt x="34823" y="68226"/>
                  <a:pt x="34723" y="68177"/>
                  <a:pt x="34649" y="68152"/>
                </a:cubicBezTo>
                <a:cubicBezTo>
                  <a:pt x="34649" y="68102"/>
                  <a:pt x="34673" y="68102"/>
                  <a:pt x="34673" y="68077"/>
                </a:cubicBezTo>
                <a:close/>
                <a:moveTo>
                  <a:pt x="52396" y="66409"/>
                </a:moveTo>
                <a:lnTo>
                  <a:pt x="52371" y="66434"/>
                </a:lnTo>
                <a:cubicBezTo>
                  <a:pt x="52371" y="66434"/>
                  <a:pt x="52371" y="66459"/>
                  <a:pt x="52346" y="66459"/>
                </a:cubicBezTo>
                <a:cubicBezTo>
                  <a:pt x="51624" y="66932"/>
                  <a:pt x="50654" y="67579"/>
                  <a:pt x="49733" y="68177"/>
                </a:cubicBezTo>
                <a:cubicBezTo>
                  <a:pt x="49583" y="68276"/>
                  <a:pt x="49459" y="68351"/>
                  <a:pt x="49260" y="68450"/>
                </a:cubicBezTo>
                <a:cubicBezTo>
                  <a:pt x="49225" y="68470"/>
                  <a:pt x="49189" y="68491"/>
                  <a:pt x="49152" y="68513"/>
                </a:cubicBezTo>
                <a:lnTo>
                  <a:pt x="49152" y="68513"/>
                </a:lnTo>
                <a:cubicBezTo>
                  <a:pt x="49157" y="68506"/>
                  <a:pt x="49160" y="68494"/>
                  <a:pt x="49160" y="68475"/>
                </a:cubicBezTo>
                <a:cubicBezTo>
                  <a:pt x="49758" y="68152"/>
                  <a:pt x="50355" y="67729"/>
                  <a:pt x="50927" y="67355"/>
                </a:cubicBezTo>
                <a:cubicBezTo>
                  <a:pt x="51151" y="67206"/>
                  <a:pt x="51375" y="67081"/>
                  <a:pt x="51624" y="66932"/>
                </a:cubicBezTo>
                <a:cubicBezTo>
                  <a:pt x="51649" y="66907"/>
                  <a:pt x="51674" y="66907"/>
                  <a:pt x="51724" y="66857"/>
                </a:cubicBezTo>
                <a:cubicBezTo>
                  <a:pt x="51923" y="66708"/>
                  <a:pt x="52172" y="66559"/>
                  <a:pt x="52396" y="66409"/>
                </a:cubicBezTo>
                <a:close/>
                <a:moveTo>
                  <a:pt x="17524" y="54014"/>
                </a:moveTo>
                <a:cubicBezTo>
                  <a:pt x="14362" y="58818"/>
                  <a:pt x="11674" y="63696"/>
                  <a:pt x="9583" y="68525"/>
                </a:cubicBezTo>
                <a:lnTo>
                  <a:pt x="9583" y="68450"/>
                </a:lnTo>
                <a:cubicBezTo>
                  <a:pt x="11649" y="63696"/>
                  <a:pt x="14288" y="58843"/>
                  <a:pt x="17474" y="54014"/>
                </a:cubicBezTo>
                <a:close/>
                <a:moveTo>
                  <a:pt x="51898" y="63945"/>
                </a:moveTo>
                <a:cubicBezTo>
                  <a:pt x="51873" y="63970"/>
                  <a:pt x="51873" y="63995"/>
                  <a:pt x="51848" y="64045"/>
                </a:cubicBezTo>
                <a:cubicBezTo>
                  <a:pt x="51799" y="64095"/>
                  <a:pt x="51774" y="64119"/>
                  <a:pt x="51774" y="64119"/>
                </a:cubicBezTo>
                <a:cubicBezTo>
                  <a:pt x="51774" y="64169"/>
                  <a:pt x="51749" y="64169"/>
                  <a:pt x="51749" y="64194"/>
                </a:cubicBezTo>
                <a:cubicBezTo>
                  <a:pt x="51301" y="64742"/>
                  <a:pt x="50902" y="65314"/>
                  <a:pt x="50529" y="65837"/>
                </a:cubicBezTo>
                <a:cubicBezTo>
                  <a:pt x="50479" y="65912"/>
                  <a:pt x="50430" y="65961"/>
                  <a:pt x="50380" y="66061"/>
                </a:cubicBezTo>
                <a:cubicBezTo>
                  <a:pt x="50255" y="66210"/>
                  <a:pt x="50156" y="66360"/>
                  <a:pt x="50056" y="66484"/>
                </a:cubicBezTo>
                <a:cubicBezTo>
                  <a:pt x="49758" y="66932"/>
                  <a:pt x="49533" y="67281"/>
                  <a:pt x="49160" y="67803"/>
                </a:cubicBezTo>
                <a:cubicBezTo>
                  <a:pt x="48986" y="68077"/>
                  <a:pt x="48787" y="68326"/>
                  <a:pt x="48613" y="68600"/>
                </a:cubicBezTo>
                <a:lnTo>
                  <a:pt x="48563" y="68600"/>
                </a:lnTo>
                <a:cubicBezTo>
                  <a:pt x="48575" y="68575"/>
                  <a:pt x="48581" y="68569"/>
                  <a:pt x="48578" y="68569"/>
                </a:cubicBezTo>
                <a:cubicBezTo>
                  <a:pt x="48575" y="68569"/>
                  <a:pt x="48563" y="68575"/>
                  <a:pt x="48538" y="68575"/>
                </a:cubicBezTo>
                <a:cubicBezTo>
                  <a:pt x="48986" y="67853"/>
                  <a:pt x="49583" y="66957"/>
                  <a:pt x="50280" y="65961"/>
                </a:cubicBezTo>
                <a:cubicBezTo>
                  <a:pt x="50753" y="65314"/>
                  <a:pt x="51226" y="64667"/>
                  <a:pt x="51724" y="64045"/>
                </a:cubicBezTo>
                <a:lnTo>
                  <a:pt x="51749" y="63995"/>
                </a:lnTo>
                <a:lnTo>
                  <a:pt x="51799" y="63945"/>
                </a:lnTo>
                <a:close/>
                <a:moveTo>
                  <a:pt x="20411" y="66683"/>
                </a:moveTo>
                <a:cubicBezTo>
                  <a:pt x="20610" y="67355"/>
                  <a:pt x="20859" y="67978"/>
                  <a:pt x="21158" y="68575"/>
                </a:cubicBezTo>
                <a:cubicBezTo>
                  <a:pt x="21158" y="68600"/>
                  <a:pt x="21133" y="68625"/>
                  <a:pt x="21133" y="68625"/>
                </a:cubicBezTo>
                <a:cubicBezTo>
                  <a:pt x="20835" y="68005"/>
                  <a:pt x="20587" y="67361"/>
                  <a:pt x="20389" y="66693"/>
                </a:cubicBezTo>
                <a:lnTo>
                  <a:pt x="20389" y="66693"/>
                </a:lnTo>
                <a:cubicBezTo>
                  <a:pt x="20392" y="66690"/>
                  <a:pt x="20398" y="66683"/>
                  <a:pt x="20411" y="66683"/>
                </a:cubicBezTo>
                <a:close/>
                <a:moveTo>
                  <a:pt x="22651" y="66409"/>
                </a:moveTo>
                <a:cubicBezTo>
                  <a:pt x="22228" y="67156"/>
                  <a:pt x="21780" y="67928"/>
                  <a:pt x="21382" y="68674"/>
                </a:cubicBezTo>
                <a:cubicBezTo>
                  <a:pt x="21382" y="68650"/>
                  <a:pt x="21357" y="68600"/>
                  <a:pt x="21357" y="68600"/>
                </a:cubicBezTo>
                <a:cubicBezTo>
                  <a:pt x="21755" y="67853"/>
                  <a:pt x="22153" y="67106"/>
                  <a:pt x="22601" y="66409"/>
                </a:cubicBezTo>
                <a:close/>
                <a:moveTo>
                  <a:pt x="53964" y="65837"/>
                </a:moveTo>
                <a:cubicBezTo>
                  <a:pt x="54113" y="65837"/>
                  <a:pt x="54288" y="65862"/>
                  <a:pt x="54487" y="65912"/>
                </a:cubicBezTo>
                <a:cubicBezTo>
                  <a:pt x="54512" y="65912"/>
                  <a:pt x="54537" y="65912"/>
                  <a:pt x="54586" y="65936"/>
                </a:cubicBezTo>
                <a:cubicBezTo>
                  <a:pt x="54761" y="65961"/>
                  <a:pt x="54960" y="66036"/>
                  <a:pt x="55134" y="66111"/>
                </a:cubicBezTo>
                <a:cubicBezTo>
                  <a:pt x="55159" y="66111"/>
                  <a:pt x="55209" y="66161"/>
                  <a:pt x="55234" y="66161"/>
                </a:cubicBezTo>
                <a:cubicBezTo>
                  <a:pt x="55458" y="66235"/>
                  <a:pt x="55706" y="66360"/>
                  <a:pt x="55955" y="66484"/>
                </a:cubicBezTo>
                <a:cubicBezTo>
                  <a:pt x="55980" y="66534"/>
                  <a:pt x="56005" y="66534"/>
                  <a:pt x="56055" y="66559"/>
                </a:cubicBezTo>
                <a:cubicBezTo>
                  <a:pt x="54885" y="67355"/>
                  <a:pt x="53765" y="68077"/>
                  <a:pt x="52620" y="68724"/>
                </a:cubicBezTo>
                <a:cubicBezTo>
                  <a:pt x="52620" y="68674"/>
                  <a:pt x="52595" y="68600"/>
                  <a:pt x="52595" y="68525"/>
                </a:cubicBezTo>
                <a:cubicBezTo>
                  <a:pt x="52595" y="68426"/>
                  <a:pt x="52570" y="68326"/>
                  <a:pt x="52570" y="68226"/>
                </a:cubicBezTo>
                <a:lnTo>
                  <a:pt x="52570" y="67978"/>
                </a:lnTo>
                <a:lnTo>
                  <a:pt x="52570" y="67729"/>
                </a:lnTo>
                <a:cubicBezTo>
                  <a:pt x="52595" y="67679"/>
                  <a:pt x="52595" y="67604"/>
                  <a:pt x="52595" y="67554"/>
                </a:cubicBezTo>
                <a:cubicBezTo>
                  <a:pt x="52595" y="67455"/>
                  <a:pt x="52595" y="67405"/>
                  <a:pt x="52620" y="67305"/>
                </a:cubicBezTo>
                <a:cubicBezTo>
                  <a:pt x="52620" y="67231"/>
                  <a:pt x="52645" y="67181"/>
                  <a:pt x="52645" y="67106"/>
                </a:cubicBezTo>
                <a:cubicBezTo>
                  <a:pt x="52645" y="67057"/>
                  <a:pt x="52670" y="66982"/>
                  <a:pt x="52670" y="66932"/>
                </a:cubicBezTo>
                <a:cubicBezTo>
                  <a:pt x="52720" y="66857"/>
                  <a:pt x="52720" y="66808"/>
                  <a:pt x="52744" y="66733"/>
                </a:cubicBezTo>
                <a:cubicBezTo>
                  <a:pt x="52769" y="66683"/>
                  <a:pt x="52769" y="66658"/>
                  <a:pt x="52794" y="66584"/>
                </a:cubicBezTo>
                <a:cubicBezTo>
                  <a:pt x="52844" y="66484"/>
                  <a:pt x="52894" y="66409"/>
                  <a:pt x="52968" y="66310"/>
                </a:cubicBezTo>
                <a:cubicBezTo>
                  <a:pt x="52993" y="66235"/>
                  <a:pt x="53043" y="66185"/>
                  <a:pt x="53118" y="66161"/>
                </a:cubicBezTo>
                <a:lnTo>
                  <a:pt x="53143" y="66111"/>
                </a:lnTo>
                <a:cubicBezTo>
                  <a:pt x="53168" y="66086"/>
                  <a:pt x="53217" y="66086"/>
                  <a:pt x="53217" y="66061"/>
                </a:cubicBezTo>
                <a:cubicBezTo>
                  <a:pt x="53292" y="65986"/>
                  <a:pt x="53392" y="65961"/>
                  <a:pt x="53516" y="65912"/>
                </a:cubicBezTo>
                <a:cubicBezTo>
                  <a:pt x="53641" y="65862"/>
                  <a:pt x="53790" y="65837"/>
                  <a:pt x="53964" y="65837"/>
                </a:cubicBezTo>
                <a:close/>
                <a:moveTo>
                  <a:pt x="49128" y="68527"/>
                </a:moveTo>
                <a:cubicBezTo>
                  <a:pt x="48990" y="68611"/>
                  <a:pt x="48844" y="68705"/>
                  <a:pt x="48712" y="68799"/>
                </a:cubicBezTo>
                <a:cubicBezTo>
                  <a:pt x="48712" y="68774"/>
                  <a:pt x="48737" y="68774"/>
                  <a:pt x="48737" y="68724"/>
                </a:cubicBezTo>
                <a:cubicBezTo>
                  <a:pt x="48860" y="68675"/>
                  <a:pt x="48982" y="68578"/>
                  <a:pt x="49128" y="68527"/>
                </a:cubicBezTo>
                <a:close/>
                <a:moveTo>
                  <a:pt x="52620" y="66484"/>
                </a:moveTo>
                <a:cubicBezTo>
                  <a:pt x="52595" y="66559"/>
                  <a:pt x="52595" y="66584"/>
                  <a:pt x="52570" y="66658"/>
                </a:cubicBezTo>
                <a:cubicBezTo>
                  <a:pt x="52570" y="66733"/>
                  <a:pt x="52520" y="66783"/>
                  <a:pt x="52496" y="66857"/>
                </a:cubicBezTo>
                <a:cubicBezTo>
                  <a:pt x="52471" y="66932"/>
                  <a:pt x="52471" y="67032"/>
                  <a:pt x="52471" y="67081"/>
                </a:cubicBezTo>
                <a:cubicBezTo>
                  <a:pt x="52471" y="67131"/>
                  <a:pt x="52446" y="67206"/>
                  <a:pt x="52446" y="67256"/>
                </a:cubicBezTo>
                <a:cubicBezTo>
                  <a:pt x="52446" y="67355"/>
                  <a:pt x="52446" y="67430"/>
                  <a:pt x="52396" y="67530"/>
                </a:cubicBezTo>
                <a:lnTo>
                  <a:pt x="52396" y="67729"/>
                </a:lnTo>
                <a:lnTo>
                  <a:pt x="52396" y="68002"/>
                </a:lnTo>
                <a:lnTo>
                  <a:pt x="52396" y="68276"/>
                </a:lnTo>
                <a:cubicBezTo>
                  <a:pt x="52396" y="68351"/>
                  <a:pt x="52446" y="68475"/>
                  <a:pt x="52446" y="68575"/>
                </a:cubicBezTo>
                <a:cubicBezTo>
                  <a:pt x="52446" y="68674"/>
                  <a:pt x="52471" y="68774"/>
                  <a:pt x="52471" y="68849"/>
                </a:cubicBezTo>
                <a:cubicBezTo>
                  <a:pt x="52446" y="68849"/>
                  <a:pt x="52446" y="68899"/>
                  <a:pt x="52396" y="68899"/>
                </a:cubicBezTo>
                <a:cubicBezTo>
                  <a:pt x="52371" y="68699"/>
                  <a:pt x="52371" y="68550"/>
                  <a:pt x="52346" y="68401"/>
                </a:cubicBezTo>
                <a:lnTo>
                  <a:pt x="52346" y="68301"/>
                </a:lnTo>
                <a:cubicBezTo>
                  <a:pt x="52346" y="68152"/>
                  <a:pt x="52321" y="67953"/>
                  <a:pt x="52321" y="67803"/>
                </a:cubicBezTo>
                <a:lnTo>
                  <a:pt x="52321" y="67729"/>
                </a:lnTo>
                <a:cubicBezTo>
                  <a:pt x="52321" y="67579"/>
                  <a:pt x="52321" y="67430"/>
                  <a:pt x="52346" y="67281"/>
                </a:cubicBezTo>
                <a:lnTo>
                  <a:pt x="52346" y="67231"/>
                </a:lnTo>
                <a:cubicBezTo>
                  <a:pt x="52371" y="66957"/>
                  <a:pt x="52446" y="66733"/>
                  <a:pt x="52520" y="66559"/>
                </a:cubicBezTo>
                <a:cubicBezTo>
                  <a:pt x="52570" y="66534"/>
                  <a:pt x="52595" y="66534"/>
                  <a:pt x="52620" y="66484"/>
                </a:cubicBezTo>
                <a:close/>
                <a:moveTo>
                  <a:pt x="21257" y="68799"/>
                </a:moveTo>
                <a:cubicBezTo>
                  <a:pt x="21257" y="68824"/>
                  <a:pt x="21282" y="68849"/>
                  <a:pt x="21282" y="68849"/>
                </a:cubicBezTo>
                <a:cubicBezTo>
                  <a:pt x="21282" y="68899"/>
                  <a:pt x="21257" y="68899"/>
                  <a:pt x="21257" y="68923"/>
                </a:cubicBezTo>
                <a:cubicBezTo>
                  <a:pt x="21257" y="68899"/>
                  <a:pt x="21232" y="68899"/>
                  <a:pt x="21232" y="68849"/>
                </a:cubicBezTo>
                <a:cubicBezTo>
                  <a:pt x="21232" y="68849"/>
                  <a:pt x="21232" y="68824"/>
                  <a:pt x="21257" y="68799"/>
                </a:cubicBezTo>
                <a:close/>
                <a:moveTo>
                  <a:pt x="48339" y="68948"/>
                </a:moveTo>
                <a:cubicBezTo>
                  <a:pt x="48339" y="68948"/>
                  <a:pt x="48339" y="68973"/>
                  <a:pt x="48289" y="68973"/>
                </a:cubicBezTo>
                <a:lnTo>
                  <a:pt x="48339" y="68948"/>
                </a:lnTo>
                <a:close/>
                <a:moveTo>
                  <a:pt x="9434" y="68774"/>
                </a:moveTo>
                <a:lnTo>
                  <a:pt x="9434" y="68824"/>
                </a:lnTo>
                <a:lnTo>
                  <a:pt x="9434" y="68899"/>
                </a:lnTo>
                <a:lnTo>
                  <a:pt x="9434" y="68948"/>
                </a:lnTo>
                <a:cubicBezTo>
                  <a:pt x="9434" y="68973"/>
                  <a:pt x="9409" y="68973"/>
                  <a:pt x="9409" y="68998"/>
                </a:cubicBezTo>
                <a:cubicBezTo>
                  <a:pt x="9409" y="68973"/>
                  <a:pt x="9409" y="68923"/>
                  <a:pt x="9384" y="68874"/>
                </a:cubicBezTo>
                <a:cubicBezTo>
                  <a:pt x="9384" y="68849"/>
                  <a:pt x="9409" y="68849"/>
                  <a:pt x="9409" y="68824"/>
                </a:cubicBezTo>
                <a:cubicBezTo>
                  <a:pt x="9409" y="68799"/>
                  <a:pt x="9434" y="68799"/>
                  <a:pt x="9434" y="68774"/>
                </a:cubicBezTo>
                <a:close/>
                <a:moveTo>
                  <a:pt x="48289" y="68973"/>
                </a:moveTo>
                <a:cubicBezTo>
                  <a:pt x="48289" y="69023"/>
                  <a:pt x="48289" y="69023"/>
                  <a:pt x="48264" y="69023"/>
                </a:cubicBezTo>
                <a:cubicBezTo>
                  <a:pt x="48264" y="68973"/>
                  <a:pt x="48289" y="68973"/>
                  <a:pt x="48289" y="68973"/>
                </a:cubicBezTo>
                <a:close/>
                <a:moveTo>
                  <a:pt x="56229" y="66683"/>
                </a:moveTo>
                <a:cubicBezTo>
                  <a:pt x="56254" y="66683"/>
                  <a:pt x="56254" y="66708"/>
                  <a:pt x="56304" y="66708"/>
                </a:cubicBezTo>
                <a:cubicBezTo>
                  <a:pt x="55084" y="67554"/>
                  <a:pt x="53889" y="68326"/>
                  <a:pt x="52695" y="69023"/>
                </a:cubicBezTo>
                <a:lnTo>
                  <a:pt x="52695" y="68948"/>
                </a:lnTo>
                <a:cubicBezTo>
                  <a:pt x="53865" y="68276"/>
                  <a:pt x="55059" y="67530"/>
                  <a:pt x="56229" y="66683"/>
                </a:cubicBezTo>
                <a:close/>
                <a:moveTo>
                  <a:pt x="52520" y="69048"/>
                </a:moveTo>
                <a:lnTo>
                  <a:pt x="52520" y="69098"/>
                </a:lnTo>
                <a:cubicBezTo>
                  <a:pt x="52496" y="69098"/>
                  <a:pt x="52471" y="69147"/>
                  <a:pt x="52471" y="69147"/>
                </a:cubicBezTo>
                <a:lnTo>
                  <a:pt x="52471" y="69073"/>
                </a:lnTo>
                <a:cubicBezTo>
                  <a:pt x="52496" y="69073"/>
                  <a:pt x="52496" y="69048"/>
                  <a:pt x="52520" y="69048"/>
                </a:cubicBezTo>
                <a:close/>
                <a:moveTo>
                  <a:pt x="2365" y="68799"/>
                </a:moveTo>
                <a:cubicBezTo>
                  <a:pt x="2365" y="68923"/>
                  <a:pt x="2340" y="69048"/>
                  <a:pt x="2340" y="69147"/>
                </a:cubicBezTo>
                <a:cubicBezTo>
                  <a:pt x="2315" y="69297"/>
                  <a:pt x="2290" y="69421"/>
                  <a:pt x="2215" y="69571"/>
                </a:cubicBezTo>
                <a:cubicBezTo>
                  <a:pt x="2215" y="69421"/>
                  <a:pt x="2240" y="69297"/>
                  <a:pt x="2290" y="69147"/>
                </a:cubicBezTo>
                <a:cubicBezTo>
                  <a:pt x="2315" y="69048"/>
                  <a:pt x="2340" y="68923"/>
                  <a:pt x="2365" y="68799"/>
                </a:cubicBezTo>
                <a:close/>
                <a:moveTo>
                  <a:pt x="89061" y="61108"/>
                </a:moveTo>
                <a:cubicBezTo>
                  <a:pt x="91475" y="62004"/>
                  <a:pt x="93964" y="62676"/>
                  <a:pt x="96478" y="63024"/>
                </a:cubicBezTo>
                <a:cubicBezTo>
                  <a:pt x="95682" y="65215"/>
                  <a:pt x="94636" y="67480"/>
                  <a:pt x="93292" y="69770"/>
                </a:cubicBezTo>
                <a:cubicBezTo>
                  <a:pt x="91301" y="67828"/>
                  <a:pt x="89085" y="65862"/>
                  <a:pt x="86820" y="64045"/>
                </a:cubicBezTo>
                <a:cubicBezTo>
                  <a:pt x="87592" y="63074"/>
                  <a:pt x="88339" y="62103"/>
                  <a:pt x="89061" y="61108"/>
                </a:cubicBezTo>
                <a:close/>
                <a:moveTo>
                  <a:pt x="31562" y="67181"/>
                </a:moveTo>
                <a:cubicBezTo>
                  <a:pt x="31587" y="67206"/>
                  <a:pt x="31587" y="67231"/>
                  <a:pt x="31612" y="67231"/>
                </a:cubicBezTo>
                <a:cubicBezTo>
                  <a:pt x="31861" y="67305"/>
                  <a:pt x="32110" y="67405"/>
                  <a:pt x="32359" y="67455"/>
                </a:cubicBezTo>
                <a:cubicBezTo>
                  <a:pt x="32483" y="67480"/>
                  <a:pt x="32608" y="67554"/>
                  <a:pt x="32707" y="67579"/>
                </a:cubicBezTo>
                <a:cubicBezTo>
                  <a:pt x="32931" y="67654"/>
                  <a:pt x="33105" y="67729"/>
                  <a:pt x="33329" y="67803"/>
                </a:cubicBezTo>
                <a:cubicBezTo>
                  <a:pt x="33454" y="67853"/>
                  <a:pt x="33578" y="67928"/>
                  <a:pt x="33728" y="67953"/>
                </a:cubicBezTo>
                <a:cubicBezTo>
                  <a:pt x="33852" y="67978"/>
                  <a:pt x="33952" y="68052"/>
                  <a:pt x="34076" y="68077"/>
                </a:cubicBezTo>
                <a:cubicBezTo>
                  <a:pt x="33703" y="68674"/>
                  <a:pt x="33354" y="69272"/>
                  <a:pt x="32981" y="69844"/>
                </a:cubicBezTo>
                <a:cubicBezTo>
                  <a:pt x="32359" y="69098"/>
                  <a:pt x="31861" y="68202"/>
                  <a:pt x="31562" y="67181"/>
                </a:cubicBezTo>
                <a:close/>
                <a:moveTo>
                  <a:pt x="96777" y="63074"/>
                </a:moveTo>
                <a:cubicBezTo>
                  <a:pt x="95931" y="65314"/>
                  <a:pt x="94810" y="67604"/>
                  <a:pt x="93466" y="69919"/>
                </a:cubicBezTo>
                <a:lnTo>
                  <a:pt x="93441" y="69894"/>
                </a:lnTo>
                <a:cubicBezTo>
                  <a:pt x="94786" y="67579"/>
                  <a:pt x="95881" y="65289"/>
                  <a:pt x="96702" y="63074"/>
                </a:cubicBezTo>
                <a:close/>
                <a:moveTo>
                  <a:pt x="49260" y="63746"/>
                </a:moveTo>
                <a:cubicBezTo>
                  <a:pt x="49957" y="63945"/>
                  <a:pt x="50529" y="64045"/>
                  <a:pt x="51002" y="64045"/>
                </a:cubicBezTo>
                <a:cubicBezTo>
                  <a:pt x="51201" y="64045"/>
                  <a:pt x="51351" y="64045"/>
                  <a:pt x="51500" y="63995"/>
                </a:cubicBezTo>
                <a:lnTo>
                  <a:pt x="51500" y="63995"/>
                </a:lnTo>
                <a:cubicBezTo>
                  <a:pt x="51251" y="64343"/>
                  <a:pt x="51002" y="64667"/>
                  <a:pt x="50753" y="64991"/>
                </a:cubicBezTo>
                <a:cubicBezTo>
                  <a:pt x="50629" y="65190"/>
                  <a:pt x="50504" y="65339"/>
                  <a:pt x="50380" y="65513"/>
                </a:cubicBezTo>
                <a:cubicBezTo>
                  <a:pt x="50330" y="65613"/>
                  <a:pt x="50255" y="65712"/>
                  <a:pt x="50206" y="65787"/>
                </a:cubicBezTo>
                <a:cubicBezTo>
                  <a:pt x="50131" y="65862"/>
                  <a:pt x="50031" y="65986"/>
                  <a:pt x="49982" y="66086"/>
                </a:cubicBezTo>
                <a:lnTo>
                  <a:pt x="49957" y="66111"/>
                </a:lnTo>
                <a:cubicBezTo>
                  <a:pt x="49857" y="66235"/>
                  <a:pt x="49782" y="66335"/>
                  <a:pt x="49708" y="66459"/>
                </a:cubicBezTo>
                <a:lnTo>
                  <a:pt x="49334" y="67032"/>
                </a:lnTo>
                <a:cubicBezTo>
                  <a:pt x="49235" y="67156"/>
                  <a:pt x="49160" y="67281"/>
                  <a:pt x="49085" y="67430"/>
                </a:cubicBezTo>
                <a:cubicBezTo>
                  <a:pt x="48762" y="67903"/>
                  <a:pt x="48463" y="68326"/>
                  <a:pt x="48164" y="68799"/>
                </a:cubicBezTo>
                <a:cubicBezTo>
                  <a:pt x="47891" y="68948"/>
                  <a:pt x="47642" y="69098"/>
                  <a:pt x="47393" y="69222"/>
                </a:cubicBezTo>
                <a:cubicBezTo>
                  <a:pt x="46845" y="69521"/>
                  <a:pt x="46397" y="69770"/>
                  <a:pt x="45999" y="69944"/>
                </a:cubicBezTo>
                <a:cubicBezTo>
                  <a:pt x="46795" y="67928"/>
                  <a:pt x="47916" y="65837"/>
                  <a:pt x="49260" y="63746"/>
                </a:cubicBezTo>
                <a:close/>
                <a:moveTo>
                  <a:pt x="56478" y="66808"/>
                </a:moveTo>
                <a:cubicBezTo>
                  <a:pt x="56528" y="66833"/>
                  <a:pt x="56603" y="66857"/>
                  <a:pt x="56702" y="66932"/>
                </a:cubicBezTo>
                <a:cubicBezTo>
                  <a:pt x="56727" y="66932"/>
                  <a:pt x="56727" y="66957"/>
                  <a:pt x="56752" y="66957"/>
                </a:cubicBezTo>
                <a:cubicBezTo>
                  <a:pt x="56652" y="67032"/>
                  <a:pt x="56578" y="67106"/>
                  <a:pt x="56478" y="67181"/>
                </a:cubicBezTo>
                <a:cubicBezTo>
                  <a:pt x="56254" y="67355"/>
                  <a:pt x="56030" y="67530"/>
                  <a:pt x="55831" y="67704"/>
                </a:cubicBezTo>
                <a:cubicBezTo>
                  <a:pt x="55731" y="67803"/>
                  <a:pt x="55607" y="67853"/>
                  <a:pt x="55507" y="67953"/>
                </a:cubicBezTo>
                <a:cubicBezTo>
                  <a:pt x="55234" y="68177"/>
                  <a:pt x="54910" y="68426"/>
                  <a:pt x="54636" y="68650"/>
                </a:cubicBezTo>
                <a:cubicBezTo>
                  <a:pt x="54412" y="68824"/>
                  <a:pt x="54163" y="68973"/>
                  <a:pt x="53964" y="69172"/>
                </a:cubicBezTo>
                <a:cubicBezTo>
                  <a:pt x="53889" y="69222"/>
                  <a:pt x="53790" y="69272"/>
                  <a:pt x="53740" y="69322"/>
                </a:cubicBezTo>
                <a:cubicBezTo>
                  <a:pt x="53466" y="69546"/>
                  <a:pt x="53168" y="69720"/>
                  <a:pt x="52894" y="69944"/>
                </a:cubicBezTo>
                <a:cubicBezTo>
                  <a:pt x="52894" y="69894"/>
                  <a:pt x="52869" y="69819"/>
                  <a:pt x="52869" y="69770"/>
                </a:cubicBezTo>
                <a:cubicBezTo>
                  <a:pt x="52819" y="69645"/>
                  <a:pt x="52769" y="69521"/>
                  <a:pt x="52744" y="69421"/>
                </a:cubicBezTo>
                <a:cubicBezTo>
                  <a:pt x="52744" y="69347"/>
                  <a:pt x="52720" y="69272"/>
                  <a:pt x="52720" y="69197"/>
                </a:cubicBezTo>
                <a:cubicBezTo>
                  <a:pt x="53964" y="68475"/>
                  <a:pt x="55234" y="67704"/>
                  <a:pt x="56478" y="66808"/>
                </a:cubicBezTo>
                <a:close/>
                <a:moveTo>
                  <a:pt x="86721" y="64169"/>
                </a:moveTo>
                <a:cubicBezTo>
                  <a:pt x="88986" y="65986"/>
                  <a:pt x="91201" y="67953"/>
                  <a:pt x="93192" y="69919"/>
                </a:cubicBezTo>
                <a:cubicBezTo>
                  <a:pt x="93192" y="69944"/>
                  <a:pt x="93168" y="69944"/>
                  <a:pt x="93168" y="69969"/>
                </a:cubicBezTo>
                <a:cubicBezTo>
                  <a:pt x="91176" y="68002"/>
                  <a:pt x="88961" y="66086"/>
                  <a:pt x="86671" y="64219"/>
                </a:cubicBezTo>
                <a:cubicBezTo>
                  <a:pt x="86696" y="64219"/>
                  <a:pt x="86696" y="64194"/>
                  <a:pt x="86721" y="64169"/>
                </a:cubicBezTo>
                <a:close/>
                <a:moveTo>
                  <a:pt x="52570" y="69297"/>
                </a:moveTo>
                <a:cubicBezTo>
                  <a:pt x="52570" y="69347"/>
                  <a:pt x="52595" y="69421"/>
                  <a:pt x="52595" y="69471"/>
                </a:cubicBezTo>
                <a:lnTo>
                  <a:pt x="52695" y="69844"/>
                </a:lnTo>
                <a:cubicBezTo>
                  <a:pt x="52695" y="69919"/>
                  <a:pt x="52720" y="69969"/>
                  <a:pt x="52720" y="70043"/>
                </a:cubicBezTo>
                <a:cubicBezTo>
                  <a:pt x="52695" y="70043"/>
                  <a:pt x="52695" y="70068"/>
                  <a:pt x="52645" y="70068"/>
                </a:cubicBezTo>
                <a:cubicBezTo>
                  <a:pt x="52620" y="69944"/>
                  <a:pt x="52595" y="69819"/>
                  <a:pt x="52570" y="69720"/>
                </a:cubicBezTo>
                <a:cubicBezTo>
                  <a:pt x="52570" y="69670"/>
                  <a:pt x="52520" y="69595"/>
                  <a:pt x="52520" y="69546"/>
                </a:cubicBezTo>
                <a:cubicBezTo>
                  <a:pt x="52496" y="69471"/>
                  <a:pt x="52496" y="69396"/>
                  <a:pt x="52496" y="69322"/>
                </a:cubicBezTo>
                <a:cubicBezTo>
                  <a:pt x="52520" y="69322"/>
                  <a:pt x="52520" y="69297"/>
                  <a:pt x="52570" y="69297"/>
                </a:cubicBezTo>
                <a:close/>
                <a:moveTo>
                  <a:pt x="34225" y="68177"/>
                </a:moveTo>
                <a:cubicBezTo>
                  <a:pt x="34275" y="68177"/>
                  <a:pt x="34275" y="68177"/>
                  <a:pt x="34300" y="68202"/>
                </a:cubicBezTo>
                <a:cubicBezTo>
                  <a:pt x="33902" y="68849"/>
                  <a:pt x="33528" y="69471"/>
                  <a:pt x="33155" y="70093"/>
                </a:cubicBezTo>
                <a:cubicBezTo>
                  <a:pt x="33155" y="70068"/>
                  <a:pt x="33105" y="70068"/>
                  <a:pt x="33105" y="70043"/>
                </a:cubicBezTo>
                <a:lnTo>
                  <a:pt x="34225" y="68177"/>
                </a:lnTo>
                <a:close/>
                <a:moveTo>
                  <a:pt x="31338" y="67156"/>
                </a:moveTo>
                <a:cubicBezTo>
                  <a:pt x="31687" y="68276"/>
                  <a:pt x="32184" y="69272"/>
                  <a:pt x="32906" y="70068"/>
                </a:cubicBezTo>
                <a:cubicBezTo>
                  <a:pt x="32906" y="70093"/>
                  <a:pt x="32856" y="70093"/>
                  <a:pt x="32856" y="70143"/>
                </a:cubicBezTo>
                <a:cubicBezTo>
                  <a:pt x="32159" y="69297"/>
                  <a:pt x="31612" y="68301"/>
                  <a:pt x="31288" y="67156"/>
                </a:cubicBezTo>
                <a:close/>
                <a:moveTo>
                  <a:pt x="49011" y="63696"/>
                </a:moveTo>
                <a:cubicBezTo>
                  <a:pt x="49036" y="63696"/>
                  <a:pt x="49036" y="63696"/>
                  <a:pt x="49061" y="63721"/>
                </a:cubicBezTo>
                <a:cubicBezTo>
                  <a:pt x="47667" y="65837"/>
                  <a:pt x="46547" y="68027"/>
                  <a:pt x="45700" y="70093"/>
                </a:cubicBezTo>
                <a:cubicBezTo>
                  <a:pt x="45675" y="70093"/>
                  <a:pt x="45650" y="70143"/>
                  <a:pt x="45626" y="70143"/>
                </a:cubicBezTo>
                <a:cubicBezTo>
                  <a:pt x="46497" y="68027"/>
                  <a:pt x="47617" y="65837"/>
                  <a:pt x="49011" y="63696"/>
                </a:cubicBezTo>
                <a:close/>
                <a:moveTo>
                  <a:pt x="47891" y="69172"/>
                </a:moveTo>
                <a:lnTo>
                  <a:pt x="47866" y="69197"/>
                </a:lnTo>
                <a:cubicBezTo>
                  <a:pt x="47741" y="69322"/>
                  <a:pt x="47617" y="69396"/>
                  <a:pt x="47492" y="69446"/>
                </a:cubicBezTo>
                <a:cubicBezTo>
                  <a:pt x="46995" y="69695"/>
                  <a:pt x="46547" y="69944"/>
                  <a:pt x="46148" y="70143"/>
                </a:cubicBezTo>
                <a:cubicBezTo>
                  <a:pt x="46621" y="69869"/>
                  <a:pt x="47119" y="69645"/>
                  <a:pt x="47592" y="69347"/>
                </a:cubicBezTo>
                <a:cubicBezTo>
                  <a:pt x="47592" y="69347"/>
                  <a:pt x="47617" y="69347"/>
                  <a:pt x="47617" y="69322"/>
                </a:cubicBezTo>
                <a:lnTo>
                  <a:pt x="47791" y="69222"/>
                </a:lnTo>
                <a:cubicBezTo>
                  <a:pt x="47816" y="69197"/>
                  <a:pt x="47866" y="69197"/>
                  <a:pt x="47891" y="69172"/>
                </a:cubicBezTo>
                <a:close/>
                <a:moveTo>
                  <a:pt x="56926" y="67057"/>
                </a:moveTo>
                <a:cubicBezTo>
                  <a:pt x="56951" y="67081"/>
                  <a:pt x="56951" y="67081"/>
                  <a:pt x="56976" y="67081"/>
                </a:cubicBezTo>
                <a:cubicBezTo>
                  <a:pt x="56926" y="67156"/>
                  <a:pt x="56851" y="67181"/>
                  <a:pt x="56802" y="67231"/>
                </a:cubicBezTo>
                <a:cubicBezTo>
                  <a:pt x="56354" y="67579"/>
                  <a:pt x="55881" y="67953"/>
                  <a:pt x="55458" y="68301"/>
                </a:cubicBezTo>
                <a:cubicBezTo>
                  <a:pt x="55234" y="68450"/>
                  <a:pt x="55010" y="68650"/>
                  <a:pt x="54810" y="68799"/>
                </a:cubicBezTo>
                <a:cubicBezTo>
                  <a:pt x="54188" y="69272"/>
                  <a:pt x="53566" y="69720"/>
                  <a:pt x="52944" y="70168"/>
                </a:cubicBezTo>
                <a:lnTo>
                  <a:pt x="52944" y="70143"/>
                </a:lnTo>
                <a:lnTo>
                  <a:pt x="52944" y="70093"/>
                </a:lnTo>
                <a:cubicBezTo>
                  <a:pt x="53118" y="69969"/>
                  <a:pt x="53292" y="69819"/>
                  <a:pt x="53491" y="69670"/>
                </a:cubicBezTo>
                <a:lnTo>
                  <a:pt x="53566" y="69595"/>
                </a:lnTo>
                <a:lnTo>
                  <a:pt x="54586" y="68849"/>
                </a:lnTo>
                <a:cubicBezTo>
                  <a:pt x="54636" y="68824"/>
                  <a:pt x="54711" y="68774"/>
                  <a:pt x="54761" y="68724"/>
                </a:cubicBezTo>
                <a:lnTo>
                  <a:pt x="54810" y="68724"/>
                </a:lnTo>
                <a:cubicBezTo>
                  <a:pt x="55059" y="68550"/>
                  <a:pt x="55283" y="68351"/>
                  <a:pt x="55557" y="68152"/>
                </a:cubicBezTo>
                <a:cubicBezTo>
                  <a:pt x="55582" y="68152"/>
                  <a:pt x="55582" y="68102"/>
                  <a:pt x="55607" y="68102"/>
                </a:cubicBezTo>
                <a:cubicBezTo>
                  <a:pt x="55706" y="68052"/>
                  <a:pt x="55781" y="67953"/>
                  <a:pt x="55881" y="67903"/>
                </a:cubicBezTo>
                <a:cubicBezTo>
                  <a:pt x="56005" y="67803"/>
                  <a:pt x="56179" y="67679"/>
                  <a:pt x="56304" y="67579"/>
                </a:cubicBezTo>
                <a:cubicBezTo>
                  <a:pt x="56453" y="67455"/>
                  <a:pt x="56603" y="67330"/>
                  <a:pt x="56727" y="67231"/>
                </a:cubicBezTo>
                <a:cubicBezTo>
                  <a:pt x="56752" y="67181"/>
                  <a:pt x="56851" y="67106"/>
                  <a:pt x="56926" y="67057"/>
                </a:cubicBezTo>
                <a:close/>
                <a:moveTo>
                  <a:pt x="77760" y="58021"/>
                </a:moveTo>
                <a:cubicBezTo>
                  <a:pt x="79975" y="59440"/>
                  <a:pt x="82265" y="61083"/>
                  <a:pt x="84580" y="62850"/>
                </a:cubicBezTo>
                <a:cubicBezTo>
                  <a:pt x="83361" y="65240"/>
                  <a:pt x="81767" y="67729"/>
                  <a:pt x="79876" y="70168"/>
                </a:cubicBezTo>
                <a:cubicBezTo>
                  <a:pt x="77362" y="68102"/>
                  <a:pt x="74922" y="65961"/>
                  <a:pt x="72782" y="63821"/>
                </a:cubicBezTo>
                <a:cubicBezTo>
                  <a:pt x="74524" y="61929"/>
                  <a:pt x="76192" y="59988"/>
                  <a:pt x="77760" y="58021"/>
                </a:cubicBezTo>
                <a:close/>
                <a:moveTo>
                  <a:pt x="93342" y="70068"/>
                </a:moveTo>
                <a:lnTo>
                  <a:pt x="93392" y="70093"/>
                </a:lnTo>
                <a:cubicBezTo>
                  <a:pt x="93392" y="70143"/>
                  <a:pt x="93342" y="70143"/>
                  <a:pt x="93342" y="70168"/>
                </a:cubicBezTo>
                <a:lnTo>
                  <a:pt x="93317" y="70143"/>
                </a:lnTo>
                <a:cubicBezTo>
                  <a:pt x="93317" y="70093"/>
                  <a:pt x="93342" y="70093"/>
                  <a:pt x="93342" y="70068"/>
                </a:cubicBezTo>
                <a:close/>
                <a:moveTo>
                  <a:pt x="48264" y="63447"/>
                </a:moveTo>
                <a:lnTo>
                  <a:pt x="48837" y="63622"/>
                </a:lnTo>
                <a:cubicBezTo>
                  <a:pt x="47393" y="65837"/>
                  <a:pt x="46248" y="68077"/>
                  <a:pt x="45377" y="70218"/>
                </a:cubicBezTo>
                <a:cubicBezTo>
                  <a:pt x="45227" y="69595"/>
                  <a:pt x="45003" y="68948"/>
                  <a:pt x="44680" y="68326"/>
                </a:cubicBezTo>
                <a:cubicBezTo>
                  <a:pt x="45178" y="67579"/>
                  <a:pt x="45675" y="66857"/>
                  <a:pt x="46223" y="66161"/>
                </a:cubicBezTo>
                <a:cubicBezTo>
                  <a:pt x="46372" y="65936"/>
                  <a:pt x="46547" y="65688"/>
                  <a:pt x="46746" y="65464"/>
                </a:cubicBezTo>
                <a:lnTo>
                  <a:pt x="47866" y="63970"/>
                </a:lnTo>
                <a:cubicBezTo>
                  <a:pt x="47965" y="63846"/>
                  <a:pt x="48040" y="63746"/>
                  <a:pt x="48115" y="63622"/>
                </a:cubicBezTo>
                <a:cubicBezTo>
                  <a:pt x="48140" y="63572"/>
                  <a:pt x="48214" y="63547"/>
                  <a:pt x="48239" y="63472"/>
                </a:cubicBezTo>
                <a:cubicBezTo>
                  <a:pt x="48239" y="63472"/>
                  <a:pt x="48239" y="63447"/>
                  <a:pt x="48264" y="63447"/>
                </a:cubicBezTo>
                <a:close/>
                <a:moveTo>
                  <a:pt x="52744" y="70218"/>
                </a:moveTo>
                <a:lnTo>
                  <a:pt x="52744" y="70268"/>
                </a:lnTo>
                <a:lnTo>
                  <a:pt x="52744" y="70292"/>
                </a:lnTo>
                <a:lnTo>
                  <a:pt x="52720" y="70292"/>
                </a:lnTo>
                <a:lnTo>
                  <a:pt x="52720" y="70268"/>
                </a:lnTo>
                <a:lnTo>
                  <a:pt x="52744" y="70218"/>
                </a:lnTo>
                <a:close/>
                <a:moveTo>
                  <a:pt x="84730" y="62925"/>
                </a:moveTo>
                <a:cubicBezTo>
                  <a:pt x="84754" y="62925"/>
                  <a:pt x="84754" y="62950"/>
                  <a:pt x="84804" y="62950"/>
                </a:cubicBezTo>
                <a:cubicBezTo>
                  <a:pt x="83560" y="65414"/>
                  <a:pt x="81967" y="67903"/>
                  <a:pt x="80075" y="70292"/>
                </a:cubicBezTo>
                <a:cubicBezTo>
                  <a:pt x="80025" y="70292"/>
                  <a:pt x="80025" y="70268"/>
                  <a:pt x="80000" y="70268"/>
                </a:cubicBezTo>
                <a:cubicBezTo>
                  <a:pt x="81892" y="67853"/>
                  <a:pt x="83485" y="65364"/>
                  <a:pt x="84730" y="62925"/>
                </a:cubicBezTo>
                <a:close/>
                <a:moveTo>
                  <a:pt x="44555" y="68475"/>
                </a:moveTo>
                <a:cubicBezTo>
                  <a:pt x="44854" y="69098"/>
                  <a:pt x="45053" y="69695"/>
                  <a:pt x="45227" y="70292"/>
                </a:cubicBezTo>
                <a:cubicBezTo>
                  <a:pt x="45178" y="70292"/>
                  <a:pt x="45178" y="70317"/>
                  <a:pt x="45153" y="70317"/>
                </a:cubicBezTo>
                <a:cubicBezTo>
                  <a:pt x="45003" y="69770"/>
                  <a:pt x="44804" y="69172"/>
                  <a:pt x="44530" y="68550"/>
                </a:cubicBezTo>
                <a:cubicBezTo>
                  <a:pt x="44530" y="68525"/>
                  <a:pt x="44555" y="68525"/>
                  <a:pt x="44555" y="68475"/>
                </a:cubicBezTo>
                <a:close/>
                <a:moveTo>
                  <a:pt x="72657" y="63945"/>
                </a:moveTo>
                <a:cubicBezTo>
                  <a:pt x="74798" y="66086"/>
                  <a:pt x="77237" y="68276"/>
                  <a:pt x="79751" y="70292"/>
                </a:cubicBezTo>
                <a:cubicBezTo>
                  <a:pt x="79751" y="70317"/>
                  <a:pt x="79726" y="70317"/>
                  <a:pt x="79726" y="70342"/>
                </a:cubicBezTo>
                <a:cubicBezTo>
                  <a:pt x="77188" y="68301"/>
                  <a:pt x="74773" y="66161"/>
                  <a:pt x="72632" y="63995"/>
                </a:cubicBezTo>
                <a:cubicBezTo>
                  <a:pt x="72632" y="63970"/>
                  <a:pt x="72657" y="63945"/>
                  <a:pt x="72657" y="63945"/>
                </a:cubicBezTo>
                <a:close/>
                <a:moveTo>
                  <a:pt x="17748" y="54014"/>
                </a:moveTo>
                <a:cubicBezTo>
                  <a:pt x="18893" y="54014"/>
                  <a:pt x="20062" y="54113"/>
                  <a:pt x="21282" y="54263"/>
                </a:cubicBezTo>
                <a:cubicBezTo>
                  <a:pt x="19739" y="58668"/>
                  <a:pt x="19241" y="62850"/>
                  <a:pt x="20062" y="66310"/>
                </a:cubicBezTo>
                <a:cubicBezTo>
                  <a:pt x="20013" y="66310"/>
                  <a:pt x="19988" y="66335"/>
                  <a:pt x="19913" y="66335"/>
                </a:cubicBezTo>
                <a:cubicBezTo>
                  <a:pt x="19589" y="66385"/>
                  <a:pt x="19241" y="66459"/>
                  <a:pt x="18917" y="66509"/>
                </a:cubicBezTo>
                <a:cubicBezTo>
                  <a:pt x="18594" y="66609"/>
                  <a:pt x="18245" y="66708"/>
                  <a:pt x="17922" y="66808"/>
                </a:cubicBezTo>
                <a:cubicBezTo>
                  <a:pt x="17623" y="66907"/>
                  <a:pt x="17299" y="66957"/>
                  <a:pt x="17001" y="67057"/>
                </a:cubicBezTo>
                <a:cubicBezTo>
                  <a:pt x="16652" y="67156"/>
                  <a:pt x="16354" y="67256"/>
                  <a:pt x="16005" y="67380"/>
                </a:cubicBezTo>
                <a:cubicBezTo>
                  <a:pt x="15682" y="67480"/>
                  <a:pt x="15383" y="67604"/>
                  <a:pt x="15084" y="67729"/>
                </a:cubicBezTo>
                <a:cubicBezTo>
                  <a:pt x="14785" y="67853"/>
                  <a:pt x="14462" y="68002"/>
                  <a:pt x="14163" y="68152"/>
                </a:cubicBezTo>
                <a:cubicBezTo>
                  <a:pt x="13840" y="68276"/>
                  <a:pt x="13541" y="68401"/>
                  <a:pt x="13267" y="68550"/>
                </a:cubicBezTo>
                <a:cubicBezTo>
                  <a:pt x="12968" y="68699"/>
                  <a:pt x="12670" y="68849"/>
                  <a:pt x="12396" y="69023"/>
                </a:cubicBezTo>
                <a:cubicBezTo>
                  <a:pt x="12072" y="69172"/>
                  <a:pt x="11799" y="69322"/>
                  <a:pt x="11475" y="69521"/>
                </a:cubicBezTo>
                <a:cubicBezTo>
                  <a:pt x="11201" y="69670"/>
                  <a:pt x="10952" y="69844"/>
                  <a:pt x="10678" y="70019"/>
                </a:cubicBezTo>
                <a:lnTo>
                  <a:pt x="9932" y="70467"/>
                </a:lnTo>
                <a:cubicBezTo>
                  <a:pt x="9907" y="70317"/>
                  <a:pt x="9857" y="70168"/>
                  <a:pt x="9832" y="69969"/>
                </a:cubicBezTo>
                <a:cubicBezTo>
                  <a:pt x="9782" y="69795"/>
                  <a:pt x="9757" y="69571"/>
                  <a:pt x="9683" y="69347"/>
                </a:cubicBezTo>
                <a:lnTo>
                  <a:pt x="9683" y="69247"/>
                </a:lnTo>
                <a:cubicBezTo>
                  <a:pt x="9658" y="69123"/>
                  <a:pt x="9658" y="68998"/>
                  <a:pt x="9633" y="68923"/>
                </a:cubicBezTo>
                <a:cubicBezTo>
                  <a:pt x="11699" y="63995"/>
                  <a:pt x="14437" y="58992"/>
                  <a:pt x="17748" y="54014"/>
                </a:cubicBezTo>
                <a:close/>
                <a:moveTo>
                  <a:pt x="79876" y="70417"/>
                </a:moveTo>
                <a:cubicBezTo>
                  <a:pt x="79901" y="70417"/>
                  <a:pt x="79950" y="70442"/>
                  <a:pt x="79950" y="70442"/>
                </a:cubicBezTo>
                <a:cubicBezTo>
                  <a:pt x="79950" y="70467"/>
                  <a:pt x="79901" y="70467"/>
                  <a:pt x="79901" y="70492"/>
                </a:cubicBezTo>
                <a:cubicBezTo>
                  <a:pt x="79876" y="70492"/>
                  <a:pt x="79876" y="70467"/>
                  <a:pt x="79851" y="70467"/>
                </a:cubicBezTo>
                <a:cubicBezTo>
                  <a:pt x="79851" y="70442"/>
                  <a:pt x="79876" y="70442"/>
                  <a:pt x="79876" y="70417"/>
                </a:cubicBezTo>
                <a:close/>
                <a:moveTo>
                  <a:pt x="33155" y="70442"/>
                </a:moveTo>
                <a:cubicBezTo>
                  <a:pt x="33180" y="70442"/>
                  <a:pt x="33205" y="70442"/>
                  <a:pt x="33205" y="70467"/>
                </a:cubicBezTo>
                <a:lnTo>
                  <a:pt x="33280" y="70467"/>
                </a:lnTo>
                <a:lnTo>
                  <a:pt x="33304" y="70516"/>
                </a:lnTo>
                <a:cubicBezTo>
                  <a:pt x="33280" y="70516"/>
                  <a:pt x="33205" y="70467"/>
                  <a:pt x="33180" y="70467"/>
                </a:cubicBezTo>
                <a:lnTo>
                  <a:pt x="33155" y="70442"/>
                </a:lnTo>
                <a:close/>
                <a:moveTo>
                  <a:pt x="9533" y="69197"/>
                </a:moveTo>
                <a:cubicBezTo>
                  <a:pt x="9533" y="69272"/>
                  <a:pt x="9558" y="69322"/>
                  <a:pt x="9558" y="69396"/>
                </a:cubicBezTo>
                <a:cubicBezTo>
                  <a:pt x="9558" y="69446"/>
                  <a:pt x="9583" y="69546"/>
                  <a:pt x="9583" y="69595"/>
                </a:cubicBezTo>
                <a:cubicBezTo>
                  <a:pt x="9658" y="69894"/>
                  <a:pt x="9708" y="70168"/>
                  <a:pt x="9782" y="70417"/>
                </a:cubicBezTo>
                <a:cubicBezTo>
                  <a:pt x="9782" y="70442"/>
                  <a:pt x="9807" y="70516"/>
                  <a:pt x="9807" y="70541"/>
                </a:cubicBezTo>
                <a:lnTo>
                  <a:pt x="9782" y="70566"/>
                </a:lnTo>
                <a:lnTo>
                  <a:pt x="9733" y="70591"/>
                </a:lnTo>
                <a:cubicBezTo>
                  <a:pt x="9733" y="70541"/>
                  <a:pt x="9708" y="70467"/>
                  <a:pt x="9708" y="70417"/>
                </a:cubicBezTo>
                <a:lnTo>
                  <a:pt x="9708" y="70392"/>
                </a:lnTo>
                <a:cubicBezTo>
                  <a:pt x="9633" y="70193"/>
                  <a:pt x="9558" y="69969"/>
                  <a:pt x="9533" y="69770"/>
                </a:cubicBezTo>
                <a:cubicBezTo>
                  <a:pt x="9509" y="69645"/>
                  <a:pt x="9459" y="69521"/>
                  <a:pt x="9459" y="69396"/>
                </a:cubicBezTo>
                <a:lnTo>
                  <a:pt x="9459" y="69322"/>
                </a:lnTo>
                <a:cubicBezTo>
                  <a:pt x="9459" y="69297"/>
                  <a:pt x="9484" y="69297"/>
                  <a:pt x="9484" y="69272"/>
                </a:cubicBezTo>
                <a:cubicBezTo>
                  <a:pt x="9484" y="69222"/>
                  <a:pt x="9484" y="69222"/>
                  <a:pt x="9533" y="69197"/>
                </a:cubicBezTo>
                <a:close/>
                <a:moveTo>
                  <a:pt x="84954" y="63074"/>
                </a:moveTo>
                <a:cubicBezTo>
                  <a:pt x="85377" y="63422"/>
                  <a:pt x="85825" y="63746"/>
                  <a:pt x="86223" y="64095"/>
                </a:cubicBezTo>
                <a:cubicBezTo>
                  <a:pt x="84431" y="66335"/>
                  <a:pt x="82564" y="68550"/>
                  <a:pt x="80573" y="70691"/>
                </a:cubicBezTo>
                <a:cubicBezTo>
                  <a:pt x="80448" y="70591"/>
                  <a:pt x="80349" y="70516"/>
                  <a:pt x="80224" y="70417"/>
                </a:cubicBezTo>
                <a:cubicBezTo>
                  <a:pt x="82116" y="68027"/>
                  <a:pt x="83709" y="65538"/>
                  <a:pt x="84954" y="63074"/>
                </a:cubicBezTo>
                <a:close/>
                <a:moveTo>
                  <a:pt x="20137" y="66484"/>
                </a:moveTo>
                <a:lnTo>
                  <a:pt x="20137" y="66534"/>
                </a:lnTo>
                <a:lnTo>
                  <a:pt x="20112" y="66559"/>
                </a:lnTo>
                <a:cubicBezTo>
                  <a:pt x="19714" y="66609"/>
                  <a:pt x="19291" y="66708"/>
                  <a:pt x="18893" y="66808"/>
                </a:cubicBezTo>
                <a:cubicBezTo>
                  <a:pt x="18594" y="66857"/>
                  <a:pt x="18295" y="66957"/>
                  <a:pt x="18021" y="67057"/>
                </a:cubicBezTo>
                <a:cubicBezTo>
                  <a:pt x="17673" y="67156"/>
                  <a:pt x="17299" y="67231"/>
                  <a:pt x="16976" y="67330"/>
                </a:cubicBezTo>
                <a:cubicBezTo>
                  <a:pt x="16652" y="67430"/>
                  <a:pt x="16354" y="67554"/>
                  <a:pt x="16030" y="67679"/>
                </a:cubicBezTo>
                <a:cubicBezTo>
                  <a:pt x="15731" y="67803"/>
                  <a:pt x="15408" y="67903"/>
                  <a:pt x="15109" y="68027"/>
                </a:cubicBezTo>
                <a:cubicBezTo>
                  <a:pt x="14785" y="68152"/>
                  <a:pt x="14512" y="68301"/>
                  <a:pt x="14188" y="68426"/>
                </a:cubicBezTo>
                <a:cubicBezTo>
                  <a:pt x="13889" y="68550"/>
                  <a:pt x="13566" y="68699"/>
                  <a:pt x="13267" y="68849"/>
                </a:cubicBezTo>
                <a:cubicBezTo>
                  <a:pt x="12993" y="68973"/>
                  <a:pt x="12744" y="69147"/>
                  <a:pt x="12446" y="69297"/>
                </a:cubicBezTo>
                <a:cubicBezTo>
                  <a:pt x="12147" y="69471"/>
                  <a:pt x="11799" y="69645"/>
                  <a:pt x="11500" y="69819"/>
                </a:cubicBezTo>
                <a:cubicBezTo>
                  <a:pt x="11251" y="69969"/>
                  <a:pt x="11027" y="70143"/>
                  <a:pt x="10803" y="70292"/>
                </a:cubicBezTo>
                <a:cubicBezTo>
                  <a:pt x="10529" y="70467"/>
                  <a:pt x="10255" y="70641"/>
                  <a:pt x="10006" y="70815"/>
                </a:cubicBezTo>
                <a:lnTo>
                  <a:pt x="10006" y="70765"/>
                </a:lnTo>
                <a:cubicBezTo>
                  <a:pt x="10206" y="70591"/>
                  <a:pt x="10454" y="70442"/>
                  <a:pt x="10678" y="70292"/>
                </a:cubicBezTo>
                <a:lnTo>
                  <a:pt x="11525" y="69720"/>
                </a:lnTo>
                <a:lnTo>
                  <a:pt x="12371" y="69272"/>
                </a:lnTo>
                <a:cubicBezTo>
                  <a:pt x="12670" y="69098"/>
                  <a:pt x="12993" y="68923"/>
                  <a:pt x="13292" y="68774"/>
                </a:cubicBezTo>
                <a:cubicBezTo>
                  <a:pt x="13541" y="68650"/>
                  <a:pt x="13815" y="68525"/>
                  <a:pt x="14113" y="68401"/>
                </a:cubicBezTo>
                <a:lnTo>
                  <a:pt x="15134" y="67928"/>
                </a:lnTo>
                <a:cubicBezTo>
                  <a:pt x="15383" y="67828"/>
                  <a:pt x="15657" y="67729"/>
                  <a:pt x="15906" y="67654"/>
                </a:cubicBezTo>
                <a:cubicBezTo>
                  <a:pt x="16279" y="67530"/>
                  <a:pt x="16652" y="67355"/>
                  <a:pt x="17026" y="67231"/>
                </a:cubicBezTo>
                <a:cubicBezTo>
                  <a:pt x="17275" y="67156"/>
                  <a:pt x="17524" y="67106"/>
                  <a:pt x="17797" y="67032"/>
                </a:cubicBezTo>
                <a:cubicBezTo>
                  <a:pt x="18171" y="66907"/>
                  <a:pt x="18594" y="66808"/>
                  <a:pt x="18967" y="66708"/>
                </a:cubicBezTo>
                <a:cubicBezTo>
                  <a:pt x="19241" y="66658"/>
                  <a:pt x="19515" y="66609"/>
                  <a:pt x="19789" y="66559"/>
                </a:cubicBezTo>
                <a:cubicBezTo>
                  <a:pt x="19913" y="66534"/>
                  <a:pt x="20013" y="66534"/>
                  <a:pt x="20137" y="66484"/>
                </a:cubicBezTo>
                <a:close/>
                <a:moveTo>
                  <a:pt x="24941" y="66285"/>
                </a:moveTo>
                <a:cubicBezTo>
                  <a:pt x="26808" y="66285"/>
                  <a:pt x="28625" y="66484"/>
                  <a:pt x="30367" y="66907"/>
                </a:cubicBezTo>
                <a:cubicBezTo>
                  <a:pt x="30417" y="66907"/>
                  <a:pt x="30442" y="66932"/>
                  <a:pt x="30467" y="66932"/>
                </a:cubicBezTo>
                <a:cubicBezTo>
                  <a:pt x="30691" y="66982"/>
                  <a:pt x="30865" y="67032"/>
                  <a:pt x="31089" y="67081"/>
                </a:cubicBezTo>
                <a:cubicBezTo>
                  <a:pt x="31413" y="68276"/>
                  <a:pt x="31935" y="69297"/>
                  <a:pt x="32657" y="70143"/>
                </a:cubicBezTo>
                <a:lnTo>
                  <a:pt x="32608" y="70143"/>
                </a:lnTo>
                <a:cubicBezTo>
                  <a:pt x="32533" y="70093"/>
                  <a:pt x="32408" y="70093"/>
                  <a:pt x="32309" y="70068"/>
                </a:cubicBezTo>
                <a:cubicBezTo>
                  <a:pt x="31935" y="70019"/>
                  <a:pt x="31562" y="69969"/>
                  <a:pt x="31164" y="69944"/>
                </a:cubicBezTo>
                <a:cubicBezTo>
                  <a:pt x="31039" y="69944"/>
                  <a:pt x="30915" y="69919"/>
                  <a:pt x="30815" y="69919"/>
                </a:cubicBezTo>
                <a:cubicBezTo>
                  <a:pt x="30318" y="69894"/>
                  <a:pt x="29845" y="69844"/>
                  <a:pt x="29347" y="69844"/>
                </a:cubicBezTo>
                <a:cubicBezTo>
                  <a:pt x="28973" y="69844"/>
                  <a:pt x="28625" y="69844"/>
                  <a:pt x="28252" y="69894"/>
                </a:cubicBezTo>
                <a:cubicBezTo>
                  <a:pt x="28102" y="69894"/>
                  <a:pt x="27928" y="69919"/>
                  <a:pt x="27754" y="69919"/>
                </a:cubicBezTo>
                <a:cubicBezTo>
                  <a:pt x="27580" y="69919"/>
                  <a:pt x="27380" y="69944"/>
                  <a:pt x="27181" y="69944"/>
                </a:cubicBezTo>
                <a:lnTo>
                  <a:pt x="26509" y="70043"/>
                </a:lnTo>
                <a:cubicBezTo>
                  <a:pt x="26360" y="70068"/>
                  <a:pt x="26211" y="70068"/>
                  <a:pt x="26086" y="70093"/>
                </a:cubicBezTo>
                <a:cubicBezTo>
                  <a:pt x="25837" y="70143"/>
                  <a:pt x="25613" y="70193"/>
                  <a:pt x="25364" y="70218"/>
                </a:cubicBezTo>
                <a:cubicBezTo>
                  <a:pt x="25240" y="70268"/>
                  <a:pt x="25115" y="70268"/>
                  <a:pt x="24991" y="70292"/>
                </a:cubicBezTo>
                <a:lnTo>
                  <a:pt x="24244" y="70467"/>
                </a:lnTo>
                <a:cubicBezTo>
                  <a:pt x="24145" y="70492"/>
                  <a:pt x="24020" y="70541"/>
                  <a:pt x="23945" y="70541"/>
                </a:cubicBezTo>
                <a:cubicBezTo>
                  <a:pt x="23697" y="70591"/>
                  <a:pt x="23448" y="70691"/>
                  <a:pt x="23199" y="70740"/>
                </a:cubicBezTo>
                <a:cubicBezTo>
                  <a:pt x="23124" y="70790"/>
                  <a:pt x="23074" y="70790"/>
                  <a:pt x="23000" y="70815"/>
                </a:cubicBezTo>
                <a:cubicBezTo>
                  <a:pt x="22352" y="70218"/>
                  <a:pt x="21879" y="69571"/>
                  <a:pt x="21506" y="68849"/>
                </a:cubicBezTo>
                <a:cubicBezTo>
                  <a:pt x="21954" y="68027"/>
                  <a:pt x="22402" y="67181"/>
                  <a:pt x="22900" y="66360"/>
                </a:cubicBezTo>
                <a:lnTo>
                  <a:pt x="22950" y="66360"/>
                </a:lnTo>
                <a:cubicBezTo>
                  <a:pt x="23597" y="66310"/>
                  <a:pt x="24269" y="66285"/>
                  <a:pt x="24941" y="66285"/>
                </a:cubicBezTo>
                <a:close/>
                <a:moveTo>
                  <a:pt x="9807" y="70790"/>
                </a:moveTo>
                <a:lnTo>
                  <a:pt x="9807" y="70815"/>
                </a:lnTo>
                <a:lnTo>
                  <a:pt x="9807" y="70840"/>
                </a:lnTo>
                <a:lnTo>
                  <a:pt x="9757" y="70840"/>
                </a:lnTo>
                <a:lnTo>
                  <a:pt x="9757" y="70815"/>
                </a:lnTo>
                <a:lnTo>
                  <a:pt x="9782" y="70815"/>
                </a:lnTo>
                <a:cubicBezTo>
                  <a:pt x="9807" y="70815"/>
                  <a:pt x="9807" y="70790"/>
                  <a:pt x="9807" y="70790"/>
                </a:cubicBezTo>
                <a:close/>
                <a:moveTo>
                  <a:pt x="80100" y="70566"/>
                </a:moveTo>
                <a:cubicBezTo>
                  <a:pt x="80199" y="70666"/>
                  <a:pt x="80324" y="70765"/>
                  <a:pt x="80398" y="70815"/>
                </a:cubicBezTo>
                <a:lnTo>
                  <a:pt x="80374" y="70840"/>
                </a:lnTo>
                <a:cubicBezTo>
                  <a:pt x="80274" y="70765"/>
                  <a:pt x="80150" y="70666"/>
                  <a:pt x="80075" y="70591"/>
                </a:cubicBezTo>
                <a:lnTo>
                  <a:pt x="80100" y="70566"/>
                </a:lnTo>
                <a:close/>
                <a:moveTo>
                  <a:pt x="86347" y="64219"/>
                </a:moveTo>
                <a:cubicBezTo>
                  <a:pt x="86372" y="64219"/>
                  <a:pt x="86372" y="64244"/>
                  <a:pt x="86422" y="64244"/>
                </a:cubicBezTo>
                <a:cubicBezTo>
                  <a:pt x="84630" y="66484"/>
                  <a:pt x="82738" y="68699"/>
                  <a:pt x="80747" y="70840"/>
                </a:cubicBezTo>
                <a:cubicBezTo>
                  <a:pt x="80722" y="70840"/>
                  <a:pt x="80722" y="70815"/>
                  <a:pt x="80697" y="70815"/>
                </a:cubicBezTo>
                <a:cubicBezTo>
                  <a:pt x="82688" y="68674"/>
                  <a:pt x="84580" y="66459"/>
                  <a:pt x="86347" y="64219"/>
                </a:cubicBezTo>
                <a:close/>
                <a:moveTo>
                  <a:pt x="21382" y="69073"/>
                </a:moveTo>
                <a:cubicBezTo>
                  <a:pt x="21753" y="69716"/>
                  <a:pt x="22197" y="70334"/>
                  <a:pt x="22692" y="70904"/>
                </a:cubicBezTo>
                <a:lnTo>
                  <a:pt x="22692" y="70904"/>
                </a:lnTo>
                <a:cubicBezTo>
                  <a:pt x="22690" y="70904"/>
                  <a:pt x="22689" y="70904"/>
                  <a:pt x="22687" y="70904"/>
                </a:cubicBezTo>
                <a:cubicBezTo>
                  <a:pt x="22670" y="70904"/>
                  <a:pt x="22643" y="70915"/>
                  <a:pt x="22626" y="70915"/>
                </a:cubicBezTo>
                <a:cubicBezTo>
                  <a:pt x="22128" y="70392"/>
                  <a:pt x="21730" y="69795"/>
                  <a:pt x="21357" y="69147"/>
                </a:cubicBezTo>
                <a:cubicBezTo>
                  <a:pt x="21357" y="69098"/>
                  <a:pt x="21382" y="69098"/>
                  <a:pt x="21382" y="69073"/>
                </a:cubicBezTo>
                <a:close/>
                <a:moveTo>
                  <a:pt x="80573" y="70940"/>
                </a:moveTo>
                <a:cubicBezTo>
                  <a:pt x="80598" y="70940"/>
                  <a:pt x="80598" y="70964"/>
                  <a:pt x="80622" y="70964"/>
                </a:cubicBezTo>
                <a:lnTo>
                  <a:pt x="80598" y="71014"/>
                </a:lnTo>
                <a:cubicBezTo>
                  <a:pt x="80573" y="71014"/>
                  <a:pt x="80573" y="70964"/>
                  <a:pt x="80523" y="70964"/>
                </a:cubicBezTo>
                <a:lnTo>
                  <a:pt x="80573" y="70940"/>
                </a:lnTo>
                <a:close/>
                <a:moveTo>
                  <a:pt x="29297" y="70068"/>
                </a:moveTo>
                <a:cubicBezTo>
                  <a:pt x="29795" y="70068"/>
                  <a:pt x="30293" y="70093"/>
                  <a:pt x="30790" y="70143"/>
                </a:cubicBezTo>
                <a:cubicBezTo>
                  <a:pt x="30915" y="70143"/>
                  <a:pt x="31039" y="70168"/>
                  <a:pt x="31164" y="70168"/>
                </a:cubicBezTo>
                <a:cubicBezTo>
                  <a:pt x="31562" y="70193"/>
                  <a:pt x="31935" y="70268"/>
                  <a:pt x="32334" y="70317"/>
                </a:cubicBezTo>
                <a:cubicBezTo>
                  <a:pt x="32433" y="70342"/>
                  <a:pt x="32533" y="70342"/>
                  <a:pt x="32608" y="70392"/>
                </a:cubicBezTo>
                <a:cubicBezTo>
                  <a:pt x="32637" y="70347"/>
                  <a:pt x="32658" y="70338"/>
                  <a:pt x="32676" y="70338"/>
                </a:cubicBezTo>
                <a:cubicBezTo>
                  <a:pt x="32687" y="70338"/>
                  <a:pt x="32697" y="70342"/>
                  <a:pt x="32707" y="70342"/>
                </a:cubicBezTo>
                <a:cubicBezTo>
                  <a:pt x="32682" y="70392"/>
                  <a:pt x="32682" y="70392"/>
                  <a:pt x="32682" y="70417"/>
                </a:cubicBezTo>
                <a:cubicBezTo>
                  <a:pt x="32234" y="70317"/>
                  <a:pt x="31786" y="70268"/>
                  <a:pt x="31313" y="70218"/>
                </a:cubicBezTo>
                <a:cubicBezTo>
                  <a:pt x="31164" y="70218"/>
                  <a:pt x="31039" y="70193"/>
                  <a:pt x="30865" y="70193"/>
                </a:cubicBezTo>
                <a:cubicBezTo>
                  <a:pt x="30342" y="70168"/>
                  <a:pt x="29820" y="70143"/>
                  <a:pt x="29247" y="70143"/>
                </a:cubicBezTo>
                <a:lnTo>
                  <a:pt x="29197" y="70143"/>
                </a:lnTo>
                <a:cubicBezTo>
                  <a:pt x="28849" y="70143"/>
                  <a:pt x="28500" y="70143"/>
                  <a:pt x="28202" y="70168"/>
                </a:cubicBezTo>
                <a:cubicBezTo>
                  <a:pt x="27953" y="70168"/>
                  <a:pt x="27679" y="70193"/>
                  <a:pt x="27430" y="70218"/>
                </a:cubicBezTo>
                <a:cubicBezTo>
                  <a:pt x="27331" y="70218"/>
                  <a:pt x="27231" y="70218"/>
                  <a:pt x="27131" y="70268"/>
                </a:cubicBezTo>
                <a:cubicBezTo>
                  <a:pt x="26833" y="70292"/>
                  <a:pt x="26484" y="70317"/>
                  <a:pt x="26186" y="70392"/>
                </a:cubicBezTo>
                <a:lnTo>
                  <a:pt x="26061" y="70392"/>
                </a:lnTo>
                <a:cubicBezTo>
                  <a:pt x="25713" y="70442"/>
                  <a:pt x="25339" y="70516"/>
                  <a:pt x="24991" y="70566"/>
                </a:cubicBezTo>
                <a:cubicBezTo>
                  <a:pt x="24369" y="70691"/>
                  <a:pt x="23746" y="70840"/>
                  <a:pt x="23124" y="71039"/>
                </a:cubicBezTo>
                <a:lnTo>
                  <a:pt x="23099" y="71014"/>
                </a:lnTo>
                <a:lnTo>
                  <a:pt x="23074" y="70964"/>
                </a:lnTo>
                <a:cubicBezTo>
                  <a:pt x="23348" y="70890"/>
                  <a:pt x="23622" y="70815"/>
                  <a:pt x="23896" y="70716"/>
                </a:cubicBezTo>
                <a:cubicBezTo>
                  <a:pt x="23970" y="70716"/>
                  <a:pt x="23995" y="70691"/>
                  <a:pt x="24070" y="70691"/>
                </a:cubicBezTo>
                <a:cubicBezTo>
                  <a:pt x="24369" y="70641"/>
                  <a:pt x="24692" y="70541"/>
                  <a:pt x="24966" y="70467"/>
                </a:cubicBezTo>
                <a:cubicBezTo>
                  <a:pt x="25016" y="70467"/>
                  <a:pt x="25090" y="70442"/>
                  <a:pt x="25140" y="70442"/>
                </a:cubicBezTo>
                <a:cubicBezTo>
                  <a:pt x="25439" y="70392"/>
                  <a:pt x="25738" y="70317"/>
                  <a:pt x="26011" y="70292"/>
                </a:cubicBezTo>
                <a:cubicBezTo>
                  <a:pt x="26111" y="70268"/>
                  <a:pt x="26235" y="70268"/>
                  <a:pt x="26335" y="70268"/>
                </a:cubicBezTo>
                <a:cubicBezTo>
                  <a:pt x="26584" y="70218"/>
                  <a:pt x="26833" y="70193"/>
                  <a:pt x="27107" y="70168"/>
                </a:cubicBezTo>
                <a:cubicBezTo>
                  <a:pt x="27306" y="70143"/>
                  <a:pt x="27455" y="70143"/>
                  <a:pt x="27629" y="70143"/>
                </a:cubicBezTo>
                <a:cubicBezTo>
                  <a:pt x="27828" y="70143"/>
                  <a:pt x="28003" y="70093"/>
                  <a:pt x="28202" y="70093"/>
                </a:cubicBezTo>
                <a:cubicBezTo>
                  <a:pt x="28575" y="70068"/>
                  <a:pt x="28924" y="70068"/>
                  <a:pt x="29297" y="70068"/>
                </a:cubicBezTo>
                <a:close/>
                <a:moveTo>
                  <a:pt x="22891" y="71070"/>
                </a:moveTo>
                <a:cubicBezTo>
                  <a:pt x="22888" y="71070"/>
                  <a:pt x="22888" y="71077"/>
                  <a:pt x="22900" y="71089"/>
                </a:cubicBezTo>
                <a:cubicBezTo>
                  <a:pt x="22896" y="71082"/>
                  <a:pt x="22893" y="71076"/>
                  <a:pt x="22891" y="71070"/>
                </a:cubicBezTo>
                <a:close/>
                <a:moveTo>
                  <a:pt x="45377" y="70840"/>
                </a:moveTo>
                <a:cubicBezTo>
                  <a:pt x="45377" y="70890"/>
                  <a:pt x="45377" y="70940"/>
                  <a:pt x="45402" y="70964"/>
                </a:cubicBezTo>
                <a:cubicBezTo>
                  <a:pt x="45402" y="71014"/>
                  <a:pt x="45377" y="71064"/>
                  <a:pt x="45377" y="71089"/>
                </a:cubicBezTo>
                <a:cubicBezTo>
                  <a:pt x="45377" y="71064"/>
                  <a:pt x="45377" y="71014"/>
                  <a:pt x="45352" y="70964"/>
                </a:cubicBezTo>
                <a:cubicBezTo>
                  <a:pt x="45352" y="70915"/>
                  <a:pt x="45352" y="70890"/>
                  <a:pt x="45377" y="70840"/>
                </a:cubicBezTo>
                <a:close/>
                <a:moveTo>
                  <a:pt x="22850" y="71039"/>
                </a:moveTo>
                <a:cubicBezTo>
                  <a:pt x="22871" y="71039"/>
                  <a:pt x="22875" y="71039"/>
                  <a:pt x="22891" y="71070"/>
                </a:cubicBezTo>
                <a:lnTo>
                  <a:pt x="22891" y="71070"/>
                </a:lnTo>
                <a:cubicBezTo>
                  <a:pt x="22891" y="71070"/>
                  <a:pt x="22891" y="71070"/>
                  <a:pt x="22891" y="71070"/>
                </a:cubicBezTo>
                <a:cubicBezTo>
                  <a:pt x="22894" y="71070"/>
                  <a:pt x="22900" y="71076"/>
                  <a:pt x="22900" y="71089"/>
                </a:cubicBezTo>
                <a:cubicBezTo>
                  <a:pt x="22875" y="71089"/>
                  <a:pt x="22850" y="71089"/>
                  <a:pt x="22850" y="71139"/>
                </a:cubicBezTo>
                <a:lnTo>
                  <a:pt x="22825" y="71089"/>
                </a:lnTo>
                <a:cubicBezTo>
                  <a:pt x="22825" y="71089"/>
                  <a:pt x="22776" y="71089"/>
                  <a:pt x="22776" y="71064"/>
                </a:cubicBezTo>
                <a:cubicBezTo>
                  <a:pt x="22825" y="71064"/>
                  <a:pt x="22825" y="71064"/>
                  <a:pt x="22825" y="71039"/>
                </a:cubicBezTo>
                <a:close/>
                <a:moveTo>
                  <a:pt x="96926" y="63099"/>
                </a:moveTo>
                <a:cubicBezTo>
                  <a:pt x="98071" y="63248"/>
                  <a:pt x="99191" y="63348"/>
                  <a:pt x="100311" y="63373"/>
                </a:cubicBezTo>
                <a:cubicBezTo>
                  <a:pt x="98569" y="65986"/>
                  <a:pt x="96677" y="68575"/>
                  <a:pt x="94661" y="71139"/>
                </a:cubicBezTo>
                <a:cubicBezTo>
                  <a:pt x="94313" y="70765"/>
                  <a:pt x="93964" y="70417"/>
                  <a:pt x="93591" y="70068"/>
                </a:cubicBezTo>
                <a:cubicBezTo>
                  <a:pt x="94960" y="67729"/>
                  <a:pt x="96080" y="65364"/>
                  <a:pt x="96926" y="63099"/>
                </a:cubicBezTo>
                <a:close/>
                <a:moveTo>
                  <a:pt x="38905" y="61829"/>
                </a:moveTo>
                <a:cubicBezTo>
                  <a:pt x="39552" y="62377"/>
                  <a:pt x="40174" y="62950"/>
                  <a:pt x="40772" y="63547"/>
                </a:cubicBezTo>
                <a:cubicBezTo>
                  <a:pt x="40324" y="64792"/>
                  <a:pt x="40025" y="65986"/>
                  <a:pt x="39826" y="67181"/>
                </a:cubicBezTo>
                <a:cubicBezTo>
                  <a:pt x="39801" y="67281"/>
                  <a:pt x="39801" y="67380"/>
                  <a:pt x="39776" y="67480"/>
                </a:cubicBezTo>
                <a:lnTo>
                  <a:pt x="39776" y="67579"/>
                </a:lnTo>
                <a:cubicBezTo>
                  <a:pt x="39751" y="67704"/>
                  <a:pt x="39751" y="67828"/>
                  <a:pt x="39751" y="67953"/>
                </a:cubicBezTo>
                <a:cubicBezTo>
                  <a:pt x="39751" y="68077"/>
                  <a:pt x="39701" y="68226"/>
                  <a:pt x="39701" y="68351"/>
                </a:cubicBezTo>
                <a:cubicBezTo>
                  <a:pt x="39677" y="68575"/>
                  <a:pt x="39677" y="68799"/>
                  <a:pt x="39677" y="69023"/>
                </a:cubicBezTo>
                <a:lnTo>
                  <a:pt x="39677" y="69098"/>
                </a:lnTo>
                <a:lnTo>
                  <a:pt x="39677" y="69197"/>
                </a:lnTo>
                <a:lnTo>
                  <a:pt x="39677" y="69695"/>
                </a:lnTo>
                <a:cubicBezTo>
                  <a:pt x="39677" y="69844"/>
                  <a:pt x="39677" y="70043"/>
                  <a:pt x="39701" y="70193"/>
                </a:cubicBezTo>
                <a:cubicBezTo>
                  <a:pt x="39701" y="70292"/>
                  <a:pt x="39701" y="70392"/>
                  <a:pt x="39751" y="70442"/>
                </a:cubicBezTo>
                <a:lnTo>
                  <a:pt x="39751" y="70566"/>
                </a:lnTo>
                <a:lnTo>
                  <a:pt x="39751" y="70591"/>
                </a:lnTo>
                <a:cubicBezTo>
                  <a:pt x="39776" y="70765"/>
                  <a:pt x="39776" y="70890"/>
                  <a:pt x="39801" y="71039"/>
                </a:cubicBezTo>
                <a:cubicBezTo>
                  <a:pt x="39801" y="71089"/>
                  <a:pt x="39826" y="71164"/>
                  <a:pt x="39826" y="71213"/>
                </a:cubicBezTo>
                <a:lnTo>
                  <a:pt x="39776" y="71164"/>
                </a:lnTo>
                <a:lnTo>
                  <a:pt x="39776" y="71188"/>
                </a:lnTo>
                <a:lnTo>
                  <a:pt x="39701" y="71139"/>
                </a:lnTo>
                <a:cubicBezTo>
                  <a:pt x="39627" y="71039"/>
                  <a:pt x="39502" y="70940"/>
                  <a:pt x="39403" y="70840"/>
                </a:cubicBezTo>
                <a:cubicBezTo>
                  <a:pt x="39278" y="70716"/>
                  <a:pt x="39129" y="70591"/>
                  <a:pt x="39005" y="70516"/>
                </a:cubicBezTo>
                <a:cubicBezTo>
                  <a:pt x="38880" y="70417"/>
                  <a:pt x="38756" y="70292"/>
                  <a:pt x="38581" y="70193"/>
                </a:cubicBezTo>
                <a:lnTo>
                  <a:pt x="38208" y="69919"/>
                </a:lnTo>
                <a:cubicBezTo>
                  <a:pt x="38059" y="69795"/>
                  <a:pt x="37909" y="69695"/>
                  <a:pt x="37760" y="69571"/>
                </a:cubicBezTo>
                <a:cubicBezTo>
                  <a:pt x="37660" y="69521"/>
                  <a:pt x="37536" y="69421"/>
                  <a:pt x="37436" y="69347"/>
                </a:cubicBezTo>
                <a:cubicBezTo>
                  <a:pt x="37262" y="69222"/>
                  <a:pt x="37063" y="69098"/>
                  <a:pt x="36889" y="69023"/>
                </a:cubicBezTo>
                <a:cubicBezTo>
                  <a:pt x="36789" y="68948"/>
                  <a:pt x="36690" y="68899"/>
                  <a:pt x="36590" y="68849"/>
                </a:cubicBezTo>
                <a:cubicBezTo>
                  <a:pt x="36391" y="68724"/>
                  <a:pt x="36192" y="68600"/>
                  <a:pt x="35968" y="68475"/>
                </a:cubicBezTo>
                <a:cubicBezTo>
                  <a:pt x="35918" y="68450"/>
                  <a:pt x="35818" y="68401"/>
                  <a:pt x="35769" y="68351"/>
                </a:cubicBezTo>
                <a:cubicBezTo>
                  <a:pt x="35545" y="68226"/>
                  <a:pt x="35296" y="68102"/>
                  <a:pt x="35072" y="68027"/>
                </a:cubicBezTo>
                <a:lnTo>
                  <a:pt x="34898" y="67928"/>
                </a:lnTo>
                <a:cubicBezTo>
                  <a:pt x="34823" y="67903"/>
                  <a:pt x="34773" y="67853"/>
                  <a:pt x="34673" y="67828"/>
                </a:cubicBezTo>
                <a:cubicBezTo>
                  <a:pt x="36018" y="65862"/>
                  <a:pt x="37412" y="63846"/>
                  <a:pt x="38905" y="61829"/>
                </a:cubicBezTo>
                <a:close/>
                <a:moveTo>
                  <a:pt x="52272" y="66733"/>
                </a:moveTo>
                <a:lnTo>
                  <a:pt x="52272" y="66808"/>
                </a:lnTo>
                <a:lnTo>
                  <a:pt x="52197" y="67181"/>
                </a:lnTo>
                <a:lnTo>
                  <a:pt x="52197" y="67281"/>
                </a:lnTo>
                <a:cubicBezTo>
                  <a:pt x="52197" y="67405"/>
                  <a:pt x="52147" y="67530"/>
                  <a:pt x="52147" y="67679"/>
                </a:cubicBezTo>
                <a:lnTo>
                  <a:pt x="52147" y="67803"/>
                </a:lnTo>
                <a:lnTo>
                  <a:pt x="52147" y="68226"/>
                </a:lnTo>
                <a:cubicBezTo>
                  <a:pt x="52147" y="68301"/>
                  <a:pt x="52147" y="68351"/>
                  <a:pt x="52197" y="68426"/>
                </a:cubicBezTo>
                <a:cubicBezTo>
                  <a:pt x="52197" y="68575"/>
                  <a:pt x="52222" y="68699"/>
                  <a:pt x="52247" y="68849"/>
                </a:cubicBezTo>
                <a:lnTo>
                  <a:pt x="52247" y="68948"/>
                </a:lnTo>
                <a:cubicBezTo>
                  <a:pt x="50579" y="69894"/>
                  <a:pt x="48886" y="70666"/>
                  <a:pt x="47268" y="71263"/>
                </a:cubicBezTo>
                <a:cubicBezTo>
                  <a:pt x="47468" y="70940"/>
                  <a:pt x="47617" y="70666"/>
                  <a:pt x="47741" y="70442"/>
                </a:cubicBezTo>
                <a:cubicBezTo>
                  <a:pt x="47841" y="70317"/>
                  <a:pt x="47891" y="70168"/>
                  <a:pt x="47990" y="70019"/>
                </a:cubicBezTo>
                <a:cubicBezTo>
                  <a:pt x="48015" y="69944"/>
                  <a:pt x="48090" y="69894"/>
                  <a:pt x="48115" y="69819"/>
                </a:cubicBezTo>
                <a:cubicBezTo>
                  <a:pt x="48214" y="69645"/>
                  <a:pt x="48339" y="69421"/>
                  <a:pt x="48488" y="69147"/>
                </a:cubicBezTo>
                <a:cubicBezTo>
                  <a:pt x="49110" y="68799"/>
                  <a:pt x="49708" y="68401"/>
                  <a:pt x="50330" y="68027"/>
                </a:cubicBezTo>
                <a:cubicBezTo>
                  <a:pt x="50479" y="67928"/>
                  <a:pt x="50654" y="67803"/>
                  <a:pt x="50878" y="67679"/>
                </a:cubicBezTo>
                <a:cubicBezTo>
                  <a:pt x="51127" y="67530"/>
                  <a:pt x="51450" y="67330"/>
                  <a:pt x="51724" y="67106"/>
                </a:cubicBezTo>
                <a:lnTo>
                  <a:pt x="52272" y="66733"/>
                </a:lnTo>
                <a:close/>
                <a:moveTo>
                  <a:pt x="48090" y="69347"/>
                </a:moveTo>
                <a:lnTo>
                  <a:pt x="48090" y="69347"/>
                </a:lnTo>
                <a:cubicBezTo>
                  <a:pt x="47990" y="69471"/>
                  <a:pt x="47916" y="69645"/>
                  <a:pt x="47841" y="69770"/>
                </a:cubicBezTo>
                <a:cubicBezTo>
                  <a:pt x="47841" y="69787"/>
                  <a:pt x="47841" y="69805"/>
                  <a:pt x="47823" y="69805"/>
                </a:cubicBezTo>
                <a:cubicBezTo>
                  <a:pt x="47816" y="69805"/>
                  <a:pt x="47806" y="69802"/>
                  <a:pt x="47791" y="69795"/>
                </a:cubicBezTo>
                <a:lnTo>
                  <a:pt x="47791" y="69795"/>
                </a:lnTo>
                <a:cubicBezTo>
                  <a:pt x="47841" y="69819"/>
                  <a:pt x="47766" y="69919"/>
                  <a:pt x="47667" y="70068"/>
                </a:cubicBezTo>
                <a:cubicBezTo>
                  <a:pt x="47418" y="70467"/>
                  <a:pt x="47219" y="70890"/>
                  <a:pt x="46970" y="71288"/>
                </a:cubicBezTo>
                <a:cubicBezTo>
                  <a:pt x="47144" y="70915"/>
                  <a:pt x="47343" y="70591"/>
                  <a:pt x="47468" y="70342"/>
                </a:cubicBezTo>
                <a:cubicBezTo>
                  <a:pt x="47542" y="70193"/>
                  <a:pt x="47617" y="70043"/>
                  <a:pt x="47716" y="69894"/>
                </a:cubicBezTo>
                <a:cubicBezTo>
                  <a:pt x="47766" y="69844"/>
                  <a:pt x="47766" y="69819"/>
                  <a:pt x="47791" y="69795"/>
                </a:cubicBezTo>
                <a:lnTo>
                  <a:pt x="47791" y="69795"/>
                </a:lnTo>
                <a:cubicBezTo>
                  <a:pt x="47791" y="69795"/>
                  <a:pt x="47791" y="69795"/>
                  <a:pt x="47791" y="69795"/>
                </a:cubicBezTo>
                <a:cubicBezTo>
                  <a:pt x="47866" y="69670"/>
                  <a:pt x="47965" y="69546"/>
                  <a:pt x="48040" y="69396"/>
                </a:cubicBezTo>
                <a:lnTo>
                  <a:pt x="48090" y="69347"/>
                </a:lnTo>
                <a:close/>
                <a:moveTo>
                  <a:pt x="100635" y="63348"/>
                </a:moveTo>
                <a:cubicBezTo>
                  <a:pt x="98868" y="66036"/>
                  <a:pt x="96926" y="68674"/>
                  <a:pt x="94835" y="71288"/>
                </a:cubicBezTo>
                <a:lnTo>
                  <a:pt x="94810" y="71263"/>
                </a:lnTo>
                <a:cubicBezTo>
                  <a:pt x="96876" y="68674"/>
                  <a:pt x="98793" y="66036"/>
                  <a:pt x="100560" y="63348"/>
                </a:cubicBezTo>
                <a:close/>
                <a:moveTo>
                  <a:pt x="93516" y="70218"/>
                </a:moveTo>
                <a:lnTo>
                  <a:pt x="94537" y="71263"/>
                </a:lnTo>
                <a:cubicBezTo>
                  <a:pt x="94537" y="71288"/>
                  <a:pt x="94512" y="71288"/>
                  <a:pt x="94512" y="71313"/>
                </a:cubicBezTo>
                <a:lnTo>
                  <a:pt x="93466" y="70292"/>
                </a:lnTo>
                <a:cubicBezTo>
                  <a:pt x="93466" y="70268"/>
                  <a:pt x="93516" y="70218"/>
                  <a:pt x="93516" y="70218"/>
                </a:cubicBezTo>
                <a:close/>
                <a:moveTo>
                  <a:pt x="44406" y="68774"/>
                </a:moveTo>
                <a:cubicBezTo>
                  <a:pt x="44655" y="69297"/>
                  <a:pt x="44854" y="69844"/>
                  <a:pt x="45003" y="70417"/>
                </a:cubicBezTo>
                <a:cubicBezTo>
                  <a:pt x="44729" y="70541"/>
                  <a:pt x="44431" y="70666"/>
                  <a:pt x="44132" y="70815"/>
                </a:cubicBezTo>
                <a:cubicBezTo>
                  <a:pt x="44008" y="70890"/>
                  <a:pt x="43908" y="70915"/>
                  <a:pt x="43784" y="70964"/>
                </a:cubicBezTo>
                <a:cubicBezTo>
                  <a:pt x="43759" y="71014"/>
                  <a:pt x="43684" y="71014"/>
                  <a:pt x="43659" y="71039"/>
                </a:cubicBezTo>
                <a:cubicBezTo>
                  <a:pt x="43360" y="71164"/>
                  <a:pt x="43037" y="71288"/>
                  <a:pt x="42763" y="71388"/>
                </a:cubicBezTo>
                <a:lnTo>
                  <a:pt x="42763" y="71338"/>
                </a:lnTo>
                <a:cubicBezTo>
                  <a:pt x="42888" y="71164"/>
                  <a:pt x="43012" y="70940"/>
                  <a:pt x="43136" y="70765"/>
                </a:cubicBezTo>
                <a:cubicBezTo>
                  <a:pt x="43161" y="70716"/>
                  <a:pt x="43186" y="70691"/>
                  <a:pt x="43186" y="70641"/>
                </a:cubicBezTo>
                <a:cubicBezTo>
                  <a:pt x="43560" y="70019"/>
                  <a:pt x="43958" y="69396"/>
                  <a:pt x="44406" y="68774"/>
                </a:cubicBezTo>
                <a:close/>
                <a:moveTo>
                  <a:pt x="44297" y="68488"/>
                </a:moveTo>
                <a:cubicBezTo>
                  <a:pt x="44300" y="68488"/>
                  <a:pt x="44306" y="68500"/>
                  <a:pt x="44306" y="68525"/>
                </a:cubicBezTo>
                <a:lnTo>
                  <a:pt x="44306" y="68550"/>
                </a:lnTo>
                <a:cubicBezTo>
                  <a:pt x="43673" y="69499"/>
                  <a:pt x="43064" y="70472"/>
                  <a:pt x="42479" y="71400"/>
                </a:cubicBezTo>
                <a:lnTo>
                  <a:pt x="42479" y="71400"/>
                </a:lnTo>
                <a:cubicBezTo>
                  <a:pt x="43057" y="70395"/>
                  <a:pt x="43658" y="69437"/>
                  <a:pt x="44306" y="68525"/>
                </a:cubicBezTo>
                <a:cubicBezTo>
                  <a:pt x="44294" y="68500"/>
                  <a:pt x="44294" y="68488"/>
                  <a:pt x="44297" y="68488"/>
                </a:cubicBezTo>
                <a:close/>
                <a:moveTo>
                  <a:pt x="67132" y="57822"/>
                </a:moveTo>
                <a:cubicBezTo>
                  <a:pt x="68127" y="59315"/>
                  <a:pt x="69571" y="61108"/>
                  <a:pt x="71512" y="63124"/>
                </a:cubicBezTo>
                <a:cubicBezTo>
                  <a:pt x="71015" y="63721"/>
                  <a:pt x="70517" y="64319"/>
                  <a:pt x="69994" y="64891"/>
                </a:cubicBezTo>
                <a:cubicBezTo>
                  <a:pt x="69944" y="64941"/>
                  <a:pt x="69919" y="64966"/>
                  <a:pt x="69894" y="65040"/>
                </a:cubicBezTo>
                <a:lnTo>
                  <a:pt x="69795" y="65115"/>
                </a:lnTo>
                <a:cubicBezTo>
                  <a:pt x="69297" y="65663"/>
                  <a:pt x="68799" y="66185"/>
                  <a:pt x="68276" y="66708"/>
                </a:cubicBezTo>
                <a:cubicBezTo>
                  <a:pt x="68003" y="66982"/>
                  <a:pt x="67704" y="67281"/>
                  <a:pt x="67405" y="67554"/>
                </a:cubicBezTo>
                <a:lnTo>
                  <a:pt x="67306" y="67654"/>
                </a:lnTo>
                <a:cubicBezTo>
                  <a:pt x="67281" y="67679"/>
                  <a:pt x="67256" y="67704"/>
                  <a:pt x="67206" y="67704"/>
                </a:cubicBezTo>
                <a:cubicBezTo>
                  <a:pt x="67156" y="67754"/>
                  <a:pt x="67057" y="67828"/>
                  <a:pt x="67007" y="67878"/>
                </a:cubicBezTo>
                <a:cubicBezTo>
                  <a:pt x="66833" y="68002"/>
                  <a:pt x="66708" y="68152"/>
                  <a:pt x="66559" y="68301"/>
                </a:cubicBezTo>
                <a:cubicBezTo>
                  <a:pt x="66459" y="68351"/>
                  <a:pt x="66410" y="68450"/>
                  <a:pt x="66310" y="68500"/>
                </a:cubicBezTo>
                <a:lnTo>
                  <a:pt x="65762" y="68973"/>
                </a:lnTo>
                <a:cubicBezTo>
                  <a:pt x="65638" y="69073"/>
                  <a:pt x="65514" y="69197"/>
                  <a:pt x="65414" y="69297"/>
                </a:cubicBezTo>
                <a:cubicBezTo>
                  <a:pt x="65314" y="69396"/>
                  <a:pt x="65190" y="69471"/>
                  <a:pt x="65090" y="69546"/>
                </a:cubicBezTo>
                <a:cubicBezTo>
                  <a:pt x="65041" y="69595"/>
                  <a:pt x="64966" y="69645"/>
                  <a:pt x="64916" y="69695"/>
                </a:cubicBezTo>
                <a:cubicBezTo>
                  <a:pt x="64767" y="69819"/>
                  <a:pt x="64642" y="69944"/>
                  <a:pt x="64468" y="70043"/>
                </a:cubicBezTo>
                <a:cubicBezTo>
                  <a:pt x="64393" y="70143"/>
                  <a:pt x="64294" y="70193"/>
                  <a:pt x="64169" y="70243"/>
                </a:cubicBezTo>
                <a:cubicBezTo>
                  <a:pt x="64145" y="70292"/>
                  <a:pt x="64070" y="70317"/>
                  <a:pt x="64045" y="70342"/>
                </a:cubicBezTo>
                <a:cubicBezTo>
                  <a:pt x="63896" y="70467"/>
                  <a:pt x="63771" y="70566"/>
                  <a:pt x="63597" y="70691"/>
                </a:cubicBezTo>
                <a:cubicBezTo>
                  <a:pt x="63572" y="70716"/>
                  <a:pt x="63547" y="70716"/>
                  <a:pt x="63522" y="70740"/>
                </a:cubicBezTo>
                <a:cubicBezTo>
                  <a:pt x="63473" y="70740"/>
                  <a:pt x="63473" y="70790"/>
                  <a:pt x="63448" y="70790"/>
                </a:cubicBezTo>
                <a:lnTo>
                  <a:pt x="63074" y="71064"/>
                </a:lnTo>
                <a:cubicBezTo>
                  <a:pt x="62950" y="71188"/>
                  <a:pt x="62825" y="71313"/>
                  <a:pt x="62676" y="71437"/>
                </a:cubicBezTo>
                <a:lnTo>
                  <a:pt x="62477" y="71263"/>
                </a:lnTo>
                <a:lnTo>
                  <a:pt x="61979" y="70765"/>
                </a:lnTo>
                <a:lnTo>
                  <a:pt x="61805" y="70566"/>
                </a:lnTo>
                <a:lnTo>
                  <a:pt x="61307" y="70068"/>
                </a:lnTo>
                <a:cubicBezTo>
                  <a:pt x="61232" y="70019"/>
                  <a:pt x="61183" y="69969"/>
                  <a:pt x="61133" y="69919"/>
                </a:cubicBezTo>
                <a:cubicBezTo>
                  <a:pt x="60959" y="69770"/>
                  <a:pt x="60809" y="69595"/>
                  <a:pt x="60610" y="69446"/>
                </a:cubicBezTo>
                <a:lnTo>
                  <a:pt x="60486" y="69322"/>
                </a:lnTo>
                <a:cubicBezTo>
                  <a:pt x="60311" y="69172"/>
                  <a:pt x="60112" y="69023"/>
                  <a:pt x="59963" y="68849"/>
                </a:cubicBezTo>
                <a:cubicBezTo>
                  <a:pt x="59938" y="68824"/>
                  <a:pt x="59913" y="68799"/>
                  <a:pt x="59863" y="68799"/>
                </a:cubicBezTo>
                <a:cubicBezTo>
                  <a:pt x="59689" y="68650"/>
                  <a:pt x="59490" y="68450"/>
                  <a:pt x="59316" y="68301"/>
                </a:cubicBezTo>
                <a:lnTo>
                  <a:pt x="59266" y="68276"/>
                </a:lnTo>
                <a:cubicBezTo>
                  <a:pt x="58644" y="67729"/>
                  <a:pt x="58071" y="67305"/>
                  <a:pt x="57499" y="66932"/>
                </a:cubicBezTo>
                <a:cubicBezTo>
                  <a:pt x="57698" y="66783"/>
                  <a:pt x="57872" y="66609"/>
                  <a:pt x="58096" y="66434"/>
                </a:cubicBezTo>
                <a:cubicBezTo>
                  <a:pt x="58196" y="66335"/>
                  <a:pt x="58320" y="66285"/>
                  <a:pt x="58395" y="66185"/>
                </a:cubicBezTo>
                <a:cubicBezTo>
                  <a:pt x="58469" y="66111"/>
                  <a:pt x="58519" y="66061"/>
                  <a:pt x="58594" y="66036"/>
                </a:cubicBezTo>
                <a:cubicBezTo>
                  <a:pt x="59017" y="65663"/>
                  <a:pt x="59440" y="65314"/>
                  <a:pt x="59863" y="64941"/>
                </a:cubicBezTo>
                <a:cubicBezTo>
                  <a:pt x="59963" y="64841"/>
                  <a:pt x="60062" y="64742"/>
                  <a:pt x="60187" y="64692"/>
                </a:cubicBezTo>
                <a:lnTo>
                  <a:pt x="60212" y="64667"/>
                </a:lnTo>
                <a:cubicBezTo>
                  <a:pt x="61307" y="63671"/>
                  <a:pt x="62402" y="62676"/>
                  <a:pt x="63448" y="61630"/>
                </a:cubicBezTo>
                <a:lnTo>
                  <a:pt x="63473" y="61605"/>
                </a:lnTo>
                <a:lnTo>
                  <a:pt x="64966" y="60112"/>
                </a:lnTo>
                <a:cubicBezTo>
                  <a:pt x="65066" y="60012"/>
                  <a:pt x="65140" y="59938"/>
                  <a:pt x="65215" y="59863"/>
                </a:cubicBezTo>
                <a:cubicBezTo>
                  <a:pt x="65663" y="59440"/>
                  <a:pt x="66061" y="58967"/>
                  <a:pt x="66509" y="58519"/>
                </a:cubicBezTo>
                <a:cubicBezTo>
                  <a:pt x="66559" y="58444"/>
                  <a:pt x="66659" y="58370"/>
                  <a:pt x="66708" y="58270"/>
                </a:cubicBezTo>
                <a:cubicBezTo>
                  <a:pt x="66833" y="58121"/>
                  <a:pt x="67007" y="57971"/>
                  <a:pt x="67132" y="57822"/>
                </a:cubicBezTo>
                <a:close/>
                <a:moveTo>
                  <a:pt x="9285" y="69670"/>
                </a:moveTo>
                <a:cubicBezTo>
                  <a:pt x="9384" y="70043"/>
                  <a:pt x="9459" y="70417"/>
                  <a:pt x="9533" y="70765"/>
                </a:cubicBezTo>
                <a:cubicBezTo>
                  <a:pt x="9409" y="70840"/>
                  <a:pt x="9260" y="70964"/>
                  <a:pt x="9135" y="71064"/>
                </a:cubicBezTo>
                <a:cubicBezTo>
                  <a:pt x="8961" y="71188"/>
                  <a:pt x="8812" y="71313"/>
                  <a:pt x="8662" y="71413"/>
                </a:cubicBezTo>
                <a:cubicBezTo>
                  <a:pt x="8637" y="71437"/>
                  <a:pt x="8588" y="71437"/>
                  <a:pt x="8563" y="71462"/>
                </a:cubicBezTo>
                <a:cubicBezTo>
                  <a:pt x="8787" y="70865"/>
                  <a:pt x="9036" y="70243"/>
                  <a:pt x="9285" y="69670"/>
                </a:cubicBezTo>
                <a:close/>
                <a:moveTo>
                  <a:pt x="57349" y="67057"/>
                </a:moveTo>
                <a:cubicBezTo>
                  <a:pt x="58320" y="67679"/>
                  <a:pt x="59341" y="68525"/>
                  <a:pt x="60461" y="69546"/>
                </a:cubicBezTo>
                <a:lnTo>
                  <a:pt x="60486" y="69571"/>
                </a:lnTo>
                <a:cubicBezTo>
                  <a:pt x="60685" y="69770"/>
                  <a:pt x="60909" y="69944"/>
                  <a:pt x="61083" y="70143"/>
                </a:cubicBezTo>
                <a:lnTo>
                  <a:pt x="61183" y="70218"/>
                </a:lnTo>
                <a:cubicBezTo>
                  <a:pt x="61357" y="70417"/>
                  <a:pt x="61556" y="70566"/>
                  <a:pt x="61730" y="70765"/>
                </a:cubicBezTo>
                <a:lnTo>
                  <a:pt x="61904" y="70915"/>
                </a:lnTo>
                <a:cubicBezTo>
                  <a:pt x="62079" y="71089"/>
                  <a:pt x="62228" y="71288"/>
                  <a:pt x="62427" y="71437"/>
                </a:cubicBezTo>
                <a:lnTo>
                  <a:pt x="62527" y="71537"/>
                </a:lnTo>
                <a:cubicBezTo>
                  <a:pt x="62477" y="71562"/>
                  <a:pt x="62477" y="71562"/>
                  <a:pt x="62452" y="71562"/>
                </a:cubicBezTo>
                <a:lnTo>
                  <a:pt x="61979" y="71089"/>
                </a:lnTo>
                <a:lnTo>
                  <a:pt x="61855" y="70964"/>
                </a:lnTo>
                <a:lnTo>
                  <a:pt x="61606" y="70716"/>
                </a:lnTo>
                <a:cubicBezTo>
                  <a:pt x="60013" y="69172"/>
                  <a:pt x="58594" y="67953"/>
                  <a:pt x="57300" y="67081"/>
                </a:cubicBezTo>
                <a:cubicBezTo>
                  <a:pt x="57324" y="67081"/>
                  <a:pt x="57324" y="67057"/>
                  <a:pt x="57349" y="67057"/>
                </a:cubicBezTo>
                <a:close/>
                <a:moveTo>
                  <a:pt x="52247" y="69172"/>
                </a:moveTo>
                <a:lnTo>
                  <a:pt x="52247" y="69222"/>
                </a:lnTo>
                <a:cubicBezTo>
                  <a:pt x="50507" y="70191"/>
                  <a:pt x="48768" y="70986"/>
                  <a:pt x="47054" y="71583"/>
                </a:cubicBezTo>
                <a:lnTo>
                  <a:pt x="47054" y="71583"/>
                </a:lnTo>
                <a:cubicBezTo>
                  <a:pt x="47119" y="71560"/>
                  <a:pt x="47119" y="71537"/>
                  <a:pt x="47119" y="71537"/>
                </a:cubicBezTo>
                <a:cubicBezTo>
                  <a:pt x="48787" y="70940"/>
                  <a:pt x="50504" y="70168"/>
                  <a:pt x="52247" y="69172"/>
                </a:cubicBezTo>
                <a:close/>
                <a:moveTo>
                  <a:pt x="39985" y="67375"/>
                </a:moveTo>
                <a:cubicBezTo>
                  <a:pt x="39970" y="67487"/>
                  <a:pt x="39958" y="67596"/>
                  <a:pt x="39950" y="67704"/>
                </a:cubicBezTo>
                <a:lnTo>
                  <a:pt x="39950" y="67803"/>
                </a:lnTo>
                <a:cubicBezTo>
                  <a:pt x="39950" y="67928"/>
                  <a:pt x="39926" y="68027"/>
                  <a:pt x="39926" y="68152"/>
                </a:cubicBezTo>
                <a:cubicBezTo>
                  <a:pt x="39901" y="68351"/>
                  <a:pt x="39901" y="68575"/>
                  <a:pt x="39851" y="68774"/>
                </a:cubicBezTo>
                <a:lnTo>
                  <a:pt x="39851" y="68824"/>
                </a:lnTo>
                <a:cubicBezTo>
                  <a:pt x="39851" y="68899"/>
                  <a:pt x="39851" y="68973"/>
                  <a:pt x="39826" y="69048"/>
                </a:cubicBezTo>
                <a:cubicBezTo>
                  <a:pt x="39901" y="69073"/>
                  <a:pt x="39901" y="69098"/>
                  <a:pt x="39901" y="69098"/>
                </a:cubicBezTo>
                <a:lnTo>
                  <a:pt x="39901" y="69446"/>
                </a:lnTo>
                <a:lnTo>
                  <a:pt x="39901" y="69595"/>
                </a:lnTo>
                <a:lnTo>
                  <a:pt x="39901" y="69844"/>
                </a:lnTo>
                <a:cubicBezTo>
                  <a:pt x="39901" y="70043"/>
                  <a:pt x="39926" y="70193"/>
                  <a:pt x="39926" y="70342"/>
                </a:cubicBezTo>
                <a:lnTo>
                  <a:pt x="39926" y="70442"/>
                </a:lnTo>
                <a:lnTo>
                  <a:pt x="39926" y="70566"/>
                </a:lnTo>
                <a:cubicBezTo>
                  <a:pt x="39926" y="70666"/>
                  <a:pt x="39950" y="70765"/>
                  <a:pt x="39950" y="70890"/>
                </a:cubicBezTo>
                <a:lnTo>
                  <a:pt x="39950" y="70964"/>
                </a:lnTo>
                <a:cubicBezTo>
                  <a:pt x="39950" y="71064"/>
                  <a:pt x="40000" y="71188"/>
                  <a:pt x="40000" y="71288"/>
                </a:cubicBezTo>
                <a:cubicBezTo>
                  <a:pt x="40000" y="71338"/>
                  <a:pt x="40025" y="71413"/>
                  <a:pt x="40025" y="71437"/>
                </a:cubicBezTo>
                <a:cubicBezTo>
                  <a:pt x="40025" y="71512"/>
                  <a:pt x="40050" y="71537"/>
                  <a:pt x="40050" y="71587"/>
                </a:cubicBezTo>
                <a:lnTo>
                  <a:pt x="40050" y="71637"/>
                </a:lnTo>
                <a:lnTo>
                  <a:pt x="40025" y="71587"/>
                </a:lnTo>
                <a:lnTo>
                  <a:pt x="40000" y="71562"/>
                </a:lnTo>
                <a:cubicBezTo>
                  <a:pt x="40000" y="71537"/>
                  <a:pt x="40000" y="71512"/>
                  <a:pt x="39950" y="71462"/>
                </a:cubicBezTo>
                <a:lnTo>
                  <a:pt x="39950" y="71413"/>
                </a:lnTo>
                <a:cubicBezTo>
                  <a:pt x="39926" y="71313"/>
                  <a:pt x="39926" y="71213"/>
                  <a:pt x="39901" y="71089"/>
                </a:cubicBezTo>
                <a:lnTo>
                  <a:pt x="39901" y="71064"/>
                </a:lnTo>
                <a:cubicBezTo>
                  <a:pt x="39901" y="70964"/>
                  <a:pt x="39876" y="70840"/>
                  <a:pt x="39876" y="70765"/>
                </a:cubicBezTo>
                <a:cubicBezTo>
                  <a:pt x="39876" y="70641"/>
                  <a:pt x="39826" y="70516"/>
                  <a:pt x="39826" y="70392"/>
                </a:cubicBezTo>
                <a:cubicBezTo>
                  <a:pt x="39826" y="70268"/>
                  <a:pt x="39801" y="70168"/>
                  <a:pt x="39801" y="70043"/>
                </a:cubicBezTo>
                <a:lnTo>
                  <a:pt x="39801" y="69894"/>
                </a:lnTo>
                <a:lnTo>
                  <a:pt x="39801" y="69670"/>
                </a:lnTo>
                <a:lnTo>
                  <a:pt x="39801" y="69297"/>
                </a:lnTo>
                <a:lnTo>
                  <a:pt x="39801" y="69073"/>
                </a:lnTo>
                <a:lnTo>
                  <a:pt x="39801" y="68899"/>
                </a:lnTo>
                <a:cubicBezTo>
                  <a:pt x="39801" y="68774"/>
                  <a:pt x="39801" y="68650"/>
                  <a:pt x="39826" y="68475"/>
                </a:cubicBezTo>
                <a:cubicBezTo>
                  <a:pt x="39826" y="68351"/>
                  <a:pt x="39876" y="68226"/>
                  <a:pt x="39876" y="68102"/>
                </a:cubicBezTo>
                <a:cubicBezTo>
                  <a:pt x="39876" y="67953"/>
                  <a:pt x="39901" y="67828"/>
                  <a:pt x="39926" y="67679"/>
                </a:cubicBezTo>
                <a:cubicBezTo>
                  <a:pt x="39926" y="67604"/>
                  <a:pt x="39926" y="67579"/>
                  <a:pt x="39950" y="67530"/>
                </a:cubicBezTo>
                <a:cubicBezTo>
                  <a:pt x="39950" y="67482"/>
                  <a:pt x="39971" y="67424"/>
                  <a:pt x="39985" y="67375"/>
                </a:cubicBezTo>
                <a:close/>
                <a:moveTo>
                  <a:pt x="71512" y="63323"/>
                </a:moveTo>
                <a:lnTo>
                  <a:pt x="71537" y="63348"/>
                </a:lnTo>
                <a:cubicBezTo>
                  <a:pt x="71388" y="63572"/>
                  <a:pt x="71239" y="63746"/>
                  <a:pt x="71039" y="63970"/>
                </a:cubicBezTo>
                <a:cubicBezTo>
                  <a:pt x="71015" y="63995"/>
                  <a:pt x="70990" y="64070"/>
                  <a:pt x="70915" y="64095"/>
                </a:cubicBezTo>
                <a:cubicBezTo>
                  <a:pt x="70691" y="64343"/>
                  <a:pt x="70442" y="64617"/>
                  <a:pt x="70243" y="64866"/>
                </a:cubicBezTo>
                <a:cubicBezTo>
                  <a:pt x="69994" y="65165"/>
                  <a:pt x="69770" y="65414"/>
                  <a:pt x="69521" y="65688"/>
                </a:cubicBezTo>
                <a:lnTo>
                  <a:pt x="69397" y="65812"/>
                </a:lnTo>
                <a:cubicBezTo>
                  <a:pt x="69148" y="66061"/>
                  <a:pt x="68899" y="66310"/>
                  <a:pt x="68650" y="66584"/>
                </a:cubicBezTo>
                <a:cubicBezTo>
                  <a:pt x="68401" y="66833"/>
                  <a:pt x="68152" y="67106"/>
                  <a:pt x="67903" y="67355"/>
                </a:cubicBezTo>
                <a:lnTo>
                  <a:pt x="67804" y="67455"/>
                </a:lnTo>
                <a:cubicBezTo>
                  <a:pt x="67530" y="67729"/>
                  <a:pt x="67256" y="67978"/>
                  <a:pt x="66957" y="68226"/>
                </a:cubicBezTo>
                <a:cubicBezTo>
                  <a:pt x="66708" y="68475"/>
                  <a:pt x="66435" y="68724"/>
                  <a:pt x="66186" y="68948"/>
                </a:cubicBezTo>
                <a:cubicBezTo>
                  <a:pt x="65887" y="69222"/>
                  <a:pt x="65538" y="69521"/>
                  <a:pt x="65190" y="69795"/>
                </a:cubicBezTo>
                <a:cubicBezTo>
                  <a:pt x="65041" y="69919"/>
                  <a:pt x="64891" y="70068"/>
                  <a:pt x="64717" y="70193"/>
                </a:cubicBezTo>
                <a:cubicBezTo>
                  <a:pt x="64642" y="70292"/>
                  <a:pt x="64543" y="70342"/>
                  <a:pt x="64443" y="70442"/>
                </a:cubicBezTo>
                <a:lnTo>
                  <a:pt x="63323" y="71288"/>
                </a:lnTo>
                <a:cubicBezTo>
                  <a:pt x="63149" y="71437"/>
                  <a:pt x="62925" y="71587"/>
                  <a:pt x="62726" y="71711"/>
                </a:cubicBezTo>
                <a:lnTo>
                  <a:pt x="62701" y="71686"/>
                </a:lnTo>
                <a:lnTo>
                  <a:pt x="62676" y="71661"/>
                </a:lnTo>
                <a:cubicBezTo>
                  <a:pt x="62950" y="71437"/>
                  <a:pt x="63099" y="71338"/>
                  <a:pt x="63224" y="71213"/>
                </a:cubicBezTo>
                <a:cubicBezTo>
                  <a:pt x="63298" y="71188"/>
                  <a:pt x="63323" y="71114"/>
                  <a:pt x="63373" y="71089"/>
                </a:cubicBezTo>
                <a:cubicBezTo>
                  <a:pt x="63448" y="71064"/>
                  <a:pt x="63497" y="70989"/>
                  <a:pt x="63572" y="70964"/>
                </a:cubicBezTo>
                <a:lnTo>
                  <a:pt x="63597" y="70964"/>
                </a:lnTo>
                <a:cubicBezTo>
                  <a:pt x="63796" y="70840"/>
                  <a:pt x="63970" y="70691"/>
                  <a:pt x="64145" y="70541"/>
                </a:cubicBezTo>
                <a:cubicBezTo>
                  <a:pt x="64169" y="70492"/>
                  <a:pt x="64219" y="70467"/>
                  <a:pt x="64269" y="70442"/>
                </a:cubicBezTo>
                <a:cubicBezTo>
                  <a:pt x="64344" y="70367"/>
                  <a:pt x="64418" y="70317"/>
                  <a:pt x="64518" y="70243"/>
                </a:cubicBezTo>
                <a:cubicBezTo>
                  <a:pt x="64518" y="70243"/>
                  <a:pt x="64543" y="70243"/>
                  <a:pt x="64543" y="70218"/>
                </a:cubicBezTo>
                <a:cubicBezTo>
                  <a:pt x="64692" y="70093"/>
                  <a:pt x="64817" y="69969"/>
                  <a:pt x="64966" y="69869"/>
                </a:cubicBezTo>
                <a:cubicBezTo>
                  <a:pt x="65140" y="69745"/>
                  <a:pt x="65314" y="69595"/>
                  <a:pt x="65464" y="69471"/>
                </a:cubicBezTo>
                <a:cubicBezTo>
                  <a:pt x="65563" y="69421"/>
                  <a:pt x="65663" y="69322"/>
                  <a:pt x="65762" y="69222"/>
                </a:cubicBezTo>
                <a:cubicBezTo>
                  <a:pt x="65837" y="69172"/>
                  <a:pt x="65937" y="69073"/>
                  <a:pt x="66036" y="68998"/>
                </a:cubicBezTo>
                <a:cubicBezTo>
                  <a:pt x="66161" y="68923"/>
                  <a:pt x="66285" y="68799"/>
                  <a:pt x="66385" y="68699"/>
                </a:cubicBezTo>
                <a:lnTo>
                  <a:pt x="66435" y="68625"/>
                </a:lnTo>
                <a:lnTo>
                  <a:pt x="66484" y="68575"/>
                </a:lnTo>
                <a:cubicBezTo>
                  <a:pt x="66534" y="68550"/>
                  <a:pt x="66584" y="68525"/>
                  <a:pt x="66609" y="68450"/>
                </a:cubicBezTo>
                <a:cubicBezTo>
                  <a:pt x="66833" y="68276"/>
                  <a:pt x="67032" y="68077"/>
                  <a:pt x="67231" y="67878"/>
                </a:cubicBezTo>
                <a:lnTo>
                  <a:pt x="67331" y="67803"/>
                </a:lnTo>
                <a:cubicBezTo>
                  <a:pt x="67604" y="67554"/>
                  <a:pt x="67853" y="67256"/>
                  <a:pt x="68152" y="67007"/>
                </a:cubicBezTo>
                <a:lnTo>
                  <a:pt x="68301" y="66857"/>
                </a:lnTo>
                <a:lnTo>
                  <a:pt x="68351" y="66808"/>
                </a:lnTo>
                <a:cubicBezTo>
                  <a:pt x="68824" y="66335"/>
                  <a:pt x="69297" y="65837"/>
                  <a:pt x="69770" y="65339"/>
                </a:cubicBezTo>
                <a:cubicBezTo>
                  <a:pt x="69770" y="65314"/>
                  <a:pt x="69795" y="65314"/>
                  <a:pt x="69795" y="65289"/>
                </a:cubicBezTo>
                <a:cubicBezTo>
                  <a:pt x="69919" y="65165"/>
                  <a:pt x="70044" y="64991"/>
                  <a:pt x="70168" y="64866"/>
                </a:cubicBezTo>
                <a:cubicBezTo>
                  <a:pt x="70193" y="64841"/>
                  <a:pt x="70193" y="64816"/>
                  <a:pt x="70218" y="64816"/>
                </a:cubicBezTo>
                <a:cubicBezTo>
                  <a:pt x="70566" y="64443"/>
                  <a:pt x="70890" y="64045"/>
                  <a:pt x="71214" y="63671"/>
                </a:cubicBezTo>
                <a:cubicBezTo>
                  <a:pt x="71288" y="63572"/>
                  <a:pt x="71338" y="63497"/>
                  <a:pt x="71413" y="63447"/>
                </a:cubicBezTo>
                <a:cubicBezTo>
                  <a:pt x="71438" y="63422"/>
                  <a:pt x="71463" y="63348"/>
                  <a:pt x="71512" y="63323"/>
                </a:cubicBezTo>
                <a:close/>
                <a:moveTo>
                  <a:pt x="52520" y="70342"/>
                </a:moveTo>
                <a:lnTo>
                  <a:pt x="52520" y="70367"/>
                </a:lnTo>
                <a:lnTo>
                  <a:pt x="52520" y="70417"/>
                </a:lnTo>
                <a:cubicBezTo>
                  <a:pt x="51878" y="70862"/>
                  <a:pt x="51235" y="71307"/>
                  <a:pt x="50568" y="71728"/>
                </a:cubicBezTo>
                <a:lnTo>
                  <a:pt x="50568" y="71728"/>
                </a:lnTo>
                <a:cubicBezTo>
                  <a:pt x="50646" y="71671"/>
                  <a:pt x="50711" y="71611"/>
                  <a:pt x="50803" y="71537"/>
                </a:cubicBezTo>
                <a:cubicBezTo>
                  <a:pt x="51375" y="71164"/>
                  <a:pt x="51973" y="70765"/>
                  <a:pt x="52520" y="70342"/>
                </a:cubicBezTo>
                <a:close/>
                <a:moveTo>
                  <a:pt x="35430" y="68498"/>
                </a:moveTo>
                <a:lnTo>
                  <a:pt x="35430" y="68498"/>
                </a:lnTo>
                <a:cubicBezTo>
                  <a:pt x="35557" y="68565"/>
                  <a:pt x="35684" y="68632"/>
                  <a:pt x="35818" y="68699"/>
                </a:cubicBezTo>
                <a:cubicBezTo>
                  <a:pt x="35893" y="68724"/>
                  <a:pt x="35943" y="68749"/>
                  <a:pt x="36042" y="68824"/>
                </a:cubicBezTo>
                <a:cubicBezTo>
                  <a:pt x="36267" y="68948"/>
                  <a:pt x="36441" y="69073"/>
                  <a:pt x="36665" y="69197"/>
                </a:cubicBezTo>
                <a:cubicBezTo>
                  <a:pt x="36764" y="69247"/>
                  <a:pt x="36839" y="69322"/>
                  <a:pt x="36939" y="69347"/>
                </a:cubicBezTo>
                <a:cubicBezTo>
                  <a:pt x="37138" y="69471"/>
                  <a:pt x="37287" y="69571"/>
                  <a:pt x="37461" y="69695"/>
                </a:cubicBezTo>
                <a:cubicBezTo>
                  <a:pt x="37586" y="69745"/>
                  <a:pt x="37685" y="69844"/>
                  <a:pt x="37810" y="69919"/>
                </a:cubicBezTo>
                <a:cubicBezTo>
                  <a:pt x="37959" y="69994"/>
                  <a:pt x="38084" y="70118"/>
                  <a:pt x="38258" y="70218"/>
                </a:cubicBezTo>
                <a:lnTo>
                  <a:pt x="38631" y="70492"/>
                </a:lnTo>
                <a:cubicBezTo>
                  <a:pt x="38756" y="70591"/>
                  <a:pt x="38880" y="70691"/>
                  <a:pt x="38980" y="70815"/>
                </a:cubicBezTo>
                <a:cubicBezTo>
                  <a:pt x="39104" y="70940"/>
                  <a:pt x="39278" y="71039"/>
                  <a:pt x="39403" y="71164"/>
                </a:cubicBezTo>
                <a:cubicBezTo>
                  <a:pt x="39502" y="71238"/>
                  <a:pt x="39602" y="71338"/>
                  <a:pt x="39701" y="71437"/>
                </a:cubicBezTo>
                <a:lnTo>
                  <a:pt x="39901" y="71612"/>
                </a:lnTo>
                <a:lnTo>
                  <a:pt x="39926" y="71736"/>
                </a:lnTo>
                <a:lnTo>
                  <a:pt x="39477" y="71313"/>
                </a:lnTo>
                <a:cubicBezTo>
                  <a:pt x="39403" y="71213"/>
                  <a:pt x="39303" y="71164"/>
                  <a:pt x="39204" y="71064"/>
                </a:cubicBezTo>
                <a:cubicBezTo>
                  <a:pt x="39054" y="70940"/>
                  <a:pt x="38905" y="70790"/>
                  <a:pt x="38731" y="70666"/>
                </a:cubicBezTo>
                <a:cubicBezTo>
                  <a:pt x="38656" y="70566"/>
                  <a:pt x="38557" y="70492"/>
                  <a:pt x="38432" y="70442"/>
                </a:cubicBezTo>
                <a:cubicBezTo>
                  <a:pt x="38283" y="70317"/>
                  <a:pt x="38108" y="70193"/>
                  <a:pt x="37934" y="70068"/>
                </a:cubicBezTo>
                <a:cubicBezTo>
                  <a:pt x="37835" y="69969"/>
                  <a:pt x="37710" y="69919"/>
                  <a:pt x="37586" y="69844"/>
                </a:cubicBezTo>
                <a:cubicBezTo>
                  <a:pt x="37436" y="69720"/>
                  <a:pt x="37237" y="69620"/>
                  <a:pt x="37088" y="69496"/>
                </a:cubicBezTo>
                <a:cubicBezTo>
                  <a:pt x="36963" y="69446"/>
                  <a:pt x="36839" y="69347"/>
                  <a:pt x="36764" y="69297"/>
                </a:cubicBezTo>
                <a:cubicBezTo>
                  <a:pt x="36590" y="69197"/>
                  <a:pt x="36416" y="69073"/>
                  <a:pt x="36267" y="68973"/>
                </a:cubicBezTo>
                <a:cubicBezTo>
                  <a:pt x="36142" y="68923"/>
                  <a:pt x="35993" y="68824"/>
                  <a:pt x="35893" y="68774"/>
                </a:cubicBezTo>
                <a:cubicBezTo>
                  <a:pt x="35732" y="68682"/>
                  <a:pt x="35571" y="68590"/>
                  <a:pt x="35430" y="68498"/>
                </a:cubicBezTo>
                <a:close/>
                <a:moveTo>
                  <a:pt x="62601" y="71686"/>
                </a:moveTo>
                <a:cubicBezTo>
                  <a:pt x="62651" y="71686"/>
                  <a:pt x="62651" y="71686"/>
                  <a:pt x="62676" y="71711"/>
                </a:cubicBezTo>
                <a:cubicBezTo>
                  <a:pt x="62651" y="71761"/>
                  <a:pt x="62651" y="71761"/>
                  <a:pt x="62601" y="71761"/>
                </a:cubicBezTo>
                <a:lnTo>
                  <a:pt x="62576" y="71711"/>
                </a:lnTo>
                <a:lnTo>
                  <a:pt x="62601" y="71686"/>
                </a:lnTo>
                <a:close/>
                <a:moveTo>
                  <a:pt x="9260" y="69197"/>
                </a:moveTo>
                <a:lnTo>
                  <a:pt x="9260" y="69297"/>
                </a:lnTo>
                <a:cubicBezTo>
                  <a:pt x="8911" y="70093"/>
                  <a:pt x="8563" y="70940"/>
                  <a:pt x="8264" y="71761"/>
                </a:cubicBezTo>
                <a:cubicBezTo>
                  <a:pt x="8229" y="71778"/>
                  <a:pt x="8207" y="71784"/>
                  <a:pt x="8196" y="71794"/>
                </a:cubicBezTo>
                <a:lnTo>
                  <a:pt x="8196" y="71794"/>
                </a:lnTo>
                <a:cubicBezTo>
                  <a:pt x="8542" y="70928"/>
                  <a:pt x="8889" y="70063"/>
                  <a:pt x="9260" y="69197"/>
                </a:cubicBezTo>
                <a:close/>
                <a:moveTo>
                  <a:pt x="47642" y="69645"/>
                </a:moveTo>
                <a:cubicBezTo>
                  <a:pt x="47268" y="70268"/>
                  <a:pt x="46895" y="70915"/>
                  <a:pt x="46547" y="71537"/>
                </a:cubicBezTo>
                <a:lnTo>
                  <a:pt x="45725" y="71811"/>
                </a:lnTo>
                <a:cubicBezTo>
                  <a:pt x="45675" y="71537"/>
                  <a:pt x="45650" y="71263"/>
                  <a:pt x="45601" y="71014"/>
                </a:cubicBezTo>
                <a:cubicBezTo>
                  <a:pt x="45626" y="70890"/>
                  <a:pt x="45650" y="70765"/>
                  <a:pt x="45675" y="70666"/>
                </a:cubicBezTo>
                <a:cubicBezTo>
                  <a:pt x="46347" y="70342"/>
                  <a:pt x="46995" y="70019"/>
                  <a:pt x="47642" y="69645"/>
                </a:cubicBezTo>
                <a:close/>
                <a:moveTo>
                  <a:pt x="45426" y="71313"/>
                </a:moveTo>
                <a:cubicBezTo>
                  <a:pt x="45476" y="71512"/>
                  <a:pt x="45501" y="71661"/>
                  <a:pt x="45501" y="71836"/>
                </a:cubicBezTo>
                <a:lnTo>
                  <a:pt x="45476" y="71885"/>
                </a:lnTo>
                <a:cubicBezTo>
                  <a:pt x="45426" y="71711"/>
                  <a:pt x="45426" y="71587"/>
                  <a:pt x="45402" y="71437"/>
                </a:cubicBezTo>
                <a:cubicBezTo>
                  <a:pt x="45402" y="71413"/>
                  <a:pt x="45426" y="71338"/>
                  <a:pt x="45426" y="71313"/>
                </a:cubicBezTo>
                <a:close/>
                <a:moveTo>
                  <a:pt x="32832" y="70591"/>
                </a:moveTo>
                <a:lnTo>
                  <a:pt x="32085" y="71910"/>
                </a:lnTo>
                <a:lnTo>
                  <a:pt x="32035" y="71910"/>
                </a:lnTo>
                <a:lnTo>
                  <a:pt x="32782" y="70591"/>
                </a:lnTo>
                <a:close/>
                <a:moveTo>
                  <a:pt x="45103" y="70940"/>
                </a:moveTo>
                <a:lnTo>
                  <a:pt x="45103" y="70964"/>
                </a:lnTo>
                <a:cubicBezTo>
                  <a:pt x="44978" y="71288"/>
                  <a:pt x="44879" y="71587"/>
                  <a:pt x="44779" y="71910"/>
                </a:cubicBezTo>
                <a:cubicBezTo>
                  <a:pt x="44306" y="71811"/>
                  <a:pt x="43858" y="71761"/>
                  <a:pt x="43360" y="71761"/>
                </a:cubicBezTo>
                <a:cubicBezTo>
                  <a:pt x="43933" y="71512"/>
                  <a:pt x="44530" y="71213"/>
                  <a:pt x="45103" y="70940"/>
                </a:cubicBezTo>
                <a:close/>
                <a:moveTo>
                  <a:pt x="21257" y="69322"/>
                </a:moveTo>
                <a:cubicBezTo>
                  <a:pt x="21606" y="69919"/>
                  <a:pt x="21979" y="70467"/>
                  <a:pt x="22452" y="70964"/>
                </a:cubicBezTo>
                <a:cubicBezTo>
                  <a:pt x="22327" y="71014"/>
                  <a:pt x="22153" y="71064"/>
                  <a:pt x="22029" y="71089"/>
                </a:cubicBezTo>
                <a:cubicBezTo>
                  <a:pt x="21929" y="71139"/>
                  <a:pt x="21855" y="71164"/>
                  <a:pt x="21730" y="71188"/>
                </a:cubicBezTo>
                <a:lnTo>
                  <a:pt x="20983" y="71462"/>
                </a:lnTo>
                <a:cubicBezTo>
                  <a:pt x="20884" y="71512"/>
                  <a:pt x="20759" y="71562"/>
                  <a:pt x="20660" y="71587"/>
                </a:cubicBezTo>
                <a:cubicBezTo>
                  <a:pt x="20411" y="71686"/>
                  <a:pt x="20212" y="71811"/>
                  <a:pt x="19938" y="71910"/>
                </a:cubicBezTo>
                <a:cubicBezTo>
                  <a:pt x="19913" y="71910"/>
                  <a:pt x="19888" y="71935"/>
                  <a:pt x="19888" y="71935"/>
                </a:cubicBezTo>
                <a:cubicBezTo>
                  <a:pt x="20361" y="71089"/>
                  <a:pt x="20784" y="70193"/>
                  <a:pt x="21257" y="69322"/>
                </a:cubicBezTo>
                <a:close/>
                <a:moveTo>
                  <a:pt x="45277" y="71836"/>
                </a:moveTo>
                <a:lnTo>
                  <a:pt x="45277" y="71910"/>
                </a:lnTo>
                <a:cubicBezTo>
                  <a:pt x="45277" y="71935"/>
                  <a:pt x="45252" y="71935"/>
                  <a:pt x="45252" y="71935"/>
                </a:cubicBezTo>
                <a:cubicBezTo>
                  <a:pt x="45252" y="71910"/>
                  <a:pt x="45277" y="71885"/>
                  <a:pt x="45277" y="71836"/>
                </a:cubicBezTo>
                <a:close/>
                <a:moveTo>
                  <a:pt x="9558" y="70964"/>
                </a:moveTo>
                <a:lnTo>
                  <a:pt x="9583" y="71014"/>
                </a:lnTo>
                <a:cubicBezTo>
                  <a:pt x="9509" y="71064"/>
                  <a:pt x="9384" y="71164"/>
                  <a:pt x="9285" y="71263"/>
                </a:cubicBezTo>
                <a:cubicBezTo>
                  <a:pt x="9135" y="71388"/>
                  <a:pt x="8961" y="71462"/>
                  <a:pt x="8837" y="71587"/>
                </a:cubicBezTo>
                <a:cubicBezTo>
                  <a:pt x="8712" y="71686"/>
                  <a:pt x="8588" y="71786"/>
                  <a:pt x="8463" y="71910"/>
                </a:cubicBezTo>
                <a:cubicBezTo>
                  <a:pt x="8438" y="71935"/>
                  <a:pt x="8413" y="71960"/>
                  <a:pt x="8388" y="71960"/>
                </a:cubicBezTo>
                <a:cubicBezTo>
                  <a:pt x="8388" y="71935"/>
                  <a:pt x="8413" y="71910"/>
                  <a:pt x="8413" y="71836"/>
                </a:cubicBezTo>
                <a:cubicBezTo>
                  <a:pt x="8438" y="71811"/>
                  <a:pt x="8488" y="71786"/>
                  <a:pt x="8538" y="71711"/>
                </a:cubicBezTo>
                <a:cubicBezTo>
                  <a:pt x="8911" y="71462"/>
                  <a:pt x="9210" y="71213"/>
                  <a:pt x="9558" y="70964"/>
                </a:cubicBezTo>
                <a:close/>
                <a:moveTo>
                  <a:pt x="33031" y="70666"/>
                </a:moveTo>
                <a:cubicBezTo>
                  <a:pt x="33056" y="70666"/>
                  <a:pt x="33056" y="70666"/>
                  <a:pt x="33080" y="70691"/>
                </a:cubicBezTo>
                <a:cubicBezTo>
                  <a:pt x="33578" y="71188"/>
                  <a:pt x="34151" y="71587"/>
                  <a:pt x="34723" y="71960"/>
                </a:cubicBezTo>
                <a:cubicBezTo>
                  <a:pt x="34213" y="71924"/>
                  <a:pt x="33690" y="71901"/>
                  <a:pt x="33162" y="71901"/>
                </a:cubicBezTo>
                <a:cubicBezTo>
                  <a:pt x="32969" y="71901"/>
                  <a:pt x="32776" y="71904"/>
                  <a:pt x="32583" y="71910"/>
                </a:cubicBezTo>
                <a:cubicBezTo>
                  <a:pt x="32483" y="71910"/>
                  <a:pt x="32408" y="71935"/>
                  <a:pt x="32309" y="71935"/>
                </a:cubicBezTo>
                <a:cubicBezTo>
                  <a:pt x="32558" y="71512"/>
                  <a:pt x="32782" y="71064"/>
                  <a:pt x="33031" y="70666"/>
                </a:cubicBezTo>
                <a:close/>
                <a:moveTo>
                  <a:pt x="45178" y="71313"/>
                </a:moveTo>
                <a:cubicBezTo>
                  <a:pt x="45178" y="71338"/>
                  <a:pt x="45227" y="71413"/>
                  <a:pt x="45227" y="71437"/>
                </a:cubicBezTo>
                <a:cubicBezTo>
                  <a:pt x="45153" y="71637"/>
                  <a:pt x="45103" y="71786"/>
                  <a:pt x="45053" y="71960"/>
                </a:cubicBezTo>
                <a:lnTo>
                  <a:pt x="45003" y="71960"/>
                </a:lnTo>
                <a:cubicBezTo>
                  <a:pt x="45053" y="71711"/>
                  <a:pt x="45128" y="71537"/>
                  <a:pt x="45178" y="71313"/>
                </a:cubicBezTo>
                <a:close/>
                <a:moveTo>
                  <a:pt x="33454" y="70765"/>
                </a:moveTo>
                <a:cubicBezTo>
                  <a:pt x="33479" y="70765"/>
                  <a:pt x="33553" y="70790"/>
                  <a:pt x="33578" y="70790"/>
                </a:cubicBezTo>
                <a:cubicBezTo>
                  <a:pt x="34151" y="71288"/>
                  <a:pt x="34773" y="71686"/>
                  <a:pt x="35445" y="72010"/>
                </a:cubicBezTo>
                <a:cubicBezTo>
                  <a:pt x="35346" y="72010"/>
                  <a:pt x="35296" y="71960"/>
                  <a:pt x="35196" y="71960"/>
                </a:cubicBezTo>
                <a:cubicBezTo>
                  <a:pt x="34549" y="71637"/>
                  <a:pt x="33952" y="71213"/>
                  <a:pt x="33454" y="70765"/>
                </a:cubicBezTo>
                <a:close/>
                <a:moveTo>
                  <a:pt x="41120" y="63871"/>
                </a:moveTo>
                <a:cubicBezTo>
                  <a:pt x="42440" y="65314"/>
                  <a:pt x="43485" y="66783"/>
                  <a:pt x="44182" y="68226"/>
                </a:cubicBezTo>
                <a:cubicBezTo>
                  <a:pt x="43435" y="69347"/>
                  <a:pt x="42738" y="70442"/>
                  <a:pt x="42066" y="71562"/>
                </a:cubicBezTo>
                <a:lnTo>
                  <a:pt x="42041" y="71562"/>
                </a:lnTo>
                <a:cubicBezTo>
                  <a:pt x="42016" y="71562"/>
                  <a:pt x="41991" y="71587"/>
                  <a:pt x="41991" y="71587"/>
                </a:cubicBezTo>
                <a:cubicBezTo>
                  <a:pt x="41867" y="71686"/>
                  <a:pt x="41743" y="71711"/>
                  <a:pt x="41618" y="71761"/>
                </a:cubicBezTo>
                <a:cubicBezTo>
                  <a:pt x="41245" y="71885"/>
                  <a:pt x="40896" y="71960"/>
                  <a:pt x="40523" y="72060"/>
                </a:cubicBezTo>
                <a:cubicBezTo>
                  <a:pt x="40448" y="72010"/>
                  <a:pt x="40423" y="71935"/>
                  <a:pt x="40374" y="71910"/>
                </a:cubicBezTo>
                <a:lnTo>
                  <a:pt x="40274" y="71437"/>
                </a:lnTo>
                <a:cubicBezTo>
                  <a:pt x="40274" y="71388"/>
                  <a:pt x="40249" y="71313"/>
                  <a:pt x="40249" y="71213"/>
                </a:cubicBezTo>
                <a:cubicBezTo>
                  <a:pt x="40199" y="71064"/>
                  <a:pt x="40199" y="70915"/>
                  <a:pt x="40174" y="70765"/>
                </a:cubicBezTo>
                <a:lnTo>
                  <a:pt x="40174" y="70716"/>
                </a:lnTo>
                <a:lnTo>
                  <a:pt x="40174" y="70691"/>
                </a:lnTo>
                <a:cubicBezTo>
                  <a:pt x="40174" y="70641"/>
                  <a:pt x="40150" y="70566"/>
                  <a:pt x="40150" y="70467"/>
                </a:cubicBezTo>
                <a:cubicBezTo>
                  <a:pt x="40150" y="70342"/>
                  <a:pt x="40150" y="70268"/>
                  <a:pt x="40125" y="70143"/>
                </a:cubicBezTo>
                <a:cubicBezTo>
                  <a:pt x="40125" y="70019"/>
                  <a:pt x="40075" y="69919"/>
                  <a:pt x="40075" y="69795"/>
                </a:cubicBezTo>
                <a:lnTo>
                  <a:pt x="40075" y="69720"/>
                </a:lnTo>
                <a:lnTo>
                  <a:pt x="40075" y="69645"/>
                </a:lnTo>
                <a:lnTo>
                  <a:pt x="40075" y="69571"/>
                </a:lnTo>
                <a:cubicBezTo>
                  <a:pt x="40075" y="69197"/>
                  <a:pt x="40075" y="68799"/>
                  <a:pt x="40125" y="68401"/>
                </a:cubicBezTo>
                <a:cubicBezTo>
                  <a:pt x="40125" y="68301"/>
                  <a:pt x="40125" y="68226"/>
                  <a:pt x="40150" y="68152"/>
                </a:cubicBezTo>
                <a:cubicBezTo>
                  <a:pt x="40249" y="67231"/>
                  <a:pt x="40398" y="66310"/>
                  <a:pt x="40647" y="65364"/>
                </a:cubicBezTo>
                <a:cubicBezTo>
                  <a:pt x="40772" y="64866"/>
                  <a:pt x="40921" y="64368"/>
                  <a:pt x="41120" y="63871"/>
                </a:cubicBezTo>
                <a:close/>
                <a:moveTo>
                  <a:pt x="46422" y="71786"/>
                </a:moveTo>
                <a:cubicBezTo>
                  <a:pt x="46422" y="71811"/>
                  <a:pt x="46397" y="71836"/>
                  <a:pt x="46397" y="71836"/>
                </a:cubicBezTo>
                <a:cubicBezTo>
                  <a:pt x="46173" y="71910"/>
                  <a:pt x="45924" y="71960"/>
                  <a:pt x="45725" y="72060"/>
                </a:cubicBezTo>
                <a:lnTo>
                  <a:pt x="45725" y="72010"/>
                </a:lnTo>
                <a:cubicBezTo>
                  <a:pt x="45974" y="71935"/>
                  <a:pt x="46173" y="71836"/>
                  <a:pt x="46422" y="71786"/>
                </a:cubicBezTo>
                <a:close/>
                <a:moveTo>
                  <a:pt x="40125" y="71935"/>
                </a:moveTo>
                <a:lnTo>
                  <a:pt x="40150" y="71960"/>
                </a:lnTo>
                <a:lnTo>
                  <a:pt x="40174" y="72010"/>
                </a:lnTo>
                <a:lnTo>
                  <a:pt x="40199" y="72085"/>
                </a:lnTo>
                <a:lnTo>
                  <a:pt x="40150" y="72035"/>
                </a:lnTo>
                <a:cubicBezTo>
                  <a:pt x="40150" y="72010"/>
                  <a:pt x="40150" y="71960"/>
                  <a:pt x="40125" y="71935"/>
                </a:cubicBezTo>
                <a:close/>
                <a:moveTo>
                  <a:pt x="21058" y="69073"/>
                </a:moveTo>
                <a:cubicBezTo>
                  <a:pt x="21133" y="69098"/>
                  <a:pt x="21133" y="69098"/>
                  <a:pt x="21133" y="69147"/>
                </a:cubicBezTo>
                <a:cubicBezTo>
                  <a:pt x="20610" y="70143"/>
                  <a:pt x="20112" y="71089"/>
                  <a:pt x="19639" y="72085"/>
                </a:cubicBezTo>
                <a:cubicBezTo>
                  <a:pt x="19614" y="72085"/>
                  <a:pt x="19589" y="72134"/>
                  <a:pt x="19540" y="72134"/>
                </a:cubicBezTo>
                <a:cubicBezTo>
                  <a:pt x="20038" y="71089"/>
                  <a:pt x="20535" y="70093"/>
                  <a:pt x="21058" y="69073"/>
                </a:cubicBezTo>
                <a:close/>
                <a:moveTo>
                  <a:pt x="42912" y="71935"/>
                </a:moveTo>
                <a:cubicBezTo>
                  <a:pt x="43510" y="71935"/>
                  <a:pt x="44132" y="71960"/>
                  <a:pt x="44729" y="72085"/>
                </a:cubicBezTo>
                <a:cubicBezTo>
                  <a:pt x="44655" y="72085"/>
                  <a:pt x="44630" y="72134"/>
                  <a:pt x="44555" y="72134"/>
                </a:cubicBezTo>
                <a:cubicBezTo>
                  <a:pt x="44131" y="72042"/>
                  <a:pt x="43679" y="71991"/>
                  <a:pt x="43230" y="71991"/>
                </a:cubicBezTo>
                <a:cubicBezTo>
                  <a:pt x="43073" y="71991"/>
                  <a:pt x="42917" y="71997"/>
                  <a:pt x="42763" y="72010"/>
                </a:cubicBezTo>
                <a:cubicBezTo>
                  <a:pt x="42813" y="71960"/>
                  <a:pt x="42863" y="71960"/>
                  <a:pt x="42912" y="71935"/>
                </a:cubicBezTo>
                <a:close/>
                <a:moveTo>
                  <a:pt x="11077" y="54885"/>
                </a:moveTo>
                <a:lnTo>
                  <a:pt x="11077" y="54885"/>
                </a:lnTo>
                <a:cubicBezTo>
                  <a:pt x="9807" y="58519"/>
                  <a:pt x="9085" y="62004"/>
                  <a:pt x="9011" y="65190"/>
                </a:cubicBezTo>
                <a:lnTo>
                  <a:pt x="9011" y="65464"/>
                </a:lnTo>
                <a:lnTo>
                  <a:pt x="9011" y="66584"/>
                </a:lnTo>
                <a:cubicBezTo>
                  <a:pt x="9011" y="66733"/>
                  <a:pt x="9011" y="66907"/>
                  <a:pt x="9036" y="67032"/>
                </a:cubicBezTo>
                <a:cubicBezTo>
                  <a:pt x="9036" y="67106"/>
                  <a:pt x="9036" y="67206"/>
                  <a:pt x="9061" y="67305"/>
                </a:cubicBezTo>
                <a:cubicBezTo>
                  <a:pt x="9061" y="67530"/>
                  <a:pt x="9085" y="67729"/>
                  <a:pt x="9085" y="67928"/>
                </a:cubicBezTo>
                <a:cubicBezTo>
                  <a:pt x="9110" y="68102"/>
                  <a:pt x="9110" y="68301"/>
                  <a:pt x="9160" y="68450"/>
                </a:cubicBezTo>
                <a:cubicBezTo>
                  <a:pt x="9160" y="68575"/>
                  <a:pt x="9185" y="68699"/>
                  <a:pt x="9185" y="68824"/>
                </a:cubicBezTo>
                <a:cubicBezTo>
                  <a:pt x="8712" y="69894"/>
                  <a:pt x="8289" y="70964"/>
                  <a:pt x="7866" y="72060"/>
                </a:cubicBezTo>
                <a:lnTo>
                  <a:pt x="7791" y="72159"/>
                </a:lnTo>
                <a:cubicBezTo>
                  <a:pt x="5675" y="69894"/>
                  <a:pt x="4331" y="67480"/>
                  <a:pt x="3833" y="65215"/>
                </a:cubicBezTo>
                <a:cubicBezTo>
                  <a:pt x="4904" y="62302"/>
                  <a:pt x="6198" y="59340"/>
                  <a:pt x="7766" y="56353"/>
                </a:cubicBezTo>
                <a:cubicBezTo>
                  <a:pt x="8712" y="55756"/>
                  <a:pt x="9832" y="55258"/>
                  <a:pt x="11077" y="54885"/>
                </a:cubicBezTo>
                <a:close/>
                <a:moveTo>
                  <a:pt x="31985" y="72134"/>
                </a:moveTo>
                <a:cubicBezTo>
                  <a:pt x="31985" y="72159"/>
                  <a:pt x="31960" y="72159"/>
                  <a:pt x="31960" y="72184"/>
                </a:cubicBezTo>
                <a:lnTo>
                  <a:pt x="31911" y="72184"/>
                </a:lnTo>
                <a:cubicBezTo>
                  <a:pt x="31911" y="72159"/>
                  <a:pt x="31935" y="72159"/>
                  <a:pt x="31935" y="72134"/>
                </a:cubicBezTo>
                <a:close/>
                <a:moveTo>
                  <a:pt x="45153" y="72159"/>
                </a:moveTo>
                <a:cubicBezTo>
                  <a:pt x="45178" y="72159"/>
                  <a:pt x="45227" y="72159"/>
                  <a:pt x="45252" y="72184"/>
                </a:cubicBezTo>
                <a:cubicBezTo>
                  <a:pt x="45227" y="72184"/>
                  <a:pt x="45178" y="72209"/>
                  <a:pt x="45153" y="72209"/>
                </a:cubicBezTo>
                <a:lnTo>
                  <a:pt x="45153" y="72159"/>
                </a:lnTo>
                <a:close/>
                <a:moveTo>
                  <a:pt x="71811" y="63348"/>
                </a:moveTo>
                <a:lnTo>
                  <a:pt x="72234" y="63746"/>
                </a:lnTo>
                <a:cubicBezTo>
                  <a:pt x="69446" y="66733"/>
                  <a:pt x="66534" y="69546"/>
                  <a:pt x="63423" y="72209"/>
                </a:cubicBezTo>
                <a:cubicBezTo>
                  <a:pt x="63273" y="72060"/>
                  <a:pt x="63149" y="71910"/>
                  <a:pt x="62975" y="71761"/>
                </a:cubicBezTo>
                <a:lnTo>
                  <a:pt x="63348" y="71462"/>
                </a:lnTo>
                <a:cubicBezTo>
                  <a:pt x="63522" y="71338"/>
                  <a:pt x="63697" y="71213"/>
                  <a:pt x="63846" y="71089"/>
                </a:cubicBezTo>
                <a:cubicBezTo>
                  <a:pt x="64045" y="70940"/>
                  <a:pt x="64219" y="70815"/>
                  <a:pt x="64418" y="70666"/>
                </a:cubicBezTo>
                <a:cubicBezTo>
                  <a:pt x="64443" y="70641"/>
                  <a:pt x="64518" y="70591"/>
                  <a:pt x="64543" y="70566"/>
                </a:cubicBezTo>
                <a:cubicBezTo>
                  <a:pt x="64568" y="70541"/>
                  <a:pt x="64642" y="70516"/>
                  <a:pt x="64667" y="70467"/>
                </a:cubicBezTo>
                <a:lnTo>
                  <a:pt x="64767" y="70367"/>
                </a:lnTo>
                <a:cubicBezTo>
                  <a:pt x="65314" y="69944"/>
                  <a:pt x="65837" y="69471"/>
                  <a:pt x="66385" y="68998"/>
                </a:cubicBezTo>
                <a:lnTo>
                  <a:pt x="66410" y="68973"/>
                </a:lnTo>
                <a:lnTo>
                  <a:pt x="66459" y="68923"/>
                </a:lnTo>
                <a:cubicBezTo>
                  <a:pt x="66957" y="68475"/>
                  <a:pt x="67430" y="68052"/>
                  <a:pt x="67903" y="67579"/>
                </a:cubicBezTo>
                <a:cubicBezTo>
                  <a:pt x="68003" y="67530"/>
                  <a:pt x="68052" y="67430"/>
                  <a:pt x="68152" y="67355"/>
                </a:cubicBezTo>
                <a:lnTo>
                  <a:pt x="68202" y="67305"/>
                </a:lnTo>
                <a:lnTo>
                  <a:pt x="68301" y="67206"/>
                </a:lnTo>
                <a:cubicBezTo>
                  <a:pt x="68700" y="66808"/>
                  <a:pt x="69123" y="66409"/>
                  <a:pt x="69521" y="65961"/>
                </a:cubicBezTo>
                <a:cubicBezTo>
                  <a:pt x="69646" y="65837"/>
                  <a:pt x="69745" y="65712"/>
                  <a:pt x="69870" y="65588"/>
                </a:cubicBezTo>
                <a:cubicBezTo>
                  <a:pt x="69894" y="65563"/>
                  <a:pt x="69894" y="65538"/>
                  <a:pt x="69919" y="65538"/>
                </a:cubicBezTo>
                <a:cubicBezTo>
                  <a:pt x="70193" y="65215"/>
                  <a:pt x="70492" y="64916"/>
                  <a:pt x="70766" y="64567"/>
                </a:cubicBezTo>
                <a:cubicBezTo>
                  <a:pt x="70865" y="64468"/>
                  <a:pt x="70940" y="64368"/>
                  <a:pt x="71015" y="64294"/>
                </a:cubicBezTo>
                <a:cubicBezTo>
                  <a:pt x="71139" y="64119"/>
                  <a:pt x="71263" y="63995"/>
                  <a:pt x="71388" y="63846"/>
                </a:cubicBezTo>
                <a:lnTo>
                  <a:pt x="71413" y="63821"/>
                </a:lnTo>
                <a:cubicBezTo>
                  <a:pt x="71537" y="63671"/>
                  <a:pt x="71687" y="63497"/>
                  <a:pt x="71811" y="63348"/>
                </a:cubicBezTo>
                <a:close/>
                <a:moveTo>
                  <a:pt x="33221" y="72051"/>
                </a:moveTo>
                <a:cubicBezTo>
                  <a:pt x="33878" y="72051"/>
                  <a:pt x="34525" y="72083"/>
                  <a:pt x="35171" y="72159"/>
                </a:cubicBezTo>
                <a:cubicBezTo>
                  <a:pt x="35221" y="72184"/>
                  <a:pt x="35321" y="72209"/>
                  <a:pt x="35370" y="72259"/>
                </a:cubicBezTo>
                <a:cubicBezTo>
                  <a:pt x="34706" y="72166"/>
                  <a:pt x="34028" y="72115"/>
                  <a:pt x="33336" y="72115"/>
                </a:cubicBezTo>
                <a:cubicBezTo>
                  <a:pt x="33095" y="72115"/>
                  <a:pt x="32852" y="72121"/>
                  <a:pt x="32608" y="72134"/>
                </a:cubicBezTo>
                <a:cubicBezTo>
                  <a:pt x="32458" y="72134"/>
                  <a:pt x="32334" y="72159"/>
                  <a:pt x="32184" y="72159"/>
                </a:cubicBezTo>
                <a:cubicBezTo>
                  <a:pt x="32184" y="72134"/>
                  <a:pt x="32209" y="72134"/>
                  <a:pt x="32209" y="72085"/>
                </a:cubicBezTo>
                <a:cubicBezTo>
                  <a:pt x="32334" y="72085"/>
                  <a:pt x="32483" y="72060"/>
                  <a:pt x="32608" y="72060"/>
                </a:cubicBezTo>
                <a:cubicBezTo>
                  <a:pt x="32813" y="72054"/>
                  <a:pt x="33017" y="72051"/>
                  <a:pt x="33221" y="72051"/>
                </a:cubicBezTo>
                <a:close/>
                <a:moveTo>
                  <a:pt x="46248" y="72085"/>
                </a:moveTo>
                <a:lnTo>
                  <a:pt x="46248" y="72085"/>
                </a:lnTo>
                <a:cubicBezTo>
                  <a:pt x="46223" y="72159"/>
                  <a:pt x="46173" y="72209"/>
                  <a:pt x="46148" y="72259"/>
                </a:cubicBezTo>
                <a:cubicBezTo>
                  <a:pt x="46099" y="72209"/>
                  <a:pt x="46024" y="72184"/>
                  <a:pt x="45924" y="72184"/>
                </a:cubicBezTo>
                <a:cubicBezTo>
                  <a:pt x="46024" y="72159"/>
                  <a:pt x="46148" y="72134"/>
                  <a:pt x="46248" y="72085"/>
                </a:cubicBezTo>
                <a:close/>
                <a:moveTo>
                  <a:pt x="8164" y="72060"/>
                </a:moveTo>
                <a:cubicBezTo>
                  <a:pt x="8164" y="72134"/>
                  <a:pt x="8164" y="72159"/>
                  <a:pt x="8140" y="72184"/>
                </a:cubicBezTo>
                <a:lnTo>
                  <a:pt x="8090" y="72209"/>
                </a:lnTo>
                <a:lnTo>
                  <a:pt x="8040" y="72284"/>
                </a:lnTo>
                <a:cubicBezTo>
                  <a:pt x="8040" y="72259"/>
                  <a:pt x="8065" y="72184"/>
                  <a:pt x="8065" y="72159"/>
                </a:cubicBezTo>
                <a:lnTo>
                  <a:pt x="8164" y="72060"/>
                </a:lnTo>
                <a:close/>
                <a:moveTo>
                  <a:pt x="3709" y="65513"/>
                </a:moveTo>
                <a:cubicBezTo>
                  <a:pt x="4281" y="67754"/>
                  <a:pt x="5601" y="70068"/>
                  <a:pt x="7617" y="72284"/>
                </a:cubicBezTo>
                <a:cubicBezTo>
                  <a:pt x="7592" y="72284"/>
                  <a:pt x="7592" y="72309"/>
                  <a:pt x="7567" y="72309"/>
                </a:cubicBezTo>
                <a:cubicBezTo>
                  <a:pt x="5576" y="70168"/>
                  <a:pt x="4232" y="67853"/>
                  <a:pt x="3684" y="65613"/>
                </a:cubicBezTo>
                <a:cubicBezTo>
                  <a:pt x="3684" y="65588"/>
                  <a:pt x="3709" y="65563"/>
                  <a:pt x="3709" y="65513"/>
                </a:cubicBezTo>
                <a:close/>
                <a:moveTo>
                  <a:pt x="22601" y="71089"/>
                </a:moveTo>
                <a:lnTo>
                  <a:pt x="22626" y="71139"/>
                </a:lnTo>
                <a:lnTo>
                  <a:pt x="22651" y="71164"/>
                </a:lnTo>
                <a:cubicBezTo>
                  <a:pt x="22029" y="71388"/>
                  <a:pt x="21407" y="71587"/>
                  <a:pt x="20784" y="71836"/>
                </a:cubicBezTo>
                <a:cubicBezTo>
                  <a:pt x="20486" y="71960"/>
                  <a:pt x="20137" y="72134"/>
                  <a:pt x="19813" y="72284"/>
                </a:cubicBezTo>
                <a:cubicBezTo>
                  <a:pt x="19789" y="72284"/>
                  <a:pt x="19789" y="72309"/>
                  <a:pt x="19764" y="72309"/>
                </a:cubicBezTo>
                <a:cubicBezTo>
                  <a:pt x="19764" y="72309"/>
                  <a:pt x="19764" y="72284"/>
                  <a:pt x="19789" y="72284"/>
                </a:cubicBezTo>
                <a:cubicBezTo>
                  <a:pt x="19789" y="72284"/>
                  <a:pt x="19789" y="72259"/>
                  <a:pt x="19813" y="72259"/>
                </a:cubicBezTo>
                <a:cubicBezTo>
                  <a:pt x="19838" y="72209"/>
                  <a:pt x="19888" y="72184"/>
                  <a:pt x="19913" y="72159"/>
                </a:cubicBezTo>
                <a:cubicBezTo>
                  <a:pt x="20212" y="72035"/>
                  <a:pt x="20436" y="71910"/>
                  <a:pt x="20734" y="71786"/>
                </a:cubicBezTo>
                <a:cubicBezTo>
                  <a:pt x="20784" y="71761"/>
                  <a:pt x="20859" y="71761"/>
                  <a:pt x="20909" y="71711"/>
                </a:cubicBezTo>
                <a:cubicBezTo>
                  <a:pt x="21183" y="71587"/>
                  <a:pt x="21506" y="71462"/>
                  <a:pt x="21780" y="71388"/>
                </a:cubicBezTo>
                <a:cubicBezTo>
                  <a:pt x="21805" y="71338"/>
                  <a:pt x="21879" y="71338"/>
                  <a:pt x="21904" y="71313"/>
                </a:cubicBezTo>
                <a:cubicBezTo>
                  <a:pt x="22128" y="71213"/>
                  <a:pt x="22352" y="71164"/>
                  <a:pt x="22601" y="71089"/>
                </a:cubicBezTo>
                <a:close/>
                <a:moveTo>
                  <a:pt x="41295" y="72134"/>
                </a:moveTo>
                <a:cubicBezTo>
                  <a:pt x="41270" y="72134"/>
                  <a:pt x="41170" y="72159"/>
                  <a:pt x="41071" y="72184"/>
                </a:cubicBezTo>
                <a:cubicBezTo>
                  <a:pt x="40946" y="72209"/>
                  <a:pt x="40822" y="72259"/>
                  <a:pt x="40697" y="72309"/>
                </a:cubicBezTo>
                <a:cubicBezTo>
                  <a:pt x="40697" y="72309"/>
                  <a:pt x="40697" y="72284"/>
                  <a:pt x="40672" y="72284"/>
                </a:cubicBezTo>
                <a:lnTo>
                  <a:pt x="40647" y="72259"/>
                </a:lnTo>
                <a:cubicBezTo>
                  <a:pt x="40797" y="72209"/>
                  <a:pt x="40996" y="72159"/>
                  <a:pt x="41145" y="72134"/>
                </a:cubicBezTo>
                <a:close/>
                <a:moveTo>
                  <a:pt x="45551" y="72284"/>
                </a:moveTo>
                <a:lnTo>
                  <a:pt x="45551" y="72309"/>
                </a:lnTo>
                <a:cubicBezTo>
                  <a:pt x="45526" y="72309"/>
                  <a:pt x="45526" y="72309"/>
                  <a:pt x="45501" y="72284"/>
                </a:cubicBezTo>
                <a:lnTo>
                  <a:pt x="45501" y="72284"/>
                </a:lnTo>
                <a:cubicBezTo>
                  <a:pt x="45509" y="72292"/>
                  <a:pt x="45515" y="72295"/>
                  <a:pt x="45520" y="72295"/>
                </a:cubicBezTo>
                <a:cubicBezTo>
                  <a:pt x="45529" y="72295"/>
                  <a:pt x="45534" y="72284"/>
                  <a:pt x="45551" y="72284"/>
                </a:cubicBezTo>
                <a:close/>
                <a:moveTo>
                  <a:pt x="62825" y="71836"/>
                </a:moveTo>
                <a:cubicBezTo>
                  <a:pt x="62975" y="72010"/>
                  <a:pt x="63149" y="72159"/>
                  <a:pt x="63298" y="72333"/>
                </a:cubicBezTo>
                <a:cubicBezTo>
                  <a:pt x="63273" y="72333"/>
                  <a:pt x="63224" y="72383"/>
                  <a:pt x="63224" y="72383"/>
                </a:cubicBezTo>
                <a:cubicBezTo>
                  <a:pt x="63074" y="72209"/>
                  <a:pt x="62925" y="72035"/>
                  <a:pt x="62751" y="71885"/>
                </a:cubicBezTo>
                <a:lnTo>
                  <a:pt x="62800" y="71885"/>
                </a:lnTo>
                <a:lnTo>
                  <a:pt x="62825" y="71836"/>
                </a:lnTo>
                <a:close/>
                <a:moveTo>
                  <a:pt x="72309" y="63945"/>
                </a:moveTo>
                <a:lnTo>
                  <a:pt x="72359" y="63970"/>
                </a:lnTo>
                <a:cubicBezTo>
                  <a:pt x="69621" y="66907"/>
                  <a:pt x="66683" y="69720"/>
                  <a:pt x="63572" y="72408"/>
                </a:cubicBezTo>
                <a:lnTo>
                  <a:pt x="63547" y="72383"/>
                </a:lnTo>
                <a:lnTo>
                  <a:pt x="63522" y="72333"/>
                </a:lnTo>
                <a:cubicBezTo>
                  <a:pt x="66659" y="69695"/>
                  <a:pt x="69571" y="66857"/>
                  <a:pt x="72309" y="63945"/>
                </a:cubicBezTo>
                <a:close/>
                <a:moveTo>
                  <a:pt x="34474" y="68276"/>
                </a:moveTo>
                <a:cubicBezTo>
                  <a:pt x="34574" y="68301"/>
                  <a:pt x="34649" y="68326"/>
                  <a:pt x="34723" y="68401"/>
                </a:cubicBezTo>
                <a:cubicBezTo>
                  <a:pt x="34898" y="68475"/>
                  <a:pt x="35072" y="68550"/>
                  <a:pt x="35221" y="68650"/>
                </a:cubicBezTo>
                <a:cubicBezTo>
                  <a:pt x="35395" y="68699"/>
                  <a:pt x="35520" y="68799"/>
                  <a:pt x="35644" y="68849"/>
                </a:cubicBezTo>
                <a:cubicBezTo>
                  <a:pt x="35794" y="68948"/>
                  <a:pt x="35943" y="69023"/>
                  <a:pt x="36092" y="69098"/>
                </a:cubicBezTo>
                <a:cubicBezTo>
                  <a:pt x="36267" y="69197"/>
                  <a:pt x="36391" y="69272"/>
                  <a:pt x="36540" y="69347"/>
                </a:cubicBezTo>
                <a:cubicBezTo>
                  <a:pt x="36690" y="69446"/>
                  <a:pt x="36814" y="69546"/>
                  <a:pt x="36963" y="69645"/>
                </a:cubicBezTo>
                <a:cubicBezTo>
                  <a:pt x="37088" y="69720"/>
                  <a:pt x="37262" y="69819"/>
                  <a:pt x="37387" y="69919"/>
                </a:cubicBezTo>
                <a:cubicBezTo>
                  <a:pt x="37511" y="70019"/>
                  <a:pt x="37660" y="70093"/>
                  <a:pt x="37785" y="70193"/>
                </a:cubicBezTo>
                <a:cubicBezTo>
                  <a:pt x="37909" y="70292"/>
                  <a:pt x="38034" y="70392"/>
                  <a:pt x="38183" y="70516"/>
                </a:cubicBezTo>
                <a:cubicBezTo>
                  <a:pt x="38308" y="70591"/>
                  <a:pt x="38432" y="70691"/>
                  <a:pt x="38557" y="70815"/>
                </a:cubicBezTo>
                <a:cubicBezTo>
                  <a:pt x="38681" y="70915"/>
                  <a:pt x="38805" y="71039"/>
                  <a:pt x="38930" y="71139"/>
                </a:cubicBezTo>
                <a:cubicBezTo>
                  <a:pt x="39054" y="71213"/>
                  <a:pt x="39179" y="71338"/>
                  <a:pt x="39303" y="71437"/>
                </a:cubicBezTo>
                <a:cubicBezTo>
                  <a:pt x="39428" y="71562"/>
                  <a:pt x="39552" y="71686"/>
                  <a:pt x="39677" y="71786"/>
                </a:cubicBezTo>
                <a:lnTo>
                  <a:pt x="40000" y="72085"/>
                </a:lnTo>
                <a:cubicBezTo>
                  <a:pt x="40000" y="72134"/>
                  <a:pt x="40000" y="72134"/>
                  <a:pt x="40025" y="72134"/>
                </a:cubicBezTo>
                <a:lnTo>
                  <a:pt x="40025" y="72159"/>
                </a:lnTo>
                <a:cubicBezTo>
                  <a:pt x="39577" y="72309"/>
                  <a:pt x="39204" y="72383"/>
                  <a:pt x="38830" y="72433"/>
                </a:cubicBezTo>
                <a:cubicBezTo>
                  <a:pt x="38631" y="72309"/>
                  <a:pt x="38382" y="72159"/>
                  <a:pt x="38158" y="72035"/>
                </a:cubicBezTo>
                <a:lnTo>
                  <a:pt x="38133" y="72010"/>
                </a:lnTo>
                <a:cubicBezTo>
                  <a:pt x="36839" y="71288"/>
                  <a:pt x="35445" y="70765"/>
                  <a:pt x="33977" y="70392"/>
                </a:cubicBezTo>
                <a:cubicBezTo>
                  <a:pt x="33927" y="70392"/>
                  <a:pt x="33902" y="70342"/>
                  <a:pt x="33827" y="70342"/>
                </a:cubicBezTo>
                <a:cubicBezTo>
                  <a:pt x="33678" y="70317"/>
                  <a:pt x="33479" y="70268"/>
                  <a:pt x="33329" y="70218"/>
                </a:cubicBezTo>
                <a:cubicBezTo>
                  <a:pt x="33329" y="70218"/>
                  <a:pt x="33304" y="70218"/>
                  <a:pt x="33304" y="70193"/>
                </a:cubicBezTo>
                <a:cubicBezTo>
                  <a:pt x="33678" y="69546"/>
                  <a:pt x="34076" y="68899"/>
                  <a:pt x="34474" y="68276"/>
                </a:cubicBezTo>
                <a:close/>
                <a:moveTo>
                  <a:pt x="35843" y="72259"/>
                </a:moveTo>
                <a:lnTo>
                  <a:pt x="35843" y="72259"/>
                </a:lnTo>
                <a:cubicBezTo>
                  <a:pt x="35943" y="72284"/>
                  <a:pt x="36067" y="72284"/>
                  <a:pt x="36167" y="72309"/>
                </a:cubicBezTo>
                <a:cubicBezTo>
                  <a:pt x="36328" y="72362"/>
                  <a:pt x="36476" y="72403"/>
                  <a:pt x="36638" y="72449"/>
                </a:cubicBezTo>
                <a:lnTo>
                  <a:pt x="36638" y="72449"/>
                </a:lnTo>
                <a:cubicBezTo>
                  <a:pt x="36493" y="72417"/>
                  <a:pt x="36335" y="72400"/>
                  <a:pt x="36167" y="72383"/>
                </a:cubicBezTo>
                <a:cubicBezTo>
                  <a:pt x="36142" y="72383"/>
                  <a:pt x="36092" y="72383"/>
                  <a:pt x="36092" y="72333"/>
                </a:cubicBezTo>
                <a:cubicBezTo>
                  <a:pt x="36018" y="72309"/>
                  <a:pt x="35943" y="72284"/>
                  <a:pt x="35843" y="72259"/>
                </a:cubicBezTo>
                <a:close/>
                <a:moveTo>
                  <a:pt x="33977" y="70890"/>
                </a:moveTo>
                <a:lnTo>
                  <a:pt x="33977" y="70890"/>
                </a:lnTo>
                <a:cubicBezTo>
                  <a:pt x="34101" y="70915"/>
                  <a:pt x="34225" y="70940"/>
                  <a:pt x="34325" y="70964"/>
                </a:cubicBezTo>
                <a:lnTo>
                  <a:pt x="34698" y="71064"/>
                </a:lnTo>
                <a:cubicBezTo>
                  <a:pt x="35196" y="71213"/>
                  <a:pt x="35694" y="71388"/>
                  <a:pt x="36167" y="71562"/>
                </a:cubicBezTo>
                <a:lnTo>
                  <a:pt x="36192" y="71562"/>
                </a:lnTo>
                <a:cubicBezTo>
                  <a:pt x="36665" y="71761"/>
                  <a:pt x="37113" y="71960"/>
                  <a:pt x="37586" y="72209"/>
                </a:cubicBezTo>
                <a:cubicBezTo>
                  <a:pt x="37660" y="72259"/>
                  <a:pt x="37710" y="72284"/>
                  <a:pt x="37810" y="72309"/>
                </a:cubicBezTo>
                <a:cubicBezTo>
                  <a:pt x="37909" y="72383"/>
                  <a:pt x="37984" y="72433"/>
                  <a:pt x="38084" y="72458"/>
                </a:cubicBezTo>
                <a:lnTo>
                  <a:pt x="37909" y="72458"/>
                </a:lnTo>
                <a:cubicBezTo>
                  <a:pt x="37337" y="72383"/>
                  <a:pt x="36789" y="72209"/>
                  <a:pt x="36192" y="72134"/>
                </a:cubicBezTo>
                <a:cubicBezTo>
                  <a:pt x="35346" y="71811"/>
                  <a:pt x="34599" y="71413"/>
                  <a:pt x="33977" y="70890"/>
                </a:cubicBezTo>
                <a:close/>
                <a:moveTo>
                  <a:pt x="39926" y="72458"/>
                </a:moveTo>
                <a:lnTo>
                  <a:pt x="39926" y="72458"/>
                </a:lnTo>
                <a:cubicBezTo>
                  <a:pt x="39926" y="72458"/>
                  <a:pt x="39926" y="72458"/>
                  <a:pt x="39926" y="72458"/>
                </a:cubicBezTo>
                <a:lnTo>
                  <a:pt x="39901" y="72458"/>
                </a:lnTo>
                <a:cubicBezTo>
                  <a:pt x="39908" y="72458"/>
                  <a:pt x="39917" y="72458"/>
                  <a:pt x="39926" y="72458"/>
                </a:cubicBezTo>
                <a:close/>
                <a:moveTo>
                  <a:pt x="45750" y="72309"/>
                </a:moveTo>
                <a:cubicBezTo>
                  <a:pt x="45874" y="72333"/>
                  <a:pt x="45949" y="72383"/>
                  <a:pt x="46099" y="72408"/>
                </a:cubicBezTo>
                <a:cubicBezTo>
                  <a:pt x="46099" y="72433"/>
                  <a:pt x="46049" y="72433"/>
                  <a:pt x="46049" y="72458"/>
                </a:cubicBezTo>
                <a:cubicBezTo>
                  <a:pt x="45974" y="72433"/>
                  <a:pt x="45850" y="72408"/>
                  <a:pt x="45750" y="72383"/>
                </a:cubicBezTo>
                <a:lnTo>
                  <a:pt x="45750" y="72309"/>
                </a:lnTo>
                <a:close/>
                <a:moveTo>
                  <a:pt x="7791" y="72433"/>
                </a:moveTo>
                <a:cubicBezTo>
                  <a:pt x="7791" y="72458"/>
                  <a:pt x="7766" y="72458"/>
                  <a:pt x="7766" y="72508"/>
                </a:cubicBezTo>
                <a:lnTo>
                  <a:pt x="7716" y="72458"/>
                </a:lnTo>
                <a:cubicBezTo>
                  <a:pt x="7766" y="72458"/>
                  <a:pt x="7766" y="72433"/>
                  <a:pt x="7791" y="72433"/>
                </a:cubicBezTo>
                <a:close/>
                <a:moveTo>
                  <a:pt x="19515" y="72383"/>
                </a:moveTo>
                <a:cubicBezTo>
                  <a:pt x="19515" y="72383"/>
                  <a:pt x="19515" y="72408"/>
                  <a:pt x="19490" y="72408"/>
                </a:cubicBezTo>
                <a:cubicBezTo>
                  <a:pt x="19490" y="72433"/>
                  <a:pt x="19465" y="72433"/>
                  <a:pt x="19465" y="72458"/>
                </a:cubicBezTo>
                <a:cubicBezTo>
                  <a:pt x="19440" y="72458"/>
                  <a:pt x="19415" y="72458"/>
                  <a:pt x="19390" y="72508"/>
                </a:cubicBezTo>
                <a:cubicBezTo>
                  <a:pt x="19390" y="72458"/>
                  <a:pt x="19415" y="72458"/>
                  <a:pt x="19415" y="72433"/>
                </a:cubicBezTo>
                <a:lnTo>
                  <a:pt x="19415" y="72408"/>
                </a:lnTo>
                <a:cubicBezTo>
                  <a:pt x="19440" y="72408"/>
                  <a:pt x="19490" y="72383"/>
                  <a:pt x="19515" y="72383"/>
                </a:cubicBezTo>
                <a:close/>
                <a:moveTo>
                  <a:pt x="33592" y="70544"/>
                </a:moveTo>
                <a:cubicBezTo>
                  <a:pt x="35230" y="70918"/>
                  <a:pt x="36818" y="71539"/>
                  <a:pt x="38283" y="72333"/>
                </a:cubicBezTo>
                <a:cubicBezTo>
                  <a:pt x="38308" y="72383"/>
                  <a:pt x="38382" y="72383"/>
                  <a:pt x="38407" y="72408"/>
                </a:cubicBezTo>
                <a:cubicBezTo>
                  <a:pt x="38432" y="72433"/>
                  <a:pt x="38507" y="72458"/>
                  <a:pt x="38532" y="72508"/>
                </a:cubicBezTo>
                <a:lnTo>
                  <a:pt x="38457" y="72508"/>
                </a:lnTo>
                <a:cubicBezTo>
                  <a:pt x="38283" y="72408"/>
                  <a:pt x="38084" y="72284"/>
                  <a:pt x="37909" y="72184"/>
                </a:cubicBezTo>
                <a:cubicBezTo>
                  <a:pt x="37835" y="72159"/>
                  <a:pt x="37785" y="72134"/>
                  <a:pt x="37685" y="72060"/>
                </a:cubicBezTo>
                <a:cubicBezTo>
                  <a:pt x="37212" y="71811"/>
                  <a:pt x="36764" y="71587"/>
                  <a:pt x="36267" y="71413"/>
                </a:cubicBezTo>
                <a:cubicBezTo>
                  <a:pt x="36192" y="71388"/>
                  <a:pt x="36142" y="71338"/>
                  <a:pt x="36067" y="71338"/>
                </a:cubicBezTo>
                <a:cubicBezTo>
                  <a:pt x="35669" y="71188"/>
                  <a:pt x="35221" y="71039"/>
                  <a:pt x="34798" y="70915"/>
                </a:cubicBezTo>
                <a:cubicBezTo>
                  <a:pt x="34673" y="70890"/>
                  <a:pt x="34549" y="70815"/>
                  <a:pt x="34425" y="70790"/>
                </a:cubicBezTo>
                <a:lnTo>
                  <a:pt x="33678" y="70591"/>
                </a:lnTo>
                <a:lnTo>
                  <a:pt x="33653" y="70566"/>
                </a:lnTo>
                <a:cubicBezTo>
                  <a:pt x="33614" y="70566"/>
                  <a:pt x="33606" y="70551"/>
                  <a:pt x="33592" y="70544"/>
                </a:cubicBezTo>
                <a:close/>
                <a:moveTo>
                  <a:pt x="41419" y="72284"/>
                </a:moveTo>
                <a:cubicBezTo>
                  <a:pt x="41245" y="72408"/>
                  <a:pt x="41071" y="72433"/>
                  <a:pt x="40921" y="72508"/>
                </a:cubicBezTo>
                <a:cubicBezTo>
                  <a:pt x="40921" y="72458"/>
                  <a:pt x="40896" y="72458"/>
                  <a:pt x="40896" y="72433"/>
                </a:cubicBezTo>
                <a:cubicBezTo>
                  <a:pt x="40921" y="72433"/>
                  <a:pt x="40921" y="72433"/>
                  <a:pt x="40946" y="72408"/>
                </a:cubicBezTo>
                <a:cubicBezTo>
                  <a:pt x="41046" y="72383"/>
                  <a:pt x="41170" y="72333"/>
                  <a:pt x="41270" y="72309"/>
                </a:cubicBezTo>
                <a:cubicBezTo>
                  <a:pt x="41319" y="72309"/>
                  <a:pt x="41369" y="72284"/>
                  <a:pt x="41419" y="72284"/>
                </a:cubicBezTo>
                <a:close/>
                <a:moveTo>
                  <a:pt x="63423" y="72458"/>
                </a:moveTo>
                <a:cubicBezTo>
                  <a:pt x="63423" y="72508"/>
                  <a:pt x="63423" y="72508"/>
                  <a:pt x="63448" y="72533"/>
                </a:cubicBezTo>
                <a:cubicBezTo>
                  <a:pt x="63423" y="72533"/>
                  <a:pt x="63423" y="72557"/>
                  <a:pt x="63398" y="72557"/>
                </a:cubicBezTo>
                <a:cubicBezTo>
                  <a:pt x="63398" y="72533"/>
                  <a:pt x="63348" y="72533"/>
                  <a:pt x="63348" y="72508"/>
                </a:cubicBezTo>
                <a:cubicBezTo>
                  <a:pt x="63398" y="72508"/>
                  <a:pt x="63398" y="72458"/>
                  <a:pt x="63423" y="72458"/>
                </a:cubicBezTo>
                <a:close/>
                <a:moveTo>
                  <a:pt x="43334" y="72176"/>
                </a:moveTo>
                <a:cubicBezTo>
                  <a:pt x="43592" y="72176"/>
                  <a:pt x="43849" y="72188"/>
                  <a:pt x="44107" y="72209"/>
                </a:cubicBezTo>
                <a:cubicBezTo>
                  <a:pt x="43385" y="72383"/>
                  <a:pt x="42688" y="72508"/>
                  <a:pt x="42016" y="72582"/>
                </a:cubicBezTo>
                <a:cubicBezTo>
                  <a:pt x="42016" y="72557"/>
                  <a:pt x="42041" y="72533"/>
                  <a:pt x="42041" y="72533"/>
                </a:cubicBezTo>
                <a:cubicBezTo>
                  <a:pt x="42041" y="72533"/>
                  <a:pt x="42041" y="72508"/>
                  <a:pt x="42066" y="72508"/>
                </a:cubicBezTo>
                <a:cubicBezTo>
                  <a:pt x="42066" y="72508"/>
                  <a:pt x="42066" y="72458"/>
                  <a:pt x="42116" y="72458"/>
                </a:cubicBezTo>
                <a:cubicBezTo>
                  <a:pt x="42141" y="72408"/>
                  <a:pt x="42191" y="72309"/>
                  <a:pt x="42240" y="72259"/>
                </a:cubicBezTo>
                <a:cubicBezTo>
                  <a:pt x="42605" y="72200"/>
                  <a:pt x="42969" y="72176"/>
                  <a:pt x="43334" y="72176"/>
                </a:cubicBezTo>
                <a:close/>
                <a:moveTo>
                  <a:pt x="40672" y="72533"/>
                </a:moveTo>
                <a:cubicBezTo>
                  <a:pt x="40672" y="72533"/>
                  <a:pt x="40697" y="72557"/>
                  <a:pt x="40697" y="72582"/>
                </a:cubicBezTo>
                <a:cubicBezTo>
                  <a:pt x="40672" y="72582"/>
                  <a:pt x="40672" y="72582"/>
                  <a:pt x="40647" y="72632"/>
                </a:cubicBezTo>
                <a:cubicBezTo>
                  <a:pt x="40647" y="72582"/>
                  <a:pt x="40622" y="72582"/>
                  <a:pt x="40622" y="72557"/>
                </a:cubicBezTo>
                <a:cubicBezTo>
                  <a:pt x="40647" y="72557"/>
                  <a:pt x="40647" y="72557"/>
                  <a:pt x="40672" y="72533"/>
                </a:cubicBezTo>
                <a:close/>
                <a:moveTo>
                  <a:pt x="41942" y="72309"/>
                </a:moveTo>
                <a:cubicBezTo>
                  <a:pt x="41892" y="72408"/>
                  <a:pt x="41817" y="72533"/>
                  <a:pt x="41767" y="72632"/>
                </a:cubicBezTo>
                <a:lnTo>
                  <a:pt x="41743" y="72632"/>
                </a:lnTo>
                <a:cubicBezTo>
                  <a:pt x="41767" y="72533"/>
                  <a:pt x="41817" y="72433"/>
                  <a:pt x="41892" y="72333"/>
                </a:cubicBezTo>
                <a:cubicBezTo>
                  <a:pt x="41917" y="72333"/>
                  <a:pt x="41942" y="72309"/>
                  <a:pt x="41942" y="72309"/>
                </a:cubicBezTo>
                <a:close/>
                <a:moveTo>
                  <a:pt x="39204" y="72582"/>
                </a:moveTo>
                <a:cubicBezTo>
                  <a:pt x="39204" y="72582"/>
                  <a:pt x="39179" y="72582"/>
                  <a:pt x="39154" y="72632"/>
                </a:cubicBezTo>
                <a:cubicBezTo>
                  <a:pt x="39129" y="72632"/>
                  <a:pt x="39129" y="72657"/>
                  <a:pt x="39079" y="72657"/>
                </a:cubicBezTo>
                <a:lnTo>
                  <a:pt x="39054" y="72657"/>
                </a:lnTo>
                <a:cubicBezTo>
                  <a:pt x="39054" y="72657"/>
                  <a:pt x="39029" y="72657"/>
                  <a:pt x="39029" y="72632"/>
                </a:cubicBezTo>
                <a:cubicBezTo>
                  <a:pt x="39079" y="72632"/>
                  <a:pt x="39154" y="72582"/>
                  <a:pt x="39204" y="72582"/>
                </a:cubicBezTo>
                <a:close/>
                <a:moveTo>
                  <a:pt x="38756" y="72657"/>
                </a:moveTo>
                <a:lnTo>
                  <a:pt x="38781" y="72682"/>
                </a:lnTo>
                <a:lnTo>
                  <a:pt x="38756" y="72682"/>
                </a:lnTo>
                <a:cubicBezTo>
                  <a:pt x="38756" y="72657"/>
                  <a:pt x="38706" y="72657"/>
                  <a:pt x="38681" y="72657"/>
                </a:cubicBezTo>
                <a:close/>
                <a:moveTo>
                  <a:pt x="40398" y="72632"/>
                </a:moveTo>
                <a:cubicBezTo>
                  <a:pt x="40398" y="72657"/>
                  <a:pt x="40398" y="72657"/>
                  <a:pt x="40423" y="72682"/>
                </a:cubicBezTo>
                <a:lnTo>
                  <a:pt x="40374" y="72682"/>
                </a:lnTo>
                <a:lnTo>
                  <a:pt x="40374" y="72657"/>
                </a:lnTo>
                <a:cubicBezTo>
                  <a:pt x="40398" y="72657"/>
                  <a:pt x="40398" y="72657"/>
                  <a:pt x="40398" y="72632"/>
                </a:cubicBezTo>
                <a:close/>
                <a:moveTo>
                  <a:pt x="41543" y="72458"/>
                </a:moveTo>
                <a:cubicBezTo>
                  <a:pt x="41543" y="72533"/>
                  <a:pt x="41494" y="72582"/>
                  <a:pt x="41444" y="72657"/>
                </a:cubicBezTo>
                <a:cubicBezTo>
                  <a:pt x="41319" y="72657"/>
                  <a:pt x="41195" y="72657"/>
                  <a:pt x="41046" y="72682"/>
                </a:cubicBezTo>
                <a:lnTo>
                  <a:pt x="41021" y="72657"/>
                </a:lnTo>
                <a:cubicBezTo>
                  <a:pt x="41195" y="72582"/>
                  <a:pt x="41369" y="72533"/>
                  <a:pt x="41543" y="72458"/>
                </a:cubicBezTo>
                <a:close/>
                <a:moveTo>
                  <a:pt x="37810" y="72757"/>
                </a:moveTo>
                <a:cubicBezTo>
                  <a:pt x="37835" y="72757"/>
                  <a:pt x="37860" y="72757"/>
                  <a:pt x="37909" y="72782"/>
                </a:cubicBezTo>
                <a:cubicBezTo>
                  <a:pt x="37959" y="72782"/>
                  <a:pt x="38009" y="72806"/>
                  <a:pt x="38059" y="72806"/>
                </a:cubicBezTo>
                <a:cubicBezTo>
                  <a:pt x="38133" y="72831"/>
                  <a:pt x="38183" y="72831"/>
                  <a:pt x="38208" y="72856"/>
                </a:cubicBezTo>
                <a:cubicBezTo>
                  <a:pt x="38256" y="72856"/>
                  <a:pt x="38281" y="72902"/>
                  <a:pt x="38304" y="72906"/>
                </a:cubicBezTo>
                <a:lnTo>
                  <a:pt x="38304" y="72906"/>
                </a:lnTo>
                <a:cubicBezTo>
                  <a:pt x="38257" y="72904"/>
                  <a:pt x="38195" y="72897"/>
                  <a:pt x="38133" y="72856"/>
                </a:cubicBezTo>
                <a:cubicBezTo>
                  <a:pt x="38059" y="72856"/>
                  <a:pt x="38034" y="72856"/>
                  <a:pt x="37959" y="72831"/>
                </a:cubicBezTo>
                <a:cubicBezTo>
                  <a:pt x="37934" y="72806"/>
                  <a:pt x="37884" y="72782"/>
                  <a:pt x="37810" y="72782"/>
                </a:cubicBezTo>
                <a:lnTo>
                  <a:pt x="37810" y="72757"/>
                </a:lnTo>
                <a:close/>
                <a:moveTo>
                  <a:pt x="41319" y="72831"/>
                </a:moveTo>
                <a:cubicBezTo>
                  <a:pt x="41319" y="72881"/>
                  <a:pt x="41319" y="72906"/>
                  <a:pt x="41295" y="72906"/>
                </a:cubicBezTo>
                <a:lnTo>
                  <a:pt x="41270" y="72906"/>
                </a:lnTo>
                <a:lnTo>
                  <a:pt x="41245" y="72881"/>
                </a:lnTo>
                <a:cubicBezTo>
                  <a:pt x="41245" y="72881"/>
                  <a:pt x="41245" y="72831"/>
                  <a:pt x="41195" y="72831"/>
                </a:cubicBezTo>
                <a:close/>
                <a:moveTo>
                  <a:pt x="41643" y="72831"/>
                </a:moveTo>
                <a:cubicBezTo>
                  <a:pt x="41643" y="72881"/>
                  <a:pt x="41618" y="72881"/>
                  <a:pt x="41618" y="72906"/>
                </a:cubicBezTo>
                <a:lnTo>
                  <a:pt x="41568" y="72906"/>
                </a:lnTo>
                <a:cubicBezTo>
                  <a:pt x="41568" y="72881"/>
                  <a:pt x="41618" y="72881"/>
                  <a:pt x="41618" y="72831"/>
                </a:cubicBezTo>
                <a:close/>
                <a:moveTo>
                  <a:pt x="44555" y="72309"/>
                </a:moveTo>
                <a:cubicBezTo>
                  <a:pt x="44605" y="72309"/>
                  <a:pt x="44630" y="72309"/>
                  <a:pt x="44680" y="72333"/>
                </a:cubicBezTo>
                <a:lnTo>
                  <a:pt x="44680" y="72383"/>
                </a:lnTo>
                <a:cubicBezTo>
                  <a:pt x="43734" y="72632"/>
                  <a:pt x="42788" y="72806"/>
                  <a:pt x="41867" y="72906"/>
                </a:cubicBezTo>
                <a:cubicBezTo>
                  <a:pt x="41867" y="72831"/>
                  <a:pt x="41892" y="72806"/>
                  <a:pt x="41892" y="72806"/>
                </a:cubicBezTo>
                <a:cubicBezTo>
                  <a:pt x="42763" y="72707"/>
                  <a:pt x="43634" y="72533"/>
                  <a:pt x="44555" y="72309"/>
                </a:cubicBezTo>
                <a:close/>
                <a:moveTo>
                  <a:pt x="40971" y="72881"/>
                </a:moveTo>
                <a:lnTo>
                  <a:pt x="41046" y="72931"/>
                </a:lnTo>
                <a:lnTo>
                  <a:pt x="40971" y="72931"/>
                </a:lnTo>
                <a:cubicBezTo>
                  <a:pt x="40946" y="72931"/>
                  <a:pt x="40921" y="72906"/>
                  <a:pt x="40921" y="72881"/>
                </a:cubicBezTo>
                <a:close/>
                <a:moveTo>
                  <a:pt x="39751" y="72906"/>
                </a:moveTo>
                <a:cubicBezTo>
                  <a:pt x="39677" y="72931"/>
                  <a:pt x="39652" y="72931"/>
                  <a:pt x="39577" y="72956"/>
                </a:cubicBezTo>
                <a:cubicBezTo>
                  <a:pt x="39552" y="72956"/>
                  <a:pt x="39552" y="72931"/>
                  <a:pt x="39527" y="72931"/>
                </a:cubicBezTo>
                <a:lnTo>
                  <a:pt x="39552" y="72931"/>
                </a:lnTo>
                <a:cubicBezTo>
                  <a:pt x="39627" y="72906"/>
                  <a:pt x="39677" y="72906"/>
                  <a:pt x="39751" y="72906"/>
                </a:cubicBezTo>
                <a:close/>
                <a:moveTo>
                  <a:pt x="40249" y="72931"/>
                </a:moveTo>
                <a:lnTo>
                  <a:pt x="40249" y="72956"/>
                </a:lnTo>
                <a:lnTo>
                  <a:pt x="40125" y="72956"/>
                </a:lnTo>
                <a:cubicBezTo>
                  <a:pt x="40174" y="72956"/>
                  <a:pt x="40199" y="72956"/>
                  <a:pt x="40249" y="72931"/>
                </a:cubicBezTo>
                <a:close/>
                <a:moveTo>
                  <a:pt x="40498" y="72906"/>
                </a:moveTo>
                <a:cubicBezTo>
                  <a:pt x="40498" y="72931"/>
                  <a:pt x="40523" y="72931"/>
                  <a:pt x="40523" y="72956"/>
                </a:cubicBezTo>
                <a:lnTo>
                  <a:pt x="40448" y="72956"/>
                </a:lnTo>
                <a:cubicBezTo>
                  <a:pt x="40448" y="72931"/>
                  <a:pt x="40448" y="72931"/>
                  <a:pt x="40423" y="72906"/>
                </a:cubicBezTo>
                <a:close/>
                <a:moveTo>
                  <a:pt x="45750" y="72557"/>
                </a:moveTo>
                <a:cubicBezTo>
                  <a:pt x="45850" y="72582"/>
                  <a:pt x="45899" y="72632"/>
                  <a:pt x="45974" y="72632"/>
                </a:cubicBezTo>
                <a:cubicBezTo>
                  <a:pt x="45899" y="72757"/>
                  <a:pt x="45800" y="72906"/>
                  <a:pt x="45750" y="73030"/>
                </a:cubicBezTo>
                <a:lnTo>
                  <a:pt x="45750" y="72557"/>
                </a:lnTo>
                <a:close/>
                <a:moveTo>
                  <a:pt x="52321" y="69396"/>
                </a:moveTo>
                <a:cubicBezTo>
                  <a:pt x="52321" y="69421"/>
                  <a:pt x="52346" y="69471"/>
                  <a:pt x="52346" y="69521"/>
                </a:cubicBezTo>
                <a:cubicBezTo>
                  <a:pt x="52371" y="69595"/>
                  <a:pt x="52371" y="69695"/>
                  <a:pt x="52396" y="69795"/>
                </a:cubicBezTo>
                <a:lnTo>
                  <a:pt x="52496" y="70168"/>
                </a:lnTo>
                <a:cubicBezTo>
                  <a:pt x="52396" y="70218"/>
                  <a:pt x="52346" y="70268"/>
                  <a:pt x="52247" y="70317"/>
                </a:cubicBezTo>
                <a:cubicBezTo>
                  <a:pt x="51624" y="70765"/>
                  <a:pt x="51002" y="71188"/>
                  <a:pt x="50355" y="71637"/>
                </a:cubicBezTo>
                <a:lnTo>
                  <a:pt x="49782" y="72010"/>
                </a:lnTo>
                <a:cubicBezTo>
                  <a:pt x="49235" y="72383"/>
                  <a:pt x="48662" y="72707"/>
                  <a:pt x="48140" y="73055"/>
                </a:cubicBezTo>
                <a:cubicBezTo>
                  <a:pt x="47642" y="72806"/>
                  <a:pt x="47169" y="72582"/>
                  <a:pt x="46671" y="72408"/>
                </a:cubicBezTo>
                <a:cubicBezTo>
                  <a:pt x="46771" y="72259"/>
                  <a:pt x="46845" y="72060"/>
                  <a:pt x="46920" y="71885"/>
                </a:cubicBezTo>
                <a:cubicBezTo>
                  <a:pt x="46920" y="71836"/>
                  <a:pt x="46970" y="71836"/>
                  <a:pt x="46970" y="71811"/>
                </a:cubicBezTo>
                <a:cubicBezTo>
                  <a:pt x="48712" y="71188"/>
                  <a:pt x="50504" y="70392"/>
                  <a:pt x="52321" y="69396"/>
                </a:cubicBezTo>
                <a:close/>
                <a:moveTo>
                  <a:pt x="41519" y="73080"/>
                </a:moveTo>
                <a:cubicBezTo>
                  <a:pt x="41494" y="73130"/>
                  <a:pt x="41494" y="73155"/>
                  <a:pt x="41444" y="73155"/>
                </a:cubicBezTo>
                <a:cubicBezTo>
                  <a:pt x="41444" y="73130"/>
                  <a:pt x="41444" y="73130"/>
                  <a:pt x="41494" y="73080"/>
                </a:cubicBezTo>
                <a:close/>
                <a:moveTo>
                  <a:pt x="50495" y="71776"/>
                </a:moveTo>
                <a:lnTo>
                  <a:pt x="50006" y="72109"/>
                </a:lnTo>
                <a:cubicBezTo>
                  <a:pt x="49484" y="72458"/>
                  <a:pt x="48911" y="72806"/>
                  <a:pt x="48388" y="73155"/>
                </a:cubicBezTo>
                <a:cubicBezTo>
                  <a:pt x="48388" y="73167"/>
                  <a:pt x="48382" y="73174"/>
                  <a:pt x="48373" y="73174"/>
                </a:cubicBezTo>
                <a:cubicBezTo>
                  <a:pt x="48364" y="73174"/>
                  <a:pt x="48351" y="73167"/>
                  <a:pt x="48339" y="73155"/>
                </a:cubicBezTo>
                <a:lnTo>
                  <a:pt x="48339" y="73155"/>
                </a:lnTo>
                <a:cubicBezTo>
                  <a:pt x="48339" y="73155"/>
                  <a:pt x="48339" y="73155"/>
                  <a:pt x="48339" y="73155"/>
                </a:cubicBezTo>
                <a:lnTo>
                  <a:pt x="48339" y="73155"/>
                </a:lnTo>
                <a:cubicBezTo>
                  <a:pt x="48351" y="73167"/>
                  <a:pt x="48351" y="73174"/>
                  <a:pt x="48348" y="73174"/>
                </a:cubicBezTo>
                <a:cubicBezTo>
                  <a:pt x="48345" y="73174"/>
                  <a:pt x="48339" y="73167"/>
                  <a:pt x="48339" y="73155"/>
                </a:cubicBezTo>
                <a:lnTo>
                  <a:pt x="48339" y="73155"/>
                </a:lnTo>
                <a:cubicBezTo>
                  <a:pt x="48339" y="73155"/>
                  <a:pt x="48339" y="73155"/>
                  <a:pt x="48339" y="73155"/>
                </a:cubicBezTo>
                <a:cubicBezTo>
                  <a:pt x="48488" y="73055"/>
                  <a:pt x="48637" y="72956"/>
                  <a:pt x="48837" y="72831"/>
                </a:cubicBezTo>
                <a:cubicBezTo>
                  <a:pt x="49036" y="72707"/>
                  <a:pt x="49235" y="72557"/>
                  <a:pt x="49459" y="72433"/>
                </a:cubicBezTo>
                <a:cubicBezTo>
                  <a:pt x="49608" y="72333"/>
                  <a:pt x="49782" y="72209"/>
                  <a:pt x="49957" y="72134"/>
                </a:cubicBezTo>
                <a:cubicBezTo>
                  <a:pt x="50131" y="72010"/>
                  <a:pt x="50305" y="71910"/>
                  <a:pt x="50479" y="71786"/>
                </a:cubicBezTo>
                <a:cubicBezTo>
                  <a:pt x="50485" y="71783"/>
                  <a:pt x="50490" y="71779"/>
                  <a:pt x="50495" y="71776"/>
                </a:cubicBezTo>
                <a:close/>
                <a:moveTo>
                  <a:pt x="41170" y="73130"/>
                </a:moveTo>
                <a:lnTo>
                  <a:pt x="41195" y="73155"/>
                </a:lnTo>
                <a:cubicBezTo>
                  <a:pt x="41195" y="73180"/>
                  <a:pt x="41170" y="73180"/>
                  <a:pt x="41170" y="73205"/>
                </a:cubicBezTo>
                <a:cubicBezTo>
                  <a:pt x="41145" y="73180"/>
                  <a:pt x="41145" y="73155"/>
                  <a:pt x="41120" y="73130"/>
                </a:cubicBezTo>
                <a:close/>
                <a:moveTo>
                  <a:pt x="46596" y="72582"/>
                </a:moveTo>
                <a:cubicBezTo>
                  <a:pt x="47044" y="72757"/>
                  <a:pt x="47492" y="72956"/>
                  <a:pt x="47916" y="73180"/>
                </a:cubicBezTo>
                <a:cubicBezTo>
                  <a:pt x="47891" y="73180"/>
                  <a:pt x="47891" y="73205"/>
                  <a:pt x="47866" y="73205"/>
                </a:cubicBezTo>
                <a:cubicBezTo>
                  <a:pt x="47468" y="73006"/>
                  <a:pt x="46995" y="72806"/>
                  <a:pt x="46547" y="72657"/>
                </a:cubicBezTo>
                <a:cubicBezTo>
                  <a:pt x="46547" y="72632"/>
                  <a:pt x="46596" y="72632"/>
                  <a:pt x="46596" y="72582"/>
                </a:cubicBezTo>
                <a:close/>
                <a:moveTo>
                  <a:pt x="29247" y="70292"/>
                </a:moveTo>
                <a:cubicBezTo>
                  <a:pt x="29770" y="70292"/>
                  <a:pt x="30318" y="70317"/>
                  <a:pt x="30840" y="70342"/>
                </a:cubicBezTo>
                <a:cubicBezTo>
                  <a:pt x="30965" y="70342"/>
                  <a:pt x="31114" y="70392"/>
                  <a:pt x="31239" y="70392"/>
                </a:cubicBezTo>
                <a:cubicBezTo>
                  <a:pt x="31687" y="70417"/>
                  <a:pt x="32110" y="70467"/>
                  <a:pt x="32558" y="70566"/>
                </a:cubicBezTo>
                <a:cubicBezTo>
                  <a:pt x="32259" y="71039"/>
                  <a:pt x="32035" y="71462"/>
                  <a:pt x="31786" y="71935"/>
                </a:cubicBezTo>
                <a:cubicBezTo>
                  <a:pt x="30069" y="72134"/>
                  <a:pt x="28326" y="72557"/>
                  <a:pt x="26609" y="73254"/>
                </a:cubicBezTo>
                <a:cubicBezTo>
                  <a:pt x="25314" y="72757"/>
                  <a:pt x="24169" y="72060"/>
                  <a:pt x="23248" y="71164"/>
                </a:cubicBezTo>
                <a:cubicBezTo>
                  <a:pt x="23497" y="71089"/>
                  <a:pt x="23721" y="71039"/>
                  <a:pt x="23970" y="70964"/>
                </a:cubicBezTo>
                <a:cubicBezTo>
                  <a:pt x="24020" y="70940"/>
                  <a:pt x="24120" y="70940"/>
                  <a:pt x="24169" y="70915"/>
                </a:cubicBezTo>
                <a:lnTo>
                  <a:pt x="25016" y="70716"/>
                </a:lnTo>
                <a:cubicBezTo>
                  <a:pt x="25115" y="70691"/>
                  <a:pt x="25215" y="70691"/>
                  <a:pt x="25265" y="70666"/>
                </a:cubicBezTo>
                <a:cubicBezTo>
                  <a:pt x="25538" y="70591"/>
                  <a:pt x="25787" y="70566"/>
                  <a:pt x="26086" y="70516"/>
                </a:cubicBezTo>
                <a:cubicBezTo>
                  <a:pt x="26211" y="70467"/>
                  <a:pt x="26285" y="70467"/>
                  <a:pt x="26410" y="70467"/>
                </a:cubicBezTo>
                <a:cubicBezTo>
                  <a:pt x="26659" y="70442"/>
                  <a:pt x="26907" y="70417"/>
                  <a:pt x="27131" y="70392"/>
                </a:cubicBezTo>
                <a:cubicBezTo>
                  <a:pt x="27281" y="70342"/>
                  <a:pt x="27480" y="70342"/>
                  <a:pt x="27629" y="70342"/>
                </a:cubicBezTo>
                <a:cubicBezTo>
                  <a:pt x="27828" y="70342"/>
                  <a:pt x="28003" y="70317"/>
                  <a:pt x="28202" y="70317"/>
                </a:cubicBezTo>
                <a:cubicBezTo>
                  <a:pt x="28525" y="70292"/>
                  <a:pt x="28874" y="70292"/>
                  <a:pt x="29222" y="70292"/>
                </a:cubicBezTo>
                <a:close/>
                <a:moveTo>
                  <a:pt x="38557" y="73180"/>
                </a:moveTo>
                <a:lnTo>
                  <a:pt x="38557" y="73180"/>
                </a:lnTo>
                <a:cubicBezTo>
                  <a:pt x="38532" y="73205"/>
                  <a:pt x="38457" y="73254"/>
                  <a:pt x="38432" y="73279"/>
                </a:cubicBezTo>
                <a:cubicBezTo>
                  <a:pt x="38398" y="73296"/>
                  <a:pt x="38340" y="73302"/>
                  <a:pt x="38283" y="73311"/>
                </a:cubicBezTo>
                <a:lnTo>
                  <a:pt x="38283" y="73311"/>
                </a:lnTo>
                <a:cubicBezTo>
                  <a:pt x="38312" y="73299"/>
                  <a:pt x="38344" y="73280"/>
                  <a:pt x="38382" y="73254"/>
                </a:cubicBezTo>
                <a:cubicBezTo>
                  <a:pt x="38432" y="73205"/>
                  <a:pt x="38507" y="73205"/>
                  <a:pt x="38557" y="73180"/>
                </a:cubicBezTo>
                <a:close/>
                <a:moveTo>
                  <a:pt x="48214" y="73304"/>
                </a:moveTo>
                <a:cubicBezTo>
                  <a:pt x="48187" y="73304"/>
                  <a:pt x="48174" y="73312"/>
                  <a:pt x="48165" y="73319"/>
                </a:cubicBezTo>
                <a:lnTo>
                  <a:pt x="48165" y="73319"/>
                </a:lnTo>
                <a:cubicBezTo>
                  <a:pt x="48166" y="73304"/>
                  <a:pt x="48173" y="73304"/>
                  <a:pt x="48214" y="73304"/>
                </a:cubicBezTo>
                <a:close/>
                <a:moveTo>
                  <a:pt x="39253" y="73254"/>
                </a:moveTo>
                <a:cubicBezTo>
                  <a:pt x="39278" y="73254"/>
                  <a:pt x="39278" y="73254"/>
                  <a:pt x="39278" y="73279"/>
                </a:cubicBezTo>
                <a:cubicBezTo>
                  <a:pt x="39303" y="73304"/>
                  <a:pt x="39328" y="73304"/>
                  <a:pt x="39378" y="73329"/>
                </a:cubicBezTo>
                <a:cubicBezTo>
                  <a:pt x="39303" y="73304"/>
                  <a:pt x="39278" y="73304"/>
                  <a:pt x="39204" y="73279"/>
                </a:cubicBezTo>
                <a:cubicBezTo>
                  <a:pt x="39253" y="73279"/>
                  <a:pt x="39253" y="73279"/>
                  <a:pt x="39253" y="73254"/>
                </a:cubicBezTo>
                <a:close/>
                <a:moveTo>
                  <a:pt x="48140" y="73304"/>
                </a:moveTo>
                <a:cubicBezTo>
                  <a:pt x="48140" y="73304"/>
                  <a:pt x="48158" y="73304"/>
                  <a:pt x="48163" y="73320"/>
                </a:cubicBezTo>
                <a:lnTo>
                  <a:pt x="48163" y="73320"/>
                </a:lnTo>
                <a:cubicBezTo>
                  <a:pt x="48156" y="73325"/>
                  <a:pt x="48150" y="73329"/>
                  <a:pt x="48140" y="73329"/>
                </a:cubicBezTo>
                <a:lnTo>
                  <a:pt x="48090" y="73329"/>
                </a:lnTo>
                <a:cubicBezTo>
                  <a:pt x="48115" y="73329"/>
                  <a:pt x="48115" y="73304"/>
                  <a:pt x="48140" y="73304"/>
                </a:cubicBezTo>
                <a:close/>
                <a:moveTo>
                  <a:pt x="23074" y="71213"/>
                </a:moveTo>
                <a:cubicBezTo>
                  <a:pt x="23995" y="72134"/>
                  <a:pt x="25090" y="72831"/>
                  <a:pt x="26385" y="73329"/>
                </a:cubicBezTo>
                <a:cubicBezTo>
                  <a:pt x="26360" y="73329"/>
                  <a:pt x="26335" y="73379"/>
                  <a:pt x="26285" y="73379"/>
                </a:cubicBezTo>
                <a:cubicBezTo>
                  <a:pt x="25033" y="72888"/>
                  <a:pt x="23926" y="72154"/>
                  <a:pt x="23012" y="71251"/>
                </a:cubicBezTo>
                <a:lnTo>
                  <a:pt x="23012" y="71251"/>
                </a:lnTo>
                <a:cubicBezTo>
                  <a:pt x="23013" y="71251"/>
                  <a:pt x="23014" y="71251"/>
                  <a:pt x="23015" y="71251"/>
                </a:cubicBezTo>
                <a:cubicBezTo>
                  <a:pt x="23031" y="71251"/>
                  <a:pt x="23049" y="71238"/>
                  <a:pt x="23074" y="71213"/>
                </a:cubicBezTo>
                <a:close/>
                <a:moveTo>
                  <a:pt x="31711" y="72134"/>
                </a:moveTo>
                <a:cubicBezTo>
                  <a:pt x="31711" y="72159"/>
                  <a:pt x="31687" y="72159"/>
                  <a:pt x="31687" y="72184"/>
                </a:cubicBezTo>
                <a:cubicBezTo>
                  <a:pt x="30094" y="72333"/>
                  <a:pt x="28550" y="72757"/>
                  <a:pt x="27007" y="73379"/>
                </a:cubicBezTo>
                <a:cubicBezTo>
                  <a:pt x="26982" y="73379"/>
                  <a:pt x="26957" y="73329"/>
                  <a:pt x="26907" y="73329"/>
                </a:cubicBezTo>
                <a:cubicBezTo>
                  <a:pt x="28476" y="72707"/>
                  <a:pt x="30069" y="72309"/>
                  <a:pt x="31711" y="72134"/>
                </a:cubicBezTo>
                <a:close/>
                <a:moveTo>
                  <a:pt x="41319" y="73304"/>
                </a:moveTo>
                <a:cubicBezTo>
                  <a:pt x="41369" y="73329"/>
                  <a:pt x="41369" y="73329"/>
                  <a:pt x="41369" y="73379"/>
                </a:cubicBezTo>
                <a:cubicBezTo>
                  <a:pt x="41369" y="73404"/>
                  <a:pt x="41319" y="73404"/>
                  <a:pt x="41319" y="73429"/>
                </a:cubicBezTo>
                <a:lnTo>
                  <a:pt x="41319" y="73404"/>
                </a:lnTo>
                <a:lnTo>
                  <a:pt x="41295" y="73379"/>
                </a:lnTo>
                <a:cubicBezTo>
                  <a:pt x="41295" y="73329"/>
                  <a:pt x="41319" y="73329"/>
                  <a:pt x="41319" y="73304"/>
                </a:cubicBezTo>
                <a:close/>
                <a:moveTo>
                  <a:pt x="40896" y="73130"/>
                </a:moveTo>
                <a:cubicBezTo>
                  <a:pt x="40921" y="73205"/>
                  <a:pt x="40996" y="73304"/>
                  <a:pt x="41046" y="73379"/>
                </a:cubicBezTo>
                <a:cubicBezTo>
                  <a:pt x="41021" y="73404"/>
                  <a:pt x="40996" y="73454"/>
                  <a:pt x="40996" y="73503"/>
                </a:cubicBezTo>
                <a:cubicBezTo>
                  <a:pt x="40921" y="73379"/>
                  <a:pt x="40871" y="73254"/>
                  <a:pt x="40822" y="73130"/>
                </a:cubicBezTo>
                <a:close/>
                <a:moveTo>
                  <a:pt x="26609" y="73454"/>
                </a:moveTo>
                <a:cubicBezTo>
                  <a:pt x="26683" y="73454"/>
                  <a:pt x="26708" y="73454"/>
                  <a:pt x="26708" y="73503"/>
                </a:cubicBezTo>
                <a:cubicBezTo>
                  <a:pt x="26683" y="73503"/>
                  <a:pt x="26634" y="73528"/>
                  <a:pt x="26609" y="73528"/>
                </a:cubicBezTo>
                <a:lnTo>
                  <a:pt x="26584" y="73528"/>
                </a:lnTo>
                <a:cubicBezTo>
                  <a:pt x="26559" y="73528"/>
                  <a:pt x="26559" y="73503"/>
                  <a:pt x="26509" y="73503"/>
                </a:cubicBezTo>
                <a:cubicBezTo>
                  <a:pt x="26559" y="73503"/>
                  <a:pt x="26584" y="73454"/>
                  <a:pt x="26609" y="73454"/>
                </a:cubicBezTo>
                <a:close/>
                <a:moveTo>
                  <a:pt x="40324" y="73155"/>
                </a:moveTo>
                <a:cubicBezTo>
                  <a:pt x="40349" y="73205"/>
                  <a:pt x="40349" y="73254"/>
                  <a:pt x="40398" y="73304"/>
                </a:cubicBezTo>
                <a:lnTo>
                  <a:pt x="40398" y="73329"/>
                </a:lnTo>
                <a:cubicBezTo>
                  <a:pt x="40423" y="73404"/>
                  <a:pt x="40448" y="73503"/>
                  <a:pt x="40498" y="73553"/>
                </a:cubicBezTo>
                <a:lnTo>
                  <a:pt x="40498" y="73578"/>
                </a:lnTo>
                <a:lnTo>
                  <a:pt x="40299" y="73478"/>
                </a:lnTo>
                <a:cubicBezTo>
                  <a:pt x="40150" y="73354"/>
                  <a:pt x="40000" y="73279"/>
                  <a:pt x="39826" y="73155"/>
                </a:cubicBezTo>
                <a:close/>
                <a:moveTo>
                  <a:pt x="45501" y="72508"/>
                </a:moveTo>
                <a:cubicBezTo>
                  <a:pt x="45526" y="72508"/>
                  <a:pt x="45526" y="72508"/>
                  <a:pt x="45551" y="72533"/>
                </a:cubicBezTo>
                <a:cubicBezTo>
                  <a:pt x="45551" y="72831"/>
                  <a:pt x="45551" y="73180"/>
                  <a:pt x="45526" y="73503"/>
                </a:cubicBezTo>
                <a:cubicBezTo>
                  <a:pt x="45506" y="73544"/>
                  <a:pt x="45486" y="73568"/>
                  <a:pt x="45479" y="73615"/>
                </a:cubicBezTo>
                <a:lnTo>
                  <a:pt x="45479" y="73615"/>
                </a:lnTo>
                <a:cubicBezTo>
                  <a:pt x="45503" y="73253"/>
                  <a:pt x="45525" y="72869"/>
                  <a:pt x="45501" y="72508"/>
                </a:cubicBezTo>
                <a:close/>
                <a:moveTo>
                  <a:pt x="41170" y="73553"/>
                </a:moveTo>
                <a:lnTo>
                  <a:pt x="41195" y="73578"/>
                </a:lnTo>
                <a:lnTo>
                  <a:pt x="41120" y="73777"/>
                </a:lnTo>
                <a:lnTo>
                  <a:pt x="41071" y="73752"/>
                </a:lnTo>
                <a:lnTo>
                  <a:pt x="41170" y="73553"/>
                </a:lnTo>
                <a:close/>
                <a:moveTo>
                  <a:pt x="40622" y="73205"/>
                </a:moveTo>
                <a:cubicBezTo>
                  <a:pt x="40647" y="73254"/>
                  <a:pt x="40672" y="73329"/>
                  <a:pt x="40747" y="73429"/>
                </a:cubicBezTo>
                <a:lnTo>
                  <a:pt x="40822" y="73628"/>
                </a:lnTo>
                <a:cubicBezTo>
                  <a:pt x="40871" y="73653"/>
                  <a:pt x="40871" y="73702"/>
                  <a:pt x="40896" y="73752"/>
                </a:cubicBezTo>
                <a:cubicBezTo>
                  <a:pt x="40896" y="73752"/>
                  <a:pt x="40896" y="73777"/>
                  <a:pt x="40871" y="73777"/>
                </a:cubicBezTo>
                <a:lnTo>
                  <a:pt x="40871" y="73802"/>
                </a:lnTo>
                <a:cubicBezTo>
                  <a:pt x="40772" y="73653"/>
                  <a:pt x="40697" y="73503"/>
                  <a:pt x="40622" y="73329"/>
                </a:cubicBezTo>
                <a:cubicBezTo>
                  <a:pt x="40573" y="73279"/>
                  <a:pt x="40573" y="73254"/>
                  <a:pt x="40548" y="73205"/>
                </a:cubicBezTo>
                <a:close/>
                <a:moveTo>
                  <a:pt x="31562" y="72408"/>
                </a:moveTo>
                <a:cubicBezTo>
                  <a:pt x="31239" y="72956"/>
                  <a:pt x="30965" y="73503"/>
                  <a:pt x="30691" y="74051"/>
                </a:cubicBezTo>
                <a:cubicBezTo>
                  <a:pt x="29471" y="74001"/>
                  <a:pt x="28351" y="73777"/>
                  <a:pt x="27306" y="73454"/>
                </a:cubicBezTo>
                <a:cubicBezTo>
                  <a:pt x="28700" y="72931"/>
                  <a:pt x="30118" y="72557"/>
                  <a:pt x="31562" y="72408"/>
                </a:cubicBezTo>
                <a:close/>
                <a:moveTo>
                  <a:pt x="31861" y="72383"/>
                </a:moveTo>
                <a:cubicBezTo>
                  <a:pt x="31562" y="72931"/>
                  <a:pt x="31239" y="73503"/>
                  <a:pt x="30965" y="74051"/>
                </a:cubicBezTo>
                <a:lnTo>
                  <a:pt x="30915" y="74051"/>
                </a:lnTo>
                <a:cubicBezTo>
                  <a:pt x="31189" y="73503"/>
                  <a:pt x="31487" y="72931"/>
                  <a:pt x="31811" y="72383"/>
                </a:cubicBezTo>
                <a:close/>
                <a:moveTo>
                  <a:pt x="33230" y="72321"/>
                </a:moveTo>
                <a:cubicBezTo>
                  <a:pt x="34209" y="72321"/>
                  <a:pt x="35167" y="72414"/>
                  <a:pt x="36092" y="72557"/>
                </a:cubicBezTo>
                <a:cubicBezTo>
                  <a:pt x="36565" y="72707"/>
                  <a:pt x="37088" y="72881"/>
                  <a:pt x="37636" y="72956"/>
                </a:cubicBezTo>
                <a:lnTo>
                  <a:pt x="37710" y="72956"/>
                </a:lnTo>
                <a:cubicBezTo>
                  <a:pt x="37884" y="73006"/>
                  <a:pt x="38034" y="73030"/>
                  <a:pt x="38183" y="73080"/>
                </a:cubicBezTo>
                <a:cubicBezTo>
                  <a:pt x="38208" y="73080"/>
                  <a:pt x="38208" y="73080"/>
                  <a:pt x="38258" y="73130"/>
                </a:cubicBezTo>
                <a:cubicBezTo>
                  <a:pt x="35945" y="73742"/>
                  <a:pt x="33757" y="74086"/>
                  <a:pt x="31748" y="74086"/>
                </a:cubicBezTo>
                <a:cubicBezTo>
                  <a:pt x="31552" y="74086"/>
                  <a:pt x="31357" y="74082"/>
                  <a:pt x="31164" y="74076"/>
                </a:cubicBezTo>
                <a:cubicBezTo>
                  <a:pt x="31463" y="73503"/>
                  <a:pt x="31736" y="72931"/>
                  <a:pt x="32060" y="72383"/>
                </a:cubicBezTo>
                <a:cubicBezTo>
                  <a:pt x="32234" y="72383"/>
                  <a:pt x="32433" y="72333"/>
                  <a:pt x="32608" y="72333"/>
                </a:cubicBezTo>
                <a:cubicBezTo>
                  <a:pt x="32816" y="72325"/>
                  <a:pt x="33023" y="72321"/>
                  <a:pt x="33230" y="72321"/>
                </a:cubicBezTo>
                <a:close/>
                <a:moveTo>
                  <a:pt x="27007" y="73553"/>
                </a:moveTo>
                <a:cubicBezTo>
                  <a:pt x="28102" y="73926"/>
                  <a:pt x="29322" y="74151"/>
                  <a:pt x="30591" y="74200"/>
                </a:cubicBezTo>
                <a:cubicBezTo>
                  <a:pt x="30591" y="74225"/>
                  <a:pt x="30566" y="74225"/>
                  <a:pt x="30566" y="74275"/>
                </a:cubicBezTo>
                <a:cubicBezTo>
                  <a:pt x="29247" y="74175"/>
                  <a:pt x="28003" y="73951"/>
                  <a:pt x="26932" y="73578"/>
                </a:cubicBezTo>
                <a:cubicBezTo>
                  <a:pt x="26957" y="73578"/>
                  <a:pt x="26982" y="73578"/>
                  <a:pt x="27007" y="73553"/>
                </a:cubicBezTo>
                <a:close/>
                <a:moveTo>
                  <a:pt x="30840" y="74250"/>
                </a:moveTo>
                <a:cubicBezTo>
                  <a:pt x="30840" y="74275"/>
                  <a:pt x="30815" y="74275"/>
                  <a:pt x="30815" y="74300"/>
                </a:cubicBezTo>
                <a:lnTo>
                  <a:pt x="30741" y="74300"/>
                </a:lnTo>
                <a:cubicBezTo>
                  <a:pt x="30790" y="74275"/>
                  <a:pt x="30790" y="74275"/>
                  <a:pt x="30790" y="74250"/>
                </a:cubicBezTo>
                <a:close/>
                <a:moveTo>
                  <a:pt x="41369" y="73777"/>
                </a:moveTo>
                <a:cubicBezTo>
                  <a:pt x="41394" y="73827"/>
                  <a:pt x="41444" y="73902"/>
                  <a:pt x="41519" y="73951"/>
                </a:cubicBezTo>
                <a:cubicBezTo>
                  <a:pt x="41618" y="74076"/>
                  <a:pt x="41668" y="74200"/>
                  <a:pt x="41767" y="74300"/>
                </a:cubicBezTo>
                <a:cubicBezTo>
                  <a:pt x="41568" y="74200"/>
                  <a:pt x="41419" y="74126"/>
                  <a:pt x="41270" y="74026"/>
                </a:cubicBezTo>
                <a:cubicBezTo>
                  <a:pt x="41270" y="74001"/>
                  <a:pt x="41245" y="74001"/>
                  <a:pt x="41245" y="73951"/>
                </a:cubicBezTo>
                <a:cubicBezTo>
                  <a:pt x="41270" y="73902"/>
                  <a:pt x="41295" y="73827"/>
                  <a:pt x="41369" y="73777"/>
                </a:cubicBezTo>
                <a:close/>
                <a:moveTo>
                  <a:pt x="37835" y="73404"/>
                </a:moveTo>
                <a:lnTo>
                  <a:pt x="37835" y="73404"/>
                </a:lnTo>
                <a:cubicBezTo>
                  <a:pt x="37785" y="73429"/>
                  <a:pt x="37760" y="73454"/>
                  <a:pt x="37685" y="73503"/>
                </a:cubicBezTo>
                <a:cubicBezTo>
                  <a:pt x="35570" y="74026"/>
                  <a:pt x="33528" y="74325"/>
                  <a:pt x="31662" y="74325"/>
                </a:cubicBezTo>
                <a:cubicBezTo>
                  <a:pt x="31438" y="74325"/>
                  <a:pt x="31239" y="74300"/>
                  <a:pt x="31039" y="74300"/>
                </a:cubicBezTo>
                <a:cubicBezTo>
                  <a:pt x="31039" y="74275"/>
                  <a:pt x="31064" y="74275"/>
                  <a:pt x="31064" y="74250"/>
                </a:cubicBezTo>
                <a:cubicBezTo>
                  <a:pt x="31225" y="74254"/>
                  <a:pt x="31386" y="74256"/>
                  <a:pt x="31548" y="74256"/>
                </a:cubicBezTo>
                <a:cubicBezTo>
                  <a:pt x="33503" y="74256"/>
                  <a:pt x="35605" y="73978"/>
                  <a:pt x="37835" y="73404"/>
                </a:cubicBezTo>
                <a:close/>
                <a:moveTo>
                  <a:pt x="46497" y="72806"/>
                </a:moveTo>
                <a:cubicBezTo>
                  <a:pt x="46895" y="72956"/>
                  <a:pt x="47293" y="73130"/>
                  <a:pt x="47716" y="73329"/>
                </a:cubicBezTo>
                <a:cubicBezTo>
                  <a:pt x="47667" y="73379"/>
                  <a:pt x="47642" y="73379"/>
                  <a:pt x="47617" y="73404"/>
                </a:cubicBezTo>
                <a:cubicBezTo>
                  <a:pt x="46995" y="73777"/>
                  <a:pt x="46372" y="74151"/>
                  <a:pt x="45725" y="74499"/>
                </a:cubicBezTo>
                <a:cubicBezTo>
                  <a:pt x="45974" y="73902"/>
                  <a:pt x="46223" y="73404"/>
                  <a:pt x="46497" y="72806"/>
                </a:cubicBezTo>
                <a:close/>
                <a:moveTo>
                  <a:pt x="41494" y="73503"/>
                </a:moveTo>
                <a:cubicBezTo>
                  <a:pt x="41519" y="73528"/>
                  <a:pt x="41543" y="73553"/>
                  <a:pt x="41543" y="73578"/>
                </a:cubicBezTo>
                <a:cubicBezTo>
                  <a:pt x="41743" y="73877"/>
                  <a:pt x="41917" y="74126"/>
                  <a:pt x="42116" y="74399"/>
                </a:cubicBezTo>
                <a:cubicBezTo>
                  <a:pt x="42166" y="74499"/>
                  <a:pt x="42191" y="74549"/>
                  <a:pt x="42265" y="74648"/>
                </a:cubicBezTo>
                <a:cubicBezTo>
                  <a:pt x="42240" y="74623"/>
                  <a:pt x="42191" y="74574"/>
                  <a:pt x="42141" y="74549"/>
                </a:cubicBezTo>
                <a:cubicBezTo>
                  <a:pt x="41942" y="74250"/>
                  <a:pt x="41743" y="73951"/>
                  <a:pt x="41519" y="73653"/>
                </a:cubicBezTo>
                <a:cubicBezTo>
                  <a:pt x="41494" y="73628"/>
                  <a:pt x="41494" y="73578"/>
                  <a:pt x="41444" y="73553"/>
                </a:cubicBezTo>
                <a:cubicBezTo>
                  <a:pt x="41444" y="73528"/>
                  <a:pt x="41494" y="73528"/>
                  <a:pt x="41494" y="73503"/>
                </a:cubicBezTo>
                <a:close/>
                <a:moveTo>
                  <a:pt x="47916" y="73454"/>
                </a:moveTo>
                <a:cubicBezTo>
                  <a:pt x="47866" y="73503"/>
                  <a:pt x="47816" y="73528"/>
                  <a:pt x="47766" y="73553"/>
                </a:cubicBezTo>
                <a:cubicBezTo>
                  <a:pt x="47069" y="73951"/>
                  <a:pt x="46372" y="74399"/>
                  <a:pt x="45675" y="74773"/>
                </a:cubicBezTo>
                <a:cubicBezTo>
                  <a:pt x="45655" y="74793"/>
                  <a:pt x="45634" y="74797"/>
                  <a:pt x="45600" y="74811"/>
                </a:cubicBezTo>
                <a:lnTo>
                  <a:pt x="45600" y="74811"/>
                </a:lnTo>
                <a:cubicBezTo>
                  <a:pt x="45601" y="74808"/>
                  <a:pt x="45601" y="74803"/>
                  <a:pt x="45601" y="74798"/>
                </a:cubicBezTo>
                <a:lnTo>
                  <a:pt x="45601" y="74773"/>
                </a:lnTo>
                <a:cubicBezTo>
                  <a:pt x="45899" y="74574"/>
                  <a:pt x="46223" y="74399"/>
                  <a:pt x="46522" y="74250"/>
                </a:cubicBezTo>
                <a:cubicBezTo>
                  <a:pt x="46895" y="74026"/>
                  <a:pt x="47293" y="73802"/>
                  <a:pt x="47667" y="73553"/>
                </a:cubicBezTo>
                <a:lnTo>
                  <a:pt x="47866" y="73454"/>
                </a:lnTo>
                <a:close/>
                <a:moveTo>
                  <a:pt x="41519" y="74375"/>
                </a:moveTo>
                <a:lnTo>
                  <a:pt x="41519" y="74375"/>
                </a:lnTo>
                <a:cubicBezTo>
                  <a:pt x="41668" y="74449"/>
                  <a:pt x="41817" y="74549"/>
                  <a:pt x="41991" y="74673"/>
                </a:cubicBezTo>
                <a:cubicBezTo>
                  <a:pt x="42016" y="74748"/>
                  <a:pt x="42041" y="74773"/>
                  <a:pt x="42066" y="74823"/>
                </a:cubicBezTo>
                <a:cubicBezTo>
                  <a:pt x="41917" y="74748"/>
                  <a:pt x="41792" y="74623"/>
                  <a:pt x="41643" y="74524"/>
                </a:cubicBezTo>
                <a:cubicBezTo>
                  <a:pt x="41568" y="74449"/>
                  <a:pt x="41543" y="74424"/>
                  <a:pt x="41519" y="74375"/>
                </a:cubicBezTo>
                <a:close/>
                <a:moveTo>
                  <a:pt x="45544" y="74860"/>
                </a:moveTo>
                <a:cubicBezTo>
                  <a:pt x="45539" y="74867"/>
                  <a:pt x="45534" y="74872"/>
                  <a:pt x="45526" y="74872"/>
                </a:cubicBezTo>
                <a:cubicBezTo>
                  <a:pt x="45532" y="74868"/>
                  <a:pt x="45538" y="74864"/>
                  <a:pt x="45544" y="74860"/>
                </a:cubicBezTo>
                <a:close/>
                <a:moveTo>
                  <a:pt x="41519" y="74773"/>
                </a:moveTo>
                <a:lnTo>
                  <a:pt x="41693" y="74947"/>
                </a:lnTo>
                <a:cubicBezTo>
                  <a:pt x="41743" y="74997"/>
                  <a:pt x="41792" y="75047"/>
                  <a:pt x="41867" y="75071"/>
                </a:cubicBezTo>
                <a:lnTo>
                  <a:pt x="41817" y="75121"/>
                </a:lnTo>
                <a:cubicBezTo>
                  <a:pt x="41767" y="75047"/>
                  <a:pt x="41743" y="74997"/>
                  <a:pt x="41668" y="74947"/>
                </a:cubicBezTo>
                <a:cubicBezTo>
                  <a:pt x="41618" y="74897"/>
                  <a:pt x="41543" y="74823"/>
                  <a:pt x="41519" y="74773"/>
                </a:cubicBezTo>
                <a:close/>
                <a:moveTo>
                  <a:pt x="42415" y="74997"/>
                </a:moveTo>
                <a:lnTo>
                  <a:pt x="42415" y="74997"/>
                </a:lnTo>
                <a:cubicBezTo>
                  <a:pt x="42440" y="75022"/>
                  <a:pt x="42489" y="75022"/>
                  <a:pt x="42514" y="75047"/>
                </a:cubicBezTo>
                <a:cubicBezTo>
                  <a:pt x="42539" y="75071"/>
                  <a:pt x="42564" y="75146"/>
                  <a:pt x="42564" y="75171"/>
                </a:cubicBezTo>
                <a:cubicBezTo>
                  <a:pt x="42539" y="75146"/>
                  <a:pt x="42514" y="75146"/>
                  <a:pt x="42489" y="75121"/>
                </a:cubicBezTo>
                <a:cubicBezTo>
                  <a:pt x="42440" y="75071"/>
                  <a:pt x="42415" y="75022"/>
                  <a:pt x="42415" y="74997"/>
                </a:cubicBezTo>
                <a:close/>
                <a:moveTo>
                  <a:pt x="45128" y="72433"/>
                </a:moveTo>
                <a:cubicBezTo>
                  <a:pt x="45178" y="72433"/>
                  <a:pt x="45252" y="72458"/>
                  <a:pt x="45302" y="72458"/>
                </a:cubicBezTo>
                <a:cubicBezTo>
                  <a:pt x="45327" y="73055"/>
                  <a:pt x="45302" y="73653"/>
                  <a:pt x="45202" y="74200"/>
                </a:cubicBezTo>
                <a:cubicBezTo>
                  <a:pt x="45078" y="74449"/>
                  <a:pt x="45003" y="74698"/>
                  <a:pt x="44879" y="74997"/>
                </a:cubicBezTo>
                <a:cubicBezTo>
                  <a:pt x="44729" y="75022"/>
                  <a:pt x="44605" y="75071"/>
                  <a:pt x="44481" y="75171"/>
                </a:cubicBezTo>
                <a:cubicBezTo>
                  <a:pt x="44605" y="74275"/>
                  <a:pt x="44804" y="73379"/>
                  <a:pt x="45103" y="72433"/>
                </a:cubicBezTo>
                <a:close/>
                <a:moveTo>
                  <a:pt x="44729" y="75246"/>
                </a:moveTo>
                <a:cubicBezTo>
                  <a:pt x="44729" y="75246"/>
                  <a:pt x="44729" y="75270"/>
                  <a:pt x="44681" y="75271"/>
                </a:cubicBezTo>
                <a:lnTo>
                  <a:pt x="44681" y="75271"/>
                </a:lnTo>
                <a:cubicBezTo>
                  <a:pt x="44698" y="75262"/>
                  <a:pt x="44714" y="75253"/>
                  <a:pt x="44729" y="75246"/>
                </a:cubicBezTo>
                <a:close/>
                <a:moveTo>
                  <a:pt x="44868" y="72496"/>
                </a:moveTo>
                <a:cubicBezTo>
                  <a:pt x="44599" y="73453"/>
                  <a:pt x="44379" y="74386"/>
                  <a:pt x="44257" y="75271"/>
                </a:cubicBezTo>
                <a:cubicBezTo>
                  <a:pt x="44232" y="75271"/>
                  <a:pt x="44232" y="75295"/>
                  <a:pt x="44182" y="75295"/>
                </a:cubicBezTo>
                <a:cubicBezTo>
                  <a:pt x="44306" y="74399"/>
                  <a:pt x="44530" y="73454"/>
                  <a:pt x="44804" y="72508"/>
                </a:cubicBezTo>
                <a:cubicBezTo>
                  <a:pt x="44835" y="72508"/>
                  <a:pt x="44857" y="72508"/>
                  <a:pt x="44868" y="72496"/>
                </a:cubicBezTo>
                <a:close/>
                <a:moveTo>
                  <a:pt x="42198" y="75129"/>
                </a:moveTo>
                <a:cubicBezTo>
                  <a:pt x="42249" y="75166"/>
                  <a:pt x="42313" y="75194"/>
                  <a:pt x="42365" y="75246"/>
                </a:cubicBezTo>
                <a:cubicBezTo>
                  <a:pt x="42390" y="75271"/>
                  <a:pt x="42390" y="75295"/>
                  <a:pt x="42415" y="75320"/>
                </a:cubicBezTo>
                <a:cubicBezTo>
                  <a:pt x="42315" y="75271"/>
                  <a:pt x="42265" y="75246"/>
                  <a:pt x="42240" y="75171"/>
                </a:cubicBezTo>
                <a:lnTo>
                  <a:pt x="42198" y="75129"/>
                </a:lnTo>
                <a:close/>
                <a:moveTo>
                  <a:pt x="3161" y="63298"/>
                </a:moveTo>
                <a:lnTo>
                  <a:pt x="3161" y="63422"/>
                </a:lnTo>
                <a:cubicBezTo>
                  <a:pt x="2664" y="65364"/>
                  <a:pt x="2290" y="67305"/>
                  <a:pt x="2066" y="69147"/>
                </a:cubicBezTo>
                <a:cubicBezTo>
                  <a:pt x="1469" y="71263"/>
                  <a:pt x="996" y="73379"/>
                  <a:pt x="697" y="75395"/>
                </a:cubicBezTo>
                <a:cubicBezTo>
                  <a:pt x="797" y="74175"/>
                  <a:pt x="946" y="72906"/>
                  <a:pt x="1170" y="71562"/>
                </a:cubicBezTo>
                <a:cubicBezTo>
                  <a:pt x="1618" y="68824"/>
                  <a:pt x="2290" y="66061"/>
                  <a:pt x="3161" y="63298"/>
                </a:cubicBezTo>
                <a:close/>
                <a:moveTo>
                  <a:pt x="9683" y="71188"/>
                </a:moveTo>
                <a:cubicBezTo>
                  <a:pt x="9708" y="71263"/>
                  <a:pt x="9708" y="71313"/>
                  <a:pt x="9757" y="71388"/>
                </a:cubicBezTo>
                <a:cubicBezTo>
                  <a:pt x="9807" y="71587"/>
                  <a:pt x="9882" y="71786"/>
                  <a:pt x="9932" y="71960"/>
                </a:cubicBezTo>
                <a:cubicBezTo>
                  <a:pt x="9957" y="72060"/>
                  <a:pt x="10006" y="72159"/>
                  <a:pt x="10031" y="72209"/>
                </a:cubicBezTo>
                <a:cubicBezTo>
                  <a:pt x="10056" y="72309"/>
                  <a:pt x="10081" y="72408"/>
                  <a:pt x="10131" y="72458"/>
                </a:cubicBezTo>
                <a:cubicBezTo>
                  <a:pt x="10181" y="72657"/>
                  <a:pt x="10280" y="72831"/>
                  <a:pt x="10330" y="73030"/>
                </a:cubicBezTo>
                <a:cubicBezTo>
                  <a:pt x="10380" y="73130"/>
                  <a:pt x="10430" y="73254"/>
                  <a:pt x="10454" y="73329"/>
                </a:cubicBezTo>
                <a:cubicBezTo>
                  <a:pt x="10454" y="73379"/>
                  <a:pt x="10504" y="73404"/>
                  <a:pt x="10504" y="73429"/>
                </a:cubicBezTo>
                <a:cubicBezTo>
                  <a:pt x="10529" y="73528"/>
                  <a:pt x="10579" y="73578"/>
                  <a:pt x="10629" y="73678"/>
                </a:cubicBezTo>
                <a:lnTo>
                  <a:pt x="10902" y="74250"/>
                </a:lnTo>
                <a:lnTo>
                  <a:pt x="11002" y="74424"/>
                </a:lnTo>
                <a:cubicBezTo>
                  <a:pt x="11052" y="74549"/>
                  <a:pt x="11126" y="74648"/>
                  <a:pt x="11176" y="74773"/>
                </a:cubicBezTo>
                <a:cubicBezTo>
                  <a:pt x="11251" y="74897"/>
                  <a:pt x="11326" y="75022"/>
                  <a:pt x="11400" y="75121"/>
                </a:cubicBezTo>
                <a:cubicBezTo>
                  <a:pt x="11450" y="75196"/>
                  <a:pt x="11525" y="75320"/>
                  <a:pt x="11624" y="75420"/>
                </a:cubicBezTo>
                <a:lnTo>
                  <a:pt x="11649" y="75445"/>
                </a:lnTo>
                <a:cubicBezTo>
                  <a:pt x="10380" y="74549"/>
                  <a:pt x="9210" y="73553"/>
                  <a:pt x="8164" y="72508"/>
                </a:cubicBezTo>
                <a:cubicBezTo>
                  <a:pt x="8214" y="72508"/>
                  <a:pt x="8264" y="72408"/>
                  <a:pt x="8289" y="72309"/>
                </a:cubicBezTo>
                <a:cubicBezTo>
                  <a:pt x="8388" y="72209"/>
                  <a:pt x="8463" y="72159"/>
                  <a:pt x="8563" y="72060"/>
                </a:cubicBezTo>
                <a:cubicBezTo>
                  <a:pt x="8687" y="71960"/>
                  <a:pt x="8812" y="71885"/>
                  <a:pt x="8936" y="71736"/>
                </a:cubicBezTo>
                <a:cubicBezTo>
                  <a:pt x="9085" y="71612"/>
                  <a:pt x="9210" y="71537"/>
                  <a:pt x="9384" y="71413"/>
                </a:cubicBezTo>
                <a:cubicBezTo>
                  <a:pt x="9459" y="71338"/>
                  <a:pt x="9558" y="71263"/>
                  <a:pt x="9683" y="71188"/>
                </a:cubicBezTo>
                <a:close/>
                <a:moveTo>
                  <a:pt x="44680" y="75271"/>
                </a:moveTo>
                <a:lnTo>
                  <a:pt x="44680" y="75295"/>
                </a:lnTo>
                <a:lnTo>
                  <a:pt x="44406" y="75495"/>
                </a:lnTo>
                <a:lnTo>
                  <a:pt x="44406" y="75445"/>
                </a:lnTo>
                <a:lnTo>
                  <a:pt x="44406" y="75420"/>
                </a:lnTo>
                <a:cubicBezTo>
                  <a:pt x="44489" y="75378"/>
                  <a:pt x="44591" y="75319"/>
                  <a:pt x="44680" y="75271"/>
                </a:cubicBezTo>
                <a:close/>
                <a:moveTo>
                  <a:pt x="41917" y="75271"/>
                </a:moveTo>
                <a:cubicBezTo>
                  <a:pt x="42016" y="75271"/>
                  <a:pt x="42041" y="75295"/>
                  <a:pt x="42066" y="75370"/>
                </a:cubicBezTo>
                <a:cubicBezTo>
                  <a:pt x="42116" y="75395"/>
                  <a:pt x="42116" y="75395"/>
                  <a:pt x="42116" y="75420"/>
                </a:cubicBezTo>
                <a:cubicBezTo>
                  <a:pt x="42166" y="75470"/>
                  <a:pt x="42191" y="75544"/>
                  <a:pt x="42265" y="75619"/>
                </a:cubicBezTo>
                <a:cubicBezTo>
                  <a:pt x="42191" y="75569"/>
                  <a:pt x="42166" y="75520"/>
                  <a:pt x="42116" y="75445"/>
                </a:cubicBezTo>
                <a:lnTo>
                  <a:pt x="42041" y="75395"/>
                </a:lnTo>
                <a:lnTo>
                  <a:pt x="41917" y="75271"/>
                </a:lnTo>
                <a:close/>
                <a:moveTo>
                  <a:pt x="44232" y="75520"/>
                </a:moveTo>
                <a:lnTo>
                  <a:pt x="44232" y="75544"/>
                </a:lnTo>
                <a:lnTo>
                  <a:pt x="44232" y="75569"/>
                </a:lnTo>
                <a:cubicBezTo>
                  <a:pt x="44182" y="75569"/>
                  <a:pt x="44157" y="75619"/>
                  <a:pt x="44157" y="75619"/>
                </a:cubicBezTo>
                <a:lnTo>
                  <a:pt x="44157" y="75569"/>
                </a:lnTo>
                <a:lnTo>
                  <a:pt x="44157" y="75544"/>
                </a:lnTo>
                <a:cubicBezTo>
                  <a:pt x="44182" y="75544"/>
                  <a:pt x="44182" y="75520"/>
                  <a:pt x="44232" y="75520"/>
                </a:cubicBezTo>
                <a:close/>
                <a:moveTo>
                  <a:pt x="44630" y="72533"/>
                </a:moveTo>
                <a:cubicBezTo>
                  <a:pt x="44331" y="73528"/>
                  <a:pt x="44132" y="74449"/>
                  <a:pt x="44008" y="75395"/>
                </a:cubicBezTo>
                <a:cubicBezTo>
                  <a:pt x="43858" y="75495"/>
                  <a:pt x="43684" y="75569"/>
                  <a:pt x="43535" y="75644"/>
                </a:cubicBezTo>
                <a:cubicBezTo>
                  <a:pt x="43261" y="75395"/>
                  <a:pt x="42987" y="75171"/>
                  <a:pt x="42664" y="74922"/>
                </a:cubicBezTo>
                <a:cubicBezTo>
                  <a:pt x="42614" y="74823"/>
                  <a:pt x="42564" y="74773"/>
                  <a:pt x="42514" y="74673"/>
                </a:cubicBezTo>
                <a:cubicBezTo>
                  <a:pt x="42440" y="74549"/>
                  <a:pt x="42365" y="74449"/>
                  <a:pt x="42290" y="74325"/>
                </a:cubicBezTo>
                <a:lnTo>
                  <a:pt x="41743" y="73503"/>
                </a:lnTo>
                <a:cubicBezTo>
                  <a:pt x="41668" y="73429"/>
                  <a:pt x="41643" y="73379"/>
                  <a:pt x="41593" y="73304"/>
                </a:cubicBezTo>
                <a:cubicBezTo>
                  <a:pt x="41668" y="73205"/>
                  <a:pt x="41693" y="73130"/>
                  <a:pt x="41767" y="73055"/>
                </a:cubicBezTo>
                <a:cubicBezTo>
                  <a:pt x="42688" y="72956"/>
                  <a:pt x="43659" y="72782"/>
                  <a:pt x="44630" y="72533"/>
                </a:cubicBezTo>
                <a:close/>
                <a:moveTo>
                  <a:pt x="42688" y="75520"/>
                </a:moveTo>
                <a:lnTo>
                  <a:pt x="42788" y="75619"/>
                </a:lnTo>
                <a:cubicBezTo>
                  <a:pt x="42805" y="75636"/>
                  <a:pt x="42822" y="75664"/>
                  <a:pt x="42831" y="75696"/>
                </a:cubicBezTo>
                <a:lnTo>
                  <a:pt x="42831" y="75696"/>
                </a:lnTo>
                <a:cubicBezTo>
                  <a:pt x="42818" y="75687"/>
                  <a:pt x="42800" y="75681"/>
                  <a:pt x="42788" y="75669"/>
                </a:cubicBezTo>
                <a:cubicBezTo>
                  <a:pt x="42763" y="75619"/>
                  <a:pt x="42738" y="75569"/>
                  <a:pt x="42688" y="75520"/>
                </a:cubicBezTo>
                <a:close/>
                <a:moveTo>
                  <a:pt x="57075" y="67206"/>
                </a:moveTo>
                <a:cubicBezTo>
                  <a:pt x="57100" y="67231"/>
                  <a:pt x="57125" y="67256"/>
                  <a:pt x="57200" y="67305"/>
                </a:cubicBezTo>
                <a:cubicBezTo>
                  <a:pt x="57324" y="67355"/>
                  <a:pt x="57424" y="67455"/>
                  <a:pt x="57548" y="67530"/>
                </a:cubicBezTo>
                <a:cubicBezTo>
                  <a:pt x="57623" y="67579"/>
                  <a:pt x="57723" y="67654"/>
                  <a:pt x="57822" y="67729"/>
                </a:cubicBezTo>
                <a:cubicBezTo>
                  <a:pt x="57922" y="67803"/>
                  <a:pt x="57972" y="67853"/>
                  <a:pt x="58071" y="67928"/>
                </a:cubicBezTo>
                <a:cubicBezTo>
                  <a:pt x="58196" y="68002"/>
                  <a:pt x="58320" y="68102"/>
                  <a:pt x="58469" y="68226"/>
                </a:cubicBezTo>
                <a:cubicBezTo>
                  <a:pt x="58494" y="68251"/>
                  <a:pt x="58544" y="68301"/>
                  <a:pt x="58594" y="68326"/>
                </a:cubicBezTo>
                <a:cubicBezTo>
                  <a:pt x="59440" y="68998"/>
                  <a:pt x="60361" y="69819"/>
                  <a:pt x="61307" y="70765"/>
                </a:cubicBezTo>
                <a:cubicBezTo>
                  <a:pt x="61431" y="70890"/>
                  <a:pt x="61556" y="70964"/>
                  <a:pt x="61680" y="71089"/>
                </a:cubicBezTo>
                <a:lnTo>
                  <a:pt x="61879" y="71313"/>
                </a:lnTo>
                <a:lnTo>
                  <a:pt x="62303" y="71711"/>
                </a:lnTo>
                <a:cubicBezTo>
                  <a:pt x="62128" y="71811"/>
                  <a:pt x="61979" y="71935"/>
                  <a:pt x="61830" y="72035"/>
                </a:cubicBezTo>
                <a:cubicBezTo>
                  <a:pt x="61705" y="72134"/>
                  <a:pt x="61581" y="72184"/>
                  <a:pt x="61456" y="72284"/>
                </a:cubicBezTo>
                <a:cubicBezTo>
                  <a:pt x="61257" y="72408"/>
                  <a:pt x="61083" y="72533"/>
                  <a:pt x="60859" y="72657"/>
                </a:cubicBezTo>
                <a:lnTo>
                  <a:pt x="60585" y="72831"/>
                </a:lnTo>
                <a:cubicBezTo>
                  <a:pt x="60560" y="72856"/>
                  <a:pt x="60535" y="72906"/>
                  <a:pt x="60461" y="72906"/>
                </a:cubicBezTo>
                <a:cubicBezTo>
                  <a:pt x="60286" y="73030"/>
                  <a:pt x="60087" y="73105"/>
                  <a:pt x="59913" y="73230"/>
                </a:cubicBezTo>
                <a:cubicBezTo>
                  <a:pt x="59814" y="73304"/>
                  <a:pt x="59714" y="73354"/>
                  <a:pt x="59614" y="73404"/>
                </a:cubicBezTo>
                <a:cubicBezTo>
                  <a:pt x="59589" y="73429"/>
                  <a:pt x="59540" y="73454"/>
                  <a:pt x="59490" y="73478"/>
                </a:cubicBezTo>
                <a:cubicBezTo>
                  <a:pt x="59341" y="73578"/>
                  <a:pt x="59166" y="73678"/>
                  <a:pt x="58992" y="73777"/>
                </a:cubicBezTo>
                <a:cubicBezTo>
                  <a:pt x="58942" y="73802"/>
                  <a:pt x="58843" y="73877"/>
                  <a:pt x="58793" y="73902"/>
                </a:cubicBezTo>
                <a:cubicBezTo>
                  <a:pt x="58718" y="73926"/>
                  <a:pt x="58619" y="74001"/>
                  <a:pt x="58569" y="74026"/>
                </a:cubicBezTo>
                <a:cubicBezTo>
                  <a:pt x="58420" y="74126"/>
                  <a:pt x="58245" y="74175"/>
                  <a:pt x="58096" y="74275"/>
                </a:cubicBezTo>
                <a:cubicBezTo>
                  <a:pt x="57947" y="74375"/>
                  <a:pt x="57797" y="74424"/>
                  <a:pt x="57623" y="74524"/>
                </a:cubicBezTo>
                <a:cubicBezTo>
                  <a:pt x="57474" y="74574"/>
                  <a:pt x="57349" y="74673"/>
                  <a:pt x="57200" y="74748"/>
                </a:cubicBezTo>
                <a:cubicBezTo>
                  <a:pt x="57175" y="74773"/>
                  <a:pt x="57125" y="74773"/>
                  <a:pt x="57100" y="74798"/>
                </a:cubicBezTo>
                <a:cubicBezTo>
                  <a:pt x="56976" y="74847"/>
                  <a:pt x="56827" y="74922"/>
                  <a:pt x="56702" y="74997"/>
                </a:cubicBezTo>
                <a:cubicBezTo>
                  <a:pt x="56578" y="75047"/>
                  <a:pt x="56428" y="75121"/>
                  <a:pt x="56304" y="75171"/>
                </a:cubicBezTo>
                <a:cubicBezTo>
                  <a:pt x="56105" y="75271"/>
                  <a:pt x="55955" y="75320"/>
                  <a:pt x="55756" y="75420"/>
                </a:cubicBezTo>
                <a:cubicBezTo>
                  <a:pt x="55632" y="75470"/>
                  <a:pt x="55507" y="75520"/>
                  <a:pt x="55383" y="75569"/>
                </a:cubicBezTo>
                <a:cubicBezTo>
                  <a:pt x="55258" y="75644"/>
                  <a:pt x="55134" y="75669"/>
                  <a:pt x="55059" y="75744"/>
                </a:cubicBezTo>
                <a:cubicBezTo>
                  <a:pt x="54686" y="74872"/>
                  <a:pt x="54313" y="74051"/>
                  <a:pt x="53989" y="73304"/>
                </a:cubicBezTo>
                <a:cubicBezTo>
                  <a:pt x="53964" y="73205"/>
                  <a:pt x="53889" y="73130"/>
                  <a:pt x="53865" y="73030"/>
                </a:cubicBezTo>
                <a:cubicBezTo>
                  <a:pt x="53740" y="72757"/>
                  <a:pt x="53641" y="72458"/>
                  <a:pt x="53566" y="72184"/>
                </a:cubicBezTo>
                <a:cubicBezTo>
                  <a:pt x="53491" y="72010"/>
                  <a:pt x="53392" y="71811"/>
                  <a:pt x="53342" y="71637"/>
                </a:cubicBezTo>
                <a:lnTo>
                  <a:pt x="53143" y="70964"/>
                </a:lnTo>
                <a:cubicBezTo>
                  <a:pt x="53093" y="70790"/>
                  <a:pt x="53018" y="70566"/>
                  <a:pt x="52968" y="70392"/>
                </a:cubicBezTo>
                <a:cubicBezTo>
                  <a:pt x="53441" y="70043"/>
                  <a:pt x="53889" y="69695"/>
                  <a:pt x="54337" y="69347"/>
                </a:cubicBezTo>
                <a:lnTo>
                  <a:pt x="54711" y="69073"/>
                </a:lnTo>
                <a:cubicBezTo>
                  <a:pt x="54761" y="69023"/>
                  <a:pt x="54835" y="68973"/>
                  <a:pt x="54935" y="68923"/>
                </a:cubicBezTo>
                <a:lnTo>
                  <a:pt x="55383" y="68550"/>
                </a:lnTo>
                <a:cubicBezTo>
                  <a:pt x="55607" y="68401"/>
                  <a:pt x="55831" y="68202"/>
                  <a:pt x="56005" y="68052"/>
                </a:cubicBezTo>
                <a:cubicBezTo>
                  <a:pt x="56179" y="67928"/>
                  <a:pt x="56354" y="67803"/>
                  <a:pt x="56503" y="67654"/>
                </a:cubicBezTo>
                <a:cubicBezTo>
                  <a:pt x="56603" y="67554"/>
                  <a:pt x="56702" y="67480"/>
                  <a:pt x="56827" y="67380"/>
                </a:cubicBezTo>
                <a:cubicBezTo>
                  <a:pt x="56926" y="67330"/>
                  <a:pt x="56976" y="67256"/>
                  <a:pt x="57075" y="67206"/>
                </a:cubicBezTo>
                <a:close/>
                <a:moveTo>
                  <a:pt x="42912" y="75320"/>
                </a:moveTo>
                <a:lnTo>
                  <a:pt x="43385" y="75694"/>
                </a:lnTo>
                <a:cubicBezTo>
                  <a:pt x="43360" y="75768"/>
                  <a:pt x="43311" y="75768"/>
                  <a:pt x="43311" y="75768"/>
                </a:cubicBezTo>
                <a:cubicBezTo>
                  <a:pt x="43186" y="75669"/>
                  <a:pt x="43112" y="75569"/>
                  <a:pt x="42987" y="75495"/>
                </a:cubicBezTo>
                <a:cubicBezTo>
                  <a:pt x="42937" y="75420"/>
                  <a:pt x="42912" y="75395"/>
                  <a:pt x="42912" y="75320"/>
                </a:cubicBezTo>
                <a:close/>
                <a:moveTo>
                  <a:pt x="52844" y="70516"/>
                </a:moveTo>
                <a:cubicBezTo>
                  <a:pt x="52869" y="70641"/>
                  <a:pt x="52944" y="70790"/>
                  <a:pt x="52968" y="70915"/>
                </a:cubicBezTo>
                <a:cubicBezTo>
                  <a:pt x="53018" y="71164"/>
                  <a:pt x="53093" y="71388"/>
                  <a:pt x="53192" y="71661"/>
                </a:cubicBezTo>
                <a:cubicBezTo>
                  <a:pt x="53217" y="71786"/>
                  <a:pt x="53267" y="71935"/>
                  <a:pt x="53342" y="72060"/>
                </a:cubicBezTo>
                <a:cubicBezTo>
                  <a:pt x="53740" y="73205"/>
                  <a:pt x="54263" y="74449"/>
                  <a:pt x="54885" y="75793"/>
                </a:cubicBezTo>
                <a:lnTo>
                  <a:pt x="54835" y="75793"/>
                </a:lnTo>
                <a:cubicBezTo>
                  <a:pt x="54437" y="74922"/>
                  <a:pt x="54064" y="74126"/>
                  <a:pt x="53740" y="73329"/>
                </a:cubicBezTo>
                <a:cubicBezTo>
                  <a:pt x="53715" y="73279"/>
                  <a:pt x="53690" y="73180"/>
                  <a:pt x="53641" y="73130"/>
                </a:cubicBezTo>
                <a:cubicBezTo>
                  <a:pt x="53516" y="72806"/>
                  <a:pt x="53441" y="72533"/>
                  <a:pt x="53317" y="72259"/>
                </a:cubicBezTo>
                <a:cubicBezTo>
                  <a:pt x="53242" y="72060"/>
                  <a:pt x="53143" y="71885"/>
                  <a:pt x="53118" y="71686"/>
                </a:cubicBezTo>
                <a:cubicBezTo>
                  <a:pt x="53068" y="71462"/>
                  <a:pt x="52993" y="71263"/>
                  <a:pt x="52944" y="71064"/>
                </a:cubicBezTo>
                <a:cubicBezTo>
                  <a:pt x="52869" y="70890"/>
                  <a:pt x="52819" y="70691"/>
                  <a:pt x="52769" y="70541"/>
                </a:cubicBezTo>
                <a:lnTo>
                  <a:pt x="52844" y="70516"/>
                </a:lnTo>
                <a:close/>
                <a:moveTo>
                  <a:pt x="43983" y="75669"/>
                </a:moveTo>
                <a:lnTo>
                  <a:pt x="43983" y="75694"/>
                </a:lnTo>
                <a:lnTo>
                  <a:pt x="43983" y="75744"/>
                </a:lnTo>
                <a:cubicBezTo>
                  <a:pt x="43883" y="75768"/>
                  <a:pt x="43809" y="75793"/>
                  <a:pt x="43759" y="75818"/>
                </a:cubicBezTo>
                <a:lnTo>
                  <a:pt x="43734" y="75793"/>
                </a:lnTo>
                <a:cubicBezTo>
                  <a:pt x="43809" y="75768"/>
                  <a:pt x="43883" y="75694"/>
                  <a:pt x="43983" y="75669"/>
                </a:cubicBezTo>
                <a:close/>
                <a:moveTo>
                  <a:pt x="62477" y="71836"/>
                </a:moveTo>
                <a:lnTo>
                  <a:pt x="62527" y="71885"/>
                </a:lnTo>
                <a:lnTo>
                  <a:pt x="62552" y="71910"/>
                </a:lnTo>
                <a:cubicBezTo>
                  <a:pt x="62427" y="72010"/>
                  <a:pt x="62328" y="72060"/>
                  <a:pt x="62203" y="72159"/>
                </a:cubicBezTo>
                <a:cubicBezTo>
                  <a:pt x="62054" y="72284"/>
                  <a:pt x="61855" y="72358"/>
                  <a:pt x="61705" y="72508"/>
                </a:cubicBezTo>
                <a:cubicBezTo>
                  <a:pt x="61581" y="72582"/>
                  <a:pt x="61431" y="72682"/>
                  <a:pt x="61307" y="72782"/>
                </a:cubicBezTo>
                <a:lnTo>
                  <a:pt x="60734" y="73155"/>
                </a:lnTo>
                <a:cubicBezTo>
                  <a:pt x="60660" y="73205"/>
                  <a:pt x="60535" y="73279"/>
                  <a:pt x="60436" y="73329"/>
                </a:cubicBezTo>
                <a:cubicBezTo>
                  <a:pt x="60311" y="73404"/>
                  <a:pt x="60187" y="73478"/>
                  <a:pt x="60062" y="73553"/>
                </a:cubicBezTo>
                <a:lnTo>
                  <a:pt x="59789" y="73727"/>
                </a:lnTo>
                <a:cubicBezTo>
                  <a:pt x="59689" y="73777"/>
                  <a:pt x="59614" y="73827"/>
                  <a:pt x="59540" y="73852"/>
                </a:cubicBezTo>
                <a:cubicBezTo>
                  <a:pt x="59291" y="74026"/>
                  <a:pt x="59042" y="74151"/>
                  <a:pt x="58818" y="74275"/>
                </a:cubicBezTo>
                <a:lnTo>
                  <a:pt x="58619" y="74375"/>
                </a:lnTo>
                <a:cubicBezTo>
                  <a:pt x="58594" y="74375"/>
                  <a:pt x="58594" y="74399"/>
                  <a:pt x="58569" y="74399"/>
                </a:cubicBezTo>
                <a:cubicBezTo>
                  <a:pt x="58494" y="74424"/>
                  <a:pt x="58469" y="74449"/>
                  <a:pt x="58420" y="74499"/>
                </a:cubicBezTo>
                <a:lnTo>
                  <a:pt x="58046" y="74673"/>
                </a:lnTo>
                <a:lnTo>
                  <a:pt x="57847" y="74773"/>
                </a:lnTo>
                <a:cubicBezTo>
                  <a:pt x="57797" y="74798"/>
                  <a:pt x="57748" y="74823"/>
                  <a:pt x="57698" y="74823"/>
                </a:cubicBezTo>
                <a:cubicBezTo>
                  <a:pt x="57449" y="74947"/>
                  <a:pt x="57175" y="75071"/>
                  <a:pt x="56926" y="75196"/>
                </a:cubicBezTo>
                <a:cubicBezTo>
                  <a:pt x="56926" y="75196"/>
                  <a:pt x="56876" y="75196"/>
                  <a:pt x="56876" y="75221"/>
                </a:cubicBezTo>
                <a:cubicBezTo>
                  <a:pt x="56354" y="75470"/>
                  <a:pt x="55831" y="75694"/>
                  <a:pt x="55333" y="75918"/>
                </a:cubicBezTo>
                <a:cubicBezTo>
                  <a:pt x="55209" y="75893"/>
                  <a:pt x="55184" y="75893"/>
                  <a:pt x="55184" y="75893"/>
                </a:cubicBezTo>
                <a:cubicBezTo>
                  <a:pt x="55184" y="75893"/>
                  <a:pt x="55184" y="75868"/>
                  <a:pt x="55134" y="75868"/>
                </a:cubicBezTo>
                <a:lnTo>
                  <a:pt x="55134" y="75818"/>
                </a:lnTo>
                <a:cubicBezTo>
                  <a:pt x="55308" y="75768"/>
                  <a:pt x="55458" y="75694"/>
                  <a:pt x="55632" y="75644"/>
                </a:cubicBezTo>
                <a:cubicBezTo>
                  <a:pt x="55731" y="75619"/>
                  <a:pt x="55806" y="75569"/>
                  <a:pt x="55881" y="75544"/>
                </a:cubicBezTo>
                <a:cubicBezTo>
                  <a:pt x="55931" y="75544"/>
                  <a:pt x="55955" y="75520"/>
                  <a:pt x="55980" y="75495"/>
                </a:cubicBezTo>
                <a:cubicBezTo>
                  <a:pt x="56055" y="75445"/>
                  <a:pt x="56130" y="75420"/>
                  <a:pt x="56204" y="75395"/>
                </a:cubicBezTo>
                <a:cubicBezTo>
                  <a:pt x="56229" y="75395"/>
                  <a:pt x="56254" y="75370"/>
                  <a:pt x="56304" y="75370"/>
                </a:cubicBezTo>
                <a:lnTo>
                  <a:pt x="56478" y="75271"/>
                </a:lnTo>
                <a:lnTo>
                  <a:pt x="56503" y="75271"/>
                </a:lnTo>
                <a:cubicBezTo>
                  <a:pt x="56603" y="75246"/>
                  <a:pt x="56702" y="75171"/>
                  <a:pt x="56827" y="75146"/>
                </a:cubicBezTo>
                <a:cubicBezTo>
                  <a:pt x="56876" y="75121"/>
                  <a:pt x="56926" y="75121"/>
                  <a:pt x="56976" y="75071"/>
                </a:cubicBezTo>
                <a:cubicBezTo>
                  <a:pt x="57075" y="75047"/>
                  <a:pt x="57125" y="74997"/>
                  <a:pt x="57225" y="74947"/>
                </a:cubicBezTo>
                <a:cubicBezTo>
                  <a:pt x="57250" y="74922"/>
                  <a:pt x="57324" y="74922"/>
                  <a:pt x="57349" y="74897"/>
                </a:cubicBezTo>
                <a:cubicBezTo>
                  <a:pt x="57374" y="74897"/>
                  <a:pt x="57374" y="74872"/>
                  <a:pt x="57424" y="74872"/>
                </a:cubicBezTo>
                <a:lnTo>
                  <a:pt x="57449" y="74872"/>
                </a:lnTo>
                <a:lnTo>
                  <a:pt x="57822" y="74673"/>
                </a:lnTo>
                <a:cubicBezTo>
                  <a:pt x="57972" y="74574"/>
                  <a:pt x="58121" y="74524"/>
                  <a:pt x="58320" y="74424"/>
                </a:cubicBezTo>
                <a:lnTo>
                  <a:pt x="58345" y="74424"/>
                </a:lnTo>
                <a:cubicBezTo>
                  <a:pt x="58494" y="74325"/>
                  <a:pt x="58669" y="74275"/>
                  <a:pt x="58818" y="74175"/>
                </a:cubicBezTo>
                <a:cubicBezTo>
                  <a:pt x="58942" y="74126"/>
                  <a:pt x="59067" y="74051"/>
                  <a:pt x="59191" y="73951"/>
                </a:cubicBezTo>
                <a:cubicBezTo>
                  <a:pt x="59191" y="73951"/>
                  <a:pt x="59216" y="73951"/>
                  <a:pt x="59216" y="73926"/>
                </a:cubicBezTo>
                <a:lnTo>
                  <a:pt x="59241" y="73926"/>
                </a:lnTo>
                <a:cubicBezTo>
                  <a:pt x="59440" y="73827"/>
                  <a:pt x="59614" y="73752"/>
                  <a:pt x="59789" y="73628"/>
                </a:cubicBezTo>
                <a:cubicBezTo>
                  <a:pt x="59838" y="73578"/>
                  <a:pt x="59913" y="73553"/>
                  <a:pt x="59963" y="73503"/>
                </a:cubicBezTo>
                <a:cubicBezTo>
                  <a:pt x="60038" y="73454"/>
                  <a:pt x="60062" y="73429"/>
                  <a:pt x="60112" y="73404"/>
                </a:cubicBezTo>
                <a:cubicBezTo>
                  <a:pt x="60336" y="73279"/>
                  <a:pt x="60535" y="73155"/>
                  <a:pt x="60734" y="73030"/>
                </a:cubicBezTo>
                <a:cubicBezTo>
                  <a:pt x="60784" y="73006"/>
                  <a:pt x="60809" y="73006"/>
                  <a:pt x="60834" y="72956"/>
                </a:cubicBezTo>
                <a:cubicBezTo>
                  <a:pt x="60859" y="72931"/>
                  <a:pt x="60934" y="72906"/>
                  <a:pt x="60959" y="72881"/>
                </a:cubicBezTo>
                <a:cubicBezTo>
                  <a:pt x="60959" y="72881"/>
                  <a:pt x="60983" y="72881"/>
                  <a:pt x="60983" y="72831"/>
                </a:cubicBezTo>
                <a:cubicBezTo>
                  <a:pt x="61207" y="72682"/>
                  <a:pt x="61456" y="72533"/>
                  <a:pt x="61680" y="72383"/>
                </a:cubicBezTo>
                <a:cubicBezTo>
                  <a:pt x="61705" y="72383"/>
                  <a:pt x="61705" y="72333"/>
                  <a:pt x="61730" y="72333"/>
                </a:cubicBezTo>
                <a:cubicBezTo>
                  <a:pt x="61780" y="72309"/>
                  <a:pt x="61830" y="72284"/>
                  <a:pt x="61855" y="72259"/>
                </a:cubicBezTo>
                <a:cubicBezTo>
                  <a:pt x="62079" y="72134"/>
                  <a:pt x="62278" y="71960"/>
                  <a:pt x="62477" y="71836"/>
                </a:cubicBezTo>
                <a:close/>
                <a:moveTo>
                  <a:pt x="43535" y="75893"/>
                </a:moveTo>
                <a:lnTo>
                  <a:pt x="43560" y="75918"/>
                </a:lnTo>
                <a:lnTo>
                  <a:pt x="43609" y="75943"/>
                </a:lnTo>
                <a:cubicBezTo>
                  <a:pt x="43560" y="75943"/>
                  <a:pt x="43560" y="75992"/>
                  <a:pt x="43535" y="75992"/>
                </a:cubicBezTo>
                <a:lnTo>
                  <a:pt x="43485" y="75918"/>
                </a:lnTo>
                <a:cubicBezTo>
                  <a:pt x="43510" y="75918"/>
                  <a:pt x="43510" y="75893"/>
                  <a:pt x="43535" y="75893"/>
                </a:cubicBezTo>
                <a:close/>
                <a:moveTo>
                  <a:pt x="54960" y="75943"/>
                </a:moveTo>
                <a:lnTo>
                  <a:pt x="54960" y="75992"/>
                </a:lnTo>
                <a:cubicBezTo>
                  <a:pt x="54972" y="75968"/>
                  <a:pt x="54978" y="75955"/>
                  <a:pt x="54982" y="75955"/>
                </a:cubicBezTo>
                <a:cubicBezTo>
                  <a:pt x="54985" y="75955"/>
                  <a:pt x="54985" y="75968"/>
                  <a:pt x="54985" y="75992"/>
                </a:cubicBezTo>
                <a:cubicBezTo>
                  <a:pt x="54960" y="75992"/>
                  <a:pt x="54960" y="76017"/>
                  <a:pt x="54935" y="76017"/>
                </a:cubicBezTo>
                <a:cubicBezTo>
                  <a:pt x="54935" y="76017"/>
                  <a:pt x="54935" y="75992"/>
                  <a:pt x="54885" y="75992"/>
                </a:cubicBezTo>
                <a:lnTo>
                  <a:pt x="54885" y="75943"/>
                </a:lnTo>
                <a:close/>
                <a:moveTo>
                  <a:pt x="9832" y="71064"/>
                </a:moveTo>
                <a:cubicBezTo>
                  <a:pt x="9932" y="71288"/>
                  <a:pt x="10006" y="71512"/>
                  <a:pt x="10056" y="71711"/>
                </a:cubicBezTo>
                <a:cubicBezTo>
                  <a:pt x="10081" y="71786"/>
                  <a:pt x="10131" y="71836"/>
                  <a:pt x="10131" y="71935"/>
                </a:cubicBezTo>
                <a:cubicBezTo>
                  <a:pt x="10156" y="71985"/>
                  <a:pt x="10156" y="72060"/>
                  <a:pt x="10181" y="72085"/>
                </a:cubicBezTo>
                <a:cubicBezTo>
                  <a:pt x="10206" y="72159"/>
                  <a:pt x="10206" y="72209"/>
                  <a:pt x="10255" y="72284"/>
                </a:cubicBezTo>
                <a:lnTo>
                  <a:pt x="10330" y="72557"/>
                </a:lnTo>
                <a:cubicBezTo>
                  <a:pt x="10405" y="72682"/>
                  <a:pt x="10454" y="72806"/>
                  <a:pt x="10504" y="72956"/>
                </a:cubicBezTo>
                <a:cubicBezTo>
                  <a:pt x="10504" y="72981"/>
                  <a:pt x="10504" y="72981"/>
                  <a:pt x="10529" y="73030"/>
                </a:cubicBezTo>
                <a:cubicBezTo>
                  <a:pt x="10554" y="73080"/>
                  <a:pt x="10579" y="73180"/>
                  <a:pt x="10629" y="73230"/>
                </a:cubicBezTo>
                <a:cubicBezTo>
                  <a:pt x="10629" y="73279"/>
                  <a:pt x="10654" y="73304"/>
                  <a:pt x="10654" y="73304"/>
                </a:cubicBezTo>
                <a:cubicBezTo>
                  <a:pt x="10654" y="73329"/>
                  <a:pt x="10678" y="73329"/>
                  <a:pt x="10678" y="73354"/>
                </a:cubicBezTo>
                <a:cubicBezTo>
                  <a:pt x="10728" y="73478"/>
                  <a:pt x="10803" y="73653"/>
                  <a:pt x="10853" y="73777"/>
                </a:cubicBezTo>
                <a:lnTo>
                  <a:pt x="11052" y="74151"/>
                </a:lnTo>
                <a:cubicBezTo>
                  <a:pt x="11052" y="74175"/>
                  <a:pt x="11077" y="74175"/>
                  <a:pt x="11077" y="74200"/>
                </a:cubicBezTo>
                <a:cubicBezTo>
                  <a:pt x="11102" y="74225"/>
                  <a:pt x="11102" y="74275"/>
                  <a:pt x="11151" y="74300"/>
                </a:cubicBezTo>
                <a:cubicBezTo>
                  <a:pt x="11176" y="74350"/>
                  <a:pt x="11226" y="74449"/>
                  <a:pt x="11276" y="74524"/>
                </a:cubicBezTo>
                <a:cubicBezTo>
                  <a:pt x="11326" y="74648"/>
                  <a:pt x="11400" y="74773"/>
                  <a:pt x="11475" y="74847"/>
                </a:cubicBezTo>
                <a:cubicBezTo>
                  <a:pt x="11525" y="74922"/>
                  <a:pt x="11575" y="75022"/>
                  <a:pt x="11649" y="75071"/>
                </a:cubicBezTo>
                <a:cubicBezTo>
                  <a:pt x="11674" y="75146"/>
                  <a:pt x="11724" y="75196"/>
                  <a:pt x="11774" y="75295"/>
                </a:cubicBezTo>
                <a:cubicBezTo>
                  <a:pt x="11799" y="75345"/>
                  <a:pt x="11823" y="75395"/>
                  <a:pt x="11848" y="75445"/>
                </a:cubicBezTo>
                <a:cubicBezTo>
                  <a:pt x="11898" y="75470"/>
                  <a:pt x="11923" y="75544"/>
                  <a:pt x="11948" y="75569"/>
                </a:cubicBezTo>
                <a:cubicBezTo>
                  <a:pt x="12047" y="75694"/>
                  <a:pt x="12147" y="75793"/>
                  <a:pt x="12222" y="75918"/>
                </a:cubicBezTo>
                <a:lnTo>
                  <a:pt x="12271" y="75943"/>
                </a:lnTo>
                <a:cubicBezTo>
                  <a:pt x="12296" y="75968"/>
                  <a:pt x="12296" y="76017"/>
                  <a:pt x="12321" y="76042"/>
                </a:cubicBezTo>
                <a:cubicBezTo>
                  <a:pt x="12296" y="76017"/>
                  <a:pt x="12271" y="76017"/>
                  <a:pt x="12222" y="75968"/>
                </a:cubicBezTo>
                <a:cubicBezTo>
                  <a:pt x="12197" y="75943"/>
                  <a:pt x="12172" y="75943"/>
                  <a:pt x="12147" y="75918"/>
                </a:cubicBezTo>
                <a:cubicBezTo>
                  <a:pt x="12122" y="75843"/>
                  <a:pt x="12047" y="75793"/>
                  <a:pt x="12023" y="75768"/>
                </a:cubicBezTo>
                <a:cubicBezTo>
                  <a:pt x="11948" y="75669"/>
                  <a:pt x="11898" y="75594"/>
                  <a:pt x="11823" y="75520"/>
                </a:cubicBezTo>
                <a:cubicBezTo>
                  <a:pt x="11774" y="75420"/>
                  <a:pt x="11699" y="75320"/>
                  <a:pt x="11599" y="75196"/>
                </a:cubicBezTo>
                <a:cubicBezTo>
                  <a:pt x="11525" y="75071"/>
                  <a:pt x="11450" y="74947"/>
                  <a:pt x="11400" y="74823"/>
                </a:cubicBezTo>
                <a:cubicBezTo>
                  <a:pt x="11326" y="74723"/>
                  <a:pt x="11276" y="74648"/>
                  <a:pt x="11201" y="74524"/>
                </a:cubicBezTo>
                <a:cubicBezTo>
                  <a:pt x="11176" y="74449"/>
                  <a:pt x="11126" y="74350"/>
                  <a:pt x="11077" y="74300"/>
                </a:cubicBezTo>
                <a:cubicBezTo>
                  <a:pt x="10977" y="74151"/>
                  <a:pt x="10927" y="73976"/>
                  <a:pt x="10828" y="73827"/>
                </a:cubicBezTo>
                <a:cubicBezTo>
                  <a:pt x="10728" y="73678"/>
                  <a:pt x="10654" y="73478"/>
                  <a:pt x="10579" y="73329"/>
                </a:cubicBezTo>
                <a:cubicBezTo>
                  <a:pt x="10554" y="73304"/>
                  <a:pt x="10554" y="73230"/>
                  <a:pt x="10529" y="73205"/>
                </a:cubicBezTo>
                <a:cubicBezTo>
                  <a:pt x="10454" y="73055"/>
                  <a:pt x="10405" y="72931"/>
                  <a:pt x="10330" y="72782"/>
                </a:cubicBezTo>
                <a:cubicBezTo>
                  <a:pt x="10280" y="72607"/>
                  <a:pt x="10206" y="72433"/>
                  <a:pt x="10156" y="72284"/>
                </a:cubicBezTo>
                <a:cubicBezTo>
                  <a:pt x="10131" y="72209"/>
                  <a:pt x="10081" y="72159"/>
                  <a:pt x="10081" y="72060"/>
                </a:cubicBezTo>
                <a:cubicBezTo>
                  <a:pt x="10031" y="71910"/>
                  <a:pt x="10006" y="71736"/>
                  <a:pt x="9932" y="71612"/>
                </a:cubicBezTo>
                <a:cubicBezTo>
                  <a:pt x="9932" y="71437"/>
                  <a:pt x="9882" y="71288"/>
                  <a:pt x="9832" y="71064"/>
                </a:cubicBezTo>
                <a:close/>
                <a:moveTo>
                  <a:pt x="43261" y="76017"/>
                </a:moveTo>
                <a:lnTo>
                  <a:pt x="43261" y="76017"/>
                </a:lnTo>
                <a:cubicBezTo>
                  <a:pt x="43286" y="76017"/>
                  <a:pt x="43311" y="76017"/>
                  <a:pt x="43311" y="76042"/>
                </a:cubicBezTo>
                <a:cubicBezTo>
                  <a:pt x="43286" y="76017"/>
                  <a:pt x="43286" y="76017"/>
                  <a:pt x="43261" y="76017"/>
                </a:cubicBezTo>
                <a:close/>
                <a:moveTo>
                  <a:pt x="8090" y="72757"/>
                </a:moveTo>
                <a:cubicBezTo>
                  <a:pt x="9285" y="73951"/>
                  <a:pt x="10579" y="75047"/>
                  <a:pt x="12023" y="76017"/>
                </a:cubicBezTo>
                <a:cubicBezTo>
                  <a:pt x="12047" y="76067"/>
                  <a:pt x="12122" y="76142"/>
                  <a:pt x="12147" y="76167"/>
                </a:cubicBezTo>
                <a:cubicBezTo>
                  <a:pt x="10654" y="75146"/>
                  <a:pt x="9285" y="74026"/>
                  <a:pt x="8065" y="72806"/>
                </a:cubicBezTo>
                <a:cubicBezTo>
                  <a:pt x="8065" y="72782"/>
                  <a:pt x="8090" y="72782"/>
                  <a:pt x="8090" y="72757"/>
                </a:cubicBezTo>
                <a:close/>
                <a:moveTo>
                  <a:pt x="43062" y="76142"/>
                </a:moveTo>
                <a:lnTo>
                  <a:pt x="43062" y="76167"/>
                </a:lnTo>
                <a:lnTo>
                  <a:pt x="43037" y="76167"/>
                </a:lnTo>
                <a:cubicBezTo>
                  <a:pt x="43037" y="76167"/>
                  <a:pt x="43062" y="76167"/>
                  <a:pt x="43062" y="76142"/>
                </a:cubicBezTo>
                <a:close/>
                <a:moveTo>
                  <a:pt x="43097" y="76156"/>
                </a:moveTo>
                <a:cubicBezTo>
                  <a:pt x="43112" y="76156"/>
                  <a:pt x="43112" y="76167"/>
                  <a:pt x="43112" y="76167"/>
                </a:cubicBezTo>
                <a:lnTo>
                  <a:pt x="43062" y="76167"/>
                </a:lnTo>
                <a:cubicBezTo>
                  <a:pt x="43078" y="76158"/>
                  <a:pt x="43089" y="76156"/>
                  <a:pt x="43097" y="76156"/>
                </a:cubicBezTo>
                <a:close/>
                <a:moveTo>
                  <a:pt x="44182" y="75818"/>
                </a:moveTo>
                <a:cubicBezTo>
                  <a:pt x="44182" y="75943"/>
                  <a:pt x="44157" y="76067"/>
                  <a:pt x="44157" y="76192"/>
                </a:cubicBezTo>
                <a:lnTo>
                  <a:pt x="44107" y="76142"/>
                </a:lnTo>
                <a:cubicBezTo>
                  <a:pt x="44107" y="76042"/>
                  <a:pt x="44132" y="75943"/>
                  <a:pt x="44132" y="75868"/>
                </a:cubicBezTo>
                <a:cubicBezTo>
                  <a:pt x="44157" y="75868"/>
                  <a:pt x="44157" y="75818"/>
                  <a:pt x="44182" y="75818"/>
                </a:cubicBezTo>
                <a:close/>
                <a:moveTo>
                  <a:pt x="44555" y="75619"/>
                </a:moveTo>
                <a:cubicBezTo>
                  <a:pt x="44481" y="75818"/>
                  <a:pt x="44381" y="76042"/>
                  <a:pt x="44306" y="76266"/>
                </a:cubicBezTo>
                <a:cubicBezTo>
                  <a:pt x="44356" y="76067"/>
                  <a:pt x="44356" y="75893"/>
                  <a:pt x="44381" y="75694"/>
                </a:cubicBezTo>
                <a:lnTo>
                  <a:pt x="44555" y="75619"/>
                </a:lnTo>
                <a:close/>
                <a:moveTo>
                  <a:pt x="45078" y="75541"/>
                </a:moveTo>
                <a:lnTo>
                  <a:pt x="44904" y="76017"/>
                </a:lnTo>
                <a:lnTo>
                  <a:pt x="44904" y="76042"/>
                </a:lnTo>
                <a:cubicBezTo>
                  <a:pt x="44879" y="76117"/>
                  <a:pt x="44854" y="76192"/>
                  <a:pt x="44804" y="76266"/>
                </a:cubicBezTo>
                <a:cubicBezTo>
                  <a:pt x="44804" y="76241"/>
                  <a:pt x="44829" y="76192"/>
                  <a:pt x="44829" y="76167"/>
                </a:cubicBezTo>
                <a:cubicBezTo>
                  <a:pt x="44879" y="76042"/>
                  <a:pt x="44929" y="75893"/>
                  <a:pt x="44978" y="75768"/>
                </a:cubicBezTo>
                <a:cubicBezTo>
                  <a:pt x="45007" y="75698"/>
                  <a:pt x="45043" y="75619"/>
                  <a:pt x="45078" y="75541"/>
                </a:cubicBezTo>
                <a:close/>
                <a:moveTo>
                  <a:pt x="42813" y="76241"/>
                </a:moveTo>
                <a:cubicBezTo>
                  <a:pt x="42813" y="76241"/>
                  <a:pt x="42813" y="76266"/>
                  <a:pt x="42862" y="76291"/>
                </a:cubicBezTo>
                <a:lnTo>
                  <a:pt x="42862" y="76291"/>
                </a:lnTo>
                <a:cubicBezTo>
                  <a:pt x="42838" y="76279"/>
                  <a:pt x="42838" y="76272"/>
                  <a:pt x="42844" y="76272"/>
                </a:cubicBezTo>
                <a:cubicBezTo>
                  <a:pt x="42850" y="76272"/>
                  <a:pt x="42863" y="76279"/>
                  <a:pt x="42863" y="76291"/>
                </a:cubicBezTo>
                <a:cubicBezTo>
                  <a:pt x="42813" y="76291"/>
                  <a:pt x="42813" y="76291"/>
                  <a:pt x="42813" y="76266"/>
                </a:cubicBezTo>
                <a:lnTo>
                  <a:pt x="42788" y="76241"/>
                </a:lnTo>
                <a:close/>
                <a:moveTo>
                  <a:pt x="43734" y="76042"/>
                </a:moveTo>
                <a:lnTo>
                  <a:pt x="43883" y="76192"/>
                </a:lnTo>
                <a:lnTo>
                  <a:pt x="43883" y="76291"/>
                </a:lnTo>
                <a:cubicBezTo>
                  <a:pt x="43809" y="76192"/>
                  <a:pt x="43759" y="76142"/>
                  <a:pt x="43659" y="76067"/>
                </a:cubicBezTo>
                <a:cubicBezTo>
                  <a:pt x="43684" y="76067"/>
                  <a:pt x="43684" y="76042"/>
                  <a:pt x="43734" y="76042"/>
                </a:cubicBezTo>
                <a:close/>
                <a:moveTo>
                  <a:pt x="44873" y="75437"/>
                </a:moveTo>
                <a:lnTo>
                  <a:pt x="44873" y="75437"/>
                </a:lnTo>
                <a:cubicBezTo>
                  <a:pt x="44750" y="75778"/>
                  <a:pt x="44627" y="76072"/>
                  <a:pt x="44481" y="76366"/>
                </a:cubicBezTo>
                <a:cubicBezTo>
                  <a:pt x="44605" y="76042"/>
                  <a:pt x="44729" y="75768"/>
                  <a:pt x="44854" y="75445"/>
                </a:cubicBezTo>
                <a:cubicBezTo>
                  <a:pt x="44854" y="75445"/>
                  <a:pt x="44865" y="75445"/>
                  <a:pt x="44873" y="75437"/>
                </a:cubicBezTo>
                <a:close/>
                <a:moveTo>
                  <a:pt x="44057" y="76391"/>
                </a:moveTo>
                <a:cubicBezTo>
                  <a:pt x="44107" y="76391"/>
                  <a:pt x="44107" y="76416"/>
                  <a:pt x="44132" y="76416"/>
                </a:cubicBezTo>
                <a:lnTo>
                  <a:pt x="44057" y="76416"/>
                </a:lnTo>
                <a:lnTo>
                  <a:pt x="44057" y="76391"/>
                </a:lnTo>
                <a:close/>
                <a:moveTo>
                  <a:pt x="52595" y="70641"/>
                </a:moveTo>
                <a:cubicBezTo>
                  <a:pt x="52645" y="70815"/>
                  <a:pt x="52720" y="71014"/>
                  <a:pt x="52744" y="71164"/>
                </a:cubicBezTo>
                <a:cubicBezTo>
                  <a:pt x="52819" y="71388"/>
                  <a:pt x="52869" y="71562"/>
                  <a:pt x="52944" y="71786"/>
                </a:cubicBezTo>
                <a:cubicBezTo>
                  <a:pt x="52993" y="72010"/>
                  <a:pt x="53093" y="72209"/>
                  <a:pt x="53143" y="72408"/>
                </a:cubicBezTo>
                <a:cubicBezTo>
                  <a:pt x="53242" y="72682"/>
                  <a:pt x="53342" y="72931"/>
                  <a:pt x="53466" y="73205"/>
                </a:cubicBezTo>
                <a:cubicBezTo>
                  <a:pt x="53516" y="73329"/>
                  <a:pt x="53591" y="73503"/>
                  <a:pt x="53641" y="73628"/>
                </a:cubicBezTo>
                <a:cubicBezTo>
                  <a:pt x="53815" y="74001"/>
                  <a:pt x="53964" y="74375"/>
                  <a:pt x="54138" y="74748"/>
                </a:cubicBezTo>
                <a:cubicBezTo>
                  <a:pt x="54138" y="74773"/>
                  <a:pt x="54188" y="74773"/>
                  <a:pt x="54188" y="74798"/>
                </a:cubicBezTo>
                <a:cubicBezTo>
                  <a:pt x="54337" y="75121"/>
                  <a:pt x="54487" y="75445"/>
                  <a:pt x="54636" y="75793"/>
                </a:cubicBezTo>
                <a:cubicBezTo>
                  <a:pt x="54611" y="75818"/>
                  <a:pt x="54537" y="75818"/>
                  <a:pt x="54512" y="75868"/>
                </a:cubicBezTo>
                <a:cubicBezTo>
                  <a:pt x="54337" y="75918"/>
                  <a:pt x="54188" y="75992"/>
                  <a:pt x="53989" y="76042"/>
                </a:cubicBezTo>
                <a:lnTo>
                  <a:pt x="53964" y="76042"/>
                </a:lnTo>
                <a:cubicBezTo>
                  <a:pt x="53840" y="76067"/>
                  <a:pt x="53740" y="76092"/>
                  <a:pt x="53616" y="76142"/>
                </a:cubicBezTo>
                <a:lnTo>
                  <a:pt x="53591" y="76142"/>
                </a:lnTo>
                <a:cubicBezTo>
                  <a:pt x="53392" y="76192"/>
                  <a:pt x="53242" y="76266"/>
                  <a:pt x="53068" y="76291"/>
                </a:cubicBezTo>
                <a:cubicBezTo>
                  <a:pt x="52968" y="76316"/>
                  <a:pt x="52844" y="76366"/>
                  <a:pt x="52744" y="76391"/>
                </a:cubicBezTo>
                <a:cubicBezTo>
                  <a:pt x="52720" y="76391"/>
                  <a:pt x="52695" y="76416"/>
                  <a:pt x="52645" y="76416"/>
                </a:cubicBezTo>
                <a:cubicBezTo>
                  <a:pt x="51326" y="75146"/>
                  <a:pt x="49957" y="74076"/>
                  <a:pt x="48588" y="73304"/>
                </a:cubicBezTo>
                <a:cubicBezTo>
                  <a:pt x="48737" y="73205"/>
                  <a:pt x="48886" y="73130"/>
                  <a:pt x="49036" y="73006"/>
                </a:cubicBezTo>
                <a:cubicBezTo>
                  <a:pt x="49285" y="72831"/>
                  <a:pt x="49509" y="72682"/>
                  <a:pt x="49758" y="72533"/>
                </a:cubicBezTo>
                <a:cubicBezTo>
                  <a:pt x="49957" y="72408"/>
                  <a:pt x="50106" y="72309"/>
                  <a:pt x="50280" y="72184"/>
                </a:cubicBezTo>
                <a:cubicBezTo>
                  <a:pt x="50380" y="72134"/>
                  <a:pt x="50504" y="72060"/>
                  <a:pt x="50604" y="72010"/>
                </a:cubicBezTo>
                <a:cubicBezTo>
                  <a:pt x="50703" y="71935"/>
                  <a:pt x="50828" y="71885"/>
                  <a:pt x="50902" y="71786"/>
                </a:cubicBezTo>
                <a:cubicBezTo>
                  <a:pt x="51151" y="71637"/>
                  <a:pt x="51400" y="71437"/>
                  <a:pt x="51624" y="71288"/>
                </a:cubicBezTo>
                <a:cubicBezTo>
                  <a:pt x="51948" y="71064"/>
                  <a:pt x="52272" y="70840"/>
                  <a:pt x="52595" y="70641"/>
                </a:cubicBezTo>
                <a:close/>
                <a:moveTo>
                  <a:pt x="106559" y="62726"/>
                </a:moveTo>
                <a:lnTo>
                  <a:pt x="106559" y="62726"/>
                </a:lnTo>
                <a:cubicBezTo>
                  <a:pt x="106360" y="63298"/>
                  <a:pt x="106136" y="63871"/>
                  <a:pt x="105887" y="64443"/>
                </a:cubicBezTo>
                <a:cubicBezTo>
                  <a:pt x="105887" y="64468"/>
                  <a:pt x="105862" y="64493"/>
                  <a:pt x="105862" y="64543"/>
                </a:cubicBezTo>
                <a:cubicBezTo>
                  <a:pt x="105638" y="65065"/>
                  <a:pt x="105389" y="65613"/>
                  <a:pt x="105140" y="66161"/>
                </a:cubicBezTo>
                <a:lnTo>
                  <a:pt x="105041" y="66335"/>
                </a:lnTo>
                <a:cubicBezTo>
                  <a:pt x="104792" y="66857"/>
                  <a:pt x="104543" y="67355"/>
                  <a:pt x="104294" y="67903"/>
                </a:cubicBezTo>
                <a:lnTo>
                  <a:pt x="104194" y="68077"/>
                </a:lnTo>
                <a:cubicBezTo>
                  <a:pt x="104194" y="68077"/>
                  <a:pt x="104194" y="68102"/>
                  <a:pt x="104169" y="68102"/>
                </a:cubicBezTo>
                <a:cubicBezTo>
                  <a:pt x="104020" y="68401"/>
                  <a:pt x="103871" y="68699"/>
                  <a:pt x="103697" y="69023"/>
                </a:cubicBezTo>
                <a:cubicBezTo>
                  <a:pt x="103522" y="69396"/>
                  <a:pt x="103323" y="69720"/>
                  <a:pt x="103124" y="70093"/>
                </a:cubicBezTo>
                <a:cubicBezTo>
                  <a:pt x="103024" y="70292"/>
                  <a:pt x="102900" y="70467"/>
                  <a:pt x="102800" y="70666"/>
                </a:cubicBezTo>
                <a:cubicBezTo>
                  <a:pt x="102776" y="70765"/>
                  <a:pt x="102701" y="70815"/>
                  <a:pt x="102676" y="70915"/>
                </a:cubicBezTo>
                <a:cubicBezTo>
                  <a:pt x="102502" y="71213"/>
                  <a:pt x="102303" y="71562"/>
                  <a:pt x="102128" y="71885"/>
                </a:cubicBezTo>
                <a:cubicBezTo>
                  <a:pt x="101929" y="72209"/>
                  <a:pt x="101705" y="72557"/>
                  <a:pt x="101531" y="72881"/>
                </a:cubicBezTo>
                <a:cubicBezTo>
                  <a:pt x="101382" y="73130"/>
                  <a:pt x="101257" y="73329"/>
                  <a:pt x="101108" y="73553"/>
                </a:cubicBezTo>
                <a:cubicBezTo>
                  <a:pt x="100834" y="73951"/>
                  <a:pt x="100585" y="74375"/>
                  <a:pt x="100311" y="74773"/>
                </a:cubicBezTo>
                <a:cubicBezTo>
                  <a:pt x="100286" y="74823"/>
                  <a:pt x="100262" y="74897"/>
                  <a:pt x="100187" y="74922"/>
                </a:cubicBezTo>
                <a:cubicBezTo>
                  <a:pt x="99888" y="75445"/>
                  <a:pt x="99540" y="75943"/>
                  <a:pt x="99166" y="76440"/>
                </a:cubicBezTo>
                <a:cubicBezTo>
                  <a:pt x="98171" y="75022"/>
                  <a:pt x="96777" y="73304"/>
                  <a:pt x="94960" y="71437"/>
                </a:cubicBezTo>
                <a:cubicBezTo>
                  <a:pt x="97076" y="68799"/>
                  <a:pt x="99042" y="66086"/>
                  <a:pt x="100834" y="63373"/>
                </a:cubicBezTo>
                <a:lnTo>
                  <a:pt x="100959" y="63373"/>
                </a:lnTo>
                <a:cubicBezTo>
                  <a:pt x="102950" y="63373"/>
                  <a:pt x="104866" y="63174"/>
                  <a:pt x="106559" y="62726"/>
                </a:cubicBezTo>
                <a:close/>
                <a:moveTo>
                  <a:pt x="42968" y="76453"/>
                </a:moveTo>
                <a:cubicBezTo>
                  <a:pt x="42975" y="76453"/>
                  <a:pt x="42987" y="76465"/>
                  <a:pt x="42987" y="76490"/>
                </a:cubicBezTo>
                <a:cubicBezTo>
                  <a:pt x="42962" y="76465"/>
                  <a:pt x="42962" y="76453"/>
                  <a:pt x="42968" y="76453"/>
                </a:cubicBezTo>
                <a:close/>
                <a:moveTo>
                  <a:pt x="86547" y="64343"/>
                </a:moveTo>
                <a:cubicBezTo>
                  <a:pt x="88837" y="66210"/>
                  <a:pt x="91052" y="68177"/>
                  <a:pt x="93043" y="70093"/>
                </a:cubicBezTo>
                <a:cubicBezTo>
                  <a:pt x="91799" y="72284"/>
                  <a:pt x="90305" y="74424"/>
                  <a:pt x="88662" y="76515"/>
                </a:cubicBezTo>
                <a:cubicBezTo>
                  <a:pt x="86123" y="74922"/>
                  <a:pt x="83485" y="73030"/>
                  <a:pt x="80871" y="70940"/>
                </a:cubicBezTo>
                <a:cubicBezTo>
                  <a:pt x="82863" y="68799"/>
                  <a:pt x="84754" y="66584"/>
                  <a:pt x="86547" y="64343"/>
                </a:cubicBezTo>
                <a:close/>
                <a:moveTo>
                  <a:pt x="20137" y="66708"/>
                </a:moveTo>
                <a:cubicBezTo>
                  <a:pt x="20361" y="67480"/>
                  <a:pt x="20635" y="68202"/>
                  <a:pt x="20983" y="68849"/>
                </a:cubicBezTo>
                <a:cubicBezTo>
                  <a:pt x="20386" y="69969"/>
                  <a:pt x="19838" y="71089"/>
                  <a:pt x="19266" y="72234"/>
                </a:cubicBezTo>
                <a:cubicBezTo>
                  <a:pt x="19166" y="72309"/>
                  <a:pt x="19042" y="72333"/>
                  <a:pt x="18967" y="72408"/>
                </a:cubicBezTo>
                <a:lnTo>
                  <a:pt x="18594" y="72582"/>
                </a:lnTo>
                <a:cubicBezTo>
                  <a:pt x="18370" y="72707"/>
                  <a:pt x="18171" y="72806"/>
                  <a:pt x="17972" y="72931"/>
                </a:cubicBezTo>
                <a:cubicBezTo>
                  <a:pt x="17847" y="72981"/>
                  <a:pt x="17723" y="73080"/>
                  <a:pt x="17548" y="73155"/>
                </a:cubicBezTo>
                <a:cubicBezTo>
                  <a:pt x="17374" y="73279"/>
                  <a:pt x="17175" y="73354"/>
                  <a:pt x="17001" y="73478"/>
                </a:cubicBezTo>
                <a:cubicBezTo>
                  <a:pt x="16876" y="73578"/>
                  <a:pt x="16727" y="73678"/>
                  <a:pt x="16603" y="73727"/>
                </a:cubicBezTo>
                <a:cubicBezTo>
                  <a:pt x="16403" y="73852"/>
                  <a:pt x="16254" y="73976"/>
                  <a:pt x="16055" y="74076"/>
                </a:cubicBezTo>
                <a:cubicBezTo>
                  <a:pt x="15906" y="74175"/>
                  <a:pt x="15781" y="74275"/>
                  <a:pt x="15632" y="74399"/>
                </a:cubicBezTo>
                <a:cubicBezTo>
                  <a:pt x="15482" y="74524"/>
                  <a:pt x="15308" y="74648"/>
                  <a:pt x="15134" y="74773"/>
                </a:cubicBezTo>
                <a:cubicBezTo>
                  <a:pt x="14985" y="74897"/>
                  <a:pt x="14810" y="74972"/>
                  <a:pt x="14686" y="75096"/>
                </a:cubicBezTo>
                <a:lnTo>
                  <a:pt x="14238" y="75470"/>
                </a:lnTo>
                <a:cubicBezTo>
                  <a:pt x="14064" y="75594"/>
                  <a:pt x="13914" y="75719"/>
                  <a:pt x="13790" y="75843"/>
                </a:cubicBezTo>
                <a:cubicBezTo>
                  <a:pt x="13640" y="75968"/>
                  <a:pt x="13516" y="76092"/>
                  <a:pt x="13367" y="76266"/>
                </a:cubicBezTo>
                <a:cubicBezTo>
                  <a:pt x="13267" y="76341"/>
                  <a:pt x="13168" y="76440"/>
                  <a:pt x="13043" y="76540"/>
                </a:cubicBezTo>
                <a:cubicBezTo>
                  <a:pt x="13068" y="76515"/>
                  <a:pt x="13018" y="76440"/>
                  <a:pt x="12919" y="76416"/>
                </a:cubicBezTo>
                <a:cubicBezTo>
                  <a:pt x="12670" y="76142"/>
                  <a:pt x="12421" y="75818"/>
                  <a:pt x="12197" y="75520"/>
                </a:cubicBezTo>
                <a:cubicBezTo>
                  <a:pt x="12147" y="75420"/>
                  <a:pt x="12072" y="75345"/>
                  <a:pt x="12023" y="75271"/>
                </a:cubicBezTo>
                <a:cubicBezTo>
                  <a:pt x="11749" y="74897"/>
                  <a:pt x="11525" y="74474"/>
                  <a:pt x="11276" y="74051"/>
                </a:cubicBezTo>
                <a:cubicBezTo>
                  <a:pt x="11201" y="73951"/>
                  <a:pt x="11151" y="73827"/>
                  <a:pt x="11126" y="73702"/>
                </a:cubicBezTo>
                <a:cubicBezTo>
                  <a:pt x="10927" y="73354"/>
                  <a:pt x="10778" y="72981"/>
                  <a:pt x="10629" y="72607"/>
                </a:cubicBezTo>
                <a:cubicBezTo>
                  <a:pt x="10629" y="72582"/>
                  <a:pt x="10579" y="72557"/>
                  <a:pt x="10579" y="72533"/>
                </a:cubicBezTo>
                <a:cubicBezTo>
                  <a:pt x="10554" y="72433"/>
                  <a:pt x="10504" y="72309"/>
                  <a:pt x="10454" y="72209"/>
                </a:cubicBezTo>
                <a:cubicBezTo>
                  <a:pt x="10305" y="71786"/>
                  <a:pt x="10156" y="71338"/>
                  <a:pt x="10031" y="70865"/>
                </a:cubicBezTo>
                <a:cubicBezTo>
                  <a:pt x="10280" y="70691"/>
                  <a:pt x="10529" y="70541"/>
                  <a:pt x="10778" y="70367"/>
                </a:cubicBezTo>
                <a:cubicBezTo>
                  <a:pt x="11052" y="70193"/>
                  <a:pt x="11326" y="69994"/>
                  <a:pt x="11624" y="69844"/>
                </a:cubicBezTo>
                <a:cubicBezTo>
                  <a:pt x="11898" y="69695"/>
                  <a:pt x="12172" y="69546"/>
                  <a:pt x="12446" y="69421"/>
                </a:cubicBezTo>
                <a:cubicBezTo>
                  <a:pt x="12769" y="69247"/>
                  <a:pt x="13043" y="69073"/>
                  <a:pt x="13367" y="68923"/>
                </a:cubicBezTo>
                <a:lnTo>
                  <a:pt x="14188" y="68550"/>
                </a:lnTo>
                <a:cubicBezTo>
                  <a:pt x="14512" y="68376"/>
                  <a:pt x="14860" y="68226"/>
                  <a:pt x="15159" y="68102"/>
                </a:cubicBezTo>
                <a:cubicBezTo>
                  <a:pt x="15433" y="67978"/>
                  <a:pt x="15756" y="67878"/>
                  <a:pt x="16030" y="67803"/>
                </a:cubicBezTo>
                <a:cubicBezTo>
                  <a:pt x="16379" y="67679"/>
                  <a:pt x="16677" y="67554"/>
                  <a:pt x="17026" y="67455"/>
                </a:cubicBezTo>
                <a:cubicBezTo>
                  <a:pt x="17349" y="67355"/>
                  <a:pt x="17673" y="67256"/>
                  <a:pt x="17996" y="67181"/>
                </a:cubicBezTo>
                <a:cubicBezTo>
                  <a:pt x="18295" y="67081"/>
                  <a:pt x="18619" y="66982"/>
                  <a:pt x="18917" y="66932"/>
                </a:cubicBezTo>
                <a:cubicBezTo>
                  <a:pt x="19341" y="66833"/>
                  <a:pt x="19714" y="66758"/>
                  <a:pt x="20112" y="66708"/>
                </a:cubicBezTo>
                <a:close/>
                <a:moveTo>
                  <a:pt x="43383" y="76281"/>
                </a:moveTo>
                <a:cubicBezTo>
                  <a:pt x="43410" y="76293"/>
                  <a:pt x="43448" y="76297"/>
                  <a:pt x="43485" y="76316"/>
                </a:cubicBezTo>
                <a:lnTo>
                  <a:pt x="43510" y="76316"/>
                </a:lnTo>
                <a:cubicBezTo>
                  <a:pt x="43609" y="76391"/>
                  <a:pt x="43734" y="76440"/>
                  <a:pt x="43809" y="76515"/>
                </a:cubicBezTo>
                <a:cubicBezTo>
                  <a:pt x="43858" y="76515"/>
                  <a:pt x="43858" y="76540"/>
                  <a:pt x="43883" y="76540"/>
                </a:cubicBezTo>
                <a:lnTo>
                  <a:pt x="43858" y="76565"/>
                </a:lnTo>
                <a:cubicBezTo>
                  <a:pt x="43684" y="76515"/>
                  <a:pt x="43535" y="76416"/>
                  <a:pt x="43385" y="76316"/>
                </a:cubicBezTo>
                <a:lnTo>
                  <a:pt x="43385" y="76291"/>
                </a:lnTo>
                <a:cubicBezTo>
                  <a:pt x="43385" y="76291"/>
                  <a:pt x="43385" y="76286"/>
                  <a:pt x="43383" y="76281"/>
                </a:cubicBezTo>
                <a:close/>
                <a:moveTo>
                  <a:pt x="48388" y="73429"/>
                </a:moveTo>
                <a:cubicBezTo>
                  <a:pt x="49758" y="74200"/>
                  <a:pt x="51127" y="75246"/>
                  <a:pt x="52446" y="76565"/>
                </a:cubicBezTo>
                <a:cubicBezTo>
                  <a:pt x="52396" y="76565"/>
                  <a:pt x="52371" y="76565"/>
                  <a:pt x="52371" y="76615"/>
                </a:cubicBezTo>
                <a:cubicBezTo>
                  <a:pt x="51077" y="75271"/>
                  <a:pt x="49708" y="74200"/>
                  <a:pt x="48339" y="73454"/>
                </a:cubicBezTo>
                <a:cubicBezTo>
                  <a:pt x="48364" y="73454"/>
                  <a:pt x="48364" y="73429"/>
                  <a:pt x="48388" y="73429"/>
                </a:cubicBezTo>
                <a:close/>
                <a:moveTo>
                  <a:pt x="93192" y="70268"/>
                </a:moveTo>
                <a:lnTo>
                  <a:pt x="93217" y="70292"/>
                </a:lnTo>
                <a:cubicBezTo>
                  <a:pt x="91973" y="72433"/>
                  <a:pt x="90529" y="74574"/>
                  <a:pt x="88861" y="76640"/>
                </a:cubicBezTo>
                <a:cubicBezTo>
                  <a:pt x="88837" y="76640"/>
                  <a:pt x="88837" y="76615"/>
                  <a:pt x="88812" y="76615"/>
                </a:cubicBezTo>
                <a:cubicBezTo>
                  <a:pt x="90454" y="74524"/>
                  <a:pt x="91923" y="72408"/>
                  <a:pt x="93192" y="70268"/>
                </a:cubicBezTo>
                <a:close/>
                <a:moveTo>
                  <a:pt x="54711" y="75968"/>
                </a:moveTo>
                <a:lnTo>
                  <a:pt x="54711" y="76017"/>
                </a:lnTo>
                <a:lnTo>
                  <a:pt x="54711" y="76042"/>
                </a:lnTo>
                <a:lnTo>
                  <a:pt x="54661" y="76042"/>
                </a:lnTo>
                <a:cubicBezTo>
                  <a:pt x="54362" y="76167"/>
                  <a:pt x="54089" y="76266"/>
                  <a:pt x="53765" y="76341"/>
                </a:cubicBezTo>
                <a:lnTo>
                  <a:pt x="53715" y="76341"/>
                </a:lnTo>
                <a:cubicBezTo>
                  <a:pt x="53392" y="76440"/>
                  <a:pt x="53118" y="76540"/>
                  <a:pt x="52844" y="76640"/>
                </a:cubicBezTo>
                <a:lnTo>
                  <a:pt x="52794" y="76640"/>
                </a:lnTo>
                <a:cubicBezTo>
                  <a:pt x="52805" y="76661"/>
                  <a:pt x="52811" y="76668"/>
                  <a:pt x="52811" y="76668"/>
                </a:cubicBezTo>
                <a:cubicBezTo>
                  <a:pt x="52810" y="76668"/>
                  <a:pt x="52798" y="76654"/>
                  <a:pt x="52769" y="76640"/>
                </a:cubicBezTo>
                <a:cubicBezTo>
                  <a:pt x="52819" y="76640"/>
                  <a:pt x="52844" y="76615"/>
                  <a:pt x="52869" y="76615"/>
                </a:cubicBezTo>
                <a:cubicBezTo>
                  <a:pt x="52894" y="76615"/>
                  <a:pt x="52944" y="76615"/>
                  <a:pt x="52944" y="76565"/>
                </a:cubicBezTo>
                <a:lnTo>
                  <a:pt x="52993" y="76565"/>
                </a:lnTo>
                <a:cubicBezTo>
                  <a:pt x="53018" y="76565"/>
                  <a:pt x="53068" y="76540"/>
                  <a:pt x="53093" y="76540"/>
                </a:cubicBezTo>
                <a:cubicBezTo>
                  <a:pt x="53317" y="76465"/>
                  <a:pt x="53566" y="76391"/>
                  <a:pt x="53765" y="76316"/>
                </a:cubicBezTo>
                <a:cubicBezTo>
                  <a:pt x="53815" y="76316"/>
                  <a:pt x="53815" y="76316"/>
                  <a:pt x="53840" y="76291"/>
                </a:cubicBezTo>
                <a:cubicBezTo>
                  <a:pt x="53865" y="76291"/>
                  <a:pt x="53889" y="76266"/>
                  <a:pt x="53939" y="76266"/>
                </a:cubicBezTo>
                <a:cubicBezTo>
                  <a:pt x="53964" y="76266"/>
                  <a:pt x="53964" y="76266"/>
                  <a:pt x="53989" y="76241"/>
                </a:cubicBezTo>
                <a:lnTo>
                  <a:pt x="54014" y="76241"/>
                </a:lnTo>
                <a:cubicBezTo>
                  <a:pt x="54238" y="76167"/>
                  <a:pt x="54462" y="76067"/>
                  <a:pt x="54711" y="75968"/>
                </a:cubicBezTo>
                <a:close/>
                <a:moveTo>
                  <a:pt x="94835" y="71587"/>
                </a:moveTo>
                <a:cubicBezTo>
                  <a:pt x="96677" y="73503"/>
                  <a:pt x="98071" y="75196"/>
                  <a:pt x="99067" y="76640"/>
                </a:cubicBezTo>
                <a:cubicBezTo>
                  <a:pt x="99067" y="76665"/>
                  <a:pt x="99042" y="76665"/>
                  <a:pt x="99042" y="76689"/>
                </a:cubicBezTo>
                <a:cubicBezTo>
                  <a:pt x="98071" y="75271"/>
                  <a:pt x="96652" y="73553"/>
                  <a:pt x="94835" y="71661"/>
                </a:cubicBezTo>
                <a:lnTo>
                  <a:pt x="94835" y="71587"/>
                </a:lnTo>
                <a:close/>
                <a:moveTo>
                  <a:pt x="106883" y="62676"/>
                </a:moveTo>
                <a:cubicBezTo>
                  <a:pt x="105165" y="67231"/>
                  <a:pt x="102626" y="72035"/>
                  <a:pt x="99341" y="76689"/>
                </a:cubicBezTo>
                <a:lnTo>
                  <a:pt x="99316" y="76665"/>
                </a:lnTo>
                <a:cubicBezTo>
                  <a:pt x="99415" y="76490"/>
                  <a:pt x="99515" y="76316"/>
                  <a:pt x="99639" y="76167"/>
                </a:cubicBezTo>
                <a:cubicBezTo>
                  <a:pt x="100013" y="75644"/>
                  <a:pt x="100361" y="75121"/>
                  <a:pt x="100685" y="74574"/>
                </a:cubicBezTo>
                <a:cubicBezTo>
                  <a:pt x="100909" y="74275"/>
                  <a:pt x="101108" y="73951"/>
                  <a:pt x="101307" y="73628"/>
                </a:cubicBezTo>
                <a:cubicBezTo>
                  <a:pt x="101556" y="73205"/>
                  <a:pt x="101805" y="72782"/>
                  <a:pt x="102054" y="72383"/>
                </a:cubicBezTo>
                <a:lnTo>
                  <a:pt x="102527" y="71637"/>
                </a:lnTo>
                <a:cubicBezTo>
                  <a:pt x="103199" y="70467"/>
                  <a:pt x="103796" y="69322"/>
                  <a:pt x="104394" y="68177"/>
                </a:cubicBezTo>
                <a:cubicBezTo>
                  <a:pt x="104443" y="68027"/>
                  <a:pt x="104543" y="67853"/>
                  <a:pt x="104618" y="67729"/>
                </a:cubicBezTo>
                <a:cubicBezTo>
                  <a:pt x="104866" y="67231"/>
                  <a:pt x="105066" y="66733"/>
                  <a:pt x="105314" y="66285"/>
                </a:cubicBezTo>
                <a:cubicBezTo>
                  <a:pt x="105389" y="66161"/>
                  <a:pt x="105414" y="66061"/>
                  <a:pt x="105489" y="65936"/>
                </a:cubicBezTo>
                <a:cubicBezTo>
                  <a:pt x="105987" y="64841"/>
                  <a:pt x="106435" y="63746"/>
                  <a:pt x="106858" y="62676"/>
                </a:cubicBezTo>
                <a:close/>
                <a:moveTo>
                  <a:pt x="12570" y="76416"/>
                </a:moveTo>
                <a:cubicBezTo>
                  <a:pt x="12620" y="76440"/>
                  <a:pt x="12645" y="76440"/>
                  <a:pt x="12670" y="76465"/>
                </a:cubicBezTo>
                <a:cubicBezTo>
                  <a:pt x="12695" y="76515"/>
                  <a:pt x="12744" y="76515"/>
                  <a:pt x="12769" y="76540"/>
                </a:cubicBezTo>
                <a:cubicBezTo>
                  <a:pt x="12869" y="76615"/>
                  <a:pt x="12894" y="76665"/>
                  <a:pt x="12944" y="76714"/>
                </a:cubicBezTo>
                <a:cubicBezTo>
                  <a:pt x="12919" y="76689"/>
                  <a:pt x="12894" y="76689"/>
                  <a:pt x="12869" y="76665"/>
                </a:cubicBezTo>
                <a:cubicBezTo>
                  <a:pt x="12819" y="76640"/>
                  <a:pt x="12794" y="76640"/>
                  <a:pt x="12769" y="76615"/>
                </a:cubicBezTo>
                <a:lnTo>
                  <a:pt x="12744" y="76565"/>
                </a:lnTo>
                <a:lnTo>
                  <a:pt x="12570" y="76416"/>
                </a:lnTo>
                <a:close/>
                <a:moveTo>
                  <a:pt x="19166" y="72557"/>
                </a:moveTo>
                <a:cubicBezTo>
                  <a:pt x="19166" y="72582"/>
                  <a:pt x="19141" y="72582"/>
                  <a:pt x="19141" y="72632"/>
                </a:cubicBezTo>
                <a:cubicBezTo>
                  <a:pt x="19042" y="72657"/>
                  <a:pt x="18967" y="72707"/>
                  <a:pt x="18893" y="72757"/>
                </a:cubicBezTo>
                <a:cubicBezTo>
                  <a:pt x="18868" y="72782"/>
                  <a:pt x="18793" y="72782"/>
                  <a:pt x="18768" y="72806"/>
                </a:cubicBezTo>
                <a:cubicBezTo>
                  <a:pt x="18494" y="72956"/>
                  <a:pt x="18245" y="73080"/>
                  <a:pt x="17996" y="73254"/>
                </a:cubicBezTo>
                <a:cubicBezTo>
                  <a:pt x="17922" y="73279"/>
                  <a:pt x="17872" y="73304"/>
                  <a:pt x="17772" y="73379"/>
                </a:cubicBezTo>
                <a:cubicBezTo>
                  <a:pt x="17524" y="73528"/>
                  <a:pt x="17299" y="73653"/>
                  <a:pt x="17100" y="73802"/>
                </a:cubicBezTo>
                <a:lnTo>
                  <a:pt x="16802" y="74001"/>
                </a:lnTo>
                <a:cubicBezTo>
                  <a:pt x="16578" y="74126"/>
                  <a:pt x="16403" y="74275"/>
                  <a:pt x="16179" y="74424"/>
                </a:cubicBezTo>
                <a:cubicBezTo>
                  <a:pt x="16055" y="74524"/>
                  <a:pt x="15955" y="74574"/>
                  <a:pt x="15856" y="74673"/>
                </a:cubicBezTo>
                <a:cubicBezTo>
                  <a:pt x="15657" y="74798"/>
                  <a:pt x="15507" y="74947"/>
                  <a:pt x="15308" y="75071"/>
                </a:cubicBezTo>
                <a:cubicBezTo>
                  <a:pt x="15184" y="75171"/>
                  <a:pt x="15059" y="75271"/>
                  <a:pt x="14910" y="75395"/>
                </a:cubicBezTo>
                <a:lnTo>
                  <a:pt x="14437" y="75768"/>
                </a:lnTo>
                <a:cubicBezTo>
                  <a:pt x="14288" y="75893"/>
                  <a:pt x="14163" y="76017"/>
                  <a:pt x="14014" y="76142"/>
                </a:cubicBezTo>
                <a:cubicBezTo>
                  <a:pt x="13889" y="76266"/>
                  <a:pt x="13715" y="76391"/>
                  <a:pt x="13616" y="76515"/>
                </a:cubicBezTo>
                <a:cubicBezTo>
                  <a:pt x="13541" y="76565"/>
                  <a:pt x="13441" y="76640"/>
                  <a:pt x="13392" y="76714"/>
                </a:cubicBezTo>
                <a:lnTo>
                  <a:pt x="13367" y="76714"/>
                </a:lnTo>
                <a:cubicBezTo>
                  <a:pt x="13367" y="76714"/>
                  <a:pt x="13317" y="76714"/>
                  <a:pt x="13317" y="76689"/>
                </a:cubicBezTo>
                <a:cubicBezTo>
                  <a:pt x="13392" y="76640"/>
                  <a:pt x="13491" y="76565"/>
                  <a:pt x="13541" y="76465"/>
                </a:cubicBezTo>
                <a:cubicBezTo>
                  <a:pt x="13690" y="76366"/>
                  <a:pt x="13815" y="76216"/>
                  <a:pt x="13989" y="76067"/>
                </a:cubicBezTo>
                <a:cubicBezTo>
                  <a:pt x="14138" y="75943"/>
                  <a:pt x="14288" y="75818"/>
                  <a:pt x="14412" y="75694"/>
                </a:cubicBezTo>
                <a:cubicBezTo>
                  <a:pt x="14561" y="75569"/>
                  <a:pt x="14736" y="75445"/>
                  <a:pt x="14860" y="75320"/>
                </a:cubicBezTo>
                <a:cubicBezTo>
                  <a:pt x="15010" y="75196"/>
                  <a:pt x="15134" y="75121"/>
                  <a:pt x="15283" y="74997"/>
                </a:cubicBezTo>
                <a:cubicBezTo>
                  <a:pt x="15433" y="74847"/>
                  <a:pt x="15607" y="74723"/>
                  <a:pt x="15781" y="74623"/>
                </a:cubicBezTo>
                <a:cubicBezTo>
                  <a:pt x="15906" y="74524"/>
                  <a:pt x="16055" y="74424"/>
                  <a:pt x="16179" y="74325"/>
                </a:cubicBezTo>
                <a:cubicBezTo>
                  <a:pt x="16379" y="74200"/>
                  <a:pt x="16553" y="74076"/>
                  <a:pt x="16727" y="73951"/>
                </a:cubicBezTo>
                <a:cubicBezTo>
                  <a:pt x="16851" y="73877"/>
                  <a:pt x="16976" y="73802"/>
                  <a:pt x="17100" y="73752"/>
                </a:cubicBezTo>
                <a:cubicBezTo>
                  <a:pt x="17275" y="73628"/>
                  <a:pt x="17499" y="73503"/>
                  <a:pt x="17673" y="73379"/>
                </a:cubicBezTo>
                <a:cubicBezTo>
                  <a:pt x="17772" y="73304"/>
                  <a:pt x="17897" y="73254"/>
                  <a:pt x="17996" y="73180"/>
                </a:cubicBezTo>
                <a:cubicBezTo>
                  <a:pt x="18220" y="73055"/>
                  <a:pt x="18420" y="72931"/>
                  <a:pt x="18668" y="72806"/>
                </a:cubicBezTo>
                <a:cubicBezTo>
                  <a:pt x="18768" y="72757"/>
                  <a:pt x="18868" y="72707"/>
                  <a:pt x="18967" y="72682"/>
                </a:cubicBezTo>
                <a:cubicBezTo>
                  <a:pt x="19042" y="72582"/>
                  <a:pt x="19117" y="72557"/>
                  <a:pt x="19166" y="72557"/>
                </a:cubicBezTo>
                <a:close/>
                <a:moveTo>
                  <a:pt x="80747" y="71089"/>
                </a:moveTo>
                <a:cubicBezTo>
                  <a:pt x="83361" y="73155"/>
                  <a:pt x="85999" y="75047"/>
                  <a:pt x="88538" y="76665"/>
                </a:cubicBezTo>
                <a:cubicBezTo>
                  <a:pt x="88538" y="76689"/>
                  <a:pt x="88488" y="76689"/>
                  <a:pt x="88488" y="76714"/>
                </a:cubicBezTo>
                <a:cubicBezTo>
                  <a:pt x="85974" y="75121"/>
                  <a:pt x="83336" y="73205"/>
                  <a:pt x="80722" y="71139"/>
                </a:cubicBezTo>
                <a:lnTo>
                  <a:pt x="80747" y="71089"/>
                </a:lnTo>
                <a:close/>
                <a:moveTo>
                  <a:pt x="88687" y="76764"/>
                </a:moveTo>
                <a:cubicBezTo>
                  <a:pt x="88712" y="76764"/>
                  <a:pt x="88712" y="76789"/>
                  <a:pt x="88737" y="76789"/>
                </a:cubicBezTo>
                <a:cubicBezTo>
                  <a:pt x="88737" y="76814"/>
                  <a:pt x="88712" y="76814"/>
                  <a:pt x="88712" y="76864"/>
                </a:cubicBezTo>
                <a:cubicBezTo>
                  <a:pt x="88687" y="76864"/>
                  <a:pt x="88687" y="76814"/>
                  <a:pt x="88662" y="76814"/>
                </a:cubicBezTo>
                <a:cubicBezTo>
                  <a:pt x="88662" y="76789"/>
                  <a:pt x="88687" y="76789"/>
                  <a:pt x="88687" y="76764"/>
                </a:cubicBezTo>
                <a:close/>
                <a:moveTo>
                  <a:pt x="99191" y="76814"/>
                </a:moveTo>
                <a:cubicBezTo>
                  <a:pt x="99191" y="76814"/>
                  <a:pt x="99191" y="76864"/>
                  <a:pt x="99241" y="76864"/>
                </a:cubicBezTo>
                <a:cubicBezTo>
                  <a:pt x="99241" y="76864"/>
                  <a:pt x="99191" y="76889"/>
                  <a:pt x="99191" y="76913"/>
                </a:cubicBezTo>
                <a:lnTo>
                  <a:pt x="99166" y="76889"/>
                </a:lnTo>
                <a:cubicBezTo>
                  <a:pt x="99166" y="76839"/>
                  <a:pt x="99191" y="76839"/>
                  <a:pt x="99191" y="76814"/>
                </a:cubicBezTo>
                <a:close/>
                <a:moveTo>
                  <a:pt x="44033" y="76889"/>
                </a:moveTo>
                <a:cubicBezTo>
                  <a:pt x="44033" y="76889"/>
                  <a:pt x="44057" y="76889"/>
                  <a:pt x="44057" y="76913"/>
                </a:cubicBezTo>
                <a:cubicBezTo>
                  <a:pt x="44057" y="76938"/>
                  <a:pt x="44033" y="76988"/>
                  <a:pt x="44033" y="77013"/>
                </a:cubicBezTo>
                <a:lnTo>
                  <a:pt x="44033" y="76889"/>
                </a:lnTo>
                <a:close/>
                <a:moveTo>
                  <a:pt x="93392" y="70417"/>
                </a:moveTo>
                <a:cubicBezTo>
                  <a:pt x="93715" y="70765"/>
                  <a:pt x="94064" y="71089"/>
                  <a:pt x="94387" y="71437"/>
                </a:cubicBezTo>
                <a:cubicBezTo>
                  <a:pt x="93317" y="72757"/>
                  <a:pt x="92222" y="74076"/>
                  <a:pt x="91102" y="75370"/>
                </a:cubicBezTo>
                <a:cubicBezTo>
                  <a:pt x="91077" y="75395"/>
                  <a:pt x="91077" y="75420"/>
                  <a:pt x="91052" y="75420"/>
                </a:cubicBezTo>
                <a:cubicBezTo>
                  <a:pt x="90579" y="76017"/>
                  <a:pt x="90081" y="76565"/>
                  <a:pt x="89583" y="77113"/>
                </a:cubicBezTo>
                <a:lnTo>
                  <a:pt x="89036" y="76739"/>
                </a:lnTo>
                <a:cubicBezTo>
                  <a:pt x="90678" y="74648"/>
                  <a:pt x="92147" y="72533"/>
                  <a:pt x="93392" y="70417"/>
                </a:cubicBezTo>
                <a:close/>
                <a:moveTo>
                  <a:pt x="48214" y="73578"/>
                </a:moveTo>
                <a:cubicBezTo>
                  <a:pt x="49583" y="74325"/>
                  <a:pt x="50902" y="75345"/>
                  <a:pt x="52197" y="76640"/>
                </a:cubicBezTo>
                <a:cubicBezTo>
                  <a:pt x="52097" y="76665"/>
                  <a:pt x="51998" y="76665"/>
                  <a:pt x="51898" y="76689"/>
                </a:cubicBezTo>
                <a:cubicBezTo>
                  <a:pt x="51774" y="76714"/>
                  <a:pt x="51624" y="76764"/>
                  <a:pt x="51500" y="76789"/>
                </a:cubicBezTo>
                <a:cubicBezTo>
                  <a:pt x="51475" y="76789"/>
                  <a:pt x="51400" y="76814"/>
                  <a:pt x="51375" y="76814"/>
                </a:cubicBezTo>
                <a:cubicBezTo>
                  <a:pt x="51251" y="76864"/>
                  <a:pt x="51127" y="76864"/>
                  <a:pt x="51002" y="76889"/>
                </a:cubicBezTo>
                <a:cubicBezTo>
                  <a:pt x="50952" y="76889"/>
                  <a:pt x="50878" y="76913"/>
                  <a:pt x="50828" y="76913"/>
                </a:cubicBezTo>
                <a:cubicBezTo>
                  <a:pt x="50728" y="76938"/>
                  <a:pt x="50629" y="76938"/>
                  <a:pt x="50504" y="76988"/>
                </a:cubicBezTo>
                <a:cubicBezTo>
                  <a:pt x="50380" y="77013"/>
                  <a:pt x="50230" y="77013"/>
                  <a:pt x="50106" y="77038"/>
                </a:cubicBezTo>
                <a:lnTo>
                  <a:pt x="50006" y="77038"/>
                </a:lnTo>
                <a:cubicBezTo>
                  <a:pt x="49882" y="77063"/>
                  <a:pt x="49758" y="77063"/>
                  <a:pt x="49658" y="77088"/>
                </a:cubicBezTo>
                <a:cubicBezTo>
                  <a:pt x="49509" y="77137"/>
                  <a:pt x="49334" y="77137"/>
                  <a:pt x="49160" y="77137"/>
                </a:cubicBezTo>
                <a:lnTo>
                  <a:pt x="49061" y="77137"/>
                </a:lnTo>
                <a:cubicBezTo>
                  <a:pt x="49011" y="77137"/>
                  <a:pt x="48911" y="77137"/>
                  <a:pt x="48861" y="77162"/>
                </a:cubicBezTo>
                <a:cubicBezTo>
                  <a:pt x="48588" y="77162"/>
                  <a:pt x="48339" y="77187"/>
                  <a:pt x="48040" y="77187"/>
                </a:cubicBezTo>
                <a:cubicBezTo>
                  <a:pt x="47642" y="77187"/>
                  <a:pt x="47244" y="77162"/>
                  <a:pt x="46870" y="77137"/>
                </a:cubicBezTo>
                <a:cubicBezTo>
                  <a:pt x="46771" y="77137"/>
                  <a:pt x="46671" y="77113"/>
                  <a:pt x="46571" y="77113"/>
                </a:cubicBezTo>
                <a:cubicBezTo>
                  <a:pt x="46497" y="77113"/>
                  <a:pt x="46422" y="77063"/>
                  <a:pt x="46323" y="77063"/>
                </a:cubicBezTo>
                <a:cubicBezTo>
                  <a:pt x="46074" y="77038"/>
                  <a:pt x="45874" y="77013"/>
                  <a:pt x="45626" y="76938"/>
                </a:cubicBezTo>
                <a:cubicBezTo>
                  <a:pt x="45576" y="76938"/>
                  <a:pt x="45526" y="76913"/>
                  <a:pt x="45501" y="76913"/>
                </a:cubicBezTo>
                <a:cubicBezTo>
                  <a:pt x="45327" y="76889"/>
                  <a:pt x="45202" y="76814"/>
                  <a:pt x="45053" y="76789"/>
                </a:cubicBezTo>
                <a:cubicBezTo>
                  <a:pt x="45028" y="76789"/>
                  <a:pt x="45003" y="76764"/>
                  <a:pt x="44929" y="76764"/>
                </a:cubicBezTo>
                <a:cubicBezTo>
                  <a:pt x="44954" y="76640"/>
                  <a:pt x="45028" y="76490"/>
                  <a:pt x="45053" y="76366"/>
                </a:cubicBezTo>
                <a:cubicBezTo>
                  <a:pt x="45178" y="75893"/>
                  <a:pt x="45352" y="75495"/>
                  <a:pt x="45476" y="75146"/>
                </a:cubicBezTo>
                <a:cubicBezTo>
                  <a:pt x="45601" y="75071"/>
                  <a:pt x="45675" y="75022"/>
                  <a:pt x="45800" y="74947"/>
                </a:cubicBezTo>
                <a:lnTo>
                  <a:pt x="45999" y="74872"/>
                </a:lnTo>
                <a:cubicBezTo>
                  <a:pt x="46049" y="74823"/>
                  <a:pt x="46099" y="74798"/>
                  <a:pt x="46148" y="74773"/>
                </a:cubicBezTo>
                <a:cubicBezTo>
                  <a:pt x="46522" y="74549"/>
                  <a:pt x="46870" y="74375"/>
                  <a:pt x="47244" y="74151"/>
                </a:cubicBezTo>
                <a:cubicBezTo>
                  <a:pt x="47492" y="74001"/>
                  <a:pt x="47741" y="73827"/>
                  <a:pt x="47990" y="73702"/>
                </a:cubicBezTo>
                <a:cubicBezTo>
                  <a:pt x="48040" y="73678"/>
                  <a:pt x="48115" y="73603"/>
                  <a:pt x="48214" y="73578"/>
                </a:cubicBezTo>
                <a:close/>
                <a:moveTo>
                  <a:pt x="94537" y="71587"/>
                </a:moveTo>
                <a:lnTo>
                  <a:pt x="94562" y="71637"/>
                </a:lnTo>
                <a:cubicBezTo>
                  <a:pt x="94213" y="72035"/>
                  <a:pt x="93914" y="72458"/>
                  <a:pt x="93566" y="72881"/>
                </a:cubicBezTo>
                <a:lnTo>
                  <a:pt x="93093" y="73429"/>
                </a:lnTo>
                <a:cubicBezTo>
                  <a:pt x="92545" y="74076"/>
                  <a:pt x="91973" y="74773"/>
                  <a:pt x="91425" y="75420"/>
                </a:cubicBezTo>
                <a:cubicBezTo>
                  <a:pt x="91176" y="75694"/>
                  <a:pt x="90952" y="75943"/>
                  <a:pt x="90703" y="76241"/>
                </a:cubicBezTo>
                <a:cubicBezTo>
                  <a:pt x="90405" y="76565"/>
                  <a:pt x="90106" y="76913"/>
                  <a:pt x="89807" y="77237"/>
                </a:cubicBezTo>
                <a:cubicBezTo>
                  <a:pt x="89782" y="77237"/>
                  <a:pt x="89782" y="77187"/>
                  <a:pt x="89733" y="77187"/>
                </a:cubicBezTo>
                <a:cubicBezTo>
                  <a:pt x="91425" y="75370"/>
                  <a:pt x="93018" y="73503"/>
                  <a:pt x="94537" y="71587"/>
                </a:cubicBezTo>
                <a:close/>
                <a:moveTo>
                  <a:pt x="43560" y="76689"/>
                </a:moveTo>
                <a:cubicBezTo>
                  <a:pt x="43609" y="76689"/>
                  <a:pt x="43609" y="76739"/>
                  <a:pt x="43634" y="76739"/>
                </a:cubicBezTo>
                <a:cubicBezTo>
                  <a:pt x="43684" y="76764"/>
                  <a:pt x="43784" y="76789"/>
                  <a:pt x="43833" y="76814"/>
                </a:cubicBezTo>
                <a:cubicBezTo>
                  <a:pt x="43858" y="76938"/>
                  <a:pt x="43858" y="77113"/>
                  <a:pt x="43809" y="77262"/>
                </a:cubicBezTo>
                <a:cubicBezTo>
                  <a:pt x="43784" y="77237"/>
                  <a:pt x="43784" y="77187"/>
                  <a:pt x="43759" y="77187"/>
                </a:cubicBezTo>
                <a:cubicBezTo>
                  <a:pt x="43734" y="77162"/>
                  <a:pt x="43684" y="77113"/>
                  <a:pt x="43659" y="77063"/>
                </a:cubicBezTo>
                <a:cubicBezTo>
                  <a:pt x="43634" y="76938"/>
                  <a:pt x="43560" y="76814"/>
                  <a:pt x="43535" y="76739"/>
                </a:cubicBezTo>
                <a:lnTo>
                  <a:pt x="43560" y="76739"/>
                </a:lnTo>
                <a:lnTo>
                  <a:pt x="43560" y="76689"/>
                </a:lnTo>
                <a:close/>
                <a:moveTo>
                  <a:pt x="88911" y="76889"/>
                </a:moveTo>
                <a:cubicBezTo>
                  <a:pt x="89085" y="77013"/>
                  <a:pt x="89285" y="77137"/>
                  <a:pt x="89459" y="77237"/>
                </a:cubicBezTo>
                <a:cubicBezTo>
                  <a:pt x="89459" y="77262"/>
                  <a:pt x="89434" y="77262"/>
                  <a:pt x="89434" y="77287"/>
                </a:cubicBezTo>
                <a:cubicBezTo>
                  <a:pt x="89235" y="77162"/>
                  <a:pt x="89061" y="77063"/>
                  <a:pt x="88861" y="76938"/>
                </a:cubicBezTo>
                <a:cubicBezTo>
                  <a:pt x="88861" y="76913"/>
                  <a:pt x="88911" y="76913"/>
                  <a:pt x="88911" y="76889"/>
                </a:cubicBezTo>
                <a:close/>
                <a:moveTo>
                  <a:pt x="110243" y="61357"/>
                </a:moveTo>
                <a:lnTo>
                  <a:pt x="110243" y="61357"/>
                </a:lnTo>
                <a:cubicBezTo>
                  <a:pt x="107455" y="66683"/>
                  <a:pt x="103896" y="72060"/>
                  <a:pt x="99739" y="77312"/>
                </a:cubicBezTo>
                <a:cubicBezTo>
                  <a:pt x="99639" y="77162"/>
                  <a:pt x="99540" y="77038"/>
                  <a:pt x="99440" y="76889"/>
                </a:cubicBezTo>
                <a:cubicBezTo>
                  <a:pt x="100361" y="75619"/>
                  <a:pt x="101232" y="74300"/>
                  <a:pt x="102004" y="73006"/>
                </a:cubicBezTo>
                <a:cubicBezTo>
                  <a:pt x="104169" y="69446"/>
                  <a:pt x="105862" y="65961"/>
                  <a:pt x="107107" y="62601"/>
                </a:cubicBezTo>
                <a:cubicBezTo>
                  <a:pt x="108252" y="62253"/>
                  <a:pt x="109322" y="61854"/>
                  <a:pt x="110243" y="61357"/>
                </a:cubicBezTo>
                <a:close/>
                <a:moveTo>
                  <a:pt x="52272" y="76764"/>
                </a:moveTo>
                <a:lnTo>
                  <a:pt x="52296" y="76789"/>
                </a:lnTo>
                <a:lnTo>
                  <a:pt x="52272" y="76789"/>
                </a:lnTo>
                <a:cubicBezTo>
                  <a:pt x="52023" y="76839"/>
                  <a:pt x="51749" y="76913"/>
                  <a:pt x="51500" y="76988"/>
                </a:cubicBezTo>
                <a:cubicBezTo>
                  <a:pt x="51425" y="76988"/>
                  <a:pt x="51400" y="77013"/>
                  <a:pt x="51351" y="77013"/>
                </a:cubicBezTo>
                <a:cubicBezTo>
                  <a:pt x="51102" y="77063"/>
                  <a:pt x="50853" y="77113"/>
                  <a:pt x="50554" y="77162"/>
                </a:cubicBezTo>
                <a:cubicBezTo>
                  <a:pt x="50529" y="77162"/>
                  <a:pt x="50479" y="77187"/>
                  <a:pt x="50430" y="77187"/>
                </a:cubicBezTo>
                <a:cubicBezTo>
                  <a:pt x="50056" y="77262"/>
                  <a:pt x="49683" y="77287"/>
                  <a:pt x="49309" y="77312"/>
                </a:cubicBezTo>
                <a:cubicBezTo>
                  <a:pt x="49235" y="77312"/>
                  <a:pt x="49135" y="77361"/>
                  <a:pt x="49036" y="77361"/>
                </a:cubicBezTo>
                <a:cubicBezTo>
                  <a:pt x="48662" y="77386"/>
                  <a:pt x="48289" y="77411"/>
                  <a:pt x="47940" y="77411"/>
                </a:cubicBezTo>
                <a:lnTo>
                  <a:pt x="47916" y="77411"/>
                </a:lnTo>
                <a:cubicBezTo>
                  <a:pt x="47542" y="77411"/>
                  <a:pt x="47169" y="77386"/>
                  <a:pt x="46795" y="77361"/>
                </a:cubicBezTo>
                <a:lnTo>
                  <a:pt x="46696" y="77361"/>
                </a:lnTo>
                <a:cubicBezTo>
                  <a:pt x="46621" y="77361"/>
                  <a:pt x="46522" y="77312"/>
                  <a:pt x="46422" y="77312"/>
                </a:cubicBezTo>
                <a:cubicBezTo>
                  <a:pt x="46372" y="77312"/>
                  <a:pt x="46298" y="77287"/>
                  <a:pt x="46248" y="77287"/>
                </a:cubicBezTo>
                <a:cubicBezTo>
                  <a:pt x="45924" y="77262"/>
                  <a:pt x="45626" y="77187"/>
                  <a:pt x="45327" y="77137"/>
                </a:cubicBezTo>
                <a:cubicBezTo>
                  <a:pt x="45202" y="77088"/>
                  <a:pt x="45053" y="77038"/>
                  <a:pt x="44929" y="77013"/>
                </a:cubicBezTo>
                <a:lnTo>
                  <a:pt x="44904" y="77013"/>
                </a:lnTo>
                <a:lnTo>
                  <a:pt x="44879" y="76988"/>
                </a:lnTo>
                <a:lnTo>
                  <a:pt x="44829" y="76938"/>
                </a:lnTo>
                <a:lnTo>
                  <a:pt x="45003" y="76938"/>
                </a:lnTo>
                <a:cubicBezTo>
                  <a:pt x="45053" y="76988"/>
                  <a:pt x="45128" y="76988"/>
                  <a:pt x="45227" y="77013"/>
                </a:cubicBezTo>
                <a:cubicBezTo>
                  <a:pt x="45252" y="77013"/>
                  <a:pt x="45302" y="77038"/>
                  <a:pt x="45352" y="77038"/>
                </a:cubicBezTo>
                <a:lnTo>
                  <a:pt x="45402" y="77038"/>
                </a:lnTo>
                <a:cubicBezTo>
                  <a:pt x="45501" y="77063"/>
                  <a:pt x="45601" y="77063"/>
                  <a:pt x="45650" y="77113"/>
                </a:cubicBezTo>
                <a:cubicBezTo>
                  <a:pt x="45725" y="77113"/>
                  <a:pt x="45775" y="77137"/>
                  <a:pt x="45850" y="77137"/>
                </a:cubicBezTo>
                <a:cubicBezTo>
                  <a:pt x="45974" y="77162"/>
                  <a:pt x="46049" y="77187"/>
                  <a:pt x="46173" y="77187"/>
                </a:cubicBezTo>
                <a:cubicBezTo>
                  <a:pt x="46273" y="77187"/>
                  <a:pt x="46372" y="77237"/>
                  <a:pt x="46472" y="77237"/>
                </a:cubicBezTo>
                <a:cubicBezTo>
                  <a:pt x="46522" y="77237"/>
                  <a:pt x="46596" y="77262"/>
                  <a:pt x="46646" y="77262"/>
                </a:cubicBezTo>
                <a:lnTo>
                  <a:pt x="46845" y="77262"/>
                </a:lnTo>
                <a:cubicBezTo>
                  <a:pt x="46920" y="77262"/>
                  <a:pt x="46995" y="77287"/>
                  <a:pt x="47094" y="77287"/>
                </a:cubicBezTo>
                <a:cubicBezTo>
                  <a:pt x="47393" y="77312"/>
                  <a:pt x="47716" y="77312"/>
                  <a:pt x="48015" y="77312"/>
                </a:cubicBezTo>
                <a:cubicBezTo>
                  <a:pt x="48289" y="77312"/>
                  <a:pt x="48538" y="77312"/>
                  <a:pt x="48837" y="77287"/>
                </a:cubicBezTo>
                <a:lnTo>
                  <a:pt x="48961" y="77287"/>
                </a:lnTo>
                <a:cubicBezTo>
                  <a:pt x="49011" y="77287"/>
                  <a:pt x="49085" y="77287"/>
                  <a:pt x="49135" y="77262"/>
                </a:cubicBezTo>
                <a:lnTo>
                  <a:pt x="49235" y="77262"/>
                </a:lnTo>
                <a:cubicBezTo>
                  <a:pt x="49359" y="77262"/>
                  <a:pt x="49509" y="77237"/>
                  <a:pt x="49633" y="77237"/>
                </a:cubicBezTo>
                <a:cubicBezTo>
                  <a:pt x="49832" y="77187"/>
                  <a:pt x="49982" y="77162"/>
                  <a:pt x="50156" y="77162"/>
                </a:cubicBezTo>
                <a:lnTo>
                  <a:pt x="50230" y="77162"/>
                </a:lnTo>
                <a:cubicBezTo>
                  <a:pt x="50280" y="77162"/>
                  <a:pt x="50380" y="77137"/>
                  <a:pt x="50430" y="77137"/>
                </a:cubicBezTo>
                <a:cubicBezTo>
                  <a:pt x="50479" y="77137"/>
                  <a:pt x="50529" y="77137"/>
                  <a:pt x="50554" y="77113"/>
                </a:cubicBezTo>
                <a:cubicBezTo>
                  <a:pt x="50629" y="77113"/>
                  <a:pt x="50678" y="77063"/>
                  <a:pt x="50753" y="77063"/>
                </a:cubicBezTo>
                <a:lnTo>
                  <a:pt x="50778" y="77063"/>
                </a:lnTo>
                <a:cubicBezTo>
                  <a:pt x="50878" y="77038"/>
                  <a:pt x="50977" y="77038"/>
                  <a:pt x="51052" y="77013"/>
                </a:cubicBezTo>
                <a:lnTo>
                  <a:pt x="51127" y="77013"/>
                </a:lnTo>
                <a:cubicBezTo>
                  <a:pt x="51176" y="77013"/>
                  <a:pt x="51226" y="76988"/>
                  <a:pt x="51276" y="76988"/>
                </a:cubicBezTo>
                <a:cubicBezTo>
                  <a:pt x="51500" y="76938"/>
                  <a:pt x="51724" y="76889"/>
                  <a:pt x="51923" y="76814"/>
                </a:cubicBezTo>
                <a:lnTo>
                  <a:pt x="52023" y="76814"/>
                </a:lnTo>
                <a:cubicBezTo>
                  <a:pt x="52097" y="76814"/>
                  <a:pt x="52122" y="76789"/>
                  <a:pt x="52172" y="76789"/>
                </a:cubicBezTo>
                <a:cubicBezTo>
                  <a:pt x="52222" y="76789"/>
                  <a:pt x="52247" y="76789"/>
                  <a:pt x="52272" y="76764"/>
                </a:cubicBezTo>
                <a:close/>
                <a:moveTo>
                  <a:pt x="89608" y="77337"/>
                </a:moveTo>
                <a:cubicBezTo>
                  <a:pt x="89658" y="77337"/>
                  <a:pt x="89683" y="77337"/>
                  <a:pt x="89683" y="77386"/>
                </a:cubicBezTo>
                <a:cubicBezTo>
                  <a:pt x="89633" y="77411"/>
                  <a:pt x="89633" y="77411"/>
                  <a:pt x="89633" y="77436"/>
                </a:cubicBezTo>
                <a:cubicBezTo>
                  <a:pt x="89608" y="77436"/>
                  <a:pt x="89608" y="77411"/>
                  <a:pt x="89583" y="77411"/>
                </a:cubicBezTo>
                <a:cubicBezTo>
                  <a:pt x="89583" y="77386"/>
                  <a:pt x="89608" y="77386"/>
                  <a:pt x="89608" y="77337"/>
                </a:cubicBezTo>
                <a:close/>
                <a:moveTo>
                  <a:pt x="44057" y="77386"/>
                </a:moveTo>
                <a:lnTo>
                  <a:pt x="44057" y="77486"/>
                </a:lnTo>
                <a:cubicBezTo>
                  <a:pt x="44033" y="77511"/>
                  <a:pt x="44033" y="77536"/>
                  <a:pt x="44008" y="77536"/>
                </a:cubicBezTo>
                <a:cubicBezTo>
                  <a:pt x="44033" y="77486"/>
                  <a:pt x="44057" y="77436"/>
                  <a:pt x="44057" y="77386"/>
                </a:cubicBezTo>
                <a:close/>
                <a:moveTo>
                  <a:pt x="99316" y="77038"/>
                </a:moveTo>
                <a:cubicBezTo>
                  <a:pt x="99415" y="77187"/>
                  <a:pt x="99515" y="77312"/>
                  <a:pt x="99614" y="77486"/>
                </a:cubicBezTo>
                <a:lnTo>
                  <a:pt x="99540" y="77536"/>
                </a:lnTo>
                <a:cubicBezTo>
                  <a:pt x="99490" y="77386"/>
                  <a:pt x="99390" y="77237"/>
                  <a:pt x="99291" y="77113"/>
                </a:cubicBezTo>
                <a:cubicBezTo>
                  <a:pt x="99291" y="77063"/>
                  <a:pt x="99316" y="77063"/>
                  <a:pt x="99316" y="77038"/>
                </a:cubicBezTo>
                <a:close/>
                <a:moveTo>
                  <a:pt x="110616" y="61108"/>
                </a:moveTo>
                <a:lnTo>
                  <a:pt x="110616" y="61108"/>
                </a:lnTo>
                <a:cubicBezTo>
                  <a:pt x="107754" y="66609"/>
                  <a:pt x="104120" y="72159"/>
                  <a:pt x="99863" y="77536"/>
                </a:cubicBezTo>
                <a:cubicBezTo>
                  <a:pt x="99863" y="77511"/>
                  <a:pt x="99814" y="77511"/>
                  <a:pt x="99814" y="77486"/>
                </a:cubicBezTo>
                <a:cubicBezTo>
                  <a:pt x="104095" y="72134"/>
                  <a:pt x="107704" y="66609"/>
                  <a:pt x="110517" y="61182"/>
                </a:cubicBezTo>
                <a:cubicBezTo>
                  <a:pt x="110567" y="61133"/>
                  <a:pt x="110591" y="61133"/>
                  <a:pt x="110616" y="61108"/>
                </a:cubicBezTo>
                <a:close/>
                <a:moveTo>
                  <a:pt x="40896" y="74549"/>
                </a:moveTo>
                <a:cubicBezTo>
                  <a:pt x="40946" y="74574"/>
                  <a:pt x="40996" y="74648"/>
                  <a:pt x="41046" y="74673"/>
                </a:cubicBezTo>
                <a:cubicBezTo>
                  <a:pt x="41270" y="74897"/>
                  <a:pt x="41519" y="75071"/>
                  <a:pt x="41743" y="75295"/>
                </a:cubicBezTo>
                <a:lnTo>
                  <a:pt x="41767" y="75320"/>
                </a:lnTo>
                <a:cubicBezTo>
                  <a:pt x="41892" y="75445"/>
                  <a:pt x="42016" y="75619"/>
                  <a:pt x="42091" y="75744"/>
                </a:cubicBezTo>
                <a:cubicBezTo>
                  <a:pt x="42240" y="75893"/>
                  <a:pt x="42365" y="76042"/>
                  <a:pt x="42440" y="76192"/>
                </a:cubicBezTo>
                <a:cubicBezTo>
                  <a:pt x="41419" y="76689"/>
                  <a:pt x="40398" y="77162"/>
                  <a:pt x="39403" y="77561"/>
                </a:cubicBezTo>
                <a:cubicBezTo>
                  <a:pt x="39876" y="76565"/>
                  <a:pt x="40349" y="75569"/>
                  <a:pt x="40896" y="74549"/>
                </a:cubicBezTo>
                <a:close/>
                <a:moveTo>
                  <a:pt x="99739" y="77610"/>
                </a:moveTo>
                <a:cubicBezTo>
                  <a:pt x="99739" y="77635"/>
                  <a:pt x="99739" y="77660"/>
                  <a:pt x="99764" y="77660"/>
                </a:cubicBezTo>
                <a:lnTo>
                  <a:pt x="99689" y="77710"/>
                </a:lnTo>
                <a:cubicBezTo>
                  <a:pt x="99689" y="77685"/>
                  <a:pt x="99664" y="77685"/>
                  <a:pt x="99664" y="77660"/>
                </a:cubicBezTo>
                <a:lnTo>
                  <a:pt x="99739" y="77610"/>
                </a:lnTo>
                <a:close/>
                <a:moveTo>
                  <a:pt x="40747" y="74424"/>
                </a:moveTo>
                <a:lnTo>
                  <a:pt x="40772" y="74449"/>
                </a:lnTo>
                <a:cubicBezTo>
                  <a:pt x="40174" y="75544"/>
                  <a:pt x="39652" y="76640"/>
                  <a:pt x="39154" y="77685"/>
                </a:cubicBezTo>
                <a:cubicBezTo>
                  <a:pt x="39129" y="77685"/>
                  <a:pt x="39129" y="77685"/>
                  <a:pt x="39079" y="77735"/>
                </a:cubicBezTo>
                <a:cubicBezTo>
                  <a:pt x="39577" y="76615"/>
                  <a:pt x="40150" y="75520"/>
                  <a:pt x="40747" y="74424"/>
                </a:cubicBezTo>
                <a:close/>
                <a:moveTo>
                  <a:pt x="42614" y="76366"/>
                </a:moveTo>
                <a:lnTo>
                  <a:pt x="42614" y="76391"/>
                </a:lnTo>
                <a:lnTo>
                  <a:pt x="42639" y="76416"/>
                </a:lnTo>
                <a:cubicBezTo>
                  <a:pt x="41494" y="76938"/>
                  <a:pt x="40374" y="77436"/>
                  <a:pt x="39278" y="77884"/>
                </a:cubicBezTo>
                <a:cubicBezTo>
                  <a:pt x="39278" y="77859"/>
                  <a:pt x="39278" y="77859"/>
                  <a:pt x="39303" y="77859"/>
                </a:cubicBezTo>
                <a:cubicBezTo>
                  <a:pt x="40398" y="77386"/>
                  <a:pt x="41494" y="76889"/>
                  <a:pt x="42614" y="76366"/>
                </a:cubicBezTo>
                <a:close/>
                <a:moveTo>
                  <a:pt x="62477" y="72085"/>
                </a:moveTo>
                <a:cubicBezTo>
                  <a:pt x="62651" y="72259"/>
                  <a:pt x="62800" y="72433"/>
                  <a:pt x="62950" y="72582"/>
                </a:cubicBezTo>
                <a:cubicBezTo>
                  <a:pt x="60734" y="74449"/>
                  <a:pt x="58445" y="76266"/>
                  <a:pt x="56055" y="77984"/>
                </a:cubicBezTo>
                <a:cubicBezTo>
                  <a:pt x="55856" y="77287"/>
                  <a:pt x="55557" y="76665"/>
                  <a:pt x="55234" y="76067"/>
                </a:cubicBezTo>
                <a:lnTo>
                  <a:pt x="55706" y="75893"/>
                </a:lnTo>
                <a:cubicBezTo>
                  <a:pt x="55756" y="75868"/>
                  <a:pt x="55831" y="75818"/>
                  <a:pt x="55906" y="75793"/>
                </a:cubicBezTo>
                <a:cubicBezTo>
                  <a:pt x="56055" y="75744"/>
                  <a:pt x="56204" y="75669"/>
                  <a:pt x="56354" y="75619"/>
                </a:cubicBezTo>
                <a:cubicBezTo>
                  <a:pt x="56403" y="75569"/>
                  <a:pt x="56478" y="75544"/>
                  <a:pt x="56503" y="75544"/>
                </a:cubicBezTo>
                <a:cubicBezTo>
                  <a:pt x="56528" y="75520"/>
                  <a:pt x="56578" y="75520"/>
                  <a:pt x="56603" y="75495"/>
                </a:cubicBezTo>
                <a:cubicBezTo>
                  <a:pt x="56677" y="75445"/>
                  <a:pt x="56752" y="75420"/>
                  <a:pt x="56827" y="75395"/>
                </a:cubicBezTo>
                <a:lnTo>
                  <a:pt x="56851" y="75395"/>
                </a:lnTo>
                <a:cubicBezTo>
                  <a:pt x="56876" y="75370"/>
                  <a:pt x="56951" y="75370"/>
                  <a:pt x="56976" y="75320"/>
                </a:cubicBezTo>
                <a:cubicBezTo>
                  <a:pt x="57100" y="75271"/>
                  <a:pt x="57250" y="75196"/>
                  <a:pt x="57374" y="75121"/>
                </a:cubicBezTo>
                <a:cubicBezTo>
                  <a:pt x="57374" y="75121"/>
                  <a:pt x="57424" y="75121"/>
                  <a:pt x="57424" y="75071"/>
                </a:cubicBezTo>
                <a:cubicBezTo>
                  <a:pt x="57449" y="75071"/>
                  <a:pt x="57474" y="75047"/>
                  <a:pt x="57474" y="75047"/>
                </a:cubicBezTo>
                <a:cubicBezTo>
                  <a:pt x="57573" y="75022"/>
                  <a:pt x="57648" y="74947"/>
                  <a:pt x="57748" y="74922"/>
                </a:cubicBezTo>
                <a:cubicBezTo>
                  <a:pt x="57947" y="74823"/>
                  <a:pt x="58146" y="74698"/>
                  <a:pt x="58345" y="74623"/>
                </a:cubicBezTo>
                <a:cubicBezTo>
                  <a:pt x="58345" y="74623"/>
                  <a:pt x="58370" y="74623"/>
                  <a:pt x="58370" y="74574"/>
                </a:cubicBezTo>
                <a:cubicBezTo>
                  <a:pt x="58469" y="74524"/>
                  <a:pt x="58594" y="74499"/>
                  <a:pt x="58693" y="74424"/>
                </a:cubicBezTo>
                <a:cubicBezTo>
                  <a:pt x="58718" y="74424"/>
                  <a:pt x="58743" y="74399"/>
                  <a:pt x="58743" y="74399"/>
                </a:cubicBezTo>
                <a:cubicBezTo>
                  <a:pt x="58942" y="74300"/>
                  <a:pt x="59092" y="74200"/>
                  <a:pt x="59291" y="74126"/>
                </a:cubicBezTo>
                <a:lnTo>
                  <a:pt x="59316" y="74126"/>
                </a:lnTo>
                <a:cubicBezTo>
                  <a:pt x="59440" y="74051"/>
                  <a:pt x="59540" y="74001"/>
                  <a:pt x="59664" y="73926"/>
                </a:cubicBezTo>
                <a:cubicBezTo>
                  <a:pt x="59838" y="73802"/>
                  <a:pt x="60038" y="73702"/>
                  <a:pt x="60237" y="73578"/>
                </a:cubicBezTo>
                <a:cubicBezTo>
                  <a:pt x="60286" y="73553"/>
                  <a:pt x="60336" y="73528"/>
                  <a:pt x="60361" y="73503"/>
                </a:cubicBezTo>
                <a:cubicBezTo>
                  <a:pt x="60461" y="73429"/>
                  <a:pt x="60560" y="73404"/>
                  <a:pt x="60610" y="73329"/>
                </a:cubicBezTo>
                <a:cubicBezTo>
                  <a:pt x="60809" y="73205"/>
                  <a:pt x="60983" y="73080"/>
                  <a:pt x="61183" y="73006"/>
                </a:cubicBezTo>
                <a:cubicBezTo>
                  <a:pt x="61307" y="72906"/>
                  <a:pt x="61456" y="72806"/>
                  <a:pt x="61581" y="72707"/>
                </a:cubicBezTo>
                <a:lnTo>
                  <a:pt x="62153" y="72333"/>
                </a:lnTo>
                <a:cubicBezTo>
                  <a:pt x="62278" y="72259"/>
                  <a:pt x="62402" y="72184"/>
                  <a:pt x="62477" y="72085"/>
                </a:cubicBezTo>
                <a:close/>
                <a:moveTo>
                  <a:pt x="39029" y="77934"/>
                </a:moveTo>
                <a:lnTo>
                  <a:pt x="39029" y="77959"/>
                </a:lnTo>
                <a:lnTo>
                  <a:pt x="39029" y="78009"/>
                </a:lnTo>
                <a:cubicBezTo>
                  <a:pt x="39017" y="78021"/>
                  <a:pt x="38998" y="78027"/>
                  <a:pt x="38983" y="78027"/>
                </a:cubicBezTo>
                <a:cubicBezTo>
                  <a:pt x="38967" y="78027"/>
                  <a:pt x="38955" y="78021"/>
                  <a:pt x="38955" y="78009"/>
                </a:cubicBezTo>
                <a:cubicBezTo>
                  <a:pt x="38955" y="77959"/>
                  <a:pt x="38955" y="77959"/>
                  <a:pt x="39005" y="77959"/>
                </a:cubicBezTo>
                <a:cubicBezTo>
                  <a:pt x="39005" y="77959"/>
                  <a:pt x="39029" y="77959"/>
                  <a:pt x="39029" y="77934"/>
                </a:cubicBezTo>
                <a:close/>
                <a:moveTo>
                  <a:pt x="55084" y="76142"/>
                </a:moveTo>
                <a:cubicBezTo>
                  <a:pt x="55383" y="76764"/>
                  <a:pt x="55706" y="77386"/>
                  <a:pt x="56055" y="78009"/>
                </a:cubicBezTo>
                <a:lnTo>
                  <a:pt x="56005" y="78034"/>
                </a:lnTo>
                <a:cubicBezTo>
                  <a:pt x="55632" y="77411"/>
                  <a:pt x="55333" y="76789"/>
                  <a:pt x="55010" y="76167"/>
                </a:cubicBezTo>
                <a:cubicBezTo>
                  <a:pt x="55059" y="76167"/>
                  <a:pt x="55059" y="76167"/>
                  <a:pt x="55084" y="76142"/>
                </a:cubicBezTo>
                <a:close/>
                <a:moveTo>
                  <a:pt x="44505" y="77212"/>
                </a:moveTo>
                <a:lnTo>
                  <a:pt x="44530" y="77262"/>
                </a:lnTo>
                <a:lnTo>
                  <a:pt x="44555" y="77287"/>
                </a:lnTo>
                <a:cubicBezTo>
                  <a:pt x="44505" y="77486"/>
                  <a:pt x="44431" y="77760"/>
                  <a:pt x="44381" y="78058"/>
                </a:cubicBezTo>
                <a:lnTo>
                  <a:pt x="44356" y="78034"/>
                </a:lnTo>
                <a:cubicBezTo>
                  <a:pt x="44356" y="78034"/>
                  <a:pt x="44356" y="78009"/>
                  <a:pt x="44306" y="78009"/>
                </a:cubicBezTo>
                <a:cubicBezTo>
                  <a:pt x="44306" y="77934"/>
                  <a:pt x="44356" y="77884"/>
                  <a:pt x="44356" y="77834"/>
                </a:cubicBezTo>
                <a:lnTo>
                  <a:pt x="44431" y="77461"/>
                </a:lnTo>
                <a:cubicBezTo>
                  <a:pt x="44481" y="77386"/>
                  <a:pt x="44481" y="77312"/>
                  <a:pt x="44505" y="77212"/>
                </a:cubicBezTo>
                <a:close/>
                <a:moveTo>
                  <a:pt x="63199" y="72657"/>
                </a:moveTo>
                <a:cubicBezTo>
                  <a:pt x="63199" y="72682"/>
                  <a:pt x="63224" y="72682"/>
                  <a:pt x="63224" y="72707"/>
                </a:cubicBezTo>
                <a:cubicBezTo>
                  <a:pt x="60983" y="74623"/>
                  <a:pt x="58693" y="76416"/>
                  <a:pt x="56304" y="78133"/>
                </a:cubicBezTo>
                <a:cubicBezTo>
                  <a:pt x="56304" y="78083"/>
                  <a:pt x="56254" y="78083"/>
                  <a:pt x="56254" y="78058"/>
                </a:cubicBezTo>
                <a:cubicBezTo>
                  <a:pt x="58669" y="76366"/>
                  <a:pt x="60983" y="74524"/>
                  <a:pt x="63199" y="72657"/>
                </a:cubicBezTo>
                <a:close/>
                <a:moveTo>
                  <a:pt x="3584" y="65936"/>
                </a:moveTo>
                <a:cubicBezTo>
                  <a:pt x="4207" y="68102"/>
                  <a:pt x="5526" y="70317"/>
                  <a:pt x="7467" y="72433"/>
                </a:cubicBezTo>
                <a:cubicBezTo>
                  <a:pt x="5551" y="74175"/>
                  <a:pt x="4033" y="76142"/>
                  <a:pt x="2912" y="78258"/>
                </a:cubicBezTo>
                <a:cubicBezTo>
                  <a:pt x="2240" y="75495"/>
                  <a:pt x="2141" y="72433"/>
                  <a:pt x="2539" y="69172"/>
                </a:cubicBezTo>
                <a:cubicBezTo>
                  <a:pt x="2838" y="68102"/>
                  <a:pt x="3186" y="67032"/>
                  <a:pt x="3584" y="65936"/>
                </a:cubicBezTo>
                <a:close/>
                <a:moveTo>
                  <a:pt x="43809" y="78158"/>
                </a:moveTo>
                <a:cubicBezTo>
                  <a:pt x="43858" y="78183"/>
                  <a:pt x="43858" y="78233"/>
                  <a:pt x="43858" y="78258"/>
                </a:cubicBezTo>
                <a:cubicBezTo>
                  <a:pt x="43809" y="78233"/>
                  <a:pt x="43809" y="78183"/>
                  <a:pt x="43809" y="78158"/>
                </a:cubicBezTo>
                <a:close/>
                <a:moveTo>
                  <a:pt x="18967" y="72931"/>
                </a:moveTo>
                <a:cubicBezTo>
                  <a:pt x="18121" y="74798"/>
                  <a:pt x="17349" y="76665"/>
                  <a:pt x="16652" y="78506"/>
                </a:cubicBezTo>
                <a:cubicBezTo>
                  <a:pt x="15557" y="77984"/>
                  <a:pt x="14537" y="77411"/>
                  <a:pt x="13516" y="76789"/>
                </a:cubicBezTo>
                <a:cubicBezTo>
                  <a:pt x="13616" y="76739"/>
                  <a:pt x="13665" y="76640"/>
                  <a:pt x="13765" y="76565"/>
                </a:cubicBezTo>
                <a:cubicBezTo>
                  <a:pt x="13889" y="76440"/>
                  <a:pt x="14014" y="76316"/>
                  <a:pt x="14138" y="76241"/>
                </a:cubicBezTo>
                <a:lnTo>
                  <a:pt x="14611" y="75868"/>
                </a:lnTo>
                <a:cubicBezTo>
                  <a:pt x="14761" y="75744"/>
                  <a:pt x="14885" y="75619"/>
                  <a:pt x="15034" y="75520"/>
                </a:cubicBezTo>
                <a:cubicBezTo>
                  <a:pt x="15184" y="75395"/>
                  <a:pt x="15308" y="75295"/>
                  <a:pt x="15482" y="75171"/>
                </a:cubicBezTo>
                <a:lnTo>
                  <a:pt x="15930" y="74798"/>
                </a:lnTo>
                <a:cubicBezTo>
                  <a:pt x="16055" y="74698"/>
                  <a:pt x="16229" y="74623"/>
                  <a:pt x="16354" y="74524"/>
                </a:cubicBezTo>
                <a:cubicBezTo>
                  <a:pt x="16528" y="74399"/>
                  <a:pt x="16677" y="74275"/>
                  <a:pt x="16876" y="74151"/>
                </a:cubicBezTo>
                <a:cubicBezTo>
                  <a:pt x="17001" y="74051"/>
                  <a:pt x="17125" y="74001"/>
                  <a:pt x="17250" y="73926"/>
                </a:cubicBezTo>
                <a:cubicBezTo>
                  <a:pt x="17424" y="73802"/>
                  <a:pt x="17648" y="73678"/>
                  <a:pt x="17847" y="73553"/>
                </a:cubicBezTo>
                <a:cubicBezTo>
                  <a:pt x="17922" y="73503"/>
                  <a:pt x="18046" y="73429"/>
                  <a:pt x="18146" y="73379"/>
                </a:cubicBezTo>
                <a:lnTo>
                  <a:pt x="18793" y="73006"/>
                </a:lnTo>
                <a:cubicBezTo>
                  <a:pt x="18868" y="72956"/>
                  <a:pt x="18893" y="72931"/>
                  <a:pt x="18967" y="72931"/>
                </a:cubicBezTo>
                <a:close/>
                <a:moveTo>
                  <a:pt x="2215" y="70292"/>
                </a:moveTo>
                <a:cubicBezTo>
                  <a:pt x="1967" y="73205"/>
                  <a:pt x="2141" y="75992"/>
                  <a:pt x="2738" y="78531"/>
                </a:cubicBezTo>
                <a:cubicBezTo>
                  <a:pt x="2713" y="78556"/>
                  <a:pt x="2713" y="78581"/>
                  <a:pt x="2713" y="78631"/>
                </a:cubicBezTo>
                <a:cubicBezTo>
                  <a:pt x="2116" y="76167"/>
                  <a:pt x="1942" y="73454"/>
                  <a:pt x="2116" y="70591"/>
                </a:cubicBezTo>
                <a:cubicBezTo>
                  <a:pt x="2141" y="70492"/>
                  <a:pt x="2191" y="70392"/>
                  <a:pt x="2215" y="70292"/>
                </a:cubicBezTo>
                <a:close/>
                <a:moveTo>
                  <a:pt x="19365" y="72757"/>
                </a:moveTo>
                <a:cubicBezTo>
                  <a:pt x="18420" y="74698"/>
                  <a:pt x="17598" y="76665"/>
                  <a:pt x="16901" y="78631"/>
                </a:cubicBezTo>
                <a:cubicBezTo>
                  <a:pt x="16876" y="78631"/>
                  <a:pt x="16876" y="78581"/>
                  <a:pt x="16851" y="78581"/>
                </a:cubicBezTo>
                <a:cubicBezTo>
                  <a:pt x="17548" y="76665"/>
                  <a:pt x="18370" y="74723"/>
                  <a:pt x="19266" y="72782"/>
                </a:cubicBezTo>
                <a:cubicBezTo>
                  <a:pt x="19291" y="72782"/>
                  <a:pt x="19316" y="72757"/>
                  <a:pt x="19365" y="72757"/>
                </a:cubicBezTo>
                <a:close/>
                <a:moveTo>
                  <a:pt x="7592" y="72582"/>
                </a:moveTo>
                <a:lnTo>
                  <a:pt x="7642" y="72632"/>
                </a:lnTo>
                <a:cubicBezTo>
                  <a:pt x="5650" y="74424"/>
                  <a:pt x="4082" y="76440"/>
                  <a:pt x="2987" y="78656"/>
                </a:cubicBezTo>
                <a:cubicBezTo>
                  <a:pt x="2987" y="78631"/>
                  <a:pt x="2987" y="78581"/>
                  <a:pt x="2962" y="78581"/>
                </a:cubicBezTo>
                <a:cubicBezTo>
                  <a:pt x="4057" y="76416"/>
                  <a:pt x="5650" y="74399"/>
                  <a:pt x="7592" y="72582"/>
                </a:cubicBezTo>
                <a:close/>
                <a:moveTo>
                  <a:pt x="13416" y="76938"/>
                </a:moveTo>
                <a:lnTo>
                  <a:pt x="13416" y="76938"/>
                </a:lnTo>
                <a:cubicBezTo>
                  <a:pt x="14437" y="77561"/>
                  <a:pt x="15507" y="78158"/>
                  <a:pt x="16603" y="78681"/>
                </a:cubicBezTo>
                <a:cubicBezTo>
                  <a:pt x="16603" y="78730"/>
                  <a:pt x="16603" y="78730"/>
                  <a:pt x="16553" y="78755"/>
                </a:cubicBezTo>
                <a:cubicBezTo>
                  <a:pt x="15557" y="78282"/>
                  <a:pt x="14611" y="77760"/>
                  <a:pt x="13690" y="77187"/>
                </a:cubicBezTo>
                <a:cubicBezTo>
                  <a:pt x="13616" y="77088"/>
                  <a:pt x="13516" y="77038"/>
                  <a:pt x="13416" y="76938"/>
                </a:cubicBezTo>
                <a:close/>
                <a:moveTo>
                  <a:pt x="16777" y="78755"/>
                </a:moveTo>
                <a:cubicBezTo>
                  <a:pt x="16802" y="78755"/>
                  <a:pt x="16802" y="78780"/>
                  <a:pt x="16851" y="78780"/>
                </a:cubicBezTo>
                <a:cubicBezTo>
                  <a:pt x="16851" y="78805"/>
                  <a:pt x="16802" y="78805"/>
                  <a:pt x="16802" y="78855"/>
                </a:cubicBezTo>
                <a:cubicBezTo>
                  <a:pt x="16777" y="78855"/>
                  <a:pt x="16752" y="78855"/>
                  <a:pt x="16752" y="78805"/>
                </a:cubicBezTo>
                <a:cubicBezTo>
                  <a:pt x="16752" y="78780"/>
                  <a:pt x="16777" y="78780"/>
                  <a:pt x="16777" y="78755"/>
                </a:cubicBezTo>
                <a:close/>
                <a:moveTo>
                  <a:pt x="54835" y="76192"/>
                </a:moveTo>
                <a:cubicBezTo>
                  <a:pt x="55134" y="76814"/>
                  <a:pt x="55482" y="77486"/>
                  <a:pt x="55831" y="78133"/>
                </a:cubicBezTo>
                <a:cubicBezTo>
                  <a:pt x="55458" y="78407"/>
                  <a:pt x="55084" y="78656"/>
                  <a:pt x="54711" y="78905"/>
                </a:cubicBezTo>
                <a:cubicBezTo>
                  <a:pt x="54138" y="78233"/>
                  <a:pt x="53591" y="77511"/>
                  <a:pt x="52968" y="76864"/>
                </a:cubicBezTo>
                <a:cubicBezTo>
                  <a:pt x="53018" y="76814"/>
                  <a:pt x="53093" y="76814"/>
                  <a:pt x="53143" y="76789"/>
                </a:cubicBezTo>
                <a:cubicBezTo>
                  <a:pt x="53192" y="76789"/>
                  <a:pt x="53192" y="76789"/>
                  <a:pt x="53217" y="76764"/>
                </a:cubicBezTo>
                <a:cubicBezTo>
                  <a:pt x="53367" y="76714"/>
                  <a:pt x="53491" y="76665"/>
                  <a:pt x="53641" y="76615"/>
                </a:cubicBezTo>
                <a:lnTo>
                  <a:pt x="53690" y="76615"/>
                </a:lnTo>
                <a:cubicBezTo>
                  <a:pt x="53740" y="76565"/>
                  <a:pt x="53840" y="76565"/>
                  <a:pt x="53889" y="76540"/>
                </a:cubicBezTo>
                <a:cubicBezTo>
                  <a:pt x="53964" y="76515"/>
                  <a:pt x="54014" y="76515"/>
                  <a:pt x="54089" y="76490"/>
                </a:cubicBezTo>
                <a:lnTo>
                  <a:pt x="54537" y="76291"/>
                </a:lnTo>
                <a:cubicBezTo>
                  <a:pt x="54586" y="76291"/>
                  <a:pt x="54586" y="76291"/>
                  <a:pt x="54611" y="76266"/>
                </a:cubicBezTo>
                <a:cubicBezTo>
                  <a:pt x="54661" y="76241"/>
                  <a:pt x="54736" y="76241"/>
                  <a:pt x="54786" y="76192"/>
                </a:cubicBezTo>
                <a:close/>
                <a:moveTo>
                  <a:pt x="52769" y="76913"/>
                </a:moveTo>
                <a:cubicBezTo>
                  <a:pt x="53392" y="77561"/>
                  <a:pt x="53989" y="78282"/>
                  <a:pt x="54561" y="79054"/>
                </a:cubicBezTo>
                <a:cubicBezTo>
                  <a:pt x="54512" y="79054"/>
                  <a:pt x="54512" y="79104"/>
                  <a:pt x="54487" y="79104"/>
                </a:cubicBezTo>
                <a:cubicBezTo>
                  <a:pt x="53939" y="78357"/>
                  <a:pt x="53342" y="77610"/>
                  <a:pt x="52695" y="76938"/>
                </a:cubicBezTo>
                <a:cubicBezTo>
                  <a:pt x="52720" y="76913"/>
                  <a:pt x="52744" y="76913"/>
                  <a:pt x="52769" y="76913"/>
                </a:cubicBezTo>
                <a:close/>
                <a:moveTo>
                  <a:pt x="14487" y="77809"/>
                </a:moveTo>
                <a:lnTo>
                  <a:pt x="14487" y="77809"/>
                </a:lnTo>
                <a:cubicBezTo>
                  <a:pt x="15134" y="78233"/>
                  <a:pt x="15806" y="78581"/>
                  <a:pt x="16528" y="78930"/>
                </a:cubicBezTo>
                <a:cubicBezTo>
                  <a:pt x="16503" y="79004"/>
                  <a:pt x="16503" y="79054"/>
                  <a:pt x="16478" y="79129"/>
                </a:cubicBezTo>
                <a:cubicBezTo>
                  <a:pt x="16403" y="79104"/>
                  <a:pt x="16329" y="79054"/>
                  <a:pt x="16279" y="79004"/>
                </a:cubicBezTo>
                <a:cubicBezTo>
                  <a:pt x="16055" y="78880"/>
                  <a:pt x="15806" y="78755"/>
                  <a:pt x="15607" y="78631"/>
                </a:cubicBezTo>
                <a:cubicBezTo>
                  <a:pt x="15607" y="78631"/>
                  <a:pt x="15557" y="78631"/>
                  <a:pt x="15557" y="78606"/>
                </a:cubicBezTo>
                <a:cubicBezTo>
                  <a:pt x="15383" y="78482"/>
                  <a:pt x="15234" y="78357"/>
                  <a:pt x="15034" y="78233"/>
                </a:cubicBezTo>
                <a:cubicBezTo>
                  <a:pt x="14860" y="78108"/>
                  <a:pt x="14661" y="77984"/>
                  <a:pt x="14487" y="77809"/>
                </a:cubicBezTo>
                <a:close/>
                <a:moveTo>
                  <a:pt x="55931" y="78307"/>
                </a:moveTo>
                <a:cubicBezTo>
                  <a:pt x="55931" y="78357"/>
                  <a:pt x="55955" y="78357"/>
                  <a:pt x="55955" y="78382"/>
                </a:cubicBezTo>
                <a:cubicBezTo>
                  <a:pt x="55582" y="78631"/>
                  <a:pt x="55209" y="78880"/>
                  <a:pt x="54860" y="79129"/>
                </a:cubicBezTo>
                <a:cubicBezTo>
                  <a:pt x="54835" y="79129"/>
                  <a:pt x="54835" y="79104"/>
                  <a:pt x="54810" y="79104"/>
                </a:cubicBezTo>
                <a:cubicBezTo>
                  <a:pt x="55184" y="78855"/>
                  <a:pt x="55557" y="78581"/>
                  <a:pt x="55931" y="78307"/>
                </a:cubicBezTo>
                <a:close/>
                <a:moveTo>
                  <a:pt x="16691" y="79018"/>
                </a:moveTo>
                <a:cubicBezTo>
                  <a:pt x="16708" y="79018"/>
                  <a:pt x="16735" y="79029"/>
                  <a:pt x="16752" y="79029"/>
                </a:cubicBezTo>
                <a:cubicBezTo>
                  <a:pt x="16727" y="79104"/>
                  <a:pt x="16677" y="79154"/>
                  <a:pt x="16677" y="79253"/>
                </a:cubicBezTo>
                <a:cubicBezTo>
                  <a:pt x="16652" y="79253"/>
                  <a:pt x="16652" y="79203"/>
                  <a:pt x="16627" y="79203"/>
                </a:cubicBezTo>
                <a:cubicBezTo>
                  <a:pt x="16652" y="79154"/>
                  <a:pt x="16677" y="79104"/>
                  <a:pt x="16677" y="79029"/>
                </a:cubicBezTo>
                <a:cubicBezTo>
                  <a:pt x="16677" y="79021"/>
                  <a:pt x="16683" y="79018"/>
                  <a:pt x="16691" y="79018"/>
                </a:cubicBezTo>
                <a:close/>
                <a:moveTo>
                  <a:pt x="22776" y="71288"/>
                </a:moveTo>
                <a:cubicBezTo>
                  <a:pt x="23672" y="72184"/>
                  <a:pt x="24792" y="72931"/>
                  <a:pt x="26086" y="73454"/>
                </a:cubicBezTo>
                <a:cubicBezTo>
                  <a:pt x="23273" y="74723"/>
                  <a:pt x="20635" y="76714"/>
                  <a:pt x="18444" y="79278"/>
                </a:cubicBezTo>
                <a:cubicBezTo>
                  <a:pt x="17996" y="79079"/>
                  <a:pt x="17524" y="78880"/>
                  <a:pt x="17051" y="78656"/>
                </a:cubicBezTo>
                <a:cubicBezTo>
                  <a:pt x="17772" y="76665"/>
                  <a:pt x="18644" y="74648"/>
                  <a:pt x="19614" y="72582"/>
                </a:cubicBezTo>
                <a:cubicBezTo>
                  <a:pt x="19664" y="72557"/>
                  <a:pt x="19764" y="72508"/>
                  <a:pt x="19813" y="72458"/>
                </a:cubicBezTo>
                <a:cubicBezTo>
                  <a:pt x="19913" y="72433"/>
                  <a:pt x="19988" y="72408"/>
                  <a:pt x="20062" y="72333"/>
                </a:cubicBezTo>
                <a:cubicBezTo>
                  <a:pt x="20336" y="72209"/>
                  <a:pt x="20560" y="72134"/>
                  <a:pt x="20859" y="72010"/>
                </a:cubicBezTo>
                <a:cubicBezTo>
                  <a:pt x="20909" y="71960"/>
                  <a:pt x="21008" y="71935"/>
                  <a:pt x="21058" y="71910"/>
                </a:cubicBezTo>
                <a:cubicBezTo>
                  <a:pt x="21357" y="71786"/>
                  <a:pt x="21606" y="71686"/>
                  <a:pt x="21879" y="71587"/>
                </a:cubicBezTo>
                <a:cubicBezTo>
                  <a:pt x="21929" y="71562"/>
                  <a:pt x="22004" y="71562"/>
                  <a:pt x="22054" y="71537"/>
                </a:cubicBezTo>
                <a:cubicBezTo>
                  <a:pt x="22303" y="71437"/>
                  <a:pt x="22527" y="71388"/>
                  <a:pt x="22776" y="71288"/>
                </a:cubicBezTo>
                <a:close/>
                <a:moveTo>
                  <a:pt x="54636" y="79203"/>
                </a:moveTo>
                <a:cubicBezTo>
                  <a:pt x="54686" y="79203"/>
                  <a:pt x="54686" y="79203"/>
                  <a:pt x="54686" y="79253"/>
                </a:cubicBezTo>
                <a:cubicBezTo>
                  <a:pt x="54636" y="79253"/>
                  <a:pt x="54636" y="79278"/>
                  <a:pt x="54611" y="79278"/>
                </a:cubicBezTo>
                <a:lnTo>
                  <a:pt x="54586" y="79253"/>
                </a:lnTo>
                <a:cubicBezTo>
                  <a:pt x="54611" y="79253"/>
                  <a:pt x="54611" y="79203"/>
                  <a:pt x="54636" y="79203"/>
                </a:cubicBezTo>
                <a:close/>
                <a:moveTo>
                  <a:pt x="44057" y="78805"/>
                </a:moveTo>
                <a:cubicBezTo>
                  <a:pt x="44057" y="78880"/>
                  <a:pt x="44107" y="78930"/>
                  <a:pt x="44132" y="79004"/>
                </a:cubicBezTo>
                <a:cubicBezTo>
                  <a:pt x="44157" y="79104"/>
                  <a:pt x="44157" y="79178"/>
                  <a:pt x="44182" y="79278"/>
                </a:cubicBezTo>
                <a:lnTo>
                  <a:pt x="44182" y="79328"/>
                </a:lnTo>
                <a:lnTo>
                  <a:pt x="44132" y="79328"/>
                </a:lnTo>
                <a:cubicBezTo>
                  <a:pt x="44107" y="79178"/>
                  <a:pt x="44107" y="79054"/>
                  <a:pt x="44057" y="78905"/>
                </a:cubicBezTo>
                <a:lnTo>
                  <a:pt x="44057" y="78805"/>
                </a:lnTo>
                <a:close/>
                <a:moveTo>
                  <a:pt x="13292" y="77162"/>
                </a:moveTo>
                <a:cubicBezTo>
                  <a:pt x="13317" y="77187"/>
                  <a:pt x="13367" y="77187"/>
                  <a:pt x="13416" y="77237"/>
                </a:cubicBezTo>
                <a:lnTo>
                  <a:pt x="13441" y="77262"/>
                </a:lnTo>
                <a:cubicBezTo>
                  <a:pt x="13466" y="77287"/>
                  <a:pt x="13516" y="77287"/>
                  <a:pt x="13516" y="77312"/>
                </a:cubicBezTo>
                <a:cubicBezTo>
                  <a:pt x="13690" y="77511"/>
                  <a:pt x="13889" y="77660"/>
                  <a:pt x="14064" y="77809"/>
                </a:cubicBezTo>
                <a:cubicBezTo>
                  <a:pt x="14138" y="77859"/>
                  <a:pt x="14188" y="77909"/>
                  <a:pt x="14238" y="77934"/>
                </a:cubicBezTo>
                <a:lnTo>
                  <a:pt x="14263" y="77984"/>
                </a:lnTo>
                <a:lnTo>
                  <a:pt x="14313" y="78034"/>
                </a:lnTo>
                <a:cubicBezTo>
                  <a:pt x="14537" y="78183"/>
                  <a:pt x="14761" y="78382"/>
                  <a:pt x="14960" y="78531"/>
                </a:cubicBezTo>
                <a:cubicBezTo>
                  <a:pt x="15059" y="78606"/>
                  <a:pt x="15134" y="78631"/>
                  <a:pt x="15209" y="78681"/>
                </a:cubicBezTo>
                <a:cubicBezTo>
                  <a:pt x="15258" y="78730"/>
                  <a:pt x="15283" y="78730"/>
                  <a:pt x="15308" y="78755"/>
                </a:cubicBezTo>
                <a:lnTo>
                  <a:pt x="15333" y="78780"/>
                </a:lnTo>
                <a:lnTo>
                  <a:pt x="15383" y="78780"/>
                </a:lnTo>
                <a:cubicBezTo>
                  <a:pt x="15408" y="78780"/>
                  <a:pt x="15408" y="78805"/>
                  <a:pt x="15433" y="78805"/>
                </a:cubicBezTo>
                <a:cubicBezTo>
                  <a:pt x="15582" y="78905"/>
                  <a:pt x="15781" y="79029"/>
                  <a:pt x="15930" y="79129"/>
                </a:cubicBezTo>
                <a:cubicBezTo>
                  <a:pt x="16030" y="79154"/>
                  <a:pt x="16080" y="79228"/>
                  <a:pt x="16179" y="79253"/>
                </a:cubicBezTo>
                <a:cubicBezTo>
                  <a:pt x="16254" y="79278"/>
                  <a:pt x="16279" y="79303"/>
                  <a:pt x="16329" y="79303"/>
                </a:cubicBezTo>
                <a:lnTo>
                  <a:pt x="16329" y="79353"/>
                </a:lnTo>
                <a:lnTo>
                  <a:pt x="16329" y="79378"/>
                </a:lnTo>
                <a:cubicBezTo>
                  <a:pt x="16005" y="79178"/>
                  <a:pt x="15657" y="79029"/>
                  <a:pt x="15333" y="78805"/>
                </a:cubicBezTo>
                <a:cubicBezTo>
                  <a:pt x="15308" y="78805"/>
                  <a:pt x="15308" y="78780"/>
                  <a:pt x="15283" y="78780"/>
                </a:cubicBezTo>
                <a:cubicBezTo>
                  <a:pt x="14561" y="78307"/>
                  <a:pt x="13889" y="77785"/>
                  <a:pt x="13292" y="77162"/>
                </a:cubicBezTo>
                <a:close/>
                <a:moveTo>
                  <a:pt x="3236" y="62327"/>
                </a:moveTo>
                <a:lnTo>
                  <a:pt x="3236" y="62377"/>
                </a:lnTo>
                <a:lnTo>
                  <a:pt x="3236" y="62477"/>
                </a:lnTo>
                <a:lnTo>
                  <a:pt x="3236" y="62551"/>
                </a:lnTo>
                <a:cubicBezTo>
                  <a:pt x="3186" y="62750"/>
                  <a:pt x="3087" y="62999"/>
                  <a:pt x="3012" y="63223"/>
                </a:cubicBezTo>
                <a:cubicBezTo>
                  <a:pt x="2141" y="65986"/>
                  <a:pt x="1494" y="68799"/>
                  <a:pt x="1021" y="71537"/>
                </a:cubicBezTo>
                <a:cubicBezTo>
                  <a:pt x="622" y="73902"/>
                  <a:pt x="473" y="76142"/>
                  <a:pt x="398" y="78108"/>
                </a:cubicBezTo>
                <a:cubicBezTo>
                  <a:pt x="349" y="78357"/>
                  <a:pt x="324" y="78556"/>
                  <a:pt x="324" y="78805"/>
                </a:cubicBezTo>
                <a:lnTo>
                  <a:pt x="324" y="78880"/>
                </a:lnTo>
                <a:cubicBezTo>
                  <a:pt x="324" y="79054"/>
                  <a:pt x="299" y="79253"/>
                  <a:pt x="299" y="79403"/>
                </a:cubicBezTo>
                <a:lnTo>
                  <a:pt x="299" y="79129"/>
                </a:lnTo>
                <a:cubicBezTo>
                  <a:pt x="299" y="78432"/>
                  <a:pt x="324" y="77735"/>
                  <a:pt x="349" y="76988"/>
                </a:cubicBezTo>
                <a:lnTo>
                  <a:pt x="349" y="76913"/>
                </a:lnTo>
                <a:cubicBezTo>
                  <a:pt x="423" y="76017"/>
                  <a:pt x="498" y="74947"/>
                  <a:pt x="598" y="73951"/>
                </a:cubicBezTo>
                <a:cubicBezTo>
                  <a:pt x="697" y="73180"/>
                  <a:pt x="797" y="72383"/>
                  <a:pt x="946" y="71537"/>
                </a:cubicBezTo>
                <a:lnTo>
                  <a:pt x="946" y="71512"/>
                </a:lnTo>
                <a:cubicBezTo>
                  <a:pt x="996" y="71213"/>
                  <a:pt x="1070" y="70890"/>
                  <a:pt x="1120" y="70541"/>
                </a:cubicBezTo>
                <a:cubicBezTo>
                  <a:pt x="1195" y="70143"/>
                  <a:pt x="1295" y="69770"/>
                  <a:pt x="1344" y="69347"/>
                </a:cubicBezTo>
                <a:cubicBezTo>
                  <a:pt x="1743" y="67330"/>
                  <a:pt x="2315" y="65289"/>
                  <a:pt x="2937" y="63223"/>
                </a:cubicBezTo>
                <a:lnTo>
                  <a:pt x="2937" y="63198"/>
                </a:lnTo>
                <a:cubicBezTo>
                  <a:pt x="3012" y="62925"/>
                  <a:pt x="3112" y="62626"/>
                  <a:pt x="3236" y="62327"/>
                </a:cubicBezTo>
                <a:close/>
                <a:moveTo>
                  <a:pt x="26335" y="73578"/>
                </a:moveTo>
                <a:cubicBezTo>
                  <a:pt x="26360" y="73578"/>
                  <a:pt x="26385" y="73603"/>
                  <a:pt x="26435" y="73603"/>
                </a:cubicBezTo>
                <a:cubicBezTo>
                  <a:pt x="23597" y="74847"/>
                  <a:pt x="20958" y="76814"/>
                  <a:pt x="18743" y="79403"/>
                </a:cubicBezTo>
                <a:cubicBezTo>
                  <a:pt x="18668" y="79403"/>
                  <a:pt x="18644" y="79403"/>
                  <a:pt x="18644" y="79378"/>
                </a:cubicBezTo>
                <a:cubicBezTo>
                  <a:pt x="20859" y="76789"/>
                  <a:pt x="23497" y="74823"/>
                  <a:pt x="26335" y="73578"/>
                </a:cubicBezTo>
                <a:close/>
                <a:moveTo>
                  <a:pt x="1967" y="70292"/>
                </a:moveTo>
                <a:cubicBezTo>
                  <a:pt x="1967" y="70392"/>
                  <a:pt x="1967" y="70467"/>
                  <a:pt x="1942" y="70591"/>
                </a:cubicBezTo>
                <a:cubicBezTo>
                  <a:pt x="1120" y="73653"/>
                  <a:pt x="672" y="76615"/>
                  <a:pt x="498" y="79427"/>
                </a:cubicBezTo>
                <a:lnTo>
                  <a:pt x="498" y="79427"/>
                </a:lnTo>
                <a:cubicBezTo>
                  <a:pt x="498" y="79004"/>
                  <a:pt x="498" y="78531"/>
                  <a:pt x="548" y="78058"/>
                </a:cubicBezTo>
                <a:cubicBezTo>
                  <a:pt x="797" y="75544"/>
                  <a:pt x="1245" y="72956"/>
                  <a:pt x="1967" y="70292"/>
                </a:cubicBezTo>
                <a:close/>
                <a:moveTo>
                  <a:pt x="16503" y="79403"/>
                </a:moveTo>
                <a:cubicBezTo>
                  <a:pt x="16553" y="79403"/>
                  <a:pt x="16603" y="79403"/>
                  <a:pt x="16603" y="79427"/>
                </a:cubicBezTo>
                <a:cubicBezTo>
                  <a:pt x="16603" y="79477"/>
                  <a:pt x="16553" y="79502"/>
                  <a:pt x="16553" y="79502"/>
                </a:cubicBezTo>
                <a:cubicBezTo>
                  <a:pt x="16528" y="79502"/>
                  <a:pt x="16528" y="79477"/>
                  <a:pt x="16503" y="79477"/>
                </a:cubicBezTo>
                <a:lnTo>
                  <a:pt x="16503" y="79427"/>
                </a:lnTo>
                <a:lnTo>
                  <a:pt x="16503" y="79403"/>
                </a:lnTo>
                <a:close/>
                <a:moveTo>
                  <a:pt x="17001" y="78880"/>
                </a:moveTo>
                <a:cubicBezTo>
                  <a:pt x="17424" y="79104"/>
                  <a:pt x="17872" y="79278"/>
                  <a:pt x="18345" y="79477"/>
                </a:cubicBezTo>
                <a:cubicBezTo>
                  <a:pt x="18345" y="79502"/>
                  <a:pt x="18295" y="79502"/>
                  <a:pt x="18295" y="79527"/>
                </a:cubicBezTo>
                <a:cubicBezTo>
                  <a:pt x="17847" y="79353"/>
                  <a:pt x="17399" y="79129"/>
                  <a:pt x="16976" y="78930"/>
                </a:cubicBezTo>
                <a:cubicBezTo>
                  <a:pt x="16976" y="78905"/>
                  <a:pt x="17001" y="78880"/>
                  <a:pt x="17001" y="78880"/>
                </a:cubicBezTo>
                <a:close/>
                <a:moveTo>
                  <a:pt x="38930" y="73379"/>
                </a:moveTo>
                <a:cubicBezTo>
                  <a:pt x="39005" y="73404"/>
                  <a:pt x="39079" y="73429"/>
                  <a:pt x="39154" y="73454"/>
                </a:cubicBezTo>
                <a:cubicBezTo>
                  <a:pt x="39179" y="73503"/>
                  <a:pt x="39253" y="73503"/>
                  <a:pt x="39278" y="73528"/>
                </a:cubicBezTo>
                <a:cubicBezTo>
                  <a:pt x="39403" y="73578"/>
                  <a:pt x="39502" y="73653"/>
                  <a:pt x="39577" y="73678"/>
                </a:cubicBezTo>
                <a:cubicBezTo>
                  <a:pt x="39701" y="73752"/>
                  <a:pt x="39826" y="73827"/>
                  <a:pt x="39950" y="73902"/>
                </a:cubicBezTo>
                <a:cubicBezTo>
                  <a:pt x="40050" y="73951"/>
                  <a:pt x="40125" y="74001"/>
                  <a:pt x="40174" y="74051"/>
                </a:cubicBezTo>
                <a:cubicBezTo>
                  <a:pt x="40199" y="74051"/>
                  <a:pt x="40224" y="74076"/>
                  <a:pt x="40224" y="74076"/>
                </a:cubicBezTo>
                <a:cubicBezTo>
                  <a:pt x="40349" y="74151"/>
                  <a:pt x="40448" y="74225"/>
                  <a:pt x="40548" y="74300"/>
                </a:cubicBezTo>
                <a:cubicBezTo>
                  <a:pt x="39926" y="75470"/>
                  <a:pt x="39328" y="76665"/>
                  <a:pt x="38805" y="77809"/>
                </a:cubicBezTo>
                <a:cubicBezTo>
                  <a:pt x="37138" y="78506"/>
                  <a:pt x="35470" y="79104"/>
                  <a:pt x="33852" y="79552"/>
                </a:cubicBezTo>
                <a:cubicBezTo>
                  <a:pt x="34947" y="76789"/>
                  <a:pt x="36540" y="74698"/>
                  <a:pt x="38532" y="73503"/>
                </a:cubicBezTo>
                <a:cubicBezTo>
                  <a:pt x="38656" y="73454"/>
                  <a:pt x="38805" y="73429"/>
                  <a:pt x="38930" y="73379"/>
                </a:cubicBezTo>
                <a:close/>
                <a:moveTo>
                  <a:pt x="18519" y="79527"/>
                </a:moveTo>
                <a:cubicBezTo>
                  <a:pt x="18544" y="79527"/>
                  <a:pt x="18544" y="79552"/>
                  <a:pt x="18569" y="79552"/>
                </a:cubicBezTo>
                <a:lnTo>
                  <a:pt x="18519" y="79627"/>
                </a:lnTo>
                <a:cubicBezTo>
                  <a:pt x="18494" y="79627"/>
                  <a:pt x="18494" y="79602"/>
                  <a:pt x="18469" y="79602"/>
                </a:cubicBezTo>
                <a:lnTo>
                  <a:pt x="18519" y="79527"/>
                </a:lnTo>
                <a:close/>
                <a:moveTo>
                  <a:pt x="37934" y="73653"/>
                </a:moveTo>
                <a:cubicBezTo>
                  <a:pt x="36142" y="74947"/>
                  <a:pt x="34649" y="76988"/>
                  <a:pt x="33653" y="79627"/>
                </a:cubicBezTo>
                <a:cubicBezTo>
                  <a:pt x="33603" y="79627"/>
                  <a:pt x="33578" y="79651"/>
                  <a:pt x="33553" y="79651"/>
                </a:cubicBezTo>
                <a:cubicBezTo>
                  <a:pt x="34549" y="77013"/>
                  <a:pt x="35968" y="74997"/>
                  <a:pt x="37760" y="73678"/>
                </a:cubicBezTo>
                <a:cubicBezTo>
                  <a:pt x="37810" y="73678"/>
                  <a:pt x="37884" y="73653"/>
                  <a:pt x="37934" y="73653"/>
                </a:cubicBezTo>
                <a:close/>
                <a:moveTo>
                  <a:pt x="16876" y="79104"/>
                </a:moveTo>
                <a:cubicBezTo>
                  <a:pt x="17275" y="79278"/>
                  <a:pt x="17723" y="79477"/>
                  <a:pt x="18121" y="79651"/>
                </a:cubicBezTo>
                <a:cubicBezTo>
                  <a:pt x="18096" y="79726"/>
                  <a:pt x="18021" y="79751"/>
                  <a:pt x="17996" y="79801"/>
                </a:cubicBezTo>
                <a:cubicBezTo>
                  <a:pt x="17872" y="79776"/>
                  <a:pt x="17748" y="79726"/>
                  <a:pt x="17598" y="79651"/>
                </a:cubicBezTo>
                <a:cubicBezTo>
                  <a:pt x="17349" y="79552"/>
                  <a:pt x="17051" y="79427"/>
                  <a:pt x="16802" y="79303"/>
                </a:cubicBezTo>
                <a:cubicBezTo>
                  <a:pt x="16851" y="79253"/>
                  <a:pt x="16876" y="79154"/>
                  <a:pt x="16876" y="79104"/>
                </a:cubicBezTo>
                <a:close/>
                <a:moveTo>
                  <a:pt x="38756" y="78108"/>
                </a:moveTo>
                <a:lnTo>
                  <a:pt x="38756" y="78133"/>
                </a:lnTo>
                <a:lnTo>
                  <a:pt x="38756" y="78158"/>
                </a:lnTo>
                <a:cubicBezTo>
                  <a:pt x="37063" y="78855"/>
                  <a:pt x="35420" y="79403"/>
                  <a:pt x="33827" y="79851"/>
                </a:cubicBezTo>
                <a:cubicBezTo>
                  <a:pt x="33728" y="79826"/>
                  <a:pt x="33728" y="79826"/>
                  <a:pt x="33777" y="79801"/>
                </a:cubicBezTo>
                <a:cubicBezTo>
                  <a:pt x="34076" y="79676"/>
                  <a:pt x="34400" y="79602"/>
                  <a:pt x="34698" y="79502"/>
                </a:cubicBezTo>
                <a:lnTo>
                  <a:pt x="35271" y="79303"/>
                </a:lnTo>
                <a:lnTo>
                  <a:pt x="35321" y="79303"/>
                </a:lnTo>
                <a:cubicBezTo>
                  <a:pt x="35968" y="79104"/>
                  <a:pt x="36665" y="78880"/>
                  <a:pt x="37337" y="78631"/>
                </a:cubicBezTo>
                <a:cubicBezTo>
                  <a:pt x="37387" y="78631"/>
                  <a:pt x="37387" y="78631"/>
                  <a:pt x="37412" y="78581"/>
                </a:cubicBezTo>
                <a:cubicBezTo>
                  <a:pt x="37461" y="78556"/>
                  <a:pt x="37511" y="78556"/>
                  <a:pt x="37561" y="78531"/>
                </a:cubicBezTo>
                <a:cubicBezTo>
                  <a:pt x="37959" y="78382"/>
                  <a:pt x="38332" y="78258"/>
                  <a:pt x="38756" y="78108"/>
                </a:cubicBezTo>
                <a:close/>
                <a:moveTo>
                  <a:pt x="72458" y="64095"/>
                </a:moveTo>
                <a:cubicBezTo>
                  <a:pt x="74624" y="66235"/>
                  <a:pt x="77038" y="68426"/>
                  <a:pt x="79602" y="70467"/>
                </a:cubicBezTo>
                <a:cubicBezTo>
                  <a:pt x="76814" y="73902"/>
                  <a:pt x="73454" y="77137"/>
                  <a:pt x="69670" y="79875"/>
                </a:cubicBezTo>
                <a:cubicBezTo>
                  <a:pt x="69546" y="79726"/>
                  <a:pt x="69421" y="79527"/>
                  <a:pt x="69297" y="79378"/>
                </a:cubicBezTo>
                <a:cubicBezTo>
                  <a:pt x="68874" y="78755"/>
                  <a:pt x="68401" y="78158"/>
                  <a:pt x="67928" y="77561"/>
                </a:cubicBezTo>
                <a:cubicBezTo>
                  <a:pt x="67779" y="77386"/>
                  <a:pt x="67654" y="77187"/>
                  <a:pt x="67505" y="77013"/>
                </a:cubicBezTo>
                <a:cubicBezTo>
                  <a:pt x="66883" y="76216"/>
                  <a:pt x="66260" y="75445"/>
                  <a:pt x="65638" y="74698"/>
                </a:cubicBezTo>
                <a:cubicBezTo>
                  <a:pt x="65638" y="74673"/>
                  <a:pt x="65588" y="74673"/>
                  <a:pt x="65588" y="74648"/>
                </a:cubicBezTo>
                <a:cubicBezTo>
                  <a:pt x="65314" y="74300"/>
                  <a:pt x="65016" y="73976"/>
                  <a:pt x="64717" y="73653"/>
                </a:cubicBezTo>
                <a:cubicBezTo>
                  <a:pt x="64568" y="73454"/>
                  <a:pt x="64369" y="73279"/>
                  <a:pt x="64219" y="73080"/>
                </a:cubicBezTo>
                <a:cubicBezTo>
                  <a:pt x="64045" y="72906"/>
                  <a:pt x="63871" y="72707"/>
                  <a:pt x="63697" y="72533"/>
                </a:cubicBezTo>
                <a:cubicBezTo>
                  <a:pt x="66808" y="69844"/>
                  <a:pt x="69770" y="67007"/>
                  <a:pt x="72458" y="64095"/>
                </a:cubicBezTo>
                <a:close/>
                <a:moveTo>
                  <a:pt x="18345" y="79751"/>
                </a:moveTo>
                <a:cubicBezTo>
                  <a:pt x="18370" y="79751"/>
                  <a:pt x="18370" y="79776"/>
                  <a:pt x="18395" y="79776"/>
                </a:cubicBezTo>
                <a:cubicBezTo>
                  <a:pt x="18370" y="79851"/>
                  <a:pt x="18295" y="79875"/>
                  <a:pt x="18270" y="79925"/>
                </a:cubicBezTo>
                <a:lnTo>
                  <a:pt x="18196" y="79925"/>
                </a:lnTo>
                <a:cubicBezTo>
                  <a:pt x="18245" y="79826"/>
                  <a:pt x="18295" y="79801"/>
                  <a:pt x="18345" y="79751"/>
                </a:cubicBezTo>
                <a:close/>
                <a:moveTo>
                  <a:pt x="112856" y="59440"/>
                </a:moveTo>
                <a:cubicBezTo>
                  <a:pt x="111114" y="63871"/>
                  <a:pt x="108700" y="68550"/>
                  <a:pt x="105713" y="73155"/>
                </a:cubicBezTo>
                <a:cubicBezTo>
                  <a:pt x="105489" y="73503"/>
                  <a:pt x="105240" y="73877"/>
                  <a:pt x="105016" y="74200"/>
                </a:cubicBezTo>
                <a:cubicBezTo>
                  <a:pt x="103721" y="76167"/>
                  <a:pt x="102303" y="78108"/>
                  <a:pt x="100809" y="80025"/>
                </a:cubicBezTo>
                <a:cubicBezTo>
                  <a:pt x="100784" y="79403"/>
                  <a:pt x="100486" y="78631"/>
                  <a:pt x="99988" y="77735"/>
                </a:cubicBezTo>
                <a:cubicBezTo>
                  <a:pt x="104344" y="72209"/>
                  <a:pt x="108077" y="66559"/>
                  <a:pt x="110965" y="60958"/>
                </a:cubicBezTo>
                <a:cubicBezTo>
                  <a:pt x="111687" y="60485"/>
                  <a:pt x="112334" y="59988"/>
                  <a:pt x="112856" y="59440"/>
                </a:cubicBezTo>
                <a:close/>
                <a:moveTo>
                  <a:pt x="16752" y="79527"/>
                </a:moveTo>
                <a:cubicBezTo>
                  <a:pt x="16851" y="79552"/>
                  <a:pt x="16926" y="79602"/>
                  <a:pt x="17026" y="79651"/>
                </a:cubicBezTo>
                <a:cubicBezTo>
                  <a:pt x="17125" y="79676"/>
                  <a:pt x="17175" y="79726"/>
                  <a:pt x="17275" y="79751"/>
                </a:cubicBezTo>
                <a:cubicBezTo>
                  <a:pt x="17474" y="79851"/>
                  <a:pt x="17673" y="79900"/>
                  <a:pt x="17872" y="80000"/>
                </a:cubicBezTo>
                <a:lnTo>
                  <a:pt x="17872" y="80025"/>
                </a:lnTo>
                <a:lnTo>
                  <a:pt x="17872" y="80050"/>
                </a:lnTo>
                <a:lnTo>
                  <a:pt x="16752" y="79602"/>
                </a:lnTo>
                <a:lnTo>
                  <a:pt x="16752" y="79552"/>
                </a:lnTo>
                <a:lnTo>
                  <a:pt x="16752" y="79527"/>
                </a:lnTo>
                <a:close/>
                <a:moveTo>
                  <a:pt x="79751" y="70591"/>
                </a:moveTo>
                <a:cubicBezTo>
                  <a:pt x="79776" y="70591"/>
                  <a:pt x="79776" y="70641"/>
                  <a:pt x="79826" y="70641"/>
                </a:cubicBezTo>
                <a:cubicBezTo>
                  <a:pt x="77038" y="74076"/>
                  <a:pt x="73653" y="77337"/>
                  <a:pt x="69870" y="80050"/>
                </a:cubicBezTo>
                <a:cubicBezTo>
                  <a:pt x="69870" y="80025"/>
                  <a:pt x="69820" y="80025"/>
                  <a:pt x="69820" y="80000"/>
                </a:cubicBezTo>
                <a:cubicBezTo>
                  <a:pt x="73603" y="77287"/>
                  <a:pt x="76988" y="74051"/>
                  <a:pt x="79751" y="70591"/>
                </a:cubicBezTo>
                <a:close/>
                <a:moveTo>
                  <a:pt x="63572" y="72707"/>
                </a:moveTo>
                <a:cubicBezTo>
                  <a:pt x="63721" y="72906"/>
                  <a:pt x="63896" y="73055"/>
                  <a:pt x="64070" y="73254"/>
                </a:cubicBezTo>
                <a:cubicBezTo>
                  <a:pt x="64219" y="73404"/>
                  <a:pt x="64393" y="73578"/>
                  <a:pt x="64543" y="73777"/>
                </a:cubicBezTo>
                <a:cubicBezTo>
                  <a:pt x="66260" y="75694"/>
                  <a:pt x="67953" y="77859"/>
                  <a:pt x="69571" y="80050"/>
                </a:cubicBezTo>
                <a:cubicBezTo>
                  <a:pt x="69571" y="80050"/>
                  <a:pt x="69546" y="80050"/>
                  <a:pt x="69546" y="80099"/>
                </a:cubicBezTo>
                <a:cubicBezTo>
                  <a:pt x="68177" y="78233"/>
                  <a:pt x="66808" y="76490"/>
                  <a:pt x="65439" y="74872"/>
                </a:cubicBezTo>
                <a:lnTo>
                  <a:pt x="65339" y="74773"/>
                </a:lnTo>
                <a:cubicBezTo>
                  <a:pt x="65090" y="74449"/>
                  <a:pt x="64817" y="74175"/>
                  <a:pt x="64568" y="73902"/>
                </a:cubicBezTo>
                <a:cubicBezTo>
                  <a:pt x="64369" y="73678"/>
                  <a:pt x="64194" y="73454"/>
                  <a:pt x="63970" y="73254"/>
                </a:cubicBezTo>
                <a:cubicBezTo>
                  <a:pt x="63821" y="73055"/>
                  <a:pt x="63672" y="72906"/>
                  <a:pt x="63522" y="72757"/>
                </a:cubicBezTo>
                <a:cubicBezTo>
                  <a:pt x="63547" y="72757"/>
                  <a:pt x="63547" y="72707"/>
                  <a:pt x="63572" y="72707"/>
                </a:cubicBezTo>
                <a:close/>
                <a:moveTo>
                  <a:pt x="18295" y="80174"/>
                </a:moveTo>
                <a:cubicBezTo>
                  <a:pt x="18367" y="80174"/>
                  <a:pt x="18393" y="80174"/>
                  <a:pt x="18417" y="80219"/>
                </a:cubicBezTo>
                <a:lnTo>
                  <a:pt x="18417" y="80219"/>
                </a:lnTo>
                <a:cubicBezTo>
                  <a:pt x="18376" y="80204"/>
                  <a:pt x="18336" y="80189"/>
                  <a:pt x="18295" y="80174"/>
                </a:cubicBezTo>
                <a:close/>
                <a:moveTo>
                  <a:pt x="99888" y="77859"/>
                </a:moveTo>
                <a:cubicBezTo>
                  <a:pt x="100411" y="78805"/>
                  <a:pt x="100685" y="79627"/>
                  <a:pt x="100660" y="80249"/>
                </a:cubicBezTo>
                <a:cubicBezTo>
                  <a:pt x="100616" y="80271"/>
                  <a:pt x="100572" y="80293"/>
                  <a:pt x="100562" y="80332"/>
                </a:cubicBezTo>
                <a:lnTo>
                  <a:pt x="100562" y="80332"/>
                </a:lnTo>
                <a:cubicBezTo>
                  <a:pt x="100630" y="79736"/>
                  <a:pt x="100356" y="78920"/>
                  <a:pt x="99814" y="77909"/>
                </a:cubicBezTo>
                <a:lnTo>
                  <a:pt x="99888" y="77859"/>
                </a:lnTo>
                <a:close/>
                <a:moveTo>
                  <a:pt x="44232" y="79527"/>
                </a:moveTo>
                <a:cubicBezTo>
                  <a:pt x="44257" y="79751"/>
                  <a:pt x="44281" y="79925"/>
                  <a:pt x="44356" y="80124"/>
                </a:cubicBezTo>
                <a:cubicBezTo>
                  <a:pt x="44381" y="80199"/>
                  <a:pt x="44381" y="80299"/>
                  <a:pt x="44406" y="80423"/>
                </a:cubicBezTo>
                <a:lnTo>
                  <a:pt x="44381" y="80423"/>
                </a:lnTo>
                <a:cubicBezTo>
                  <a:pt x="44356" y="80124"/>
                  <a:pt x="44257" y="79826"/>
                  <a:pt x="44182" y="79527"/>
                </a:cubicBezTo>
                <a:close/>
                <a:moveTo>
                  <a:pt x="18594" y="79826"/>
                </a:moveTo>
                <a:cubicBezTo>
                  <a:pt x="19117" y="80050"/>
                  <a:pt x="19639" y="80274"/>
                  <a:pt x="20212" y="80448"/>
                </a:cubicBezTo>
                <a:lnTo>
                  <a:pt x="19739" y="80373"/>
                </a:lnTo>
                <a:lnTo>
                  <a:pt x="19092" y="80174"/>
                </a:lnTo>
                <a:cubicBezTo>
                  <a:pt x="18868" y="80124"/>
                  <a:pt x="18668" y="80050"/>
                  <a:pt x="18494" y="80000"/>
                </a:cubicBezTo>
                <a:cubicBezTo>
                  <a:pt x="18494" y="79925"/>
                  <a:pt x="18519" y="79900"/>
                  <a:pt x="18594" y="79826"/>
                </a:cubicBezTo>
                <a:close/>
                <a:moveTo>
                  <a:pt x="108127" y="69595"/>
                </a:moveTo>
                <a:lnTo>
                  <a:pt x="108127" y="69595"/>
                </a:lnTo>
                <a:cubicBezTo>
                  <a:pt x="107878" y="70093"/>
                  <a:pt x="107580" y="70591"/>
                  <a:pt x="107256" y="71089"/>
                </a:cubicBezTo>
                <a:cubicBezTo>
                  <a:pt x="106708" y="72035"/>
                  <a:pt x="106111" y="72931"/>
                  <a:pt x="105514" y="73877"/>
                </a:cubicBezTo>
                <a:cubicBezTo>
                  <a:pt x="105489" y="73926"/>
                  <a:pt x="105464" y="74001"/>
                  <a:pt x="105389" y="74051"/>
                </a:cubicBezTo>
                <a:cubicBezTo>
                  <a:pt x="104966" y="74698"/>
                  <a:pt x="104493" y="75395"/>
                  <a:pt x="104045" y="76042"/>
                </a:cubicBezTo>
                <a:cubicBezTo>
                  <a:pt x="103995" y="76117"/>
                  <a:pt x="103945" y="76192"/>
                  <a:pt x="103896" y="76266"/>
                </a:cubicBezTo>
                <a:cubicBezTo>
                  <a:pt x="103846" y="76366"/>
                  <a:pt x="103771" y="76416"/>
                  <a:pt x="103746" y="76515"/>
                </a:cubicBezTo>
                <a:lnTo>
                  <a:pt x="103000" y="77536"/>
                </a:lnTo>
                <a:cubicBezTo>
                  <a:pt x="102800" y="77785"/>
                  <a:pt x="102651" y="78034"/>
                  <a:pt x="102477" y="78258"/>
                </a:cubicBezTo>
                <a:cubicBezTo>
                  <a:pt x="102402" y="78307"/>
                  <a:pt x="102377" y="78382"/>
                  <a:pt x="102303" y="78482"/>
                </a:cubicBezTo>
                <a:cubicBezTo>
                  <a:pt x="102104" y="78755"/>
                  <a:pt x="101904" y="79004"/>
                  <a:pt x="101680" y="79278"/>
                </a:cubicBezTo>
                <a:cubicBezTo>
                  <a:pt x="101382" y="79676"/>
                  <a:pt x="101108" y="80099"/>
                  <a:pt x="100784" y="80473"/>
                </a:cubicBezTo>
                <a:lnTo>
                  <a:pt x="100784" y="80423"/>
                </a:lnTo>
                <a:lnTo>
                  <a:pt x="100784" y="80373"/>
                </a:lnTo>
                <a:cubicBezTo>
                  <a:pt x="100909" y="80224"/>
                  <a:pt x="101058" y="80025"/>
                  <a:pt x="101183" y="79851"/>
                </a:cubicBezTo>
                <a:cubicBezTo>
                  <a:pt x="102104" y="78681"/>
                  <a:pt x="103099" y="77386"/>
                  <a:pt x="103796" y="76316"/>
                </a:cubicBezTo>
                <a:cubicBezTo>
                  <a:pt x="104294" y="75619"/>
                  <a:pt x="104792" y="74823"/>
                  <a:pt x="105339" y="74026"/>
                </a:cubicBezTo>
                <a:cubicBezTo>
                  <a:pt x="105364" y="74001"/>
                  <a:pt x="105389" y="73951"/>
                  <a:pt x="105389" y="73902"/>
                </a:cubicBezTo>
                <a:cubicBezTo>
                  <a:pt x="106360" y="72408"/>
                  <a:pt x="107331" y="70890"/>
                  <a:pt x="108127" y="69595"/>
                </a:cubicBezTo>
                <a:close/>
                <a:moveTo>
                  <a:pt x="94686" y="71811"/>
                </a:moveTo>
                <a:cubicBezTo>
                  <a:pt x="96503" y="73702"/>
                  <a:pt x="97922" y="75420"/>
                  <a:pt x="98893" y="76889"/>
                </a:cubicBezTo>
                <a:cubicBezTo>
                  <a:pt x="98196" y="77859"/>
                  <a:pt x="97499" y="78805"/>
                  <a:pt x="96752" y="79776"/>
                </a:cubicBezTo>
                <a:cubicBezTo>
                  <a:pt x="96702" y="79801"/>
                  <a:pt x="96702" y="79826"/>
                  <a:pt x="96677" y="79875"/>
                </a:cubicBezTo>
                <a:cubicBezTo>
                  <a:pt x="96503" y="80099"/>
                  <a:pt x="96304" y="80348"/>
                  <a:pt x="96155" y="80547"/>
                </a:cubicBezTo>
                <a:cubicBezTo>
                  <a:pt x="94412" y="79826"/>
                  <a:pt x="92272" y="78730"/>
                  <a:pt x="89957" y="77337"/>
                </a:cubicBezTo>
                <a:cubicBezTo>
                  <a:pt x="90355" y="76913"/>
                  <a:pt x="90778" y="76440"/>
                  <a:pt x="91151" y="76017"/>
                </a:cubicBezTo>
                <a:cubicBezTo>
                  <a:pt x="91226" y="75918"/>
                  <a:pt x="91326" y="75793"/>
                  <a:pt x="91425" y="75694"/>
                </a:cubicBezTo>
                <a:cubicBezTo>
                  <a:pt x="92072" y="74922"/>
                  <a:pt x="92720" y="74175"/>
                  <a:pt x="93392" y="73404"/>
                </a:cubicBezTo>
                <a:cubicBezTo>
                  <a:pt x="93441" y="73329"/>
                  <a:pt x="93466" y="73279"/>
                  <a:pt x="93541" y="73205"/>
                </a:cubicBezTo>
                <a:cubicBezTo>
                  <a:pt x="93914" y="72732"/>
                  <a:pt x="94313" y="72284"/>
                  <a:pt x="94686" y="71811"/>
                </a:cubicBezTo>
                <a:close/>
                <a:moveTo>
                  <a:pt x="99042" y="77038"/>
                </a:moveTo>
                <a:lnTo>
                  <a:pt x="99067" y="77063"/>
                </a:lnTo>
                <a:cubicBezTo>
                  <a:pt x="98245" y="78258"/>
                  <a:pt x="97374" y="79427"/>
                  <a:pt x="96428" y="80597"/>
                </a:cubicBezTo>
                <a:lnTo>
                  <a:pt x="96379" y="80597"/>
                </a:lnTo>
                <a:cubicBezTo>
                  <a:pt x="97300" y="79403"/>
                  <a:pt x="98196" y="78233"/>
                  <a:pt x="99042" y="77038"/>
                </a:cubicBezTo>
                <a:close/>
                <a:moveTo>
                  <a:pt x="79950" y="70765"/>
                </a:moveTo>
                <a:cubicBezTo>
                  <a:pt x="80025" y="70840"/>
                  <a:pt x="80150" y="70915"/>
                  <a:pt x="80249" y="71014"/>
                </a:cubicBezTo>
                <a:cubicBezTo>
                  <a:pt x="77138" y="74325"/>
                  <a:pt x="73777" y="77561"/>
                  <a:pt x="70243" y="80622"/>
                </a:cubicBezTo>
                <a:lnTo>
                  <a:pt x="69944" y="80249"/>
                </a:lnTo>
                <a:cubicBezTo>
                  <a:pt x="73777" y="77511"/>
                  <a:pt x="77163" y="74225"/>
                  <a:pt x="79950" y="70765"/>
                </a:cubicBezTo>
                <a:close/>
                <a:moveTo>
                  <a:pt x="44406" y="80622"/>
                </a:moveTo>
                <a:cubicBezTo>
                  <a:pt x="44406" y="80640"/>
                  <a:pt x="44406" y="80659"/>
                  <a:pt x="44407" y="80677"/>
                </a:cubicBezTo>
                <a:lnTo>
                  <a:pt x="44407" y="80677"/>
                </a:lnTo>
                <a:cubicBezTo>
                  <a:pt x="44399" y="80659"/>
                  <a:pt x="44390" y="80640"/>
                  <a:pt x="44381" y="80622"/>
                </a:cubicBezTo>
                <a:close/>
                <a:moveTo>
                  <a:pt x="89832" y="77486"/>
                </a:moveTo>
                <a:cubicBezTo>
                  <a:pt x="92147" y="78880"/>
                  <a:pt x="94263" y="79975"/>
                  <a:pt x="96030" y="80647"/>
                </a:cubicBezTo>
                <a:cubicBezTo>
                  <a:pt x="96030" y="80672"/>
                  <a:pt x="96005" y="80672"/>
                  <a:pt x="96005" y="80722"/>
                </a:cubicBezTo>
                <a:cubicBezTo>
                  <a:pt x="94213" y="80025"/>
                  <a:pt x="92097" y="78905"/>
                  <a:pt x="89807" y="77536"/>
                </a:cubicBezTo>
                <a:cubicBezTo>
                  <a:pt x="89807" y="77511"/>
                  <a:pt x="89832" y="77511"/>
                  <a:pt x="89832" y="77486"/>
                </a:cubicBezTo>
                <a:close/>
                <a:moveTo>
                  <a:pt x="18743" y="79627"/>
                </a:moveTo>
                <a:cubicBezTo>
                  <a:pt x="19764" y="80050"/>
                  <a:pt x="20834" y="80423"/>
                  <a:pt x="21879" y="80747"/>
                </a:cubicBezTo>
                <a:cubicBezTo>
                  <a:pt x="21780" y="80747"/>
                  <a:pt x="21655" y="80747"/>
                  <a:pt x="21531" y="80722"/>
                </a:cubicBezTo>
                <a:cubicBezTo>
                  <a:pt x="20585" y="80398"/>
                  <a:pt x="19614" y="80050"/>
                  <a:pt x="18668" y="79676"/>
                </a:cubicBezTo>
                <a:lnTo>
                  <a:pt x="18743" y="79627"/>
                </a:lnTo>
                <a:close/>
                <a:moveTo>
                  <a:pt x="37337" y="73777"/>
                </a:moveTo>
                <a:lnTo>
                  <a:pt x="37337" y="73777"/>
                </a:lnTo>
                <a:cubicBezTo>
                  <a:pt x="35669" y="75146"/>
                  <a:pt x="34300" y="77137"/>
                  <a:pt x="33329" y="79726"/>
                </a:cubicBezTo>
                <a:cubicBezTo>
                  <a:pt x="32608" y="79900"/>
                  <a:pt x="31911" y="80099"/>
                  <a:pt x="31214" y="80249"/>
                </a:cubicBezTo>
                <a:cubicBezTo>
                  <a:pt x="30666" y="80373"/>
                  <a:pt x="30094" y="80448"/>
                  <a:pt x="29546" y="80547"/>
                </a:cubicBezTo>
                <a:cubicBezTo>
                  <a:pt x="29347" y="80597"/>
                  <a:pt x="29197" y="80622"/>
                  <a:pt x="28998" y="80647"/>
                </a:cubicBezTo>
                <a:cubicBezTo>
                  <a:pt x="28924" y="80647"/>
                  <a:pt x="28824" y="80672"/>
                  <a:pt x="28749" y="80672"/>
                </a:cubicBezTo>
                <a:cubicBezTo>
                  <a:pt x="28550" y="80722"/>
                  <a:pt x="28351" y="80722"/>
                  <a:pt x="28152" y="80747"/>
                </a:cubicBezTo>
                <a:cubicBezTo>
                  <a:pt x="28924" y="78656"/>
                  <a:pt x="29845" y="76565"/>
                  <a:pt x="30940" y="74499"/>
                </a:cubicBezTo>
                <a:cubicBezTo>
                  <a:pt x="31189" y="74499"/>
                  <a:pt x="31413" y="74524"/>
                  <a:pt x="31662" y="74524"/>
                </a:cubicBezTo>
                <a:cubicBezTo>
                  <a:pt x="33429" y="74524"/>
                  <a:pt x="35346" y="74275"/>
                  <a:pt x="37337" y="73777"/>
                </a:cubicBezTo>
                <a:close/>
                <a:moveTo>
                  <a:pt x="99191" y="77262"/>
                </a:moveTo>
                <a:cubicBezTo>
                  <a:pt x="99291" y="77411"/>
                  <a:pt x="99365" y="77536"/>
                  <a:pt x="99440" y="77660"/>
                </a:cubicBezTo>
                <a:cubicBezTo>
                  <a:pt x="98619" y="78730"/>
                  <a:pt x="97772" y="79751"/>
                  <a:pt x="96901" y="80747"/>
                </a:cubicBezTo>
                <a:cubicBezTo>
                  <a:pt x="96802" y="80722"/>
                  <a:pt x="96752" y="80672"/>
                  <a:pt x="96652" y="80647"/>
                </a:cubicBezTo>
                <a:cubicBezTo>
                  <a:pt x="97524" y="79527"/>
                  <a:pt x="98395" y="78407"/>
                  <a:pt x="99191" y="77262"/>
                </a:cubicBezTo>
                <a:close/>
                <a:moveTo>
                  <a:pt x="30716" y="74499"/>
                </a:moveTo>
                <a:cubicBezTo>
                  <a:pt x="29621" y="76615"/>
                  <a:pt x="28700" y="78681"/>
                  <a:pt x="27878" y="80772"/>
                </a:cubicBezTo>
                <a:lnTo>
                  <a:pt x="27828" y="80772"/>
                </a:lnTo>
                <a:cubicBezTo>
                  <a:pt x="28625" y="78681"/>
                  <a:pt x="29596" y="76615"/>
                  <a:pt x="30666" y="74499"/>
                </a:cubicBezTo>
                <a:close/>
                <a:moveTo>
                  <a:pt x="69770" y="80323"/>
                </a:moveTo>
                <a:cubicBezTo>
                  <a:pt x="69870" y="80448"/>
                  <a:pt x="69944" y="80572"/>
                  <a:pt x="70044" y="80747"/>
                </a:cubicBezTo>
                <a:cubicBezTo>
                  <a:pt x="70044" y="80747"/>
                  <a:pt x="70044" y="80772"/>
                  <a:pt x="70019" y="80772"/>
                </a:cubicBezTo>
                <a:cubicBezTo>
                  <a:pt x="69919" y="80647"/>
                  <a:pt x="69820" y="80498"/>
                  <a:pt x="69745" y="80373"/>
                </a:cubicBezTo>
                <a:lnTo>
                  <a:pt x="69770" y="80323"/>
                </a:lnTo>
                <a:close/>
                <a:moveTo>
                  <a:pt x="80398" y="71139"/>
                </a:moveTo>
                <a:cubicBezTo>
                  <a:pt x="80448" y="71139"/>
                  <a:pt x="80448" y="71164"/>
                  <a:pt x="80473" y="71164"/>
                </a:cubicBezTo>
                <a:cubicBezTo>
                  <a:pt x="77337" y="74524"/>
                  <a:pt x="73977" y="77760"/>
                  <a:pt x="70392" y="80796"/>
                </a:cubicBezTo>
                <a:cubicBezTo>
                  <a:pt x="70392" y="80772"/>
                  <a:pt x="70367" y="80772"/>
                  <a:pt x="70367" y="80747"/>
                </a:cubicBezTo>
                <a:cubicBezTo>
                  <a:pt x="73902" y="77735"/>
                  <a:pt x="77262" y="74499"/>
                  <a:pt x="80398" y="71139"/>
                </a:cubicBezTo>
                <a:close/>
                <a:moveTo>
                  <a:pt x="99540" y="77859"/>
                </a:moveTo>
                <a:cubicBezTo>
                  <a:pt x="99540" y="77884"/>
                  <a:pt x="99565" y="77884"/>
                  <a:pt x="99565" y="77909"/>
                </a:cubicBezTo>
                <a:cubicBezTo>
                  <a:pt x="98768" y="78880"/>
                  <a:pt x="97947" y="79875"/>
                  <a:pt x="97150" y="80846"/>
                </a:cubicBezTo>
                <a:cubicBezTo>
                  <a:pt x="97100" y="80846"/>
                  <a:pt x="97100" y="80846"/>
                  <a:pt x="97076" y="80796"/>
                </a:cubicBezTo>
                <a:cubicBezTo>
                  <a:pt x="97922" y="79801"/>
                  <a:pt x="98743" y="78855"/>
                  <a:pt x="99540" y="77859"/>
                </a:cubicBezTo>
                <a:close/>
                <a:moveTo>
                  <a:pt x="26634" y="73752"/>
                </a:moveTo>
                <a:cubicBezTo>
                  <a:pt x="27804" y="74151"/>
                  <a:pt x="29073" y="74399"/>
                  <a:pt x="30467" y="74499"/>
                </a:cubicBezTo>
                <a:cubicBezTo>
                  <a:pt x="29372" y="76615"/>
                  <a:pt x="28451" y="78730"/>
                  <a:pt x="27629" y="80796"/>
                </a:cubicBezTo>
                <a:cubicBezTo>
                  <a:pt x="27455" y="80846"/>
                  <a:pt x="27231" y="80871"/>
                  <a:pt x="27057" y="80871"/>
                </a:cubicBezTo>
                <a:cubicBezTo>
                  <a:pt x="26883" y="80871"/>
                  <a:pt x="26758" y="80896"/>
                  <a:pt x="26609" y="80896"/>
                </a:cubicBezTo>
                <a:cubicBezTo>
                  <a:pt x="25986" y="80921"/>
                  <a:pt x="25364" y="80971"/>
                  <a:pt x="24742" y="80971"/>
                </a:cubicBezTo>
                <a:lnTo>
                  <a:pt x="24642" y="80971"/>
                </a:lnTo>
                <a:cubicBezTo>
                  <a:pt x="24145" y="80971"/>
                  <a:pt x="23622" y="80921"/>
                  <a:pt x="23124" y="80896"/>
                </a:cubicBezTo>
                <a:lnTo>
                  <a:pt x="23074" y="80896"/>
                </a:lnTo>
                <a:cubicBezTo>
                  <a:pt x="21655" y="80523"/>
                  <a:pt x="20262" y="80050"/>
                  <a:pt x="18893" y="79502"/>
                </a:cubicBezTo>
                <a:cubicBezTo>
                  <a:pt x="21133" y="76913"/>
                  <a:pt x="23821" y="74947"/>
                  <a:pt x="26634" y="73752"/>
                </a:cubicBezTo>
                <a:close/>
                <a:moveTo>
                  <a:pt x="70193" y="80871"/>
                </a:moveTo>
                <a:cubicBezTo>
                  <a:pt x="70193" y="80896"/>
                  <a:pt x="70193" y="80921"/>
                  <a:pt x="70218" y="80921"/>
                </a:cubicBezTo>
                <a:lnTo>
                  <a:pt x="70193" y="80971"/>
                </a:lnTo>
                <a:cubicBezTo>
                  <a:pt x="70193" y="80921"/>
                  <a:pt x="70168" y="80921"/>
                  <a:pt x="70168" y="80896"/>
                </a:cubicBezTo>
                <a:lnTo>
                  <a:pt x="70193" y="80871"/>
                </a:lnTo>
                <a:close/>
                <a:moveTo>
                  <a:pt x="18454" y="80232"/>
                </a:moveTo>
                <a:cubicBezTo>
                  <a:pt x="18763" y="80306"/>
                  <a:pt x="19028" y="80402"/>
                  <a:pt x="19341" y="80498"/>
                </a:cubicBezTo>
                <a:cubicBezTo>
                  <a:pt x="19415" y="80523"/>
                  <a:pt x="19540" y="80523"/>
                  <a:pt x="19639" y="80547"/>
                </a:cubicBezTo>
                <a:lnTo>
                  <a:pt x="19664" y="80547"/>
                </a:lnTo>
                <a:cubicBezTo>
                  <a:pt x="19988" y="80622"/>
                  <a:pt x="20262" y="80722"/>
                  <a:pt x="20610" y="80772"/>
                </a:cubicBezTo>
                <a:cubicBezTo>
                  <a:pt x="20759" y="80796"/>
                  <a:pt x="20909" y="80821"/>
                  <a:pt x="21108" y="80821"/>
                </a:cubicBezTo>
                <a:cubicBezTo>
                  <a:pt x="21158" y="80821"/>
                  <a:pt x="21207" y="80871"/>
                  <a:pt x="21257" y="80871"/>
                </a:cubicBezTo>
                <a:cubicBezTo>
                  <a:pt x="21307" y="80871"/>
                  <a:pt x="21382" y="80871"/>
                  <a:pt x="21456" y="80896"/>
                </a:cubicBezTo>
                <a:cubicBezTo>
                  <a:pt x="21481" y="80896"/>
                  <a:pt x="21506" y="80896"/>
                  <a:pt x="21531" y="80921"/>
                </a:cubicBezTo>
                <a:cubicBezTo>
                  <a:pt x="21581" y="80921"/>
                  <a:pt x="21631" y="80971"/>
                  <a:pt x="21655" y="80971"/>
                </a:cubicBezTo>
                <a:lnTo>
                  <a:pt x="21705" y="80971"/>
                </a:lnTo>
                <a:cubicBezTo>
                  <a:pt x="21722" y="80971"/>
                  <a:pt x="21749" y="80982"/>
                  <a:pt x="21780" y="80989"/>
                </a:cubicBezTo>
                <a:lnTo>
                  <a:pt x="21780" y="80989"/>
                </a:lnTo>
                <a:cubicBezTo>
                  <a:pt x="21631" y="80970"/>
                  <a:pt x="21516" y="80966"/>
                  <a:pt x="21382" y="80921"/>
                </a:cubicBezTo>
                <a:cubicBezTo>
                  <a:pt x="21257" y="80896"/>
                  <a:pt x="21158" y="80896"/>
                  <a:pt x="21083" y="80871"/>
                </a:cubicBezTo>
                <a:cubicBezTo>
                  <a:pt x="20171" y="80754"/>
                  <a:pt x="19281" y="80527"/>
                  <a:pt x="18454" y="80232"/>
                </a:cubicBezTo>
                <a:close/>
                <a:moveTo>
                  <a:pt x="27828" y="80971"/>
                </a:moveTo>
                <a:lnTo>
                  <a:pt x="27828" y="80996"/>
                </a:lnTo>
                <a:lnTo>
                  <a:pt x="27754" y="80996"/>
                </a:lnTo>
                <a:lnTo>
                  <a:pt x="27754" y="80971"/>
                </a:lnTo>
                <a:close/>
                <a:moveTo>
                  <a:pt x="33230" y="79975"/>
                </a:moveTo>
                <a:lnTo>
                  <a:pt x="33230" y="80000"/>
                </a:lnTo>
                <a:lnTo>
                  <a:pt x="33230" y="80025"/>
                </a:lnTo>
                <a:cubicBezTo>
                  <a:pt x="31811" y="80398"/>
                  <a:pt x="30392" y="80722"/>
                  <a:pt x="29073" y="80896"/>
                </a:cubicBezTo>
                <a:cubicBezTo>
                  <a:pt x="28973" y="80896"/>
                  <a:pt x="28899" y="80921"/>
                  <a:pt x="28824" y="80921"/>
                </a:cubicBezTo>
                <a:cubicBezTo>
                  <a:pt x="28550" y="80921"/>
                  <a:pt x="28252" y="80971"/>
                  <a:pt x="28003" y="80996"/>
                </a:cubicBezTo>
                <a:cubicBezTo>
                  <a:pt x="28301" y="80921"/>
                  <a:pt x="28525" y="80896"/>
                  <a:pt x="28774" y="80871"/>
                </a:cubicBezTo>
                <a:cubicBezTo>
                  <a:pt x="28849" y="80871"/>
                  <a:pt x="28924" y="80846"/>
                  <a:pt x="28998" y="80846"/>
                </a:cubicBezTo>
                <a:cubicBezTo>
                  <a:pt x="30367" y="80647"/>
                  <a:pt x="31811" y="80348"/>
                  <a:pt x="33230" y="79975"/>
                </a:cubicBezTo>
                <a:close/>
                <a:moveTo>
                  <a:pt x="96503" y="80846"/>
                </a:moveTo>
                <a:cubicBezTo>
                  <a:pt x="96578" y="80871"/>
                  <a:pt x="96652" y="80896"/>
                  <a:pt x="96752" y="80921"/>
                </a:cubicBezTo>
                <a:cubicBezTo>
                  <a:pt x="96752" y="80971"/>
                  <a:pt x="96702" y="80971"/>
                  <a:pt x="96702" y="80996"/>
                </a:cubicBezTo>
                <a:cubicBezTo>
                  <a:pt x="96627" y="80971"/>
                  <a:pt x="96553" y="80921"/>
                  <a:pt x="96453" y="80896"/>
                </a:cubicBezTo>
                <a:cubicBezTo>
                  <a:pt x="96503" y="80871"/>
                  <a:pt x="96503" y="80846"/>
                  <a:pt x="96503" y="80846"/>
                </a:cubicBezTo>
                <a:close/>
                <a:moveTo>
                  <a:pt x="96951" y="80971"/>
                </a:moveTo>
                <a:cubicBezTo>
                  <a:pt x="96951" y="80971"/>
                  <a:pt x="97001" y="80996"/>
                  <a:pt x="97026" y="80996"/>
                </a:cubicBezTo>
                <a:cubicBezTo>
                  <a:pt x="97026" y="81020"/>
                  <a:pt x="97001" y="81020"/>
                  <a:pt x="97001" y="81045"/>
                </a:cubicBezTo>
                <a:cubicBezTo>
                  <a:pt x="96951" y="81045"/>
                  <a:pt x="96951" y="81045"/>
                  <a:pt x="96926" y="81020"/>
                </a:cubicBezTo>
                <a:cubicBezTo>
                  <a:pt x="96926" y="80996"/>
                  <a:pt x="96951" y="80996"/>
                  <a:pt x="96951" y="80971"/>
                </a:cubicBezTo>
                <a:close/>
                <a:moveTo>
                  <a:pt x="44406" y="78656"/>
                </a:moveTo>
                <a:lnTo>
                  <a:pt x="44879" y="79602"/>
                </a:lnTo>
                <a:cubicBezTo>
                  <a:pt x="44978" y="79776"/>
                  <a:pt x="45053" y="79975"/>
                  <a:pt x="45128" y="80149"/>
                </a:cubicBezTo>
                <a:cubicBezTo>
                  <a:pt x="45252" y="80473"/>
                  <a:pt x="45377" y="80747"/>
                  <a:pt x="45476" y="81045"/>
                </a:cubicBezTo>
                <a:cubicBezTo>
                  <a:pt x="45479" y="81053"/>
                  <a:pt x="45481" y="81061"/>
                  <a:pt x="45483" y="81069"/>
                </a:cubicBezTo>
                <a:lnTo>
                  <a:pt x="45483" y="81069"/>
                </a:lnTo>
                <a:cubicBezTo>
                  <a:pt x="45385" y="80794"/>
                  <a:pt x="45279" y="80517"/>
                  <a:pt x="45153" y="80249"/>
                </a:cubicBezTo>
                <a:cubicBezTo>
                  <a:pt x="45128" y="80174"/>
                  <a:pt x="45103" y="80124"/>
                  <a:pt x="45053" y="80025"/>
                </a:cubicBezTo>
                <a:cubicBezTo>
                  <a:pt x="44879" y="79627"/>
                  <a:pt x="44680" y="79228"/>
                  <a:pt x="44481" y="78855"/>
                </a:cubicBezTo>
                <a:cubicBezTo>
                  <a:pt x="44431" y="78805"/>
                  <a:pt x="44431" y="78755"/>
                  <a:pt x="44406" y="78730"/>
                </a:cubicBezTo>
                <a:lnTo>
                  <a:pt x="44406" y="78681"/>
                </a:lnTo>
                <a:lnTo>
                  <a:pt x="44406" y="78656"/>
                </a:lnTo>
                <a:close/>
                <a:moveTo>
                  <a:pt x="22651" y="81045"/>
                </a:moveTo>
                <a:cubicBezTo>
                  <a:pt x="22751" y="81045"/>
                  <a:pt x="22850" y="81095"/>
                  <a:pt x="22950" y="81095"/>
                </a:cubicBezTo>
                <a:lnTo>
                  <a:pt x="23024" y="81095"/>
                </a:lnTo>
                <a:cubicBezTo>
                  <a:pt x="23074" y="81095"/>
                  <a:pt x="23124" y="81120"/>
                  <a:pt x="23149" y="81120"/>
                </a:cubicBezTo>
                <a:lnTo>
                  <a:pt x="23199" y="81120"/>
                </a:lnTo>
                <a:cubicBezTo>
                  <a:pt x="23248" y="81145"/>
                  <a:pt x="23273" y="81145"/>
                  <a:pt x="23323" y="81145"/>
                </a:cubicBezTo>
                <a:lnTo>
                  <a:pt x="22975" y="81145"/>
                </a:lnTo>
                <a:cubicBezTo>
                  <a:pt x="22900" y="81145"/>
                  <a:pt x="22875" y="81120"/>
                  <a:pt x="22825" y="81120"/>
                </a:cubicBezTo>
                <a:cubicBezTo>
                  <a:pt x="22751" y="81070"/>
                  <a:pt x="22701" y="81070"/>
                  <a:pt x="22626" y="81045"/>
                </a:cubicBezTo>
                <a:close/>
                <a:moveTo>
                  <a:pt x="100535" y="80672"/>
                </a:moveTo>
                <a:cubicBezTo>
                  <a:pt x="100535" y="80747"/>
                  <a:pt x="100510" y="80772"/>
                  <a:pt x="100486" y="80796"/>
                </a:cubicBezTo>
                <a:cubicBezTo>
                  <a:pt x="100386" y="80921"/>
                  <a:pt x="100286" y="81020"/>
                  <a:pt x="100237" y="81145"/>
                </a:cubicBezTo>
                <a:cubicBezTo>
                  <a:pt x="100187" y="81145"/>
                  <a:pt x="100187" y="81170"/>
                  <a:pt x="100162" y="81170"/>
                </a:cubicBezTo>
                <a:cubicBezTo>
                  <a:pt x="100286" y="81020"/>
                  <a:pt x="100411" y="80871"/>
                  <a:pt x="100535" y="80672"/>
                </a:cubicBezTo>
                <a:close/>
                <a:moveTo>
                  <a:pt x="99664" y="78108"/>
                </a:moveTo>
                <a:cubicBezTo>
                  <a:pt x="100311" y="79303"/>
                  <a:pt x="100535" y="80224"/>
                  <a:pt x="100262" y="80722"/>
                </a:cubicBezTo>
                <a:cubicBezTo>
                  <a:pt x="100187" y="80772"/>
                  <a:pt x="100162" y="80821"/>
                  <a:pt x="100112" y="80896"/>
                </a:cubicBezTo>
                <a:cubicBezTo>
                  <a:pt x="99901" y="81083"/>
                  <a:pt x="99546" y="81176"/>
                  <a:pt x="99073" y="81176"/>
                </a:cubicBezTo>
                <a:cubicBezTo>
                  <a:pt x="98600" y="81176"/>
                  <a:pt x="98009" y="81083"/>
                  <a:pt x="97324" y="80896"/>
                </a:cubicBezTo>
                <a:lnTo>
                  <a:pt x="99664" y="78108"/>
                </a:lnTo>
                <a:close/>
                <a:moveTo>
                  <a:pt x="27530" y="80996"/>
                </a:moveTo>
                <a:lnTo>
                  <a:pt x="27530" y="81020"/>
                </a:lnTo>
                <a:lnTo>
                  <a:pt x="27530" y="81045"/>
                </a:lnTo>
                <a:cubicBezTo>
                  <a:pt x="27380" y="81045"/>
                  <a:pt x="27256" y="81095"/>
                  <a:pt x="27107" y="81120"/>
                </a:cubicBezTo>
                <a:cubicBezTo>
                  <a:pt x="26957" y="81120"/>
                  <a:pt x="26783" y="81145"/>
                  <a:pt x="26659" y="81145"/>
                </a:cubicBezTo>
                <a:cubicBezTo>
                  <a:pt x="26011" y="81170"/>
                  <a:pt x="25389" y="81220"/>
                  <a:pt x="24767" y="81220"/>
                </a:cubicBezTo>
                <a:lnTo>
                  <a:pt x="24667" y="81220"/>
                </a:lnTo>
                <a:cubicBezTo>
                  <a:pt x="24518" y="81220"/>
                  <a:pt x="24344" y="81220"/>
                  <a:pt x="24169" y="81170"/>
                </a:cubicBezTo>
                <a:cubicBezTo>
                  <a:pt x="24145" y="81170"/>
                  <a:pt x="24095" y="81145"/>
                  <a:pt x="24045" y="81145"/>
                </a:cubicBezTo>
                <a:lnTo>
                  <a:pt x="24020" y="81145"/>
                </a:lnTo>
                <a:cubicBezTo>
                  <a:pt x="23995" y="81145"/>
                  <a:pt x="23970" y="81120"/>
                  <a:pt x="23921" y="81120"/>
                </a:cubicBezTo>
                <a:cubicBezTo>
                  <a:pt x="24169" y="81120"/>
                  <a:pt x="24418" y="81145"/>
                  <a:pt x="24717" y="81145"/>
                </a:cubicBezTo>
                <a:lnTo>
                  <a:pt x="24891" y="81145"/>
                </a:lnTo>
                <a:cubicBezTo>
                  <a:pt x="25489" y="81145"/>
                  <a:pt x="26086" y="81120"/>
                  <a:pt x="26659" y="81095"/>
                </a:cubicBezTo>
                <a:lnTo>
                  <a:pt x="26708" y="81095"/>
                </a:lnTo>
                <a:cubicBezTo>
                  <a:pt x="26783" y="81095"/>
                  <a:pt x="26858" y="81095"/>
                  <a:pt x="26957" y="81045"/>
                </a:cubicBezTo>
                <a:lnTo>
                  <a:pt x="27107" y="81045"/>
                </a:lnTo>
                <a:cubicBezTo>
                  <a:pt x="27231" y="81020"/>
                  <a:pt x="27380" y="81020"/>
                  <a:pt x="27530" y="80996"/>
                </a:cubicBezTo>
                <a:close/>
                <a:moveTo>
                  <a:pt x="42738" y="76565"/>
                </a:moveTo>
                <a:cubicBezTo>
                  <a:pt x="42912" y="76864"/>
                  <a:pt x="43062" y="77113"/>
                  <a:pt x="43236" y="77361"/>
                </a:cubicBezTo>
                <a:cubicBezTo>
                  <a:pt x="43311" y="77536"/>
                  <a:pt x="43410" y="77685"/>
                  <a:pt x="43485" y="77884"/>
                </a:cubicBezTo>
                <a:cubicBezTo>
                  <a:pt x="42191" y="79378"/>
                  <a:pt x="40299" y="80523"/>
                  <a:pt x="37909" y="81244"/>
                </a:cubicBezTo>
                <a:cubicBezTo>
                  <a:pt x="37909" y="81220"/>
                  <a:pt x="37934" y="81170"/>
                  <a:pt x="37934" y="81145"/>
                </a:cubicBezTo>
                <a:cubicBezTo>
                  <a:pt x="37959" y="81095"/>
                  <a:pt x="37959" y="81020"/>
                  <a:pt x="38009" y="80971"/>
                </a:cubicBezTo>
                <a:cubicBezTo>
                  <a:pt x="38158" y="80523"/>
                  <a:pt x="38332" y="80099"/>
                  <a:pt x="38532" y="79676"/>
                </a:cubicBezTo>
                <a:cubicBezTo>
                  <a:pt x="38557" y="79577"/>
                  <a:pt x="38581" y="79502"/>
                  <a:pt x="38656" y="79403"/>
                </a:cubicBezTo>
                <a:cubicBezTo>
                  <a:pt x="38656" y="79378"/>
                  <a:pt x="38681" y="79378"/>
                  <a:pt x="38681" y="79353"/>
                </a:cubicBezTo>
                <a:lnTo>
                  <a:pt x="38681" y="79303"/>
                </a:lnTo>
                <a:cubicBezTo>
                  <a:pt x="38805" y="78930"/>
                  <a:pt x="38955" y="78556"/>
                  <a:pt x="39154" y="78183"/>
                </a:cubicBezTo>
                <a:cubicBezTo>
                  <a:pt x="39403" y="78108"/>
                  <a:pt x="39652" y="77984"/>
                  <a:pt x="39901" y="77884"/>
                </a:cubicBezTo>
                <a:cubicBezTo>
                  <a:pt x="40199" y="77760"/>
                  <a:pt x="40523" y="77610"/>
                  <a:pt x="40822" y="77486"/>
                </a:cubicBezTo>
                <a:cubicBezTo>
                  <a:pt x="41120" y="77361"/>
                  <a:pt x="41419" y="77237"/>
                  <a:pt x="41693" y="77063"/>
                </a:cubicBezTo>
                <a:cubicBezTo>
                  <a:pt x="41991" y="76938"/>
                  <a:pt x="42290" y="76789"/>
                  <a:pt x="42564" y="76640"/>
                </a:cubicBezTo>
                <a:cubicBezTo>
                  <a:pt x="42639" y="76615"/>
                  <a:pt x="42664" y="76565"/>
                  <a:pt x="42738" y="76565"/>
                </a:cubicBezTo>
                <a:close/>
                <a:moveTo>
                  <a:pt x="38905" y="78282"/>
                </a:moveTo>
                <a:cubicBezTo>
                  <a:pt x="38457" y="79303"/>
                  <a:pt x="38059" y="80299"/>
                  <a:pt x="37685" y="81269"/>
                </a:cubicBezTo>
                <a:lnTo>
                  <a:pt x="37660" y="81269"/>
                </a:lnTo>
                <a:cubicBezTo>
                  <a:pt x="37959" y="80299"/>
                  <a:pt x="38382" y="79303"/>
                  <a:pt x="38830" y="78307"/>
                </a:cubicBezTo>
                <a:cubicBezTo>
                  <a:pt x="38880" y="78307"/>
                  <a:pt x="38880" y="78307"/>
                  <a:pt x="38905" y="78282"/>
                </a:cubicBezTo>
                <a:close/>
                <a:moveTo>
                  <a:pt x="97200" y="81045"/>
                </a:moveTo>
                <a:cubicBezTo>
                  <a:pt x="97929" y="81267"/>
                  <a:pt x="98556" y="81378"/>
                  <a:pt x="99058" y="81378"/>
                </a:cubicBezTo>
                <a:cubicBezTo>
                  <a:pt x="99344" y="81378"/>
                  <a:pt x="99590" y="81342"/>
                  <a:pt x="99789" y="81269"/>
                </a:cubicBezTo>
                <a:lnTo>
                  <a:pt x="99789" y="81269"/>
                </a:lnTo>
                <a:cubicBezTo>
                  <a:pt x="99764" y="81294"/>
                  <a:pt x="99739" y="81344"/>
                  <a:pt x="99739" y="81369"/>
                </a:cubicBezTo>
                <a:cubicBezTo>
                  <a:pt x="99554" y="81415"/>
                  <a:pt x="99343" y="81438"/>
                  <a:pt x="99106" y="81438"/>
                </a:cubicBezTo>
                <a:cubicBezTo>
                  <a:pt x="98578" y="81438"/>
                  <a:pt x="97924" y="81326"/>
                  <a:pt x="97150" y="81120"/>
                </a:cubicBezTo>
                <a:lnTo>
                  <a:pt x="97200" y="81045"/>
                </a:lnTo>
                <a:close/>
                <a:moveTo>
                  <a:pt x="43560" y="78034"/>
                </a:moveTo>
                <a:cubicBezTo>
                  <a:pt x="43560" y="78058"/>
                  <a:pt x="43609" y="78058"/>
                  <a:pt x="43609" y="78108"/>
                </a:cubicBezTo>
                <a:cubicBezTo>
                  <a:pt x="42265" y="79627"/>
                  <a:pt x="40299" y="80772"/>
                  <a:pt x="37810" y="81518"/>
                </a:cubicBezTo>
                <a:cubicBezTo>
                  <a:pt x="37785" y="81493"/>
                  <a:pt x="37785" y="81468"/>
                  <a:pt x="37810" y="81419"/>
                </a:cubicBezTo>
                <a:cubicBezTo>
                  <a:pt x="40274" y="80722"/>
                  <a:pt x="42215" y="79527"/>
                  <a:pt x="43560" y="78034"/>
                </a:cubicBezTo>
                <a:close/>
                <a:moveTo>
                  <a:pt x="99988" y="81518"/>
                </a:moveTo>
                <a:cubicBezTo>
                  <a:pt x="99938" y="81554"/>
                  <a:pt x="99893" y="81589"/>
                  <a:pt x="99851" y="81624"/>
                </a:cubicBezTo>
                <a:lnTo>
                  <a:pt x="99851" y="81624"/>
                </a:lnTo>
                <a:cubicBezTo>
                  <a:pt x="99880" y="81589"/>
                  <a:pt x="99909" y="81554"/>
                  <a:pt x="99938" y="81518"/>
                </a:cubicBezTo>
                <a:close/>
                <a:moveTo>
                  <a:pt x="27455" y="81269"/>
                </a:moveTo>
                <a:cubicBezTo>
                  <a:pt x="27380" y="81419"/>
                  <a:pt x="27331" y="81618"/>
                  <a:pt x="27256" y="81767"/>
                </a:cubicBezTo>
                <a:cubicBezTo>
                  <a:pt x="26559" y="81668"/>
                  <a:pt x="25837" y="81518"/>
                  <a:pt x="25115" y="81394"/>
                </a:cubicBezTo>
                <a:cubicBezTo>
                  <a:pt x="25638" y="81394"/>
                  <a:pt x="26136" y="81369"/>
                  <a:pt x="26683" y="81344"/>
                </a:cubicBezTo>
                <a:cubicBezTo>
                  <a:pt x="26808" y="81344"/>
                  <a:pt x="26957" y="81294"/>
                  <a:pt x="27082" y="81294"/>
                </a:cubicBezTo>
                <a:cubicBezTo>
                  <a:pt x="27206" y="81294"/>
                  <a:pt x="27331" y="81269"/>
                  <a:pt x="27455" y="81269"/>
                </a:cubicBezTo>
                <a:close/>
                <a:moveTo>
                  <a:pt x="27704" y="81244"/>
                </a:moveTo>
                <a:cubicBezTo>
                  <a:pt x="27629" y="81419"/>
                  <a:pt x="27580" y="81618"/>
                  <a:pt x="27480" y="81792"/>
                </a:cubicBezTo>
                <a:lnTo>
                  <a:pt x="27455" y="81792"/>
                </a:lnTo>
                <a:lnTo>
                  <a:pt x="27629" y="81244"/>
                </a:lnTo>
                <a:close/>
                <a:moveTo>
                  <a:pt x="23871" y="81344"/>
                </a:moveTo>
                <a:cubicBezTo>
                  <a:pt x="23970" y="81369"/>
                  <a:pt x="24095" y="81369"/>
                  <a:pt x="24194" y="81369"/>
                </a:cubicBezTo>
                <a:cubicBezTo>
                  <a:pt x="25190" y="81618"/>
                  <a:pt x="26211" y="81767"/>
                  <a:pt x="27206" y="81916"/>
                </a:cubicBezTo>
                <a:cubicBezTo>
                  <a:pt x="27206" y="81966"/>
                  <a:pt x="27181" y="81966"/>
                  <a:pt x="27181" y="81991"/>
                </a:cubicBezTo>
                <a:cubicBezTo>
                  <a:pt x="26086" y="81842"/>
                  <a:pt x="24966" y="81618"/>
                  <a:pt x="23871" y="81344"/>
                </a:cubicBezTo>
                <a:close/>
                <a:moveTo>
                  <a:pt x="27455" y="81966"/>
                </a:moveTo>
                <a:cubicBezTo>
                  <a:pt x="27455" y="81991"/>
                  <a:pt x="27455" y="81991"/>
                  <a:pt x="27405" y="82016"/>
                </a:cubicBezTo>
                <a:lnTo>
                  <a:pt x="27355" y="82016"/>
                </a:lnTo>
                <a:cubicBezTo>
                  <a:pt x="27355" y="82016"/>
                  <a:pt x="27380" y="81991"/>
                  <a:pt x="27380" y="81966"/>
                </a:cubicBezTo>
                <a:close/>
                <a:moveTo>
                  <a:pt x="33423" y="80140"/>
                </a:moveTo>
                <a:lnTo>
                  <a:pt x="33423" y="80140"/>
                </a:lnTo>
                <a:cubicBezTo>
                  <a:pt x="33202" y="80757"/>
                  <a:pt x="33029" y="81374"/>
                  <a:pt x="32856" y="82016"/>
                </a:cubicBezTo>
                <a:lnTo>
                  <a:pt x="32807" y="82016"/>
                </a:lnTo>
                <a:cubicBezTo>
                  <a:pt x="32981" y="81394"/>
                  <a:pt x="33155" y="80772"/>
                  <a:pt x="33354" y="80149"/>
                </a:cubicBezTo>
                <a:cubicBezTo>
                  <a:pt x="33391" y="80149"/>
                  <a:pt x="33414" y="80149"/>
                  <a:pt x="33423" y="80140"/>
                </a:cubicBezTo>
                <a:close/>
                <a:moveTo>
                  <a:pt x="38532" y="78382"/>
                </a:moveTo>
                <a:lnTo>
                  <a:pt x="38532" y="78382"/>
                </a:lnTo>
                <a:cubicBezTo>
                  <a:pt x="38084" y="79378"/>
                  <a:pt x="37685" y="80348"/>
                  <a:pt x="37337" y="81344"/>
                </a:cubicBezTo>
                <a:cubicBezTo>
                  <a:pt x="36018" y="81742"/>
                  <a:pt x="34574" y="81916"/>
                  <a:pt x="33080" y="82016"/>
                </a:cubicBezTo>
                <a:cubicBezTo>
                  <a:pt x="33230" y="81369"/>
                  <a:pt x="33429" y="80672"/>
                  <a:pt x="33678" y="80050"/>
                </a:cubicBezTo>
                <a:lnTo>
                  <a:pt x="34051" y="79950"/>
                </a:lnTo>
                <a:cubicBezTo>
                  <a:pt x="34225" y="79900"/>
                  <a:pt x="34425" y="79875"/>
                  <a:pt x="34574" y="79801"/>
                </a:cubicBezTo>
                <a:lnTo>
                  <a:pt x="35694" y="79427"/>
                </a:lnTo>
                <a:cubicBezTo>
                  <a:pt x="35918" y="79378"/>
                  <a:pt x="36142" y="79303"/>
                  <a:pt x="36316" y="79203"/>
                </a:cubicBezTo>
                <a:cubicBezTo>
                  <a:pt x="36665" y="79104"/>
                  <a:pt x="36988" y="78954"/>
                  <a:pt x="37387" y="78855"/>
                </a:cubicBezTo>
                <a:cubicBezTo>
                  <a:pt x="37636" y="78755"/>
                  <a:pt x="37835" y="78656"/>
                  <a:pt x="38084" y="78556"/>
                </a:cubicBezTo>
                <a:cubicBezTo>
                  <a:pt x="38258" y="78506"/>
                  <a:pt x="38382" y="78432"/>
                  <a:pt x="38532" y="78382"/>
                </a:cubicBezTo>
                <a:close/>
                <a:moveTo>
                  <a:pt x="33105" y="80199"/>
                </a:moveTo>
                <a:lnTo>
                  <a:pt x="33105" y="80199"/>
                </a:lnTo>
                <a:cubicBezTo>
                  <a:pt x="32931" y="80796"/>
                  <a:pt x="32732" y="81419"/>
                  <a:pt x="32583" y="82041"/>
                </a:cubicBezTo>
                <a:cubicBezTo>
                  <a:pt x="32188" y="82060"/>
                  <a:pt x="31786" y="82069"/>
                  <a:pt x="31378" y="82069"/>
                </a:cubicBezTo>
                <a:cubicBezTo>
                  <a:pt x="30187" y="82069"/>
                  <a:pt x="28946" y="81990"/>
                  <a:pt x="27704" y="81842"/>
                </a:cubicBezTo>
                <a:cubicBezTo>
                  <a:pt x="27754" y="81618"/>
                  <a:pt x="27853" y="81419"/>
                  <a:pt x="27903" y="81220"/>
                </a:cubicBezTo>
                <a:cubicBezTo>
                  <a:pt x="28227" y="81170"/>
                  <a:pt x="28525" y="81120"/>
                  <a:pt x="28824" y="81095"/>
                </a:cubicBezTo>
                <a:cubicBezTo>
                  <a:pt x="28874" y="81095"/>
                  <a:pt x="28973" y="81045"/>
                  <a:pt x="29023" y="81045"/>
                </a:cubicBezTo>
                <a:cubicBezTo>
                  <a:pt x="29123" y="81045"/>
                  <a:pt x="29197" y="81020"/>
                  <a:pt x="29272" y="81020"/>
                </a:cubicBezTo>
                <a:cubicBezTo>
                  <a:pt x="29347" y="81020"/>
                  <a:pt x="29446" y="80996"/>
                  <a:pt x="29496" y="80996"/>
                </a:cubicBezTo>
                <a:cubicBezTo>
                  <a:pt x="29944" y="80921"/>
                  <a:pt x="30367" y="80821"/>
                  <a:pt x="30815" y="80747"/>
                </a:cubicBezTo>
                <a:cubicBezTo>
                  <a:pt x="30940" y="80697"/>
                  <a:pt x="31014" y="80697"/>
                  <a:pt x="31139" y="80672"/>
                </a:cubicBezTo>
                <a:cubicBezTo>
                  <a:pt x="31562" y="80572"/>
                  <a:pt x="31985" y="80498"/>
                  <a:pt x="32384" y="80398"/>
                </a:cubicBezTo>
                <a:cubicBezTo>
                  <a:pt x="32558" y="80373"/>
                  <a:pt x="32707" y="80348"/>
                  <a:pt x="32832" y="80299"/>
                </a:cubicBezTo>
                <a:lnTo>
                  <a:pt x="33105" y="80199"/>
                </a:lnTo>
                <a:close/>
                <a:moveTo>
                  <a:pt x="32832" y="82240"/>
                </a:moveTo>
                <a:cubicBezTo>
                  <a:pt x="32832" y="82265"/>
                  <a:pt x="32832" y="82290"/>
                  <a:pt x="32807" y="82290"/>
                </a:cubicBezTo>
                <a:lnTo>
                  <a:pt x="32732" y="82290"/>
                </a:lnTo>
                <a:cubicBezTo>
                  <a:pt x="32782" y="82265"/>
                  <a:pt x="32782" y="82265"/>
                  <a:pt x="32782" y="82240"/>
                </a:cubicBezTo>
                <a:close/>
                <a:moveTo>
                  <a:pt x="37287" y="81593"/>
                </a:moveTo>
                <a:cubicBezTo>
                  <a:pt x="37287" y="81618"/>
                  <a:pt x="37262" y="81643"/>
                  <a:pt x="37262" y="81643"/>
                </a:cubicBezTo>
                <a:cubicBezTo>
                  <a:pt x="35943" y="81991"/>
                  <a:pt x="34524" y="82215"/>
                  <a:pt x="33031" y="82290"/>
                </a:cubicBezTo>
                <a:cubicBezTo>
                  <a:pt x="33031" y="82265"/>
                  <a:pt x="33031" y="82240"/>
                  <a:pt x="33056" y="82215"/>
                </a:cubicBezTo>
                <a:cubicBezTo>
                  <a:pt x="34524" y="82116"/>
                  <a:pt x="35943" y="81916"/>
                  <a:pt x="37287" y="81593"/>
                </a:cubicBezTo>
                <a:close/>
                <a:moveTo>
                  <a:pt x="27629" y="82016"/>
                </a:moveTo>
                <a:cubicBezTo>
                  <a:pt x="28990" y="82196"/>
                  <a:pt x="30334" y="82280"/>
                  <a:pt x="31637" y="82280"/>
                </a:cubicBezTo>
                <a:cubicBezTo>
                  <a:pt x="31955" y="82280"/>
                  <a:pt x="32270" y="82275"/>
                  <a:pt x="32583" y="82265"/>
                </a:cubicBezTo>
                <a:lnTo>
                  <a:pt x="32583" y="82315"/>
                </a:lnTo>
                <a:cubicBezTo>
                  <a:pt x="32234" y="82315"/>
                  <a:pt x="31911" y="82365"/>
                  <a:pt x="31562" y="82365"/>
                </a:cubicBezTo>
                <a:cubicBezTo>
                  <a:pt x="30243" y="82365"/>
                  <a:pt x="28949" y="82265"/>
                  <a:pt x="27604" y="82091"/>
                </a:cubicBezTo>
                <a:cubicBezTo>
                  <a:pt x="27604" y="82041"/>
                  <a:pt x="27629" y="82016"/>
                  <a:pt x="27629" y="82016"/>
                </a:cubicBezTo>
                <a:close/>
                <a:moveTo>
                  <a:pt x="52471" y="76963"/>
                </a:moveTo>
                <a:cubicBezTo>
                  <a:pt x="53118" y="77660"/>
                  <a:pt x="53715" y="78407"/>
                  <a:pt x="54313" y="79178"/>
                </a:cubicBezTo>
                <a:cubicBezTo>
                  <a:pt x="52371" y="80498"/>
                  <a:pt x="50454" y="81742"/>
                  <a:pt x="48513" y="82813"/>
                </a:cubicBezTo>
                <a:cubicBezTo>
                  <a:pt x="47741" y="80796"/>
                  <a:pt x="46646" y="78905"/>
                  <a:pt x="45227" y="77287"/>
                </a:cubicBezTo>
                <a:lnTo>
                  <a:pt x="45252" y="77287"/>
                </a:lnTo>
                <a:cubicBezTo>
                  <a:pt x="45302" y="77287"/>
                  <a:pt x="45352" y="77312"/>
                  <a:pt x="45402" y="77312"/>
                </a:cubicBezTo>
                <a:cubicBezTo>
                  <a:pt x="45426" y="77312"/>
                  <a:pt x="45501" y="77361"/>
                  <a:pt x="45526" y="77361"/>
                </a:cubicBezTo>
                <a:cubicBezTo>
                  <a:pt x="45626" y="77386"/>
                  <a:pt x="45750" y="77386"/>
                  <a:pt x="45850" y="77411"/>
                </a:cubicBezTo>
                <a:cubicBezTo>
                  <a:pt x="46024" y="77436"/>
                  <a:pt x="46173" y="77486"/>
                  <a:pt x="46372" y="77511"/>
                </a:cubicBezTo>
                <a:cubicBezTo>
                  <a:pt x="46472" y="77511"/>
                  <a:pt x="46522" y="77536"/>
                  <a:pt x="46621" y="77536"/>
                </a:cubicBezTo>
                <a:lnTo>
                  <a:pt x="46870" y="77536"/>
                </a:lnTo>
                <a:cubicBezTo>
                  <a:pt x="47194" y="77561"/>
                  <a:pt x="47542" y="77610"/>
                  <a:pt x="47891" y="77610"/>
                </a:cubicBezTo>
                <a:lnTo>
                  <a:pt x="47990" y="77610"/>
                </a:lnTo>
                <a:cubicBezTo>
                  <a:pt x="48239" y="77610"/>
                  <a:pt x="48488" y="77610"/>
                  <a:pt x="48762" y="77561"/>
                </a:cubicBezTo>
                <a:cubicBezTo>
                  <a:pt x="48861" y="77561"/>
                  <a:pt x="48936" y="77536"/>
                  <a:pt x="49061" y="77536"/>
                </a:cubicBezTo>
                <a:cubicBezTo>
                  <a:pt x="49160" y="77536"/>
                  <a:pt x="49235" y="77536"/>
                  <a:pt x="49334" y="77511"/>
                </a:cubicBezTo>
                <a:cubicBezTo>
                  <a:pt x="49409" y="77511"/>
                  <a:pt x="49509" y="77511"/>
                  <a:pt x="49608" y="77461"/>
                </a:cubicBezTo>
                <a:cubicBezTo>
                  <a:pt x="49782" y="77436"/>
                  <a:pt x="49982" y="77411"/>
                  <a:pt x="50156" y="77411"/>
                </a:cubicBezTo>
                <a:cubicBezTo>
                  <a:pt x="50255" y="77411"/>
                  <a:pt x="50355" y="77386"/>
                  <a:pt x="50479" y="77386"/>
                </a:cubicBezTo>
                <a:cubicBezTo>
                  <a:pt x="50504" y="77386"/>
                  <a:pt x="50579" y="77337"/>
                  <a:pt x="50604" y="77337"/>
                </a:cubicBezTo>
                <a:lnTo>
                  <a:pt x="51077" y="77262"/>
                </a:lnTo>
                <a:cubicBezTo>
                  <a:pt x="51151" y="77262"/>
                  <a:pt x="51226" y="77212"/>
                  <a:pt x="51326" y="77212"/>
                </a:cubicBezTo>
                <a:lnTo>
                  <a:pt x="51351" y="77212"/>
                </a:lnTo>
                <a:cubicBezTo>
                  <a:pt x="51400" y="77212"/>
                  <a:pt x="51475" y="77187"/>
                  <a:pt x="51525" y="77187"/>
                </a:cubicBezTo>
                <a:cubicBezTo>
                  <a:pt x="51699" y="77162"/>
                  <a:pt x="51873" y="77137"/>
                  <a:pt x="52023" y="77063"/>
                </a:cubicBezTo>
                <a:cubicBezTo>
                  <a:pt x="52097" y="77038"/>
                  <a:pt x="52147" y="77038"/>
                  <a:pt x="52222" y="77038"/>
                </a:cubicBezTo>
                <a:cubicBezTo>
                  <a:pt x="52321" y="77013"/>
                  <a:pt x="52371" y="77013"/>
                  <a:pt x="52471" y="76963"/>
                </a:cubicBezTo>
                <a:close/>
                <a:moveTo>
                  <a:pt x="44779" y="77162"/>
                </a:moveTo>
                <a:cubicBezTo>
                  <a:pt x="44804" y="77162"/>
                  <a:pt x="44804" y="77162"/>
                  <a:pt x="44854" y="77187"/>
                </a:cubicBezTo>
                <a:cubicBezTo>
                  <a:pt x="46372" y="78880"/>
                  <a:pt x="47542" y="80796"/>
                  <a:pt x="48364" y="82962"/>
                </a:cubicBezTo>
                <a:cubicBezTo>
                  <a:pt x="48339" y="82962"/>
                  <a:pt x="48339" y="82987"/>
                  <a:pt x="48289" y="82987"/>
                </a:cubicBezTo>
                <a:cubicBezTo>
                  <a:pt x="47492" y="80846"/>
                  <a:pt x="46298" y="78880"/>
                  <a:pt x="44779" y="77162"/>
                </a:cubicBezTo>
                <a:close/>
                <a:moveTo>
                  <a:pt x="54462" y="79353"/>
                </a:moveTo>
                <a:lnTo>
                  <a:pt x="54487" y="79378"/>
                </a:lnTo>
                <a:cubicBezTo>
                  <a:pt x="52520" y="80722"/>
                  <a:pt x="50604" y="81916"/>
                  <a:pt x="48637" y="83037"/>
                </a:cubicBezTo>
                <a:cubicBezTo>
                  <a:pt x="48637" y="83012"/>
                  <a:pt x="48637" y="83012"/>
                  <a:pt x="48613" y="82987"/>
                </a:cubicBezTo>
                <a:cubicBezTo>
                  <a:pt x="50529" y="81892"/>
                  <a:pt x="52496" y="80647"/>
                  <a:pt x="54462" y="79353"/>
                </a:cubicBezTo>
                <a:close/>
                <a:moveTo>
                  <a:pt x="48463" y="83111"/>
                </a:moveTo>
                <a:cubicBezTo>
                  <a:pt x="48463" y="83136"/>
                  <a:pt x="48463" y="83136"/>
                  <a:pt x="48488" y="83161"/>
                </a:cubicBezTo>
                <a:cubicBezTo>
                  <a:pt x="48463" y="83161"/>
                  <a:pt x="48413" y="83161"/>
                  <a:pt x="48413" y="83211"/>
                </a:cubicBezTo>
                <a:cubicBezTo>
                  <a:pt x="48413" y="83161"/>
                  <a:pt x="48413" y="83161"/>
                  <a:pt x="48388" y="83136"/>
                </a:cubicBezTo>
                <a:cubicBezTo>
                  <a:pt x="48413" y="83136"/>
                  <a:pt x="48413" y="83111"/>
                  <a:pt x="48463" y="83111"/>
                </a:cubicBezTo>
                <a:close/>
                <a:moveTo>
                  <a:pt x="44406" y="79054"/>
                </a:moveTo>
                <a:cubicBezTo>
                  <a:pt x="44406" y="79104"/>
                  <a:pt x="44431" y="79104"/>
                  <a:pt x="44431" y="79129"/>
                </a:cubicBezTo>
                <a:cubicBezTo>
                  <a:pt x="44655" y="79527"/>
                  <a:pt x="44854" y="79925"/>
                  <a:pt x="45003" y="80348"/>
                </a:cubicBezTo>
                <a:cubicBezTo>
                  <a:pt x="45028" y="80423"/>
                  <a:pt x="45053" y="80523"/>
                  <a:pt x="45128" y="80622"/>
                </a:cubicBezTo>
                <a:cubicBezTo>
                  <a:pt x="45302" y="81045"/>
                  <a:pt x="45476" y="81518"/>
                  <a:pt x="45601" y="81966"/>
                </a:cubicBezTo>
                <a:cubicBezTo>
                  <a:pt x="45601" y="81991"/>
                  <a:pt x="45601" y="81991"/>
                  <a:pt x="45626" y="82016"/>
                </a:cubicBezTo>
                <a:cubicBezTo>
                  <a:pt x="45750" y="82414"/>
                  <a:pt x="45825" y="82862"/>
                  <a:pt x="45924" y="83261"/>
                </a:cubicBezTo>
                <a:cubicBezTo>
                  <a:pt x="45302" y="82464"/>
                  <a:pt x="44879" y="81518"/>
                  <a:pt x="44605" y="80448"/>
                </a:cubicBezTo>
                <a:cubicBezTo>
                  <a:pt x="44605" y="80423"/>
                  <a:pt x="44555" y="80373"/>
                  <a:pt x="44555" y="80348"/>
                </a:cubicBezTo>
                <a:lnTo>
                  <a:pt x="44481" y="79875"/>
                </a:lnTo>
                <a:cubicBezTo>
                  <a:pt x="44431" y="79676"/>
                  <a:pt x="44406" y="79502"/>
                  <a:pt x="44381" y="79353"/>
                </a:cubicBezTo>
                <a:cubicBezTo>
                  <a:pt x="44381" y="79253"/>
                  <a:pt x="44381" y="79154"/>
                  <a:pt x="44406" y="79054"/>
                </a:cubicBezTo>
                <a:close/>
                <a:moveTo>
                  <a:pt x="7567" y="72956"/>
                </a:moveTo>
                <a:lnTo>
                  <a:pt x="7567" y="72956"/>
                </a:lnTo>
                <a:cubicBezTo>
                  <a:pt x="6298" y="76565"/>
                  <a:pt x="5402" y="80050"/>
                  <a:pt x="4904" y="83385"/>
                </a:cubicBezTo>
                <a:cubicBezTo>
                  <a:pt x="4107" y="82041"/>
                  <a:pt x="3485" y="80597"/>
                  <a:pt x="3087" y="78979"/>
                </a:cubicBezTo>
                <a:cubicBezTo>
                  <a:pt x="4057" y="76938"/>
                  <a:pt x="5426" y="75022"/>
                  <a:pt x="7169" y="73329"/>
                </a:cubicBezTo>
                <a:cubicBezTo>
                  <a:pt x="7318" y="73180"/>
                  <a:pt x="7443" y="73080"/>
                  <a:pt x="7567" y="72956"/>
                </a:cubicBezTo>
                <a:close/>
                <a:moveTo>
                  <a:pt x="16677" y="79751"/>
                </a:moveTo>
                <a:cubicBezTo>
                  <a:pt x="16777" y="79776"/>
                  <a:pt x="16876" y="79851"/>
                  <a:pt x="16976" y="79900"/>
                </a:cubicBezTo>
                <a:cubicBezTo>
                  <a:pt x="17100" y="79975"/>
                  <a:pt x="17250" y="80025"/>
                  <a:pt x="17374" y="80050"/>
                </a:cubicBezTo>
                <a:cubicBezTo>
                  <a:pt x="17499" y="80124"/>
                  <a:pt x="17623" y="80149"/>
                  <a:pt x="17748" y="80224"/>
                </a:cubicBezTo>
                <a:cubicBezTo>
                  <a:pt x="16901" y="81294"/>
                  <a:pt x="16130" y="82464"/>
                  <a:pt x="15482" y="83634"/>
                </a:cubicBezTo>
                <a:cubicBezTo>
                  <a:pt x="15806" y="82365"/>
                  <a:pt x="16229" y="81045"/>
                  <a:pt x="16677" y="79751"/>
                </a:cubicBezTo>
                <a:close/>
                <a:moveTo>
                  <a:pt x="46118" y="83555"/>
                </a:moveTo>
                <a:cubicBezTo>
                  <a:pt x="46128" y="83612"/>
                  <a:pt x="46138" y="83669"/>
                  <a:pt x="46147" y="83726"/>
                </a:cubicBezTo>
                <a:lnTo>
                  <a:pt x="46147" y="83726"/>
                </a:lnTo>
                <a:cubicBezTo>
                  <a:pt x="46145" y="83719"/>
                  <a:pt x="46139" y="83709"/>
                  <a:pt x="46123" y="83709"/>
                </a:cubicBezTo>
                <a:lnTo>
                  <a:pt x="46099" y="83659"/>
                </a:lnTo>
                <a:cubicBezTo>
                  <a:pt x="46107" y="83623"/>
                  <a:pt x="46114" y="83589"/>
                  <a:pt x="46118" y="83555"/>
                </a:cubicBezTo>
                <a:close/>
                <a:moveTo>
                  <a:pt x="7816" y="72831"/>
                </a:moveTo>
                <a:lnTo>
                  <a:pt x="7841" y="72881"/>
                </a:lnTo>
                <a:cubicBezTo>
                  <a:pt x="6472" y="76640"/>
                  <a:pt x="5551" y="80274"/>
                  <a:pt x="5053" y="83734"/>
                </a:cubicBezTo>
                <a:cubicBezTo>
                  <a:pt x="5053" y="83709"/>
                  <a:pt x="5053" y="83659"/>
                  <a:pt x="5028" y="83634"/>
                </a:cubicBezTo>
                <a:cubicBezTo>
                  <a:pt x="5103" y="82962"/>
                  <a:pt x="5227" y="82240"/>
                  <a:pt x="5352" y="81543"/>
                </a:cubicBezTo>
                <a:lnTo>
                  <a:pt x="5352" y="81518"/>
                </a:lnTo>
                <a:cubicBezTo>
                  <a:pt x="5924" y="78730"/>
                  <a:pt x="6721" y="75793"/>
                  <a:pt x="7816" y="72831"/>
                </a:cubicBezTo>
                <a:close/>
                <a:moveTo>
                  <a:pt x="44680" y="81294"/>
                </a:moveTo>
                <a:cubicBezTo>
                  <a:pt x="45003" y="82165"/>
                  <a:pt x="45476" y="82987"/>
                  <a:pt x="46024" y="83634"/>
                </a:cubicBezTo>
                <a:cubicBezTo>
                  <a:pt x="46024" y="83658"/>
                  <a:pt x="46024" y="83729"/>
                  <a:pt x="46047" y="83756"/>
                </a:cubicBezTo>
                <a:lnTo>
                  <a:pt x="46047" y="83756"/>
                </a:lnTo>
                <a:cubicBezTo>
                  <a:pt x="45475" y="83134"/>
                  <a:pt x="45028" y="82413"/>
                  <a:pt x="44729" y="81593"/>
                </a:cubicBezTo>
                <a:cubicBezTo>
                  <a:pt x="44729" y="81493"/>
                  <a:pt x="44680" y="81394"/>
                  <a:pt x="44680" y="81294"/>
                </a:cubicBezTo>
                <a:close/>
                <a:moveTo>
                  <a:pt x="2937" y="79203"/>
                </a:moveTo>
                <a:cubicBezTo>
                  <a:pt x="3385" y="80821"/>
                  <a:pt x="4033" y="82315"/>
                  <a:pt x="4829" y="83659"/>
                </a:cubicBezTo>
                <a:cubicBezTo>
                  <a:pt x="4829" y="83709"/>
                  <a:pt x="4829" y="83734"/>
                  <a:pt x="4804" y="83758"/>
                </a:cubicBezTo>
                <a:cubicBezTo>
                  <a:pt x="3983" y="82414"/>
                  <a:pt x="3336" y="80921"/>
                  <a:pt x="2863" y="79278"/>
                </a:cubicBezTo>
                <a:cubicBezTo>
                  <a:pt x="2912" y="79278"/>
                  <a:pt x="2937" y="79253"/>
                  <a:pt x="2937" y="79203"/>
                </a:cubicBezTo>
                <a:close/>
                <a:moveTo>
                  <a:pt x="44754" y="77386"/>
                </a:moveTo>
                <a:cubicBezTo>
                  <a:pt x="46248" y="79029"/>
                  <a:pt x="47393" y="80921"/>
                  <a:pt x="48164" y="83037"/>
                </a:cubicBezTo>
                <a:cubicBezTo>
                  <a:pt x="47617" y="83360"/>
                  <a:pt x="47094" y="83659"/>
                  <a:pt x="46522" y="83958"/>
                </a:cubicBezTo>
                <a:lnTo>
                  <a:pt x="46497" y="83908"/>
                </a:lnTo>
                <a:cubicBezTo>
                  <a:pt x="46472" y="83833"/>
                  <a:pt x="46472" y="83734"/>
                  <a:pt x="46422" y="83634"/>
                </a:cubicBezTo>
                <a:cubicBezTo>
                  <a:pt x="46372" y="83385"/>
                  <a:pt x="46347" y="83111"/>
                  <a:pt x="46273" y="82862"/>
                </a:cubicBezTo>
                <a:cubicBezTo>
                  <a:pt x="46223" y="82613"/>
                  <a:pt x="46148" y="82389"/>
                  <a:pt x="46099" y="82165"/>
                </a:cubicBezTo>
                <a:cubicBezTo>
                  <a:pt x="45999" y="81867"/>
                  <a:pt x="45899" y="81518"/>
                  <a:pt x="45800" y="81220"/>
                </a:cubicBezTo>
                <a:cubicBezTo>
                  <a:pt x="45750" y="81020"/>
                  <a:pt x="45650" y="80796"/>
                  <a:pt x="45601" y="80622"/>
                </a:cubicBezTo>
                <a:cubicBezTo>
                  <a:pt x="45476" y="80274"/>
                  <a:pt x="45352" y="79975"/>
                  <a:pt x="45178" y="79627"/>
                </a:cubicBezTo>
                <a:cubicBezTo>
                  <a:pt x="45103" y="79427"/>
                  <a:pt x="45003" y="79253"/>
                  <a:pt x="44904" y="79029"/>
                </a:cubicBezTo>
                <a:cubicBezTo>
                  <a:pt x="44779" y="78780"/>
                  <a:pt x="44680" y="78531"/>
                  <a:pt x="44530" y="78307"/>
                </a:cubicBezTo>
                <a:lnTo>
                  <a:pt x="44530" y="78258"/>
                </a:lnTo>
                <a:cubicBezTo>
                  <a:pt x="44530" y="78233"/>
                  <a:pt x="44555" y="78158"/>
                  <a:pt x="44555" y="78133"/>
                </a:cubicBezTo>
                <a:lnTo>
                  <a:pt x="44754" y="77386"/>
                </a:lnTo>
                <a:close/>
                <a:moveTo>
                  <a:pt x="46248" y="83958"/>
                </a:moveTo>
                <a:lnTo>
                  <a:pt x="46273" y="83982"/>
                </a:lnTo>
                <a:lnTo>
                  <a:pt x="46273" y="84032"/>
                </a:lnTo>
                <a:lnTo>
                  <a:pt x="46248" y="84007"/>
                </a:lnTo>
                <a:cubicBezTo>
                  <a:pt x="46273" y="84007"/>
                  <a:pt x="46273" y="83982"/>
                  <a:pt x="46248" y="83958"/>
                </a:cubicBezTo>
                <a:close/>
                <a:moveTo>
                  <a:pt x="4978" y="83908"/>
                </a:moveTo>
                <a:cubicBezTo>
                  <a:pt x="5028" y="83958"/>
                  <a:pt x="5028" y="83982"/>
                  <a:pt x="5053" y="84007"/>
                </a:cubicBezTo>
                <a:lnTo>
                  <a:pt x="5053" y="84107"/>
                </a:lnTo>
                <a:cubicBezTo>
                  <a:pt x="5028" y="84082"/>
                  <a:pt x="5028" y="84032"/>
                  <a:pt x="4978" y="84032"/>
                </a:cubicBezTo>
                <a:lnTo>
                  <a:pt x="4978" y="83908"/>
                </a:lnTo>
                <a:close/>
                <a:moveTo>
                  <a:pt x="48239" y="83261"/>
                </a:moveTo>
                <a:lnTo>
                  <a:pt x="48239" y="83286"/>
                </a:lnTo>
                <a:cubicBezTo>
                  <a:pt x="47741" y="83559"/>
                  <a:pt x="47194" y="83883"/>
                  <a:pt x="46721" y="84157"/>
                </a:cubicBezTo>
                <a:lnTo>
                  <a:pt x="46671" y="84132"/>
                </a:lnTo>
                <a:cubicBezTo>
                  <a:pt x="47194" y="83858"/>
                  <a:pt x="47716" y="83559"/>
                  <a:pt x="48239" y="83261"/>
                </a:cubicBezTo>
                <a:close/>
                <a:moveTo>
                  <a:pt x="16478" y="79627"/>
                </a:moveTo>
                <a:cubicBezTo>
                  <a:pt x="16503" y="79627"/>
                  <a:pt x="16503" y="79651"/>
                  <a:pt x="16528" y="79651"/>
                </a:cubicBezTo>
                <a:cubicBezTo>
                  <a:pt x="15980" y="81244"/>
                  <a:pt x="15507" y="82788"/>
                  <a:pt x="15109" y="84356"/>
                </a:cubicBezTo>
                <a:cubicBezTo>
                  <a:pt x="15059" y="84455"/>
                  <a:pt x="15010" y="84505"/>
                  <a:pt x="14985" y="84605"/>
                </a:cubicBezTo>
                <a:cubicBezTo>
                  <a:pt x="15383" y="82987"/>
                  <a:pt x="15881" y="81344"/>
                  <a:pt x="16478" y="79627"/>
                </a:cubicBezTo>
                <a:close/>
                <a:moveTo>
                  <a:pt x="17897" y="80274"/>
                </a:moveTo>
                <a:cubicBezTo>
                  <a:pt x="17922" y="80274"/>
                  <a:pt x="17922" y="80299"/>
                  <a:pt x="17972" y="80299"/>
                </a:cubicBezTo>
                <a:cubicBezTo>
                  <a:pt x="16876" y="81717"/>
                  <a:pt x="15930" y="83211"/>
                  <a:pt x="15159" y="84754"/>
                </a:cubicBezTo>
                <a:cubicBezTo>
                  <a:pt x="15184" y="84655"/>
                  <a:pt x="15234" y="84580"/>
                  <a:pt x="15234" y="84480"/>
                </a:cubicBezTo>
                <a:cubicBezTo>
                  <a:pt x="16005" y="82987"/>
                  <a:pt x="16876" y="81593"/>
                  <a:pt x="17897" y="80274"/>
                </a:cubicBezTo>
                <a:close/>
                <a:moveTo>
                  <a:pt x="63348" y="72831"/>
                </a:moveTo>
                <a:cubicBezTo>
                  <a:pt x="63522" y="73030"/>
                  <a:pt x="63697" y="73180"/>
                  <a:pt x="63846" y="73354"/>
                </a:cubicBezTo>
                <a:cubicBezTo>
                  <a:pt x="64070" y="73578"/>
                  <a:pt x="64269" y="73827"/>
                  <a:pt x="64468" y="74051"/>
                </a:cubicBezTo>
                <a:cubicBezTo>
                  <a:pt x="64717" y="74325"/>
                  <a:pt x="64966" y="74599"/>
                  <a:pt x="65190" y="74897"/>
                </a:cubicBezTo>
                <a:cubicBezTo>
                  <a:pt x="65290" y="75022"/>
                  <a:pt x="65389" y="75096"/>
                  <a:pt x="65464" y="75221"/>
                </a:cubicBezTo>
                <a:cubicBezTo>
                  <a:pt x="66783" y="76789"/>
                  <a:pt x="68052" y="78432"/>
                  <a:pt x="69297" y="80124"/>
                </a:cubicBezTo>
                <a:cubicBezTo>
                  <a:pt x="66310" y="82240"/>
                  <a:pt x="63273" y="83808"/>
                  <a:pt x="60411" y="84879"/>
                </a:cubicBezTo>
                <a:cubicBezTo>
                  <a:pt x="58942" y="82663"/>
                  <a:pt x="57573" y="80423"/>
                  <a:pt x="56379" y="78282"/>
                </a:cubicBezTo>
                <a:cubicBezTo>
                  <a:pt x="58793" y="76565"/>
                  <a:pt x="61108" y="74723"/>
                  <a:pt x="63348" y="72831"/>
                </a:cubicBezTo>
                <a:close/>
                <a:moveTo>
                  <a:pt x="44729" y="82066"/>
                </a:moveTo>
                <a:cubicBezTo>
                  <a:pt x="45053" y="82862"/>
                  <a:pt x="45526" y="83534"/>
                  <a:pt x="46049" y="84107"/>
                </a:cubicBezTo>
                <a:lnTo>
                  <a:pt x="46049" y="84182"/>
                </a:lnTo>
                <a:cubicBezTo>
                  <a:pt x="45551" y="84480"/>
                  <a:pt x="45028" y="84729"/>
                  <a:pt x="44530" y="85003"/>
                </a:cubicBezTo>
                <a:cubicBezTo>
                  <a:pt x="44530" y="84978"/>
                  <a:pt x="44530" y="84953"/>
                  <a:pt x="44555" y="84903"/>
                </a:cubicBezTo>
                <a:cubicBezTo>
                  <a:pt x="44680" y="84032"/>
                  <a:pt x="44729" y="83211"/>
                  <a:pt x="44729" y="82365"/>
                </a:cubicBezTo>
                <a:lnTo>
                  <a:pt x="44729" y="82265"/>
                </a:lnTo>
                <a:lnTo>
                  <a:pt x="44729" y="82066"/>
                </a:lnTo>
                <a:close/>
                <a:moveTo>
                  <a:pt x="56229" y="78407"/>
                </a:moveTo>
                <a:cubicBezTo>
                  <a:pt x="57374" y="80523"/>
                  <a:pt x="58743" y="82763"/>
                  <a:pt x="60237" y="84978"/>
                </a:cubicBezTo>
                <a:cubicBezTo>
                  <a:pt x="60212" y="84978"/>
                  <a:pt x="60212" y="84978"/>
                  <a:pt x="60187" y="85003"/>
                </a:cubicBezTo>
                <a:cubicBezTo>
                  <a:pt x="58718" y="82763"/>
                  <a:pt x="57349" y="80547"/>
                  <a:pt x="56204" y="78432"/>
                </a:cubicBezTo>
                <a:lnTo>
                  <a:pt x="56229" y="78407"/>
                </a:lnTo>
                <a:close/>
                <a:moveTo>
                  <a:pt x="97624" y="84234"/>
                </a:moveTo>
                <a:cubicBezTo>
                  <a:pt x="97399" y="84491"/>
                  <a:pt x="97172" y="84749"/>
                  <a:pt x="96940" y="85010"/>
                </a:cubicBezTo>
                <a:lnTo>
                  <a:pt x="96940" y="85010"/>
                </a:lnTo>
                <a:cubicBezTo>
                  <a:pt x="97182" y="84723"/>
                  <a:pt x="97413" y="84456"/>
                  <a:pt x="97624" y="84234"/>
                </a:cubicBezTo>
                <a:close/>
                <a:moveTo>
                  <a:pt x="69446" y="80274"/>
                </a:moveTo>
                <a:cubicBezTo>
                  <a:pt x="69446" y="80299"/>
                  <a:pt x="69446" y="80299"/>
                  <a:pt x="69496" y="80348"/>
                </a:cubicBezTo>
                <a:cubicBezTo>
                  <a:pt x="66534" y="82414"/>
                  <a:pt x="63473" y="84032"/>
                  <a:pt x="60585" y="85103"/>
                </a:cubicBezTo>
                <a:cubicBezTo>
                  <a:pt x="60585" y="85078"/>
                  <a:pt x="60560" y="85078"/>
                  <a:pt x="60560" y="85028"/>
                </a:cubicBezTo>
                <a:cubicBezTo>
                  <a:pt x="63423" y="83982"/>
                  <a:pt x="66459" y="82365"/>
                  <a:pt x="69446" y="80274"/>
                </a:cubicBezTo>
                <a:close/>
                <a:moveTo>
                  <a:pt x="44428" y="81464"/>
                </a:moveTo>
                <a:cubicBezTo>
                  <a:pt x="44438" y="81506"/>
                  <a:pt x="44450" y="81557"/>
                  <a:pt x="44481" y="81618"/>
                </a:cubicBezTo>
                <a:cubicBezTo>
                  <a:pt x="44530" y="82788"/>
                  <a:pt x="44505" y="83982"/>
                  <a:pt x="44281" y="85152"/>
                </a:cubicBezTo>
                <a:cubicBezTo>
                  <a:pt x="44281" y="85152"/>
                  <a:pt x="44257" y="85152"/>
                  <a:pt x="44257" y="85177"/>
                </a:cubicBezTo>
                <a:cubicBezTo>
                  <a:pt x="44257" y="85103"/>
                  <a:pt x="44281" y="85003"/>
                  <a:pt x="44306" y="84903"/>
                </a:cubicBezTo>
                <a:cubicBezTo>
                  <a:pt x="44481" y="83958"/>
                  <a:pt x="44505" y="83012"/>
                  <a:pt x="44481" y="82116"/>
                </a:cubicBezTo>
                <a:lnTo>
                  <a:pt x="44481" y="81867"/>
                </a:lnTo>
                <a:cubicBezTo>
                  <a:pt x="44481" y="81767"/>
                  <a:pt x="44431" y="81643"/>
                  <a:pt x="44431" y="81543"/>
                </a:cubicBezTo>
                <a:cubicBezTo>
                  <a:pt x="44431" y="81520"/>
                  <a:pt x="44431" y="81490"/>
                  <a:pt x="44428" y="81464"/>
                </a:cubicBezTo>
                <a:close/>
                <a:moveTo>
                  <a:pt x="60361" y="85127"/>
                </a:moveTo>
                <a:cubicBezTo>
                  <a:pt x="60361" y="85127"/>
                  <a:pt x="60411" y="85152"/>
                  <a:pt x="60411" y="85202"/>
                </a:cubicBezTo>
                <a:cubicBezTo>
                  <a:pt x="60361" y="85202"/>
                  <a:pt x="60361" y="85202"/>
                  <a:pt x="60336" y="85227"/>
                </a:cubicBezTo>
                <a:cubicBezTo>
                  <a:pt x="60336" y="85202"/>
                  <a:pt x="60311" y="85202"/>
                  <a:pt x="60311" y="85152"/>
                </a:cubicBezTo>
                <a:cubicBezTo>
                  <a:pt x="60336" y="85152"/>
                  <a:pt x="60336" y="85152"/>
                  <a:pt x="60361" y="85127"/>
                </a:cubicBezTo>
                <a:close/>
                <a:moveTo>
                  <a:pt x="46123" y="84381"/>
                </a:moveTo>
                <a:lnTo>
                  <a:pt x="46123" y="84455"/>
                </a:lnTo>
                <a:cubicBezTo>
                  <a:pt x="45607" y="84726"/>
                  <a:pt x="45042" y="84996"/>
                  <a:pt x="44525" y="85267"/>
                </a:cubicBezTo>
                <a:lnTo>
                  <a:pt x="44525" y="85267"/>
                </a:lnTo>
                <a:cubicBezTo>
                  <a:pt x="44530" y="85257"/>
                  <a:pt x="44530" y="85242"/>
                  <a:pt x="44530" y="85227"/>
                </a:cubicBezTo>
                <a:lnTo>
                  <a:pt x="46123" y="84381"/>
                </a:lnTo>
                <a:close/>
                <a:moveTo>
                  <a:pt x="1917" y="71537"/>
                </a:moveTo>
                <a:lnTo>
                  <a:pt x="1917" y="71537"/>
                </a:lnTo>
                <a:cubicBezTo>
                  <a:pt x="1792" y="74151"/>
                  <a:pt x="1991" y="76640"/>
                  <a:pt x="2589" y="78930"/>
                </a:cubicBezTo>
                <a:cubicBezTo>
                  <a:pt x="1867" y="80448"/>
                  <a:pt x="1369" y="82091"/>
                  <a:pt x="1120" y="83709"/>
                </a:cubicBezTo>
                <a:cubicBezTo>
                  <a:pt x="1095" y="83709"/>
                  <a:pt x="1095" y="83734"/>
                  <a:pt x="1095" y="83758"/>
                </a:cubicBezTo>
                <a:lnTo>
                  <a:pt x="996" y="84605"/>
                </a:lnTo>
                <a:lnTo>
                  <a:pt x="996" y="84704"/>
                </a:lnTo>
                <a:cubicBezTo>
                  <a:pt x="996" y="84804"/>
                  <a:pt x="971" y="84978"/>
                  <a:pt x="971" y="85103"/>
                </a:cubicBezTo>
                <a:cubicBezTo>
                  <a:pt x="971" y="85152"/>
                  <a:pt x="971" y="85252"/>
                  <a:pt x="946" y="85327"/>
                </a:cubicBezTo>
                <a:cubicBezTo>
                  <a:pt x="349" y="81120"/>
                  <a:pt x="722" y="76490"/>
                  <a:pt x="1917" y="71537"/>
                </a:cubicBezTo>
                <a:close/>
                <a:moveTo>
                  <a:pt x="44281" y="85351"/>
                </a:moveTo>
                <a:lnTo>
                  <a:pt x="44281" y="85401"/>
                </a:lnTo>
                <a:lnTo>
                  <a:pt x="44257" y="85401"/>
                </a:lnTo>
                <a:cubicBezTo>
                  <a:pt x="44257" y="85401"/>
                  <a:pt x="44257" y="85376"/>
                  <a:pt x="44281" y="85351"/>
                </a:cubicBezTo>
                <a:close/>
                <a:moveTo>
                  <a:pt x="48289" y="83460"/>
                </a:moveTo>
                <a:cubicBezTo>
                  <a:pt x="48538" y="84132"/>
                  <a:pt x="48762" y="84854"/>
                  <a:pt x="48911" y="85575"/>
                </a:cubicBezTo>
                <a:cubicBezTo>
                  <a:pt x="48140" y="85227"/>
                  <a:pt x="47418" y="84779"/>
                  <a:pt x="46845" y="84256"/>
                </a:cubicBezTo>
                <a:cubicBezTo>
                  <a:pt x="47343" y="84007"/>
                  <a:pt x="47841" y="83734"/>
                  <a:pt x="48289" y="83460"/>
                </a:cubicBezTo>
                <a:close/>
                <a:moveTo>
                  <a:pt x="56055" y="78531"/>
                </a:moveTo>
                <a:cubicBezTo>
                  <a:pt x="57200" y="80647"/>
                  <a:pt x="58544" y="82862"/>
                  <a:pt x="60038" y="85078"/>
                </a:cubicBezTo>
                <a:cubicBezTo>
                  <a:pt x="59490" y="85252"/>
                  <a:pt x="58967" y="85451"/>
                  <a:pt x="58445" y="85575"/>
                </a:cubicBezTo>
                <a:cubicBezTo>
                  <a:pt x="57499" y="83286"/>
                  <a:pt x="56329" y="81170"/>
                  <a:pt x="54960" y="79278"/>
                </a:cubicBezTo>
                <a:cubicBezTo>
                  <a:pt x="55333" y="79029"/>
                  <a:pt x="55682" y="78780"/>
                  <a:pt x="56055" y="78531"/>
                </a:cubicBezTo>
                <a:close/>
                <a:moveTo>
                  <a:pt x="54810" y="79378"/>
                </a:moveTo>
                <a:cubicBezTo>
                  <a:pt x="56179" y="81244"/>
                  <a:pt x="57324" y="83360"/>
                  <a:pt x="58245" y="85600"/>
                </a:cubicBezTo>
                <a:cubicBezTo>
                  <a:pt x="58220" y="85600"/>
                  <a:pt x="58220" y="85600"/>
                  <a:pt x="58196" y="85625"/>
                </a:cubicBezTo>
                <a:cubicBezTo>
                  <a:pt x="57250" y="83385"/>
                  <a:pt x="56105" y="81294"/>
                  <a:pt x="54736" y="79427"/>
                </a:cubicBezTo>
                <a:lnTo>
                  <a:pt x="54810" y="79378"/>
                </a:lnTo>
                <a:close/>
                <a:moveTo>
                  <a:pt x="48538" y="83310"/>
                </a:moveTo>
                <a:cubicBezTo>
                  <a:pt x="48837" y="84107"/>
                  <a:pt x="49036" y="84879"/>
                  <a:pt x="49235" y="85700"/>
                </a:cubicBezTo>
                <a:cubicBezTo>
                  <a:pt x="49210" y="85700"/>
                  <a:pt x="49160" y="85650"/>
                  <a:pt x="49160" y="85650"/>
                </a:cubicBezTo>
                <a:cubicBezTo>
                  <a:pt x="48986" y="84879"/>
                  <a:pt x="48737" y="84107"/>
                  <a:pt x="48488" y="83360"/>
                </a:cubicBezTo>
                <a:cubicBezTo>
                  <a:pt x="48513" y="83360"/>
                  <a:pt x="48513" y="83310"/>
                  <a:pt x="48538" y="83310"/>
                </a:cubicBezTo>
                <a:close/>
                <a:moveTo>
                  <a:pt x="60112" y="85202"/>
                </a:moveTo>
                <a:cubicBezTo>
                  <a:pt x="60112" y="85227"/>
                  <a:pt x="60162" y="85227"/>
                  <a:pt x="60162" y="85252"/>
                </a:cubicBezTo>
                <a:cubicBezTo>
                  <a:pt x="59589" y="85451"/>
                  <a:pt x="59067" y="85625"/>
                  <a:pt x="58494" y="85775"/>
                </a:cubicBezTo>
                <a:lnTo>
                  <a:pt x="58494" y="85725"/>
                </a:lnTo>
                <a:cubicBezTo>
                  <a:pt x="59017" y="85575"/>
                  <a:pt x="59589" y="85376"/>
                  <a:pt x="60112" y="85202"/>
                </a:cubicBezTo>
                <a:close/>
                <a:moveTo>
                  <a:pt x="14860" y="85252"/>
                </a:moveTo>
                <a:lnTo>
                  <a:pt x="14860" y="85252"/>
                </a:lnTo>
                <a:cubicBezTo>
                  <a:pt x="14810" y="85351"/>
                  <a:pt x="14810" y="85451"/>
                  <a:pt x="14785" y="85526"/>
                </a:cubicBezTo>
                <a:cubicBezTo>
                  <a:pt x="14761" y="85625"/>
                  <a:pt x="14736" y="85725"/>
                  <a:pt x="14661" y="85824"/>
                </a:cubicBezTo>
                <a:cubicBezTo>
                  <a:pt x="14686" y="85725"/>
                  <a:pt x="14686" y="85625"/>
                  <a:pt x="14736" y="85501"/>
                </a:cubicBezTo>
                <a:cubicBezTo>
                  <a:pt x="14761" y="85401"/>
                  <a:pt x="14810" y="85327"/>
                  <a:pt x="14860" y="85252"/>
                </a:cubicBezTo>
                <a:close/>
                <a:moveTo>
                  <a:pt x="46671" y="84356"/>
                </a:moveTo>
                <a:cubicBezTo>
                  <a:pt x="47343" y="84928"/>
                  <a:pt x="48115" y="85426"/>
                  <a:pt x="48986" y="85775"/>
                </a:cubicBezTo>
                <a:cubicBezTo>
                  <a:pt x="48986" y="85809"/>
                  <a:pt x="48986" y="85832"/>
                  <a:pt x="48994" y="85842"/>
                </a:cubicBezTo>
                <a:lnTo>
                  <a:pt x="48994" y="85842"/>
                </a:lnTo>
                <a:cubicBezTo>
                  <a:pt x="48107" y="85471"/>
                  <a:pt x="47294" y="84977"/>
                  <a:pt x="46627" y="84361"/>
                </a:cubicBezTo>
                <a:lnTo>
                  <a:pt x="46627" y="84361"/>
                </a:lnTo>
                <a:cubicBezTo>
                  <a:pt x="46637" y="84370"/>
                  <a:pt x="46648" y="84374"/>
                  <a:pt x="46655" y="84374"/>
                </a:cubicBezTo>
                <a:cubicBezTo>
                  <a:pt x="46665" y="84374"/>
                  <a:pt x="46671" y="84368"/>
                  <a:pt x="46671" y="84356"/>
                </a:cubicBezTo>
                <a:close/>
                <a:moveTo>
                  <a:pt x="58320" y="85750"/>
                </a:moveTo>
                <a:cubicBezTo>
                  <a:pt x="58320" y="85775"/>
                  <a:pt x="58320" y="85775"/>
                  <a:pt x="58345" y="85799"/>
                </a:cubicBezTo>
                <a:cubicBezTo>
                  <a:pt x="58320" y="85849"/>
                  <a:pt x="58320" y="85849"/>
                  <a:pt x="58295" y="85849"/>
                </a:cubicBezTo>
                <a:cubicBezTo>
                  <a:pt x="58295" y="85799"/>
                  <a:pt x="58295" y="85799"/>
                  <a:pt x="58245" y="85775"/>
                </a:cubicBezTo>
                <a:cubicBezTo>
                  <a:pt x="58295" y="85775"/>
                  <a:pt x="58295" y="85775"/>
                  <a:pt x="58320" y="85750"/>
                </a:cubicBezTo>
                <a:close/>
                <a:moveTo>
                  <a:pt x="43809" y="78880"/>
                </a:moveTo>
                <a:lnTo>
                  <a:pt x="43908" y="79353"/>
                </a:lnTo>
                <a:lnTo>
                  <a:pt x="43908" y="79427"/>
                </a:lnTo>
                <a:lnTo>
                  <a:pt x="43908" y="79527"/>
                </a:lnTo>
                <a:lnTo>
                  <a:pt x="43933" y="79527"/>
                </a:lnTo>
                <a:cubicBezTo>
                  <a:pt x="44008" y="79851"/>
                  <a:pt x="44033" y="80149"/>
                  <a:pt x="44132" y="80473"/>
                </a:cubicBezTo>
                <a:cubicBezTo>
                  <a:pt x="44182" y="80846"/>
                  <a:pt x="44232" y="81220"/>
                  <a:pt x="44257" y="81593"/>
                </a:cubicBezTo>
                <a:cubicBezTo>
                  <a:pt x="44257" y="81717"/>
                  <a:pt x="44281" y="81792"/>
                  <a:pt x="44281" y="81916"/>
                </a:cubicBezTo>
                <a:lnTo>
                  <a:pt x="44281" y="82016"/>
                </a:lnTo>
                <a:lnTo>
                  <a:pt x="44281" y="83037"/>
                </a:lnTo>
                <a:cubicBezTo>
                  <a:pt x="44257" y="83783"/>
                  <a:pt x="44182" y="84530"/>
                  <a:pt x="44033" y="85277"/>
                </a:cubicBezTo>
                <a:cubicBezTo>
                  <a:pt x="43560" y="85526"/>
                  <a:pt x="43062" y="85750"/>
                  <a:pt x="42614" y="85974"/>
                </a:cubicBezTo>
                <a:cubicBezTo>
                  <a:pt x="42639" y="83758"/>
                  <a:pt x="43037" y="81369"/>
                  <a:pt x="43809" y="78880"/>
                </a:cubicBezTo>
                <a:close/>
                <a:moveTo>
                  <a:pt x="49235" y="85899"/>
                </a:moveTo>
                <a:cubicBezTo>
                  <a:pt x="49235" y="85899"/>
                  <a:pt x="49260" y="85899"/>
                  <a:pt x="49285" y="85949"/>
                </a:cubicBezTo>
                <a:cubicBezTo>
                  <a:pt x="49285" y="85974"/>
                  <a:pt x="49285" y="85999"/>
                  <a:pt x="49334" y="85999"/>
                </a:cubicBezTo>
                <a:lnTo>
                  <a:pt x="49260" y="85999"/>
                </a:lnTo>
                <a:cubicBezTo>
                  <a:pt x="49260" y="85974"/>
                  <a:pt x="49260" y="85949"/>
                  <a:pt x="49235" y="85899"/>
                </a:cubicBezTo>
                <a:close/>
                <a:moveTo>
                  <a:pt x="43734" y="78482"/>
                </a:moveTo>
                <a:cubicBezTo>
                  <a:pt x="43734" y="78506"/>
                  <a:pt x="43759" y="78531"/>
                  <a:pt x="43759" y="78556"/>
                </a:cubicBezTo>
                <a:cubicBezTo>
                  <a:pt x="42912" y="81170"/>
                  <a:pt x="42440" y="83709"/>
                  <a:pt x="42440" y="86024"/>
                </a:cubicBezTo>
                <a:cubicBezTo>
                  <a:pt x="42415" y="86048"/>
                  <a:pt x="42390" y="86048"/>
                  <a:pt x="42390" y="86048"/>
                </a:cubicBezTo>
                <a:cubicBezTo>
                  <a:pt x="42390" y="83684"/>
                  <a:pt x="42863" y="81145"/>
                  <a:pt x="43734" y="78482"/>
                </a:cubicBezTo>
                <a:close/>
                <a:moveTo>
                  <a:pt x="44008" y="85476"/>
                </a:moveTo>
                <a:lnTo>
                  <a:pt x="44008" y="85526"/>
                </a:lnTo>
                <a:cubicBezTo>
                  <a:pt x="43535" y="85750"/>
                  <a:pt x="43062" y="85999"/>
                  <a:pt x="42639" y="86223"/>
                </a:cubicBezTo>
                <a:lnTo>
                  <a:pt x="42639" y="86148"/>
                </a:lnTo>
                <a:cubicBezTo>
                  <a:pt x="43062" y="85949"/>
                  <a:pt x="43535" y="85725"/>
                  <a:pt x="44008" y="85476"/>
                </a:cubicBezTo>
                <a:close/>
                <a:moveTo>
                  <a:pt x="54586" y="79527"/>
                </a:moveTo>
                <a:cubicBezTo>
                  <a:pt x="55931" y="81394"/>
                  <a:pt x="57075" y="83460"/>
                  <a:pt x="57996" y="85650"/>
                </a:cubicBezTo>
                <a:cubicBezTo>
                  <a:pt x="56284" y="86108"/>
                  <a:pt x="54653" y="86346"/>
                  <a:pt x="53148" y="86346"/>
                </a:cubicBezTo>
                <a:cubicBezTo>
                  <a:pt x="51789" y="86346"/>
                  <a:pt x="50531" y="86151"/>
                  <a:pt x="49409" y="85750"/>
                </a:cubicBezTo>
                <a:cubicBezTo>
                  <a:pt x="49235" y="84879"/>
                  <a:pt x="48986" y="84032"/>
                  <a:pt x="48662" y="83211"/>
                </a:cubicBezTo>
                <a:cubicBezTo>
                  <a:pt x="50654" y="82116"/>
                  <a:pt x="52620" y="80871"/>
                  <a:pt x="54586" y="79527"/>
                </a:cubicBezTo>
                <a:close/>
                <a:moveTo>
                  <a:pt x="42440" y="86248"/>
                </a:moveTo>
                <a:lnTo>
                  <a:pt x="42440" y="86322"/>
                </a:lnTo>
                <a:cubicBezTo>
                  <a:pt x="42415" y="86322"/>
                  <a:pt x="42415" y="86347"/>
                  <a:pt x="42390" y="86347"/>
                </a:cubicBezTo>
                <a:lnTo>
                  <a:pt x="42390" y="86272"/>
                </a:lnTo>
                <a:cubicBezTo>
                  <a:pt x="42390" y="86272"/>
                  <a:pt x="42415" y="86248"/>
                  <a:pt x="42440" y="86248"/>
                </a:cubicBezTo>
                <a:close/>
                <a:moveTo>
                  <a:pt x="58071" y="85849"/>
                </a:moveTo>
                <a:cubicBezTo>
                  <a:pt x="58071" y="85874"/>
                  <a:pt x="58071" y="85874"/>
                  <a:pt x="58096" y="85899"/>
                </a:cubicBezTo>
                <a:cubicBezTo>
                  <a:pt x="56354" y="86372"/>
                  <a:pt x="54686" y="86621"/>
                  <a:pt x="53143" y="86621"/>
                </a:cubicBezTo>
                <a:cubicBezTo>
                  <a:pt x="51823" y="86621"/>
                  <a:pt x="50579" y="86422"/>
                  <a:pt x="49484" y="86048"/>
                </a:cubicBezTo>
                <a:cubicBezTo>
                  <a:pt x="49484" y="86030"/>
                  <a:pt x="49484" y="86012"/>
                  <a:pt x="49474" y="86003"/>
                </a:cubicBezTo>
                <a:lnTo>
                  <a:pt x="49474" y="86003"/>
                </a:lnTo>
                <a:cubicBezTo>
                  <a:pt x="50592" y="86363"/>
                  <a:pt x="51841" y="86542"/>
                  <a:pt x="53185" y="86542"/>
                </a:cubicBezTo>
                <a:cubicBezTo>
                  <a:pt x="54709" y="86542"/>
                  <a:pt x="56355" y="86311"/>
                  <a:pt x="58071" y="85849"/>
                </a:cubicBezTo>
                <a:close/>
                <a:moveTo>
                  <a:pt x="2664" y="79203"/>
                </a:moveTo>
                <a:cubicBezTo>
                  <a:pt x="2664" y="79253"/>
                  <a:pt x="2664" y="79278"/>
                  <a:pt x="2688" y="79278"/>
                </a:cubicBezTo>
                <a:cubicBezTo>
                  <a:pt x="2041" y="80722"/>
                  <a:pt x="1593" y="82190"/>
                  <a:pt x="1344" y="83734"/>
                </a:cubicBezTo>
                <a:lnTo>
                  <a:pt x="1344" y="83783"/>
                </a:lnTo>
                <a:cubicBezTo>
                  <a:pt x="1319" y="84082"/>
                  <a:pt x="1295" y="84356"/>
                  <a:pt x="1245" y="84605"/>
                </a:cubicBezTo>
                <a:lnTo>
                  <a:pt x="1245" y="84704"/>
                </a:lnTo>
                <a:cubicBezTo>
                  <a:pt x="1245" y="84854"/>
                  <a:pt x="1220" y="84978"/>
                  <a:pt x="1220" y="85127"/>
                </a:cubicBezTo>
                <a:cubicBezTo>
                  <a:pt x="1220" y="85227"/>
                  <a:pt x="1195" y="85327"/>
                  <a:pt x="1195" y="85401"/>
                </a:cubicBezTo>
                <a:lnTo>
                  <a:pt x="1195" y="85451"/>
                </a:lnTo>
                <a:cubicBezTo>
                  <a:pt x="1170" y="85874"/>
                  <a:pt x="1170" y="86322"/>
                  <a:pt x="1195" y="86745"/>
                </a:cubicBezTo>
                <a:cubicBezTo>
                  <a:pt x="1170" y="86646"/>
                  <a:pt x="1170" y="86571"/>
                  <a:pt x="1120" y="86472"/>
                </a:cubicBezTo>
                <a:cubicBezTo>
                  <a:pt x="1120" y="86123"/>
                  <a:pt x="1095" y="85775"/>
                  <a:pt x="1120" y="85451"/>
                </a:cubicBezTo>
                <a:cubicBezTo>
                  <a:pt x="1120" y="85327"/>
                  <a:pt x="1120" y="85227"/>
                  <a:pt x="1170" y="85103"/>
                </a:cubicBezTo>
                <a:cubicBezTo>
                  <a:pt x="1170" y="84953"/>
                  <a:pt x="1195" y="84779"/>
                  <a:pt x="1195" y="84605"/>
                </a:cubicBezTo>
                <a:cubicBezTo>
                  <a:pt x="1220" y="84331"/>
                  <a:pt x="1245" y="84032"/>
                  <a:pt x="1295" y="83783"/>
                </a:cubicBezTo>
                <a:lnTo>
                  <a:pt x="1295" y="83684"/>
                </a:lnTo>
                <a:cubicBezTo>
                  <a:pt x="1519" y="82165"/>
                  <a:pt x="1991" y="80647"/>
                  <a:pt x="2664" y="79203"/>
                </a:cubicBezTo>
                <a:close/>
                <a:moveTo>
                  <a:pt x="448" y="82091"/>
                </a:moveTo>
                <a:cubicBezTo>
                  <a:pt x="573" y="84406"/>
                  <a:pt x="846" y="85999"/>
                  <a:pt x="946" y="86521"/>
                </a:cubicBezTo>
                <a:lnTo>
                  <a:pt x="946" y="86745"/>
                </a:lnTo>
                <a:lnTo>
                  <a:pt x="946" y="86770"/>
                </a:lnTo>
                <a:cubicBezTo>
                  <a:pt x="896" y="86646"/>
                  <a:pt x="871" y="86496"/>
                  <a:pt x="846" y="86347"/>
                </a:cubicBezTo>
                <a:cubicBezTo>
                  <a:pt x="846" y="86248"/>
                  <a:pt x="822" y="86148"/>
                  <a:pt x="822" y="86073"/>
                </a:cubicBezTo>
                <a:cubicBezTo>
                  <a:pt x="797" y="85974"/>
                  <a:pt x="797" y="85849"/>
                  <a:pt x="747" y="85750"/>
                </a:cubicBezTo>
                <a:cubicBezTo>
                  <a:pt x="672" y="85127"/>
                  <a:pt x="573" y="84480"/>
                  <a:pt x="548" y="83833"/>
                </a:cubicBezTo>
                <a:lnTo>
                  <a:pt x="548" y="83634"/>
                </a:lnTo>
                <a:cubicBezTo>
                  <a:pt x="498" y="83111"/>
                  <a:pt x="473" y="82613"/>
                  <a:pt x="448" y="82091"/>
                </a:cubicBezTo>
                <a:close/>
                <a:moveTo>
                  <a:pt x="69571" y="80473"/>
                </a:moveTo>
                <a:cubicBezTo>
                  <a:pt x="69670" y="80597"/>
                  <a:pt x="69770" y="80747"/>
                  <a:pt x="69894" y="80871"/>
                </a:cubicBezTo>
                <a:cubicBezTo>
                  <a:pt x="67331" y="83012"/>
                  <a:pt x="64692" y="85103"/>
                  <a:pt x="61979" y="87069"/>
                </a:cubicBezTo>
                <a:cubicBezTo>
                  <a:pt x="61506" y="86496"/>
                  <a:pt x="61108" y="85874"/>
                  <a:pt x="60685" y="85252"/>
                </a:cubicBezTo>
                <a:cubicBezTo>
                  <a:pt x="63572" y="84157"/>
                  <a:pt x="66634" y="82539"/>
                  <a:pt x="69571" y="80473"/>
                </a:cubicBezTo>
                <a:close/>
                <a:moveTo>
                  <a:pt x="60486" y="85351"/>
                </a:moveTo>
                <a:lnTo>
                  <a:pt x="61805" y="87218"/>
                </a:lnTo>
                <a:lnTo>
                  <a:pt x="61780" y="87243"/>
                </a:lnTo>
                <a:lnTo>
                  <a:pt x="60461" y="85376"/>
                </a:lnTo>
                <a:cubicBezTo>
                  <a:pt x="60461" y="85351"/>
                  <a:pt x="60486" y="85351"/>
                  <a:pt x="60486" y="85351"/>
                </a:cubicBezTo>
                <a:close/>
                <a:moveTo>
                  <a:pt x="70019" y="81045"/>
                </a:moveTo>
                <a:cubicBezTo>
                  <a:pt x="70019" y="81070"/>
                  <a:pt x="70019" y="81070"/>
                  <a:pt x="70044" y="81120"/>
                </a:cubicBezTo>
                <a:cubicBezTo>
                  <a:pt x="67505" y="83261"/>
                  <a:pt x="64842" y="85351"/>
                  <a:pt x="62153" y="87293"/>
                </a:cubicBezTo>
                <a:cubicBezTo>
                  <a:pt x="62153" y="87268"/>
                  <a:pt x="62103" y="87268"/>
                  <a:pt x="62103" y="87243"/>
                </a:cubicBezTo>
                <a:cubicBezTo>
                  <a:pt x="64842" y="85277"/>
                  <a:pt x="67505" y="83236"/>
                  <a:pt x="70019" y="81045"/>
                </a:cubicBezTo>
                <a:close/>
                <a:moveTo>
                  <a:pt x="43485" y="78407"/>
                </a:moveTo>
                <a:lnTo>
                  <a:pt x="43485" y="78407"/>
                </a:lnTo>
                <a:cubicBezTo>
                  <a:pt x="42639" y="81145"/>
                  <a:pt x="42166" y="83758"/>
                  <a:pt x="42191" y="86148"/>
                </a:cubicBezTo>
                <a:cubicBezTo>
                  <a:pt x="40050" y="87144"/>
                  <a:pt x="37934" y="88015"/>
                  <a:pt x="35843" y="88737"/>
                </a:cubicBezTo>
                <a:cubicBezTo>
                  <a:pt x="35918" y="88438"/>
                  <a:pt x="35943" y="88089"/>
                  <a:pt x="36018" y="87766"/>
                </a:cubicBezTo>
                <a:cubicBezTo>
                  <a:pt x="36042" y="87617"/>
                  <a:pt x="36067" y="87467"/>
                  <a:pt x="36092" y="87268"/>
                </a:cubicBezTo>
                <a:lnTo>
                  <a:pt x="36092" y="87243"/>
                </a:lnTo>
                <a:cubicBezTo>
                  <a:pt x="36167" y="86895"/>
                  <a:pt x="36267" y="86521"/>
                  <a:pt x="36341" y="86148"/>
                </a:cubicBezTo>
                <a:cubicBezTo>
                  <a:pt x="36391" y="86024"/>
                  <a:pt x="36416" y="85874"/>
                  <a:pt x="36441" y="85750"/>
                </a:cubicBezTo>
                <a:cubicBezTo>
                  <a:pt x="36515" y="85526"/>
                  <a:pt x="36565" y="85302"/>
                  <a:pt x="36640" y="85053"/>
                </a:cubicBezTo>
                <a:cubicBezTo>
                  <a:pt x="36690" y="84879"/>
                  <a:pt x="36715" y="84679"/>
                  <a:pt x="36789" y="84505"/>
                </a:cubicBezTo>
                <a:cubicBezTo>
                  <a:pt x="36814" y="84381"/>
                  <a:pt x="36839" y="84281"/>
                  <a:pt x="36889" y="84157"/>
                </a:cubicBezTo>
                <a:cubicBezTo>
                  <a:pt x="37013" y="83734"/>
                  <a:pt x="37138" y="83286"/>
                  <a:pt x="37287" y="82862"/>
                </a:cubicBezTo>
                <a:lnTo>
                  <a:pt x="37287" y="82813"/>
                </a:lnTo>
                <a:cubicBezTo>
                  <a:pt x="37312" y="82763"/>
                  <a:pt x="37312" y="82688"/>
                  <a:pt x="37337" y="82613"/>
                </a:cubicBezTo>
                <a:lnTo>
                  <a:pt x="37337" y="82564"/>
                </a:lnTo>
                <a:cubicBezTo>
                  <a:pt x="37436" y="82290"/>
                  <a:pt x="37561" y="82016"/>
                  <a:pt x="37660" y="81692"/>
                </a:cubicBezTo>
                <a:cubicBezTo>
                  <a:pt x="40125" y="80996"/>
                  <a:pt x="42116" y="79875"/>
                  <a:pt x="43485" y="78407"/>
                </a:cubicBezTo>
                <a:close/>
                <a:moveTo>
                  <a:pt x="60262" y="85451"/>
                </a:moveTo>
                <a:cubicBezTo>
                  <a:pt x="60710" y="86098"/>
                  <a:pt x="61158" y="86720"/>
                  <a:pt x="61606" y="87368"/>
                </a:cubicBezTo>
                <a:cubicBezTo>
                  <a:pt x="60934" y="87841"/>
                  <a:pt x="60237" y="88313"/>
                  <a:pt x="59589" y="88762"/>
                </a:cubicBezTo>
                <a:cubicBezTo>
                  <a:pt x="59291" y="87816"/>
                  <a:pt x="58967" y="86870"/>
                  <a:pt x="58594" y="85974"/>
                </a:cubicBezTo>
                <a:cubicBezTo>
                  <a:pt x="59166" y="85824"/>
                  <a:pt x="59714" y="85625"/>
                  <a:pt x="60262" y="85451"/>
                </a:cubicBezTo>
                <a:close/>
                <a:moveTo>
                  <a:pt x="37461" y="81792"/>
                </a:moveTo>
                <a:cubicBezTo>
                  <a:pt x="36963" y="83236"/>
                  <a:pt x="36565" y="84605"/>
                  <a:pt x="36217" y="85974"/>
                </a:cubicBezTo>
                <a:lnTo>
                  <a:pt x="36217" y="85999"/>
                </a:lnTo>
                <a:cubicBezTo>
                  <a:pt x="36092" y="86496"/>
                  <a:pt x="36018" y="86969"/>
                  <a:pt x="35918" y="87467"/>
                </a:cubicBezTo>
                <a:cubicBezTo>
                  <a:pt x="35918" y="87517"/>
                  <a:pt x="35893" y="87592"/>
                  <a:pt x="35893" y="87641"/>
                </a:cubicBezTo>
                <a:cubicBezTo>
                  <a:pt x="35818" y="88015"/>
                  <a:pt x="35769" y="88438"/>
                  <a:pt x="35694" y="88811"/>
                </a:cubicBezTo>
                <a:cubicBezTo>
                  <a:pt x="35644" y="88836"/>
                  <a:pt x="35644" y="88836"/>
                  <a:pt x="35594" y="88836"/>
                </a:cubicBezTo>
                <a:cubicBezTo>
                  <a:pt x="35769" y="87741"/>
                  <a:pt x="35968" y="86621"/>
                  <a:pt x="36291" y="85476"/>
                </a:cubicBezTo>
                <a:cubicBezTo>
                  <a:pt x="36316" y="85376"/>
                  <a:pt x="36341" y="85277"/>
                  <a:pt x="36391" y="85152"/>
                </a:cubicBezTo>
                <a:cubicBezTo>
                  <a:pt x="36690" y="84032"/>
                  <a:pt x="37038" y="82912"/>
                  <a:pt x="37436" y="81792"/>
                </a:cubicBezTo>
                <a:close/>
                <a:moveTo>
                  <a:pt x="58395" y="85999"/>
                </a:moveTo>
                <a:cubicBezTo>
                  <a:pt x="58768" y="86944"/>
                  <a:pt x="59117" y="87865"/>
                  <a:pt x="59390" y="88836"/>
                </a:cubicBezTo>
                <a:cubicBezTo>
                  <a:pt x="59365" y="88836"/>
                  <a:pt x="59365" y="88861"/>
                  <a:pt x="59341" y="88861"/>
                </a:cubicBezTo>
                <a:cubicBezTo>
                  <a:pt x="59067" y="87915"/>
                  <a:pt x="58718" y="86969"/>
                  <a:pt x="58345" y="86024"/>
                </a:cubicBezTo>
                <a:cubicBezTo>
                  <a:pt x="58370" y="86024"/>
                  <a:pt x="58370" y="86024"/>
                  <a:pt x="58395" y="85999"/>
                </a:cubicBezTo>
                <a:close/>
                <a:moveTo>
                  <a:pt x="42191" y="86372"/>
                </a:moveTo>
                <a:lnTo>
                  <a:pt x="42191" y="86422"/>
                </a:lnTo>
                <a:cubicBezTo>
                  <a:pt x="40050" y="87417"/>
                  <a:pt x="37909" y="88289"/>
                  <a:pt x="35818" y="89010"/>
                </a:cubicBezTo>
                <a:lnTo>
                  <a:pt x="35818" y="88961"/>
                </a:lnTo>
                <a:cubicBezTo>
                  <a:pt x="37909" y="88239"/>
                  <a:pt x="40050" y="87368"/>
                  <a:pt x="42191" y="86372"/>
                </a:cubicBezTo>
                <a:close/>
                <a:moveTo>
                  <a:pt x="61705" y="87492"/>
                </a:moveTo>
                <a:cubicBezTo>
                  <a:pt x="61705" y="87517"/>
                  <a:pt x="61730" y="87517"/>
                  <a:pt x="61730" y="87567"/>
                </a:cubicBezTo>
                <a:cubicBezTo>
                  <a:pt x="61058" y="88065"/>
                  <a:pt x="60336" y="88513"/>
                  <a:pt x="59664" y="89010"/>
                </a:cubicBezTo>
                <a:cubicBezTo>
                  <a:pt x="59664" y="88986"/>
                  <a:pt x="59664" y="88986"/>
                  <a:pt x="59614" y="88961"/>
                </a:cubicBezTo>
                <a:cubicBezTo>
                  <a:pt x="60336" y="88463"/>
                  <a:pt x="61033" y="87990"/>
                  <a:pt x="61705" y="87492"/>
                </a:cubicBezTo>
                <a:close/>
                <a:moveTo>
                  <a:pt x="80598" y="71263"/>
                </a:moveTo>
                <a:cubicBezTo>
                  <a:pt x="83211" y="73304"/>
                  <a:pt x="85875" y="75246"/>
                  <a:pt x="88364" y="76814"/>
                </a:cubicBezTo>
                <a:cubicBezTo>
                  <a:pt x="84804" y="81269"/>
                  <a:pt x="80448" y="85476"/>
                  <a:pt x="75520" y="89010"/>
                </a:cubicBezTo>
                <a:cubicBezTo>
                  <a:pt x="74101" y="86447"/>
                  <a:pt x="72384" y="83659"/>
                  <a:pt x="70492" y="80971"/>
                </a:cubicBezTo>
                <a:cubicBezTo>
                  <a:pt x="74051" y="77884"/>
                  <a:pt x="77436" y="74648"/>
                  <a:pt x="80598" y="71263"/>
                </a:cubicBezTo>
                <a:close/>
                <a:moveTo>
                  <a:pt x="88948" y="88600"/>
                </a:moveTo>
                <a:lnTo>
                  <a:pt x="88948" y="88600"/>
                </a:lnTo>
                <a:cubicBezTo>
                  <a:pt x="88796" y="88744"/>
                  <a:pt x="88644" y="88888"/>
                  <a:pt x="88488" y="89035"/>
                </a:cubicBezTo>
                <a:lnTo>
                  <a:pt x="88470" y="89071"/>
                </a:lnTo>
                <a:lnTo>
                  <a:pt x="88470" y="89071"/>
                </a:lnTo>
                <a:lnTo>
                  <a:pt x="88563" y="88986"/>
                </a:lnTo>
                <a:lnTo>
                  <a:pt x="88948" y="88600"/>
                </a:lnTo>
                <a:close/>
                <a:moveTo>
                  <a:pt x="35594" y="89010"/>
                </a:moveTo>
                <a:lnTo>
                  <a:pt x="35594" y="89085"/>
                </a:lnTo>
                <a:lnTo>
                  <a:pt x="35545" y="89085"/>
                </a:lnTo>
                <a:lnTo>
                  <a:pt x="35545" y="89060"/>
                </a:lnTo>
                <a:cubicBezTo>
                  <a:pt x="35570" y="89060"/>
                  <a:pt x="35594" y="89010"/>
                  <a:pt x="35594" y="89010"/>
                </a:cubicBezTo>
                <a:close/>
                <a:moveTo>
                  <a:pt x="43983" y="85775"/>
                </a:moveTo>
                <a:lnTo>
                  <a:pt x="43983" y="85775"/>
                </a:lnTo>
                <a:cubicBezTo>
                  <a:pt x="43734" y="86895"/>
                  <a:pt x="43410" y="87990"/>
                  <a:pt x="42937" y="89085"/>
                </a:cubicBezTo>
                <a:cubicBezTo>
                  <a:pt x="42738" y="88239"/>
                  <a:pt x="42639" y="87343"/>
                  <a:pt x="42639" y="86447"/>
                </a:cubicBezTo>
                <a:cubicBezTo>
                  <a:pt x="43062" y="86223"/>
                  <a:pt x="43535" y="85999"/>
                  <a:pt x="43983" y="85775"/>
                </a:cubicBezTo>
                <a:close/>
                <a:moveTo>
                  <a:pt x="59490" y="89060"/>
                </a:moveTo>
                <a:cubicBezTo>
                  <a:pt x="59490" y="89085"/>
                  <a:pt x="59490" y="89085"/>
                  <a:pt x="59540" y="89110"/>
                </a:cubicBezTo>
                <a:cubicBezTo>
                  <a:pt x="59490" y="89110"/>
                  <a:pt x="59490" y="89135"/>
                  <a:pt x="59465" y="89135"/>
                </a:cubicBezTo>
                <a:cubicBezTo>
                  <a:pt x="59440" y="89110"/>
                  <a:pt x="59440" y="89085"/>
                  <a:pt x="59440" y="89085"/>
                </a:cubicBezTo>
                <a:cubicBezTo>
                  <a:pt x="59465" y="89085"/>
                  <a:pt x="59465" y="89060"/>
                  <a:pt x="59490" y="89060"/>
                </a:cubicBezTo>
                <a:close/>
                <a:moveTo>
                  <a:pt x="70318" y="81120"/>
                </a:moveTo>
                <a:cubicBezTo>
                  <a:pt x="72234" y="83833"/>
                  <a:pt x="73927" y="86571"/>
                  <a:pt x="75370" y="89160"/>
                </a:cubicBezTo>
                <a:lnTo>
                  <a:pt x="75346" y="89210"/>
                </a:lnTo>
                <a:cubicBezTo>
                  <a:pt x="73902" y="86596"/>
                  <a:pt x="72184" y="83833"/>
                  <a:pt x="70293" y="81145"/>
                </a:cubicBezTo>
                <a:lnTo>
                  <a:pt x="70318" y="81120"/>
                </a:lnTo>
                <a:close/>
                <a:moveTo>
                  <a:pt x="88538" y="76938"/>
                </a:moveTo>
                <a:cubicBezTo>
                  <a:pt x="88563" y="76938"/>
                  <a:pt x="88563" y="76988"/>
                  <a:pt x="88588" y="76988"/>
                </a:cubicBezTo>
                <a:cubicBezTo>
                  <a:pt x="84978" y="81468"/>
                  <a:pt x="80598" y="85700"/>
                  <a:pt x="75644" y="89234"/>
                </a:cubicBezTo>
                <a:cubicBezTo>
                  <a:pt x="75619" y="89234"/>
                  <a:pt x="75619" y="89234"/>
                  <a:pt x="75619" y="89210"/>
                </a:cubicBezTo>
                <a:cubicBezTo>
                  <a:pt x="80573" y="85650"/>
                  <a:pt x="84954" y="81419"/>
                  <a:pt x="88538" y="76938"/>
                </a:cubicBezTo>
                <a:close/>
                <a:moveTo>
                  <a:pt x="42440" y="86496"/>
                </a:moveTo>
                <a:cubicBezTo>
                  <a:pt x="42489" y="87492"/>
                  <a:pt x="42614" y="88413"/>
                  <a:pt x="42788" y="89334"/>
                </a:cubicBezTo>
                <a:cubicBezTo>
                  <a:pt x="42788" y="89359"/>
                  <a:pt x="42763" y="89384"/>
                  <a:pt x="42763" y="89434"/>
                </a:cubicBezTo>
                <a:cubicBezTo>
                  <a:pt x="42514" y="88513"/>
                  <a:pt x="42390" y="87567"/>
                  <a:pt x="42390" y="86521"/>
                </a:cubicBezTo>
                <a:cubicBezTo>
                  <a:pt x="42415" y="86521"/>
                  <a:pt x="42415" y="86496"/>
                  <a:pt x="42440" y="86496"/>
                </a:cubicBezTo>
                <a:close/>
                <a:moveTo>
                  <a:pt x="44173" y="85695"/>
                </a:moveTo>
                <a:lnTo>
                  <a:pt x="44173" y="85695"/>
                </a:lnTo>
                <a:cubicBezTo>
                  <a:pt x="43924" y="86974"/>
                  <a:pt x="43528" y="88228"/>
                  <a:pt x="42987" y="89458"/>
                </a:cubicBezTo>
                <a:lnTo>
                  <a:pt x="42987" y="89434"/>
                </a:lnTo>
                <a:cubicBezTo>
                  <a:pt x="43528" y="88228"/>
                  <a:pt x="43924" y="86974"/>
                  <a:pt x="44173" y="85695"/>
                </a:cubicBezTo>
                <a:close/>
                <a:moveTo>
                  <a:pt x="37187" y="81867"/>
                </a:moveTo>
                <a:lnTo>
                  <a:pt x="37187" y="81867"/>
                </a:lnTo>
                <a:cubicBezTo>
                  <a:pt x="36316" y="84306"/>
                  <a:pt x="35719" y="86671"/>
                  <a:pt x="35395" y="88911"/>
                </a:cubicBezTo>
                <a:cubicBezTo>
                  <a:pt x="34400" y="89259"/>
                  <a:pt x="33404" y="89558"/>
                  <a:pt x="32433" y="89832"/>
                </a:cubicBezTo>
                <a:cubicBezTo>
                  <a:pt x="32284" y="87268"/>
                  <a:pt x="32458" y="84779"/>
                  <a:pt x="32981" y="82489"/>
                </a:cubicBezTo>
                <a:cubicBezTo>
                  <a:pt x="34474" y="82389"/>
                  <a:pt x="35893" y="82215"/>
                  <a:pt x="37187" y="81867"/>
                </a:cubicBezTo>
                <a:close/>
                <a:moveTo>
                  <a:pt x="93631" y="88605"/>
                </a:moveTo>
                <a:lnTo>
                  <a:pt x="93631" y="88605"/>
                </a:lnTo>
                <a:cubicBezTo>
                  <a:pt x="93444" y="88800"/>
                  <a:pt x="93259" y="88988"/>
                  <a:pt x="93093" y="89185"/>
                </a:cubicBezTo>
                <a:cubicBezTo>
                  <a:pt x="92862" y="89418"/>
                  <a:pt x="92629" y="89652"/>
                  <a:pt x="92395" y="89884"/>
                </a:cubicBezTo>
                <a:lnTo>
                  <a:pt x="92395" y="89884"/>
                </a:lnTo>
                <a:cubicBezTo>
                  <a:pt x="92440" y="89839"/>
                  <a:pt x="92482" y="89796"/>
                  <a:pt x="92520" y="89757"/>
                </a:cubicBezTo>
                <a:cubicBezTo>
                  <a:pt x="92794" y="89458"/>
                  <a:pt x="93143" y="89135"/>
                  <a:pt x="93441" y="88786"/>
                </a:cubicBezTo>
                <a:lnTo>
                  <a:pt x="93631" y="88605"/>
                </a:lnTo>
                <a:close/>
                <a:moveTo>
                  <a:pt x="32807" y="82489"/>
                </a:moveTo>
                <a:cubicBezTo>
                  <a:pt x="32284" y="84804"/>
                  <a:pt x="32110" y="87293"/>
                  <a:pt x="32284" y="89882"/>
                </a:cubicBezTo>
                <a:cubicBezTo>
                  <a:pt x="32234" y="89882"/>
                  <a:pt x="32234" y="89882"/>
                  <a:pt x="32209" y="89931"/>
                </a:cubicBezTo>
                <a:cubicBezTo>
                  <a:pt x="32035" y="87343"/>
                  <a:pt x="32209" y="84804"/>
                  <a:pt x="32732" y="82489"/>
                </a:cubicBezTo>
                <a:close/>
                <a:moveTo>
                  <a:pt x="35346" y="89110"/>
                </a:moveTo>
                <a:lnTo>
                  <a:pt x="35346" y="89160"/>
                </a:lnTo>
                <a:cubicBezTo>
                  <a:pt x="34400" y="89508"/>
                  <a:pt x="33429" y="89782"/>
                  <a:pt x="32458" y="90081"/>
                </a:cubicBezTo>
                <a:lnTo>
                  <a:pt x="32458" y="90031"/>
                </a:lnTo>
                <a:cubicBezTo>
                  <a:pt x="33404" y="89757"/>
                  <a:pt x="34350" y="89458"/>
                  <a:pt x="35346" y="89110"/>
                </a:cubicBezTo>
                <a:close/>
                <a:moveTo>
                  <a:pt x="88737" y="77063"/>
                </a:moveTo>
                <a:cubicBezTo>
                  <a:pt x="88936" y="77187"/>
                  <a:pt x="89110" y="77312"/>
                  <a:pt x="89309" y="77411"/>
                </a:cubicBezTo>
                <a:cubicBezTo>
                  <a:pt x="89285" y="77436"/>
                  <a:pt x="89235" y="77511"/>
                  <a:pt x="89185" y="77536"/>
                </a:cubicBezTo>
                <a:cubicBezTo>
                  <a:pt x="89061" y="77685"/>
                  <a:pt x="88936" y="77809"/>
                  <a:pt x="88787" y="77959"/>
                </a:cubicBezTo>
                <a:cubicBezTo>
                  <a:pt x="88189" y="78631"/>
                  <a:pt x="87567" y="79278"/>
                  <a:pt x="86970" y="79900"/>
                </a:cubicBezTo>
                <a:cubicBezTo>
                  <a:pt x="86721" y="80149"/>
                  <a:pt x="86497" y="80398"/>
                  <a:pt x="86248" y="80647"/>
                </a:cubicBezTo>
                <a:cubicBezTo>
                  <a:pt x="85800" y="81145"/>
                  <a:pt x="85302" y="81618"/>
                  <a:pt x="84829" y="82116"/>
                </a:cubicBezTo>
                <a:cubicBezTo>
                  <a:pt x="84481" y="82439"/>
                  <a:pt x="84107" y="82788"/>
                  <a:pt x="83759" y="83136"/>
                </a:cubicBezTo>
                <a:cubicBezTo>
                  <a:pt x="83336" y="83534"/>
                  <a:pt x="82937" y="83933"/>
                  <a:pt x="82489" y="84381"/>
                </a:cubicBezTo>
                <a:cubicBezTo>
                  <a:pt x="82191" y="84655"/>
                  <a:pt x="81867" y="84978"/>
                  <a:pt x="81568" y="85252"/>
                </a:cubicBezTo>
                <a:cubicBezTo>
                  <a:pt x="80971" y="85775"/>
                  <a:pt x="80398" y="86297"/>
                  <a:pt x="79826" y="86845"/>
                </a:cubicBezTo>
                <a:cubicBezTo>
                  <a:pt x="79502" y="87119"/>
                  <a:pt x="79204" y="87368"/>
                  <a:pt x="78905" y="87641"/>
                </a:cubicBezTo>
                <a:lnTo>
                  <a:pt x="77511" y="88861"/>
                </a:lnTo>
                <a:cubicBezTo>
                  <a:pt x="77212" y="89135"/>
                  <a:pt x="76864" y="89434"/>
                  <a:pt x="76515" y="89707"/>
                </a:cubicBezTo>
                <a:lnTo>
                  <a:pt x="76043" y="90081"/>
                </a:lnTo>
                <a:cubicBezTo>
                  <a:pt x="75968" y="89857"/>
                  <a:pt x="75819" y="89633"/>
                  <a:pt x="75744" y="89434"/>
                </a:cubicBezTo>
                <a:cubicBezTo>
                  <a:pt x="80722" y="85849"/>
                  <a:pt x="85128" y="81593"/>
                  <a:pt x="88737" y="77063"/>
                </a:cubicBezTo>
                <a:close/>
                <a:moveTo>
                  <a:pt x="32284" y="90081"/>
                </a:moveTo>
                <a:lnTo>
                  <a:pt x="32284" y="90106"/>
                </a:lnTo>
                <a:cubicBezTo>
                  <a:pt x="32234" y="90106"/>
                  <a:pt x="32234" y="90106"/>
                  <a:pt x="32209" y="90131"/>
                </a:cubicBezTo>
                <a:lnTo>
                  <a:pt x="32209" y="90081"/>
                </a:lnTo>
                <a:close/>
                <a:moveTo>
                  <a:pt x="8040" y="73055"/>
                </a:moveTo>
                <a:cubicBezTo>
                  <a:pt x="9384" y="74424"/>
                  <a:pt x="10927" y="75669"/>
                  <a:pt x="12645" y="76789"/>
                </a:cubicBezTo>
                <a:lnTo>
                  <a:pt x="12670" y="76814"/>
                </a:lnTo>
                <a:cubicBezTo>
                  <a:pt x="12695" y="76864"/>
                  <a:pt x="12744" y="76913"/>
                  <a:pt x="12769" y="76938"/>
                </a:cubicBezTo>
                <a:lnTo>
                  <a:pt x="12894" y="77063"/>
                </a:lnTo>
                <a:cubicBezTo>
                  <a:pt x="12944" y="77162"/>
                  <a:pt x="13043" y="77237"/>
                  <a:pt x="13118" y="77312"/>
                </a:cubicBezTo>
                <a:cubicBezTo>
                  <a:pt x="13242" y="77411"/>
                  <a:pt x="13317" y="77536"/>
                  <a:pt x="13441" y="77635"/>
                </a:cubicBezTo>
                <a:cubicBezTo>
                  <a:pt x="13616" y="77785"/>
                  <a:pt x="13790" y="77934"/>
                  <a:pt x="13989" y="78108"/>
                </a:cubicBezTo>
                <a:cubicBezTo>
                  <a:pt x="14113" y="78183"/>
                  <a:pt x="14238" y="78282"/>
                  <a:pt x="14313" y="78382"/>
                </a:cubicBezTo>
                <a:cubicBezTo>
                  <a:pt x="14512" y="78531"/>
                  <a:pt x="14686" y="78656"/>
                  <a:pt x="14910" y="78805"/>
                </a:cubicBezTo>
                <a:cubicBezTo>
                  <a:pt x="15034" y="78905"/>
                  <a:pt x="15159" y="78954"/>
                  <a:pt x="15283" y="79029"/>
                </a:cubicBezTo>
                <a:cubicBezTo>
                  <a:pt x="15507" y="79154"/>
                  <a:pt x="15682" y="79303"/>
                  <a:pt x="15906" y="79427"/>
                </a:cubicBezTo>
                <a:lnTo>
                  <a:pt x="16279" y="79627"/>
                </a:lnTo>
                <a:lnTo>
                  <a:pt x="16304" y="79627"/>
                </a:lnTo>
                <a:cubicBezTo>
                  <a:pt x="15632" y="81618"/>
                  <a:pt x="15034" y="83559"/>
                  <a:pt x="14561" y="85501"/>
                </a:cubicBezTo>
                <a:cubicBezTo>
                  <a:pt x="13889" y="87019"/>
                  <a:pt x="13367" y="88587"/>
                  <a:pt x="12944" y="90155"/>
                </a:cubicBezTo>
                <a:cubicBezTo>
                  <a:pt x="9658" y="88861"/>
                  <a:pt x="7044" y="86770"/>
                  <a:pt x="5227" y="83958"/>
                </a:cubicBezTo>
                <a:lnTo>
                  <a:pt x="5227" y="83858"/>
                </a:lnTo>
                <a:lnTo>
                  <a:pt x="5227" y="83833"/>
                </a:lnTo>
                <a:cubicBezTo>
                  <a:pt x="5327" y="83111"/>
                  <a:pt x="5451" y="82389"/>
                  <a:pt x="5601" y="81668"/>
                </a:cubicBezTo>
                <a:cubicBezTo>
                  <a:pt x="5650" y="81593"/>
                  <a:pt x="5650" y="81493"/>
                  <a:pt x="5675" y="81419"/>
                </a:cubicBezTo>
                <a:cubicBezTo>
                  <a:pt x="6198" y="78730"/>
                  <a:pt x="7019" y="75918"/>
                  <a:pt x="8040" y="73055"/>
                </a:cubicBezTo>
                <a:close/>
                <a:moveTo>
                  <a:pt x="14362" y="86397"/>
                </a:moveTo>
                <a:cubicBezTo>
                  <a:pt x="14313" y="86521"/>
                  <a:pt x="14288" y="86646"/>
                  <a:pt x="14288" y="86745"/>
                </a:cubicBezTo>
                <a:cubicBezTo>
                  <a:pt x="13865" y="87865"/>
                  <a:pt x="13491" y="89010"/>
                  <a:pt x="13192" y="90205"/>
                </a:cubicBezTo>
                <a:cubicBezTo>
                  <a:pt x="13168" y="90205"/>
                  <a:pt x="13143" y="90180"/>
                  <a:pt x="13143" y="90180"/>
                </a:cubicBezTo>
                <a:cubicBezTo>
                  <a:pt x="13441" y="88886"/>
                  <a:pt x="13865" y="87617"/>
                  <a:pt x="14362" y="86397"/>
                </a:cubicBezTo>
                <a:close/>
                <a:moveTo>
                  <a:pt x="75570" y="89533"/>
                </a:moveTo>
                <a:cubicBezTo>
                  <a:pt x="75694" y="89757"/>
                  <a:pt x="75794" y="89981"/>
                  <a:pt x="75918" y="90205"/>
                </a:cubicBezTo>
                <a:lnTo>
                  <a:pt x="75893" y="90230"/>
                </a:lnTo>
                <a:lnTo>
                  <a:pt x="75520" y="89583"/>
                </a:lnTo>
                <a:lnTo>
                  <a:pt x="75570" y="89533"/>
                </a:lnTo>
                <a:close/>
                <a:moveTo>
                  <a:pt x="89459" y="77511"/>
                </a:moveTo>
                <a:cubicBezTo>
                  <a:pt x="89484" y="77511"/>
                  <a:pt x="89484" y="77536"/>
                  <a:pt x="89509" y="77536"/>
                </a:cubicBezTo>
                <a:cubicBezTo>
                  <a:pt x="89110" y="77984"/>
                  <a:pt x="88737" y="78407"/>
                  <a:pt x="88339" y="78805"/>
                </a:cubicBezTo>
                <a:cubicBezTo>
                  <a:pt x="87990" y="79178"/>
                  <a:pt x="87642" y="79552"/>
                  <a:pt x="87318" y="79900"/>
                </a:cubicBezTo>
                <a:cubicBezTo>
                  <a:pt x="86945" y="80299"/>
                  <a:pt x="86522" y="80722"/>
                  <a:pt x="86148" y="81120"/>
                </a:cubicBezTo>
                <a:cubicBezTo>
                  <a:pt x="85949" y="81344"/>
                  <a:pt x="85750" y="81543"/>
                  <a:pt x="85526" y="81742"/>
                </a:cubicBezTo>
                <a:cubicBezTo>
                  <a:pt x="84879" y="82414"/>
                  <a:pt x="84207" y="83086"/>
                  <a:pt x="83510" y="83734"/>
                </a:cubicBezTo>
                <a:lnTo>
                  <a:pt x="82863" y="84381"/>
                </a:lnTo>
                <a:cubicBezTo>
                  <a:pt x="82340" y="84879"/>
                  <a:pt x="81792" y="85376"/>
                  <a:pt x="81245" y="85874"/>
                </a:cubicBezTo>
                <a:cubicBezTo>
                  <a:pt x="80847" y="86248"/>
                  <a:pt x="80473" y="86596"/>
                  <a:pt x="80050" y="86969"/>
                </a:cubicBezTo>
                <a:cubicBezTo>
                  <a:pt x="79677" y="87318"/>
                  <a:pt x="79303" y="87617"/>
                  <a:pt x="78930" y="87965"/>
                </a:cubicBezTo>
                <a:cubicBezTo>
                  <a:pt x="78532" y="88338"/>
                  <a:pt x="78108" y="88712"/>
                  <a:pt x="77660" y="89060"/>
                </a:cubicBezTo>
                <a:lnTo>
                  <a:pt x="76441" y="90081"/>
                </a:lnTo>
                <a:cubicBezTo>
                  <a:pt x="76366" y="90131"/>
                  <a:pt x="76291" y="90205"/>
                  <a:pt x="76192" y="90255"/>
                </a:cubicBezTo>
                <a:cubicBezTo>
                  <a:pt x="76192" y="90230"/>
                  <a:pt x="76167" y="90230"/>
                  <a:pt x="76167" y="90205"/>
                </a:cubicBezTo>
                <a:cubicBezTo>
                  <a:pt x="76341" y="90106"/>
                  <a:pt x="76491" y="89981"/>
                  <a:pt x="76640" y="89857"/>
                </a:cubicBezTo>
                <a:cubicBezTo>
                  <a:pt x="76914" y="89608"/>
                  <a:pt x="77212" y="89384"/>
                  <a:pt x="77511" y="89135"/>
                </a:cubicBezTo>
                <a:cubicBezTo>
                  <a:pt x="78034" y="88712"/>
                  <a:pt x="78581" y="88239"/>
                  <a:pt x="79079" y="87766"/>
                </a:cubicBezTo>
                <a:lnTo>
                  <a:pt x="79901" y="87019"/>
                </a:lnTo>
                <a:cubicBezTo>
                  <a:pt x="80523" y="86472"/>
                  <a:pt x="81145" y="85899"/>
                  <a:pt x="81743" y="85351"/>
                </a:cubicBezTo>
                <a:cubicBezTo>
                  <a:pt x="81991" y="85103"/>
                  <a:pt x="82265" y="84854"/>
                  <a:pt x="82514" y="84605"/>
                </a:cubicBezTo>
                <a:cubicBezTo>
                  <a:pt x="83062" y="84107"/>
                  <a:pt x="83560" y="83609"/>
                  <a:pt x="84082" y="83111"/>
                </a:cubicBezTo>
                <a:lnTo>
                  <a:pt x="84655" y="82514"/>
                </a:lnTo>
                <a:cubicBezTo>
                  <a:pt x="85277" y="81892"/>
                  <a:pt x="85899" y="81269"/>
                  <a:pt x="86497" y="80647"/>
                </a:cubicBezTo>
                <a:lnTo>
                  <a:pt x="86995" y="80149"/>
                </a:lnTo>
                <a:cubicBezTo>
                  <a:pt x="87692" y="79427"/>
                  <a:pt x="88364" y="78730"/>
                  <a:pt x="89011" y="78009"/>
                </a:cubicBezTo>
                <a:cubicBezTo>
                  <a:pt x="89061" y="77984"/>
                  <a:pt x="89085" y="77934"/>
                  <a:pt x="89085" y="77909"/>
                </a:cubicBezTo>
                <a:cubicBezTo>
                  <a:pt x="89210" y="77785"/>
                  <a:pt x="89334" y="77635"/>
                  <a:pt x="89459" y="77511"/>
                </a:cubicBezTo>
                <a:close/>
                <a:moveTo>
                  <a:pt x="5202" y="84256"/>
                </a:moveTo>
                <a:cubicBezTo>
                  <a:pt x="7044" y="86994"/>
                  <a:pt x="9633" y="89060"/>
                  <a:pt x="12919" y="90305"/>
                </a:cubicBezTo>
                <a:lnTo>
                  <a:pt x="12919" y="90355"/>
                </a:lnTo>
                <a:cubicBezTo>
                  <a:pt x="9658" y="89110"/>
                  <a:pt x="7044" y="87094"/>
                  <a:pt x="5202" y="84356"/>
                </a:cubicBezTo>
                <a:cubicBezTo>
                  <a:pt x="5178" y="84331"/>
                  <a:pt x="5202" y="84281"/>
                  <a:pt x="5202" y="84256"/>
                </a:cubicBezTo>
                <a:close/>
                <a:moveTo>
                  <a:pt x="14064" y="87890"/>
                </a:moveTo>
                <a:lnTo>
                  <a:pt x="14064" y="87890"/>
                </a:lnTo>
                <a:cubicBezTo>
                  <a:pt x="13914" y="88737"/>
                  <a:pt x="13790" y="89558"/>
                  <a:pt x="13690" y="90355"/>
                </a:cubicBezTo>
                <a:cubicBezTo>
                  <a:pt x="13616" y="90330"/>
                  <a:pt x="13491" y="90305"/>
                  <a:pt x="13392" y="90255"/>
                </a:cubicBezTo>
                <a:cubicBezTo>
                  <a:pt x="13566" y="89483"/>
                  <a:pt x="13790" y="88662"/>
                  <a:pt x="14064" y="87890"/>
                </a:cubicBezTo>
                <a:close/>
                <a:moveTo>
                  <a:pt x="13118" y="90355"/>
                </a:moveTo>
                <a:cubicBezTo>
                  <a:pt x="13143" y="90379"/>
                  <a:pt x="13168" y="90379"/>
                  <a:pt x="13168" y="90379"/>
                </a:cubicBezTo>
                <a:lnTo>
                  <a:pt x="13168" y="90454"/>
                </a:lnTo>
                <a:lnTo>
                  <a:pt x="13118" y="90454"/>
                </a:lnTo>
                <a:cubicBezTo>
                  <a:pt x="13068" y="90379"/>
                  <a:pt x="13068" y="90379"/>
                  <a:pt x="13118" y="90355"/>
                </a:cubicBezTo>
                <a:close/>
                <a:moveTo>
                  <a:pt x="14611" y="86496"/>
                </a:moveTo>
                <a:lnTo>
                  <a:pt x="14611" y="86496"/>
                </a:lnTo>
                <a:cubicBezTo>
                  <a:pt x="14313" y="87841"/>
                  <a:pt x="14113" y="89135"/>
                  <a:pt x="13939" y="90454"/>
                </a:cubicBezTo>
                <a:cubicBezTo>
                  <a:pt x="13914" y="90454"/>
                  <a:pt x="13889" y="90404"/>
                  <a:pt x="13865" y="90404"/>
                </a:cubicBezTo>
                <a:cubicBezTo>
                  <a:pt x="14014" y="89234"/>
                  <a:pt x="14188" y="88040"/>
                  <a:pt x="14437" y="86845"/>
                </a:cubicBezTo>
                <a:cubicBezTo>
                  <a:pt x="14487" y="86720"/>
                  <a:pt x="14537" y="86621"/>
                  <a:pt x="14611" y="86496"/>
                </a:cubicBezTo>
                <a:close/>
                <a:moveTo>
                  <a:pt x="75993" y="90379"/>
                </a:moveTo>
                <a:cubicBezTo>
                  <a:pt x="75993" y="90404"/>
                  <a:pt x="76018" y="90404"/>
                  <a:pt x="76018" y="90454"/>
                </a:cubicBezTo>
                <a:lnTo>
                  <a:pt x="75993" y="90479"/>
                </a:lnTo>
                <a:cubicBezTo>
                  <a:pt x="75993" y="90454"/>
                  <a:pt x="75993" y="90404"/>
                  <a:pt x="75968" y="90404"/>
                </a:cubicBezTo>
                <a:lnTo>
                  <a:pt x="75993" y="90379"/>
                </a:lnTo>
                <a:close/>
                <a:moveTo>
                  <a:pt x="13317" y="90454"/>
                </a:moveTo>
                <a:cubicBezTo>
                  <a:pt x="13441" y="90479"/>
                  <a:pt x="13541" y="90504"/>
                  <a:pt x="13665" y="90579"/>
                </a:cubicBezTo>
                <a:lnTo>
                  <a:pt x="13665" y="90628"/>
                </a:lnTo>
                <a:cubicBezTo>
                  <a:pt x="13541" y="90603"/>
                  <a:pt x="13441" y="90579"/>
                  <a:pt x="13317" y="90529"/>
                </a:cubicBezTo>
                <a:lnTo>
                  <a:pt x="13317" y="90454"/>
                </a:lnTo>
                <a:close/>
                <a:moveTo>
                  <a:pt x="88470" y="89071"/>
                </a:moveTo>
                <a:lnTo>
                  <a:pt x="88239" y="89284"/>
                </a:lnTo>
                <a:lnTo>
                  <a:pt x="87044" y="90404"/>
                </a:lnTo>
                <a:cubicBezTo>
                  <a:pt x="86970" y="90479"/>
                  <a:pt x="86895" y="90563"/>
                  <a:pt x="86820" y="90634"/>
                </a:cubicBezTo>
                <a:lnTo>
                  <a:pt x="86820" y="90634"/>
                </a:lnTo>
                <a:cubicBezTo>
                  <a:pt x="86870" y="90588"/>
                  <a:pt x="86920" y="90544"/>
                  <a:pt x="86970" y="90504"/>
                </a:cubicBezTo>
                <a:cubicBezTo>
                  <a:pt x="87368" y="90131"/>
                  <a:pt x="87791" y="89757"/>
                  <a:pt x="88189" y="89359"/>
                </a:cubicBezTo>
                <a:lnTo>
                  <a:pt x="88289" y="89259"/>
                </a:lnTo>
                <a:lnTo>
                  <a:pt x="88463" y="89085"/>
                </a:lnTo>
                <a:lnTo>
                  <a:pt x="88470" y="89071"/>
                </a:lnTo>
                <a:close/>
                <a:moveTo>
                  <a:pt x="86820" y="90634"/>
                </a:moveTo>
                <a:lnTo>
                  <a:pt x="86820" y="90634"/>
                </a:lnTo>
                <a:cubicBezTo>
                  <a:pt x="86813" y="90640"/>
                  <a:pt x="86806" y="90647"/>
                  <a:pt x="86799" y="90654"/>
                </a:cubicBezTo>
                <a:lnTo>
                  <a:pt x="86799" y="90654"/>
                </a:lnTo>
                <a:cubicBezTo>
                  <a:pt x="86806" y="90647"/>
                  <a:pt x="86813" y="90641"/>
                  <a:pt x="86820" y="90634"/>
                </a:cubicBezTo>
                <a:close/>
                <a:moveTo>
                  <a:pt x="13865" y="90603"/>
                </a:moveTo>
                <a:cubicBezTo>
                  <a:pt x="13889" y="90603"/>
                  <a:pt x="13889" y="90603"/>
                  <a:pt x="13914" y="90628"/>
                </a:cubicBezTo>
                <a:lnTo>
                  <a:pt x="13914" y="90678"/>
                </a:lnTo>
                <a:cubicBezTo>
                  <a:pt x="13889" y="90678"/>
                  <a:pt x="13889" y="90678"/>
                  <a:pt x="13865" y="90628"/>
                </a:cubicBezTo>
                <a:cubicBezTo>
                  <a:pt x="13815" y="90628"/>
                  <a:pt x="13865" y="90628"/>
                  <a:pt x="13865" y="90603"/>
                </a:cubicBezTo>
                <a:close/>
                <a:moveTo>
                  <a:pt x="27505" y="82265"/>
                </a:moveTo>
                <a:cubicBezTo>
                  <a:pt x="28849" y="82464"/>
                  <a:pt x="30193" y="82539"/>
                  <a:pt x="31537" y="82539"/>
                </a:cubicBezTo>
                <a:cubicBezTo>
                  <a:pt x="31861" y="82539"/>
                  <a:pt x="32184" y="82514"/>
                  <a:pt x="32533" y="82514"/>
                </a:cubicBezTo>
                <a:cubicBezTo>
                  <a:pt x="32035" y="84854"/>
                  <a:pt x="31861" y="87368"/>
                  <a:pt x="31985" y="89956"/>
                </a:cubicBezTo>
                <a:cubicBezTo>
                  <a:pt x="29621" y="90603"/>
                  <a:pt x="27355" y="91027"/>
                  <a:pt x="25190" y="91300"/>
                </a:cubicBezTo>
                <a:cubicBezTo>
                  <a:pt x="25613" y="88388"/>
                  <a:pt x="26385" y="85376"/>
                  <a:pt x="27505" y="82265"/>
                </a:cubicBezTo>
                <a:close/>
                <a:moveTo>
                  <a:pt x="1743" y="90504"/>
                </a:moveTo>
                <a:lnTo>
                  <a:pt x="1743" y="90504"/>
                </a:lnTo>
                <a:cubicBezTo>
                  <a:pt x="1792" y="90579"/>
                  <a:pt x="1792" y="90603"/>
                  <a:pt x="1817" y="90678"/>
                </a:cubicBezTo>
                <a:lnTo>
                  <a:pt x="1817" y="90703"/>
                </a:lnTo>
                <a:cubicBezTo>
                  <a:pt x="1842" y="90803"/>
                  <a:pt x="1917" y="90877"/>
                  <a:pt x="1942" y="90977"/>
                </a:cubicBezTo>
                <a:cubicBezTo>
                  <a:pt x="1964" y="91090"/>
                  <a:pt x="1997" y="91204"/>
                  <a:pt x="2036" y="91318"/>
                </a:cubicBezTo>
                <a:lnTo>
                  <a:pt x="2036" y="91318"/>
                </a:lnTo>
                <a:cubicBezTo>
                  <a:pt x="1991" y="91249"/>
                  <a:pt x="1991" y="91224"/>
                  <a:pt x="1967" y="91176"/>
                </a:cubicBezTo>
                <a:cubicBezTo>
                  <a:pt x="1917" y="90952"/>
                  <a:pt x="1817" y="90728"/>
                  <a:pt x="1743" y="90504"/>
                </a:cubicBezTo>
                <a:close/>
                <a:moveTo>
                  <a:pt x="27355" y="82240"/>
                </a:moveTo>
                <a:cubicBezTo>
                  <a:pt x="26235" y="85351"/>
                  <a:pt x="25439" y="88388"/>
                  <a:pt x="24991" y="91325"/>
                </a:cubicBezTo>
                <a:cubicBezTo>
                  <a:pt x="24991" y="91313"/>
                  <a:pt x="24985" y="91307"/>
                  <a:pt x="24975" y="91307"/>
                </a:cubicBezTo>
                <a:cubicBezTo>
                  <a:pt x="24966" y="91307"/>
                  <a:pt x="24954" y="91313"/>
                  <a:pt x="24941" y="91325"/>
                </a:cubicBezTo>
                <a:cubicBezTo>
                  <a:pt x="25364" y="88388"/>
                  <a:pt x="26186" y="85351"/>
                  <a:pt x="27306" y="82240"/>
                </a:cubicBezTo>
                <a:close/>
                <a:moveTo>
                  <a:pt x="18146" y="80373"/>
                </a:moveTo>
                <a:cubicBezTo>
                  <a:pt x="18270" y="80398"/>
                  <a:pt x="18395" y="80473"/>
                  <a:pt x="18544" y="80498"/>
                </a:cubicBezTo>
                <a:cubicBezTo>
                  <a:pt x="18793" y="80597"/>
                  <a:pt x="19042" y="80647"/>
                  <a:pt x="19291" y="80747"/>
                </a:cubicBezTo>
                <a:cubicBezTo>
                  <a:pt x="19465" y="80772"/>
                  <a:pt x="19639" y="80846"/>
                  <a:pt x="19838" y="80871"/>
                </a:cubicBezTo>
                <a:lnTo>
                  <a:pt x="20585" y="81045"/>
                </a:lnTo>
                <a:cubicBezTo>
                  <a:pt x="20734" y="81095"/>
                  <a:pt x="20909" y="81120"/>
                  <a:pt x="21083" y="81145"/>
                </a:cubicBezTo>
                <a:cubicBezTo>
                  <a:pt x="21158" y="81170"/>
                  <a:pt x="21257" y="81170"/>
                  <a:pt x="21357" y="81170"/>
                </a:cubicBezTo>
                <a:lnTo>
                  <a:pt x="21904" y="81269"/>
                </a:lnTo>
                <a:cubicBezTo>
                  <a:pt x="22153" y="81294"/>
                  <a:pt x="22402" y="81344"/>
                  <a:pt x="22651" y="81344"/>
                </a:cubicBezTo>
                <a:cubicBezTo>
                  <a:pt x="22751" y="81344"/>
                  <a:pt x="22850" y="81369"/>
                  <a:pt x="22975" y="81369"/>
                </a:cubicBezTo>
                <a:cubicBezTo>
                  <a:pt x="24344" y="81742"/>
                  <a:pt x="25738" y="82016"/>
                  <a:pt x="27131" y="82240"/>
                </a:cubicBezTo>
                <a:cubicBezTo>
                  <a:pt x="26011" y="85376"/>
                  <a:pt x="25215" y="88463"/>
                  <a:pt x="24767" y="91375"/>
                </a:cubicBezTo>
                <a:cubicBezTo>
                  <a:pt x="23653" y="91474"/>
                  <a:pt x="22564" y="91525"/>
                  <a:pt x="21506" y="91525"/>
                </a:cubicBezTo>
                <a:cubicBezTo>
                  <a:pt x="18829" y="91525"/>
                  <a:pt x="16343" y="91200"/>
                  <a:pt x="14113" y="90504"/>
                </a:cubicBezTo>
                <a:cubicBezTo>
                  <a:pt x="14288" y="88911"/>
                  <a:pt x="14561" y="87268"/>
                  <a:pt x="14985" y="85625"/>
                </a:cubicBezTo>
                <a:cubicBezTo>
                  <a:pt x="15806" y="83783"/>
                  <a:pt x="16876" y="82016"/>
                  <a:pt x="18146" y="80373"/>
                </a:cubicBezTo>
                <a:close/>
                <a:moveTo>
                  <a:pt x="32035" y="90131"/>
                </a:moveTo>
                <a:lnTo>
                  <a:pt x="32035" y="90205"/>
                </a:lnTo>
                <a:cubicBezTo>
                  <a:pt x="29670" y="90852"/>
                  <a:pt x="27355" y="91300"/>
                  <a:pt x="25140" y="91549"/>
                </a:cubicBezTo>
                <a:cubicBezTo>
                  <a:pt x="25140" y="91500"/>
                  <a:pt x="25140" y="91475"/>
                  <a:pt x="25190" y="91475"/>
                </a:cubicBezTo>
                <a:cubicBezTo>
                  <a:pt x="27380" y="91226"/>
                  <a:pt x="29670" y="90803"/>
                  <a:pt x="32035" y="90131"/>
                </a:cubicBezTo>
                <a:close/>
                <a:moveTo>
                  <a:pt x="24966" y="91500"/>
                </a:moveTo>
                <a:lnTo>
                  <a:pt x="24966" y="91574"/>
                </a:lnTo>
                <a:lnTo>
                  <a:pt x="24891" y="91574"/>
                </a:lnTo>
                <a:lnTo>
                  <a:pt x="24891" y="91500"/>
                </a:lnTo>
                <a:close/>
                <a:moveTo>
                  <a:pt x="2041" y="91332"/>
                </a:moveTo>
                <a:cubicBezTo>
                  <a:pt x="2071" y="91418"/>
                  <a:pt x="2104" y="91504"/>
                  <a:pt x="2138" y="91591"/>
                </a:cubicBezTo>
                <a:lnTo>
                  <a:pt x="2138" y="91591"/>
                </a:lnTo>
                <a:cubicBezTo>
                  <a:pt x="2119" y="91560"/>
                  <a:pt x="2101" y="91530"/>
                  <a:pt x="2091" y="91500"/>
                </a:cubicBezTo>
                <a:cubicBezTo>
                  <a:pt x="2091" y="91475"/>
                  <a:pt x="2091" y="91475"/>
                  <a:pt x="2066" y="91450"/>
                </a:cubicBezTo>
                <a:cubicBezTo>
                  <a:pt x="2043" y="91404"/>
                  <a:pt x="2041" y="91359"/>
                  <a:pt x="2041" y="91332"/>
                </a:cubicBezTo>
                <a:close/>
                <a:moveTo>
                  <a:pt x="14064" y="90703"/>
                </a:moveTo>
                <a:cubicBezTo>
                  <a:pt x="16298" y="91389"/>
                  <a:pt x="18732" y="91715"/>
                  <a:pt x="21355" y="91715"/>
                </a:cubicBezTo>
                <a:cubicBezTo>
                  <a:pt x="22444" y="91715"/>
                  <a:pt x="23564" y="91659"/>
                  <a:pt x="24717" y="91549"/>
                </a:cubicBezTo>
                <a:lnTo>
                  <a:pt x="24717" y="91599"/>
                </a:lnTo>
                <a:cubicBezTo>
                  <a:pt x="23572" y="91724"/>
                  <a:pt x="22402" y="91798"/>
                  <a:pt x="21332" y="91798"/>
                </a:cubicBezTo>
                <a:cubicBezTo>
                  <a:pt x="18668" y="91798"/>
                  <a:pt x="16254" y="91450"/>
                  <a:pt x="14064" y="90753"/>
                </a:cubicBezTo>
                <a:lnTo>
                  <a:pt x="14064" y="90703"/>
                </a:lnTo>
                <a:close/>
                <a:moveTo>
                  <a:pt x="46397" y="84505"/>
                </a:moveTo>
                <a:cubicBezTo>
                  <a:pt x="46422" y="84655"/>
                  <a:pt x="46422" y="84779"/>
                  <a:pt x="46447" y="84928"/>
                </a:cubicBezTo>
                <a:cubicBezTo>
                  <a:pt x="46497" y="85252"/>
                  <a:pt x="46522" y="85600"/>
                  <a:pt x="46547" y="85899"/>
                </a:cubicBezTo>
                <a:cubicBezTo>
                  <a:pt x="46547" y="85999"/>
                  <a:pt x="46547" y="86123"/>
                  <a:pt x="46571" y="86223"/>
                </a:cubicBezTo>
                <a:lnTo>
                  <a:pt x="46571" y="86372"/>
                </a:lnTo>
                <a:cubicBezTo>
                  <a:pt x="46571" y="86720"/>
                  <a:pt x="46621" y="87094"/>
                  <a:pt x="46571" y="87417"/>
                </a:cubicBezTo>
                <a:lnTo>
                  <a:pt x="46571" y="87865"/>
                </a:lnTo>
                <a:lnTo>
                  <a:pt x="46571" y="88139"/>
                </a:lnTo>
                <a:cubicBezTo>
                  <a:pt x="46571" y="88463"/>
                  <a:pt x="46547" y="88786"/>
                  <a:pt x="46522" y="89110"/>
                </a:cubicBezTo>
                <a:lnTo>
                  <a:pt x="46422" y="89857"/>
                </a:lnTo>
                <a:cubicBezTo>
                  <a:pt x="46397" y="90205"/>
                  <a:pt x="46323" y="90529"/>
                  <a:pt x="46273" y="90877"/>
                </a:cubicBezTo>
                <a:cubicBezTo>
                  <a:pt x="46248" y="91126"/>
                  <a:pt x="46173" y="91350"/>
                  <a:pt x="46123" y="91599"/>
                </a:cubicBezTo>
                <a:cubicBezTo>
                  <a:pt x="46072" y="91840"/>
                  <a:pt x="46008" y="92070"/>
                  <a:pt x="45949" y="92304"/>
                </a:cubicBezTo>
                <a:lnTo>
                  <a:pt x="45949" y="92304"/>
                </a:lnTo>
                <a:cubicBezTo>
                  <a:pt x="46584" y="89689"/>
                  <a:pt x="46716" y="87036"/>
                  <a:pt x="46372" y="84530"/>
                </a:cubicBezTo>
                <a:cubicBezTo>
                  <a:pt x="46372" y="84530"/>
                  <a:pt x="46397" y="84530"/>
                  <a:pt x="46397" y="84505"/>
                </a:cubicBezTo>
                <a:close/>
                <a:moveTo>
                  <a:pt x="45914" y="92446"/>
                </a:moveTo>
                <a:cubicBezTo>
                  <a:pt x="45900" y="92503"/>
                  <a:pt x="45887" y="92561"/>
                  <a:pt x="45874" y="92620"/>
                </a:cubicBezTo>
                <a:cubicBezTo>
                  <a:pt x="45866" y="92645"/>
                  <a:pt x="45858" y="92670"/>
                  <a:pt x="45850" y="92695"/>
                </a:cubicBezTo>
                <a:lnTo>
                  <a:pt x="45850" y="92695"/>
                </a:lnTo>
                <a:cubicBezTo>
                  <a:pt x="45872" y="92612"/>
                  <a:pt x="45893" y="92529"/>
                  <a:pt x="45914" y="92446"/>
                </a:cubicBezTo>
                <a:close/>
                <a:moveTo>
                  <a:pt x="45626" y="93490"/>
                </a:moveTo>
                <a:cubicBezTo>
                  <a:pt x="45626" y="93490"/>
                  <a:pt x="45626" y="93490"/>
                  <a:pt x="45626" y="93491"/>
                </a:cubicBezTo>
                <a:cubicBezTo>
                  <a:pt x="45624" y="93495"/>
                  <a:pt x="45623" y="93499"/>
                  <a:pt x="45622" y="93503"/>
                </a:cubicBezTo>
                <a:lnTo>
                  <a:pt x="45622" y="93503"/>
                </a:lnTo>
                <a:cubicBezTo>
                  <a:pt x="45623" y="93498"/>
                  <a:pt x="45624" y="93494"/>
                  <a:pt x="45626" y="93490"/>
                </a:cubicBezTo>
                <a:close/>
                <a:moveTo>
                  <a:pt x="70143" y="81244"/>
                </a:moveTo>
                <a:cubicBezTo>
                  <a:pt x="72035" y="83908"/>
                  <a:pt x="73753" y="86696"/>
                  <a:pt x="75146" y="89259"/>
                </a:cubicBezTo>
                <a:cubicBezTo>
                  <a:pt x="72558" y="91101"/>
                  <a:pt x="69944" y="92620"/>
                  <a:pt x="67405" y="93864"/>
                </a:cubicBezTo>
                <a:cubicBezTo>
                  <a:pt x="65638" y="91923"/>
                  <a:pt x="63846" y="89707"/>
                  <a:pt x="62228" y="87442"/>
                </a:cubicBezTo>
                <a:cubicBezTo>
                  <a:pt x="64966" y="85476"/>
                  <a:pt x="67629" y="83410"/>
                  <a:pt x="70143" y="81244"/>
                </a:cubicBezTo>
                <a:close/>
                <a:moveTo>
                  <a:pt x="46148" y="84655"/>
                </a:moveTo>
                <a:lnTo>
                  <a:pt x="46148" y="84655"/>
                </a:lnTo>
                <a:cubicBezTo>
                  <a:pt x="46547" y="87666"/>
                  <a:pt x="46223" y="90852"/>
                  <a:pt x="45227" y="93939"/>
                </a:cubicBezTo>
                <a:cubicBezTo>
                  <a:pt x="44232" y="92819"/>
                  <a:pt x="43510" y="91450"/>
                  <a:pt x="43062" y="89832"/>
                </a:cubicBezTo>
                <a:cubicBezTo>
                  <a:pt x="43734" y="88438"/>
                  <a:pt x="44182" y="86994"/>
                  <a:pt x="44481" y="85526"/>
                </a:cubicBezTo>
                <a:cubicBezTo>
                  <a:pt x="45028" y="85252"/>
                  <a:pt x="45601" y="84953"/>
                  <a:pt x="46148" y="84655"/>
                </a:cubicBezTo>
                <a:close/>
                <a:moveTo>
                  <a:pt x="62079" y="87567"/>
                </a:moveTo>
                <a:cubicBezTo>
                  <a:pt x="63721" y="89832"/>
                  <a:pt x="65464" y="91997"/>
                  <a:pt x="67256" y="93964"/>
                </a:cubicBezTo>
                <a:cubicBezTo>
                  <a:pt x="67206" y="93964"/>
                  <a:pt x="67206" y="93989"/>
                  <a:pt x="67181" y="93989"/>
                </a:cubicBezTo>
                <a:lnTo>
                  <a:pt x="67156" y="93964"/>
                </a:lnTo>
                <a:cubicBezTo>
                  <a:pt x="65389" y="91997"/>
                  <a:pt x="63647" y="89832"/>
                  <a:pt x="62054" y="87592"/>
                </a:cubicBezTo>
                <a:lnTo>
                  <a:pt x="62079" y="87567"/>
                </a:lnTo>
                <a:close/>
                <a:moveTo>
                  <a:pt x="75246" y="89458"/>
                </a:moveTo>
                <a:cubicBezTo>
                  <a:pt x="75246" y="89483"/>
                  <a:pt x="75271" y="89483"/>
                  <a:pt x="75271" y="89508"/>
                </a:cubicBezTo>
                <a:cubicBezTo>
                  <a:pt x="72732" y="91325"/>
                  <a:pt x="70118" y="92844"/>
                  <a:pt x="67555" y="94088"/>
                </a:cubicBezTo>
                <a:cubicBezTo>
                  <a:pt x="67555" y="94088"/>
                  <a:pt x="67530" y="94063"/>
                  <a:pt x="67530" y="94038"/>
                </a:cubicBezTo>
                <a:cubicBezTo>
                  <a:pt x="70069" y="92819"/>
                  <a:pt x="72657" y="91300"/>
                  <a:pt x="75246" y="89458"/>
                </a:cubicBezTo>
                <a:close/>
                <a:moveTo>
                  <a:pt x="45568" y="93678"/>
                </a:moveTo>
                <a:cubicBezTo>
                  <a:pt x="45521" y="93837"/>
                  <a:pt x="45480" y="93988"/>
                  <a:pt x="45426" y="94113"/>
                </a:cubicBezTo>
                <a:cubicBezTo>
                  <a:pt x="45475" y="93968"/>
                  <a:pt x="45522" y="93823"/>
                  <a:pt x="45568" y="93678"/>
                </a:cubicBezTo>
                <a:close/>
                <a:moveTo>
                  <a:pt x="42987" y="90056"/>
                </a:moveTo>
                <a:cubicBezTo>
                  <a:pt x="43435" y="91624"/>
                  <a:pt x="44157" y="92993"/>
                  <a:pt x="45153" y="94113"/>
                </a:cubicBezTo>
                <a:cubicBezTo>
                  <a:pt x="45153" y="94163"/>
                  <a:pt x="45128" y="94188"/>
                  <a:pt x="45128" y="94188"/>
                </a:cubicBezTo>
                <a:cubicBezTo>
                  <a:pt x="44132" y="93068"/>
                  <a:pt x="43385" y="91724"/>
                  <a:pt x="42912" y="90131"/>
                </a:cubicBezTo>
                <a:cubicBezTo>
                  <a:pt x="42937" y="90106"/>
                  <a:pt x="42937" y="90081"/>
                  <a:pt x="42987" y="90056"/>
                </a:cubicBezTo>
                <a:close/>
                <a:moveTo>
                  <a:pt x="67331" y="94113"/>
                </a:moveTo>
                <a:cubicBezTo>
                  <a:pt x="67331" y="94138"/>
                  <a:pt x="67380" y="94138"/>
                  <a:pt x="67380" y="94188"/>
                </a:cubicBezTo>
                <a:cubicBezTo>
                  <a:pt x="67331" y="94188"/>
                  <a:pt x="67331" y="94213"/>
                  <a:pt x="67306" y="94213"/>
                </a:cubicBezTo>
                <a:cubicBezTo>
                  <a:pt x="67306" y="94188"/>
                  <a:pt x="67306" y="94138"/>
                  <a:pt x="67281" y="94138"/>
                </a:cubicBezTo>
                <a:cubicBezTo>
                  <a:pt x="67306" y="94138"/>
                  <a:pt x="67306" y="94113"/>
                  <a:pt x="67331" y="94113"/>
                </a:cubicBezTo>
                <a:close/>
                <a:moveTo>
                  <a:pt x="45352" y="94312"/>
                </a:moveTo>
                <a:cubicBezTo>
                  <a:pt x="45377" y="94362"/>
                  <a:pt x="45352" y="94362"/>
                  <a:pt x="45352" y="94412"/>
                </a:cubicBezTo>
                <a:lnTo>
                  <a:pt x="45302" y="94362"/>
                </a:lnTo>
                <a:cubicBezTo>
                  <a:pt x="45302" y="94337"/>
                  <a:pt x="45302" y="94337"/>
                  <a:pt x="45352" y="94312"/>
                </a:cubicBezTo>
                <a:close/>
                <a:moveTo>
                  <a:pt x="91319" y="90945"/>
                </a:moveTo>
                <a:cubicBezTo>
                  <a:pt x="90031" y="92197"/>
                  <a:pt x="88707" y="93432"/>
                  <a:pt x="87337" y="94644"/>
                </a:cubicBezTo>
                <a:lnTo>
                  <a:pt x="87337" y="94644"/>
                </a:lnTo>
                <a:cubicBezTo>
                  <a:pt x="88780" y="93361"/>
                  <a:pt x="90261" y="91967"/>
                  <a:pt x="91319" y="90945"/>
                </a:cubicBezTo>
                <a:close/>
                <a:moveTo>
                  <a:pt x="58171" y="86098"/>
                </a:moveTo>
                <a:cubicBezTo>
                  <a:pt x="58544" y="87069"/>
                  <a:pt x="58917" y="88015"/>
                  <a:pt x="59191" y="89010"/>
                </a:cubicBezTo>
                <a:cubicBezTo>
                  <a:pt x="56055" y="91126"/>
                  <a:pt x="52869" y="93018"/>
                  <a:pt x="49733" y="94661"/>
                </a:cubicBezTo>
                <a:cubicBezTo>
                  <a:pt x="50131" y="91823"/>
                  <a:pt x="50081" y="88961"/>
                  <a:pt x="49509" y="86272"/>
                </a:cubicBezTo>
                <a:lnTo>
                  <a:pt x="49509" y="86272"/>
                </a:lnTo>
                <a:cubicBezTo>
                  <a:pt x="50629" y="86621"/>
                  <a:pt x="51848" y="86820"/>
                  <a:pt x="53143" y="86820"/>
                </a:cubicBezTo>
                <a:cubicBezTo>
                  <a:pt x="54711" y="86820"/>
                  <a:pt x="56379" y="86571"/>
                  <a:pt x="58171" y="86098"/>
                </a:cubicBezTo>
                <a:close/>
                <a:moveTo>
                  <a:pt x="49286" y="86180"/>
                </a:moveTo>
                <a:cubicBezTo>
                  <a:pt x="49295" y="86198"/>
                  <a:pt x="49337" y="86200"/>
                  <a:pt x="49359" y="86223"/>
                </a:cubicBezTo>
                <a:cubicBezTo>
                  <a:pt x="49907" y="88961"/>
                  <a:pt x="50006" y="91848"/>
                  <a:pt x="49583" y="94735"/>
                </a:cubicBezTo>
                <a:cubicBezTo>
                  <a:pt x="49533" y="94735"/>
                  <a:pt x="49533" y="94760"/>
                  <a:pt x="49509" y="94760"/>
                </a:cubicBezTo>
                <a:cubicBezTo>
                  <a:pt x="49956" y="91850"/>
                  <a:pt x="49882" y="88916"/>
                  <a:pt x="49286" y="86180"/>
                </a:cubicBezTo>
                <a:close/>
                <a:moveTo>
                  <a:pt x="59291" y="89160"/>
                </a:moveTo>
                <a:cubicBezTo>
                  <a:pt x="59291" y="89210"/>
                  <a:pt x="59291" y="89210"/>
                  <a:pt x="59316" y="89234"/>
                </a:cubicBezTo>
                <a:cubicBezTo>
                  <a:pt x="56130" y="91375"/>
                  <a:pt x="52944" y="93267"/>
                  <a:pt x="49733" y="94959"/>
                </a:cubicBezTo>
                <a:lnTo>
                  <a:pt x="49733" y="94860"/>
                </a:lnTo>
                <a:cubicBezTo>
                  <a:pt x="52894" y="93217"/>
                  <a:pt x="56080" y="91325"/>
                  <a:pt x="59291" y="89160"/>
                </a:cubicBezTo>
                <a:close/>
                <a:moveTo>
                  <a:pt x="49509" y="94959"/>
                </a:moveTo>
                <a:lnTo>
                  <a:pt x="49509" y="95059"/>
                </a:lnTo>
                <a:cubicBezTo>
                  <a:pt x="49484" y="95059"/>
                  <a:pt x="49484" y="95084"/>
                  <a:pt x="49459" y="95084"/>
                </a:cubicBezTo>
                <a:lnTo>
                  <a:pt x="49459" y="94984"/>
                </a:lnTo>
                <a:cubicBezTo>
                  <a:pt x="49484" y="94984"/>
                  <a:pt x="49484" y="94959"/>
                  <a:pt x="49509" y="94959"/>
                </a:cubicBezTo>
                <a:close/>
                <a:moveTo>
                  <a:pt x="2763" y="79552"/>
                </a:moveTo>
                <a:cubicBezTo>
                  <a:pt x="3261" y="81195"/>
                  <a:pt x="3933" y="82688"/>
                  <a:pt x="4754" y="84032"/>
                </a:cubicBezTo>
                <a:cubicBezTo>
                  <a:pt x="4680" y="84679"/>
                  <a:pt x="4605" y="85302"/>
                  <a:pt x="4555" y="85974"/>
                </a:cubicBezTo>
                <a:cubicBezTo>
                  <a:pt x="4555" y="86098"/>
                  <a:pt x="4505" y="86173"/>
                  <a:pt x="4505" y="86297"/>
                </a:cubicBezTo>
                <a:cubicBezTo>
                  <a:pt x="4456" y="86969"/>
                  <a:pt x="4431" y="87617"/>
                  <a:pt x="4381" y="88264"/>
                </a:cubicBezTo>
                <a:lnTo>
                  <a:pt x="4381" y="88712"/>
                </a:lnTo>
                <a:lnTo>
                  <a:pt x="4381" y="90255"/>
                </a:lnTo>
                <a:lnTo>
                  <a:pt x="4381" y="90703"/>
                </a:lnTo>
                <a:cubicBezTo>
                  <a:pt x="4431" y="91276"/>
                  <a:pt x="4456" y="91873"/>
                  <a:pt x="4505" y="92470"/>
                </a:cubicBezTo>
                <a:cubicBezTo>
                  <a:pt x="4505" y="92620"/>
                  <a:pt x="4555" y="92769"/>
                  <a:pt x="4580" y="92968"/>
                </a:cubicBezTo>
                <a:cubicBezTo>
                  <a:pt x="4655" y="93565"/>
                  <a:pt x="4729" y="94138"/>
                  <a:pt x="4829" y="94735"/>
                </a:cubicBezTo>
                <a:cubicBezTo>
                  <a:pt x="4829" y="94760"/>
                  <a:pt x="4854" y="94835"/>
                  <a:pt x="4854" y="94860"/>
                </a:cubicBezTo>
                <a:cubicBezTo>
                  <a:pt x="4879" y="95009"/>
                  <a:pt x="4929" y="95134"/>
                  <a:pt x="4953" y="95308"/>
                </a:cubicBezTo>
                <a:cubicBezTo>
                  <a:pt x="3360" y="93317"/>
                  <a:pt x="2215" y="90952"/>
                  <a:pt x="1494" y="88214"/>
                </a:cubicBezTo>
                <a:cubicBezTo>
                  <a:pt x="1444" y="87766"/>
                  <a:pt x="1419" y="87368"/>
                  <a:pt x="1369" y="86944"/>
                </a:cubicBezTo>
                <a:lnTo>
                  <a:pt x="1369" y="86745"/>
                </a:lnTo>
                <a:cubicBezTo>
                  <a:pt x="1344" y="86322"/>
                  <a:pt x="1344" y="85874"/>
                  <a:pt x="1369" y="85426"/>
                </a:cubicBezTo>
                <a:cubicBezTo>
                  <a:pt x="1369" y="85351"/>
                  <a:pt x="1369" y="85227"/>
                  <a:pt x="1394" y="85127"/>
                </a:cubicBezTo>
                <a:cubicBezTo>
                  <a:pt x="1394" y="84978"/>
                  <a:pt x="1444" y="84804"/>
                  <a:pt x="1444" y="84630"/>
                </a:cubicBezTo>
                <a:cubicBezTo>
                  <a:pt x="1593" y="82887"/>
                  <a:pt x="2066" y="81195"/>
                  <a:pt x="2763" y="79552"/>
                </a:cubicBezTo>
                <a:close/>
                <a:moveTo>
                  <a:pt x="75395" y="89707"/>
                </a:moveTo>
                <a:cubicBezTo>
                  <a:pt x="75520" y="89907"/>
                  <a:pt x="75644" y="90155"/>
                  <a:pt x="75744" y="90379"/>
                </a:cubicBezTo>
                <a:cubicBezTo>
                  <a:pt x="75420" y="90628"/>
                  <a:pt x="75122" y="90902"/>
                  <a:pt x="74773" y="91151"/>
                </a:cubicBezTo>
                <a:cubicBezTo>
                  <a:pt x="74524" y="91375"/>
                  <a:pt x="74275" y="91574"/>
                  <a:pt x="74026" y="91773"/>
                </a:cubicBezTo>
                <a:cubicBezTo>
                  <a:pt x="73304" y="92346"/>
                  <a:pt x="72608" y="92893"/>
                  <a:pt x="71886" y="93441"/>
                </a:cubicBezTo>
                <a:cubicBezTo>
                  <a:pt x="71687" y="93590"/>
                  <a:pt x="71512" y="93715"/>
                  <a:pt x="71313" y="93864"/>
                </a:cubicBezTo>
                <a:cubicBezTo>
                  <a:pt x="70641" y="94387"/>
                  <a:pt x="69919" y="94934"/>
                  <a:pt x="69197" y="95432"/>
                </a:cubicBezTo>
                <a:cubicBezTo>
                  <a:pt x="69123" y="95457"/>
                  <a:pt x="69023" y="95532"/>
                  <a:pt x="68949" y="95582"/>
                </a:cubicBezTo>
                <a:cubicBezTo>
                  <a:pt x="68824" y="95457"/>
                  <a:pt x="68700" y="95308"/>
                  <a:pt x="68575" y="95183"/>
                </a:cubicBezTo>
                <a:cubicBezTo>
                  <a:pt x="68301" y="94860"/>
                  <a:pt x="68003" y="94561"/>
                  <a:pt x="67704" y="94238"/>
                </a:cubicBezTo>
                <a:cubicBezTo>
                  <a:pt x="70268" y="92993"/>
                  <a:pt x="72856" y="91475"/>
                  <a:pt x="75395" y="89707"/>
                </a:cubicBezTo>
                <a:close/>
                <a:moveTo>
                  <a:pt x="4929" y="84331"/>
                </a:moveTo>
                <a:cubicBezTo>
                  <a:pt x="4953" y="84356"/>
                  <a:pt x="4953" y="84381"/>
                  <a:pt x="4978" y="84381"/>
                </a:cubicBezTo>
                <a:cubicBezTo>
                  <a:pt x="4929" y="84903"/>
                  <a:pt x="4854" y="85426"/>
                  <a:pt x="4804" y="85949"/>
                </a:cubicBezTo>
                <a:cubicBezTo>
                  <a:pt x="4804" y="86048"/>
                  <a:pt x="4779" y="86223"/>
                  <a:pt x="4779" y="86347"/>
                </a:cubicBezTo>
                <a:cubicBezTo>
                  <a:pt x="4705" y="86969"/>
                  <a:pt x="4680" y="87592"/>
                  <a:pt x="4655" y="88214"/>
                </a:cubicBezTo>
                <a:lnTo>
                  <a:pt x="4655" y="88388"/>
                </a:lnTo>
                <a:cubicBezTo>
                  <a:pt x="4605" y="89010"/>
                  <a:pt x="4655" y="89633"/>
                  <a:pt x="4655" y="90255"/>
                </a:cubicBezTo>
                <a:cubicBezTo>
                  <a:pt x="4655" y="90454"/>
                  <a:pt x="4655" y="90628"/>
                  <a:pt x="4680" y="90852"/>
                </a:cubicBezTo>
                <a:cubicBezTo>
                  <a:pt x="4705" y="91375"/>
                  <a:pt x="4729" y="91923"/>
                  <a:pt x="4779" y="92420"/>
                </a:cubicBezTo>
                <a:cubicBezTo>
                  <a:pt x="4779" y="92495"/>
                  <a:pt x="4779" y="92595"/>
                  <a:pt x="4804" y="92719"/>
                </a:cubicBezTo>
                <a:cubicBezTo>
                  <a:pt x="4854" y="93317"/>
                  <a:pt x="4953" y="93914"/>
                  <a:pt x="5053" y="94462"/>
                </a:cubicBezTo>
                <a:cubicBezTo>
                  <a:pt x="5078" y="94611"/>
                  <a:pt x="5103" y="94785"/>
                  <a:pt x="5128" y="94959"/>
                </a:cubicBezTo>
                <a:cubicBezTo>
                  <a:pt x="5202" y="95208"/>
                  <a:pt x="5227" y="95457"/>
                  <a:pt x="5302" y="95706"/>
                </a:cubicBezTo>
                <a:cubicBezTo>
                  <a:pt x="5277" y="95681"/>
                  <a:pt x="5277" y="95656"/>
                  <a:pt x="5227" y="95607"/>
                </a:cubicBezTo>
                <a:cubicBezTo>
                  <a:pt x="5178" y="95358"/>
                  <a:pt x="5103" y="95084"/>
                  <a:pt x="5053" y="94835"/>
                </a:cubicBezTo>
                <a:cubicBezTo>
                  <a:pt x="5028" y="94735"/>
                  <a:pt x="5028" y="94611"/>
                  <a:pt x="4978" y="94536"/>
                </a:cubicBezTo>
                <a:cubicBezTo>
                  <a:pt x="4904" y="94038"/>
                  <a:pt x="4829" y="93491"/>
                  <a:pt x="4754" y="92968"/>
                </a:cubicBezTo>
                <a:cubicBezTo>
                  <a:pt x="4729" y="92819"/>
                  <a:pt x="4729" y="92694"/>
                  <a:pt x="4705" y="92545"/>
                </a:cubicBezTo>
                <a:cubicBezTo>
                  <a:pt x="4630" y="91972"/>
                  <a:pt x="4605" y="91375"/>
                  <a:pt x="4580" y="90803"/>
                </a:cubicBezTo>
                <a:cubicBezTo>
                  <a:pt x="4580" y="90603"/>
                  <a:pt x="4580" y="90429"/>
                  <a:pt x="4555" y="90205"/>
                </a:cubicBezTo>
                <a:lnTo>
                  <a:pt x="4555" y="88712"/>
                </a:lnTo>
                <a:lnTo>
                  <a:pt x="4555" y="88264"/>
                </a:lnTo>
                <a:cubicBezTo>
                  <a:pt x="4580" y="87641"/>
                  <a:pt x="4605" y="87019"/>
                  <a:pt x="4680" y="86372"/>
                </a:cubicBezTo>
                <a:cubicBezTo>
                  <a:pt x="4680" y="86223"/>
                  <a:pt x="4705" y="86024"/>
                  <a:pt x="4705" y="85874"/>
                </a:cubicBezTo>
                <a:cubicBezTo>
                  <a:pt x="4804" y="85376"/>
                  <a:pt x="4854" y="84854"/>
                  <a:pt x="4929" y="84331"/>
                </a:cubicBezTo>
                <a:close/>
                <a:moveTo>
                  <a:pt x="67530" y="94312"/>
                </a:moveTo>
                <a:lnTo>
                  <a:pt x="68650" y="95507"/>
                </a:lnTo>
                <a:lnTo>
                  <a:pt x="68799" y="95681"/>
                </a:lnTo>
                <a:lnTo>
                  <a:pt x="68774" y="95681"/>
                </a:lnTo>
                <a:cubicBezTo>
                  <a:pt x="68774" y="95706"/>
                  <a:pt x="68774" y="95706"/>
                  <a:pt x="68749" y="95706"/>
                </a:cubicBezTo>
                <a:cubicBezTo>
                  <a:pt x="68525" y="95482"/>
                  <a:pt x="68326" y="95283"/>
                  <a:pt x="68127" y="95059"/>
                </a:cubicBezTo>
                <a:cubicBezTo>
                  <a:pt x="67903" y="94835"/>
                  <a:pt x="67679" y="94611"/>
                  <a:pt x="67505" y="94362"/>
                </a:cubicBezTo>
                <a:lnTo>
                  <a:pt x="67455" y="94337"/>
                </a:lnTo>
                <a:cubicBezTo>
                  <a:pt x="67505" y="94337"/>
                  <a:pt x="67505" y="94312"/>
                  <a:pt x="67530" y="94312"/>
                </a:cubicBezTo>
                <a:close/>
                <a:moveTo>
                  <a:pt x="46621" y="84630"/>
                </a:moveTo>
                <a:cubicBezTo>
                  <a:pt x="47293" y="85252"/>
                  <a:pt x="48140" y="85725"/>
                  <a:pt x="49085" y="86098"/>
                </a:cubicBezTo>
                <a:cubicBezTo>
                  <a:pt x="49708" y="88886"/>
                  <a:pt x="49758" y="91873"/>
                  <a:pt x="49285" y="94860"/>
                </a:cubicBezTo>
                <a:cubicBezTo>
                  <a:pt x="48712" y="95183"/>
                  <a:pt x="48090" y="95482"/>
                  <a:pt x="47492" y="95781"/>
                </a:cubicBezTo>
                <a:cubicBezTo>
                  <a:pt x="46771" y="95358"/>
                  <a:pt x="46148" y="94860"/>
                  <a:pt x="45601" y="94287"/>
                </a:cubicBezTo>
                <a:cubicBezTo>
                  <a:pt x="46099" y="92844"/>
                  <a:pt x="46422" y="91375"/>
                  <a:pt x="46621" y="89882"/>
                </a:cubicBezTo>
                <a:cubicBezTo>
                  <a:pt x="46845" y="88114"/>
                  <a:pt x="46845" y="86372"/>
                  <a:pt x="46621" y="84729"/>
                </a:cubicBezTo>
                <a:lnTo>
                  <a:pt x="46621" y="84630"/>
                </a:lnTo>
                <a:close/>
                <a:moveTo>
                  <a:pt x="75819" y="90504"/>
                </a:moveTo>
                <a:cubicBezTo>
                  <a:pt x="75819" y="90554"/>
                  <a:pt x="75868" y="90554"/>
                  <a:pt x="75868" y="90579"/>
                </a:cubicBezTo>
                <a:cubicBezTo>
                  <a:pt x="75520" y="90852"/>
                  <a:pt x="75171" y="91126"/>
                  <a:pt x="74873" y="91425"/>
                </a:cubicBezTo>
                <a:cubicBezTo>
                  <a:pt x="74624" y="91599"/>
                  <a:pt x="74400" y="91798"/>
                  <a:pt x="74151" y="91997"/>
                </a:cubicBezTo>
                <a:cubicBezTo>
                  <a:pt x="73429" y="92570"/>
                  <a:pt x="72682" y="93167"/>
                  <a:pt x="71985" y="93715"/>
                </a:cubicBezTo>
                <a:cubicBezTo>
                  <a:pt x="71786" y="93839"/>
                  <a:pt x="71637" y="93989"/>
                  <a:pt x="71438" y="94113"/>
                </a:cubicBezTo>
                <a:cubicBezTo>
                  <a:pt x="70691" y="94686"/>
                  <a:pt x="69944" y="95233"/>
                  <a:pt x="69173" y="95781"/>
                </a:cubicBezTo>
                <a:lnTo>
                  <a:pt x="69148" y="95731"/>
                </a:lnTo>
                <a:cubicBezTo>
                  <a:pt x="69123" y="95681"/>
                  <a:pt x="69148" y="95656"/>
                  <a:pt x="69197" y="95607"/>
                </a:cubicBezTo>
                <a:cubicBezTo>
                  <a:pt x="69919" y="95084"/>
                  <a:pt x="70666" y="94561"/>
                  <a:pt x="71388" y="94038"/>
                </a:cubicBezTo>
                <a:cubicBezTo>
                  <a:pt x="71562" y="93864"/>
                  <a:pt x="71761" y="93740"/>
                  <a:pt x="71985" y="93590"/>
                </a:cubicBezTo>
                <a:lnTo>
                  <a:pt x="74126" y="91923"/>
                </a:lnTo>
                <a:cubicBezTo>
                  <a:pt x="74375" y="91724"/>
                  <a:pt x="74574" y="91549"/>
                  <a:pt x="74848" y="91325"/>
                </a:cubicBezTo>
                <a:cubicBezTo>
                  <a:pt x="75171" y="91051"/>
                  <a:pt x="75495" y="90803"/>
                  <a:pt x="75819" y="90504"/>
                </a:cubicBezTo>
                <a:close/>
                <a:moveTo>
                  <a:pt x="2041" y="90404"/>
                </a:moveTo>
                <a:lnTo>
                  <a:pt x="2041" y="90404"/>
                </a:lnTo>
                <a:cubicBezTo>
                  <a:pt x="2788" y="92396"/>
                  <a:pt x="3809" y="94138"/>
                  <a:pt x="5053" y="95681"/>
                </a:cubicBezTo>
                <a:cubicBezTo>
                  <a:pt x="5053" y="95706"/>
                  <a:pt x="5078" y="95756"/>
                  <a:pt x="5078" y="95806"/>
                </a:cubicBezTo>
                <a:cubicBezTo>
                  <a:pt x="4057" y="94561"/>
                  <a:pt x="3186" y="93192"/>
                  <a:pt x="2489" y="91649"/>
                </a:cubicBezTo>
                <a:cubicBezTo>
                  <a:pt x="2315" y="91251"/>
                  <a:pt x="2141" y="90852"/>
                  <a:pt x="2041" y="90404"/>
                </a:cubicBezTo>
                <a:close/>
                <a:moveTo>
                  <a:pt x="45526" y="94486"/>
                </a:moveTo>
                <a:cubicBezTo>
                  <a:pt x="46049" y="95034"/>
                  <a:pt x="46646" y="95482"/>
                  <a:pt x="47293" y="95855"/>
                </a:cubicBezTo>
                <a:cubicBezTo>
                  <a:pt x="47268" y="95855"/>
                  <a:pt x="47268" y="95905"/>
                  <a:pt x="47244" y="95905"/>
                </a:cubicBezTo>
                <a:cubicBezTo>
                  <a:pt x="46596" y="95532"/>
                  <a:pt x="46024" y="95084"/>
                  <a:pt x="45501" y="94561"/>
                </a:cubicBezTo>
                <a:cubicBezTo>
                  <a:pt x="45501" y="94511"/>
                  <a:pt x="45501" y="94511"/>
                  <a:pt x="45526" y="94486"/>
                </a:cubicBezTo>
                <a:close/>
                <a:moveTo>
                  <a:pt x="68874" y="95806"/>
                </a:moveTo>
                <a:cubicBezTo>
                  <a:pt x="68924" y="95831"/>
                  <a:pt x="68924" y="95831"/>
                  <a:pt x="68949" y="95855"/>
                </a:cubicBezTo>
                <a:lnTo>
                  <a:pt x="68899" y="95905"/>
                </a:lnTo>
                <a:lnTo>
                  <a:pt x="68874" y="95855"/>
                </a:lnTo>
                <a:lnTo>
                  <a:pt x="68824" y="95831"/>
                </a:lnTo>
                <a:lnTo>
                  <a:pt x="68874" y="95806"/>
                </a:lnTo>
                <a:close/>
                <a:moveTo>
                  <a:pt x="49235" y="95084"/>
                </a:moveTo>
                <a:lnTo>
                  <a:pt x="49235" y="95183"/>
                </a:lnTo>
                <a:cubicBezTo>
                  <a:pt x="48737" y="95457"/>
                  <a:pt x="48264" y="95706"/>
                  <a:pt x="47766" y="95930"/>
                </a:cubicBezTo>
                <a:cubicBezTo>
                  <a:pt x="47741" y="95905"/>
                  <a:pt x="47716" y="95905"/>
                  <a:pt x="47667" y="95855"/>
                </a:cubicBezTo>
                <a:cubicBezTo>
                  <a:pt x="48189" y="95607"/>
                  <a:pt x="48712" y="95333"/>
                  <a:pt x="49235" y="95084"/>
                </a:cubicBezTo>
                <a:close/>
                <a:moveTo>
                  <a:pt x="47492" y="95980"/>
                </a:moveTo>
                <a:cubicBezTo>
                  <a:pt x="47517" y="96005"/>
                  <a:pt x="47542" y="96005"/>
                  <a:pt x="47592" y="96055"/>
                </a:cubicBezTo>
                <a:cubicBezTo>
                  <a:pt x="47542" y="96055"/>
                  <a:pt x="47542" y="96079"/>
                  <a:pt x="47517" y="96079"/>
                </a:cubicBezTo>
                <a:cubicBezTo>
                  <a:pt x="47492" y="96055"/>
                  <a:pt x="47468" y="96055"/>
                  <a:pt x="47418" y="96030"/>
                </a:cubicBezTo>
                <a:cubicBezTo>
                  <a:pt x="47468" y="96030"/>
                  <a:pt x="47468" y="95980"/>
                  <a:pt x="47492" y="95980"/>
                </a:cubicBezTo>
                <a:close/>
                <a:moveTo>
                  <a:pt x="5302" y="96005"/>
                </a:moveTo>
                <a:lnTo>
                  <a:pt x="5302" y="96005"/>
                </a:lnTo>
                <a:cubicBezTo>
                  <a:pt x="5327" y="96055"/>
                  <a:pt x="5352" y="96079"/>
                  <a:pt x="5352" y="96104"/>
                </a:cubicBezTo>
                <a:cubicBezTo>
                  <a:pt x="5352" y="96154"/>
                  <a:pt x="5402" y="96204"/>
                  <a:pt x="5402" y="96229"/>
                </a:cubicBezTo>
                <a:lnTo>
                  <a:pt x="5302" y="96129"/>
                </a:lnTo>
                <a:cubicBezTo>
                  <a:pt x="5327" y="96104"/>
                  <a:pt x="5327" y="96055"/>
                  <a:pt x="5302" y="96005"/>
                </a:cubicBezTo>
                <a:close/>
                <a:moveTo>
                  <a:pt x="61855" y="87666"/>
                </a:moveTo>
                <a:cubicBezTo>
                  <a:pt x="61979" y="87865"/>
                  <a:pt x="62128" y="88040"/>
                  <a:pt x="62303" y="88239"/>
                </a:cubicBezTo>
                <a:cubicBezTo>
                  <a:pt x="62726" y="88836"/>
                  <a:pt x="63174" y="89434"/>
                  <a:pt x="63597" y="89981"/>
                </a:cubicBezTo>
                <a:cubicBezTo>
                  <a:pt x="63746" y="90205"/>
                  <a:pt x="63921" y="90379"/>
                  <a:pt x="64070" y="90603"/>
                </a:cubicBezTo>
                <a:cubicBezTo>
                  <a:pt x="64692" y="91375"/>
                  <a:pt x="65314" y="92172"/>
                  <a:pt x="65937" y="92893"/>
                </a:cubicBezTo>
                <a:cubicBezTo>
                  <a:pt x="66211" y="93242"/>
                  <a:pt x="66484" y="93565"/>
                  <a:pt x="66783" y="93864"/>
                </a:cubicBezTo>
                <a:cubicBezTo>
                  <a:pt x="66833" y="93939"/>
                  <a:pt x="66907" y="93989"/>
                  <a:pt x="66932" y="94063"/>
                </a:cubicBezTo>
                <a:cubicBezTo>
                  <a:pt x="64866" y="95034"/>
                  <a:pt x="62875" y="95806"/>
                  <a:pt x="60959" y="96328"/>
                </a:cubicBezTo>
                <a:cubicBezTo>
                  <a:pt x="60834" y="93964"/>
                  <a:pt x="60411" y="91549"/>
                  <a:pt x="59714" y="89160"/>
                </a:cubicBezTo>
                <a:cubicBezTo>
                  <a:pt x="60436" y="88662"/>
                  <a:pt x="61158" y="88214"/>
                  <a:pt x="61855" y="87666"/>
                </a:cubicBezTo>
                <a:close/>
                <a:moveTo>
                  <a:pt x="2763" y="92844"/>
                </a:moveTo>
                <a:cubicBezTo>
                  <a:pt x="3186" y="93615"/>
                  <a:pt x="3634" y="94362"/>
                  <a:pt x="4182" y="95084"/>
                </a:cubicBezTo>
                <a:cubicBezTo>
                  <a:pt x="4207" y="95109"/>
                  <a:pt x="4232" y="95158"/>
                  <a:pt x="4257" y="95208"/>
                </a:cubicBezTo>
                <a:cubicBezTo>
                  <a:pt x="4555" y="95582"/>
                  <a:pt x="4829" y="95930"/>
                  <a:pt x="5128" y="96279"/>
                </a:cubicBezTo>
                <a:cubicBezTo>
                  <a:pt x="5153" y="96279"/>
                  <a:pt x="5153" y="96303"/>
                  <a:pt x="5178" y="96303"/>
                </a:cubicBezTo>
                <a:lnTo>
                  <a:pt x="5202" y="96403"/>
                </a:lnTo>
                <a:lnTo>
                  <a:pt x="4456" y="95557"/>
                </a:lnTo>
                <a:lnTo>
                  <a:pt x="4381" y="95482"/>
                </a:lnTo>
                <a:cubicBezTo>
                  <a:pt x="4082" y="95084"/>
                  <a:pt x="3809" y="94686"/>
                  <a:pt x="3510" y="94287"/>
                </a:cubicBezTo>
                <a:cubicBezTo>
                  <a:pt x="3510" y="94238"/>
                  <a:pt x="3485" y="94238"/>
                  <a:pt x="3485" y="94213"/>
                </a:cubicBezTo>
                <a:cubicBezTo>
                  <a:pt x="3261" y="93864"/>
                  <a:pt x="3087" y="93541"/>
                  <a:pt x="2888" y="93192"/>
                </a:cubicBezTo>
                <a:cubicBezTo>
                  <a:pt x="2863" y="93068"/>
                  <a:pt x="2813" y="92968"/>
                  <a:pt x="2763" y="92844"/>
                </a:cubicBezTo>
                <a:close/>
                <a:moveTo>
                  <a:pt x="59565" y="89284"/>
                </a:moveTo>
                <a:cubicBezTo>
                  <a:pt x="60237" y="91624"/>
                  <a:pt x="60685" y="94063"/>
                  <a:pt x="60834" y="96428"/>
                </a:cubicBezTo>
                <a:cubicBezTo>
                  <a:pt x="60809" y="96428"/>
                  <a:pt x="60809" y="96428"/>
                  <a:pt x="60784" y="96453"/>
                </a:cubicBezTo>
                <a:cubicBezTo>
                  <a:pt x="60585" y="94063"/>
                  <a:pt x="60187" y="91649"/>
                  <a:pt x="59490" y="89334"/>
                </a:cubicBezTo>
                <a:cubicBezTo>
                  <a:pt x="59540" y="89334"/>
                  <a:pt x="59540" y="89284"/>
                  <a:pt x="59565" y="89284"/>
                </a:cubicBezTo>
                <a:close/>
                <a:moveTo>
                  <a:pt x="49210" y="95432"/>
                </a:moveTo>
                <a:cubicBezTo>
                  <a:pt x="49135" y="95781"/>
                  <a:pt x="49085" y="96154"/>
                  <a:pt x="48986" y="96478"/>
                </a:cubicBezTo>
                <a:cubicBezTo>
                  <a:pt x="48637" y="96353"/>
                  <a:pt x="48289" y="96204"/>
                  <a:pt x="47990" y="96055"/>
                </a:cubicBezTo>
                <a:cubicBezTo>
                  <a:pt x="48388" y="95855"/>
                  <a:pt x="48787" y="95656"/>
                  <a:pt x="49210" y="95432"/>
                </a:cubicBezTo>
                <a:close/>
                <a:moveTo>
                  <a:pt x="67132" y="94213"/>
                </a:moveTo>
                <a:lnTo>
                  <a:pt x="67132" y="94213"/>
                </a:lnTo>
                <a:cubicBezTo>
                  <a:pt x="67107" y="94238"/>
                  <a:pt x="67156" y="94287"/>
                  <a:pt x="67156" y="94287"/>
                </a:cubicBezTo>
                <a:cubicBezTo>
                  <a:pt x="65066" y="95283"/>
                  <a:pt x="63024" y="96030"/>
                  <a:pt x="61033" y="96577"/>
                </a:cubicBezTo>
                <a:lnTo>
                  <a:pt x="61033" y="96528"/>
                </a:lnTo>
                <a:cubicBezTo>
                  <a:pt x="62975" y="95955"/>
                  <a:pt x="65041" y="95183"/>
                  <a:pt x="67132" y="94213"/>
                </a:cubicBezTo>
                <a:close/>
                <a:moveTo>
                  <a:pt x="49484" y="95308"/>
                </a:moveTo>
                <a:cubicBezTo>
                  <a:pt x="49409" y="95731"/>
                  <a:pt x="49334" y="96179"/>
                  <a:pt x="49235" y="96602"/>
                </a:cubicBezTo>
                <a:cubicBezTo>
                  <a:pt x="49210" y="96602"/>
                  <a:pt x="49160" y="96577"/>
                  <a:pt x="49160" y="96577"/>
                </a:cubicBezTo>
                <a:cubicBezTo>
                  <a:pt x="49260" y="96179"/>
                  <a:pt x="49359" y="95731"/>
                  <a:pt x="49409" y="95333"/>
                </a:cubicBezTo>
                <a:cubicBezTo>
                  <a:pt x="49459" y="95333"/>
                  <a:pt x="49459" y="95308"/>
                  <a:pt x="49484" y="95308"/>
                </a:cubicBezTo>
                <a:close/>
                <a:moveTo>
                  <a:pt x="60834" y="96577"/>
                </a:moveTo>
                <a:lnTo>
                  <a:pt x="60834" y="96627"/>
                </a:lnTo>
                <a:cubicBezTo>
                  <a:pt x="60809" y="96627"/>
                  <a:pt x="60809" y="96627"/>
                  <a:pt x="60784" y="96677"/>
                </a:cubicBezTo>
                <a:cubicBezTo>
                  <a:pt x="60809" y="96627"/>
                  <a:pt x="60784" y="96627"/>
                  <a:pt x="60784" y="96602"/>
                </a:cubicBezTo>
                <a:cubicBezTo>
                  <a:pt x="60809" y="96602"/>
                  <a:pt x="60809" y="96602"/>
                  <a:pt x="60834" y="96577"/>
                </a:cubicBezTo>
                <a:close/>
                <a:moveTo>
                  <a:pt x="47791" y="96129"/>
                </a:moveTo>
                <a:cubicBezTo>
                  <a:pt x="48140" y="96353"/>
                  <a:pt x="48538" y="96528"/>
                  <a:pt x="48961" y="96677"/>
                </a:cubicBezTo>
                <a:lnTo>
                  <a:pt x="48961" y="96727"/>
                </a:lnTo>
                <a:cubicBezTo>
                  <a:pt x="48513" y="96577"/>
                  <a:pt x="48115" y="96378"/>
                  <a:pt x="47741" y="96179"/>
                </a:cubicBezTo>
                <a:cubicBezTo>
                  <a:pt x="47766" y="96179"/>
                  <a:pt x="47766" y="96129"/>
                  <a:pt x="47791" y="96129"/>
                </a:cubicBezTo>
                <a:close/>
                <a:moveTo>
                  <a:pt x="5451" y="96602"/>
                </a:moveTo>
                <a:lnTo>
                  <a:pt x="5526" y="96702"/>
                </a:lnTo>
                <a:lnTo>
                  <a:pt x="5526" y="96727"/>
                </a:lnTo>
                <a:lnTo>
                  <a:pt x="5551" y="96826"/>
                </a:lnTo>
                <a:lnTo>
                  <a:pt x="5551" y="96826"/>
                </a:lnTo>
                <a:lnTo>
                  <a:pt x="5451" y="96727"/>
                </a:lnTo>
                <a:lnTo>
                  <a:pt x="5451" y="96602"/>
                </a:lnTo>
                <a:close/>
                <a:moveTo>
                  <a:pt x="49110" y="96776"/>
                </a:moveTo>
                <a:cubicBezTo>
                  <a:pt x="49135" y="96776"/>
                  <a:pt x="49135" y="96776"/>
                  <a:pt x="49160" y="96801"/>
                </a:cubicBezTo>
                <a:lnTo>
                  <a:pt x="49160" y="96851"/>
                </a:lnTo>
                <a:lnTo>
                  <a:pt x="49135" y="96851"/>
                </a:lnTo>
                <a:cubicBezTo>
                  <a:pt x="49135" y="96826"/>
                  <a:pt x="49110" y="96826"/>
                  <a:pt x="49110" y="96826"/>
                </a:cubicBezTo>
                <a:lnTo>
                  <a:pt x="49110" y="96776"/>
                </a:lnTo>
                <a:close/>
                <a:moveTo>
                  <a:pt x="89658" y="77685"/>
                </a:moveTo>
                <a:cubicBezTo>
                  <a:pt x="91948" y="79079"/>
                  <a:pt x="94064" y="80174"/>
                  <a:pt x="95881" y="80896"/>
                </a:cubicBezTo>
                <a:cubicBezTo>
                  <a:pt x="95781" y="81020"/>
                  <a:pt x="95682" y="81145"/>
                  <a:pt x="95557" y="81269"/>
                </a:cubicBezTo>
                <a:cubicBezTo>
                  <a:pt x="95383" y="81493"/>
                  <a:pt x="95209" y="81692"/>
                  <a:pt x="95034" y="81916"/>
                </a:cubicBezTo>
                <a:cubicBezTo>
                  <a:pt x="94711" y="82290"/>
                  <a:pt x="94437" y="82663"/>
                  <a:pt x="94138" y="83012"/>
                </a:cubicBezTo>
                <a:cubicBezTo>
                  <a:pt x="94014" y="83136"/>
                  <a:pt x="93889" y="83286"/>
                  <a:pt x="93790" y="83410"/>
                </a:cubicBezTo>
                <a:cubicBezTo>
                  <a:pt x="93068" y="84231"/>
                  <a:pt x="92346" y="85028"/>
                  <a:pt x="91599" y="85849"/>
                </a:cubicBezTo>
                <a:cubicBezTo>
                  <a:pt x="91550" y="85899"/>
                  <a:pt x="91475" y="85974"/>
                  <a:pt x="91425" y="86048"/>
                </a:cubicBezTo>
                <a:cubicBezTo>
                  <a:pt x="91052" y="86422"/>
                  <a:pt x="90703" y="86845"/>
                  <a:pt x="90330" y="87218"/>
                </a:cubicBezTo>
                <a:cubicBezTo>
                  <a:pt x="90106" y="87417"/>
                  <a:pt x="89932" y="87641"/>
                  <a:pt x="89708" y="87841"/>
                </a:cubicBezTo>
                <a:lnTo>
                  <a:pt x="88948" y="88600"/>
                </a:lnTo>
                <a:lnTo>
                  <a:pt x="88948" y="88600"/>
                </a:lnTo>
                <a:cubicBezTo>
                  <a:pt x="89233" y="88330"/>
                  <a:pt x="89515" y="88058"/>
                  <a:pt x="89807" y="87766"/>
                </a:cubicBezTo>
                <a:lnTo>
                  <a:pt x="89982" y="87592"/>
                </a:lnTo>
                <a:cubicBezTo>
                  <a:pt x="90405" y="87168"/>
                  <a:pt x="90778" y="86770"/>
                  <a:pt x="91176" y="86372"/>
                </a:cubicBezTo>
                <a:lnTo>
                  <a:pt x="91326" y="86223"/>
                </a:lnTo>
                <a:cubicBezTo>
                  <a:pt x="91351" y="86173"/>
                  <a:pt x="91400" y="86123"/>
                  <a:pt x="91450" y="86098"/>
                </a:cubicBezTo>
                <a:lnTo>
                  <a:pt x="91525" y="86024"/>
                </a:lnTo>
                <a:cubicBezTo>
                  <a:pt x="93093" y="84356"/>
                  <a:pt x="94586" y="82638"/>
                  <a:pt x="96030" y="80871"/>
                </a:cubicBezTo>
                <a:lnTo>
                  <a:pt x="96080" y="80871"/>
                </a:lnTo>
                <a:cubicBezTo>
                  <a:pt x="95084" y="82066"/>
                  <a:pt x="94064" y="83286"/>
                  <a:pt x="93018" y="84505"/>
                </a:cubicBezTo>
                <a:cubicBezTo>
                  <a:pt x="92944" y="84605"/>
                  <a:pt x="92894" y="84655"/>
                  <a:pt x="92794" y="84754"/>
                </a:cubicBezTo>
                <a:cubicBezTo>
                  <a:pt x="91674" y="85999"/>
                  <a:pt x="90479" y="87218"/>
                  <a:pt x="89285" y="88413"/>
                </a:cubicBezTo>
                <a:lnTo>
                  <a:pt x="89235" y="88463"/>
                </a:lnTo>
                <a:cubicBezTo>
                  <a:pt x="88737" y="88911"/>
                  <a:pt x="88239" y="89409"/>
                  <a:pt x="87741" y="89882"/>
                </a:cubicBezTo>
                <a:lnTo>
                  <a:pt x="87617" y="90006"/>
                </a:lnTo>
                <a:lnTo>
                  <a:pt x="87567" y="90081"/>
                </a:lnTo>
                <a:cubicBezTo>
                  <a:pt x="87119" y="90479"/>
                  <a:pt x="86671" y="90902"/>
                  <a:pt x="86198" y="91325"/>
                </a:cubicBezTo>
                <a:lnTo>
                  <a:pt x="86123" y="91375"/>
                </a:lnTo>
                <a:cubicBezTo>
                  <a:pt x="86049" y="91475"/>
                  <a:pt x="85949" y="91524"/>
                  <a:pt x="85850" y="91624"/>
                </a:cubicBezTo>
                <a:cubicBezTo>
                  <a:pt x="85426" y="91997"/>
                  <a:pt x="85003" y="92371"/>
                  <a:pt x="84580" y="92719"/>
                </a:cubicBezTo>
                <a:cubicBezTo>
                  <a:pt x="84431" y="92844"/>
                  <a:pt x="84257" y="92968"/>
                  <a:pt x="84132" y="93093"/>
                </a:cubicBezTo>
                <a:cubicBezTo>
                  <a:pt x="83734" y="93441"/>
                  <a:pt x="83311" y="93765"/>
                  <a:pt x="82888" y="94113"/>
                </a:cubicBezTo>
                <a:cubicBezTo>
                  <a:pt x="82738" y="94238"/>
                  <a:pt x="82564" y="94387"/>
                  <a:pt x="82390" y="94511"/>
                </a:cubicBezTo>
                <a:cubicBezTo>
                  <a:pt x="82327" y="94564"/>
                  <a:pt x="82264" y="94616"/>
                  <a:pt x="82200" y="94667"/>
                </a:cubicBezTo>
                <a:lnTo>
                  <a:pt x="82200" y="94667"/>
                </a:lnTo>
                <a:lnTo>
                  <a:pt x="82216" y="94636"/>
                </a:lnTo>
                <a:cubicBezTo>
                  <a:pt x="82589" y="94362"/>
                  <a:pt x="82962" y="94063"/>
                  <a:pt x="83311" y="93740"/>
                </a:cubicBezTo>
                <a:cubicBezTo>
                  <a:pt x="83336" y="93715"/>
                  <a:pt x="83385" y="93690"/>
                  <a:pt x="83435" y="93615"/>
                </a:cubicBezTo>
                <a:cubicBezTo>
                  <a:pt x="83560" y="93516"/>
                  <a:pt x="83684" y="93416"/>
                  <a:pt x="83809" y="93317"/>
                </a:cubicBezTo>
                <a:lnTo>
                  <a:pt x="83833" y="93267"/>
                </a:lnTo>
                <a:cubicBezTo>
                  <a:pt x="83958" y="93192"/>
                  <a:pt x="84082" y="93068"/>
                  <a:pt x="84207" y="92968"/>
                </a:cubicBezTo>
                <a:cubicBezTo>
                  <a:pt x="84431" y="92769"/>
                  <a:pt x="84630" y="92595"/>
                  <a:pt x="84829" y="92445"/>
                </a:cubicBezTo>
                <a:cubicBezTo>
                  <a:pt x="84879" y="92371"/>
                  <a:pt x="84954" y="92346"/>
                  <a:pt x="84978" y="92271"/>
                </a:cubicBezTo>
                <a:cubicBezTo>
                  <a:pt x="85053" y="92221"/>
                  <a:pt x="85103" y="92196"/>
                  <a:pt x="85178" y="92122"/>
                </a:cubicBezTo>
                <a:cubicBezTo>
                  <a:pt x="85227" y="92072"/>
                  <a:pt x="85302" y="92022"/>
                  <a:pt x="85352" y="91972"/>
                </a:cubicBezTo>
                <a:lnTo>
                  <a:pt x="85451" y="91873"/>
                </a:lnTo>
                <a:cubicBezTo>
                  <a:pt x="85850" y="91524"/>
                  <a:pt x="86223" y="91201"/>
                  <a:pt x="86596" y="90852"/>
                </a:cubicBezTo>
                <a:cubicBezTo>
                  <a:pt x="86664" y="90785"/>
                  <a:pt x="86731" y="90718"/>
                  <a:pt x="86799" y="90654"/>
                </a:cubicBezTo>
                <a:lnTo>
                  <a:pt x="86799" y="90654"/>
                </a:lnTo>
                <a:cubicBezTo>
                  <a:pt x="86756" y="90693"/>
                  <a:pt x="86714" y="90727"/>
                  <a:pt x="86671" y="90753"/>
                </a:cubicBezTo>
                <a:cubicBezTo>
                  <a:pt x="86248" y="91101"/>
                  <a:pt x="85875" y="91475"/>
                  <a:pt x="85476" y="91823"/>
                </a:cubicBezTo>
                <a:cubicBezTo>
                  <a:pt x="85327" y="91948"/>
                  <a:pt x="85178" y="92097"/>
                  <a:pt x="85003" y="92221"/>
                </a:cubicBezTo>
                <a:cubicBezTo>
                  <a:pt x="84630" y="92545"/>
                  <a:pt x="84257" y="92869"/>
                  <a:pt x="83883" y="93192"/>
                </a:cubicBezTo>
                <a:lnTo>
                  <a:pt x="83336" y="93665"/>
                </a:lnTo>
                <a:cubicBezTo>
                  <a:pt x="82987" y="93939"/>
                  <a:pt x="82614" y="94238"/>
                  <a:pt x="82240" y="94536"/>
                </a:cubicBezTo>
                <a:cubicBezTo>
                  <a:pt x="82016" y="94710"/>
                  <a:pt x="81817" y="94860"/>
                  <a:pt x="81568" y="95059"/>
                </a:cubicBezTo>
                <a:cubicBezTo>
                  <a:pt x="81220" y="95308"/>
                  <a:pt x="80871" y="95582"/>
                  <a:pt x="80523" y="95831"/>
                </a:cubicBezTo>
                <a:lnTo>
                  <a:pt x="79776" y="96403"/>
                </a:lnTo>
                <a:cubicBezTo>
                  <a:pt x="79751" y="96428"/>
                  <a:pt x="79702" y="96453"/>
                  <a:pt x="79652" y="96478"/>
                </a:cubicBezTo>
                <a:cubicBezTo>
                  <a:pt x="79453" y="96652"/>
                  <a:pt x="79204" y="96826"/>
                  <a:pt x="78980" y="96976"/>
                </a:cubicBezTo>
                <a:cubicBezTo>
                  <a:pt x="78905" y="96776"/>
                  <a:pt x="78855" y="96577"/>
                  <a:pt x="78781" y="96403"/>
                </a:cubicBezTo>
                <a:cubicBezTo>
                  <a:pt x="78731" y="96179"/>
                  <a:pt x="78656" y="95980"/>
                  <a:pt x="78606" y="95781"/>
                </a:cubicBezTo>
                <a:cubicBezTo>
                  <a:pt x="78532" y="95557"/>
                  <a:pt x="78432" y="95333"/>
                  <a:pt x="78382" y="95109"/>
                </a:cubicBezTo>
                <a:cubicBezTo>
                  <a:pt x="78283" y="94860"/>
                  <a:pt x="78183" y="94586"/>
                  <a:pt x="78059" y="94312"/>
                </a:cubicBezTo>
                <a:cubicBezTo>
                  <a:pt x="78009" y="94138"/>
                  <a:pt x="77959" y="93989"/>
                  <a:pt x="77884" y="93864"/>
                </a:cubicBezTo>
                <a:cubicBezTo>
                  <a:pt x="77735" y="93491"/>
                  <a:pt x="77561" y="93167"/>
                  <a:pt x="77412" y="92794"/>
                </a:cubicBezTo>
                <a:cubicBezTo>
                  <a:pt x="77412" y="92744"/>
                  <a:pt x="77387" y="92719"/>
                  <a:pt x="77362" y="92694"/>
                </a:cubicBezTo>
                <a:cubicBezTo>
                  <a:pt x="77038" y="91972"/>
                  <a:pt x="76665" y="91226"/>
                  <a:pt x="76291" y="90479"/>
                </a:cubicBezTo>
                <a:cubicBezTo>
                  <a:pt x="76416" y="90379"/>
                  <a:pt x="76540" y="90280"/>
                  <a:pt x="76640" y="90205"/>
                </a:cubicBezTo>
                <a:cubicBezTo>
                  <a:pt x="76988" y="89931"/>
                  <a:pt x="77287" y="89633"/>
                  <a:pt x="77636" y="89359"/>
                </a:cubicBezTo>
                <a:cubicBezTo>
                  <a:pt x="78133" y="88936"/>
                  <a:pt x="78631" y="88513"/>
                  <a:pt x="79104" y="88089"/>
                </a:cubicBezTo>
                <a:cubicBezTo>
                  <a:pt x="79453" y="87766"/>
                  <a:pt x="79776" y="87492"/>
                  <a:pt x="80125" y="87193"/>
                </a:cubicBezTo>
                <a:cubicBezTo>
                  <a:pt x="80697" y="86671"/>
                  <a:pt x="81220" y="86198"/>
                  <a:pt x="81743" y="85700"/>
                </a:cubicBezTo>
                <a:cubicBezTo>
                  <a:pt x="82116" y="85351"/>
                  <a:pt x="82489" y="85003"/>
                  <a:pt x="82838" y="84655"/>
                </a:cubicBezTo>
                <a:cubicBezTo>
                  <a:pt x="83136" y="84381"/>
                  <a:pt x="83460" y="84082"/>
                  <a:pt x="83734" y="83783"/>
                </a:cubicBezTo>
                <a:cubicBezTo>
                  <a:pt x="84306" y="83261"/>
                  <a:pt x="84829" y="82738"/>
                  <a:pt x="85352" y="82165"/>
                </a:cubicBezTo>
                <a:lnTo>
                  <a:pt x="86323" y="81195"/>
                </a:lnTo>
                <a:cubicBezTo>
                  <a:pt x="86671" y="80871"/>
                  <a:pt x="86970" y="80523"/>
                  <a:pt x="87318" y="80174"/>
                </a:cubicBezTo>
                <a:lnTo>
                  <a:pt x="88911" y="78506"/>
                </a:lnTo>
                <a:cubicBezTo>
                  <a:pt x="89160" y="78258"/>
                  <a:pt x="89359" y="77959"/>
                  <a:pt x="89608" y="77710"/>
                </a:cubicBezTo>
                <a:lnTo>
                  <a:pt x="89658" y="77685"/>
                </a:lnTo>
                <a:close/>
                <a:moveTo>
                  <a:pt x="76117" y="90603"/>
                </a:moveTo>
                <a:cubicBezTo>
                  <a:pt x="76764" y="91873"/>
                  <a:pt x="77312" y="93093"/>
                  <a:pt x="77785" y="94238"/>
                </a:cubicBezTo>
                <a:lnTo>
                  <a:pt x="77884" y="94437"/>
                </a:lnTo>
                <a:cubicBezTo>
                  <a:pt x="78009" y="94735"/>
                  <a:pt x="78108" y="95059"/>
                  <a:pt x="78233" y="95333"/>
                </a:cubicBezTo>
                <a:cubicBezTo>
                  <a:pt x="78283" y="95507"/>
                  <a:pt x="78357" y="95681"/>
                  <a:pt x="78407" y="95855"/>
                </a:cubicBezTo>
                <a:cubicBezTo>
                  <a:pt x="78507" y="96079"/>
                  <a:pt x="78532" y="96303"/>
                  <a:pt x="78631" y="96552"/>
                </a:cubicBezTo>
                <a:cubicBezTo>
                  <a:pt x="78681" y="96702"/>
                  <a:pt x="78731" y="96876"/>
                  <a:pt x="78781" y="97050"/>
                </a:cubicBezTo>
                <a:cubicBezTo>
                  <a:pt x="78756" y="97050"/>
                  <a:pt x="78756" y="97075"/>
                  <a:pt x="78731" y="97075"/>
                </a:cubicBezTo>
                <a:cubicBezTo>
                  <a:pt x="78706" y="96926"/>
                  <a:pt x="78631" y="96727"/>
                  <a:pt x="78581" y="96577"/>
                </a:cubicBezTo>
                <a:cubicBezTo>
                  <a:pt x="78507" y="96353"/>
                  <a:pt x="78457" y="96179"/>
                  <a:pt x="78382" y="95955"/>
                </a:cubicBezTo>
                <a:cubicBezTo>
                  <a:pt x="78308" y="95756"/>
                  <a:pt x="78258" y="95582"/>
                  <a:pt x="78183" y="95432"/>
                </a:cubicBezTo>
                <a:cubicBezTo>
                  <a:pt x="78108" y="95158"/>
                  <a:pt x="77984" y="94860"/>
                  <a:pt x="77884" y="94561"/>
                </a:cubicBezTo>
                <a:cubicBezTo>
                  <a:pt x="77860" y="94511"/>
                  <a:pt x="77860" y="94462"/>
                  <a:pt x="77810" y="94412"/>
                </a:cubicBezTo>
                <a:cubicBezTo>
                  <a:pt x="77362" y="93217"/>
                  <a:pt x="76764" y="91948"/>
                  <a:pt x="76067" y="90628"/>
                </a:cubicBezTo>
                <a:lnTo>
                  <a:pt x="76117" y="90603"/>
                </a:lnTo>
                <a:close/>
                <a:moveTo>
                  <a:pt x="80528" y="95978"/>
                </a:moveTo>
                <a:cubicBezTo>
                  <a:pt x="80053" y="96453"/>
                  <a:pt x="79518" y="96826"/>
                  <a:pt x="79005" y="97200"/>
                </a:cubicBezTo>
                <a:lnTo>
                  <a:pt x="79005" y="97175"/>
                </a:lnTo>
                <a:lnTo>
                  <a:pt x="79005" y="97125"/>
                </a:lnTo>
                <a:cubicBezTo>
                  <a:pt x="79328" y="96926"/>
                  <a:pt x="79627" y="96702"/>
                  <a:pt x="79901" y="96453"/>
                </a:cubicBezTo>
                <a:cubicBezTo>
                  <a:pt x="80125" y="96303"/>
                  <a:pt x="80324" y="96129"/>
                  <a:pt x="80523" y="95980"/>
                </a:cubicBezTo>
                <a:cubicBezTo>
                  <a:pt x="80525" y="95979"/>
                  <a:pt x="80526" y="95978"/>
                  <a:pt x="80528" y="95978"/>
                </a:cubicBezTo>
                <a:close/>
                <a:moveTo>
                  <a:pt x="45426" y="94760"/>
                </a:moveTo>
                <a:cubicBezTo>
                  <a:pt x="45899" y="95233"/>
                  <a:pt x="46422" y="95656"/>
                  <a:pt x="47019" y="96005"/>
                </a:cubicBezTo>
                <a:cubicBezTo>
                  <a:pt x="46123" y="96453"/>
                  <a:pt x="45252" y="96851"/>
                  <a:pt x="44356" y="97224"/>
                </a:cubicBezTo>
                <a:cubicBezTo>
                  <a:pt x="44779" y="96428"/>
                  <a:pt x="45128" y="95607"/>
                  <a:pt x="45426" y="94760"/>
                </a:cubicBezTo>
                <a:close/>
                <a:moveTo>
                  <a:pt x="78855" y="97249"/>
                </a:moveTo>
                <a:lnTo>
                  <a:pt x="78855" y="97299"/>
                </a:lnTo>
                <a:lnTo>
                  <a:pt x="78830" y="97299"/>
                </a:lnTo>
                <a:cubicBezTo>
                  <a:pt x="78830" y="97324"/>
                  <a:pt x="78830" y="97324"/>
                  <a:pt x="78781" y="97349"/>
                </a:cubicBezTo>
                <a:lnTo>
                  <a:pt x="78781" y="97324"/>
                </a:lnTo>
                <a:lnTo>
                  <a:pt x="78781" y="97299"/>
                </a:lnTo>
                <a:lnTo>
                  <a:pt x="78830" y="97299"/>
                </a:lnTo>
                <a:lnTo>
                  <a:pt x="78855" y="97249"/>
                </a:lnTo>
                <a:close/>
                <a:moveTo>
                  <a:pt x="45252" y="94561"/>
                </a:moveTo>
                <a:lnTo>
                  <a:pt x="45277" y="94586"/>
                </a:lnTo>
                <a:cubicBezTo>
                  <a:pt x="45252" y="94611"/>
                  <a:pt x="45252" y="94686"/>
                  <a:pt x="45227" y="94710"/>
                </a:cubicBezTo>
                <a:lnTo>
                  <a:pt x="45227" y="94735"/>
                </a:lnTo>
                <a:cubicBezTo>
                  <a:pt x="45153" y="94860"/>
                  <a:pt x="45128" y="95034"/>
                  <a:pt x="45053" y="95158"/>
                </a:cubicBezTo>
                <a:lnTo>
                  <a:pt x="44680" y="96079"/>
                </a:lnTo>
                <a:cubicBezTo>
                  <a:pt x="44605" y="96279"/>
                  <a:pt x="44505" y="96478"/>
                  <a:pt x="44406" y="96677"/>
                </a:cubicBezTo>
                <a:cubicBezTo>
                  <a:pt x="44381" y="96727"/>
                  <a:pt x="44356" y="96776"/>
                  <a:pt x="44356" y="96826"/>
                </a:cubicBezTo>
                <a:cubicBezTo>
                  <a:pt x="44281" y="96976"/>
                  <a:pt x="44182" y="97100"/>
                  <a:pt x="44132" y="97249"/>
                </a:cubicBezTo>
                <a:cubicBezTo>
                  <a:pt x="44107" y="97299"/>
                  <a:pt x="44107" y="97324"/>
                  <a:pt x="44057" y="97374"/>
                </a:cubicBezTo>
                <a:cubicBezTo>
                  <a:pt x="44057" y="97374"/>
                  <a:pt x="44057" y="97374"/>
                  <a:pt x="44055" y="97374"/>
                </a:cubicBezTo>
                <a:lnTo>
                  <a:pt x="44055" y="97374"/>
                </a:lnTo>
                <a:cubicBezTo>
                  <a:pt x="44495" y="96421"/>
                  <a:pt x="44910" y="95515"/>
                  <a:pt x="45252" y="94561"/>
                </a:cubicBezTo>
                <a:close/>
                <a:moveTo>
                  <a:pt x="59341" y="89434"/>
                </a:moveTo>
                <a:cubicBezTo>
                  <a:pt x="59988" y="91724"/>
                  <a:pt x="60436" y="94113"/>
                  <a:pt x="60585" y="96453"/>
                </a:cubicBezTo>
                <a:cubicBezTo>
                  <a:pt x="58312" y="97064"/>
                  <a:pt x="56153" y="97378"/>
                  <a:pt x="54164" y="97378"/>
                </a:cubicBezTo>
                <a:cubicBezTo>
                  <a:pt x="52428" y="97378"/>
                  <a:pt x="50822" y="97139"/>
                  <a:pt x="49384" y="96652"/>
                </a:cubicBezTo>
                <a:cubicBezTo>
                  <a:pt x="49509" y="96179"/>
                  <a:pt x="49608" y="95681"/>
                  <a:pt x="49658" y="95183"/>
                </a:cubicBezTo>
                <a:cubicBezTo>
                  <a:pt x="52869" y="93491"/>
                  <a:pt x="56105" y="91574"/>
                  <a:pt x="59341" y="89434"/>
                </a:cubicBezTo>
                <a:close/>
                <a:moveTo>
                  <a:pt x="42215" y="86646"/>
                </a:moveTo>
                <a:cubicBezTo>
                  <a:pt x="42265" y="87741"/>
                  <a:pt x="42415" y="88762"/>
                  <a:pt x="42639" y="89732"/>
                </a:cubicBezTo>
                <a:cubicBezTo>
                  <a:pt x="41419" y="92246"/>
                  <a:pt x="39602" y="94611"/>
                  <a:pt x="37212" y="96602"/>
                </a:cubicBezTo>
                <a:cubicBezTo>
                  <a:pt x="37187" y="96627"/>
                  <a:pt x="37163" y="96677"/>
                  <a:pt x="37088" y="96702"/>
                </a:cubicBezTo>
                <a:cubicBezTo>
                  <a:pt x="36739" y="96976"/>
                  <a:pt x="36416" y="97249"/>
                  <a:pt x="36042" y="97523"/>
                </a:cubicBezTo>
                <a:cubicBezTo>
                  <a:pt x="35968" y="97299"/>
                  <a:pt x="35918" y="97075"/>
                  <a:pt x="35893" y="96901"/>
                </a:cubicBezTo>
                <a:cubicBezTo>
                  <a:pt x="35843" y="96727"/>
                  <a:pt x="35818" y="96577"/>
                  <a:pt x="35794" y="96378"/>
                </a:cubicBezTo>
                <a:cubicBezTo>
                  <a:pt x="35719" y="96104"/>
                  <a:pt x="35694" y="95806"/>
                  <a:pt x="35669" y="95482"/>
                </a:cubicBezTo>
                <a:cubicBezTo>
                  <a:pt x="35669" y="95383"/>
                  <a:pt x="35644" y="95333"/>
                  <a:pt x="35644" y="95233"/>
                </a:cubicBezTo>
                <a:cubicBezTo>
                  <a:pt x="35644" y="95183"/>
                  <a:pt x="35594" y="95109"/>
                  <a:pt x="35594" y="95059"/>
                </a:cubicBezTo>
                <a:cubicBezTo>
                  <a:pt x="35570" y="94611"/>
                  <a:pt x="35545" y="94138"/>
                  <a:pt x="35520" y="93715"/>
                </a:cubicBezTo>
                <a:lnTo>
                  <a:pt x="35520" y="93491"/>
                </a:lnTo>
                <a:lnTo>
                  <a:pt x="35520" y="93317"/>
                </a:lnTo>
                <a:lnTo>
                  <a:pt x="35520" y="92321"/>
                </a:lnTo>
                <a:cubicBezTo>
                  <a:pt x="35520" y="92122"/>
                  <a:pt x="35545" y="91948"/>
                  <a:pt x="35545" y="91748"/>
                </a:cubicBezTo>
                <a:cubicBezTo>
                  <a:pt x="35545" y="91450"/>
                  <a:pt x="35570" y="91151"/>
                  <a:pt x="35594" y="90852"/>
                </a:cubicBezTo>
                <a:lnTo>
                  <a:pt x="35594" y="90827"/>
                </a:lnTo>
                <a:cubicBezTo>
                  <a:pt x="35594" y="90628"/>
                  <a:pt x="35619" y="90479"/>
                  <a:pt x="35669" y="90280"/>
                </a:cubicBezTo>
                <a:cubicBezTo>
                  <a:pt x="35694" y="89981"/>
                  <a:pt x="35719" y="89658"/>
                  <a:pt x="35794" y="89359"/>
                </a:cubicBezTo>
                <a:cubicBezTo>
                  <a:pt x="35794" y="89334"/>
                  <a:pt x="35794" y="89284"/>
                  <a:pt x="35818" y="89259"/>
                </a:cubicBezTo>
                <a:cubicBezTo>
                  <a:pt x="37934" y="88537"/>
                  <a:pt x="40075" y="87666"/>
                  <a:pt x="42215" y="86646"/>
                </a:cubicBezTo>
                <a:close/>
                <a:moveTo>
                  <a:pt x="60610" y="96627"/>
                </a:moveTo>
                <a:lnTo>
                  <a:pt x="60610" y="96702"/>
                </a:lnTo>
                <a:cubicBezTo>
                  <a:pt x="58345" y="97324"/>
                  <a:pt x="56179" y="97623"/>
                  <a:pt x="54188" y="97623"/>
                </a:cubicBezTo>
                <a:cubicBezTo>
                  <a:pt x="52396" y="97623"/>
                  <a:pt x="50778" y="97374"/>
                  <a:pt x="49359" y="96901"/>
                </a:cubicBezTo>
                <a:cubicBezTo>
                  <a:pt x="49334" y="96901"/>
                  <a:pt x="49359" y="96851"/>
                  <a:pt x="49359" y="96826"/>
                </a:cubicBezTo>
                <a:cubicBezTo>
                  <a:pt x="50807" y="97317"/>
                  <a:pt x="52430" y="97561"/>
                  <a:pt x="54188" y="97561"/>
                </a:cubicBezTo>
                <a:cubicBezTo>
                  <a:pt x="56177" y="97561"/>
                  <a:pt x="58337" y="97248"/>
                  <a:pt x="60610" y="96627"/>
                </a:cubicBezTo>
                <a:close/>
                <a:moveTo>
                  <a:pt x="47219" y="96104"/>
                </a:moveTo>
                <a:cubicBezTo>
                  <a:pt x="47244" y="96154"/>
                  <a:pt x="47268" y="96154"/>
                  <a:pt x="47293" y="96179"/>
                </a:cubicBezTo>
                <a:cubicBezTo>
                  <a:pt x="46248" y="96677"/>
                  <a:pt x="45227" y="97175"/>
                  <a:pt x="44157" y="97648"/>
                </a:cubicBezTo>
                <a:cubicBezTo>
                  <a:pt x="44182" y="97573"/>
                  <a:pt x="44232" y="97548"/>
                  <a:pt x="44232" y="97473"/>
                </a:cubicBezTo>
                <a:cubicBezTo>
                  <a:pt x="45227" y="97050"/>
                  <a:pt x="46223" y="96577"/>
                  <a:pt x="47219" y="96104"/>
                </a:cubicBezTo>
                <a:close/>
                <a:moveTo>
                  <a:pt x="35570" y="89334"/>
                </a:moveTo>
                <a:cubicBezTo>
                  <a:pt x="35520" y="89707"/>
                  <a:pt x="35470" y="90106"/>
                  <a:pt x="35445" y="90479"/>
                </a:cubicBezTo>
                <a:cubicBezTo>
                  <a:pt x="35445" y="90579"/>
                  <a:pt x="35420" y="90678"/>
                  <a:pt x="35420" y="90753"/>
                </a:cubicBezTo>
                <a:lnTo>
                  <a:pt x="35420" y="90852"/>
                </a:lnTo>
                <a:cubicBezTo>
                  <a:pt x="35395" y="91126"/>
                  <a:pt x="35395" y="91375"/>
                  <a:pt x="35346" y="91649"/>
                </a:cubicBezTo>
                <a:lnTo>
                  <a:pt x="35346" y="91923"/>
                </a:lnTo>
                <a:cubicBezTo>
                  <a:pt x="35346" y="92072"/>
                  <a:pt x="35321" y="92196"/>
                  <a:pt x="35321" y="92346"/>
                </a:cubicBezTo>
                <a:lnTo>
                  <a:pt x="35321" y="92371"/>
                </a:lnTo>
                <a:lnTo>
                  <a:pt x="35321" y="93366"/>
                </a:lnTo>
                <a:lnTo>
                  <a:pt x="35321" y="93839"/>
                </a:lnTo>
                <a:cubicBezTo>
                  <a:pt x="35321" y="94213"/>
                  <a:pt x="35346" y="94586"/>
                  <a:pt x="35395" y="94934"/>
                </a:cubicBezTo>
                <a:lnTo>
                  <a:pt x="35395" y="94984"/>
                </a:lnTo>
                <a:cubicBezTo>
                  <a:pt x="35395" y="95084"/>
                  <a:pt x="35395" y="95134"/>
                  <a:pt x="35420" y="95233"/>
                </a:cubicBezTo>
                <a:cubicBezTo>
                  <a:pt x="35445" y="95681"/>
                  <a:pt x="35520" y="96129"/>
                  <a:pt x="35594" y="96577"/>
                </a:cubicBezTo>
                <a:cubicBezTo>
                  <a:pt x="35644" y="96727"/>
                  <a:pt x="35669" y="96851"/>
                  <a:pt x="35694" y="97000"/>
                </a:cubicBezTo>
                <a:cubicBezTo>
                  <a:pt x="35769" y="97224"/>
                  <a:pt x="35794" y="97473"/>
                  <a:pt x="35843" y="97697"/>
                </a:cubicBezTo>
                <a:lnTo>
                  <a:pt x="35818" y="97722"/>
                </a:lnTo>
                <a:cubicBezTo>
                  <a:pt x="35818" y="97722"/>
                  <a:pt x="35794" y="97722"/>
                  <a:pt x="35794" y="97772"/>
                </a:cubicBezTo>
                <a:cubicBezTo>
                  <a:pt x="35769" y="97448"/>
                  <a:pt x="35694" y="97224"/>
                  <a:pt x="35669" y="97025"/>
                </a:cubicBezTo>
                <a:cubicBezTo>
                  <a:pt x="35644" y="96851"/>
                  <a:pt x="35594" y="96702"/>
                  <a:pt x="35570" y="96528"/>
                </a:cubicBezTo>
                <a:cubicBezTo>
                  <a:pt x="35545" y="96403"/>
                  <a:pt x="35545" y="96303"/>
                  <a:pt x="35520" y="96179"/>
                </a:cubicBezTo>
                <a:cubicBezTo>
                  <a:pt x="35470" y="96055"/>
                  <a:pt x="35470" y="95905"/>
                  <a:pt x="35445" y="95731"/>
                </a:cubicBezTo>
                <a:cubicBezTo>
                  <a:pt x="35420" y="95557"/>
                  <a:pt x="35395" y="95333"/>
                  <a:pt x="35346" y="95158"/>
                </a:cubicBezTo>
                <a:cubicBezTo>
                  <a:pt x="35346" y="95034"/>
                  <a:pt x="35321" y="94910"/>
                  <a:pt x="35321" y="94735"/>
                </a:cubicBezTo>
                <a:lnTo>
                  <a:pt x="35321" y="94561"/>
                </a:lnTo>
                <a:cubicBezTo>
                  <a:pt x="35296" y="94287"/>
                  <a:pt x="35296" y="93989"/>
                  <a:pt x="35271" y="93715"/>
                </a:cubicBezTo>
                <a:lnTo>
                  <a:pt x="35271" y="93366"/>
                </a:lnTo>
                <a:lnTo>
                  <a:pt x="35271" y="92221"/>
                </a:lnTo>
                <a:lnTo>
                  <a:pt x="35271" y="92022"/>
                </a:lnTo>
                <a:cubicBezTo>
                  <a:pt x="35296" y="91574"/>
                  <a:pt x="35296" y="91126"/>
                  <a:pt x="35346" y="90678"/>
                </a:cubicBezTo>
                <a:cubicBezTo>
                  <a:pt x="35395" y="90230"/>
                  <a:pt x="35445" y="89757"/>
                  <a:pt x="35520" y="89334"/>
                </a:cubicBezTo>
                <a:close/>
                <a:moveTo>
                  <a:pt x="42688" y="90057"/>
                </a:moveTo>
                <a:cubicBezTo>
                  <a:pt x="41493" y="92496"/>
                  <a:pt x="39676" y="94810"/>
                  <a:pt x="37337" y="96776"/>
                </a:cubicBezTo>
                <a:lnTo>
                  <a:pt x="37262" y="96851"/>
                </a:lnTo>
                <a:cubicBezTo>
                  <a:pt x="36889" y="97175"/>
                  <a:pt x="36466" y="97473"/>
                  <a:pt x="36067" y="97772"/>
                </a:cubicBezTo>
                <a:lnTo>
                  <a:pt x="36067" y="97697"/>
                </a:lnTo>
                <a:cubicBezTo>
                  <a:pt x="36441" y="97424"/>
                  <a:pt x="36814" y="97150"/>
                  <a:pt x="37187" y="96826"/>
                </a:cubicBezTo>
                <a:cubicBezTo>
                  <a:pt x="37212" y="96801"/>
                  <a:pt x="37287" y="96776"/>
                  <a:pt x="37312" y="96727"/>
                </a:cubicBezTo>
                <a:cubicBezTo>
                  <a:pt x="39651" y="94761"/>
                  <a:pt x="41493" y="92496"/>
                  <a:pt x="42688" y="90057"/>
                </a:cubicBezTo>
                <a:close/>
                <a:moveTo>
                  <a:pt x="43933" y="97648"/>
                </a:moveTo>
                <a:cubicBezTo>
                  <a:pt x="43908" y="97672"/>
                  <a:pt x="43908" y="97722"/>
                  <a:pt x="43883" y="97772"/>
                </a:cubicBezTo>
                <a:cubicBezTo>
                  <a:pt x="43858" y="97772"/>
                  <a:pt x="43858" y="97772"/>
                  <a:pt x="43809" y="97797"/>
                </a:cubicBezTo>
                <a:cubicBezTo>
                  <a:pt x="43858" y="97772"/>
                  <a:pt x="43858" y="97697"/>
                  <a:pt x="43883" y="97672"/>
                </a:cubicBezTo>
                <a:cubicBezTo>
                  <a:pt x="43883" y="97648"/>
                  <a:pt x="43908" y="97648"/>
                  <a:pt x="43933" y="97648"/>
                </a:cubicBezTo>
                <a:close/>
                <a:moveTo>
                  <a:pt x="96329" y="81070"/>
                </a:moveTo>
                <a:cubicBezTo>
                  <a:pt x="96428" y="81120"/>
                  <a:pt x="96478" y="81145"/>
                  <a:pt x="96578" y="81170"/>
                </a:cubicBezTo>
                <a:cubicBezTo>
                  <a:pt x="91475" y="87119"/>
                  <a:pt x="85601" y="92744"/>
                  <a:pt x="79154" y="97797"/>
                </a:cubicBezTo>
                <a:cubicBezTo>
                  <a:pt x="79129" y="97598"/>
                  <a:pt x="79104" y="97523"/>
                  <a:pt x="79079" y="97399"/>
                </a:cubicBezTo>
                <a:cubicBezTo>
                  <a:pt x="79652" y="96976"/>
                  <a:pt x="80224" y="96552"/>
                  <a:pt x="80772" y="96104"/>
                </a:cubicBezTo>
                <a:cubicBezTo>
                  <a:pt x="80847" y="96079"/>
                  <a:pt x="80896" y="96005"/>
                  <a:pt x="80971" y="95980"/>
                </a:cubicBezTo>
                <a:cubicBezTo>
                  <a:pt x="80996" y="95955"/>
                  <a:pt x="81021" y="95930"/>
                  <a:pt x="81071" y="95930"/>
                </a:cubicBezTo>
                <a:cubicBezTo>
                  <a:pt x="81568" y="95557"/>
                  <a:pt x="82066" y="95183"/>
                  <a:pt x="82514" y="94785"/>
                </a:cubicBezTo>
                <a:cubicBezTo>
                  <a:pt x="82564" y="94785"/>
                  <a:pt x="82564" y="94735"/>
                  <a:pt x="82589" y="94735"/>
                </a:cubicBezTo>
                <a:cubicBezTo>
                  <a:pt x="82738" y="94611"/>
                  <a:pt x="82863" y="94486"/>
                  <a:pt x="83012" y="94412"/>
                </a:cubicBezTo>
                <a:lnTo>
                  <a:pt x="83062" y="94362"/>
                </a:lnTo>
                <a:cubicBezTo>
                  <a:pt x="83460" y="94014"/>
                  <a:pt x="83858" y="93715"/>
                  <a:pt x="84257" y="93366"/>
                </a:cubicBezTo>
                <a:cubicBezTo>
                  <a:pt x="84381" y="93267"/>
                  <a:pt x="84481" y="93192"/>
                  <a:pt x="84605" y="93068"/>
                </a:cubicBezTo>
                <a:cubicBezTo>
                  <a:pt x="84630" y="93018"/>
                  <a:pt x="84705" y="92993"/>
                  <a:pt x="84730" y="92943"/>
                </a:cubicBezTo>
                <a:cubicBezTo>
                  <a:pt x="84730" y="92943"/>
                  <a:pt x="84754" y="92943"/>
                  <a:pt x="84754" y="92893"/>
                </a:cubicBezTo>
                <a:lnTo>
                  <a:pt x="85974" y="91873"/>
                </a:lnTo>
                <a:cubicBezTo>
                  <a:pt x="86074" y="91773"/>
                  <a:pt x="86173" y="91699"/>
                  <a:pt x="86298" y="91599"/>
                </a:cubicBezTo>
                <a:cubicBezTo>
                  <a:pt x="86323" y="91574"/>
                  <a:pt x="86347" y="91549"/>
                  <a:pt x="86422" y="91500"/>
                </a:cubicBezTo>
                <a:lnTo>
                  <a:pt x="86447" y="91475"/>
                </a:lnTo>
                <a:cubicBezTo>
                  <a:pt x="86870" y="91101"/>
                  <a:pt x="87293" y="90703"/>
                  <a:pt x="87716" y="90330"/>
                </a:cubicBezTo>
                <a:lnTo>
                  <a:pt x="87741" y="90280"/>
                </a:lnTo>
                <a:lnTo>
                  <a:pt x="87816" y="90230"/>
                </a:lnTo>
                <a:cubicBezTo>
                  <a:pt x="87866" y="90155"/>
                  <a:pt x="87940" y="90106"/>
                  <a:pt x="88040" y="90031"/>
                </a:cubicBezTo>
                <a:cubicBezTo>
                  <a:pt x="88488" y="89608"/>
                  <a:pt x="88961" y="89160"/>
                  <a:pt x="89409" y="88712"/>
                </a:cubicBezTo>
                <a:lnTo>
                  <a:pt x="89558" y="88537"/>
                </a:lnTo>
                <a:lnTo>
                  <a:pt x="89957" y="88139"/>
                </a:lnTo>
                <a:cubicBezTo>
                  <a:pt x="90081" y="88015"/>
                  <a:pt x="90181" y="87890"/>
                  <a:pt x="90305" y="87791"/>
                </a:cubicBezTo>
                <a:lnTo>
                  <a:pt x="90430" y="87666"/>
                </a:lnTo>
                <a:cubicBezTo>
                  <a:pt x="90529" y="87542"/>
                  <a:pt x="90654" y="87467"/>
                  <a:pt x="90728" y="87343"/>
                </a:cubicBezTo>
                <a:lnTo>
                  <a:pt x="91326" y="86745"/>
                </a:lnTo>
                <a:cubicBezTo>
                  <a:pt x="91450" y="86621"/>
                  <a:pt x="91575" y="86472"/>
                  <a:pt x="91699" y="86347"/>
                </a:cubicBezTo>
                <a:cubicBezTo>
                  <a:pt x="92048" y="85999"/>
                  <a:pt x="92346" y="85625"/>
                  <a:pt x="92695" y="85252"/>
                </a:cubicBezTo>
                <a:lnTo>
                  <a:pt x="92794" y="85152"/>
                </a:lnTo>
                <a:lnTo>
                  <a:pt x="93068" y="84879"/>
                </a:lnTo>
                <a:lnTo>
                  <a:pt x="93118" y="84804"/>
                </a:lnTo>
                <a:cubicBezTo>
                  <a:pt x="94263" y="83609"/>
                  <a:pt x="95308" y="82365"/>
                  <a:pt x="96329" y="81070"/>
                </a:cubicBezTo>
                <a:close/>
                <a:moveTo>
                  <a:pt x="78905" y="97523"/>
                </a:moveTo>
                <a:cubicBezTo>
                  <a:pt x="78955" y="97598"/>
                  <a:pt x="78955" y="97697"/>
                  <a:pt x="78980" y="97797"/>
                </a:cubicBezTo>
                <a:lnTo>
                  <a:pt x="78980" y="97847"/>
                </a:lnTo>
                <a:cubicBezTo>
                  <a:pt x="78930" y="97847"/>
                  <a:pt x="78930" y="97872"/>
                  <a:pt x="78905" y="97872"/>
                </a:cubicBezTo>
                <a:cubicBezTo>
                  <a:pt x="78905" y="97847"/>
                  <a:pt x="78880" y="97797"/>
                  <a:pt x="78880" y="97772"/>
                </a:cubicBezTo>
                <a:cubicBezTo>
                  <a:pt x="78855" y="97697"/>
                  <a:pt x="78855" y="97598"/>
                  <a:pt x="78830" y="97548"/>
                </a:cubicBezTo>
                <a:lnTo>
                  <a:pt x="78905" y="97523"/>
                </a:lnTo>
                <a:close/>
                <a:moveTo>
                  <a:pt x="35893" y="97822"/>
                </a:moveTo>
                <a:lnTo>
                  <a:pt x="35893" y="97847"/>
                </a:lnTo>
                <a:lnTo>
                  <a:pt x="35893" y="97897"/>
                </a:lnTo>
                <a:lnTo>
                  <a:pt x="35843" y="97897"/>
                </a:lnTo>
                <a:cubicBezTo>
                  <a:pt x="35843" y="97897"/>
                  <a:pt x="35818" y="97897"/>
                  <a:pt x="35818" y="97921"/>
                </a:cubicBezTo>
                <a:lnTo>
                  <a:pt x="35818" y="97897"/>
                </a:lnTo>
                <a:lnTo>
                  <a:pt x="35843" y="97847"/>
                </a:lnTo>
                <a:lnTo>
                  <a:pt x="35893" y="97822"/>
                </a:lnTo>
                <a:close/>
                <a:moveTo>
                  <a:pt x="96777" y="81170"/>
                </a:moveTo>
                <a:cubicBezTo>
                  <a:pt x="96802" y="81170"/>
                  <a:pt x="96802" y="81170"/>
                  <a:pt x="96827" y="81220"/>
                </a:cubicBezTo>
                <a:cubicBezTo>
                  <a:pt x="91674" y="87218"/>
                  <a:pt x="85725" y="92918"/>
                  <a:pt x="79204" y="98021"/>
                </a:cubicBezTo>
                <a:cubicBezTo>
                  <a:pt x="79204" y="97971"/>
                  <a:pt x="79204" y="97946"/>
                  <a:pt x="79154" y="97946"/>
                </a:cubicBezTo>
                <a:cubicBezTo>
                  <a:pt x="85700" y="92844"/>
                  <a:pt x="91599" y="87144"/>
                  <a:pt x="96777" y="81170"/>
                </a:cubicBezTo>
                <a:close/>
                <a:moveTo>
                  <a:pt x="79029" y="98046"/>
                </a:moveTo>
                <a:lnTo>
                  <a:pt x="79029" y="98096"/>
                </a:lnTo>
                <a:cubicBezTo>
                  <a:pt x="79005" y="98096"/>
                  <a:pt x="79005" y="98145"/>
                  <a:pt x="78980" y="98145"/>
                </a:cubicBezTo>
                <a:lnTo>
                  <a:pt x="78980" y="98071"/>
                </a:lnTo>
                <a:cubicBezTo>
                  <a:pt x="78980" y="98071"/>
                  <a:pt x="79005" y="98046"/>
                  <a:pt x="79029" y="98046"/>
                </a:cubicBezTo>
                <a:close/>
                <a:moveTo>
                  <a:pt x="35321" y="89384"/>
                </a:moveTo>
                <a:cubicBezTo>
                  <a:pt x="35271" y="89832"/>
                  <a:pt x="35221" y="90255"/>
                  <a:pt x="35171" y="90703"/>
                </a:cubicBezTo>
                <a:lnTo>
                  <a:pt x="35171" y="90778"/>
                </a:lnTo>
                <a:cubicBezTo>
                  <a:pt x="35146" y="91226"/>
                  <a:pt x="35097" y="91649"/>
                  <a:pt x="35097" y="92097"/>
                </a:cubicBezTo>
                <a:lnTo>
                  <a:pt x="35097" y="92147"/>
                </a:lnTo>
                <a:lnTo>
                  <a:pt x="35097" y="92346"/>
                </a:lnTo>
                <a:lnTo>
                  <a:pt x="35097" y="93441"/>
                </a:lnTo>
                <a:lnTo>
                  <a:pt x="35097" y="93640"/>
                </a:lnTo>
                <a:lnTo>
                  <a:pt x="35097" y="93839"/>
                </a:lnTo>
                <a:cubicBezTo>
                  <a:pt x="35097" y="94138"/>
                  <a:pt x="35146" y="94462"/>
                  <a:pt x="35171" y="94735"/>
                </a:cubicBezTo>
                <a:cubicBezTo>
                  <a:pt x="35171" y="94860"/>
                  <a:pt x="35171" y="94984"/>
                  <a:pt x="35196" y="95109"/>
                </a:cubicBezTo>
                <a:lnTo>
                  <a:pt x="35196" y="95258"/>
                </a:lnTo>
                <a:cubicBezTo>
                  <a:pt x="35221" y="95557"/>
                  <a:pt x="35246" y="95806"/>
                  <a:pt x="35296" y="96055"/>
                </a:cubicBezTo>
                <a:cubicBezTo>
                  <a:pt x="35321" y="96204"/>
                  <a:pt x="35321" y="96353"/>
                  <a:pt x="35346" y="96503"/>
                </a:cubicBezTo>
                <a:cubicBezTo>
                  <a:pt x="35346" y="96552"/>
                  <a:pt x="35346" y="96577"/>
                  <a:pt x="35370" y="96627"/>
                </a:cubicBezTo>
                <a:cubicBezTo>
                  <a:pt x="35420" y="96876"/>
                  <a:pt x="35470" y="97100"/>
                  <a:pt x="35545" y="97349"/>
                </a:cubicBezTo>
                <a:cubicBezTo>
                  <a:pt x="35570" y="97498"/>
                  <a:pt x="35594" y="97623"/>
                  <a:pt x="35644" y="97797"/>
                </a:cubicBezTo>
                <a:cubicBezTo>
                  <a:pt x="35346" y="97996"/>
                  <a:pt x="35047" y="98195"/>
                  <a:pt x="34723" y="98369"/>
                </a:cubicBezTo>
                <a:cubicBezTo>
                  <a:pt x="34549" y="98494"/>
                  <a:pt x="34350" y="98618"/>
                  <a:pt x="34126" y="98743"/>
                </a:cubicBezTo>
                <a:cubicBezTo>
                  <a:pt x="33230" y="95955"/>
                  <a:pt x="32657" y="93093"/>
                  <a:pt x="32458" y="90255"/>
                </a:cubicBezTo>
                <a:cubicBezTo>
                  <a:pt x="33404" y="90006"/>
                  <a:pt x="34350" y="89707"/>
                  <a:pt x="35321" y="89384"/>
                </a:cubicBezTo>
                <a:close/>
                <a:moveTo>
                  <a:pt x="32284" y="90305"/>
                </a:moveTo>
                <a:cubicBezTo>
                  <a:pt x="32458" y="93167"/>
                  <a:pt x="33056" y="96055"/>
                  <a:pt x="33977" y="98817"/>
                </a:cubicBezTo>
                <a:cubicBezTo>
                  <a:pt x="33952" y="98817"/>
                  <a:pt x="33952" y="98842"/>
                  <a:pt x="33927" y="98842"/>
                </a:cubicBezTo>
                <a:cubicBezTo>
                  <a:pt x="32981" y="96079"/>
                  <a:pt x="32408" y="93167"/>
                  <a:pt x="32209" y="90330"/>
                </a:cubicBezTo>
                <a:cubicBezTo>
                  <a:pt x="32234" y="90330"/>
                  <a:pt x="32284" y="90305"/>
                  <a:pt x="32284" y="90305"/>
                </a:cubicBezTo>
                <a:close/>
                <a:moveTo>
                  <a:pt x="35694" y="97971"/>
                </a:moveTo>
                <a:lnTo>
                  <a:pt x="35719" y="98046"/>
                </a:lnTo>
                <a:cubicBezTo>
                  <a:pt x="35520" y="98195"/>
                  <a:pt x="35296" y="98320"/>
                  <a:pt x="35072" y="98444"/>
                </a:cubicBezTo>
                <a:cubicBezTo>
                  <a:pt x="34798" y="98643"/>
                  <a:pt x="34549" y="98817"/>
                  <a:pt x="34275" y="98967"/>
                </a:cubicBezTo>
                <a:cubicBezTo>
                  <a:pt x="34275" y="98942"/>
                  <a:pt x="34275" y="98942"/>
                  <a:pt x="34225" y="98917"/>
                </a:cubicBezTo>
                <a:cubicBezTo>
                  <a:pt x="34400" y="98793"/>
                  <a:pt x="34574" y="98668"/>
                  <a:pt x="34773" y="98569"/>
                </a:cubicBezTo>
                <a:cubicBezTo>
                  <a:pt x="35072" y="98394"/>
                  <a:pt x="35395" y="98195"/>
                  <a:pt x="35694" y="97971"/>
                </a:cubicBezTo>
                <a:close/>
                <a:moveTo>
                  <a:pt x="34051" y="99017"/>
                </a:moveTo>
                <a:cubicBezTo>
                  <a:pt x="34051" y="99041"/>
                  <a:pt x="34051" y="99041"/>
                  <a:pt x="34076" y="99066"/>
                </a:cubicBezTo>
                <a:cubicBezTo>
                  <a:pt x="34051" y="99066"/>
                  <a:pt x="34051" y="99091"/>
                  <a:pt x="34026" y="99091"/>
                </a:cubicBezTo>
                <a:cubicBezTo>
                  <a:pt x="34026" y="99066"/>
                  <a:pt x="34026" y="99066"/>
                  <a:pt x="33977" y="99041"/>
                </a:cubicBezTo>
                <a:cubicBezTo>
                  <a:pt x="34026" y="99041"/>
                  <a:pt x="34026" y="99017"/>
                  <a:pt x="34051" y="99017"/>
                </a:cubicBezTo>
                <a:close/>
                <a:moveTo>
                  <a:pt x="5700" y="96403"/>
                </a:moveTo>
                <a:cubicBezTo>
                  <a:pt x="6670" y="97445"/>
                  <a:pt x="7781" y="98393"/>
                  <a:pt x="8988" y="99201"/>
                </a:cubicBezTo>
                <a:lnTo>
                  <a:pt x="8988" y="99201"/>
                </a:lnTo>
                <a:cubicBezTo>
                  <a:pt x="8877" y="99173"/>
                  <a:pt x="8795" y="99128"/>
                  <a:pt x="8712" y="99066"/>
                </a:cubicBezTo>
                <a:cubicBezTo>
                  <a:pt x="8563" y="98967"/>
                  <a:pt x="8413" y="98842"/>
                  <a:pt x="8289" y="98768"/>
                </a:cubicBezTo>
                <a:cubicBezTo>
                  <a:pt x="8214" y="98693"/>
                  <a:pt x="8140" y="98668"/>
                  <a:pt x="8065" y="98593"/>
                </a:cubicBezTo>
                <a:cubicBezTo>
                  <a:pt x="7891" y="98444"/>
                  <a:pt x="7692" y="98320"/>
                  <a:pt x="7517" y="98170"/>
                </a:cubicBezTo>
                <a:cubicBezTo>
                  <a:pt x="7293" y="97971"/>
                  <a:pt x="7044" y="97822"/>
                  <a:pt x="6820" y="97598"/>
                </a:cubicBezTo>
                <a:cubicBezTo>
                  <a:pt x="6447" y="97249"/>
                  <a:pt x="6049" y="96901"/>
                  <a:pt x="5700" y="96528"/>
                </a:cubicBezTo>
                <a:lnTo>
                  <a:pt x="5700" y="96453"/>
                </a:lnTo>
                <a:lnTo>
                  <a:pt x="5700" y="96403"/>
                </a:lnTo>
                <a:close/>
                <a:moveTo>
                  <a:pt x="9069" y="99255"/>
                </a:moveTo>
                <a:cubicBezTo>
                  <a:pt x="9075" y="99258"/>
                  <a:pt x="9080" y="99262"/>
                  <a:pt x="9085" y="99266"/>
                </a:cubicBezTo>
                <a:cubicBezTo>
                  <a:pt x="9085" y="99266"/>
                  <a:pt x="9077" y="99266"/>
                  <a:pt x="9069" y="99255"/>
                </a:cubicBezTo>
                <a:close/>
                <a:moveTo>
                  <a:pt x="5800" y="96951"/>
                </a:moveTo>
                <a:lnTo>
                  <a:pt x="5800" y="96951"/>
                </a:lnTo>
                <a:cubicBezTo>
                  <a:pt x="5924" y="97050"/>
                  <a:pt x="6024" y="97175"/>
                  <a:pt x="6148" y="97249"/>
                </a:cubicBezTo>
                <a:lnTo>
                  <a:pt x="6223" y="97349"/>
                </a:lnTo>
                <a:cubicBezTo>
                  <a:pt x="6347" y="97473"/>
                  <a:pt x="6522" y="97598"/>
                  <a:pt x="6671" y="97722"/>
                </a:cubicBezTo>
                <a:cubicBezTo>
                  <a:pt x="6696" y="97772"/>
                  <a:pt x="6721" y="97772"/>
                  <a:pt x="6771" y="97797"/>
                </a:cubicBezTo>
                <a:cubicBezTo>
                  <a:pt x="6845" y="97847"/>
                  <a:pt x="6920" y="97946"/>
                  <a:pt x="7019" y="97996"/>
                </a:cubicBezTo>
                <a:cubicBezTo>
                  <a:pt x="7044" y="98046"/>
                  <a:pt x="7094" y="98071"/>
                  <a:pt x="7144" y="98096"/>
                </a:cubicBezTo>
                <a:cubicBezTo>
                  <a:pt x="7592" y="98569"/>
                  <a:pt x="8164" y="98967"/>
                  <a:pt x="8712" y="99390"/>
                </a:cubicBezTo>
                <a:cubicBezTo>
                  <a:pt x="8563" y="99290"/>
                  <a:pt x="8413" y="99166"/>
                  <a:pt x="8264" y="99066"/>
                </a:cubicBezTo>
                <a:cubicBezTo>
                  <a:pt x="8140" y="98967"/>
                  <a:pt x="8015" y="98917"/>
                  <a:pt x="7916" y="98817"/>
                </a:cubicBezTo>
                <a:cubicBezTo>
                  <a:pt x="7766" y="98718"/>
                  <a:pt x="7642" y="98593"/>
                  <a:pt x="7467" y="98494"/>
                </a:cubicBezTo>
                <a:cubicBezTo>
                  <a:pt x="7343" y="98419"/>
                  <a:pt x="7219" y="98320"/>
                  <a:pt x="7094" y="98195"/>
                </a:cubicBezTo>
                <a:cubicBezTo>
                  <a:pt x="6970" y="98096"/>
                  <a:pt x="6845" y="97996"/>
                  <a:pt x="6721" y="97872"/>
                </a:cubicBezTo>
                <a:cubicBezTo>
                  <a:pt x="6596" y="97772"/>
                  <a:pt x="6472" y="97672"/>
                  <a:pt x="6323" y="97548"/>
                </a:cubicBezTo>
                <a:cubicBezTo>
                  <a:pt x="6198" y="97448"/>
                  <a:pt x="6098" y="97324"/>
                  <a:pt x="5974" y="97224"/>
                </a:cubicBezTo>
                <a:lnTo>
                  <a:pt x="5825" y="97075"/>
                </a:lnTo>
                <a:cubicBezTo>
                  <a:pt x="5825" y="97050"/>
                  <a:pt x="5800" y="96976"/>
                  <a:pt x="5800" y="96951"/>
                </a:cubicBezTo>
                <a:close/>
                <a:moveTo>
                  <a:pt x="68700" y="95955"/>
                </a:moveTo>
                <a:lnTo>
                  <a:pt x="68749" y="95980"/>
                </a:lnTo>
                <a:cubicBezTo>
                  <a:pt x="68675" y="96030"/>
                  <a:pt x="68625" y="96079"/>
                  <a:pt x="68550" y="96104"/>
                </a:cubicBezTo>
                <a:cubicBezTo>
                  <a:pt x="67281" y="97000"/>
                  <a:pt x="66036" y="97847"/>
                  <a:pt x="64767" y="98693"/>
                </a:cubicBezTo>
                <a:cubicBezTo>
                  <a:pt x="64386" y="98934"/>
                  <a:pt x="64010" y="99174"/>
                  <a:pt x="63637" y="99410"/>
                </a:cubicBezTo>
                <a:lnTo>
                  <a:pt x="63637" y="99410"/>
                </a:lnTo>
                <a:cubicBezTo>
                  <a:pt x="63778" y="99319"/>
                  <a:pt x="63911" y="99225"/>
                  <a:pt x="64045" y="99141"/>
                </a:cubicBezTo>
                <a:cubicBezTo>
                  <a:pt x="64717" y="98693"/>
                  <a:pt x="65439" y="98220"/>
                  <a:pt x="66136" y="97772"/>
                </a:cubicBezTo>
                <a:cubicBezTo>
                  <a:pt x="66459" y="97548"/>
                  <a:pt x="66808" y="97299"/>
                  <a:pt x="67156" y="97050"/>
                </a:cubicBezTo>
                <a:cubicBezTo>
                  <a:pt x="67679" y="96677"/>
                  <a:pt x="68202" y="96328"/>
                  <a:pt x="68700" y="95955"/>
                </a:cubicBezTo>
                <a:close/>
                <a:moveTo>
                  <a:pt x="42813" y="90429"/>
                </a:moveTo>
                <a:cubicBezTo>
                  <a:pt x="43311" y="91972"/>
                  <a:pt x="44057" y="93317"/>
                  <a:pt x="45053" y="94437"/>
                </a:cubicBezTo>
                <a:cubicBezTo>
                  <a:pt x="44680" y="95482"/>
                  <a:pt x="44232" y="96552"/>
                  <a:pt x="43684" y="97573"/>
                </a:cubicBezTo>
                <a:cubicBezTo>
                  <a:pt x="41394" y="98569"/>
                  <a:pt x="39104" y="99415"/>
                  <a:pt x="36914" y="100087"/>
                </a:cubicBezTo>
                <a:cubicBezTo>
                  <a:pt x="36839" y="99938"/>
                  <a:pt x="36764" y="99813"/>
                  <a:pt x="36715" y="99689"/>
                </a:cubicBezTo>
                <a:cubicBezTo>
                  <a:pt x="36690" y="99589"/>
                  <a:pt x="36615" y="99465"/>
                  <a:pt x="36590" y="99390"/>
                </a:cubicBezTo>
                <a:lnTo>
                  <a:pt x="36590" y="99340"/>
                </a:lnTo>
                <a:cubicBezTo>
                  <a:pt x="36441" y="98917"/>
                  <a:pt x="36291" y="98444"/>
                  <a:pt x="36167" y="97971"/>
                </a:cubicBezTo>
                <a:cubicBezTo>
                  <a:pt x="36192" y="97946"/>
                  <a:pt x="36217" y="97921"/>
                  <a:pt x="36267" y="97921"/>
                </a:cubicBezTo>
                <a:cubicBezTo>
                  <a:pt x="36665" y="97598"/>
                  <a:pt x="37063" y="97324"/>
                  <a:pt x="37436" y="96976"/>
                </a:cubicBezTo>
                <a:cubicBezTo>
                  <a:pt x="37461" y="96951"/>
                  <a:pt x="37511" y="96951"/>
                  <a:pt x="37511" y="96926"/>
                </a:cubicBezTo>
                <a:cubicBezTo>
                  <a:pt x="39776" y="95034"/>
                  <a:pt x="41568" y="92819"/>
                  <a:pt x="42813" y="90429"/>
                </a:cubicBezTo>
                <a:close/>
                <a:moveTo>
                  <a:pt x="35968" y="98046"/>
                </a:moveTo>
                <a:lnTo>
                  <a:pt x="36167" y="98693"/>
                </a:lnTo>
                <a:cubicBezTo>
                  <a:pt x="36167" y="98718"/>
                  <a:pt x="36167" y="98718"/>
                  <a:pt x="36192" y="98743"/>
                </a:cubicBezTo>
                <a:cubicBezTo>
                  <a:pt x="36217" y="98842"/>
                  <a:pt x="36242" y="98917"/>
                  <a:pt x="36291" y="98992"/>
                </a:cubicBezTo>
                <a:lnTo>
                  <a:pt x="36391" y="99290"/>
                </a:lnTo>
                <a:lnTo>
                  <a:pt x="36466" y="99564"/>
                </a:lnTo>
                <a:cubicBezTo>
                  <a:pt x="36466" y="99589"/>
                  <a:pt x="36515" y="99614"/>
                  <a:pt x="36515" y="99664"/>
                </a:cubicBezTo>
                <a:cubicBezTo>
                  <a:pt x="36565" y="99813"/>
                  <a:pt x="36640" y="99938"/>
                  <a:pt x="36690" y="100087"/>
                </a:cubicBezTo>
                <a:lnTo>
                  <a:pt x="36690" y="100112"/>
                </a:lnTo>
                <a:lnTo>
                  <a:pt x="36640" y="100112"/>
                </a:lnTo>
                <a:cubicBezTo>
                  <a:pt x="36590" y="100087"/>
                  <a:pt x="36590" y="100037"/>
                  <a:pt x="36565" y="99987"/>
                </a:cubicBezTo>
                <a:cubicBezTo>
                  <a:pt x="36466" y="99788"/>
                  <a:pt x="36391" y="99539"/>
                  <a:pt x="36291" y="99290"/>
                </a:cubicBezTo>
                <a:cubicBezTo>
                  <a:pt x="36267" y="99191"/>
                  <a:pt x="36217" y="99066"/>
                  <a:pt x="36167" y="98967"/>
                </a:cubicBezTo>
                <a:lnTo>
                  <a:pt x="36167" y="98942"/>
                </a:lnTo>
                <a:cubicBezTo>
                  <a:pt x="36067" y="98668"/>
                  <a:pt x="35968" y="98369"/>
                  <a:pt x="35918" y="98096"/>
                </a:cubicBezTo>
                <a:lnTo>
                  <a:pt x="35943" y="98071"/>
                </a:lnTo>
                <a:lnTo>
                  <a:pt x="35968" y="98046"/>
                </a:lnTo>
                <a:close/>
                <a:moveTo>
                  <a:pt x="5551" y="97075"/>
                </a:moveTo>
                <a:lnTo>
                  <a:pt x="5601" y="97175"/>
                </a:lnTo>
                <a:cubicBezTo>
                  <a:pt x="5675" y="97374"/>
                  <a:pt x="5725" y="97573"/>
                  <a:pt x="5800" y="97797"/>
                </a:cubicBezTo>
                <a:cubicBezTo>
                  <a:pt x="5899" y="98096"/>
                  <a:pt x="5974" y="98369"/>
                  <a:pt x="6074" y="98668"/>
                </a:cubicBezTo>
                <a:cubicBezTo>
                  <a:pt x="6173" y="98942"/>
                  <a:pt x="6298" y="99216"/>
                  <a:pt x="6397" y="99465"/>
                </a:cubicBezTo>
                <a:cubicBezTo>
                  <a:pt x="6497" y="99704"/>
                  <a:pt x="6565" y="99928"/>
                  <a:pt x="6652" y="100148"/>
                </a:cubicBezTo>
                <a:lnTo>
                  <a:pt x="6652" y="100148"/>
                </a:lnTo>
                <a:cubicBezTo>
                  <a:pt x="6626" y="100095"/>
                  <a:pt x="6591" y="100021"/>
                  <a:pt x="6571" y="99962"/>
                </a:cubicBezTo>
                <a:cubicBezTo>
                  <a:pt x="6347" y="99514"/>
                  <a:pt x="6173" y="98992"/>
                  <a:pt x="5974" y="98469"/>
                </a:cubicBezTo>
                <a:cubicBezTo>
                  <a:pt x="5974" y="98444"/>
                  <a:pt x="5974" y="98444"/>
                  <a:pt x="5949" y="98419"/>
                </a:cubicBezTo>
                <a:cubicBezTo>
                  <a:pt x="5800" y="97971"/>
                  <a:pt x="5675" y="97548"/>
                  <a:pt x="5551" y="97075"/>
                </a:cubicBezTo>
                <a:close/>
                <a:moveTo>
                  <a:pt x="75868" y="90753"/>
                </a:moveTo>
                <a:cubicBezTo>
                  <a:pt x="76491" y="91972"/>
                  <a:pt x="77038" y="93167"/>
                  <a:pt x="77486" y="94287"/>
                </a:cubicBezTo>
                <a:cubicBezTo>
                  <a:pt x="77511" y="94362"/>
                  <a:pt x="77586" y="94462"/>
                  <a:pt x="77611" y="94561"/>
                </a:cubicBezTo>
                <a:cubicBezTo>
                  <a:pt x="77735" y="94835"/>
                  <a:pt x="77835" y="95109"/>
                  <a:pt x="77909" y="95432"/>
                </a:cubicBezTo>
                <a:cubicBezTo>
                  <a:pt x="77984" y="95607"/>
                  <a:pt x="78084" y="95806"/>
                  <a:pt x="78133" y="95980"/>
                </a:cubicBezTo>
                <a:lnTo>
                  <a:pt x="78333" y="96652"/>
                </a:lnTo>
                <a:cubicBezTo>
                  <a:pt x="78382" y="96826"/>
                  <a:pt x="78457" y="97050"/>
                  <a:pt x="78507" y="97224"/>
                </a:cubicBezTo>
                <a:cubicBezTo>
                  <a:pt x="77860" y="97697"/>
                  <a:pt x="77163" y="98170"/>
                  <a:pt x="76491" y="98593"/>
                </a:cubicBezTo>
                <a:lnTo>
                  <a:pt x="76217" y="98793"/>
                </a:lnTo>
                <a:cubicBezTo>
                  <a:pt x="76142" y="98842"/>
                  <a:pt x="76043" y="98892"/>
                  <a:pt x="75993" y="98942"/>
                </a:cubicBezTo>
                <a:cubicBezTo>
                  <a:pt x="75420" y="99315"/>
                  <a:pt x="74873" y="99664"/>
                  <a:pt x="74300" y="100012"/>
                </a:cubicBezTo>
                <a:cubicBezTo>
                  <a:pt x="74275" y="100037"/>
                  <a:pt x="74176" y="100087"/>
                  <a:pt x="74101" y="100162"/>
                </a:cubicBezTo>
                <a:cubicBezTo>
                  <a:pt x="73902" y="100037"/>
                  <a:pt x="73728" y="99913"/>
                  <a:pt x="73529" y="99763"/>
                </a:cubicBezTo>
                <a:cubicBezTo>
                  <a:pt x="73479" y="99689"/>
                  <a:pt x="73404" y="99664"/>
                  <a:pt x="73304" y="99589"/>
                </a:cubicBezTo>
                <a:cubicBezTo>
                  <a:pt x="73180" y="99514"/>
                  <a:pt x="73105" y="99415"/>
                  <a:pt x="72981" y="99315"/>
                </a:cubicBezTo>
                <a:lnTo>
                  <a:pt x="72508" y="98942"/>
                </a:lnTo>
                <a:cubicBezTo>
                  <a:pt x="72458" y="98917"/>
                  <a:pt x="72433" y="98892"/>
                  <a:pt x="72384" y="98842"/>
                </a:cubicBezTo>
                <a:cubicBezTo>
                  <a:pt x="72184" y="98693"/>
                  <a:pt x="72035" y="98544"/>
                  <a:pt x="71861" y="98394"/>
                </a:cubicBezTo>
                <a:lnTo>
                  <a:pt x="71786" y="98320"/>
                </a:lnTo>
                <a:cubicBezTo>
                  <a:pt x="71637" y="98170"/>
                  <a:pt x="71438" y="98021"/>
                  <a:pt x="71263" y="97847"/>
                </a:cubicBezTo>
                <a:cubicBezTo>
                  <a:pt x="71239" y="97822"/>
                  <a:pt x="71189" y="97797"/>
                  <a:pt x="71139" y="97772"/>
                </a:cubicBezTo>
                <a:cubicBezTo>
                  <a:pt x="70990" y="97648"/>
                  <a:pt x="70815" y="97473"/>
                  <a:pt x="70666" y="97324"/>
                </a:cubicBezTo>
                <a:lnTo>
                  <a:pt x="70492" y="97150"/>
                </a:lnTo>
                <a:lnTo>
                  <a:pt x="70118" y="96776"/>
                </a:lnTo>
                <a:cubicBezTo>
                  <a:pt x="70019" y="96677"/>
                  <a:pt x="69894" y="96577"/>
                  <a:pt x="69795" y="96453"/>
                </a:cubicBezTo>
                <a:cubicBezTo>
                  <a:pt x="69695" y="96353"/>
                  <a:pt x="69621" y="96229"/>
                  <a:pt x="69496" y="96154"/>
                </a:cubicBezTo>
                <a:lnTo>
                  <a:pt x="69197" y="95855"/>
                </a:lnTo>
                <a:cubicBezTo>
                  <a:pt x="69994" y="95308"/>
                  <a:pt x="70741" y="94735"/>
                  <a:pt x="71512" y="94188"/>
                </a:cubicBezTo>
                <a:cubicBezTo>
                  <a:pt x="71662" y="94063"/>
                  <a:pt x="71811" y="93939"/>
                  <a:pt x="71985" y="93839"/>
                </a:cubicBezTo>
                <a:cubicBezTo>
                  <a:pt x="72732" y="93292"/>
                  <a:pt x="73504" y="92694"/>
                  <a:pt x="74225" y="92097"/>
                </a:cubicBezTo>
                <a:cubicBezTo>
                  <a:pt x="74425" y="91948"/>
                  <a:pt x="74624" y="91748"/>
                  <a:pt x="74848" y="91599"/>
                </a:cubicBezTo>
                <a:lnTo>
                  <a:pt x="75868" y="90753"/>
                </a:lnTo>
                <a:close/>
                <a:moveTo>
                  <a:pt x="69123" y="95980"/>
                </a:moveTo>
                <a:cubicBezTo>
                  <a:pt x="69197" y="96079"/>
                  <a:pt x="69272" y="96179"/>
                  <a:pt x="69372" y="96229"/>
                </a:cubicBezTo>
                <a:lnTo>
                  <a:pt x="69695" y="96577"/>
                </a:lnTo>
                <a:lnTo>
                  <a:pt x="69894" y="96776"/>
                </a:lnTo>
                <a:cubicBezTo>
                  <a:pt x="71363" y="98195"/>
                  <a:pt x="72732" y="99390"/>
                  <a:pt x="73927" y="100211"/>
                </a:cubicBezTo>
                <a:cubicBezTo>
                  <a:pt x="73902" y="100286"/>
                  <a:pt x="73902" y="100286"/>
                  <a:pt x="73877" y="100286"/>
                </a:cubicBezTo>
                <a:cubicBezTo>
                  <a:pt x="72433" y="99290"/>
                  <a:pt x="70815" y="97847"/>
                  <a:pt x="69048" y="96030"/>
                </a:cubicBezTo>
                <a:lnTo>
                  <a:pt x="69123" y="95980"/>
                </a:lnTo>
                <a:close/>
                <a:moveTo>
                  <a:pt x="78606" y="97424"/>
                </a:moveTo>
                <a:lnTo>
                  <a:pt x="78606" y="97448"/>
                </a:lnTo>
                <a:lnTo>
                  <a:pt x="78606" y="97473"/>
                </a:lnTo>
                <a:cubicBezTo>
                  <a:pt x="78482" y="97573"/>
                  <a:pt x="78357" y="97672"/>
                  <a:pt x="78233" y="97722"/>
                </a:cubicBezTo>
                <a:cubicBezTo>
                  <a:pt x="77735" y="98071"/>
                  <a:pt x="77188" y="98444"/>
                  <a:pt x="76715" y="98793"/>
                </a:cubicBezTo>
                <a:cubicBezTo>
                  <a:pt x="76441" y="98942"/>
                  <a:pt x="76242" y="99091"/>
                  <a:pt x="75993" y="99266"/>
                </a:cubicBezTo>
                <a:lnTo>
                  <a:pt x="74947" y="99913"/>
                </a:lnTo>
                <a:cubicBezTo>
                  <a:pt x="74848" y="99962"/>
                  <a:pt x="74698" y="100062"/>
                  <a:pt x="74574" y="100137"/>
                </a:cubicBezTo>
                <a:cubicBezTo>
                  <a:pt x="74524" y="100186"/>
                  <a:pt x="74425" y="100261"/>
                  <a:pt x="74300" y="100286"/>
                </a:cubicBezTo>
                <a:cubicBezTo>
                  <a:pt x="74350" y="100211"/>
                  <a:pt x="74400" y="100186"/>
                  <a:pt x="74425" y="100162"/>
                </a:cubicBezTo>
                <a:cubicBezTo>
                  <a:pt x="74499" y="100137"/>
                  <a:pt x="74574" y="100062"/>
                  <a:pt x="74649" y="100037"/>
                </a:cubicBezTo>
                <a:cubicBezTo>
                  <a:pt x="74773" y="99938"/>
                  <a:pt x="74922" y="99888"/>
                  <a:pt x="75047" y="99788"/>
                </a:cubicBezTo>
                <a:cubicBezTo>
                  <a:pt x="75097" y="99788"/>
                  <a:pt x="75097" y="99763"/>
                  <a:pt x="75122" y="99763"/>
                </a:cubicBezTo>
                <a:cubicBezTo>
                  <a:pt x="75470" y="99539"/>
                  <a:pt x="75794" y="99315"/>
                  <a:pt x="76117" y="99091"/>
                </a:cubicBezTo>
                <a:cubicBezTo>
                  <a:pt x="76291" y="98967"/>
                  <a:pt x="76441" y="98892"/>
                  <a:pt x="76640" y="98768"/>
                </a:cubicBezTo>
                <a:cubicBezTo>
                  <a:pt x="76739" y="98693"/>
                  <a:pt x="76814" y="98643"/>
                  <a:pt x="76889" y="98593"/>
                </a:cubicBezTo>
                <a:cubicBezTo>
                  <a:pt x="77312" y="98320"/>
                  <a:pt x="77735" y="98021"/>
                  <a:pt x="78158" y="97722"/>
                </a:cubicBezTo>
                <a:cubicBezTo>
                  <a:pt x="78308" y="97623"/>
                  <a:pt x="78482" y="97548"/>
                  <a:pt x="78606" y="97424"/>
                </a:cubicBezTo>
                <a:close/>
                <a:moveTo>
                  <a:pt x="43560" y="97797"/>
                </a:moveTo>
                <a:cubicBezTo>
                  <a:pt x="43535" y="97822"/>
                  <a:pt x="43535" y="97897"/>
                  <a:pt x="43510" y="97921"/>
                </a:cubicBezTo>
                <a:cubicBezTo>
                  <a:pt x="41319" y="98842"/>
                  <a:pt x="39154" y="99664"/>
                  <a:pt x="37038" y="100311"/>
                </a:cubicBezTo>
                <a:cubicBezTo>
                  <a:pt x="37038" y="100286"/>
                  <a:pt x="37013" y="100261"/>
                  <a:pt x="37013" y="100211"/>
                </a:cubicBezTo>
                <a:cubicBezTo>
                  <a:pt x="39129" y="99564"/>
                  <a:pt x="41319" y="98718"/>
                  <a:pt x="43560" y="97797"/>
                </a:cubicBezTo>
                <a:close/>
                <a:moveTo>
                  <a:pt x="36789" y="100311"/>
                </a:moveTo>
                <a:lnTo>
                  <a:pt x="36789" y="100336"/>
                </a:lnTo>
                <a:cubicBezTo>
                  <a:pt x="36789" y="100336"/>
                  <a:pt x="36789" y="100386"/>
                  <a:pt x="36814" y="100386"/>
                </a:cubicBezTo>
                <a:cubicBezTo>
                  <a:pt x="36789" y="100386"/>
                  <a:pt x="36764" y="100386"/>
                  <a:pt x="36764" y="100410"/>
                </a:cubicBezTo>
                <a:cubicBezTo>
                  <a:pt x="36764" y="100386"/>
                  <a:pt x="36715" y="100336"/>
                  <a:pt x="36715" y="100311"/>
                </a:cubicBezTo>
                <a:close/>
                <a:moveTo>
                  <a:pt x="74126" y="100386"/>
                </a:moveTo>
                <a:cubicBezTo>
                  <a:pt x="74126" y="100386"/>
                  <a:pt x="74151" y="100386"/>
                  <a:pt x="74151" y="100410"/>
                </a:cubicBezTo>
                <a:cubicBezTo>
                  <a:pt x="74126" y="100410"/>
                  <a:pt x="74126" y="100435"/>
                  <a:pt x="74101" y="100435"/>
                </a:cubicBezTo>
                <a:cubicBezTo>
                  <a:pt x="74101" y="100435"/>
                  <a:pt x="74051" y="100435"/>
                  <a:pt x="74026" y="100411"/>
                </a:cubicBezTo>
                <a:lnTo>
                  <a:pt x="74026" y="100411"/>
                </a:lnTo>
                <a:cubicBezTo>
                  <a:pt x="74026" y="100411"/>
                  <a:pt x="74026" y="100411"/>
                  <a:pt x="74026" y="100411"/>
                </a:cubicBezTo>
                <a:lnTo>
                  <a:pt x="74026" y="100411"/>
                </a:lnTo>
                <a:cubicBezTo>
                  <a:pt x="74039" y="100423"/>
                  <a:pt x="74039" y="100429"/>
                  <a:pt x="74036" y="100429"/>
                </a:cubicBezTo>
                <a:cubicBezTo>
                  <a:pt x="74033" y="100429"/>
                  <a:pt x="74026" y="100423"/>
                  <a:pt x="74026" y="100410"/>
                </a:cubicBezTo>
                <a:lnTo>
                  <a:pt x="74026" y="100410"/>
                </a:lnTo>
                <a:cubicBezTo>
                  <a:pt x="74026" y="100410"/>
                  <a:pt x="74026" y="100410"/>
                  <a:pt x="74026" y="100410"/>
                </a:cubicBezTo>
                <a:cubicBezTo>
                  <a:pt x="74051" y="100410"/>
                  <a:pt x="74051" y="100386"/>
                  <a:pt x="74101" y="100386"/>
                </a:cubicBezTo>
                <a:close/>
                <a:moveTo>
                  <a:pt x="35719" y="98220"/>
                </a:moveTo>
                <a:cubicBezTo>
                  <a:pt x="35769" y="98345"/>
                  <a:pt x="35794" y="98444"/>
                  <a:pt x="35818" y="98544"/>
                </a:cubicBezTo>
                <a:cubicBezTo>
                  <a:pt x="35843" y="98668"/>
                  <a:pt x="35893" y="98768"/>
                  <a:pt x="35918" y="98892"/>
                </a:cubicBezTo>
                <a:cubicBezTo>
                  <a:pt x="35918" y="98917"/>
                  <a:pt x="35943" y="98942"/>
                  <a:pt x="35943" y="98942"/>
                </a:cubicBezTo>
                <a:cubicBezTo>
                  <a:pt x="35943" y="98942"/>
                  <a:pt x="35943" y="98967"/>
                  <a:pt x="35968" y="98967"/>
                </a:cubicBezTo>
                <a:cubicBezTo>
                  <a:pt x="36018" y="99091"/>
                  <a:pt x="36067" y="99191"/>
                  <a:pt x="36092" y="99315"/>
                </a:cubicBezTo>
                <a:cubicBezTo>
                  <a:pt x="36092" y="99340"/>
                  <a:pt x="36142" y="99415"/>
                  <a:pt x="36142" y="99440"/>
                </a:cubicBezTo>
                <a:cubicBezTo>
                  <a:pt x="36167" y="99564"/>
                  <a:pt x="36217" y="99664"/>
                  <a:pt x="36267" y="99788"/>
                </a:cubicBezTo>
                <a:cubicBezTo>
                  <a:pt x="36316" y="99913"/>
                  <a:pt x="36341" y="100037"/>
                  <a:pt x="36416" y="100162"/>
                </a:cubicBezTo>
                <a:lnTo>
                  <a:pt x="34823" y="100635"/>
                </a:lnTo>
                <a:cubicBezTo>
                  <a:pt x="34673" y="100162"/>
                  <a:pt x="34474" y="99664"/>
                  <a:pt x="34300" y="99166"/>
                </a:cubicBezTo>
                <a:cubicBezTo>
                  <a:pt x="34549" y="99017"/>
                  <a:pt x="34773" y="98842"/>
                  <a:pt x="34972" y="98693"/>
                </a:cubicBezTo>
                <a:lnTo>
                  <a:pt x="35719" y="98220"/>
                </a:lnTo>
                <a:close/>
                <a:moveTo>
                  <a:pt x="34126" y="99241"/>
                </a:moveTo>
                <a:cubicBezTo>
                  <a:pt x="34325" y="99763"/>
                  <a:pt x="34499" y="100211"/>
                  <a:pt x="34698" y="100709"/>
                </a:cubicBezTo>
                <a:cubicBezTo>
                  <a:pt x="34673" y="100709"/>
                  <a:pt x="34673" y="100709"/>
                  <a:pt x="34649" y="100759"/>
                </a:cubicBezTo>
                <a:cubicBezTo>
                  <a:pt x="34449" y="100261"/>
                  <a:pt x="34275" y="99788"/>
                  <a:pt x="34076" y="99290"/>
                </a:cubicBezTo>
                <a:cubicBezTo>
                  <a:pt x="34101" y="99290"/>
                  <a:pt x="34101" y="99241"/>
                  <a:pt x="34126" y="99241"/>
                </a:cubicBezTo>
                <a:close/>
                <a:moveTo>
                  <a:pt x="67306" y="94437"/>
                </a:moveTo>
                <a:lnTo>
                  <a:pt x="67380" y="94486"/>
                </a:lnTo>
                <a:cubicBezTo>
                  <a:pt x="67555" y="94710"/>
                  <a:pt x="67779" y="94934"/>
                  <a:pt x="67953" y="95134"/>
                </a:cubicBezTo>
                <a:cubicBezTo>
                  <a:pt x="68177" y="95358"/>
                  <a:pt x="68401" y="95607"/>
                  <a:pt x="68625" y="95831"/>
                </a:cubicBezTo>
                <a:cubicBezTo>
                  <a:pt x="68077" y="96204"/>
                  <a:pt x="67555" y="96577"/>
                  <a:pt x="67032" y="96926"/>
                </a:cubicBezTo>
                <a:cubicBezTo>
                  <a:pt x="66683" y="97125"/>
                  <a:pt x="66335" y="97374"/>
                  <a:pt x="66036" y="97598"/>
                </a:cubicBezTo>
                <a:cubicBezTo>
                  <a:pt x="65364" y="98046"/>
                  <a:pt x="64717" y="98444"/>
                  <a:pt x="64070" y="98892"/>
                </a:cubicBezTo>
                <a:cubicBezTo>
                  <a:pt x="63821" y="99041"/>
                  <a:pt x="63572" y="99216"/>
                  <a:pt x="63323" y="99390"/>
                </a:cubicBezTo>
                <a:cubicBezTo>
                  <a:pt x="62576" y="99838"/>
                  <a:pt x="61830" y="100311"/>
                  <a:pt x="61058" y="100759"/>
                </a:cubicBezTo>
                <a:cubicBezTo>
                  <a:pt x="61108" y="99465"/>
                  <a:pt x="61108" y="98145"/>
                  <a:pt x="61058" y="96801"/>
                </a:cubicBezTo>
                <a:cubicBezTo>
                  <a:pt x="63074" y="96229"/>
                  <a:pt x="65165" y="95432"/>
                  <a:pt x="67306" y="94437"/>
                </a:cubicBezTo>
                <a:close/>
                <a:moveTo>
                  <a:pt x="97026" y="81269"/>
                </a:moveTo>
                <a:cubicBezTo>
                  <a:pt x="97822" y="81518"/>
                  <a:pt x="98544" y="81643"/>
                  <a:pt x="99092" y="81643"/>
                </a:cubicBezTo>
                <a:cubicBezTo>
                  <a:pt x="99266" y="81643"/>
                  <a:pt x="99415" y="81643"/>
                  <a:pt x="99540" y="81618"/>
                </a:cubicBezTo>
                <a:lnTo>
                  <a:pt x="99540" y="81618"/>
                </a:lnTo>
                <a:cubicBezTo>
                  <a:pt x="98942" y="82365"/>
                  <a:pt x="98320" y="83061"/>
                  <a:pt x="97698" y="83833"/>
                </a:cubicBezTo>
                <a:cubicBezTo>
                  <a:pt x="97200" y="84406"/>
                  <a:pt x="96677" y="85003"/>
                  <a:pt x="96155" y="85600"/>
                </a:cubicBezTo>
                <a:cubicBezTo>
                  <a:pt x="95283" y="86571"/>
                  <a:pt x="94412" y="87517"/>
                  <a:pt x="93466" y="88488"/>
                </a:cubicBezTo>
                <a:lnTo>
                  <a:pt x="93441" y="88513"/>
                </a:lnTo>
                <a:cubicBezTo>
                  <a:pt x="89708" y="92371"/>
                  <a:pt x="85601" y="96055"/>
                  <a:pt x="81220" y="99390"/>
                </a:cubicBezTo>
                <a:lnTo>
                  <a:pt x="80100" y="100211"/>
                </a:lnTo>
                <a:cubicBezTo>
                  <a:pt x="79851" y="100410"/>
                  <a:pt x="79552" y="100585"/>
                  <a:pt x="79303" y="100784"/>
                </a:cubicBezTo>
                <a:cubicBezTo>
                  <a:pt x="79303" y="100759"/>
                  <a:pt x="79353" y="100684"/>
                  <a:pt x="79353" y="100659"/>
                </a:cubicBezTo>
                <a:cubicBezTo>
                  <a:pt x="79378" y="100560"/>
                  <a:pt x="79378" y="100460"/>
                  <a:pt x="79403" y="100386"/>
                </a:cubicBezTo>
                <a:cubicBezTo>
                  <a:pt x="79403" y="100311"/>
                  <a:pt x="79403" y="100261"/>
                  <a:pt x="79428" y="100186"/>
                </a:cubicBezTo>
                <a:cubicBezTo>
                  <a:pt x="79428" y="100087"/>
                  <a:pt x="79477" y="100012"/>
                  <a:pt x="79477" y="99888"/>
                </a:cubicBezTo>
                <a:cubicBezTo>
                  <a:pt x="79403" y="99813"/>
                  <a:pt x="79403" y="99714"/>
                  <a:pt x="79403" y="99664"/>
                </a:cubicBezTo>
                <a:lnTo>
                  <a:pt x="79403" y="99315"/>
                </a:lnTo>
                <a:cubicBezTo>
                  <a:pt x="79403" y="99216"/>
                  <a:pt x="79378" y="99141"/>
                  <a:pt x="79378" y="99066"/>
                </a:cubicBezTo>
                <a:cubicBezTo>
                  <a:pt x="79378" y="98942"/>
                  <a:pt x="79353" y="98842"/>
                  <a:pt x="79353" y="98718"/>
                </a:cubicBezTo>
                <a:cubicBezTo>
                  <a:pt x="79353" y="98618"/>
                  <a:pt x="79303" y="98544"/>
                  <a:pt x="79278" y="98444"/>
                </a:cubicBezTo>
                <a:cubicBezTo>
                  <a:pt x="79278" y="98345"/>
                  <a:pt x="79253" y="98295"/>
                  <a:pt x="79253" y="98195"/>
                </a:cubicBezTo>
                <a:cubicBezTo>
                  <a:pt x="85825" y="93068"/>
                  <a:pt x="91823" y="87293"/>
                  <a:pt x="97026" y="81269"/>
                </a:cubicBezTo>
                <a:close/>
                <a:moveTo>
                  <a:pt x="78731" y="97697"/>
                </a:moveTo>
                <a:cubicBezTo>
                  <a:pt x="78731" y="97747"/>
                  <a:pt x="78756" y="97822"/>
                  <a:pt x="78756" y="97872"/>
                </a:cubicBezTo>
                <a:cubicBezTo>
                  <a:pt x="78756" y="97946"/>
                  <a:pt x="78781" y="97971"/>
                  <a:pt x="78781" y="98046"/>
                </a:cubicBezTo>
                <a:cubicBezTo>
                  <a:pt x="77561" y="98967"/>
                  <a:pt x="76316" y="99913"/>
                  <a:pt x="75072" y="100809"/>
                </a:cubicBezTo>
                <a:cubicBezTo>
                  <a:pt x="74898" y="100659"/>
                  <a:pt x="74723" y="100560"/>
                  <a:pt x="74524" y="100435"/>
                </a:cubicBezTo>
                <a:cubicBezTo>
                  <a:pt x="74574" y="100336"/>
                  <a:pt x="74674" y="100286"/>
                  <a:pt x="74798" y="100211"/>
                </a:cubicBezTo>
                <a:cubicBezTo>
                  <a:pt x="74922" y="100162"/>
                  <a:pt x="75047" y="100062"/>
                  <a:pt x="75171" y="100012"/>
                </a:cubicBezTo>
                <a:cubicBezTo>
                  <a:pt x="75196" y="100012"/>
                  <a:pt x="75196" y="99962"/>
                  <a:pt x="75246" y="99962"/>
                </a:cubicBezTo>
                <a:cubicBezTo>
                  <a:pt x="75420" y="99838"/>
                  <a:pt x="75570" y="99714"/>
                  <a:pt x="75769" y="99639"/>
                </a:cubicBezTo>
                <a:lnTo>
                  <a:pt x="76043" y="99440"/>
                </a:lnTo>
                <a:cubicBezTo>
                  <a:pt x="76291" y="99290"/>
                  <a:pt x="76565" y="99091"/>
                  <a:pt x="76814" y="98942"/>
                </a:cubicBezTo>
                <a:cubicBezTo>
                  <a:pt x="76889" y="98917"/>
                  <a:pt x="76939" y="98842"/>
                  <a:pt x="77038" y="98793"/>
                </a:cubicBezTo>
                <a:cubicBezTo>
                  <a:pt x="77262" y="98668"/>
                  <a:pt x="77436" y="98494"/>
                  <a:pt x="77660" y="98369"/>
                </a:cubicBezTo>
                <a:cubicBezTo>
                  <a:pt x="77785" y="98295"/>
                  <a:pt x="77909" y="98195"/>
                  <a:pt x="78034" y="98121"/>
                </a:cubicBezTo>
                <a:cubicBezTo>
                  <a:pt x="78059" y="98121"/>
                  <a:pt x="78059" y="98096"/>
                  <a:pt x="78108" y="98096"/>
                </a:cubicBezTo>
                <a:lnTo>
                  <a:pt x="78133" y="98096"/>
                </a:lnTo>
                <a:cubicBezTo>
                  <a:pt x="78308" y="97971"/>
                  <a:pt x="78507" y="97847"/>
                  <a:pt x="78731" y="97697"/>
                </a:cubicBezTo>
                <a:close/>
                <a:moveTo>
                  <a:pt x="60859" y="96826"/>
                </a:moveTo>
                <a:lnTo>
                  <a:pt x="60859" y="96826"/>
                </a:lnTo>
                <a:cubicBezTo>
                  <a:pt x="60959" y="98195"/>
                  <a:pt x="60934" y="99539"/>
                  <a:pt x="60834" y="100883"/>
                </a:cubicBezTo>
                <a:cubicBezTo>
                  <a:pt x="60809" y="100883"/>
                  <a:pt x="60809" y="100908"/>
                  <a:pt x="60784" y="100908"/>
                </a:cubicBezTo>
                <a:cubicBezTo>
                  <a:pt x="60859" y="99589"/>
                  <a:pt x="60884" y="98220"/>
                  <a:pt x="60809" y="96851"/>
                </a:cubicBezTo>
                <a:cubicBezTo>
                  <a:pt x="60834" y="96851"/>
                  <a:pt x="60834" y="96851"/>
                  <a:pt x="60859" y="96826"/>
                </a:cubicBezTo>
                <a:close/>
                <a:moveTo>
                  <a:pt x="78830" y="98195"/>
                </a:moveTo>
                <a:lnTo>
                  <a:pt x="78830" y="98245"/>
                </a:lnTo>
                <a:cubicBezTo>
                  <a:pt x="77660" y="99166"/>
                  <a:pt x="76491" y="100062"/>
                  <a:pt x="75296" y="100908"/>
                </a:cubicBezTo>
                <a:cubicBezTo>
                  <a:pt x="75271" y="100908"/>
                  <a:pt x="75271" y="100883"/>
                  <a:pt x="75246" y="100883"/>
                </a:cubicBezTo>
                <a:cubicBezTo>
                  <a:pt x="76441" y="100012"/>
                  <a:pt x="77636" y="99141"/>
                  <a:pt x="78830" y="98195"/>
                </a:cubicBezTo>
                <a:close/>
                <a:moveTo>
                  <a:pt x="36540" y="100386"/>
                </a:moveTo>
                <a:cubicBezTo>
                  <a:pt x="36540" y="100410"/>
                  <a:pt x="36565" y="100410"/>
                  <a:pt x="36565" y="100435"/>
                </a:cubicBezTo>
                <a:lnTo>
                  <a:pt x="36565" y="100460"/>
                </a:lnTo>
                <a:lnTo>
                  <a:pt x="34972" y="100933"/>
                </a:lnTo>
                <a:cubicBezTo>
                  <a:pt x="34972" y="100908"/>
                  <a:pt x="34947" y="100883"/>
                  <a:pt x="34947" y="100834"/>
                </a:cubicBezTo>
                <a:lnTo>
                  <a:pt x="36540" y="100386"/>
                </a:lnTo>
                <a:close/>
                <a:moveTo>
                  <a:pt x="74325" y="100535"/>
                </a:moveTo>
                <a:cubicBezTo>
                  <a:pt x="74524" y="100659"/>
                  <a:pt x="74748" y="100784"/>
                  <a:pt x="74922" y="100908"/>
                </a:cubicBezTo>
                <a:cubicBezTo>
                  <a:pt x="74898" y="100908"/>
                  <a:pt x="74898" y="100933"/>
                  <a:pt x="74873" y="100933"/>
                </a:cubicBezTo>
                <a:cubicBezTo>
                  <a:pt x="74649" y="100809"/>
                  <a:pt x="74474" y="100684"/>
                  <a:pt x="74275" y="100560"/>
                </a:cubicBezTo>
                <a:cubicBezTo>
                  <a:pt x="74300" y="100560"/>
                  <a:pt x="74300" y="100535"/>
                  <a:pt x="74325" y="100535"/>
                </a:cubicBezTo>
                <a:close/>
                <a:moveTo>
                  <a:pt x="5153" y="84729"/>
                </a:moveTo>
                <a:cubicBezTo>
                  <a:pt x="7019" y="87393"/>
                  <a:pt x="9583" y="89384"/>
                  <a:pt x="12869" y="90603"/>
                </a:cubicBezTo>
                <a:cubicBezTo>
                  <a:pt x="12072" y="94088"/>
                  <a:pt x="12023" y="97672"/>
                  <a:pt x="12695" y="100958"/>
                </a:cubicBezTo>
                <a:cubicBezTo>
                  <a:pt x="9832" y="99813"/>
                  <a:pt x="7443" y="98170"/>
                  <a:pt x="5576" y="96055"/>
                </a:cubicBezTo>
                <a:cubicBezTo>
                  <a:pt x="5476" y="95681"/>
                  <a:pt x="5402" y="95308"/>
                  <a:pt x="5327" y="94934"/>
                </a:cubicBezTo>
                <a:cubicBezTo>
                  <a:pt x="5302" y="94760"/>
                  <a:pt x="5277" y="94586"/>
                  <a:pt x="5227" y="94437"/>
                </a:cubicBezTo>
                <a:cubicBezTo>
                  <a:pt x="5153" y="93864"/>
                  <a:pt x="5053" y="93317"/>
                  <a:pt x="4978" y="92719"/>
                </a:cubicBezTo>
                <a:cubicBezTo>
                  <a:pt x="4978" y="92595"/>
                  <a:pt x="4953" y="92445"/>
                  <a:pt x="4953" y="92321"/>
                </a:cubicBezTo>
                <a:lnTo>
                  <a:pt x="4854" y="90902"/>
                </a:lnTo>
                <a:cubicBezTo>
                  <a:pt x="4854" y="90703"/>
                  <a:pt x="4829" y="90479"/>
                  <a:pt x="4829" y="90255"/>
                </a:cubicBezTo>
                <a:cubicBezTo>
                  <a:pt x="4829" y="89658"/>
                  <a:pt x="4804" y="89110"/>
                  <a:pt x="4829" y="88513"/>
                </a:cubicBezTo>
                <a:cubicBezTo>
                  <a:pt x="4829" y="88363"/>
                  <a:pt x="4854" y="88164"/>
                  <a:pt x="4854" y="88015"/>
                </a:cubicBezTo>
                <a:lnTo>
                  <a:pt x="4953" y="86521"/>
                </a:lnTo>
                <a:cubicBezTo>
                  <a:pt x="4978" y="86297"/>
                  <a:pt x="4978" y="86098"/>
                  <a:pt x="5028" y="85899"/>
                </a:cubicBezTo>
                <a:cubicBezTo>
                  <a:pt x="5053" y="85501"/>
                  <a:pt x="5103" y="85127"/>
                  <a:pt x="5153" y="84729"/>
                </a:cubicBezTo>
                <a:close/>
                <a:moveTo>
                  <a:pt x="34798" y="100859"/>
                </a:moveTo>
                <a:lnTo>
                  <a:pt x="34798" y="100859"/>
                </a:lnTo>
                <a:cubicBezTo>
                  <a:pt x="34773" y="100933"/>
                  <a:pt x="34798" y="100958"/>
                  <a:pt x="34798" y="101008"/>
                </a:cubicBezTo>
                <a:lnTo>
                  <a:pt x="34773" y="101008"/>
                </a:lnTo>
                <a:cubicBezTo>
                  <a:pt x="34773" y="100958"/>
                  <a:pt x="34723" y="100933"/>
                  <a:pt x="34723" y="100908"/>
                </a:cubicBezTo>
                <a:cubicBezTo>
                  <a:pt x="34773" y="100908"/>
                  <a:pt x="34773" y="100908"/>
                  <a:pt x="34798" y="100859"/>
                </a:cubicBezTo>
                <a:close/>
                <a:moveTo>
                  <a:pt x="63566" y="99455"/>
                </a:moveTo>
                <a:lnTo>
                  <a:pt x="63566" y="99455"/>
                </a:lnTo>
                <a:cubicBezTo>
                  <a:pt x="62717" y="99992"/>
                  <a:pt x="61880" y="100514"/>
                  <a:pt x="61033" y="101014"/>
                </a:cubicBezTo>
                <a:lnTo>
                  <a:pt x="61033" y="101014"/>
                </a:lnTo>
                <a:cubicBezTo>
                  <a:pt x="61033" y="101012"/>
                  <a:pt x="61033" y="101010"/>
                  <a:pt x="61033" y="101008"/>
                </a:cubicBezTo>
                <a:cubicBezTo>
                  <a:pt x="61830" y="100535"/>
                  <a:pt x="62601" y="100037"/>
                  <a:pt x="63423" y="99539"/>
                </a:cubicBezTo>
                <a:cubicBezTo>
                  <a:pt x="63472" y="99512"/>
                  <a:pt x="63519" y="99484"/>
                  <a:pt x="63566" y="99455"/>
                </a:cubicBezTo>
                <a:close/>
                <a:moveTo>
                  <a:pt x="13043" y="90603"/>
                </a:moveTo>
                <a:cubicBezTo>
                  <a:pt x="13068" y="90603"/>
                  <a:pt x="13068" y="90603"/>
                  <a:pt x="13118" y="90628"/>
                </a:cubicBezTo>
                <a:cubicBezTo>
                  <a:pt x="12321" y="94113"/>
                  <a:pt x="12296" y="97697"/>
                  <a:pt x="12993" y="101033"/>
                </a:cubicBezTo>
                <a:cubicBezTo>
                  <a:pt x="12944" y="101033"/>
                  <a:pt x="12919" y="101008"/>
                  <a:pt x="12919" y="101008"/>
                </a:cubicBezTo>
                <a:cubicBezTo>
                  <a:pt x="12197" y="97672"/>
                  <a:pt x="12271" y="94088"/>
                  <a:pt x="13043" y="90603"/>
                </a:cubicBezTo>
                <a:close/>
                <a:moveTo>
                  <a:pt x="79104" y="98320"/>
                </a:moveTo>
                <a:cubicBezTo>
                  <a:pt x="79104" y="98345"/>
                  <a:pt x="79104" y="98394"/>
                  <a:pt x="79129" y="98444"/>
                </a:cubicBezTo>
                <a:cubicBezTo>
                  <a:pt x="79154" y="98544"/>
                  <a:pt x="79154" y="98643"/>
                  <a:pt x="79204" y="98718"/>
                </a:cubicBezTo>
                <a:cubicBezTo>
                  <a:pt x="79229" y="98842"/>
                  <a:pt x="79229" y="98942"/>
                  <a:pt x="79229" y="99066"/>
                </a:cubicBezTo>
                <a:cubicBezTo>
                  <a:pt x="79229" y="99166"/>
                  <a:pt x="79253" y="99266"/>
                  <a:pt x="79253" y="99340"/>
                </a:cubicBezTo>
                <a:lnTo>
                  <a:pt x="79253" y="99614"/>
                </a:lnTo>
                <a:lnTo>
                  <a:pt x="79253" y="99863"/>
                </a:lnTo>
                <a:cubicBezTo>
                  <a:pt x="79253" y="99962"/>
                  <a:pt x="79253" y="100037"/>
                  <a:pt x="79229" y="100137"/>
                </a:cubicBezTo>
                <a:cubicBezTo>
                  <a:pt x="79229" y="100211"/>
                  <a:pt x="79229" y="100286"/>
                  <a:pt x="79204" y="100386"/>
                </a:cubicBezTo>
                <a:cubicBezTo>
                  <a:pt x="79204" y="100435"/>
                  <a:pt x="79154" y="100485"/>
                  <a:pt x="79154" y="100585"/>
                </a:cubicBezTo>
                <a:cubicBezTo>
                  <a:pt x="79154" y="100659"/>
                  <a:pt x="79129" y="100759"/>
                  <a:pt x="79129" y="100809"/>
                </a:cubicBezTo>
                <a:cubicBezTo>
                  <a:pt x="79104" y="100809"/>
                  <a:pt x="79079" y="100834"/>
                  <a:pt x="79079" y="100908"/>
                </a:cubicBezTo>
                <a:cubicBezTo>
                  <a:pt x="79079" y="100933"/>
                  <a:pt x="79079" y="100933"/>
                  <a:pt x="79029" y="100958"/>
                </a:cubicBezTo>
                <a:cubicBezTo>
                  <a:pt x="79005" y="101008"/>
                  <a:pt x="78980" y="101008"/>
                  <a:pt x="78930" y="101033"/>
                </a:cubicBezTo>
                <a:cubicBezTo>
                  <a:pt x="78930" y="101008"/>
                  <a:pt x="78930" y="101008"/>
                  <a:pt x="78980" y="100958"/>
                </a:cubicBezTo>
                <a:cubicBezTo>
                  <a:pt x="79005" y="100883"/>
                  <a:pt x="79029" y="100809"/>
                  <a:pt x="79079" y="100709"/>
                </a:cubicBezTo>
                <a:cubicBezTo>
                  <a:pt x="79079" y="100659"/>
                  <a:pt x="79104" y="100585"/>
                  <a:pt x="79104" y="100535"/>
                </a:cubicBezTo>
                <a:cubicBezTo>
                  <a:pt x="79104" y="100460"/>
                  <a:pt x="79129" y="100386"/>
                  <a:pt x="79129" y="100311"/>
                </a:cubicBezTo>
                <a:cubicBezTo>
                  <a:pt x="79129" y="100261"/>
                  <a:pt x="79129" y="100162"/>
                  <a:pt x="79154" y="100062"/>
                </a:cubicBezTo>
                <a:lnTo>
                  <a:pt x="79154" y="99838"/>
                </a:lnTo>
                <a:lnTo>
                  <a:pt x="79154" y="99564"/>
                </a:lnTo>
                <a:lnTo>
                  <a:pt x="79154" y="99315"/>
                </a:lnTo>
                <a:cubicBezTo>
                  <a:pt x="79154" y="99216"/>
                  <a:pt x="79129" y="99141"/>
                  <a:pt x="79129" y="99017"/>
                </a:cubicBezTo>
                <a:cubicBezTo>
                  <a:pt x="79129" y="98917"/>
                  <a:pt x="79104" y="98817"/>
                  <a:pt x="79104" y="98718"/>
                </a:cubicBezTo>
                <a:cubicBezTo>
                  <a:pt x="79104" y="98643"/>
                  <a:pt x="79079" y="98519"/>
                  <a:pt x="79029" y="98419"/>
                </a:cubicBezTo>
                <a:lnTo>
                  <a:pt x="79029" y="98345"/>
                </a:lnTo>
                <a:cubicBezTo>
                  <a:pt x="79079" y="98345"/>
                  <a:pt x="79079" y="98320"/>
                  <a:pt x="79104" y="98320"/>
                </a:cubicBezTo>
                <a:close/>
                <a:moveTo>
                  <a:pt x="3236" y="94287"/>
                </a:moveTo>
                <a:cubicBezTo>
                  <a:pt x="3311" y="94287"/>
                  <a:pt x="3311" y="94312"/>
                  <a:pt x="3336" y="94312"/>
                </a:cubicBezTo>
                <a:cubicBezTo>
                  <a:pt x="3336" y="94337"/>
                  <a:pt x="3360" y="94337"/>
                  <a:pt x="3360" y="94362"/>
                </a:cubicBezTo>
                <a:cubicBezTo>
                  <a:pt x="3659" y="94810"/>
                  <a:pt x="3933" y="95208"/>
                  <a:pt x="4281" y="95607"/>
                </a:cubicBezTo>
                <a:lnTo>
                  <a:pt x="4331" y="95681"/>
                </a:lnTo>
                <a:cubicBezTo>
                  <a:pt x="4655" y="96079"/>
                  <a:pt x="4978" y="96453"/>
                  <a:pt x="5327" y="96826"/>
                </a:cubicBezTo>
                <a:cubicBezTo>
                  <a:pt x="5451" y="97324"/>
                  <a:pt x="5601" y="97797"/>
                  <a:pt x="5775" y="98245"/>
                </a:cubicBezTo>
                <a:cubicBezTo>
                  <a:pt x="5800" y="98345"/>
                  <a:pt x="5825" y="98469"/>
                  <a:pt x="5850" y="98593"/>
                </a:cubicBezTo>
                <a:cubicBezTo>
                  <a:pt x="6024" y="99041"/>
                  <a:pt x="6173" y="99465"/>
                  <a:pt x="6347" y="99888"/>
                </a:cubicBezTo>
                <a:cubicBezTo>
                  <a:pt x="6422" y="100037"/>
                  <a:pt x="6472" y="100162"/>
                  <a:pt x="6522" y="100311"/>
                </a:cubicBezTo>
                <a:cubicBezTo>
                  <a:pt x="6646" y="100560"/>
                  <a:pt x="6771" y="100809"/>
                  <a:pt x="6895" y="101083"/>
                </a:cubicBezTo>
                <a:cubicBezTo>
                  <a:pt x="6771" y="100908"/>
                  <a:pt x="6646" y="100709"/>
                  <a:pt x="6472" y="100510"/>
                </a:cubicBezTo>
                <a:cubicBezTo>
                  <a:pt x="5924" y="99639"/>
                  <a:pt x="4281" y="96926"/>
                  <a:pt x="3410" y="94661"/>
                </a:cubicBezTo>
                <a:cubicBezTo>
                  <a:pt x="3336" y="94536"/>
                  <a:pt x="3311" y="94412"/>
                  <a:pt x="3236" y="94287"/>
                </a:cubicBezTo>
                <a:close/>
                <a:moveTo>
                  <a:pt x="85823" y="95956"/>
                </a:moveTo>
                <a:cubicBezTo>
                  <a:pt x="85716" y="96047"/>
                  <a:pt x="85609" y="96138"/>
                  <a:pt x="85501" y="96229"/>
                </a:cubicBezTo>
                <a:cubicBezTo>
                  <a:pt x="85476" y="96279"/>
                  <a:pt x="85426" y="96303"/>
                  <a:pt x="85377" y="96353"/>
                </a:cubicBezTo>
                <a:cubicBezTo>
                  <a:pt x="84854" y="96801"/>
                  <a:pt x="84331" y="97224"/>
                  <a:pt x="83833" y="97648"/>
                </a:cubicBezTo>
                <a:cubicBezTo>
                  <a:pt x="83585" y="97822"/>
                  <a:pt x="83361" y="98046"/>
                  <a:pt x="83112" y="98220"/>
                </a:cubicBezTo>
                <a:cubicBezTo>
                  <a:pt x="82589" y="98668"/>
                  <a:pt x="82016" y="99091"/>
                  <a:pt x="81469" y="99514"/>
                </a:cubicBezTo>
                <a:cubicBezTo>
                  <a:pt x="81071" y="99813"/>
                  <a:pt x="80697" y="100087"/>
                  <a:pt x="80274" y="100386"/>
                </a:cubicBezTo>
                <a:lnTo>
                  <a:pt x="79627" y="100834"/>
                </a:lnTo>
                <a:cubicBezTo>
                  <a:pt x="79602" y="100883"/>
                  <a:pt x="79552" y="100883"/>
                  <a:pt x="79527" y="100908"/>
                </a:cubicBezTo>
                <a:cubicBezTo>
                  <a:pt x="79420" y="100994"/>
                  <a:pt x="79332" y="101043"/>
                  <a:pt x="79230" y="101118"/>
                </a:cubicBezTo>
                <a:lnTo>
                  <a:pt x="79230" y="101118"/>
                </a:lnTo>
                <a:cubicBezTo>
                  <a:pt x="79232" y="101103"/>
                  <a:pt x="79237" y="101083"/>
                  <a:pt x="79253" y="101083"/>
                </a:cubicBezTo>
                <a:cubicBezTo>
                  <a:pt x="79552" y="100883"/>
                  <a:pt x="79851" y="100659"/>
                  <a:pt x="80125" y="100435"/>
                </a:cubicBezTo>
                <a:cubicBezTo>
                  <a:pt x="80573" y="100137"/>
                  <a:pt x="80996" y="99813"/>
                  <a:pt x="81394" y="99514"/>
                </a:cubicBezTo>
                <a:cubicBezTo>
                  <a:pt x="81718" y="99290"/>
                  <a:pt x="81991" y="99066"/>
                  <a:pt x="82265" y="98842"/>
                </a:cubicBezTo>
                <a:cubicBezTo>
                  <a:pt x="83385" y="97996"/>
                  <a:pt x="84853" y="96753"/>
                  <a:pt x="85823" y="95956"/>
                </a:cubicBezTo>
                <a:close/>
                <a:moveTo>
                  <a:pt x="79209" y="101134"/>
                </a:moveTo>
                <a:cubicBezTo>
                  <a:pt x="79199" y="101141"/>
                  <a:pt x="79189" y="101149"/>
                  <a:pt x="79179" y="101157"/>
                </a:cubicBezTo>
                <a:cubicBezTo>
                  <a:pt x="79179" y="101157"/>
                  <a:pt x="79179" y="101140"/>
                  <a:pt x="79209" y="101134"/>
                </a:cubicBezTo>
                <a:close/>
                <a:moveTo>
                  <a:pt x="60834" y="101107"/>
                </a:moveTo>
                <a:lnTo>
                  <a:pt x="60834" y="101207"/>
                </a:lnTo>
                <a:cubicBezTo>
                  <a:pt x="60809" y="101207"/>
                  <a:pt x="60809" y="101257"/>
                  <a:pt x="60784" y="101257"/>
                </a:cubicBezTo>
                <a:lnTo>
                  <a:pt x="60784" y="101157"/>
                </a:lnTo>
                <a:cubicBezTo>
                  <a:pt x="60809" y="101157"/>
                  <a:pt x="60809" y="101107"/>
                  <a:pt x="60834" y="101107"/>
                </a:cubicBezTo>
                <a:close/>
                <a:moveTo>
                  <a:pt x="78835" y="101389"/>
                </a:moveTo>
                <a:cubicBezTo>
                  <a:pt x="78826" y="101395"/>
                  <a:pt x="78816" y="101403"/>
                  <a:pt x="78795" y="101405"/>
                </a:cubicBezTo>
                <a:lnTo>
                  <a:pt x="78795" y="101405"/>
                </a:lnTo>
                <a:cubicBezTo>
                  <a:pt x="78807" y="101400"/>
                  <a:pt x="78820" y="101394"/>
                  <a:pt x="78835" y="101389"/>
                </a:cubicBezTo>
                <a:close/>
                <a:moveTo>
                  <a:pt x="13267" y="90678"/>
                </a:moveTo>
                <a:cubicBezTo>
                  <a:pt x="13392" y="90703"/>
                  <a:pt x="13516" y="90728"/>
                  <a:pt x="13640" y="90778"/>
                </a:cubicBezTo>
                <a:cubicBezTo>
                  <a:pt x="13192" y="94586"/>
                  <a:pt x="13367" y="98170"/>
                  <a:pt x="14138" y="101406"/>
                </a:cubicBezTo>
                <a:cubicBezTo>
                  <a:pt x="13815" y="101307"/>
                  <a:pt x="13516" y="101182"/>
                  <a:pt x="13192" y="101083"/>
                </a:cubicBezTo>
                <a:cubicBezTo>
                  <a:pt x="12446" y="97772"/>
                  <a:pt x="12496" y="94188"/>
                  <a:pt x="13267" y="90678"/>
                </a:cubicBezTo>
                <a:close/>
                <a:moveTo>
                  <a:pt x="13790" y="90852"/>
                </a:moveTo>
                <a:cubicBezTo>
                  <a:pt x="13815" y="90852"/>
                  <a:pt x="13815" y="90852"/>
                  <a:pt x="13865" y="90877"/>
                </a:cubicBezTo>
                <a:cubicBezTo>
                  <a:pt x="13443" y="94672"/>
                  <a:pt x="13565" y="98219"/>
                  <a:pt x="14378" y="101470"/>
                </a:cubicBezTo>
                <a:lnTo>
                  <a:pt x="14378" y="101470"/>
                </a:lnTo>
                <a:cubicBezTo>
                  <a:pt x="14367" y="101456"/>
                  <a:pt x="14345" y="101456"/>
                  <a:pt x="14313" y="101456"/>
                </a:cubicBezTo>
                <a:cubicBezTo>
                  <a:pt x="13541" y="98220"/>
                  <a:pt x="13392" y="94661"/>
                  <a:pt x="13790" y="90852"/>
                </a:cubicBezTo>
                <a:close/>
                <a:moveTo>
                  <a:pt x="78768" y="101419"/>
                </a:moveTo>
                <a:lnTo>
                  <a:pt x="78681" y="101506"/>
                </a:lnTo>
                <a:lnTo>
                  <a:pt x="78681" y="101456"/>
                </a:lnTo>
                <a:cubicBezTo>
                  <a:pt x="78718" y="101443"/>
                  <a:pt x="78743" y="101431"/>
                  <a:pt x="78768" y="101419"/>
                </a:cubicBezTo>
                <a:close/>
                <a:moveTo>
                  <a:pt x="33827" y="99091"/>
                </a:moveTo>
                <a:cubicBezTo>
                  <a:pt x="33827" y="99141"/>
                  <a:pt x="33827" y="99141"/>
                  <a:pt x="33852" y="99166"/>
                </a:cubicBezTo>
                <a:cubicBezTo>
                  <a:pt x="33678" y="99241"/>
                  <a:pt x="33504" y="99340"/>
                  <a:pt x="33329" y="99440"/>
                </a:cubicBezTo>
                <a:cubicBezTo>
                  <a:pt x="33031" y="99589"/>
                  <a:pt x="32707" y="99788"/>
                  <a:pt x="32408" y="99938"/>
                </a:cubicBezTo>
                <a:lnTo>
                  <a:pt x="31562" y="100311"/>
                </a:lnTo>
                <a:cubicBezTo>
                  <a:pt x="31214" y="100460"/>
                  <a:pt x="30915" y="100610"/>
                  <a:pt x="30566" y="100734"/>
                </a:cubicBezTo>
                <a:cubicBezTo>
                  <a:pt x="30318" y="100834"/>
                  <a:pt x="30044" y="100933"/>
                  <a:pt x="29745" y="101033"/>
                </a:cubicBezTo>
                <a:cubicBezTo>
                  <a:pt x="29372" y="101157"/>
                  <a:pt x="29048" y="101307"/>
                  <a:pt x="28675" y="101406"/>
                </a:cubicBezTo>
                <a:cubicBezTo>
                  <a:pt x="28509" y="101456"/>
                  <a:pt x="28342" y="101495"/>
                  <a:pt x="28161" y="101537"/>
                </a:cubicBezTo>
                <a:lnTo>
                  <a:pt x="28161" y="101537"/>
                </a:lnTo>
                <a:cubicBezTo>
                  <a:pt x="28330" y="101489"/>
                  <a:pt x="28497" y="101444"/>
                  <a:pt x="28650" y="101406"/>
                </a:cubicBezTo>
                <a:cubicBezTo>
                  <a:pt x="28949" y="101307"/>
                  <a:pt x="29222" y="101207"/>
                  <a:pt x="29496" y="101083"/>
                </a:cubicBezTo>
                <a:cubicBezTo>
                  <a:pt x="29845" y="100958"/>
                  <a:pt x="30218" y="100834"/>
                  <a:pt x="30566" y="100709"/>
                </a:cubicBezTo>
                <a:cubicBezTo>
                  <a:pt x="30815" y="100635"/>
                  <a:pt x="31064" y="100510"/>
                  <a:pt x="31313" y="100386"/>
                </a:cubicBezTo>
                <a:cubicBezTo>
                  <a:pt x="31687" y="100211"/>
                  <a:pt x="32060" y="100062"/>
                  <a:pt x="32408" y="99863"/>
                </a:cubicBezTo>
                <a:cubicBezTo>
                  <a:pt x="32608" y="99763"/>
                  <a:pt x="32832" y="99614"/>
                  <a:pt x="33056" y="99539"/>
                </a:cubicBezTo>
                <a:cubicBezTo>
                  <a:pt x="33304" y="99415"/>
                  <a:pt x="33578" y="99241"/>
                  <a:pt x="33827" y="99091"/>
                </a:cubicBezTo>
                <a:close/>
                <a:moveTo>
                  <a:pt x="78905" y="98494"/>
                </a:moveTo>
                <a:cubicBezTo>
                  <a:pt x="78955" y="98593"/>
                  <a:pt x="78955" y="98693"/>
                  <a:pt x="78955" y="98793"/>
                </a:cubicBezTo>
                <a:cubicBezTo>
                  <a:pt x="78955" y="98867"/>
                  <a:pt x="78980" y="98967"/>
                  <a:pt x="78980" y="99066"/>
                </a:cubicBezTo>
                <a:cubicBezTo>
                  <a:pt x="78980" y="99166"/>
                  <a:pt x="79005" y="99241"/>
                  <a:pt x="79005" y="99340"/>
                </a:cubicBezTo>
                <a:lnTo>
                  <a:pt x="79005" y="99589"/>
                </a:lnTo>
                <a:lnTo>
                  <a:pt x="79005" y="99838"/>
                </a:lnTo>
                <a:lnTo>
                  <a:pt x="79005" y="100062"/>
                </a:lnTo>
                <a:cubicBezTo>
                  <a:pt x="79005" y="100112"/>
                  <a:pt x="79005" y="100211"/>
                  <a:pt x="78980" y="100286"/>
                </a:cubicBezTo>
                <a:cubicBezTo>
                  <a:pt x="78980" y="100336"/>
                  <a:pt x="78955" y="100410"/>
                  <a:pt x="78955" y="100485"/>
                </a:cubicBezTo>
                <a:cubicBezTo>
                  <a:pt x="78905" y="100535"/>
                  <a:pt x="78880" y="100585"/>
                  <a:pt x="78880" y="100659"/>
                </a:cubicBezTo>
                <a:cubicBezTo>
                  <a:pt x="78855" y="100709"/>
                  <a:pt x="78830" y="100809"/>
                  <a:pt x="78830" y="100883"/>
                </a:cubicBezTo>
                <a:cubicBezTo>
                  <a:pt x="78830" y="100908"/>
                  <a:pt x="78781" y="100933"/>
                  <a:pt x="78781" y="101008"/>
                </a:cubicBezTo>
                <a:cubicBezTo>
                  <a:pt x="78756" y="101083"/>
                  <a:pt x="78681" y="101182"/>
                  <a:pt x="78631" y="101282"/>
                </a:cubicBezTo>
                <a:cubicBezTo>
                  <a:pt x="78606" y="101331"/>
                  <a:pt x="78532" y="101381"/>
                  <a:pt x="78482" y="101431"/>
                </a:cubicBezTo>
                <a:cubicBezTo>
                  <a:pt x="78407" y="101456"/>
                  <a:pt x="78357" y="101531"/>
                  <a:pt x="78308" y="101555"/>
                </a:cubicBezTo>
                <a:cubicBezTo>
                  <a:pt x="78127" y="101650"/>
                  <a:pt x="77906" y="101697"/>
                  <a:pt x="77651" y="101697"/>
                </a:cubicBezTo>
                <a:cubicBezTo>
                  <a:pt x="77097" y="101697"/>
                  <a:pt x="76379" y="101476"/>
                  <a:pt x="75545" y="101033"/>
                </a:cubicBezTo>
                <a:cubicBezTo>
                  <a:pt x="76715" y="100211"/>
                  <a:pt x="77835" y="99365"/>
                  <a:pt x="78905" y="98494"/>
                </a:cubicBezTo>
                <a:close/>
                <a:moveTo>
                  <a:pt x="27535" y="101708"/>
                </a:moveTo>
                <a:cubicBezTo>
                  <a:pt x="27457" y="101731"/>
                  <a:pt x="27379" y="101753"/>
                  <a:pt x="27301" y="101774"/>
                </a:cubicBezTo>
                <a:lnTo>
                  <a:pt x="27301" y="101774"/>
                </a:lnTo>
                <a:cubicBezTo>
                  <a:pt x="27378" y="101750"/>
                  <a:pt x="27456" y="101727"/>
                  <a:pt x="27535" y="101708"/>
                </a:cubicBezTo>
                <a:close/>
                <a:moveTo>
                  <a:pt x="78507" y="101630"/>
                </a:moveTo>
                <a:lnTo>
                  <a:pt x="78507" y="101655"/>
                </a:lnTo>
                <a:cubicBezTo>
                  <a:pt x="78507" y="101655"/>
                  <a:pt x="78457" y="101705"/>
                  <a:pt x="78382" y="101755"/>
                </a:cubicBezTo>
                <a:cubicBezTo>
                  <a:pt x="78357" y="101755"/>
                  <a:pt x="78357" y="101779"/>
                  <a:pt x="78333" y="101779"/>
                </a:cubicBezTo>
                <a:cubicBezTo>
                  <a:pt x="78283" y="101779"/>
                  <a:pt x="78258" y="101804"/>
                  <a:pt x="78233" y="101804"/>
                </a:cubicBezTo>
                <a:cubicBezTo>
                  <a:pt x="78217" y="101821"/>
                  <a:pt x="78190" y="101826"/>
                  <a:pt x="78159" y="101842"/>
                </a:cubicBezTo>
                <a:lnTo>
                  <a:pt x="78159" y="101842"/>
                </a:lnTo>
                <a:lnTo>
                  <a:pt x="78382" y="101680"/>
                </a:lnTo>
                <a:cubicBezTo>
                  <a:pt x="78407" y="101655"/>
                  <a:pt x="78482" y="101655"/>
                  <a:pt x="78507" y="101630"/>
                </a:cubicBezTo>
                <a:close/>
                <a:moveTo>
                  <a:pt x="75296" y="101107"/>
                </a:moveTo>
                <a:cubicBezTo>
                  <a:pt x="75370" y="101157"/>
                  <a:pt x="75395" y="101182"/>
                  <a:pt x="75470" y="101207"/>
                </a:cubicBezTo>
                <a:cubicBezTo>
                  <a:pt x="75520" y="101257"/>
                  <a:pt x="75545" y="101282"/>
                  <a:pt x="75619" y="101282"/>
                </a:cubicBezTo>
                <a:cubicBezTo>
                  <a:pt x="75719" y="101307"/>
                  <a:pt x="75794" y="101381"/>
                  <a:pt x="75868" y="101406"/>
                </a:cubicBezTo>
                <a:cubicBezTo>
                  <a:pt x="75918" y="101431"/>
                  <a:pt x="76018" y="101456"/>
                  <a:pt x="76092" y="101481"/>
                </a:cubicBezTo>
                <a:cubicBezTo>
                  <a:pt x="76142" y="101531"/>
                  <a:pt x="76167" y="101531"/>
                  <a:pt x="76242" y="101555"/>
                </a:cubicBezTo>
                <a:lnTo>
                  <a:pt x="76515" y="101655"/>
                </a:lnTo>
                <a:lnTo>
                  <a:pt x="76540" y="101655"/>
                </a:lnTo>
                <a:cubicBezTo>
                  <a:pt x="76914" y="101779"/>
                  <a:pt x="77262" y="101829"/>
                  <a:pt x="77586" y="101829"/>
                </a:cubicBezTo>
                <a:cubicBezTo>
                  <a:pt x="77636" y="101829"/>
                  <a:pt x="77710" y="101829"/>
                  <a:pt x="77760" y="101804"/>
                </a:cubicBezTo>
                <a:lnTo>
                  <a:pt x="77760" y="101804"/>
                </a:lnTo>
                <a:cubicBezTo>
                  <a:pt x="77735" y="101829"/>
                  <a:pt x="77710" y="101829"/>
                  <a:pt x="77660" y="101854"/>
                </a:cubicBezTo>
                <a:cubicBezTo>
                  <a:pt x="77574" y="101869"/>
                  <a:pt x="77483" y="101876"/>
                  <a:pt x="77388" y="101876"/>
                </a:cubicBezTo>
                <a:cubicBezTo>
                  <a:pt x="76823" y="101876"/>
                  <a:pt x="76102" y="101626"/>
                  <a:pt x="75271" y="101157"/>
                </a:cubicBezTo>
                <a:lnTo>
                  <a:pt x="75296" y="101107"/>
                </a:lnTo>
                <a:close/>
                <a:moveTo>
                  <a:pt x="24966" y="91748"/>
                </a:moveTo>
                <a:cubicBezTo>
                  <a:pt x="24468" y="95457"/>
                  <a:pt x="24543" y="98917"/>
                  <a:pt x="25339" y="102053"/>
                </a:cubicBezTo>
                <a:lnTo>
                  <a:pt x="25265" y="102053"/>
                </a:lnTo>
                <a:cubicBezTo>
                  <a:pt x="24493" y="98917"/>
                  <a:pt x="24393" y="95457"/>
                  <a:pt x="24891" y="91748"/>
                </a:cubicBezTo>
                <a:close/>
                <a:moveTo>
                  <a:pt x="32060" y="90379"/>
                </a:moveTo>
                <a:cubicBezTo>
                  <a:pt x="32259" y="93242"/>
                  <a:pt x="32856" y="96179"/>
                  <a:pt x="33802" y="98967"/>
                </a:cubicBezTo>
                <a:cubicBezTo>
                  <a:pt x="33553" y="99141"/>
                  <a:pt x="33304" y="99266"/>
                  <a:pt x="33056" y="99390"/>
                </a:cubicBezTo>
                <a:cubicBezTo>
                  <a:pt x="32807" y="99514"/>
                  <a:pt x="32558" y="99664"/>
                  <a:pt x="32309" y="99788"/>
                </a:cubicBezTo>
                <a:cubicBezTo>
                  <a:pt x="31960" y="99938"/>
                  <a:pt x="31612" y="100087"/>
                  <a:pt x="31313" y="100261"/>
                </a:cubicBezTo>
                <a:cubicBezTo>
                  <a:pt x="31014" y="100386"/>
                  <a:pt x="30790" y="100510"/>
                  <a:pt x="30492" y="100585"/>
                </a:cubicBezTo>
                <a:cubicBezTo>
                  <a:pt x="30168" y="100709"/>
                  <a:pt x="29845" y="100834"/>
                  <a:pt x="29496" y="100958"/>
                </a:cubicBezTo>
                <a:cubicBezTo>
                  <a:pt x="29222" y="101058"/>
                  <a:pt x="28924" y="101182"/>
                  <a:pt x="28625" y="101282"/>
                </a:cubicBezTo>
                <a:cubicBezTo>
                  <a:pt x="28326" y="101381"/>
                  <a:pt x="27978" y="101456"/>
                  <a:pt x="27679" y="101555"/>
                </a:cubicBezTo>
                <a:cubicBezTo>
                  <a:pt x="27355" y="101655"/>
                  <a:pt x="27057" y="101755"/>
                  <a:pt x="26733" y="101804"/>
                </a:cubicBezTo>
                <a:lnTo>
                  <a:pt x="25812" y="102004"/>
                </a:lnTo>
                <a:cubicBezTo>
                  <a:pt x="25713" y="102028"/>
                  <a:pt x="25638" y="102028"/>
                  <a:pt x="25538" y="102053"/>
                </a:cubicBezTo>
                <a:cubicBezTo>
                  <a:pt x="24742" y="98892"/>
                  <a:pt x="24617" y="95432"/>
                  <a:pt x="25140" y="91724"/>
                </a:cubicBezTo>
                <a:cubicBezTo>
                  <a:pt x="27355" y="91475"/>
                  <a:pt x="29695" y="91002"/>
                  <a:pt x="32060" y="90379"/>
                </a:cubicBezTo>
                <a:close/>
                <a:moveTo>
                  <a:pt x="25538" y="102103"/>
                </a:moveTo>
                <a:cubicBezTo>
                  <a:pt x="25588" y="102128"/>
                  <a:pt x="25638" y="102134"/>
                  <a:pt x="25688" y="102134"/>
                </a:cubicBezTo>
                <a:cubicBezTo>
                  <a:pt x="25702" y="102134"/>
                  <a:pt x="25716" y="102134"/>
                  <a:pt x="25730" y="102133"/>
                </a:cubicBezTo>
                <a:lnTo>
                  <a:pt x="25730" y="102133"/>
                </a:lnTo>
                <a:cubicBezTo>
                  <a:pt x="25662" y="102150"/>
                  <a:pt x="25595" y="102166"/>
                  <a:pt x="25538" y="102178"/>
                </a:cubicBezTo>
                <a:lnTo>
                  <a:pt x="25538" y="102153"/>
                </a:lnTo>
                <a:lnTo>
                  <a:pt x="25538" y="102103"/>
                </a:lnTo>
                <a:close/>
                <a:moveTo>
                  <a:pt x="33927" y="99365"/>
                </a:moveTo>
                <a:cubicBezTo>
                  <a:pt x="34076" y="99838"/>
                  <a:pt x="34275" y="100311"/>
                  <a:pt x="34449" y="100784"/>
                </a:cubicBezTo>
                <a:cubicBezTo>
                  <a:pt x="31459" y="101575"/>
                  <a:pt x="28517" y="102145"/>
                  <a:pt x="25771" y="102396"/>
                </a:cubicBezTo>
                <a:lnTo>
                  <a:pt x="25771" y="102396"/>
                </a:lnTo>
                <a:cubicBezTo>
                  <a:pt x="25797" y="102391"/>
                  <a:pt x="25824" y="102378"/>
                  <a:pt x="25837" y="102352"/>
                </a:cubicBezTo>
                <a:lnTo>
                  <a:pt x="26758" y="102178"/>
                </a:lnTo>
                <a:lnTo>
                  <a:pt x="27804" y="101904"/>
                </a:lnTo>
                <a:cubicBezTo>
                  <a:pt x="28102" y="101804"/>
                  <a:pt x="28376" y="101730"/>
                  <a:pt x="28700" y="101655"/>
                </a:cubicBezTo>
                <a:cubicBezTo>
                  <a:pt x="29048" y="101555"/>
                  <a:pt x="29347" y="101431"/>
                  <a:pt x="29695" y="101307"/>
                </a:cubicBezTo>
                <a:cubicBezTo>
                  <a:pt x="29994" y="101182"/>
                  <a:pt x="30318" y="101083"/>
                  <a:pt x="30591" y="100958"/>
                </a:cubicBezTo>
                <a:cubicBezTo>
                  <a:pt x="30915" y="100834"/>
                  <a:pt x="31189" y="100684"/>
                  <a:pt x="31487" y="100560"/>
                </a:cubicBezTo>
                <a:cubicBezTo>
                  <a:pt x="31811" y="100435"/>
                  <a:pt x="32110" y="100286"/>
                  <a:pt x="32433" y="100162"/>
                </a:cubicBezTo>
                <a:cubicBezTo>
                  <a:pt x="32707" y="99987"/>
                  <a:pt x="32981" y="99838"/>
                  <a:pt x="33280" y="99714"/>
                </a:cubicBezTo>
                <a:cubicBezTo>
                  <a:pt x="33479" y="99589"/>
                  <a:pt x="33703" y="99490"/>
                  <a:pt x="33927" y="99365"/>
                </a:cubicBezTo>
                <a:close/>
                <a:moveTo>
                  <a:pt x="14039" y="90927"/>
                </a:moveTo>
                <a:lnTo>
                  <a:pt x="14039" y="90927"/>
                </a:lnTo>
                <a:cubicBezTo>
                  <a:pt x="16229" y="91574"/>
                  <a:pt x="18644" y="91948"/>
                  <a:pt x="21282" y="91948"/>
                </a:cubicBezTo>
                <a:cubicBezTo>
                  <a:pt x="22377" y="91948"/>
                  <a:pt x="23522" y="91873"/>
                  <a:pt x="24692" y="91748"/>
                </a:cubicBezTo>
                <a:lnTo>
                  <a:pt x="24692" y="91748"/>
                </a:lnTo>
                <a:cubicBezTo>
                  <a:pt x="24194" y="95457"/>
                  <a:pt x="24269" y="98942"/>
                  <a:pt x="25041" y="102053"/>
                </a:cubicBezTo>
                <a:cubicBezTo>
                  <a:pt x="24916" y="102078"/>
                  <a:pt x="24841" y="102128"/>
                  <a:pt x="24717" y="102128"/>
                </a:cubicBezTo>
                <a:cubicBezTo>
                  <a:pt x="24418" y="102153"/>
                  <a:pt x="24145" y="102178"/>
                  <a:pt x="23846" y="102203"/>
                </a:cubicBezTo>
                <a:cubicBezTo>
                  <a:pt x="23472" y="102252"/>
                  <a:pt x="23099" y="102302"/>
                  <a:pt x="22726" y="102327"/>
                </a:cubicBezTo>
                <a:cubicBezTo>
                  <a:pt x="22552" y="102327"/>
                  <a:pt x="22402" y="102327"/>
                  <a:pt x="22253" y="102377"/>
                </a:cubicBezTo>
                <a:cubicBezTo>
                  <a:pt x="21780" y="102427"/>
                  <a:pt x="21282" y="102427"/>
                  <a:pt x="20759" y="102427"/>
                </a:cubicBezTo>
                <a:cubicBezTo>
                  <a:pt x="20137" y="102427"/>
                  <a:pt x="19540" y="102402"/>
                  <a:pt x="18917" y="102377"/>
                </a:cubicBezTo>
                <a:cubicBezTo>
                  <a:pt x="17399" y="102203"/>
                  <a:pt x="15980" y="101929"/>
                  <a:pt x="14611" y="101531"/>
                </a:cubicBezTo>
                <a:cubicBezTo>
                  <a:pt x="13790" y="98295"/>
                  <a:pt x="13640" y="94710"/>
                  <a:pt x="14039" y="90927"/>
                </a:cubicBezTo>
                <a:close/>
                <a:moveTo>
                  <a:pt x="6744" y="100357"/>
                </a:moveTo>
                <a:lnTo>
                  <a:pt x="6744" y="100357"/>
                </a:lnTo>
                <a:cubicBezTo>
                  <a:pt x="6861" y="100590"/>
                  <a:pt x="6977" y="100823"/>
                  <a:pt x="7094" y="101033"/>
                </a:cubicBezTo>
                <a:cubicBezTo>
                  <a:pt x="7268" y="101307"/>
                  <a:pt x="7393" y="101580"/>
                  <a:pt x="7542" y="101879"/>
                </a:cubicBezTo>
                <a:cubicBezTo>
                  <a:pt x="7660" y="102068"/>
                  <a:pt x="7778" y="102278"/>
                  <a:pt x="7896" y="102469"/>
                </a:cubicBezTo>
                <a:lnTo>
                  <a:pt x="7896" y="102469"/>
                </a:lnTo>
                <a:cubicBezTo>
                  <a:pt x="7838" y="102403"/>
                  <a:pt x="7772" y="102330"/>
                  <a:pt x="7716" y="102252"/>
                </a:cubicBezTo>
                <a:lnTo>
                  <a:pt x="7443" y="101779"/>
                </a:lnTo>
                <a:cubicBezTo>
                  <a:pt x="7393" y="101680"/>
                  <a:pt x="7318" y="101555"/>
                  <a:pt x="7293" y="101431"/>
                </a:cubicBezTo>
                <a:cubicBezTo>
                  <a:pt x="7099" y="101086"/>
                  <a:pt x="6905" y="100723"/>
                  <a:pt x="6744" y="100357"/>
                </a:cubicBezTo>
                <a:close/>
                <a:moveTo>
                  <a:pt x="25115" y="102252"/>
                </a:moveTo>
                <a:lnTo>
                  <a:pt x="25115" y="102302"/>
                </a:lnTo>
                <a:cubicBezTo>
                  <a:pt x="24991" y="102327"/>
                  <a:pt x="24866" y="102352"/>
                  <a:pt x="24742" y="102352"/>
                </a:cubicBezTo>
                <a:cubicBezTo>
                  <a:pt x="24468" y="102402"/>
                  <a:pt x="24145" y="102427"/>
                  <a:pt x="23871" y="102452"/>
                </a:cubicBezTo>
                <a:cubicBezTo>
                  <a:pt x="23771" y="102452"/>
                  <a:pt x="23647" y="102501"/>
                  <a:pt x="23572" y="102501"/>
                </a:cubicBezTo>
                <a:cubicBezTo>
                  <a:pt x="23382" y="102501"/>
                  <a:pt x="23207" y="102501"/>
                  <a:pt x="23024" y="102512"/>
                </a:cubicBezTo>
                <a:lnTo>
                  <a:pt x="23024" y="102512"/>
                </a:lnTo>
                <a:cubicBezTo>
                  <a:pt x="23359" y="102480"/>
                  <a:pt x="23680" y="102423"/>
                  <a:pt x="24020" y="102402"/>
                </a:cubicBezTo>
                <a:cubicBezTo>
                  <a:pt x="24269" y="102377"/>
                  <a:pt x="24493" y="102327"/>
                  <a:pt x="24742" y="102302"/>
                </a:cubicBezTo>
                <a:cubicBezTo>
                  <a:pt x="24891" y="102302"/>
                  <a:pt x="24991" y="102277"/>
                  <a:pt x="25115" y="102252"/>
                </a:cubicBezTo>
                <a:close/>
                <a:moveTo>
                  <a:pt x="25464" y="102576"/>
                </a:moveTo>
                <a:cubicBezTo>
                  <a:pt x="25489" y="102626"/>
                  <a:pt x="25489" y="102651"/>
                  <a:pt x="25489" y="102676"/>
                </a:cubicBezTo>
                <a:lnTo>
                  <a:pt x="25439" y="102676"/>
                </a:lnTo>
                <a:cubicBezTo>
                  <a:pt x="25439" y="102651"/>
                  <a:pt x="25389" y="102626"/>
                  <a:pt x="25389" y="102576"/>
                </a:cubicBezTo>
                <a:close/>
                <a:moveTo>
                  <a:pt x="34524" y="100958"/>
                </a:moveTo>
                <a:cubicBezTo>
                  <a:pt x="34524" y="101008"/>
                  <a:pt x="34549" y="101033"/>
                  <a:pt x="34549" y="101058"/>
                </a:cubicBezTo>
                <a:cubicBezTo>
                  <a:pt x="31463" y="101904"/>
                  <a:pt x="28500" y="102427"/>
                  <a:pt x="25663" y="102676"/>
                </a:cubicBezTo>
                <a:cubicBezTo>
                  <a:pt x="25663" y="102651"/>
                  <a:pt x="25638" y="102626"/>
                  <a:pt x="25638" y="102576"/>
                </a:cubicBezTo>
                <a:cubicBezTo>
                  <a:pt x="28476" y="102327"/>
                  <a:pt x="31438" y="101779"/>
                  <a:pt x="34524" y="100958"/>
                </a:cubicBezTo>
                <a:close/>
                <a:moveTo>
                  <a:pt x="16503" y="102228"/>
                </a:moveTo>
                <a:cubicBezTo>
                  <a:pt x="16827" y="102302"/>
                  <a:pt x="17175" y="102327"/>
                  <a:pt x="17524" y="102402"/>
                </a:cubicBezTo>
                <a:cubicBezTo>
                  <a:pt x="17573" y="102402"/>
                  <a:pt x="17648" y="102427"/>
                  <a:pt x="17673" y="102427"/>
                </a:cubicBezTo>
                <a:cubicBezTo>
                  <a:pt x="18071" y="102476"/>
                  <a:pt x="18519" y="102526"/>
                  <a:pt x="18967" y="102551"/>
                </a:cubicBezTo>
                <a:cubicBezTo>
                  <a:pt x="19540" y="102626"/>
                  <a:pt x="20162" y="102676"/>
                  <a:pt x="20784" y="102700"/>
                </a:cubicBezTo>
                <a:lnTo>
                  <a:pt x="20759" y="102700"/>
                </a:lnTo>
                <a:cubicBezTo>
                  <a:pt x="20386" y="102700"/>
                  <a:pt x="20038" y="102700"/>
                  <a:pt x="19664" y="102676"/>
                </a:cubicBezTo>
                <a:cubicBezTo>
                  <a:pt x="19490" y="102676"/>
                  <a:pt x="19291" y="102651"/>
                  <a:pt x="19117" y="102651"/>
                </a:cubicBezTo>
                <a:cubicBezTo>
                  <a:pt x="19017" y="102651"/>
                  <a:pt x="18917" y="102651"/>
                  <a:pt x="18818" y="102601"/>
                </a:cubicBezTo>
                <a:cubicBezTo>
                  <a:pt x="18021" y="102526"/>
                  <a:pt x="17250" y="102402"/>
                  <a:pt x="16503" y="102228"/>
                </a:cubicBezTo>
                <a:close/>
                <a:moveTo>
                  <a:pt x="25215" y="102626"/>
                </a:moveTo>
                <a:cubicBezTo>
                  <a:pt x="25215" y="102651"/>
                  <a:pt x="25240" y="102676"/>
                  <a:pt x="25240" y="102700"/>
                </a:cubicBezTo>
                <a:cubicBezTo>
                  <a:pt x="24393" y="102775"/>
                  <a:pt x="23597" y="102800"/>
                  <a:pt x="22776" y="102800"/>
                </a:cubicBezTo>
                <a:lnTo>
                  <a:pt x="23622" y="102700"/>
                </a:lnTo>
                <a:lnTo>
                  <a:pt x="25215" y="102626"/>
                </a:lnTo>
                <a:close/>
                <a:moveTo>
                  <a:pt x="2593" y="92982"/>
                </a:moveTo>
                <a:cubicBezTo>
                  <a:pt x="2596" y="92988"/>
                  <a:pt x="2602" y="92993"/>
                  <a:pt x="2614" y="92993"/>
                </a:cubicBezTo>
                <a:cubicBezTo>
                  <a:pt x="2639" y="93068"/>
                  <a:pt x="2688" y="93093"/>
                  <a:pt x="2688" y="93167"/>
                </a:cubicBezTo>
                <a:cubicBezTo>
                  <a:pt x="2713" y="93217"/>
                  <a:pt x="2738" y="93267"/>
                  <a:pt x="2763" y="93366"/>
                </a:cubicBezTo>
                <a:cubicBezTo>
                  <a:pt x="2937" y="93839"/>
                  <a:pt x="3112" y="94312"/>
                  <a:pt x="3261" y="94710"/>
                </a:cubicBezTo>
                <a:cubicBezTo>
                  <a:pt x="4132" y="96976"/>
                  <a:pt x="5800" y="99714"/>
                  <a:pt x="6347" y="100585"/>
                </a:cubicBezTo>
                <a:cubicBezTo>
                  <a:pt x="6771" y="101207"/>
                  <a:pt x="7194" y="101804"/>
                  <a:pt x="7567" y="102327"/>
                </a:cubicBezTo>
                <a:cubicBezTo>
                  <a:pt x="7642" y="102427"/>
                  <a:pt x="7692" y="102526"/>
                  <a:pt x="7716" y="102651"/>
                </a:cubicBezTo>
                <a:lnTo>
                  <a:pt x="7766" y="102651"/>
                </a:lnTo>
                <a:cubicBezTo>
                  <a:pt x="7791" y="102700"/>
                  <a:pt x="7816" y="102775"/>
                  <a:pt x="7891" y="102825"/>
                </a:cubicBezTo>
                <a:cubicBezTo>
                  <a:pt x="7891" y="102875"/>
                  <a:pt x="7916" y="102875"/>
                  <a:pt x="7916" y="102900"/>
                </a:cubicBezTo>
                <a:cubicBezTo>
                  <a:pt x="7841" y="102800"/>
                  <a:pt x="7791" y="102700"/>
                  <a:pt x="7716" y="102651"/>
                </a:cubicBezTo>
                <a:cubicBezTo>
                  <a:pt x="7692" y="102626"/>
                  <a:pt x="7667" y="102576"/>
                  <a:pt x="7667" y="102551"/>
                </a:cubicBezTo>
                <a:cubicBezTo>
                  <a:pt x="7467" y="102302"/>
                  <a:pt x="7268" y="102028"/>
                  <a:pt x="7069" y="101730"/>
                </a:cubicBezTo>
                <a:cubicBezTo>
                  <a:pt x="6820" y="101381"/>
                  <a:pt x="6571" y="101033"/>
                  <a:pt x="6323" y="100659"/>
                </a:cubicBezTo>
                <a:cubicBezTo>
                  <a:pt x="6323" y="100659"/>
                  <a:pt x="6323" y="100610"/>
                  <a:pt x="6298" y="100610"/>
                </a:cubicBezTo>
                <a:lnTo>
                  <a:pt x="6298" y="100585"/>
                </a:lnTo>
                <a:lnTo>
                  <a:pt x="5825" y="99838"/>
                </a:lnTo>
                <a:cubicBezTo>
                  <a:pt x="5352" y="99066"/>
                  <a:pt x="4705" y="97921"/>
                  <a:pt x="4107" y="96727"/>
                </a:cubicBezTo>
                <a:cubicBezTo>
                  <a:pt x="3983" y="96478"/>
                  <a:pt x="3858" y="96229"/>
                  <a:pt x="3784" y="95980"/>
                </a:cubicBezTo>
                <a:cubicBezTo>
                  <a:pt x="3709" y="95831"/>
                  <a:pt x="3609" y="95681"/>
                  <a:pt x="3560" y="95557"/>
                </a:cubicBezTo>
                <a:cubicBezTo>
                  <a:pt x="3435" y="95283"/>
                  <a:pt x="3336" y="95034"/>
                  <a:pt x="3211" y="94760"/>
                </a:cubicBezTo>
                <a:lnTo>
                  <a:pt x="3211" y="94735"/>
                </a:lnTo>
                <a:cubicBezTo>
                  <a:pt x="2989" y="94217"/>
                  <a:pt x="2766" y="93600"/>
                  <a:pt x="2593" y="92982"/>
                </a:cubicBezTo>
                <a:close/>
                <a:moveTo>
                  <a:pt x="43311" y="98170"/>
                </a:moveTo>
                <a:cubicBezTo>
                  <a:pt x="42514" y="99589"/>
                  <a:pt x="41543" y="101008"/>
                  <a:pt x="40423" y="102277"/>
                </a:cubicBezTo>
                <a:lnTo>
                  <a:pt x="40423" y="102302"/>
                </a:lnTo>
                <a:cubicBezTo>
                  <a:pt x="40050" y="102700"/>
                  <a:pt x="39677" y="103124"/>
                  <a:pt x="39303" y="103497"/>
                </a:cubicBezTo>
                <a:lnTo>
                  <a:pt x="39179" y="103621"/>
                </a:lnTo>
                <a:lnTo>
                  <a:pt x="39054" y="103497"/>
                </a:lnTo>
                <a:cubicBezTo>
                  <a:pt x="38781" y="103173"/>
                  <a:pt x="38482" y="102825"/>
                  <a:pt x="38258" y="102501"/>
                </a:cubicBezTo>
                <a:cubicBezTo>
                  <a:pt x="38208" y="102452"/>
                  <a:pt x="38183" y="102402"/>
                  <a:pt x="38158" y="102377"/>
                </a:cubicBezTo>
                <a:cubicBezTo>
                  <a:pt x="38133" y="102327"/>
                  <a:pt x="38133" y="102302"/>
                  <a:pt x="38084" y="102277"/>
                </a:cubicBezTo>
                <a:cubicBezTo>
                  <a:pt x="37810" y="101904"/>
                  <a:pt x="37586" y="101506"/>
                  <a:pt x="37337" y="101083"/>
                </a:cubicBezTo>
                <a:cubicBezTo>
                  <a:pt x="37287" y="101008"/>
                  <a:pt x="37237" y="100908"/>
                  <a:pt x="37187" y="100784"/>
                </a:cubicBezTo>
                <a:cubicBezTo>
                  <a:pt x="37138" y="100684"/>
                  <a:pt x="37088" y="100585"/>
                  <a:pt x="37063" y="100460"/>
                </a:cubicBezTo>
                <a:cubicBezTo>
                  <a:pt x="39104" y="99813"/>
                  <a:pt x="41195" y="99041"/>
                  <a:pt x="43311" y="98170"/>
                </a:cubicBezTo>
                <a:close/>
                <a:moveTo>
                  <a:pt x="36839" y="100560"/>
                </a:moveTo>
                <a:lnTo>
                  <a:pt x="36839" y="100560"/>
                </a:lnTo>
                <a:cubicBezTo>
                  <a:pt x="36939" y="100709"/>
                  <a:pt x="37038" y="100883"/>
                  <a:pt x="37088" y="101008"/>
                </a:cubicBezTo>
                <a:cubicBezTo>
                  <a:pt x="37138" y="101058"/>
                  <a:pt x="37163" y="101083"/>
                  <a:pt x="37163" y="101157"/>
                </a:cubicBezTo>
                <a:cubicBezTo>
                  <a:pt x="37163" y="101182"/>
                  <a:pt x="37187" y="101207"/>
                  <a:pt x="37187" y="101207"/>
                </a:cubicBezTo>
                <a:cubicBezTo>
                  <a:pt x="37212" y="101282"/>
                  <a:pt x="37237" y="101331"/>
                  <a:pt x="37287" y="101381"/>
                </a:cubicBezTo>
                <a:cubicBezTo>
                  <a:pt x="37387" y="101531"/>
                  <a:pt x="37436" y="101655"/>
                  <a:pt x="37536" y="101779"/>
                </a:cubicBezTo>
                <a:cubicBezTo>
                  <a:pt x="37536" y="101804"/>
                  <a:pt x="37561" y="101804"/>
                  <a:pt x="37561" y="101829"/>
                </a:cubicBezTo>
                <a:cubicBezTo>
                  <a:pt x="37586" y="101879"/>
                  <a:pt x="37586" y="101904"/>
                  <a:pt x="37636" y="101929"/>
                </a:cubicBezTo>
                <a:cubicBezTo>
                  <a:pt x="37660" y="101954"/>
                  <a:pt x="37685" y="102028"/>
                  <a:pt x="37710" y="102053"/>
                </a:cubicBezTo>
                <a:cubicBezTo>
                  <a:pt x="37785" y="102178"/>
                  <a:pt x="37884" y="102277"/>
                  <a:pt x="37934" y="102402"/>
                </a:cubicBezTo>
                <a:cubicBezTo>
                  <a:pt x="37959" y="102427"/>
                  <a:pt x="38009" y="102501"/>
                  <a:pt x="38034" y="102526"/>
                </a:cubicBezTo>
                <a:cubicBezTo>
                  <a:pt x="38059" y="102576"/>
                  <a:pt x="38133" y="102651"/>
                  <a:pt x="38158" y="102700"/>
                </a:cubicBezTo>
                <a:lnTo>
                  <a:pt x="38258" y="102800"/>
                </a:lnTo>
                <a:cubicBezTo>
                  <a:pt x="38283" y="102875"/>
                  <a:pt x="38308" y="102900"/>
                  <a:pt x="38382" y="102949"/>
                </a:cubicBezTo>
                <a:cubicBezTo>
                  <a:pt x="38382" y="102949"/>
                  <a:pt x="38382" y="102999"/>
                  <a:pt x="38407" y="102999"/>
                </a:cubicBezTo>
                <a:cubicBezTo>
                  <a:pt x="38457" y="103049"/>
                  <a:pt x="38507" y="103124"/>
                  <a:pt x="38557" y="103173"/>
                </a:cubicBezTo>
                <a:cubicBezTo>
                  <a:pt x="38631" y="103248"/>
                  <a:pt x="38681" y="103323"/>
                  <a:pt x="38756" y="103397"/>
                </a:cubicBezTo>
                <a:lnTo>
                  <a:pt x="38805" y="103447"/>
                </a:lnTo>
                <a:cubicBezTo>
                  <a:pt x="38880" y="103522"/>
                  <a:pt x="38930" y="103621"/>
                  <a:pt x="39005" y="103696"/>
                </a:cubicBezTo>
                <a:lnTo>
                  <a:pt x="38955" y="103746"/>
                </a:lnTo>
                <a:lnTo>
                  <a:pt x="38930" y="103771"/>
                </a:lnTo>
                <a:cubicBezTo>
                  <a:pt x="38781" y="103621"/>
                  <a:pt x="38656" y="103447"/>
                  <a:pt x="38532" y="103298"/>
                </a:cubicBezTo>
                <a:cubicBezTo>
                  <a:pt x="38432" y="103173"/>
                  <a:pt x="38308" y="103049"/>
                  <a:pt x="38208" y="102900"/>
                </a:cubicBezTo>
                <a:cubicBezTo>
                  <a:pt x="38084" y="102750"/>
                  <a:pt x="38009" y="102626"/>
                  <a:pt x="37909" y="102452"/>
                </a:cubicBezTo>
                <a:cubicBezTo>
                  <a:pt x="37810" y="102327"/>
                  <a:pt x="37710" y="102203"/>
                  <a:pt x="37636" y="102053"/>
                </a:cubicBezTo>
                <a:cubicBezTo>
                  <a:pt x="37511" y="101879"/>
                  <a:pt x="37412" y="101680"/>
                  <a:pt x="37287" y="101506"/>
                </a:cubicBezTo>
                <a:cubicBezTo>
                  <a:pt x="37262" y="101431"/>
                  <a:pt x="37187" y="101331"/>
                  <a:pt x="37163" y="101282"/>
                </a:cubicBezTo>
                <a:lnTo>
                  <a:pt x="37063" y="101083"/>
                </a:lnTo>
                <a:cubicBezTo>
                  <a:pt x="37013" y="100958"/>
                  <a:pt x="36914" y="100784"/>
                  <a:pt x="36839" y="100560"/>
                </a:cubicBezTo>
                <a:close/>
                <a:moveTo>
                  <a:pt x="43784" y="98046"/>
                </a:moveTo>
                <a:cubicBezTo>
                  <a:pt x="43759" y="98071"/>
                  <a:pt x="43759" y="98096"/>
                  <a:pt x="43734" y="98145"/>
                </a:cubicBezTo>
                <a:cubicBezTo>
                  <a:pt x="43609" y="98345"/>
                  <a:pt x="43460" y="98569"/>
                  <a:pt x="43311" y="98793"/>
                </a:cubicBezTo>
                <a:cubicBezTo>
                  <a:pt x="43311" y="98793"/>
                  <a:pt x="43311" y="98817"/>
                  <a:pt x="43286" y="98817"/>
                </a:cubicBezTo>
                <a:cubicBezTo>
                  <a:pt x="43161" y="99041"/>
                  <a:pt x="43037" y="99266"/>
                  <a:pt x="42912" y="99440"/>
                </a:cubicBezTo>
                <a:lnTo>
                  <a:pt x="42738" y="99714"/>
                </a:lnTo>
                <a:cubicBezTo>
                  <a:pt x="42440" y="100162"/>
                  <a:pt x="42141" y="100585"/>
                  <a:pt x="41817" y="101033"/>
                </a:cubicBezTo>
                <a:cubicBezTo>
                  <a:pt x="41767" y="101083"/>
                  <a:pt x="41693" y="101182"/>
                  <a:pt x="41643" y="101257"/>
                </a:cubicBezTo>
                <a:cubicBezTo>
                  <a:pt x="41295" y="101680"/>
                  <a:pt x="40946" y="102078"/>
                  <a:pt x="40573" y="102526"/>
                </a:cubicBezTo>
                <a:cubicBezTo>
                  <a:pt x="40523" y="102576"/>
                  <a:pt x="40448" y="102651"/>
                  <a:pt x="40423" y="102700"/>
                </a:cubicBezTo>
                <a:cubicBezTo>
                  <a:pt x="40075" y="103074"/>
                  <a:pt x="39751" y="103447"/>
                  <a:pt x="39378" y="103821"/>
                </a:cubicBezTo>
                <a:lnTo>
                  <a:pt x="39328" y="103796"/>
                </a:lnTo>
                <a:cubicBezTo>
                  <a:pt x="39303" y="103771"/>
                  <a:pt x="39303" y="103771"/>
                  <a:pt x="39328" y="103746"/>
                </a:cubicBezTo>
                <a:cubicBezTo>
                  <a:pt x="39701" y="103373"/>
                  <a:pt x="40075" y="102949"/>
                  <a:pt x="40448" y="102576"/>
                </a:cubicBezTo>
                <a:lnTo>
                  <a:pt x="40548" y="102501"/>
                </a:lnTo>
                <a:cubicBezTo>
                  <a:pt x="41792" y="101083"/>
                  <a:pt x="42813" y="99639"/>
                  <a:pt x="43684" y="98071"/>
                </a:cubicBezTo>
                <a:cubicBezTo>
                  <a:pt x="43734" y="98071"/>
                  <a:pt x="43734" y="98071"/>
                  <a:pt x="43759" y="98046"/>
                </a:cubicBezTo>
                <a:close/>
                <a:moveTo>
                  <a:pt x="39179" y="103821"/>
                </a:moveTo>
                <a:cubicBezTo>
                  <a:pt x="39179" y="103895"/>
                  <a:pt x="39179" y="103895"/>
                  <a:pt x="39204" y="103920"/>
                </a:cubicBezTo>
                <a:lnTo>
                  <a:pt x="39204" y="103920"/>
                </a:lnTo>
                <a:lnTo>
                  <a:pt x="39204" y="103920"/>
                </a:lnTo>
                <a:cubicBezTo>
                  <a:pt x="39204" y="103933"/>
                  <a:pt x="39197" y="103939"/>
                  <a:pt x="39194" y="103939"/>
                </a:cubicBezTo>
                <a:cubicBezTo>
                  <a:pt x="39191" y="103939"/>
                  <a:pt x="39191" y="103933"/>
                  <a:pt x="39204" y="103920"/>
                </a:cubicBezTo>
                <a:lnTo>
                  <a:pt x="39204" y="103920"/>
                </a:lnTo>
                <a:lnTo>
                  <a:pt x="39179" y="103945"/>
                </a:lnTo>
                <a:lnTo>
                  <a:pt x="39154" y="103920"/>
                </a:lnTo>
                <a:cubicBezTo>
                  <a:pt x="39154" y="103920"/>
                  <a:pt x="39154" y="103895"/>
                  <a:pt x="39129" y="103895"/>
                </a:cubicBezTo>
                <a:lnTo>
                  <a:pt x="39154" y="103870"/>
                </a:lnTo>
                <a:lnTo>
                  <a:pt x="39179" y="103821"/>
                </a:lnTo>
                <a:close/>
                <a:moveTo>
                  <a:pt x="39303" y="104069"/>
                </a:moveTo>
                <a:cubicBezTo>
                  <a:pt x="39378" y="104069"/>
                  <a:pt x="39403" y="104119"/>
                  <a:pt x="39403" y="104144"/>
                </a:cubicBezTo>
                <a:cubicBezTo>
                  <a:pt x="39627" y="104368"/>
                  <a:pt x="39826" y="104542"/>
                  <a:pt x="40075" y="104766"/>
                </a:cubicBezTo>
                <a:cubicBezTo>
                  <a:pt x="40150" y="104816"/>
                  <a:pt x="40199" y="104866"/>
                  <a:pt x="40274" y="104916"/>
                </a:cubicBezTo>
                <a:cubicBezTo>
                  <a:pt x="40498" y="105115"/>
                  <a:pt x="40697" y="105264"/>
                  <a:pt x="40946" y="105414"/>
                </a:cubicBezTo>
                <a:cubicBezTo>
                  <a:pt x="40958" y="105426"/>
                  <a:pt x="40971" y="105436"/>
                  <a:pt x="40984" y="105446"/>
                </a:cubicBezTo>
                <a:lnTo>
                  <a:pt x="40984" y="105446"/>
                </a:lnTo>
                <a:cubicBezTo>
                  <a:pt x="40334" y="105064"/>
                  <a:pt x="39787" y="104599"/>
                  <a:pt x="39303" y="104069"/>
                </a:cubicBezTo>
                <a:close/>
                <a:moveTo>
                  <a:pt x="77884" y="102128"/>
                </a:moveTo>
                <a:cubicBezTo>
                  <a:pt x="77163" y="102626"/>
                  <a:pt x="76416" y="103074"/>
                  <a:pt x="75719" y="103572"/>
                </a:cubicBezTo>
                <a:cubicBezTo>
                  <a:pt x="75669" y="103572"/>
                  <a:pt x="75669" y="103621"/>
                  <a:pt x="75644" y="103621"/>
                </a:cubicBezTo>
                <a:cubicBezTo>
                  <a:pt x="75296" y="103821"/>
                  <a:pt x="74997" y="104045"/>
                  <a:pt x="74649" y="104269"/>
                </a:cubicBezTo>
                <a:cubicBezTo>
                  <a:pt x="74499" y="104368"/>
                  <a:pt x="74300" y="104493"/>
                  <a:pt x="74151" y="104567"/>
                </a:cubicBezTo>
                <a:cubicBezTo>
                  <a:pt x="74101" y="104617"/>
                  <a:pt x="74026" y="104642"/>
                  <a:pt x="73952" y="104692"/>
                </a:cubicBezTo>
                <a:cubicBezTo>
                  <a:pt x="73777" y="104816"/>
                  <a:pt x="73603" y="104916"/>
                  <a:pt x="73429" y="105015"/>
                </a:cubicBezTo>
                <a:cubicBezTo>
                  <a:pt x="73080" y="105237"/>
                  <a:pt x="72710" y="105450"/>
                  <a:pt x="72347" y="105664"/>
                </a:cubicBezTo>
                <a:lnTo>
                  <a:pt x="72347" y="105664"/>
                </a:lnTo>
                <a:cubicBezTo>
                  <a:pt x="73812" y="104769"/>
                  <a:pt x="75333" y="103810"/>
                  <a:pt x="76491" y="103024"/>
                </a:cubicBezTo>
                <a:cubicBezTo>
                  <a:pt x="76889" y="102750"/>
                  <a:pt x="77287" y="102452"/>
                  <a:pt x="77760" y="102128"/>
                </a:cubicBezTo>
                <a:close/>
                <a:moveTo>
                  <a:pt x="41444" y="105737"/>
                </a:moveTo>
                <a:cubicBezTo>
                  <a:pt x="41446" y="105737"/>
                  <a:pt x="41462" y="105738"/>
                  <a:pt x="41467" y="105752"/>
                </a:cubicBezTo>
                <a:lnTo>
                  <a:pt x="41467" y="105752"/>
                </a:lnTo>
                <a:cubicBezTo>
                  <a:pt x="41459" y="105747"/>
                  <a:pt x="41452" y="105742"/>
                  <a:pt x="41444" y="105737"/>
                </a:cubicBezTo>
                <a:close/>
                <a:moveTo>
                  <a:pt x="68899" y="96154"/>
                </a:moveTo>
                <a:lnTo>
                  <a:pt x="68949" y="96204"/>
                </a:lnTo>
                <a:cubicBezTo>
                  <a:pt x="69795" y="97075"/>
                  <a:pt x="70641" y="97847"/>
                  <a:pt x="71413" y="98569"/>
                </a:cubicBezTo>
                <a:cubicBezTo>
                  <a:pt x="72234" y="99290"/>
                  <a:pt x="72981" y="99888"/>
                  <a:pt x="73678" y="100410"/>
                </a:cubicBezTo>
                <a:cubicBezTo>
                  <a:pt x="73603" y="100460"/>
                  <a:pt x="73529" y="100510"/>
                  <a:pt x="73429" y="100560"/>
                </a:cubicBezTo>
                <a:cubicBezTo>
                  <a:pt x="73080" y="100759"/>
                  <a:pt x="72782" y="100958"/>
                  <a:pt x="72433" y="101157"/>
                </a:cubicBezTo>
                <a:cubicBezTo>
                  <a:pt x="72259" y="101257"/>
                  <a:pt x="72085" y="101331"/>
                  <a:pt x="71911" y="101456"/>
                </a:cubicBezTo>
                <a:cubicBezTo>
                  <a:pt x="67804" y="103771"/>
                  <a:pt x="63721" y="105513"/>
                  <a:pt x="59863" y="106608"/>
                </a:cubicBezTo>
                <a:cubicBezTo>
                  <a:pt x="60461" y="104916"/>
                  <a:pt x="60834" y="103149"/>
                  <a:pt x="60983" y="101307"/>
                </a:cubicBezTo>
                <a:cubicBezTo>
                  <a:pt x="61058" y="101282"/>
                  <a:pt x="61108" y="101257"/>
                  <a:pt x="61183" y="101182"/>
                </a:cubicBezTo>
                <a:cubicBezTo>
                  <a:pt x="63398" y="99888"/>
                  <a:pt x="65588" y="98444"/>
                  <a:pt x="67804" y="96901"/>
                </a:cubicBezTo>
                <a:cubicBezTo>
                  <a:pt x="68177" y="96627"/>
                  <a:pt x="68525" y="96378"/>
                  <a:pt x="68899" y="96154"/>
                </a:cubicBezTo>
                <a:close/>
                <a:moveTo>
                  <a:pt x="60809" y="101431"/>
                </a:moveTo>
                <a:cubicBezTo>
                  <a:pt x="60610" y="103273"/>
                  <a:pt x="60262" y="105015"/>
                  <a:pt x="59689" y="106658"/>
                </a:cubicBezTo>
                <a:cubicBezTo>
                  <a:pt x="59652" y="106658"/>
                  <a:pt x="59629" y="106658"/>
                  <a:pt x="59620" y="106668"/>
                </a:cubicBezTo>
                <a:lnTo>
                  <a:pt x="59620" y="106668"/>
                </a:lnTo>
                <a:cubicBezTo>
                  <a:pt x="60189" y="105029"/>
                  <a:pt x="60561" y="103267"/>
                  <a:pt x="60734" y="101456"/>
                </a:cubicBezTo>
                <a:cubicBezTo>
                  <a:pt x="60784" y="101456"/>
                  <a:pt x="60784" y="101431"/>
                  <a:pt x="60809" y="101431"/>
                </a:cubicBezTo>
                <a:close/>
                <a:moveTo>
                  <a:pt x="47468" y="96328"/>
                </a:moveTo>
                <a:cubicBezTo>
                  <a:pt x="47891" y="96577"/>
                  <a:pt x="48364" y="96801"/>
                  <a:pt x="48837" y="96976"/>
                </a:cubicBezTo>
                <a:cubicBezTo>
                  <a:pt x="47990" y="100510"/>
                  <a:pt x="46397" y="103920"/>
                  <a:pt x="44033" y="106882"/>
                </a:cubicBezTo>
                <a:cubicBezTo>
                  <a:pt x="43933" y="106783"/>
                  <a:pt x="43809" y="106733"/>
                  <a:pt x="43659" y="106658"/>
                </a:cubicBezTo>
                <a:cubicBezTo>
                  <a:pt x="43410" y="106559"/>
                  <a:pt x="43136" y="106434"/>
                  <a:pt x="42888" y="106359"/>
                </a:cubicBezTo>
                <a:cubicBezTo>
                  <a:pt x="42688" y="106260"/>
                  <a:pt x="42514" y="106135"/>
                  <a:pt x="42290" y="106036"/>
                </a:cubicBezTo>
                <a:cubicBezTo>
                  <a:pt x="42041" y="105911"/>
                  <a:pt x="41817" y="105787"/>
                  <a:pt x="41618" y="105662"/>
                </a:cubicBezTo>
                <a:lnTo>
                  <a:pt x="41568" y="105662"/>
                </a:lnTo>
                <a:cubicBezTo>
                  <a:pt x="41394" y="105538"/>
                  <a:pt x="41245" y="105414"/>
                  <a:pt x="41046" y="105289"/>
                </a:cubicBezTo>
                <a:lnTo>
                  <a:pt x="40398" y="104816"/>
                </a:lnTo>
                <a:cubicBezTo>
                  <a:pt x="40249" y="104692"/>
                  <a:pt x="40075" y="104542"/>
                  <a:pt x="39926" y="104393"/>
                </a:cubicBezTo>
                <a:cubicBezTo>
                  <a:pt x="39776" y="104244"/>
                  <a:pt x="39577" y="104119"/>
                  <a:pt x="39428" y="103945"/>
                </a:cubicBezTo>
                <a:cubicBezTo>
                  <a:pt x="39801" y="103572"/>
                  <a:pt x="40174" y="103198"/>
                  <a:pt x="40523" y="102800"/>
                </a:cubicBezTo>
                <a:lnTo>
                  <a:pt x="40647" y="102676"/>
                </a:lnTo>
                <a:cubicBezTo>
                  <a:pt x="41046" y="102203"/>
                  <a:pt x="41419" y="101755"/>
                  <a:pt x="41792" y="101282"/>
                </a:cubicBezTo>
                <a:cubicBezTo>
                  <a:pt x="42614" y="100211"/>
                  <a:pt x="43360" y="99091"/>
                  <a:pt x="43983" y="97921"/>
                </a:cubicBezTo>
                <a:cubicBezTo>
                  <a:pt x="45128" y="97424"/>
                  <a:pt x="46273" y="96901"/>
                  <a:pt x="47468" y="96328"/>
                </a:cubicBezTo>
                <a:close/>
                <a:moveTo>
                  <a:pt x="73877" y="100535"/>
                </a:moveTo>
                <a:lnTo>
                  <a:pt x="73902" y="100560"/>
                </a:lnTo>
                <a:cubicBezTo>
                  <a:pt x="73902" y="100560"/>
                  <a:pt x="73927" y="100560"/>
                  <a:pt x="73927" y="100585"/>
                </a:cubicBezTo>
                <a:cubicBezTo>
                  <a:pt x="73877" y="100635"/>
                  <a:pt x="73802" y="100684"/>
                  <a:pt x="73753" y="100709"/>
                </a:cubicBezTo>
                <a:cubicBezTo>
                  <a:pt x="73529" y="100834"/>
                  <a:pt x="73304" y="100958"/>
                  <a:pt x="73130" y="101083"/>
                </a:cubicBezTo>
                <a:lnTo>
                  <a:pt x="72856" y="101282"/>
                </a:lnTo>
                <a:cubicBezTo>
                  <a:pt x="72657" y="101406"/>
                  <a:pt x="72433" y="101506"/>
                  <a:pt x="72259" y="101630"/>
                </a:cubicBezTo>
                <a:cubicBezTo>
                  <a:pt x="71637" y="101954"/>
                  <a:pt x="71015" y="102302"/>
                  <a:pt x="70417" y="102626"/>
                </a:cubicBezTo>
                <a:lnTo>
                  <a:pt x="69870" y="102900"/>
                </a:lnTo>
                <a:cubicBezTo>
                  <a:pt x="69421" y="103124"/>
                  <a:pt x="68998" y="103323"/>
                  <a:pt x="68575" y="103547"/>
                </a:cubicBezTo>
                <a:cubicBezTo>
                  <a:pt x="68028" y="103821"/>
                  <a:pt x="67505" y="104069"/>
                  <a:pt x="66932" y="104318"/>
                </a:cubicBezTo>
                <a:cubicBezTo>
                  <a:pt x="66883" y="104368"/>
                  <a:pt x="66783" y="104393"/>
                  <a:pt x="66708" y="104418"/>
                </a:cubicBezTo>
                <a:cubicBezTo>
                  <a:pt x="64418" y="105438"/>
                  <a:pt x="62103" y="106285"/>
                  <a:pt x="59913" y="106907"/>
                </a:cubicBezTo>
                <a:lnTo>
                  <a:pt x="59913" y="106882"/>
                </a:lnTo>
                <a:lnTo>
                  <a:pt x="59913" y="106857"/>
                </a:lnTo>
                <a:cubicBezTo>
                  <a:pt x="59938" y="106783"/>
                  <a:pt x="60038" y="106758"/>
                  <a:pt x="60112" y="106733"/>
                </a:cubicBezTo>
                <a:cubicBezTo>
                  <a:pt x="60311" y="106658"/>
                  <a:pt x="60461" y="106633"/>
                  <a:pt x="60635" y="106559"/>
                </a:cubicBezTo>
                <a:cubicBezTo>
                  <a:pt x="61083" y="106434"/>
                  <a:pt x="61506" y="106285"/>
                  <a:pt x="61954" y="106135"/>
                </a:cubicBezTo>
                <a:cubicBezTo>
                  <a:pt x="61979" y="106135"/>
                  <a:pt x="62004" y="106111"/>
                  <a:pt x="62079" y="106111"/>
                </a:cubicBezTo>
                <a:cubicBezTo>
                  <a:pt x="62203" y="106061"/>
                  <a:pt x="62303" y="106036"/>
                  <a:pt x="62427" y="106011"/>
                </a:cubicBezTo>
                <a:cubicBezTo>
                  <a:pt x="62925" y="105812"/>
                  <a:pt x="63448" y="105638"/>
                  <a:pt x="63945" y="105438"/>
                </a:cubicBezTo>
                <a:cubicBezTo>
                  <a:pt x="63995" y="105414"/>
                  <a:pt x="64095" y="105389"/>
                  <a:pt x="64169" y="105364"/>
                </a:cubicBezTo>
                <a:cubicBezTo>
                  <a:pt x="64692" y="105140"/>
                  <a:pt x="65240" y="104916"/>
                  <a:pt x="65787" y="104692"/>
                </a:cubicBezTo>
                <a:cubicBezTo>
                  <a:pt x="65837" y="104667"/>
                  <a:pt x="65862" y="104667"/>
                  <a:pt x="65937" y="104642"/>
                </a:cubicBezTo>
                <a:cubicBezTo>
                  <a:pt x="66484" y="104393"/>
                  <a:pt x="67032" y="104144"/>
                  <a:pt x="67580" y="103895"/>
                </a:cubicBezTo>
                <a:cubicBezTo>
                  <a:pt x="67654" y="103870"/>
                  <a:pt x="67679" y="103870"/>
                  <a:pt x="67729" y="103821"/>
                </a:cubicBezTo>
                <a:cubicBezTo>
                  <a:pt x="68276" y="103572"/>
                  <a:pt x="68824" y="103298"/>
                  <a:pt x="69347" y="103024"/>
                </a:cubicBezTo>
                <a:lnTo>
                  <a:pt x="69546" y="102924"/>
                </a:lnTo>
                <a:cubicBezTo>
                  <a:pt x="70069" y="102676"/>
                  <a:pt x="70566" y="102402"/>
                  <a:pt x="71089" y="102078"/>
                </a:cubicBezTo>
                <a:lnTo>
                  <a:pt x="71139" y="102078"/>
                </a:lnTo>
                <a:cubicBezTo>
                  <a:pt x="71214" y="102053"/>
                  <a:pt x="71288" y="102004"/>
                  <a:pt x="71388" y="101954"/>
                </a:cubicBezTo>
                <a:cubicBezTo>
                  <a:pt x="71637" y="101804"/>
                  <a:pt x="71911" y="101680"/>
                  <a:pt x="72160" y="101531"/>
                </a:cubicBezTo>
                <a:cubicBezTo>
                  <a:pt x="72309" y="101431"/>
                  <a:pt x="72458" y="101331"/>
                  <a:pt x="72657" y="101257"/>
                </a:cubicBezTo>
                <a:cubicBezTo>
                  <a:pt x="72757" y="101182"/>
                  <a:pt x="72856" y="101157"/>
                  <a:pt x="72906" y="101083"/>
                </a:cubicBezTo>
                <a:cubicBezTo>
                  <a:pt x="73006" y="101033"/>
                  <a:pt x="73130" y="100958"/>
                  <a:pt x="73230" y="100908"/>
                </a:cubicBezTo>
                <a:lnTo>
                  <a:pt x="73255" y="100883"/>
                </a:lnTo>
                <a:cubicBezTo>
                  <a:pt x="73404" y="100784"/>
                  <a:pt x="73529" y="100684"/>
                  <a:pt x="73678" y="100635"/>
                </a:cubicBezTo>
                <a:lnTo>
                  <a:pt x="73877" y="100535"/>
                </a:lnTo>
                <a:close/>
                <a:moveTo>
                  <a:pt x="49135" y="96976"/>
                </a:moveTo>
                <a:cubicBezTo>
                  <a:pt x="48289" y="100510"/>
                  <a:pt x="46721" y="103920"/>
                  <a:pt x="44381" y="106882"/>
                </a:cubicBezTo>
                <a:cubicBezTo>
                  <a:pt x="44366" y="106911"/>
                  <a:pt x="44343" y="106923"/>
                  <a:pt x="44327" y="106923"/>
                </a:cubicBezTo>
                <a:cubicBezTo>
                  <a:pt x="44315" y="106923"/>
                  <a:pt x="44306" y="106917"/>
                  <a:pt x="44306" y="106907"/>
                </a:cubicBezTo>
                <a:cubicBezTo>
                  <a:pt x="46621" y="103920"/>
                  <a:pt x="48214" y="100485"/>
                  <a:pt x="49085" y="96976"/>
                </a:cubicBezTo>
                <a:close/>
                <a:moveTo>
                  <a:pt x="41519" y="105762"/>
                </a:moveTo>
                <a:cubicBezTo>
                  <a:pt x="41668" y="105862"/>
                  <a:pt x="41792" y="105936"/>
                  <a:pt x="41942" y="106036"/>
                </a:cubicBezTo>
                <a:lnTo>
                  <a:pt x="42141" y="106135"/>
                </a:lnTo>
                <a:cubicBezTo>
                  <a:pt x="42440" y="106310"/>
                  <a:pt x="42763" y="106484"/>
                  <a:pt x="43087" y="106633"/>
                </a:cubicBezTo>
                <a:cubicBezTo>
                  <a:pt x="43211" y="106683"/>
                  <a:pt x="43385" y="106758"/>
                  <a:pt x="43535" y="106807"/>
                </a:cubicBezTo>
                <a:lnTo>
                  <a:pt x="44008" y="107007"/>
                </a:lnTo>
                <a:lnTo>
                  <a:pt x="44008" y="107031"/>
                </a:lnTo>
                <a:cubicBezTo>
                  <a:pt x="43096" y="106684"/>
                  <a:pt x="42260" y="106261"/>
                  <a:pt x="41483" y="105762"/>
                </a:cubicBezTo>
                <a:close/>
                <a:moveTo>
                  <a:pt x="9011" y="104169"/>
                </a:moveTo>
                <a:lnTo>
                  <a:pt x="9011" y="104169"/>
                </a:lnTo>
                <a:cubicBezTo>
                  <a:pt x="9782" y="105065"/>
                  <a:pt x="10305" y="105613"/>
                  <a:pt x="10380" y="105662"/>
                </a:cubicBezTo>
                <a:lnTo>
                  <a:pt x="10405" y="105687"/>
                </a:lnTo>
                <a:lnTo>
                  <a:pt x="10678" y="105986"/>
                </a:lnTo>
                <a:cubicBezTo>
                  <a:pt x="10753" y="106036"/>
                  <a:pt x="10828" y="106135"/>
                  <a:pt x="10927" y="106185"/>
                </a:cubicBezTo>
                <a:cubicBezTo>
                  <a:pt x="11258" y="106516"/>
                  <a:pt x="11589" y="106827"/>
                  <a:pt x="11936" y="107153"/>
                </a:cubicBezTo>
                <a:lnTo>
                  <a:pt x="11936" y="107153"/>
                </a:lnTo>
                <a:cubicBezTo>
                  <a:pt x="11892" y="107121"/>
                  <a:pt x="11845" y="107091"/>
                  <a:pt x="11799" y="107056"/>
                </a:cubicBezTo>
                <a:cubicBezTo>
                  <a:pt x="11799" y="107056"/>
                  <a:pt x="11774" y="107031"/>
                  <a:pt x="11749" y="107031"/>
                </a:cubicBezTo>
                <a:lnTo>
                  <a:pt x="11599" y="106907"/>
                </a:lnTo>
                <a:cubicBezTo>
                  <a:pt x="11400" y="106708"/>
                  <a:pt x="11176" y="106534"/>
                  <a:pt x="10977" y="106310"/>
                </a:cubicBezTo>
                <a:cubicBezTo>
                  <a:pt x="10927" y="106260"/>
                  <a:pt x="10853" y="106235"/>
                  <a:pt x="10803" y="106160"/>
                </a:cubicBezTo>
                <a:cubicBezTo>
                  <a:pt x="10678" y="106036"/>
                  <a:pt x="10554" y="105911"/>
                  <a:pt x="10405" y="105787"/>
                </a:cubicBezTo>
                <a:cubicBezTo>
                  <a:pt x="10330" y="105737"/>
                  <a:pt x="10280" y="105662"/>
                  <a:pt x="10255" y="105613"/>
                </a:cubicBezTo>
                <a:cubicBezTo>
                  <a:pt x="10106" y="105488"/>
                  <a:pt x="10031" y="105364"/>
                  <a:pt x="9907" y="105239"/>
                </a:cubicBezTo>
                <a:cubicBezTo>
                  <a:pt x="9708" y="105040"/>
                  <a:pt x="9533" y="104816"/>
                  <a:pt x="9384" y="104642"/>
                </a:cubicBezTo>
                <a:lnTo>
                  <a:pt x="9285" y="104542"/>
                </a:lnTo>
                <a:lnTo>
                  <a:pt x="9011" y="104169"/>
                </a:lnTo>
                <a:close/>
                <a:moveTo>
                  <a:pt x="60685" y="96951"/>
                </a:moveTo>
                <a:lnTo>
                  <a:pt x="60685" y="96951"/>
                </a:lnTo>
                <a:cubicBezTo>
                  <a:pt x="60784" y="98345"/>
                  <a:pt x="60734" y="99714"/>
                  <a:pt x="60635" y="101083"/>
                </a:cubicBezTo>
                <a:cubicBezTo>
                  <a:pt x="56055" y="103696"/>
                  <a:pt x="51525" y="105911"/>
                  <a:pt x="47094" y="107654"/>
                </a:cubicBezTo>
                <a:cubicBezTo>
                  <a:pt x="46970" y="107629"/>
                  <a:pt x="46845" y="107604"/>
                  <a:pt x="46721" y="107604"/>
                </a:cubicBezTo>
                <a:cubicBezTo>
                  <a:pt x="46397" y="107529"/>
                  <a:pt x="46099" y="107480"/>
                  <a:pt x="45800" y="107405"/>
                </a:cubicBezTo>
                <a:lnTo>
                  <a:pt x="45153" y="107231"/>
                </a:lnTo>
                <a:cubicBezTo>
                  <a:pt x="44978" y="107156"/>
                  <a:pt x="44754" y="107106"/>
                  <a:pt x="44555" y="107031"/>
                </a:cubicBezTo>
                <a:cubicBezTo>
                  <a:pt x="46895" y="104045"/>
                  <a:pt x="48488" y="100610"/>
                  <a:pt x="49334" y="97125"/>
                </a:cubicBezTo>
                <a:cubicBezTo>
                  <a:pt x="50778" y="97623"/>
                  <a:pt x="52396" y="97872"/>
                  <a:pt x="54213" y="97872"/>
                </a:cubicBezTo>
                <a:cubicBezTo>
                  <a:pt x="56204" y="97872"/>
                  <a:pt x="58370" y="97573"/>
                  <a:pt x="60685" y="96951"/>
                </a:cubicBezTo>
                <a:close/>
                <a:moveTo>
                  <a:pt x="60560" y="101282"/>
                </a:moveTo>
                <a:lnTo>
                  <a:pt x="60560" y="101331"/>
                </a:lnTo>
                <a:cubicBezTo>
                  <a:pt x="56204" y="103895"/>
                  <a:pt x="51848" y="106036"/>
                  <a:pt x="47542" y="107728"/>
                </a:cubicBezTo>
                <a:lnTo>
                  <a:pt x="47418" y="107728"/>
                </a:lnTo>
                <a:cubicBezTo>
                  <a:pt x="51749" y="106036"/>
                  <a:pt x="56130" y="103895"/>
                  <a:pt x="60560" y="101282"/>
                </a:cubicBezTo>
                <a:close/>
                <a:moveTo>
                  <a:pt x="44381" y="107156"/>
                </a:moveTo>
                <a:cubicBezTo>
                  <a:pt x="44481" y="107181"/>
                  <a:pt x="44530" y="107231"/>
                  <a:pt x="44630" y="107256"/>
                </a:cubicBezTo>
                <a:cubicBezTo>
                  <a:pt x="44779" y="107305"/>
                  <a:pt x="44929" y="107355"/>
                  <a:pt x="45103" y="107405"/>
                </a:cubicBezTo>
                <a:lnTo>
                  <a:pt x="45750" y="107604"/>
                </a:lnTo>
                <a:lnTo>
                  <a:pt x="46223" y="107679"/>
                </a:lnTo>
                <a:cubicBezTo>
                  <a:pt x="46422" y="107728"/>
                  <a:pt x="46596" y="107753"/>
                  <a:pt x="46721" y="107778"/>
                </a:cubicBezTo>
                <a:cubicBezTo>
                  <a:pt x="46671" y="107778"/>
                  <a:pt x="46671" y="107778"/>
                  <a:pt x="46646" y="107803"/>
                </a:cubicBezTo>
                <a:cubicBezTo>
                  <a:pt x="45850" y="107654"/>
                  <a:pt x="45103" y="107480"/>
                  <a:pt x="44356" y="107181"/>
                </a:cubicBezTo>
                <a:lnTo>
                  <a:pt x="44381" y="107156"/>
                </a:lnTo>
                <a:close/>
                <a:moveTo>
                  <a:pt x="47163" y="107859"/>
                </a:moveTo>
                <a:cubicBezTo>
                  <a:pt x="47175" y="107859"/>
                  <a:pt x="47194" y="107865"/>
                  <a:pt x="47219" y="107878"/>
                </a:cubicBezTo>
                <a:cubicBezTo>
                  <a:pt x="47219" y="107878"/>
                  <a:pt x="47169" y="107878"/>
                  <a:pt x="47169" y="107903"/>
                </a:cubicBezTo>
                <a:cubicBezTo>
                  <a:pt x="47169" y="107903"/>
                  <a:pt x="47144" y="107903"/>
                  <a:pt x="47144" y="107928"/>
                </a:cubicBezTo>
                <a:cubicBezTo>
                  <a:pt x="47119" y="107928"/>
                  <a:pt x="47094" y="107903"/>
                  <a:pt x="47019" y="107903"/>
                </a:cubicBezTo>
                <a:lnTo>
                  <a:pt x="47094" y="107903"/>
                </a:lnTo>
                <a:cubicBezTo>
                  <a:pt x="47119" y="107903"/>
                  <a:pt x="47119" y="107903"/>
                  <a:pt x="47144" y="107878"/>
                </a:cubicBezTo>
                <a:cubicBezTo>
                  <a:pt x="47144" y="107865"/>
                  <a:pt x="47150" y="107859"/>
                  <a:pt x="47163" y="107859"/>
                </a:cubicBezTo>
                <a:close/>
                <a:moveTo>
                  <a:pt x="60535" y="101630"/>
                </a:moveTo>
                <a:lnTo>
                  <a:pt x="60535" y="101630"/>
                </a:lnTo>
                <a:cubicBezTo>
                  <a:pt x="60336" y="103422"/>
                  <a:pt x="59963" y="105165"/>
                  <a:pt x="59415" y="106758"/>
                </a:cubicBezTo>
                <a:cubicBezTo>
                  <a:pt x="57847" y="107131"/>
                  <a:pt x="56329" y="107480"/>
                  <a:pt x="54860" y="107679"/>
                </a:cubicBezTo>
                <a:lnTo>
                  <a:pt x="54810" y="107679"/>
                </a:lnTo>
                <a:cubicBezTo>
                  <a:pt x="54736" y="107679"/>
                  <a:pt x="54686" y="107728"/>
                  <a:pt x="54586" y="107728"/>
                </a:cubicBezTo>
                <a:cubicBezTo>
                  <a:pt x="54238" y="107753"/>
                  <a:pt x="53939" y="107803"/>
                  <a:pt x="53591" y="107853"/>
                </a:cubicBezTo>
                <a:cubicBezTo>
                  <a:pt x="53342" y="107878"/>
                  <a:pt x="53118" y="107878"/>
                  <a:pt x="52894" y="107903"/>
                </a:cubicBezTo>
                <a:cubicBezTo>
                  <a:pt x="52819" y="107903"/>
                  <a:pt x="52720" y="107903"/>
                  <a:pt x="52620" y="107928"/>
                </a:cubicBezTo>
                <a:cubicBezTo>
                  <a:pt x="52496" y="107928"/>
                  <a:pt x="52371" y="107977"/>
                  <a:pt x="52247" y="107977"/>
                </a:cubicBezTo>
                <a:cubicBezTo>
                  <a:pt x="51973" y="107977"/>
                  <a:pt x="51649" y="108002"/>
                  <a:pt x="51375" y="108002"/>
                </a:cubicBezTo>
                <a:lnTo>
                  <a:pt x="50853" y="108002"/>
                </a:lnTo>
                <a:cubicBezTo>
                  <a:pt x="50280" y="108002"/>
                  <a:pt x="49733" y="107977"/>
                  <a:pt x="49160" y="107928"/>
                </a:cubicBezTo>
                <a:lnTo>
                  <a:pt x="49135" y="107928"/>
                </a:lnTo>
                <a:cubicBezTo>
                  <a:pt x="49011" y="107928"/>
                  <a:pt x="48886" y="107903"/>
                  <a:pt x="48762" y="107903"/>
                </a:cubicBezTo>
                <a:cubicBezTo>
                  <a:pt x="48662" y="107903"/>
                  <a:pt x="48588" y="107878"/>
                  <a:pt x="48488" y="107878"/>
                </a:cubicBezTo>
                <a:cubicBezTo>
                  <a:pt x="48289" y="107853"/>
                  <a:pt x="48140" y="107853"/>
                  <a:pt x="47965" y="107803"/>
                </a:cubicBezTo>
                <a:cubicBezTo>
                  <a:pt x="52072" y="106160"/>
                  <a:pt x="56254" y="104119"/>
                  <a:pt x="60535" y="101630"/>
                </a:cubicBezTo>
                <a:close/>
                <a:moveTo>
                  <a:pt x="59316" y="106957"/>
                </a:moveTo>
                <a:lnTo>
                  <a:pt x="59316" y="107007"/>
                </a:lnTo>
                <a:lnTo>
                  <a:pt x="59316" y="107031"/>
                </a:lnTo>
                <a:cubicBezTo>
                  <a:pt x="58594" y="107206"/>
                  <a:pt x="57847" y="107405"/>
                  <a:pt x="57125" y="107554"/>
                </a:cubicBezTo>
                <a:cubicBezTo>
                  <a:pt x="57001" y="107579"/>
                  <a:pt x="56876" y="107579"/>
                  <a:pt x="56752" y="107629"/>
                </a:cubicBezTo>
                <a:cubicBezTo>
                  <a:pt x="56155" y="107753"/>
                  <a:pt x="55582" y="107828"/>
                  <a:pt x="54985" y="107928"/>
                </a:cubicBezTo>
                <a:cubicBezTo>
                  <a:pt x="54960" y="107928"/>
                  <a:pt x="54910" y="107928"/>
                  <a:pt x="54860" y="107952"/>
                </a:cubicBezTo>
                <a:cubicBezTo>
                  <a:pt x="54761" y="107952"/>
                  <a:pt x="54661" y="108002"/>
                  <a:pt x="54611" y="108002"/>
                </a:cubicBezTo>
                <a:cubicBezTo>
                  <a:pt x="54263" y="108027"/>
                  <a:pt x="53914" y="108077"/>
                  <a:pt x="53616" y="108127"/>
                </a:cubicBezTo>
                <a:cubicBezTo>
                  <a:pt x="53367" y="108152"/>
                  <a:pt x="53143" y="108152"/>
                  <a:pt x="52894" y="108176"/>
                </a:cubicBezTo>
                <a:cubicBezTo>
                  <a:pt x="52844" y="108176"/>
                  <a:pt x="52744" y="108176"/>
                  <a:pt x="52670" y="108201"/>
                </a:cubicBezTo>
                <a:cubicBezTo>
                  <a:pt x="52520" y="108201"/>
                  <a:pt x="52371" y="108251"/>
                  <a:pt x="52247" y="108251"/>
                </a:cubicBezTo>
                <a:cubicBezTo>
                  <a:pt x="51774" y="108276"/>
                  <a:pt x="51301" y="108276"/>
                  <a:pt x="50853" y="108276"/>
                </a:cubicBezTo>
                <a:lnTo>
                  <a:pt x="50430" y="108276"/>
                </a:lnTo>
                <a:cubicBezTo>
                  <a:pt x="49982" y="108276"/>
                  <a:pt x="49509" y="108251"/>
                  <a:pt x="49061" y="108226"/>
                </a:cubicBezTo>
                <a:cubicBezTo>
                  <a:pt x="48986" y="108226"/>
                  <a:pt x="48911" y="108226"/>
                  <a:pt x="48812" y="108176"/>
                </a:cubicBezTo>
                <a:cubicBezTo>
                  <a:pt x="48538" y="108152"/>
                  <a:pt x="48289" y="108127"/>
                  <a:pt x="48015" y="108077"/>
                </a:cubicBezTo>
                <a:cubicBezTo>
                  <a:pt x="47816" y="108052"/>
                  <a:pt x="47642" y="108052"/>
                  <a:pt x="47492" y="108027"/>
                </a:cubicBezTo>
                <a:cubicBezTo>
                  <a:pt x="47517" y="107977"/>
                  <a:pt x="47517" y="107977"/>
                  <a:pt x="47542" y="107928"/>
                </a:cubicBezTo>
                <a:cubicBezTo>
                  <a:pt x="47592" y="107928"/>
                  <a:pt x="47592" y="107928"/>
                  <a:pt x="47617" y="107903"/>
                </a:cubicBezTo>
                <a:lnTo>
                  <a:pt x="47716" y="107903"/>
                </a:lnTo>
                <a:cubicBezTo>
                  <a:pt x="48090" y="107952"/>
                  <a:pt x="48463" y="108002"/>
                  <a:pt x="48837" y="108027"/>
                </a:cubicBezTo>
                <a:cubicBezTo>
                  <a:pt x="48911" y="108027"/>
                  <a:pt x="48986" y="108052"/>
                  <a:pt x="49036" y="108052"/>
                </a:cubicBezTo>
                <a:lnTo>
                  <a:pt x="49235" y="108052"/>
                </a:lnTo>
                <a:cubicBezTo>
                  <a:pt x="49758" y="108102"/>
                  <a:pt x="50280" y="108127"/>
                  <a:pt x="50803" y="108127"/>
                </a:cubicBezTo>
                <a:cubicBezTo>
                  <a:pt x="51276" y="108127"/>
                  <a:pt x="51749" y="108077"/>
                  <a:pt x="52222" y="108077"/>
                </a:cubicBezTo>
                <a:lnTo>
                  <a:pt x="52247" y="108077"/>
                </a:lnTo>
                <a:cubicBezTo>
                  <a:pt x="52346" y="108077"/>
                  <a:pt x="52471" y="108077"/>
                  <a:pt x="52545" y="108052"/>
                </a:cubicBezTo>
                <a:cubicBezTo>
                  <a:pt x="52645" y="108052"/>
                  <a:pt x="52744" y="108052"/>
                  <a:pt x="52844" y="108027"/>
                </a:cubicBezTo>
                <a:lnTo>
                  <a:pt x="52968" y="108027"/>
                </a:lnTo>
                <a:cubicBezTo>
                  <a:pt x="53168" y="108002"/>
                  <a:pt x="53367" y="108002"/>
                  <a:pt x="53591" y="107952"/>
                </a:cubicBezTo>
                <a:lnTo>
                  <a:pt x="53616" y="107952"/>
                </a:lnTo>
                <a:cubicBezTo>
                  <a:pt x="53765" y="107928"/>
                  <a:pt x="53964" y="107928"/>
                  <a:pt x="54113" y="107903"/>
                </a:cubicBezTo>
                <a:cubicBezTo>
                  <a:pt x="54238" y="107878"/>
                  <a:pt x="54387" y="107878"/>
                  <a:pt x="54512" y="107828"/>
                </a:cubicBezTo>
                <a:lnTo>
                  <a:pt x="54636" y="107828"/>
                </a:lnTo>
                <a:cubicBezTo>
                  <a:pt x="54711" y="107828"/>
                  <a:pt x="54810" y="107803"/>
                  <a:pt x="54860" y="107803"/>
                </a:cubicBezTo>
                <a:lnTo>
                  <a:pt x="55607" y="107704"/>
                </a:lnTo>
                <a:lnTo>
                  <a:pt x="55657" y="107704"/>
                </a:lnTo>
                <a:cubicBezTo>
                  <a:pt x="55731" y="107704"/>
                  <a:pt x="55781" y="107679"/>
                  <a:pt x="55856" y="107679"/>
                </a:cubicBezTo>
                <a:cubicBezTo>
                  <a:pt x="56329" y="107579"/>
                  <a:pt x="56777" y="107529"/>
                  <a:pt x="57250" y="107430"/>
                </a:cubicBezTo>
                <a:cubicBezTo>
                  <a:pt x="57349" y="107405"/>
                  <a:pt x="57474" y="107380"/>
                  <a:pt x="57573" y="107380"/>
                </a:cubicBezTo>
                <a:cubicBezTo>
                  <a:pt x="57648" y="107330"/>
                  <a:pt x="57772" y="107305"/>
                  <a:pt x="57872" y="107305"/>
                </a:cubicBezTo>
                <a:cubicBezTo>
                  <a:pt x="57947" y="107305"/>
                  <a:pt x="57972" y="107280"/>
                  <a:pt x="58021" y="107280"/>
                </a:cubicBezTo>
                <a:cubicBezTo>
                  <a:pt x="58345" y="107206"/>
                  <a:pt x="58619" y="107156"/>
                  <a:pt x="58942" y="107056"/>
                </a:cubicBezTo>
                <a:lnTo>
                  <a:pt x="59316" y="106957"/>
                </a:lnTo>
                <a:close/>
                <a:moveTo>
                  <a:pt x="44232" y="107380"/>
                </a:moveTo>
                <a:cubicBezTo>
                  <a:pt x="44257" y="107380"/>
                  <a:pt x="44281" y="107405"/>
                  <a:pt x="44306" y="107405"/>
                </a:cubicBezTo>
                <a:cubicBezTo>
                  <a:pt x="44381" y="107430"/>
                  <a:pt x="44431" y="107430"/>
                  <a:pt x="44505" y="107480"/>
                </a:cubicBezTo>
                <a:cubicBezTo>
                  <a:pt x="44879" y="107604"/>
                  <a:pt x="45252" y="107679"/>
                  <a:pt x="45626" y="107778"/>
                </a:cubicBezTo>
                <a:cubicBezTo>
                  <a:pt x="45725" y="107803"/>
                  <a:pt x="45850" y="107853"/>
                  <a:pt x="45924" y="107853"/>
                </a:cubicBezTo>
                <a:cubicBezTo>
                  <a:pt x="46024" y="107878"/>
                  <a:pt x="46148" y="107903"/>
                  <a:pt x="46248" y="107928"/>
                </a:cubicBezTo>
                <a:cubicBezTo>
                  <a:pt x="45003" y="108400"/>
                  <a:pt x="43759" y="108799"/>
                  <a:pt x="42539" y="109172"/>
                </a:cubicBezTo>
                <a:cubicBezTo>
                  <a:pt x="43161" y="108625"/>
                  <a:pt x="43734" y="108027"/>
                  <a:pt x="44232" y="107380"/>
                </a:cubicBezTo>
                <a:close/>
                <a:moveTo>
                  <a:pt x="43983" y="107280"/>
                </a:moveTo>
                <a:cubicBezTo>
                  <a:pt x="44008" y="107280"/>
                  <a:pt x="44008" y="107305"/>
                  <a:pt x="44033" y="107305"/>
                </a:cubicBezTo>
                <a:cubicBezTo>
                  <a:pt x="43435" y="108027"/>
                  <a:pt x="42813" y="108724"/>
                  <a:pt x="42191" y="109346"/>
                </a:cubicBezTo>
                <a:cubicBezTo>
                  <a:pt x="42166" y="109346"/>
                  <a:pt x="42091" y="109371"/>
                  <a:pt x="42066" y="109371"/>
                </a:cubicBezTo>
                <a:cubicBezTo>
                  <a:pt x="42738" y="108724"/>
                  <a:pt x="43385" y="108027"/>
                  <a:pt x="43983" y="107280"/>
                </a:cubicBezTo>
                <a:close/>
                <a:moveTo>
                  <a:pt x="46621" y="108027"/>
                </a:moveTo>
                <a:cubicBezTo>
                  <a:pt x="46646" y="108027"/>
                  <a:pt x="46671" y="108027"/>
                  <a:pt x="46721" y="108052"/>
                </a:cubicBezTo>
                <a:cubicBezTo>
                  <a:pt x="45178" y="108649"/>
                  <a:pt x="43659" y="109147"/>
                  <a:pt x="42166" y="109620"/>
                </a:cubicBezTo>
                <a:cubicBezTo>
                  <a:pt x="42240" y="109595"/>
                  <a:pt x="42240" y="109545"/>
                  <a:pt x="42265" y="109521"/>
                </a:cubicBezTo>
                <a:cubicBezTo>
                  <a:pt x="43684" y="109097"/>
                  <a:pt x="45153" y="108600"/>
                  <a:pt x="46621" y="108027"/>
                </a:cubicBezTo>
                <a:close/>
                <a:moveTo>
                  <a:pt x="5924" y="97424"/>
                </a:moveTo>
                <a:lnTo>
                  <a:pt x="5949" y="97448"/>
                </a:lnTo>
                <a:cubicBezTo>
                  <a:pt x="6074" y="97548"/>
                  <a:pt x="6173" y="97672"/>
                  <a:pt x="6298" y="97772"/>
                </a:cubicBezTo>
                <a:cubicBezTo>
                  <a:pt x="6422" y="97897"/>
                  <a:pt x="6547" y="97971"/>
                  <a:pt x="6671" y="98096"/>
                </a:cubicBezTo>
                <a:cubicBezTo>
                  <a:pt x="6795" y="98220"/>
                  <a:pt x="6945" y="98320"/>
                  <a:pt x="7069" y="98419"/>
                </a:cubicBezTo>
                <a:cubicBezTo>
                  <a:pt x="7194" y="98519"/>
                  <a:pt x="7318" y="98593"/>
                  <a:pt x="7418" y="98693"/>
                </a:cubicBezTo>
                <a:cubicBezTo>
                  <a:pt x="7567" y="98817"/>
                  <a:pt x="7716" y="98917"/>
                  <a:pt x="7866" y="99041"/>
                </a:cubicBezTo>
                <a:cubicBezTo>
                  <a:pt x="7965" y="99091"/>
                  <a:pt x="8090" y="99191"/>
                  <a:pt x="8189" y="99266"/>
                </a:cubicBezTo>
                <a:cubicBezTo>
                  <a:pt x="8364" y="99390"/>
                  <a:pt x="8563" y="99514"/>
                  <a:pt x="8737" y="99589"/>
                </a:cubicBezTo>
                <a:cubicBezTo>
                  <a:pt x="8837" y="99664"/>
                  <a:pt x="8936" y="99714"/>
                  <a:pt x="9036" y="99763"/>
                </a:cubicBezTo>
                <a:cubicBezTo>
                  <a:pt x="9210" y="99888"/>
                  <a:pt x="9434" y="100012"/>
                  <a:pt x="9658" y="100087"/>
                </a:cubicBezTo>
                <a:cubicBezTo>
                  <a:pt x="9708" y="100137"/>
                  <a:pt x="9807" y="100186"/>
                  <a:pt x="9907" y="100211"/>
                </a:cubicBezTo>
                <a:cubicBezTo>
                  <a:pt x="10106" y="100336"/>
                  <a:pt x="10330" y="100435"/>
                  <a:pt x="10579" y="100560"/>
                </a:cubicBezTo>
                <a:cubicBezTo>
                  <a:pt x="10654" y="100585"/>
                  <a:pt x="10703" y="100635"/>
                  <a:pt x="10803" y="100659"/>
                </a:cubicBezTo>
                <a:cubicBezTo>
                  <a:pt x="11052" y="100784"/>
                  <a:pt x="11301" y="100883"/>
                  <a:pt x="11525" y="101008"/>
                </a:cubicBezTo>
                <a:cubicBezTo>
                  <a:pt x="11575" y="101033"/>
                  <a:pt x="11649" y="101058"/>
                  <a:pt x="11699" y="101058"/>
                </a:cubicBezTo>
                <a:cubicBezTo>
                  <a:pt x="11948" y="101157"/>
                  <a:pt x="12197" y="101282"/>
                  <a:pt x="12471" y="101381"/>
                </a:cubicBezTo>
                <a:cubicBezTo>
                  <a:pt x="12545" y="101406"/>
                  <a:pt x="12595" y="101406"/>
                  <a:pt x="12645" y="101431"/>
                </a:cubicBezTo>
                <a:cubicBezTo>
                  <a:pt x="12695" y="101456"/>
                  <a:pt x="12769" y="101456"/>
                  <a:pt x="12819" y="101506"/>
                </a:cubicBezTo>
                <a:cubicBezTo>
                  <a:pt x="13541" y="104567"/>
                  <a:pt x="14910" y="107405"/>
                  <a:pt x="16926" y="109745"/>
                </a:cubicBezTo>
                <a:cubicBezTo>
                  <a:pt x="16777" y="109670"/>
                  <a:pt x="16578" y="109620"/>
                  <a:pt x="16428" y="109545"/>
                </a:cubicBezTo>
                <a:cubicBezTo>
                  <a:pt x="16105" y="109396"/>
                  <a:pt x="15756" y="109247"/>
                  <a:pt x="15408" y="109048"/>
                </a:cubicBezTo>
                <a:cubicBezTo>
                  <a:pt x="15234" y="108973"/>
                  <a:pt x="15059" y="108898"/>
                  <a:pt x="14885" y="108799"/>
                </a:cubicBezTo>
                <a:lnTo>
                  <a:pt x="13939" y="108251"/>
                </a:lnTo>
                <a:cubicBezTo>
                  <a:pt x="13790" y="108152"/>
                  <a:pt x="13616" y="108052"/>
                  <a:pt x="13441" y="107928"/>
                </a:cubicBezTo>
                <a:cubicBezTo>
                  <a:pt x="13168" y="107778"/>
                  <a:pt x="12894" y="107554"/>
                  <a:pt x="12620" y="107355"/>
                </a:cubicBezTo>
                <a:lnTo>
                  <a:pt x="12147" y="106982"/>
                </a:lnTo>
                <a:cubicBezTo>
                  <a:pt x="11898" y="106758"/>
                  <a:pt x="11649" y="106534"/>
                  <a:pt x="11375" y="106310"/>
                </a:cubicBezTo>
                <a:cubicBezTo>
                  <a:pt x="11201" y="106185"/>
                  <a:pt x="11052" y="106036"/>
                  <a:pt x="10927" y="105911"/>
                </a:cubicBezTo>
                <a:lnTo>
                  <a:pt x="10878" y="105862"/>
                </a:lnTo>
                <a:cubicBezTo>
                  <a:pt x="10654" y="105638"/>
                  <a:pt x="10430" y="105414"/>
                  <a:pt x="10206" y="105165"/>
                </a:cubicBezTo>
                <a:cubicBezTo>
                  <a:pt x="10056" y="105015"/>
                  <a:pt x="9907" y="104816"/>
                  <a:pt x="9757" y="104667"/>
                </a:cubicBezTo>
                <a:cubicBezTo>
                  <a:pt x="9558" y="104418"/>
                  <a:pt x="9334" y="104169"/>
                  <a:pt x="9160" y="103945"/>
                </a:cubicBezTo>
                <a:cubicBezTo>
                  <a:pt x="9011" y="103771"/>
                  <a:pt x="8837" y="103547"/>
                  <a:pt x="8712" y="103373"/>
                </a:cubicBezTo>
                <a:cubicBezTo>
                  <a:pt x="8563" y="103124"/>
                  <a:pt x="8388" y="102875"/>
                  <a:pt x="8214" y="102626"/>
                </a:cubicBezTo>
                <a:cubicBezTo>
                  <a:pt x="8065" y="102402"/>
                  <a:pt x="7940" y="102178"/>
                  <a:pt x="7816" y="101929"/>
                </a:cubicBezTo>
                <a:cubicBezTo>
                  <a:pt x="7667" y="101680"/>
                  <a:pt x="7542" y="101431"/>
                  <a:pt x="7418" y="101157"/>
                </a:cubicBezTo>
                <a:cubicBezTo>
                  <a:pt x="7293" y="100908"/>
                  <a:pt x="7169" y="100659"/>
                  <a:pt x="7044" y="100386"/>
                </a:cubicBezTo>
                <a:cubicBezTo>
                  <a:pt x="6920" y="100137"/>
                  <a:pt x="6820" y="99838"/>
                  <a:pt x="6696" y="99564"/>
                </a:cubicBezTo>
                <a:cubicBezTo>
                  <a:pt x="6571" y="99290"/>
                  <a:pt x="6472" y="99017"/>
                  <a:pt x="6347" y="98718"/>
                </a:cubicBezTo>
                <a:lnTo>
                  <a:pt x="6074" y="97897"/>
                </a:lnTo>
                <a:cubicBezTo>
                  <a:pt x="6024" y="97722"/>
                  <a:pt x="5974" y="97573"/>
                  <a:pt x="5924" y="97424"/>
                </a:cubicBezTo>
                <a:close/>
                <a:moveTo>
                  <a:pt x="41892" y="109645"/>
                </a:moveTo>
                <a:lnTo>
                  <a:pt x="41792" y="109745"/>
                </a:lnTo>
                <a:cubicBezTo>
                  <a:pt x="41743" y="109745"/>
                  <a:pt x="41693" y="109770"/>
                  <a:pt x="41643" y="109770"/>
                </a:cubicBezTo>
                <a:lnTo>
                  <a:pt x="41743" y="109670"/>
                </a:lnTo>
                <a:cubicBezTo>
                  <a:pt x="41792" y="109670"/>
                  <a:pt x="41817" y="109645"/>
                  <a:pt x="41892" y="109645"/>
                </a:cubicBezTo>
                <a:close/>
                <a:moveTo>
                  <a:pt x="36665" y="100635"/>
                </a:moveTo>
                <a:lnTo>
                  <a:pt x="36939" y="101182"/>
                </a:lnTo>
                <a:cubicBezTo>
                  <a:pt x="36963" y="101207"/>
                  <a:pt x="36963" y="101257"/>
                  <a:pt x="37013" y="101282"/>
                </a:cubicBezTo>
                <a:cubicBezTo>
                  <a:pt x="37038" y="101331"/>
                  <a:pt x="37063" y="101406"/>
                  <a:pt x="37138" y="101506"/>
                </a:cubicBezTo>
                <a:cubicBezTo>
                  <a:pt x="37212" y="101655"/>
                  <a:pt x="37312" y="101829"/>
                  <a:pt x="37436" y="102004"/>
                </a:cubicBezTo>
                <a:cubicBezTo>
                  <a:pt x="37436" y="102028"/>
                  <a:pt x="37461" y="102028"/>
                  <a:pt x="37461" y="102053"/>
                </a:cubicBezTo>
                <a:cubicBezTo>
                  <a:pt x="37511" y="102128"/>
                  <a:pt x="37536" y="102178"/>
                  <a:pt x="37561" y="102203"/>
                </a:cubicBezTo>
                <a:cubicBezTo>
                  <a:pt x="37586" y="102277"/>
                  <a:pt x="37636" y="102327"/>
                  <a:pt x="37685" y="102402"/>
                </a:cubicBezTo>
                <a:cubicBezTo>
                  <a:pt x="37909" y="102700"/>
                  <a:pt x="38084" y="102999"/>
                  <a:pt x="38332" y="103273"/>
                </a:cubicBezTo>
                <a:cubicBezTo>
                  <a:pt x="38382" y="103323"/>
                  <a:pt x="38432" y="103373"/>
                  <a:pt x="38457" y="103397"/>
                </a:cubicBezTo>
                <a:cubicBezTo>
                  <a:pt x="38581" y="103547"/>
                  <a:pt x="38756" y="103696"/>
                  <a:pt x="38880" y="103870"/>
                </a:cubicBezTo>
                <a:lnTo>
                  <a:pt x="38955" y="103945"/>
                </a:lnTo>
                <a:cubicBezTo>
                  <a:pt x="39005" y="103995"/>
                  <a:pt x="39029" y="104020"/>
                  <a:pt x="39029" y="104045"/>
                </a:cubicBezTo>
                <a:lnTo>
                  <a:pt x="39278" y="104293"/>
                </a:lnTo>
                <a:cubicBezTo>
                  <a:pt x="39428" y="104443"/>
                  <a:pt x="39627" y="104617"/>
                  <a:pt x="39801" y="104766"/>
                </a:cubicBezTo>
                <a:cubicBezTo>
                  <a:pt x="39901" y="104866"/>
                  <a:pt x="40000" y="104941"/>
                  <a:pt x="40125" y="105015"/>
                </a:cubicBezTo>
                <a:cubicBezTo>
                  <a:pt x="40299" y="105165"/>
                  <a:pt x="40498" y="105314"/>
                  <a:pt x="40697" y="105438"/>
                </a:cubicBezTo>
                <a:cubicBezTo>
                  <a:pt x="40822" y="105538"/>
                  <a:pt x="40996" y="105638"/>
                  <a:pt x="41145" y="105762"/>
                </a:cubicBezTo>
                <a:cubicBezTo>
                  <a:pt x="41369" y="105911"/>
                  <a:pt x="41568" y="106036"/>
                  <a:pt x="41817" y="106185"/>
                </a:cubicBezTo>
                <a:cubicBezTo>
                  <a:pt x="41991" y="106285"/>
                  <a:pt x="42166" y="106384"/>
                  <a:pt x="42315" y="106484"/>
                </a:cubicBezTo>
                <a:cubicBezTo>
                  <a:pt x="42489" y="106534"/>
                  <a:pt x="42614" y="106633"/>
                  <a:pt x="42763" y="106683"/>
                </a:cubicBezTo>
                <a:cubicBezTo>
                  <a:pt x="42937" y="106783"/>
                  <a:pt x="43136" y="106882"/>
                  <a:pt x="43311" y="106932"/>
                </a:cubicBezTo>
                <a:cubicBezTo>
                  <a:pt x="43435" y="107007"/>
                  <a:pt x="43560" y="107031"/>
                  <a:pt x="43734" y="107106"/>
                </a:cubicBezTo>
                <a:cubicBezTo>
                  <a:pt x="43759" y="107131"/>
                  <a:pt x="43809" y="107131"/>
                  <a:pt x="43858" y="107156"/>
                </a:cubicBezTo>
                <a:cubicBezTo>
                  <a:pt x="43136" y="108027"/>
                  <a:pt x="42415" y="108774"/>
                  <a:pt x="41668" y="109496"/>
                </a:cubicBezTo>
                <a:cubicBezTo>
                  <a:pt x="41295" y="109620"/>
                  <a:pt x="40921" y="109720"/>
                  <a:pt x="40548" y="109794"/>
                </a:cubicBezTo>
                <a:cubicBezTo>
                  <a:pt x="38283" y="107405"/>
                  <a:pt x="36416" y="104393"/>
                  <a:pt x="35047" y="101083"/>
                </a:cubicBezTo>
                <a:cubicBezTo>
                  <a:pt x="35570" y="100933"/>
                  <a:pt x="36092" y="100784"/>
                  <a:pt x="36665" y="100635"/>
                </a:cubicBezTo>
                <a:close/>
                <a:moveTo>
                  <a:pt x="34848" y="101157"/>
                </a:moveTo>
                <a:cubicBezTo>
                  <a:pt x="36217" y="104443"/>
                  <a:pt x="38059" y="107480"/>
                  <a:pt x="40349" y="109869"/>
                </a:cubicBezTo>
                <a:cubicBezTo>
                  <a:pt x="40324" y="109869"/>
                  <a:pt x="40324" y="109869"/>
                  <a:pt x="40299" y="109894"/>
                </a:cubicBezTo>
                <a:cubicBezTo>
                  <a:pt x="38034" y="107480"/>
                  <a:pt x="36167" y="104443"/>
                  <a:pt x="34798" y="101182"/>
                </a:cubicBezTo>
                <a:cubicBezTo>
                  <a:pt x="34823" y="101182"/>
                  <a:pt x="34823" y="101182"/>
                  <a:pt x="34848" y="101157"/>
                </a:cubicBezTo>
                <a:close/>
                <a:moveTo>
                  <a:pt x="13043" y="101630"/>
                </a:moveTo>
                <a:lnTo>
                  <a:pt x="13043" y="101630"/>
                </a:lnTo>
                <a:cubicBezTo>
                  <a:pt x="13068" y="101655"/>
                  <a:pt x="13118" y="101655"/>
                  <a:pt x="13118" y="101655"/>
                </a:cubicBezTo>
                <a:cubicBezTo>
                  <a:pt x="13889" y="104791"/>
                  <a:pt x="15308" y="107679"/>
                  <a:pt x="17474" y="110018"/>
                </a:cubicBezTo>
                <a:cubicBezTo>
                  <a:pt x="17424" y="109994"/>
                  <a:pt x="17374" y="109994"/>
                  <a:pt x="17349" y="109969"/>
                </a:cubicBezTo>
                <a:cubicBezTo>
                  <a:pt x="15234" y="107629"/>
                  <a:pt x="13815" y="104766"/>
                  <a:pt x="13043" y="101630"/>
                </a:cubicBezTo>
                <a:close/>
                <a:moveTo>
                  <a:pt x="41319" y="109794"/>
                </a:moveTo>
                <a:lnTo>
                  <a:pt x="41245" y="109894"/>
                </a:lnTo>
                <a:cubicBezTo>
                  <a:pt x="41071" y="109919"/>
                  <a:pt x="40921" y="109969"/>
                  <a:pt x="40747" y="110018"/>
                </a:cubicBezTo>
                <a:lnTo>
                  <a:pt x="40697" y="109994"/>
                </a:lnTo>
                <a:cubicBezTo>
                  <a:pt x="40921" y="109919"/>
                  <a:pt x="41120" y="109869"/>
                  <a:pt x="41319" y="109794"/>
                </a:cubicBezTo>
                <a:close/>
                <a:moveTo>
                  <a:pt x="13317" y="108102"/>
                </a:moveTo>
                <a:lnTo>
                  <a:pt x="13317" y="108102"/>
                </a:lnTo>
                <a:cubicBezTo>
                  <a:pt x="13416" y="108152"/>
                  <a:pt x="13516" y="108226"/>
                  <a:pt x="13616" y="108251"/>
                </a:cubicBezTo>
                <a:cubicBezTo>
                  <a:pt x="13989" y="108500"/>
                  <a:pt x="14362" y="108724"/>
                  <a:pt x="14736" y="108923"/>
                </a:cubicBezTo>
                <a:cubicBezTo>
                  <a:pt x="14810" y="108998"/>
                  <a:pt x="14935" y="109023"/>
                  <a:pt x="15034" y="109097"/>
                </a:cubicBezTo>
                <a:cubicBezTo>
                  <a:pt x="15433" y="109297"/>
                  <a:pt x="15856" y="109521"/>
                  <a:pt x="16279" y="109720"/>
                </a:cubicBezTo>
                <a:cubicBezTo>
                  <a:pt x="16379" y="109770"/>
                  <a:pt x="16503" y="109794"/>
                  <a:pt x="16627" y="109844"/>
                </a:cubicBezTo>
                <a:cubicBezTo>
                  <a:pt x="16802" y="109919"/>
                  <a:pt x="17026" y="109994"/>
                  <a:pt x="17250" y="110093"/>
                </a:cubicBezTo>
                <a:cubicBezTo>
                  <a:pt x="17275" y="110168"/>
                  <a:pt x="17299" y="110218"/>
                  <a:pt x="17349" y="110242"/>
                </a:cubicBezTo>
                <a:lnTo>
                  <a:pt x="16403" y="109869"/>
                </a:lnTo>
                <a:cubicBezTo>
                  <a:pt x="16304" y="109844"/>
                  <a:pt x="16229" y="109794"/>
                  <a:pt x="16130" y="109745"/>
                </a:cubicBezTo>
                <a:cubicBezTo>
                  <a:pt x="15731" y="109545"/>
                  <a:pt x="15308" y="109346"/>
                  <a:pt x="14910" y="109122"/>
                </a:cubicBezTo>
                <a:cubicBezTo>
                  <a:pt x="14785" y="109048"/>
                  <a:pt x="14661" y="108998"/>
                  <a:pt x="14561" y="108923"/>
                </a:cubicBezTo>
                <a:cubicBezTo>
                  <a:pt x="14263" y="108774"/>
                  <a:pt x="14014" y="108600"/>
                  <a:pt x="13690" y="108400"/>
                </a:cubicBezTo>
                <a:cubicBezTo>
                  <a:pt x="13566" y="108301"/>
                  <a:pt x="13441" y="108176"/>
                  <a:pt x="13317" y="108102"/>
                </a:cubicBezTo>
                <a:close/>
                <a:moveTo>
                  <a:pt x="40697" y="110218"/>
                </a:moveTo>
                <a:cubicBezTo>
                  <a:pt x="40747" y="110242"/>
                  <a:pt x="40747" y="110267"/>
                  <a:pt x="40772" y="110292"/>
                </a:cubicBezTo>
                <a:lnTo>
                  <a:pt x="40747" y="110342"/>
                </a:lnTo>
                <a:lnTo>
                  <a:pt x="40647" y="110242"/>
                </a:lnTo>
                <a:cubicBezTo>
                  <a:pt x="40672" y="110242"/>
                  <a:pt x="40672" y="110242"/>
                  <a:pt x="40697" y="110218"/>
                </a:cubicBezTo>
                <a:close/>
                <a:moveTo>
                  <a:pt x="41494" y="110018"/>
                </a:moveTo>
                <a:cubicBezTo>
                  <a:pt x="41369" y="110143"/>
                  <a:pt x="41245" y="110242"/>
                  <a:pt x="41120" y="110367"/>
                </a:cubicBezTo>
                <a:lnTo>
                  <a:pt x="41046" y="110292"/>
                </a:lnTo>
                <a:cubicBezTo>
                  <a:pt x="41145" y="110218"/>
                  <a:pt x="41245" y="110143"/>
                  <a:pt x="41319" y="110043"/>
                </a:cubicBezTo>
                <a:cubicBezTo>
                  <a:pt x="41394" y="110043"/>
                  <a:pt x="41419" y="110018"/>
                  <a:pt x="41494" y="110018"/>
                </a:cubicBezTo>
                <a:close/>
                <a:moveTo>
                  <a:pt x="17822" y="110392"/>
                </a:moveTo>
                <a:cubicBezTo>
                  <a:pt x="17847" y="110417"/>
                  <a:pt x="17872" y="110417"/>
                  <a:pt x="17872" y="110466"/>
                </a:cubicBezTo>
                <a:cubicBezTo>
                  <a:pt x="17847" y="110466"/>
                  <a:pt x="17797" y="110466"/>
                  <a:pt x="17797" y="110417"/>
                </a:cubicBezTo>
                <a:lnTo>
                  <a:pt x="17822" y="110392"/>
                </a:lnTo>
                <a:close/>
                <a:moveTo>
                  <a:pt x="40896" y="110417"/>
                </a:moveTo>
                <a:cubicBezTo>
                  <a:pt x="40921" y="110417"/>
                  <a:pt x="40921" y="110466"/>
                  <a:pt x="40946" y="110466"/>
                </a:cubicBezTo>
                <a:lnTo>
                  <a:pt x="40921" y="110491"/>
                </a:lnTo>
                <a:cubicBezTo>
                  <a:pt x="40896" y="110491"/>
                  <a:pt x="40896" y="110466"/>
                  <a:pt x="40871" y="110466"/>
                </a:cubicBezTo>
                <a:lnTo>
                  <a:pt x="40896" y="110417"/>
                </a:lnTo>
                <a:close/>
                <a:moveTo>
                  <a:pt x="13292" y="101730"/>
                </a:moveTo>
                <a:cubicBezTo>
                  <a:pt x="13317" y="101730"/>
                  <a:pt x="13392" y="101779"/>
                  <a:pt x="13416" y="101779"/>
                </a:cubicBezTo>
                <a:cubicBezTo>
                  <a:pt x="13491" y="101804"/>
                  <a:pt x="13541" y="101804"/>
                  <a:pt x="13616" y="101829"/>
                </a:cubicBezTo>
                <a:cubicBezTo>
                  <a:pt x="13815" y="101904"/>
                  <a:pt x="14014" y="101954"/>
                  <a:pt x="14238" y="102028"/>
                </a:cubicBezTo>
                <a:cubicBezTo>
                  <a:pt x="15134" y="105414"/>
                  <a:pt x="16727" y="108276"/>
                  <a:pt x="18893" y="110516"/>
                </a:cubicBezTo>
                <a:cubicBezTo>
                  <a:pt x="18793" y="110491"/>
                  <a:pt x="18743" y="110466"/>
                  <a:pt x="18644" y="110466"/>
                </a:cubicBezTo>
                <a:cubicBezTo>
                  <a:pt x="18420" y="110392"/>
                  <a:pt x="18245" y="110342"/>
                  <a:pt x="18021" y="110267"/>
                </a:cubicBezTo>
                <a:cubicBezTo>
                  <a:pt x="17996" y="110242"/>
                  <a:pt x="17922" y="110218"/>
                  <a:pt x="17847" y="110168"/>
                </a:cubicBezTo>
                <a:cubicBezTo>
                  <a:pt x="15607" y="107853"/>
                  <a:pt x="14113" y="104916"/>
                  <a:pt x="13292" y="101730"/>
                </a:cubicBezTo>
                <a:close/>
                <a:moveTo>
                  <a:pt x="14487" y="102053"/>
                </a:moveTo>
                <a:cubicBezTo>
                  <a:pt x="14512" y="102053"/>
                  <a:pt x="14537" y="102053"/>
                  <a:pt x="14537" y="102078"/>
                </a:cubicBezTo>
                <a:cubicBezTo>
                  <a:pt x="15482" y="105513"/>
                  <a:pt x="17125" y="108400"/>
                  <a:pt x="19415" y="110666"/>
                </a:cubicBezTo>
                <a:cubicBezTo>
                  <a:pt x="19390" y="110666"/>
                  <a:pt x="19316" y="110641"/>
                  <a:pt x="19291" y="110641"/>
                </a:cubicBezTo>
                <a:cubicBezTo>
                  <a:pt x="17026" y="108376"/>
                  <a:pt x="15408" y="105488"/>
                  <a:pt x="14487" y="102053"/>
                </a:cubicBezTo>
                <a:close/>
                <a:moveTo>
                  <a:pt x="74101" y="100659"/>
                </a:moveTo>
                <a:cubicBezTo>
                  <a:pt x="74275" y="100784"/>
                  <a:pt x="74499" y="100908"/>
                  <a:pt x="74674" y="101033"/>
                </a:cubicBezTo>
                <a:cubicBezTo>
                  <a:pt x="69048" y="105015"/>
                  <a:pt x="63398" y="108251"/>
                  <a:pt x="57872" y="110715"/>
                </a:cubicBezTo>
                <a:cubicBezTo>
                  <a:pt x="58594" y="109670"/>
                  <a:pt x="59216" y="108475"/>
                  <a:pt x="59739" y="107106"/>
                </a:cubicBezTo>
                <a:cubicBezTo>
                  <a:pt x="59838" y="107056"/>
                  <a:pt x="59963" y="107031"/>
                  <a:pt x="60062" y="107007"/>
                </a:cubicBezTo>
                <a:cubicBezTo>
                  <a:pt x="60635" y="106857"/>
                  <a:pt x="61207" y="106658"/>
                  <a:pt x="61805" y="106484"/>
                </a:cubicBezTo>
                <a:cubicBezTo>
                  <a:pt x="62178" y="106359"/>
                  <a:pt x="62576" y="106185"/>
                  <a:pt x="62950" y="106061"/>
                </a:cubicBezTo>
                <a:cubicBezTo>
                  <a:pt x="63298" y="105936"/>
                  <a:pt x="63597" y="105862"/>
                  <a:pt x="63945" y="105737"/>
                </a:cubicBezTo>
                <a:cubicBezTo>
                  <a:pt x="64070" y="105687"/>
                  <a:pt x="64169" y="105662"/>
                  <a:pt x="64294" y="105613"/>
                </a:cubicBezTo>
                <a:cubicBezTo>
                  <a:pt x="64792" y="105414"/>
                  <a:pt x="65290" y="105190"/>
                  <a:pt x="65787" y="104990"/>
                </a:cubicBezTo>
                <a:cubicBezTo>
                  <a:pt x="65812" y="104990"/>
                  <a:pt x="65837" y="104941"/>
                  <a:pt x="65912" y="104916"/>
                </a:cubicBezTo>
                <a:cubicBezTo>
                  <a:pt x="66061" y="104866"/>
                  <a:pt x="66211" y="104791"/>
                  <a:pt x="66385" y="104692"/>
                </a:cubicBezTo>
                <a:lnTo>
                  <a:pt x="67580" y="104144"/>
                </a:lnTo>
                <a:cubicBezTo>
                  <a:pt x="67679" y="104119"/>
                  <a:pt x="67779" y="104045"/>
                  <a:pt x="67903" y="104020"/>
                </a:cubicBezTo>
                <a:lnTo>
                  <a:pt x="68077" y="103920"/>
                </a:lnTo>
                <a:cubicBezTo>
                  <a:pt x="68650" y="103671"/>
                  <a:pt x="69173" y="103397"/>
                  <a:pt x="69745" y="103124"/>
                </a:cubicBezTo>
                <a:cubicBezTo>
                  <a:pt x="70168" y="102900"/>
                  <a:pt x="70566" y="102676"/>
                  <a:pt x="71015" y="102427"/>
                </a:cubicBezTo>
                <a:cubicBezTo>
                  <a:pt x="71438" y="102178"/>
                  <a:pt x="71886" y="101954"/>
                  <a:pt x="72284" y="101705"/>
                </a:cubicBezTo>
                <a:cubicBezTo>
                  <a:pt x="72483" y="101630"/>
                  <a:pt x="72657" y="101506"/>
                  <a:pt x="72856" y="101406"/>
                </a:cubicBezTo>
                <a:cubicBezTo>
                  <a:pt x="73105" y="101257"/>
                  <a:pt x="73379" y="101083"/>
                  <a:pt x="73628" y="100933"/>
                </a:cubicBezTo>
                <a:cubicBezTo>
                  <a:pt x="73678" y="100908"/>
                  <a:pt x="73753" y="100883"/>
                  <a:pt x="73802" y="100809"/>
                </a:cubicBezTo>
                <a:cubicBezTo>
                  <a:pt x="73902" y="100759"/>
                  <a:pt x="74001" y="100684"/>
                  <a:pt x="74101" y="100659"/>
                </a:cubicBezTo>
                <a:close/>
                <a:moveTo>
                  <a:pt x="18171" y="110491"/>
                </a:moveTo>
                <a:cubicBezTo>
                  <a:pt x="18245" y="110516"/>
                  <a:pt x="18270" y="110516"/>
                  <a:pt x="18345" y="110516"/>
                </a:cubicBezTo>
                <a:cubicBezTo>
                  <a:pt x="18619" y="110616"/>
                  <a:pt x="18917" y="110715"/>
                  <a:pt x="19216" y="110790"/>
                </a:cubicBezTo>
                <a:lnTo>
                  <a:pt x="19291" y="110890"/>
                </a:lnTo>
                <a:cubicBezTo>
                  <a:pt x="18967" y="110790"/>
                  <a:pt x="18619" y="110666"/>
                  <a:pt x="18270" y="110591"/>
                </a:cubicBezTo>
                <a:lnTo>
                  <a:pt x="18171" y="110491"/>
                </a:lnTo>
                <a:close/>
                <a:moveTo>
                  <a:pt x="59484" y="107172"/>
                </a:moveTo>
                <a:cubicBezTo>
                  <a:pt x="58962" y="108609"/>
                  <a:pt x="58292" y="109848"/>
                  <a:pt x="57499" y="110890"/>
                </a:cubicBezTo>
                <a:cubicBezTo>
                  <a:pt x="57474" y="110914"/>
                  <a:pt x="57449" y="110914"/>
                  <a:pt x="57374" y="110964"/>
                </a:cubicBezTo>
                <a:cubicBezTo>
                  <a:pt x="58196" y="109869"/>
                  <a:pt x="58868" y="108625"/>
                  <a:pt x="59440" y="107181"/>
                </a:cubicBezTo>
                <a:cubicBezTo>
                  <a:pt x="59458" y="107181"/>
                  <a:pt x="59475" y="107181"/>
                  <a:pt x="59484" y="107172"/>
                </a:cubicBezTo>
                <a:close/>
                <a:moveTo>
                  <a:pt x="19614" y="110914"/>
                </a:moveTo>
                <a:cubicBezTo>
                  <a:pt x="19639" y="110914"/>
                  <a:pt x="19664" y="110914"/>
                  <a:pt x="19714" y="110964"/>
                </a:cubicBezTo>
                <a:lnTo>
                  <a:pt x="19764" y="110964"/>
                </a:lnTo>
                <a:cubicBezTo>
                  <a:pt x="19764" y="110989"/>
                  <a:pt x="19789" y="111014"/>
                  <a:pt x="19838" y="111039"/>
                </a:cubicBezTo>
                <a:cubicBezTo>
                  <a:pt x="19789" y="111039"/>
                  <a:pt x="19739" y="111014"/>
                  <a:pt x="19714" y="111014"/>
                </a:cubicBezTo>
                <a:lnTo>
                  <a:pt x="19614" y="110914"/>
                </a:lnTo>
                <a:close/>
                <a:moveTo>
                  <a:pt x="74848" y="101157"/>
                </a:moveTo>
                <a:cubicBezTo>
                  <a:pt x="74873" y="101157"/>
                  <a:pt x="74873" y="101182"/>
                  <a:pt x="74898" y="101182"/>
                </a:cubicBezTo>
                <a:cubicBezTo>
                  <a:pt x="69148" y="105264"/>
                  <a:pt x="63273" y="108649"/>
                  <a:pt x="57524" y="111163"/>
                </a:cubicBezTo>
                <a:cubicBezTo>
                  <a:pt x="57573" y="111114"/>
                  <a:pt x="57598" y="111089"/>
                  <a:pt x="57623" y="111014"/>
                </a:cubicBezTo>
                <a:cubicBezTo>
                  <a:pt x="63273" y="108525"/>
                  <a:pt x="69073" y="105239"/>
                  <a:pt x="74848" y="101157"/>
                </a:cubicBezTo>
                <a:close/>
                <a:moveTo>
                  <a:pt x="57300" y="111163"/>
                </a:moveTo>
                <a:lnTo>
                  <a:pt x="57300" y="111163"/>
                </a:lnTo>
                <a:cubicBezTo>
                  <a:pt x="57250" y="111238"/>
                  <a:pt x="57200" y="111263"/>
                  <a:pt x="57175" y="111338"/>
                </a:cubicBezTo>
                <a:cubicBezTo>
                  <a:pt x="57125" y="111363"/>
                  <a:pt x="57075" y="111363"/>
                  <a:pt x="57051" y="111387"/>
                </a:cubicBezTo>
                <a:cubicBezTo>
                  <a:pt x="57075" y="111338"/>
                  <a:pt x="57125" y="111288"/>
                  <a:pt x="57175" y="111238"/>
                </a:cubicBezTo>
                <a:cubicBezTo>
                  <a:pt x="57200" y="111213"/>
                  <a:pt x="57250" y="111213"/>
                  <a:pt x="57300" y="111163"/>
                </a:cubicBezTo>
                <a:close/>
                <a:moveTo>
                  <a:pt x="34599" y="101257"/>
                </a:moveTo>
                <a:cubicBezTo>
                  <a:pt x="35968" y="104542"/>
                  <a:pt x="37810" y="107529"/>
                  <a:pt x="40075" y="109969"/>
                </a:cubicBezTo>
                <a:cubicBezTo>
                  <a:pt x="38905" y="110267"/>
                  <a:pt x="37760" y="110541"/>
                  <a:pt x="36590" y="110790"/>
                </a:cubicBezTo>
                <a:cubicBezTo>
                  <a:pt x="36466" y="110840"/>
                  <a:pt x="36391" y="110840"/>
                  <a:pt x="36267" y="110865"/>
                </a:cubicBezTo>
                <a:cubicBezTo>
                  <a:pt x="35594" y="110989"/>
                  <a:pt x="34947" y="111114"/>
                  <a:pt x="34325" y="111213"/>
                </a:cubicBezTo>
                <a:lnTo>
                  <a:pt x="33578" y="111288"/>
                </a:lnTo>
                <a:cubicBezTo>
                  <a:pt x="33080" y="111363"/>
                  <a:pt x="32558" y="111462"/>
                  <a:pt x="32060" y="111487"/>
                </a:cubicBezTo>
                <a:cubicBezTo>
                  <a:pt x="31960" y="111487"/>
                  <a:pt x="31911" y="111487"/>
                  <a:pt x="31811" y="111512"/>
                </a:cubicBezTo>
                <a:cubicBezTo>
                  <a:pt x="28874" y="109471"/>
                  <a:pt x="26833" y="106534"/>
                  <a:pt x="25738" y="102875"/>
                </a:cubicBezTo>
                <a:cubicBezTo>
                  <a:pt x="28575" y="102626"/>
                  <a:pt x="31537" y="102078"/>
                  <a:pt x="34599" y="101257"/>
                </a:cubicBezTo>
                <a:close/>
                <a:moveTo>
                  <a:pt x="25538" y="102875"/>
                </a:moveTo>
                <a:cubicBezTo>
                  <a:pt x="26634" y="106534"/>
                  <a:pt x="28650" y="109471"/>
                  <a:pt x="31512" y="111537"/>
                </a:cubicBezTo>
                <a:lnTo>
                  <a:pt x="31438" y="111537"/>
                </a:lnTo>
                <a:cubicBezTo>
                  <a:pt x="28600" y="109471"/>
                  <a:pt x="26584" y="106534"/>
                  <a:pt x="25489" y="102875"/>
                </a:cubicBezTo>
                <a:close/>
                <a:moveTo>
                  <a:pt x="40199" y="110118"/>
                </a:moveTo>
                <a:cubicBezTo>
                  <a:pt x="40249" y="110118"/>
                  <a:pt x="40274" y="110118"/>
                  <a:pt x="40274" y="110143"/>
                </a:cubicBezTo>
                <a:cubicBezTo>
                  <a:pt x="37461" y="110890"/>
                  <a:pt x="34773" y="111462"/>
                  <a:pt x="32159" y="111736"/>
                </a:cubicBezTo>
                <a:lnTo>
                  <a:pt x="32110" y="111736"/>
                </a:lnTo>
                <a:cubicBezTo>
                  <a:pt x="32085" y="111711"/>
                  <a:pt x="32060" y="111711"/>
                  <a:pt x="32060" y="111661"/>
                </a:cubicBezTo>
                <a:lnTo>
                  <a:pt x="32110" y="111661"/>
                </a:lnTo>
                <a:cubicBezTo>
                  <a:pt x="32682" y="111611"/>
                  <a:pt x="33280" y="111512"/>
                  <a:pt x="33827" y="111462"/>
                </a:cubicBezTo>
                <a:lnTo>
                  <a:pt x="34400" y="111363"/>
                </a:lnTo>
                <a:cubicBezTo>
                  <a:pt x="35146" y="111238"/>
                  <a:pt x="35918" y="111114"/>
                  <a:pt x="36665" y="110964"/>
                </a:cubicBezTo>
                <a:lnTo>
                  <a:pt x="36690" y="110964"/>
                </a:lnTo>
                <a:cubicBezTo>
                  <a:pt x="37835" y="110715"/>
                  <a:pt x="39029" y="110417"/>
                  <a:pt x="40199" y="110118"/>
                </a:cubicBezTo>
                <a:close/>
                <a:moveTo>
                  <a:pt x="31736" y="111711"/>
                </a:moveTo>
                <a:cubicBezTo>
                  <a:pt x="31786" y="111736"/>
                  <a:pt x="31811" y="111736"/>
                  <a:pt x="31836" y="111761"/>
                </a:cubicBezTo>
                <a:lnTo>
                  <a:pt x="31736" y="111761"/>
                </a:lnTo>
                <a:cubicBezTo>
                  <a:pt x="31711" y="111736"/>
                  <a:pt x="31687" y="111736"/>
                  <a:pt x="31637" y="111711"/>
                </a:cubicBezTo>
                <a:close/>
                <a:moveTo>
                  <a:pt x="14761" y="102153"/>
                </a:moveTo>
                <a:lnTo>
                  <a:pt x="14761" y="102153"/>
                </a:lnTo>
                <a:cubicBezTo>
                  <a:pt x="14985" y="102203"/>
                  <a:pt x="15234" y="102277"/>
                  <a:pt x="15433" y="102302"/>
                </a:cubicBezTo>
                <a:cubicBezTo>
                  <a:pt x="15532" y="102327"/>
                  <a:pt x="15607" y="102327"/>
                  <a:pt x="15682" y="102352"/>
                </a:cubicBezTo>
                <a:cubicBezTo>
                  <a:pt x="15930" y="102427"/>
                  <a:pt x="16229" y="102452"/>
                  <a:pt x="16478" y="102526"/>
                </a:cubicBezTo>
                <a:cubicBezTo>
                  <a:pt x="16553" y="102551"/>
                  <a:pt x="16677" y="102551"/>
                  <a:pt x="16777" y="102576"/>
                </a:cubicBezTo>
                <a:cubicBezTo>
                  <a:pt x="17026" y="102626"/>
                  <a:pt x="17250" y="102676"/>
                  <a:pt x="17499" y="102700"/>
                </a:cubicBezTo>
                <a:cubicBezTo>
                  <a:pt x="17648" y="102725"/>
                  <a:pt x="17772" y="102725"/>
                  <a:pt x="17922" y="102775"/>
                </a:cubicBezTo>
                <a:cubicBezTo>
                  <a:pt x="18146" y="102800"/>
                  <a:pt x="18370" y="102825"/>
                  <a:pt x="18544" y="102825"/>
                </a:cubicBezTo>
                <a:cubicBezTo>
                  <a:pt x="18644" y="102825"/>
                  <a:pt x="18743" y="102825"/>
                  <a:pt x="18843" y="102850"/>
                </a:cubicBezTo>
                <a:cubicBezTo>
                  <a:pt x="19988" y="102974"/>
                  <a:pt x="21158" y="103049"/>
                  <a:pt x="22377" y="103049"/>
                </a:cubicBezTo>
                <a:cubicBezTo>
                  <a:pt x="23323" y="103049"/>
                  <a:pt x="24269" y="103024"/>
                  <a:pt x="25265" y="102924"/>
                </a:cubicBezTo>
                <a:cubicBezTo>
                  <a:pt x="26335" y="106559"/>
                  <a:pt x="28326" y="109521"/>
                  <a:pt x="31114" y="111611"/>
                </a:cubicBezTo>
                <a:cubicBezTo>
                  <a:pt x="31039" y="111611"/>
                  <a:pt x="30940" y="111636"/>
                  <a:pt x="30840" y="111636"/>
                </a:cubicBezTo>
                <a:lnTo>
                  <a:pt x="29820" y="111736"/>
                </a:lnTo>
                <a:cubicBezTo>
                  <a:pt x="29073" y="111761"/>
                  <a:pt x="28326" y="111786"/>
                  <a:pt x="27604" y="111786"/>
                </a:cubicBezTo>
                <a:cubicBezTo>
                  <a:pt x="26883" y="111786"/>
                  <a:pt x="26211" y="111761"/>
                  <a:pt x="25514" y="111736"/>
                </a:cubicBezTo>
                <a:cubicBezTo>
                  <a:pt x="25240" y="111686"/>
                  <a:pt x="24966" y="111661"/>
                  <a:pt x="24692" y="111661"/>
                </a:cubicBezTo>
                <a:cubicBezTo>
                  <a:pt x="24269" y="111636"/>
                  <a:pt x="23896" y="111611"/>
                  <a:pt x="23522" y="111587"/>
                </a:cubicBezTo>
                <a:cubicBezTo>
                  <a:pt x="23199" y="111537"/>
                  <a:pt x="22850" y="111487"/>
                  <a:pt x="22502" y="111412"/>
                </a:cubicBezTo>
                <a:cubicBezTo>
                  <a:pt x="22228" y="111387"/>
                  <a:pt x="21904" y="111338"/>
                  <a:pt x="21631" y="111288"/>
                </a:cubicBezTo>
                <a:cubicBezTo>
                  <a:pt x="21257" y="111238"/>
                  <a:pt x="20884" y="111139"/>
                  <a:pt x="20535" y="111039"/>
                </a:cubicBezTo>
                <a:cubicBezTo>
                  <a:pt x="20262" y="110890"/>
                  <a:pt x="20038" y="110865"/>
                  <a:pt x="19838" y="110790"/>
                </a:cubicBezTo>
                <a:cubicBezTo>
                  <a:pt x="17424" y="108550"/>
                  <a:pt x="15731" y="105638"/>
                  <a:pt x="14761" y="102153"/>
                </a:cubicBezTo>
                <a:close/>
                <a:moveTo>
                  <a:pt x="20162" y="111039"/>
                </a:moveTo>
                <a:lnTo>
                  <a:pt x="20162" y="111039"/>
                </a:lnTo>
                <a:cubicBezTo>
                  <a:pt x="20610" y="111163"/>
                  <a:pt x="21083" y="111263"/>
                  <a:pt x="21531" y="111363"/>
                </a:cubicBezTo>
                <a:lnTo>
                  <a:pt x="22203" y="111462"/>
                </a:lnTo>
                <a:cubicBezTo>
                  <a:pt x="22626" y="111512"/>
                  <a:pt x="23024" y="111611"/>
                  <a:pt x="23472" y="111636"/>
                </a:cubicBezTo>
                <a:cubicBezTo>
                  <a:pt x="23771" y="111661"/>
                  <a:pt x="24120" y="111711"/>
                  <a:pt x="24468" y="111736"/>
                </a:cubicBezTo>
                <a:lnTo>
                  <a:pt x="25489" y="111835"/>
                </a:lnTo>
                <a:cubicBezTo>
                  <a:pt x="26161" y="111860"/>
                  <a:pt x="26883" y="111885"/>
                  <a:pt x="27604" y="111885"/>
                </a:cubicBezTo>
                <a:cubicBezTo>
                  <a:pt x="28351" y="111885"/>
                  <a:pt x="29098" y="111860"/>
                  <a:pt x="29845" y="111835"/>
                </a:cubicBezTo>
                <a:cubicBezTo>
                  <a:pt x="30218" y="111786"/>
                  <a:pt x="30616" y="111761"/>
                  <a:pt x="30990" y="111736"/>
                </a:cubicBezTo>
                <a:cubicBezTo>
                  <a:pt x="31114" y="111736"/>
                  <a:pt x="31239" y="111711"/>
                  <a:pt x="31413" y="111711"/>
                </a:cubicBezTo>
                <a:cubicBezTo>
                  <a:pt x="31438" y="111736"/>
                  <a:pt x="31463" y="111736"/>
                  <a:pt x="31487" y="111761"/>
                </a:cubicBezTo>
                <a:lnTo>
                  <a:pt x="31338" y="111761"/>
                </a:lnTo>
                <a:cubicBezTo>
                  <a:pt x="30840" y="111786"/>
                  <a:pt x="30367" y="111860"/>
                  <a:pt x="29919" y="111885"/>
                </a:cubicBezTo>
                <a:cubicBezTo>
                  <a:pt x="29123" y="111910"/>
                  <a:pt x="28376" y="111960"/>
                  <a:pt x="27629" y="111960"/>
                </a:cubicBezTo>
                <a:cubicBezTo>
                  <a:pt x="26883" y="111960"/>
                  <a:pt x="26186" y="111910"/>
                  <a:pt x="25489" y="111885"/>
                </a:cubicBezTo>
                <a:lnTo>
                  <a:pt x="24468" y="111786"/>
                </a:lnTo>
                <a:lnTo>
                  <a:pt x="23423" y="111686"/>
                </a:lnTo>
                <a:cubicBezTo>
                  <a:pt x="23000" y="111636"/>
                  <a:pt x="22601" y="111587"/>
                  <a:pt x="22153" y="111512"/>
                </a:cubicBezTo>
                <a:cubicBezTo>
                  <a:pt x="21929" y="111487"/>
                  <a:pt x="21680" y="111437"/>
                  <a:pt x="21481" y="111387"/>
                </a:cubicBezTo>
                <a:cubicBezTo>
                  <a:pt x="21033" y="111288"/>
                  <a:pt x="20635" y="111188"/>
                  <a:pt x="20237" y="111114"/>
                </a:cubicBezTo>
                <a:lnTo>
                  <a:pt x="20162" y="111039"/>
                </a:lnTo>
                <a:close/>
                <a:moveTo>
                  <a:pt x="14942" y="109369"/>
                </a:moveTo>
                <a:cubicBezTo>
                  <a:pt x="14951" y="109371"/>
                  <a:pt x="14963" y="109371"/>
                  <a:pt x="14985" y="109371"/>
                </a:cubicBezTo>
                <a:cubicBezTo>
                  <a:pt x="15308" y="109545"/>
                  <a:pt x="15682" y="109745"/>
                  <a:pt x="16055" y="109919"/>
                </a:cubicBezTo>
                <a:cubicBezTo>
                  <a:pt x="16229" y="109994"/>
                  <a:pt x="16403" y="110043"/>
                  <a:pt x="16603" y="110143"/>
                </a:cubicBezTo>
                <a:cubicBezTo>
                  <a:pt x="16926" y="110292"/>
                  <a:pt x="17299" y="110466"/>
                  <a:pt x="17648" y="110591"/>
                </a:cubicBezTo>
                <a:cubicBezTo>
                  <a:pt x="18220" y="111139"/>
                  <a:pt x="18793" y="111661"/>
                  <a:pt x="19415" y="112134"/>
                </a:cubicBezTo>
                <a:cubicBezTo>
                  <a:pt x="18619" y="111736"/>
                  <a:pt x="17748" y="111238"/>
                  <a:pt x="16876" y="110666"/>
                </a:cubicBezTo>
                <a:cubicBezTo>
                  <a:pt x="16143" y="110226"/>
                  <a:pt x="15530" y="109786"/>
                  <a:pt x="14942" y="109369"/>
                </a:cubicBezTo>
                <a:close/>
                <a:moveTo>
                  <a:pt x="18046" y="110715"/>
                </a:moveTo>
                <a:cubicBezTo>
                  <a:pt x="18096" y="110715"/>
                  <a:pt x="18146" y="110740"/>
                  <a:pt x="18171" y="110740"/>
                </a:cubicBezTo>
                <a:cubicBezTo>
                  <a:pt x="19017" y="111537"/>
                  <a:pt x="19913" y="112234"/>
                  <a:pt x="20859" y="112831"/>
                </a:cubicBezTo>
                <a:lnTo>
                  <a:pt x="20486" y="112632"/>
                </a:lnTo>
                <a:cubicBezTo>
                  <a:pt x="19614" y="112109"/>
                  <a:pt x="18793" y="111462"/>
                  <a:pt x="18046" y="110715"/>
                </a:cubicBezTo>
                <a:close/>
                <a:moveTo>
                  <a:pt x="75097" y="101307"/>
                </a:moveTo>
                <a:cubicBezTo>
                  <a:pt x="75993" y="101804"/>
                  <a:pt x="76764" y="102078"/>
                  <a:pt x="77412" y="102128"/>
                </a:cubicBezTo>
                <a:cubicBezTo>
                  <a:pt x="70143" y="107156"/>
                  <a:pt x="62751" y="110840"/>
                  <a:pt x="55931" y="112881"/>
                </a:cubicBezTo>
                <a:cubicBezTo>
                  <a:pt x="56428" y="112483"/>
                  <a:pt x="56851" y="112010"/>
                  <a:pt x="57300" y="111487"/>
                </a:cubicBezTo>
                <a:cubicBezTo>
                  <a:pt x="63174" y="108923"/>
                  <a:pt x="69173" y="105513"/>
                  <a:pt x="75097" y="101307"/>
                </a:cubicBezTo>
                <a:close/>
                <a:moveTo>
                  <a:pt x="13192" y="108301"/>
                </a:moveTo>
                <a:lnTo>
                  <a:pt x="13192" y="108301"/>
                </a:lnTo>
                <a:cubicBezTo>
                  <a:pt x="13267" y="108376"/>
                  <a:pt x="13367" y="108401"/>
                  <a:pt x="13416" y="108425"/>
                </a:cubicBezTo>
                <a:cubicBezTo>
                  <a:pt x="13441" y="108475"/>
                  <a:pt x="13491" y="108475"/>
                  <a:pt x="13516" y="108500"/>
                </a:cubicBezTo>
                <a:cubicBezTo>
                  <a:pt x="13541" y="108525"/>
                  <a:pt x="13616" y="108550"/>
                  <a:pt x="13640" y="108550"/>
                </a:cubicBezTo>
                <a:cubicBezTo>
                  <a:pt x="14512" y="109247"/>
                  <a:pt x="15507" y="109994"/>
                  <a:pt x="16802" y="110790"/>
                </a:cubicBezTo>
                <a:cubicBezTo>
                  <a:pt x="18096" y="111611"/>
                  <a:pt x="19341" y="112259"/>
                  <a:pt x="20411" y="112781"/>
                </a:cubicBezTo>
                <a:cubicBezTo>
                  <a:pt x="20510" y="112856"/>
                  <a:pt x="20585" y="112881"/>
                  <a:pt x="20660" y="112931"/>
                </a:cubicBezTo>
                <a:cubicBezTo>
                  <a:pt x="20710" y="112980"/>
                  <a:pt x="20759" y="113005"/>
                  <a:pt x="20784" y="113005"/>
                </a:cubicBezTo>
                <a:cubicBezTo>
                  <a:pt x="20797" y="113012"/>
                  <a:pt x="20811" y="113019"/>
                  <a:pt x="20823" y="113025"/>
                </a:cubicBezTo>
                <a:lnTo>
                  <a:pt x="20823" y="113025"/>
                </a:lnTo>
                <a:cubicBezTo>
                  <a:pt x="19925" y="112699"/>
                  <a:pt x="18934" y="112190"/>
                  <a:pt x="17897" y="111587"/>
                </a:cubicBezTo>
                <a:cubicBezTo>
                  <a:pt x="17872" y="111537"/>
                  <a:pt x="17847" y="111537"/>
                  <a:pt x="17797" y="111512"/>
                </a:cubicBezTo>
                <a:cubicBezTo>
                  <a:pt x="17499" y="111338"/>
                  <a:pt x="17150" y="111139"/>
                  <a:pt x="16851" y="110914"/>
                </a:cubicBezTo>
                <a:cubicBezTo>
                  <a:pt x="16777" y="110890"/>
                  <a:pt x="16677" y="110840"/>
                  <a:pt x="16627" y="110765"/>
                </a:cubicBezTo>
                <a:cubicBezTo>
                  <a:pt x="16379" y="110616"/>
                  <a:pt x="16130" y="110466"/>
                  <a:pt x="15906" y="110292"/>
                </a:cubicBezTo>
                <a:lnTo>
                  <a:pt x="14686" y="109471"/>
                </a:lnTo>
                <a:cubicBezTo>
                  <a:pt x="14263" y="109147"/>
                  <a:pt x="13815" y="108799"/>
                  <a:pt x="13392" y="108475"/>
                </a:cubicBezTo>
                <a:cubicBezTo>
                  <a:pt x="13317" y="108401"/>
                  <a:pt x="13267" y="108376"/>
                  <a:pt x="13192" y="108301"/>
                </a:cubicBezTo>
                <a:close/>
                <a:moveTo>
                  <a:pt x="56926" y="111636"/>
                </a:moveTo>
                <a:lnTo>
                  <a:pt x="56926" y="111636"/>
                </a:lnTo>
                <a:cubicBezTo>
                  <a:pt x="56453" y="112159"/>
                  <a:pt x="55955" y="112607"/>
                  <a:pt x="55458" y="113005"/>
                </a:cubicBezTo>
                <a:cubicBezTo>
                  <a:pt x="55383" y="113030"/>
                  <a:pt x="55333" y="113030"/>
                  <a:pt x="55258" y="113080"/>
                </a:cubicBezTo>
                <a:cubicBezTo>
                  <a:pt x="55806" y="112657"/>
                  <a:pt x="56304" y="112234"/>
                  <a:pt x="56752" y="111711"/>
                </a:cubicBezTo>
                <a:cubicBezTo>
                  <a:pt x="56827" y="111661"/>
                  <a:pt x="56851" y="111661"/>
                  <a:pt x="56926" y="111636"/>
                </a:cubicBezTo>
                <a:close/>
                <a:moveTo>
                  <a:pt x="61730" y="110989"/>
                </a:moveTo>
                <a:cubicBezTo>
                  <a:pt x="60734" y="111412"/>
                  <a:pt x="59639" y="111835"/>
                  <a:pt x="58121" y="112408"/>
                </a:cubicBezTo>
                <a:cubicBezTo>
                  <a:pt x="57225" y="112732"/>
                  <a:pt x="56329" y="113005"/>
                  <a:pt x="55408" y="113254"/>
                </a:cubicBezTo>
                <a:cubicBezTo>
                  <a:pt x="55458" y="113229"/>
                  <a:pt x="55507" y="113204"/>
                  <a:pt x="55557" y="113155"/>
                </a:cubicBezTo>
                <a:cubicBezTo>
                  <a:pt x="57573" y="112582"/>
                  <a:pt x="59614" y="111860"/>
                  <a:pt x="61730" y="110989"/>
                </a:cubicBezTo>
                <a:close/>
                <a:moveTo>
                  <a:pt x="40423" y="110292"/>
                </a:moveTo>
                <a:cubicBezTo>
                  <a:pt x="40498" y="110367"/>
                  <a:pt x="40523" y="110392"/>
                  <a:pt x="40573" y="110417"/>
                </a:cubicBezTo>
                <a:cubicBezTo>
                  <a:pt x="39029" y="111711"/>
                  <a:pt x="37337" y="112732"/>
                  <a:pt x="35594" y="113478"/>
                </a:cubicBezTo>
                <a:cubicBezTo>
                  <a:pt x="34449" y="113030"/>
                  <a:pt x="33354" y="112508"/>
                  <a:pt x="32359" y="111885"/>
                </a:cubicBezTo>
                <a:cubicBezTo>
                  <a:pt x="34947" y="111611"/>
                  <a:pt x="37660" y="111039"/>
                  <a:pt x="40423" y="110292"/>
                </a:cubicBezTo>
                <a:close/>
                <a:moveTo>
                  <a:pt x="54985" y="113354"/>
                </a:moveTo>
                <a:cubicBezTo>
                  <a:pt x="54960" y="113379"/>
                  <a:pt x="54935" y="113404"/>
                  <a:pt x="54885" y="113404"/>
                </a:cubicBezTo>
                <a:cubicBezTo>
                  <a:pt x="54835" y="113453"/>
                  <a:pt x="54736" y="113453"/>
                  <a:pt x="54686" y="113478"/>
                </a:cubicBezTo>
                <a:cubicBezTo>
                  <a:pt x="54736" y="113453"/>
                  <a:pt x="54761" y="113404"/>
                  <a:pt x="54835" y="113379"/>
                </a:cubicBezTo>
                <a:cubicBezTo>
                  <a:pt x="54885" y="113379"/>
                  <a:pt x="54935" y="113354"/>
                  <a:pt x="54985" y="113354"/>
                </a:cubicBezTo>
                <a:close/>
                <a:moveTo>
                  <a:pt x="40697" y="110591"/>
                </a:moveTo>
                <a:cubicBezTo>
                  <a:pt x="40747" y="110591"/>
                  <a:pt x="40747" y="110616"/>
                  <a:pt x="40772" y="110616"/>
                </a:cubicBezTo>
                <a:cubicBezTo>
                  <a:pt x="39278" y="111860"/>
                  <a:pt x="37660" y="112856"/>
                  <a:pt x="35968" y="113603"/>
                </a:cubicBezTo>
                <a:cubicBezTo>
                  <a:pt x="35943" y="113603"/>
                  <a:pt x="35918" y="113578"/>
                  <a:pt x="35868" y="113578"/>
                </a:cubicBezTo>
                <a:cubicBezTo>
                  <a:pt x="37561" y="112831"/>
                  <a:pt x="39204" y="111835"/>
                  <a:pt x="40697" y="110591"/>
                </a:cubicBezTo>
                <a:close/>
                <a:moveTo>
                  <a:pt x="32085" y="111910"/>
                </a:moveTo>
                <a:cubicBezTo>
                  <a:pt x="33080" y="112582"/>
                  <a:pt x="34201" y="113130"/>
                  <a:pt x="35395" y="113603"/>
                </a:cubicBezTo>
                <a:cubicBezTo>
                  <a:pt x="35346" y="113603"/>
                  <a:pt x="35321" y="113628"/>
                  <a:pt x="35296" y="113628"/>
                </a:cubicBezTo>
                <a:cubicBezTo>
                  <a:pt x="34101" y="113155"/>
                  <a:pt x="32981" y="112607"/>
                  <a:pt x="31985" y="111960"/>
                </a:cubicBezTo>
                <a:cubicBezTo>
                  <a:pt x="32035" y="111910"/>
                  <a:pt x="32060" y="111910"/>
                  <a:pt x="32085" y="111910"/>
                </a:cubicBezTo>
                <a:close/>
                <a:moveTo>
                  <a:pt x="35644" y="113702"/>
                </a:moveTo>
                <a:cubicBezTo>
                  <a:pt x="35669" y="113702"/>
                  <a:pt x="35694" y="113727"/>
                  <a:pt x="35694" y="113727"/>
                </a:cubicBezTo>
                <a:cubicBezTo>
                  <a:pt x="35669" y="113727"/>
                  <a:pt x="35644" y="113752"/>
                  <a:pt x="35594" y="113752"/>
                </a:cubicBezTo>
                <a:cubicBezTo>
                  <a:pt x="35570" y="113752"/>
                  <a:pt x="35545" y="113727"/>
                  <a:pt x="35520" y="113727"/>
                </a:cubicBezTo>
                <a:cubicBezTo>
                  <a:pt x="35545" y="113727"/>
                  <a:pt x="35570" y="113702"/>
                  <a:pt x="35594" y="113702"/>
                </a:cubicBezTo>
                <a:close/>
                <a:moveTo>
                  <a:pt x="18594" y="110865"/>
                </a:moveTo>
                <a:cubicBezTo>
                  <a:pt x="18893" y="110964"/>
                  <a:pt x="19216" y="111089"/>
                  <a:pt x="19515" y="111139"/>
                </a:cubicBezTo>
                <a:cubicBezTo>
                  <a:pt x="19540" y="111139"/>
                  <a:pt x="19589" y="111139"/>
                  <a:pt x="19614" y="111163"/>
                </a:cubicBezTo>
                <a:cubicBezTo>
                  <a:pt x="20734" y="112234"/>
                  <a:pt x="22004" y="113130"/>
                  <a:pt x="23398" y="113877"/>
                </a:cubicBezTo>
                <a:cubicBezTo>
                  <a:pt x="21631" y="113204"/>
                  <a:pt x="20013" y="112209"/>
                  <a:pt x="18594" y="110865"/>
                </a:cubicBezTo>
                <a:close/>
                <a:moveTo>
                  <a:pt x="61701" y="111266"/>
                </a:moveTo>
                <a:lnTo>
                  <a:pt x="61701" y="111266"/>
                </a:lnTo>
                <a:cubicBezTo>
                  <a:pt x="61626" y="111299"/>
                  <a:pt x="61548" y="111344"/>
                  <a:pt x="61456" y="111363"/>
                </a:cubicBezTo>
                <a:cubicBezTo>
                  <a:pt x="61332" y="111412"/>
                  <a:pt x="61207" y="111487"/>
                  <a:pt x="61083" y="111512"/>
                </a:cubicBezTo>
                <a:cubicBezTo>
                  <a:pt x="59963" y="111985"/>
                  <a:pt x="58669" y="112458"/>
                  <a:pt x="56752" y="113155"/>
                </a:cubicBezTo>
                <a:cubicBezTo>
                  <a:pt x="56702" y="113204"/>
                  <a:pt x="56627" y="113204"/>
                  <a:pt x="56603" y="113229"/>
                </a:cubicBezTo>
                <a:cubicBezTo>
                  <a:pt x="55995" y="113448"/>
                  <a:pt x="55173" y="113715"/>
                  <a:pt x="54300" y="113982"/>
                </a:cubicBezTo>
                <a:lnTo>
                  <a:pt x="54300" y="113982"/>
                </a:lnTo>
                <a:cubicBezTo>
                  <a:pt x="54308" y="113979"/>
                  <a:pt x="54313" y="113976"/>
                  <a:pt x="54313" y="113976"/>
                </a:cubicBezTo>
                <a:cubicBezTo>
                  <a:pt x="54337" y="113976"/>
                  <a:pt x="54362" y="113926"/>
                  <a:pt x="54387" y="113926"/>
                </a:cubicBezTo>
                <a:cubicBezTo>
                  <a:pt x="54437" y="113926"/>
                  <a:pt x="54437" y="113901"/>
                  <a:pt x="54462" y="113901"/>
                </a:cubicBezTo>
                <a:cubicBezTo>
                  <a:pt x="55582" y="113553"/>
                  <a:pt x="56329" y="113279"/>
                  <a:pt x="56752" y="113130"/>
                </a:cubicBezTo>
                <a:cubicBezTo>
                  <a:pt x="57300" y="112906"/>
                  <a:pt x="57797" y="112756"/>
                  <a:pt x="58220" y="112557"/>
                </a:cubicBezTo>
                <a:lnTo>
                  <a:pt x="59988" y="111910"/>
                </a:lnTo>
                <a:cubicBezTo>
                  <a:pt x="60187" y="111860"/>
                  <a:pt x="60336" y="111786"/>
                  <a:pt x="60535" y="111736"/>
                </a:cubicBezTo>
                <a:cubicBezTo>
                  <a:pt x="60909" y="111573"/>
                  <a:pt x="61304" y="111409"/>
                  <a:pt x="61701" y="111266"/>
                </a:cubicBezTo>
                <a:close/>
                <a:moveTo>
                  <a:pt x="59241" y="107156"/>
                </a:moveTo>
                <a:lnTo>
                  <a:pt x="59241" y="107156"/>
                </a:lnTo>
                <a:cubicBezTo>
                  <a:pt x="58619" y="108724"/>
                  <a:pt x="57922" y="110018"/>
                  <a:pt x="57051" y="111089"/>
                </a:cubicBezTo>
                <a:cubicBezTo>
                  <a:pt x="53889" y="112458"/>
                  <a:pt x="50828" y="113528"/>
                  <a:pt x="47791" y="114349"/>
                </a:cubicBezTo>
                <a:cubicBezTo>
                  <a:pt x="45601" y="113827"/>
                  <a:pt x="43311" y="112508"/>
                  <a:pt x="41195" y="110466"/>
                </a:cubicBezTo>
                <a:cubicBezTo>
                  <a:pt x="41419" y="110267"/>
                  <a:pt x="41643" y="110093"/>
                  <a:pt x="41867" y="109869"/>
                </a:cubicBezTo>
                <a:cubicBezTo>
                  <a:pt x="43609" y="109346"/>
                  <a:pt x="45352" y="108749"/>
                  <a:pt x="47119" y="108052"/>
                </a:cubicBezTo>
                <a:lnTo>
                  <a:pt x="47219" y="108052"/>
                </a:lnTo>
                <a:cubicBezTo>
                  <a:pt x="47268" y="108052"/>
                  <a:pt x="47343" y="108102"/>
                  <a:pt x="47368" y="108102"/>
                </a:cubicBezTo>
                <a:cubicBezTo>
                  <a:pt x="47791" y="108152"/>
                  <a:pt x="48239" y="108226"/>
                  <a:pt x="48662" y="108251"/>
                </a:cubicBezTo>
                <a:cubicBezTo>
                  <a:pt x="48762" y="108251"/>
                  <a:pt x="48861" y="108276"/>
                  <a:pt x="48961" y="108276"/>
                </a:cubicBezTo>
                <a:lnTo>
                  <a:pt x="49110" y="108276"/>
                </a:lnTo>
                <a:cubicBezTo>
                  <a:pt x="49658" y="108301"/>
                  <a:pt x="50230" y="108351"/>
                  <a:pt x="50828" y="108351"/>
                </a:cubicBezTo>
                <a:lnTo>
                  <a:pt x="51002" y="108351"/>
                </a:lnTo>
                <a:cubicBezTo>
                  <a:pt x="51400" y="108351"/>
                  <a:pt x="51823" y="108351"/>
                  <a:pt x="52222" y="108301"/>
                </a:cubicBezTo>
                <a:lnTo>
                  <a:pt x="52272" y="108301"/>
                </a:lnTo>
                <a:cubicBezTo>
                  <a:pt x="52496" y="108301"/>
                  <a:pt x="52720" y="108276"/>
                  <a:pt x="52944" y="108251"/>
                </a:cubicBezTo>
                <a:lnTo>
                  <a:pt x="53068" y="108251"/>
                </a:lnTo>
                <a:cubicBezTo>
                  <a:pt x="53242" y="108251"/>
                  <a:pt x="53416" y="108226"/>
                  <a:pt x="53616" y="108176"/>
                </a:cubicBezTo>
                <a:cubicBezTo>
                  <a:pt x="53765" y="108176"/>
                  <a:pt x="53889" y="108152"/>
                  <a:pt x="54064" y="108127"/>
                </a:cubicBezTo>
                <a:cubicBezTo>
                  <a:pt x="54238" y="108102"/>
                  <a:pt x="54462" y="108102"/>
                  <a:pt x="54686" y="108052"/>
                </a:cubicBezTo>
                <a:lnTo>
                  <a:pt x="54711" y="108052"/>
                </a:lnTo>
                <a:cubicBezTo>
                  <a:pt x="54761" y="108052"/>
                  <a:pt x="54835" y="108027"/>
                  <a:pt x="54885" y="108027"/>
                </a:cubicBezTo>
                <a:lnTo>
                  <a:pt x="54960" y="108027"/>
                </a:lnTo>
                <a:lnTo>
                  <a:pt x="55433" y="107928"/>
                </a:lnTo>
                <a:cubicBezTo>
                  <a:pt x="55731" y="107878"/>
                  <a:pt x="56055" y="107803"/>
                  <a:pt x="56354" y="107778"/>
                </a:cubicBezTo>
                <a:cubicBezTo>
                  <a:pt x="56603" y="107753"/>
                  <a:pt x="56851" y="107679"/>
                  <a:pt x="57100" y="107654"/>
                </a:cubicBezTo>
                <a:cubicBezTo>
                  <a:pt x="57822" y="107529"/>
                  <a:pt x="58544" y="107355"/>
                  <a:pt x="59241" y="107156"/>
                </a:cubicBezTo>
                <a:close/>
                <a:moveTo>
                  <a:pt x="56329" y="111910"/>
                </a:moveTo>
                <a:cubicBezTo>
                  <a:pt x="55831" y="112383"/>
                  <a:pt x="55308" y="112856"/>
                  <a:pt x="54736" y="113229"/>
                </a:cubicBezTo>
                <a:cubicBezTo>
                  <a:pt x="52968" y="113727"/>
                  <a:pt x="51201" y="114101"/>
                  <a:pt x="49509" y="114374"/>
                </a:cubicBezTo>
                <a:cubicBezTo>
                  <a:pt x="51749" y="113702"/>
                  <a:pt x="54014" y="112881"/>
                  <a:pt x="56329" y="111910"/>
                </a:cubicBezTo>
                <a:close/>
                <a:moveTo>
                  <a:pt x="19988" y="111288"/>
                </a:moveTo>
                <a:cubicBezTo>
                  <a:pt x="20013" y="111288"/>
                  <a:pt x="20087" y="111338"/>
                  <a:pt x="20112" y="111338"/>
                </a:cubicBezTo>
                <a:cubicBezTo>
                  <a:pt x="21531" y="112607"/>
                  <a:pt x="23199" y="113628"/>
                  <a:pt x="25066" y="114449"/>
                </a:cubicBezTo>
                <a:cubicBezTo>
                  <a:pt x="24941" y="114399"/>
                  <a:pt x="24817" y="114374"/>
                  <a:pt x="24717" y="114349"/>
                </a:cubicBezTo>
                <a:cubicBezTo>
                  <a:pt x="22950" y="113528"/>
                  <a:pt x="21357" y="112508"/>
                  <a:pt x="19988" y="111288"/>
                </a:cubicBezTo>
                <a:close/>
                <a:moveTo>
                  <a:pt x="41071" y="110616"/>
                </a:moveTo>
                <a:cubicBezTo>
                  <a:pt x="43136" y="112582"/>
                  <a:pt x="45277" y="113877"/>
                  <a:pt x="47468" y="114474"/>
                </a:cubicBezTo>
                <a:cubicBezTo>
                  <a:pt x="47418" y="114474"/>
                  <a:pt x="47393" y="114499"/>
                  <a:pt x="47343" y="114499"/>
                </a:cubicBezTo>
                <a:cubicBezTo>
                  <a:pt x="45178" y="113901"/>
                  <a:pt x="43062" y="112607"/>
                  <a:pt x="41046" y="110641"/>
                </a:cubicBezTo>
                <a:lnTo>
                  <a:pt x="41071" y="110616"/>
                </a:lnTo>
                <a:close/>
                <a:moveTo>
                  <a:pt x="56802" y="111412"/>
                </a:moveTo>
                <a:cubicBezTo>
                  <a:pt x="56752" y="111487"/>
                  <a:pt x="56702" y="111512"/>
                  <a:pt x="56677" y="111587"/>
                </a:cubicBezTo>
                <a:cubicBezTo>
                  <a:pt x="53840" y="112732"/>
                  <a:pt x="51102" y="113727"/>
                  <a:pt x="48388" y="114499"/>
                </a:cubicBezTo>
                <a:cubicBezTo>
                  <a:pt x="48339" y="114499"/>
                  <a:pt x="48264" y="114474"/>
                  <a:pt x="48214" y="114474"/>
                </a:cubicBezTo>
                <a:cubicBezTo>
                  <a:pt x="51002" y="113702"/>
                  <a:pt x="53865" y="112657"/>
                  <a:pt x="56802" y="111412"/>
                </a:cubicBezTo>
                <a:close/>
                <a:moveTo>
                  <a:pt x="22300" y="113641"/>
                </a:moveTo>
                <a:cubicBezTo>
                  <a:pt x="22877" y="113870"/>
                  <a:pt x="23339" y="114032"/>
                  <a:pt x="23622" y="114150"/>
                </a:cubicBezTo>
                <a:cubicBezTo>
                  <a:pt x="24020" y="114325"/>
                  <a:pt x="24393" y="114449"/>
                  <a:pt x="24817" y="114573"/>
                </a:cubicBezTo>
                <a:cubicBezTo>
                  <a:pt x="24717" y="114573"/>
                  <a:pt x="24593" y="114524"/>
                  <a:pt x="24418" y="114499"/>
                </a:cubicBezTo>
                <a:lnTo>
                  <a:pt x="24393" y="114499"/>
                </a:lnTo>
                <a:cubicBezTo>
                  <a:pt x="24269" y="114474"/>
                  <a:pt x="24194" y="114449"/>
                  <a:pt x="24070" y="114374"/>
                </a:cubicBezTo>
                <a:cubicBezTo>
                  <a:pt x="24020" y="114374"/>
                  <a:pt x="24020" y="114349"/>
                  <a:pt x="23995" y="114349"/>
                </a:cubicBezTo>
                <a:cubicBezTo>
                  <a:pt x="23522" y="114200"/>
                  <a:pt x="23099" y="114026"/>
                  <a:pt x="22651" y="113827"/>
                </a:cubicBezTo>
                <a:cubicBezTo>
                  <a:pt x="22534" y="113768"/>
                  <a:pt x="22417" y="113695"/>
                  <a:pt x="22300" y="113641"/>
                </a:cubicBezTo>
                <a:close/>
                <a:moveTo>
                  <a:pt x="47791" y="114573"/>
                </a:moveTo>
                <a:cubicBezTo>
                  <a:pt x="47841" y="114573"/>
                  <a:pt x="47866" y="114598"/>
                  <a:pt x="47916" y="114598"/>
                </a:cubicBezTo>
                <a:lnTo>
                  <a:pt x="47667" y="114598"/>
                </a:lnTo>
                <a:cubicBezTo>
                  <a:pt x="47716" y="114598"/>
                  <a:pt x="47766" y="114573"/>
                  <a:pt x="47791" y="114573"/>
                </a:cubicBezTo>
                <a:close/>
                <a:moveTo>
                  <a:pt x="54188" y="113553"/>
                </a:moveTo>
                <a:cubicBezTo>
                  <a:pt x="54089" y="113603"/>
                  <a:pt x="54014" y="113628"/>
                  <a:pt x="53939" y="113702"/>
                </a:cubicBezTo>
                <a:cubicBezTo>
                  <a:pt x="52396" y="114101"/>
                  <a:pt x="50902" y="114399"/>
                  <a:pt x="49484" y="114623"/>
                </a:cubicBezTo>
                <a:cubicBezTo>
                  <a:pt x="49384" y="114623"/>
                  <a:pt x="49285" y="114623"/>
                  <a:pt x="49235" y="114598"/>
                </a:cubicBezTo>
                <a:cubicBezTo>
                  <a:pt x="50853" y="114349"/>
                  <a:pt x="52496" y="114001"/>
                  <a:pt x="54188" y="113553"/>
                </a:cubicBezTo>
                <a:close/>
                <a:moveTo>
                  <a:pt x="53068" y="114101"/>
                </a:moveTo>
                <a:lnTo>
                  <a:pt x="53068" y="114101"/>
                </a:lnTo>
                <a:cubicBezTo>
                  <a:pt x="52645" y="114250"/>
                  <a:pt x="52247" y="114374"/>
                  <a:pt x="51848" y="114474"/>
                </a:cubicBezTo>
                <a:cubicBezTo>
                  <a:pt x="51400" y="114524"/>
                  <a:pt x="50977" y="114598"/>
                  <a:pt x="50529" y="114623"/>
                </a:cubicBezTo>
                <a:cubicBezTo>
                  <a:pt x="51375" y="114474"/>
                  <a:pt x="52222" y="114275"/>
                  <a:pt x="53068" y="114101"/>
                </a:cubicBezTo>
                <a:close/>
                <a:moveTo>
                  <a:pt x="48488" y="114698"/>
                </a:moveTo>
                <a:cubicBezTo>
                  <a:pt x="48538" y="114698"/>
                  <a:pt x="48613" y="114723"/>
                  <a:pt x="48662" y="114723"/>
                </a:cubicBezTo>
                <a:cubicBezTo>
                  <a:pt x="48637" y="114723"/>
                  <a:pt x="48538" y="114748"/>
                  <a:pt x="48488" y="114748"/>
                </a:cubicBezTo>
                <a:cubicBezTo>
                  <a:pt x="48413" y="114748"/>
                  <a:pt x="48388" y="114723"/>
                  <a:pt x="48339" y="114723"/>
                </a:cubicBezTo>
                <a:cubicBezTo>
                  <a:pt x="48388" y="114723"/>
                  <a:pt x="48463" y="114698"/>
                  <a:pt x="48488" y="114698"/>
                </a:cubicBezTo>
                <a:close/>
                <a:moveTo>
                  <a:pt x="53342" y="114225"/>
                </a:moveTo>
                <a:lnTo>
                  <a:pt x="53143" y="114325"/>
                </a:lnTo>
                <a:cubicBezTo>
                  <a:pt x="53118" y="114325"/>
                  <a:pt x="53093" y="114349"/>
                  <a:pt x="53068" y="114349"/>
                </a:cubicBezTo>
                <a:cubicBezTo>
                  <a:pt x="52869" y="114399"/>
                  <a:pt x="52720" y="114474"/>
                  <a:pt x="52520" y="114524"/>
                </a:cubicBezTo>
                <a:lnTo>
                  <a:pt x="52471" y="114524"/>
                </a:lnTo>
                <a:cubicBezTo>
                  <a:pt x="52272" y="114598"/>
                  <a:pt x="52072" y="114623"/>
                  <a:pt x="51873" y="114698"/>
                </a:cubicBezTo>
                <a:cubicBezTo>
                  <a:pt x="51823" y="114698"/>
                  <a:pt x="51774" y="114698"/>
                  <a:pt x="51724" y="114723"/>
                </a:cubicBezTo>
                <a:lnTo>
                  <a:pt x="51624" y="114723"/>
                </a:lnTo>
                <a:cubicBezTo>
                  <a:pt x="51500" y="114748"/>
                  <a:pt x="51400" y="114748"/>
                  <a:pt x="51276" y="114773"/>
                </a:cubicBezTo>
                <a:cubicBezTo>
                  <a:pt x="52023" y="114598"/>
                  <a:pt x="52720" y="114399"/>
                  <a:pt x="53342" y="114225"/>
                </a:cubicBezTo>
                <a:close/>
                <a:moveTo>
                  <a:pt x="40896" y="110740"/>
                </a:moveTo>
                <a:cubicBezTo>
                  <a:pt x="42863" y="112632"/>
                  <a:pt x="44904" y="113951"/>
                  <a:pt x="46995" y="114573"/>
                </a:cubicBezTo>
                <a:cubicBezTo>
                  <a:pt x="46795" y="114623"/>
                  <a:pt x="46621" y="114648"/>
                  <a:pt x="46422" y="114723"/>
                </a:cubicBezTo>
                <a:cubicBezTo>
                  <a:pt x="45529" y="114794"/>
                  <a:pt x="44652" y="114830"/>
                  <a:pt x="43794" y="114830"/>
                </a:cubicBezTo>
                <a:cubicBezTo>
                  <a:pt x="41045" y="114830"/>
                  <a:pt x="38494" y="114461"/>
                  <a:pt x="36217" y="113702"/>
                </a:cubicBezTo>
                <a:cubicBezTo>
                  <a:pt x="37884" y="112956"/>
                  <a:pt x="39428" y="111960"/>
                  <a:pt x="40896" y="110740"/>
                </a:cubicBezTo>
                <a:close/>
                <a:moveTo>
                  <a:pt x="49484" y="114797"/>
                </a:moveTo>
                <a:cubicBezTo>
                  <a:pt x="49633" y="114822"/>
                  <a:pt x="49789" y="114835"/>
                  <a:pt x="49944" y="114835"/>
                </a:cubicBezTo>
                <a:cubicBezTo>
                  <a:pt x="50100" y="114835"/>
                  <a:pt x="50255" y="114822"/>
                  <a:pt x="50405" y="114797"/>
                </a:cubicBezTo>
                <a:lnTo>
                  <a:pt x="50405" y="114797"/>
                </a:lnTo>
                <a:cubicBezTo>
                  <a:pt x="50330" y="114847"/>
                  <a:pt x="50230" y="114847"/>
                  <a:pt x="50131" y="114872"/>
                </a:cubicBezTo>
                <a:lnTo>
                  <a:pt x="50031" y="114872"/>
                </a:lnTo>
                <a:cubicBezTo>
                  <a:pt x="49758" y="114872"/>
                  <a:pt x="49484" y="114847"/>
                  <a:pt x="49235" y="114847"/>
                </a:cubicBezTo>
                <a:cubicBezTo>
                  <a:pt x="49334" y="114847"/>
                  <a:pt x="49384" y="114797"/>
                  <a:pt x="49484" y="114797"/>
                </a:cubicBezTo>
                <a:close/>
                <a:moveTo>
                  <a:pt x="20486" y="111387"/>
                </a:moveTo>
                <a:lnTo>
                  <a:pt x="20486" y="111387"/>
                </a:lnTo>
                <a:cubicBezTo>
                  <a:pt x="20784" y="111462"/>
                  <a:pt x="21083" y="111537"/>
                  <a:pt x="21382" y="111611"/>
                </a:cubicBezTo>
                <a:cubicBezTo>
                  <a:pt x="21631" y="111661"/>
                  <a:pt x="21904" y="111711"/>
                  <a:pt x="22153" y="111736"/>
                </a:cubicBezTo>
                <a:cubicBezTo>
                  <a:pt x="22576" y="111786"/>
                  <a:pt x="22975" y="111885"/>
                  <a:pt x="23373" y="111910"/>
                </a:cubicBezTo>
                <a:cubicBezTo>
                  <a:pt x="23771" y="111985"/>
                  <a:pt x="24219" y="112010"/>
                  <a:pt x="24642" y="112035"/>
                </a:cubicBezTo>
                <a:cubicBezTo>
                  <a:pt x="24941" y="112084"/>
                  <a:pt x="25190" y="112109"/>
                  <a:pt x="25464" y="112109"/>
                </a:cubicBezTo>
                <a:cubicBezTo>
                  <a:pt x="26186" y="112134"/>
                  <a:pt x="26883" y="112159"/>
                  <a:pt x="27629" y="112159"/>
                </a:cubicBezTo>
                <a:cubicBezTo>
                  <a:pt x="28376" y="112159"/>
                  <a:pt x="29123" y="112134"/>
                  <a:pt x="29919" y="112109"/>
                </a:cubicBezTo>
                <a:cubicBezTo>
                  <a:pt x="30367" y="112059"/>
                  <a:pt x="30840" y="112035"/>
                  <a:pt x="31338" y="111985"/>
                </a:cubicBezTo>
                <a:cubicBezTo>
                  <a:pt x="31463" y="111985"/>
                  <a:pt x="31587" y="111960"/>
                  <a:pt x="31736" y="111960"/>
                </a:cubicBezTo>
                <a:cubicBezTo>
                  <a:pt x="32782" y="112632"/>
                  <a:pt x="33852" y="113229"/>
                  <a:pt x="35072" y="113727"/>
                </a:cubicBezTo>
                <a:cubicBezTo>
                  <a:pt x="33329" y="114399"/>
                  <a:pt x="31487" y="114797"/>
                  <a:pt x="29670" y="114897"/>
                </a:cubicBezTo>
                <a:cubicBezTo>
                  <a:pt x="29396" y="114914"/>
                  <a:pt x="29125" y="114922"/>
                  <a:pt x="28856" y="114922"/>
                </a:cubicBezTo>
                <a:cubicBezTo>
                  <a:pt x="27952" y="114922"/>
                  <a:pt x="27074" y="114832"/>
                  <a:pt x="26211" y="114698"/>
                </a:cubicBezTo>
                <a:cubicBezTo>
                  <a:pt x="24020" y="113877"/>
                  <a:pt x="22128" y="112781"/>
                  <a:pt x="20486" y="111387"/>
                </a:cubicBezTo>
                <a:close/>
                <a:moveTo>
                  <a:pt x="46995" y="114872"/>
                </a:moveTo>
                <a:cubicBezTo>
                  <a:pt x="46895" y="114897"/>
                  <a:pt x="46795" y="114947"/>
                  <a:pt x="46721" y="114947"/>
                </a:cubicBezTo>
                <a:cubicBezTo>
                  <a:pt x="46497" y="114972"/>
                  <a:pt x="46298" y="114972"/>
                  <a:pt x="46099" y="114997"/>
                </a:cubicBezTo>
                <a:lnTo>
                  <a:pt x="46472" y="114897"/>
                </a:lnTo>
                <a:cubicBezTo>
                  <a:pt x="46646" y="114897"/>
                  <a:pt x="46795" y="114872"/>
                  <a:pt x="46995" y="114872"/>
                </a:cubicBezTo>
                <a:close/>
                <a:moveTo>
                  <a:pt x="35968" y="113827"/>
                </a:moveTo>
                <a:cubicBezTo>
                  <a:pt x="38360" y="114638"/>
                  <a:pt x="41027" y="115028"/>
                  <a:pt x="43938" y="115028"/>
                </a:cubicBezTo>
                <a:cubicBezTo>
                  <a:pt x="44419" y="115028"/>
                  <a:pt x="44907" y="115018"/>
                  <a:pt x="45402" y="114997"/>
                </a:cubicBezTo>
                <a:lnTo>
                  <a:pt x="45402" y="114997"/>
                </a:lnTo>
                <a:cubicBezTo>
                  <a:pt x="45302" y="115021"/>
                  <a:pt x="45227" y="115021"/>
                  <a:pt x="45128" y="115071"/>
                </a:cubicBezTo>
                <a:cubicBezTo>
                  <a:pt x="44680" y="115096"/>
                  <a:pt x="44281" y="115096"/>
                  <a:pt x="43883" y="115096"/>
                </a:cubicBezTo>
                <a:cubicBezTo>
                  <a:pt x="40946" y="115096"/>
                  <a:pt x="38283" y="114648"/>
                  <a:pt x="35918" y="113852"/>
                </a:cubicBezTo>
                <a:cubicBezTo>
                  <a:pt x="35918" y="113827"/>
                  <a:pt x="35943" y="113827"/>
                  <a:pt x="35968" y="113827"/>
                </a:cubicBezTo>
                <a:close/>
                <a:moveTo>
                  <a:pt x="35296" y="113852"/>
                </a:moveTo>
                <a:cubicBezTo>
                  <a:pt x="35321" y="113852"/>
                  <a:pt x="35346" y="113877"/>
                  <a:pt x="35395" y="113877"/>
                </a:cubicBezTo>
                <a:cubicBezTo>
                  <a:pt x="33528" y="114623"/>
                  <a:pt x="31587" y="115071"/>
                  <a:pt x="29670" y="115146"/>
                </a:cubicBezTo>
                <a:cubicBezTo>
                  <a:pt x="29421" y="115146"/>
                  <a:pt x="29123" y="115196"/>
                  <a:pt x="28924" y="115196"/>
                </a:cubicBezTo>
                <a:cubicBezTo>
                  <a:pt x="28426" y="115196"/>
                  <a:pt x="27953" y="115146"/>
                  <a:pt x="27480" y="115121"/>
                </a:cubicBezTo>
                <a:cubicBezTo>
                  <a:pt x="27355" y="115071"/>
                  <a:pt x="27256" y="115021"/>
                  <a:pt x="27181" y="114997"/>
                </a:cubicBezTo>
                <a:lnTo>
                  <a:pt x="27181" y="114997"/>
                </a:lnTo>
                <a:cubicBezTo>
                  <a:pt x="27790" y="115073"/>
                  <a:pt x="28398" y="115105"/>
                  <a:pt x="29029" y="115105"/>
                </a:cubicBezTo>
                <a:cubicBezTo>
                  <a:pt x="29224" y="115105"/>
                  <a:pt x="29421" y="115102"/>
                  <a:pt x="29621" y="115096"/>
                </a:cubicBezTo>
                <a:cubicBezTo>
                  <a:pt x="31562" y="114997"/>
                  <a:pt x="33454" y="114573"/>
                  <a:pt x="35296" y="113852"/>
                </a:cubicBezTo>
                <a:close/>
                <a:moveTo>
                  <a:pt x="35644" y="113951"/>
                </a:moveTo>
                <a:cubicBezTo>
                  <a:pt x="38059" y="114822"/>
                  <a:pt x="40822" y="115246"/>
                  <a:pt x="43858" y="115246"/>
                </a:cubicBezTo>
                <a:lnTo>
                  <a:pt x="44057" y="115246"/>
                </a:lnTo>
                <a:cubicBezTo>
                  <a:pt x="41096" y="115870"/>
                  <a:pt x="38258" y="116185"/>
                  <a:pt x="35584" y="116185"/>
                </a:cubicBezTo>
                <a:cubicBezTo>
                  <a:pt x="34099" y="116185"/>
                  <a:pt x="32665" y="116088"/>
                  <a:pt x="31288" y="115893"/>
                </a:cubicBezTo>
                <a:cubicBezTo>
                  <a:pt x="31114" y="115868"/>
                  <a:pt x="30940" y="115843"/>
                  <a:pt x="30790" y="115843"/>
                </a:cubicBezTo>
                <a:cubicBezTo>
                  <a:pt x="29919" y="115718"/>
                  <a:pt x="29098" y="115519"/>
                  <a:pt x="28301" y="115320"/>
                </a:cubicBezTo>
                <a:cubicBezTo>
                  <a:pt x="28476" y="115320"/>
                  <a:pt x="28700" y="115345"/>
                  <a:pt x="28874" y="115345"/>
                </a:cubicBezTo>
                <a:cubicBezTo>
                  <a:pt x="29123" y="115345"/>
                  <a:pt x="29372" y="115345"/>
                  <a:pt x="29670" y="115320"/>
                </a:cubicBezTo>
                <a:cubicBezTo>
                  <a:pt x="31687" y="115221"/>
                  <a:pt x="33703" y="114748"/>
                  <a:pt x="35644" y="113951"/>
                </a:cubicBezTo>
                <a:close/>
                <a:moveTo>
                  <a:pt x="48513" y="114947"/>
                </a:moveTo>
                <a:cubicBezTo>
                  <a:pt x="48787" y="114997"/>
                  <a:pt x="49135" y="114997"/>
                  <a:pt x="49459" y="115021"/>
                </a:cubicBezTo>
                <a:cubicBezTo>
                  <a:pt x="49110" y="115121"/>
                  <a:pt x="48737" y="115196"/>
                  <a:pt x="48364" y="115270"/>
                </a:cubicBezTo>
                <a:cubicBezTo>
                  <a:pt x="46497" y="115694"/>
                  <a:pt x="43410" y="116191"/>
                  <a:pt x="40448" y="116316"/>
                </a:cubicBezTo>
                <a:cubicBezTo>
                  <a:pt x="42489" y="116067"/>
                  <a:pt x="44605" y="115644"/>
                  <a:pt x="46771" y="115121"/>
                </a:cubicBezTo>
                <a:cubicBezTo>
                  <a:pt x="47343" y="115071"/>
                  <a:pt x="47916" y="114997"/>
                  <a:pt x="48513" y="114947"/>
                </a:cubicBezTo>
                <a:close/>
                <a:moveTo>
                  <a:pt x="27596" y="115399"/>
                </a:moveTo>
                <a:cubicBezTo>
                  <a:pt x="28936" y="115729"/>
                  <a:pt x="30005" y="115919"/>
                  <a:pt x="30392" y="115967"/>
                </a:cubicBezTo>
                <a:cubicBezTo>
                  <a:pt x="30542" y="115992"/>
                  <a:pt x="30666" y="115992"/>
                  <a:pt x="30741" y="116017"/>
                </a:cubicBezTo>
                <a:cubicBezTo>
                  <a:pt x="30890" y="116042"/>
                  <a:pt x="31014" y="116042"/>
                  <a:pt x="31189" y="116092"/>
                </a:cubicBezTo>
                <a:cubicBezTo>
                  <a:pt x="31985" y="116216"/>
                  <a:pt x="32757" y="116291"/>
                  <a:pt x="33578" y="116391"/>
                </a:cubicBezTo>
                <a:cubicBezTo>
                  <a:pt x="33329" y="116366"/>
                  <a:pt x="33056" y="116341"/>
                  <a:pt x="32782" y="116341"/>
                </a:cubicBezTo>
                <a:cubicBezTo>
                  <a:pt x="32608" y="116341"/>
                  <a:pt x="32483" y="116316"/>
                  <a:pt x="32334" y="116316"/>
                </a:cubicBezTo>
                <a:cubicBezTo>
                  <a:pt x="32159" y="116266"/>
                  <a:pt x="31960" y="116266"/>
                  <a:pt x="31786" y="116241"/>
                </a:cubicBezTo>
                <a:cubicBezTo>
                  <a:pt x="31413" y="116191"/>
                  <a:pt x="31064" y="116142"/>
                  <a:pt x="30691" y="116092"/>
                </a:cubicBezTo>
                <a:cubicBezTo>
                  <a:pt x="30591" y="116092"/>
                  <a:pt x="30492" y="116042"/>
                  <a:pt x="30442" y="116042"/>
                </a:cubicBezTo>
                <a:cubicBezTo>
                  <a:pt x="29695" y="115942"/>
                  <a:pt x="28949" y="115768"/>
                  <a:pt x="28227" y="115594"/>
                </a:cubicBezTo>
                <a:cubicBezTo>
                  <a:pt x="28202" y="115594"/>
                  <a:pt x="28127" y="115544"/>
                  <a:pt x="28102" y="115544"/>
                </a:cubicBezTo>
                <a:cubicBezTo>
                  <a:pt x="27918" y="115503"/>
                  <a:pt x="27768" y="115446"/>
                  <a:pt x="27596" y="115399"/>
                </a:cubicBezTo>
                <a:close/>
                <a:moveTo>
                  <a:pt x="45601" y="115221"/>
                </a:moveTo>
                <a:cubicBezTo>
                  <a:pt x="42813" y="115868"/>
                  <a:pt x="40150" y="116241"/>
                  <a:pt x="37586" y="116391"/>
                </a:cubicBezTo>
                <a:cubicBezTo>
                  <a:pt x="37088" y="116391"/>
                  <a:pt x="36665" y="116391"/>
                  <a:pt x="36217" y="116366"/>
                </a:cubicBezTo>
                <a:cubicBezTo>
                  <a:pt x="39029" y="116316"/>
                  <a:pt x="42016" y="115942"/>
                  <a:pt x="45128" y="115221"/>
                </a:cubicBezTo>
                <a:close/>
                <a:moveTo>
                  <a:pt x="50479" y="115021"/>
                </a:moveTo>
                <a:cubicBezTo>
                  <a:pt x="50031" y="115146"/>
                  <a:pt x="49583" y="115270"/>
                  <a:pt x="49085" y="115370"/>
                </a:cubicBezTo>
                <a:cubicBezTo>
                  <a:pt x="48264" y="115519"/>
                  <a:pt x="47293" y="115743"/>
                  <a:pt x="46372" y="115893"/>
                </a:cubicBezTo>
                <a:cubicBezTo>
                  <a:pt x="45924" y="115967"/>
                  <a:pt x="45426" y="116067"/>
                  <a:pt x="44929" y="116117"/>
                </a:cubicBezTo>
                <a:lnTo>
                  <a:pt x="44879" y="116117"/>
                </a:lnTo>
                <a:cubicBezTo>
                  <a:pt x="44406" y="116191"/>
                  <a:pt x="43908" y="116216"/>
                  <a:pt x="43385" y="116266"/>
                </a:cubicBezTo>
                <a:cubicBezTo>
                  <a:pt x="42191" y="116391"/>
                  <a:pt x="40871" y="116490"/>
                  <a:pt x="39577" y="116565"/>
                </a:cubicBezTo>
                <a:cubicBezTo>
                  <a:pt x="39204" y="116590"/>
                  <a:pt x="38830" y="116590"/>
                  <a:pt x="38457" y="116615"/>
                </a:cubicBezTo>
                <a:lnTo>
                  <a:pt x="37685" y="116615"/>
                </a:lnTo>
                <a:cubicBezTo>
                  <a:pt x="37187" y="116615"/>
                  <a:pt x="36764" y="116615"/>
                  <a:pt x="36316" y="116590"/>
                </a:cubicBezTo>
                <a:lnTo>
                  <a:pt x="37038" y="116590"/>
                </a:lnTo>
                <a:cubicBezTo>
                  <a:pt x="37187" y="116590"/>
                  <a:pt x="37387" y="116540"/>
                  <a:pt x="37536" y="116540"/>
                </a:cubicBezTo>
                <a:lnTo>
                  <a:pt x="37660" y="116540"/>
                </a:lnTo>
                <a:cubicBezTo>
                  <a:pt x="38208" y="116540"/>
                  <a:pt x="38880" y="116540"/>
                  <a:pt x="39552" y="116515"/>
                </a:cubicBezTo>
                <a:lnTo>
                  <a:pt x="39577" y="116515"/>
                </a:lnTo>
                <a:cubicBezTo>
                  <a:pt x="40822" y="116490"/>
                  <a:pt x="42166" y="116366"/>
                  <a:pt x="43410" y="116241"/>
                </a:cubicBezTo>
                <a:cubicBezTo>
                  <a:pt x="45352" y="116017"/>
                  <a:pt x="47119" y="115718"/>
                  <a:pt x="48364" y="115420"/>
                </a:cubicBezTo>
                <a:cubicBezTo>
                  <a:pt x="48986" y="115295"/>
                  <a:pt x="49583" y="115146"/>
                  <a:pt x="50106" y="115021"/>
                </a:cubicBezTo>
                <a:close/>
                <a:moveTo>
                  <a:pt x="80647" y="0"/>
                </a:moveTo>
                <a:cubicBezTo>
                  <a:pt x="79950" y="0"/>
                  <a:pt x="79278" y="25"/>
                  <a:pt x="78706" y="50"/>
                </a:cubicBezTo>
                <a:lnTo>
                  <a:pt x="78606" y="50"/>
                </a:lnTo>
                <a:cubicBezTo>
                  <a:pt x="77212" y="125"/>
                  <a:pt x="75520" y="249"/>
                  <a:pt x="73603" y="498"/>
                </a:cubicBezTo>
                <a:cubicBezTo>
                  <a:pt x="73529" y="498"/>
                  <a:pt x="73479" y="523"/>
                  <a:pt x="73404" y="523"/>
                </a:cubicBezTo>
                <a:cubicBezTo>
                  <a:pt x="72209" y="672"/>
                  <a:pt x="70691" y="971"/>
                  <a:pt x="69894" y="1145"/>
                </a:cubicBezTo>
                <a:cubicBezTo>
                  <a:pt x="69471" y="1245"/>
                  <a:pt x="69073" y="1295"/>
                  <a:pt x="68700" y="1394"/>
                </a:cubicBezTo>
                <a:lnTo>
                  <a:pt x="68675" y="1394"/>
                </a:lnTo>
                <a:cubicBezTo>
                  <a:pt x="68326" y="1494"/>
                  <a:pt x="67978" y="1544"/>
                  <a:pt x="67679" y="1643"/>
                </a:cubicBezTo>
                <a:cubicBezTo>
                  <a:pt x="65215" y="2240"/>
                  <a:pt x="63248" y="2863"/>
                  <a:pt x="62228" y="3236"/>
                </a:cubicBezTo>
                <a:cubicBezTo>
                  <a:pt x="61357" y="3535"/>
                  <a:pt x="60834" y="3734"/>
                  <a:pt x="60809" y="3734"/>
                </a:cubicBezTo>
                <a:cubicBezTo>
                  <a:pt x="60461" y="3858"/>
                  <a:pt x="60087" y="4008"/>
                  <a:pt x="59689" y="4157"/>
                </a:cubicBezTo>
                <a:lnTo>
                  <a:pt x="59639" y="4157"/>
                </a:lnTo>
                <a:cubicBezTo>
                  <a:pt x="58868" y="4456"/>
                  <a:pt x="57947" y="4829"/>
                  <a:pt x="57150" y="5153"/>
                </a:cubicBezTo>
                <a:cubicBezTo>
                  <a:pt x="54960" y="6074"/>
                  <a:pt x="53466" y="6820"/>
                  <a:pt x="49633" y="8812"/>
                </a:cubicBezTo>
                <a:cubicBezTo>
                  <a:pt x="49185" y="9011"/>
                  <a:pt x="48637" y="9334"/>
                  <a:pt x="47990" y="9708"/>
                </a:cubicBezTo>
                <a:cubicBezTo>
                  <a:pt x="47891" y="9782"/>
                  <a:pt x="47791" y="9807"/>
                  <a:pt x="47692" y="9857"/>
                </a:cubicBezTo>
                <a:cubicBezTo>
                  <a:pt x="45800" y="10977"/>
                  <a:pt x="43336" y="12471"/>
                  <a:pt x="41668" y="13665"/>
                </a:cubicBezTo>
                <a:cubicBezTo>
                  <a:pt x="41593" y="13715"/>
                  <a:pt x="41519" y="13740"/>
                  <a:pt x="41444" y="13815"/>
                </a:cubicBezTo>
                <a:cubicBezTo>
                  <a:pt x="40971" y="14113"/>
                  <a:pt x="40548" y="14437"/>
                  <a:pt x="40174" y="14711"/>
                </a:cubicBezTo>
                <a:lnTo>
                  <a:pt x="39701" y="15034"/>
                </a:lnTo>
                <a:lnTo>
                  <a:pt x="39677" y="15034"/>
                </a:lnTo>
                <a:cubicBezTo>
                  <a:pt x="38407" y="15906"/>
                  <a:pt x="37362" y="16677"/>
                  <a:pt x="36167" y="17648"/>
                </a:cubicBezTo>
                <a:cubicBezTo>
                  <a:pt x="36092" y="17698"/>
                  <a:pt x="36042" y="17723"/>
                  <a:pt x="35943" y="17797"/>
                </a:cubicBezTo>
                <a:cubicBezTo>
                  <a:pt x="34798" y="18669"/>
                  <a:pt x="33255" y="19938"/>
                  <a:pt x="32359" y="20685"/>
                </a:cubicBezTo>
                <a:lnTo>
                  <a:pt x="32334" y="20685"/>
                </a:lnTo>
                <a:cubicBezTo>
                  <a:pt x="31861" y="21083"/>
                  <a:pt x="31189" y="21680"/>
                  <a:pt x="30442" y="22327"/>
                </a:cubicBezTo>
                <a:cubicBezTo>
                  <a:pt x="29397" y="23248"/>
                  <a:pt x="28376" y="24194"/>
                  <a:pt x="27530" y="25016"/>
                </a:cubicBezTo>
                <a:cubicBezTo>
                  <a:pt x="26883" y="25638"/>
                  <a:pt x="26285" y="26186"/>
                  <a:pt x="25887" y="26634"/>
                </a:cubicBezTo>
                <a:lnTo>
                  <a:pt x="25663" y="26858"/>
                </a:lnTo>
                <a:cubicBezTo>
                  <a:pt x="25389" y="27156"/>
                  <a:pt x="25041" y="27480"/>
                  <a:pt x="24717" y="27853"/>
                </a:cubicBezTo>
                <a:cubicBezTo>
                  <a:pt x="23970" y="28625"/>
                  <a:pt x="23174" y="29397"/>
                  <a:pt x="22552" y="30118"/>
                </a:cubicBezTo>
                <a:cubicBezTo>
                  <a:pt x="22054" y="30666"/>
                  <a:pt x="21631" y="31164"/>
                  <a:pt x="21257" y="31587"/>
                </a:cubicBezTo>
                <a:cubicBezTo>
                  <a:pt x="20983" y="31886"/>
                  <a:pt x="20734" y="32159"/>
                  <a:pt x="20510" y="32408"/>
                </a:cubicBezTo>
                <a:cubicBezTo>
                  <a:pt x="20386" y="32558"/>
                  <a:pt x="20286" y="32707"/>
                  <a:pt x="20162" y="32782"/>
                </a:cubicBezTo>
                <a:cubicBezTo>
                  <a:pt x="19988" y="33006"/>
                  <a:pt x="19789" y="33205"/>
                  <a:pt x="19614" y="33404"/>
                </a:cubicBezTo>
                <a:cubicBezTo>
                  <a:pt x="19390" y="33653"/>
                  <a:pt x="19166" y="33952"/>
                  <a:pt x="18917" y="34225"/>
                </a:cubicBezTo>
                <a:cubicBezTo>
                  <a:pt x="18196" y="35072"/>
                  <a:pt x="17748" y="35644"/>
                  <a:pt x="16827" y="36839"/>
                </a:cubicBezTo>
                <a:lnTo>
                  <a:pt x="16802" y="36864"/>
                </a:lnTo>
                <a:cubicBezTo>
                  <a:pt x="16802" y="36864"/>
                  <a:pt x="16627" y="37113"/>
                  <a:pt x="16304" y="37511"/>
                </a:cubicBezTo>
                <a:cubicBezTo>
                  <a:pt x="15632" y="38432"/>
                  <a:pt x="14810" y="39477"/>
                  <a:pt x="14213" y="40349"/>
                </a:cubicBezTo>
                <a:cubicBezTo>
                  <a:pt x="14213" y="40373"/>
                  <a:pt x="14188" y="40373"/>
                  <a:pt x="14188" y="40423"/>
                </a:cubicBezTo>
                <a:cubicBezTo>
                  <a:pt x="13441" y="41469"/>
                  <a:pt x="12595" y="42688"/>
                  <a:pt x="11774" y="44032"/>
                </a:cubicBezTo>
                <a:cubicBezTo>
                  <a:pt x="10927" y="45352"/>
                  <a:pt x="10181" y="46546"/>
                  <a:pt x="9583" y="47592"/>
                </a:cubicBezTo>
                <a:cubicBezTo>
                  <a:pt x="9110" y="48339"/>
                  <a:pt x="8712" y="49135"/>
                  <a:pt x="8239" y="49956"/>
                </a:cubicBezTo>
                <a:cubicBezTo>
                  <a:pt x="7791" y="50828"/>
                  <a:pt x="7492" y="51400"/>
                  <a:pt x="7443" y="51525"/>
                </a:cubicBezTo>
                <a:cubicBezTo>
                  <a:pt x="7293" y="51798"/>
                  <a:pt x="7119" y="52122"/>
                  <a:pt x="6970" y="52446"/>
                </a:cubicBezTo>
                <a:lnTo>
                  <a:pt x="6845" y="52670"/>
                </a:lnTo>
                <a:cubicBezTo>
                  <a:pt x="6472" y="53416"/>
                  <a:pt x="6049" y="54288"/>
                  <a:pt x="5700" y="55109"/>
                </a:cubicBezTo>
                <a:cubicBezTo>
                  <a:pt x="5675" y="55159"/>
                  <a:pt x="5626" y="55258"/>
                  <a:pt x="5601" y="55358"/>
                </a:cubicBezTo>
                <a:cubicBezTo>
                  <a:pt x="5078" y="56528"/>
                  <a:pt x="3734" y="59589"/>
                  <a:pt x="2639" y="63024"/>
                </a:cubicBezTo>
                <a:lnTo>
                  <a:pt x="2639" y="63074"/>
                </a:lnTo>
                <a:cubicBezTo>
                  <a:pt x="2191" y="64443"/>
                  <a:pt x="1718" y="66235"/>
                  <a:pt x="1344" y="67853"/>
                </a:cubicBezTo>
                <a:cubicBezTo>
                  <a:pt x="1245" y="68251"/>
                  <a:pt x="1145" y="68724"/>
                  <a:pt x="1070" y="69222"/>
                </a:cubicBezTo>
                <a:cubicBezTo>
                  <a:pt x="996" y="69620"/>
                  <a:pt x="896" y="69994"/>
                  <a:pt x="846" y="70367"/>
                </a:cubicBezTo>
                <a:lnTo>
                  <a:pt x="846" y="70417"/>
                </a:lnTo>
                <a:cubicBezTo>
                  <a:pt x="772" y="70716"/>
                  <a:pt x="722" y="71064"/>
                  <a:pt x="647" y="71363"/>
                </a:cubicBezTo>
                <a:lnTo>
                  <a:pt x="647" y="71437"/>
                </a:lnTo>
                <a:cubicBezTo>
                  <a:pt x="523" y="72159"/>
                  <a:pt x="398" y="72981"/>
                  <a:pt x="324" y="73827"/>
                </a:cubicBezTo>
                <a:cubicBezTo>
                  <a:pt x="199" y="74897"/>
                  <a:pt x="100" y="75918"/>
                  <a:pt x="75" y="76889"/>
                </a:cubicBezTo>
                <a:lnTo>
                  <a:pt x="75" y="76963"/>
                </a:lnTo>
                <a:cubicBezTo>
                  <a:pt x="25" y="77585"/>
                  <a:pt x="0" y="78332"/>
                  <a:pt x="0" y="79054"/>
                </a:cubicBezTo>
                <a:lnTo>
                  <a:pt x="0" y="79776"/>
                </a:lnTo>
                <a:lnTo>
                  <a:pt x="0" y="80323"/>
                </a:lnTo>
                <a:cubicBezTo>
                  <a:pt x="0" y="80946"/>
                  <a:pt x="25" y="81668"/>
                  <a:pt x="100" y="82365"/>
                </a:cubicBezTo>
                <a:cubicBezTo>
                  <a:pt x="249" y="84505"/>
                  <a:pt x="498" y="85999"/>
                  <a:pt x="598" y="86496"/>
                </a:cubicBezTo>
                <a:lnTo>
                  <a:pt x="622" y="86745"/>
                </a:lnTo>
                <a:cubicBezTo>
                  <a:pt x="622" y="86770"/>
                  <a:pt x="622" y="86845"/>
                  <a:pt x="647" y="86870"/>
                </a:cubicBezTo>
                <a:cubicBezTo>
                  <a:pt x="772" y="87741"/>
                  <a:pt x="1070" y="88961"/>
                  <a:pt x="1319" y="89882"/>
                </a:cubicBezTo>
                <a:cubicBezTo>
                  <a:pt x="1319" y="89907"/>
                  <a:pt x="1344" y="89981"/>
                  <a:pt x="1344" y="90006"/>
                </a:cubicBezTo>
                <a:cubicBezTo>
                  <a:pt x="1369" y="90081"/>
                  <a:pt x="1369" y="90131"/>
                  <a:pt x="1394" y="90205"/>
                </a:cubicBezTo>
                <a:cubicBezTo>
                  <a:pt x="1444" y="90255"/>
                  <a:pt x="1444" y="90355"/>
                  <a:pt x="1469" y="90404"/>
                </a:cubicBezTo>
                <a:cubicBezTo>
                  <a:pt x="1618" y="90952"/>
                  <a:pt x="1817" y="91500"/>
                  <a:pt x="1991" y="92072"/>
                </a:cubicBezTo>
                <a:cubicBezTo>
                  <a:pt x="2016" y="92122"/>
                  <a:pt x="2066" y="92221"/>
                  <a:pt x="2066" y="92271"/>
                </a:cubicBezTo>
                <a:cubicBezTo>
                  <a:pt x="2066" y="92321"/>
                  <a:pt x="2066" y="92321"/>
                  <a:pt x="2091" y="92346"/>
                </a:cubicBezTo>
                <a:cubicBezTo>
                  <a:pt x="2191" y="92620"/>
                  <a:pt x="2265" y="92943"/>
                  <a:pt x="2365" y="93217"/>
                </a:cubicBezTo>
                <a:cubicBezTo>
                  <a:pt x="2439" y="93441"/>
                  <a:pt x="2514" y="93615"/>
                  <a:pt x="2589" y="93839"/>
                </a:cubicBezTo>
                <a:cubicBezTo>
                  <a:pt x="2688" y="94138"/>
                  <a:pt x="2813" y="94437"/>
                  <a:pt x="2888" y="94710"/>
                </a:cubicBezTo>
                <a:lnTo>
                  <a:pt x="2888" y="94735"/>
                </a:lnTo>
                <a:cubicBezTo>
                  <a:pt x="2962" y="94885"/>
                  <a:pt x="3087" y="95183"/>
                  <a:pt x="3236" y="95557"/>
                </a:cubicBezTo>
                <a:cubicBezTo>
                  <a:pt x="3311" y="95681"/>
                  <a:pt x="3360" y="95831"/>
                  <a:pt x="3460" y="96005"/>
                </a:cubicBezTo>
                <a:cubicBezTo>
                  <a:pt x="3560" y="96229"/>
                  <a:pt x="3684" y="96478"/>
                  <a:pt x="3809" y="96752"/>
                </a:cubicBezTo>
                <a:cubicBezTo>
                  <a:pt x="4232" y="97623"/>
                  <a:pt x="4804" y="98693"/>
                  <a:pt x="5501" y="99863"/>
                </a:cubicBezTo>
                <a:cubicBezTo>
                  <a:pt x="5725" y="100211"/>
                  <a:pt x="5874" y="100485"/>
                  <a:pt x="5999" y="100684"/>
                </a:cubicBezTo>
                <a:cubicBezTo>
                  <a:pt x="6248" y="101083"/>
                  <a:pt x="6547" y="101456"/>
                  <a:pt x="6795" y="101804"/>
                </a:cubicBezTo>
                <a:cubicBezTo>
                  <a:pt x="6970" y="102078"/>
                  <a:pt x="7194" y="102327"/>
                  <a:pt x="7368" y="102626"/>
                </a:cubicBezTo>
                <a:cubicBezTo>
                  <a:pt x="7418" y="102676"/>
                  <a:pt x="7467" y="102750"/>
                  <a:pt x="7492" y="102775"/>
                </a:cubicBezTo>
                <a:cubicBezTo>
                  <a:pt x="7841" y="103198"/>
                  <a:pt x="8189" y="103621"/>
                  <a:pt x="8463" y="103995"/>
                </a:cubicBezTo>
                <a:cubicBezTo>
                  <a:pt x="8612" y="104169"/>
                  <a:pt x="8812" y="104393"/>
                  <a:pt x="8961" y="104567"/>
                </a:cubicBezTo>
                <a:cubicBezTo>
                  <a:pt x="9085" y="104742"/>
                  <a:pt x="9235" y="104891"/>
                  <a:pt x="9334" y="105015"/>
                </a:cubicBezTo>
                <a:cubicBezTo>
                  <a:pt x="9683" y="105389"/>
                  <a:pt x="9932" y="105662"/>
                  <a:pt x="10056" y="105762"/>
                </a:cubicBezTo>
                <a:cubicBezTo>
                  <a:pt x="10106" y="105812"/>
                  <a:pt x="10181" y="105911"/>
                  <a:pt x="10280" y="105961"/>
                </a:cubicBezTo>
                <a:lnTo>
                  <a:pt x="10405" y="106086"/>
                </a:lnTo>
                <a:cubicBezTo>
                  <a:pt x="10554" y="106260"/>
                  <a:pt x="10728" y="106409"/>
                  <a:pt x="10902" y="106559"/>
                </a:cubicBezTo>
                <a:cubicBezTo>
                  <a:pt x="11226" y="106907"/>
                  <a:pt x="11599" y="107256"/>
                  <a:pt x="11973" y="107579"/>
                </a:cubicBezTo>
                <a:cubicBezTo>
                  <a:pt x="12296" y="107878"/>
                  <a:pt x="12645" y="108152"/>
                  <a:pt x="12944" y="108425"/>
                </a:cubicBezTo>
                <a:cubicBezTo>
                  <a:pt x="13018" y="108450"/>
                  <a:pt x="13043" y="108525"/>
                  <a:pt x="13093" y="108550"/>
                </a:cubicBezTo>
                <a:cubicBezTo>
                  <a:pt x="13815" y="109147"/>
                  <a:pt x="14661" y="109770"/>
                  <a:pt x="15657" y="110417"/>
                </a:cubicBezTo>
                <a:cubicBezTo>
                  <a:pt x="15756" y="110491"/>
                  <a:pt x="15806" y="110541"/>
                  <a:pt x="15906" y="110616"/>
                </a:cubicBezTo>
                <a:cubicBezTo>
                  <a:pt x="16055" y="110690"/>
                  <a:pt x="16204" y="110790"/>
                  <a:pt x="16379" y="110914"/>
                </a:cubicBezTo>
                <a:cubicBezTo>
                  <a:pt x="16428" y="110939"/>
                  <a:pt x="16453" y="110989"/>
                  <a:pt x="16503" y="111014"/>
                </a:cubicBezTo>
                <a:cubicBezTo>
                  <a:pt x="16528" y="111039"/>
                  <a:pt x="16553" y="111039"/>
                  <a:pt x="16578" y="111064"/>
                </a:cubicBezTo>
                <a:cubicBezTo>
                  <a:pt x="16901" y="111288"/>
                  <a:pt x="17250" y="111487"/>
                  <a:pt x="17548" y="111661"/>
                </a:cubicBezTo>
                <a:cubicBezTo>
                  <a:pt x="17573" y="111686"/>
                  <a:pt x="17623" y="111686"/>
                  <a:pt x="17648" y="111736"/>
                </a:cubicBezTo>
                <a:cubicBezTo>
                  <a:pt x="19789" y="112980"/>
                  <a:pt x="21481" y="113652"/>
                  <a:pt x="21855" y="113777"/>
                </a:cubicBezTo>
                <a:cubicBezTo>
                  <a:pt x="22029" y="113852"/>
                  <a:pt x="22178" y="113926"/>
                  <a:pt x="22402" y="114001"/>
                </a:cubicBezTo>
                <a:lnTo>
                  <a:pt x="22427" y="114026"/>
                </a:lnTo>
                <a:cubicBezTo>
                  <a:pt x="22651" y="114125"/>
                  <a:pt x="22875" y="114175"/>
                  <a:pt x="23049" y="114275"/>
                </a:cubicBezTo>
                <a:cubicBezTo>
                  <a:pt x="23174" y="114349"/>
                  <a:pt x="23298" y="114374"/>
                  <a:pt x="23423" y="114399"/>
                </a:cubicBezTo>
                <a:lnTo>
                  <a:pt x="24169" y="114673"/>
                </a:lnTo>
                <a:cubicBezTo>
                  <a:pt x="25787" y="115246"/>
                  <a:pt x="27455" y="115644"/>
                  <a:pt x="28650" y="115893"/>
                </a:cubicBezTo>
                <a:cubicBezTo>
                  <a:pt x="28849" y="115918"/>
                  <a:pt x="29023" y="115967"/>
                  <a:pt x="29197" y="116017"/>
                </a:cubicBezTo>
                <a:cubicBezTo>
                  <a:pt x="29695" y="116117"/>
                  <a:pt x="30069" y="116166"/>
                  <a:pt x="30243" y="116216"/>
                </a:cubicBezTo>
                <a:lnTo>
                  <a:pt x="30342" y="116216"/>
                </a:lnTo>
                <a:cubicBezTo>
                  <a:pt x="30517" y="116241"/>
                  <a:pt x="30691" y="116266"/>
                  <a:pt x="30865" y="116266"/>
                </a:cubicBezTo>
                <a:lnTo>
                  <a:pt x="30990" y="116266"/>
                </a:lnTo>
                <a:cubicBezTo>
                  <a:pt x="31711" y="116366"/>
                  <a:pt x="32483" y="116490"/>
                  <a:pt x="33130" y="116540"/>
                </a:cubicBezTo>
                <a:lnTo>
                  <a:pt x="33205" y="116540"/>
                </a:lnTo>
                <a:cubicBezTo>
                  <a:pt x="33255" y="116540"/>
                  <a:pt x="33354" y="116540"/>
                  <a:pt x="33429" y="116590"/>
                </a:cubicBezTo>
                <a:cubicBezTo>
                  <a:pt x="34176" y="116639"/>
                  <a:pt x="34997" y="116714"/>
                  <a:pt x="35918" y="116739"/>
                </a:cubicBezTo>
                <a:cubicBezTo>
                  <a:pt x="36441" y="116764"/>
                  <a:pt x="36963" y="116764"/>
                  <a:pt x="37461" y="116764"/>
                </a:cubicBezTo>
                <a:lnTo>
                  <a:pt x="38357" y="116764"/>
                </a:lnTo>
                <a:cubicBezTo>
                  <a:pt x="38706" y="116764"/>
                  <a:pt x="39079" y="116764"/>
                  <a:pt x="39477" y="116739"/>
                </a:cubicBezTo>
                <a:cubicBezTo>
                  <a:pt x="41270" y="116664"/>
                  <a:pt x="43136" y="116490"/>
                  <a:pt x="44779" y="116266"/>
                </a:cubicBezTo>
                <a:cubicBezTo>
                  <a:pt x="45252" y="116216"/>
                  <a:pt x="45750" y="116142"/>
                  <a:pt x="46273" y="116042"/>
                </a:cubicBezTo>
                <a:cubicBezTo>
                  <a:pt x="47019" y="115918"/>
                  <a:pt x="47741" y="115793"/>
                  <a:pt x="48289" y="115669"/>
                </a:cubicBezTo>
                <a:cubicBezTo>
                  <a:pt x="48538" y="115619"/>
                  <a:pt x="48762" y="115594"/>
                  <a:pt x="48986" y="115519"/>
                </a:cubicBezTo>
                <a:cubicBezTo>
                  <a:pt x="49036" y="115519"/>
                  <a:pt x="49135" y="115494"/>
                  <a:pt x="49185" y="115494"/>
                </a:cubicBezTo>
                <a:lnTo>
                  <a:pt x="49484" y="115420"/>
                </a:lnTo>
                <a:cubicBezTo>
                  <a:pt x="50305" y="115246"/>
                  <a:pt x="51351" y="114997"/>
                  <a:pt x="52371" y="114723"/>
                </a:cubicBezTo>
                <a:lnTo>
                  <a:pt x="52421" y="114723"/>
                </a:lnTo>
                <a:cubicBezTo>
                  <a:pt x="54462" y="114150"/>
                  <a:pt x="55831" y="113727"/>
                  <a:pt x="56528" y="113428"/>
                </a:cubicBezTo>
                <a:cubicBezTo>
                  <a:pt x="56876" y="113304"/>
                  <a:pt x="57200" y="113229"/>
                  <a:pt x="57374" y="113130"/>
                </a:cubicBezTo>
                <a:cubicBezTo>
                  <a:pt x="57698" y="113005"/>
                  <a:pt x="57996" y="112881"/>
                  <a:pt x="58345" y="112756"/>
                </a:cubicBezTo>
                <a:lnTo>
                  <a:pt x="58519" y="112682"/>
                </a:lnTo>
                <a:cubicBezTo>
                  <a:pt x="59316" y="112408"/>
                  <a:pt x="60212" y="112059"/>
                  <a:pt x="60983" y="111736"/>
                </a:cubicBezTo>
                <a:cubicBezTo>
                  <a:pt x="63224" y="110815"/>
                  <a:pt x="64717" y="110068"/>
                  <a:pt x="68550" y="108077"/>
                </a:cubicBezTo>
                <a:cubicBezTo>
                  <a:pt x="68824" y="107928"/>
                  <a:pt x="69197" y="107753"/>
                  <a:pt x="69571" y="107529"/>
                </a:cubicBezTo>
                <a:cubicBezTo>
                  <a:pt x="70069" y="107256"/>
                  <a:pt x="70641" y="106932"/>
                  <a:pt x="71214" y="106559"/>
                </a:cubicBezTo>
                <a:cubicBezTo>
                  <a:pt x="73006" y="105513"/>
                  <a:pt x="75022" y="104219"/>
                  <a:pt x="76491" y="103223"/>
                </a:cubicBezTo>
                <a:cubicBezTo>
                  <a:pt x="76565" y="103173"/>
                  <a:pt x="76690" y="103074"/>
                  <a:pt x="76789" y="103024"/>
                </a:cubicBezTo>
                <a:cubicBezTo>
                  <a:pt x="77188" y="102725"/>
                  <a:pt x="77561" y="102476"/>
                  <a:pt x="77934" y="102228"/>
                </a:cubicBezTo>
                <a:lnTo>
                  <a:pt x="78482" y="101854"/>
                </a:lnTo>
                <a:cubicBezTo>
                  <a:pt x="79677" y="101033"/>
                  <a:pt x="80896" y="100087"/>
                  <a:pt x="82041" y="99191"/>
                </a:cubicBezTo>
                <a:cubicBezTo>
                  <a:pt x="82091" y="99166"/>
                  <a:pt x="82141" y="99116"/>
                  <a:pt x="82216" y="99091"/>
                </a:cubicBezTo>
                <a:cubicBezTo>
                  <a:pt x="83336" y="98245"/>
                  <a:pt x="84754" y="97050"/>
                  <a:pt x="85725" y="96229"/>
                </a:cubicBezTo>
                <a:cubicBezTo>
                  <a:pt x="85750" y="96229"/>
                  <a:pt x="85750" y="96204"/>
                  <a:pt x="85775" y="96204"/>
                </a:cubicBezTo>
                <a:lnTo>
                  <a:pt x="85825" y="96179"/>
                </a:lnTo>
                <a:cubicBezTo>
                  <a:pt x="86347" y="95731"/>
                  <a:pt x="87020" y="95134"/>
                  <a:pt x="87741" y="94486"/>
                </a:cubicBezTo>
                <a:lnTo>
                  <a:pt x="87766" y="94462"/>
                </a:lnTo>
                <a:cubicBezTo>
                  <a:pt x="87866" y="94362"/>
                  <a:pt x="87965" y="94262"/>
                  <a:pt x="88090" y="94188"/>
                </a:cubicBezTo>
                <a:cubicBezTo>
                  <a:pt x="88712" y="93615"/>
                  <a:pt x="89309" y="93068"/>
                  <a:pt x="89882" y="92520"/>
                </a:cubicBezTo>
                <a:cubicBezTo>
                  <a:pt x="90006" y="92396"/>
                  <a:pt x="90131" y="92321"/>
                  <a:pt x="90255" y="92196"/>
                </a:cubicBezTo>
                <a:cubicBezTo>
                  <a:pt x="91201" y="91276"/>
                  <a:pt x="92048" y="90479"/>
                  <a:pt x="92545" y="89981"/>
                </a:cubicBezTo>
                <a:cubicBezTo>
                  <a:pt x="92744" y="89732"/>
                  <a:pt x="92993" y="89483"/>
                  <a:pt x="93242" y="89234"/>
                </a:cubicBezTo>
                <a:lnTo>
                  <a:pt x="93466" y="89010"/>
                </a:lnTo>
                <a:cubicBezTo>
                  <a:pt x="94213" y="88239"/>
                  <a:pt x="94985" y="87467"/>
                  <a:pt x="95607" y="86770"/>
                </a:cubicBezTo>
                <a:cubicBezTo>
                  <a:pt x="96080" y="86248"/>
                  <a:pt x="96478" y="85775"/>
                  <a:pt x="96851" y="85376"/>
                </a:cubicBezTo>
                <a:cubicBezTo>
                  <a:pt x="97175" y="85028"/>
                  <a:pt x="97424" y="84754"/>
                  <a:pt x="97673" y="84480"/>
                </a:cubicBezTo>
                <a:cubicBezTo>
                  <a:pt x="97797" y="84306"/>
                  <a:pt x="97922" y="84182"/>
                  <a:pt x="98021" y="84057"/>
                </a:cubicBezTo>
                <a:cubicBezTo>
                  <a:pt x="98196" y="83858"/>
                  <a:pt x="98395" y="83659"/>
                  <a:pt x="98544" y="83485"/>
                </a:cubicBezTo>
                <a:cubicBezTo>
                  <a:pt x="98818" y="83161"/>
                  <a:pt x="99092" y="82813"/>
                  <a:pt x="99390" y="82489"/>
                </a:cubicBezTo>
                <a:cubicBezTo>
                  <a:pt x="100013" y="81742"/>
                  <a:pt x="100436" y="81170"/>
                  <a:pt x="101207" y="80174"/>
                </a:cubicBezTo>
                <a:cubicBezTo>
                  <a:pt x="101257" y="80149"/>
                  <a:pt x="101282" y="80075"/>
                  <a:pt x="101307" y="80050"/>
                </a:cubicBezTo>
                <a:lnTo>
                  <a:pt x="101332" y="80025"/>
                </a:lnTo>
                <a:cubicBezTo>
                  <a:pt x="102203" y="78905"/>
                  <a:pt x="103199" y="77585"/>
                  <a:pt x="103896" y="76590"/>
                </a:cubicBezTo>
                <a:cubicBezTo>
                  <a:pt x="103945" y="76515"/>
                  <a:pt x="104045" y="76391"/>
                  <a:pt x="104120" y="76291"/>
                </a:cubicBezTo>
                <a:cubicBezTo>
                  <a:pt x="105663" y="74076"/>
                  <a:pt x="107107" y="71836"/>
                  <a:pt x="108401" y="69595"/>
                </a:cubicBezTo>
                <a:cubicBezTo>
                  <a:pt x="108401" y="69571"/>
                  <a:pt x="108426" y="69546"/>
                  <a:pt x="108476" y="69546"/>
                </a:cubicBezTo>
                <a:cubicBezTo>
                  <a:pt x="108525" y="69421"/>
                  <a:pt x="108675" y="69197"/>
                  <a:pt x="108849" y="68923"/>
                </a:cubicBezTo>
                <a:cubicBezTo>
                  <a:pt x="108899" y="68799"/>
                  <a:pt x="108998" y="68625"/>
                  <a:pt x="109098" y="68475"/>
                </a:cubicBezTo>
                <a:cubicBezTo>
                  <a:pt x="109347" y="68077"/>
                  <a:pt x="109621" y="67554"/>
                  <a:pt x="109919" y="66982"/>
                </a:cubicBezTo>
                <a:cubicBezTo>
                  <a:pt x="110118" y="66609"/>
                  <a:pt x="110342" y="66235"/>
                  <a:pt x="110542" y="65837"/>
                </a:cubicBezTo>
                <a:cubicBezTo>
                  <a:pt x="110766" y="65439"/>
                  <a:pt x="110990" y="65016"/>
                  <a:pt x="111164" y="64592"/>
                </a:cubicBezTo>
                <a:cubicBezTo>
                  <a:pt x="111288" y="64368"/>
                  <a:pt x="111388" y="64119"/>
                  <a:pt x="111512" y="63871"/>
                </a:cubicBezTo>
                <a:cubicBezTo>
                  <a:pt x="111836" y="63223"/>
                  <a:pt x="112135" y="62526"/>
                  <a:pt x="112458" y="61879"/>
                </a:cubicBezTo>
                <a:lnTo>
                  <a:pt x="112458" y="61854"/>
                </a:lnTo>
                <a:cubicBezTo>
                  <a:pt x="112458" y="61829"/>
                  <a:pt x="112483" y="61829"/>
                  <a:pt x="112483" y="61780"/>
                </a:cubicBezTo>
                <a:cubicBezTo>
                  <a:pt x="112632" y="61481"/>
                  <a:pt x="112757" y="61157"/>
                  <a:pt x="112881" y="60859"/>
                </a:cubicBezTo>
                <a:cubicBezTo>
                  <a:pt x="113504" y="59415"/>
                  <a:pt x="114076" y="58046"/>
                  <a:pt x="114524" y="56752"/>
                </a:cubicBezTo>
                <a:cubicBezTo>
                  <a:pt x="114574" y="56627"/>
                  <a:pt x="114599" y="56528"/>
                  <a:pt x="114649" y="56428"/>
                </a:cubicBezTo>
                <a:lnTo>
                  <a:pt x="115221" y="54860"/>
                </a:lnTo>
                <a:cubicBezTo>
                  <a:pt x="115246" y="54785"/>
                  <a:pt x="115271" y="54686"/>
                  <a:pt x="115271" y="54636"/>
                </a:cubicBezTo>
                <a:cubicBezTo>
                  <a:pt x="115470" y="54138"/>
                  <a:pt x="115619" y="53541"/>
                  <a:pt x="115819" y="52993"/>
                </a:cubicBezTo>
                <a:cubicBezTo>
                  <a:pt x="116117" y="51948"/>
                  <a:pt x="116391" y="50952"/>
                  <a:pt x="116615" y="50056"/>
                </a:cubicBezTo>
                <a:cubicBezTo>
                  <a:pt x="116839" y="49185"/>
                  <a:pt x="117063" y="48189"/>
                  <a:pt x="117212" y="47393"/>
                </a:cubicBezTo>
                <a:lnTo>
                  <a:pt x="117312" y="46920"/>
                </a:lnTo>
                <a:lnTo>
                  <a:pt x="117312" y="46895"/>
                </a:lnTo>
                <a:cubicBezTo>
                  <a:pt x="117586" y="45401"/>
                  <a:pt x="117735" y="44207"/>
                  <a:pt x="117835" y="43360"/>
                </a:cubicBezTo>
                <a:cubicBezTo>
                  <a:pt x="117860" y="43037"/>
                  <a:pt x="117934" y="42663"/>
                  <a:pt x="117959" y="42315"/>
                </a:cubicBezTo>
                <a:cubicBezTo>
                  <a:pt x="117959" y="42215"/>
                  <a:pt x="117984" y="42116"/>
                  <a:pt x="117984" y="42066"/>
                </a:cubicBezTo>
                <a:cubicBezTo>
                  <a:pt x="118084" y="41120"/>
                  <a:pt x="118183" y="39950"/>
                  <a:pt x="118183" y="38980"/>
                </a:cubicBezTo>
                <a:lnTo>
                  <a:pt x="118183" y="38731"/>
                </a:lnTo>
                <a:cubicBezTo>
                  <a:pt x="118308" y="37113"/>
                  <a:pt x="118283" y="36167"/>
                  <a:pt x="118283" y="36117"/>
                </a:cubicBezTo>
                <a:cubicBezTo>
                  <a:pt x="118233" y="35818"/>
                  <a:pt x="118233" y="35445"/>
                  <a:pt x="118208" y="35072"/>
                </a:cubicBezTo>
                <a:cubicBezTo>
                  <a:pt x="118183" y="34474"/>
                  <a:pt x="118158" y="33927"/>
                  <a:pt x="118109" y="33429"/>
                </a:cubicBezTo>
                <a:cubicBezTo>
                  <a:pt x="118084" y="33105"/>
                  <a:pt x="117984" y="31836"/>
                  <a:pt x="117660" y="29994"/>
                </a:cubicBezTo>
                <a:cubicBezTo>
                  <a:pt x="117586" y="29571"/>
                  <a:pt x="117486" y="29098"/>
                  <a:pt x="117362" y="28600"/>
                </a:cubicBezTo>
                <a:cubicBezTo>
                  <a:pt x="117287" y="28127"/>
                  <a:pt x="117163" y="27654"/>
                  <a:pt x="117038" y="27156"/>
                </a:cubicBezTo>
                <a:lnTo>
                  <a:pt x="116964" y="26957"/>
                </a:lnTo>
                <a:cubicBezTo>
                  <a:pt x="116715" y="26111"/>
                  <a:pt x="116441" y="25115"/>
                  <a:pt x="116043" y="23921"/>
                </a:cubicBezTo>
                <a:cubicBezTo>
                  <a:pt x="115918" y="23597"/>
                  <a:pt x="115819" y="23273"/>
                  <a:pt x="115694" y="23000"/>
                </a:cubicBezTo>
                <a:cubicBezTo>
                  <a:pt x="115445" y="22352"/>
                  <a:pt x="114798" y="20660"/>
                  <a:pt x="114126" y="19440"/>
                </a:cubicBezTo>
                <a:cubicBezTo>
                  <a:pt x="112732" y="16677"/>
                  <a:pt x="111214" y="14661"/>
                  <a:pt x="111189" y="14661"/>
                </a:cubicBezTo>
                <a:cubicBezTo>
                  <a:pt x="110318" y="13441"/>
                  <a:pt x="109073" y="12048"/>
                  <a:pt x="108227" y="11127"/>
                </a:cubicBezTo>
                <a:cubicBezTo>
                  <a:pt x="108127" y="11052"/>
                  <a:pt x="108077" y="10952"/>
                  <a:pt x="107978" y="10853"/>
                </a:cubicBezTo>
                <a:cubicBezTo>
                  <a:pt x="107953" y="10828"/>
                  <a:pt x="107878" y="10803"/>
                  <a:pt x="107853" y="10728"/>
                </a:cubicBezTo>
                <a:cubicBezTo>
                  <a:pt x="107480" y="10330"/>
                  <a:pt x="107007" y="9932"/>
                  <a:pt x="106609" y="9558"/>
                </a:cubicBezTo>
                <a:cubicBezTo>
                  <a:pt x="106410" y="9409"/>
                  <a:pt x="106260" y="9235"/>
                  <a:pt x="106111" y="9110"/>
                </a:cubicBezTo>
                <a:cubicBezTo>
                  <a:pt x="105763" y="8812"/>
                  <a:pt x="105414" y="8563"/>
                  <a:pt x="105115" y="8289"/>
                </a:cubicBezTo>
                <a:cubicBezTo>
                  <a:pt x="105016" y="8214"/>
                  <a:pt x="104916" y="8115"/>
                  <a:pt x="104842" y="8065"/>
                </a:cubicBezTo>
                <a:cubicBezTo>
                  <a:pt x="104269" y="7617"/>
                  <a:pt x="103746" y="7219"/>
                  <a:pt x="103249" y="6870"/>
                </a:cubicBezTo>
                <a:cubicBezTo>
                  <a:pt x="103000" y="6696"/>
                  <a:pt x="102751" y="6522"/>
                  <a:pt x="102502" y="6347"/>
                </a:cubicBezTo>
                <a:cubicBezTo>
                  <a:pt x="102477" y="6347"/>
                  <a:pt x="102477" y="6323"/>
                  <a:pt x="102427" y="6323"/>
                </a:cubicBezTo>
                <a:cubicBezTo>
                  <a:pt x="101481" y="5700"/>
                  <a:pt x="100635" y="5178"/>
                  <a:pt x="99938" y="4779"/>
                </a:cubicBezTo>
                <a:cubicBezTo>
                  <a:pt x="99764" y="4705"/>
                  <a:pt x="99614" y="4605"/>
                  <a:pt x="99415" y="4506"/>
                </a:cubicBezTo>
                <a:cubicBezTo>
                  <a:pt x="99291" y="4456"/>
                  <a:pt x="99191" y="4381"/>
                  <a:pt x="99067" y="4331"/>
                </a:cubicBezTo>
                <a:cubicBezTo>
                  <a:pt x="98818" y="4207"/>
                  <a:pt x="98569" y="4082"/>
                  <a:pt x="98295" y="3958"/>
                </a:cubicBezTo>
                <a:cubicBezTo>
                  <a:pt x="98171" y="3883"/>
                  <a:pt x="98046" y="3833"/>
                  <a:pt x="97897" y="3759"/>
                </a:cubicBezTo>
                <a:cubicBezTo>
                  <a:pt x="97648" y="3634"/>
                  <a:pt x="97399" y="3535"/>
                  <a:pt x="97150" y="3410"/>
                </a:cubicBezTo>
                <a:cubicBezTo>
                  <a:pt x="97001" y="3361"/>
                  <a:pt x="96876" y="3286"/>
                  <a:pt x="96702" y="3236"/>
                </a:cubicBezTo>
                <a:cubicBezTo>
                  <a:pt x="96528" y="3137"/>
                  <a:pt x="96329" y="3087"/>
                  <a:pt x="96155" y="2987"/>
                </a:cubicBezTo>
                <a:cubicBezTo>
                  <a:pt x="95756" y="2838"/>
                  <a:pt x="95383" y="2664"/>
                  <a:pt x="95034" y="2539"/>
                </a:cubicBezTo>
                <a:cubicBezTo>
                  <a:pt x="95010" y="2539"/>
                  <a:pt x="95010" y="2514"/>
                  <a:pt x="94960" y="2514"/>
                </a:cubicBezTo>
                <a:cubicBezTo>
                  <a:pt x="94835" y="2464"/>
                  <a:pt x="94711" y="2415"/>
                  <a:pt x="94586" y="2365"/>
                </a:cubicBezTo>
                <a:cubicBezTo>
                  <a:pt x="94188" y="2216"/>
                  <a:pt x="93790" y="2091"/>
                  <a:pt x="93417" y="1967"/>
                </a:cubicBezTo>
                <a:cubicBezTo>
                  <a:pt x="92944" y="1792"/>
                  <a:pt x="92471" y="1668"/>
                  <a:pt x="92048" y="1519"/>
                </a:cubicBezTo>
                <a:cubicBezTo>
                  <a:pt x="92023" y="1519"/>
                  <a:pt x="91973" y="1494"/>
                  <a:pt x="91948" y="1494"/>
                </a:cubicBezTo>
                <a:cubicBezTo>
                  <a:pt x="91052" y="1220"/>
                  <a:pt x="89932" y="996"/>
                  <a:pt x="88861" y="772"/>
                </a:cubicBezTo>
                <a:cubicBezTo>
                  <a:pt x="88737" y="747"/>
                  <a:pt x="88662" y="747"/>
                  <a:pt x="88538" y="722"/>
                </a:cubicBezTo>
                <a:lnTo>
                  <a:pt x="88463" y="722"/>
                </a:lnTo>
                <a:cubicBezTo>
                  <a:pt x="88413" y="722"/>
                  <a:pt x="88364" y="672"/>
                  <a:pt x="88314" y="672"/>
                </a:cubicBezTo>
                <a:cubicBezTo>
                  <a:pt x="88189" y="647"/>
                  <a:pt x="88090" y="647"/>
                  <a:pt x="87965" y="623"/>
                </a:cubicBezTo>
                <a:cubicBezTo>
                  <a:pt x="87368" y="523"/>
                  <a:pt x="86696" y="423"/>
                  <a:pt x="85999" y="349"/>
                </a:cubicBezTo>
                <a:cubicBezTo>
                  <a:pt x="85850" y="299"/>
                  <a:pt x="85700" y="299"/>
                  <a:pt x="85576" y="274"/>
                </a:cubicBezTo>
                <a:lnTo>
                  <a:pt x="85551" y="274"/>
                </a:lnTo>
                <a:lnTo>
                  <a:pt x="84954" y="224"/>
                </a:lnTo>
                <a:cubicBezTo>
                  <a:pt x="83734" y="50"/>
                  <a:pt x="82141" y="0"/>
                  <a:pt x="8064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019" name="Shape 10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0" name="Google Shape;1020;p55"/>
          <p:cNvSpPr txBox="1"/>
          <p:nvPr>
            <p:ph type="title"/>
          </p:nvPr>
        </p:nvSpPr>
        <p:spPr>
          <a:xfrm>
            <a:off x="1325925" y="1180800"/>
            <a:ext cx="3246000" cy="2301300"/>
          </a:xfrm>
          <a:prstGeom prst="rect">
            <a:avLst/>
          </a:prstGeom>
        </p:spPr>
        <p:txBody>
          <a:bodyPr anchorCtr="0" anchor="t" bIns="82550" lIns="82550" spcFirstLastPara="1" rIns="82550" wrap="square" tIns="8255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28"/>
              <a:t>Energy : Exxon Mobil</a:t>
            </a:r>
            <a:endParaRPr sz="2528"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528"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28"/>
              <a:t>Defense : RTX Corporation</a:t>
            </a:r>
            <a:endParaRPr sz="2528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528"/>
          </a:p>
        </p:txBody>
      </p:sp>
      <p:sp>
        <p:nvSpPr>
          <p:cNvPr id="1021" name="Google Shape;1021;p55"/>
          <p:cNvSpPr txBox="1"/>
          <p:nvPr>
            <p:ph type="title"/>
          </p:nvPr>
        </p:nvSpPr>
        <p:spPr>
          <a:xfrm>
            <a:off x="4572063" y="1180800"/>
            <a:ext cx="3246000" cy="2301300"/>
          </a:xfrm>
          <a:prstGeom prst="rect">
            <a:avLst/>
          </a:prstGeom>
        </p:spPr>
        <p:txBody>
          <a:bodyPr anchorCtr="0" anchor="t" bIns="82550" lIns="82550" spcFirstLastPara="1" rIns="82550" wrap="square" tIns="8255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28"/>
              <a:t>Airlines : Delta Air Lines</a:t>
            </a:r>
            <a:endParaRPr sz="2528"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528"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28"/>
              <a:t>Broad Market : S&amp;P500</a:t>
            </a:r>
            <a:endParaRPr sz="2528"/>
          </a:p>
        </p:txBody>
      </p:sp>
      <p:sp>
        <p:nvSpPr>
          <p:cNvPr id="1022" name="Google Shape;1022;p55"/>
          <p:cNvSpPr txBox="1"/>
          <p:nvPr>
            <p:ph idx="4294967295" type="title"/>
          </p:nvPr>
        </p:nvSpPr>
        <p:spPr>
          <a:xfrm>
            <a:off x="1611000" y="162700"/>
            <a:ext cx="5922000" cy="1083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4500">
                <a:solidFill>
                  <a:schemeClr val="lt2"/>
                </a:solidFill>
              </a:rPr>
              <a:t>Case Studies</a:t>
            </a:r>
            <a:endParaRPr sz="4500">
              <a:solidFill>
                <a:schemeClr val="lt2"/>
              </a:solidFill>
            </a:endParaRPr>
          </a:p>
        </p:txBody>
      </p:sp>
      <p:grpSp>
        <p:nvGrpSpPr>
          <p:cNvPr id="1023" name="Google Shape;1023;p55"/>
          <p:cNvGrpSpPr/>
          <p:nvPr/>
        </p:nvGrpSpPr>
        <p:grpSpPr>
          <a:xfrm>
            <a:off x="2948976" y="3245557"/>
            <a:ext cx="3246044" cy="1729286"/>
            <a:chOff x="233350" y="949250"/>
            <a:chExt cx="7137300" cy="3802300"/>
          </a:xfrm>
        </p:grpSpPr>
        <p:sp>
          <p:nvSpPr>
            <p:cNvPr id="1024" name="Google Shape;1024;p55"/>
            <p:cNvSpPr/>
            <p:nvPr/>
          </p:nvSpPr>
          <p:spPr>
            <a:xfrm>
              <a:off x="4428450" y="2808675"/>
              <a:ext cx="1478900" cy="330100"/>
            </a:xfrm>
            <a:custGeom>
              <a:rect b="b" l="l" r="r" t="t"/>
              <a:pathLst>
                <a:path extrusionOk="0" h="13204" w="59156">
                  <a:moveTo>
                    <a:pt x="1" y="0"/>
                  </a:moveTo>
                  <a:lnTo>
                    <a:pt x="1" y="0"/>
                  </a:lnTo>
                  <a:close/>
                  <a:moveTo>
                    <a:pt x="59155" y="13203"/>
                  </a:moveTo>
                  <a:close/>
                </a:path>
              </a:pathLst>
            </a:custGeom>
            <a:noFill/>
            <a:ln cap="flat" cmpd="sng" w="254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121825" lIns="121825" spcFirstLastPara="1" rIns="121825" wrap="square" tIns="1218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" name="Google Shape;1025;p55"/>
            <p:cNvSpPr/>
            <p:nvPr/>
          </p:nvSpPr>
          <p:spPr>
            <a:xfrm>
              <a:off x="2909400" y="1076125"/>
              <a:ext cx="4118650" cy="3109225"/>
            </a:xfrm>
            <a:custGeom>
              <a:rect b="b" l="l" r="r" t="t"/>
              <a:pathLst>
                <a:path extrusionOk="0" h="124369" w="164746">
                  <a:moveTo>
                    <a:pt x="49520" y="11070"/>
                  </a:moveTo>
                  <a:cubicBezTo>
                    <a:pt x="49737" y="11070"/>
                    <a:pt x="49861" y="11136"/>
                    <a:pt x="49875" y="11358"/>
                  </a:cubicBezTo>
                  <a:cubicBezTo>
                    <a:pt x="49875" y="11575"/>
                    <a:pt x="49818" y="11698"/>
                    <a:pt x="49684" y="11698"/>
                  </a:cubicBezTo>
                  <a:cubicBezTo>
                    <a:pt x="49636" y="11698"/>
                    <a:pt x="49580" y="11683"/>
                    <a:pt x="49512" y="11651"/>
                  </a:cubicBezTo>
                  <a:cubicBezTo>
                    <a:pt x="49305" y="11565"/>
                    <a:pt x="49115" y="11444"/>
                    <a:pt x="48925" y="11323"/>
                  </a:cubicBezTo>
                  <a:lnTo>
                    <a:pt x="49339" y="11081"/>
                  </a:lnTo>
                  <a:cubicBezTo>
                    <a:pt x="49405" y="11074"/>
                    <a:pt x="49465" y="11070"/>
                    <a:pt x="49520" y="11070"/>
                  </a:cubicBezTo>
                  <a:close/>
                  <a:moveTo>
                    <a:pt x="46983" y="11081"/>
                  </a:moveTo>
                  <a:cubicBezTo>
                    <a:pt x="47014" y="11081"/>
                    <a:pt x="47051" y="11087"/>
                    <a:pt x="47093" y="11098"/>
                  </a:cubicBezTo>
                  <a:cubicBezTo>
                    <a:pt x="47369" y="11185"/>
                    <a:pt x="47870" y="11168"/>
                    <a:pt x="47767" y="11686"/>
                  </a:cubicBezTo>
                  <a:cubicBezTo>
                    <a:pt x="47732" y="11893"/>
                    <a:pt x="47888" y="12274"/>
                    <a:pt x="47490" y="12343"/>
                  </a:cubicBezTo>
                  <a:cubicBezTo>
                    <a:pt x="47110" y="12222"/>
                    <a:pt x="46834" y="11893"/>
                    <a:pt x="46799" y="11496"/>
                  </a:cubicBezTo>
                  <a:cubicBezTo>
                    <a:pt x="46784" y="11302"/>
                    <a:pt x="46782" y="11081"/>
                    <a:pt x="46983" y="11081"/>
                  </a:cubicBezTo>
                  <a:close/>
                  <a:moveTo>
                    <a:pt x="38158" y="11530"/>
                  </a:moveTo>
                  <a:cubicBezTo>
                    <a:pt x="38279" y="11530"/>
                    <a:pt x="38417" y="11703"/>
                    <a:pt x="38642" y="11876"/>
                  </a:cubicBezTo>
                  <a:cubicBezTo>
                    <a:pt x="38366" y="12118"/>
                    <a:pt x="38089" y="12360"/>
                    <a:pt x="37778" y="12585"/>
                  </a:cubicBezTo>
                  <a:cubicBezTo>
                    <a:pt x="35549" y="13967"/>
                    <a:pt x="35514" y="15903"/>
                    <a:pt x="37692" y="17268"/>
                  </a:cubicBezTo>
                  <a:cubicBezTo>
                    <a:pt x="38003" y="17458"/>
                    <a:pt x="38227" y="17631"/>
                    <a:pt x="38158" y="18080"/>
                  </a:cubicBezTo>
                  <a:cubicBezTo>
                    <a:pt x="38106" y="18529"/>
                    <a:pt x="37951" y="18599"/>
                    <a:pt x="37553" y="18737"/>
                  </a:cubicBezTo>
                  <a:cubicBezTo>
                    <a:pt x="36568" y="19117"/>
                    <a:pt x="36309" y="19981"/>
                    <a:pt x="36378" y="20949"/>
                  </a:cubicBezTo>
                  <a:cubicBezTo>
                    <a:pt x="36427" y="21679"/>
                    <a:pt x="36279" y="22143"/>
                    <a:pt x="35819" y="22143"/>
                  </a:cubicBezTo>
                  <a:cubicBezTo>
                    <a:pt x="35625" y="22143"/>
                    <a:pt x="35377" y="22061"/>
                    <a:pt x="35065" y="21882"/>
                  </a:cubicBezTo>
                  <a:cubicBezTo>
                    <a:pt x="34913" y="21798"/>
                    <a:pt x="34745" y="21754"/>
                    <a:pt x="34578" y="21754"/>
                  </a:cubicBezTo>
                  <a:cubicBezTo>
                    <a:pt x="34403" y="21754"/>
                    <a:pt x="34230" y="21802"/>
                    <a:pt x="34080" y="21899"/>
                  </a:cubicBezTo>
                  <a:cubicBezTo>
                    <a:pt x="33134" y="22372"/>
                    <a:pt x="32094" y="22613"/>
                    <a:pt x="31041" y="22613"/>
                  </a:cubicBezTo>
                  <a:cubicBezTo>
                    <a:pt x="30747" y="22613"/>
                    <a:pt x="30451" y="22594"/>
                    <a:pt x="30157" y="22556"/>
                  </a:cubicBezTo>
                  <a:cubicBezTo>
                    <a:pt x="29915" y="22521"/>
                    <a:pt x="29759" y="22608"/>
                    <a:pt x="29829" y="22262"/>
                  </a:cubicBezTo>
                  <a:lnTo>
                    <a:pt x="29829" y="22262"/>
                  </a:lnTo>
                  <a:lnTo>
                    <a:pt x="29829" y="22279"/>
                  </a:lnTo>
                  <a:cubicBezTo>
                    <a:pt x="29898" y="21986"/>
                    <a:pt x="29984" y="21882"/>
                    <a:pt x="30364" y="21830"/>
                  </a:cubicBezTo>
                  <a:cubicBezTo>
                    <a:pt x="31505" y="21675"/>
                    <a:pt x="32836" y="21467"/>
                    <a:pt x="33354" y="20361"/>
                  </a:cubicBezTo>
                  <a:cubicBezTo>
                    <a:pt x="33821" y="19342"/>
                    <a:pt x="33872" y="18184"/>
                    <a:pt x="34927" y="17458"/>
                  </a:cubicBezTo>
                  <a:cubicBezTo>
                    <a:pt x="35238" y="17216"/>
                    <a:pt x="34978" y="16836"/>
                    <a:pt x="34667" y="16594"/>
                  </a:cubicBezTo>
                  <a:cubicBezTo>
                    <a:pt x="33216" y="15436"/>
                    <a:pt x="33907" y="14572"/>
                    <a:pt x="35099" y="13846"/>
                  </a:cubicBezTo>
                  <a:cubicBezTo>
                    <a:pt x="35860" y="13380"/>
                    <a:pt x="36724" y="13086"/>
                    <a:pt x="37018" y="12066"/>
                  </a:cubicBezTo>
                  <a:cubicBezTo>
                    <a:pt x="37156" y="11582"/>
                    <a:pt x="37709" y="11548"/>
                    <a:pt x="38158" y="11530"/>
                  </a:cubicBezTo>
                  <a:close/>
                  <a:moveTo>
                    <a:pt x="46802" y="32066"/>
                  </a:moveTo>
                  <a:cubicBezTo>
                    <a:pt x="47245" y="32066"/>
                    <a:pt x="47720" y="32469"/>
                    <a:pt x="47888" y="33080"/>
                  </a:cubicBezTo>
                  <a:cubicBezTo>
                    <a:pt x="48059" y="33754"/>
                    <a:pt x="48393" y="34225"/>
                    <a:pt x="48918" y="34225"/>
                  </a:cubicBezTo>
                  <a:cubicBezTo>
                    <a:pt x="49080" y="34225"/>
                    <a:pt x="49261" y="34181"/>
                    <a:pt x="49460" y="34083"/>
                  </a:cubicBezTo>
                  <a:cubicBezTo>
                    <a:pt x="50103" y="33764"/>
                    <a:pt x="50701" y="33627"/>
                    <a:pt x="51269" y="33627"/>
                  </a:cubicBezTo>
                  <a:cubicBezTo>
                    <a:pt x="52489" y="33627"/>
                    <a:pt x="53566" y="34260"/>
                    <a:pt x="54628" y="35085"/>
                  </a:cubicBezTo>
                  <a:cubicBezTo>
                    <a:pt x="54818" y="35223"/>
                    <a:pt x="55008" y="35396"/>
                    <a:pt x="55163" y="35586"/>
                  </a:cubicBezTo>
                  <a:cubicBezTo>
                    <a:pt x="55543" y="36053"/>
                    <a:pt x="56684" y="36070"/>
                    <a:pt x="56321" y="36917"/>
                  </a:cubicBezTo>
                  <a:lnTo>
                    <a:pt x="56321" y="36934"/>
                  </a:lnTo>
                  <a:cubicBezTo>
                    <a:pt x="56149" y="37350"/>
                    <a:pt x="55751" y="37415"/>
                    <a:pt x="55318" y="37415"/>
                  </a:cubicBezTo>
                  <a:cubicBezTo>
                    <a:pt x="55122" y="37415"/>
                    <a:pt x="54919" y="37401"/>
                    <a:pt x="54727" y="37401"/>
                  </a:cubicBezTo>
                  <a:cubicBezTo>
                    <a:pt x="54620" y="37401"/>
                    <a:pt x="54517" y="37405"/>
                    <a:pt x="54420" y="37418"/>
                  </a:cubicBezTo>
                  <a:cubicBezTo>
                    <a:pt x="54278" y="37432"/>
                    <a:pt x="54136" y="37440"/>
                    <a:pt x="53995" y="37440"/>
                  </a:cubicBezTo>
                  <a:cubicBezTo>
                    <a:pt x="53292" y="37440"/>
                    <a:pt x="52602" y="37262"/>
                    <a:pt x="51983" y="36917"/>
                  </a:cubicBezTo>
                  <a:cubicBezTo>
                    <a:pt x="51332" y="36539"/>
                    <a:pt x="50680" y="36418"/>
                    <a:pt x="50028" y="36418"/>
                  </a:cubicBezTo>
                  <a:cubicBezTo>
                    <a:pt x="48867" y="36418"/>
                    <a:pt x="47706" y="36802"/>
                    <a:pt x="46545" y="36802"/>
                  </a:cubicBezTo>
                  <a:cubicBezTo>
                    <a:pt x="46302" y="36802"/>
                    <a:pt x="46058" y="36785"/>
                    <a:pt x="45814" y="36744"/>
                  </a:cubicBezTo>
                  <a:cubicBezTo>
                    <a:pt x="44881" y="36588"/>
                    <a:pt x="44552" y="36105"/>
                    <a:pt x="44673" y="35241"/>
                  </a:cubicBezTo>
                  <a:cubicBezTo>
                    <a:pt x="44846" y="34083"/>
                    <a:pt x="45537" y="33115"/>
                    <a:pt x="46263" y="32320"/>
                  </a:cubicBezTo>
                  <a:cubicBezTo>
                    <a:pt x="46417" y="32145"/>
                    <a:pt x="46607" y="32066"/>
                    <a:pt x="46802" y="32066"/>
                  </a:cubicBezTo>
                  <a:close/>
                  <a:moveTo>
                    <a:pt x="64554" y="31370"/>
                  </a:moveTo>
                  <a:cubicBezTo>
                    <a:pt x="64860" y="31370"/>
                    <a:pt x="65185" y="31437"/>
                    <a:pt x="65532" y="31594"/>
                  </a:cubicBezTo>
                  <a:cubicBezTo>
                    <a:pt x="65878" y="31767"/>
                    <a:pt x="65930" y="32251"/>
                    <a:pt x="65636" y="32493"/>
                  </a:cubicBezTo>
                  <a:cubicBezTo>
                    <a:pt x="64063" y="34065"/>
                    <a:pt x="64184" y="35085"/>
                    <a:pt x="65895" y="36588"/>
                  </a:cubicBezTo>
                  <a:cubicBezTo>
                    <a:pt x="67243" y="37815"/>
                    <a:pt x="67762" y="39544"/>
                    <a:pt x="68211" y="41237"/>
                  </a:cubicBezTo>
                  <a:cubicBezTo>
                    <a:pt x="68364" y="41802"/>
                    <a:pt x="68057" y="41990"/>
                    <a:pt x="67435" y="41990"/>
                  </a:cubicBezTo>
                  <a:cubicBezTo>
                    <a:pt x="67353" y="41990"/>
                    <a:pt x="67266" y="41986"/>
                    <a:pt x="67174" y="41980"/>
                  </a:cubicBezTo>
                  <a:cubicBezTo>
                    <a:pt x="66517" y="41064"/>
                    <a:pt x="64271" y="41825"/>
                    <a:pt x="64547" y="39146"/>
                  </a:cubicBezTo>
                  <a:lnTo>
                    <a:pt x="64547" y="39146"/>
                  </a:lnTo>
                  <a:lnTo>
                    <a:pt x="64547" y="39181"/>
                  </a:lnTo>
                  <a:cubicBezTo>
                    <a:pt x="64685" y="37885"/>
                    <a:pt x="63113" y="36295"/>
                    <a:pt x="62076" y="35050"/>
                  </a:cubicBezTo>
                  <a:cubicBezTo>
                    <a:pt x="61281" y="34100"/>
                    <a:pt x="61385" y="33288"/>
                    <a:pt x="62076" y="32683"/>
                  </a:cubicBezTo>
                  <a:cubicBezTo>
                    <a:pt x="62786" y="32052"/>
                    <a:pt x="63577" y="31370"/>
                    <a:pt x="64554" y="31370"/>
                  </a:cubicBezTo>
                  <a:close/>
                  <a:moveTo>
                    <a:pt x="30705" y="33465"/>
                  </a:moveTo>
                  <a:cubicBezTo>
                    <a:pt x="30874" y="33465"/>
                    <a:pt x="31043" y="33637"/>
                    <a:pt x="31090" y="33720"/>
                  </a:cubicBezTo>
                  <a:cubicBezTo>
                    <a:pt x="31920" y="35120"/>
                    <a:pt x="33579" y="35258"/>
                    <a:pt x="34719" y="36226"/>
                  </a:cubicBezTo>
                  <a:cubicBezTo>
                    <a:pt x="36205" y="37487"/>
                    <a:pt x="36275" y="39354"/>
                    <a:pt x="37191" y="40822"/>
                  </a:cubicBezTo>
                  <a:cubicBezTo>
                    <a:pt x="37484" y="41289"/>
                    <a:pt x="37571" y="41980"/>
                    <a:pt x="37968" y="42274"/>
                  </a:cubicBezTo>
                  <a:cubicBezTo>
                    <a:pt x="38403" y="42594"/>
                    <a:pt x="39075" y="43217"/>
                    <a:pt x="39556" y="43217"/>
                  </a:cubicBezTo>
                  <a:cubicBezTo>
                    <a:pt x="39725" y="43217"/>
                    <a:pt x="39870" y="43141"/>
                    <a:pt x="39973" y="42948"/>
                  </a:cubicBezTo>
                  <a:cubicBezTo>
                    <a:pt x="40336" y="42274"/>
                    <a:pt x="41234" y="41289"/>
                    <a:pt x="40543" y="40183"/>
                  </a:cubicBezTo>
                  <a:cubicBezTo>
                    <a:pt x="40301" y="39803"/>
                    <a:pt x="39610" y="39215"/>
                    <a:pt x="40284" y="38904"/>
                  </a:cubicBezTo>
                  <a:cubicBezTo>
                    <a:pt x="40592" y="38765"/>
                    <a:pt x="41024" y="38302"/>
                    <a:pt x="41439" y="38302"/>
                  </a:cubicBezTo>
                  <a:cubicBezTo>
                    <a:pt x="41746" y="38302"/>
                    <a:pt x="42043" y="38557"/>
                    <a:pt x="42271" y="39388"/>
                  </a:cubicBezTo>
                  <a:cubicBezTo>
                    <a:pt x="42782" y="41200"/>
                    <a:pt x="43748" y="43327"/>
                    <a:pt x="46038" y="43327"/>
                  </a:cubicBezTo>
                  <a:cubicBezTo>
                    <a:pt x="46150" y="43327"/>
                    <a:pt x="46266" y="43321"/>
                    <a:pt x="46384" y="43311"/>
                  </a:cubicBezTo>
                  <a:cubicBezTo>
                    <a:pt x="46463" y="43304"/>
                    <a:pt x="46542" y="43300"/>
                    <a:pt x="46620" y="43300"/>
                  </a:cubicBezTo>
                  <a:cubicBezTo>
                    <a:pt x="47585" y="43300"/>
                    <a:pt x="48526" y="43802"/>
                    <a:pt x="49487" y="43802"/>
                  </a:cubicBezTo>
                  <a:cubicBezTo>
                    <a:pt x="49955" y="43802"/>
                    <a:pt x="50429" y="43683"/>
                    <a:pt x="50912" y="43328"/>
                  </a:cubicBezTo>
                  <a:cubicBezTo>
                    <a:pt x="51106" y="43191"/>
                    <a:pt x="51242" y="43135"/>
                    <a:pt x="51336" y="43135"/>
                  </a:cubicBezTo>
                  <a:cubicBezTo>
                    <a:pt x="51643" y="43135"/>
                    <a:pt x="51508" y="43736"/>
                    <a:pt x="51534" y="44054"/>
                  </a:cubicBezTo>
                  <a:cubicBezTo>
                    <a:pt x="51845" y="45488"/>
                    <a:pt x="50843" y="46629"/>
                    <a:pt x="50618" y="47942"/>
                  </a:cubicBezTo>
                  <a:cubicBezTo>
                    <a:pt x="50585" y="48144"/>
                    <a:pt x="50240" y="48444"/>
                    <a:pt x="50046" y="48444"/>
                  </a:cubicBezTo>
                  <a:cubicBezTo>
                    <a:pt x="50041" y="48444"/>
                    <a:pt x="50036" y="48444"/>
                    <a:pt x="50031" y="48444"/>
                  </a:cubicBezTo>
                  <a:cubicBezTo>
                    <a:pt x="49523" y="48389"/>
                    <a:pt x="49010" y="48372"/>
                    <a:pt x="48494" y="48372"/>
                  </a:cubicBezTo>
                  <a:cubicBezTo>
                    <a:pt x="47534" y="48372"/>
                    <a:pt x="46564" y="48433"/>
                    <a:pt x="45600" y="48433"/>
                  </a:cubicBezTo>
                  <a:cubicBezTo>
                    <a:pt x="43779" y="48433"/>
                    <a:pt x="41984" y="48215"/>
                    <a:pt x="40336" y="46957"/>
                  </a:cubicBezTo>
                  <a:cubicBezTo>
                    <a:pt x="40033" y="46726"/>
                    <a:pt x="39675" y="46623"/>
                    <a:pt x="39308" y="46623"/>
                  </a:cubicBezTo>
                  <a:cubicBezTo>
                    <a:pt x="38250" y="46623"/>
                    <a:pt x="37116" y="47478"/>
                    <a:pt x="37000" y="48582"/>
                  </a:cubicBezTo>
                  <a:cubicBezTo>
                    <a:pt x="36972" y="48947"/>
                    <a:pt x="36796" y="49426"/>
                    <a:pt x="36527" y="49426"/>
                  </a:cubicBezTo>
                  <a:cubicBezTo>
                    <a:pt x="36465" y="49426"/>
                    <a:pt x="36398" y="49400"/>
                    <a:pt x="36326" y="49342"/>
                  </a:cubicBezTo>
                  <a:cubicBezTo>
                    <a:pt x="35376" y="48582"/>
                    <a:pt x="34045" y="48772"/>
                    <a:pt x="33147" y="47752"/>
                  </a:cubicBezTo>
                  <a:cubicBezTo>
                    <a:pt x="32334" y="46819"/>
                    <a:pt x="30900" y="46785"/>
                    <a:pt x="29673" y="46525"/>
                  </a:cubicBezTo>
                  <a:cubicBezTo>
                    <a:pt x="28913" y="46370"/>
                    <a:pt x="27807" y="46422"/>
                    <a:pt x="28567" y="44953"/>
                  </a:cubicBezTo>
                  <a:cubicBezTo>
                    <a:pt x="28982" y="44158"/>
                    <a:pt x="29034" y="43000"/>
                    <a:pt x="28515" y="42257"/>
                  </a:cubicBezTo>
                  <a:cubicBezTo>
                    <a:pt x="28230" y="41853"/>
                    <a:pt x="27848" y="41722"/>
                    <a:pt x="27412" y="41722"/>
                  </a:cubicBezTo>
                  <a:cubicBezTo>
                    <a:pt x="27028" y="41722"/>
                    <a:pt x="26602" y="41823"/>
                    <a:pt x="26165" y="41928"/>
                  </a:cubicBezTo>
                  <a:cubicBezTo>
                    <a:pt x="25497" y="42091"/>
                    <a:pt x="24818" y="42128"/>
                    <a:pt x="24133" y="42128"/>
                  </a:cubicBezTo>
                  <a:cubicBezTo>
                    <a:pt x="23569" y="42128"/>
                    <a:pt x="23001" y="42103"/>
                    <a:pt x="22432" y="42103"/>
                  </a:cubicBezTo>
                  <a:cubicBezTo>
                    <a:pt x="21707" y="42103"/>
                    <a:pt x="20980" y="42143"/>
                    <a:pt x="20255" y="42326"/>
                  </a:cubicBezTo>
                  <a:cubicBezTo>
                    <a:pt x="19287" y="42585"/>
                    <a:pt x="18319" y="42862"/>
                    <a:pt x="17559" y="43380"/>
                  </a:cubicBezTo>
                  <a:cubicBezTo>
                    <a:pt x="17082" y="43705"/>
                    <a:pt x="16613" y="43798"/>
                    <a:pt x="16149" y="43798"/>
                  </a:cubicBezTo>
                  <a:cubicBezTo>
                    <a:pt x="15538" y="43798"/>
                    <a:pt x="14935" y="43638"/>
                    <a:pt x="14326" y="43638"/>
                  </a:cubicBezTo>
                  <a:cubicBezTo>
                    <a:pt x="14292" y="43638"/>
                    <a:pt x="14258" y="43638"/>
                    <a:pt x="14223" y="43639"/>
                  </a:cubicBezTo>
                  <a:cubicBezTo>
                    <a:pt x="14120" y="43622"/>
                    <a:pt x="14016" y="43570"/>
                    <a:pt x="13930" y="43466"/>
                  </a:cubicBezTo>
                  <a:cubicBezTo>
                    <a:pt x="14043" y="43169"/>
                    <a:pt x="14308" y="43115"/>
                    <a:pt x="14562" y="43115"/>
                  </a:cubicBezTo>
                  <a:cubicBezTo>
                    <a:pt x="14617" y="43115"/>
                    <a:pt x="14672" y="43118"/>
                    <a:pt x="14725" y="43121"/>
                  </a:cubicBezTo>
                  <a:cubicBezTo>
                    <a:pt x="14838" y="43129"/>
                    <a:pt x="14949" y="43134"/>
                    <a:pt x="15058" y="43134"/>
                  </a:cubicBezTo>
                  <a:cubicBezTo>
                    <a:pt x="16723" y="43134"/>
                    <a:pt x="17967" y="42165"/>
                    <a:pt x="18388" y="40771"/>
                  </a:cubicBezTo>
                  <a:cubicBezTo>
                    <a:pt x="18976" y="38921"/>
                    <a:pt x="20808" y="38282"/>
                    <a:pt x="21482" y="37090"/>
                  </a:cubicBezTo>
                  <a:cubicBezTo>
                    <a:pt x="22174" y="35865"/>
                    <a:pt x="22770" y="35535"/>
                    <a:pt x="23579" y="35535"/>
                  </a:cubicBezTo>
                  <a:cubicBezTo>
                    <a:pt x="23899" y="35535"/>
                    <a:pt x="24254" y="35587"/>
                    <a:pt x="24661" y="35655"/>
                  </a:cubicBezTo>
                  <a:cubicBezTo>
                    <a:pt x="24682" y="35658"/>
                    <a:pt x="24703" y="35660"/>
                    <a:pt x="24725" y="35660"/>
                  </a:cubicBezTo>
                  <a:cubicBezTo>
                    <a:pt x="25065" y="35660"/>
                    <a:pt x="25513" y="35293"/>
                    <a:pt x="25854" y="35033"/>
                  </a:cubicBezTo>
                  <a:cubicBezTo>
                    <a:pt x="26267" y="34730"/>
                    <a:pt x="26584" y="34570"/>
                    <a:pt x="26849" y="34570"/>
                  </a:cubicBezTo>
                  <a:cubicBezTo>
                    <a:pt x="27249" y="34570"/>
                    <a:pt x="27529" y="34935"/>
                    <a:pt x="27841" y="35724"/>
                  </a:cubicBezTo>
                  <a:cubicBezTo>
                    <a:pt x="28325" y="36969"/>
                    <a:pt x="29742" y="37574"/>
                    <a:pt x="30952" y="38161"/>
                  </a:cubicBezTo>
                  <a:cubicBezTo>
                    <a:pt x="31712" y="38524"/>
                    <a:pt x="32732" y="38852"/>
                    <a:pt x="32680" y="39716"/>
                  </a:cubicBezTo>
                  <a:cubicBezTo>
                    <a:pt x="32594" y="40753"/>
                    <a:pt x="31488" y="40546"/>
                    <a:pt x="30710" y="40615"/>
                  </a:cubicBezTo>
                  <a:cubicBezTo>
                    <a:pt x="30312" y="40650"/>
                    <a:pt x="29794" y="40598"/>
                    <a:pt x="29673" y="41134"/>
                  </a:cubicBezTo>
                  <a:cubicBezTo>
                    <a:pt x="29552" y="41669"/>
                    <a:pt x="30036" y="41825"/>
                    <a:pt x="30382" y="42032"/>
                  </a:cubicBezTo>
                  <a:cubicBezTo>
                    <a:pt x="30898" y="42336"/>
                    <a:pt x="31474" y="42934"/>
                    <a:pt x="32011" y="42934"/>
                  </a:cubicBezTo>
                  <a:cubicBezTo>
                    <a:pt x="32175" y="42934"/>
                    <a:pt x="32336" y="42878"/>
                    <a:pt x="32490" y="42741"/>
                  </a:cubicBezTo>
                  <a:cubicBezTo>
                    <a:pt x="33354" y="41963"/>
                    <a:pt x="33890" y="40788"/>
                    <a:pt x="34512" y="39751"/>
                  </a:cubicBezTo>
                  <a:cubicBezTo>
                    <a:pt x="34586" y="39617"/>
                    <a:pt x="34289" y="39329"/>
                    <a:pt x="34602" y="39329"/>
                  </a:cubicBezTo>
                  <a:cubicBezTo>
                    <a:pt x="34653" y="39329"/>
                    <a:pt x="34719" y="39337"/>
                    <a:pt x="34806" y="39354"/>
                  </a:cubicBezTo>
                  <a:cubicBezTo>
                    <a:pt x="34890" y="39373"/>
                    <a:pt x="34965" y="39381"/>
                    <a:pt x="35031" y="39381"/>
                  </a:cubicBezTo>
                  <a:cubicBezTo>
                    <a:pt x="35567" y="39381"/>
                    <a:pt x="35557" y="38814"/>
                    <a:pt x="35341" y="38507"/>
                  </a:cubicBezTo>
                  <a:cubicBezTo>
                    <a:pt x="34806" y="37781"/>
                    <a:pt x="34546" y="36658"/>
                    <a:pt x="33561" y="36468"/>
                  </a:cubicBezTo>
                  <a:cubicBezTo>
                    <a:pt x="32248" y="36208"/>
                    <a:pt x="31591" y="35206"/>
                    <a:pt x="30727" y="34411"/>
                  </a:cubicBezTo>
                  <a:cubicBezTo>
                    <a:pt x="30468" y="34169"/>
                    <a:pt x="30278" y="33910"/>
                    <a:pt x="30485" y="33599"/>
                  </a:cubicBezTo>
                  <a:cubicBezTo>
                    <a:pt x="30551" y="33501"/>
                    <a:pt x="30628" y="33465"/>
                    <a:pt x="30705" y="33465"/>
                  </a:cubicBezTo>
                  <a:close/>
                  <a:moveTo>
                    <a:pt x="65829" y="50622"/>
                  </a:moveTo>
                  <a:cubicBezTo>
                    <a:pt x="66138" y="50622"/>
                    <a:pt x="66376" y="50877"/>
                    <a:pt x="66569" y="51209"/>
                  </a:cubicBezTo>
                  <a:cubicBezTo>
                    <a:pt x="67601" y="52923"/>
                    <a:pt x="68767" y="54401"/>
                    <a:pt x="70703" y="54401"/>
                  </a:cubicBezTo>
                  <a:cubicBezTo>
                    <a:pt x="71167" y="54401"/>
                    <a:pt x="71676" y="54316"/>
                    <a:pt x="72237" y="54129"/>
                  </a:cubicBezTo>
                  <a:cubicBezTo>
                    <a:pt x="72263" y="54119"/>
                    <a:pt x="72291" y="54114"/>
                    <a:pt x="72320" y="54114"/>
                  </a:cubicBezTo>
                  <a:cubicBezTo>
                    <a:pt x="72487" y="54114"/>
                    <a:pt x="72701" y="54260"/>
                    <a:pt x="72877" y="54319"/>
                  </a:cubicBezTo>
                  <a:cubicBezTo>
                    <a:pt x="72687" y="54406"/>
                    <a:pt x="72514" y="54527"/>
                    <a:pt x="72358" y="54665"/>
                  </a:cubicBezTo>
                  <a:lnTo>
                    <a:pt x="72358" y="54682"/>
                  </a:lnTo>
                  <a:cubicBezTo>
                    <a:pt x="71675" y="55659"/>
                    <a:pt x="71022" y="56681"/>
                    <a:pt x="69648" y="56681"/>
                  </a:cubicBezTo>
                  <a:cubicBezTo>
                    <a:pt x="69564" y="56681"/>
                    <a:pt x="69476" y="56678"/>
                    <a:pt x="69386" y="56669"/>
                  </a:cubicBezTo>
                  <a:cubicBezTo>
                    <a:pt x="69196" y="56600"/>
                    <a:pt x="68850" y="56549"/>
                    <a:pt x="68850" y="56445"/>
                  </a:cubicBezTo>
                  <a:cubicBezTo>
                    <a:pt x="68660" y="54216"/>
                    <a:pt x="66258" y="53559"/>
                    <a:pt x="65532" y="51727"/>
                  </a:cubicBezTo>
                  <a:cubicBezTo>
                    <a:pt x="65394" y="51381"/>
                    <a:pt x="64945" y="50932"/>
                    <a:pt x="65584" y="50673"/>
                  </a:cubicBezTo>
                  <a:cubicBezTo>
                    <a:pt x="65670" y="50638"/>
                    <a:pt x="65752" y="50622"/>
                    <a:pt x="65829" y="50622"/>
                  </a:cubicBezTo>
                  <a:close/>
                  <a:moveTo>
                    <a:pt x="50497" y="52695"/>
                  </a:moveTo>
                  <a:lnTo>
                    <a:pt x="50497" y="52695"/>
                  </a:lnTo>
                  <a:cubicBezTo>
                    <a:pt x="51016" y="52885"/>
                    <a:pt x="51863" y="52937"/>
                    <a:pt x="52001" y="53265"/>
                  </a:cubicBezTo>
                  <a:cubicBezTo>
                    <a:pt x="53055" y="55840"/>
                    <a:pt x="55734" y="57464"/>
                    <a:pt x="56114" y="60420"/>
                  </a:cubicBezTo>
                  <a:cubicBezTo>
                    <a:pt x="56252" y="61439"/>
                    <a:pt x="57323" y="61802"/>
                    <a:pt x="57859" y="62580"/>
                  </a:cubicBezTo>
                  <a:cubicBezTo>
                    <a:pt x="59294" y="64654"/>
                    <a:pt x="60106" y="66952"/>
                    <a:pt x="60763" y="69337"/>
                  </a:cubicBezTo>
                  <a:cubicBezTo>
                    <a:pt x="58533" y="67643"/>
                    <a:pt x="56615" y="65656"/>
                    <a:pt x="55336" y="63133"/>
                  </a:cubicBezTo>
                  <a:cubicBezTo>
                    <a:pt x="55198" y="62874"/>
                    <a:pt x="55008" y="62614"/>
                    <a:pt x="55008" y="62355"/>
                  </a:cubicBezTo>
                  <a:cubicBezTo>
                    <a:pt x="54990" y="58916"/>
                    <a:pt x="52139" y="56739"/>
                    <a:pt x="51189" y="53697"/>
                  </a:cubicBezTo>
                  <a:cubicBezTo>
                    <a:pt x="51085" y="53334"/>
                    <a:pt x="50739" y="53040"/>
                    <a:pt x="50497" y="52695"/>
                  </a:cubicBezTo>
                  <a:close/>
                  <a:moveTo>
                    <a:pt x="87976" y="1"/>
                  </a:moveTo>
                  <a:cubicBezTo>
                    <a:pt x="87018" y="1"/>
                    <a:pt x="85745" y="1010"/>
                    <a:pt x="84455" y="1127"/>
                  </a:cubicBezTo>
                  <a:cubicBezTo>
                    <a:pt x="83776" y="1176"/>
                    <a:pt x="83111" y="1512"/>
                    <a:pt x="82448" y="1512"/>
                  </a:cubicBezTo>
                  <a:cubicBezTo>
                    <a:pt x="82403" y="1512"/>
                    <a:pt x="82358" y="1511"/>
                    <a:pt x="82313" y="1507"/>
                  </a:cubicBezTo>
                  <a:cubicBezTo>
                    <a:pt x="82281" y="1506"/>
                    <a:pt x="82250" y="1506"/>
                    <a:pt x="82218" y="1506"/>
                  </a:cubicBezTo>
                  <a:cubicBezTo>
                    <a:pt x="80376" y="1506"/>
                    <a:pt x="79245" y="3375"/>
                    <a:pt x="77443" y="3375"/>
                  </a:cubicBezTo>
                  <a:cubicBezTo>
                    <a:pt x="77340" y="3375"/>
                    <a:pt x="77235" y="3369"/>
                    <a:pt x="77128" y="3356"/>
                  </a:cubicBezTo>
                  <a:cubicBezTo>
                    <a:pt x="77026" y="3344"/>
                    <a:pt x="76928" y="3335"/>
                    <a:pt x="76837" y="3335"/>
                  </a:cubicBezTo>
                  <a:cubicBezTo>
                    <a:pt x="76434" y="3335"/>
                    <a:pt x="76136" y="3491"/>
                    <a:pt x="75953" y="4082"/>
                  </a:cubicBezTo>
                  <a:cubicBezTo>
                    <a:pt x="75843" y="4459"/>
                    <a:pt x="75132" y="4980"/>
                    <a:pt x="74758" y="4980"/>
                  </a:cubicBezTo>
                  <a:cubicBezTo>
                    <a:pt x="74720" y="4980"/>
                    <a:pt x="74687" y="4974"/>
                    <a:pt x="74657" y="4964"/>
                  </a:cubicBezTo>
                  <a:cubicBezTo>
                    <a:pt x="73910" y="4715"/>
                    <a:pt x="73366" y="4590"/>
                    <a:pt x="73013" y="4590"/>
                  </a:cubicBezTo>
                  <a:cubicBezTo>
                    <a:pt x="72190" y="4590"/>
                    <a:pt x="72409" y="5268"/>
                    <a:pt x="73534" y="6623"/>
                  </a:cubicBezTo>
                  <a:cubicBezTo>
                    <a:pt x="73585" y="6692"/>
                    <a:pt x="73499" y="6882"/>
                    <a:pt x="73482" y="7003"/>
                  </a:cubicBezTo>
                  <a:cubicBezTo>
                    <a:pt x="73413" y="6968"/>
                    <a:pt x="73292" y="6951"/>
                    <a:pt x="73240" y="6882"/>
                  </a:cubicBezTo>
                  <a:cubicBezTo>
                    <a:pt x="72877" y="6381"/>
                    <a:pt x="72324" y="5914"/>
                    <a:pt x="72220" y="5344"/>
                  </a:cubicBezTo>
                  <a:cubicBezTo>
                    <a:pt x="72065" y="4531"/>
                    <a:pt x="71961" y="3840"/>
                    <a:pt x="71010" y="3650"/>
                  </a:cubicBezTo>
                  <a:cubicBezTo>
                    <a:pt x="70839" y="3615"/>
                    <a:pt x="70680" y="3599"/>
                    <a:pt x="70533" y="3599"/>
                  </a:cubicBezTo>
                  <a:cubicBezTo>
                    <a:pt x="69359" y="3599"/>
                    <a:pt x="68898" y="4626"/>
                    <a:pt x="68315" y="5517"/>
                  </a:cubicBezTo>
                  <a:cubicBezTo>
                    <a:pt x="67865" y="6208"/>
                    <a:pt x="68349" y="6536"/>
                    <a:pt x="68729" y="6934"/>
                  </a:cubicBezTo>
                  <a:cubicBezTo>
                    <a:pt x="68798" y="7003"/>
                    <a:pt x="68850" y="7089"/>
                    <a:pt x="68902" y="7176"/>
                  </a:cubicBezTo>
                  <a:cubicBezTo>
                    <a:pt x="68817" y="7188"/>
                    <a:pt x="68731" y="7200"/>
                    <a:pt x="68645" y="7200"/>
                  </a:cubicBezTo>
                  <a:cubicBezTo>
                    <a:pt x="68610" y="7200"/>
                    <a:pt x="68575" y="7198"/>
                    <a:pt x="68539" y="7193"/>
                  </a:cubicBezTo>
                  <a:cubicBezTo>
                    <a:pt x="67376" y="7024"/>
                    <a:pt x="66212" y="6691"/>
                    <a:pt x="65033" y="6691"/>
                  </a:cubicBezTo>
                  <a:cubicBezTo>
                    <a:pt x="65003" y="6691"/>
                    <a:pt x="64974" y="6691"/>
                    <a:pt x="64945" y="6692"/>
                  </a:cubicBezTo>
                  <a:cubicBezTo>
                    <a:pt x="64584" y="6692"/>
                    <a:pt x="63909" y="6196"/>
                    <a:pt x="63437" y="6196"/>
                  </a:cubicBezTo>
                  <a:cubicBezTo>
                    <a:pt x="63072" y="6196"/>
                    <a:pt x="62827" y="6492"/>
                    <a:pt x="62940" y="7538"/>
                  </a:cubicBezTo>
                  <a:cubicBezTo>
                    <a:pt x="62940" y="7608"/>
                    <a:pt x="62525" y="7711"/>
                    <a:pt x="62283" y="7798"/>
                  </a:cubicBezTo>
                  <a:cubicBezTo>
                    <a:pt x="61879" y="7955"/>
                    <a:pt x="61464" y="8005"/>
                    <a:pt x="61043" y="8005"/>
                  </a:cubicBezTo>
                  <a:cubicBezTo>
                    <a:pt x="60325" y="8005"/>
                    <a:pt x="59591" y="7860"/>
                    <a:pt x="58870" y="7860"/>
                  </a:cubicBezTo>
                  <a:cubicBezTo>
                    <a:pt x="58295" y="7860"/>
                    <a:pt x="57729" y="7952"/>
                    <a:pt x="57185" y="8282"/>
                  </a:cubicBezTo>
                  <a:cubicBezTo>
                    <a:pt x="56736" y="8610"/>
                    <a:pt x="56304" y="8938"/>
                    <a:pt x="55837" y="9267"/>
                  </a:cubicBezTo>
                  <a:cubicBezTo>
                    <a:pt x="55671" y="9381"/>
                    <a:pt x="55417" y="9527"/>
                    <a:pt x="55226" y="9527"/>
                  </a:cubicBezTo>
                  <a:cubicBezTo>
                    <a:pt x="55100" y="9527"/>
                    <a:pt x="55001" y="9463"/>
                    <a:pt x="54973" y="9284"/>
                  </a:cubicBezTo>
                  <a:cubicBezTo>
                    <a:pt x="54819" y="8258"/>
                    <a:pt x="54209" y="8003"/>
                    <a:pt x="53545" y="8003"/>
                  </a:cubicBezTo>
                  <a:cubicBezTo>
                    <a:pt x="53313" y="8003"/>
                    <a:pt x="53075" y="8034"/>
                    <a:pt x="52848" y="8074"/>
                  </a:cubicBezTo>
                  <a:cubicBezTo>
                    <a:pt x="51897" y="8264"/>
                    <a:pt x="52416" y="9232"/>
                    <a:pt x="52295" y="9854"/>
                  </a:cubicBezTo>
                  <a:cubicBezTo>
                    <a:pt x="52156" y="10615"/>
                    <a:pt x="51344" y="10096"/>
                    <a:pt x="50998" y="10545"/>
                  </a:cubicBezTo>
                  <a:cubicBezTo>
                    <a:pt x="50949" y="10609"/>
                    <a:pt x="50910" y="10635"/>
                    <a:pt x="50880" y="10635"/>
                  </a:cubicBezTo>
                  <a:cubicBezTo>
                    <a:pt x="50805" y="10635"/>
                    <a:pt x="50789" y="10469"/>
                    <a:pt x="50826" y="10321"/>
                  </a:cubicBezTo>
                  <a:cubicBezTo>
                    <a:pt x="51033" y="8990"/>
                    <a:pt x="50221" y="8541"/>
                    <a:pt x="49115" y="8161"/>
                  </a:cubicBezTo>
                  <a:cubicBezTo>
                    <a:pt x="46903" y="7400"/>
                    <a:pt x="44535" y="7176"/>
                    <a:pt x="42392" y="6070"/>
                  </a:cubicBezTo>
                  <a:cubicBezTo>
                    <a:pt x="41667" y="5697"/>
                    <a:pt x="40852" y="5536"/>
                    <a:pt x="40032" y="5536"/>
                  </a:cubicBezTo>
                  <a:cubicBezTo>
                    <a:pt x="39367" y="5536"/>
                    <a:pt x="38699" y="5642"/>
                    <a:pt x="38072" y="5828"/>
                  </a:cubicBezTo>
                  <a:cubicBezTo>
                    <a:pt x="36033" y="6432"/>
                    <a:pt x="33838" y="6502"/>
                    <a:pt x="31989" y="7642"/>
                  </a:cubicBezTo>
                  <a:cubicBezTo>
                    <a:pt x="31263" y="8074"/>
                    <a:pt x="29206" y="7296"/>
                    <a:pt x="30226" y="9457"/>
                  </a:cubicBezTo>
                  <a:cubicBezTo>
                    <a:pt x="30278" y="9578"/>
                    <a:pt x="29984" y="9854"/>
                    <a:pt x="29863" y="10079"/>
                  </a:cubicBezTo>
                  <a:cubicBezTo>
                    <a:pt x="28653" y="12412"/>
                    <a:pt x="26234" y="13224"/>
                    <a:pt x="24229" y="14555"/>
                  </a:cubicBezTo>
                  <a:cubicBezTo>
                    <a:pt x="22536" y="15661"/>
                    <a:pt x="23486" y="17112"/>
                    <a:pt x="24022" y="18236"/>
                  </a:cubicBezTo>
                  <a:cubicBezTo>
                    <a:pt x="24328" y="18880"/>
                    <a:pt x="24972" y="19241"/>
                    <a:pt x="25627" y="19241"/>
                  </a:cubicBezTo>
                  <a:cubicBezTo>
                    <a:pt x="26008" y="19241"/>
                    <a:pt x="26393" y="19119"/>
                    <a:pt x="26718" y="18858"/>
                  </a:cubicBezTo>
                  <a:cubicBezTo>
                    <a:pt x="27228" y="18470"/>
                    <a:pt x="27609" y="18306"/>
                    <a:pt x="27903" y="18306"/>
                  </a:cubicBezTo>
                  <a:cubicBezTo>
                    <a:pt x="28524" y="18306"/>
                    <a:pt x="28748" y="19042"/>
                    <a:pt x="28947" y="19946"/>
                  </a:cubicBezTo>
                  <a:cubicBezTo>
                    <a:pt x="28982" y="20223"/>
                    <a:pt x="28999" y="20499"/>
                    <a:pt x="28982" y="20776"/>
                  </a:cubicBezTo>
                  <a:cubicBezTo>
                    <a:pt x="28774" y="20551"/>
                    <a:pt x="28446" y="20396"/>
                    <a:pt x="28342" y="20119"/>
                  </a:cubicBezTo>
                  <a:cubicBezTo>
                    <a:pt x="28124" y="19474"/>
                    <a:pt x="27849" y="19234"/>
                    <a:pt x="27528" y="19234"/>
                  </a:cubicBezTo>
                  <a:cubicBezTo>
                    <a:pt x="27212" y="19234"/>
                    <a:pt x="26853" y="19465"/>
                    <a:pt x="26459" y="19774"/>
                  </a:cubicBezTo>
                  <a:cubicBezTo>
                    <a:pt x="25646" y="20379"/>
                    <a:pt x="25958" y="21260"/>
                    <a:pt x="26130" y="21899"/>
                  </a:cubicBezTo>
                  <a:cubicBezTo>
                    <a:pt x="26459" y="23092"/>
                    <a:pt x="25802" y="23420"/>
                    <a:pt x="24938" y="23627"/>
                  </a:cubicBezTo>
                  <a:cubicBezTo>
                    <a:pt x="23901" y="23852"/>
                    <a:pt x="23072" y="24267"/>
                    <a:pt x="22553" y="25269"/>
                  </a:cubicBezTo>
                  <a:cubicBezTo>
                    <a:pt x="22273" y="25790"/>
                    <a:pt x="21682" y="26043"/>
                    <a:pt x="21157" y="26043"/>
                  </a:cubicBezTo>
                  <a:cubicBezTo>
                    <a:pt x="21003" y="26043"/>
                    <a:pt x="20855" y="26021"/>
                    <a:pt x="20721" y="25978"/>
                  </a:cubicBezTo>
                  <a:cubicBezTo>
                    <a:pt x="20116" y="25788"/>
                    <a:pt x="20963" y="25390"/>
                    <a:pt x="20946" y="24993"/>
                  </a:cubicBezTo>
                  <a:cubicBezTo>
                    <a:pt x="20929" y="24543"/>
                    <a:pt x="20738" y="24129"/>
                    <a:pt x="20410" y="23835"/>
                  </a:cubicBezTo>
                  <a:cubicBezTo>
                    <a:pt x="19477" y="22798"/>
                    <a:pt x="18354" y="21709"/>
                    <a:pt x="18215" y="20327"/>
                  </a:cubicBezTo>
                  <a:cubicBezTo>
                    <a:pt x="18098" y="19205"/>
                    <a:pt x="17332" y="17921"/>
                    <a:pt x="16200" y="17921"/>
                  </a:cubicBezTo>
                  <a:cubicBezTo>
                    <a:pt x="16163" y="17921"/>
                    <a:pt x="16127" y="17922"/>
                    <a:pt x="16090" y="17925"/>
                  </a:cubicBezTo>
                  <a:cubicBezTo>
                    <a:pt x="15105" y="17976"/>
                    <a:pt x="14068" y="18391"/>
                    <a:pt x="13930" y="19221"/>
                  </a:cubicBezTo>
                  <a:cubicBezTo>
                    <a:pt x="13670" y="20430"/>
                    <a:pt x="14137" y="21709"/>
                    <a:pt x="15122" y="22470"/>
                  </a:cubicBezTo>
                  <a:cubicBezTo>
                    <a:pt x="15952" y="23109"/>
                    <a:pt x="15952" y="23161"/>
                    <a:pt x="15589" y="23489"/>
                  </a:cubicBezTo>
                  <a:cubicBezTo>
                    <a:pt x="14448" y="24526"/>
                    <a:pt x="14915" y="26116"/>
                    <a:pt x="14292" y="27377"/>
                  </a:cubicBezTo>
                  <a:cubicBezTo>
                    <a:pt x="14143" y="27687"/>
                    <a:pt x="14420" y="27822"/>
                    <a:pt x="14760" y="27822"/>
                  </a:cubicBezTo>
                  <a:cubicBezTo>
                    <a:pt x="14932" y="27822"/>
                    <a:pt x="15121" y="27787"/>
                    <a:pt x="15278" y="27723"/>
                  </a:cubicBezTo>
                  <a:cubicBezTo>
                    <a:pt x="16510" y="27249"/>
                    <a:pt x="17772" y="26919"/>
                    <a:pt x="19089" y="26919"/>
                  </a:cubicBezTo>
                  <a:cubicBezTo>
                    <a:pt x="19212" y="26919"/>
                    <a:pt x="19336" y="26922"/>
                    <a:pt x="19460" y="26928"/>
                  </a:cubicBezTo>
                  <a:lnTo>
                    <a:pt x="19874" y="26928"/>
                  </a:lnTo>
                  <a:cubicBezTo>
                    <a:pt x="19840" y="26997"/>
                    <a:pt x="19823" y="27136"/>
                    <a:pt x="19753" y="27153"/>
                  </a:cubicBezTo>
                  <a:cubicBezTo>
                    <a:pt x="18630" y="27585"/>
                    <a:pt x="17507" y="28138"/>
                    <a:pt x="16349" y="28414"/>
                  </a:cubicBezTo>
                  <a:cubicBezTo>
                    <a:pt x="15692" y="28570"/>
                    <a:pt x="14915" y="28432"/>
                    <a:pt x="14707" y="29209"/>
                  </a:cubicBezTo>
                  <a:cubicBezTo>
                    <a:pt x="14500" y="30004"/>
                    <a:pt x="15260" y="30194"/>
                    <a:pt x="15813" y="30505"/>
                  </a:cubicBezTo>
                  <a:cubicBezTo>
                    <a:pt x="17161" y="31318"/>
                    <a:pt x="17369" y="32493"/>
                    <a:pt x="16867" y="33910"/>
                  </a:cubicBezTo>
                  <a:cubicBezTo>
                    <a:pt x="16664" y="34503"/>
                    <a:pt x="16349" y="34660"/>
                    <a:pt x="15995" y="34660"/>
                  </a:cubicBezTo>
                  <a:cubicBezTo>
                    <a:pt x="15626" y="34660"/>
                    <a:pt x="15216" y="34489"/>
                    <a:pt x="14846" y="34463"/>
                  </a:cubicBezTo>
                  <a:cubicBezTo>
                    <a:pt x="13916" y="34396"/>
                    <a:pt x="12987" y="34203"/>
                    <a:pt x="12042" y="34203"/>
                  </a:cubicBezTo>
                  <a:cubicBezTo>
                    <a:pt x="12003" y="34203"/>
                    <a:pt x="11964" y="34203"/>
                    <a:pt x="11925" y="34204"/>
                  </a:cubicBezTo>
                  <a:cubicBezTo>
                    <a:pt x="10957" y="34221"/>
                    <a:pt x="9834" y="34446"/>
                    <a:pt x="9989" y="35759"/>
                  </a:cubicBezTo>
                  <a:cubicBezTo>
                    <a:pt x="10128" y="37072"/>
                    <a:pt x="9834" y="38196"/>
                    <a:pt x="9592" y="39440"/>
                  </a:cubicBezTo>
                  <a:cubicBezTo>
                    <a:pt x="9385" y="40425"/>
                    <a:pt x="8693" y="42136"/>
                    <a:pt x="10542" y="42464"/>
                  </a:cubicBezTo>
                  <a:cubicBezTo>
                    <a:pt x="12305" y="42758"/>
                    <a:pt x="12668" y="43173"/>
                    <a:pt x="11735" y="44693"/>
                  </a:cubicBezTo>
                  <a:cubicBezTo>
                    <a:pt x="11389" y="45298"/>
                    <a:pt x="10888" y="45817"/>
                    <a:pt x="10300" y="46180"/>
                  </a:cubicBezTo>
                  <a:cubicBezTo>
                    <a:pt x="9108" y="46871"/>
                    <a:pt x="8175" y="47752"/>
                    <a:pt x="8313" y="49342"/>
                  </a:cubicBezTo>
                  <a:cubicBezTo>
                    <a:pt x="8365" y="49964"/>
                    <a:pt x="8140" y="50707"/>
                    <a:pt x="7535" y="50967"/>
                  </a:cubicBezTo>
                  <a:cubicBezTo>
                    <a:pt x="5168" y="52021"/>
                    <a:pt x="3768" y="53991"/>
                    <a:pt x="2662" y="56168"/>
                  </a:cubicBezTo>
                  <a:cubicBezTo>
                    <a:pt x="1781" y="57931"/>
                    <a:pt x="122" y="59469"/>
                    <a:pt x="1279" y="61888"/>
                  </a:cubicBezTo>
                  <a:cubicBezTo>
                    <a:pt x="1936" y="63236"/>
                    <a:pt x="1573" y="64792"/>
                    <a:pt x="830" y="66209"/>
                  </a:cubicBezTo>
                  <a:cubicBezTo>
                    <a:pt x="1" y="67781"/>
                    <a:pt x="744" y="70477"/>
                    <a:pt x="2126" y="71687"/>
                  </a:cubicBezTo>
                  <a:cubicBezTo>
                    <a:pt x="2420" y="71946"/>
                    <a:pt x="2662" y="72240"/>
                    <a:pt x="2818" y="72586"/>
                  </a:cubicBezTo>
                  <a:cubicBezTo>
                    <a:pt x="4027" y="75040"/>
                    <a:pt x="5462" y="77303"/>
                    <a:pt x="7881" y="78755"/>
                  </a:cubicBezTo>
                  <a:cubicBezTo>
                    <a:pt x="8455" y="79100"/>
                    <a:pt x="9053" y="79742"/>
                    <a:pt x="9645" y="79742"/>
                  </a:cubicBezTo>
                  <a:cubicBezTo>
                    <a:pt x="9766" y="79742"/>
                    <a:pt x="9887" y="79715"/>
                    <a:pt x="10007" y="79654"/>
                  </a:cubicBezTo>
                  <a:cubicBezTo>
                    <a:pt x="12824" y="78254"/>
                    <a:pt x="16142" y="79844"/>
                    <a:pt x="18889" y="77874"/>
                  </a:cubicBezTo>
                  <a:cubicBezTo>
                    <a:pt x="19326" y="77562"/>
                    <a:pt x="19938" y="77352"/>
                    <a:pt x="20558" y="77352"/>
                  </a:cubicBezTo>
                  <a:cubicBezTo>
                    <a:pt x="21313" y="77352"/>
                    <a:pt x="22079" y="77663"/>
                    <a:pt x="22553" y="78479"/>
                  </a:cubicBezTo>
                  <a:cubicBezTo>
                    <a:pt x="23034" y="79313"/>
                    <a:pt x="23538" y="79650"/>
                    <a:pt x="24283" y="79650"/>
                  </a:cubicBezTo>
                  <a:cubicBezTo>
                    <a:pt x="24448" y="79650"/>
                    <a:pt x="24626" y="79633"/>
                    <a:pt x="24817" y="79602"/>
                  </a:cubicBezTo>
                  <a:cubicBezTo>
                    <a:pt x="24994" y="79574"/>
                    <a:pt x="25161" y="79561"/>
                    <a:pt x="25317" y="79561"/>
                  </a:cubicBezTo>
                  <a:cubicBezTo>
                    <a:pt x="26715" y="79561"/>
                    <a:pt x="27271" y="80640"/>
                    <a:pt x="26960" y="82194"/>
                  </a:cubicBezTo>
                  <a:cubicBezTo>
                    <a:pt x="26683" y="83611"/>
                    <a:pt x="25750" y="85218"/>
                    <a:pt x="26545" y="86480"/>
                  </a:cubicBezTo>
                  <a:cubicBezTo>
                    <a:pt x="27461" y="87966"/>
                    <a:pt x="28515" y="89400"/>
                    <a:pt x="29206" y="90973"/>
                  </a:cubicBezTo>
                  <a:cubicBezTo>
                    <a:pt x="30416" y="93721"/>
                    <a:pt x="31298" y="96641"/>
                    <a:pt x="29777" y="99631"/>
                  </a:cubicBezTo>
                  <a:cubicBezTo>
                    <a:pt x="28809" y="101515"/>
                    <a:pt x="28619" y="103502"/>
                    <a:pt x="29535" y="105369"/>
                  </a:cubicBezTo>
                  <a:cubicBezTo>
                    <a:pt x="30503" y="107321"/>
                    <a:pt x="31228" y="109274"/>
                    <a:pt x="31488" y="111469"/>
                  </a:cubicBezTo>
                  <a:cubicBezTo>
                    <a:pt x="31712" y="113456"/>
                    <a:pt x="31695" y="115599"/>
                    <a:pt x="33371" y="117172"/>
                  </a:cubicBezTo>
                  <a:cubicBezTo>
                    <a:pt x="34322" y="118088"/>
                    <a:pt x="34581" y="119436"/>
                    <a:pt x="35013" y="120645"/>
                  </a:cubicBezTo>
                  <a:cubicBezTo>
                    <a:pt x="35393" y="121717"/>
                    <a:pt x="34546" y="123065"/>
                    <a:pt x="35843" y="123998"/>
                  </a:cubicBezTo>
                  <a:cubicBezTo>
                    <a:pt x="36206" y="124270"/>
                    <a:pt x="36549" y="124368"/>
                    <a:pt x="36881" y="124368"/>
                  </a:cubicBezTo>
                  <a:cubicBezTo>
                    <a:pt x="37735" y="124368"/>
                    <a:pt x="38515" y="123721"/>
                    <a:pt x="39372" y="123721"/>
                  </a:cubicBezTo>
                  <a:cubicBezTo>
                    <a:pt x="39388" y="123721"/>
                    <a:pt x="39404" y="123721"/>
                    <a:pt x="39420" y="123721"/>
                  </a:cubicBezTo>
                  <a:cubicBezTo>
                    <a:pt x="39526" y="123724"/>
                    <a:pt x="39630" y="123725"/>
                    <a:pt x="39734" y="123725"/>
                  </a:cubicBezTo>
                  <a:cubicBezTo>
                    <a:pt x="44937" y="123725"/>
                    <a:pt x="47636" y="120353"/>
                    <a:pt x="49754" y="116100"/>
                  </a:cubicBezTo>
                  <a:cubicBezTo>
                    <a:pt x="50186" y="115236"/>
                    <a:pt x="49720" y="113957"/>
                    <a:pt x="50826" y="113508"/>
                  </a:cubicBezTo>
                  <a:cubicBezTo>
                    <a:pt x="52761" y="112713"/>
                    <a:pt x="53193" y="111175"/>
                    <a:pt x="52692" y="109499"/>
                  </a:cubicBezTo>
                  <a:cubicBezTo>
                    <a:pt x="51949" y="107028"/>
                    <a:pt x="53297" y="106112"/>
                    <a:pt x="55181" y="105282"/>
                  </a:cubicBezTo>
                  <a:cubicBezTo>
                    <a:pt x="57773" y="104107"/>
                    <a:pt x="59449" y="98370"/>
                    <a:pt x="57963" y="96071"/>
                  </a:cubicBezTo>
                  <a:cubicBezTo>
                    <a:pt x="56770" y="94239"/>
                    <a:pt x="57099" y="92217"/>
                    <a:pt x="57444" y="90316"/>
                  </a:cubicBezTo>
                  <a:cubicBezTo>
                    <a:pt x="57911" y="87621"/>
                    <a:pt x="59933" y="85823"/>
                    <a:pt x="61851" y="84164"/>
                  </a:cubicBezTo>
                  <a:cubicBezTo>
                    <a:pt x="65601" y="80915"/>
                    <a:pt x="68055" y="76992"/>
                    <a:pt x="69109" y="72171"/>
                  </a:cubicBezTo>
                  <a:cubicBezTo>
                    <a:pt x="69271" y="71459"/>
                    <a:pt x="69266" y="70656"/>
                    <a:pt x="68371" y="70656"/>
                  </a:cubicBezTo>
                  <a:cubicBezTo>
                    <a:pt x="68311" y="70656"/>
                    <a:pt x="68246" y="70660"/>
                    <a:pt x="68176" y="70667"/>
                  </a:cubicBezTo>
                  <a:cubicBezTo>
                    <a:pt x="67157" y="70788"/>
                    <a:pt x="66154" y="71151"/>
                    <a:pt x="65152" y="71462"/>
                  </a:cubicBezTo>
                  <a:cubicBezTo>
                    <a:pt x="63960" y="71826"/>
                    <a:pt x="63201" y="72060"/>
                    <a:pt x="62664" y="72060"/>
                  </a:cubicBezTo>
                  <a:cubicBezTo>
                    <a:pt x="61727" y="72060"/>
                    <a:pt x="61469" y="71346"/>
                    <a:pt x="60772" y="69363"/>
                  </a:cubicBezTo>
                  <a:lnTo>
                    <a:pt x="60772" y="69363"/>
                  </a:lnTo>
                  <a:cubicBezTo>
                    <a:pt x="61180" y="69747"/>
                    <a:pt x="61467" y="70422"/>
                    <a:pt x="62074" y="70422"/>
                  </a:cubicBezTo>
                  <a:cubicBezTo>
                    <a:pt x="62180" y="70422"/>
                    <a:pt x="62295" y="70402"/>
                    <a:pt x="62422" y="70356"/>
                  </a:cubicBezTo>
                  <a:cubicBezTo>
                    <a:pt x="63925" y="69769"/>
                    <a:pt x="65359" y="68957"/>
                    <a:pt x="66897" y="68455"/>
                  </a:cubicBezTo>
                  <a:cubicBezTo>
                    <a:pt x="68660" y="67868"/>
                    <a:pt x="69732" y="66209"/>
                    <a:pt x="71391" y="65639"/>
                  </a:cubicBezTo>
                  <a:cubicBezTo>
                    <a:pt x="73706" y="64844"/>
                    <a:pt x="76713" y="61716"/>
                    <a:pt x="76852" y="59383"/>
                  </a:cubicBezTo>
                  <a:cubicBezTo>
                    <a:pt x="76834" y="59072"/>
                    <a:pt x="76713" y="58778"/>
                    <a:pt x="76506" y="58553"/>
                  </a:cubicBezTo>
                  <a:cubicBezTo>
                    <a:pt x="75918" y="57810"/>
                    <a:pt x="75279" y="57153"/>
                    <a:pt x="74294" y="56894"/>
                  </a:cubicBezTo>
                  <a:cubicBezTo>
                    <a:pt x="73724" y="56739"/>
                    <a:pt x="73378" y="56151"/>
                    <a:pt x="73516" y="55581"/>
                  </a:cubicBezTo>
                  <a:cubicBezTo>
                    <a:pt x="73547" y="55481"/>
                    <a:pt x="73596" y="55443"/>
                    <a:pt x="73658" y="55443"/>
                  </a:cubicBezTo>
                  <a:cubicBezTo>
                    <a:pt x="73842" y="55443"/>
                    <a:pt x="74139" y="55775"/>
                    <a:pt x="74398" y="55788"/>
                  </a:cubicBezTo>
                  <a:cubicBezTo>
                    <a:pt x="75366" y="55855"/>
                    <a:pt x="76333" y="56083"/>
                    <a:pt x="77301" y="56083"/>
                  </a:cubicBezTo>
                  <a:cubicBezTo>
                    <a:pt x="77336" y="56083"/>
                    <a:pt x="77370" y="56083"/>
                    <a:pt x="77405" y="56082"/>
                  </a:cubicBezTo>
                  <a:cubicBezTo>
                    <a:pt x="77727" y="56077"/>
                    <a:pt x="78047" y="56073"/>
                    <a:pt x="78365" y="56073"/>
                  </a:cubicBezTo>
                  <a:cubicBezTo>
                    <a:pt x="81373" y="56073"/>
                    <a:pt x="84145" y="56432"/>
                    <a:pt x="85786" y="59746"/>
                  </a:cubicBezTo>
                  <a:cubicBezTo>
                    <a:pt x="86136" y="60461"/>
                    <a:pt x="86996" y="61297"/>
                    <a:pt x="88011" y="61297"/>
                  </a:cubicBezTo>
                  <a:cubicBezTo>
                    <a:pt x="88148" y="61297"/>
                    <a:pt x="88288" y="61282"/>
                    <a:pt x="88430" y="61249"/>
                  </a:cubicBezTo>
                  <a:cubicBezTo>
                    <a:pt x="88585" y="61214"/>
                    <a:pt x="88707" y="61197"/>
                    <a:pt x="88805" y="61197"/>
                  </a:cubicBezTo>
                  <a:cubicBezTo>
                    <a:pt x="89186" y="61197"/>
                    <a:pt x="89184" y="61451"/>
                    <a:pt x="89225" y="61837"/>
                  </a:cubicBezTo>
                  <a:cubicBezTo>
                    <a:pt x="89830" y="66554"/>
                    <a:pt x="91990" y="70685"/>
                    <a:pt x="94133" y="74832"/>
                  </a:cubicBezTo>
                  <a:cubicBezTo>
                    <a:pt x="94475" y="75487"/>
                    <a:pt x="94875" y="75911"/>
                    <a:pt x="95290" y="75911"/>
                  </a:cubicBezTo>
                  <a:cubicBezTo>
                    <a:pt x="95652" y="75911"/>
                    <a:pt x="96025" y="75588"/>
                    <a:pt x="96380" y="74815"/>
                  </a:cubicBezTo>
                  <a:cubicBezTo>
                    <a:pt x="96622" y="74297"/>
                    <a:pt x="97036" y="73847"/>
                    <a:pt x="97382" y="73381"/>
                  </a:cubicBezTo>
                  <a:lnTo>
                    <a:pt x="97538" y="73225"/>
                  </a:lnTo>
                  <a:cubicBezTo>
                    <a:pt x="98212" y="71618"/>
                    <a:pt x="98056" y="69993"/>
                    <a:pt x="97831" y="68317"/>
                  </a:cubicBezTo>
                  <a:cubicBezTo>
                    <a:pt x="97762" y="67833"/>
                    <a:pt x="97589" y="67211"/>
                    <a:pt x="98194" y="67073"/>
                  </a:cubicBezTo>
                  <a:cubicBezTo>
                    <a:pt x="99784" y="66693"/>
                    <a:pt x="100268" y="65258"/>
                    <a:pt x="101149" y="64187"/>
                  </a:cubicBezTo>
                  <a:cubicBezTo>
                    <a:pt x="102117" y="63029"/>
                    <a:pt x="103137" y="61629"/>
                    <a:pt x="104243" y="60903"/>
                  </a:cubicBezTo>
                  <a:cubicBezTo>
                    <a:pt x="104825" y="60515"/>
                    <a:pt x="105739" y="59942"/>
                    <a:pt x="106690" y="59942"/>
                  </a:cubicBezTo>
                  <a:cubicBezTo>
                    <a:pt x="107432" y="59942"/>
                    <a:pt x="108196" y="60292"/>
                    <a:pt x="108840" y="61353"/>
                  </a:cubicBezTo>
                  <a:cubicBezTo>
                    <a:pt x="109600" y="62632"/>
                    <a:pt x="110965" y="63565"/>
                    <a:pt x="111017" y="65258"/>
                  </a:cubicBezTo>
                  <a:cubicBezTo>
                    <a:pt x="111034" y="65777"/>
                    <a:pt x="110793" y="66433"/>
                    <a:pt x="111536" y="66693"/>
                  </a:cubicBezTo>
                  <a:cubicBezTo>
                    <a:pt x="111822" y="66788"/>
                    <a:pt x="112112" y="66862"/>
                    <a:pt x="112391" y="66862"/>
                  </a:cubicBezTo>
                  <a:cubicBezTo>
                    <a:pt x="112769" y="66862"/>
                    <a:pt x="113129" y="66727"/>
                    <a:pt x="113437" y="66330"/>
                  </a:cubicBezTo>
                  <a:cubicBezTo>
                    <a:pt x="113540" y="66205"/>
                    <a:pt x="113700" y="66031"/>
                    <a:pt x="113856" y="66031"/>
                  </a:cubicBezTo>
                  <a:cubicBezTo>
                    <a:pt x="113960" y="66031"/>
                    <a:pt x="114062" y="66109"/>
                    <a:pt x="114145" y="66330"/>
                  </a:cubicBezTo>
                  <a:cubicBezTo>
                    <a:pt x="114543" y="67470"/>
                    <a:pt x="114802" y="68663"/>
                    <a:pt x="115286" y="69769"/>
                  </a:cubicBezTo>
                  <a:cubicBezTo>
                    <a:pt x="116271" y="72033"/>
                    <a:pt x="114940" y="74677"/>
                    <a:pt x="116858" y="76871"/>
                  </a:cubicBezTo>
                  <a:cubicBezTo>
                    <a:pt x="118241" y="78461"/>
                    <a:pt x="118362" y="80915"/>
                    <a:pt x="119900" y="82540"/>
                  </a:cubicBezTo>
                  <a:cubicBezTo>
                    <a:pt x="120401" y="82799"/>
                    <a:pt x="120885" y="83058"/>
                    <a:pt x="121386" y="83300"/>
                  </a:cubicBezTo>
                  <a:cubicBezTo>
                    <a:pt x="121538" y="83368"/>
                    <a:pt x="121699" y="83403"/>
                    <a:pt x="121846" y="83403"/>
                  </a:cubicBezTo>
                  <a:cubicBezTo>
                    <a:pt x="122184" y="83403"/>
                    <a:pt x="122445" y="83219"/>
                    <a:pt x="122337" y="82834"/>
                  </a:cubicBezTo>
                  <a:cubicBezTo>
                    <a:pt x="121818" y="80915"/>
                    <a:pt x="121991" y="78790"/>
                    <a:pt x="119969" y="77355"/>
                  </a:cubicBezTo>
                  <a:cubicBezTo>
                    <a:pt x="118414" y="76249"/>
                    <a:pt x="117239" y="74521"/>
                    <a:pt x="117463" y="72378"/>
                  </a:cubicBezTo>
                  <a:cubicBezTo>
                    <a:pt x="117528" y="71821"/>
                    <a:pt x="116912" y="70437"/>
                    <a:pt x="117695" y="70437"/>
                  </a:cubicBezTo>
                  <a:cubicBezTo>
                    <a:pt x="117955" y="70437"/>
                    <a:pt x="118371" y="70590"/>
                    <a:pt x="119019" y="70979"/>
                  </a:cubicBezTo>
                  <a:cubicBezTo>
                    <a:pt x="120194" y="71704"/>
                    <a:pt x="121386" y="72655"/>
                    <a:pt x="121749" y="73605"/>
                  </a:cubicBezTo>
                  <a:cubicBezTo>
                    <a:pt x="122096" y="74553"/>
                    <a:pt x="122434" y="74868"/>
                    <a:pt x="122776" y="74868"/>
                  </a:cubicBezTo>
                  <a:cubicBezTo>
                    <a:pt x="123251" y="74868"/>
                    <a:pt x="123732" y="74261"/>
                    <a:pt x="124255" y="73899"/>
                  </a:cubicBezTo>
                  <a:cubicBezTo>
                    <a:pt x="124531" y="73709"/>
                    <a:pt x="124721" y="73363"/>
                    <a:pt x="125015" y="73208"/>
                  </a:cubicBezTo>
                  <a:cubicBezTo>
                    <a:pt x="126743" y="72292"/>
                    <a:pt x="127210" y="70961"/>
                    <a:pt x="126743" y="69043"/>
                  </a:cubicBezTo>
                  <a:cubicBezTo>
                    <a:pt x="126294" y="67159"/>
                    <a:pt x="125292" y="65725"/>
                    <a:pt x="123892" y="64533"/>
                  </a:cubicBezTo>
                  <a:cubicBezTo>
                    <a:pt x="122596" y="63409"/>
                    <a:pt x="122285" y="62459"/>
                    <a:pt x="123546" y="61059"/>
                  </a:cubicBezTo>
                  <a:cubicBezTo>
                    <a:pt x="123952" y="60621"/>
                    <a:pt x="124332" y="60388"/>
                    <a:pt x="124705" y="60388"/>
                  </a:cubicBezTo>
                  <a:cubicBezTo>
                    <a:pt x="124936" y="60388"/>
                    <a:pt x="125164" y="60477"/>
                    <a:pt x="125395" y="60661"/>
                  </a:cubicBezTo>
                  <a:cubicBezTo>
                    <a:pt x="126000" y="61145"/>
                    <a:pt x="125810" y="61750"/>
                    <a:pt x="125119" y="62234"/>
                  </a:cubicBezTo>
                  <a:cubicBezTo>
                    <a:pt x="124618" y="62580"/>
                    <a:pt x="124445" y="63219"/>
                    <a:pt x="125050" y="63651"/>
                  </a:cubicBezTo>
                  <a:cubicBezTo>
                    <a:pt x="125442" y="63952"/>
                    <a:pt x="125858" y="64171"/>
                    <a:pt x="126268" y="64171"/>
                  </a:cubicBezTo>
                  <a:cubicBezTo>
                    <a:pt x="126635" y="64171"/>
                    <a:pt x="126996" y="63996"/>
                    <a:pt x="127331" y="63547"/>
                  </a:cubicBezTo>
                  <a:cubicBezTo>
                    <a:pt x="127694" y="63046"/>
                    <a:pt x="128247" y="62407"/>
                    <a:pt x="127469" y="61940"/>
                  </a:cubicBezTo>
                  <a:cubicBezTo>
                    <a:pt x="126398" y="61318"/>
                    <a:pt x="127037" y="61042"/>
                    <a:pt x="127590" y="60696"/>
                  </a:cubicBezTo>
                  <a:cubicBezTo>
                    <a:pt x="130061" y="59210"/>
                    <a:pt x="133449" y="59106"/>
                    <a:pt x="134693" y="55788"/>
                  </a:cubicBezTo>
                  <a:cubicBezTo>
                    <a:pt x="135298" y="54146"/>
                    <a:pt x="136093" y="52591"/>
                    <a:pt x="135851" y="50725"/>
                  </a:cubicBezTo>
                  <a:cubicBezTo>
                    <a:pt x="135522" y="48288"/>
                    <a:pt x="133932" y="46629"/>
                    <a:pt x="132498" y="44918"/>
                  </a:cubicBezTo>
                  <a:cubicBezTo>
                    <a:pt x="131772" y="44054"/>
                    <a:pt x="131859" y="43622"/>
                    <a:pt x="132775" y="43173"/>
                  </a:cubicBezTo>
                  <a:cubicBezTo>
                    <a:pt x="133120" y="43017"/>
                    <a:pt x="133397" y="42793"/>
                    <a:pt x="133362" y="42378"/>
                  </a:cubicBezTo>
                  <a:cubicBezTo>
                    <a:pt x="133345" y="41980"/>
                    <a:pt x="133051" y="41635"/>
                    <a:pt x="132671" y="41548"/>
                  </a:cubicBezTo>
                  <a:cubicBezTo>
                    <a:pt x="132227" y="41462"/>
                    <a:pt x="131713" y="41297"/>
                    <a:pt x="131292" y="41297"/>
                  </a:cubicBezTo>
                  <a:cubicBezTo>
                    <a:pt x="131122" y="41297"/>
                    <a:pt x="130968" y="41323"/>
                    <a:pt x="130839" y="41393"/>
                  </a:cubicBezTo>
                  <a:cubicBezTo>
                    <a:pt x="130667" y="41486"/>
                    <a:pt x="130517" y="41524"/>
                    <a:pt x="130385" y="41524"/>
                  </a:cubicBezTo>
                  <a:cubicBezTo>
                    <a:pt x="129751" y="41524"/>
                    <a:pt x="129496" y="40648"/>
                    <a:pt x="128935" y="40648"/>
                  </a:cubicBezTo>
                  <a:cubicBezTo>
                    <a:pt x="128871" y="40648"/>
                    <a:pt x="128804" y="40659"/>
                    <a:pt x="128731" y="40684"/>
                  </a:cubicBezTo>
                  <a:cubicBezTo>
                    <a:pt x="129025" y="40425"/>
                    <a:pt x="129336" y="40166"/>
                    <a:pt x="129612" y="39889"/>
                  </a:cubicBezTo>
                  <a:cubicBezTo>
                    <a:pt x="129699" y="39786"/>
                    <a:pt x="129768" y="39647"/>
                    <a:pt x="129802" y="39509"/>
                  </a:cubicBezTo>
                  <a:cubicBezTo>
                    <a:pt x="129896" y="39229"/>
                    <a:pt x="130059" y="38963"/>
                    <a:pt x="130355" y="38963"/>
                  </a:cubicBezTo>
                  <a:cubicBezTo>
                    <a:pt x="130388" y="38963"/>
                    <a:pt x="130423" y="38966"/>
                    <a:pt x="130459" y="38973"/>
                  </a:cubicBezTo>
                  <a:cubicBezTo>
                    <a:pt x="130822" y="39025"/>
                    <a:pt x="130718" y="39405"/>
                    <a:pt x="130753" y="39665"/>
                  </a:cubicBezTo>
                  <a:cubicBezTo>
                    <a:pt x="130885" y="40368"/>
                    <a:pt x="131150" y="40680"/>
                    <a:pt x="131522" y="40680"/>
                  </a:cubicBezTo>
                  <a:cubicBezTo>
                    <a:pt x="131781" y="40680"/>
                    <a:pt x="132092" y="40529"/>
                    <a:pt x="132446" y="40252"/>
                  </a:cubicBezTo>
                  <a:cubicBezTo>
                    <a:pt x="132816" y="39963"/>
                    <a:pt x="133198" y="39825"/>
                    <a:pt x="133552" y="39825"/>
                  </a:cubicBezTo>
                  <a:cubicBezTo>
                    <a:pt x="134190" y="39825"/>
                    <a:pt x="134735" y="40276"/>
                    <a:pt x="134935" y="41099"/>
                  </a:cubicBezTo>
                  <a:cubicBezTo>
                    <a:pt x="135004" y="41410"/>
                    <a:pt x="135246" y="41911"/>
                    <a:pt x="135436" y="41928"/>
                  </a:cubicBezTo>
                  <a:cubicBezTo>
                    <a:pt x="136836" y="42067"/>
                    <a:pt x="137130" y="43259"/>
                    <a:pt x="137441" y="44192"/>
                  </a:cubicBezTo>
                  <a:cubicBezTo>
                    <a:pt x="137757" y="45176"/>
                    <a:pt x="138205" y="45491"/>
                    <a:pt x="138710" y="45491"/>
                  </a:cubicBezTo>
                  <a:cubicBezTo>
                    <a:pt x="139226" y="45491"/>
                    <a:pt x="139803" y="45163"/>
                    <a:pt x="140361" y="44884"/>
                  </a:cubicBezTo>
                  <a:cubicBezTo>
                    <a:pt x="141813" y="44175"/>
                    <a:pt x="140586" y="43363"/>
                    <a:pt x="140327" y="42654"/>
                  </a:cubicBezTo>
                  <a:cubicBezTo>
                    <a:pt x="140188" y="42188"/>
                    <a:pt x="139739" y="41773"/>
                    <a:pt x="139324" y="41479"/>
                  </a:cubicBezTo>
                  <a:cubicBezTo>
                    <a:pt x="137717" y="40356"/>
                    <a:pt x="137648" y="38921"/>
                    <a:pt x="138305" y="37245"/>
                  </a:cubicBezTo>
                  <a:cubicBezTo>
                    <a:pt x="138533" y="36644"/>
                    <a:pt x="138753" y="36160"/>
                    <a:pt x="139216" y="36160"/>
                  </a:cubicBezTo>
                  <a:cubicBezTo>
                    <a:pt x="139418" y="36160"/>
                    <a:pt x="139666" y="36252"/>
                    <a:pt x="139981" y="36468"/>
                  </a:cubicBezTo>
                  <a:cubicBezTo>
                    <a:pt x="140121" y="36569"/>
                    <a:pt x="140268" y="36617"/>
                    <a:pt x="140413" y="36617"/>
                  </a:cubicBezTo>
                  <a:cubicBezTo>
                    <a:pt x="140661" y="36617"/>
                    <a:pt x="140902" y="36477"/>
                    <a:pt x="141087" y="36226"/>
                  </a:cubicBezTo>
                  <a:cubicBezTo>
                    <a:pt x="142573" y="34255"/>
                    <a:pt x="142850" y="29797"/>
                    <a:pt x="141640" y="27706"/>
                  </a:cubicBezTo>
                  <a:cubicBezTo>
                    <a:pt x="141485" y="27447"/>
                    <a:pt x="141104" y="27187"/>
                    <a:pt x="141398" y="26807"/>
                  </a:cubicBezTo>
                  <a:lnTo>
                    <a:pt x="141398" y="26807"/>
                  </a:lnTo>
                  <a:cubicBezTo>
                    <a:pt x="141623" y="26997"/>
                    <a:pt x="141917" y="27153"/>
                    <a:pt x="142072" y="27395"/>
                  </a:cubicBezTo>
                  <a:cubicBezTo>
                    <a:pt x="142988" y="28812"/>
                    <a:pt x="143869" y="30229"/>
                    <a:pt x="144733" y="31663"/>
                  </a:cubicBezTo>
                  <a:cubicBezTo>
                    <a:pt x="144984" y="32062"/>
                    <a:pt x="145261" y="32460"/>
                    <a:pt x="145713" y="32460"/>
                  </a:cubicBezTo>
                  <a:cubicBezTo>
                    <a:pt x="145790" y="32460"/>
                    <a:pt x="145872" y="32449"/>
                    <a:pt x="145960" y="32424"/>
                  </a:cubicBezTo>
                  <a:cubicBezTo>
                    <a:pt x="146323" y="32320"/>
                    <a:pt x="146825" y="32043"/>
                    <a:pt x="146928" y="31750"/>
                  </a:cubicBezTo>
                  <a:cubicBezTo>
                    <a:pt x="147118" y="31197"/>
                    <a:pt x="146496" y="30972"/>
                    <a:pt x="146151" y="30644"/>
                  </a:cubicBezTo>
                  <a:cubicBezTo>
                    <a:pt x="145805" y="30298"/>
                    <a:pt x="144889" y="29935"/>
                    <a:pt x="145511" y="29348"/>
                  </a:cubicBezTo>
                  <a:cubicBezTo>
                    <a:pt x="146220" y="28674"/>
                    <a:pt x="145701" y="28363"/>
                    <a:pt x="145373" y="27982"/>
                  </a:cubicBezTo>
                  <a:cubicBezTo>
                    <a:pt x="144924" y="27464"/>
                    <a:pt x="144353" y="27049"/>
                    <a:pt x="143904" y="26513"/>
                  </a:cubicBezTo>
                  <a:cubicBezTo>
                    <a:pt x="142452" y="24803"/>
                    <a:pt x="140309" y="24008"/>
                    <a:pt x="138927" y="23455"/>
                  </a:cubicBezTo>
                  <a:cubicBezTo>
                    <a:pt x="137233" y="22781"/>
                    <a:pt x="135350" y="23368"/>
                    <a:pt x="133794" y="22349"/>
                  </a:cubicBezTo>
                  <a:cubicBezTo>
                    <a:pt x="133621" y="22228"/>
                    <a:pt x="133120" y="22141"/>
                    <a:pt x="133379" y="21934"/>
                  </a:cubicBezTo>
                  <a:cubicBezTo>
                    <a:pt x="134416" y="21156"/>
                    <a:pt x="134192" y="19843"/>
                    <a:pt x="134814" y="18910"/>
                  </a:cubicBezTo>
                  <a:cubicBezTo>
                    <a:pt x="135183" y="18357"/>
                    <a:pt x="137525" y="17996"/>
                    <a:pt x="139389" y="17996"/>
                  </a:cubicBezTo>
                  <a:cubicBezTo>
                    <a:pt x="140321" y="17996"/>
                    <a:pt x="141133" y="18086"/>
                    <a:pt x="141519" y="18287"/>
                  </a:cubicBezTo>
                  <a:cubicBezTo>
                    <a:pt x="141913" y="18491"/>
                    <a:pt x="142318" y="18567"/>
                    <a:pt x="142722" y="18567"/>
                  </a:cubicBezTo>
                  <a:cubicBezTo>
                    <a:pt x="143310" y="18567"/>
                    <a:pt x="143896" y="18407"/>
                    <a:pt x="144440" y="18253"/>
                  </a:cubicBezTo>
                  <a:cubicBezTo>
                    <a:pt x="145183" y="18028"/>
                    <a:pt x="144301" y="17320"/>
                    <a:pt x="144440" y="16905"/>
                  </a:cubicBezTo>
                  <a:cubicBezTo>
                    <a:pt x="144595" y="16473"/>
                    <a:pt x="144232" y="15764"/>
                    <a:pt x="144803" y="15626"/>
                  </a:cubicBezTo>
                  <a:cubicBezTo>
                    <a:pt x="144894" y="15602"/>
                    <a:pt x="144986" y="15590"/>
                    <a:pt x="145078" y="15590"/>
                  </a:cubicBezTo>
                  <a:cubicBezTo>
                    <a:pt x="145503" y="15590"/>
                    <a:pt x="145922" y="15838"/>
                    <a:pt x="146306" y="16179"/>
                  </a:cubicBezTo>
                  <a:cubicBezTo>
                    <a:pt x="146709" y="16532"/>
                    <a:pt x="147171" y="16997"/>
                    <a:pt x="147617" y="16997"/>
                  </a:cubicBezTo>
                  <a:cubicBezTo>
                    <a:pt x="147935" y="16997"/>
                    <a:pt x="148244" y="16760"/>
                    <a:pt x="148518" y="16075"/>
                  </a:cubicBezTo>
                  <a:cubicBezTo>
                    <a:pt x="148584" y="15900"/>
                    <a:pt x="148692" y="15801"/>
                    <a:pt x="148828" y="15801"/>
                  </a:cubicBezTo>
                  <a:cubicBezTo>
                    <a:pt x="148906" y="15801"/>
                    <a:pt x="148994" y="15833"/>
                    <a:pt x="149088" y="15903"/>
                  </a:cubicBezTo>
                  <a:cubicBezTo>
                    <a:pt x="149348" y="16110"/>
                    <a:pt x="149348" y="16335"/>
                    <a:pt x="149192" y="16646"/>
                  </a:cubicBezTo>
                  <a:cubicBezTo>
                    <a:pt x="148743" y="17596"/>
                    <a:pt x="147965" y="18547"/>
                    <a:pt x="147965" y="19497"/>
                  </a:cubicBezTo>
                  <a:cubicBezTo>
                    <a:pt x="147931" y="21122"/>
                    <a:pt x="148708" y="22677"/>
                    <a:pt x="150022" y="23627"/>
                  </a:cubicBezTo>
                  <a:cubicBezTo>
                    <a:pt x="151231" y="24561"/>
                    <a:pt x="152631" y="25269"/>
                    <a:pt x="153582" y="26513"/>
                  </a:cubicBezTo>
                  <a:cubicBezTo>
                    <a:pt x="153835" y="26852"/>
                    <a:pt x="154112" y="27339"/>
                    <a:pt x="154580" y="27339"/>
                  </a:cubicBezTo>
                  <a:cubicBezTo>
                    <a:pt x="154686" y="27339"/>
                    <a:pt x="154802" y="27314"/>
                    <a:pt x="154930" y="27257"/>
                  </a:cubicBezTo>
                  <a:cubicBezTo>
                    <a:pt x="155621" y="26928"/>
                    <a:pt x="155673" y="26271"/>
                    <a:pt x="155604" y="25615"/>
                  </a:cubicBezTo>
                  <a:cubicBezTo>
                    <a:pt x="155448" y="24025"/>
                    <a:pt x="155863" y="22435"/>
                    <a:pt x="154739" y="20845"/>
                  </a:cubicBezTo>
                  <a:cubicBezTo>
                    <a:pt x="154065" y="19877"/>
                    <a:pt x="153772" y="18823"/>
                    <a:pt x="152406" y="18737"/>
                  </a:cubicBezTo>
                  <a:cubicBezTo>
                    <a:pt x="152044" y="18720"/>
                    <a:pt x="151940" y="18478"/>
                    <a:pt x="151888" y="18201"/>
                  </a:cubicBezTo>
                  <a:cubicBezTo>
                    <a:pt x="151820" y="17931"/>
                    <a:pt x="151918" y="17578"/>
                    <a:pt x="152229" y="17578"/>
                  </a:cubicBezTo>
                  <a:cubicBezTo>
                    <a:pt x="152236" y="17578"/>
                    <a:pt x="152243" y="17579"/>
                    <a:pt x="152251" y="17579"/>
                  </a:cubicBezTo>
                  <a:cubicBezTo>
                    <a:pt x="152284" y="17581"/>
                    <a:pt x="152317" y="17582"/>
                    <a:pt x="152350" y="17582"/>
                  </a:cubicBezTo>
                  <a:cubicBezTo>
                    <a:pt x="153000" y="17582"/>
                    <a:pt x="153628" y="17254"/>
                    <a:pt x="154277" y="17254"/>
                  </a:cubicBezTo>
                  <a:cubicBezTo>
                    <a:pt x="154558" y="17254"/>
                    <a:pt x="154844" y="17316"/>
                    <a:pt x="155137" y="17493"/>
                  </a:cubicBezTo>
                  <a:cubicBezTo>
                    <a:pt x="155393" y="17649"/>
                    <a:pt x="155627" y="17726"/>
                    <a:pt x="155836" y="17726"/>
                  </a:cubicBezTo>
                  <a:cubicBezTo>
                    <a:pt x="156249" y="17726"/>
                    <a:pt x="156566" y="17427"/>
                    <a:pt x="156761" y="16853"/>
                  </a:cubicBezTo>
                  <a:cubicBezTo>
                    <a:pt x="157072" y="15920"/>
                    <a:pt x="157954" y="15505"/>
                    <a:pt x="158662" y="15039"/>
                  </a:cubicBezTo>
                  <a:cubicBezTo>
                    <a:pt x="158771" y="14969"/>
                    <a:pt x="158912" y="14953"/>
                    <a:pt x="159064" y="14953"/>
                  </a:cubicBezTo>
                  <a:cubicBezTo>
                    <a:pt x="159192" y="14953"/>
                    <a:pt x="159327" y="14964"/>
                    <a:pt x="159458" y="14964"/>
                  </a:cubicBezTo>
                  <a:cubicBezTo>
                    <a:pt x="159792" y="14964"/>
                    <a:pt x="160100" y="14892"/>
                    <a:pt x="160183" y="14382"/>
                  </a:cubicBezTo>
                  <a:cubicBezTo>
                    <a:pt x="160304" y="13501"/>
                    <a:pt x="159475" y="13310"/>
                    <a:pt x="158887" y="12965"/>
                  </a:cubicBezTo>
                  <a:cubicBezTo>
                    <a:pt x="158662" y="12827"/>
                    <a:pt x="158334" y="12550"/>
                    <a:pt x="158351" y="12395"/>
                  </a:cubicBezTo>
                  <a:cubicBezTo>
                    <a:pt x="158404" y="12154"/>
                    <a:pt x="158582" y="12097"/>
                    <a:pt x="158776" y="12097"/>
                  </a:cubicBezTo>
                  <a:cubicBezTo>
                    <a:pt x="158903" y="12097"/>
                    <a:pt x="159037" y="12122"/>
                    <a:pt x="159146" y="12135"/>
                  </a:cubicBezTo>
                  <a:cubicBezTo>
                    <a:pt x="160460" y="12308"/>
                    <a:pt x="161652" y="12999"/>
                    <a:pt x="163017" y="12999"/>
                  </a:cubicBezTo>
                  <a:cubicBezTo>
                    <a:pt x="163570" y="12999"/>
                    <a:pt x="163795" y="12913"/>
                    <a:pt x="164002" y="12274"/>
                  </a:cubicBezTo>
                  <a:cubicBezTo>
                    <a:pt x="164745" y="10182"/>
                    <a:pt x="163311" y="10010"/>
                    <a:pt x="161998" y="9923"/>
                  </a:cubicBezTo>
                  <a:cubicBezTo>
                    <a:pt x="160218" y="9820"/>
                    <a:pt x="158438" y="9543"/>
                    <a:pt x="156710" y="9076"/>
                  </a:cubicBezTo>
                  <a:cubicBezTo>
                    <a:pt x="153313" y="8169"/>
                    <a:pt x="149984" y="6872"/>
                    <a:pt x="146431" y="6872"/>
                  </a:cubicBezTo>
                  <a:cubicBezTo>
                    <a:pt x="145249" y="6872"/>
                    <a:pt x="144041" y="7016"/>
                    <a:pt x="142798" y="7366"/>
                  </a:cubicBezTo>
                  <a:cubicBezTo>
                    <a:pt x="142441" y="7468"/>
                    <a:pt x="142044" y="7507"/>
                    <a:pt x="141624" y="7507"/>
                  </a:cubicBezTo>
                  <a:cubicBezTo>
                    <a:pt x="140475" y="7507"/>
                    <a:pt x="139148" y="7211"/>
                    <a:pt x="137959" y="7072"/>
                  </a:cubicBezTo>
                  <a:cubicBezTo>
                    <a:pt x="135760" y="6810"/>
                    <a:pt x="133765" y="5577"/>
                    <a:pt x="131513" y="5577"/>
                  </a:cubicBezTo>
                  <a:cubicBezTo>
                    <a:pt x="131235" y="5577"/>
                    <a:pt x="130953" y="5596"/>
                    <a:pt x="130666" y="5637"/>
                  </a:cubicBezTo>
                  <a:cubicBezTo>
                    <a:pt x="130197" y="5701"/>
                    <a:pt x="129713" y="5752"/>
                    <a:pt x="129231" y="5752"/>
                  </a:cubicBezTo>
                  <a:cubicBezTo>
                    <a:pt x="128525" y="5752"/>
                    <a:pt x="127823" y="5641"/>
                    <a:pt x="127175" y="5292"/>
                  </a:cubicBezTo>
                  <a:cubicBezTo>
                    <a:pt x="124583" y="3857"/>
                    <a:pt x="121352" y="4808"/>
                    <a:pt x="118811" y="3097"/>
                  </a:cubicBezTo>
                  <a:cubicBezTo>
                    <a:pt x="118623" y="2965"/>
                    <a:pt x="118385" y="2894"/>
                    <a:pt x="118144" y="2894"/>
                  </a:cubicBezTo>
                  <a:cubicBezTo>
                    <a:pt x="117786" y="2894"/>
                    <a:pt x="117421" y="3050"/>
                    <a:pt x="117204" y="3391"/>
                  </a:cubicBezTo>
                  <a:cubicBezTo>
                    <a:pt x="116737" y="4117"/>
                    <a:pt x="117601" y="4134"/>
                    <a:pt x="117930" y="4462"/>
                  </a:cubicBezTo>
                  <a:cubicBezTo>
                    <a:pt x="118103" y="4670"/>
                    <a:pt x="118154" y="4946"/>
                    <a:pt x="118068" y="5188"/>
                  </a:cubicBezTo>
                  <a:cubicBezTo>
                    <a:pt x="117958" y="5398"/>
                    <a:pt x="116241" y="5510"/>
                    <a:pt x="114740" y="5510"/>
                  </a:cubicBezTo>
                  <a:cubicBezTo>
                    <a:pt x="113645" y="5510"/>
                    <a:pt x="112664" y="5450"/>
                    <a:pt x="112503" y="5326"/>
                  </a:cubicBezTo>
                  <a:cubicBezTo>
                    <a:pt x="111242" y="4410"/>
                    <a:pt x="109825" y="3719"/>
                    <a:pt x="108321" y="3287"/>
                  </a:cubicBezTo>
                  <a:cubicBezTo>
                    <a:pt x="108108" y="3224"/>
                    <a:pt x="107902" y="3198"/>
                    <a:pt x="107703" y="3198"/>
                  </a:cubicBezTo>
                  <a:cubicBezTo>
                    <a:pt x="106742" y="3198"/>
                    <a:pt x="105934" y="3807"/>
                    <a:pt x="105084" y="3807"/>
                  </a:cubicBezTo>
                  <a:cubicBezTo>
                    <a:pt x="105000" y="3807"/>
                    <a:pt x="104915" y="3801"/>
                    <a:pt x="104830" y="3788"/>
                  </a:cubicBezTo>
                  <a:cubicBezTo>
                    <a:pt x="102083" y="3391"/>
                    <a:pt x="99266" y="3909"/>
                    <a:pt x="96760" y="1559"/>
                  </a:cubicBezTo>
                  <a:cubicBezTo>
                    <a:pt x="95295" y="185"/>
                    <a:pt x="93272" y="50"/>
                    <a:pt x="91223" y="50"/>
                  </a:cubicBezTo>
                  <a:cubicBezTo>
                    <a:pt x="90718" y="50"/>
                    <a:pt x="90212" y="58"/>
                    <a:pt x="89713" y="58"/>
                  </a:cubicBezTo>
                  <a:cubicBezTo>
                    <a:pt x="89152" y="58"/>
                    <a:pt x="88600" y="48"/>
                    <a:pt x="88067" y="4"/>
                  </a:cubicBezTo>
                  <a:cubicBezTo>
                    <a:pt x="88037" y="2"/>
                    <a:pt x="88007" y="1"/>
                    <a:pt x="87976" y="1"/>
                  </a:cubicBezTo>
                  <a:close/>
                </a:path>
              </a:pathLst>
            </a:custGeom>
            <a:noFill/>
            <a:ln cap="flat" cmpd="sng" w="254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121825" lIns="121825" spcFirstLastPara="1" rIns="121825" wrap="square" tIns="1218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" name="Google Shape;1026;p55"/>
            <p:cNvSpPr/>
            <p:nvPr/>
          </p:nvSpPr>
          <p:spPr>
            <a:xfrm>
              <a:off x="5913800" y="3523050"/>
              <a:ext cx="1109075" cy="813875"/>
            </a:xfrm>
            <a:custGeom>
              <a:rect b="b" l="l" r="r" t="t"/>
              <a:pathLst>
                <a:path extrusionOk="0" h="32555" w="44363">
                  <a:moveTo>
                    <a:pt x="28245" y="1"/>
                  </a:moveTo>
                  <a:cubicBezTo>
                    <a:pt x="27747" y="1"/>
                    <a:pt x="27602" y="373"/>
                    <a:pt x="27634" y="804"/>
                  </a:cubicBezTo>
                  <a:cubicBezTo>
                    <a:pt x="27737" y="2117"/>
                    <a:pt x="27979" y="3482"/>
                    <a:pt x="27996" y="4778"/>
                  </a:cubicBezTo>
                  <a:cubicBezTo>
                    <a:pt x="28014" y="5660"/>
                    <a:pt x="28567" y="7094"/>
                    <a:pt x="27634" y="7267"/>
                  </a:cubicBezTo>
                  <a:cubicBezTo>
                    <a:pt x="27521" y="7286"/>
                    <a:pt x="27406" y="7295"/>
                    <a:pt x="27290" y="7295"/>
                  </a:cubicBezTo>
                  <a:cubicBezTo>
                    <a:pt x="25431" y="7295"/>
                    <a:pt x="23230" y="4918"/>
                    <a:pt x="23555" y="3275"/>
                  </a:cubicBezTo>
                  <a:cubicBezTo>
                    <a:pt x="23754" y="2264"/>
                    <a:pt x="23333" y="1317"/>
                    <a:pt x="22034" y="1317"/>
                  </a:cubicBezTo>
                  <a:cubicBezTo>
                    <a:pt x="21978" y="1317"/>
                    <a:pt x="21920" y="1318"/>
                    <a:pt x="21862" y="1322"/>
                  </a:cubicBezTo>
                  <a:cubicBezTo>
                    <a:pt x="21814" y="1325"/>
                    <a:pt x="21765" y="1327"/>
                    <a:pt x="21716" y="1327"/>
                  </a:cubicBezTo>
                  <a:cubicBezTo>
                    <a:pt x="20777" y="1327"/>
                    <a:pt x="19668" y="752"/>
                    <a:pt x="18692" y="752"/>
                  </a:cubicBezTo>
                  <a:cubicBezTo>
                    <a:pt x="18107" y="752"/>
                    <a:pt x="17570" y="958"/>
                    <a:pt x="17144" y="1616"/>
                  </a:cubicBezTo>
                  <a:cubicBezTo>
                    <a:pt x="16642" y="2376"/>
                    <a:pt x="15295" y="2826"/>
                    <a:pt x="15191" y="4035"/>
                  </a:cubicBezTo>
                  <a:cubicBezTo>
                    <a:pt x="15162" y="4430"/>
                    <a:pt x="15144" y="4616"/>
                    <a:pt x="15002" y="4616"/>
                  </a:cubicBezTo>
                  <a:cubicBezTo>
                    <a:pt x="14889" y="4616"/>
                    <a:pt x="14698" y="4499"/>
                    <a:pt x="14361" y="4277"/>
                  </a:cubicBezTo>
                  <a:cubicBezTo>
                    <a:pt x="13724" y="3844"/>
                    <a:pt x="13113" y="3612"/>
                    <a:pt x="12606" y="3612"/>
                  </a:cubicBezTo>
                  <a:cubicBezTo>
                    <a:pt x="12042" y="3612"/>
                    <a:pt x="11607" y="3900"/>
                    <a:pt x="11406" y="4519"/>
                  </a:cubicBezTo>
                  <a:cubicBezTo>
                    <a:pt x="10784" y="6334"/>
                    <a:pt x="8710" y="7215"/>
                    <a:pt x="8624" y="9392"/>
                  </a:cubicBezTo>
                  <a:cubicBezTo>
                    <a:pt x="8607" y="10153"/>
                    <a:pt x="7933" y="10619"/>
                    <a:pt x="7086" y="10879"/>
                  </a:cubicBezTo>
                  <a:cubicBezTo>
                    <a:pt x="5669" y="11311"/>
                    <a:pt x="4355" y="11864"/>
                    <a:pt x="3007" y="12382"/>
                  </a:cubicBezTo>
                  <a:cubicBezTo>
                    <a:pt x="1003" y="13160"/>
                    <a:pt x="0" y="16910"/>
                    <a:pt x="1538" y="19018"/>
                  </a:cubicBezTo>
                  <a:cubicBezTo>
                    <a:pt x="2835" y="20798"/>
                    <a:pt x="3128" y="22595"/>
                    <a:pt x="3992" y="24375"/>
                  </a:cubicBezTo>
                  <a:cubicBezTo>
                    <a:pt x="4494" y="25360"/>
                    <a:pt x="4424" y="26276"/>
                    <a:pt x="3750" y="26950"/>
                  </a:cubicBezTo>
                  <a:cubicBezTo>
                    <a:pt x="3353" y="27348"/>
                    <a:pt x="3509" y="27797"/>
                    <a:pt x="4148" y="28298"/>
                  </a:cubicBezTo>
                  <a:cubicBezTo>
                    <a:pt x="5020" y="28962"/>
                    <a:pt x="5824" y="29302"/>
                    <a:pt x="6549" y="29302"/>
                  </a:cubicBezTo>
                  <a:cubicBezTo>
                    <a:pt x="7089" y="29302"/>
                    <a:pt x="7586" y="29114"/>
                    <a:pt x="8036" y="28730"/>
                  </a:cubicBezTo>
                  <a:cubicBezTo>
                    <a:pt x="8740" y="28095"/>
                    <a:pt x="9643" y="27747"/>
                    <a:pt x="10576" y="27747"/>
                  </a:cubicBezTo>
                  <a:cubicBezTo>
                    <a:pt x="10811" y="27747"/>
                    <a:pt x="11049" y="27769"/>
                    <a:pt x="11285" y="27814"/>
                  </a:cubicBezTo>
                  <a:cubicBezTo>
                    <a:pt x="11420" y="27836"/>
                    <a:pt x="11551" y="27846"/>
                    <a:pt x="11676" y="27846"/>
                  </a:cubicBezTo>
                  <a:cubicBezTo>
                    <a:pt x="12065" y="27846"/>
                    <a:pt x="12402" y="27743"/>
                    <a:pt x="12650" y="27521"/>
                  </a:cubicBezTo>
                  <a:cubicBezTo>
                    <a:pt x="14551" y="25793"/>
                    <a:pt x="17368" y="25343"/>
                    <a:pt x="20047" y="24790"/>
                  </a:cubicBezTo>
                  <a:cubicBezTo>
                    <a:pt x="20247" y="24746"/>
                    <a:pt x="20464" y="24721"/>
                    <a:pt x="20691" y="24721"/>
                  </a:cubicBezTo>
                  <a:cubicBezTo>
                    <a:pt x="21623" y="24721"/>
                    <a:pt x="22712" y="25150"/>
                    <a:pt x="23365" y="26484"/>
                  </a:cubicBezTo>
                  <a:cubicBezTo>
                    <a:pt x="23667" y="27105"/>
                    <a:pt x="23855" y="28198"/>
                    <a:pt x="25083" y="28198"/>
                  </a:cubicBezTo>
                  <a:cubicBezTo>
                    <a:pt x="25120" y="28198"/>
                    <a:pt x="25158" y="28197"/>
                    <a:pt x="25197" y="28195"/>
                  </a:cubicBezTo>
                  <a:cubicBezTo>
                    <a:pt x="25345" y="28183"/>
                    <a:pt x="25455" y="28022"/>
                    <a:pt x="25593" y="28022"/>
                  </a:cubicBezTo>
                  <a:cubicBezTo>
                    <a:pt x="25664" y="28022"/>
                    <a:pt x="25742" y="28065"/>
                    <a:pt x="25836" y="28195"/>
                  </a:cubicBezTo>
                  <a:cubicBezTo>
                    <a:pt x="25923" y="28298"/>
                    <a:pt x="25767" y="28592"/>
                    <a:pt x="25612" y="28713"/>
                  </a:cubicBezTo>
                  <a:cubicBezTo>
                    <a:pt x="25318" y="28938"/>
                    <a:pt x="24903" y="29128"/>
                    <a:pt x="25283" y="29646"/>
                  </a:cubicBezTo>
                  <a:cubicBezTo>
                    <a:pt x="25508" y="29871"/>
                    <a:pt x="25802" y="30026"/>
                    <a:pt x="26113" y="30078"/>
                  </a:cubicBezTo>
                  <a:cubicBezTo>
                    <a:pt x="26172" y="30086"/>
                    <a:pt x="26229" y="30090"/>
                    <a:pt x="26283" y="30090"/>
                  </a:cubicBezTo>
                  <a:cubicBezTo>
                    <a:pt x="26710" y="30090"/>
                    <a:pt x="27006" y="29856"/>
                    <a:pt x="27098" y="29473"/>
                  </a:cubicBezTo>
                  <a:cubicBezTo>
                    <a:pt x="27115" y="29335"/>
                    <a:pt x="27098" y="29197"/>
                    <a:pt x="27029" y="29076"/>
                  </a:cubicBezTo>
                  <a:cubicBezTo>
                    <a:pt x="26976" y="28903"/>
                    <a:pt x="26992" y="28848"/>
                    <a:pt x="27041" y="28848"/>
                  </a:cubicBezTo>
                  <a:cubicBezTo>
                    <a:pt x="27105" y="28848"/>
                    <a:pt x="27225" y="28941"/>
                    <a:pt x="27322" y="28990"/>
                  </a:cubicBezTo>
                  <a:cubicBezTo>
                    <a:pt x="27824" y="29266"/>
                    <a:pt x="28463" y="29473"/>
                    <a:pt x="28169" y="30113"/>
                  </a:cubicBezTo>
                  <a:cubicBezTo>
                    <a:pt x="27945" y="30597"/>
                    <a:pt x="28117" y="31029"/>
                    <a:pt x="28809" y="31461"/>
                  </a:cubicBezTo>
                  <a:cubicBezTo>
                    <a:pt x="30199" y="32318"/>
                    <a:pt x="31628" y="32554"/>
                    <a:pt x="32898" y="32554"/>
                  </a:cubicBezTo>
                  <a:cubicBezTo>
                    <a:pt x="33522" y="32554"/>
                    <a:pt x="34108" y="32497"/>
                    <a:pt x="34633" y="32429"/>
                  </a:cubicBezTo>
                  <a:cubicBezTo>
                    <a:pt x="36672" y="32135"/>
                    <a:pt x="39299" y="31824"/>
                    <a:pt x="39299" y="29145"/>
                  </a:cubicBezTo>
                  <a:cubicBezTo>
                    <a:pt x="39299" y="28938"/>
                    <a:pt x="39541" y="28799"/>
                    <a:pt x="39592" y="28575"/>
                  </a:cubicBezTo>
                  <a:cubicBezTo>
                    <a:pt x="40024" y="26968"/>
                    <a:pt x="41804" y="26363"/>
                    <a:pt x="42496" y="24998"/>
                  </a:cubicBezTo>
                  <a:cubicBezTo>
                    <a:pt x="44224" y="21559"/>
                    <a:pt x="44362" y="17722"/>
                    <a:pt x="40232" y="13661"/>
                  </a:cubicBezTo>
                  <a:cubicBezTo>
                    <a:pt x="38953" y="12399"/>
                    <a:pt x="38037" y="10671"/>
                    <a:pt x="36309" y="9859"/>
                  </a:cubicBezTo>
                  <a:cubicBezTo>
                    <a:pt x="34494" y="9012"/>
                    <a:pt x="34080" y="7716"/>
                    <a:pt x="33509" y="6472"/>
                  </a:cubicBezTo>
                  <a:cubicBezTo>
                    <a:pt x="33388" y="5608"/>
                    <a:pt x="33008" y="4761"/>
                    <a:pt x="32213" y="4346"/>
                  </a:cubicBezTo>
                  <a:cubicBezTo>
                    <a:pt x="30658" y="3465"/>
                    <a:pt x="30278" y="2100"/>
                    <a:pt x="29414" y="942"/>
                  </a:cubicBezTo>
                  <a:cubicBezTo>
                    <a:pt x="29120" y="544"/>
                    <a:pt x="28947" y="78"/>
                    <a:pt x="28377" y="9"/>
                  </a:cubicBezTo>
                  <a:cubicBezTo>
                    <a:pt x="28330" y="3"/>
                    <a:pt x="28287" y="1"/>
                    <a:pt x="28245" y="1"/>
                  </a:cubicBezTo>
                  <a:close/>
                </a:path>
              </a:pathLst>
            </a:custGeom>
            <a:noFill/>
            <a:ln cap="flat" cmpd="sng" w="254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121825" lIns="121825" spcFirstLastPara="1" rIns="121825" wrap="square" tIns="1218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" name="Google Shape;1027;p55"/>
            <p:cNvSpPr/>
            <p:nvPr/>
          </p:nvSpPr>
          <p:spPr>
            <a:xfrm>
              <a:off x="6442175" y="3238700"/>
              <a:ext cx="571625" cy="311800"/>
            </a:xfrm>
            <a:custGeom>
              <a:rect b="b" l="l" r="r" t="t"/>
              <a:pathLst>
                <a:path extrusionOk="0" h="12472" w="22865">
                  <a:moveTo>
                    <a:pt x="3070" y="1"/>
                  </a:moveTo>
                  <a:cubicBezTo>
                    <a:pt x="2939" y="1"/>
                    <a:pt x="2792" y="15"/>
                    <a:pt x="2627" y="46"/>
                  </a:cubicBezTo>
                  <a:cubicBezTo>
                    <a:pt x="1833" y="202"/>
                    <a:pt x="830" y="29"/>
                    <a:pt x="415" y="927"/>
                  </a:cubicBezTo>
                  <a:cubicBezTo>
                    <a:pt x="1" y="1826"/>
                    <a:pt x="934" y="1861"/>
                    <a:pt x="1400" y="2189"/>
                  </a:cubicBezTo>
                  <a:cubicBezTo>
                    <a:pt x="1504" y="2258"/>
                    <a:pt x="1366" y="2569"/>
                    <a:pt x="1435" y="2742"/>
                  </a:cubicBezTo>
                  <a:cubicBezTo>
                    <a:pt x="1757" y="3623"/>
                    <a:pt x="1963" y="4886"/>
                    <a:pt x="3062" y="4886"/>
                  </a:cubicBezTo>
                  <a:cubicBezTo>
                    <a:pt x="3084" y="4886"/>
                    <a:pt x="3106" y="4886"/>
                    <a:pt x="3129" y="4885"/>
                  </a:cubicBezTo>
                  <a:cubicBezTo>
                    <a:pt x="3207" y="4880"/>
                    <a:pt x="3284" y="4878"/>
                    <a:pt x="3360" y="4878"/>
                  </a:cubicBezTo>
                  <a:cubicBezTo>
                    <a:pt x="4698" y="4878"/>
                    <a:pt x="5731" y="5570"/>
                    <a:pt x="6810" y="6077"/>
                  </a:cubicBezTo>
                  <a:cubicBezTo>
                    <a:pt x="7328" y="6319"/>
                    <a:pt x="8019" y="7322"/>
                    <a:pt x="7207" y="8203"/>
                  </a:cubicBezTo>
                  <a:cubicBezTo>
                    <a:pt x="6913" y="8531"/>
                    <a:pt x="6948" y="8911"/>
                    <a:pt x="7121" y="9292"/>
                  </a:cubicBezTo>
                  <a:cubicBezTo>
                    <a:pt x="7274" y="9613"/>
                    <a:pt x="7597" y="9810"/>
                    <a:pt x="7934" y="9810"/>
                  </a:cubicBezTo>
                  <a:cubicBezTo>
                    <a:pt x="8014" y="9810"/>
                    <a:pt x="8095" y="9799"/>
                    <a:pt x="8175" y="9775"/>
                  </a:cubicBezTo>
                  <a:cubicBezTo>
                    <a:pt x="8275" y="9755"/>
                    <a:pt x="8368" y="9745"/>
                    <a:pt x="8457" y="9745"/>
                  </a:cubicBezTo>
                  <a:cubicBezTo>
                    <a:pt x="8811" y="9745"/>
                    <a:pt x="9087" y="9900"/>
                    <a:pt x="9419" y="10121"/>
                  </a:cubicBezTo>
                  <a:cubicBezTo>
                    <a:pt x="10079" y="10569"/>
                    <a:pt x="10930" y="10787"/>
                    <a:pt x="11688" y="10787"/>
                  </a:cubicBezTo>
                  <a:cubicBezTo>
                    <a:pt x="12538" y="10787"/>
                    <a:pt x="13270" y="10513"/>
                    <a:pt x="13480" y="9983"/>
                  </a:cubicBezTo>
                  <a:cubicBezTo>
                    <a:pt x="13648" y="9563"/>
                    <a:pt x="13555" y="9014"/>
                    <a:pt x="14230" y="9014"/>
                  </a:cubicBezTo>
                  <a:cubicBezTo>
                    <a:pt x="14250" y="9014"/>
                    <a:pt x="14271" y="9014"/>
                    <a:pt x="14293" y="9015"/>
                  </a:cubicBezTo>
                  <a:cubicBezTo>
                    <a:pt x="15036" y="9050"/>
                    <a:pt x="15381" y="9516"/>
                    <a:pt x="15450" y="10138"/>
                  </a:cubicBezTo>
                  <a:cubicBezTo>
                    <a:pt x="15640" y="11486"/>
                    <a:pt x="16522" y="11953"/>
                    <a:pt x="17697" y="11988"/>
                  </a:cubicBezTo>
                  <a:cubicBezTo>
                    <a:pt x="18224" y="11988"/>
                    <a:pt x="18870" y="12472"/>
                    <a:pt x="19366" y="12472"/>
                  </a:cubicBezTo>
                  <a:cubicBezTo>
                    <a:pt x="19602" y="12472"/>
                    <a:pt x="19804" y="12362"/>
                    <a:pt x="19944" y="12039"/>
                  </a:cubicBezTo>
                  <a:cubicBezTo>
                    <a:pt x="20289" y="11210"/>
                    <a:pt x="19287" y="10398"/>
                    <a:pt x="18596" y="9758"/>
                  </a:cubicBezTo>
                  <a:cubicBezTo>
                    <a:pt x="18164" y="9361"/>
                    <a:pt x="17420" y="8825"/>
                    <a:pt x="17749" y="8272"/>
                  </a:cubicBezTo>
                  <a:cubicBezTo>
                    <a:pt x="17984" y="7884"/>
                    <a:pt x="18253" y="7197"/>
                    <a:pt x="18937" y="7197"/>
                  </a:cubicBezTo>
                  <a:cubicBezTo>
                    <a:pt x="19107" y="7197"/>
                    <a:pt x="19302" y="7239"/>
                    <a:pt x="19529" y="7339"/>
                  </a:cubicBezTo>
                  <a:cubicBezTo>
                    <a:pt x="19732" y="7429"/>
                    <a:pt x="19935" y="7468"/>
                    <a:pt x="20135" y="7468"/>
                  </a:cubicBezTo>
                  <a:cubicBezTo>
                    <a:pt x="20854" y="7468"/>
                    <a:pt x="21544" y="6970"/>
                    <a:pt x="22138" y="6578"/>
                  </a:cubicBezTo>
                  <a:cubicBezTo>
                    <a:pt x="22795" y="6146"/>
                    <a:pt x="22864" y="5248"/>
                    <a:pt x="22311" y="4643"/>
                  </a:cubicBezTo>
                  <a:cubicBezTo>
                    <a:pt x="22115" y="4425"/>
                    <a:pt x="21948" y="4340"/>
                    <a:pt x="21799" y="4340"/>
                  </a:cubicBezTo>
                  <a:cubicBezTo>
                    <a:pt x="21465" y="4340"/>
                    <a:pt x="21227" y="4774"/>
                    <a:pt x="20963" y="5110"/>
                  </a:cubicBezTo>
                  <a:cubicBezTo>
                    <a:pt x="20756" y="5334"/>
                    <a:pt x="20479" y="5472"/>
                    <a:pt x="20168" y="5507"/>
                  </a:cubicBezTo>
                  <a:cubicBezTo>
                    <a:pt x="20112" y="5512"/>
                    <a:pt x="20051" y="5514"/>
                    <a:pt x="19986" y="5514"/>
                  </a:cubicBezTo>
                  <a:cubicBezTo>
                    <a:pt x="18639" y="5514"/>
                    <a:pt x="15548" y="4518"/>
                    <a:pt x="14344" y="3727"/>
                  </a:cubicBezTo>
                  <a:cubicBezTo>
                    <a:pt x="13999" y="3485"/>
                    <a:pt x="13636" y="3295"/>
                    <a:pt x="13238" y="3139"/>
                  </a:cubicBezTo>
                  <a:cubicBezTo>
                    <a:pt x="11925" y="2690"/>
                    <a:pt x="10473" y="2465"/>
                    <a:pt x="9298" y="1774"/>
                  </a:cubicBezTo>
                  <a:cubicBezTo>
                    <a:pt x="8770" y="1458"/>
                    <a:pt x="8301" y="1322"/>
                    <a:pt x="7877" y="1322"/>
                  </a:cubicBezTo>
                  <a:cubicBezTo>
                    <a:pt x="7093" y="1322"/>
                    <a:pt x="6459" y="1787"/>
                    <a:pt x="5876" y="2448"/>
                  </a:cubicBezTo>
                  <a:cubicBezTo>
                    <a:pt x="5497" y="2886"/>
                    <a:pt x="5240" y="3062"/>
                    <a:pt x="5050" y="3062"/>
                  </a:cubicBezTo>
                  <a:cubicBezTo>
                    <a:pt x="4739" y="3062"/>
                    <a:pt x="4614" y="2586"/>
                    <a:pt x="4442" y="2016"/>
                  </a:cubicBezTo>
                  <a:cubicBezTo>
                    <a:pt x="4193" y="1191"/>
                    <a:pt x="4266" y="1"/>
                    <a:pt x="3070" y="1"/>
                  </a:cubicBezTo>
                  <a:close/>
                </a:path>
              </a:pathLst>
            </a:custGeom>
            <a:noFill/>
            <a:ln cap="flat" cmpd="sng" w="254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121825" lIns="121825" spcFirstLastPara="1" rIns="121825" wrap="square" tIns="1218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" name="Google Shape;1028;p55"/>
            <p:cNvSpPr/>
            <p:nvPr/>
          </p:nvSpPr>
          <p:spPr>
            <a:xfrm>
              <a:off x="5898675" y="3029225"/>
              <a:ext cx="282150" cy="318450"/>
            </a:xfrm>
            <a:custGeom>
              <a:rect b="b" l="l" r="r" t="t"/>
              <a:pathLst>
                <a:path extrusionOk="0" h="12738" w="11286">
                  <a:moveTo>
                    <a:pt x="8163" y="0"/>
                  </a:moveTo>
                  <a:cubicBezTo>
                    <a:pt x="7646" y="0"/>
                    <a:pt x="7307" y="634"/>
                    <a:pt x="7121" y="1115"/>
                  </a:cubicBezTo>
                  <a:cubicBezTo>
                    <a:pt x="6498" y="2618"/>
                    <a:pt x="5081" y="3362"/>
                    <a:pt x="4027" y="4450"/>
                  </a:cubicBezTo>
                  <a:cubicBezTo>
                    <a:pt x="3562" y="4916"/>
                    <a:pt x="2753" y="5709"/>
                    <a:pt x="2170" y="5709"/>
                  </a:cubicBezTo>
                  <a:cubicBezTo>
                    <a:pt x="2125" y="5709"/>
                    <a:pt x="2082" y="5704"/>
                    <a:pt x="2040" y="5695"/>
                  </a:cubicBezTo>
                  <a:cubicBezTo>
                    <a:pt x="1767" y="5631"/>
                    <a:pt x="1536" y="5602"/>
                    <a:pt x="1339" y="5602"/>
                  </a:cubicBezTo>
                  <a:cubicBezTo>
                    <a:pt x="150" y="5602"/>
                    <a:pt x="215" y="6659"/>
                    <a:pt x="52" y="7475"/>
                  </a:cubicBezTo>
                  <a:cubicBezTo>
                    <a:pt x="1" y="9410"/>
                    <a:pt x="1625" y="11518"/>
                    <a:pt x="3267" y="12123"/>
                  </a:cubicBezTo>
                  <a:cubicBezTo>
                    <a:pt x="3638" y="12262"/>
                    <a:pt x="4019" y="12277"/>
                    <a:pt x="4389" y="12277"/>
                  </a:cubicBezTo>
                  <a:cubicBezTo>
                    <a:pt x="4488" y="12277"/>
                    <a:pt x="4586" y="12276"/>
                    <a:pt x="4683" y="12276"/>
                  </a:cubicBezTo>
                  <a:cubicBezTo>
                    <a:pt x="5034" y="12276"/>
                    <a:pt x="5369" y="12290"/>
                    <a:pt x="5669" y="12417"/>
                  </a:cubicBezTo>
                  <a:cubicBezTo>
                    <a:pt x="6156" y="12630"/>
                    <a:pt x="6559" y="12738"/>
                    <a:pt x="6895" y="12738"/>
                  </a:cubicBezTo>
                  <a:cubicBezTo>
                    <a:pt x="7678" y="12738"/>
                    <a:pt x="8093" y="12148"/>
                    <a:pt x="8348" y="10914"/>
                  </a:cubicBezTo>
                  <a:cubicBezTo>
                    <a:pt x="8572" y="9773"/>
                    <a:pt x="9073" y="8235"/>
                    <a:pt x="9937" y="7786"/>
                  </a:cubicBezTo>
                  <a:cubicBezTo>
                    <a:pt x="11268" y="7094"/>
                    <a:pt x="10577" y="6697"/>
                    <a:pt x="10231" y="6023"/>
                  </a:cubicBezTo>
                  <a:cubicBezTo>
                    <a:pt x="9782" y="5124"/>
                    <a:pt x="8797" y="4278"/>
                    <a:pt x="10058" y="3189"/>
                  </a:cubicBezTo>
                  <a:cubicBezTo>
                    <a:pt x="10404" y="2895"/>
                    <a:pt x="11285" y="2618"/>
                    <a:pt x="10853" y="1945"/>
                  </a:cubicBezTo>
                  <a:cubicBezTo>
                    <a:pt x="10266" y="1063"/>
                    <a:pt x="9402" y="286"/>
                    <a:pt x="8348" y="26"/>
                  </a:cubicBezTo>
                  <a:cubicBezTo>
                    <a:pt x="8284" y="9"/>
                    <a:pt x="8222" y="0"/>
                    <a:pt x="8163" y="0"/>
                  </a:cubicBezTo>
                  <a:close/>
                </a:path>
              </a:pathLst>
            </a:custGeom>
            <a:noFill/>
            <a:ln cap="flat" cmpd="sng" w="254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121825" lIns="121825" spcFirstLastPara="1" rIns="121825" wrap="square" tIns="1218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" name="Google Shape;1029;p55"/>
            <p:cNvSpPr/>
            <p:nvPr/>
          </p:nvSpPr>
          <p:spPr>
            <a:xfrm>
              <a:off x="5544400" y="3065225"/>
              <a:ext cx="541800" cy="430700"/>
            </a:xfrm>
            <a:custGeom>
              <a:rect b="b" l="l" r="r" t="t"/>
              <a:pathLst>
                <a:path extrusionOk="0" h="17228" w="21672">
                  <a:moveTo>
                    <a:pt x="7484" y="4583"/>
                  </a:moveTo>
                  <a:lnTo>
                    <a:pt x="7484" y="4583"/>
                  </a:lnTo>
                  <a:cubicBezTo>
                    <a:pt x="7486" y="4586"/>
                    <a:pt x="7488" y="4589"/>
                    <a:pt x="7491" y="4592"/>
                  </a:cubicBezTo>
                  <a:lnTo>
                    <a:pt x="7491" y="4592"/>
                  </a:lnTo>
                  <a:cubicBezTo>
                    <a:pt x="7494" y="4595"/>
                    <a:pt x="7498" y="4597"/>
                    <a:pt x="7501" y="4600"/>
                  </a:cubicBezTo>
                  <a:lnTo>
                    <a:pt x="7484" y="4583"/>
                  </a:lnTo>
                  <a:close/>
                  <a:moveTo>
                    <a:pt x="1210" y="0"/>
                  </a:moveTo>
                  <a:cubicBezTo>
                    <a:pt x="910" y="0"/>
                    <a:pt x="646" y="84"/>
                    <a:pt x="415" y="314"/>
                  </a:cubicBezTo>
                  <a:cubicBezTo>
                    <a:pt x="1" y="712"/>
                    <a:pt x="260" y="1127"/>
                    <a:pt x="571" y="1403"/>
                  </a:cubicBezTo>
                  <a:cubicBezTo>
                    <a:pt x="1833" y="2561"/>
                    <a:pt x="2939" y="3874"/>
                    <a:pt x="3872" y="5309"/>
                  </a:cubicBezTo>
                  <a:cubicBezTo>
                    <a:pt x="5894" y="8264"/>
                    <a:pt x="6948" y="12014"/>
                    <a:pt x="10663" y="13552"/>
                  </a:cubicBezTo>
                  <a:cubicBezTo>
                    <a:pt x="10715" y="13587"/>
                    <a:pt x="10733" y="13656"/>
                    <a:pt x="10733" y="13725"/>
                  </a:cubicBezTo>
                  <a:cubicBezTo>
                    <a:pt x="10007" y="15522"/>
                    <a:pt x="11579" y="15401"/>
                    <a:pt x="12478" y="15660"/>
                  </a:cubicBezTo>
                  <a:cubicBezTo>
                    <a:pt x="14932" y="16334"/>
                    <a:pt x="17420" y="16801"/>
                    <a:pt x="19961" y="17043"/>
                  </a:cubicBezTo>
                  <a:cubicBezTo>
                    <a:pt x="20276" y="17079"/>
                    <a:pt x="20618" y="17227"/>
                    <a:pt x="20904" y="17227"/>
                  </a:cubicBezTo>
                  <a:cubicBezTo>
                    <a:pt x="21167" y="17227"/>
                    <a:pt x="21382" y="17101"/>
                    <a:pt x="21482" y="16645"/>
                  </a:cubicBezTo>
                  <a:cubicBezTo>
                    <a:pt x="21672" y="15816"/>
                    <a:pt x="20842" y="15626"/>
                    <a:pt x="20306" y="15280"/>
                  </a:cubicBezTo>
                  <a:cubicBezTo>
                    <a:pt x="18129" y="13932"/>
                    <a:pt x="15502" y="14347"/>
                    <a:pt x="13204" y="13448"/>
                  </a:cubicBezTo>
                  <a:cubicBezTo>
                    <a:pt x="13103" y="13410"/>
                    <a:pt x="12986" y="13400"/>
                    <a:pt x="12863" y="13400"/>
                  </a:cubicBezTo>
                  <a:cubicBezTo>
                    <a:pt x="12726" y="13400"/>
                    <a:pt x="12582" y="13412"/>
                    <a:pt x="12448" y="13412"/>
                  </a:cubicBezTo>
                  <a:cubicBezTo>
                    <a:pt x="12162" y="13412"/>
                    <a:pt x="11919" y="13355"/>
                    <a:pt x="11873" y="12999"/>
                  </a:cubicBezTo>
                  <a:cubicBezTo>
                    <a:pt x="11769" y="12221"/>
                    <a:pt x="11614" y="11288"/>
                    <a:pt x="12409" y="10666"/>
                  </a:cubicBezTo>
                  <a:cubicBezTo>
                    <a:pt x="12979" y="10199"/>
                    <a:pt x="12806" y="9836"/>
                    <a:pt x="12478" y="9249"/>
                  </a:cubicBezTo>
                  <a:cubicBezTo>
                    <a:pt x="11908" y="8195"/>
                    <a:pt x="10352" y="8558"/>
                    <a:pt x="10076" y="7849"/>
                  </a:cubicBezTo>
                  <a:cubicBezTo>
                    <a:pt x="9542" y="6419"/>
                    <a:pt x="8354" y="5659"/>
                    <a:pt x="7491" y="4592"/>
                  </a:cubicBezTo>
                  <a:lnTo>
                    <a:pt x="7491" y="4592"/>
                  </a:lnTo>
                  <a:cubicBezTo>
                    <a:pt x="6993" y="4179"/>
                    <a:pt x="6512" y="3733"/>
                    <a:pt x="5980" y="3339"/>
                  </a:cubicBezTo>
                  <a:cubicBezTo>
                    <a:pt x="4563" y="2285"/>
                    <a:pt x="3682" y="522"/>
                    <a:pt x="1763" y="72"/>
                  </a:cubicBezTo>
                  <a:cubicBezTo>
                    <a:pt x="1567" y="28"/>
                    <a:pt x="1383" y="0"/>
                    <a:pt x="1210" y="0"/>
                  </a:cubicBezTo>
                  <a:close/>
                </a:path>
              </a:pathLst>
            </a:custGeom>
            <a:noFill/>
            <a:ln cap="flat" cmpd="sng" w="254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121825" lIns="121825" spcFirstLastPara="1" rIns="121825" wrap="square" tIns="1218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" name="Google Shape;1030;p55"/>
            <p:cNvSpPr/>
            <p:nvPr/>
          </p:nvSpPr>
          <p:spPr>
            <a:xfrm>
              <a:off x="4388700" y="3530600"/>
              <a:ext cx="227275" cy="395425"/>
            </a:xfrm>
            <a:custGeom>
              <a:rect b="b" l="l" r="r" t="t"/>
              <a:pathLst>
                <a:path extrusionOk="0" h="15817" w="9091">
                  <a:moveTo>
                    <a:pt x="7622" y="0"/>
                  </a:moveTo>
                  <a:cubicBezTo>
                    <a:pt x="7155" y="0"/>
                    <a:pt x="6965" y="363"/>
                    <a:pt x="6740" y="761"/>
                  </a:cubicBezTo>
                  <a:cubicBezTo>
                    <a:pt x="5963" y="2212"/>
                    <a:pt x="5323" y="3802"/>
                    <a:pt x="3405" y="4200"/>
                  </a:cubicBezTo>
                  <a:cubicBezTo>
                    <a:pt x="2645" y="4338"/>
                    <a:pt x="2247" y="4891"/>
                    <a:pt x="2109" y="5738"/>
                  </a:cubicBezTo>
                  <a:cubicBezTo>
                    <a:pt x="1781" y="7587"/>
                    <a:pt x="1971" y="9471"/>
                    <a:pt x="917" y="11285"/>
                  </a:cubicBezTo>
                  <a:cubicBezTo>
                    <a:pt x="1" y="12910"/>
                    <a:pt x="1660" y="15813"/>
                    <a:pt x="3077" y="15813"/>
                  </a:cubicBezTo>
                  <a:cubicBezTo>
                    <a:pt x="3125" y="15815"/>
                    <a:pt x="3172" y="15816"/>
                    <a:pt x="3219" y="15816"/>
                  </a:cubicBezTo>
                  <a:cubicBezTo>
                    <a:pt x="4640" y="15816"/>
                    <a:pt x="5279" y="14808"/>
                    <a:pt x="5496" y="13670"/>
                  </a:cubicBezTo>
                  <a:cubicBezTo>
                    <a:pt x="6049" y="11095"/>
                    <a:pt x="7034" y="8676"/>
                    <a:pt x="8002" y="6256"/>
                  </a:cubicBezTo>
                  <a:cubicBezTo>
                    <a:pt x="8745" y="4373"/>
                    <a:pt x="9091" y="2645"/>
                    <a:pt x="8192" y="778"/>
                  </a:cubicBezTo>
                  <a:cubicBezTo>
                    <a:pt x="8054" y="467"/>
                    <a:pt x="8106" y="18"/>
                    <a:pt x="7622" y="0"/>
                  </a:cubicBezTo>
                  <a:close/>
                </a:path>
              </a:pathLst>
            </a:custGeom>
            <a:noFill/>
            <a:ln cap="flat" cmpd="sng" w="254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121825" lIns="121825" spcFirstLastPara="1" rIns="121825" wrap="square" tIns="1218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" name="Google Shape;1031;p55"/>
            <p:cNvSpPr/>
            <p:nvPr/>
          </p:nvSpPr>
          <p:spPr>
            <a:xfrm>
              <a:off x="6438300" y="1893850"/>
              <a:ext cx="267450" cy="418275"/>
            </a:xfrm>
            <a:custGeom>
              <a:rect b="b" l="l" r="r" t="t"/>
              <a:pathLst>
                <a:path extrusionOk="0" h="16731" w="10698">
                  <a:moveTo>
                    <a:pt x="4909" y="1"/>
                  </a:moveTo>
                  <a:cubicBezTo>
                    <a:pt x="4667" y="1"/>
                    <a:pt x="4504" y="61"/>
                    <a:pt x="4562" y="216"/>
                  </a:cubicBezTo>
                  <a:cubicBezTo>
                    <a:pt x="5064" y="1633"/>
                    <a:pt x="3992" y="3465"/>
                    <a:pt x="5444" y="4502"/>
                  </a:cubicBezTo>
                  <a:cubicBezTo>
                    <a:pt x="6654" y="5366"/>
                    <a:pt x="6515" y="6627"/>
                    <a:pt x="6913" y="7647"/>
                  </a:cubicBezTo>
                  <a:cubicBezTo>
                    <a:pt x="6804" y="8207"/>
                    <a:pt x="6835" y="9062"/>
                    <a:pt x="6426" y="9062"/>
                  </a:cubicBezTo>
                  <a:cubicBezTo>
                    <a:pt x="6380" y="9062"/>
                    <a:pt x="6330" y="9052"/>
                    <a:pt x="6273" y="9029"/>
                  </a:cubicBezTo>
                  <a:cubicBezTo>
                    <a:pt x="6019" y="8928"/>
                    <a:pt x="5817" y="8884"/>
                    <a:pt x="5657" y="8884"/>
                  </a:cubicBezTo>
                  <a:cubicBezTo>
                    <a:pt x="5131" y="8884"/>
                    <a:pt x="5047" y="9360"/>
                    <a:pt x="4995" y="9876"/>
                  </a:cubicBezTo>
                  <a:cubicBezTo>
                    <a:pt x="4925" y="10533"/>
                    <a:pt x="4614" y="10757"/>
                    <a:pt x="4044" y="10896"/>
                  </a:cubicBezTo>
                  <a:cubicBezTo>
                    <a:pt x="726" y="11673"/>
                    <a:pt x="0" y="13229"/>
                    <a:pt x="1659" y="16028"/>
                  </a:cubicBezTo>
                  <a:cubicBezTo>
                    <a:pt x="1834" y="16314"/>
                    <a:pt x="1935" y="16730"/>
                    <a:pt x="2351" y="16730"/>
                  </a:cubicBezTo>
                  <a:cubicBezTo>
                    <a:pt x="2389" y="16730"/>
                    <a:pt x="2429" y="16727"/>
                    <a:pt x="2471" y="16720"/>
                  </a:cubicBezTo>
                  <a:cubicBezTo>
                    <a:pt x="3007" y="16633"/>
                    <a:pt x="3197" y="16236"/>
                    <a:pt x="3301" y="15752"/>
                  </a:cubicBezTo>
                  <a:cubicBezTo>
                    <a:pt x="3405" y="15251"/>
                    <a:pt x="3301" y="14784"/>
                    <a:pt x="4009" y="14542"/>
                  </a:cubicBezTo>
                  <a:cubicBezTo>
                    <a:pt x="5651" y="13955"/>
                    <a:pt x="7241" y="13194"/>
                    <a:pt x="8866" y="12555"/>
                  </a:cubicBezTo>
                  <a:cubicBezTo>
                    <a:pt x="9298" y="12399"/>
                    <a:pt x="9643" y="12261"/>
                    <a:pt x="9799" y="11829"/>
                  </a:cubicBezTo>
                  <a:cubicBezTo>
                    <a:pt x="10300" y="10308"/>
                    <a:pt x="8866" y="5746"/>
                    <a:pt x="7604" y="4709"/>
                  </a:cubicBezTo>
                  <a:cubicBezTo>
                    <a:pt x="7397" y="4536"/>
                    <a:pt x="6809" y="4571"/>
                    <a:pt x="7016" y="4139"/>
                  </a:cubicBezTo>
                  <a:cubicBezTo>
                    <a:pt x="7082" y="4008"/>
                    <a:pt x="7166" y="3963"/>
                    <a:pt x="7262" y="3963"/>
                  </a:cubicBezTo>
                  <a:cubicBezTo>
                    <a:pt x="7468" y="3963"/>
                    <a:pt x="7725" y="4173"/>
                    <a:pt x="7950" y="4173"/>
                  </a:cubicBezTo>
                  <a:cubicBezTo>
                    <a:pt x="7979" y="4174"/>
                    <a:pt x="8009" y="4175"/>
                    <a:pt x="8039" y="4175"/>
                  </a:cubicBezTo>
                  <a:cubicBezTo>
                    <a:pt x="9008" y="4175"/>
                    <a:pt x="9913" y="3634"/>
                    <a:pt x="10265" y="2946"/>
                  </a:cubicBezTo>
                  <a:cubicBezTo>
                    <a:pt x="10697" y="2117"/>
                    <a:pt x="9695" y="1667"/>
                    <a:pt x="8987" y="1581"/>
                  </a:cubicBezTo>
                  <a:cubicBezTo>
                    <a:pt x="7811" y="1443"/>
                    <a:pt x="6930" y="786"/>
                    <a:pt x="5962" y="250"/>
                  </a:cubicBezTo>
                  <a:cubicBezTo>
                    <a:pt x="5704" y="111"/>
                    <a:pt x="5235" y="1"/>
                    <a:pt x="4909" y="1"/>
                  </a:cubicBezTo>
                  <a:close/>
                </a:path>
              </a:pathLst>
            </a:custGeom>
            <a:noFill/>
            <a:ln cap="flat" cmpd="sng" w="254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121825" lIns="121825" spcFirstLastPara="1" rIns="121825" wrap="square" tIns="1218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" name="Google Shape;1032;p55"/>
            <p:cNvSpPr/>
            <p:nvPr/>
          </p:nvSpPr>
          <p:spPr>
            <a:xfrm>
              <a:off x="6901875" y="4220725"/>
              <a:ext cx="468775" cy="354550"/>
            </a:xfrm>
            <a:custGeom>
              <a:rect b="b" l="l" r="r" t="t"/>
              <a:pathLst>
                <a:path extrusionOk="0" h="14182" w="18751">
                  <a:moveTo>
                    <a:pt x="15666" y="0"/>
                  </a:moveTo>
                  <a:cubicBezTo>
                    <a:pt x="15588" y="0"/>
                    <a:pt x="15504" y="9"/>
                    <a:pt x="15415" y="28"/>
                  </a:cubicBezTo>
                  <a:cubicBezTo>
                    <a:pt x="14690" y="184"/>
                    <a:pt x="14759" y="772"/>
                    <a:pt x="14897" y="1290"/>
                  </a:cubicBezTo>
                  <a:cubicBezTo>
                    <a:pt x="15294" y="2845"/>
                    <a:pt x="14880" y="4038"/>
                    <a:pt x="13463" y="4850"/>
                  </a:cubicBezTo>
                  <a:cubicBezTo>
                    <a:pt x="13013" y="5109"/>
                    <a:pt x="12823" y="5472"/>
                    <a:pt x="13065" y="5991"/>
                  </a:cubicBezTo>
                  <a:cubicBezTo>
                    <a:pt x="13324" y="6578"/>
                    <a:pt x="12823" y="6803"/>
                    <a:pt x="12512" y="7097"/>
                  </a:cubicBezTo>
                  <a:cubicBezTo>
                    <a:pt x="12410" y="7191"/>
                    <a:pt x="12303" y="7233"/>
                    <a:pt x="12200" y="7233"/>
                  </a:cubicBezTo>
                  <a:cubicBezTo>
                    <a:pt x="12041" y="7233"/>
                    <a:pt x="11891" y="7133"/>
                    <a:pt x="11786" y="6976"/>
                  </a:cubicBezTo>
                  <a:cubicBezTo>
                    <a:pt x="11531" y="6610"/>
                    <a:pt x="11284" y="6477"/>
                    <a:pt x="11039" y="6477"/>
                  </a:cubicBezTo>
                  <a:cubicBezTo>
                    <a:pt x="10705" y="6477"/>
                    <a:pt x="10373" y="6726"/>
                    <a:pt x="10024" y="6976"/>
                  </a:cubicBezTo>
                  <a:cubicBezTo>
                    <a:pt x="8797" y="7891"/>
                    <a:pt x="7811" y="9188"/>
                    <a:pt x="6308" y="9637"/>
                  </a:cubicBezTo>
                  <a:cubicBezTo>
                    <a:pt x="4303" y="10242"/>
                    <a:pt x="2696" y="11572"/>
                    <a:pt x="812" y="12385"/>
                  </a:cubicBezTo>
                  <a:cubicBezTo>
                    <a:pt x="242" y="12627"/>
                    <a:pt x="0" y="13214"/>
                    <a:pt x="692" y="13577"/>
                  </a:cubicBezTo>
                  <a:cubicBezTo>
                    <a:pt x="1262" y="13888"/>
                    <a:pt x="1936" y="13992"/>
                    <a:pt x="2610" y="14182"/>
                  </a:cubicBezTo>
                  <a:cubicBezTo>
                    <a:pt x="3819" y="13854"/>
                    <a:pt x="4943" y="13249"/>
                    <a:pt x="5893" y="12436"/>
                  </a:cubicBezTo>
                  <a:cubicBezTo>
                    <a:pt x="7829" y="10743"/>
                    <a:pt x="10144" y="9447"/>
                    <a:pt x="12357" y="8496"/>
                  </a:cubicBezTo>
                  <a:cubicBezTo>
                    <a:pt x="14396" y="7615"/>
                    <a:pt x="15847" y="6042"/>
                    <a:pt x="17817" y="5213"/>
                  </a:cubicBezTo>
                  <a:cubicBezTo>
                    <a:pt x="18301" y="4988"/>
                    <a:pt x="18751" y="4452"/>
                    <a:pt x="18612" y="3848"/>
                  </a:cubicBezTo>
                  <a:cubicBezTo>
                    <a:pt x="18539" y="3538"/>
                    <a:pt x="18402" y="3442"/>
                    <a:pt x="18239" y="3442"/>
                  </a:cubicBezTo>
                  <a:cubicBezTo>
                    <a:pt x="18019" y="3442"/>
                    <a:pt x="17752" y="3615"/>
                    <a:pt x="17524" y="3675"/>
                  </a:cubicBezTo>
                  <a:cubicBezTo>
                    <a:pt x="17487" y="3682"/>
                    <a:pt x="17451" y="3686"/>
                    <a:pt x="17417" y="3686"/>
                  </a:cubicBezTo>
                  <a:cubicBezTo>
                    <a:pt x="17207" y="3686"/>
                    <a:pt x="17050" y="3554"/>
                    <a:pt x="17109" y="3346"/>
                  </a:cubicBezTo>
                  <a:cubicBezTo>
                    <a:pt x="17385" y="2431"/>
                    <a:pt x="16625" y="1791"/>
                    <a:pt x="16556" y="962"/>
                  </a:cubicBezTo>
                  <a:cubicBezTo>
                    <a:pt x="16526" y="461"/>
                    <a:pt x="16229" y="0"/>
                    <a:pt x="15666" y="0"/>
                  </a:cubicBezTo>
                  <a:close/>
                </a:path>
              </a:pathLst>
            </a:custGeom>
            <a:noFill/>
            <a:ln cap="flat" cmpd="sng" w="254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121825" lIns="121825" spcFirstLastPara="1" rIns="121825" wrap="square" tIns="1218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" name="Google Shape;1033;p55"/>
            <p:cNvSpPr/>
            <p:nvPr/>
          </p:nvSpPr>
          <p:spPr>
            <a:xfrm>
              <a:off x="6306100" y="2654825"/>
              <a:ext cx="232875" cy="385425"/>
            </a:xfrm>
            <a:custGeom>
              <a:rect b="b" l="l" r="r" t="t"/>
              <a:pathLst>
                <a:path extrusionOk="0" h="15417" w="9315">
                  <a:moveTo>
                    <a:pt x="6907" y="9941"/>
                  </a:moveTo>
                  <a:cubicBezTo>
                    <a:pt x="6738" y="10523"/>
                    <a:pt x="6645" y="11167"/>
                    <a:pt x="5910" y="11304"/>
                  </a:cubicBezTo>
                  <a:cubicBezTo>
                    <a:pt x="5905" y="11305"/>
                    <a:pt x="5899" y="11305"/>
                    <a:pt x="5892" y="11305"/>
                  </a:cubicBezTo>
                  <a:cubicBezTo>
                    <a:pt x="5767" y="11305"/>
                    <a:pt x="5547" y="11146"/>
                    <a:pt x="5547" y="11097"/>
                  </a:cubicBezTo>
                  <a:cubicBezTo>
                    <a:pt x="5616" y="10270"/>
                    <a:pt x="6304" y="10147"/>
                    <a:pt x="6907" y="9941"/>
                  </a:cubicBezTo>
                  <a:close/>
                  <a:moveTo>
                    <a:pt x="2345" y="1"/>
                  </a:moveTo>
                  <a:cubicBezTo>
                    <a:pt x="2049" y="1"/>
                    <a:pt x="1708" y="93"/>
                    <a:pt x="1419" y="93"/>
                  </a:cubicBezTo>
                  <a:cubicBezTo>
                    <a:pt x="1383" y="93"/>
                    <a:pt x="1348" y="92"/>
                    <a:pt x="1313" y="88"/>
                  </a:cubicBezTo>
                  <a:cubicBezTo>
                    <a:pt x="1306" y="88"/>
                    <a:pt x="1299" y="88"/>
                    <a:pt x="1292" y="88"/>
                  </a:cubicBezTo>
                  <a:cubicBezTo>
                    <a:pt x="885" y="88"/>
                    <a:pt x="504" y="561"/>
                    <a:pt x="639" y="883"/>
                  </a:cubicBezTo>
                  <a:cubicBezTo>
                    <a:pt x="1244" y="2283"/>
                    <a:pt x="0" y="3977"/>
                    <a:pt x="1348" y="5273"/>
                  </a:cubicBezTo>
                  <a:cubicBezTo>
                    <a:pt x="1538" y="5446"/>
                    <a:pt x="1383" y="5964"/>
                    <a:pt x="1538" y="6241"/>
                  </a:cubicBezTo>
                  <a:cubicBezTo>
                    <a:pt x="1851" y="6738"/>
                    <a:pt x="1941" y="7889"/>
                    <a:pt x="2501" y="7889"/>
                  </a:cubicBezTo>
                  <a:cubicBezTo>
                    <a:pt x="2623" y="7889"/>
                    <a:pt x="2766" y="7836"/>
                    <a:pt x="2938" y="7710"/>
                  </a:cubicBezTo>
                  <a:cubicBezTo>
                    <a:pt x="3345" y="7411"/>
                    <a:pt x="3664" y="7306"/>
                    <a:pt x="3951" y="7306"/>
                  </a:cubicBezTo>
                  <a:cubicBezTo>
                    <a:pt x="4345" y="7306"/>
                    <a:pt x="4678" y="7505"/>
                    <a:pt x="5098" y="7675"/>
                  </a:cubicBezTo>
                  <a:cubicBezTo>
                    <a:pt x="5375" y="7796"/>
                    <a:pt x="5651" y="7848"/>
                    <a:pt x="5668" y="8176"/>
                  </a:cubicBezTo>
                  <a:cubicBezTo>
                    <a:pt x="5668" y="8297"/>
                    <a:pt x="5547" y="8401"/>
                    <a:pt x="5478" y="8504"/>
                  </a:cubicBezTo>
                  <a:cubicBezTo>
                    <a:pt x="5288" y="8384"/>
                    <a:pt x="5098" y="8263"/>
                    <a:pt x="4908" y="8107"/>
                  </a:cubicBezTo>
                  <a:cubicBezTo>
                    <a:pt x="4670" y="7869"/>
                    <a:pt x="4349" y="7740"/>
                    <a:pt x="4020" y="7740"/>
                  </a:cubicBezTo>
                  <a:cubicBezTo>
                    <a:pt x="3895" y="7740"/>
                    <a:pt x="3770" y="7758"/>
                    <a:pt x="3646" y="7796"/>
                  </a:cubicBezTo>
                  <a:cubicBezTo>
                    <a:pt x="3059" y="7951"/>
                    <a:pt x="3284" y="8470"/>
                    <a:pt x="3249" y="8850"/>
                  </a:cubicBezTo>
                  <a:cubicBezTo>
                    <a:pt x="3180" y="10008"/>
                    <a:pt x="4701" y="11270"/>
                    <a:pt x="4580" y="11408"/>
                  </a:cubicBezTo>
                  <a:cubicBezTo>
                    <a:pt x="3042" y="13170"/>
                    <a:pt x="4251" y="13205"/>
                    <a:pt x="5599" y="13758"/>
                  </a:cubicBezTo>
                  <a:cubicBezTo>
                    <a:pt x="6014" y="13948"/>
                    <a:pt x="6429" y="15244"/>
                    <a:pt x="7379" y="15400"/>
                  </a:cubicBezTo>
                  <a:cubicBezTo>
                    <a:pt x="7454" y="15411"/>
                    <a:pt x="7523" y="15417"/>
                    <a:pt x="7586" y="15417"/>
                  </a:cubicBezTo>
                  <a:cubicBezTo>
                    <a:pt x="8462" y="15417"/>
                    <a:pt x="8316" y="14362"/>
                    <a:pt x="8606" y="13879"/>
                  </a:cubicBezTo>
                  <a:cubicBezTo>
                    <a:pt x="9315" y="12687"/>
                    <a:pt x="8554" y="11529"/>
                    <a:pt x="8105" y="10423"/>
                  </a:cubicBezTo>
                  <a:cubicBezTo>
                    <a:pt x="7967" y="10058"/>
                    <a:pt x="7709" y="9812"/>
                    <a:pt x="7353" y="9812"/>
                  </a:cubicBezTo>
                  <a:cubicBezTo>
                    <a:pt x="7222" y="9812"/>
                    <a:pt x="7078" y="9845"/>
                    <a:pt x="6922" y="9917"/>
                  </a:cubicBezTo>
                  <a:lnTo>
                    <a:pt x="6922" y="9917"/>
                  </a:lnTo>
                  <a:cubicBezTo>
                    <a:pt x="7290" y="9072"/>
                    <a:pt x="8114" y="7913"/>
                    <a:pt x="7103" y="7433"/>
                  </a:cubicBezTo>
                  <a:cubicBezTo>
                    <a:pt x="5789" y="6828"/>
                    <a:pt x="5530" y="5048"/>
                    <a:pt x="3854" y="4927"/>
                  </a:cubicBezTo>
                  <a:cubicBezTo>
                    <a:pt x="3335" y="4893"/>
                    <a:pt x="2886" y="4167"/>
                    <a:pt x="3318" y="3424"/>
                  </a:cubicBezTo>
                  <a:cubicBezTo>
                    <a:pt x="3975" y="2318"/>
                    <a:pt x="3353" y="1298"/>
                    <a:pt x="2955" y="348"/>
                  </a:cubicBezTo>
                  <a:cubicBezTo>
                    <a:pt x="2833" y="73"/>
                    <a:pt x="2607" y="1"/>
                    <a:pt x="2345" y="1"/>
                  </a:cubicBezTo>
                  <a:close/>
                </a:path>
              </a:pathLst>
            </a:custGeom>
            <a:noFill/>
            <a:ln cap="flat" cmpd="sng" w="254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121825" lIns="121825" spcFirstLastPara="1" rIns="121825" wrap="square" tIns="1218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" name="Google Shape;1034;p55"/>
            <p:cNvSpPr/>
            <p:nvPr/>
          </p:nvSpPr>
          <p:spPr>
            <a:xfrm>
              <a:off x="6139750" y="3178550"/>
              <a:ext cx="185375" cy="227425"/>
            </a:xfrm>
            <a:custGeom>
              <a:rect b="b" l="l" r="r" t="t"/>
              <a:pathLst>
                <a:path extrusionOk="0" h="9097" w="7415">
                  <a:moveTo>
                    <a:pt x="6576" y="0"/>
                  </a:moveTo>
                  <a:cubicBezTo>
                    <a:pt x="6440" y="0"/>
                    <a:pt x="6314" y="46"/>
                    <a:pt x="6222" y="154"/>
                  </a:cubicBezTo>
                  <a:cubicBezTo>
                    <a:pt x="5928" y="483"/>
                    <a:pt x="5611" y="592"/>
                    <a:pt x="5290" y="592"/>
                  </a:cubicBezTo>
                  <a:cubicBezTo>
                    <a:pt x="4988" y="592"/>
                    <a:pt x="4683" y="496"/>
                    <a:pt x="4390" y="396"/>
                  </a:cubicBezTo>
                  <a:cubicBezTo>
                    <a:pt x="3964" y="242"/>
                    <a:pt x="3597" y="173"/>
                    <a:pt x="3279" y="173"/>
                  </a:cubicBezTo>
                  <a:cubicBezTo>
                    <a:pt x="1986" y="173"/>
                    <a:pt x="1492" y="1318"/>
                    <a:pt x="1020" y="2608"/>
                  </a:cubicBezTo>
                  <a:cubicBezTo>
                    <a:pt x="364" y="4353"/>
                    <a:pt x="1" y="6064"/>
                    <a:pt x="796" y="7360"/>
                  </a:cubicBezTo>
                  <a:cubicBezTo>
                    <a:pt x="847" y="8362"/>
                    <a:pt x="761" y="8984"/>
                    <a:pt x="1470" y="9088"/>
                  </a:cubicBezTo>
                  <a:cubicBezTo>
                    <a:pt x="1519" y="9094"/>
                    <a:pt x="1568" y="9097"/>
                    <a:pt x="1614" y="9097"/>
                  </a:cubicBezTo>
                  <a:cubicBezTo>
                    <a:pt x="2117" y="9097"/>
                    <a:pt x="2435" y="8762"/>
                    <a:pt x="2593" y="8224"/>
                  </a:cubicBezTo>
                  <a:cubicBezTo>
                    <a:pt x="2634" y="8075"/>
                    <a:pt x="2578" y="7743"/>
                    <a:pt x="2746" y="7743"/>
                  </a:cubicBezTo>
                  <a:cubicBezTo>
                    <a:pt x="2792" y="7743"/>
                    <a:pt x="2854" y="7768"/>
                    <a:pt x="2938" y="7827"/>
                  </a:cubicBezTo>
                  <a:cubicBezTo>
                    <a:pt x="3173" y="7995"/>
                    <a:pt x="3380" y="8062"/>
                    <a:pt x="3567" y="8062"/>
                  </a:cubicBezTo>
                  <a:cubicBezTo>
                    <a:pt x="4013" y="8062"/>
                    <a:pt x="4340" y="7677"/>
                    <a:pt x="4632" y="7360"/>
                  </a:cubicBezTo>
                  <a:cubicBezTo>
                    <a:pt x="5116" y="6842"/>
                    <a:pt x="4563" y="6358"/>
                    <a:pt x="4373" y="5839"/>
                  </a:cubicBezTo>
                  <a:cubicBezTo>
                    <a:pt x="4183" y="5321"/>
                    <a:pt x="3491" y="4750"/>
                    <a:pt x="4442" y="4249"/>
                  </a:cubicBezTo>
                  <a:cubicBezTo>
                    <a:pt x="4943" y="3990"/>
                    <a:pt x="5790" y="3852"/>
                    <a:pt x="5427" y="3057"/>
                  </a:cubicBezTo>
                  <a:cubicBezTo>
                    <a:pt x="5274" y="2713"/>
                    <a:pt x="5030" y="2616"/>
                    <a:pt x="4752" y="2616"/>
                  </a:cubicBezTo>
                  <a:cubicBezTo>
                    <a:pt x="4400" y="2616"/>
                    <a:pt x="3994" y="2771"/>
                    <a:pt x="3647" y="2780"/>
                  </a:cubicBezTo>
                  <a:cubicBezTo>
                    <a:pt x="3388" y="2815"/>
                    <a:pt x="3129" y="2850"/>
                    <a:pt x="2887" y="2919"/>
                  </a:cubicBezTo>
                  <a:cubicBezTo>
                    <a:pt x="2887" y="2746"/>
                    <a:pt x="2800" y="2487"/>
                    <a:pt x="2887" y="2435"/>
                  </a:cubicBezTo>
                  <a:cubicBezTo>
                    <a:pt x="3111" y="2262"/>
                    <a:pt x="3405" y="2037"/>
                    <a:pt x="3664" y="2037"/>
                  </a:cubicBezTo>
                  <a:cubicBezTo>
                    <a:pt x="4321" y="2055"/>
                    <a:pt x="4995" y="2262"/>
                    <a:pt x="5634" y="2262"/>
                  </a:cubicBezTo>
                  <a:cubicBezTo>
                    <a:pt x="6481" y="2262"/>
                    <a:pt x="6861" y="1553"/>
                    <a:pt x="7242" y="931"/>
                  </a:cubicBezTo>
                  <a:cubicBezTo>
                    <a:pt x="7414" y="689"/>
                    <a:pt x="7328" y="344"/>
                    <a:pt x="7086" y="188"/>
                  </a:cubicBezTo>
                  <a:cubicBezTo>
                    <a:pt x="6932" y="73"/>
                    <a:pt x="6746" y="0"/>
                    <a:pt x="6576" y="0"/>
                  </a:cubicBezTo>
                  <a:close/>
                </a:path>
              </a:pathLst>
            </a:custGeom>
            <a:noFill/>
            <a:ln cap="flat" cmpd="sng" w="254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121825" lIns="121825" spcFirstLastPara="1" rIns="121825" wrap="square" tIns="1218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" name="Google Shape;1035;p55"/>
            <p:cNvSpPr/>
            <p:nvPr/>
          </p:nvSpPr>
          <p:spPr>
            <a:xfrm>
              <a:off x="4320000" y="1079225"/>
              <a:ext cx="260125" cy="163000"/>
            </a:xfrm>
            <a:custGeom>
              <a:rect b="b" l="l" r="r" t="t"/>
              <a:pathLst>
                <a:path extrusionOk="0" h="6520" w="10405">
                  <a:moveTo>
                    <a:pt x="8970" y="1"/>
                  </a:moveTo>
                  <a:cubicBezTo>
                    <a:pt x="6620" y="778"/>
                    <a:pt x="3786" y="294"/>
                    <a:pt x="1764" y="2576"/>
                  </a:cubicBezTo>
                  <a:cubicBezTo>
                    <a:pt x="502" y="3993"/>
                    <a:pt x="1" y="5410"/>
                    <a:pt x="1038" y="5876"/>
                  </a:cubicBezTo>
                  <a:cubicBezTo>
                    <a:pt x="2057" y="6274"/>
                    <a:pt x="3146" y="6499"/>
                    <a:pt x="4252" y="6516"/>
                  </a:cubicBezTo>
                  <a:cubicBezTo>
                    <a:pt x="4303" y="6518"/>
                    <a:pt x="4355" y="6520"/>
                    <a:pt x="4406" y="6520"/>
                  </a:cubicBezTo>
                  <a:cubicBezTo>
                    <a:pt x="4717" y="6520"/>
                    <a:pt x="5012" y="6455"/>
                    <a:pt x="5116" y="6084"/>
                  </a:cubicBezTo>
                  <a:cubicBezTo>
                    <a:pt x="5237" y="5652"/>
                    <a:pt x="4892" y="5479"/>
                    <a:pt x="4563" y="5323"/>
                  </a:cubicBezTo>
                  <a:cubicBezTo>
                    <a:pt x="3094" y="4598"/>
                    <a:pt x="3630" y="3924"/>
                    <a:pt x="4598" y="3198"/>
                  </a:cubicBezTo>
                  <a:cubicBezTo>
                    <a:pt x="5980" y="2144"/>
                    <a:pt x="7726" y="2126"/>
                    <a:pt x="9264" y="1487"/>
                  </a:cubicBezTo>
                  <a:cubicBezTo>
                    <a:pt x="9696" y="1331"/>
                    <a:pt x="10404" y="1556"/>
                    <a:pt x="10352" y="796"/>
                  </a:cubicBezTo>
                  <a:cubicBezTo>
                    <a:pt x="10301" y="35"/>
                    <a:pt x="9627" y="70"/>
                    <a:pt x="8970" y="1"/>
                  </a:cubicBezTo>
                  <a:close/>
                </a:path>
              </a:pathLst>
            </a:custGeom>
            <a:noFill/>
            <a:ln cap="flat" cmpd="sng" w="254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121825" lIns="121825" spcFirstLastPara="1" rIns="121825" wrap="square" tIns="1218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" name="Google Shape;1036;p55"/>
            <p:cNvSpPr/>
            <p:nvPr/>
          </p:nvSpPr>
          <p:spPr>
            <a:xfrm>
              <a:off x="3605850" y="1017225"/>
              <a:ext cx="246275" cy="88775"/>
            </a:xfrm>
            <a:custGeom>
              <a:rect b="b" l="l" r="r" t="t"/>
              <a:pathLst>
                <a:path extrusionOk="0" h="3551" w="9851">
                  <a:moveTo>
                    <a:pt x="3896" y="1"/>
                  </a:moveTo>
                  <a:cubicBezTo>
                    <a:pt x="2951" y="1"/>
                    <a:pt x="1998" y="113"/>
                    <a:pt x="1055" y="130"/>
                  </a:cubicBezTo>
                  <a:cubicBezTo>
                    <a:pt x="674" y="130"/>
                    <a:pt x="260" y="217"/>
                    <a:pt x="121" y="649"/>
                  </a:cubicBezTo>
                  <a:cubicBezTo>
                    <a:pt x="0" y="1046"/>
                    <a:pt x="173" y="1461"/>
                    <a:pt x="536" y="1651"/>
                  </a:cubicBezTo>
                  <a:cubicBezTo>
                    <a:pt x="1487" y="2256"/>
                    <a:pt x="2489" y="2792"/>
                    <a:pt x="3474" y="3345"/>
                  </a:cubicBezTo>
                  <a:cubicBezTo>
                    <a:pt x="3715" y="3472"/>
                    <a:pt x="3939" y="3551"/>
                    <a:pt x="4149" y="3551"/>
                  </a:cubicBezTo>
                  <a:cubicBezTo>
                    <a:pt x="4450" y="3551"/>
                    <a:pt x="4723" y="3389"/>
                    <a:pt x="4978" y="2982"/>
                  </a:cubicBezTo>
                  <a:cubicBezTo>
                    <a:pt x="5203" y="2650"/>
                    <a:pt x="5511" y="2104"/>
                    <a:pt x="5931" y="2104"/>
                  </a:cubicBezTo>
                  <a:cubicBezTo>
                    <a:pt x="6058" y="2104"/>
                    <a:pt x="6195" y="2153"/>
                    <a:pt x="6343" y="2273"/>
                  </a:cubicBezTo>
                  <a:cubicBezTo>
                    <a:pt x="6982" y="2809"/>
                    <a:pt x="7673" y="2826"/>
                    <a:pt x="8365" y="2895"/>
                  </a:cubicBezTo>
                  <a:cubicBezTo>
                    <a:pt x="8588" y="2920"/>
                    <a:pt x="8869" y="3004"/>
                    <a:pt x="9118" y="3004"/>
                  </a:cubicBezTo>
                  <a:cubicBezTo>
                    <a:pt x="9390" y="3004"/>
                    <a:pt x="9623" y="2904"/>
                    <a:pt x="9695" y="2515"/>
                  </a:cubicBezTo>
                  <a:cubicBezTo>
                    <a:pt x="9851" y="1789"/>
                    <a:pt x="9142" y="1668"/>
                    <a:pt x="8641" y="1478"/>
                  </a:cubicBezTo>
                  <a:lnTo>
                    <a:pt x="6585" y="493"/>
                  </a:lnTo>
                  <a:cubicBezTo>
                    <a:pt x="5704" y="104"/>
                    <a:pt x="4803" y="1"/>
                    <a:pt x="3896" y="1"/>
                  </a:cubicBezTo>
                  <a:close/>
                </a:path>
              </a:pathLst>
            </a:custGeom>
            <a:noFill/>
            <a:ln cap="flat" cmpd="sng" w="254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121825" lIns="121825" spcFirstLastPara="1" rIns="121825" wrap="square" tIns="1218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" name="Google Shape;1037;p55"/>
            <p:cNvSpPr/>
            <p:nvPr/>
          </p:nvSpPr>
          <p:spPr>
            <a:xfrm>
              <a:off x="3161275" y="1612775"/>
              <a:ext cx="115825" cy="115825"/>
            </a:xfrm>
            <a:custGeom>
              <a:rect b="b" l="l" r="r" t="t"/>
              <a:pathLst>
                <a:path extrusionOk="0" h="4633" w="4633">
                  <a:moveTo>
                    <a:pt x="2966" y="1"/>
                  </a:moveTo>
                  <a:cubicBezTo>
                    <a:pt x="2951" y="1"/>
                    <a:pt x="2936" y="1"/>
                    <a:pt x="2921" y="1"/>
                  </a:cubicBezTo>
                  <a:cubicBezTo>
                    <a:pt x="1729" y="36"/>
                    <a:pt x="1" y="2421"/>
                    <a:pt x="139" y="3803"/>
                  </a:cubicBezTo>
                  <a:cubicBezTo>
                    <a:pt x="139" y="4252"/>
                    <a:pt x="502" y="4615"/>
                    <a:pt x="951" y="4633"/>
                  </a:cubicBezTo>
                  <a:cubicBezTo>
                    <a:pt x="2956" y="4581"/>
                    <a:pt x="4632" y="3026"/>
                    <a:pt x="4529" y="1297"/>
                  </a:cubicBezTo>
                  <a:cubicBezTo>
                    <a:pt x="4478" y="482"/>
                    <a:pt x="3809" y="1"/>
                    <a:pt x="2966" y="1"/>
                  </a:cubicBezTo>
                  <a:close/>
                </a:path>
              </a:pathLst>
            </a:custGeom>
            <a:noFill/>
            <a:ln cap="flat" cmpd="sng" w="254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121825" lIns="121825" spcFirstLastPara="1" rIns="121825" wrap="square" tIns="1218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" name="Google Shape;1038;p55"/>
            <p:cNvSpPr/>
            <p:nvPr/>
          </p:nvSpPr>
          <p:spPr>
            <a:xfrm>
              <a:off x="6082850" y="3458350"/>
              <a:ext cx="215350" cy="82375"/>
            </a:xfrm>
            <a:custGeom>
              <a:rect b="b" l="l" r="r" t="t"/>
              <a:pathLst>
                <a:path extrusionOk="0" h="3295" w="8614">
                  <a:moveTo>
                    <a:pt x="8412" y="834"/>
                  </a:moveTo>
                  <a:lnTo>
                    <a:pt x="8412" y="834"/>
                  </a:lnTo>
                  <a:cubicBezTo>
                    <a:pt x="8408" y="835"/>
                    <a:pt x="8404" y="836"/>
                    <a:pt x="8401" y="837"/>
                  </a:cubicBezTo>
                  <a:lnTo>
                    <a:pt x="8401" y="837"/>
                  </a:lnTo>
                  <a:cubicBezTo>
                    <a:pt x="8399" y="842"/>
                    <a:pt x="8396" y="846"/>
                    <a:pt x="8394" y="851"/>
                  </a:cubicBezTo>
                  <a:lnTo>
                    <a:pt x="8412" y="834"/>
                  </a:lnTo>
                  <a:close/>
                  <a:moveTo>
                    <a:pt x="6441" y="1"/>
                  </a:moveTo>
                  <a:cubicBezTo>
                    <a:pt x="5426" y="1"/>
                    <a:pt x="4424" y="103"/>
                    <a:pt x="3504" y="557"/>
                  </a:cubicBezTo>
                  <a:cubicBezTo>
                    <a:pt x="3268" y="683"/>
                    <a:pt x="3156" y="756"/>
                    <a:pt x="3064" y="756"/>
                  </a:cubicBezTo>
                  <a:cubicBezTo>
                    <a:pt x="2968" y="756"/>
                    <a:pt x="2895" y="675"/>
                    <a:pt x="2726" y="488"/>
                  </a:cubicBezTo>
                  <a:cubicBezTo>
                    <a:pt x="2440" y="160"/>
                    <a:pt x="2158" y="41"/>
                    <a:pt x="1882" y="41"/>
                  </a:cubicBezTo>
                  <a:cubicBezTo>
                    <a:pt x="1373" y="41"/>
                    <a:pt x="881" y="443"/>
                    <a:pt x="410" y="678"/>
                  </a:cubicBezTo>
                  <a:cubicBezTo>
                    <a:pt x="0" y="866"/>
                    <a:pt x="164" y="1612"/>
                    <a:pt x="452" y="1612"/>
                  </a:cubicBezTo>
                  <a:cubicBezTo>
                    <a:pt x="455" y="1612"/>
                    <a:pt x="459" y="1612"/>
                    <a:pt x="462" y="1612"/>
                  </a:cubicBezTo>
                  <a:cubicBezTo>
                    <a:pt x="518" y="1607"/>
                    <a:pt x="572" y="1605"/>
                    <a:pt x="625" y="1605"/>
                  </a:cubicBezTo>
                  <a:cubicBezTo>
                    <a:pt x="1895" y="1605"/>
                    <a:pt x="2508" y="2753"/>
                    <a:pt x="3504" y="3184"/>
                  </a:cubicBezTo>
                  <a:cubicBezTo>
                    <a:pt x="3665" y="3259"/>
                    <a:pt x="3818" y="3295"/>
                    <a:pt x="3955" y="3295"/>
                  </a:cubicBezTo>
                  <a:cubicBezTo>
                    <a:pt x="4389" y="3295"/>
                    <a:pt x="4667" y="2934"/>
                    <a:pt x="4575" y="2303"/>
                  </a:cubicBezTo>
                  <a:cubicBezTo>
                    <a:pt x="4523" y="1905"/>
                    <a:pt x="4541" y="1784"/>
                    <a:pt x="4973" y="1698"/>
                  </a:cubicBezTo>
                  <a:cubicBezTo>
                    <a:pt x="6127" y="1457"/>
                    <a:pt x="7264" y="1130"/>
                    <a:pt x="8401" y="837"/>
                  </a:cubicBezTo>
                  <a:lnTo>
                    <a:pt x="8401" y="837"/>
                  </a:lnTo>
                  <a:cubicBezTo>
                    <a:pt x="8535" y="525"/>
                    <a:pt x="8613" y="56"/>
                    <a:pt x="8256" y="56"/>
                  </a:cubicBezTo>
                  <a:cubicBezTo>
                    <a:pt x="7656" y="37"/>
                    <a:pt x="7046" y="1"/>
                    <a:pt x="6441" y="1"/>
                  </a:cubicBezTo>
                  <a:close/>
                </a:path>
              </a:pathLst>
            </a:custGeom>
            <a:noFill/>
            <a:ln cap="flat" cmpd="sng" w="254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121825" lIns="121825" spcFirstLastPara="1" rIns="121825" wrap="square" tIns="1218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" name="Google Shape;1039;p55"/>
            <p:cNvSpPr/>
            <p:nvPr/>
          </p:nvSpPr>
          <p:spPr>
            <a:xfrm>
              <a:off x="5726825" y="1103850"/>
              <a:ext cx="262175" cy="54825"/>
            </a:xfrm>
            <a:custGeom>
              <a:rect b="b" l="l" r="r" t="t"/>
              <a:pathLst>
                <a:path extrusionOk="0" h="2193" w="10487">
                  <a:moveTo>
                    <a:pt x="2675" y="1"/>
                  </a:moveTo>
                  <a:cubicBezTo>
                    <a:pt x="2260" y="122"/>
                    <a:pt x="1984" y="208"/>
                    <a:pt x="1707" y="260"/>
                  </a:cubicBezTo>
                  <a:cubicBezTo>
                    <a:pt x="1625" y="276"/>
                    <a:pt x="1533" y="281"/>
                    <a:pt x="1436" y="281"/>
                  </a:cubicBezTo>
                  <a:cubicBezTo>
                    <a:pt x="1238" y="281"/>
                    <a:pt x="1018" y="259"/>
                    <a:pt x="814" y="259"/>
                  </a:cubicBezTo>
                  <a:cubicBezTo>
                    <a:pt x="370" y="259"/>
                    <a:pt x="1" y="367"/>
                    <a:pt x="83" y="1055"/>
                  </a:cubicBezTo>
                  <a:cubicBezTo>
                    <a:pt x="160" y="1671"/>
                    <a:pt x="629" y="1783"/>
                    <a:pt x="1147" y="1783"/>
                  </a:cubicBezTo>
                  <a:cubicBezTo>
                    <a:pt x="1443" y="1783"/>
                    <a:pt x="1754" y="1746"/>
                    <a:pt x="2018" y="1746"/>
                  </a:cubicBezTo>
                  <a:cubicBezTo>
                    <a:pt x="3176" y="1729"/>
                    <a:pt x="4334" y="1625"/>
                    <a:pt x="5488" y="1625"/>
                  </a:cubicBezTo>
                  <a:cubicBezTo>
                    <a:pt x="6641" y="1625"/>
                    <a:pt x="7790" y="1729"/>
                    <a:pt x="8931" y="2126"/>
                  </a:cubicBezTo>
                  <a:cubicBezTo>
                    <a:pt x="9064" y="2171"/>
                    <a:pt x="9201" y="2192"/>
                    <a:pt x="9336" y="2192"/>
                  </a:cubicBezTo>
                  <a:cubicBezTo>
                    <a:pt x="9780" y="2192"/>
                    <a:pt x="10194" y="1955"/>
                    <a:pt x="10314" y="1504"/>
                  </a:cubicBezTo>
                  <a:cubicBezTo>
                    <a:pt x="10486" y="813"/>
                    <a:pt x="9761" y="744"/>
                    <a:pt x="9294" y="606"/>
                  </a:cubicBezTo>
                  <a:cubicBezTo>
                    <a:pt x="8746" y="426"/>
                    <a:pt x="8189" y="370"/>
                    <a:pt x="7630" y="370"/>
                  </a:cubicBezTo>
                  <a:cubicBezTo>
                    <a:pt x="6715" y="370"/>
                    <a:pt x="5795" y="519"/>
                    <a:pt x="4900" y="519"/>
                  </a:cubicBezTo>
                  <a:cubicBezTo>
                    <a:pt x="4133" y="519"/>
                    <a:pt x="3384" y="409"/>
                    <a:pt x="2675" y="1"/>
                  </a:cubicBezTo>
                  <a:close/>
                </a:path>
              </a:pathLst>
            </a:custGeom>
            <a:noFill/>
            <a:ln cap="flat" cmpd="sng" w="254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121825" lIns="121825" spcFirstLastPara="1" rIns="121825" wrap="square" tIns="1218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" name="Google Shape;1040;p55"/>
            <p:cNvSpPr/>
            <p:nvPr/>
          </p:nvSpPr>
          <p:spPr>
            <a:xfrm>
              <a:off x="6497925" y="4391525"/>
              <a:ext cx="125725" cy="97375"/>
            </a:xfrm>
            <a:custGeom>
              <a:rect b="b" l="l" r="r" t="t"/>
              <a:pathLst>
                <a:path extrusionOk="0" h="3895" w="5029">
                  <a:moveTo>
                    <a:pt x="4062" y="0"/>
                  </a:moveTo>
                  <a:cubicBezTo>
                    <a:pt x="3557" y="0"/>
                    <a:pt x="2937" y="491"/>
                    <a:pt x="2445" y="491"/>
                  </a:cubicBezTo>
                  <a:cubicBezTo>
                    <a:pt x="2234" y="491"/>
                    <a:pt x="2046" y="401"/>
                    <a:pt x="1901" y="144"/>
                  </a:cubicBezTo>
                  <a:cubicBezTo>
                    <a:pt x="0" y="403"/>
                    <a:pt x="570" y="1975"/>
                    <a:pt x="225" y="2960"/>
                  </a:cubicBezTo>
                  <a:cubicBezTo>
                    <a:pt x="38" y="3485"/>
                    <a:pt x="566" y="3894"/>
                    <a:pt x="1172" y="3894"/>
                  </a:cubicBezTo>
                  <a:cubicBezTo>
                    <a:pt x="1185" y="3894"/>
                    <a:pt x="1197" y="3894"/>
                    <a:pt x="1210" y="3894"/>
                  </a:cubicBezTo>
                  <a:cubicBezTo>
                    <a:pt x="2298" y="3876"/>
                    <a:pt x="5029" y="1630"/>
                    <a:pt x="4804" y="783"/>
                  </a:cubicBezTo>
                  <a:cubicBezTo>
                    <a:pt x="4638" y="185"/>
                    <a:pt x="4372" y="0"/>
                    <a:pt x="4062" y="0"/>
                  </a:cubicBezTo>
                  <a:close/>
                </a:path>
              </a:pathLst>
            </a:custGeom>
            <a:noFill/>
            <a:ln cap="flat" cmpd="sng" w="254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121825" lIns="121825" spcFirstLastPara="1" rIns="121825" wrap="square" tIns="1218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" name="Google Shape;1041;p55"/>
            <p:cNvSpPr/>
            <p:nvPr/>
          </p:nvSpPr>
          <p:spPr>
            <a:xfrm>
              <a:off x="5334875" y="2906300"/>
              <a:ext cx="82100" cy="128050"/>
            </a:xfrm>
            <a:custGeom>
              <a:rect b="b" l="l" r="r" t="t"/>
              <a:pathLst>
                <a:path extrusionOk="0" h="5122" w="3284">
                  <a:moveTo>
                    <a:pt x="519" y="1"/>
                  </a:moveTo>
                  <a:lnTo>
                    <a:pt x="380" y="139"/>
                  </a:lnTo>
                  <a:cubicBezTo>
                    <a:pt x="104" y="1452"/>
                    <a:pt x="0" y="2766"/>
                    <a:pt x="380" y="4062"/>
                  </a:cubicBezTo>
                  <a:cubicBezTo>
                    <a:pt x="534" y="4660"/>
                    <a:pt x="796" y="5122"/>
                    <a:pt x="1420" y="5122"/>
                  </a:cubicBezTo>
                  <a:cubicBezTo>
                    <a:pt x="1500" y="5122"/>
                    <a:pt x="1585" y="5114"/>
                    <a:pt x="1676" y="5099"/>
                  </a:cubicBezTo>
                  <a:cubicBezTo>
                    <a:pt x="2471" y="4978"/>
                    <a:pt x="3284" y="4408"/>
                    <a:pt x="3111" y="3734"/>
                  </a:cubicBezTo>
                  <a:cubicBezTo>
                    <a:pt x="2748" y="2213"/>
                    <a:pt x="2108" y="744"/>
                    <a:pt x="519" y="1"/>
                  </a:cubicBezTo>
                  <a:close/>
                </a:path>
              </a:pathLst>
            </a:custGeom>
            <a:noFill/>
            <a:ln cap="flat" cmpd="sng" w="254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121825" lIns="121825" spcFirstLastPara="1" rIns="121825" wrap="square" tIns="1218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" name="Google Shape;1042;p55"/>
            <p:cNvSpPr/>
            <p:nvPr/>
          </p:nvSpPr>
          <p:spPr>
            <a:xfrm>
              <a:off x="4869125" y="997550"/>
              <a:ext cx="160750" cy="66150"/>
            </a:xfrm>
            <a:custGeom>
              <a:rect b="b" l="l" r="r" t="t"/>
              <a:pathLst>
                <a:path extrusionOk="0" h="2646" w="6430">
                  <a:moveTo>
                    <a:pt x="1040" y="1"/>
                  </a:moveTo>
                  <a:cubicBezTo>
                    <a:pt x="589" y="1"/>
                    <a:pt x="239" y="358"/>
                    <a:pt x="104" y="814"/>
                  </a:cubicBezTo>
                  <a:cubicBezTo>
                    <a:pt x="1" y="1108"/>
                    <a:pt x="191" y="1419"/>
                    <a:pt x="502" y="1470"/>
                  </a:cubicBezTo>
                  <a:cubicBezTo>
                    <a:pt x="1971" y="1885"/>
                    <a:pt x="3440" y="2283"/>
                    <a:pt x="4736" y="2646"/>
                  </a:cubicBezTo>
                  <a:cubicBezTo>
                    <a:pt x="5427" y="2611"/>
                    <a:pt x="5928" y="2611"/>
                    <a:pt x="6239" y="2127"/>
                  </a:cubicBezTo>
                  <a:cubicBezTo>
                    <a:pt x="6429" y="1851"/>
                    <a:pt x="6308" y="1470"/>
                    <a:pt x="6066" y="1419"/>
                  </a:cubicBezTo>
                  <a:cubicBezTo>
                    <a:pt x="4373" y="1021"/>
                    <a:pt x="2852" y="36"/>
                    <a:pt x="1072" y="2"/>
                  </a:cubicBezTo>
                  <a:cubicBezTo>
                    <a:pt x="1061" y="1"/>
                    <a:pt x="1051" y="1"/>
                    <a:pt x="1040" y="1"/>
                  </a:cubicBezTo>
                  <a:close/>
                </a:path>
              </a:pathLst>
            </a:custGeom>
            <a:noFill/>
            <a:ln cap="flat" cmpd="sng" w="254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121825" lIns="121825" spcFirstLastPara="1" rIns="121825" wrap="square" tIns="1218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" name="Google Shape;1043;p55"/>
            <p:cNvSpPr/>
            <p:nvPr/>
          </p:nvSpPr>
          <p:spPr>
            <a:xfrm>
              <a:off x="3763550" y="998475"/>
              <a:ext cx="117975" cy="55725"/>
            </a:xfrm>
            <a:custGeom>
              <a:rect b="b" l="l" r="r" t="t"/>
              <a:pathLst>
                <a:path extrusionOk="0" h="2229" w="4719">
                  <a:moveTo>
                    <a:pt x="747" y="0"/>
                  </a:moveTo>
                  <a:cubicBezTo>
                    <a:pt x="407" y="0"/>
                    <a:pt x="65" y="161"/>
                    <a:pt x="18" y="690"/>
                  </a:cubicBezTo>
                  <a:cubicBezTo>
                    <a:pt x="0" y="863"/>
                    <a:pt x="190" y="1053"/>
                    <a:pt x="277" y="1243"/>
                  </a:cubicBezTo>
                  <a:lnTo>
                    <a:pt x="2333" y="2228"/>
                  </a:lnTo>
                  <a:cubicBezTo>
                    <a:pt x="2437" y="2220"/>
                    <a:pt x="2541" y="2220"/>
                    <a:pt x="2644" y="2220"/>
                  </a:cubicBezTo>
                  <a:cubicBezTo>
                    <a:pt x="2748" y="2220"/>
                    <a:pt x="2852" y="2220"/>
                    <a:pt x="2955" y="2211"/>
                  </a:cubicBezTo>
                  <a:cubicBezTo>
                    <a:pt x="3647" y="2142"/>
                    <a:pt x="4718" y="2090"/>
                    <a:pt x="4511" y="1261"/>
                  </a:cubicBezTo>
                  <a:cubicBezTo>
                    <a:pt x="4255" y="308"/>
                    <a:pt x="3582" y="187"/>
                    <a:pt x="2842" y="187"/>
                  </a:cubicBezTo>
                  <a:cubicBezTo>
                    <a:pt x="2589" y="187"/>
                    <a:pt x="2328" y="201"/>
                    <a:pt x="2074" y="201"/>
                  </a:cubicBezTo>
                  <a:cubicBezTo>
                    <a:pt x="1762" y="201"/>
                    <a:pt x="1460" y="180"/>
                    <a:pt x="1193" y="85"/>
                  </a:cubicBezTo>
                  <a:cubicBezTo>
                    <a:pt x="1066" y="36"/>
                    <a:pt x="907" y="0"/>
                    <a:pt x="747" y="0"/>
                  </a:cubicBezTo>
                  <a:close/>
                </a:path>
              </a:pathLst>
            </a:custGeom>
            <a:noFill/>
            <a:ln cap="flat" cmpd="sng" w="254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121825" lIns="121825" spcFirstLastPara="1" rIns="121825" wrap="square" tIns="1218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" name="Google Shape;1044;p55"/>
            <p:cNvSpPr/>
            <p:nvPr/>
          </p:nvSpPr>
          <p:spPr>
            <a:xfrm>
              <a:off x="6244750" y="3463175"/>
              <a:ext cx="127900" cy="76650"/>
            </a:xfrm>
            <a:custGeom>
              <a:rect b="b" l="l" r="r" t="t"/>
              <a:pathLst>
                <a:path extrusionOk="0" h="3066" w="5116">
                  <a:moveTo>
                    <a:pt x="4184" y="1"/>
                  </a:moveTo>
                  <a:cubicBezTo>
                    <a:pt x="4093" y="1"/>
                    <a:pt x="4000" y="13"/>
                    <a:pt x="3906" y="36"/>
                  </a:cubicBezTo>
                  <a:cubicBezTo>
                    <a:pt x="3232" y="209"/>
                    <a:pt x="2575" y="416"/>
                    <a:pt x="1918" y="641"/>
                  </a:cubicBezTo>
                  <a:lnTo>
                    <a:pt x="1936" y="641"/>
                  </a:lnTo>
                  <a:cubicBezTo>
                    <a:pt x="1659" y="848"/>
                    <a:pt x="1383" y="1038"/>
                    <a:pt x="1089" y="1194"/>
                  </a:cubicBezTo>
                  <a:cubicBezTo>
                    <a:pt x="432" y="1505"/>
                    <a:pt x="0" y="2093"/>
                    <a:pt x="311" y="2680"/>
                  </a:cubicBezTo>
                  <a:cubicBezTo>
                    <a:pt x="460" y="2964"/>
                    <a:pt x="650" y="3065"/>
                    <a:pt x="856" y="3065"/>
                  </a:cubicBezTo>
                  <a:cubicBezTo>
                    <a:pt x="1178" y="3065"/>
                    <a:pt x="1537" y="2818"/>
                    <a:pt x="1832" y="2628"/>
                  </a:cubicBezTo>
                  <a:cubicBezTo>
                    <a:pt x="2558" y="2093"/>
                    <a:pt x="3370" y="1695"/>
                    <a:pt x="4234" y="1436"/>
                  </a:cubicBezTo>
                  <a:cubicBezTo>
                    <a:pt x="4631" y="1332"/>
                    <a:pt x="5115" y="1108"/>
                    <a:pt x="4994" y="606"/>
                  </a:cubicBezTo>
                  <a:cubicBezTo>
                    <a:pt x="4883" y="203"/>
                    <a:pt x="4559" y="1"/>
                    <a:pt x="4184" y="1"/>
                  </a:cubicBezTo>
                  <a:close/>
                </a:path>
              </a:pathLst>
            </a:custGeom>
            <a:noFill/>
            <a:ln cap="flat" cmpd="sng" w="254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121825" lIns="121825" spcFirstLastPara="1" rIns="121825" wrap="square" tIns="1218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" name="Google Shape;1045;p55"/>
            <p:cNvSpPr/>
            <p:nvPr/>
          </p:nvSpPr>
          <p:spPr>
            <a:xfrm>
              <a:off x="6286725" y="2464325"/>
              <a:ext cx="67775" cy="93850"/>
            </a:xfrm>
            <a:custGeom>
              <a:rect b="b" l="l" r="r" t="t"/>
              <a:pathLst>
                <a:path extrusionOk="0" h="3754" w="2711">
                  <a:moveTo>
                    <a:pt x="1532" y="0"/>
                  </a:moveTo>
                  <a:cubicBezTo>
                    <a:pt x="1516" y="0"/>
                    <a:pt x="1500" y="0"/>
                    <a:pt x="1484" y="1"/>
                  </a:cubicBezTo>
                  <a:cubicBezTo>
                    <a:pt x="187" y="53"/>
                    <a:pt x="239" y="1332"/>
                    <a:pt x="101" y="2265"/>
                  </a:cubicBezTo>
                  <a:cubicBezTo>
                    <a:pt x="1" y="3066"/>
                    <a:pt x="465" y="3754"/>
                    <a:pt x="1243" y="3754"/>
                  </a:cubicBezTo>
                  <a:cubicBezTo>
                    <a:pt x="1271" y="3754"/>
                    <a:pt x="1299" y="3753"/>
                    <a:pt x="1328" y="3751"/>
                  </a:cubicBezTo>
                  <a:cubicBezTo>
                    <a:pt x="2711" y="3682"/>
                    <a:pt x="1967" y="2403"/>
                    <a:pt x="2313" y="1815"/>
                  </a:cubicBezTo>
                  <a:cubicBezTo>
                    <a:pt x="2228" y="1050"/>
                    <a:pt x="2528" y="0"/>
                    <a:pt x="1532" y="0"/>
                  </a:cubicBezTo>
                  <a:close/>
                </a:path>
              </a:pathLst>
            </a:custGeom>
            <a:noFill/>
            <a:ln cap="flat" cmpd="sng" w="254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121825" lIns="121825" spcFirstLastPara="1" rIns="121825" wrap="square" tIns="1218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" name="Google Shape;1046;p55"/>
            <p:cNvSpPr/>
            <p:nvPr/>
          </p:nvSpPr>
          <p:spPr>
            <a:xfrm>
              <a:off x="6279300" y="2861375"/>
              <a:ext cx="75625" cy="97275"/>
            </a:xfrm>
            <a:custGeom>
              <a:rect b="b" l="l" r="r" t="t"/>
              <a:pathLst>
                <a:path extrusionOk="0" h="3891" w="3025">
                  <a:moveTo>
                    <a:pt x="2403" y="1"/>
                  </a:moveTo>
                  <a:cubicBezTo>
                    <a:pt x="2178" y="1"/>
                    <a:pt x="1971" y="104"/>
                    <a:pt x="1850" y="277"/>
                  </a:cubicBezTo>
                  <a:cubicBezTo>
                    <a:pt x="1504" y="1193"/>
                    <a:pt x="882" y="1884"/>
                    <a:pt x="277" y="2610"/>
                  </a:cubicBezTo>
                  <a:cubicBezTo>
                    <a:pt x="35" y="2869"/>
                    <a:pt x="1" y="3284"/>
                    <a:pt x="208" y="3578"/>
                  </a:cubicBezTo>
                  <a:cubicBezTo>
                    <a:pt x="326" y="3766"/>
                    <a:pt x="507" y="3890"/>
                    <a:pt x="682" y="3890"/>
                  </a:cubicBezTo>
                  <a:cubicBezTo>
                    <a:pt x="764" y="3890"/>
                    <a:pt x="845" y="3863"/>
                    <a:pt x="916" y="3802"/>
                  </a:cubicBezTo>
                  <a:cubicBezTo>
                    <a:pt x="1815" y="3128"/>
                    <a:pt x="2731" y="2420"/>
                    <a:pt x="3025" y="1452"/>
                  </a:cubicBezTo>
                  <a:cubicBezTo>
                    <a:pt x="2973" y="744"/>
                    <a:pt x="2921" y="225"/>
                    <a:pt x="2403" y="1"/>
                  </a:cubicBezTo>
                  <a:close/>
                </a:path>
              </a:pathLst>
            </a:custGeom>
            <a:noFill/>
            <a:ln cap="flat" cmpd="sng" w="254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121825" lIns="121825" spcFirstLastPara="1" rIns="121825" wrap="square" tIns="1218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" name="Google Shape;1047;p55"/>
            <p:cNvSpPr/>
            <p:nvPr/>
          </p:nvSpPr>
          <p:spPr>
            <a:xfrm>
              <a:off x="4145025" y="994975"/>
              <a:ext cx="111500" cy="47325"/>
            </a:xfrm>
            <a:custGeom>
              <a:rect b="b" l="l" r="r" t="t"/>
              <a:pathLst>
                <a:path extrusionOk="0" h="1893" w="4460">
                  <a:moveTo>
                    <a:pt x="1539" y="105"/>
                  </a:moveTo>
                  <a:cubicBezTo>
                    <a:pt x="969" y="243"/>
                    <a:pt x="139" y="1"/>
                    <a:pt x="70" y="744"/>
                  </a:cubicBezTo>
                  <a:cubicBezTo>
                    <a:pt x="1" y="1418"/>
                    <a:pt x="813" y="1418"/>
                    <a:pt x="1332" y="1556"/>
                  </a:cubicBezTo>
                  <a:cubicBezTo>
                    <a:pt x="1764" y="1677"/>
                    <a:pt x="2213" y="1764"/>
                    <a:pt x="2645" y="1815"/>
                  </a:cubicBezTo>
                  <a:cubicBezTo>
                    <a:pt x="2898" y="1847"/>
                    <a:pt x="3179" y="1893"/>
                    <a:pt x="3440" y="1893"/>
                  </a:cubicBezTo>
                  <a:cubicBezTo>
                    <a:pt x="3890" y="1893"/>
                    <a:pt x="4279" y="1756"/>
                    <a:pt x="4356" y="1176"/>
                  </a:cubicBezTo>
                  <a:cubicBezTo>
                    <a:pt x="4459" y="346"/>
                    <a:pt x="3561" y="416"/>
                    <a:pt x="2956" y="329"/>
                  </a:cubicBezTo>
                  <a:lnTo>
                    <a:pt x="1539" y="105"/>
                  </a:lnTo>
                  <a:close/>
                </a:path>
              </a:pathLst>
            </a:custGeom>
            <a:noFill/>
            <a:ln cap="flat" cmpd="sng" w="254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121825" lIns="121825" spcFirstLastPara="1" rIns="121825" wrap="square" tIns="1218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" name="Google Shape;1048;p55"/>
            <p:cNvSpPr/>
            <p:nvPr/>
          </p:nvSpPr>
          <p:spPr>
            <a:xfrm>
              <a:off x="7213625" y="3803350"/>
              <a:ext cx="74075" cy="80050"/>
            </a:xfrm>
            <a:custGeom>
              <a:rect b="b" l="l" r="r" t="t"/>
              <a:pathLst>
                <a:path extrusionOk="0" h="3202" w="2963">
                  <a:moveTo>
                    <a:pt x="573" y="1"/>
                  </a:moveTo>
                  <a:cubicBezTo>
                    <a:pt x="233" y="1"/>
                    <a:pt x="0" y="333"/>
                    <a:pt x="59" y="704"/>
                  </a:cubicBezTo>
                  <a:cubicBezTo>
                    <a:pt x="284" y="1965"/>
                    <a:pt x="1096" y="2777"/>
                    <a:pt x="2289" y="3175"/>
                  </a:cubicBezTo>
                  <a:cubicBezTo>
                    <a:pt x="2343" y="3193"/>
                    <a:pt x="2395" y="3202"/>
                    <a:pt x="2445" y="3202"/>
                  </a:cubicBezTo>
                  <a:cubicBezTo>
                    <a:pt x="2729" y="3202"/>
                    <a:pt x="2933" y="2914"/>
                    <a:pt x="2963" y="2414"/>
                  </a:cubicBezTo>
                  <a:cubicBezTo>
                    <a:pt x="2341" y="1619"/>
                    <a:pt x="1960" y="427"/>
                    <a:pt x="751" y="30"/>
                  </a:cubicBezTo>
                  <a:cubicBezTo>
                    <a:pt x="689" y="10"/>
                    <a:pt x="630" y="1"/>
                    <a:pt x="573" y="1"/>
                  </a:cubicBezTo>
                  <a:close/>
                </a:path>
              </a:pathLst>
            </a:custGeom>
            <a:noFill/>
            <a:ln cap="flat" cmpd="sng" w="254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121825" lIns="121825" spcFirstLastPara="1" rIns="121825" wrap="square" tIns="1218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" name="Google Shape;1049;p55"/>
            <p:cNvSpPr/>
            <p:nvPr/>
          </p:nvSpPr>
          <p:spPr>
            <a:xfrm>
              <a:off x="6542025" y="3118350"/>
              <a:ext cx="66075" cy="79800"/>
            </a:xfrm>
            <a:custGeom>
              <a:rect b="b" l="l" r="r" t="t"/>
              <a:pathLst>
                <a:path extrusionOk="0" h="3192" w="2643">
                  <a:moveTo>
                    <a:pt x="1295" y="1"/>
                  </a:moveTo>
                  <a:cubicBezTo>
                    <a:pt x="1273" y="1"/>
                    <a:pt x="1250" y="2"/>
                    <a:pt x="1226" y="4"/>
                  </a:cubicBezTo>
                  <a:cubicBezTo>
                    <a:pt x="275" y="108"/>
                    <a:pt x="51" y="954"/>
                    <a:pt x="33" y="1732"/>
                  </a:cubicBezTo>
                  <a:cubicBezTo>
                    <a:pt x="1" y="2354"/>
                    <a:pt x="200" y="3192"/>
                    <a:pt x="910" y="3192"/>
                  </a:cubicBezTo>
                  <a:cubicBezTo>
                    <a:pt x="950" y="3192"/>
                    <a:pt x="992" y="3189"/>
                    <a:pt x="1036" y="3184"/>
                  </a:cubicBezTo>
                  <a:cubicBezTo>
                    <a:pt x="2643" y="2959"/>
                    <a:pt x="1640" y="1767"/>
                    <a:pt x="1640" y="1110"/>
                  </a:cubicBezTo>
                  <a:cubicBezTo>
                    <a:pt x="1740" y="547"/>
                    <a:pt x="1792" y="1"/>
                    <a:pt x="1295" y="1"/>
                  </a:cubicBezTo>
                  <a:close/>
                </a:path>
              </a:pathLst>
            </a:custGeom>
            <a:noFill/>
            <a:ln cap="flat" cmpd="sng" w="254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121825" lIns="121825" spcFirstLastPara="1" rIns="121825" wrap="square" tIns="1218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" name="Google Shape;1050;p55"/>
            <p:cNvSpPr/>
            <p:nvPr/>
          </p:nvSpPr>
          <p:spPr>
            <a:xfrm>
              <a:off x="4278100" y="987200"/>
              <a:ext cx="87225" cy="50150"/>
            </a:xfrm>
            <a:custGeom>
              <a:rect b="b" l="l" r="r" t="t"/>
              <a:pathLst>
                <a:path extrusionOk="0" h="2006" w="3489">
                  <a:moveTo>
                    <a:pt x="2519" y="46"/>
                  </a:moveTo>
                  <a:cubicBezTo>
                    <a:pt x="2407" y="46"/>
                    <a:pt x="2296" y="60"/>
                    <a:pt x="2195" y="87"/>
                  </a:cubicBezTo>
                  <a:cubicBezTo>
                    <a:pt x="1435" y="312"/>
                    <a:pt x="191" y="1"/>
                    <a:pt x="87" y="1107"/>
                  </a:cubicBezTo>
                  <a:cubicBezTo>
                    <a:pt x="1" y="1798"/>
                    <a:pt x="986" y="1746"/>
                    <a:pt x="1642" y="1781"/>
                  </a:cubicBezTo>
                  <a:cubicBezTo>
                    <a:pt x="2299" y="1556"/>
                    <a:pt x="3422" y="2005"/>
                    <a:pt x="3474" y="813"/>
                  </a:cubicBezTo>
                  <a:cubicBezTo>
                    <a:pt x="3488" y="284"/>
                    <a:pt x="2986" y="46"/>
                    <a:pt x="2519" y="46"/>
                  </a:cubicBezTo>
                  <a:close/>
                </a:path>
              </a:pathLst>
            </a:custGeom>
            <a:noFill/>
            <a:ln cap="flat" cmpd="sng" w="254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121825" lIns="121825" spcFirstLastPara="1" rIns="121825" wrap="square" tIns="1218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" name="Google Shape;1051;p55"/>
            <p:cNvSpPr/>
            <p:nvPr/>
          </p:nvSpPr>
          <p:spPr>
            <a:xfrm>
              <a:off x="6595650" y="1204100"/>
              <a:ext cx="81075" cy="41800"/>
            </a:xfrm>
            <a:custGeom>
              <a:rect b="b" l="l" r="r" t="t"/>
              <a:pathLst>
                <a:path extrusionOk="0" h="1672" w="3243">
                  <a:moveTo>
                    <a:pt x="1466" y="121"/>
                  </a:moveTo>
                  <a:cubicBezTo>
                    <a:pt x="1366" y="163"/>
                    <a:pt x="1241" y="173"/>
                    <a:pt x="1106" y="173"/>
                  </a:cubicBezTo>
                  <a:cubicBezTo>
                    <a:pt x="987" y="173"/>
                    <a:pt x="861" y="165"/>
                    <a:pt x="738" y="165"/>
                  </a:cubicBezTo>
                  <a:cubicBezTo>
                    <a:pt x="371" y="165"/>
                    <a:pt x="34" y="234"/>
                    <a:pt x="14" y="778"/>
                  </a:cubicBezTo>
                  <a:cubicBezTo>
                    <a:pt x="0" y="1593"/>
                    <a:pt x="628" y="1660"/>
                    <a:pt x="1232" y="1660"/>
                  </a:cubicBezTo>
                  <a:cubicBezTo>
                    <a:pt x="1352" y="1660"/>
                    <a:pt x="1472" y="1658"/>
                    <a:pt x="1585" y="1658"/>
                  </a:cubicBezTo>
                  <a:cubicBezTo>
                    <a:pt x="1627" y="1658"/>
                    <a:pt x="1668" y="1658"/>
                    <a:pt x="1708" y="1659"/>
                  </a:cubicBezTo>
                  <a:cubicBezTo>
                    <a:pt x="1826" y="1666"/>
                    <a:pt x="1954" y="1672"/>
                    <a:pt x="2085" y="1672"/>
                  </a:cubicBezTo>
                  <a:cubicBezTo>
                    <a:pt x="2644" y="1672"/>
                    <a:pt x="3242" y="1563"/>
                    <a:pt x="3228" y="933"/>
                  </a:cubicBezTo>
                  <a:cubicBezTo>
                    <a:pt x="3194" y="0"/>
                    <a:pt x="2209" y="207"/>
                    <a:pt x="1466" y="121"/>
                  </a:cubicBezTo>
                  <a:close/>
                </a:path>
              </a:pathLst>
            </a:custGeom>
            <a:noFill/>
            <a:ln cap="flat" cmpd="sng" w="254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121825" lIns="121825" spcFirstLastPara="1" rIns="121825" wrap="square" tIns="1218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" name="Google Shape;1052;p55"/>
            <p:cNvSpPr/>
            <p:nvPr/>
          </p:nvSpPr>
          <p:spPr>
            <a:xfrm>
              <a:off x="5040350" y="1034625"/>
              <a:ext cx="81550" cy="46975"/>
            </a:xfrm>
            <a:custGeom>
              <a:rect b="b" l="l" r="r" t="t"/>
              <a:pathLst>
                <a:path extrusionOk="0" h="1879" w="3262">
                  <a:moveTo>
                    <a:pt x="1625" y="1"/>
                  </a:moveTo>
                  <a:cubicBezTo>
                    <a:pt x="803" y="1"/>
                    <a:pt x="279" y="461"/>
                    <a:pt x="99" y="1249"/>
                  </a:cubicBezTo>
                  <a:cubicBezTo>
                    <a:pt x="0" y="1616"/>
                    <a:pt x="339" y="1879"/>
                    <a:pt x="645" y="1879"/>
                  </a:cubicBezTo>
                  <a:cubicBezTo>
                    <a:pt x="714" y="1879"/>
                    <a:pt x="781" y="1865"/>
                    <a:pt x="842" y="1837"/>
                  </a:cubicBezTo>
                  <a:cubicBezTo>
                    <a:pt x="1620" y="1474"/>
                    <a:pt x="2829" y="1750"/>
                    <a:pt x="3106" y="800"/>
                  </a:cubicBezTo>
                  <a:cubicBezTo>
                    <a:pt x="3261" y="229"/>
                    <a:pt x="2363" y="22"/>
                    <a:pt x="1758" y="5"/>
                  </a:cubicBezTo>
                  <a:cubicBezTo>
                    <a:pt x="1713" y="2"/>
                    <a:pt x="1668" y="1"/>
                    <a:pt x="1625" y="1"/>
                  </a:cubicBezTo>
                  <a:close/>
                </a:path>
              </a:pathLst>
            </a:custGeom>
            <a:noFill/>
            <a:ln cap="flat" cmpd="sng" w="254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121825" lIns="121825" spcFirstLastPara="1" rIns="121825" wrap="square" tIns="1218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" name="Google Shape;1053;p55"/>
            <p:cNvSpPr/>
            <p:nvPr/>
          </p:nvSpPr>
          <p:spPr>
            <a:xfrm>
              <a:off x="6380950" y="3302475"/>
              <a:ext cx="77800" cy="40225"/>
            </a:xfrm>
            <a:custGeom>
              <a:rect b="b" l="l" r="r" t="t"/>
              <a:pathLst>
                <a:path extrusionOk="0" h="1609" w="3112">
                  <a:moveTo>
                    <a:pt x="843" y="80"/>
                  </a:moveTo>
                  <a:cubicBezTo>
                    <a:pt x="352" y="80"/>
                    <a:pt x="1" y="466"/>
                    <a:pt x="65" y="882"/>
                  </a:cubicBezTo>
                  <a:cubicBezTo>
                    <a:pt x="161" y="1545"/>
                    <a:pt x="602" y="1578"/>
                    <a:pt x="1054" y="1578"/>
                  </a:cubicBezTo>
                  <a:cubicBezTo>
                    <a:pt x="1103" y="1578"/>
                    <a:pt x="1152" y="1577"/>
                    <a:pt x="1201" y="1577"/>
                  </a:cubicBezTo>
                  <a:cubicBezTo>
                    <a:pt x="1347" y="1577"/>
                    <a:pt x="1491" y="1581"/>
                    <a:pt x="1620" y="1608"/>
                  </a:cubicBezTo>
                  <a:cubicBezTo>
                    <a:pt x="1746" y="1549"/>
                    <a:pt x="1903" y="1535"/>
                    <a:pt x="2065" y="1535"/>
                  </a:cubicBezTo>
                  <a:cubicBezTo>
                    <a:pt x="2212" y="1535"/>
                    <a:pt x="2363" y="1547"/>
                    <a:pt x="2502" y="1547"/>
                  </a:cubicBezTo>
                  <a:cubicBezTo>
                    <a:pt x="2845" y="1547"/>
                    <a:pt x="3112" y="1478"/>
                    <a:pt x="3037" y="1003"/>
                  </a:cubicBezTo>
                  <a:cubicBezTo>
                    <a:pt x="2882" y="1"/>
                    <a:pt x="1741" y="191"/>
                    <a:pt x="963" y="87"/>
                  </a:cubicBezTo>
                  <a:cubicBezTo>
                    <a:pt x="923" y="82"/>
                    <a:pt x="882" y="80"/>
                    <a:pt x="843" y="80"/>
                  </a:cubicBezTo>
                  <a:close/>
                </a:path>
              </a:pathLst>
            </a:custGeom>
            <a:noFill/>
            <a:ln cap="flat" cmpd="sng" w="254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121825" lIns="121825" spcFirstLastPara="1" rIns="121825" wrap="square" tIns="1218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" name="Google Shape;1054;p55"/>
            <p:cNvSpPr/>
            <p:nvPr/>
          </p:nvSpPr>
          <p:spPr>
            <a:xfrm>
              <a:off x="4384825" y="996700"/>
              <a:ext cx="62025" cy="39775"/>
            </a:xfrm>
            <a:custGeom>
              <a:rect b="b" l="l" r="r" t="t"/>
              <a:pathLst>
                <a:path extrusionOk="0" h="1591" w="2481">
                  <a:moveTo>
                    <a:pt x="1811" y="155"/>
                  </a:moveTo>
                  <a:cubicBezTo>
                    <a:pt x="1713" y="155"/>
                    <a:pt x="1613" y="168"/>
                    <a:pt x="1521" y="191"/>
                  </a:cubicBezTo>
                  <a:cubicBezTo>
                    <a:pt x="985" y="312"/>
                    <a:pt x="121" y="1"/>
                    <a:pt x="52" y="917"/>
                  </a:cubicBezTo>
                  <a:cubicBezTo>
                    <a:pt x="0" y="1487"/>
                    <a:pt x="536" y="1574"/>
                    <a:pt x="1054" y="1591"/>
                  </a:cubicBezTo>
                  <a:cubicBezTo>
                    <a:pt x="1573" y="1418"/>
                    <a:pt x="2385" y="1556"/>
                    <a:pt x="2454" y="727"/>
                  </a:cubicBezTo>
                  <a:cubicBezTo>
                    <a:pt x="2481" y="311"/>
                    <a:pt x="2153" y="155"/>
                    <a:pt x="1811" y="155"/>
                  </a:cubicBezTo>
                  <a:close/>
                </a:path>
              </a:pathLst>
            </a:custGeom>
            <a:noFill/>
            <a:ln cap="flat" cmpd="sng" w="254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121825" lIns="121825" spcFirstLastPara="1" rIns="121825" wrap="square" tIns="1218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" name="Google Shape;1055;p55"/>
            <p:cNvSpPr/>
            <p:nvPr/>
          </p:nvSpPr>
          <p:spPr>
            <a:xfrm>
              <a:off x="2100625" y="1004500"/>
              <a:ext cx="520200" cy="95050"/>
            </a:xfrm>
            <a:custGeom>
              <a:rect b="b" l="l" r="r" t="t"/>
              <a:pathLst>
                <a:path extrusionOk="0" h="3802" w="20808">
                  <a:moveTo>
                    <a:pt x="20756" y="0"/>
                  </a:moveTo>
                  <a:lnTo>
                    <a:pt x="20738" y="17"/>
                  </a:lnTo>
                  <a:lnTo>
                    <a:pt x="20773" y="17"/>
                  </a:lnTo>
                  <a:lnTo>
                    <a:pt x="20808" y="0"/>
                  </a:lnTo>
                  <a:close/>
                  <a:moveTo>
                    <a:pt x="1" y="3785"/>
                  </a:moveTo>
                  <a:lnTo>
                    <a:pt x="1" y="3802"/>
                  </a:lnTo>
                  <a:lnTo>
                    <a:pt x="18" y="3802"/>
                  </a:lnTo>
                  <a:lnTo>
                    <a:pt x="18" y="3785"/>
                  </a:lnTo>
                  <a:close/>
                </a:path>
              </a:pathLst>
            </a:custGeom>
            <a:noFill/>
            <a:ln cap="flat" cmpd="sng" w="254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121825" lIns="121825" spcFirstLastPara="1" rIns="121825" wrap="square" tIns="1218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" name="Google Shape;1056;p55"/>
            <p:cNvSpPr/>
            <p:nvPr/>
          </p:nvSpPr>
          <p:spPr>
            <a:xfrm>
              <a:off x="233350" y="949250"/>
              <a:ext cx="3232550" cy="3802300"/>
            </a:xfrm>
            <a:custGeom>
              <a:rect b="b" l="l" r="r" t="t"/>
              <a:pathLst>
                <a:path extrusionOk="0" h="152092" w="129302">
                  <a:moveTo>
                    <a:pt x="97270" y="1644"/>
                  </a:moveTo>
                  <a:cubicBezTo>
                    <a:pt x="97347" y="1644"/>
                    <a:pt x="97424" y="1648"/>
                    <a:pt x="97503" y="1657"/>
                  </a:cubicBezTo>
                  <a:cubicBezTo>
                    <a:pt x="97555" y="1674"/>
                    <a:pt x="97607" y="1692"/>
                    <a:pt x="97642" y="1709"/>
                  </a:cubicBezTo>
                  <a:lnTo>
                    <a:pt x="95601" y="2170"/>
                  </a:lnTo>
                  <a:lnTo>
                    <a:pt x="95601" y="2170"/>
                  </a:lnTo>
                  <a:cubicBezTo>
                    <a:pt x="96129" y="1917"/>
                    <a:pt x="96661" y="1644"/>
                    <a:pt x="97270" y="1644"/>
                  </a:cubicBezTo>
                  <a:close/>
                  <a:moveTo>
                    <a:pt x="95473" y="2210"/>
                  </a:moveTo>
                  <a:lnTo>
                    <a:pt x="95447" y="2227"/>
                  </a:lnTo>
                  <a:lnTo>
                    <a:pt x="95429" y="2227"/>
                  </a:lnTo>
                  <a:lnTo>
                    <a:pt x="95464" y="2210"/>
                  </a:lnTo>
                  <a:close/>
                  <a:moveTo>
                    <a:pt x="68358" y="8951"/>
                  </a:moveTo>
                  <a:cubicBezTo>
                    <a:pt x="68553" y="8951"/>
                    <a:pt x="68761" y="9049"/>
                    <a:pt x="68989" y="9313"/>
                  </a:cubicBezTo>
                  <a:cubicBezTo>
                    <a:pt x="69208" y="9280"/>
                    <a:pt x="69420" y="9268"/>
                    <a:pt x="69634" y="9268"/>
                  </a:cubicBezTo>
                  <a:cubicBezTo>
                    <a:pt x="69758" y="9268"/>
                    <a:pt x="69882" y="9272"/>
                    <a:pt x="70008" y="9278"/>
                  </a:cubicBezTo>
                  <a:cubicBezTo>
                    <a:pt x="70061" y="9286"/>
                    <a:pt x="70117" y="9289"/>
                    <a:pt x="70177" y="9289"/>
                  </a:cubicBezTo>
                  <a:cubicBezTo>
                    <a:pt x="70522" y="9289"/>
                    <a:pt x="70965" y="9176"/>
                    <a:pt x="71318" y="9176"/>
                  </a:cubicBezTo>
                  <a:cubicBezTo>
                    <a:pt x="71841" y="9176"/>
                    <a:pt x="72167" y="9425"/>
                    <a:pt x="71685" y="10661"/>
                  </a:cubicBezTo>
                  <a:cubicBezTo>
                    <a:pt x="71581" y="10937"/>
                    <a:pt x="71823" y="11265"/>
                    <a:pt x="72151" y="11386"/>
                  </a:cubicBezTo>
                  <a:cubicBezTo>
                    <a:pt x="72428" y="11438"/>
                    <a:pt x="72722" y="11490"/>
                    <a:pt x="72998" y="11507"/>
                  </a:cubicBezTo>
                  <a:cubicBezTo>
                    <a:pt x="72652" y="11922"/>
                    <a:pt x="72359" y="12406"/>
                    <a:pt x="71927" y="12717"/>
                  </a:cubicBezTo>
                  <a:cubicBezTo>
                    <a:pt x="71831" y="12786"/>
                    <a:pt x="71741" y="12813"/>
                    <a:pt x="71654" y="12813"/>
                  </a:cubicBezTo>
                  <a:cubicBezTo>
                    <a:pt x="71349" y="12813"/>
                    <a:pt x="71090" y="12473"/>
                    <a:pt x="70821" y="12406"/>
                  </a:cubicBezTo>
                  <a:cubicBezTo>
                    <a:pt x="69127" y="11939"/>
                    <a:pt x="69334" y="10488"/>
                    <a:pt x="68989" y="9313"/>
                  </a:cubicBezTo>
                  <a:lnTo>
                    <a:pt x="67330" y="9520"/>
                  </a:lnTo>
                  <a:cubicBezTo>
                    <a:pt x="67668" y="9295"/>
                    <a:pt x="67992" y="8951"/>
                    <a:pt x="68358" y="8951"/>
                  </a:cubicBezTo>
                  <a:close/>
                  <a:moveTo>
                    <a:pt x="51546" y="12467"/>
                  </a:moveTo>
                  <a:cubicBezTo>
                    <a:pt x="51593" y="12467"/>
                    <a:pt x="51647" y="12470"/>
                    <a:pt x="51707" y="12475"/>
                  </a:cubicBezTo>
                  <a:cubicBezTo>
                    <a:pt x="51897" y="12648"/>
                    <a:pt x="52157" y="12890"/>
                    <a:pt x="52433" y="13115"/>
                  </a:cubicBezTo>
                  <a:cubicBezTo>
                    <a:pt x="52260" y="13270"/>
                    <a:pt x="52053" y="13374"/>
                    <a:pt x="51845" y="13460"/>
                  </a:cubicBezTo>
                  <a:cubicBezTo>
                    <a:pt x="51802" y="13467"/>
                    <a:pt x="51764" y="13470"/>
                    <a:pt x="51729" y="13470"/>
                  </a:cubicBezTo>
                  <a:cubicBezTo>
                    <a:pt x="51300" y="13470"/>
                    <a:pt x="51439" y="13007"/>
                    <a:pt x="51327" y="12752"/>
                  </a:cubicBezTo>
                  <a:cubicBezTo>
                    <a:pt x="51225" y="12548"/>
                    <a:pt x="51295" y="12467"/>
                    <a:pt x="51546" y="12467"/>
                  </a:cubicBezTo>
                  <a:close/>
                  <a:moveTo>
                    <a:pt x="55481" y="12549"/>
                  </a:moveTo>
                  <a:cubicBezTo>
                    <a:pt x="55526" y="12549"/>
                    <a:pt x="55570" y="12553"/>
                    <a:pt x="55613" y="12562"/>
                  </a:cubicBezTo>
                  <a:lnTo>
                    <a:pt x="54576" y="13789"/>
                  </a:lnTo>
                  <a:lnTo>
                    <a:pt x="53954" y="13184"/>
                  </a:lnTo>
                  <a:cubicBezTo>
                    <a:pt x="54420" y="12976"/>
                    <a:pt x="54870" y="12752"/>
                    <a:pt x="55336" y="12562"/>
                  </a:cubicBezTo>
                  <a:cubicBezTo>
                    <a:pt x="55388" y="12553"/>
                    <a:pt x="55436" y="12549"/>
                    <a:pt x="55481" y="12549"/>
                  </a:cubicBezTo>
                  <a:close/>
                  <a:moveTo>
                    <a:pt x="116966" y="0"/>
                  </a:moveTo>
                  <a:cubicBezTo>
                    <a:pt x="112339" y="0"/>
                    <a:pt x="107712" y="747"/>
                    <a:pt x="103085" y="1035"/>
                  </a:cubicBezTo>
                  <a:cubicBezTo>
                    <a:pt x="101910" y="1104"/>
                    <a:pt x="100735" y="983"/>
                    <a:pt x="99542" y="1260"/>
                  </a:cubicBezTo>
                  <a:cubicBezTo>
                    <a:pt x="99533" y="1262"/>
                    <a:pt x="99523" y="1263"/>
                    <a:pt x="99512" y="1263"/>
                  </a:cubicBezTo>
                  <a:cubicBezTo>
                    <a:pt x="99194" y="1263"/>
                    <a:pt x="98389" y="307"/>
                    <a:pt x="97503" y="240"/>
                  </a:cubicBezTo>
                  <a:cubicBezTo>
                    <a:pt x="96554" y="172"/>
                    <a:pt x="95607" y="143"/>
                    <a:pt x="94661" y="143"/>
                  </a:cubicBezTo>
                  <a:cubicBezTo>
                    <a:pt x="91541" y="143"/>
                    <a:pt x="88432" y="459"/>
                    <a:pt x="85303" y="724"/>
                  </a:cubicBezTo>
                  <a:cubicBezTo>
                    <a:pt x="83379" y="875"/>
                    <a:pt x="81549" y="1637"/>
                    <a:pt x="79578" y="1637"/>
                  </a:cubicBezTo>
                  <a:cubicBezTo>
                    <a:pt x="79300" y="1637"/>
                    <a:pt x="79020" y="1622"/>
                    <a:pt x="78736" y="1588"/>
                  </a:cubicBezTo>
                  <a:cubicBezTo>
                    <a:pt x="78573" y="1568"/>
                    <a:pt x="78403" y="1557"/>
                    <a:pt x="78229" y="1557"/>
                  </a:cubicBezTo>
                  <a:cubicBezTo>
                    <a:pt x="77349" y="1557"/>
                    <a:pt x="76386" y="1840"/>
                    <a:pt x="75953" y="2677"/>
                  </a:cubicBezTo>
                  <a:cubicBezTo>
                    <a:pt x="75538" y="3489"/>
                    <a:pt x="76333" y="4163"/>
                    <a:pt x="76956" y="4750"/>
                  </a:cubicBezTo>
                  <a:cubicBezTo>
                    <a:pt x="77215" y="4992"/>
                    <a:pt x="77232" y="5511"/>
                    <a:pt x="77370" y="5891"/>
                  </a:cubicBezTo>
                  <a:cubicBezTo>
                    <a:pt x="77348" y="5890"/>
                    <a:pt x="77325" y="5889"/>
                    <a:pt x="77301" y="5889"/>
                  </a:cubicBezTo>
                  <a:cubicBezTo>
                    <a:pt x="77154" y="5889"/>
                    <a:pt x="76988" y="5912"/>
                    <a:pt x="76844" y="5912"/>
                  </a:cubicBezTo>
                  <a:cubicBezTo>
                    <a:pt x="76726" y="5912"/>
                    <a:pt x="76623" y="5896"/>
                    <a:pt x="76558" y="5839"/>
                  </a:cubicBezTo>
                  <a:cubicBezTo>
                    <a:pt x="76285" y="5586"/>
                    <a:pt x="76034" y="5489"/>
                    <a:pt x="75796" y="5489"/>
                  </a:cubicBezTo>
                  <a:cubicBezTo>
                    <a:pt x="75417" y="5489"/>
                    <a:pt x="75070" y="5733"/>
                    <a:pt x="74709" y="5977"/>
                  </a:cubicBezTo>
                  <a:lnTo>
                    <a:pt x="74709" y="5995"/>
                  </a:lnTo>
                  <a:lnTo>
                    <a:pt x="74692" y="5995"/>
                  </a:lnTo>
                  <a:cubicBezTo>
                    <a:pt x="74415" y="6358"/>
                    <a:pt x="73707" y="6479"/>
                    <a:pt x="73897" y="7066"/>
                  </a:cubicBezTo>
                  <a:cubicBezTo>
                    <a:pt x="74104" y="7654"/>
                    <a:pt x="74761" y="7671"/>
                    <a:pt x="75331" y="7723"/>
                  </a:cubicBezTo>
                  <a:lnTo>
                    <a:pt x="75625" y="7723"/>
                  </a:lnTo>
                  <a:lnTo>
                    <a:pt x="77146" y="7982"/>
                  </a:lnTo>
                  <a:cubicBezTo>
                    <a:pt x="76904" y="8068"/>
                    <a:pt x="76662" y="8120"/>
                    <a:pt x="76403" y="8120"/>
                  </a:cubicBezTo>
                  <a:cubicBezTo>
                    <a:pt x="76178" y="8103"/>
                    <a:pt x="75970" y="7930"/>
                    <a:pt x="75729" y="7861"/>
                  </a:cubicBezTo>
                  <a:cubicBezTo>
                    <a:pt x="75594" y="7823"/>
                    <a:pt x="75464" y="7807"/>
                    <a:pt x="75337" y="7807"/>
                  </a:cubicBezTo>
                  <a:cubicBezTo>
                    <a:pt x="74777" y="7807"/>
                    <a:pt x="74273" y="8116"/>
                    <a:pt x="73724" y="8172"/>
                  </a:cubicBezTo>
                  <a:cubicBezTo>
                    <a:pt x="73717" y="8173"/>
                    <a:pt x="73710" y="8174"/>
                    <a:pt x="73702" y="8174"/>
                  </a:cubicBezTo>
                  <a:cubicBezTo>
                    <a:pt x="73450" y="8174"/>
                    <a:pt x="72913" y="7613"/>
                    <a:pt x="72946" y="7394"/>
                  </a:cubicBezTo>
                  <a:cubicBezTo>
                    <a:pt x="73102" y="6479"/>
                    <a:pt x="73810" y="6098"/>
                    <a:pt x="74674" y="5995"/>
                  </a:cubicBezTo>
                  <a:lnTo>
                    <a:pt x="74674" y="5977"/>
                  </a:lnTo>
                  <a:cubicBezTo>
                    <a:pt x="74726" y="5545"/>
                    <a:pt x="74830" y="5113"/>
                    <a:pt x="74951" y="4681"/>
                  </a:cubicBezTo>
                  <a:cubicBezTo>
                    <a:pt x="75072" y="4370"/>
                    <a:pt x="75435" y="4076"/>
                    <a:pt x="75124" y="3748"/>
                  </a:cubicBezTo>
                  <a:cubicBezTo>
                    <a:pt x="74832" y="3467"/>
                    <a:pt x="74483" y="3396"/>
                    <a:pt x="74119" y="3396"/>
                  </a:cubicBezTo>
                  <a:cubicBezTo>
                    <a:pt x="73856" y="3396"/>
                    <a:pt x="73587" y="3433"/>
                    <a:pt x="73326" y="3454"/>
                  </a:cubicBezTo>
                  <a:cubicBezTo>
                    <a:pt x="72946" y="3506"/>
                    <a:pt x="72756" y="3748"/>
                    <a:pt x="72704" y="4180"/>
                  </a:cubicBezTo>
                  <a:cubicBezTo>
                    <a:pt x="72601" y="5252"/>
                    <a:pt x="72134" y="6098"/>
                    <a:pt x="70959" y="6340"/>
                  </a:cubicBezTo>
                  <a:cubicBezTo>
                    <a:pt x="70855" y="6427"/>
                    <a:pt x="70769" y="6513"/>
                    <a:pt x="70665" y="6617"/>
                  </a:cubicBezTo>
                  <a:cubicBezTo>
                    <a:pt x="70786" y="6859"/>
                    <a:pt x="70924" y="7083"/>
                    <a:pt x="71097" y="7291"/>
                  </a:cubicBezTo>
                  <a:cubicBezTo>
                    <a:pt x="71304" y="7412"/>
                    <a:pt x="71546" y="7515"/>
                    <a:pt x="71788" y="7567"/>
                  </a:cubicBezTo>
                  <a:cubicBezTo>
                    <a:pt x="71650" y="7550"/>
                    <a:pt x="71512" y="7541"/>
                    <a:pt x="71374" y="7541"/>
                  </a:cubicBezTo>
                  <a:cubicBezTo>
                    <a:pt x="71235" y="7541"/>
                    <a:pt x="71097" y="7550"/>
                    <a:pt x="70959" y="7567"/>
                  </a:cubicBezTo>
                  <a:cubicBezTo>
                    <a:pt x="70569" y="7671"/>
                    <a:pt x="70173" y="7708"/>
                    <a:pt x="69775" y="7708"/>
                  </a:cubicBezTo>
                  <a:cubicBezTo>
                    <a:pt x="68812" y="7708"/>
                    <a:pt x="67832" y="7494"/>
                    <a:pt x="66868" y="7494"/>
                  </a:cubicBezTo>
                  <a:cubicBezTo>
                    <a:pt x="66108" y="7494"/>
                    <a:pt x="65357" y="7627"/>
                    <a:pt x="64634" y="8103"/>
                  </a:cubicBezTo>
                  <a:cubicBezTo>
                    <a:pt x="64271" y="8345"/>
                    <a:pt x="63580" y="8379"/>
                    <a:pt x="63666" y="8863"/>
                  </a:cubicBezTo>
                  <a:cubicBezTo>
                    <a:pt x="63752" y="9382"/>
                    <a:pt x="64167" y="9900"/>
                    <a:pt x="64547" y="10315"/>
                  </a:cubicBezTo>
                  <a:cubicBezTo>
                    <a:pt x="64666" y="10447"/>
                    <a:pt x="64798" y="10498"/>
                    <a:pt x="64939" y="10498"/>
                  </a:cubicBezTo>
                  <a:cubicBezTo>
                    <a:pt x="65148" y="10498"/>
                    <a:pt x="65375" y="10387"/>
                    <a:pt x="65602" y="10263"/>
                  </a:cubicBezTo>
                  <a:cubicBezTo>
                    <a:pt x="66124" y="9977"/>
                    <a:pt x="66711" y="9789"/>
                    <a:pt x="67269" y="9556"/>
                  </a:cubicBezTo>
                  <a:lnTo>
                    <a:pt x="67269" y="9556"/>
                  </a:lnTo>
                  <a:cubicBezTo>
                    <a:pt x="66173" y="11022"/>
                    <a:pt x="64072" y="10911"/>
                    <a:pt x="62975" y="11974"/>
                  </a:cubicBezTo>
                  <a:cubicBezTo>
                    <a:pt x="62086" y="12850"/>
                    <a:pt x="61268" y="13162"/>
                    <a:pt x="60357" y="13162"/>
                  </a:cubicBezTo>
                  <a:cubicBezTo>
                    <a:pt x="59993" y="13162"/>
                    <a:pt x="59613" y="13112"/>
                    <a:pt x="59207" y="13028"/>
                  </a:cubicBezTo>
                  <a:cubicBezTo>
                    <a:pt x="58430" y="12873"/>
                    <a:pt x="57687" y="12510"/>
                    <a:pt x="56926" y="12233"/>
                  </a:cubicBezTo>
                  <a:cubicBezTo>
                    <a:pt x="57173" y="12050"/>
                    <a:pt x="57402" y="11981"/>
                    <a:pt x="57619" y="11981"/>
                  </a:cubicBezTo>
                  <a:cubicBezTo>
                    <a:pt x="58162" y="11981"/>
                    <a:pt x="58632" y="12416"/>
                    <a:pt x="59138" y="12613"/>
                  </a:cubicBezTo>
                  <a:cubicBezTo>
                    <a:pt x="59332" y="12687"/>
                    <a:pt x="59512" y="12718"/>
                    <a:pt x="59680" y="12718"/>
                  </a:cubicBezTo>
                  <a:cubicBezTo>
                    <a:pt x="60502" y="12718"/>
                    <a:pt x="61062" y="11967"/>
                    <a:pt x="61765" y="11680"/>
                  </a:cubicBezTo>
                  <a:cubicBezTo>
                    <a:pt x="62404" y="11421"/>
                    <a:pt x="61903" y="10851"/>
                    <a:pt x="61661" y="10384"/>
                  </a:cubicBezTo>
                  <a:cubicBezTo>
                    <a:pt x="61454" y="9987"/>
                    <a:pt x="61921" y="9745"/>
                    <a:pt x="62249" y="9537"/>
                  </a:cubicBezTo>
                  <a:cubicBezTo>
                    <a:pt x="62664" y="9295"/>
                    <a:pt x="63441" y="9226"/>
                    <a:pt x="63182" y="8518"/>
                  </a:cubicBezTo>
                  <a:cubicBezTo>
                    <a:pt x="63018" y="8098"/>
                    <a:pt x="62703" y="8030"/>
                    <a:pt x="62354" y="8030"/>
                  </a:cubicBezTo>
                  <a:cubicBezTo>
                    <a:pt x="62187" y="8030"/>
                    <a:pt x="62013" y="8045"/>
                    <a:pt x="61845" y="8045"/>
                  </a:cubicBezTo>
                  <a:cubicBezTo>
                    <a:pt x="61771" y="8045"/>
                    <a:pt x="61698" y="8042"/>
                    <a:pt x="61627" y="8034"/>
                  </a:cubicBezTo>
                  <a:cubicBezTo>
                    <a:pt x="61564" y="8027"/>
                    <a:pt x="61502" y="8024"/>
                    <a:pt x="61440" y="8024"/>
                  </a:cubicBezTo>
                  <a:cubicBezTo>
                    <a:pt x="60620" y="8024"/>
                    <a:pt x="59973" y="8583"/>
                    <a:pt x="59080" y="8583"/>
                  </a:cubicBezTo>
                  <a:cubicBezTo>
                    <a:pt x="59004" y="8583"/>
                    <a:pt x="58925" y="8579"/>
                    <a:pt x="58844" y="8570"/>
                  </a:cubicBezTo>
                  <a:cubicBezTo>
                    <a:pt x="57410" y="8414"/>
                    <a:pt x="56391" y="7671"/>
                    <a:pt x="55181" y="7187"/>
                  </a:cubicBezTo>
                  <a:cubicBezTo>
                    <a:pt x="54440" y="6892"/>
                    <a:pt x="53723" y="6767"/>
                    <a:pt x="53025" y="6767"/>
                  </a:cubicBezTo>
                  <a:cubicBezTo>
                    <a:pt x="51022" y="6767"/>
                    <a:pt x="49177" y="7799"/>
                    <a:pt x="47370" y="8812"/>
                  </a:cubicBezTo>
                  <a:cubicBezTo>
                    <a:pt x="46903" y="9071"/>
                    <a:pt x="46765" y="9434"/>
                    <a:pt x="46972" y="9969"/>
                  </a:cubicBezTo>
                  <a:cubicBezTo>
                    <a:pt x="47155" y="10426"/>
                    <a:pt x="47351" y="10748"/>
                    <a:pt x="47819" y="10748"/>
                  </a:cubicBezTo>
                  <a:cubicBezTo>
                    <a:pt x="47883" y="10748"/>
                    <a:pt x="47952" y="10742"/>
                    <a:pt x="48026" y="10730"/>
                  </a:cubicBezTo>
                  <a:lnTo>
                    <a:pt x="50498" y="10280"/>
                  </a:lnTo>
                  <a:cubicBezTo>
                    <a:pt x="50618" y="10263"/>
                    <a:pt x="50739" y="10229"/>
                    <a:pt x="50878" y="10194"/>
                  </a:cubicBezTo>
                  <a:lnTo>
                    <a:pt x="50878" y="10194"/>
                  </a:lnTo>
                  <a:cubicBezTo>
                    <a:pt x="50878" y="10298"/>
                    <a:pt x="50860" y="10401"/>
                    <a:pt x="50860" y="10505"/>
                  </a:cubicBezTo>
                  <a:cubicBezTo>
                    <a:pt x="50614" y="11663"/>
                    <a:pt x="50148" y="12321"/>
                    <a:pt x="49280" y="12321"/>
                  </a:cubicBezTo>
                  <a:cubicBezTo>
                    <a:pt x="48931" y="12321"/>
                    <a:pt x="48517" y="12214"/>
                    <a:pt x="48026" y="11991"/>
                  </a:cubicBezTo>
                  <a:cubicBezTo>
                    <a:pt x="46374" y="11254"/>
                    <a:pt x="44693" y="10979"/>
                    <a:pt x="42955" y="10979"/>
                  </a:cubicBezTo>
                  <a:cubicBezTo>
                    <a:pt x="42002" y="10979"/>
                    <a:pt x="41033" y="11062"/>
                    <a:pt x="40042" y="11196"/>
                  </a:cubicBezTo>
                  <a:cubicBezTo>
                    <a:pt x="38536" y="11404"/>
                    <a:pt x="37062" y="12285"/>
                    <a:pt x="35569" y="12285"/>
                  </a:cubicBezTo>
                  <a:cubicBezTo>
                    <a:pt x="35195" y="12285"/>
                    <a:pt x="34820" y="12230"/>
                    <a:pt x="34443" y="12095"/>
                  </a:cubicBezTo>
                  <a:cubicBezTo>
                    <a:pt x="32698" y="11490"/>
                    <a:pt x="30900" y="11110"/>
                    <a:pt x="29068" y="10920"/>
                  </a:cubicBezTo>
                  <a:cubicBezTo>
                    <a:pt x="27080" y="10698"/>
                    <a:pt x="25171" y="10202"/>
                    <a:pt x="23146" y="10202"/>
                  </a:cubicBezTo>
                  <a:cubicBezTo>
                    <a:pt x="22337" y="10202"/>
                    <a:pt x="21510" y="10281"/>
                    <a:pt x="20652" y="10488"/>
                  </a:cubicBezTo>
                  <a:cubicBezTo>
                    <a:pt x="18383" y="11055"/>
                    <a:pt x="16215" y="12269"/>
                    <a:pt x="13793" y="12269"/>
                  </a:cubicBezTo>
                  <a:cubicBezTo>
                    <a:pt x="13559" y="12269"/>
                    <a:pt x="13322" y="12258"/>
                    <a:pt x="13083" y="12233"/>
                  </a:cubicBezTo>
                  <a:cubicBezTo>
                    <a:pt x="13049" y="12230"/>
                    <a:pt x="13015" y="12229"/>
                    <a:pt x="12982" y="12229"/>
                  </a:cubicBezTo>
                  <a:cubicBezTo>
                    <a:pt x="12473" y="12229"/>
                    <a:pt x="12176" y="12605"/>
                    <a:pt x="12323" y="13287"/>
                  </a:cubicBezTo>
                  <a:cubicBezTo>
                    <a:pt x="12498" y="14071"/>
                    <a:pt x="12325" y="14707"/>
                    <a:pt x="11687" y="14707"/>
                  </a:cubicBezTo>
                  <a:cubicBezTo>
                    <a:pt x="11510" y="14707"/>
                    <a:pt x="11296" y="14658"/>
                    <a:pt x="11044" y="14549"/>
                  </a:cubicBezTo>
                  <a:cubicBezTo>
                    <a:pt x="10655" y="14378"/>
                    <a:pt x="10292" y="14308"/>
                    <a:pt x="9947" y="14308"/>
                  </a:cubicBezTo>
                  <a:cubicBezTo>
                    <a:pt x="9034" y="14308"/>
                    <a:pt x="8242" y="14801"/>
                    <a:pt x="7415" y="15240"/>
                  </a:cubicBezTo>
                  <a:cubicBezTo>
                    <a:pt x="6965" y="15482"/>
                    <a:pt x="6672" y="15914"/>
                    <a:pt x="6879" y="16467"/>
                  </a:cubicBezTo>
                  <a:cubicBezTo>
                    <a:pt x="7027" y="16886"/>
                    <a:pt x="7334" y="16988"/>
                    <a:pt x="7700" y="16988"/>
                  </a:cubicBezTo>
                  <a:cubicBezTo>
                    <a:pt x="7802" y="16988"/>
                    <a:pt x="7910" y="16980"/>
                    <a:pt x="8020" y="16968"/>
                  </a:cubicBezTo>
                  <a:cubicBezTo>
                    <a:pt x="8305" y="16929"/>
                    <a:pt x="8590" y="16910"/>
                    <a:pt x="8875" y="16910"/>
                  </a:cubicBezTo>
                  <a:cubicBezTo>
                    <a:pt x="8970" y="16910"/>
                    <a:pt x="9065" y="16912"/>
                    <a:pt x="9160" y="16917"/>
                  </a:cubicBezTo>
                  <a:cubicBezTo>
                    <a:pt x="9186" y="16919"/>
                    <a:pt x="9214" y="16920"/>
                    <a:pt x="9242" y="16920"/>
                  </a:cubicBezTo>
                  <a:cubicBezTo>
                    <a:pt x="9458" y="16920"/>
                    <a:pt x="9735" y="16862"/>
                    <a:pt x="9947" y="16862"/>
                  </a:cubicBezTo>
                  <a:cubicBezTo>
                    <a:pt x="10131" y="16862"/>
                    <a:pt x="10266" y="16906"/>
                    <a:pt x="10266" y="17072"/>
                  </a:cubicBezTo>
                  <a:cubicBezTo>
                    <a:pt x="10266" y="17498"/>
                    <a:pt x="9728" y="17637"/>
                    <a:pt x="9291" y="17637"/>
                  </a:cubicBezTo>
                  <a:cubicBezTo>
                    <a:pt x="9214" y="17637"/>
                    <a:pt x="9141" y="17633"/>
                    <a:pt x="9074" y="17625"/>
                  </a:cubicBezTo>
                  <a:cubicBezTo>
                    <a:pt x="8873" y="17604"/>
                    <a:pt x="8677" y="17594"/>
                    <a:pt x="8484" y="17594"/>
                  </a:cubicBezTo>
                  <a:cubicBezTo>
                    <a:pt x="6314" y="17594"/>
                    <a:pt x="4587" y="18859"/>
                    <a:pt x="2714" y="19716"/>
                  </a:cubicBezTo>
                  <a:cubicBezTo>
                    <a:pt x="1193" y="20407"/>
                    <a:pt x="2351" y="21548"/>
                    <a:pt x="2282" y="22429"/>
                  </a:cubicBezTo>
                  <a:cubicBezTo>
                    <a:pt x="2264" y="22814"/>
                    <a:pt x="2455" y="22907"/>
                    <a:pt x="2706" y="22907"/>
                  </a:cubicBezTo>
                  <a:cubicBezTo>
                    <a:pt x="2939" y="22907"/>
                    <a:pt x="3223" y="22827"/>
                    <a:pt x="3440" y="22827"/>
                  </a:cubicBezTo>
                  <a:cubicBezTo>
                    <a:pt x="3665" y="22827"/>
                    <a:pt x="3872" y="22982"/>
                    <a:pt x="4079" y="23069"/>
                  </a:cubicBezTo>
                  <a:cubicBezTo>
                    <a:pt x="3924" y="23242"/>
                    <a:pt x="3751" y="23380"/>
                    <a:pt x="3544" y="23501"/>
                  </a:cubicBezTo>
                  <a:cubicBezTo>
                    <a:pt x="2610" y="23881"/>
                    <a:pt x="1643" y="24192"/>
                    <a:pt x="709" y="24589"/>
                  </a:cubicBezTo>
                  <a:cubicBezTo>
                    <a:pt x="329" y="24745"/>
                    <a:pt x="1" y="25142"/>
                    <a:pt x="226" y="25609"/>
                  </a:cubicBezTo>
                  <a:cubicBezTo>
                    <a:pt x="325" y="25816"/>
                    <a:pt x="462" y="25880"/>
                    <a:pt x="615" y="25880"/>
                  </a:cubicBezTo>
                  <a:cubicBezTo>
                    <a:pt x="807" y="25880"/>
                    <a:pt x="1026" y="25778"/>
                    <a:pt x="1228" y="25730"/>
                  </a:cubicBezTo>
                  <a:cubicBezTo>
                    <a:pt x="2248" y="25454"/>
                    <a:pt x="3354" y="25350"/>
                    <a:pt x="4252" y="24866"/>
                  </a:cubicBezTo>
                  <a:cubicBezTo>
                    <a:pt x="4601" y="24679"/>
                    <a:pt x="4965" y="24620"/>
                    <a:pt x="5336" y="24620"/>
                  </a:cubicBezTo>
                  <a:cubicBezTo>
                    <a:pt x="5952" y="24620"/>
                    <a:pt x="6585" y="24782"/>
                    <a:pt x="7191" y="24782"/>
                  </a:cubicBezTo>
                  <a:cubicBezTo>
                    <a:pt x="7702" y="24782"/>
                    <a:pt x="8195" y="24667"/>
                    <a:pt x="8642" y="24244"/>
                  </a:cubicBezTo>
                  <a:cubicBezTo>
                    <a:pt x="9143" y="23760"/>
                    <a:pt x="9627" y="23276"/>
                    <a:pt x="10128" y="22809"/>
                  </a:cubicBezTo>
                  <a:cubicBezTo>
                    <a:pt x="10518" y="22438"/>
                    <a:pt x="10935" y="22335"/>
                    <a:pt x="11366" y="22335"/>
                  </a:cubicBezTo>
                  <a:cubicBezTo>
                    <a:pt x="11904" y="22335"/>
                    <a:pt x="12465" y="22495"/>
                    <a:pt x="13026" y="22495"/>
                  </a:cubicBezTo>
                  <a:cubicBezTo>
                    <a:pt x="13270" y="22495"/>
                    <a:pt x="13515" y="22465"/>
                    <a:pt x="13757" y="22377"/>
                  </a:cubicBezTo>
                  <a:cubicBezTo>
                    <a:pt x="14876" y="21972"/>
                    <a:pt x="15968" y="21278"/>
                    <a:pt x="17215" y="21278"/>
                  </a:cubicBezTo>
                  <a:cubicBezTo>
                    <a:pt x="17721" y="21278"/>
                    <a:pt x="18252" y="21392"/>
                    <a:pt x="18820" y="21686"/>
                  </a:cubicBezTo>
                  <a:cubicBezTo>
                    <a:pt x="20272" y="22429"/>
                    <a:pt x="22242" y="22343"/>
                    <a:pt x="21966" y="24780"/>
                  </a:cubicBezTo>
                  <a:cubicBezTo>
                    <a:pt x="21914" y="25212"/>
                    <a:pt x="22104" y="25868"/>
                    <a:pt x="22415" y="26127"/>
                  </a:cubicBezTo>
                  <a:cubicBezTo>
                    <a:pt x="23746" y="27251"/>
                    <a:pt x="23659" y="29411"/>
                    <a:pt x="23210" y="29981"/>
                  </a:cubicBezTo>
                  <a:cubicBezTo>
                    <a:pt x="22052" y="31485"/>
                    <a:pt x="22484" y="32573"/>
                    <a:pt x="22985" y="33973"/>
                  </a:cubicBezTo>
                  <a:cubicBezTo>
                    <a:pt x="23124" y="34405"/>
                    <a:pt x="22795" y="35045"/>
                    <a:pt x="22553" y="35529"/>
                  </a:cubicBezTo>
                  <a:cubicBezTo>
                    <a:pt x="21447" y="37844"/>
                    <a:pt x="19356" y="39469"/>
                    <a:pt x="18233" y="41802"/>
                  </a:cubicBezTo>
                  <a:cubicBezTo>
                    <a:pt x="17455" y="43409"/>
                    <a:pt x="17058" y="48783"/>
                    <a:pt x="18354" y="49734"/>
                  </a:cubicBezTo>
                  <a:cubicBezTo>
                    <a:pt x="20220" y="51116"/>
                    <a:pt x="19927" y="52862"/>
                    <a:pt x="20238" y="54659"/>
                  </a:cubicBezTo>
                  <a:cubicBezTo>
                    <a:pt x="20428" y="55748"/>
                    <a:pt x="20410" y="57528"/>
                    <a:pt x="20687" y="57752"/>
                  </a:cubicBezTo>
                  <a:cubicBezTo>
                    <a:pt x="22380" y="59083"/>
                    <a:pt x="22242" y="61364"/>
                    <a:pt x="23625" y="62764"/>
                  </a:cubicBezTo>
                  <a:cubicBezTo>
                    <a:pt x="23915" y="63066"/>
                    <a:pt x="24197" y="63258"/>
                    <a:pt x="24508" y="63258"/>
                  </a:cubicBezTo>
                  <a:cubicBezTo>
                    <a:pt x="24660" y="63258"/>
                    <a:pt x="24820" y="63212"/>
                    <a:pt x="24990" y="63110"/>
                  </a:cubicBezTo>
                  <a:cubicBezTo>
                    <a:pt x="25508" y="62816"/>
                    <a:pt x="25526" y="62246"/>
                    <a:pt x="25197" y="61831"/>
                  </a:cubicBezTo>
                  <a:cubicBezTo>
                    <a:pt x="23607" y="59671"/>
                    <a:pt x="23746" y="56888"/>
                    <a:pt x="22536" y="54590"/>
                  </a:cubicBezTo>
                  <a:cubicBezTo>
                    <a:pt x="22415" y="54348"/>
                    <a:pt x="22605" y="53933"/>
                    <a:pt x="22692" y="53605"/>
                  </a:cubicBezTo>
                  <a:cubicBezTo>
                    <a:pt x="22704" y="53568"/>
                    <a:pt x="22878" y="53539"/>
                    <a:pt x="22981" y="53539"/>
                  </a:cubicBezTo>
                  <a:cubicBezTo>
                    <a:pt x="23021" y="53539"/>
                    <a:pt x="23050" y="53543"/>
                    <a:pt x="23054" y="53553"/>
                  </a:cubicBezTo>
                  <a:cubicBezTo>
                    <a:pt x="23175" y="53812"/>
                    <a:pt x="23366" y="54106"/>
                    <a:pt x="23366" y="54400"/>
                  </a:cubicBezTo>
                  <a:cubicBezTo>
                    <a:pt x="23383" y="56819"/>
                    <a:pt x="24973" y="58617"/>
                    <a:pt x="26027" y="60569"/>
                  </a:cubicBezTo>
                  <a:cubicBezTo>
                    <a:pt x="26977" y="62297"/>
                    <a:pt x="28654" y="63663"/>
                    <a:pt x="27720" y="65978"/>
                  </a:cubicBezTo>
                  <a:cubicBezTo>
                    <a:pt x="27530" y="66445"/>
                    <a:pt x="27928" y="66791"/>
                    <a:pt x="28273" y="67136"/>
                  </a:cubicBezTo>
                  <a:cubicBezTo>
                    <a:pt x="29138" y="68000"/>
                    <a:pt x="30226" y="68536"/>
                    <a:pt x="31246" y="69193"/>
                  </a:cubicBezTo>
                  <a:cubicBezTo>
                    <a:pt x="32910" y="70222"/>
                    <a:pt x="34447" y="71516"/>
                    <a:pt x="36422" y="71516"/>
                  </a:cubicBezTo>
                  <a:cubicBezTo>
                    <a:pt x="36867" y="71516"/>
                    <a:pt x="37334" y="71451"/>
                    <a:pt x="37830" y="71301"/>
                  </a:cubicBezTo>
                  <a:cubicBezTo>
                    <a:pt x="37930" y="71272"/>
                    <a:pt x="38022" y="71258"/>
                    <a:pt x="38107" y="71258"/>
                  </a:cubicBezTo>
                  <a:cubicBezTo>
                    <a:pt x="38527" y="71258"/>
                    <a:pt x="38793" y="71582"/>
                    <a:pt x="39023" y="71941"/>
                  </a:cubicBezTo>
                  <a:cubicBezTo>
                    <a:pt x="39748" y="73098"/>
                    <a:pt x="40768" y="73721"/>
                    <a:pt x="42116" y="74032"/>
                  </a:cubicBezTo>
                  <a:cubicBezTo>
                    <a:pt x="43585" y="74360"/>
                    <a:pt x="45296" y="74775"/>
                    <a:pt x="45745" y="76399"/>
                  </a:cubicBezTo>
                  <a:cubicBezTo>
                    <a:pt x="46194" y="78110"/>
                    <a:pt x="47439" y="79112"/>
                    <a:pt x="48648" y="79907"/>
                  </a:cubicBezTo>
                  <a:cubicBezTo>
                    <a:pt x="49237" y="80296"/>
                    <a:pt x="50039" y="81326"/>
                    <a:pt x="50895" y="81326"/>
                  </a:cubicBezTo>
                  <a:cubicBezTo>
                    <a:pt x="51372" y="81326"/>
                    <a:pt x="51865" y="81007"/>
                    <a:pt x="52347" y="80080"/>
                  </a:cubicBezTo>
                  <a:cubicBezTo>
                    <a:pt x="52462" y="79850"/>
                    <a:pt x="52631" y="79714"/>
                    <a:pt x="52813" y="79714"/>
                  </a:cubicBezTo>
                  <a:cubicBezTo>
                    <a:pt x="53013" y="79714"/>
                    <a:pt x="53228" y="79880"/>
                    <a:pt x="53401" y="80270"/>
                  </a:cubicBezTo>
                  <a:cubicBezTo>
                    <a:pt x="54593" y="83156"/>
                    <a:pt x="53919" y="85697"/>
                    <a:pt x="51621" y="87943"/>
                  </a:cubicBezTo>
                  <a:cubicBezTo>
                    <a:pt x="50498" y="89049"/>
                    <a:pt x="49806" y="90604"/>
                    <a:pt x="50774" y="92194"/>
                  </a:cubicBezTo>
                  <a:cubicBezTo>
                    <a:pt x="51085" y="92730"/>
                    <a:pt x="51068" y="92886"/>
                    <a:pt x="50688" y="93283"/>
                  </a:cubicBezTo>
                  <a:cubicBezTo>
                    <a:pt x="49685" y="94337"/>
                    <a:pt x="49703" y="95875"/>
                    <a:pt x="50567" y="96636"/>
                  </a:cubicBezTo>
                  <a:cubicBezTo>
                    <a:pt x="52208" y="98087"/>
                    <a:pt x="52986" y="99971"/>
                    <a:pt x="53971" y="101803"/>
                  </a:cubicBezTo>
                  <a:cubicBezTo>
                    <a:pt x="55440" y="104516"/>
                    <a:pt x="56771" y="107281"/>
                    <a:pt x="59933" y="108629"/>
                  </a:cubicBezTo>
                  <a:cubicBezTo>
                    <a:pt x="61661" y="109372"/>
                    <a:pt x="62629" y="111014"/>
                    <a:pt x="62664" y="113122"/>
                  </a:cubicBezTo>
                  <a:cubicBezTo>
                    <a:pt x="62716" y="116319"/>
                    <a:pt x="62871" y="119516"/>
                    <a:pt x="63096" y="122713"/>
                  </a:cubicBezTo>
                  <a:cubicBezTo>
                    <a:pt x="63251" y="125115"/>
                    <a:pt x="64426" y="127431"/>
                    <a:pt x="63631" y="129920"/>
                  </a:cubicBezTo>
                  <a:cubicBezTo>
                    <a:pt x="63303" y="130922"/>
                    <a:pt x="63459" y="131907"/>
                    <a:pt x="63839" y="132875"/>
                  </a:cubicBezTo>
                  <a:cubicBezTo>
                    <a:pt x="64323" y="134067"/>
                    <a:pt x="64461" y="135363"/>
                    <a:pt x="64288" y="136642"/>
                  </a:cubicBezTo>
                  <a:cubicBezTo>
                    <a:pt x="64184" y="137593"/>
                    <a:pt x="64582" y="138664"/>
                    <a:pt x="65653" y="139148"/>
                  </a:cubicBezTo>
                  <a:cubicBezTo>
                    <a:pt x="65680" y="139159"/>
                    <a:pt x="65711" y="139163"/>
                    <a:pt x="65743" y="139163"/>
                  </a:cubicBezTo>
                  <a:cubicBezTo>
                    <a:pt x="65886" y="139163"/>
                    <a:pt x="66069" y="139076"/>
                    <a:pt x="66205" y="139076"/>
                  </a:cubicBezTo>
                  <a:cubicBezTo>
                    <a:pt x="66332" y="139076"/>
                    <a:pt x="66419" y="139151"/>
                    <a:pt x="66397" y="139442"/>
                  </a:cubicBezTo>
                  <a:cubicBezTo>
                    <a:pt x="66362" y="139995"/>
                    <a:pt x="67071" y="140565"/>
                    <a:pt x="66293" y="141135"/>
                  </a:cubicBezTo>
                  <a:cubicBezTo>
                    <a:pt x="65895" y="141412"/>
                    <a:pt x="65360" y="142259"/>
                    <a:pt x="65774" y="142414"/>
                  </a:cubicBezTo>
                  <a:cubicBezTo>
                    <a:pt x="66898" y="142846"/>
                    <a:pt x="66500" y="143797"/>
                    <a:pt x="66777" y="144488"/>
                  </a:cubicBezTo>
                  <a:cubicBezTo>
                    <a:pt x="67468" y="146164"/>
                    <a:pt x="68505" y="147668"/>
                    <a:pt x="69801" y="148929"/>
                  </a:cubicBezTo>
                  <a:cubicBezTo>
                    <a:pt x="71823" y="150906"/>
                    <a:pt x="74091" y="152091"/>
                    <a:pt x="76808" y="152091"/>
                  </a:cubicBezTo>
                  <a:cubicBezTo>
                    <a:pt x="77226" y="152091"/>
                    <a:pt x="77656" y="152063"/>
                    <a:pt x="78096" y="152005"/>
                  </a:cubicBezTo>
                  <a:cubicBezTo>
                    <a:pt x="78355" y="151953"/>
                    <a:pt x="78580" y="151781"/>
                    <a:pt x="78718" y="151556"/>
                  </a:cubicBezTo>
                  <a:cubicBezTo>
                    <a:pt x="78874" y="151262"/>
                    <a:pt x="78615" y="151038"/>
                    <a:pt x="78355" y="150882"/>
                  </a:cubicBezTo>
                  <a:cubicBezTo>
                    <a:pt x="77595" y="150415"/>
                    <a:pt x="76835" y="149914"/>
                    <a:pt x="76040" y="149482"/>
                  </a:cubicBezTo>
                  <a:cubicBezTo>
                    <a:pt x="73914" y="148342"/>
                    <a:pt x="73551" y="146648"/>
                    <a:pt x="74899" y="144695"/>
                  </a:cubicBezTo>
                  <a:cubicBezTo>
                    <a:pt x="75608" y="143658"/>
                    <a:pt x="75694" y="142570"/>
                    <a:pt x="74173" y="142017"/>
                  </a:cubicBezTo>
                  <a:cubicBezTo>
                    <a:pt x="73707" y="141861"/>
                    <a:pt x="72929" y="141550"/>
                    <a:pt x="73551" y="140997"/>
                  </a:cubicBezTo>
                  <a:cubicBezTo>
                    <a:pt x="74260" y="140340"/>
                    <a:pt x="74260" y="139597"/>
                    <a:pt x="74415" y="138837"/>
                  </a:cubicBezTo>
                  <a:cubicBezTo>
                    <a:pt x="74605" y="137783"/>
                    <a:pt x="73534" y="136193"/>
                    <a:pt x="75677" y="135985"/>
                  </a:cubicBezTo>
                  <a:cubicBezTo>
                    <a:pt x="75746" y="135985"/>
                    <a:pt x="75850" y="135588"/>
                    <a:pt x="75798" y="135432"/>
                  </a:cubicBezTo>
                  <a:cubicBezTo>
                    <a:pt x="75444" y="134260"/>
                    <a:pt x="75867" y="133923"/>
                    <a:pt x="76900" y="133923"/>
                  </a:cubicBezTo>
                  <a:cubicBezTo>
                    <a:pt x="76978" y="133923"/>
                    <a:pt x="77060" y="133925"/>
                    <a:pt x="77146" y="133929"/>
                  </a:cubicBezTo>
                  <a:cubicBezTo>
                    <a:pt x="77188" y="133931"/>
                    <a:pt x="77231" y="133932"/>
                    <a:pt x="77272" y="133932"/>
                  </a:cubicBezTo>
                  <a:cubicBezTo>
                    <a:pt x="78202" y="133932"/>
                    <a:pt x="78980" y="133388"/>
                    <a:pt x="79427" y="132512"/>
                  </a:cubicBezTo>
                  <a:cubicBezTo>
                    <a:pt x="79859" y="131648"/>
                    <a:pt x="79738" y="130836"/>
                    <a:pt x="79047" y="130110"/>
                  </a:cubicBezTo>
                  <a:cubicBezTo>
                    <a:pt x="78857" y="129902"/>
                    <a:pt x="78822" y="129557"/>
                    <a:pt x="78701" y="129280"/>
                  </a:cubicBezTo>
                  <a:lnTo>
                    <a:pt x="78701" y="129280"/>
                  </a:lnTo>
                  <a:cubicBezTo>
                    <a:pt x="78977" y="129298"/>
                    <a:pt x="79237" y="129332"/>
                    <a:pt x="79513" y="129384"/>
                  </a:cubicBezTo>
                  <a:cubicBezTo>
                    <a:pt x="79669" y="129427"/>
                    <a:pt x="79830" y="129448"/>
                    <a:pt x="79991" y="129448"/>
                  </a:cubicBezTo>
                  <a:cubicBezTo>
                    <a:pt x="80347" y="129448"/>
                    <a:pt x="80702" y="129344"/>
                    <a:pt x="80999" y="129142"/>
                  </a:cubicBezTo>
                  <a:cubicBezTo>
                    <a:pt x="82900" y="128001"/>
                    <a:pt x="83350" y="125841"/>
                    <a:pt x="84473" y="124148"/>
                  </a:cubicBezTo>
                  <a:cubicBezTo>
                    <a:pt x="85216" y="123024"/>
                    <a:pt x="86149" y="121815"/>
                    <a:pt x="85544" y="120225"/>
                  </a:cubicBezTo>
                  <a:cubicBezTo>
                    <a:pt x="85026" y="118808"/>
                    <a:pt x="85959" y="118186"/>
                    <a:pt x="86927" y="117356"/>
                  </a:cubicBezTo>
                  <a:cubicBezTo>
                    <a:pt x="88258" y="116233"/>
                    <a:pt x="90314" y="116371"/>
                    <a:pt x="91230" y="115213"/>
                  </a:cubicBezTo>
                  <a:cubicBezTo>
                    <a:pt x="93096" y="112846"/>
                    <a:pt x="93788" y="109908"/>
                    <a:pt x="93874" y="106866"/>
                  </a:cubicBezTo>
                  <a:cubicBezTo>
                    <a:pt x="93909" y="105743"/>
                    <a:pt x="93563" y="104637"/>
                    <a:pt x="94635" y="103635"/>
                  </a:cubicBezTo>
                  <a:cubicBezTo>
                    <a:pt x="95637" y="102650"/>
                    <a:pt x="96432" y="101492"/>
                    <a:pt x="97002" y="100213"/>
                  </a:cubicBezTo>
                  <a:cubicBezTo>
                    <a:pt x="98350" y="97189"/>
                    <a:pt x="97555" y="95668"/>
                    <a:pt x="93770" y="93404"/>
                  </a:cubicBezTo>
                  <a:cubicBezTo>
                    <a:pt x="92864" y="92866"/>
                    <a:pt x="92012" y="92178"/>
                    <a:pt x="90923" y="92178"/>
                  </a:cubicBezTo>
                  <a:cubicBezTo>
                    <a:pt x="90787" y="92178"/>
                    <a:pt x="90648" y="92189"/>
                    <a:pt x="90504" y="92212"/>
                  </a:cubicBezTo>
                  <a:cubicBezTo>
                    <a:pt x="90375" y="92232"/>
                    <a:pt x="90250" y="92241"/>
                    <a:pt x="90128" y="92241"/>
                  </a:cubicBezTo>
                  <a:cubicBezTo>
                    <a:pt x="89316" y="92241"/>
                    <a:pt x="88640" y="91827"/>
                    <a:pt x="87964" y="91451"/>
                  </a:cubicBezTo>
                  <a:cubicBezTo>
                    <a:pt x="86720" y="90760"/>
                    <a:pt x="85423" y="90190"/>
                    <a:pt x="84076" y="89740"/>
                  </a:cubicBezTo>
                  <a:cubicBezTo>
                    <a:pt x="83419" y="89533"/>
                    <a:pt x="82365" y="89412"/>
                    <a:pt x="82226" y="88306"/>
                  </a:cubicBezTo>
                  <a:cubicBezTo>
                    <a:pt x="81898" y="85511"/>
                    <a:pt x="80349" y="82231"/>
                    <a:pt x="77208" y="82231"/>
                  </a:cubicBezTo>
                  <a:cubicBezTo>
                    <a:pt x="77047" y="82231"/>
                    <a:pt x="76883" y="82240"/>
                    <a:pt x="76714" y="82258"/>
                  </a:cubicBezTo>
                  <a:cubicBezTo>
                    <a:pt x="76610" y="82274"/>
                    <a:pt x="76507" y="82282"/>
                    <a:pt x="76405" y="82282"/>
                  </a:cubicBezTo>
                  <a:cubicBezTo>
                    <a:pt x="75873" y="82282"/>
                    <a:pt x="75365" y="82061"/>
                    <a:pt x="75003" y="81670"/>
                  </a:cubicBezTo>
                  <a:cubicBezTo>
                    <a:pt x="73810" y="80478"/>
                    <a:pt x="72722" y="79147"/>
                    <a:pt x="71356" y="78179"/>
                  </a:cubicBezTo>
                  <a:cubicBezTo>
                    <a:pt x="70652" y="77672"/>
                    <a:pt x="69937" y="76844"/>
                    <a:pt x="68958" y="76844"/>
                  </a:cubicBezTo>
                  <a:cubicBezTo>
                    <a:pt x="68735" y="76844"/>
                    <a:pt x="68499" y="76887"/>
                    <a:pt x="68246" y="76987"/>
                  </a:cubicBezTo>
                  <a:cubicBezTo>
                    <a:pt x="68013" y="77081"/>
                    <a:pt x="67785" y="77113"/>
                    <a:pt x="67562" y="77113"/>
                  </a:cubicBezTo>
                  <a:cubicBezTo>
                    <a:pt x="67089" y="77113"/>
                    <a:pt x="66635" y="76969"/>
                    <a:pt x="66189" y="76969"/>
                  </a:cubicBezTo>
                  <a:cubicBezTo>
                    <a:pt x="64783" y="76969"/>
                    <a:pt x="63941" y="75706"/>
                    <a:pt x="62605" y="75706"/>
                  </a:cubicBezTo>
                  <a:cubicBezTo>
                    <a:pt x="62579" y="75706"/>
                    <a:pt x="62552" y="75707"/>
                    <a:pt x="62525" y="75708"/>
                  </a:cubicBezTo>
                  <a:cubicBezTo>
                    <a:pt x="62280" y="75708"/>
                    <a:pt x="61828" y="76012"/>
                    <a:pt x="61511" y="76012"/>
                  </a:cubicBezTo>
                  <a:cubicBezTo>
                    <a:pt x="61248" y="76012"/>
                    <a:pt x="61077" y="75802"/>
                    <a:pt x="61195" y="75034"/>
                  </a:cubicBezTo>
                  <a:cubicBezTo>
                    <a:pt x="61232" y="74788"/>
                    <a:pt x="60883" y="74612"/>
                    <a:pt x="60617" y="74612"/>
                  </a:cubicBezTo>
                  <a:cubicBezTo>
                    <a:pt x="60509" y="74612"/>
                    <a:pt x="60415" y="74641"/>
                    <a:pt x="60365" y="74706"/>
                  </a:cubicBezTo>
                  <a:cubicBezTo>
                    <a:pt x="59225" y="76088"/>
                    <a:pt x="57099" y="76071"/>
                    <a:pt x="56166" y="77747"/>
                  </a:cubicBezTo>
                  <a:cubicBezTo>
                    <a:pt x="55842" y="78325"/>
                    <a:pt x="55457" y="78771"/>
                    <a:pt x="54917" y="78771"/>
                  </a:cubicBezTo>
                  <a:cubicBezTo>
                    <a:pt x="54649" y="78771"/>
                    <a:pt x="54343" y="78661"/>
                    <a:pt x="53988" y="78404"/>
                  </a:cubicBezTo>
                  <a:cubicBezTo>
                    <a:pt x="53637" y="78125"/>
                    <a:pt x="53206" y="77982"/>
                    <a:pt x="52772" y="77982"/>
                  </a:cubicBezTo>
                  <a:cubicBezTo>
                    <a:pt x="52480" y="77982"/>
                    <a:pt x="52186" y="78047"/>
                    <a:pt x="51915" y="78179"/>
                  </a:cubicBezTo>
                  <a:cubicBezTo>
                    <a:pt x="51373" y="78410"/>
                    <a:pt x="50918" y="78527"/>
                    <a:pt x="50541" y="78527"/>
                  </a:cubicBezTo>
                  <a:cubicBezTo>
                    <a:pt x="49618" y="78527"/>
                    <a:pt x="49166" y="77825"/>
                    <a:pt x="49080" y="76365"/>
                  </a:cubicBezTo>
                  <a:cubicBezTo>
                    <a:pt x="49046" y="75397"/>
                    <a:pt x="49184" y="74446"/>
                    <a:pt x="49478" y="73530"/>
                  </a:cubicBezTo>
                  <a:cubicBezTo>
                    <a:pt x="50012" y="71861"/>
                    <a:pt x="49095" y="70692"/>
                    <a:pt x="47366" y="70692"/>
                  </a:cubicBezTo>
                  <a:cubicBezTo>
                    <a:pt x="47305" y="70692"/>
                    <a:pt x="47243" y="70693"/>
                    <a:pt x="47179" y="70696"/>
                  </a:cubicBezTo>
                  <a:cubicBezTo>
                    <a:pt x="46730" y="70714"/>
                    <a:pt x="46281" y="70765"/>
                    <a:pt x="45814" y="70783"/>
                  </a:cubicBezTo>
                  <a:cubicBezTo>
                    <a:pt x="45755" y="70784"/>
                    <a:pt x="45699" y="70786"/>
                    <a:pt x="45645" y="70786"/>
                  </a:cubicBezTo>
                  <a:cubicBezTo>
                    <a:pt x="45148" y="70786"/>
                    <a:pt x="44886" y="70683"/>
                    <a:pt x="45088" y="69919"/>
                  </a:cubicBezTo>
                  <a:cubicBezTo>
                    <a:pt x="45469" y="68484"/>
                    <a:pt x="46143" y="67240"/>
                    <a:pt x="46886" y="65996"/>
                  </a:cubicBezTo>
                  <a:cubicBezTo>
                    <a:pt x="47214" y="65443"/>
                    <a:pt x="47231" y="64993"/>
                    <a:pt x="46747" y="64613"/>
                  </a:cubicBezTo>
                  <a:cubicBezTo>
                    <a:pt x="46406" y="64334"/>
                    <a:pt x="45929" y="64209"/>
                    <a:pt x="45417" y="64209"/>
                  </a:cubicBezTo>
                  <a:cubicBezTo>
                    <a:pt x="44221" y="64209"/>
                    <a:pt x="42833" y="64889"/>
                    <a:pt x="42531" y="65857"/>
                  </a:cubicBezTo>
                  <a:cubicBezTo>
                    <a:pt x="42161" y="67044"/>
                    <a:pt x="40793" y="67929"/>
                    <a:pt x="39553" y="67929"/>
                  </a:cubicBezTo>
                  <a:cubicBezTo>
                    <a:pt x="39113" y="67929"/>
                    <a:pt x="38689" y="67817"/>
                    <a:pt x="38331" y="67568"/>
                  </a:cubicBezTo>
                  <a:cubicBezTo>
                    <a:pt x="36966" y="66601"/>
                    <a:pt x="35998" y="64872"/>
                    <a:pt x="36517" y="63455"/>
                  </a:cubicBezTo>
                  <a:cubicBezTo>
                    <a:pt x="37571" y="60569"/>
                    <a:pt x="37986" y="56802"/>
                    <a:pt x="41822" y="56093"/>
                  </a:cubicBezTo>
                  <a:cubicBezTo>
                    <a:pt x="44259" y="55627"/>
                    <a:pt x="46696" y="55299"/>
                    <a:pt x="49167" y="55126"/>
                  </a:cubicBezTo>
                  <a:cubicBezTo>
                    <a:pt x="49252" y="55120"/>
                    <a:pt x="49338" y="55117"/>
                    <a:pt x="49425" y="55117"/>
                  </a:cubicBezTo>
                  <a:cubicBezTo>
                    <a:pt x="50819" y="55117"/>
                    <a:pt x="52364" y="55920"/>
                    <a:pt x="51811" y="58133"/>
                  </a:cubicBezTo>
                  <a:cubicBezTo>
                    <a:pt x="51707" y="58582"/>
                    <a:pt x="52087" y="59204"/>
                    <a:pt x="52329" y="59688"/>
                  </a:cubicBezTo>
                  <a:cubicBezTo>
                    <a:pt x="52602" y="60250"/>
                    <a:pt x="52992" y="60846"/>
                    <a:pt x="53666" y="60846"/>
                  </a:cubicBezTo>
                  <a:cubicBezTo>
                    <a:pt x="53675" y="60846"/>
                    <a:pt x="53685" y="60846"/>
                    <a:pt x="53695" y="60846"/>
                  </a:cubicBezTo>
                  <a:cubicBezTo>
                    <a:pt x="54455" y="60811"/>
                    <a:pt x="54628" y="60085"/>
                    <a:pt x="54852" y="59498"/>
                  </a:cubicBezTo>
                  <a:cubicBezTo>
                    <a:pt x="55146" y="58703"/>
                    <a:pt x="55146" y="57822"/>
                    <a:pt x="54887" y="57027"/>
                  </a:cubicBezTo>
                  <a:cubicBezTo>
                    <a:pt x="54127" y="54642"/>
                    <a:pt x="54922" y="53017"/>
                    <a:pt x="57116" y="51894"/>
                  </a:cubicBezTo>
                  <a:cubicBezTo>
                    <a:pt x="58291" y="51307"/>
                    <a:pt x="59328" y="50442"/>
                    <a:pt x="60469" y="49786"/>
                  </a:cubicBezTo>
                  <a:cubicBezTo>
                    <a:pt x="62128" y="48818"/>
                    <a:pt x="61575" y="46641"/>
                    <a:pt x="63096" y="45448"/>
                  </a:cubicBezTo>
                  <a:cubicBezTo>
                    <a:pt x="64720" y="44169"/>
                    <a:pt x="65757" y="42113"/>
                    <a:pt x="68194" y="42061"/>
                  </a:cubicBezTo>
                  <a:cubicBezTo>
                    <a:pt x="68574" y="42044"/>
                    <a:pt x="69006" y="41888"/>
                    <a:pt x="69075" y="41456"/>
                  </a:cubicBezTo>
                  <a:cubicBezTo>
                    <a:pt x="69369" y="39711"/>
                    <a:pt x="70924" y="39417"/>
                    <a:pt x="72151" y="38760"/>
                  </a:cubicBezTo>
                  <a:cubicBezTo>
                    <a:pt x="72321" y="38667"/>
                    <a:pt x="72565" y="38512"/>
                    <a:pt x="72753" y="38512"/>
                  </a:cubicBezTo>
                  <a:cubicBezTo>
                    <a:pt x="72950" y="38512"/>
                    <a:pt x="73086" y="38680"/>
                    <a:pt x="73015" y="39261"/>
                  </a:cubicBezTo>
                  <a:cubicBezTo>
                    <a:pt x="72956" y="39796"/>
                    <a:pt x="73330" y="40078"/>
                    <a:pt x="73743" y="40078"/>
                  </a:cubicBezTo>
                  <a:cubicBezTo>
                    <a:pt x="73931" y="40078"/>
                    <a:pt x="74127" y="40020"/>
                    <a:pt x="74294" y="39901"/>
                  </a:cubicBezTo>
                  <a:cubicBezTo>
                    <a:pt x="75746" y="38898"/>
                    <a:pt x="77457" y="38501"/>
                    <a:pt x="78995" y="37723"/>
                  </a:cubicBezTo>
                  <a:cubicBezTo>
                    <a:pt x="79738" y="37326"/>
                    <a:pt x="80291" y="36773"/>
                    <a:pt x="79790" y="35995"/>
                  </a:cubicBezTo>
                  <a:cubicBezTo>
                    <a:pt x="79597" y="35708"/>
                    <a:pt x="79414" y="35603"/>
                    <a:pt x="79239" y="35603"/>
                  </a:cubicBezTo>
                  <a:cubicBezTo>
                    <a:pt x="78865" y="35603"/>
                    <a:pt x="78524" y="36083"/>
                    <a:pt x="78183" y="36306"/>
                  </a:cubicBezTo>
                  <a:cubicBezTo>
                    <a:pt x="77820" y="36545"/>
                    <a:pt x="77447" y="36741"/>
                    <a:pt x="77083" y="36741"/>
                  </a:cubicBezTo>
                  <a:cubicBezTo>
                    <a:pt x="76789" y="36741"/>
                    <a:pt x="76501" y="36612"/>
                    <a:pt x="76230" y="36272"/>
                  </a:cubicBezTo>
                  <a:cubicBezTo>
                    <a:pt x="75677" y="35563"/>
                    <a:pt x="76126" y="35148"/>
                    <a:pt x="76731" y="34751"/>
                  </a:cubicBezTo>
                  <a:cubicBezTo>
                    <a:pt x="77318" y="34371"/>
                    <a:pt x="77284" y="33818"/>
                    <a:pt x="77025" y="33196"/>
                  </a:cubicBezTo>
                  <a:cubicBezTo>
                    <a:pt x="76921" y="32919"/>
                    <a:pt x="76161" y="33023"/>
                    <a:pt x="76593" y="32643"/>
                  </a:cubicBezTo>
                  <a:cubicBezTo>
                    <a:pt x="76708" y="32536"/>
                    <a:pt x="76805" y="32492"/>
                    <a:pt x="76888" y="32492"/>
                  </a:cubicBezTo>
                  <a:cubicBezTo>
                    <a:pt x="77143" y="32492"/>
                    <a:pt x="77279" y="32892"/>
                    <a:pt x="77474" y="33126"/>
                  </a:cubicBezTo>
                  <a:cubicBezTo>
                    <a:pt x="77830" y="33563"/>
                    <a:pt x="78559" y="33892"/>
                    <a:pt x="79019" y="33892"/>
                  </a:cubicBezTo>
                  <a:cubicBezTo>
                    <a:pt x="79251" y="33892"/>
                    <a:pt x="79415" y="33808"/>
                    <a:pt x="79427" y="33610"/>
                  </a:cubicBezTo>
                  <a:cubicBezTo>
                    <a:pt x="79485" y="32639"/>
                    <a:pt x="79866" y="32465"/>
                    <a:pt x="80317" y="32465"/>
                  </a:cubicBezTo>
                  <a:cubicBezTo>
                    <a:pt x="80569" y="32465"/>
                    <a:pt x="80843" y="32519"/>
                    <a:pt x="81095" y="32519"/>
                  </a:cubicBezTo>
                  <a:cubicBezTo>
                    <a:pt x="81194" y="32519"/>
                    <a:pt x="81290" y="32511"/>
                    <a:pt x="81380" y="32487"/>
                  </a:cubicBezTo>
                  <a:cubicBezTo>
                    <a:pt x="81894" y="32340"/>
                    <a:pt x="82271" y="31830"/>
                    <a:pt x="82830" y="31830"/>
                  </a:cubicBezTo>
                  <a:cubicBezTo>
                    <a:pt x="82928" y="31830"/>
                    <a:pt x="83031" y="31846"/>
                    <a:pt x="83142" y="31882"/>
                  </a:cubicBezTo>
                  <a:cubicBezTo>
                    <a:pt x="82658" y="32470"/>
                    <a:pt x="82192" y="33075"/>
                    <a:pt x="81708" y="33679"/>
                  </a:cubicBezTo>
                  <a:cubicBezTo>
                    <a:pt x="81604" y="33766"/>
                    <a:pt x="81483" y="33835"/>
                    <a:pt x="81362" y="33904"/>
                  </a:cubicBezTo>
                  <a:cubicBezTo>
                    <a:pt x="81034" y="34129"/>
                    <a:pt x="80775" y="34423"/>
                    <a:pt x="80878" y="34872"/>
                  </a:cubicBezTo>
                  <a:cubicBezTo>
                    <a:pt x="80999" y="35304"/>
                    <a:pt x="81380" y="35252"/>
                    <a:pt x="81673" y="35425"/>
                  </a:cubicBezTo>
                  <a:cubicBezTo>
                    <a:pt x="81973" y="35596"/>
                    <a:pt x="82292" y="35648"/>
                    <a:pt x="82615" y="35648"/>
                  </a:cubicBezTo>
                  <a:cubicBezTo>
                    <a:pt x="83130" y="35648"/>
                    <a:pt x="83658" y="35514"/>
                    <a:pt x="84141" y="35514"/>
                  </a:cubicBezTo>
                  <a:cubicBezTo>
                    <a:pt x="84489" y="35514"/>
                    <a:pt x="84814" y="35584"/>
                    <a:pt x="85095" y="35822"/>
                  </a:cubicBezTo>
                  <a:cubicBezTo>
                    <a:pt x="85535" y="36187"/>
                    <a:pt x="85875" y="36332"/>
                    <a:pt x="86134" y="36332"/>
                  </a:cubicBezTo>
                  <a:cubicBezTo>
                    <a:pt x="86710" y="36332"/>
                    <a:pt x="86887" y="35618"/>
                    <a:pt x="86875" y="35010"/>
                  </a:cubicBezTo>
                  <a:cubicBezTo>
                    <a:pt x="86858" y="34215"/>
                    <a:pt x="87601" y="32729"/>
                    <a:pt x="85665" y="32625"/>
                  </a:cubicBezTo>
                  <a:cubicBezTo>
                    <a:pt x="84991" y="32591"/>
                    <a:pt x="85130" y="31986"/>
                    <a:pt x="85596" y="31485"/>
                  </a:cubicBezTo>
                  <a:cubicBezTo>
                    <a:pt x="87186" y="29791"/>
                    <a:pt x="86650" y="27527"/>
                    <a:pt x="84508" y="26767"/>
                  </a:cubicBezTo>
                  <a:cubicBezTo>
                    <a:pt x="84006" y="26594"/>
                    <a:pt x="83557" y="26214"/>
                    <a:pt x="83661" y="25834"/>
                  </a:cubicBezTo>
                  <a:cubicBezTo>
                    <a:pt x="83972" y="24503"/>
                    <a:pt x="83039" y="23432"/>
                    <a:pt x="83090" y="22170"/>
                  </a:cubicBezTo>
                  <a:cubicBezTo>
                    <a:pt x="83108" y="21773"/>
                    <a:pt x="83073" y="21375"/>
                    <a:pt x="82624" y="21220"/>
                  </a:cubicBezTo>
                  <a:cubicBezTo>
                    <a:pt x="82529" y="21188"/>
                    <a:pt x="82437" y="21174"/>
                    <a:pt x="82348" y="21174"/>
                  </a:cubicBezTo>
                  <a:cubicBezTo>
                    <a:pt x="82049" y="21174"/>
                    <a:pt x="81787" y="21339"/>
                    <a:pt x="81587" y="21565"/>
                  </a:cubicBezTo>
                  <a:cubicBezTo>
                    <a:pt x="81086" y="22135"/>
                    <a:pt x="80464" y="22602"/>
                    <a:pt x="79755" y="22913"/>
                  </a:cubicBezTo>
                  <a:cubicBezTo>
                    <a:pt x="79583" y="22995"/>
                    <a:pt x="79411" y="23071"/>
                    <a:pt x="79247" y="23071"/>
                  </a:cubicBezTo>
                  <a:cubicBezTo>
                    <a:pt x="79097" y="23071"/>
                    <a:pt x="78954" y="23008"/>
                    <a:pt x="78822" y="22827"/>
                  </a:cubicBezTo>
                  <a:cubicBezTo>
                    <a:pt x="78563" y="22498"/>
                    <a:pt x="78753" y="22274"/>
                    <a:pt x="78960" y="22015"/>
                  </a:cubicBezTo>
                  <a:cubicBezTo>
                    <a:pt x="79496" y="21254"/>
                    <a:pt x="79254" y="20736"/>
                    <a:pt x="78459" y="20338"/>
                  </a:cubicBezTo>
                  <a:cubicBezTo>
                    <a:pt x="78131" y="20165"/>
                    <a:pt x="77837" y="19941"/>
                    <a:pt x="77578" y="19664"/>
                  </a:cubicBezTo>
                  <a:cubicBezTo>
                    <a:pt x="77168" y="19146"/>
                    <a:pt x="76356" y="18913"/>
                    <a:pt x="75491" y="18913"/>
                  </a:cubicBezTo>
                  <a:cubicBezTo>
                    <a:pt x="74278" y="18913"/>
                    <a:pt x="72961" y="19371"/>
                    <a:pt x="72497" y="20148"/>
                  </a:cubicBezTo>
                  <a:cubicBezTo>
                    <a:pt x="72065" y="20874"/>
                    <a:pt x="71788" y="21824"/>
                    <a:pt x="70803" y="22170"/>
                  </a:cubicBezTo>
                  <a:cubicBezTo>
                    <a:pt x="70354" y="22326"/>
                    <a:pt x="70043" y="22792"/>
                    <a:pt x="70337" y="23276"/>
                  </a:cubicBezTo>
                  <a:cubicBezTo>
                    <a:pt x="71356" y="25004"/>
                    <a:pt x="70043" y="25488"/>
                    <a:pt x="68902" y="26024"/>
                  </a:cubicBezTo>
                  <a:cubicBezTo>
                    <a:pt x="67693" y="26577"/>
                    <a:pt x="66241" y="26801"/>
                    <a:pt x="66345" y="28685"/>
                  </a:cubicBezTo>
                  <a:cubicBezTo>
                    <a:pt x="66379" y="29117"/>
                    <a:pt x="65895" y="29601"/>
                    <a:pt x="65584" y="30016"/>
                  </a:cubicBezTo>
                  <a:cubicBezTo>
                    <a:pt x="65442" y="30197"/>
                    <a:pt x="65232" y="30465"/>
                    <a:pt x="64983" y="30465"/>
                  </a:cubicBezTo>
                  <a:cubicBezTo>
                    <a:pt x="64899" y="30465"/>
                    <a:pt x="64811" y="30435"/>
                    <a:pt x="64720" y="30361"/>
                  </a:cubicBezTo>
                  <a:cubicBezTo>
                    <a:pt x="64409" y="30120"/>
                    <a:pt x="64288" y="29705"/>
                    <a:pt x="64409" y="29342"/>
                  </a:cubicBezTo>
                  <a:cubicBezTo>
                    <a:pt x="64893" y="27596"/>
                    <a:pt x="65083" y="25989"/>
                    <a:pt x="62508" y="25903"/>
                  </a:cubicBezTo>
                  <a:cubicBezTo>
                    <a:pt x="62249" y="25903"/>
                    <a:pt x="61938" y="25644"/>
                    <a:pt x="61748" y="25436"/>
                  </a:cubicBezTo>
                  <a:cubicBezTo>
                    <a:pt x="61084" y="24759"/>
                    <a:pt x="60400" y="24243"/>
                    <a:pt x="59552" y="24243"/>
                  </a:cubicBezTo>
                  <a:cubicBezTo>
                    <a:pt x="59252" y="24243"/>
                    <a:pt x="58932" y="24307"/>
                    <a:pt x="58585" y="24451"/>
                  </a:cubicBezTo>
                  <a:cubicBezTo>
                    <a:pt x="58566" y="24457"/>
                    <a:pt x="58545" y="24459"/>
                    <a:pt x="58523" y="24459"/>
                  </a:cubicBezTo>
                  <a:cubicBezTo>
                    <a:pt x="58409" y="24459"/>
                    <a:pt x="58269" y="24394"/>
                    <a:pt x="58153" y="24365"/>
                  </a:cubicBezTo>
                  <a:cubicBezTo>
                    <a:pt x="58758" y="23501"/>
                    <a:pt x="57687" y="22429"/>
                    <a:pt x="58827" y="21462"/>
                  </a:cubicBezTo>
                  <a:cubicBezTo>
                    <a:pt x="61800" y="18990"/>
                    <a:pt x="65757" y="18558"/>
                    <a:pt x="68781" y="16294"/>
                  </a:cubicBezTo>
                  <a:lnTo>
                    <a:pt x="69455" y="15828"/>
                  </a:lnTo>
                  <a:cubicBezTo>
                    <a:pt x="70337" y="15586"/>
                    <a:pt x="71218" y="15206"/>
                    <a:pt x="72117" y="15119"/>
                  </a:cubicBezTo>
                  <a:cubicBezTo>
                    <a:pt x="74346" y="14912"/>
                    <a:pt x="75331" y="13910"/>
                    <a:pt x="75262" y="11767"/>
                  </a:cubicBezTo>
                  <a:cubicBezTo>
                    <a:pt x="75262" y="11596"/>
                    <a:pt x="75299" y="11543"/>
                    <a:pt x="75353" y="11543"/>
                  </a:cubicBezTo>
                  <a:cubicBezTo>
                    <a:pt x="75441" y="11543"/>
                    <a:pt x="75574" y="11687"/>
                    <a:pt x="75659" y="11698"/>
                  </a:cubicBezTo>
                  <a:cubicBezTo>
                    <a:pt x="76835" y="11749"/>
                    <a:pt x="77733" y="12683"/>
                    <a:pt x="78943" y="12752"/>
                  </a:cubicBezTo>
                  <a:cubicBezTo>
                    <a:pt x="79461" y="12769"/>
                    <a:pt x="79945" y="13391"/>
                    <a:pt x="80412" y="13789"/>
                  </a:cubicBezTo>
                  <a:cubicBezTo>
                    <a:pt x="80395" y="13944"/>
                    <a:pt x="80325" y="14082"/>
                    <a:pt x="80204" y="14203"/>
                  </a:cubicBezTo>
                  <a:cubicBezTo>
                    <a:pt x="79099" y="14649"/>
                    <a:pt x="78211" y="15599"/>
                    <a:pt x="76924" y="15599"/>
                  </a:cubicBezTo>
                  <a:cubicBezTo>
                    <a:pt x="76763" y="15599"/>
                    <a:pt x="76595" y="15584"/>
                    <a:pt x="76420" y="15551"/>
                  </a:cubicBezTo>
                  <a:cubicBezTo>
                    <a:pt x="76325" y="15534"/>
                    <a:pt x="76229" y="15525"/>
                    <a:pt x="76135" y="15525"/>
                  </a:cubicBezTo>
                  <a:cubicBezTo>
                    <a:pt x="75478" y="15525"/>
                    <a:pt x="74895" y="15947"/>
                    <a:pt x="74985" y="16778"/>
                  </a:cubicBezTo>
                  <a:cubicBezTo>
                    <a:pt x="75041" y="17437"/>
                    <a:pt x="75422" y="17620"/>
                    <a:pt x="75866" y="17620"/>
                  </a:cubicBezTo>
                  <a:cubicBezTo>
                    <a:pt x="76109" y="17620"/>
                    <a:pt x="76372" y="17565"/>
                    <a:pt x="76610" y="17504"/>
                  </a:cubicBezTo>
                  <a:cubicBezTo>
                    <a:pt x="76822" y="17451"/>
                    <a:pt x="77015" y="17425"/>
                    <a:pt x="77193" y="17425"/>
                  </a:cubicBezTo>
                  <a:cubicBezTo>
                    <a:pt x="77828" y="17425"/>
                    <a:pt x="78286" y="17750"/>
                    <a:pt x="78839" y="18316"/>
                  </a:cubicBezTo>
                  <a:cubicBezTo>
                    <a:pt x="79617" y="19094"/>
                    <a:pt x="80723" y="19612"/>
                    <a:pt x="81794" y="19993"/>
                  </a:cubicBezTo>
                  <a:cubicBezTo>
                    <a:pt x="81906" y="20034"/>
                    <a:pt x="82005" y="20053"/>
                    <a:pt x="82094" y="20053"/>
                  </a:cubicBezTo>
                  <a:cubicBezTo>
                    <a:pt x="82595" y="20053"/>
                    <a:pt x="82747" y="19445"/>
                    <a:pt x="82762" y="18887"/>
                  </a:cubicBezTo>
                  <a:cubicBezTo>
                    <a:pt x="82805" y="18878"/>
                    <a:pt x="82849" y="18874"/>
                    <a:pt x="82892" y="18874"/>
                  </a:cubicBezTo>
                  <a:cubicBezTo>
                    <a:pt x="82935" y="18874"/>
                    <a:pt x="82978" y="18878"/>
                    <a:pt x="83021" y="18887"/>
                  </a:cubicBezTo>
                  <a:cubicBezTo>
                    <a:pt x="83375" y="18985"/>
                    <a:pt x="83662" y="19030"/>
                    <a:pt x="83892" y="19030"/>
                  </a:cubicBezTo>
                  <a:cubicBezTo>
                    <a:pt x="85038" y="19030"/>
                    <a:pt x="84816" y="17932"/>
                    <a:pt x="84629" y="16882"/>
                  </a:cubicBezTo>
                  <a:cubicBezTo>
                    <a:pt x="84577" y="16588"/>
                    <a:pt x="84404" y="16122"/>
                    <a:pt x="84525" y="16018"/>
                  </a:cubicBezTo>
                  <a:cubicBezTo>
                    <a:pt x="84606" y="15948"/>
                    <a:pt x="84680" y="15920"/>
                    <a:pt x="84749" y="15920"/>
                  </a:cubicBezTo>
                  <a:cubicBezTo>
                    <a:pt x="84985" y="15920"/>
                    <a:pt x="85161" y="16252"/>
                    <a:pt x="85389" y="16346"/>
                  </a:cubicBezTo>
                  <a:cubicBezTo>
                    <a:pt x="85637" y="16436"/>
                    <a:pt x="85876" y="16474"/>
                    <a:pt x="86110" y="16474"/>
                  </a:cubicBezTo>
                  <a:cubicBezTo>
                    <a:pt x="86771" y="16474"/>
                    <a:pt x="87381" y="16174"/>
                    <a:pt x="87981" y="15931"/>
                  </a:cubicBezTo>
                  <a:cubicBezTo>
                    <a:pt x="88344" y="15793"/>
                    <a:pt x="88500" y="15275"/>
                    <a:pt x="88258" y="15033"/>
                  </a:cubicBezTo>
                  <a:cubicBezTo>
                    <a:pt x="87065" y="13754"/>
                    <a:pt x="85976" y="12406"/>
                    <a:pt x="84819" y="11110"/>
                  </a:cubicBezTo>
                  <a:cubicBezTo>
                    <a:pt x="84162" y="10350"/>
                    <a:pt x="83160" y="9779"/>
                    <a:pt x="82537" y="8915"/>
                  </a:cubicBezTo>
                  <a:cubicBezTo>
                    <a:pt x="82209" y="8379"/>
                    <a:pt x="81639" y="8034"/>
                    <a:pt x="81017" y="7999"/>
                  </a:cubicBezTo>
                  <a:cubicBezTo>
                    <a:pt x="80983" y="7995"/>
                    <a:pt x="80950" y="7994"/>
                    <a:pt x="80916" y="7994"/>
                  </a:cubicBezTo>
                  <a:cubicBezTo>
                    <a:pt x="80688" y="7994"/>
                    <a:pt x="80453" y="8074"/>
                    <a:pt x="80228" y="8074"/>
                  </a:cubicBezTo>
                  <a:cubicBezTo>
                    <a:pt x="80056" y="8074"/>
                    <a:pt x="79890" y="8027"/>
                    <a:pt x="79738" y="7861"/>
                  </a:cubicBezTo>
                  <a:cubicBezTo>
                    <a:pt x="80170" y="7757"/>
                    <a:pt x="80602" y="7654"/>
                    <a:pt x="81017" y="7585"/>
                  </a:cubicBezTo>
                  <a:cubicBezTo>
                    <a:pt x="81518" y="7481"/>
                    <a:pt x="82192" y="7567"/>
                    <a:pt x="82226" y="6859"/>
                  </a:cubicBezTo>
                  <a:cubicBezTo>
                    <a:pt x="82278" y="6202"/>
                    <a:pt x="81673" y="6167"/>
                    <a:pt x="81207" y="6046"/>
                  </a:cubicBezTo>
                  <a:cubicBezTo>
                    <a:pt x="81086" y="6012"/>
                    <a:pt x="80948" y="5960"/>
                    <a:pt x="80844" y="5891"/>
                  </a:cubicBezTo>
                  <a:cubicBezTo>
                    <a:pt x="80958" y="5878"/>
                    <a:pt x="81101" y="5837"/>
                    <a:pt x="81223" y="5837"/>
                  </a:cubicBezTo>
                  <a:cubicBezTo>
                    <a:pt x="81267" y="5837"/>
                    <a:pt x="81309" y="5843"/>
                    <a:pt x="81345" y="5856"/>
                  </a:cubicBezTo>
                  <a:cubicBezTo>
                    <a:pt x="81816" y="6065"/>
                    <a:pt x="82272" y="6151"/>
                    <a:pt x="82714" y="6151"/>
                  </a:cubicBezTo>
                  <a:cubicBezTo>
                    <a:pt x="83993" y="6151"/>
                    <a:pt x="85157" y="5437"/>
                    <a:pt x="86236" y="4923"/>
                  </a:cubicBezTo>
                  <a:cubicBezTo>
                    <a:pt x="89182" y="3528"/>
                    <a:pt x="92334" y="3094"/>
                    <a:pt x="95401" y="2235"/>
                  </a:cubicBezTo>
                  <a:lnTo>
                    <a:pt x="95401" y="2235"/>
                  </a:lnTo>
                  <a:cubicBezTo>
                    <a:pt x="93986" y="3267"/>
                    <a:pt x="92263" y="3834"/>
                    <a:pt x="90504" y="3834"/>
                  </a:cubicBezTo>
                  <a:cubicBezTo>
                    <a:pt x="90401" y="3834"/>
                    <a:pt x="90295" y="3831"/>
                    <a:pt x="90191" y="3831"/>
                  </a:cubicBezTo>
                  <a:cubicBezTo>
                    <a:pt x="89827" y="3831"/>
                    <a:pt x="89479" y="3873"/>
                    <a:pt x="89277" y="4249"/>
                  </a:cubicBezTo>
                  <a:cubicBezTo>
                    <a:pt x="89018" y="4802"/>
                    <a:pt x="89467" y="5113"/>
                    <a:pt x="89744" y="5528"/>
                  </a:cubicBezTo>
                  <a:cubicBezTo>
                    <a:pt x="90251" y="6307"/>
                    <a:pt x="90887" y="6586"/>
                    <a:pt x="91608" y="6586"/>
                  </a:cubicBezTo>
                  <a:cubicBezTo>
                    <a:pt x="91943" y="6586"/>
                    <a:pt x="92297" y="6525"/>
                    <a:pt x="92664" y="6427"/>
                  </a:cubicBezTo>
                  <a:cubicBezTo>
                    <a:pt x="93037" y="6322"/>
                    <a:pt x="93404" y="6272"/>
                    <a:pt x="93755" y="6272"/>
                  </a:cubicBezTo>
                  <a:cubicBezTo>
                    <a:pt x="95314" y="6272"/>
                    <a:pt x="96561" y="7243"/>
                    <a:pt x="96518" y="8639"/>
                  </a:cubicBezTo>
                  <a:cubicBezTo>
                    <a:pt x="96501" y="9123"/>
                    <a:pt x="96000" y="9710"/>
                    <a:pt x="96155" y="10073"/>
                  </a:cubicBezTo>
                  <a:cubicBezTo>
                    <a:pt x="96656" y="11300"/>
                    <a:pt x="95758" y="12302"/>
                    <a:pt x="95378" y="13045"/>
                  </a:cubicBezTo>
                  <a:cubicBezTo>
                    <a:pt x="94393" y="15016"/>
                    <a:pt x="93649" y="16709"/>
                    <a:pt x="95412" y="18541"/>
                  </a:cubicBezTo>
                  <a:cubicBezTo>
                    <a:pt x="95602" y="18714"/>
                    <a:pt x="95723" y="18938"/>
                    <a:pt x="95758" y="19180"/>
                  </a:cubicBezTo>
                  <a:cubicBezTo>
                    <a:pt x="95810" y="21358"/>
                    <a:pt x="97901" y="20788"/>
                    <a:pt x="99007" y="21479"/>
                  </a:cubicBezTo>
                  <a:cubicBezTo>
                    <a:pt x="99192" y="21597"/>
                    <a:pt x="99367" y="21648"/>
                    <a:pt x="99531" y="21648"/>
                  </a:cubicBezTo>
                  <a:cubicBezTo>
                    <a:pt x="100207" y="21648"/>
                    <a:pt x="100708" y="20784"/>
                    <a:pt x="101098" y="20200"/>
                  </a:cubicBezTo>
                  <a:cubicBezTo>
                    <a:pt x="102256" y="18472"/>
                    <a:pt x="104088" y="17055"/>
                    <a:pt x="105729" y="16536"/>
                  </a:cubicBezTo>
                  <a:cubicBezTo>
                    <a:pt x="109220" y="15396"/>
                    <a:pt x="112486" y="13547"/>
                    <a:pt x="116254" y="13115"/>
                  </a:cubicBezTo>
                  <a:cubicBezTo>
                    <a:pt x="117965" y="12907"/>
                    <a:pt x="119935" y="12320"/>
                    <a:pt x="120021" y="9883"/>
                  </a:cubicBezTo>
                  <a:cubicBezTo>
                    <a:pt x="120021" y="9693"/>
                    <a:pt x="120349" y="9485"/>
                    <a:pt x="120557" y="9330"/>
                  </a:cubicBezTo>
                  <a:cubicBezTo>
                    <a:pt x="121663" y="8552"/>
                    <a:pt x="123132" y="8034"/>
                    <a:pt x="122631" y="6202"/>
                  </a:cubicBezTo>
                  <a:cubicBezTo>
                    <a:pt x="122594" y="6055"/>
                    <a:pt x="122626" y="6020"/>
                    <a:pt x="122682" y="6020"/>
                  </a:cubicBezTo>
                  <a:cubicBezTo>
                    <a:pt x="122731" y="6020"/>
                    <a:pt x="122799" y="6046"/>
                    <a:pt x="122855" y="6046"/>
                  </a:cubicBezTo>
                  <a:cubicBezTo>
                    <a:pt x="122928" y="6051"/>
                    <a:pt x="122998" y="6053"/>
                    <a:pt x="123064" y="6053"/>
                  </a:cubicBezTo>
                  <a:cubicBezTo>
                    <a:pt x="124269" y="6053"/>
                    <a:pt x="124381" y="5321"/>
                    <a:pt x="123840" y="4387"/>
                  </a:cubicBezTo>
                  <a:cubicBezTo>
                    <a:pt x="123581" y="3921"/>
                    <a:pt x="123875" y="3955"/>
                    <a:pt x="124048" y="3817"/>
                  </a:cubicBezTo>
                  <a:cubicBezTo>
                    <a:pt x="125240" y="2867"/>
                    <a:pt x="126640" y="2728"/>
                    <a:pt x="128092" y="2659"/>
                  </a:cubicBezTo>
                  <a:cubicBezTo>
                    <a:pt x="128575" y="2625"/>
                    <a:pt x="129180" y="2521"/>
                    <a:pt x="129249" y="1934"/>
                  </a:cubicBezTo>
                  <a:cubicBezTo>
                    <a:pt x="129301" y="1363"/>
                    <a:pt x="128714" y="1242"/>
                    <a:pt x="128299" y="1190"/>
                  </a:cubicBezTo>
                  <a:cubicBezTo>
                    <a:pt x="125707" y="948"/>
                    <a:pt x="123132" y="430"/>
                    <a:pt x="120557" y="171"/>
                  </a:cubicBezTo>
                  <a:cubicBezTo>
                    <a:pt x="119360" y="50"/>
                    <a:pt x="118163" y="0"/>
                    <a:pt x="116966" y="0"/>
                  </a:cubicBezTo>
                  <a:close/>
                </a:path>
              </a:pathLst>
            </a:custGeom>
            <a:noFill/>
            <a:ln cap="flat" cmpd="sng" w="254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121825" lIns="121825" spcFirstLastPara="1" rIns="121825" wrap="square" tIns="1218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" name="Google Shape;1057;p55"/>
            <p:cNvSpPr/>
            <p:nvPr/>
          </p:nvSpPr>
          <p:spPr>
            <a:xfrm>
              <a:off x="1581325" y="1051125"/>
              <a:ext cx="283000" cy="91675"/>
            </a:xfrm>
            <a:custGeom>
              <a:rect b="b" l="l" r="r" t="t"/>
              <a:pathLst>
                <a:path extrusionOk="0" h="3667" w="11320">
                  <a:moveTo>
                    <a:pt x="6214" y="0"/>
                  </a:moveTo>
                  <a:cubicBezTo>
                    <a:pt x="5926" y="0"/>
                    <a:pt x="5584" y="48"/>
                    <a:pt x="5219" y="71"/>
                  </a:cubicBezTo>
                  <a:cubicBezTo>
                    <a:pt x="5082" y="56"/>
                    <a:pt x="4943" y="49"/>
                    <a:pt x="4804" y="49"/>
                  </a:cubicBezTo>
                  <a:cubicBezTo>
                    <a:pt x="3493" y="49"/>
                    <a:pt x="2115" y="667"/>
                    <a:pt x="709" y="1073"/>
                  </a:cubicBezTo>
                  <a:cubicBezTo>
                    <a:pt x="432" y="1177"/>
                    <a:pt x="208" y="1401"/>
                    <a:pt x="69" y="1678"/>
                  </a:cubicBezTo>
                  <a:cubicBezTo>
                    <a:pt x="0" y="1781"/>
                    <a:pt x="242" y="2213"/>
                    <a:pt x="363" y="2231"/>
                  </a:cubicBezTo>
                  <a:cubicBezTo>
                    <a:pt x="2163" y="2438"/>
                    <a:pt x="3786" y="3667"/>
                    <a:pt x="5640" y="3667"/>
                  </a:cubicBezTo>
                  <a:cubicBezTo>
                    <a:pt x="6100" y="3667"/>
                    <a:pt x="6574" y="3591"/>
                    <a:pt x="7068" y="3406"/>
                  </a:cubicBezTo>
                  <a:cubicBezTo>
                    <a:pt x="7396" y="3281"/>
                    <a:pt x="7767" y="3236"/>
                    <a:pt x="8142" y="3236"/>
                  </a:cubicBezTo>
                  <a:cubicBezTo>
                    <a:pt x="8439" y="3236"/>
                    <a:pt x="8738" y="3264"/>
                    <a:pt x="9021" y="3302"/>
                  </a:cubicBezTo>
                  <a:cubicBezTo>
                    <a:pt x="9277" y="3340"/>
                    <a:pt x="9523" y="3370"/>
                    <a:pt x="9759" y="3370"/>
                  </a:cubicBezTo>
                  <a:cubicBezTo>
                    <a:pt x="10271" y="3370"/>
                    <a:pt x="10728" y="3229"/>
                    <a:pt x="11095" y="2732"/>
                  </a:cubicBezTo>
                  <a:cubicBezTo>
                    <a:pt x="11320" y="2473"/>
                    <a:pt x="11268" y="2075"/>
                    <a:pt x="10991" y="1885"/>
                  </a:cubicBezTo>
                  <a:cubicBezTo>
                    <a:pt x="10479" y="1524"/>
                    <a:pt x="10006" y="1077"/>
                    <a:pt x="9430" y="1077"/>
                  </a:cubicBezTo>
                  <a:cubicBezTo>
                    <a:pt x="9151" y="1077"/>
                    <a:pt x="8847" y="1182"/>
                    <a:pt x="8503" y="1453"/>
                  </a:cubicBezTo>
                  <a:cubicBezTo>
                    <a:pt x="8280" y="1626"/>
                    <a:pt x="7919" y="1737"/>
                    <a:pt x="7612" y="1737"/>
                  </a:cubicBezTo>
                  <a:cubicBezTo>
                    <a:pt x="7277" y="1737"/>
                    <a:pt x="7006" y="1605"/>
                    <a:pt x="7051" y="1280"/>
                  </a:cubicBezTo>
                  <a:cubicBezTo>
                    <a:pt x="7179" y="207"/>
                    <a:pt x="6812" y="0"/>
                    <a:pt x="6214" y="0"/>
                  </a:cubicBezTo>
                  <a:close/>
                </a:path>
              </a:pathLst>
            </a:custGeom>
            <a:noFill/>
            <a:ln cap="flat" cmpd="sng" w="254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121825" lIns="121825" spcFirstLastPara="1" rIns="121825" wrap="square" tIns="1218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" name="Google Shape;1058;p55"/>
            <p:cNvSpPr/>
            <p:nvPr/>
          </p:nvSpPr>
          <p:spPr>
            <a:xfrm>
              <a:off x="3144425" y="1319375"/>
              <a:ext cx="213450" cy="95575"/>
            </a:xfrm>
            <a:custGeom>
              <a:rect b="b" l="l" r="r" t="t"/>
              <a:pathLst>
                <a:path extrusionOk="0" h="3823" w="8538">
                  <a:moveTo>
                    <a:pt x="6155" y="1"/>
                  </a:moveTo>
                  <a:cubicBezTo>
                    <a:pt x="6054" y="1"/>
                    <a:pt x="5950" y="7"/>
                    <a:pt x="5842" y="20"/>
                  </a:cubicBezTo>
                  <a:cubicBezTo>
                    <a:pt x="4846" y="139"/>
                    <a:pt x="3874" y="469"/>
                    <a:pt x="2859" y="469"/>
                  </a:cubicBezTo>
                  <a:cubicBezTo>
                    <a:pt x="2396" y="469"/>
                    <a:pt x="1923" y="400"/>
                    <a:pt x="1435" y="211"/>
                  </a:cubicBezTo>
                  <a:cubicBezTo>
                    <a:pt x="1292" y="150"/>
                    <a:pt x="1133" y="113"/>
                    <a:pt x="974" y="113"/>
                  </a:cubicBezTo>
                  <a:cubicBezTo>
                    <a:pt x="501" y="113"/>
                    <a:pt x="35" y="441"/>
                    <a:pt x="35" y="1438"/>
                  </a:cubicBezTo>
                  <a:cubicBezTo>
                    <a:pt x="1" y="3771"/>
                    <a:pt x="1573" y="3580"/>
                    <a:pt x="3025" y="3822"/>
                  </a:cubicBezTo>
                  <a:cubicBezTo>
                    <a:pt x="4338" y="3753"/>
                    <a:pt x="5617" y="3408"/>
                    <a:pt x="6792" y="2837"/>
                  </a:cubicBezTo>
                  <a:cubicBezTo>
                    <a:pt x="7415" y="2526"/>
                    <a:pt x="8538" y="2474"/>
                    <a:pt x="8192" y="1541"/>
                  </a:cubicBezTo>
                  <a:cubicBezTo>
                    <a:pt x="7892" y="720"/>
                    <a:pt x="7218" y="1"/>
                    <a:pt x="6155" y="1"/>
                  </a:cubicBezTo>
                  <a:close/>
                </a:path>
              </a:pathLst>
            </a:custGeom>
            <a:noFill/>
            <a:ln cap="flat" cmpd="sng" w="254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121825" lIns="121825" spcFirstLastPara="1" rIns="121825" wrap="square" tIns="1218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" name="Google Shape;1059;p55"/>
            <p:cNvSpPr/>
            <p:nvPr/>
          </p:nvSpPr>
          <p:spPr>
            <a:xfrm>
              <a:off x="1453000" y="2509000"/>
              <a:ext cx="263575" cy="113100"/>
            </a:xfrm>
            <a:custGeom>
              <a:rect b="b" l="l" r="r" t="t"/>
              <a:pathLst>
                <a:path extrusionOk="0" h="4524" w="10543">
                  <a:moveTo>
                    <a:pt x="3451" y="1"/>
                  </a:moveTo>
                  <a:cubicBezTo>
                    <a:pt x="2445" y="1"/>
                    <a:pt x="1486" y="228"/>
                    <a:pt x="761" y="702"/>
                  </a:cubicBezTo>
                  <a:cubicBezTo>
                    <a:pt x="398" y="927"/>
                    <a:pt x="1" y="1186"/>
                    <a:pt x="243" y="1687"/>
                  </a:cubicBezTo>
                  <a:cubicBezTo>
                    <a:pt x="390" y="1972"/>
                    <a:pt x="609" y="2083"/>
                    <a:pt x="855" y="2083"/>
                  </a:cubicBezTo>
                  <a:cubicBezTo>
                    <a:pt x="1012" y="2083"/>
                    <a:pt x="1180" y="2038"/>
                    <a:pt x="1349" y="1964"/>
                  </a:cubicBezTo>
                  <a:cubicBezTo>
                    <a:pt x="1677" y="1828"/>
                    <a:pt x="1990" y="1776"/>
                    <a:pt x="2298" y="1776"/>
                  </a:cubicBezTo>
                  <a:cubicBezTo>
                    <a:pt x="2932" y="1776"/>
                    <a:pt x="3543" y="1997"/>
                    <a:pt x="4217" y="2171"/>
                  </a:cubicBezTo>
                  <a:cubicBezTo>
                    <a:pt x="5708" y="2540"/>
                    <a:pt x="6405" y="4523"/>
                    <a:pt x="7868" y="4523"/>
                  </a:cubicBezTo>
                  <a:cubicBezTo>
                    <a:pt x="8118" y="4523"/>
                    <a:pt x="8391" y="4465"/>
                    <a:pt x="8693" y="4332"/>
                  </a:cubicBezTo>
                  <a:cubicBezTo>
                    <a:pt x="8824" y="4337"/>
                    <a:pt x="8947" y="4340"/>
                    <a:pt x="9062" y="4340"/>
                  </a:cubicBezTo>
                  <a:cubicBezTo>
                    <a:pt x="10032" y="4340"/>
                    <a:pt x="10475" y="4144"/>
                    <a:pt x="10491" y="3727"/>
                  </a:cubicBezTo>
                  <a:cubicBezTo>
                    <a:pt x="10542" y="2897"/>
                    <a:pt x="9817" y="2724"/>
                    <a:pt x="9264" y="2517"/>
                  </a:cubicBezTo>
                  <a:cubicBezTo>
                    <a:pt x="8711" y="2292"/>
                    <a:pt x="8209" y="1964"/>
                    <a:pt x="7777" y="1567"/>
                  </a:cubicBezTo>
                  <a:cubicBezTo>
                    <a:pt x="6685" y="547"/>
                    <a:pt x="5011" y="1"/>
                    <a:pt x="3451" y="1"/>
                  </a:cubicBezTo>
                  <a:close/>
                </a:path>
              </a:pathLst>
            </a:custGeom>
            <a:noFill/>
            <a:ln cap="flat" cmpd="sng" w="254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121825" lIns="121825" spcFirstLastPara="1" rIns="121825" wrap="square" tIns="1218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" name="Google Shape;1060;p55"/>
            <p:cNvSpPr/>
            <p:nvPr/>
          </p:nvSpPr>
          <p:spPr>
            <a:xfrm>
              <a:off x="1880725" y="1020350"/>
              <a:ext cx="162025" cy="112025"/>
            </a:xfrm>
            <a:custGeom>
              <a:rect b="b" l="l" r="r" t="t"/>
              <a:pathLst>
                <a:path extrusionOk="0" h="4481" w="6481">
                  <a:moveTo>
                    <a:pt x="4294" y="0"/>
                  </a:moveTo>
                  <a:cubicBezTo>
                    <a:pt x="4062" y="0"/>
                    <a:pt x="3818" y="44"/>
                    <a:pt x="3560" y="144"/>
                  </a:cubicBezTo>
                  <a:cubicBezTo>
                    <a:pt x="3094" y="317"/>
                    <a:pt x="2593" y="541"/>
                    <a:pt x="2886" y="1198"/>
                  </a:cubicBezTo>
                  <a:cubicBezTo>
                    <a:pt x="3042" y="1509"/>
                    <a:pt x="3232" y="1820"/>
                    <a:pt x="3457" y="2114"/>
                  </a:cubicBezTo>
                  <a:cubicBezTo>
                    <a:pt x="3147" y="2260"/>
                    <a:pt x="2851" y="2348"/>
                    <a:pt x="2545" y="2348"/>
                  </a:cubicBezTo>
                  <a:cubicBezTo>
                    <a:pt x="2270" y="2348"/>
                    <a:pt x="1987" y="2277"/>
                    <a:pt x="1677" y="2114"/>
                  </a:cubicBezTo>
                  <a:cubicBezTo>
                    <a:pt x="1531" y="2037"/>
                    <a:pt x="1393" y="2002"/>
                    <a:pt x="1262" y="2002"/>
                  </a:cubicBezTo>
                  <a:cubicBezTo>
                    <a:pt x="867" y="2002"/>
                    <a:pt x="545" y="2320"/>
                    <a:pt x="311" y="2736"/>
                  </a:cubicBezTo>
                  <a:cubicBezTo>
                    <a:pt x="0" y="3289"/>
                    <a:pt x="467" y="3479"/>
                    <a:pt x="813" y="3807"/>
                  </a:cubicBezTo>
                  <a:cubicBezTo>
                    <a:pt x="1327" y="4309"/>
                    <a:pt x="1837" y="4480"/>
                    <a:pt x="2344" y="4480"/>
                  </a:cubicBezTo>
                  <a:cubicBezTo>
                    <a:pt x="3164" y="4480"/>
                    <a:pt x="3976" y="4032"/>
                    <a:pt x="4787" y="3807"/>
                  </a:cubicBezTo>
                  <a:lnTo>
                    <a:pt x="5081" y="3514"/>
                  </a:lnTo>
                  <a:cubicBezTo>
                    <a:pt x="5237" y="2788"/>
                    <a:pt x="5098" y="1924"/>
                    <a:pt x="6204" y="1734"/>
                  </a:cubicBezTo>
                  <a:cubicBezTo>
                    <a:pt x="6464" y="1699"/>
                    <a:pt x="6481" y="1129"/>
                    <a:pt x="6222" y="921"/>
                  </a:cubicBezTo>
                  <a:cubicBezTo>
                    <a:pt x="5644" y="436"/>
                    <a:pt x="5027" y="0"/>
                    <a:pt x="4294" y="0"/>
                  </a:cubicBezTo>
                  <a:close/>
                </a:path>
              </a:pathLst>
            </a:custGeom>
            <a:noFill/>
            <a:ln cap="flat" cmpd="sng" w="254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121825" lIns="121825" spcFirstLastPara="1" rIns="121825" wrap="square" tIns="1218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" name="Google Shape;1061;p55"/>
            <p:cNvSpPr/>
            <p:nvPr/>
          </p:nvSpPr>
          <p:spPr>
            <a:xfrm>
              <a:off x="1688900" y="2603450"/>
              <a:ext cx="165050" cy="73950"/>
            </a:xfrm>
            <a:custGeom>
              <a:rect b="b" l="l" r="r" t="t"/>
              <a:pathLst>
                <a:path extrusionOk="0" h="2958" w="6602">
                  <a:moveTo>
                    <a:pt x="2842" y="0"/>
                  </a:moveTo>
                  <a:cubicBezTo>
                    <a:pt x="2588" y="0"/>
                    <a:pt x="2332" y="28"/>
                    <a:pt x="2074" y="87"/>
                  </a:cubicBezTo>
                  <a:cubicBezTo>
                    <a:pt x="1452" y="225"/>
                    <a:pt x="1055" y="1331"/>
                    <a:pt x="225" y="1694"/>
                  </a:cubicBezTo>
                  <a:cubicBezTo>
                    <a:pt x="0" y="1798"/>
                    <a:pt x="277" y="2247"/>
                    <a:pt x="536" y="2454"/>
                  </a:cubicBezTo>
                  <a:cubicBezTo>
                    <a:pt x="957" y="2789"/>
                    <a:pt x="2162" y="2958"/>
                    <a:pt x="3373" y="2958"/>
                  </a:cubicBezTo>
                  <a:cubicBezTo>
                    <a:pt x="4599" y="2958"/>
                    <a:pt x="5830" y="2785"/>
                    <a:pt x="6256" y="2437"/>
                  </a:cubicBezTo>
                  <a:cubicBezTo>
                    <a:pt x="6395" y="2282"/>
                    <a:pt x="6515" y="2109"/>
                    <a:pt x="6602" y="1919"/>
                  </a:cubicBezTo>
                  <a:cubicBezTo>
                    <a:pt x="6481" y="1711"/>
                    <a:pt x="6429" y="1469"/>
                    <a:pt x="6291" y="1366"/>
                  </a:cubicBezTo>
                  <a:cubicBezTo>
                    <a:pt x="5231" y="636"/>
                    <a:pt x="4065" y="0"/>
                    <a:pt x="2842" y="0"/>
                  </a:cubicBezTo>
                  <a:close/>
                </a:path>
              </a:pathLst>
            </a:custGeom>
            <a:noFill/>
            <a:ln cap="flat" cmpd="sng" w="254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121825" lIns="121825" spcFirstLastPara="1" rIns="121825" wrap="square" tIns="1218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" name="Google Shape;1062;p55"/>
            <p:cNvSpPr/>
            <p:nvPr/>
          </p:nvSpPr>
          <p:spPr>
            <a:xfrm>
              <a:off x="1922200" y="1344925"/>
              <a:ext cx="129625" cy="64525"/>
            </a:xfrm>
            <a:custGeom>
              <a:rect b="b" l="l" r="r" t="t"/>
              <a:pathLst>
                <a:path extrusionOk="0" h="2581" w="5185">
                  <a:moveTo>
                    <a:pt x="1901" y="1"/>
                  </a:moveTo>
                  <a:lnTo>
                    <a:pt x="1227" y="467"/>
                  </a:lnTo>
                  <a:cubicBezTo>
                    <a:pt x="934" y="1020"/>
                    <a:pt x="0" y="1383"/>
                    <a:pt x="415" y="2144"/>
                  </a:cubicBezTo>
                  <a:cubicBezTo>
                    <a:pt x="602" y="2475"/>
                    <a:pt x="838" y="2581"/>
                    <a:pt x="1096" y="2581"/>
                  </a:cubicBezTo>
                  <a:cubicBezTo>
                    <a:pt x="1482" y="2581"/>
                    <a:pt x="1915" y="2344"/>
                    <a:pt x="2299" y="2282"/>
                  </a:cubicBezTo>
                  <a:cubicBezTo>
                    <a:pt x="2552" y="2236"/>
                    <a:pt x="2806" y="2213"/>
                    <a:pt x="3064" y="2213"/>
                  </a:cubicBezTo>
                  <a:cubicBezTo>
                    <a:pt x="3194" y="2213"/>
                    <a:pt x="3324" y="2219"/>
                    <a:pt x="3457" y="2230"/>
                  </a:cubicBezTo>
                  <a:cubicBezTo>
                    <a:pt x="3730" y="2245"/>
                    <a:pt x="4039" y="2324"/>
                    <a:pt x="4314" y="2324"/>
                  </a:cubicBezTo>
                  <a:cubicBezTo>
                    <a:pt x="4665" y="2324"/>
                    <a:pt x="4959" y="2195"/>
                    <a:pt x="5047" y="1643"/>
                  </a:cubicBezTo>
                  <a:cubicBezTo>
                    <a:pt x="5185" y="744"/>
                    <a:pt x="4563" y="277"/>
                    <a:pt x="3768" y="122"/>
                  </a:cubicBezTo>
                  <a:cubicBezTo>
                    <a:pt x="3146" y="35"/>
                    <a:pt x="2523" y="1"/>
                    <a:pt x="1901" y="1"/>
                  </a:cubicBezTo>
                  <a:close/>
                </a:path>
              </a:pathLst>
            </a:custGeom>
            <a:noFill/>
            <a:ln cap="flat" cmpd="sng" w="254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121825" lIns="121825" spcFirstLastPara="1" rIns="121825" wrap="square" tIns="1218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" name="Google Shape;1063;p55"/>
            <p:cNvSpPr/>
            <p:nvPr/>
          </p:nvSpPr>
          <p:spPr>
            <a:xfrm>
              <a:off x="1787825" y="1030550"/>
              <a:ext cx="94250" cy="44825"/>
            </a:xfrm>
            <a:custGeom>
              <a:rect b="b" l="l" r="r" t="t"/>
              <a:pathLst>
                <a:path extrusionOk="0" h="1793" w="3770">
                  <a:moveTo>
                    <a:pt x="2929" y="0"/>
                  </a:moveTo>
                  <a:cubicBezTo>
                    <a:pt x="2800" y="0"/>
                    <a:pt x="2676" y="17"/>
                    <a:pt x="2576" y="47"/>
                  </a:cubicBezTo>
                  <a:cubicBezTo>
                    <a:pt x="2412" y="93"/>
                    <a:pt x="2229" y="105"/>
                    <a:pt x="2039" y="105"/>
                  </a:cubicBezTo>
                  <a:cubicBezTo>
                    <a:pt x="1817" y="105"/>
                    <a:pt x="1584" y="88"/>
                    <a:pt x="1360" y="88"/>
                  </a:cubicBezTo>
                  <a:cubicBezTo>
                    <a:pt x="763" y="88"/>
                    <a:pt x="227" y="208"/>
                    <a:pt x="105" y="1084"/>
                  </a:cubicBezTo>
                  <a:cubicBezTo>
                    <a:pt x="1" y="1792"/>
                    <a:pt x="865" y="1688"/>
                    <a:pt x="1504" y="1740"/>
                  </a:cubicBezTo>
                  <a:cubicBezTo>
                    <a:pt x="2265" y="1568"/>
                    <a:pt x="3405" y="1792"/>
                    <a:pt x="3665" y="652"/>
                  </a:cubicBezTo>
                  <a:cubicBezTo>
                    <a:pt x="3769" y="167"/>
                    <a:pt x="3329" y="0"/>
                    <a:pt x="2929" y="0"/>
                  </a:cubicBezTo>
                  <a:close/>
                </a:path>
              </a:pathLst>
            </a:custGeom>
            <a:noFill/>
            <a:ln cap="flat" cmpd="sng" w="254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121825" lIns="121825" spcFirstLastPara="1" rIns="121825" wrap="square" tIns="1218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" name="Google Shape;1064;p55"/>
            <p:cNvSpPr/>
            <p:nvPr/>
          </p:nvSpPr>
          <p:spPr>
            <a:xfrm>
              <a:off x="1870350" y="2639275"/>
              <a:ext cx="59225" cy="44325"/>
            </a:xfrm>
            <a:custGeom>
              <a:rect b="b" l="l" r="r" t="t"/>
              <a:pathLst>
                <a:path extrusionOk="0" h="1773" w="2369">
                  <a:moveTo>
                    <a:pt x="922" y="1"/>
                  </a:moveTo>
                  <a:cubicBezTo>
                    <a:pt x="435" y="1"/>
                    <a:pt x="1" y="156"/>
                    <a:pt x="1" y="762"/>
                  </a:cubicBezTo>
                  <a:cubicBezTo>
                    <a:pt x="1" y="1414"/>
                    <a:pt x="337" y="1773"/>
                    <a:pt x="982" y="1773"/>
                  </a:cubicBezTo>
                  <a:cubicBezTo>
                    <a:pt x="1038" y="1773"/>
                    <a:pt x="1097" y="1770"/>
                    <a:pt x="1158" y="1765"/>
                  </a:cubicBezTo>
                  <a:cubicBezTo>
                    <a:pt x="1711" y="1730"/>
                    <a:pt x="2368" y="1678"/>
                    <a:pt x="2299" y="901"/>
                  </a:cubicBezTo>
                  <a:cubicBezTo>
                    <a:pt x="2264" y="175"/>
                    <a:pt x="1642" y="2"/>
                    <a:pt x="1003" y="2"/>
                  </a:cubicBezTo>
                  <a:cubicBezTo>
                    <a:pt x="976" y="1"/>
                    <a:pt x="949" y="1"/>
                    <a:pt x="922" y="1"/>
                  </a:cubicBezTo>
                  <a:close/>
                </a:path>
              </a:pathLst>
            </a:custGeom>
            <a:noFill/>
            <a:ln cap="flat" cmpd="sng" w="254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121825" lIns="121825" spcFirstLastPara="1" rIns="121825" wrap="square" tIns="1218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" name="Google Shape;1065;p55"/>
            <p:cNvSpPr/>
            <p:nvPr/>
          </p:nvSpPr>
          <p:spPr>
            <a:xfrm>
              <a:off x="2264800" y="4630125"/>
              <a:ext cx="62675" cy="39225"/>
            </a:xfrm>
            <a:custGeom>
              <a:rect b="b" l="l" r="r" t="t"/>
              <a:pathLst>
                <a:path extrusionOk="0" h="1569" w="2507">
                  <a:moveTo>
                    <a:pt x="1176" y="52"/>
                  </a:moveTo>
                  <a:cubicBezTo>
                    <a:pt x="675" y="87"/>
                    <a:pt x="1" y="1"/>
                    <a:pt x="1" y="813"/>
                  </a:cubicBezTo>
                  <a:cubicBezTo>
                    <a:pt x="1" y="1241"/>
                    <a:pt x="341" y="1568"/>
                    <a:pt x="742" y="1568"/>
                  </a:cubicBezTo>
                  <a:cubicBezTo>
                    <a:pt x="811" y="1568"/>
                    <a:pt x="881" y="1559"/>
                    <a:pt x="951" y="1539"/>
                  </a:cubicBezTo>
                  <a:cubicBezTo>
                    <a:pt x="1077" y="1515"/>
                    <a:pt x="1221" y="1513"/>
                    <a:pt x="1369" y="1513"/>
                  </a:cubicBezTo>
                  <a:cubicBezTo>
                    <a:pt x="1403" y="1513"/>
                    <a:pt x="1437" y="1513"/>
                    <a:pt x="1471" y="1513"/>
                  </a:cubicBezTo>
                  <a:cubicBezTo>
                    <a:pt x="1947" y="1513"/>
                    <a:pt x="2434" y="1491"/>
                    <a:pt x="2472" y="830"/>
                  </a:cubicBezTo>
                  <a:cubicBezTo>
                    <a:pt x="2506" y="52"/>
                    <a:pt x="1781" y="87"/>
                    <a:pt x="1176" y="52"/>
                  </a:cubicBezTo>
                  <a:close/>
                </a:path>
              </a:pathLst>
            </a:custGeom>
            <a:noFill/>
            <a:ln cap="flat" cmpd="sng" w="254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121825" lIns="121825" spcFirstLastPara="1" rIns="121825" wrap="square" tIns="1218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" name="Google Shape;1066;p55"/>
            <p:cNvSpPr/>
            <p:nvPr/>
          </p:nvSpPr>
          <p:spPr>
            <a:xfrm>
              <a:off x="1604225" y="2645350"/>
              <a:ext cx="56175" cy="38275"/>
            </a:xfrm>
            <a:custGeom>
              <a:rect b="b" l="l" r="r" t="t"/>
              <a:pathLst>
                <a:path extrusionOk="0" h="1531" w="2247">
                  <a:moveTo>
                    <a:pt x="1003" y="1"/>
                  </a:moveTo>
                  <a:cubicBezTo>
                    <a:pt x="536" y="35"/>
                    <a:pt x="0" y="1"/>
                    <a:pt x="17" y="554"/>
                  </a:cubicBezTo>
                  <a:cubicBezTo>
                    <a:pt x="17" y="1297"/>
                    <a:pt x="640" y="1452"/>
                    <a:pt x="1262" y="1522"/>
                  </a:cubicBezTo>
                  <a:cubicBezTo>
                    <a:pt x="1319" y="1528"/>
                    <a:pt x="1377" y="1531"/>
                    <a:pt x="1434" y="1531"/>
                  </a:cubicBezTo>
                  <a:cubicBezTo>
                    <a:pt x="1857" y="1531"/>
                    <a:pt x="2247" y="1352"/>
                    <a:pt x="2247" y="865"/>
                  </a:cubicBezTo>
                  <a:cubicBezTo>
                    <a:pt x="2247" y="18"/>
                    <a:pt x="1504" y="139"/>
                    <a:pt x="1003" y="1"/>
                  </a:cubicBezTo>
                  <a:close/>
                </a:path>
              </a:pathLst>
            </a:custGeom>
            <a:noFill/>
            <a:ln cap="flat" cmpd="sng" w="254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121825" lIns="121825" spcFirstLastPara="1" rIns="121825" wrap="square" tIns="1218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" name="Google Shape;1067;p55"/>
            <p:cNvSpPr/>
            <p:nvPr/>
          </p:nvSpPr>
          <p:spPr>
            <a:xfrm>
              <a:off x="7045475" y="3384250"/>
              <a:ext cx="47375" cy="53550"/>
            </a:xfrm>
            <a:custGeom>
              <a:rect b="b" l="l" r="r" t="t"/>
              <a:pathLst>
                <a:path extrusionOk="0" h="2142" w="1895">
                  <a:moveTo>
                    <a:pt x="416" y="1"/>
                  </a:moveTo>
                  <a:cubicBezTo>
                    <a:pt x="93" y="1"/>
                    <a:pt x="0" y="338"/>
                    <a:pt x="63" y="618"/>
                  </a:cubicBezTo>
                  <a:cubicBezTo>
                    <a:pt x="201" y="1292"/>
                    <a:pt x="339" y="2035"/>
                    <a:pt x="1203" y="2139"/>
                  </a:cubicBezTo>
                  <a:cubicBezTo>
                    <a:pt x="1224" y="2141"/>
                    <a:pt x="1245" y="2142"/>
                    <a:pt x="1265" y="2142"/>
                  </a:cubicBezTo>
                  <a:cubicBezTo>
                    <a:pt x="1645" y="2142"/>
                    <a:pt x="1895" y="1835"/>
                    <a:pt x="1895" y="1327"/>
                  </a:cubicBezTo>
                  <a:cubicBezTo>
                    <a:pt x="1670" y="705"/>
                    <a:pt x="1273" y="169"/>
                    <a:pt x="529" y="13"/>
                  </a:cubicBezTo>
                  <a:cubicBezTo>
                    <a:pt x="489" y="5"/>
                    <a:pt x="451" y="1"/>
                    <a:pt x="416" y="1"/>
                  </a:cubicBezTo>
                  <a:close/>
                </a:path>
              </a:pathLst>
            </a:custGeom>
            <a:noFill/>
            <a:ln cap="flat" cmpd="sng" w="254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121825" lIns="121825" spcFirstLastPara="1" rIns="121825" wrap="square" tIns="1218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" name="Google Shape;1068;p55"/>
            <p:cNvSpPr/>
            <p:nvPr/>
          </p:nvSpPr>
          <p:spPr>
            <a:xfrm>
              <a:off x="4291500" y="1250400"/>
              <a:ext cx="54900" cy="37900"/>
            </a:xfrm>
            <a:custGeom>
              <a:rect b="b" l="l" r="r" t="t"/>
              <a:pathLst>
                <a:path extrusionOk="0" h="1516" w="2196">
                  <a:moveTo>
                    <a:pt x="1013" y="0"/>
                  </a:moveTo>
                  <a:cubicBezTo>
                    <a:pt x="676" y="0"/>
                    <a:pt x="369" y="181"/>
                    <a:pt x="190" y="464"/>
                  </a:cubicBezTo>
                  <a:cubicBezTo>
                    <a:pt x="0" y="706"/>
                    <a:pt x="35" y="1034"/>
                    <a:pt x="259" y="1224"/>
                  </a:cubicBezTo>
                  <a:cubicBezTo>
                    <a:pt x="466" y="1444"/>
                    <a:pt x="678" y="1515"/>
                    <a:pt x="892" y="1515"/>
                  </a:cubicBezTo>
                  <a:cubicBezTo>
                    <a:pt x="1233" y="1515"/>
                    <a:pt x="1579" y="1336"/>
                    <a:pt x="1919" y="1293"/>
                  </a:cubicBezTo>
                  <a:cubicBezTo>
                    <a:pt x="2195" y="567"/>
                    <a:pt x="1901" y="153"/>
                    <a:pt x="1175" y="14"/>
                  </a:cubicBezTo>
                  <a:cubicBezTo>
                    <a:pt x="1121" y="5"/>
                    <a:pt x="1066" y="0"/>
                    <a:pt x="1013" y="0"/>
                  </a:cubicBezTo>
                  <a:close/>
                </a:path>
              </a:pathLst>
            </a:custGeom>
            <a:noFill/>
            <a:ln cap="flat" cmpd="sng" w="254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121825" lIns="121825" spcFirstLastPara="1" rIns="121825" wrap="square" tIns="1218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" name="Google Shape;1069;p55"/>
            <p:cNvSpPr/>
            <p:nvPr/>
          </p:nvSpPr>
          <p:spPr>
            <a:xfrm>
              <a:off x="6323375" y="3314875"/>
              <a:ext cx="50125" cy="37325"/>
            </a:xfrm>
            <a:custGeom>
              <a:rect b="b" l="l" r="r" t="t"/>
              <a:pathLst>
                <a:path extrusionOk="0" h="1493" w="2005">
                  <a:moveTo>
                    <a:pt x="754" y="1"/>
                  </a:moveTo>
                  <a:cubicBezTo>
                    <a:pt x="409" y="1"/>
                    <a:pt x="93" y="129"/>
                    <a:pt x="52" y="542"/>
                  </a:cubicBezTo>
                  <a:cubicBezTo>
                    <a:pt x="0" y="1198"/>
                    <a:pt x="536" y="1371"/>
                    <a:pt x="1106" y="1492"/>
                  </a:cubicBezTo>
                  <a:cubicBezTo>
                    <a:pt x="1504" y="1475"/>
                    <a:pt x="1988" y="1440"/>
                    <a:pt x="1988" y="905"/>
                  </a:cubicBezTo>
                  <a:cubicBezTo>
                    <a:pt x="2005" y="317"/>
                    <a:pt x="1504" y="110"/>
                    <a:pt x="1020" y="23"/>
                  </a:cubicBezTo>
                  <a:cubicBezTo>
                    <a:pt x="932" y="9"/>
                    <a:pt x="842" y="1"/>
                    <a:pt x="754" y="1"/>
                  </a:cubicBezTo>
                  <a:close/>
                </a:path>
              </a:pathLst>
            </a:custGeom>
            <a:noFill/>
            <a:ln cap="flat" cmpd="sng" w="254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121825" lIns="121825" spcFirstLastPara="1" rIns="121825" wrap="square" tIns="1218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" name="Google Shape;1070;p55"/>
            <p:cNvSpPr/>
            <p:nvPr/>
          </p:nvSpPr>
          <p:spPr>
            <a:xfrm>
              <a:off x="6680225" y="1890750"/>
              <a:ext cx="46075" cy="42200"/>
            </a:xfrm>
            <a:custGeom>
              <a:rect b="b" l="l" r="r" t="t"/>
              <a:pathLst>
                <a:path extrusionOk="0" h="1688" w="1843">
                  <a:moveTo>
                    <a:pt x="1376" y="1"/>
                  </a:moveTo>
                  <a:cubicBezTo>
                    <a:pt x="1345" y="1"/>
                    <a:pt x="1312" y="4"/>
                    <a:pt x="1280" y="11"/>
                  </a:cubicBezTo>
                  <a:cubicBezTo>
                    <a:pt x="675" y="29"/>
                    <a:pt x="156" y="478"/>
                    <a:pt x="70" y="1083"/>
                  </a:cubicBezTo>
                  <a:cubicBezTo>
                    <a:pt x="1" y="1446"/>
                    <a:pt x="208" y="1670"/>
                    <a:pt x="675" y="1688"/>
                  </a:cubicBezTo>
                  <a:cubicBezTo>
                    <a:pt x="1193" y="1480"/>
                    <a:pt x="1643" y="1135"/>
                    <a:pt x="1781" y="513"/>
                  </a:cubicBezTo>
                  <a:cubicBezTo>
                    <a:pt x="1843" y="250"/>
                    <a:pt x="1642" y="1"/>
                    <a:pt x="1376" y="1"/>
                  </a:cubicBezTo>
                  <a:close/>
                </a:path>
              </a:pathLst>
            </a:custGeom>
            <a:noFill/>
            <a:ln cap="flat" cmpd="sng" w="254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121825" lIns="121825" spcFirstLastPara="1" rIns="121825" wrap="square" tIns="1218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" name="Google Shape;1071;p55"/>
            <p:cNvSpPr/>
            <p:nvPr/>
          </p:nvSpPr>
          <p:spPr>
            <a:xfrm>
              <a:off x="3550975" y="1955400"/>
              <a:ext cx="53600" cy="126175"/>
            </a:xfrm>
            <a:custGeom>
              <a:rect b="b" l="l" r="r" t="t"/>
              <a:pathLst>
                <a:path extrusionOk="0" h="5047" w="2144">
                  <a:moveTo>
                    <a:pt x="1297" y="0"/>
                  </a:moveTo>
                  <a:cubicBezTo>
                    <a:pt x="778" y="0"/>
                    <a:pt x="260" y="363"/>
                    <a:pt x="364" y="795"/>
                  </a:cubicBezTo>
                  <a:cubicBezTo>
                    <a:pt x="640" y="1850"/>
                    <a:pt x="122" y="2731"/>
                    <a:pt x="1" y="3491"/>
                  </a:cubicBezTo>
                  <a:cubicBezTo>
                    <a:pt x="70" y="4338"/>
                    <a:pt x="1" y="5047"/>
                    <a:pt x="951" y="5047"/>
                  </a:cubicBezTo>
                  <a:cubicBezTo>
                    <a:pt x="1781" y="5047"/>
                    <a:pt x="1971" y="4476"/>
                    <a:pt x="2040" y="3785"/>
                  </a:cubicBezTo>
                  <a:cubicBezTo>
                    <a:pt x="2144" y="2748"/>
                    <a:pt x="1642" y="1746"/>
                    <a:pt x="1936" y="692"/>
                  </a:cubicBezTo>
                  <a:cubicBezTo>
                    <a:pt x="2023" y="381"/>
                    <a:pt x="1712" y="0"/>
                    <a:pt x="1297" y="0"/>
                  </a:cubicBezTo>
                  <a:close/>
                </a:path>
              </a:pathLst>
            </a:custGeom>
            <a:noFill/>
            <a:ln cap="flat" cmpd="sng" w="254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121825" lIns="121825" spcFirstLastPara="1" rIns="121825" wrap="square" tIns="1218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" name="Google Shape;1072;p55"/>
            <p:cNvSpPr/>
            <p:nvPr/>
          </p:nvSpPr>
          <p:spPr>
            <a:xfrm>
              <a:off x="3910000" y="2161475"/>
              <a:ext cx="93775" cy="45400"/>
            </a:xfrm>
            <a:custGeom>
              <a:rect b="b" l="l" r="r" t="t"/>
              <a:pathLst>
                <a:path extrusionOk="0" h="1816" w="3751">
                  <a:moveTo>
                    <a:pt x="1383" y="1"/>
                  </a:moveTo>
                  <a:cubicBezTo>
                    <a:pt x="778" y="87"/>
                    <a:pt x="1" y="18"/>
                    <a:pt x="122" y="640"/>
                  </a:cubicBezTo>
                  <a:cubicBezTo>
                    <a:pt x="329" y="1625"/>
                    <a:pt x="1297" y="1815"/>
                    <a:pt x="2195" y="1815"/>
                  </a:cubicBezTo>
                  <a:cubicBezTo>
                    <a:pt x="2835" y="1815"/>
                    <a:pt x="3751" y="1712"/>
                    <a:pt x="3613" y="951"/>
                  </a:cubicBezTo>
                  <a:cubicBezTo>
                    <a:pt x="3466" y="240"/>
                    <a:pt x="2970" y="188"/>
                    <a:pt x="2455" y="188"/>
                  </a:cubicBezTo>
                  <a:cubicBezTo>
                    <a:pt x="2366" y="188"/>
                    <a:pt x="2276" y="189"/>
                    <a:pt x="2187" y="189"/>
                  </a:cubicBezTo>
                  <a:cubicBezTo>
                    <a:pt x="1880" y="189"/>
                    <a:pt x="1588" y="170"/>
                    <a:pt x="1383" y="1"/>
                  </a:cubicBezTo>
                  <a:close/>
                </a:path>
              </a:pathLst>
            </a:custGeom>
            <a:noFill/>
            <a:ln cap="flat" cmpd="sng" w="254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121825" lIns="121825" spcFirstLastPara="1" rIns="121825" wrap="square" tIns="1218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" name="Google Shape;1073;p55"/>
            <p:cNvSpPr/>
            <p:nvPr/>
          </p:nvSpPr>
          <p:spPr>
            <a:xfrm>
              <a:off x="4125600" y="2173875"/>
              <a:ext cx="50575" cy="37600"/>
            </a:xfrm>
            <a:custGeom>
              <a:rect b="b" l="l" r="r" t="t"/>
              <a:pathLst>
                <a:path extrusionOk="0" h="1504" w="2023">
                  <a:moveTo>
                    <a:pt x="1294" y="1"/>
                  </a:moveTo>
                  <a:cubicBezTo>
                    <a:pt x="1249" y="1"/>
                    <a:pt x="1204" y="3"/>
                    <a:pt x="1158" y="6"/>
                  </a:cubicBezTo>
                  <a:cubicBezTo>
                    <a:pt x="691" y="144"/>
                    <a:pt x="0" y="109"/>
                    <a:pt x="17" y="904"/>
                  </a:cubicBezTo>
                  <a:cubicBezTo>
                    <a:pt x="17" y="1352"/>
                    <a:pt x="364" y="1503"/>
                    <a:pt x="748" y="1503"/>
                  </a:cubicBezTo>
                  <a:cubicBezTo>
                    <a:pt x="809" y="1503"/>
                    <a:pt x="872" y="1499"/>
                    <a:pt x="933" y="1492"/>
                  </a:cubicBezTo>
                  <a:cubicBezTo>
                    <a:pt x="1486" y="1440"/>
                    <a:pt x="2022" y="1233"/>
                    <a:pt x="2022" y="593"/>
                  </a:cubicBezTo>
                  <a:cubicBezTo>
                    <a:pt x="2022" y="156"/>
                    <a:pt x="1711" y="1"/>
                    <a:pt x="1294" y="1"/>
                  </a:cubicBezTo>
                  <a:close/>
                </a:path>
              </a:pathLst>
            </a:custGeom>
            <a:noFill/>
            <a:ln cap="flat" cmpd="sng" w="254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121825" lIns="121825" spcFirstLastPara="1" rIns="121825" wrap="square" tIns="1218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" name="Google Shape;1074;p55"/>
            <p:cNvSpPr/>
            <p:nvPr/>
          </p:nvSpPr>
          <p:spPr>
            <a:xfrm>
              <a:off x="3415775" y="2038325"/>
              <a:ext cx="44925" cy="38175"/>
            </a:xfrm>
            <a:custGeom>
              <a:rect b="b" l="l" r="r" t="t"/>
              <a:pathLst>
                <a:path extrusionOk="0" h="1527" w="1797">
                  <a:moveTo>
                    <a:pt x="812" y="0"/>
                  </a:moveTo>
                  <a:cubicBezTo>
                    <a:pt x="383" y="0"/>
                    <a:pt x="1" y="211"/>
                    <a:pt x="34" y="710"/>
                  </a:cubicBezTo>
                  <a:cubicBezTo>
                    <a:pt x="34" y="1164"/>
                    <a:pt x="400" y="1527"/>
                    <a:pt x="845" y="1527"/>
                  </a:cubicBezTo>
                  <a:cubicBezTo>
                    <a:pt x="874" y="1527"/>
                    <a:pt x="903" y="1525"/>
                    <a:pt x="933" y="1522"/>
                  </a:cubicBezTo>
                  <a:cubicBezTo>
                    <a:pt x="1382" y="1522"/>
                    <a:pt x="1745" y="1315"/>
                    <a:pt x="1797" y="796"/>
                  </a:cubicBezTo>
                  <a:cubicBezTo>
                    <a:pt x="1745" y="226"/>
                    <a:pt x="1330" y="19"/>
                    <a:pt x="864" y="1"/>
                  </a:cubicBezTo>
                  <a:cubicBezTo>
                    <a:pt x="847" y="1"/>
                    <a:pt x="829" y="0"/>
                    <a:pt x="812" y="0"/>
                  </a:cubicBezTo>
                  <a:close/>
                </a:path>
              </a:pathLst>
            </a:custGeom>
            <a:noFill/>
            <a:ln cap="flat" cmpd="sng" w="254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121825" lIns="121825" spcFirstLastPara="1" rIns="121825" wrap="square" tIns="1218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75" name="Google Shape;1075;p55"/>
          <p:cNvSpPr/>
          <p:nvPr/>
        </p:nvSpPr>
        <p:spPr>
          <a:xfrm>
            <a:off x="4876175" y="3868300"/>
            <a:ext cx="202800" cy="152100"/>
          </a:xfrm>
          <a:prstGeom prst="ellipse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1076" name="Google Shape;1076;p55"/>
          <p:cNvSpPr txBox="1"/>
          <p:nvPr/>
        </p:nvSpPr>
        <p:spPr>
          <a:xfrm>
            <a:off x="6174375" y="858625"/>
            <a:ext cx="2978700" cy="400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dk2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1077" name="Google Shape;1077;p55"/>
          <p:cNvSpPr txBox="1"/>
          <p:nvPr/>
        </p:nvSpPr>
        <p:spPr>
          <a:xfrm>
            <a:off x="6516500" y="3610225"/>
            <a:ext cx="1521900" cy="856800"/>
          </a:xfrm>
          <a:prstGeom prst="rect">
            <a:avLst/>
          </a:prstGeom>
          <a:noFill/>
          <a:ln cap="flat" cmpd="sng" w="38100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chemeClr val="dk1"/>
                </a:solidFill>
                <a:latin typeface="Inter"/>
                <a:ea typeface="Inter"/>
                <a:cs typeface="Inter"/>
                <a:sym typeface="Inter"/>
              </a:rPr>
              <a:t>Strait of Hormuz : </a:t>
            </a:r>
            <a:endParaRPr b="1">
              <a:solidFill>
                <a:schemeClr val="dk1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1078" name="Google Shape;1078;p55"/>
          <p:cNvSpPr/>
          <p:nvPr/>
        </p:nvSpPr>
        <p:spPr>
          <a:xfrm>
            <a:off x="7446475" y="3962575"/>
            <a:ext cx="202800" cy="152100"/>
          </a:xfrm>
          <a:prstGeom prst="ellipse">
            <a:avLst/>
          </a:prstGeom>
          <a:noFill/>
          <a:ln cap="flat" cmpd="sng" w="38100">
            <a:solidFill>
              <a:srgbClr val="FF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Inter"/>
              <a:ea typeface="Inter"/>
              <a:cs typeface="Inter"/>
              <a:sym typeface="Inter"/>
            </a:endParaRPr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082" name="Shape 10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3" name="Google Shape;1083;p56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Airlines &amp; Defense</a:t>
            </a:r>
            <a:endParaRPr/>
          </a:p>
        </p:txBody>
      </p:sp>
      <p:sp>
        <p:nvSpPr>
          <p:cNvPr id="1084" name="Google Shape;1084;p56"/>
          <p:cNvSpPr txBox="1"/>
          <p:nvPr/>
        </p:nvSpPr>
        <p:spPr>
          <a:xfrm>
            <a:off x="598375" y="160925"/>
            <a:ext cx="1521900" cy="85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rPr>
              <a:t>TWO </a:t>
            </a:r>
            <a:r>
              <a:rPr b="1" lang="en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rPr>
              <a:t>MONTH MEASURING PERIOD</a:t>
            </a:r>
            <a:endParaRPr b="1">
              <a:solidFill>
                <a:schemeClr val="lt2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grpSp>
        <p:nvGrpSpPr>
          <p:cNvPr id="1085" name="Google Shape;1085;p56"/>
          <p:cNvGrpSpPr/>
          <p:nvPr/>
        </p:nvGrpSpPr>
        <p:grpSpPr>
          <a:xfrm>
            <a:off x="6798325" y="160925"/>
            <a:ext cx="1521900" cy="856800"/>
            <a:chOff x="6798325" y="160925"/>
            <a:chExt cx="1521900" cy="856800"/>
          </a:xfrm>
        </p:grpSpPr>
        <p:sp>
          <p:nvSpPr>
            <p:cNvPr id="1086" name="Google Shape;1086;p56"/>
            <p:cNvSpPr txBox="1"/>
            <p:nvPr/>
          </p:nvSpPr>
          <p:spPr>
            <a:xfrm>
              <a:off x="6798325" y="160925"/>
              <a:ext cx="1521900" cy="8568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lang="en">
                  <a:solidFill>
                    <a:schemeClr val="lt2"/>
                  </a:solidFill>
                  <a:latin typeface="Inter"/>
                  <a:ea typeface="Inter"/>
                  <a:cs typeface="Inter"/>
                  <a:sym typeface="Inter"/>
                </a:rPr>
                <a:t>START DATE:</a:t>
              </a:r>
              <a:endParaRPr b="1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endParaRPr>
            </a:p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lang="en">
                  <a:solidFill>
                    <a:schemeClr val="lt2"/>
                  </a:solidFill>
                  <a:latin typeface="Inter"/>
                  <a:ea typeface="Inter"/>
                  <a:cs typeface="Inter"/>
                  <a:sym typeface="Inter"/>
                </a:rPr>
                <a:t>TREND: </a:t>
              </a:r>
              <a:endParaRPr b="1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endParaRPr>
            </a:p>
          </p:txBody>
        </p:sp>
        <p:cxnSp>
          <p:nvCxnSpPr>
            <p:cNvPr id="1087" name="Google Shape;1087;p56"/>
            <p:cNvCxnSpPr/>
            <p:nvPr/>
          </p:nvCxnSpPr>
          <p:spPr>
            <a:xfrm flipH="1" rot="10800000">
              <a:off x="7660400" y="565475"/>
              <a:ext cx="259200" cy="5700"/>
            </a:xfrm>
            <a:prstGeom prst="straightConnector1">
              <a:avLst/>
            </a:prstGeom>
            <a:noFill/>
            <a:ln cap="flat" cmpd="sng" w="28575">
              <a:solidFill>
                <a:srgbClr val="0000FF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1088" name="Google Shape;1088;p56"/>
            <p:cNvSpPr/>
            <p:nvPr/>
          </p:nvSpPr>
          <p:spPr>
            <a:xfrm>
              <a:off x="8082679" y="300675"/>
              <a:ext cx="112800" cy="108600"/>
            </a:xfrm>
            <a:prstGeom prst="ellipse">
              <a:avLst/>
            </a:prstGeom>
            <a:solidFill>
              <a:srgbClr val="FF0000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</p:grpSp>
      <p:cxnSp>
        <p:nvCxnSpPr>
          <p:cNvPr id="1089" name="Google Shape;1089;p56"/>
          <p:cNvCxnSpPr/>
          <p:nvPr/>
        </p:nvCxnSpPr>
        <p:spPr>
          <a:xfrm>
            <a:off x="4571825" y="1027700"/>
            <a:ext cx="5700" cy="3872100"/>
          </a:xfrm>
          <a:prstGeom prst="straightConnector1">
            <a:avLst/>
          </a:prstGeom>
          <a:noFill/>
          <a:ln cap="flat" cmpd="sng" w="28575">
            <a:solidFill>
              <a:schemeClr val="lt2"/>
            </a:solidFill>
            <a:prstDash val="solid"/>
            <a:round/>
            <a:headEnd len="med" w="med" type="none"/>
            <a:tailEnd len="med" w="med" type="none"/>
          </a:ln>
        </p:spPr>
      </p:cxnSp>
      <p:grpSp>
        <p:nvGrpSpPr>
          <p:cNvPr id="1090" name="Google Shape;1090;p56"/>
          <p:cNvGrpSpPr/>
          <p:nvPr/>
        </p:nvGrpSpPr>
        <p:grpSpPr>
          <a:xfrm>
            <a:off x="200038" y="1410300"/>
            <a:ext cx="4233756" cy="2322876"/>
            <a:chOff x="285063" y="1422175"/>
            <a:chExt cx="4233756" cy="2322876"/>
          </a:xfrm>
        </p:grpSpPr>
        <p:grpSp>
          <p:nvGrpSpPr>
            <p:cNvPr id="1091" name="Google Shape;1091;p56"/>
            <p:cNvGrpSpPr/>
            <p:nvPr/>
          </p:nvGrpSpPr>
          <p:grpSpPr>
            <a:xfrm>
              <a:off x="285063" y="1648523"/>
              <a:ext cx="4233756" cy="2096528"/>
              <a:chOff x="285048" y="1648450"/>
              <a:chExt cx="3523726" cy="1744925"/>
            </a:xfrm>
          </p:grpSpPr>
          <p:pic>
            <p:nvPicPr>
              <p:cNvPr id="1092" name="Google Shape;1092;p56"/>
              <p:cNvPicPr preferRelativeResize="0"/>
              <p:nvPr/>
            </p:nvPicPr>
            <p:blipFill>
              <a:blip r:embed="rId3">
                <a:alphaModFix/>
              </a:blip>
              <a:stretch>
                <a:fillRect/>
              </a:stretch>
            </p:blipFill>
            <p:spPr>
              <a:xfrm>
                <a:off x="285048" y="1648450"/>
                <a:ext cx="3523726" cy="1744925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1093" name="Google Shape;1093;p56"/>
              <p:cNvSpPr/>
              <p:nvPr/>
            </p:nvSpPr>
            <p:spPr>
              <a:xfrm>
                <a:off x="754055" y="1797719"/>
                <a:ext cx="125400" cy="120600"/>
              </a:xfrm>
              <a:prstGeom prst="ellipse">
                <a:avLst/>
              </a:prstGeom>
              <a:solidFill>
                <a:srgbClr val="FF0000"/>
              </a:solidFill>
              <a:ln cap="flat" cmpd="sng" w="12725">
                <a:solidFill>
                  <a:schemeClr val="dk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122050" lIns="122050" spcFirstLastPara="1" rIns="122050" wrap="square" tIns="122050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69"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</p:grpSp>
        <p:sp>
          <p:nvSpPr>
            <p:cNvPr id="1094" name="Google Shape;1094;p56"/>
            <p:cNvSpPr txBox="1"/>
            <p:nvPr/>
          </p:nvSpPr>
          <p:spPr>
            <a:xfrm>
              <a:off x="1023450" y="1422175"/>
              <a:ext cx="3086100" cy="354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txBody>
            <a:bodyPr anchorCtr="0" anchor="t" bIns="91425" lIns="91425" spcFirstLastPara="1" rIns="91425" wrap="square" tIns="91425">
              <a:sp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lang="en" sz="1100">
                  <a:solidFill>
                    <a:schemeClr val="dk2"/>
                  </a:solidFill>
                  <a:latin typeface="Inter"/>
                  <a:ea typeface="Inter"/>
                  <a:cs typeface="Inter"/>
                  <a:sym typeface="Inter"/>
                </a:rPr>
                <a:t>Defense S&amp;P500 Stats</a:t>
              </a:r>
              <a:endParaRPr b="1" sz="1100">
                <a:solidFill>
                  <a:schemeClr val="dk2"/>
                </a:solidFill>
                <a:latin typeface="Inter"/>
                <a:ea typeface="Inter"/>
                <a:cs typeface="Inter"/>
                <a:sym typeface="Inter"/>
              </a:endParaRPr>
            </a:p>
          </p:txBody>
        </p:sp>
      </p:grpSp>
      <p:grpSp>
        <p:nvGrpSpPr>
          <p:cNvPr id="1095" name="Google Shape;1095;p56"/>
          <p:cNvGrpSpPr/>
          <p:nvPr/>
        </p:nvGrpSpPr>
        <p:grpSpPr>
          <a:xfrm>
            <a:off x="4623833" y="1422175"/>
            <a:ext cx="4233583" cy="2322674"/>
            <a:chOff x="4623833" y="1422175"/>
            <a:chExt cx="4233583" cy="2322674"/>
          </a:xfrm>
        </p:grpSpPr>
        <p:grpSp>
          <p:nvGrpSpPr>
            <p:cNvPr id="1096" name="Google Shape;1096;p56"/>
            <p:cNvGrpSpPr/>
            <p:nvPr/>
          </p:nvGrpSpPr>
          <p:grpSpPr>
            <a:xfrm>
              <a:off x="4623833" y="1648392"/>
              <a:ext cx="4233583" cy="2096457"/>
              <a:chOff x="4762713" y="2965200"/>
              <a:chExt cx="3664805" cy="1814800"/>
            </a:xfrm>
          </p:grpSpPr>
          <p:pic>
            <p:nvPicPr>
              <p:cNvPr id="1097" name="Google Shape;1097;p56"/>
              <p:cNvPicPr preferRelativeResize="0"/>
              <p:nvPr/>
            </p:nvPicPr>
            <p:blipFill>
              <a:blip r:embed="rId4">
                <a:alphaModFix/>
              </a:blip>
              <a:stretch>
                <a:fillRect/>
              </a:stretch>
            </p:blipFill>
            <p:spPr>
              <a:xfrm>
                <a:off x="4762713" y="2965200"/>
                <a:ext cx="3664805" cy="1814800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1098" name="Google Shape;1098;p56"/>
              <p:cNvSpPr/>
              <p:nvPr/>
            </p:nvSpPr>
            <p:spPr>
              <a:xfrm>
                <a:off x="5253354" y="3496775"/>
                <a:ext cx="112800" cy="108600"/>
              </a:xfrm>
              <a:prstGeom prst="ellipse">
                <a:avLst/>
              </a:prstGeom>
              <a:solidFill>
                <a:srgbClr val="FF0000"/>
              </a:solidFill>
              <a:ln cap="flat" cmpd="sng" w="11000">
                <a:solidFill>
                  <a:schemeClr val="dk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105650" lIns="105650" spcFirstLastPara="1" rIns="105650" wrap="square" tIns="105650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18"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</p:grpSp>
        <p:sp>
          <p:nvSpPr>
            <p:cNvPr id="1099" name="Google Shape;1099;p56"/>
            <p:cNvSpPr txBox="1"/>
            <p:nvPr/>
          </p:nvSpPr>
          <p:spPr>
            <a:xfrm>
              <a:off x="5337900" y="1422175"/>
              <a:ext cx="3086100" cy="354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txBody>
            <a:bodyPr anchorCtr="0" anchor="t" bIns="91425" lIns="91425" spcFirstLastPara="1" rIns="91425" wrap="square" tIns="91425">
              <a:sp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lang="en" sz="1100">
                  <a:solidFill>
                    <a:schemeClr val="dk2"/>
                  </a:solidFill>
                  <a:latin typeface="Inter"/>
                  <a:ea typeface="Inter"/>
                  <a:cs typeface="Inter"/>
                  <a:sym typeface="Inter"/>
                </a:rPr>
                <a:t>Airlines </a:t>
              </a:r>
              <a:r>
                <a:rPr b="1" lang="en" sz="1100">
                  <a:solidFill>
                    <a:schemeClr val="dk2"/>
                  </a:solidFill>
                  <a:latin typeface="Inter"/>
                  <a:ea typeface="Inter"/>
                  <a:cs typeface="Inter"/>
                  <a:sym typeface="Inter"/>
                </a:rPr>
                <a:t>S&amp;P500 Stats</a:t>
              </a:r>
              <a:endParaRPr b="1" sz="1100">
                <a:solidFill>
                  <a:schemeClr val="dk2"/>
                </a:solidFill>
                <a:latin typeface="Inter"/>
                <a:ea typeface="Inter"/>
                <a:cs typeface="Inter"/>
                <a:sym typeface="Inter"/>
              </a:endParaRPr>
            </a:p>
          </p:txBody>
        </p:sp>
      </p:grp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103" name="Shape 11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4" name="Google Shape;1104;p57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Energy &amp; Broad Market</a:t>
            </a:r>
            <a:endParaRPr/>
          </a:p>
        </p:txBody>
      </p:sp>
      <p:sp>
        <p:nvSpPr>
          <p:cNvPr id="1105" name="Google Shape;1105;p57"/>
          <p:cNvSpPr txBox="1"/>
          <p:nvPr/>
        </p:nvSpPr>
        <p:spPr>
          <a:xfrm>
            <a:off x="536400" y="98925"/>
            <a:ext cx="1521900" cy="85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rPr>
              <a:t>TWO </a:t>
            </a:r>
            <a:r>
              <a:rPr b="1" lang="en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rPr>
              <a:t>MONTH MEASURING PERIOD</a:t>
            </a:r>
            <a:endParaRPr b="1">
              <a:solidFill>
                <a:schemeClr val="lt2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grpSp>
        <p:nvGrpSpPr>
          <p:cNvPr id="1106" name="Google Shape;1106;p57"/>
          <p:cNvGrpSpPr/>
          <p:nvPr/>
        </p:nvGrpSpPr>
        <p:grpSpPr>
          <a:xfrm>
            <a:off x="6984300" y="65125"/>
            <a:ext cx="1521900" cy="856800"/>
            <a:chOff x="6798325" y="160925"/>
            <a:chExt cx="1521900" cy="856800"/>
          </a:xfrm>
        </p:grpSpPr>
        <p:sp>
          <p:nvSpPr>
            <p:cNvPr id="1107" name="Google Shape;1107;p57"/>
            <p:cNvSpPr txBox="1"/>
            <p:nvPr/>
          </p:nvSpPr>
          <p:spPr>
            <a:xfrm>
              <a:off x="6798325" y="160925"/>
              <a:ext cx="1521900" cy="8568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lang="en">
                  <a:solidFill>
                    <a:schemeClr val="lt2"/>
                  </a:solidFill>
                  <a:latin typeface="Inter"/>
                  <a:ea typeface="Inter"/>
                  <a:cs typeface="Inter"/>
                  <a:sym typeface="Inter"/>
                </a:rPr>
                <a:t>START DATE:</a:t>
              </a:r>
              <a:endParaRPr b="1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endParaRPr>
            </a:p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lang="en">
                  <a:solidFill>
                    <a:schemeClr val="lt2"/>
                  </a:solidFill>
                  <a:latin typeface="Inter"/>
                  <a:ea typeface="Inter"/>
                  <a:cs typeface="Inter"/>
                  <a:sym typeface="Inter"/>
                </a:rPr>
                <a:t>TREND: </a:t>
              </a:r>
              <a:endParaRPr b="1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endParaRPr>
            </a:p>
          </p:txBody>
        </p:sp>
        <p:cxnSp>
          <p:nvCxnSpPr>
            <p:cNvPr id="1108" name="Google Shape;1108;p57"/>
            <p:cNvCxnSpPr/>
            <p:nvPr/>
          </p:nvCxnSpPr>
          <p:spPr>
            <a:xfrm flipH="1" rot="10800000">
              <a:off x="7660400" y="565475"/>
              <a:ext cx="259200" cy="5700"/>
            </a:xfrm>
            <a:prstGeom prst="straightConnector1">
              <a:avLst/>
            </a:prstGeom>
            <a:noFill/>
            <a:ln cap="flat" cmpd="sng" w="28575">
              <a:solidFill>
                <a:srgbClr val="0000FF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1109" name="Google Shape;1109;p57"/>
            <p:cNvSpPr/>
            <p:nvPr/>
          </p:nvSpPr>
          <p:spPr>
            <a:xfrm>
              <a:off x="8082679" y="300675"/>
              <a:ext cx="112800" cy="108600"/>
            </a:xfrm>
            <a:prstGeom prst="ellipse">
              <a:avLst/>
            </a:prstGeom>
            <a:solidFill>
              <a:srgbClr val="FF0000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</p:grpSp>
      <p:cxnSp>
        <p:nvCxnSpPr>
          <p:cNvPr id="1110" name="Google Shape;1110;p57"/>
          <p:cNvCxnSpPr/>
          <p:nvPr/>
        </p:nvCxnSpPr>
        <p:spPr>
          <a:xfrm>
            <a:off x="1399770" y="3035844"/>
            <a:ext cx="6170100" cy="16200"/>
          </a:xfrm>
          <a:prstGeom prst="straightConnector1">
            <a:avLst/>
          </a:prstGeom>
          <a:noFill/>
          <a:ln cap="flat" cmpd="sng" w="27575">
            <a:solidFill>
              <a:schemeClr val="lt2"/>
            </a:solidFill>
            <a:prstDash val="solid"/>
            <a:round/>
            <a:headEnd len="med" w="med" type="none"/>
            <a:tailEnd len="med" w="med" type="none"/>
          </a:ln>
        </p:spPr>
      </p:cxnSp>
      <p:grpSp>
        <p:nvGrpSpPr>
          <p:cNvPr id="1111" name="Google Shape;1111;p57"/>
          <p:cNvGrpSpPr/>
          <p:nvPr/>
        </p:nvGrpSpPr>
        <p:grpSpPr>
          <a:xfrm>
            <a:off x="622972" y="969800"/>
            <a:ext cx="7898058" cy="2066042"/>
            <a:chOff x="482572" y="1017725"/>
            <a:chExt cx="7898058" cy="2066042"/>
          </a:xfrm>
        </p:grpSpPr>
        <p:sp>
          <p:nvSpPr>
            <p:cNvPr id="1112" name="Google Shape;1112;p57"/>
            <p:cNvSpPr/>
            <p:nvPr/>
          </p:nvSpPr>
          <p:spPr>
            <a:xfrm>
              <a:off x="7257800" y="1123525"/>
              <a:ext cx="112800" cy="108600"/>
            </a:xfrm>
            <a:prstGeom prst="ellipse">
              <a:avLst/>
            </a:prstGeom>
            <a:solidFill>
              <a:srgbClr val="FF0000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grpSp>
          <p:nvGrpSpPr>
            <p:cNvPr id="1113" name="Google Shape;1113;p57"/>
            <p:cNvGrpSpPr/>
            <p:nvPr/>
          </p:nvGrpSpPr>
          <p:grpSpPr>
            <a:xfrm>
              <a:off x="482572" y="1180118"/>
              <a:ext cx="7898058" cy="1903649"/>
              <a:chOff x="406025" y="1232125"/>
              <a:chExt cx="8181125" cy="1971876"/>
            </a:xfrm>
          </p:grpSpPr>
          <p:pic>
            <p:nvPicPr>
              <p:cNvPr id="1114" name="Google Shape;1114;p57"/>
              <p:cNvPicPr preferRelativeResize="0"/>
              <p:nvPr/>
            </p:nvPicPr>
            <p:blipFill>
              <a:blip r:embed="rId3">
                <a:alphaModFix/>
              </a:blip>
              <a:stretch>
                <a:fillRect/>
              </a:stretch>
            </p:blipFill>
            <p:spPr>
              <a:xfrm>
                <a:off x="406025" y="1232125"/>
                <a:ext cx="3982034" cy="1971875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1115" name="Google Shape;1115;p57"/>
              <p:cNvPicPr preferRelativeResize="0"/>
              <p:nvPr/>
            </p:nvPicPr>
            <p:blipFill>
              <a:blip r:embed="rId4">
                <a:alphaModFix/>
              </a:blip>
              <a:stretch>
                <a:fillRect/>
              </a:stretch>
            </p:blipFill>
            <p:spPr>
              <a:xfrm>
                <a:off x="4605125" y="1232125"/>
                <a:ext cx="3982025" cy="1971876"/>
              </a:xfrm>
              <a:prstGeom prst="rect">
                <a:avLst/>
              </a:prstGeom>
              <a:noFill/>
              <a:ln>
                <a:noFill/>
              </a:ln>
            </p:spPr>
          </p:pic>
        </p:grpSp>
        <p:sp>
          <p:nvSpPr>
            <p:cNvPr id="1116" name="Google Shape;1116;p57"/>
            <p:cNvSpPr/>
            <p:nvPr/>
          </p:nvSpPr>
          <p:spPr>
            <a:xfrm>
              <a:off x="998179" y="2077650"/>
              <a:ext cx="112800" cy="108600"/>
            </a:xfrm>
            <a:prstGeom prst="ellipse">
              <a:avLst/>
            </a:prstGeom>
            <a:solidFill>
              <a:srgbClr val="FF0000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1117" name="Google Shape;1117;p57"/>
            <p:cNvSpPr/>
            <p:nvPr/>
          </p:nvSpPr>
          <p:spPr>
            <a:xfrm>
              <a:off x="5058579" y="2033600"/>
              <a:ext cx="112800" cy="108600"/>
            </a:xfrm>
            <a:prstGeom prst="ellipse">
              <a:avLst/>
            </a:prstGeom>
            <a:solidFill>
              <a:srgbClr val="FF0000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1118" name="Google Shape;1118;p57"/>
            <p:cNvSpPr txBox="1"/>
            <p:nvPr/>
          </p:nvSpPr>
          <p:spPr>
            <a:xfrm>
              <a:off x="1413350" y="1017725"/>
              <a:ext cx="2194200" cy="2769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lang="en" sz="900">
                  <a:solidFill>
                    <a:schemeClr val="dk2"/>
                  </a:solidFill>
                  <a:latin typeface="Inter"/>
                  <a:ea typeface="Inter"/>
                  <a:cs typeface="Inter"/>
                  <a:sym typeface="Inter"/>
                </a:rPr>
                <a:t>Exxon </a:t>
              </a:r>
              <a:r>
                <a:rPr b="1" lang="en" sz="900">
                  <a:solidFill>
                    <a:schemeClr val="dk2"/>
                  </a:solidFill>
                  <a:latin typeface="Inter"/>
                  <a:ea typeface="Inter"/>
                  <a:cs typeface="Inter"/>
                  <a:sym typeface="Inter"/>
                </a:rPr>
                <a:t>S&amp;P500 Stats</a:t>
              </a:r>
              <a:endParaRPr b="1" sz="900">
                <a:solidFill>
                  <a:schemeClr val="dk2"/>
                </a:solidFill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1119" name="Google Shape;1119;p57"/>
            <p:cNvSpPr txBox="1"/>
            <p:nvPr/>
          </p:nvSpPr>
          <p:spPr>
            <a:xfrm>
              <a:off x="5452300" y="1017725"/>
              <a:ext cx="2194200" cy="2769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lang="en" sz="900">
                  <a:solidFill>
                    <a:schemeClr val="dk2"/>
                  </a:solidFill>
                  <a:latin typeface="Inter"/>
                  <a:ea typeface="Inter"/>
                  <a:cs typeface="Inter"/>
                  <a:sym typeface="Inter"/>
                </a:rPr>
                <a:t>Energy </a:t>
              </a:r>
              <a:r>
                <a:rPr b="1" lang="en" sz="900">
                  <a:solidFill>
                    <a:schemeClr val="dk2"/>
                  </a:solidFill>
                  <a:latin typeface="Inter"/>
                  <a:ea typeface="Inter"/>
                  <a:cs typeface="Inter"/>
                  <a:sym typeface="Inter"/>
                </a:rPr>
                <a:t>S&amp;P500 Stats</a:t>
              </a:r>
              <a:endParaRPr b="1" sz="900">
                <a:solidFill>
                  <a:schemeClr val="dk2"/>
                </a:solidFill>
                <a:latin typeface="Inter"/>
                <a:ea typeface="Inter"/>
                <a:cs typeface="Inter"/>
                <a:sym typeface="Inter"/>
              </a:endParaRPr>
            </a:p>
          </p:txBody>
        </p:sp>
      </p:grpSp>
      <p:grpSp>
        <p:nvGrpSpPr>
          <p:cNvPr id="1120" name="Google Shape;1120;p57"/>
          <p:cNvGrpSpPr/>
          <p:nvPr/>
        </p:nvGrpSpPr>
        <p:grpSpPr>
          <a:xfrm>
            <a:off x="2694246" y="3090896"/>
            <a:ext cx="3682521" cy="1975218"/>
            <a:chOff x="2509475" y="3158075"/>
            <a:chExt cx="3713341" cy="1991750"/>
          </a:xfrm>
        </p:grpSpPr>
        <p:pic>
          <p:nvPicPr>
            <p:cNvPr id="1121" name="Google Shape;1121;p57"/>
            <p:cNvPicPr preferRelativeResize="0"/>
            <p:nvPr/>
          </p:nvPicPr>
          <p:blipFill>
            <a:blip r:embed="rId5">
              <a:alphaModFix/>
            </a:blip>
            <a:stretch>
              <a:fillRect/>
            </a:stretch>
          </p:blipFill>
          <p:spPr>
            <a:xfrm>
              <a:off x="2509475" y="3311000"/>
              <a:ext cx="3713341" cy="1838825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122" name="Google Shape;1122;p57"/>
            <p:cNvSpPr/>
            <p:nvPr/>
          </p:nvSpPr>
          <p:spPr>
            <a:xfrm>
              <a:off x="3100379" y="4114650"/>
              <a:ext cx="112800" cy="108600"/>
            </a:xfrm>
            <a:prstGeom prst="ellipse">
              <a:avLst/>
            </a:prstGeom>
            <a:solidFill>
              <a:srgbClr val="FF0000"/>
            </a:solidFill>
            <a:ln cap="flat" cmpd="sng" w="9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0650" lIns="90650" spcFirstLastPara="1" rIns="90650" wrap="square" tIns="9065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388"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1123" name="Google Shape;1123;p57"/>
            <p:cNvSpPr txBox="1"/>
            <p:nvPr/>
          </p:nvSpPr>
          <p:spPr>
            <a:xfrm>
              <a:off x="3396200" y="3158075"/>
              <a:ext cx="2194200" cy="2769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txBody>
            <a:bodyPr anchorCtr="0" anchor="t" bIns="90650" lIns="90650" spcFirstLastPara="1" rIns="90650" wrap="square" tIns="9065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lang="en" sz="893">
                  <a:solidFill>
                    <a:schemeClr val="dk2"/>
                  </a:solidFill>
                  <a:latin typeface="Inter"/>
                  <a:ea typeface="Inter"/>
                  <a:cs typeface="Inter"/>
                  <a:sym typeface="Inter"/>
                </a:rPr>
                <a:t>S&amp;P500 Stats</a:t>
              </a:r>
              <a:endParaRPr b="1" sz="893">
                <a:solidFill>
                  <a:schemeClr val="dk2"/>
                </a:solidFill>
                <a:latin typeface="Inter"/>
                <a:ea typeface="Inter"/>
                <a:cs typeface="Inter"/>
                <a:sym typeface="Inter"/>
              </a:endParaRPr>
            </a:p>
          </p:txBody>
        </p:sp>
      </p:grp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127" name="Shape 11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8" name="Google Shape;1128;p58"/>
          <p:cNvSpPr txBox="1"/>
          <p:nvPr>
            <p:ph type="title"/>
          </p:nvPr>
        </p:nvSpPr>
        <p:spPr>
          <a:xfrm>
            <a:off x="3239225" y="755700"/>
            <a:ext cx="5337900" cy="3632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/>
              <a:t>Do defense stocks rise during or after war? Look at the defense sector’s return and behavior relative to the S&amp;P 500 from 2 months  before each onset trading day to 2 months after?</a:t>
            </a:r>
            <a:endParaRPr sz="2000"/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000"/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000"/>
          </a:p>
        </p:txBody>
      </p:sp>
      <p:sp>
        <p:nvSpPr>
          <p:cNvPr id="1129" name="Google Shape;1129;p58"/>
          <p:cNvSpPr txBox="1"/>
          <p:nvPr>
            <p:ph idx="2" type="title"/>
          </p:nvPr>
        </p:nvSpPr>
        <p:spPr>
          <a:xfrm>
            <a:off x="1227150" y="754863"/>
            <a:ext cx="2076000" cy="1083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07</a:t>
            </a:r>
            <a:endParaRPr/>
          </a:p>
        </p:txBody>
      </p:sp>
      <p:sp>
        <p:nvSpPr>
          <p:cNvPr id="1130" name="Google Shape;1130;p58"/>
          <p:cNvSpPr/>
          <p:nvPr/>
        </p:nvSpPr>
        <p:spPr>
          <a:xfrm rot="1913091">
            <a:off x="-904286" y="2414166"/>
            <a:ext cx="3710747" cy="3662319"/>
          </a:xfrm>
          <a:custGeom>
            <a:rect b="b" l="l" r="r" t="t"/>
            <a:pathLst>
              <a:path extrusionOk="0" h="116764" w="118308">
                <a:moveTo>
                  <a:pt x="85119" y="611"/>
                </a:moveTo>
                <a:cubicBezTo>
                  <a:pt x="85338" y="611"/>
                  <a:pt x="85543" y="623"/>
                  <a:pt x="85725" y="623"/>
                </a:cubicBezTo>
                <a:lnTo>
                  <a:pt x="85850" y="623"/>
                </a:lnTo>
                <a:lnTo>
                  <a:pt x="86596" y="722"/>
                </a:lnTo>
                <a:cubicBezTo>
                  <a:pt x="87119" y="772"/>
                  <a:pt x="87642" y="871"/>
                  <a:pt x="88214" y="971"/>
                </a:cubicBezTo>
                <a:cubicBezTo>
                  <a:pt x="88314" y="996"/>
                  <a:pt x="88389" y="996"/>
                  <a:pt x="88488" y="1021"/>
                </a:cubicBezTo>
                <a:cubicBezTo>
                  <a:pt x="88861" y="1095"/>
                  <a:pt x="89260" y="1195"/>
                  <a:pt x="89633" y="1270"/>
                </a:cubicBezTo>
                <a:cubicBezTo>
                  <a:pt x="89807" y="1320"/>
                  <a:pt x="89982" y="1369"/>
                  <a:pt x="90131" y="1394"/>
                </a:cubicBezTo>
                <a:cubicBezTo>
                  <a:pt x="90230" y="1444"/>
                  <a:pt x="90305" y="1469"/>
                  <a:pt x="90380" y="1469"/>
                </a:cubicBezTo>
                <a:cubicBezTo>
                  <a:pt x="90547" y="1493"/>
                  <a:pt x="90691" y="1562"/>
                  <a:pt x="90812" y="1590"/>
                </a:cubicBezTo>
                <a:lnTo>
                  <a:pt x="90812" y="1590"/>
                </a:lnTo>
                <a:cubicBezTo>
                  <a:pt x="90120" y="1441"/>
                  <a:pt x="89428" y="1269"/>
                  <a:pt x="88712" y="1145"/>
                </a:cubicBezTo>
                <a:cubicBezTo>
                  <a:pt x="88637" y="1145"/>
                  <a:pt x="88563" y="1120"/>
                  <a:pt x="88488" y="1120"/>
                </a:cubicBezTo>
                <a:lnTo>
                  <a:pt x="87940" y="1021"/>
                </a:lnTo>
                <a:cubicBezTo>
                  <a:pt x="87219" y="896"/>
                  <a:pt x="86273" y="772"/>
                  <a:pt x="85451" y="697"/>
                </a:cubicBezTo>
                <a:lnTo>
                  <a:pt x="84904" y="623"/>
                </a:lnTo>
                <a:lnTo>
                  <a:pt x="84779" y="623"/>
                </a:lnTo>
                <a:cubicBezTo>
                  <a:pt x="84895" y="614"/>
                  <a:pt x="85009" y="611"/>
                  <a:pt x="85119" y="611"/>
                </a:cubicBezTo>
                <a:close/>
                <a:moveTo>
                  <a:pt x="81195" y="573"/>
                </a:moveTo>
                <a:cubicBezTo>
                  <a:pt x="81693" y="573"/>
                  <a:pt x="82216" y="598"/>
                  <a:pt x="82713" y="598"/>
                </a:cubicBezTo>
                <a:cubicBezTo>
                  <a:pt x="79726" y="598"/>
                  <a:pt x="76590" y="971"/>
                  <a:pt x="73304" y="1718"/>
                </a:cubicBezTo>
                <a:cubicBezTo>
                  <a:pt x="73155" y="1718"/>
                  <a:pt x="72981" y="1718"/>
                  <a:pt x="72807" y="1743"/>
                </a:cubicBezTo>
                <a:cubicBezTo>
                  <a:pt x="75744" y="1071"/>
                  <a:pt x="78532" y="697"/>
                  <a:pt x="81195" y="573"/>
                </a:cubicBezTo>
                <a:close/>
                <a:moveTo>
                  <a:pt x="80996" y="349"/>
                </a:moveTo>
                <a:cubicBezTo>
                  <a:pt x="81245" y="349"/>
                  <a:pt x="81469" y="349"/>
                  <a:pt x="81718" y="374"/>
                </a:cubicBezTo>
                <a:cubicBezTo>
                  <a:pt x="81568" y="374"/>
                  <a:pt x="81369" y="374"/>
                  <a:pt x="81220" y="399"/>
                </a:cubicBezTo>
                <a:lnTo>
                  <a:pt x="80747" y="399"/>
                </a:lnTo>
                <a:cubicBezTo>
                  <a:pt x="80025" y="399"/>
                  <a:pt x="79378" y="423"/>
                  <a:pt x="78781" y="473"/>
                </a:cubicBezTo>
                <a:cubicBezTo>
                  <a:pt x="77113" y="548"/>
                  <a:pt x="74997" y="747"/>
                  <a:pt x="73504" y="921"/>
                </a:cubicBezTo>
                <a:cubicBezTo>
                  <a:pt x="72309" y="1095"/>
                  <a:pt x="70790" y="1369"/>
                  <a:pt x="70019" y="1519"/>
                </a:cubicBezTo>
                <a:cubicBezTo>
                  <a:pt x="69397" y="1643"/>
                  <a:pt x="68799" y="1768"/>
                  <a:pt x="68202" y="1917"/>
                </a:cubicBezTo>
                <a:lnTo>
                  <a:pt x="67903" y="1917"/>
                </a:lnTo>
                <a:cubicBezTo>
                  <a:pt x="68177" y="1817"/>
                  <a:pt x="68451" y="1743"/>
                  <a:pt x="68749" y="1693"/>
                </a:cubicBezTo>
                <a:lnTo>
                  <a:pt x="68799" y="1693"/>
                </a:lnTo>
                <a:cubicBezTo>
                  <a:pt x="70542" y="1270"/>
                  <a:pt x="72184" y="996"/>
                  <a:pt x="73678" y="797"/>
                </a:cubicBezTo>
                <a:cubicBezTo>
                  <a:pt x="75146" y="623"/>
                  <a:pt x="77113" y="473"/>
                  <a:pt x="78706" y="374"/>
                </a:cubicBezTo>
                <a:cubicBezTo>
                  <a:pt x="79204" y="349"/>
                  <a:pt x="79702" y="349"/>
                  <a:pt x="80125" y="349"/>
                </a:cubicBezTo>
                <a:close/>
                <a:moveTo>
                  <a:pt x="77586" y="697"/>
                </a:moveTo>
                <a:cubicBezTo>
                  <a:pt x="75669" y="946"/>
                  <a:pt x="73728" y="1320"/>
                  <a:pt x="71662" y="1817"/>
                </a:cubicBezTo>
                <a:cubicBezTo>
                  <a:pt x="71064" y="1867"/>
                  <a:pt x="70492" y="1942"/>
                  <a:pt x="69870" y="1992"/>
                </a:cubicBezTo>
                <a:cubicBezTo>
                  <a:pt x="69546" y="1942"/>
                  <a:pt x="69247" y="1892"/>
                  <a:pt x="68924" y="1892"/>
                </a:cubicBezTo>
                <a:cubicBezTo>
                  <a:pt x="69272" y="1817"/>
                  <a:pt x="69646" y="1743"/>
                  <a:pt x="70019" y="1693"/>
                </a:cubicBezTo>
                <a:cubicBezTo>
                  <a:pt x="70815" y="1519"/>
                  <a:pt x="72309" y="1220"/>
                  <a:pt x="73504" y="1095"/>
                </a:cubicBezTo>
                <a:cubicBezTo>
                  <a:pt x="74649" y="946"/>
                  <a:pt x="76167" y="822"/>
                  <a:pt x="77586" y="697"/>
                </a:cubicBezTo>
                <a:close/>
                <a:moveTo>
                  <a:pt x="72284" y="1942"/>
                </a:moveTo>
                <a:cubicBezTo>
                  <a:pt x="72184" y="1967"/>
                  <a:pt x="72035" y="1992"/>
                  <a:pt x="71911" y="2016"/>
                </a:cubicBezTo>
                <a:cubicBezTo>
                  <a:pt x="71736" y="2016"/>
                  <a:pt x="71537" y="2066"/>
                  <a:pt x="71363" y="2066"/>
                </a:cubicBezTo>
                <a:cubicBezTo>
                  <a:pt x="71463" y="2016"/>
                  <a:pt x="71562" y="1992"/>
                  <a:pt x="71687" y="1967"/>
                </a:cubicBezTo>
                <a:cubicBezTo>
                  <a:pt x="71886" y="1942"/>
                  <a:pt x="72110" y="1942"/>
                  <a:pt x="72284" y="1942"/>
                </a:cubicBezTo>
                <a:close/>
                <a:moveTo>
                  <a:pt x="68508" y="2070"/>
                </a:moveTo>
                <a:cubicBezTo>
                  <a:pt x="68737" y="2070"/>
                  <a:pt x="68967" y="2099"/>
                  <a:pt x="69173" y="2116"/>
                </a:cubicBezTo>
                <a:cubicBezTo>
                  <a:pt x="69073" y="2116"/>
                  <a:pt x="68973" y="2141"/>
                  <a:pt x="68874" y="2141"/>
                </a:cubicBezTo>
                <a:cubicBezTo>
                  <a:pt x="68712" y="2128"/>
                  <a:pt x="68557" y="2122"/>
                  <a:pt x="68401" y="2122"/>
                </a:cubicBezTo>
                <a:cubicBezTo>
                  <a:pt x="68245" y="2122"/>
                  <a:pt x="68090" y="2128"/>
                  <a:pt x="67928" y="2141"/>
                </a:cubicBezTo>
                <a:cubicBezTo>
                  <a:pt x="68028" y="2116"/>
                  <a:pt x="68127" y="2116"/>
                  <a:pt x="68202" y="2091"/>
                </a:cubicBezTo>
                <a:cubicBezTo>
                  <a:pt x="68302" y="2076"/>
                  <a:pt x="68405" y="2070"/>
                  <a:pt x="68508" y="2070"/>
                </a:cubicBezTo>
                <a:close/>
                <a:moveTo>
                  <a:pt x="69870" y="2166"/>
                </a:moveTo>
                <a:cubicBezTo>
                  <a:pt x="69919" y="2216"/>
                  <a:pt x="70019" y="2216"/>
                  <a:pt x="70069" y="2216"/>
                </a:cubicBezTo>
                <a:cubicBezTo>
                  <a:pt x="70019" y="2216"/>
                  <a:pt x="69919" y="2240"/>
                  <a:pt x="69870" y="2240"/>
                </a:cubicBezTo>
                <a:cubicBezTo>
                  <a:pt x="69795" y="2240"/>
                  <a:pt x="69695" y="2216"/>
                  <a:pt x="69646" y="2216"/>
                </a:cubicBezTo>
                <a:cubicBezTo>
                  <a:pt x="69695" y="2216"/>
                  <a:pt x="69795" y="2166"/>
                  <a:pt x="69870" y="2166"/>
                </a:cubicBezTo>
                <a:close/>
                <a:moveTo>
                  <a:pt x="70691" y="2340"/>
                </a:moveTo>
                <a:cubicBezTo>
                  <a:pt x="70666" y="2340"/>
                  <a:pt x="70591" y="2365"/>
                  <a:pt x="70566" y="2365"/>
                </a:cubicBezTo>
                <a:cubicBezTo>
                  <a:pt x="70558" y="2365"/>
                  <a:pt x="70547" y="2362"/>
                  <a:pt x="70535" y="2359"/>
                </a:cubicBezTo>
                <a:lnTo>
                  <a:pt x="70535" y="2359"/>
                </a:lnTo>
                <a:cubicBezTo>
                  <a:pt x="70537" y="2359"/>
                  <a:pt x="70539" y="2359"/>
                  <a:pt x="70542" y="2359"/>
                </a:cubicBezTo>
                <a:cubicBezTo>
                  <a:pt x="70573" y="2359"/>
                  <a:pt x="70604" y="2352"/>
                  <a:pt x="70641" y="2340"/>
                </a:cubicBezTo>
                <a:close/>
                <a:moveTo>
                  <a:pt x="67057" y="2141"/>
                </a:moveTo>
                <a:cubicBezTo>
                  <a:pt x="66310" y="2340"/>
                  <a:pt x="65663" y="2514"/>
                  <a:pt x="65041" y="2713"/>
                </a:cubicBezTo>
                <a:cubicBezTo>
                  <a:pt x="65140" y="2664"/>
                  <a:pt x="65190" y="2639"/>
                  <a:pt x="65290" y="2614"/>
                </a:cubicBezTo>
                <a:cubicBezTo>
                  <a:pt x="65314" y="2614"/>
                  <a:pt x="65339" y="2589"/>
                  <a:pt x="65389" y="2589"/>
                </a:cubicBezTo>
                <a:cubicBezTo>
                  <a:pt x="65762" y="2464"/>
                  <a:pt x="66136" y="2340"/>
                  <a:pt x="66509" y="2240"/>
                </a:cubicBezTo>
                <a:cubicBezTo>
                  <a:pt x="66559" y="2240"/>
                  <a:pt x="66634" y="2216"/>
                  <a:pt x="66683" y="2216"/>
                </a:cubicBezTo>
                <a:lnTo>
                  <a:pt x="66708" y="2216"/>
                </a:lnTo>
                <a:cubicBezTo>
                  <a:pt x="66833" y="2166"/>
                  <a:pt x="66932" y="2166"/>
                  <a:pt x="67057" y="2141"/>
                </a:cubicBezTo>
                <a:close/>
                <a:moveTo>
                  <a:pt x="67729" y="2340"/>
                </a:moveTo>
                <a:cubicBezTo>
                  <a:pt x="67007" y="2464"/>
                  <a:pt x="66211" y="2639"/>
                  <a:pt x="65439" y="2838"/>
                </a:cubicBezTo>
                <a:cubicBezTo>
                  <a:pt x="65812" y="2713"/>
                  <a:pt x="66161" y="2589"/>
                  <a:pt x="66559" y="2514"/>
                </a:cubicBezTo>
                <a:cubicBezTo>
                  <a:pt x="66932" y="2440"/>
                  <a:pt x="67331" y="2365"/>
                  <a:pt x="67729" y="2340"/>
                </a:cubicBezTo>
                <a:close/>
                <a:moveTo>
                  <a:pt x="82881" y="760"/>
                </a:moveTo>
                <a:cubicBezTo>
                  <a:pt x="84830" y="760"/>
                  <a:pt x="86687" y="922"/>
                  <a:pt x="88438" y="1245"/>
                </a:cubicBezTo>
                <a:cubicBezTo>
                  <a:pt x="88538" y="1270"/>
                  <a:pt x="88613" y="1270"/>
                  <a:pt x="88712" y="1320"/>
                </a:cubicBezTo>
                <a:cubicBezTo>
                  <a:pt x="89135" y="1394"/>
                  <a:pt x="89608" y="1494"/>
                  <a:pt x="90006" y="1618"/>
                </a:cubicBezTo>
                <a:cubicBezTo>
                  <a:pt x="89795" y="1606"/>
                  <a:pt x="89577" y="1600"/>
                  <a:pt x="89356" y="1600"/>
                </a:cubicBezTo>
                <a:cubicBezTo>
                  <a:pt x="89135" y="1600"/>
                  <a:pt x="88911" y="1606"/>
                  <a:pt x="88687" y="1618"/>
                </a:cubicBezTo>
                <a:cubicBezTo>
                  <a:pt x="86646" y="1718"/>
                  <a:pt x="84630" y="2191"/>
                  <a:pt x="82713" y="2987"/>
                </a:cubicBezTo>
                <a:cubicBezTo>
                  <a:pt x="80302" y="2136"/>
                  <a:pt x="77643" y="1689"/>
                  <a:pt x="74737" y="1689"/>
                </a:cubicBezTo>
                <a:cubicBezTo>
                  <a:pt x="74584" y="1689"/>
                  <a:pt x="74430" y="1690"/>
                  <a:pt x="74275" y="1693"/>
                </a:cubicBezTo>
                <a:cubicBezTo>
                  <a:pt x="77298" y="1071"/>
                  <a:pt x="80178" y="760"/>
                  <a:pt x="82881" y="760"/>
                </a:cubicBezTo>
                <a:close/>
                <a:moveTo>
                  <a:pt x="89362" y="1797"/>
                </a:moveTo>
                <a:cubicBezTo>
                  <a:pt x="89882" y="1797"/>
                  <a:pt x="90392" y="1832"/>
                  <a:pt x="90903" y="1867"/>
                </a:cubicBezTo>
                <a:cubicBezTo>
                  <a:pt x="91027" y="1867"/>
                  <a:pt x="91102" y="1892"/>
                  <a:pt x="91201" y="1942"/>
                </a:cubicBezTo>
                <a:cubicBezTo>
                  <a:pt x="90670" y="1875"/>
                  <a:pt x="90128" y="1842"/>
                  <a:pt x="89575" y="1842"/>
                </a:cubicBezTo>
                <a:cubicBezTo>
                  <a:pt x="89298" y="1842"/>
                  <a:pt x="89019" y="1851"/>
                  <a:pt x="88737" y="1867"/>
                </a:cubicBezTo>
                <a:cubicBezTo>
                  <a:pt x="86820" y="1967"/>
                  <a:pt x="84929" y="2390"/>
                  <a:pt x="83087" y="3112"/>
                </a:cubicBezTo>
                <a:cubicBezTo>
                  <a:pt x="83062" y="3112"/>
                  <a:pt x="83012" y="3087"/>
                  <a:pt x="82987" y="3087"/>
                </a:cubicBezTo>
                <a:cubicBezTo>
                  <a:pt x="84854" y="2340"/>
                  <a:pt x="86795" y="1892"/>
                  <a:pt x="88712" y="1817"/>
                </a:cubicBezTo>
                <a:cubicBezTo>
                  <a:pt x="88931" y="1803"/>
                  <a:pt x="89147" y="1797"/>
                  <a:pt x="89362" y="1797"/>
                </a:cubicBezTo>
                <a:close/>
                <a:moveTo>
                  <a:pt x="74489" y="1870"/>
                </a:moveTo>
                <a:cubicBezTo>
                  <a:pt x="77392" y="1870"/>
                  <a:pt x="80073" y="2278"/>
                  <a:pt x="82464" y="3112"/>
                </a:cubicBezTo>
                <a:cubicBezTo>
                  <a:pt x="82464" y="3112"/>
                  <a:pt x="82440" y="3137"/>
                  <a:pt x="82390" y="3137"/>
                </a:cubicBezTo>
                <a:cubicBezTo>
                  <a:pt x="80063" y="2319"/>
                  <a:pt x="77437" y="1925"/>
                  <a:pt x="74599" y="1925"/>
                </a:cubicBezTo>
                <a:cubicBezTo>
                  <a:pt x="74067" y="1925"/>
                  <a:pt x="73527" y="1939"/>
                  <a:pt x="72981" y="1967"/>
                </a:cubicBezTo>
                <a:cubicBezTo>
                  <a:pt x="73080" y="1917"/>
                  <a:pt x="73180" y="1892"/>
                  <a:pt x="73304" y="1892"/>
                </a:cubicBezTo>
                <a:cubicBezTo>
                  <a:pt x="73703" y="1877"/>
                  <a:pt x="74098" y="1870"/>
                  <a:pt x="74489" y="1870"/>
                </a:cubicBezTo>
                <a:close/>
                <a:moveTo>
                  <a:pt x="82763" y="3211"/>
                </a:moveTo>
                <a:cubicBezTo>
                  <a:pt x="82813" y="3211"/>
                  <a:pt x="82838" y="3236"/>
                  <a:pt x="82863" y="3236"/>
                </a:cubicBezTo>
                <a:cubicBezTo>
                  <a:pt x="82838" y="3236"/>
                  <a:pt x="82813" y="3261"/>
                  <a:pt x="82763" y="3261"/>
                </a:cubicBezTo>
                <a:lnTo>
                  <a:pt x="82738" y="3261"/>
                </a:lnTo>
                <a:cubicBezTo>
                  <a:pt x="82713" y="3236"/>
                  <a:pt x="82688" y="3236"/>
                  <a:pt x="82688" y="3236"/>
                </a:cubicBezTo>
                <a:cubicBezTo>
                  <a:pt x="82713" y="3236"/>
                  <a:pt x="82738" y="3211"/>
                  <a:pt x="82763" y="3211"/>
                </a:cubicBezTo>
                <a:close/>
                <a:moveTo>
                  <a:pt x="68874" y="2340"/>
                </a:moveTo>
                <a:cubicBezTo>
                  <a:pt x="68949" y="2340"/>
                  <a:pt x="69048" y="2340"/>
                  <a:pt x="69173" y="2365"/>
                </a:cubicBezTo>
                <a:cubicBezTo>
                  <a:pt x="67555" y="2614"/>
                  <a:pt x="65912" y="2962"/>
                  <a:pt x="64219" y="3385"/>
                </a:cubicBezTo>
                <a:cubicBezTo>
                  <a:pt x="64294" y="3336"/>
                  <a:pt x="64393" y="3311"/>
                  <a:pt x="64468" y="3261"/>
                </a:cubicBezTo>
                <a:cubicBezTo>
                  <a:pt x="65962" y="2888"/>
                  <a:pt x="67430" y="2589"/>
                  <a:pt x="68874" y="2340"/>
                </a:cubicBezTo>
                <a:close/>
                <a:moveTo>
                  <a:pt x="93466" y="2315"/>
                </a:moveTo>
                <a:cubicBezTo>
                  <a:pt x="93541" y="2340"/>
                  <a:pt x="93591" y="2340"/>
                  <a:pt x="93665" y="2365"/>
                </a:cubicBezTo>
                <a:cubicBezTo>
                  <a:pt x="93790" y="2390"/>
                  <a:pt x="93914" y="2464"/>
                  <a:pt x="94064" y="2489"/>
                </a:cubicBezTo>
                <a:lnTo>
                  <a:pt x="94636" y="2664"/>
                </a:lnTo>
                <a:cubicBezTo>
                  <a:pt x="95034" y="2788"/>
                  <a:pt x="95408" y="2962"/>
                  <a:pt x="95781" y="3137"/>
                </a:cubicBezTo>
                <a:cubicBezTo>
                  <a:pt x="95831" y="3186"/>
                  <a:pt x="95906" y="3211"/>
                  <a:pt x="95931" y="3211"/>
                </a:cubicBezTo>
                <a:lnTo>
                  <a:pt x="96304" y="3385"/>
                </a:lnTo>
                <a:cubicBezTo>
                  <a:pt x="95308" y="2987"/>
                  <a:pt x="94412" y="2639"/>
                  <a:pt x="93566" y="2390"/>
                </a:cubicBezTo>
                <a:lnTo>
                  <a:pt x="93392" y="2315"/>
                </a:lnTo>
                <a:close/>
                <a:moveTo>
                  <a:pt x="63746" y="3460"/>
                </a:moveTo>
                <a:cubicBezTo>
                  <a:pt x="63697" y="3485"/>
                  <a:pt x="63647" y="3510"/>
                  <a:pt x="63572" y="3585"/>
                </a:cubicBezTo>
                <a:cubicBezTo>
                  <a:pt x="63522" y="3585"/>
                  <a:pt x="63448" y="3585"/>
                  <a:pt x="63373" y="3609"/>
                </a:cubicBezTo>
                <a:cubicBezTo>
                  <a:pt x="63448" y="3585"/>
                  <a:pt x="63473" y="3560"/>
                  <a:pt x="63547" y="3510"/>
                </a:cubicBezTo>
                <a:cubicBezTo>
                  <a:pt x="63597" y="3485"/>
                  <a:pt x="63696" y="3485"/>
                  <a:pt x="63746" y="3460"/>
                </a:cubicBezTo>
                <a:close/>
                <a:moveTo>
                  <a:pt x="64194" y="2888"/>
                </a:moveTo>
                <a:lnTo>
                  <a:pt x="64194" y="2888"/>
                </a:lnTo>
                <a:cubicBezTo>
                  <a:pt x="64169" y="2937"/>
                  <a:pt x="64095" y="2937"/>
                  <a:pt x="64070" y="2962"/>
                </a:cubicBezTo>
                <a:lnTo>
                  <a:pt x="64045" y="2962"/>
                </a:lnTo>
                <a:cubicBezTo>
                  <a:pt x="63995" y="2987"/>
                  <a:pt x="63970" y="2987"/>
                  <a:pt x="63921" y="3012"/>
                </a:cubicBezTo>
                <a:cubicBezTo>
                  <a:pt x="62651" y="3410"/>
                  <a:pt x="61805" y="3709"/>
                  <a:pt x="61606" y="3784"/>
                </a:cubicBezTo>
                <a:cubicBezTo>
                  <a:pt x="61207" y="3958"/>
                  <a:pt x="60809" y="4107"/>
                  <a:pt x="60436" y="4232"/>
                </a:cubicBezTo>
                <a:cubicBezTo>
                  <a:pt x="60183" y="4316"/>
                  <a:pt x="59918" y="4412"/>
                  <a:pt x="59643" y="4504"/>
                </a:cubicBezTo>
                <a:lnTo>
                  <a:pt x="59643" y="4504"/>
                </a:lnTo>
                <a:cubicBezTo>
                  <a:pt x="60223" y="4283"/>
                  <a:pt x="60869" y="4040"/>
                  <a:pt x="61606" y="3759"/>
                </a:cubicBezTo>
                <a:cubicBezTo>
                  <a:pt x="61680" y="3734"/>
                  <a:pt x="61855" y="3684"/>
                  <a:pt x="62103" y="3585"/>
                </a:cubicBezTo>
                <a:cubicBezTo>
                  <a:pt x="62651" y="3385"/>
                  <a:pt x="63348" y="3161"/>
                  <a:pt x="64194" y="2888"/>
                </a:cubicBezTo>
                <a:close/>
                <a:moveTo>
                  <a:pt x="83087" y="3311"/>
                </a:moveTo>
                <a:cubicBezTo>
                  <a:pt x="84257" y="3759"/>
                  <a:pt x="85377" y="4331"/>
                  <a:pt x="86372" y="4978"/>
                </a:cubicBezTo>
                <a:cubicBezTo>
                  <a:pt x="86347" y="5003"/>
                  <a:pt x="86323" y="5003"/>
                  <a:pt x="86298" y="5003"/>
                </a:cubicBezTo>
                <a:cubicBezTo>
                  <a:pt x="85302" y="4356"/>
                  <a:pt x="84182" y="3809"/>
                  <a:pt x="82987" y="3336"/>
                </a:cubicBezTo>
                <a:cubicBezTo>
                  <a:pt x="83012" y="3336"/>
                  <a:pt x="83062" y="3311"/>
                  <a:pt x="83087" y="3311"/>
                </a:cubicBezTo>
                <a:close/>
                <a:moveTo>
                  <a:pt x="68899" y="2589"/>
                </a:moveTo>
                <a:lnTo>
                  <a:pt x="68899" y="2589"/>
                </a:lnTo>
                <a:cubicBezTo>
                  <a:pt x="66659" y="3261"/>
                  <a:pt x="64369" y="4082"/>
                  <a:pt x="62054" y="5078"/>
                </a:cubicBezTo>
                <a:cubicBezTo>
                  <a:pt x="62552" y="4555"/>
                  <a:pt x="63074" y="4107"/>
                  <a:pt x="63647" y="3734"/>
                </a:cubicBezTo>
                <a:cubicBezTo>
                  <a:pt x="65439" y="3236"/>
                  <a:pt x="67181" y="2863"/>
                  <a:pt x="68899" y="2589"/>
                </a:cubicBezTo>
                <a:close/>
                <a:moveTo>
                  <a:pt x="86621" y="5202"/>
                </a:moveTo>
                <a:cubicBezTo>
                  <a:pt x="86671" y="5227"/>
                  <a:pt x="86696" y="5227"/>
                  <a:pt x="86721" y="5252"/>
                </a:cubicBezTo>
                <a:lnTo>
                  <a:pt x="86621" y="5252"/>
                </a:lnTo>
                <a:cubicBezTo>
                  <a:pt x="86596" y="5227"/>
                  <a:pt x="86571" y="5202"/>
                  <a:pt x="86547" y="5202"/>
                </a:cubicBezTo>
                <a:close/>
                <a:moveTo>
                  <a:pt x="63099" y="3858"/>
                </a:moveTo>
                <a:lnTo>
                  <a:pt x="63099" y="3858"/>
                </a:lnTo>
                <a:cubicBezTo>
                  <a:pt x="62576" y="4257"/>
                  <a:pt x="62079" y="4730"/>
                  <a:pt x="61606" y="5227"/>
                </a:cubicBezTo>
                <a:cubicBezTo>
                  <a:pt x="61556" y="5252"/>
                  <a:pt x="61506" y="5252"/>
                  <a:pt x="61456" y="5302"/>
                </a:cubicBezTo>
                <a:cubicBezTo>
                  <a:pt x="61929" y="4754"/>
                  <a:pt x="62402" y="4331"/>
                  <a:pt x="62925" y="3933"/>
                </a:cubicBezTo>
                <a:cubicBezTo>
                  <a:pt x="62975" y="3883"/>
                  <a:pt x="63049" y="3883"/>
                  <a:pt x="63099" y="3858"/>
                </a:cubicBezTo>
                <a:close/>
                <a:moveTo>
                  <a:pt x="69994" y="2464"/>
                </a:moveTo>
                <a:cubicBezTo>
                  <a:pt x="70044" y="2464"/>
                  <a:pt x="70118" y="2489"/>
                  <a:pt x="70168" y="2489"/>
                </a:cubicBezTo>
                <a:cubicBezTo>
                  <a:pt x="67380" y="3261"/>
                  <a:pt x="64518" y="4306"/>
                  <a:pt x="61581" y="5551"/>
                </a:cubicBezTo>
                <a:cubicBezTo>
                  <a:pt x="61606" y="5476"/>
                  <a:pt x="61680" y="5451"/>
                  <a:pt x="61705" y="5377"/>
                </a:cubicBezTo>
                <a:cubicBezTo>
                  <a:pt x="64543" y="4207"/>
                  <a:pt x="67281" y="3236"/>
                  <a:pt x="69994" y="2464"/>
                </a:cubicBezTo>
                <a:close/>
                <a:moveTo>
                  <a:pt x="89101" y="2013"/>
                </a:moveTo>
                <a:cubicBezTo>
                  <a:pt x="90165" y="2013"/>
                  <a:pt x="91191" y="2109"/>
                  <a:pt x="92197" y="2265"/>
                </a:cubicBezTo>
                <a:cubicBezTo>
                  <a:pt x="94387" y="3062"/>
                  <a:pt x="96279" y="4182"/>
                  <a:pt x="97897" y="5551"/>
                </a:cubicBezTo>
                <a:cubicBezTo>
                  <a:pt x="97573" y="5476"/>
                  <a:pt x="97300" y="5377"/>
                  <a:pt x="97001" y="5327"/>
                </a:cubicBezTo>
                <a:cubicBezTo>
                  <a:pt x="96702" y="5252"/>
                  <a:pt x="96428" y="5227"/>
                  <a:pt x="96179" y="5202"/>
                </a:cubicBezTo>
                <a:cubicBezTo>
                  <a:pt x="95806" y="5128"/>
                  <a:pt x="95408" y="5078"/>
                  <a:pt x="95034" y="5003"/>
                </a:cubicBezTo>
                <a:cubicBezTo>
                  <a:pt x="94586" y="4954"/>
                  <a:pt x="94163" y="4929"/>
                  <a:pt x="93715" y="4879"/>
                </a:cubicBezTo>
                <a:cubicBezTo>
                  <a:pt x="93466" y="4854"/>
                  <a:pt x="93217" y="4829"/>
                  <a:pt x="92944" y="4829"/>
                </a:cubicBezTo>
                <a:cubicBezTo>
                  <a:pt x="92222" y="4804"/>
                  <a:pt x="91525" y="4754"/>
                  <a:pt x="90778" y="4754"/>
                </a:cubicBezTo>
                <a:cubicBezTo>
                  <a:pt x="90031" y="4754"/>
                  <a:pt x="89285" y="4804"/>
                  <a:pt x="88488" y="4829"/>
                </a:cubicBezTo>
                <a:cubicBezTo>
                  <a:pt x="88040" y="4854"/>
                  <a:pt x="87542" y="4879"/>
                  <a:pt x="87069" y="4954"/>
                </a:cubicBezTo>
                <a:cubicBezTo>
                  <a:pt x="86945" y="4954"/>
                  <a:pt x="86820" y="4978"/>
                  <a:pt x="86671" y="4978"/>
                </a:cubicBezTo>
                <a:cubicBezTo>
                  <a:pt x="85626" y="4306"/>
                  <a:pt x="84555" y="3709"/>
                  <a:pt x="83336" y="3211"/>
                </a:cubicBezTo>
                <a:cubicBezTo>
                  <a:pt x="85078" y="2514"/>
                  <a:pt x="86920" y="2116"/>
                  <a:pt x="88737" y="2016"/>
                </a:cubicBezTo>
                <a:cubicBezTo>
                  <a:pt x="88859" y="2014"/>
                  <a:pt x="88980" y="2013"/>
                  <a:pt x="89101" y="2013"/>
                </a:cubicBezTo>
                <a:close/>
                <a:moveTo>
                  <a:pt x="93317" y="2514"/>
                </a:moveTo>
                <a:cubicBezTo>
                  <a:pt x="93441" y="2564"/>
                  <a:pt x="93541" y="2589"/>
                  <a:pt x="93665" y="2614"/>
                </a:cubicBezTo>
                <a:cubicBezTo>
                  <a:pt x="95433" y="3435"/>
                  <a:pt x="97026" y="4456"/>
                  <a:pt x="98395" y="5675"/>
                </a:cubicBezTo>
                <a:cubicBezTo>
                  <a:pt x="98345" y="5675"/>
                  <a:pt x="98295" y="5626"/>
                  <a:pt x="98270" y="5626"/>
                </a:cubicBezTo>
                <a:cubicBezTo>
                  <a:pt x="96827" y="4356"/>
                  <a:pt x="95184" y="3311"/>
                  <a:pt x="93317" y="2514"/>
                </a:cubicBezTo>
                <a:close/>
                <a:moveTo>
                  <a:pt x="61332" y="5551"/>
                </a:moveTo>
                <a:lnTo>
                  <a:pt x="61332" y="5551"/>
                </a:lnTo>
                <a:cubicBezTo>
                  <a:pt x="61307" y="5601"/>
                  <a:pt x="61232" y="5626"/>
                  <a:pt x="61207" y="5700"/>
                </a:cubicBezTo>
                <a:cubicBezTo>
                  <a:pt x="61183" y="5725"/>
                  <a:pt x="61108" y="5750"/>
                  <a:pt x="61083" y="5750"/>
                </a:cubicBezTo>
                <a:cubicBezTo>
                  <a:pt x="61108" y="5700"/>
                  <a:pt x="61183" y="5675"/>
                  <a:pt x="61207" y="5601"/>
                </a:cubicBezTo>
                <a:cubicBezTo>
                  <a:pt x="61232" y="5576"/>
                  <a:pt x="61307" y="5576"/>
                  <a:pt x="61332" y="5551"/>
                </a:cubicBezTo>
                <a:close/>
                <a:moveTo>
                  <a:pt x="90728" y="4978"/>
                </a:moveTo>
                <a:cubicBezTo>
                  <a:pt x="91475" y="4978"/>
                  <a:pt x="92197" y="5003"/>
                  <a:pt x="92869" y="5053"/>
                </a:cubicBezTo>
                <a:cubicBezTo>
                  <a:pt x="93242" y="5078"/>
                  <a:pt x="93591" y="5103"/>
                  <a:pt x="93939" y="5128"/>
                </a:cubicBezTo>
                <a:cubicBezTo>
                  <a:pt x="94288" y="5178"/>
                  <a:pt x="94611" y="5202"/>
                  <a:pt x="94935" y="5227"/>
                </a:cubicBezTo>
                <a:cubicBezTo>
                  <a:pt x="95433" y="5302"/>
                  <a:pt x="95931" y="5377"/>
                  <a:pt x="96428" y="5476"/>
                </a:cubicBezTo>
                <a:cubicBezTo>
                  <a:pt x="96578" y="5501"/>
                  <a:pt x="96727" y="5501"/>
                  <a:pt x="96901" y="5551"/>
                </a:cubicBezTo>
                <a:cubicBezTo>
                  <a:pt x="97324" y="5626"/>
                  <a:pt x="97723" y="5725"/>
                  <a:pt x="98146" y="5825"/>
                </a:cubicBezTo>
                <a:lnTo>
                  <a:pt x="98180" y="5870"/>
                </a:lnTo>
                <a:lnTo>
                  <a:pt x="98180" y="5870"/>
                </a:lnTo>
                <a:cubicBezTo>
                  <a:pt x="97761" y="5748"/>
                  <a:pt x="97319" y="5674"/>
                  <a:pt x="96876" y="5576"/>
                </a:cubicBezTo>
                <a:cubicBezTo>
                  <a:pt x="96652" y="5551"/>
                  <a:pt x="96403" y="5501"/>
                  <a:pt x="96179" y="5476"/>
                </a:cubicBezTo>
                <a:cubicBezTo>
                  <a:pt x="95781" y="5427"/>
                  <a:pt x="95383" y="5327"/>
                  <a:pt x="94935" y="5277"/>
                </a:cubicBezTo>
                <a:lnTo>
                  <a:pt x="93914" y="5202"/>
                </a:lnTo>
                <a:cubicBezTo>
                  <a:pt x="93566" y="5153"/>
                  <a:pt x="93267" y="5128"/>
                  <a:pt x="92894" y="5103"/>
                </a:cubicBezTo>
                <a:cubicBezTo>
                  <a:pt x="92197" y="5078"/>
                  <a:pt x="91475" y="5028"/>
                  <a:pt x="90778" y="5028"/>
                </a:cubicBezTo>
                <a:cubicBezTo>
                  <a:pt x="90031" y="5028"/>
                  <a:pt x="89285" y="5078"/>
                  <a:pt x="88538" y="5103"/>
                </a:cubicBezTo>
                <a:cubicBezTo>
                  <a:pt x="88164" y="5128"/>
                  <a:pt x="87791" y="5153"/>
                  <a:pt x="87368" y="5202"/>
                </a:cubicBezTo>
                <a:cubicBezTo>
                  <a:pt x="87244" y="5202"/>
                  <a:pt x="87094" y="5227"/>
                  <a:pt x="86970" y="5227"/>
                </a:cubicBezTo>
                <a:cubicBezTo>
                  <a:pt x="86945" y="5202"/>
                  <a:pt x="86920" y="5202"/>
                  <a:pt x="86870" y="5178"/>
                </a:cubicBezTo>
                <a:lnTo>
                  <a:pt x="86945" y="5178"/>
                </a:lnTo>
                <a:cubicBezTo>
                  <a:pt x="87468" y="5103"/>
                  <a:pt x="87965" y="5078"/>
                  <a:pt x="88463" y="5053"/>
                </a:cubicBezTo>
                <a:cubicBezTo>
                  <a:pt x="89235" y="5003"/>
                  <a:pt x="89982" y="4978"/>
                  <a:pt x="90728" y="4978"/>
                </a:cubicBezTo>
                <a:close/>
                <a:moveTo>
                  <a:pt x="62975" y="3684"/>
                </a:moveTo>
                <a:lnTo>
                  <a:pt x="62975" y="3684"/>
                </a:lnTo>
                <a:cubicBezTo>
                  <a:pt x="62925" y="3709"/>
                  <a:pt x="62900" y="3734"/>
                  <a:pt x="62825" y="3809"/>
                </a:cubicBezTo>
                <a:cubicBezTo>
                  <a:pt x="60809" y="4381"/>
                  <a:pt x="58743" y="5103"/>
                  <a:pt x="56627" y="5974"/>
                </a:cubicBezTo>
                <a:cubicBezTo>
                  <a:pt x="57723" y="5501"/>
                  <a:pt x="58868" y="5053"/>
                  <a:pt x="60560" y="4431"/>
                </a:cubicBezTo>
                <a:cubicBezTo>
                  <a:pt x="61357" y="4132"/>
                  <a:pt x="62178" y="3883"/>
                  <a:pt x="62975" y="3684"/>
                </a:cubicBezTo>
                <a:close/>
                <a:moveTo>
                  <a:pt x="98544" y="5924"/>
                </a:moveTo>
                <a:cubicBezTo>
                  <a:pt x="98569" y="5924"/>
                  <a:pt x="98644" y="5949"/>
                  <a:pt x="98669" y="5949"/>
                </a:cubicBezTo>
                <a:lnTo>
                  <a:pt x="98768" y="6049"/>
                </a:lnTo>
                <a:cubicBezTo>
                  <a:pt x="98718" y="6049"/>
                  <a:pt x="98693" y="6049"/>
                  <a:pt x="98669" y="5999"/>
                </a:cubicBezTo>
                <a:lnTo>
                  <a:pt x="98619" y="5999"/>
                </a:lnTo>
                <a:cubicBezTo>
                  <a:pt x="98619" y="5949"/>
                  <a:pt x="98569" y="5924"/>
                  <a:pt x="98544" y="5924"/>
                </a:cubicBezTo>
                <a:close/>
                <a:moveTo>
                  <a:pt x="94960" y="3062"/>
                </a:moveTo>
                <a:lnTo>
                  <a:pt x="94960" y="3062"/>
                </a:lnTo>
                <a:cubicBezTo>
                  <a:pt x="96752" y="3734"/>
                  <a:pt x="98370" y="4754"/>
                  <a:pt x="99789" y="6074"/>
                </a:cubicBezTo>
                <a:cubicBezTo>
                  <a:pt x="99490" y="5974"/>
                  <a:pt x="99166" y="5850"/>
                  <a:pt x="98868" y="5800"/>
                </a:cubicBezTo>
                <a:cubicBezTo>
                  <a:pt x="98818" y="5800"/>
                  <a:pt x="98793" y="5800"/>
                  <a:pt x="98768" y="5750"/>
                </a:cubicBezTo>
                <a:cubicBezTo>
                  <a:pt x="97648" y="4705"/>
                  <a:pt x="96379" y="3809"/>
                  <a:pt x="94960" y="3062"/>
                </a:cubicBezTo>
                <a:close/>
                <a:moveTo>
                  <a:pt x="74446" y="2122"/>
                </a:moveTo>
                <a:cubicBezTo>
                  <a:pt x="77248" y="2122"/>
                  <a:pt x="79829" y="2490"/>
                  <a:pt x="82141" y="3261"/>
                </a:cubicBezTo>
                <a:cubicBezTo>
                  <a:pt x="80498" y="4008"/>
                  <a:pt x="78930" y="5003"/>
                  <a:pt x="77486" y="6198"/>
                </a:cubicBezTo>
                <a:cubicBezTo>
                  <a:pt x="75520" y="4306"/>
                  <a:pt x="73479" y="3012"/>
                  <a:pt x="71388" y="2365"/>
                </a:cubicBezTo>
                <a:cubicBezTo>
                  <a:pt x="71562" y="2315"/>
                  <a:pt x="71761" y="2265"/>
                  <a:pt x="71935" y="2216"/>
                </a:cubicBezTo>
                <a:cubicBezTo>
                  <a:pt x="72790" y="2154"/>
                  <a:pt x="73628" y="2122"/>
                  <a:pt x="74446" y="2122"/>
                </a:cubicBezTo>
                <a:close/>
                <a:moveTo>
                  <a:pt x="97449" y="4082"/>
                </a:moveTo>
                <a:cubicBezTo>
                  <a:pt x="97648" y="4182"/>
                  <a:pt x="97822" y="4257"/>
                  <a:pt x="97996" y="4331"/>
                </a:cubicBezTo>
                <a:cubicBezTo>
                  <a:pt x="98818" y="4879"/>
                  <a:pt x="99614" y="5501"/>
                  <a:pt x="100311" y="6223"/>
                </a:cubicBezTo>
                <a:cubicBezTo>
                  <a:pt x="100286" y="6223"/>
                  <a:pt x="100237" y="6198"/>
                  <a:pt x="100187" y="6198"/>
                </a:cubicBezTo>
                <a:cubicBezTo>
                  <a:pt x="99365" y="5377"/>
                  <a:pt x="98445" y="4655"/>
                  <a:pt x="97449" y="4082"/>
                </a:cubicBezTo>
                <a:close/>
                <a:moveTo>
                  <a:pt x="71064" y="2464"/>
                </a:moveTo>
                <a:cubicBezTo>
                  <a:pt x="73180" y="3062"/>
                  <a:pt x="75321" y="4356"/>
                  <a:pt x="77362" y="6323"/>
                </a:cubicBezTo>
                <a:cubicBezTo>
                  <a:pt x="77312" y="6323"/>
                  <a:pt x="77312" y="6347"/>
                  <a:pt x="77287" y="6347"/>
                </a:cubicBezTo>
                <a:cubicBezTo>
                  <a:pt x="75246" y="4381"/>
                  <a:pt x="73105" y="3087"/>
                  <a:pt x="70940" y="2489"/>
                </a:cubicBezTo>
                <a:cubicBezTo>
                  <a:pt x="70990" y="2489"/>
                  <a:pt x="71015" y="2464"/>
                  <a:pt x="71064" y="2464"/>
                </a:cubicBezTo>
                <a:close/>
                <a:moveTo>
                  <a:pt x="82440" y="3361"/>
                </a:moveTo>
                <a:cubicBezTo>
                  <a:pt x="82464" y="3361"/>
                  <a:pt x="82489" y="3385"/>
                  <a:pt x="82514" y="3385"/>
                </a:cubicBezTo>
                <a:cubicBezTo>
                  <a:pt x="80822" y="4107"/>
                  <a:pt x="79204" y="5128"/>
                  <a:pt x="77660" y="6372"/>
                </a:cubicBezTo>
                <a:lnTo>
                  <a:pt x="77636" y="6347"/>
                </a:lnTo>
                <a:cubicBezTo>
                  <a:pt x="79129" y="5103"/>
                  <a:pt x="80747" y="4107"/>
                  <a:pt x="82440" y="3361"/>
                </a:cubicBezTo>
                <a:close/>
                <a:moveTo>
                  <a:pt x="99067" y="6049"/>
                </a:moveTo>
                <a:lnTo>
                  <a:pt x="99067" y="6049"/>
                </a:lnTo>
                <a:cubicBezTo>
                  <a:pt x="99415" y="6123"/>
                  <a:pt x="99764" y="6248"/>
                  <a:pt x="100112" y="6347"/>
                </a:cubicBezTo>
                <a:lnTo>
                  <a:pt x="100187" y="6447"/>
                </a:lnTo>
                <a:cubicBezTo>
                  <a:pt x="100162" y="6447"/>
                  <a:pt x="100112" y="6447"/>
                  <a:pt x="100038" y="6422"/>
                </a:cubicBezTo>
                <a:cubicBezTo>
                  <a:pt x="99764" y="6323"/>
                  <a:pt x="99490" y="6223"/>
                  <a:pt x="99166" y="6123"/>
                </a:cubicBezTo>
                <a:lnTo>
                  <a:pt x="99067" y="6049"/>
                </a:lnTo>
                <a:close/>
                <a:moveTo>
                  <a:pt x="77486" y="6447"/>
                </a:moveTo>
                <a:lnTo>
                  <a:pt x="77511" y="6472"/>
                </a:lnTo>
                <a:cubicBezTo>
                  <a:pt x="77486" y="6472"/>
                  <a:pt x="77486" y="6497"/>
                  <a:pt x="77461" y="6497"/>
                </a:cubicBezTo>
                <a:lnTo>
                  <a:pt x="77412" y="6472"/>
                </a:lnTo>
                <a:cubicBezTo>
                  <a:pt x="77461" y="6472"/>
                  <a:pt x="77461" y="6447"/>
                  <a:pt x="77486" y="6447"/>
                </a:cubicBezTo>
                <a:close/>
                <a:moveTo>
                  <a:pt x="82763" y="3460"/>
                </a:moveTo>
                <a:cubicBezTo>
                  <a:pt x="83933" y="3883"/>
                  <a:pt x="85003" y="4431"/>
                  <a:pt x="85999" y="5053"/>
                </a:cubicBezTo>
                <a:cubicBezTo>
                  <a:pt x="83410" y="5352"/>
                  <a:pt x="80722" y="5875"/>
                  <a:pt x="77984" y="6621"/>
                </a:cubicBezTo>
                <a:lnTo>
                  <a:pt x="77810" y="6472"/>
                </a:lnTo>
                <a:cubicBezTo>
                  <a:pt x="79353" y="5227"/>
                  <a:pt x="81021" y="4207"/>
                  <a:pt x="82763" y="3460"/>
                </a:cubicBezTo>
                <a:close/>
                <a:moveTo>
                  <a:pt x="77660" y="6621"/>
                </a:moveTo>
                <a:lnTo>
                  <a:pt x="77760" y="6721"/>
                </a:lnTo>
                <a:cubicBezTo>
                  <a:pt x="77735" y="6721"/>
                  <a:pt x="77710" y="6721"/>
                  <a:pt x="77710" y="6746"/>
                </a:cubicBezTo>
                <a:lnTo>
                  <a:pt x="77611" y="6671"/>
                </a:lnTo>
                <a:cubicBezTo>
                  <a:pt x="77636" y="6671"/>
                  <a:pt x="77636" y="6621"/>
                  <a:pt x="77660" y="6621"/>
                </a:cubicBezTo>
                <a:close/>
                <a:moveTo>
                  <a:pt x="86248" y="5227"/>
                </a:moveTo>
                <a:cubicBezTo>
                  <a:pt x="86298" y="5252"/>
                  <a:pt x="86323" y="5252"/>
                  <a:pt x="86347" y="5302"/>
                </a:cubicBezTo>
                <a:lnTo>
                  <a:pt x="86298" y="5302"/>
                </a:lnTo>
                <a:cubicBezTo>
                  <a:pt x="85725" y="5352"/>
                  <a:pt x="85128" y="5451"/>
                  <a:pt x="84580" y="5501"/>
                </a:cubicBezTo>
                <a:cubicBezTo>
                  <a:pt x="84381" y="5551"/>
                  <a:pt x="84207" y="5576"/>
                  <a:pt x="83983" y="5601"/>
                </a:cubicBezTo>
                <a:cubicBezTo>
                  <a:pt x="83236" y="5725"/>
                  <a:pt x="82464" y="5850"/>
                  <a:pt x="81718" y="5999"/>
                </a:cubicBezTo>
                <a:lnTo>
                  <a:pt x="81693" y="5999"/>
                </a:lnTo>
                <a:cubicBezTo>
                  <a:pt x="80523" y="6248"/>
                  <a:pt x="79353" y="6547"/>
                  <a:pt x="78158" y="6845"/>
                </a:cubicBezTo>
                <a:cubicBezTo>
                  <a:pt x="78133" y="6845"/>
                  <a:pt x="78108" y="6820"/>
                  <a:pt x="78108" y="6820"/>
                </a:cubicBezTo>
                <a:cubicBezTo>
                  <a:pt x="80896" y="6074"/>
                  <a:pt x="83609" y="5501"/>
                  <a:pt x="86223" y="5227"/>
                </a:cubicBezTo>
                <a:close/>
                <a:moveTo>
                  <a:pt x="77262" y="6596"/>
                </a:moveTo>
                <a:cubicBezTo>
                  <a:pt x="77287" y="6621"/>
                  <a:pt x="77337" y="6621"/>
                  <a:pt x="77337" y="6671"/>
                </a:cubicBezTo>
                <a:cubicBezTo>
                  <a:pt x="77237" y="6746"/>
                  <a:pt x="77138" y="6820"/>
                  <a:pt x="77038" y="6920"/>
                </a:cubicBezTo>
                <a:cubicBezTo>
                  <a:pt x="76988" y="6920"/>
                  <a:pt x="76963" y="6945"/>
                  <a:pt x="76889" y="6945"/>
                </a:cubicBezTo>
                <a:cubicBezTo>
                  <a:pt x="77013" y="6820"/>
                  <a:pt x="77138" y="6721"/>
                  <a:pt x="77262" y="6596"/>
                </a:cubicBezTo>
                <a:close/>
                <a:moveTo>
                  <a:pt x="77636" y="6945"/>
                </a:moveTo>
                <a:lnTo>
                  <a:pt x="77660" y="6970"/>
                </a:lnTo>
                <a:cubicBezTo>
                  <a:pt x="77461" y="7044"/>
                  <a:pt x="77262" y="7094"/>
                  <a:pt x="77038" y="7169"/>
                </a:cubicBezTo>
                <a:lnTo>
                  <a:pt x="77138" y="7069"/>
                </a:lnTo>
                <a:cubicBezTo>
                  <a:pt x="77287" y="7044"/>
                  <a:pt x="77461" y="6970"/>
                  <a:pt x="77636" y="6945"/>
                </a:cubicBezTo>
                <a:close/>
                <a:moveTo>
                  <a:pt x="76715" y="7194"/>
                </a:moveTo>
                <a:lnTo>
                  <a:pt x="76615" y="7268"/>
                </a:lnTo>
                <a:cubicBezTo>
                  <a:pt x="76590" y="7293"/>
                  <a:pt x="76540" y="7293"/>
                  <a:pt x="76491" y="7318"/>
                </a:cubicBezTo>
                <a:lnTo>
                  <a:pt x="76590" y="7219"/>
                </a:lnTo>
                <a:cubicBezTo>
                  <a:pt x="76640" y="7219"/>
                  <a:pt x="76665" y="7194"/>
                  <a:pt x="76715" y="7194"/>
                </a:cubicBezTo>
                <a:close/>
                <a:moveTo>
                  <a:pt x="99067" y="4879"/>
                </a:moveTo>
                <a:lnTo>
                  <a:pt x="99067" y="4879"/>
                </a:lnTo>
                <a:cubicBezTo>
                  <a:pt x="99316" y="5003"/>
                  <a:pt x="99540" y="5128"/>
                  <a:pt x="99814" y="5252"/>
                </a:cubicBezTo>
                <a:cubicBezTo>
                  <a:pt x="100784" y="5775"/>
                  <a:pt x="102054" y="6572"/>
                  <a:pt x="103497" y="7592"/>
                </a:cubicBezTo>
                <a:cubicBezTo>
                  <a:pt x="103099" y="7418"/>
                  <a:pt x="102726" y="7194"/>
                  <a:pt x="102352" y="7044"/>
                </a:cubicBezTo>
                <a:cubicBezTo>
                  <a:pt x="102228" y="6970"/>
                  <a:pt x="102054" y="6920"/>
                  <a:pt x="101904" y="6845"/>
                </a:cubicBezTo>
                <a:cubicBezTo>
                  <a:pt x="101531" y="6696"/>
                  <a:pt x="101133" y="6497"/>
                  <a:pt x="100759" y="6372"/>
                </a:cubicBezTo>
                <a:cubicBezTo>
                  <a:pt x="100237" y="5825"/>
                  <a:pt x="99664" y="5327"/>
                  <a:pt x="99067" y="4879"/>
                </a:cubicBezTo>
                <a:close/>
                <a:moveTo>
                  <a:pt x="97648" y="3933"/>
                </a:moveTo>
                <a:cubicBezTo>
                  <a:pt x="97698" y="3933"/>
                  <a:pt x="97797" y="3958"/>
                  <a:pt x="97897" y="4008"/>
                </a:cubicBezTo>
                <a:cubicBezTo>
                  <a:pt x="98021" y="4082"/>
                  <a:pt x="98146" y="4132"/>
                  <a:pt x="98295" y="4207"/>
                </a:cubicBezTo>
                <a:lnTo>
                  <a:pt x="99042" y="4580"/>
                </a:lnTo>
                <a:cubicBezTo>
                  <a:pt x="99166" y="4630"/>
                  <a:pt x="99266" y="4705"/>
                  <a:pt x="99390" y="4754"/>
                </a:cubicBezTo>
                <a:cubicBezTo>
                  <a:pt x="100411" y="5327"/>
                  <a:pt x="101431" y="5924"/>
                  <a:pt x="102402" y="6572"/>
                </a:cubicBezTo>
                <a:cubicBezTo>
                  <a:pt x="102402" y="6572"/>
                  <a:pt x="102427" y="6572"/>
                  <a:pt x="102427" y="6596"/>
                </a:cubicBezTo>
                <a:cubicBezTo>
                  <a:pt x="102726" y="6796"/>
                  <a:pt x="103000" y="6970"/>
                  <a:pt x="103249" y="7144"/>
                </a:cubicBezTo>
                <a:lnTo>
                  <a:pt x="105115" y="8563"/>
                </a:lnTo>
                <a:cubicBezTo>
                  <a:pt x="105120" y="8568"/>
                  <a:pt x="105125" y="8573"/>
                  <a:pt x="105131" y="8578"/>
                </a:cubicBezTo>
                <a:lnTo>
                  <a:pt x="105131" y="8578"/>
                </a:lnTo>
                <a:cubicBezTo>
                  <a:pt x="105094" y="8558"/>
                  <a:pt x="105059" y="8532"/>
                  <a:pt x="105016" y="8488"/>
                </a:cubicBezTo>
                <a:lnTo>
                  <a:pt x="104966" y="8488"/>
                </a:lnTo>
                <a:cubicBezTo>
                  <a:pt x="104866" y="8438"/>
                  <a:pt x="104792" y="8413"/>
                  <a:pt x="104717" y="8339"/>
                </a:cubicBezTo>
                <a:cubicBezTo>
                  <a:pt x="102800" y="6820"/>
                  <a:pt x="101058" y="5750"/>
                  <a:pt x="99863" y="5103"/>
                </a:cubicBezTo>
                <a:cubicBezTo>
                  <a:pt x="99241" y="4754"/>
                  <a:pt x="98644" y="4456"/>
                  <a:pt x="98046" y="4207"/>
                </a:cubicBezTo>
                <a:cubicBezTo>
                  <a:pt x="97996" y="4132"/>
                  <a:pt x="97897" y="4107"/>
                  <a:pt x="97822" y="4058"/>
                </a:cubicBezTo>
                <a:cubicBezTo>
                  <a:pt x="97772" y="4008"/>
                  <a:pt x="97698" y="3958"/>
                  <a:pt x="97648" y="3933"/>
                </a:cubicBezTo>
                <a:close/>
                <a:moveTo>
                  <a:pt x="101033" y="6696"/>
                </a:moveTo>
                <a:lnTo>
                  <a:pt x="101033" y="6696"/>
                </a:lnTo>
                <a:cubicBezTo>
                  <a:pt x="101431" y="6845"/>
                  <a:pt x="101855" y="6995"/>
                  <a:pt x="102228" y="7144"/>
                </a:cubicBezTo>
                <a:cubicBezTo>
                  <a:pt x="103049" y="7542"/>
                  <a:pt x="103846" y="7990"/>
                  <a:pt x="104618" y="8463"/>
                </a:cubicBezTo>
                <a:cubicBezTo>
                  <a:pt x="104742" y="8563"/>
                  <a:pt x="104891" y="8687"/>
                  <a:pt x="105016" y="8787"/>
                </a:cubicBezTo>
                <a:lnTo>
                  <a:pt x="104742" y="8588"/>
                </a:lnTo>
                <a:cubicBezTo>
                  <a:pt x="104369" y="8339"/>
                  <a:pt x="104020" y="8115"/>
                  <a:pt x="103622" y="7891"/>
                </a:cubicBezTo>
                <a:cubicBezTo>
                  <a:pt x="103522" y="7841"/>
                  <a:pt x="103398" y="7766"/>
                  <a:pt x="103273" y="7741"/>
                </a:cubicBezTo>
                <a:cubicBezTo>
                  <a:pt x="102875" y="7517"/>
                  <a:pt x="102452" y="7343"/>
                  <a:pt x="102054" y="7144"/>
                </a:cubicBezTo>
                <a:cubicBezTo>
                  <a:pt x="101929" y="7094"/>
                  <a:pt x="101805" y="7069"/>
                  <a:pt x="101730" y="6995"/>
                </a:cubicBezTo>
                <a:cubicBezTo>
                  <a:pt x="101531" y="6920"/>
                  <a:pt x="101307" y="6845"/>
                  <a:pt x="101133" y="6746"/>
                </a:cubicBezTo>
                <a:cubicBezTo>
                  <a:pt x="101133" y="6760"/>
                  <a:pt x="101126" y="6766"/>
                  <a:pt x="101117" y="6766"/>
                </a:cubicBezTo>
                <a:cubicBezTo>
                  <a:pt x="101093" y="6766"/>
                  <a:pt x="101051" y="6731"/>
                  <a:pt x="101033" y="6696"/>
                </a:cubicBezTo>
                <a:close/>
                <a:moveTo>
                  <a:pt x="76217" y="7318"/>
                </a:moveTo>
                <a:lnTo>
                  <a:pt x="76217" y="7318"/>
                </a:lnTo>
                <a:cubicBezTo>
                  <a:pt x="76167" y="7368"/>
                  <a:pt x="76142" y="7418"/>
                  <a:pt x="76117" y="7418"/>
                </a:cubicBezTo>
                <a:cubicBezTo>
                  <a:pt x="74674" y="7841"/>
                  <a:pt x="73230" y="8339"/>
                  <a:pt x="71761" y="8911"/>
                </a:cubicBezTo>
                <a:cubicBezTo>
                  <a:pt x="71736" y="8911"/>
                  <a:pt x="71687" y="8911"/>
                  <a:pt x="71662" y="8861"/>
                </a:cubicBezTo>
                <a:cubicBezTo>
                  <a:pt x="73180" y="8289"/>
                  <a:pt x="74723" y="7766"/>
                  <a:pt x="76217" y="7318"/>
                </a:cubicBezTo>
                <a:close/>
                <a:moveTo>
                  <a:pt x="71239" y="9011"/>
                </a:moveTo>
                <a:cubicBezTo>
                  <a:pt x="71263" y="9011"/>
                  <a:pt x="71288" y="9061"/>
                  <a:pt x="71363" y="9061"/>
                </a:cubicBezTo>
                <a:lnTo>
                  <a:pt x="71288" y="9061"/>
                </a:lnTo>
                <a:cubicBezTo>
                  <a:pt x="71263" y="9061"/>
                  <a:pt x="71263" y="9061"/>
                  <a:pt x="71214" y="9085"/>
                </a:cubicBezTo>
                <a:lnTo>
                  <a:pt x="71164" y="9085"/>
                </a:lnTo>
                <a:cubicBezTo>
                  <a:pt x="71164" y="9085"/>
                  <a:pt x="71189" y="9085"/>
                  <a:pt x="71189" y="9061"/>
                </a:cubicBezTo>
                <a:cubicBezTo>
                  <a:pt x="71189" y="9061"/>
                  <a:pt x="71239" y="9061"/>
                  <a:pt x="71239" y="9011"/>
                </a:cubicBezTo>
                <a:close/>
                <a:moveTo>
                  <a:pt x="75769" y="7766"/>
                </a:moveTo>
                <a:lnTo>
                  <a:pt x="75769" y="7766"/>
                </a:lnTo>
                <a:cubicBezTo>
                  <a:pt x="75196" y="8314"/>
                  <a:pt x="74674" y="8936"/>
                  <a:pt x="74151" y="9583"/>
                </a:cubicBezTo>
                <a:cubicBezTo>
                  <a:pt x="74126" y="9583"/>
                  <a:pt x="74101" y="9558"/>
                  <a:pt x="74051" y="9558"/>
                </a:cubicBezTo>
                <a:cubicBezTo>
                  <a:pt x="74026" y="9534"/>
                  <a:pt x="73952" y="9534"/>
                  <a:pt x="73902" y="9534"/>
                </a:cubicBezTo>
                <a:cubicBezTo>
                  <a:pt x="73529" y="9409"/>
                  <a:pt x="73155" y="9310"/>
                  <a:pt x="72782" y="9185"/>
                </a:cubicBezTo>
                <a:cubicBezTo>
                  <a:pt x="72757" y="9185"/>
                  <a:pt x="72707" y="9185"/>
                  <a:pt x="72682" y="9135"/>
                </a:cubicBezTo>
                <a:cubicBezTo>
                  <a:pt x="72583" y="9110"/>
                  <a:pt x="72458" y="9085"/>
                  <a:pt x="72384" y="9085"/>
                </a:cubicBezTo>
                <a:cubicBezTo>
                  <a:pt x="72284" y="9061"/>
                  <a:pt x="72184" y="9011"/>
                  <a:pt x="72060" y="9011"/>
                </a:cubicBezTo>
                <a:cubicBezTo>
                  <a:pt x="73304" y="8563"/>
                  <a:pt x="74549" y="8140"/>
                  <a:pt x="75769" y="7766"/>
                </a:cubicBezTo>
                <a:close/>
                <a:moveTo>
                  <a:pt x="76291" y="7592"/>
                </a:moveTo>
                <a:cubicBezTo>
                  <a:pt x="75644" y="8214"/>
                  <a:pt x="74997" y="8936"/>
                  <a:pt x="74400" y="9683"/>
                </a:cubicBezTo>
                <a:cubicBezTo>
                  <a:pt x="74375" y="9683"/>
                  <a:pt x="74375" y="9658"/>
                  <a:pt x="74350" y="9658"/>
                </a:cubicBezTo>
                <a:cubicBezTo>
                  <a:pt x="74922" y="8936"/>
                  <a:pt x="75545" y="8239"/>
                  <a:pt x="76167" y="7617"/>
                </a:cubicBezTo>
                <a:cubicBezTo>
                  <a:pt x="76217" y="7617"/>
                  <a:pt x="76267" y="7592"/>
                  <a:pt x="76291" y="7592"/>
                </a:cubicBezTo>
                <a:close/>
                <a:moveTo>
                  <a:pt x="70566" y="2589"/>
                </a:moveTo>
                <a:cubicBezTo>
                  <a:pt x="72782" y="3112"/>
                  <a:pt x="75022" y="4431"/>
                  <a:pt x="77163" y="6472"/>
                </a:cubicBezTo>
                <a:cubicBezTo>
                  <a:pt x="76963" y="6671"/>
                  <a:pt x="76739" y="6845"/>
                  <a:pt x="76515" y="7069"/>
                </a:cubicBezTo>
                <a:cubicBezTo>
                  <a:pt x="74773" y="7592"/>
                  <a:pt x="73031" y="8189"/>
                  <a:pt x="71263" y="8861"/>
                </a:cubicBezTo>
                <a:lnTo>
                  <a:pt x="71164" y="8861"/>
                </a:lnTo>
                <a:cubicBezTo>
                  <a:pt x="71114" y="8861"/>
                  <a:pt x="71039" y="8837"/>
                  <a:pt x="70940" y="8837"/>
                </a:cubicBezTo>
                <a:cubicBezTo>
                  <a:pt x="70542" y="8762"/>
                  <a:pt x="70118" y="8712"/>
                  <a:pt x="69670" y="8687"/>
                </a:cubicBezTo>
                <a:cubicBezTo>
                  <a:pt x="69571" y="8687"/>
                  <a:pt x="69471" y="8637"/>
                  <a:pt x="69397" y="8637"/>
                </a:cubicBezTo>
                <a:lnTo>
                  <a:pt x="69247" y="8637"/>
                </a:lnTo>
                <a:cubicBezTo>
                  <a:pt x="68675" y="8613"/>
                  <a:pt x="68102" y="8588"/>
                  <a:pt x="67530" y="8588"/>
                </a:cubicBezTo>
                <a:cubicBezTo>
                  <a:pt x="67057" y="8588"/>
                  <a:pt x="66584" y="8613"/>
                  <a:pt x="66136" y="8613"/>
                </a:cubicBezTo>
                <a:cubicBezTo>
                  <a:pt x="65862" y="8613"/>
                  <a:pt x="65613" y="8637"/>
                  <a:pt x="65389" y="8687"/>
                </a:cubicBezTo>
                <a:cubicBezTo>
                  <a:pt x="65165" y="8712"/>
                  <a:pt x="64966" y="8712"/>
                  <a:pt x="64767" y="8737"/>
                </a:cubicBezTo>
                <a:cubicBezTo>
                  <a:pt x="64418" y="8787"/>
                  <a:pt x="64045" y="8812"/>
                  <a:pt x="63697" y="8861"/>
                </a:cubicBezTo>
                <a:cubicBezTo>
                  <a:pt x="63647" y="8861"/>
                  <a:pt x="63547" y="8911"/>
                  <a:pt x="63473" y="8911"/>
                </a:cubicBezTo>
                <a:cubicBezTo>
                  <a:pt x="63348" y="8911"/>
                  <a:pt x="63273" y="8936"/>
                  <a:pt x="63149" y="8961"/>
                </a:cubicBezTo>
                <a:cubicBezTo>
                  <a:pt x="62427" y="9061"/>
                  <a:pt x="61680" y="9210"/>
                  <a:pt x="60934" y="9359"/>
                </a:cubicBezTo>
                <a:cubicBezTo>
                  <a:pt x="60336" y="9484"/>
                  <a:pt x="59739" y="9608"/>
                  <a:pt x="59166" y="9782"/>
                </a:cubicBezTo>
                <a:cubicBezTo>
                  <a:pt x="59739" y="8214"/>
                  <a:pt x="60461" y="6945"/>
                  <a:pt x="61332" y="5850"/>
                </a:cubicBezTo>
                <a:cubicBezTo>
                  <a:pt x="64468" y="4481"/>
                  <a:pt x="67580" y="3385"/>
                  <a:pt x="70566" y="2589"/>
                </a:cubicBezTo>
                <a:close/>
                <a:moveTo>
                  <a:pt x="71736" y="9110"/>
                </a:moveTo>
                <a:cubicBezTo>
                  <a:pt x="72533" y="9285"/>
                  <a:pt x="73280" y="9459"/>
                  <a:pt x="74026" y="9733"/>
                </a:cubicBezTo>
                <a:lnTo>
                  <a:pt x="74001" y="9782"/>
                </a:lnTo>
                <a:cubicBezTo>
                  <a:pt x="73902" y="9733"/>
                  <a:pt x="73827" y="9708"/>
                  <a:pt x="73753" y="9708"/>
                </a:cubicBezTo>
                <a:cubicBezTo>
                  <a:pt x="73578" y="9658"/>
                  <a:pt x="73429" y="9608"/>
                  <a:pt x="73255" y="9558"/>
                </a:cubicBezTo>
                <a:cubicBezTo>
                  <a:pt x="73080" y="9484"/>
                  <a:pt x="72906" y="9459"/>
                  <a:pt x="72757" y="9434"/>
                </a:cubicBezTo>
                <a:cubicBezTo>
                  <a:pt x="72707" y="9434"/>
                  <a:pt x="72682" y="9409"/>
                  <a:pt x="72657" y="9409"/>
                </a:cubicBezTo>
                <a:lnTo>
                  <a:pt x="72632" y="9409"/>
                </a:lnTo>
                <a:cubicBezTo>
                  <a:pt x="72458" y="9359"/>
                  <a:pt x="72284" y="9310"/>
                  <a:pt x="72135" y="9285"/>
                </a:cubicBezTo>
                <a:cubicBezTo>
                  <a:pt x="71935" y="9235"/>
                  <a:pt x="71786" y="9185"/>
                  <a:pt x="71662" y="9160"/>
                </a:cubicBezTo>
                <a:cubicBezTo>
                  <a:pt x="71687" y="9160"/>
                  <a:pt x="71687" y="9160"/>
                  <a:pt x="71736" y="9110"/>
                </a:cubicBezTo>
                <a:close/>
                <a:moveTo>
                  <a:pt x="60983" y="5999"/>
                </a:moveTo>
                <a:cubicBezTo>
                  <a:pt x="60187" y="7069"/>
                  <a:pt x="59490" y="8339"/>
                  <a:pt x="58942" y="9782"/>
                </a:cubicBezTo>
                <a:cubicBezTo>
                  <a:pt x="58922" y="9782"/>
                  <a:pt x="58884" y="9782"/>
                  <a:pt x="58872" y="9796"/>
                </a:cubicBezTo>
                <a:lnTo>
                  <a:pt x="58872" y="9796"/>
                </a:lnTo>
                <a:cubicBezTo>
                  <a:pt x="59419" y="8357"/>
                  <a:pt x="60089" y="7116"/>
                  <a:pt x="60859" y="6074"/>
                </a:cubicBezTo>
                <a:cubicBezTo>
                  <a:pt x="60909" y="6049"/>
                  <a:pt x="60934" y="6049"/>
                  <a:pt x="60983" y="5999"/>
                </a:cubicBezTo>
                <a:close/>
                <a:moveTo>
                  <a:pt x="106582" y="9856"/>
                </a:moveTo>
                <a:lnTo>
                  <a:pt x="106582" y="9856"/>
                </a:lnTo>
                <a:cubicBezTo>
                  <a:pt x="106582" y="9857"/>
                  <a:pt x="106583" y="9857"/>
                  <a:pt x="106584" y="9857"/>
                </a:cubicBezTo>
                <a:cubicBezTo>
                  <a:pt x="106595" y="9857"/>
                  <a:pt x="106601" y="9867"/>
                  <a:pt x="106607" y="9878"/>
                </a:cubicBezTo>
                <a:lnTo>
                  <a:pt x="106607" y="9878"/>
                </a:lnTo>
                <a:cubicBezTo>
                  <a:pt x="106598" y="9871"/>
                  <a:pt x="106590" y="9864"/>
                  <a:pt x="106582" y="9856"/>
                </a:cubicBezTo>
                <a:close/>
                <a:moveTo>
                  <a:pt x="67430" y="8712"/>
                </a:moveTo>
                <a:cubicBezTo>
                  <a:pt x="68028" y="8712"/>
                  <a:pt x="68625" y="8737"/>
                  <a:pt x="69173" y="8762"/>
                </a:cubicBezTo>
                <a:cubicBezTo>
                  <a:pt x="69272" y="8762"/>
                  <a:pt x="69397" y="8812"/>
                  <a:pt x="69496" y="8812"/>
                </a:cubicBezTo>
                <a:cubicBezTo>
                  <a:pt x="69670" y="8837"/>
                  <a:pt x="69820" y="8837"/>
                  <a:pt x="70019" y="8861"/>
                </a:cubicBezTo>
                <a:lnTo>
                  <a:pt x="70766" y="8961"/>
                </a:lnTo>
                <a:cubicBezTo>
                  <a:pt x="70840" y="8986"/>
                  <a:pt x="70840" y="8986"/>
                  <a:pt x="70815" y="8986"/>
                </a:cubicBezTo>
                <a:cubicBezTo>
                  <a:pt x="70790" y="8986"/>
                  <a:pt x="70790" y="8986"/>
                  <a:pt x="70766" y="9036"/>
                </a:cubicBezTo>
                <a:lnTo>
                  <a:pt x="70641" y="9036"/>
                </a:lnTo>
                <a:cubicBezTo>
                  <a:pt x="70293" y="8961"/>
                  <a:pt x="69919" y="8936"/>
                  <a:pt x="69571" y="8911"/>
                </a:cubicBezTo>
                <a:cubicBezTo>
                  <a:pt x="69496" y="8911"/>
                  <a:pt x="69397" y="8861"/>
                  <a:pt x="69297" y="8861"/>
                </a:cubicBezTo>
                <a:lnTo>
                  <a:pt x="69073" y="8861"/>
                </a:lnTo>
                <a:cubicBezTo>
                  <a:pt x="68550" y="8837"/>
                  <a:pt x="68028" y="8812"/>
                  <a:pt x="67505" y="8812"/>
                </a:cubicBezTo>
                <a:cubicBezTo>
                  <a:pt x="67032" y="8812"/>
                  <a:pt x="66559" y="8837"/>
                  <a:pt x="66086" y="8837"/>
                </a:cubicBezTo>
                <a:lnTo>
                  <a:pt x="65937" y="8837"/>
                </a:lnTo>
                <a:cubicBezTo>
                  <a:pt x="65812" y="8837"/>
                  <a:pt x="65713" y="8861"/>
                  <a:pt x="65588" y="8861"/>
                </a:cubicBezTo>
                <a:cubicBezTo>
                  <a:pt x="65538" y="8861"/>
                  <a:pt x="65439" y="8861"/>
                  <a:pt x="65389" y="8911"/>
                </a:cubicBezTo>
                <a:cubicBezTo>
                  <a:pt x="65165" y="8936"/>
                  <a:pt x="64966" y="8936"/>
                  <a:pt x="64767" y="8961"/>
                </a:cubicBezTo>
                <a:cubicBezTo>
                  <a:pt x="64642" y="8961"/>
                  <a:pt x="64518" y="8986"/>
                  <a:pt x="64344" y="8986"/>
                </a:cubicBezTo>
                <a:lnTo>
                  <a:pt x="63697" y="9085"/>
                </a:lnTo>
                <a:cubicBezTo>
                  <a:pt x="63647" y="9085"/>
                  <a:pt x="63547" y="9110"/>
                  <a:pt x="63473" y="9110"/>
                </a:cubicBezTo>
                <a:lnTo>
                  <a:pt x="62726" y="9210"/>
                </a:lnTo>
                <a:lnTo>
                  <a:pt x="61805" y="9409"/>
                </a:lnTo>
                <a:cubicBezTo>
                  <a:pt x="61556" y="9434"/>
                  <a:pt x="61307" y="9484"/>
                  <a:pt x="61058" y="9534"/>
                </a:cubicBezTo>
                <a:cubicBezTo>
                  <a:pt x="60710" y="9583"/>
                  <a:pt x="60336" y="9683"/>
                  <a:pt x="59963" y="9782"/>
                </a:cubicBezTo>
                <a:cubicBezTo>
                  <a:pt x="59739" y="9832"/>
                  <a:pt x="59565" y="9857"/>
                  <a:pt x="59341" y="9932"/>
                </a:cubicBezTo>
                <a:lnTo>
                  <a:pt x="58967" y="10031"/>
                </a:lnTo>
                <a:lnTo>
                  <a:pt x="58967" y="9982"/>
                </a:lnTo>
                <a:lnTo>
                  <a:pt x="58967" y="9957"/>
                </a:lnTo>
                <a:cubicBezTo>
                  <a:pt x="60486" y="9558"/>
                  <a:pt x="61954" y="9235"/>
                  <a:pt x="63398" y="9011"/>
                </a:cubicBezTo>
                <a:cubicBezTo>
                  <a:pt x="63448" y="9011"/>
                  <a:pt x="63547" y="8986"/>
                  <a:pt x="63597" y="8986"/>
                </a:cubicBezTo>
                <a:cubicBezTo>
                  <a:pt x="63945" y="8936"/>
                  <a:pt x="64319" y="8911"/>
                  <a:pt x="64667" y="8861"/>
                </a:cubicBezTo>
                <a:cubicBezTo>
                  <a:pt x="64891" y="8837"/>
                  <a:pt x="65066" y="8837"/>
                  <a:pt x="65290" y="8812"/>
                </a:cubicBezTo>
                <a:cubicBezTo>
                  <a:pt x="65538" y="8762"/>
                  <a:pt x="65787" y="8762"/>
                  <a:pt x="66036" y="8737"/>
                </a:cubicBezTo>
                <a:cubicBezTo>
                  <a:pt x="66509" y="8712"/>
                  <a:pt x="66957" y="8712"/>
                  <a:pt x="67430" y="8712"/>
                </a:cubicBezTo>
                <a:close/>
                <a:moveTo>
                  <a:pt x="74474" y="9932"/>
                </a:moveTo>
                <a:cubicBezTo>
                  <a:pt x="75370" y="10255"/>
                  <a:pt x="76217" y="10679"/>
                  <a:pt x="76988" y="11176"/>
                </a:cubicBezTo>
                <a:cubicBezTo>
                  <a:pt x="77735" y="11649"/>
                  <a:pt x="78457" y="12222"/>
                  <a:pt x="79079" y="12844"/>
                </a:cubicBezTo>
                <a:cubicBezTo>
                  <a:pt x="79005" y="12844"/>
                  <a:pt x="78980" y="12819"/>
                  <a:pt x="78955" y="12794"/>
                </a:cubicBezTo>
                <a:cubicBezTo>
                  <a:pt x="78731" y="12570"/>
                  <a:pt x="78507" y="12396"/>
                  <a:pt x="78283" y="12197"/>
                </a:cubicBezTo>
                <a:cubicBezTo>
                  <a:pt x="78233" y="12147"/>
                  <a:pt x="78158" y="12097"/>
                  <a:pt x="78108" y="12048"/>
                </a:cubicBezTo>
                <a:lnTo>
                  <a:pt x="78034" y="11973"/>
                </a:lnTo>
                <a:cubicBezTo>
                  <a:pt x="77860" y="11824"/>
                  <a:pt x="77636" y="11674"/>
                  <a:pt x="77461" y="11550"/>
                </a:cubicBezTo>
                <a:cubicBezTo>
                  <a:pt x="77387" y="11475"/>
                  <a:pt x="77287" y="11450"/>
                  <a:pt x="77237" y="11400"/>
                </a:cubicBezTo>
                <a:cubicBezTo>
                  <a:pt x="77138" y="11326"/>
                  <a:pt x="77088" y="11301"/>
                  <a:pt x="76988" y="11226"/>
                </a:cubicBezTo>
                <a:cubicBezTo>
                  <a:pt x="76963" y="11226"/>
                  <a:pt x="76963" y="11201"/>
                  <a:pt x="76914" y="11201"/>
                </a:cubicBezTo>
                <a:cubicBezTo>
                  <a:pt x="76889" y="11176"/>
                  <a:pt x="76864" y="11176"/>
                  <a:pt x="76864" y="11127"/>
                </a:cubicBezTo>
                <a:cubicBezTo>
                  <a:pt x="76739" y="11077"/>
                  <a:pt x="76640" y="10977"/>
                  <a:pt x="76515" y="10927"/>
                </a:cubicBezTo>
                <a:cubicBezTo>
                  <a:pt x="76466" y="10878"/>
                  <a:pt x="76391" y="10828"/>
                  <a:pt x="76341" y="10803"/>
                </a:cubicBezTo>
                <a:cubicBezTo>
                  <a:pt x="76117" y="10679"/>
                  <a:pt x="75893" y="10579"/>
                  <a:pt x="75669" y="10479"/>
                </a:cubicBezTo>
                <a:cubicBezTo>
                  <a:pt x="75570" y="10430"/>
                  <a:pt x="75470" y="10355"/>
                  <a:pt x="75370" y="10330"/>
                </a:cubicBezTo>
                <a:cubicBezTo>
                  <a:pt x="75196" y="10255"/>
                  <a:pt x="75097" y="10206"/>
                  <a:pt x="74922" y="10131"/>
                </a:cubicBezTo>
                <a:lnTo>
                  <a:pt x="74474" y="9957"/>
                </a:lnTo>
                <a:lnTo>
                  <a:pt x="74474" y="9932"/>
                </a:lnTo>
                <a:close/>
                <a:moveTo>
                  <a:pt x="106687" y="9948"/>
                </a:moveTo>
                <a:cubicBezTo>
                  <a:pt x="106865" y="10088"/>
                  <a:pt x="107027" y="10249"/>
                  <a:pt x="107231" y="10430"/>
                </a:cubicBezTo>
                <a:lnTo>
                  <a:pt x="107256" y="10454"/>
                </a:lnTo>
                <a:cubicBezTo>
                  <a:pt x="107405" y="10604"/>
                  <a:pt x="107580" y="10728"/>
                  <a:pt x="107729" y="10903"/>
                </a:cubicBezTo>
                <a:lnTo>
                  <a:pt x="108028" y="11201"/>
                </a:lnTo>
                <a:cubicBezTo>
                  <a:pt x="108127" y="11301"/>
                  <a:pt x="108227" y="11425"/>
                  <a:pt x="108301" y="11525"/>
                </a:cubicBezTo>
                <a:cubicBezTo>
                  <a:pt x="108575" y="11799"/>
                  <a:pt x="108849" y="12097"/>
                  <a:pt x="109098" y="12421"/>
                </a:cubicBezTo>
                <a:cubicBezTo>
                  <a:pt x="109123" y="12446"/>
                  <a:pt x="109123" y="12471"/>
                  <a:pt x="109148" y="12520"/>
                </a:cubicBezTo>
                <a:cubicBezTo>
                  <a:pt x="109222" y="12595"/>
                  <a:pt x="109297" y="12695"/>
                  <a:pt x="109372" y="12794"/>
                </a:cubicBezTo>
                <a:cubicBezTo>
                  <a:pt x="109496" y="12944"/>
                  <a:pt x="109596" y="13068"/>
                  <a:pt x="109720" y="13217"/>
                </a:cubicBezTo>
                <a:lnTo>
                  <a:pt x="109048" y="12471"/>
                </a:lnTo>
                <a:cubicBezTo>
                  <a:pt x="108998" y="12396"/>
                  <a:pt x="108899" y="12296"/>
                  <a:pt x="108849" y="12197"/>
                </a:cubicBezTo>
                <a:cubicBezTo>
                  <a:pt x="108725" y="12048"/>
                  <a:pt x="108600" y="11923"/>
                  <a:pt x="108476" y="11774"/>
                </a:cubicBezTo>
                <a:cubicBezTo>
                  <a:pt x="108401" y="11699"/>
                  <a:pt x="108351" y="11649"/>
                  <a:pt x="108277" y="11550"/>
                </a:cubicBezTo>
                <a:cubicBezTo>
                  <a:pt x="108177" y="11450"/>
                  <a:pt x="108127" y="11351"/>
                  <a:pt x="108028" y="11276"/>
                </a:cubicBezTo>
                <a:lnTo>
                  <a:pt x="107978" y="11201"/>
                </a:lnTo>
                <a:cubicBezTo>
                  <a:pt x="107903" y="11127"/>
                  <a:pt x="107878" y="11077"/>
                  <a:pt x="107804" y="11052"/>
                </a:cubicBezTo>
                <a:cubicBezTo>
                  <a:pt x="107461" y="10670"/>
                  <a:pt x="107054" y="10271"/>
                  <a:pt x="106687" y="9948"/>
                </a:cubicBezTo>
                <a:close/>
                <a:moveTo>
                  <a:pt x="86845" y="5402"/>
                </a:moveTo>
                <a:lnTo>
                  <a:pt x="86945" y="5427"/>
                </a:lnTo>
                <a:cubicBezTo>
                  <a:pt x="89782" y="7492"/>
                  <a:pt x="91799" y="10430"/>
                  <a:pt x="92894" y="14089"/>
                </a:cubicBezTo>
                <a:lnTo>
                  <a:pt x="92819" y="14089"/>
                </a:lnTo>
                <a:cubicBezTo>
                  <a:pt x="91724" y="10430"/>
                  <a:pt x="89708" y="7492"/>
                  <a:pt x="86845" y="5402"/>
                </a:cubicBezTo>
                <a:close/>
                <a:moveTo>
                  <a:pt x="110392" y="14313"/>
                </a:moveTo>
                <a:cubicBezTo>
                  <a:pt x="110395" y="14318"/>
                  <a:pt x="110397" y="14323"/>
                  <a:pt x="110400" y="14328"/>
                </a:cubicBezTo>
                <a:lnTo>
                  <a:pt x="110400" y="14328"/>
                </a:lnTo>
                <a:cubicBezTo>
                  <a:pt x="110395" y="14323"/>
                  <a:pt x="110392" y="14319"/>
                  <a:pt x="110392" y="14313"/>
                </a:cubicBezTo>
                <a:close/>
                <a:moveTo>
                  <a:pt x="95582" y="14163"/>
                </a:moveTo>
                <a:lnTo>
                  <a:pt x="94761" y="14238"/>
                </a:lnTo>
                <a:cubicBezTo>
                  <a:pt x="94213" y="14288"/>
                  <a:pt x="93690" y="14313"/>
                  <a:pt x="93143" y="14337"/>
                </a:cubicBezTo>
                <a:cubicBezTo>
                  <a:pt x="93143" y="14313"/>
                  <a:pt x="93093" y="14288"/>
                  <a:pt x="93093" y="14238"/>
                </a:cubicBezTo>
                <a:cubicBezTo>
                  <a:pt x="93922" y="14189"/>
                  <a:pt x="94775" y="14164"/>
                  <a:pt x="95582" y="14163"/>
                </a:cubicBezTo>
                <a:close/>
                <a:moveTo>
                  <a:pt x="92944" y="14288"/>
                </a:moveTo>
                <a:cubicBezTo>
                  <a:pt x="92944" y="14313"/>
                  <a:pt x="92968" y="14337"/>
                  <a:pt x="92968" y="14387"/>
                </a:cubicBezTo>
                <a:lnTo>
                  <a:pt x="92919" y="14387"/>
                </a:lnTo>
                <a:cubicBezTo>
                  <a:pt x="92894" y="14313"/>
                  <a:pt x="92894" y="14288"/>
                  <a:pt x="92894" y="14288"/>
                </a:cubicBezTo>
                <a:close/>
                <a:moveTo>
                  <a:pt x="95557" y="14362"/>
                </a:moveTo>
                <a:cubicBezTo>
                  <a:pt x="95134" y="14412"/>
                  <a:pt x="94686" y="14462"/>
                  <a:pt x="94263" y="14537"/>
                </a:cubicBezTo>
                <a:cubicBezTo>
                  <a:pt x="94064" y="14562"/>
                  <a:pt x="93840" y="14562"/>
                  <a:pt x="93665" y="14586"/>
                </a:cubicBezTo>
                <a:cubicBezTo>
                  <a:pt x="93466" y="14661"/>
                  <a:pt x="93392" y="14686"/>
                  <a:pt x="93267" y="14686"/>
                </a:cubicBezTo>
                <a:lnTo>
                  <a:pt x="93267" y="14636"/>
                </a:lnTo>
                <a:cubicBezTo>
                  <a:pt x="93367" y="14586"/>
                  <a:pt x="93516" y="14562"/>
                  <a:pt x="93641" y="14562"/>
                </a:cubicBezTo>
                <a:cubicBezTo>
                  <a:pt x="93964" y="14487"/>
                  <a:pt x="94313" y="14462"/>
                  <a:pt x="94661" y="14437"/>
                </a:cubicBezTo>
                <a:cubicBezTo>
                  <a:pt x="94711" y="14437"/>
                  <a:pt x="94786" y="14412"/>
                  <a:pt x="94835" y="14412"/>
                </a:cubicBezTo>
                <a:cubicBezTo>
                  <a:pt x="95010" y="14412"/>
                  <a:pt x="95134" y="14412"/>
                  <a:pt x="95283" y="14362"/>
                </a:cubicBezTo>
                <a:close/>
                <a:moveTo>
                  <a:pt x="97623" y="14263"/>
                </a:moveTo>
                <a:cubicBezTo>
                  <a:pt x="97996" y="14263"/>
                  <a:pt x="98345" y="14263"/>
                  <a:pt x="98743" y="14288"/>
                </a:cubicBezTo>
                <a:cubicBezTo>
                  <a:pt x="98942" y="14288"/>
                  <a:pt x="99166" y="14313"/>
                  <a:pt x="99390" y="14313"/>
                </a:cubicBezTo>
                <a:lnTo>
                  <a:pt x="99614" y="14313"/>
                </a:lnTo>
                <a:cubicBezTo>
                  <a:pt x="100411" y="14412"/>
                  <a:pt x="101232" y="14537"/>
                  <a:pt x="102004" y="14686"/>
                </a:cubicBezTo>
                <a:cubicBezTo>
                  <a:pt x="101158" y="14537"/>
                  <a:pt x="100311" y="14437"/>
                  <a:pt x="99490" y="14387"/>
                </a:cubicBezTo>
                <a:cubicBezTo>
                  <a:pt x="98868" y="14313"/>
                  <a:pt x="98245" y="14288"/>
                  <a:pt x="97623" y="14263"/>
                </a:cubicBezTo>
                <a:close/>
                <a:moveTo>
                  <a:pt x="90778" y="5252"/>
                </a:moveTo>
                <a:cubicBezTo>
                  <a:pt x="91475" y="5252"/>
                  <a:pt x="92172" y="5302"/>
                  <a:pt x="92844" y="5327"/>
                </a:cubicBezTo>
                <a:cubicBezTo>
                  <a:pt x="93143" y="5352"/>
                  <a:pt x="93417" y="5377"/>
                  <a:pt x="93690" y="5377"/>
                </a:cubicBezTo>
                <a:cubicBezTo>
                  <a:pt x="94064" y="5427"/>
                  <a:pt x="94462" y="5451"/>
                  <a:pt x="94835" y="5476"/>
                </a:cubicBezTo>
                <a:cubicBezTo>
                  <a:pt x="95184" y="5501"/>
                  <a:pt x="95532" y="5576"/>
                  <a:pt x="95881" y="5626"/>
                </a:cubicBezTo>
                <a:cubicBezTo>
                  <a:pt x="96155" y="5675"/>
                  <a:pt x="96453" y="5725"/>
                  <a:pt x="96752" y="5750"/>
                </a:cubicBezTo>
                <a:cubicBezTo>
                  <a:pt x="97125" y="5825"/>
                  <a:pt x="97499" y="5924"/>
                  <a:pt x="97872" y="5999"/>
                </a:cubicBezTo>
                <a:cubicBezTo>
                  <a:pt x="98121" y="6074"/>
                  <a:pt x="98320" y="6099"/>
                  <a:pt x="98544" y="6173"/>
                </a:cubicBezTo>
                <a:cubicBezTo>
                  <a:pt x="100934" y="8413"/>
                  <a:pt x="102651" y="11326"/>
                  <a:pt x="103622" y="14810"/>
                </a:cubicBezTo>
                <a:cubicBezTo>
                  <a:pt x="103398" y="14761"/>
                  <a:pt x="103149" y="14686"/>
                  <a:pt x="102900" y="14661"/>
                </a:cubicBezTo>
                <a:cubicBezTo>
                  <a:pt x="102850" y="14661"/>
                  <a:pt x="102751" y="14636"/>
                  <a:pt x="102676" y="14636"/>
                </a:cubicBezTo>
                <a:cubicBezTo>
                  <a:pt x="102402" y="14562"/>
                  <a:pt x="102153" y="14512"/>
                  <a:pt x="101880" y="14462"/>
                </a:cubicBezTo>
                <a:cubicBezTo>
                  <a:pt x="101780" y="14437"/>
                  <a:pt x="101680" y="14437"/>
                  <a:pt x="101606" y="14437"/>
                </a:cubicBezTo>
                <a:cubicBezTo>
                  <a:pt x="101357" y="14412"/>
                  <a:pt x="101108" y="14337"/>
                  <a:pt x="100859" y="14313"/>
                </a:cubicBezTo>
                <a:cubicBezTo>
                  <a:pt x="100735" y="14288"/>
                  <a:pt x="100610" y="14288"/>
                  <a:pt x="100486" y="14288"/>
                </a:cubicBezTo>
                <a:cubicBezTo>
                  <a:pt x="100262" y="14263"/>
                  <a:pt x="100038" y="14213"/>
                  <a:pt x="99789" y="14213"/>
                </a:cubicBezTo>
                <a:lnTo>
                  <a:pt x="99565" y="14213"/>
                </a:lnTo>
                <a:cubicBezTo>
                  <a:pt x="98377" y="14097"/>
                  <a:pt x="97138" y="14032"/>
                  <a:pt x="95864" y="14032"/>
                </a:cubicBezTo>
                <a:cubicBezTo>
                  <a:pt x="94949" y="14032"/>
                  <a:pt x="94015" y="14066"/>
                  <a:pt x="93068" y="14138"/>
                </a:cubicBezTo>
                <a:cubicBezTo>
                  <a:pt x="92023" y="10479"/>
                  <a:pt x="90031" y="7542"/>
                  <a:pt x="87219" y="5451"/>
                </a:cubicBezTo>
                <a:cubicBezTo>
                  <a:pt x="87318" y="5451"/>
                  <a:pt x="87418" y="5427"/>
                  <a:pt x="87542" y="5427"/>
                </a:cubicBezTo>
                <a:lnTo>
                  <a:pt x="88563" y="5327"/>
                </a:lnTo>
                <a:cubicBezTo>
                  <a:pt x="89309" y="5302"/>
                  <a:pt x="90056" y="5252"/>
                  <a:pt x="90778" y="5252"/>
                </a:cubicBezTo>
                <a:close/>
                <a:moveTo>
                  <a:pt x="48115" y="10056"/>
                </a:moveTo>
                <a:cubicBezTo>
                  <a:pt x="46173" y="11176"/>
                  <a:pt x="43609" y="12769"/>
                  <a:pt x="41867" y="13964"/>
                </a:cubicBezTo>
                <a:cubicBezTo>
                  <a:pt x="41444" y="14263"/>
                  <a:pt x="41046" y="14537"/>
                  <a:pt x="40573" y="14885"/>
                </a:cubicBezTo>
                <a:lnTo>
                  <a:pt x="40448" y="14885"/>
                </a:lnTo>
                <a:cubicBezTo>
                  <a:pt x="41892" y="13889"/>
                  <a:pt x="43311" y="12944"/>
                  <a:pt x="44729" y="12048"/>
                </a:cubicBezTo>
                <a:cubicBezTo>
                  <a:pt x="45153" y="11774"/>
                  <a:pt x="45601" y="11525"/>
                  <a:pt x="45999" y="11276"/>
                </a:cubicBezTo>
                <a:cubicBezTo>
                  <a:pt x="46721" y="10828"/>
                  <a:pt x="47393" y="10430"/>
                  <a:pt x="48115" y="10056"/>
                </a:cubicBezTo>
                <a:close/>
                <a:moveTo>
                  <a:pt x="98942" y="6248"/>
                </a:moveTo>
                <a:cubicBezTo>
                  <a:pt x="99017" y="6298"/>
                  <a:pt x="99042" y="6323"/>
                  <a:pt x="99067" y="6323"/>
                </a:cubicBezTo>
                <a:cubicBezTo>
                  <a:pt x="101357" y="8588"/>
                  <a:pt x="102975" y="11450"/>
                  <a:pt x="103896" y="14885"/>
                </a:cubicBezTo>
                <a:cubicBezTo>
                  <a:pt x="103871" y="14885"/>
                  <a:pt x="103846" y="14885"/>
                  <a:pt x="103846" y="14835"/>
                </a:cubicBezTo>
                <a:cubicBezTo>
                  <a:pt x="102900" y="11400"/>
                  <a:pt x="101257" y="8538"/>
                  <a:pt x="98942" y="6248"/>
                </a:cubicBezTo>
                <a:close/>
                <a:moveTo>
                  <a:pt x="99440" y="6472"/>
                </a:moveTo>
                <a:lnTo>
                  <a:pt x="99440" y="6472"/>
                </a:lnTo>
                <a:cubicBezTo>
                  <a:pt x="99540" y="6497"/>
                  <a:pt x="99614" y="6522"/>
                  <a:pt x="99689" y="6522"/>
                </a:cubicBezTo>
                <a:cubicBezTo>
                  <a:pt x="99888" y="6596"/>
                  <a:pt x="100112" y="6646"/>
                  <a:pt x="100311" y="6721"/>
                </a:cubicBezTo>
                <a:cubicBezTo>
                  <a:pt x="100386" y="6721"/>
                  <a:pt x="100436" y="6746"/>
                  <a:pt x="100535" y="6796"/>
                </a:cubicBezTo>
                <a:cubicBezTo>
                  <a:pt x="102776" y="9110"/>
                  <a:pt x="104269" y="12048"/>
                  <a:pt x="105090" y="15209"/>
                </a:cubicBezTo>
                <a:cubicBezTo>
                  <a:pt x="105016" y="15184"/>
                  <a:pt x="104991" y="15184"/>
                  <a:pt x="104916" y="15184"/>
                </a:cubicBezTo>
                <a:cubicBezTo>
                  <a:pt x="104866" y="15184"/>
                  <a:pt x="104842" y="15159"/>
                  <a:pt x="104767" y="15159"/>
                </a:cubicBezTo>
                <a:lnTo>
                  <a:pt x="104120" y="14960"/>
                </a:lnTo>
                <a:cubicBezTo>
                  <a:pt x="103224" y="11575"/>
                  <a:pt x="101631" y="8712"/>
                  <a:pt x="99440" y="6472"/>
                </a:cubicBezTo>
                <a:close/>
                <a:moveTo>
                  <a:pt x="100909" y="6920"/>
                </a:moveTo>
                <a:cubicBezTo>
                  <a:pt x="100934" y="6945"/>
                  <a:pt x="101008" y="6945"/>
                  <a:pt x="101033" y="6970"/>
                </a:cubicBezTo>
                <a:cubicBezTo>
                  <a:pt x="103149" y="9310"/>
                  <a:pt x="104543" y="12172"/>
                  <a:pt x="105339" y="15308"/>
                </a:cubicBezTo>
                <a:cubicBezTo>
                  <a:pt x="105290" y="15308"/>
                  <a:pt x="105290" y="15308"/>
                  <a:pt x="105265" y="15283"/>
                </a:cubicBezTo>
                <a:cubicBezTo>
                  <a:pt x="104493" y="12147"/>
                  <a:pt x="103049" y="9235"/>
                  <a:pt x="100909" y="6920"/>
                </a:cubicBezTo>
                <a:close/>
                <a:moveTo>
                  <a:pt x="67530" y="8961"/>
                </a:moveTo>
                <a:cubicBezTo>
                  <a:pt x="68077" y="8961"/>
                  <a:pt x="68650" y="8986"/>
                  <a:pt x="69173" y="9011"/>
                </a:cubicBezTo>
                <a:lnTo>
                  <a:pt x="69272" y="9011"/>
                </a:lnTo>
                <a:cubicBezTo>
                  <a:pt x="69397" y="9011"/>
                  <a:pt x="69521" y="9061"/>
                  <a:pt x="69621" y="9061"/>
                </a:cubicBezTo>
                <a:cubicBezTo>
                  <a:pt x="69745" y="9061"/>
                  <a:pt x="69820" y="9085"/>
                  <a:pt x="69944" y="9085"/>
                </a:cubicBezTo>
                <a:cubicBezTo>
                  <a:pt x="70118" y="9110"/>
                  <a:pt x="70268" y="9110"/>
                  <a:pt x="70417" y="9160"/>
                </a:cubicBezTo>
                <a:cubicBezTo>
                  <a:pt x="66310" y="10803"/>
                  <a:pt x="62103" y="12844"/>
                  <a:pt x="57847" y="15333"/>
                </a:cubicBezTo>
                <a:cubicBezTo>
                  <a:pt x="58046" y="13541"/>
                  <a:pt x="58420" y="11799"/>
                  <a:pt x="58967" y="10206"/>
                </a:cubicBezTo>
                <a:cubicBezTo>
                  <a:pt x="60560" y="9807"/>
                  <a:pt x="62079" y="9484"/>
                  <a:pt x="63547" y="9285"/>
                </a:cubicBezTo>
                <a:cubicBezTo>
                  <a:pt x="63572" y="9285"/>
                  <a:pt x="63647" y="9285"/>
                  <a:pt x="63672" y="9235"/>
                </a:cubicBezTo>
                <a:lnTo>
                  <a:pt x="63746" y="9235"/>
                </a:lnTo>
                <a:cubicBezTo>
                  <a:pt x="64095" y="9185"/>
                  <a:pt x="64443" y="9160"/>
                  <a:pt x="64792" y="9110"/>
                </a:cubicBezTo>
                <a:cubicBezTo>
                  <a:pt x="64991" y="9085"/>
                  <a:pt x="65190" y="9085"/>
                  <a:pt x="65414" y="9061"/>
                </a:cubicBezTo>
                <a:cubicBezTo>
                  <a:pt x="65663" y="9011"/>
                  <a:pt x="65862" y="9011"/>
                  <a:pt x="66136" y="8986"/>
                </a:cubicBezTo>
                <a:cubicBezTo>
                  <a:pt x="66584" y="8961"/>
                  <a:pt x="67057" y="8961"/>
                  <a:pt x="67530" y="8961"/>
                </a:cubicBezTo>
                <a:close/>
                <a:moveTo>
                  <a:pt x="40274" y="15084"/>
                </a:moveTo>
                <a:lnTo>
                  <a:pt x="40000" y="15283"/>
                </a:lnTo>
                <a:cubicBezTo>
                  <a:pt x="39950" y="15308"/>
                  <a:pt x="39901" y="15333"/>
                  <a:pt x="39876" y="15383"/>
                </a:cubicBezTo>
                <a:lnTo>
                  <a:pt x="39876" y="15333"/>
                </a:lnTo>
                <a:cubicBezTo>
                  <a:pt x="39876" y="15283"/>
                  <a:pt x="39926" y="15258"/>
                  <a:pt x="40000" y="15209"/>
                </a:cubicBezTo>
                <a:cubicBezTo>
                  <a:pt x="40025" y="15209"/>
                  <a:pt x="40025" y="15184"/>
                  <a:pt x="40050" y="15184"/>
                </a:cubicBezTo>
                <a:cubicBezTo>
                  <a:pt x="40075" y="15184"/>
                  <a:pt x="40100" y="15159"/>
                  <a:pt x="40150" y="15159"/>
                </a:cubicBezTo>
                <a:cubicBezTo>
                  <a:pt x="40174" y="15134"/>
                  <a:pt x="40199" y="15134"/>
                  <a:pt x="40274" y="15084"/>
                </a:cubicBezTo>
                <a:close/>
                <a:moveTo>
                  <a:pt x="110591" y="14163"/>
                </a:moveTo>
                <a:lnTo>
                  <a:pt x="110591" y="14163"/>
                </a:lnTo>
                <a:cubicBezTo>
                  <a:pt x="110741" y="14412"/>
                  <a:pt x="110890" y="14636"/>
                  <a:pt x="111064" y="14810"/>
                </a:cubicBezTo>
                <a:cubicBezTo>
                  <a:pt x="111201" y="15021"/>
                  <a:pt x="111347" y="15245"/>
                  <a:pt x="111496" y="15472"/>
                </a:cubicBezTo>
                <a:lnTo>
                  <a:pt x="111496" y="15472"/>
                </a:lnTo>
                <a:cubicBezTo>
                  <a:pt x="111250" y="15117"/>
                  <a:pt x="111073" y="14883"/>
                  <a:pt x="111015" y="14810"/>
                </a:cubicBezTo>
                <a:cubicBezTo>
                  <a:pt x="110965" y="14761"/>
                  <a:pt x="110940" y="14686"/>
                  <a:pt x="110865" y="14636"/>
                </a:cubicBezTo>
                <a:cubicBezTo>
                  <a:pt x="110840" y="14562"/>
                  <a:pt x="110766" y="14512"/>
                  <a:pt x="110741" y="14412"/>
                </a:cubicBezTo>
                <a:cubicBezTo>
                  <a:pt x="110741" y="14412"/>
                  <a:pt x="110741" y="14387"/>
                  <a:pt x="110716" y="14387"/>
                </a:cubicBezTo>
                <a:cubicBezTo>
                  <a:pt x="110691" y="14337"/>
                  <a:pt x="110691" y="14313"/>
                  <a:pt x="110641" y="14288"/>
                </a:cubicBezTo>
                <a:cubicBezTo>
                  <a:pt x="110616" y="14263"/>
                  <a:pt x="110591" y="14188"/>
                  <a:pt x="110591" y="14163"/>
                </a:cubicBezTo>
                <a:close/>
                <a:moveTo>
                  <a:pt x="58738" y="10296"/>
                </a:moveTo>
                <a:lnTo>
                  <a:pt x="58738" y="10296"/>
                </a:lnTo>
                <a:cubicBezTo>
                  <a:pt x="58193" y="11934"/>
                  <a:pt x="57822" y="13671"/>
                  <a:pt x="57623" y="15507"/>
                </a:cubicBezTo>
                <a:cubicBezTo>
                  <a:pt x="57598" y="15507"/>
                  <a:pt x="57598" y="15532"/>
                  <a:pt x="57573" y="15532"/>
                </a:cubicBezTo>
                <a:cubicBezTo>
                  <a:pt x="57748" y="13690"/>
                  <a:pt x="58096" y="11948"/>
                  <a:pt x="58693" y="10305"/>
                </a:cubicBezTo>
                <a:cubicBezTo>
                  <a:pt x="58711" y="10305"/>
                  <a:pt x="58730" y="10305"/>
                  <a:pt x="58738" y="10296"/>
                </a:cubicBezTo>
                <a:close/>
                <a:moveTo>
                  <a:pt x="39677" y="15458"/>
                </a:moveTo>
                <a:lnTo>
                  <a:pt x="39677" y="15507"/>
                </a:lnTo>
                <a:cubicBezTo>
                  <a:pt x="39627" y="15532"/>
                  <a:pt x="39577" y="15557"/>
                  <a:pt x="39527" y="15582"/>
                </a:cubicBezTo>
                <a:cubicBezTo>
                  <a:pt x="39552" y="15557"/>
                  <a:pt x="39552" y="15557"/>
                  <a:pt x="39577" y="15557"/>
                </a:cubicBezTo>
                <a:lnTo>
                  <a:pt x="39677" y="15458"/>
                </a:lnTo>
                <a:close/>
                <a:moveTo>
                  <a:pt x="62452" y="4082"/>
                </a:moveTo>
                <a:lnTo>
                  <a:pt x="62452" y="4082"/>
                </a:lnTo>
                <a:cubicBezTo>
                  <a:pt x="61954" y="4481"/>
                  <a:pt x="61506" y="4954"/>
                  <a:pt x="61083" y="5476"/>
                </a:cubicBezTo>
                <a:cubicBezTo>
                  <a:pt x="55209" y="8015"/>
                  <a:pt x="49210" y="11450"/>
                  <a:pt x="43286" y="15657"/>
                </a:cubicBezTo>
                <a:cubicBezTo>
                  <a:pt x="42390" y="15159"/>
                  <a:pt x="41618" y="14885"/>
                  <a:pt x="40946" y="14835"/>
                </a:cubicBezTo>
                <a:cubicBezTo>
                  <a:pt x="48239" y="9782"/>
                  <a:pt x="55632" y="6123"/>
                  <a:pt x="62452" y="4082"/>
                </a:cubicBezTo>
                <a:close/>
                <a:moveTo>
                  <a:pt x="70915" y="9235"/>
                </a:moveTo>
                <a:cubicBezTo>
                  <a:pt x="66659" y="10927"/>
                  <a:pt x="62228" y="13068"/>
                  <a:pt x="57822" y="15682"/>
                </a:cubicBezTo>
                <a:lnTo>
                  <a:pt x="57822" y="15632"/>
                </a:lnTo>
                <a:cubicBezTo>
                  <a:pt x="62178" y="13068"/>
                  <a:pt x="66534" y="10927"/>
                  <a:pt x="70815" y="9235"/>
                </a:cubicBezTo>
                <a:close/>
                <a:moveTo>
                  <a:pt x="86571" y="5451"/>
                </a:moveTo>
                <a:cubicBezTo>
                  <a:pt x="89484" y="7468"/>
                  <a:pt x="91550" y="10430"/>
                  <a:pt x="92645" y="14089"/>
                </a:cubicBezTo>
                <a:cubicBezTo>
                  <a:pt x="89832" y="14337"/>
                  <a:pt x="86845" y="14885"/>
                  <a:pt x="83759" y="15706"/>
                </a:cubicBezTo>
                <a:cubicBezTo>
                  <a:pt x="82390" y="12421"/>
                  <a:pt x="80573" y="9434"/>
                  <a:pt x="78283" y="6995"/>
                </a:cubicBezTo>
                <a:cubicBezTo>
                  <a:pt x="79477" y="6696"/>
                  <a:pt x="80622" y="6422"/>
                  <a:pt x="81767" y="6173"/>
                </a:cubicBezTo>
                <a:cubicBezTo>
                  <a:pt x="81892" y="6123"/>
                  <a:pt x="81991" y="6123"/>
                  <a:pt x="82116" y="6099"/>
                </a:cubicBezTo>
                <a:cubicBezTo>
                  <a:pt x="82763" y="5974"/>
                  <a:pt x="83410" y="5850"/>
                  <a:pt x="84033" y="5750"/>
                </a:cubicBezTo>
                <a:cubicBezTo>
                  <a:pt x="84306" y="5725"/>
                  <a:pt x="84555" y="5700"/>
                  <a:pt x="84829" y="5675"/>
                </a:cubicBezTo>
                <a:cubicBezTo>
                  <a:pt x="85327" y="5601"/>
                  <a:pt x="85825" y="5501"/>
                  <a:pt x="86323" y="5476"/>
                </a:cubicBezTo>
                <a:cubicBezTo>
                  <a:pt x="86422" y="5451"/>
                  <a:pt x="86472" y="5451"/>
                  <a:pt x="86571" y="5451"/>
                </a:cubicBezTo>
                <a:close/>
                <a:moveTo>
                  <a:pt x="60834" y="5750"/>
                </a:moveTo>
                <a:lnTo>
                  <a:pt x="60834" y="5750"/>
                </a:lnTo>
                <a:cubicBezTo>
                  <a:pt x="60809" y="5825"/>
                  <a:pt x="60784" y="5875"/>
                  <a:pt x="60734" y="5924"/>
                </a:cubicBezTo>
                <a:cubicBezTo>
                  <a:pt x="55109" y="8389"/>
                  <a:pt x="49285" y="11699"/>
                  <a:pt x="43535" y="15781"/>
                </a:cubicBezTo>
                <a:cubicBezTo>
                  <a:pt x="43510" y="15781"/>
                  <a:pt x="43510" y="15756"/>
                  <a:pt x="43460" y="15756"/>
                </a:cubicBezTo>
                <a:cubicBezTo>
                  <a:pt x="49235" y="11674"/>
                  <a:pt x="55109" y="8289"/>
                  <a:pt x="60834" y="5750"/>
                </a:cubicBezTo>
                <a:close/>
                <a:moveTo>
                  <a:pt x="40921" y="15034"/>
                </a:moveTo>
                <a:cubicBezTo>
                  <a:pt x="41046" y="15034"/>
                  <a:pt x="41170" y="15059"/>
                  <a:pt x="41319" y="15059"/>
                </a:cubicBezTo>
                <a:cubicBezTo>
                  <a:pt x="41867" y="15184"/>
                  <a:pt x="42440" y="15408"/>
                  <a:pt x="43112" y="15781"/>
                </a:cubicBezTo>
                <a:lnTo>
                  <a:pt x="43062" y="15806"/>
                </a:lnTo>
                <a:cubicBezTo>
                  <a:pt x="43012" y="15781"/>
                  <a:pt x="42987" y="15756"/>
                  <a:pt x="42912" y="15706"/>
                </a:cubicBezTo>
                <a:cubicBezTo>
                  <a:pt x="42863" y="15682"/>
                  <a:pt x="42813" y="15657"/>
                  <a:pt x="42763" y="15657"/>
                </a:cubicBezTo>
                <a:cubicBezTo>
                  <a:pt x="42664" y="15632"/>
                  <a:pt x="42564" y="15557"/>
                  <a:pt x="42489" y="15532"/>
                </a:cubicBezTo>
                <a:cubicBezTo>
                  <a:pt x="42415" y="15507"/>
                  <a:pt x="42365" y="15458"/>
                  <a:pt x="42265" y="15433"/>
                </a:cubicBezTo>
                <a:cubicBezTo>
                  <a:pt x="42191" y="15408"/>
                  <a:pt x="42141" y="15383"/>
                  <a:pt x="42066" y="15383"/>
                </a:cubicBezTo>
                <a:cubicBezTo>
                  <a:pt x="41991" y="15333"/>
                  <a:pt x="41917" y="15308"/>
                  <a:pt x="41867" y="15283"/>
                </a:cubicBezTo>
                <a:cubicBezTo>
                  <a:pt x="41792" y="15258"/>
                  <a:pt x="41767" y="15258"/>
                  <a:pt x="41693" y="15209"/>
                </a:cubicBezTo>
                <a:cubicBezTo>
                  <a:pt x="41643" y="15184"/>
                  <a:pt x="41543" y="15159"/>
                  <a:pt x="41494" y="15159"/>
                </a:cubicBezTo>
                <a:cubicBezTo>
                  <a:pt x="41419" y="15159"/>
                  <a:pt x="41369" y="15134"/>
                  <a:pt x="41295" y="15134"/>
                </a:cubicBezTo>
                <a:cubicBezTo>
                  <a:pt x="41245" y="15134"/>
                  <a:pt x="41170" y="15084"/>
                  <a:pt x="41120" y="15084"/>
                </a:cubicBezTo>
                <a:cubicBezTo>
                  <a:pt x="40996" y="15084"/>
                  <a:pt x="40896" y="15059"/>
                  <a:pt x="40772" y="15059"/>
                </a:cubicBezTo>
                <a:cubicBezTo>
                  <a:pt x="40697" y="15059"/>
                  <a:pt x="40647" y="15059"/>
                  <a:pt x="40573" y="15084"/>
                </a:cubicBezTo>
                <a:cubicBezTo>
                  <a:pt x="40622" y="15059"/>
                  <a:pt x="40647" y="15059"/>
                  <a:pt x="40672" y="15034"/>
                </a:cubicBezTo>
                <a:close/>
                <a:moveTo>
                  <a:pt x="78084" y="7069"/>
                </a:moveTo>
                <a:cubicBezTo>
                  <a:pt x="80374" y="9459"/>
                  <a:pt x="82216" y="12471"/>
                  <a:pt x="83585" y="15781"/>
                </a:cubicBezTo>
                <a:cubicBezTo>
                  <a:pt x="83560" y="15781"/>
                  <a:pt x="83560" y="15781"/>
                  <a:pt x="83510" y="15806"/>
                </a:cubicBezTo>
                <a:cubicBezTo>
                  <a:pt x="82141" y="12520"/>
                  <a:pt x="80324" y="9534"/>
                  <a:pt x="78009" y="7094"/>
                </a:cubicBezTo>
                <a:cubicBezTo>
                  <a:pt x="78034" y="7094"/>
                  <a:pt x="78034" y="7094"/>
                  <a:pt x="78084" y="7069"/>
                </a:cubicBezTo>
                <a:close/>
                <a:moveTo>
                  <a:pt x="57623" y="15756"/>
                </a:moveTo>
                <a:lnTo>
                  <a:pt x="57623" y="15806"/>
                </a:lnTo>
                <a:cubicBezTo>
                  <a:pt x="57598" y="15806"/>
                  <a:pt x="57598" y="15831"/>
                  <a:pt x="57573" y="15831"/>
                </a:cubicBezTo>
                <a:lnTo>
                  <a:pt x="57573" y="15781"/>
                </a:lnTo>
                <a:cubicBezTo>
                  <a:pt x="57598" y="15781"/>
                  <a:pt x="57598" y="15756"/>
                  <a:pt x="57623" y="15756"/>
                </a:cubicBezTo>
                <a:close/>
                <a:moveTo>
                  <a:pt x="92695" y="14288"/>
                </a:moveTo>
                <a:cubicBezTo>
                  <a:pt x="92695" y="14313"/>
                  <a:pt x="92720" y="14337"/>
                  <a:pt x="92720" y="14387"/>
                </a:cubicBezTo>
                <a:cubicBezTo>
                  <a:pt x="89907" y="14636"/>
                  <a:pt x="86945" y="15159"/>
                  <a:pt x="83858" y="16005"/>
                </a:cubicBezTo>
                <a:cubicBezTo>
                  <a:pt x="83858" y="15955"/>
                  <a:pt x="83833" y="15931"/>
                  <a:pt x="83833" y="15906"/>
                </a:cubicBezTo>
                <a:cubicBezTo>
                  <a:pt x="86895" y="15059"/>
                  <a:pt x="89907" y="14537"/>
                  <a:pt x="92695" y="14288"/>
                </a:cubicBezTo>
                <a:close/>
                <a:moveTo>
                  <a:pt x="110635" y="14700"/>
                </a:moveTo>
                <a:cubicBezTo>
                  <a:pt x="110653" y="14721"/>
                  <a:pt x="110672" y="14742"/>
                  <a:pt x="110691" y="14761"/>
                </a:cubicBezTo>
                <a:cubicBezTo>
                  <a:pt x="110766" y="14885"/>
                  <a:pt x="110840" y="15010"/>
                  <a:pt x="110940" y="15159"/>
                </a:cubicBezTo>
                <a:cubicBezTo>
                  <a:pt x="111073" y="15425"/>
                  <a:pt x="111206" y="15712"/>
                  <a:pt x="111340" y="16018"/>
                </a:cubicBezTo>
                <a:lnTo>
                  <a:pt x="111340" y="16018"/>
                </a:lnTo>
                <a:cubicBezTo>
                  <a:pt x="111306" y="15954"/>
                  <a:pt x="111272" y="15892"/>
                  <a:pt x="111239" y="15831"/>
                </a:cubicBezTo>
                <a:cubicBezTo>
                  <a:pt x="111089" y="15557"/>
                  <a:pt x="110965" y="15283"/>
                  <a:pt x="110815" y="15010"/>
                </a:cubicBezTo>
                <a:cubicBezTo>
                  <a:pt x="110755" y="14902"/>
                  <a:pt x="110695" y="14799"/>
                  <a:pt x="110635" y="14700"/>
                </a:cubicBezTo>
                <a:close/>
                <a:moveTo>
                  <a:pt x="83634" y="15955"/>
                </a:moveTo>
                <a:cubicBezTo>
                  <a:pt x="83634" y="16005"/>
                  <a:pt x="83684" y="16030"/>
                  <a:pt x="83684" y="16055"/>
                </a:cubicBezTo>
                <a:cubicBezTo>
                  <a:pt x="83634" y="16055"/>
                  <a:pt x="83634" y="16055"/>
                  <a:pt x="83609" y="16080"/>
                </a:cubicBezTo>
                <a:cubicBezTo>
                  <a:pt x="83609" y="16030"/>
                  <a:pt x="83609" y="16005"/>
                  <a:pt x="83585" y="15955"/>
                </a:cubicBezTo>
                <a:close/>
                <a:moveTo>
                  <a:pt x="60486" y="6223"/>
                </a:moveTo>
                <a:lnTo>
                  <a:pt x="60486" y="6223"/>
                </a:lnTo>
                <a:cubicBezTo>
                  <a:pt x="59789" y="7244"/>
                  <a:pt x="59166" y="8488"/>
                  <a:pt x="58619" y="9857"/>
                </a:cubicBezTo>
                <a:cubicBezTo>
                  <a:pt x="57847" y="10081"/>
                  <a:pt x="57051" y="10330"/>
                  <a:pt x="56229" y="10604"/>
                </a:cubicBezTo>
                <a:cubicBezTo>
                  <a:pt x="55433" y="10903"/>
                  <a:pt x="54611" y="11176"/>
                  <a:pt x="53815" y="11525"/>
                </a:cubicBezTo>
                <a:cubicBezTo>
                  <a:pt x="52520" y="12023"/>
                  <a:pt x="51201" y="12645"/>
                  <a:pt x="49882" y="13267"/>
                </a:cubicBezTo>
                <a:cubicBezTo>
                  <a:pt x="49708" y="13342"/>
                  <a:pt x="49484" y="13441"/>
                  <a:pt x="49285" y="13541"/>
                </a:cubicBezTo>
                <a:cubicBezTo>
                  <a:pt x="49260" y="13541"/>
                  <a:pt x="49260" y="13566"/>
                  <a:pt x="49235" y="13566"/>
                </a:cubicBezTo>
                <a:cubicBezTo>
                  <a:pt x="48861" y="13765"/>
                  <a:pt x="48463" y="13939"/>
                  <a:pt x="48090" y="14163"/>
                </a:cubicBezTo>
                <a:cubicBezTo>
                  <a:pt x="48040" y="14163"/>
                  <a:pt x="48040" y="14188"/>
                  <a:pt x="48015" y="14188"/>
                </a:cubicBezTo>
                <a:cubicBezTo>
                  <a:pt x="47916" y="14263"/>
                  <a:pt x="47841" y="14313"/>
                  <a:pt x="47741" y="14337"/>
                </a:cubicBezTo>
                <a:cubicBezTo>
                  <a:pt x="47169" y="14636"/>
                  <a:pt x="46646" y="14935"/>
                  <a:pt x="46099" y="15258"/>
                </a:cubicBezTo>
                <a:cubicBezTo>
                  <a:pt x="45899" y="15333"/>
                  <a:pt x="45750" y="15433"/>
                  <a:pt x="45551" y="15532"/>
                </a:cubicBezTo>
                <a:cubicBezTo>
                  <a:pt x="45227" y="15706"/>
                  <a:pt x="44904" y="15931"/>
                  <a:pt x="44555" y="16105"/>
                </a:cubicBezTo>
                <a:cubicBezTo>
                  <a:pt x="44481" y="16179"/>
                  <a:pt x="44381" y="16204"/>
                  <a:pt x="44281" y="16279"/>
                </a:cubicBezTo>
                <a:cubicBezTo>
                  <a:pt x="44107" y="16155"/>
                  <a:pt x="43883" y="16030"/>
                  <a:pt x="43684" y="15906"/>
                </a:cubicBezTo>
                <a:cubicBezTo>
                  <a:pt x="49334" y="11923"/>
                  <a:pt x="54985" y="8687"/>
                  <a:pt x="60486" y="6223"/>
                </a:cubicBezTo>
                <a:close/>
                <a:moveTo>
                  <a:pt x="92844" y="14761"/>
                </a:moveTo>
                <a:lnTo>
                  <a:pt x="92844" y="14786"/>
                </a:lnTo>
                <a:lnTo>
                  <a:pt x="92844" y="14810"/>
                </a:lnTo>
                <a:cubicBezTo>
                  <a:pt x="92670" y="14810"/>
                  <a:pt x="92545" y="14835"/>
                  <a:pt x="92396" y="14885"/>
                </a:cubicBezTo>
                <a:cubicBezTo>
                  <a:pt x="92147" y="14935"/>
                  <a:pt x="91898" y="14960"/>
                  <a:pt x="91649" y="15034"/>
                </a:cubicBezTo>
                <a:cubicBezTo>
                  <a:pt x="91276" y="15134"/>
                  <a:pt x="90903" y="15209"/>
                  <a:pt x="90529" y="15333"/>
                </a:cubicBezTo>
                <a:cubicBezTo>
                  <a:pt x="90230" y="15408"/>
                  <a:pt x="89957" y="15507"/>
                  <a:pt x="89683" y="15557"/>
                </a:cubicBezTo>
                <a:cubicBezTo>
                  <a:pt x="89334" y="15657"/>
                  <a:pt x="89036" y="15806"/>
                  <a:pt x="88687" y="15906"/>
                </a:cubicBezTo>
                <a:cubicBezTo>
                  <a:pt x="88364" y="16005"/>
                  <a:pt x="88090" y="16130"/>
                  <a:pt x="87791" y="16204"/>
                </a:cubicBezTo>
                <a:cubicBezTo>
                  <a:pt x="87722" y="16231"/>
                  <a:pt x="87656" y="16257"/>
                  <a:pt x="87591" y="16284"/>
                </a:cubicBezTo>
                <a:lnTo>
                  <a:pt x="87591" y="16284"/>
                </a:lnTo>
                <a:cubicBezTo>
                  <a:pt x="87673" y="16248"/>
                  <a:pt x="87756" y="16213"/>
                  <a:pt x="87841" y="16179"/>
                </a:cubicBezTo>
                <a:lnTo>
                  <a:pt x="88588" y="15906"/>
                </a:lnTo>
                <a:cubicBezTo>
                  <a:pt x="88961" y="15781"/>
                  <a:pt x="89334" y="15632"/>
                  <a:pt x="89733" y="15507"/>
                </a:cubicBezTo>
                <a:lnTo>
                  <a:pt x="90479" y="15308"/>
                </a:lnTo>
                <a:cubicBezTo>
                  <a:pt x="90878" y="15184"/>
                  <a:pt x="91301" y="15084"/>
                  <a:pt x="91699" y="14960"/>
                </a:cubicBezTo>
                <a:cubicBezTo>
                  <a:pt x="91948" y="14910"/>
                  <a:pt x="92222" y="14885"/>
                  <a:pt x="92471" y="14810"/>
                </a:cubicBezTo>
                <a:cubicBezTo>
                  <a:pt x="92595" y="14786"/>
                  <a:pt x="92720" y="14761"/>
                  <a:pt x="92844" y="14761"/>
                </a:cubicBezTo>
                <a:close/>
                <a:moveTo>
                  <a:pt x="77835" y="7144"/>
                </a:moveTo>
                <a:cubicBezTo>
                  <a:pt x="80100" y="9558"/>
                  <a:pt x="81967" y="12570"/>
                  <a:pt x="83336" y="15881"/>
                </a:cubicBezTo>
                <a:cubicBezTo>
                  <a:pt x="82813" y="16030"/>
                  <a:pt x="82265" y="16179"/>
                  <a:pt x="81718" y="16329"/>
                </a:cubicBezTo>
                <a:cubicBezTo>
                  <a:pt x="81718" y="16304"/>
                  <a:pt x="81693" y="16304"/>
                  <a:pt x="81693" y="16279"/>
                </a:cubicBezTo>
                <a:cubicBezTo>
                  <a:pt x="81593" y="16080"/>
                  <a:pt x="81519" y="15931"/>
                  <a:pt x="81444" y="15781"/>
                </a:cubicBezTo>
                <a:cubicBezTo>
                  <a:pt x="81394" y="15731"/>
                  <a:pt x="81394" y="15682"/>
                  <a:pt x="81369" y="15657"/>
                </a:cubicBezTo>
                <a:cubicBezTo>
                  <a:pt x="81344" y="15582"/>
                  <a:pt x="81270" y="15482"/>
                  <a:pt x="81245" y="15433"/>
                </a:cubicBezTo>
                <a:lnTo>
                  <a:pt x="80971" y="14960"/>
                </a:lnTo>
                <a:cubicBezTo>
                  <a:pt x="80946" y="14935"/>
                  <a:pt x="80896" y="14860"/>
                  <a:pt x="80871" y="14835"/>
                </a:cubicBezTo>
                <a:cubicBezTo>
                  <a:pt x="80847" y="14810"/>
                  <a:pt x="80847" y="14786"/>
                  <a:pt x="80822" y="14761"/>
                </a:cubicBezTo>
                <a:cubicBezTo>
                  <a:pt x="80747" y="14686"/>
                  <a:pt x="80722" y="14586"/>
                  <a:pt x="80647" y="14537"/>
                </a:cubicBezTo>
                <a:cubicBezTo>
                  <a:pt x="80598" y="14437"/>
                  <a:pt x="80498" y="14337"/>
                  <a:pt x="80448" y="14238"/>
                </a:cubicBezTo>
                <a:cubicBezTo>
                  <a:pt x="80448" y="14238"/>
                  <a:pt x="80448" y="14213"/>
                  <a:pt x="80398" y="14213"/>
                </a:cubicBezTo>
                <a:cubicBezTo>
                  <a:pt x="80274" y="14039"/>
                  <a:pt x="80150" y="13865"/>
                  <a:pt x="80000" y="13690"/>
                </a:cubicBezTo>
                <a:cubicBezTo>
                  <a:pt x="79950" y="13616"/>
                  <a:pt x="79901" y="13566"/>
                  <a:pt x="79851" y="13491"/>
                </a:cubicBezTo>
                <a:cubicBezTo>
                  <a:pt x="79726" y="13342"/>
                  <a:pt x="79602" y="13217"/>
                  <a:pt x="79477" y="13068"/>
                </a:cubicBezTo>
                <a:lnTo>
                  <a:pt x="79378" y="12944"/>
                </a:lnTo>
                <a:lnTo>
                  <a:pt x="79328" y="12869"/>
                </a:lnTo>
                <a:lnTo>
                  <a:pt x="79229" y="12794"/>
                </a:lnTo>
                <a:lnTo>
                  <a:pt x="79204" y="12720"/>
                </a:lnTo>
                <a:lnTo>
                  <a:pt x="79079" y="12595"/>
                </a:lnTo>
                <a:cubicBezTo>
                  <a:pt x="78905" y="12446"/>
                  <a:pt x="78756" y="12296"/>
                  <a:pt x="78581" y="12122"/>
                </a:cubicBezTo>
                <a:cubicBezTo>
                  <a:pt x="78482" y="12048"/>
                  <a:pt x="78357" y="11948"/>
                  <a:pt x="78258" y="11848"/>
                </a:cubicBezTo>
                <a:cubicBezTo>
                  <a:pt x="78059" y="11699"/>
                  <a:pt x="77884" y="11575"/>
                  <a:pt x="77685" y="11425"/>
                </a:cubicBezTo>
                <a:cubicBezTo>
                  <a:pt x="77536" y="11301"/>
                  <a:pt x="77387" y="11201"/>
                  <a:pt x="77188" y="11077"/>
                </a:cubicBezTo>
                <a:cubicBezTo>
                  <a:pt x="76988" y="10952"/>
                  <a:pt x="76789" y="10803"/>
                  <a:pt x="76565" y="10679"/>
                </a:cubicBezTo>
                <a:cubicBezTo>
                  <a:pt x="76416" y="10579"/>
                  <a:pt x="76242" y="10479"/>
                  <a:pt x="76067" y="10405"/>
                </a:cubicBezTo>
                <a:cubicBezTo>
                  <a:pt x="75943" y="10330"/>
                  <a:pt x="75794" y="10230"/>
                  <a:pt x="75669" y="10181"/>
                </a:cubicBezTo>
                <a:cubicBezTo>
                  <a:pt x="75495" y="10081"/>
                  <a:pt x="75296" y="9982"/>
                  <a:pt x="75072" y="9882"/>
                </a:cubicBezTo>
                <a:cubicBezTo>
                  <a:pt x="74947" y="9832"/>
                  <a:pt x="74823" y="9807"/>
                  <a:pt x="74698" y="9733"/>
                </a:cubicBezTo>
                <a:cubicBezTo>
                  <a:pt x="74649" y="9708"/>
                  <a:pt x="74624" y="9708"/>
                  <a:pt x="74549" y="9683"/>
                </a:cubicBezTo>
                <a:cubicBezTo>
                  <a:pt x="75246" y="8936"/>
                  <a:pt x="75968" y="8165"/>
                  <a:pt x="76715" y="7468"/>
                </a:cubicBezTo>
                <a:cubicBezTo>
                  <a:pt x="77063" y="7343"/>
                  <a:pt x="77436" y="7244"/>
                  <a:pt x="77835" y="7144"/>
                </a:cubicBezTo>
                <a:close/>
                <a:moveTo>
                  <a:pt x="58619" y="10031"/>
                </a:moveTo>
                <a:lnTo>
                  <a:pt x="58619" y="10056"/>
                </a:lnTo>
                <a:lnTo>
                  <a:pt x="58619" y="10081"/>
                </a:lnTo>
                <a:cubicBezTo>
                  <a:pt x="58469" y="10181"/>
                  <a:pt x="58370" y="10181"/>
                  <a:pt x="58320" y="10206"/>
                </a:cubicBezTo>
                <a:cubicBezTo>
                  <a:pt x="58121" y="10280"/>
                  <a:pt x="57922" y="10305"/>
                  <a:pt x="57723" y="10355"/>
                </a:cubicBezTo>
                <a:lnTo>
                  <a:pt x="56603" y="10728"/>
                </a:lnTo>
                <a:cubicBezTo>
                  <a:pt x="56379" y="10803"/>
                  <a:pt x="56204" y="10853"/>
                  <a:pt x="55980" y="10927"/>
                </a:cubicBezTo>
                <a:cubicBezTo>
                  <a:pt x="55607" y="11052"/>
                  <a:pt x="55209" y="11201"/>
                  <a:pt x="54810" y="11351"/>
                </a:cubicBezTo>
                <a:cubicBezTo>
                  <a:pt x="54611" y="11425"/>
                  <a:pt x="54387" y="11525"/>
                  <a:pt x="54213" y="11575"/>
                </a:cubicBezTo>
                <a:cubicBezTo>
                  <a:pt x="53815" y="11724"/>
                  <a:pt x="53392" y="11898"/>
                  <a:pt x="53018" y="12072"/>
                </a:cubicBezTo>
                <a:cubicBezTo>
                  <a:pt x="52844" y="12172"/>
                  <a:pt x="52620" y="12222"/>
                  <a:pt x="52446" y="12321"/>
                </a:cubicBezTo>
                <a:cubicBezTo>
                  <a:pt x="52023" y="12471"/>
                  <a:pt x="51649" y="12670"/>
                  <a:pt x="51251" y="12844"/>
                </a:cubicBezTo>
                <a:cubicBezTo>
                  <a:pt x="51027" y="12944"/>
                  <a:pt x="50853" y="13043"/>
                  <a:pt x="50629" y="13143"/>
                </a:cubicBezTo>
                <a:cubicBezTo>
                  <a:pt x="50255" y="13317"/>
                  <a:pt x="49857" y="13516"/>
                  <a:pt x="49484" y="13690"/>
                </a:cubicBezTo>
                <a:cubicBezTo>
                  <a:pt x="49260" y="13790"/>
                  <a:pt x="49036" y="13914"/>
                  <a:pt x="48837" y="14014"/>
                </a:cubicBezTo>
                <a:cubicBezTo>
                  <a:pt x="48463" y="14188"/>
                  <a:pt x="48040" y="14412"/>
                  <a:pt x="47667" y="14636"/>
                </a:cubicBezTo>
                <a:cubicBezTo>
                  <a:pt x="47468" y="14761"/>
                  <a:pt x="47244" y="14835"/>
                  <a:pt x="47019" y="14960"/>
                </a:cubicBezTo>
                <a:cubicBezTo>
                  <a:pt x="46771" y="15084"/>
                  <a:pt x="46522" y="15258"/>
                  <a:pt x="46273" y="15408"/>
                </a:cubicBezTo>
                <a:cubicBezTo>
                  <a:pt x="46099" y="15507"/>
                  <a:pt x="45924" y="15582"/>
                  <a:pt x="45750" y="15706"/>
                </a:cubicBezTo>
                <a:cubicBezTo>
                  <a:pt x="45551" y="15831"/>
                  <a:pt x="45377" y="15931"/>
                  <a:pt x="45178" y="16030"/>
                </a:cubicBezTo>
                <a:cubicBezTo>
                  <a:pt x="45028" y="16130"/>
                  <a:pt x="44904" y="16204"/>
                  <a:pt x="44754" y="16279"/>
                </a:cubicBezTo>
                <a:cubicBezTo>
                  <a:pt x="44680" y="16304"/>
                  <a:pt x="44630" y="16329"/>
                  <a:pt x="44555" y="16403"/>
                </a:cubicBezTo>
                <a:lnTo>
                  <a:pt x="44530" y="16379"/>
                </a:lnTo>
                <a:cubicBezTo>
                  <a:pt x="44530" y="16379"/>
                  <a:pt x="44505" y="16379"/>
                  <a:pt x="44505" y="16329"/>
                </a:cubicBezTo>
                <a:cubicBezTo>
                  <a:pt x="44555" y="16304"/>
                  <a:pt x="44605" y="16279"/>
                  <a:pt x="44655" y="16254"/>
                </a:cubicBezTo>
                <a:cubicBezTo>
                  <a:pt x="44779" y="16155"/>
                  <a:pt x="44929" y="16080"/>
                  <a:pt x="45053" y="16005"/>
                </a:cubicBezTo>
                <a:cubicBezTo>
                  <a:pt x="45277" y="15881"/>
                  <a:pt x="45476" y="15756"/>
                  <a:pt x="45675" y="15632"/>
                </a:cubicBezTo>
                <a:cubicBezTo>
                  <a:pt x="45850" y="15532"/>
                  <a:pt x="45999" y="15433"/>
                  <a:pt x="46173" y="15333"/>
                </a:cubicBezTo>
                <a:lnTo>
                  <a:pt x="46223" y="15333"/>
                </a:lnTo>
                <a:cubicBezTo>
                  <a:pt x="50454" y="12944"/>
                  <a:pt x="54636" y="11151"/>
                  <a:pt x="58619" y="10031"/>
                </a:cubicBezTo>
                <a:close/>
                <a:moveTo>
                  <a:pt x="43510" y="16030"/>
                </a:moveTo>
                <a:cubicBezTo>
                  <a:pt x="43734" y="16130"/>
                  <a:pt x="43908" y="16254"/>
                  <a:pt x="44107" y="16403"/>
                </a:cubicBezTo>
                <a:cubicBezTo>
                  <a:pt x="44057" y="16403"/>
                  <a:pt x="44057" y="16428"/>
                  <a:pt x="44033" y="16428"/>
                </a:cubicBezTo>
                <a:cubicBezTo>
                  <a:pt x="43933" y="16379"/>
                  <a:pt x="43883" y="16329"/>
                  <a:pt x="43809" y="16279"/>
                </a:cubicBezTo>
                <a:lnTo>
                  <a:pt x="43784" y="16279"/>
                </a:lnTo>
                <a:cubicBezTo>
                  <a:pt x="43659" y="16204"/>
                  <a:pt x="43560" y="16155"/>
                  <a:pt x="43435" y="16055"/>
                </a:cubicBezTo>
                <a:cubicBezTo>
                  <a:pt x="43485" y="16055"/>
                  <a:pt x="43485" y="16030"/>
                  <a:pt x="43510" y="16030"/>
                </a:cubicBezTo>
                <a:close/>
                <a:moveTo>
                  <a:pt x="44281" y="16503"/>
                </a:moveTo>
                <a:cubicBezTo>
                  <a:pt x="44306" y="16503"/>
                  <a:pt x="44306" y="16503"/>
                  <a:pt x="44356" y="16528"/>
                </a:cubicBezTo>
                <a:cubicBezTo>
                  <a:pt x="44306" y="16528"/>
                  <a:pt x="44306" y="16553"/>
                  <a:pt x="44281" y="16553"/>
                </a:cubicBezTo>
                <a:lnTo>
                  <a:pt x="44257" y="16553"/>
                </a:lnTo>
                <a:cubicBezTo>
                  <a:pt x="44257" y="16553"/>
                  <a:pt x="44232" y="16553"/>
                  <a:pt x="44232" y="16528"/>
                </a:cubicBezTo>
                <a:cubicBezTo>
                  <a:pt x="44257" y="16528"/>
                  <a:pt x="44257" y="16503"/>
                  <a:pt x="44281" y="16503"/>
                </a:cubicBezTo>
                <a:close/>
                <a:moveTo>
                  <a:pt x="83385" y="16030"/>
                </a:moveTo>
                <a:cubicBezTo>
                  <a:pt x="83385" y="16055"/>
                  <a:pt x="83435" y="16080"/>
                  <a:pt x="83435" y="16105"/>
                </a:cubicBezTo>
                <a:lnTo>
                  <a:pt x="81842" y="16578"/>
                </a:lnTo>
                <a:cubicBezTo>
                  <a:pt x="81842" y="16553"/>
                  <a:pt x="81817" y="16553"/>
                  <a:pt x="81817" y="16553"/>
                </a:cubicBezTo>
                <a:cubicBezTo>
                  <a:pt x="81842" y="16528"/>
                  <a:pt x="81817" y="16503"/>
                  <a:pt x="81817" y="16503"/>
                </a:cubicBezTo>
                <a:lnTo>
                  <a:pt x="83385" y="16030"/>
                </a:lnTo>
                <a:close/>
                <a:moveTo>
                  <a:pt x="92659" y="14538"/>
                </a:moveTo>
                <a:lnTo>
                  <a:pt x="92659" y="14538"/>
                </a:lnTo>
                <a:cubicBezTo>
                  <a:pt x="92628" y="14542"/>
                  <a:pt x="92567" y="14562"/>
                  <a:pt x="92545" y="14562"/>
                </a:cubicBezTo>
                <a:lnTo>
                  <a:pt x="91599" y="14761"/>
                </a:lnTo>
                <a:cubicBezTo>
                  <a:pt x="91276" y="14835"/>
                  <a:pt x="90903" y="14935"/>
                  <a:pt x="90554" y="15034"/>
                </a:cubicBezTo>
                <a:cubicBezTo>
                  <a:pt x="90280" y="15134"/>
                  <a:pt x="89957" y="15184"/>
                  <a:pt x="89683" y="15283"/>
                </a:cubicBezTo>
                <a:lnTo>
                  <a:pt x="88662" y="15657"/>
                </a:lnTo>
                <a:cubicBezTo>
                  <a:pt x="88364" y="15756"/>
                  <a:pt x="88090" y="15831"/>
                  <a:pt x="87816" y="15955"/>
                </a:cubicBezTo>
                <a:cubicBezTo>
                  <a:pt x="87468" y="16080"/>
                  <a:pt x="87169" y="16254"/>
                  <a:pt x="86845" y="16403"/>
                </a:cubicBezTo>
                <a:cubicBezTo>
                  <a:pt x="86571" y="16528"/>
                  <a:pt x="86248" y="16652"/>
                  <a:pt x="85974" y="16777"/>
                </a:cubicBezTo>
                <a:cubicBezTo>
                  <a:pt x="85675" y="16926"/>
                  <a:pt x="85377" y="17075"/>
                  <a:pt x="85078" y="17250"/>
                </a:cubicBezTo>
                <a:cubicBezTo>
                  <a:pt x="84879" y="17324"/>
                  <a:pt x="84680" y="17449"/>
                  <a:pt x="84481" y="17548"/>
                </a:cubicBezTo>
                <a:lnTo>
                  <a:pt x="83933" y="16155"/>
                </a:lnTo>
                <a:cubicBezTo>
                  <a:pt x="86966" y="15309"/>
                  <a:pt x="89899" y="14787"/>
                  <a:pt x="92659" y="14538"/>
                </a:cubicBezTo>
                <a:close/>
                <a:moveTo>
                  <a:pt x="83734" y="16179"/>
                </a:moveTo>
                <a:cubicBezTo>
                  <a:pt x="83958" y="16677"/>
                  <a:pt x="84132" y="17175"/>
                  <a:pt x="84306" y="17648"/>
                </a:cubicBezTo>
                <a:cubicBezTo>
                  <a:pt x="84257" y="17648"/>
                  <a:pt x="84257" y="17673"/>
                  <a:pt x="84232" y="17673"/>
                </a:cubicBezTo>
                <a:cubicBezTo>
                  <a:pt x="84057" y="17175"/>
                  <a:pt x="83858" y="16677"/>
                  <a:pt x="83684" y="16204"/>
                </a:cubicBezTo>
                <a:cubicBezTo>
                  <a:pt x="83709" y="16204"/>
                  <a:pt x="83709" y="16204"/>
                  <a:pt x="83734" y="16179"/>
                </a:cubicBezTo>
                <a:close/>
                <a:moveTo>
                  <a:pt x="111549" y="16427"/>
                </a:moveTo>
                <a:cubicBezTo>
                  <a:pt x="111605" y="16527"/>
                  <a:pt x="111662" y="16627"/>
                  <a:pt x="111711" y="16727"/>
                </a:cubicBezTo>
                <a:cubicBezTo>
                  <a:pt x="111836" y="17026"/>
                  <a:pt x="111960" y="17324"/>
                  <a:pt x="112060" y="17648"/>
                </a:cubicBezTo>
                <a:cubicBezTo>
                  <a:pt x="112075" y="17699"/>
                  <a:pt x="112092" y="17750"/>
                  <a:pt x="112111" y="17802"/>
                </a:cubicBezTo>
                <a:lnTo>
                  <a:pt x="112111" y="17802"/>
                </a:lnTo>
                <a:cubicBezTo>
                  <a:pt x="112061" y="17678"/>
                  <a:pt x="112008" y="17554"/>
                  <a:pt x="111960" y="17424"/>
                </a:cubicBezTo>
                <a:cubicBezTo>
                  <a:pt x="111836" y="17150"/>
                  <a:pt x="111736" y="16827"/>
                  <a:pt x="111612" y="16553"/>
                </a:cubicBezTo>
                <a:cubicBezTo>
                  <a:pt x="111591" y="16511"/>
                  <a:pt x="111570" y="16469"/>
                  <a:pt x="111549" y="16427"/>
                </a:cubicBezTo>
                <a:close/>
                <a:moveTo>
                  <a:pt x="109646" y="17573"/>
                </a:moveTo>
                <a:cubicBezTo>
                  <a:pt x="109769" y="17644"/>
                  <a:pt x="109892" y="17727"/>
                  <a:pt x="110006" y="17813"/>
                </a:cubicBezTo>
                <a:lnTo>
                  <a:pt x="110006" y="17813"/>
                </a:lnTo>
                <a:cubicBezTo>
                  <a:pt x="109889" y="17731"/>
                  <a:pt x="109769" y="17650"/>
                  <a:pt x="109646" y="17573"/>
                </a:cubicBezTo>
                <a:close/>
                <a:moveTo>
                  <a:pt x="87278" y="16426"/>
                </a:moveTo>
                <a:cubicBezTo>
                  <a:pt x="87156" y="16486"/>
                  <a:pt x="87038" y="16552"/>
                  <a:pt x="86920" y="16627"/>
                </a:cubicBezTo>
                <a:cubicBezTo>
                  <a:pt x="86596" y="16777"/>
                  <a:pt x="86298" y="16901"/>
                  <a:pt x="85974" y="17051"/>
                </a:cubicBezTo>
                <a:cubicBezTo>
                  <a:pt x="85700" y="17175"/>
                  <a:pt x="85451" y="17324"/>
                  <a:pt x="85178" y="17499"/>
                </a:cubicBezTo>
                <a:cubicBezTo>
                  <a:pt x="84954" y="17623"/>
                  <a:pt x="84730" y="17698"/>
                  <a:pt x="84555" y="17822"/>
                </a:cubicBezTo>
                <a:lnTo>
                  <a:pt x="84555" y="17797"/>
                </a:lnTo>
                <a:lnTo>
                  <a:pt x="84555" y="17772"/>
                </a:lnTo>
                <a:cubicBezTo>
                  <a:pt x="84730" y="17673"/>
                  <a:pt x="84879" y="17573"/>
                  <a:pt x="85078" y="17499"/>
                </a:cubicBezTo>
                <a:cubicBezTo>
                  <a:pt x="85377" y="17324"/>
                  <a:pt x="85700" y="17150"/>
                  <a:pt x="85999" y="17001"/>
                </a:cubicBezTo>
                <a:cubicBezTo>
                  <a:pt x="86248" y="16876"/>
                  <a:pt x="86547" y="16752"/>
                  <a:pt x="86795" y="16652"/>
                </a:cubicBezTo>
                <a:cubicBezTo>
                  <a:pt x="86951" y="16581"/>
                  <a:pt x="87112" y="16503"/>
                  <a:pt x="87278" y="16426"/>
                </a:cubicBezTo>
                <a:close/>
                <a:moveTo>
                  <a:pt x="84356" y="17872"/>
                </a:moveTo>
                <a:lnTo>
                  <a:pt x="84356" y="17897"/>
                </a:lnTo>
                <a:lnTo>
                  <a:pt x="84356" y="17922"/>
                </a:lnTo>
                <a:cubicBezTo>
                  <a:pt x="84331" y="17922"/>
                  <a:pt x="84331" y="17947"/>
                  <a:pt x="84306" y="17947"/>
                </a:cubicBezTo>
                <a:lnTo>
                  <a:pt x="84306" y="17922"/>
                </a:lnTo>
                <a:lnTo>
                  <a:pt x="84306" y="17897"/>
                </a:lnTo>
                <a:cubicBezTo>
                  <a:pt x="84331" y="17872"/>
                  <a:pt x="84331" y="17872"/>
                  <a:pt x="84356" y="17872"/>
                </a:cubicBezTo>
                <a:close/>
                <a:moveTo>
                  <a:pt x="40772" y="15209"/>
                </a:moveTo>
                <a:cubicBezTo>
                  <a:pt x="40946" y="15209"/>
                  <a:pt x="41170" y="15258"/>
                  <a:pt x="41394" y="15308"/>
                </a:cubicBezTo>
                <a:lnTo>
                  <a:pt x="41419" y="15308"/>
                </a:lnTo>
                <a:cubicBezTo>
                  <a:pt x="41643" y="15383"/>
                  <a:pt x="41892" y="15433"/>
                  <a:pt x="42141" y="15557"/>
                </a:cubicBezTo>
                <a:cubicBezTo>
                  <a:pt x="42390" y="15657"/>
                  <a:pt x="42639" y="15781"/>
                  <a:pt x="42888" y="15931"/>
                </a:cubicBezTo>
                <a:cubicBezTo>
                  <a:pt x="41743" y="16727"/>
                  <a:pt x="40622" y="17573"/>
                  <a:pt x="39527" y="18445"/>
                </a:cubicBezTo>
                <a:cubicBezTo>
                  <a:pt x="39502" y="18370"/>
                  <a:pt x="39502" y="18270"/>
                  <a:pt x="39502" y="18171"/>
                </a:cubicBezTo>
                <a:cubicBezTo>
                  <a:pt x="39502" y="18071"/>
                  <a:pt x="39453" y="17972"/>
                  <a:pt x="39453" y="17897"/>
                </a:cubicBezTo>
                <a:cubicBezTo>
                  <a:pt x="39453" y="17797"/>
                  <a:pt x="39428" y="17698"/>
                  <a:pt x="39428" y="17598"/>
                </a:cubicBezTo>
                <a:lnTo>
                  <a:pt x="39428" y="17399"/>
                </a:lnTo>
                <a:lnTo>
                  <a:pt x="39428" y="17100"/>
                </a:lnTo>
                <a:lnTo>
                  <a:pt x="39428" y="16926"/>
                </a:lnTo>
                <a:cubicBezTo>
                  <a:pt x="39428" y="16827"/>
                  <a:pt x="39428" y="16777"/>
                  <a:pt x="39453" y="16677"/>
                </a:cubicBezTo>
                <a:cubicBezTo>
                  <a:pt x="39453" y="16603"/>
                  <a:pt x="39502" y="16553"/>
                  <a:pt x="39502" y="16478"/>
                </a:cubicBezTo>
                <a:cubicBezTo>
                  <a:pt x="39453" y="16428"/>
                  <a:pt x="39502" y="16329"/>
                  <a:pt x="39502" y="16279"/>
                </a:cubicBezTo>
                <a:cubicBezTo>
                  <a:pt x="39527" y="16204"/>
                  <a:pt x="39527" y="16155"/>
                  <a:pt x="39552" y="16080"/>
                </a:cubicBezTo>
                <a:cubicBezTo>
                  <a:pt x="39577" y="16030"/>
                  <a:pt x="39577" y="16005"/>
                  <a:pt x="39602" y="15931"/>
                </a:cubicBezTo>
                <a:cubicBezTo>
                  <a:pt x="39652" y="15831"/>
                  <a:pt x="39701" y="15756"/>
                  <a:pt x="39776" y="15657"/>
                </a:cubicBezTo>
                <a:lnTo>
                  <a:pt x="39901" y="15532"/>
                </a:lnTo>
                <a:cubicBezTo>
                  <a:pt x="40000" y="15458"/>
                  <a:pt x="40075" y="15408"/>
                  <a:pt x="40150" y="15333"/>
                </a:cubicBezTo>
                <a:cubicBezTo>
                  <a:pt x="40324" y="15258"/>
                  <a:pt x="40523" y="15209"/>
                  <a:pt x="40772" y="15209"/>
                </a:cubicBezTo>
                <a:close/>
                <a:moveTo>
                  <a:pt x="39428" y="15906"/>
                </a:moveTo>
                <a:cubicBezTo>
                  <a:pt x="39403" y="15931"/>
                  <a:pt x="39403" y="16005"/>
                  <a:pt x="39403" y="16030"/>
                </a:cubicBezTo>
                <a:cubicBezTo>
                  <a:pt x="39378" y="16080"/>
                  <a:pt x="39328" y="16155"/>
                  <a:pt x="39328" y="16204"/>
                </a:cubicBezTo>
                <a:cubicBezTo>
                  <a:pt x="39303" y="16279"/>
                  <a:pt x="39303" y="16379"/>
                  <a:pt x="39303" y="16428"/>
                </a:cubicBezTo>
                <a:cubicBezTo>
                  <a:pt x="39303" y="16503"/>
                  <a:pt x="39278" y="16553"/>
                  <a:pt x="39278" y="16627"/>
                </a:cubicBezTo>
                <a:cubicBezTo>
                  <a:pt x="39278" y="16702"/>
                  <a:pt x="39278" y="16802"/>
                  <a:pt x="39253" y="16876"/>
                </a:cubicBezTo>
                <a:lnTo>
                  <a:pt x="39253" y="17075"/>
                </a:lnTo>
                <a:lnTo>
                  <a:pt x="39253" y="17374"/>
                </a:lnTo>
                <a:lnTo>
                  <a:pt x="39253" y="17623"/>
                </a:lnTo>
                <a:cubicBezTo>
                  <a:pt x="39253" y="17698"/>
                  <a:pt x="39278" y="17822"/>
                  <a:pt x="39278" y="17922"/>
                </a:cubicBezTo>
                <a:cubicBezTo>
                  <a:pt x="39278" y="18021"/>
                  <a:pt x="39303" y="18121"/>
                  <a:pt x="39303" y="18196"/>
                </a:cubicBezTo>
                <a:cubicBezTo>
                  <a:pt x="39303" y="18295"/>
                  <a:pt x="39328" y="18420"/>
                  <a:pt x="39378" y="18544"/>
                </a:cubicBezTo>
                <a:lnTo>
                  <a:pt x="39378" y="18569"/>
                </a:lnTo>
                <a:cubicBezTo>
                  <a:pt x="39328" y="18569"/>
                  <a:pt x="39328" y="18594"/>
                  <a:pt x="39303" y="18594"/>
                </a:cubicBezTo>
                <a:lnTo>
                  <a:pt x="39303" y="18519"/>
                </a:lnTo>
                <a:cubicBezTo>
                  <a:pt x="39278" y="18420"/>
                  <a:pt x="39278" y="18295"/>
                  <a:pt x="39253" y="18196"/>
                </a:cubicBezTo>
                <a:cubicBezTo>
                  <a:pt x="39253" y="18121"/>
                  <a:pt x="39204" y="18021"/>
                  <a:pt x="39204" y="17922"/>
                </a:cubicBezTo>
                <a:cubicBezTo>
                  <a:pt x="39204" y="17822"/>
                  <a:pt x="39179" y="17698"/>
                  <a:pt x="39179" y="17598"/>
                </a:cubicBezTo>
                <a:lnTo>
                  <a:pt x="39179" y="17399"/>
                </a:lnTo>
                <a:lnTo>
                  <a:pt x="39179" y="17075"/>
                </a:lnTo>
                <a:lnTo>
                  <a:pt x="39179" y="16851"/>
                </a:lnTo>
                <a:cubicBezTo>
                  <a:pt x="39179" y="16777"/>
                  <a:pt x="39179" y="16677"/>
                  <a:pt x="39204" y="16578"/>
                </a:cubicBezTo>
                <a:cubicBezTo>
                  <a:pt x="39204" y="16528"/>
                  <a:pt x="39253" y="16453"/>
                  <a:pt x="39253" y="16403"/>
                </a:cubicBezTo>
                <a:cubicBezTo>
                  <a:pt x="39253" y="16329"/>
                  <a:pt x="39278" y="16229"/>
                  <a:pt x="39278" y="16179"/>
                </a:cubicBezTo>
                <a:cubicBezTo>
                  <a:pt x="39278" y="16130"/>
                  <a:pt x="39303" y="16055"/>
                  <a:pt x="39328" y="16005"/>
                </a:cubicBezTo>
                <a:lnTo>
                  <a:pt x="39428" y="15906"/>
                </a:lnTo>
                <a:close/>
                <a:moveTo>
                  <a:pt x="43062" y="16030"/>
                </a:moveTo>
                <a:cubicBezTo>
                  <a:pt x="43112" y="16030"/>
                  <a:pt x="43112" y="16055"/>
                  <a:pt x="43136" y="16055"/>
                </a:cubicBezTo>
                <a:cubicBezTo>
                  <a:pt x="41917" y="16926"/>
                  <a:pt x="40747" y="17797"/>
                  <a:pt x="39577" y="18693"/>
                </a:cubicBezTo>
                <a:lnTo>
                  <a:pt x="39577" y="18644"/>
                </a:lnTo>
                <a:cubicBezTo>
                  <a:pt x="40697" y="17772"/>
                  <a:pt x="41892" y="16901"/>
                  <a:pt x="43062" y="16030"/>
                </a:cubicBezTo>
                <a:close/>
                <a:moveTo>
                  <a:pt x="83585" y="16279"/>
                </a:moveTo>
                <a:cubicBezTo>
                  <a:pt x="83709" y="16777"/>
                  <a:pt x="83883" y="17275"/>
                  <a:pt x="84082" y="17797"/>
                </a:cubicBezTo>
                <a:cubicBezTo>
                  <a:pt x="83833" y="17947"/>
                  <a:pt x="83609" y="18121"/>
                  <a:pt x="83361" y="18270"/>
                </a:cubicBezTo>
                <a:cubicBezTo>
                  <a:pt x="83112" y="18420"/>
                  <a:pt x="82863" y="18569"/>
                  <a:pt x="82639" y="18743"/>
                </a:cubicBezTo>
                <a:cubicBezTo>
                  <a:pt x="82614" y="18644"/>
                  <a:pt x="82589" y="18569"/>
                  <a:pt x="82589" y="18494"/>
                </a:cubicBezTo>
                <a:cubicBezTo>
                  <a:pt x="82514" y="18295"/>
                  <a:pt x="82464" y="18121"/>
                  <a:pt x="82440" y="17947"/>
                </a:cubicBezTo>
                <a:lnTo>
                  <a:pt x="82440" y="17922"/>
                </a:lnTo>
                <a:cubicBezTo>
                  <a:pt x="82440" y="17897"/>
                  <a:pt x="82390" y="17822"/>
                  <a:pt x="82390" y="17797"/>
                </a:cubicBezTo>
                <a:cubicBezTo>
                  <a:pt x="82365" y="17698"/>
                  <a:pt x="82340" y="17648"/>
                  <a:pt x="82290" y="17548"/>
                </a:cubicBezTo>
                <a:lnTo>
                  <a:pt x="82116" y="17075"/>
                </a:lnTo>
                <a:cubicBezTo>
                  <a:pt x="82091" y="16951"/>
                  <a:pt x="82016" y="16876"/>
                  <a:pt x="81991" y="16752"/>
                </a:cubicBezTo>
                <a:lnTo>
                  <a:pt x="83585" y="16279"/>
                </a:lnTo>
                <a:close/>
                <a:moveTo>
                  <a:pt x="79229" y="13342"/>
                </a:moveTo>
                <a:cubicBezTo>
                  <a:pt x="79253" y="13417"/>
                  <a:pt x="79303" y="13441"/>
                  <a:pt x="79353" y="13516"/>
                </a:cubicBezTo>
                <a:cubicBezTo>
                  <a:pt x="79602" y="13790"/>
                  <a:pt x="79851" y="14089"/>
                  <a:pt x="80100" y="14412"/>
                </a:cubicBezTo>
                <a:cubicBezTo>
                  <a:pt x="80150" y="14462"/>
                  <a:pt x="80174" y="14537"/>
                  <a:pt x="80249" y="14636"/>
                </a:cubicBezTo>
                <a:cubicBezTo>
                  <a:pt x="80523" y="15010"/>
                  <a:pt x="80772" y="15408"/>
                  <a:pt x="80996" y="15806"/>
                </a:cubicBezTo>
                <a:cubicBezTo>
                  <a:pt x="81046" y="15906"/>
                  <a:pt x="81095" y="16005"/>
                  <a:pt x="81145" y="16130"/>
                </a:cubicBezTo>
                <a:cubicBezTo>
                  <a:pt x="81220" y="16254"/>
                  <a:pt x="81245" y="16329"/>
                  <a:pt x="81295" y="16453"/>
                </a:cubicBezTo>
                <a:cubicBezTo>
                  <a:pt x="79229" y="17125"/>
                  <a:pt x="77138" y="17897"/>
                  <a:pt x="75022" y="18768"/>
                </a:cubicBezTo>
                <a:cubicBezTo>
                  <a:pt x="75221" y="18420"/>
                  <a:pt x="75420" y="18071"/>
                  <a:pt x="75644" y="17748"/>
                </a:cubicBezTo>
                <a:cubicBezTo>
                  <a:pt x="75719" y="17648"/>
                  <a:pt x="75744" y="17573"/>
                  <a:pt x="75794" y="17499"/>
                </a:cubicBezTo>
                <a:cubicBezTo>
                  <a:pt x="76092" y="17051"/>
                  <a:pt x="76391" y="16627"/>
                  <a:pt x="76715" y="16204"/>
                </a:cubicBezTo>
                <a:cubicBezTo>
                  <a:pt x="76764" y="16130"/>
                  <a:pt x="76814" y="16055"/>
                  <a:pt x="76889" y="15955"/>
                </a:cubicBezTo>
                <a:cubicBezTo>
                  <a:pt x="77212" y="15532"/>
                  <a:pt x="77536" y="15134"/>
                  <a:pt x="77909" y="14711"/>
                </a:cubicBezTo>
                <a:lnTo>
                  <a:pt x="78034" y="14586"/>
                </a:lnTo>
                <a:cubicBezTo>
                  <a:pt x="78382" y="14213"/>
                  <a:pt x="78756" y="13815"/>
                  <a:pt x="79104" y="13466"/>
                </a:cubicBezTo>
                <a:lnTo>
                  <a:pt x="79229" y="13342"/>
                </a:lnTo>
                <a:close/>
                <a:moveTo>
                  <a:pt x="39403" y="18818"/>
                </a:moveTo>
                <a:lnTo>
                  <a:pt x="39403" y="18893"/>
                </a:lnTo>
                <a:cubicBezTo>
                  <a:pt x="39403" y="18893"/>
                  <a:pt x="39378" y="18893"/>
                  <a:pt x="39328" y="18917"/>
                </a:cubicBezTo>
                <a:lnTo>
                  <a:pt x="39328" y="18843"/>
                </a:lnTo>
                <a:cubicBezTo>
                  <a:pt x="39378" y="18843"/>
                  <a:pt x="39378" y="18818"/>
                  <a:pt x="39403" y="18818"/>
                </a:cubicBezTo>
                <a:close/>
                <a:moveTo>
                  <a:pt x="84132" y="17972"/>
                </a:moveTo>
                <a:lnTo>
                  <a:pt x="84132" y="18021"/>
                </a:lnTo>
                <a:lnTo>
                  <a:pt x="84132" y="18046"/>
                </a:lnTo>
                <a:cubicBezTo>
                  <a:pt x="83933" y="18171"/>
                  <a:pt x="83684" y="18320"/>
                  <a:pt x="83460" y="18494"/>
                </a:cubicBezTo>
                <a:cubicBezTo>
                  <a:pt x="83211" y="18644"/>
                  <a:pt x="82962" y="18793"/>
                  <a:pt x="82713" y="18992"/>
                </a:cubicBezTo>
                <a:lnTo>
                  <a:pt x="82688" y="18917"/>
                </a:lnTo>
                <a:cubicBezTo>
                  <a:pt x="82888" y="18768"/>
                  <a:pt x="83136" y="18594"/>
                  <a:pt x="83361" y="18469"/>
                </a:cubicBezTo>
                <a:cubicBezTo>
                  <a:pt x="83609" y="18320"/>
                  <a:pt x="83858" y="18146"/>
                  <a:pt x="84132" y="17972"/>
                </a:cubicBezTo>
                <a:close/>
                <a:moveTo>
                  <a:pt x="81369" y="16627"/>
                </a:moveTo>
                <a:cubicBezTo>
                  <a:pt x="81369" y="16652"/>
                  <a:pt x="81394" y="16677"/>
                  <a:pt x="81394" y="16702"/>
                </a:cubicBezTo>
                <a:cubicBezTo>
                  <a:pt x="79253" y="17399"/>
                  <a:pt x="77013" y="18196"/>
                  <a:pt x="74773" y="19166"/>
                </a:cubicBezTo>
                <a:cubicBezTo>
                  <a:pt x="74798" y="19117"/>
                  <a:pt x="74848" y="19067"/>
                  <a:pt x="74848" y="19042"/>
                </a:cubicBezTo>
                <a:cubicBezTo>
                  <a:pt x="77038" y="18121"/>
                  <a:pt x="79229" y="17300"/>
                  <a:pt x="81369" y="16627"/>
                </a:cubicBezTo>
                <a:close/>
                <a:moveTo>
                  <a:pt x="43286" y="16155"/>
                </a:moveTo>
                <a:lnTo>
                  <a:pt x="43858" y="16528"/>
                </a:lnTo>
                <a:cubicBezTo>
                  <a:pt x="43784" y="16578"/>
                  <a:pt x="43734" y="16652"/>
                  <a:pt x="43634" y="16677"/>
                </a:cubicBezTo>
                <a:cubicBezTo>
                  <a:pt x="43136" y="17001"/>
                  <a:pt x="42664" y="17300"/>
                  <a:pt x="42166" y="17623"/>
                </a:cubicBezTo>
                <a:cubicBezTo>
                  <a:pt x="41991" y="17748"/>
                  <a:pt x="41792" y="17872"/>
                  <a:pt x="41568" y="17996"/>
                </a:cubicBezTo>
                <a:lnTo>
                  <a:pt x="40747" y="18544"/>
                </a:lnTo>
                <a:cubicBezTo>
                  <a:pt x="40523" y="18693"/>
                  <a:pt x="40324" y="18818"/>
                  <a:pt x="40125" y="18942"/>
                </a:cubicBezTo>
                <a:cubicBezTo>
                  <a:pt x="39950" y="19042"/>
                  <a:pt x="39801" y="19166"/>
                  <a:pt x="39652" y="19266"/>
                </a:cubicBezTo>
                <a:cubicBezTo>
                  <a:pt x="39652" y="19191"/>
                  <a:pt x="39627" y="19141"/>
                  <a:pt x="39627" y="19067"/>
                </a:cubicBezTo>
                <a:cubicBezTo>
                  <a:pt x="39627" y="19017"/>
                  <a:pt x="39577" y="18942"/>
                  <a:pt x="39577" y="18917"/>
                </a:cubicBezTo>
                <a:cubicBezTo>
                  <a:pt x="40797" y="17996"/>
                  <a:pt x="42016" y="17051"/>
                  <a:pt x="43286" y="16155"/>
                </a:cubicBezTo>
                <a:close/>
                <a:moveTo>
                  <a:pt x="39428" y="19117"/>
                </a:moveTo>
                <a:cubicBezTo>
                  <a:pt x="39428" y="19166"/>
                  <a:pt x="39453" y="19191"/>
                  <a:pt x="39453" y="19266"/>
                </a:cubicBezTo>
                <a:cubicBezTo>
                  <a:pt x="39453" y="19316"/>
                  <a:pt x="39502" y="19390"/>
                  <a:pt x="39502" y="19440"/>
                </a:cubicBezTo>
                <a:lnTo>
                  <a:pt x="39453" y="19440"/>
                </a:lnTo>
                <a:cubicBezTo>
                  <a:pt x="39428" y="19365"/>
                  <a:pt x="39428" y="19266"/>
                  <a:pt x="39403" y="19191"/>
                </a:cubicBezTo>
                <a:cubicBezTo>
                  <a:pt x="39403" y="19166"/>
                  <a:pt x="39403" y="19166"/>
                  <a:pt x="39378" y="19141"/>
                </a:cubicBezTo>
                <a:cubicBezTo>
                  <a:pt x="39403" y="19141"/>
                  <a:pt x="39403" y="19117"/>
                  <a:pt x="39428" y="19117"/>
                </a:cubicBezTo>
                <a:close/>
                <a:moveTo>
                  <a:pt x="101456" y="7094"/>
                </a:moveTo>
                <a:lnTo>
                  <a:pt x="101456" y="7094"/>
                </a:lnTo>
                <a:cubicBezTo>
                  <a:pt x="101631" y="7144"/>
                  <a:pt x="101805" y="7219"/>
                  <a:pt x="101954" y="7268"/>
                </a:cubicBezTo>
                <a:cubicBezTo>
                  <a:pt x="102303" y="7443"/>
                  <a:pt x="102651" y="7617"/>
                  <a:pt x="103000" y="7766"/>
                </a:cubicBezTo>
                <a:cubicBezTo>
                  <a:pt x="103149" y="7866"/>
                  <a:pt x="103323" y="7941"/>
                  <a:pt x="103497" y="8015"/>
                </a:cubicBezTo>
                <a:cubicBezTo>
                  <a:pt x="103846" y="8214"/>
                  <a:pt x="104145" y="8389"/>
                  <a:pt x="104468" y="8588"/>
                </a:cubicBezTo>
                <a:cubicBezTo>
                  <a:pt x="104618" y="8687"/>
                  <a:pt x="104767" y="8762"/>
                  <a:pt x="104916" y="8886"/>
                </a:cubicBezTo>
                <a:cubicBezTo>
                  <a:pt x="105240" y="9085"/>
                  <a:pt x="105514" y="9310"/>
                  <a:pt x="105787" y="9509"/>
                </a:cubicBezTo>
                <a:cubicBezTo>
                  <a:pt x="105912" y="9708"/>
                  <a:pt x="106111" y="9832"/>
                  <a:pt x="106235" y="9957"/>
                </a:cubicBezTo>
                <a:cubicBezTo>
                  <a:pt x="106509" y="10181"/>
                  <a:pt x="106758" y="10405"/>
                  <a:pt x="107007" y="10654"/>
                </a:cubicBezTo>
                <a:cubicBezTo>
                  <a:pt x="107156" y="10778"/>
                  <a:pt x="107331" y="10927"/>
                  <a:pt x="107480" y="11052"/>
                </a:cubicBezTo>
                <a:cubicBezTo>
                  <a:pt x="107729" y="11276"/>
                  <a:pt x="107953" y="11525"/>
                  <a:pt x="108152" y="11749"/>
                </a:cubicBezTo>
                <a:cubicBezTo>
                  <a:pt x="108277" y="11873"/>
                  <a:pt x="108376" y="11998"/>
                  <a:pt x="108501" y="12147"/>
                </a:cubicBezTo>
                <a:cubicBezTo>
                  <a:pt x="108525" y="12172"/>
                  <a:pt x="108575" y="12222"/>
                  <a:pt x="108625" y="12272"/>
                </a:cubicBezTo>
                <a:cubicBezTo>
                  <a:pt x="108849" y="12496"/>
                  <a:pt x="109023" y="12769"/>
                  <a:pt x="109222" y="12993"/>
                </a:cubicBezTo>
                <a:cubicBezTo>
                  <a:pt x="109372" y="13193"/>
                  <a:pt x="109496" y="13392"/>
                  <a:pt x="109646" y="13566"/>
                </a:cubicBezTo>
                <a:cubicBezTo>
                  <a:pt x="109845" y="13815"/>
                  <a:pt x="109994" y="14064"/>
                  <a:pt x="110143" y="14337"/>
                </a:cubicBezTo>
                <a:cubicBezTo>
                  <a:pt x="110268" y="14562"/>
                  <a:pt x="110442" y="14786"/>
                  <a:pt x="110567" y="14985"/>
                </a:cubicBezTo>
                <a:cubicBezTo>
                  <a:pt x="110716" y="15234"/>
                  <a:pt x="110840" y="15532"/>
                  <a:pt x="110990" y="15781"/>
                </a:cubicBezTo>
                <a:lnTo>
                  <a:pt x="111363" y="16528"/>
                </a:lnTo>
                <a:cubicBezTo>
                  <a:pt x="111487" y="16802"/>
                  <a:pt x="111612" y="17051"/>
                  <a:pt x="111711" y="17324"/>
                </a:cubicBezTo>
                <a:cubicBezTo>
                  <a:pt x="111836" y="17598"/>
                  <a:pt x="111936" y="17847"/>
                  <a:pt x="112010" y="18146"/>
                </a:cubicBezTo>
                <a:lnTo>
                  <a:pt x="112309" y="18967"/>
                </a:lnTo>
                <a:cubicBezTo>
                  <a:pt x="112359" y="19141"/>
                  <a:pt x="112384" y="19291"/>
                  <a:pt x="112458" y="19440"/>
                </a:cubicBezTo>
                <a:lnTo>
                  <a:pt x="112408" y="19415"/>
                </a:lnTo>
                <a:cubicBezTo>
                  <a:pt x="112309" y="19291"/>
                  <a:pt x="112160" y="19191"/>
                  <a:pt x="112035" y="19067"/>
                </a:cubicBezTo>
                <a:cubicBezTo>
                  <a:pt x="111936" y="18992"/>
                  <a:pt x="111836" y="18843"/>
                  <a:pt x="111711" y="18768"/>
                </a:cubicBezTo>
                <a:cubicBezTo>
                  <a:pt x="111537" y="18644"/>
                  <a:pt x="111413" y="18544"/>
                  <a:pt x="111263" y="18420"/>
                </a:cubicBezTo>
                <a:cubicBezTo>
                  <a:pt x="111139" y="18320"/>
                  <a:pt x="111064" y="18245"/>
                  <a:pt x="110915" y="18171"/>
                </a:cubicBezTo>
                <a:cubicBezTo>
                  <a:pt x="110766" y="18046"/>
                  <a:pt x="110591" y="17922"/>
                  <a:pt x="110417" y="17822"/>
                </a:cubicBezTo>
                <a:lnTo>
                  <a:pt x="110143" y="17648"/>
                </a:lnTo>
                <a:lnTo>
                  <a:pt x="109596" y="17275"/>
                </a:lnTo>
                <a:cubicBezTo>
                  <a:pt x="109496" y="17200"/>
                  <a:pt x="109422" y="17175"/>
                  <a:pt x="109347" y="17125"/>
                </a:cubicBezTo>
                <a:cubicBezTo>
                  <a:pt x="109123" y="17001"/>
                  <a:pt x="108899" y="16876"/>
                  <a:pt x="108725" y="16752"/>
                </a:cubicBezTo>
                <a:cubicBezTo>
                  <a:pt x="108650" y="16702"/>
                  <a:pt x="108600" y="16677"/>
                  <a:pt x="108501" y="16627"/>
                </a:cubicBezTo>
                <a:cubicBezTo>
                  <a:pt x="108277" y="16503"/>
                  <a:pt x="108028" y="16379"/>
                  <a:pt x="107804" y="16279"/>
                </a:cubicBezTo>
                <a:lnTo>
                  <a:pt x="107629" y="16179"/>
                </a:lnTo>
                <a:cubicBezTo>
                  <a:pt x="107380" y="16055"/>
                  <a:pt x="107132" y="15955"/>
                  <a:pt x="106883" y="15831"/>
                </a:cubicBezTo>
                <a:cubicBezTo>
                  <a:pt x="106808" y="15806"/>
                  <a:pt x="106783" y="15806"/>
                  <a:pt x="106733" y="15781"/>
                </a:cubicBezTo>
                <a:cubicBezTo>
                  <a:pt x="106484" y="15657"/>
                  <a:pt x="106186" y="15557"/>
                  <a:pt x="105912" y="15458"/>
                </a:cubicBezTo>
                <a:cubicBezTo>
                  <a:pt x="105862" y="15433"/>
                  <a:pt x="105812" y="15433"/>
                  <a:pt x="105763" y="15408"/>
                </a:cubicBezTo>
                <a:cubicBezTo>
                  <a:pt x="105688" y="15383"/>
                  <a:pt x="105638" y="15333"/>
                  <a:pt x="105563" y="15333"/>
                </a:cubicBezTo>
                <a:cubicBezTo>
                  <a:pt x="104866" y="12272"/>
                  <a:pt x="103497" y="9434"/>
                  <a:pt x="101456" y="7094"/>
                </a:cubicBezTo>
                <a:close/>
                <a:moveTo>
                  <a:pt x="44057" y="16652"/>
                </a:moveTo>
                <a:cubicBezTo>
                  <a:pt x="44033" y="16702"/>
                  <a:pt x="43983" y="16727"/>
                  <a:pt x="43908" y="16802"/>
                </a:cubicBezTo>
                <a:cubicBezTo>
                  <a:pt x="43734" y="16926"/>
                  <a:pt x="43510" y="17051"/>
                  <a:pt x="43311" y="17175"/>
                </a:cubicBezTo>
                <a:lnTo>
                  <a:pt x="42290" y="17822"/>
                </a:lnTo>
                <a:cubicBezTo>
                  <a:pt x="42116" y="17947"/>
                  <a:pt x="41917" y="18046"/>
                  <a:pt x="41767" y="18171"/>
                </a:cubicBezTo>
                <a:lnTo>
                  <a:pt x="41494" y="18345"/>
                </a:lnTo>
                <a:cubicBezTo>
                  <a:pt x="41120" y="18594"/>
                  <a:pt x="40697" y="18893"/>
                  <a:pt x="40324" y="19166"/>
                </a:cubicBezTo>
                <a:cubicBezTo>
                  <a:pt x="40150" y="19291"/>
                  <a:pt x="39950" y="19415"/>
                  <a:pt x="39801" y="19540"/>
                </a:cubicBezTo>
                <a:lnTo>
                  <a:pt x="39801" y="19515"/>
                </a:lnTo>
                <a:lnTo>
                  <a:pt x="39801" y="19465"/>
                </a:lnTo>
                <a:cubicBezTo>
                  <a:pt x="39901" y="19415"/>
                  <a:pt x="40025" y="19316"/>
                  <a:pt x="40125" y="19266"/>
                </a:cubicBezTo>
                <a:cubicBezTo>
                  <a:pt x="40672" y="18893"/>
                  <a:pt x="41195" y="18519"/>
                  <a:pt x="41767" y="18146"/>
                </a:cubicBezTo>
                <a:lnTo>
                  <a:pt x="42315" y="17772"/>
                </a:lnTo>
                <a:cubicBezTo>
                  <a:pt x="42863" y="17424"/>
                  <a:pt x="43360" y="17075"/>
                  <a:pt x="43883" y="16777"/>
                </a:cubicBezTo>
                <a:cubicBezTo>
                  <a:pt x="43908" y="16727"/>
                  <a:pt x="43983" y="16677"/>
                  <a:pt x="44057" y="16652"/>
                </a:cubicBezTo>
                <a:close/>
                <a:moveTo>
                  <a:pt x="39552" y="19614"/>
                </a:moveTo>
                <a:lnTo>
                  <a:pt x="39577" y="19639"/>
                </a:lnTo>
                <a:lnTo>
                  <a:pt x="39577" y="19664"/>
                </a:lnTo>
                <a:lnTo>
                  <a:pt x="39552" y="19689"/>
                </a:lnTo>
                <a:lnTo>
                  <a:pt x="39552" y="19664"/>
                </a:lnTo>
                <a:lnTo>
                  <a:pt x="39552" y="19639"/>
                </a:lnTo>
                <a:cubicBezTo>
                  <a:pt x="39527" y="19639"/>
                  <a:pt x="39527" y="19639"/>
                  <a:pt x="39552" y="19614"/>
                </a:cubicBezTo>
                <a:close/>
                <a:moveTo>
                  <a:pt x="112202" y="18038"/>
                </a:moveTo>
                <a:cubicBezTo>
                  <a:pt x="112254" y="18167"/>
                  <a:pt x="112309" y="18296"/>
                  <a:pt x="112359" y="18420"/>
                </a:cubicBezTo>
                <a:cubicBezTo>
                  <a:pt x="112458" y="18693"/>
                  <a:pt x="112508" y="18992"/>
                  <a:pt x="112608" y="19266"/>
                </a:cubicBezTo>
                <a:lnTo>
                  <a:pt x="112807" y="19814"/>
                </a:lnTo>
                <a:lnTo>
                  <a:pt x="112732" y="19739"/>
                </a:lnTo>
                <a:cubicBezTo>
                  <a:pt x="112682" y="19515"/>
                  <a:pt x="112608" y="19316"/>
                  <a:pt x="112558" y="19141"/>
                </a:cubicBezTo>
                <a:cubicBezTo>
                  <a:pt x="112458" y="18818"/>
                  <a:pt x="112359" y="18544"/>
                  <a:pt x="112259" y="18220"/>
                </a:cubicBezTo>
                <a:cubicBezTo>
                  <a:pt x="112242" y="18159"/>
                  <a:pt x="112223" y="18098"/>
                  <a:pt x="112202" y="18038"/>
                </a:cubicBezTo>
                <a:close/>
                <a:moveTo>
                  <a:pt x="74051" y="10031"/>
                </a:moveTo>
                <a:lnTo>
                  <a:pt x="74051" y="10031"/>
                </a:lnTo>
                <a:cubicBezTo>
                  <a:pt x="71761" y="13018"/>
                  <a:pt x="70168" y="16428"/>
                  <a:pt x="69322" y="19938"/>
                </a:cubicBezTo>
                <a:lnTo>
                  <a:pt x="69272" y="19938"/>
                </a:lnTo>
                <a:cubicBezTo>
                  <a:pt x="70094" y="16428"/>
                  <a:pt x="71687" y="13018"/>
                  <a:pt x="74026" y="10056"/>
                </a:cubicBezTo>
                <a:lnTo>
                  <a:pt x="74051" y="10031"/>
                </a:lnTo>
                <a:close/>
                <a:moveTo>
                  <a:pt x="110214" y="17963"/>
                </a:moveTo>
                <a:lnTo>
                  <a:pt x="110442" y="18096"/>
                </a:lnTo>
                <a:cubicBezTo>
                  <a:pt x="110591" y="18220"/>
                  <a:pt x="110741" y="18345"/>
                  <a:pt x="110890" y="18445"/>
                </a:cubicBezTo>
                <a:cubicBezTo>
                  <a:pt x="110990" y="18544"/>
                  <a:pt x="111114" y="18594"/>
                  <a:pt x="111214" y="18693"/>
                </a:cubicBezTo>
                <a:cubicBezTo>
                  <a:pt x="111363" y="18818"/>
                  <a:pt x="111487" y="18917"/>
                  <a:pt x="111637" y="19042"/>
                </a:cubicBezTo>
                <a:cubicBezTo>
                  <a:pt x="111761" y="19141"/>
                  <a:pt x="111861" y="19216"/>
                  <a:pt x="111985" y="19316"/>
                </a:cubicBezTo>
                <a:cubicBezTo>
                  <a:pt x="112110" y="19440"/>
                  <a:pt x="112234" y="19565"/>
                  <a:pt x="112384" y="19689"/>
                </a:cubicBezTo>
                <a:cubicBezTo>
                  <a:pt x="112458" y="19714"/>
                  <a:pt x="112483" y="19789"/>
                  <a:pt x="112508" y="19814"/>
                </a:cubicBezTo>
                <a:cubicBezTo>
                  <a:pt x="112508" y="19838"/>
                  <a:pt x="112558" y="19913"/>
                  <a:pt x="112558" y="19938"/>
                </a:cubicBezTo>
                <a:lnTo>
                  <a:pt x="112334" y="19714"/>
                </a:lnTo>
                <a:lnTo>
                  <a:pt x="112110" y="19515"/>
                </a:lnTo>
                <a:cubicBezTo>
                  <a:pt x="111985" y="19390"/>
                  <a:pt x="111836" y="19266"/>
                  <a:pt x="111687" y="19141"/>
                </a:cubicBezTo>
                <a:cubicBezTo>
                  <a:pt x="111637" y="19141"/>
                  <a:pt x="111637" y="19092"/>
                  <a:pt x="111612" y="19092"/>
                </a:cubicBezTo>
                <a:cubicBezTo>
                  <a:pt x="111512" y="19017"/>
                  <a:pt x="111438" y="18942"/>
                  <a:pt x="111338" y="18843"/>
                </a:cubicBezTo>
                <a:cubicBezTo>
                  <a:pt x="111313" y="18818"/>
                  <a:pt x="111239" y="18793"/>
                  <a:pt x="111214" y="18768"/>
                </a:cubicBezTo>
                <a:cubicBezTo>
                  <a:pt x="110914" y="18518"/>
                  <a:pt x="110580" y="18235"/>
                  <a:pt x="110214" y="17963"/>
                </a:cubicBezTo>
                <a:close/>
                <a:moveTo>
                  <a:pt x="71288" y="9310"/>
                </a:moveTo>
                <a:cubicBezTo>
                  <a:pt x="71438" y="9334"/>
                  <a:pt x="71562" y="9359"/>
                  <a:pt x="71736" y="9409"/>
                </a:cubicBezTo>
                <a:cubicBezTo>
                  <a:pt x="72010" y="9459"/>
                  <a:pt x="72284" y="9484"/>
                  <a:pt x="72558" y="9583"/>
                </a:cubicBezTo>
                <a:cubicBezTo>
                  <a:pt x="72807" y="9658"/>
                  <a:pt x="73056" y="9733"/>
                  <a:pt x="73304" y="9807"/>
                </a:cubicBezTo>
                <a:cubicBezTo>
                  <a:pt x="73504" y="9857"/>
                  <a:pt x="73653" y="9907"/>
                  <a:pt x="73827" y="9957"/>
                </a:cubicBezTo>
                <a:cubicBezTo>
                  <a:pt x="71512" y="12944"/>
                  <a:pt x="69919" y="16379"/>
                  <a:pt x="69073" y="19863"/>
                </a:cubicBezTo>
                <a:cubicBezTo>
                  <a:pt x="67613" y="19361"/>
                  <a:pt x="65978" y="19116"/>
                  <a:pt x="64209" y="19116"/>
                </a:cubicBezTo>
                <a:cubicBezTo>
                  <a:pt x="62207" y="19116"/>
                  <a:pt x="60033" y="19430"/>
                  <a:pt x="57748" y="20038"/>
                </a:cubicBezTo>
                <a:cubicBezTo>
                  <a:pt x="57648" y="18644"/>
                  <a:pt x="57698" y="17275"/>
                  <a:pt x="57772" y="15906"/>
                </a:cubicBezTo>
                <a:cubicBezTo>
                  <a:pt x="62328" y="13217"/>
                  <a:pt x="66833" y="11027"/>
                  <a:pt x="71288" y="9310"/>
                </a:cubicBezTo>
                <a:close/>
                <a:moveTo>
                  <a:pt x="57598" y="16030"/>
                </a:moveTo>
                <a:cubicBezTo>
                  <a:pt x="57499" y="17349"/>
                  <a:pt x="57474" y="18693"/>
                  <a:pt x="57573" y="20062"/>
                </a:cubicBezTo>
                <a:cubicBezTo>
                  <a:pt x="57548" y="20062"/>
                  <a:pt x="57548" y="20062"/>
                  <a:pt x="57499" y="20087"/>
                </a:cubicBezTo>
                <a:cubicBezTo>
                  <a:pt x="57424" y="18718"/>
                  <a:pt x="57449" y="17399"/>
                  <a:pt x="57548" y="16055"/>
                </a:cubicBezTo>
                <a:cubicBezTo>
                  <a:pt x="57573" y="16055"/>
                  <a:pt x="57573" y="16030"/>
                  <a:pt x="57598" y="16030"/>
                </a:cubicBezTo>
                <a:close/>
                <a:moveTo>
                  <a:pt x="69247" y="20112"/>
                </a:moveTo>
                <a:cubicBezTo>
                  <a:pt x="69272" y="20112"/>
                  <a:pt x="69272" y="20137"/>
                  <a:pt x="69272" y="20137"/>
                </a:cubicBezTo>
                <a:lnTo>
                  <a:pt x="69272" y="20187"/>
                </a:lnTo>
                <a:cubicBezTo>
                  <a:pt x="69247" y="20187"/>
                  <a:pt x="69247" y="20187"/>
                  <a:pt x="69197" y="20162"/>
                </a:cubicBezTo>
                <a:lnTo>
                  <a:pt x="69197" y="20112"/>
                </a:lnTo>
                <a:close/>
                <a:moveTo>
                  <a:pt x="64192" y="19303"/>
                </a:moveTo>
                <a:cubicBezTo>
                  <a:pt x="65952" y="19303"/>
                  <a:pt x="67575" y="19547"/>
                  <a:pt x="69023" y="20038"/>
                </a:cubicBezTo>
                <a:cubicBezTo>
                  <a:pt x="69048" y="20062"/>
                  <a:pt x="69048" y="20112"/>
                  <a:pt x="69023" y="20112"/>
                </a:cubicBezTo>
                <a:cubicBezTo>
                  <a:pt x="67575" y="19610"/>
                  <a:pt x="65952" y="19365"/>
                  <a:pt x="64192" y="19365"/>
                </a:cubicBezTo>
                <a:cubicBezTo>
                  <a:pt x="62200" y="19365"/>
                  <a:pt x="60033" y="19679"/>
                  <a:pt x="57748" y="20286"/>
                </a:cubicBezTo>
                <a:lnTo>
                  <a:pt x="57748" y="20237"/>
                </a:lnTo>
                <a:cubicBezTo>
                  <a:pt x="60034" y="19616"/>
                  <a:pt x="62200" y="19303"/>
                  <a:pt x="64192" y="19303"/>
                </a:cubicBezTo>
                <a:close/>
                <a:moveTo>
                  <a:pt x="57598" y="20262"/>
                </a:moveTo>
                <a:lnTo>
                  <a:pt x="57598" y="20311"/>
                </a:lnTo>
                <a:cubicBezTo>
                  <a:pt x="57573" y="20311"/>
                  <a:pt x="57573" y="20311"/>
                  <a:pt x="57548" y="20336"/>
                </a:cubicBezTo>
                <a:lnTo>
                  <a:pt x="57548" y="20286"/>
                </a:lnTo>
                <a:cubicBezTo>
                  <a:pt x="57573" y="20286"/>
                  <a:pt x="57573" y="20286"/>
                  <a:pt x="57598" y="20262"/>
                </a:cubicBezTo>
                <a:close/>
                <a:moveTo>
                  <a:pt x="112881" y="20162"/>
                </a:moveTo>
                <a:lnTo>
                  <a:pt x="112981" y="20262"/>
                </a:lnTo>
                <a:cubicBezTo>
                  <a:pt x="112931" y="20262"/>
                  <a:pt x="112931" y="20311"/>
                  <a:pt x="112956" y="20361"/>
                </a:cubicBezTo>
                <a:lnTo>
                  <a:pt x="112881" y="20286"/>
                </a:lnTo>
                <a:lnTo>
                  <a:pt x="112881" y="20237"/>
                </a:lnTo>
                <a:lnTo>
                  <a:pt x="112881" y="20162"/>
                </a:lnTo>
                <a:close/>
                <a:moveTo>
                  <a:pt x="109397" y="17772"/>
                </a:moveTo>
                <a:lnTo>
                  <a:pt x="109397" y="17772"/>
                </a:lnTo>
                <a:cubicBezTo>
                  <a:pt x="109521" y="17797"/>
                  <a:pt x="109596" y="17822"/>
                  <a:pt x="109646" y="17897"/>
                </a:cubicBezTo>
                <a:cubicBezTo>
                  <a:pt x="109770" y="17972"/>
                  <a:pt x="109894" y="18046"/>
                  <a:pt x="110019" y="18146"/>
                </a:cubicBezTo>
                <a:cubicBezTo>
                  <a:pt x="110118" y="18196"/>
                  <a:pt x="110218" y="18270"/>
                  <a:pt x="110318" y="18370"/>
                </a:cubicBezTo>
                <a:cubicBezTo>
                  <a:pt x="110492" y="18519"/>
                  <a:pt x="110691" y="18644"/>
                  <a:pt x="110865" y="18793"/>
                </a:cubicBezTo>
                <a:cubicBezTo>
                  <a:pt x="111089" y="18992"/>
                  <a:pt x="111338" y="19141"/>
                  <a:pt x="111512" y="19316"/>
                </a:cubicBezTo>
                <a:cubicBezTo>
                  <a:pt x="111936" y="19664"/>
                  <a:pt x="112309" y="20038"/>
                  <a:pt x="112632" y="20436"/>
                </a:cubicBezTo>
                <a:lnTo>
                  <a:pt x="112632" y="20461"/>
                </a:lnTo>
                <a:cubicBezTo>
                  <a:pt x="112632" y="20481"/>
                  <a:pt x="112632" y="20497"/>
                  <a:pt x="112636" y="20510"/>
                </a:cubicBezTo>
                <a:lnTo>
                  <a:pt x="112636" y="20510"/>
                </a:lnTo>
                <a:cubicBezTo>
                  <a:pt x="111677" y="19485"/>
                  <a:pt x="110597" y="18556"/>
                  <a:pt x="109397" y="17772"/>
                </a:cubicBezTo>
                <a:close/>
                <a:moveTo>
                  <a:pt x="74350" y="10056"/>
                </a:moveTo>
                <a:cubicBezTo>
                  <a:pt x="74425" y="10181"/>
                  <a:pt x="74624" y="10230"/>
                  <a:pt x="74773" y="10305"/>
                </a:cubicBezTo>
                <a:cubicBezTo>
                  <a:pt x="74997" y="10405"/>
                  <a:pt x="75246" y="10479"/>
                  <a:pt x="75470" y="10579"/>
                </a:cubicBezTo>
                <a:cubicBezTo>
                  <a:pt x="75669" y="10679"/>
                  <a:pt x="75893" y="10803"/>
                  <a:pt x="76117" y="10927"/>
                </a:cubicBezTo>
                <a:cubicBezTo>
                  <a:pt x="76341" y="11052"/>
                  <a:pt x="76515" y="11151"/>
                  <a:pt x="76715" y="11276"/>
                </a:cubicBezTo>
                <a:cubicBezTo>
                  <a:pt x="76739" y="11276"/>
                  <a:pt x="76739" y="11301"/>
                  <a:pt x="76764" y="11301"/>
                </a:cubicBezTo>
                <a:lnTo>
                  <a:pt x="77337" y="11674"/>
                </a:lnTo>
                <a:cubicBezTo>
                  <a:pt x="77511" y="11824"/>
                  <a:pt x="77735" y="11948"/>
                  <a:pt x="77909" y="12097"/>
                </a:cubicBezTo>
                <a:cubicBezTo>
                  <a:pt x="78108" y="12272"/>
                  <a:pt x="78258" y="12421"/>
                  <a:pt x="78407" y="12570"/>
                </a:cubicBezTo>
                <a:cubicBezTo>
                  <a:pt x="78581" y="12720"/>
                  <a:pt x="78731" y="12844"/>
                  <a:pt x="78880" y="13018"/>
                </a:cubicBezTo>
                <a:lnTo>
                  <a:pt x="78407" y="13466"/>
                </a:lnTo>
                <a:lnTo>
                  <a:pt x="78208" y="13690"/>
                </a:lnTo>
                <a:cubicBezTo>
                  <a:pt x="77984" y="13914"/>
                  <a:pt x="77760" y="14163"/>
                  <a:pt x="77586" y="14387"/>
                </a:cubicBezTo>
                <a:cubicBezTo>
                  <a:pt x="77536" y="14412"/>
                  <a:pt x="77511" y="14437"/>
                  <a:pt x="77486" y="14512"/>
                </a:cubicBezTo>
                <a:cubicBezTo>
                  <a:pt x="77237" y="14786"/>
                  <a:pt x="77013" y="15034"/>
                  <a:pt x="76789" y="15308"/>
                </a:cubicBezTo>
                <a:cubicBezTo>
                  <a:pt x="76715" y="15433"/>
                  <a:pt x="76615" y="15532"/>
                  <a:pt x="76540" y="15657"/>
                </a:cubicBezTo>
                <a:cubicBezTo>
                  <a:pt x="76416" y="15806"/>
                  <a:pt x="76291" y="16005"/>
                  <a:pt x="76167" y="16155"/>
                </a:cubicBezTo>
                <a:cubicBezTo>
                  <a:pt x="76092" y="16279"/>
                  <a:pt x="75993" y="16428"/>
                  <a:pt x="75893" y="16553"/>
                </a:cubicBezTo>
                <a:cubicBezTo>
                  <a:pt x="75794" y="16702"/>
                  <a:pt x="75669" y="16876"/>
                  <a:pt x="75594" y="17001"/>
                </a:cubicBezTo>
                <a:cubicBezTo>
                  <a:pt x="75495" y="17150"/>
                  <a:pt x="75395" y="17275"/>
                  <a:pt x="75296" y="17424"/>
                </a:cubicBezTo>
                <a:cubicBezTo>
                  <a:pt x="75221" y="17573"/>
                  <a:pt x="75122" y="17698"/>
                  <a:pt x="75022" y="17872"/>
                </a:cubicBezTo>
                <a:cubicBezTo>
                  <a:pt x="74922" y="18021"/>
                  <a:pt x="74848" y="18146"/>
                  <a:pt x="74773" y="18295"/>
                </a:cubicBezTo>
                <a:cubicBezTo>
                  <a:pt x="74674" y="18445"/>
                  <a:pt x="74599" y="18619"/>
                  <a:pt x="74524" y="18768"/>
                </a:cubicBezTo>
                <a:cubicBezTo>
                  <a:pt x="74499" y="18868"/>
                  <a:pt x="74425" y="18917"/>
                  <a:pt x="74400" y="19017"/>
                </a:cubicBezTo>
                <a:cubicBezTo>
                  <a:pt x="73255" y="19515"/>
                  <a:pt x="72110" y="20038"/>
                  <a:pt x="70940" y="20610"/>
                </a:cubicBezTo>
                <a:cubicBezTo>
                  <a:pt x="70517" y="20361"/>
                  <a:pt x="70044" y="20137"/>
                  <a:pt x="69571" y="19938"/>
                </a:cubicBezTo>
                <a:cubicBezTo>
                  <a:pt x="70417" y="16428"/>
                  <a:pt x="72010" y="13018"/>
                  <a:pt x="74350" y="10056"/>
                </a:cubicBezTo>
                <a:close/>
                <a:moveTo>
                  <a:pt x="58494" y="10405"/>
                </a:moveTo>
                <a:lnTo>
                  <a:pt x="58494" y="10405"/>
                </a:lnTo>
                <a:cubicBezTo>
                  <a:pt x="57922" y="12023"/>
                  <a:pt x="57548" y="13790"/>
                  <a:pt x="57374" y="15657"/>
                </a:cubicBezTo>
                <a:cubicBezTo>
                  <a:pt x="57225" y="15756"/>
                  <a:pt x="57051" y="15831"/>
                  <a:pt x="56876" y="15955"/>
                </a:cubicBezTo>
                <a:lnTo>
                  <a:pt x="54736" y="17275"/>
                </a:lnTo>
                <a:cubicBezTo>
                  <a:pt x="53865" y="17822"/>
                  <a:pt x="52968" y="18395"/>
                  <a:pt x="52097" y="18992"/>
                </a:cubicBezTo>
                <a:lnTo>
                  <a:pt x="51251" y="19540"/>
                </a:lnTo>
                <a:cubicBezTo>
                  <a:pt x="50654" y="19938"/>
                  <a:pt x="50081" y="20336"/>
                  <a:pt x="49484" y="20784"/>
                </a:cubicBezTo>
                <a:cubicBezTo>
                  <a:pt x="49484" y="20759"/>
                  <a:pt x="49459" y="20759"/>
                  <a:pt x="49459" y="20759"/>
                </a:cubicBezTo>
                <a:cubicBezTo>
                  <a:pt x="48588" y="19888"/>
                  <a:pt x="47766" y="19067"/>
                  <a:pt x="46995" y="18395"/>
                </a:cubicBezTo>
                <a:cubicBezTo>
                  <a:pt x="46173" y="17673"/>
                  <a:pt x="45426" y="17051"/>
                  <a:pt x="44729" y="16553"/>
                </a:cubicBezTo>
                <a:cubicBezTo>
                  <a:pt x="44779" y="16528"/>
                  <a:pt x="44879" y="16453"/>
                  <a:pt x="44929" y="16428"/>
                </a:cubicBezTo>
                <a:cubicBezTo>
                  <a:pt x="45277" y="16254"/>
                  <a:pt x="45601" y="16030"/>
                  <a:pt x="45924" y="15831"/>
                </a:cubicBezTo>
                <a:lnTo>
                  <a:pt x="46123" y="15756"/>
                </a:lnTo>
                <a:cubicBezTo>
                  <a:pt x="46248" y="15682"/>
                  <a:pt x="46323" y="15632"/>
                  <a:pt x="46447" y="15557"/>
                </a:cubicBezTo>
                <a:cubicBezTo>
                  <a:pt x="46895" y="15308"/>
                  <a:pt x="47293" y="15084"/>
                  <a:pt x="47741" y="14835"/>
                </a:cubicBezTo>
                <a:lnTo>
                  <a:pt x="47766" y="14835"/>
                </a:lnTo>
                <a:cubicBezTo>
                  <a:pt x="51425" y="12894"/>
                  <a:pt x="55034" y="11400"/>
                  <a:pt x="58494" y="10405"/>
                </a:cubicBezTo>
                <a:close/>
                <a:moveTo>
                  <a:pt x="69446" y="20187"/>
                </a:moveTo>
                <a:cubicBezTo>
                  <a:pt x="69894" y="20361"/>
                  <a:pt x="70293" y="20535"/>
                  <a:pt x="70666" y="20759"/>
                </a:cubicBezTo>
                <a:cubicBezTo>
                  <a:pt x="70641" y="20759"/>
                  <a:pt x="70641" y="20784"/>
                  <a:pt x="70591" y="20784"/>
                </a:cubicBezTo>
                <a:cubicBezTo>
                  <a:pt x="70218" y="20610"/>
                  <a:pt x="69870" y="20411"/>
                  <a:pt x="69446" y="20262"/>
                </a:cubicBezTo>
                <a:lnTo>
                  <a:pt x="69446" y="20187"/>
                </a:lnTo>
                <a:close/>
                <a:moveTo>
                  <a:pt x="74225" y="19291"/>
                </a:moveTo>
                <a:cubicBezTo>
                  <a:pt x="74176" y="19316"/>
                  <a:pt x="74176" y="19390"/>
                  <a:pt x="74151" y="19415"/>
                </a:cubicBezTo>
                <a:lnTo>
                  <a:pt x="71164" y="20809"/>
                </a:lnTo>
                <a:cubicBezTo>
                  <a:pt x="71139" y="20784"/>
                  <a:pt x="71114" y="20784"/>
                  <a:pt x="71064" y="20759"/>
                </a:cubicBezTo>
                <a:cubicBezTo>
                  <a:pt x="72135" y="20262"/>
                  <a:pt x="73155" y="19764"/>
                  <a:pt x="74225" y="19291"/>
                </a:cubicBezTo>
                <a:close/>
                <a:moveTo>
                  <a:pt x="44505" y="16652"/>
                </a:moveTo>
                <a:cubicBezTo>
                  <a:pt x="45924" y="17673"/>
                  <a:pt x="47542" y="19067"/>
                  <a:pt x="49334" y="20909"/>
                </a:cubicBezTo>
                <a:lnTo>
                  <a:pt x="49260" y="20934"/>
                </a:lnTo>
                <a:cubicBezTo>
                  <a:pt x="49110" y="20784"/>
                  <a:pt x="48986" y="20635"/>
                  <a:pt x="48837" y="20510"/>
                </a:cubicBezTo>
                <a:lnTo>
                  <a:pt x="48712" y="20386"/>
                </a:lnTo>
                <a:lnTo>
                  <a:pt x="48339" y="20013"/>
                </a:lnTo>
                <a:lnTo>
                  <a:pt x="47990" y="19664"/>
                </a:lnTo>
                <a:lnTo>
                  <a:pt x="47891" y="19565"/>
                </a:lnTo>
                <a:cubicBezTo>
                  <a:pt x="46646" y="18395"/>
                  <a:pt x="45501" y="17424"/>
                  <a:pt x="44431" y="16677"/>
                </a:cubicBezTo>
                <a:cubicBezTo>
                  <a:pt x="44481" y="16677"/>
                  <a:pt x="44505" y="16677"/>
                  <a:pt x="44505" y="16652"/>
                </a:cubicBezTo>
                <a:close/>
                <a:moveTo>
                  <a:pt x="112981" y="20710"/>
                </a:moveTo>
                <a:lnTo>
                  <a:pt x="113081" y="20809"/>
                </a:lnTo>
                <a:cubicBezTo>
                  <a:pt x="113056" y="20859"/>
                  <a:pt x="113056" y="20884"/>
                  <a:pt x="113081" y="20934"/>
                </a:cubicBezTo>
                <a:cubicBezTo>
                  <a:pt x="113056" y="20909"/>
                  <a:pt x="113006" y="20884"/>
                  <a:pt x="113006" y="20859"/>
                </a:cubicBezTo>
                <a:cubicBezTo>
                  <a:pt x="113006" y="20809"/>
                  <a:pt x="112981" y="20759"/>
                  <a:pt x="112981" y="20710"/>
                </a:cubicBezTo>
                <a:close/>
                <a:moveTo>
                  <a:pt x="57354" y="15918"/>
                </a:moveTo>
                <a:lnTo>
                  <a:pt x="57354" y="15918"/>
                </a:lnTo>
                <a:cubicBezTo>
                  <a:pt x="57349" y="15927"/>
                  <a:pt x="57349" y="15941"/>
                  <a:pt x="57349" y="15955"/>
                </a:cubicBezTo>
                <a:cubicBezTo>
                  <a:pt x="56553" y="16428"/>
                  <a:pt x="55756" y="16926"/>
                  <a:pt x="54960" y="17424"/>
                </a:cubicBezTo>
                <a:cubicBezTo>
                  <a:pt x="54736" y="17548"/>
                  <a:pt x="54512" y="17698"/>
                  <a:pt x="54313" y="17872"/>
                </a:cubicBezTo>
                <a:cubicBezTo>
                  <a:pt x="53616" y="18295"/>
                  <a:pt x="52944" y="18743"/>
                  <a:pt x="52247" y="19191"/>
                </a:cubicBezTo>
                <a:cubicBezTo>
                  <a:pt x="51898" y="19415"/>
                  <a:pt x="51599" y="19664"/>
                  <a:pt x="51251" y="19888"/>
                </a:cubicBezTo>
                <a:cubicBezTo>
                  <a:pt x="50728" y="20262"/>
                  <a:pt x="50206" y="20610"/>
                  <a:pt x="49658" y="20983"/>
                </a:cubicBezTo>
                <a:lnTo>
                  <a:pt x="49633" y="20934"/>
                </a:lnTo>
                <a:cubicBezTo>
                  <a:pt x="50156" y="20560"/>
                  <a:pt x="50703" y="20187"/>
                  <a:pt x="51226" y="19863"/>
                </a:cubicBezTo>
                <a:cubicBezTo>
                  <a:pt x="51575" y="19639"/>
                  <a:pt x="51873" y="19390"/>
                  <a:pt x="52222" y="19166"/>
                </a:cubicBezTo>
                <a:lnTo>
                  <a:pt x="53068" y="18619"/>
                </a:lnTo>
                <a:cubicBezTo>
                  <a:pt x="54480" y="17653"/>
                  <a:pt x="55941" y="16761"/>
                  <a:pt x="57354" y="15918"/>
                </a:cubicBezTo>
                <a:close/>
                <a:moveTo>
                  <a:pt x="70840" y="20884"/>
                </a:moveTo>
                <a:cubicBezTo>
                  <a:pt x="70890" y="20909"/>
                  <a:pt x="70915" y="20909"/>
                  <a:pt x="70940" y="20934"/>
                </a:cubicBezTo>
                <a:cubicBezTo>
                  <a:pt x="70915" y="20934"/>
                  <a:pt x="70915" y="20983"/>
                  <a:pt x="70890" y="20983"/>
                </a:cubicBezTo>
                <a:cubicBezTo>
                  <a:pt x="70840" y="20934"/>
                  <a:pt x="70815" y="20909"/>
                  <a:pt x="70790" y="20909"/>
                </a:cubicBezTo>
                <a:cubicBezTo>
                  <a:pt x="70815" y="20909"/>
                  <a:pt x="70815" y="20884"/>
                  <a:pt x="70840" y="20884"/>
                </a:cubicBezTo>
                <a:close/>
                <a:moveTo>
                  <a:pt x="49484" y="21033"/>
                </a:moveTo>
                <a:lnTo>
                  <a:pt x="49509" y="21058"/>
                </a:lnTo>
                <a:lnTo>
                  <a:pt x="49533" y="21083"/>
                </a:lnTo>
                <a:lnTo>
                  <a:pt x="49509" y="21133"/>
                </a:lnTo>
                <a:lnTo>
                  <a:pt x="49484" y="21158"/>
                </a:lnTo>
                <a:lnTo>
                  <a:pt x="49409" y="21058"/>
                </a:lnTo>
                <a:lnTo>
                  <a:pt x="49484" y="21033"/>
                </a:lnTo>
                <a:close/>
                <a:moveTo>
                  <a:pt x="69421" y="20436"/>
                </a:moveTo>
                <a:cubicBezTo>
                  <a:pt x="69745" y="20560"/>
                  <a:pt x="70069" y="20734"/>
                  <a:pt x="70417" y="20884"/>
                </a:cubicBezTo>
                <a:cubicBezTo>
                  <a:pt x="70019" y="21058"/>
                  <a:pt x="69596" y="21282"/>
                  <a:pt x="69197" y="21506"/>
                </a:cubicBezTo>
                <a:cubicBezTo>
                  <a:pt x="69272" y="21158"/>
                  <a:pt x="69322" y="20784"/>
                  <a:pt x="69421" y="20436"/>
                </a:cubicBezTo>
                <a:close/>
                <a:moveTo>
                  <a:pt x="69173" y="20336"/>
                </a:moveTo>
                <a:cubicBezTo>
                  <a:pt x="69173" y="20361"/>
                  <a:pt x="69197" y="20361"/>
                  <a:pt x="69247" y="20386"/>
                </a:cubicBezTo>
                <a:cubicBezTo>
                  <a:pt x="69148" y="20784"/>
                  <a:pt x="69048" y="21232"/>
                  <a:pt x="68973" y="21631"/>
                </a:cubicBezTo>
                <a:cubicBezTo>
                  <a:pt x="68949" y="21631"/>
                  <a:pt x="68949" y="21655"/>
                  <a:pt x="68924" y="21655"/>
                </a:cubicBezTo>
                <a:cubicBezTo>
                  <a:pt x="68973" y="21207"/>
                  <a:pt x="69073" y="20784"/>
                  <a:pt x="69173" y="20336"/>
                </a:cubicBezTo>
                <a:close/>
                <a:moveTo>
                  <a:pt x="70616" y="21008"/>
                </a:moveTo>
                <a:cubicBezTo>
                  <a:pt x="70641" y="21033"/>
                  <a:pt x="70666" y="21033"/>
                  <a:pt x="70691" y="21058"/>
                </a:cubicBezTo>
                <a:cubicBezTo>
                  <a:pt x="70168" y="21307"/>
                  <a:pt x="69670" y="21606"/>
                  <a:pt x="69148" y="21855"/>
                </a:cubicBezTo>
                <a:lnTo>
                  <a:pt x="69148" y="21755"/>
                </a:lnTo>
                <a:cubicBezTo>
                  <a:pt x="69646" y="21506"/>
                  <a:pt x="70118" y="21257"/>
                  <a:pt x="70616" y="21008"/>
                </a:cubicBezTo>
                <a:close/>
                <a:moveTo>
                  <a:pt x="68924" y="21855"/>
                </a:moveTo>
                <a:lnTo>
                  <a:pt x="68924" y="21929"/>
                </a:lnTo>
                <a:cubicBezTo>
                  <a:pt x="68899" y="21929"/>
                  <a:pt x="68899" y="21954"/>
                  <a:pt x="68874" y="21954"/>
                </a:cubicBezTo>
                <a:lnTo>
                  <a:pt x="68874" y="21879"/>
                </a:lnTo>
                <a:cubicBezTo>
                  <a:pt x="68899" y="21879"/>
                  <a:pt x="68899" y="21855"/>
                  <a:pt x="68924" y="21855"/>
                </a:cubicBezTo>
                <a:close/>
                <a:moveTo>
                  <a:pt x="74026" y="19714"/>
                </a:moveTo>
                <a:lnTo>
                  <a:pt x="74026" y="19764"/>
                </a:lnTo>
                <a:cubicBezTo>
                  <a:pt x="73977" y="19913"/>
                  <a:pt x="73902" y="20038"/>
                  <a:pt x="73802" y="20187"/>
                </a:cubicBezTo>
                <a:cubicBezTo>
                  <a:pt x="73728" y="20336"/>
                  <a:pt x="73653" y="20535"/>
                  <a:pt x="73553" y="20685"/>
                </a:cubicBezTo>
                <a:cubicBezTo>
                  <a:pt x="73504" y="20809"/>
                  <a:pt x="73429" y="20958"/>
                  <a:pt x="73379" y="21083"/>
                </a:cubicBezTo>
                <a:cubicBezTo>
                  <a:pt x="73304" y="21257"/>
                  <a:pt x="73230" y="21431"/>
                  <a:pt x="73155" y="21631"/>
                </a:cubicBezTo>
                <a:cubicBezTo>
                  <a:pt x="73105" y="21755"/>
                  <a:pt x="73056" y="21904"/>
                  <a:pt x="73006" y="22029"/>
                </a:cubicBezTo>
                <a:cubicBezTo>
                  <a:pt x="72981" y="22103"/>
                  <a:pt x="72981" y="22128"/>
                  <a:pt x="72931" y="22178"/>
                </a:cubicBezTo>
                <a:cubicBezTo>
                  <a:pt x="72483" y="21705"/>
                  <a:pt x="71935" y="21307"/>
                  <a:pt x="71363" y="20934"/>
                </a:cubicBezTo>
                <a:cubicBezTo>
                  <a:pt x="72259" y="20510"/>
                  <a:pt x="73130" y="20087"/>
                  <a:pt x="74026" y="19714"/>
                </a:cubicBezTo>
                <a:close/>
                <a:moveTo>
                  <a:pt x="71139" y="21033"/>
                </a:moveTo>
                <a:cubicBezTo>
                  <a:pt x="71761" y="21407"/>
                  <a:pt x="72359" y="21879"/>
                  <a:pt x="72856" y="22377"/>
                </a:cubicBezTo>
                <a:cubicBezTo>
                  <a:pt x="72881" y="22402"/>
                  <a:pt x="72856" y="22427"/>
                  <a:pt x="72856" y="22427"/>
                </a:cubicBezTo>
                <a:cubicBezTo>
                  <a:pt x="72309" y="21904"/>
                  <a:pt x="71736" y="21431"/>
                  <a:pt x="71064" y="21058"/>
                </a:cubicBezTo>
                <a:cubicBezTo>
                  <a:pt x="71114" y="21058"/>
                  <a:pt x="71114" y="21033"/>
                  <a:pt x="71139" y="21033"/>
                </a:cubicBezTo>
                <a:close/>
                <a:moveTo>
                  <a:pt x="57374" y="16179"/>
                </a:moveTo>
                <a:lnTo>
                  <a:pt x="57374" y="16179"/>
                </a:lnTo>
                <a:cubicBezTo>
                  <a:pt x="57250" y="17499"/>
                  <a:pt x="57250" y="18793"/>
                  <a:pt x="57324" y="20137"/>
                </a:cubicBezTo>
                <a:cubicBezTo>
                  <a:pt x="55308" y="20685"/>
                  <a:pt x="53217" y="21506"/>
                  <a:pt x="51102" y="22502"/>
                </a:cubicBezTo>
                <a:cubicBezTo>
                  <a:pt x="51102" y="22477"/>
                  <a:pt x="51077" y="22477"/>
                  <a:pt x="51077" y="22427"/>
                </a:cubicBezTo>
                <a:cubicBezTo>
                  <a:pt x="50853" y="22178"/>
                  <a:pt x="50629" y="21954"/>
                  <a:pt x="50405" y="21705"/>
                </a:cubicBezTo>
                <a:cubicBezTo>
                  <a:pt x="50230" y="21506"/>
                  <a:pt x="50006" y="21282"/>
                  <a:pt x="49832" y="21058"/>
                </a:cubicBezTo>
                <a:cubicBezTo>
                  <a:pt x="50355" y="20685"/>
                  <a:pt x="50878" y="20311"/>
                  <a:pt x="51400" y="19988"/>
                </a:cubicBezTo>
                <a:cubicBezTo>
                  <a:pt x="51749" y="19764"/>
                  <a:pt x="52097" y="19515"/>
                  <a:pt x="52446" y="19291"/>
                </a:cubicBezTo>
                <a:lnTo>
                  <a:pt x="54313" y="18071"/>
                </a:lnTo>
                <a:cubicBezTo>
                  <a:pt x="54586" y="17897"/>
                  <a:pt x="54860" y="17698"/>
                  <a:pt x="55134" y="17548"/>
                </a:cubicBezTo>
                <a:cubicBezTo>
                  <a:pt x="55881" y="17075"/>
                  <a:pt x="56627" y="16603"/>
                  <a:pt x="57374" y="16179"/>
                </a:cubicBezTo>
                <a:close/>
                <a:moveTo>
                  <a:pt x="111508" y="15961"/>
                </a:moveTo>
                <a:lnTo>
                  <a:pt x="111508" y="15961"/>
                </a:lnTo>
                <a:cubicBezTo>
                  <a:pt x="112181" y="16960"/>
                  <a:pt x="113240" y="18615"/>
                  <a:pt x="114201" y="20635"/>
                </a:cubicBezTo>
                <a:cubicBezTo>
                  <a:pt x="114534" y="21324"/>
                  <a:pt x="114788" y="21974"/>
                  <a:pt x="115034" y="22566"/>
                </a:cubicBezTo>
                <a:lnTo>
                  <a:pt x="115034" y="22566"/>
                </a:lnTo>
                <a:cubicBezTo>
                  <a:pt x="115026" y="22557"/>
                  <a:pt x="115014" y="22552"/>
                  <a:pt x="114997" y="22552"/>
                </a:cubicBezTo>
                <a:cubicBezTo>
                  <a:pt x="114723" y="22153"/>
                  <a:pt x="114450" y="21755"/>
                  <a:pt x="114126" y="21332"/>
                </a:cubicBezTo>
                <a:lnTo>
                  <a:pt x="114051" y="21257"/>
                </a:lnTo>
                <a:cubicBezTo>
                  <a:pt x="113728" y="20884"/>
                  <a:pt x="113429" y="20510"/>
                  <a:pt x="113081" y="20137"/>
                </a:cubicBezTo>
                <a:cubicBezTo>
                  <a:pt x="113006" y="19838"/>
                  <a:pt x="112881" y="19565"/>
                  <a:pt x="112832" y="19291"/>
                </a:cubicBezTo>
                <a:lnTo>
                  <a:pt x="112558" y="18370"/>
                </a:lnTo>
                <a:cubicBezTo>
                  <a:pt x="112458" y="18071"/>
                  <a:pt x="112334" y="17822"/>
                  <a:pt x="112234" y="17573"/>
                </a:cubicBezTo>
                <a:cubicBezTo>
                  <a:pt x="112110" y="17275"/>
                  <a:pt x="112010" y="16951"/>
                  <a:pt x="111861" y="16677"/>
                </a:cubicBezTo>
                <a:cubicBezTo>
                  <a:pt x="111761" y="16428"/>
                  <a:pt x="111637" y="16204"/>
                  <a:pt x="111512" y="15980"/>
                </a:cubicBezTo>
                <a:cubicBezTo>
                  <a:pt x="111512" y="15974"/>
                  <a:pt x="111511" y="15967"/>
                  <a:pt x="111508" y="15961"/>
                </a:cubicBezTo>
                <a:close/>
                <a:moveTo>
                  <a:pt x="49633" y="21232"/>
                </a:moveTo>
                <a:cubicBezTo>
                  <a:pt x="49832" y="21407"/>
                  <a:pt x="50006" y="21631"/>
                  <a:pt x="50206" y="21805"/>
                </a:cubicBezTo>
                <a:cubicBezTo>
                  <a:pt x="50405" y="22054"/>
                  <a:pt x="50654" y="22278"/>
                  <a:pt x="50878" y="22527"/>
                </a:cubicBezTo>
                <a:lnTo>
                  <a:pt x="50902" y="22552"/>
                </a:lnTo>
                <a:cubicBezTo>
                  <a:pt x="50878" y="22552"/>
                  <a:pt x="50878" y="22601"/>
                  <a:pt x="50853" y="22601"/>
                </a:cubicBezTo>
                <a:lnTo>
                  <a:pt x="50778" y="22527"/>
                </a:lnTo>
                <a:cubicBezTo>
                  <a:pt x="50703" y="22402"/>
                  <a:pt x="50579" y="22303"/>
                  <a:pt x="50479" y="22178"/>
                </a:cubicBezTo>
                <a:cubicBezTo>
                  <a:pt x="50156" y="21855"/>
                  <a:pt x="49882" y="21531"/>
                  <a:pt x="49583" y="21232"/>
                </a:cubicBezTo>
                <a:lnTo>
                  <a:pt x="49583" y="21232"/>
                </a:lnTo>
                <a:cubicBezTo>
                  <a:pt x="49592" y="21241"/>
                  <a:pt x="49597" y="21243"/>
                  <a:pt x="49602" y="21243"/>
                </a:cubicBezTo>
                <a:cubicBezTo>
                  <a:pt x="49611" y="21243"/>
                  <a:pt x="49616" y="21232"/>
                  <a:pt x="49633" y="21232"/>
                </a:cubicBezTo>
                <a:close/>
                <a:moveTo>
                  <a:pt x="57349" y="20311"/>
                </a:moveTo>
                <a:lnTo>
                  <a:pt x="57349" y="20386"/>
                </a:lnTo>
                <a:cubicBezTo>
                  <a:pt x="55383" y="20934"/>
                  <a:pt x="53342" y="21705"/>
                  <a:pt x="51251" y="22676"/>
                </a:cubicBezTo>
                <a:cubicBezTo>
                  <a:pt x="51251" y="22676"/>
                  <a:pt x="51226" y="22676"/>
                  <a:pt x="51226" y="22651"/>
                </a:cubicBezTo>
                <a:cubicBezTo>
                  <a:pt x="53317" y="21655"/>
                  <a:pt x="55358" y="20884"/>
                  <a:pt x="57349" y="20311"/>
                </a:cubicBezTo>
                <a:close/>
                <a:moveTo>
                  <a:pt x="51077" y="22751"/>
                </a:moveTo>
                <a:cubicBezTo>
                  <a:pt x="51077" y="22776"/>
                  <a:pt x="51077" y="22776"/>
                  <a:pt x="51102" y="22800"/>
                </a:cubicBezTo>
                <a:cubicBezTo>
                  <a:pt x="51077" y="22800"/>
                  <a:pt x="51077" y="22825"/>
                  <a:pt x="51027" y="22825"/>
                </a:cubicBezTo>
                <a:cubicBezTo>
                  <a:pt x="51027" y="22800"/>
                  <a:pt x="51002" y="22800"/>
                  <a:pt x="51002" y="22776"/>
                </a:cubicBezTo>
                <a:cubicBezTo>
                  <a:pt x="51027" y="22776"/>
                  <a:pt x="51027" y="22751"/>
                  <a:pt x="51077" y="22751"/>
                </a:cubicBezTo>
                <a:close/>
                <a:moveTo>
                  <a:pt x="113329" y="18395"/>
                </a:moveTo>
                <a:lnTo>
                  <a:pt x="113329" y="18395"/>
                </a:lnTo>
                <a:cubicBezTo>
                  <a:pt x="113603" y="18893"/>
                  <a:pt x="113852" y="19316"/>
                  <a:pt x="113977" y="19540"/>
                </a:cubicBezTo>
                <a:cubicBezTo>
                  <a:pt x="114126" y="19814"/>
                  <a:pt x="114300" y="20137"/>
                  <a:pt x="114425" y="20436"/>
                </a:cubicBezTo>
                <a:cubicBezTo>
                  <a:pt x="115047" y="21780"/>
                  <a:pt x="115495" y="22975"/>
                  <a:pt x="115868" y="23995"/>
                </a:cubicBezTo>
                <a:cubicBezTo>
                  <a:pt x="115868" y="24020"/>
                  <a:pt x="115918" y="24045"/>
                  <a:pt x="115918" y="24095"/>
                </a:cubicBezTo>
                <a:cubicBezTo>
                  <a:pt x="115868" y="24045"/>
                  <a:pt x="115843" y="23995"/>
                  <a:pt x="115843" y="23970"/>
                </a:cubicBezTo>
                <a:cubicBezTo>
                  <a:pt x="115843" y="23970"/>
                  <a:pt x="115843" y="23921"/>
                  <a:pt x="115819" y="23921"/>
                </a:cubicBezTo>
                <a:lnTo>
                  <a:pt x="115819" y="23896"/>
                </a:lnTo>
                <a:cubicBezTo>
                  <a:pt x="115769" y="23846"/>
                  <a:pt x="115744" y="23771"/>
                  <a:pt x="115719" y="23672"/>
                </a:cubicBezTo>
                <a:cubicBezTo>
                  <a:pt x="115370" y="22726"/>
                  <a:pt x="114947" y="21655"/>
                  <a:pt x="114375" y="20436"/>
                </a:cubicBezTo>
                <a:cubicBezTo>
                  <a:pt x="114026" y="19739"/>
                  <a:pt x="113653" y="19017"/>
                  <a:pt x="113329" y="18395"/>
                </a:cubicBezTo>
                <a:close/>
                <a:moveTo>
                  <a:pt x="113180" y="20535"/>
                </a:moveTo>
                <a:lnTo>
                  <a:pt x="113180" y="20535"/>
                </a:lnTo>
                <a:cubicBezTo>
                  <a:pt x="113429" y="20809"/>
                  <a:pt x="113678" y="21058"/>
                  <a:pt x="113877" y="21382"/>
                </a:cubicBezTo>
                <a:cubicBezTo>
                  <a:pt x="113927" y="21407"/>
                  <a:pt x="113952" y="21431"/>
                  <a:pt x="113952" y="21481"/>
                </a:cubicBezTo>
                <a:cubicBezTo>
                  <a:pt x="114250" y="21879"/>
                  <a:pt x="114524" y="22278"/>
                  <a:pt x="114823" y="22676"/>
                </a:cubicBezTo>
                <a:cubicBezTo>
                  <a:pt x="114823" y="22726"/>
                  <a:pt x="114848" y="22726"/>
                  <a:pt x="114848" y="22751"/>
                </a:cubicBezTo>
                <a:cubicBezTo>
                  <a:pt x="115097" y="23124"/>
                  <a:pt x="115296" y="23497"/>
                  <a:pt x="115495" y="23871"/>
                </a:cubicBezTo>
                <a:cubicBezTo>
                  <a:pt x="115545" y="23995"/>
                  <a:pt x="115595" y="24120"/>
                  <a:pt x="115619" y="24244"/>
                </a:cubicBezTo>
                <a:cubicBezTo>
                  <a:pt x="115221" y="23398"/>
                  <a:pt x="114723" y="22626"/>
                  <a:pt x="114176" y="21855"/>
                </a:cubicBezTo>
                <a:cubicBezTo>
                  <a:pt x="114126" y="21805"/>
                  <a:pt x="114101" y="21755"/>
                  <a:pt x="114076" y="21705"/>
                </a:cubicBezTo>
                <a:cubicBezTo>
                  <a:pt x="113802" y="21332"/>
                  <a:pt x="113504" y="21008"/>
                  <a:pt x="113205" y="20660"/>
                </a:cubicBezTo>
                <a:cubicBezTo>
                  <a:pt x="113230" y="20660"/>
                  <a:pt x="113230" y="20660"/>
                  <a:pt x="113205" y="20635"/>
                </a:cubicBezTo>
                <a:lnTo>
                  <a:pt x="113180" y="20535"/>
                </a:lnTo>
                <a:close/>
                <a:moveTo>
                  <a:pt x="93143" y="14935"/>
                </a:moveTo>
                <a:cubicBezTo>
                  <a:pt x="93889" y="18021"/>
                  <a:pt x="94014" y="21506"/>
                  <a:pt x="93516" y="25215"/>
                </a:cubicBezTo>
                <a:lnTo>
                  <a:pt x="93441" y="25215"/>
                </a:lnTo>
                <a:cubicBezTo>
                  <a:pt x="93939" y="21506"/>
                  <a:pt x="93840" y="18046"/>
                  <a:pt x="93068" y="14935"/>
                </a:cubicBezTo>
                <a:close/>
                <a:moveTo>
                  <a:pt x="93466" y="25389"/>
                </a:moveTo>
                <a:lnTo>
                  <a:pt x="93466" y="25464"/>
                </a:lnTo>
                <a:lnTo>
                  <a:pt x="93417" y="25464"/>
                </a:lnTo>
                <a:lnTo>
                  <a:pt x="93417" y="25389"/>
                </a:lnTo>
                <a:close/>
                <a:moveTo>
                  <a:pt x="97623" y="14512"/>
                </a:moveTo>
                <a:cubicBezTo>
                  <a:pt x="98245" y="14512"/>
                  <a:pt x="98868" y="14537"/>
                  <a:pt x="99490" y="14562"/>
                </a:cubicBezTo>
                <a:cubicBezTo>
                  <a:pt x="100983" y="14711"/>
                  <a:pt x="102427" y="15010"/>
                  <a:pt x="103771" y="15383"/>
                </a:cubicBezTo>
                <a:cubicBezTo>
                  <a:pt x="104593" y="18619"/>
                  <a:pt x="104742" y="22178"/>
                  <a:pt x="104344" y="25986"/>
                </a:cubicBezTo>
                <a:cubicBezTo>
                  <a:pt x="102139" y="25309"/>
                  <a:pt x="99740" y="24983"/>
                  <a:pt x="97155" y="24983"/>
                </a:cubicBezTo>
                <a:cubicBezTo>
                  <a:pt x="96035" y="24983"/>
                  <a:pt x="94880" y="25045"/>
                  <a:pt x="93690" y="25165"/>
                </a:cubicBezTo>
                <a:cubicBezTo>
                  <a:pt x="94188" y="21481"/>
                  <a:pt x="94089" y="17996"/>
                  <a:pt x="93317" y="14885"/>
                </a:cubicBezTo>
                <a:cubicBezTo>
                  <a:pt x="93441" y="14835"/>
                  <a:pt x="93541" y="14810"/>
                  <a:pt x="93665" y="14810"/>
                </a:cubicBezTo>
                <a:cubicBezTo>
                  <a:pt x="93939" y="14786"/>
                  <a:pt x="94263" y="14761"/>
                  <a:pt x="94537" y="14711"/>
                </a:cubicBezTo>
                <a:cubicBezTo>
                  <a:pt x="94910" y="14686"/>
                  <a:pt x="95283" y="14636"/>
                  <a:pt x="95657" y="14586"/>
                </a:cubicBezTo>
                <a:cubicBezTo>
                  <a:pt x="95955" y="14562"/>
                  <a:pt x="96279" y="14562"/>
                  <a:pt x="96627" y="14562"/>
                </a:cubicBezTo>
                <a:cubicBezTo>
                  <a:pt x="96926" y="14537"/>
                  <a:pt x="97275" y="14512"/>
                  <a:pt x="97623" y="14512"/>
                </a:cubicBezTo>
                <a:close/>
                <a:moveTo>
                  <a:pt x="103995" y="15433"/>
                </a:moveTo>
                <a:cubicBezTo>
                  <a:pt x="104020" y="15433"/>
                  <a:pt x="104045" y="15433"/>
                  <a:pt x="104045" y="15458"/>
                </a:cubicBezTo>
                <a:cubicBezTo>
                  <a:pt x="104842" y="18693"/>
                  <a:pt x="104991" y="22278"/>
                  <a:pt x="104593" y="26086"/>
                </a:cubicBezTo>
                <a:cubicBezTo>
                  <a:pt x="104543" y="26086"/>
                  <a:pt x="104543" y="26086"/>
                  <a:pt x="104518" y="26036"/>
                </a:cubicBezTo>
                <a:cubicBezTo>
                  <a:pt x="104916" y="22253"/>
                  <a:pt x="104792" y="18669"/>
                  <a:pt x="103995" y="15433"/>
                </a:cubicBezTo>
                <a:close/>
                <a:moveTo>
                  <a:pt x="116247" y="25401"/>
                </a:moveTo>
                <a:cubicBezTo>
                  <a:pt x="116259" y="25416"/>
                  <a:pt x="116291" y="25424"/>
                  <a:pt x="116291" y="25464"/>
                </a:cubicBezTo>
                <a:lnTo>
                  <a:pt x="116291" y="25489"/>
                </a:lnTo>
                <a:cubicBezTo>
                  <a:pt x="116366" y="25711"/>
                  <a:pt x="116440" y="25934"/>
                  <a:pt x="116490" y="26156"/>
                </a:cubicBezTo>
                <a:lnTo>
                  <a:pt x="116490" y="26156"/>
                </a:lnTo>
                <a:cubicBezTo>
                  <a:pt x="116481" y="26132"/>
                  <a:pt x="116473" y="26109"/>
                  <a:pt x="116466" y="26086"/>
                </a:cubicBezTo>
                <a:cubicBezTo>
                  <a:pt x="116392" y="25866"/>
                  <a:pt x="116343" y="25645"/>
                  <a:pt x="116247" y="25401"/>
                </a:cubicBezTo>
                <a:close/>
                <a:moveTo>
                  <a:pt x="44281" y="16802"/>
                </a:moveTo>
                <a:cubicBezTo>
                  <a:pt x="44481" y="16926"/>
                  <a:pt x="44630" y="17051"/>
                  <a:pt x="44804" y="17175"/>
                </a:cubicBezTo>
                <a:lnTo>
                  <a:pt x="45277" y="17548"/>
                </a:lnTo>
                <a:cubicBezTo>
                  <a:pt x="45302" y="17573"/>
                  <a:pt x="45327" y="17573"/>
                  <a:pt x="45327" y="17623"/>
                </a:cubicBezTo>
                <a:cubicBezTo>
                  <a:pt x="45700" y="17922"/>
                  <a:pt x="46123" y="18245"/>
                  <a:pt x="46497" y="18569"/>
                </a:cubicBezTo>
                <a:cubicBezTo>
                  <a:pt x="46497" y="18569"/>
                  <a:pt x="46522" y="18569"/>
                  <a:pt x="46522" y="18594"/>
                </a:cubicBezTo>
                <a:cubicBezTo>
                  <a:pt x="46671" y="18768"/>
                  <a:pt x="46870" y="18917"/>
                  <a:pt x="47044" y="19067"/>
                </a:cubicBezTo>
                <a:cubicBezTo>
                  <a:pt x="47069" y="19092"/>
                  <a:pt x="47144" y="19141"/>
                  <a:pt x="47169" y="19191"/>
                </a:cubicBezTo>
                <a:cubicBezTo>
                  <a:pt x="47293" y="19316"/>
                  <a:pt x="47443" y="19440"/>
                  <a:pt x="47567" y="19565"/>
                </a:cubicBezTo>
                <a:cubicBezTo>
                  <a:pt x="47667" y="19664"/>
                  <a:pt x="47766" y="19739"/>
                  <a:pt x="47816" y="19814"/>
                </a:cubicBezTo>
                <a:lnTo>
                  <a:pt x="48115" y="20112"/>
                </a:lnTo>
                <a:cubicBezTo>
                  <a:pt x="48239" y="20237"/>
                  <a:pt x="48388" y="20361"/>
                  <a:pt x="48513" y="20510"/>
                </a:cubicBezTo>
                <a:lnTo>
                  <a:pt x="48712" y="20685"/>
                </a:lnTo>
                <a:lnTo>
                  <a:pt x="49061" y="21058"/>
                </a:lnTo>
                <a:cubicBezTo>
                  <a:pt x="48289" y="21631"/>
                  <a:pt x="47542" y="22178"/>
                  <a:pt x="46771" y="22751"/>
                </a:cubicBezTo>
                <a:cubicBezTo>
                  <a:pt x="46621" y="22875"/>
                  <a:pt x="46447" y="22975"/>
                  <a:pt x="46298" y="23099"/>
                </a:cubicBezTo>
                <a:cubicBezTo>
                  <a:pt x="45551" y="23672"/>
                  <a:pt x="44779" y="24244"/>
                  <a:pt x="44033" y="24841"/>
                </a:cubicBezTo>
                <a:cubicBezTo>
                  <a:pt x="43809" y="24991"/>
                  <a:pt x="43634" y="25165"/>
                  <a:pt x="43410" y="25314"/>
                </a:cubicBezTo>
                <a:lnTo>
                  <a:pt x="42390" y="26161"/>
                </a:lnTo>
                <a:cubicBezTo>
                  <a:pt x="41718" y="24916"/>
                  <a:pt x="41170" y="23696"/>
                  <a:pt x="40722" y="22601"/>
                </a:cubicBezTo>
                <a:cubicBezTo>
                  <a:pt x="40697" y="22527"/>
                  <a:pt x="40672" y="22452"/>
                  <a:pt x="40647" y="22377"/>
                </a:cubicBezTo>
                <a:cubicBezTo>
                  <a:pt x="40523" y="22054"/>
                  <a:pt x="40423" y="21755"/>
                  <a:pt x="40299" y="21431"/>
                </a:cubicBezTo>
                <a:cubicBezTo>
                  <a:pt x="40224" y="21282"/>
                  <a:pt x="40174" y="21083"/>
                  <a:pt x="40100" y="20934"/>
                </a:cubicBezTo>
                <a:cubicBezTo>
                  <a:pt x="40025" y="20685"/>
                  <a:pt x="39950" y="20461"/>
                  <a:pt x="39901" y="20237"/>
                </a:cubicBezTo>
                <a:cubicBezTo>
                  <a:pt x="39826" y="20038"/>
                  <a:pt x="39776" y="19838"/>
                  <a:pt x="39726" y="19689"/>
                </a:cubicBezTo>
                <a:cubicBezTo>
                  <a:pt x="40398" y="19216"/>
                  <a:pt x="41071" y="18768"/>
                  <a:pt x="41718" y="18320"/>
                </a:cubicBezTo>
                <a:cubicBezTo>
                  <a:pt x="41917" y="18196"/>
                  <a:pt x="42141" y="18071"/>
                  <a:pt x="42315" y="17947"/>
                </a:cubicBezTo>
                <a:cubicBezTo>
                  <a:pt x="42838" y="17598"/>
                  <a:pt x="43336" y="17300"/>
                  <a:pt x="43883" y="16951"/>
                </a:cubicBezTo>
                <a:cubicBezTo>
                  <a:pt x="44057" y="16926"/>
                  <a:pt x="44157" y="16876"/>
                  <a:pt x="44281" y="16802"/>
                </a:cubicBezTo>
                <a:close/>
                <a:moveTo>
                  <a:pt x="97037" y="25188"/>
                </a:moveTo>
                <a:cubicBezTo>
                  <a:pt x="99657" y="25188"/>
                  <a:pt x="102099" y="25526"/>
                  <a:pt x="104294" y="26210"/>
                </a:cubicBezTo>
                <a:lnTo>
                  <a:pt x="104294" y="26260"/>
                </a:lnTo>
                <a:cubicBezTo>
                  <a:pt x="102077" y="25574"/>
                  <a:pt x="99636" y="25249"/>
                  <a:pt x="97015" y="25249"/>
                </a:cubicBezTo>
                <a:cubicBezTo>
                  <a:pt x="95929" y="25249"/>
                  <a:pt x="94811" y="25305"/>
                  <a:pt x="93665" y="25414"/>
                </a:cubicBezTo>
                <a:lnTo>
                  <a:pt x="93665" y="25364"/>
                </a:lnTo>
                <a:cubicBezTo>
                  <a:pt x="94817" y="25247"/>
                  <a:pt x="95943" y="25188"/>
                  <a:pt x="97037" y="25188"/>
                </a:cubicBezTo>
                <a:close/>
                <a:moveTo>
                  <a:pt x="104244" y="15532"/>
                </a:moveTo>
                <a:lnTo>
                  <a:pt x="104244" y="15532"/>
                </a:lnTo>
                <a:cubicBezTo>
                  <a:pt x="104543" y="15607"/>
                  <a:pt x="104866" y="15756"/>
                  <a:pt x="105165" y="15831"/>
                </a:cubicBezTo>
                <a:cubicBezTo>
                  <a:pt x="105912" y="19166"/>
                  <a:pt x="105887" y="22751"/>
                  <a:pt x="105115" y="26260"/>
                </a:cubicBezTo>
                <a:cubicBezTo>
                  <a:pt x="104991" y="26235"/>
                  <a:pt x="104866" y="26161"/>
                  <a:pt x="104742" y="26136"/>
                </a:cubicBezTo>
                <a:cubicBezTo>
                  <a:pt x="105165" y="22352"/>
                  <a:pt x="105016" y="18768"/>
                  <a:pt x="104244" y="15532"/>
                </a:cubicBezTo>
                <a:close/>
                <a:moveTo>
                  <a:pt x="39652" y="19863"/>
                </a:moveTo>
                <a:lnTo>
                  <a:pt x="39751" y="20137"/>
                </a:lnTo>
                <a:cubicBezTo>
                  <a:pt x="39801" y="20411"/>
                  <a:pt x="39901" y="20685"/>
                  <a:pt x="40000" y="21008"/>
                </a:cubicBezTo>
                <a:cubicBezTo>
                  <a:pt x="40025" y="21058"/>
                  <a:pt x="40050" y="21158"/>
                  <a:pt x="40075" y="21232"/>
                </a:cubicBezTo>
                <a:cubicBezTo>
                  <a:pt x="40622" y="22751"/>
                  <a:pt x="41369" y="24493"/>
                  <a:pt x="42290" y="26285"/>
                </a:cubicBezTo>
                <a:lnTo>
                  <a:pt x="42265" y="26335"/>
                </a:lnTo>
                <a:cubicBezTo>
                  <a:pt x="41618" y="25041"/>
                  <a:pt x="41046" y="23846"/>
                  <a:pt x="40573" y="22726"/>
                </a:cubicBezTo>
                <a:cubicBezTo>
                  <a:pt x="40548" y="22626"/>
                  <a:pt x="40523" y="22552"/>
                  <a:pt x="40498" y="22477"/>
                </a:cubicBezTo>
                <a:cubicBezTo>
                  <a:pt x="40349" y="22153"/>
                  <a:pt x="40274" y="21879"/>
                  <a:pt x="40150" y="21606"/>
                </a:cubicBezTo>
                <a:lnTo>
                  <a:pt x="39950" y="21033"/>
                </a:lnTo>
                <a:cubicBezTo>
                  <a:pt x="39901" y="20809"/>
                  <a:pt x="39826" y="20610"/>
                  <a:pt x="39751" y="20386"/>
                </a:cubicBezTo>
                <a:cubicBezTo>
                  <a:pt x="39677" y="20237"/>
                  <a:pt x="39652" y="20038"/>
                  <a:pt x="39577" y="19888"/>
                </a:cubicBezTo>
                <a:cubicBezTo>
                  <a:pt x="39627" y="19888"/>
                  <a:pt x="39627" y="19863"/>
                  <a:pt x="39652" y="19863"/>
                </a:cubicBezTo>
                <a:close/>
                <a:moveTo>
                  <a:pt x="104493" y="26235"/>
                </a:moveTo>
                <a:cubicBezTo>
                  <a:pt x="104518" y="26235"/>
                  <a:pt x="104518" y="26235"/>
                  <a:pt x="104543" y="26260"/>
                </a:cubicBezTo>
                <a:lnTo>
                  <a:pt x="104543" y="26335"/>
                </a:lnTo>
                <a:cubicBezTo>
                  <a:pt x="104518" y="26335"/>
                  <a:pt x="104518" y="26335"/>
                  <a:pt x="104493" y="26285"/>
                </a:cubicBezTo>
                <a:lnTo>
                  <a:pt x="104493" y="26235"/>
                </a:lnTo>
                <a:close/>
                <a:moveTo>
                  <a:pt x="105414" y="15931"/>
                </a:moveTo>
                <a:cubicBezTo>
                  <a:pt x="105464" y="15931"/>
                  <a:pt x="105489" y="15955"/>
                  <a:pt x="105489" y="15955"/>
                </a:cubicBezTo>
                <a:cubicBezTo>
                  <a:pt x="106161" y="19266"/>
                  <a:pt x="106136" y="22850"/>
                  <a:pt x="105364" y="26360"/>
                </a:cubicBezTo>
                <a:cubicBezTo>
                  <a:pt x="105339" y="26360"/>
                  <a:pt x="105339" y="26360"/>
                  <a:pt x="105290" y="26335"/>
                </a:cubicBezTo>
                <a:cubicBezTo>
                  <a:pt x="106086" y="22850"/>
                  <a:pt x="106111" y="19266"/>
                  <a:pt x="105414" y="15931"/>
                </a:cubicBezTo>
                <a:close/>
                <a:moveTo>
                  <a:pt x="116518" y="26231"/>
                </a:moveTo>
                <a:lnTo>
                  <a:pt x="116518" y="26231"/>
                </a:lnTo>
                <a:cubicBezTo>
                  <a:pt x="116524" y="26234"/>
                  <a:pt x="116531" y="26235"/>
                  <a:pt x="116540" y="26235"/>
                </a:cubicBezTo>
                <a:cubicBezTo>
                  <a:pt x="116559" y="26272"/>
                  <a:pt x="116564" y="26323"/>
                  <a:pt x="116575" y="26367"/>
                </a:cubicBezTo>
                <a:lnTo>
                  <a:pt x="116575" y="26367"/>
                </a:lnTo>
                <a:cubicBezTo>
                  <a:pt x="116570" y="26356"/>
                  <a:pt x="116565" y="26346"/>
                  <a:pt x="116565" y="26335"/>
                </a:cubicBezTo>
                <a:cubicBezTo>
                  <a:pt x="116546" y="26297"/>
                  <a:pt x="116531" y="26263"/>
                  <a:pt x="116518" y="26231"/>
                </a:cubicBezTo>
                <a:close/>
                <a:moveTo>
                  <a:pt x="49260" y="21183"/>
                </a:moveTo>
                <a:cubicBezTo>
                  <a:pt x="49260" y="21183"/>
                  <a:pt x="49260" y="21232"/>
                  <a:pt x="49285" y="21257"/>
                </a:cubicBezTo>
                <a:cubicBezTo>
                  <a:pt x="48513" y="21805"/>
                  <a:pt x="47741" y="22402"/>
                  <a:pt x="46970" y="22975"/>
                </a:cubicBezTo>
                <a:cubicBezTo>
                  <a:pt x="46795" y="23099"/>
                  <a:pt x="46646" y="23224"/>
                  <a:pt x="46472" y="23348"/>
                </a:cubicBezTo>
                <a:cubicBezTo>
                  <a:pt x="45725" y="23896"/>
                  <a:pt x="44978" y="24493"/>
                  <a:pt x="44257" y="25041"/>
                </a:cubicBezTo>
                <a:cubicBezTo>
                  <a:pt x="44033" y="25240"/>
                  <a:pt x="43809" y="25389"/>
                  <a:pt x="43609" y="25588"/>
                </a:cubicBezTo>
                <a:lnTo>
                  <a:pt x="42564" y="26410"/>
                </a:lnTo>
                <a:cubicBezTo>
                  <a:pt x="42564" y="26385"/>
                  <a:pt x="42539" y="26385"/>
                  <a:pt x="42539" y="26360"/>
                </a:cubicBezTo>
                <a:cubicBezTo>
                  <a:pt x="42888" y="26086"/>
                  <a:pt x="43236" y="25762"/>
                  <a:pt x="43609" y="25489"/>
                </a:cubicBezTo>
                <a:cubicBezTo>
                  <a:pt x="43809" y="25290"/>
                  <a:pt x="44033" y="25140"/>
                  <a:pt x="44257" y="24966"/>
                </a:cubicBezTo>
                <a:cubicBezTo>
                  <a:pt x="45003" y="24369"/>
                  <a:pt x="45750" y="23771"/>
                  <a:pt x="46497" y="23224"/>
                </a:cubicBezTo>
                <a:cubicBezTo>
                  <a:pt x="46646" y="23099"/>
                  <a:pt x="46795" y="23000"/>
                  <a:pt x="46970" y="22875"/>
                </a:cubicBezTo>
                <a:cubicBezTo>
                  <a:pt x="47741" y="22303"/>
                  <a:pt x="48488" y="21730"/>
                  <a:pt x="49260" y="21183"/>
                </a:cubicBezTo>
                <a:close/>
                <a:moveTo>
                  <a:pt x="81519" y="16827"/>
                </a:moveTo>
                <a:cubicBezTo>
                  <a:pt x="81568" y="16926"/>
                  <a:pt x="81618" y="17026"/>
                  <a:pt x="81643" y="17125"/>
                </a:cubicBezTo>
                <a:cubicBezTo>
                  <a:pt x="81718" y="17250"/>
                  <a:pt x="81743" y="17374"/>
                  <a:pt x="81817" y="17499"/>
                </a:cubicBezTo>
                <a:cubicBezTo>
                  <a:pt x="81942" y="17972"/>
                  <a:pt x="82091" y="18420"/>
                  <a:pt x="82216" y="18868"/>
                </a:cubicBezTo>
                <a:cubicBezTo>
                  <a:pt x="82216" y="18893"/>
                  <a:pt x="82240" y="18942"/>
                  <a:pt x="82240" y="18992"/>
                </a:cubicBezTo>
                <a:cubicBezTo>
                  <a:pt x="82191" y="19017"/>
                  <a:pt x="82141" y="19042"/>
                  <a:pt x="82091" y="19117"/>
                </a:cubicBezTo>
                <a:cubicBezTo>
                  <a:pt x="81817" y="19316"/>
                  <a:pt x="81519" y="19515"/>
                  <a:pt x="81270" y="19739"/>
                </a:cubicBezTo>
                <a:cubicBezTo>
                  <a:pt x="81220" y="19789"/>
                  <a:pt x="81120" y="19863"/>
                  <a:pt x="81071" y="19913"/>
                </a:cubicBezTo>
                <a:cubicBezTo>
                  <a:pt x="81021" y="19938"/>
                  <a:pt x="80996" y="19988"/>
                  <a:pt x="80946" y="20013"/>
                </a:cubicBezTo>
                <a:cubicBezTo>
                  <a:pt x="80896" y="20038"/>
                  <a:pt x="80871" y="20038"/>
                  <a:pt x="80871" y="20062"/>
                </a:cubicBezTo>
                <a:cubicBezTo>
                  <a:pt x="80622" y="20262"/>
                  <a:pt x="80398" y="20486"/>
                  <a:pt x="80199" y="20660"/>
                </a:cubicBezTo>
                <a:cubicBezTo>
                  <a:pt x="80125" y="20734"/>
                  <a:pt x="80025" y="20784"/>
                  <a:pt x="79975" y="20859"/>
                </a:cubicBezTo>
                <a:cubicBezTo>
                  <a:pt x="79652" y="21158"/>
                  <a:pt x="79353" y="21431"/>
                  <a:pt x="79029" y="21755"/>
                </a:cubicBezTo>
                <a:lnTo>
                  <a:pt x="78855" y="21929"/>
                </a:lnTo>
                <a:cubicBezTo>
                  <a:pt x="78606" y="22178"/>
                  <a:pt x="78382" y="22427"/>
                  <a:pt x="78158" y="22676"/>
                </a:cubicBezTo>
                <a:cubicBezTo>
                  <a:pt x="78084" y="22776"/>
                  <a:pt x="77984" y="22900"/>
                  <a:pt x="77909" y="23000"/>
                </a:cubicBezTo>
                <a:cubicBezTo>
                  <a:pt x="77710" y="23248"/>
                  <a:pt x="77511" y="23522"/>
                  <a:pt x="77287" y="23771"/>
                </a:cubicBezTo>
                <a:cubicBezTo>
                  <a:pt x="77237" y="23871"/>
                  <a:pt x="77138" y="23995"/>
                  <a:pt x="77088" y="24095"/>
                </a:cubicBezTo>
                <a:cubicBezTo>
                  <a:pt x="76889" y="24369"/>
                  <a:pt x="76665" y="24642"/>
                  <a:pt x="76515" y="24916"/>
                </a:cubicBezTo>
                <a:cubicBezTo>
                  <a:pt x="76391" y="25115"/>
                  <a:pt x="76291" y="25265"/>
                  <a:pt x="76167" y="25464"/>
                </a:cubicBezTo>
                <a:cubicBezTo>
                  <a:pt x="76092" y="25588"/>
                  <a:pt x="76018" y="25738"/>
                  <a:pt x="75918" y="25862"/>
                </a:cubicBezTo>
                <a:lnTo>
                  <a:pt x="75545" y="26509"/>
                </a:lnTo>
                <a:cubicBezTo>
                  <a:pt x="75047" y="24916"/>
                  <a:pt x="74300" y="23597"/>
                  <a:pt x="73280" y="22477"/>
                </a:cubicBezTo>
                <a:cubicBezTo>
                  <a:pt x="73329" y="22352"/>
                  <a:pt x="73379" y="22178"/>
                  <a:pt x="73429" y="22054"/>
                </a:cubicBezTo>
                <a:cubicBezTo>
                  <a:pt x="73603" y="21655"/>
                  <a:pt x="73777" y="21232"/>
                  <a:pt x="73952" y="20809"/>
                </a:cubicBezTo>
                <a:lnTo>
                  <a:pt x="74151" y="20436"/>
                </a:lnTo>
                <a:cubicBezTo>
                  <a:pt x="74300" y="20112"/>
                  <a:pt x="74499" y="19764"/>
                  <a:pt x="74674" y="19390"/>
                </a:cubicBezTo>
                <a:cubicBezTo>
                  <a:pt x="76988" y="18395"/>
                  <a:pt x="79278" y="17548"/>
                  <a:pt x="81519" y="16827"/>
                </a:cubicBezTo>
                <a:close/>
                <a:moveTo>
                  <a:pt x="104717" y="26335"/>
                </a:moveTo>
                <a:cubicBezTo>
                  <a:pt x="104842" y="26360"/>
                  <a:pt x="104916" y="26385"/>
                  <a:pt x="105041" y="26459"/>
                </a:cubicBezTo>
                <a:lnTo>
                  <a:pt x="105041" y="26509"/>
                </a:lnTo>
                <a:cubicBezTo>
                  <a:pt x="104916" y="26484"/>
                  <a:pt x="104842" y="26459"/>
                  <a:pt x="104717" y="26385"/>
                </a:cubicBezTo>
                <a:lnTo>
                  <a:pt x="104717" y="26335"/>
                </a:lnTo>
                <a:close/>
                <a:moveTo>
                  <a:pt x="113329" y="21133"/>
                </a:moveTo>
                <a:lnTo>
                  <a:pt x="113329" y="21133"/>
                </a:lnTo>
                <a:cubicBezTo>
                  <a:pt x="114350" y="22377"/>
                  <a:pt x="115221" y="23746"/>
                  <a:pt x="115918" y="25265"/>
                </a:cubicBezTo>
                <a:cubicBezTo>
                  <a:pt x="116067" y="25663"/>
                  <a:pt x="116217" y="26111"/>
                  <a:pt x="116366" y="26509"/>
                </a:cubicBezTo>
                <a:cubicBezTo>
                  <a:pt x="115619" y="24543"/>
                  <a:pt x="114599" y="22776"/>
                  <a:pt x="113354" y="21257"/>
                </a:cubicBezTo>
                <a:cubicBezTo>
                  <a:pt x="113354" y="21232"/>
                  <a:pt x="113329" y="21158"/>
                  <a:pt x="113329" y="21133"/>
                </a:cubicBezTo>
                <a:close/>
                <a:moveTo>
                  <a:pt x="42390" y="26484"/>
                </a:moveTo>
                <a:cubicBezTo>
                  <a:pt x="42390" y="26509"/>
                  <a:pt x="42415" y="26509"/>
                  <a:pt x="42415" y="26534"/>
                </a:cubicBezTo>
                <a:lnTo>
                  <a:pt x="42390" y="26559"/>
                </a:lnTo>
                <a:cubicBezTo>
                  <a:pt x="42390" y="26534"/>
                  <a:pt x="42365" y="26534"/>
                  <a:pt x="42365" y="26509"/>
                </a:cubicBezTo>
                <a:lnTo>
                  <a:pt x="42390" y="26484"/>
                </a:lnTo>
                <a:close/>
                <a:moveTo>
                  <a:pt x="92869" y="15010"/>
                </a:moveTo>
                <a:cubicBezTo>
                  <a:pt x="93641" y="18071"/>
                  <a:pt x="93765" y="21531"/>
                  <a:pt x="93267" y="25240"/>
                </a:cubicBezTo>
                <a:cubicBezTo>
                  <a:pt x="91052" y="25489"/>
                  <a:pt x="88737" y="25912"/>
                  <a:pt x="86347" y="26584"/>
                </a:cubicBezTo>
                <a:cubicBezTo>
                  <a:pt x="86123" y="23721"/>
                  <a:pt x="85551" y="20784"/>
                  <a:pt x="84605" y="18021"/>
                </a:cubicBezTo>
                <a:cubicBezTo>
                  <a:pt x="84829" y="17897"/>
                  <a:pt x="85028" y="17797"/>
                  <a:pt x="85227" y="17673"/>
                </a:cubicBezTo>
                <a:lnTo>
                  <a:pt x="86074" y="17200"/>
                </a:lnTo>
                <a:cubicBezTo>
                  <a:pt x="86372" y="17051"/>
                  <a:pt x="86646" y="16926"/>
                  <a:pt x="86970" y="16802"/>
                </a:cubicBezTo>
                <a:cubicBezTo>
                  <a:pt x="87268" y="16677"/>
                  <a:pt x="87567" y="16528"/>
                  <a:pt x="87866" y="16403"/>
                </a:cubicBezTo>
                <a:cubicBezTo>
                  <a:pt x="88140" y="16279"/>
                  <a:pt x="88463" y="16179"/>
                  <a:pt x="88762" y="16080"/>
                </a:cubicBezTo>
                <a:cubicBezTo>
                  <a:pt x="89110" y="15955"/>
                  <a:pt x="89434" y="15831"/>
                  <a:pt x="89758" y="15756"/>
                </a:cubicBezTo>
                <a:cubicBezTo>
                  <a:pt x="90056" y="15657"/>
                  <a:pt x="90355" y="15582"/>
                  <a:pt x="90629" y="15507"/>
                </a:cubicBezTo>
                <a:cubicBezTo>
                  <a:pt x="90977" y="15408"/>
                  <a:pt x="91326" y="15283"/>
                  <a:pt x="91699" y="15209"/>
                </a:cubicBezTo>
                <a:cubicBezTo>
                  <a:pt x="91973" y="15159"/>
                  <a:pt x="92247" y="15084"/>
                  <a:pt x="92545" y="15059"/>
                </a:cubicBezTo>
                <a:cubicBezTo>
                  <a:pt x="92670" y="15034"/>
                  <a:pt x="92744" y="15034"/>
                  <a:pt x="92869" y="15010"/>
                </a:cubicBezTo>
                <a:close/>
                <a:moveTo>
                  <a:pt x="105290" y="26509"/>
                </a:moveTo>
                <a:lnTo>
                  <a:pt x="105290" y="26584"/>
                </a:lnTo>
                <a:lnTo>
                  <a:pt x="105240" y="26584"/>
                </a:lnTo>
                <a:lnTo>
                  <a:pt x="105240" y="26509"/>
                </a:lnTo>
                <a:close/>
                <a:moveTo>
                  <a:pt x="84456" y="18121"/>
                </a:moveTo>
                <a:cubicBezTo>
                  <a:pt x="85377" y="20884"/>
                  <a:pt x="85974" y="23771"/>
                  <a:pt x="86173" y="26634"/>
                </a:cubicBezTo>
                <a:cubicBezTo>
                  <a:pt x="86157" y="26625"/>
                  <a:pt x="86143" y="26623"/>
                  <a:pt x="86132" y="26623"/>
                </a:cubicBezTo>
                <a:cubicBezTo>
                  <a:pt x="86110" y="26623"/>
                  <a:pt x="86099" y="26634"/>
                  <a:pt x="86099" y="26634"/>
                </a:cubicBezTo>
                <a:cubicBezTo>
                  <a:pt x="85899" y="23796"/>
                  <a:pt x="85327" y="20909"/>
                  <a:pt x="84381" y="18146"/>
                </a:cubicBezTo>
                <a:cubicBezTo>
                  <a:pt x="84431" y="18146"/>
                  <a:pt x="84431" y="18121"/>
                  <a:pt x="84456" y="18121"/>
                </a:cubicBezTo>
                <a:close/>
                <a:moveTo>
                  <a:pt x="93253" y="25416"/>
                </a:moveTo>
                <a:lnTo>
                  <a:pt x="93253" y="25416"/>
                </a:lnTo>
                <a:cubicBezTo>
                  <a:pt x="93217" y="25424"/>
                  <a:pt x="93217" y="25466"/>
                  <a:pt x="93217" y="25489"/>
                </a:cubicBezTo>
                <a:cubicBezTo>
                  <a:pt x="91027" y="25738"/>
                  <a:pt x="88737" y="26161"/>
                  <a:pt x="86372" y="26833"/>
                </a:cubicBezTo>
                <a:lnTo>
                  <a:pt x="86372" y="26758"/>
                </a:lnTo>
                <a:cubicBezTo>
                  <a:pt x="88732" y="26112"/>
                  <a:pt x="91042" y="25665"/>
                  <a:pt x="93253" y="25416"/>
                </a:cubicBezTo>
                <a:close/>
                <a:moveTo>
                  <a:pt x="73255" y="22726"/>
                </a:moveTo>
                <a:cubicBezTo>
                  <a:pt x="74275" y="23846"/>
                  <a:pt x="75022" y="25215"/>
                  <a:pt x="75495" y="26783"/>
                </a:cubicBezTo>
                <a:cubicBezTo>
                  <a:pt x="75420" y="26833"/>
                  <a:pt x="75420" y="26858"/>
                  <a:pt x="75420" y="26883"/>
                </a:cubicBezTo>
                <a:cubicBezTo>
                  <a:pt x="74972" y="25290"/>
                  <a:pt x="74225" y="23896"/>
                  <a:pt x="73230" y="22776"/>
                </a:cubicBezTo>
                <a:cubicBezTo>
                  <a:pt x="73230" y="22751"/>
                  <a:pt x="73230" y="22751"/>
                  <a:pt x="73255" y="22726"/>
                </a:cubicBezTo>
                <a:close/>
                <a:moveTo>
                  <a:pt x="86173" y="26783"/>
                </a:moveTo>
                <a:lnTo>
                  <a:pt x="86173" y="26858"/>
                </a:lnTo>
                <a:cubicBezTo>
                  <a:pt x="86173" y="26858"/>
                  <a:pt x="86123" y="26883"/>
                  <a:pt x="86099" y="26883"/>
                </a:cubicBezTo>
                <a:lnTo>
                  <a:pt x="86099" y="26833"/>
                </a:lnTo>
                <a:cubicBezTo>
                  <a:pt x="86123" y="26833"/>
                  <a:pt x="86123" y="26833"/>
                  <a:pt x="86173" y="26783"/>
                </a:cubicBezTo>
                <a:close/>
                <a:moveTo>
                  <a:pt x="49409" y="21382"/>
                </a:moveTo>
                <a:cubicBezTo>
                  <a:pt x="49708" y="21680"/>
                  <a:pt x="49982" y="21979"/>
                  <a:pt x="50280" y="22278"/>
                </a:cubicBezTo>
                <a:cubicBezTo>
                  <a:pt x="50405" y="22427"/>
                  <a:pt x="50579" y="22552"/>
                  <a:pt x="50703" y="22726"/>
                </a:cubicBezTo>
                <a:cubicBezTo>
                  <a:pt x="48164" y="23921"/>
                  <a:pt x="45601" y="25464"/>
                  <a:pt x="43012" y="27256"/>
                </a:cubicBezTo>
                <a:cubicBezTo>
                  <a:pt x="42888" y="27032"/>
                  <a:pt x="42763" y="26783"/>
                  <a:pt x="42664" y="26584"/>
                </a:cubicBezTo>
                <a:cubicBezTo>
                  <a:pt x="43012" y="26285"/>
                  <a:pt x="43311" y="26011"/>
                  <a:pt x="43659" y="25762"/>
                </a:cubicBezTo>
                <a:cubicBezTo>
                  <a:pt x="43883" y="25588"/>
                  <a:pt x="44132" y="25389"/>
                  <a:pt x="44356" y="25215"/>
                </a:cubicBezTo>
                <a:cubicBezTo>
                  <a:pt x="45053" y="24617"/>
                  <a:pt x="45800" y="24045"/>
                  <a:pt x="46547" y="23497"/>
                </a:cubicBezTo>
                <a:cubicBezTo>
                  <a:pt x="46721" y="23373"/>
                  <a:pt x="46870" y="23248"/>
                  <a:pt x="47019" y="23149"/>
                </a:cubicBezTo>
                <a:cubicBezTo>
                  <a:pt x="47766" y="22601"/>
                  <a:pt x="48538" y="22029"/>
                  <a:pt x="49285" y="21481"/>
                </a:cubicBezTo>
                <a:cubicBezTo>
                  <a:pt x="49334" y="21431"/>
                  <a:pt x="49384" y="21407"/>
                  <a:pt x="49409" y="21382"/>
                </a:cubicBezTo>
                <a:close/>
                <a:moveTo>
                  <a:pt x="42514" y="26733"/>
                </a:moveTo>
                <a:cubicBezTo>
                  <a:pt x="42614" y="26907"/>
                  <a:pt x="42738" y="27156"/>
                  <a:pt x="42863" y="27380"/>
                </a:cubicBezTo>
                <a:lnTo>
                  <a:pt x="42813" y="27405"/>
                </a:lnTo>
                <a:cubicBezTo>
                  <a:pt x="42688" y="27181"/>
                  <a:pt x="42614" y="26982"/>
                  <a:pt x="42489" y="26758"/>
                </a:cubicBezTo>
                <a:lnTo>
                  <a:pt x="42514" y="26733"/>
                </a:lnTo>
                <a:close/>
                <a:moveTo>
                  <a:pt x="50828" y="22825"/>
                </a:moveTo>
                <a:cubicBezTo>
                  <a:pt x="50828" y="22875"/>
                  <a:pt x="50853" y="22875"/>
                  <a:pt x="50853" y="22900"/>
                </a:cubicBezTo>
                <a:cubicBezTo>
                  <a:pt x="48289" y="24145"/>
                  <a:pt x="45725" y="25663"/>
                  <a:pt x="43136" y="27480"/>
                </a:cubicBezTo>
                <a:cubicBezTo>
                  <a:pt x="43136" y="27455"/>
                  <a:pt x="43112" y="27455"/>
                  <a:pt x="43112" y="27405"/>
                </a:cubicBezTo>
                <a:cubicBezTo>
                  <a:pt x="45675" y="25613"/>
                  <a:pt x="48264" y="24070"/>
                  <a:pt x="50828" y="22825"/>
                </a:cubicBezTo>
                <a:close/>
                <a:moveTo>
                  <a:pt x="64177" y="19540"/>
                </a:moveTo>
                <a:cubicBezTo>
                  <a:pt x="65925" y="19540"/>
                  <a:pt x="67537" y="19784"/>
                  <a:pt x="68973" y="20286"/>
                </a:cubicBezTo>
                <a:cubicBezTo>
                  <a:pt x="68874" y="20784"/>
                  <a:pt x="68774" y="21257"/>
                  <a:pt x="68700" y="21755"/>
                </a:cubicBezTo>
                <a:cubicBezTo>
                  <a:pt x="65514" y="23423"/>
                  <a:pt x="62278" y="25364"/>
                  <a:pt x="59017" y="27505"/>
                </a:cubicBezTo>
                <a:cubicBezTo>
                  <a:pt x="58370" y="25215"/>
                  <a:pt x="57947" y="22800"/>
                  <a:pt x="57772" y="20461"/>
                </a:cubicBezTo>
                <a:cubicBezTo>
                  <a:pt x="60045" y="19853"/>
                  <a:pt x="62199" y="19540"/>
                  <a:pt x="64177" y="19540"/>
                </a:cubicBezTo>
                <a:close/>
                <a:moveTo>
                  <a:pt x="84257" y="18171"/>
                </a:moveTo>
                <a:cubicBezTo>
                  <a:pt x="85128" y="20983"/>
                  <a:pt x="85725" y="23846"/>
                  <a:pt x="85924" y="26659"/>
                </a:cubicBezTo>
                <a:cubicBezTo>
                  <a:pt x="84978" y="26907"/>
                  <a:pt x="84008" y="27231"/>
                  <a:pt x="83087" y="27530"/>
                </a:cubicBezTo>
                <a:cubicBezTo>
                  <a:pt x="83136" y="27107"/>
                  <a:pt x="83186" y="26659"/>
                  <a:pt x="83236" y="26235"/>
                </a:cubicBezTo>
                <a:lnTo>
                  <a:pt x="83236" y="26161"/>
                </a:lnTo>
                <a:cubicBezTo>
                  <a:pt x="83261" y="25738"/>
                  <a:pt x="83311" y="25290"/>
                  <a:pt x="83311" y="24866"/>
                </a:cubicBezTo>
                <a:lnTo>
                  <a:pt x="83311" y="24767"/>
                </a:lnTo>
                <a:lnTo>
                  <a:pt x="83311" y="24593"/>
                </a:lnTo>
                <a:lnTo>
                  <a:pt x="83311" y="23497"/>
                </a:lnTo>
                <a:lnTo>
                  <a:pt x="83311" y="23248"/>
                </a:lnTo>
                <a:lnTo>
                  <a:pt x="83311" y="23099"/>
                </a:lnTo>
                <a:cubicBezTo>
                  <a:pt x="83311" y="22776"/>
                  <a:pt x="83261" y="22502"/>
                  <a:pt x="83236" y="22178"/>
                </a:cubicBezTo>
                <a:cubicBezTo>
                  <a:pt x="83236" y="22054"/>
                  <a:pt x="83236" y="21929"/>
                  <a:pt x="83211" y="21805"/>
                </a:cubicBezTo>
                <a:lnTo>
                  <a:pt x="83211" y="21655"/>
                </a:lnTo>
                <a:cubicBezTo>
                  <a:pt x="83161" y="21407"/>
                  <a:pt x="83136" y="21133"/>
                  <a:pt x="83112" y="20884"/>
                </a:cubicBezTo>
                <a:cubicBezTo>
                  <a:pt x="83087" y="20710"/>
                  <a:pt x="83087" y="20560"/>
                  <a:pt x="83062" y="20386"/>
                </a:cubicBezTo>
                <a:cubicBezTo>
                  <a:pt x="83062" y="20361"/>
                  <a:pt x="83062" y="20311"/>
                  <a:pt x="83012" y="20286"/>
                </a:cubicBezTo>
                <a:cubicBezTo>
                  <a:pt x="82987" y="20038"/>
                  <a:pt x="82912" y="19814"/>
                  <a:pt x="82863" y="19614"/>
                </a:cubicBezTo>
                <a:lnTo>
                  <a:pt x="82763" y="19141"/>
                </a:lnTo>
                <a:cubicBezTo>
                  <a:pt x="83012" y="18942"/>
                  <a:pt x="83286" y="18793"/>
                  <a:pt x="83585" y="18594"/>
                </a:cubicBezTo>
                <a:cubicBezTo>
                  <a:pt x="83784" y="18445"/>
                  <a:pt x="84008" y="18295"/>
                  <a:pt x="84257" y="18171"/>
                </a:cubicBezTo>
                <a:close/>
                <a:moveTo>
                  <a:pt x="82614" y="19291"/>
                </a:moveTo>
                <a:cubicBezTo>
                  <a:pt x="82614" y="19490"/>
                  <a:pt x="82639" y="19664"/>
                  <a:pt x="82713" y="19838"/>
                </a:cubicBezTo>
                <a:cubicBezTo>
                  <a:pt x="82738" y="20038"/>
                  <a:pt x="82813" y="20237"/>
                  <a:pt x="82838" y="20411"/>
                </a:cubicBezTo>
                <a:cubicBezTo>
                  <a:pt x="82863" y="20535"/>
                  <a:pt x="82863" y="20660"/>
                  <a:pt x="82888" y="20784"/>
                </a:cubicBezTo>
                <a:cubicBezTo>
                  <a:pt x="82937" y="20884"/>
                  <a:pt x="82937" y="21008"/>
                  <a:pt x="82937" y="21083"/>
                </a:cubicBezTo>
                <a:cubicBezTo>
                  <a:pt x="82962" y="21307"/>
                  <a:pt x="82987" y="21531"/>
                  <a:pt x="83012" y="21780"/>
                </a:cubicBezTo>
                <a:cubicBezTo>
                  <a:pt x="83012" y="21904"/>
                  <a:pt x="83062" y="22054"/>
                  <a:pt x="83062" y="22178"/>
                </a:cubicBezTo>
                <a:lnTo>
                  <a:pt x="83062" y="22303"/>
                </a:lnTo>
                <a:cubicBezTo>
                  <a:pt x="83087" y="22626"/>
                  <a:pt x="83112" y="22900"/>
                  <a:pt x="83112" y="23224"/>
                </a:cubicBezTo>
                <a:lnTo>
                  <a:pt x="83112" y="23547"/>
                </a:lnTo>
                <a:lnTo>
                  <a:pt x="83112" y="24717"/>
                </a:lnTo>
                <a:lnTo>
                  <a:pt x="83112" y="24891"/>
                </a:lnTo>
                <a:cubicBezTo>
                  <a:pt x="83087" y="25787"/>
                  <a:pt x="82987" y="26708"/>
                  <a:pt x="82863" y="27629"/>
                </a:cubicBezTo>
                <a:lnTo>
                  <a:pt x="82788" y="27629"/>
                </a:lnTo>
                <a:cubicBezTo>
                  <a:pt x="82863" y="27256"/>
                  <a:pt x="82888" y="26883"/>
                  <a:pt x="82912" y="26509"/>
                </a:cubicBezTo>
                <a:cubicBezTo>
                  <a:pt x="82912" y="26459"/>
                  <a:pt x="82912" y="26410"/>
                  <a:pt x="82962" y="26360"/>
                </a:cubicBezTo>
                <a:cubicBezTo>
                  <a:pt x="82962" y="26285"/>
                  <a:pt x="82962" y="26235"/>
                  <a:pt x="82987" y="26161"/>
                </a:cubicBezTo>
                <a:lnTo>
                  <a:pt x="82987" y="26111"/>
                </a:lnTo>
                <a:cubicBezTo>
                  <a:pt x="83012" y="25762"/>
                  <a:pt x="83012" y="25414"/>
                  <a:pt x="83062" y="25090"/>
                </a:cubicBezTo>
                <a:lnTo>
                  <a:pt x="83062" y="24991"/>
                </a:lnTo>
                <a:lnTo>
                  <a:pt x="83062" y="24866"/>
                </a:lnTo>
                <a:lnTo>
                  <a:pt x="83062" y="24617"/>
                </a:lnTo>
                <a:lnTo>
                  <a:pt x="83062" y="23672"/>
                </a:lnTo>
                <a:lnTo>
                  <a:pt x="83062" y="23373"/>
                </a:lnTo>
                <a:lnTo>
                  <a:pt x="83062" y="23174"/>
                </a:lnTo>
                <a:cubicBezTo>
                  <a:pt x="83062" y="22900"/>
                  <a:pt x="83012" y="22601"/>
                  <a:pt x="82987" y="22303"/>
                </a:cubicBezTo>
                <a:cubicBezTo>
                  <a:pt x="82987" y="22178"/>
                  <a:pt x="82987" y="22054"/>
                  <a:pt x="82962" y="21904"/>
                </a:cubicBezTo>
                <a:lnTo>
                  <a:pt x="82962" y="21780"/>
                </a:lnTo>
                <a:cubicBezTo>
                  <a:pt x="82912" y="21506"/>
                  <a:pt x="82888" y="21232"/>
                  <a:pt x="82838" y="20934"/>
                </a:cubicBezTo>
                <a:cubicBezTo>
                  <a:pt x="82788" y="20809"/>
                  <a:pt x="82788" y="20685"/>
                  <a:pt x="82763" y="20560"/>
                </a:cubicBezTo>
                <a:lnTo>
                  <a:pt x="82763" y="20486"/>
                </a:lnTo>
                <a:lnTo>
                  <a:pt x="82763" y="20436"/>
                </a:lnTo>
                <a:cubicBezTo>
                  <a:pt x="82738" y="20311"/>
                  <a:pt x="82713" y="20187"/>
                  <a:pt x="82713" y="20112"/>
                </a:cubicBezTo>
                <a:cubicBezTo>
                  <a:pt x="82713" y="20062"/>
                  <a:pt x="82713" y="20038"/>
                  <a:pt x="82688" y="20013"/>
                </a:cubicBezTo>
                <a:cubicBezTo>
                  <a:pt x="82639" y="19789"/>
                  <a:pt x="82589" y="19565"/>
                  <a:pt x="82564" y="19365"/>
                </a:cubicBezTo>
                <a:lnTo>
                  <a:pt x="82589" y="19316"/>
                </a:lnTo>
                <a:cubicBezTo>
                  <a:pt x="82589" y="19316"/>
                  <a:pt x="82614" y="19316"/>
                  <a:pt x="82614" y="19291"/>
                </a:cubicBezTo>
                <a:close/>
                <a:moveTo>
                  <a:pt x="57598" y="20510"/>
                </a:moveTo>
                <a:cubicBezTo>
                  <a:pt x="57797" y="22900"/>
                  <a:pt x="58196" y="25290"/>
                  <a:pt x="58868" y="27629"/>
                </a:cubicBezTo>
                <a:cubicBezTo>
                  <a:pt x="58843" y="27629"/>
                  <a:pt x="58843" y="27654"/>
                  <a:pt x="58818" y="27654"/>
                </a:cubicBezTo>
                <a:cubicBezTo>
                  <a:pt x="58121" y="25314"/>
                  <a:pt x="57698" y="22900"/>
                  <a:pt x="57548" y="20535"/>
                </a:cubicBezTo>
                <a:cubicBezTo>
                  <a:pt x="57573" y="20535"/>
                  <a:pt x="57573" y="20535"/>
                  <a:pt x="57598" y="20510"/>
                </a:cubicBezTo>
                <a:close/>
                <a:moveTo>
                  <a:pt x="68650" y="22004"/>
                </a:moveTo>
                <a:cubicBezTo>
                  <a:pt x="68675" y="22029"/>
                  <a:pt x="68650" y="22054"/>
                  <a:pt x="68650" y="22103"/>
                </a:cubicBezTo>
                <a:cubicBezTo>
                  <a:pt x="65464" y="23746"/>
                  <a:pt x="62303" y="25638"/>
                  <a:pt x="59092" y="27779"/>
                </a:cubicBezTo>
                <a:cubicBezTo>
                  <a:pt x="59092" y="27754"/>
                  <a:pt x="59092" y="27754"/>
                  <a:pt x="59067" y="27729"/>
                </a:cubicBezTo>
                <a:cubicBezTo>
                  <a:pt x="62228" y="25563"/>
                  <a:pt x="65439" y="23672"/>
                  <a:pt x="68650" y="22004"/>
                </a:cubicBezTo>
                <a:close/>
                <a:moveTo>
                  <a:pt x="85924" y="26858"/>
                </a:moveTo>
                <a:lnTo>
                  <a:pt x="85924" y="26907"/>
                </a:lnTo>
                <a:cubicBezTo>
                  <a:pt x="84978" y="27206"/>
                  <a:pt x="84008" y="27505"/>
                  <a:pt x="83012" y="27828"/>
                </a:cubicBezTo>
                <a:lnTo>
                  <a:pt x="83012" y="27754"/>
                </a:lnTo>
                <a:cubicBezTo>
                  <a:pt x="83983" y="27405"/>
                  <a:pt x="84954" y="27131"/>
                  <a:pt x="85924" y="26858"/>
                </a:cubicBezTo>
                <a:close/>
                <a:moveTo>
                  <a:pt x="58917" y="27828"/>
                </a:moveTo>
                <a:cubicBezTo>
                  <a:pt x="58942" y="27828"/>
                  <a:pt x="58942" y="27853"/>
                  <a:pt x="58942" y="27878"/>
                </a:cubicBezTo>
                <a:cubicBezTo>
                  <a:pt x="58917" y="27878"/>
                  <a:pt x="58917" y="27903"/>
                  <a:pt x="58868" y="27903"/>
                </a:cubicBezTo>
                <a:cubicBezTo>
                  <a:pt x="58868" y="27878"/>
                  <a:pt x="58868" y="27878"/>
                  <a:pt x="58843" y="27853"/>
                </a:cubicBezTo>
                <a:cubicBezTo>
                  <a:pt x="58868" y="27853"/>
                  <a:pt x="58868" y="27828"/>
                  <a:pt x="58917" y="27828"/>
                </a:cubicBezTo>
                <a:close/>
                <a:moveTo>
                  <a:pt x="82838" y="27878"/>
                </a:moveTo>
                <a:lnTo>
                  <a:pt x="82838" y="27903"/>
                </a:lnTo>
                <a:cubicBezTo>
                  <a:pt x="82788" y="27903"/>
                  <a:pt x="82763" y="27953"/>
                  <a:pt x="82763" y="27953"/>
                </a:cubicBezTo>
                <a:lnTo>
                  <a:pt x="82763" y="27878"/>
                </a:lnTo>
                <a:close/>
                <a:moveTo>
                  <a:pt x="117011" y="28311"/>
                </a:moveTo>
                <a:cubicBezTo>
                  <a:pt x="117028" y="28360"/>
                  <a:pt x="117049" y="28409"/>
                  <a:pt x="117063" y="28451"/>
                </a:cubicBezTo>
                <a:cubicBezTo>
                  <a:pt x="117088" y="28500"/>
                  <a:pt x="117088" y="28575"/>
                  <a:pt x="117113" y="28625"/>
                </a:cubicBezTo>
                <a:lnTo>
                  <a:pt x="117063" y="28625"/>
                </a:lnTo>
                <a:lnTo>
                  <a:pt x="117063" y="28575"/>
                </a:lnTo>
                <a:lnTo>
                  <a:pt x="117063" y="28500"/>
                </a:lnTo>
                <a:cubicBezTo>
                  <a:pt x="117033" y="28441"/>
                  <a:pt x="117021" y="28373"/>
                  <a:pt x="117011" y="28311"/>
                </a:cubicBezTo>
                <a:close/>
                <a:moveTo>
                  <a:pt x="104717" y="26584"/>
                </a:moveTo>
                <a:cubicBezTo>
                  <a:pt x="104792" y="26609"/>
                  <a:pt x="104916" y="26634"/>
                  <a:pt x="105016" y="26659"/>
                </a:cubicBezTo>
                <a:cubicBezTo>
                  <a:pt x="104842" y="27455"/>
                  <a:pt x="104618" y="28252"/>
                  <a:pt x="104344" y="29023"/>
                </a:cubicBezTo>
                <a:cubicBezTo>
                  <a:pt x="104468" y="28227"/>
                  <a:pt x="104593" y="27380"/>
                  <a:pt x="104717" y="26584"/>
                </a:cubicBezTo>
                <a:close/>
                <a:moveTo>
                  <a:pt x="117113" y="28849"/>
                </a:moveTo>
                <a:cubicBezTo>
                  <a:pt x="117113" y="28940"/>
                  <a:pt x="117154" y="29051"/>
                  <a:pt x="117162" y="29127"/>
                </a:cubicBezTo>
                <a:lnTo>
                  <a:pt x="117162" y="29127"/>
                </a:lnTo>
                <a:cubicBezTo>
                  <a:pt x="117159" y="29109"/>
                  <a:pt x="117149" y="29091"/>
                  <a:pt x="117113" y="29073"/>
                </a:cubicBezTo>
                <a:cubicBezTo>
                  <a:pt x="117088" y="28998"/>
                  <a:pt x="117088" y="28899"/>
                  <a:pt x="117088" y="28849"/>
                </a:cubicBezTo>
                <a:close/>
                <a:moveTo>
                  <a:pt x="57424" y="20635"/>
                </a:moveTo>
                <a:cubicBezTo>
                  <a:pt x="57548" y="22975"/>
                  <a:pt x="57972" y="25389"/>
                  <a:pt x="58669" y="27754"/>
                </a:cubicBezTo>
                <a:cubicBezTo>
                  <a:pt x="57947" y="28252"/>
                  <a:pt x="57225" y="28724"/>
                  <a:pt x="56503" y="29247"/>
                </a:cubicBezTo>
                <a:cubicBezTo>
                  <a:pt x="56379" y="29073"/>
                  <a:pt x="56254" y="28899"/>
                  <a:pt x="56130" y="28749"/>
                </a:cubicBezTo>
                <a:cubicBezTo>
                  <a:pt x="55706" y="28127"/>
                  <a:pt x="55234" y="27530"/>
                  <a:pt x="54761" y="26957"/>
                </a:cubicBezTo>
                <a:cubicBezTo>
                  <a:pt x="54636" y="26758"/>
                  <a:pt x="54487" y="26584"/>
                  <a:pt x="54362" y="26410"/>
                </a:cubicBezTo>
                <a:cubicBezTo>
                  <a:pt x="53740" y="25638"/>
                  <a:pt x="53118" y="24866"/>
                  <a:pt x="52496" y="24120"/>
                </a:cubicBezTo>
                <a:cubicBezTo>
                  <a:pt x="52471" y="24095"/>
                  <a:pt x="52471" y="24045"/>
                  <a:pt x="52446" y="24045"/>
                </a:cubicBezTo>
                <a:cubicBezTo>
                  <a:pt x="52147" y="23721"/>
                  <a:pt x="51873" y="23398"/>
                  <a:pt x="51599" y="23099"/>
                </a:cubicBezTo>
                <a:cubicBezTo>
                  <a:pt x="51525" y="23024"/>
                  <a:pt x="51500" y="22975"/>
                  <a:pt x="51450" y="22900"/>
                </a:cubicBezTo>
                <a:cubicBezTo>
                  <a:pt x="53491" y="21929"/>
                  <a:pt x="55482" y="21183"/>
                  <a:pt x="57424" y="20635"/>
                </a:cubicBezTo>
                <a:close/>
                <a:moveTo>
                  <a:pt x="51251" y="22925"/>
                </a:moveTo>
                <a:cubicBezTo>
                  <a:pt x="51251" y="22975"/>
                  <a:pt x="51276" y="22975"/>
                  <a:pt x="51276" y="23000"/>
                </a:cubicBezTo>
                <a:cubicBezTo>
                  <a:pt x="52993" y="24966"/>
                  <a:pt x="54736" y="27131"/>
                  <a:pt x="56354" y="29372"/>
                </a:cubicBezTo>
                <a:lnTo>
                  <a:pt x="56329" y="29397"/>
                </a:lnTo>
                <a:cubicBezTo>
                  <a:pt x="55084" y="27729"/>
                  <a:pt x="53815" y="26086"/>
                  <a:pt x="52496" y="24493"/>
                </a:cubicBezTo>
                <a:cubicBezTo>
                  <a:pt x="52396" y="24369"/>
                  <a:pt x="52272" y="24244"/>
                  <a:pt x="52197" y="24120"/>
                </a:cubicBezTo>
                <a:lnTo>
                  <a:pt x="51624" y="23472"/>
                </a:lnTo>
                <a:cubicBezTo>
                  <a:pt x="51475" y="23298"/>
                  <a:pt x="51351" y="23124"/>
                  <a:pt x="51201" y="22975"/>
                </a:cubicBezTo>
                <a:cubicBezTo>
                  <a:pt x="51226" y="22975"/>
                  <a:pt x="51226" y="22925"/>
                  <a:pt x="51251" y="22925"/>
                </a:cubicBezTo>
                <a:close/>
                <a:moveTo>
                  <a:pt x="58718" y="27953"/>
                </a:moveTo>
                <a:cubicBezTo>
                  <a:pt x="58718" y="27978"/>
                  <a:pt x="58718" y="27978"/>
                  <a:pt x="58743" y="28003"/>
                </a:cubicBezTo>
                <a:cubicBezTo>
                  <a:pt x="58046" y="28476"/>
                  <a:pt x="57349" y="28973"/>
                  <a:pt x="56677" y="29471"/>
                </a:cubicBezTo>
                <a:cubicBezTo>
                  <a:pt x="56677" y="29446"/>
                  <a:pt x="56627" y="29446"/>
                  <a:pt x="56627" y="29397"/>
                </a:cubicBezTo>
                <a:cubicBezTo>
                  <a:pt x="57324" y="28899"/>
                  <a:pt x="58046" y="28451"/>
                  <a:pt x="58718" y="27953"/>
                </a:cubicBezTo>
                <a:close/>
                <a:moveTo>
                  <a:pt x="82340" y="19440"/>
                </a:moveTo>
                <a:lnTo>
                  <a:pt x="82440" y="19913"/>
                </a:lnTo>
                <a:cubicBezTo>
                  <a:pt x="82514" y="20162"/>
                  <a:pt x="82564" y="20386"/>
                  <a:pt x="82614" y="20635"/>
                </a:cubicBezTo>
                <a:cubicBezTo>
                  <a:pt x="82639" y="20859"/>
                  <a:pt x="82688" y="21033"/>
                  <a:pt x="82713" y="21257"/>
                </a:cubicBezTo>
                <a:lnTo>
                  <a:pt x="82813" y="22004"/>
                </a:lnTo>
                <a:cubicBezTo>
                  <a:pt x="82838" y="22178"/>
                  <a:pt x="82838" y="22377"/>
                  <a:pt x="82838" y="22552"/>
                </a:cubicBezTo>
                <a:cubicBezTo>
                  <a:pt x="82863" y="22850"/>
                  <a:pt x="82863" y="23124"/>
                  <a:pt x="82863" y="23398"/>
                </a:cubicBezTo>
                <a:lnTo>
                  <a:pt x="82863" y="23672"/>
                </a:lnTo>
                <a:lnTo>
                  <a:pt x="82863" y="23871"/>
                </a:lnTo>
                <a:lnTo>
                  <a:pt x="82863" y="23921"/>
                </a:lnTo>
                <a:lnTo>
                  <a:pt x="82863" y="24891"/>
                </a:lnTo>
                <a:cubicBezTo>
                  <a:pt x="82863" y="24991"/>
                  <a:pt x="82863" y="25115"/>
                  <a:pt x="82838" y="25240"/>
                </a:cubicBezTo>
                <a:lnTo>
                  <a:pt x="82838" y="25314"/>
                </a:lnTo>
                <a:cubicBezTo>
                  <a:pt x="82813" y="25713"/>
                  <a:pt x="82813" y="26086"/>
                  <a:pt x="82738" y="26435"/>
                </a:cubicBezTo>
                <a:cubicBezTo>
                  <a:pt x="82738" y="26534"/>
                  <a:pt x="82713" y="26634"/>
                  <a:pt x="82713" y="26683"/>
                </a:cubicBezTo>
                <a:cubicBezTo>
                  <a:pt x="82688" y="27032"/>
                  <a:pt x="82614" y="27380"/>
                  <a:pt x="82589" y="27729"/>
                </a:cubicBezTo>
                <a:cubicBezTo>
                  <a:pt x="80473" y="28426"/>
                  <a:pt x="78357" y="29297"/>
                  <a:pt x="76167" y="30293"/>
                </a:cubicBezTo>
                <a:cubicBezTo>
                  <a:pt x="76142" y="29222"/>
                  <a:pt x="75993" y="28177"/>
                  <a:pt x="75769" y="27231"/>
                </a:cubicBezTo>
                <a:cubicBezTo>
                  <a:pt x="75868" y="27007"/>
                  <a:pt x="75993" y="26758"/>
                  <a:pt x="76117" y="26534"/>
                </a:cubicBezTo>
                <a:cubicBezTo>
                  <a:pt x="76142" y="26484"/>
                  <a:pt x="76167" y="26410"/>
                  <a:pt x="76242" y="26360"/>
                </a:cubicBezTo>
                <a:cubicBezTo>
                  <a:pt x="76416" y="25986"/>
                  <a:pt x="76640" y="25638"/>
                  <a:pt x="76864" y="25290"/>
                </a:cubicBezTo>
                <a:cubicBezTo>
                  <a:pt x="76963" y="25165"/>
                  <a:pt x="77013" y="25041"/>
                  <a:pt x="77113" y="24916"/>
                </a:cubicBezTo>
                <a:cubicBezTo>
                  <a:pt x="77287" y="24642"/>
                  <a:pt x="77511" y="24319"/>
                  <a:pt x="77685" y="24045"/>
                </a:cubicBezTo>
                <a:cubicBezTo>
                  <a:pt x="77785" y="23896"/>
                  <a:pt x="77909" y="23771"/>
                  <a:pt x="78009" y="23622"/>
                </a:cubicBezTo>
                <a:cubicBezTo>
                  <a:pt x="78233" y="23373"/>
                  <a:pt x="78407" y="23074"/>
                  <a:pt x="78631" y="22825"/>
                </a:cubicBezTo>
                <a:cubicBezTo>
                  <a:pt x="78756" y="22676"/>
                  <a:pt x="78880" y="22552"/>
                  <a:pt x="79005" y="22402"/>
                </a:cubicBezTo>
                <a:cubicBezTo>
                  <a:pt x="79229" y="22153"/>
                  <a:pt x="79477" y="21904"/>
                  <a:pt x="79677" y="21680"/>
                </a:cubicBezTo>
                <a:lnTo>
                  <a:pt x="80100" y="21282"/>
                </a:lnTo>
                <a:lnTo>
                  <a:pt x="80921" y="20535"/>
                </a:lnTo>
                <a:cubicBezTo>
                  <a:pt x="81046" y="20436"/>
                  <a:pt x="81195" y="20311"/>
                  <a:pt x="81295" y="20212"/>
                </a:cubicBezTo>
                <a:cubicBezTo>
                  <a:pt x="81643" y="19938"/>
                  <a:pt x="81991" y="19689"/>
                  <a:pt x="82340" y="19440"/>
                </a:cubicBezTo>
                <a:close/>
                <a:moveTo>
                  <a:pt x="75644" y="27505"/>
                </a:moveTo>
                <a:cubicBezTo>
                  <a:pt x="75868" y="28451"/>
                  <a:pt x="75993" y="29372"/>
                  <a:pt x="76018" y="30392"/>
                </a:cubicBezTo>
                <a:cubicBezTo>
                  <a:pt x="75993" y="30392"/>
                  <a:pt x="75968" y="30392"/>
                  <a:pt x="75968" y="30442"/>
                </a:cubicBezTo>
                <a:cubicBezTo>
                  <a:pt x="75918" y="29446"/>
                  <a:pt x="75794" y="28500"/>
                  <a:pt x="75619" y="27604"/>
                </a:cubicBezTo>
                <a:cubicBezTo>
                  <a:pt x="75619" y="27579"/>
                  <a:pt x="75644" y="27530"/>
                  <a:pt x="75644" y="27505"/>
                </a:cubicBezTo>
                <a:close/>
                <a:moveTo>
                  <a:pt x="104468" y="26509"/>
                </a:moveTo>
                <a:cubicBezTo>
                  <a:pt x="104493" y="26509"/>
                  <a:pt x="104493" y="26509"/>
                  <a:pt x="104518" y="26534"/>
                </a:cubicBezTo>
                <a:cubicBezTo>
                  <a:pt x="104369" y="27729"/>
                  <a:pt x="104169" y="28899"/>
                  <a:pt x="103921" y="30118"/>
                </a:cubicBezTo>
                <a:cubicBezTo>
                  <a:pt x="103896" y="30243"/>
                  <a:pt x="103846" y="30342"/>
                  <a:pt x="103796" y="30467"/>
                </a:cubicBezTo>
                <a:cubicBezTo>
                  <a:pt x="104095" y="29098"/>
                  <a:pt x="104294" y="27779"/>
                  <a:pt x="104468" y="26509"/>
                </a:cubicBezTo>
                <a:close/>
                <a:moveTo>
                  <a:pt x="105165" y="26733"/>
                </a:moveTo>
                <a:cubicBezTo>
                  <a:pt x="105215" y="26758"/>
                  <a:pt x="105240" y="26758"/>
                  <a:pt x="105240" y="26758"/>
                </a:cubicBezTo>
                <a:cubicBezTo>
                  <a:pt x="104916" y="28028"/>
                  <a:pt x="104518" y="29322"/>
                  <a:pt x="104020" y="30517"/>
                </a:cubicBezTo>
                <a:cubicBezTo>
                  <a:pt x="104045" y="30392"/>
                  <a:pt x="104095" y="30268"/>
                  <a:pt x="104095" y="30193"/>
                </a:cubicBezTo>
                <a:cubicBezTo>
                  <a:pt x="104518" y="29073"/>
                  <a:pt x="104891" y="27878"/>
                  <a:pt x="105165" y="26733"/>
                </a:cubicBezTo>
                <a:close/>
                <a:moveTo>
                  <a:pt x="82564" y="27953"/>
                </a:moveTo>
                <a:lnTo>
                  <a:pt x="82564" y="28003"/>
                </a:lnTo>
                <a:cubicBezTo>
                  <a:pt x="80473" y="28724"/>
                  <a:pt x="78308" y="29596"/>
                  <a:pt x="76167" y="30591"/>
                </a:cubicBezTo>
                <a:lnTo>
                  <a:pt x="76167" y="30517"/>
                </a:lnTo>
                <a:cubicBezTo>
                  <a:pt x="78308" y="29521"/>
                  <a:pt x="80473" y="28650"/>
                  <a:pt x="82564" y="27953"/>
                </a:cubicBezTo>
                <a:close/>
                <a:moveTo>
                  <a:pt x="76018" y="30616"/>
                </a:moveTo>
                <a:lnTo>
                  <a:pt x="76018" y="30691"/>
                </a:lnTo>
                <a:cubicBezTo>
                  <a:pt x="75993" y="30691"/>
                  <a:pt x="75968" y="30691"/>
                  <a:pt x="75968" y="30716"/>
                </a:cubicBezTo>
                <a:lnTo>
                  <a:pt x="75968" y="30641"/>
                </a:lnTo>
                <a:cubicBezTo>
                  <a:pt x="75993" y="30641"/>
                  <a:pt x="75993" y="30616"/>
                  <a:pt x="76018" y="30616"/>
                </a:cubicBezTo>
                <a:close/>
                <a:moveTo>
                  <a:pt x="68874" y="22153"/>
                </a:moveTo>
                <a:cubicBezTo>
                  <a:pt x="68426" y="25090"/>
                  <a:pt x="68501" y="28003"/>
                  <a:pt x="69073" y="30741"/>
                </a:cubicBezTo>
                <a:lnTo>
                  <a:pt x="69023" y="30741"/>
                </a:lnTo>
                <a:cubicBezTo>
                  <a:pt x="68451" y="28003"/>
                  <a:pt x="68351" y="25115"/>
                  <a:pt x="68799" y="22178"/>
                </a:cubicBezTo>
                <a:cubicBezTo>
                  <a:pt x="68824" y="22178"/>
                  <a:pt x="68824" y="22153"/>
                  <a:pt x="68874" y="22153"/>
                </a:cubicBezTo>
                <a:close/>
                <a:moveTo>
                  <a:pt x="68650" y="22303"/>
                </a:moveTo>
                <a:lnTo>
                  <a:pt x="68650" y="22303"/>
                </a:lnTo>
                <a:cubicBezTo>
                  <a:pt x="68227" y="25140"/>
                  <a:pt x="68301" y="28003"/>
                  <a:pt x="68849" y="30691"/>
                </a:cubicBezTo>
                <a:cubicBezTo>
                  <a:pt x="67741" y="30325"/>
                  <a:pt x="66511" y="30148"/>
                  <a:pt x="65193" y="30148"/>
                </a:cubicBezTo>
                <a:cubicBezTo>
                  <a:pt x="63640" y="30148"/>
                  <a:pt x="61962" y="30394"/>
                  <a:pt x="60212" y="30865"/>
                </a:cubicBezTo>
                <a:cubicBezTo>
                  <a:pt x="59838" y="29894"/>
                  <a:pt x="59465" y="28948"/>
                  <a:pt x="59191" y="27953"/>
                </a:cubicBezTo>
                <a:cubicBezTo>
                  <a:pt x="62328" y="25837"/>
                  <a:pt x="65514" y="23921"/>
                  <a:pt x="68650" y="22303"/>
                </a:cubicBezTo>
                <a:close/>
                <a:moveTo>
                  <a:pt x="59042" y="28077"/>
                </a:moveTo>
                <a:cubicBezTo>
                  <a:pt x="59316" y="29023"/>
                  <a:pt x="59639" y="29969"/>
                  <a:pt x="60038" y="30940"/>
                </a:cubicBezTo>
                <a:lnTo>
                  <a:pt x="59963" y="30940"/>
                </a:lnTo>
                <a:cubicBezTo>
                  <a:pt x="59589" y="29994"/>
                  <a:pt x="59241" y="29073"/>
                  <a:pt x="58967" y="28102"/>
                </a:cubicBezTo>
                <a:cubicBezTo>
                  <a:pt x="58992" y="28102"/>
                  <a:pt x="58992" y="28077"/>
                  <a:pt x="59042" y="28077"/>
                </a:cubicBezTo>
                <a:close/>
                <a:moveTo>
                  <a:pt x="69148" y="30965"/>
                </a:moveTo>
                <a:cubicBezTo>
                  <a:pt x="69148" y="30990"/>
                  <a:pt x="69148" y="31014"/>
                  <a:pt x="69173" y="31014"/>
                </a:cubicBezTo>
                <a:cubicBezTo>
                  <a:pt x="69164" y="31031"/>
                  <a:pt x="69156" y="31037"/>
                  <a:pt x="69149" y="31037"/>
                </a:cubicBezTo>
                <a:cubicBezTo>
                  <a:pt x="69134" y="31037"/>
                  <a:pt x="69123" y="31014"/>
                  <a:pt x="69123" y="31014"/>
                </a:cubicBezTo>
                <a:cubicBezTo>
                  <a:pt x="69123" y="30990"/>
                  <a:pt x="69123" y="30965"/>
                  <a:pt x="69073" y="30965"/>
                </a:cubicBezTo>
                <a:close/>
                <a:moveTo>
                  <a:pt x="65230" y="30358"/>
                </a:moveTo>
                <a:cubicBezTo>
                  <a:pt x="66548" y="30358"/>
                  <a:pt x="67770" y="30533"/>
                  <a:pt x="68874" y="30890"/>
                </a:cubicBezTo>
                <a:cubicBezTo>
                  <a:pt x="68874" y="30911"/>
                  <a:pt x="68874" y="30949"/>
                  <a:pt x="68889" y="30961"/>
                </a:cubicBezTo>
                <a:lnTo>
                  <a:pt x="68889" y="30961"/>
                </a:lnTo>
                <a:cubicBezTo>
                  <a:pt x="67796" y="30583"/>
                  <a:pt x="66575" y="30401"/>
                  <a:pt x="65257" y="30401"/>
                </a:cubicBezTo>
                <a:cubicBezTo>
                  <a:pt x="63725" y="30401"/>
                  <a:pt x="62061" y="30646"/>
                  <a:pt x="60311" y="31114"/>
                </a:cubicBezTo>
                <a:cubicBezTo>
                  <a:pt x="60311" y="31089"/>
                  <a:pt x="60262" y="31089"/>
                  <a:pt x="60262" y="31064"/>
                </a:cubicBezTo>
                <a:cubicBezTo>
                  <a:pt x="62029" y="30596"/>
                  <a:pt x="63695" y="30358"/>
                  <a:pt x="65230" y="30358"/>
                </a:cubicBezTo>
                <a:close/>
                <a:moveTo>
                  <a:pt x="60087" y="31089"/>
                </a:moveTo>
                <a:cubicBezTo>
                  <a:pt x="60087" y="31114"/>
                  <a:pt x="60087" y="31114"/>
                  <a:pt x="60112" y="31139"/>
                </a:cubicBezTo>
                <a:cubicBezTo>
                  <a:pt x="60087" y="31139"/>
                  <a:pt x="60087" y="31139"/>
                  <a:pt x="60062" y="31189"/>
                </a:cubicBezTo>
                <a:cubicBezTo>
                  <a:pt x="60062" y="31139"/>
                  <a:pt x="60038" y="31139"/>
                  <a:pt x="60038" y="31114"/>
                </a:cubicBezTo>
                <a:cubicBezTo>
                  <a:pt x="60062" y="31089"/>
                  <a:pt x="60062" y="31089"/>
                  <a:pt x="60087" y="31089"/>
                </a:cubicBezTo>
                <a:close/>
                <a:moveTo>
                  <a:pt x="75470" y="27903"/>
                </a:moveTo>
                <a:cubicBezTo>
                  <a:pt x="75644" y="28724"/>
                  <a:pt x="75744" y="29596"/>
                  <a:pt x="75769" y="30517"/>
                </a:cubicBezTo>
                <a:cubicBezTo>
                  <a:pt x="75346" y="30741"/>
                  <a:pt x="74898" y="30965"/>
                  <a:pt x="74425" y="31189"/>
                </a:cubicBezTo>
                <a:cubicBezTo>
                  <a:pt x="74474" y="31089"/>
                  <a:pt x="74474" y="30965"/>
                  <a:pt x="74499" y="30865"/>
                </a:cubicBezTo>
                <a:cubicBezTo>
                  <a:pt x="74499" y="30815"/>
                  <a:pt x="74524" y="30766"/>
                  <a:pt x="74524" y="30716"/>
                </a:cubicBezTo>
                <a:cubicBezTo>
                  <a:pt x="74748" y="29770"/>
                  <a:pt x="75047" y="28824"/>
                  <a:pt x="75470" y="27903"/>
                </a:cubicBezTo>
                <a:close/>
                <a:moveTo>
                  <a:pt x="75744" y="30716"/>
                </a:moveTo>
                <a:lnTo>
                  <a:pt x="75744" y="30766"/>
                </a:lnTo>
                <a:cubicBezTo>
                  <a:pt x="75296" y="30990"/>
                  <a:pt x="74848" y="31238"/>
                  <a:pt x="74375" y="31462"/>
                </a:cubicBezTo>
                <a:lnTo>
                  <a:pt x="74375" y="31363"/>
                </a:lnTo>
                <a:cubicBezTo>
                  <a:pt x="74848" y="31139"/>
                  <a:pt x="75271" y="30890"/>
                  <a:pt x="75744" y="30716"/>
                </a:cubicBezTo>
                <a:close/>
                <a:moveTo>
                  <a:pt x="58793" y="28202"/>
                </a:moveTo>
                <a:cubicBezTo>
                  <a:pt x="59092" y="29148"/>
                  <a:pt x="59440" y="30069"/>
                  <a:pt x="59789" y="30990"/>
                </a:cubicBezTo>
                <a:cubicBezTo>
                  <a:pt x="59216" y="31139"/>
                  <a:pt x="58669" y="31338"/>
                  <a:pt x="58096" y="31512"/>
                </a:cubicBezTo>
                <a:cubicBezTo>
                  <a:pt x="57673" y="30865"/>
                  <a:pt x="57225" y="30243"/>
                  <a:pt x="56752" y="29596"/>
                </a:cubicBezTo>
                <a:cubicBezTo>
                  <a:pt x="57449" y="29123"/>
                  <a:pt x="58121" y="28650"/>
                  <a:pt x="58793" y="28202"/>
                </a:cubicBezTo>
                <a:close/>
                <a:moveTo>
                  <a:pt x="56603" y="29720"/>
                </a:moveTo>
                <a:lnTo>
                  <a:pt x="57922" y="31587"/>
                </a:lnTo>
                <a:lnTo>
                  <a:pt x="57872" y="31612"/>
                </a:lnTo>
                <a:lnTo>
                  <a:pt x="56578" y="29745"/>
                </a:lnTo>
                <a:lnTo>
                  <a:pt x="56603" y="29720"/>
                </a:lnTo>
                <a:close/>
                <a:moveTo>
                  <a:pt x="103721" y="31139"/>
                </a:moveTo>
                <a:lnTo>
                  <a:pt x="103721" y="31139"/>
                </a:lnTo>
                <a:cubicBezTo>
                  <a:pt x="103672" y="31239"/>
                  <a:pt x="103672" y="31338"/>
                  <a:pt x="103647" y="31462"/>
                </a:cubicBezTo>
                <a:cubicBezTo>
                  <a:pt x="103622" y="31562"/>
                  <a:pt x="103547" y="31637"/>
                  <a:pt x="103522" y="31711"/>
                </a:cubicBezTo>
                <a:cubicBezTo>
                  <a:pt x="103547" y="31612"/>
                  <a:pt x="103547" y="31512"/>
                  <a:pt x="103597" y="31438"/>
                </a:cubicBezTo>
                <a:cubicBezTo>
                  <a:pt x="103622" y="31338"/>
                  <a:pt x="103672" y="31239"/>
                  <a:pt x="103721" y="31139"/>
                </a:cubicBezTo>
                <a:close/>
                <a:moveTo>
                  <a:pt x="117461" y="30143"/>
                </a:moveTo>
                <a:cubicBezTo>
                  <a:pt x="117461" y="30268"/>
                  <a:pt x="117486" y="30367"/>
                  <a:pt x="117536" y="30492"/>
                </a:cubicBezTo>
                <a:cubicBezTo>
                  <a:pt x="117561" y="30616"/>
                  <a:pt x="117561" y="30766"/>
                  <a:pt x="117586" y="30890"/>
                </a:cubicBezTo>
                <a:cubicBezTo>
                  <a:pt x="117617" y="31170"/>
                  <a:pt x="117648" y="31440"/>
                  <a:pt x="117679" y="31719"/>
                </a:cubicBezTo>
                <a:lnTo>
                  <a:pt x="117679" y="31719"/>
                </a:lnTo>
                <a:cubicBezTo>
                  <a:pt x="117646" y="31477"/>
                  <a:pt x="117603" y="31212"/>
                  <a:pt x="117561" y="30915"/>
                </a:cubicBezTo>
                <a:cubicBezTo>
                  <a:pt x="117511" y="30766"/>
                  <a:pt x="117486" y="30616"/>
                  <a:pt x="117461" y="30442"/>
                </a:cubicBezTo>
                <a:lnTo>
                  <a:pt x="117461" y="30218"/>
                </a:lnTo>
                <a:lnTo>
                  <a:pt x="117461" y="30143"/>
                </a:lnTo>
                <a:close/>
                <a:moveTo>
                  <a:pt x="59863" y="31139"/>
                </a:moveTo>
                <a:lnTo>
                  <a:pt x="59863" y="31214"/>
                </a:lnTo>
                <a:cubicBezTo>
                  <a:pt x="59341" y="31363"/>
                  <a:pt x="58793" y="31537"/>
                  <a:pt x="58245" y="31736"/>
                </a:cubicBezTo>
                <a:cubicBezTo>
                  <a:pt x="58245" y="31711"/>
                  <a:pt x="58220" y="31711"/>
                  <a:pt x="58220" y="31687"/>
                </a:cubicBezTo>
                <a:cubicBezTo>
                  <a:pt x="58793" y="31487"/>
                  <a:pt x="59316" y="31313"/>
                  <a:pt x="59863" y="31139"/>
                </a:cubicBezTo>
                <a:close/>
                <a:moveTo>
                  <a:pt x="58046" y="31736"/>
                </a:moveTo>
                <a:cubicBezTo>
                  <a:pt x="58046" y="31761"/>
                  <a:pt x="58071" y="31761"/>
                  <a:pt x="58071" y="31811"/>
                </a:cubicBezTo>
                <a:cubicBezTo>
                  <a:pt x="58046" y="31811"/>
                  <a:pt x="58046" y="31811"/>
                  <a:pt x="57996" y="31836"/>
                </a:cubicBezTo>
                <a:cubicBezTo>
                  <a:pt x="57996" y="31811"/>
                  <a:pt x="57972" y="31811"/>
                  <a:pt x="57972" y="31761"/>
                </a:cubicBezTo>
                <a:cubicBezTo>
                  <a:pt x="57996" y="31761"/>
                  <a:pt x="57996" y="31761"/>
                  <a:pt x="58046" y="31736"/>
                </a:cubicBezTo>
                <a:close/>
                <a:moveTo>
                  <a:pt x="70890" y="21158"/>
                </a:moveTo>
                <a:cubicBezTo>
                  <a:pt x="71612" y="21556"/>
                  <a:pt x="72234" y="22054"/>
                  <a:pt x="72782" y="22626"/>
                </a:cubicBezTo>
                <a:cubicBezTo>
                  <a:pt x="72757" y="22751"/>
                  <a:pt x="72732" y="22850"/>
                  <a:pt x="72657" y="22975"/>
                </a:cubicBezTo>
                <a:lnTo>
                  <a:pt x="72483" y="23522"/>
                </a:lnTo>
                <a:cubicBezTo>
                  <a:pt x="72433" y="23647"/>
                  <a:pt x="72384" y="23796"/>
                  <a:pt x="72359" y="23921"/>
                </a:cubicBezTo>
                <a:cubicBezTo>
                  <a:pt x="72284" y="24120"/>
                  <a:pt x="72259" y="24294"/>
                  <a:pt x="72184" y="24493"/>
                </a:cubicBezTo>
                <a:cubicBezTo>
                  <a:pt x="72160" y="24617"/>
                  <a:pt x="72135" y="24767"/>
                  <a:pt x="72110" y="24891"/>
                </a:cubicBezTo>
                <a:cubicBezTo>
                  <a:pt x="72060" y="25066"/>
                  <a:pt x="72010" y="25265"/>
                  <a:pt x="71985" y="25439"/>
                </a:cubicBezTo>
                <a:cubicBezTo>
                  <a:pt x="71935" y="25613"/>
                  <a:pt x="71911" y="25738"/>
                  <a:pt x="71886" y="25887"/>
                </a:cubicBezTo>
                <a:cubicBezTo>
                  <a:pt x="71861" y="26061"/>
                  <a:pt x="71811" y="26235"/>
                  <a:pt x="71786" y="26410"/>
                </a:cubicBezTo>
                <a:cubicBezTo>
                  <a:pt x="71761" y="26559"/>
                  <a:pt x="71736" y="26733"/>
                  <a:pt x="71736" y="26858"/>
                </a:cubicBezTo>
                <a:cubicBezTo>
                  <a:pt x="71736" y="26883"/>
                  <a:pt x="71736" y="26957"/>
                  <a:pt x="71687" y="26982"/>
                </a:cubicBezTo>
                <a:lnTo>
                  <a:pt x="71687" y="27107"/>
                </a:lnTo>
                <a:cubicBezTo>
                  <a:pt x="71637" y="27654"/>
                  <a:pt x="71562" y="28227"/>
                  <a:pt x="71537" y="28749"/>
                </a:cubicBezTo>
                <a:lnTo>
                  <a:pt x="71537" y="28948"/>
                </a:lnTo>
                <a:cubicBezTo>
                  <a:pt x="71512" y="29496"/>
                  <a:pt x="71512" y="30069"/>
                  <a:pt x="71537" y="30591"/>
                </a:cubicBezTo>
                <a:lnTo>
                  <a:pt x="71537" y="30691"/>
                </a:lnTo>
                <a:cubicBezTo>
                  <a:pt x="71562" y="31214"/>
                  <a:pt x="71637" y="31711"/>
                  <a:pt x="71687" y="32209"/>
                </a:cubicBezTo>
                <a:cubicBezTo>
                  <a:pt x="71015" y="31587"/>
                  <a:pt x="70168" y="31114"/>
                  <a:pt x="69247" y="30741"/>
                </a:cubicBezTo>
                <a:cubicBezTo>
                  <a:pt x="68625" y="27953"/>
                  <a:pt x="68550" y="24966"/>
                  <a:pt x="69023" y="21954"/>
                </a:cubicBezTo>
                <a:cubicBezTo>
                  <a:pt x="69695" y="21755"/>
                  <a:pt x="70293" y="21481"/>
                  <a:pt x="70890" y="21158"/>
                </a:cubicBezTo>
                <a:close/>
                <a:moveTo>
                  <a:pt x="73130" y="23000"/>
                </a:moveTo>
                <a:cubicBezTo>
                  <a:pt x="74126" y="24120"/>
                  <a:pt x="74873" y="25514"/>
                  <a:pt x="75271" y="27131"/>
                </a:cubicBezTo>
                <a:cubicBezTo>
                  <a:pt x="74624" y="28525"/>
                  <a:pt x="74126" y="29969"/>
                  <a:pt x="73877" y="31413"/>
                </a:cubicBezTo>
                <a:cubicBezTo>
                  <a:pt x="73304" y="31711"/>
                  <a:pt x="72757" y="32010"/>
                  <a:pt x="72184" y="32284"/>
                </a:cubicBezTo>
                <a:cubicBezTo>
                  <a:pt x="72160" y="32110"/>
                  <a:pt x="72135" y="31886"/>
                  <a:pt x="72135" y="31711"/>
                </a:cubicBezTo>
                <a:cubicBezTo>
                  <a:pt x="72110" y="31487"/>
                  <a:pt x="72110" y="31288"/>
                  <a:pt x="72060" y="31089"/>
                </a:cubicBezTo>
                <a:cubicBezTo>
                  <a:pt x="72035" y="30716"/>
                  <a:pt x="72010" y="30293"/>
                  <a:pt x="72010" y="29894"/>
                </a:cubicBezTo>
                <a:lnTo>
                  <a:pt x="72010" y="29397"/>
                </a:lnTo>
                <a:cubicBezTo>
                  <a:pt x="72010" y="28998"/>
                  <a:pt x="72035" y="28600"/>
                  <a:pt x="72060" y="28177"/>
                </a:cubicBezTo>
                <a:cubicBezTo>
                  <a:pt x="72060" y="28003"/>
                  <a:pt x="72110" y="27804"/>
                  <a:pt x="72110" y="27629"/>
                </a:cubicBezTo>
                <a:cubicBezTo>
                  <a:pt x="72135" y="27380"/>
                  <a:pt x="72160" y="27107"/>
                  <a:pt x="72184" y="26858"/>
                </a:cubicBezTo>
                <a:cubicBezTo>
                  <a:pt x="72234" y="26509"/>
                  <a:pt x="72284" y="26186"/>
                  <a:pt x="72359" y="25862"/>
                </a:cubicBezTo>
                <a:cubicBezTo>
                  <a:pt x="72384" y="25613"/>
                  <a:pt x="72433" y="25364"/>
                  <a:pt x="72508" y="25140"/>
                </a:cubicBezTo>
                <a:cubicBezTo>
                  <a:pt x="72558" y="24891"/>
                  <a:pt x="72632" y="24617"/>
                  <a:pt x="72682" y="24369"/>
                </a:cubicBezTo>
                <a:cubicBezTo>
                  <a:pt x="72782" y="24095"/>
                  <a:pt x="72856" y="23846"/>
                  <a:pt x="72931" y="23597"/>
                </a:cubicBezTo>
                <a:cubicBezTo>
                  <a:pt x="73006" y="23398"/>
                  <a:pt x="73056" y="23174"/>
                  <a:pt x="73130" y="23000"/>
                </a:cubicBezTo>
                <a:close/>
                <a:moveTo>
                  <a:pt x="105663" y="16080"/>
                </a:moveTo>
                <a:lnTo>
                  <a:pt x="105663" y="16080"/>
                </a:lnTo>
                <a:cubicBezTo>
                  <a:pt x="108525" y="17150"/>
                  <a:pt x="110940" y="18768"/>
                  <a:pt x="112807" y="20909"/>
                </a:cubicBezTo>
                <a:cubicBezTo>
                  <a:pt x="112881" y="21282"/>
                  <a:pt x="112981" y="21655"/>
                  <a:pt x="113056" y="22054"/>
                </a:cubicBezTo>
                <a:cubicBezTo>
                  <a:pt x="113081" y="22228"/>
                  <a:pt x="113105" y="22402"/>
                  <a:pt x="113130" y="22552"/>
                </a:cubicBezTo>
                <a:cubicBezTo>
                  <a:pt x="113230" y="23124"/>
                  <a:pt x="113329" y="23672"/>
                  <a:pt x="113379" y="24269"/>
                </a:cubicBezTo>
                <a:cubicBezTo>
                  <a:pt x="113379" y="24418"/>
                  <a:pt x="113429" y="24543"/>
                  <a:pt x="113429" y="24717"/>
                </a:cubicBezTo>
                <a:lnTo>
                  <a:pt x="113504" y="26111"/>
                </a:lnTo>
                <a:cubicBezTo>
                  <a:pt x="113504" y="26335"/>
                  <a:pt x="113553" y="26534"/>
                  <a:pt x="113553" y="26783"/>
                </a:cubicBezTo>
                <a:cubicBezTo>
                  <a:pt x="113553" y="27355"/>
                  <a:pt x="113578" y="27953"/>
                  <a:pt x="113553" y="28500"/>
                </a:cubicBezTo>
                <a:cubicBezTo>
                  <a:pt x="113553" y="28700"/>
                  <a:pt x="113504" y="28849"/>
                  <a:pt x="113504" y="29023"/>
                </a:cubicBezTo>
                <a:lnTo>
                  <a:pt x="113429" y="30517"/>
                </a:lnTo>
                <a:cubicBezTo>
                  <a:pt x="113379" y="30741"/>
                  <a:pt x="113379" y="30965"/>
                  <a:pt x="113354" y="31139"/>
                </a:cubicBezTo>
                <a:cubicBezTo>
                  <a:pt x="113329" y="31562"/>
                  <a:pt x="113255" y="31935"/>
                  <a:pt x="113230" y="32334"/>
                </a:cubicBezTo>
                <a:cubicBezTo>
                  <a:pt x="111363" y="29645"/>
                  <a:pt x="108774" y="27654"/>
                  <a:pt x="105514" y="26459"/>
                </a:cubicBezTo>
                <a:cubicBezTo>
                  <a:pt x="106285" y="22975"/>
                  <a:pt x="106360" y="19390"/>
                  <a:pt x="105663" y="16080"/>
                </a:cubicBezTo>
                <a:close/>
                <a:moveTo>
                  <a:pt x="69389" y="31096"/>
                </a:moveTo>
                <a:lnTo>
                  <a:pt x="69389" y="31096"/>
                </a:lnTo>
                <a:cubicBezTo>
                  <a:pt x="70278" y="31469"/>
                  <a:pt x="71069" y="31964"/>
                  <a:pt x="71761" y="32558"/>
                </a:cubicBezTo>
                <a:cubicBezTo>
                  <a:pt x="71736" y="32558"/>
                  <a:pt x="71687" y="32583"/>
                  <a:pt x="71687" y="32583"/>
                </a:cubicBezTo>
                <a:cubicBezTo>
                  <a:pt x="71039" y="31985"/>
                  <a:pt x="70268" y="31487"/>
                  <a:pt x="69397" y="31139"/>
                </a:cubicBezTo>
                <a:cubicBezTo>
                  <a:pt x="69397" y="31122"/>
                  <a:pt x="69397" y="31106"/>
                  <a:pt x="69389" y="31096"/>
                </a:cubicBezTo>
                <a:close/>
                <a:moveTo>
                  <a:pt x="73852" y="31687"/>
                </a:moveTo>
                <a:lnTo>
                  <a:pt x="73852" y="31736"/>
                </a:lnTo>
                <a:cubicBezTo>
                  <a:pt x="73304" y="31985"/>
                  <a:pt x="72782" y="32259"/>
                  <a:pt x="72234" y="32583"/>
                </a:cubicBezTo>
                <a:lnTo>
                  <a:pt x="72234" y="32508"/>
                </a:lnTo>
                <a:cubicBezTo>
                  <a:pt x="72757" y="32234"/>
                  <a:pt x="73304" y="31960"/>
                  <a:pt x="73852" y="31687"/>
                </a:cubicBezTo>
                <a:close/>
                <a:moveTo>
                  <a:pt x="113081" y="21232"/>
                </a:moveTo>
                <a:cubicBezTo>
                  <a:pt x="113105" y="21257"/>
                  <a:pt x="113105" y="21282"/>
                  <a:pt x="113130" y="21307"/>
                </a:cubicBezTo>
                <a:cubicBezTo>
                  <a:pt x="113205" y="21556"/>
                  <a:pt x="113255" y="21805"/>
                  <a:pt x="113280" y="22103"/>
                </a:cubicBezTo>
                <a:cubicBezTo>
                  <a:pt x="113329" y="22228"/>
                  <a:pt x="113329" y="22352"/>
                  <a:pt x="113354" y="22477"/>
                </a:cubicBezTo>
                <a:cubicBezTo>
                  <a:pt x="113454" y="22925"/>
                  <a:pt x="113504" y="23423"/>
                  <a:pt x="113578" y="23921"/>
                </a:cubicBezTo>
                <a:cubicBezTo>
                  <a:pt x="113603" y="24095"/>
                  <a:pt x="113603" y="24244"/>
                  <a:pt x="113628" y="24418"/>
                </a:cubicBezTo>
                <a:cubicBezTo>
                  <a:pt x="113703" y="24991"/>
                  <a:pt x="113728" y="25538"/>
                  <a:pt x="113753" y="26136"/>
                </a:cubicBezTo>
                <a:cubicBezTo>
                  <a:pt x="113753" y="26360"/>
                  <a:pt x="113753" y="26584"/>
                  <a:pt x="113777" y="26783"/>
                </a:cubicBezTo>
                <a:lnTo>
                  <a:pt x="113777" y="28152"/>
                </a:lnTo>
                <a:lnTo>
                  <a:pt x="113777" y="28724"/>
                </a:lnTo>
                <a:cubicBezTo>
                  <a:pt x="113753" y="29322"/>
                  <a:pt x="113728" y="29894"/>
                  <a:pt x="113703" y="30517"/>
                </a:cubicBezTo>
                <a:cubicBezTo>
                  <a:pt x="113653" y="30741"/>
                  <a:pt x="113653" y="30940"/>
                  <a:pt x="113628" y="31139"/>
                </a:cubicBezTo>
                <a:cubicBezTo>
                  <a:pt x="113578" y="31612"/>
                  <a:pt x="113504" y="32110"/>
                  <a:pt x="113454" y="32632"/>
                </a:cubicBezTo>
                <a:cubicBezTo>
                  <a:pt x="113429" y="32607"/>
                  <a:pt x="113429" y="32583"/>
                  <a:pt x="113379" y="32583"/>
                </a:cubicBezTo>
                <a:lnTo>
                  <a:pt x="113578" y="30990"/>
                </a:lnTo>
                <a:cubicBezTo>
                  <a:pt x="113578" y="30865"/>
                  <a:pt x="113603" y="30741"/>
                  <a:pt x="113603" y="30616"/>
                </a:cubicBezTo>
                <a:cubicBezTo>
                  <a:pt x="113678" y="29994"/>
                  <a:pt x="113703" y="29347"/>
                  <a:pt x="113728" y="28724"/>
                </a:cubicBezTo>
                <a:lnTo>
                  <a:pt x="113728" y="28525"/>
                </a:lnTo>
                <a:cubicBezTo>
                  <a:pt x="113753" y="27903"/>
                  <a:pt x="113728" y="27281"/>
                  <a:pt x="113728" y="26659"/>
                </a:cubicBezTo>
                <a:cubicBezTo>
                  <a:pt x="113728" y="26484"/>
                  <a:pt x="113728" y="26285"/>
                  <a:pt x="113703" y="26111"/>
                </a:cubicBezTo>
                <a:lnTo>
                  <a:pt x="113603" y="24518"/>
                </a:lnTo>
                <a:cubicBezTo>
                  <a:pt x="113603" y="24418"/>
                  <a:pt x="113603" y="24344"/>
                  <a:pt x="113578" y="24244"/>
                </a:cubicBezTo>
                <a:cubicBezTo>
                  <a:pt x="113504" y="23647"/>
                  <a:pt x="113429" y="23049"/>
                  <a:pt x="113329" y="22477"/>
                </a:cubicBezTo>
                <a:lnTo>
                  <a:pt x="113230" y="22004"/>
                </a:lnTo>
                <a:cubicBezTo>
                  <a:pt x="113180" y="21755"/>
                  <a:pt x="113130" y="21481"/>
                  <a:pt x="113081" y="21232"/>
                </a:cubicBezTo>
                <a:close/>
                <a:moveTo>
                  <a:pt x="105464" y="26609"/>
                </a:moveTo>
                <a:cubicBezTo>
                  <a:pt x="108725" y="27853"/>
                  <a:pt x="111338" y="29869"/>
                  <a:pt x="113180" y="32607"/>
                </a:cubicBezTo>
                <a:lnTo>
                  <a:pt x="113180" y="32707"/>
                </a:lnTo>
                <a:cubicBezTo>
                  <a:pt x="111363" y="29944"/>
                  <a:pt x="108749" y="27878"/>
                  <a:pt x="105464" y="26659"/>
                </a:cubicBezTo>
                <a:lnTo>
                  <a:pt x="105464" y="26609"/>
                </a:lnTo>
                <a:close/>
                <a:moveTo>
                  <a:pt x="113329" y="32831"/>
                </a:moveTo>
                <a:cubicBezTo>
                  <a:pt x="113354" y="32856"/>
                  <a:pt x="113354" y="32881"/>
                  <a:pt x="113379" y="32881"/>
                </a:cubicBezTo>
                <a:lnTo>
                  <a:pt x="113379" y="33006"/>
                </a:lnTo>
                <a:cubicBezTo>
                  <a:pt x="113354" y="32981"/>
                  <a:pt x="113354" y="32956"/>
                  <a:pt x="113329" y="32931"/>
                </a:cubicBezTo>
                <a:lnTo>
                  <a:pt x="113329" y="32831"/>
                </a:lnTo>
                <a:close/>
                <a:moveTo>
                  <a:pt x="69446" y="31363"/>
                </a:moveTo>
                <a:lnTo>
                  <a:pt x="69446" y="31363"/>
                </a:lnTo>
                <a:cubicBezTo>
                  <a:pt x="70218" y="31711"/>
                  <a:pt x="70940" y="32135"/>
                  <a:pt x="71537" y="32682"/>
                </a:cubicBezTo>
                <a:cubicBezTo>
                  <a:pt x="71039" y="32931"/>
                  <a:pt x="70542" y="33205"/>
                  <a:pt x="70069" y="33479"/>
                </a:cubicBezTo>
                <a:cubicBezTo>
                  <a:pt x="69820" y="32807"/>
                  <a:pt x="69596" y="32085"/>
                  <a:pt x="69446" y="31363"/>
                </a:cubicBezTo>
                <a:close/>
                <a:moveTo>
                  <a:pt x="69148" y="31238"/>
                </a:moveTo>
                <a:cubicBezTo>
                  <a:pt x="69173" y="31238"/>
                  <a:pt x="69197" y="31263"/>
                  <a:pt x="69197" y="31263"/>
                </a:cubicBezTo>
                <a:cubicBezTo>
                  <a:pt x="69397" y="32060"/>
                  <a:pt x="69646" y="32831"/>
                  <a:pt x="69894" y="33578"/>
                </a:cubicBezTo>
                <a:cubicBezTo>
                  <a:pt x="69870" y="33578"/>
                  <a:pt x="69870" y="33603"/>
                  <a:pt x="69820" y="33603"/>
                </a:cubicBezTo>
                <a:cubicBezTo>
                  <a:pt x="69546" y="32831"/>
                  <a:pt x="69322" y="32060"/>
                  <a:pt x="69148" y="31238"/>
                </a:cubicBezTo>
                <a:close/>
                <a:moveTo>
                  <a:pt x="71662" y="32831"/>
                </a:moveTo>
                <a:cubicBezTo>
                  <a:pt x="71687" y="32831"/>
                  <a:pt x="71687" y="32856"/>
                  <a:pt x="71736" y="32881"/>
                </a:cubicBezTo>
                <a:cubicBezTo>
                  <a:pt x="71189" y="33180"/>
                  <a:pt x="70691" y="33454"/>
                  <a:pt x="70168" y="33752"/>
                </a:cubicBezTo>
                <a:cubicBezTo>
                  <a:pt x="70143" y="33703"/>
                  <a:pt x="70143" y="33678"/>
                  <a:pt x="70143" y="33678"/>
                </a:cubicBezTo>
                <a:cubicBezTo>
                  <a:pt x="70641" y="33379"/>
                  <a:pt x="71164" y="33105"/>
                  <a:pt x="71662" y="32831"/>
                </a:cubicBezTo>
                <a:close/>
                <a:moveTo>
                  <a:pt x="69944" y="33752"/>
                </a:moveTo>
                <a:cubicBezTo>
                  <a:pt x="69944" y="33802"/>
                  <a:pt x="69944" y="33802"/>
                  <a:pt x="69994" y="33827"/>
                </a:cubicBezTo>
                <a:cubicBezTo>
                  <a:pt x="69944" y="33827"/>
                  <a:pt x="69944" y="33852"/>
                  <a:pt x="69919" y="33852"/>
                </a:cubicBezTo>
                <a:cubicBezTo>
                  <a:pt x="69919" y="33827"/>
                  <a:pt x="69894" y="33827"/>
                  <a:pt x="69894" y="33802"/>
                </a:cubicBezTo>
                <a:cubicBezTo>
                  <a:pt x="69919" y="33752"/>
                  <a:pt x="69944" y="33752"/>
                  <a:pt x="69944" y="33752"/>
                </a:cubicBezTo>
                <a:close/>
                <a:moveTo>
                  <a:pt x="117188" y="30168"/>
                </a:moveTo>
                <a:cubicBezTo>
                  <a:pt x="117188" y="30243"/>
                  <a:pt x="117212" y="30293"/>
                  <a:pt x="117212" y="30342"/>
                </a:cubicBezTo>
                <a:cubicBezTo>
                  <a:pt x="117212" y="30367"/>
                  <a:pt x="117237" y="30392"/>
                  <a:pt x="117237" y="30467"/>
                </a:cubicBezTo>
                <a:lnTo>
                  <a:pt x="117237" y="31338"/>
                </a:lnTo>
                <a:lnTo>
                  <a:pt x="117237" y="31711"/>
                </a:lnTo>
                <a:lnTo>
                  <a:pt x="117237" y="31761"/>
                </a:lnTo>
                <a:cubicBezTo>
                  <a:pt x="117237" y="31886"/>
                  <a:pt x="117212" y="32010"/>
                  <a:pt x="117212" y="32159"/>
                </a:cubicBezTo>
                <a:cubicBezTo>
                  <a:pt x="117212" y="32309"/>
                  <a:pt x="117188" y="32408"/>
                  <a:pt x="117188" y="32583"/>
                </a:cubicBezTo>
                <a:cubicBezTo>
                  <a:pt x="117163" y="32757"/>
                  <a:pt x="117163" y="32906"/>
                  <a:pt x="117113" y="33105"/>
                </a:cubicBezTo>
                <a:lnTo>
                  <a:pt x="117113" y="33230"/>
                </a:lnTo>
                <a:cubicBezTo>
                  <a:pt x="117113" y="33304"/>
                  <a:pt x="117088" y="33354"/>
                  <a:pt x="117088" y="33404"/>
                </a:cubicBezTo>
                <a:cubicBezTo>
                  <a:pt x="117050" y="33632"/>
                  <a:pt x="117007" y="33860"/>
                  <a:pt x="116958" y="34087"/>
                </a:cubicBezTo>
                <a:lnTo>
                  <a:pt x="116958" y="34087"/>
                </a:lnTo>
                <a:lnTo>
                  <a:pt x="117038" y="33628"/>
                </a:lnTo>
                <a:cubicBezTo>
                  <a:pt x="117063" y="33504"/>
                  <a:pt x="117063" y="33379"/>
                  <a:pt x="117088" y="33255"/>
                </a:cubicBezTo>
                <a:lnTo>
                  <a:pt x="117088" y="33230"/>
                </a:lnTo>
                <a:lnTo>
                  <a:pt x="117088" y="33205"/>
                </a:lnTo>
                <a:cubicBezTo>
                  <a:pt x="117113" y="33056"/>
                  <a:pt x="117113" y="32856"/>
                  <a:pt x="117163" y="32707"/>
                </a:cubicBezTo>
                <a:cubicBezTo>
                  <a:pt x="117163" y="32583"/>
                  <a:pt x="117188" y="32458"/>
                  <a:pt x="117188" y="32334"/>
                </a:cubicBezTo>
                <a:lnTo>
                  <a:pt x="117188" y="32259"/>
                </a:lnTo>
                <a:lnTo>
                  <a:pt x="117188" y="32110"/>
                </a:lnTo>
                <a:cubicBezTo>
                  <a:pt x="117188" y="31985"/>
                  <a:pt x="117212" y="31861"/>
                  <a:pt x="117212" y="31761"/>
                </a:cubicBezTo>
                <a:lnTo>
                  <a:pt x="117212" y="31587"/>
                </a:lnTo>
                <a:cubicBezTo>
                  <a:pt x="117188" y="31512"/>
                  <a:pt x="117188" y="31512"/>
                  <a:pt x="117188" y="31487"/>
                </a:cubicBezTo>
                <a:lnTo>
                  <a:pt x="117188" y="31064"/>
                </a:lnTo>
                <a:lnTo>
                  <a:pt x="117188" y="30840"/>
                </a:lnTo>
                <a:lnTo>
                  <a:pt x="117188" y="30716"/>
                </a:lnTo>
                <a:lnTo>
                  <a:pt x="117188" y="30243"/>
                </a:lnTo>
                <a:lnTo>
                  <a:pt x="117188" y="30168"/>
                </a:lnTo>
                <a:close/>
                <a:moveTo>
                  <a:pt x="86198" y="27032"/>
                </a:moveTo>
                <a:lnTo>
                  <a:pt x="86198" y="27032"/>
                </a:lnTo>
                <a:cubicBezTo>
                  <a:pt x="86347" y="29621"/>
                  <a:pt x="86173" y="32135"/>
                  <a:pt x="85675" y="34474"/>
                </a:cubicBezTo>
                <a:lnTo>
                  <a:pt x="85601" y="34474"/>
                </a:lnTo>
                <a:cubicBezTo>
                  <a:pt x="86123" y="32135"/>
                  <a:pt x="86298" y="29645"/>
                  <a:pt x="86123" y="27082"/>
                </a:cubicBezTo>
                <a:cubicBezTo>
                  <a:pt x="86173" y="27082"/>
                  <a:pt x="86173" y="27082"/>
                  <a:pt x="86198" y="27032"/>
                </a:cubicBezTo>
                <a:close/>
                <a:moveTo>
                  <a:pt x="85601" y="34624"/>
                </a:moveTo>
                <a:lnTo>
                  <a:pt x="85601" y="34698"/>
                </a:lnTo>
                <a:lnTo>
                  <a:pt x="85551" y="34698"/>
                </a:lnTo>
                <a:lnTo>
                  <a:pt x="85551" y="34624"/>
                </a:lnTo>
                <a:close/>
                <a:moveTo>
                  <a:pt x="93192" y="25663"/>
                </a:moveTo>
                <a:lnTo>
                  <a:pt x="93192" y="25663"/>
                </a:lnTo>
                <a:cubicBezTo>
                  <a:pt x="92769" y="28575"/>
                  <a:pt x="91973" y="31612"/>
                  <a:pt x="90853" y="34698"/>
                </a:cubicBezTo>
                <a:cubicBezTo>
                  <a:pt x="89535" y="34524"/>
                  <a:pt x="88232" y="34425"/>
                  <a:pt x="86956" y="34425"/>
                </a:cubicBezTo>
                <a:cubicBezTo>
                  <a:pt x="86593" y="34425"/>
                  <a:pt x="86233" y="34433"/>
                  <a:pt x="85875" y="34449"/>
                </a:cubicBezTo>
                <a:cubicBezTo>
                  <a:pt x="86347" y="32110"/>
                  <a:pt x="86547" y="29596"/>
                  <a:pt x="86372" y="27007"/>
                </a:cubicBezTo>
                <a:cubicBezTo>
                  <a:pt x="88737" y="26360"/>
                  <a:pt x="91027" y="25912"/>
                  <a:pt x="93192" y="25663"/>
                </a:cubicBezTo>
                <a:close/>
                <a:moveTo>
                  <a:pt x="93441" y="25638"/>
                </a:moveTo>
                <a:cubicBezTo>
                  <a:pt x="93018" y="28575"/>
                  <a:pt x="92197" y="31612"/>
                  <a:pt x="91077" y="34748"/>
                </a:cubicBezTo>
                <a:lnTo>
                  <a:pt x="91027" y="34748"/>
                </a:lnTo>
                <a:cubicBezTo>
                  <a:pt x="92147" y="31637"/>
                  <a:pt x="92944" y="28600"/>
                  <a:pt x="93392" y="25663"/>
                </a:cubicBezTo>
                <a:cubicBezTo>
                  <a:pt x="93392" y="25638"/>
                  <a:pt x="93417" y="25638"/>
                  <a:pt x="93441" y="25638"/>
                </a:cubicBezTo>
                <a:close/>
                <a:moveTo>
                  <a:pt x="73802" y="31960"/>
                </a:moveTo>
                <a:lnTo>
                  <a:pt x="73802" y="32060"/>
                </a:lnTo>
                <a:lnTo>
                  <a:pt x="73802" y="32085"/>
                </a:lnTo>
                <a:cubicBezTo>
                  <a:pt x="73753" y="32458"/>
                  <a:pt x="73703" y="32856"/>
                  <a:pt x="73678" y="33230"/>
                </a:cubicBezTo>
                <a:cubicBezTo>
                  <a:pt x="73653" y="33479"/>
                  <a:pt x="73653" y="33703"/>
                  <a:pt x="73653" y="33952"/>
                </a:cubicBezTo>
                <a:lnTo>
                  <a:pt x="73653" y="33976"/>
                </a:lnTo>
                <a:lnTo>
                  <a:pt x="73653" y="34026"/>
                </a:lnTo>
                <a:cubicBezTo>
                  <a:pt x="73653" y="34325"/>
                  <a:pt x="73628" y="34599"/>
                  <a:pt x="73653" y="34848"/>
                </a:cubicBezTo>
                <a:cubicBezTo>
                  <a:pt x="73304" y="34076"/>
                  <a:pt x="72832" y="33404"/>
                  <a:pt x="72284" y="32831"/>
                </a:cubicBezTo>
                <a:lnTo>
                  <a:pt x="72284" y="32757"/>
                </a:lnTo>
                <a:cubicBezTo>
                  <a:pt x="72782" y="32483"/>
                  <a:pt x="73280" y="32209"/>
                  <a:pt x="73802" y="31960"/>
                </a:cubicBezTo>
                <a:close/>
                <a:moveTo>
                  <a:pt x="86708" y="34609"/>
                </a:moveTo>
                <a:cubicBezTo>
                  <a:pt x="88023" y="34609"/>
                  <a:pt x="89368" y="34692"/>
                  <a:pt x="90728" y="34873"/>
                </a:cubicBezTo>
                <a:cubicBezTo>
                  <a:pt x="90778" y="34922"/>
                  <a:pt x="90778" y="34922"/>
                  <a:pt x="90728" y="34947"/>
                </a:cubicBezTo>
                <a:cubicBezTo>
                  <a:pt x="89434" y="34748"/>
                  <a:pt x="88090" y="34649"/>
                  <a:pt x="86820" y="34649"/>
                </a:cubicBezTo>
                <a:cubicBezTo>
                  <a:pt x="86472" y="34649"/>
                  <a:pt x="86099" y="34698"/>
                  <a:pt x="85750" y="34698"/>
                </a:cubicBezTo>
                <a:lnTo>
                  <a:pt x="85750" y="34624"/>
                </a:lnTo>
                <a:cubicBezTo>
                  <a:pt x="86067" y="34614"/>
                  <a:pt x="86387" y="34609"/>
                  <a:pt x="86708" y="34609"/>
                </a:cubicBezTo>
                <a:close/>
                <a:moveTo>
                  <a:pt x="91027" y="34922"/>
                </a:moveTo>
                <a:cubicBezTo>
                  <a:pt x="91027" y="34947"/>
                  <a:pt x="91027" y="34947"/>
                  <a:pt x="90977" y="34972"/>
                </a:cubicBezTo>
                <a:lnTo>
                  <a:pt x="90927" y="34972"/>
                </a:lnTo>
                <a:cubicBezTo>
                  <a:pt x="90927" y="34947"/>
                  <a:pt x="90927" y="34947"/>
                  <a:pt x="90952" y="34922"/>
                </a:cubicBezTo>
                <a:close/>
                <a:moveTo>
                  <a:pt x="85949" y="27107"/>
                </a:moveTo>
                <a:lnTo>
                  <a:pt x="85949" y="27107"/>
                </a:lnTo>
                <a:cubicBezTo>
                  <a:pt x="86099" y="29645"/>
                  <a:pt x="85899" y="32135"/>
                  <a:pt x="85377" y="34474"/>
                </a:cubicBezTo>
                <a:cubicBezTo>
                  <a:pt x="83933" y="34574"/>
                  <a:pt x="82514" y="34748"/>
                  <a:pt x="81195" y="35097"/>
                </a:cubicBezTo>
                <a:cubicBezTo>
                  <a:pt x="82066" y="32632"/>
                  <a:pt x="82639" y="30268"/>
                  <a:pt x="82987" y="28028"/>
                </a:cubicBezTo>
                <a:cubicBezTo>
                  <a:pt x="83983" y="27704"/>
                  <a:pt x="84978" y="27380"/>
                  <a:pt x="85949" y="27107"/>
                </a:cubicBezTo>
                <a:close/>
                <a:moveTo>
                  <a:pt x="82738" y="28102"/>
                </a:moveTo>
                <a:cubicBezTo>
                  <a:pt x="82738" y="28127"/>
                  <a:pt x="82763" y="28127"/>
                  <a:pt x="82763" y="28127"/>
                </a:cubicBezTo>
                <a:cubicBezTo>
                  <a:pt x="82464" y="30367"/>
                  <a:pt x="81817" y="32732"/>
                  <a:pt x="80971" y="35171"/>
                </a:cubicBezTo>
                <a:lnTo>
                  <a:pt x="80921" y="35171"/>
                </a:lnTo>
                <a:cubicBezTo>
                  <a:pt x="81270" y="34225"/>
                  <a:pt x="81543" y="33304"/>
                  <a:pt x="81817" y="32383"/>
                </a:cubicBezTo>
                <a:cubicBezTo>
                  <a:pt x="81867" y="32184"/>
                  <a:pt x="81917" y="31960"/>
                  <a:pt x="81991" y="31711"/>
                </a:cubicBezTo>
                <a:cubicBezTo>
                  <a:pt x="82066" y="31462"/>
                  <a:pt x="82116" y="31238"/>
                  <a:pt x="82191" y="30990"/>
                </a:cubicBezTo>
                <a:cubicBezTo>
                  <a:pt x="82191" y="30965"/>
                  <a:pt x="82191" y="30940"/>
                  <a:pt x="82216" y="30890"/>
                </a:cubicBezTo>
                <a:cubicBezTo>
                  <a:pt x="82216" y="30840"/>
                  <a:pt x="82240" y="30815"/>
                  <a:pt x="82240" y="30741"/>
                </a:cubicBezTo>
                <a:cubicBezTo>
                  <a:pt x="82240" y="30716"/>
                  <a:pt x="82265" y="30641"/>
                  <a:pt x="82265" y="30616"/>
                </a:cubicBezTo>
                <a:cubicBezTo>
                  <a:pt x="82365" y="30218"/>
                  <a:pt x="82464" y="29845"/>
                  <a:pt x="82514" y="29446"/>
                </a:cubicBezTo>
                <a:cubicBezTo>
                  <a:pt x="82514" y="29397"/>
                  <a:pt x="82564" y="29347"/>
                  <a:pt x="82564" y="29322"/>
                </a:cubicBezTo>
                <a:lnTo>
                  <a:pt x="82564" y="29247"/>
                </a:lnTo>
                <a:cubicBezTo>
                  <a:pt x="82614" y="28874"/>
                  <a:pt x="82688" y="28476"/>
                  <a:pt x="82738" y="28102"/>
                </a:cubicBezTo>
                <a:close/>
                <a:moveTo>
                  <a:pt x="85361" y="34699"/>
                </a:moveTo>
                <a:cubicBezTo>
                  <a:pt x="85352" y="34700"/>
                  <a:pt x="85352" y="34705"/>
                  <a:pt x="85352" y="34723"/>
                </a:cubicBezTo>
                <a:cubicBezTo>
                  <a:pt x="83858" y="34823"/>
                  <a:pt x="82464" y="35047"/>
                  <a:pt x="81120" y="35370"/>
                </a:cubicBezTo>
                <a:cubicBezTo>
                  <a:pt x="81120" y="35345"/>
                  <a:pt x="81145" y="35345"/>
                  <a:pt x="81145" y="35321"/>
                </a:cubicBezTo>
                <a:cubicBezTo>
                  <a:pt x="82485" y="34973"/>
                  <a:pt x="83874" y="34750"/>
                  <a:pt x="85361" y="34699"/>
                </a:cubicBezTo>
                <a:close/>
                <a:moveTo>
                  <a:pt x="117785" y="32906"/>
                </a:moveTo>
                <a:lnTo>
                  <a:pt x="117785" y="32906"/>
                </a:lnTo>
                <a:cubicBezTo>
                  <a:pt x="117835" y="33255"/>
                  <a:pt x="117860" y="33678"/>
                  <a:pt x="117909" y="34001"/>
                </a:cubicBezTo>
                <a:cubicBezTo>
                  <a:pt x="117909" y="34225"/>
                  <a:pt x="117934" y="34449"/>
                  <a:pt x="117934" y="34649"/>
                </a:cubicBezTo>
                <a:lnTo>
                  <a:pt x="117934" y="34698"/>
                </a:lnTo>
                <a:lnTo>
                  <a:pt x="117934" y="34873"/>
                </a:lnTo>
                <a:lnTo>
                  <a:pt x="117934" y="35395"/>
                </a:lnTo>
                <a:cubicBezTo>
                  <a:pt x="117909" y="34997"/>
                  <a:pt x="117909" y="34599"/>
                  <a:pt x="117860" y="34225"/>
                </a:cubicBezTo>
                <a:cubicBezTo>
                  <a:pt x="117860" y="33976"/>
                  <a:pt x="117835" y="33728"/>
                  <a:pt x="117835" y="33479"/>
                </a:cubicBezTo>
                <a:cubicBezTo>
                  <a:pt x="117835" y="33354"/>
                  <a:pt x="117810" y="33155"/>
                  <a:pt x="117785" y="32906"/>
                </a:cubicBezTo>
                <a:close/>
                <a:moveTo>
                  <a:pt x="39253" y="15756"/>
                </a:moveTo>
                <a:cubicBezTo>
                  <a:pt x="39253" y="15781"/>
                  <a:pt x="39253" y="15781"/>
                  <a:pt x="39204" y="15806"/>
                </a:cubicBezTo>
                <a:lnTo>
                  <a:pt x="39204" y="15831"/>
                </a:lnTo>
                <a:cubicBezTo>
                  <a:pt x="38905" y="16055"/>
                  <a:pt x="38631" y="16304"/>
                  <a:pt x="38308" y="16528"/>
                </a:cubicBezTo>
                <a:cubicBezTo>
                  <a:pt x="37860" y="16827"/>
                  <a:pt x="37436" y="17175"/>
                  <a:pt x="37038" y="17499"/>
                </a:cubicBezTo>
                <a:cubicBezTo>
                  <a:pt x="36764" y="17698"/>
                  <a:pt x="36466" y="17922"/>
                  <a:pt x="36217" y="18121"/>
                </a:cubicBezTo>
                <a:cubicBezTo>
                  <a:pt x="35072" y="18992"/>
                  <a:pt x="33578" y="20262"/>
                  <a:pt x="32682" y="21008"/>
                </a:cubicBezTo>
                <a:cubicBezTo>
                  <a:pt x="30094" y="23124"/>
                  <a:pt x="26858" y="26210"/>
                  <a:pt x="25937" y="27206"/>
                </a:cubicBezTo>
                <a:cubicBezTo>
                  <a:pt x="25638" y="27505"/>
                  <a:pt x="25314" y="27828"/>
                  <a:pt x="24966" y="28152"/>
                </a:cubicBezTo>
                <a:lnTo>
                  <a:pt x="24941" y="28202"/>
                </a:lnTo>
                <a:cubicBezTo>
                  <a:pt x="24767" y="28351"/>
                  <a:pt x="24617" y="28500"/>
                  <a:pt x="24468" y="28675"/>
                </a:cubicBezTo>
                <a:cubicBezTo>
                  <a:pt x="23871" y="29272"/>
                  <a:pt x="23323" y="29869"/>
                  <a:pt x="22850" y="30392"/>
                </a:cubicBezTo>
                <a:cubicBezTo>
                  <a:pt x="22601" y="30691"/>
                  <a:pt x="22377" y="30915"/>
                  <a:pt x="22203" y="31139"/>
                </a:cubicBezTo>
                <a:cubicBezTo>
                  <a:pt x="22029" y="31313"/>
                  <a:pt x="21904" y="31462"/>
                  <a:pt x="21780" y="31587"/>
                </a:cubicBezTo>
                <a:cubicBezTo>
                  <a:pt x="21382" y="32060"/>
                  <a:pt x="21008" y="32458"/>
                  <a:pt x="20710" y="32831"/>
                </a:cubicBezTo>
                <a:cubicBezTo>
                  <a:pt x="19639" y="34051"/>
                  <a:pt x="19092" y="34698"/>
                  <a:pt x="18519" y="35420"/>
                </a:cubicBezTo>
                <a:lnTo>
                  <a:pt x="18494" y="35420"/>
                </a:lnTo>
                <a:cubicBezTo>
                  <a:pt x="18619" y="35246"/>
                  <a:pt x="18743" y="35072"/>
                  <a:pt x="18893" y="34873"/>
                </a:cubicBezTo>
                <a:cubicBezTo>
                  <a:pt x="19415" y="34225"/>
                  <a:pt x="19988" y="33553"/>
                  <a:pt x="20535" y="32881"/>
                </a:cubicBezTo>
                <a:cubicBezTo>
                  <a:pt x="21033" y="32334"/>
                  <a:pt x="21606" y="31711"/>
                  <a:pt x="22128" y="31114"/>
                </a:cubicBezTo>
                <a:cubicBezTo>
                  <a:pt x="22875" y="30317"/>
                  <a:pt x="23622" y="29471"/>
                  <a:pt x="24369" y="28700"/>
                </a:cubicBezTo>
                <a:cubicBezTo>
                  <a:pt x="24692" y="28351"/>
                  <a:pt x="24966" y="28028"/>
                  <a:pt x="25265" y="27729"/>
                </a:cubicBezTo>
                <a:cubicBezTo>
                  <a:pt x="27629" y="25290"/>
                  <a:pt x="30168" y="22925"/>
                  <a:pt x="32807" y="20734"/>
                </a:cubicBezTo>
                <a:cubicBezTo>
                  <a:pt x="33703" y="19938"/>
                  <a:pt x="34649" y="19191"/>
                  <a:pt x="35570" y="18494"/>
                </a:cubicBezTo>
                <a:cubicBezTo>
                  <a:pt x="36042" y="18121"/>
                  <a:pt x="36515" y="17748"/>
                  <a:pt x="37013" y="17399"/>
                </a:cubicBezTo>
                <a:cubicBezTo>
                  <a:pt x="37436" y="17075"/>
                  <a:pt x="37884" y="16752"/>
                  <a:pt x="38308" y="16428"/>
                </a:cubicBezTo>
                <a:cubicBezTo>
                  <a:pt x="38557" y="16254"/>
                  <a:pt x="38781" y="16080"/>
                  <a:pt x="39029" y="15906"/>
                </a:cubicBezTo>
                <a:cubicBezTo>
                  <a:pt x="39079" y="15831"/>
                  <a:pt x="39154" y="15806"/>
                  <a:pt x="39253" y="15756"/>
                </a:cubicBezTo>
                <a:close/>
                <a:moveTo>
                  <a:pt x="91201" y="34947"/>
                </a:moveTo>
                <a:cubicBezTo>
                  <a:pt x="92296" y="35097"/>
                  <a:pt x="93417" y="35321"/>
                  <a:pt x="94512" y="35569"/>
                </a:cubicBezTo>
                <a:lnTo>
                  <a:pt x="94163" y="35569"/>
                </a:lnTo>
                <a:cubicBezTo>
                  <a:pt x="93168" y="35321"/>
                  <a:pt x="92172" y="35121"/>
                  <a:pt x="91176" y="34997"/>
                </a:cubicBezTo>
                <a:cubicBezTo>
                  <a:pt x="91176" y="34972"/>
                  <a:pt x="91176" y="34972"/>
                  <a:pt x="91201" y="34947"/>
                </a:cubicBezTo>
                <a:close/>
                <a:moveTo>
                  <a:pt x="72350" y="33225"/>
                </a:moveTo>
                <a:cubicBezTo>
                  <a:pt x="72903" y="33836"/>
                  <a:pt x="73337" y="34519"/>
                  <a:pt x="73653" y="35345"/>
                </a:cubicBezTo>
                <a:lnTo>
                  <a:pt x="73653" y="35495"/>
                </a:lnTo>
                <a:lnTo>
                  <a:pt x="73653" y="35594"/>
                </a:lnTo>
                <a:cubicBezTo>
                  <a:pt x="73329" y="34723"/>
                  <a:pt x="72881" y="33976"/>
                  <a:pt x="72359" y="33304"/>
                </a:cubicBezTo>
                <a:cubicBezTo>
                  <a:pt x="72359" y="33276"/>
                  <a:pt x="72359" y="33248"/>
                  <a:pt x="72350" y="33225"/>
                </a:cubicBezTo>
                <a:close/>
                <a:moveTo>
                  <a:pt x="51002" y="23024"/>
                </a:moveTo>
                <a:cubicBezTo>
                  <a:pt x="51151" y="23248"/>
                  <a:pt x="51326" y="23423"/>
                  <a:pt x="51475" y="23622"/>
                </a:cubicBezTo>
                <a:cubicBezTo>
                  <a:pt x="51649" y="23846"/>
                  <a:pt x="51848" y="24020"/>
                  <a:pt x="52023" y="24244"/>
                </a:cubicBezTo>
                <a:cubicBezTo>
                  <a:pt x="52197" y="24418"/>
                  <a:pt x="52371" y="24642"/>
                  <a:pt x="52520" y="24841"/>
                </a:cubicBezTo>
                <a:cubicBezTo>
                  <a:pt x="52819" y="25165"/>
                  <a:pt x="53093" y="25489"/>
                  <a:pt x="53367" y="25837"/>
                </a:cubicBezTo>
                <a:lnTo>
                  <a:pt x="53392" y="25862"/>
                </a:lnTo>
                <a:cubicBezTo>
                  <a:pt x="54337" y="27032"/>
                  <a:pt x="55258" y="28227"/>
                  <a:pt x="56179" y="29471"/>
                </a:cubicBezTo>
                <a:cubicBezTo>
                  <a:pt x="53416" y="31438"/>
                  <a:pt x="50778" y="33479"/>
                  <a:pt x="48264" y="35669"/>
                </a:cubicBezTo>
                <a:cubicBezTo>
                  <a:pt x="46372" y="32981"/>
                  <a:pt x="44655" y="30218"/>
                  <a:pt x="43261" y="27629"/>
                </a:cubicBezTo>
                <a:cubicBezTo>
                  <a:pt x="45850" y="25787"/>
                  <a:pt x="48438" y="24269"/>
                  <a:pt x="51002" y="23024"/>
                </a:cubicBezTo>
                <a:close/>
                <a:moveTo>
                  <a:pt x="91102" y="35196"/>
                </a:moveTo>
                <a:cubicBezTo>
                  <a:pt x="91823" y="35296"/>
                  <a:pt x="92545" y="35420"/>
                  <a:pt x="93267" y="35569"/>
                </a:cubicBezTo>
                <a:lnTo>
                  <a:pt x="93217" y="35569"/>
                </a:lnTo>
                <a:cubicBezTo>
                  <a:pt x="92844" y="35569"/>
                  <a:pt x="92446" y="35569"/>
                  <a:pt x="92048" y="35594"/>
                </a:cubicBezTo>
                <a:lnTo>
                  <a:pt x="91699" y="35594"/>
                </a:lnTo>
                <a:cubicBezTo>
                  <a:pt x="91550" y="35594"/>
                  <a:pt x="91425" y="35619"/>
                  <a:pt x="91251" y="35619"/>
                </a:cubicBezTo>
                <a:cubicBezTo>
                  <a:pt x="91151" y="35619"/>
                  <a:pt x="91002" y="35669"/>
                  <a:pt x="90927" y="35669"/>
                </a:cubicBezTo>
                <a:cubicBezTo>
                  <a:pt x="90977" y="35545"/>
                  <a:pt x="91052" y="35345"/>
                  <a:pt x="91102" y="35196"/>
                </a:cubicBezTo>
                <a:close/>
                <a:moveTo>
                  <a:pt x="39054" y="16155"/>
                </a:moveTo>
                <a:cubicBezTo>
                  <a:pt x="39054" y="16204"/>
                  <a:pt x="39029" y="16279"/>
                  <a:pt x="39029" y="16304"/>
                </a:cubicBezTo>
                <a:cubicBezTo>
                  <a:pt x="39029" y="16379"/>
                  <a:pt x="39005" y="16453"/>
                  <a:pt x="39005" y="16528"/>
                </a:cubicBezTo>
                <a:cubicBezTo>
                  <a:pt x="39005" y="16627"/>
                  <a:pt x="39005" y="16677"/>
                  <a:pt x="38955" y="16777"/>
                </a:cubicBezTo>
                <a:cubicBezTo>
                  <a:pt x="38955" y="16876"/>
                  <a:pt x="38955" y="16926"/>
                  <a:pt x="38930" y="17026"/>
                </a:cubicBezTo>
                <a:cubicBezTo>
                  <a:pt x="38955" y="17150"/>
                  <a:pt x="38955" y="17250"/>
                  <a:pt x="38955" y="17324"/>
                </a:cubicBezTo>
                <a:lnTo>
                  <a:pt x="38955" y="17623"/>
                </a:lnTo>
                <a:cubicBezTo>
                  <a:pt x="38955" y="17698"/>
                  <a:pt x="39005" y="17822"/>
                  <a:pt x="39005" y="17922"/>
                </a:cubicBezTo>
                <a:cubicBezTo>
                  <a:pt x="39005" y="18021"/>
                  <a:pt x="39029" y="18121"/>
                  <a:pt x="39029" y="18245"/>
                </a:cubicBezTo>
                <a:cubicBezTo>
                  <a:pt x="39029" y="18320"/>
                  <a:pt x="39054" y="18445"/>
                  <a:pt x="39079" y="18544"/>
                </a:cubicBezTo>
                <a:cubicBezTo>
                  <a:pt x="39079" y="18619"/>
                  <a:pt x="39104" y="18693"/>
                  <a:pt x="39104" y="18768"/>
                </a:cubicBezTo>
                <a:cubicBezTo>
                  <a:pt x="32558" y="23896"/>
                  <a:pt x="26534" y="29645"/>
                  <a:pt x="21357" y="35694"/>
                </a:cubicBezTo>
                <a:cubicBezTo>
                  <a:pt x="20527" y="35443"/>
                  <a:pt x="19832" y="35312"/>
                  <a:pt x="19272" y="35312"/>
                </a:cubicBezTo>
                <a:cubicBezTo>
                  <a:pt x="19109" y="35312"/>
                  <a:pt x="18958" y="35323"/>
                  <a:pt x="18818" y="35345"/>
                </a:cubicBezTo>
                <a:cubicBezTo>
                  <a:pt x="19440" y="34599"/>
                  <a:pt x="20038" y="33852"/>
                  <a:pt x="20685" y="33105"/>
                </a:cubicBezTo>
                <a:cubicBezTo>
                  <a:pt x="21158" y="32558"/>
                  <a:pt x="21655" y="32010"/>
                  <a:pt x="22128" y="31462"/>
                </a:cubicBezTo>
                <a:cubicBezTo>
                  <a:pt x="26584" y="26484"/>
                  <a:pt x="31612" y="21780"/>
                  <a:pt x="37138" y="17573"/>
                </a:cubicBezTo>
                <a:cubicBezTo>
                  <a:pt x="37511" y="17300"/>
                  <a:pt x="37909" y="17001"/>
                  <a:pt x="38283" y="16702"/>
                </a:cubicBezTo>
                <a:cubicBezTo>
                  <a:pt x="38532" y="16528"/>
                  <a:pt x="38781" y="16329"/>
                  <a:pt x="39054" y="16155"/>
                </a:cubicBezTo>
                <a:close/>
                <a:moveTo>
                  <a:pt x="90952" y="35171"/>
                </a:moveTo>
                <a:cubicBezTo>
                  <a:pt x="90853" y="35345"/>
                  <a:pt x="90803" y="35545"/>
                  <a:pt x="90728" y="35719"/>
                </a:cubicBezTo>
                <a:lnTo>
                  <a:pt x="90678" y="35719"/>
                </a:lnTo>
                <a:cubicBezTo>
                  <a:pt x="90728" y="35545"/>
                  <a:pt x="90803" y="35345"/>
                  <a:pt x="90903" y="35171"/>
                </a:cubicBezTo>
                <a:close/>
                <a:moveTo>
                  <a:pt x="39179" y="18942"/>
                </a:moveTo>
                <a:cubicBezTo>
                  <a:pt x="39179" y="18992"/>
                  <a:pt x="39179" y="19017"/>
                  <a:pt x="39204" y="19017"/>
                </a:cubicBezTo>
                <a:cubicBezTo>
                  <a:pt x="32682" y="24120"/>
                  <a:pt x="26758" y="29770"/>
                  <a:pt x="21606" y="35794"/>
                </a:cubicBezTo>
                <a:cubicBezTo>
                  <a:pt x="21581" y="35794"/>
                  <a:pt x="21581" y="35794"/>
                  <a:pt x="21531" y="35744"/>
                </a:cubicBezTo>
                <a:cubicBezTo>
                  <a:pt x="26708" y="29745"/>
                  <a:pt x="32657" y="24045"/>
                  <a:pt x="39179" y="18942"/>
                </a:cubicBezTo>
                <a:close/>
                <a:moveTo>
                  <a:pt x="43037" y="27754"/>
                </a:moveTo>
                <a:cubicBezTo>
                  <a:pt x="44481" y="30367"/>
                  <a:pt x="46223" y="33105"/>
                  <a:pt x="48090" y="35818"/>
                </a:cubicBezTo>
                <a:lnTo>
                  <a:pt x="48040" y="35843"/>
                </a:lnTo>
                <a:cubicBezTo>
                  <a:pt x="46148" y="33130"/>
                  <a:pt x="44431" y="30392"/>
                  <a:pt x="43012" y="27779"/>
                </a:cubicBezTo>
                <a:lnTo>
                  <a:pt x="43037" y="27754"/>
                </a:lnTo>
                <a:close/>
                <a:moveTo>
                  <a:pt x="95333" y="35794"/>
                </a:moveTo>
                <a:cubicBezTo>
                  <a:pt x="95408" y="35794"/>
                  <a:pt x="95433" y="35818"/>
                  <a:pt x="95507" y="35818"/>
                </a:cubicBezTo>
                <a:lnTo>
                  <a:pt x="95532" y="35818"/>
                </a:lnTo>
                <a:cubicBezTo>
                  <a:pt x="95582" y="35843"/>
                  <a:pt x="95657" y="35843"/>
                  <a:pt x="95707" y="35868"/>
                </a:cubicBezTo>
                <a:lnTo>
                  <a:pt x="95682" y="35868"/>
                </a:lnTo>
                <a:cubicBezTo>
                  <a:pt x="95582" y="35868"/>
                  <a:pt x="95532" y="35843"/>
                  <a:pt x="95433" y="35843"/>
                </a:cubicBezTo>
                <a:lnTo>
                  <a:pt x="95383" y="35843"/>
                </a:lnTo>
                <a:cubicBezTo>
                  <a:pt x="95333" y="35843"/>
                  <a:pt x="95283" y="35818"/>
                  <a:pt x="95258" y="35818"/>
                </a:cubicBezTo>
                <a:lnTo>
                  <a:pt x="95209" y="35818"/>
                </a:lnTo>
                <a:cubicBezTo>
                  <a:pt x="95159" y="35818"/>
                  <a:pt x="95134" y="35818"/>
                  <a:pt x="95084" y="35794"/>
                </a:cubicBezTo>
                <a:close/>
                <a:moveTo>
                  <a:pt x="56254" y="29645"/>
                </a:moveTo>
                <a:cubicBezTo>
                  <a:pt x="56254" y="29670"/>
                  <a:pt x="56304" y="29670"/>
                  <a:pt x="56304" y="29720"/>
                </a:cubicBezTo>
                <a:cubicBezTo>
                  <a:pt x="53566" y="31687"/>
                  <a:pt x="50902" y="33728"/>
                  <a:pt x="48388" y="35893"/>
                </a:cubicBezTo>
                <a:cubicBezTo>
                  <a:pt x="48364" y="35868"/>
                  <a:pt x="48364" y="35843"/>
                  <a:pt x="48364" y="35843"/>
                </a:cubicBezTo>
                <a:cubicBezTo>
                  <a:pt x="50902" y="33703"/>
                  <a:pt x="53566" y="31612"/>
                  <a:pt x="56254" y="29645"/>
                </a:cubicBezTo>
                <a:close/>
                <a:moveTo>
                  <a:pt x="19266" y="35495"/>
                </a:moveTo>
                <a:cubicBezTo>
                  <a:pt x="19789" y="35495"/>
                  <a:pt x="20461" y="35619"/>
                  <a:pt x="21183" y="35843"/>
                </a:cubicBezTo>
                <a:lnTo>
                  <a:pt x="21133" y="35918"/>
                </a:lnTo>
                <a:cubicBezTo>
                  <a:pt x="20404" y="35696"/>
                  <a:pt x="19786" y="35585"/>
                  <a:pt x="19286" y="35585"/>
                </a:cubicBezTo>
                <a:cubicBezTo>
                  <a:pt x="19000" y="35585"/>
                  <a:pt x="18752" y="35622"/>
                  <a:pt x="18544" y="35694"/>
                </a:cubicBezTo>
                <a:lnTo>
                  <a:pt x="18644" y="35594"/>
                </a:lnTo>
                <a:cubicBezTo>
                  <a:pt x="18818" y="35545"/>
                  <a:pt x="19042" y="35495"/>
                  <a:pt x="19266" y="35495"/>
                </a:cubicBezTo>
                <a:close/>
                <a:moveTo>
                  <a:pt x="93641" y="35744"/>
                </a:moveTo>
                <a:cubicBezTo>
                  <a:pt x="93815" y="35744"/>
                  <a:pt x="94014" y="35794"/>
                  <a:pt x="94213" y="35794"/>
                </a:cubicBezTo>
                <a:cubicBezTo>
                  <a:pt x="94263" y="35794"/>
                  <a:pt x="94313" y="35818"/>
                  <a:pt x="94337" y="35818"/>
                </a:cubicBezTo>
                <a:lnTo>
                  <a:pt x="94387" y="35818"/>
                </a:lnTo>
                <a:cubicBezTo>
                  <a:pt x="94412" y="35818"/>
                  <a:pt x="94437" y="35843"/>
                  <a:pt x="94462" y="35843"/>
                </a:cubicBezTo>
                <a:cubicBezTo>
                  <a:pt x="94188" y="35843"/>
                  <a:pt x="93914" y="35818"/>
                  <a:pt x="93591" y="35818"/>
                </a:cubicBezTo>
                <a:cubicBezTo>
                  <a:pt x="92968" y="35818"/>
                  <a:pt x="92346" y="35843"/>
                  <a:pt x="91699" y="35868"/>
                </a:cubicBezTo>
                <a:cubicBezTo>
                  <a:pt x="91550" y="35868"/>
                  <a:pt x="91425" y="35893"/>
                  <a:pt x="91276" y="35893"/>
                </a:cubicBezTo>
                <a:cubicBezTo>
                  <a:pt x="91102" y="35893"/>
                  <a:pt x="90952" y="35943"/>
                  <a:pt x="90803" y="35943"/>
                </a:cubicBezTo>
                <a:lnTo>
                  <a:pt x="90803" y="35893"/>
                </a:lnTo>
                <a:lnTo>
                  <a:pt x="90803" y="35868"/>
                </a:lnTo>
                <a:cubicBezTo>
                  <a:pt x="90927" y="35868"/>
                  <a:pt x="91077" y="35843"/>
                  <a:pt x="91201" y="35818"/>
                </a:cubicBezTo>
                <a:cubicBezTo>
                  <a:pt x="91351" y="35818"/>
                  <a:pt x="91525" y="35794"/>
                  <a:pt x="91674" y="35794"/>
                </a:cubicBezTo>
                <a:cubicBezTo>
                  <a:pt x="92346" y="35794"/>
                  <a:pt x="92968" y="35744"/>
                  <a:pt x="93591" y="35744"/>
                </a:cubicBezTo>
                <a:close/>
                <a:moveTo>
                  <a:pt x="39253" y="19266"/>
                </a:moveTo>
                <a:cubicBezTo>
                  <a:pt x="39278" y="19341"/>
                  <a:pt x="39278" y="19465"/>
                  <a:pt x="39303" y="19565"/>
                </a:cubicBezTo>
                <a:cubicBezTo>
                  <a:pt x="38706" y="19988"/>
                  <a:pt x="38158" y="20411"/>
                  <a:pt x="37561" y="20809"/>
                </a:cubicBezTo>
                <a:cubicBezTo>
                  <a:pt x="37461" y="20884"/>
                  <a:pt x="37387" y="20983"/>
                  <a:pt x="37287" y="21033"/>
                </a:cubicBezTo>
                <a:cubicBezTo>
                  <a:pt x="36789" y="21407"/>
                  <a:pt x="36291" y="21805"/>
                  <a:pt x="35794" y="22178"/>
                </a:cubicBezTo>
                <a:lnTo>
                  <a:pt x="35221" y="22651"/>
                </a:lnTo>
                <a:cubicBezTo>
                  <a:pt x="34823" y="22975"/>
                  <a:pt x="34449" y="23273"/>
                  <a:pt x="34051" y="23622"/>
                </a:cubicBezTo>
                <a:cubicBezTo>
                  <a:pt x="34051" y="23622"/>
                  <a:pt x="34001" y="23622"/>
                  <a:pt x="34001" y="23647"/>
                </a:cubicBezTo>
                <a:cubicBezTo>
                  <a:pt x="33852" y="23771"/>
                  <a:pt x="33728" y="23896"/>
                  <a:pt x="33578" y="24020"/>
                </a:cubicBezTo>
                <a:lnTo>
                  <a:pt x="33479" y="24120"/>
                </a:lnTo>
                <a:cubicBezTo>
                  <a:pt x="33105" y="24468"/>
                  <a:pt x="32707" y="24767"/>
                  <a:pt x="32334" y="25115"/>
                </a:cubicBezTo>
                <a:lnTo>
                  <a:pt x="32309" y="25140"/>
                </a:lnTo>
                <a:cubicBezTo>
                  <a:pt x="32309" y="25140"/>
                  <a:pt x="32259" y="25140"/>
                  <a:pt x="32259" y="25165"/>
                </a:cubicBezTo>
                <a:cubicBezTo>
                  <a:pt x="32135" y="25265"/>
                  <a:pt x="32010" y="25389"/>
                  <a:pt x="31911" y="25489"/>
                </a:cubicBezTo>
                <a:cubicBezTo>
                  <a:pt x="31861" y="25514"/>
                  <a:pt x="31836" y="25514"/>
                  <a:pt x="31836" y="25538"/>
                </a:cubicBezTo>
                <a:lnTo>
                  <a:pt x="30616" y="26659"/>
                </a:lnTo>
                <a:cubicBezTo>
                  <a:pt x="30566" y="26733"/>
                  <a:pt x="30467" y="26783"/>
                  <a:pt x="30417" y="26883"/>
                </a:cubicBezTo>
                <a:lnTo>
                  <a:pt x="30318" y="26982"/>
                </a:lnTo>
                <a:lnTo>
                  <a:pt x="30243" y="27032"/>
                </a:lnTo>
                <a:cubicBezTo>
                  <a:pt x="29820" y="27480"/>
                  <a:pt x="29347" y="27878"/>
                  <a:pt x="28924" y="28301"/>
                </a:cubicBezTo>
                <a:lnTo>
                  <a:pt x="28874" y="28351"/>
                </a:lnTo>
                <a:lnTo>
                  <a:pt x="28749" y="28476"/>
                </a:lnTo>
                <a:lnTo>
                  <a:pt x="28725" y="28500"/>
                </a:lnTo>
                <a:cubicBezTo>
                  <a:pt x="28227" y="28998"/>
                  <a:pt x="27729" y="29496"/>
                  <a:pt x="27256" y="29994"/>
                </a:cubicBezTo>
                <a:lnTo>
                  <a:pt x="27231" y="30019"/>
                </a:lnTo>
                <a:cubicBezTo>
                  <a:pt x="27131" y="30118"/>
                  <a:pt x="27082" y="30218"/>
                  <a:pt x="26982" y="30293"/>
                </a:cubicBezTo>
                <a:cubicBezTo>
                  <a:pt x="26957" y="30342"/>
                  <a:pt x="26957" y="30367"/>
                  <a:pt x="26932" y="30367"/>
                </a:cubicBezTo>
                <a:cubicBezTo>
                  <a:pt x="26883" y="30392"/>
                  <a:pt x="26883" y="30417"/>
                  <a:pt x="26858" y="30417"/>
                </a:cubicBezTo>
                <a:cubicBezTo>
                  <a:pt x="26360" y="30965"/>
                  <a:pt x="25862" y="31487"/>
                  <a:pt x="25389" y="32010"/>
                </a:cubicBezTo>
                <a:cubicBezTo>
                  <a:pt x="25314" y="32135"/>
                  <a:pt x="25190" y="32259"/>
                  <a:pt x="25090" y="32359"/>
                </a:cubicBezTo>
                <a:cubicBezTo>
                  <a:pt x="25016" y="32408"/>
                  <a:pt x="24966" y="32508"/>
                  <a:pt x="24891" y="32583"/>
                </a:cubicBezTo>
                <a:cubicBezTo>
                  <a:pt x="24518" y="32981"/>
                  <a:pt x="24194" y="33379"/>
                  <a:pt x="23846" y="33777"/>
                </a:cubicBezTo>
                <a:cubicBezTo>
                  <a:pt x="23746" y="33902"/>
                  <a:pt x="23622" y="34026"/>
                  <a:pt x="23522" y="34151"/>
                </a:cubicBezTo>
                <a:lnTo>
                  <a:pt x="23149" y="34624"/>
                </a:lnTo>
                <a:cubicBezTo>
                  <a:pt x="22776" y="35072"/>
                  <a:pt x="22402" y="35495"/>
                  <a:pt x="22029" y="35968"/>
                </a:cubicBezTo>
                <a:cubicBezTo>
                  <a:pt x="21954" y="35943"/>
                  <a:pt x="21879" y="35893"/>
                  <a:pt x="21780" y="35868"/>
                </a:cubicBezTo>
                <a:cubicBezTo>
                  <a:pt x="26883" y="29919"/>
                  <a:pt x="32782" y="24294"/>
                  <a:pt x="39253" y="19266"/>
                </a:cubicBezTo>
                <a:close/>
                <a:moveTo>
                  <a:pt x="39378" y="19764"/>
                </a:moveTo>
                <a:lnTo>
                  <a:pt x="39378" y="19789"/>
                </a:lnTo>
                <a:lnTo>
                  <a:pt x="39378" y="19814"/>
                </a:lnTo>
                <a:cubicBezTo>
                  <a:pt x="39154" y="19963"/>
                  <a:pt x="38905" y="20162"/>
                  <a:pt x="38681" y="20311"/>
                </a:cubicBezTo>
                <a:cubicBezTo>
                  <a:pt x="38407" y="20535"/>
                  <a:pt x="38084" y="20710"/>
                  <a:pt x="37810" y="20934"/>
                </a:cubicBezTo>
                <a:cubicBezTo>
                  <a:pt x="37785" y="20958"/>
                  <a:pt x="37710" y="21008"/>
                  <a:pt x="37685" y="21033"/>
                </a:cubicBezTo>
                <a:cubicBezTo>
                  <a:pt x="37337" y="21282"/>
                  <a:pt x="37013" y="21556"/>
                  <a:pt x="36665" y="21830"/>
                </a:cubicBezTo>
                <a:cubicBezTo>
                  <a:pt x="36491" y="21954"/>
                  <a:pt x="36316" y="22079"/>
                  <a:pt x="36167" y="22203"/>
                </a:cubicBezTo>
                <a:lnTo>
                  <a:pt x="36142" y="22253"/>
                </a:lnTo>
                <a:cubicBezTo>
                  <a:pt x="35769" y="22552"/>
                  <a:pt x="35346" y="22875"/>
                  <a:pt x="34972" y="23174"/>
                </a:cubicBezTo>
                <a:cubicBezTo>
                  <a:pt x="34898" y="23273"/>
                  <a:pt x="34773" y="23323"/>
                  <a:pt x="34673" y="23423"/>
                </a:cubicBezTo>
                <a:cubicBezTo>
                  <a:pt x="34649" y="23448"/>
                  <a:pt x="34599" y="23448"/>
                  <a:pt x="34574" y="23497"/>
                </a:cubicBezTo>
                <a:cubicBezTo>
                  <a:pt x="34549" y="23522"/>
                  <a:pt x="34524" y="23547"/>
                  <a:pt x="34474" y="23547"/>
                </a:cubicBezTo>
                <a:cubicBezTo>
                  <a:pt x="34051" y="23921"/>
                  <a:pt x="33578" y="24294"/>
                  <a:pt x="33130" y="24667"/>
                </a:cubicBezTo>
                <a:cubicBezTo>
                  <a:pt x="33056" y="24742"/>
                  <a:pt x="32981" y="24792"/>
                  <a:pt x="32881" y="24891"/>
                </a:cubicBezTo>
                <a:cubicBezTo>
                  <a:pt x="32832" y="24941"/>
                  <a:pt x="32757" y="24991"/>
                  <a:pt x="32707" y="25041"/>
                </a:cubicBezTo>
                <a:cubicBezTo>
                  <a:pt x="32583" y="25140"/>
                  <a:pt x="32458" y="25265"/>
                  <a:pt x="32359" y="25364"/>
                </a:cubicBezTo>
                <a:cubicBezTo>
                  <a:pt x="32060" y="25638"/>
                  <a:pt x="31761" y="25912"/>
                  <a:pt x="31463" y="26161"/>
                </a:cubicBezTo>
                <a:lnTo>
                  <a:pt x="31388" y="26235"/>
                </a:lnTo>
                <a:lnTo>
                  <a:pt x="31363" y="26260"/>
                </a:lnTo>
                <a:cubicBezTo>
                  <a:pt x="31014" y="26559"/>
                  <a:pt x="30716" y="26883"/>
                  <a:pt x="30367" y="27181"/>
                </a:cubicBezTo>
                <a:cubicBezTo>
                  <a:pt x="29919" y="27629"/>
                  <a:pt x="29421" y="28102"/>
                  <a:pt x="28949" y="28525"/>
                </a:cubicBezTo>
                <a:cubicBezTo>
                  <a:pt x="28749" y="28724"/>
                  <a:pt x="28600" y="28899"/>
                  <a:pt x="28426" y="29048"/>
                </a:cubicBezTo>
                <a:cubicBezTo>
                  <a:pt x="26211" y="31263"/>
                  <a:pt x="24120" y="33578"/>
                  <a:pt x="22228" y="35968"/>
                </a:cubicBezTo>
                <a:lnTo>
                  <a:pt x="22153" y="35968"/>
                </a:lnTo>
                <a:lnTo>
                  <a:pt x="22228" y="35893"/>
                </a:lnTo>
                <a:cubicBezTo>
                  <a:pt x="22701" y="35321"/>
                  <a:pt x="23174" y="34723"/>
                  <a:pt x="23672" y="34126"/>
                </a:cubicBezTo>
                <a:cubicBezTo>
                  <a:pt x="23871" y="33902"/>
                  <a:pt x="24095" y="33653"/>
                  <a:pt x="24269" y="33454"/>
                </a:cubicBezTo>
                <a:cubicBezTo>
                  <a:pt x="24642" y="33006"/>
                  <a:pt x="25041" y="32583"/>
                  <a:pt x="25414" y="32135"/>
                </a:cubicBezTo>
                <a:cubicBezTo>
                  <a:pt x="26036" y="31462"/>
                  <a:pt x="26659" y="30790"/>
                  <a:pt x="27281" y="30118"/>
                </a:cubicBezTo>
                <a:lnTo>
                  <a:pt x="27405" y="29994"/>
                </a:lnTo>
                <a:cubicBezTo>
                  <a:pt x="27853" y="29521"/>
                  <a:pt x="28326" y="29048"/>
                  <a:pt x="28774" y="28625"/>
                </a:cubicBezTo>
                <a:lnTo>
                  <a:pt x="29073" y="28351"/>
                </a:lnTo>
                <a:cubicBezTo>
                  <a:pt x="29471" y="27928"/>
                  <a:pt x="29919" y="27530"/>
                  <a:pt x="30342" y="27131"/>
                </a:cubicBezTo>
                <a:lnTo>
                  <a:pt x="30716" y="26758"/>
                </a:lnTo>
                <a:cubicBezTo>
                  <a:pt x="31114" y="26385"/>
                  <a:pt x="31512" y="26011"/>
                  <a:pt x="31935" y="25663"/>
                </a:cubicBezTo>
                <a:cubicBezTo>
                  <a:pt x="32085" y="25514"/>
                  <a:pt x="32234" y="25389"/>
                  <a:pt x="32408" y="25240"/>
                </a:cubicBezTo>
                <a:cubicBezTo>
                  <a:pt x="32807" y="24891"/>
                  <a:pt x="33205" y="24543"/>
                  <a:pt x="33578" y="24194"/>
                </a:cubicBezTo>
                <a:cubicBezTo>
                  <a:pt x="33728" y="24045"/>
                  <a:pt x="33927" y="23921"/>
                  <a:pt x="34076" y="23771"/>
                </a:cubicBezTo>
                <a:cubicBezTo>
                  <a:pt x="34474" y="23423"/>
                  <a:pt x="34922" y="23074"/>
                  <a:pt x="35346" y="22751"/>
                </a:cubicBezTo>
                <a:lnTo>
                  <a:pt x="35818" y="22377"/>
                </a:lnTo>
                <a:cubicBezTo>
                  <a:pt x="36341" y="21929"/>
                  <a:pt x="36914" y="21506"/>
                  <a:pt x="37461" y="21083"/>
                </a:cubicBezTo>
                <a:cubicBezTo>
                  <a:pt x="37511" y="21058"/>
                  <a:pt x="37536" y="21033"/>
                  <a:pt x="37586" y="21008"/>
                </a:cubicBezTo>
                <a:cubicBezTo>
                  <a:pt x="38258" y="20560"/>
                  <a:pt x="38805" y="20162"/>
                  <a:pt x="39378" y="19764"/>
                </a:cubicBezTo>
                <a:close/>
                <a:moveTo>
                  <a:pt x="90654" y="35918"/>
                </a:moveTo>
                <a:cubicBezTo>
                  <a:pt x="90654" y="35943"/>
                  <a:pt x="90604" y="35943"/>
                  <a:pt x="90604" y="35968"/>
                </a:cubicBezTo>
                <a:lnTo>
                  <a:pt x="90554" y="35968"/>
                </a:lnTo>
                <a:lnTo>
                  <a:pt x="90554" y="35943"/>
                </a:lnTo>
                <a:cubicBezTo>
                  <a:pt x="90604" y="35943"/>
                  <a:pt x="90604" y="35943"/>
                  <a:pt x="90654" y="35918"/>
                </a:cubicBezTo>
                <a:close/>
                <a:moveTo>
                  <a:pt x="21382" y="35918"/>
                </a:moveTo>
                <a:cubicBezTo>
                  <a:pt x="21407" y="35918"/>
                  <a:pt x="21407" y="35918"/>
                  <a:pt x="21456" y="35943"/>
                </a:cubicBezTo>
                <a:cubicBezTo>
                  <a:pt x="21456" y="35968"/>
                  <a:pt x="21407" y="35968"/>
                  <a:pt x="21407" y="35993"/>
                </a:cubicBezTo>
                <a:cubicBezTo>
                  <a:pt x="21407" y="35968"/>
                  <a:pt x="21382" y="35968"/>
                  <a:pt x="21357" y="35968"/>
                </a:cubicBezTo>
                <a:cubicBezTo>
                  <a:pt x="21357" y="35943"/>
                  <a:pt x="21382" y="35943"/>
                  <a:pt x="21382" y="35918"/>
                </a:cubicBezTo>
                <a:close/>
                <a:moveTo>
                  <a:pt x="48214" y="35968"/>
                </a:moveTo>
                <a:cubicBezTo>
                  <a:pt x="48214" y="35993"/>
                  <a:pt x="48239" y="35993"/>
                  <a:pt x="48239" y="36042"/>
                </a:cubicBezTo>
                <a:lnTo>
                  <a:pt x="48214" y="36067"/>
                </a:lnTo>
                <a:cubicBezTo>
                  <a:pt x="48164" y="36042"/>
                  <a:pt x="48164" y="36042"/>
                  <a:pt x="48164" y="35993"/>
                </a:cubicBezTo>
                <a:lnTo>
                  <a:pt x="48214" y="35968"/>
                </a:lnTo>
                <a:close/>
                <a:moveTo>
                  <a:pt x="21655" y="35968"/>
                </a:moveTo>
                <a:cubicBezTo>
                  <a:pt x="21755" y="35993"/>
                  <a:pt x="21805" y="36042"/>
                  <a:pt x="21904" y="36067"/>
                </a:cubicBezTo>
                <a:cubicBezTo>
                  <a:pt x="21904" y="36092"/>
                  <a:pt x="21879" y="36092"/>
                  <a:pt x="21879" y="36117"/>
                </a:cubicBezTo>
                <a:cubicBezTo>
                  <a:pt x="21780" y="36092"/>
                  <a:pt x="21730" y="36067"/>
                  <a:pt x="21631" y="36042"/>
                </a:cubicBezTo>
                <a:cubicBezTo>
                  <a:pt x="21631" y="35993"/>
                  <a:pt x="21655" y="35993"/>
                  <a:pt x="21655" y="35968"/>
                </a:cubicBezTo>
                <a:close/>
                <a:moveTo>
                  <a:pt x="18230" y="35762"/>
                </a:moveTo>
                <a:lnTo>
                  <a:pt x="18230" y="35762"/>
                </a:lnTo>
                <a:cubicBezTo>
                  <a:pt x="18123" y="35893"/>
                  <a:pt x="18014" y="36041"/>
                  <a:pt x="17872" y="36190"/>
                </a:cubicBezTo>
                <a:lnTo>
                  <a:pt x="17872" y="36190"/>
                </a:lnTo>
                <a:cubicBezTo>
                  <a:pt x="17873" y="36167"/>
                  <a:pt x="17897" y="36166"/>
                  <a:pt x="17897" y="36117"/>
                </a:cubicBezTo>
                <a:cubicBezTo>
                  <a:pt x="17897" y="36092"/>
                  <a:pt x="17922" y="36092"/>
                  <a:pt x="17972" y="36067"/>
                </a:cubicBezTo>
                <a:cubicBezTo>
                  <a:pt x="18021" y="35968"/>
                  <a:pt x="18121" y="35868"/>
                  <a:pt x="18171" y="35769"/>
                </a:cubicBezTo>
                <a:lnTo>
                  <a:pt x="18196" y="35769"/>
                </a:lnTo>
                <a:cubicBezTo>
                  <a:pt x="18196" y="35769"/>
                  <a:pt x="18215" y="35769"/>
                  <a:pt x="18230" y="35762"/>
                </a:cubicBezTo>
                <a:close/>
                <a:moveTo>
                  <a:pt x="56379" y="29869"/>
                </a:moveTo>
                <a:cubicBezTo>
                  <a:pt x="56851" y="30467"/>
                  <a:pt x="57250" y="31064"/>
                  <a:pt x="57698" y="31687"/>
                </a:cubicBezTo>
                <a:cubicBezTo>
                  <a:pt x="54810" y="32732"/>
                  <a:pt x="51774" y="34350"/>
                  <a:pt x="48787" y="36466"/>
                </a:cubicBezTo>
                <a:cubicBezTo>
                  <a:pt x="48712" y="36341"/>
                  <a:pt x="48613" y="36192"/>
                  <a:pt x="48488" y="36067"/>
                </a:cubicBezTo>
                <a:cubicBezTo>
                  <a:pt x="51027" y="33927"/>
                  <a:pt x="53690" y="31836"/>
                  <a:pt x="56379" y="29869"/>
                </a:cubicBezTo>
                <a:close/>
                <a:moveTo>
                  <a:pt x="116812" y="34716"/>
                </a:moveTo>
                <a:lnTo>
                  <a:pt x="116812" y="34716"/>
                </a:lnTo>
                <a:cubicBezTo>
                  <a:pt x="116659" y="35317"/>
                  <a:pt x="116473" y="35912"/>
                  <a:pt x="116258" y="36496"/>
                </a:cubicBezTo>
                <a:lnTo>
                  <a:pt x="116258" y="36496"/>
                </a:lnTo>
                <a:cubicBezTo>
                  <a:pt x="116461" y="35898"/>
                  <a:pt x="116650" y="35312"/>
                  <a:pt x="116812" y="34716"/>
                </a:cubicBezTo>
                <a:close/>
                <a:moveTo>
                  <a:pt x="48364" y="36167"/>
                </a:moveTo>
                <a:cubicBezTo>
                  <a:pt x="48463" y="36291"/>
                  <a:pt x="48538" y="36416"/>
                  <a:pt x="48637" y="36565"/>
                </a:cubicBezTo>
                <a:lnTo>
                  <a:pt x="48613" y="36590"/>
                </a:lnTo>
                <a:cubicBezTo>
                  <a:pt x="48513" y="36466"/>
                  <a:pt x="48413" y="36341"/>
                  <a:pt x="48339" y="36192"/>
                </a:cubicBezTo>
                <a:lnTo>
                  <a:pt x="48364" y="36167"/>
                </a:lnTo>
                <a:close/>
                <a:moveTo>
                  <a:pt x="97037" y="25437"/>
                </a:moveTo>
                <a:cubicBezTo>
                  <a:pt x="99657" y="25437"/>
                  <a:pt x="102099" y="25775"/>
                  <a:pt x="104294" y="26459"/>
                </a:cubicBezTo>
                <a:cubicBezTo>
                  <a:pt x="104095" y="28028"/>
                  <a:pt x="103796" y="29645"/>
                  <a:pt x="103398" y="31338"/>
                </a:cubicBezTo>
                <a:cubicBezTo>
                  <a:pt x="102552" y="33180"/>
                  <a:pt x="101506" y="34947"/>
                  <a:pt x="100237" y="36590"/>
                </a:cubicBezTo>
                <a:cubicBezTo>
                  <a:pt x="100112" y="36565"/>
                  <a:pt x="99988" y="36490"/>
                  <a:pt x="99863" y="36466"/>
                </a:cubicBezTo>
                <a:cubicBezTo>
                  <a:pt x="99614" y="36366"/>
                  <a:pt x="99365" y="36316"/>
                  <a:pt x="99067" y="36217"/>
                </a:cubicBezTo>
                <a:cubicBezTo>
                  <a:pt x="98917" y="36192"/>
                  <a:pt x="98743" y="36117"/>
                  <a:pt x="98569" y="36092"/>
                </a:cubicBezTo>
                <a:lnTo>
                  <a:pt x="97822" y="35918"/>
                </a:lnTo>
                <a:cubicBezTo>
                  <a:pt x="97673" y="35868"/>
                  <a:pt x="97499" y="35843"/>
                  <a:pt x="97324" y="35818"/>
                </a:cubicBezTo>
                <a:cubicBezTo>
                  <a:pt x="97250" y="35818"/>
                  <a:pt x="97150" y="35794"/>
                  <a:pt x="97076" y="35794"/>
                </a:cubicBezTo>
                <a:lnTo>
                  <a:pt x="96528" y="35694"/>
                </a:lnTo>
                <a:cubicBezTo>
                  <a:pt x="96279" y="35669"/>
                  <a:pt x="96030" y="35619"/>
                  <a:pt x="95756" y="35619"/>
                </a:cubicBezTo>
                <a:cubicBezTo>
                  <a:pt x="95632" y="35619"/>
                  <a:pt x="95507" y="35594"/>
                  <a:pt x="95408" y="35594"/>
                </a:cubicBezTo>
                <a:cubicBezTo>
                  <a:pt x="94039" y="35221"/>
                  <a:pt x="92670" y="34947"/>
                  <a:pt x="91301" y="34748"/>
                </a:cubicBezTo>
                <a:cubicBezTo>
                  <a:pt x="92421" y="31612"/>
                  <a:pt x="93217" y="28525"/>
                  <a:pt x="93665" y="25613"/>
                </a:cubicBezTo>
                <a:cubicBezTo>
                  <a:pt x="94817" y="25496"/>
                  <a:pt x="95943" y="25437"/>
                  <a:pt x="97037" y="25437"/>
                </a:cubicBezTo>
                <a:close/>
                <a:moveTo>
                  <a:pt x="57797" y="31836"/>
                </a:moveTo>
                <a:cubicBezTo>
                  <a:pt x="57797" y="31861"/>
                  <a:pt x="57822" y="31861"/>
                  <a:pt x="57822" y="31886"/>
                </a:cubicBezTo>
                <a:cubicBezTo>
                  <a:pt x="54960" y="32956"/>
                  <a:pt x="51898" y="34574"/>
                  <a:pt x="48911" y="36665"/>
                </a:cubicBezTo>
                <a:cubicBezTo>
                  <a:pt x="48911" y="36665"/>
                  <a:pt x="48911" y="36615"/>
                  <a:pt x="48886" y="36615"/>
                </a:cubicBezTo>
                <a:cubicBezTo>
                  <a:pt x="51873" y="34499"/>
                  <a:pt x="54885" y="32931"/>
                  <a:pt x="57797" y="31836"/>
                </a:cubicBezTo>
                <a:close/>
                <a:moveTo>
                  <a:pt x="103224" y="32209"/>
                </a:moveTo>
                <a:cubicBezTo>
                  <a:pt x="103174" y="32309"/>
                  <a:pt x="103149" y="32383"/>
                  <a:pt x="103149" y="32483"/>
                </a:cubicBezTo>
                <a:cubicBezTo>
                  <a:pt x="102377" y="33952"/>
                  <a:pt x="101506" y="35345"/>
                  <a:pt x="100486" y="36690"/>
                </a:cubicBezTo>
                <a:cubicBezTo>
                  <a:pt x="100436" y="36690"/>
                  <a:pt x="100436" y="36665"/>
                  <a:pt x="100411" y="36665"/>
                </a:cubicBezTo>
                <a:cubicBezTo>
                  <a:pt x="101506" y="35246"/>
                  <a:pt x="102427" y="33752"/>
                  <a:pt x="103224" y="32209"/>
                </a:cubicBezTo>
                <a:close/>
                <a:moveTo>
                  <a:pt x="87061" y="34883"/>
                </a:moveTo>
                <a:cubicBezTo>
                  <a:pt x="88227" y="34883"/>
                  <a:pt x="89439" y="34976"/>
                  <a:pt x="90678" y="35121"/>
                </a:cubicBezTo>
                <a:cubicBezTo>
                  <a:pt x="90604" y="35345"/>
                  <a:pt x="90529" y="35545"/>
                  <a:pt x="90454" y="35744"/>
                </a:cubicBezTo>
                <a:cubicBezTo>
                  <a:pt x="90156" y="35794"/>
                  <a:pt x="89857" y="35843"/>
                  <a:pt x="89558" y="35868"/>
                </a:cubicBezTo>
                <a:cubicBezTo>
                  <a:pt x="89459" y="35868"/>
                  <a:pt x="89409" y="35918"/>
                  <a:pt x="89309" y="35918"/>
                </a:cubicBezTo>
                <a:lnTo>
                  <a:pt x="89210" y="35918"/>
                </a:lnTo>
                <a:cubicBezTo>
                  <a:pt x="89085" y="35943"/>
                  <a:pt x="88986" y="35943"/>
                  <a:pt x="88861" y="35968"/>
                </a:cubicBezTo>
                <a:lnTo>
                  <a:pt x="88314" y="36067"/>
                </a:lnTo>
                <a:cubicBezTo>
                  <a:pt x="88239" y="36067"/>
                  <a:pt x="88189" y="36092"/>
                  <a:pt x="88115" y="36092"/>
                </a:cubicBezTo>
                <a:lnTo>
                  <a:pt x="87667" y="36192"/>
                </a:lnTo>
                <a:cubicBezTo>
                  <a:pt x="87492" y="36217"/>
                  <a:pt x="87368" y="36242"/>
                  <a:pt x="87219" y="36291"/>
                </a:cubicBezTo>
                <a:cubicBezTo>
                  <a:pt x="86945" y="36341"/>
                  <a:pt x="86671" y="36416"/>
                  <a:pt x="86347" y="36466"/>
                </a:cubicBezTo>
                <a:cubicBezTo>
                  <a:pt x="86223" y="36490"/>
                  <a:pt x="86099" y="36515"/>
                  <a:pt x="85999" y="36565"/>
                </a:cubicBezTo>
                <a:lnTo>
                  <a:pt x="85551" y="36665"/>
                </a:lnTo>
                <a:lnTo>
                  <a:pt x="85252" y="36739"/>
                </a:lnTo>
                <a:cubicBezTo>
                  <a:pt x="85451" y="36167"/>
                  <a:pt x="85626" y="35545"/>
                  <a:pt x="85800" y="34922"/>
                </a:cubicBezTo>
                <a:cubicBezTo>
                  <a:pt x="86213" y="34896"/>
                  <a:pt x="86634" y="34883"/>
                  <a:pt x="87061" y="34883"/>
                </a:cubicBezTo>
                <a:close/>
                <a:moveTo>
                  <a:pt x="85576" y="34922"/>
                </a:moveTo>
                <a:cubicBezTo>
                  <a:pt x="85426" y="35545"/>
                  <a:pt x="85227" y="36192"/>
                  <a:pt x="85003" y="36789"/>
                </a:cubicBezTo>
                <a:cubicBezTo>
                  <a:pt x="84986" y="36789"/>
                  <a:pt x="84968" y="36789"/>
                  <a:pt x="84959" y="36798"/>
                </a:cubicBezTo>
                <a:lnTo>
                  <a:pt x="84959" y="36798"/>
                </a:lnTo>
                <a:cubicBezTo>
                  <a:pt x="85181" y="36181"/>
                  <a:pt x="85353" y="35564"/>
                  <a:pt x="85501" y="34922"/>
                </a:cubicBezTo>
                <a:close/>
                <a:moveTo>
                  <a:pt x="96542" y="35920"/>
                </a:moveTo>
                <a:lnTo>
                  <a:pt x="96542" y="35920"/>
                </a:lnTo>
                <a:cubicBezTo>
                  <a:pt x="96689" y="35943"/>
                  <a:pt x="96881" y="35944"/>
                  <a:pt x="97026" y="35968"/>
                </a:cubicBezTo>
                <a:cubicBezTo>
                  <a:pt x="97125" y="35968"/>
                  <a:pt x="97200" y="35993"/>
                  <a:pt x="97300" y="35993"/>
                </a:cubicBezTo>
                <a:cubicBezTo>
                  <a:pt x="98270" y="36217"/>
                  <a:pt x="99191" y="36441"/>
                  <a:pt x="100062" y="36789"/>
                </a:cubicBezTo>
                <a:cubicBezTo>
                  <a:pt x="100054" y="36797"/>
                  <a:pt x="100049" y="36800"/>
                  <a:pt x="100046" y="36800"/>
                </a:cubicBezTo>
                <a:cubicBezTo>
                  <a:pt x="100040" y="36800"/>
                  <a:pt x="100046" y="36789"/>
                  <a:pt x="100062" y="36789"/>
                </a:cubicBezTo>
                <a:cubicBezTo>
                  <a:pt x="99689" y="36690"/>
                  <a:pt x="99390" y="36565"/>
                  <a:pt x="99017" y="36466"/>
                </a:cubicBezTo>
                <a:cubicBezTo>
                  <a:pt x="98942" y="36441"/>
                  <a:pt x="98868" y="36441"/>
                  <a:pt x="98793" y="36416"/>
                </a:cubicBezTo>
                <a:cubicBezTo>
                  <a:pt x="98445" y="36316"/>
                  <a:pt x="98121" y="36242"/>
                  <a:pt x="97772" y="36167"/>
                </a:cubicBezTo>
                <a:cubicBezTo>
                  <a:pt x="97648" y="36117"/>
                  <a:pt x="97548" y="36117"/>
                  <a:pt x="97424" y="36092"/>
                </a:cubicBezTo>
                <a:cubicBezTo>
                  <a:pt x="97374" y="36092"/>
                  <a:pt x="97324" y="36067"/>
                  <a:pt x="97275" y="36067"/>
                </a:cubicBezTo>
                <a:cubicBezTo>
                  <a:pt x="97200" y="36067"/>
                  <a:pt x="97175" y="36042"/>
                  <a:pt x="97125" y="36042"/>
                </a:cubicBezTo>
                <a:cubicBezTo>
                  <a:pt x="97051" y="36042"/>
                  <a:pt x="97026" y="36042"/>
                  <a:pt x="96951" y="35993"/>
                </a:cubicBezTo>
                <a:cubicBezTo>
                  <a:pt x="96901" y="35993"/>
                  <a:pt x="96827" y="35968"/>
                  <a:pt x="96777" y="35968"/>
                </a:cubicBezTo>
                <a:cubicBezTo>
                  <a:pt x="96752" y="35968"/>
                  <a:pt x="96677" y="35943"/>
                  <a:pt x="96652" y="35943"/>
                </a:cubicBezTo>
                <a:lnTo>
                  <a:pt x="96627" y="35943"/>
                </a:lnTo>
                <a:cubicBezTo>
                  <a:pt x="96587" y="35943"/>
                  <a:pt x="96563" y="35926"/>
                  <a:pt x="96542" y="35920"/>
                </a:cubicBezTo>
                <a:close/>
                <a:moveTo>
                  <a:pt x="90380" y="35943"/>
                </a:moveTo>
                <a:lnTo>
                  <a:pt x="90380" y="35968"/>
                </a:lnTo>
                <a:lnTo>
                  <a:pt x="90380" y="35993"/>
                </a:lnTo>
                <a:cubicBezTo>
                  <a:pt x="90106" y="36042"/>
                  <a:pt x="89857" y="36067"/>
                  <a:pt x="89608" y="36092"/>
                </a:cubicBezTo>
                <a:cubicBezTo>
                  <a:pt x="89534" y="36092"/>
                  <a:pt x="89434" y="36117"/>
                  <a:pt x="89359" y="36117"/>
                </a:cubicBezTo>
                <a:cubicBezTo>
                  <a:pt x="88662" y="36217"/>
                  <a:pt x="87940" y="36341"/>
                  <a:pt x="87219" y="36490"/>
                </a:cubicBezTo>
                <a:cubicBezTo>
                  <a:pt x="86870" y="36565"/>
                  <a:pt x="86547" y="36665"/>
                  <a:pt x="86198" y="36739"/>
                </a:cubicBezTo>
                <a:cubicBezTo>
                  <a:pt x="85850" y="36839"/>
                  <a:pt x="85501" y="36938"/>
                  <a:pt x="85178" y="36988"/>
                </a:cubicBezTo>
                <a:lnTo>
                  <a:pt x="85178" y="36963"/>
                </a:lnTo>
                <a:lnTo>
                  <a:pt x="85178" y="36938"/>
                </a:lnTo>
                <a:cubicBezTo>
                  <a:pt x="86596" y="36565"/>
                  <a:pt x="87965" y="36242"/>
                  <a:pt x="89334" y="36067"/>
                </a:cubicBezTo>
                <a:cubicBezTo>
                  <a:pt x="89434" y="36067"/>
                  <a:pt x="89534" y="36042"/>
                  <a:pt x="89608" y="36042"/>
                </a:cubicBezTo>
                <a:cubicBezTo>
                  <a:pt x="89857" y="35993"/>
                  <a:pt x="90131" y="35968"/>
                  <a:pt x="90380" y="35943"/>
                </a:cubicBezTo>
                <a:close/>
                <a:moveTo>
                  <a:pt x="98121" y="36466"/>
                </a:moveTo>
                <a:lnTo>
                  <a:pt x="98121" y="36466"/>
                </a:lnTo>
                <a:cubicBezTo>
                  <a:pt x="98295" y="36490"/>
                  <a:pt x="98494" y="36515"/>
                  <a:pt x="98669" y="36590"/>
                </a:cubicBezTo>
                <a:cubicBezTo>
                  <a:pt x="98917" y="36665"/>
                  <a:pt x="99141" y="36739"/>
                  <a:pt x="99390" y="36814"/>
                </a:cubicBezTo>
                <a:cubicBezTo>
                  <a:pt x="99565" y="36864"/>
                  <a:pt x="99764" y="36914"/>
                  <a:pt x="99913" y="36963"/>
                </a:cubicBezTo>
                <a:cubicBezTo>
                  <a:pt x="99888" y="37038"/>
                  <a:pt x="99814" y="37063"/>
                  <a:pt x="99789" y="37113"/>
                </a:cubicBezTo>
                <a:lnTo>
                  <a:pt x="98121" y="36466"/>
                </a:lnTo>
                <a:close/>
                <a:moveTo>
                  <a:pt x="102925" y="33304"/>
                </a:moveTo>
                <a:lnTo>
                  <a:pt x="102925" y="33304"/>
                </a:lnTo>
                <a:cubicBezTo>
                  <a:pt x="102552" y="34599"/>
                  <a:pt x="102153" y="35918"/>
                  <a:pt x="101730" y="37187"/>
                </a:cubicBezTo>
                <a:cubicBezTo>
                  <a:pt x="101631" y="37163"/>
                  <a:pt x="101531" y="37088"/>
                  <a:pt x="101431" y="37038"/>
                </a:cubicBezTo>
                <a:cubicBezTo>
                  <a:pt x="101307" y="36963"/>
                  <a:pt x="101183" y="36938"/>
                  <a:pt x="101033" y="36864"/>
                </a:cubicBezTo>
                <a:cubicBezTo>
                  <a:pt x="100909" y="36814"/>
                  <a:pt x="100784" y="36789"/>
                  <a:pt x="100660" y="36714"/>
                </a:cubicBezTo>
                <a:cubicBezTo>
                  <a:pt x="101506" y="35619"/>
                  <a:pt x="102278" y="34474"/>
                  <a:pt x="102925" y="33304"/>
                </a:cubicBezTo>
                <a:close/>
                <a:moveTo>
                  <a:pt x="100162" y="37038"/>
                </a:moveTo>
                <a:cubicBezTo>
                  <a:pt x="100137" y="37088"/>
                  <a:pt x="100062" y="37138"/>
                  <a:pt x="100038" y="37212"/>
                </a:cubicBezTo>
                <a:cubicBezTo>
                  <a:pt x="100013" y="37212"/>
                  <a:pt x="100013" y="37187"/>
                  <a:pt x="99988" y="37187"/>
                </a:cubicBezTo>
                <a:cubicBezTo>
                  <a:pt x="100013" y="37113"/>
                  <a:pt x="100062" y="37088"/>
                  <a:pt x="100112" y="37038"/>
                </a:cubicBezTo>
                <a:close/>
                <a:moveTo>
                  <a:pt x="96478" y="36167"/>
                </a:moveTo>
                <a:lnTo>
                  <a:pt x="96478" y="36167"/>
                </a:lnTo>
                <a:cubicBezTo>
                  <a:pt x="96578" y="36192"/>
                  <a:pt x="96677" y="36217"/>
                  <a:pt x="96777" y="36217"/>
                </a:cubicBezTo>
                <a:cubicBezTo>
                  <a:pt x="97748" y="36515"/>
                  <a:pt x="98693" y="36864"/>
                  <a:pt x="99664" y="37237"/>
                </a:cubicBezTo>
                <a:lnTo>
                  <a:pt x="99639" y="37287"/>
                </a:lnTo>
                <a:cubicBezTo>
                  <a:pt x="98619" y="36839"/>
                  <a:pt x="97548" y="36466"/>
                  <a:pt x="96478" y="36167"/>
                </a:cubicBezTo>
                <a:close/>
                <a:moveTo>
                  <a:pt x="103423" y="32334"/>
                </a:moveTo>
                <a:cubicBezTo>
                  <a:pt x="103024" y="33976"/>
                  <a:pt x="102502" y="35619"/>
                  <a:pt x="101929" y="37312"/>
                </a:cubicBezTo>
                <a:cubicBezTo>
                  <a:pt x="101904" y="37312"/>
                  <a:pt x="101904" y="37287"/>
                  <a:pt x="101880" y="37287"/>
                </a:cubicBezTo>
                <a:cubicBezTo>
                  <a:pt x="102427" y="35694"/>
                  <a:pt x="102900" y="34126"/>
                  <a:pt x="103298" y="32583"/>
                </a:cubicBezTo>
                <a:cubicBezTo>
                  <a:pt x="103348" y="32483"/>
                  <a:pt x="103398" y="32433"/>
                  <a:pt x="103423" y="32334"/>
                </a:cubicBezTo>
                <a:close/>
                <a:moveTo>
                  <a:pt x="113479" y="21631"/>
                </a:moveTo>
                <a:lnTo>
                  <a:pt x="113479" y="21631"/>
                </a:lnTo>
                <a:cubicBezTo>
                  <a:pt x="115072" y="23622"/>
                  <a:pt x="116217" y="26011"/>
                  <a:pt x="116939" y="28724"/>
                </a:cubicBezTo>
                <a:cubicBezTo>
                  <a:pt x="116939" y="29148"/>
                  <a:pt x="116964" y="29596"/>
                  <a:pt x="116988" y="30019"/>
                </a:cubicBezTo>
                <a:lnTo>
                  <a:pt x="116988" y="30218"/>
                </a:lnTo>
                <a:cubicBezTo>
                  <a:pt x="117038" y="30591"/>
                  <a:pt x="116988" y="30965"/>
                  <a:pt x="116988" y="31338"/>
                </a:cubicBezTo>
                <a:lnTo>
                  <a:pt x="116988" y="31662"/>
                </a:lnTo>
                <a:lnTo>
                  <a:pt x="116988" y="31786"/>
                </a:lnTo>
                <a:cubicBezTo>
                  <a:pt x="116988" y="31886"/>
                  <a:pt x="116988" y="32010"/>
                  <a:pt x="116964" y="32110"/>
                </a:cubicBezTo>
                <a:cubicBezTo>
                  <a:pt x="116964" y="32234"/>
                  <a:pt x="116939" y="32383"/>
                  <a:pt x="116939" y="32508"/>
                </a:cubicBezTo>
                <a:cubicBezTo>
                  <a:pt x="116889" y="32707"/>
                  <a:pt x="116889" y="32906"/>
                  <a:pt x="116864" y="33105"/>
                </a:cubicBezTo>
                <a:cubicBezTo>
                  <a:pt x="116864" y="33130"/>
                  <a:pt x="116864" y="33180"/>
                  <a:pt x="116839" y="33205"/>
                </a:cubicBezTo>
                <a:cubicBezTo>
                  <a:pt x="116839" y="33230"/>
                  <a:pt x="116839" y="33255"/>
                  <a:pt x="116814" y="33329"/>
                </a:cubicBezTo>
                <a:cubicBezTo>
                  <a:pt x="116764" y="33603"/>
                  <a:pt x="116715" y="33877"/>
                  <a:pt x="116640" y="34176"/>
                </a:cubicBezTo>
                <a:cubicBezTo>
                  <a:pt x="116615" y="34225"/>
                  <a:pt x="116615" y="34325"/>
                  <a:pt x="116615" y="34375"/>
                </a:cubicBezTo>
                <a:cubicBezTo>
                  <a:pt x="116366" y="35370"/>
                  <a:pt x="116067" y="36416"/>
                  <a:pt x="115619" y="37362"/>
                </a:cubicBezTo>
                <a:cubicBezTo>
                  <a:pt x="115122" y="35719"/>
                  <a:pt x="114474" y="34225"/>
                  <a:pt x="113628" y="32881"/>
                </a:cubicBezTo>
                <a:cubicBezTo>
                  <a:pt x="113728" y="32234"/>
                  <a:pt x="113777" y="31612"/>
                  <a:pt x="113852" y="30990"/>
                </a:cubicBezTo>
                <a:cubicBezTo>
                  <a:pt x="113852" y="30865"/>
                  <a:pt x="113877" y="30741"/>
                  <a:pt x="113877" y="30616"/>
                </a:cubicBezTo>
                <a:cubicBezTo>
                  <a:pt x="113952" y="29969"/>
                  <a:pt x="113977" y="29347"/>
                  <a:pt x="114001" y="28700"/>
                </a:cubicBezTo>
                <a:lnTo>
                  <a:pt x="114001" y="28202"/>
                </a:lnTo>
                <a:lnTo>
                  <a:pt x="114001" y="26708"/>
                </a:lnTo>
                <a:lnTo>
                  <a:pt x="114001" y="26210"/>
                </a:lnTo>
                <a:cubicBezTo>
                  <a:pt x="113977" y="25613"/>
                  <a:pt x="113952" y="25041"/>
                  <a:pt x="113877" y="24468"/>
                </a:cubicBezTo>
                <a:cubicBezTo>
                  <a:pt x="113852" y="24269"/>
                  <a:pt x="113852" y="24120"/>
                  <a:pt x="113827" y="23921"/>
                </a:cubicBezTo>
                <a:cubicBezTo>
                  <a:pt x="113753" y="23348"/>
                  <a:pt x="113653" y="22751"/>
                  <a:pt x="113578" y="22178"/>
                </a:cubicBezTo>
                <a:cubicBezTo>
                  <a:pt x="113578" y="22128"/>
                  <a:pt x="113529" y="22054"/>
                  <a:pt x="113529" y="22004"/>
                </a:cubicBezTo>
                <a:cubicBezTo>
                  <a:pt x="113504" y="21879"/>
                  <a:pt x="113479" y="21755"/>
                  <a:pt x="113479" y="21631"/>
                </a:cubicBezTo>
                <a:close/>
                <a:moveTo>
                  <a:pt x="65156" y="30581"/>
                </a:moveTo>
                <a:cubicBezTo>
                  <a:pt x="66537" y="30581"/>
                  <a:pt x="67809" y="30781"/>
                  <a:pt x="68949" y="31189"/>
                </a:cubicBezTo>
                <a:cubicBezTo>
                  <a:pt x="69148" y="32060"/>
                  <a:pt x="69397" y="32881"/>
                  <a:pt x="69695" y="33703"/>
                </a:cubicBezTo>
                <a:cubicBezTo>
                  <a:pt x="67704" y="34823"/>
                  <a:pt x="65762" y="36067"/>
                  <a:pt x="63796" y="37411"/>
                </a:cubicBezTo>
                <a:cubicBezTo>
                  <a:pt x="62452" y="35545"/>
                  <a:pt x="61307" y="33479"/>
                  <a:pt x="60361" y="31263"/>
                </a:cubicBezTo>
                <a:cubicBezTo>
                  <a:pt x="62063" y="30812"/>
                  <a:pt x="63672" y="30581"/>
                  <a:pt x="65156" y="30581"/>
                </a:cubicBezTo>
                <a:close/>
                <a:moveTo>
                  <a:pt x="100510" y="36864"/>
                </a:moveTo>
                <a:cubicBezTo>
                  <a:pt x="100909" y="37063"/>
                  <a:pt x="101282" y="37212"/>
                  <a:pt x="101631" y="37411"/>
                </a:cubicBezTo>
                <a:cubicBezTo>
                  <a:pt x="101531" y="37362"/>
                  <a:pt x="101431" y="37337"/>
                  <a:pt x="101357" y="37287"/>
                </a:cubicBezTo>
                <a:cubicBezTo>
                  <a:pt x="101307" y="37237"/>
                  <a:pt x="101257" y="37237"/>
                  <a:pt x="101232" y="37212"/>
                </a:cubicBezTo>
                <a:cubicBezTo>
                  <a:pt x="101008" y="37113"/>
                  <a:pt x="100759" y="37038"/>
                  <a:pt x="100510" y="36938"/>
                </a:cubicBezTo>
                <a:lnTo>
                  <a:pt x="100510" y="36914"/>
                </a:lnTo>
                <a:lnTo>
                  <a:pt x="100510" y="36864"/>
                </a:lnTo>
                <a:close/>
                <a:moveTo>
                  <a:pt x="99888" y="37343"/>
                </a:moveTo>
                <a:cubicBezTo>
                  <a:pt x="99894" y="37343"/>
                  <a:pt x="99901" y="37349"/>
                  <a:pt x="99913" y="37362"/>
                </a:cubicBezTo>
                <a:cubicBezTo>
                  <a:pt x="99913" y="37411"/>
                  <a:pt x="99888" y="37411"/>
                  <a:pt x="99888" y="37436"/>
                </a:cubicBezTo>
                <a:cubicBezTo>
                  <a:pt x="99863" y="37436"/>
                  <a:pt x="99863" y="37411"/>
                  <a:pt x="99814" y="37411"/>
                </a:cubicBezTo>
                <a:lnTo>
                  <a:pt x="99863" y="37362"/>
                </a:lnTo>
                <a:cubicBezTo>
                  <a:pt x="99876" y="37349"/>
                  <a:pt x="99882" y="37343"/>
                  <a:pt x="99888" y="37343"/>
                </a:cubicBezTo>
                <a:close/>
                <a:moveTo>
                  <a:pt x="60187" y="31313"/>
                </a:moveTo>
                <a:cubicBezTo>
                  <a:pt x="61108" y="33553"/>
                  <a:pt x="62253" y="35619"/>
                  <a:pt x="63647" y="37486"/>
                </a:cubicBezTo>
                <a:lnTo>
                  <a:pt x="63572" y="37561"/>
                </a:lnTo>
                <a:cubicBezTo>
                  <a:pt x="62203" y="35694"/>
                  <a:pt x="61058" y="33578"/>
                  <a:pt x="60112" y="31338"/>
                </a:cubicBezTo>
                <a:cubicBezTo>
                  <a:pt x="60162" y="31338"/>
                  <a:pt x="60162" y="31338"/>
                  <a:pt x="60187" y="31313"/>
                </a:cubicBezTo>
                <a:close/>
                <a:moveTo>
                  <a:pt x="101805" y="37461"/>
                </a:moveTo>
                <a:cubicBezTo>
                  <a:pt x="101855" y="37461"/>
                  <a:pt x="101855" y="37486"/>
                  <a:pt x="101880" y="37486"/>
                </a:cubicBezTo>
                <a:lnTo>
                  <a:pt x="101880" y="37536"/>
                </a:lnTo>
                <a:lnTo>
                  <a:pt x="101880" y="37561"/>
                </a:lnTo>
                <a:cubicBezTo>
                  <a:pt x="101805" y="37536"/>
                  <a:pt x="101805" y="37536"/>
                  <a:pt x="101780" y="37536"/>
                </a:cubicBezTo>
                <a:cubicBezTo>
                  <a:pt x="101780" y="37486"/>
                  <a:pt x="101805" y="37461"/>
                  <a:pt x="101805" y="37461"/>
                </a:cubicBezTo>
                <a:close/>
                <a:moveTo>
                  <a:pt x="69745" y="33852"/>
                </a:moveTo>
                <a:cubicBezTo>
                  <a:pt x="69745" y="33877"/>
                  <a:pt x="69770" y="33877"/>
                  <a:pt x="69770" y="33927"/>
                </a:cubicBezTo>
                <a:cubicBezTo>
                  <a:pt x="67828" y="35072"/>
                  <a:pt x="65862" y="36291"/>
                  <a:pt x="63921" y="37611"/>
                </a:cubicBezTo>
                <a:cubicBezTo>
                  <a:pt x="63921" y="37586"/>
                  <a:pt x="63896" y="37586"/>
                  <a:pt x="63896" y="37561"/>
                </a:cubicBezTo>
                <a:cubicBezTo>
                  <a:pt x="65837" y="36217"/>
                  <a:pt x="67804" y="34997"/>
                  <a:pt x="69745" y="33852"/>
                </a:cubicBezTo>
                <a:close/>
                <a:moveTo>
                  <a:pt x="113553" y="33180"/>
                </a:moveTo>
                <a:cubicBezTo>
                  <a:pt x="114350" y="34499"/>
                  <a:pt x="114997" y="35993"/>
                  <a:pt x="115470" y="37660"/>
                </a:cubicBezTo>
                <a:cubicBezTo>
                  <a:pt x="115470" y="37685"/>
                  <a:pt x="115445" y="37710"/>
                  <a:pt x="115445" y="37735"/>
                </a:cubicBezTo>
                <a:cubicBezTo>
                  <a:pt x="114997" y="36092"/>
                  <a:pt x="114350" y="34599"/>
                  <a:pt x="113553" y="33255"/>
                </a:cubicBezTo>
                <a:lnTo>
                  <a:pt x="113553" y="33180"/>
                </a:lnTo>
                <a:close/>
                <a:moveTo>
                  <a:pt x="63746" y="37685"/>
                </a:moveTo>
                <a:cubicBezTo>
                  <a:pt x="63746" y="37710"/>
                  <a:pt x="63796" y="37710"/>
                  <a:pt x="63796" y="37735"/>
                </a:cubicBezTo>
                <a:cubicBezTo>
                  <a:pt x="63746" y="37735"/>
                  <a:pt x="63746" y="37760"/>
                  <a:pt x="63721" y="37760"/>
                </a:cubicBezTo>
                <a:cubicBezTo>
                  <a:pt x="63697" y="37735"/>
                  <a:pt x="63697" y="37710"/>
                  <a:pt x="63697" y="37710"/>
                </a:cubicBezTo>
                <a:cubicBezTo>
                  <a:pt x="63721" y="37710"/>
                  <a:pt x="63721" y="37685"/>
                  <a:pt x="63746" y="37685"/>
                </a:cubicBezTo>
                <a:close/>
                <a:moveTo>
                  <a:pt x="116152" y="36779"/>
                </a:moveTo>
                <a:cubicBezTo>
                  <a:pt x="116024" y="37110"/>
                  <a:pt x="115888" y="37437"/>
                  <a:pt x="115744" y="37760"/>
                </a:cubicBezTo>
                <a:cubicBezTo>
                  <a:pt x="115744" y="37735"/>
                  <a:pt x="115744" y="37710"/>
                  <a:pt x="115719" y="37710"/>
                </a:cubicBezTo>
                <a:cubicBezTo>
                  <a:pt x="115719" y="37710"/>
                  <a:pt x="115719" y="37685"/>
                  <a:pt x="115744" y="37685"/>
                </a:cubicBezTo>
                <a:cubicBezTo>
                  <a:pt x="115794" y="37660"/>
                  <a:pt x="115794" y="37586"/>
                  <a:pt x="115819" y="37561"/>
                </a:cubicBezTo>
                <a:cubicBezTo>
                  <a:pt x="115918" y="37312"/>
                  <a:pt x="116043" y="37063"/>
                  <a:pt x="116117" y="36814"/>
                </a:cubicBezTo>
                <a:cubicBezTo>
                  <a:pt x="116133" y="36806"/>
                  <a:pt x="116143" y="36794"/>
                  <a:pt x="116152" y="36779"/>
                </a:cubicBezTo>
                <a:close/>
                <a:moveTo>
                  <a:pt x="100311" y="37113"/>
                </a:moveTo>
                <a:cubicBezTo>
                  <a:pt x="100510" y="37187"/>
                  <a:pt x="100660" y="37237"/>
                  <a:pt x="100809" y="37312"/>
                </a:cubicBezTo>
                <a:cubicBezTo>
                  <a:pt x="101058" y="37411"/>
                  <a:pt x="101307" y="37486"/>
                  <a:pt x="101531" y="37611"/>
                </a:cubicBezTo>
                <a:cubicBezTo>
                  <a:pt x="101506" y="37685"/>
                  <a:pt x="101481" y="37760"/>
                  <a:pt x="101431" y="37835"/>
                </a:cubicBezTo>
                <a:cubicBezTo>
                  <a:pt x="101033" y="37635"/>
                  <a:pt x="100610" y="37461"/>
                  <a:pt x="100187" y="37262"/>
                </a:cubicBezTo>
                <a:cubicBezTo>
                  <a:pt x="100237" y="37212"/>
                  <a:pt x="100286" y="37187"/>
                  <a:pt x="100311" y="37113"/>
                </a:cubicBezTo>
                <a:close/>
                <a:moveTo>
                  <a:pt x="72408" y="33678"/>
                </a:moveTo>
                <a:lnTo>
                  <a:pt x="72408" y="33678"/>
                </a:lnTo>
                <a:cubicBezTo>
                  <a:pt x="73031" y="34474"/>
                  <a:pt x="73504" y="35420"/>
                  <a:pt x="73777" y="36466"/>
                </a:cubicBezTo>
                <a:lnTo>
                  <a:pt x="73777" y="36490"/>
                </a:lnTo>
                <a:cubicBezTo>
                  <a:pt x="73777" y="36515"/>
                  <a:pt x="73777" y="36565"/>
                  <a:pt x="73802" y="36590"/>
                </a:cubicBezTo>
                <a:lnTo>
                  <a:pt x="73802" y="36690"/>
                </a:lnTo>
                <a:cubicBezTo>
                  <a:pt x="73852" y="36864"/>
                  <a:pt x="73877" y="37038"/>
                  <a:pt x="73902" y="37212"/>
                </a:cubicBezTo>
                <a:cubicBezTo>
                  <a:pt x="73902" y="37287"/>
                  <a:pt x="73927" y="37337"/>
                  <a:pt x="73927" y="37411"/>
                </a:cubicBezTo>
                <a:lnTo>
                  <a:pt x="73927" y="37486"/>
                </a:lnTo>
                <a:cubicBezTo>
                  <a:pt x="73927" y="37561"/>
                  <a:pt x="73977" y="37586"/>
                  <a:pt x="73977" y="37660"/>
                </a:cubicBezTo>
                <a:cubicBezTo>
                  <a:pt x="73977" y="37710"/>
                  <a:pt x="73977" y="37810"/>
                  <a:pt x="73927" y="37859"/>
                </a:cubicBezTo>
                <a:cubicBezTo>
                  <a:pt x="73753" y="37536"/>
                  <a:pt x="73603" y="37187"/>
                  <a:pt x="73429" y="36814"/>
                </a:cubicBezTo>
                <a:cubicBezTo>
                  <a:pt x="73404" y="36714"/>
                  <a:pt x="73354" y="36615"/>
                  <a:pt x="73304" y="36490"/>
                </a:cubicBezTo>
                <a:cubicBezTo>
                  <a:pt x="73155" y="36117"/>
                  <a:pt x="73031" y="35794"/>
                  <a:pt x="72906" y="35420"/>
                </a:cubicBezTo>
                <a:cubicBezTo>
                  <a:pt x="72856" y="35246"/>
                  <a:pt x="72807" y="35097"/>
                  <a:pt x="72757" y="34947"/>
                </a:cubicBezTo>
                <a:cubicBezTo>
                  <a:pt x="72657" y="34624"/>
                  <a:pt x="72558" y="34325"/>
                  <a:pt x="72508" y="34001"/>
                </a:cubicBezTo>
                <a:cubicBezTo>
                  <a:pt x="72483" y="33877"/>
                  <a:pt x="72433" y="33802"/>
                  <a:pt x="72408" y="33678"/>
                </a:cubicBezTo>
                <a:close/>
                <a:moveTo>
                  <a:pt x="101730" y="37710"/>
                </a:moveTo>
                <a:cubicBezTo>
                  <a:pt x="101755" y="37710"/>
                  <a:pt x="101755" y="37735"/>
                  <a:pt x="101780" y="37735"/>
                </a:cubicBezTo>
                <a:cubicBezTo>
                  <a:pt x="101755" y="37810"/>
                  <a:pt x="101730" y="37909"/>
                  <a:pt x="101730" y="37959"/>
                </a:cubicBezTo>
                <a:cubicBezTo>
                  <a:pt x="101680" y="37959"/>
                  <a:pt x="101680" y="37934"/>
                  <a:pt x="101655" y="37934"/>
                </a:cubicBezTo>
                <a:cubicBezTo>
                  <a:pt x="101655" y="37859"/>
                  <a:pt x="101680" y="37760"/>
                  <a:pt x="101730" y="37710"/>
                </a:cubicBezTo>
                <a:close/>
                <a:moveTo>
                  <a:pt x="75769" y="31039"/>
                </a:moveTo>
                <a:lnTo>
                  <a:pt x="75769" y="31039"/>
                </a:lnTo>
                <a:cubicBezTo>
                  <a:pt x="75744" y="33205"/>
                  <a:pt x="75346" y="35569"/>
                  <a:pt x="74549" y="38059"/>
                </a:cubicBezTo>
                <a:cubicBezTo>
                  <a:pt x="74524" y="37909"/>
                  <a:pt x="74499" y="37710"/>
                  <a:pt x="74425" y="37561"/>
                </a:cubicBezTo>
                <a:lnTo>
                  <a:pt x="74425" y="37536"/>
                </a:lnTo>
                <a:lnTo>
                  <a:pt x="74425" y="37436"/>
                </a:lnTo>
                <a:cubicBezTo>
                  <a:pt x="74375" y="37113"/>
                  <a:pt x="74350" y="36839"/>
                  <a:pt x="74250" y="36565"/>
                </a:cubicBezTo>
                <a:lnTo>
                  <a:pt x="74250" y="36441"/>
                </a:lnTo>
                <a:lnTo>
                  <a:pt x="74151" y="35594"/>
                </a:lnTo>
                <a:cubicBezTo>
                  <a:pt x="74151" y="35470"/>
                  <a:pt x="74126" y="35345"/>
                  <a:pt x="74126" y="35221"/>
                </a:cubicBezTo>
                <a:lnTo>
                  <a:pt x="74126" y="35072"/>
                </a:lnTo>
                <a:lnTo>
                  <a:pt x="74126" y="34997"/>
                </a:lnTo>
                <a:lnTo>
                  <a:pt x="74126" y="34873"/>
                </a:lnTo>
                <a:lnTo>
                  <a:pt x="74126" y="33827"/>
                </a:lnTo>
                <a:lnTo>
                  <a:pt x="74126" y="33703"/>
                </a:lnTo>
                <a:lnTo>
                  <a:pt x="74126" y="33479"/>
                </a:lnTo>
                <a:cubicBezTo>
                  <a:pt x="74151" y="33105"/>
                  <a:pt x="74176" y="32732"/>
                  <a:pt x="74250" y="32359"/>
                </a:cubicBezTo>
                <a:cubicBezTo>
                  <a:pt x="74250" y="32259"/>
                  <a:pt x="74275" y="32159"/>
                  <a:pt x="74275" y="32110"/>
                </a:cubicBezTo>
                <a:cubicBezTo>
                  <a:pt x="74300" y="31985"/>
                  <a:pt x="74325" y="31861"/>
                  <a:pt x="74325" y="31736"/>
                </a:cubicBezTo>
                <a:cubicBezTo>
                  <a:pt x="74798" y="31487"/>
                  <a:pt x="75296" y="31263"/>
                  <a:pt x="75769" y="31039"/>
                </a:cubicBezTo>
                <a:close/>
                <a:moveTo>
                  <a:pt x="100062" y="37436"/>
                </a:moveTo>
                <a:cubicBezTo>
                  <a:pt x="100535" y="37611"/>
                  <a:pt x="100983" y="37810"/>
                  <a:pt x="101407" y="38034"/>
                </a:cubicBezTo>
                <a:cubicBezTo>
                  <a:pt x="101407" y="38059"/>
                  <a:pt x="101407" y="38059"/>
                  <a:pt x="101382" y="38083"/>
                </a:cubicBezTo>
                <a:cubicBezTo>
                  <a:pt x="100934" y="37859"/>
                  <a:pt x="100486" y="37685"/>
                  <a:pt x="100038" y="37486"/>
                </a:cubicBezTo>
                <a:cubicBezTo>
                  <a:pt x="100038" y="37461"/>
                  <a:pt x="100062" y="37461"/>
                  <a:pt x="100062" y="37436"/>
                </a:cubicBezTo>
                <a:close/>
                <a:moveTo>
                  <a:pt x="101556" y="38083"/>
                </a:moveTo>
                <a:cubicBezTo>
                  <a:pt x="101606" y="38083"/>
                  <a:pt x="101606" y="38108"/>
                  <a:pt x="101631" y="38108"/>
                </a:cubicBezTo>
                <a:cubicBezTo>
                  <a:pt x="101631" y="38133"/>
                  <a:pt x="101631" y="38133"/>
                  <a:pt x="101606" y="38183"/>
                </a:cubicBezTo>
                <a:cubicBezTo>
                  <a:pt x="101567" y="38183"/>
                  <a:pt x="101558" y="38153"/>
                  <a:pt x="101545" y="38140"/>
                </a:cubicBezTo>
                <a:lnTo>
                  <a:pt x="101545" y="38140"/>
                </a:lnTo>
                <a:cubicBezTo>
                  <a:pt x="101556" y="38136"/>
                  <a:pt x="101556" y="38102"/>
                  <a:pt x="101556" y="38083"/>
                </a:cubicBezTo>
                <a:close/>
                <a:moveTo>
                  <a:pt x="59938" y="31363"/>
                </a:moveTo>
                <a:cubicBezTo>
                  <a:pt x="60859" y="33628"/>
                  <a:pt x="62054" y="35744"/>
                  <a:pt x="63423" y="37660"/>
                </a:cubicBezTo>
                <a:cubicBezTo>
                  <a:pt x="63049" y="37909"/>
                  <a:pt x="62701" y="38158"/>
                  <a:pt x="62328" y="38407"/>
                </a:cubicBezTo>
                <a:cubicBezTo>
                  <a:pt x="61183" y="36291"/>
                  <a:pt x="59838" y="34076"/>
                  <a:pt x="58345" y="31861"/>
                </a:cubicBezTo>
                <a:cubicBezTo>
                  <a:pt x="58868" y="31687"/>
                  <a:pt x="59390" y="31487"/>
                  <a:pt x="59938" y="31363"/>
                </a:cubicBezTo>
                <a:close/>
                <a:moveTo>
                  <a:pt x="76018" y="30865"/>
                </a:moveTo>
                <a:cubicBezTo>
                  <a:pt x="76018" y="33230"/>
                  <a:pt x="75545" y="35794"/>
                  <a:pt x="74674" y="38457"/>
                </a:cubicBezTo>
                <a:cubicBezTo>
                  <a:pt x="74674" y="38432"/>
                  <a:pt x="74649" y="38407"/>
                  <a:pt x="74649" y="38357"/>
                </a:cubicBezTo>
                <a:cubicBezTo>
                  <a:pt x="75495" y="35744"/>
                  <a:pt x="75943" y="33230"/>
                  <a:pt x="75943" y="30890"/>
                </a:cubicBezTo>
                <a:cubicBezTo>
                  <a:pt x="75968" y="30890"/>
                  <a:pt x="75993" y="30890"/>
                  <a:pt x="76018" y="30865"/>
                </a:cubicBezTo>
                <a:close/>
                <a:moveTo>
                  <a:pt x="85302" y="34922"/>
                </a:moveTo>
                <a:lnTo>
                  <a:pt x="85302" y="34922"/>
                </a:lnTo>
                <a:cubicBezTo>
                  <a:pt x="85128" y="35569"/>
                  <a:pt x="84954" y="36242"/>
                  <a:pt x="84705" y="36864"/>
                </a:cubicBezTo>
                <a:cubicBezTo>
                  <a:pt x="84555" y="36914"/>
                  <a:pt x="84381" y="36963"/>
                  <a:pt x="84257" y="36988"/>
                </a:cubicBezTo>
                <a:cubicBezTo>
                  <a:pt x="84107" y="37038"/>
                  <a:pt x="83958" y="37088"/>
                  <a:pt x="83809" y="37113"/>
                </a:cubicBezTo>
                <a:cubicBezTo>
                  <a:pt x="83385" y="37237"/>
                  <a:pt x="82987" y="37362"/>
                  <a:pt x="82564" y="37536"/>
                </a:cubicBezTo>
                <a:cubicBezTo>
                  <a:pt x="82365" y="37586"/>
                  <a:pt x="82216" y="37611"/>
                  <a:pt x="82066" y="37685"/>
                </a:cubicBezTo>
                <a:cubicBezTo>
                  <a:pt x="81718" y="37810"/>
                  <a:pt x="81394" y="37934"/>
                  <a:pt x="81071" y="38059"/>
                </a:cubicBezTo>
                <a:cubicBezTo>
                  <a:pt x="80996" y="38083"/>
                  <a:pt x="80946" y="38108"/>
                  <a:pt x="80871" y="38108"/>
                </a:cubicBezTo>
                <a:cubicBezTo>
                  <a:pt x="80697" y="38183"/>
                  <a:pt x="80498" y="38233"/>
                  <a:pt x="80324" y="38332"/>
                </a:cubicBezTo>
                <a:cubicBezTo>
                  <a:pt x="80150" y="38382"/>
                  <a:pt x="80000" y="38457"/>
                  <a:pt x="79876" y="38532"/>
                </a:cubicBezTo>
                <a:cubicBezTo>
                  <a:pt x="80324" y="37536"/>
                  <a:pt x="80722" y="36565"/>
                  <a:pt x="81071" y="35569"/>
                </a:cubicBezTo>
                <a:cubicBezTo>
                  <a:pt x="82365" y="35221"/>
                  <a:pt x="83809" y="34997"/>
                  <a:pt x="85302" y="34922"/>
                </a:cubicBezTo>
                <a:close/>
                <a:moveTo>
                  <a:pt x="17524" y="36490"/>
                </a:moveTo>
                <a:lnTo>
                  <a:pt x="17524" y="36540"/>
                </a:lnTo>
                <a:lnTo>
                  <a:pt x="17524" y="36565"/>
                </a:lnTo>
                <a:lnTo>
                  <a:pt x="17524" y="36590"/>
                </a:lnTo>
                <a:cubicBezTo>
                  <a:pt x="17399" y="36739"/>
                  <a:pt x="17250" y="36938"/>
                  <a:pt x="17125" y="37113"/>
                </a:cubicBezTo>
                <a:cubicBezTo>
                  <a:pt x="16805" y="37529"/>
                  <a:pt x="16417" y="38027"/>
                  <a:pt x="16019" y="38550"/>
                </a:cubicBezTo>
                <a:lnTo>
                  <a:pt x="16019" y="38550"/>
                </a:lnTo>
                <a:lnTo>
                  <a:pt x="16154" y="38357"/>
                </a:lnTo>
                <a:cubicBezTo>
                  <a:pt x="16379" y="38083"/>
                  <a:pt x="16553" y="37810"/>
                  <a:pt x="16777" y="37536"/>
                </a:cubicBezTo>
                <a:cubicBezTo>
                  <a:pt x="16802" y="37461"/>
                  <a:pt x="16851" y="37436"/>
                  <a:pt x="16876" y="37362"/>
                </a:cubicBezTo>
                <a:cubicBezTo>
                  <a:pt x="17100" y="37088"/>
                  <a:pt x="17299" y="36814"/>
                  <a:pt x="17524" y="36490"/>
                </a:cubicBezTo>
                <a:close/>
                <a:moveTo>
                  <a:pt x="58196" y="31960"/>
                </a:moveTo>
                <a:cubicBezTo>
                  <a:pt x="59639" y="34176"/>
                  <a:pt x="61033" y="36416"/>
                  <a:pt x="62178" y="38532"/>
                </a:cubicBezTo>
                <a:lnTo>
                  <a:pt x="62128" y="38556"/>
                </a:lnTo>
                <a:cubicBezTo>
                  <a:pt x="60983" y="36441"/>
                  <a:pt x="59614" y="34200"/>
                  <a:pt x="58121" y="31985"/>
                </a:cubicBezTo>
                <a:cubicBezTo>
                  <a:pt x="58171" y="31985"/>
                  <a:pt x="58171" y="31985"/>
                  <a:pt x="58196" y="31960"/>
                </a:cubicBezTo>
                <a:close/>
                <a:moveTo>
                  <a:pt x="82514" y="28227"/>
                </a:moveTo>
                <a:lnTo>
                  <a:pt x="82514" y="28227"/>
                </a:lnTo>
                <a:cubicBezTo>
                  <a:pt x="82166" y="30467"/>
                  <a:pt x="81519" y="32831"/>
                  <a:pt x="80647" y="35246"/>
                </a:cubicBezTo>
                <a:cubicBezTo>
                  <a:pt x="78208" y="35968"/>
                  <a:pt x="76192" y="37088"/>
                  <a:pt x="74848" y="38556"/>
                </a:cubicBezTo>
                <a:cubicBezTo>
                  <a:pt x="75744" y="35818"/>
                  <a:pt x="76217" y="33205"/>
                  <a:pt x="76167" y="30815"/>
                </a:cubicBezTo>
                <a:cubicBezTo>
                  <a:pt x="78308" y="29820"/>
                  <a:pt x="80448" y="28948"/>
                  <a:pt x="82514" y="28227"/>
                </a:cubicBezTo>
                <a:close/>
                <a:moveTo>
                  <a:pt x="63497" y="37810"/>
                </a:moveTo>
                <a:lnTo>
                  <a:pt x="63572" y="37859"/>
                </a:lnTo>
                <a:cubicBezTo>
                  <a:pt x="63199" y="38108"/>
                  <a:pt x="62825" y="38357"/>
                  <a:pt x="62452" y="38656"/>
                </a:cubicBezTo>
                <a:cubicBezTo>
                  <a:pt x="62452" y="38606"/>
                  <a:pt x="62427" y="38606"/>
                  <a:pt x="62427" y="38581"/>
                </a:cubicBezTo>
                <a:cubicBezTo>
                  <a:pt x="62800" y="38332"/>
                  <a:pt x="63174" y="38059"/>
                  <a:pt x="63497" y="37810"/>
                </a:cubicBezTo>
                <a:close/>
                <a:moveTo>
                  <a:pt x="80747" y="35694"/>
                </a:moveTo>
                <a:cubicBezTo>
                  <a:pt x="80398" y="36615"/>
                  <a:pt x="80000" y="37611"/>
                  <a:pt x="79552" y="38656"/>
                </a:cubicBezTo>
                <a:cubicBezTo>
                  <a:pt x="79527" y="38656"/>
                  <a:pt x="79527" y="38656"/>
                  <a:pt x="79502" y="38681"/>
                </a:cubicBezTo>
                <a:cubicBezTo>
                  <a:pt x="79926" y="37635"/>
                  <a:pt x="80349" y="36665"/>
                  <a:pt x="80722" y="35694"/>
                </a:cubicBezTo>
                <a:close/>
                <a:moveTo>
                  <a:pt x="84680" y="37063"/>
                </a:moveTo>
                <a:lnTo>
                  <a:pt x="84630" y="37113"/>
                </a:lnTo>
                <a:cubicBezTo>
                  <a:pt x="84356" y="37212"/>
                  <a:pt x="84082" y="37337"/>
                  <a:pt x="83809" y="37411"/>
                </a:cubicBezTo>
                <a:cubicBezTo>
                  <a:pt x="83585" y="37461"/>
                  <a:pt x="83336" y="37561"/>
                  <a:pt x="83112" y="37611"/>
                </a:cubicBezTo>
                <a:cubicBezTo>
                  <a:pt x="82464" y="37835"/>
                  <a:pt x="81817" y="38059"/>
                  <a:pt x="81120" y="38308"/>
                </a:cubicBezTo>
                <a:lnTo>
                  <a:pt x="80847" y="38382"/>
                </a:lnTo>
                <a:cubicBezTo>
                  <a:pt x="80473" y="38532"/>
                  <a:pt x="80100" y="38681"/>
                  <a:pt x="79726" y="38805"/>
                </a:cubicBezTo>
                <a:lnTo>
                  <a:pt x="79726" y="38780"/>
                </a:lnTo>
                <a:cubicBezTo>
                  <a:pt x="79726" y="38780"/>
                  <a:pt x="79726" y="38731"/>
                  <a:pt x="79751" y="38731"/>
                </a:cubicBezTo>
                <a:cubicBezTo>
                  <a:pt x="81444" y="38059"/>
                  <a:pt x="83087" y="37486"/>
                  <a:pt x="84680" y="37063"/>
                </a:cubicBezTo>
                <a:close/>
                <a:moveTo>
                  <a:pt x="19306" y="35769"/>
                </a:moveTo>
                <a:cubicBezTo>
                  <a:pt x="19770" y="35769"/>
                  <a:pt x="20349" y="35868"/>
                  <a:pt x="21033" y="36067"/>
                </a:cubicBezTo>
                <a:lnTo>
                  <a:pt x="18718" y="38855"/>
                </a:lnTo>
                <a:cubicBezTo>
                  <a:pt x="18046" y="37635"/>
                  <a:pt x="17847" y="36739"/>
                  <a:pt x="18121" y="36242"/>
                </a:cubicBezTo>
                <a:cubicBezTo>
                  <a:pt x="18171" y="36192"/>
                  <a:pt x="18220" y="36117"/>
                  <a:pt x="18270" y="36067"/>
                </a:cubicBezTo>
                <a:cubicBezTo>
                  <a:pt x="18494" y="35868"/>
                  <a:pt x="18843" y="35769"/>
                  <a:pt x="19306" y="35769"/>
                </a:cubicBezTo>
                <a:close/>
                <a:moveTo>
                  <a:pt x="80598" y="35445"/>
                </a:moveTo>
                <a:cubicBezTo>
                  <a:pt x="80598" y="35470"/>
                  <a:pt x="80573" y="35495"/>
                  <a:pt x="80573" y="35495"/>
                </a:cubicBezTo>
                <a:cubicBezTo>
                  <a:pt x="78108" y="36217"/>
                  <a:pt x="76142" y="37411"/>
                  <a:pt x="74848" y="38905"/>
                </a:cubicBezTo>
                <a:cubicBezTo>
                  <a:pt x="74848" y="38855"/>
                  <a:pt x="74798" y="38855"/>
                  <a:pt x="74798" y="38830"/>
                </a:cubicBezTo>
                <a:cubicBezTo>
                  <a:pt x="76142" y="37312"/>
                  <a:pt x="78108" y="36167"/>
                  <a:pt x="80598" y="35445"/>
                </a:cubicBezTo>
                <a:close/>
                <a:moveTo>
                  <a:pt x="79403" y="38930"/>
                </a:moveTo>
                <a:cubicBezTo>
                  <a:pt x="79403" y="38955"/>
                  <a:pt x="79403" y="38955"/>
                  <a:pt x="79378" y="38955"/>
                </a:cubicBezTo>
                <a:cubicBezTo>
                  <a:pt x="79378" y="38955"/>
                  <a:pt x="79353" y="38955"/>
                  <a:pt x="79353" y="38980"/>
                </a:cubicBezTo>
                <a:lnTo>
                  <a:pt x="79353" y="38955"/>
                </a:lnTo>
                <a:lnTo>
                  <a:pt x="79353" y="38930"/>
                </a:lnTo>
                <a:close/>
                <a:moveTo>
                  <a:pt x="17847" y="36615"/>
                </a:moveTo>
                <a:lnTo>
                  <a:pt x="17847" y="36615"/>
                </a:lnTo>
                <a:cubicBezTo>
                  <a:pt x="17772" y="37212"/>
                  <a:pt x="18046" y="38034"/>
                  <a:pt x="18594" y="39054"/>
                </a:cubicBezTo>
                <a:lnTo>
                  <a:pt x="18519" y="39104"/>
                </a:lnTo>
                <a:cubicBezTo>
                  <a:pt x="17996" y="38158"/>
                  <a:pt x="17723" y="37337"/>
                  <a:pt x="17748" y="36714"/>
                </a:cubicBezTo>
                <a:lnTo>
                  <a:pt x="17847" y="36615"/>
                </a:lnTo>
                <a:close/>
                <a:moveTo>
                  <a:pt x="21232" y="36117"/>
                </a:moveTo>
                <a:cubicBezTo>
                  <a:pt x="21257" y="36117"/>
                  <a:pt x="21257" y="36117"/>
                  <a:pt x="21282" y="36167"/>
                </a:cubicBezTo>
                <a:cubicBezTo>
                  <a:pt x="20461" y="37138"/>
                  <a:pt x="19639" y="38108"/>
                  <a:pt x="18818" y="39104"/>
                </a:cubicBezTo>
                <a:cubicBezTo>
                  <a:pt x="18818" y="39079"/>
                  <a:pt x="18793" y="39079"/>
                  <a:pt x="18793" y="39054"/>
                </a:cubicBezTo>
                <a:cubicBezTo>
                  <a:pt x="19614" y="38059"/>
                  <a:pt x="20411" y="37088"/>
                  <a:pt x="21232" y="36117"/>
                </a:cubicBezTo>
                <a:close/>
                <a:moveTo>
                  <a:pt x="101904" y="37835"/>
                </a:moveTo>
                <a:cubicBezTo>
                  <a:pt x="102004" y="37859"/>
                  <a:pt x="102054" y="37934"/>
                  <a:pt x="102153" y="37959"/>
                </a:cubicBezTo>
                <a:lnTo>
                  <a:pt x="102800" y="38332"/>
                </a:lnTo>
                <a:lnTo>
                  <a:pt x="102850" y="38332"/>
                </a:lnTo>
                <a:cubicBezTo>
                  <a:pt x="103024" y="38457"/>
                  <a:pt x="103224" y="38581"/>
                  <a:pt x="103373" y="38706"/>
                </a:cubicBezTo>
                <a:cubicBezTo>
                  <a:pt x="103547" y="38830"/>
                  <a:pt x="103746" y="38955"/>
                  <a:pt x="103921" y="39104"/>
                </a:cubicBezTo>
                <a:cubicBezTo>
                  <a:pt x="103273" y="38731"/>
                  <a:pt x="102552" y="38357"/>
                  <a:pt x="101855" y="38034"/>
                </a:cubicBezTo>
                <a:cubicBezTo>
                  <a:pt x="101880" y="37959"/>
                  <a:pt x="101904" y="37909"/>
                  <a:pt x="101904" y="37835"/>
                </a:cubicBezTo>
                <a:close/>
                <a:moveTo>
                  <a:pt x="18693" y="39204"/>
                </a:moveTo>
                <a:cubicBezTo>
                  <a:pt x="18693" y="39228"/>
                  <a:pt x="18743" y="39228"/>
                  <a:pt x="18743" y="39278"/>
                </a:cubicBezTo>
                <a:lnTo>
                  <a:pt x="18668" y="39328"/>
                </a:lnTo>
                <a:cubicBezTo>
                  <a:pt x="18644" y="39303"/>
                  <a:pt x="18644" y="39303"/>
                  <a:pt x="18644" y="39278"/>
                </a:cubicBezTo>
                <a:lnTo>
                  <a:pt x="18693" y="39204"/>
                </a:lnTo>
                <a:close/>
                <a:moveTo>
                  <a:pt x="39428" y="20062"/>
                </a:moveTo>
                <a:cubicBezTo>
                  <a:pt x="39453" y="20237"/>
                  <a:pt x="39527" y="20411"/>
                  <a:pt x="39577" y="20560"/>
                </a:cubicBezTo>
                <a:cubicBezTo>
                  <a:pt x="39652" y="20734"/>
                  <a:pt x="39701" y="20934"/>
                  <a:pt x="39801" y="21183"/>
                </a:cubicBezTo>
                <a:cubicBezTo>
                  <a:pt x="39876" y="21382"/>
                  <a:pt x="39950" y="21606"/>
                  <a:pt x="40025" y="21780"/>
                </a:cubicBezTo>
                <a:cubicBezTo>
                  <a:pt x="40125" y="22054"/>
                  <a:pt x="40224" y="22352"/>
                  <a:pt x="40324" y="22626"/>
                </a:cubicBezTo>
                <a:cubicBezTo>
                  <a:pt x="40398" y="22751"/>
                  <a:pt x="40448" y="22875"/>
                  <a:pt x="40498" y="23024"/>
                </a:cubicBezTo>
                <a:cubicBezTo>
                  <a:pt x="40647" y="23398"/>
                  <a:pt x="40797" y="23771"/>
                  <a:pt x="40971" y="24169"/>
                </a:cubicBezTo>
                <a:cubicBezTo>
                  <a:pt x="40971" y="24169"/>
                  <a:pt x="40971" y="24219"/>
                  <a:pt x="41021" y="24219"/>
                </a:cubicBezTo>
                <a:cubicBezTo>
                  <a:pt x="41344" y="24916"/>
                  <a:pt x="41693" y="25713"/>
                  <a:pt x="42091" y="26484"/>
                </a:cubicBezTo>
                <a:cubicBezTo>
                  <a:pt x="41967" y="26584"/>
                  <a:pt x="41892" y="26659"/>
                  <a:pt x="41767" y="26758"/>
                </a:cubicBezTo>
                <a:cubicBezTo>
                  <a:pt x="41419" y="27032"/>
                  <a:pt x="41071" y="27331"/>
                  <a:pt x="40722" y="27629"/>
                </a:cubicBezTo>
                <a:cubicBezTo>
                  <a:pt x="40224" y="28028"/>
                  <a:pt x="39776" y="28476"/>
                  <a:pt x="39278" y="28874"/>
                </a:cubicBezTo>
                <a:cubicBezTo>
                  <a:pt x="38930" y="29197"/>
                  <a:pt x="38581" y="29471"/>
                  <a:pt x="38233" y="29770"/>
                </a:cubicBezTo>
                <a:cubicBezTo>
                  <a:pt x="37685" y="30268"/>
                  <a:pt x="37163" y="30766"/>
                  <a:pt x="36615" y="31263"/>
                </a:cubicBezTo>
                <a:cubicBezTo>
                  <a:pt x="36267" y="31612"/>
                  <a:pt x="35868" y="31960"/>
                  <a:pt x="35520" y="32334"/>
                </a:cubicBezTo>
                <a:cubicBezTo>
                  <a:pt x="35196" y="32607"/>
                  <a:pt x="34922" y="32881"/>
                  <a:pt x="34599" y="33205"/>
                </a:cubicBezTo>
                <a:cubicBezTo>
                  <a:pt x="34051" y="33728"/>
                  <a:pt x="33479" y="34300"/>
                  <a:pt x="32956" y="34848"/>
                </a:cubicBezTo>
                <a:lnTo>
                  <a:pt x="32010" y="35794"/>
                </a:lnTo>
                <a:cubicBezTo>
                  <a:pt x="31687" y="36117"/>
                  <a:pt x="31363" y="36466"/>
                  <a:pt x="31014" y="36814"/>
                </a:cubicBezTo>
                <a:lnTo>
                  <a:pt x="29446" y="38482"/>
                </a:lnTo>
                <a:cubicBezTo>
                  <a:pt x="29197" y="38780"/>
                  <a:pt x="28949" y="39029"/>
                  <a:pt x="28700" y="39303"/>
                </a:cubicBezTo>
                <a:lnTo>
                  <a:pt x="28650" y="39328"/>
                </a:lnTo>
                <a:cubicBezTo>
                  <a:pt x="26360" y="37934"/>
                  <a:pt x="24244" y="36839"/>
                  <a:pt x="22427" y="36117"/>
                </a:cubicBezTo>
                <a:cubicBezTo>
                  <a:pt x="22552" y="35993"/>
                  <a:pt x="22651" y="35843"/>
                  <a:pt x="22776" y="35719"/>
                </a:cubicBezTo>
                <a:cubicBezTo>
                  <a:pt x="22800" y="35669"/>
                  <a:pt x="22875" y="35594"/>
                  <a:pt x="22900" y="35569"/>
                </a:cubicBezTo>
                <a:cubicBezTo>
                  <a:pt x="23273" y="35097"/>
                  <a:pt x="23672" y="34624"/>
                  <a:pt x="24095" y="34176"/>
                </a:cubicBezTo>
                <a:cubicBezTo>
                  <a:pt x="24145" y="34101"/>
                  <a:pt x="24219" y="34001"/>
                  <a:pt x="24269" y="33952"/>
                </a:cubicBezTo>
                <a:cubicBezTo>
                  <a:pt x="24617" y="33578"/>
                  <a:pt x="24916" y="33205"/>
                  <a:pt x="25265" y="32831"/>
                </a:cubicBezTo>
                <a:cubicBezTo>
                  <a:pt x="25514" y="32558"/>
                  <a:pt x="25787" y="32259"/>
                  <a:pt x="26036" y="31960"/>
                </a:cubicBezTo>
                <a:cubicBezTo>
                  <a:pt x="26285" y="31687"/>
                  <a:pt x="26584" y="31363"/>
                  <a:pt x="26858" y="31089"/>
                </a:cubicBezTo>
                <a:cubicBezTo>
                  <a:pt x="26957" y="30990"/>
                  <a:pt x="27032" y="30890"/>
                  <a:pt x="27131" y="30766"/>
                </a:cubicBezTo>
                <a:cubicBezTo>
                  <a:pt x="27654" y="30218"/>
                  <a:pt x="28202" y="29645"/>
                  <a:pt x="28749" y="29123"/>
                </a:cubicBezTo>
                <a:lnTo>
                  <a:pt x="29496" y="28376"/>
                </a:lnTo>
                <a:cubicBezTo>
                  <a:pt x="30118" y="27779"/>
                  <a:pt x="30716" y="27206"/>
                  <a:pt x="31363" y="26609"/>
                </a:cubicBezTo>
                <a:cubicBezTo>
                  <a:pt x="31487" y="26484"/>
                  <a:pt x="31637" y="26360"/>
                  <a:pt x="31786" y="26235"/>
                </a:cubicBezTo>
                <a:cubicBezTo>
                  <a:pt x="32135" y="25887"/>
                  <a:pt x="32483" y="25588"/>
                  <a:pt x="32856" y="25265"/>
                </a:cubicBezTo>
                <a:cubicBezTo>
                  <a:pt x="33056" y="25115"/>
                  <a:pt x="33230" y="24916"/>
                  <a:pt x="33429" y="24767"/>
                </a:cubicBezTo>
                <a:cubicBezTo>
                  <a:pt x="33777" y="24468"/>
                  <a:pt x="34101" y="24169"/>
                  <a:pt x="34449" y="23896"/>
                </a:cubicBezTo>
                <a:cubicBezTo>
                  <a:pt x="34673" y="23721"/>
                  <a:pt x="34898" y="23522"/>
                  <a:pt x="35146" y="23348"/>
                </a:cubicBezTo>
                <a:cubicBezTo>
                  <a:pt x="35445" y="23099"/>
                  <a:pt x="35794" y="22800"/>
                  <a:pt x="36092" y="22552"/>
                </a:cubicBezTo>
                <a:cubicBezTo>
                  <a:pt x="36341" y="22377"/>
                  <a:pt x="36565" y="22178"/>
                  <a:pt x="36814" y="22004"/>
                </a:cubicBezTo>
                <a:cubicBezTo>
                  <a:pt x="36889" y="21929"/>
                  <a:pt x="36939" y="21904"/>
                  <a:pt x="37038" y="21855"/>
                </a:cubicBezTo>
                <a:cubicBezTo>
                  <a:pt x="37287" y="21655"/>
                  <a:pt x="37561" y="21431"/>
                  <a:pt x="37810" y="21257"/>
                </a:cubicBezTo>
                <a:cubicBezTo>
                  <a:pt x="38059" y="21058"/>
                  <a:pt x="38283" y="20909"/>
                  <a:pt x="38532" y="20734"/>
                </a:cubicBezTo>
                <a:cubicBezTo>
                  <a:pt x="38830" y="20510"/>
                  <a:pt x="39129" y="20286"/>
                  <a:pt x="39428" y="20062"/>
                </a:cubicBezTo>
                <a:close/>
                <a:moveTo>
                  <a:pt x="42215" y="26559"/>
                </a:moveTo>
                <a:cubicBezTo>
                  <a:pt x="42215" y="26609"/>
                  <a:pt x="42265" y="26609"/>
                  <a:pt x="42265" y="26634"/>
                </a:cubicBezTo>
                <a:cubicBezTo>
                  <a:pt x="42041" y="26858"/>
                  <a:pt x="41867" y="27007"/>
                  <a:pt x="41668" y="27131"/>
                </a:cubicBezTo>
                <a:cubicBezTo>
                  <a:pt x="41419" y="27355"/>
                  <a:pt x="41170" y="27530"/>
                  <a:pt x="40921" y="27754"/>
                </a:cubicBezTo>
                <a:cubicBezTo>
                  <a:pt x="40349" y="28227"/>
                  <a:pt x="39826" y="28700"/>
                  <a:pt x="39278" y="29197"/>
                </a:cubicBezTo>
                <a:cubicBezTo>
                  <a:pt x="38980" y="29446"/>
                  <a:pt x="38756" y="29645"/>
                  <a:pt x="38457" y="29894"/>
                </a:cubicBezTo>
                <a:cubicBezTo>
                  <a:pt x="37835" y="30467"/>
                  <a:pt x="37212" y="31014"/>
                  <a:pt x="36590" y="31612"/>
                </a:cubicBezTo>
                <a:cubicBezTo>
                  <a:pt x="36341" y="31861"/>
                  <a:pt x="36092" y="32085"/>
                  <a:pt x="35843" y="32334"/>
                </a:cubicBezTo>
                <a:cubicBezTo>
                  <a:pt x="35321" y="32831"/>
                  <a:pt x="34798" y="33329"/>
                  <a:pt x="34300" y="33827"/>
                </a:cubicBezTo>
                <a:lnTo>
                  <a:pt x="33728" y="34375"/>
                </a:lnTo>
                <a:cubicBezTo>
                  <a:pt x="33105" y="34997"/>
                  <a:pt x="32483" y="35619"/>
                  <a:pt x="31861" y="36266"/>
                </a:cubicBezTo>
                <a:lnTo>
                  <a:pt x="31363" y="36764"/>
                </a:lnTo>
                <a:cubicBezTo>
                  <a:pt x="30691" y="37486"/>
                  <a:pt x="29994" y="38208"/>
                  <a:pt x="29347" y="38930"/>
                </a:cubicBezTo>
                <a:lnTo>
                  <a:pt x="29247" y="39004"/>
                </a:lnTo>
                <a:cubicBezTo>
                  <a:pt x="29123" y="39154"/>
                  <a:pt x="28998" y="39278"/>
                  <a:pt x="28899" y="39378"/>
                </a:cubicBezTo>
                <a:cubicBezTo>
                  <a:pt x="28874" y="39378"/>
                  <a:pt x="28874" y="39353"/>
                  <a:pt x="28849" y="39353"/>
                </a:cubicBezTo>
                <a:lnTo>
                  <a:pt x="29969" y="38133"/>
                </a:lnTo>
                <a:cubicBezTo>
                  <a:pt x="30342" y="37735"/>
                  <a:pt x="30716" y="37362"/>
                  <a:pt x="31089" y="36963"/>
                </a:cubicBezTo>
                <a:cubicBezTo>
                  <a:pt x="31463" y="36565"/>
                  <a:pt x="31861" y="36142"/>
                  <a:pt x="32234" y="35769"/>
                </a:cubicBezTo>
                <a:lnTo>
                  <a:pt x="32881" y="35121"/>
                </a:lnTo>
                <a:cubicBezTo>
                  <a:pt x="33553" y="34474"/>
                  <a:pt x="34201" y="33827"/>
                  <a:pt x="34873" y="33155"/>
                </a:cubicBezTo>
                <a:cubicBezTo>
                  <a:pt x="35097" y="32956"/>
                  <a:pt x="35346" y="32732"/>
                  <a:pt x="35594" y="32483"/>
                </a:cubicBezTo>
                <a:lnTo>
                  <a:pt x="36988" y="31164"/>
                </a:lnTo>
                <a:cubicBezTo>
                  <a:pt x="37461" y="30741"/>
                  <a:pt x="37934" y="30342"/>
                  <a:pt x="38407" y="29894"/>
                </a:cubicBezTo>
                <a:cubicBezTo>
                  <a:pt x="38731" y="29596"/>
                  <a:pt x="39104" y="29272"/>
                  <a:pt x="39453" y="28924"/>
                </a:cubicBezTo>
                <a:cubicBezTo>
                  <a:pt x="39926" y="28525"/>
                  <a:pt x="40349" y="28152"/>
                  <a:pt x="40822" y="27754"/>
                </a:cubicBezTo>
                <a:cubicBezTo>
                  <a:pt x="41195" y="27430"/>
                  <a:pt x="41543" y="27131"/>
                  <a:pt x="41917" y="26808"/>
                </a:cubicBezTo>
                <a:cubicBezTo>
                  <a:pt x="42016" y="26733"/>
                  <a:pt x="42091" y="26659"/>
                  <a:pt x="42215" y="26559"/>
                </a:cubicBezTo>
                <a:close/>
                <a:moveTo>
                  <a:pt x="22377" y="36242"/>
                </a:moveTo>
                <a:cubicBezTo>
                  <a:pt x="24145" y="36938"/>
                  <a:pt x="26260" y="38034"/>
                  <a:pt x="28575" y="39428"/>
                </a:cubicBezTo>
                <a:cubicBezTo>
                  <a:pt x="28575" y="39452"/>
                  <a:pt x="28550" y="39452"/>
                  <a:pt x="28550" y="39477"/>
                </a:cubicBezTo>
                <a:cubicBezTo>
                  <a:pt x="26235" y="38083"/>
                  <a:pt x="24120" y="36988"/>
                  <a:pt x="22352" y="36316"/>
                </a:cubicBezTo>
                <a:cubicBezTo>
                  <a:pt x="22352" y="36291"/>
                  <a:pt x="22377" y="36291"/>
                  <a:pt x="22377" y="36242"/>
                </a:cubicBezTo>
                <a:close/>
                <a:moveTo>
                  <a:pt x="74350" y="39428"/>
                </a:moveTo>
                <a:cubicBezTo>
                  <a:pt x="74350" y="39453"/>
                  <a:pt x="74300" y="39527"/>
                  <a:pt x="74300" y="39552"/>
                </a:cubicBezTo>
                <a:lnTo>
                  <a:pt x="74300" y="39477"/>
                </a:lnTo>
                <a:cubicBezTo>
                  <a:pt x="74300" y="39453"/>
                  <a:pt x="74350" y="39452"/>
                  <a:pt x="74350" y="39428"/>
                </a:cubicBezTo>
                <a:close/>
                <a:moveTo>
                  <a:pt x="71886" y="33006"/>
                </a:moveTo>
                <a:lnTo>
                  <a:pt x="71911" y="33031"/>
                </a:lnTo>
                <a:cubicBezTo>
                  <a:pt x="71935" y="33354"/>
                  <a:pt x="72010" y="33703"/>
                  <a:pt x="72060" y="34051"/>
                </a:cubicBezTo>
                <a:cubicBezTo>
                  <a:pt x="72110" y="34126"/>
                  <a:pt x="72110" y="34225"/>
                  <a:pt x="72135" y="34325"/>
                </a:cubicBezTo>
                <a:cubicBezTo>
                  <a:pt x="72259" y="34823"/>
                  <a:pt x="72384" y="35296"/>
                  <a:pt x="72558" y="35744"/>
                </a:cubicBezTo>
                <a:cubicBezTo>
                  <a:pt x="72608" y="35843"/>
                  <a:pt x="72632" y="35943"/>
                  <a:pt x="72657" y="35993"/>
                </a:cubicBezTo>
                <a:cubicBezTo>
                  <a:pt x="72807" y="36466"/>
                  <a:pt x="73006" y="36938"/>
                  <a:pt x="73230" y="37362"/>
                </a:cubicBezTo>
                <a:cubicBezTo>
                  <a:pt x="73255" y="37436"/>
                  <a:pt x="73280" y="37486"/>
                  <a:pt x="73304" y="37586"/>
                </a:cubicBezTo>
                <a:cubicBezTo>
                  <a:pt x="73479" y="37934"/>
                  <a:pt x="73653" y="38308"/>
                  <a:pt x="73877" y="38656"/>
                </a:cubicBezTo>
                <a:lnTo>
                  <a:pt x="73877" y="38706"/>
                </a:lnTo>
                <a:cubicBezTo>
                  <a:pt x="73852" y="38805"/>
                  <a:pt x="73852" y="38855"/>
                  <a:pt x="73852" y="38955"/>
                </a:cubicBezTo>
                <a:cubicBezTo>
                  <a:pt x="73802" y="39179"/>
                  <a:pt x="73753" y="39353"/>
                  <a:pt x="73678" y="39577"/>
                </a:cubicBezTo>
                <a:cubicBezTo>
                  <a:pt x="72184" y="37934"/>
                  <a:pt x="71039" y="36042"/>
                  <a:pt x="70268" y="33927"/>
                </a:cubicBezTo>
                <a:cubicBezTo>
                  <a:pt x="70790" y="33603"/>
                  <a:pt x="71363" y="33304"/>
                  <a:pt x="71886" y="33006"/>
                </a:cubicBezTo>
                <a:close/>
                <a:moveTo>
                  <a:pt x="28725" y="39552"/>
                </a:moveTo>
                <a:cubicBezTo>
                  <a:pt x="28749" y="39552"/>
                  <a:pt x="28749" y="39577"/>
                  <a:pt x="28774" y="39577"/>
                </a:cubicBezTo>
                <a:cubicBezTo>
                  <a:pt x="28774" y="39602"/>
                  <a:pt x="28749" y="39602"/>
                  <a:pt x="28749" y="39627"/>
                </a:cubicBezTo>
                <a:cubicBezTo>
                  <a:pt x="28725" y="39577"/>
                  <a:pt x="28725" y="39577"/>
                  <a:pt x="28700" y="39577"/>
                </a:cubicBezTo>
                <a:lnTo>
                  <a:pt x="28725" y="39552"/>
                </a:lnTo>
                <a:close/>
                <a:moveTo>
                  <a:pt x="21481" y="36192"/>
                </a:moveTo>
                <a:cubicBezTo>
                  <a:pt x="21581" y="36217"/>
                  <a:pt x="21631" y="36242"/>
                  <a:pt x="21730" y="36291"/>
                </a:cubicBezTo>
                <a:cubicBezTo>
                  <a:pt x="20859" y="37411"/>
                  <a:pt x="19988" y="38532"/>
                  <a:pt x="19166" y="39677"/>
                </a:cubicBezTo>
                <a:cubicBezTo>
                  <a:pt x="19092" y="39502"/>
                  <a:pt x="19017" y="39378"/>
                  <a:pt x="18917" y="39253"/>
                </a:cubicBezTo>
                <a:cubicBezTo>
                  <a:pt x="19764" y="38233"/>
                  <a:pt x="20610" y="37212"/>
                  <a:pt x="21481" y="36192"/>
                </a:cubicBezTo>
                <a:close/>
                <a:moveTo>
                  <a:pt x="74026" y="38855"/>
                </a:moveTo>
                <a:lnTo>
                  <a:pt x="74051" y="38880"/>
                </a:lnTo>
                <a:lnTo>
                  <a:pt x="74051" y="38930"/>
                </a:lnTo>
                <a:lnTo>
                  <a:pt x="74051" y="38980"/>
                </a:lnTo>
                <a:lnTo>
                  <a:pt x="73877" y="39726"/>
                </a:lnTo>
                <a:lnTo>
                  <a:pt x="73852" y="39701"/>
                </a:lnTo>
                <a:lnTo>
                  <a:pt x="73802" y="39677"/>
                </a:lnTo>
                <a:cubicBezTo>
                  <a:pt x="73877" y="39477"/>
                  <a:pt x="73927" y="39228"/>
                  <a:pt x="74001" y="38955"/>
                </a:cubicBezTo>
                <a:cubicBezTo>
                  <a:pt x="74001" y="38930"/>
                  <a:pt x="74001" y="38905"/>
                  <a:pt x="74026" y="38855"/>
                </a:cubicBezTo>
                <a:close/>
                <a:moveTo>
                  <a:pt x="102004" y="37561"/>
                </a:moveTo>
                <a:cubicBezTo>
                  <a:pt x="102352" y="37735"/>
                  <a:pt x="102676" y="37909"/>
                  <a:pt x="103000" y="38108"/>
                </a:cubicBezTo>
                <a:cubicBezTo>
                  <a:pt x="103024" y="38108"/>
                  <a:pt x="103024" y="38158"/>
                  <a:pt x="103049" y="38158"/>
                </a:cubicBezTo>
                <a:cubicBezTo>
                  <a:pt x="103796" y="38606"/>
                  <a:pt x="104493" y="39179"/>
                  <a:pt x="105066" y="39776"/>
                </a:cubicBezTo>
                <a:cubicBezTo>
                  <a:pt x="105072" y="39783"/>
                  <a:pt x="105074" y="39786"/>
                  <a:pt x="105071" y="39786"/>
                </a:cubicBezTo>
                <a:cubicBezTo>
                  <a:pt x="105064" y="39786"/>
                  <a:pt x="105027" y="39763"/>
                  <a:pt x="104991" y="39726"/>
                </a:cubicBezTo>
                <a:lnTo>
                  <a:pt x="104966" y="39701"/>
                </a:lnTo>
                <a:cubicBezTo>
                  <a:pt x="104916" y="39677"/>
                  <a:pt x="104891" y="39677"/>
                  <a:pt x="104866" y="39652"/>
                </a:cubicBezTo>
                <a:cubicBezTo>
                  <a:pt x="104667" y="39452"/>
                  <a:pt x="104493" y="39278"/>
                  <a:pt x="104269" y="39104"/>
                </a:cubicBezTo>
                <a:cubicBezTo>
                  <a:pt x="104219" y="39079"/>
                  <a:pt x="104145" y="39029"/>
                  <a:pt x="104120" y="38980"/>
                </a:cubicBezTo>
                <a:cubicBezTo>
                  <a:pt x="103871" y="38805"/>
                  <a:pt x="103647" y="38606"/>
                  <a:pt x="103373" y="38432"/>
                </a:cubicBezTo>
                <a:cubicBezTo>
                  <a:pt x="103348" y="38407"/>
                  <a:pt x="103273" y="38357"/>
                  <a:pt x="103224" y="38332"/>
                </a:cubicBezTo>
                <a:cubicBezTo>
                  <a:pt x="103149" y="38308"/>
                  <a:pt x="103099" y="38233"/>
                  <a:pt x="103024" y="38208"/>
                </a:cubicBezTo>
                <a:lnTo>
                  <a:pt x="103000" y="38183"/>
                </a:lnTo>
                <a:lnTo>
                  <a:pt x="102975" y="38158"/>
                </a:lnTo>
                <a:lnTo>
                  <a:pt x="102925" y="38108"/>
                </a:lnTo>
                <a:cubicBezTo>
                  <a:pt x="102751" y="38034"/>
                  <a:pt x="102576" y="37909"/>
                  <a:pt x="102402" y="37810"/>
                </a:cubicBezTo>
                <a:cubicBezTo>
                  <a:pt x="102377" y="37785"/>
                  <a:pt x="102303" y="37785"/>
                  <a:pt x="102253" y="37735"/>
                </a:cubicBezTo>
                <a:cubicBezTo>
                  <a:pt x="102153" y="37710"/>
                  <a:pt x="102079" y="37660"/>
                  <a:pt x="102004" y="37611"/>
                </a:cubicBezTo>
                <a:lnTo>
                  <a:pt x="102004" y="37586"/>
                </a:lnTo>
                <a:lnTo>
                  <a:pt x="102004" y="37561"/>
                </a:lnTo>
                <a:close/>
                <a:moveTo>
                  <a:pt x="70069" y="34001"/>
                </a:moveTo>
                <a:cubicBezTo>
                  <a:pt x="70890" y="36117"/>
                  <a:pt x="72060" y="38083"/>
                  <a:pt x="73603" y="39801"/>
                </a:cubicBezTo>
                <a:lnTo>
                  <a:pt x="73529" y="39801"/>
                </a:lnTo>
                <a:cubicBezTo>
                  <a:pt x="72010" y="38108"/>
                  <a:pt x="70815" y="36192"/>
                  <a:pt x="70019" y="34026"/>
                </a:cubicBezTo>
                <a:cubicBezTo>
                  <a:pt x="70044" y="34026"/>
                  <a:pt x="70044" y="34001"/>
                  <a:pt x="70069" y="34001"/>
                </a:cubicBezTo>
                <a:close/>
                <a:moveTo>
                  <a:pt x="42265" y="26907"/>
                </a:moveTo>
                <a:cubicBezTo>
                  <a:pt x="42415" y="27107"/>
                  <a:pt x="42539" y="27281"/>
                  <a:pt x="42639" y="27505"/>
                </a:cubicBezTo>
                <a:cubicBezTo>
                  <a:pt x="37660" y="31089"/>
                  <a:pt x="33230" y="35345"/>
                  <a:pt x="29621" y="39851"/>
                </a:cubicBezTo>
                <a:cubicBezTo>
                  <a:pt x="29446" y="39726"/>
                  <a:pt x="29247" y="39602"/>
                  <a:pt x="29073" y="39527"/>
                </a:cubicBezTo>
                <a:cubicBezTo>
                  <a:pt x="29098" y="39477"/>
                  <a:pt x="29123" y="39428"/>
                  <a:pt x="29148" y="39403"/>
                </a:cubicBezTo>
                <a:cubicBezTo>
                  <a:pt x="29272" y="39228"/>
                  <a:pt x="29421" y="39104"/>
                  <a:pt x="29571" y="38955"/>
                </a:cubicBezTo>
                <a:cubicBezTo>
                  <a:pt x="30168" y="38308"/>
                  <a:pt x="30790" y="37660"/>
                  <a:pt x="31363" y="37038"/>
                </a:cubicBezTo>
                <a:cubicBezTo>
                  <a:pt x="31612" y="36789"/>
                  <a:pt x="31836" y="36540"/>
                  <a:pt x="32085" y="36316"/>
                </a:cubicBezTo>
                <a:cubicBezTo>
                  <a:pt x="32558" y="35818"/>
                  <a:pt x="33056" y="35345"/>
                  <a:pt x="33528" y="34848"/>
                </a:cubicBezTo>
                <a:lnTo>
                  <a:pt x="34549" y="33827"/>
                </a:lnTo>
                <a:cubicBezTo>
                  <a:pt x="34972" y="33429"/>
                  <a:pt x="35420" y="32981"/>
                  <a:pt x="35843" y="32583"/>
                </a:cubicBezTo>
                <a:cubicBezTo>
                  <a:pt x="36167" y="32309"/>
                  <a:pt x="36441" y="32010"/>
                  <a:pt x="36764" y="31736"/>
                </a:cubicBezTo>
                <a:cubicBezTo>
                  <a:pt x="37337" y="31214"/>
                  <a:pt x="37934" y="30641"/>
                  <a:pt x="38532" y="30118"/>
                </a:cubicBezTo>
                <a:cubicBezTo>
                  <a:pt x="38805" y="29869"/>
                  <a:pt x="39129" y="29596"/>
                  <a:pt x="39403" y="29347"/>
                </a:cubicBezTo>
                <a:cubicBezTo>
                  <a:pt x="39901" y="28899"/>
                  <a:pt x="40374" y="28500"/>
                  <a:pt x="40871" y="28077"/>
                </a:cubicBezTo>
                <a:cubicBezTo>
                  <a:pt x="41145" y="27828"/>
                  <a:pt x="41419" y="27579"/>
                  <a:pt x="41693" y="27355"/>
                </a:cubicBezTo>
                <a:cubicBezTo>
                  <a:pt x="41892" y="27206"/>
                  <a:pt x="42066" y="27032"/>
                  <a:pt x="42265" y="26907"/>
                </a:cubicBezTo>
                <a:close/>
                <a:moveTo>
                  <a:pt x="22004" y="36316"/>
                </a:moveTo>
                <a:cubicBezTo>
                  <a:pt x="21083" y="37536"/>
                  <a:pt x="20212" y="38706"/>
                  <a:pt x="19341" y="39901"/>
                </a:cubicBezTo>
                <a:cubicBezTo>
                  <a:pt x="19291" y="39851"/>
                  <a:pt x="19291" y="39851"/>
                  <a:pt x="19291" y="39826"/>
                </a:cubicBezTo>
                <a:cubicBezTo>
                  <a:pt x="20137" y="38656"/>
                  <a:pt x="21008" y="37486"/>
                  <a:pt x="21954" y="36316"/>
                </a:cubicBezTo>
                <a:close/>
                <a:moveTo>
                  <a:pt x="18818" y="39428"/>
                </a:moveTo>
                <a:cubicBezTo>
                  <a:pt x="18893" y="39577"/>
                  <a:pt x="18992" y="39701"/>
                  <a:pt x="19092" y="39851"/>
                </a:cubicBezTo>
                <a:cubicBezTo>
                  <a:pt x="19092" y="39901"/>
                  <a:pt x="19042" y="39901"/>
                  <a:pt x="19042" y="39925"/>
                </a:cubicBezTo>
                <a:cubicBezTo>
                  <a:pt x="18967" y="39776"/>
                  <a:pt x="18868" y="39627"/>
                  <a:pt x="18768" y="39477"/>
                </a:cubicBezTo>
                <a:lnTo>
                  <a:pt x="18818" y="39428"/>
                </a:lnTo>
                <a:close/>
                <a:moveTo>
                  <a:pt x="69870" y="34151"/>
                </a:moveTo>
                <a:cubicBezTo>
                  <a:pt x="70641" y="36167"/>
                  <a:pt x="71736" y="38034"/>
                  <a:pt x="73155" y="39677"/>
                </a:cubicBezTo>
                <a:lnTo>
                  <a:pt x="73130" y="39677"/>
                </a:lnTo>
                <a:cubicBezTo>
                  <a:pt x="73056" y="39677"/>
                  <a:pt x="73031" y="39652"/>
                  <a:pt x="72981" y="39652"/>
                </a:cubicBezTo>
                <a:cubicBezTo>
                  <a:pt x="72906" y="39652"/>
                  <a:pt x="72881" y="39602"/>
                  <a:pt x="72807" y="39602"/>
                </a:cubicBezTo>
                <a:cubicBezTo>
                  <a:pt x="72707" y="39577"/>
                  <a:pt x="72608" y="39577"/>
                  <a:pt x="72508" y="39552"/>
                </a:cubicBezTo>
                <a:lnTo>
                  <a:pt x="71935" y="39452"/>
                </a:lnTo>
                <a:cubicBezTo>
                  <a:pt x="71836" y="39452"/>
                  <a:pt x="71786" y="39428"/>
                  <a:pt x="71687" y="39428"/>
                </a:cubicBezTo>
                <a:lnTo>
                  <a:pt x="71438" y="39428"/>
                </a:lnTo>
                <a:cubicBezTo>
                  <a:pt x="71089" y="39403"/>
                  <a:pt x="70716" y="39353"/>
                  <a:pt x="70392" y="39353"/>
                </a:cubicBezTo>
                <a:lnTo>
                  <a:pt x="70342" y="39353"/>
                </a:lnTo>
                <a:cubicBezTo>
                  <a:pt x="70069" y="39353"/>
                  <a:pt x="69820" y="39353"/>
                  <a:pt x="69546" y="39403"/>
                </a:cubicBezTo>
                <a:cubicBezTo>
                  <a:pt x="69421" y="39403"/>
                  <a:pt x="69297" y="39428"/>
                  <a:pt x="69173" y="39428"/>
                </a:cubicBezTo>
                <a:cubicBezTo>
                  <a:pt x="69023" y="39428"/>
                  <a:pt x="68849" y="39452"/>
                  <a:pt x="68700" y="39452"/>
                </a:cubicBezTo>
                <a:cubicBezTo>
                  <a:pt x="68650" y="39452"/>
                  <a:pt x="68600" y="39452"/>
                  <a:pt x="68550" y="39477"/>
                </a:cubicBezTo>
                <a:cubicBezTo>
                  <a:pt x="68451" y="39477"/>
                  <a:pt x="68351" y="39527"/>
                  <a:pt x="68276" y="39527"/>
                </a:cubicBezTo>
                <a:cubicBezTo>
                  <a:pt x="68152" y="39552"/>
                  <a:pt x="68003" y="39552"/>
                  <a:pt x="67853" y="39577"/>
                </a:cubicBezTo>
                <a:cubicBezTo>
                  <a:pt x="67779" y="39577"/>
                  <a:pt x="67679" y="39602"/>
                  <a:pt x="67580" y="39627"/>
                </a:cubicBezTo>
                <a:lnTo>
                  <a:pt x="67530" y="39627"/>
                </a:lnTo>
                <a:cubicBezTo>
                  <a:pt x="67455" y="39627"/>
                  <a:pt x="67430" y="39677"/>
                  <a:pt x="67380" y="39677"/>
                </a:cubicBezTo>
                <a:cubicBezTo>
                  <a:pt x="67256" y="39701"/>
                  <a:pt x="67107" y="39701"/>
                  <a:pt x="67007" y="39726"/>
                </a:cubicBezTo>
                <a:lnTo>
                  <a:pt x="66957" y="39726"/>
                </a:lnTo>
                <a:cubicBezTo>
                  <a:pt x="66808" y="39751"/>
                  <a:pt x="66609" y="39826"/>
                  <a:pt x="66459" y="39851"/>
                </a:cubicBezTo>
                <a:cubicBezTo>
                  <a:pt x="66335" y="39876"/>
                  <a:pt x="66211" y="39925"/>
                  <a:pt x="66111" y="39950"/>
                </a:cubicBezTo>
                <a:cubicBezTo>
                  <a:pt x="66061" y="39975"/>
                  <a:pt x="65962" y="39975"/>
                  <a:pt x="65912" y="40000"/>
                </a:cubicBezTo>
                <a:cubicBezTo>
                  <a:pt x="65240" y="39328"/>
                  <a:pt x="64667" y="38581"/>
                  <a:pt x="64070" y="37810"/>
                </a:cubicBezTo>
                <a:cubicBezTo>
                  <a:pt x="65987" y="36490"/>
                  <a:pt x="67928" y="35246"/>
                  <a:pt x="69870" y="34151"/>
                </a:cubicBezTo>
                <a:close/>
                <a:moveTo>
                  <a:pt x="42754" y="27719"/>
                </a:moveTo>
                <a:cubicBezTo>
                  <a:pt x="42763" y="27719"/>
                  <a:pt x="42763" y="27736"/>
                  <a:pt x="42763" y="27754"/>
                </a:cubicBezTo>
                <a:cubicBezTo>
                  <a:pt x="37810" y="31313"/>
                  <a:pt x="33429" y="35545"/>
                  <a:pt x="29845" y="40025"/>
                </a:cubicBezTo>
                <a:cubicBezTo>
                  <a:pt x="29820" y="40025"/>
                  <a:pt x="29820" y="39975"/>
                  <a:pt x="29795" y="39975"/>
                </a:cubicBezTo>
                <a:cubicBezTo>
                  <a:pt x="33404" y="35495"/>
                  <a:pt x="37785" y="31263"/>
                  <a:pt x="42738" y="27729"/>
                </a:cubicBezTo>
                <a:cubicBezTo>
                  <a:pt x="42745" y="27722"/>
                  <a:pt x="42751" y="27719"/>
                  <a:pt x="42754" y="27719"/>
                </a:cubicBezTo>
                <a:close/>
                <a:moveTo>
                  <a:pt x="101805" y="38208"/>
                </a:moveTo>
                <a:cubicBezTo>
                  <a:pt x="102800" y="38681"/>
                  <a:pt x="103771" y="39204"/>
                  <a:pt x="104717" y="39801"/>
                </a:cubicBezTo>
                <a:cubicBezTo>
                  <a:pt x="104767" y="39851"/>
                  <a:pt x="104866" y="39925"/>
                  <a:pt x="104916" y="40025"/>
                </a:cubicBezTo>
                <a:cubicBezTo>
                  <a:pt x="103896" y="39353"/>
                  <a:pt x="102875" y="38780"/>
                  <a:pt x="101780" y="38283"/>
                </a:cubicBezTo>
                <a:cubicBezTo>
                  <a:pt x="101780" y="38233"/>
                  <a:pt x="101780" y="38233"/>
                  <a:pt x="101805" y="38208"/>
                </a:cubicBezTo>
                <a:close/>
                <a:moveTo>
                  <a:pt x="28949" y="39652"/>
                </a:moveTo>
                <a:cubicBezTo>
                  <a:pt x="29123" y="39776"/>
                  <a:pt x="29322" y="39851"/>
                  <a:pt x="29496" y="39975"/>
                </a:cubicBezTo>
                <a:cubicBezTo>
                  <a:pt x="29496" y="40025"/>
                  <a:pt x="29496" y="40050"/>
                  <a:pt x="29471" y="40050"/>
                </a:cubicBezTo>
                <a:cubicBezTo>
                  <a:pt x="29297" y="39925"/>
                  <a:pt x="29098" y="39801"/>
                  <a:pt x="28924" y="39701"/>
                </a:cubicBezTo>
                <a:cubicBezTo>
                  <a:pt x="28924" y="39677"/>
                  <a:pt x="28949" y="39677"/>
                  <a:pt x="28949" y="39652"/>
                </a:cubicBezTo>
                <a:close/>
                <a:moveTo>
                  <a:pt x="63896" y="37859"/>
                </a:moveTo>
                <a:cubicBezTo>
                  <a:pt x="64443" y="38606"/>
                  <a:pt x="65041" y="39353"/>
                  <a:pt x="65688" y="40025"/>
                </a:cubicBezTo>
                <a:cubicBezTo>
                  <a:pt x="65663" y="40025"/>
                  <a:pt x="65638" y="40025"/>
                  <a:pt x="65588" y="40050"/>
                </a:cubicBezTo>
                <a:cubicBezTo>
                  <a:pt x="64966" y="39403"/>
                  <a:pt x="64393" y="38681"/>
                  <a:pt x="63821" y="37909"/>
                </a:cubicBezTo>
                <a:cubicBezTo>
                  <a:pt x="63846" y="37909"/>
                  <a:pt x="63846" y="37859"/>
                  <a:pt x="63896" y="37859"/>
                </a:cubicBezTo>
                <a:close/>
                <a:moveTo>
                  <a:pt x="74350" y="39925"/>
                </a:moveTo>
                <a:lnTo>
                  <a:pt x="74350" y="40050"/>
                </a:lnTo>
                <a:cubicBezTo>
                  <a:pt x="74350" y="40050"/>
                  <a:pt x="74300" y="40050"/>
                  <a:pt x="74300" y="40025"/>
                </a:cubicBezTo>
                <a:cubicBezTo>
                  <a:pt x="74300" y="39975"/>
                  <a:pt x="74350" y="39950"/>
                  <a:pt x="74350" y="39925"/>
                </a:cubicBezTo>
                <a:close/>
                <a:moveTo>
                  <a:pt x="19166" y="40050"/>
                </a:moveTo>
                <a:cubicBezTo>
                  <a:pt x="19216" y="40075"/>
                  <a:pt x="19216" y="40075"/>
                  <a:pt x="19216" y="40100"/>
                </a:cubicBezTo>
                <a:cubicBezTo>
                  <a:pt x="19216" y="40125"/>
                  <a:pt x="19166" y="40125"/>
                  <a:pt x="19166" y="40174"/>
                </a:cubicBezTo>
                <a:cubicBezTo>
                  <a:pt x="19166" y="40174"/>
                  <a:pt x="19166" y="40125"/>
                  <a:pt x="19141" y="40125"/>
                </a:cubicBezTo>
                <a:lnTo>
                  <a:pt x="19141" y="40100"/>
                </a:lnTo>
                <a:cubicBezTo>
                  <a:pt x="19141" y="40075"/>
                  <a:pt x="19166" y="40050"/>
                  <a:pt x="19166" y="40050"/>
                </a:cubicBezTo>
                <a:close/>
                <a:moveTo>
                  <a:pt x="29670" y="40075"/>
                </a:moveTo>
                <a:cubicBezTo>
                  <a:pt x="29695" y="40075"/>
                  <a:pt x="29695" y="40100"/>
                  <a:pt x="29720" y="40100"/>
                </a:cubicBezTo>
                <a:cubicBezTo>
                  <a:pt x="29720" y="40149"/>
                  <a:pt x="29695" y="40149"/>
                  <a:pt x="29695" y="40174"/>
                </a:cubicBezTo>
                <a:cubicBezTo>
                  <a:pt x="29670" y="40174"/>
                  <a:pt x="29670" y="40174"/>
                  <a:pt x="29621" y="40149"/>
                </a:cubicBezTo>
                <a:cubicBezTo>
                  <a:pt x="29621" y="40100"/>
                  <a:pt x="29670" y="40100"/>
                  <a:pt x="29670" y="40075"/>
                </a:cubicBezTo>
                <a:close/>
                <a:moveTo>
                  <a:pt x="70392" y="39577"/>
                </a:moveTo>
                <a:cubicBezTo>
                  <a:pt x="70815" y="39577"/>
                  <a:pt x="71189" y="39602"/>
                  <a:pt x="71587" y="39627"/>
                </a:cubicBezTo>
                <a:cubicBezTo>
                  <a:pt x="71687" y="39627"/>
                  <a:pt x="71786" y="39677"/>
                  <a:pt x="71886" y="39677"/>
                </a:cubicBezTo>
                <a:cubicBezTo>
                  <a:pt x="71960" y="39677"/>
                  <a:pt x="72035" y="39701"/>
                  <a:pt x="72135" y="39701"/>
                </a:cubicBezTo>
                <a:cubicBezTo>
                  <a:pt x="72408" y="39726"/>
                  <a:pt x="72707" y="39801"/>
                  <a:pt x="73006" y="39851"/>
                </a:cubicBezTo>
                <a:cubicBezTo>
                  <a:pt x="73155" y="39876"/>
                  <a:pt x="73280" y="39950"/>
                  <a:pt x="73429" y="39975"/>
                </a:cubicBezTo>
                <a:lnTo>
                  <a:pt x="73454" y="40000"/>
                </a:lnTo>
                <a:lnTo>
                  <a:pt x="73504" y="40050"/>
                </a:lnTo>
                <a:cubicBezTo>
                  <a:pt x="73479" y="40025"/>
                  <a:pt x="73404" y="39975"/>
                  <a:pt x="73379" y="39975"/>
                </a:cubicBezTo>
                <a:cubicBezTo>
                  <a:pt x="73304" y="39950"/>
                  <a:pt x="73255" y="39950"/>
                  <a:pt x="73180" y="39925"/>
                </a:cubicBezTo>
                <a:cubicBezTo>
                  <a:pt x="73155" y="39925"/>
                  <a:pt x="73080" y="39901"/>
                  <a:pt x="73056" y="39901"/>
                </a:cubicBezTo>
                <a:lnTo>
                  <a:pt x="73006" y="39901"/>
                </a:lnTo>
                <a:cubicBezTo>
                  <a:pt x="72906" y="39851"/>
                  <a:pt x="72807" y="39851"/>
                  <a:pt x="72707" y="39826"/>
                </a:cubicBezTo>
                <a:cubicBezTo>
                  <a:pt x="72657" y="39826"/>
                  <a:pt x="72608" y="39801"/>
                  <a:pt x="72533" y="39801"/>
                </a:cubicBezTo>
                <a:cubicBezTo>
                  <a:pt x="72408" y="39776"/>
                  <a:pt x="72309" y="39726"/>
                  <a:pt x="72184" y="39726"/>
                </a:cubicBezTo>
                <a:cubicBezTo>
                  <a:pt x="72085" y="39726"/>
                  <a:pt x="72010" y="39701"/>
                  <a:pt x="71911" y="39701"/>
                </a:cubicBezTo>
                <a:cubicBezTo>
                  <a:pt x="71836" y="39701"/>
                  <a:pt x="71786" y="39677"/>
                  <a:pt x="71711" y="39677"/>
                </a:cubicBezTo>
                <a:lnTo>
                  <a:pt x="71537" y="39677"/>
                </a:lnTo>
                <a:cubicBezTo>
                  <a:pt x="71438" y="39677"/>
                  <a:pt x="71388" y="39652"/>
                  <a:pt x="71288" y="39652"/>
                </a:cubicBezTo>
                <a:lnTo>
                  <a:pt x="71064" y="39652"/>
                </a:lnTo>
                <a:cubicBezTo>
                  <a:pt x="70840" y="39652"/>
                  <a:pt x="70641" y="39602"/>
                  <a:pt x="70417" y="39602"/>
                </a:cubicBezTo>
                <a:lnTo>
                  <a:pt x="70318" y="39602"/>
                </a:lnTo>
                <a:cubicBezTo>
                  <a:pt x="70069" y="39602"/>
                  <a:pt x="69795" y="39602"/>
                  <a:pt x="69546" y="39652"/>
                </a:cubicBezTo>
                <a:cubicBezTo>
                  <a:pt x="69446" y="39652"/>
                  <a:pt x="69347" y="39652"/>
                  <a:pt x="69272" y="39677"/>
                </a:cubicBezTo>
                <a:lnTo>
                  <a:pt x="68973" y="39677"/>
                </a:lnTo>
                <a:cubicBezTo>
                  <a:pt x="68899" y="39677"/>
                  <a:pt x="68799" y="39677"/>
                  <a:pt x="68700" y="39701"/>
                </a:cubicBezTo>
                <a:cubicBezTo>
                  <a:pt x="68550" y="39726"/>
                  <a:pt x="68401" y="39726"/>
                  <a:pt x="68202" y="39776"/>
                </a:cubicBezTo>
                <a:cubicBezTo>
                  <a:pt x="68077" y="39801"/>
                  <a:pt x="67978" y="39801"/>
                  <a:pt x="67853" y="39801"/>
                </a:cubicBezTo>
                <a:cubicBezTo>
                  <a:pt x="67779" y="39801"/>
                  <a:pt x="67679" y="39826"/>
                  <a:pt x="67580" y="39851"/>
                </a:cubicBezTo>
                <a:cubicBezTo>
                  <a:pt x="67480" y="39901"/>
                  <a:pt x="67405" y="39901"/>
                  <a:pt x="67331" y="39925"/>
                </a:cubicBezTo>
                <a:cubicBezTo>
                  <a:pt x="67281" y="39925"/>
                  <a:pt x="67181" y="39950"/>
                  <a:pt x="67107" y="39950"/>
                </a:cubicBezTo>
                <a:cubicBezTo>
                  <a:pt x="67082" y="39950"/>
                  <a:pt x="67057" y="39950"/>
                  <a:pt x="67032" y="39975"/>
                </a:cubicBezTo>
                <a:lnTo>
                  <a:pt x="66982" y="39975"/>
                </a:lnTo>
                <a:cubicBezTo>
                  <a:pt x="66808" y="40025"/>
                  <a:pt x="66609" y="40075"/>
                  <a:pt x="66435" y="40100"/>
                </a:cubicBezTo>
                <a:cubicBezTo>
                  <a:pt x="66360" y="40100"/>
                  <a:pt x="66335" y="40149"/>
                  <a:pt x="66285" y="40149"/>
                </a:cubicBezTo>
                <a:cubicBezTo>
                  <a:pt x="66211" y="40149"/>
                  <a:pt x="66186" y="40174"/>
                  <a:pt x="66111" y="40174"/>
                </a:cubicBezTo>
                <a:cubicBezTo>
                  <a:pt x="66086" y="40174"/>
                  <a:pt x="66061" y="40174"/>
                  <a:pt x="66036" y="40199"/>
                </a:cubicBezTo>
                <a:lnTo>
                  <a:pt x="65987" y="40174"/>
                </a:lnTo>
                <a:cubicBezTo>
                  <a:pt x="66036" y="40174"/>
                  <a:pt x="66061" y="40149"/>
                  <a:pt x="66111" y="40149"/>
                </a:cubicBezTo>
                <a:cubicBezTo>
                  <a:pt x="66211" y="40100"/>
                  <a:pt x="66310" y="40100"/>
                  <a:pt x="66410" y="40075"/>
                </a:cubicBezTo>
                <a:cubicBezTo>
                  <a:pt x="66584" y="40025"/>
                  <a:pt x="66808" y="39975"/>
                  <a:pt x="66982" y="39950"/>
                </a:cubicBezTo>
                <a:cubicBezTo>
                  <a:pt x="67156" y="39925"/>
                  <a:pt x="67306" y="39901"/>
                  <a:pt x="67430" y="39851"/>
                </a:cubicBezTo>
                <a:cubicBezTo>
                  <a:pt x="67555" y="39826"/>
                  <a:pt x="67704" y="39801"/>
                  <a:pt x="67828" y="39801"/>
                </a:cubicBezTo>
                <a:cubicBezTo>
                  <a:pt x="68052" y="39776"/>
                  <a:pt x="68301" y="39726"/>
                  <a:pt x="68525" y="39701"/>
                </a:cubicBezTo>
                <a:cubicBezTo>
                  <a:pt x="68575" y="39701"/>
                  <a:pt x="68650" y="39677"/>
                  <a:pt x="68700" y="39677"/>
                </a:cubicBezTo>
                <a:cubicBezTo>
                  <a:pt x="69272" y="39602"/>
                  <a:pt x="69820" y="39577"/>
                  <a:pt x="70342" y="39577"/>
                </a:cubicBezTo>
                <a:close/>
                <a:moveTo>
                  <a:pt x="74549" y="39726"/>
                </a:moveTo>
                <a:cubicBezTo>
                  <a:pt x="74599" y="39801"/>
                  <a:pt x="74649" y="39851"/>
                  <a:pt x="74674" y="39925"/>
                </a:cubicBezTo>
                <a:cubicBezTo>
                  <a:pt x="74723" y="40000"/>
                  <a:pt x="74748" y="40100"/>
                  <a:pt x="74773" y="40174"/>
                </a:cubicBezTo>
                <a:cubicBezTo>
                  <a:pt x="74773" y="40199"/>
                  <a:pt x="74773" y="40199"/>
                  <a:pt x="74798" y="40224"/>
                </a:cubicBezTo>
                <a:lnTo>
                  <a:pt x="74773" y="40199"/>
                </a:lnTo>
                <a:lnTo>
                  <a:pt x="74798" y="40249"/>
                </a:lnTo>
                <a:cubicBezTo>
                  <a:pt x="74773" y="40249"/>
                  <a:pt x="74773" y="40249"/>
                  <a:pt x="74748" y="40224"/>
                </a:cubicBezTo>
                <a:cubicBezTo>
                  <a:pt x="74674" y="40199"/>
                  <a:pt x="74599" y="40174"/>
                  <a:pt x="74524" y="40125"/>
                </a:cubicBezTo>
                <a:cubicBezTo>
                  <a:pt x="74524" y="40000"/>
                  <a:pt x="74549" y="39851"/>
                  <a:pt x="74549" y="39726"/>
                </a:cubicBezTo>
                <a:close/>
                <a:moveTo>
                  <a:pt x="80498" y="35694"/>
                </a:moveTo>
                <a:cubicBezTo>
                  <a:pt x="80100" y="36739"/>
                  <a:pt x="79702" y="37735"/>
                  <a:pt x="79229" y="38780"/>
                </a:cubicBezTo>
                <a:cubicBezTo>
                  <a:pt x="79204" y="38805"/>
                  <a:pt x="79129" y="38805"/>
                  <a:pt x="79104" y="38830"/>
                </a:cubicBezTo>
                <a:cubicBezTo>
                  <a:pt x="78905" y="38930"/>
                  <a:pt x="78706" y="38980"/>
                  <a:pt x="78507" y="39079"/>
                </a:cubicBezTo>
                <a:cubicBezTo>
                  <a:pt x="78258" y="39179"/>
                  <a:pt x="78034" y="39303"/>
                  <a:pt x="77785" y="39403"/>
                </a:cubicBezTo>
                <a:lnTo>
                  <a:pt x="77760" y="39403"/>
                </a:lnTo>
                <a:cubicBezTo>
                  <a:pt x="77636" y="39452"/>
                  <a:pt x="77511" y="39527"/>
                  <a:pt x="77362" y="39577"/>
                </a:cubicBezTo>
                <a:cubicBezTo>
                  <a:pt x="77138" y="39677"/>
                  <a:pt x="76914" y="39776"/>
                  <a:pt x="76739" y="39851"/>
                </a:cubicBezTo>
                <a:cubicBezTo>
                  <a:pt x="76391" y="40025"/>
                  <a:pt x="76043" y="40199"/>
                  <a:pt x="75669" y="40349"/>
                </a:cubicBezTo>
                <a:cubicBezTo>
                  <a:pt x="75495" y="40075"/>
                  <a:pt x="75296" y="39801"/>
                  <a:pt x="75171" y="39527"/>
                </a:cubicBezTo>
                <a:cubicBezTo>
                  <a:pt x="75146" y="39452"/>
                  <a:pt x="75122" y="39428"/>
                  <a:pt x="75097" y="39353"/>
                </a:cubicBezTo>
                <a:cubicBezTo>
                  <a:pt x="75022" y="39278"/>
                  <a:pt x="74997" y="39154"/>
                  <a:pt x="74922" y="39054"/>
                </a:cubicBezTo>
                <a:cubicBezTo>
                  <a:pt x="76217" y="37561"/>
                  <a:pt x="78108" y="36416"/>
                  <a:pt x="80498" y="35694"/>
                </a:cubicBezTo>
                <a:close/>
                <a:moveTo>
                  <a:pt x="105414" y="40224"/>
                </a:moveTo>
                <a:lnTo>
                  <a:pt x="105414" y="40224"/>
                </a:lnTo>
                <a:cubicBezTo>
                  <a:pt x="105464" y="40249"/>
                  <a:pt x="105489" y="40249"/>
                  <a:pt x="105514" y="40299"/>
                </a:cubicBezTo>
                <a:cubicBezTo>
                  <a:pt x="105538" y="40324"/>
                  <a:pt x="105588" y="40324"/>
                  <a:pt x="105613" y="40349"/>
                </a:cubicBezTo>
                <a:cubicBezTo>
                  <a:pt x="105638" y="40373"/>
                  <a:pt x="105663" y="40423"/>
                  <a:pt x="105663" y="40448"/>
                </a:cubicBezTo>
                <a:lnTo>
                  <a:pt x="105696" y="40481"/>
                </a:lnTo>
                <a:lnTo>
                  <a:pt x="105696" y="40481"/>
                </a:lnTo>
                <a:cubicBezTo>
                  <a:pt x="105686" y="40476"/>
                  <a:pt x="105675" y="40473"/>
                  <a:pt x="105663" y="40473"/>
                </a:cubicBezTo>
                <a:cubicBezTo>
                  <a:pt x="105638" y="40448"/>
                  <a:pt x="105613" y="40423"/>
                  <a:pt x="105538" y="40398"/>
                </a:cubicBezTo>
                <a:cubicBezTo>
                  <a:pt x="105538" y="40324"/>
                  <a:pt x="105489" y="40299"/>
                  <a:pt x="105414" y="40224"/>
                </a:cubicBezTo>
                <a:close/>
                <a:moveTo>
                  <a:pt x="74250" y="40523"/>
                </a:moveTo>
                <a:cubicBezTo>
                  <a:pt x="74275" y="40523"/>
                  <a:pt x="74300" y="40548"/>
                  <a:pt x="74300" y="40548"/>
                </a:cubicBezTo>
                <a:cubicBezTo>
                  <a:pt x="74275" y="40548"/>
                  <a:pt x="74275" y="40548"/>
                  <a:pt x="74250" y="40523"/>
                </a:cubicBezTo>
                <a:close/>
                <a:moveTo>
                  <a:pt x="79104" y="39079"/>
                </a:moveTo>
                <a:cubicBezTo>
                  <a:pt x="79104" y="39079"/>
                  <a:pt x="79104" y="39104"/>
                  <a:pt x="79054" y="39104"/>
                </a:cubicBezTo>
                <a:cubicBezTo>
                  <a:pt x="78283" y="39452"/>
                  <a:pt x="77486" y="39801"/>
                  <a:pt x="76665" y="40174"/>
                </a:cubicBezTo>
                <a:cubicBezTo>
                  <a:pt x="76391" y="40299"/>
                  <a:pt x="76092" y="40448"/>
                  <a:pt x="75769" y="40597"/>
                </a:cubicBezTo>
                <a:lnTo>
                  <a:pt x="75769" y="40573"/>
                </a:lnTo>
                <a:cubicBezTo>
                  <a:pt x="75769" y="40573"/>
                  <a:pt x="75769" y="40548"/>
                  <a:pt x="75744" y="40548"/>
                </a:cubicBezTo>
                <a:cubicBezTo>
                  <a:pt x="76889" y="40025"/>
                  <a:pt x="78009" y="39527"/>
                  <a:pt x="79104" y="39079"/>
                </a:cubicBezTo>
                <a:close/>
                <a:moveTo>
                  <a:pt x="74524" y="40349"/>
                </a:moveTo>
                <a:cubicBezTo>
                  <a:pt x="74549" y="40349"/>
                  <a:pt x="74549" y="40398"/>
                  <a:pt x="74549" y="40398"/>
                </a:cubicBezTo>
                <a:cubicBezTo>
                  <a:pt x="74674" y="40448"/>
                  <a:pt x="74798" y="40523"/>
                  <a:pt x="74922" y="40597"/>
                </a:cubicBezTo>
                <a:lnTo>
                  <a:pt x="74922" y="40622"/>
                </a:lnTo>
                <a:cubicBezTo>
                  <a:pt x="74922" y="40622"/>
                  <a:pt x="74922" y="40672"/>
                  <a:pt x="74972" y="40672"/>
                </a:cubicBezTo>
                <a:cubicBezTo>
                  <a:pt x="74922" y="40672"/>
                  <a:pt x="74898" y="40622"/>
                  <a:pt x="74873" y="40622"/>
                </a:cubicBezTo>
                <a:cubicBezTo>
                  <a:pt x="74848" y="40622"/>
                  <a:pt x="74848" y="40597"/>
                  <a:pt x="74798" y="40597"/>
                </a:cubicBezTo>
                <a:cubicBezTo>
                  <a:pt x="74723" y="40548"/>
                  <a:pt x="74624" y="40498"/>
                  <a:pt x="74524" y="40448"/>
                </a:cubicBezTo>
                <a:cubicBezTo>
                  <a:pt x="74499" y="40448"/>
                  <a:pt x="74499" y="40423"/>
                  <a:pt x="74474" y="40423"/>
                </a:cubicBezTo>
                <a:lnTo>
                  <a:pt x="74524" y="40349"/>
                </a:lnTo>
                <a:close/>
                <a:moveTo>
                  <a:pt x="63697" y="37984"/>
                </a:moveTo>
                <a:cubicBezTo>
                  <a:pt x="64219" y="38731"/>
                  <a:pt x="64817" y="39452"/>
                  <a:pt x="65414" y="40075"/>
                </a:cubicBezTo>
                <a:cubicBezTo>
                  <a:pt x="65339" y="40100"/>
                  <a:pt x="65290" y="40100"/>
                  <a:pt x="65215" y="40125"/>
                </a:cubicBezTo>
                <a:cubicBezTo>
                  <a:pt x="65090" y="40174"/>
                  <a:pt x="64966" y="40224"/>
                  <a:pt x="64842" y="40249"/>
                </a:cubicBezTo>
                <a:cubicBezTo>
                  <a:pt x="64792" y="40299"/>
                  <a:pt x="64717" y="40299"/>
                  <a:pt x="64667" y="40324"/>
                </a:cubicBezTo>
                <a:lnTo>
                  <a:pt x="64617" y="40324"/>
                </a:lnTo>
                <a:cubicBezTo>
                  <a:pt x="64543" y="40349"/>
                  <a:pt x="64418" y="40373"/>
                  <a:pt x="64319" y="40423"/>
                </a:cubicBezTo>
                <a:cubicBezTo>
                  <a:pt x="64219" y="40448"/>
                  <a:pt x="64095" y="40473"/>
                  <a:pt x="63995" y="40548"/>
                </a:cubicBezTo>
                <a:cubicBezTo>
                  <a:pt x="63921" y="40573"/>
                  <a:pt x="63846" y="40597"/>
                  <a:pt x="63746" y="40647"/>
                </a:cubicBezTo>
                <a:cubicBezTo>
                  <a:pt x="63697" y="40672"/>
                  <a:pt x="63622" y="40672"/>
                  <a:pt x="63572" y="40697"/>
                </a:cubicBezTo>
                <a:cubicBezTo>
                  <a:pt x="63248" y="40075"/>
                  <a:pt x="62925" y="39428"/>
                  <a:pt x="62576" y="38780"/>
                </a:cubicBezTo>
                <a:cubicBezTo>
                  <a:pt x="62950" y="38482"/>
                  <a:pt x="63323" y="38233"/>
                  <a:pt x="63697" y="37984"/>
                </a:cubicBezTo>
                <a:close/>
                <a:moveTo>
                  <a:pt x="73603" y="40697"/>
                </a:moveTo>
                <a:cubicBezTo>
                  <a:pt x="73603" y="40718"/>
                  <a:pt x="73603" y="40721"/>
                  <a:pt x="73573" y="40737"/>
                </a:cubicBezTo>
                <a:lnTo>
                  <a:pt x="73573" y="40737"/>
                </a:lnTo>
                <a:cubicBezTo>
                  <a:pt x="73582" y="40722"/>
                  <a:pt x="73592" y="40708"/>
                  <a:pt x="73603" y="40697"/>
                </a:cubicBezTo>
                <a:close/>
                <a:moveTo>
                  <a:pt x="62402" y="38930"/>
                </a:moveTo>
                <a:cubicBezTo>
                  <a:pt x="62726" y="39552"/>
                  <a:pt x="63074" y="40174"/>
                  <a:pt x="63348" y="40797"/>
                </a:cubicBezTo>
                <a:cubicBezTo>
                  <a:pt x="63323" y="40797"/>
                  <a:pt x="63323" y="40797"/>
                  <a:pt x="63298" y="40821"/>
                </a:cubicBezTo>
                <a:cubicBezTo>
                  <a:pt x="62975" y="40199"/>
                  <a:pt x="62676" y="39577"/>
                  <a:pt x="62328" y="38955"/>
                </a:cubicBezTo>
                <a:cubicBezTo>
                  <a:pt x="62352" y="38955"/>
                  <a:pt x="62352" y="38930"/>
                  <a:pt x="62402" y="38930"/>
                </a:cubicBezTo>
                <a:close/>
                <a:moveTo>
                  <a:pt x="75296" y="40797"/>
                </a:moveTo>
                <a:cubicBezTo>
                  <a:pt x="75296" y="40797"/>
                  <a:pt x="75346" y="40797"/>
                  <a:pt x="75346" y="40821"/>
                </a:cubicBezTo>
                <a:lnTo>
                  <a:pt x="75346" y="40846"/>
                </a:lnTo>
                <a:lnTo>
                  <a:pt x="75296" y="40846"/>
                </a:lnTo>
                <a:lnTo>
                  <a:pt x="75296" y="40821"/>
                </a:lnTo>
                <a:lnTo>
                  <a:pt x="75271" y="40797"/>
                </a:lnTo>
                <a:close/>
                <a:moveTo>
                  <a:pt x="74474" y="40672"/>
                </a:moveTo>
                <a:cubicBezTo>
                  <a:pt x="74549" y="40722"/>
                  <a:pt x="74624" y="40797"/>
                  <a:pt x="74723" y="40846"/>
                </a:cubicBezTo>
                <a:cubicBezTo>
                  <a:pt x="74674" y="40846"/>
                  <a:pt x="74674" y="40871"/>
                  <a:pt x="74649" y="40871"/>
                </a:cubicBezTo>
                <a:cubicBezTo>
                  <a:pt x="74599" y="40821"/>
                  <a:pt x="74524" y="40797"/>
                  <a:pt x="74474" y="40722"/>
                </a:cubicBezTo>
                <a:lnTo>
                  <a:pt x="74474" y="40672"/>
                </a:lnTo>
                <a:close/>
                <a:moveTo>
                  <a:pt x="65581" y="40284"/>
                </a:moveTo>
                <a:lnTo>
                  <a:pt x="65581" y="40284"/>
                </a:lnTo>
                <a:cubicBezTo>
                  <a:pt x="65583" y="40288"/>
                  <a:pt x="65585" y="40293"/>
                  <a:pt x="65588" y="40299"/>
                </a:cubicBezTo>
                <a:cubicBezTo>
                  <a:pt x="65538" y="40299"/>
                  <a:pt x="65514" y="40324"/>
                  <a:pt x="65439" y="40324"/>
                </a:cubicBezTo>
                <a:cubicBezTo>
                  <a:pt x="65389" y="40349"/>
                  <a:pt x="65314" y="40349"/>
                  <a:pt x="65240" y="40398"/>
                </a:cubicBezTo>
                <a:cubicBezTo>
                  <a:pt x="65215" y="40398"/>
                  <a:pt x="65190" y="40423"/>
                  <a:pt x="65165" y="40423"/>
                </a:cubicBezTo>
                <a:cubicBezTo>
                  <a:pt x="64966" y="40473"/>
                  <a:pt x="64792" y="40548"/>
                  <a:pt x="64617" y="40597"/>
                </a:cubicBezTo>
                <a:cubicBezTo>
                  <a:pt x="64543" y="40622"/>
                  <a:pt x="64443" y="40672"/>
                  <a:pt x="64369" y="40697"/>
                </a:cubicBezTo>
                <a:cubicBezTo>
                  <a:pt x="64194" y="40747"/>
                  <a:pt x="63970" y="40846"/>
                  <a:pt x="63746" y="40921"/>
                </a:cubicBezTo>
                <a:cubicBezTo>
                  <a:pt x="63721" y="40921"/>
                  <a:pt x="63697" y="40946"/>
                  <a:pt x="63672" y="40946"/>
                </a:cubicBezTo>
                <a:lnTo>
                  <a:pt x="63672" y="40921"/>
                </a:lnTo>
                <a:lnTo>
                  <a:pt x="63672" y="40871"/>
                </a:lnTo>
                <a:cubicBezTo>
                  <a:pt x="63921" y="40797"/>
                  <a:pt x="64120" y="40697"/>
                  <a:pt x="64369" y="40622"/>
                </a:cubicBezTo>
                <a:cubicBezTo>
                  <a:pt x="64443" y="40597"/>
                  <a:pt x="64493" y="40597"/>
                  <a:pt x="64568" y="40573"/>
                </a:cubicBezTo>
                <a:cubicBezTo>
                  <a:pt x="64692" y="40523"/>
                  <a:pt x="64842" y="40473"/>
                  <a:pt x="64966" y="40448"/>
                </a:cubicBezTo>
                <a:cubicBezTo>
                  <a:pt x="65066" y="40423"/>
                  <a:pt x="65165" y="40398"/>
                  <a:pt x="65290" y="40349"/>
                </a:cubicBezTo>
                <a:cubicBezTo>
                  <a:pt x="65389" y="40324"/>
                  <a:pt x="65439" y="40324"/>
                  <a:pt x="65538" y="40299"/>
                </a:cubicBezTo>
                <a:cubicBezTo>
                  <a:pt x="65555" y="40299"/>
                  <a:pt x="65572" y="40299"/>
                  <a:pt x="65581" y="40284"/>
                </a:cubicBezTo>
                <a:close/>
                <a:moveTo>
                  <a:pt x="63448" y="40946"/>
                </a:moveTo>
                <a:cubicBezTo>
                  <a:pt x="63448" y="40946"/>
                  <a:pt x="63448" y="40971"/>
                  <a:pt x="63473" y="40971"/>
                </a:cubicBezTo>
                <a:lnTo>
                  <a:pt x="63473" y="41021"/>
                </a:lnTo>
                <a:lnTo>
                  <a:pt x="63423" y="41021"/>
                </a:lnTo>
                <a:lnTo>
                  <a:pt x="63423" y="40971"/>
                </a:lnTo>
                <a:cubicBezTo>
                  <a:pt x="63406" y="40987"/>
                  <a:pt x="63395" y="40993"/>
                  <a:pt x="63388" y="40993"/>
                </a:cubicBezTo>
                <a:cubicBezTo>
                  <a:pt x="63373" y="40993"/>
                  <a:pt x="63373" y="40971"/>
                  <a:pt x="63373" y="40971"/>
                </a:cubicBezTo>
                <a:cubicBezTo>
                  <a:pt x="63423" y="40971"/>
                  <a:pt x="63423" y="40946"/>
                  <a:pt x="63448" y="40946"/>
                </a:cubicBezTo>
                <a:close/>
                <a:moveTo>
                  <a:pt x="74823" y="40971"/>
                </a:moveTo>
                <a:lnTo>
                  <a:pt x="74898" y="41046"/>
                </a:lnTo>
                <a:cubicBezTo>
                  <a:pt x="74873" y="41046"/>
                  <a:pt x="74873" y="41070"/>
                  <a:pt x="74848" y="41070"/>
                </a:cubicBezTo>
                <a:lnTo>
                  <a:pt x="74798" y="41046"/>
                </a:lnTo>
                <a:lnTo>
                  <a:pt x="74773" y="41021"/>
                </a:lnTo>
                <a:cubicBezTo>
                  <a:pt x="74798" y="41021"/>
                  <a:pt x="74798" y="40971"/>
                  <a:pt x="74823" y="40971"/>
                </a:cubicBezTo>
                <a:close/>
                <a:moveTo>
                  <a:pt x="74250" y="40722"/>
                </a:moveTo>
                <a:cubicBezTo>
                  <a:pt x="74250" y="40772"/>
                  <a:pt x="74275" y="40797"/>
                  <a:pt x="74300" y="40797"/>
                </a:cubicBezTo>
                <a:cubicBezTo>
                  <a:pt x="74300" y="40896"/>
                  <a:pt x="74275" y="40971"/>
                  <a:pt x="74275" y="41070"/>
                </a:cubicBezTo>
                <a:cubicBezTo>
                  <a:pt x="74250" y="41070"/>
                  <a:pt x="74250" y="41095"/>
                  <a:pt x="74225" y="41095"/>
                </a:cubicBezTo>
                <a:cubicBezTo>
                  <a:pt x="74225" y="40971"/>
                  <a:pt x="74250" y="40846"/>
                  <a:pt x="74250" y="40722"/>
                </a:cubicBezTo>
                <a:close/>
                <a:moveTo>
                  <a:pt x="74649" y="41095"/>
                </a:moveTo>
                <a:lnTo>
                  <a:pt x="74674" y="41145"/>
                </a:lnTo>
                <a:cubicBezTo>
                  <a:pt x="74599" y="41170"/>
                  <a:pt x="74524" y="41220"/>
                  <a:pt x="74425" y="41270"/>
                </a:cubicBezTo>
                <a:lnTo>
                  <a:pt x="74425" y="41220"/>
                </a:lnTo>
                <a:lnTo>
                  <a:pt x="74425" y="41195"/>
                </a:lnTo>
                <a:cubicBezTo>
                  <a:pt x="74499" y="41195"/>
                  <a:pt x="74549" y="41170"/>
                  <a:pt x="74649" y="41095"/>
                </a:cubicBezTo>
                <a:close/>
                <a:moveTo>
                  <a:pt x="74051" y="40672"/>
                </a:moveTo>
                <a:cubicBezTo>
                  <a:pt x="74026" y="40846"/>
                  <a:pt x="74026" y="41046"/>
                  <a:pt x="74001" y="41220"/>
                </a:cubicBezTo>
                <a:lnTo>
                  <a:pt x="73802" y="41319"/>
                </a:lnTo>
                <a:cubicBezTo>
                  <a:pt x="73902" y="41095"/>
                  <a:pt x="74001" y="40896"/>
                  <a:pt x="74051" y="40672"/>
                </a:cubicBezTo>
                <a:close/>
                <a:moveTo>
                  <a:pt x="74250" y="41319"/>
                </a:moveTo>
                <a:lnTo>
                  <a:pt x="74250" y="41344"/>
                </a:lnTo>
                <a:lnTo>
                  <a:pt x="74250" y="41369"/>
                </a:lnTo>
                <a:cubicBezTo>
                  <a:pt x="74225" y="41369"/>
                  <a:pt x="74225" y="41419"/>
                  <a:pt x="74176" y="41419"/>
                </a:cubicBezTo>
                <a:lnTo>
                  <a:pt x="74176" y="41369"/>
                </a:lnTo>
                <a:lnTo>
                  <a:pt x="74176" y="41344"/>
                </a:lnTo>
                <a:cubicBezTo>
                  <a:pt x="74176" y="41344"/>
                  <a:pt x="74225" y="41344"/>
                  <a:pt x="74250" y="41319"/>
                </a:cubicBezTo>
                <a:close/>
                <a:moveTo>
                  <a:pt x="75520" y="41220"/>
                </a:moveTo>
                <a:lnTo>
                  <a:pt x="75545" y="41270"/>
                </a:lnTo>
                <a:lnTo>
                  <a:pt x="75594" y="41294"/>
                </a:lnTo>
                <a:cubicBezTo>
                  <a:pt x="75619" y="41319"/>
                  <a:pt x="75619" y="41344"/>
                  <a:pt x="75669" y="41419"/>
                </a:cubicBezTo>
                <a:cubicBezTo>
                  <a:pt x="75644" y="41419"/>
                  <a:pt x="75644" y="41394"/>
                  <a:pt x="75619" y="41394"/>
                </a:cubicBezTo>
                <a:lnTo>
                  <a:pt x="75570" y="41344"/>
                </a:lnTo>
                <a:cubicBezTo>
                  <a:pt x="75545" y="41319"/>
                  <a:pt x="75520" y="41270"/>
                  <a:pt x="75520" y="41220"/>
                </a:cubicBezTo>
                <a:close/>
                <a:moveTo>
                  <a:pt x="73902" y="40573"/>
                </a:moveTo>
                <a:lnTo>
                  <a:pt x="73902" y="40573"/>
                </a:lnTo>
                <a:cubicBezTo>
                  <a:pt x="73777" y="40871"/>
                  <a:pt x="73653" y="41170"/>
                  <a:pt x="73529" y="41469"/>
                </a:cubicBezTo>
                <a:lnTo>
                  <a:pt x="73504" y="41494"/>
                </a:lnTo>
                <a:cubicBezTo>
                  <a:pt x="73628" y="41170"/>
                  <a:pt x="73753" y="40871"/>
                  <a:pt x="73902" y="40573"/>
                </a:cubicBezTo>
                <a:close/>
                <a:moveTo>
                  <a:pt x="75047" y="41170"/>
                </a:moveTo>
                <a:cubicBezTo>
                  <a:pt x="75146" y="41270"/>
                  <a:pt x="75271" y="41344"/>
                  <a:pt x="75370" y="41419"/>
                </a:cubicBezTo>
                <a:cubicBezTo>
                  <a:pt x="75395" y="41444"/>
                  <a:pt x="75395" y="41518"/>
                  <a:pt x="75420" y="41543"/>
                </a:cubicBezTo>
                <a:cubicBezTo>
                  <a:pt x="75271" y="41419"/>
                  <a:pt x="75122" y="41319"/>
                  <a:pt x="74997" y="41195"/>
                </a:cubicBezTo>
                <a:cubicBezTo>
                  <a:pt x="75022" y="41195"/>
                  <a:pt x="75047" y="41195"/>
                  <a:pt x="75047" y="41170"/>
                </a:cubicBezTo>
                <a:close/>
                <a:moveTo>
                  <a:pt x="73499" y="40921"/>
                </a:moveTo>
                <a:cubicBezTo>
                  <a:pt x="73475" y="41011"/>
                  <a:pt x="73448" y="41107"/>
                  <a:pt x="73404" y="41195"/>
                </a:cubicBezTo>
                <a:cubicBezTo>
                  <a:pt x="73354" y="41319"/>
                  <a:pt x="73280" y="41469"/>
                  <a:pt x="73230" y="41593"/>
                </a:cubicBezTo>
                <a:cubicBezTo>
                  <a:pt x="73230" y="41638"/>
                  <a:pt x="73230" y="41642"/>
                  <a:pt x="73192" y="41662"/>
                </a:cubicBezTo>
                <a:lnTo>
                  <a:pt x="73192" y="41662"/>
                </a:lnTo>
                <a:cubicBezTo>
                  <a:pt x="73284" y="41423"/>
                  <a:pt x="73335" y="41185"/>
                  <a:pt x="73454" y="40946"/>
                </a:cubicBezTo>
                <a:cubicBezTo>
                  <a:pt x="73454" y="40946"/>
                  <a:pt x="73454" y="40923"/>
                  <a:pt x="73499" y="40921"/>
                </a:cubicBezTo>
                <a:close/>
                <a:moveTo>
                  <a:pt x="73977" y="41469"/>
                </a:moveTo>
                <a:lnTo>
                  <a:pt x="73977" y="41518"/>
                </a:lnTo>
                <a:lnTo>
                  <a:pt x="73977" y="41543"/>
                </a:lnTo>
                <a:cubicBezTo>
                  <a:pt x="73852" y="41593"/>
                  <a:pt x="73753" y="41668"/>
                  <a:pt x="73628" y="41693"/>
                </a:cubicBezTo>
                <a:cubicBezTo>
                  <a:pt x="73628" y="41693"/>
                  <a:pt x="73628" y="41668"/>
                  <a:pt x="73653" y="41668"/>
                </a:cubicBezTo>
                <a:lnTo>
                  <a:pt x="73653" y="41643"/>
                </a:lnTo>
                <a:cubicBezTo>
                  <a:pt x="73753" y="41568"/>
                  <a:pt x="73852" y="41543"/>
                  <a:pt x="73977" y="41469"/>
                </a:cubicBezTo>
                <a:close/>
                <a:moveTo>
                  <a:pt x="75993" y="41643"/>
                </a:moveTo>
                <a:lnTo>
                  <a:pt x="75993" y="41643"/>
                </a:lnTo>
                <a:cubicBezTo>
                  <a:pt x="76043" y="41668"/>
                  <a:pt x="76092" y="41693"/>
                  <a:pt x="76142" y="41767"/>
                </a:cubicBezTo>
                <a:lnTo>
                  <a:pt x="76267" y="41892"/>
                </a:lnTo>
                <a:cubicBezTo>
                  <a:pt x="76192" y="41817"/>
                  <a:pt x="76142" y="41792"/>
                  <a:pt x="76043" y="41718"/>
                </a:cubicBezTo>
                <a:cubicBezTo>
                  <a:pt x="76018" y="41693"/>
                  <a:pt x="76018" y="41668"/>
                  <a:pt x="75993" y="41643"/>
                </a:cubicBezTo>
                <a:close/>
                <a:moveTo>
                  <a:pt x="75819" y="41792"/>
                </a:moveTo>
                <a:cubicBezTo>
                  <a:pt x="75868" y="41792"/>
                  <a:pt x="75868" y="41817"/>
                  <a:pt x="75893" y="41817"/>
                </a:cubicBezTo>
                <a:cubicBezTo>
                  <a:pt x="75918" y="41842"/>
                  <a:pt x="75918" y="41867"/>
                  <a:pt x="75943" y="41917"/>
                </a:cubicBezTo>
                <a:lnTo>
                  <a:pt x="75893" y="41842"/>
                </a:lnTo>
                <a:lnTo>
                  <a:pt x="75868" y="41817"/>
                </a:lnTo>
                <a:cubicBezTo>
                  <a:pt x="75819" y="41817"/>
                  <a:pt x="75819" y="41792"/>
                  <a:pt x="75819" y="41792"/>
                </a:cubicBezTo>
                <a:close/>
                <a:moveTo>
                  <a:pt x="76540" y="41817"/>
                </a:moveTo>
                <a:cubicBezTo>
                  <a:pt x="76590" y="41842"/>
                  <a:pt x="76640" y="41917"/>
                  <a:pt x="76665" y="41966"/>
                </a:cubicBezTo>
                <a:cubicBezTo>
                  <a:pt x="76665" y="41966"/>
                  <a:pt x="76665" y="42016"/>
                  <a:pt x="76715" y="42016"/>
                </a:cubicBezTo>
                <a:cubicBezTo>
                  <a:pt x="76739" y="42066"/>
                  <a:pt x="76789" y="42091"/>
                  <a:pt x="76839" y="42166"/>
                </a:cubicBezTo>
                <a:cubicBezTo>
                  <a:pt x="76764" y="42091"/>
                  <a:pt x="76715" y="42041"/>
                  <a:pt x="76640" y="42016"/>
                </a:cubicBezTo>
                <a:cubicBezTo>
                  <a:pt x="76615" y="41942"/>
                  <a:pt x="76590" y="41917"/>
                  <a:pt x="76515" y="41842"/>
                </a:cubicBezTo>
                <a:lnTo>
                  <a:pt x="76540" y="41817"/>
                </a:lnTo>
                <a:close/>
                <a:moveTo>
                  <a:pt x="78955" y="39353"/>
                </a:moveTo>
                <a:lnTo>
                  <a:pt x="78955" y="39353"/>
                </a:lnTo>
                <a:cubicBezTo>
                  <a:pt x="78482" y="40349"/>
                  <a:pt x="77984" y="41344"/>
                  <a:pt x="77461" y="42340"/>
                </a:cubicBezTo>
                <a:cubicBezTo>
                  <a:pt x="77387" y="42315"/>
                  <a:pt x="77362" y="42265"/>
                  <a:pt x="77287" y="42215"/>
                </a:cubicBezTo>
                <a:cubicBezTo>
                  <a:pt x="77138" y="42066"/>
                  <a:pt x="76963" y="41917"/>
                  <a:pt x="76764" y="41718"/>
                </a:cubicBezTo>
                <a:lnTo>
                  <a:pt x="76665" y="41643"/>
                </a:lnTo>
                <a:lnTo>
                  <a:pt x="76665" y="41444"/>
                </a:lnTo>
                <a:lnTo>
                  <a:pt x="76590" y="41543"/>
                </a:lnTo>
                <a:cubicBezTo>
                  <a:pt x="76491" y="41419"/>
                  <a:pt x="76391" y="41319"/>
                  <a:pt x="76291" y="41195"/>
                </a:cubicBezTo>
                <a:lnTo>
                  <a:pt x="76242" y="41145"/>
                </a:lnTo>
                <a:cubicBezTo>
                  <a:pt x="76117" y="41021"/>
                  <a:pt x="76018" y="40871"/>
                  <a:pt x="75893" y="40772"/>
                </a:cubicBezTo>
                <a:cubicBezTo>
                  <a:pt x="76391" y="40523"/>
                  <a:pt x="76864" y="40299"/>
                  <a:pt x="77362" y="40075"/>
                </a:cubicBezTo>
                <a:lnTo>
                  <a:pt x="77536" y="39975"/>
                </a:lnTo>
                <a:cubicBezTo>
                  <a:pt x="78009" y="39776"/>
                  <a:pt x="78482" y="39577"/>
                  <a:pt x="78955" y="39353"/>
                </a:cubicBezTo>
                <a:close/>
                <a:moveTo>
                  <a:pt x="90554" y="36217"/>
                </a:moveTo>
                <a:cubicBezTo>
                  <a:pt x="89733" y="38233"/>
                  <a:pt x="88787" y="40349"/>
                  <a:pt x="87716" y="42464"/>
                </a:cubicBezTo>
                <a:lnTo>
                  <a:pt x="87667" y="42464"/>
                </a:lnTo>
                <a:cubicBezTo>
                  <a:pt x="88737" y="40349"/>
                  <a:pt x="89683" y="38283"/>
                  <a:pt x="90479" y="36217"/>
                </a:cubicBezTo>
                <a:close/>
                <a:moveTo>
                  <a:pt x="76288" y="42150"/>
                </a:moveTo>
                <a:lnTo>
                  <a:pt x="76288" y="42150"/>
                </a:lnTo>
                <a:cubicBezTo>
                  <a:pt x="76455" y="42224"/>
                  <a:pt x="76620" y="42319"/>
                  <a:pt x="76739" y="42415"/>
                </a:cubicBezTo>
                <a:cubicBezTo>
                  <a:pt x="76764" y="42439"/>
                  <a:pt x="76789" y="42464"/>
                  <a:pt x="76839" y="42539"/>
                </a:cubicBezTo>
                <a:lnTo>
                  <a:pt x="76366" y="42265"/>
                </a:lnTo>
                <a:cubicBezTo>
                  <a:pt x="76366" y="42215"/>
                  <a:pt x="76341" y="42215"/>
                  <a:pt x="76341" y="42190"/>
                </a:cubicBezTo>
                <a:cubicBezTo>
                  <a:pt x="76310" y="42175"/>
                  <a:pt x="76299" y="42160"/>
                  <a:pt x="76288" y="42150"/>
                </a:cubicBezTo>
                <a:close/>
                <a:moveTo>
                  <a:pt x="79303" y="39228"/>
                </a:moveTo>
                <a:lnTo>
                  <a:pt x="79303" y="39228"/>
                </a:lnTo>
                <a:cubicBezTo>
                  <a:pt x="78781" y="40324"/>
                  <a:pt x="78233" y="41419"/>
                  <a:pt x="77660" y="42539"/>
                </a:cubicBezTo>
                <a:lnTo>
                  <a:pt x="77636" y="42514"/>
                </a:lnTo>
                <a:cubicBezTo>
                  <a:pt x="78233" y="41419"/>
                  <a:pt x="78756" y="40324"/>
                  <a:pt x="79253" y="39278"/>
                </a:cubicBezTo>
                <a:cubicBezTo>
                  <a:pt x="79278" y="39278"/>
                  <a:pt x="79278" y="39278"/>
                  <a:pt x="79303" y="39228"/>
                </a:cubicBezTo>
                <a:close/>
                <a:moveTo>
                  <a:pt x="87617" y="42663"/>
                </a:moveTo>
                <a:cubicBezTo>
                  <a:pt x="87592" y="42663"/>
                  <a:pt x="87592" y="42688"/>
                  <a:pt x="87592" y="42713"/>
                </a:cubicBezTo>
                <a:lnTo>
                  <a:pt x="87542" y="42713"/>
                </a:lnTo>
                <a:cubicBezTo>
                  <a:pt x="87542" y="42688"/>
                  <a:pt x="87567" y="42688"/>
                  <a:pt x="87567" y="42663"/>
                </a:cubicBezTo>
                <a:close/>
                <a:moveTo>
                  <a:pt x="72782" y="42166"/>
                </a:moveTo>
                <a:cubicBezTo>
                  <a:pt x="72782" y="42190"/>
                  <a:pt x="72782" y="42191"/>
                  <a:pt x="72757" y="42215"/>
                </a:cubicBezTo>
                <a:lnTo>
                  <a:pt x="72757" y="42265"/>
                </a:lnTo>
                <a:cubicBezTo>
                  <a:pt x="72404" y="42417"/>
                  <a:pt x="72057" y="42594"/>
                  <a:pt x="71710" y="42790"/>
                </a:cubicBezTo>
                <a:lnTo>
                  <a:pt x="71710" y="42790"/>
                </a:lnTo>
                <a:cubicBezTo>
                  <a:pt x="72019" y="42611"/>
                  <a:pt x="72326" y="42436"/>
                  <a:pt x="72632" y="42265"/>
                </a:cubicBezTo>
                <a:cubicBezTo>
                  <a:pt x="72657" y="42215"/>
                  <a:pt x="72707" y="42190"/>
                  <a:pt x="72757" y="42190"/>
                </a:cubicBezTo>
                <a:cubicBezTo>
                  <a:pt x="72757" y="42190"/>
                  <a:pt x="72782" y="42190"/>
                  <a:pt x="72782" y="42166"/>
                </a:cubicBezTo>
                <a:close/>
                <a:moveTo>
                  <a:pt x="76615" y="42589"/>
                </a:moveTo>
                <a:lnTo>
                  <a:pt x="76615" y="42589"/>
                </a:lnTo>
                <a:cubicBezTo>
                  <a:pt x="76764" y="42713"/>
                  <a:pt x="76914" y="42813"/>
                  <a:pt x="77063" y="42912"/>
                </a:cubicBezTo>
                <a:cubicBezTo>
                  <a:pt x="77113" y="42937"/>
                  <a:pt x="77113" y="42962"/>
                  <a:pt x="77138" y="42962"/>
                </a:cubicBezTo>
                <a:cubicBezTo>
                  <a:pt x="77113" y="43037"/>
                  <a:pt x="77063" y="43087"/>
                  <a:pt x="77013" y="43161"/>
                </a:cubicBezTo>
                <a:cubicBezTo>
                  <a:pt x="76963" y="43087"/>
                  <a:pt x="76914" y="43037"/>
                  <a:pt x="76864" y="42962"/>
                </a:cubicBezTo>
                <a:cubicBezTo>
                  <a:pt x="76764" y="42838"/>
                  <a:pt x="76715" y="42713"/>
                  <a:pt x="76615" y="42589"/>
                </a:cubicBezTo>
                <a:close/>
                <a:moveTo>
                  <a:pt x="90255" y="36242"/>
                </a:moveTo>
                <a:lnTo>
                  <a:pt x="90255" y="36242"/>
                </a:lnTo>
                <a:cubicBezTo>
                  <a:pt x="89459" y="38283"/>
                  <a:pt x="88538" y="40349"/>
                  <a:pt x="87443" y="42464"/>
                </a:cubicBezTo>
                <a:cubicBezTo>
                  <a:pt x="87265" y="42460"/>
                  <a:pt x="87086" y="42458"/>
                  <a:pt x="86906" y="42458"/>
                </a:cubicBezTo>
                <a:cubicBezTo>
                  <a:pt x="85085" y="42458"/>
                  <a:pt x="83109" y="42688"/>
                  <a:pt x="81071" y="43186"/>
                </a:cubicBezTo>
                <a:cubicBezTo>
                  <a:pt x="82738" y="41817"/>
                  <a:pt x="84107" y="39826"/>
                  <a:pt x="85078" y="37237"/>
                </a:cubicBezTo>
                <a:cubicBezTo>
                  <a:pt x="86571" y="36839"/>
                  <a:pt x="87990" y="36540"/>
                  <a:pt x="89384" y="36341"/>
                </a:cubicBezTo>
                <a:cubicBezTo>
                  <a:pt x="89484" y="36341"/>
                  <a:pt x="89583" y="36316"/>
                  <a:pt x="89683" y="36316"/>
                </a:cubicBezTo>
                <a:cubicBezTo>
                  <a:pt x="89857" y="36291"/>
                  <a:pt x="90081" y="36291"/>
                  <a:pt x="90255" y="36242"/>
                </a:cubicBezTo>
                <a:close/>
                <a:moveTo>
                  <a:pt x="93641" y="35993"/>
                </a:moveTo>
                <a:cubicBezTo>
                  <a:pt x="94188" y="35993"/>
                  <a:pt x="94761" y="35993"/>
                  <a:pt x="95283" y="36067"/>
                </a:cubicBezTo>
                <a:lnTo>
                  <a:pt x="95308" y="36067"/>
                </a:lnTo>
                <a:cubicBezTo>
                  <a:pt x="96702" y="36441"/>
                  <a:pt x="98121" y="36914"/>
                  <a:pt x="99490" y="37461"/>
                </a:cubicBezTo>
                <a:cubicBezTo>
                  <a:pt x="97250" y="40050"/>
                  <a:pt x="94562" y="41991"/>
                  <a:pt x="91724" y="43211"/>
                </a:cubicBezTo>
                <a:cubicBezTo>
                  <a:pt x="90554" y="42813"/>
                  <a:pt x="89285" y="42564"/>
                  <a:pt x="87916" y="42464"/>
                </a:cubicBezTo>
                <a:cubicBezTo>
                  <a:pt x="88986" y="40349"/>
                  <a:pt x="89932" y="38233"/>
                  <a:pt x="90728" y="36142"/>
                </a:cubicBezTo>
                <a:cubicBezTo>
                  <a:pt x="90927" y="36117"/>
                  <a:pt x="91102" y="36092"/>
                  <a:pt x="91301" y="36092"/>
                </a:cubicBezTo>
                <a:cubicBezTo>
                  <a:pt x="91450" y="36092"/>
                  <a:pt x="91599" y="36067"/>
                  <a:pt x="91774" y="36067"/>
                </a:cubicBezTo>
                <a:cubicBezTo>
                  <a:pt x="92396" y="36042"/>
                  <a:pt x="92968" y="35993"/>
                  <a:pt x="93591" y="35993"/>
                </a:cubicBezTo>
                <a:close/>
                <a:moveTo>
                  <a:pt x="84829" y="37287"/>
                </a:moveTo>
                <a:cubicBezTo>
                  <a:pt x="83833" y="39925"/>
                  <a:pt x="82390" y="41966"/>
                  <a:pt x="80598" y="43286"/>
                </a:cubicBezTo>
                <a:cubicBezTo>
                  <a:pt x="80523" y="43286"/>
                  <a:pt x="80473" y="43311"/>
                  <a:pt x="80398" y="43311"/>
                </a:cubicBezTo>
                <a:cubicBezTo>
                  <a:pt x="82240" y="42016"/>
                  <a:pt x="83709" y="39975"/>
                  <a:pt x="84730" y="37312"/>
                </a:cubicBezTo>
                <a:cubicBezTo>
                  <a:pt x="84754" y="37312"/>
                  <a:pt x="84779" y="37287"/>
                  <a:pt x="84829" y="37287"/>
                </a:cubicBezTo>
                <a:close/>
                <a:moveTo>
                  <a:pt x="99664" y="37536"/>
                </a:moveTo>
                <a:cubicBezTo>
                  <a:pt x="99689" y="37561"/>
                  <a:pt x="99739" y="37561"/>
                  <a:pt x="99764" y="37561"/>
                </a:cubicBezTo>
                <a:cubicBezTo>
                  <a:pt x="97548" y="40149"/>
                  <a:pt x="94910" y="42091"/>
                  <a:pt x="92072" y="43335"/>
                </a:cubicBezTo>
                <a:cubicBezTo>
                  <a:pt x="92048" y="43335"/>
                  <a:pt x="92023" y="43311"/>
                  <a:pt x="91973" y="43311"/>
                </a:cubicBezTo>
                <a:cubicBezTo>
                  <a:pt x="94810" y="42066"/>
                  <a:pt x="97449" y="40100"/>
                  <a:pt x="99664" y="37536"/>
                </a:cubicBezTo>
                <a:close/>
                <a:moveTo>
                  <a:pt x="87816" y="42663"/>
                </a:moveTo>
                <a:cubicBezTo>
                  <a:pt x="89110" y="42763"/>
                  <a:pt x="90330" y="42962"/>
                  <a:pt x="91450" y="43335"/>
                </a:cubicBezTo>
                <a:cubicBezTo>
                  <a:pt x="91425" y="43335"/>
                  <a:pt x="91400" y="43360"/>
                  <a:pt x="91351" y="43360"/>
                </a:cubicBezTo>
                <a:cubicBezTo>
                  <a:pt x="90280" y="43012"/>
                  <a:pt x="89061" y="42788"/>
                  <a:pt x="87791" y="42713"/>
                </a:cubicBezTo>
                <a:cubicBezTo>
                  <a:pt x="87791" y="42688"/>
                  <a:pt x="87816" y="42688"/>
                  <a:pt x="87816" y="42663"/>
                </a:cubicBezTo>
                <a:close/>
                <a:moveTo>
                  <a:pt x="70417" y="39801"/>
                </a:moveTo>
                <a:cubicBezTo>
                  <a:pt x="70815" y="39801"/>
                  <a:pt x="71239" y="39826"/>
                  <a:pt x="71612" y="39851"/>
                </a:cubicBezTo>
                <a:cubicBezTo>
                  <a:pt x="71687" y="39851"/>
                  <a:pt x="71786" y="39901"/>
                  <a:pt x="71886" y="39901"/>
                </a:cubicBezTo>
                <a:cubicBezTo>
                  <a:pt x="71985" y="39901"/>
                  <a:pt x="72035" y="39925"/>
                  <a:pt x="72135" y="39925"/>
                </a:cubicBezTo>
                <a:cubicBezTo>
                  <a:pt x="72384" y="39950"/>
                  <a:pt x="72608" y="39975"/>
                  <a:pt x="72856" y="40050"/>
                </a:cubicBezTo>
                <a:cubicBezTo>
                  <a:pt x="72881" y="40050"/>
                  <a:pt x="72931" y="40050"/>
                  <a:pt x="72981" y="40075"/>
                </a:cubicBezTo>
                <a:cubicBezTo>
                  <a:pt x="73130" y="40100"/>
                  <a:pt x="73255" y="40174"/>
                  <a:pt x="73379" y="40199"/>
                </a:cubicBezTo>
                <a:cubicBezTo>
                  <a:pt x="73404" y="40199"/>
                  <a:pt x="73479" y="40224"/>
                  <a:pt x="73504" y="40224"/>
                </a:cubicBezTo>
                <a:cubicBezTo>
                  <a:pt x="73479" y="40398"/>
                  <a:pt x="73404" y="40523"/>
                  <a:pt x="73379" y="40672"/>
                </a:cubicBezTo>
                <a:cubicBezTo>
                  <a:pt x="73180" y="41070"/>
                  <a:pt x="73031" y="41469"/>
                  <a:pt x="72906" y="41817"/>
                </a:cubicBezTo>
                <a:cubicBezTo>
                  <a:pt x="72782" y="41867"/>
                  <a:pt x="72657" y="41942"/>
                  <a:pt x="72533" y="42041"/>
                </a:cubicBezTo>
                <a:cubicBezTo>
                  <a:pt x="72508" y="42066"/>
                  <a:pt x="72433" y="42066"/>
                  <a:pt x="72408" y="42091"/>
                </a:cubicBezTo>
                <a:lnTo>
                  <a:pt x="71935" y="42365"/>
                </a:lnTo>
                <a:cubicBezTo>
                  <a:pt x="71687" y="42539"/>
                  <a:pt x="71438" y="42663"/>
                  <a:pt x="71189" y="42813"/>
                </a:cubicBezTo>
                <a:cubicBezTo>
                  <a:pt x="70915" y="42962"/>
                  <a:pt x="70666" y="43111"/>
                  <a:pt x="70392" y="43311"/>
                </a:cubicBezTo>
                <a:lnTo>
                  <a:pt x="70193" y="43410"/>
                </a:lnTo>
                <a:cubicBezTo>
                  <a:pt x="68824" y="42663"/>
                  <a:pt x="67505" y="41643"/>
                  <a:pt x="66211" y="40349"/>
                </a:cubicBezTo>
                <a:lnTo>
                  <a:pt x="66584" y="40249"/>
                </a:lnTo>
                <a:lnTo>
                  <a:pt x="66659" y="40249"/>
                </a:lnTo>
                <a:cubicBezTo>
                  <a:pt x="66808" y="40224"/>
                  <a:pt x="66932" y="40199"/>
                  <a:pt x="67082" y="40174"/>
                </a:cubicBezTo>
                <a:cubicBezTo>
                  <a:pt x="67206" y="40125"/>
                  <a:pt x="67380" y="40100"/>
                  <a:pt x="67505" y="40100"/>
                </a:cubicBezTo>
                <a:cubicBezTo>
                  <a:pt x="67580" y="40075"/>
                  <a:pt x="67679" y="40075"/>
                  <a:pt x="67779" y="40050"/>
                </a:cubicBezTo>
                <a:cubicBezTo>
                  <a:pt x="67828" y="40050"/>
                  <a:pt x="67903" y="40000"/>
                  <a:pt x="67953" y="40000"/>
                </a:cubicBezTo>
                <a:cubicBezTo>
                  <a:pt x="68127" y="39975"/>
                  <a:pt x="68252" y="39975"/>
                  <a:pt x="68401" y="39950"/>
                </a:cubicBezTo>
                <a:lnTo>
                  <a:pt x="68501" y="39950"/>
                </a:lnTo>
                <a:cubicBezTo>
                  <a:pt x="68575" y="39950"/>
                  <a:pt x="68700" y="39925"/>
                  <a:pt x="68799" y="39925"/>
                </a:cubicBezTo>
                <a:cubicBezTo>
                  <a:pt x="68899" y="39925"/>
                  <a:pt x="68949" y="39925"/>
                  <a:pt x="69048" y="39901"/>
                </a:cubicBezTo>
                <a:cubicBezTo>
                  <a:pt x="69272" y="39851"/>
                  <a:pt x="69496" y="39851"/>
                  <a:pt x="69695" y="39826"/>
                </a:cubicBezTo>
                <a:cubicBezTo>
                  <a:pt x="69944" y="39826"/>
                  <a:pt x="70193" y="39801"/>
                  <a:pt x="70417" y="39801"/>
                </a:cubicBezTo>
                <a:close/>
                <a:moveTo>
                  <a:pt x="76043" y="42240"/>
                </a:moveTo>
                <a:cubicBezTo>
                  <a:pt x="76117" y="42290"/>
                  <a:pt x="76142" y="42315"/>
                  <a:pt x="76142" y="42315"/>
                </a:cubicBezTo>
                <a:cubicBezTo>
                  <a:pt x="76167" y="42315"/>
                  <a:pt x="76167" y="42340"/>
                  <a:pt x="76192" y="42340"/>
                </a:cubicBezTo>
                <a:cubicBezTo>
                  <a:pt x="76267" y="42415"/>
                  <a:pt x="76291" y="42514"/>
                  <a:pt x="76316" y="42564"/>
                </a:cubicBezTo>
                <a:cubicBezTo>
                  <a:pt x="76366" y="42614"/>
                  <a:pt x="76391" y="42663"/>
                  <a:pt x="76416" y="42713"/>
                </a:cubicBezTo>
                <a:cubicBezTo>
                  <a:pt x="76416" y="42738"/>
                  <a:pt x="76441" y="42738"/>
                  <a:pt x="76441" y="42788"/>
                </a:cubicBezTo>
                <a:cubicBezTo>
                  <a:pt x="76515" y="42887"/>
                  <a:pt x="76615" y="42987"/>
                  <a:pt x="76665" y="43087"/>
                </a:cubicBezTo>
                <a:cubicBezTo>
                  <a:pt x="76739" y="43186"/>
                  <a:pt x="76789" y="43286"/>
                  <a:pt x="76864" y="43335"/>
                </a:cubicBezTo>
                <a:cubicBezTo>
                  <a:pt x="76864" y="43335"/>
                  <a:pt x="76864" y="43360"/>
                  <a:pt x="76814" y="43360"/>
                </a:cubicBezTo>
                <a:lnTo>
                  <a:pt x="76814" y="43410"/>
                </a:lnTo>
                <a:cubicBezTo>
                  <a:pt x="76789" y="43360"/>
                  <a:pt x="76789" y="43335"/>
                  <a:pt x="76764" y="43311"/>
                </a:cubicBezTo>
                <a:cubicBezTo>
                  <a:pt x="76565" y="43037"/>
                  <a:pt x="76366" y="42788"/>
                  <a:pt x="76192" y="42489"/>
                </a:cubicBezTo>
                <a:cubicBezTo>
                  <a:pt x="76142" y="42415"/>
                  <a:pt x="76117" y="42340"/>
                  <a:pt x="76043" y="42240"/>
                </a:cubicBezTo>
                <a:close/>
                <a:moveTo>
                  <a:pt x="77262" y="43186"/>
                </a:moveTo>
                <a:lnTo>
                  <a:pt x="77287" y="43211"/>
                </a:lnTo>
                <a:lnTo>
                  <a:pt x="77212" y="43410"/>
                </a:lnTo>
                <a:lnTo>
                  <a:pt x="77163" y="43360"/>
                </a:lnTo>
                <a:cubicBezTo>
                  <a:pt x="77212" y="43286"/>
                  <a:pt x="77237" y="43261"/>
                  <a:pt x="77262" y="43186"/>
                </a:cubicBezTo>
                <a:close/>
                <a:moveTo>
                  <a:pt x="91799" y="43435"/>
                </a:moveTo>
                <a:cubicBezTo>
                  <a:pt x="91823" y="43435"/>
                  <a:pt x="91823" y="43460"/>
                  <a:pt x="91848" y="43460"/>
                </a:cubicBezTo>
                <a:cubicBezTo>
                  <a:pt x="91823" y="43460"/>
                  <a:pt x="91799" y="43510"/>
                  <a:pt x="91774" y="43510"/>
                </a:cubicBezTo>
                <a:cubicBezTo>
                  <a:pt x="91724" y="43460"/>
                  <a:pt x="91699" y="43460"/>
                  <a:pt x="91674" y="43460"/>
                </a:cubicBezTo>
                <a:cubicBezTo>
                  <a:pt x="91699" y="43460"/>
                  <a:pt x="91724" y="43435"/>
                  <a:pt x="91774" y="43435"/>
                </a:cubicBezTo>
                <a:close/>
                <a:moveTo>
                  <a:pt x="86678" y="42626"/>
                </a:moveTo>
                <a:cubicBezTo>
                  <a:pt x="86902" y="42626"/>
                  <a:pt x="87124" y="42630"/>
                  <a:pt x="87343" y="42639"/>
                </a:cubicBezTo>
                <a:cubicBezTo>
                  <a:pt x="87343" y="42663"/>
                  <a:pt x="87318" y="42663"/>
                  <a:pt x="87318" y="42688"/>
                </a:cubicBezTo>
                <a:cubicBezTo>
                  <a:pt x="87158" y="42684"/>
                  <a:pt x="86996" y="42683"/>
                  <a:pt x="86834" y="42683"/>
                </a:cubicBezTo>
                <a:cubicBezTo>
                  <a:pt x="84895" y="42683"/>
                  <a:pt x="82810" y="42955"/>
                  <a:pt x="80579" y="43520"/>
                </a:cubicBezTo>
                <a:lnTo>
                  <a:pt x="80579" y="43520"/>
                </a:lnTo>
                <a:cubicBezTo>
                  <a:pt x="80625" y="43497"/>
                  <a:pt x="80661" y="43453"/>
                  <a:pt x="80697" y="43435"/>
                </a:cubicBezTo>
                <a:cubicBezTo>
                  <a:pt x="82807" y="42902"/>
                  <a:pt x="84819" y="42626"/>
                  <a:pt x="86678" y="42626"/>
                </a:cubicBezTo>
                <a:close/>
                <a:moveTo>
                  <a:pt x="66011" y="40349"/>
                </a:moveTo>
                <a:cubicBezTo>
                  <a:pt x="67306" y="41693"/>
                  <a:pt x="68675" y="42713"/>
                  <a:pt x="70044" y="43510"/>
                </a:cubicBezTo>
                <a:cubicBezTo>
                  <a:pt x="70019" y="43510"/>
                  <a:pt x="70019" y="43535"/>
                  <a:pt x="69994" y="43535"/>
                </a:cubicBezTo>
                <a:cubicBezTo>
                  <a:pt x="68625" y="42738"/>
                  <a:pt x="67256" y="41718"/>
                  <a:pt x="65937" y="40398"/>
                </a:cubicBezTo>
                <a:cubicBezTo>
                  <a:pt x="65962" y="40398"/>
                  <a:pt x="65962" y="40398"/>
                  <a:pt x="66011" y="40349"/>
                </a:cubicBezTo>
                <a:close/>
                <a:moveTo>
                  <a:pt x="71451" y="42939"/>
                </a:moveTo>
                <a:cubicBezTo>
                  <a:pt x="71199" y="43088"/>
                  <a:pt x="70947" y="43246"/>
                  <a:pt x="70691" y="43410"/>
                </a:cubicBezTo>
                <a:cubicBezTo>
                  <a:pt x="70591" y="43460"/>
                  <a:pt x="70542" y="43510"/>
                  <a:pt x="70492" y="43535"/>
                </a:cubicBezTo>
                <a:lnTo>
                  <a:pt x="70417" y="43535"/>
                </a:lnTo>
                <a:lnTo>
                  <a:pt x="70591" y="43435"/>
                </a:lnTo>
                <a:cubicBezTo>
                  <a:pt x="70882" y="43269"/>
                  <a:pt x="71167" y="43103"/>
                  <a:pt x="71451" y="42939"/>
                </a:cubicBezTo>
                <a:close/>
                <a:moveTo>
                  <a:pt x="84506" y="37411"/>
                </a:moveTo>
                <a:lnTo>
                  <a:pt x="84506" y="37411"/>
                </a:lnTo>
                <a:cubicBezTo>
                  <a:pt x="83435" y="40174"/>
                  <a:pt x="81842" y="42215"/>
                  <a:pt x="79876" y="43460"/>
                </a:cubicBezTo>
                <a:cubicBezTo>
                  <a:pt x="79726" y="43510"/>
                  <a:pt x="79577" y="43559"/>
                  <a:pt x="79453" y="43584"/>
                </a:cubicBezTo>
                <a:cubicBezTo>
                  <a:pt x="79353" y="43559"/>
                  <a:pt x="79278" y="43535"/>
                  <a:pt x="79204" y="43510"/>
                </a:cubicBezTo>
                <a:cubicBezTo>
                  <a:pt x="79154" y="43510"/>
                  <a:pt x="79129" y="43460"/>
                  <a:pt x="79104" y="43460"/>
                </a:cubicBezTo>
                <a:cubicBezTo>
                  <a:pt x="78980" y="43410"/>
                  <a:pt x="78855" y="43335"/>
                  <a:pt x="78781" y="43286"/>
                </a:cubicBezTo>
                <a:cubicBezTo>
                  <a:pt x="78382" y="43062"/>
                  <a:pt x="78108" y="42838"/>
                  <a:pt x="77835" y="42663"/>
                </a:cubicBezTo>
                <a:cubicBezTo>
                  <a:pt x="78457" y="41469"/>
                  <a:pt x="79029" y="40299"/>
                  <a:pt x="79577" y="39154"/>
                </a:cubicBezTo>
                <a:cubicBezTo>
                  <a:pt x="81245" y="38432"/>
                  <a:pt x="82888" y="37859"/>
                  <a:pt x="84506" y="37411"/>
                </a:cubicBezTo>
                <a:close/>
                <a:moveTo>
                  <a:pt x="70293" y="43584"/>
                </a:moveTo>
                <a:cubicBezTo>
                  <a:pt x="70268" y="43584"/>
                  <a:pt x="70268" y="43634"/>
                  <a:pt x="70243" y="43634"/>
                </a:cubicBezTo>
                <a:cubicBezTo>
                  <a:pt x="70243" y="43634"/>
                  <a:pt x="70207" y="43634"/>
                  <a:pt x="70196" y="43603"/>
                </a:cubicBezTo>
                <a:lnTo>
                  <a:pt x="70196" y="43603"/>
                </a:lnTo>
                <a:cubicBezTo>
                  <a:pt x="70201" y="43593"/>
                  <a:pt x="70208" y="43584"/>
                  <a:pt x="70218" y="43584"/>
                </a:cubicBezTo>
                <a:close/>
                <a:moveTo>
                  <a:pt x="70193" y="43609"/>
                </a:moveTo>
                <a:cubicBezTo>
                  <a:pt x="70193" y="43638"/>
                  <a:pt x="70192" y="43649"/>
                  <a:pt x="70187" y="43649"/>
                </a:cubicBezTo>
                <a:cubicBezTo>
                  <a:pt x="70183" y="43649"/>
                  <a:pt x="70177" y="43643"/>
                  <a:pt x="70168" y="43634"/>
                </a:cubicBezTo>
                <a:lnTo>
                  <a:pt x="70168" y="43634"/>
                </a:lnTo>
                <a:cubicBezTo>
                  <a:pt x="70177" y="43642"/>
                  <a:pt x="70182" y="43645"/>
                  <a:pt x="70185" y="43645"/>
                </a:cubicBezTo>
                <a:cubicBezTo>
                  <a:pt x="70190" y="43645"/>
                  <a:pt x="70185" y="43634"/>
                  <a:pt x="70168" y="43634"/>
                </a:cubicBezTo>
                <a:cubicBezTo>
                  <a:pt x="70181" y="43634"/>
                  <a:pt x="70187" y="43622"/>
                  <a:pt x="70193" y="43609"/>
                </a:cubicBezTo>
                <a:close/>
                <a:moveTo>
                  <a:pt x="77038" y="43535"/>
                </a:moveTo>
                <a:lnTo>
                  <a:pt x="77038" y="43559"/>
                </a:lnTo>
                <a:lnTo>
                  <a:pt x="77038" y="43584"/>
                </a:lnTo>
                <a:lnTo>
                  <a:pt x="77038" y="43634"/>
                </a:lnTo>
                <a:lnTo>
                  <a:pt x="77038" y="43659"/>
                </a:lnTo>
                <a:cubicBezTo>
                  <a:pt x="77013" y="43634"/>
                  <a:pt x="77013" y="43584"/>
                  <a:pt x="77013" y="43584"/>
                </a:cubicBezTo>
                <a:cubicBezTo>
                  <a:pt x="77038" y="43559"/>
                  <a:pt x="77038" y="43559"/>
                  <a:pt x="77038" y="43535"/>
                </a:cubicBezTo>
                <a:close/>
                <a:moveTo>
                  <a:pt x="79062" y="43652"/>
                </a:moveTo>
                <a:cubicBezTo>
                  <a:pt x="79097" y="43661"/>
                  <a:pt x="79120" y="43667"/>
                  <a:pt x="79154" y="43684"/>
                </a:cubicBezTo>
                <a:lnTo>
                  <a:pt x="79129" y="43684"/>
                </a:lnTo>
                <a:cubicBezTo>
                  <a:pt x="79106" y="43672"/>
                  <a:pt x="79082" y="43661"/>
                  <a:pt x="79062" y="43652"/>
                </a:cubicBezTo>
                <a:close/>
                <a:moveTo>
                  <a:pt x="80174" y="43584"/>
                </a:moveTo>
                <a:lnTo>
                  <a:pt x="80000" y="43684"/>
                </a:lnTo>
                <a:cubicBezTo>
                  <a:pt x="79950" y="43709"/>
                  <a:pt x="79876" y="43709"/>
                  <a:pt x="79826" y="43734"/>
                </a:cubicBezTo>
                <a:cubicBezTo>
                  <a:pt x="79876" y="43709"/>
                  <a:pt x="79926" y="43684"/>
                  <a:pt x="79975" y="43659"/>
                </a:cubicBezTo>
                <a:cubicBezTo>
                  <a:pt x="80025" y="43609"/>
                  <a:pt x="80100" y="43609"/>
                  <a:pt x="80174" y="43584"/>
                </a:cubicBezTo>
                <a:close/>
                <a:moveTo>
                  <a:pt x="77810" y="43311"/>
                </a:moveTo>
                <a:cubicBezTo>
                  <a:pt x="77860" y="43335"/>
                  <a:pt x="77909" y="43335"/>
                  <a:pt x="77934" y="43385"/>
                </a:cubicBezTo>
                <a:cubicBezTo>
                  <a:pt x="78133" y="43535"/>
                  <a:pt x="78308" y="43659"/>
                  <a:pt x="78507" y="43784"/>
                </a:cubicBezTo>
                <a:lnTo>
                  <a:pt x="78034" y="43784"/>
                </a:lnTo>
                <a:cubicBezTo>
                  <a:pt x="78009" y="43759"/>
                  <a:pt x="78009" y="43684"/>
                  <a:pt x="77984" y="43659"/>
                </a:cubicBezTo>
                <a:cubicBezTo>
                  <a:pt x="77984" y="43634"/>
                  <a:pt x="77984" y="43634"/>
                  <a:pt x="77959" y="43584"/>
                </a:cubicBezTo>
                <a:cubicBezTo>
                  <a:pt x="77909" y="43535"/>
                  <a:pt x="77884" y="43435"/>
                  <a:pt x="77860" y="43385"/>
                </a:cubicBezTo>
                <a:cubicBezTo>
                  <a:pt x="77860" y="43335"/>
                  <a:pt x="77810" y="43335"/>
                  <a:pt x="77810" y="43311"/>
                </a:cubicBezTo>
                <a:close/>
                <a:moveTo>
                  <a:pt x="77586" y="43161"/>
                </a:moveTo>
                <a:cubicBezTo>
                  <a:pt x="77660" y="43311"/>
                  <a:pt x="77735" y="43460"/>
                  <a:pt x="77835" y="43634"/>
                </a:cubicBezTo>
                <a:cubicBezTo>
                  <a:pt x="77785" y="43684"/>
                  <a:pt x="77835" y="43759"/>
                  <a:pt x="77860" y="43808"/>
                </a:cubicBezTo>
                <a:lnTo>
                  <a:pt x="77785" y="43808"/>
                </a:lnTo>
                <a:cubicBezTo>
                  <a:pt x="77760" y="43709"/>
                  <a:pt x="77685" y="43634"/>
                  <a:pt x="77660" y="43535"/>
                </a:cubicBezTo>
                <a:cubicBezTo>
                  <a:pt x="77636" y="43460"/>
                  <a:pt x="77611" y="43435"/>
                  <a:pt x="77611" y="43360"/>
                </a:cubicBezTo>
                <a:lnTo>
                  <a:pt x="77611" y="43335"/>
                </a:lnTo>
                <a:cubicBezTo>
                  <a:pt x="77561" y="43311"/>
                  <a:pt x="77561" y="43286"/>
                  <a:pt x="77536" y="43211"/>
                </a:cubicBezTo>
                <a:cubicBezTo>
                  <a:pt x="77536" y="43211"/>
                  <a:pt x="77536" y="43186"/>
                  <a:pt x="77586" y="43186"/>
                </a:cubicBezTo>
                <a:lnTo>
                  <a:pt x="77586" y="43161"/>
                </a:lnTo>
                <a:close/>
                <a:moveTo>
                  <a:pt x="76914" y="43808"/>
                </a:moveTo>
                <a:cubicBezTo>
                  <a:pt x="76914" y="43833"/>
                  <a:pt x="76914" y="43833"/>
                  <a:pt x="76889" y="43833"/>
                </a:cubicBezTo>
                <a:lnTo>
                  <a:pt x="76864" y="43833"/>
                </a:lnTo>
                <a:cubicBezTo>
                  <a:pt x="76889" y="43833"/>
                  <a:pt x="76889" y="43808"/>
                  <a:pt x="76914" y="43808"/>
                </a:cubicBezTo>
                <a:close/>
                <a:moveTo>
                  <a:pt x="77188" y="43759"/>
                </a:moveTo>
                <a:cubicBezTo>
                  <a:pt x="77237" y="43784"/>
                  <a:pt x="77262" y="43808"/>
                  <a:pt x="77262" y="43833"/>
                </a:cubicBezTo>
                <a:lnTo>
                  <a:pt x="77188" y="43833"/>
                </a:lnTo>
                <a:lnTo>
                  <a:pt x="77163" y="43808"/>
                </a:lnTo>
                <a:cubicBezTo>
                  <a:pt x="77163" y="43808"/>
                  <a:pt x="77163" y="43784"/>
                  <a:pt x="77188" y="43784"/>
                </a:cubicBezTo>
                <a:lnTo>
                  <a:pt x="77188" y="43759"/>
                </a:lnTo>
                <a:close/>
                <a:moveTo>
                  <a:pt x="77387" y="43460"/>
                </a:moveTo>
                <a:lnTo>
                  <a:pt x="77586" y="43833"/>
                </a:lnTo>
                <a:lnTo>
                  <a:pt x="77511" y="43833"/>
                </a:lnTo>
                <a:cubicBezTo>
                  <a:pt x="77486" y="43784"/>
                  <a:pt x="77486" y="43784"/>
                  <a:pt x="77461" y="43759"/>
                </a:cubicBezTo>
                <a:cubicBezTo>
                  <a:pt x="77412" y="43684"/>
                  <a:pt x="77362" y="43634"/>
                  <a:pt x="77337" y="43584"/>
                </a:cubicBezTo>
                <a:cubicBezTo>
                  <a:pt x="77362" y="43559"/>
                  <a:pt x="77387" y="43510"/>
                  <a:pt x="77387" y="43460"/>
                </a:cubicBezTo>
                <a:close/>
                <a:moveTo>
                  <a:pt x="105439" y="26858"/>
                </a:moveTo>
                <a:cubicBezTo>
                  <a:pt x="108774" y="28102"/>
                  <a:pt x="111363" y="30193"/>
                  <a:pt x="113205" y="33006"/>
                </a:cubicBezTo>
                <a:lnTo>
                  <a:pt x="113205" y="33130"/>
                </a:lnTo>
                <a:lnTo>
                  <a:pt x="113205" y="33180"/>
                </a:lnTo>
                <a:cubicBezTo>
                  <a:pt x="113105" y="33877"/>
                  <a:pt x="112981" y="34599"/>
                  <a:pt x="112832" y="35345"/>
                </a:cubicBezTo>
                <a:cubicBezTo>
                  <a:pt x="112782" y="35445"/>
                  <a:pt x="112782" y="35495"/>
                  <a:pt x="112757" y="35594"/>
                </a:cubicBezTo>
                <a:cubicBezTo>
                  <a:pt x="112234" y="38308"/>
                  <a:pt x="111413" y="41095"/>
                  <a:pt x="110392" y="43958"/>
                </a:cubicBezTo>
                <a:cubicBezTo>
                  <a:pt x="108998" y="42564"/>
                  <a:pt x="107455" y="41319"/>
                  <a:pt x="105763" y="40224"/>
                </a:cubicBezTo>
                <a:lnTo>
                  <a:pt x="105738" y="40199"/>
                </a:lnTo>
                <a:cubicBezTo>
                  <a:pt x="105713" y="40149"/>
                  <a:pt x="105638" y="40100"/>
                  <a:pt x="105613" y="40050"/>
                </a:cubicBezTo>
                <a:lnTo>
                  <a:pt x="105514" y="39925"/>
                </a:lnTo>
                <a:lnTo>
                  <a:pt x="105489" y="39901"/>
                </a:lnTo>
                <a:lnTo>
                  <a:pt x="105464" y="39851"/>
                </a:lnTo>
                <a:lnTo>
                  <a:pt x="105265" y="39677"/>
                </a:lnTo>
                <a:cubicBezTo>
                  <a:pt x="105165" y="39577"/>
                  <a:pt x="105041" y="39477"/>
                  <a:pt x="104941" y="39403"/>
                </a:cubicBezTo>
                <a:cubicBezTo>
                  <a:pt x="104767" y="39228"/>
                  <a:pt x="104618" y="39054"/>
                  <a:pt x="104418" y="38930"/>
                </a:cubicBezTo>
                <a:cubicBezTo>
                  <a:pt x="104319" y="38830"/>
                  <a:pt x="104219" y="38780"/>
                  <a:pt x="104070" y="38681"/>
                </a:cubicBezTo>
                <a:cubicBezTo>
                  <a:pt x="103896" y="38532"/>
                  <a:pt x="103672" y="38357"/>
                  <a:pt x="103497" y="38233"/>
                </a:cubicBezTo>
                <a:cubicBezTo>
                  <a:pt x="103373" y="38183"/>
                  <a:pt x="103273" y="38083"/>
                  <a:pt x="103149" y="38034"/>
                </a:cubicBezTo>
                <a:cubicBezTo>
                  <a:pt x="102925" y="37909"/>
                  <a:pt x="102701" y="37735"/>
                  <a:pt x="102502" y="37611"/>
                </a:cubicBezTo>
                <a:lnTo>
                  <a:pt x="102128" y="37436"/>
                </a:lnTo>
                <a:cubicBezTo>
                  <a:pt x="102128" y="37436"/>
                  <a:pt x="102079" y="37436"/>
                  <a:pt x="102079" y="37411"/>
                </a:cubicBezTo>
                <a:cubicBezTo>
                  <a:pt x="102776" y="35420"/>
                  <a:pt x="103373" y="33454"/>
                  <a:pt x="103821" y="31512"/>
                </a:cubicBezTo>
                <a:cubicBezTo>
                  <a:pt x="104518" y="29994"/>
                  <a:pt x="105041" y="28426"/>
                  <a:pt x="105439" y="26858"/>
                </a:cubicBezTo>
                <a:close/>
                <a:moveTo>
                  <a:pt x="113504" y="33553"/>
                </a:moveTo>
                <a:cubicBezTo>
                  <a:pt x="114300" y="34873"/>
                  <a:pt x="114922" y="36341"/>
                  <a:pt x="115321" y="37959"/>
                </a:cubicBezTo>
                <a:cubicBezTo>
                  <a:pt x="114250" y="40125"/>
                  <a:pt x="112732" y="42166"/>
                  <a:pt x="110815" y="43958"/>
                </a:cubicBezTo>
                <a:cubicBezTo>
                  <a:pt x="112110" y="40349"/>
                  <a:pt x="113006" y="36864"/>
                  <a:pt x="113504" y="33553"/>
                </a:cubicBezTo>
                <a:close/>
                <a:moveTo>
                  <a:pt x="78233" y="43958"/>
                </a:moveTo>
                <a:cubicBezTo>
                  <a:pt x="78208" y="43983"/>
                  <a:pt x="78158" y="43983"/>
                  <a:pt x="78133" y="43983"/>
                </a:cubicBezTo>
                <a:cubicBezTo>
                  <a:pt x="78158" y="43958"/>
                  <a:pt x="78208" y="43958"/>
                  <a:pt x="78233" y="43958"/>
                </a:cubicBezTo>
                <a:close/>
                <a:moveTo>
                  <a:pt x="101730" y="38432"/>
                </a:moveTo>
                <a:cubicBezTo>
                  <a:pt x="102800" y="38955"/>
                  <a:pt x="103846" y="39527"/>
                  <a:pt x="104866" y="40149"/>
                </a:cubicBezTo>
                <a:cubicBezTo>
                  <a:pt x="104767" y="40224"/>
                  <a:pt x="104667" y="40299"/>
                  <a:pt x="104618" y="40398"/>
                </a:cubicBezTo>
                <a:cubicBezTo>
                  <a:pt x="104493" y="40473"/>
                  <a:pt x="104369" y="40597"/>
                  <a:pt x="104244" y="40697"/>
                </a:cubicBezTo>
                <a:cubicBezTo>
                  <a:pt x="104095" y="40846"/>
                  <a:pt x="103896" y="40971"/>
                  <a:pt x="103746" y="41095"/>
                </a:cubicBezTo>
                <a:cubicBezTo>
                  <a:pt x="103622" y="41195"/>
                  <a:pt x="103497" y="41319"/>
                  <a:pt x="103348" y="41419"/>
                </a:cubicBezTo>
                <a:lnTo>
                  <a:pt x="102875" y="41792"/>
                </a:lnTo>
                <a:cubicBezTo>
                  <a:pt x="102726" y="41917"/>
                  <a:pt x="102601" y="42016"/>
                  <a:pt x="102427" y="42141"/>
                </a:cubicBezTo>
                <a:cubicBezTo>
                  <a:pt x="102278" y="42215"/>
                  <a:pt x="102153" y="42340"/>
                  <a:pt x="102004" y="42439"/>
                </a:cubicBezTo>
                <a:cubicBezTo>
                  <a:pt x="101855" y="42564"/>
                  <a:pt x="101655" y="42663"/>
                  <a:pt x="101506" y="42788"/>
                </a:cubicBezTo>
                <a:cubicBezTo>
                  <a:pt x="101382" y="42887"/>
                  <a:pt x="101232" y="42937"/>
                  <a:pt x="101108" y="43037"/>
                </a:cubicBezTo>
                <a:cubicBezTo>
                  <a:pt x="100909" y="43161"/>
                  <a:pt x="100735" y="43286"/>
                  <a:pt x="100535" y="43385"/>
                </a:cubicBezTo>
                <a:cubicBezTo>
                  <a:pt x="100411" y="43435"/>
                  <a:pt x="100286" y="43510"/>
                  <a:pt x="100187" y="43584"/>
                </a:cubicBezTo>
                <a:cubicBezTo>
                  <a:pt x="99988" y="43709"/>
                  <a:pt x="99789" y="43833"/>
                  <a:pt x="99565" y="43933"/>
                </a:cubicBezTo>
                <a:cubicBezTo>
                  <a:pt x="99515" y="43958"/>
                  <a:pt x="99490" y="43983"/>
                  <a:pt x="99415" y="44032"/>
                </a:cubicBezTo>
                <a:cubicBezTo>
                  <a:pt x="100262" y="42166"/>
                  <a:pt x="101033" y="40299"/>
                  <a:pt x="101730" y="38432"/>
                </a:cubicBezTo>
                <a:close/>
                <a:moveTo>
                  <a:pt x="77436" y="44008"/>
                </a:moveTo>
                <a:cubicBezTo>
                  <a:pt x="77461" y="44032"/>
                  <a:pt x="77461" y="44057"/>
                  <a:pt x="77486" y="44057"/>
                </a:cubicBezTo>
                <a:lnTo>
                  <a:pt x="77412" y="44057"/>
                </a:lnTo>
                <a:lnTo>
                  <a:pt x="77412" y="44032"/>
                </a:lnTo>
                <a:lnTo>
                  <a:pt x="77387" y="44008"/>
                </a:lnTo>
                <a:close/>
                <a:moveTo>
                  <a:pt x="77909" y="43983"/>
                </a:moveTo>
                <a:cubicBezTo>
                  <a:pt x="77909" y="44032"/>
                  <a:pt x="77909" y="44032"/>
                  <a:pt x="77959" y="44057"/>
                </a:cubicBezTo>
                <a:lnTo>
                  <a:pt x="77884" y="44057"/>
                </a:lnTo>
                <a:cubicBezTo>
                  <a:pt x="77884" y="44032"/>
                  <a:pt x="77860" y="43983"/>
                  <a:pt x="77860" y="43983"/>
                </a:cubicBezTo>
                <a:close/>
                <a:moveTo>
                  <a:pt x="78781" y="44008"/>
                </a:moveTo>
                <a:cubicBezTo>
                  <a:pt x="78830" y="44008"/>
                  <a:pt x="78830" y="44032"/>
                  <a:pt x="78855" y="44032"/>
                </a:cubicBezTo>
                <a:cubicBezTo>
                  <a:pt x="78855" y="44032"/>
                  <a:pt x="78805" y="44032"/>
                  <a:pt x="78805" y="44057"/>
                </a:cubicBezTo>
                <a:lnTo>
                  <a:pt x="78631" y="44057"/>
                </a:lnTo>
                <a:cubicBezTo>
                  <a:pt x="78681" y="44032"/>
                  <a:pt x="78756" y="44032"/>
                  <a:pt x="78781" y="44008"/>
                </a:cubicBezTo>
                <a:close/>
                <a:moveTo>
                  <a:pt x="77113" y="44032"/>
                </a:moveTo>
                <a:lnTo>
                  <a:pt x="77138" y="44057"/>
                </a:lnTo>
                <a:cubicBezTo>
                  <a:pt x="77138" y="44057"/>
                  <a:pt x="77138" y="44082"/>
                  <a:pt x="77163" y="44082"/>
                </a:cubicBezTo>
                <a:lnTo>
                  <a:pt x="77038" y="44082"/>
                </a:lnTo>
                <a:cubicBezTo>
                  <a:pt x="77038" y="44057"/>
                  <a:pt x="77038" y="44057"/>
                  <a:pt x="77063" y="44032"/>
                </a:cubicBezTo>
                <a:close/>
                <a:moveTo>
                  <a:pt x="57947" y="32085"/>
                </a:moveTo>
                <a:cubicBezTo>
                  <a:pt x="59440" y="34300"/>
                  <a:pt x="60809" y="36515"/>
                  <a:pt x="61979" y="38681"/>
                </a:cubicBezTo>
                <a:cubicBezTo>
                  <a:pt x="59589" y="40398"/>
                  <a:pt x="57250" y="42215"/>
                  <a:pt x="55010" y="44132"/>
                </a:cubicBezTo>
                <a:lnTo>
                  <a:pt x="54985" y="44082"/>
                </a:lnTo>
                <a:cubicBezTo>
                  <a:pt x="54835" y="43933"/>
                  <a:pt x="54661" y="43759"/>
                  <a:pt x="54512" y="43584"/>
                </a:cubicBezTo>
                <a:cubicBezTo>
                  <a:pt x="54313" y="43335"/>
                  <a:pt x="54089" y="43087"/>
                  <a:pt x="53865" y="42887"/>
                </a:cubicBezTo>
                <a:cubicBezTo>
                  <a:pt x="53616" y="42589"/>
                  <a:pt x="53392" y="42340"/>
                  <a:pt x="53143" y="42066"/>
                </a:cubicBezTo>
                <a:cubicBezTo>
                  <a:pt x="53043" y="41966"/>
                  <a:pt x="52993" y="41892"/>
                  <a:pt x="52894" y="41792"/>
                </a:cubicBezTo>
                <a:cubicBezTo>
                  <a:pt x="51550" y="40224"/>
                  <a:pt x="50280" y="38556"/>
                  <a:pt x="49036" y="36839"/>
                </a:cubicBezTo>
                <a:cubicBezTo>
                  <a:pt x="52023" y="34723"/>
                  <a:pt x="55084" y="33130"/>
                  <a:pt x="57947" y="32085"/>
                </a:cubicBezTo>
                <a:close/>
                <a:moveTo>
                  <a:pt x="72657" y="42464"/>
                </a:moveTo>
                <a:lnTo>
                  <a:pt x="72657" y="42464"/>
                </a:lnTo>
                <a:cubicBezTo>
                  <a:pt x="72433" y="43037"/>
                  <a:pt x="72184" y="43559"/>
                  <a:pt x="71911" y="44132"/>
                </a:cubicBezTo>
                <a:cubicBezTo>
                  <a:pt x="71463" y="43983"/>
                  <a:pt x="71114" y="43808"/>
                  <a:pt x="70691" y="43634"/>
                </a:cubicBezTo>
                <a:cubicBezTo>
                  <a:pt x="70741" y="43584"/>
                  <a:pt x="70766" y="43584"/>
                  <a:pt x="70790" y="43559"/>
                </a:cubicBezTo>
                <a:cubicBezTo>
                  <a:pt x="71413" y="43186"/>
                  <a:pt x="72035" y="42813"/>
                  <a:pt x="72657" y="42464"/>
                </a:cubicBezTo>
                <a:close/>
                <a:moveTo>
                  <a:pt x="76789" y="44057"/>
                </a:moveTo>
                <a:cubicBezTo>
                  <a:pt x="76789" y="44082"/>
                  <a:pt x="76764" y="44082"/>
                  <a:pt x="76764" y="44132"/>
                </a:cubicBezTo>
                <a:lnTo>
                  <a:pt x="76739" y="44132"/>
                </a:lnTo>
                <a:cubicBezTo>
                  <a:pt x="76739" y="44082"/>
                  <a:pt x="76764" y="44082"/>
                  <a:pt x="76764" y="44057"/>
                </a:cubicBezTo>
                <a:close/>
                <a:moveTo>
                  <a:pt x="113329" y="33230"/>
                </a:moveTo>
                <a:cubicBezTo>
                  <a:pt x="113329" y="33255"/>
                  <a:pt x="113354" y="33304"/>
                  <a:pt x="113379" y="33304"/>
                </a:cubicBezTo>
                <a:cubicBezTo>
                  <a:pt x="113280" y="33976"/>
                  <a:pt x="113180" y="34624"/>
                  <a:pt x="113031" y="35321"/>
                </a:cubicBezTo>
                <a:cubicBezTo>
                  <a:pt x="113031" y="35370"/>
                  <a:pt x="113006" y="35420"/>
                  <a:pt x="113006" y="35470"/>
                </a:cubicBezTo>
                <a:cubicBezTo>
                  <a:pt x="112433" y="38283"/>
                  <a:pt x="111612" y="41170"/>
                  <a:pt x="110567" y="44132"/>
                </a:cubicBezTo>
                <a:lnTo>
                  <a:pt x="110517" y="44082"/>
                </a:lnTo>
                <a:cubicBezTo>
                  <a:pt x="111886" y="40324"/>
                  <a:pt x="112832" y="36690"/>
                  <a:pt x="113329" y="33230"/>
                </a:cubicBezTo>
                <a:close/>
                <a:moveTo>
                  <a:pt x="106211" y="40772"/>
                </a:moveTo>
                <a:cubicBezTo>
                  <a:pt x="107704" y="41792"/>
                  <a:pt x="109073" y="42912"/>
                  <a:pt x="110243" y="44132"/>
                </a:cubicBezTo>
                <a:cubicBezTo>
                  <a:pt x="110243" y="44157"/>
                  <a:pt x="110243" y="44157"/>
                  <a:pt x="110218" y="44182"/>
                </a:cubicBezTo>
                <a:cubicBezTo>
                  <a:pt x="109098" y="43012"/>
                  <a:pt x="107779" y="41917"/>
                  <a:pt x="106335" y="40921"/>
                </a:cubicBezTo>
                <a:cubicBezTo>
                  <a:pt x="106285" y="40846"/>
                  <a:pt x="106260" y="40821"/>
                  <a:pt x="106211" y="40772"/>
                </a:cubicBezTo>
                <a:close/>
                <a:moveTo>
                  <a:pt x="80199" y="44082"/>
                </a:moveTo>
                <a:cubicBezTo>
                  <a:pt x="80249" y="44082"/>
                  <a:pt x="80274" y="44082"/>
                  <a:pt x="80349" y="44132"/>
                </a:cubicBezTo>
                <a:cubicBezTo>
                  <a:pt x="80398" y="44132"/>
                  <a:pt x="80473" y="44157"/>
                  <a:pt x="80573" y="44182"/>
                </a:cubicBezTo>
                <a:cubicBezTo>
                  <a:pt x="80556" y="44190"/>
                  <a:pt x="80542" y="44193"/>
                  <a:pt x="80529" y="44193"/>
                </a:cubicBezTo>
                <a:cubicBezTo>
                  <a:pt x="80504" y="44193"/>
                  <a:pt x="80481" y="44182"/>
                  <a:pt x="80448" y="44182"/>
                </a:cubicBezTo>
                <a:lnTo>
                  <a:pt x="80374" y="44182"/>
                </a:lnTo>
                <a:lnTo>
                  <a:pt x="80100" y="44082"/>
                </a:lnTo>
                <a:close/>
                <a:moveTo>
                  <a:pt x="101506" y="38332"/>
                </a:moveTo>
                <a:cubicBezTo>
                  <a:pt x="101531" y="38332"/>
                  <a:pt x="101531" y="38357"/>
                  <a:pt x="101556" y="38357"/>
                </a:cubicBezTo>
                <a:cubicBezTo>
                  <a:pt x="100834" y="40299"/>
                  <a:pt x="100038" y="42215"/>
                  <a:pt x="99141" y="44182"/>
                </a:cubicBezTo>
                <a:cubicBezTo>
                  <a:pt x="99092" y="44182"/>
                  <a:pt x="99067" y="44207"/>
                  <a:pt x="99042" y="44207"/>
                </a:cubicBezTo>
                <a:cubicBezTo>
                  <a:pt x="99938" y="42265"/>
                  <a:pt x="100784" y="40249"/>
                  <a:pt x="101506" y="38332"/>
                </a:cubicBezTo>
                <a:close/>
                <a:moveTo>
                  <a:pt x="48886" y="36889"/>
                </a:moveTo>
                <a:cubicBezTo>
                  <a:pt x="50206" y="38731"/>
                  <a:pt x="51599" y="40473"/>
                  <a:pt x="52993" y="42116"/>
                </a:cubicBezTo>
                <a:cubicBezTo>
                  <a:pt x="52993" y="42166"/>
                  <a:pt x="53018" y="42166"/>
                  <a:pt x="53018" y="42190"/>
                </a:cubicBezTo>
                <a:cubicBezTo>
                  <a:pt x="53267" y="42489"/>
                  <a:pt x="53566" y="42788"/>
                  <a:pt x="53815" y="43087"/>
                </a:cubicBezTo>
                <a:cubicBezTo>
                  <a:pt x="53989" y="43311"/>
                  <a:pt x="54188" y="43535"/>
                  <a:pt x="54387" y="43734"/>
                </a:cubicBezTo>
                <a:cubicBezTo>
                  <a:pt x="54561" y="43908"/>
                  <a:pt x="54711" y="44057"/>
                  <a:pt x="54860" y="44232"/>
                </a:cubicBezTo>
                <a:cubicBezTo>
                  <a:pt x="54835" y="44232"/>
                  <a:pt x="54835" y="44281"/>
                  <a:pt x="54810" y="44281"/>
                </a:cubicBezTo>
                <a:cubicBezTo>
                  <a:pt x="54636" y="44082"/>
                  <a:pt x="54462" y="43908"/>
                  <a:pt x="54313" y="43709"/>
                </a:cubicBezTo>
                <a:cubicBezTo>
                  <a:pt x="54263" y="43684"/>
                  <a:pt x="54238" y="43659"/>
                  <a:pt x="54238" y="43609"/>
                </a:cubicBezTo>
                <a:cubicBezTo>
                  <a:pt x="52396" y="41568"/>
                  <a:pt x="50579" y="39303"/>
                  <a:pt x="48861" y="36938"/>
                </a:cubicBezTo>
                <a:cubicBezTo>
                  <a:pt x="48861" y="36938"/>
                  <a:pt x="48886" y="36938"/>
                  <a:pt x="48886" y="36889"/>
                </a:cubicBezTo>
                <a:close/>
                <a:moveTo>
                  <a:pt x="80747" y="44256"/>
                </a:moveTo>
                <a:cubicBezTo>
                  <a:pt x="80822" y="44256"/>
                  <a:pt x="80896" y="44281"/>
                  <a:pt x="80971" y="44281"/>
                </a:cubicBezTo>
                <a:cubicBezTo>
                  <a:pt x="80896" y="44281"/>
                  <a:pt x="80822" y="44281"/>
                  <a:pt x="80747" y="44256"/>
                </a:cubicBezTo>
                <a:close/>
                <a:moveTo>
                  <a:pt x="62079" y="38830"/>
                </a:moveTo>
                <a:cubicBezTo>
                  <a:pt x="62079" y="38855"/>
                  <a:pt x="62103" y="38855"/>
                  <a:pt x="62103" y="38880"/>
                </a:cubicBezTo>
                <a:cubicBezTo>
                  <a:pt x="59714" y="40597"/>
                  <a:pt x="57424" y="42415"/>
                  <a:pt x="55184" y="44306"/>
                </a:cubicBezTo>
                <a:cubicBezTo>
                  <a:pt x="55184" y="44281"/>
                  <a:pt x="55134" y="44281"/>
                  <a:pt x="55134" y="44256"/>
                </a:cubicBezTo>
                <a:cubicBezTo>
                  <a:pt x="57374" y="42340"/>
                  <a:pt x="59689" y="40548"/>
                  <a:pt x="62079" y="38830"/>
                </a:cubicBezTo>
                <a:close/>
                <a:moveTo>
                  <a:pt x="79627" y="44281"/>
                </a:moveTo>
                <a:cubicBezTo>
                  <a:pt x="79627" y="44281"/>
                  <a:pt x="79652" y="44281"/>
                  <a:pt x="79702" y="44306"/>
                </a:cubicBezTo>
                <a:lnTo>
                  <a:pt x="79627" y="44306"/>
                </a:lnTo>
                <a:lnTo>
                  <a:pt x="79602" y="44281"/>
                </a:lnTo>
                <a:close/>
                <a:moveTo>
                  <a:pt x="78034" y="44281"/>
                </a:moveTo>
                <a:cubicBezTo>
                  <a:pt x="78009" y="44281"/>
                  <a:pt x="78009" y="44281"/>
                  <a:pt x="78034" y="44306"/>
                </a:cubicBezTo>
                <a:cubicBezTo>
                  <a:pt x="78009" y="44306"/>
                  <a:pt x="78009" y="44306"/>
                  <a:pt x="78009" y="44331"/>
                </a:cubicBezTo>
                <a:cubicBezTo>
                  <a:pt x="78009" y="44306"/>
                  <a:pt x="78009" y="44306"/>
                  <a:pt x="77984" y="44281"/>
                </a:cubicBezTo>
                <a:close/>
                <a:moveTo>
                  <a:pt x="70492" y="43734"/>
                </a:moveTo>
                <a:cubicBezTo>
                  <a:pt x="70940" y="43933"/>
                  <a:pt x="71388" y="44157"/>
                  <a:pt x="71811" y="44306"/>
                </a:cubicBezTo>
                <a:cubicBezTo>
                  <a:pt x="71811" y="44331"/>
                  <a:pt x="71786" y="44331"/>
                  <a:pt x="71786" y="44356"/>
                </a:cubicBezTo>
                <a:cubicBezTo>
                  <a:pt x="71313" y="44207"/>
                  <a:pt x="70890" y="43983"/>
                  <a:pt x="70417" y="43784"/>
                </a:cubicBezTo>
                <a:cubicBezTo>
                  <a:pt x="70442" y="43784"/>
                  <a:pt x="70442" y="43734"/>
                  <a:pt x="70492" y="43734"/>
                </a:cubicBezTo>
                <a:close/>
                <a:moveTo>
                  <a:pt x="72632" y="43908"/>
                </a:moveTo>
                <a:lnTo>
                  <a:pt x="72632" y="44356"/>
                </a:lnTo>
                <a:cubicBezTo>
                  <a:pt x="72558" y="44331"/>
                  <a:pt x="72483" y="44331"/>
                  <a:pt x="72408" y="44306"/>
                </a:cubicBezTo>
                <a:cubicBezTo>
                  <a:pt x="72458" y="44182"/>
                  <a:pt x="72558" y="44032"/>
                  <a:pt x="72632" y="43908"/>
                </a:cubicBezTo>
                <a:close/>
                <a:moveTo>
                  <a:pt x="115370" y="38308"/>
                </a:moveTo>
                <a:lnTo>
                  <a:pt x="115370" y="38357"/>
                </a:lnTo>
                <a:cubicBezTo>
                  <a:pt x="114350" y="40373"/>
                  <a:pt x="112956" y="42290"/>
                  <a:pt x="111214" y="43933"/>
                </a:cubicBezTo>
                <a:lnTo>
                  <a:pt x="111164" y="43958"/>
                </a:lnTo>
                <a:lnTo>
                  <a:pt x="111089" y="44057"/>
                </a:lnTo>
                <a:cubicBezTo>
                  <a:pt x="110965" y="44157"/>
                  <a:pt x="110865" y="44281"/>
                  <a:pt x="110741" y="44356"/>
                </a:cubicBezTo>
                <a:cubicBezTo>
                  <a:pt x="110766" y="44331"/>
                  <a:pt x="110766" y="44331"/>
                  <a:pt x="110741" y="44306"/>
                </a:cubicBezTo>
                <a:lnTo>
                  <a:pt x="110815" y="44256"/>
                </a:lnTo>
                <a:cubicBezTo>
                  <a:pt x="110990" y="44057"/>
                  <a:pt x="111214" y="43883"/>
                  <a:pt x="111388" y="43684"/>
                </a:cubicBezTo>
                <a:lnTo>
                  <a:pt x="111861" y="43211"/>
                </a:lnTo>
                <a:lnTo>
                  <a:pt x="112135" y="42937"/>
                </a:lnTo>
                <a:cubicBezTo>
                  <a:pt x="112309" y="42738"/>
                  <a:pt x="112458" y="42589"/>
                  <a:pt x="112608" y="42415"/>
                </a:cubicBezTo>
                <a:cubicBezTo>
                  <a:pt x="112657" y="42315"/>
                  <a:pt x="112732" y="42265"/>
                  <a:pt x="112832" y="42166"/>
                </a:cubicBezTo>
                <a:cubicBezTo>
                  <a:pt x="112981" y="41966"/>
                  <a:pt x="113130" y="41792"/>
                  <a:pt x="113280" y="41568"/>
                </a:cubicBezTo>
                <a:cubicBezTo>
                  <a:pt x="113329" y="41494"/>
                  <a:pt x="113379" y="41444"/>
                  <a:pt x="113404" y="41419"/>
                </a:cubicBezTo>
                <a:cubicBezTo>
                  <a:pt x="113578" y="41195"/>
                  <a:pt x="113703" y="40996"/>
                  <a:pt x="113852" y="40797"/>
                </a:cubicBezTo>
                <a:cubicBezTo>
                  <a:pt x="113902" y="40697"/>
                  <a:pt x="113977" y="40622"/>
                  <a:pt x="114001" y="40548"/>
                </a:cubicBezTo>
                <a:cubicBezTo>
                  <a:pt x="114325" y="40075"/>
                  <a:pt x="114624" y="39602"/>
                  <a:pt x="114873" y="39129"/>
                </a:cubicBezTo>
                <a:cubicBezTo>
                  <a:pt x="114898" y="39104"/>
                  <a:pt x="114898" y="39079"/>
                  <a:pt x="114947" y="39054"/>
                </a:cubicBezTo>
                <a:cubicBezTo>
                  <a:pt x="115072" y="38830"/>
                  <a:pt x="115196" y="38631"/>
                  <a:pt x="115321" y="38432"/>
                </a:cubicBezTo>
                <a:lnTo>
                  <a:pt x="115321" y="38382"/>
                </a:lnTo>
                <a:cubicBezTo>
                  <a:pt x="115346" y="38357"/>
                  <a:pt x="115346" y="38332"/>
                  <a:pt x="115370" y="38308"/>
                </a:cubicBezTo>
                <a:close/>
                <a:moveTo>
                  <a:pt x="79278" y="44306"/>
                </a:moveTo>
                <a:cubicBezTo>
                  <a:pt x="79278" y="44306"/>
                  <a:pt x="79328" y="44306"/>
                  <a:pt x="79328" y="44331"/>
                </a:cubicBezTo>
                <a:cubicBezTo>
                  <a:pt x="79253" y="44331"/>
                  <a:pt x="79204" y="44381"/>
                  <a:pt x="79129" y="44381"/>
                </a:cubicBezTo>
                <a:cubicBezTo>
                  <a:pt x="79154" y="44381"/>
                  <a:pt x="79204" y="44331"/>
                  <a:pt x="79204" y="44331"/>
                </a:cubicBezTo>
                <a:cubicBezTo>
                  <a:pt x="79229" y="44306"/>
                  <a:pt x="79229" y="44306"/>
                  <a:pt x="79253" y="44306"/>
                </a:cubicBezTo>
                <a:close/>
                <a:moveTo>
                  <a:pt x="105090" y="40174"/>
                </a:moveTo>
                <a:cubicBezTo>
                  <a:pt x="105090" y="40174"/>
                  <a:pt x="105115" y="40174"/>
                  <a:pt x="105115" y="40199"/>
                </a:cubicBezTo>
                <a:cubicBezTo>
                  <a:pt x="105016" y="40274"/>
                  <a:pt x="104966" y="40349"/>
                  <a:pt x="104866" y="40423"/>
                </a:cubicBezTo>
                <a:cubicBezTo>
                  <a:pt x="104742" y="40548"/>
                  <a:pt x="104618" y="40672"/>
                  <a:pt x="104468" y="40797"/>
                </a:cubicBezTo>
                <a:lnTo>
                  <a:pt x="103995" y="41170"/>
                </a:lnTo>
                <a:cubicBezTo>
                  <a:pt x="103846" y="41294"/>
                  <a:pt x="103721" y="41419"/>
                  <a:pt x="103547" y="41543"/>
                </a:cubicBezTo>
                <a:cubicBezTo>
                  <a:pt x="103423" y="41643"/>
                  <a:pt x="103273" y="41742"/>
                  <a:pt x="103149" y="41842"/>
                </a:cubicBezTo>
                <a:cubicBezTo>
                  <a:pt x="102975" y="41966"/>
                  <a:pt x="102800" y="42116"/>
                  <a:pt x="102626" y="42265"/>
                </a:cubicBezTo>
                <a:cubicBezTo>
                  <a:pt x="102502" y="42340"/>
                  <a:pt x="102377" y="42415"/>
                  <a:pt x="102278" y="42514"/>
                </a:cubicBezTo>
                <a:cubicBezTo>
                  <a:pt x="102104" y="42639"/>
                  <a:pt x="101880" y="42788"/>
                  <a:pt x="101680" y="42912"/>
                </a:cubicBezTo>
                <a:lnTo>
                  <a:pt x="101407" y="43087"/>
                </a:lnTo>
                <a:cubicBezTo>
                  <a:pt x="101183" y="43261"/>
                  <a:pt x="100934" y="43385"/>
                  <a:pt x="100735" y="43535"/>
                </a:cubicBezTo>
                <a:cubicBezTo>
                  <a:pt x="100660" y="43559"/>
                  <a:pt x="100560" y="43634"/>
                  <a:pt x="100510" y="43659"/>
                </a:cubicBezTo>
                <a:cubicBezTo>
                  <a:pt x="100262" y="43808"/>
                  <a:pt x="99988" y="43958"/>
                  <a:pt x="99739" y="44082"/>
                </a:cubicBezTo>
                <a:cubicBezTo>
                  <a:pt x="99689" y="44132"/>
                  <a:pt x="99639" y="44132"/>
                  <a:pt x="99614" y="44157"/>
                </a:cubicBezTo>
                <a:cubicBezTo>
                  <a:pt x="99415" y="44306"/>
                  <a:pt x="99316" y="44381"/>
                  <a:pt x="99241" y="44381"/>
                </a:cubicBezTo>
                <a:cubicBezTo>
                  <a:pt x="99241" y="44331"/>
                  <a:pt x="99266" y="44331"/>
                  <a:pt x="99266" y="44306"/>
                </a:cubicBezTo>
                <a:cubicBezTo>
                  <a:pt x="99365" y="44281"/>
                  <a:pt x="99415" y="44207"/>
                  <a:pt x="99515" y="44182"/>
                </a:cubicBezTo>
                <a:cubicBezTo>
                  <a:pt x="99565" y="44157"/>
                  <a:pt x="99614" y="44132"/>
                  <a:pt x="99664" y="44082"/>
                </a:cubicBezTo>
                <a:cubicBezTo>
                  <a:pt x="99913" y="43958"/>
                  <a:pt x="100162" y="43808"/>
                  <a:pt x="100411" y="43659"/>
                </a:cubicBezTo>
                <a:cubicBezTo>
                  <a:pt x="100510" y="43584"/>
                  <a:pt x="100560" y="43559"/>
                  <a:pt x="100660" y="43510"/>
                </a:cubicBezTo>
                <a:cubicBezTo>
                  <a:pt x="100884" y="43360"/>
                  <a:pt x="101108" y="43211"/>
                  <a:pt x="101307" y="43087"/>
                </a:cubicBezTo>
                <a:cubicBezTo>
                  <a:pt x="101407" y="43037"/>
                  <a:pt x="101531" y="42962"/>
                  <a:pt x="101631" y="42912"/>
                </a:cubicBezTo>
                <a:cubicBezTo>
                  <a:pt x="101805" y="42788"/>
                  <a:pt x="102004" y="42663"/>
                  <a:pt x="102178" y="42489"/>
                </a:cubicBezTo>
                <a:lnTo>
                  <a:pt x="102552" y="42215"/>
                </a:lnTo>
                <a:cubicBezTo>
                  <a:pt x="102726" y="42091"/>
                  <a:pt x="102900" y="41966"/>
                  <a:pt x="103049" y="41842"/>
                </a:cubicBezTo>
                <a:cubicBezTo>
                  <a:pt x="103224" y="41718"/>
                  <a:pt x="103348" y="41643"/>
                  <a:pt x="103497" y="41494"/>
                </a:cubicBezTo>
                <a:cubicBezTo>
                  <a:pt x="103647" y="41369"/>
                  <a:pt x="103771" y="41245"/>
                  <a:pt x="103921" y="41145"/>
                </a:cubicBezTo>
                <a:lnTo>
                  <a:pt x="104394" y="40772"/>
                </a:lnTo>
                <a:cubicBezTo>
                  <a:pt x="104518" y="40647"/>
                  <a:pt x="104642" y="40523"/>
                  <a:pt x="104792" y="40398"/>
                </a:cubicBezTo>
                <a:cubicBezTo>
                  <a:pt x="104891" y="40324"/>
                  <a:pt x="104966" y="40224"/>
                  <a:pt x="105041" y="40174"/>
                </a:cubicBezTo>
                <a:close/>
                <a:moveTo>
                  <a:pt x="77735" y="44331"/>
                </a:moveTo>
                <a:lnTo>
                  <a:pt x="77760" y="44381"/>
                </a:lnTo>
                <a:cubicBezTo>
                  <a:pt x="77760" y="44381"/>
                  <a:pt x="77760" y="44406"/>
                  <a:pt x="77785" y="44406"/>
                </a:cubicBezTo>
                <a:lnTo>
                  <a:pt x="77735" y="44406"/>
                </a:lnTo>
                <a:cubicBezTo>
                  <a:pt x="77685" y="44406"/>
                  <a:pt x="77660" y="44406"/>
                  <a:pt x="77660" y="44381"/>
                </a:cubicBezTo>
                <a:cubicBezTo>
                  <a:pt x="77710" y="44381"/>
                  <a:pt x="77735" y="44331"/>
                  <a:pt x="77735" y="44331"/>
                </a:cubicBezTo>
                <a:close/>
                <a:moveTo>
                  <a:pt x="72905" y="43305"/>
                </a:moveTo>
                <a:lnTo>
                  <a:pt x="72905" y="43305"/>
                </a:lnTo>
                <a:cubicBezTo>
                  <a:pt x="72881" y="43696"/>
                  <a:pt x="72857" y="44063"/>
                  <a:pt x="72881" y="44431"/>
                </a:cubicBezTo>
                <a:cubicBezTo>
                  <a:pt x="72832" y="44431"/>
                  <a:pt x="72832" y="44431"/>
                  <a:pt x="72807" y="44406"/>
                </a:cubicBezTo>
                <a:cubicBezTo>
                  <a:pt x="72807" y="44082"/>
                  <a:pt x="72807" y="43759"/>
                  <a:pt x="72856" y="43435"/>
                </a:cubicBezTo>
                <a:cubicBezTo>
                  <a:pt x="72878" y="43392"/>
                  <a:pt x="72900" y="43349"/>
                  <a:pt x="72905" y="43305"/>
                </a:cubicBezTo>
                <a:close/>
                <a:moveTo>
                  <a:pt x="74848" y="41294"/>
                </a:moveTo>
                <a:cubicBezTo>
                  <a:pt x="75122" y="41543"/>
                  <a:pt x="75395" y="41718"/>
                  <a:pt x="75669" y="41942"/>
                </a:cubicBezTo>
                <a:cubicBezTo>
                  <a:pt x="75744" y="42066"/>
                  <a:pt x="75819" y="42190"/>
                  <a:pt x="75893" y="42315"/>
                </a:cubicBezTo>
                <a:cubicBezTo>
                  <a:pt x="75893" y="42340"/>
                  <a:pt x="75918" y="42340"/>
                  <a:pt x="75918" y="42365"/>
                </a:cubicBezTo>
                <a:cubicBezTo>
                  <a:pt x="75918" y="42415"/>
                  <a:pt x="75968" y="42415"/>
                  <a:pt x="75968" y="42439"/>
                </a:cubicBezTo>
                <a:cubicBezTo>
                  <a:pt x="76018" y="42564"/>
                  <a:pt x="76092" y="42663"/>
                  <a:pt x="76167" y="42788"/>
                </a:cubicBezTo>
                <a:lnTo>
                  <a:pt x="76366" y="43062"/>
                </a:lnTo>
                <a:cubicBezTo>
                  <a:pt x="76391" y="43111"/>
                  <a:pt x="76466" y="43186"/>
                  <a:pt x="76491" y="43236"/>
                </a:cubicBezTo>
                <a:cubicBezTo>
                  <a:pt x="76491" y="43286"/>
                  <a:pt x="76515" y="43286"/>
                  <a:pt x="76515" y="43311"/>
                </a:cubicBezTo>
                <a:lnTo>
                  <a:pt x="76715" y="43584"/>
                </a:lnTo>
                <a:lnTo>
                  <a:pt x="76739" y="43609"/>
                </a:lnTo>
                <a:cubicBezTo>
                  <a:pt x="76665" y="43709"/>
                  <a:pt x="76640" y="43808"/>
                  <a:pt x="76590" y="43908"/>
                </a:cubicBezTo>
                <a:cubicBezTo>
                  <a:pt x="75669" y="43983"/>
                  <a:pt x="74723" y="44182"/>
                  <a:pt x="73728" y="44431"/>
                </a:cubicBezTo>
                <a:cubicBezTo>
                  <a:pt x="74001" y="43435"/>
                  <a:pt x="74225" y="42489"/>
                  <a:pt x="74350" y="41568"/>
                </a:cubicBezTo>
                <a:cubicBezTo>
                  <a:pt x="74524" y="41444"/>
                  <a:pt x="74674" y="41394"/>
                  <a:pt x="74848" y="41294"/>
                </a:cubicBezTo>
                <a:close/>
                <a:moveTo>
                  <a:pt x="77287" y="44256"/>
                </a:moveTo>
                <a:cubicBezTo>
                  <a:pt x="77287" y="44256"/>
                  <a:pt x="77287" y="44281"/>
                  <a:pt x="77337" y="44281"/>
                </a:cubicBezTo>
                <a:cubicBezTo>
                  <a:pt x="77138" y="44331"/>
                  <a:pt x="76988" y="44406"/>
                  <a:pt x="76789" y="44456"/>
                </a:cubicBezTo>
                <a:cubicBezTo>
                  <a:pt x="76839" y="44431"/>
                  <a:pt x="76889" y="44331"/>
                  <a:pt x="76914" y="44281"/>
                </a:cubicBezTo>
                <a:cubicBezTo>
                  <a:pt x="77038" y="44281"/>
                  <a:pt x="77163" y="44281"/>
                  <a:pt x="77287" y="44256"/>
                </a:cubicBezTo>
                <a:close/>
                <a:moveTo>
                  <a:pt x="55010" y="44406"/>
                </a:moveTo>
                <a:cubicBezTo>
                  <a:pt x="55010" y="44431"/>
                  <a:pt x="55059" y="44431"/>
                  <a:pt x="55059" y="44456"/>
                </a:cubicBezTo>
                <a:cubicBezTo>
                  <a:pt x="55010" y="44456"/>
                  <a:pt x="55010" y="44480"/>
                  <a:pt x="54985" y="44480"/>
                </a:cubicBezTo>
                <a:cubicBezTo>
                  <a:pt x="54960" y="44456"/>
                  <a:pt x="54960" y="44431"/>
                  <a:pt x="54960" y="44431"/>
                </a:cubicBezTo>
                <a:cubicBezTo>
                  <a:pt x="54985" y="44431"/>
                  <a:pt x="54985" y="44406"/>
                  <a:pt x="55010" y="44406"/>
                </a:cubicBezTo>
                <a:close/>
                <a:moveTo>
                  <a:pt x="74175" y="41651"/>
                </a:moveTo>
                <a:cubicBezTo>
                  <a:pt x="74050" y="42545"/>
                  <a:pt x="73851" y="43513"/>
                  <a:pt x="73553" y="44456"/>
                </a:cubicBezTo>
                <a:cubicBezTo>
                  <a:pt x="73529" y="44456"/>
                  <a:pt x="73529" y="44456"/>
                  <a:pt x="73504" y="44480"/>
                </a:cubicBezTo>
                <a:cubicBezTo>
                  <a:pt x="73777" y="43535"/>
                  <a:pt x="74001" y="42589"/>
                  <a:pt x="74126" y="41693"/>
                </a:cubicBezTo>
                <a:cubicBezTo>
                  <a:pt x="74148" y="41671"/>
                  <a:pt x="74169" y="41668"/>
                  <a:pt x="74175" y="41651"/>
                </a:cubicBezTo>
                <a:close/>
                <a:moveTo>
                  <a:pt x="110639" y="44480"/>
                </a:moveTo>
                <a:cubicBezTo>
                  <a:pt x="110640" y="44487"/>
                  <a:pt x="110641" y="44495"/>
                  <a:pt x="110641" y="44505"/>
                </a:cubicBezTo>
                <a:cubicBezTo>
                  <a:pt x="110616" y="44505"/>
                  <a:pt x="110616" y="44530"/>
                  <a:pt x="110616" y="44530"/>
                </a:cubicBezTo>
                <a:lnTo>
                  <a:pt x="110616" y="44530"/>
                </a:lnTo>
                <a:cubicBezTo>
                  <a:pt x="110616" y="44510"/>
                  <a:pt x="110632" y="44506"/>
                  <a:pt x="110639" y="44480"/>
                </a:cubicBezTo>
                <a:close/>
                <a:moveTo>
                  <a:pt x="73927" y="41792"/>
                </a:moveTo>
                <a:lnTo>
                  <a:pt x="73927" y="41792"/>
                </a:lnTo>
                <a:cubicBezTo>
                  <a:pt x="73802" y="42688"/>
                  <a:pt x="73603" y="43584"/>
                  <a:pt x="73304" y="44530"/>
                </a:cubicBezTo>
                <a:lnTo>
                  <a:pt x="73280" y="44530"/>
                </a:lnTo>
                <a:cubicBezTo>
                  <a:pt x="73230" y="44530"/>
                  <a:pt x="73155" y="44505"/>
                  <a:pt x="73080" y="44505"/>
                </a:cubicBezTo>
                <a:cubicBezTo>
                  <a:pt x="73056" y="43908"/>
                  <a:pt x="73080" y="43335"/>
                  <a:pt x="73180" y="42788"/>
                </a:cubicBezTo>
                <a:cubicBezTo>
                  <a:pt x="73304" y="42539"/>
                  <a:pt x="73404" y="42290"/>
                  <a:pt x="73529" y="42016"/>
                </a:cubicBezTo>
                <a:cubicBezTo>
                  <a:pt x="73653" y="41917"/>
                  <a:pt x="73777" y="41842"/>
                  <a:pt x="73927" y="41792"/>
                </a:cubicBezTo>
                <a:close/>
                <a:moveTo>
                  <a:pt x="78407" y="44505"/>
                </a:moveTo>
                <a:cubicBezTo>
                  <a:pt x="78382" y="44505"/>
                  <a:pt x="78357" y="44505"/>
                  <a:pt x="78283" y="44530"/>
                </a:cubicBezTo>
                <a:cubicBezTo>
                  <a:pt x="78333" y="44505"/>
                  <a:pt x="78357" y="44505"/>
                  <a:pt x="78407" y="44505"/>
                </a:cubicBezTo>
                <a:close/>
                <a:moveTo>
                  <a:pt x="87468" y="42887"/>
                </a:moveTo>
                <a:cubicBezTo>
                  <a:pt x="87194" y="43435"/>
                  <a:pt x="86870" y="43983"/>
                  <a:pt x="86571" y="44555"/>
                </a:cubicBezTo>
                <a:lnTo>
                  <a:pt x="86497" y="44555"/>
                </a:lnTo>
                <a:cubicBezTo>
                  <a:pt x="86845" y="43983"/>
                  <a:pt x="87119" y="43435"/>
                  <a:pt x="87418" y="42887"/>
                </a:cubicBezTo>
                <a:close/>
                <a:moveTo>
                  <a:pt x="87692" y="42912"/>
                </a:moveTo>
                <a:cubicBezTo>
                  <a:pt x="88911" y="42962"/>
                  <a:pt x="90031" y="43186"/>
                  <a:pt x="91077" y="43510"/>
                </a:cubicBezTo>
                <a:cubicBezTo>
                  <a:pt x="89683" y="44032"/>
                  <a:pt x="88239" y="44406"/>
                  <a:pt x="86820" y="44555"/>
                </a:cubicBezTo>
                <a:cubicBezTo>
                  <a:pt x="87119" y="43983"/>
                  <a:pt x="87418" y="43435"/>
                  <a:pt x="87692" y="42912"/>
                </a:cubicBezTo>
                <a:close/>
                <a:moveTo>
                  <a:pt x="98992" y="44456"/>
                </a:moveTo>
                <a:cubicBezTo>
                  <a:pt x="98992" y="44480"/>
                  <a:pt x="98942" y="44480"/>
                  <a:pt x="98942" y="44530"/>
                </a:cubicBezTo>
                <a:lnTo>
                  <a:pt x="98942" y="44555"/>
                </a:lnTo>
                <a:cubicBezTo>
                  <a:pt x="98917" y="44555"/>
                  <a:pt x="98893" y="44580"/>
                  <a:pt x="98868" y="44580"/>
                </a:cubicBezTo>
                <a:cubicBezTo>
                  <a:pt x="98868" y="44580"/>
                  <a:pt x="98868" y="44555"/>
                  <a:pt x="98893" y="44555"/>
                </a:cubicBezTo>
                <a:cubicBezTo>
                  <a:pt x="98893" y="44530"/>
                  <a:pt x="98893" y="44530"/>
                  <a:pt x="98917" y="44480"/>
                </a:cubicBezTo>
                <a:cubicBezTo>
                  <a:pt x="98917" y="44485"/>
                  <a:pt x="98918" y="44487"/>
                  <a:pt x="98920" y="44487"/>
                </a:cubicBezTo>
                <a:cubicBezTo>
                  <a:pt x="98928" y="44487"/>
                  <a:pt x="98952" y="44456"/>
                  <a:pt x="98992" y="44456"/>
                </a:cubicBezTo>
                <a:close/>
                <a:moveTo>
                  <a:pt x="76665" y="44306"/>
                </a:moveTo>
                <a:cubicBezTo>
                  <a:pt x="76615" y="44406"/>
                  <a:pt x="76540" y="44505"/>
                  <a:pt x="76515" y="44580"/>
                </a:cubicBezTo>
                <a:cubicBezTo>
                  <a:pt x="76491" y="44580"/>
                  <a:pt x="76466" y="44605"/>
                  <a:pt x="76466" y="44605"/>
                </a:cubicBezTo>
                <a:cubicBezTo>
                  <a:pt x="76515" y="44530"/>
                  <a:pt x="76590" y="44431"/>
                  <a:pt x="76640" y="44306"/>
                </a:cubicBezTo>
                <a:close/>
                <a:moveTo>
                  <a:pt x="77461" y="44431"/>
                </a:moveTo>
                <a:cubicBezTo>
                  <a:pt x="77461" y="44456"/>
                  <a:pt x="77486" y="44456"/>
                  <a:pt x="77486" y="44480"/>
                </a:cubicBezTo>
                <a:cubicBezTo>
                  <a:pt x="77461" y="44480"/>
                  <a:pt x="77461" y="44480"/>
                  <a:pt x="77412" y="44530"/>
                </a:cubicBezTo>
                <a:cubicBezTo>
                  <a:pt x="77337" y="44555"/>
                  <a:pt x="77212" y="44580"/>
                  <a:pt x="77113" y="44580"/>
                </a:cubicBezTo>
                <a:cubicBezTo>
                  <a:pt x="77038" y="44580"/>
                  <a:pt x="76988" y="44605"/>
                  <a:pt x="76963" y="44605"/>
                </a:cubicBezTo>
                <a:cubicBezTo>
                  <a:pt x="77138" y="44555"/>
                  <a:pt x="77287" y="44505"/>
                  <a:pt x="77461" y="44431"/>
                </a:cubicBezTo>
                <a:close/>
                <a:moveTo>
                  <a:pt x="81618" y="44456"/>
                </a:moveTo>
                <a:cubicBezTo>
                  <a:pt x="81842" y="44480"/>
                  <a:pt x="82016" y="44555"/>
                  <a:pt x="82240" y="44580"/>
                </a:cubicBezTo>
                <a:lnTo>
                  <a:pt x="82265" y="44580"/>
                </a:lnTo>
                <a:cubicBezTo>
                  <a:pt x="82298" y="44591"/>
                  <a:pt x="82321" y="44606"/>
                  <a:pt x="82343" y="44620"/>
                </a:cubicBezTo>
                <a:lnTo>
                  <a:pt x="82343" y="44620"/>
                </a:lnTo>
                <a:cubicBezTo>
                  <a:pt x="82273" y="44605"/>
                  <a:pt x="82200" y="44605"/>
                  <a:pt x="82116" y="44605"/>
                </a:cubicBezTo>
                <a:cubicBezTo>
                  <a:pt x="81991" y="44555"/>
                  <a:pt x="81817" y="44530"/>
                  <a:pt x="81618" y="44456"/>
                </a:cubicBezTo>
                <a:close/>
                <a:moveTo>
                  <a:pt x="72309" y="44456"/>
                </a:moveTo>
                <a:cubicBezTo>
                  <a:pt x="72408" y="44505"/>
                  <a:pt x="72533" y="44530"/>
                  <a:pt x="72632" y="44555"/>
                </a:cubicBezTo>
                <a:lnTo>
                  <a:pt x="72632" y="44630"/>
                </a:lnTo>
                <a:cubicBezTo>
                  <a:pt x="72508" y="44580"/>
                  <a:pt x="72408" y="44555"/>
                  <a:pt x="72284" y="44530"/>
                </a:cubicBezTo>
                <a:cubicBezTo>
                  <a:pt x="72284" y="44505"/>
                  <a:pt x="72309" y="44505"/>
                  <a:pt x="72309" y="44456"/>
                </a:cubicBezTo>
                <a:close/>
                <a:moveTo>
                  <a:pt x="86633" y="42877"/>
                </a:moveTo>
                <a:cubicBezTo>
                  <a:pt x="86830" y="42877"/>
                  <a:pt x="87026" y="42881"/>
                  <a:pt x="87219" y="42887"/>
                </a:cubicBezTo>
                <a:cubicBezTo>
                  <a:pt x="86920" y="43435"/>
                  <a:pt x="86621" y="44032"/>
                  <a:pt x="86323" y="44580"/>
                </a:cubicBezTo>
                <a:cubicBezTo>
                  <a:pt x="86123" y="44580"/>
                  <a:pt x="85949" y="44605"/>
                  <a:pt x="85750" y="44605"/>
                </a:cubicBezTo>
                <a:cubicBezTo>
                  <a:pt x="85482" y="44622"/>
                  <a:pt x="85215" y="44630"/>
                  <a:pt x="84949" y="44630"/>
                </a:cubicBezTo>
                <a:cubicBezTo>
                  <a:pt x="84054" y="44630"/>
                  <a:pt x="83167" y="44540"/>
                  <a:pt x="82265" y="44406"/>
                </a:cubicBezTo>
                <a:cubicBezTo>
                  <a:pt x="81767" y="44256"/>
                  <a:pt x="81270" y="44082"/>
                  <a:pt x="80747" y="43983"/>
                </a:cubicBezTo>
                <a:lnTo>
                  <a:pt x="80747" y="43958"/>
                </a:lnTo>
                <a:lnTo>
                  <a:pt x="80647" y="43958"/>
                </a:lnTo>
                <a:cubicBezTo>
                  <a:pt x="80498" y="43933"/>
                  <a:pt x="80324" y="43908"/>
                  <a:pt x="80150" y="43833"/>
                </a:cubicBezTo>
                <a:lnTo>
                  <a:pt x="80125" y="43833"/>
                </a:lnTo>
                <a:cubicBezTo>
                  <a:pt x="82414" y="43221"/>
                  <a:pt x="84622" y="42877"/>
                  <a:pt x="86633" y="42877"/>
                </a:cubicBezTo>
                <a:close/>
                <a:moveTo>
                  <a:pt x="76491" y="44057"/>
                </a:moveTo>
                <a:cubicBezTo>
                  <a:pt x="76491" y="44132"/>
                  <a:pt x="76491" y="44132"/>
                  <a:pt x="76441" y="44157"/>
                </a:cubicBezTo>
                <a:cubicBezTo>
                  <a:pt x="75619" y="44256"/>
                  <a:pt x="74698" y="44431"/>
                  <a:pt x="73802" y="44655"/>
                </a:cubicBezTo>
                <a:cubicBezTo>
                  <a:pt x="73777" y="44655"/>
                  <a:pt x="73703" y="44655"/>
                  <a:pt x="73678" y="44605"/>
                </a:cubicBezTo>
                <a:lnTo>
                  <a:pt x="73678" y="44580"/>
                </a:lnTo>
                <a:cubicBezTo>
                  <a:pt x="74649" y="44331"/>
                  <a:pt x="75594" y="44182"/>
                  <a:pt x="76491" y="44057"/>
                </a:cubicBezTo>
                <a:close/>
                <a:moveTo>
                  <a:pt x="72853" y="44617"/>
                </a:moveTo>
                <a:cubicBezTo>
                  <a:pt x="72863" y="44617"/>
                  <a:pt x="72869" y="44630"/>
                  <a:pt x="72881" y="44655"/>
                </a:cubicBezTo>
                <a:cubicBezTo>
                  <a:pt x="72832" y="44655"/>
                  <a:pt x="72832" y="44655"/>
                  <a:pt x="72807" y="44680"/>
                </a:cubicBezTo>
                <a:lnTo>
                  <a:pt x="72807" y="44655"/>
                </a:lnTo>
                <a:cubicBezTo>
                  <a:pt x="72832" y="44630"/>
                  <a:pt x="72844" y="44617"/>
                  <a:pt x="72853" y="44617"/>
                </a:cubicBezTo>
                <a:close/>
                <a:moveTo>
                  <a:pt x="76341" y="44331"/>
                </a:moveTo>
                <a:cubicBezTo>
                  <a:pt x="76267" y="44456"/>
                  <a:pt x="76167" y="44580"/>
                  <a:pt x="76117" y="44704"/>
                </a:cubicBezTo>
                <a:cubicBezTo>
                  <a:pt x="75840" y="44751"/>
                  <a:pt x="75556" y="44770"/>
                  <a:pt x="75271" y="44770"/>
                </a:cubicBezTo>
                <a:cubicBezTo>
                  <a:pt x="74941" y="44770"/>
                  <a:pt x="74608" y="44744"/>
                  <a:pt x="74275" y="44704"/>
                </a:cubicBezTo>
                <a:cubicBezTo>
                  <a:pt x="74997" y="44555"/>
                  <a:pt x="75669" y="44431"/>
                  <a:pt x="76341" y="44331"/>
                </a:cubicBezTo>
                <a:close/>
                <a:moveTo>
                  <a:pt x="73230" y="44754"/>
                </a:moveTo>
                <a:lnTo>
                  <a:pt x="73230" y="44804"/>
                </a:lnTo>
                <a:cubicBezTo>
                  <a:pt x="73180" y="44779"/>
                  <a:pt x="73155" y="44779"/>
                  <a:pt x="73105" y="44779"/>
                </a:cubicBezTo>
                <a:cubicBezTo>
                  <a:pt x="73130" y="44779"/>
                  <a:pt x="73155" y="44754"/>
                  <a:pt x="73230" y="44754"/>
                </a:cubicBezTo>
                <a:close/>
                <a:moveTo>
                  <a:pt x="86447" y="44754"/>
                </a:moveTo>
                <a:cubicBezTo>
                  <a:pt x="86447" y="44767"/>
                  <a:pt x="86453" y="44773"/>
                  <a:pt x="86463" y="44773"/>
                </a:cubicBezTo>
                <a:cubicBezTo>
                  <a:pt x="86472" y="44773"/>
                  <a:pt x="86484" y="44767"/>
                  <a:pt x="86497" y="44754"/>
                </a:cubicBezTo>
                <a:lnTo>
                  <a:pt x="86497" y="44754"/>
                </a:lnTo>
                <a:cubicBezTo>
                  <a:pt x="86497" y="44779"/>
                  <a:pt x="86472" y="44779"/>
                  <a:pt x="86472" y="44804"/>
                </a:cubicBezTo>
                <a:lnTo>
                  <a:pt x="86422" y="44804"/>
                </a:lnTo>
                <a:cubicBezTo>
                  <a:pt x="86422" y="44779"/>
                  <a:pt x="86447" y="44779"/>
                  <a:pt x="86447" y="44754"/>
                </a:cubicBezTo>
                <a:close/>
                <a:moveTo>
                  <a:pt x="91351" y="43559"/>
                </a:moveTo>
                <a:cubicBezTo>
                  <a:pt x="91400" y="43559"/>
                  <a:pt x="91425" y="43584"/>
                  <a:pt x="91450" y="43584"/>
                </a:cubicBezTo>
                <a:cubicBezTo>
                  <a:pt x="89932" y="44256"/>
                  <a:pt x="88314" y="44655"/>
                  <a:pt x="86671" y="44804"/>
                </a:cubicBezTo>
                <a:cubicBezTo>
                  <a:pt x="86671" y="44779"/>
                  <a:pt x="86696" y="44779"/>
                  <a:pt x="86696" y="44754"/>
                </a:cubicBezTo>
                <a:cubicBezTo>
                  <a:pt x="88289" y="44580"/>
                  <a:pt x="89832" y="44182"/>
                  <a:pt x="91351" y="43559"/>
                </a:cubicBezTo>
                <a:close/>
                <a:moveTo>
                  <a:pt x="77660" y="44655"/>
                </a:moveTo>
                <a:lnTo>
                  <a:pt x="77685" y="44680"/>
                </a:lnTo>
                <a:lnTo>
                  <a:pt x="77735" y="44704"/>
                </a:lnTo>
                <a:cubicBezTo>
                  <a:pt x="77586" y="44729"/>
                  <a:pt x="77387" y="44804"/>
                  <a:pt x="77237" y="44829"/>
                </a:cubicBezTo>
                <a:lnTo>
                  <a:pt x="77063" y="44829"/>
                </a:lnTo>
                <a:cubicBezTo>
                  <a:pt x="77113" y="44829"/>
                  <a:pt x="77163" y="44804"/>
                  <a:pt x="77237" y="44779"/>
                </a:cubicBezTo>
                <a:cubicBezTo>
                  <a:pt x="77387" y="44754"/>
                  <a:pt x="77511" y="44680"/>
                  <a:pt x="77660" y="44655"/>
                </a:cubicBezTo>
                <a:close/>
                <a:moveTo>
                  <a:pt x="72184" y="44680"/>
                </a:moveTo>
                <a:cubicBezTo>
                  <a:pt x="72284" y="44704"/>
                  <a:pt x="72384" y="44754"/>
                  <a:pt x="72433" y="44779"/>
                </a:cubicBezTo>
                <a:cubicBezTo>
                  <a:pt x="72309" y="44804"/>
                  <a:pt x="72234" y="44829"/>
                  <a:pt x="72085" y="44879"/>
                </a:cubicBezTo>
                <a:lnTo>
                  <a:pt x="72184" y="44680"/>
                </a:lnTo>
                <a:close/>
                <a:moveTo>
                  <a:pt x="110342" y="44655"/>
                </a:moveTo>
                <a:cubicBezTo>
                  <a:pt x="110342" y="44680"/>
                  <a:pt x="110318" y="44754"/>
                  <a:pt x="110318" y="44779"/>
                </a:cubicBezTo>
                <a:lnTo>
                  <a:pt x="110218" y="44879"/>
                </a:lnTo>
                <a:cubicBezTo>
                  <a:pt x="110218" y="44829"/>
                  <a:pt x="110243" y="44804"/>
                  <a:pt x="110243" y="44754"/>
                </a:cubicBezTo>
                <a:lnTo>
                  <a:pt x="110268" y="44704"/>
                </a:lnTo>
                <a:lnTo>
                  <a:pt x="110318" y="44680"/>
                </a:lnTo>
                <a:lnTo>
                  <a:pt x="110342" y="44655"/>
                </a:lnTo>
                <a:close/>
                <a:moveTo>
                  <a:pt x="83033" y="44711"/>
                </a:moveTo>
                <a:cubicBezTo>
                  <a:pt x="83683" y="44799"/>
                  <a:pt x="84359" y="44848"/>
                  <a:pt x="85033" y="44848"/>
                </a:cubicBezTo>
                <a:cubicBezTo>
                  <a:pt x="85273" y="44848"/>
                  <a:pt x="85512" y="44842"/>
                  <a:pt x="85750" y="44829"/>
                </a:cubicBezTo>
                <a:cubicBezTo>
                  <a:pt x="85924" y="44829"/>
                  <a:pt x="86049" y="44804"/>
                  <a:pt x="86198" y="44804"/>
                </a:cubicBezTo>
                <a:cubicBezTo>
                  <a:pt x="86198" y="44829"/>
                  <a:pt x="86173" y="44829"/>
                  <a:pt x="86173" y="44879"/>
                </a:cubicBezTo>
                <a:lnTo>
                  <a:pt x="85750" y="44879"/>
                </a:lnTo>
                <a:cubicBezTo>
                  <a:pt x="85501" y="44879"/>
                  <a:pt x="85252" y="44904"/>
                  <a:pt x="85003" y="44904"/>
                </a:cubicBezTo>
                <a:cubicBezTo>
                  <a:pt x="84381" y="44904"/>
                  <a:pt x="83809" y="44829"/>
                  <a:pt x="83186" y="44779"/>
                </a:cubicBezTo>
                <a:cubicBezTo>
                  <a:pt x="83128" y="44760"/>
                  <a:pt x="83085" y="44725"/>
                  <a:pt x="83033" y="44711"/>
                </a:cubicBezTo>
                <a:close/>
                <a:moveTo>
                  <a:pt x="62103" y="39079"/>
                </a:moveTo>
                <a:cubicBezTo>
                  <a:pt x="62527" y="39677"/>
                  <a:pt x="62825" y="40299"/>
                  <a:pt x="63149" y="40871"/>
                </a:cubicBezTo>
                <a:cubicBezTo>
                  <a:pt x="63024" y="40921"/>
                  <a:pt x="62925" y="40971"/>
                  <a:pt x="62800" y="41046"/>
                </a:cubicBezTo>
                <a:cubicBezTo>
                  <a:pt x="62676" y="41095"/>
                  <a:pt x="62552" y="41145"/>
                  <a:pt x="62452" y="41195"/>
                </a:cubicBezTo>
                <a:cubicBezTo>
                  <a:pt x="62352" y="41220"/>
                  <a:pt x="62253" y="41294"/>
                  <a:pt x="62178" y="41319"/>
                </a:cubicBezTo>
                <a:cubicBezTo>
                  <a:pt x="62079" y="41344"/>
                  <a:pt x="62029" y="41369"/>
                  <a:pt x="61929" y="41444"/>
                </a:cubicBezTo>
                <a:lnTo>
                  <a:pt x="61855" y="41444"/>
                </a:lnTo>
                <a:cubicBezTo>
                  <a:pt x="61730" y="41494"/>
                  <a:pt x="61606" y="41543"/>
                  <a:pt x="61481" y="41593"/>
                </a:cubicBezTo>
                <a:cubicBezTo>
                  <a:pt x="61332" y="41668"/>
                  <a:pt x="61133" y="41767"/>
                  <a:pt x="60983" y="41842"/>
                </a:cubicBezTo>
                <a:lnTo>
                  <a:pt x="60959" y="41842"/>
                </a:lnTo>
                <a:cubicBezTo>
                  <a:pt x="60959" y="41842"/>
                  <a:pt x="60934" y="41842"/>
                  <a:pt x="60934" y="41892"/>
                </a:cubicBezTo>
                <a:cubicBezTo>
                  <a:pt x="60809" y="41942"/>
                  <a:pt x="60685" y="42016"/>
                  <a:pt x="60510" y="42066"/>
                </a:cubicBezTo>
                <a:cubicBezTo>
                  <a:pt x="60486" y="42066"/>
                  <a:pt x="60461" y="42091"/>
                  <a:pt x="60436" y="42116"/>
                </a:cubicBezTo>
                <a:cubicBezTo>
                  <a:pt x="60386" y="42166"/>
                  <a:pt x="60361" y="42166"/>
                  <a:pt x="60336" y="42190"/>
                </a:cubicBezTo>
                <a:cubicBezTo>
                  <a:pt x="60336" y="42190"/>
                  <a:pt x="60311" y="42190"/>
                  <a:pt x="60311" y="42215"/>
                </a:cubicBezTo>
                <a:cubicBezTo>
                  <a:pt x="60212" y="42240"/>
                  <a:pt x="60137" y="42315"/>
                  <a:pt x="60062" y="42340"/>
                </a:cubicBezTo>
                <a:lnTo>
                  <a:pt x="60013" y="42340"/>
                </a:lnTo>
                <a:cubicBezTo>
                  <a:pt x="60013" y="42340"/>
                  <a:pt x="59988" y="42340"/>
                  <a:pt x="59988" y="42365"/>
                </a:cubicBezTo>
                <a:cubicBezTo>
                  <a:pt x="59838" y="42439"/>
                  <a:pt x="59714" y="42539"/>
                  <a:pt x="59565" y="42589"/>
                </a:cubicBezTo>
                <a:cubicBezTo>
                  <a:pt x="59465" y="42614"/>
                  <a:pt x="59390" y="42688"/>
                  <a:pt x="59316" y="42713"/>
                </a:cubicBezTo>
                <a:cubicBezTo>
                  <a:pt x="59216" y="42788"/>
                  <a:pt x="59117" y="42813"/>
                  <a:pt x="59017" y="42863"/>
                </a:cubicBezTo>
                <a:cubicBezTo>
                  <a:pt x="58868" y="42962"/>
                  <a:pt x="58718" y="43037"/>
                  <a:pt x="58569" y="43111"/>
                </a:cubicBezTo>
                <a:lnTo>
                  <a:pt x="58096" y="43410"/>
                </a:lnTo>
                <a:lnTo>
                  <a:pt x="58071" y="43410"/>
                </a:lnTo>
                <a:cubicBezTo>
                  <a:pt x="57897" y="43510"/>
                  <a:pt x="57748" y="43584"/>
                  <a:pt x="57573" y="43709"/>
                </a:cubicBezTo>
                <a:cubicBezTo>
                  <a:pt x="57399" y="43808"/>
                  <a:pt x="57250" y="43908"/>
                  <a:pt x="57125" y="43983"/>
                </a:cubicBezTo>
                <a:cubicBezTo>
                  <a:pt x="56976" y="44082"/>
                  <a:pt x="56827" y="44182"/>
                  <a:pt x="56652" y="44306"/>
                </a:cubicBezTo>
                <a:cubicBezTo>
                  <a:pt x="56627" y="44306"/>
                  <a:pt x="56627" y="44331"/>
                  <a:pt x="56603" y="44331"/>
                </a:cubicBezTo>
                <a:cubicBezTo>
                  <a:pt x="56528" y="44356"/>
                  <a:pt x="56503" y="44406"/>
                  <a:pt x="56453" y="44431"/>
                </a:cubicBezTo>
                <a:cubicBezTo>
                  <a:pt x="56379" y="44480"/>
                  <a:pt x="56329" y="44530"/>
                  <a:pt x="56229" y="44580"/>
                </a:cubicBezTo>
                <a:cubicBezTo>
                  <a:pt x="56204" y="44580"/>
                  <a:pt x="56204" y="44605"/>
                  <a:pt x="56155" y="44605"/>
                </a:cubicBezTo>
                <a:cubicBezTo>
                  <a:pt x="56155" y="44605"/>
                  <a:pt x="56130" y="44605"/>
                  <a:pt x="56130" y="44655"/>
                </a:cubicBezTo>
                <a:cubicBezTo>
                  <a:pt x="55980" y="44754"/>
                  <a:pt x="55831" y="44854"/>
                  <a:pt x="55657" y="44953"/>
                </a:cubicBezTo>
                <a:cubicBezTo>
                  <a:pt x="55507" y="44804"/>
                  <a:pt x="55358" y="44605"/>
                  <a:pt x="55209" y="44456"/>
                </a:cubicBezTo>
                <a:cubicBezTo>
                  <a:pt x="57399" y="42589"/>
                  <a:pt x="59714" y="40797"/>
                  <a:pt x="62103" y="39079"/>
                </a:cubicBezTo>
                <a:close/>
                <a:moveTo>
                  <a:pt x="73802" y="44829"/>
                </a:moveTo>
                <a:cubicBezTo>
                  <a:pt x="74400" y="44929"/>
                  <a:pt x="75022" y="44953"/>
                  <a:pt x="75619" y="44953"/>
                </a:cubicBezTo>
                <a:cubicBezTo>
                  <a:pt x="75545" y="45003"/>
                  <a:pt x="75520" y="45003"/>
                  <a:pt x="75470" y="45028"/>
                </a:cubicBezTo>
                <a:lnTo>
                  <a:pt x="75346" y="45028"/>
                </a:lnTo>
                <a:cubicBezTo>
                  <a:pt x="74773" y="45028"/>
                  <a:pt x="74250" y="44953"/>
                  <a:pt x="73678" y="44879"/>
                </a:cubicBezTo>
                <a:cubicBezTo>
                  <a:pt x="73728" y="44879"/>
                  <a:pt x="73777" y="44829"/>
                  <a:pt x="73802" y="44829"/>
                </a:cubicBezTo>
                <a:close/>
                <a:moveTo>
                  <a:pt x="78158" y="44829"/>
                </a:moveTo>
                <a:lnTo>
                  <a:pt x="78233" y="44904"/>
                </a:lnTo>
                <a:lnTo>
                  <a:pt x="78233" y="44953"/>
                </a:lnTo>
                <a:lnTo>
                  <a:pt x="78233" y="45028"/>
                </a:lnTo>
                <a:lnTo>
                  <a:pt x="78183" y="44978"/>
                </a:lnTo>
                <a:lnTo>
                  <a:pt x="78158" y="44953"/>
                </a:lnTo>
                <a:lnTo>
                  <a:pt x="78158" y="44929"/>
                </a:lnTo>
                <a:lnTo>
                  <a:pt x="78158" y="44829"/>
                </a:lnTo>
                <a:close/>
                <a:moveTo>
                  <a:pt x="55184" y="44555"/>
                </a:moveTo>
                <a:cubicBezTo>
                  <a:pt x="55333" y="44704"/>
                  <a:pt x="55482" y="44904"/>
                  <a:pt x="55632" y="45053"/>
                </a:cubicBezTo>
                <a:lnTo>
                  <a:pt x="55607" y="45053"/>
                </a:lnTo>
                <a:lnTo>
                  <a:pt x="55582" y="45078"/>
                </a:lnTo>
                <a:lnTo>
                  <a:pt x="55308" y="44804"/>
                </a:lnTo>
                <a:lnTo>
                  <a:pt x="55109" y="44605"/>
                </a:lnTo>
                <a:lnTo>
                  <a:pt x="55184" y="44555"/>
                </a:lnTo>
                <a:close/>
                <a:moveTo>
                  <a:pt x="63224" y="41046"/>
                </a:moveTo>
                <a:lnTo>
                  <a:pt x="63224" y="41070"/>
                </a:lnTo>
                <a:cubicBezTo>
                  <a:pt x="63099" y="41145"/>
                  <a:pt x="62975" y="41195"/>
                  <a:pt x="62875" y="41270"/>
                </a:cubicBezTo>
                <a:cubicBezTo>
                  <a:pt x="62751" y="41319"/>
                  <a:pt x="62626" y="41344"/>
                  <a:pt x="62502" y="41419"/>
                </a:cubicBezTo>
                <a:cubicBezTo>
                  <a:pt x="62427" y="41444"/>
                  <a:pt x="62328" y="41518"/>
                  <a:pt x="62228" y="41543"/>
                </a:cubicBezTo>
                <a:cubicBezTo>
                  <a:pt x="62178" y="41568"/>
                  <a:pt x="62079" y="41593"/>
                  <a:pt x="62029" y="41643"/>
                </a:cubicBezTo>
                <a:cubicBezTo>
                  <a:pt x="61855" y="41693"/>
                  <a:pt x="61730" y="41767"/>
                  <a:pt x="61581" y="41817"/>
                </a:cubicBezTo>
                <a:cubicBezTo>
                  <a:pt x="61431" y="41892"/>
                  <a:pt x="61282" y="41966"/>
                  <a:pt x="61108" y="42041"/>
                </a:cubicBezTo>
                <a:cubicBezTo>
                  <a:pt x="60959" y="42141"/>
                  <a:pt x="60809" y="42190"/>
                  <a:pt x="60610" y="42290"/>
                </a:cubicBezTo>
                <a:cubicBezTo>
                  <a:pt x="60486" y="42340"/>
                  <a:pt x="60361" y="42415"/>
                  <a:pt x="60262" y="42464"/>
                </a:cubicBezTo>
                <a:cubicBezTo>
                  <a:pt x="60237" y="42464"/>
                  <a:pt x="60237" y="42514"/>
                  <a:pt x="60212" y="42514"/>
                </a:cubicBezTo>
                <a:cubicBezTo>
                  <a:pt x="60013" y="42589"/>
                  <a:pt x="59838" y="42688"/>
                  <a:pt x="59689" y="42788"/>
                </a:cubicBezTo>
                <a:cubicBezTo>
                  <a:pt x="59614" y="42813"/>
                  <a:pt x="59540" y="42887"/>
                  <a:pt x="59465" y="42912"/>
                </a:cubicBezTo>
                <a:cubicBezTo>
                  <a:pt x="59440" y="42912"/>
                  <a:pt x="59440" y="42937"/>
                  <a:pt x="59415" y="42937"/>
                </a:cubicBezTo>
                <a:cubicBezTo>
                  <a:pt x="59365" y="42937"/>
                  <a:pt x="59365" y="42962"/>
                  <a:pt x="59341" y="42962"/>
                </a:cubicBezTo>
                <a:cubicBezTo>
                  <a:pt x="59316" y="42962"/>
                  <a:pt x="59316" y="43012"/>
                  <a:pt x="59291" y="43012"/>
                </a:cubicBezTo>
                <a:cubicBezTo>
                  <a:pt x="59092" y="43136"/>
                  <a:pt x="58917" y="43211"/>
                  <a:pt x="58693" y="43335"/>
                </a:cubicBezTo>
                <a:cubicBezTo>
                  <a:pt x="58669" y="43335"/>
                  <a:pt x="58669" y="43360"/>
                  <a:pt x="58619" y="43360"/>
                </a:cubicBezTo>
                <a:cubicBezTo>
                  <a:pt x="58594" y="43360"/>
                  <a:pt x="58594" y="43410"/>
                  <a:pt x="58569" y="43410"/>
                </a:cubicBezTo>
                <a:lnTo>
                  <a:pt x="58544" y="43435"/>
                </a:lnTo>
                <a:cubicBezTo>
                  <a:pt x="58494" y="43435"/>
                  <a:pt x="58494" y="43460"/>
                  <a:pt x="58469" y="43460"/>
                </a:cubicBezTo>
                <a:cubicBezTo>
                  <a:pt x="58469" y="43460"/>
                  <a:pt x="58445" y="43460"/>
                  <a:pt x="58445" y="43485"/>
                </a:cubicBezTo>
                <a:cubicBezTo>
                  <a:pt x="58420" y="43535"/>
                  <a:pt x="58370" y="43535"/>
                  <a:pt x="58345" y="43559"/>
                </a:cubicBezTo>
                <a:cubicBezTo>
                  <a:pt x="58121" y="43684"/>
                  <a:pt x="57947" y="43808"/>
                  <a:pt x="57723" y="43933"/>
                </a:cubicBezTo>
                <a:cubicBezTo>
                  <a:pt x="57698" y="43958"/>
                  <a:pt x="57673" y="43958"/>
                  <a:pt x="57623" y="43983"/>
                </a:cubicBezTo>
                <a:cubicBezTo>
                  <a:pt x="57598" y="44032"/>
                  <a:pt x="57573" y="44032"/>
                  <a:pt x="57548" y="44057"/>
                </a:cubicBezTo>
                <a:cubicBezTo>
                  <a:pt x="57499" y="44057"/>
                  <a:pt x="57499" y="44082"/>
                  <a:pt x="57474" y="44082"/>
                </a:cubicBezTo>
                <a:cubicBezTo>
                  <a:pt x="57449" y="44107"/>
                  <a:pt x="57424" y="44107"/>
                  <a:pt x="57374" y="44157"/>
                </a:cubicBezTo>
                <a:cubicBezTo>
                  <a:pt x="57175" y="44281"/>
                  <a:pt x="56951" y="44431"/>
                  <a:pt x="56752" y="44555"/>
                </a:cubicBezTo>
                <a:cubicBezTo>
                  <a:pt x="56702" y="44580"/>
                  <a:pt x="56627" y="44655"/>
                  <a:pt x="56553" y="44704"/>
                </a:cubicBezTo>
                <a:cubicBezTo>
                  <a:pt x="56503" y="44729"/>
                  <a:pt x="56478" y="44779"/>
                  <a:pt x="56453" y="44779"/>
                </a:cubicBezTo>
                <a:cubicBezTo>
                  <a:pt x="56304" y="44904"/>
                  <a:pt x="56105" y="44978"/>
                  <a:pt x="55955" y="45103"/>
                </a:cubicBezTo>
                <a:lnTo>
                  <a:pt x="55931" y="45078"/>
                </a:lnTo>
                <a:lnTo>
                  <a:pt x="55881" y="45053"/>
                </a:lnTo>
                <a:cubicBezTo>
                  <a:pt x="56080" y="44929"/>
                  <a:pt x="56229" y="44804"/>
                  <a:pt x="56428" y="44680"/>
                </a:cubicBezTo>
                <a:lnTo>
                  <a:pt x="56702" y="44480"/>
                </a:lnTo>
                <a:cubicBezTo>
                  <a:pt x="56752" y="44456"/>
                  <a:pt x="56827" y="44406"/>
                  <a:pt x="56876" y="44356"/>
                </a:cubicBezTo>
                <a:cubicBezTo>
                  <a:pt x="57051" y="44281"/>
                  <a:pt x="57175" y="44182"/>
                  <a:pt x="57324" y="44082"/>
                </a:cubicBezTo>
                <a:cubicBezTo>
                  <a:pt x="57449" y="44032"/>
                  <a:pt x="57548" y="43933"/>
                  <a:pt x="57673" y="43858"/>
                </a:cubicBezTo>
                <a:cubicBezTo>
                  <a:pt x="57847" y="43734"/>
                  <a:pt x="58046" y="43609"/>
                  <a:pt x="58220" y="43535"/>
                </a:cubicBezTo>
                <a:cubicBezTo>
                  <a:pt x="58345" y="43435"/>
                  <a:pt x="58469" y="43360"/>
                  <a:pt x="58619" y="43286"/>
                </a:cubicBezTo>
                <a:cubicBezTo>
                  <a:pt x="58818" y="43186"/>
                  <a:pt x="58967" y="43087"/>
                  <a:pt x="59166" y="42987"/>
                </a:cubicBezTo>
                <a:cubicBezTo>
                  <a:pt x="59316" y="42912"/>
                  <a:pt x="59465" y="42813"/>
                  <a:pt x="59589" y="42738"/>
                </a:cubicBezTo>
                <a:cubicBezTo>
                  <a:pt x="59739" y="42663"/>
                  <a:pt x="59913" y="42589"/>
                  <a:pt x="60062" y="42489"/>
                </a:cubicBezTo>
                <a:cubicBezTo>
                  <a:pt x="60087" y="42464"/>
                  <a:pt x="60162" y="42464"/>
                  <a:pt x="60187" y="42439"/>
                </a:cubicBezTo>
                <a:lnTo>
                  <a:pt x="60560" y="42240"/>
                </a:lnTo>
                <a:lnTo>
                  <a:pt x="60934" y="42066"/>
                </a:lnTo>
                <a:cubicBezTo>
                  <a:pt x="60983" y="42041"/>
                  <a:pt x="61008" y="42041"/>
                  <a:pt x="61083" y="41991"/>
                </a:cubicBezTo>
                <a:cubicBezTo>
                  <a:pt x="61232" y="41942"/>
                  <a:pt x="61357" y="41842"/>
                  <a:pt x="61506" y="41792"/>
                </a:cubicBezTo>
                <a:cubicBezTo>
                  <a:pt x="61631" y="41718"/>
                  <a:pt x="61730" y="41693"/>
                  <a:pt x="61855" y="41618"/>
                </a:cubicBezTo>
                <a:cubicBezTo>
                  <a:pt x="62079" y="41543"/>
                  <a:pt x="62253" y="41444"/>
                  <a:pt x="62477" y="41344"/>
                </a:cubicBezTo>
                <a:cubicBezTo>
                  <a:pt x="62576" y="41319"/>
                  <a:pt x="62676" y="41294"/>
                  <a:pt x="62751" y="41220"/>
                </a:cubicBezTo>
                <a:lnTo>
                  <a:pt x="63224" y="41046"/>
                </a:lnTo>
                <a:close/>
                <a:moveTo>
                  <a:pt x="73130" y="45028"/>
                </a:moveTo>
                <a:cubicBezTo>
                  <a:pt x="73130" y="45053"/>
                  <a:pt x="73080" y="45078"/>
                  <a:pt x="73080" y="45128"/>
                </a:cubicBezTo>
                <a:lnTo>
                  <a:pt x="73080" y="45053"/>
                </a:lnTo>
                <a:lnTo>
                  <a:pt x="73130" y="45028"/>
                </a:lnTo>
                <a:close/>
                <a:moveTo>
                  <a:pt x="22228" y="36466"/>
                </a:moveTo>
                <a:cubicBezTo>
                  <a:pt x="23970" y="37113"/>
                  <a:pt x="26111" y="38208"/>
                  <a:pt x="28426" y="39602"/>
                </a:cubicBezTo>
                <a:cubicBezTo>
                  <a:pt x="28003" y="40050"/>
                  <a:pt x="27629" y="40473"/>
                  <a:pt x="27231" y="40946"/>
                </a:cubicBezTo>
                <a:cubicBezTo>
                  <a:pt x="27131" y="41070"/>
                  <a:pt x="27057" y="41170"/>
                  <a:pt x="26907" y="41294"/>
                </a:cubicBezTo>
                <a:cubicBezTo>
                  <a:pt x="26260" y="42041"/>
                  <a:pt x="25613" y="42813"/>
                  <a:pt x="24966" y="43584"/>
                </a:cubicBezTo>
                <a:cubicBezTo>
                  <a:pt x="24891" y="43659"/>
                  <a:pt x="24866" y="43709"/>
                  <a:pt x="24792" y="43784"/>
                </a:cubicBezTo>
                <a:lnTo>
                  <a:pt x="23672" y="45177"/>
                </a:lnTo>
                <a:cubicBezTo>
                  <a:pt x="21879" y="43286"/>
                  <a:pt x="20436" y="41568"/>
                  <a:pt x="19490" y="40100"/>
                </a:cubicBezTo>
                <a:cubicBezTo>
                  <a:pt x="19789" y="39677"/>
                  <a:pt x="20062" y="39278"/>
                  <a:pt x="20386" y="38830"/>
                </a:cubicBezTo>
                <a:lnTo>
                  <a:pt x="20411" y="38805"/>
                </a:lnTo>
                <a:cubicBezTo>
                  <a:pt x="20784" y="38283"/>
                  <a:pt x="21183" y="37760"/>
                  <a:pt x="21606" y="37237"/>
                </a:cubicBezTo>
                <a:cubicBezTo>
                  <a:pt x="21631" y="37212"/>
                  <a:pt x="21655" y="37187"/>
                  <a:pt x="21655" y="37138"/>
                </a:cubicBezTo>
                <a:cubicBezTo>
                  <a:pt x="21855" y="36889"/>
                  <a:pt x="22029" y="36690"/>
                  <a:pt x="22228" y="36466"/>
                </a:cubicBezTo>
                <a:close/>
                <a:moveTo>
                  <a:pt x="72657" y="44904"/>
                </a:moveTo>
                <a:lnTo>
                  <a:pt x="72657" y="44953"/>
                </a:lnTo>
                <a:cubicBezTo>
                  <a:pt x="72408" y="45028"/>
                  <a:pt x="72184" y="45128"/>
                  <a:pt x="71935" y="45177"/>
                </a:cubicBezTo>
                <a:cubicBezTo>
                  <a:pt x="71985" y="45153"/>
                  <a:pt x="71985" y="45128"/>
                  <a:pt x="72010" y="45128"/>
                </a:cubicBezTo>
                <a:cubicBezTo>
                  <a:pt x="72234" y="45053"/>
                  <a:pt x="72433" y="45003"/>
                  <a:pt x="72657" y="44904"/>
                </a:cubicBezTo>
                <a:close/>
                <a:moveTo>
                  <a:pt x="55756" y="45202"/>
                </a:moveTo>
                <a:lnTo>
                  <a:pt x="55781" y="45227"/>
                </a:lnTo>
                <a:cubicBezTo>
                  <a:pt x="55781" y="45227"/>
                  <a:pt x="55756" y="45227"/>
                  <a:pt x="55756" y="45277"/>
                </a:cubicBezTo>
                <a:lnTo>
                  <a:pt x="55731" y="45302"/>
                </a:lnTo>
                <a:cubicBezTo>
                  <a:pt x="55731" y="45277"/>
                  <a:pt x="55731" y="45277"/>
                  <a:pt x="55706" y="45227"/>
                </a:cubicBezTo>
                <a:cubicBezTo>
                  <a:pt x="55731" y="45202"/>
                  <a:pt x="55731" y="45202"/>
                  <a:pt x="55756" y="45202"/>
                </a:cubicBezTo>
                <a:close/>
                <a:moveTo>
                  <a:pt x="28575" y="39701"/>
                </a:moveTo>
                <a:cubicBezTo>
                  <a:pt x="28600" y="39701"/>
                  <a:pt x="28600" y="39726"/>
                  <a:pt x="28625" y="39726"/>
                </a:cubicBezTo>
                <a:cubicBezTo>
                  <a:pt x="26957" y="41568"/>
                  <a:pt x="25364" y="43435"/>
                  <a:pt x="23846" y="45327"/>
                </a:cubicBezTo>
                <a:lnTo>
                  <a:pt x="23821" y="45302"/>
                </a:lnTo>
                <a:cubicBezTo>
                  <a:pt x="24145" y="44879"/>
                  <a:pt x="24493" y="44456"/>
                  <a:pt x="24841" y="44032"/>
                </a:cubicBezTo>
                <a:cubicBezTo>
                  <a:pt x="24991" y="43833"/>
                  <a:pt x="25115" y="43684"/>
                  <a:pt x="25265" y="43510"/>
                </a:cubicBezTo>
                <a:cubicBezTo>
                  <a:pt x="25837" y="42813"/>
                  <a:pt x="26385" y="42166"/>
                  <a:pt x="26982" y="41518"/>
                </a:cubicBezTo>
                <a:cubicBezTo>
                  <a:pt x="27206" y="41270"/>
                  <a:pt x="27455" y="40971"/>
                  <a:pt x="27679" y="40722"/>
                </a:cubicBezTo>
                <a:cubicBezTo>
                  <a:pt x="27978" y="40398"/>
                  <a:pt x="28252" y="40050"/>
                  <a:pt x="28575" y="39701"/>
                </a:cubicBezTo>
                <a:close/>
                <a:moveTo>
                  <a:pt x="19341" y="40274"/>
                </a:moveTo>
                <a:cubicBezTo>
                  <a:pt x="20286" y="41693"/>
                  <a:pt x="21730" y="43410"/>
                  <a:pt x="23522" y="45302"/>
                </a:cubicBezTo>
                <a:cubicBezTo>
                  <a:pt x="23572" y="45327"/>
                  <a:pt x="23522" y="45327"/>
                  <a:pt x="23522" y="45377"/>
                </a:cubicBezTo>
                <a:cubicBezTo>
                  <a:pt x="21705" y="43460"/>
                  <a:pt x="20286" y="41767"/>
                  <a:pt x="19291" y="40324"/>
                </a:cubicBezTo>
                <a:cubicBezTo>
                  <a:pt x="19291" y="40299"/>
                  <a:pt x="19341" y="40299"/>
                  <a:pt x="19341" y="40274"/>
                </a:cubicBezTo>
                <a:close/>
                <a:moveTo>
                  <a:pt x="117436" y="31687"/>
                </a:moveTo>
                <a:lnTo>
                  <a:pt x="117436" y="31687"/>
                </a:lnTo>
                <a:cubicBezTo>
                  <a:pt x="118034" y="35868"/>
                  <a:pt x="117660" y="40548"/>
                  <a:pt x="116466" y="45451"/>
                </a:cubicBezTo>
                <a:cubicBezTo>
                  <a:pt x="116590" y="42838"/>
                  <a:pt x="116366" y="40349"/>
                  <a:pt x="115794" y="38059"/>
                </a:cubicBezTo>
                <a:cubicBezTo>
                  <a:pt x="115819" y="37984"/>
                  <a:pt x="115819" y="37959"/>
                  <a:pt x="115843" y="37909"/>
                </a:cubicBezTo>
                <a:cubicBezTo>
                  <a:pt x="115843" y="37859"/>
                  <a:pt x="115868" y="37835"/>
                  <a:pt x="115868" y="37810"/>
                </a:cubicBezTo>
                <a:cubicBezTo>
                  <a:pt x="115968" y="37586"/>
                  <a:pt x="116092" y="37337"/>
                  <a:pt x="116192" y="37113"/>
                </a:cubicBezTo>
                <a:cubicBezTo>
                  <a:pt x="116217" y="37063"/>
                  <a:pt x="116242" y="36963"/>
                  <a:pt x="116291" y="36914"/>
                </a:cubicBezTo>
                <a:cubicBezTo>
                  <a:pt x="116366" y="36690"/>
                  <a:pt x="116441" y="36466"/>
                  <a:pt x="116540" y="36242"/>
                </a:cubicBezTo>
                <a:lnTo>
                  <a:pt x="116615" y="35968"/>
                </a:lnTo>
                <a:cubicBezTo>
                  <a:pt x="116690" y="35744"/>
                  <a:pt x="116739" y="35569"/>
                  <a:pt x="116814" y="35345"/>
                </a:cubicBezTo>
                <a:cubicBezTo>
                  <a:pt x="116839" y="35246"/>
                  <a:pt x="116864" y="35121"/>
                  <a:pt x="116914" y="35047"/>
                </a:cubicBezTo>
                <a:cubicBezTo>
                  <a:pt x="116964" y="34848"/>
                  <a:pt x="116988" y="34624"/>
                  <a:pt x="117063" y="34449"/>
                </a:cubicBezTo>
                <a:cubicBezTo>
                  <a:pt x="117088" y="34325"/>
                  <a:pt x="117113" y="34200"/>
                  <a:pt x="117113" y="34076"/>
                </a:cubicBezTo>
                <a:lnTo>
                  <a:pt x="117212" y="33504"/>
                </a:lnTo>
                <a:cubicBezTo>
                  <a:pt x="117212" y="33454"/>
                  <a:pt x="117237" y="33379"/>
                  <a:pt x="117237" y="33329"/>
                </a:cubicBezTo>
                <a:cubicBezTo>
                  <a:pt x="117287" y="33255"/>
                  <a:pt x="117287" y="33230"/>
                  <a:pt x="117287" y="33205"/>
                </a:cubicBezTo>
                <a:cubicBezTo>
                  <a:pt x="117287" y="33130"/>
                  <a:pt x="117312" y="33080"/>
                  <a:pt x="117312" y="33006"/>
                </a:cubicBezTo>
                <a:cubicBezTo>
                  <a:pt x="117337" y="32856"/>
                  <a:pt x="117362" y="32682"/>
                  <a:pt x="117362" y="32508"/>
                </a:cubicBezTo>
                <a:lnTo>
                  <a:pt x="117362" y="32359"/>
                </a:lnTo>
                <a:lnTo>
                  <a:pt x="117362" y="32309"/>
                </a:lnTo>
                <a:cubicBezTo>
                  <a:pt x="117362" y="32184"/>
                  <a:pt x="117412" y="32010"/>
                  <a:pt x="117412" y="31886"/>
                </a:cubicBezTo>
                <a:cubicBezTo>
                  <a:pt x="117412" y="31836"/>
                  <a:pt x="117412" y="31761"/>
                  <a:pt x="117436" y="31687"/>
                </a:cubicBezTo>
                <a:close/>
                <a:moveTo>
                  <a:pt x="72906" y="45078"/>
                </a:moveTo>
                <a:cubicBezTo>
                  <a:pt x="72931" y="45227"/>
                  <a:pt x="72931" y="45377"/>
                  <a:pt x="72981" y="45526"/>
                </a:cubicBezTo>
                <a:cubicBezTo>
                  <a:pt x="72981" y="45551"/>
                  <a:pt x="72931" y="45625"/>
                  <a:pt x="72931" y="45650"/>
                </a:cubicBezTo>
                <a:cubicBezTo>
                  <a:pt x="72906" y="45451"/>
                  <a:pt x="72881" y="45302"/>
                  <a:pt x="72881" y="45128"/>
                </a:cubicBezTo>
                <a:cubicBezTo>
                  <a:pt x="72881" y="45078"/>
                  <a:pt x="72906" y="45078"/>
                  <a:pt x="72906" y="45078"/>
                </a:cubicBezTo>
                <a:close/>
                <a:moveTo>
                  <a:pt x="73379" y="45003"/>
                </a:moveTo>
                <a:lnTo>
                  <a:pt x="73180" y="45650"/>
                </a:lnTo>
                <a:cubicBezTo>
                  <a:pt x="73180" y="45625"/>
                  <a:pt x="73155" y="45551"/>
                  <a:pt x="73155" y="45526"/>
                </a:cubicBezTo>
                <a:cubicBezTo>
                  <a:pt x="73205" y="45327"/>
                  <a:pt x="73280" y="45177"/>
                  <a:pt x="73304" y="45003"/>
                </a:cubicBezTo>
                <a:close/>
                <a:moveTo>
                  <a:pt x="99938" y="37660"/>
                </a:moveTo>
                <a:cubicBezTo>
                  <a:pt x="100411" y="37835"/>
                  <a:pt x="100884" y="38059"/>
                  <a:pt x="101357" y="38283"/>
                </a:cubicBezTo>
                <a:cubicBezTo>
                  <a:pt x="100610" y="40249"/>
                  <a:pt x="99739" y="42315"/>
                  <a:pt x="98768" y="44331"/>
                </a:cubicBezTo>
                <a:cubicBezTo>
                  <a:pt x="98693" y="44381"/>
                  <a:pt x="98619" y="44431"/>
                  <a:pt x="98544" y="44456"/>
                </a:cubicBezTo>
                <a:cubicBezTo>
                  <a:pt x="98445" y="44505"/>
                  <a:pt x="98395" y="44530"/>
                  <a:pt x="98295" y="44580"/>
                </a:cubicBezTo>
                <a:cubicBezTo>
                  <a:pt x="98046" y="44704"/>
                  <a:pt x="97797" y="44829"/>
                  <a:pt x="97524" y="44929"/>
                </a:cubicBezTo>
                <a:cubicBezTo>
                  <a:pt x="97449" y="44953"/>
                  <a:pt x="97399" y="45003"/>
                  <a:pt x="97300" y="45028"/>
                </a:cubicBezTo>
                <a:cubicBezTo>
                  <a:pt x="97026" y="45153"/>
                  <a:pt x="96752" y="45252"/>
                  <a:pt x="96503" y="45327"/>
                </a:cubicBezTo>
                <a:cubicBezTo>
                  <a:pt x="96428" y="45377"/>
                  <a:pt x="96379" y="45377"/>
                  <a:pt x="96329" y="45401"/>
                </a:cubicBezTo>
                <a:cubicBezTo>
                  <a:pt x="96080" y="45501"/>
                  <a:pt x="95831" y="45551"/>
                  <a:pt x="95632" y="45650"/>
                </a:cubicBezTo>
                <a:cubicBezTo>
                  <a:pt x="94711" y="44754"/>
                  <a:pt x="93591" y="44008"/>
                  <a:pt x="92321" y="43460"/>
                </a:cubicBezTo>
                <a:cubicBezTo>
                  <a:pt x="95134" y="42190"/>
                  <a:pt x="97772" y="40199"/>
                  <a:pt x="99938" y="37660"/>
                </a:cubicBezTo>
                <a:close/>
                <a:moveTo>
                  <a:pt x="14638" y="40456"/>
                </a:moveTo>
                <a:cubicBezTo>
                  <a:pt x="14595" y="40521"/>
                  <a:pt x="14553" y="40584"/>
                  <a:pt x="14512" y="40647"/>
                </a:cubicBezTo>
                <a:cubicBezTo>
                  <a:pt x="14039" y="41319"/>
                  <a:pt x="13541" y="42066"/>
                  <a:pt x="13043" y="42838"/>
                </a:cubicBezTo>
                <a:cubicBezTo>
                  <a:pt x="12944" y="42962"/>
                  <a:pt x="12869" y="43136"/>
                  <a:pt x="12769" y="43261"/>
                </a:cubicBezTo>
                <a:cubicBezTo>
                  <a:pt x="12228" y="44059"/>
                  <a:pt x="11702" y="44882"/>
                  <a:pt x="11207" y="45673"/>
                </a:cubicBezTo>
                <a:lnTo>
                  <a:pt x="11207" y="45673"/>
                </a:lnTo>
                <a:cubicBezTo>
                  <a:pt x="11728" y="44828"/>
                  <a:pt x="12253" y="43947"/>
                  <a:pt x="12819" y="43087"/>
                </a:cubicBezTo>
                <a:cubicBezTo>
                  <a:pt x="12869" y="43037"/>
                  <a:pt x="12919" y="42962"/>
                  <a:pt x="12944" y="42912"/>
                </a:cubicBezTo>
                <a:cubicBezTo>
                  <a:pt x="13441" y="42166"/>
                  <a:pt x="13939" y="41444"/>
                  <a:pt x="14437" y="40722"/>
                </a:cubicBezTo>
                <a:cubicBezTo>
                  <a:pt x="14505" y="40635"/>
                  <a:pt x="14571" y="40546"/>
                  <a:pt x="14638" y="40456"/>
                </a:cubicBezTo>
                <a:close/>
                <a:moveTo>
                  <a:pt x="42838" y="27903"/>
                </a:moveTo>
                <a:cubicBezTo>
                  <a:pt x="44281" y="30517"/>
                  <a:pt x="45999" y="33304"/>
                  <a:pt x="47891" y="35968"/>
                </a:cubicBezTo>
                <a:cubicBezTo>
                  <a:pt x="44306" y="39054"/>
                  <a:pt x="40921" y="42290"/>
                  <a:pt x="37785" y="45675"/>
                </a:cubicBezTo>
                <a:cubicBezTo>
                  <a:pt x="35171" y="43634"/>
                  <a:pt x="32483" y="41693"/>
                  <a:pt x="29994" y="40100"/>
                </a:cubicBezTo>
                <a:cubicBezTo>
                  <a:pt x="33578" y="35669"/>
                  <a:pt x="37934" y="31462"/>
                  <a:pt x="42838" y="27903"/>
                </a:cubicBezTo>
                <a:close/>
                <a:moveTo>
                  <a:pt x="92072" y="43559"/>
                </a:moveTo>
                <a:cubicBezTo>
                  <a:pt x="93342" y="44057"/>
                  <a:pt x="94462" y="44804"/>
                  <a:pt x="95408" y="45700"/>
                </a:cubicBezTo>
                <a:lnTo>
                  <a:pt x="95308" y="45700"/>
                </a:lnTo>
                <a:cubicBezTo>
                  <a:pt x="94387" y="44804"/>
                  <a:pt x="93292" y="44082"/>
                  <a:pt x="91973" y="43584"/>
                </a:cubicBezTo>
                <a:cubicBezTo>
                  <a:pt x="92023" y="43584"/>
                  <a:pt x="92048" y="43559"/>
                  <a:pt x="92072" y="43559"/>
                </a:cubicBezTo>
                <a:close/>
                <a:moveTo>
                  <a:pt x="106730" y="41502"/>
                </a:moveTo>
                <a:cubicBezTo>
                  <a:pt x="108006" y="42414"/>
                  <a:pt x="109135" y="43398"/>
                  <a:pt x="110168" y="44431"/>
                </a:cubicBezTo>
                <a:cubicBezTo>
                  <a:pt x="110143" y="44456"/>
                  <a:pt x="110118" y="44530"/>
                  <a:pt x="110094" y="44605"/>
                </a:cubicBezTo>
                <a:cubicBezTo>
                  <a:pt x="109994" y="44704"/>
                  <a:pt x="109870" y="44804"/>
                  <a:pt x="109770" y="44904"/>
                </a:cubicBezTo>
                <a:cubicBezTo>
                  <a:pt x="109695" y="45003"/>
                  <a:pt x="109596" y="45053"/>
                  <a:pt x="109471" y="45153"/>
                </a:cubicBezTo>
                <a:cubicBezTo>
                  <a:pt x="109322" y="45277"/>
                  <a:pt x="109123" y="45401"/>
                  <a:pt x="108973" y="45526"/>
                </a:cubicBezTo>
                <a:cubicBezTo>
                  <a:pt x="108874" y="45576"/>
                  <a:pt x="108774" y="45650"/>
                  <a:pt x="108700" y="45725"/>
                </a:cubicBezTo>
                <a:cubicBezTo>
                  <a:pt x="108700" y="45675"/>
                  <a:pt x="108650" y="45650"/>
                  <a:pt x="108650" y="45576"/>
                </a:cubicBezTo>
                <a:cubicBezTo>
                  <a:pt x="108600" y="45377"/>
                  <a:pt x="108525" y="45153"/>
                  <a:pt x="108476" y="44953"/>
                </a:cubicBezTo>
                <a:lnTo>
                  <a:pt x="108376" y="44680"/>
                </a:lnTo>
                <a:cubicBezTo>
                  <a:pt x="108351" y="44605"/>
                  <a:pt x="108301" y="44530"/>
                  <a:pt x="108277" y="44456"/>
                </a:cubicBezTo>
                <a:cubicBezTo>
                  <a:pt x="108252" y="44356"/>
                  <a:pt x="108177" y="44256"/>
                  <a:pt x="108152" y="44157"/>
                </a:cubicBezTo>
                <a:cubicBezTo>
                  <a:pt x="108127" y="44082"/>
                  <a:pt x="108127" y="44057"/>
                  <a:pt x="108102" y="43983"/>
                </a:cubicBezTo>
                <a:cubicBezTo>
                  <a:pt x="108102" y="43958"/>
                  <a:pt x="108052" y="43933"/>
                  <a:pt x="108052" y="43933"/>
                </a:cubicBezTo>
                <a:cubicBezTo>
                  <a:pt x="108003" y="43808"/>
                  <a:pt x="107978" y="43684"/>
                  <a:pt x="107903" y="43584"/>
                </a:cubicBezTo>
                <a:cubicBezTo>
                  <a:pt x="107903" y="43559"/>
                  <a:pt x="107878" y="43535"/>
                  <a:pt x="107878" y="43510"/>
                </a:cubicBezTo>
                <a:lnTo>
                  <a:pt x="107779" y="43311"/>
                </a:lnTo>
                <a:cubicBezTo>
                  <a:pt x="107679" y="43136"/>
                  <a:pt x="107604" y="42912"/>
                  <a:pt x="107480" y="42713"/>
                </a:cubicBezTo>
                <a:cubicBezTo>
                  <a:pt x="107430" y="42663"/>
                  <a:pt x="107380" y="42589"/>
                  <a:pt x="107356" y="42514"/>
                </a:cubicBezTo>
                <a:cubicBezTo>
                  <a:pt x="107281" y="42415"/>
                  <a:pt x="107231" y="42290"/>
                  <a:pt x="107156" y="42190"/>
                </a:cubicBezTo>
                <a:cubicBezTo>
                  <a:pt x="107107" y="42066"/>
                  <a:pt x="107032" y="41966"/>
                  <a:pt x="106932" y="41842"/>
                </a:cubicBezTo>
                <a:cubicBezTo>
                  <a:pt x="106883" y="41718"/>
                  <a:pt x="106783" y="41643"/>
                  <a:pt x="106733" y="41518"/>
                </a:cubicBezTo>
                <a:cubicBezTo>
                  <a:pt x="106733" y="41518"/>
                  <a:pt x="106733" y="41511"/>
                  <a:pt x="106730" y="41502"/>
                </a:cubicBezTo>
                <a:close/>
                <a:moveTo>
                  <a:pt x="55507" y="45426"/>
                </a:moveTo>
                <a:lnTo>
                  <a:pt x="55557" y="45451"/>
                </a:lnTo>
                <a:lnTo>
                  <a:pt x="55582" y="45476"/>
                </a:lnTo>
                <a:cubicBezTo>
                  <a:pt x="55569" y="45473"/>
                  <a:pt x="55556" y="45471"/>
                  <a:pt x="55543" y="45471"/>
                </a:cubicBezTo>
                <a:cubicBezTo>
                  <a:pt x="55456" y="45471"/>
                  <a:pt x="55367" y="45539"/>
                  <a:pt x="55258" y="45625"/>
                </a:cubicBezTo>
                <a:cubicBezTo>
                  <a:pt x="55201" y="45663"/>
                  <a:pt x="55130" y="45716"/>
                  <a:pt x="55055" y="45772"/>
                </a:cubicBezTo>
                <a:lnTo>
                  <a:pt x="55055" y="45772"/>
                </a:lnTo>
                <a:cubicBezTo>
                  <a:pt x="55183" y="45673"/>
                  <a:pt x="55315" y="45575"/>
                  <a:pt x="55458" y="45476"/>
                </a:cubicBezTo>
                <a:cubicBezTo>
                  <a:pt x="55482" y="45476"/>
                  <a:pt x="55482" y="45451"/>
                  <a:pt x="55507" y="45426"/>
                </a:cubicBezTo>
                <a:close/>
                <a:moveTo>
                  <a:pt x="29870" y="40199"/>
                </a:moveTo>
                <a:cubicBezTo>
                  <a:pt x="32408" y="41842"/>
                  <a:pt x="35047" y="43759"/>
                  <a:pt x="37660" y="45800"/>
                </a:cubicBezTo>
                <a:lnTo>
                  <a:pt x="37636" y="45825"/>
                </a:lnTo>
                <a:cubicBezTo>
                  <a:pt x="35022" y="43784"/>
                  <a:pt x="32359" y="41892"/>
                  <a:pt x="29845" y="40249"/>
                </a:cubicBezTo>
                <a:cubicBezTo>
                  <a:pt x="29845" y="40224"/>
                  <a:pt x="29870" y="40224"/>
                  <a:pt x="29870" y="40199"/>
                </a:cubicBezTo>
                <a:close/>
                <a:moveTo>
                  <a:pt x="48015" y="36167"/>
                </a:moveTo>
                <a:cubicBezTo>
                  <a:pt x="48015" y="36192"/>
                  <a:pt x="48040" y="36192"/>
                  <a:pt x="48040" y="36217"/>
                </a:cubicBezTo>
                <a:cubicBezTo>
                  <a:pt x="44481" y="39228"/>
                  <a:pt x="41120" y="42464"/>
                  <a:pt x="38009" y="45825"/>
                </a:cubicBezTo>
                <a:cubicBezTo>
                  <a:pt x="37959" y="45825"/>
                  <a:pt x="37959" y="45800"/>
                  <a:pt x="37934" y="45800"/>
                </a:cubicBezTo>
                <a:cubicBezTo>
                  <a:pt x="41071" y="42439"/>
                  <a:pt x="44431" y="39204"/>
                  <a:pt x="48015" y="36167"/>
                </a:cubicBezTo>
                <a:close/>
                <a:moveTo>
                  <a:pt x="98619" y="44630"/>
                </a:moveTo>
                <a:cubicBezTo>
                  <a:pt x="98619" y="44630"/>
                  <a:pt x="98619" y="44655"/>
                  <a:pt x="98569" y="44655"/>
                </a:cubicBezTo>
                <a:cubicBezTo>
                  <a:pt x="98569" y="44655"/>
                  <a:pt x="98569" y="44680"/>
                  <a:pt x="98544" y="44680"/>
                </a:cubicBezTo>
                <a:cubicBezTo>
                  <a:pt x="97673" y="45153"/>
                  <a:pt x="96752" y="45526"/>
                  <a:pt x="95781" y="45825"/>
                </a:cubicBezTo>
                <a:lnTo>
                  <a:pt x="95707" y="45775"/>
                </a:lnTo>
                <a:cubicBezTo>
                  <a:pt x="96677" y="45451"/>
                  <a:pt x="97623" y="45078"/>
                  <a:pt x="98544" y="44655"/>
                </a:cubicBezTo>
                <a:cubicBezTo>
                  <a:pt x="98569" y="44655"/>
                  <a:pt x="98569" y="44630"/>
                  <a:pt x="98619" y="44630"/>
                </a:cubicBezTo>
                <a:close/>
                <a:moveTo>
                  <a:pt x="106061" y="40846"/>
                </a:moveTo>
                <a:lnTo>
                  <a:pt x="106061" y="40846"/>
                </a:lnTo>
                <a:cubicBezTo>
                  <a:pt x="106111" y="40896"/>
                  <a:pt x="106136" y="40896"/>
                  <a:pt x="106161" y="40921"/>
                </a:cubicBezTo>
                <a:cubicBezTo>
                  <a:pt x="106186" y="40946"/>
                  <a:pt x="106235" y="40946"/>
                  <a:pt x="106260" y="40971"/>
                </a:cubicBezTo>
                <a:cubicBezTo>
                  <a:pt x="106310" y="41070"/>
                  <a:pt x="106385" y="41145"/>
                  <a:pt x="106435" y="41220"/>
                </a:cubicBezTo>
                <a:cubicBezTo>
                  <a:pt x="106484" y="41294"/>
                  <a:pt x="106509" y="41319"/>
                  <a:pt x="106534" y="41394"/>
                </a:cubicBezTo>
                <a:cubicBezTo>
                  <a:pt x="106584" y="41419"/>
                  <a:pt x="106584" y="41444"/>
                  <a:pt x="106609" y="41469"/>
                </a:cubicBezTo>
                <a:cubicBezTo>
                  <a:pt x="106659" y="41543"/>
                  <a:pt x="106708" y="41643"/>
                  <a:pt x="106758" y="41693"/>
                </a:cubicBezTo>
                <a:cubicBezTo>
                  <a:pt x="106858" y="41842"/>
                  <a:pt x="106982" y="42016"/>
                  <a:pt x="107057" y="42190"/>
                </a:cubicBezTo>
                <a:cubicBezTo>
                  <a:pt x="107107" y="42215"/>
                  <a:pt x="107132" y="42290"/>
                  <a:pt x="107156" y="42315"/>
                </a:cubicBezTo>
                <a:cubicBezTo>
                  <a:pt x="107231" y="42415"/>
                  <a:pt x="107256" y="42514"/>
                  <a:pt x="107331" y="42564"/>
                </a:cubicBezTo>
                <a:cubicBezTo>
                  <a:pt x="107430" y="42763"/>
                  <a:pt x="107530" y="42962"/>
                  <a:pt x="107629" y="43186"/>
                </a:cubicBezTo>
                <a:cubicBezTo>
                  <a:pt x="107679" y="43286"/>
                  <a:pt x="107729" y="43410"/>
                  <a:pt x="107779" y="43510"/>
                </a:cubicBezTo>
                <a:cubicBezTo>
                  <a:pt x="107828" y="43559"/>
                  <a:pt x="107853" y="43634"/>
                  <a:pt x="107878" y="43709"/>
                </a:cubicBezTo>
                <a:cubicBezTo>
                  <a:pt x="107978" y="43908"/>
                  <a:pt x="108028" y="44082"/>
                  <a:pt x="108127" y="44306"/>
                </a:cubicBezTo>
                <a:cubicBezTo>
                  <a:pt x="108152" y="44406"/>
                  <a:pt x="108202" y="44505"/>
                  <a:pt x="108252" y="44580"/>
                </a:cubicBezTo>
                <a:cubicBezTo>
                  <a:pt x="108277" y="44655"/>
                  <a:pt x="108277" y="44680"/>
                  <a:pt x="108301" y="44754"/>
                </a:cubicBezTo>
                <a:cubicBezTo>
                  <a:pt x="108301" y="44779"/>
                  <a:pt x="108351" y="44804"/>
                  <a:pt x="108351" y="44804"/>
                </a:cubicBezTo>
                <a:cubicBezTo>
                  <a:pt x="108401" y="45028"/>
                  <a:pt x="108501" y="45252"/>
                  <a:pt x="108575" y="45501"/>
                </a:cubicBezTo>
                <a:cubicBezTo>
                  <a:pt x="108476" y="45650"/>
                  <a:pt x="108525" y="45750"/>
                  <a:pt x="108525" y="45849"/>
                </a:cubicBezTo>
                <a:cubicBezTo>
                  <a:pt x="108401" y="45576"/>
                  <a:pt x="108351" y="45302"/>
                  <a:pt x="108252" y="45028"/>
                </a:cubicBezTo>
                <a:cubicBezTo>
                  <a:pt x="108227" y="44953"/>
                  <a:pt x="108227" y="44904"/>
                  <a:pt x="108202" y="44879"/>
                </a:cubicBezTo>
                <a:cubicBezTo>
                  <a:pt x="108152" y="44804"/>
                  <a:pt x="108127" y="44754"/>
                  <a:pt x="108102" y="44655"/>
                </a:cubicBezTo>
                <a:cubicBezTo>
                  <a:pt x="108077" y="44555"/>
                  <a:pt x="108028" y="44456"/>
                  <a:pt x="108003" y="44331"/>
                </a:cubicBezTo>
                <a:lnTo>
                  <a:pt x="108003" y="44306"/>
                </a:lnTo>
                <a:cubicBezTo>
                  <a:pt x="107953" y="44182"/>
                  <a:pt x="107903" y="44057"/>
                  <a:pt x="107853" y="43933"/>
                </a:cubicBezTo>
                <a:cubicBezTo>
                  <a:pt x="107828" y="43833"/>
                  <a:pt x="107779" y="43784"/>
                  <a:pt x="107754" y="43684"/>
                </a:cubicBezTo>
                <a:cubicBezTo>
                  <a:pt x="107754" y="43659"/>
                  <a:pt x="107729" y="43634"/>
                  <a:pt x="107729" y="43584"/>
                </a:cubicBezTo>
                <a:cubicBezTo>
                  <a:pt x="107604" y="43311"/>
                  <a:pt x="107480" y="43062"/>
                  <a:pt x="107331" y="42788"/>
                </a:cubicBezTo>
                <a:lnTo>
                  <a:pt x="107331" y="42763"/>
                </a:lnTo>
                <a:cubicBezTo>
                  <a:pt x="107331" y="42713"/>
                  <a:pt x="107281" y="42713"/>
                  <a:pt x="107281" y="42688"/>
                </a:cubicBezTo>
                <a:cubicBezTo>
                  <a:pt x="107256" y="42663"/>
                  <a:pt x="107256" y="42639"/>
                  <a:pt x="107231" y="42589"/>
                </a:cubicBezTo>
                <a:cubicBezTo>
                  <a:pt x="107181" y="42514"/>
                  <a:pt x="107132" y="42439"/>
                  <a:pt x="107057" y="42390"/>
                </a:cubicBezTo>
                <a:cubicBezTo>
                  <a:pt x="106982" y="42190"/>
                  <a:pt x="106858" y="42016"/>
                  <a:pt x="106733" y="41817"/>
                </a:cubicBezTo>
                <a:cubicBezTo>
                  <a:pt x="106683" y="41767"/>
                  <a:pt x="106634" y="41668"/>
                  <a:pt x="106609" y="41593"/>
                </a:cubicBezTo>
                <a:cubicBezTo>
                  <a:pt x="106559" y="41543"/>
                  <a:pt x="106509" y="41469"/>
                  <a:pt x="106484" y="41419"/>
                </a:cubicBezTo>
                <a:lnTo>
                  <a:pt x="106435" y="41394"/>
                </a:lnTo>
                <a:cubicBezTo>
                  <a:pt x="106435" y="41344"/>
                  <a:pt x="106410" y="41344"/>
                  <a:pt x="106410" y="41319"/>
                </a:cubicBezTo>
                <a:cubicBezTo>
                  <a:pt x="106310" y="41195"/>
                  <a:pt x="106235" y="41095"/>
                  <a:pt x="106161" y="40971"/>
                </a:cubicBezTo>
                <a:cubicBezTo>
                  <a:pt x="106136" y="40946"/>
                  <a:pt x="106111" y="40921"/>
                  <a:pt x="106061" y="40846"/>
                </a:cubicBezTo>
                <a:close/>
                <a:moveTo>
                  <a:pt x="95532" y="45825"/>
                </a:moveTo>
                <a:cubicBezTo>
                  <a:pt x="95532" y="45825"/>
                  <a:pt x="95557" y="45825"/>
                  <a:pt x="95557" y="45849"/>
                </a:cubicBezTo>
                <a:lnTo>
                  <a:pt x="95582" y="45899"/>
                </a:lnTo>
                <a:cubicBezTo>
                  <a:pt x="95557" y="45899"/>
                  <a:pt x="95557" y="45899"/>
                  <a:pt x="95532" y="45924"/>
                </a:cubicBezTo>
                <a:cubicBezTo>
                  <a:pt x="95532" y="45899"/>
                  <a:pt x="95507" y="45899"/>
                  <a:pt x="95458" y="45849"/>
                </a:cubicBezTo>
                <a:cubicBezTo>
                  <a:pt x="95507" y="45849"/>
                  <a:pt x="95532" y="45849"/>
                  <a:pt x="95532" y="45825"/>
                </a:cubicBezTo>
                <a:close/>
                <a:moveTo>
                  <a:pt x="37785" y="45924"/>
                </a:moveTo>
                <a:cubicBezTo>
                  <a:pt x="37810" y="45924"/>
                  <a:pt x="37810" y="45949"/>
                  <a:pt x="37835" y="45949"/>
                </a:cubicBezTo>
                <a:lnTo>
                  <a:pt x="37810" y="45999"/>
                </a:lnTo>
                <a:cubicBezTo>
                  <a:pt x="37810" y="45999"/>
                  <a:pt x="37785" y="45999"/>
                  <a:pt x="37760" y="45949"/>
                </a:cubicBezTo>
                <a:lnTo>
                  <a:pt x="37785" y="45924"/>
                </a:lnTo>
                <a:close/>
                <a:moveTo>
                  <a:pt x="109944" y="45003"/>
                </a:moveTo>
                <a:cubicBezTo>
                  <a:pt x="109944" y="45028"/>
                  <a:pt x="109894" y="45053"/>
                  <a:pt x="109894" y="45128"/>
                </a:cubicBezTo>
                <a:cubicBezTo>
                  <a:pt x="109845" y="45153"/>
                  <a:pt x="109820" y="45202"/>
                  <a:pt x="109745" y="45252"/>
                </a:cubicBezTo>
                <a:cubicBezTo>
                  <a:pt x="109471" y="45501"/>
                  <a:pt x="109123" y="45750"/>
                  <a:pt x="108774" y="45999"/>
                </a:cubicBezTo>
                <a:lnTo>
                  <a:pt x="108749" y="45924"/>
                </a:lnTo>
                <a:cubicBezTo>
                  <a:pt x="108849" y="45874"/>
                  <a:pt x="108949" y="45775"/>
                  <a:pt x="109023" y="45700"/>
                </a:cubicBezTo>
                <a:cubicBezTo>
                  <a:pt x="109197" y="45576"/>
                  <a:pt x="109347" y="45451"/>
                  <a:pt x="109496" y="45377"/>
                </a:cubicBezTo>
                <a:lnTo>
                  <a:pt x="109596" y="45277"/>
                </a:lnTo>
                <a:cubicBezTo>
                  <a:pt x="109720" y="45177"/>
                  <a:pt x="109820" y="45078"/>
                  <a:pt x="109944" y="45003"/>
                </a:cubicBezTo>
                <a:close/>
                <a:moveTo>
                  <a:pt x="73603" y="45053"/>
                </a:moveTo>
                <a:cubicBezTo>
                  <a:pt x="74051" y="45128"/>
                  <a:pt x="74549" y="45177"/>
                  <a:pt x="75047" y="45202"/>
                </a:cubicBezTo>
                <a:cubicBezTo>
                  <a:pt x="74474" y="45451"/>
                  <a:pt x="73877" y="45725"/>
                  <a:pt x="73280" y="46024"/>
                </a:cubicBezTo>
                <a:lnTo>
                  <a:pt x="73280" y="45999"/>
                </a:lnTo>
                <a:cubicBezTo>
                  <a:pt x="73404" y="45675"/>
                  <a:pt x="73504" y="45377"/>
                  <a:pt x="73603" y="45053"/>
                </a:cubicBezTo>
                <a:close/>
                <a:moveTo>
                  <a:pt x="80573" y="44431"/>
                </a:moveTo>
                <a:cubicBezTo>
                  <a:pt x="81021" y="44580"/>
                  <a:pt x="81568" y="44704"/>
                  <a:pt x="82116" y="44804"/>
                </a:cubicBezTo>
                <a:cubicBezTo>
                  <a:pt x="82141" y="44804"/>
                  <a:pt x="82191" y="44829"/>
                  <a:pt x="82216" y="44829"/>
                </a:cubicBezTo>
                <a:cubicBezTo>
                  <a:pt x="83062" y="45153"/>
                  <a:pt x="83759" y="45551"/>
                  <a:pt x="84431" y="46073"/>
                </a:cubicBezTo>
                <a:cubicBezTo>
                  <a:pt x="84306" y="46049"/>
                  <a:pt x="84182" y="46024"/>
                  <a:pt x="84082" y="45999"/>
                </a:cubicBezTo>
                <a:cubicBezTo>
                  <a:pt x="83958" y="45949"/>
                  <a:pt x="83833" y="45924"/>
                  <a:pt x="83734" y="45899"/>
                </a:cubicBezTo>
                <a:cubicBezTo>
                  <a:pt x="82738" y="45576"/>
                  <a:pt x="81767" y="45202"/>
                  <a:pt x="80871" y="44754"/>
                </a:cubicBezTo>
                <a:cubicBezTo>
                  <a:pt x="80822" y="44704"/>
                  <a:pt x="80722" y="44680"/>
                  <a:pt x="80647" y="44605"/>
                </a:cubicBezTo>
                <a:cubicBezTo>
                  <a:pt x="80573" y="44555"/>
                  <a:pt x="80473" y="44480"/>
                  <a:pt x="80349" y="44431"/>
                </a:cubicBezTo>
                <a:close/>
                <a:moveTo>
                  <a:pt x="73031" y="45849"/>
                </a:moveTo>
                <a:cubicBezTo>
                  <a:pt x="73031" y="45899"/>
                  <a:pt x="73056" y="45949"/>
                  <a:pt x="73056" y="45999"/>
                </a:cubicBezTo>
                <a:cubicBezTo>
                  <a:pt x="73056" y="46024"/>
                  <a:pt x="73031" y="46073"/>
                  <a:pt x="73031" y="46123"/>
                </a:cubicBezTo>
                <a:cubicBezTo>
                  <a:pt x="73031" y="46073"/>
                  <a:pt x="73031" y="46024"/>
                  <a:pt x="73006" y="45999"/>
                </a:cubicBezTo>
                <a:cubicBezTo>
                  <a:pt x="73006" y="45949"/>
                  <a:pt x="73031" y="45899"/>
                  <a:pt x="73031" y="45849"/>
                </a:cubicBezTo>
                <a:close/>
                <a:moveTo>
                  <a:pt x="108625" y="46049"/>
                </a:moveTo>
                <a:lnTo>
                  <a:pt x="108625" y="46073"/>
                </a:lnTo>
                <a:lnTo>
                  <a:pt x="108625" y="46123"/>
                </a:lnTo>
                <a:cubicBezTo>
                  <a:pt x="108625" y="46123"/>
                  <a:pt x="108600" y="46123"/>
                  <a:pt x="108600" y="46148"/>
                </a:cubicBezTo>
                <a:lnTo>
                  <a:pt x="108600" y="46123"/>
                </a:lnTo>
                <a:lnTo>
                  <a:pt x="108575" y="46073"/>
                </a:lnTo>
                <a:lnTo>
                  <a:pt x="108625" y="46049"/>
                </a:lnTo>
                <a:close/>
                <a:moveTo>
                  <a:pt x="48164" y="36341"/>
                </a:moveTo>
                <a:lnTo>
                  <a:pt x="48463" y="36714"/>
                </a:lnTo>
                <a:cubicBezTo>
                  <a:pt x="44630" y="39452"/>
                  <a:pt x="41245" y="42738"/>
                  <a:pt x="38457" y="46198"/>
                </a:cubicBezTo>
                <a:cubicBezTo>
                  <a:pt x="38382" y="46098"/>
                  <a:pt x="38258" y="46049"/>
                  <a:pt x="38158" y="45949"/>
                </a:cubicBezTo>
                <a:cubicBezTo>
                  <a:pt x="41245" y="42589"/>
                  <a:pt x="44605" y="39403"/>
                  <a:pt x="48164" y="36341"/>
                </a:cubicBezTo>
                <a:close/>
                <a:moveTo>
                  <a:pt x="82888" y="44929"/>
                </a:moveTo>
                <a:cubicBezTo>
                  <a:pt x="82962" y="44929"/>
                  <a:pt x="83062" y="44953"/>
                  <a:pt x="83136" y="44953"/>
                </a:cubicBezTo>
                <a:cubicBezTo>
                  <a:pt x="83833" y="45302"/>
                  <a:pt x="84431" y="45700"/>
                  <a:pt x="84954" y="46198"/>
                </a:cubicBezTo>
                <a:cubicBezTo>
                  <a:pt x="84929" y="46198"/>
                  <a:pt x="84854" y="46173"/>
                  <a:pt x="84829" y="46173"/>
                </a:cubicBezTo>
                <a:cubicBezTo>
                  <a:pt x="84257" y="45675"/>
                  <a:pt x="83609" y="45277"/>
                  <a:pt x="82888" y="44929"/>
                </a:cubicBezTo>
                <a:close/>
                <a:moveTo>
                  <a:pt x="65787" y="40448"/>
                </a:moveTo>
                <a:cubicBezTo>
                  <a:pt x="67057" y="41792"/>
                  <a:pt x="68426" y="42838"/>
                  <a:pt x="69795" y="43634"/>
                </a:cubicBezTo>
                <a:cubicBezTo>
                  <a:pt x="69646" y="43709"/>
                  <a:pt x="69496" y="43808"/>
                  <a:pt x="69372" y="43908"/>
                </a:cubicBezTo>
                <a:cubicBezTo>
                  <a:pt x="69247" y="44008"/>
                  <a:pt x="69123" y="44057"/>
                  <a:pt x="68949" y="44157"/>
                </a:cubicBezTo>
                <a:cubicBezTo>
                  <a:pt x="68749" y="44281"/>
                  <a:pt x="68525" y="44431"/>
                  <a:pt x="68301" y="44555"/>
                </a:cubicBezTo>
                <a:lnTo>
                  <a:pt x="68276" y="44580"/>
                </a:lnTo>
                <a:cubicBezTo>
                  <a:pt x="68227" y="44630"/>
                  <a:pt x="68177" y="44655"/>
                  <a:pt x="68152" y="44680"/>
                </a:cubicBezTo>
                <a:cubicBezTo>
                  <a:pt x="68028" y="44779"/>
                  <a:pt x="67903" y="44829"/>
                  <a:pt x="67729" y="44929"/>
                </a:cubicBezTo>
                <a:cubicBezTo>
                  <a:pt x="67654" y="45003"/>
                  <a:pt x="67580" y="45028"/>
                  <a:pt x="67480" y="45078"/>
                </a:cubicBezTo>
                <a:cubicBezTo>
                  <a:pt x="67156" y="45302"/>
                  <a:pt x="66833" y="45551"/>
                  <a:pt x="66484" y="45775"/>
                </a:cubicBezTo>
                <a:cubicBezTo>
                  <a:pt x="66459" y="45775"/>
                  <a:pt x="66459" y="45800"/>
                  <a:pt x="66435" y="45800"/>
                </a:cubicBezTo>
                <a:lnTo>
                  <a:pt x="66410" y="45825"/>
                </a:lnTo>
                <a:cubicBezTo>
                  <a:pt x="66186" y="45999"/>
                  <a:pt x="65962" y="46123"/>
                  <a:pt x="65738" y="46273"/>
                </a:cubicBezTo>
                <a:cubicBezTo>
                  <a:pt x="65713" y="46123"/>
                  <a:pt x="65613" y="45924"/>
                  <a:pt x="65588" y="45775"/>
                </a:cubicBezTo>
                <a:cubicBezTo>
                  <a:pt x="65538" y="45551"/>
                  <a:pt x="65464" y="45327"/>
                  <a:pt x="65364" y="45128"/>
                </a:cubicBezTo>
                <a:cubicBezTo>
                  <a:pt x="65314" y="44929"/>
                  <a:pt x="65215" y="44704"/>
                  <a:pt x="65165" y="44505"/>
                </a:cubicBezTo>
                <a:cubicBezTo>
                  <a:pt x="65066" y="44207"/>
                  <a:pt x="64966" y="43958"/>
                  <a:pt x="64842" y="43659"/>
                </a:cubicBezTo>
                <a:cubicBezTo>
                  <a:pt x="64792" y="43535"/>
                  <a:pt x="64717" y="43385"/>
                  <a:pt x="64667" y="43261"/>
                </a:cubicBezTo>
                <a:lnTo>
                  <a:pt x="64194" y="42141"/>
                </a:lnTo>
                <a:cubicBezTo>
                  <a:pt x="64194" y="42091"/>
                  <a:pt x="64169" y="42066"/>
                  <a:pt x="64169" y="42041"/>
                </a:cubicBezTo>
                <a:cubicBezTo>
                  <a:pt x="63995" y="41718"/>
                  <a:pt x="63871" y="41419"/>
                  <a:pt x="63721" y="41070"/>
                </a:cubicBezTo>
                <a:cubicBezTo>
                  <a:pt x="63796" y="41046"/>
                  <a:pt x="63871" y="41021"/>
                  <a:pt x="63945" y="40971"/>
                </a:cubicBezTo>
                <a:cubicBezTo>
                  <a:pt x="64045" y="40946"/>
                  <a:pt x="64120" y="40921"/>
                  <a:pt x="64244" y="40896"/>
                </a:cubicBezTo>
                <a:cubicBezTo>
                  <a:pt x="64319" y="40846"/>
                  <a:pt x="64369" y="40846"/>
                  <a:pt x="64443" y="40821"/>
                </a:cubicBezTo>
                <a:cubicBezTo>
                  <a:pt x="64593" y="40772"/>
                  <a:pt x="64717" y="40722"/>
                  <a:pt x="64866" y="40697"/>
                </a:cubicBezTo>
                <a:cubicBezTo>
                  <a:pt x="64941" y="40672"/>
                  <a:pt x="64991" y="40672"/>
                  <a:pt x="65090" y="40647"/>
                </a:cubicBezTo>
                <a:cubicBezTo>
                  <a:pt x="65165" y="40597"/>
                  <a:pt x="65240" y="40573"/>
                  <a:pt x="65314" y="40573"/>
                </a:cubicBezTo>
                <a:lnTo>
                  <a:pt x="65339" y="40573"/>
                </a:lnTo>
                <a:cubicBezTo>
                  <a:pt x="65464" y="40548"/>
                  <a:pt x="65613" y="40523"/>
                  <a:pt x="65738" y="40448"/>
                </a:cubicBezTo>
                <a:close/>
                <a:moveTo>
                  <a:pt x="86074" y="45003"/>
                </a:moveTo>
                <a:cubicBezTo>
                  <a:pt x="85825" y="45451"/>
                  <a:pt x="85601" y="45849"/>
                  <a:pt x="85352" y="46298"/>
                </a:cubicBezTo>
                <a:cubicBezTo>
                  <a:pt x="85327" y="46298"/>
                  <a:pt x="85327" y="46298"/>
                  <a:pt x="85302" y="46273"/>
                </a:cubicBezTo>
                <a:cubicBezTo>
                  <a:pt x="84804" y="45775"/>
                  <a:pt x="84232" y="45377"/>
                  <a:pt x="83609" y="45003"/>
                </a:cubicBezTo>
                <a:lnTo>
                  <a:pt x="83609" y="45003"/>
                </a:lnTo>
                <a:cubicBezTo>
                  <a:pt x="84082" y="45028"/>
                  <a:pt x="84555" y="45053"/>
                  <a:pt x="85003" y="45053"/>
                </a:cubicBezTo>
                <a:cubicBezTo>
                  <a:pt x="85252" y="45053"/>
                  <a:pt x="85551" y="45053"/>
                  <a:pt x="85800" y="45028"/>
                </a:cubicBezTo>
                <a:cubicBezTo>
                  <a:pt x="85875" y="45028"/>
                  <a:pt x="85974" y="45003"/>
                  <a:pt x="86074" y="45003"/>
                </a:cubicBezTo>
                <a:close/>
                <a:moveTo>
                  <a:pt x="48513" y="36864"/>
                </a:moveTo>
                <a:cubicBezTo>
                  <a:pt x="48513" y="36889"/>
                  <a:pt x="48538" y="36889"/>
                  <a:pt x="48538" y="36938"/>
                </a:cubicBezTo>
                <a:cubicBezTo>
                  <a:pt x="44779" y="39627"/>
                  <a:pt x="41394" y="42912"/>
                  <a:pt x="38631" y="46322"/>
                </a:cubicBezTo>
                <a:cubicBezTo>
                  <a:pt x="38581" y="46322"/>
                  <a:pt x="38581" y="46298"/>
                  <a:pt x="38557" y="46298"/>
                </a:cubicBezTo>
                <a:cubicBezTo>
                  <a:pt x="41319" y="42838"/>
                  <a:pt x="44729" y="39577"/>
                  <a:pt x="48513" y="36864"/>
                </a:cubicBezTo>
                <a:close/>
                <a:moveTo>
                  <a:pt x="86347" y="45053"/>
                </a:moveTo>
                <a:cubicBezTo>
                  <a:pt x="86099" y="45451"/>
                  <a:pt x="85850" y="45899"/>
                  <a:pt x="85601" y="46372"/>
                </a:cubicBezTo>
                <a:lnTo>
                  <a:pt x="85551" y="46372"/>
                </a:lnTo>
                <a:lnTo>
                  <a:pt x="86273" y="45053"/>
                </a:lnTo>
                <a:close/>
                <a:moveTo>
                  <a:pt x="38009" y="46123"/>
                </a:moveTo>
                <a:cubicBezTo>
                  <a:pt x="38084" y="46198"/>
                  <a:pt x="38208" y="46298"/>
                  <a:pt x="38308" y="46372"/>
                </a:cubicBezTo>
                <a:lnTo>
                  <a:pt x="38283" y="46397"/>
                </a:lnTo>
                <a:cubicBezTo>
                  <a:pt x="38183" y="46298"/>
                  <a:pt x="38059" y="46198"/>
                  <a:pt x="37959" y="46148"/>
                </a:cubicBezTo>
                <a:lnTo>
                  <a:pt x="38009" y="46123"/>
                </a:lnTo>
                <a:close/>
                <a:moveTo>
                  <a:pt x="79901" y="44456"/>
                </a:moveTo>
                <a:cubicBezTo>
                  <a:pt x="80100" y="44580"/>
                  <a:pt x="80274" y="44680"/>
                  <a:pt x="80473" y="44779"/>
                </a:cubicBezTo>
                <a:lnTo>
                  <a:pt x="80647" y="44879"/>
                </a:lnTo>
                <a:cubicBezTo>
                  <a:pt x="81120" y="45128"/>
                  <a:pt x="81593" y="45327"/>
                  <a:pt x="82091" y="45526"/>
                </a:cubicBezTo>
                <a:cubicBezTo>
                  <a:pt x="82141" y="45551"/>
                  <a:pt x="82216" y="45551"/>
                  <a:pt x="82265" y="45576"/>
                </a:cubicBezTo>
                <a:cubicBezTo>
                  <a:pt x="82713" y="45725"/>
                  <a:pt x="83112" y="45899"/>
                  <a:pt x="83585" y="46024"/>
                </a:cubicBezTo>
                <a:cubicBezTo>
                  <a:pt x="83709" y="46049"/>
                  <a:pt x="83833" y="46073"/>
                  <a:pt x="83958" y="46148"/>
                </a:cubicBezTo>
                <a:lnTo>
                  <a:pt x="84705" y="46322"/>
                </a:lnTo>
                <a:lnTo>
                  <a:pt x="84730" y="46347"/>
                </a:lnTo>
                <a:lnTo>
                  <a:pt x="84754" y="46397"/>
                </a:lnTo>
                <a:lnTo>
                  <a:pt x="84804" y="46422"/>
                </a:lnTo>
                <a:cubicBezTo>
                  <a:pt x="83112" y="46049"/>
                  <a:pt x="81519" y="45426"/>
                  <a:pt x="80100" y="44605"/>
                </a:cubicBezTo>
                <a:cubicBezTo>
                  <a:pt x="80075" y="44580"/>
                  <a:pt x="80025" y="44580"/>
                  <a:pt x="80000" y="44555"/>
                </a:cubicBezTo>
                <a:cubicBezTo>
                  <a:pt x="79975" y="44530"/>
                  <a:pt x="79901" y="44505"/>
                  <a:pt x="79851" y="44456"/>
                </a:cubicBezTo>
                <a:close/>
                <a:moveTo>
                  <a:pt x="85078" y="46422"/>
                </a:moveTo>
                <a:cubicBezTo>
                  <a:pt x="85087" y="46422"/>
                  <a:pt x="85102" y="46425"/>
                  <a:pt x="85119" y="46429"/>
                </a:cubicBezTo>
                <a:lnTo>
                  <a:pt x="85119" y="46429"/>
                </a:lnTo>
                <a:cubicBezTo>
                  <a:pt x="85115" y="46432"/>
                  <a:pt x="85112" y="46433"/>
                  <a:pt x="85109" y="46433"/>
                </a:cubicBezTo>
                <a:cubicBezTo>
                  <a:pt x="85100" y="46433"/>
                  <a:pt x="85095" y="46422"/>
                  <a:pt x="85078" y="46422"/>
                </a:cubicBezTo>
                <a:close/>
                <a:moveTo>
                  <a:pt x="63522" y="41195"/>
                </a:moveTo>
                <a:cubicBezTo>
                  <a:pt x="63945" y="42016"/>
                  <a:pt x="64319" y="42813"/>
                  <a:pt x="64617" y="43584"/>
                </a:cubicBezTo>
                <a:cubicBezTo>
                  <a:pt x="64667" y="43659"/>
                  <a:pt x="64692" y="43759"/>
                  <a:pt x="64717" y="43808"/>
                </a:cubicBezTo>
                <a:cubicBezTo>
                  <a:pt x="64842" y="44132"/>
                  <a:pt x="64941" y="44406"/>
                  <a:pt x="65066" y="44704"/>
                </a:cubicBezTo>
                <a:cubicBezTo>
                  <a:pt x="65140" y="44904"/>
                  <a:pt x="65190" y="45078"/>
                  <a:pt x="65265" y="45227"/>
                </a:cubicBezTo>
                <a:cubicBezTo>
                  <a:pt x="65339" y="45451"/>
                  <a:pt x="65389" y="45675"/>
                  <a:pt x="65464" y="45924"/>
                </a:cubicBezTo>
                <a:cubicBezTo>
                  <a:pt x="65538" y="46073"/>
                  <a:pt x="65563" y="46273"/>
                  <a:pt x="65638" y="46422"/>
                </a:cubicBezTo>
                <a:lnTo>
                  <a:pt x="65563" y="46447"/>
                </a:lnTo>
                <a:cubicBezTo>
                  <a:pt x="65514" y="46273"/>
                  <a:pt x="65439" y="46049"/>
                  <a:pt x="65389" y="45849"/>
                </a:cubicBezTo>
                <a:cubicBezTo>
                  <a:pt x="65314" y="45675"/>
                  <a:pt x="65290" y="45526"/>
                  <a:pt x="65215" y="45327"/>
                </a:cubicBezTo>
                <a:cubicBezTo>
                  <a:pt x="65165" y="45103"/>
                  <a:pt x="65066" y="44904"/>
                  <a:pt x="64966" y="44655"/>
                </a:cubicBezTo>
                <a:lnTo>
                  <a:pt x="64692" y="43908"/>
                </a:lnTo>
                <a:cubicBezTo>
                  <a:pt x="64667" y="43784"/>
                  <a:pt x="64593" y="43684"/>
                  <a:pt x="64543" y="43559"/>
                </a:cubicBezTo>
                <a:cubicBezTo>
                  <a:pt x="64219" y="42813"/>
                  <a:pt x="63896" y="41991"/>
                  <a:pt x="63473" y="41195"/>
                </a:cubicBezTo>
                <a:close/>
                <a:moveTo>
                  <a:pt x="85165" y="46440"/>
                </a:moveTo>
                <a:cubicBezTo>
                  <a:pt x="85180" y="46444"/>
                  <a:pt x="85194" y="46447"/>
                  <a:pt x="85202" y="46447"/>
                </a:cubicBezTo>
                <a:lnTo>
                  <a:pt x="85227" y="46472"/>
                </a:lnTo>
                <a:cubicBezTo>
                  <a:pt x="85202" y="46472"/>
                  <a:pt x="85178" y="46472"/>
                  <a:pt x="85178" y="46447"/>
                </a:cubicBezTo>
                <a:lnTo>
                  <a:pt x="85165" y="46440"/>
                </a:lnTo>
                <a:close/>
                <a:moveTo>
                  <a:pt x="28774" y="39826"/>
                </a:moveTo>
                <a:lnTo>
                  <a:pt x="29347" y="40199"/>
                </a:lnTo>
                <a:cubicBezTo>
                  <a:pt x="27704" y="42290"/>
                  <a:pt x="26260" y="44406"/>
                  <a:pt x="24991" y="46522"/>
                </a:cubicBezTo>
                <a:cubicBezTo>
                  <a:pt x="24642" y="46173"/>
                  <a:pt x="24319" y="45825"/>
                  <a:pt x="23995" y="45501"/>
                </a:cubicBezTo>
                <a:cubicBezTo>
                  <a:pt x="25066" y="44182"/>
                  <a:pt x="26136" y="42887"/>
                  <a:pt x="27256" y="41568"/>
                </a:cubicBezTo>
                <a:lnTo>
                  <a:pt x="27355" y="41469"/>
                </a:lnTo>
                <a:cubicBezTo>
                  <a:pt x="27828" y="40921"/>
                  <a:pt x="28301" y="40398"/>
                  <a:pt x="28774" y="39826"/>
                </a:cubicBezTo>
                <a:close/>
                <a:moveTo>
                  <a:pt x="38457" y="46422"/>
                </a:moveTo>
                <a:cubicBezTo>
                  <a:pt x="38482" y="46422"/>
                  <a:pt x="38482" y="46447"/>
                  <a:pt x="38532" y="46447"/>
                </a:cubicBezTo>
                <a:cubicBezTo>
                  <a:pt x="38532" y="46472"/>
                  <a:pt x="38482" y="46472"/>
                  <a:pt x="38482" y="46522"/>
                </a:cubicBezTo>
                <a:cubicBezTo>
                  <a:pt x="38457" y="46522"/>
                  <a:pt x="38432" y="46522"/>
                  <a:pt x="38432" y="46472"/>
                </a:cubicBezTo>
                <a:cubicBezTo>
                  <a:pt x="38432" y="46447"/>
                  <a:pt x="38457" y="46447"/>
                  <a:pt x="38457" y="46422"/>
                </a:cubicBezTo>
                <a:close/>
                <a:moveTo>
                  <a:pt x="69994" y="43709"/>
                </a:moveTo>
                <a:cubicBezTo>
                  <a:pt x="69994" y="43709"/>
                  <a:pt x="70019" y="43709"/>
                  <a:pt x="70019" y="43759"/>
                </a:cubicBezTo>
                <a:cubicBezTo>
                  <a:pt x="70019" y="43759"/>
                  <a:pt x="70044" y="43759"/>
                  <a:pt x="70044" y="43784"/>
                </a:cubicBezTo>
                <a:cubicBezTo>
                  <a:pt x="69521" y="44132"/>
                  <a:pt x="68973" y="44456"/>
                  <a:pt x="68426" y="44804"/>
                </a:cubicBezTo>
                <a:cubicBezTo>
                  <a:pt x="68252" y="44929"/>
                  <a:pt x="68077" y="45028"/>
                  <a:pt x="67903" y="45153"/>
                </a:cubicBezTo>
                <a:cubicBezTo>
                  <a:pt x="67206" y="45625"/>
                  <a:pt x="66534" y="46073"/>
                  <a:pt x="65812" y="46546"/>
                </a:cubicBezTo>
                <a:lnTo>
                  <a:pt x="65812" y="46522"/>
                </a:lnTo>
                <a:lnTo>
                  <a:pt x="65812" y="46497"/>
                </a:lnTo>
                <a:cubicBezTo>
                  <a:pt x="66459" y="46024"/>
                  <a:pt x="67132" y="45576"/>
                  <a:pt x="67779" y="45128"/>
                </a:cubicBezTo>
                <a:cubicBezTo>
                  <a:pt x="67928" y="45003"/>
                  <a:pt x="68127" y="44904"/>
                  <a:pt x="68276" y="44804"/>
                </a:cubicBezTo>
                <a:cubicBezTo>
                  <a:pt x="68301" y="44804"/>
                  <a:pt x="68301" y="44779"/>
                  <a:pt x="68326" y="44779"/>
                </a:cubicBezTo>
                <a:cubicBezTo>
                  <a:pt x="68899" y="44431"/>
                  <a:pt x="69421" y="44057"/>
                  <a:pt x="69994" y="43709"/>
                </a:cubicBezTo>
                <a:close/>
                <a:moveTo>
                  <a:pt x="117835" y="37760"/>
                </a:moveTo>
                <a:lnTo>
                  <a:pt x="117835" y="38731"/>
                </a:lnTo>
                <a:cubicBezTo>
                  <a:pt x="117611" y="41294"/>
                  <a:pt x="117113" y="43933"/>
                  <a:pt x="116416" y="46646"/>
                </a:cubicBezTo>
                <a:cubicBezTo>
                  <a:pt x="116416" y="46546"/>
                  <a:pt x="116416" y="46447"/>
                  <a:pt x="116441" y="46322"/>
                </a:cubicBezTo>
                <a:cubicBezTo>
                  <a:pt x="117212" y="43360"/>
                  <a:pt x="117685" y="40523"/>
                  <a:pt x="117835" y="37760"/>
                </a:cubicBezTo>
                <a:close/>
                <a:moveTo>
                  <a:pt x="29496" y="40299"/>
                </a:moveTo>
                <a:cubicBezTo>
                  <a:pt x="29546" y="40299"/>
                  <a:pt x="29546" y="40324"/>
                  <a:pt x="29571" y="40324"/>
                </a:cubicBezTo>
                <a:cubicBezTo>
                  <a:pt x="27903" y="42415"/>
                  <a:pt x="26459" y="44530"/>
                  <a:pt x="25190" y="46671"/>
                </a:cubicBezTo>
                <a:cubicBezTo>
                  <a:pt x="25140" y="46671"/>
                  <a:pt x="25140" y="46646"/>
                  <a:pt x="25140" y="46646"/>
                </a:cubicBezTo>
                <a:cubicBezTo>
                  <a:pt x="26385" y="44505"/>
                  <a:pt x="27853" y="42390"/>
                  <a:pt x="29496" y="40299"/>
                </a:cubicBezTo>
                <a:close/>
                <a:moveTo>
                  <a:pt x="115669" y="38332"/>
                </a:moveTo>
                <a:cubicBezTo>
                  <a:pt x="116242" y="40797"/>
                  <a:pt x="116441" y="43510"/>
                  <a:pt x="116242" y="46372"/>
                </a:cubicBezTo>
                <a:cubicBezTo>
                  <a:pt x="116217" y="46447"/>
                  <a:pt x="116192" y="46571"/>
                  <a:pt x="116167" y="46671"/>
                </a:cubicBezTo>
                <a:cubicBezTo>
                  <a:pt x="116416" y="43709"/>
                  <a:pt x="116217" y="40946"/>
                  <a:pt x="115619" y="38432"/>
                </a:cubicBezTo>
                <a:cubicBezTo>
                  <a:pt x="115669" y="38407"/>
                  <a:pt x="115669" y="38357"/>
                  <a:pt x="115669" y="38332"/>
                </a:cubicBezTo>
                <a:close/>
                <a:moveTo>
                  <a:pt x="65663" y="46621"/>
                </a:moveTo>
                <a:lnTo>
                  <a:pt x="65663" y="46646"/>
                </a:lnTo>
                <a:lnTo>
                  <a:pt x="65663" y="46671"/>
                </a:lnTo>
                <a:lnTo>
                  <a:pt x="65613" y="46696"/>
                </a:lnTo>
                <a:lnTo>
                  <a:pt x="65613" y="46671"/>
                </a:lnTo>
                <a:lnTo>
                  <a:pt x="65613" y="46646"/>
                </a:lnTo>
                <a:lnTo>
                  <a:pt x="65663" y="46621"/>
                </a:lnTo>
                <a:close/>
                <a:moveTo>
                  <a:pt x="91774" y="43684"/>
                </a:moveTo>
                <a:cubicBezTo>
                  <a:pt x="93068" y="44182"/>
                  <a:pt x="94188" y="44879"/>
                  <a:pt x="95134" y="45775"/>
                </a:cubicBezTo>
                <a:cubicBezTo>
                  <a:pt x="94885" y="45825"/>
                  <a:pt x="94661" y="45924"/>
                  <a:pt x="94412" y="45974"/>
                </a:cubicBezTo>
                <a:cubicBezTo>
                  <a:pt x="94387" y="45974"/>
                  <a:pt x="94313" y="46024"/>
                  <a:pt x="94288" y="46024"/>
                </a:cubicBezTo>
                <a:cubicBezTo>
                  <a:pt x="93964" y="46098"/>
                  <a:pt x="93665" y="46173"/>
                  <a:pt x="93342" y="46223"/>
                </a:cubicBezTo>
                <a:cubicBezTo>
                  <a:pt x="93317" y="46223"/>
                  <a:pt x="93292" y="46223"/>
                  <a:pt x="93217" y="46273"/>
                </a:cubicBezTo>
                <a:lnTo>
                  <a:pt x="92296" y="46447"/>
                </a:lnTo>
                <a:cubicBezTo>
                  <a:pt x="92272" y="46447"/>
                  <a:pt x="92197" y="46447"/>
                  <a:pt x="92172" y="46472"/>
                </a:cubicBezTo>
                <a:cubicBezTo>
                  <a:pt x="91848" y="46546"/>
                  <a:pt x="91550" y="46571"/>
                  <a:pt x="91226" y="46596"/>
                </a:cubicBezTo>
                <a:lnTo>
                  <a:pt x="91151" y="46596"/>
                </a:lnTo>
                <a:cubicBezTo>
                  <a:pt x="90454" y="46671"/>
                  <a:pt x="89807" y="46696"/>
                  <a:pt x="89110" y="46696"/>
                </a:cubicBezTo>
                <a:lnTo>
                  <a:pt x="89085" y="46696"/>
                </a:lnTo>
                <a:cubicBezTo>
                  <a:pt x="88563" y="46696"/>
                  <a:pt x="88040" y="46671"/>
                  <a:pt x="87542" y="46646"/>
                </a:cubicBezTo>
                <a:cubicBezTo>
                  <a:pt x="87418" y="46646"/>
                  <a:pt x="87244" y="46596"/>
                  <a:pt x="87119" y="46596"/>
                </a:cubicBezTo>
                <a:cubicBezTo>
                  <a:pt x="86696" y="46571"/>
                  <a:pt x="86248" y="46522"/>
                  <a:pt x="85825" y="46422"/>
                </a:cubicBezTo>
                <a:cubicBezTo>
                  <a:pt x="86099" y="45949"/>
                  <a:pt x="86347" y="45526"/>
                  <a:pt x="86596" y="45053"/>
                </a:cubicBezTo>
                <a:cubicBezTo>
                  <a:pt x="88314" y="44829"/>
                  <a:pt x="90081" y="44406"/>
                  <a:pt x="91774" y="43684"/>
                </a:cubicBezTo>
                <a:close/>
                <a:moveTo>
                  <a:pt x="23871" y="45650"/>
                </a:moveTo>
                <a:lnTo>
                  <a:pt x="24891" y="46671"/>
                </a:lnTo>
                <a:cubicBezTo>
                  <a:pt x="24891" y="46671"/>
                  <a:pt x="24866" y="46696"/>
                  <a:pt x="24866" y="46746"/>
                </a:cubicBezTo>
                <a:lnTo>
                  <a:pt x="23846" y="45700"/>
                </a:lnTo>
                <a:cubicBezTo>
                  <a:pt x="23846" y="45675"/>
                  <a:pt x="23871" y="45675"/>
                  <a:pt x="23871" y="45650"/>
                </a:cubicBezTo>
                <a:close/>
                <a:moveTo>
                  <a:pt x="25016" y="46795"/>
                </a:moveTo>
                <a:lnTo>
                  <a:pt x="25041" y="46820"/>
                </a:lnTo>
                <a:cubicBezTo>
                  <a:pt x="25041" y="46870"/>
                  <a:pt x="25016" y="46870"/>
                  <a:pt x="25016" y="46895"/>
                </a:cubicBezTo>
                <a:cubicBezTo>
                  <a:pt x="25016" y="46895"/>
                  <a:pt x="25016" y="46870"/>
                  <a:pt x="24991" y="46870"/>
                </a:cubicBezTo>
                <a:cubicBezTo>
                  <a:pt x="24991" y="46820"/>
                  <a:pt x="25016" y="46820"/>
                  <a:pt x="25016" y="46795"/>
                </a:cubicBezTo>
                <a:close/>
                <a:moveTo>
                  <a:pt x="95283" y="45899"/>
                </a:moveTo>
                <a:lnTo>
                  <a:pt x="95308" y="45924"/>
                </a:lnTo>
                <a:lnTo>
                  <a:pt x="95333" y="45949"/>
                </a:lnTo>
                <a:cubicBezTo>
                  <a:pt x="93292" y="46571"/>
                  <a:pt x="91201" y="46895"/>
                  <a:pt x="89110" y="46895"/>
                </a:cubicBezTo>
                <a:cubicBezTo>
                  <a:pt x="88613" y="46895"/>
                  <a:pt x="88115" y="46845"/>
                  <a:pt x="87617" y="46820"/>
                </a:cubicBezTo>
                <a:cubicBezTo>
                  <a:pt x="87492" y="46820"/>
                  <a:pt x="87418" y="46795"/>
                  <a:pt x="87293" y="46795"/>
                </a:cubicBezTo>
                <a:cubicBezTo>
                  <a:pt x="86870" y="46770"/>
                  <a:pt x="86472" y="46696"/>
                  <a:pt x="86074" y="46646"/>
                </a:cubicBezTo>
                <a:cubicBezTo>
                  <a:pt x="85974" y="46646"/>
                  <a:pt x="85875" y="46621"/>
                  <a:pt x="85800" y="46621"/>
                </a:cubicBezTo>
                <a:lnTo>
                  <a:pt x="85675" y="46621"/>
                </a:lnTo>
                <a:cubicBezTo>
                  <a:pt x="85700" y="46571"/>
                  <a:pt x="85700" y="46571"/>
                  <a:pt x="85700" y="46546"/>
                </a:cubicBezTo>
                <a:cubicBezTo>
                  <a:pt x="86123" y="46646"/>
                  <a:pt x="86596" y="46696"/>
                  <a:pt x="87069" y="46746"/>
                </a:cubicBezTo>
                <a:cubicBezTo>
                  <a:pt x="87219" y="46746"/>
                  <a:pt x="87343" y="46770"/>
                  <a:pt x="87492" y="46770"/>
                </a:cubicBezTo>
                <a:cubicBezTo>
                  <a:pt x="88040" y="46795"/>
                  <a:pt x="88563" y="46820"/>
                  <a:pt x="89085" y="46820"/>
                </a:cubicBezTo>
                <a:lnTo>
                  <a:pt x="89110" y="46820"/>
                </a:lnTo>
                <a:cubicBezTo>
                  <a:pt x="91176" y="46820"/>
                  <a:pt x="93267" y="46522"/>
                  <a:pt x="95283" y="45899"/>
                </a:cubicBezTo>
                <a:close/>
                <a:moveTo>
                  <a:pt x="109820" y="45451"/>
                </a:moveTo>
                <a:lnTo>
                  <a:pt x="109820" y="45451"/>
                </a:lnTo>
                <a:cubicBezTo>
                  <a:pt x="109596" y="46049"/>
                  <a:pt x="109347" y="46671"/>
                  <a:pt x="109098" y="47268"/>
                </a:cubicBezTo>
                <a:cubicBezTo>
                  <a:pt x="108998" y="46895"/>
                  <a:pt x="108949" y="46546"/>
                  <a:pt x="108849" y="46173"/>
                </a:cubicBezTo>
                <a:cubicBezTo>
                  <a:pt x="108973" y="46073"/>
                  <a:pt x="109073" y="46024"/>
                  <a:pt x="109197" y="45924"/>
                </a:cubicBezTo>
                <a:cubicBezTo>
                  <a:pt x="109372" y="45800"/>
                  <a:pt x="109571" y="45650"/>
                  <a:pt x="109720" y="45526"/>
                </a:cubicBezTo>
                <a:cubicBezTo>
                  <a:pt x="109745" y="45476"/>
                  <a:pt x="109770" y="45476"/>
                  <a:pt x="109820" y="45451"/>
                </a:cubicBezTo>
                <a:close/>
                <a:moveTo>
                  <a:pt x="72657" y="45128"/>
                </a:moveTo>
                <a:cubicBezTo>
                  <a:pt x="72682" y="45401"/>
                  <a:pt x="72707" y="45675"/>
                  <a:pt x="72782" y="45949"/>
                </a:cubicBezTo>
                <a:cubicBezTo>
                  <a:pt x="72782" y="46073"/>
                  <a:pt x="72707" y="46173"/>
                  <a:pt x="72682" y="46273"/>
                </a:cubicBezTo>
                <a:cubicBezTo>
                  <a:pt x="72035" y="46571"/>
                  <a:pt x="71388" y="46945"/>
                  <a:pt x="70741" y="47293"/>
                </a:cubicBezTo>
                <a:cubicBezTo>
                  <a:pt x="71114" y="46671"/>
                  <a:pt x="71463" y="46024"/>
                  <a:pt x="71811" y="45401"/>
                </a:cubicBezTo>
                <a:lnTo>
                  <a:pt x="72657" y="45128"/>
                </a:lnTo>
                <a:close/>
                <a:moveTo>
                  <a:pt x="70218" y="43883"/>
                </a:moveTo>
                <a:cubicBezTo>
                  <a:pt x="70741" y="44132"/>
                  <a:pt x="71189" y="44331"/>
                  <a:pt x="71687" y="44530"/>
                </a:cubicBezTo>
                <a:cubicBezTo>
                  <a:pt x="71637" y="44680"/>
                  <a:pt x="71537" y="44829"/>
                  <a:pt x="71438" y="45028"/>
                </a:cubicBezTo>
                <a:lnTo>
                  <a:pt x="71438" y="45053"/>
                </a:lnTo>
                <a:cubicBezTo>
                  <a:pt x="71438" y="45078"/>
                  <a:pt x="71413" y="45078"/>
                  <a:pt x="71413" y="45103"/>
                </a:cubicBezTo>
                <a:cubicBezTo>
                  <a:pt x="69670" y="45700"/>
                  <a:pt x="67853" y="46522"/>
                  <a:pt x="66061" y="47542"/>
                </a:cubicBezTo>
                <a:cubicBezTo>
                  <a:pt x="66061" y="47517"/>
                  <a:pt x="66061" y="47492"/>
                  <a:pt x="66036" y="47442"/>
                </a:cubicBezTo>
                <a:cubicBezTo>
                  <a:pt x="65987" y="47343"/>
                  <a:pt x="65987" y="47268"/>
                  <a:pt x="65962" y="47169"/>
                </a:cubicBezTo>
                <a:cubicBezTo>
                  <a:pt x="65937" y="47044"/>
                  <a:pt x="65912" y="46945"/>
                  <a:pt x="65862" y="46820"/>
                </a:cubicBezTo>
                <a:cubicBezTo>
                  <a:pt x="65937" y="46795"/>
                  <a:pt x="65987" y="46721"/>
                  <a:pt x="66061" y="46696"/>
                </a:cubicBezTo>
                <a:cubicBezTo>
                  <a:pt x="66708" y="46223"/>
                  <a:pt x="67331" y="45800"/>
                  <a:pt x="67978" y="45401"/>
                </a:cubicBezTo>
                <a:lnTo>
                  <a:pt x="68550" y="45028"/>
                </a:lnTo>
                <a:cubicBezTo>
                  <a:pt x="68550" y="45028"/>
                  <a:pt x="68575" y="45028"/>
                  <a:pt x="68575" y="45003"/>
                </a:cubicBezTo>
                <a:cubicBezTo>
                  <a:pt x="69173" y="44555"/>
                  <a:pt x="69695" y="44207"/>
                  <a:pt x="70218" y="43883"/>
                </a:cubicBezTo>
                <a:close/>
                <a:moveTo>
                  <a:pt x="71360" y="45795"/>
                </a:moveTo>
                <a:lnTo>
                  <a:pt x="71360" y="45795"/>
                </a:lnTo>
                <a:cubicBezTo>
                  <a:pt x="71175" y="46103"/>
                  <a:pt x="71032" y="46409"/>
                  <a:pt x="70890" y="46646"/>
                </a:cubicBezTo>
                <a:cubicBezTo>
                  <a:pt x="70790" y="46795"/>
                  <a:pt x="70716" y="46920"/>
                  <a:pt x="70641" y="47069"/>
                </a:cubicBezTo>
                <a:cubicBezTo>
                  <a:pt x="70616" y="47069"/>
                  <a:pt x="70616" y="47094"/>
                  <a:pt x="70566" y="47144"/>
                </a:cubicBezTo>
                <a:cubicBezTo>
                  <a:pt x="70517" y="47268"/>
                  <a:pt x="70417" y="47393"/>
                  <a:pt x="70318" y="47542"/>
                </a:cubicBezTo>
                <a:lnTo>
                  <a:pt x="70293" y="47567"/>
                </a:lnTo>
                <a:cubicBezTo>
                  <a:pt x="70656" y="46961"/>
                  <a:pt x="71020" y="46355"/>
                  <a:pt x="71360" y="45795"/>
                </a:cubicBezTo>
                <a:close/>
                <a:moveTo>
                  <a:pt x="98445" y="45028"/>
                </a:moveTo>
                <a:cubicBezTo>
                  <a:pt x="98046" y="45849"/>
                  <a:pt x="97573" y="46746"/>
                  <a:pt x="97125" y="47642"/>
                </a:cubicBezTo>
                <a:cubicBezTo>
                  <a:pt x="96777" y="47044"/>
                  <a:pt x="96403" y="46497"/>
                  <a:pt x="95931" y="45999"/>
                </a:cubicBezTo>
                <a:cubicBezTo>
                  <a:pt x="96080" y="45924"/>
                  <a:pt x="96254" y="45899"/>
                  <a:pt x="96403" y="45825"/>
                </a:cubicBezTo>
                <a:cubicBezTo>
                  <a:pt x="96453" y="45800"/>
                  <a:pt x="96553" y="45775"/>
                  <a:pt x="96627" y="45775"/>
                </a:cubicBezTo>
                <a:cubicBezTo>
                  <a:pt x="96901" y="45675"/>
                  <a:pt x="97150" y="45551"/>
                  <a:pt x="97424" y="45451"/>
                </a:cubicBezTo>
                <a:cubicBezTo>
                  <a:pt x="97524" y="45426"/>
                  <a:pt x="97573" y="45401"/>
                  <a:pt x="97673" y="45377"/>
                </a:cubicBezTo>
                <a:cubicBezTo>
                  <a:pt x="97922" y="45277"/>
                  <a:pt x="98171" y="45153"/>
                  <a:pt x="98420" y="45028"/>
                </a:cubicBezTo>
                <a:close/>
                <a:moveTo>
                  <a:pt x="65713" y="46920"/>
                </a:moveTo>
                <a:cubicBezTo>
                  <a:pt x="65762" y="47019"/>
                  <a:pt x="65762" y="47069"/>
                  <a:pt x="65787" y="47169"/>
                </a:cubicBezTo>
                <a:cubicBezTo>
                  <a:pt x="65812" y="47194"/>
                  <a:pt x="65837" y="47318"/>
                  <a:pt x="65837" y="47418"/>
                </a:cubicBezTo>
                <a:cubicBezTo>
                  <a:pt x="65837" y="47467"/>
                  <a:pt x="65887" y="47542"/>
                  <a:pt x="65887" y="47642"/>
                </a:cubicBezTo>
                <a:cubicBezTo>
                  <a:pt x="65837" y="47642"/>
                  <a:pt x="65837" y="47667"/>
                  <a:pt x="65812" y="47667"/>
                </a:cubicBezTo>
                <a:cubicBezTo>
                  <a:pt x="65812" y="47592"/>
                  <a:pt x="65787" y="47542"/>
                  <a:pt x="65787" y="47467"/>
                </a:cubicBezTo>
                <a:lnTo>
                  <a:pt x="65688" y="47094"/>
                </a:lnTo>
                <a:cubicBezTo>
                  <a:pt x="65688" y="47044"/>
                  <a:pt x="65663" y="46970"/>
                  <a:pt x="65663" y="46945"/>
                </a:cubicBezTo>
                <a:cubicBezTo>
                  <a:pt x="65688" y="46945"/>
                  <a:pt x="65688" y="46920"/>
                  <a:pt x="65713" y="46920"/>
                </a:cubicBezTo>
                <a:close/>
                <a:moveTo>
                  <a:pt x="108650" y="46322"/>
                </a:moveTo>
                <a:cubicBezTo>
                  <a:pt x="108650" y="46397"/>
                  <a:pt x="108675" y="46422"/>
                  <a:pt x="108675" y="46472"/>
                </a:cubicBezTo>
                <a:cubicBezTo>
                  <a:pt x="108774" y="46795"/>
                  <a:pt x="108874" y="47169"/>
                  <a:pt x="108949" y="47542"/>
                </a:cubicBezTo>
                <a:lnTo>
                  <a:pt x="108949" y="47592"/>
                </a:lnTo>
                <a:cubicBezTo>
                  <a:pt x="108949" y="47642"/>
                  <a:pt x="108899" y="47642"/>
                  <a:pt x="108899" y="47667"/>
                </a:cubicBezTo>
                <a:cubicBezTo>
                  <a:pt x="108899" y="47691"/>
                  <a:pt x="108899" y="47691"/>
                  <a:pt x="108874" y="47716"/>
                </a:cubicBezTo>
                <a:lnTo>
                  <a:pt x="108874" y="47642"/>
                </a:lnTo>
                <a:cubicBezTo>
                  <a:pt x="108874" y="47592"/>
                  <a:pt x="108874" y="47567"/>
                  <a:pt x="108849" y="47517"/>
                </a:cubicBezTo>
                <a:cubicBezTo>
                  <a:pt x="108849" y="47442"/>
                  <a:pt x="108799" y="47393"/>
                  <a:pt x="108799" y="47343"/>
                </a:cubicBezTo>
                <a:lnTo>
                  <a:pt x="108625" y="46522"/>
                </a:lnTo>
                <a:cubicBezTo>
                  <a:pt x="108625" y="46472"/>
                  <a:pt x="108600" y="46422"/>
                  <a:pt x="108600" y="46397"/>
                </a:cubicBezTo>
                <a:lnTo>
                  <a:pt x="108625" y="46347"/>
                </a:lnTo>
                <a:lnTo>
                  <a:pt x="108650" y="46322"/>
                </a:lnTo>
                <a:close/>
                <a:moveTo>
                  <a:pt x="110200" y="45149"/>
                </a:moveTo>
                <a:cubicBezTo>
                  <a:pt x="109857" y="46029"/>
                  <a:pt x="109490" y="46885"/>
                  <a:pt x="109148" y="47741"/>
                </a:cubicBezTo>
                <a:lnTo>
                  <a:pt x="109148" y="47642"/>
                </a:lnTo>
                <a:cubicBezTo>
                  <a:pt x="109496" y="46820"/>
                  <a:pt x="109845" y="45974"/>
                  <a:pt x="110143" y="45177"/>
                </a:cubicBezTo>
                <a:cubicBezTo>
                  <a:pt x="110169" y="45165"/>
                  <a:pt x="110188" y="45159"/>
                  <a:pt x="110200" y="45149"/>
                </a:cubicBezTo>
                <a:close/>
                <a:moveTo>
                  <a:pt x="71288" y="45327"/>
                </a:moveTo>
                <a:cubicBezTo>
                  <a:pt x="71288" y="45377"/>
                  <a:pt x="71263" y="45401"/>
                  <a:pt x="71263" y="45426"/>
                </a:cubicBezTo>
                <a:cubicBezTo>
                  <a:pt x="69571" y="46024"/>
                  <a:pt x="67878" y="46795"/>
                  <a:pt x="66136" y="47766"/>
                </a:cubicBezTo>
                <a:cubicBezTo>
                  <a:pt x="66086" y="47766"/>
                  <a:pt x="66086" y="47741"/>
                  <a:pt x="66086" y="47691"/>
                </a:cubicBezTo>
                <a:cubicBezTo>
                  <a:pt x="67878" y="46746"/>
                  <a:pt x="69621" y="45924"/>
                  <a:pt x="71288" y="45327"/>
                </a:cubicBezTo>
                <a:close/>
                <a:moveTo>
                  <a:pt x="72184" y="46820"/>
                </a:moveTo>
                <a:lnTo>
                  <a:pt x="72184" y="46820"/>
                </a:lnTo>
                <a:cubicBezTo>
                  <a:pt x="71736" y="47069"/>
                  <a:pt x="71263" y="47318"/>
                  <a:pt x="70815" y="47567"/>
                </a:cubicBezTo>
                <a:cubicBezTo>
                  <a:pt x="70790" y="47567"/>
                  <a:pt x="70790" y="47617"/>
                  <a:pt x="70766" y="47617"/>
                </a:cubicBezTo>
                <a:cubicBezTo>
                  <a:pt x="70691" y="47642"/>
                  <a:pt x="70641" y="47667"/>
                  <a:pt x="70542" y="47741"/>
                </a:cubicBezTo>
                <a:cubicBezTo>
                  <a:pt x="70517" y="47741"/>
                  <a:pt x="70492" y="47766"/>
                  <a:pt x="70492" y="47766"/>
                </a:cubicBezTo>
                <a:lnTo>
                  <a:pt x="70517" y="47741"/>
                </a:lnTo>
                <a:cubicBezTo>
                  <a:pt x="70616" y="47642"/>
                  <a:pt x="70741" y="47567"/>
                  <a:pt x="70840" y="47517"/>
                </a:cubicBezTo>
                <a:cubicBezTo>
                  <a:pt x="71363" y="47268"/>
                  <a:pt x="71786" y="47019"/>
                  <a:pt x="72184" y="46820"/>
                </a:cubicBezTo>
                <a:close/>
                <a:moveTo>
                  <a:pt x="95756" y="46049"/>
                </a:moveTo>
                <a:cubicBezTo>
                  <a:pt x="96254" y="46571"/>
                  <a:pt x="96652" y="47169"/>
                  <a:pt x="97026" y="47816"/>
                </a:cubicBezTo>
                <a:cubicBezTo>
                  <a:pt x="97026" y="47866"/>
                  <a:pt x="97001" y="47866"/>
                  <a:pt x="97001" y="47891"/>
                </a:cubicBezTo>
                <a:cubicBezTo>
                  <a:pt x="96627" y="47243"/>
                  <a:pt x="96179" y="46621"/>
                  <a:pt x="95682" y="46049"/>
                </a:cubicBezTo>
                <a:close/>
                <a:moveTo>
                  <a:pt x="98818" y="44829"/>
                </a:moveTo>
                <a:cubicBezTo>
                  <a:pt x="98320" y="45874"/>
                  <a:pt x="97822" y="46870"/>
                  <a:pt x="97300" y="47891"/>
                </a:cubicBezTo>
                <a:lnTo>
                  <a:pt x="97250" y="47816"/>
                </a:lnTo>
                <a:cubicBezTo>
                  <a:pt x="97772" y="46820"/>
                  <a:pt x="98270" y="45849"/>
                  <a:pt x="98743" y="44879"/>
                </a:cubicBezTo>
                <a:cubicBezTo>
                  <a:pt x="98768" y="44879"/>
                  <a:pt x="98793" y="44829"/>
                  <a:pt x="98818" y="44829"/>
                </a:cubicBezTo>
                <a:close/>
                <a:moveTo>
                  <a:pt x="65912" y="47816"/>
                </a:moveTo>
                <a:lnTo>
                  <a:pt x="65912" y="47891"/>
                </a:lnTo>
                <a:cubicBezTo>
                  <a:pt x="65862" y="47891"/>
                  <a:pt x="65862" y="47915"/>
                  <a:pt x="65837" y="47915"/>
                </a:cubicBezTo>
                <a:lnTo>
                  <a:pt x="65837" y="47866"/>
                </a:lnTo>
                <a:cubicBezTo>
                  <a:pt x="65862" y="47816"/>
                  <a:pt x="65912" y="47816"/>
                  <a:pt x="65912" y="47816"/>
                </a:cubicBezTo>
                <a:close/>
                <a:moveTo>
                  <a:pt x="70069" y="47915"/>
                </a:moveTo>
                <a:cubicBezTo>
                  <a:pt x="70069" y="47928"/>
                  <a:pt x="70069" y="47934"/>
                  <a:pt x="70075" y="47934"/>
                </a:cubicBezTo>
                <a:cubicBezTo>
                  <a:pt x="70081" y="47934"/>
                  <a:pt x="70094" y="47928"/>
                  <a:pt x="70118" y="47915"/>
                </a:cubicBezTo>
                <a:lnTo>
                  <a:pt x="70118" y="47915"/>
                </a:lnTo>
                <a:cubicBezTo>
                  <a:pt x="70118" y="47940"/>
                  <a:pt x="70069" y="47940"/>
                  <a:pt x="70069" y="47940"/>
                </a:cubicBezTo>
                <a:lnTo>
                  <a:pt x="70044" y="47990"/>
                </a:lnTo>
                <a:cubicBezTo>
                  <a:pt x="70044" y="47990"/>
                  <a:pt x="70044" y="47940"/>
                  <a:pt x="70069" y="47940"/>
                </a:cubicBezTo>
                <a:lnTo>
                  <a:pt x="70069" y="47915"/>
                </a:lnTo>
                <a:close/>
                <a:moveTo>
                  <a:pt x="116167" y="47368"/>
                </a:moveTo>
                <a:cubicBezTo>
                  <a:pt x="116167" y="47492"/>
                  <a:pt x="116117" y="47642"/>
                  <a:pt x="116092" y="47766"/>
                </a:cubicBezTo>
                <a:cubicBezTo>
                  <a:pt x="116067" y="47891"/>
                  <a:pt x="116043" y="48015"/>
                  <a:pt x="115993" y="48115"/>
                </a:cubicBezTo>
                <a:cubicBezTo>
                  <a:pt x="115993" y="47990"/>
                  <a:pt x="116043" y="47891"/>
                  <a:pt x="116043" y="47766"/>
                </a:cubicBezTo>
                <a:cubicBezTo>
                  <a:pt x="116092" y="47642"/>
                  <a:pt x="116117" y="47517"/>
                  <a:pt x="116167" y="47368"/>
                </a:cubicBezTo>
                <a:close/>
                <a:moveTo>
                  <a:pt x="97125" y="48015"/>
                </a:moveTo>
                <a:cubicBezTo>
                  <a:pt x="97125" y="48040"/>
                  <a:pt x="97150" y="48040"/>
                  <a:pt x="97150" y="48065"/>
                </a:cubicBezTo>
                <a:cubicBezTo>
                  <a:pt x="97150" y="48115"/>
                  <a:pt x="97150" y="48115"/>
                  <a:pt x="97125" y="48139"/>
                </a:cubicBezTo>
                <a:cubicBezTo>
                  <a:pt x="97125" y="48115"/>
                  <a:pt x="97076" y="48065"/>
                  <a:pt x="97076" y="48065"/>
                </a:cubicBezTo>
                <a:cubicBezTo>
                  <a:pt x="97076" y="48040"/>
                  <a:pt x="97125" y="48040"/>
                  <a:pt x="97125" y="48015"/>
                </a:cubicBezTo>
                <a:close/>
                <a:moveTo>
                  <a:pt x="108973" y="47915"/>
                </a:moveTo>
                <a:cubicBezTo>
                  <a:pt x="108973" y="47940"/>
                  <a:pt x="108973" y="48015"/>
                  <a:pt x="108998" y="48040"/>
                </a:cubicBezTo>
                <a:cubicBezTo>
                  <a:pt x="108998" y="48065"/>
                  <a:pt x="108973" y="48065"/>
                  <a:pt x="108973" y="48115"/>
                </a:cubicBezTo>
                <a:cubicBezTo>
                  <a:pt x="108973" y="48139"/>
                  <a:pt x="108949" y="48139"/>
                  <a:pt x="108949" y="48164"/>
                </a:cubicBezTo>
                <a:lnTo>
                  <a:pt x="108949" y="48115"/>
                </a:lnTo>
                <a:lnTo>
                  <a:pt x="108949" y="48040"/>
                </a:lnTo>
                <a:lnTo>
                  <a:pt x="108949" y="47990"/>
                </a:lnTo>
                <a:cubicBezTo>
                  <a:pt x="108949" y="47940"/>
                  <a:pt x="108973" y="47940"/>
                  <a:pt x="108973" y="47915"/>
                </a:cubicBezTo>
                <a:close/>
                <a:moveTo>
                  <a:pt x="75570" y="45576"/>
                </a:moveTo>
                <a:lnTo>
                  <a:pt x="75570" y="45576"/>
                </a:lnTo>
                <a:cubicBezTo>
                  <a:pt x="75097" y="46447"/>
                  <a:pt x="74524" y="47318"/>
                  <a:pt x="73952" y="48189"/>
                </a:cubicBezTo>
                <a:cubicBezTo>
                  <a:pt x="73703" y="47642"/>
                  <a:pt x="73529" y="47069"/>
                  <a:pt x="73379" y="46522"/>
                </a:cubicBezTo>
                <a:cubicBezTo>
                  <a:pt x="73653" y="46397"/>
                  <a:pt x="73927" y="46273"/>
                  <a:pt x="74250" y="46098"/>
                </a:cubicBezTo>
                <a:cubicBezTo>
                  <a:pt x="74350" y="46073"/>
                  <a:pt x="74474" y="46024"/>
                  <a:pt x="74549" y="45974"/>
                </a:cubicBezTo>
                <a:cubicBezTo>
                  <a:pt x="74599" y="45949"/>
                  <a:pt x="74649" y="45949"/>
                  <a:pt x="74674" y="45924"/>
                </a:cubicBezTo>
                <a:cubicBezTo>
                  <a:pt x="74997" y="45800"/>
                  <a:pt x="75296" y="45675"/>
                  <a:pt x="75570" y="45576"/>
                </a:cubicBezTo>
                <a:close/>
                <a:moveTo>
                  <a:pt x="73205" y="46621"/>
                </a:moveTo>
                <a:cubicBezTo>
                  <a:pt x="73379" y="47194"/>
                  <a:pt x="73553" y="47791"/>
                  <a:pt x="73852" y="48388"/>
                </a:cubicBezTo>
                <a:cubicBezTo>
                  <a:pt x="73852" y="48413"/>
                  <a:pt x="73802" y="48413"/>
                  <a:pt x="73802" y="48438"/>
                </a:cubicBezTo>
                <a:cubicBezTo>
                  <a:pt x="73529" y="47866"/>
                  <a:pt x="73304" y="47243"/>
                  <a:pt x="73155" y="46646"/>
                </a:cubicBezTo>
                <a:cubicBezTo>
                  <a:pt x="73180" y="46646"/>
                  <a:pt x="73180" y="46621"/>
                  <a:pt x="73205" y="46621"/>
                </a:cubicBezTo>
                <a:close/>
                <a:moveTo>
                  <a:pt x="75941" y="45497"/>
                </a:moveTo>
                <a:cubicBezTo>
                  <a:pt x="75352" y="46477"/>
                  <a:pt x="74738" y="47458"/>
                  <a:pt x="74051" y="48438"/>
                </a:cubicBezTo>
                <a:lnTo>
                  <a:pt x="74051" y="48413"/>
                </a:lnTo>
                <a:cubicBezTo>
                  <a:pt x="74723" y="47442"/>
                  <a:pt x="75346" y="46447"/>
                  <a:pt x="75918" y="45501"/>
                </a:cubicBezTo>
                <a:cubicBezTo>
                  <a:pt x="75927" y="45501"/>
                  <a:pt x="75935" y="45499"/>
                  <a:pt x="75941" y="45497"/>
                </a:cubicBezTo>
                <a:close/>
                <a:moveTo>
                  <a:pt x="79502" y="44555"/>
                </a:moveTo>
                <a:cubicBezTo>
                  <a:pt x="79751" y="44704"/>
                  <a:pt x="79975" y="44829"/>
                  <a:pt x="80224" y="44953"/>
                </a:cubicBezTo>
                <a:cubicBezTo>
                  <a:pt x="81519" y="45675"/>
                  <a:pt x="82888" y="46198"/>
                  <a:pt x="84381" y="46571"/>
                </a:cubicBezTo>
                <a:cubicBezTo>
                  <a:pt x="84431" y="46571"/>
                  <a:pt x="84456" y="46621"/>
                  <a:pt x="84481" y="46621"/>
                </a:cubicBezTo>
                <a:cubicBezTo>
                  <a:pt x="84680" y="46646"/>
                  <a:pt x="84829" y="46696"/>
                  <a:pt x="85003" y="46746"/>
                </a:cubicBezTo>
                <a:lnTo>
                  <a:pt x="85053" y="46770"/>
                </a:lnTo>
                <a:cubicBezTo>
                  <a:pt x="84705" y="47368"/>
                  <a:pt x="84331" y="48015"/>
                  <a:pt x="83933" y="48662"/>
                </a:cubicBezTo>
                <a:lnTo>
                  <a:pt x="83560" y="48488"/>
                </a:lnTo>
                <a:lnTo>
                  <a:pt x="83186" y="48289"/>
                </a:lnTo>
                <a:cubicBezTo>
                  <a:pt x="83062" y="48239"/>
                  <a:pt x="82962" y="48164"/>
                  <a:pt x="82838" y="48115"/>
                </a:cubicBezTo>
                <a:cubicBezTo>
                  <a:pt x="82763" y="48065"/>
                  <a:pt x="82713" y="48040"/>
                  <a:pt x="82614" y="47990"/>
                </a:cubicBezTo>
                <a:cubicBezTo>
                  <a:pt x="82489" y="47915"/>
                  <a:pt x="82390" y="47866"/>
                  <a:pt x="82265" y="47791"/>
                </a:cubicBezTo>
                <a:cubicBezTo>
                  <a:pt x="82091" y="47691"/>
                  <a:pt x="81917" y="47567"/>
                  <a:pt x="81743" y="47492"/>
                </a:cubicBezTo>
                <a:cubicBezTo>
                  <a:pt x="81643" y="47418"/>
                  <a:pt x="81519" y="47368"/>
                  <a:pt x="81394" y="47293"/>
                </a:cubicBezTo>
                <a:cubicBezTo>
                  <a:pt x="81245" y="47194"/>
                  <a:pt x="81095" y="47069"/>
                  <a:pt x="80921" y="46994"/>
                </a:cubicBezTo>
                <a:cubicBezTo>
                  <a:pt x="80822" y="46895"/>
                  <a:pt x="80672" y="46820"/>
                  <a:pt x="80573" y="46746"/>
                </a:cubicBezTo>
                <a:cubicBezTo>
                  <a:pt x="80448" y="46646"/>
                  <a:pt x="80274" y="46522"/>
                  <a:pt x="80150" y="46422"/>
                </a:cubicBezTo>
                <a:lnTo>
                  <a:pt x="79776" y="46148"/>
                </a:lnTo>
                <a:cubicBezTo>
                  <a:pt x="79652" y="46049"/>
                  <a:pt x="79527" y="45949"/>
                  <a:pt x="79428" y="45825"/>
                </a:cubicBezTo>
                <a:cubicBezTo>
                  <a:pt x="79303" y="45700"/>
                  <a:pt x="79179" y="45625"/>
                  <a:pt x="79054" y="45501"/>
                </a:cubicBezTo>
                <a:cubicBezTo>
                  <a:pt x="79029" y="45451"/>
                  <a:pt x="79005" y="45426"/>
                  <a:pt x="78930" y="45401"/>
                </a:cubicBezTo>
                <a:cubicBezTo>
                  <a:pt x="78880" y="45327"/>
                  <a:pt x="78830" y="45277"/>
                  <a:pt x="78731" y="45202"/>
                </a:cubicBezTo>
                <a:cubicBezTo>
                  <a:pt x="78606" y="45078"/>
                  <a:pt x="78482" y="44953"/>
                  <a:pt x="78357" y="44879"/>
                </a:cubicBezTo>
                <a:cubicBezTo>
                  <a:pt x="78357" y="44829"/>
                  <a:pt x="78308" y="44804"/>
                  <a:pt x="78308" y="44779"/>
                </a:cubicBezTo>
                <a:cubicBezTo>
                  <a:pt x="78731" y="44680"/>
                  <a:pt x="79129" y="44580"/>
                  <a:pt x="79502" y="44555"/>
                </a:cubicBezTo>
                <a:close/>
                <a:moveTo>
                  <a:pt x="73949" y="48625"/>
                </a:moveTo>
                <a:cubicBezTo>
                  <a:pt x="73951" y="48628"/>
                  <a:pt x="73952" y="48632"/>
                  <a:pt x="73952" y="48637"/>
                </a:cubicBezTo>
                <a:cubicBezTo>
                  <a:pt x="73952" y="48662"/>
                  <a:pt x="73927" y="48662"/>
                  <a:pt x="73927" y="48687"/>
                </a:cubicBezTo>
                <a:lnTo>
                  <a:pt x="73927" y="48662"/>
                </a:lnTo>
                <a:cubicBezTo>
                  <a:pt x="73927" y="48642"/>
                  <a:pt x="73943" y="48638"/>
                  <a:pt x="73949" y="48625"/>
                </a:cubicBezTo>
                <a:close/>
                <a:moveTo>
                  <a:pt x="85227" y="46820"/>
                </a:moveTo>
                <a:cubicBezTo>
                  <a:pt x="85227" y="46870"/>
                  <a:pt x="85252" y="46870"/>
                  <a:pt x="85252" y="46895"/>
                </a:cubicBezTo>
                <a:lnTo>
                  <a:pt x="84132" y="48762"/>
                </a:lnTo>
                <a:cubicBezTo>
                  <a:pt x="84107" y="48762"/>
                  <a:pt x="84107" y="48762"/>
                  <a:pt x="84082" y="48737"/>
                </a:cubicBezTo>
                <a:cubicBezTo>
                  <a:pt x="84481" y="48115"/>
                  <a:pt x="84854" y="47492"/>
                  <a:pt x="85227" y="46820"/>
                </a:cubicBezTo>
                <a:close/>
                <a:moveTo>
                  <a:pt x="78482" y="45153"/>
                </a:moveTo>
                <a:lnTo>
                  <a:pt x="78482" y="45153"/>
                </a:lnTo>
                <a:cubicBezTo>
                  <a:pt x="78631" y="45302"/>
                  <a:pt x="78781" y="45451"/>
                  <a:pt x="78930" y="45576"/>
                </a:cubicBezTo>
                <a:cubicBezTo>
                  <a:pt x="78980" y="45625"/>
                  <a:pt x="79005" y="45650"/>
                  <a:pt x="79029" y="45650"/>
                </a:cubicBezTo>
                <a:cubicBezTo>
                  <a:pt x="79154" y="45775"/>
                  <a:pt x="79278" y="45874"/>
                  <a:pt x="79403" y="45999"/>
                </a:cubicBezTo>
                <a:cubicBezTo>
                  <a:pt x="79502" y="46049"/>
                  <a:pt x="79602" y="46148"/>
                  <a:pt x="79677" y="46198"/>
                </a:cubicBezTo>
                <a:cubicBezTo>
                  <a:pt x="79751" y="46273"/>
                  <a:pt x="79801" y="46298"/>
                  <a:pt x="79876" y="46322"/>
                </a:cubicBezTo>
                <a:cubicBezTo>
                  <a:pt x="79926" y="46372"/>
                  <a:pt x="79975" y="46422"/>
                  <a:pt x="80025" y="46447"/>
                </a:cubicBezTo>
                <a:cubicBezTo>
                  <a:pt x="80100" y="46522"/>
                  <a:pt x="80174" y="46571"/>
                  <a:pt x="80249" y="46621"/>
                </a:cubicBezTo>
                <a:cubicBezTo>
                  <a:pt x="80349" y="46671"/>
                  <a:pt x="80398" y="46746"/>
                  <a:pt x="80498" y="46795"/>
                </a:cubicBezTo>
                <a:lnTo>
                  <a:pt x="80772" y="46994"/>
                </a:lnTo>
                <a:cubicBezTo>
                  <a:pt x="80871" y="47044"/>
                  <a:pt x="80971" y="47119"/>
                  <a:pt x="81095" y="47194"/>
                </a:cubicBezTo>
                <a:cubicBezTo>
                  <a:pt x="81195" y="47268"/>
                  <a:pt x="81245" y="47318"/>
                  <a:pt x="81344" y="47393"/>
                </a:cubicBezTo>
                <a:lnTo>
                  <a:pt x="81618" y="47567"/>
                </a:lnTo>
                <a:cubicBezTo>
                  <a:pt x="81817" y="47691"/>
                  <a:pt x="81991" y="47816"/>
                  <a:pt x="82216" y="47915"/>
                </a:cubicBezTo>
                <a:cubicBezTo>
                  <a:pt x="82290" y="47940"/>
                  <a:pt x="82365" y="48015"/>
                  <a:pt x="82464" y="48040"/>
                </a:cubicBezTo>
                <a:cubicBezTo>
                  <a:pt x="82514" y="48065"/>
                  <a:pt x="82589" y="48115"/>
                  <a:pt x="82664" y="48164"/>
                </a:cubicBezTo>
                <a:lnTo>
                  <a:pt x="82863" y="48264"/>
                </a:lnTo>
                <a:cubicBezTo>
                  <a:pt x="82962" y="48314"/>
                  <a:pt x="83062" y="48363"/>
                  <a:pt x="83136" y="48413"/>
                </a:cubicBezTo>
                <a:lnTo>
                  <a:pt x="83336" y="48513"/>
                </a:lnTo>
                <a:cubicBezTo>
                  <a:pt x="83510" y="48612"/>
                  <a:pt x="83709" y="48687"/>
                  <a:pt x="83883" y="48762"/>
                </a:cubicBezTo>
                <a:lnTo>
                  <a:pt x="83858" y="48787"/>
                </a:lnTo>
                <a:cubicBezTo>
                  <a:pt x="83634" y="48787"/>
                  <a:pt x="83510" y="48762"/>
                  <a:pt x="83385" y="48687"/>
                </a:cubicBezTo>
                <a:cubicBezTo>
                  <a:pt x="83336" y="48662"/>
                  <a:pt x="83311" y="48662"/>
                  <a:pt x="83236" y="48637"/>
                </a:cubicBezTo>
                <a:cubicBezTo>
                  <a:pt x="82987" y="48513"/>
                  <a:pt x="82763" y="48388"/>
                  <a:pt x="82514" y="48264"/>
                </a:cubicBezTo>
                <a:cubicBezTo>
                  <a:pt x="82464" y="48239"/>
                  <a:pt x="82365" y="48189"/>
                  <a:pt x="82315" y="48139"/>
                </a:cubicBezTo>
                <a:cubicBezTo>
                  <a:pt x="82091" y="48015"/>
                  <a:pt x="81892" y="47891"/>
                  <a:pt x="81718" y="47791"/>
                </a:cubicBezTo>
                <a:lnTo>
                  <a:pt x="81444" y="47617"/>
                </a:lnTo>
                <a:cubicBezTo>
                  <a:pt x="81245" y="47492"/>
                  <a:pt x="81095" y="47393"/>
                  <a:pt x="80946" y="47268"/>
                </a:cubicBezTo>
                <a:cubicBezTo>
                  <a:pt x="80822" y="47169"/>
                  <a:pt x="80722" y="47119"/>
                  <a:pt x="80598" y="47019"/>
                </a:cubicBezTo>
                <a:cubicBezTo>
                  <a:pt x="80448" y="46920"/>
                  <a:pt x="80324" y="46795"/>
                  <a:pt x="80150" y="46696"/>
                </a:cubicBezTo>
                <a:cubicBezTo>
                  <a:pt x="80025" y="46621"/>
                  <a:pt x="79901" y="46522"/>
                  <a:pt x="79776" y="46397"/>
                </a:cubicBezTo>
                <a:cubicBezTo>
                  <a:pt x="79726" y="46372"/>
                  <a:pt x="79702" y="46298"/>
                  <a:pt x="79627" y="46273"/>
                </a:cubicBezTo>
                <a:cubicBezTo>
                  <a:pt x="79577" y="46198"/>
                  <a:pt x="79477" y="46148"/>
                  <a:pt x="79403" y="46073"/>
                </a:cubicBezTo>
                <a:cubicBezTo>
                  <a:pt x="79278" y="45949"/>
                  <a:pt x="79129" y="45825"/>
                  <a:pt x="79005" y="45750"/>
                </a:cubicBezTo>
                <a:cubicBezTo>
                  <a:pt x="78905" y="45650"/>
                  <a:pt x="78781" y="45551"/>
                  <a:pt x="78706" y="45451"/>
                </a:cubicBezTo>
                <a:lnTo>
                  <a:pt x="78507" y="45277"/>
                </a:lnTo>
                <a:lnTo>
                  <a:pt x="78507" y="45202"/>
                </a:lnTo>
                <a:lnTo>
                  <a:pt x="78482" y="45153"/>
                </a:lnTo>
                <a:close/>
                <a:moveTo>
                  <a:pt x="84008" y="48886"/>
                </a:moveTo>
                <a:cubicBezTo>
                  <a:pt x="84008" y="48911"/>
                  <a:pt x="84008" y="48911"/>
                  <a:pt x="84057" y="48911"/>
                </a:cubicBezTo>
                <a:cubicBezTo>
                  <a:pt x="84057" y="48911"/>
                  <a:pt x="84057" y="48936"/>
                  <a:pt x="84008" y="48936"/>
                </a:cubicBezTo>
                <a:cubicBezTo>
                  <a:pt x="83983" y="48936"/>
                  <a:pt x="83983" y="48911"/>
                  <a:pt x="83958" y="48911"/>
                </a:cubicBezTo>
                <a:cubicBezTo>
                  <a:pt x="83958" y="48911"/>
                  <a:pt x="83958" y="48886"/>
                  <a:pt x="83983" y="48886"/>
                </a:cubicBezTo>
                <a:close/>
                <a:moveTo>
                  <a:pt x="63273" y="41294"/>
                </a:moveTo>
                <a:cubicBezTo>
                  <a:pt x="63697" y="42066"/>
                  <a:pt x="64045" y="42813"/>
                  <a:pt x="64319" y="43535"/>
                </a:cubicBezTo>
                <a:cubicBezTo>
                  <a:pt x="64369" y="43659"/>
                  <a:pt x="64443" y="43808"/>
                  <a:pt x="64468" y="43933"/>
                </a:cubicBezTo>
                <a:cubicBezTo>
                  <a:pt x="64568" y="44207"/>
                  <a:pt x="64667" y="44456"/>
                  <a:pt x="64742" y="44704"/>
                </a:cubicBezTo>
                <a:cubicBezTo>
                  <a:pt x="64817" y="44929"/>
                  <a:pt x="64916" y="45128"/>
                  <a:pt x="64966" y="45327"/>
                </a:cubicBezTo>
                <a:cubicBezTo>
                  <a:pt x="65041" y="45551"/>
                  <a:pt x="65090" y="45750"/>
                  <a:pt x="65165" y="45949"/>
                </a:cubicBezTo>
                <a:cubicBezTo>
                  <a:pt x="65215" y="46173"/>
                  <a:pt x="65290" y="46372"/>
                  <a:pt x="65339" y="46571"/>
                </a:cubicBezTo>
                <a:cubicBezTo>
                  <a:pt x="65041" y="46795"/>
                  <a:pt x="64717" y="47019"/>
                  <a:pt x="64443" y="47268"/>
                </a:cubicBezTo>
                <a:lnTo>
                  <a:pt x="64070" y="47542"/>
                </a:lnTo>
                <a:cubicBezTo>
                  <a:pt x="63896" y="47667"/>
                  <a:pt x="63721" y="47791"/>
                  <a:pt x="63547" y="47915"/>
                </a:cubicBezTo>
                <a:cubicBezTo>
                  <a:pt x="63473" y="47940"/>
                  <a:pt x="63423" y="48015"/>
                  <a:pt x="63348" y="48040"/>
                </a:cubicBezTo>
                <a:cubicBezTo>
                  <a:pt x="63199" y="48164"/>
                  <a:pt x="63024" y="48289"/>
                  <a:pt x="62850" y="48438"/>
                </a:cubicBezTo>
                <a:cubicBezTo>
                  <a:pt x="62800" y="48513"/>
                  <a:pt x="62726" y="48538"/>
                  <a:pt x="62676" y="48612"/>
                </a:cubicBezTo>
                <a:cubicBezTo>
                  <a:pt x="62477" y="48737"/>
                  <a:pt x="62303" y="48886"/>
                  <a:pt x="62128" y="49011"/>
                </a:cubicBezTo>
                <a:cubicBezTo>
                  <a:pt x="61979" y="49135"/>
                  <a:pt x="61855" y="49235"/>
                  <a:pt x="61705" y="49359"/>
                </a:cubicBezTo>
                <a:cubicBezTo>
                  <a:pt x="61606" y="49409"/>
                  <a:pt x="61506" y="49508"/>
                  <a:pt x="61431" y="49558"/>
                </a:cubicBezTo>
                <a:cubicBezTo>
                  <a:pt x="61332" y="49633"/>
                  <a:pt x="61282" y="49683"/>
                  <a:pt x="61183" y="49757"/>
                </a:cubicBezTo>
                <a:cubicBezTo>
                  <a:pt x="61158" y="49732"/>
                  <a:pt x="61083" y="49683"/>
                  <a:pt x="61058" y="49658"/>
                </a:cubicBezTo>
                <a:cubicBezTo>
                  <a:pt x="60934" y="49608"/>
                  <a:pt x="60834" y="49508"/>
                  <a:pt x="60710" y="49434"/>
                </a:cubicBezTo>
                <a:cubicBezTo>
                  <a:pt x="60610" y="49384"/>
                  <a:pt x="60535" y="49309"/>
                  <a:pt x="60436" y="49235"/>
                </a:cubicBezTo>
                <a:cubicBezTo>
                  <a:pt x="60336" y="49160"/>
                  <a:pt x="60286" y="49110"/>
                  <a:pt x="60187" y="49036"/>
                </a:cubicBezTo>
                <a:lnTo>
                  <a:pt x="59814" y="48762"/>
                </a:lnTo>
                <a:cubicBezTo>
                  <a:pt x="59789" y="48737"/>
                  <a:pt x="59714" y="48687"/>
                  <a:pt x="59689" y="48662"/>
                </a:cubicBezTo>
                <a:cubicBezTo>
                  <a:pt x="58793" y="47940"/>
                  <a:pt x="57822" y="47069"/>
                  <a:pt x="56827" y="46073"/>
                </a:cubicBezTo>
                <a:lnTo>
                  <a:pt x="56677" y="45924"/>
                </a:lnTo>
                <a:lnTo>
                  <a:pt x="56254" y="45526"/>
                </a:lnTo>
                <a:lnTo>
                  <a:pt x="56005" y="45277"/>
                </a:lnTo>
                <a:cubicBezTo>
                  <a:pt x="56204" y="45153"/>
                  <a:pt x="56379" y="44978"/>
                  <a:pt x="56603" y="44854"/>
                </a:cubicBezTo>
                <a:cubicBezTo>
                  <a:pt x="56677" y="44804"/>
                  <a:pt x="56752" y="44779"/>
                  <a:pt x="56827" y="44704"/>
                </a:cubicBezTo>
                <a:cubicBezTo>
                  <a:pt x="57075" y="44555"/>
                  <a:pt x="57300" y="44406"/>
                  <a:pt x="57548" y="44232"/>
                </a:cubicBezTo>
                <a:cubicBezTo>
                  <a:pt x="57573" y="44232"/>
                  <a:pt x="57573" y="44207"/>
                  <a:pt x="57598" y="44207"/>
                </a:cubicBezTo>
                <a:cubicBezTo>
                  <a:pt x="57673" y="44182"/>
                  <a:pt x="57723" y="44157"/>
                  <a:pt x="57797" y="44082"/>
                </a:cubicBezTo>
                <a:cubicBezTo>
                  <a:pt x="57996" y="43933"/>
                  <a:pt x="58245" y="43808"/>
                  <a:pt x="58469" y="43684"/>
                </a:cubicBezTo>
                <a:cubicBezTo>
                  <a:pt x="58494" y="43659"/>
                  <a:pt x="58544" y="43659"/>
                  <a:pt x="58569" y="43609"/>
                </a:cubicBezTo>
                <a:cubicBezTo>
                  <a:pt x="58594" y="43584"/>
                  <a:pt x="58619" y="43584"/>
                  <a:pt x="58669" y="43559"/>
                </a:cubicBezTo>
                <a:cubicBezTo>
                  <a:pt x="58693" y="43535"/>
                  <a:pt x="58718" y="43535"/>
                  <a:pt x="58743" y="43485"/>
                </a:cubicBezTo>
                <a:lnTo>
                  <a:pt x="59415" y="43111"/>
                </a:lnTo>
                <a:cubicBezTo>
                  <a:pt x="59440" y="43087"/>
                  <a:pt x="59490" y="43087"/>
                  <a:pt x="59540" y="43062"/>
                </a:cubicBezTo>
                <a:cubicBezTo>
                  <a:pt x="59589" y="43037"/>
                  <a:pt x="59664" y="43012"/>
                  <a:pt x="59714" y="42937"/>
                </a:cubicBezTo>
                <a:cubicBezTo>
                  <a:pt x="59913" y="42813"/>
                  <a:pt x="60112" y="42713"/>
                  <a:pt x="60311" y="42614"/>
                </a:cubicBezTo>
                <a:cubicBezTo>
                  <a:pt x="60436" y="42564"/>
                  <a:pt x="60560" y="42489"/>
                  <a:pt x="60660" y="42439"/>
                </a:cubicBezTo>
                <a:lnTo>
                  <a:pt x="61207" y="42166"/>
                </a:lnTo>
                <a:cubicBezTo>
                  <a:pt x="61332" y="42091"/>
                  <a:pt x="61481" y="42041"/>
                  <a:pt x="61606" y="41966"/>
                </a:cubicBezTo>
                <a:cubicBezTo>
                  <a:pt x="61780" y="41867"/>
                  <a:pt x="61954" y="41817"/>
                  <a:pt x="62103" y="41767"/>
                </a:cubicBezTo>
                <a:cubicBezTo>
                  <a:pt x="62278" y="41693"/>
                  <a:pt x="62402" y="41643"/>
                  <a:pt x="62552" y="41568"/>
                </a:cubicBezTo>
                <a:lnTo>
                  <a:pt x="63024" y="41394"/>
                </a:lnTo>
                <a:cubicBezTo>
                  <a:pt x="63099" y="41344"/>
                  <a:pt x="63199" y="41319"/>
                  <a:pt x="63273" y="41294"/>
                </a:cubicBezTo>
                <a:close/>
                <a:moveTo>
                  <a:pt x="85352" y="47069"/>
                </a:moveTo>
                <a:cubicBezTo>
                  <a:pt x="85974" y="47816"/>
                  <a:pt x="86472" y="48712"/>
                  <a:pt x="86795" y="49757"/>
                </a:cubicBezTo>
                <a:cubicBezTo>
                  <a:pt x="86721" y="49683"/>
                  <a:pt x="86621" y="49683"/>
                  <a:pt x="86547" y="49658"/>
                </a:cubicBezTo>
                <a:cubicBezTo>
                  <a:pt x="86347" y="49608"/>
                  <a:pt x="86198" y="49558"/>
                  <a:pt x="85999" y="49508"/>
                </a:cubicBezTo>
                <a:lnTo>
                  <a:pt x="85725" y="49409"/>
                </a:lnTo>
                <a:cubicBezTo>
                  <a:pt x="85626" y="49384"/>
                  <a:pt x="85576" y="49359"/>
                  <a:pt x="85476" y="49309"/>
                </a:cubicBezTo>
                <a:cubicBezTo>
                  <a:pt x="85327" y="49260"/>
                  <a:pt x="85178" y="49185"/>
                  <a:pt x="85003" y="49160"/>
                </a:cubicBezTo>
                <a:cubicBezTo>
                  <a:pt x="84929" y="49135"/>
                  <a:pt x="84854" y="49110"/>
                  <a:pt x="84754" y="49060"/>
                </a:cubicBezTo>
                <a:cubicBezTo>
                  <a:pt x="84680" y="49036"/>
                  <a:pt x="84580" y="48961"/>
                  <a:pt x="84456" y="48936"/>
                </a:cubicBezTo>
                <a:lnTo>
                  <a:pt x="84257" y="48836"/>
                </a:lnTo>
                <a:cubicBezTo>
                  <a:pt x="84630" y="48264"/>
                  <a:pt x="84978" y="47667"/>
                  <a:pt x="85352" y="47069"/>
                </a:cubicBezTo>
                <a:close/>
                <a:moveTo>
                  <a:pt x="85501" y="46795"/>
                </a:moveTo>
                <a:cubicBezTo>
                  <a:pt x="86223" y="47642"/>
                  <a:pt x="86746" y="48637"/>
                  <a:pt x="87094" y="49782"/>
                </a:cubicBezTo>
                <a:cubicBezTo>
                  <a:pt x="87094" y="49795"/>
                  <a:pt x="87088" y="49801"/>
                  <a:pt x="87079" y="49801"/>
                </a:cubicBezTo>
                <a:cubicBezTo>
                  <a:pt x="87069" y="49801"/>
                  <a:pt x="87057" y="49795"/>
                  <a:pt x="87044" y="49782"/>
                </a:cubicBezTo>
                <a:cubicBezTo>
                  <a:pt x="86696" y="48662"/>
                  <a:pt x="86198" y="47667"/>
                  <a:pt x="85476" y="46870"/>
                </a:cubicBezTo>
                <a:cubicBezTo>
                  <a:pt x="85476" y="46820"/>
                  <a:pt x="85501" y="46820"/>
                  <a:pt x="85501" y="46795"/>
                </a:cubicBezTo>
                <a:close/>
                <a:moveTo>
                  <a:pt x="55931" y="45377"/>
                </a:moveTo>
                <a:lnTo>
                  <a:pt x="56204" y="45650"/>
                </a:lnTo>
                <a:cubicBezTo>
                  <a:pt x="56603" y="46049"/>
                  <a:pt x="57001" y="46447"/>
                  <a:pt x="57374" y="46795"/>
                </a:cubicBezTo>
                <a:cubicBezTo>
                  <a:pt x="57474" y="46895"/>
                  <a:pt x="57573" y="46970"/>
                  <a:pt x="57673" y="47044"/>
                </a:cubicBezTo>
                <a:cubicBezTo>
                  <a:pt x="57947" y="47318"/>
                  <a:pt x="58245" y="47567"/>
                  <a:pt x="58544" y="47816"/>
                </a:cubicBezTo>
                <a:cubicBezTo>
                  <a:pt x="58718" y="47990"/>
                  <a:pt x="58868" y="48115"/>
                  <a:pt x="59042" y="48264"/>
                </a:cubicBezTo>
                <a:cubicBezTo>
                  <a:pt x="59241" y="48438"/>
                  <a:pt x="59465" y="48637"/>
                  <a:pt x="59689" y="48787"/>
                </a:cubicBezTo>
                <a:cubicBezTo>
                  <a:pt x="59863" y="48936"/>
                  <a:pt x="60062" y="49060"/>
                  <a:pt x="60212" y="49185"/>
                </a:cubicBezTo>
                <a:cubicBezTo>
                  <a:pt x="60436" y="49359"/>
                  <a:pt x="60660" y="49508"/>
                  <a:pt x="60834" y="49658"/>
                </a:cubicBezTo>
                <a:cubicBezTo>
                  <a:pt x="60909" y="49732"/>
                  <a:pt x="60983" y="49782"/>
                  <a:pt x="61058" y="49807"/>
                </a:cubicBezTo>
                <a:cubicBezTo>
                  <a:pt x="61033" y="49807"/>
                  <a:pt x="61033" y="49857"/>
                  <a:pt x="60983" y="49857"/>
                </a:cubicBezTo>
                <a:cubicBezTo>
                  <a:pt x="60062" y="49235"/>
                  <a:pt x="59042" y="48388"/>
                  <a:pt x="57922" y="47393"/>
                </a:cubicBezTo>
                <a:lnTo>
                  <a:pt x="57847" y="47318"/>
                </a:lnTo>
                <a:cubicBezTo>
                  <a:pt x="57673" y="47144"/>
                  <a:pt x="57474" y="46994"/>
                  <a:pt x="57300" y="46795"/>
                </a:cubicBezTo>
                <a:lnTo>
                  <a:pt x="57175" y="46671"/>
                </a:lnTo>
                <a:cubicBezTo>
                  <a:pt x="56976" y="46522"/>
                  <a:pt x="56802" y="46322"/>
                  <a:pt x="56627" y="46148"/>
                </a:cubicBezTo>
                <a:lnTo>
                  <a:pt x="56478" y="45999"/>
                </a:lnTo>
                <a:cubicBezTo>
                  <a:pt x="56304" y="45800"/>
                  <a:pt x="56105" y="45576"/>
                  <a:pt x="55881" y="45401"/>
                </a:cubicBezTo>
                <a:lnTo>
                  <a:pt x="55856" y="45377"/>
                </a:lnTo>
                <a:lnTo>
                  <a:pt x="55856" y="45377"/>
                </a:lnTo>
                <a:cubicBezTo>
                  <a:pt x="55868" y="45389"/>
                  <a:pt x="55887" y="45395"/>
                  <a:pt x="55902" y="45395"/>
                </a:cubicBezTo>
                <a:cubicBezTo>
                  <a:pt x="55918" y="45395"/>
                  <a:pt x="55931" y="45389"/>
                  <a:pt x="55931" y="45377"/>
                </a:cubicBezTo>
                <a:close/>
                <a:moveTo>
                  <a:pt x="65439" y="46795"/>
                </a:moveTo>
                <a:lnTo>
                  <a:pt x="65439" y="46820"/>
                </a:lnTo>
                <a:lnTo>
                  <a:pt x="65439" y="46845"/>
                </a:lnTo>
                <a:cubicBezTo>
                  <a:pt x="65290" y="46970"/>
                  <a:pt x="65140" y="47069"/>
                  <a:pt x="64966" y="47194"/>
                </a:cubicBezTo>
                <a:cubicBezTo>
                  <a:pt x="64891" y="47268"/>
                  <a:pt x="64817" y="47318"/>
                  <a:pt x="64717" y="47393"/>
                </a:cubicBezTo>
                <a:cubicBezTo>
                  <a:pt x="64692" y="47393"/>
                  <a:pt x="64692" y="47418"/>
                  <a:pt x="64667" y="47418"/>
                </a:cubicBezTo>
                <a:cubicBezTo>
                  <a:pt x="64294" y="47691"/>
                  <a:pt x="63945" y="47940"/>
                  <a:pt x="63572" y="48214"/>
                </a:cubicBezTo>
                <a:cubicBezTo>
                  <a:pt x="63323" y="48413"/>
                  <a:pt x="63099" y="48587"/>
                  <a:pt x="62850" y="48787"/>
                </a:cubicBezTo>
                <a:lnTo>
                  <a:pt x="62825" y="48811"/>
                </a:lnTo>
                <a:lnTo>
                  <a:pt x="62751" y="48886"/>
                </a:lnTo>
                <a:cubicBezTo>
                  <a:pt x="62726" y="48911"/>
                  <a:pt x="62701" y="48936"/>
                  <a:pt x="62676" y="48936"/>
                </a:cubicBezTo>
                <a:cubicBezTo>
                  <a:pt x="62352" y="49185"/>
                  <a:pt x="62004" y="49434"/>
                  <a:pt x="61705" y="49683"/>
                </a:cubicBezTo>
                <a:cubicBezTo>
                  <a:pt x="61606" y="49757"/>
                  <a:pt x="61556" y="49807"/>
                  <a:pt x="61456" y="49882"/>
                </a:cubicBezTo>
                <a:cubicBezTo>
                  <a:pt x="61431" y="49857"/>
                  <a:pt x="61431" y="49857"/>
                  <a:pt x="61407" y="49857"/>
                </a:cubicBezTo>
                <a:cubicBezTo>
                  <a:pt x="61456" y="49782"/>
                  <a:pt x="61506" y="49757"/>
                  <a:pt x="61581" y="49683"/>
                </a:cubicBezTo>
                <a:cubicBezTo>
                  <a:pt x="62029" y="49309"/>
                  <a:pt x="62477" y="48986"/>
                  <a:pt x="62950" y="48637"/>
                </a:cubicBezTo>
                <a:cubicBezTo>
                  <a:pt x="63174" y="48488"/>
                  <a:pt x="63348" y="48314"/>
                  <a:pt x="63572" y="48164"/>
                </a:cubicBezTo>
                <a:cubicBezTo>
                  <a:pt x="64194" y="47691"/>
                  <a:pt x="64817" y="47243"/>
                  <a:pt x="65439" y="46795"/>
                </a:cubicBezTo>
                <a:close/>
                <a:moveTo>
                  <a:pt x="84207" y="48986"/>
                </a:moveTo>
                <a:cubicBezTo>
                  <a:pt x="84456" y="49110"/>
                  <a:pt x="84705" y="49185"/>
                  <a:pt x="84954" y="49284"/>
                </a:cubicBezTo>
                <a:cubicBezTo>
                  <a:pt x="84978" y="49284"/>
                  <a:pt x="85003" y="49309"/>
                  <a:pt x="85053" y="49309"/>
                </a:cubicBezTo>
                <a:cubicBezTo>
                  <a:pt x="85327" y="49434"/>
                  <a:pt x="85626" y="49533"/>
                  <a:pt x="85924" y="49633"/>
                </a:cubicBezTo>
                <a:cubicBezTo>
                  <a:pt x="85949" y="49633"/>
                  <a:pt x="85949" y="49633"/>
                  <a:pt x="85974" y="49658"/>
                </a:cubicBezTo>
                <a:cubicBezTo>
                  <a:pt x="86248" y="49757"/>
                  <a:pt x="86571" y="49857"/>
                  <a:pt x="86845" y="49932"/>
                </a:cubicBezTo>
                <a:lnTo>
                  <a:pt x="86845" y="49981"/>
                </a:lnTo>
                <a:lnTo>
                  <a:pt x="86845" y="50006"/>
                </a:lnTo>
                <a:cubicBezTo>
                  <a:pt x="86248" y="49857"/>
                  <a:pt x="85675" y="49658"/>
                  <a:pt x="85103" y="49434"/>
                </a:cubicBezTo>
                <a:cubicBezTo>
                  <a:pt x="84804" y="49309"/>
                  <a:pt x="84506" y="49185"/>
                  <a:pt x="84207" y="49060"/>
                </a:cubicBezTo>
                <a:cubicBezTo>
                  <a:pt x="84232" y="49060"/>
                  <a:pt x="84207" y="49060"/>
                  <a:pt x="84182" y="49011"/>
                </a:cubicBezTo>
                <a:cubicBezTo>
                  <a:pt x="84182" y="49011"/>
                  <a:pt x="84182" y="48986"/>
                  <a:pt x="84207" y="48986"/>
                </a:cubicBezTo>
                <a:close/>
                <a:moveTo>
                  <a:pt x="61232" y="49932"/>
                </a:moveTo>
                <a:lnTo>
                  <a:pt x="61307" y="50006"/>
                </a:lnTo>
                <a:cubicBezTo>
                  <a:pt x="61257" y="50006"/>
                  <a:pt x="61257" y="50031"/>
                  <a:pt x="61232" y="50031"/>
                </a:cubicBezTo>
                <a:lnTo>
                  <a:pt x="61207" y="50031"/>
                </a:lnTo>
                <a:cubicBezTo>
                  <a:pt x="61207" y="50031"/>
                  <a:pt x="61183" y="50031"/>
                  <a:pt x="61183" y="50006"/>
                </a:cubicBezTo>
                <a:lnTo>
                  <a:pt x="61232" y="49932"/>
                </a:lnTo>
                <a:close/>
                <a:moveTo>
                  <a:pt x="65563" y="47019"/>
                </a:moveTo>
                <a:cubicBezTo>
                  <a:pt x="65563" y="47069"/>
                  <a:pt x="65588" y="47144"/>
                  <a:pt x="65588" y="47194"/>
                </a:cubicBezTo>
                <a:cubicBezTo>
                  <a:pt x="65563" y="47318"/>
                  <a:pt x="65588" y="47418"/>
                  <a:pt x="65638" y="47517"/>
                </a:cubicBezTo>
                <a:cubicBezTo>
                  <a:pt x="65663" y="47567"/>
                  <a:pt x="65663" y="47667"/>
                  <a:pt x="65663" y="47741"/>
                </a:cubicBezTo>
                <a:cubicBezTo>
                  <a:pt x="64418" y="48438"/>
                  <a:pt x="63149" y="49235"/>
                  <a:pt x="61904" y="50131"/>
                </a:cubicBezTo>
                <a:cubicBezTo>
                  <a:pt x="61805" y="50106"/>
                  <a:pt x="61730" y="50031"/>
                  <a:pt x="61680" y="50006"/>
                </a:cubicBezTo>
                <a:lnTo>
                  <a:pt x="61655" y="50006"/>
                </a:lnTo>
                <a:cubicBezTo>
                  <a:pt x="61730" y="49932"/>
                  <a:pt x="61830" y="49832"/>
                  <a:pt x="61929" y="49782"/>
                </a:cubicBezTo>
                <a:cubicBezTo>
                  <a:pt x="62178" y="49558"/>
                  <a:pt x="62452" y="49384"/>
                  <a:pt x="62701" y="49160"/>
                </a:cubicBezTo>
                <a:cubicBezTo>
                  <a:pt x="62751" y="49135"/>
                  <a:pt x="62800" y="49110"/>
                  <a:pt x="62850" y="49036"/>
                </a:cubicBezTo>
                <a:cubicBezTo>
                  <a:pt x="63174" y="48787"/>
                  <a:pt x="63473" y="48563"/>
                  <a:pt x="63796" y="48314"/>
                </a:cubicBezTo>
                <a:cubicBezTo>
                  <a:pt x="64070" y="48090"/>
                  <a:pt x="64369" y="47891"/>
                  <a:pt x="64667" y="47667"/>
                </a:cubicBezTo>
                <a:cubicBezTo>
                  <a:pt x="64692" y="47642"/>
                  <a:pt x="64717" y="47592"/>
                  <a:pt x="64792" y="47567"/>
                </a:cubicBezTo>
                <a:cubicBezTo>
                  <a:pt x="65041" y="47393"/>
                  <a:pt x="65290" y="47194"/>
                  <a:pt x="65563" y="47019"/>
                </a:cubicBezTo>
                <a:close/>
                <a:moveTo>
                  <a:pt x="71164" y="45650"/>
                </a:moveTo>
                <a:lnTo>
                  <a:pt x="71164" y="45650"/>
                </a:lnTo>
                <a:cubicBezTo>
                  <a:pt x="70940" y="46024"/>
                  <a:pt x="70790" y="46322"/>
                  <a:pt x="70641" y="46571"/>
                </a:cubicBezTo>
                <a:cubicBezTo>
                  <a:pt x="70566" y="46671"/>
                  <a:pt x="70542" y="46770"/>
                  <a:pt x="70517" y="46820"/>
                </a:cubicBezTo>
                <a:cubicBezTo>
                  <a:pt x="70442" y="46945"/>
                  <a:pt x="70367" y="47069"/>
                  <a:pt x="70293" y="47194"/>
                </a:cubicBezTo>
                <a:cubicBezTo>
                  <a:pt x="70143" y="47393"/>
                  <a:pt x="70019" y="47567"/>
                  <a:pt x="69894" y="47791"/>
                </a:cubicBezTo>
                <a:cubicBezTo>
                  <a:pt x="69297" y="48139"/>
                  <a:pt x="68700" y="48488"/>
                  <a:pt x="68152" y="48861"/>
                </a:cubicBezTo>
                <a:cubicBezTo>
                  <a:pt x="68028" y="48936"/>
                  <a:pt x="67878" y="49011"/>
                  <a:pt x="67729" y="49110"/>
                </a:cubicBezTo>
                <a:cubicBezTo>
                  <a:pt x="67331" y="49359"/>
                  <a:pt x="66907" y="49658"/>
                  <a:pt x="66435" y="49981"/>
                </a:cubicBezTo>
                <a:lnTo>
                  <a:pt x="66161" y="50156"/>
                </a:lnTo>
                <a:cubicBezTo>
                  <a:pt x="66186" y="50106"/>
                  <a:pt x="66186" y="50031"/>
                  <a:pt x="66186" y="49932"/>
                </a:cubicBezTo>
                <a:cubicBezTo>
                  <a:pt x="66211" y="49882"/>
                  <a:pt x="66211" y="49782"/>
                  <a:pt x="66211" y="49732"/>
                </a:cubicBezTo>
                <a:cubicBezTo>
                  <a:pt x="66211" y="49658"/>
                  <a:pt x="66211" y="49558"/>
                  <a:pt x="66260" y="49484"/>
                </a:cubicBezTo>
                <a:cubicBezTo>
                  <a:pt x="66260" y="49384"/>
                  <a:pt x="66285" y="49309"/>
                  <a:pt x="66285" y="49235"/>
                </a:cubicBezTo>
                <a:lnTo>
                  <a:pt x="66285" y="48936"/>
                </a:lnTo>
                <a:lnTo>
                  <a:pt x="66285" y="48662"/>
                </a:lnTo>
                <a:cubicBezTo>
                  <a:pt x="66285" y="48563"/>
                  <a:pt x="66260" y="48488"/>
                  <a:pt x="66260" y="48388"/>
                </a:cubicBezTo>
                <a:cubicBezTo>
                  <a:pt x="66260" y="48289"/>
                  <a:pt x="66211" y="48164"/>
                  <a:pt x="66211" y="48065"/>
                </a:cubicBezTo>
                <a:cubicBezTo>
                  <a:pt x="66211" y="48040"/>
                  <a:pt x="66211" y="48015"/>
                  <a:pt x="66186" y="47940"/>
                </a:cubicBezTo>
                <a:cubicBezTo>
                  <a:pt x="67878" y="47019"/>
                  <a:pt x="69546" y="46248"/>
                  <a:pt x="71164" y="45650"/>
                </a:cubicBezTo>
                <a:close/>
                <a:moveTo>
                  <a:pt x="97250" y="48289"/>
                </a:moveTo>
                <a:cubicBezTo>
                  <a:pt x="97548" y="48911"/>
                  <a:pt x="97797" y="49558"/>
                  <a:pt x="97996" y="50255"/>
                </a:cubicBezTo>
                <a:lnTo>
                  <a:pt x="97947" y="50255"/>
                </a:lnTo>
                <a:cubicBezTo>
                  <a:pt x="97772" y="49558"/>
                  <a:pt x="97524" y="48936"/>
                  <a:pt x="97200" y="48363"/>
                </a:cubicBezTo>
                <a:cubicBezTo>
                  <a:pt x="97200" y="48314"/>
                  <a:pt x="97250" y="48289"/>
                  <a:pt x="97250" y="48289"/>
                </a:cubicBezTo>
                <a:close/>
                <a:moveTo>
                  <a:pt x="105265" y="40448"/>
                </a:moveTo>
                <a:cubicBezTo>
                  <a:pt x="105290" y="40448"/>
                  <a:pt x="105364" y="40473"/>
                  <a:pt x="105464" y="40548"/>
                </a:cubicBezTo>
                <a:cubicBezTo>
                  <a:pt x="105713" y="40821"/>
                  <a:pt x="105962" y="41095"/>
                  <a:pt x="106161" y="41419"/>
                </a:cubicBezTo>
                <a:cubicBezTo>
                  <a:pt x="106235" y="41518"/>
                  <a:pt x="106285" y="41568"/>
                  <a:pt x="106360" y="41668"/>
                </a:cubicBezTo>
                <a:cubicBezTo>
                  <a:pt x="106609" y="42041"/>
                  <a:pt x="106858" y="42439"/>
                  <a:pt x="107107" y="42838"/>
                </a:cubicBezTo>
                <a:cubicBezTo>
                  <a:pt x="107156" y="42937"/>
                  <a:pt x="107206" y="43037"/>
                  <a:pt x="107256" y="43136"/>
                </a:cubicBezTo>
                <a:cubicBezTo>
                  <a:pt x="107455" y="43460"/>
                  <a:pt x="107604" y="43808"/>
                  <a:pt x="107754" y="44182"/>
                </a:cubicBezTo>
                <a:cubicBezTo>
                  <a:pt x="107779" y="44256"/>
                  <a:pt x="107779" y="44281"/>
                  <a:pt x="107828" y="44331"/>
                </a:cubicBezTo>
                <a:lnTo>
                  <a:pt x="107903" y="44630"/>
                </a:lnTo>
                <a:cubicBezTo>
                  <a:pt x="108077" y="45028"/>
                  <a:pt x="108202" y="45401"/>
                  <a:pt x="108326" y="45825"/>
                </a:cubicBezTo>
                <a:cubicBezTo>
                  <a:pt x="108351" y="45899"/>
                  <a:pt x="108351" y="45949"/>
                  <a:pt x="108376" y="46024"/>
                </a:cubicBezTo>
                <a:cubicBezTo>
                  <a:pt x="108077" y="46248"/>
                  <a:pt x="107754" y="46422"/>
                  <a:pt x="107480" y="46621"/>
                </a:cubicBezTo>
                <a:cubicBezTo>
                  <a:pt x="107256" y="46770"/>
                  <a:pt x="107032" y="46895"/>
                  <a:pt x="106833" y="47044"/>
                </a:cubicBezTo>
                <a:cubicBezTo>
                  <a:pt x="106484" y="47243"/>
                  <a:pt x="106136" y="47418"/>
                  <a:pt x="105837" y="47617"/>
                </a:cubicBezTo>
                <a:cubicBezTo>
                  <a:pt x="105588" y="47741"/>
                  <a:pt x="105339" y="47891"/>
                  <a:pt x="105090" y="48015"/>
                </a:cubicBezTo>
                <a:cubicBezTo>
                  <a:pt x="104742" y="48164"/>
                  <a:pt x="104418" y="48314"/>
                  <a:pt x="104095" y="48438"/>
                </a:cubicBezTo>
                <a:cubicBezTo>
                  <a:pt x="103796" y="48563"/>
                  <a:pt x="103547" y="48687"/>
                  <a:pt x="103273" y="48811"/>
                </a:cubicBezTo>
                <a:cubicBezTo>
                  <a:pt x="102975" y="48936"/>
                  <a:pt x="102626" y="49060"/>
                  <a:pt x="102303" y="49160"/>
                </a:cubicBezTo>
                <a:cubicBezTo>
                  <a:pt x="102004" y="49260"/>
                  <a:pt x="101730" y="49384"/>
                  <a:pt x="101407" y="49484"/>
                </a:cubicBezTo>
                <a:cubicBezTo>
                  <a:pt x="101133" y="49558"/>
                  <a:pt x="100859" y="49633"/>
                  <a:pt x="100560" y="49732"/>
                </a:cubicBezTo>
                <a:cubicBezTo>
                  <a:pt x="100535" y="49732"/>
                  <a:pt x="100535" y="49732"/>
                  <a:pt x="100510" y="49757"/>
                </a:cubicBezTo>
                <a:lnTo>
                  <a:pt x="100486" y="49757"/>
                </a:lnTo>
                <a:cubicBezTo>
                  <a:pt x="100162" y="49857"/>
                  <a:pt x="99863" y="49932"/>
                  <a:pt x="99515" y="50006"/>
                </a:cubicBezTo>
                <a:cubicBezTo>
                  <a:pt x="99141" y="50106"/>
                  <a:pt x="98793" y="50156"/>
                  <a:pt x="98420" y="50230"/>
                </a:cubicBezTo>
                <a:cubicBezTo>
                  <a:pt x="98395" y="50230"/>
                  <a:pt x="98370" y="50230"/>
                  <a:pt x="98295" y="50255"/>
                </a:cubicBezTo>
                <a:cubicBezTo>
                  <a:pt x="98071" y="49484"/>
                  <a:pt x="97797" y="48762"/>
                  <a:pt x="97449" y="48115"/>
                </a:cubicBezTo>
                <a:cubicBezTo>
                  <a:pt x="98046" y="46994"/>
                  <a:pt x="98619" y="45874"/>
                  <a:pt x="99166" y="44754"/>
                </a:cubicBezTo>
                <a:cubicBezTo>
                  <a:pt x="99291" y="44680"/>
                  <a:pt x="99415" y="44630"/>
                  <a:pt x="99515" y="44555"/>
                </a:cubicBezTo>
                <a:cubicBezTo>
                  <a:pt x="99614" y="44505"/>
                  <a:pt x="99739" y="44456"/>
                  <a:pt x="99814" y="44406"/>
                </a:cubicBezTo>
                <a:lnTo>
                  <a:pt x="100486" y="44032"/>
                </a:lnTo>
                <a:cubicBezTo>
                  <a:pt x="100610" y="43958"/>
                  <a:pt x="100735" y="43908"/>
                  <a:pt x="100809" y="43833"/>
                </a:cubicBezTo>
                <a:cubicBezTo>
                  <a:pt x="101008" y="43709"/>
                  <a:pt x="101232" y="43584"/>
                  <a:pt x="101407" y="43460"/>
                </a:cubicBezTo>
                <a:cubicBezTo>
                  <a:pt x="101531" y="43385"/>
                  <a:pt x="101655" y="43311"/>
                  <a:pt x="101780" y="43211"/>
                </a:cubicBezTo>
                <a:cubicBezTo>
                  <a:pt x="101979" y="43087"/>
                  <a:pt x="102153" y="42962"/>
                  <a:pt x="102303" y="42838"/>
                </a:cubicBezTo>
                <a:cubicBezTo>
                  <a:pt x="102427" y="42763"/>
                  <a:pt x="102601" y="42663"/>
                  <a:pt x="102726" y="42564"/>
                </a:cubicBezTo>
                <a:cubicBezTo>
                  <a:pt x="102875" y="42439"/>
                  <a:pt x="103049" y="42315"/>
                  <a:pt x="103224" y="42190"/>
                </a:cubicBezTo>
                <a:cubicBezTo>
                  <a:pt x="103373" y="42066"/>
                  <a:pt x="103497" y="41966"/>
                  <a:pt x="103647" y="41842"/>
                </a:cubicBezTo>
                <a:cubicBezTo>
                  <a:pt x="103796" y="41718"/>
                  <a:pt x="103970" y="41593"/>
                  <a:pt x="104095" y="41469"/>
                </a:cubicBezTo>
                <a:lnTo>
                  <a:pt x="104543" y="41095"/>
                </a:lnTo>
                <a:cubicBezTo>
                  <a:pt x="104717" y="40971"/>
                  <a:pt x="104842" y="40846"/>
                  <a:pt x="104966" y="40722"/>
                </a:cubicBezTo>
                <a:cubicBezTo>
                  <a:pt x="105041" y="40647"/>
                  <a:pt x="105165" y="40548"/>
                  <a:pt x="105265" y="40448"/>
                </a:cubicBezTo>
                <a:close/>
                <a:moveTo>
                  <a:pt x="61506" y="50131"/>
                </a:moveTo>
                <a:cubicBezTo>
                  <a:pt x="61556" y="50156"/>
                  <a:pt x="61581" y="50156"/>
                  <a:pt x="61606" y="50180"/>
                </a:cubicBezTo>
                <a:cubicBezTo>
                  <a:pt x="61606" y="50180"/>
                  <a:pt x="61680" y="50230"/>
                  <a:pt x="61705" y="50280"/>
                </a:cubicBezTo>
                <a:cubicBezTo>
                  <a:pt x="61606" y="50255"/>
                  <a:pt x="61506" y="50230"/>
                  <a:pt x="61456" y="50156"/>
                </a:cubicBezTo>
                <a:cubicBezTo>
                  <a:pt x="61481" y="50156"/>
                  <a:pt x="61481" y="50131"/>
                  <a:pt x="61506" y="50131"/>
                </a:cubicBezTo>
                <a:close/>
                <a:moveTo>
                  <a:pt x="65688" y="47940"/>
                </a:moveTo>
                <a:lnTo>
                  <a:pt x="65688" y="48015"/>
                </a:lnTo>
                <a:cubicBezTo>
                  <a:pt x="64518" y="48687"/>
                  <a:pt x="63323" y="49434"/>
                  <a:pt x="62128" y="50280"/>
                </a:cubicBezTo>
                <a:cubicBezTo>
                  <a:pt x="62103" y="50280"/>
                  <a:pt x="62103" y="50255"/>
                  <a:pt x="62079" y="50255"/>
                </a:cubicBezTo>
                <a:cubicBezTo>
                  <a:pt x="63298" y="49409"/>
                  <a:pt x="64518" y="48637"/>
                  <a:pt x="65688" y="47940"/>
                </a:cubicBezTo>
                <a:close/>
                <a:moveTo>
                  <a:pt x="65987" y="48065"/>
                </a:moveTo>
                <a:cubicBezTo>
                  <a:pt x="65987" y="48164"/>
                  <a:pt x="66036" y="48264"/>
                  <a:pt x="66036" y="48363"/>
                </a:cubicBezTo>
                <a:cubicBezTo>
                  <a:pt x="66036" y="48488"/>
                  <a:pt x="66061" y="48563"/>
                  <a:pt x="66061" y="48687"/>
                </a:cubicBezTo>
                <a:lnTo>
                  <a:pt x="66061" y="48911"/>
                </a:lnTo>
                <a:lnTo>
                  <a:pt x="66061" y="49210"/>
                </a:lnTo>
                <a:lnTo>
                  <a:pt x="66061" y="49434"/>
                </a:lnTo>
                <a:cubicBezTo>
                  <a:pt x="66061" y="49533"/>
                  <a:pt x="66061" y="49633"/>
                  <a:pt x="66036" y="49708"/>
                </a:cubicBezTo>
                <a:cubicBezTo>
                  <a:pt x="66036" y="49782"/>
                  <a:pt x="65987" y="49832"/>
                  <a:pt x="65987" y="49932"/>
                </a:cubicBezTo>
                <a:cubicBezTo>
                  <a:pt x="65987" y="50006"/>
                  <a:pt x="65962" y="50081"/>
                  <a:pt x="65962" y="50156"/>
                </a:cubicBezTo>
                <a:cubicBezTo>
                  <a:pt x="65937" y="50255"/>
                  <a:pt x="65912" y="50305"/>
                  <a:pt x="65862" y="50380"/>
                </a:cubicBezTo>
                <a:cubicBezTo>
                  <a:pt x="65862" y="50380"/>
                  <a:pt x="65862" y="50405"/>
                  <a:pt x="65837" y="50405"/>
                </a:cubicBezTo>
                <a:cubicBezTo>
                  <a:pt x="65812" y="50429"/>
                  <a:pt x="65787" y="50429"/>
                  <a:pt x="65738" y="50454"/>
                </a:cubicBezTo>
                <a:cubicBezTo>
                  <a:pt x="65738" y="50429"/>
                  <a:pt x="65787" y="50405"/>
                  <a:pt x="65787" y="50380"/>
                </a:cubicBezTo>
                <a:cubicBezTo>
                  <a:pt x="65812" y="50255"/>
                  <a:pt x="65837" y="50180"/>
                  <a:pt x="65862" y="50106"/>
                </a:cubicBezTo>
                <a:cubicBezTo>
                  <a:pt x="65862" y="50031"/>
                  <a:pt x="65912" y="50006"/>
                  <a:pt x="65912" y="49932"/>
                </a:cubicBezTo>
                <a:cubicBezTo>
                  <a:pt x="65937" y="49857"/>
                  <a:pt x="65937" y="49782"/>
                  <a:pt x="65962" y="49683"/>
                </a:cubicBezTo>
                <a:lnTo>
                  <a:pt x="65962" y="49484"/>
                </a:lnTo>
                <a:cubicBezTo>
                  <a:pt x="65962" y="49384"/>
                  <a:pt x="65962" y="49284"/>
                  <a:pt x="66011" y="49185"/>
                </a:cubicBezTo>
                <a:lnTo>
                  <a:pt x="66011" y="48936"/>
                </a:lnTo>
                <a:lnTo>
                  <a:pt x="66011" y="48662"/>
                </a:lnTo>
                <a:cubicBezTo>
                  <a:pt x="66011" y="48563"/>
                  <a:pt x="65962" y="48488"/>
                  <a:pt x="65962" y="48388"/>
                </a:cubicBezTo>
                <a:cubicBezTo>
                  <a:pt x="65962" y="48289"/>
                  <a:pt x="65937" y="48189"/>
                  <a:pt x="65937" y="48090"/>
                </a:cubicBezTo>
                <a:cubicBezTo>
                  <a:pt x="65962" y="48090"/>
                  <a:pt x="65962" y="48065"/>
                  <a:pt x="65987" y="48065"/>
                </a:cubicBezTo>
                <a:close/>
                <a:moveTo>
                  <a:pt x="97100" y="48538"/>
                </a:moveTo>
                <a:cubicBezTo>
                  <a:pt x="97374" y="49110"/>
                  <a:pt x="97573" y="49658"/>
                  <a:pt x="97772" y="50280"/>
                </a:cubicBezTo>
                <a:cubicBezTo>
                  <a:pt x="97673" y="50305"/>
                  <a:pt x="97548" y="50355"/>
                  <a:pt x="97449" y="50355"/>
                </a:cubicBezTo>
                <a:cubicBezTo>
                  <a:pt x="97001" y="50405"/>
                  <a:pt x="96478" y="50479"/>
                  <a:pt x="96030" y="50504"/>
                </a:cubicBezTo>
                <a:cubicBezTo>
                  <a:pt x="96403" y="49857"/>
                  <a:pt x="96777" y="49185"/>
                  <a:pt x="97100" y="48538"/>
                </a:cubicBezTo>
                <a:close/>
                <a:moveTo>
                  <a:pt x="108401" y="46273"/>
                </a:moveTo>
                <a:lnTo>
                  <a:pt x="108401" y="46298"/>
                </a:lnTo>
                <a:lnTo>
                  <a:pt x="108401" y="46322"/>
                </a:lnTo>
                <a:cubicBezTo>
                  <a:pt x="108152" y="46522"/>
                  <a:pt x="107878" y="46671"/>
                  <a:pt x="107629" y="46820"/>
                </a:cubicBezTo>
                <a:cubicBezTo>
                  <a:pt x="107380" y="46994"/>
                  <a:pt x="107132" y="47169"/>
                  <a:pt x="106858" y="47318"/>
                </a:cubicBezTo>
                <a:cubicBezTo>
                  <a:pt x="106584" y="47492"/>
                  <a:pt x="106260" y="47642"/>
                  <a:pt x="105987" y="47791"/>
                </a:cubicBezTo>
                <a:cubicBezTo>
                  <a:pt x="105713" y="47940"/>
                  <a:pt x="105389" y="48115"/>
                  <a:pt x="105115" y="48264"/>
                </a:cubicBezTo>
                <a:cubicBezTo>
                  <a:pt x="104842" y="48388"/>
                  <a:pt x="104543" y="48513"/>
                  <a:pt x="104294" y="48637"/>
                </a:cubicBezTo>
                <a:cubicBezTo>
                  <a:pt x="103945" y="48787"/>
                  <a:pt x="103647" y="48936"/>
                  <a:pt x="103298" y="49060"/>
                </a:cubicBezTo>
                <a:lnTo>
                  <a:pt x="102552" y="49359"/>
                </a:lnTo>
                <a:cubicBezTo>
                  <a:pt x="102178" y="49484"/>
                  <a:pt x="101805" y="49633"/>
                  <a:pt x="101431" y="49757"/>
                </a:cubicBezTo>
                <a:cubicBezTo>
                  <a:pt x="101183" y="49807"/>
                  <a:pt x="100934" y="49882"/>
                  <a:pt x="100735" y="49932"/>
                </a:cubicBezTo>
                <a:cubicBezTo>
                  <a:pt x="100311" y="50056"/>
                  <a:pt x="99913" y="50180"/>
                  <a:pt x="99515" y="50280"/>
                </a:cubicBezTo>
                <a:cubicBezTo>
                  <a:pt x="99266" y="50355"/>
                  <a:pt x="99017" y="50380"/>
                  <a:pt x="98743" y="50429"/>
                </a:cubicBezTo>
                <a:cubicBezTo>
                  <a:pt x="98619" y="50479"/>
                  <a:pt x="98445" y="50504"/>
                  <a:pt x="98320" y="50529"/>
                </a:cubicBezTo>
                <a:lnTo>
                  <a:pt x="98270" y="50405"/>
                </a:lnTo>
                <a:cubicBezTo>
                  <a:pt x="98320" y="50405"/>
                  <a:pt x="98370" y="50380"/>
                  <a:pt x="98420" y="50380"/>
                </a:cubicBezTo>
                <a:cubicBezTo>
                  <a:pt x="98445" y="50380"/>
                  <a:pt x="98519" y="50355"/>
                  <a:pt x="98544" y="50355"/>
                </a:cubicBezTo>
                <a:cubicBezTo>
                  <a:pt x="98868" y="50280"/>
                  <a:pt x="99166" y="50255"/>
                  <a:pt x="99490" y="50156"/>
                </a:cubicBezTo>
                <a:cubicBezTo>
                  <a:pt x="99565" y="50131"/>
                  <a:pt x="99664" y="50106"/>
                  <a:pt x="99739" y="50106"/>
                </a:cubicBezTo>
                <a:cubicBezTo>
                  <a:pt x="99938" y="50031"/>
                  <a:pt x="100137" y="49981"/>
                  <a:pt x="100361" y="49907"/>
                </a:cubicBezTo>
                <a:lnTo>
                  <a:pt x="100386" y="49907"/>
                </a:lnTo>
                <a:cubicBezTo>
                  <a:pt x="100411" y="49907"/>
                  <a:pt x="100486" y="49882"/>
                  <a:pt x="100510" y="49882"/>
                </a:cubicBezTo>
                <a:cubicBezTo>
                  <a:pt x="100560" y="49857"/>
                  <a:pt x="100635" y="49857"/>
                  <a:pt x="100685" y="49807"/>
                </a:cubicBezTo>
                <a:cubicBezTo>
                  <a:pt x="100934" y="49757"/>
                  <a:pt x="101183" y="49683"/>
                  <a:pt x="101407" y="49633"/>
                </a:cubicBezTo>
                <a:cubicBezTo>
                  <a:pt x="101680" y="49533"/>
                  <a:pt x="101929" y="49434"/>
                  <a:pt x="102228" y="49359"/>
                </a:cubicBezTo>
                <a:cubicBezTo>
                  <a:pt x="102253" y="49359"/>
                  <a:pt x="102278" y="49309"/>
                  <a:pt x="102303" y="49309"/>
                </a:cubicBezTo>
                <a:cubicBezTo>
                  <a:pt x="102651" y="49185"/>
                  <a:pt x="102975" y="49110"/>
                  <a:pt x="103298" y="48986"/>
                </a:cubicBezTo>
                <a:cubicBezTo>
                  <a:pt x="103497" y="48911"/>
                  <a:pt x="103647" y="48811"/>
                  <a:pt x="103796" y="48762"/>
                </a:cubicBezTo>
                <a:cubicBezTo>
                  <a:pt x="103871" y="48737"/>
                  <a:pt x="103970" y="48687"/>
                  <a:pt x="104020" y="48662"/>
                </a:cubicBezTo>
                <a:cubicBezTo>
                  <a:pt x="104045" y="48637"/>
                  <a:pt x="104120" y="48637"/>
                  <a:pt x="104145" y="48612"/>
                </a:cubicBezTo>
                <a:cubicBezTo>
                  <a:pt x="104169" y="48612"/>
                  <a:pt x="104219" y="48563"/>
                  <a:pt x="104244" y="48563"/>
                </a:cubicBezTo>
                <a:cubicBezTo>
                  <a:pt x="104518" y="48438"/>
                  <a:pt x="104842" y="48314"/>
                  <a:pt x="105115" y="48189"/>
                </a:cubicBezTo>
                <a:cubicBezTo>
                  <a:pt x="105339" y="48115"/>
                  <a:pt x="105538" y="47940"/>
                  <a:pt x="105763" y="47866"/>
                </a:cubicBezTo>
                <a:cubicBezTo>
                  <a:pt x="105837" y="47816"/>
                  <a:pt x="105862" y="47791"/>
                  <a:pt x="105912" y="47766"/>
                </a:cubicBezTo>
                <a:cubicBezTo>
                  <a:pt x="105962" y="47766"/>
                  <a:pt x="105962" y="47741"/>
                  <a:pt x="105987" y="47741"/>
                </a:cubicBezTo>
                <a:cubicBezTo>
                  <a:pt x="106161" y="47642"/>
                  <a:pt x="106385" y="47517"/>
                  <a:pt x="106584" y="47418"/>
                </a:cubicBezTo>
                <a:cubicBezTo>
                  <a:pt x="106659" y="47368"/>
                  <a:pt x="106783" y="47318"/>
                  <a:pt x="106883" y="47268"/>
                </a:cubicBezTo>
                <a:cubicBezTo>
                  <a:pt x="107082" y="47144"/>
                  <a:pt x="107256" y="47019"/>
                  <a:pt x="107480" y="46895"/>
                </a:cubicBezTo>
                <a:cubicBezTo>
                  <a:pt x="107530" y="46870"/>
                  <a:pt x="107604" y="46795"/>
                  <a:pt x="107654" y="46770"/>
                </a:cubicBezTo>
                <a:cubicBezTo>
                  <a:pt x="107903" y="46621"/>
                  <a:pt x="108152" y="46447"/>
                  <a:pt x="108401" y="46273"/>
                </a:cubicBezTo>
                <a:close/>
                <a:moveTo>
                  <a:pt x="97026" y="48289"/>
                </a:moveTo>
                <a:cubicBezTo>
                  <a:pt x="97026" y="48314"/>
                  <a:pt x="97051" y="48363"/>
                  <a:pt x="97051" y="48363"/>
                </a:cubicBezTo>
                <a:cubicBezTo>
                  <a:pt x="96627" y="49060"/>
                  <a:pt x="96204" y="49807"/>
                  <a:pt x="95806" y="50554"/>
                </a:cubicBezTo>
                <a:lnTo>
                  <a:pt x="95756" y="50554"/>
                </a:lnTo>
                <a:cubicBezTo>
                  <a:pt x="96179" y="49807"/>
                  <a:pt x="96627" y="49036"/>
                  <a:pt x="97026" y="48289"/>
                </a:cubicBezTo>
                <a:close/>
                <a:moveTo>
                  <a:pt x="69646" y="48239"/>
                </a:moveTo>
                <a:cubicBezTo>
                  <a:pt x="69646" y="48264"/>
                  <a:pt x="69621" y="48264"/>
                  <a:pt x="69621" y="48289"/>
                </a:cubicBezTo>
                <a:cubicBezTo>
                  <a:pt x="69496" y="48363"/>
                  <a:pt x="69372" y="48438"/>
                  <a:pt x="69247" y="48513"/>
                </a:cubicBezTo>
                <a:cubicBezTo>
                  <a:pt x="69197" y="48513"/>
                  <a:pt x="69197" y="48538"/>
                  <a:pt x="69173" y="48538"/>
                </a:cubicBezTo>
                <a:cubicBezTo>
                  <a:pt x="68077" y="49160"/>
                  <a:pt x="67032" y="49882"/>
                  <a:pt x="65937" y="50629"/>
                </a:cubicBezTo>
                <a:lnTo>
                  <a:pt x="65962" y="50604"/>
                </a:lnTo>
                <a:lnTo>
                  <a:pt x="65962" y="50554"/>
                </a:lnTo>
                <a:cubicBezTo>
                  <a:pt x="66708" y="50031"/>
                  <a:pt x="67704" y="49384"/>
                  <a:pt x="68650" y="48811"/>
                </a:cubicBezTo>
                <a:cubicBezTo>
                  <a:pt x="68774" y="48762"/>
                  <a:pt x="68874" y="48687"/>
                  <a:pt x="68998" y="48637"/>
                </a:cubicBezTo>
                <a:lnTo>
                  <a:pt x="69073" y="48563"/>
                </a:lnTo>
                <a:cubicBezTo>
                  <a:pt x="69272" y="48488"/>
                  <a:pt x="69446" y="48363"/>
                  <a:pt x="69646" y="48239"/>
                </a:cubicBezTo>
                <a:close/>
                <a:moveTo>
                  <a:pt x="95408" y="46173"/>
                </a:moveTo>
                <a:cubicBezTo>
                  <a:pt x="96030" y="46696"/>
                  <a:pt x="96503" y="47368"/>
                  <a:pt x="96901" y="48065"/>
                </a:cubicBezTo>
                <a:cubicBezTo>
                  <a:pt x="96453" y="48911"/>
                  <a:pt x="96005" y="49757"/>
                  <a:pt x="95507" y="50554"/>
                </a:cubicBezTo>
                <a:lnTo>
                  <a:pt x="95458" y="50554"/>
                </a:lnTo>
                <a:cubicBezTo>
                  <a:pt x="94810" y="50629"/>
                  <a:pt x="94138" y="50653"/>
                  <a:pt x="93466" y="50653"/>
                </a:cubicBezTo>
                <a:cubicBezTo>
                  <a:pt x="92968" y="50653"/>
                  <a:pt x="92471" y="50629"/>
                  <a:pt x="91973" y="50604"/>
                </a:cubicBezTo>
                <a:lnTo>
                  <a:pt x="91649" y="50604"/>
                </a:lnTo>
                <a:cubicBezTo>
                  <a:pt x="91151" y="50554"/>
                  <a:pt x="90654" y="50504"/>
                  <a:pt x="90181" y="50429"/>
                </a:cubicBezTo>
                <a:lnTo>
                  <a:pt x="90081" y="50429"/>
                </a:lnTo>
                <a:cubicBezTo>
                  <a:pt x="89733" y="50405"/>
                  <a:pt x="89434" y="50355"/>
                  <a:pt x="89085" y="50280"/>
                </a:cubicBezTo>
                <a:cubicBezTo>
                  <a:pt x="88986" y="50255"/>
                  <a:pt x="88911" y="50255"/>
                  <a:pt x="88812" y="50230"/>
                </a:cubicBezTo>
                <a:cubicBezTo>
                  <a:pt x="88563" y="50156"/>
                  <a:pt x="88314" y="50131"/>
                  <a:pt x="88065" y="50056"/>
                </a:cubicBezTo>
                <a:lnTo>
                  <a:pt x="87990" y="50056"/>
                </a:lnTo>
                <a:lnTo>
                  <a:pt x="87617" y="49981"/>
                </a:lnTo>
                <a:cubicBezTo>
                  <a:pt x="87542" y="49932"/>
                  <a:pt x="87418" y="49907"/>
                  <a:pt x="87318" y="49882"/>
                </a:cubicBezTo>
                <a:cubicBezTo>
                  <a:pt x="86995" y="48687"/>
                  <a:pt x="86472" y="47667"/>
                  <a:pt x="85750" y="46820"/>
                </a:cubicBezTo>
                <a:lnTo>
                  <a:pt x="85825" y="46820"/>
                </a:lnTo>
                <a:cubicBezTo>
                  <a:pt x="85924" y="46870"/>
                  <a:pt x="85999" y="46870"/>
                  <a:pt x="86099" y="46895"/>
                </a:cubicBezTo>
                <a:cubicBezTo>
                  <a:pt x="86497" y="46945"/>
                  <a:pt x="86870" y="46994"/>
                  <a:pt x="87293" y="47044"/>
                </a:cubicBezTo>
                <a:cubicBezTo>
                  <a:pt x="87368" y="47044"/>
                  <a:pt x="87492" y="47069"/>
                  <a:pt x="87592" y="47069"/>
                </a:cubicBezTo>
                <a:cubicBezTo>
                  <a:pt x="88090" y="47094"/>
                  <a:pt x="88588" y="47144"/>
                  <a:pt x="89085" y="47144"/>
                </a:cubicBezTo>
                <a:cubicBezTo>
                  <a:pt x="89733" y="47144"/>
                  <a:pt x="90405" y="47094"/>
                  <a:pt x="91027" y="47044"/>
                </a:cubicBezTo>
                <a:cubicBezTo>
                  <a:pt x="91077" y="47044"/>
                  <a:pt x="91176" y="47044"/>
                  <a:pt x="91226" y="47019"/>
                </a:cubicBezTo>
                <a:lnTo>
                  <a:pt x="92072" y="46920"/>
                </a:lnTo>
                <a:cubicBezTo>
                  <a:pt x="92172" y="46920"/>
                  <a:pt x="92222" y="46895"/>
                  <a:pt x="92321" y="46895"/>
                </a:cubicBezTo>
                <a:cubicBezTo>
                  <a:pt x="92595" y="46845"/>
                  <a:pt x="92894" y="46795"/>
                  <a:pt x="93168" y="46721"/>
                </a:cubicBezTo>
                <a:cubicBezTo>
                  <a:pt x="93217" y="46721"/>
                  <a:pt x="93317" y="46696"/>
                  <a:pt x="93392" y="46696"/>
                </a:cubicBezTo>
                <a:lnTo>
                  <a:pt x="94213" y="46522"/>
                </a:lnTo>
                <a:cubicBezTo>
                  <a:pt x="94288" y="46472"/>
                  <a:pt x="94387" y="46472"/>
                  <a:pt x="94437" y="46447"/>
                </a:cubicBezTo>
                <a:cubicBezTo>
                  <a:pt x="94711" y="46397"/>
                  <a:pt x="95010" y="46298"/>
                  <a:pt x="95283" y="46198"/>
                </a:cubicBezTo>
                <a:cubicBezTo>
                  <a:pt x="95308" y="46198"/>
                  <a:pt x="95333" y="46173"/>
                  <a:pt x="95408" y="46173"/>
                </a:cubicBezTo>
                <a:close/>
                <a:moveTo>
                  <a:pt x="97797" y="50529"/>
                </a:moveTo>
                <a:lnTo>
                  <a:pt x="97797" y="50554"/>
                </a:lnTo>
                <a:lnTo>
                  <a:pt x="97797" y="50604"/>
                </a:lnTo>
                <a:cubicBezTo>
                  <a:pt x="97673" y="50629"/>
                  <a:pt x="97548" y="50653"/>
                  <a:pt x="97424" y="50653"/>
                </a:cubicBezTo>
                <a:cubicBezTo>
                  <a:pt x="97150" y="50678"/>
                  <a:pt x="96876" y="50728"/>
                  <a:pt x="96553" y="50753"/>
                </a:cubicBezTo>
                <a:cubicBezTo>
                  <a:pt x="96379" y="50753"/>
                  <a:pt x="96130" y="50778"/>
                  <a:pt x="95881" y="50778"/>
                </a:cubicBezTo>
                <a:lnTo>
                  <a:pt x="95906" y="50753"/>
                </a:lnTo>
                <a:cubicBezTo>
                  <a:pt x="96030" y="50753"/>
                  <a:pt x="96130" y="50728"/>
                  <a:pt x="96254" y="50728"/>
                </a:cubicBezTo>
                <a:lnTo>
                  <a:pt x="96379" y="50728"/>
                </a:lnTo>
                <a:cubicBezTo>
                  <a:pt x="96752" y="50678"/>
                  <a:pt x="97125" y="50653"/>
                  <a:pt x="97499" y="50604"/>
                </a:cubicBezTo>
                <a:lnTo>
                  <a:pt x="97524" y="50604"/>
                </a:lnTo>
                <a:cubicBezTo>
                  <a:pt x="97623" y="50554"/>
                  <a:pt x="97698" y="50554"/>
                  <a:pt x="97797" y="50529"/>
                </a:cubicBezTo>
                <a:close/>
                <a:moveTo>
                  <a:pt x="95682" y="50753"/>
                </a:moveTo>
                <a:cubicBezTo>
                  <a:pt x="95682" y="50753"/>
                  <a:pt x="95682" y="50778"/>
                  <a:pt x="95657" y="50778"/>
                </a:cubicBezTo>
                <a:lnTo>
                  <a:pt x="95657" y="50803"/>
                </a:lnTo>
                <a:lnTo>
                  <a:pt x="95582" y="50803"/>
                </a:lnTo>
                <a:cubicBezTo>
                  <a:pt x="95582" y="50803"/>
                  <a:pt x="95582" y="50778"/>
                  <a:pt x="95632" y="50778"/>
                </a:cubicBezTo>
                <a:cubicBezTo>
                  <a:pt x="95632" y="50778"/>
                  <a:pt x="95632" y="50753"/>
                  <a:pt x="95657" y="50753"/>
                </a:cubicBezTo>
                <a:close/>
                <a:moveTo>
                  <a:pt x="65613" y="50778"/>
                </a:moveTo>
                <a:cubicBezTo>
                  <a:pt x="65588" y="50803"/>
                  <a:pt x="65563" y="50853"/>
                  <a:pt x="65514" y="50853"/>
                </a:cubicBezTo>
                <a:cubicBezTo>
                  <a:pt x="65538" y="50803"/>
                  <a:pt x="65563" y="50778"/>
                  <a:pt x="65613" y="50778"/>
                </a:cubicBezTo>
                <a:close/>
                <a:moveTo>
                  <a:pt x="87368" y="50056"/>
                </a:moveTo>
                <a:cubicBezTo>
                  <a:pt x="87542" y="50106"/>
                  <a:pt x="87692" y="50156"/>
                  <a:pt x="87841" y="50180"/>
                </a:cubicBezTo>
                <a:cubicBezTo>
                  <a:pt x="87916" y="50180"/>
                  <a:pt x="87940" y="50230"/>
                  <a:pt x="87990" y="50230"/>
                </a:cubicBezTo>
                <a:cubicBezTo>
                  <a:pt x="88339" y="50305"/>
                  <a:pt x="88712" y="50380"/>
                  <a:pt x="89061" y="50429"/>
                </a:cubicBezTo>
                <a:cubicBezTo>
                  <a:pt x="89110" y="50429"/>
                  <a:pt x="89160" y="50454"/>
                  <a:pt x="89210" y="50454"/>
                </a:cubicBezTo>
                <a:cubicBezTo>
                  <a:pt x="89334" y="50504"/>
                  <a:pt x="89459" y="50504"/>
                  <a:pt x="89558" y="50529"/>
                </a:cubicBezTo>
                <a:lnTo>
                  <a:pt x="90106" y="50629"/>
                </a:lnTo>
                <a:cubicBezTo>
                  <a:pt x="90206" y="50629"/>
                  <a:pt x="90305" y="50653"/>
                  <a:pt x="90355" y="50653"/>
                </a:cubicBezTo>
                <a:lnTo>
                  <a:pt x="90454" y="50653"/>
                </a:lnTo>
                <a:cubicBezTo>
                  <a:pt x="90579" y="50678"/>
                  <a:pt x="90728" y="50678"/>
                  <a:pt x="90853" y="50703"/>
                </a:cubicBezTo>
                <a:cubicBezTo>
                  <a:pt x="90977" y="50703"/>
                  <a:pt x="91077" y="50753"/>
                  <a:pt x="91201" y="50753"/>
                </a:cubicBezTo>
                <a:cubicBezTo>
                  <a:pt x="91351" y="50753"/>
                  <a:pt x="91525" y="50778"/>
                  <a:pt x="91674" y="50778"/>
                </a:cubicBezTo>
                <a:lnTo>
                  <a:pt x="91799" y="50778"/>
                </a:lnTo>
                <a:cubicBezTo>
                  <a:pt x="91923" y="50778"/>
                  <a:pt x="92048" y="50803"/>
                  <a:pt x="92172" y="50803"/>
                </a:cubicBezTo>
                <a:lnTo>
                  <a:pt x="92321" y="50803"/>
                </a:lnTo>
                <a:cubicBezTo>
                  <a:pt x="92695" y="50828"/>
                  <a:pt x="93068" y="50828"/>
                  <a:pt x="93441" y="50828"/>
                </a:cubicBezTo>
                <a:cubicBezTo>
                  <a:pt x="94089" y="50828"/>
                  <a:pt x="94711" y="50803"/>
                  <a:pt x="95333" y="50778"/>
                </a:cubicBezTo>
                <a:lnTo>
                  <a:pt x="95333" y="50778"/>
                </a:lnTo>
                <a:cubicBezTo>
                  <a:pt x="95333" y="50778"/>
                  <a:pt x="95333" y="50803"/>
                  <a:pt x="95308" y="50803"/>
                </a:cubicBezTo>
                <a:cubicBezTo>
                  <a:pt x="95308" y="50803"/>
                  <a:pt x="95308" y="50828"/>
                  <a:pt x="95283" y="50828"/>
                </a:cubicBezTo>
                <a:cubicBezTo>
                  <a:pt x="94960" y="50877"/>
                  <a:pt x="94636" y="50877"/>
                  <a:pt x="94313" y="50877"/>
                </a:cubicBezTo>
                <a:lnTo>
                  <a:pt x="94263" y="50877"/>
                </a:lnTo>
                <a:cubicBezTo>
                  <a:pt x="93964" y="50877"/>
                  <a:pt x="93690" y="50902"/>
                  <a:pt x="93417" y="50902"/>
                </a:cubicBezTo>
                <a:lnTo>
                  <a:pt x="92321" y="50902"/>
                </a:lnTo>
                <a:cubicBezTo>
                  <a:pt x="92023" y="50902"/>
                  <a:pt x="91724" y="50877"/>
                  <a:pt x="91425" y="50828"/>
                </a:cubicBezTo>
                <a:lnTo>
                  <a:pt x="91226" y="50828"/>
                </a:lnTo>
                <a:cubicBezTo>
                  <a:pt x="90903" y="50803"/>
                  <a:pt x="90579" y="50778"/>
                  <a:pt x="90230" y="50703"/>
                </a:cubicBezTo>
                <a:lnTo>
                  <a:pt x="90181" y="50703"/>
                </a:lnTo>
                <a:cubicBezTo>
                  <a:pt x="89832" y="50653"/>
                  <a:pt x="89459" y="50629"/>
                  <a:pt x="89110" y="50554"/>
                </a:cubicBezTo>
                <a:cubicBezTo>
                  <a:pt x="88538" y="50454"/>
                  <a:pt x="87940" y="50305"/>
                  <a:pt x="87343" y="50156"/>
                </a:cubicBezTo>
                <a:lnTo>
                  <a:pt x="87343" y="50131"/>
                </a:lnTo>
                <a:cubicBezTo>
                  <a:pt x="87368" y="50131"/>
                  <a:pt x="87368" y="50106"/>
                  <a:pt x="87368" y="50056"/>
                </a:cubicBezTo>
                <a:close/>
                <a:moveTo>
                  <a:pt x="115445" y="38681"/>
                </a:moveTo>
                <a:cubicBezTo>
                  <a:pt x="116067" y="41444"/>
                  <a:pt x="116192" y="44530"/>
                  <a:pt x="115819" y="47766"/>
                </a:cubicBezTo>
                <a:cubicBezTo>
                  <a:pt x="115495" y="48811"/>
                  <a:pt x="115146" y="49907"/>
                  <a:pt x="114748" y="51002"/>
                </a:cubicBezTo>
                <a:cubicBezTo>
                  <a:pt x="114201" y="48811"/>
                  <a:pt x="112881" y="46621"/>
                  <a:pt x="110940" y="44505"/>
                </a:cubicBezTo>
                <a:lnTo>
                  <a:pt x="111015" y="44406"/>
                </a:lnTo>
                <a:cubicBezTo>
                  <a:pt x="111139" y="44281"/>
                  <a:pt x="111263" y="44182"/>
                  <a:pt x="111363" y="44057"/>
                </a:cubicBezTo>
                <a:lnTo>
                  <a:pt x="111836" y="43584"/>
                </a:lnTo>
                <a:lnTo>
                  <a:pt x="112110" y="43311"/>
                </a:lnTo>
                <a:cubicBezTo>
                  <a:pt x="112259" y="43161"/>
                  <a:pt x="112433" y="42962"/>
                  <a:pt x="112583" y="42813"/>
                </a:cubicBezTo>
                <a:cubicBezTo>
                  <a:pt x="112632" y="42713"/>
                  <a:pt x="112732" y="42663"/>
                  <a:pt x="112807" y="42564"/>
                </a:cubicBezTo>
                <a:lnTo>
                  <a:pt x="113255" y="41991"/>
                </a:lnTo>
                <a:cubicBezTo>
                  <a:pt x="113329" y="41942"/>
                  <a:pt x="113354" y="41867"/>
                  <a:pt x="113429" y="41792"/>
                </a:cubicBezTo>
                <a:cubicBezTo>
                  <a:pt x="113578" y="41568"/>
                  <a:pt x="113728" y="41369"/>
                  <a:pt x="113877" y="41170"/>
                </a:cubicBezTo>
                <a:cubicBezTo>
                  <a:pt x="113927" y="41145"/>
                  <a:pt x="113952" y="41095"/>
                  <a:pt x="113977" y="41046"/>
                </a:cubicBezTo>
                <a:cubicBezTo>
                  <a:pt x="114549" y="40249"/>
                  <a:pt x="115047" y="39477"/>
                  <a:pt x="115445" y="38681"/>
                </a:cubicBezTo>
                <a:close/>
                <a:moveTo>
                  <a:pt x="65812" y="48214"/>
                </a:moveTo>
                <a:cubicBezTo>
                  <a:pt x="65812" y="48314"/>
                  <a:pt x="65837" y="48388"/>
                  <a:pt x="65837" y="48463"/>
                </a:cubicBezTo>
                <a:cubicBezTo>
                  <a:pt x="65837" y="48563"/>
                  <a:pt x="65887" y="48637"/>
                  <a:pt x="65887" y="48712"/>
                </a:cubicBezTo>
                <a:lnTo>
                  <a:pt x="65887" y="49011"/>
                </a:lnTo>
                <a:lnTo>
                  <a:pt x="65887" y="49210"/>
                </a:lnTo>
                <a:cubicBezTo>
                  <a:pt x="65787" y="49284"/>
                  <a:pt x="65787" y="49359"/>
                  <a:pt x="65787" y="49434"/>
                </a:cubicBezTo>
                <a:lnTo>
                  <a:pt x="65787" y="49633"/>
                </a:lnTo>
                <a:cubicBezTo>
                  <a:pt x="65787" y="49732"/>
                  <a:pt x="65762" y="49782"/>
                  <a:pt x="65762" y="49832"/>
                </a:cubicBezTo>
                <a:cubicBezTo>
                  <a:pt x="65762" y="49907"/>
                  <a:pt x="65713" y="49932"/>
                  <a:pt x="65713" y="50006"/>
                </a:cubicBezTo>
                <a:cubicBezTo>
                  <a:pt x="65688" y="50106"/>
                  <a:pt x="65663" y="50156"/>
                  <a:pt x="65663" y="50205"/>
                </a:cubicBezTo>
                <a:cubicBezTo>
                  <a:pt x="65663" y="50255"/>
                  <a:pt x="65613" y="50280"/>
                  <a:pt x="65613" y="50305"/>
                </a:cubicBezTo>
                <a:cubicBezTo>
                  <a:pt x="65588" y="50405"/>
                  <a:pt x="65538" y="50504"/>
                  <a:pt x="65464" y="50579"/>
                </a:cubicBezTo>
                <a:cubicBezTo>
                  <a:pt x="65439" y="50653"/>
                  <a:pt x="65364" y="50678"/>
                  <a:pt x="65314" y="50753"/>
                </a:cubicBezTo>
                <a:lnTo>
                  <a:pt x="65290" y="50778"/>
                </a:lnTo>
                <a:lnTo>
                  <a:pt x="65215" y="50828"/>
                </a:lnTo>
                <a:cubicBezTo>
                  <a:pt x="64991" y="50952"/>
                  <a:pt x="64742" y="51052"/>
                  <a:pt x="64468" y="51052"/>
                </a:cubicBezTo>
                <a:cubicBezTo>
                  <a:pt x="64319" y="51052"/>
                  <a:pt x="64120" y="51027"/>
                  <a:pt x="63945" y="51002"/>
                </a:cubicBezTo>
                <a:lnTo>
                  <a:pt x="63896" y="51002"/>
                </a:lnTo>
                <a:cubicBezTo>
                  <a:pt x="63448" y="50902"/>
                  <a:pt x="62950" y="50678"/>
                  <a:pt x="62402" y="50405"/>
                </a:cubicBezTo>
                <a:cubicBezTo>
                  <a:pt x="63547" y="49583"/>
                  <a:pt x="64667" y="48886"/>
                  <a:pt x="65812" y="48214"/>
                </a:cubicBezTo>
                <a:close/>
                <a:moveTo>
                  <a:pt x="65389" y="50977"/>
                </a:moveTo>
                <a:lnTo>
                  <a:pt x="65414" y="51002"/>
                </a:lnTo>
                <a:lnTo>
                  <a:pt x="65389" y="51027"/>
                </a:lnTo>
                <a:cubicBezTo>
                  <a:pt x="65339" y="51027"/>
                  <a:pt x="65339" y="51052"/>
                  <a:pt x="65339" y="51052"/>
                </a:cubicBezTo>
                <a:lnTo>
                  <a:pt x="65314" y="51101"/>
                </a:lnTo>
                <a:cubicBezTo>
                  <a:pt x="65290" y="51126"/>
                  <a:pt x="65240" y="51126"/>
                  <a:pt x="65215" y="51126"/>
                </a:cubicBezTo>
                <a:cubicBezTo>
                  <a:pt x="65140" y="51151"/>
                  <a:pt x="65066" y="51176"/>
                  <a:pt x="65016" y="51176"/>
                </a:cubicBezTo>
                <a:lnTo>
                  <a:pt x="65290" y="51002"/>
                </a:lnTo>
                <a:cubicBezTo>
                  <a:pt x="65314" y="51002"/>
                  <a:pt x="65314" y="50977"/>
                  <a:pt x="65339" y="50977"/>
                </a:cubicBezTo>
                <a:close/>
                <a:moveTo>
                  <a:pt x="62178" y="50504"/>
                </a:moveTo>
                <a:cubicBezTo>
                  <a:pt x="62228" y="50529"/>
                  <a:pt x="62303" y="50554"/>
                  <a:pt x="62328" y="50604"/>
                </a:cubicBezTo>
                <a:cubicBezTo>
                  <a:pt x="62576" y="50728"/>
                  <a:pt x="62800" y="50803"/>
                  <a:pt x="63024" y="50902"/>
                </a:cubicBezTo>
                <a:cubicBezTo>
                  <a:pt x="63049" y="50902"/>
                  <a:pt x="63074" y="50927"/>
                  <a:pt x="63099" y="50927"/>
                </a:cubicBezTo>
                <a:cubicBezTo>
                  <a:pt x="63323" y="51027"/>
                  <a:pt x="63547" y="51101"/>
                  <a:pt x="63771" y="51126"/>
                </a:cubicBezTo>
                <a:lnTo>
                  <a:pt x="63821" y="51126"/>
                </a:lnTo>
                <a:cubicBezTo>
                  <a:pt x="64045" y="51151"/>
                  <a:pt x="64219" y="51176"/>
                  <a:pt x="64418" y="51176"/>
                </a:cubicBezTo>
                <a:cubicBezTo>
                  <a:pt x="64518" y="51176"/>
                  <a:pt x="64568" y="51176"/>
                  <a:pt x="64667" y="51151"/>
                </a:cubicBezTo>
                <a:lnTo>
                  <a:pt x="64667" y="51151"/>
                </a:lnTo>
                <a:cubicBezTo>
                  <a:pt x="64617" y="51176"/>
                  <a:pt x="64593" y="51176"/>
                  <a:pt x="64568" y="51201"/>
                </a:cubicBezTo>
                <a:cubicBezTo>
                  <a:pt x="64444" y="51230"/>
                  <a:pt x="64313" y="51244"/>
                  <a:pt x="64176" y="51244"/>
                </a:cubicBezTo>
                <a:cubicBezTo>
                  <a:pt x="63592" y="51244"/>
                  <a:pt x="62884" y="50992"/>
                  <a:pt x="62079" y="50529"/>
                </a:cubicBezTo>
                <a:cubicBezTo>
                  <a:pt x="62103" y="50529"/>
                  <a:pt x="62103" y="50504"/>
                  <a:pt x="62128" y="50504"/>
                </a:cubicBezTo>
                <a:close/>
                <a:moveTo>
                  <a:pt x="110766" y="44630"/>
                </a:moveTo>
                <a:cubicBezTo>
                  <a:pt x="112807" y="46795"/>
                  <a:pt x="114126" y="49110"/>
                  <a:pt x="114698" y="51301"/>
                </a:cubicBezTo>
                <a:cubicBezTo>
                  <a:pt x="114698" y="51350"/>
                  <a:pt x="114674" y="51375"/>
                  <a:pt x="114674" y="51400"/>
                </a:cubicBezTo>
                <a:cubicBezTo>
                  <a:pt x="114101" y="49160"/>
                  <a:pt x="112757" y="46870"/>
                  <a:pt x="110741" y="44655"/>
                </a:cubicBezTo>
                <a:cubicBezTo>
                  <a:pt x="110766" y="44655"/>
                  <a:pt x="110766" y="44630"/>
                  <a:pt x="110766" y="44630"/>
                </a:cubicBezTo>
                <a:close/>
                <a:moveTo>
                  <a:pt x="115744" y="48737"/>
                </a:moveTo>
                <a:cubicBezTo>
                  <a:pt x="115719" y="48861"/>
                  <a:pt x="115719" y="49011"/>
                  <a:pt x="115694" y="49135"/>
                </a:cubicBezTo>
                <a:cubicBezTo>
                  <a:pt x="115445" y="49882"/>
                  <a:pt x="115196" y="50629"/>
                  <a:pt x="114947" y="51400"/>
                </a:cubicBezTo>
                <a:cubicBezTo>
                  <a:pt x="114947" y="51375"/>
                  <a:pt x="114922" y="51350"/>
                  <a:pt x="114922" y="51301"/>
                </a:cubicBezTo>
                <a:cubicBezTo>
                  <a:pt x="115196" y="50429"/>
                  <a:pt x="115470" y="49608"/>
                  <a:pt x="115744" y="48737"/>
                </a:cubicBezTo>
                <a:close/>
                <a:moveTo>
                  <a:pt x="114748" y="51624"/>
                </a:moveTo>
                <a:cubicBezTo>
                  <a:pt x="114748" y="51649"/>
                  <a:pt x="114748" y="51674"/>
                  <a:pt x="114798" y="51749"/>
                </a:cubicBezTo>
                <a:cubicBezTo>
                  <a:pt x="114798" y="51774"/>
                  <a:pt x="114748" y="51848"/>
                  <a:pt x="114748" y="51873"/>
                </a:cubicBezTo>
                <a:cubicBezTo>
                  <a:pt x="114748" y="51798"/>
                  <a:pt x="114748" y="51774"/>
                  <a:pt x="114723" y="51749"/>
                </a:cubicBezTo>
                <a:cubicBezTo>
                  <a:pt x="114723" y="51724"/>
                  <a:pt x="114748" y="51649"/>
                  <a:pt x="114748" y="51624"/>
                </a:cubicBezTo>
                <a:close/>
                <a:moveTo>
                  <a:pt x="115470" y="50405"/>
                </a:moveTo>
                <a:cubicBezTo>
                  <a:pt x="115346" y="51002"/>
                  <a:pt x="115221" y="51624"/>
                  <a:pt x="115097" y="52222"/>
                </a:cubicBezTo>
                <a:lnTo>
                  <a:pt x="114997" y="51749"/>
                </a:lnTo>
                <a:cubicBezTo>
                  <a:pt x="115171" y="51301"/>
                  <a:pt x="115321" y="50877"/>
                  <a:pt x="115470" y="50405"/>
                </a:cubicBezTo>
                <a:close/>
                <a:moveTo>
                  <a:pt x="29720" y="40423"/>
                </a:moveTo>
                <a:cubicBezTo>
                  <a:pt x="32234" y="41991"/>
                  <a:pt x="34898" y="43908"/>
                  <a:pt x="37511" y="45999"/>
                </a:cubicBezTo>
                <a:cubicBezTo>
                  <a:pt x="35520" y="48139"/>
                  <a:pt x="33603" y="50355"/>
                  <a:pt x="31836" y="52595"/>
                </a:cubicBezTo>
                <a:cubicBezTo>
                  <a:pt x="29546" y="50728"/>
                  <a:pt x="27331" y="48762"/>
                  <a:pt x="25339" y="46820"/>
                </a:cubicBezTo>
                <a:cubicBezTo>
                  <a:pt x="26584" y="44680"/>
                  <a:pt x="28077" y="42539"/>
                  <a:pt x="29720" y="40423"/>
                </a:cubicBezTo>
                <a:close/>
                <a:moveTo>
                  <a:pt x="64717" y="51500"/>
                </a:moveTo>
                <a:lnTo>
                  <a:pt x="64443" y="51674"/>
                </a:lnTo>
                <a:cubicBezTo>
                  <a:pt x="64418" y="51724"/>
                  <a:pt x="64393" y="51749"/>
                  <a:pt x="64344" y="51749"/>
                </a:cubicBezTo>
                <a:cubicBezTo>
                  <a:pt x="64169" y="51873"/>
                  <a:pt x="63995" y="51998"/>
                  <a:pt x="63846" y="52122"/>
                </a:cubicBezTo>
                <a:cubicBezTo>
                  <a:pt x="63600" y="52294"/>
                  <a:pt x="63379" y="52490"/>
                  <a:pt x="63181" y="52639"/>
                </a:cubicBezTo>
                <a:lnTo>
                  <a:pt x="63181" y="52639"/>
                </a:lnTo>
                <a:cubicBezTo>
                  <a:pt x="63541" y="52296"/>
                  <a:pt x="63978" y="51972"/>
                  <a:pt x="64393" y="51649"/>
                </a:cubicBezTo>
                <a:cubicBezTo>
                  <a:pt x="64418" y="51624"/>
                  <a:pt x="64468" y="51599"/>
                  <a:pt x="64518" y="51550"/>
                </a:cubicBezTo>
                <a:cubicBezTo>
                  <a:pt x="64543" y="51525"/>
                  <a:pt x="64568" y="51500"/>
                  <a:pt x="64593" y="51500"/>
                </a:cubicBezTo>
                <a:close/>
                <a:moveTo>
                  <a:pt x="37636" y="46123"/>
                </a:moveTo>
                <a:cubicBezTo>
                  <a:pt x="37660" y="46123"/>
                  <a:pt x="37660" y="46148"/>
                  <a:pt x="37685" y="46148"/>
                </a:cubicBezTo>
                <a:cubicBezTo>
                  <a:pt x="35694" y="48289"/>
                  <a:pt x="33802" y="50504"/>
                  <a:pt x="32035" y="52744"/>
                </a:cubicBezTo>
                <a:cubicBezTo>
                  <a:pt x="31985" y="52744"/>
                  <a:pt x="31985" y="52719"/>
                  <a:pt x="31960" y="52719"/>
                </a:cubicBezTo>
                <a:cubicBezTo>
                  <a:pt x="33728" y="50479"/>
                  <a:pt x="35644" y="48264"/>
                  <a:pt x="37636" y="46123"/>
                </a:cubicBezTo>
                <a:close/>
                <a:moveTo>
                  <a:pt x="63099" y="52719"/>
                </a:moveTo>
                <a:lnTo>
                  <a:pt x="63074" y="52744"/>
                </a:lnTo>
                <a:cubicBezTo>
                  <a:pt x="63069" y="52747"/>
                  <a:pt x="63064" y="52750"/>
                  <a:pt x="63059" y="52753"/>
                </a:cubicBezTo>
                <a:lnTo>
                  <a:pt x="63059" y="52753"/>
                </a:lnTo>
                <a:lnTo>
                  <a:pt x="63099" y="52719"/>
                </a:lnTo>
                <a:close/>
                <a:moveTo>
                  <a:pt x="25215" y="46945"/>
                </a:moveTo>
                <a:cubicBezTo>
                  <a:pt x="27206" y="48911"/>
                  <a:pt x="29421" y="50853"/>
                  <a:pt x="31711" y="52719"/>
                </a:cubicBezTo>
                <a:cubicBezTo>
                  <a:pt x="31687" y="52744"/>
                  <a:pt x="31687" y="52769"/>
                  <a:pt x="31662" y="52769"/>
                </a:cubicBezTo>
                <a:cubicBezTo>
                  <a:pt x="29372" y="50927"/>
                  <a:pt x="27181" y="48986"/>
                  <a:pt x="25190" y="47019"/>
                </a:cubicBezTo>
                <a:cubicBezTo>
                  <a:pt x="25190" y="46994"/>
                  <a:pt x="25215" y="46994"/>
                  <a:pt x="25215" y="46945"/>
                </a:cubicBezTo>
                <a:close/>
                <a:moveTo>
                  <a:pt x="48662" y="37088"/>
                </a:moveTo>
                <a:cubicBezTo>
                  <a:pt x="50330" y="39303"/>
                  <a:pt x="52023" y="41469"/>
                  <a:pt x="53765" y="43435"/>
                </a:cubicBezTo>
                <a:cubicBezTo>
                  <a:pt x="53889" y="43559"/>
                  <a:pt x="53989" y="43709"/>
                  <a:pt x="54113" y="43833"/>
                </a:cubicBezTo>
                <a:cubicBezTo>
                  <a:pt x="54313" y="44032"/>
                  <a:pt x="54487" y="44207"/>
                  <a:pt x="54636" y="44431"/>
                </a:cubicBezTo>
                <a:cubicBezTo>
                  <a:pt x="51525" y="47119"/>
                  <a:pt x="48588" y="49932"/>
                  <a:pt x="45874" y="52869"/>
                </a:cubicBezTo>
                <a:cubicBezTo>
                  <a:pt x="43734" y="50728"/>
                  <a:pt x="41295" y="48538"/>
                  <a:pt x="38756" y="46497"/>
                </a:cubicBezTo>
                <a:cubicBezTo>
                  <a:pt x="41519" y="43062"/>
                  <a:pt x="44879" y="39826"/>
                  <a:pt x="48662" y="37088"/>
                </a:cubicBezTo>
                <a:close/>
                <a:moveTo>
                  <a:pt x="31836" y="52844"/>
                </a:moveTo>
                <a:cubicBezTo>
                  <a:pt x="31861" y="52844"/>
                  <a:pt x="31861" y="52869"/>
                  <a:pt x="31911" y="52869"/>
                </a:cubicBezTo>
                <a:cubicBezTo>
                  <a:pt x="31911" y="52894"/>
                  <a:pt x="31861" y="52894"/>
                  <a:pt x="31861" y="52919"/>
                </a:cubicBezTo>
                <a:cubicBezTo>
                  <a:pt x="31836" y="52919"/>
                  <a:pt x="31836" y="52894"/>
                  <a:pt x="31811" y="52894"/>
                </a:cubicBezTo>
                <a:cubicBezTo>
                  <a:pt x="31811" y="52869"/>
                  <a:pt x="31836" y="52869"/>
                  <a:pt x="31836" y="52844"/>
                </a:cubicBezTo>
                <a:close/>
                <a:moveTo>
                  <a:pt x="114848" y="52097"/>
                </a:moveTo>
                <a:cubicBezTo>
                  <a:pt x="114873" y="52296"/>
                  <a:pt x="114922" y="52545"/>
                  <a:pt x="114947" y="52769"/>
                </a:cubicBezTo>
                <a:cubicBezTo>
                  <a:pt x="114947" y="52819"/>
                  <a:pt x="114922" y="52894"/>
                  <a:pt x="114922" y="52919"/>
                </a:cubicBezTo>
                <a:cubicBezTo>
                  <a:pt x="114922" y="52719"/>
                  <a:pt x="114873" y="52470"/>
                  <a:pt x="114823" y="52222"/>
                </a:cubicBezTo>
                <a:cubicBezTo>
                  <a:pt x="114823" y="52172"/>
                  <a:pt x="114848" y="52122"/>
                  <a:pt x="114848" y="52097"/>
                </a:cubicBezTo>
                <a:close/>
                <a:moveTo>
                  <a:pt x="115968" y="48762"/>
                </a:moveTo>
                <a:cubicBezTo>
                  <a:pt x="115769" y="50131"/>
                  <a:pt x="115495" y="51525"/>
                  <a:pt x="115146" y="52968"/>
                </a:cubicBezTo>
                <a:cubicBezTo>
                  <a:pt x="115146" y="52894"/>
                  <a:pt x="115146" y="52844"/>
                  <a:pt x="115122" y="52769"/>
                </a:cubicBezTo>
                <a:cubicBezTo>
                  <a:pt x="115445" y="51550"/>
                  <a:pt x="115694" y="50380"/>
                  <a:pt x="115843" y="49185"/>
                </a:cubicBezTo>
                <a:cubicBezTo>
                  <a:pt x="115868" y="49036"/>
                  <a:pt x="115943" y="48911"/>
                  <a:pt x="115968" y="48762"/>
                </a:cubicBezTo>
                <a:close/>
                <a:moveTo>
                  <a:pt x="38656" y="46621"/>
                </a:moveTo>
                <a:cubicBezTo>
                  <a:pt x="41170" y="48662"/>
                  <a:pt x="43609" y="50803"/>
                  <a:pt x="45750" y="52968"/>
                </a:cubicBezTo>
                <a:cubicBezTo>
                  <a:pt x="45750" y="52993"/>
                  <a:pt x="45725" y="52993"/>
                  <a:pt x="45725" y="53018"/>
                </a:cubicBezTo>
                <a:cubicBezTo>
                  <a:pt x="43560" y="50877"/>
                  <a:pt x="41145" y="48687"/>
                  <a:pt x="38631" y="46671"/>
                </a:cubicBezTo>
                <a:cubicBezTo>
                  <a:pt x="38631" y="46646"/>
                  <a:pt x="38656" y="46646"/>
                  <a:pt x="38656" y="46621"/>
                </a:cubicBezTo>
                <a:close/>
                <a:moveTo>
                  <a:pt x="54810" y="44555"/>
                </a:moveTo>
                <a:cubicBezTo>
                  <a:pt x="54810" y="44580"/>
                  <a:pt x="54835" y="44580"/>
                  <a:pt x="54835" y="44605"/>
                </a:cubicBezTo>
                <a:cubicBezTo>
                  <a:pt x="51724" y="47268"/>
                  <a:pt x="48787" y="50106"/>
                  <a:pt x="46049" y="53018"/>
                </a:cubicBezTo>
                <a:lnTo>
                  <a:pt x="46024" y="52993"/>
                </a:lnTo>
                <a:cubicBezTo>
                  <a:pt x="48762" y="50056"/>
                  <a:pt x="51699" y="47243"/>
                  <a:pt x="54810" y="44555"/>
                </a:cubicBezTo>
                <a:close/>
                <a:moveTo>
                  <a:pt x="77860" y="44879"/>
                </a:moveTo>
                <a:cubicBezTo>
                  <a:pt x="77909" y="44929"/>
                  <a:pt x="77959" y="45003"/>
                  <a:pt x="78009" y="45028"/>
                </a:cubicBezTo>
                <a:lnTo>
                  <a:pt x="78108" y="45401"/>
                </a:lnTo>
                <a:cubicBezTo>
                  <a:pt x="78133" y="45501"/>
                  <a:pt x="78133" y="45576"/>
                  <a:pt x="78158" y="45675"/>
                </a:cubicBezTo>
                <a:cubicBezTo>
                  <a:pt x="78208" y="45775"/>
                  <a:pt x="78208" y="45849"/>
                  <a:pt x="78208" y="45949"/>
                </a:cubicBezTo>
                <a:lnTo>
                  <a:pt x="78208" y="46049"/>
                </a:lnTo>
                <a:cubicBezTo>
                  <a:pt x="78233" y="46173"/>
                  <a:pt x="78233" y="46298"/>
                  <a:pt x="78258" y="46397"/>
                </a:cubicBezTo>
                <a:cubicBezTo>
                  <a:pt x="78258" y="46497"/>
                  <a:pt x="78258" y="46571"/>
                  <a:pt x="78283" y="46646"/>
                </a:cubicBezTo>
                <a:cubicBezTo>
                  <a:pt x="78283" y="46795"/>
                  <a:pt x="78333" y="46945"/>
                  <a:pt x="78333" y="47144"/>
                </a:cubicBezTo>
                <a:lnTo>
                  <a:pt x="78333" y="47243"/>
                </a:lnTo>
                <a:cubicBezTo>
                  <a:pt x="78357" y="48115"/>
                  <a:pt x="78258" y="49036"/>
                  <a:pt x="78084" y="50006"/>
                </a:cubicBezTo>
                <a:lnTo>
                  <a:pt x="78084" y="50056"/>
                </a:lnTo>
                <a:cubicBezTo>
                  <a:pt x="77884" y="51027"/>
                  <a:pt x="77636" y="52022"/>
                  <a:pt x="77287" y="53018"/>
                </a:cubicBezTo>
                <a:cubicBezTo>
                  <a:pt x="75968" y="51599"/>
                  <a:pt x="74922" y="50131"/>
                  <a:pt x="74225" y="48662"/>
                </a:cubicBezTo>
                <a:cubicBezTo>
                  <a:pt x="74972" y="47542"/>
                  <a:pt x="75669" y="46447"/>
                  <a:pt x="76341" y="45327"/>
                </a:cubicBezTo>
                <a:cubicBezTo>
                  <a:pt x="76441" y="45277"/>
                  <a:pt x="76615" y="45227"/>
                  <a:pt x="76789" y="45177"/>
                </a:cubicBezTo>
                <a:cubicBezTo>
                  <a:pt x="77163" y="45053"/>
                  <a:pt x="77511" y="44953"/>
                  <a:pt x="77860" y="44879"/>
                </a:cubicBezTo>
                <a:close/>
                <a:moveTo>
                  <a:pt x="69795" y="48388"/>
                </a:moveTo>
                <a:cubicBezTo>
                  <a:pt x="69372" y="49060"/>
                  <a:pt x="68824" y="49907"/>
                  <a:pt x="68177" y="50853"/>
                </a:cubicBezTo>
                <a:cubicBezTo>
                  <a:pt x="68077" y="50977"/>
                  <a:pt x="68003" y="51126"/>
                  <a:pt x="67903" y="51251"/>
                </a:cubicBezTo>
                <a:cubicBezTo>
                  <a:pt x="67580" y="51649"/>
                  <a:pt x="67206" y="52172"/>
                  <a:pt x="66659" y="52919"/>
                </a:cubicBezTo>
                <a:cubicBezTo>
                  <a:pt x="66659" y="52919"/>
                  <a:pt x="66634" y="52968"/>
                  <a:pt x="66634" y="52993"/>
                </a:cubicBezTo>
                <a:cubicBezTo>
                  <a:pt x="66634" y="53018"/>
                  <a:pt x="66584" y="53018"/>
                  <a:pt x="66584" y="53043"/>
                </a:cubicBezTo>
                <a:lnTo>
                  <a:pt x="66484" y="53043"/>
                </a:lnTo>
                <a:cubicBezTo>
                  <a:pt x="66484" y="53018"/>
                  <a:pt x="66534" y="52993"/>
                  <a:pt x="66534" y="52993"/>
                </a:cubicBezTo>
                <a:cubicBezTo>
                  <a:pt x="66559" y="52919"/>
                  <a:pt x="66584" y="52894"/>
                  <a:pt x="66584" y="52894"/>
                </a:cubicBezTo>
                <a:lnTo>
                  <a:pt x="66659" y="52844"/>
                </a:lnTo>
                <a:cubicBezTo>
                  <a:pt x="67082" y="52271"/>
                  <a:pt x="67480" y="51724"/>
                  <a:pt x="67853" y="51176"/>
                </a:cubicBezTo>
                <a:cubicBezTo>
                  <a:pt x="67928" y="51126"/>
                  <a:pt x="67953" y="51027"/>
                  <a:pt x="68028" y="50977"/>
                </a:cubicBezTo>
                <a:cubicBezTo>
                  <a:pt x="68152" y="50803"/>
                  <a:pt x="68227" y="50653"/>
                  <a:pt x="68326" y="50529"/>
                </a:cubicBezTo>
                <a:cubicBezTo>
                  <a:pt x="68650" y="50106"/>
                  <a:pt x="68849" y="49782"/>
                  <a:pt x="69197" y="49260"/>
                </a:cubicBezTo>
                <a:lnTo>
                  <a:pt x="69770" y="48413"/>
                </a:lnTo>
                <a:lnTo>
                  <a:pt x="69795" y="48388"/>
                </a:lnTo>
                <a:close/>
                <a:moveTo>
                  <a:pt x="45874" y="53093"/>
                </a:moveTo>
                <a:lnTo>
                  <a:pt x="45899" y="53118"/>
                </a:lnTo>
                <a:cubicBezTo>
                  <a:pt x="45899" y="53143"/>
                  <a:pt x="45874" y="53143"/>
                  <a:pt x="45874" y="53167"/>
                </a:cubicBezTo>
                <a:cubicBezTo>
                  <a:pt x="45874" y="53167"/>
                  <a:pt x="45874" y="53143"/>
                  <a:pt x="45850" y="53143"/>
                </a:cubicBezTo>
                <a:cubicBezTo>
                  <a:pt x="45850" y="53118"/>
                  <a:pt x="45874" y="53118"/>
                  <a:pt x="45874" y="53093"/>
                </a:cubicBezTo>
                <a:close/>
                <a:moveTo>
                  <a:pt x="72384" y="47019"/>
                </a:moveTo>
                <a:lnTo>
                  <a:pt x="72384" y="47019"/>
                </a:lnTo>
                <a:cubicBezTo>
                  <a:pt x="71562" y="49036"/>
                  <a:pt x="70492" y="51126"/>
                  <a:pt x="69123" y="53167"/>
                </a:cubicBezTo>
                <a:cubicBezTo>
                  <a:pt x="68409" y="52979"/>
                  <a:pt x="67808" y="52891"/>
                  <a:pt x="67321" y="52891"/>
                </a:cubicBezTo>
                <a:cubicBezTo>
                  <a:pt x="67163" y="52891"/>
                  <a:pt x="67017" y="52900"/>
                  <a:pt x="66883" y="52919"/>
                </a:cubicBezTo>
                <a:cubicBezTo>
                  <a:pt x="67156" y="52595"/>
                  <a:pt x="67405" y="52246"/>
                  <a:pt x="67629" y="51923"/>
                </a:cubicBezTo>
                <a:cubicBezTo>
                  <a:pt x="67704" y="51798"/>
                  <a:pt x="67804" y="51674"/>
                  <a:pt x="67878" y="51550"/>
                </a:cubicBezTo>
                <a:cubicBezTo>
                  <a:pt x="68003" y="51400"/>
                  <a:pt x="68077" y="51251"/>
                  <a:pt x="68177" y="51126"/>
                </a:cubicBezTo>
                <a:cubicBezTo>
                  <a:pt x="68252" y="51052"/>
                  <a:pt x="68276" y="50977"/>
                  <a:pt x="68326" y="50902"/>
                </a:cubicBezTo>
                <a:cubicBezTo>
                  <a:pt x="68376" y="50877"/>
                  <a:pt x="68401" y="50803"/>
                  <a:pt x="68426" y="50778"/>
                </a:cubicBezTo>
                <a:cubicBezTo>
                  <a:pt x="68501" y="50678"/>
                  <a:pt x="68550" y="50604"/>
                  <a:pt x="68650" y="50504"/>
                </a:cubicBezTo>
                <a:lnTo>
                  <a:pt x="69023" y="49932"/>
                </a:lnTo>
                <a:cubicBezTo>
                  <a:pt x="69123" y="49807"/>
                  <a:pt x="69173" y="49683"/>
                  <a:pt x="69272" y="49533"/>
                </a:cubicBezTo>
                <a:cubicBezTo>
                  <a:pt x="69571" y="49060"/>
                  <a:pt x="69870" y="48637"/>
                  <a:pt x="70168" y="48164"/>
                </a:cubicBezTo>
                <a:cubicBezTo>
                  <a:pt x="70442" y="48015"/>
                  <a:pt x="70691" y="47891"/>
                  <a:pt x="70940" y="47716"/>
                </a:cubicBezTo>
                <a:cubicBezTo>
                  <a:pt x="71512" y="47442"/>
                  <a:pt x="71985" y="47194"/>
                  <a:pt x="72384" y="47019"/>
                </a:cubicBezTo>
                <a:close/>
                <a:moveTo>
                  <a:pt x="78208" y="45202"/>
                </a:moveTo>
                <a:lnTo>
                  <a:pt x="78233" y="45227"/>
                </a:lnTo>
                <a:lnTo>
                  <a:pt x="78258" y="45277"/>
                </a:lnTo>
                <a:cubicBezTo>
                  <a:pt x="78258" y="45302"/>
                  <a:pt x="78258" y="45327"/>
                  <a:pt x="78283" y="45352"/>
                </a:cubicBezTo>
                <a:cubicBezTo>
                  <a:pt x="78333" y="45451"/>
                  <a:pt x="78333" y="45526"/>
                  <a:pt x="78333" y="45601"/>
                </a:cubicBezTo>
                <a:cubicBezTo>
                  <a:pt x="78333" y="45650"/>
                  <a:pt x="78333" y="45675"/>
                  <a:pt x="78357" y="45700"/>
                </a:cubicBezTo>
                <a:cubicBezTo>
                  <a:pt x="78382" y="45825"/>
                  <a:pt x="78382" y="45924"/>
                  <a:pt x="78407" y="46049"/>
                </a:cubicBezTo>
                <a:cubicBezTo>
                  <a:pt x="78482" y="46273"/>
                  <a:pt x="78482" y="46372"/>
                  <a:pt x="78482" y="46447"/>
                </a:cubicBezTo>
                <a:lnTo>
                  <a:pt x="78482" y="46546"/>
                </a:lnTo>
                <a:cubicBezTo>
                  <a:pt x="78482" y="46671"/>
                  <a:pt x="78507" y="46770"/>
                  <a:pt x="78507" y="46895"/>
                </a:cubicBezTo>
                <a:lnTo>
                  <a:pt x="78507" y="47243"/>
                </a:lnTo>
                <a:lnTo>
                  <a:pt x="78507" y="47293"/>
                </a:lnTo>
                <a:lnTo>
                  <a:pt x="78507" y="47667"/>
                </a:lnTo>
                <a:lnTo>
                  <a:pt x="78507" y="48040"/>
                </a:lnTo>
                <a:lnTo>
                  <a:pt x="78507" y="48065"/>
                </a:lnTo>
                <a:cubicBezTo>
                  <a:pt x="78507" y="48189"/>
                  <a:pt x="78507" y="48314"/>
                  <a:pt x="78482" y="48438"/>
                </a:cubicBezTo>
                <a:cubicBezTo>
                  <a:pt x="78482" y="48563"/>
                  <a:pt x="78432" y="48687"/>
                  <a:pt x="78432" y="48836"/>
                </a:cubicBezTo>
                <a:cubicBezTo>
                  <a:pt x="78432" y="48961"/>
                  <a:pt x="78407" y="49135"/>
                  <a:pt x="78382" y="49260"/>
                </a:cubicBezTo>
                <a:cubicBezTo>
                  <a:pt x="78357" y="49384"/>
                  <a:pt x="78357" y="49508"/>
                  <a:pt x="78308" y="49633"/>
                </a:cubicBezTo>
                <a:cubicBezTo>
                  <a:pt x="78283" y="49782"/>
                  <a:pt x="78258" y="49907"/>
                  <a:pt x="78258" y="50056"/>
                </a:cubicBezTo>
                <a:cubicBezTo>
                  <a:pt x="78233" y="50180"/>
                  <a:pt x="78233" y="50305"/>
                  <a:pt x="78208" y="50429"/>
                </a:cubicBezTo>
                <a:cubicBezTo>
                  <a:pt x="78158" y="50579"/>
                  <a:pt x="78133" y="50753"/>
                  <a:pt x="78108" y="50877"/>
                </a:cubicBezTo>
                <a:lnTo>
                  <a:pt x="78009" y="51251"/>
                </a:lnTo>
                <a:cubicBezTo>
                  <a:pt x="77984" y="51400"/>
                  <a:pt x="77909" y="51550"/>
                  <a:pt x="77884" y="51674"/>
                </a:cubicBezTo>
                <a:lnTo>
                  <a:pt x="77785" y="52047"/>
                </a:lnTo>
                <a:lnTo>
                  <a:pt x="77785" y="52072"/>
                </a:lnTo>
                <a:cubicBezTo>
                  <a:pt x="77760" y="52246"/>
                  <a:pt x="77685" y="52371"/>
                  <a:pt x="77660" y="52520"/>
                </a:cubicBezTo>
                <a:cubicBezTo>
                  <a:pt x="77636" y="52645"/>
                  <a:pt x="77586" y="52794"/>
                  <a:pt x="77536" y="52919"/>
                </a:cubicBezTo>
                <a:lnTo>
                  <a:pt x="77536" y="52943"/>
                </a:lnTo>
                <a:cubicBezTo>
                  <a:pt x="77511" y="53043"/>
                  <a:pt x="77486" y="53118"/>
                  <a:pt x="77461" y="53192"/>
                </a:cubicBezTo>
                <a:lnTo>
                  <a:pt x="77412" y="53167"/>
                </a:lnTo>
                <a:lnTo>
                  <a:pt x="77387" y="53143"/>
                </a:lnTo>
                <a:cubicBezTo>
                  <a:pt x="77387" y="53118"/>
                  <a:pt x="77387" y="53118"/>
                  <a:pt x="77412" y="53068"/>
                </a:cubicBezTo>
                <a:cubicBezTo>
                  <a:pt x="77461" y="52993"/>
                  <a:pt x="77486" y="52894"/>
                  <a:pt x="77511" y="52819"/>
                </a:cubicBezTo>
                <a:cubicBezTo>
                  <a:pt x="77611" y="52620"/>
                  <a:pt x="77660" y="52371"/>
                  <a:pt x="77735" y="52147"/>
                </a:cubicBezTo>
                <a:lnTo>
                  <a:pt x="77735" y="52122"/>
                </a:lnTo>
                <a:cubicBezTo>
                  <a:pt x="77760" y="52022"/>
                  <a:pt x="77785" y="51898"/>
                  <a:pt x="77835" y="51798"/>
                </a:cubicBezTo>
                <a:cubicBezTo>
                  <a:pt x="77835" y="51774"/>
                  <a:pt x="77835" y="51774"/>
                  <a:pt x="77860" y="51749"/>
                </a:cubicBezTo>
                <a:cubicBezTo>
                  <a:pt x="77909" y="51525"/>
                  <a:pt x="77984" y="51276"/>
                  <a:pt x="78034" y="51052"/>
                </a:cubicBezTo>
                <a:lnTo>
                  <a:pt x="78034" y="51027"/>
                </a:lnTo>
                <a:cubicBezTo>
                  <a:pt x="78084" y="50927"/>
                  <a:pt x="78108" y="50803"/>
                  <a:pt x="78108" y="50728"/>
                </a:cubicBezTo>
                <a:lnTo>
                  <a:pt x="78108" y="50678"/>
                </a:lnTo>
                <a:cubicBezTo>
                  <a:pt x="78158" y="50429"/>
                  <a:pt x="78208" y="50180"/>
                  <a:pt x="78258" y="49932"/>
                </a:cubicBezTo>
                <a:cubicBezTo>
                  <a:pt x="78258" y="49857"/>
                  <a:pt x="78283" y="49757"/>
                  <a:pt x="78283" y="49683"/>
                </a:cubicBezTo>
                <a:cubicBezTo>
                  <a:pt x="78283" y="49633"/>
                  <a:pt x="78333" y="49533"/>
                  <a:pt x="78333" y="49484"/>
                </a:cubicBezTo>
                <a:lnTo>
                  <a:pt x="78333" y="49434"/>
                </a:lnTo>
                <a:cubicBezTo>
                  <a:pt x="78357" y="49235"/>
                  <a:pt x="78382" y="49011"/>
                  <a:pt x="78407" y="48762"/>
                </a:cubicBezTo>
                <a:lnTo>
                  <a:pt x="78407" y="48737"/>
                </a:lnTo>
                <a:lnTo>
                  <a:pt x="78407" y="48637"/>
                </a:lnTo>
                <a:cubicBezTo>
                  <a:pt x="78457" y="48438"/>
                  <a:pt x="78457" y="48264"/>
                  <a:pt x="78457" y="48065"/>
                </a:cubicBezTo>
                <a:lnTo>
                  <a:pt x="78457" y="47816"/>
                </a:lnTo>
                <a:lnTo>
                  <a:pt x="78457" y="47791"/>
                </a:lnTo>
                <a:lnTo>
                  <a:pt x="78457" y="47393"/>
                </a:lnTo>
                <a:lnTo>
                  <a:pt x="78457" y="47069"/>
                </a:lnTo>
                <a:lnTo>
                  <a:pt x="78457" y="47044"/>
                </a:lnTo>
                <a:lnTo>
                  <a:pt x="78457" y="46945"/>
                </a:lnTo>
                <a:cubicBezTo>
                  <a:pt x="78457" y="46845"/>
                  <a:pt x="78457" y="46795"/>
                  <a:pt x="78407" y="46696"/>
                </a:cubicBezTo>
                <a:cubicBezTo>
                  <a:pt x="78407" y="46571"/>
                  <a:pt x="78407" y="46422"/>
                  <a:pt x="78382" y="46298"/>
                </a:cubicBezTo>
                <a:cubicBezTo>
                  <a:pt x="78382" y="46198"/>
                  <a:pt x="78357" y="46098"/>
                  <a:pt x="78357" y="46024"/>
                </a:cubicBezTo>
                <a:cubicBezTo>
                  <a:pt x="78333" y="45849"/>
                  <a:pt x="78333" y="45700"/>
                  <a:pt x="78283" y="45576"/>
                </a:cubicBezTo>
                <a:cubicBezTo>
                  <a:pt x="78283" y="45551"/>
                  <a:pt x="78258" y="45476"/>
                  <a:pt x="78258" y="45451"/>
                </a:cubicBezTo>
                <a:cubicBezTo>
                  <a:pt x="78258" y="45426"/>
                  <a:pt x="78258" y="45401"/>
                  <a:pt x="78233" y="45352"/>
                </a:cubicBezTo>
                <a:lnTo>
                  <a:pt x="78233" y="45327"/>
                </a:lnTo>
                <a:cubicBezTo>
                  <a:pt x="78233" y="45302"/>
                  <a:pt x="78208" y="45227"/>
                  <a:pt x="78208" y="45202"/>
                </a:cubicBezTo>
                <a:close/>
                <a:moveTo>
                  <a:pt x="72757" y="46820"/>
                </a:moveTo>
                <a:cubicBezTo>
                  <a:pt x="71911" y="48936"/>
                  <a:pt x="70766" y="51101"/>
                  <a:pt x="69372" y="53267"/>
                </a:cubicBezTo>
                <a:cubicBezTo>
                  <a:pt x="69322" y="53267"/>
                  <a:pt x="69322" y="53267"/>
                  <a:pt x="69297" y="53242"/>
                </a:cubicBezTo>
                <a:cubicBezTo>
                  <a:pt x="70691" y="51126"/>
                  <a:pt x="71811" y="48936"/>
                  <a:pt x="72657" y="46870"/>
                </a:cubicBezTo>
                <a:cubicBezTo>
                  <a:pt x="72682" y="46870"/>
                  <a:pt x="72732" y="46820"/>
                  <a:pt x="72757" y="46820"/>
                </a:cubicBezTo>
                <a:close/>
                <a:moveTo>
                  <a:pt x="74026" y="48861"/>
                </a:moveTo>
                <a:cubicBezTo>
                  <a:pt x="74773" y="50355"/>
                  <a:pt x="75819" y="51798"/>
                  <a:pt x="77163" y="53242"/>
                </a:cubicBezTo>
                <a:cubicBezTo>
                  <a:pt x="77163" y="53267"/>
                  <a:pt x="77138" y="53267"/>
                  <a:pt x="77138" y="53292"/>
                </a:cubicBezTo>
                <a:cubicBezTo>
                  <a:pt x="75794" y="51873"/>
                  <a:pt x="74748" y="50380"/>
                  <a:pt x="74001" y="48911"/>
                </a:cubicBezTo>
                <a:cubicBezTo>
                  <a:pt x="74001" y="48886"/>
                  <a:pt x="74026" y="48886"/>
                  <a:pt x="74026" y="48861"/>
                </a:cubicBezTo>
                <a:close/>
                <a:moveTo>
                  <a:pt x="67331" y="53068"/>
                </a:moveTo>
                <a:cubicBezTo>
                  <a:pt x="67779" y="53068"/>
                  <a:pt x="68326" y="53167"/>
                  <a:pt x="68998" y="53367"/>
                </a:cubicBezTo>
                <a:cubicBezTo>
                  <a:pt x="68998" y="53391"/>
                  <a:pt x="68949" y="53391"/>
                  <a:pt x="68949" y="53416"/>
                </a:cubicBezTo>
                <a:cubicBezTo>
                  <a:pt x="68325" y="53249"/>
                  <a:pt x="67794" y="53165"/>
                  <a:pt x="67356" y="53165"/>
                </a:cubicBezTo>
                <a:cubicBezTo>
                  <a:pt x="67078" y="53165"/>
                  <a:pt x="66837" y="53199"/>
                  <a:pt x="66634" y="53267"/>
                </a:cubicBezTo>
                <a:cubicBezTo>
                  <a:pt x="66659" y="53242"/>
                  <a:pt x="66683" y="53217"/>
                  <a:pt x="66683" y="53167"/>
                </a:cubicBezTo>
                <a:cubicBezTo>
                  <a:pt x="66883" y="53118"/>
                  <a:pt x="67082" y="53068"/>
                  <a:pt x="67331" y="53068"/>
                </a:cubicBezTo>
                <a:close/>
                <a:moveTo>
                  <a:pt x="54960" y="44704"/>
                </a:moveTo>
                <a:cubicBezTo>
                  <a:pt x="55109" y="44879"/>
                  <a:pt x="55234" y="45028"/>
                  <a:pt x="55383" y="45177"/>
                </a:cubicBezTo>
                <a:cubicBezTo>
                  <a:pt x="55209" y="45302"/>
                  <a:pt x="55059" y="45426"/>
                  <a:pt x="54860" y="45551"/>
                </a:cubicBezTo>
                <a:lnTo>
                  <a:pt x="54835" y="45551"/>
                </a:lnTo>
                <a:cubicBezTo>
                  <a:pt x="54761" y="45576"/>
                  <a:pt x="54736" y="45601"/>
                  <a:pt x="54686" y="45650"/>
                </a:cubicBezTo>
                <a:cubicBezTo>
                  <a:pt x="54636" y="45675"/>
                  <a:pt x="54586" y="45700"/>
                  <a:pt x="54561" y="45750"/>
                </a:cubicBezTo>
                <a:lnTo>
                  <a:pt x="53715" y="46397"/>
                </a:lnTo>
                <a:lnTo>
                  <a:pt x="53641" y="46447"/>
                </a:lnTo>
                <a:cubicBezTo>
                  <a:pt x="53616" y="46472"/>
                  <a:pt x="53591" y="46522"/>
                  <a:pt x="53566" y="46522"/>
                </a:cubicBezTo>
                <a:cubicBezTo>
                  <a:pt x="53018" y="46945"/>
                  <a:pt x="52496" y="47393"/>
                  <a:pt x="51973" y="47866"/>
                </a:cubicBezTo>
                <a:lnTo>
                  <a:pt x="51873" y="47940"/>
                </a:lnTo>
                <a:cubicBezTo>
                  <a:pt x="51823" y="48015"/>
                  <a:pt x="51749" y="48040"/>
                  <a:pt x="51699" y="48115"/>
                </a:cubicBezTo>
                <a:cubicBezTo>
                  <a:pt x="51624" y="48139"/>
                  <a:pt x="51599" y="48189"/>
                  <a:pt x="51525" y="48239"/>
                </a:cubicBezTo>
                <a:lnTo>
                  <a:pt x="51450" y="48314"/>
                </a:lnTo>
                <a:cubicBezTo>
                  <a:pt x="51002" y="48737"/>
                  <a:pt x="50604" y="49110"/>
                  <a:pt x="50156" y="49508"/>
                </a:cubicBezTo>
                <a:lnTo>
                  <a:pt x="49982" y="49683"/>
                </a:lnTo>
                <a:lnTo>
                  <a:pt x="49658" y="50006"/>
                </a:lnTo>
                <a:lnTo>
                  <a:pt x="49384" y="50280"/>
                </a:lnTo>
                <a:cubicBezTo>
                  <a:pt x="49235" y="50429"/>
                  <a:pt x="49085" y="50629"/>
                  <a:pt x="48911" y="50778"/>
                </a:cubicBezTo>
                <a:cubicBezTo>
                  <a:pt x="48662" y="51027"/>
                  <a:pt x="48413" y="51276"/>
                  <a:pt x="48214" y="51550"/>
                </a:cubicBezTo>
                <a:cubicBezTo>
                  <a:pt x="48164" y="51599"/>
                  <a:pt x="48140" y="51624"/>
                  <a:pt x="48140" y="51649"/>
                </a:cubicBezTo>
                <a:lnTo>
                  <a:pt x="48090" y="51724"/>
                </a:lnTo>
                <a:cubicBezTo>
                  <a:pt x="47542" y="52296"/>
                  <a:pt x="47019" y="52894"/>
                  <a:pt x="46547" y="53491"/>
                </a:cubicBezTo>
                <a:lnTo>
                  <a:pt x="46148" y="53093"/>
                </a:lnTo>
                <a:cubicBezTo>
                  <a:pt x="48911" y="50230"/>
                  <a:pt x="51848" y="47393"/>
                  <a:pt x="54960" y="44704"/>
                </a:cubicBezTo>
                <a:close/>
                <a:moveTo>
                  <a:pt x="69197" y="53391"/>
                </a:moveTo>
                <a:cubicBezTo>
                  <a:pt x="69197" y="53391"/>
                  <a:pt x="69247" y="53416"/>
                  <a:pt x="69272" y="53416"/>
                </a:cubicBezTo>
                <a:cubicBezTo>
                  <a:pt x="69272" y="53466"/>
                  <a:pt x="69247" y="53466"/>
                  <a:pt x="69247" y="53491"/>
                </a:cubicBezTo>
                <a:cubicBezTo>
                  <a:pt x="69197" y="53491"/>
                  <a:pt x="69197" y="53491"/>
                  <a:pt x="69173" y="53466"/>
                </a:cubicBezTo>
                <a:cubicBezTo>
                  <a:pt x="69173" y="53416"/>
                  <a:pt x="69197" y="53416"/>
                  <a:pt x="69197" y="53391"/>
                </a:cubicBezTo>
                <a:close/>
                <a:moveTo>
                  <a:pt x="73006" y="46696"/>
                </a:moveTo>
                <a:cubicBezTo>
                  <a:pt x="73180" y="47318"/>
                  <a:pt x="73404" y="47990"/>
                  <a:pt x="73678" y="48612"/>
                </a:cubicBezTo>
                <a:cubicBezTo>
                  <a:pt x="72558" y="50255"/>
                  <a:pt x="71388" y="51873"/>
                  <a:pt x="70118" y="53491"/>
                </a:cubicBezTo>
                <a:cubicBezTo>
                  <a:pt x="69894" y="53416"/>
                  <a:pt x="69695" y="53367"/>
                  <a:pt x="69546" y="53292"/>
                </a:cubicBezTo>
                <a:cubicBezTo>
                  <a:pt x="70990" y="51101"/>
                  <a:pt x="72135" y="48861"/>
                  <a:pt x="73006" y="46696"/>
                </a:cubicBezTo>
                <a:close/>
                <a:moveTo>
                  <a:pt x="73777" y="48811"/>
                </a:moveTo>
                <a:cubicBezTo>
                  <a:pt x="73777" y="48811"/>
                  <a:pt x="73777" y="48861"/>
                  <a:pt x="73802" y="48861"/>
                </a:cubicBezTo>
                <a:cubicBezTo>
                  <a:pt x="72732" y="50429"/>
                  <a:pt x="71562" y="51998"/>
                  <a:pt x="70367" y="53541"/>
                </a:cubicBezTo>
                <a:lnTo>
                  <a:pt x="70318" y="53541"/>
                </a:lnTo>
                <a:cubicBezTo>
                  <a:pt x="71512" y="52022"/>
                  <a:pt x="72682" y="50429"/>
                  <a:pt x="73777" y="48811"/>
                </a:cubicBezTo>
                <a:close/>
                <a:moveTo>
                  <a:pt x="23522" y="45650"/>
                </a:moveTo>
                <a:lnTo>
                  <a:pt x="23572" y="45675"/>
                </a:lnTo>
                <a:cubicBezTo>
                  <a:pt x="21506" y="48264"/>
                  <a:pt x="19589" y="50902"/>
                  <a:pt x="17772" y="53591"/>
                </a:cubicBezTo>
                <a:lnTo>
                  <a:pt x="17723" y="53591"/>
                </a:lnTo>
                <a:cubicBezTo>
                  <a:pt x="19515" y="50927"/>
                  <a:pt x="21456" y="48264"/>
                  <a:pt x="23522" y="45650"/>
                </a:cubicBezTo>
                <a:close/>
                <a:moveTo>
                  <a:pt x="117710" y="41344"/>
                </a:moveTo>
                <a:lnTo>
                  <a:pt x="117710" y="41344"/>
                </a:lnTo>
                <a:cubicBezTo>
                  <a:pt x="117685" y="41593"/>
                  <a:pt x="117660" y="41842"/>
                  <a:pt x="117660" y="42066"/>
                </a:cubicBezTo>
                <a:cubicBezTo>
                  <a:pt x="117461" y="43584"/>
                  <a:pt x="117212" y="45327"/>
                  <a:pt x="116988" y="46671"/>
                </a:cubicBezTo>
                <a:cubicBezTo>
                  <a:pt x="116839" y="47642"/>
                  <a:pt x="116540" y="49060"/>
                  <a:pt x="116217" y="50156"/>
                </a:cubicBezTo>
                <a:cubicBezTo>
                  <a:pt x="116117" y="50479"/>
                  <a:pt x="116043" y="50778"/>
                  <a:pt x="115943" y="51126"/>
                </a:cubicBezTo>
                <a:cubicBezTo>
                  <a:pt x="115719" y="51923"/>
                  <a:pt x="115470" y="52869"/>
                  <a:pt x="115196" y="53715"/>
                </a:cubicBezTo>
                <a:lnTo>
                  <a:pt x="115196" y="53541"/>
                </a:lnTo>
                <a:cubicBezTo>
                  <a:pt x="115719" y="51599"/>
                  <a:pt x="116067" y="49658"/>
                  <a:pt x="116291" y="47816"/>
                </a:cubicBezTo>
                <a:cubicBezTo>
                  <a:pt x="116914" y="45625"/>
                  <a:pt x="117412" y="43460"/>
                  <a:pt x="117710" y="41344"/>
                </a:cubicBezTo>
                <a:close/>
                <a:moveTo>
                  <a:pt x="46049" y="53267"/>
                </a:moveTo>
                <a:lnTo>
                  <a:pt x="46472" y="53665"/>
                </a:lnTo>
                <a:cubicBezTo>
                  <a:pt x="46472" y="53715"/>
                  <a:pt x="46472" y="53715"/>
                  <a:pt x="46422" y="53740"/>
                </a:cubicBezTo>
                <a:lnTo>
                  <a:pt x="46024" y="53342"/>
                </a:lnTo>
                <a:cubicBezTo>
                  <a:pt x="46024" y="53292"/>
                  <a:pt x="46049" y="53292"/>
                  <a:pt x="46049" y="53267"/>
                </a:cubicBezTo>
                <a:close/>
                <a:moveTo>
                  <a:pt x="69421" y="53491"/>
                </a:moveTo>
                <a:cubicBezTo>
                  <a:pt x="69621" y="53541"/>
                  <a:pt x="69770" y="53615"/>
                  <a:pt x="69944" y="53665"/>
                </a:cubicBezTo>
                <a:cubicBezTo>
                  <a:pt x="69944" y="53690"/>
                  <a:pt x="69919" y="53690"/>
                  <a:pt x="69919" y="53740"/>
                </a:cubicBezTo>
                <a:cubicBezTo>
                  <a:pt x="69720" y="53665"/>
                  <a:pt x="69571" y="53615"/>
                  <a:pt x="69397" y="53541"/>
                </a:cubicBezTo>
                <a:cubicBezTo>
                  <a:pt x="69421" y="53516"/>
                  <a:pt x="69421" y="53491"/>
                  <a:pt x="69421" y="53491"/>
                </a:cubicBezTo>
                <a:close/>
                <a:moveTo>
                  <a:pt x="54494" y="46213"/>
                </a:moveTo>
                <a:cubicBezTo>
                  <a:pt x="54460" y="46240"/>
                  <a:pt x="54425" y="46268"/>
                  <a:pt x="54387" y="46298"/>
                </a:cubicBezTo>
                <a:cubicBezTo>
                  <a:pt x="54238" y="46422"/>
                  <a:pt x="54064" y="46546"/>
                  <a:pt x="53889" y="46696"/>
                </a:cubicBezTo>
                <a:cubicBezTo>
                  <a:pt x="53865" y="46746"/>
                  <a:pt x="53840" y="46746"/>
                  <a:pt x="53815" y="46770"/>
                </a:cubicBezTo>
                <a:cubicBezTo>
                  <a:pt x="53740" y="46820"/>
                  <a:pt x="53641" y="46895"/>
                  <a:pt x="53591" y="46945"/>
                </a:cubicBezTo>
                <a:cubicBezTo>
                  <a:pt x="53566" y="46970"/>
                  <a:pt x="53516" y="46970"/>
                  <a:pt x="53491" y="47019"/>
                </a:cubicBezTo>
                <a:lnTo>
                  <a:pt x="53466" y="47044"/>
                </a:lnTo>
                <a:cubicBezTo>
                  <a:pt x="53267" y="47194"/>
                  <a:pt x="53068" y="47343"/>
                  <a:pt x="52869" y="47542"/>
                </a:cubicBezTo>
                <a:lnTo>
                  <a:pt x="52844" y="47567"/>
                </a:lnTo>
                <a:lnTo>
                  <a:pt x="52769" y="47642"/>
                </a:lnTo>
                <a:cubicBezTo>
                  <a:pt x="52744" y="47642"/>
                  <a:pt x="52744" y="47667"/>
                  <a:pt x="52720" y="47667"/>
                </a:cubicBezTo>
                <a:cubicBezTo>
                  <a:pt x="52122" y="48164"/>
                  <a:pt x="51575" y="48687"/>
                  <a:pt x="51002" y="49210"/>
                </a:cubicBezTo>
                <a:cubicBezTo>
                  <a:pt x="51002" y="49210"/>
                  <a:pt x="50977" y="49210"/>
                  <a:pt x="50977" y="49260"/>
                </a:cubicBezTo>
                <a:lnTo>
                  <a:pt x="50878" y="49334"/>
                </a:lnTo>
                <a:lnTo>
                  <a:pt x="49658" y="50554"/>
                </a:lnTo>
                <a:lnTo>
                  <a:pt x="49608" y="50629"/>
                </a:lnTo>
                <a:lnTo>
                  <a:pt x="49509" y="50703"/>
                </a:lnTo>
                <a:lnTo>
                  <a:pt x="49359" y="50877"/>
                </a:lnTo>
                <a:cubicBezTo>
                  <a:pt x="49011" y="51251"/>
                  <a:pt x="48637" y="51624"/>
                  <a:pt x="48289" y="51998"/>
                </a:cubicBezTo>
                <a:lnTo>
                  <a:pt x="48140" y="52147"/>
                </a:lnTo>
                <a:lnTo>
                  <a:pt x="48040" y="52246"/>
                </a:lnTo>
                <a:cubicBezTo>
                  <a:pt x="48015" y="52271"/>
                  <a:pt x="47990" y="52321"/>
                  <a:pt x="47965" y="52371"/>
                </a:cubicBezTo>
                <a:cubicBezTo>
                  <a:pt x="47916" y="52396"/>
                  <a:pt x="47916" y="52421"/>
                  <a:pt x="47891" y="52421"/>
                </a:cubicBezTo>
                <a:cubicBezTo>
                  <a:pt x="47517" y="52869"/>
                  <a:pt x="47119" y="53317"/>
                  <a:pt x="46746" y="53765"/>
                </a:cubicBezTo>
                <a:lnTo>
                  <a:pt x="46721" y="53740"/>
                </a:lnTo>
                <a:cubicBezTo>
                  <a:pt x="46870" y="53541"/>
                  <a:pt x="46995" y="53367"/>
                  <a:pt x="47144" y="53217"/>
                </a:cubicBezTo>
                <a:cubicBezTo>
                  <a:pt x="47219" y="53118"/>
                  <a:pt x="47293" y="53018"/>
                  <a:pt x="47368" y="52943"/>
                </a:cubicBezTo>
                <a:cubicBezTo>
                  <a:pt x="47766" y="52446"/>
                  <a:pt x="48214" y="51998"/>
                  <a:pt x="48637" y="51500"/>
                </a:cubicBezTo>
                <a:cubicBezTo>
                  <a:pt x="48737" y="51400"/>
                  <a:pt x="48787" y="51301"/>
                  <a:pt x="48886" y="51251"/>
                </a:cubicBezTo>
                <a:cubicBezTo>
                  <a:pt x="49334" y="50778"/>
                  <a:pt x="49782" y="50305"/>
                  <a:pt x="50255" y="49832"/>
                </a:cubicBezTo>
                <a:lnTo>
                  <a:pt x="50479" y="49633"/>
                </a:lnTo>
                <a:cubicBezTo>
                  <a:pt x="50977" y="49160"/>
                  <a:pt x="51450" y="48687"/>
                  <a:pt x="51973" y="48264"/>
                </a:cubicBezTo>
                <a:cubicBezTo>
                  <a:pt x="52023" y="48239"/>
                  <a:pt x="52072" y="48164"/>
                  <a:pt x="52122" y="48139"/>
                </a:cubicBezTo>
                <a:lnTo>
                  <a:pt x="53242" y="47194"/>
                </a:lnTo>
                <a:lnTo>
                  <a:pt x="53715" y="46820"/>
                </a:lnTo>
                <a:lnTo>
                  <a:pt x="53815" y="46721"/>
                </a:lnTo>
                <a:cubicBezTo>
                  <a:pt x="54033" y="46546"/>
                  <a:pt x="54271" y="46371"/>
                  <a:pt x="54494" y="46213"/>
                </a:cubicBezTo>
                <a:close/>
                <a:moveTo>
                  <a:pt x="114997" y="53342"/>
                </a:moveTo>
                <a:lnTo>
                  <a:pt x="114997" y="53541"/>
                </a:lnTo>
                <a:cubicBezTo>
                  <a:pt x="114997" y="53615"/>
                  <a:pt x="114972" y="53715"/>
                  <a:pt x="114947" y="53765"/>
                </a:cubicBezTo>
                <a:lnTo>
                  <a:pt x="114947" y="53541"/>
                </a:lnTo>
                <a:cubicBezTo>
                  <a:pt x="114972" y="53491"/>
                  <a:pt x="114972" y="53391"/>
                  <a:pt x="114997" y="53342"/>
                </a:cubicBezTo>
                <a:close/>
                <a:moveTo>
                  <a:pt x="17673" y="53765"/>
                </a:moveTo>
                <a:cubicBezTo>
                  <a:pt x="17673" y="53790"/>
                  <a:pt x="17648" y="53790"/>
                  <a:pt x="17648" y="53839"/>
                </a:cubicBezTo>
                <a:lnTo>
                  <a:pt x="17598" y="53839"/>
                </a:lnTo>
                <a:cubicBezTo>
                  <a:pt x="17598" y="53790"/>
                  <a:pt x="17623" y="53790"/>
                  <a:pt x="17623" y="53765"/>
                </a:cubicBezTo>
                <a:close/>
                <a:moveTo>
                  <a:pt x="66293" y="53362"/>
                </a:moveTo>
                <a:cubicBezTo>
                  <a:pt x="66172" y="53507"/>
                  <a:pt x="66031" y="53673"/>
                  <a:pt x="65912" y="53839"/>
                </a:cubicBezTo>
                <a:cubicBezTo>
                  <a:pt x="65912" y="53790"/>
                  <a:pt x="65937" y="53765"/>
                  <a:pt x="65937" y="53740"/>
                </a:cubicBezTo>
                <a:lnTo>
                  <a:pt x="65937" y="53690"/>
                </a:lnTo>
                <a:cubicBezTo>
                  <a:pt x="65937" y="53665"/>
                  <a:pt x="65962" y="53640"/>
                  <a:pt x="65962" y="53615"/>
                </a:cubicBezTo>
                <a:cubicBezTo>
                  <a:pt x="66036" y="53516"/>
                  <a:pt x="66086" y="53416"/>
                  <a:pt x="66186" y="53367"/>
                </a:cubicBezTo>
                <a:lnTo>
                  <a:pt x="66211" y="53367"/>
                </a:lnTo>
                <a:cubicBezTo>
                  <a:pt x="66252" y="53367"/>
                  <a:pt x="66278" y="53367"/>
                  <a:pt x="66293" y="53362"/>
                </a:cubicBezTo>
                <a:close/>
                <a:moveTo>
                  <a:pt x="23721" y="45800"/>
                </a:moveTo>
                <a:cubicBezTo>
                  <a:pt x="24070" y="46173"/>
                  <a:pt x="24393" y="46546"/>
                  <a:pt x="24767" y="46895"/>
                </a:cubicBezTo>
                <a:cubicBezTo>
                  <a:pt x="23398" y="49235"/>
                  <a:pt x="22278" y="51599"/>
                  <a:pt x="21456" y="53864"/>
                </a:cubicBezTo>
                <a:cubicBezTo>
                  <a:pt x="20286" y="53715"/>
                  <a:pt x="19166" y="53615"/>
                  <a:pt x="18046" y="53591"/>
                </a:cubicBezTo>
                <a:cubicBezTo>
                  <a:pt x="19789" y="50977"/>
                  <a:pt x="21705" y="48388"/>
                  <a:pt x="23721" y="45800"/>
                </a:cubicBezTo>
                <a:close/>
                <a:moveTo>
                  <a:pt x="24891" y="47019"/>
                </a:moveTo>
                <a:lnTo>
                  <a:pt x="24916" y="47044"/>
                </a:lnTo>
                <a:cubicBezTo>
                  <a:pt x="23597" y="49359"/>
                  <a:pt x="22502" y="51649"/>
                  <a:pt x="21655" y="53889"/>
                </a:cubicBezTo>
                <a:lnTo>
                  <a:pt x="21606" y="53889"/>
                </a:lnTo>
                <a:cubicBezTo>
                  <a:pt x="22452" y="51649"/>
                  <a:pt x="23572" y="49359"/>
                  <a:pt x="24891" y="47019"/>
                </a:cubicBezTo>
                <a:close/>
                <a:moveTo>
                  <a:pt x="37835" y="46273"/>
                </a:moveTo>
                <a:cubicBezTo>
                  <a:pt x="37959" y="46372"/>
                  <a:pt x="38059" y="46447"/>
                  <a:pt x="38183" y="46546"/>
                </a:cubicBezTo>
                <a:cubicBezTo>
                  <a:pt x="36291" y="48936"/>
                  <a:pt x="34698" y="51425"/>
                  <a:pt x="33454" y="53889"/>
                </a:cubicBezTo>
                <a:cubicBezTo>
                  <a:pt x="33031" y="53541"/>
                  <a:pt x="32583" y="53217"/>
                  <a:pt x="32184" y="52869"/>
                </a:cubicBezTo>
                <a:cubicBezTo>
                  <a:pt x="33952" y="50629"/>
                  <a:pt x="35818" y="48413"/>
                  <a:pt x="37835" y="46273"/>
                </a:cubicBezTo>
                <a:close/>
                <a:moveTo>
                  <a:pt x="38308" y="46646"/>
                </a:moveTo>
                <a:cubicBezTo>
                  <a:pt x="38332" y="46646"/>
                  <a:pt x="38332" y="46671"/>
                  <a:pt x="38382" y="46671"/>
                </a:cubicBezTo>
                <a:cubicBezTo>
                  <a:pt x="36466" y="49060"/>
                  <a:pt x="34898" y="51550"/>
                  <a:pt x="33653" y="54014"/>
                </a:cubicBezTo>
                <a:cubicBezTo>
                  <a:pt x="33603" y="54014"/>
                  <a:pt x="33603" y="53989"/>
                  <a:pt x="33578" y="53989"/>
                </a:cubicBezTo>
                <a:cubicBezTo>
                  <a:pt x="34823" y="51525"/>
                  <a:pt x="36416" y="49036"/>
                  <a:pt x="38308" y="46646"/>
                </a:cubicBezTo>
                <a:close/>
                <a:moveTo>
                  <a:pt x="17897" y="53790"/>
                </a:moveTo>
                <a:cubicBezTo>
                  <a:pt x="19017" y="53839"/>
                  <a:pt x="20212" y="53889"/>
                  <a:pt x="21357" y="54039"/>
                </a:cubicBezTo>
                <a:lnTo>
                  <a:pt x="21357" y="54113"/>
                </a:lnTo>
                <a:cubicBezTo>
                  <a:pt x="20162" y="53964"/>
                  <a:pt x="19017" y="53864"/>
                  <a:pt x="17872" y="53864"/>
                </a:cubicBezTo>
                <a:cubicBezTo>
                  <a:pt x="17872" y="53839"/>
                  <a:pt x="17897" y="53839"/>
                  <a:pt x="17897" y="53790"/>
                </a:cubicBezTo>
                <a:close/>
                <a:moveTo>
                  <a:pt x="32035" y="52993"/>
                </a:moveTo>
                <a:cubicBezTo>
                  <a:pt x="32483" y="53342"/>
                  <a:pt x="32931" y="53715"/>
                  <a:pt x="33354" y="54039"/>
                </a:cubicBezTo>
                <a:cubicBezTo>
                  <a:pt x="33354" y="54088"/>
                  <a:pt x="33329" y="54088"/>
                  <a:pt x="33329" y="54113"/>
                </a:cubicBezTo>
                <a:cubicBezTo>
                  <a:pt x="32906" y="53765"/>
                  <a:pt x="32433" y="53391"/>
                  <a:pt x="31985" y="53043"/>
                </a:cubicBezTo>
                <a:cubicBezTo>
                  <a:pt x="31985" y="53018"/>
                  <a:pt x="32035" y="53018"/>
                  <a:pt x="32035" y="52993"/>
                </a:cubicBezTo>
                <a:close/>
                <a:moveTo>
                  <a:pt x="21606" y="54088"/>
                </a:moveTo>
                <a:cubicBezTo>
                  <a:pt x="21606" y="54113"/>
                  <a:pt x="21606" y="54113"/>
                  <a:pt x="21581" y="54138"/>
                </a:cubicBezTo>
                <a:lnTo>
                  <a:pt x="21506" y="54138"/>
                </a:lnTo>
                <a:cubicBezTo>
                  <a:pt x="21506" y="54113"/>
                  <a:pt x="21506" y="54113"/>
                  <a:pt x="21531" y="54088"/>
                </a:cubicBezTo>
                <a:close/>
                <a:moveTo>
                  <a:pt x="19042" y="40174"/>
                </a:moveTo>
                <a:lnTo>
                  <a:pt x="19042" y="40199"/>
                </a:lnTo>
                <a:lnTo>
                  <a:pt x="19092" y="40224"/>
                </a:lnTo>
                <a:cubicBezTo>
                  <a:pt x="18992" y="40448"/>
                  <a:pt x="18893" y="40573"/>
                  <a:pt x="18793" y="40722"/>
                </a:cubicBezTo>
                <a:lnTo>
                  <a:pt x="17673" y="42415"/>
                </a:lnTo>
                <a:cubicBezTo>
                  <a:pt x="17499" y="42713"/>
                  <a:pt x="17275" y="43037"/>
                  <a:pt x="17100" y="43311"/>
                </a:cubicBezTo>
                <a:cubicBezTo>
                  <a:pt x="16802" y="43759"/>
                  <a:pt x="16553" y="44182"/>
                  <a:pt x="16304" y="44580"/>
                </a:cubicBezTo>
                <a:cubicBezTo>
                  <a:pt x="16154" y="44829"/>
                  <a:pt x="16030" y="45053"/>
                  <a:pt x="15881" y="45277"/>
                </a:cubicBezTo>
                <a:cubicBezTo>
                  <a:pt x="15507" y="45899"/>
                  <a:pt x="15184" y="46472"/>
                  <a:pt x="14860" y="47094"/>
                </a:cubicBezTo>
                <a:cubicBezTo>
                  <a:pt x="14561" y="47592"/>
                  <a:pt x="14313" y="48090"/>
                  <a:pt x="14064" y="48612"/>
                </a:cubicBezTo>
                <a:cubicBezTo>
                  <a:pt x="14064" y="48612"/>
                  <a:pt x="14064" y="48637"/>
                  <a:pt x="14039" y="48637"/>
                </a:cubicBezTo>
                <a:cubicBezTo>
                  <a:pt x="13939" y="48811"/>
                  <a:pt x="13865" y="49011"/>
                  <a:pt x="13765" y="49235"/>
                </a:cubicBezTo>
                <a:cubicBezTo>
                  <a:pt x="13541" y="49683"/>
                  <a:pt x="13317" y="50131"/>
                  <a:pt x="13118" y="50604"/>
                </a:cubicBezTo>
                <a:cubicBezTo>
                  <a:pt x="13043" y="50753"/>
                  <a:pt x="12944" y="50902"/>
                  <a:pt x="12894" y="51052"/>
                </a:cubicBezTo>
                <a:cubicBezTo>
                  <a:pt x="12421" y="52122"/>
                  <a:pt x="11948" y="53217"/>
                  <a:pt x="11575" y="54238"/>
                </a:cubicBezTo>
                <a:lnTo>
                  <a:pt x="11525" y="54238"/>
                </a:lnTo>
                <a:cubicBezTo>
                  <a:pt x="13192" y="49658"/>
                  <a:pt x="15781" y="44879"/>
                  <a:pt x="19042" y="40174"/>
                </a:cubicBezTo>
                <a:close/>
                <a:moveTo>
                  <a:pt x="19216" y="40473"/>
                </a:moveTo>
                <a:cubicBezTo>
                  <a:pt x="20212" y="41917"/>
                  <a:pt x="21606" y="43634"/>
                  <a:pt x="23398" y="45501"/>
                </a:cubicBezTo>
                <a:cubicBezTo>
                  <a:pt x="21282" y="48139"/>
                  <a:pt x="19341" y="50853"/>
                  <a:pt x="17499" y="53591"/>
                </a:cubicBezTo>
                <a:cubicBezTo>
                  <a:pt x="15507" y="53591"/>
                  <a:pt x="13566" y="53765"/>
                  <a:pt x="11799" y="54238"/>
                </a:cubicBezTo>
                <a:cubicBezTo>
                  <a:pt x="12670" y="51898"/>
                  <a:pt x="13765" y="49508"/>
                  <a:pt x="15109" y="47094"/>
                </a:cubicBezTo>
                <a:cubicBezTo>
                  <a:pt x="15258" y="46820"/>
                  <a:pt x="15408" y="46546"/>
                  <a:pt x="15557" y="46298"/>
                </a:cubicBezTo>
                <a:cubicBezTo>
                  <a:pt x="15731" y="46024"/>
                  <a:pt x="15881" y="45775"/>
                  <a:pt x="16030" y="45501"/>
                </a:cubicBezTo>
                <a:cubicBezTo>
                  <a:pt x="16304" y="45028"/>
                  <a:pt x="16603" y="44555"/>
                  <a:pt x="16876" y="44057"/>
                </a:cubicBezTo>
                <a:cubicBezTo>
                  <a:pt x="16926" y="44008"/>
                  <a:pt x="16976" y="43908"/>
                  <a:pt x="17001" y="43833"/>
                </a:cubicBezTo>
                <a:cubicBezTo>
                  <a:pt x="17349" y="43286"/>
                  <a:pt x="17723" y="42713"/>
                  <a:pt x="18046" y="42166"/>
                </a:cubicBezTo>
                <a:cubicBezTo>
                  <a:pt x="18420" y="41568"/>
                  <a:pt x="18793" y="41046"/>
                  <a:pt x="19216" y="40473"/>
                </a:cubicBezTo>
                <a:close/>
                <a:moveTo>
                  <a:pt x="33528" y="54138"/>
                </a:moveTo>
                <a:cubicBezTo>
                  <a:pt x="33553" y="54138"/>
                  <a:pt x="33553" y="54163"/>
                  <a:pt x="33578" y="54163"/>
                </a:cubicBezTo>
                <a:cubicBezTo>
                  <a:pt x="33578" y="54213"/>
                  <a:pt x="33553" y="54213"/>
                  <a:pt x="33553" y="54238"/>
                </a:cubicBezTo>
                <a:cubicBezTo>
                  <a:pt x="33528" y="54238"/>
                  <a:pt x="33479" y="54238"/>
                  <a:pt x="33479" y="54213"/>
                </a:cubicBezTo>
                <a:cubicBezTo>
                  <a:pt x="33479" y="54163"/>
                  <a:pt x="33528" y="54163"/>
                  <a:pt x="33528" y="54138"/>
                </a:cubicBezTo>
                <a:close/>
                <a:moveTo>
                  <a:pt x="17399" y="53790"/>
                </a:moveTo>
                <a:cubicBezTo>
                  <a:pt x="17374" y="53790"/>
                  <a:pt x="17374" y="53790"/>
                  <a:pt x="17349" y="53839"/>
                </a:cubicBezTo>
                <a:cubicBezTo>
                  <a:pt x="15358" y="53839"/>
                  <a:pt x="13441" y="54039"/>
                  <a:pt x="11699" y="54512"/>
                </a:cubicBezTo>
                <a:cubicBezTo>
                  <a:pt x="11699" y="54487"/>
                  <a:pt x="11749" y="54487"/>
                  <a:pt x="11749" y="54462"/>
                </a:cubicBezTo>
                <a:cubicBezTo>
                  <a:pt x="13516" y="53989"/>
                  <a:pt x="15408" y="53790"/>
                  <a:pt x="17399" y="53790"/>
                </a:cubicBezTo>
                <a:close/>
                <a:moveTo>
                  <a:pt x="118084" y="37735"/>
                </a:moveTo>
                <a:lnTo>
                  <a:pt x="118084" y="38482"/>
                </a:lnTo>
                <a:cubicBezTo>
                  <a:pt x="118059" y="39452"/>
                  <a:pt x="118034" y="40647"/>
                  <a:pt x="117909" y="41842"/>
                </a:cubicBezTo>
                <a:cubicBezTo>
                  <a:pt x="117909" y="41942"/>
                  <a:pt x="117860" y="42016"/>
                  <a:pt x="117860" y="42091"/>
                </a:cubicBezTo>
                <a:cubicBezTo>
                  <a:pt x="117660" y="43709"/>
                  <a:pt x="117436" y="45401"/>
                  <a:pt x="117212" y="46671"/>
                </a:cubicBezTo>
                <a:cubicBezTo>
                  <a:pt x="117188" y="46820"/>
                  <a:pt x="117163" y="46945"/>
                  <a:pt x="117113" y="47119"/>
                </a:cubicBezTo>
                <a:cubicBezTo>
                  <a:pt x="116964" y="47940"/>
                  <a:pt x="116764" y="48861"/>
                  <a:pt x="116540" y="49857"/>
                </a:cubicBezTo>
                <a:cubicBezTo>
                  <a:pt x="116491" y="49981"/>
                  <a:pt x="116466" y="50106"/>
                  <a:pt x="116441" y="50180"/>
                </a:cubicBezTo>
                <a:cubicBezTo>
                  <a:pt x="116366" y="50405"/>
                  <a:pt x="116316" y="50629"/>
                  <a:pt x="116242" y="50877"/>
                </a:cubicBezTo>
                <a:lnTo>
                  <a:pt x="116142" y="51151"/>
                </a:lnTo>
                <a:cubicBezTo>
                  <a:pt x="116043" y="51624"/>
                  <a:pt x="115868" y="52172"/>
                  <a:pt x="115719" y="52719"/>
                </a:cubicBezTo>
                <a:cubicBezTo>
                  <a:pt x="115520" y="53292"/>
                  <a:pt x="115346" y="53914"/>
                  <a:pt x="115122" y="54586"/>
                </a:cubicBezTo>
                <a:cubicBezTo>
                  <a:pt x="115122" y="54611"/>
                  <a:pt x="115097" y="54611"/>
                  <a:pt x="115097" y="54636"/>
                </a:cubicBezTo>
                <a:cubicBezTo>
                  <a:pt x="115097" y="54586"/>
                  <a:pt x="115122" y="54536"/>
                  <a:pt x="115122" y="54487"/>
                </a:cubicBezTo>
                <a:lnTo>
                  <a:pt x="115122" y="54362"/>
                </a:lnTo>
                <a:cubicBezTo>
                  <a:pt x="115470" y="53391"/>
                  <a:pt x="115819" y="52147"/>
                  <a:pt x="116092" y="51151"/>
                </a:cubicBezTo>
                <a:cubicBezTo>
                  <a:pt x="116192" y="50803"/>
                  <a:pt x="116291" y="50504"/>
                  <a:pt x="116366" y="50180"/>
                </a:cubicBezTo>
                <a:cubicBezTo>
                  <a:pt x="116690" y="49110"/>
                  <a:pt x="116964" y="47667"/>
                  <a:pt x="117163" y="46671"/>
                </a:cubicBezTo>
                <a:cubicBezTo>
                  <a:pt x="117412" y="45327"/>
                  <a:pt x="117611" y="43584"/>
                  <a:pt x="117810" y="42066"/>
                </a:cubicBezTo>
                <a:cubicBezTo>
                  <a:pt x="117934" y="41120"/>
                  <a:pt x="117984" y="39801"/>
                  <a:pt x="118034" y="38731"/>
                </a:cubicBezTo>
                <a:cubicBezTo>
                  <a:pt x="118059" y="38556"/>
                  <a:pt x="118059" y="38357"/>
                  <a:pt x="118059" y="38208"/>
                </a:cubicBezTo>
                <a:lnTo>
                  <a:pt x="118059" y="38083"/>
                </a:lnTo>
                <a:cubicBezTo>
                  <a:pt x="118059" y="37959"/>
                  <a:pt x="118059" y="37859"/>
                  <a:pt x="118084" y="37735"/>
                </a:cubicBezTo>
                <a:close/>
                <a:moveTo>
                  <a:pt x="62952" y="52842"/>
                </a:moveTo>
                <a:lnTo>
                  <a:pt x="62952" y="52842"/>
                </a:lnTo>
                <a:cubicBezTo>
                  <a:pt x="62941" y="52853"/>
                  <a:pt x="62931" y="52862"/>
                  <a:pt x="62925" y="52869"/>
                </a:cubicBezTo>
                <a:lnTo>
                  <a:pt x="62352" y="53342"/>
                </a:lnTo>
                <a:cubicBezTo>
                  <a:pt x="61979" y="53615"/>
                  <a:pt x="61606" y="53914"/>
                  <a:pt x="61307" y="54213"/>
                </a:cubicBezTo>
                <a:cubicBezTo>
                  <a:pt x="61034" y="54445"/>
                  <a:pt x="60760" y="54670"/>
                  <a:pt x="60495" y="54896"/>
                </a:cubicBezTo>
                <a:lnTo>
                  <a:pt x="60495" y="54896"/>
                </a:lnTo>
                <a:cubicBezTo>
                  <a:pt x="60654" y="54753"/>
                  <a:pt x="60809" y="54615"/>
                  <a:pt x="60959" y="54487"/>
                </a:cubicBezTo>
                <a:cubicBezTo>
                  <a:pt x="61058" y="54387"/>
                  <a:pt x="61183" y="54288"/>
                  <a:pt x="61282" y="54213"/>
                </a:cubicBezTo>
                <a:cubicBezTo>
                  <a:pt x="61307" y="54213"/>
                  <a:pt x="61307" y="54163"/>
                  <a:pt x="61332" y="54163"/>
                </a:cubicBezTo>
                <a:cubicBezTo>
                  <a:pt x="61606" y="53914"/>
                  <a:pt x="61929" y="53665"/>
                  <a:pt x="62228" y="53416"/>
                </a:cubicBezTo>
                <a:cubicBezTo>
                  <a:pt x="62352" y="53342"/>
                  <a:pt x="62452" y="53242"/>
                  <a:pt x="62576" y="53143"/>
                </a:cubicBezTo>
                <a:cubicBezTo>
                  <a:pt x="62651" y="53093"/>
                  <a:pt x="62726" y="53018"/>
                  <a:pt x="62800" y="52968"/>
                </a:cubicBezTo>
                <a:lnTo>
                  <a:pt x="62952" y="52842"/>
                </a:lnTo>
                <a:close/>
                <a:moveTo>
                  <a:pt x="78606" y="45675"/>
                </a:moveTo>
                <a:lnTo>
                  <a:pt x="78656" y="45725"/>
                </a:lnTo>
                <a:lnTo>
                  <a:pt x="78656" y="45700"/>
                </a:lnTo>
                <a:cubicBezTo>
                  <a:pt x="78706" y="45725"/>
                  <a:pt x="78731" y="45725"/>
                  <a:pt x="78731" y="45775"/>
                </a:cubicBezTo>
                <a:cubicBezTo>
                  <a:pt x="78756" y="45800"/>
                  <a:pt x="78830" y="45849"/>
                  <a:pt x="78880" y="45899"/>
                </a:cubicBezTo>
                <a:cubicBezTo>
                  <a:pt x="78930" y="45924"/>
                  <a:pt x="78980" y="45999"/>
                  <a:pt x="79029" y="46024"/>
                </a:cubicBezTo>
                <a:lnTo>
                  <a:pt x="79079" y="46049"/>
                </a:lnTo>
                <a:cubicBezTo>
                  <a:pt x="79204" y="46173"/>
                  <a:pt x="79328" y="46273"/>
                  <a:pt x="79477" y="46397"/>
                </a:cubicBezTo>
                <a:cubicBezTo>
                  <a:pt x="79602" y="46472"/>
                  <a:pt x="79726" y="46571"/>
                  <a:pt x="79851" y="46696"/>
                </a:cubicBezTo>
                <a:cubicBezTo>
                  <a:pt x="79901" y="46770"/>
                  <a:pt x="80000" y="46820"/>
                  <a:pt x="80075" y="46845"/>
                </a:cubicBezTo>
                <a:cubicBezTo>
                  <a:pt x="80125" y="46895"/>
                  <a:pt x="80174" y="46945"/>
                  <a:pt x="80224" y="46970"/>
                </a:cubicBezTo>
                <a:cubicBezTo>
                  <a:pt x="80374" y="47094"/>
                  <a:pt x="80523" y="47194"/>
                  <a:pt x="80697" y="47293"/>
                </a:cubicBezTo>
                <a:cubicBezTo>
                  <a:pt x="80722" y="47293"/>
                  <a:pt x="80722" y="47318"/>
                  <a:pt x="80747" y="47318"/>
                </a:cubicBezTo>
                <a:cubicBezTo>
                  <a:pt x="80822" y="47343"/>
                  <a:pt x="80847" y="47393"/>
                  <a:pt x="80896" y="47418"/>
                </a:cubicBezTo>
                <a:lnTo>
                  <a:pt x="80946" y="47442"/>
                </a:lnTo>
                <a:cubicBezTo>
                  <a:pt x="80971" y="47467"/>
                  <a:pt x="80996" y="47467"/>
                  <a:pt x="81021" y="47517"/>
                </a:cubicBezTo>
                <a:lnTo>
                  <a:pt x="81319" y="47691"/>
                </a:lnTo>
                <a:cubicBezTo>
                  <a:pt x="81394" y="47766"/>
                  <a:pt x="81469" y="47791"/>
                  <a:pt x="81568" y="47841"/>
                </a:cubicBezTo>
                <a:cubicBezTo>
                  <a:pt x="81643" y="47915"/>
                  <a:pt x="81743" y="47965"/>
                  <a:pt x="81842" y="48015"/>
                </a:cubicBezTo>
                <a:cubicBezTo>
                  <a:pt x="82016" y="48139"/>
                  <a:pt x="82240" y="48214"/>
                  <a:pt x="82440" y="48339"/>
                </a:cubicBezTo>
                <a:cubicBezTo>
                  <a:pt x="82489" y="48388"/>
                  <a:pt x="82589" y="48438"/>
                  <a:pt x="82639" y="48463"/>
                </a:cubicBezTo>
                <a:cubicBezTo>
                  <a:pt x="82763" y="48538"/>
                  <a:pt x="82888" y="48587"/>
                  <a:pt x="82987" y="48662"/>
                </a:cubicBezTo>
                <a:cubicBezTo>
                  <a:pt x="83087" y="48712"/>
                  <a:pt x="83211" y="48787"/>
                  <a:pt x="83311" y="48811"/>
                </a:cubicBezTo>
                <a:lnTo>
                  <a:pt x="83485" y="48911"/>
                </a:lnTo>
                <a:lnTo>
                  <a:pt x="83684" y="49011"/>
                </a:lnTo>
                <a:cubicBezTo>
                  <a:pt x="82390" y="51052"/>
                  <a:pt x="80996" y="53118"/>
                  <a:pt x="79477" y="55134"/>
                </a:cubicBezTo>
                <a:cubicBezTo>
                  <a:pt x="78830" y="54586"/>
                  <a:pt x="78208" y="54014"/>
                  <a:pt x="77611" y="53416"/>
                </a:cubicBezTo>
                <a:cubicBezTo>
                  <a:pt x="78407" y="51151"/>
                  <a:pt x="78830" y="48986"/>
                  <a:pt x="78731" y="47019"/>
                </a:cubicBezTo>
                <a:lnTo>
                  <a:pt x="78731" y="46920"/>
                </a:lnTo>
                <a:cubicBezTo>
                  <a:pt x="78731" y="46770"/>
                  <a:pt x="78706" y="46621"/>
                  <a:pt x="78706" y="46447"/>
                </a:cubicBezTo>
                <a:lnTo>
                  <a:pt x="78706" y="46322"/>
                </a:lnTo>
                <a:lnTo>
                  <a:pt x="78606" y="45675"/>
                </a:lnTo>
                <a:close/>
                <a:moveTo>
                  <a:pt x="83833" y="49135"/>
                </a:moveTo>
                <a:cubicBezTo>
                  <a:pt x="83858" y="49135"/>
                  <a:pt x="83858" y="49160"/>
                  <a:pt x="83883" y="49160"/>
                </a:cubicBezTo>
                <a:cubicBezTo>
                  <a:pt x="82589" y="51176"/>
                  <a:pt x="81195" y="53242"/>
                  <a:pt x="79652" y="55283"/>
                </a:cubicBezTo>
                <a:cubicBezTo>
                  <a:pt x="79627" y="55283"/>
                  <a:pt x="79627" y="55258"/>
                  <a:pt x="79602" y="55258"/>
                </a:cubicBezTo>
                <a:cubicBezTo>
                  <a:pt x="81120" y="53242"/>
                  <a:pt x="82514" y="51176"/>
                  <a:pt x="83833" y="49135"/>
                </a:cubicBezTo>
                <a:close/>
                <a:moveTo>
                  <a:pt x="77536" y="53615"/>
                </a:moveTo>
                <a:cubicBezTo>
                  <a:pt x="78108" y="54213"/>
                  <a:pt x="78731" y="54736"/>
                  <a:pt x="79378" y="55258"/>
                </a:cubicBezTo>
                <a:cubicBezTo>
                  <a:pt x="79378" y="55283"/>
                  <a:pt x="79353" y="55283"/>
                  <a:pt x="79353" y="55333"/>
                </a:cubicBezTo>
                <a:cubicBezTo>
                  <a:pt x="78706" y="54785"/>
                  <a:pt x="78084" y="54238"/>
                  <a:pt x="77511" y="53665"/>
                </a:cubicBezTo>
                <a:cubicBezTo>
                  <a:pt x="77511" y="53640"/>
                  <a:pt x="77536" y="53640"/>
                  <a:pt x="77536" y="53615"/>
                </a:cubicBezTo>
                <a:close/>
                <a:moveTo>
                  <a:pt x="79477" y="55383"/>
                </a:moveTo>
                <a:cubicBezTo>
                  <a:pt x="79502" y="55383"/>
                  <a:pt x="79527" y="55408"/>
                  <a:pt x="79527" y="55408"/>
                </a:cubicBezTo>
                <a:cubicBezTo>
                  <a:pt x="79527" y="55457"/>
                  <a:pt x="79502" y="55457"/>
                  <a:pt x="79502" y="55482"/>
                </a:cubicBezTo>
                <a:cubicBezTo>
                  <a:pt x="79477" y="55482"/>
                  <a:pt x="79477" y="55457"/>
                  <a:pt x="79453" y="55457"/>
                </a:cubicBezTo>
                <a:cubicBezTo>
                  <a:pt x="79453" y="55408"/>
                  <a:pt x="79477" y="55408"/>
                  <a:pt x="79477" y="55383"/>
                </a:cubicBezTo>
                <a:close/>
                <a:moveTo>
                  <a:pt x="18644" y="39627"/>
                </a:moveTo>
                <a:cubicBezTo>
                  <a:pt x="18743" y="39801"/>
                  <a:pt x="18818" y="39925"/>
                  <a:pt x="18917" y="40075"/>
                </a:cubicBezTo>
                <a:cubicBezTo>
                  <a:pt x="18021" y="41344"/>
                  <a:pt x="17150" y="42663"/>
                  <a:pt x="16379" y="43958"/>
                </a:cubicBezTo>
                <a:cubicBezTo>
                  <a:pt x="14188" y="47517"/>
                  <a:pt x="12520" y="51002"/>
                  <a:pt x="11276" y="54362"/>
                </a:cubicBezTo>
                <a:cubicBezTo>
                  <a:pt x="10131" y="54711"/>
                  <a:pt x="9061" y="55109"/>
                  <a:pt x="8140" y="55607"/>
                </a:cubicBezTo>
                <a:cubicBezTo>
                  <a:pt x="10952" y="50280"/>
                  <a:pt x="14512" y="44879"/>
                  <a:pt x="18644" y="39627"/>
                </a:cubicBezTo>
                <a:close/>
                <a:moveTo>
                  <a:pt x="18519" y="39428"/>
                </a:moveTo>
                <a:cubicBezTo>
                  <a:pt x="18519" y="39452"/>
                  <a:pt x="18544" y="39452"/>
                  <a:pt x="18544" y="39477"/>
                </a:cubicBezTo>
                <a:cubicBezTo>
                  <a:pt x="14313" y="44804"/>
                  <a:pt x="10703" y="50305"/>
                  <a:pt x="7841" y="55781"/>
                </a:cubicBezTo>
                <a:cubicBezTo>
                  <a:pt x="7816" y="55831"/>
                  <a:pt x="7791" y="55831"/>
                  <a:pt x="7766" y="55856"/>
                </a:cubicBezTo>
                <a:cubicBezTo>
                  <a:pt x="10629" y="50355"/>
                  <a:pt x="14263" y="44804"/>
                  <a:pt x="18519" y="39428"/>
                </a:cubicBezTo>
                <a:close/>
                <a:moveTo>
                  <a:pt x="25090" y="47194"/>
                </a:moveTo>
                <a:cubicBezTo>
                  <a:pt x="27082" y="49135"/>
                  <a:pt x="29297" y="51101"/>
                  <a:pt x="31562" y="52919"/>
                </a:cubicBezTo>
                <a:cubicBezTo>
                  <a:pt x="30790" y="53889"/>
                  <a:pt x="30044" y="54860"/>
                  <a:pt x="29322" y="55856"/>
                </a:cubicBezTo>
                <a:cubicBezTo>
                  <a:pt x="26883" y="54960"/>
                  <a:pt x="24369" y="54288"/>
                  <a:pt x="21879" y="53914"/>
                </a:cubicBezTo>
                <a:cubicBezTo>
                  <a:pt x="22701" y="51724"/>
                  <a:pt x="23746" y="49484"/>
                  <a:pt x="25090" y="47194"/>
                </a:cubicBezTo>
                <a:close/>
                <a:moveTo>
                  <a:pt x="31687" y="53018"/>
                </a:moveTo>
                <a:cubicBezTo>
                  <a:pt x="31711" y="53018"/>
                  <a:pt x="31711" y="53043"/>
                  <a:pt x="31736" y="53043"/>
                </a:cubicBezTo>
                <a:cubicBezTo>
                  <a:pt x="30990" y="54014"/>
                  <a:pt x="30243" y="54935"/>
                  <a:pt x="29546" y="55905"/>
                </a:cubicBezTo>
                <a:cubicBezTo>
                  <a:pt x="29496" y="55905"/>
                  <a:pt x="29496" y="55881"/>
                  <a:pt x="29471" y="55881"/>
                </a:cubicBezTo>
                <a:cubicBezTo>
                  <a:pt x="30193" y="54960"/>
                  <a:pt x="30940" y="53989"/>
                  <a:pt x="31687" y="53018"/>
                </a:cubicBezTo>
                <a:close/>
                <a:moveTo>
                  <a:pt x="11176" y="54611"/>
                </a:moveTo>
                <a:cubicBezTo>
                  <a:pt x="11176" y="54611"/>
                  <a:pt x="11176" y="54636"/>
                  <a:pt x="11151" y="54661"/>
                </a:cubicBezTo>
                <a:cubicBezTo>
                  <a:pt x="9932" y="55009"/>
                  <a:pt x="8837" y="55482"/>
                  <a:pt x="7916" y="56030"/>
                </a:cubicBezTo>
                <a:cubicBezTo>
                  <a:pt x="7940" y="56005"/>
                  <a:pt x="7940" y="55980"/>
                  <a:pt x="7965" y="55955"/>
                </a:cubicBezTo>
                <a:cubicBezTo>
                  <a:pt x="8911" y="55408"/>
                  <a:pt x="10006" y="54960"/>
                  <a:pt x="11176" y="54611"/>
                </a:cubicBezTo>
                <a:close/>
                <a:moveTo>
                  <a:pt x="21780" y="54088"/>
                </a:moveTo>
                <a:cubicBezTo>
                  <a:pt x="24244" y="54462"/>
                  <a:pt x="26758" y="55084"/>
                  <a:pt x="29173" y="55980"/>
                </a:cubicBezTo>
                <a:cubicBezTo>
                  <a:pt x="29173" y="56005"/>
                  <a:pt x="29173" y="56030"/>
                  <a:pt x="29123" y="56030"/>
                </a:cubicBezTo>
                <a:cubicBezTo>
                  <a:pt x="26733" y="55134"/>
                  <a:pt x="24244" y="54512"/>
                  <a:pt x="21755" y="54138"/>
                </a:cubicBezTo>
                <a:cubicBezTo>
                  <a:pt x="21755" y="54113"/>
                  <a:pt x="21755" y="54113"/>
                  <a:pt x="21780" y="54088"/>
                </a:cubicBezTo>
                <a:close/>
                <a:moveTo>
                  <a:pt x="29347" y="56080"/>
                </a:moveTo>
                <a:cubicBezTo>
                  <a:pt x="29372" y="56080"/>
                  <a:pt x="29372" y="56105"/>
                  <a:pt x="29421" y="56105"/>
                </a:cubicBezTo>
                <a:cubicBezTo>
                  <a:pt x="29421" y="56129"/>
                  <a:pt x="29372" y="56129"/>
                  <a:pt x="29372" y="56154"/>
                </a:cubicBezTo>
                <a:cubicBezTo>
                  <a:pt x="29347" y="56129"/>
                  <a:pt x="29347" y="56129"/>
                  <a:pt x="29322" y="56129"/>
                </a:cubicBezTo>
                <a:cubicBezTo>
                  <a:pt x="29322" y="56105"/>
                  <a:pt x="29347" y="56105"/>
                  <a:pt x="29347" y="56080"/>
                </a:cubicBezTo>
                <a:close/>
                <a:moveTo>
                  <a:pt x="59807" y="55507"/>
                </a:moveTo>
                <a:cubicBezTo>
                  <a:pt x="59599" y="55690"/>
                  <a:pt x="59374" y="55874"/>
                  <a:pt x="59191" y="56080"/>
                </a:cubicBezTo>
                <a:cubicBezTo>
                  <a:pt x="59146" y="56110"/>
                  <a:pt x="59110" y="56131"/>
                  <a:pt x="59077" y="56160"/>
                </a:cubicBezTo>
                <a:lnTo>
                  <a:pt x="59077" y="56160"/>
                </a:lnTo>
                <a:cubicBezTo>
                  <a:pt x="59123" y="56117"/>
                  <a:pt x="59170" y="56073"/>
                  <a:pt x="59216" y="56030"/>
                </a:cubicBezTo>
                <a:cubicBezTo>
                  <a:pt x="59406" y="55864"/>
                  <a:pt x="59596" y="55675"/>
                  <a:pt x="59807" y="55507"/>
                </a:cubicBezTo>
                <a:close/>
                <a:moveTo>
                  <a:pt x="7667" y="56105"/>
                </a:moveTo>
                <a:cubicBezTo>
                  <a:pt x="7642" y="56129"/>
                  <a:pt x="7642" y="56154"/>
                  <a:pt x="7592" y="56229"/>
                </a:cubicBezTo>
                <a:cubicBezTo>
                  <a:pt x="7567" y="56229"/>
                  <a:pt x="7542" y="56254"/>
                  <a:pt x="7517" y="56279"/>
                </a:cubicBezTo>
                <a:cubicBezTo>
                  <a:pt x="7542" y="56254"/>
                  <a:pt x="7542" y="56229"/>
                  <a:pt x="7567" y="56154"/>
                </a:cubicBezTo>
                <a:cubicBezTo>
                  <a:pt x="7592" y="56129"/>
                  <a:pt x="7642" y="56129"/>
                  <a:pt x="7667" y="56105"/>
                </a:cubicBezTo>
                <a:close/>
                <a:moveTo>
                  <a:pt x="73877" y="49110"/>
                </a:moveTo>
                <a:cubicBezTo>
                  <a:pt x="74624" y="50604"/>
                  <a:pt x="75669" y="52097"/>
                  <a:pt x="77038" y="53516"/>
                </a:cubicBezTo>
                <a:cubicBezTo>
                  <a:pt x="76739" y="54412"/>
                  <a:pt x="76341" y="55383"/>
                  <a:pt x="75868" y="56329"/>
                </a:cubicBezTo>
                <a:cubicBezTo>
                  <a:pt x="73902" y="55159"/>
                  <a:pt x="72060" y="54263"/>
                  <a:pt x="70517" y="53665"/>
                </a:cubicBezTo>
                <a:cubicBezTo>
                  <a:pt x="71687" y="52172"/>
                  <a:pt x="72856" y="50653"/>
                  <a:pt x="73877" y="49110"/>
                </a:cubicBezTo>
                <a:close/>
                <a:moveTo>
                  <a:pt x="77237" y="53665"/>
                </a:moveTo>
                <a:cubicBezTo>
                  <a:pt x="77262" y="53715"/>
                  <a:pt x="77262" y="53715"/>
                  <a:pt x="77287" y="53715"/>
                </a:cubicBezTo>
                <a:cubicBezTo>
                  <a:pt x="77287" y="53740"/>
                  <a:pt x="77262" y="53765"/>
                  <a:pt x="77262" y="53790"/>
                </a:cubicBezTo>
                <a:cubicBezTo>
                  <a:pt x="77262" y="53839"/>
                  <a:pt x="77237" y="53864"/>
                  <a:pt x="77237" y="53889"/>
                </a:cubicBezTo>
                <a:cubicBezTo>
                  <a:pt x="77188" y="53989"/>
                  <a:pt x="77138" y="54088"/>
                  <a:pt x="77113" y="54163"/>
                </a:cubicBezTo>
                <a:cubicBezTo>
                  <a:pt x="77038" y="54337"/>
                  <a:pt x="76988" y="54487"/>
                  <a:pt x="76914" y="54611"/>
                </a:cubicBezTo>
                <a:cubicBezTo>
                  <a:pt x="76889" y="54661"/>
                  <a:pt x="76889" y="54736"/>
                  <a:pt x="76864" y="54760"/>
                </a:cubicBezTo>
                <a:cubicBezTo>
                  <a:pt x="76814" y="54785"/>
                  <a:pt x="76814" y="54860"/>
                  <a:pt x="76789" y="54885"/>
                </a:cubicBezTo>
                <a:cubicBezTo>
                  <a:pt x="76789" y="54910"/>
                  <a:pt x="76764" y="54910"/>
                  <a:pt x="76764" y="54960"/>
                </a:cubicBezTo>
                <a:cubicBezTo>
                  <a:pt x="76690" y="55109"/>
                  <a:pt x="76615" y="55258"/>
                  <a:pt x="76540" y="55457"/>
                </a:cubicBezTo>
                <a:cubicBezTo>
                  <a:pt x="76515" y="55532"/>
                  <a:pt x="76491" y="55607"/>
                  <a:pt x="76416" y="55706"/>
                </a:cubicBezTo>
                <a:cubicBezTo>
                  <a:pt x="76416" y="55731"/>
                  <a:pt x="76391" y="55756"/>
                  <a:pt x="76391" y="55756"/>
                </a:cubicBezTo>
                <a:cubicBezTo>
                  <a:pt x="76291" y="55955"/>
                  <a:pt x="76192" y="56129"/>
                  <a:pt x="76117" y="56279"/>
                </a:cubicBezTo>
                <a:cubicBezTo>
                  <a:pt x="76117" y="56329"/>
                  <a:pt x="76067" y="56353"/>
                  <a:pt x="76067" y="56378"/>
                </a:cubicBezTo>
                <a:lnTo>
                  <a:pt x="76043" y="56378"/>
                </a:lnTo>
                <a:cubicBezTo>
                  <a:pt x="76043" y="56378"/>
                  <a:pt x="76018" y="56378"/>
                  <a:pt x="76018" y="56353"/>
                </a:cubicBezTo>
                <a:cubicBezTo>
                  <a:pt x="76491" y="55482"/>
                  <a:pt x="76889" y="54586"/>
                  <a:pt x="77237" y="53665"/>
                </a:cubicBezTo>
                <a:close/>
                <a:moveTo>
                  <a:pt x="67311" y="53370"/>
                </a:moveTo>
                <a:cubicBezTo>
                  <a:pt x="67732" y="53370"/>
                  <a:pt x="68256" y="53453"/>
                  <a:pt x="68874" y="53615"/>
                </a:cubicBezTo>
                <a:cubicBezTo>
                  <a:pt x="68202" y="54536"/>
                  <a:pt x="67530" y="55482"/>
                  <a:pt x="66783" y="56453"/>
                </a:cubicBezTo>
                <a:cubicBezTo>
                  <a:pt x="66136" y="55208"/>
                  <a:pt x="65912" y="54288"/>
                  <a:pt x="66211" y="53790"/>
                </a:cubicBezTo>
                <a:cubicBezTo>
                  <a:pt x="66393" y="53509"/>
                  <a:pt x="66766" y="53370"/>
                  <a:pt x="67311" y="53370"/>
                </a:cubicBezTo>
                <a:close/>
                <a:moveTo>
                  <a:pt x="70417" y="53839"/>
                </a:moveTo>
                <a:cubicBezTo>
                  <a:pt x="71985" y="54412"/>
                  <a:pt x="73802" y="55333"/>
                  <a:pt x="75794" y="56503"/>
                </a:cubicBezTo>
                <a:cubicBezTo>
                  <a:pt x="75794" y="56528"/>
                  <a:pt x="75769" y="56528"/>
                  <a:pt x="75769" y="56577"/>
                </a:cubicBezTo>
                <a:cubicBezTo>
                  <a:pt x="73777" y="55408"/>
                  <a:pt x="71935" y="54487"/>
                  <a:pt x="70392" y="53889"/>
                </a:cubicBezTo>
                <a:cubicBezTo>
                  <a:pt x="70392" y="53864"/>
                  <a:pt x="70392" y="53839"/>
                  <a:pt x="70417" y="53839"/>
                </a:cubicBezTo>
                <a:close/>
                <a:moveTo>
                  <a:pt x="65912" y="54163"/>
                </a:moveTo>
                <a:cubicBezTo>
                  <a:pt x="65837" y="54760"/>
                  <a:pt x="66086" y="55582"/>
                  <a:pt x="66659" y="56602"/>
                </a:cubicBezTo>
                <a:lnTo>
                  <a:pt x="66584" y="56652"/>
                </a:lnTo>
                <a:cubicBezTo>
                  <a:pt x="66061" y="55657"/>
                  <a:pt x="65787" y="54860"/>
                  <a:pt x="65812" y="54263"/>
                </a:cubicBezTo>
                <a:lnTo>
                  <a:pt x="65912" y="54163"/>
                </a:lnTo>
                <a:close/>
                <a:moveTo>
                  <a:pt x="69048" y="53615"/>
                </a:moveTo>
                <a:cubicBezTo>
                  <a:pt x="69073" y="53615"/>
                  <a:pt x="69073" y="53615"/>
                  <a:pt x="69098" y="53640"/>
                </a:cubicBezTo>
                <a:cubicBezTo>
                  <a:pt x="68426" y="54661"/>
                  <a:pt x="67679" y="55657"/>
                  <a:pt x="66907" y="56652"/>
                </a:cubicBezTo>
                <a:cubicBezTo>
                  <a:pt x="66907" y="56627"/>
                  <a:pt x="66858" y="56627"/>
                  <a:pt x="66858" y="56602"/>
                </a:cubicBezTo>
                <a:cubicBezTo>
                  <a:pt x="67654" y="55607"/>
                  <a:pt x="68351" y="54611"/>
                  <a:pt x="69048" y="53615"/>
                </a:cubicBezTo>
                <a:close/>
                <a:moveTo>
                  <a:pt x="75918" y="56577"/>
                </a:moveTo>
                <a:cubicBezTo>
                  <a:pt x="75968" y="56602"/>
                  <a:pt x="75968" y="56602"/>
                  <a:pt x="75993" y="56602"/>
                </a:cubicBezTo>
                <a:cubicBezTo>
                  <a:pt x="75993" y="56627"/>
                  <a:pt x="75943" y="56627"/>
                  <a:pt x="75943" y="56652"/>
                </a:cubicBezTo>
                <a:lnTo>
                  <a:pt x="75918" y="56652"/>
                </a:lnTo>
                <a:cubicBezTo>
                  <a:pt x="75918" y="56652"/>
                  <a:pt x="75893" y="56652"/>
                  <a:pt x="75893" y="56627"/>
                </a:cubicBezTo>
                <a:cubicBezTo>
                  <a:pt x="75893" y="56602"/>
                  <a:pt x="75918" y="56602"/>
                  <a:pt x="75918" y="56577"/>
                </a:cubicBezTo>
                <a:close/>
                <a:moveTo>
                  <a:pt x="66758" y="56752"/>
                </a:moveTo>
                <a:cubicBezTo>
                  <a:pt x="66758" y="56777"/>
                  <a:pt x="66783" y="56777"/>
                  <a:pt x="66783" y="56826"/>
                </a:cubicBezTo>
                <a:lnTo>
                  <a:pt x="66708" y="56876"/>
                </a:lnTo>
                <a:cubicBezTo>
                  <a:pt x="66708" y="56876"/>
                  <a:pt x="66708" y="56851"/>
                  <a:pt x="66683" y="56826"/>
                </a:cubicBezTo>
                <a:lnTo>
                  <a:pt x="66758" y="56752"/>
                </a:lnTo>
                <a:close/>
                <a:moveTo>
                  <a:pt x="31861" y="53167"/>
                </a:moveTo>
                <a:cubicBezTo>
                  <a:pt x="32334" y="53541"/>
                  <a:pt x="32782" y="53889"/>
                  <a:pt x="33230" y="54263"/>
                </a:cubicBezTo>
                <a:cubicBezTo>
                  <a:pt x="32807" y="55208"/>
                  <a:pt x="32408" y="56105"/>
                  <a:pt x="32060" y="57001"/>
                </a:cubicBezTo>
                <a:cubicBezTo>
                  <a:pt x="31288" y="56627"/>
                  <a:pt x="30492" y="56279"/>
                  <a:pt x="29695" y="56005"/>
                </a:cubicBezTo>
                <a:cubicBezTo>
                  <a:pt x="30417" y="55084"/>
                  <a:pt x="31164" y="54113"/>
                  <a:pt x="31861" y="53167"/>
                </a:cubicBezTo>
                <a:close/>
                <a:moveTo>
                  <a:pt x="69272" y="53665"/>
                </a:moveTo>
                <a:cubicBezTo>
                  <a:pt x="69421" y="53740"/>
                  <a:pt x="69621" y="53765"/>
                  <a:pt x="69770" y="53839"/>
                </a:cubicBezTo>
                <a:cubicBezTo>
                  <a:pt x="68899" y="54885"/>
                  <a:pt x="68028" y="55955"/>
                  <a:pt x="67082" y="57001"/>
                </a:cubicBezTo>
                <a:cubicBezTo>
                  <a:pt x="67082" y="56976"/>
                  <a:pt x="67057" y="56876"/>
                  <a:pt x="67007" y="56826"/>
                </a:cubicBezTo>
                <a:cubicBezTo>
                  <a:pt x="67804" y="55781"/>
                  <a:pt x="68575" y="54736"/>
                  <a:pt x="69272" y="53665"/>
                </a:cubicBezTo>
                <a:close/>
                <a:moveTo>
                  <a:pt x="33404" y="54387"/>
                </a:moveTo>
                <a:cubicBezTo>
                  <a:pt x="33429" y="54387"/>
                  <a:pt x="33429" y="54412"/>
                  <a:pt x="33454" y="54412"/>
                </a:cubicBezTo>
                <a:cubicBezTo>
                  <a:pt x="33031" y="55333"/>
                  <a:pt x="32608" y="56229"/>
                  <a:pt x="32309" y="57125"/>
                </a:cubicBezTo>
                <a:cubicBezTo>
                  <a:pt x="32284" y="57125"/>
                  <a:pt x="32284" y="57100"/>
                  <a:pt x="32234" y="57100"/>
                </a:cubicBezTo>
                <a:cubicBezTo>
                  <a:pt x="32558" y="56204"/>
                  <a:pt x="32956" y="55283"/>
                  <a:pt x="33404" y="54387"/>
                </a:cubicBezTo>
                <a:close/>
                <a:moveTo>
                  <a:pt x="70019" y="53889"/>
                </a:moveTo>
                <a:cubicBezTo>
                  <a:pt x="69148" y="55034"/>
                  <a:pt x="68252" y="56154"/>
                  <a:pt x="67256" y="57225"/>
                </a:cubicBezTo>
                <a:cubicBezTo>
                  <a:pt x="67331" y="57075"/>
                  <a:pt x="67430" y="56951"/>
                  <a:pt x="67555" y="56801"/>
                </a:cubicBezTo>
                <a:cubicBezTo>
                  <a:pt x="67704" y="56652"/>
                  <a:pt x="67828" y="56503"/>
                  <a:pt x="68003" y="56329"/>
                </a:cubicBezTo>
                <a:cubicBezTo>
                  <a:pt x="68351" y="55905"/>
                  <a:pt x="68700" y="55482"/>
                  <a:pt x="69048" y="55084"/>
                </a:cubicBezTo>
                <a:cubicBezTo>
                  <a:pt x="69148" y="54984"/>
                  <a:pt x="69197" y="54885"/>
                  <a:pt x="69297" y="54760"/>
                </a:cubicBezTo>
                <a:cubicBezTo>
                  <a:pt x="69546" y="54487"/>
                  <a:pt x="69770" y="54188"/>
                  <a:pt x="69969" y="53889"/>
                </a:cubicBezTo>
                <a:close/>
                <a:moveTo>
                  <a:pt x="29596" y="56154"/>
                </a:moveTo>
                <a:cubicBezTo>
                  <a:pt x="30392" y="56478"/>
                  <a:pt x="31214" y="56826"/>
                  <a:pt x="32035" y="57200"/>
                </a:cubicBezTo>
                <a:cubicBezTo>
                  <a:pt x="31985" y="57225"/>
                  <a:pt x="31985" y="57225"/>
                  <a:pt x="31985" y="57250"/>
                </a:cubicBezTo>
                <a:cubicBezTo>
                  <a:pt x="31189" y="56876"/>
                  <a:pt x="30367" y="56528"/>
                  <a:pt x="29571" y="56229"/>
                </a:cubicBezTo>
                <a:cubicBezTo>
                  <a:pt x="29571" y="56204"/>
                  <a:pt x="29596" y="56204"/>
                  <a:pt x="29596" y="56154"/>
                </a:cubicBezTo>
                <a:close/>
                <a:moveTo>
                  <a:pt x="66883" y="57001"/>
                </a:moveTo>
                <a:cubicBezTo>
                  <a:pt x="66907" y="57075"/>
                  <a:pt x="66932" y="57125"/>
                  <a:pt x="67007" y="57200"/>
                </a:cubicBezTo>
                <a:cubicBezTo>
                  <a:pt x="66957" y="57200"/>
                  <a:pt x="66957" y="57225"/>
                  <a:pt x="66932" y="57250"/>
                </a:cubicBezTo>
                <a:cubicBezTo>
                  <a:pt x="66907" y="57200"/>
                  <a:pt x="66883" y="57125"/>
                  <a:pt x="66808" y="57075"/>
                </a:cubicBezTo>
                <a:lnTo>
                  <a:pt x="66883" y="57001"/>
                </a:lnTo>
                <a:close/>
                <a:moveTo>
                  <a:pt x="32184" y="57250"/>
                </a:moveTo>
                <a:cubicBezTo>
                  <a:pt x="32209" y="57250"/>
                  <a:pt x="32209" y="57274"/>
                  <a:pt x="32234" y="57274"/>
                </a:cubicBezTo>
                <a:cubicBezTo>
                  <a:pt x="32234" y="57324"/>
                  <a:pt x="32234" y="57324"/>
                  <a:pt x="32209" y="57349"/>
                </a:cubicBezTo>
                <a:cubicBezTo>
                  <a:pt x="32184" y="57349"/>
                  <a:pt x="32184" y="57349"/>
                  <a:pt x="32159" y="57324"/>
                </a:cubicBezTo>
                <a:cubicBezTo>
                  <a:pt x="32159" y="57274"/>
                  <a:pt x="32159" y="57274"/>
                  <a:pt x="32184" y="57250"/>
                </a:cubicBezTo>
                <a:close/>
                <a:moveTo>
                  <a:pt x="77436" y="53864"/>
                </a:moveTo>
                <a:cubicBezTo>
                  <a:pt x="78009" y="54412"/>
                  <a:pt x="78606" y="54960"/>
                  <a:pt x="79229" y="55482"/>
                </a:cubicBezTo>
                <a:cubicBezTo>
                  <a:pt x="78706" y="56129"/>
                  <a:pt x="78208" y="56777"/>
                  <a:pt x="77685" y="57449"/>
                </a:cubicBezTo>
                <a:cubicBezTo>
                  <a:pt x="77188" y="57125"/>
                  <a:pt x="76739" y="56851"/>
                  <a:pt x="76267" y="56577"/>
                </a:cubicBezTo>
                <a:cubicBezTo>
                  <a:pt x="76739" y="55657"/>
                  <a:pt x="77113" y="54760"/>
                  <a:pt x="77436" y="53864"/>
                </a:cubicBezTo>
                <a:close/>
                <a:moveTo>
                  <a:pt x="67082" y="57349"/>
                </a:moveTo>
                <a:cubicBezTo>
                  <a:pt x="67082" y="57374"/>
                  <a:pt x="67107" y="57374"/>
                  <a:pt x="67107" y="57399"/>
                </a:cubicBezTo>
                <a:lnTo>
                  <a:pt x="67057" y="57474"/>
                </a:lnTo>
                <a:lnTo>
                  <a:pt x="67057" y="57449"/>
                </a:lnTo>
                <a:cubicBezTo>
                  <a:pt x="67057" y="57449"/>
                  <a:pt x="67057" y="57399"/>
                  <a:pt x="67032" y="57399"/>
                </a:cubicBezTo>
                <a:lnTo>
                  <a:pt x="67082" y="57349"/>
                </a:lnTo>
                <a:close/>
                <a:moveTo>
                  <a:pt x="17548" y="36938"/>
                </a:moveTo>
                <a:cubicBezTo>
                  <a:pt x="17573" y="37561"/>
                  <a:pt x="17897" y="38332"/>
                  <a:pt x="18395" y="39228"/>
                </a:cubicBezTo>
                <a:cubicBezTo>
                  <a:pt x="14039" y="44754"/>
                  <a:pt x="10305" y="50405"/>
                  <a:pt x="7418" y="56005"/>
                </a:cubicBezTo>
                <a:cubicBezTo>
                  <a:pt x="6696" y="56478"/>
                  <a:pt x="6049" y="56976"/>
                  <a:pt x="5526" y="57523"/>
                </a:cubicBezTo>
                <a:cubicBezTo>
                  <a:pt x="7219" y="53167"/>
                  <a:pt x="9558" y="48662"/>
                  <a:pt x="12421" y="44207"/>
                </a:cubicBezTo>
                <a:cubicBezTo>
                  <a:pt x="12769" y="43684"/>
                  <a:pt x="13118" y="43186"/>
                  <a:pt x="13416" y="42663"/>
                </a:cubicBezTo>
                <a:cubicBezTo>
                  <a:pt x="14686" y="40722"/>
                  <a:pt x="16105" y="38830"/>
                  <a:pt x="17548" y="36938"/>
                </a:cubicBezTo>
                <a:close/>
                <a:moveTo>
                  <a:pt x="114748" y="54288"/>
                </a:moveTo>
                <a:cubicBezTo>
                  <a:pt x="114748" y="54462"/>
                  <a:pt x="114723" y="54586"/>
                  <a:pt x="114698" y="54736"/>
                </a:cubicBezTo>
                <a:cubicBezTo>
                  <a:pt x="114450" y="55532"/>
                  <a:pt x="114201" y="56353"/>
                  <a:pt x="113927" y="57200"/>
                </a:cubicBezTo>
                <a:cubicBezTo>
                  <a:pt x="113852" y="57324"/>
                  <a:pt x="113802" y="57449"/>
                  <a:pt x="113728" y="57523"/>
                </a:cubicBezTo>
                <a:cubicBezTo>
                  <a:pt x="114101" y="56453"/>
                  <a:pt x="114450" y="55383"/>
                  <a:pt x="114748" y="54288"/>
                </a:cubicBezTo>
                <a:close/>
                <a:moveTo>
                  <a:pt x="79328" y="55607"/>
                </a:moveTo>
                <a:cubicBezTo>
                  <a:pt x="79353" y="55607"/>
                  <a:pt x="79353" y="55632"/>
                  <a:pt x="79378" y="55632"/>
                </a:cubicBezTo>
                <a:cubicBezTo>
                  <a:pt x="78905" y="56279"/>
                  <a:pt x="78407" y="56901"/>
                  <a:pt x="77884" y="57573"/>
                </a:cubicBezTo>
                <a:cubicBezTo>
                  <a:pt x="77860" y="57573"/>
                  <a:pt x="77860" y="57523"/>
                  <a:pt x="77835" y="57523"/>
                </a:cubicBezTo>
                <a:cubicBezTo>
                  <a:pt x="78333" y="56876"/>
                  <a:pt x="78830" y="56254"/>
                  <a:pt x="79328" y="55607"/>
                </a:cubicBezTo>
                <a:close/>
                <a:moveTo>
                  <a:pt x="114823" y="55283"/>
                </a:moveTo>
                <a:lnTo>
                  <a:pt x="114823" y="55283"/>
                </a:lnTo>
                <a:cubicBezTo>
                  <a:pt x="114848" y="55358"/>
                  <a:pt x="114823" y="55457"/>
                  <a:pt x="114798" y="55507"/>
                </a:cubicBezTo>
                <a:cubicBezTo>
                  <a:pt x="114798" y="55557"/>
                  <a:pt x="114748" y="55607"/>
                  <a:pt x="114748" y="55657"/>
                </a:cubicBezTo>
                <a:cubicBezTo>
                  <a:pt x="114748" y="55706"/>
                  <a:pt x="114748" y="55731"/>
                  <a:pt x="114723" y="55756"/>
                </a:cubicBezTo>
                <a:cubicBezTo>
                  <a:pt x="114574" y="56154"/>
                  <a:pt x="114425" y="56602"/>
                  <a:pt x="114250" y="57075"/>
                </a:cubicBezTo>
                <a:cubicBezTo>
                  <a:pt x="114250" y="57075"/>
                  <a:pt x="114250" y="57100"/>
                  <a:pt x="114225" y="57100"/>
                </a:cubicBezTo>
                <a:cubicBezTo>
                  <a:pt x="114201" y="57200"/>
                  <a:pt x="114126" y="57250"/>
                  <a:pt x="114101" y="57349"/>
                </a:cubicBezTo>
                <a:cubicBezTo>
                  <a:pt x="114076" y="57399"/>
                  <a:pt x="114051" y="57474"/>
                  <a:pt x="113977" y="57573"/>
                </a:cubicBezTo>
                <a:cubicBezTo>
                  <a:pt x="114051" y="57374"/>
                  <a:pt x="114101" y="57225"/>
                  <a:pt x="114176" y="57026"/>
                </a:cubicBezTo>
                <a:cubicBezTo>
                  <a:pt x="114250" y="56826"/>
                  <a:pt x="114375" y="56577"/>
                  <a:pt x="114450" y="56353"/>
                </a:cubicBezTo>
                <a:lnTo>
                  <a:pt x="114624" y="55781"/>
                </a:lnTo>
                <a:lnTo>
                  <a:pt x="114624" y="55756"/>
                </a:lnTo>
                <a:lnTo>
                  <a:pt x="114823" y="55283"/>
                </a:lnTo>
                <a:close/>
                <a:moveTo>
                  <a:pt x="76167" y="56727"/>
                </a:moveTo>
                <a:cubicBezTo>
                  <a:pt x="76640" y="57001"/>
                  <a:pt x="77113" y="57274"/>
                  <a:pt x="77586" y="57598"/>
                </a:cubicBezTo>
                <a:cubicBezTo>
                  <a:pt x="77586" y="57623"/>
                  <a:pt x="77536" y="57623"/>
                  <a:pt x="77536" y="57648"/>
                </a:cubicBezTo>
                <a:cubicBezTo>
                  <a:pt x="77063" y="57349"/>
                  <a:pt x="76615" y="57075"/>
                  <a:pt x="76142" y="56826"/>
                </a:cubicBezTo>
                <a:cubicBezTo>
                  <a:pt x="76142" y="56752"/>
                  <a:pt x="76167" y="56727"/>
                  <a:pt x="76167" y="56727"/>
                </a:cubicBezTo>
                <a:close/>
                <a:moveTo>
                  <a:pt x="77735" y="57698"/>
                </a:moveTo>
                <a:cubicBezTo>
                  <a:pt x="77735" y="57698"/>
                  <a:pt x="77760" y="57698"/>
                  <a:pt x="77785" y="57722"/>
                </a:cubicBezTo>
                <a:cubicBezTo>
                  <a:pt x="77785" y="57747"/>
                  <a:pt x="77760" y="57747"/>
                  <a:pt x="77760" y="57772"/>
                </a:cubicBezTo>
                <a:cubicBezTo>
                  <a:pt x="77735" y="57772"/>
                  <a:pt x="77735" y="57747"/>
                  <a:pt x="77685" y="57747"/>
                </a:cubicBezTo>
                <a:cubicBezTo>
                  <a:pt x="77685" y="57722"/>
                  <a:pt x="77735" y="57722"/>
                  <a:pt x="77735" y="57698"/>
                </a:cubicBezTo>
                <a:close/>
                <a:moveTo>
                  <a:pt x="6347" y="55109"/>
                </a:moveTo>
                <a:lnTo>
                  <a:pt x="6347" y="55109"/>
                </a:lnTo>
                <a:cubicBezTo>
                  <a:pt x="5949" y="56030"/>
                  <a:pt x="5551" y="56976"/>
                  <a:pt x="5202" y="57897"/>
                </a:cubicBezTo>
                <a:cubicBezTo>
                  <a:pt x="5178" y="57971"/>
                  <a:pt x="5103" y="57996"/>
                  <a:pt x="5078" y="58071"/>
                </a:cubicBezTo>
                <a:cubicBezTo>
                  <a:pt x="5103" y="57996"/>
                  <a:pt x="5103" y="57971"/>
                  <a:pt x="5128" y="57897"/>
                </a:cubicBezTo>
                <a:cubicBezTo>
                  <a:pt x="5800" y="56229"/>
                  <a:pt x="6323" y="55134"/>
                  <a:pt x="6347" y="55109"/>
                </a:cubicBezTo>
                <a:close/>
                <a:moveTo>
                  <a:pt x="7268" y="56353"/>
                </a:moveTo>
                <a:cubicBezTo>
                  <a:pt x="7219" y="56403"/>
                  <a:pt x="7219" y="56453"/>
                  <a:pt x="7194" y="56478"/>
                </a:cubicBezTo>
                <a:cubicBezTo>
                  <a:pt x="6447" y="57001"/>
                  <a:pt x="5800" y="57573"/>
                  <a:pt x="5277" y="58220"/>
                </a:cubicBezTo>
                <a:cubicBezTo>
                  <a:pt x="5302" y="58146"/>
                  <a:pt x="5302" y="58096"/>
                  <a:pt x="5327" y="58021"/>
                </a:cubicBezTo>
                <a:cubicBezTo>
                  <a:pt x="5850" y="57399"/>
                  <a:pt x="6522" y="56851"/>
                  <a:pt x="7268" y="56353"/>
                </a:cubicBezTo>
                <a:close/>
                <a:moveTo>
                  <a:pt x="113603" y="58096"/>
                </a:moveTo>
                <a:lnTo>
                  <a:pt x="113603" y="58096"/>
                </a:lnTo>
                <a:cubicBezTo>
                  <a:pt x="113578" y="58146"/>
                  <a:pt x="113578" y="58220"/>
                  <a:pt x="113553" y="58245"/>
                </a:cubicBezTo>
                <a:cubicBezTo>
                  <a:pt x="113553" y="58270"/>
                  <a:pt x="113553" y="58270"/>
                  <a:pt x="113504" y="58320"/>
                </a:cubicBezTo>
                <a:cubicBezTo>
                  <a:pt x="113479" y="58370"/>
                  <a:pt x="113429" y="58444"/>
                  <a:pt x="113379" y="58494"/>
                </a:cubicBezTo>
                <a:cubicBezTo>
                  <a:pt x="113429" y="58444"/>
                  <a:pt x="113454" y="58345"/>
                  <a:pt x="113454" y="58270"/>
                </a:cubicBezTo>
                <a:cubicBezTo>
                  <a:pt x="113504" y="58220"/>
                  <a:pt x="113553" y="58146"/>
                  <a:pt x="113603" y="58096"/>
                </a:cubicBezTo>
                <a:close/>
                <a:moveTo>
                  <a:pt x="6273" y="54835"/>
                </a:moveTo>
                <a:lnTo>
                  <a:pt x="6273" y="54835"/>
                </a:lnTo>
                <a:cubicBezTo>
                  <a:pt x="6074" y="55258"/>
                  <a:pt x="5850" y="55706"/>
                  <a:pt x="5700" y="56154"/>
                </a:cubicBezTo>
                <a:cubicBezTo>
                  <a:pt x="5650" y="56329"/>
                  <a:pt x="5576" y="56453"/>
                  <a:pt x="5551" y="56602"/>
                </a:cubicBezTo>
                <a:cubicBezTo>
                  <a:pt x="5451" y="56851"/>
                  <a:pt x="5327" y="57125"/>
                  <a:pt x="5227" y="57374"/>
                </a:cubicBezTo>
                <a:cubicBezTo>
                  <a:pt x="5202" y="57474"/>
                  <a:pt x="5178" y="57523"/>
                  <a:pt x="5153" y="57623"/>
                </a:cubicBezTo>
                <a:cubicBezTo>
                  <a:pt x="5028" y="57971"/>
                  <a:pt x="4854" y="58320"/>
                  <a:pt x="4705" y="58693"/>
                </a:cubicBezTo>
                <a:cubicBezTo>
                  <a:pt x="4705" y="58716"/>
                  <a:pt x="4685" y="58718"/>
                  <a:pt x="4680" y="58736"/>
                </a:cubicBezTo>
                <a:lnTo>
                  <a:pt x="4680" y="58736"/>
                </a:lnTo>
                <a:cubicBezTo>
                  <a:pt x="4731" y="58266"/>
                  <a:pt x="4905" y="57870"/>
                  <a:pt x="5078" y="57474"/>
                </a:cubicBezTo>
                <a:cubicBezTo>
                  <a:pt x="5277" y="56976"/>
                  <a:pt x="5476" y="56478"/>
                  <a:pt x="5675" y="56030"/>
                </a:cubicBezTo>
                <a:cubicBezTo>
                  <a:pt x="5725" y="55881"/>
                  <a:pt x="5800" y="55731"/>
                  <a:pt x="5899" y="55582"/>
                </a:cubicBezTo>
                <a:cubicBezTo>
                  <a:pt x="5949" y="55408"/>
                  <a:pt x="6049" y="55233"/>
                  <a:pt x="6148" y="55034"/>
                </a:cubicBezTo>
                <a:cubicBezTo>
                  <a:pt x="6173" y="54960"/>
                  <a:pt x="6198" y="54885"/>
                  <a:pt x="6273" y="54835"/>
                </a:cubicBezTo>
                <a:close/>
                <a:moveTo>
                  <a:pt x="5028" y="58444"/>
                </a:moveTo>
                <a:cubicBezTo>
                  <a:pt x="4978" y="58494"/>
                  <a:pt x="4953" y="58594"/>
                  <a:pt x="4953" y="58643"/>
                </a:cubicBezTo>
                <a:cubicBezTo>
                  <a:pt x="4854" y="58718"/>
                  <a:pt x="4829" y="58768"/>
                  <a:pt x="4804" y="58843"/>
                </a:cubicBezTo>
                <a:cubicBezTo>
                  <a:pt x="4829" y="58768"/>
                  <a:pt x="4854" y="58693"/>
                  <a:pt x="4904" y="58619"/>
                </a:cubicBezTo>
                <a:cubicBezTo>
                  <a:pt x="4929" y="58569"/>
                  <a:pt x="4978" y="58494"/>
                  <a:pt x="5028" y="58444"/>
                </a:cubicBezTo>
                <a:close/>
                <a:moveTo>
                  <a:pt x="38507" y="46795"/>
                </a:moveTo>
                <a:cubicBezTo>
                  <a:pt x="41021" y="48861"/>
                  <a:pt x="43435" y="51002"/>
                  <a:pt x="45601" y="53143"/>
                </a:cubicBezTo>
                <a:cubicBezTo>
                  <a:pt x="43858" y="55034"/>
                  <a:pt x="42166" y="56976"/>
                  <a:pt x="40622" y="58942"/>
                </a:cubicBezTo>
                <a:cubicBezTo>
                  <a:pt x="38407" y="57523"/>
                  <a:pt x="36092" y="55881"/>
                  <a:pt x="33802" y="54113"/>
                </a:cubicBezTo>
                <a:cubicBezTo>
                  <a:pt x="35022" y="51674"/>
                  <a:pt x="36590" y="49185"/>
                  <a:pt x="38507" y="46795"/>
                </a:cubicBezTo>
                <a:close/>
                <a:moveTo>
                  <a:pt x="45675" y="53292"/>
                </a:moveTo>
                <a:lnTo>
                  <a:pt x="45725" y="53342"/>
                </a:lnTo>
                <a:cubicBezTo>
                  <a:pt x="44033" y="55208"/>
                  <a:pt x="42390" y="57125"/>
                  <a:pt x="40797" y="59091"/>
                </a:cubicBezTo>
                <a:cubicBezTo>
                  <a:pt x="40772" y="59091"/>
                  <a:pt x="40772" y="59067"/>
                  <a:pt x="40747" y="59067"/>
                </a:cubicBezTo>
                <a:cubicBezTo>
                  <a:pt x="42290" y="57100"/>
                  <a:pt x="43933" y="55159"/>
                  <a:pt x="45675" y="53292"/>
                </a:cubicBezTo>
                <a:close/>
                <a:moveTo>
                  <a:pt x="33728" y="54337"/>
                </a:moveTo>
                <a:cubicBezTo>
                  <a:pt x="36018" y="56105"/>
                  <a:pt x="38308" y="57722"/>
                  <a:pt x="40523" y="59116"/>
                </a:cubicBezTo>
                <a:cubicBezTo>
                  <a:pt x="40448" y="59116"/>
                  <a:pt x="40448" y="59116"/>
                  <a:pt x="40448" y="59141"/>
                </a:cubicBezTo>
                <a:cubicBezTo>
                  <a:pt x="38283" y="57747"/>
                  <a:pt x="35968" y="56129"/>
                  <a:pt x="33703" y="54387"/>
                </a:cubicBezTo>
                <a:cubicBezTo>
                  <a:pt x="33703" y="54362"/>
                  <a:pt x="33728" y="54362"/>
                  <a:pt x="33728" y="54337"/>
                </a:cubicBezTo>
                <a:close/>
                <a:moveTo>
                  <a:pt x="55731" y="45526"/>
                </a:moveTo>
                <a:cubicBezTo>
                  <a:pt x="55806" y="45576"/>
                  <a:pt x="55856" y="45675"/>
                  <a:pt x="55955" y="45725"/>
                </a:cubicBezTo>
                <a:lnTo>
                  <a:pt x="56379" y="46173"/>
                </a:lnTo>
                <a:lnTo>
                  <a:pt x="56677" y="46447"/>
                </a:lnTo>
                <a:lnTo>
                  <a:pt x="57075" y="46870"/>
                </a:lnTo>
                <a:cubicBezTo>
                  <a:pt x="57175" y="46945"/>
                  <a:pt x="57250" y="47019"/>
                  <a:pt x="57349" y="47119"/>
                </a:cubicBezTo>
                <a:cubicBezTo>
                  <a:pt x="57474" y="47243"/>
                  <a:pt x="57623" y="47368"/>
                  <a:pt x="57748" y="47492"/>
                </a:cubicBezTo>
                <a:cubicBezTo>
                  <a:pt x="57822" y="47542"/>
                  <a:pt x="57922" y="47617"/>
                  <a:pt x="57972" y="47667"/>
                </a:cubicBezTo>
                <a:cubicBezTo>
                  <a:pt x="58121" y="47791"/>
                  <a:pt x="58295" y="47940"/>
                  <a:pt x="58420" y="48065"/>
                </a:cubicBezTo>
                <a:cubicBezTo>
                  <a:pt x="58469" y="48115"/>
                  <a:pt x="58494" y="48164"/>
                  <a:pt x="58569" y="48189"/>
                </a:cubicBezTo>
                <a:cubicBezTo>
                  <a:pt x="58743" y="48363"/>
                  <a:pt x="58917" y="48513"/>
                  <a:pt x="59092" y="48637"/>
                </a:cubicBezTo>
                <a:cubicBezTo>
                  <a:pt x="59117" y="48637"/>
                  <a:pt x="59117" y="48662"/>
                  <a:pt x="59166" y="48662"/>
                </a:cubicBezTo>
                <a:cubicBezTo>
                  <a:pt x="59789" y="49160"/>
                  <a:pt x="60361" y="49633"/>
                  <a:pt x="60934" y="50006"/>
                </a:cubicBezTo>
                <a:cubicBezTo>
                  <a:pt x="60734" y="50156"/>
                  <a:pt x="60585" y="50305"/>
                  <a:pt x="60411" y="50429"/>
                </a:cubicBezTo>
                <a:cubicBezTo>
                  <a:pt x="60286" y="50529"/>
                  <a:pt x="60162" y="50653"/>
                  <a:pt x="60038" y="50753"/>
                </a:cubicBezTo>
                <a:cubicBezTo>
                  <a:pt x="59963" y="50803"/>
                  <a:pt x="59913" y="50853"/>
                  <a:pt x="59863" y="50902"/>
                </a:cubicBezTo>
                <a:cubicBezTo>
                  <a:pt x="59465" y="51251"/>
                  <a:pt x="59092" y="51599"/>
                  <a:pt x="58693" y="51923"/>
                </a:cubicBezTo>
                <a:cubicBezTo>
                  <a:pt x="58569" y="52022"/>
                  <a:pt x="58469" y="52122"/>
                  <a:pt x="58345" y="52246"/>
                </a:cubicBezTo>
                <a:cubicBezTo>
                  <a:pt x="58320" y="52271"/>
                  <a:pt x="58295" y="52271"/>
                  <a:pt x="58295" y="52296"/>
                </a:cubicBezTo>
                <a:lnTo>
                  <a:pt x="58245" y="52346"/>
                </a:lnTo>
                <a:cubicBezTo>
                  <a:pt x="57772" y="52769"/>
                  <a:pt x="57324" y="53167"/>
                  <a:pt x="56851" y="53615"/>
                </a:cubicBezTo>
                <a:cubicBezTo>
                  <a:pt x="56802" y="53665"/>
                  <a:pt x="56727" y="53740"/>
                  <a:pt x="56677" y="53765"/>
                </a:cubicBezTo>
                <a:cubicBezTo>
                  <a:pt x="56130" y="54263"/>
                  <a:pt x="55607" y="54760"/>
                  <a:pt x="55084" y="55283"/>
                </a:cubicBezTo>
                <a:lnTo>
                  <a:pt x="54935" y="55457"/>
                </a:lnTo>
                <a:lnTo>
                  <a:pt x="54835" y="55532"/>
                </a:lnTo>
                <a:lnTo>
                  <a:pt x="54810" y="55582"/>
                </a:lnTo>
                <a:lnTo>
                  <a:pt x="53516" y="56851"/>
                </a:lnTo>
                <a:cubicBezTo>
                  <a:pt x="53392" y="56976"/>
                  <a:pt x="53267" y="57100"/>
                  <a:pt x="53143" y="57250"/>
                </a:cubicBezTo>
                <a:cubicBezTo>
                  <a:pt x="52769" y="57648"/>
                  <a:pt x="52396" y="58071"/>
                  <a:pt x="52023" y="58444"/>
                </a:cubicBezTo>
                <a:cubicBezTo>
                  <a:pt x="51973" y="58494"/>
                  <a:pt x="51948" y="58569"/>
                  <a:pt x="51873" y="58619"/>
                </a:cubicBezTo>
                <a:cubicBezTo>
                  <a:pt x="51823" y="58693"/>
                  <a:pt x="51749" y="58743"/>
                  <a:pt x="51724" y="58818"/>
                </a:cubicBezTo>
                <a:cubicBezTo>
                  <a:pt x="51599" y="58942"/>
                  <a:pt x="51475" y="59067"/>
                  <a:pt x="51351" y="59216"/>
                </a:cubicBezTo>
                <a:cubicBezTo>
                  <a:pt x="50355" y="57722"/>
                  <a:pt x="48886" y="55905"/>
                  <a:pt x="46970" y="53889"/>
                </a:cubicBezTo>
                <a:cubicBezTo>
                  <a:pt x="47343" y="53416"/>
                  <a:pt x="47716" y="52968"/>
                  <a:pt x="48115" y="52520"/>
                </a:cubicBezTo>
                <a:lnTo>
                  <a:pt x="48140" y="52495"/>
                </a:lnTo>
                <a:cubicBezTo>
                  <a:pt x="48513" y="52097"/>
                  <a:pt x="48886" y="51649"/>
                  <a:pt x="49260" y="51251"/>
                </a:cubicBezTo>
                <a:lnTo>
                  <a:pt x="49285" y="51226"/>
                </a:lnTo>
                <a:cubicBezTo>
                  <a:pt x="49384" y="51126"/>
                  <a:pt x="49484" y="51002"/>
                  <a:pt x="49583" y="50902"/>
                </a:cubicBezTo>
                <a:cubicBezTo>
                  <a:pt x="49882" y="50604"/>
                  <a:pt x="50156" y="50280"/>
                  <a:pt x="50479" y="49981"/>
                </a:cubicBezTo>
                <a:cubicBezTo>
                  <a:pt x="50629" y="49807"/>
                  <a:pt x="50828" y="49633"/>
                  <a:pt x="51002" y="49484"/>
                </a:cubicBezTo>
                <a:cubicBezTo>
                  <a:pt x="51251" y="49235"/>
                  <a:pt x="51500" y="49011"/>
                  <a:pt x="51774" y="48762"/>
                </a:cubicBezTo>
                <a:lnTo>
                  <a:pt x="52819" y="47816"/>
                </a:lnTo>
                <a:cubicBezTo>
                  <a:pt x="52869" y="47766"/>
                  <a:pt x="52944" y="47741"/>
                  <a:pt x="52993" y="47667"/>
                </a:cubicBezTo>
                <a:cubicBezTo>
                  <a:pt x="53018" y="47642"/>
                  <a:pt x="53093" y="47617"/>
                  <a:pt x="53118" y="47567"/>
                </a:cubicBezTo>
                <a:cubicBezTo>
                  <a:pt x="53242" y="47492"/>
                  <a:pt x="53367" y="47393"/>
                  <a:pt x="53466" y="47293"/>
                </a:cubicBezTo>
                <a:lnTo>
                  <a:pt x="53516" y="47243"/>
                </a:lnTo>
                <a:cubicBezTo>
                  <a:pt x="53641" y="47144"/>
                  <a:pt x="53765" y="47019"/>
                  <a:pt x="53939" y="46920"/>
                </a:cubicBezTo>
                <a:lnTo>
                  <a:pt x="54313" y="46646"/>
                </a:lnTo>
                <a:cubicBezTo>
                  <a:pt x="54337" y="46621"/>
                  <a:pt x="54362" y="46571"/>
                  <a:pt x="54387" y="46571"/>
                </a:cubicBezTo>
                <a:cubicBezTo>
                  <a:pt x="54561" y="46447"/>
                  <a:pt x="54736" y="46322"/>
                  <a:pt x="54885" y="46173"/>
                </a:cubicBezTo>
                <a:lnTo>
                  <a:pt x="55258" y="45899"/>
                </a:lnTo>
                <a:cubicBezTo>
                  <a:pt x="55383" y="45775"/>
                  <a:pt x="55557" y="45650"/>
                  <a:pt x="55731" y="45526"/>
                </a:cubicBezTo>
                <a:close/>
                <a:moveTo>
                  <a:pt x="40647" y="59191"/>
                </a:moveTo>
                <a:cubicBezTo>
                  <a:pt x="40672" y="59191"/>
                  <a:pt x="40672" y="59216"/>
                  <a:pt x="40697" y="59216"/>
                </a:cubicBezTo>
                <a:cubicBezTo>
                  <a:pt x="40697" y="59241"/>
                  <a:pt x="40672" y="59241"/>
                  <a:pt x="40672" y="59266"/>
                </a:cubicBezTo>
                <a:cubicBezTo>
                  <a:pt x="40647" y="59266"/>
                  <a:pt x="40622" y="59241"/>
                  <a:pt x="40622" y="59241"/>
                </a:cubicBezTo>
                <a:cubicBezTo>
                  <a:pt x="40622" y="59216"/>
                  <a:pt x="40647" y="59216"/>
                  <a:pt x="40647" y="59191"/>
                </a:cubicBezTo>
                <a:close/>
                <a:moveTo>
                  <a:pt x="84082" y="49185"/>
                </a:moveTo>
                <a:cubicBezTo>
                  <a:pt x="84132" y="49235"/>
                  <a:pt x="84182" y="49235"/>
                  <a:pt x="84232" y="49260"/>
                </a:cubicBezTo>
                <a:cubicBezTo>
                  <a:pt x="84306" y="49284"/>
                  <a:pt x="84331" y="49284"/>
                  <a:pt x="84381" y="49309"/>
                </a:cubicBezTo>
                <a:cubicBezTo>
                  <a:pt x="84431" y="49309"/>
                  <a:pt x="84456" y="49334"/>
                  <a:pt x="84481" y="49334"/>
                </a:cubicBezTo>
                <a:cubicBezTo>
                  <a:pt x="84705" y="49434"/>
                  <a:pt x="84929" y="49533"/>
                  <a:pt x="85178" y="49633"/>
                </a:cubicBezTo>
                <a:cubicBezTo>
                  <a:pt x="85227" y="49658"/>
                  <a:pt x="85252" y="49658"/>
                  <a:pt x="85327" y="49683"/>
                </a:cubicBezTo>
                <a:cubicBezTo>
                  <a:pt x="85601" y="49782"/>
                  <a:pt x="85850" y="49882"/>
                  <a:pt x="86123" y="49956"/>
                </a:cubicBezTo>
                <a:cubicBezTo>
                  <a:pt x="86173" y="49956"/>
                  <a:pt x="86198" y="50006"/>
                  <a:pt x="86248" y="50006"/>
                </a:cubicBezTo>
                <a:lnTo>
                  <a:pt x="86298" y="50006"/>
                </a:lnTo>
                <a:cubicBezTo>
                  <a:pt x="86497" y="50056"/>
                  <a:pt x="86721" y="50156"/>
                  <a:pt x="86970" y="50205"/>
                </a:cubicBezTo>
                <a:cubicBezTo>
                  <a:pt x="87617" y="52844"/>
                  <a:pt x="87244" y="56005"/>
                  <a:pt x="86074" y="59340"/>
                </a:cubicBezTo>
                <a:cubicBezTo>
                  <a:pt x="83809" y="58245"/>
                  <a:pt x="81693" y="56901"/>
                  <a:pt x="79826" y="55383"/>
                </a:cubicBezTo>
                <a:cubicBezTo>
                  <a:pt x="81344" y="53342"/>
                  <a:pt x="82763" y="51276"/>
                  <a:pt x="84082" y="49185"/>
                </a:cubicBezTo>
                <a:close/>
                <a:moveTo>
                  <a:pt x="46771" y="54014"/>
                </a:moveTo>
                <a:cubicBezTo>
                  <a:pt x="48737" y="56030"/>
                  <a:pt x="50206" y="57847"/>
                  <a:pt x="51151" y="59315"/>
                </a:cubicBezTo>
                <a:lnTo>
                  <a:pt x="51102" y="59365"/>
                </a:lnTo>
                <a:cubicBezTo>
                  <a:pt x="50156" y="57872"/>
                  <a:pt x="48712" y="56080"/>
                  <a:pt x="46746" y="54088"/>
                </a:cubicBezTo>
                <a:cubicBezTo>
                  <a:pt x="46746" y="54039"/>
                  <a:pt x="46771" y="54039"/>
                  <a:pt x="46771" y="54014"/>
                </a:cubicBezTo>
                <a:close/>
                <a:moveTo>
                  <a:pt x="60983" y="50156"/>
                </a:moveTo>
                <a:cubicBezTo>
                  <a:pt x="60983" y="50156"/>
                  <a:pt x="61033" y="50156"/>
                  <a:pt x="61033" y="50180"/>
                </a:cubicBezTo>
                <a:lnTo>
                  <a:pt x="61058" y="50180"/>
                </a:lnTo>
                <a:cubicBezTo>
                  <a:pt x="60934" y="50305"/>
                  <a:pt x="60784" y="50479"/>
                  <a:pt x="60585" y="50604"/>
                </a:cubicBezTo>
                <a:cubicBezTo>
                  <a:pt x="60486" y="50653"/>
                  <a:pt x="60436" y="50728"/>
                  <a:pt x="60386" y="50753"/>
                </a:cubicBezTo>
                <a:cubicBezTo>
                  <a:pt x="60262" y="50877"/>
                  <a:pt x="60137" y="50977"/>
                  <a:pt x="59988" y="51101"/>
                </a:cubicBezTo>
                <a:cubicBezTo>
                  <a:pt x="59589" y="51425"/>
                  <a:pt x="59216" y="51749"/>
                  <a:pt x="58843" y="52097"/>
                </a:cubicBezTo>
                <a:lnTo>
                  <a:pt x="58768" y="52147"/>
                </a:lnTo>
                <a:lnTo>
                  <a:pt x="58743" y="52147"/>
                </a:lnTo>
                <a:cubicBezTo>
                  <a:pt x="58693" y="52197"/>
                  <a:pt x="58619" y="52246"/>
                  <a:pt x="58594" y="52296"/>
                </a:cubicBezTo>
                <a:cubicBezTo>
                  <a:pt x="58519" y="52371"/>
                  <a:pt x="58445" y="52421"/>
                  <a:pt x="58370" y="52495"/>
                </a:cubicBezTo>
                <a:cubicBezTo>
                  <a:pt x="57847" y="52943"/>
                  <a:pt x="57349" y="53416"/>
                  <a:pt x="56851" y="53889"/>
                </a:cubicBezTo>
                <a:lnTo>
                  <a:pt x="56777" y="53939"/>
                </a:lnTo>
                <a:cubicBezTo>
                  <a:pt x="56254" y="54437"/>
                  <a:pt x="55756" y="54935"/>
                  <a:pt x="55234" y="55432"/>
                </a:cubicBezTo>
                <a:lnTo>
                  <a:pt x="54835" y="55856"/>
                </a:lnTo>
                <a:lnTo>
                  <a:pt x="54786" y="55881"/>
                </a:lnTo>
                <a:lnTo>
                  <a:pt x="54761" y="55905"/>
                </a:lnTo>
                <a:lnTo>
                  <a:pt x="53740" y="56951"/>
                </a:lnTo>
                <a:cubicBezTo>
                  <a:pt x="53541" y="57125"/>
                  <a:pt x="53392" y="57274"/>
                  <a:pt x="53242" y="57474"/>
                </a:cubicBezTo>
                <a:lnTo>
                  <a:pt x="53217" y="57498"/>
                </a:lnTo>
                <a:cubicBezTo>
                  <a:pt x="52894" y="57797"/>
                  <a:pt x="52595" y="58146"/>
                  <a:pt x="52272" y="58494"/>
                </a:cubicBezTo>
                <a:cubicBezTo>
                  <a:pt x="52147" y="58643"/>
                  <a:pt x="52023" y="58768"/>
                  <a:pt x="51873" y="58917"/>
                </a:cubicBezTo>
                <a:cubicBezTo>
                  <a:pt x="51848" y="58967"/>
                  <a:pt x="51799" y="58992"/>
                  <a:pt x="51799" y="59017"/>
                </a:cubicBezTo>
                <a:lnTo>
                  <a:pt x="51774" y="59042"/>
                </a:lnTo>
                <a:lnTo>
                  <a:pt x="51749" y="59091"/>
                </a:lnTo>
                <a:cubicBezTo>
                  <a:pt x="51649" y="59216"/>
                  <a:pt x="51525" y="59291"/>
                  <a:pt x="51425" y="59415"/>
                </a:cubicBezTo>
                <a:cubicBezTo>
                  <a:pt x="51425" y="59415"/>
                  <a:pt x="51425" y="59390"/>
                  <a:pt x="51400" y="59390"/>
                </a:cubicBezTo>
                <a:lnTo>
                  <a:pt x="51400" y="59365"/>
                </a:lnTo>
                <a:cubicBezTo>
                  <a:pt x="52097" y="58619"/>
                  <a:pt x="52769" y="57872"/>
                  <a:pt x="53466" y="57150"/>
                </a:cubicBezTo>
                <a:lnTo>
                  <a:pt x="53491" y="57125"/>
                </a:lnTo>
                <a:lnTo>
                  <a:pt x="53516" y="57100"/>
                </a:lnTo>
                <a:cubicBezTo>
                  <a:pt x="54238" y="56353"/>
                  <a:pt x="54985" y="55607"/>
                  <a:pt x="55731" y="54885"/>
                </a:cubicBezTo>
                <a:lnTo>
                  <a:pt x="56005" y="54611"/>
                </a:lnTo>
                <a:cubicBezTo>
                  <a:pt x="56752" y="53889"/>
                  <a:pt x="57524" y="53167"/>
                  <a:pt x="58320" y="52446"/>
                </a:cubicBezTo>
                <a:lnTo>
                  <a:pt x="58494" y="52271"/>
                </a:lnTo>
                <a:cubicBezTo>
                  <a:pt x="58967" y="51873"/>
                  <a:pt x="59440" y="51475"/>
                  <a:pt x="59938" y="51052"/>
                </a:cubicBezTo>
                <a:cubicBezTo>
                  <a:pt x="60062" y="50927"/>
                  <a:pt x="60212" y="50853"/>
                  <a:pt x="60336" y="50728"/>
                </a:cubicBezTo>
                <a:lnTo>
                  <a:pt x="60983" y="50156"/>
                </a:lnTo>
                <a:close/>
                <a:moveTo>
                  <a:pt x="87169" y="50280"/>
                </a:moveTo>
                <a:cubicBezTo>
                  <a:pt x="87194" y="50280"/>
                  <a:pt x="87194" y="50280"/>
                  <a:pt x="87219" y="50305"/>
                </a:cubicBezTo>
                <a:cubicBezTo>
                  <a:pt x="87841" y="52919"/>
                  <a:pt x="87468" y="56105"/>
                  <a:pt x="86298" y="59465"/>
                </a:cubicBezTo>
                <a:cubicBezTo>
                  <a:pt x="86248" y="59465"/>
                  <a:pt x="86248" y="59440"/>
                  <a:pt x="86223" y="59440"/>
                </a:cubicBezTo>
                <a:cubicBezTo>
                  <a:pt x="87418" y="56080"/>
                  <a:pt x="87791" y="52919"/>
                  <a:pt x="87169" y="50280"/>
                </a:cubicBezTo>
                <a:close/>
                <a:moveTo>
                  <a:pt x="79702" y="55532"/>
                </a:moveTo>
                <a:cubicBezTo>
                  <a:pt x="81593" y="57075"/>
                  <a:pt x="83709" y="58395"/>
                  <a:pt x="85999" y="59515"/>
                </a:cubicBezTo>
                <a:cubicBezTo>
                  <a:pt x="85999" y="59564"/>
                  <a:pt x="85999" y="59564"/>
                  <a:pt x="85974" y="59589"/>
                </a:cubicBezTo>
                <a:cubicBezTo>
                  <a:pt x="83684" y="58469"/>
                  <a:pt x="81519" y="57125"/>
                  <a:pt x="79627" y="55607"/>
                </a:cubicBezTo>
                <a:lnTo>
                  <a:pt x="79702" y="55532"/>
                </a:lnTo>
                <a:close/>
                <a:moveTo>
                  <a:pt x="51326" y="59490"/>
                </a:moveTo>
                <a:lnTo>
                  <a:pt x="51326" y="59515"/>
                </a:lnTo>
                <a:cubicBezTo>
                  <a:pt x="51326" y="59515"/>
                  <a:pt x="51326" y="59564"/>
                  <a:pt x="51351" y="59564"/>
                </a:cubicBezTo>
                <a:lnTo>
                  <a:pt x="51276" y="59614"/>
                </a:lnTo>
                <a:cubicBezTo>
                  <a:pt x="51276" y="59589"/>
                  <a:pt x="51276" y="59589"/>
                  <a:pt x="51251" y="59564"/>
                </a:cubicBezTo>
                <a:lnTo>
                  <a:pt x="51326" y="59490"/>
                </a:lnTo>
                <a:close/>
                <a:moveTo>
                  <a:pt x="4232" y="59614"/>
                </a:moveTo>
                <a:lnTo>
                  <a:pt x="4232" y="59614"/>
                </a:lnTo>
                <a:cubicBezTo>
                  <a:pt x="4223" y="59637"/>
                  <a:pt x="4214" y="59660"/>
                  <a:pt x="4205" y="59684"/>
                </a:cubicBezTo>
                <a:lnTo>
                  <a:pt x="4205" y="59684"/>
                </a:lnTo>
                <a:cubicBezTo>
                  <a:pt x="4212" y="59656"/>
                  <a:pt x="4218" y="59628"/>
                  <a:pt x="4232" y="59614"/>
                </a:cubicBezTo>
                <a:close/>
                <a:moveTo>
                  <a:pt x="86173" y="59589"/>
                </a:moveTo>
                <a:cubicBezTo>
                  <a:pt x="86198" y="59614"/>
                  <a:pt x="86198" y="59614"/>
                  <a:pt x="86223" y="59614"/>
                </a:cubicBezTo>
                <a:cubicBezTo>
                  <a:pt x="86223" y="59639"/>
                  <a:pt x="86198" y="59639"/>
                  <a:pt x="86198" y="59689"/>
                </a:cubicBezTo>
                <a:cubicBezTo>
                  <a:pt x="86173" y="59689"/>
                  <a:pt x="86173" y="59639"/>
                  <a:pt x="86123" y="59639"/>
                </a:cubicBezTo>
                <a:cubicBezTo>
                  <a:pt x="86123" y="59614"/>
                  <a:pt x="86173" y="59614"/>
                  <a:pt x="86173" y="59589"/>
                </a:cubicBezTo>
                <a:close/>
                <a:moveTo>
                  <a:pt x="61282" y="50280"/>
                </a:moveTo>
                <a:cubicBezTo>
                  <a:pt x="61332" y="50355"/>
                  <a:pt x="61431" y="50380"/>
                  <a:pt x="61481" y="50405"/>
                </a:cubicBezTo>
                <a:cubicBezTo>
                  <a:pt x="57748" y="53118"/>
                  <a:pt x="54387" y="56353"/>
                  <a:pt x="51649" y="59739"/>
                </a:cubicBezTo>
                <a:cubicBezTo>
                  <a:pt x="51624" y="59689"/>
                  <a:pt x="51599" y="59614"/>
                  <a:pt x="51525" y="59564"/>
                </a:cubicBezTo>
                <a:cubicBezTo>
                  <a:pt x="51624" y="59465"/>
                  <a:pt x="51699" y="59365"/>
                  <a:pt x="51774" y="59266"/>
                </a:cubicBezTo>
                <a:cubicBezTo>
                  <a:pt x="52023" y="59017"/>
                  <a:pt x="52247" y="58743"/>
                  <a:pt x="52496" y="58494"/>
                </a:cubicBezTo>
                <a:cubicBezTo>
                  <a:pt x="52620" y="58370"/>
                  <a:pt x="52720" y="58245"/>
                  <a:pt x="52844" y="58146"/>
                </a:cubicBezTo>
                <a:cubicBezTo>
                  <a:pt x="52968" y="58021"/>
                  <a:pt x="53093" y="57872"/>
                  <a:pt x="53217" y="57747"/>
                </a:cubicBezTo>
                <a:cubicBezTo>
                  <a:pt x="53242" y="57722"/>
                  <a:pt x="53267" y="57698"/>
                  <a:pt x="53317" y="57623"/>
                </a:cubicBezTo>
                <a:cubicBezTo>
                  <a:pt x="53491" y="57399"/>
                  <a:pt x="53715" y="57200"/>
                  <a:pt x="53939" y="57001"/>
                </a:cubicBezTo>
                <a:lnTo>
                  <a:pt x="54761" y="56154"/>
                </a:lnTo>
                <a:lnTo>
                  <a:pt x="54885" y="56030"/>
                </a:lnTo>
                <a:cubicBezTo>
                  <a:pt x="55059" y="55881"/>
                  <a:pt x="55209" y="55706"/>
                  <a:pt x="55383" y="55532"/>
                </a:cubicBezTo>
                <a:cubicBezTo>
                  <a:pt x="55881" y="55034"/>
                  <a:pt x="56379" y="54586"/>
                  <a:pt x="56876" y="54113"/>
                </a:cubicBezTo>
                <a:cubicBezTo>
                  <a:pt x="56976" y="54039"/>
                  <a:pt x="57051" y="53964"/>
                  <a:pt x="57125" y="53889"/>
                </a:cubicBezTo>
                <a:lnTo>
                  <a:pt x="57175" y="53864"/>
                </a:lnTo>
                <a:lnTo>
                  <a:pt x="58469" y="52645"/>
                </a:lnTo>
                <a:cubicBezTo>
                  <a:pt x="58619" y="52520"/>
                  <a:pt x="58793" y="52371"/>
                  <a:pt x="58942" y="52246"/>
                </a:cubicBezTo>
                <a:cubicBezTo>
                  <a:pt x="59341" y="51898"/>
                  <a:pt x="59714" y="51550"/>
                  <a:pt x="60112" y="51226"/>
                </a:cubicBezTo>
                <a:cubicBezTo>
                  <a:pt x="60311" y="51052"/>
                  <a:pt x="60461" y="50927"/>
                  <a:pt x="60660" y="50778"/>
                </a:cubicBezTo>
                <a:cubicBezTo>
                  <a:pt x="60859" y="50629"/>
                  <a:pt x="61083" y="50479"/>
                  <a:pt x="61282" y="50280"/>
                </a:cubicBezTo>
                <a:close/>
                <a:moveTo>
                  <a:pt x="4185" y="59735"/>
                </a:moveTo>
                <a:cubicBezTo>
                  <a:pt x="4162" y="59797"/>
                  <a:pt x="4138" y="59858"/>
                  <a:pt x="4114" y="59920"/>
                </a:cubicBezTo>
                <a:lnTo>
                  <a:pt x="4114" y="59920"/>
                </a:lnTo>
                <a:cubicBezTo>
                  <a:pt x="4136" y="59859"/>
                  <a:pt x="4159" y="59799"/>
                  <a:pt x="4182" y="59739"/>
                </a:cubicBezTo>
                <a:cubicBezTo>
                  <a:pt x="4183" y="59737"/>
                  <a:pt x="4184" y="59736"/>
                  <a:pt x="4185" y="59735"/>
                </a:cubicBezTo>
                <a:close/>
                <a:moveTo>
                  <a:pt x="51450" y="59714"/>
                </a:moveTo>
                <a:cubicBezTo>
                  <a:pt x="51475" y="59764"/>
                  <a:pt x="51525" y="59838"/>
                  <a:pt x="51575" y="59888"/>
                </a:cubicBezTo>
                <a:lnTo>
                  <a:pt x="51500" y="59963"/>
                </a:lnTo>
                <a:cubicBezTo>
                  <a:pt x="51475" y="59888"/>
                  <a:pt x="51450" y="59838"/>
                  <a:pt x="51375" y="59764"/>
                </a:cubicBezTo>
                <a:cubicBezTo>
                  <a:pt x="51400" y="59739"/>
                  <a:pt x="51400" y="59714"/>
                  <a:pt x="51450" y="59714"/>
                </a:cubicBezTo>
                <a:close/>
                <a:moveTo>
                  <a:pt x="61680" y="50529"/>
                </a:moveTo>
                <a:cubicBezTo>
                  <a:pt x="61705" y="50529"/>
                  <a:pt x="61705" y="50554"/>
                  <a:pt x="61730" y="50554"/>
                </a:cubicBezTo>
                <a:cubicBezTo>
                  <a:pt x="57947" y="53292"/>
                  <a:pt x="54561" y="56528"/>
                  <a:pt x="51823" y="59988"/>
                </a:cubicBezTo>
                <a:cubicBezTo>
                  <a:pt x="51823" y="59963"/>
                  <a:pt x="51774" y="59963"/>
                  <a:pt x="51774" y="59938"/>
                </a:cubicBezTo>
                <a:cubicBezTo>
                  <a:pt x="54561" y="56503"/>
                  <a:pt x="57922" y="53267"/>
                  <a:pt x="61680" y="50529"/>
                </a:cubicBezTo>
                <a:close/>
                <a:moveTo>
                  <a:pt x="45899" y="53466"/>
                </a:moveTo>
                <a:lnTo>
                  <a:pt x="46347" y="53889"/>
                </a:lnTo>
                <a:cubicBezTo>
                  <a:pt x="44754" y="55881"/>
                  <a:pt x="43410" y="57971"/>
                  <a:pt x="42315" y="60012"/>
                </a:cubicBezTo>
                <a:cubicBezTo>
                  <a:pt x="41892" y="59739"/>
                  <a:pt x="41419" y="59490"/>
                  <a:pt x="40946" y="59191"/>
                </a:cubicBezTo>
                <a:cubicBezTo>
                  <a:pt x="42514" y="57250"/>
                  <a:pt x="44157" y="55333"/>
                  <a:pt x="45899" y="53466"/>
                </a:cubicBezTo>
                <a:close/>
                <a:moveTo>
                  <a:pt x="114698" y="52595"/>
                </a:moveTo>
                <a:cubicBezTo>
                  <a:pt x="114723" y="52894"/>
                  <a:pt x="114748" y="53217"/>
                  <a:pt x="114748" y="53541"/>
                </a:cubicBezTo>
                <a:cubicBezTo>
                  <a:pt x="114350" y="55084"/>
                  <a:pt x="113877" y="56602"/>
                  <a:pt x="113305" y="58195"/>
                </a:cubicBezTo>
                <a:cubicBezTo>
                  <a:pt x="112757" y="58892"/>
                  <a:pt x="112110" y="59564"/>
                  <a:pt x="111363" y="60112"/>
                </a:cubicBezTo>
                <a:cubicBezTo>
                  <a:pt x="112632" y="57598"/>
                  <a:pt x="113753" y="55084"/>
                  <a:pt x="114698" y="52595"/>
                </a:cubicBezTo>
                <a:close/>
                <a:moveTo>
                  <a:pt x="46397" y="53939"/>
                </a:moveTo>
                <a:lnTo>
                  <a:pt x="46422" y="53989"/>
                </a:lnTo>
                <a:cubicBezTo>
                  <a:pt x="46497" y="54088"/>
                  <a:pt x="46497" y="54113"/>
                  <a:pt x="46472" y="54113"/>
                </a:cubicBezTo>
                <a:cubicBezTo>
                  <a:pt x="46123" y="54536"/>
                  <a:pt x="45800" y="54984"/>
                  <a:pt x="45476" y="55408"/>
                </a:cubicBezTo>
                <a:cubicBezTo>
                  <a:pt x="45377" y="55557"/>
                  <a:pt x="45252" y="55706"/>
                  <a:pt x="45153" y="55856"/>
                </a:cubicBezTo>
                <a:cubicBezTo>
                  <a:pt x="44929" y="56154"/>
                  <a:pt x="44680" y="56503"/>
                  <a:pt x="44481" y="56851"/>
                </a:cubicBezTo>
                <a:cubicBezTo>
                  <a:pt x="44381" y="57001"/>
                  <a:pt x="44281" y="57125"/>
                  <a:pt x="44182" y="57274"/>
                </a:cubicBezTo>
                <a:cubicBezTo>
                  <a:pt x="44132" y="57349"/>
                  <a:pt x="44107" y="57424"/>
                  <a:pt x="44033" y="57498"/>
                </a:cubicBezTo>
                <a:cubicBezTo>
                  <a:pt x="43809" y="57872"/>
                  <a:pt x="43560" y="58245"/>
                  <a:pt x="43385" y="58594"/>
                </a:cubicBezTo>
                <a:cubicBezTo>
                  <a:pt x="43062" y="59116"/>
                  <a:pt x="42788" y="59639"/>
                  <a:pt x="42514" y="60137"/>
                </a:cubicBezTo>
                <a:cubicBezTo>
                  <a:pt x="42514" y="60137"/>
                  <a:pt x="42489" y="60137"/>
                  <a:pt x="42489" y="60112"/>
                </a:cubicBezTo>
                <a:lnTo>
                  <a:pt x="42440" y="60112"/>
                </a:lnTo>
                <a:cubicBezTo>
                  <a:pt x="42564" y="59863"/>
                  <a:pt x="42688" y="59639"/>
                  <a:pt x="42813" y="59390"/>
                </a:cubicBezTo>
                <a:cubicBezTo>
                  <a:pt x="42813" y="59365"/>
                  <a:pt x="42863" y="59340"/>
                  <a:pt x="42888" y="59291"/>
                </a:cubicBezTo>
                <a:lnTo>
                  <a:pt x="43360" y="58469"/>
                </a:lnTo>
                <a:cubicBezTo>
                  <a:pt x="43360" y="58469"/>
                  <a:pt x="43360" y="58419"/>
                  <a:pt x="43385" y="58419"/>
                </a:cubicBezTo>
                <a:cubicBezTo>
                  <a:pt x="43560" y="58121"/>
                  <a:pt x="43759" y="57847"/>
                  <a:pt x="43933" y="57523"/>
                </a:cubicBezTo>
                <a:cubicBezTo>
                  <a:pt x="44132" y="57225"/>
                  <a:pt x="44306" y="56926"/>
                  <a:pt x="44505" y="56627"/>
                </a:cubicBezTo>
                <a:cubicBezTo>
                  <a:pt x="44530" y="56602"/>
                  <a:pt x="44555" y="56553"/>
                  <a:pt x="44555" y="56503"/>
                </a:cubicBezTo>
                <a:cubicBezTo>
                  <a:pt x="44754" y="56229"/>
                  <a:pt x="44929" y="55980"/>
                  <a:pt x="45128" y="55681"/>
                </a:cubicBezTo>
                <a:cubicBezTo>
                  <a:pt x="45352" y="55408"/>
                  <a:pt x="45526" y="55109"/>
                  <a:pt x="45750" y="54810"/>
                </a:cubicBezTo>
                <a:cubicBezTo>
                  <a:pt x="45800" y="54760"/>
                  <a:pt x="45850" y="54686"/>
                  <a:pt x="45899" y="54611"/>
                </a:cubicBezTo>
                <a:cubicBezTo>
                  <a:pt x="46049" y="54387"/>
                  <a:pt x="46248" y="54163"/>
                  <a:pt x="46397" y="53939"/>
                </a:cubicBezTo>
                <a:close/>
                <a:moveTo>
                  <a:pt x="51649" y="60062"/>
                </a:moveTo>
                <a:cubicBezTo>
                  <a:pt x="51649" y="60087"/>
                  <a:pt x="51699" y="60112"/>
                  <a:pt x="51699" y="60112"/>
                </a:cubicBezTo>
                <a:lnTo>
                  <a:pt x="51624" y="60187"/>
                </a:lnTo>
                <a:cubicBezTo>
                  <a:pt x="51624" y="60137"/>
                  <a:pt x="51599" y="60137"/>
                  <a:pt x="51599" y="60112"/>
                </a:cubicBezTo>
                <a:lnTo>
                  <a:pt x="51649" y="60062"/>
                </a:lnTo>
                <a:close/>
                <a:moveTo>
                  <a:pt x="40822" y="59315"/>
                </a:moveTo>
                <a:cubicBezTo>
                  <a:pt x="41295" y="59589"/>
                  <a:pt x="41767" y="59888"/>
                  <a:pt x="42240" y="60137"/>
                </a:cubicBezTo>
                <a:cubicBezTo>
                  <a:pt x="42240" y="60187"/>
                  <a:pt x="42191" y="60187"/>
                  <a:pt x="42191" y="60212"/>
                </a:cubicBezTo>
                <a:cubicBezTo>
                  <a:pt x="41743" y="59963"/>
                  <a:pt x="41270" y="59689"/>
                  <a:pt x="40797" y="59365"/>
                </a:cubicBezTo>
                <a:cubicBezTo>
                  <a:pt x="40797" y="59340"/>
                  <a:pt x="40822" y="59340"/>
                  <a:pt x="40822" y="59315"/>
                </a:cubicBezTo>
                <a:close/>
                <a:moveTo>
                  <a:pt x="42440" y="60261"/>
                </a:moveTo>
                <a:cubicBezTo>
                  <a:pt x="42440" y="60261"/>
                  <a:pt x="42489" y="60261"/>
                  <a:pt x="42489" y="60311"/>
                </a:cubicBezTo>
                <a:cubicBezTo>
                  <a:pt x="42489" y="60336"/>
                  <a:pt x="42440" y="60336"/>
                  <a:pt x="42440" y="60361"/>
                </a:cubicBezTo>
                <a:cubicBezTo>
                  <a:pt x="42415" y="60361"/>
                  <a:pt x="42415" y="60361"/>
                  <a:pt x="42390" y="60336"/>
                </a:cubicBezTo>
                <a:cubicBezTo>
                  <a:pt x="42390" y="60311"/>
                  <a:pt x="42415" y="60311"/>
                  <a:pt x="42415" y="60261"/>
                </a:cubicBezTo>
                <a:close/>
                <a:moveTo>
                  <a:pt x="114599" y="52097"/>
                </a:moveTo>
                <a:cubicBezTo>
                  <a:pt x="114599" y="52122"/>
                  <a:pt x="114624" y="52172"/>
                  <a:pt x="114624" y="52222"/>
                </a:cubicBezTo>
                <a:cubicBezTo>
                  <a:pt x="113628" y="54885"/>
                  <a:pt x="112433" y="57598"/>
                  <a:pt x="111064" y="60336"/>
                </a:cubicBezTo>
                <a:cubicBezTo>
                  <a:pt x="111015" y="60361"/>
                  <a:pt x="110990" y="60386"/>
                  <a:pt x="110965" y="60386"/>
                </a:cubicBezTo>
                <a:cubicBezTo>
                  <a:pt x="112359" y="57598"/>
                  <a:pt x="113603" y="54835"/>
                  <a:pt x="114599" y="52097"/>
                </a:cubicBezTo>
                <a:close/>
                <a:moveTo>
                  <a:pt x="87443" y="50355"/>
                </a:moveTo>
                <a:lnTo>
                  <a:pt x="87443" y="50355"/>
                </a:lnTo>
                <a:cubicBezTo>
                  <a:pt x="87692" y="50405"/>
                  <a:pt x="87916" y="50479"/>
                  <a:pt x="88164" y="50529"/>
                </a:cubicBezTo>
                <a:cubicBezTo>
                  <a:pt x="88214" y="50529"/>
                  <a:pt x="88289" y="50554"/>
                  <a:pt x="88339" y="50554"/>
                </a:cubicBezTo>
                <a:cubicBezTo>
                  <a:pt x="88438" y="50579"/>
                  <a:pt x="88563" y="50579"/>
                  <a:pt x="88662" y="50629"/>
                </a:cubicBezTo>
                <a:cubicBezTo>
                  <a:pt x="88812" y="50653"/>
                  <a:pt x="88986" y="50678"/>
                  <a:pt x="89160" y="50728"/>
                </a:cubicBezTo>
                <a:cubicBezTo>
                  <a:pt x="89210" y="50728"/>
                  <a:pt x="89285" y="50753"/>
                  <a:pt x="89359" y="50753"/>
                </a:cubicBezTo>
                <a:lnTo>
                  <a:pt x="89409" y="50753"/>
                </a:lnTo>
                <a:cubicBezTo>
                  <a:pt x="89434" y="50753"/>
                  <a:pt x="89484" y="50753"/>
                  <a:pt x="89534" y="50778"/>
                </a:cubicBezTo>
                <a:lnTo>
                  <a:pt x="90181" y="50877"/>
                </a:lnTo>
                <a:cubicBezTo>
                  <a:pt x="90305" y="50902"/>
                  <a:pt x="90430" y="50902"/>
                  <a:pt x="90554" y="50902"/>
                </a:cubicBezTo>
                <a:cubicBezTo>
                  <a:pt x="90778" y="50927"/>
                  <a:pt x="91027" y="50952"/>
                  <a:pt x="91226" y="50952"/>
                </a:cubicBezTo>
                <a:lnTo>
                  <a:pt x="91351" y="50952"/>
                </a:lnTo>
                <a:cubicBezTo>
                  <a:pt x="91450" y="50952"/>
                  <a:pt x="91575" y="50952"/>
                  <a:pt x="91674" y="51002"/>
                </a:cubicBezTo>
                <a:lnTo>
                  <a:pt x="91799" y="51002"/>
                </a:lnTo>
                <a:cubicBezTo>
                  <a:pt x="91898" y="51002"/>
                  <a:pt x="91948" y="51002"/>
                  <a:pt x="92048" y="51027"/>
                </a:cubicBezTo>
                <a:cubicBezTo>
                  <a:pt x="92147" y="51027"/>
                  <a:pt x="92222" y="51027"/>
                  <a:pt x="92321" y="51052"/>
                </a:cubicBezTo>
                <a:lnTo>
                  <a:pt x="93417" y="51052"/>
                </a:lnTo>
                <a:cubicBezTo>
                  <a:pt x="93989" y="51052"/>
                  <a:pt x="94586" y="51027"/>
                  <a:pt x="95184" y="51002"/>
                </a:cubicBezTo>
                <a:lnTo>
                  <a:pt x="95184" y="51002"/>
                </a:lnTo>
                <a:cubicBezTo>
                  <a:pt x="93392" y="54238"/>
                  <a:pt x="91276" y="57449"/>
                  <a:pt x="88936" y="60585"/>
                </a:cubicBezTo>
                <a:cubicBezTo>
                  <a:pt x="88090" y="60261"/>
                  <a:pt x="87244" y="59888"/>
                  <a:pt x="86447" y="59515"/>
                </a:cubicBezTo>
                <a:cubicBezTo>
                  <a:pt x="87617" y="56154"/>
                  <a:pt x="88040" y="53018"/>
                  <a:pt x="87443" y="50355"/>
                </a:cubicBezTo>
                <a:close/>
                <a:moveTo>
                  <a:pt x="113105" y="58718"/>
                </a:moveTo>
                <a:lnTo>
                  <a:pt x="113105" y="58718"/>
                </a:lnTo>
                <a:cubicBezTo>
                  <a:pt x="113081" y="58768"/>
                  <a:pt x="113081" y="58843"/>
                  <a:pt x="113056" y="58892"/>
                </a:cubicBezTo>
                <a:cubicBezTo>
                  <a:pt x="112508" y="59515"/>
                  <a:pt x="111861" y="60087"/>
                  <a:pt x="111114" y="60585"/>
                </a:cubicBezTo>
                <a:cubicBezTo>
                  <a:pt x="111139" y="60560"/>
                  <a:pt x="111139" y="60510"/>
                  <a:pt x="111189" y="60460"/>
                </a:cubicBezTo>
                <a:cubicBezTo>
                  <a:pt x="111936" y="59938"/>
                  <a:pt x="112583" y="59365"/>
                  <a:pt x="113105" y="58718"/>
                </a:cubicBezTo>
                <a:close/>
                <a:moveTo>
                  <a:pt x="95532" y="51027"/>
                </a:moveTo>
                <a:cubicBezTo>
                  <a:pt x="93665" y="54263"/>
                  <a:pt x="91525" y="57498"/>
                  <a:pt x="89185" y="60684"/>
                </a:cubicBezTo>
                <a:cubicBezTo>
                  <a:pt x="89160" y="60684"/>
                  <a:pt x="89160" y="60635"/>
                  <a:pt x="89110" y="60635"/>
                </a:cubicBezTo>
                <a:cubicBezTo>
                  <a:pt x="91475" y="57474"/>
                  <a:pt x="93591" y="54238"/>
                  <a:pt x="95458" y="51027"/>
                </a:cubicBezTo>
                <a:close/>
                <a:moveTo>
                  <a:pt x="86372" y="59714"/>
                </a:moveTo>
                <a:cubicBezTo>
                  <a:pt x="87194" y="60087"/>
                  <a:pt x="87990" y="60436"/>
                  <a:pt x="88812" y="60734"/>
                </a:cubicBezTo>
                <a:cubicBezTo>
                  <a:pt x="88812" y="60759"/>
                  <a:pt x="88787" y="60759"/>
                  <a:pt x="88787" y="60809"/>
                </a:cubicBezTo>
                <a:cubicBezTo>
                  <a:pt x="87965" y="60485"/>
                  <a:pt x="87169" y="60137"/>
                  <a:pt x="86347" y="59764"/>
                </a:cubicBezTo>
                <a:cubicBezTo>
                  <a:pt x="86372" y="59739"/>
                  <a:pt x="86372" y="59714"/>
                  <a:pt x="86372" y="59714"/>
                </a:cubicBezTo>
                <a:close/>
                <a:moveTo>
                  <a:pt x="110865" y="60685"/>
                </a:moveTo>
                <a:lnTo>
                  <a:pt x="110865" y="60685"/>
                </a:lnTo>
                <a:cubicBezTo>
                  <a:pt x="110840" y="60709"/>
                  <a:pt x="110840" y="60734"/>
                  <a:pt x="110815" y="60809"/>
                </a:cubicBezTo>
                <a:cubicBezTo>
                  <a:pt x="110766" y="60834"/>
                  <a:pt x="110741" y="60834"/>
                  <a:pt x="110716" y="60859"/>
                </a:cubicBezTo>
                <a:cubicBezTo>
                  <a:pt x="110741" y="60834"/>
                  <a:pt x="110741" y="60809"/>
                  <a:pt x="110766" y="60734"/>
                </a:cubicBezTo>
                <a:cubicBezTo>
                  <a:pt x="110815" y="60709"/>
                  <a:pt x="110840" y="60709"/>
                  <a:pt x="110865" y="60685"/>
                </a:cubicBezTo>
                <a:close/>
                <a:moveTo>
                  <a:pt x="88986" y="60809"/>
                </a:moveTo>
                <a:cubicBezTo>
                  <a:pt x="89036" y="60809"/>
                  <a:pt x="89061" y="60834"/>
                  <a:pt x="89061" y="60834"/>
                </a:cubicBezTo>
                <a:cubicBezTo>
                  <a:pt x="89061" y="60859"/>
                  <a:pt x="89011" y="60859"/>
                  <a:pt x="89011" y="60884"/>
                </a:cubicBezTo>
                <a:cubicBezTo>
                  <a:pt x="88986" y="60884"/>
                  <a:pt x="88986" y="60884"/>
                  <a:pt x="88961" y="60859"/>
                </a:cubicBezTo>
                <a:cubicBezTo>
                  <a:pt x="88961" y="60834"/>
                  <a:pt x="88986" y="60834"/>
                  <a:pt x="88986" y="60809"/>
                </a:cubicBezTo>
                <a:close/>
                <a:moveTo>
                  <a:pt x="33578" y="54536"/>
                </a:moveTo>
                <a:cubicBezTo>
                  <a:pt x="35843" y="56279"/>
                  <a:pt x="38133" y="57897"/>
                  <a:pt x="40299" y="59315"/>
                </a:cubicBezTo>
                <a:cubicBezTo>
                  <a:pt x="39801" y="59963"/>
                  <a:pt x="39303" y="60585"/>
                  <a:pt x="38805" y="61232"/>
                </a:cubicBezTo>
                <a:cubicBezTo>
                  <a:pt x="36914" y="59689"/>
                  <a:pt x="34723" y="58345"/>
                  <a:pt x="32433" y="57225"/>
                </a:cubicBezTo>
                <a:cubicBezTo>
                  <a:pt x="32782" y="56329"/>
                  <a:pt x="33180" y="55408"/>
                  <a:pt x="33578" y="54536"/>
                </a:cubicBezTo>
                <a:close/>
                <a:moveTo>
                  <a:pt x="40498" y="59365"/>
                </a:moveTo>
                <a:cubicBezTo>
                  <a:pt x="40523" y="59365"/>
                  <a:pt x="40523" y="59390"/>
                  <a:pt x="40548" y="59390"/>
                </a:cubicBezTo>
                <a:cubicBezTo>
                  <a:pt x="40050" y="60062"/>
                  <a:pt x="39527" y="60709"/>
                  <a:pt x="39054" y="61357"/>
                </a:cubicBezTo>
                <a:cubicBezTo>
                  <a:pt x="39029" y="61357"/>
                  <a:pt x="39029" y="61332"/>
                  <a:pt x="39005" y="61332"/>
                </a:cubicBezTo>
                <a:cubicBezTo>
                  <a:pt x="39453" y="60684"/>
                  <a:pt x="39950" y="60012"/>
                  <a:pt x="40498" y="59365"/>
                </a:cubicBezTo>
                <a:close/>
                <a:moveTo>
                  <a:pt x="3612" y="61301"/>
                </a:moveTo>
                <a:cubicBezTo>
                  <a:pt x="3605" y="61323"/>
                  <a:pt x="3598" y="61344"/>
                  <a:pt x="3592" y="61365"/>
                </a:cubicBezTo>
                <a:lnTo>
                  <a:pt x="3592" y="61365"/>
                </a:lnTo>
                <a:cubicBezTo>
                  <a:pt x="3596" y="61344"/>
                  <a:pt x="3601" y="61323"/>
                  <a:pt x="3609" y="61307"/>
                </a:cubicBezTo>
                <a:cubicBezTo>
                  <a:pt x="3610" y="61305"/>
                  <a:pt x="3611" y="61303"/>
                  <a:pt x="3612" y="61301"/>
                </a:cubicBezTo>
                <a:close/>
                <a:moveTo>
                  <a:pt x="32408" y="57374"/>
                </a:moveTo>
                <a:cubicBezTo>
                  <a:pt x="34698" y="58469"/>
                  <a:pt x="36839" y="59838"/>
                  <a:pt x="38706" y="61357"/>
                </a:cubicBezTo>
                <a:lnTo>
                  <a:pt x="38681" y="61381"/>
                </a:lnTo>
                <a:cubicBezTo>
                  <a:pt x="36789" y="59863"/>
                  <a:pt x="34649" y="58519"/>
                  <a:pt x="32359" y="57449"/>
                </a:cubicBezTo>
                <a:cubicBezTo>
                  <a:pt x="32359" y="57399"/>
                  <a:pt x="32359" y="57399"/>
                  <a:pt x="32408" y="57374"/>
                </a:cubicBezTo>
                <a:close/>
                <a:moveTo>
                  <a:pt x="38880" y="61481"/>
                </a:moveTo>
                <a:cubicBezTo>
                  <a:pt x="38905" y="61481"/>
                  <a:pt x="38905" y="61506"/>
                  <a:pt x="38930" y="61506"/>
                </a:cubicBezTo>
                <a:lnTo>
                  <a:pt x="38905" y="61556"/>
                </a:lnTo>
                <a:cubicBezTo>
                  <a:pt x="38880" y="61556"/>
                  <a:pt x="38830" y="61506"/>
                  <a:pt x="38830" y="61506"/>
                </a:cubicBezTo>
                <a:lnTo>
                  <a:pt x="38880" y="61481"/>
                </a:lnTo>
                <a:close/>
                <a:moveTo>
                  <a:pt x="113305" y="58942"/>
                </a:moveTo>
                <a:cubicBezTo>
                  <a:pt x="112956" y="59813"/>
                  <a:pt x="112583" y="60709"/>
                  <a:pt x="112234" y="61481"/>
                </a:cubicBezTo>
                <a:cubicBezTo>
                  <a:pt x="112217" y="61533"/>
                  <a:pt x="112197" y="61581"/>
                  <a:pt x="112176" y="61630"/>
                </a:cubicBezTo>
                <a:lnTo>
                  <a:pt x="112176" y="61630"/>
                </a:lnTo>
                <a:cubicBezTo>
                  <a:pt x="112515" y="60759"/>
                  <a:pt x="112870" y="59888"/>
                  <a:pt x="113205" y="59017"/>
                </a:cubicBezTo>
                <a:lnTo>
                  <a:pt x="113305" y="58942"/>
                </a:lnTo>
                <a:close/>
                <a:moveTo>
                  <a:pt x="113804" y="58252"/>
                </a:moveTo>
                <a:cubicBezTo>
                  <a:pt x="113489" y="59031"/>
                  <a:pt x="113197" y="59832"/>
                  <a:pt x="112856" y="60610"/>
                </a:cubicBezTo>
                <a:cubicBezTo>
                  <a:pt x="112732" y="60884"/>
                  <a:pt x="112608" y="61207"/>
                  <a:pt x="112483" y="61481"/>
                </a:cubicBezTo>
                <a:cubicBezTo>
                  <a:pt x="112483" y="61506"/>
                  <a:pt x="112458" y="61556"/>
                  <a:pt x="112458" y="61581"/>
                </a:cubicBezTo>
                <a:cubicBezTo>
                  <a:pt x="112458" y="61605"/>
                  <a:pt x="112408" y="61605"/>
                  <a:pt x="112408" y="61630"/>
                </a:cubicBezTo>
                <a:cubicBezTo>
                  <a:pt x="112368" y="61773"/>
                  <a:pt x="112294" y="61899"/>
                  <a:pt x="112241" y="62022"/>
                </a:cubicBezTo>
                <a:lnTo>
                  <a:pt x="112241" y="62022"/>
                </a:lnTo>
                <a:cubicBezTo>
                  <a:pt x="112434" y="61526"/>
                  <a:pt x="112669" y="61029"/>
                  <a:pt x="112881" y="60510"/>
                </a:cubicBezTo>
                <a:cubicBezTo>
                  <a:pt x="112881" y="60485"/>
                  <a:pt x="112931" y="60460"/>
                  <a:pt x="112931" y="60386"/>
                </a:cubicBezTo>
                <a:cubicBezTo>
                  <a:pt x="113180" y="59764"/>
                  <a:pt x="113429" y="59116"/>
                  <a:pt x="113653" y="58494"/>
                </a:cubicBezTo>
                <a:cubicBezTo>
                  <a:pt x="113653" y="58469"/>
                  <a:pt x="113703" y="58444"/>
                  <a:pt x="113703" y="58395"/>
                </a:cubicBezTo>
                <a:cubicBezTo>
                  <a:pt x="113728" y="58370"/>
                  <a:pt x="113753" y="58345"/>
                  <a:pt x="113753" y="58320"/>
                </a:cubicBezTo>
                <a:cubicBezTo>
                  <a:pt x="113782" y="58290"/>
                  <a:pt x="113794" y="58270"/>
                  <a:pt x="113804" y="58252"/>
                </a:cubicBezTo>
                <a:close/>
                <a:moveTo>
                  <a:pt x="110616" y="44804"/>
                </a:moveTo>
                <a:cubicBezTo>
                  <a:pt x="112732" y="47069"/>
                  <a:pt x="114076" y="49484"/>
                  <a:pt x="114574" y="51749"/>
                </a:cubicBezTo>
                <a:cubicBezTo>
                  <a:pt x="113479" y="54636"/>
                  <a:pt x="112184" y="57623"/>
                  <a:pt x="110641" y="60610"/>
                </a:cubicBezTo>
                <a:cubicBezTo>
                  <a:pt x="109695" y="61207"/>
                  <a:pt x="108575" y="61705"/>
                  <a:pt x="107331" y="62078"/>
                </a:cubicBezTo>
                <a:cubicBezTo>
                  <a:pt x="108376" y="59017"/>
                  <a:pt x="109073" y="56129"/>
                  <a:pt x="109322" y="53391"/>
                </a:cubicBezTo>
                <a:lnTo>
                  <a:pt x="109322" y="53342"/>
                </a:lnTo>
                <a:lnTo>
                  <a:pt x="109322" y="53292"/>
                </a:lnTo>
                <a:lnTo>
                  <a:pt x="109322" y="53217"/>
                </a:lnTo>
                <a:cubicBezTo>
                  <a:pt x="109347" y="52794"/>
                  <a:pt x="109372" y="52396"/>
                  <a:pt x="109372" y="51998"/>
                </a:cubicBezTo>
                <a:lnTo>
                  <a:pt x="109372" y="51973"/>
                </a:lnTo>
                <a:lnTo>
                  <a:pt x="109372" y="51823"/>
                </a:lnTo>
                <a:lnTo>
                  <a:pt x="109372" y="51774"/>
                </a:lnTo>
                <a:lnTo>
                  <a:pt x="109372" y="51550"/>
                </a:lnTo>
                <a:lnTo>
                  <a:pt x="109372" y="50429"/>
                </a:lnTo>
                <a:lnTo>
                  <a:pt x="109372" y="50355"/>
                </a:lnTo>
                <a:cubicBezTo>
                  <a:pt x="109372" y="50230"/>
                  <a:pt x="109372" y="50106"/>
                  <a:pt x="109347" y="49981"/>
                </a:cubicBezTo>
                <a:cubicBezTo>
                  <a:pt x="109347" y="49658"/>
                  <a:pt x="109297" y="49359"/>
                  <a:pt x="109272" y="49060"/>
                </a:cubicBezTo>
                <a:lnTo>
                  <a:pt x="109272" y="48886"/>
                </a:lnTo>
                <a:cubicBezTo>
                  <a:pt x="109272" y="48787"/>
                  <a:pt x="109247" y="48687"/>
                  <a:pt x="109247" y="48563"/>
                </a:cubicBezTo>
                <a:lnTo>
                  <a:pt x="109247" y="48513"/>
                </a:lnTo>
                <a:cubicBezTo>
                  <a:pt x="109222" y="48388"/>
                  <a:pt x="109222" y="48239"/>
                  <a:pt x="109222" y="48115"/>
                </a:cubicBezTo>
                <a:cubicBezTo>
                  <a:pt x="109670" y="47019"/>
                  <a:pt x="110118" y="45924"/>
                  <a:pt x="110517" y="44879"/>
                </a:cubicBezTo>
                <a:cubicBezTo>
                  <a:pt x="110542" y="44829"/>
                  <a:pt x="110591" y="44804"/>
                  <a:pt x="110616" y="44804"/>
                </a:cubicBezTo>
                <a:close/>
                <a:moveTo>
                  <a:pt x="109073" y="48513"/>
                </a:moveTo>
                <a:cubicBezTo>
                  <a:pt x="109073" y="48563"/>
                  <a:pt x="109098" y="48637"/>
                  <a:pt x="109098" y="48737"/>
                </a:cubicBezTo>
                <a:cubicBezTo>
                  <a:pt x="109123" y="48886"/>
                  <a:pt x="109123" y="49036"/>
                  <a:pt x="109148" y="49185"/>
                </a:cubicBezTo>
                <a:lnTo>
                  <a:pt x="109148" y="49309"/>
                </a:lnTo>
                <a:cubicBezTo>
                  <a:pt x="109197" y="49633"/>
                  <a:pt x="109197" y="49932"/>
                  <a:pt x="109222" y="50230"/>
                </a:cubicBezTo>
                <a:lnTo>
                  <a:pt x="109222" y="50554"/>
                </a:lnTo>
                <a:lnTo>
                  <a:pt x="109222" y="51848"/>
                </a:lnTo>
                <a:lnTo>
                  <a:pt x="109222" y="51923"/>
                </a:lnTo>
                <a:cubicBezTo>
                  <a:pt x="109222" y="52122"/>
                  <a:pt x="109197" y="52346"/>
                  <a:pt x="109197" y="52520"/>
                </a:cubicBezTo>
                <a:cubicBezTo>
                  <a:pt x="109197" y="52620"/>
                  <a:pt x="109197" y="52744"/>
                  <a:pt x="109148" y="52844"/>
                </a:cubicBezTo>
                <a:cubicBezTo>
                  <a:pt x="109148" y="52919"/>
                  <a:pt x="109148" y="53043"/>
                  <a:pt x="109123" y="53143"/>
                </a:cubicBezTo>
                <a:cubicBezTo>
                  <a:pt x="109098" y="53342"/>
                  <a:pt x="109098" y="53541"/>
                  <a:pt x="109073" y="53740"/>
                </a:cubicBezTo>
                <a:cubicBezTo>
                  <a:pt x="109023" y="54138"/>
                  <a:pt x="108973" y="54536"/>
                  <a:pt x="108899" y="54960"/>
                </a:cubicBezTo>
                <a:cubicBezTo>
                  <a:pt x="108849" y="55408"/>
                  <a:pt x="108749" y="55881"/>
                  <a:pt x="108650" y="56329"/>
                </a:cubicBezTo>
                <a:cubicBezTo>
                  <a:pt x="108625" y="56528"/>
                  <a:pt x="108575" y="56777"/>
                  <a:pt x="108525" y="57026"/>
                </a:cubicBezTo>
                <a:cubicBezTo>
                  <a:pt x="108351" y="57847"/>
                  <a:pt x="108152" y="58643"/>
                  <a:pt x="107903" y="59490"/>
                </a:cubicBezTo>
                <a:cubicBezTo>
                  <a:pt x="107853" y="59714"/>
                  <a:pt x="107779" y="59963"/>
                  <a:pt x="107704" y="60187"/>
                </a:cubicBezTo>
                <a:cubicBezTo>
                  <a:pt x="107505" y="60759"/>
                  <a:pt x="107281" y="61456"/>
                  <a:pt x="107032" y="62128"/>
                </a:cubicBezTo>
                <a:cubicBezTo>
                  <a:pt x="107007" y="62128"/>
                  <a:pt x="107007" y="62128"/>
                  <a:pt x="106982" y="62178"/>
                </a:cubicBezTo>
                <a:cubicBezTo>
                  <a:pt x="107032" y="62004"/>
                  <a:pt x="107082" y="61854"/>
                  <a:pt x="107132" y="61680"/>
                </a:cubicBezTo>
                <a:cubicBezTo>
                  <a:pt x="107132" y="61630"/>
                  <a:pt x="107156" y="61605"/>
                  <a:pt x="107156" y="61605"/>
                </a:cubicBezTo>
                <a:lnTo>
                  <a:pt x="107256" y="61332"/>
                </a:lnTo>
                <a:cubicBezTo>
                  <a:pt x="107356" y="61008"/>
                  <a:pt x="107480" y="60684"/>
                  <a:pt x="107580" y="60361"/>
                </a:cubicBezTo>
                <a:cubicBezTo>
                  <a:pt x="107604" y="60236"/>
                  <a:pt x="107654" y="60087"/>
                  <a:pt x="107704" y="59963"/>
                </a:cubicBezTo>
                <a:cubicBezTo>
                  <a:pt x="107779" y="59714"/>
                  <a:pt x="107853" y="59440"/>
                  <a:pt x="107903" y="59191"/>
                </a:cubicBezTo>
                <a:cubicBezTo>
                  <a:pt x="107953" y="59116"/>
                  <a:pt x="107953" y="59017"/>
                  <a:pt x="107978" y="58967"/>
                </a:cubicBezTo>
                <a:cubicBezTo>
                  <a:pt x="108003" y="58867"/>
                  <a:pt x="108003" y="58818"/>
                  <a:pt x="108028" y="58718"/>
                </a:cubicBezTo>
                <a:cubicBezTo>
                  <a:pt x="108077" y="58594"/>
                  <a:pt x="108102" y="58444"/>
                  <a:pt x="108127" y="58320"/>
                </a:cubicBezTo>
                <a:cubicBezTo>
                  <a:pt x="108127" y="58270"/>
                  <a:pt x="108152" y="58220"/>
                  <a:pt x="108152" y="58195"/>
                </a:cubicBezTo>
                <a:lnTo>
                  <a:pt x="108152" y="58146"/>
                </a:lnTo>
                <a:cubicBezTo>
                  <a:pt x="108227" y="57946"/>
                  <a:pt x="108252" y="57747"/>
                  <a:pt x="108326" y="57523"/>
                </a:cubicBezTo>
                <a:lnTo>
                  <a:pt x="108326" y="57498"/>
                </a:lnTo>
                <a:cubicBezTo>
                  <a:pt x="108376" y="57250"/>
                  <a:pt x="108451" y="56976"/>
                  <a:pt x="108501" y="56727"/>
                </a:cubicBezTo>
                <a:cubicBezTo>
                  <a:pt x="108501" y="56702"/>
                  <a:pt x="108501" y="56652"/>
                  <a:pt x="108525" y="56627"/>
                </a:cubicBezTo>
                <a:cubicBezTo>
                  <a:pt x="108525" y="56602"/>
                  <a:pt x="108525" y="56528"/>
                  <a:pt x="108575" y="56503"/>
                </a:cubicBezTo>
                <a:lnTo>
                  <a:pt x="108575" y="56478"/>
                </a:lnTo>
                <a:lnTo>
                  <a:pt x="108650" y="56005"/>
                </a:lnTo>
                <a:cubicBezTo>
                  <a:pt x="108700" y="55881"/>
                  <a:pt x="108700" y="55756"/>
                  <a:pt x="108725" y="55632"/>
                </a:cubicBezTo>
                <a:cubicBezTo>
                  <a:pt x="108749" y="55482"/>
                  <a:pt x="108774" y="55283"/>
                  <a:pt x="108824" y="55134"/>
                </a:cubicBezTo>
                <a:cubicBezTo>
                  <a:pt x="108849" y="54910"/>
                  <a:pt x="108874" y="54736"/>
                  <a:pt x="108899" y="54536"/>
                </a:cubicBezTo>
                <a:cubicBezTo>
                  <a:pt x="108949" y="54412"/>
                  <a:pt x="108949" y="54288"/>
                  <a:pt x="108973" y="54163"/>
                </a:cubicBezTo>
                <a:cubicBezTo>
                  <a:pt x="108973" y="54113"/>
                  <a:pt x="108998" y="54039"/>
                  <a:pt x="108998" y="53964"/>
                </a:cubicBezTo>
                <a:cubicBezTo>
                  <a:pt x="108998" y="53839"/>
                  <a:pt x="109023" y="53715"/>
                  <a:pt x="109023" y="53591"/>
                </a:cubicBezTo>
                <a:cubicBezTo>
                  <a:pt x="109023" y="53516"/>
                  <a:pt x="109023" y="53491"/>
                  <a:pt x="109073" y="53416"/>
                </a:cubicBezTo>
                <a:cubicBezTo>
                  <a:pt x="109073" y="53292"/>
                  <a:pt x="109098" y="53167"/>
                  <a:pt x="109098" y="53043"/>
                </a:cubicBezTo>
                <a:cubicBezTo>
                  <a:pt x="109098" y="52968"/>
                  <a:pt x="109123" y="52894"/>
                  <a:pt x="109123" y="52794"/>
                </a:cubicBezTo>
                <a:cubicBezTo>
                  <a:pt x="109123" y="52670"/>
                  <a:pt x="109148" y="52520"/>
                  <a:pt x="109148" y="52396"/>
                </a:cubicBezTo>
                <a:lnTo>
                  <a:pt x="109148" y="52147"/>
                </a:lnTo>
                <a:lnTo>
                  <a:pt x="109148" y="51898"/>
                </a:lnTo>
                <a:lnTo>
                  <a:pt x="109148" y="51624"/>
                </a:lnTo>
                <a:lnTo>
                  <a:pt x="109148" y="51475"/>
                </a:lnTo>
                <a:lnTo>
                  <a:pt x="109148" y="50877"/>
                </a:lnTo>
                <a:lnTo>
                  <a:pt x="109148" y="50728"/>
                </a:lnTo>
                <a:lnTo>
                  <a:pt x="109148" y="50405"/>
                </a:lnTo>
                <a:lnTo>
                  <a:pt x="109148" y="50180"/>
                </a:lnTo>
                <a:lnTo>
                  <a:pt x="109148" y="50131"/>
                </a:lnTo>
                <a:cubicBezTo>
                  <a:pt x="109148" y="49882"/>
                  <a:pt x="109123" y="49658"/>
                  <a:pt x="109098" y="49409"/>
                </a:cubicBezTo>
                <a:cubicBezTo>
                  <a:pt x="109098" y="49309"/>
                  <a:pt x="109098" y="49185"/>
                  <a:pt x="109073" y="49110"/>
                </a:cubicBezTo>
                <a:lnTo>
                  <a:pt x="109073" y="49060"/>
                </a:lnTo>
                <a:cubicBezTo>
                  <a:pt x="109073" y="49011"/>
                  <a:pt x="109073" y="48936"/>
                  <a:pt x="109023" y="48911"/>
                </a:cubicBezTo>
                <a:lnTo>
                  <a:pt x="109023" y="48811"/>
                </a:lnTo>
                <a:cubicBezTo>
                  <a:pt x="109023" y="48762"/>
                  <a:pt x="109023" y="48687"/>
                  <a:pt x="108998" y="48637"/>
                </a:cubicBezTo>
                <a:lnTo>
                  <a:pt x="108998" y="48612"/>
                </a:lnTo>
                <a:cubicBezTo>
                  <a:pt x="108998" y="48612"/>
                  <a:pt x="108998" y="48563"/>
                  <a:pt x="109023" y="48563"/>
                </a:cubicBezTo>
                <a:cubicBezTo>
                  <a:pt x="109023" y="48538"/>
                  <a:pt x="109023" y="48538"/>
                  <a:pt x="109073" y="48513"/>
                </a:cubicBezTo>
                <a:close/>
                <a:moveTo>
                  <a:pt x="110467" y="60933"/>
                </a:moveTo>
                <a:cubicBezTo>
                  <a:pt x="110442" y="60958"/>
                  <a:pt x="110442" y="60983"/>
                  <a:pt x="110392" y="61008"/>
                </a:cubicBezTo>
                <a:cubicBezTo>
                  <a:pt x="109471" y="61556"/>
                  <a:pt x="108376" y="62004"/>
                  <a:pt x="107206" y="62352"/>
                </a:cubicBezTo>
                <a:cubicBezTo>
                  <a:pt x="107206" y="62352"/>
                  <a:pt x="107206" y="62327"/>
                  <a:pt x="107231" y="62302"/>
                </a:cubicBezTo>
                <a:cubicBezTo>
                  <a:pt x="108451" y="61954"/>
                  <a:pt x="109521" y="61481"/>
                  <a:pt x="110467" y="60933"/>
                </a:cubicBezTo>
                <a:close/>
                <a:moveTo>
                  <a:pt x="79552" y="55756"/>
                </a:moveTo>
                <a:cubicBezTo>
                  <a:pt x="81469" y="57274"/>
                  <a:pt x="83634" y="58643"/>
                  <a:pt x="85949" y="59764"/>
                </a:cubicBezTo>
                <a:cubicBezTo>
                  <a:pt x="85601" y="60635"/>
                  <a:pt x="85227" y="61506"/>
                  <a:pt x="84804" y="62427"/>
                </a:cubicBezTo>
                <a:cubicBezTo>
                  <a:pt x="82514" y="60684"/>
                  <a:pt x="80249" y="59067"/>
                  <a:pt x="78059" y="57648"/>
                </a:cubicBezTo>
                <a:cubicBezTo>
                  <a:pt x="78581" y="57026"/>
                  <a:pt x="79054" y="56378"/>
                  <a:pt x="79552" y="55756"/>
                </a:cubicBezTo>
                <a:close/>
                <a:moveTo>
                  <a:pt x="61855" y="50728"/>
                </a:moveTo>
                <a:cubicBezTo>
                  <a:pt x="62825" y="51176"/>
                  <a:pt x="63647" y="51475"/>
                  <a:pt x="64294" y="51500"/>
                </a:cubicBezTo>
                <a:cubicBezTo>
                  <a:pt x="64095" y="51649"/>
                  <a:pt x="63896" y="51774"/>
                  <a:pt x="63697" y="51923"/>
                </a:cubicBezTo>
                <a:cubicBezTo>
                  <a:pt x="63448" y="52122"/>
                  <a:pt x="63199" y="52296"/>
                  <a:pt x="62975" y="52495"/>
                </a:cubicBezTo>
                <a:lnTo>
                  <a:pt x="62925" y="52520"/>
                </a:lnTo>
                <a:cubicBezTo>
                  <a:pt x="62676" y="52719"/>
                  <a:pt x="62427" y="52919"/>
                  <a:pt x="62178" y="53118"/>
                </a:cubicBezTo>
                <a:cubicBezTo>
                  <a:pt x="61805" y="53416"/>
                  <a:pt x="61407" y="53740"/>
                  <a:pt x="61033" y="54039"/>
                </a:cubicBezTo>
                <a:cubicBezTo>
                  <a:pt x="60162" y="54760"/>
                  <a:pt x="59341" y="55482"/>
                  <a:pt x="58743" y="56080"/>
                </a:cubicBezTo>
                <a:lnTo>
                  <a:pt x="58594" y="56229"/>
                </a:lnTo>
                <a:cubicBezTo>
                  <a:pt x="57947" y="56851"/>
                  <a:pt x="57474" y="57324"/>
                  <a:pt x="57100" y="57698"/>
                </a:cubicBezTo>
                <a:lnTo>
                  <a:pt x="56851" y="57946"/>
                </a:lnTo>
                <a:lnTo>
                  <a:pt x="56802" y="57996"/>
                </a:lnTo>
                <a:cubicBezTo>
                  <a:pt x="56503" y="58270"/>
                  <a:pt x="55333" y="59465"/>
                  <a:pt x="53690" y="61357"/>
                </a:cubicBezTo>
                <a:lnTo>
                  <a:pt x="53591" y="61456"/>
                </a:lnTo>
                <a:cubicBezTo>
                  <a:pt x="53491" y="61581"/>
                  <a:pt x="53392" y="61680"/>
                  <a:pt x="53317" y="61805"/>
                </a:cubicBezTo>
                <a:cubicBezTo>
                  <a:pt x="53093" y="62078"/>
                  <a:pt x="52869" y="62327"/>
                  <a:pt x="52695" y="62551"/>
                </a:cubicBezTo>
                <a:cubicBezTo>
                  <a:pt x="52645" y="61929"/>
                  <a:pt x="52371" y="61133"/>
                  <a:pt x="51848" y="60212"/>
                </a:cubicBezTo>
                <a:cubicBezTo>
                  <a:pt x="54611" y="56752"/>
                  <a:pt x="58046" y="53466"/>
                  <a:pt x="61855" y="50728"/>
                </a:cubicBezTo>
                <a:close/>
                <a:moveTo>
                  <a:pt x="3388" y="62565"/>
                </a:moveTo>
                <a:lnTo>
                  <a:pt x="3388" y="62565"/>
                </a:lnTo>
                <a:cubicBezTo>
                  <a:pt x="3385" y="62573"/>
                  <a:pt x="3385" y="62576"/>
                  <a:pt x="3385" y="62576"/>
                </a:cubicBezTo>
                <a:lnTo>
                  <a:pt x="3385" y="62576"/>
                </a:lnTo>
                <a:cubicBezTo>
                  <a:pt x="3385" y="62573"/>
                  <a:pt x="3386" y="62569"/>
                  <a:pt x="3388" y="62565"/>
                </a:cubicBezTo>
                <a:close/>
                <a:moveTo>
                  <a:pt x="86074" y="59863"/>
                </a:moveTo>
                <a:cubicBezTo>
                  <a:pt x="86099" y="59863"/>
                  <a:pt x="86099" y="59888"/>
                  <a:pt x="86123" y="59888"/>
                </a:cubicBezTo>
                <a:cubicBezTo>
                  <a:pt x="85825" y="60759"/>
                  <a:pt x="85426" y="61680"/>
                  <a:pt x="84978" y="62576"/>
                </a:cubicBezTo>
                <a:cubicBezTo>
                  <a:pt x="84954" y="62576"/>
                  <a:pt x="84954" y="62551"/>
                  <a:pt x="84929" y="62551"/>
                </a:cubicBezTo>
                <a:cubicBezTo>
                  <a:pt x="85352" y="61630"/>
                  <a:pt x="85725" y="60734"/>
                  <a:pt x="86074" y="59863"/>
                </a:cubicBezTo>
                <a:close/>
                <a:moveTo>
                  <a:pt x="4655" y="59390"/>
                </a:moveTo>
                <a:cubicBezTo>
                  <a:pt x="4281" y="60485"/>
                  <a:pt x="3933" y="61556"/>
                  <a:pt x="3609" y="62601"/>
                </a:cubicBezTo>
                <a:cubicBezTo>
                  <a:pt x="3609" y="62452"/>
                  <a:pt x="3634" y="62327"/>
                  <a:pt x="3684" y="62178"/>
                </a:cubicBezTo>
                <a:cubicBezTo>
                  <a:pt x="3908" y="61357"/>
                  <a:pt x="4182" y="60560"/>
                  <a:pt x="4456" y="59739"/>
                </a:cubicBezTo>
                <a:cubicBezTo>
                  <a:pt x="4530" y="59639"/>
                  <a:pt x="4580" y="59515"/>
                  <a:pt x="4655" y="59390"/>
                </a:cubicBezTo>
                <a:close/>
                <a:moveTo>
                  <a:pt x="97922" y="50753"/>
                </a:moveTo>
                <a:cubicBezTo>
                  <a:pt x="98743" y="54138"/>
                  <a:pt x="98245" y="58245"/>
                  <a:pt x="96677" y="62601"/>
                </a:cubicBezTo>
                <a:cubicBezTo>
                  <a:pt x="94213" y="62253"/>
                  <a:pt x="91774" y="61630"/>
                  <a:pt x="89359" y="60734"/>
                </a:cubicBezTo>
                <a:cubicBezTo>
                  <a:pt x="91724" y="57498"/>
                  <a:pt x="93889" y="54238"/>
                  <a:pt x="95781" y="51002"/>
                </a:cubicBezTo>
                <a:cubicBezTo>
                  <a:pt x="96005" y="50977"/>
                  <a:pt x="96179" y="50927"/>
                  <a:pt x="96403" y="50927"/>
                </a:cubicBezTo>
                <a:cubicBezTo>
                  <a:pt x="96777" y="50902"/>
                  <a:pt x="97150" y="50877"/>
                  <a:pt x="97499" y="50803"/>
                </a:cubicBezTo>
                <a:lnTo>
                  <a:pt x="97524" y="50803"/>
                </a:lnTo>
                <a:cubicBezTo>
                  <a:pt x="97648" y="50778"/>
                  <a:pt x="97772" y="50753"/>
                  <a:pt x="97922" y="50753"/>
                </a:cubicBezTo>
                <a:close/>
                <a:moveTo>
                  <a:pt x="77959" y="57822"/>
                </a:moveTo>
                <a:cubicBezTo>
                  <a:pt x="80125" y="59216"/>
                  <a:pt x="82440" y="60834"/>
                  <a:pt x="84705" y="62576"/>
                </a:cubicBezTo>
                <a:cubicBezTo>
                  <a:pt x="84705" y="62601"/>
                  <a:pt x="84655" y="62601"/>
                  <a:pt x="84655" y="62626"/>
                </a:cubicBezTo>
                <a:cubicBezTo>
                  <a:pt x="82390" y="60859"/>
                  <a:pt x="80100" y="59241"/>
                  <a:pt x="77884" y="57847"/>
                </a:cubicBezTo>
                <a:cubicBezTo>
                  <a:pt x="77909" y="57847"/>
                  <a:pt x="77909" y="57822"/>
                  <a:pt x="77959" y="57822"/>
                </a:cubicBezTo>
                <a:close/>
                <a:moveTo>
                  <a:pt x="98121" y="50678"/>
                </a:moveTo>
                <a:cubicBezTo>
                  <a:pt x="98992" y="54113"/>
                  <a:pt x="98494" y="58245"/>
                  <a:pt x="96901" y="62626"/>
                </a:cubicBezTo>
                <a:lnTo>
                  <a:pt x="96827" y="62626"/>
                </a:lnTo>
                <a:cubicBezTo>
                  <a:pt x="98395" y="58245"/>
                  <a:pt x="98893" y="54113"/>
                  <a:pt x="98046" y="50678"/>
                </a:cubicBezTo>
                <a:close/>
                <a:moveTo>
                  <a:pt x="70293" y="54014"/>
                </a:moveTo>
                <a:cubicBezTo>
                  <a:pt x="71861" y="54611"/>
                  <a:pt x="73728" y="55532"/>
                  <a:pt x="75719" y="56702"/>
                </a:cubicBezTo>
                <a:cubicBezTo>
                  <a:pt x="74649" y="58718"/>
                  <a:pt x="73329" y="60734"/>
                  <a:pt x="71786" y="62726"/>
                </a:cubicBezTo>
                <a:cubicBezTo>
                  <a:pt x="69820" y="60734"/>
                  <a:pt x="68326" y="58942"/>
                  <a:pt x="67380" y="57399"/>
                </a:cubicBezTo>
                <a:cubicBezTo>
                  <a:pt x="67555" y="57200"/>
                  <a:pt x="67729" y="56976"/>
                  <a:pt x="67953" y="56752"/>
                </a:cubicBezTo>
                <a:lnTo>
                  <a:pt x="68052" y="56652"/>
                </a:lnTo>
                <a:cubicBezTo>
                  <a:pt x="68301" y="56378"/>
                  <a:pt x="68525" y="56105"/>
                  <a:pt x="68774" y="55831"/>
                </a:cubicBezTo>
                <a:cubicBezTo>
                  <a:pt x="68874" y="55731"/>
                  <a:pt x="68924" y="55632"/>
                  <a:pt x="69023" y="55532"/>
                </a:cubicBezTo>
                <a:cubicBezTo>
                  <a:pt x="69297" y="55233"/>
                  <a:pt x="69546" y="54885"/>
                  <a:pt x="69820" y="54586"/>
                </a:cubicBezTo>
                <a:lnTo>
                  <a:pt x="70293" y="54014"/>
                </a:lnTo>
                <a:close/>
                <a:moveTo>
                  <a:pt x="51774" y="60311"/>
                </a:moveTo>
                <a:cubicBezTo>
                  <a:pt x="52321" y="61307"/>
                  <a:pt x="52595" y="62103"/>
                  <a:pt x="52570" y="62701"/>
                </a:cubicBezTo>
                <a:lnTo>
                  <a:pt x="52471" y="62800"/>
                </a:lnTo>
                <a:cubicBezTo>
                  <a:pt x="52520" y="62203"/>
                  <a:pt x="52272" y="61357"/>
                  <a:pt x="51724" y="60361"/>
                </a:cubicBezTo>
                <a:lnTo>
                  <a:pt x="51774" y="60311"/>
                </a:lnTo>
                <a:close/>
                <a:moveTo>
                  <a:pt x="84829" y="62701"/>
                </a:moveTo>
                <a:cubicBezTo>
                  <a:pt x="84854" y="62701"/>
                  <a:pt x="84879" y="62726"/>
                  <a:pt x="84879" y="62726"/>
                </a:cubicBezTo>
                <a:cubicBezTo>
                  <a:pt x="84879" y="62750"/>
                  <a:pt x="84854" y="62750"/>
                  <a:pt x="84854" y="62800"/>
                </a:cubicBezTo>
                <a:cubicBezTo>
                  <a:pt x="84829" y="62800"/>
                  <a:pt x="84829" y="62750"/>
                  <a:pt x="84804" y="62750"/>
                </a:cubicBezTo>
                <a:cubicBezTo>
                  <a:pt x="84804" y="62726"/>
                  <a:pt x="84829" y="62726"/>
                  <a:pt x="84829" y="62701"/>
                </a:cubicBezTo>
                <a:close/>
                <a:moveTo>
                  <a:pt x="89235" y="60884"/>
                </a:moveTo>
                <a:cubicBezTo>
                  <a:pt x="91649" y="61805"/>
                  <a:pt x="94163" y="62427"/>
                  <a:pt x="96627" y="62800"/>
                </a:cubicBezTo>
                <a:cubicBezTo>
                  <a:pt x="96627" y="62825"/>
                  <a:pt x="96578" y="62825"/>
                  <a:pt x="96578" y="62850"/>
                </a:cubicBezTo>
                <a:cubicBezTo>
                  <a:pt x="94089" y="62477"/>
                  <a:pt x="91599" y="61854"/>
                  <a:pt x="89210" y="60958"/>
                </a:cubicBezTo>
                <a:cubicBezTo>
                  <a:pt x="89210" y="60933"/>
                  <a:pt x="89210" y="60933"/>
                  <a:pt x="89235" y="60884"/>
                </a:cubicBezTo>
                <a:close/>
                <a:moveTo>
                  <a:pt x="46621" y="54163"/>
                </a:moveTo>
                <a:cubicBezTo>
                  <a:pt x="48538" y="56204"/>
                  <a:pt x="50031" y="58021"/>
                  <a:pt x="51002" y="59515"/>
                </a:cubicBezTo>
                <a:cubicBezTo>
                  <a:pt x="50828" y="59714"/>
                  <a:pt x="50654" y="59938"/>
                  <a:pt x="50479" y="60112"/>
                </a:cubicBezTo>
                <a:lnTo>
                  <a:pt x="50280" y="60311"/>
                </a:lnTo>
                <a:cubicBezTo>
                  <a:pt x="50031" y="60585"/>
                  <a:pt x="49832" y="60859"/>
                  <a:pt x="49608" y="61108"/>
                </a:cubicBezTo>
                <a:cubicBezTo>
                  <a:pt x="49533" y="61207"/>
                  <a:pt x="49459" y="61257"/>
                  <a:pt x="49384" y="61357"/>
                </a:cubicBezTo>
                <a:cubicBezTo>
                  <a:pt x="48961" y="61854"/>
                  <a:pt x="48513" y="62352"/>
                  <a:pt x="48115" y="62875"/>
                </a:cubicBezTo>
                <a:cubicBezTo>
                  <a:pt x="46547" y="62302"/>
                  <a:pt x="44680" y="61357"/>
                  <a:pt x="42688" y="60212"/>
                </a:cubicBezTo>
                <a:cubicBezTo>
                  <a:pt x="43759" y="58195"/>
                  <a:pt x="45053" y="56154"/>
                  <a:pt x="46621" y="54163"/>
                </a:cubicBezTo>
                <a:close/>
                <a:moveTo>
                  <a:pt x="96827" y="62825"/>
                </a:moveTo>
                <a:cubicBezTo>
                  <a:pt x="96827" y="62850"/>
                  <a:pt x="96827" y="62850"/>
                  <a:pt x="96802" y="62875"/>
                </a:cubicBezTo>
                <a:lnTo>
                  <a:pt x="96752" y="62875"/>
                </a:lnTo>
                <a:cubicBezTo>
                  <a:pt x="96752" y="62850"/>
                  <a:pt x="96777" y="62850"/>
                  <a:pt x="96777" y="62825"/>
                </a:cubicBezTo>
                <a:close/>
                <a:moveTo>
                  <a:pt x="59062" y="56174"/>
                </a:moveTo>
                <a:cubicBezTo>
                  <a:pt x="59047" y="56189"/>
                  <a:pt x="59032" y="56207"/>
                  <a:pt x="59017" y="56229"/>
                </a:cubicBezTo>
                <a:lnTo>
                  <a:pt x="58917" y="56353"/>
                </a:lnTo>
                <a:cubicBezTo>
                  <a:pt x="58220" y="57026"/>
                  <a:pt x="57723" y="57498"/>
                  <a:pt x="57324" y="57872"/>
                </a:cubicBezTo>
                <a:lnTo>
                  <a:pt x="57100" y="58096"/>
                </a:lnTo>
                <a:lnTo>
                  <a:pt x="57075" y="58121"/>
                </a:lnTo>
                <a:lnTo>
                  <a:pt x="56727" y="58469"/>
                </a:lnTo>
                <a:lnTo>
                  <a:pt x="56478" y="58718"/>
                </a:lnTo>
                <a:cubicBezTo>
                  <a:pt x="56453" y="58743"/>
                  <a:pt x="56453" y="58743"/>
                  <a:pt x="56453" y="58768"/>
                </a:cubicBezTo>
                <a:cubicBezTo>
                  <a:pt x="56354" y="58867"/>
                  <a:pt x="56254" y="58967"/>
                  <a:pt x="56179" y="59091"/>
                </a:cubicBezTo>
                <a:cubicBezTo>
                  <a:pt x="55706" y="59589"/>
                  <a:pt x="55109" y="60236"/>
                  <a:pt x="54387" y="61058"/>
                </a:cubicBezTo>
                <a:cubicBezTo>
                  <a:pt x="53765" y="61755"/>
                  <a:pt x="53217" y="62427"/>
                  <a:pt x="52819" y="62925"/>
                </a:cubicBezTo>
                <a:lnTo>
                  <a:pt x="52819" y="62850"/>
                </a:lnTo>
                <a:lnTo>
                  <a:pt x="52819" y="62800"/>
                </a:lnTo>
                <a:lnTo>
                  <a:pt x="52844" y="62750"/>
                </a:lnTo>
                <a:lnTo>
                  <a:pt x="53217" y="62302"/>
                </a:lnTo>
                <a:cubicBezTo>
                  <a:pt x="54462" y="60809"/>
                  <a:pt x="55806" y="59340"/>
                  <a:pt x="57200" y="57946"/>
                </a:cubicBezTo>
                <a:cubicBezTo>
                  <a:pt x="57778" y="57392"/>
                  <a:pt x="58398" y="56794"/>
                  <a:pt x="59062" y="56174"/>
                </a:cubicBezTo>
                <a:close/>
                <a:moveTo>
                  <a:pt x="108476" y="46447"/>
                </a:moveTo>
                <a:cubicBezTo>
                  <a:pt x="108476" y="46646"/>
                  <a:pt x="108525" y="46795"/>
                  <a:pt x="108575" y="46994"/>
                </a:cubicBezTo>
                <a:cubicBezTo>
                  <a:pt x="108600" y="47144"/>
                  <a:pt x="108625" y="47318"/>
                  <a:pt x="108650" y="47492"/>
                </a:cubicBezTo>
                <a:cubicBezTo>
                  <a:pt x="108650" y="47517"/>
                  <a:pt x="108650" y="47542"/>
                  <a:pt x="108700" y="47567"/>
                </a:cubicBezTo>
                <a:lnTo>
                  <a:pt x="108700" y="47642"/>
                </a:lnTo>
                <a:cubicBezTo>
                  <a:pt x="108725" y="47766"/>
                  <a:pt x="108725" y="47891"/>
                  <a:pt x="108749" y="48015"/>
                </a:cubicBezTo>
                <a:cubicBezTo>
                  <a:pt x="106659" y="52919"/>
                  <a:pt x="103921" y="57946"/>
                  <a:pt x="100635" y="62925"/>
                </a:cubicBezTo>
                <a:cubicBezTo>
                  <a:pt x="99490" y="62925"/>
                  <a:pt x="98295" y="62825"/>
                  <a:pt x="97076" y="62676"/>
                </a:cubicBezTo>
                <a:cubicBezTo>
                  <a:pt x="98644" y="58245"/>
                  <a:pt x="99141" y="54088"/>
                  <a:pt x="98295" y="50629"/>
                </a:cubicBezTo>
                <a:cubicBezTo>
                  <a:pt x="98370" y="50629"/>
                  <a:pt x="98420" y="50604"/>
                  <a:pt x="98494" y="50604"/>
                </a:cubicBezTo>
                <a:lnTo>
                  <a:pt x="98519" y="50604"/>
                </a:lnTo>
                <a:lnTo>
                  <a:pt x="99440" y="50405"/>
                </a:lnTo>
                <a:cubicBezTo>
                  <a:pt x="99764" y="50355"/>
                  <a:pt x="100062" y="50255"/>
                  <a:pt x="100411" y="50156"/>
                </a:cubicBezTo>
                <a:lnTo>
                  <a:pt x="100486" y="50156"/>
                </a:lnTo>
                <a:cubicBezTo>
                  <a:pt x="100510" y="50156"/>
                  <a:pt x="100510" y="50156"/>
                  <a:pt x="100535" y="50131"/>
                </a:cubicBezTo>
                <a:cubicBezTo>
                  <a:pt x="100809" y="50031"/>
                  <a:pt x="101133" y="49981"/>
                  <a:pt x="101407" y="49882"/>
                </a:cubicBezTo>
                <a:cubicBezTo>
                  <a:pt x="101730" y="49782"/>
                  <a:pt x="102004" y="49658"/>
                  <a:pt x="102303" y="49558"/>
                </a:cubicBezTo>
                <a:cubicBezTo>
                  <a:pt x="102352" y="49558"/>
                  <a:pt x="102352" y="49558"/>
                  <a:pt x="102377" y="49533"/>
                </a:cubicBezTo>
                <a:cubicBezTo>
                  <a:pt x="102676" y="49409"/>
                  <a:pt x="103024" y="49309"/>
                  <a:pt x="103348" y="49185"/>
                </a:cubicBezTo>
                <a:cubicBezTo>
                  <a:pt x="103622" y="49060"/>
                  <a:pt x="103896" y="48936"/>
                  <a:pt x="104145" y="48811"/>
                </a:cubicBezTo>
                <a:cubicBezTo>
                  <a:pt x="104145" y="48811"/>
                  <a:pt x="104169" y="48811"/>
                  <a:pt x="104169" y="48787"/>
                </a:cubicBezTo>
                <a:cubicBezTo>
                  <a:pt x="104219" y="48787"/>
                  <a:pt x="104244" y="48762"/>
                  <a:pt x="104269" y="48762"/>
                </a:cubicBezTo>
                <a:cubicBezTo>
                  <a:pt x="104543" y="48637"/>
                  <a:pt x="104866" y="48513"/>
                  <a:pt x="105140" y="48363"/>
                </a:cubicBezTo>
                <a:cubicBezTo>
                  <a:pt x="105389" y="48239"/>
                  <a:pt x="105638" y="48065"/>
                  <a:pt x="105887" y="47940"/>
                </a:cubicBezTo>
                <a:lnTo>
                  <a:pt x="105912" y="47940"/>
                </a:lnTo>
                <a:cubicBezTo>
                  <a:pt x="106111" y="47866"/>
                  <a:pt x="106260" y="47766"/>
                  <a:pt x="106459" y="47667"/>
                </a:cubicBezTo>
                <a:cubicBezTo>
                  <a:pt x="106609" y="47567"/>
                  <a:pt x="106758" y="47517"/>
                  <a:pt x="106908" y="47418"/>
                </a:cubicBezTo>
                <a:cubicBezTo>
                  <a:pt x="107007" y="47368"/>
                  <a:pt x="107082" y="47318"/>
                  <a:pt x="107156" y="47268"/>
                </a:cubicBezTo>
                <a:cubicBezTo>
                  <a:pt x="107331" y="47169"/>
                  <a:pt x="107480" y="47044"/>
                  <a:pt x="107654" y="46945"/>
                </a:cubicBezTo>
                <a:cubicBezTo>
                  <a:pt x="107953" y="46770"/>
                  <a:pt x="108227" y="46621"/>
                  <a:pt x="108476" y="46447"/>
                </a:cubicBezTo>
                <a:close/>
                <a:moveTo>
                  <a:pt x="108774" y="48413"/>
                </a:moveTo>
                <a:lnTo>
                  <a:pt x="108774" y="48488"/>
                </a:lnTo>
                <a:cubicBezTo>
                  <a:pt x="106733" y="53267"/>
                  <a:pt x="104095" y="58121"/>
                  <a:pt x="100909" y="62925"/>
                </a:cubicBezTo>
                <a:lnTo>
                  <a:pt x="100859" y="62925"/>
                </a:lnTo>
                <a:cubicBezTo>
                  <a:pt x="104020" y="58121"/>
                  <a:pt x="106708" y="53242"/>
                  <a:pt x="108774" y="48413"/>
                </a:cubicBezTo>
                <a:close/>
                <a:moveTo>
                  <a:pt x="67281" y="57598"/>
                </a:moveTo>
                <a:cubicBezTo>
                  <a:pt x="68202" y="59067"/>
                  <a:pt x="69695" y="60859"/>
                  <a:pt x="71637" y="62875"/>
                </a:cubicBezTo>
                <a:cubicBezTo>
                  <a:pt x="71637" y="62925"/>
                  <a:pt x="71587" y="62925"/>
                  <a:pt x="71587" y="62950"/>
                </a:cubicBezTo>
                <a:cubicBezTo>
                  <a:pt x="69670" y="60933"/>
                  <a:pt x="68177" y="59116"/>
                  <a:pt x="67206" y="57648"/>
                </a:cubicBezTo>
                <a:lnTo>
                  <a:pt x="67281" y="57598"/>
                </a:lnTo>
                <a:close/>
                <a:moveTo>
                  <a:pt x="75819" y="56826"/>
                </a:moveTo>
                <a:cubicBezTo>
                  <a:pt x="75819" y="56826"/>
                  <a:pt x="75868" y="56826"/>
                  <a:pt x="75868" y="56851"/>
                </a:cubicBezTo>
                <a:lnTo>
                  <a:pt x="75893" y="56851"/>
                </a:lnTo>
                <a:cubicBezTo>
                  <a:pt x="75843" y="57001"/>
                  <a:pt x="75744" y="57125"/>
                  <a:pt x="75669" y="57274"/>
                </a:cubicBezTo>
                <a:cubicBezTo>
                  <a:pt x="75619" y="57399"/>
                  <a:pt x="75545" y="57498"/>
                  <a:pt x="75495" y="57623"/>
                </a:cubicBezTo>
                <a:cubicBezTo>
                  <a:pt x="75395" y="57822"/>
                  <a:pt x="75271" y="57996"/>
                  <a:pt x="75171" y="58195"/>
                </a:cubicBezTo>
                <a:cubicBezTo>
                  <a:pt x="75122" y="58320"/>
                  <a:pt x="75047" y="58444"/>
                  <a:pt x="74972" y="58519"/>
                </a:cubicBezTo>
                <a:cubicBezTo>
                  <a:pt x="74773" y="58843"/>
                  <a:pt x="74549" y="59141"/>
                  <a:pt x="74375" y="59465"/>
                </a:cubicBezTo>
                <a:cubicBezTo>
                  <a:pt x="74176" y="59764"/>
                  <a:pt x="74001" y="60087"/>
                  <a:pt x="73777" y="60361"/>
                </a:cubicBezTo>
                <a:cubicBezTo>
                  <a:pt x="73603" y="60684"/>
                  <a:pt x="73354" y="60958"/>
                  <a:pt x="73155" y="61257"/>
                </a:cubicBezTo>
                <a:cubicBezTo>
                  <a:pt x="72931" y="61581"/>
                  <a:pt x="72757" y="61854"/>
                  <a:pt x="72533" y="62178"/>
                </a:cubicBezTo>
                <a:cubicBezTo>
                  <a:pt x="72508" y="62203"/>
                  <a:pt x="72508" y="62228"/>
                  <a:pt x="72483" y="62253"/>
                </a:cubicBezTo>
                <a:cubicBezTo>
                  <a:pt x="72284" y="62502"/>
                  <a:pt x="72110" y="62726"/>
                  <a:pt x="71911" y="62950"/>
                </a:cubicBezTo>
                <a:lnTo>
                  <a:pt x="71886" y="62925"/>
                </a:lnTo>
                <a:cubicBezTo>
                  <a:pt x="73429" y="60884"/>
                  <a:pt x="74773" y="58843"/>
                  <a:pt x="75819" y="56826"/>
                </a:cubicBezTo>
                <a:close/>
                <a:moveTo>
                  <a:pt x="108874" y="48936"/>
                </a:moveTo>
                <a:lnTo>
                  <a:pt x="108874" y="49036"/>
                </a:lnTo>
                <a:cubicBezTo>
                  <a:pt x="108899" y="49235"/>
                  <a:pt x="108899" y="49409"/>
                  <a:pt x="108899" y="49558"/>
                </a:cubicBezTo>
                <a:cubicBezTo>
                  <a:pt x="108949" y="49882"/>
                  <a:pt x="108949" y="50156"/>
                  <a:pt x="108973" y="50479"/>
                </a:cubicBezTo>
                <a:lnTo>
                  <a:pt x="108973" y="50554"/>
                </a:lnTo>
                <a:lnTo>
                  <a:pt x="108973" y="50853"/>
                </a:lnTo>
                <a:lnTo>
                  <a:pt x="108973" y="51923"/>
                </a:lnTo>
                <a:lnTo>
                  <a:pt x="108973" y="52222"/>
                </a:lnTo>
                <a:lnTo>
                  <a:pt x="108874" y="53416"/>
                </a:lnTo>
                <a:cubicBezTo>
                  <a:pt x="108874" y="53491"/>
                  <a:pt x="108874" y="53591"/>
                  <a:pt x="108849" y="53640"/>
                </a:cubicBezTo>
                <a:cubicBezTo>
                  <a:pt x="108824" y="54088"/>
                  <a:pt x="108749" y="54512"/>
                  <a:pt x="108700" y="54960"/>
                </a:cubicBezTo>
                <a:cubicBezTo>
                  <a:pt x="108700" y="55009"/>
                  <a:pt x="108700" y="55034"/>
                  <a:pt x="108650" y="55109"/>
                </a:cubicBezTo>
                <a:lnTo>
                  <a:pt x="108650" y="55134"/>
                </a:lnTo>
                <a:cubicBezTo>
                  <a:pt x="108600" y="55607"/>
                  <a:pt x="108501" y="56080"/>
                  <a:pt x="108401" y="56577"/>
                </a:cubicBezTo>
                <a:lnTo>
                  <a:pt x="108401" y="56602"/>
                </a:lnTo>
                <a:lnTo>
                  <a:pt x="108401" y="56627"/>
                </a:lnTo>
                <a:lnTo>
                  <a:pt x="108401" y="56702"/>
                </a:lnTo>
                <a:cubicBezTo>
                  <a:pt x="108301" y="57200"/>
                  <a:pt x="108202" y="57722"/>
                  <a:pt x="108052" y="58245"/>
                </a:cubicBezTo>
                <a:cubicBezTo>
                  <a:pt x="107654" y="59515"/>
                  <a:pt x="107256" y="60859"/>
                  <a:pt x="106758" y="62228"/>
                </a:cubicBezTo>
                <a:cubicBezTo>
                  <a:pt x="105016" y="62701"/>
                  <a:pt x="103124" y="62925"/>
                  <a:pt x="101158" y="62950"/>
                </a:cubicBezTo>
                <a:cubicBezTo>
                  <a:pt x="104219" y="58320"/>
                  <a:pt x="106833" y="53615"/>
                  <a:pt x="108874" y="48936"/>
                </a:cubicBezTo>
                <a:close/>
                <a:moveTo>
                  <a:pt x="51127" y="59714"/>
                </a:moveTo>
                <a:lnTo>
                  <a:pt x="51127" y="59714"/>
                </a:lnTo>
                <a:cubicBezTo>
                  <a:pt x="51027" y="59863"/>
                  <a:pt x="50952" y="59988"/>
                  <a:pt x="50828" y="60112"/>
                </a:cubicBezTo>
                <a:cubicBezTo>
                  <a:pt x="50828" y="60137"/>
                  <a:pt x="50778" y="60137"/>
                  <a:pt x="50778" y="60187"/>
                </a:cubicBezTo>
                <a:cubicBezTo>
                  <a:pt x="50654" y="60311"/>
                  <a:pt x="50529" y="60460"/>
                  <a:pt x="50405" y="60585"/>
                </a:cubicBezTo>
                <a:cubicBezTo>
                  <a:pt x="50031" y="60983"/>
                  <a:pt x="49708" y="61431"/>
                  <a:pt x="49359" y="61829"/>
                </a:cubicBezTo>
                <a:cubicBezTo>
                  <a:pt x="49260" y="61929"/>
                  <a:pt x="49210" y="62004"/>
                  <a:pt x="49110" y="62128"/>
                </a:cubicBezTo>
                <a:cubicBezTo>
                  <a:pt x="48861" y="62427"/>
                  <a:pt x="48637" y="62701"/>
                  <a:pt x="48413" y="62999"/>
                </a:cubicBezTo>
                <a:lnTo>
                  <a:pt x="48388" y="62999"/>
                </a:lnTo>
                <a:cubicBezTo>
                  <a:pt x="49235" y="61879"/>
                  <a:pt x="50156" y="60809"/>
                  <a:pt x="51127" y="59714"/>
                </a:cubicBezTo>
                <a:close/>
                <a:moveTo>
                  <a:pt x="40672" y="59515"/>
                </a:moveTo>
                <a:cubicBezTo>
                  <a:pt x="41170" y="59838"/>
                  <a:pt x="41643" y="60112"/>
                  <a:pt x="42116" y="60386"/>
                </a:cubicBezTo>
                <a:cubicBezTo>
                  <a:pt x="41668" y="61307"/>
                  <a:pt x="41270" y="62203"/>
                  <a:pt x="40921" y="63099"/>
                </a:cubicBezTo>
                <a:cubicBezTo>
                  <a:pt x="40349" y="62551"/>
                  <a:pt x="39776" y="62004"/>
                  <a:pt x="39154" y="61481"/>
                </a:cubicBezTo>
                <a:cubicBezTo>
                  <a:pt x="39652" y="60834"/>
                  <a:pt x="40150" y="60187"/>
                  <a:pt x="40672" y="59515"/>
                </a:cubicBezTo>
                <a:close/>
                <a:moveTo>
                  <a:pt x="42614" y="60386"/>
                </a:moveTo>
                <a:cubicBezTo>
                  <a:pt x="44605" y="61556"/>
                  <a:pt x="46422" y="62477"/>
                  <a:pt x="47990" y="63074"/>
                </a:cubicBezTo>
                <a:cubicBezTo>
                  <a:pt x="47990" y="63099"/>
                  <a:pt x="47990" y="63099"/>
                  <a:pt x="47965" y="63124"/>
                </a:cubicBezTo>
                <a:cubicBezTo>
                  <a:pt x="46397" y="62551"/>
                  <a:pt x="44555" y="61630"/>
                  <a:pt x="42564" y="60460"/>
                </a:cubicBezTo>
                <a:cubicBezTo>
                  <a:pt x="42564" y="60436"/>
                  <a:pt x="42614" y="60436"/>
                  <a:pt x="42614" y="60386"/>
                </a:cubicBezTo>
                <a:close/>
                <a:moveTo>
                  <a:pt x="97026" y="62850"/>
                </a:moveTo>
                <a:cubicBezTo>
                  <a:pt x="98196" y="62999"/>
                  <a:pt x="99365" y="63099"/>
                  <a:pt x="100510" y="63099"/>
                </a:cubicBezTo>
                <a:cubicBezTo>
                  <a:pt x="100510" y="63124"/>
                  <a:pt x="100486" y="63124"/>
                  <a:pt x="100486" y="63174"/>
                </a:cubicBezTo>
                <a:cubicBezTo>
                  <a:pt x="99316" y="63124"/>
                  <a:pt x="98171" y="63049"/>
                  <a:pt x="97026" y="62925"/>
                </a:cubicBezTo>
                <a:lnTo>
                  <a:pt x="97026" y="62850"/>
                </a:lnTo>
                <a:close/>
                <a:moveTo>
                  <a:pt x="100784" y="63099"/>
                </a:moveTo>
                <a:cubicBezTo>
                  <a:pt x="100759" y="63124"/>
                  <a:pt x="100759" y="63174"/>
                  <a:pt x="100735" y="63174"/>
                </a:cubicBezTo>
                <a:lnTo>
                  <a:pt x="100660" y="63174"/>
                </a:lnTo>
                <a:cubicBezTo>
                  <a:pt x="100660" y="63124"/>
                  <a:pt x="100685" y="63124"/>
                  <a:pt x="100735" y="63099"/>
                </a:cubicBezTo>
                <a:close/>
                <a:moveTo>
                  <a:pt x="106659" y="62427"/>
                </a:moveTo>
                <a:cubicBezTo>
                  <a:pt x="106659" y="62452"/>
                  <a:pt x="106634" y="62477"/>
                  <a:pt x="106634" y="62477"/>
                </a:cubicBezTo>
                <a:cubicBezTo>
                  <a:pt x="104916" y="62925"/>
                  <a:pt x="103000" y="63174"/>
                  <a:pt x="100983" y="63174"/>
                </a:cubicBezTo>
                <a:cubicBezTo>
                  <a:pt x="101008" y="63174"/>
                  <a:pt x="101033" y="63124"/>
                  <a:pt x="101033" y="63099"/>
                </a:cubicBezTo>
                <a:cubicBezTo>
                  <a:pt x="103024" y="63099"/>
                  <a:pt x="104916" y="62875"/>
                  <a:pt x="106659" y="62427"/>
                </a:cubicBezTo>
                <a:close/>
                <a:moveTo>
                  <a:pt x="51276" y="59963"/>
                </a:moveTo>
                <a:cubicBezTo>
                  <a:pt x="51276" y="59988"/>
                  <a:pt x="51326" y="60062"/>
                  <a:pt x="51375" y="60112"/>
                </a:cubicBezTo>
                <a:cubicBezTo>
                  <a:pt x="50579" y="61133"/>
                  <a:pt x="49782" y="62203"/>
                  <a:pt x="49110" y="63248"/>
                </a:cubicBezTo>
                <a:cubicBezTo>
                  <a:pt x="48961" y="63198"/>
                  <a:pt x="48762" y="63124"/>
                  <a:pt x="48588" y="63099"/>
                </a:cubicBezTo>
                <a:cubicBezTo>
                  <a:pt x="48762" y="62875"/>
                  <a:pt x="48961" y="62626"/>
                  <a:pt x="49135" y="62427"/>
                </a:cubicBezTo>
                <a:lnTo>
                  <a:pt x="49160" y="62377"/>
                </a:lnTo>
                <a:lnTo>
                  <a:pt x="49733" y="61730"/>
                </a:lnTo>
                <a:cubicBezTo>
                  <a:pt x="49982" y="61456"/>
                  <a:pt x="50230" y="61133"/>
                  <a:pt x="50479" y="60859"/>
                </a:cubicBezTo>
                <a:lnTo>
                  <a:pt x="51127" y="60112"/>
                </a:lnTo>
                <a:cubicBezTo>
                  <a:pt x="51201" y="60062"/>
                  <a:pt x="51226" y="59988"/>
                  <a:pt x="51276" y="59963"/>
                </a:cubicBezTo>
                <a:close/>
                <a:moveTo>
                  <a:pt x="39054" y="61630"/>
                </a:moveTo>
                <a:cubicBezTo>
                  <a:pt x="39677" y="62178"/>
                  <a:pt x="40299" y="62726"/>
                  <a:pt x="40871" y="63298"/>
                </a:cubicBezTo>
                <a:cubicBezTo>
                  <a:pt x="40871" y="63323"/>
                  <a:pt x="40822" y="63323"/>
                  <a:pt x="40822" y="63348"/>
                </a:cubicBezTo>
                <a:cubicBezTo>
                  <a:pt x="40274" y="62750"/>
                  <a:pt x="39652" y="62228"/>
                  <a:pt x="39029" y="61680"/>
                </a:cubicBezTo>
                <a:lnTo>
                  <a:pt x="39054" y="61630"/>
                </a:lnTo>
                <a:close/>
                <a:moveTo>
                  <a:pt x="42365" y="60560"/>
                </a:moveTo>
                <a:cubicBezTo>
                  <a:pt x="42365" y="60560"/>
                  <a:pt x="42390" y="60560"/>
                  <a:pt x="42390" y="60585"/>
                </a:cubicBezTo>
                <a:cubicBezTo>
                  <a:pt x="41917" y="61506"/>
                  <a:pt x="41519" y="62427"/>
                  <a:pt x="41170" y="63348"/>
                </a:cubicBezTo>
                <a:lnTo>
                  <a:pt x="41145" y="63323"/>
                </a:lnTo>
                <a:lnTo>
                  <a:pt x="41120" y="63298"/>
                </a:lnTo>
                <a:cubicBezTo>
                  <a:pt x="41120" y="63198"/>
                  <a:pt x="41145" y="63124"/>
                  <a:pt x="41170" y="63074"/>
                </a:cubicBezTo>
                <a:cubicBezTo>
                  <a:pt x="41245" y="62950"/>
                  <a:pt x="41295" y="62800"/>
                  <a:pt x="41319" y="62676"/>
                </a:cubicBezTo>
                <a:lnTo>
                  <a:pt x="41519" y="62203"/>
                </a:lnTo>
                <a:cubicBezTo>
                  <a:pt x="41543" y="62103"/>
                  <a:pt x="41618" y="61979"/>
                  <a:pt x="41668" y="61879"/>
                </a:cubicBezTo>
                <a:cubicBezTo>
                  <a:pt x="41767" y="61705"/>
                  <a:pt x="41867" y="61481"/>
                  <a:pt x="41942" y="61307"/>
                </a:cubicBezTo>
                <a:cubicBezTo>
                  <a:pt x="41991" y="61232"/>
                  <a:pt x="42016" y="61133"/>
                  <a:pt x="42066" y="61083"/>
                </a:cubicBezTo>
                <a:cubicBezTo>
                  <a:pt x="42166" y="60884"/>
                  <a:pt x="42240" y="60734"/>
                  <a:pt x="42315" y="60560"/>
                </a:cubicBezTo>
                <a:close/>
                <a:moveTo>
                  <a:pt x="51475" y="60311"/>
                </a:moveTo>
                <a:cubicBezTo>
                  <a:pt x="51475" y="60336"/>
                  <a:pt x="51500" y="60336"/>
                  <a:pt x="51500" y="60361"/>
                </a:cubicBezTo>
                <a:cubicBezTo>
                  <a:pt x="50728" y="61357"/>
                  <a:pt x="50006" y="62352"/>
                  <a:pt x="49334" y="63348"/>
                </a:cubicBezTo>
                <a:cubicBezTo>
                  <a:pt x="49285" y="63348"/>
                  <a:pt x="49285" y="63348"/>
                  <a:pt x="49260" y="63323"/>
                </a:cubicBezTo>
                <a:cubicBezTo>
                  <a:pt x="49957" y="62302"/>
                  <a:pt x="50703" y="61307"/>
                  <a:pt x="51475" y="60311"/>
                </a:cubicBezTo>
                <a:close/>
                <a:moveTo>
                  <a:pt x="48463" y="63223"/>
                </a:moveTo>
                <a:cubicBezTo>
                  <a:pt x="48637" y="63298"/>
                  <a:pt x="48837" y="63348"/>
                  <a:pt x="48986" y="63422"/>
                </a:cubicBezTo>
                <a:cubicBezTo>
                  <a:pt x="48986" y="63447"/>
                  <a:pt x="48961" y="63447"/>
                  <a:pt x="48961" y="63472"/>
                </a:cubicBezTo>
                <a:cubicBezTo>
                  <a:pt x="48762" y="63422"/>
                  <a:pt x="48613" y="63348"/>
                  <a:pt x="48413" y="63298"/>
                </a:cubicBezTo>
                <a:cubicBezTo>
                  <a:pt x="48413" y="63248"/>
                  <a:pt x="48463" y="63248"/>
                  <a:pt x="48463" y="63223"/>
                </a:cubicBezTo>
                <a:close/>
                <a:moveTo>
                  <a:pt x="76043" y="56951"/>
                </a:moveTo>
                <a:cubicBezTo>
                  <a:pt x="76491" y="57225"/>
                  <a:pt x="76963" y="57474"/>
                  <a:pt x="77412" y="57772"/>
                </a:cubicBezTo>
                <a:cubicBezTo>
                  <a:pt x="75868" y="59714"/>
                  <a:pt x="74225" y="61605"/>
                  <a:pt x="72483" y="63497"/>
                </a:cubicBezTo>
                <a:lnTo>
                  <a:pt x="72035" y="63074"/>
                </a:lnTo>
                <a:cubicBezTo>
                  <a:pt x="73628" y="61083"/>
                  <a:pt x="74972" y="58992"/>
                  <a:pt x="76043" y="56951"/>
                </a:cubicBezTo>
                <a:close/>
                <a:moveTo>
                  <a:pt x="49160" y="63472"/>
                </a:moveTo>
                <a:cubicBezTo>
                  <a:pt x="49210" y="63472"/>
                  <a:pt x="49210" y="63472"/>
                  <a:pt x="49235" y="63497"/>
                </a:cubicBezTo>
                <a:cubicBezTo>
                  <a:pt x="49235" y="63547"/>
                  <a:pt x="49210" y="63547"/>
                  <a:pt x="49210" y="63572"/>
                </a:cubicBezTo>
                <a:cubicBezTo>
                  <a:pt x="49160" y="63547"/>
                  <a:pt x="49135" y="63547"/>
                  <a:pt x="49135" y="63547"/>
                </a:cubicBezTo>
                <a:cubicBezTo>
                  <a:pt x="49135" y="63497"/>
                  <a:pt x="49160" y="63497"/>
                  <a:pt x="49160" y="63472"/>
                </a:cubicBezTo>
                <a:close/>
                <a:moveTo>
                  <a:pt x="51599" y="60510"/>
                </a:moveTo>
                <a:cubicBezTo>
                  <a:pt x="52247" y="61755"/>
                  <a:pt x="52471" y="62676"/>
                  <a:pt x="52147" y="63174"/>
                </a:cubicBezTo>
                <a:cubicBezTo>
                  <a:pt x="51978" y="63455"/>
                  <a:pt x="51604" y="63593"/>
                  <a:pt x="51063" y="63593"/>
                </a:cubicBezTo>
                <a:cubicBezTo>
                  <a:pt x="50646" y="63593"/>
                  <a:pt x="50130" y="63510"/>
                  <a:pt x="49533" y="63348"/>
                </a:cubicBezTo>
                <a:cubicBezTo>
                  <a:pt x="50156" y="62427"/>
                  <a:pt x="50853" y="61456"/>
                  <a:pt x="51599" y="60510"/>
                </a:cubicBezTo>
                <a:close/>
                <a:moveTo>
                  <a:pt x="3435" y="63174"/>
                </a:moveTo>
                <a:lnTo>
                  <a:pt x="3435" y="63373"/>
                </a:lnTo>
                <a:cubicBezTo>
                  <a:pt x="3410" y="63447"/>
                  <a:pt x="3410" y="63547"/>
                  <a:pt x="3360" y="63597"/>
                </a:cubicBezTo>
                <a:lnTo>
                  <a:pt x="3360" y="63373"/>
                </a:lnTo>
                <a:cubicBezTo>
                  <a:pt x="3385" y="63323"/>
                  <a:pt x="3385" y="63248"/>
                  <a:pt x="3435" y="63174"/>
                </a:cubicBezTo>
                <a:close/>
                <a:moveTo>
                  <a:pt x="52471" y="63099"/>
                </a:moveTo>
                <a:cubicBezTo>
                  <a:pt x="52471" y="63124"/>
                  <a:pt x="52446" y="63174"/>
                  <a:pt x="52396" y="63198"/>
                </a:cubicBezTo>
                <a:lnTo>
                  <a:pt x="52396" y="63223"/>
                </a:lnTo>
                <a:cubicBezTo>
                  <a:pt x="52396" y="63248"/>
                  <a:pt x="52371" y="63298"/>
                  <a:pt x="52371" y="63323"/>
                </a:cubicBezTo>
                <a:cubicBezTo>
                  <a:pt x="52321" y="63422"/>
                  <a:pt x="52247" y="63497"/>
                  <a:pt x="52147" y="63572"/>
                </a:cubicBezTo>
                <a:lnTo>
                  <a:pt x="52122" y="63572"/>
                </a:lnTo>
                <a:cubicBezTo>
                  <a:pt x="52122" y="63572"/>
                  <a:pt x="52097" y="63597"/>
                  <a:pt x="52072" y="63597"/>
                </a:cubicBezTo>
                <a:cubicBezTo>
                  <a:pt x="52197" y="63447"/>
                  <a:pt x="52321" y="63248"/>
                  <a:pt x="52471" y="63099"/>
                </a:cubicBezTo>
                <a:close/>
                <a:moveTo>
                  <a:pt x="71935" y="63198"/>
                </a:moveTo>
                <a:lnTo>
                  <a:pt x="72359" y="63597"/>
                </a:lnTo>
                <a:cubicBezTo>
                  <a:pt x="72359" y="63622"/>
                  <a:pt x="72309" y="63622"/>
                  <a:pt x="72309" y="63622"/>
                </a:cubicBezTo>
                <a:lnTo>
                  <a:pt x="71920" y="63232"/>
                </a:lnTo>
                <a:lnTo>
                  <a:pt x="71920" y="63232"/>
                </a:lnTo>
                <a:cubicBezTo>
                  <a:pt x="71927" y="63228"/>
                  <a:pt x="71935" y="63213"/>
                  <a:pt x="71935" y="63198"/>
                </a:cubicBezTo>
                <a:close/>
                <a:moveTo>
                  <a:pt x="77586" y="57872"/>
                </a:moveTo>
                <a:cubicBezTo>
                  <a:pt x="77611" y="57872"/>
                  <a:pt x="77611" y="57897"/>
                  <a:pt x="77636" y="57897"/>
                </a:cubicBezTo>
                <a:cubicBezTo>
                  <a:pt x="76092" y="59863"/>
                  <a:pt x="74425" y="61805"/>
                  <a:pt x="72682" y="63671"/>
                </a:cubicBezTo>
                <a:lnTo>
                  <a:pt x="72657" y="63622"/>
                </a:lnTo>
                <a:cubicBezTo>
                  <a:pt x="74375" y="61730"/>
                  <a:pt x="76018" y="59813"/>
                  <a:pt x="77586" y="57872"/>
                </a:cubicBezTo>
                <a:close/>
                <a:moveTo>
                  <a:pt x="86323" y="59913"/>
                </a:moveTo>
                <a:cubicBezTo>
                  <a:pt x="87094" y="60286"/>
                  <a:pt x="87866" y="60610"/>
                  <a:pt x="88687" y="60909"/>
                </a:cubicBezTo>
                <a:cubicBezTo>
                  <a:pt x="87965" y="61879"/>
                  <a:pt x="87244" y="62825"/>
                  <a:pt x="86497" y="63746"/>
                </a:cubicBezTo>
                <a:cubicBezTo>
                  <a:pt x="86049" y="63373"/>
                  <a:pt x="85601" y="63024"/>
                  <a:pt x="85128" y="62676"/>
                </a:cubicBezTo>
                <a:cubicBezTo>
                  <a:pt x="85576" y="61730"/>
                  <a:pt x="85974" y="60834"/>
                  <a:pt x="86323" y="59913"/>
                </a:cubicBezTo>
                <a:close/>
                <a:moveTo>
                  <a:pt x="72508" y="63796"/>
                </a:moveTo>
                <a:lnTo>
                  <a:pt x="72533" y="63821"/>
                </a:lnTo>
                <a:cubicBezTo>
                  <a:pt x="72533" y="63846"/>
                  <a:pt x="72508" y="63846"/>
                  <a:pt x="72508" y="63846"/>
                </a:cubicBezTo>
                <a:lnTo>
                  <a:pt x="72458" y="63821"/>
                </a:lnTo>
                <a:cubicBezTo>
                  <a:pt x="72458" y="63796"/>
                  <a:pt x="72508" y="63796"/>
                  <a:pt x="72508" y="63796"/>
                </a:cubicBezTo>
                <a:close/>
                <a:moveTo>
                  <a:pt x="49384" y="63547"/>
                </a:moveTo>
                <a:cubicBezTo>
                  <a:pt x="50038" y="63714"/>
                  <a:pt x="50581" y="63798"/>
                  <a:pt x="51023" y="63798"/>
                </a:cubicBezTo>
                <a:cubicBezTo>
                  <a:pt x="51305" y="63798"/>
                  <a:pt x="51546" y="63764"/>
                  <a:pt x="51749" y="63696"/>
                </a:cubicBezTo>
                <a:lnTo>
                  <a:pt x="51749" y="63696"/>
                </a:lnTo>
                <a:cubicBezTo>
                  <a:pt x="51724" y="63721"/>
                  <a:pt x="51699" y="63746"/>
                  <a:pt x="51699" y="63796"/>
                </a:cubicBezTo>
                <a:cubicBezTo>
                  <a:pt x="51500" y="63846"/>
                  <a:pt x="51276" y="63871"/>
                  <a:pt x="51002" y="63871"/>
                </a:cubicBezTo>
                <a:cubicBezTo>
                  <a:pt x="50579" y="63871"/>
                  <a:pt x="50006" y="63796"/>
                  <a:pt x="49359" y="63597"/>
                </a:cubicBezTo>
                <a:cubicBezTo>
                  <a:pt x="49359" y="63572"/>
                  <a:pt x="49384" y="63572"/>
                  <a:pt x="49384" y="63547"/>
                </a:cubicBezTo>
                <a:close/>
                <a:moveTo>
                  <a:pt x="88837" y="61008"/>
                </a:moveTo>
                <a:cubicBezTo>
                  <a:pt x="88861" y="61008"/>
                  <a:pt x="88861" y="61008"/>
                  <a:pt x="88911" y="61058"/>
                </a:cubicBezTo>
                <a:cubicBezTo>
                  <a:pt x="88189" y="62004"/>
                  <a:pt x="87443" y="62950"/>
                  <a:pt x="86696" y="63920"/>
                </a:cubicBezTo>
                <a:cubicBezTo>
                  <a:pt x="86671" y="63920"/>
                  <a:pt x="86671" y="63871"/>
                  <a:pt x="86621" y="63871"/>
                </a:cubicBezTo>
                <a:cubicBezTo>
                  <a:pt x="87368" y="62950"/>
                  <a:pt x="88115" y="61979"/>
                  <a:pt x="88837" y="61008"/>
                </a:cubicBezTo>
                <a:close/>
                <a:moveTo>
                  <a:pt x="85053" y="62850"/>
                </a:moveTo>
                <a:cubicBezTo>
                  <a:pt x="85476" y="63198"/>
                  <a:pt x="85949" y="63572"/>
                  <a:pt x="86372" y="63920"/>
                </a:cubicBezTo>
                <a:cubicBezTo>
                  <a:pt x="86372" y="63945"/>
                  <a:pt x="86347" y="63945"/>
                  <a:pt x="86347" y="63970"/>
                </a:cubicBezTo>
                <a:cubicBezTo>
                  <a:pt x="85924" y="63597"/>
                  <a:pt x="85451" y="63248"/>
                  <a:pt x="85003" y="62925"/>
                </a:cubicBezTo>
                <a:cubicBezTo>
                  <a:pt x="85003" y="62875"/>
                  <a:pt x="85053" y="62875"/>
                  <a:pt x="85053" y="62850"/>
                </a:cubicBezTo>
                <a:close/>
                <a:moveTo>
                  <a:pt x="86497" y="64045"/>
                </a:moveTo>
                <a:cubicBezTo>
                  <a:pt x="86547" y="64045"/>
                  <a:pt x="86571" y="64045"/>
                  <a:pt x="86571" y="64070"/>
                </a:cubicBezTo>
                <a:cubicBezTo>
                  <a:pt x="86571" y="64095"/>
                  <a:pt x="86522" y="64095"/>
                  <a:pt x="86522" y="64119"/>
                </a:cubicBezTo>
                <a:cubicBezTo>
                  <a:pt x="86497" y="64119"/>
                  <a:pt x="86497" y="64095"/>
                  <a:pt x="86472" y="64095"/>
                </a:cubicBezTo>
                <a:cubicBezTo>
                  <a:pt x="86472" y="64070"/>
                  <a:pt x="86497" y="64070"/>
                  <a:pt x="86497" y="64045"/>
                </a:cubicBezTo>
                <a:close/>
                <a:moveTo>
                  <a:pt x="7019" y="56851"/>
                </a:moveTo>
                <a:lnTo>
                  <a:pt x="7019" y="56851"/>
                </a:lnTo>
                <a:cubicBezTo>
                  <a:pt x="5725" y="59365"/>
                  <a:pt x="4605" y="61879"/>
                  <a:pt x="3684" y="64343"/>
                </a:cubicBezTo>
                <a:cubicBezTo>
                  <a:pt x="3659" y="64045"/>
                  <a:pt x="3609" y="63721"/>
                  <a:pt x="3609" y="63373"/>
                </a:cubicBezTo>
                <a:cubicBezTo>
                  <a:pt x="4033" y="61879"/>
                  <a:pt x="4481" y="60336"/>
                  <a:pt x="5078" y="58768"/>
                </a:cubicBezTo>
                <a:cubicBezTo>
                  <a:pt x="5601" y="58046"/>
                  <a:pt x="6223" y="57399"/>
                  <a:pt x="7019" y="56851"/>
                </a:cubicBezTo>
                <a:close/>
                <a:moveTo>
                  <a:pt x="3460" y="63970"/>
                </a:moveTo>
                <a:cubicBezTo>
                  <a:pt x="3485" y="64244"/>
                  <a:pt x="3535" y="64468"/>
                  <a:pt x="3560" y="64717"/>
                </a:cubicBezTo>
                <a:cubicBezTo>
                  <a:pt x="3560" y="64742"/>
                  <a:pt x="3535" y="64816"/>
                  <a:pt x="3535" y="64841"/>
                </a:cubicBezTo>
                <a:cubicBezTo>
                  <a:pt x="3485" y="64617"/>
                  <a:pt x="3460" y="64368"/>
                  <a:pt x="3435" y="64169"/>
                </a:cubicBezTo>
                <a:cubicBezTo>
                  <a:pt x="3435" y="64095"/>
                  <a:pt x="3460" y="64045"/>
                  <a:pt x="3460" y="63970"/>
                </a:cubicBezTo>
                <a:close/>
                <a:moveTo>
                  <a:pt x="7443" y="56528"/>
                </a:moveTo>
                <a:cubicBezTo>
                  <a:pt x="6024" y="59340"/>
                  <a:pt x="4779" y="62128"/>
                  <a:pt x="3784" y="64841"/>
                </a:cubicBezTo>
                <a:cubicBezTo>
                  <a:pt x="3784" y="64816"/>
                  <a:pt x="3734" y="64742"/>
                  <a:pt x="3734" y="64717"/>
                </a:cubicBezTo>
                <a:cubicBezTo>
                  <a:pt x="4729" y="62053"/>
                  <a:pt x="5949" y="59340"/>
                  <a:pt x="7318" y="56602"/>
                </a:cubicBezTo>
                <a:cubicBezTo>
                  <a:pt x="7343" y="56577"/>
                  <a:pt x="7393" y="56528"/>
                  <a:pt x="7443" y="56528"/>
                </a:cubicBezTo>
                <a:close/>
                <a:moveTo>
                  <a:pt x="3609" y="65090"/>
                </a:moveTo>
                <a:cubicBezTo>
                  <a:pt x="3609" y="65115"/>
                  <a:pt x="3609" y="65165"/>
                  <a:pt x="3659" y="65215"/>
                </a:cubicBezTo>
                <a:cubicBezTo>
                  <a:pt x="3659" y="65240"/>
                  <a:pt x="3609" y="65314"/>
                  <a:pt x="3609" y="65339"/>
                </a:cubicBezTo>
                <a:cubicBezTo>
                  <a:pt x="3609" y="65314"/>
                  <a:pt x="3609" y="65240"/>
                  <a:pt x="3584" y="65215"/>
                </a:cubicBezTo>
                <a:cubicBezTo>
                  <a:pt x="3584" y="65190"/>
                  <a:pt x="3609" y="65115"/>
                  <a:pt x="3609" y="65090"/>
                </a:cubicBezTo>
                <a:close/>
                <a:moveTo>
                  <a:pt x="65713" y="54039"/>
                </a:moveTo>
                <a:lnTo>
                  <a:pt x="65713" y="54113"/>
                </a:lnTo>
                <a:lnTo>
                  <a:pt x="65713" y="54163"/>
                </a:lnTo>
                <a:cubicBezTo>
                  <a:pt x="65713" y="54163"/>
                  <a:pt x="65713" y="54213"/>
                  <a:pt x="65688" y="54213"/>
                </a:cubicBezTo>
                <a:cubicBezTo>
                  <a:pt x="65538" y="54387"/>
                  <a:pt x="65414" y="54536"/>
                  <a:pt x="65290" y="54711"/>
                </a:cubicBezTo>
                <a:cubicBezTo>
                  <a:pt x="64045" y="56204"/>
                  <a:pt x="62701" y="57623"/>
                  <a:pt x="61307" y="59017"/>
                </a:cubicBezTo>
                <a:cubicBezTo>
                  <a:pt x="60635" y="59639"/>
                  <a:pt x="59938" y="60336"/>
                  <a:pt x="59191" y="61008"/>
                </a:cubicBezTo>
                <a:cubicBezTo>
                  <a:pt x="58992" y="61207"/>
                  <a:pt x="58768" y="61381"/>
                  <a:pt x="58569" y="61581"/>
                </a:cubicBezTo>
                <a:cubicBezTo>
                  <a:pt x="58196" y="61929"/>
                  <a:pt x="57847" y="62228"/>
                  <a:pt x="57499" y="62551"/>
                </a:cubicBezTo>
                <a:cubicBezTo>
                  <a:pt x="57399" y="62626"/>
                  <a:pt x="57324" y="62726"/>
                  <a:pt x="57225" y="62800"/>
                </a:cubicBezTo>
                <a:lnTo>
                  <a:pt x="57200" y="62825"/>
                </a:lnTo>
                <a:cubicBezTo>
                  <a:pt x="56901" y="63049"/>
                  <a:pt x="56627" y="63248"/>
                  <a:pt x="56379" y="63497"/>
                </a:cubicBezTo>
                <a:cubicBezTo>
                  <a:pt x="55482" y="64219"/>
                  <a:pt x="54611" y="64916"/>
                  <a:pt x="53889" y="65439"/>
                </a:cubicBezTo>
                <a:cubicBezTo>
                  <a:pt x="53815" y="65439"/>
                  <a:pt x="53765" y="65464"/>
                  <a:pt x="53740" y="65464"/>
                </a:cubicBezTo>
                <a:lnTo>
                  <a:pt x="53616" y="65464"/>
                </a:lnTo>
                <a:cubicBezTo>
                  <a:pt x="53641" y="65439"/>
                  <a:pt x="53690" y="65414"/>
                  <a:pt x="53740" y="65364"/>
                </a:cubicBezTo>
                <a:cubicBezTo>
                  <a:pt x="53740" y="65364"/>
                  <a:pt x="53765" y="65364"/>
                  <a:pt x="53765" y="65339"/>
                </a:cubicBezTo>
                <a:cubicBezTo>
                  <a:pt x="53840" y="65289"/>
                  <a:pt x="53939" y="65240"/>
                  <a:pt x="53989" y="65190"/>
                </a:cubicBezTo>
                <a:cubicBezTo>
                  <a:pt x="54188" y="65040"/>
                  <a:pt x="54362" y="64891"/>
                  <a:pt x="54561" y="64767"/>
                </a:cubicBezTo>
                <a:cubicBezTo>
                  <a:pt x="54810" y="64592"/>
                  <a:pt x="55010" y="64443"/>
                  <a:pt x="55234" y="64244"/>
                </a:cubicBezTo>
                <a:lnTo>
                  <a:pt x="55308" y="64219"/>
                </a:lnTo>
                <a:cubicBezTo>
                  <a:pt x="55358" y="64169"/>
                  <a:pt x="55433" y="64119"/>
                  <a:pt x="55482" y="64070"/>
                </a:cubicBezTo>
                <a:cubicBezTo>
                  <a:pt x="55557" y="64045"/>
                  <a:pt x="55582" y="63970"/>
                  <a:pt x="55632" y="63945"/>
                </a:cubicBezTo>
                <a:lnTo>
                  <a:pt x="56105" y="63572"/>
                </a:lnTo>
                <a:cubicBezTo>
                  <a:pt x="56453" y="63298"/>
                  <a:pt x="56827" y="62999"/>
                  <a:pt x="57125" y="62726"/>
                </a:cubicBezTo>
                <a:cubicBezTo>
                  <a:pt x="57225" y="62676"/>
                  <a:pt x="57324" y="62576"/>
                  <a:pt x="57374" y="62502"/>
                </a:cubicBezTo>
                <a:lnTo>
                  <a:pt x="57424" y="62502"/>
                </a:lnTo>
                <a:cubicBezTo>
                  <a:pt x="57797" y="62203"/>
                  <a:pt x="58196" y="61854"/>
                  <a:pt x="58544" y="61556"/>
                </a:cubicBezTo>
                <a:cubicBezTo>
                  <a:pt x="58793" y="61332"/>
                  <a:pt x="58992" y="61108"/>
                  <a:pt x="59241" y="60884"/>
                </a:cubicBezTo>
                <a:cubicBezTo>
                  <a:pt x="59316" y="60834"/>
                  <a:pt x="59415" y="60759"/>
                  <a:pt x="59465" y="60709"/>
                </a:cubicBezTo>
                <a:cubicBezTo>
                  <a:pt x="59490" y="60684"/>
                  <a:pt x="59565" y="60635"/>
                  <a:pt x="59589" y="60585"/>
                </a:cubicBezTo>
                <a:cubicBezTo>
                  <a:pt x="60311" y="59888"/>
                  <a:pt x="60809" y="59390"/>
                  <a:pt x="61207" y="59017"/>
                </a:cubicBezTo>
                <a:cubicBezTo>
                  <a:pt x="61257" y="58967"/>
                  <a:pt x="61357" y="58892"/>
                  <a:pt x="61431" y="58843"/>
                </a:cubicBezTo>
                <a:lnTo>
                  <a:pt x="61456" y="58818"/>
                </a:lnTo>
                <a:lnTo>
                  <a:pt x="61830" y="58444"/>
                </a:lnTo>
                <a:lnTo>
                  <a:pt x="61879" y="58370"/>
                </a:lnTo>
                <a:cubicBezTo>
                  <a:pt x="61979" y="58270"/>
                  <a:pt x="62079" y="58195"/>
                  <a:pt x="62128" y="58096"/>
                </a:cubicBezTo>
                <a:lnTo>
                  <a:pt x="62253" y="57971"/>
                </a:lnTo>
                <a:cubicBezTo>
                  <a:pt x="62751" y="57449"/>
                  <a:pt x="63448" y="56727"/>
                  <a:pt x="64244" y="55781"/>
                </a:cubicBezTo>
                <a:cubicBezTo>
                  <a:pt x="64319" y="55731"/>
                  <a:pt x="64369" y="55632"/>
                  <a:pt x="64443" y="55582"/>
                </a:cubicBezTo>
                <a:cubicBezTo>
                  <a:pt x="64493" y="55482"/>
                  <a:pt x="64593" y="55408"/>
                  <a:pt x="64667" y="55333"/>
                </a:cubicBezTo>
                <a:cubicBezTo>
                  <a:pt x="64717" y="55258"/>
                  <a:pt x="64742" y="55208"/>
                  <a:pt x="64817" y="55134"/>
                </a:cubicBezTo>
                <a:cubicBezTo>
                  <a:pt x="65041" y="54860"/>
                  <a:pt x="65240" y="54611"/>
                  <a:pt x="65439" y="54387"/>
                </a:cubicBezTo>
                <a:cubicBezTo>
                  <a:pt x="65464" y="54337"/>
                  <a:pt x="65538" y="54288"/>
                  <a:pt x="65563" y="54238"/>
                </a:cubicBezTo>
                <a:cubicBezTo>
                  <a:pt x="65613" y="54163"/>
                  <a:pt x="65663" y="54113"/>
                  <a:pt x="65713" y="54039"/>
                </a:cubicBezTo>
                <a:close/>
                <a:moveTo>
                  <a:pt x="29197" y="56254"/>
                </a:moveTo>
                <a:cubicBezTo>
                  <a:pt x="29222" y="56254"/>
                  <a:pt x="29222" y="56279"/>
                  <a:pt x="29247" y="56279"/>
                </a:cubicBezTo>
                <a:cubicBezTo>
                  <a:pt x="26907" y="59465"/>
                  <a:pt x="24767" y="62701"/>
                  <a:pt x="22900" y="65912"/>
                </a:cubicBezTo>
                <a:lnTo>
                  <a:pt x="22850" y="65912"/>
                </a:lnTo>
                <a:cubicBezTo>
                  <a:pt x="24717" y="62701"/>
                  <a:pt x="26858" y="59465"/>
                  <a:pt x="29197" y="56254"/>
                </a:cubicBezTo>
                <a:close/>
                <a:moveTo>
                  <a:pt x="53367" y="65737"/>
                </a:moveTo>
                <a:cubicBezTo>
                  <a:pt x="53342" y="65787"/>
                  <a:pt x="53267" y="65812"/>
                  <a:pt x="53242" y="65837"/>
                </a:cubicBezTo>
                <a:cubicBezTo>
                  <a:pt x="53217" y="65862"/>
                  <a:pt x="53192" y="65862"/>
                  <a:pt x="53143" y="65912"/>
                </a:cubicBezTo>
                <a:cubicBezTo>
                  <a:pt x="53118" y="65936"/>
                  <a:pt x="53043" y="65961"/>
                  <a:pt x="53018" y="65986"/>
                </a:cubicBezTo>
                <a:lnTo>
                  <a:pt x="52993" y="65961"/>
                </a:lnTo>
                <a:cubicBezTo>
                  <a:pt x="52993" y="65961"/>
                  <a:pt x="52993" y="65936"/>
                  <a:pt x="53018" y="65936"/>
                </a:cubicBezTo>
                <a:cubicBezTo>
                  <a:pt x="53043" y="65936"/>
                  <a:pt x="53043" y="65912"/>
                  <a:pt x="53093" y="65912"/>
                </a:cubicBezTo>
                <a:lnTo>
                  <a:pt x="53118" y="65862"/>
                </a:lnTo>
                <a:cubicBezTo>
                  <a:pt x="53143" y="65837"/>
                  <a:pt x="53168" y="65837"/>
                  <a:pt x="53217" y="65812"/>
                </a:cubicBezTo>
                <a:cubicBezTo>
                  <a:pt x="53242" y="65812"/>
                  <a:pt x="53317" y="65787"/>
                  <a:pt x="53367" y="65737"/>
                </a:cubicBezTo>
                <a:close/>
                <a:moveTo>
                  <a:pt x="52869" y="66086"/>
                </a:moveTo>
                <a:lnTo>
                  <a:pt x="52869" y="66086"/>
                </a:lnTo>
                <a:cubicBezTo>
                  <a:pt x="52849" y="66106"/>
                  <a:pt x="52828" y="66126"/>
                  <a:pt x="52795" y="66133"/>
                </a:cubicBezTo>
                <a:lnTo>
                  <a:pt x="52795" y="66133"/>
                </a:lnTo>
                <a:cubicBezTo>
                  <a:pt x="52814" y="66121"/>
                  <a:pt x="52841" y="66100"/>
                  <a:pt x="52869" y="66086"/>
                </a:cubicBezTo>
                <a:close/>
                <a:moveTo>
                  <a:pt x="21730" y="54337"/>
                </a:moveTo>
                <a:cubicBezTo>
                  <a:pt x="24194" y="54661"/>
                  <a:pt x="26634" y="55283"/>
                  <a:pt x="29048" y="56204"/>
                </a:cubicBezTo>
                <a:cubicBezTo>
                  <a:pt x="26683" y="59440"/>
                  <a:pt x="24518" y="62701"/>
                  <a:pt x="22626" y="65936"/>
                </a:cubicBezTo>
                <a:cubicBezTo>
                  <a:pt x="22452" y="65961"/>
                  <a:pt x="22253" y="65961"/>
                  <a:pt x="22079" y="65986"/>
                </a:cubicBezTo>
                <a:cubicBezTo>
                  <a:pt x="21655" y="66036"/>
                  <a:pt x="21257" y="66086"/>
                  <a:pt x="20884" y="66111"/>
                </a:cubicBezTo>
                <a:cubicBezTo>
                  <a:pt x="20759" y="66161"/>
                  <a:pt x="20635" y="66185"/>
                  <a:pt x="20486" y="66185"/>
                </a:cubicBezTo>
                <a:cubicBezTo>
                  <a:pt x="19664" y="62825"/>
                  <a:pt x="20137" y="58718"/>
                  <a:pt x="21730" y="54337"/>
                </a:cubicBezTo>
                <a:close/>
                <a:moveTo>
                  <a:pt x="22776" y="66111"/>
                </a:moveTo>
                <a:cubicBezTo>
                  <a:pt x="22776" y="66161"/>
                  <a:pt x="22751" y="66161"/>
                  <a:pt x="22751" y="66185"/>
                </a:cubicBezTo>
                <a:lnTo>
                  <a:pt x="22701" y="66185"/>
                </a:lnTo>
                <a:cubicBezTo>
                  <a:pt x="22701" y="66161"/>
                  <a:pt x="22726" y="66161"/>
                  <a:pt x="22726" y="66111"/>
                </a:cubicBezTo>
                <a:close/>
                <a:moveTo>
                  <a:pt x="21531" y="54288"/>
                </a:moveTo>
                <a:cubicBezTo>
                  <a:pt x="19988" y="58693"/>
                  <a:pt x="19490" y="62825"/>
                  <a:pt x="20311" y="66235"/>
                </a:cubicBezTo>
                <a:lnTo>
                  <a:pt x="20262" y="66235"/>
                </a:lnTo>
                <a:cubicBezTo>
                  <a:pt x="19415" y="62825"/>
                  <a:pt x="19888" y="58693"/>
                  <a:pt x="21481" y="54288"/>
                </a:cubicBezTo>
                <a:close/>
                <a:moveTo>
                  <a:pt x="65663" y="54462"/>
                </a:moveTo>
                <a:cubicBezTo>
                  <a:pt x="65688" y="55084"/>
                  <a:pt x="65962" y="55856"/>
                  <a:pt x="66484" y="56777"/>
                </a:cubicBezTo>
                <a:cubicBezTo>
                  <a:pt x="63721" y="60236"/>
                  <a:pt x="60311" y="63522"/>
                  <a:pt x="56478" y="66285"/>
                </a:cubicBezTo>
                <a:cubicBezTo>
                  <a:pt x="55557" y="65787"/>
                  <a:pt x="54736" y="65488"/>
                  <a:pt x="54089" y="65464"/>
                </a:cubicBezTo>
                <a:cubicBezTo>
                  <a:pt x="54263" y="65314"/>
                  <a:pt x="54462" y="65190"/>
                  <a:pt x="54686" y="65040"/>
                </a:cubicBezTo>
                <a:cubicBezTo>
                  <a:pt x="54935" y="64841"/>
                  <a:pt x="55184" y="64667"/>
                  <a:pt x="55383" y="64468"/>
                </a:cubicBezTo>
                <a:lnTo>
                  <a:pt x="55458" y="64418"/>
                </a:lnTo>
                <a:cubicBezTo>
                  <a:pt x="55706" y="64219"/>
                  <a:pt x="55955" y="64045"/>
                  <a:pt x="56204" y="63821"/>
                </a:cubicBezTo>
                <a:cubicBezTo>
                  <a:pt x="56603" y="63497"/>
                  <a:pt x="57001" y="63174"/>
                  <a:pt x="57374" y="62850"/>
                </a:cubicBezTo>
                <a:cubicBezTo>
                  <a:pt x="58196" y="62178"/>
                  <a:pt x="58967" y="61481"/>
                  <a:pt x="59589" y="60884"/>
                </a:cubicBezTo>
                <a:cubicBezTo>
                  <a:pt x="59664" y="60859"/>
                  <a:pt x="59689" y="60784"/>
                  <a:pt x="59714" y="60759"/>
                </a:cubicBezTo>
                <a:cubicBezTo>
                  <a:pt x="60361" y="60137"/>
                  <a:pt x="60859" y="59664"/>
                  <a:pt x="61232" y="59291"/>
                </a:cubicBezTo>
                <a:lnTo>
                  <a:pt x="61506" y="59017"/>
                </a:lnTo>
                <a:lnTo>
                  <a:pt x="61556" y="58992"/>
                </a:lnTo>
                <a:lnTo>
                  <a:pt x="61929" y="58619"/>
                </a:lnTo>
                <a:lnTo>
                  <a:pt x="62128" y="58395"/>
                </a:lnTo>
                <a:cubicBezTo>
                  <a:pt x="62178" y="58370"/>
                  <a:pt x="62178" y="58345"/>
                  <a:pt x="62203" y="58345"/>
                </a:cubicBezTo>
                <a:lnTo>
                  <a:pt x="62477" y="58071"/>
                </a:lnTo>
                <a:cubicBezTo>
                  <a:pt x="62950" y="57573"/>
                  <a:pt x="63597" y="56876"/>
                  <a:pt x="64344" y="56030"/>
                </a:cubicBezTo>
                <a:cubicBezTo>
                  <a:pt x="64493" y="55856"/>
                  <a:pt x="64692" y="55657"/>
                  <a:pt x="64842" y="55457"/>
                </a:cubicBezTo>
                <a:cubicBezTo>
                  <a:pt x="64891" y="55408"/>
                  <a:pt x="64916" y="55358"/>
                  <a:pt x="64941" y="55333"/>
                </a:cubicBezTo>
                <a:cubicBezTo>
                  <a:pt x="65190" y="55009"/>
                  <a:pt x="65439" y="54736"/>
                  <a:pt x="65663" y="54462"/>
                </a:cubicBezTo>
                <a:close/>
                <a:moveTo>
                  <a:pt x="53840" y="65613"/>
                </a:moveTo>
                <a:cubicBezTo>
                  <a:pt x="54462" y="65613"/>
                  <a:pt x="55308" y="65862"/>
                  <a:pt x="56304" y="66409"/>
                </a:cubicBezTo>
                <a:cubicBezTo>
                  <a:pt x="56254" y="66409"/>
                  <a:pt x="56254" y="66434"/>
                  <a:pt x="56229" y="66434"/>
                </a:cubicBezTo>
                <a:cubicBezTo>
                  <a:pt x="56179" y="66409"/>
                  <a:pt x="56130" y="66409"/>
                  <a:pt x="56105" y="66360"/>
                </a:cubicBezTo>
                <a:cubicBezTo>
                  <a:pt x="55955" y="66285"/>
                  <a:pt x="55756" y="66210"/>
                  <a:pt x="55607" y="66111"/>
                </a:cubicBezTo>
                <a:cubicBezTo>
                  <a:pt x="55582" y="66111"/>
                  <a:pt x="55557" y="66086"/>
                  <a:pt x="55557" y="66086"/>
                </a:cubicBezTo>
                <a:cubicBezTo>
                  <a:pt x="55358" y="65986"/>
                  <a:pt x="55184" y="65936"/>
                  <a:pt x="54985" y="65862"/>
                </a:cubicBezTo>
                <a:cubicBezTo>
                  <a:pt x="54960" y="65862"/>
                  <a:pt x="54935" y="65837"/>
                  <a:pt x="54885" y="65837"/>
                </a:cubicBezTo>
                <a:cubicBezTo>
                  <a:pt x="54711" y="65787"/>
                  <a:pt x="54561" y="65737"/>
                  <a:pt x="54387" y="65712"/>
                </a:cubicBezTo>
                <a:cubicBezTo>
                  <a:pt x="54238" y="65688"/>
                  <a:pt x="54113" y="65688"/>
                  <a:pt x="53989" y="65688"/>
                </a:cubicBezTo>
                <a:lnTo>
                  <a:pt x="53740" y="65688"/>
                </a:lnTo>
                <a:cubicBezTo>
                  <a:pt x="53740" y="65688"/>
                  <a:pt x="53765" y="65688"/>
                  <a:pt x="53765" y="65663"/>
                </a:cubicBezTo>
                <a:cubicBezTo>
                  <a:pt x="53815" y="65613"/>
                  <a:pt x="53815" y="65613"/>
                  <a:pt x="53840" y="65613"/>
                </a:cubicBezTo>
                <a:close/>
                <a:moveTo>
                  <a:pt x="66584" y="56976"/>
                </a:moveTo>
                <a:cubicBezTo>
                  <a:pt x="66584" y="57001"/>
                  <a:pt x="66634" y="57001"/>
                  <a:pt x="66634" y="57026"/>
                </a:cubicBezTo>
                <a:cubicBezTo>
                  <a:pt x="63846" y="60460"/>
                  <a:pt x="60486" y="63696"/>
                  <a:pt x="56727" y="66434"/>
                </a:cubicBezTo>
                <a:cubicBezTo>
                  <a:pt x="56702" y="66434"/>
                  <a:pt x="56702" y="66409"/>
                  <a:pt x="56677" y="66409"/>
                </a:cubicBezTo>
                <a:cubicBezTo>
                  <a:pt x="60436" y="63671"/>
                  <a:pt x="63821" y="60386"/>
                  <a:pt x="66584" y="56976"/>
                </a:cubicBezTo>
                <a:close/>
                <a:moveTo>
                  <a:pt x="22502" y="66161"/>
                </a:moveTo>
                <a:cubicBezTo>
                  <a:pt x="22502" y="66185"/>
                  <a:pt x="22477" y="66210"/>
                  <a:pt x="22477" y="66210"/>
                </a:cubicBezTo>
                <a:cubicBezTo>
                  <a:pt x="21954" y="66285"/>
                  <a:pt x="21407" y="66310"/>
                  <a:pt x="20884" y="66409"/>
                </a:cubicBezTo>
                <a:cubicBezTo>
                  <a:pt x="20759" y="66434"/>
                  <a:pt x="20660" y="66434"/>
                  <a:pt x="20535" y="66459"/>
                </a:cubicBezTo>
                <a:cubicBezTo>
                  <a:pt x="20535" y="66434"/>
                  <a:pt x="20535" y="66434"/>
                  <a:pt x="20510" y="66409"/>
                </a:cubicBezTo>
                <a:cubicBezTo>
                  <a:pt x="20635" y="66360"/>
                  <a:pt x="20759" y="66335"/>
                  <a:pt x="20884" y="66335"/>
                </a:cubicBezTo>
                <a:cubicBezTo>
                  <a:pt x="21232" y="66285"/>
                  <a:pt x="21606" y="66235"/>
                  <a:pt x="21954" y="66210"/>
                </a:cubicBezTo>
                <a:cubicBezTo>
                  <a:pt x="22128" y="66185"/>
                  <a:pt x="22327" y="66161"/>
                  <a:pt x="22502" y="66161"/>
                </a:cubicBezTo>
                <a:close/>
                <a:moveTo>
                  <a:pt x="3286" y="64717"/>
                </a:moveTo>
                <a:cubicBezTo>
                  <a:pt x="3311" y="64866"/>
                  <a:pt x="3336" y="65040"/>
                  <a:pt x="3360" y="65215"/>
                </a:cubicBezTo>
                <a:lnTo>
                  <a:pt x="2912" y="66534"/>
                </a:lnTo>
                <a:cubicBezTo>
                  <a:pt x="3037" y="65936"/>
                  <a:pt x="3161" y="65314"/>
                  <a:pt x="3286" y="64717"/>
                </a:cubicBezTo>
                <a:close/>
                <a:moveTo>
                  <a:pt x="29446" y="56353"/>
                </a:moveTo>
                <a:cubicBezTo>
                  <a:pt x="30293" y="56652"/>
                  <a:pt x="31114" y="57026"/>
                  <a:pt x="31935" y="57399"/>
                </a:cubicBezTo>
                <a:cubicBezTo>
                  <a:pt x="30741" y="60759"/>
                  <a:pt x="30342" y="63920"/>
                  <a:pt x="30940" y="66584"/>
                </a:cubicBezTo>
                <a:cubicBezTo>
                  <a:pt x="30691" y="66534"/>
                  <a:pt x="30467" y="66459"/>
                  <a:pt x="30218" y="66409"/>
                </a:cubicBezTo>
                <a:cubicBezTo>
                  <a:pt x="30168" y="66409"/>
                  <a:pt x="30094" y="66360"/>
                  <a:pt x="30044" y="66360"/>
                </a:cubicBezTo>
                <a:cubicBezTo>
                  <a:pt x="29745" y="66310"/>
                  <a:pt x="29471" y="66235"/>
                  <a:pt x="29197" y="66210"/>
                </a:cubicBezTo>
                <a:cubicBezTo>
                  <a:pt x="29098" y="66210"/>
                  <a:pt x="29048" y="66185"/>
                  <a:pt x="28949" y="66185"/>
                </a:cubicBezTo>
                <a:cubicBezTo>
                  <a:pt x="28700" y="66161"/>
                  <a:pt x="28426" y="66086"/>
                  <a:pt x="28177" y="66061"/>
                </a:cubicBezTo>
                <a:cubicBezTo>
                  <a:pt x="28052" y="66036"/>
                  <a:pt x="27928" y="66036"/>
                  <a:pt x="27828" y="66036"/>
                </a:cubicBezTo>
                <a:cubicBezTo>
                  <a:pt x="27580" y="65986"/>
                  <a:pt x="27355" y="65961"/>
                  <a:pt x="27107" y="65961"/>
                </a:cubicBezTo>
                <a:cubicBezTo>
                  <a:pt x="26932" y="65936"/>
                  <a:pt x="26733" y="65936"/>
                  <a:pt x="26584" y="65936"/>
                </a:cubicBezTo>
                <a:cubicBezTo>
                  <a:pt x="26385" y="65936"/>
                  <a:pt x="26211" y="65912"/>
                  <a:pt x="26011" y="65912"/>
                </a:cubicBezTo>
                <a:cubicBezTo>
                  <a:pt x="25638" y="65862"/>
                  <a:pt x="25314" y="65862"/>
                  <a:pt x="24941" y="65862"/>
                </a:cubicBezTo>
                <a:cubicBezTo>
                  <a:pt x="24369" y="65862"/>
                  <a:pt x="23821" y="65912"/>
                  <a:pt x="23224" y="65936"/>
                </a:cubicBezTo>
                <a:lnTo>
                  <a:pt x="23149" y="65936"/>
                </a:lnTo>
                <a:cubicBezTo>
                  <a:pt x="24991" y="62726"/>
                  <a:pt x="27107" y="59515"/>
                  <a:pt x="29446" y="56353"/>
                </a:cubicBezTo>
                <a:close/>
                <a:moveTo>
                  <a:pt x="66708" y="57200"/>
                </a:moveTo>
                <a:cubicBezTo>
                  <a:pt x="66758" y="57250"/>
                  <a:pt x="66783" y="57324"/>
                  <a:pt x="66808" y="57349"/>
                </a:cubicBezTo>
                <a:cubicBezTo>
                  <a:pt x="64642" y="59764"/>
                  <a:pt x="62278" y="62128"/>
                  <a:pt x="59739" y="64368"/>
                </a:cubicBezTo>
                <a:lnTo>
                  <a:pt x="59664" y="64468"/>
                </a:lnTo>
                <a:lnTo>
                  <a:pt x="59614" y="64493"/>
                </a:lnTo>
                <a:cubicBezTo>
                  <a:pt x="59589" y="64543"/>
                  <a:pt x="59565" y="64567"/>
                  <a:pt x="59540" y="64567"/>
                </a:cubicBezTo>
                <a:cubicBezTo>
                  <a:pt x="59067" y="64966"/>
                  <a:pt x="58619" y="65364"/>
                  <a:pt x="58171" y="65737"/>
                </a:cubicBezTo>
                <a:cubicBezTo>
                  <a:pt x="57996" y="65862"/>
                  <a:pt x="57872" y="65986"/>
                  <a:pt x="57723" y="66086"/>
                </a:cubicBezTo>
                <a:cubicBezTo>
                  <a:pt x="57548" y="66310"/>
                  <a:pt x="57324" y="66484"/>
                  <a:pt x="57100" y="66658"/>
                </a:cubicBezTo>
                <a:cubicBezTo>
                  <a:pt x="57051" y="66584"/>
                  <a:pt x="56951" y="66559"/>
                  <a:pt x="56876" y="66534"/>
                </a:cubicBezTo>
                <a:cubicBezTo>
                  <a:pt x="60610" y="63821"/>
                  <a:pt x="63970" y="60585"/>
                  <a:pt x="66708" y="57200"/>
                </a:cubicBezTo>
                <a:close/>
                <a:moveTo>
                  <a:pt x="32085" y="57498"/>
                </a:moveTo>
                <a:cubicBezTo>
                  <a:pt x="32110" y="57498"/>
                  <a:pt x="32110" y="57523"/>
                  <a:pt x="32159" y="57523"/>
                </a:cubicBezTo>
                <a:cubicBezTo>
                  <a:pt x="30965" y="60884"/>
                  <a:pt x="30591" y="64045"/>
                  <a:pt x="31214" y="66683"/>
                </a:cubicBezTo>
                <a:cubicBezTo>
                  <a:pt x="31189" y="66683"/>
                  <a:pt x="31189" y="66683"/>
                  <a:pt x="31164" y="66658"/>
                </a:cubicBezTo>
                <a:cubicBezTo>
                  <a:pt x="30542" y="63995"/>
                  <a:pt x="30915" y="60859"/>
                  <a:pt x="32085" y="57498"/>
                </a:cubicBezTo>
                <a:close/>
                <a:moveTo>
                  <a:pt x="56702" y="66683"/>
                </a:moveTo>
                <a:cubicBezTo>
                  <a:pt x="56802" y="66708"/>
                  <a:pt x="56876" y="66733"/>
                  <a:pt x="56951" y="66808"/>
                </a:cubicBezTo>
                <a:cubicBezTo>
                  <a:pt x="56926" y="66808"/>
                  <a:pt x="56926" y="66833"/>
                  <a:pt x="56876" y="66833"/>
                </a:cubicBezTo>
                <a:cubicBezTo>
                  <a:pt x="56827" y="66808"/>
                  <a:pt x="56752" y="66783"/>
                  <a:pt x="56702" y="66708"/>
                </a:cubicBezTo>
                <a:cubicBezTo>
                  <a:pt x="56677" y="66708"/>
                  <a:pt x="56677" y="66708"/>
                  <a:pt x="56702" y="66683"/>
                </a:cubicBezTo>
                <a:close/>
                <a:moveTo>
                  <a:pt x="66932" y="57523"/>
                </a:moveTo>
                <a:cubicBezTo>
                  <a:pt x="66932" y="57523"/>
                  <a:pt x="66932" y="57573"/>
                  <a:pt x="66957" y="57573"/>
                </a:cubicBezTo>
                <a:lnTo>
                  <a:pt x="66957" y="57598"/>
                </a:lnTo>
                <a:cubicBezTo>
                  <a:pt x="64817" y="59988"/>
                  <a:pt x="62477" y="62327"/>
                  <a:pt x="60038" y="64543"/>
                </a:cubicBezTo>
                <a:cubicBezTo>
                  <a:pt x="59963" y="64592"/>
                  <a:pt x="59913" y="64617"/>
                  <a:pt x="59838" y="64692"/>
                </a:cubicBezTo>
                <a:cubicBezTo>
                  <a:pt x="59365" y="65090"/>
                  <a:pt x="58917" y="65513"/>
                  <a:pt x="58395" y="65936"/>
                </a:cubicBezTo>
                <a:cubicBezTo>
                  <a:pt x="58245" y="66061"/>
                  <a:pt x="58096" y="66185"/>
                  <a:pt x="57972" y="66310"/>
                </a:cubicBezTo>
                <a:cubicBezTo>
                  <a:pt x="57748" y="66484"/>
                  <a:pt x="57524" y="66633"/>
                  <a:pt x="57324" y="66833"/>
                </a:cubicBezTo>
                <a:cubicBezTo>
                  <a:pt x="57324" y="66833"/>
                  <a:pt x="57300" y="66833"/>
                  <a:pt x="57300" y="66808"/>
                </a:cubicBezTo>
                <a:lnTo>
                  <a:pt x="57250" y="66808"/>
                </a:lnTo>
                <a:cubicBezTo>
                  <a:pt x="57449" y="66609"/>
                  <a:pt x="57623" y="66459"/>
                  <a:pt x="57822" y="66310"/>
                </a:cubicBezTo>
                <a:cubicBezTo>
                  <a:pt x="57996" y="66161"/>
                  <a:pt x="58171" y="66036"/>
                  <a:pt x="58345" y="65862"/>
                </a:cubicBezTo>
                <a:cubicBezTo>
                  <a:pt x="58743" y="65538"/>
                  <a:pt x="59191" y="65165"/>
                  <a:pt x="59589" y="64816"/>
                </a:cubicBezTo>
                <a:lnTo>
                  <a:pt x="59689" y="64717"/>
                </a:lnTo>
                <a:lnTo>
                  <a:pt x="59714" y="64692"/>
                </a:lnTo>
                <a:cubicBezTo>
                  <a:pt x="59814" y="64617"/>
                  <a:pt x="59913" y="64543"/>
                  <a:pt x="59963" y="64468"/>
                </a:cubicBezTo>
                <a:cubicBezTo>
                  <a:pt x="61058" y="63497"/>
                  <a:pt x="62079" y="62551"/>
                  <a:pt x="63099" y="61506"/>
                </a:cubicBezTo>
                <a:lnTo>
                  <a:pt x="63572" y="61058"/>
                </a:lnTo>
                <a:lnTo>
                  <a:pt x="64642" y="59988"/>
                </a:lnTo>
                <a:cubicBezTo>
                  <a:pt x="64817" y="59813"/>
                  <a:pt x="65016" y="59614"/>
                  <a:pt x="65165" y="59440"/>
                </a:cubicBezTo>
                <a:cubicBezTo>
                  <a:pt x="65464" y="59091"/>
                  <a:pt x="65787" y="58768"/>
                  <a:pt x="66086" y="58444"/>
                </a:cubicBezTo>
                <a:cubicBezTo>
                  <a:pt x="66285" y="58245"/>
                  <a:pt x="66435" y="58071"/>
                  <a:pt x="66634" y="57872"/>
                </a:cubicBezTo>
                <a:cubicBezTo>
                  <a:pt x="66708" y="57747"/>
                  <a:pt x="66833" y="57648"/>
                  <a:pt x="66932" y="57523"/>
                </a:cubicBezTo>
                <a:close/>
                <a:moveTo>
                  <a:pt x="24941" y="66036"/>
                </a:moveTo>
                <a:cubicBezTo>
                  <a:pt x="25314" y="66036"/>
                  <a:pt x="25638" y="66036"/>
                  <a:pt x="26011" y="66061"/>
                </a:cubicBezTo>
                <a:cubicBezTo>
                  <a:pt x="26235" y="66061"/>
                  <a:pt x="26459" y="66086"/>
                  <a:pt x="26708" y="66086"/>
                </a:cubicBezTo>
                <a:cubicBezTo>
                  <a:pt x="26833" y="66086"/>
                  <a:pt x="26982" y="66111"/>
                  <a:pt x="27107" y="66111"/>
                </a:cubicBezTo>
                <a:cubicBezTo>
                  <a:pt x="27430" y="66136"/>
                  <a:pt x="27704" y="66185"/>
                  <a:pt x="28003" y="66210"/>
                </a:cubicBezTo>
                <a:cubicBezTo>
                  <a:pt x="28077" y="66210"/>
                  <a:pt x="28127" y="66210"/>
                  <a:pt x="28202" y="66235"/>
                </a:cubicBezTo>
                <a:cubicBezTo>
                  <a:pt x="28550" y="66285"/>
                  <a:pt x="28874" y="66335"/>
                  <a:pt x="29197" y="66409"/>
                </a:cubicBezTo>
                <a:lnTo>
                  <a:pt x="29222" y="66409"/>
                </a:lnTo>
                <a:cubicBezTo>
                  <a:pt x="29820" y="66484"/>
                  <a:pt x="30417" y="66658"/>
                  <a:pt x="30990" y="66808"/>
                </a:cubicBezTo>
                <a:lnTo>
                  <a:pt x="30990" y="66857"/>
                </a:lnTo>
                <a:cubicBezTo>
                  <a:pt x="29073" y="66360"/>
                  <a:pt x="27007" y="66086"/>
                  <a:pt x="24891" y="66086"/>
                </a:cubicBezTo>
                <a:cubicBezTo>
                  <a:pt x="24244" y="66086"/>
                  <a:pt x="23622" y="66111"/>
                  <a:pt x="23000" y="66136"/>
                </a:cubicBezTo>
                <a:cubicBezTo>
                  <a:pt x="23000" y="66111"/>
                  <a:pt x="23024" y="66111"/>
                  <a:pt x="23024" y="66086"/>
                </a:cubicBezTo>
                <a:cubicBezTo>
                  <a:pt x="23647" y="66061"/>
                  <a:pt x="24269" y="66036"/>
                  <a:pt x="24891" y="66036"/>
                </a:cubicBezTo>
                <a:close/>
                <a:moveTo>
                  <a:pt x="57150" y="66907"/>
                </a:moveTo>
                <a:cubicBezTo>
                  <a:pt x="57150" y="66907"/>
                  <a:pt x="57200" y="66907"/>
                  <a:pt x="57200" y="66932"/>
                </a:cubicBezTo>
                <a:lnTo>
                  <a:pt x="57125" y="66982"/>
                </a:lnTo>
                <a:lnTo>
                  <a:pt x="57075" y="66932"/>
                </a:lnTo>
                <a:cubicBezTo>
                  <a:pt x="57100" y="66932"/>
                  <a:pt x="57100" y="66907"/>
                  <a:pt x="57125" y="66907"/>
                </a:cubicBezTo>
                <a:close/>
                <a:moveTo>
                  <a:pt x="40846" y="63696"/>
                </a:moveTo>
                <a:lnTo>
                  <a:pt x="40896" y="63721"/>
                </a:lnTo>
                <a:lnTo>
                  <a:pt x="40921" y="63746"/>
                </a:lnTo>
                <a:lnTo>
                  <a:pt x="40822" y="64045"/>
                </a:lnTo>
                <a:cubicBezTo>
                  <a:pt x="40797" y="64119"/>
                  <a:pt x="40772" y="64194"/>
                  <a:pt x="40772" y="64244"/>
                </a:cubicBezTo>
                <a:cubicBezTo>
                  <a:pt x="40697" y="64443"/>
                  <a:pt x="40647" y="64592"/>
                  <a:pt x="40598" y="64792"/>
                </a:cubicBezTo>
                <a:cubicBezTo>
                  <a:pt x="40573" y="64916"/>
                  <a:pt x="40523" y="65040"/>
                  <a:pt x="40473" y="65165"/>
                </a:cubicBezTo>
                <a:cubicBezTo>
                  <a:pt x="40448" y="65289"/>
                  <a:pt x="40423" y="65364"/>
                  <a:pt x="40398" y="65488"/>
                </a:cubicBezTo>
                <a:cubicBezTo>
                  <a:pt x="40324" y="65688"/>
                  <a:pt x="40299" y="65862"/>
                  <a:pt x="40274" y="66061"/>
                </a:cubicBezTo>
                <a:cubicBezTo>
                  <a:pt x="40224" y="66210"/>
                  <a:pt x="40174" y="66360"/>
                  <a:pt x="40150" y="66534"/>
                </a:cubicBezTo>
                <a:cubicBezTo>
                  <a:pt x="40150" y="66559"/>
                  <a:pt x="40100" y="66584"/>
                  <a:pt x="40100" y="66609"/>
                </a:cubicBezTo>
                <a:cubicBezTo>
                  <a:pt x="40082" y="66739"/>
                  <a:pt x="40062" y="66869"/>
                  <a:pt x="40042" y="66998"/>
                </a:cubicBezTo>
                <a:lnTo>
                  <a:pt x="40042" y="66998"/>
                </a:lnTo>
                <a:cubicBezTo>
                  <a:pt x="40047" y="66941"/>
                  <a:pt x="40050" y="66885"/>
                  <a:pt x="40050" y="66833"/>
                </a:cubicBezTo>
                <a:cubicBezTo>
                  <a:pt x="40075" y="66708"/>
                  <a:pt x="40075" y="66609"/>
                  <a:pt x="40100" y="66484"/>
                </a:cubicBezTo>
                <a:cubicBezTo>
                  <a:pt x="40150" y="66335"/>
                  <a:pt x="40174" y="66161"/>
                  <a:pt x="40199" y="65986"/>
                </a:cubicBezTo>
                <a:lnTo>
                  <a:pt x="40199" y="65961"/>
                </a:lnTo>
                <a:cubicBezTo>
                  <a:pt x="40224" y="65862"/>
                  <a:pt x="40224" y="65787"/>
                  <a:pt x="40274" y="65688"/>
                </a:cubicBezTo>
                <a:cubicBezTo>
                  <a:pt x="40299" y="65538"/>
                  <a:pt x="40349" y="65339"/>
                  <a:pt x="40398" y="65190"/>
                </a:cubicBezTo>
                <a:cubicBezTo>
                  <a:pt x="40423" y="65115"/>
                  <a:pt x="40423" y="65065"/>
                  <a:pt x="40448" y="64991"/>
                </a:cubicBezTo>
                <a:cubicBezTo>
                  <a:pt x="40448" y="64941"/>
                  <a:pt x="40473" y="64916"/>
                  <a:pt x="40473" y="64841"/>
                </a:cubicBezTo>
                <a:cubicBezTo>
                  <a:pt x="40548" y="64692"/>
                  <a:pt x="40573" y="64493"/>
                  <a:pt x="40647" y="64343"/>
                </a:cubicBezTo>
                <a:cubicBezTo>
                  <a:pt x="40672" y="64219"/>
                  <a:pt x="40697" y="64095"/>
                  <a:pt x="40772" y="63970"/>
                </a:cubicBezTo>
                <a:lnTo>
                  <a:pt x="40846" y="63696"/>
                </a:lnTo>
                <a:close/>
                <a:moveTo>
                  <a:pt x="48090" y="63348"/>
                </a:moveTo>
                <a:lnTo>
                  <a:pt x="47716" y="63821"/>
                </a:lnTo>
                <a:cubicBezTo>
                  <a:pt x="47468" y="64119"/>
                  <a:pt x="47219" y="64443"/>
                  <a:pt x="46995" y="64742"/>
                </a:cubicBezTo>
                <a:cubicBezTo>
                  <a:pt x="46920" y="64841"/>
                  <a:pt x="46845" y="64941"/>
                  <a:pt x="46771" y="65065"/>
                </a:cubicBezTo>
                <a:cubicBezTo>
                  <a:pt x="46646" y="65240"/>
                  <a:pt x="46497" y="65439"/>
                  <a:pt x="46372" y="65588"/>
                </a:cubicBezTo>
                <a:cubicBezTo>
                  <a:pt x="46273" y="65712"/>
                  <a:pt x="46173" y="65862"/>
                  <a:pt x="46049" y="65986"/>
                </a:cubicBezTo>
                <a:cubicBezTo>
                  <a:pt x="45999" y="66086"/>
                  <a:pt x="45899" y="66185"/>
                  <a:pt x="45850" y="66310"/>
                </a:cubicBezTo>
                <a:cubicBezTo>
                  <a:pt x="45800" y="66335"/>
                  <a:pt x="45775" y="66409"/>
                  <a:pt x="45750" y="66434"/>
                </a:cubicBezTo>
                <a:cubicBezTo>
                  <a:pt x="45650" y="66559"/>
                  <a:pt x="45601" y="66683"/>
                  <a:pt x="45501" y="66808"/>
                </a:cubicBezTo>
                <a:lnTo>
                  <a:pt x="44916" y="67608"/>
                </a:lnTo>
                <a:lnTo>
                  <a:pt x="44916" y="67608"/>
                </a:lnTo>
                <a:cubicBezTo>
                  <a:pt x="45876" y="66176"/>
                  <a:pt x="46918" y="64762"/>
                  <a:pt x="48040" y="63348"/>
                </a:cubicBezTo>
                <a:close/>
                <a:moveTo>
                  <a:pt x="32309" y="57598"/>
                </a:moveTo>
                <a:cubicBezTo>
                  <a:pt x="34574" y="58693"/>
                  <a:pt x="36690" y="60012"/>
                  <a:pt x="38557" y="61556"/>
                </a:cubicBezTo>
                <a:cubicBezTo>
                  <a:pt x="37038" y="63597"/>
                  <a:pt x="35594" y="65663"/>
                  <a:pt x="34300" y="67729"/>
                </a:cubicBezTo>
                <a:cubicBezTo>
                  <a:pt x="34225" y="67704"/>
                  <a:pt x="34201" y="67704"/>
                  <a:pt x="34151" y="67679"/>
                </a:cubicBezTo>
                <a:cubicBezTo>
                  <a:pt x="34076" y="67654"/>
                  <a:pt x="34051" y="67654"/>
                  <a:pt x="33977" y="67604"/>
                </a:cubicBezTo>
                <a:cubicBezTo>
                  <a:pt x="33703" y="67480"/>
                  <a:pt x="33454" y="67405"/>
                  <a:pt x="33180" y="67305"/>
                </a:cubicBezTo>
                <a:cubicBezTo>
                  <a:pt x="33155" y="67305"/>
                  <a:pt x="33080" y="67281"/>
                  <a:pt x="33056" y="67281"/>
                </a:cubicBezTo>
                <a:lnTo>
                  <a:pt x="32209" y="66982"/>
                </a:lnTo>
                <a:cubicBezTo>
                  <a:pt x="32184" y="66982"/>
                  <a:pt x="32110" y="66957"/>
                  <a:pt x="32085" y="66957"/>
                </a:cubicBezTo>
                <a:cubicBezTo>
                  <a:pt x="31861" y="66907"/>
                  <a:pt x="31612" y="66808"/>
                  <a:pt x="31413" y="66733"/>
                </a:cubicBezTo>
                <a:cubicBezTo>
                  <a:pt x="30741" y="64095"/>
                  <a:pt x="31114" y="60958"/>
                  <a:pt x="32309" y="57598"/>
                </a:cubicBezTo>
                <a:close/>
                <a:moveTo>
                  <a:pt x="38706" y="61680"/>
                </a:moveTo>
                <a:cubicBezTo>
                  <a:pt x="38756" y="61680"/>
                  <a:pt x="38756" y="61705"/>
                  <a:pt x="38781" y="61705"/>
                </a:cubicBezTo>
                <a:cubicBezTo>
                  <a:pt x="37237" y="63721"/>
                  <a:pt x="35843" y="65787"/>
                  <a:pt x="34549" y="67828"/>
                </a:cubicBezTo>
                <a:cubicBezTo>
                  <a:pt x="34524" y="67828"/>
                  <a:pt x="34524" y="67803"/>
                  <a:pt x="34474" y="67803"/>
                </a:cubicBezTo>
                <a:cubicBezTo>
                  <a:pt x="35794" y="65737"/>
                  <a:pt x="37187" y="63696"/>
                  <a:pt x="38706" y="61680"/>
                </a:cubicBezTo>
                <a:close/>
                <a:moveTo>
                  <a:pt x="42514" y="60635"/>
                </a:moveTo>
                <a:cubicBezTo>
                  <a:pt x="44481" y="61780"/>
                  <a:pt x="46298" y="62701"/>
                  <a:pt x="47866" y="63298"/>
                </a:cubicBezTo>
                <a:cubicBezTo>
                  <a:pt x="47368" y="63920"/>
                  <a:pt x="46895" y="64493"/>
                  <a:pt x="46472" y="65115"/>
                </a:cubicBezTo>
                <a:cubicBezTo>
                  <a:pt x="46472" y="65165"/>
                  <a:pt x="46422" y="65165"/>
                  <a:pt x="46422" y="65190"/>
                </a:cubicBezTo>
                <a:cubicBezTo>
                  <a:pt x="46024" y="65712"/>
                  <a:pt x="45650" y="66235"/>
                  <a:pt x="45277" y="66758"/>
                </a:cubicBezTo>
                <a:cubicBezTo>
                  <a:pt x="45227" y="66857"/>
                  <a:pt x="45128" y="66982"/>
                  <a:pt x="45053" y="67081"/>
                </a:cubicBezTo>
                <a:cubicBezTo>
                  <a:pt x="45028" y="67106"/>
                  <a:pt x="45003" y="67181"/>
                  <a:pt x="44978" y="67206"/>
                </a:cubicBezTo>
                <a:lnTo>
                  <a:pt x="44505" y="67853"/>
                </a:lnTo>
                <a:cubicBezTo>
                  <a:pt x="43759" y="66360"/>
                  <a:pt x="42688" y="64866"/>
                  <a:pt x="41319" y="63447"/>
                </a:cubicBezTo>
                <a:cubicBezTo>
                  <a:pt x="41494" y="62974"/>
                  <a:pt x="41668" y="62551"/>
                  <a:pt x="41892" y="62078"/>
                </a:cubicBezTo>
                <a:cubicBezTo>
                  <a:pt x="41892" y="62078"/>
                  <a:pt x="41892" y="62053"/>
                  <a:pt x="41917" y="62053"/>
                </a:cubicBezTo>
                <a:cubicBezTo>
                  <a:pt x="42066" y="61581"/>
                  <a:pt x="42290" y="61108"/>
                  <a:pt x="42514" y="60635"/>
                </a:cubicBezTo>
                <a:close/>
                <a:moveTo>
                  <a:pt x="31463" y="66957"/>
                </a:moveTo>
                <a:lnTo>
                  <a:pt x="31463" y="66957"/>
                </a:lnTo>
                <a:cubicBezTo>
                  <a:pt x="32060" y="67106"/>
                  <a:pt x="32657" y="67305"/>
                  <a:pt x="33205" y="67530"/>
                </a:cubicBezTo>
                <a:cubicBezTo>
                  <a:pt x="33504" y="67654"/>
                  <a:pt x="33802" y="67778"/>
                  <a:pt x="34101" y="67878"/>
                </a:cubicBezTo>
                <a:cubicBezTo>
                  <a:pt x="34126" y="67878"/>
                  <a:pt x="34126" y="67928"/>
                  <a:pt x="34176" y="67928"/>
                </a:cubicBezTo>
                <a:lnTo>
                  <a:pt x="34201" y="67928"/>
                </a:lnTo>
                <a:lnTo>
                  <a:pt x="34176" y="67953"/>
                </a:lnTo>
                <a:cubicBezTo>
                  <a:pt x="34051" y="67903"/>
                  <a:pt x="33927" y="67853"/>
                  <a:pt x="33802" y="67803"/>
                </a:cubicBezTo>
                <a:cubicBezTo>
                  <a:pt x="33678" y="67729"/>
                  <a:pt x="33553" y="67679"/>
                  <a:pt x="33404" y="67654"/>
                </a:cubicBezTo>
                <a:cubicBezTo>
                  <a:pt x="33155" y="67554"/>
                  <a:pt x="32931" y="67455"/>
                  <a:pt x="32682" y="67380"/>
                </a:cubicBezTo>
                <a:cubicBezTo>
                  <a:pt x="32583" y="67355"/>
                  <a:pt x="32483" y="67330"/>
                  <a:pt x="32433" y="67305"/>
                </a:cubicBezTo>
                <a:lnTo>
                  <a:pt x="31487" y="67007"/>
                </a:lnTo>
                <a:cubicBezTo>
                  <a:pt x="31487" y="66982"/>
                  <a:pt x="31487" y="66982"/>
                  <a:pt x="31463" y="66957"/>
                </a:cubicBezTo>
                <a:close/>
                <a:moveTo>
                  <a:pt x="17225" y="54014"/>
                </a:moveTo>
                <a:lnTo>
                  <a:pt x="17225" y="54014"/>
                </a:lnTo>
                <a:cubicBezTo>
                  <a:pt x="14163" y="58643"/>
                  <a:pt x="11550" y="63348"/>
                  <a:pt x="9509" y="68002"/>
                </a:cubicBezTo>
                <a:lnTo>
                  <a:pt x="9509" y="67878"/>
                </a:lnTo>
                <a:lnTo>
                  <a:pt x="9509" y="67729"/>
                </a:lnTo>
                <a:cubicBezTo>
                  <a:pt x="9509" y="67604"/>
                  <a:pt x="9509" y="67530"/>
                  <a:pt x="9459" y="67380"/>
                </a:cubicBezTo>
                <a:cubicBezTo>
                  <a:pt x="9434" y="67081"/>
                  <a:pt x="9434" y="66758"/>
                  <a:pt x="9409" y="66434"/>
                </a:cubicBezTo>
                <a:lnTo>
                  <a:pt x="9409" y="66310"/>
                </a:lnTo>
                <a:lnTo>
                  <a:pt x="9409" y="66111"/>
                </a:lnTo>
                <a:lnTo>
                  <a:pt x="9409" y="64991"/>
                </a:lnTo>
                <a:lnTo>
                  <a:pt x="9409" y="64742"/>
                </a:lnTo>
                <a:cubicBezTo>
                  <a:pt x="9434" y="64343"/>
                  <a:pt x="9459" y="63945"/>
                  <a:pt x="9509" y="63497"/>
                </a:cubicBezTo>
                <a:cubicBezTo>
                  <a:pt x="9509" y="63447"/>
                  <a:pt x="9509" y="63348"/>
                  <a:pt x="9533" y="63298"/>
                </a:cubicBezTo>
                <a:cubicBezTo>
                  <a:pt x="9558" y="62850"/>
                  <a:pt x="9633" y="62402"/>
                  <a:pt x="9683" y="61979"/>
                </a:cubicBezTo>
                <a:cubicBezTo>
                  <a:pt x="9683" y="61929"/>
                  <a:pt x="9708" y="61854"/>
                  <a:pt x="9708" y="61805"/>
                </a:cubicBezTo>
                <a:cubicBezTo>
                  <a:pt x="9782" y="61332"/>
                  <a:pt x="9882" y="60859"/>
                  <a:pt x="9957" y="60386"/>
                </a:cubicBezTo>
                <a:cubicBezTo>
                  <a:pt x="9957" y="60361"/>
                  <a:pt x="9957" y="60336"/>
                  <a:pt x="9982" y="60311"/>
                </a:cubicBezTo>
                <a:cubicBezTo>
                  <a:pt x="10081" y="59813"/>
                  <a:pt x="10206" y="59266"/>
                  <a:pt x="10330" y="58768"/>
                </a:cubicBezTo>
                <a:cubicBezTo>
                  <a:pt x="10703" y="57449"/>
                  <a:pt x="11151" y="56105"/>
                  <a:pt x="11624" y="54736"/>
                </a:cubicBezTo>
                <a:cubicBezTo>
                  <a:pt x="13367" y="54263"/>
                  <a:pt x="15258" y="54039"/>
                  <a:pt x="17225" y="54014"/>
                </a:cubicBezTo>
                <a:close/>
                <a:moveTo>
                  <a:pt x="34350" y="67953"/>
                </a:moveTo>
                <a:cubicBezTo>
                  <a:pt x="34400" y="67953"/>
                  <a:pt x="34400" y="67978"/>
                  <a:pt x="34425" y="67978"/>
                </a:cubicBezTo>
                <a:cubicBezTo>
                  <a:pt x="34425" y="68027"/>
                  <a:pt x="34400" y="68027"/>
                  <a:pt x="34400" y="68052"/>
                </a:cubicBezTo>
                <a:lnTo>
                  <a:pt x="34350" y="68052"/>
                </a:lnTo>
                <a:lnTo>
                  <a:pt x="34325" y="68027"/>
                </a:lnTo>
                <a:cubicBezTo>
                  <a:pt x="34325" y="67978"/>
                  <a:pt x="34350" y="67978"/>
                  <a:pt x="34350" y="67953"/>
                </a:cubicBezTo>
                <a:close/>
                <a:moveTo>
                  <a:pt x="41195" y="63622"/>
                </a:moveTo>
                <a:cubicBezTo>
                  <a:pt x="42539" y="65065"/>
                  <a:pt x="43609" y="66559"/>
                  <a:pt x="44356" y="68027"/>
                </a:cubicBezTo>
                <a:cubicBezTo>
                  <a:pt x="44356" y="68052"/>
                  <a:pt x="44306" y="68052"/>
                  <a:pt x="44306" y="68077"/>
                </a:cubicBezTo>
                <a:cubicBezTo>
                  <a:pt x="43609" y="66584"/>
                  <a:pt x="42539" y="65115"/>
                  <a:pt x="41195" y="63696"/>
                </a:cubicBezTo>
                <a:lnTo>
                  <a:pt x="41195" y="63622"/>
                </a:lnTo>
                <a:close/>
                <a:moveTo>
                  <a:pt x="3211" y="63995"/>
                </a:moveTo>
                <a:cubicBezTo>
                  <a:pt x="3211" y="64070"/>
                  <a:pt x="3211" y="64119"/>
                  <a:pt x="3236" y="64194"/>
                </a:cubicBezTo>
                <a:cubicBezTo>
                  <a:pt x="2937" y="65364"/>
                  <a:pt x="2713" y="66584"/>
                  <a:pt x="2539" y="67729"/>
                </a:cubicBezTo>
                <a:cubicBezTo>
                  <a:pt x="2489" y="67903"/>
                  <a:pt x="2439" y="68027"/>
                  <a:pt x="2390" y="68177"/>
                </a:cubicBezTo>
                <a:cubicBezTo>
                  <a:pt x="2589" y="66808"/>
                  <a:pt x="2863" y="65414"/>
                  <a:pt x="3211" y="63995"/>
                </a:cubicBezTo>
                <a:close/>
                <a:moveTo>
                  <a:pt x="3460" y="65563"/>
                </a:moveTo>
                <a:cubicBezTo>
                  <a:pt x="3460" y="65588"/>
                  <a:pt x="3485" y="65613"/>
                  <a:pt x="3485" y="65663"/>
                </a:cubicBezTo>
                <a:cubicBezTo>
                  <a:pt x="3186" y="66534"/>
                  <a:pt x="2912" y="67355"/>
                  <a:pt x="2664" y="68226"/>
                </a:cubicBezTo>
                <a:cubicBezTo>
                  <a:pt x="2664" y="68077"/>
                  <a:pt x="2688" y="67928"/>
                  <a:pt x="2713" y="67803"/>
                </a:cubicBezTo>
                <a:lnTo>
                  <a:pt x="3460" y="65563"/>
                </a:lnTo>
                <a:close/>
                <a:moveTo>
                  <a:pt x="69309" y="48584"/>
                </a:moveTo>
                <a:cubicBezTo>
                  <a:pt x="68913" y="49251"/>
                  <a:pt x="68419" y="49990"/>
                  <a:pt x="67828" y="50778"/>
                </a:cubicBezTo>
                <a:cubicBezTo>
                  <a:pt x="67654" y="51027"/>
                  <a:pt x="67405" y="51375"/>
                  <a:pt x="67107" y="51774"/>
                </a:cubicBezTo>
                <a:cubicBezTo>
                  <a:pt x="66833" y="52271"/>
                  <a:pt x="66484" y="52719"/>
                  <a:pt x="66186" y="53118"/>
                </a:cubicBezTo>
                <a:cubicBezTo>
                  <a:pt x="65688" y="53765"/>
                  <a:pt x="65190" y="54362"/>
                  <a:pt x="64717" y="54885"/>
                </a:cubicBezTo>
                <a:cubicBezTo>
                  <a:pt x="64617" y="55009"/>
                  <a:pt x="64543" y="55134"/>
                  <a:pt x="64418" y="55233"/>
                </a:cubicBezTo>
                <a:cubicBezTo>
                  <a:pt x="64294" y="55358"/>
                  <a:pt x="64194" y="55507"/>
                  <a:pt x="64070" y="55632"/>
                </a:cubicBezTo>
                <a:cubicBezTo>
                  <a:pt x="63746" y="56005"/>
                  <a:pt x="63448" y="56353"/>
                  <a:pt x="63099" y="56702"/>
                </a:cubicBezTo>
                <a:lnTo>
                  <a:pt x="63074" y="56727"/>
                </a:lnTo>
                <a:cubicBezTo>
                  <a:pt x="62452" y="57399"/>
                  <a:pt x="61755" y="58096"/>
                  <a:pt x="61108" y="58768"/>
                </a:cubicBezTo>
                <a:cubicBezTo>
                  <a:pt x="59963" y="59863"/>
                  <a:pt x="58469" y="61257"/>
                  <a:pt x="57275" y="62327"/>
                </a:cubicBezTo>
                <a:cubicBezTo>
                  <a:pt x="57150" y="62427"/>
                  <a:pt x="57075" y="62502"/>
                  <a:pt x="56951" y="62626"/>
                </a:cubicBezTo>
                <a:lnTo>
                  <a:pt x="56901" y="62676"/>
                </a:lnTo>
                <a:cubicBezTo>
                  <a:pt x="56627" y="62925"/>
                  <a:pt x="56329" y="63124"/>
                  <a:pt x="56030" y="63373"/>
                </a:cubicBezTo>
                <a:cubicBezTo>
                  <a:pt x="55159" y="64070"/>
                  <a:pt x="54337" y="64717"/>
                  <a:pt x="53641" y="65215"/>
                </a:cubicBezTo>
                <a:cubicBezTo>
                  <a:pt x="53491" y="65314"/>
                  <a:pt x="53367" y="65439"/>
                  <a:pt x="53217" y="65538"/>
                </a:cubicBezTo>
                <a:lnTo>
                  <a:pt x="52919" y="65712"/>
                </a:lnTo>
                <a:lnTo>
                  <a:pt x="52894" y="65712"/>
                </a:lnTo>
                <a:cubicBezTo>
                  <a:pt x="52122" y="66235"/>
                  <a:pt x="50803" y="67156"/>
                  <a:pt x="49608" y="67903"/>
                </a:cubicBezTo>
                <a:lnTo>
                  <a:pt x="49135" y="68177"/>
                </a:lnTo>
                <a:lnTo>
                  <a:pt x="49036" y="68226"/>
                </a:lnTo>
                <a:cubicBezTo>
                  <a:pt x="49011" y="68226"/>
                  <a:pt x="49011" y="68276"/>
                  <a:pt x="48986" y="68276"/>
                </a:cubicBezTo>
                <a:cubicBezTo>
                  <a:pt x="49384" y="67604"/>
                  <a:pt x="49882" y="66857"/>
                  <a:pt x="50479" y="66036"/>
                </a:cubicBezTo>
                <a:cubicBezTo>
                  <a:pt x="50654" y="65787"/>
                  <a:pt x="50902" y="65439"/>
                  <a:pt x="51226" y="65040"/>
                </a:cubicBezTo>
                <a:cubicBezTo>
                  <a:pt x="51500" y="64667"/>
                  <a:pt x="51799" y="64244"/>
                  <a:pt x="52097" y="63871"/>
                </a:cubicBezTo>
                <a:cubicBezTo>
                  <a:pt x="52620" y="63198"/>
                  <a:pt x="53143" y="62551"/>
                  <a:pt x="53641" y="61979"/>
                </a:cubicBezTo>
                <a:cubicBezTo>
                  <a:pt x="53715" y="61929"/>
                  <a:pt x="53765" y="61829"/>
                  <a:pt x="53840" y="61755"/>
                </a:cubicBezTo>
                <a:cubicBezTo>
                  <a:pt x="53865" y="61730"/>
                  <a:pt x="53865" y="61705"/>
                  <a:pt x="53889" y="61705"/>
                </a:cubicBezTo>
                <a:cubicBezTo>
                  <a:pt x="54014" y="61556"/>
                  <a:pt x="54138" y="61381"/>
                  <a:pt x="54263" y="61257"/>
                </a:cubicBezTo>
                <a:cubicBezTo>
                  <a:pt x="54537" y="60933"/>
                  <a:pt x="54860" y="60585"/>
                  <a:pt x="55159" y="60261"/>
                </a:cubicBezTo>
                <a:cubicBezTo>
                  <a:pt x="55209" y="60236"/>
                  <a:pt x="55234" y="60187"/>
                  <a:pt x="55283" y="60137"/>
                </a:cubicBezTo>
                <a:cubicBezTo>
                  <a:pt x="55906" y="59465"/>
                  <a:pt x="56578" y="58768"/>
                  <a:pt x="57250" y="58096"/>
                </a:cubicBezTo>
                <a:cubicBezTo>
                  <a:pt x="58370" y="57001"/>
                  <a:pt x="59863" y="55632"/>
                  <a:pt x="61058" y="54586"/>
                </a:cubicBezTo>
                <a:cubicBezTo>
                  <a:pt x="61183" y="54487"/>
                  <a:pt x="61257" y="54387"/>
                  <a:pt x="61382" y="54263"/>
                </a:cubicBezTo>
                <a:cubicBezTo>
                  <a:pt x="61456" y="54238"/>
                  <a:pt x="61481" y="54163"/>
                  <a:pt x="61556" y="54138"/>
                </a:cubicBezTo>
                <a:cubicBezTo>
                  <a:pt x="61830" y="53914"/>
                  <a:pt x="62103" y="53715"/>
                  <a:pt x="62352" y="53466"/>
                </a:cubicBezTo>
                <a:cubicBezTo>
                  <a:pt x="62427" y="53391"/>
                  <a:pt x="62477" y="53367"/>
                  <a:pt x="62552" y="53292"/>
                </a:cubicBezTo>
                <a:cubicBezTo>
                  <a:pt x="62651" y="53217"/>
                  <a:pt x="62751" y="53143"/>
                  <a:pt x="62850" y="53043"/>
                </a:cubicBezTo>
                <a:lnTo>
                  <a:pt x="63174" y="52794"/>
                </a:lnTo>
                <a:cubicBezTo>
                  <a:pt x="63224" y="52744"/>
                  <a:pt x="63323" y="52670"/>
                  <a:pt x="63373" y="52620"/>
                </a:cubicBezTo>
                <a:cubicBezTo>
                  <a:pt x="63547" y="52495"/>
                  <a:pt x="63721" y="52371"/>
                  <a:pt x="63896" y="52246"/>
                </a:cubicBezTo>
                <a:cubicBezTo>
                  <a:pt x="64095" y="52097"/>
                  <a:pt x="64319" y="51923"/>
                  <a:pt x="64518" y="51774"/>
                </a:cubicBezTo>
                <a:cubicBezTo>
                  <a:pt x="64568" y="51749"/>
                  <a:pt x="64617" y="51674"/>
                  <a:pt x="64692" y="51649"/>
                </a:cubicBezTo>
                <a:cubicBezTo>
                  <a:pt x="64817" y="51550"/>
                  <a:pt x="64941" y="51475"/>
                  <a:pt x="65066" y="51400"/>
                </a:cubicBezTo>
                <a:cubicBezTo>
                  <a:pt x="65215" y="51301"/>
                  <a:pt x="65339" y="51226"/>
                  <a:pt x="65514" y="51101"/>
                </a:cubicBezTo>
                <a:cubicBezTo>
                  <a:pt x="66285" y="50554"/>
                  <a:pt x="67555" y="49683"/>
                  <a:pt x="68725" y="48936"/>
                </a:cubicBezTo>
                <a:cubicBezTo>
                  <a:pt x="68824" y="48886"/>
                  <a:pt x="68899" y="48861"/>
                  <a:pt x="68973" y="48787"/>
                </a:cubicBezTo>
                <a:lnTo>
                  <a:pt x="69247" y="48637"/>
                </a:lnTo>
                <a:cubicBezTo>
                  <a:pt x="69268" y="48617"/>
                  <a:pt x="69288" y="48613"/>
                  <a:pt x="69309" y="48584"/>
                </a:cubicBezTo>
                <a:close/>
                <a:moveTo>
                  <a:pt x="44431" y="68276"/>
                </a:moveTo>
                <a:lnTo>
                  <a:pt x="44431" y="68301"/>
                </a:lnTo>
                <a:cubicBezTo>
                  <a:pt x="44431" y="68315"/>
                  <a:pt x="44423" y="68321"/>
                  <a:pt x="44416" y="68328"/>
                </a:cubicBezTo>
                <a:lnTo>
                  <a:pt x="44416" y="68328"/>
                </a:lnTo>
                <a:cubicBezTo>
                  <a:pt x="44414" y="68327"/>
                  <a:pt x="44410" y="68326"/>
                  <a:pt x="44406" y="68326"/>
                </a:cubicBezTo>
                <a:cubicBezTo>
                  <a:pt x="44406" y="68301"/>
                  <a:pt x="44431" y="68301"/>
                  <a:pt x="44431" y="68276"/>
                </a:cubicBezTo>
                <a:close/>
                <a:moveTo>
                  <a:pt x="22352" y="66434"/>
                </a:moveTo>
                <a:lnTo>
                  <a:pt x="22352" y="66434"/>
                </a:lnTo>
                <a:cubicBezTo>
                  <a:pt x="21979" y="67081"/>
                  <a:pt x="21606" y="67729"/>
                  <a:pt x="21257" y="68401"/>
                </a:cubicBezTo>
                <a:cubicBezTo>
                  <a:pt x="21008" y="67828"/>
                  <a:pt x="20784" y="67281"/>
                  <a:pt x="20610" y="66658"/>
                </a:cubicBezTo>
                <a:cubicBezTo>
                  <a:pt x="20734" y="66658"/>
                  <a:pt x="20834" y="66609"/>
                  <a:pt x="20909" y="66584"/>
                </a:cubicBezTo>
                <a:cubicBezTo>
                  <a:pt x="21382" y="66534"/>
                  <a:pt x="21879" y="66459"/>
                  <a:pt x="22352" y="66434"/>
                </a:cubicBezTo>
                <a:close/>
                <a:moveTo>
                  <a:pt x="11397" y="54771"/>
                </a:moveTo>
                <a:lnTo>
                  <a:pt x="11397" y="54771"/>
                </a:lnTo>
                <a:cubicBezTo>
                  <a:pt x="11174" y="55390"/>
                  <a:pt x="11001" y="56008"/>
                  <a:pt x="10803" y="56602"/>
                </a:cubicBezTo>
                <a:cubicBezTo>
                  <a:pt x="10778" y="56652"/>
                  <a:pt x="10778" y="56702"/>
                  <a:pt x="10728" y="56752"/>
                </a:cubicBezTo>
                <a:cubicBezTo>
                  <a:pt x="10728" y="56826"/>
                  <a:pt x="10703" y="56851"/>
                  <a:pt x="10703" y="56901"/>
                </a:cubicBezTo>
                <a:cubicBezTo>
                  <a:pt x="10629" y="57200"/>
                  <a:pt x="10554" y="57474"/>
                  <a:pt x="10454" y="57772"/>
                </a:cubicBezTo>
                <a:lnTo>
                  <a:pt x="10380" y="58146"/>
                </a:lnTo>
                <a:cubicBezTo>
                  <a:pt x="10330" y="58270"/>
                  <a:pt x="10305" y="58444"/>
                  <a:pt x="10280" y="58569"/>
                </a:cubicBezTo>
                <a:cubicBezTo>
                  <a:pt x="10206" y="58843"/>
                  <a:pt x="10156" y="59141"/>
                  <a:pt x="10056" y="59440"/>
                </a:cubicBezTo>
                <a:cubicBezTo>
                  <a:pt x="10056" y="59490"/>
                  <a:pt x="10031" y="59564"/>
                  <a:pt x="10031" y="59589"/>
                </a:cubicBezTo>
                <a:cubicBezTo>
                  <a:pt x="10006" y="59764"/>
                  <a:pt x="9932" y="59963"/>
                  <a:pt x="9907" y="60137"/>
                </a:cubicBezTo>
                <a:cubicBezTo>
                  <a:pt x="9882" y="60236"/>
                  <a:pt x="9882" y="60336"/>
                  <a:pt x="9832" y="60436"/>
                </a:cubicBezTo>
                <a:cubicBezTo>
                  <a:pt x="9807" y="60610"/>
                  <a:pt x="9757" y="60834"/>
                  <a:pt x="9708" y="61008"/>
                </a:cubicBezTo>
                <a:cubicBezTo>
                  <a:pt x="9708" y="61083"/>
                  <a:pt x="9683" y="61108"/>
                  <a:pt x="9683" y="61182"/>
                </a:cubicBezTo>
                <a:cubicBezTo>
                  <a:pt x="9658" y="61357"/>
                  <a:pt x="9633" y="61506"/>
                  <a:pt x="9583" y="61705"/>
                </a:cubicBezTo>
                <a:cubicBezTo>
                  <a:pt x="9558" y="61854"/>
                  <a:pt x="9558" y="61979"/>
                  <a:pt x="9533" y="62128"/>
                </a:cubicBezTo>
                <a:cubicBezTo>
                  <a:pt x="9533" y="62253"/>
                  <a:pt x="9509" y="62352"/>
                  <a:pt x="9459" y="62477"/>
                </a:cubicBezTo>
                <a:cubicBezTo>
                  <a:pt x="9459" y="62576"/>
                  <a:pt x="9434" y="62676"/>
                  <a:pt x="9434" y="62750"/>
                </a:cubicBezTo>
                <a:cubicBezTo>
                  <a:pt x="9434" y="62825"/>
                  <a:pt x="9409" y="62875"/>
                  <a:pt x="9409" y="62974"/>
                </a:cubicBezTo>
                <a:cubicBezTo>
                  <a:pt x="9409" y="63074"/>
                  <a:pt x="9384" y="63174"/>
                  <a:pt x="9384" y="63248"/>
                </a:cubicBezTo>
                <a:cubicBezTo>
                  <a:pt x="9334" y="63422"/>
                  <a:pt x="9334" y="63572"/>
                  <a:pt x="9334" y="63746"/>
                </a:cubicBezTo>
                <a:cubicBezTo>
                  <a:pt x="9334" y="63821"/>
                  <a:pt x="9334" y="63871"/>
                  <a:pt x="9309" y="63945"/>
                </a:cubicBezTo>
                <a:cubicBezTo>
                  <a:pt x="9309" y="63995"/>
                  <a:pt x="9309" y="64070"/>
                  <a:pt x="9285" y="64119"/>
                </a:cubicBezTo>
                <a:cubicBezTo>
                  <a:pt x="9285" y="64294"/>
                  <a:pt x="9260" y="64418"/>
                  <a:pt x="9260" y="64543"/>
                </a:cubicBezTo>
                <a:lnTo>
                  <a:pt x="9260" y="64742"/>
                </a:lnTo>
                <a:cubicBezTo>
                  <a:pt x="9260" y="64866"/>
                  <a:pt x="9210" y="64991"/>
                  <a:pt x="9210" y="65115"/>
                </a:cubicBezTo>
                <a:lnTo>
                  <a:pt x="9210" y="65339"/>
                </a:lnTo>
                <a:lnTo>
                  <a:pt x="9210" y="65439"/>
                </a:lnTo>
                <a:lnTo>
                  <a:pt x="9210" y="66036"/>
                </a:lnTo>
                <a:lnTo>
                  <a:pt x="9210" y="66210"/>
                </a:lnTo>
                <a:lnTo>
                  <a:pt x="9210" y="66235"/>
                </a:lnTo>
                <a:lnTo>
                  <a:pt x="9210" y="66285"/>
                </a:lnTo>
                <a:lnTo>
                  <a:pt x="9210" y="66733"/>
                </a:lnTo>
                <a:cubicBezTo>
                  <a:pt x="9210" y="66982"/>
                  <a:pt x="9260" y="67231"/>
                  <a:pt x="9285" y="67480"/>
                </a:cubicBezTo>
                <a:cubicBezTo>
                  <a:pt x="9285" y="67654"/>
                  <a:pt x="9309" y="67803"/>
                  <a:pt x="9309" y="67953"/>
                </a:cubicBezTo>
                <a:cubicBezTo>
                  <a:pt x="9309" y="68027"/>
                  <a:pt x="9309" y="68052"/>
                  <a:pt x="9334" y="68102"/>
                </a:cubicBezTo>
                <a:lnTo>
                  <a:pt x="9334" y="68301"/>
                </a:lnTo>
                <a:lnTo>
                  <a:pt x="9334" y="68326"/>
                </a:lnTo>
                <a:cubicBezTo>
                  <a:pt x="9334" y="68326"/>
                  <a:pt x="9334" y="68351"/>
                  <a:pt x="9309" y="68351"/>
                </a:cubicBezTo>
                <a:cubicBezTo>
                  <a:pt x="9309" y="68401"/>
                  <a:pt x="9285" y="68401"/>
                  <a:pt x="9285" y="68426"/>
                </a:cubicBezTo>
                <a:lnTo>
                  <a:pt x="9285" y="68326"/>
                </a:lnTo>
                <a:cubicBezTo>
                  <a:pt x="9260" y="68152"/>
                  <a:pt x="9260" y="67953"/>
                  <a:pt x="9210" y="67729"/>
                </a:cubicBezTo>
                <a:cubicBezTo>
                  <a:pt x="9185" y="67455"/>
                  <a:pt x="9185" y="67181"/>
                  <a:pt x="9160" y="66907"/>
                </a:cubicBezTo>
                <a:cubicBezTo>
                  <a:pt x="9160" y="66708"/>
                  <a:pt x="9135" y="66559"/>
                  <a:pt x="9135" y="66360"/>
                </a:cubicBezTo>
                <a:lnTo>
                  <a:pt x="9135" y="65364"/>
                </a:lnTo>
                <a:lnTo>
                  <a:pt x="9135" y="64966"/>
                </a:lnTo>
                <a:cubicBezTo>
                  <a:pt x="9135" y="64567"/>
                  <a:pt x="9160" y="64169"/>
                  <a:pt x="9185" y="63721"/>
                </a:cubicBezTo>
                <a:lnTo>
                  <a:pt x="9185" y="63547"/>
                </a:lnTo>
                <a:cubicBezTo>
                  <a:pt x="9260" y="62925"/>
                  <a:pt x="9309" y="62253"/>
                  <a:pt x="9434" y="61630"/>
                </a:cubicBezTo>
                <a:cubicBezTo>
                  <a:pt x="9459" y="61481"/>
                  <a:pt x="9509" y="61357"/>
                  <a:pt x="9509" y="61207"/>
                </a:cubicBezTo>
                <a:lnTo>
                  <a:pt x="9782" y="59714"/>
                </a:lnTo>
                <a:cubicBezTo>
                  <a:pt x="9832" y="59365"/>
                  <a:pt x="9932" y="58992"/>
                  <a:pt x="10031" y="58643"/>
                </a:cubicBezTo>
                <a:cubicBezTo>
                  <a:pt x="10081" y="58345"/>
                  <a:pt x="10181" y="58021"/>
                  <a:pt x="10280" y="57747"/>
                </a:cubicBezTo>
                <a:cubicBezTo>
                  <a:pt x="10430" y="57175"/>
                  <a:pt x="10579" y="56627"/>
                  <a:pt x="10778" y="56055"/>
                </a:cubicBezTo>
                <a:cubicBezTo>
                  <a:pt x="10803" y="55930"/>
                  <a:pt x="10878" y="55806"/>
                  <a:pt x="10902" y="55706"/>
                </a:cubicBezTo>
                <a:cubicBezTo>
                  <a:pt x="11077" y="55457"/>
                  <a:pt x="11201" y="55134"/>
                  <a:pt x="11326" y="54785"/>
                </a:cubicBezTo>
                <a:cubicBezTo>
                  <a:pt x="11346" y="54785"/>
                  <a:pt x="11385" y="54785"/>
                  <a:pt x="11397" y="54771"/>
                </a:cubicBezTo>
                <a:close/>
                <a:moveTo>
                  <a:pt x="34673" y="68077"/>
                </a:moveTo>
                <a:cubicBezTo>
                  <a:pt x="34723" y="68152"/>
                  <a:pt x="34848" y="68202"/>
                  <a:pt x="34972" y="68276"/>
                </a:cubicBezTo>
                <a:cubicBezTo>
                  <a:pt x="35022" y="68301"/>
                  <a:pt x="35072" y="68301"/>
                  <a:pt x="35097" y="68326"/>
                </a:cubicBezTo>
                <a:cubicBezTo>
                  <a:pt x="35192" y="68374"/>
                  <a:pt x="35284" y="68422"/>
                  <a:pt x="35375" y="68469"/>
                </a:cubicBezTo>
                <a:lnTo>
                  <a:pt x="35375" y="68469"/>
                </a:lnTo>
                <a:cubicBezTo>
                  <a:pt x="35209" y="68418"/>
                  <a:pt x="35066" y="68324"/>
                  <a:pt x="34922" y="68276"/>
                </a:cubicBezTo>
                <a:cubicBezTo>
                  <a:pt x="34823" y="68226"/>
                  <a:pt x="34723" y="68177"/>
                  <a:pt x="34649" y="68152"/>
                </a:cubicBezTo>
                <a:cubicBezTo>
                  <a:pt x="34649" y="68102"/>
                  <a:pt x="34673" y="68102"/>
                  <a:pt x="34673" y="68077"/>
                </a:cubicBezTo>
                <a:close/>
                <a:moveTo>
                  <a:pt x="52396" y="66409"/>
                </a:moveTo>
                <a:lnTo>
                  <a:pt x="52371" y="66434"/>
                </a:lnTo>
                <a:cubicBezTo>
                  <a:pt x="52371" y="66434"/>
                  <a:pt x="52371" y="66459"/>
                  <a:pt x="52346" y="66459"/>
                </a:cubicBezTo>
                <a:cubicBezTo>
                  <a:pt x="51624" y="66932"/>
                  <a:pt x="50654" y="67579"/>
                  <a:pt x="49733" y="68177"/>
                </a:cubicBezTo>
                <a:cubicBezTo>
                  <a:pt x="49583" y="68276"/>
                  <a:pt x="49459" y="68351"/>
                  <a:pt x="49260" y="68450"/>
                </a:cubicBezTo>
                <a:cubicBezTo>
                  <a:pt x="49225" y="68470"/>
                  <a:pt x="49189" y="68491"/>
                  <a:pt x="49152" y="68513"/>
                </a:cubicBezTo>
                <a:lnTo>
                  <a:pt x="49152" y="68513"/>
                </a:lnTo>
                <a:cubicBezTo>
                  <a:pt x="49157" y="68506"/>
                  <a:pt x="49160" y="68494"/>
                  <a:pt x="49160" y="68475"/>
                </a:cubicBezTo>
                <a:cubicBezTo>
                  <a:pt x="49758" y="68152"/>
                  <a:pt x="50355" y="67729"/>
                  <a:pt x="50927" y="67355"/>
                </a:cubicBezTo>
                <a:cubicBezTo>
                  <a:pt x="51151" y="67206"/>
                  <a:pt x="51375" y="67081"/>
                  <a:pt x="51624" y="66932"/>
                </a:cubicBezTo>
                <a:cubicBezTo>
                  <a:pt x="51649" y="66907"/>
                  <a:pt x="51674" y="66907"/>
                  <a:pt x="51724" y="66857"/>
                </a:cubicBezTo>
                <a:cubicBezTo>
                  <a:pt x="51923" y="66708"/>
                  <a:pt x="52172" y="66559"/>
                  <a:pt x="52396" y="66409"/>
                </a:cubicBezTo>
                <a:close/>
                <a:moveTo>
                  <a:pt x="17524" y="54014"/>
                </a:moveTo>
                <a:cubicBezTo>
                  <a:pt x="14362" y="58818"/>
                  <a:pt x="11674" y="63696"/>
                  <a:pt x="9583" y="68525"/>
                </a:cubicBezTo>
                <a:lnTo>
                  <a:pt x="9583" y="68450"/>
                </a:lnTo>
                <a:cubicBezTo>
                  <a:pt x="11649" y="63696"/>
                  <a:pt x="14288" y="58843"/>
                  <a:pt x="17474" y="54014"/>
                </a:cubicBezTo>
                <a:close/>
                <a:moveTo>
                  <a:pt x="51898" y="63945"/>
                </a:moveTo>
                <a:cubicBezTo>
                  <a:pt x="51873" y="63970"/>
                  <a:pt x="51873" y="63995"/>
                  <a:pt x="51848" y="64045"/>
                </a:cubicBezTo>
                <a:cubicBezTo>
                  <a:pt x="51799" y="64095"/>
                  <a:pt x="51774" y="64119"/>
                  <a:pt x="51774" y="64119"/>
                </a:cubicBezTo>
                <a:cubicBezTo>
                  <a:pt x="51774" y="64169"/>
                  <a:pt x="51749" y="64169"/>
                  <a:pt x="51749" y="64194"/>
                </a:cubicBezTo>
                <a:cubicBezTo>
                  <a:pt x="51301" y="64742"/>
                  <a:pt x="50902" y="65314"/>
                  <a:pt x="50529" y="65837"/>
                </a:cubicBezTo>
                <a:cubicBezTo>
                  <a:pt x="50479" y="65912"/>
                  <a:pt x="50430" y="65961"/>
                  <a:pt x="50380" y="66061"/>
                </a:cubicBezTo>
                <a:cubicBezTo>
                  <a:pt x="50255" y="66210"/>
                  <a:pt x="50156" y="66360"/>
                  <a:pt x="50056" y="66484"/>
                </a:cubicBezTo>
                <a:cubicBezTo>
                  <a:pt x="49758" y="66932"/>
                  <a:pt x="49533" y="67281"/>
                  <a:pt x="49160" y="67803"/>
                </a:cubicBezTo>
                <a:cubicBezTo>
                  <a:pt x="48986" y="68077"/>
                  <a:pt x="48787" y="68326"/>
                  <a:pt x="48613" y="68600"/>
                </a:cubicBezTo>
                <a:lnTo>
                  <a:pt x="48563" y="68600"/>
                </a:lnTo>
                <a:cubicBezTo>
                  <a:pt x="48575" y="68575"/>
                  <a:pt x="48581" y="68569"/>
                  <a:pt x="48578" y="68569"/>
                </a:cubicBezTo>
                <a:cubicBezTo>
                  <a:pt x="48575" y="68569"/>
                  <a:pt x="48563" y="68575"/>
                  <a:pt x="48538" y="68575"/>
                </a:cubicBezTo>
                <a:cubicBezTo>
                  <a:pt x="48986" y="67853"/>
                  <a:pt x="49583" y="66957"/>
                  <a:pt x="50280" y="65961"/>
                </a:cubicBezTo>
                <a:cubicBezTo>
                  <a:pt x="50753" y="65314"/>
                  <a:pt x="51226" y="64667"/>
                  <a:pt x="51724" y="64045"/>
                </a:cubicBezTo>
                <a:lnTo>
                  <a:pt x="51749" y="63995"/>
                </a:lnTo>
                <a:lnTo>
                  <a:pt x="51799" y="63945"/>
                </a:lnTo>
                <a:close/>
                <a:moveTo>
                  <a:pt x="20411" y="66683"/>
                </a:moveTo>
                <a:cubicBezTo>
                  <a:pt x="20610" y="67355"/>
                  <a:pt x="20859" y="67978"/>
                  <a:pt x="21158" y="68575"/>
                </a:cubicBezTo>
                <a:cubicBezTo>
                  <a:pt x="21158" y="68600"/>
                  <a:pt x="21133" y="68625"/>
                  <a:pt x="21133" y="68625"/>
                </a:cubicBezTo>
                <a:cubicBezTo>
                  <a:pt x="20835" y="68005"/>
                  <a:pt x="20587" y="67361"/>
                  <a:pt x="20389" y="66693"/>
                </a:cubicBezTo>
                <a:lnTo>
                  <a:pt x="20389" y="66693"/>
                </a:lnTo>
                <a:cubicBezTo>
                  <a:pt x="20392" y="66690"/>
                  <a:pt x="20398" y="66683"/>
                  <a:pt x="20411" y="66683"/>
                </a:cubicBezTo>
                <a:close/>
                <a:moveTo>
                  <a:pt x="22651" y="66409"/>
                </a:moveTo>
                <a:cubicBezTo>
                  <a:pt x="22228" y="67156"/>
                  <a:pt x="21780" y="67928"/>
                  <a:pt x="21382" y="68674"/>
                </a:cubicBezTo>
                <a:cubicBezTo>
                  <a:pt x="21382" y="68650"/>
                  <a:pt x="21357" y="68600"/>
                  <a:pt x="21357" y="68600"/>
                </a:cubicBezTo>
                <a:cubicBezTo>
                  <a:pt x="21755" y="67853"/>
                  <a:pt x="22153" y="67106"/>
                  <a:pt x="22601" y="66409"/>
                </a:cubicBezTo>
                <a:close/>
                <a:moveTo>
                  <a:pt x="53964" y="65837"/>
                </a:moveTo>
                <a:cubicBezTo>
                  <a:pt x="54113" y="65837"/>
                  <a:pt x="54288" y="65862"/>
                  <a:pt x="54487" y="65912"/>
                </a:cubicBezTo>
                <a:cubicBezTo>
                  <a:pt x="54512" y="65912"/>
                  <a:pt x="54537" y="65912"/>
                  <a:pt x="54586" y="65936"/>
                </a:cubicBezTo>
                <a:cubicBezTo>
                  <a:pt x="54761" y="65961"/>
                  <a:pt x="54960" y="66036"/>
                  <a:pt x="55134" y="66111"/>
                </a:cubicBezTo>
                <a:cubicBezTo>
                  <a:pt x="55159" y="66111"/>
                  <a:pt x="55209" y="66161"/>
                  <a:pt x="55234" y="66161"/>
                </a:cubicBezTo>
                <a:cubicBezTo>
                  <a:pt x="55458" y="66235"/>
                  <a:pt x="55706" y="66360"/>
                  <a:pt x="55955" y="66484"/>
                </a:cubicBezTo>
                <a:cubicBezTo>
                  <a:pt x="55980" y="66534"/>
                  <a:pt x="56005" y="66534"/>
                  <a:pt x="56055" y="66559"/>
                </a:cubicBezTo>
                <a:cubicBezTo>
                  <a:pt x="54885" y="67355"/>
                  <a:pt x="53765" y="68077"/>
                  <a:pt x="52620" y="68724"/>
                </a:cubicBezTo>
                <a:cubicBezTo>
                  <a:pt x="52620" y="68674"/>
                  <a:pt x="52595" y="68600"/>
                  <a:pt x="52595" y="68525"/>
                </a:cubicBezTo>
                <a:cubicBezTo>
                  <a:pt x="52595" y="68426"/>
                  <a:pt x="52570" y="68326"/>
                  <a:pt x="52570" y="68226"/>
                </a:cubicBezTo>
                <a:lnTo>
                  <a:pt x="52570" y="67978"/>
                </a:lnTo>
                <a:lnTo>
                  <a:pt x="52570" y="67729"/>
                </a:lnTo>
                <a:cubicBezTo>
                  <a:pt x="52595" y="67679"/>
                  <a:pt x="52595" y="67604"/>
                  <a:pt x="52595" y="67554"/>
                </a:cubicBezTo>
                <a:cubicBezTo>
                  <a:pt x="52595" y="67455"/>
                  <a:pt x="52595" y="67405"/>
                  <a:pt x="52620" y="67305"/>
                </a:cubicBezTo>
                <a:cubicBezTo>
                  <a:pt x="52620" y="67231"/>
                  <a:pt x="52645" y="67181"/>
                  <a:pt x="52645" y="67106"/>
                </a:cubicBezTo>
                <a:cubicBezTo>
                  <a:pt x="52645" y="67057"/>
                  <a:pt x="52670" y="66982"/>
                  <a:pt x="52670" y="66932"/>
                </a:cubicBezTo>
                <a:cubicBezTo>
                  <a:pt x="52720" y="66857"/>
                  <a:pt x="52720" y="66808"/>
                  <a:pt x="52744" y="66733"/>
                </a:cubicBezTo>
                <a:cubicBezTo>
                  <a:pt x="52769" y="66683"/>
                  <a:pt x="52769" y="66658"/>
                  <a:pt x="52794" y="66584"/>
                </a:cubicBezTo>
                <a:cubicBezTo>
                  <a:pt x="52844" y="66484"/>
                  <a:pt x="52894" y="66409"/>
                  <a:pt x="52968" y="66310"/>
                </a:cubicBezTo>
                <a:cubicBezTo>
                  <a:pt x="52993" y="66235"/>
                  <a:pt x="53043" y="66185"/>
                  <a:pt x="53118" y="66161"/>
                </a:cubicBezTo>
                <a:lnTo>
                  <a:pt x="53143" y="66111"/>
                </a:lnTo>
                <a:cubicBezTo>
                  <a:pt x="53168" y="66086"/>
                  <a:pt x="53217" y="66086"/>
                  <a:pt x="53217" y="66061"/>
                </a:cubicBezTo>
                <a:cubicBezTo>
                  <a:pt x="53292" y="65986"/>
                  <a:pt x="53392" y="65961"/>
                  <a:pt x="53516" y="65912"/>
                </a:cubicBezTo>
                <a:cubicBezTo>
                  <a:pt x="53641" y="65862"/>
                  <a:pt x="53790" y="65837"/>
                  <a:pt x="53964" y="65837"/>
                </a:cubicBezTo>
                <a:close/>
                <a:moveTo>
                  <a:pt x="49128" y="68527"/>
                </a:moveTo>
                <a:cubicBezTo>
                  <a:pt x="48990" y="68611"/>
                  <a:pt x="48844" y="68705"/>
                  <a:pt x="48712" y="68799"/>
                </a:cubicBezTo>
                <a:cubicBezTo>
                  <a:pt x="48712" y="68774"/>
                  <a:pt x="48737" y="68774"/>
                  <a:pt x="48737" y="68724"/>
                </a:cubicBezTo>
                <a:cubicBezTo>
                  <a:pt x="48860" y="68675"/>
                  <a:pt x="48982" y="68578"/>
                  <a:pt x="49128" y="68527"/>
                </a:cubicBezTo>
                <a:close/>
                <a:moveTo>
                  <a:pt x="52620" y="66484"/>
                </a:moveTo>
                <a:cubicBezTo>
                  <a:pt x="52595" y="66559"/>
                  <a:pt x="52595" y="66584"/>
                  <a:pt x="52570" y="66658"/>
                </a:cubicBezTo>
                <a:cubicBezTo>
                  <a:pt x="52570" y="66733"/>
                  <a:pt x="52520" y="66783"/>
                  <a:pt x="52496" y="66857"/>
                </a:cubicBezTo>
                <a:cubicBezTo>
                  <a:pt x="52471" y="66932"/>
                  <a:pt x="52471" y="67032"/>
                  <a:pt x="52471" y="67081"/>
                </a:cubicBezTo>
                <a:cubicBezTo>
                  <a:pt x="52471" y="67131"/>
                  <a:pt x="52446" y="67206"/>
                  <a:pt x="52446" y="67256"/>
                </a:cubicBezTo>
                <a:cubicBezTo>
                  <a:pt x="52446" y="67355"/>
                  <a:pt x="52446" y="67430"/>
                  <a:pt x="52396" y="67530"/>
                </a:cubicBezTo>
                <a:lnTo>
                  <a:pt x="52396" y="67729"/>
                </a:lnTo>
                <a:lnTo>
                  <a:pt x="52396" y="68002"/>
                </a:lnTo>
                <a:lnTo>
                  <a:pt x="52396" y="68276"/>
                </a:lnTo>
                <a:cubicBezTo>
                  <a:pt x="52396" y="68351"/>
                  <a:pt x="52446" y="68475"/>
                  <a:pt x="52446" y="68575"/>
                </a:cubicBezTo>
                <a:cubicBezTo>
                  <a:pt x="52446" y="68674"/>
                  <a:pt x="52471" y="68774"/>
                  <a:pt x="52471" y="68849"/>
                </a:cubicBezTo>
                <a:cubicBezTo>
                  <a:pt x="52446" y="68849"/>
                  <a:pt x="52446" y="68899"/>
                  <a:pt x="52396" y="68899"/>
                </a:cubicBezTo>
                <a:cubicBezTo>
                  <a:pt x="52371" y="68699"/>
                  <a:pt x="52371" y="68550"/>
                  <a:pt x="52346" y="68401"/>
                </a:cubicBezTo>
                <a:lnTo>
                  <a:pt x="52346" y="68301"/>
                </a:lnTo>
                <a:cubicBezTo>
                  <a:pt x="52346" y="68152"/>
                  <a:pt x="52321" y="67953"/>
                  <a:pt x="52321" y="67803"/>
                </a:cubicBezTo>
                <a:lnTo>
                  <a:pt x="52321" y="67729"/>
                </a:lnTo>
                <a:cubicBezTo>
                  <a:pt x="52321" y="67579"/>
                  <a:pt x="52321" y="67430"/>
                  <a:pt x="52346" y="67281"/>
                </a:cubicBezTo>
                <a:lnTo>
                  <a:pt x="52346" y="67231"/>
                </a:lnTo>
                <a:cubicBezTo>
                  <a:pt x="52371" y="66957"/>
                  <a:pt x="52446" y="66733"/>
                  <a:pt x="52520" y="66559"/>
                </a:cubicBezTo>
                <a:cubicBezTo>
                  <a:pt x="52570" y="66534"/>
                  <a:pt x="52595" y="66534"/>
                  <a:pt x="52620" y="66484"/>
                </a:cubicBezTo>
                <a:close/>
                <a:moveTo>
                  <a:pt x="21257" y="68799"/>
                </a:moveTo>
                <a:cubicBezTo>
                  <a:pt x="21257" y="68824"/>
                  <a:pt x="21282" y="68849"/>
                  <a:pt x="21282" y="68849"/>
                </a:cubicBezTo>
                <a:cubicBezTo>
                  <a:pt x="21282" y="68899"/>
                  <a:pt x="21257" y="68899"/>
                  <a:pt x="21257" y="68923"/>
                </a:cubicBezTo>
                <a:cubicBezTo>
                  <a:pt x="21257" y="68899"/>
                  <a:pt x="21232" y="68899"/>
                  <a:pt x="21232" y="68849"/>
                </a:cubicBezTo>
                <a:cubicBezTo>
                  <a:pt x="21232" y="68849"/>
                  <a:pt x="21232" y="68824"/>
                  <a:pt x="21257" y="68799"/>
                </a:cubicBezTo>
                <a:close/>
                <a:moveTo>
                  <a:pt x="48339" y="68948"/>
                </a:moveTo>
                <a:cubicBezTo>
                  <a:pt x="48339" y="68948"/>
                  <a:pt x="48339" y="68973"/>
                  <a:pt x="48289" y="68973"/>
                </a:cubicBezTo>
                <a:lnTo>
                  <a:pt x="48339" y="68948"/>
                </a:lnTo>
                <a:close/>
                <a:moveTo>
                  <a:pt x="9434" y="68774"/>
                </a:moveTo>
                <a:lnTo>
                  <a:pt x="9434" y="68824"/>
                </a:lnTo>
                <a:lnTo>
                  <a:pt x="9434" y="68899"/>
                </a:lnTo>
                <a:lnTo>
                  <a:pt x="9434" y="68948"/>
                </a:lnTo>
                <a:cubicBezTo>
                  <a:pt x="9434" y="68973"/>
                  <a:pt x="9409" y="68973"/>
                  <a:pt x="9409" y="68998"/>
                </a:cubicBezTo>
                <a:cubicBezTo>
                  <a:pt x="9409" y="68973"/>
                  <a:pt x="9409" y="68923"/>
                  <a:pt x="9384" y="68874"/>
                </a:cubicBezTo>
                <a:cubicBezTo>
                  <a:pt x="9384" y="68849"/>
                  <a:pt x="9409" y="68849"/>
                  <a:pt x="9409" y="68824"/>
                </a:cubicBezTo>
                <a:cubicBezTo>
                  <a:pt x="9409" y="68799"/>
                  <a:pt x="9434" y="68799"/>
                  <a:pt x="9434" y="68774"/>
                </a:cubicBezTo>
                <a:close/>
                <a:moveTo>
                  <a:pt x="48289" y="68973"/>
                </a:moveTo>
                <a:cubicBezTo>
                  <a:pt x="48289" y="69023"/>
                  <a:pt x="48289" y="69023"/>
                  <a:pt x="48264" y="69023"/>
                </a:cubicBezTo>
                <a:cubicBezTo>
                  <a:pt x="48264" y="68973"/>
                  <a:pt x="48289" y="68973"/>
                  <a:pt x="48289" y="68973"/>
                </a:cubicBezTo>
                <a:close/>
                <a:moveTo>
                  <a:pt x="56229" y="66683"/>
                </a:moveTo>
                <a:cubicBezTo>
                  <a:pt x="56254" y="66683"/>
                  <a:pt x="56254" y="66708"/>
                  <a:pt x="56304" y="66708"/>
                </a:cubicBezTo>
                <a:cubicBezTo>
                  <a:pt x="55084" y="67554"/>
                  <a:pt x="53889" y="68326"/>
                  <a:pt x="52695" y="69023"/>
                </a:cubicBezTo>
                <a:lnTo>
                  <a:pt x="52695" y="68948"/>
                </a:lnTo>
                <a:cubicBezTo>
                  <a:pt x="53865" y="68276"/>
                  <a:pt x="55059" y="67530"/>
                  <a:pt x="56229" y="66683"/>
                </a:cubicBezTo>
                <a:close/>
                <a:moveTo>
                  <a:pt x="52520" y="69048"/>
                </a:moveTo>
                <a:lnTo>
                  <a:pt x="52520" y="69098"/>
                </a:lnTo>
                <a:cubicBezTo>
                  <a:pt x="52496" y="69098"/>
                  <a:pt x="52471" y="69147"/>
                  <a:pt x="52471" y="69147"/>
                </a:cubicBezTo>
                <a:lnTo>
                  <a:pt x="52471" y="69073"/>
                </a:lnTo>
                <a:cubicBezTo>
                  <a:pt x="52496" y="69073"/>
                  <a:pt x="52496" y="69048"/>
                  <a:pt x="52520" y="69048"/>
                </a:cubicBezTo>
                <a:close/>
                <a:moveTo>
                  <a:pt x="2365" y="68799"/>
                </a:moveTo>
                <a:cubicBezTo>
                  <a:pt x="2365" y="68923"/>
                  <a:pt x="2340" y="69048"/>
                  <a:pt x="2340" y="69147"/>
                </a:cubicBezTo>
                <a:cubicBezTo>
                  <a:pt x="2315" y="69297"/>
                  <a:pt x="2290" y="69421"/>
                  <a:pt x="2215" y="69571"/>
                </a:cubicBezTo>
                <a:cubicBezTo>
                  <a:pt x="2215" y="69421"/>
                  <a:pt x="2240" y="69297"/>
                  <a:pt x="2290" y="69147"/>
                </a:cubicBezTo>
                <a:cubicBezTo>
                  <a:pt x="2315" y="69048"/>
                  <a:pt x="2340" y="68923"/>
                  <a:pt x="2365" y="68799"/>
                </a:cubicBezTo>
                <a:close/>
                <a:moveTo>
                  <a:pt x="89061" y="61108"/>
                </a:moveTo>
                <a:cubicBezTo>
                  <a:pt x="91475" y="62004"/>
                  <a:pt x="93964" y="62676"/>
                  <a:pt x="96478" y="63024"/>
                </a:cubicBezTo>
                <a:cubicBezTo>
                  <a:pt x="95682" y="65215"/>
                  <a:pt x="94636" y="67480"/>
                  <a:pt x="93292" y="69770"/>
                </a:cubicBezTo>
                <a:cubicBezTo>
                  <a:pt x="91301" y="67828"/>
                  <a:pt x="89085" y="65862"/>
                  <a:pt x="86820" y="64045"/>
                </a:cubicBezTo>
                <a:cubicBezTo>
                  <a:pt x="87592" y="63074"/>
                  <a:pt x="88339" y="62103"/>
                  <a:pt x="89061" y="61108"/>
                </a:cubicBezTo>
                <a:close/>
                <a:moveTo>
                  <a:pt x="31562" y="67181"/>
                </a:moveTo>
                <a:cubicBezTo>
                  <a:pt x="31587" y="67206"/>
                  <a:pt x="31587" y="67231"/>
                  <a:pt x="31612" y="67231"/>
                </a:cubicBezTo>
                <a:cubicBezTo>
                  <a:pt x="31861" y="67305"/>
                  <a:pt x="32110" y="67405"/>
                  <a:pt x="32359" y="67455"/>
                </a:cubicBezTo>
                <a:cubicBezTo>
                  <a:pt x="32483" y="67480"/>
                  <a:pt x="32608" y="67554"/>
                  <a:pt x="32707" y="67579"/>
                </a:cubicBezTo>
                <a:cubicBezTo>
                  <a:pt x="32931" y="67654"/>
                  <a:pt x="33105" y="67729"/>
                  <a:pt x="33329" y="67803"/>
                </a:cubicBezTo>
                <a:cubicBezTo>
                  <a:pt x="33454" y="67853"/>
                  <a:pt x="33578" y="67928"/>
                  <a:pt x="33728" y="67953"/>
                </a:cubicBezTo>
                <a:cubicBezTo>
                  <a:pt x="33852" y="67978"/>
                  <a:pt x="33952" y="68052"/>
                  <a:pt x="34076" y="68077"/>
                </a:cubicBezTo>
                <a:cubicBezTo>
                  <a:pt x="33703" y="68674"/>
                  <a:pt x="33354" y="69272"/>
                  <a:pt x="32981" y="69844"/>
                </a:cubicBezTo>
                <a:cubicBezTo>
                  <a:pt x="32359" y="69098"/>
                  <a:pt x="31861" y="68202"/>
                  <a:pt x="31562" y="67181"/>
                </a:cubicBezTo>
                <a:close/>
                <a:moveTo>
                  <a:pt x="96777" y="63074"/>
                </a:moveTo>
                <a:cubicBezTo>
                  <a:pt x="95931" y="65314"/>
                  <a:pt x="94810" y="67604"/>
                  <a:pt x="93466" y="69919"/>
                </a:cubicBezTo>
                <a:lnTo>
                  <a:pt x="93441" y="69894"/>
                </a:lnTo>
                <a:cubicBezTo>
                  <a:pt x="94786" y="67579"/>
                  <a:pt x="95881" y="65289"/>
                  <a:pt x="96702" y="63074"/>
                </a:cubicBezTo>
                <a:close/>
                <a:moveTo>
                  <a:pt x="49260" y="63746"/>
                </a:moveTo>
                <a:cubicBezTo>
                  <a:pt x="49957" y="63945"/>
                  <a:pt x="50529" y="64045"/>
                  <a:pt x="51002" y="64045"/>
                </a:cubicBezTo>
                <a:cubicBezTo>
                  <a:pt x="51201" y="64045"/>
                  <a:pt x="51351" y="64045"/>
                  <a:pt x="51500" y="63995"/>
                </a:cubicBezTo>
                <a:lnTo>
                  <a:pt x="51500" y="63995"/>
                </a:lnTo>
                <a:cubicBezTo>
                  <a:pt x="51251" y="64343"/>
                  <a:pt x="51002" y="64667"/>
                  <a:pt x="50753" y="64991"/>
                </a:cubicBezTo>
                <a:cubicBezTo>
                  <a:pt x="50629" y="65190"/>
                  <a:pt x="50504" y="65339"/>
                  <a:pt x="50380" y="65513"/>
                </a:cubicBezTo>
                <a:cubicBezTo>
                  <a:pt x="50330" y="65613"/>
                  <a:pt x="50255" y="65712"/>
                  <a:pt x="50206" y="65787"/>
                </a:cubicBezTo>
                <a:cubicBezTo>
                  <a:pt x="50131" y="65862"/>
                  <a:pt x="50031" y="65986"/>
                  <a:pt x="49982" y="66086"/>
                </a:cubicBezTo>
                <a:lnTo>
                  <a:pt x="49957" y="66111"/>
                </a:lnTo>
                <a:cubicBezTo>
                  <a:pt x="49857" y="66235"/>
                  <a:pt x="49782" y="66335"/>
                  <a:pt x="49708" y="66459"/>
                </a:cubicBezTo>
                <a:lnTo>
                  <a:pt x="49334" y="67032"/>
                </a:lnTo>
                <a:cubicBezTo>
                  <a:pt x="49235" y="67156"/>
                  <a:pt x="49160" y="67281"/>
                  <a:pt x="49085" y="67430"/>
                </a:cubicBezTo>
                <a:cubicBezTo>
                  <a:pt x="48762" y="67903"/>
                  <a:pt x="48463" y="68326"/>
                  <a:pt x="48164" y="68799"/>
                </a:cubicBezTo>
                <a:cubicBezTo>
                  <a:pt x="47891" y="68948"/>
                  <a:pt x="47642" y="69098"/>
                  <a:pt x="47393" y="69222"/>
                </a:cubicBezTo>
                <a:cubicBezTo>
                  <a:pt x="46845" y="69521"/>
                  <a:pt x="46397" y="69770"/>
                  <a:pt x="45999" y="69944"/>
                </a:cubicBezTo>
                <a:cubicBezTo>
                  <a:pt x="46795" y="67928"/>
                  <a:pt x="47916" y="65837"/>
                  <a:pt x="49260" y="63746"/>
                </a:cubicBezTo>
                <a:close/>
                <a:moveTo>
                  <a:pt x="56478" y="66808"/>
                </a:moveTo>
                <a:cubicBezTo>
                  <a:pt x="56528" y="66833"/>
                  <a:pt x="56603" y="66857"/>
                  <a:pt x="56702" y="66932"/>
                </a:cubicBezTo>
                <a:cubicBezTo>
                  <a:pt x="56727" y="66932"/>
                  <a:pt x="56727" y="66957"/>
                  <a:pt x="56752" y="66957"/>
                </a:cubicBezTo>
                <a:cubicBezTo>
                  <a:pt x="56652" y="67032"/>
                  <a:pt x="56578" y="67106"/>
                  <a:pt x="56478" y="67181"/>
                </a:cubicBezTo>
                <a:cubicBezTo>
                  <a:pt x="56254" y="67355"/>
                  <a:pt x="56030" y="67530"/>
                  <a:pt x="55831" y="67704"/>
                </a:cubicBezTo>
                <a:cubicBezTo>
                  <a:pt x="55731" y="67803"/>
                  <a:pt x="55607" y="67853"/>
                  <a:pt x="55507" y="67953"/>
                </a:cubicBezTo>
                <a:cubicBezTo>
                  <a:pt x="55234" y="68177"/>
                  <a:pt x="54910" y="68426"/>
                  <a:pt x="54636" y="68650"/>
                </a:cubicBezTo>
                <a:cubicBezTo>
                  <a:pt x="54412" y="68824"/>
                  <a:pt x="54163" y="68973"/>
                  <a:pt x="53964" y="69172"/>
                </a:cubicBezTo>
                <a:cubicBezTo>
                  <a:pt x="53889" y="69222"/>
                  <a:pt x="53790" y="69272"/>
                  <a:pt x="53740" y="69322"/>
                </a:cubicBezTo>
                <a:cubicBezTo>
                  <a:pt x="53466" y="69546"/>
                  <a:pt x="53168" y="69720"/>
                  <a:pt x="52894" y="69944"/>
                </a:cubicBezTo>
                <a:cubicBezTo>
                  <a:pt x="52894" y="69894"/>
                  <a:pt x="52869" y="69819"/>
                  <a:pt x="52869" y="69770"/>
                </a:cubicBezTo>
                <a:cubicBezTo>
                  <a:pt x="52819" y="69645"/>
                  <a:pt x="52769" y="69521"/>
                  <a:pt x="52744" y="69421"/>
                </a:cubicBezTo>
                <a:cubicBezTo>
                  <a:pt x="52744" y="69347"/>
                  <a:pt x="52720" y="69272"/>
                  <a:pt x="52720" y="69197"/>
                </a:cubicBezTo>
                <a:cubicBezTo>
                  <a:pt x="53964" y="68475"/>
                  <a:pt x="55234" y="67704"/>
                  <a:pt x="56478" y="66808"/>
                </a:cubicBezTo>
                <a:close/>
                <a:moveTo>
                  <a:pt x="86721" y="64169"/>
                </a:moveTo>
                <a:cubicBezTo>
                  <a:pt x="88986" y="65986"/>
                  <a:pt x="91201" y="67953"/>
                  <a:pt x="93192" y="69919"/>
                </a:cubicBezTo>
                <a:cubicBezTo>
                  <a:pt x="93192" y="69944"/>
                  <a:pt x="93168" y="69944"/>
                  <a:pt x="93168" y="69969"/>
                </a:cubicBezTo>
                <a:cubicBezTo>
                  <a:pt x="91176" y="68002"/>
                  <a:pt x="88961" y="66086"/>
                  <a:pt x="86671" y="64219"/>
                </a:cubicBezTo>
                <a:cubicBezTo>
                  <a:pt x="86696" y="64219"/>
                  <a:pt x="86696" y="64194"/>
                  <a:pt x="86721" y="64169"/>
                </a:cubicBezTo>
                <a:close/>
                <a:moveTo>
                  <a:pt x="52570" y="69297"/>
                </a:moveTo>
                <a:cubicBezTo>
                  <a:pt x="52570" y="69347"/>
                  <a:pt x="52595" y="69421"/>
                  <a:pt x="52595" y="69471"/>
                </a:cubicBezTo>
                <a:lnTo>
                  <a:pt x="52695" y="69844"/>
                </a:lnTo>
                <a:cubicBezTo>
                  <a:pt x="52695" y="69919"/>
                  <a:pt x="52720" y="69969"/>
                  <a:pt x="52720" y="70043"/>
                </a:cubicBezTo>
                <a:cubicBezTo>
                  <a:pt x="52695" y="70043"/>
                  <a:pt x="52695" y="70068"/>
                  <a:pt x="52645" y="70068"/>
                </a:cubicBezTo>
                <a:cubicBezTo>
                  <a:pt x="52620" y="69944"/>
                  <a:pt x="52595" y="69819"/>
                  <a:pt x="52570" y="69720"/>
                </a:cubicBezTo>
                <a:cubicBezTo>
                  <a:pt x="52570" y="69670"/>
                  <a:pt x="52520" y="69595"/>
                  <a:pt x="52520" y="69546"/>
                </a:cubicBezTo>
                <a:cubicBezTo>
                  <a:pt x="52496" y="69471"/>
                  <a:pt x="52496" y="69396"/>
                  <a:pt x="52496" y="69322"/>
                </a:cubicBezTo>
                <a:cubicBezTo>
                  <a:pt x="52520" y="69322"/>
                  <a:pt x="52520" y="69297"/>
                  <a:pt x="52570" y="69297"/>
                </a:cubicBezTo>
                <a:close/>
                <a:moveTo>
                  <a:pt x="34225" y="68177"/>
                </a:moveTo>
                <a:cubicBezTo>
                  <a:pt x="34275" y="68177"/>
                  <a:pt x="34275" y="68177"/>
                  <a:pt x="34300" y="68202"/>
                </a:cubicBezTo>
                <a:cubicBezTo>
                  <a:pt x="33902" y="68849"/>
                  <a:pt x="33528" y="69471"/>
                  <a:pt x="33155" y="70093"/>
                </a:cubicBezTo>
                <a:cubicBezTo>
                  <a:pt x="33155" y="70068"/>
                  <a:pt x="33105" y="70068"/>
                  <a:pt x="33105" y="70043"/>
                </a:cubicBezTo>
                <a:lnTo>
                  <a:pt x="34225" y="68177"/>
                </a:lnTo>
                <a:close/>
                <a:moveTo>
                  <a:pt x="31338" y="67156"/>
                </a:moveTo>
                <a:cubicBezTo>
                  <a:pt x="31687" y="68276"/>
                  <a:pt x="32184" y="69272"/>
                  <a:pt x="32906" y="70068"/>
                </a:cubicBezTo>
                <a:cubicBezTo>
                  <a:pt x="32906" y="70093"/>
                  <a:pt x="32856" y="70093"/>
                  <a:pt x="32856" y="70143"/>
                </a:cubicBezTo>
                <a:cubicBezTo>
                  <a:pt x="32159" y="69297"/>
                  <a:pt x="31612" y="68301"/>
                  <a:pt x="31288" y="67156"/>
                </a:cubicBezTo>
                <a:close/>
                <a:moveTo>
                  <a:pt x="49011" y="63696"/>
                </a:moveTo>
                <a:cubicBezTo>
                  <a:pt x="49036" y="63696"/>
                  <a:pt x="49036" y="63696"/>
                  <a:pt x="49061" y="63721"/>
                </a:cubicBezTo>
                <a:cubicBezTo>
                  <a:pt x="47667" y="65837"/>
                  <a:pt x="46547" y="68027"/>
                  <a:pt x="45700" y="70093"/>
                </a:cubicBezTo>
                <a:cubicBezTo>
                  <a:pt x="45675" y="70093"/>
                  <a:pt x="45650" y="70143"/>
                  <a:pt x="45626" y="70143"/>
                </a:cubicBezTo>
                <a:cubicBezTo>
                  <a:pt x="46497" y="68027"/>
                  <a:pt x="47617" y="65837"/>
                  <a:pt x="49011" y="63696"/>
                </a:cubicBezTo>
                <a:close/>
                <a:moveTo>
                  <a:pt x="47891" y="69172"/>
                </a:moveTo>
                <a:lnTo>
                  <a:pt x="47866" y="69197"/>
                </a:lnTo>
                <a:cubicBezTo>
                  <a:pt x="47741" y="69322"/>
                  <a:pt x="47617" y="69396"/>
                  <a:pt x="47492" y="69446"/>
                </a:cubicBezTo>
                <a:cubicBezTo>
                  <a:pt x="46995" y="69695"/>
                  <a:pt x="46547" y="69944"/>
                  <a:pt x="46148" y="70143"/>
                </a:cubicBezTo>
                <a:cubicBezTo>
                  <a:pt x="46621" y="69869"/>
                  <a:pt x="47119" y="69645"/>
                  <a:pt x="47592" y="69347"/>
                </a:cubicBezTo>
                <a:cubicBezTo>
                  <a:pt x="47592" y="69347"/>
                  <a:pt x="47617" y="69347"/>
                  <a:pt x="47617" y="69322"/>
                </a:cubicBezTo>
                <a:lnTo>
                  <a:pt x="47791" y="69222"/>
                </a:lnTo>
                <a:cubicBezTo>
                  <a:pt x="47816" y="69197"/>
                  <a:pt x="47866" y="69197"/>
                  <a:pt x="47891" y="69172"/>
                </a:cubicBezTo>
                <a:close/>
                <a:moveTo>
                  <a:pt x="56926" y="67057"/>
                </a:moveTo>
                <a:cubicBezTo>
                  <a:pt x="56951" y="67081"/>
                  <a:pt x="56951" y="67081"/>
                  <a:pt x="56976" y="67081"/>
                </a:cubicBezTo>
                <a:cubicBezTo>
                  <a:pt x="56926" y="67156"/>
                  <a:pt x="56851" y="67181"/>
                  <a:pt x="56802" y="67231"/>
                </a:cubicBezTo>
                <a:cubicBezTo>
                  <a:pt x="56354" y="67579"/>
                  <a:pt x="55881" y="67953"/>
                  <a:pt x="55458" y="68301"/>
                </a:cubicBezTo>
                <a:cubicBezTo>
                  <a:pt x="55234" y="68450"/>
                  <a:pt x="55010" y="68650"/>
                  <a:pt x="54810" y="68799"/>
                </a:cubicBezTo>
                <a:cubicBezTo>
                  <a:pt x="54188" y="69272"/>
                  <a:pt x="53566" y="69720"/>
                  <a:pt x="52944" y="70168"/>
                </a:cubicBezTo>
                <a:lnTo>
                  <a:pt x="52944" y="70143"/>
                </a:lnTo>
                <a:lnTo>
                  <a:pt x="52944" y="70093"/>
                </a:lnTo>
                <a:cubicBezTo>
                  <a:pt x="53118" y="69969"/>
                  <a:pt x="53292" y="69819"/>
                  <a:pt x="53491" y="69670"/>
                </a:cubicBezTo>
                <a:lnTo>
                  <a:pt x="53566" y="69595"/>
                </a:lnTo>
                <a:lnTo>
                  <a:pt x="54586" y="68849"/>
                </a:lnTo>
                <a:cubicBezTo>
                  <a:pt x="54636" y="68824"/>
                  <a:pt x="54711" y="68774"/>
                  <a:pt x="54761" y="68724"/>
                </a:cubicBezTo>
                <a:lnTo>
                  <a:pt x="54810" y="68724"/>
                </a:lnTo>
                <a:cubicBezTo>
                  <a:pt x="55059" y="68550"/>
                  <a:pt x="55283" y="68351"/>
                  <a:pt x="55557" y="68152"/>
                </a:cubicBezTo>
                <a:cubicBezTo>
                  <a:pt x="55582" y="68152"/>
                  <a:pt x="55582" y="68102"/>
                  <a:pt x="55607" y="68102"/>
                </a:cubicBezTo>
                <a:cubicBezTo>
                  <a:pt x="55706" y="68052"/>
                  <a:pt x="55781" y="67953"/>
                  <a:pt x="55881" y="67903"/>
                </a:cubicBezTo>
                <a:cubicBezTo>
                  <a:pt x="56005" y="67803"/>
                  <a:pt x="56179" y="67679"/>
                  <a:pt x="56304" y="67579"/>
                </a:cubicBezTo>
                <a:cubicBezTo>
                  <a:pt x="56453" y="67455"/>
                  <a:pt x="56603" y="67330"/>
                  <a:pt x="56727" y="67231"/>
                </a:cubicBezTo>
                <a:cubicBezTo>
                  <a:pt x="56752" y="67181"/>
                  <a:pt x="56851" y="67106"/>
                  <a:pt x="56926" y="67057"/>
                </a:cubicBezTo>
                <a:close/>
                <a:moveTo>
                  <a:pt x="77760" y="58021"/>
                </a:moveTo>
                <a:cubicBezTo>
                  <a:pt x="79975" y="59440"/>
                  <a:pt x="82265" y="61083"/>
                  <a:pt x="84580" y="62850"/>
                </a:cubicBezTo>
                <a:cubicBezTo>
                  <a:pt x="83361" y="65240"/>
                  <a:pt x="81767" y="67729"/>
                  <a:pt x="79876" y="70168"/>
                </a:cubicBezTo>
                <a:cubicBezTo>
                  <a:pt x="77362" y="68102"/>
                  <a:pt x="74922" y="65961"/>
                  <a:pt x="72782" y="63821"/>
                </a:cubicBezTo>
                <a:cubicBezTo>
                  <a:pt x="74524" y="61929"/>
                  <a:pt x="76192" y="59988"/>
                  <a:pt x="77760" y="58021"/>
                </a:cubicBezTo>
                <a:close/>
                <a:moveTo>
                  <a:pt x="93342" y="70068"/>
                </a:moveTo>
                <a:lnTo>
                  <a:pt x="93392" y="70093"/>
                </a:lnTo>
                <a:cubicBezTo>
                  <a:pt x="93392" y="70143"/>
                  <a:pt x="93342" y="70143"/>
                  <a:pt x="93342" y="70168"/>
                </a:cubicBezTo>
                <a:lnTo>
                  <a:pt x="93317" y="70143"/>
                </a:lnTo>
                <a:cubicBezTo>
                  <a:pt x="93317" y="70093"/>
                  <a:pt x="93342" y="70093"/>
                  <a:pt x="93342" y="70068"/>
                </a:cubicBezTo>
                <a:close/>
                <a:moveTo>
                  <a:pt x="48264" y="63447"/>
                </a:moveTo>
                <a:lnTo>
                  <a:pt x="48837" y="63622"/>
                </a:lnTo>
                <a:cubicBezTo>
                  <a:pt x="47393" y="65837"/>
                  <a:pt x="46248" y="68077"/>
                  <a:pt x="45377" y="70218"/>
                </a:cubicBezTo>
                <a:cubicBezTo>
                  <a:pt x="45227" y="69595"/>
                  <a:pt x="45003" y="68948"/>
                  <a:pt x="44680" y="68326"/>
                </a:cubicBezTo>
                <a:cubicBezTo>
                  <a:pt x="45178" y="67579"/>
                  <a:pt x="45675" y="66857"/>
                  <a:pt x="46223" y="66161"/>
                </a:cubicBezTo>
                <a:cubicBezTo>
                  <a:pt x="46372" y="65936"/>
                  <a:pt x="46547" y="65688"/>
                  <a:pt x="46746" y="65464"/>
                </a:cubicBezTo>
                <a:lnTo>
                  <a:pt x="47866" y="63970"/>
                </a:lnTo>
                <a:cubicBezTo>
                  <a:pt x="47965" y="63846"/>
                  <a:pt x="48040" y="63746"/>
                  <a:pt x="48115" y="63622"/>
                </a:cubicBezTo>
                <a:cubicBezTo>
                  <a:pt x="48140" y="63572"/>
                  <a:pt x="48214" y="63547"/>
                  <a:pt x="48239" y="63472"/>
                </a:cubicBezTo>
                <a:cubicBezTo>
                  <a:pt x="48239" y="63472"/>
                  <a:pt x="48239" y="63447"/>
                  <a:pt x="48264" y="63447"/>
                </a:cubicBezTo>
                <a:close/>
                <a:moveTo>
                  <a:pt x="52744" y="70218"/>
                </a:moveTo>
                <a:lnTo>
                  <a:pt x="52744" y="70268"/>
                </a:lnTo>
                <a:lnTo>
                  <a:pt x="52744" y="70292"/>
                </a:lnTo>
                <a:lnTo>
                  <a:pt x="52720" y="70292"/>
                </a:lnTo>
                <a:lnTo>
                  <a:pt x="52720" y="70268"/>
                </a:lnTo>
                <a:lnTo>
                  <a:pt x="52744" y="70218"/>
                </a:lnTo>
                <a:close/>
                <a:moveTo>
                  <a:pt x="84730" y="62925"/>
                </a:moveTo>
                <a:cubicBezTo>
                  <a:pt x="84754" y="62925"/>
                  <a:pt x="84754" y="62950"/>
                  <a:pt x="84804" y="62950"/>
                </a:cubicBezTo>
                <a:cubicBezTo>
                  <a:pt x="83560" y="65414"/>
                  <a:pt x="81967" y="67903"/>
                  <a:pt x="80075" y="70292"/>
                </a:cubicBezTo>
                <a:cubicBezTo>
                  <a:pt x="80025" y="70292"/>
                  <a:pt x="80025" y="70268"/>
                  <a:pt x="80000" y="70268"/>
                </a:cubicBezTo>
                <a:cubicBezTo>
                  <a:pt x="81892" y="67853"/>
                  <a:pt x="83485" y="65364"/>
                  <a:pt x="84730" y="62925"/>
                </a:cubicBezTo>
                <a:close/>
                <a:moveTo>
                  <a:pt x="44555" y="68475"/>
                </a:moveTo>
                <a:cubicBezTo>
                  <a:pt x="44854" y="69098"/>
                  <a:pt x="45053" y="69695"/>
                  <a:pt x="45227" y="70292"/>
                </a:cubicBezTo>
                <a:cubicBezTo>
                  <a:pt x="45178" y="70292"/>
                  <a:pt x="45178" y="70317"/>
                  <a:pt x="45153" y="70317"/>
                </a:cubicBezTo>
                <a:cubicBezTo>
                  <a:pt x="45003" y="69770"/>
                  <a:pt x="44804" y="69172"/>
                  <a:pt x="44530" y="68550"/>
                </a:cubicBezTo>
                <a:cubicBezTo>
                  <a:pt x="44530" y="68525"/>
                  <a:pt x="44555" y="68525"/>
                  <a:pt x="44555" y="68475"/>
                </a:cubicBezTo>
                <a:close/>
                <a:moveTo>
                  <a:pt x="72657" y="63945"/>
                </a:moveTo>
                <a:cubicBezTo>
                  <a:pt x="74798" y="66086"/>
                  <a:pt x="77237" y="68276"/>
                  <a:pt x="79751" y="70292"/>
                </a:cubicBezTo>
                <a:cubicBezTo>
                  <a:pt x="79751" y="70317"/>
                  <a:pt x="79726" y="70317"/>
                  <a:pt x="79726" y="70342"/>
                </a:cubicBezTo>
                <a:cubicBezTo>
                  <a:pt x="77188" y="68301"/>
                  <a:pt x="74773" y="66161"/>
                  <a:pt x="72632" y="63995"/>
                </a:cubicBezTo>
                <a:cubicBezTo>
                  <a:pt x="72632" y="63970"/>
                  <a:pt x="72657" y="63945"/>
                  <a:pt x="72657" y="63945"/>
                </a:cubicBezTo>
                <a:close/>
                <a:moveTo>
                  <a:pt x="17748" y="54014"/>
                </a:moveTo>
                <a:cubicBezTo>
                  <a:pt x="18893" y="54014"/>
                  <a:pt x="20062" y="54113"/>
                  <a:pt x="21282" y="54263"/>
                </a:cubicBezTo>
                <a:cubicBezTo>
                  <a:pt x="19739" y="58668"/>
                  <a:pt x="19241" y="62850"/>
                  <a:pt x="20062" y="66310"/>
                </a:cubicBezTo>
                <a:cubicBezTo>
                  <a:pt x="20013" y="66310"/>
                  <a:pt x="19988" y="66335"/>
                  <a:pt x="19913" y="66335"/>
                </a:cubicBezTo>
                <a:cubicBezTo>
                  <a:pt x="19589" y="66385"/>
                  <a:pt x="19241" y="66459"/>
                  <a:pt x="18917" y="66509"/>
                </a:cubicBezTo>
                <a:cubicBezTo>
                  <a:pt x="18594" y="66609"/>
                  <a:pt x="18245" y="66708"/>
                  <a:pt x="17922" y="66808"/>
                </a:cubicBezTo>
                <a:cubicBezTo>
                  <a:pt x="17623" y="66907"/>
                  <a:pt x="17299" y="66957"/>
                  <a:pt x="17001" y="67057"/>
                </a:cubicBezTo>
                <a:cubicBezTo>
                  <a:pt x="16652" y="67156"/>
                  <a:pt x="16354" y="67256"/>
                  <a:pt x="16005" y="67380"/>
                </a:cubicBezTo>
                <a:cubicBezTo>
                  <a:pt x="15682" y="67480"/>
                  <a:pt x="15383" y="67604"/>
                  <a:pt x="15084" y="67729"/>
                </a:cubicBezTo>
                <a:cubicBezTo>
                  <a:pt x="14785" y="67853"/>
                  <a:pt x="14462" y="68002"/>
                  <a:pt x="14163" y="68152"/>
                </a:cubicBezTo>
                <a:cubicBezTo>
                  <a:pt x="13840" y="68276"/>
                  <a:pt x="13541" y="68401"/>
                  <a:pt x="13267" y="68550"/>
                </a:cubicBezTo>
                <a:cubicBezTo>
                  <a:pt x="12968" y="68699"/>
                  <a:pt x="12670" y="68849"/>
                  <a:pt x="12396" y="69023"/>
                </a:cubicBezTo>
                <a:cubicBezTo>
                  <a:pt x="12072" y="69172"/>
                  <a:pt x="11799" y="69322"/>
                  <a:pt x="11475" y="69521"/>
                </a:cubicBezTo>
                <a:cubicBezTo>
                  <a:pt x="11201" y="69670"/>
                  <a:pt x="10952" y="69844"/>
                  <a:pt x="10678" y="70019"/>
                </a:cubicBezTo>
                <a:lnTo>
                  <a:pt x="9932" y="70467"/>
                </a:lnTo>
                <a:cubicBezTo>
                  <a:pt x="9907" y="70317"/>
                  <a:pt x="9857" y="70168"/>
                  <a:pt x="9832" y="69969"/>
                </a:cubicBezTo>
                <a:cubicBezTo>
                  <a:pt x="9782" y="69795"/>
                  <a:pt x="9757" y="69571"/>
                  <a:pt x="9683" y="69347"/>
                </a:cubicBezTo>
                <a:lnTo>
                  <a:pt x="9683" y="69247"/>
                </a:lnTo>
                <a:cubicBezTo>
                  <a:pt x="9658" y="69123"/>
                  <a:pt x="9658" y="68998"/>
                  <a:pt x="9633" y="68923"/>
                </a:cubicBezTo>
                <a:cubicBezTo>
                  <a:pt x="11699" y="63995"/>
                  <a:pt x="14437" y="58992"/>
                  <a:pt x="17748" y="54014"/>
                </a:cubicBezTo>
                <a:close/>
                <a:moveTo>
                  <a:pt x="79876" y="70417"/>
                </a:moveTo>
                <a:cubicBezTo>
                  <a:pt x="79901" y="70417"/>
                  <a:pt x="79950" y="70442"/>
                  <a:pt x="79950" y="70442"/>
                </a:cubicBezTo>
                <a:cubicBezTo>
                  <a:pt x="79950" y="70467"/>
                  <a:pt x="79901" y="70467"/>
                  <a:pt x="79901" y="70492"/>
                </a:cubicBezTo>
                <a:cubicBezTo>
                  <a:pt x="79876" y="70492"/>
                  <a:pt x="79876" y="70467"/>
                  <a:pt x="79851" y="70467"/>
                </a:cubicBezTo>
                <a:cubicBezTo>
                  <a:pt x="79851" y="70442"/>
                  <a:pt x="79876" y="70442"/>
                  <a:pt x="79876" y="70417"/>
                </a:cubicBezTo>
                <a:close/>
                <a:moveTo>
                  <a:pt x="33155" y="70442"/>
                </a:moveTo>
                <a:cubicBezTo>
                  <a:pt x="33180" y="70442"/>
                  <a:pt x="33205" y="70442"/>
                  <a:pt x="33205" y="70467"/>
                </a:cubicBezTo>
                <a:lnTo>
                  <a:pt x="33280" y="70467"/>
                </a:lnTo>
                <a:lnTo>
                  <a:pt x="33304" y="70516"/>
                </a:lnTo>
                <a:cubicBezTo>
                  <a:pt x="33280" y="70516"/>
                  <a:pt x="33205" y="70467"/>
                  <a:pt x="33180" y="70467"/>
                </a:cubicBezTo>
                <a:lnTo>
                  <a:pt x="33155" y="70442"/>
                </a:lnTo>
                <a:close/>
                <a:moveTo>
                  <a:pt x="9533" y="69197"/>
                </a:moveTo>
                <a:cubicBezTo>
                  <a:pt x="9533" y="69272"/>
                  <a:pt x="9558" y="69322"/>
                  <a:pt x="9558" y="69396"/>
                </a:cubicBezTo>
                <a:cubicBezTo>
                  <a:pt x="9558" y="69446"/>
                  <a:pt x="9583" y="69546"/>
                  <a:pt x="9583" y="69595"/>
                </a:cubicBezTo>
                <a:cubicBezTo>
                  <a:pt x="9658" y="69894"/>
                  <a:pt x="9708" y="70168"/>
                  <a:pt x="9782" y="70417"/>
                </a:cubicBezTo>
                <a:cubicBezTo>
                  <a:pt x="9782" y="70442"/>
                  <a:pt x="9807" y="70516"/>
                  <a:pt x="9807" y="70541"/>
                </a:cubicBezTo>
                <a:lnTo>
                  <a:pt x="9782" y="70566"/>
                </a:lnTo>
                <a:lnTo>
                  <a:pt x="9733" y="70591"/>
                </a:lnTo>
                <a:cubicBezTo>
                  <a:pt x="9733" y="70541"/>
                  <a:pt x="9708" y="70467"/>
                  <a:pt x="9708" y="70417"/>
                </a:cubicBezTo>
                <a:lnTo>
                  <a:pt x="9708" y="70392"/>
                </a:lnTo>
                <a:cubicBezTo>
                  <a:pt x="9633" y="70193"/>
                  <a:pt x="9558" y="69969"/>
                  <a:pt x="9533" y="69770"/>
                </a:cubicBezTo>
                <a:cubicBezTo>
                  <a:pt x="9509" y="69645"/>
                  <a:pt x="9459" y="69521"/>
                  <a:pt x="9459" y="69396"/>
                </a:cubicBezTo>
                <a:lnTo>
                  <a:pt x="9459" y="69322"/>
                </a:lnTo>
                <a:cubicBezTo>
                  <a:pt x="9459" y="69297"/>
                  <a:pt x="9484" y="69297"/>
                  <a:pt x="9484" y="69272"/>
                </a:cubicBezTo>
                <a:cubicBezTo>
                  <a:pt x="9484" y="69222"/>
                  <a:pt x="9484" y="69222"/>
                  <a:pt x="9533" y="69197"/>
                </a:cubicBezTo>
                <a:close/>
                <a:moveTo>
                  <a:pt x="84954" y="63074"/>
                </a:moveTo>
                <a:cubicBezTo>
                  <a:pt x="85377" y="63422"/>
                  <a:pt x="85825" y="63746"/>
                  <a:pt x="86223" y="64095"/>
                </a:cubicBezTo>
                <a:cubicBezTo>
                  <a:pt x="84431" y="66335"/>
                  <a:pt x="82564" y="68550"/>
                  <a:pt x="80573" y="70691"/>
                </a:cubicBezTo>
                <a:cubicBezTo>
                  <a:pt x="80448" y="70591"/>
                  <a:pt x="80349" y="70516"/>
                  <a:pt x="80224" y="70417"/>
                </a:cubicBezTo>
                <a:cubicBezTo>
                  <a:pt x="82116" y="68027"/>
                  <a:pt x="83709" y="65538"/>
                  <a:pt x="84954" y="63074"/>
                </a:cubicBezTo>
                <a:close/>
                <a:moveTo>
                  <a:pt x="20137" y="66484"/>
                </a:moveTo>
                <a:lnTo>
                  <a:pt x="20137" y="66534"/>
                </a:lnTo>
                <a:lnTo>
                  <a:pt x="20112" y="66559"/>
                </a:lnTo>
                <a:cubicBezTo>
                  <a:pt x="19714" y="66609"/>
                  <a:pt x="19291" y="66708"/>
                  <a:pt x="18893" y="66808"/>
                </a:cubicBezTo>
                <a:cubicBezTo>
                  <a:pt x="18594" y="66857"/>
                  <a:pt x="18295" y="66957"/>
                  <a:pt x="18021" y="67057"/>
                </a:cubicBezTo>
                <a:cubicBezTo>
                  <a:pt x="17673" y="67156"/>
                  <a:pt x="17299" y="67231"/>
                  <a:pt x="16976" y="67330"/>
                </a:cubicBezTo>
                <a:cubicBezTo>
                  <a:pt x="16652" y="67430"/>
                  <a:pt x="16354" y="67554"/>
                  <a:pt x="16030" y="67679"/>
                </a:cubicBezTo>
                <a:cubicBezTo>
                  <a:pt x="15731" y="67803"/>
                  <a:pt x="15408" y="67903"/>
                  <a:pt x="15109" y="68027"/>
                </a:cubicBezTo>
                <a:cubicBezTo>
                  <a:pt x="14785" y="68152"/>
                  <a:pt x="14512" y="68301"/>
                  <a:pt x="14188" y="68426"/>
                </a:cubicBezTo>
                <a:cubicBezTo>
                  <a:pt x="13889" y="68550"/>
                  <a:pt x="13566" y="68699"/>
                  <a:pt x="13267" y="68849"/>
                </a:cubicBezTo>
                <a:cubicBezTo>
                  <a:pt x="12993" y="68973"/>
                  <a:pt x="12744" y="69147"/>
                  <a:pt x="12446" y="69297"/>
                </a:cubicBezTo>
                <a:cubicBezTo>
                  <a:pt x="12147" y="69471"/>
                  <a:pt x="11799" y="69645"/>
                  <a:pt x="11500" y="69819"/>
                </a:cubicBezTo>
                <a:cubicBezTo>
                  <a:pt x="11251" y="69969"/>
                  <a:pt x="11027" y="70143"/>
                  <a:pt x="10803" y="70292"/>
                </a:cubicBezTo>
                <a:cubicBezTo>
                  <a:pt x="10529" y="70467"/>
                  <a:pt x="10255" y="70641"/>
                  <a:pt x="10006" y="70815"/>
                </a:cubicBezTo>
                <a:lnTo>
                  <a:pt x="10006" y="70765"/>
                </a:lnTo>
                <a:cubicBezTo>
                  <a:pt x="10206" y="70591"/>
                  <a:pt x="10454" y="70442"/>
                  <a:pt x="10678" y="70292"/>
                </a:cubicBezTo>
                <a:lnTo>
                  <a:pt x="11525" y="69720"/>
                </a:lnTo>
                <a:lnTo>
                  <a:pt x="12371" y="69272"/>
                </a:lnTo>
                <a:cubicBezTo>
                  <a:pt x="12670" y="69098"/>
                  <a:pt x="12993" y="68923"/>
                  <a:pt x="13292" y="68774"/>
                </a:cubicBezTo>
                <a:cubicBezTo>
                  <a:pt x="13541" y="68650"/>
                  <a:pt x="13815" y="68525"/>
                  <a:pt x="14113" y="68401"/>
                </a:cubicBezTo>
                <a:lnTo>
                  <a:pt x="15134" y="67928"/>
                </a:lnTo>
                <a:cubicBezTo>
                  <a:pt x="15383" y="67828"/>
                  <a:pt x="15657" y="67729"/>
                  <a:pt x="15906" y="67654"/>
                </a:cubicBezTo>
                <a:cubicBezTo>
                  <a:pt x="16279" y="67530"/>
                  <a:pt x="16652" y="67355"/>
                  <a:pt x="17026" y="67231"/>
                </a:cubicBezTo>
                <a:cubicBezTo>
                  <a:pt x="17275" y="67156"/>
                  <a:pt x="17524" y="67106"/>
                  <a:pt x="17797" y="67032"/>
                </a:cubicBezTo>
                <a:cubicBezTo>
                  <a:pt x="18171" y="66907"/>
                  <a:pt x="18594" y="66808"/>
                  <a:pt x="18967" y="66708"/>
                </a:cubicBezTo>
                <a:cubicBezTo>
                  <a:pt x="19241" y="66658"/>
                  <a:pt x="19515" y="66609"/>
                  <a:pt x="19789" y="66559"/>
                </a:cubicBezTo>
                <a:cubicBezTo>
                  <a:pt x="19913" y="66534"/>
                  <a:pt x="20013" y="66534"/>
                  <a:pt x="20137" y="66484"/>
                </a:cubicBezTo>
                <a:close/>
                <a:moveTo>
                  <a:pt x="24941" y="66285"/>
                </a:moveTo>
                <a:cubicBezTo>
                  <a:pt x="26808" y="66285"/>
                  <a:pt x="28625" y="66484"/>
                  <a:pt x="30367" y="66907"/>
                </a:cubicBezTo>
                <a:cubicBezTo>
                  <a:pt x="30417" y="66907"/>
                  <a:pt x="30442" y="66932"/>
                  <a:pt x="30467" y="66932"/>
                </a:cubicBezTo>
                <a:cubicBezTo>
                  <a:pt x="30691" y="66982"/>
                  <a:pt x="30865" y="67032"/>
                  <a:pt x="31089" y="67081"/>
                </a:cubicBezTo>
                <a:cubicBezTo>
                  <a:pt x="31413" y="68276"/>
                  <a:pt x="31935" y="69297"/>
                  <a:pt x="32657" y="70143"/>
                </a:cubicBezTo>
                <a:lnTo>
                  <a:pt x="32608" y="70143"/>
                </a:lnTo>
                <a:cubicBezTo>
                  <a:pt x="32533" y="70093"/>
                  <a:pt x="32408" y="70093"/>
                  <a:pt x="32309" y="70068"/>
                </a:cubicBezTo>
                <a:cubicBezTo>
                  <a:pt x="31935" y="70019"/>
                  <a:pt x="31562" y="69969"/>
                  <a:pt x="31164" y="69944"/>
                </a:cubicBezTo>
                <a:cubicBezTo>
                  <a:pt x="31039" y="69944"/>
                  <a:pt x="30915" y="69919"/>
                  <a:pt x="30815" y="69919"/>
                </a:cubicBezTo>
                <a:cubicBezTo>
                  <a:pt x="30318" y="69894"/>
                  <a:pt x="29845" y="69844"/>
                  <a:pt x="29347" y="69844"/>
                </a:cubicBezTo>
                <a:cubicBezTo>
                  <a:pt x="28973" y="69844"/>
                  <a:pt x="28625" y="69844"/>
                  <a:pt x="28252" y="69894"/>
                </a:cubicBezTo>
                <a:cubicBezTo>
                  <a:pt x="28102" y="69894"/>
                  <a:pt x="27928" y="69919"/>
                  <a:pt x="27754" y="69919"/>
                </a:cubicBezTo>
                <a:cubicBezTo>
                  <a:pt x="27580" y="69919"/>
                  <a:pt x="27380" y="69944"/>
                  <a:pt x="27181" y="69944"/>
                </a:cubicBezTo>
                <a:lnTo>
                  <a:pt x="26509" y="70043"/>
                </a:lnTo>
                <a:cubicBezTo>
                  <a:pt x="26360" y="70068"/>
                  <a:pt x="26211" y="70068"/>
                  <a:pt x="26086" y="70093"/>
                </a:cubicBezTo>
                <a:cubicBezTo>
                  <a:pt x="25837" y="70143"/>
                  <a:pt x="25613" y="70193"/>
                  <a:pt x="25364" y="70218"/>
                </a:cubicBezTo>
                <a:cubicBezTo>
                  <a:pt x="25240" y="70268"/>
                  <a:pt x="25115" y="70268"/>
                  <a:pt x="24991" y="70292"/>
                </a:cubicBezTo>
                <a:lnTo>
                  <a:pt x="24244" y="70467"/>
                </a:lnTo>
                <a:cubicBezTo>
                  <a:pt x="24145" y="70492"/>
                  <a:pt x="24020" y="70541"/>
                  <a:pt x="23945" y="70541"/>
                </a:cubicBezTo>
                <a:cubicBezTo>
                  <a:pt x="23697" y="70591"/>
                  <a:pt x="23448" y="70691"/>
                  <a:pt x="23199" y="70740"/>
                </a:cubicBezTo>
                <a:cubicBezTo>
                  <a:pt x="23124" y="70790"/>
                  <a:pt x="23074" y="70790"/>
                  <a:pt x="23000" y="70815"/>
                </a:cubicBezTo>
                <a:cubicBezTo>
                  <a:pt x="22352" y="70218"/>
                  <a:pt x="21879" y="69571"/>
                  <a:pt x="21506" y="68849"/>
                </a:cubicBezTo>
                <a:cubicBezTo>
                  <a:pt x="21954" y="68027"/>
                  <a:pt x="22402" y="67181"/>
                  <a:pt x="22900" y="66360"/>
                </a:cubicBezTo>
                <a:lnTo>
                  <a:pt x="22950" y="66360"/>
                </a:lnTo>
                <a:cubicBezTo>
                  <a:pt x="23597" y="66310"/>
                  <a:pt x="24269" y="66285"/>
                  <a:pt x="24941" y="66285"/>
                </a:cubicBezTo>
                <a:close/>
                <a:moveTo>
                  <a:pt x="9807" y="70790"/>
                </a:moveTo>
                <a:lnTo>
                  <a:pt x="9807" y="70815"/>
                </a:lnTo>
                <a:lnTo>
                  <a:pt x="9807" y="70840"/>
                </a:lnTo>
                <a:lnTo>
                  <a:pt x="9757" y="70840"/>
                </a:lnTo>
                <a:lnTo>
                  <a:pt x="9757" y="70815"/>
                </a:lnTo>
                <a:lnTo>
                  <a:pt x="9782" y="70815"/>
                </a:lnTo>
                <a:cubicBezTo>
                  <a:pt x="9807" y="70815"/>
                  <a:pt x="9807" y="70790"/>
                  <a:pt x="9807" y="70790"/>
                </a:cubicBezTo>
                <a:close/>
                <a:moveTo>
                  <a:pt x="80100" y="70566"/>
                </a:moveTo>
                <a:cubicBezTo>
                  <a:pt x="80199" y="70666"/>
                  <a:pt x="80324" y="70765"/>
                  <a:pt x="80398" y="70815"/>
                </a:cubicBezTo>
                <a:lnTo>
                  <a:pt x="80374" y="70840"/>
                </a:lnTo>
                <a:cubicBezTo>
                  <a:pt x="80274" y="70765"/>
                  <a:pt x="80150" y="70666"/>
                  <a:pt x="80075" y="70591"/>
                </a:cubicBezTo>
                <a:lnTo>
                  <a:pt x="80100" y="70566"/>
                </a:lnTo>
                <a:close/>
                <a:moveTo>
                  <a:pt x="86347" y="64219"/>
                </a:moveTo>
                <a:cubicBezTo>
                  <a:pt x="86372" y="64219"/>
                  <a:pt x="86372" y="64244"/>
                  <a:pt x="86422" y="64244"/>
                </a:cubicBezTo>
                <a:cubicBezTo>
                  <a:pt x="84630" y="66484"/>
                  <a:pt x="82738" y="68699"/>
                  <a:pt x="80747" y="70840"/>
                </a:cubicBezTo>
                <a:cubicBezTo>
                  <a:pt x="80722" y="70840"/>
                  <a:pt x="80722" y="70815"/>
                  <a:pt x="80697" y="70815"/>
                </a:cubicBezTo>
                <a:cubicBezTo>
                  <a:pt x="82688" y="68674"/>
                  <a:pt x="84580" y="66459"/>
                  <a:pt x="86347" y="64219"/>
                </a:cubicBezTo>
                <a:close/>
                <a:moveTo>
                  <a:pt x="21382" y="69073"/>
                </a:moveTo>
                <a:cubicBezTo>
                  <a:pt x="21753" y="69716"/>
                  <a:pt x="22197" y="70334"/>
                  <a:pt x="22692" y="70904"/>
                </a:cubicBezTo>
                <a:lnTo>
                  <a:pt x="22692" y="70904"/>
                </a:lnTo>
                <a:cubicBezTo>
                  <a:pt x="22690" y="70904"/>
                  <a:pt x="22689" y="70904"/>
                  <a:pt x="22687" y="70904"/>
                </a:cubicBezTo>
                <a:cubicBezTo>
                  <a:pt x="22670" y="70904"/>
                  <a:pt x="22643" y="70915"/>
                  <a:pt x="22626" y="70915"/>
                </a:cubicBezTo>
                <a:cubicBezTo>
                  <a:pt x="22128" y="70392"/>
                  <a:pt x="21730" y="69795"/>
                  <a:pt x="21357" y="69147"/>
                </a:cubicBezTo>
                <a:cubicBezTo>
                  <a:pt x="21357" y="69098"/>
                  <a:pt x="21382" y="69098"/>
                  <a:pt x="21382" y="69073"/>
                </a:cubicBezTo>
                <a:close/>
                <a:moveTo>
                  <a:pt x="80573" y="70940"/>
                </a:moveTo>
                <a:cubicBezTo>
                  <a:pt x="80598" y="70940"/>
                  <a:pt x="80598" y="70964"/>
                  <a:pt x="80622" y="70964"/>
                </a:cubicBezTo>
                <a:lnTo>
                  <a:pt x="80598" y="71014"/>
                </a:lnTo>
                <a:cubicBezTo>
                  <a:pt x="80573" y="71014"/>
                  <a:pt x="80573" y="70964"/>
                  <a:pt x="80523" y="70964"/>
                </a:cubicBezTo>
                <a:lnTo>
                  <a:pt x="80573" y="70940"/>
                </a:lnTo>
                <a:close/>
                <a:moveTo>
                  <a:pt x="29297" y="70068"/>
                </a:moveTo>
                <a:cubicBezTo>
                  <a:pt x="29795" y="70068"/>
                  <a:pt x="30293" y="70093"/>
                  <a:pt x="30790" y="70143"/>
                </a:cubicBezTo>
                <a:cubicBezTo>
                  <a:pt x="30915" y="70143"/>
                  <a:pt x="31039" y="70168"/>
                  <a:pt x="31164" y="70168"/>
                </a:cubicBezTo>
                <a:cubicBezTo>
                  <a:pt x="31562" y="70193"/>
                  <a:pt x="31935" y="70268"/>
                  <a:pt x="32334" y="70317"/>
                </a:cubicBezTo>
                <a:cubicBezTo>
                  <a:pt x="32433" y="70342"/>
                  <a:pt x="32533" y="70342"/>
                  <a:pt x="32608" y="70392"/>
                </a:cubicBezTo>
                <a:cubicBezTo>
                  <a:pt x="32637" y="70347"/>
                  <a:pt x="32658" y="70338"/>
                  <a:pt x="32676" y="70338"/>
                </a:cubicBezTo>
                <a:cubicBezTo>
                  <a:pt x="32687" y="70338"/>
                  <a:pt x="32697" y="70342"/>
                  <a:pt x="32707" y="70342"/>
                </a:cubicBezTo>
                <a:cubicBezTo>
                  <a:pt x="32682" y="70392"/>
                  <a:pt x="32682" y="70392"/>
                  <a:pt x="32682" y="70417"/>
                </a:cubicBezTo>
                <a:cubicBezTo>
                  <a:pt x="32234" y="70317"/>
                  <a:pt x="31786" y="70268"/>
                  <a:pt x="31313" y="70218"/>
                </a:cubicBezTo>
                <a:cubicBezTo>
                  <a:pt x="31164" y="70218"/>
                  <a:pt x="31039" y="70193"/>
                  <a:pt x="30865" y="70193"/>
                </a:cubicBezTo>
                <a:cubicBezTo>
                  <a:pt x="30342" y="70168"/>
                  <a:pt x="29820" y="70143"/>
                  <a:pt x="29247" y="70143"/>
                </a:cubicBezTo>
                <a:lnTo>
                  <a:pt x="29197" y="70143"/>
                </a:lnTo>
                <a:cubicBezTo>
                  <a:pt x="28849" y="70143"/>
                  <a:pt x="28500" y="70143"/>
                  <a:pt x="28202" y="70168"/>
                </a:cubicBezTo>
                <a:cubicBezTo>
                  <a:pt x="27953" y="70168"/>
                  <a:pt x="27679" y="70193"/>
                  <a:pt x="27430" y="70218"/>
                </a:cubicBezTo>
                <a:cubicBezTo>
                  <a:pt x="27331" y="70218"/>
                  <a:pt x="27231" y="70218"/>
                  <a:pt x="27131" y="70268"/>
                </a:cubicBezTo>
                <a:cubicBezTo>
                  <a:pt x="26833" y="70292"/>
                  <a:pt x="26484" y="70317"/>
                  <a:pt x="26186" y="70392"/>
                </a:cubicBezTo>
                <a:lnTo>
                  <a:pt x="26061" y="70392"/>
                </a:lnTo>
                <a:cubicBezTo>
                  <a:pt x="25713" y="70442"/>
                  <a:pt x="25339" y="70516"/>
                  <a:pt x="24991" y="70566"/>
                </a:cubicBezTo>
                <a:cubicBezTo>
                  <a:pt x="24369" y="70691"/>
                  <a:pt x="23746" y="70840"/>
                  <a:pt x="23124" y="71039"/>
                </a:cubicBezTo>
                <a:lnTo>
                  <a:pt x="23099" y="71014"/>
                </a:lnTo>
                <a:lnTo>
                  <a:pt x="23074" y="70964"/>
                </a:lnTo>
                <a:cubicBezTo>
                  <a:pt x="23348" y="70890"/>
                  <a:pt x="23622" y="70815"/>
                  <a:pt x="23896" y="70716"/>
                </a:cubicBezTo>
                <a:cubicBezTo>
                  <a:pt x="23970" y="70716"/>
                  <a:pt x="23995" y="70691"/>
                  <a:pt x="24070" y="70691"/>
                </a:cubicBezTo>
                <a:cubicBezTo>
                  <a:pt x="24369" y="70641"/>
                  <a:pt x="24692" y="70541"/>
                  <a:pt x="24966" y="70467"/>
                </a:cubicBezTo>
                <a:cubicBezTo>
                  <a:pt x="25016" y="70467"/>
                  <a:pt x="25090" y="70442"/>
                  <a:pt x="25140" y="70442"/>
                </a:cubicBezTo>
                <a:cubicBezTo>
                  <a:pt x="25439" y="70392"/>
                  <a:pt x="25738" y="70317"/>
                  <a:pt x="26011" y="70292"/>
                </a:cubicBezTo>
                <a:cubicBezTo>
                  <a:pt x="26111" y="70268"/>
                  <a:pt x="26235" y="70268"/>
                  <a:pt x="26335" y="70268"/>
                </a:cubicBezTo>
                <a:cubicBezTo>
                  <a:pt x="26584" y="70218"/>
                  <a:pt x="26833" y="70193"/>
                  <a:pt x="27107" y="70168"/>
                </a:cubicBezTo>
                <a:cubicBezTo>
                  <a:pt x="27306" y="70143"/>
                  <a:pt x="27455" y="70143"/>
                  <a:pt x="27629" y="70143"/>
                </a:cubicBezTo>
                <a:cubicBezTo>
                  <a:pt x="27828" y="70143"/>
                  <a:pt x="28003" y="70093"/>
                  <a:pt x="28202" y="70093"/>
                </a:cubicBezTo>
                <a:cubicBezTo>
                  <a:pt x="28575" y="70068"/>
                  <a:pt x="28924" y="70068"/>
                  <a:pt x="29297" y="70068"/>
                </a:cubicBezTo>
                <a:close/>
                <a:moveTo>
                  <a:pt x="22891" y="71070"/>
                </a:moveTo>
                <a:cubicBezTo>
                  <a:pt x="22888" y="71070"/>
                  <a:pt x="22888" y="71077"/>
                  <a:pt x="22900" y="71089"/>
                </a:cubicBezTo>
                <a:cubicBezTo>
                  <a:pt x="22896" y="71082"/>
                  <a:pt x="22893" y="71076"/>
                  <a:pt x="22891" y="71070"/>
                </a:cubicBezTo>
                <a:close/>
                <a:moveTo>
                  <a:pt x="45377" y="70840"/>
                </a:moveTo>
                <a:cubicBezTo>
                  <a:pt x="45377" y="70890"/>
                  <a:pt x="45377" y="70940"/>
                  <a:pt x="45402" y="70964"/>
                </a:cubicBezTo>
                <a:cubicBezTo>
                  <a:pt x="45402" y="71014"/>
                  <a:pt x="45377" y="71064"/>
                  <a:pt x="45377" y="71089"/>
                </a:cubicBezTo>
                <a:cubicBezTo>
                  <a:pt x="45377" y="71064"/>
                  <a:pt x="45377" y="71014"/>
                  <a:pt x="45352" y="70964"/>
                </a:cubicBezTo>
                <a:cubicBezTo>
                  <a:pt x="45352" y="70915"/>
                  <a:pt x="45352" y="70890"/>
                  <a:pt x="45377" y="70840"/>
                </a:cubicBezTo>
                <a:close/>
                <a:moveTo>
                  <a:pt x="22850" y="71039"/>
                </a:moveTo>
                <a:cubicBezTo>
                  <a:pt x="22871" y="71039"/>
                  <a:pt x="22875" y="71039"/>
                  <a:pt x="22891" y="71070"/>
                </a:cubicBezTo>
                <a:lnTo>
                  <a:pt x="22891" y="71070"/>
                </a:lnTo>
                <a:cubicBezTo>
                  <a:pt x="22891" y="71070"/>
                  <a:pt x="22891" y="71070"/>
                  <a:pt x="22891" y="71070"/>
                </a:cubicBezTo>
                <a:cubicBezTo>
                  <a:pt x="22894" y="71070"/>
                  <a:pt x="22900" y="71076"/>
                  <a:pt x="22900" y="71089"/>
                </a:cubicBezTo>
                <a:cubicBezTo>
                  <a:pt x="22875" y="71089"/>
                  <a:pt x="22850" y="71089"/>
                  <a:pt x="22850" y="71139"/>
                </a:cubicBezTo>
                <a:lnTo>
                  <a:pt x="22825" y="71089"/>
                </a:lnTo>
                <a:cubicBezTo>
                  <a:pt x="22825" y="71089"/>
                  <a:pt x="22776" y="71089"/>
                  <a:pt x="22776" y="71064"/>
                </a:cubicBezTo>
                <a:cubicBezTo>
                  <a:pt x="22825" y="71064"/>
                  <a:pt x="22825" y="71064"/>
                  <a:pt x="22825" y="71039"/>
                </a:cubicBezTo>
                <a:close/>
                <a:moveTo>
                  <a:pt x="96926" y="63099"/>
                </a:moveTo>
                <a:cubicBezTo>
                  <a:pt x="98071" y="63248"/>
                  <a:pt x="99191" y="63348"/>
                  <a:pt x="100311" y="63373"/>
                </a:cubicBezTo>
                <a:cubicBezTo>
                  <a:pt x="98569" y="65986"/>
                  <a:pt x="96677" y="68575"/>
                  <a:pt x="94661" y="71139"/>
                </a:cubicBezTo>
                <a:cubicBezTo>
                  <a:pt x="94313" y="70765"/>
                  <a:pt x="93964" y="70417"/>
                  <a:pt x="93591" y="70068"/>
                </a:cubicBezTo>
                <a:cubicBezTo>
                  <a:pt x="94960" y="67729"/>
                  <a:pt x="96080" y="65364"/>
                  <a:pt x="96926" y="63099"/>
                </a:cubicBezTo>
                <a:close/>
                <a:moveTo>
                  <a:pt x="38905" y="61829"/>
                </a:moveTo>
                <a:cubicBezTo>
                  <a:pt x="39552" y="62377"/>
                  <a:pt x="40174" y="62950"/>
                  <a:pt x="40772" y="63547"/>
                </a:cubicBezTo>
                <a:cubicBezTo>
                  <a:pt x="40324" y="64792"/>
                  <a:pt x="40025" y="65986"/>
                  <a:pt x="39826" y="67181"/>
                </a:cubicBezTo>
                <a:cubicBezTo>
                  <a:pt x="39801" y="67281"/>
                  <a:pt x="39801" y="67380"/>
                  <a:pt x="39776" y="67480"/>
                </a:cubicBezTo>
                <a:lnTo>
                  <a:pt x="39776" y="67579"/>
                </a:lnTo>
                <a:cubicBezTo>
                  <a:pt x="39751" y="67704"/>
                  <a:pt x="39751" y="67828"/>
                  <a:pt x="39751" y="67953"/>
                </a:cubicBezTo>
                <a:cubicBezTo>
                  <a:pt x="39751" y="68077"/>
                  <a:pt x="39701" y="68226"/>
                  <a:pt x="39701" y="68351"/>
                </a:cubicBezTo>
                <a:cubicBezTo>
                  <a:pt x="39677" y="68575"/>
                  <a:pt x="39677" y="68799"/>
                  <a:pt x="39677" y="69023"/>
                </a:cubicBezTo>
                <a:lnTo>
                  <a:pt x="39677" y="69098"/>
                </a:lnTo>
                <a:lnTo>
                  <a:pt x="39677" y="69197"/>
                </a:lnTo>
                <a:lnTo>
                  <a:pt x="39677" y="69695"/>
                </a:lnTo>
                <a:cubicBezTo>
                  <a:pt x="39677" y="69844"/>
                  <a:pt x="39677" y="70043"/>
                  <a:pt x="39701" y="70193"/>
                </a:cubicBezTo>
                <a:cubicBezTo>
                  <a:pt x="39701" y="70292"/>
                  <a:pt x="39701" y="70392"/>
                  <a:pt x="39751" y="70442"/>
                </a:cubicBezTo>
                <a:lnTo>
                  <a:pt x="39751" y="70566"/>
                </a:lnTo>
                <a:lnTo>
                  <a:pt x="39751" y="70591"/>
                </a:lnTo>
                <a:cubicBezTo>
                  <a:pt x="39776" y="70765"/>
                  <a:pt x="39776" y="70890"/>
                  <a:pt x="39801" y="71039"/>
                </a:cubicBezTo>
                <a:cubicBezTo>
                  <a:pt x="39801" y="71089"/>
                  <a:pt x="39826" y="71164"/>
                  <a:pt x="39826" y="71213"/>
                </a:cubicBezTo>
                <a:lnTo>
                  <a:pt x="39776" y="71164"/>
                </a:lnTo>
                <a:lnTo>
                  <a:pt x="39776" y="71188"/>
                </a:lnTo>
                <a:lnTo>
                  <a:pt x="39701" y="71139"/>
                </a:lnTo>
                <a:cubicBezTo>
                  <a:pt x="39627" y="71039"/>
                  <a:pt x="39502" y="70940"/>
                  <a:pt x="39403" y="70840"/>
                </a:cubicBezTo>
                <a:cubicBezTo>
                  <a:pt x="39278" y="70716"/>
                  <a:pt x="39129" y="70591"/>
                  <a:pt x="39005" y="70516"/>
                </a:cubicBezTo>
                <a:cubicBezTo>
                  <a:pt x="38880" y="70417"/>
                  <a:pt x="38756" y="70292"/>
                  <a:pt x="38581" y="70193"/>
                </a:cubicBezTo>
                <a:lnTo>
                  <a:pt x="38208" y="69919"/>
                </a:lnTo>
                <a:cubicBezTo>
                  <a:pt x="38059" y="69795"/>
                  <a:pt x="37909" y="69695"/>
                  <a:pt x="37760" y="69571"/>
                </a:cubicBezTo>
                <a:cubicBezTo>
                  <a:pt x="37660" y="69521"/>
                  <a:pt x="37536" y="69421"/>
                  <a:pt x="37436" y="69347"/>
                </a:cubicBezTo>
                <a:cubicBezTo>
                  <a:pt x="37262" y="69222"/>
                  <a:pt x="37063" y="69098"/>
                  <a:pt x="36889" y="69023"/>
                </a:cubicBezTo>
                <a:cubicBezTo>
                  <a:pt x="36789" y="68948"/>
                  <a:pt x="36690" y="68899"/>
                  <a:pt x="36590" y="68849"/>
                </a:cubicBezTo>
                <a:cubicBezTo>
                  <a:pt x="36391" y="68724"/>
                  <a:pt x="36192" y="68600"/>
                  <a:pt x="35968" y="68475"/>
                </a:cubicBezTo>
                <a:cubicBezTo>
                  <a:pt x="35918" y="68450"/>
                  <a:pt x="35818" y="68401"/>
                  <a:pt x="35769" y="68351"/>
                </a:cubicBezTo>
                <a:cubicBezTo>
                  <a:pt x="35545" y="68226"/>
                  <a:pt x="35296" y="68102"/>
                  <a:pt x="35072" y="68027"/>
                </a:cubicBezTo>
                <a:lnTo>
                  <a:pt x="34898" y="67928"/>
                </a:lnTo>
                <a:cubicBezTo>
                  <a:pt x="34823" y="67903"/>
                  <a:pt x="34773" y="67853"/>
                  <a:pt x="34673" y="67828"/>
                </a:cubicBezTo>
                <a:cubicBezTo>
                  <a:pt x="36018" y="65862"/>
                  <a:pt x="37412" y="63846"/>
                  <a:pt x="38905" y="61829"/>
                </a:cubicBezTo>
                <a:close/>
                <a:moveTo>
                  <a:pt x="52272" y="66733"/>
                </a:moveTo>
                <a:lnTo>
                  <a:pt x="52272" y="66808"/>
                </a:lnTo>
                <a:lnTo>
                  <a:pt x="52197" y="67181"/>
                </a:lnTo>
                <a:lnTo>
                  <a:pt x="52197" y="67281"/>
                </a:lnTo>
                <a:cubicBezTo>
                  <a:pt x="52197" y="67405"/>
                  <a:pt x="52147" y="67530"/>
                  <a:pt x="52147" y="67679"/>
                </a:cubicBezTo>
                <a:lnTo>
                  <a:pt x="52147" y="67803"/>
                </a:lnTo>
                <a:lnTo>
                  <a:pt x="52147" y="68226"/>
                </a:lnTo>
                <a:cubicBezTo>
                  <a:pt x="52147" y="68301"/>
                  <a:pt x="52147" y="68351"/>
                  <a:pt x="52197" y="68426"/>
                </a:cubicBezTo>
                <a:cubicBezTo>
                  <a:pt x="52197" y="68575"/>
                  <a:pt x="52222" y="68699"/>
                  <a:pt x="52247" y="68849"/>
                </a:cubicBezTo>
                <a:lnTo>
                  <a:pt x="52247" y="68948"/>
                </a:lnTo>
                <a:cubicBezTo>
                  <a:pt x="50579" y="69894"/>
                  <a:pt x="48886" y="70666"/>
                  <a:pt x="47268" y="71263"/>
                </a:cubicBezTo>
                <a:cubicBezTo>
                  <a:pt x="47468" y="70940"/>
                  <a:pt x="47617" y="70666"/>
                  <a:pt x="47741" y="70442"/>
                </a:cubicBezTo>
                <a:cubicBezTo>
                  <a:pt x="47841" y="70317"/>
                  <a:pt x="47891" y="70168"/>
                  <a:pt x="47990" y="70019"/>
                </a:cubicBezTo>
                <a:cubicBezTo>
                  <a:pt x="48015" y="69944"/>
                  <a:pt x="48090" y="69894"/>
                  <a:pt x="48115" y="69819"/>
                </a:cubicBezTo>
                <a:cubicBezTo>
                  <a:pt x="48214" y="69645"/>
                  <a:pt x="48339" y="69421"/>
                  <a:pt x="48488" y="69147"/>
                </a:cubicBezTo>
                <a:cubicBezTo>
                  <a:pt x="49110" y="68799"/>
                  <a:pt x="49708" y="68401"/>
                  <a:pt x="50330" y="68027"/>
                </a:cubicBezTo>
                <a:cubicBezTo>
                  <a:pt x="50479" y="67928"/>
                  <a:pt x="50654" y="67803"/>
                  <a:pt x="50878" y="67679"/>
                </a:cubicBezTo>
                <a:cubicBezTo>
                  <a:pt x="51127" y="67530"/>
                  <a:pt x="51450" y="67330"/>
                  <a:pt x="51724" y="67106"/>
                </a:cubicBezTo>
                <a:lnTo>
                  <a:pt x="52272" y="66733"/>
                </a:lnTo>
                <a:close/>
                <a:moveTo>
                  <a:pt x="48090" y="69347"/>
                </a:moveTo>
                <a:lnTo>
                  <a:pt x="48090" y="69347"/>
                </a:lnTo>
                <a:cubicBezTo>
                  <a:pt x="47990" y="69471"/>
                  <a:pt x="47916" y="69645"/>
                  <a:pt x="47841" y="69770"/>
                </a:cubicBezTo>
                <a:cubicBezTo>
                  <a:pt x="47841" y="69787"/>
                  <a:pt x="47841" y="69805"/>
                  <a:pt x="47823" y="69805"/>
                </a:cubicBezTo>
                <a:cubicBezTo>
                  <a:pt x="47816" y="69805"/>
                  <a:pt x="47806" y="69802"/>
                  <a:pt x="47791" y="69795"/>
                </a:cubicBezTo>
                <a:lnTo>
                  <a:pt x="47791" y="69795"/>
                </a:lnTo>
                <a:cubicBezTo>
                  <a:pt x="47841" y="69819"/>
                  <a:pt x="47766" y="69919"/>
                  <a:pt x="47667" y="70068"/>
                </a:cubicBezTo>
                <a:cubicBezTo>
                  <a:pt x="47418" y="70467"/>
                  <a:pt x="47219" y="70890"/>
                  <a:pt x="46970" y="71288"/>
                </a:cubicBezTo>
                <a:cubicBezTo>
                  <a:pt x="47144" y="70915"/>
                  <a:pt x="47343" y="70591"/>
                  <a:pt x="47468" y="70342"/>
                </a:cubicBezTo>
                <a:cubicBezTo>
                  <a:pt x="47542" y="70193"/>
                  <a:pt x="47617" y="70043"/>
                  <a:pt x="47716" y="69894"/>
                </a:cubicBezTo>
                <a:cubicBezTo>
                  <a:pt x="47766" y="69844"/>
                  <a:pt x="47766" y="69819"/>
                  <a:pt x="47791" y="69795"/>
                </a:cubicBezTo>
                <a:lnTo>
                  <a:pt x="47791" y="69795"/>
                </a:lnTo>
                <a:cubicBezTo>
                  <a:pt x="47791" y="69795"/>
                  <a:pt x="47791" y="69795"/>
                  <a:pt x="47791" y="69795"/>
                </a:cubicBezTo>
                <a:cubicBezTo>
                  <a:pt x="47866" y="69670"/>
                  <a:pt x="47965" y="69546"/>
                  <a:pt x="48040" y="69396"/>
                </a:cubicBezTo>
                <a:lnTo>
                  <a:pt x="48090" y="69347"/>
                </a:lnTo>
                <a:close/>
                <a:moveTo>
                  <a:pt x="100635" y="63348"/>
                </a:moveTo>
                <a:cubicBezTo>
                  <a:pt x="98868" y="66036"/>
                  <a:pt x="96926" y="68674"/>
                  <a:pt x="94835" y="71288"/>
                </a:cubicBezTo>
                <a:lnTo>
                  <a:pt x="94810" y="71263"/>
                </a:lnTo>
                <a:cubicBezTo>
                  <a:pt x="96876" y="68674"/>
                  <a:pt x="98793" y="66036"/>
                  <a:pt x="100560" y="63348"/>
                </a:cubicBezTo>
                <a:close/>
                <a:moveTo>
                  <a:pt x="93516" y="70218"/>
                </a:moveTo>
                <a:lnTo>
                  <a:pt x="94537" y="71263"/>
                </a:lnTo>
                <a:cubicBezTo>
                  <a:pt x="94537" y="71288"/>
                  <a:pt x="94512" y="71288"/>
                  <a:pt x="94512" y="71313"/>
                </a:cubicBezTo>
                <a:lnTo>
                  <a:pt x="93466" y="70292"/>
                </a:lnTo>
                <a:cubicBezTo>
                  <a:pt x="93466" y="70268"/>
                  <a:pt x="93516" y="70218"/>
                  <a:pt x="93516" y="70218"/>
                </a:cubicBezTo>
                <a:close/>
                <a:moveTo>
                  <a:pt x="44406" y="68774"/>
                </a:moveTo>
                <a:cubicBezTo>
                  <a:pt x="44655" y="69297"/>
                  <a:pt x="44854" y="69844"/>
                  <a:pt x="45003" y="70417"/>
                </a:cubicBezTo>
                <a:cubicBezTo>
                  <a:pt x="44729" y="70541"/>
                  <a:pt x="44431" y="70666"/>
                  <a:pt x="44132" y="70815"/>
                </a:cubicBezTo>
                <a:cubicBezTo>
                  <a:pt x="44008" y="70890"/>
                  <a:pt x="43908" y="70915"/>
                  <a:pt x="43784" y="70964"/>
                </a:cubicBezTo>
                <a:cubicBezTo>
                  <a:pt x="43759" y="71014"/>
                  <a:pt x="43684" y="71014"/>
                  <a:pt x="43659" y="71039"/>
                </a:cubicBezTo>
                <a:cubicBezTo>
                  <a:pt x="43360" y="71164"/>
                  <a:pt x="43037" y="71288"/>
                  <a:pt x="42763" y="71388"/>
                </a:cubicBezTo>
                <a:lnTo>
                  <a:pt x="42763" y="71338"/>
                </a:lnTo>
                <a:cubicBezTo>
                  <a:pt x="42888" y="71164"/>
                  <a:pt x="43012" y="70940"/>
                  <a:pt x="43136" y="70765"/>
                </a:cubicBezTo>
                <a:cubicBezTo>
                  <a:pt x="43161" y="70716"/>
                  <a:pt x="43186" y="70691"/>
                  <a:pt x="43186" y="70641"/>
                </a:cubicBezTo>
                <a:cubicBezTo>
                  <a:pt x="43560" y="70019"/>
                  <a:pt x="43958" y="69396"/>
                  <a:pt x="44406" y="68774"/>
                </a:cubicBezTo>
                <a:close/>
                <a:moveTo>
                  <a:pt x="44297" y="68488"/>
                </a:moveTo>
                <a:cubicBezTo>
                  <a:pt x="44300" y="68488"/>
                  <a:pt x="44306" y="68500"/>
                  <a:pt x="44306" y="68525"/>
                </a:cubicBezTo>
                <a:lnTo>
                  <a:pt x="44306" y="68550"/>
                </a:lnTo>
                <a:cubicBezTo>
                  <a:pt x="43673" y="69499"/>
                  <a:pt x="43064" y="70472"/>
                  <a:pt x="42479" y="71400"/>
                </a:cubicBezTo>
                <a:lnTo>
                  <a:pt x="42479" y="71400"/>
                </a:lnTo>
                <a:cubicBezTo>
                  <a:pt x="43057" y="70395"/>
                  <a:pt x="43658" y="69437"/>
                  <a:pt x="44306" y="68525"/>
                </a:cubicBezTo>
                <a:cubicBezTo>
                  <a:pt x="44294" y="68500"/>
                  <a:pt x="44294" y="68488"/>
                  <a:pt x="44297" y="68488"/>
                </a:cubicBezTo>
                <a:close/>
                <a:moveTo>
                  <a:pt x="67132" y="57822"/>
                </a:moveTo>
                <a:cubicBezTo>
                  <a:pt x="68127" y="59315"/>
                  <a:pt x="69571" y="61108"/>
                  <a:pt x="71512" y="63124"/>
                </a:cubicBezTo>
                <a:cubicBezTo>
                  <a:pt x="71015" y="63721"/>
                  <a:pt x="70517" y="64319"/>
                  <a:pt x="69994" y="64891"/>
                </a:cubicBezTo>
                <a:cubicBezTo>
                  <a:pt x="69944" y="64941"/>
                  <a:pt x="69919" y="64966"/>
                  <a:pt x="69894" y="65040"/>
                </a:cubicBezTo>
                <a:lnTo>
                  <a:pt x="69795" y="65115"/>
                </a:lnTo>
                <a:cubicBezTo>
                  <a:pt x="69297" y="65663"/>
                  <a:pt x="68799" y="66185"/>
                  <a:pt x="68276" y="66708"/>
                </a:cubicBezTo>
                <a:cubicBezTo>
                  <a:pt x="68003" y="66982"/>
                  <a:pt x="67704" y="67281"/>
                  <a:pt x="67405" y="67554"/>
                </a:cubicBezTo>
                <a:lnTo>
                  <a:pt x="67306" y="67654"/>
                </a:lnTo>
                <a:cubicBezTo>
                  <a:pt x="67281" y="67679"/>
                  <a:pt x="67256" y="67704"/>
                  <a:pt x="67206" y="67704"/>
                </a:cubicBezTo>
                <a:cubicBezTo>
                  <a:pt x="67156" y="67754"/>
                  <a:pt x="67057" y="67828"/>
                  <a:pt x="67007" y="67878"/>
                </a:cubicBezTo>
                <a:cubicBezTo>
                  <a:pt x="66833" y="68002"/>
                  <a:pt x="66708" y="68152"/>
                  <a:pt x="66559" y="68301"/>
                </a:cubicBezTo>
                <a:cubicBezTo>
                  <a:pt x="66459" y="68351"/>
                  <a:pt x="66410" y="68450"/>
                  <a:pt x="66310" y="68500"/>
                </a:cubicBezTo>
                <a:lnTo>
                  <a:pt x="65762" y="68973"/>
                </a:lnTo>
                <a:cubicBezTo>
                  <a:pt x="65638" y="69073"/>
                  <a:pt x="65514" y="69197"/>
                  <a:pt x="65414" y="69297"/>
                </a:cubicBezTo>
                <a:cubicBezTo>
                  <a:pt x="65314" y="69396"/>
                  <a:pt x="65190" y="69471"/>
                  <a:pt x="65090" y="69546"/>
                </a:cubicBezTo>
                <a:cubicBezTo>
                  <a:pt x="65041" y="69595"/>
                  <a:pt x="64966" y="69645"/>
                  <a:pt x="64916" y="69695"/>
                </a:cubicBezTo>
                <a:cubicBezTo>
                  <a:pt x="64767" y="69819"/>
                  <a:pt x="64642" y="69944"/>
                  <a:pt x="64468" y="70043"/>
                </a:cubicBezTo>
                <a:cubicBezTo>
                  <a:pt x="64393" y="70143"/>
                  <a:pt x="64294" y="70193"/>
                  <a:pt x="64169" y="70243"/>
                </a:cubicBezTo>
                <a:cubicBezTo>
                  <a:pt x="64145" y="70292"/>
                  <a:pt x="64070" y="70317"/>
                  <a:pt x="64045" y="70342"/>
                </a:cubicBezTo>
                <a:cubicBezTo>
                  <a:pt x="63896" y="70467"/>
                  <a:pt x="63771" y="70566"/>
                  <a:pt x="63597" y="70691"/>
                </a:cubicBezTo>
                <a:cubicBezTo>
                  <a:pt x="63572" y="70716"/>
                  <a:pt x="63547" y="70716"/>
                  <a:pt x="63522" y="70740"/>
                </a:cubicBezTo>
                <a:cubicBezTo>
                  <a:pt x="63473" y="70740"/>
                  <a:pt x="63473" y="70790"/>
                  <a:pt x="63448" y="70790"/>
                </a:cubicBezTo>
                <a:lnTo>
                  <a:pt x="63074" y="71064"/>
                </a:lnTo>
                <a:cubicBezTo>
                  <a:pt x="62950" y="71188"/>
                  <a:pt x="62825" y="71313"/>
                  <a:pt x="62676" y="71437"/>
                </a:cubicBezTo>
                <a:lnTo>
                  <a:pt x="62477" y="71263"/>
                </a:lnTo>
                <a:lnTo>
                  <a:pt x="61979" y="70765"/>
                </a:lnTo>
                <a:lnTo>
                  <a:pt x="61805" y="70566"/>
                </a:lnTo>
                <a:lnTo>
                  <a:pt x="61307" y="70068"/>
                </a:lnTo>
                <a:cubicBezTo>
                  <a:pt x="61232" y="70019"/>
                  <a:pt x="61183" y="69969"/>
                  <a:pt x="61133" y="69919"/>
                </a:cubicBezTo>
                <a:cubicBezTo>
                  <a:pt x="60959" y="69770"/>
                  <a:pt x="60809" y="69595"/>
                  <a:pt x="60610" y="69446"/>
                </a:cubicBezTo>
                <a:lnTo>
                  <a:pt x="60486" y="69322"/>
                </a:lnTo>
                <a:cubicBezTo>
                  <a:pt x="60311" y="69172"/>
                  <a:pt x="60112" y="69023"/>
                  <a:pt x="59963" y="68849"/>
                </a:cubicBezTo>
                <a:cubicBezTo>
                  <a:pt x="59938" y="68824"/>
                  <a:pt x="59913" y="68799"/>
                  <a:pt x="59863" y="68799"/>
                </a:cubicBezTo>
                <a:cubicBezTo>
                  <a:pt x="59689" y="68650"/>
                  <a:pt x="59490" y="68450"/>
                  <a:pt x="59316" y="68301"/>
                </a:cubicBezTo>
                <a:lnTo>
                  <a:pt x="59266" y="68276"/>
                </a:lnTo>
                <a:cubicBezTo>
                  <a:pt x="58644" y="67729"/>
                  <a:pt x="58071" y="67305"/>
                  <a:pt x="57499" y="66932"/>
                </a:cubicBezTo>
                <a:cubicBezTo>
                  <a:pt x="57698" y="66783"/>
                  <a:pt x="57872" y="66609"/>
                  <a:pt x="58096" y="66434"/>
                </a:cubicBezTo>
                <a:cubicBezTo>
                  <a:pt x="58196" y="66335"/>
                  <a:pt x="58320" y="66285"/>
                  <a:pt x="58395" y="66185"/>
                </a:cubicBezTo>
                <a:cubicBezTo>
                  <a:pt x="58469" y="66111"/>
                  <a:pt x="58519" y="66061"/>
                  <a:pt x="58594" y="66036"/>
                </a:cubicBezTo>
                <a:cubicBezTo>
                  <a:pt x="59017" y="65663"/>
                  <a:pt x="59440" y="65314"/>
                  <a:pt x="59863" y="64941"/>
                </a:cubicBezTo>
                <a:cubicBezTo>
                  <a:pt x="59963" y="64841"/>
                  <a:pt x="60062" y="64742"/>
                  <a:pt x="60187" y="64692"/>
                </a:cubicBezTo>
                <a:lnTo>
                  <a:pt x="60212" y="64667"/>
                </a:lnTo>
                <a:cubicBezTo>
                  <a:pt x="61307" y="63671"/>
                  <a:pt x="62402" y="62676"/>
                  <a:pt x="63448" y="61630"/>
                </a:cubicBezTo>
                <a:lnTo>
                  <a:pt x="63473" y="61605"/>
                </a:lnTo>
                <a:lnTo>
                  <a:pt x="64966" y="60112"/>
                </a:lnTo>
                <a:cubicBezTo>
                  <a:pt x="65066" y="60012"/>
                  <a:pt x="65140" y="59938"/>
                  <a:pt x="65215" y="59863"/>
                </a:cubicBezTo>
                <a:cubicBezTo>
                  <a:pt x="65663" y="59440"/>
                  <a:pt x="66061" y="58967"/>
                  <a:pt x="66509" y="58519"/>
                </a:cubicBezTo>
                <a:cubicBezTo>
                  <a:pt x="66559" y="58444"/>
                  <a:pt x="66659" y="58370"/>
                  <a:pt x="66708" y="58270"/>
                </a:cubicBezTo>
                <a:cubicBezTo>
                  <a:pt x="66833" y="58121"/>
                  <a:pt x="67007" y="57971"/>
                  <a:pt x="67132" y="57822"/>
                </a:cubicBezTo>
                <a:close/>
                <a:moveTo>
                  <a:pt x="9285" y="69670"/>
                </a:moveTo>
                <a:cubicBezTo>
                  <a:pt x="9384" y="70043"/>
                  <a:pt x="9459" y="70417"/>
                  <a:pt x="9533" y="70765"/>
                </a:cubicBezTo>
                <a:cubicBezTo>
                  <a:pt x="9409" y="70840"/>
                  <a:pt x="9260" y="70964"/>
                  <a:pt x="9135" y="71064"/>
                </a:cubicBezTo>
                <a:cubicBezTo>
                  <a:pt x="8961" y="71188"/>
                  <a:pt x="8812" y="71313"/>
                  <a:pt x="8662" y="71413"/>
                </a:cubicBezTo>
                <a:cubicBezTo>
                  <a:pt x="8637" y="71437"/>
                  <a:pt x="8588" y="71437"/>
                  <a:pt x="8563" y="71462"/>
                </a:cubicBezTo>
                <a:cubicBezTo>
                  <a:pt x="8787" y="70865"/>
                  <a:pt x="9036" y="70243"/>
                  <a:pt x="9285" y="69670"/>
                </a:cubicBezTo>
                <a:close/>
                <a:moveTo>
                  <a:pt x="57349" y="67057"/>
                </a:moveTo>
                <a:cubicBezTo>
                  <a:pt x="58320" y="67679"/>
                  <a:pt x="59341" y="68525"/>
                  <a:pt x="60461" y="69546"/>
                </a:cubicBezTo>
                <a:lnTo>
                  <a:pt x="60486" y="69571"/>
                </a:lnTo>
                <a:cubicBezTo>
                  <a:pt x="60685" y="69770"/>
                  <a:pt x="60909" y="69944"/>
                  <a:pt x="61083" y="70143"/>
                </a:cubicBezTo>
                <a:lnTo>
                  <a:pt x="61183" y="70218"/>
                </a:lnTo>
                <a:cubicBezTo>
                  <a:pt x="61357" y="70417"/>
                  <a:pt x="61556" y="70566"/>
                  <a:pt x="61730" y="70765"/>
                </a:cubicBezTo>
                <a:lnTo>
                  <a:pt x="61904" y="70915"/>
                </a:lnTo>
                <a:cubicBezTo>
                  <a:pt x="62079" y="71089"/>
                  <a:pt x="62228" y="71288"/>
                  <a:pt x="62427" y="71437"/>
                </a:cubicBezTo>
                <a:lnTo>
                  <a:pt x="62527" y="71537"/>
                </a:lnTo>
                <a:cubicBezTo>
                  <a:pt x="62477" y="71562"/>
                  <a:pt x="62477" y="71562"/>
                  <a:pt x="62452" y="71562"/>
                </a:cubicBezTo>
                <a:lnTo>
                  <a:pt x="61979" y="71089"/>
                </a:lnTo>
                <a:lnTo>
                  <a:pt x="61855" y="70964"/>
                </a:lnTo>
                <a:lnTo>
                  <a:pt x="61606" y="70716"/>
                </a:lnTo>
                <a:cubicBezTo>
                  <a:pt x="60013" y="69172"/>
                  <a:pt x="58594" y="67953"/>
                  <a:pt x="57300" y="67081"/>
                </a:cubicBezTo>
                <a:cubicBezTo>
                  <a:pt x="57324" y="67081"/>
                  <a:pt x="57324" y="67057"/>
                  <a:pt x="57349" y="67057"/>
                </a:cubicBezTo>
                <a:close/>
                <a:moveTo>
                  <a:pt x="52247" y="69172"/>
                </a:moveTo>
                <a:lnTo>
                  <a:pt x="52247" y="69222"/>
                </a:lnTo>
                <a:cubicBezTo>
                  <a:pt x="50507" y="70191"/>
                  <a:pt x="48768" y="70986"/>
                  <a:pt x="47054" y="71583"/>
                </a:cubicBezTo>
                <a:lnTo>
                  <a:pt x="47054" y="71583"/>
                </a:lnTo>
                <a:cubicBezTo>
                  <a:pt x="47119" y="71560"/>
                  <a:pt x="47119" y="71537"/>
                  <a:pt x="47119" y="71537"/>
                </a:cubicBezTo>
                <a:cubicBezTo>
                  <a:pt x="48787" y="70940"/>
                  <a:pt x="50504" y="70168"/>
                  <a:pt x="52247" y="69172"/>
                </a:cubicBezTo>
                <a:close/>
                <a:moveTo>
                  <a:pt x="39985" y="67375"/>
                </a:moveTo>
                <a:cubicBezTo>
                  <a:pt x="39970" y="67487"/>
                  <a:pt x="39958" y="67596"/>
                  <a:pt x="39950" y="67704"/>
                </a:cubicBezTo>
                <a:lnTo>
                  <a:pt x="39950" y="67803"/>
                </a:lnTo>
                <a:cubicBezTo>
                  <a:pt x="39950" y="67928"/>
                  <a:pt x="39926" y="68027"/>
                  <a:pt x="39926" y="68152"/>
                </a:cubicBezTo>
                <a:cubicBezTo>
                  <a:pt x="39901" y="68351"/>
                  <a:pt x="39901" y="68575"/>
                  <a:pt x="39851" y="68774"/>
                </a:cubicBezTo>
                <a:lnTo>
                  <a:pt x="39851" y="68824"/>
                </a:lnTo>
                <a:cubicBezTo>
                  <a:pt x="39851" y="68899"/>
                  <a:pt x="39851" y="68973"/>
                  <a:pt x="39826" y="69048"/>
                </a:cubicBezTo>
                <a:cubicBezTo>
                  <a:pt x="39901" y="69073"/>
                  <a:pt x="39901" y="69098"/>
                  <a:pt x="39901" y="69098"/>
                </a:cubicBezTo>
                <a:lnTo>
                  <a:pt x="39901" y="69446"/>
                </a:lnTo>
                <a:lnTo>
                  <a:pt x="39901" y="69595"/>
                </a:lnTo>
                <a:lnTo>
                  <a:pt x="39901" y="69844"/>
                </a:lnTo>
                <a:cubicBezTo>
                  <a:pt x="39901" y="70043"/>
                  <a:pt x="39926" y="70193"/>
                  <a:pt x="39926" y="70342"/>
                </a:cubicBezTo>
                <a:lnTo>
                  <a:pt x="39926" y="70442"/>
                </a:lnTo>
                <a:lnTo>
                  <a:pt x="39926" y="70566"/>
                </a:lnTo>
                <a:cubicBezTo>
                  <a:pt x="39926" y="70666"/>
                  <a:pt x="39950" y="70765"/>
                  <a:pt x="39950" y="70890"/>
                </a:cubicBezTo>
                <a:lnTo>
                  <a:pt x="39950" y="70964"/>
                </a:lnTo>
                <a:cubicBezTo>
                  <a:pt x="39950" y="71064"/>
                  <a:pt x="40000" y="71188"/>
                  <a:pt x="40000" y="71288"/>
                </a:cubicBezTo>
                <a:cubicBezTo>
                  <a:pt x="40000" y="71338"/>
                  <a:pt x="40025" y="71413"/>
                  <a:pt x="40025" y="71437"/>
                </a:cubicBezTo>
                <a:cubicBezTo>
                  <a:pt x="40025" y="71512"/>
                  <a:pt x="40050" y="71537"/>
                  <a:pt x="40050" y="71587"/>
                </a:cubicBezTo>
                <a:lnTo>
                  <a:pt x="40050" y="71637"/>
                </a:lnTo>
                <a:lnTo>
                  <a:pt x="40025" y="71587"/>
                </a:lnTo>
                <a:lnTo>
                  <a:pt x="40000" y="71562"/>
                </a:lnTo>
                <a:cubicBezTo>
                  <a:pt x="40000" y="71537"/>
                  <a:pt x="40000" y="71512"/>
                  <a:pt x="39950" y="71462"/>
                </a:cubicBezTo>
                <a:lnTo>
                  <a:pt x="39950" y="71413"/>
                </a:lnTo>
                <a:cubicBezTo>
                  <a:pt x="39926" y="71313"/>
                  <a:pt x="39926" y="71213"/>
                  <a:pt x="39901" y="71089"/>
                </a:cubicBezTo>
                <a:lnTo>
                  <a:pt x="39901" y="71064"/>
                </a:lnTo>
                <a:cubicBezTo>
                  <a:pt x="39901" y="70964"/>
                  <a:pt x="39876" y="70840"/>
                  <a:pt x="39876" y="70765"/>
                </a:cubicBezTo>
                <a:cubicBezTo>
                  <a:pt x="39876" y="70641"/>
                  <a:pt x="39826" y="70516"/>
                  <a:pt x="39826" y="70392"/>
                </a:cubicBezTo>
                <a:cubicBezTo>
                  <a:pt x="39826" y="70268"/>
                  <a:pt x="39801" y="70168"/>
                  <a:pt x="39801" y="70043"/>
                </a:cubicBezTo>
                <a:lnTo>
                  <a:pt x="39801" y="69894"/>
                </a:lnTo>
                <a:lnTo>
                  <a:pt x="39801" y="69670"/>
                </a:lnTo>
                <a:lnTo>
                  <a:pt x="39801" y="69297"/>
                </a:lnTo>
                <a:lnTo>
                  <a:pt x="39801" y="69073"/>
                </a:lnTo>
                <a:lnTo>
                  <a:pt x="39801" y="68899"/>
                </a:lnTo>
                <a:cubicBezTo>
                  <a:pt x="39801" y="68774"/>
                  <a:pt x="39801" y="68650"/>
                  <a:pt x="39826" y="68475"/>
                </a:cubicBezTo>
                <a:cubicBezTo>
                  <a:pt x="39826" y="68351"/>
                  <a:pt x="39876" y="68226"/>
                  <a:pt x="39876" y="68102"/>
                </a:cubicBezTo>
                <a:cubicBezTo>
                  <a:pt x="39876" y="67953"/>
                  <a:pt x="39901" y="67828"/>
                  <a:pt x="39926" y="67679"/>
                </a:cubicBezTo>
                <a:cubicBezTo>
                  <a:pt x="39926" y="67604"/>
                  <a:pt x="39926" y="67579"/>
                  <a:pt x="39950" y="67530"/>
                </a:cubicBezTo>
                <a:cubicBezTo>
                  <a:pt x="39950" y="67482"/>
                  <a:pt x="39971" y="67424"/>
                  <a:pt x="39985" y="67375"/>
                </a:cubicBezTo>
                <a:close/>
                <a:moveTo>
                  <a:pt x="71512" y="63323"/>
                </a:moveTo>
                <a:lnTo>
                  <a:pt x="71537" y="63348"/>
                </a:lnTo>
                <a:cubicBezTo>
                  <a:pt x="71388" y="63572"/>
                  <a:pt x="71239" y="63746"/>
                  <a:pt x="71039" y="63970"/>
                </a:cubicBezTo>
                <a:cubicBezTo>
                  <a:pt x="71015" y="63995"/>
                  <a:pt x="70990" y="64070"/>
                  <a:pt x="70915" y="64095"/>
                </a:cubicBezTo>
                <a:cubicBezTo>
                  <a:pt x="70691" y="64343"/>
                  <a:pt x="70442" y="64617"/>
                  <a:pt x="70243" y="64866"/>
                </a:cubicBezTo>
                <a:cubicBezTo>
                  <a:pt x="69994" y="65165"/>
                  <a:pt x="69770" y="65414"/>
                  <a:pt x="69521" y="65688"/>
                </a:cubicBezTo>
                <a:lnTo>
                  <a:pt x="69397" y="65812"/>
                </a:lnTo>
                <a:cubicBezTo>
                  <a:pt x="69148" y="66061"/>
                  <a:pt x="68899" y="66310"/>
                  <a:pt x="68650" y="66584"/>
                </a:cubicBezTo>
                <a:cubicBezTo>
                  <a:pt x="68401" y="66833"/>
                  <a:pt x="68152" y="67106"/>
                  <a:pt x="67903" y="67355"/>
                </a:cubicBezTo>
                <a:lnTo>
                  <a:pt x="67804" y="67455"/>
                </a:lnTo>
                <a:cubicBezTo>
                  <a:pt x="67530" y="67729"/>
                  <a:pt x="67256" y="67978"/>
                  <a:pt x="66957" y="68226"/>
                </a:cubicBezTo>
                <a:cubicBezTo>
                  <a:pt x="66708" y="68475"/>
                  <a:pt x="66435" y="68724"/>
                  <a:pt x="66186" y="68948"/>
                </a:cubicBezTo>
                <a:cubicBezTo>
                  <a:pt x="65887" y="69222"/>
                  <a:pt x="65538" y="69521"/>
                  <a:pt x="65190" y="69795"/>
                </a:cubicBezTo>
                <a:cubicBezTo>
                  <a:pt x="65041" y="69919"/>
                  <a:pt x="64891" y="70068"/>
                  <a:pt x="64717" y="70193"/>
                </a:cubicBezTo>
                <a:cubicBezTo>
                  <a:pt x="64642" y="70292"/>
                  <a:pt x="64543" y="70342"/>
                  <a:pt x="64443" y="70442"/>
                </a:cubicBezTo>
                <a:lnTo>
                  <a:pt x="63323" y="71288"/>
                </a:lnTo>
                <a:cubicBezTo>
                  <a:pt x="63149" y="71437"/>
                  <a:pt x="62925" y="71587"/>
                  <a:pt x="62726" y="71711"/>
                </a:cubicBezTo>
                <a:lnTo>
                  <a:pt x="62701" y="71686"/>
                </a:lnTo>
                <a:lnTo>
                  <a:pt x="62676" y="71661"/>
                </a:lnTo>
                <a:cubicBezTo>
                  <a:pt x="62950" y="71437"/>
                  <a:pt x="63099" y="71338"/>
                  <a:pt x="63224" y="71213"/>
                </a:cubicBezTo>
                <a:cubicBezTo>
                  <a:pt x="63298" y="71188"/>
                  <a:pt x="63323" y="71114"/>
                  <a:pt x="63373" y="71089"/>
                </a:cubicBezTo>
                <a:cubicBezTo>
                  <a:pt x="63448" y="71064"/>
                  <a:pt x="63497" y="70989"/>
                  <a:pt x="63572" y="70964"/>
                </a:cubicBezTo>
                <a:lnTo>
                  <a:pt x="63597" y="70964"/>
                </a:lnTo>
                <a:cubicBezTo>
                  <a:pt x="63796" y="70840"/>
                  <a:pt x="63970" y="70691"/>
                  <a:pt x="64145" y="70541"/>
                </a:cubicBezTo>
                <a:cubicBezTo>
                  <a:pt x="64169" y="70492"/>
                  <a:pt x="64219" y="70467"/>
                  <a:pt x="64269" y="70442"/>
                </a:cubicBezTo>
                <a:cubicBezTo>
                  <a:pt x="64344" y="70367"/>
                  <a:pt x="64418" y="70317"/>
                  <a:pt x="64518" y="70243"/>
                </a:cubicBezTo>
                <a:cubicBezTo>
                  <a:pt x="64518" y="70243"/>
                  <a:pt x="64543" y="70243"/>
                  <a:pt x="64543" y="70218"/>
                </a:cubicBezTo>
                <a:cubicBezTo>
                  <a:pt x="64692" y="70093"/>
                  <a:pt x="64817" y="69969"/>
                  <a:pt x="64966" y="69869"/>
                </a:cubicBezTo>
                <a:cubicBezTo>
                  <a:pt x="65140" y="69745"/>
                  <a:pt x="65314" y="69595"/>
                  <a:pt x="65464" y="69471"/>
                </a:cubicBezTo>
                <a:cubicBezTo>
                  <a:pt x="65563" y="69421"/>
                  <a:pt x="65663" y="69322"/>
                  <a:pt x="65762" y="69222"/>
                </a:cubicBezTo>
                <a:cubicBezTo>
                  <a:pt x="65837" y="69172"/>
                  <a:pt x="65937" y="69073"/>
                  <a:pt x="66036" y="68998"/>
                </a:cubicBezTo>
                <a:cubicBezTo>
                  <a:pt x="66161" y="68923"/>
                  <a:pt x="66285" y="68799"/>
                  <a:pt x="66385" y="68699"/>
                </a:cubicBezTo>
                <a:lnTo>
                  <a:pt x="66435" y="68625"/>
                </a:lnTo>
                <a:lnTo>
                  <a:pt x="66484" y="68575"/>
                </a:lnTo>
                <a:cubicBezTo>
                  <a:pt x="66534" y="68550"/>
                  <a:pt x="66584" y="68525"/>
                  <a:pt x="66609" y="68450"/>
                </a:cubicBezTo>
                <a:cubicBezTo>
                  <a:pt x="66833" y="68276"/>
                  <a:pt x="67032" y="68077"/>
                  <a:pt x="67231" y="67878"/>
                </a:cubicBezTo>
                <a:lnTo>
                  <a:pt x="67331" y="67803"/>
                </a:lnTo>
                <a:cubicBezTo>
                  <a:pt x="67604" y="67554"/>
                  <a:pt x="67853" y="67256"/>
                  <a:pt x="68152" y="67007"/>
                </a:cubicBezTo>
                <a:lnTo>
                  <a:pt x="68301" y="66857"/>
                </a:lnTo>
                <a:lnTo>
                  <a:pt x="68351" y="66808"/>
                </a:lnTo>
                <a:cubicBezTo>
                  <a:pt x="68824" y="66335"/>
                  <a:pt x="69297" y="65837"/>
                  <a:pt x="69770" y="65339"/>
                </a:cubicBezTo>
                <a:cubicBezTo>
                  <a:pt x="69770" y="65314"/>
                  <a:pt x="69795" y="65314"/>
                  <a:pt x="69795" y="65289"/>
                </a:cubicBezTo>
                <a:cubicBezTo>
                  <a:pt x="69919" y="65165"/>
                  <a:pt x="70044" y="64991"/>
                  <a:pt x="70168" y="64866"/>
                </a:cubicBezTo>
                <a:cubicBezTo>
                  <a:pt x="70193" y="64841"/>
                  <a:pt x="70193" y="64816"/>
                  <a:pt x="70218" y="64816"/>
                </a:cubicBezTo>
                <a:cubicBezTo>
                  <a:pt x="70566" y="64443"/>
                  <a:pt x="70890" y="64045"/>
                  <a:pt x="71214" y="63671"/>
                </a:cubicBezTo>
                <a:cubicBezTo>
                  <a:pt x="71288" y="63572"/>
                  <a:pt x="71338" y="63497"/>
                  <a:pt x="71413" y="63447"/>
                </a:cubicBezTo>
                <a:cubicBezTo>
                  <a:pt x="71438" y="63422"/>
                  <a:pt x="71463" y="63348"/>
                  <a:pt x="71512" y="63323"/>
                </a:cubicBezTo>
                <a:close/>
                <a:moveTo>
                  <a:pt x="52520" y="70342"/>
                </a:moveTo>
                <a:lnTo>
                  <a:pt x="52520" y="70367"/>
                </a:lnTo>
                <a:lnTo>
                  <a:pt x="52520" y="70417"/>
                </a:lnTo>
                <a:cubicBezTo>
                  <a:pt x="51878" y="70862"/>
                  <a:pt x="51235" y="71307"/>
                  <a:pt x="50568" y="71728"/>
                </a:cubicBezTo>
                <a:lnTo>
                  <a:pt x="50568" y="71728"/>
                </a:lnTo>
                <a:cubicBezTo>
                  <a:pt x="50646" y="71671"/>
                  <a:pt x="50711" y="71611"/>
                  <a:pt x="50803" y="71537"/>
                </a:cubicBezTo>
                <a:cubicBezTo>
                  <a:pt x="51375" y="71164"/>
                  <a:pt x="51973" y="70765"/>
                  <a:pt x="52520" y="70342"/>
                </a:cubicBezTo>
                <a:close/>
                <a:moveTo>
                  <a:pt x="35430" y="68498"/>
                </a:moveTo>
                <a:lnTo>
                  <a:pt x="35430" y="68498"/>
                </a:lnTo>
                <a:cubicBezTo>
                  <a:pt x="35557" y="68565"/>
                  <a:pt x="35684" y="68632"/>
                  <a:pt x="35818" y="68699"/>
                </a:cubicBezTo>
                <a:cubicBezTo>
                  <a:pt x="35893" y="68724"/>
                  <a:pt x="35943" y="68749"/>
                  <a:pt x="36042" y="68824"/>
                </a:cubicBezTo>
                <a:cubicBezTo>
                  <a:pt x="36267" y="68948"/>
                  <a:pt x="36441" y="69073"/>
                  <a:pt x="36665" y="69197"/>
                </a:cubicBezTo>
                <a:cubicBezTo>
                  <a:pt x="36764" y="69247"/>
                  <a:pt x="36839" y="69322"/>
                  <a:pt x="36939" y="69347"/>
                </a:cubicBezTo>
                <a:cubicBezTo>
                  <a:pt x="37138" y="69471"/>
                  <a:pt x="37287" y="69571"/>
                  <a:pt x="37461" y="69695"/>
                </a:cubicBezTo>
                <a:cubicBezTo>
                  <a:pt x="37586" y="69745"/>
                  <a:pt x="37685" y="69844"/>
                  <a:pt x="37810" y="69919"/>
                </a:cubicBezTo>
                <a:cubicBezTo>
                  <a:pt x="37959" y="69994"/>
                  <a:pt x="38084" y="70118"/>
                  <a:pt x="38258" y="70218"/>
                </a:cubicBezTo>
                <a:lnTo>
                  <a:pt x="38631" y="70492"/>
                </a:lnTo>
                <a:cubicBezTo>
                  <a:pt x="38756" y="70591"/>
                  <a:pt x="38880" y="70691"/>
                  <a:pt x="38980" y="70815"/>
                </a:cubicBezTo>
                <a:cubicBezTo>
                  <a:pt x="39104" y="70940"/>
                  <a:pt x="39278" y="71039"/>
                  <a:pt x="39403" y="71164"/>
                </a:cubicBezTo>
                <a:cubicBezTo>
                  <a:pt x="39502" y="71238"/>
                  <a:pt x="39602" y="71338"/>
                  <a:pt x="39701" y="71437"/>
                </a:cubicBezTo>
                <a:lnTo>
                  <a:pt x="39901" y="71612"/>
                </a:lnTo>
                <a:lnTo>
                  <a:pt x="39926" y="71736"/>
                </a:lnTo>
                <a:lnTo>
                  <a:pt x="39477" y="71313"/>
                </a:lnTo>
                <a:cubicBezTo>
                  <a:pt x="39403" y="71213"/>
                  <a:pt x="39303" y="71164"/>
                  <a:pt x="39204" y="71064"/>
                </a:cubicBezTo>
                <a:cubicBezTo>
                  <a:pt x="39054" y="70940"/>
                  <a:pt x="38905" y="70790"/>
                  <a:pt x="38731" y="70666"/>
                </a:cubicBezTo>
                <a:cubicBezTo>
                  <a:pt x="38656" y="70566"/>
                  <a:pt x="38557" y="70492"/>
                  <a:pt x="38432" y="70442"/>
                </a:cubicBezTo>
                <a:cubicBezTo>
                  <a:pt x="38283" y="70317"/>
                  <a:pt x="38108" y="70193"/>
                  <a:pt x="37934" y="70068"/>
                </a:cubicBezTo>
                <a:cubicBezTo>
                  <a:pt x="37835" y="69969"/>
                  <a:pt x="37710" y="69919"/>
                  <a:pt x="37586" y="69844"/>
                </a:cubicBezTo>
                <a:cubicBezTo>
                  <a:pt x="37436" y="69720"/>
                  <a:pt x="37237" y="69620"/>
                  <a:pt x="37088" y="69496"/>
                </a:cubicBezTo>
                <a:cubicBezTo>
                  <a:pt x="36963" y="69446"/>
                  <a:pt x="36839" y="69347"/>
                  <a:pt x="36764" y="69297"/>
                </a:cubicBezTo>
                <a:cubicBezTo>
                  <a:pt x="36590" y="69197"/>
                  <a:pt x="36416" y="69073"/>
                  <a:pt x="36267" y="68973"/>
                </a:cubicBezTo>
                <a:cubicBezTo>
                  <a:pt x="36142" y="68923"/>
                  <a:pt x="35993" y="68824"/>
                  <a:pt x="35893" y="68774"/>
                </a:cubicBezTo>
                <a:cubicBezTo>
                  <a:pt x="35732" y="68682"/>
                  <a:pt x="35571" y="68590"/>
                  <a:pt x="35430" y="68498"/>
                </a:cubicBezTo>
                <a:close/>
                <a:moveTo>
                  <a:pt x="62601" y="71686"/>
                </a:moveTo>
                <a:cubicBezTo>
                  <a:pt x="62651" y="71686"/>
                  <a:pt x="62651" y="71686"/>
                  <a:pt x="62676" y="71711"/>
                </a:cubicBezTo>
                <a:cubicBezTo>
                  <a:pt x="62651" y="71761"/>
                  <a:pt x="62651" y="71761"/>
                  <a:pt x="62601" y="71761"/>
                </a:cubicBezTo>
                <a:lnTo>
                  <a:pt x="62576" y="71711"/>
                </a:lnTo>
                <a:lnTo>
                  <a:pt x="62601" y="71686"/>
                </a:lnTo>
                <a:close/>
                <a:moveTo>
                  <a:pt x="9260" y="69197"/>
                </a:moveTo>
                <a:lnTo>
                  <a:pt x="9260" y="69297"/>
                </a:lnTo>
                <a:cubicBezTo>
                  <a:pt x="8911" y="70093"/>
                  <a:pt x="8563" y="70940"/>
                  <a:pt x="8264" y="71761"/>
                </a:cubicBezTo>
                <a:cubicBezTo>
                  <a:pt x="8229" y="71778"/>
                  <a:pt x="8207" y="71784"/>
                  <a:pt x="8196" y="71794"/>
                </a:cubicBezTo>
                <a:lnTo>
                  <a:pt x="8196" y="71794"/>
                </a:lnTo>
                <a:cubicBezTo>
                  <a:pt x="8542" y="70928"/>
                  <a:pt x="8889" y="70063"/>
                  <a:pt x="9260" y="69197"/>
                </a:cubicBezTo>
                <a:close/>
                <a:moveTo>
                  <a:pt x="47642" y="69645"/>
                </a:moveTo>
                <a:cubicBezTo>
                  <a:pt x="47268" y="70268"/>
                  <a:pt x="46895" y="70915"/>
                  <a:pt x="46547" y="71537"/>
                </a:cubicBezTo>
                <a:lnTo>
                  <a:pt x="45725" y="71811"/>
                </a:lnTo>
                <a:cubicBezTo>
                  <a:pt x="45675" y="71537"/>
                  <a:pt x="45650" y="71263"/>
                  <a:pt x="45601" y="71014"/>
                </a:cubicBezTo>
                <a:cubicBezTo>
                  <a:pt x="45626" y="70890"/>
                  <a:pt x="45650" y="70765"/>
                  <a:pt x="45675" y="70666"/>
                </a:cubicBezTo>
                <a:cubicBezTo>
                  <a:pt x="46347" y="70342"/>
                  <a:pt x="46995" y="70019"/>
                  <a:pt x="47642" y="69645"/>
                </a:cubicBezTo>
                <a:close/>
                <a:moveTo>
                  <a:pt x="45426" y="71313"/>
                </a:moveTo>
                <a:cubicBezTo>
                  <a:pt x="45476" y="71512"/>
                  <a:pt x="45501" y="71661"/>
                  <a:pt x="45501" y="71836"/>
                </a:cubicBezTo>
                <a:lnTo>
                  <a:pt x="45476" y="71885"/>
                </a:lnTo>
                <a:cubicBezTo>
                  <a:pt x="45426" y="71711"/>
                  <a:pt x="45426" y="71587"/>
                  <a:pt x="45402" y="71437"/>
                </a:cubicBezTo>
                <a:cubicBezTo>
                  <a:pt x="45402" y="71413"/>
                  <a:pt x="45426" y="71338"/>
                  <a:pt x="45426" y="71313"/>
                </a:cubicBezTo>
                <a:close/>
                <a:moveTo>
                  <a:pt x="32832" y="70591"/>
                </a:moveTo>
                <a:lnTo>
                  <a:pt x="32085" y="71910"/>
                </a:lnTo>
                <a:lnTo>
                  <a:pt x="32035" y="71910"/>
                </a:lnTo>
                <a:lnTo>
                  <a:pt x="32782" y="70591"/>
                </a:lnTo>
                <a:close/>
                <a:moveTo>
                  <a:pt x="45103" y="70940"/>
                </a:moveTo>
                <a:lnTo>
                  <a:pt x="45103" y="70964"/>
                </a:lnTo>
                <a:cubicBezTo>
                  <a:pt x="44978" y="71288"/>
                  <a:pt x="44879" y="71587"/>
                  <a:pt x="44779" y="71910"/>
                </a:cubicBezTo>
                <a:cubicBezTo>
                  <a:pt x="44306" y="71811"/>
                  <a:pt x="43858" y="71761"/>
                  <a:pt x="43360" y="71761"/>
                </a:cubicBezTo>
                <a:cubicBezTo>
                  <a:pt x="43933" y="71512"/>
                  <a:pt x="44530" y="71213"/>
                  <a:pt x="45103" y="70940"/>
                </a:cubicBezTo>
                <a:close/>
                <a:moveTo>
                  <a:pt x="21257" y="69322"/>
                </a:moveTo>
                <a:cubicBezTo>
                  <a:pt x="21606" y="69919"/>
                  <a:pt x="21979" y="70467"/>
                  <a:pt x="22452" y="70964"/>
                </a:cubicBezTo>
                <a:cubicBezTo>
                  <a:pt x="22327" y="71014"/>
                  <a:pt x="22153" y="71064"/>
                  <a:pt x="22029" y="71089"/>
                </a:cubicBezTo>
                <a:cubicBezTo>
                  <a:pt x="21929" y="71139"/>
                  <a:pt x="21855" y="71164"/>
                  <a:pt x="21730" y="71188"/>
                </a:cubicBezTo>
                <a:lnTo>
                  <a:pt x="20983" y="71462"/>
                </a:lnTo>
                <a:cubicBezTo>
                  <a:pt x="20884" y="71512"/>
                  <a:pt x="20759" y="71562"/>
                  <a:pt x="20660" y="71587"/>
                </a:cubicBezTo>
                <a:cubicBezTo>
                  <a:pt x="20411" y="71686"/>
                  <a:pt x="20212" y="71811"/>
                  <a:pt x="19938" y="71910"/>
                </a:cubicBezTo>
                <a:cubicBezTo>
                  <a:pt x="19913" y="71910"/>
                  <a:pt x="19888" y="71935"/>
                  <a:pt x="19888" y="71935"/>
                </a:cubicBezTo>
                <a:cubicBezTo>
                  <a:pt x="20361" y="71089"/>
                  <a:pt x="20784" y="70193"/>
                  <a:pt x="21257" y="69322"/>
                </a:cubicBezTo>
                <a:close/>
                <a:moveTo>
                  <a:pt x="45277" y="71836"/>
                </a:moveTo>
                <a:lnTo>
                  <a:pt x="45277" y="71910"/>
                </a:lnTo>
                <a:cubicBezTo>
                  <a:pt x="45277" y="71935"/>
                  <a:pt x="45252" y="71935"/>
                  <a:pt x="45252" y="71935"/>
                </a:cubicBezTo>
                <a:cubicBezTo>
                  <a:pt x="45252" y="71910"/>
                  <a:pt x="45277" y="71885"/>
                  <a:pt x="45277" y="71836"/>
                </a:cubicBezTo>
                <a:close/>
                <a:moveTo>
                  <a:pt x="9558" y="70964"/>
                </a:moveTo>
                <a:lnTo>
                  <a:pt x="9583" y="71014"/>
                </a:lnTo>
                <a:cubicBezTo>
                  <a:pt x="9509" y="71064"/>
                  <a:pt x="9384" y="71164"/>
                  <a:pt x="9285" y="71263"/>
                </a:cubicBezTo>
                <a:cubicBezTo>
                  <a:pt x="9135" y="71388"/>
                  <a:pt x="8961" y="71462"/>
                  <a:pt x="8837" y="71587"/>
                </a:cubicBezTo>
                <a:cubicBezTo>
                  <a:pt x="8712" y="71686"/>
                  <a:pt x="8588" y="71786"/>
                  <a:pt x="8463" y="71910"/>
                </a:cubicBezTo>
                <a:cubicBezTo>
                  <a:pt x="8438" y="71935"/>
                  <a:pt x="8413" y="71960"/>
                  <a:pt x="8388" y="71960"/>
                </a:cubicBezTo>
                <a:cubicBezTo>
                  <a:pt x="8388" y="71935"/>
                  <a:pt x="8413" y="71910"/>
                  <a:pt x="8413" y="71836"/>
                </a:cubicBezTo>
                <a:cubicBezTo>
                  <a:pt x="8438" y="71811"/>
                  <a:pt x="8488" y="71786"/>
                  <a:pt x="8538" y="71711"/>
                </a:cubicBezTo>
                <a:cubicBezTo>
                  <a:pt x="8911" y="71462"/>
                  <a:pt x="9210" y="71213"/>
                  <a:pt x="9558" y="70964"/>
                </a:cubicBezTo>
                <a:close/>
                <a:moveTo>
                  <a:pt x="33031" y="70666"/>
                </a:moveTo>
                <a:cubicBezTo>
                  <a:pt x="33056" y="70666"/>
                  <a:pt x="33056" y="70666"/>
                  <a:pt x="33080" y="70691"/>
                </a:cubicBezTo>
                <a:cubicBezTo>
                  <a:pt x="33578" y="71188"/>
                  <a:pt x="34151" y="71587"/>
                  <a:pt x="34723" y="71960"/>
                </a:cubicBezTo>
                <a:cubicBezTo>
                  <a:pt x="34213" y="71924"/>
                  <a:pt x="33690" y="71901"/>
                  <a:pt x="33162" y="71901"/>
                </a:cubicBezTo>
                <a:cubicBezTo>
                  <a:pt x="32969" y="71901"/>
                  <a:pt x="32776" y="71904"/>
                  <a:pt x="32583" y="71910"/>
                </a:cubicBezTo>
                <a:cubicBezTo>
                  <a:pt x="32483" y="71910"/>
                  <a:pt x="32408" y="71935"/>
                  <a:pt x="32309" y="71935"/>
                </a:cubicBezTo>
                <a:cubicBezTo>
                  <a:pt x="32558" y="71512"/>
                  <a:pt x="32782" y="71064"/>
                  <a:pt x="33031" y="70666"/>
                </a:cubicBezTo>
                <a:close/>
                <a:moveTo>
                  <a:pt x="45178" y="71313"/>
                </a:moveTo>
                <a:cubicBezTo>
                  <a:pt x="45178" y="71338"/>
                  <a:pt x="45227" y="71413"/>
                  <a:pt x="45227" y="71437"/>
                </a:cubicBezTo>
                <a:cubicBezTo>
                  <a:pt x="45153" y="71637"/>
                  <a:pt x="45103" y="71786"/>
                  <a:pt x="45053" y="71960"/>
                </a:cubicBezTo>
                <a:lnTo>
                  <a:pt x="45003" y="71960"/>
                </a:lnTo>
                <a:cubicBezTo>
                  <a:pt x="45053" y="71711"/>
                  <a:pt x="45128" y="71537"/>
                  <a:pt x="45178" y="71313"/>
                </a:cubicBezTo>
                <a:close/>
                <a:moveTo>
                  <a:pt x="33454" y="70765"/>
                </a:moveTo>
                <a:cubicBezTo>
                  <a:pt x="33479" y="70765"/>
                  <a:pt x="33553" y="70790"/>
                  <a:pt x="33578" y="70790"/>
                </a:cubicBezTo>
                <a:cubicBezTo>
                  <a:pt x="34151" y="71288"/>
                  <a:pt x="34773" y="71686"/>
                  <a:pt x="35445" y="72010"/>
                </a:cubicBezTo>
                <a:cubicBezTo>
                  <a:pt x="35346" y="72010"/>
                  <a:pt x="35296" y="71960"/>
                  <a:pt x="35196" y="71960"/>
                </a:cubicBezTo>
                <a:cubicBezTo>
                  <a:pt x="34549" y="71637"/>
                  <a:pt x="33952" y="71213"/>
                  <a:pt x="33454" y="70765"/>
                </a:cubicBezTo>
                <a:close/>
                <a:moveTo>
                  <a:pt x="41120" y="63871"/>
                </a:moveTo>
                <a:cubicBezTo>
                  <a:pt x="42440" y="65314"/>
                  <a:pt x="43485" y="66783"/>
                  <a:pt x="44182" y="68226"/>
                </a:cubicBezTo>
                <a:cubicBezTo>
                  <a:pt x="43435" y="69347"/>
                  <a:pt x="42738" y="70442"/>
                  <a:pt x="42066" y="71562"/>
                </a:cubicBezTo>
                <a:lnTo>
                  <a:pt x="42041" y="71562"/>
                </a:lnTo>
                <a:cubicBezTo>
                  <a:pt x="42016" y="71562"/>
                  <a:pt x="41991" y="71587"/>
                  <a:pt x="41991" y="71587"/>
                </a:cubicBezTo>
                <a:cubicBezTo>
                  <a:pt x="41867" y="71686"/>
                  <a:pt x="41743" y="71711"/>
                  <a:pt x="41618" y="71761"/>
                </a:cubicBezTo>
                <a:cubicBezTo>
                  <a:pt x="41245" y="71885"/>
                  <a:pt x="40896" y="71960"/>
                  <a:pt x="40523" y="72060"/>
                </a:cubicBezTo>
                <a:cubicBezTo>
                  <a:pt x="40448" y="72010"/>
                  <a:pt x="40423" y="71935"/>
                  <a:pt x="40374" y="71910"/>
                </a:cubicBezTo>
                <a:lnTo>
                  <a:pt x="40274" y="71437"/>
                </a:lnTo>
                <a:cubicBezTo>
                  <a:pt x="40274" y="71388"/>
                  <a:pt x="40249" y="71313"/>
                  <a:pt x="40249" y="71213"/>
                </a:cubicBezTo>
                <a:cubicBezTo>
                  <a:pt x="40199" y="71064"/>
                  <a:pt x="40199" y="70915"/>
                  <a:pt x="40174" y="70765"/>
                </a:cubicBezTo>
                <a:lnTo>
                  <a:pt x="40174" y="70716"/>
                </a:lnTo>
                <a:lnTo>
                  <a:pt x="40174" y="70691"/>
                </a:lnTo>
                <a:cubicBezTo>
                  <a:pt x="40174" y="70641"/>
                  <a:pt x="40150" y="70566"/>
                  <a:pt x="40150" y="70467"/>
                </a:cubicBezTo>
                <a:cubicBezTo>
                  <a:pt x="40150" y="70342"/>
                  <a:pt x="40150" y="70268"/>
                  <a:pt x="40125" y="70143"/>
                </a:cubicBezTo>
                <a:cubicBezTo>
                  <a:pt x="40125" y="70019"/>
                  <a:pt x="40075" y="69919"/>
                  <a:pt x="40075" y="69795"/>
                </a:cubicBezTo>
                <a:lnTo>
                  <a:pt x="40075" y="69720"/>
                </a:lnTo>
                <a:lnTo>
                  <a:pt x="40075" y="69645"/>
                </a:lnTo>
                <a:lnTo>
                  <a:pt x="40075" y="69571"/>
                </a:lnTo>
                <a:cubicBezTo>
                  <a:pt x="40075" y="69197"/>
                  <a:pt x="40075" y="68799"/>
                  <a:pt x="40125" y="68401"/>
                </a:cubicBezTo>
                <a:cubicBezTo>
                  <a:pt x="40125" y="68301"/>
                  <a:pt x="40125" y="68226"/>
                  <a:pt x="40150" y="68152"/>
                </a:cubicBezTo>
                <a:cubicBezTo>
                  <a:pt x="40249" y="67231"/>
                  <a:pt x="40398" y="66310"/>
                  <a:pt x="40647" y="65364"/>
                </a:cubicBezTo>
                <a:cubicBezTo>
                  <a:pt x="40772" y="64866"/>
                  <a:pt x="40921" y="64368"/>
                  <a:pt x="41120" y="63871"/>
                </a:cubicBezTo>
                <a:close/>
                <a:moveTo>
                  <a:pt x="46422" y="71786"/>
                </a:moveTo>
                <a:cubicBezTo>
                  <a:pt x="46422" y="71811"/>
                  <a:pt x="46397" y="71836"/>
                  <a:pt x="46397" y="71836"/>
                </a:cubicBezTo>
                <a:cubicBezTo>
                  <a:pt x="46173" y="71910"/>
                  <a:pt x="45924" y="71960"/>
                  <a:pt x="45725" y="72060"/>
                </a:cubicBezTo>
                <a:lnTo>
                  <a:pt x="45725" y="72010"/>
                </a:lnTo>
                <a:cubicBezTo>
                  <a:pt x="45974" y="71935"/>
                  <a:pt x="46173" y="71836"/>
                  <a:pt x="46422" y="71786"/>
                </a:cubicBezTo>
                <a:close/>
                <a:moveTo>
                  <a:pt x="40125" y="71935"/>
                </a:moveTo>
                <a:lnTo>
                  <a:pt x="40150" y="71960"/>
                </a:lnTo>
                <a:lnTo>
                  <a:pt x="40174" y="72010"/>
                </a:lnTo>
                <a:lnTo>
                  <a:pt x="40199" y="72085"/>
                </a:lnTo>
                <a:lnTo>
                  <a:pt x="40150" y="72035"/>
                </a:lnTo>
                <a:cubicBezTo>
                  <a:pt x="40150" y="72010"/>
                  <a:pt x="40150" y="71960"/>
                  <a:pt x="40125" y="71935"/>
                </a:cubicBezTo>
                <a:close/>
                <a:moveTo>
                  <a:pt x="21058" y="69073"/>
                </a:moveTo>
                <a:cubicBezTo>
                  <a:pt x="21133" y="69098"/>
                  <a:pt x="21133" y="69098"/>
                  <a:pt x="21133" y="69147"/>
                </a:cubicBezTo>
                <a:cubicBezTo>
                  <a:pt x="20610" y="70143"/>
                  <a:pt x="20112" y="71089"/>
                  <a:pt x="19639" y="72085"/>
                </a:cubicBezTo>
                <a:cubicBezTo>
                  <a:pt x="19614" y="72085"/>
                  <a:pt x="19589" y="72134"/>
                  <a:pt x="19540" y="72134"/>
                </a:cubicBezTo>
                <a:cubicBezTo>
                  <a:pt x="20038" y="71089"/>
                  <a:pt x="20535" y="70093"/>
                  <a:pt x="21058" y="69073"/>
                </a:cubicBezTo>
                <a:close/>
                <a:moveTo>
                  <a:pt x="42912" y="71935"/>
                </a:moveTo>
                <a:cubicBezTo>
                  <a:pt x="43510" y="71935"/>
                  <a:pt x="44132" y="71960"/>
                  <a:pt x="44729" y="72085"/>
                </a:cubicBezTo>
                <a:cubicBezTo>
                  <a:pt x="44655" y="72085"/>
                  <a:pt x="44630" y="72134"/>
                  <a:pt x="44555" y="72134"/>
                </a:cubicBezTo>
                <a:cubicBezTo>
                  <a:pt x="44131" y="72042"/>
                  <a:pt x="43679" y="71991"/>
                  <a:pt x="43230" y="71991"/>
                </a:cubicBezTo>
                <a:cubicBezTo>
                  <a:pt x="43073" y="71991"/>
                  <a:pt x="42917" y="71997"/>
                  <a:pt x="42763" y="72010"/>
                </a:cubicBezTo>
                <a:cubicBezTo>
                  <a:pt x="42813" y="71960"/>
                  <a:pt x="42863" y="71960"/>
                  <a:pt x="42912" y="71935"/>
                </a:cubicBezTo>
                <a:close/>
                <a:moveTo>
                  <a:pt x="11077" y="54885"/>
                </a:moveTo>
                <a:lnTo>
                  <a:pt x="11077" y="54885"/>
                </a:lnTo>
                <a:cubicBezTo>
                  <a:pt x="9807" y="58519"/>
                  <a:pt x="9085" y="62004"/>
                  <a:pt x="9011" y="65190"/>
                </a:cubicBezTo>
                <a:lnTo>
                  <a:pt x="9011" y="65464"/>
                </a:lnTo>
                <a:lnTo>
                  <a:pt x="9011" y="66584"/>
                </a:lnTo>
                <a:cubicBezTo>
                  <a:pt x="9011" y="66733"/>
                  <a:pt x="9011" y="66907"/>
                  <a:pt x="9036" y="67032"/>
                </a:cubicBezTo>
                <a:cubicBezTo>
                  <a:pt x="9036" y="67106"/>
                  <a:pt x="9036" y="67206"/>
                  <a:pt x="9061" y="67305"/>
                </a:cubicBezTo>
                <a:cubicBezTo>
                  <a:pt x="9061" y="67530"/>
                  <a:pt x="9085" y="67729"/>
                  <a:pt x="9085" y="67928"/>
                </a:cubicBezTo>
                <a:cubicBezTo>
                  <a:pt x="9110" y="68102"/>
                  <a:pt x="9110" y="68301"/>
                  <a:pt x="9160" y="68450"/>
                </a:cubicBezTo>
                <a:cubicBezTo>
                  <a:pt x="9160" y="68575"/>
                  <a:pt x="9185" y="68699"/>
                  <a:pt x="9185" y="68824"/>
                </a:cubicBezTo>
                <a:cubicBezTo>
                  <a:pt x="8712" y="69894"/>
                  <a:pt x="8289" y="70964"/>
                  <a:pt x="7866" y="72060"/>
                </a:cubicBezTo>
                <a:lnTo>
                  <a:pt x="7791" y="72159"/>
                </a:lnTo>
                <a:cubicBezTo>
                  <a:pt x="5675" y="69894"/>
                  <a:pt x="4331" y="67480"/>
                  <a:pt x="3833" y="65215"/>
                </a:cubicBezTo>
                <a:cubicBezTo>
                  <a:pt x="4904" y="62302"/>
                  <a:pt x="6198" y="59340"/>
                  <a:pt x="7766" y="56353"/>
                </a:cubicBezTo>
                <a:cubicBezTo>
                  <a:pt x="8712" y="55756"/>
                  <a:pt x="9832" y="55258"/>
                  <a:pt x="11077" y="54885"/>
                </a:cubicBezTo>
                <a:close/>
                <a:moveTo>
                  <a:pt x="31985" y="72134"/>
                </a:moveTo>
                <a:cubicBezTo>
                  <a:pt x="31985" y="72159"/>
                  <a:pt x="31960" y="72159"/>
                  <a:pt x="31960" y="72184"/>
                </a:cubicBezTo>
                <a:lnTo>
                  <a:pt x="31911" y="72184"/>
                </a:lnTo>
                <a:cubicBezTo>
                  <a:pt x="31911" y="72159"/>
                  <a:pt x="31935" y="72159"/>
                  <a:pt x="31935" y="72134"/>
                </a:cubicBezTo>
                <a:close/>
                <a:moveTo>
                  <a:pt x="45153" y="72159"/>
                </a:moveTo>
                <a:cubicBezTo>
                  <a:pt x="45178" y="72159"/>
                  <a:pt x="45227" y="72159"/>
                  <a:pt x="45252" y="72184"/>
                </a:cubicBezTo>
                <a:cubicBezTo>
                  <a:pt x="45227" y="72184"/>
                  <a:pt x="45178" y="72209"/>
                  <a:pt x="45153" y="72209"/>
                </a:cubicBezTo>
                <a:lnTo>
                  <a:pt x="45153" y="72159"/>
                </a:lnTo>
                <a:close/>
                <a:moveTo>
                  <a:pt x="71811" y="63348"/>
                </a:moveTo>
                <a:lnTo>
                  <a:pt x="72234" y="63746"/>
                </a:lnTo>
                <a:cubicBezTo>
                  <a:pt x="69446" y="66733"/>
                  <a:pt x="66534" y="69546"/>
                  <a:pt x="63423" y="72209"/>
                </a:cubicBezTo>
                <a:cubicBezTo>
                  <a:pt x="63273" y="72060"/>
                  <a:pt x="63149" y="71910"/>
                  <a:pt x="62975" y="71761"/>
                </a:cubicBezTo>
                <a:lnTo>
                  <a:pt x="63348" y="71462"/>
                </a:lnTo>
                <a:cubicBezTo>
                  <a:pt x="63522" y="71338"/>
                  <a:pt x="63697" y="71213"/>
                  <a:pt x="63846" y="71089"/>
                </a:cubicBezTo>
                <a:cubicBezTo>
                  <a:pt x="64045" y="70940"/>
                  <a:pt x="64219" y="70815"/>
                  <a:pt x="64418" y="70666"/>
                </a:cubicBezTo>
                <a:cubicBezTo>
                  <a:pt x="64443" y="70641"/>
                  <a:pt x="64518" y="70591"/>
                  <a:pt x="64543" y="70566"/>
                </a:cubicBezTo>
                <a:cubicBezTo>
                  <a:pt x="64568" y="70541"/>
                  <a:pt x="64642" y="70516"/>
                  <a:pt x="64667" y="70467"/>
                </a:cubicBezTo>
                <a:lnTo>
                  <a:pt x="64767" y="70367"/>
                </a:lnTo>
                <a:cubicBezTo>
                  <a:pt x="65314" y="69944"/>
                  <a:pt x="65837" y="69471"/>
                  <a:pt x="66385" y="68998"/>
                </a:cubicBezTo>
                <a:lnTo>
                  <a:pt x="66410" y="68973"/>
                </a:lnTo>
                <a:lnTo>
                  <a:pt x="66459" y="68923"/>
                </a:lnTo>
                <a:cubicBezTo>
                  <a:pt x="66957" y="68475"/>
                  <a:pt x="67430" y="68052"/>
                  <a:pt x="67903" y="67579"/>
                </a:cubicBezTo>
                <a:cubicBezTo>
                  <a:pt x="68003" y="67530"/>
                  <a:pt x="68052" y="67430"/>
                  <a:pt x="68152" y="67355"/>
                </a:cubicBezTo>
                <a:lnTo>
                  <a:pt x="68202" y="67305"/>
                </a:lnTo>
                <a:lnTo>
                  <a:pt x="68301" y="67206"/>
                </a:lnTo>
                <a:cubicBezTo>
                  <a:pt x="68700" y="66808"/>
                  <a:pt x="69123" y="66409"/>
                  <a:pt x="69521" y="65961"/>
                </a:cubicBezTo>
                <a:cubicBezTo>
                  <a:pt x="69646" y="65837"/>
                  <a:pt x="69745" y="65712"/>
                  <a:pt x="69870" y="65588"/>
                </a:cubicBezTo>
                <a:cubicBezTo>
                  <a:pt x="69894" y="65563"/>
                  <a:pt x="69894" y="65538"/>
                  <a:pt x="69919" y="65538"/>
                </a:cubicBezTo>
                <a:cubicBezTo>
                  <a:pt x="70193" y="65215"/>
                  <a:pt x="70492" y="64916"/>
                  <a:pt x="70766" y="64567"/>
                </a:cubicBezTo>
                <a:cubicBezTo>
                  <a:pt x="70865" y="64468"/>
                  <a:pt x="70940" y="64368"/>
                  <a:pt x="71015" y="64294"/>
                </a:cubicBezTo>
                <a:cubicBezTo>
                  <a:pt x="71139" y="64119"/>
                  <a:pt x="71263" y="63995"/>
                  <a:pt x="71388" y="63846"/>
                </a:cubicBezTo>
                <a:lnTo>
                  <a:pt x="71413" y="63821"/>
                </a:lnTo>
                <a:cubicBezTo>
                  <a:pt x="71537" y="63671"/>
                  <a:pt x="71687" y="63497"/>
                  <a:pt x="71811" y="63348"/>
                </a:cubicBezTo>
                <a:close/>
                <a:moveTo>
                  <a:pt x="33221" y="72051"/>
                </a:moveTo>
                <a:cubicBezTo>
                  <a:pt x="33878" y="72051"/>
                  <a:pt x="34525" y="72083"/>
                  <a:pt x="35171" y="72159"/>
                </a:cubicBezTo>
                <a:cubicBezTo>
                  <a:pt x="35221" y="72184"/>
                  <a:pt x="35321" y="72209"/>
                  <a:pt x="35370" y="72259"/>
                </a:cubicBezTo>
                <a:cubicBezTo>
                  <a:pt x="34706" y="72166"/>
                  <a:pt x="34028" y="72115"/>
                  <a:pt x="33336" y="72115"/>
                </a:cubicBezTo>
                <a:cubicBezTo>
                  <a:pt x="33095" y="72115"/>
                  <a:pt x="32852" y="72121"/>
                  <a:pt x="32608" y="72134"/>
                </a:cubicBezTo>
                <a:cubicBezTo>
                  <a:pt x="32458" y="72134"/>
                  <a:pt x="32334" y="72159"/>
                  <a:pt x="32184" y="72159"/>
                </a:cubicBezTo>
                <a:cubicBezTo>
                  <a:pt x="32184" y="72134"/>
                  <a:pt x="32209" y="72134"/>
                  <a:pt x="32209" y="72085"/>
                </a:cubicBezTo>
                <a:cubicBezTo>
                  <a:pt x="32334" y="72085"/>
                  <a:pt x="32483" y="72060"/>
                  <a:pt x="32608" y="72060"/>
                </a:cubicBezTo>
                <a:cubicBezTo>
                  <a:pt x="32813" y="72054"/>
                  <a:pt x="33017" y="72051"/>
                  <a:pt x="33221" y="72051"/>
                </a:cubicBezTo>
                <a:close/>
                <a:moveTo>
                  <a:pt x="46248" y="72085"/>
                </a:moveTo>
                <a:lnTo>
                  <a:pt x="46248" y="72085"/>
                </a:lnTo>
                <a:cubicBezTo>
                  <a:pt x="46223" y="72159"/>
                  <a:pt x="46173" y="72209"/>
                  <a:pt x="46148" y="72259"/>
                </a:cubicBezTo>
                <a:cubicBezTo>
                  <a:pt x="46099" y="72209"/>
                  <a:pt x="46024" y="72184"/>
                  <a:pt x="45924" y="72184"/>
                </a:cubicBezTo>
                <a:cubicBezTo>
                  <a:pt x="46024" y="72159"/>
                  <a:pt x="46148" y="72134"/>
                  <a:pt x="46248" y="72085"/>
                </a:cubicBezTo>
                <a:close/>
                <a:moveTo>
                  <a:pt x="8164" y="72060"/>
                </a:moveTo>
                <a:cubicBezTo>
                  <a:pt x="8164" y="72134"/>
                  <a:pt x="8164" y="72159"/>
                  <a:pt x="8140" y="72184"/>
                </a:cubicBezTo>
                <a:lnTo>
                  <a:pt x="8090" y="72209"/>
                </a:lnTo>
                <a:lnTo>
                  <a:pt x="8040" y="72284"/>
                </a:lnTo>
                <a:cubicBezTo>
                  <a:pt x="8040" y="72259"/>
                  <a:pt x="8065" y="72184"/>
                  <a:pt x="8065" y="72159"/>
                </a:cubicBezTo>
                <a:lnTo>
                  <a:pt x="8164" y="72060"/>
                </a:lnTo>
                <a:close/>
                <a:moveTo>
                  <a:pt x="3709" y="65513"/>
                </a:moveTo>
                <a:cubicBezTo>
                  <a:pt x="4281" y="67754"/>
                  <a:pt x="5601" y="70068"/>
                  <a:pt x="7617" y="72284"/>
                </a:cubicBezTo>
                <a:cubicBezTo>
                  <a:pt x="7592" y="72284"/>
                  <a:pt x="7592" y="72309"/>
                  <a:pt x="7567" y="72309"/>
                </a:cubicBezTo>
                <a:cubicBezTo>
                  <a:pt x="5576" y="70168"/>
                  <a:pt x="4232" y="67853"/>
                  <a:pt x="3684" y="65613"/>
                </a:cubicBezTo>
                <a:cubicBezTo>
                  <a:pt x="3684" y="65588"/>
                  <a:pt x="3709" y="65563"/>
                  <a:pt x="3709" y="65513"/>
                </a:cubicBezTo>
                <a:close/>
                <a:moveTo>
                  <a:pt x="22601" y="71089"/>
                </a:moveTo>
                <a:lnTo>
                  <a:pt x="22626" y="71139"/>
                </a:lnTo>
                <a:lnTo>
                  <a:pt x="22651" y="71164"/>
                </a:lnTo>
                <a:cubicBezTo>
                  <a:pt x="22029" y="71388"/>
                  <a:pt x="21407" y="71587"/>
                  <a:pt x="20784" y="71836"/>
                </a:cubicBezTo>
                <a:cubicBezTo>
                  <a:pt x="20486" y="71960"/>
                  <a:pt x="20137" y="72134"/>
                  <a:pt x="19813" y="72284"/>
                </a:cubicBezTo>
                <a:cubicBezTo>
                  <a:pt x="19789" y="72284"/>
                  <a:pt x="19789" y="72309"/>
                  <a:pt x="19764" y="72309"/>
                </a:cubicBezTo>
                <a:cubicBezTo>
                  <a:pt x="19764" y="72309"/>
                  <a:pt x="19764" y="72284"/>
                  <a:pt x="19789" y="72284"/>
                </a:cubicBezTo>
                <a:cubicBezTo>
                  <a:pt x="19789" y="72284"/>
                  <a:pt x="19789" y="72259"/>
                  <a:pt x="19813" y="72259"/>
                </a:cubicBezTo>
                <a:cubicBezTo>
                  <a:pt x="19838" y="72209"/>
                  <a:pt x="19888" y="72184"/>
                  <a:pt x="19913" y="72159"/>
                </a:cubicBezTo>
                <a:cubicBezTo>
                  <a:pt x="20212" y="72035"/>
                  <a:pt x="20436" y="71910"/>
                  <a:pt x="20734" y="71786"/>
                </a:cubicBezTo>
                <a:cubicBezTo>
                  <a:pt x="20784" y="71761"/>
                  <a:pt x="20859" y="71761"/>
                  <a:pt x="20909" y="71711"/>
                </a:cubicBezTo>
                <a:cubicBezTo>
                  <a:pt x="21183" y="71587"/>
                  <a:pt x="21506" y="71462"/>
                  <a:pt x="21780" y="71388"/>
                </a:cubicBezTo>
                <a:cubicBezTo>
                  <a:pt x="21805" y="71338"/>
                  <a:pt x="21879" y="71338"/>
                  <a:pt x="21904" y="71313"/>
                </a:cubicBezTo>
                <a:cubicBezTo>
                  <a:pt x="22128" y="71213"/>
                  <a:pt x="22352" y="71164"/>
                  <a:pt x="22601" y="71089"/>
                </a:cubicBezTo>
                <a:close/>
                <a:moveTo>
                  <a:pt x="41295" y="72134"/>
                </a:moveTo>
                <a:cubicBezTo>
                  <a:pt x="41270" y="72134"/>
                  <a:pt x="41170" y="72159"/>
                  <a:pt x="41071" y="72184"/>
                </a:cubicBezTo>
                <a:cubicBezTo>
                  <a:pt x="40946" y="72209"/>
                  <a:pt x="40822" y="72259"/>
                  <a:pt x="40697" y="72309"/>
                </a:cubicBezTo>
                <a:cubicBezTo>
                  <a:pt x="40697" y="72309"/>
                  <a:pt x="40697" y="72284"/>
                  <a:pt x="40672" y="72284"/>
                </a:cubicBezTo>
                <a:lnTo>
                  <a:pt x="40647" y="72259"/>
                </a:lnTo>
                <a:cubicBezTo>
                  <a:pt x="40797" y="72209"/>
                  <a:pt x="40996" y="72159"/>
                  <a:pt x="41145" y="72134"/>
                </a:cubicBezTo>
                <a:close/>
                <a:moveTo>
                  <a:pt x="45551" y="72284"/>
                </a:moveTo>
                <a:lnTo>
                  <a:pt x="45551" y="72309"/>
                </a:lnTo>
                <a:cubicBezTo>
                  <a:pt x="45526" y="72309"/>
                  <a:pt x="45526" y="72309"/>
                  <a:pt x="45501" y="72284"/>
                </a:cubicBezTo>
                <a:lnTo>
                  <a:pt x="45501" y="72284"/>
                </a:lnTo>
                <a:cubicBezTo>
                  <a:pt x="45509" y="72292"/>
                  <a:pt x="45515" y="72295"/>
                  <a:pt x="45520" y="72295"/>
                </a:cubicBezTo>
                <a:cubicBezTo>
                  <a:pt x="45529" y="72295"/>
                  <a:pt x="45534" y="72284"/>
                  <a:pt x="45551" y="72284"/>
                </a:cubicBezTo>
                <a:close/>
                <a:moveTo>
                  <a:pt x="62825" y="71836"/>
                </a:moveTo>
                <a:cubicBezTo>
                  <a:pt x="62975" y="72010"/>
                  <a:pt x="63149" y="72159"/>
                  <a:pt x="63298" y="72333"/>
                </a:cubicBezTo>
                <a:cubicBezTo>
                  <a:pt x="63273" y="72333"/>
                  <a:pt x="63224" y="72383"/>
                  <a:pt x="63224" y="72383"/>
                </a:cubicBezTo>
                <a:cubicBezTo>
                  <a:pt x="63074" y="72209"/>
                  <a:pt x="62925" y="72035"/>
                  <a:pt x="62751" y="71885"/>
                </a:cubicBezTo>
                <a:lnTo>
                  <a:pt x="62800" y="71885"/>
                </a:lnTo>
                <a:lnTo>
                  <a:pt x="62825" y="71836"/>
                </a:lnTo>
                <a:close/>
                <a:moveTo>
                  <a:pt x="72309" y="63945"/>
                </a:moveTo>
                <a:lnTo>
                  <a:pt x="72359" y="63970"/>
                </a:lnTo>
                <a:cubicBezTo>
                  <a:pt x="69621" y="66907"/>
                  <a:pt x="66683" y="69720"/>
                  <a:pt x="63572" y="72408"/>
                </a:cubicBezTo>
                <a:lnTo>
                  <a:pt x="63547" y="72383"/>
                </a:lnTo>
                <a:lnTo>
                  <a:pt x="63522" y="72333"/>
                </a:lnTo>
                <a:cubicBezTo>
                  <a:pt x="66659" y="69695"/>
                  <a:pt x="69571" y="66857"/>
                  <a:pt x="72309" y="63945"/>
                </a:cubicBezTo>
                <a:close/>
                <a:moveTo>
                  <a:pt x="34474" y="68276"/>
                </a:moveTo>
                <a:cubicBezTo>
                  <a:pt x="34574" y="68301"/>
                  <a:pt x="34649" y="68326"/>
                  <a:pt x="34723" y="68401"/>
                </a:cubicBezTo>
                <a:cubicBezTo>
                  <a:pt x="34898" y="68475"/>
                  <a:pt x="35072" y="68550"/>
                  <a:pt x="35221" y="68650"/>
                </a:cubicBezTo>
                <a:cubicBezTo>
                  <a:pt x="35395" y="68699"/>
                  <a:pt x="35520" y="68799"/>
                  <a:pt x="35644" y="68849"/>
                </a:cubicBezTo>
                <a:cubicBezTo>
                  <a:pt x="35794" y="68948"/>
                  <a:pt x="35943" y="69023"/>
                  <a:pt x="36092" y="69098"/>
                </a:cubicBezTo>
                <a:cubicBezTo>
                  <a:pt x="36267" y="69197"/>
                  <a:pt x="36391" y="69272"/>
                  <a:pt x="36540" y="69347"/>
                </a:cubicBezTo>
                <a:cubicBezTo>
                  <a:pt x="36690" y="69446"/>
                  <a:pt x="36814" y="69546"/>
                  <a:pt x="36963" y="69645"/>
                </a:cubicBezTo>
                <a:cubicBezTo>
                  <a:pt x="37088" y="69720"/>
                  <a:pt x="37262" y="69819"/>
                  <a:pt x="37387" y="69919"/>
                </a:cubicBezTo>
                <a:cubicBezTo>
                  <a:pt x="37511" y="70019"/>
                  <a:pt x="37660" y="70093"/>
                  <a:pt x="37785" y="70193"/>
                </a:cubicBezTo>
                <a:cubicBezTo>
                  <a:pt x="37909" y="70292"/>
                  <a:pt x="38034" y="70392"/>
                  <a:pt x="38183" y="70516"/>
                </a:cubicBezTo>
                <a:cubicBezTo>
                  <a:pt x="38308" y="70591"/>
                  <a:pt x="38432" y="70691"/>
                  <a:pt x="38557" y="70815"/>
                </a:cubicBezTo>
                <a:cubicBezTo>
                  <a:pt x="38681" y="70915"/>
                  <a:pt x="38805" y="71039"/>
                  <a:pt x="38930" y="71139"/>
                </a:cubicBezTo>
                <a:cubicBezTo>
                  <a:pt x="39054" y="71213"/>
                  <a:pt x="39179" y="71338"/>
                  <a:pt x="39303" y="71437"/>
                </a:cubicBezTo>
                <a:cubicBezTo>
                  <a:pt x="39428" y="71562"/>
                  <a:pt x="39552" y="71686"/>
                  <a:pt x="39677" y="71786"/>
                </a:cubicBezTo>
                <a:lnTo>
                  <a:pt x="40000" y="72085"/>
                </a:lnTo>
                <a:cubicBezTo>
                  <a:pt x="40000" y="72134"/>
                  <a:pt x="40000" y="72134"/>
                  <a:pt x="40025" y="72134"/>
                </a:cubicBezTo>
                <a:lnTo>
                  <a:pt x="40025" y="72159"/>
                </a:lnTo>
                <a:cubicBezTo>
                  <a:pt x="39577" y="72309"/>
                  <a:pt x="39204" y="72383"/>
                  <a:pt x="38830" y="72433"/>
                </a:cubicBezTo>
                <a:cubicBezTo>
                  <a:pt x="38631" y="72309"/>
                  <a:pt x="38382" y="72159"/>
                  <a:pt x="38158" y="72035"/>
                </a:cubicBezTo>
                <a:lnTo>
                  <a:pt x="38133" y="72010"/>
                </a:lnTo>
                <a:cubicBezTo>
                  <a:pt x="36839" y="71288"/>
                  <a:pt x="35445" y="70765"/>
                  <a:pt x="33977" y="70392"/>
                </a:cubicBezTo>
                <a:cubicBezTo>
                  <a:pt x="33927" y="70392"/>
                  <a:pt x="33902" y="70342"/>
                  <a:pt x="33827" y="70342"/>
                </a:cubicBezTo>
                <a:cubicBezTo>
                  <a:pt x="33678" y="70317"/>
                  <a:pt x="33479" y="70268"/>
                  <a:pt x="33329" y="70218"/>
                </a:cubicBezTo>
                <a:cubicBezTo>
                  <a:pt x="33329" y="70218"/>
                  <a:pt x="33304" y="70218"/>
                  <a:pt x="33304" y="70193"/>
                </a:cubicBezTo>
                <a:cubicBezTo>
                  <a:pt x="33678" y="69546"/>
                  <a:pt x="34076" y="68899"/>
                  <a:pt x="34474" y="68276"/>
                </a:cubicBezTo>
                <a:close/>
                <a:moveTo>
                  <a:pt x="35843" y="72259"/>
                </a:moveTo>
                <a:lnTo>
                  <a:pt x="35843" y="72259"/>
                </a:lnTo>
                <a:cubicBezTo>
                  <a:pt x="35943" y="72284"/>
                  <a:pt x="36067" y="72284"/>
                  <a:pt x="36167" y="72309"/>
                </a:cubicBezTo>
                <a:cubicBezTo>
                  <a:pt x="36328" y="72362"/>
                  <a:pt x="36476" y="72403"/>
                  <a:pt x="36638" y="72449"/>
                </a:cubicBezTo>
                <a:lnTo>
                  <a:pt x="36638" y="72449"/>
                </a:lnTo>
                <a:cubicBezTo>
                  <a:pt x="36493" y="72417"/>
                  <a:pt x="36335" y="72400"/>
                  <a:pt x="36167" y="72383"/>
                </a:cubicBezTo>
                <a:cubicBezTo>
                  <a:pt x="36142" y="72383"/>
                  <a:pt x="36092" y="72383"/>
                  <a:pt x="36092" y="72333"/>
                </a:cubicBezTo>
                <a:cubicBezTo>
                  <a:pt x="36018" y="72309"/>
                  <a:pt x="35943" y="72284"/>
                  <a:pt x="35843" y="72259"/>
                </a:cubicBezTo>
                <a:close/>
                <a:moveTo>
                  <a:pt x="33977" y="70890"/>
                </a:moveTo>
                <a:lnTo>
                  <a:pt x="33977" y="70890"/>
                </a:lnTo>
                <a:cubicBezTo>
                  <a:pt x="34101" y="70915"/>
                  <a:pt x="34225" y="70940"/>
                  <a:pt x="34325" y="70964"/>
                </a:cubicBezTo>
                <a:lnTo>
                  <a:pt x="34698" y="71064"/>
                </a:lnTo>
                <a:cubicBezTo>
                  <a:pt x="35196" y="71213"/>
                  <a:pt x="35694" y="71388"/>
                  <a:pt x="36167" y="71562"/>
                </a:cubicBezTo>
                <a:lnTo>
                  <a:pt x="36192" y="71562"/>
                </a:lnTo>
                <a:cubicBezTo>
                  <a:pt x="36665" y="71761"/>
                  <a:pt x="37113" y="71960"/>
                  <a:pt x="37586" y="72209"/>
                </a:cubicBezTo>
                <a:cubicBezTo>
                  <a:pt x="37660" y="72259"/>
                  <a:pt x="37710" y="72284"/>
                  <a:pt x="37810" y="72309"/>
                </a:cubicBezTo>
                <a:cubicBezTo>
                  <a:pt x="37909" y="72383"/>
                  <a:pt x="37984" y="72433"/>
                  <a:pt x="38084" y="72458"/>
                </a:cubicBezTo>
                <a:lnTo>
                  <a:pt x="37909" y="72458"/>
                </a:lnTo>
                <a:cubicBezTo>
                  <a:pt x="37337" y="72383"/>
                  <a:pt x="36789" y="72209"/>
                  <a:pt x="36192" y="72134"/>
                </a:cubicBezTo>
                <a:cubicBezTo>
                  <a:pt x="35346" y="71811"/>
                  <a:pt x="34599" y="71413"/>
                  <a:pt x="33977" y="70890"/>
                </a:cubicBezTo>
                <a:close/>
                <a:moveTo>
                  <a:pt x="39926" y="72458"/>
                </a:moveTo>
                <a:lnTo>
                  <a:pt x="39926" y="72458"/>
                </a:lnTo>
                <a:cubicBezTo>
                  <a:pt x="39926" y="72458"/>
                  <a:pt x="39926" y="72458"/>
                  <a:pt x="39926" y="72458"/>
                </a:cubicBezTo>
                <a:lnTo>
                  <a:pt x="39901" y="72458"/>
                </a:lnTo>
                <a:cubicBezTo>
                  <a:pt x="39908" y="72458"/>
                  <a:pt x="39917" y="72458"/>
                  <a:pt x="39926" y="72458"/>
                </a:cubicBezTo>
                <a:close/>
                <a:moveTo>
                  <a:pt x="45750" y="72309"/>
                </a:moveTo>
                <a:cubicBezTo>
                  <a:pt x="45874" y="72333"/>
                  <a:pt x="45949" y="72383"/>
                  <a:pt x="46099" y="72408"/>
                </a:cubicBezTo>
                <a:cubicBezTo>
                  <a:pt x="46099" y="72433"/>
                  <a:pt x="46049" y="72433"/>
                  <a:pt x="46049" y="72458"/>
                </a:cubicBezTo>
                <a:cubicBezTo>
                  <a:pt x="45974" y="72433"/>
                  <a:pt x="45850" y="72408"/>
                  <a:pt x="45750" y="72383"/>
                </a:cubicBezTo>
                <a:lnTo>
                  <a:pt x="45750" y="72309"/>
                </a:lnTo>
                <a:close/>
                <a:moveTo>
                  <a:pt x="7791" y="72433"/>
                </a:moveTo>
                <a:cubicBezTo>
                  <a:pt x="7791" y="72458"/>
                  <a:pt x="7766" y="72458"/>
                  <a:pt x="7766" y="72508"/>
                </a:cubicBezTo>
                <a:lnTo>
                  <a:pt x="7716" y="72458"/>
                </a:lnTo>
                <a:cubicBezTo>
                  <a:pt x="7766" y="72458"/>
                  <a:pt x="7766" y="72433"/>
                  <a:pt x="7791" y="72433"/>
                </a:cubicBezTo>
                <a:close/>
                <a:moveTo>
                  <a:pt x="19515" y="72383"/>
                </a:moveTo>
                <a:cubicBezTo>
                  <a:pt x="19515" y="72383"/>
                  <a:pt x="19515" y="72408"/>
                  <a:pt x="19490" y="72408"/>
                </a:cubicBezTo>
                <a:cubicBezTo>
                  <a:pt x="19490" y="72433"/>
                  <a:pt x="19465" y="72433"/>
                  <a:pt x="19465" y="72458"/>
                </a:cubicBezTo>
                <a:cubicBezTo>
                  <a:pt x="19440" y="72458"/>
                  <a:pt x="19415" y="72458"/>
                  <a:pt x="19390" y="72508"/>
                </a:cubicBezTo>
                <a:cubicBezTo>
                  <a:pt x="19390" y="72458"/>
                  <a:pt x="19415" y="72458"/>
                  <a:pt x="19415" y="72433"/>
                </a:cubicBezTo>
                <a:lnTo>
                  <a:pt x="19415" y="72408"/>
                </a:lnTo>
                <a:cubicBezTo>
                  <a:pt x="19440" y="72408"/>
                  <a:pt x="19490" y="72383"/>
                  <a:pt x="19515" y="72383"/>
                </a:cubicBezTo>
                <a:close/>
                <a:moveTo>
                  <a:pt x="33592" y="70544"/>
                </a:moveTo>
                <a:cubicBezTo>
                  <a:pt x="35230" y="70918"/>
                  <a:pt x="36818" y="71539"/>
                  <a:pt x="38283" y="72333"/>
                </a:cubicBezTo>
                <a:cubicBezTo>
                  <a:pt x="38308" y="72383"/>
                  <a:pt x="38382" y="72383"/>
                  <a:pt x="38407" y="72408"/>
                </a:cubicBezTo>
                <a:cubicBezTo>
                  <a:pt x="38432" y="72433"/>
                  <a:pt x="38507" y="72458"/>
                  <a:pt x="38532" y="72508"/>
                </a:cubicBezTo>
                <a:lnTo>
                  <a:pt x="38457" y="72508"/>
                </a:lnTo>
                <a:cubicBezTo>
                  <a:pt x="38283" y="72408"/>
                  <a:pt x="38084" y="72284"/>
                  <a:pt x="37909" y="72184"/>
                </a:cubicBezTo>
                <a:cubicBezTo>
                  <a:pt x="37835" y="72159"/>
                  <a:pt x="37785" y="72134"/>
                  <a:pt x="37685" y="72060"/>
                </a:cubicBezTo>
                <a:cubicBezTo>
                  <a:pt x="37212" y="71811"/>
                  <a:pt x="36764" y="71587"/>
                  <a:pt x="36267" y="71413"/>
                </a:cubicBezTo>
                <a:cubicBezTo>
                  <a:pt x="36192" y="71388"/>
                  <a:pt x="36142" y="71338"/>
                  <a:pt x="36067" y="71338"/>
                </a:cubicBezTo>
                <a:cubicBezTo>
                  <a:pt x="35669" y="71188"/>
                  <a:pt x="35221" y="71039"/>
                  <a:pt x="34798" y="70915"/>
                </a:cubicBezTo>
                <a:cubicBezTo>
                  <a:pt x="34673" y="70890"/>
                  <a:pt x="34549" y="70815"/>
                  <a:pt x="34425" y="70790"/>
                </a:cubicBezTo>
                <a:lnTo>
                  <a:pt x="33678" y="70591"/>
                </a:lnTo>
                <a:lnTo>
                  <a:pt x="33653" y="70566"/>
                </a:lnTo>
                <a:cubicBezTo>
                  <a:pt x="33614" y="70566"/>
                  <a:pt x="33606" y="70551"/>
                  <a:pt x="33592" y="70544"/>
                </a:cubicBezTo>
                <a:close/>
                <a:moveTo>
                  <a:pt x="41419" y="72284"/>
                </a:moveTo>
                <a:cubicBezTo>
                  <a:pt x="41245" y="72408"/>
                  <a:pt x="41071" y="72433"/>
                  <a:pt x="40921" y="72508"/>
                </a:cubicBezTo>
                <a:cubicBezTo>
                  <a:pt x="40921" y="72458"/>
                  <a:pt x="40896" y="72458"/>
                  <a:pt x="40896" y="72433"/>
                </a:cubicBezTo>
                <a:cubicBezTo>
                  <a:pt x="40921" y="72433"/>
                  <a:pt x="40921" y="72433"/>
                  <a:pt x="40946" y="72408"/>
                </a:cubicBezTo>
                <a:cubicBezTo>
                  <a:pt x="41046" y="72383"/>
                  <a:pt x="41170" y="72333"/>
                  <a:pt x="41270" y="72309"/>
                </a:cubicBezTo>
                <a:cubicBezTo>
                  <a:pt x="41319" y="72309"/>
                  <a:pt x="41369" y="72284"/>
                  <a:pt x="41419" y="72284"/>
                </a:cubicBezTo>
                <a:close/>
                <a:moveTo>
                  <a:pt x="63423" y="72458"/>
                </a:moveTo>
                <a:cubicBezTo>
                  <a:pt x="63423" y="72508"/>
                  <a:pt x="63423" y="72508"/>
                  <a:pt x="63448" y="72533"/>
                </a:cubicBezTo>
                <a:cubicBezTo>
                  <a:pt x="63423" y="72533"/>
                  <a:pt x="63423" y="72557"/>
                  <a:pt x="63398" y="72557"/>
                </a:cubicBezTo>
                <a:cubicBezTo>
                  <a:pt x="63398" y="72533"/>
                  <a:pt x="63348" y="72533"/>
                  <a:pt x="63348" y="72508"/>
                </a:cubicBezTo>
                <a:cubicBezTo>
                  <a:pt x="63398" y="72508"/>
                  <a:pt x="63398" y="72458"/>
                  <a:pt x="63423" y="72458"/>
                </a:cubicBezTo>
                <a:close/>
                <a:moveTo>
                  <a:pt x="43334" y="72176"/>
                </a:moveTo>
                <a:cubicBezTo>
                  <a:pt x="43592" y="72176"/>
                  <a:pt x="43849" y="72188"/>
                  <a:pt x="44107" y="72209"/>
                </a:cubicBezTo>
                <a:cubicBezTo>
                  <a:pt x="43385" y="72383"/>
                  <a:pt x="42688" y="72508"/>
                  <a:pt x="42016" y="72582"/>
                </a:cubicBezTo>
                <a:cubicBezTo>
                  <a:pt x="42016" y="72557"/>
                  <a:pt x="42041" y="72533"/>
                  <a:pt x="42041" y="72533"/>
                </a:cubicBezTo>
                <a:cubicBezTo>
                  <a:pt x="42041" y="72533"/>
                  <a:pt x="42041" y="72508"/>
                  <a:pt x="42066" y="72508"/>
                </a:cubicBezTo>
                <a:cubicBezTo>
                  <a:pt x="42066" y="72508"/>
                  <a:pt x="42066" y="72458"/>
                  <a:pt x="42116" y="72458"/>
                </a:cubicBezTo>
                <a:cubicBezTo>
                  <a:pt x="42141" y="72408"/>
                  <a:pt x="42191" y="72309"/>
                  <a:pt x="42240" y="72259"/>
                </a:cubicBezTo>
                <a:cubicBezTo>
                  <a:pt x="42605" y="72200"/>
                  <a:pt x="42969" y="72176"/>
                  <a:pt x="43334" y="72176"/>
                </a:cubicBezTo>
                <a:close/>
                <a:moveTo>
                  <a:pt x="40672" y="72533"/>
                </a:moveTo>
                <a:cubicBezTo>
                  <a:pt x="40672" y="72533"/>
                  <a:pt x="40697" y="72557"/>
                  <a:pt x="40697" y="72582"/>
                </a:cubicBezTo>
                <a:cubicBezTo>
                  <a:pt x="40672" y="72582"/>
                  <a:pt x="40672" y="72582"/>
                  <a:pt x="40647" y="72632"/>
                </a:cubicBezTo>
                <a:cubicBezTo>
                  <a:pt x="40647" y="72582"/>
                  <a:pt x="40622" y="72582"/>
                  <a:pt x="40622" y="72557"/>
                </a:cubicBezTo>
                <a:cubicBezTo>
                  <a:pt x="40647" y="72557"/>
                  <a:pt x="40647" y="72557"/>
                  <a:pt x="40672" y="72533"/>
                </a:cubicBezTo>
                <a:close/>
                <a:moveTo>
                  <a:pt x="41942" y="72309"/>
                </a:moveTo>
                <a:cubicBezTo>
                  <a:pt x="41892" y="72408"/>
                  <a:pt x="41817" y="72533"/>
                  <a:pt x="41767" y="72632"/>
                </a:cubicBezTo>
                <a:lnTo>
                  <a:pt x="41743" y="72632"/>
                </a:lnTo>
                <a:cubicBezTo>
                  <a:pt x="41767" y="72533"/>
                  <a:pt x="41817" y="72433"/>
                  <a:pt x="41892" y="72333"/>
                </a:cubicBezTo>
                <a:cubicBezTo>
                  <a:pt x="41917" y="72333"/>
                  <a:pt x="41942" y="72309"/>
                  <a:pt x="41942" y="72309"/>
                </a:cubicBezTo>
                <a:close/>
                <a:moveTo>
                  <a:pt x="39204" y="72582"/>
                </a:moveTo>
                <a:cubicBezTo>
                  <a:pt x="39204" y="72582"/>
                  <a:pt x="39179" y="72582"/>
                  <a:pt x="39154" y="72632"/>
                </a:cubicBezTo>
                <a:cubicBezTo>
                  <a:pt x="39129" y="72632"/>
                  <a:pt x="39129" y="72657"/>
                  <a:pt x="39079" y="72657"/>
                </a:cubicBezTo>
                <a:lnTo>
                  <a:pt x="39054" y="72657"/>
                </a:lnTo>
                <a:cubicBezTo>
                  <a:pt x="39054" y="72657"/>
                  <a:pt x="39029" y="72657"/>
                  <a:pt x="39029" y="72632"/>
                </a:cubicBezTo>
                <a:cubicBezTo>
                  <a:pt x="39079" y="72632"/>
                  <a:pt x="39154" y="72582"/>
                  <a:pt x="39204" y="72582"/>
                </a:cubicBezTo>
                <a:close/>
                <a:moveTo>
                  <a:pt x="38756" y="72657"/>
                </a:moveTo>
                <a:lnTo>
                  <a:pt x="38781" y="72682"/>
                </a:lnTo>
                <a:lnTo>
                  <a:pt x="38756" y="72682"/>
                </a:lnTo>
                <a:cubicBezTo>
                  <a:pt x="38756" y="72657"/>
                  <a:pt x="38706" y="72657"/>
                  <a:pt x="38681" y="72657"/>
                </a:cubicBezTo>
                <a:close/>
                <a:moveTo>
                  <a:pt x="40398" y="72632"/>
                </a:moveTo>
                <a:cubicBezTo>
                  <a:pt x="40398" y="72657"/>
                  <a:pt x="40398" y="72657"/>
                  <a:pt x="40423" y="72682"/>
                </a:cubicBezTo>
                <a:lnTo>
                  <a:pt x="40374" y="72682"/>
                </a:lnTo>
                <a:lnTo>
                  <a:pt x="40374" y="72657"/>
                </a:lnTo>
                <a:cubicBezTo>
                  <a:pt x="40398" y="72657"/>
                  <a:pt x="40398" y="72657"/>
                  <a:pt x="40398" y="72632"/>
                </a:cubicBezTo>
                <a:close/>
                <a:moveTo>
                  <a:pt x="41543" y="72458"/>
                </a:moveTo>
                <a:cubicBezTo>
                  <a:pt x="41543" y="72533"/>
                  <a:pt x="41494" y="72582"/>
                  <a:pt x="41444" y="72657"/>
                </a:cubicBezTo>
                <a:cubicBezTo>
                  <a:pt x="41319" y="72657"/>
                  <a:pt x="41195" y="72657"/>
                  <a:pt x="41046" y="72682"/>
                </a:cubicBezTo>
                <a:lnTo>
                  <a:pt x="41021" y="72657"/>
                </a:lnTo>
                <a:cubicBezTo>
                  <a:pt x="41195" y="72582"/>
                  <a:pt x="41369" y="72533"/>
                  <a:pt x="41543" y="72458"/>
                </a:cubicBezTo>
                <a:close/>
                <a:moveTo>
                  <a:pt x="37810" y="72757"/>
                </a:moveTo>
                <a:cubicBezTo>
                  <a:pt x="37835" y="72757"/>
                  <a:pt x="37860" y="72757"/>
                  <a:pt x="37909" y="72782"/>
                </a:cubicBezTo>
                <a:cubicBezTo>
                  <a:pt x="37959" y="72782"/>
                  <a:pt x="38009" y="72806"/>
                  <a:pt x="38059" y="72806"/>
                </a:cubicBezTo>
                <a:cubicBezTo>
                  <a:pt x="38133" y="72831"/>
                  <a:pt x="38183" y="72831"/>
                  <a:pt x="38208" y="72856"/>
                </a:cubicBezTo>
                <a:cubicBezTo>
                  <a:pt x="38256" y="72856"/>
                  <a:pt x="38281" y="72902"/>
                  <a:pt x="38304" y="72906"/>
                </a:cubicBezTo>
                <a:lnTo>
                  <a:pt x="38304" y="72906"/>
                </a:lnTo>
                <a:cubicBezTo>
                  <a:pt x="38257" y="72904"/>
                  <a:pt x="38195" y="72897"/>
                  <a:pt x="38133" y="72856"/>
                </a:cubicBezTo>
                <a:cubicBezTo>
                  <a:pt x="38059" y="72856"/>
                  <a:pt x="38034" y="72856"/>
                  <a:pt x="37959" y="72831"/>
                </a:cubicBezTo>
                <a:cubicBezTo>
                  <a:pt x="37934" y="72806"/>
                  <a:pt x="37884" y="72782"/>
                  <a:pt x="37810" y="72782"/>
                </a:cubicBezTo>
                <a:lnTo>
                  <a:pt x="37810" y="72757"/>
                </a:lnTo>
                <a:close/>
                <a:moveTo>
                  <a:pt x="41319" y="72831"/>
                </a:moveTo>
                <a:cubicBezTo>
                  <a:pt x="41319" y="72881"/>
                  <a:pt x="41319" y="72906"/>
                  <a:pt x="41295" y="72906"/>
                </a:cubicBezTo>
                <a:lnTo>
                  <a:pt x="41270" y="72906"/>
                </a:lnTo>
                <a:lnTo>
                  <a:pt x="41245" y="72881"/>
                </a:lnTo>
                <a:cubicBezTo>
                  <a:pt x="41245" y="72881"/>
                  <a:pt x="41245" y="72831"/>
                  <a:pt x="41195" y="72831"/>
                </a:cubicBezTo>
                <a:close/>
                <a:moveTo>
                  <a:pt x="41643" y="72831"/>
                </a:moveTo>
                <a:cubicBezTo>
                  <a:pt x="41643" y="72881"/>
                  <a:pt x="41618" y="72881"/>
                  <a:pt x="41618" y="72906"/>
                </a:cubicBezTo>
                <a:lnTo>
                  <a:pt x="41568" y="72906"/>
                </a:lnTo>
                <a:cubicBezTo>
                  <a:pt x="41568" y="72881"/>
                  <a:pt x="41618" y="72881"/>
                  <a:pt x="41618" y="72831"/>
                </a:cubicBezTo>
                <a:close/>
                <a:moveTo>
                  <a:pt x="44555" y="72309"/>
                </a:moveTo>
                <a:cubicBezTo>
                  <a:pt x="44605" y="72309"/>
                  <a:pt x="44630" y="72309"/>
                  <a:pt x="44680" y="72333"/>
                </a:cubicBezTo>
                <a:lnTo>
                  <a:pt x="44680" y="72383"/>
                </a:lnTo>
                <a:cubicBezTo>
                  <a:pt x="43734" y="72632"/>
                  <a:pt x="42788" y="72806"/>
                  <a:pt x="41867" y="72906"/>
                </a:cubicBezTo>
                <a:cubicBezTo>
                  <a:pt x="41867" y="72831"/>
                  <a:pt x="41892" y="72806"/>
                  <a:pt x="41892" y="72806"/>
                </a:cubicBezTo>
                <a:cubicBezTo>
                  <a:pt x="42763" y="72707"/>
                  <a:pt x="43634" y="72533"/>
                  <a:pt x="44555" y="72309"/>
                </a:cubicBezTo>
                <a:close/>
                <a:moveTo>
                  <a:pt x="40971" y="72881"/>
                </a:moveTo>
                <a:lnTo>
                  <a:pt x="41046" y="72931"/>
                </a:lnTo>
                <a:lnTo>
                  <a:pt x="40971" y="72931"/>
                </a:lnTo>
                <a:cubicBezTo>
                  <a:pt x="40946" y="72931"/>
                  <a:pt x="40921" y="72906"/>
                  <a:pt x="40921" y="72881"/>
                </a:cubicBezTo>
                <a:close/>
                <a:moveTo>
                  <a:pt x="39751" y="72906"/>
                </a:moveTo>
                <a:cubicBezTo>
                  <a:pt x="39677" y="72931"/>
                  <a:pt x="39652" y="72931"/>
                  <a:pt x="39577" y="72956"/>
                </a:cubicBezTo>
                <a:cubicBezTo>
                  <a:pt x="39552" y="72956"/>
                  <a:pt x="39552" y="72931"/>
                  <a:pt x="39527" y="72931"/>
                </a:cubicBezTo>
                <a:lnTo>
                  <a:pt x="39552" y="72931"/>
                </a:lnTo>
                <a:cubicBezTo>
                  <a:pt x="39627" y="72906"/>
                  <a:pt x="39677" y="72906"/>
                  <a:pt x="39751" y="72906"/>
                </a:cubicBezTo>
                <a:close/>
                <a:moveTo>
                  <a:pt x="40249" y="72931"/>
                </a:moveTo>
                <a:lnTo>
                  <a:pt x="40249" y="72956"/>
                </a:lnTo>
                <a:lnTo>
                  <a:pt x="40125" y="72956"/>
                </a:lnTo>
                <a:cubicBezTo>
                  <a:pt x="40174" y="72956"/>
                  <a:pt x="40199" y="72956"/>
                  <a:pt x="40249" y="72931"/>
                </a:cubicBezTo>
                <a:close/>
                <a:moveTo>
                  <a:pt x="40498" y="72906"/>
                </a:moveTo>
                <a:cubicBezTo>
                  <a:pt x="40498" y="72931"/>
                  <a:pt x="40523" y="72931"/>
                  <a:pt x="40523" y="72956"/>
                </a:cubicBezTo>
                <a:lnTo>
                  <a:pt x="40448" y="72956"/>
                </a:lnTo>
                <a:cubicBezTo>
                  <a:pt x="40448" y="72931"/>
                  <a:pt x="40448" y="72931"/>
                  <a:pt x="40423" y="72906"/>
                </a:cubicBezTo>
                <a:close/>
                <a:moveTo>
                  <a:pt x="45750" y="72557"/>
                </a:moveTo>
                <a:cubicBezTo>
                  <a:pt x="45850" y="72582"/>
                  <a:pt x="45899" y="72632"/>
                  <a:pt x="45974" y="72632"/>
                </a:cubicBezTo>
                <a:cubicBezTo>
                  <a:pt x="45899" y="72757"/>
                  <a:pt x="45800" y="72906"/>
                  <a:pt x="45750" y="73030"/>
                </a:cubicBezTo>
                <a:lnTo>
                  <a:pt x="45750" y="72557"/>
                </a:lnTo>
                <a:close/>
                <a:moveTo>
                  <a:pt x="52321" y="69396"/>
                </a:moveTo>
                <a:cubicBezTo>
                  <a:pt x="52321" y="69421"/>
                  <a:pt x="52346" y="69471"/>
                  <a:pt x="52346" y="69521"/>
                </a:cubicBezTo>
                <a:cubicBezTo>
                  <a:pt x="52371" y="69595"/>
                  <a:pt x="52371" y="69695"/>
                  <a:pt x="52396" y="69795"/>
                </a:cubicBezTo>
                <a:lnTo>
                  <a:pt x="52496" y="70168"/>
                </a:lnTo>
                <a:cubicBezTo>
                  <a:pt x="52396" y="70218"/>
                  <a:pt x="52346" y="70268"/>
                  <a:pt x="52247" y="70317"/>
                </a:cubicBezTo>
                <a:cubicBezTo>
                  <a:pt x="51624" y="70765"/>
                  <a:pt x="51002" y="71188"/>
                  <a:pt x="50355" y="71637"/>
                </a:cubicBezTo>
                <a:lnTo>
                  <a:pt x="49782" y="72010"/>
                </a:lnTo>
                <a:cubicBezTo>
                  <a:pt x="49235" y="72383"/>
                  <a:pt x="48662" y="72707"/>
                  <a:pt x="48140" y="73055"/>
                </a:cubicBezTo>
                <a:cubicBezTo>
                  <a:pt x="47642" y="72806"/>
                  <a:pt x="47169" y="72582"/>
                  <a:pt x="46671" y="72408"/>
                </a:cubicBezTo>
                <a:cubicBezTo>
                  <a:pt x="46771" y="72259"/>
                  <a:pt x="46845" y="72060"/>
                  <a:pt x="46920" y="71885"/>
                </a:cubicBezTo>
                <a:cubicBezTo>
                  <a:pt x="46920" y="71836"/>
                  <a:pt x="46970" y="71836"/>
                  <a:pt x="46970" y="71811"/>
                </a:cubicBezTo>
                <a:cubicBezTo>
                  <a:pt x="48712" y="71188"/>
                  <a:pt x="50504" y="70392"/>
                  <a:pt x="52321" y="69396"/>
                </a:cubicBezTo>
                <a:close/>
                <a:moveTo>
                  <a:pt x="41519" y="73080"/>
                </a:moveTo>
                <a:cubicBezTo>
                  <a:pt x="41494" y="73130"/>
                  <a:pt x="41494" y="73155"/>
                  <a:pt x="41444" y="73155"/>
                </a:cubicBezTo>
                <a:cubicBezTo>
                  <a:pt x="41444" y="73130"/>
                  <a:pt x="41444" y="73130"/>
                  <a:pt x="41494" y="73080"/>
                </a:cubicBezTo>
                <a:close/>
                <a:moveTo>
                  <a:pt x="50495" y="71776"/>
                </a:moveTo>
                <a:lnTo>
                  <a:pt x="50006" y="72109"/>
                </a:lnTo>
                <a:cubicBezTo>
                  <a:pt x="49484" y="72458"/>
                  <a:pt x="48911" y="72806"/>
                  <a:pt x="48388" y="73155"/>
                </a:cubicBezTo>
                <a:cubicBezTo>
                  <a:pt x="48388" y="73167"/>
                  <a:pt x="48382" y="73174"/>
                  <a:pt x="48373" y="73174"/>
                </a:cubicBezTo>
                <a:cubicBezTo>
                  <a:pt x="48364" y="73174"/>
                  <a:pt x="48351" y="73167"/>
                  <a:pt x="48339" y="73155"/>
                </a:cubicBezTo>
                <a:lnTo>
                  <a:pt x="48339" y="73155"/>
                </a:lnTo>
                <a:cubicBezTo>
                  <a:pt x="48339" y="73155"/>
                  <a:pt x="48339" y="73155"/>
                  <a:pt x="48339" y="73155"/>
                </a:cubicBezTo>
                <a:lnTo>
                  <a:pt x="48339" y="73155"/>
                </a:lnTo>
                <a:cubicBezTo>
                  <a:pt x="48351" y="73167"/>
                  <a:pt x="48351" y="73174"/>
                  <a:pt x="48348" y="73174"/>
                </a:cubicBezTo>
                <a:cubicBezTo>
                  <a:pt x="48345" y="73174"/>
                  <a:pt x="48339" y="73167"/>
                  <a:pt x="48339" y="73155"/>
                </a:cubicBezTo>
                <a:lnTo>
                  <a:pt x="48339" y="73155"/>
                </a:lnTo>
                <a:cubicBezTo>
                  <a:pt x="48339" y="73155"/>
                  <a:pt x="48339" y="73155"/>
                  <a:pt x="48339" y="73155"/>
                </a:cubicBezTo>
                <a:cubicBezTo>
                  <a:pt x="48488" y="73055"/>
                  <a:pt x="48637" y="72956"/>
                  <a:pt x="48837" y="72831"/>
                </a:cubicBezTo>
                <a:cubicBezTo>
                  <a:pt x="49036" y="72707"/>
                  <a:pt x="49235" y="72557"/>
                  <a:pt x="49459" y="72433"/>
                </a:cubicBezTo>
                <a:cubicBezTo>
                  <a:pt x="49608" y="72333"/>
                  <a:pt x="49782" y="72209"/>
                  <a:pt x="49957" y="72134"/>
                </a:cubicBezTo>
                <a:cubicBezTo>
                  <a:pt x="50131" y="72010"/>
                  <a:pt x="50305" y="71910"/>
                  <a:pt x="50479" y="71786"/>
                </a:cubicBezTo>
                <a:cubicBezTo>
                  <a:pt x="50485" y="71783"/>
                  <a:pt x="50490" y="71779"/>
                  <a:pt x="50495" y="71776"/>
                </a:cubicBezTo>
                <a:close/>
                <a:moveTo>
                  <a:pt x="41170" y="73130"/>
                </a:moveTo>
                <a:lnTo>
                  <a:pt x="41195" y="73155"/>
                </a:lnTo>
                <a:cubicBezTo>
                  <a:pt x="41195" y="73180"/>
                  <a:pt x="41170" y="73180"/>
                  <a:pt x="41170" y="73205"/>
                </a:cubicBezTo>
                <a:cubicBezTo>
                  <a:pt x="41145" y="73180"/>
                  <a:pt x="41145" y="73155"/>
                  <a:pt x="41120" y="73130"/>
                </a:cubicBezTo>
                <a:close/>
                <a:moveTo>
                  <a:pt x="46596" y="72582"/>
                </a:moveTo>
                <a:cubicBezTo>
                  <a:pt x="47044" y="72757"/>
                  <a:pt x="47492" y="72956"/>
                  <a:pt x="47916" y="73180"/>
                </a:cubicBezTo>
                <a:cubicBezTo>
                  <a:pt x="47891" y="73180"/>
                  <a:pt x="47891" y="73205"/>
                  <a:pt x="47866" y="73205"/>
                </a:cubicBezTo>
                <a:cubicBezTo>
                  <a:pt x="47468" y="73006"/>
                  <a:pt x="46995" y="72806"/>
                  <a:pt x="46547" y="72657"/>
                </a:cubicBezTo>
                <a:cubicBezTo>
                  <a:pt x="46547" y="72632"/>
                  <a:pt x="46596" y="72632"/>
                  <a:pt x="46596" y="72582"/>
                </a:cubicBezTo>
                <a:close/>
                <a:moveTo>
                  <a:pt x="29247" y="70292"/>
                </a:moveTo>
                <a:cubicBezTo>
                  <a:pt x="29770" y="70292"/>
                  <a:pt x="30318" y="70317"/>
                  <a:pt x="30840" y="70342"/>
                </a:cubicBezTo>
                <a:cubicBezTo>
                  <a:pt x="30965" y="70342"/>
                  <a:pt x="31114" y="70392"/>
                  <a:pt x="31239" y="70392"/>
                </a:cubicBezTo>
                <a:cubicBezTo>
                  <a:pt x="31687" y="70417"/>
                  <a:pt x="32110" y="70467"/>
                  <a:pt x="32558" y="70566"/>
                </a:cubicBezTo>
                <a:cubicBezTo>
                  <a:pt x="32259" y="71039"/>
                  <a:pt x="32035" y="71462"/>
                  <a:pt x="31786" y="71935"/>
                </a:cubicBezTo>
                <a:cubicBezTo>
                  <a:pt x="30069" y="72134"/>
                  <a:pt x="28326" y="72557"/>
                  <a:pt x="26609" y="73254"/>
                </a:cubicBezTo>
                <a:cubicBezTo>
                  <a:pt x="25314" y="72757"/>
                  <a:pt x="24169" y="72060"/>
                  <a:pt x="23248" y="71164"/>
                </a:cubicBezTo>
                <a:cubicBezTo>
                  <a:pt x="23497" y="71089"/>
                  <a:pt x="23721" y="71039"/>
                  <a:pt x="23970" y="70964"/>
                </a:cubicBezTo>
                <a:cubicBezTo>
                  <a:pt x="24020" y="70940"/>
                  <a:pt x="24120" y="70940"/>
                  <a:pt x="24169" y="70915"/>
                </a:cubicBezTo>
                <a:lnTo>
                  <a:pt x="25016" y="70716"/>
                </a:lnTo>
                <a:cubicBezTo>
                  <a:pt x="25115" y="70691"/>
                  <a:pt x="25215" y="70691"/>
                  <a:pt x="25265" y="70666"/>
                </a:cubicBezTo>
                <a:cubicBezTo>
                  <a:pt x="25538" y="70591"/>
                  <a:pt x="25787" y="70566"/>
                  <a:pt x="26086" y="70516"/>
                </a:cubicBezTo>
                <a:cubicBezTo>
                  <a:pt x="26211" y="70467"/>
                  <a:pt x="26285" y="70467"/>
                  <a:pt x="26410" y="70467"/>
                </a:cubicBezTo>
                <a:cubicBezTo>
                  <a:pt x="26659" y="70442"/>
                  <a:pt x="26907" y="70417"/>
                  <a:pt x="27131" y="70392"/>
                </a:cubicBezTo>
                <a:cubicBezTo>
                  <a:pt x="27281" y="70342"/>
                  <a:pt x="27480" y="70342"/>
                  <a:pt x="27629" y="70342"/>
                </a:cubicBezTo>
                <a:cubicBezTo>
                  <a:pt x="27828" y="70342"/>
                  <a:pt x="28003" y="70317"/>
                  <a:pt x="28202" y="70317"/>
                </a:cubicBezTo>
                <a:cubicBezTo>
                  <a:pt x="28525" y="70292"/>
                  <a:pt x="28874" y="70292"/>
                  <a:pt x="29222" y="70292"/>
                </a:cubicBezTo>
                <a:close/>
                <a:moveTo>
                  <a:pt x="38557" y="73180"/>
                </a:moveTo>
                <a:lnTo>
                  <a:pt x="38557" y="73180"/>
                </a:lnTo>
                <a:cubicBezTo>
                  <a:pt x="38532" y="73205"/>
                  <a:pt x="38457" y="73254"/>
                  <a:pt x="38432" y="73279"/>
                </a:cubicBezTo>
                <a:cubicBezTo>
                  <a:pt x="38398" y="73296"/>
                  <a:pt x="38340" y="73302"/>
                  <a:pt x="38283" y="73311"/>
                </a:cubicBezTo>
                <a:lnTo>
                  <a:pt x="38283" y="73311"/>
                </a:lnTo>
                <a:cubicBezTo>
                  <a:pt x="38312" y="73299"/>
                  <a:pt x="38344" y="73280"/>
                  <a:pt x="38382" y="73254"/>
                </a:cubicBezTo>
                <a:cubicBezTo>
                  <a:pt x="38432" y="73205"/>
                  <a:pt x="38507" y="73205"/>
                  <a:pt x="38557" y="73180"/>
                </a:cubicBezTo>
                <a:close/>
                <a:moveTo>
                  <a:pt x="48214" y="73304"/>
                </a:moveTo>
                <a:cubicBezTo>
                  <a:pt x="48187" y="73304"/>
                  <a:pt x="48174" y="73312"/>
                  <a:pt x="48165" y="73319"/>
                </a:cubicBezTo>
                <a:lnTo>
                  <a:pt x="48165" y="73319"/>
                </a:lnTo>
                <a:cubicBezTo>
                  <a:pt x="48166" y="73304"/>
                  <a:pt x="48173" y="73304"/>
                  <a:pt x="48214" y="73304"/>
                </a:cubicBezTo>
                <a:close/>
                <a:moveTo>
                  <a:pt x="39253" y="73254"/>
                </a:moveTo>
                <a:cubicBezTo>
                  <a:pt x="39278" y="73254"/>
                  <a:pt x="39278" y="73254"/>
                  <a:pt x="39278" y="73279"/>
                </a:cubicBezTo>
                <a:cubicBezTo>
                  <a:pt x="39303" y="73304"/>
                  <a:pt x="39328" y="73304"/>
                  <a:pt x="39378" y="73329"/>
                </a:cubicBezTo>
                <a:cubicBezTo>
                  <a:pt x="39303" y="73304"/>
                  <a:pt x="39278" y="73304"/>
                  <a:pt x="39204" y="73279"/>
                </a:cubicBezTo>
                <a:cubicBezTo>
                  <a:pt x="39253" y="73279"/>
                  <a:pt x="39253" y="73279"/>
                  <a:pt x="39253" y="73254"/>
                </a:cubicBezTo>
                <a:close/>
                <a:moveTo>
                  <a:pt x="48140" y="73304"/>
                </a:moveTo>
                <a:cubicBezTo>
                  <a:pt x="48140" y="73304"/>
                  <a:pt x="48158" y="73304"/>
                  <a:pt x="48163" y="73320"/>
                </a:cubicBezTo>
                <a:lnTo>
                  <a:pt x="48163" y="73320"/>
                </a:lnTo>
                <a:cubicBezTo>
                  <a:pt x="48156" y="73325"/>
                  <a:pt x="48150" y="73329"/>
                  <a:pt x="48140" y="73329"/>
                </a:cubicBezTo>
                <a:lnTo>
                  <a:pt x="48090" y="73329"/>
                </a:lnTo>
                <a:cubicBezTo>
                  <a:pt x="48115" y="73329"/>
                  <a:pt x="48115" y="73304"/>
                  <a:pt x="48140" y="73304"/>
                </a:cubicBezTo>
                <a:close/>
                <a:moveTo>
                  <a:pt x="23074" y="71213"/>
                </a:moveTo>
                <a:cubicBezTo>
                  <a:pt x="23995" y="72134"/>
                  <a:pt x="25090" y="72831"/>
                  <a:pt x="26385" y="73329"/>
                </a:cubicBezTo>
                <a:cubicBezTo>
                  <a:pt x="26360" y="73329"/>
                  <a:pt x="26335" y="73379"/>
                  <a:pt x="26285" y="73379"/>
                </a:cubicBezTo>
                <a:cubicBezTo>
                  <a:pt x="25033" y="72888"/>
                  <a:pt x="23926" y="72154"/>
                  <a:pt x="23012" y="71251"/>
                </a:cubicBezTo>
                <a:lnTo>
                  <a:pt x="23012" y="71251"/>
                </a:lnTo>
                <a:cubicBezTo>
                  <a:pt x="23013" y="71251"/>
                  <a:pt x="23014" y="71251"/>
                  <a:pt x="23015" y="71251"/>
                </a:cubicBezTo>
                <a:cubicBezTo>
                  <a:pt x="23031" y="71251"/>
                  <a:pt x="23049" y="71238"/>
                  <a:pt x="23074" y="71213"/>
                </a:cubicBezTo>
                <a:close/>
                <a:moveTo>
                  <a:pt x="31711" y="72134"/>
                </a:moveTo>
                <a:cubicBezTo>
                  <a:pt x="31711" y="72159"/>
                  <a:pt x="31687" y="72159"/>
                  <a:pt x="31687" y="72184"/>
                </a:cubicBezTo>
                <a:cubicBezTo>
                  <a:pt x="30094" y="72333"/>
                  <a:pt x="28550" y="72757"/>
                  <a:pt x="27007" y="73379"/>
                </a:cubicBezTo>
                <a:cubicBezTo>
                  <a:pt x="26982" y="73379"/>
                  <a:pt x="26957" y="73329"/>
                  <a:pt x="26907" y="73329"/>
                </a:cubicBezTo>
                <a:cubicBezTo>
                  <a:pt x="28476" y="72707"/>
                  <a:pt x="30069" y="72309"/>
                  <a:pt x="31711" y="72134"/>
                </a:cubicBezTo>
                <a:close/>
                <a:moveTo>
                  <a:pt x="41319" y="73304"/>
                </a:moveTo>
                <a:cubicBezTo>
                  <a:pt x="41369" y="73329"/>
                  <a:pt x="41369" y="73329"/>
                  <a:pt x="41369" y="73379"/>
                </a:cubicBezTo>
                <a:cubicBezTo>
                  <a:pt x="41369" y="73404"/>
                  <a:pt x="41319" y="73404"/>
                  <a:pt x="41319" y="73429"/>
                </a:cubicBezTo>
                <a:lnTo>
                  <a:pt x="41319" y="73404"/>
                </a:lnTo>
                <a:lnTo>
                  <a:pt x="41295" y="73379"/>
                </a:lnTo>
                <a:cubicBezTo>
                  <a:pt x="41295" y="73329"/>
                  <a:pt x="41319" y="73329"/>
                  <a:pt x="41319" y="73304"/>
                </a:cubicBezTo>
                <a:close/>
                <a:moveTo>
                  <a:pt x="40896" y="73130"/>
                </a:moveTo>
                <a:cubicBezTo>
                  <a:pt x="40921" y="73205"/>
                  <a:pt x="40996" y="73304"/>
                  <a:pt x="41046" y="73379"/>
                </a:cubicBezTo>
                <a:cubicBezTo>
                  <a:pt x="41021" y="73404"/>
                  <a:pt x="40996" y="73454"/>
                  <a:pt x="40996" y="73503"/>
                </a:cubicBezTo>
                <a:cubicBezTo>
                  <a:pt x="40921" y="73379"/>
                  <a:pt x="40871" y="73254"/>
                  <a:pt x="40822" y="73130"/>
                </a:cubicBezTo>
                <a:close/>
                <a:moveTo>
                  <a:pt x="26609" y="73454"/>
                </a:moveTo>
                <a:cubicBezTo>
                  <a:pt x="26683" y="73454"/>
                  <a:pt x="26708" y="73454"/>
                  <a:pt x="26708" y="73503"/>
                </a:cubicBezTo>
                <a:cubicBezTo>
                  <a:pt x="26683" y="73503"/>
                  <a:pt x="26634" y="73528"/>
                  <a:pt x="26609" y="73528"/>
                </a:cubicBezTo>
                <a:lnTo>
                  <a:pt x="26584" y="73528"/>
                </a:lnTo>
                <a:cubicBezTo>
                  <a:pt x="26559" y="73528"/>
                  <a:pt x="26559" y="73503"/>
                  <a:pt x="26509" y="73503"/>
                </a:cubicBezTo>
                <a:cubicBezTo>
                  <a:pt x="26559" y="73503"/>
                  <a:pt x="26584" y="73454"/>
                  <a:pt x="26609" y="73454"/>
                </a:cubicBezTo>
                <a:close/>
                <a:moveTo>
                  <a:pt x="40324" y="73155"/>
                </a:moveTo>
                <a:cubicBezTo>
                  <a:pt x="40349" y="73205"/>
                  <a:pt x="40349" y="73254"/>
                  <a:pt x="40398" y="73304"/>
                </a:cubicBezTo>
                <a:lnTo>
                  <a:pt x="40398" y="73329"/>
                </a:lnTo>
                <a:cubicBezTo>
                  <a:pt x="40423" y="73404"/>
                  <a:pt x="40448" y="73503"/>
                  <a:pt x="40498" y="73553"/>
                </a:cubicBezTo>
                <a:lnTo>
                  <a:pt x="40498" y="73578"/>
                </a:lnTo>
                <a:lnTo>
                  <a:pt x="40299" y="73478"/>
                </a:lnTo>
                <a:cubicBezTo>
                  <a:pt x="40150" y="73354"/>
                  <a:pt x="40000" y="73279"/>
                  <a:pt x="39826" y="73155"/>
                </a:cubicBezTo>
                <a:close/>
                <a:moveTo>
                  <a:pt x="45501" y="72508"/>
                </a:moveTo>
                <a:cubicBezTo>
                  <a:pt x="45526" y="72508"/>
                  <a:pt x="45526" y="72508"/>
                  <a:pt x="45551" y="72533"/>
                </a:cubicBezTo>
                <a:cubicBezTo>
                  <a:pt x="45551" y="72831"/>
                  <a:pt x="45551" y="73180"/>
                  <a:pt x="45526" y="73503"/>
                </a:cubicBezTo>
                <a:cubicBezTo>
                  <a:pt x="45506" y="73544"/>
                  <a:pt x="45486" y="73568"/>
                  <a:pt x="45479" y="73615"/>
                </a:cubicBezTo>
                <a:lnTo>
                  <a:pt x="45479" y="73615"/>
                </a:lnTo>
                <a:cubicBezTo>
                  <a:pt x="45503" y="73253"/>
                  <a:pt x="45525" y="72869"/>
                  <a:pt x="45501" y="72508"/>
                </a:cubicBezTo>
                <a:close/>
                <a:moveTo>
                  <a:pt x="41170" y="73553"/>
                </a:moveTo>
                <a:lnTo>
                  <a:pt x="41195" y="73578"/>
                </a:lnTo>
                <a:lnTo>
                  <a:pt x="41120" y="73777"/>
                </a:lnTo>
                <a:lnTo>
                  <a:pt x="41071" y="73752"/>
                </a:lnTo>
                <a:lnTo>
                  <a:pt x="41170" y="73553"/>
                </a:lnTo>
                <a:close/>
                <a:moveTo>
                  <a:pt x="40622" y="73205"/>
                </a:moveTo>
                <a:cubicBezTo>
                  <a:pt x="40647" y="73254"/>
                  <a:pt x="40672" y="73329"/>
                  <a:pt x="40747" y="73429"/>
                </a:cubicBezTo>
                <a:lnTo>
                  <a:pt x="40822" y="73628"/>
                </a:lnTo>
                <a:cubicBezTo>
                  <a:pt x="40871" y="73653"/>
                  <a:pt x="40871" y="73702"/>
                  <a:pt x="40896" y="73752"/>
                </a:cubicBezTo>
                <a:cubicBezTo>
                  <a:pt x="40896" y="73752"/>
                  <a:pt x="40896" y="73777"/>
                  <a:pt x="40871" y="73777"/>
                </a:cubicBezTo>
                <a:lnTo>
                  <a:pt x="40871" y="73802"/>
                </a:lnTo>
                <a:cubicBezTo>
                  <a:pt x="40772" y="73653"/>
                  <a:pt x="40697" y="73503"/>
                  <a:pt x="40622" y="73329"/>
                </a:cubicBezTo>
                <a:cubicBezTo>
                  <a:pt x="40573" y="73279"/>
                  <a:pt x="40573" y="73254"/>
                  <a:pt x="40548" y="73205"/>
                </a:cubicBezTo>
                <a:close/>
                <a:moveTo>
                  <a:pt x="31562" y="72408"/>
                </a:moveTo>
                <a:cubicBezTo>
                  <a:pt x="31239" y="72956"/>
                  <a:pt x="30965" y="73503"/>
                  <a:pt x="30691" y="74051"/>
                </a:cubicBezTo>
                <a:cubicBezTo>
                  <a:pt x="29471" y="74001"/>
                  <a:pt x="28351" y="73777"/>
                  <a:pt x="27306" y="73454"/>
                </a:cubicBezTo>
                <a:cubicBezTo>
                  <a:pt x="28700" y="72931"/>
                  <a:pt x="30118" y="72557"/>
                  <a:pt x="31562" y="72408"/>
                </a:cubicBezTo>
                <a:close/>
                <a:moveTo>
                  <a:pt x="31861" y="72383"/>
                </a:moveTo>
                <a:cubicBezTo>
                  <a:pt x="31562" y="72931"/>
                  <a:pt x="31239" y="73503"/>
                  <a:pt x="30965" y="74051"/>
                </a:cubicBezTo>
                <a:lnTo>
                  <a:pt x="30915" y="74051"/>
                </a:lnTo>
                <a:cubicBezTo>
                  <a:pt x="31189" y="73503"/>
                  <a:pt x="31487" y="72931"/>
                  <a:pt x="31811" y="72383"/>
                </a:cubicBezTo>
                <a:close/>
                <a:moveTo>
                  <a:pt x="33230" y="72321"/>
                </a:moveTo>
                <a:cubicBezTo>
                  <a:pt x="34209" y="72321"/>
                  <a:pt x="35167" y="72414"/>
                  <a:pt x="36092" y="72557"/>
                </a:cubicBezTo>
                <a:cubicBezTo>
                  <a:pt x="36565" y="72707"/>
                  <a:pt x="37088" y="72881"/>
                  <a:pt x="37636" y="72956"/>
                </a:cubicBezTo>
                <a:lnTo>
                  <a:pt x="37710" y="72956"/>
                </a:lnTo>
                <a:cubicBezTo>
                  <a:pt x="37884" y="73006"/>
                  <a:pt x="38034" y="73030"/>
                  <a:pt x="38183" y="73080"/>
                </a:cubicBezTo>
                <a:cubicBezTo>
                  <a:pt x="38208" y="73080"/>
                  <a:pt x="38208" y="73080"/>
                  <a:pt x="38258" y="73130"/>
                </a:cubicBezTo>
                <a:cubicBezTo>
                  <a:pt x="35945" y="73742"/>
                  <a:pt x="33757" y="74086"/>
                  <a:pt x="31748" y="74086"/>
                </a:cubicBezTo>
                <a:cubicBezTo>
                  <a:pt x="31552" y="74086"/>
                  <a:pt x="31357" y="74082"/>
                  <a:pt x="31164" y="74076"/>
                </a:cubicBezTo>
                <a:cubicBezTo>
                  <a:pt x="31463" y="73503"/>
                  <a:pt x="31736" y="72931"/>
                  <a:pt x="32060" y="72383"/>
                </a:cubicBezTo>
                <a:cubicBezTo>
                  <a:pt x="32234" y="72383"/>
                  <a:pt x="32433" y="72333"/>
                  <a:pt x="32608" y="72333"/>
                </a:cubicBezTo>
                <a:cubicBezTo>
                  <a:pt x="32816" y="72325"/>
                  <a:pt x="33023" y="72321"/>
                  <a:pt x="33230" y="72321"/>
                </a:cubicBezTo>
                <a:close/>
                <a:moveTo>
                  <a:pt x="27007" y="73553"/>
                </a:moveTo>
                <a:cubicBezTo>
                  <a:pt x="28102" y="73926"/>
                  <a:pt x="29322" y="74151"/>
                  <a:pt x="30591" y="74200"/>
                </a:cubicBezTo>
                <a:cubicBezTo>
                  <a:pt x="30591" y="74225"/>
                  <a:pt x="30566" y="74225"/>
                  <a:pt x="30566" y="74275"/>
                </a:cubicBezTo>
                <a:cubicBezTo>
                  <a:pt x="29247" y="74175"/>
                  <a:pt x="28003" y="73951"/>
                  <a:pt x="26932" y="73578"/>
                </a:cubicBezTo>
                <a:cubicBezTo>
                  <a:pt x="26957" y="73578"/>
                  <a:pt x="26982" y="73578"/>
                  <a:pt x="27007" y="73553"/>
                </a:cubicBezTo>
                <a:close/>
                <a:moveTo>
                  <a:pt x="30840" y="74250"/>
                </a:moveTo>
                <a:cubicBezTo>
                  <a:pt x="30840" y="74275"/>
                  <a:pt x="30815" y="74275"/>
                  <a:pt x="30815" y="74300"/>
                </a:cubicBezTo>
                <a:lnTo>
                  <a:pt x="30741" y="74300"/>
                </a:lnTo>
                <a:cubicBezTo>
                  <a:pt x="30790" y="74275"/>
                  <a:pt x="30790" y="74275"/>
                  <a:pt x="30790" y="74250"/>
                </a:cubicBezTo>
                <a:close/>
                <a:moveTo>
                  <a:pt x="41369" y="73777"/>
                </a:moveTo>
                <a:cubicBezTo>
                  <a:pt x="41394" y="73827"/>
                  <a:pt x="41444" y="73902"/>
                  <a:pt x="41519" y="73951"/>
                </a:cubicBezTo>
                <a:cubicBezTo>
                  <a:pt x="41618" y="74076"/>
                  <a:pt x="41668" y="74200"/>
                  <a:pt x="41767" y="74300"/>
                </a:cubicBezTo>
                <a:cubicBezTo>
                  <a:pt x="41568" y="74200"/>
                  <a:pt x="41419" y="74126"/>
                  <a:pt x="41270" y="74026"/>
                </a:cubicBezTo>
                <a:cubicBezTo>
                  <a:pt x="41270" y="74001"/>
                  <a:pt x="41245" y="74001"/>
                  <a:pt x="41245" y="73951"/>
                </a:cubicBezTo>
                <a:cubicBezTo>
                  <a:pt x="41270" y="73902"/>
                  <a:pt x="41295" y="73827"/>
                  <a:pt x="41369" y="73777"/>
                </a:cubicBezTo>
                <a:close/>
                <a:moveTo>
                  <a:pt x="37835" y="73404"/>
                </a:moveTo>
                <a:lnTo>
                  <a:pt x="37835" y="73404"/>
                </a:lnTo>
                <a:cubicBezTo>
                  <a:pt x="37785" y="73429"/>
                  <a:pt x="37760" y="73454"/>
                  <a:pt x="37685" y="73503"/>
                </a:cubicBezTo>
                <a:cubicBezTo>
                  <a:pt x="35570" y="74026"/>
                  <a:pt x="33528" y="74325"/>
                  <a:pt x="31662" y="74325"/>
                </a:cubicBezTo>
                <a:cubicBezTo>
                  <a:pt x="31438" y="74325"/>
                  <a:pt x="31239" y="74300"/>
                  <a:pt x="31039" y="74300"/>
                </a:cubicBezTo>
                <a:cubicBezTo>
                  <a:pt x="31039" y="74275"/>
                  <a:pt x="31064" y="74275"/>
                  <a:pt x="31064" y="74250"/>
                </a:cubicBezTo>
                <a:cubicBezTo>
                  <a:pt x="31225" y="74254"/>
                  <a:pt x="31386" y="74256"/>
                  <a:pt x="31548" y="74256"/>
                </a:cubicBezTo>
                <a:cubicBezTo>
                  <a:pt x="33503" y="74256"/>
                  <a:pt x="35605" y="73978"/>
                  <a:pt x="37835" y="73404"/>
                </a:cubicBezTo>
                <a:close/>
                <a:moveTo>
                  <a:pt x="46497" y="72806"/>
                </a:moveTo>
                <a:cubicBezTo>
                  <a:pt x="46895" y="72956"/>
                  <a:pt x="47293" y="73130"/>
                  <a:pt x="47716" y="73329"/>
                </a:cubicBezTo>
                <a:cubicBezTo>
                  <a:pt x="47667" y="73379"/>
                  <a:pt x="47642" y="73379"/>
                  <a:pt x="47617" y="73404"/>
                </a:cubicBezTo>
                <a:cubicBezTo>
                  <a:pt x="46995" y="73777"/>
                  <a:pt x="46372" y="74151"/>
                  <a:pt x="45725" y="74499"/>
                </a:cubicBezTo>
                <a:cubicBezTo>
                  <a:pt x="45974" y="73902"/>
                  <a:pt x="46223" y="73404"/>
                  <a:pt x="46497" y="72806"/>
                </a:cubicBezTo>
                <a:close/>
                <a:moveTo>
                  <a:pt x="41494" y="73503"/>
                </a:moveTo>
                <a:cubicBezTo>
                  <a:pt x="41519" y="73528"/>
                  <a:pt x="41543" y="73553"/>
                  <a:pt x="41543" y="73578"/>
                </a:cubicBezTo>
                <a:cubicBezTo>
                  <a:pt x="41743" y="73877"/>
                  <a:pt x="41917" y="74126"/>
                  <a:pt x="42116" y="74399"/>
                </a:cubicBezTo>
                <a:cubicBezTo>
                  <a:pt x="42166" y="74499"/>
                  <a:pt x="42191" y="74549"/>
                  <a:pt x="42265" y="74648"/>
                </a:cubicBezTo>
                <a:cubicBezTo>
                  <a:pt x="42240" y="74623"/>
                  <a:pt x="42191" y="74574"/>
                  <a:pt x="42141" y="74549"/>
                </a:cubicBezTo>
                <a:cubicBezTo>
                  <a:pt x="41942" y="74250"/>
                  <a:pt x="41743" y="73951"/>
                  <a:pt x="41519" y="73653"/>
                </a:cubicBezTo>
                <a:cubicBezTo>
                  <a:pt x="41494" y="73628"/>
                  <a:pt x="41494" y="73578"/>
                  <a:pt x="41444" y="73553"/>
                </a:cubicBezTo>
                <a:cubicBezTo>
                  <a:pt x="41444" y="73528"/>
                  <a:pt x="41494" y="73528"/>
                  <a:pt x="41494" y="73503"/>
                </a:cubicBezTo>
                <a:close/>
                <a:moveTo>
                  <a:pt x="47916" y="73454"/>
                </a:moveTo>
                <a:cubicBezTo>
                  <a:pt x="47866" y="73503"/>
                  <a:pt x="47816" y="73528"/>
                  <a:pt x="47766" y="73553"/>
                </a:cubicBezTo>
                <a:cubicBezTo>
                  <a:pt x="47069" y="73951"/>
                  <a:pt x="46372" y="74399"/>
                  <a:pt x="45675" y="74773"/>
                </a:cubicBezTo>
                <a:cubicBezTo>
                  <a:pt x="45655" y="74793"/>
                  <a:pt x="45634" y="74797"/>
                  <a:pt x="45600" y="74811"/>
                </a:cubicBezTo>
                <a:lnTo>
                  <a:pt x="45600" y="74811"/>
                </a:lnTo>
                <a:cubicBezTo>
                  <a:pt x="45601" y="74808"/>
                  <a:pt x="45601" y="74803"/>
                  <a:pt x="45601" y="74798"/>
                </a:cubicBezTo>
                <a:lnTo>
                  <a:pt x="45601" y="74773"/>
                </a:lnTo>
                <a:cubicBezTo>
                  <a:pt x="45899" y="74574"/>
                  <a:pt x="46223" y="74399"/>
                  <a:pt x="46522" y="74250"/>
                </a:cubicBezTo>
                <a:cubicBezTo>
                  <a:pt x="46895" y="74026"/>
                  <a:pt x="47293" y="73802"/>
                  <a:pt x="47667" y="73553"/>
                </a:cubicBezTo>
                <a:lnTo>
                  <a:pt x="47866" y="73454"/>
                </a:lnTo>
                <a:close/>
                <a:moveTo>
                  <a:pt x="41519" y="74375"/>
                </a:moveTo>
                <a:lnTo>
                  <a:pt x="41519" y="74375"/>
                </a:lnTo>
                <a:cubicBezTo>
                  <a:pt x="41668" y="74449"/>
                  <a:pt x="41817" y="74549"/>
                  <a:pt x="41991" y="74673"/>
                </a:cubicBezTo>
                <a:cubicBezTo>
                  <a:pt x="42016" y="74748"/>
                  <a:pt x="42041" y="74773"/>
                  <a:pt x="42066" y="74823"/>
                </a:cubicBezTo>
                <a:cubicBezTo>
                  <a:pt x="41917" y="74748"/>
                  <a:pt x="41792" y="74623"/>
                  <a:pt x="41643" y="74524"/>
                </a:cubicBezTo>
                <a:cubicBezTo>
                  <a:pt x="41568" y="74449"/>
                  <a:pt x="41543" y="74424"/>
                  <a:pt x="41519" y="74375"/>
                </a:cubicBezTo>
                <a:close/>
                <a:moveTo>
                  <a:pt x="45544" y="74860"/>
                </a:moveTo>
                <a:cubicBezTo>
                  <a:pt x="45539" y="74867"/>
                  <a:pt x="45534" y="74872"/>
                  <a:pt x="45526" y="74872"/>
                </a:cubicBezTo>
                <a:cubicBezTo>
                  <a:pt x="45532" y="74868"/>
                  <a:pt x="45538" y="74864"/>
                  <a:pt x="45544" y="74860"/>
                </a:cubicBezTo>
                <a:close/>
                <a:moveTo>
                  <a:pt x="41519" y="74773"/>
                </a:moveTo>
                <a:lnTo>
                  <a:pt x="41693" y="74947"/>
                </a:lnTo>
                <a:cubicBezTo>
                  <a:pt x="41743" y="74997"/>
                  <a:pt x="41792" y="75047"/>
                  <a:pt x="41867" y="75071"/>
                </a:cubicBezTo>
                <a:lnTo>
                  <a:pt x="41817" y="75121"/>
                </a:lnTo>
                <a:cubicBezTo>
                  <a:pt x="41767" y="75047"/>
                  <a:pt x="41743" y="74997"/>
                  <a:pt x="41668" y="74947"/>
                </a:cubicBezTo>
                <a:cubicBezTo>
                  <a:pt x="41618" y="74897"/>
                  <a:pt x="41543" y="74823"/>
                  <a:pt x="41519" y="74773"/>
                </a:cubicBezTo>
                <a:close/>
                <a:moveTo>
                  <a:pt x="42415" y="74997"/>
                </a:moveTo>
                <a:lnTo>
                  <a:pt x="42415" y="74997"/>
                </a:lnTo>
                <a:cubicBezTo>
                  <a:pt x="42440" y="75022"/>
                  <a:pt x="42489" y="75022"/>
                  <a:pt x="42514" y="75047"/>
                </a:cubicBezTo>
                <a:cubicBezTo>
                  <a:pt x="42539" y="75071"/>
                  <a:pt x="42564" y="75146"/>
                  <a:pt x="42564" y="75171"/>
                </a:cubicBezTo>
                <a:cubicBezTo>
                  <a:pt x="42539" y="75146"/>
                  <a:pt x="42514" y="75146"/>
                  <a:pt x="42489" y="75121"/>
                </a:cubicBezTo>
                <a:cubicBezTo>
                  <a:pt x="42440" y="75071"/>
                  <a:pt x="42415" y="75022"/>
                  <a:pt x="42415" y="74997"/>
                </a:cubicBezTo>
                <a:close/>
                <a:moveTo>
                  <a:pt x="45128" y="72433"/>
                </a:moveTo>
                <a:cubicBezTo>
                  <a:pt x="45178" y="72433"/>
                  <a:pt x="45252" y="72458"/>
                  <a:pt x="45302" y="72458"/>
                </a:cubicBezTo>
                <a:cubicBezTo>
                  <a:pt x="45327" y="73055"/>
                  <a:pt x="45302" y="73653"/>
                  <a:pt x="45202" y="74200"/>
                </a:cubicBezTo>
                <a:cubicBezTo>
                  <a:pt x="45078" y="74449"/>
                  <a:pt x="45003" y="74698"/>
                  <a:pt x="44879" y="74997"/>
                </a:cubicBezTo>
                <a:cubicBezTo>
                  <a:pt x="44729" y="75022"/>
                  <a:pt x="44605" y="75071"/>
                  <a:pt x="44481" y="75171"/>
                </a:cubicBezTo>
                <a:cubicBezTo>
                  <a:pt x="44605" y="74275"/>
                  <a:pt x="44804" y="73379"/>
                  <a:pt x="45103" y="72433"/>
                </a:cubicBezTo>
                <a:close/>
                <a:moveTo>
                  <a:pt x="44729" y="75246"/>
                </a:moveTo>
                <a:cubicBezTo>
                  <a:pt x="44729" y="75246"/>
                  <a:pt x="44729" y="75270"/>
                  <a:pt x="44681" y="75271"/>
                </a:cubicBezTo>
                <a:lnTo>
                  <a:pt x="44681" y="75271"/>
                </a:lnTo>
                <a:cubicBezTo>
                  <a:pt x="44698" y="75262"/>
                  <a:pt x="44714" y="75253"/>
                  <a:pt x="44729" y="75246"/>
                </a:cubicBezTo>
                <a:close/>
                <a:moveTo>
                  <a:pt x="44868" y="72496"/>
                </a:moveTo>
                <a:cubicBezTo>
                  <a:pt x="44599" y="73453"/>
                  <a:pt x="44379" y="74386"/>
                  <a:pt x="44257" y="75271"/>
                </a:cubicBezTo>
                <a:cubicBezTo>
                  <a:pt x="44232" y="75271"/>
                  <a:pt x="44232" y="75295"/>
                  <a:pt x="44182" y="75295"/>
                </a:cubicBezTo>
                <a:cubicBezTo>
                  <a:pt x="44306" y="74399"/>
                  <a:pt x="44530" y="73454"/>
                  <a:pt x="44804" y="72508"/>
                </a:cubicBezTo>
                <a:cubicBezTo>
                  <a:pt x="44835" y="72508"/>
                  <a:pt x="44857" y="72508"/>
                  <a:pt x="44868" y="72496"/>
                </a:cubicBezTo>
                <a:close/>
                <a:moveTo>
                  <a:pt x="42198" y="75129"/>
                </a:moveTo>
                <a:cubicBezTo>
                  <a:pt x="42249" y="75166"/>
                  <a:pt x="42313" y="75194"/>
                  <a:pt x="42365" y="75246"/>
                </a:cubicBezTo>
                <a:cubicBezTo>
                  <a:pt x="42390" y="75271"/>
                  <a:pt x="42390" y="75295"/>
                  <a:pt x="42415" y="75320"/>
                </a:cubicBezTo>
                <a:cubicBezTo>
                  <a:pt x="42315" y="75271"/>
                  <a:pt x="42265" y="75246"/>
                  <a:pt x="42240" y="75171"/>
                </a:cubicBezTo>
                <a:lnTo>
                  <a:pt x="42198" y="75129"/>
                </a:lnTo>
                <a:close/>
                <a:moveTo>
                  <a:pt x="3161" y="63298"/>
                </a:moveTo>
                <a:lnTo>
                  <a:pt x="3161" y="63422"/>
                </a:lnTo>
                <a:cubicBezTo>
                  <a:pt x="2664" y="65364"/>
                  <a:pt x="2290" y="67305"/>
                  <a:pt x="2066" y="69147"/>
                </a:cubicBezTo>
                <a:cubicBezTo>
                  <a:pt x="1469" y="71263"/>
                  <a:pt x="996" y="73379"/>
                  <a:pt x="697" y="75395"/>
                </a:cubicBezTo>
                <a:cubicBezTo>
                  <a:pt x="797" y="74175"/>
                  <a:pt x="946" y="72906"/>
                  <a:pt x="1170" y="71562"/>
                </a:cubicBezTo>
                <a:cubicBezTo>
                  <a:pt x="1618" y="68824"/>
                  <a:pt x="2290" y="66061"/>
                  <a:pt x="3161" y="63298"/>
                </a:cubicBezTo>
                <a:close/>
                <a:moveTo>
                  <a:pt x="9683" y="71188"/>
                </a:moveTo>
                <a:cubicBezTo>
                  <a:pt x="9708" y="71263"/>
                  <a:pt x="9708" y="71313"/>
                  <a:pt x="9757" y="71388"/>
                </a:cubicBezTo>
                <a:cubicBezTo>
                  <a:pt x="9807" y="71587"/>
                  <a:pt x="9882" y="71786"/>
                  <a:pt x="9932" y="71960"/>
                </a:cubicBezTo>
                <a:cubicBezTo>
                  <a:pt x="9957" y="72060"/>
                  <a:pt x="10006" y="72159"/>
                  <a:pt x="10031" y="72209"/>
                </a:cubicBezTo>
                <a:cubicBezTo>
                  <a:pt x="10056" y="72309"/>
                  <a:pt x="10081" y="72408"/>
                  <a:pt x="10131" y="72458"/>
                </a:cubicBezTo>
                <a:cubicBezTo>
                  <a:pt x="10181" y="72657"/>
                  <a:pt x="10280" y="72831"/>
                  <a:pt x="10330" y="73030"/>
                </a:cubicBezTo>
                <a:cubicBezTo>
                  <a:pt x="10380" y="73130"/>
                  <a:pt x="10430" y="73254"/>
                  <a:pt x="10454" y="73329"/>
                </a:cubicBezTo>
                <a:cubicBezTo>
                  <a:pt x="10454" y="73379"/>
                  <a:pt x="10504" y="73404"/>
                  <a:pt x="10504" y="73429"/>
                </a:cubicBezTo>
                <a:cubicBezTo>
                  <a:pt x="10529" y="73528"/>
                  <a:pt x="10579" y="73578"/>
                  <a:pt x="10629" y="73678"/>
                </a:cubicBezTo>
                <a:lnTo>
                  <a:pt x="10902" y="74250"/>
                </a:lnTo>
                <a:lnTo>
                  <a:pt x="11002" y="74424"/>
                </a:lnTo>
                <a:cubicBezTo>
                  <a:pt x="11052" y="74549"/>
                  <a:pt x="11126" y="74648"/>
                  <a:pt x="11176" y="74773"/>
                </a:cubicBezTo>
                <a:cubicBezTo>
                  <a:pt x="11251" y="74897"/>
                  <a:pt x="11326" y="75022"/>
                  <a:pt x="11400" y="75121"/>
                </a:cubicBezTo>
                <a:cubicBezTo>
                  <a:pt x="11450" y="75196"/>
                  <a:pt x="11525" y="75320"/>
                  <a:pt x="11624" y="75420"/>
                </a:cubicBezTo>
                <a:lnTo>
                  <a:pt x="11649" y="75445"/>
                </a:lnTo>
                <a:cubicBezTo>
                  <a:pt x="10380" y="74549"/>
                  <a:pt x="9210" y="73553"/>
                  <a:pt x="8164" y="72508"/>
                </a:cubicBezTo>
                <a:cubicBezTo>
                  <a:pt x="8214" y="72508"/>
                  <a:pt x="8264" y="72408"/>
                  <a:pt x="8289" y="72309"/>
                </a:cubicBezTo>
                <a:cubicBezTo>
                  <a:pt x="8388" y="72209"/>
                  <a:pt x="8463" y="72159"/>
                  <a:pt x="8563" y="72060"/>
                </a:cubicBezTo>
                <a:cubicBezTo>
                  <a:pt x="8687" y="71960"/>
                  <a:pt x="8812" y="71885"/>
                  <a:pt x="8936" y="71736"/>
                </a:cubicBezTo>
                <a:cubicBezTo>
                  <a:pt x="9085" y="71612"/>
                  <a:pt x="9210" y="71537"/>
                  <a:pt x="9384" y="71413"/>
                </a:cubicBezTo>
                <a:cubicBezTo>
                  <a:pt x="9459" y="71338"/>
                  <a:pt x="9558" y="71263"/>
                  <a:pt x="9683" y="71188"/>
                </a:cubicBezTo>
                <a:close/>
                <a:moveTo>
                  <a:pt x="44680" y="75271"/>
                </a:moveTo>
                <a:lnTo>
                  <a:pt x="44680" y="75295"/>
                </a:lnTo>
                <a:lnTo>
                  <a:pt x="44406" y="75495"/>
                </a:lnTo>
                <a:lnTo>
                  <a:pt x="44406" y="75445"/>
                </a:lnTo>
                <a:lnTo>
                  <a:pt x="44406" y="75420"/>
                </a:lnTo>
                <a:cubicBezTo>
                  <a:pt x="44489" y="75378"/>
                  <a:pt x="44591" y="75319"/>
                  <a:pt x="44680" y="75271"/>
                </a:cubicBezTo>
                <a:close/>
                <a:moveTo>
                  <a:pt x="41917" y="75271"/>
                </a:moveTo>
                <a:cubicBezTo>
                  <a:pt x="42016" y="75271"/>
                  <a:pt x="42041" y="75295"/>
                  <a:pt x="42066" y="75370"/>
                </a:cubicBezTo>
                <a:cubicBezTo>
                  <a:pt x="42116" y="75395"/>
                  <a:pt x="42116" y="75395"/>
                  <a:pt x="42116" y="75420"/>
                </a:cubicBezTo>
                <a:cubicBezTo>
                  <a:pt x="42166" y="75470"/>
                  <a:pt x="42191" y="75544"/>
                  <a:pt x="42265" y="75619"/>
                </a:cubicBezTo>
                <a:cubicBezTo>
                  <a:pt x="42191" y="75569"/>
                  <a:pt x="42166" y="75520"/>
                  <a:pt x="42116" y="75445"/>
                </a:cubicBezTo>
                <a:lnTo>
                  <a:pt x="42041" y="75395"/>
                </a:lnTo>
                <a:lnTo>
                  <a:pt x="41917" y="75271"/>
                </a:lnTo>
                <a:close/>
                <a:moveTo>
                  <a:pt x="44232" y="75520"/>
                </a:moveTo>
                <a:lnTo>
                  <a:pt x="44232" y="75544"/>
                </a:lnTo>
                <a:lnTo>
                  <a:pt x="44232" y="75569"/>
                </a:lnTo>
                <a:cubicBezTo>
                  <a:pt x="44182" y="75569"/>
                  <a:pt x="44157" y="75619"/>
                  <a:pt x="44157" y="75619"/>
                </a:cubicBezTo>
                <a:lnTo>
                  <a:pt x="44157" y="75569"/>
                </a:lnTo>
                <a:lnTo>
                  <a:pt x="44157" y="75544"/>
                </a:lnTo>
                <a:cubicBezTo>
                  <a:pt x="44182" y="75544"/>
                  <a:pt x="44182" y="75520"/>
                  <a:pt x="44232" y="75520"/>
                </a:cubicBezTo>
                <a:close/>
                <a:moveTo>
                  <a:pt x="44630" y="72533"/>
                </a:moveTo>
                <a:cubicBezTo>
                  <a:pt x="44331" y="73528"/>
                  <a:pt x="44132" y="74449"/>
                  <a:pt x="44008" y="75395"/>
                </a:cubicBezTo>
                <a:cubicBezTo>
                  <a:pt x="43858" y="75495"/>
                  <a:pt x="43684" y="75569"/>
                  <a:pt x="43535" y="75644"/>
                </a:cubicBezTo>
                <a:cubicBezTo>
                  <a:pt x="43261" y="75395"/>
                  <a:pt x="42987" y="75171"/>
                  <a:pt x="42664" y="74922"/>
                </a:cubicBezTo>
                <a:cubicBezTo>
                  <a:pt x="42614" y="74823"/>
                  <a:pt x="42564" y="74773"/>
                  <a:pt x="42514" y="74673"/>
                </a:cubicBezTo>
                <a:cubicBezTo>
                  <a:pt x="42440" y="74549"/>
                  <a:pt x="42365" y="74449"/>
                  <a:pt x="42290" y="74325"/>
                </a:cubicBezTo>
                <a:lnTo>
                  <a:pt x="41743" y="73503"/>
                </a:lnTo>
                <a:cubicBezTo>
                  <a:pt x="41668" y="73429"/>
                  <a:pt x="41643" y="73379"/>
                  <a:pt x="41593" y="73304"/>
                </a:cubicBezTo>
                <a:cubicBezTo>
                  <a:pt x="41668" y="73205"/>
                  <a:pt x="41693" y="73130"/>
                  <a:pt x="41767" y="73055"/>
                </a:cubicBezTo>
                <a:cubicBezTo>
                  <a:pt x="42688" y="72956"/>
                  <a:pt x="43659" y="72782"/>
                  <a:pt x="44630" y="72533"/>
                </a:cubicBezTo>
                <a:close/>
                <a:moveTo>
                  <a:pt x="42688" y="75520"/>
                </a:moveTo>
                <a:lnTo>
                  <a:pt x="42788" y="75619"/>
                </a:lnTo>
                <a:cubicBezTo>
                  <a:pt x="42805" y="75636"/>
                  <a:pt x="42822" y="75664"/>
                  <a:pt x="42831" y="75696"/>
                </a:cubicBezTo>
                <a:lnTo>
                  <a:pt x="42831" y="75696"/>
                </a:lnTo>
                <a:cubicBezTo>
                  <a:pt x="42818" y="75687"/>
                  <a:pt x="42800" y="75681"/>
                  <a:pt x="42788" y="75669"/>
                </a:cubicBezTo>
                <a:cubicBezTo>
                  <a:pt x="42763" y="75619"/>
                  <a:pt x="42738" y="75569"/>
                  <a:pt x="42688" y="75520"/>
                </a:cubicBezTo>
                <a:close/>
                <a:moveTo>
                  <a:pt x="57075" y="67206"/>
                </a:moveTo>
                <a:cubicBezTo>
                  <a:pt x="57100" y="67231"/>
                  <a:pt x="57125" y="67256"/>
                  <a:pt x="57200" y="67305"/>
                </a:cubicBezTo>
                <a:cubicBezTo>
                  <a:pt x="57324" y="67355"/>
                  <a:pt x="57424" y="67455"/>
                  <a:pt x="57548" y="67530"/>
                </a:cubicBezTo>
                <a:cubicBezTo>
                  <a:pt x="57623" y="67579"/>
                  <a:pt x="57723" y="67654"/>
                  <a:pt x="57822" y="67729"/>
                </a:cubicBezTo>
                <a:cubicBezTo>
                  <a:pt x="57922" y="67803"/>
                  <a:pt x="57972" y="67853"/>
                  <a:pt x="58071" y="67928"/>
                </a:cubicBezTo>
                <a:cubicBezTo>
                  <a:pt x="58196" y="68002"/>
                  <a:pt x="58320" y="68102"/>
                  <a:pt x="58469" y="68226"/>
                </a:cubicBezTo>
                <a:cubicBezTo>
                  <a:pt x="58494" y="68251"/>
                  <a:pt x="58544" y="68301"/>
                  <a:pt x="58594" y="68326"/>
                </a:cubicBezTo>
                <a:cubicBezTo>
                  <a:pt x="59440" y="68998"/>
                  <a:pt x="60361" y="69819"/>
                  <a:pt x="61307" y="70765"/>
                </a:cubicBezTo>
                <a:cubicBezTo>
                  <a:pt x="61431" y="70890"/>
                  <a:pt x="61556" y="70964"/>
                  <a:pt x="61680" y="71089"/>
                </a:cubicBezTo>
                <a:lnTo>
                  <a:pt x="61879" y="71313"/>
                </a:lnTo>
                <a:lnTo>
                  <a:pt x="62303" y="71711"/>
                </a:lnTo>
                <a:cubicBezTo>
                  <a:pt x="62128" y="71811"/>
                  <a:pt x="61979" y="71935"/>
                  <a:pt x="61830" y="72035"/>
                </a:cubicBezTo>
                <a:cubicBezTo>
                  <a:pt x="61705" y="72134"/>
                  <a:pt x="61581" y="72184"/>
                  <a:pt x="61456" y="72284"/>
                </a:cubicBezTo>
                <a:cubicBezTo>
                  <a:pt x="61257" y="72408"/>
                  <a:pt x="61083" y="72533"/>
                  <a:pt x="60859" y="72657"/>
                </a:cubicBezTo>
                <a:lnTo>
                  <a:pt x="60585" y="72831"/>
                </a:lnTo>
                <a:cubicBezTo>
                  <a:pt x="60560" y="72856"/>
                  <a:pt x="60535" y="72906"/>
                  <a:pt x="60461" y="72906"/>
                </a:cubicBezTo>
                <a:cubicBezTo>
                  <a:pt x="60286" y="73030"/>
                  <a:pt x="60087" y="73105"/>
                  <a:pt x="59913" y="73230"/>
                </a:cubicBezTo>
                <a:cubicBezTo>
                  <a:pt x="59814" y="73304"/>
                  <a:pt x="59714" y="73354"/>
                  <a:pt x="59614" y="73404"/>
                </a:cubicBezTo>
                <a:cubicBezTo>
                  <a:pt x="59589" y="73429"/>
                  <a:pt x="59540" y="73454"/>
                  <a:pt x="59490" y="73478"/>
                </a:cubicBezTo>
                <a:cubicBezTo>
                  <a:pt x="59341" y="73578"/>
                  <a:pt x="59166" y="73678"/>
                  <a:pt x="58992" y="73777"/>
                </a:cubicBezTo>
                <a:cubicBezTo>
                  <a:pt x="58942" y="73802"/>
                  <a:pt x="58843" y="73877"/>
                  <a:pt x="58793" y="73902"/>
                </a:cubicBezTo>
                <a:cubicBezTo>
                  <a:pt x="58718" y="73926"/>
                  <a:pt x="58619" y="74001"/>
                  <a:pt x="58569" y="74026"/>
                </a:cubicBezTo>
                <a:cubicBezTo>
                  <a:pt x="58420" y="74126"/>
                  <a:pt x="58245" y="74175"/>
                  <a:pt x="58096" y="74275"/>
                </a:cubicBezTo>
                <a:cubicBezTo>
                  <a:pt x="57947" y="74375"/>
                  <a:pt x="57797" y="74424"/>
                  <a:pt x="57623" y="74524"/>
                </a:cubicBezTo>
                <a:cubicBezTo>
                  <a:pt x="57474" y="74574"/>
                  <a:pt x="57349" y="74673"/>
                  <a:pt x="57200" y="74748"/>
                </a:cubicBezTo>
                <a:cubicBezTo>
                  <a:pt x="57175" y="74773"/>
                  <a:pt x="57125" y="74773"/>
                  <a:pt x="57100" y="74798"/>
                </a:cubicBezTo>
                <a:cubicBezTo>
                  <a:pt x="56976" y="74847"/>
                  <a:pt x="56827" y="74922"/>
                  <a:pt x="56702" y="74997"/>
                </a:cubicBezTo>
                <a:cubicBezTo>
                  <a:pt x="56578" y="75047"/>
                  <a:pt x="56428" y="75121"/>
                  <a:pt x="56304" y="75171"/>
                </a:cubicBezTo>
                <a:cubicBezTo>
                  <a:pt x="56105" y="75271"/>
                  <a:pt x="55955" y="75320"/>
                  <a:pt x="55756" y="75420"/>
                </a:cubicBezTo>
                <a:cubicBezTo>
                  <a:pt x="55632" y="75470"/>
                  <a:pt x="55507" y="75520"/>
                  <a:pt x="55383" y="75569"/>
                </a:cubicBezTo>
                <a:cubicBezTo>
                  <a:pt x="55258" y="75644"/>
                  <a:pt x="55134" y="75669"/>
                  <a:pt x="55059" y="75744"/>
                </a:cubicBezTo>
                <a:cubicBezTo>
                  <a:pt x="54686" y="74872"/>
                  <a:pt x="54313" y="74051"/>
                  <a:pt x="53989" y="73304"/>
                </a:cubicBezTo>
                <a:cubicBezTo>
                  <a:pt x="53964" y="73205"/>
                  <a:pt x="53889" y="73130"/>
                  <a:pt x="53865" y="73030"/>
                </a:cubicBezTo>
                <a:cubicBezTo>
                  <a:pt x="53740" y="72757"/>
                  <a:pt x="53641" y="72458"/>
                  <a:pt x="53566" y="72184"/>
                </a:cubicBezTo>
                <a:cubicBezTo>
                  <a:pt x="53491" y="72010"/>
                  <a:pt x="53392" y="71811"/>
                  <a:pt x="53342" y="71637"/>
                </a:cubicBezTo>
                <a:lnTo>
                  <a:pt x="53143" y="70964"/>
                </a:lnTo>
                <a:cubicBezTo>
                  <a:pt x="53093" y="70790"/>
                  <a:pt x="53018" y="70566"/>
                  <a:pt x="52968" y="70392"/>
                </a:cubicBezTo>
                <a:cubicBezTo>
                  <a:pt x="53441" y="70043"/>
                  <a:pt x="53889" y="69695"/>
                  <a:pt x="54337" y="69347"/>
                </a:cubicBezTo>
                <a:lnTo>
                  <a:pt x="54711" y="69073"/>
                </a:lnTo>
                <a:cubicBezTo>
                  <a:pt x="54761" y="69023"/>
                  <a:pt x="54835" y="68973"/>
                  <a:pt x="54935" y="68923"/>
                </a:cubicBezTo>
                <a:lnTo>
                  <a:pt x="55383" y="68550"/>
                </a:lnTo>
                <a:cubicBezTo>
                  <a:pt x="55607" y="68401"/>
                  <a:pt x="55831" y="68202"/>
                  <a:pt x="56005" y="68052"/>
                </a:cubicBezTo>
                <a:cubicBezTo>
                  <a:pt x="56179" y="67928"/>
                  <a:pt x="56354" y="67803"/>
                  <a:pt x="56503" y="67654"/>
                </a:cubicBezTo>
                <a:cubicBezTo>
                  <a:pt x="56603" y="67554"/>
                  <a:pt x="56702" y="67480"/>
                  <a:pt x="56827" y="67380"/>
                </a:cubicBezTo>
                <a:cubicBezTo>
                  <a:pt x="56926" y="67330"/>
                  <a:pt x="56976" y="67256"/>
                  <a:pt x="57075" y="67206"/>
                </a:cubicBezTo>
                <a:close/>
                <a:moveTo>
                  <a:pt x="42912" y="75320"/>
                </a:moveTo>
                <a:lnTo>
                  <a:pt x="43385" y="75694"/>
                </a:lnTo>
                <a:cubicBezTo>
                  <a:pt x="43360" y="75768"/>
                  <a:pt x="43311" y="75768"/>
                  <a:pt x="43311" y="75768"/>
                </a:cubicBezTo>
                <a:cubicBezTo>
                  <a:pt x="43186" y="75669"/>
                  <a:pt x="43112" y="75569"/>
                  <a:pt x="42987" y="75495"/>
                </a:cubicBezTo>
                <a:cubicBezTo>
                  <a:pt x="42937" y="75420"/>
                  <a:pt x="42912" y="75395"/>
                  <a:pt x="42912" y="75320"/>
                </a:cubicBezTo>
                <a:close/>
                <a:moveTo>
                  <a:pt x="52844" y="70516"/>
                </a:moveTo>
                <a:cubicBezTo>
                  <a:pt x="52869" y="70641"/>
                  <a:pt x="52944" y="70790"/>
                  <a:pt x="52968" y="70915"/>
                </a:cubicBezTo>
                <a:cubicBezTo>
                  <a:pt x="53018" y="71164"/>
                  <a:pt x="53093" y="71388"/>
                  <a:pt x="53192" y="71661"/>
                </a:cubicBezTo>
                <a:cubicBezTo>
                  <a:pt x="53217" y="71786"/>
                  <a:pt x="53267" y="71935"/>
                  <a:pt x="53342" y="72060"/>
                </a:cubicBezTo>
                <a:cubicBezTo>
                  <a:pt x="53740" y="73205"/>
                  <a:pt x="54263" y="74449"/>
                  <a:pt x="54885" y="75793"/>
                </a:cubicBezTo>
                <a:lnTo>
                  <a:pt x="54835" y="75793"/>
                </a:lnTo>
                <a:cubicBezTo>
                  <a:pt x="54437" y="74922"/>
                  <a:pt x="54064" y="74126"/>
                  <a:pt x="53740" y="73329"/>
                </a:cubicBezTo>
                <a:cubicBezTo>
                  <a:pt x="53715" y="73279"/>
                  <a:pt x="53690" y="73180"/>
                  <a:pt x="53641" y="73130"/>
                </a:cubicBezTo>
                <a:cubicBezTo>
                  <a:pt x="53516" y="72806"/>
                  <a:pt x="53441" y="72533"/>
                  <a:pt x="53317" y="72259"/>
                </a:cubicBezTo>
                <a:cubicBezTo>
                  <a:pt x="53242" y="72060"/>
                  <a:pt x="53143" y="71885"/>
                  <a:pt x="53118" y="71686"/>
                </a:cubicBezTo>
                <a:cubicBezTo>
                  <a:pt x="53068" y="71462"/>
                  <a:pt x="52993" y="71263"/>
                  <a:pt x="52944" y="71064"/>
                </a:cubicBezTo>
                <a:cubicBezTo>
                  <a:pt x="52869" y="70890"/>
                  <a:pt x="52819" y="70691"/>
                  <a:pt x="52769" y="70541"/>
                </a:cubicBezTo>
                <a:lnTo>
                  <a:pt x="52844" y="70516"/>
                </a:lnTo>
                <a:close/>
                <a:moveTo>
                  <a:pt x="43983" y="75669"/>
                </a:moveTo>
                <a:lnTo>
                  <a:pt x="43983" y="75694"/>
                </a:lnTo>
                <a:lnTo>
                  <a:pt x="43983" y="75744"/>
                </a:lnTo>
                <a:cubicBezTo>
                  <a:pt x="43883" y="75768"/>
                  <a:pt x="43809" y="75793"/>
                  <a:pt x="43759" y="75818"/>
                </a:cubicBezTo>
                <a:lnTo>
                  <a:pt x="43734" y="75793"/>
                </a:lnTo>
                <a:cubicBezTo>
                  <a:pt x="43809" y="75768"/>
                  <a:pt x="43883" y="75694"/>
                  <a:pt x="43983" y="75669"/>
                </a:cubicBezTo>
                <a:close/>
                <a:moveTo>
                  <a:pt x="62477" y="71836"/>
                </a:moveTo>
                <a:lnTo>
                  <a:pt x="62527" y="71885"/>
                </a:lnTo>
                <a:lnTo>
                  <a:pt x="62552" y="71910"/>
                </a:lnTo>
                <a:cubicBezTo>
                  <a:pt x="62427" y="72010"/>
                  <a:pt x="62328" y="72060"/>
                  <a:pt x="62203" y="72159"/>
                </a:cubicBezTo>
                <a:cubicBezTo>
                  <a:pt x="62054" y="72284"/>
                  <a:pt x="61855" y="72358"/>
                  <a:pt x="61705" y="72508"/>
                </a:cubicBezTo>
                <a:cubicBezTo>
                  <a:pt x="61581" y="72582"/>
                  <a:pt x="61431" y="72682"/>
                  <a:pt x="61307" y="72782"/>
                </a:cubicBezTo>
                <a:lnTo>
                  <a:pt x="60734" y="73155"/>
                </a:lnTo>
                <a:cubicBezTo>
                  <a:pt x="60660" y="73205"/>
                  <a:pt x="60535" y="73279"/>
                  <a:pt x="60436" y="73329"/>
                </a:cubicBezTo>
                <a:cubicBezTo>
                  <a:pt x="60311" y="73404"/>
                  <a:pt x="60187" y="73478"/>
                  <a:pt x="60062" y="73553"/>
                </a:cubicBezTo>
                <a:lnTo>
                  <a:pt x="59789" y="73727"/>
                </a:lnTo>
                <a:cubicBezTo>
                  <a:pt x="59689" y="73777"/>
                  <a:pt x="59614" y="73827"/>
                  <a:pt x="59540" y="73852"/>
                </a:cubicBezTo>
                <a:cubicBezTo>
                  <a:pt x="59291" y="74026"/>
                  <a:pt x="59042" y="74151"/>
                  <a:pt x="58818" y="74275"/>
                </a:cubicBezTo>
                <a:lnTo>
                  <a:pt x="58619" y="74375"/>
                </a:lnTo>
                <a:cubicBezTo>
                  <a:pt x="58594" y="74375"/>
                  <a:pt x="58594" y="74399"/>
                  <a:pt x="58569" y="74399"/>
                </a:cubicBezTo>
                <a:cubicBezTo>
                  <a:pt x="58494" y="74424"/>
                  <a:pt x="58469" y="74449"/>
                  <a:pt x="58420" y="74499"/>
                </a:cubicBezTo>
                <a:lnTo>
                  <a:pt x="58046" y="74673"/>
                </a:lnTo>
                <a:lnTo>
                  <a:pt x="57847" y="74773"/>
                </a:lnTo>
                <a:cubicBezTo>
                  <a:pt x="57797" y="74798"/>
                  <a:pt x="57748" y="74823"/>
                  <a:pt x="57698" y="74823"/>
                </a:cubicBezTo>
                <a:cubicBezTo>
                  <a:pt x="57449" y="74947"/>
                  <a:pt x="57175" y="75071"/>
                  <a:pt x="56926" y="75196"/>
                </a:cubicBezTo>
                <a:cubicBezTo>
                  <a:pt x="56926" y="75196"/>
                  <a:pt x="56876" y="75196"/>
                  <a:pt x="56876" y="75221"/>
                </a:cubicBezTo>
                <a:cubicBezTo>
                  <a:pt x="56354" y="75470"/>
                  <a:pt x="55831" y="75694"/>
                  <a:pt x="55333" y="75918"/>
                </a:cubicBezTo>
                <a:cubicBezTo>
                  <a:pt x="55209" y="75893"/>
                  <a:pt x="55184" y="75893"/>
                  <a:pt x="55184" y="75893"/>
                </a:cubicBezTo>
                <a:cubicBezTo>
                  <a:pt x="55184" y="75893"/>
                  <a:pt x="55184" y="75868"/>
                  <a:pt x="55134" y="75868"/>
                </a:cubicBezTo>
                <a:lnTo>
                  <a:pt x="55134" y="75818"/>
                </a:lnTo>
                <a:cubicBezTo>
                  <a:pt x="55308" y="75768"/>
                  <a:pt x="55458" y="75694"/>
                  <a:pt x="55632" y="75644"/>
                </a:cubicBezTo>
                <a:cubicBezTo>
                  <a:pt x="55731" y="75619"/>
                  <a:pt x="55806" y="75569"/>
                  <a:pt x="55881" y="75544"/>
                </a:cubicBezTo>
                <a:cubicBezTo>
                  <a:pt x="55931" y="75544"/>
                  <a:pt x="55955" y="75520"/>
                  <a:pt x="55980" y="75495"/>
                </a:cubicBezTo>
                <a:cubicBezTo>
                  <a:pt x="56055" y="75445"/>
                  <a:pt x="56130" y="75420"/>
                  <a:pt x="56204" y="75395"/>
                </a:cubicBezTo>
                <a:cubicBezTo>
                  <a:pt x="56229" y="75395"/>
                  <a:pt x="56254" y="75370"/>
                  <a:pt x="56304" y="75370"/>
                </a:cubicBezTo>
                <a:lnTo>
                  <a:pt x="56478" y="75271"/>
                </a:lnTo>
                <a:lnTo>
                  <a:pt x="56503" y="75271"/>
                </a:lnTo>
                <a:cubicBezTo>
                  <a:pt x="56603" y="75246"/>
                  <a:pt x="56702" y="75171"/>
                  <a:pt x="56827" y="75146"/>
                </a:cubicBezTo>
                <a:cubicBezTo>
                  <a:pt x="56876" y="75121"/>
                  <a:pt x="56926" y="75121"/>
                  <a:pt x="56976" y="75071"/>
                </a:cubicBezTo>
                <a:cubicBezTo>
                  <a:pt x="57075" y="75047"/>
                  <a:pt x="57125" y="74997"/>
                  <a:pt x="57225" y="74947"/>
                </a:cubicBezTo>
                <a:cubicBezTo>
                  <a:pt x="57250" y="74922"/>
                  <a:pt x="57324" y="74922"/>
                  <a:pt x="57349" y="74897"/>
                </a:cubicBezTo>
                <a:cubicBezTo>
                  <a:pt x="57374" y="74897"/>
                  <a:pt x="57374" y="74872"/>
                  <a:pt x="57424" y="74872"/>
                </a:cubicBezTo>
                <a:lnTo>
                  <a:pt x="57449" y="74872"/>
                </a:lnTo>
                <a:lnTo>
                  <a:pt x="57822" y="74673"/>
                </a:lnTo>
                <a:cubicBezTo>
                  <a:pt x="57972" y="74574"/>
                  <a:pt x="58121" y="74524"/>
                  <a:pt x="58320" y="74424"/>
                </a:cubicBezTo>
                <a:lnTo>
                  <a:pt x="58345" y="74424"/>
                </a:lnTo>
                <a:cubicBezTo>
                  <a:pt x="58494" y="74325"/>
                  <a:pt x="58669" y="74275"/>
                  <a:pt x="58818" y="74175"/>
                </a:cubicBezTo>
                <a:cubicBezTo>
                  <a:pt x="58942" y="74126"/>
                  <a:pt x="59067" y="74051"/>
                  <a:pt x="59191" y="73951"/>
                </a:cubicBezTo>
                <a:cubicBezTo>
                  <a:pt x="59191" y="73951"/>
                  <a:pt x="59216" y="73951"/>
                  <a:pt x="59216" y="73926"/>
                </a:cubicBezTo>
                <a:lnTo>
                  <a:pt x="59241" y="73926"/>
                </a:lnTo>
                <a:cubicBezTo>
                  <a:pt x="59440" y="73827"/>
                  <a:pt x="59614" y="73752"/>
                  <a:pt x="59789" y="73628"/>
                </a:cubicBezTo>
                <a:cubicBezTo>
                  <a:pt x="59838" y="73578"/>
                  <a:pt x="59913" y="73553"/>
                  <a:pt x="59963" y="73503"/>
                </a:cubicBezTo>
                <a:cubicBezTo>
                  <a:pt x="60038" y="73454"/>
                  <a:pt x="60062" y="73429"/>
                  <a:pt x="60112" y="73404"/>
                </a:cubicBezTo>
                <a:cubicBezTo>
                  <a:pt x="60336" y="73279"/>
                  <a:pt x="60535" y="73155"/>
                  <a:pt x="60734" y="73030"/>
                </a:cubicBezTo>
                <a:cubicBezTo>
                  <a:pt x="60784" y="73006"/>
                  <a:pt x="60809" y="73006"/>
                  <a:pt x="60834" y="72956"/>
                </a:cubicBezTo>
                <a:cubicBezTo>
                  <a:pt x="60859" y="72931"/>
                  <a:pt x="60934" y="72906"/>
                  <a:pt x="60959" y="72881"/>
                </a:cubicBezTo>
                <a:cubicBezTo>
                  <a:pt x="60959" y="72881"/>
                  <a:pt x="60983" y="72881"/>
                  <a:pt x="60983" y="72831"/>
                </a:cubicBezTo>
                <a:cubicBezTo>
                  <a:pt x="61207" y="72682"/>
                  <a:pt x="61456" y="72533"/>
                  <a:pt x="61680" y="72383"/>
                </a:cubicBezTo>
                <a:cubicBezTo>
                  <a:pt x="61705" y="72383"/>
                  <a:pt x="61705" y="72333"/>
                  <a:pt x="61730" y="72333"/>
                </a:cubicBezTo>
                <a:cubicBezTo>
                  <a:pt x="61780" y="72309"/>
                  <a:pt x="61830" y="72284"/>
                  <a:pt x="61855" y="72259"/>
                </a:cubicBezTo>
                <a:cubicBezTo>
                  <a:pt x="62079" y="72134"/>
                  <a:pt x="62278" y="71960"/>
                  <a:pt x="62477" y="71836"/>
                </a:cubicBezTo>
                <a:close/>
                <a:moveTo>
                  <a:pt x="43535" y="75893"/>
                </a:moveTo>
                <a:lnTo>
                  <a:pt x="43560" y="75918"/>
                </a:lnTo>
                <a:lnTo>
                  <a:pt x="43609" y="75943"/>
                </a:lnTo>
                <a:cubicBezTo>
                  <a:pt x="43560" y="75943"/>
                  <a:pt x="43560" y="75992"/>
                  <a:pt x="43535" y="75992"/>
                </a:cubicBezTo>
                <a:lnTo>
                  <a:pt x="43485" y="75918"/>
                </a:lnTo>
                <a:cubicBezTo>
                  <a:pt x="43510" y="75918"/>
                  <a:pt x="43510" y="75893"/>
                  <a:pt x="43535" y="75893"/>
                </a:cubicBezTo>
                <a:close/>
                <a:moveTo>
                  <a:pt x="54960" y="75943"/>
                </a:moveTo>
                <a:lnTo>
                  <a:pt x="54960" y="75992"/>
                </a:lnTo>
                <a:cubicBezTo>
                  <a:pt x="54972" y="75968"/>
                  <a:pt x="54978" y="75955"/>
                  <a:pt x="54982" y="75955"/>
                </a:cubicBezTo>
                <a:cubicBezTo>
                  <a:pt x="54985" y="75955"/>
                  <a:pt x="54985" y="75968"/>
                  <a:pt x="54985" y="75992"/>
                </a:cubicBezTo>
                <a:cubicBezTo>
                  <a:pt x="54960" y="75992"/>
                  <a:pt x="54960" y="76017"/>
                  <a:pt x="54935" y="76017"/>
                </a:cubicBezTo>
                <a:cubicBezTo>
                  <a:pt x="54935" y="76017"/>
                  <a:pt x="54935" y="75992"/>
                  <a:pt x="54885" y="75992"/>
                </a:cubicBezTo>
                <a:lnTo>
                  <a:pt x="54885" y="75943"/>
                </a:lnTo>
                <a:close/>
                <a:moveTo>
                  <a:pt x="9832" y="71064"/>
                </a:moveTo>
                <a:cubicBezTo>
                  <a:pt x="9932" y="71288"/>
                  <a:pt x="10006" y="71512"/>
                  <a:pt x="10056" y="71711"/>
                </a:cubicBezTo>
                <a:cubicBezTo>
                  <a:pt x="10081" y="71786"/>
                  <a:pt x="10131" y="71836"/>
                  <a:pt x="10131" y="71935"/>
                </a:cubicBezTo>
                <a:cubicBezTo>
                  <a:pt x="10156" y="71985"/>
                  <a:pt x="10156" y="72060"/>
                  <a:pt x="10181" y="72085"/>
                </a:cubicBezTo>
                <a:cubicBezTo>
                  <a:pt x="10206" y="72159"/>
                  <a:pt x="10206" y="72209"/>
                  <a:pt x="10255" y="72284"/>
                </a:cubicBezTo>
                <a:lnTo>
                  <a:pt x="10330" y="72557"/>
                </a:lnTo>
                <a:cubicBezTo>
                  <a:pt x="10405" y="72682"/>
                  <a:pt x="10454" y="72806"/>
                  <a:pt x="10504" y="72956"/>
                </a:cubicBezTo>
                <a:cubicBezTo>
                  <a:pt x="10504" y="72981"/>
                  <a:pt x="10504" y="72981"/>
                  <a:pt x="10529" y="73030"/>
                </a:cubicBezTo>
                <a:cubicBezTo>
                  <a:pt x="10554" y="73080"/>
                  <a:pt x="10579" y="73180"/>
                  <a:pt x="10629" y="73230"/>
                </a:cubicBezTo>
                <a:cubicBezTo>
                  <a:pt x="10629" y="73279"/>
                  <a:pt x="10654" y="73304"/>
                  <a:pt x="10654" y="73304"/>
                </a:cubicBezTo>
                <a:cubicBezTo>
                  <a:pt x="10654" y="73329"/>
                  <a:pt x="10678" y="73329"/>
                  <a:pt x="10678" y="73354"/>
                </a:cubicBezTo>
                <a:cubicBezTo>
                  <a:pt x="10728" y="73478"/>
                  <a:pt x="10803" y="73653"/>
                  <a:pt x="10853" y="73777"/>
                </a:cubicBezTo>
                <a:lnTo>
                  <a:pt x="11052" y="74151"/>
                </a:lnTo>
                <a:cubicBezTo>
                  <a:pt x="11052" y="74175"/>
                  <a:pt x="11077" y="74175"/>
                  <a:pt x="11077" y="74200"/>
                </a:cubicBezTo>
                <a:cubicBezTo>
                  <a:pt x="11102" y="74225"/>
                  <a:pt x="11102" y="74275"/>
                  <a:pt x="11151" y="74300"/>
                </a:cubicBezTo>
                <a:cubicBezTo>
                  <a:pt x="11176" y="74350"/>
                  <a:pt x="11226" y="74449"/>
                  <a:pt x="11276" y="74524"/>
                </a:cubicBezTo>
                <a:cubicBezTo>
                  <a:pt x="11326" y="74648"/>
                  <a:pt x="11400" y="74773"/>
                  <a:pt x="11475" y="74847"/>
                </a:cubicBezTo>
                <a:cubicBezTo>
                  <a:pt x="11525" y="74922"/>
                  <a:pt x="11575" y="75022"/>
                  <a:pt x="11649" y="75071"/>
                </a:cubicBezTo>
                <a:cubicBezTo>
                  <a:pt x="11674" y="75146"/>
                  <a:pt x="11724" y="75196"/>
                  <a:pt x="11774" y="75295"/>
                </a:cubicBezTo>
                <a:cubicBezTo>
                  <a:pt x="11799" y="75345"/>
                  <a:pt x="11823" y="75395"/>
                  <a:pt x="11848" y="75445"/>
                </a:cubicBezTo>
                <a:cubicBezTo>
                  <a:pt x="11898" y="75470"/>
                  <a:pt x="11923" y="75544"/>
                  <a:pt x="11948" y="75569"/>
                </a:cubicBezTo>
                <a:cubicBezTo>
                  <a:pt x="12047" y="75694"/>
                  <a:pt x="12147" y="75793"/>
                  <a:pt x="12222" y="75918"/>
                </a:cubicBezTo>
                <a:lnTo>
                  <a:pt x="12271" y="75943"/>
                </a:lnTo>
                <a:cubicBezTo>
                  <a:pt x="12296" y="75968"/>
                  <a:pt x="12296" y="76017"/>
                  <a:pt x="12321" y="76042"/>
                </a:cubicBezTo>
                <a:cubicBezTo>
                  <a:pt x="12296" y="76017"/>
                  <a:pt x="12271" y="76017"/>
                  <a:pt x="12222" y="75968"/>
                </a:cubicBezTo>
                <a:cubicBezTo>
                  <a:pt x="12197" y="75943"/>
                  <a:pt x="12172" y="75943"/>
                  <a:pt x="12147" y="75918"/>
                </a:cubicBezTo>
                <a:cubicBezTo>
                  <a:pt x="12122" y="75843"/>
                  <a:pt x="12047" y="75793"/>
                  <a:pt x="12023" y="75768"/>
                </a:cubicBezTo>
                <a:cubicBezTo>
                  <a:pt x="11948" y="75669"/>
                  <a:pt x="11898" y="75594"/>
                  <a:pt x="11823" y="75520"/>
                </a:cubicBezTo>
                <a:cubicBezTo>
                  <a:pt x="11774" y="75420"/>
                  <a:pt x="11699" y="75320"/>
                  <a:pt x="11599" y="75196"/>
                </a:cubicBezTo>
                <a:cubicBezTo>
                  <a:pt x="11525" y="75071"/>
                  <a:pt x="11450" y="74947"/>
                  <a:pt x="11400" y="74823"/>
                </a:cubicBezTo>
                <a:cubicBezTo>
                  <a:pt x="11326" y="74723"/>
                  <a:pt x="11276" y="74648"/>
                  <a:pt x="11201" y="74524"/>
                </a:cubicBezTo>
                <a:cubicBezTo>
                  <a:pt x="11176" y="74449"/>
                  <a:pt x="11126" y="74350"/>
                  <a:pt x="11077" y="74300"/>
                </a:cubicBezTo>
                <a:cubicBezTo>
                  <a:pt x="10977" y="74151"/>
                  <a:pt x="10927" y="73976"/>
                  <a:pt x="10828" y="73827"/>
                </a:cubicBezTo>
                <a:cubicBezTo>
                  <a:pt x="10728" y="73678"/>
                  <a:pt x="10654" y="73478"/>
                  <a:pt x="10579" y="73329"/>
                </a:cubicBezTo>
                <a:cubicBezTo>
                  <a:pt x="10554" y="73304"/>
                  <a:pt x="10554" y="73230"/>
                  <a:pt x="10529" y="73205"/>
                </a:cubicBezTo>
                <a:cubicBezTo>
                  <a:pt x="10454" y="73055"/>
                  <a:pt x="10405" y="72931"/>
                  <a:pt x="10330" y="72782"/>
                </a:cubicBezTo>
                <a:cubicBezTo>
                  <a:pt x="10280" y="72607"/>
                  <a:pt x="10206" y="72433"/>
                  <a:pt x="10156" y="72284"/>
                </a:cubicBezTo>
                <a:cubicBezTo>
                  <a:pt x="10131" y="72209"/>
                  <a:pt x="10081" y="72159"/>
                  <a:pt x="10081" y="72060"/>
                </a:cubicBezTo>
                <a:cubicBezTo>
                  <a:pt x="10031" y="71910"/>
                  <a:pt x="10006" y="71736"/>
                  <a:pt x="9932" y="71612"/>
                </a:cubicBezTo>
                <a:cubicBezTo>
                  <a:pt x="9932" y="71437"/>
                  <a:pt x="9882" y="71288"/>
                  <a:pt x="9832" y="71064"/>
                </a:cubicBezTo>
                <a:close/>
                <a:moveTo>
                  <a:pt x="43261" y="76017"/>
                </a:moveTo>
                <a:lnTo>
                  <a:pt x="43261" y="76017"/>
                </a:lnTo>
                <a:cubicBezTo>
                  <a:pt x="43286" y="76017"/>
                  <a:pt x="43311" y="76017"/>
                  <a:pt x="43311" y="76042"/>
                </a:cubicBezTo>
                <a:cubicBezTo>
                  <a:pt x="43286" y="76017"/>
                  <a:pt x="43286" y="76017"/>
                  <a:pt x="43261" y="76017"/>
                </a:cubicBezTo>
                <a:close/>
                <a:moveTo>
                  <a:pt x="8090" y="72757"/>
                </a:moveTo>
                <a:cubicBezTo>
                  <a:pt x="9285" y="73951"/>
                  <a:pt x="10579" y="75047"/>
                  <a:pt x="12023" y="76017"/>
                </a:cubicBezTo>
                <a:cubicBezTo>
                  <a:pt x="12047" y="76067"/>
                  <a:pt x="12122" y="76142"/>
                  <a:pt x="12147" y="76167"/>
                </a:cubicBezTo>
                <a:cubicBezTo>
                  <a:pt x="10654" y="75146"/>
                  <a:pt x="9285" y="74026"/>
                  <a:pt x="8065" y="72806"/>
                </a:cubicBezTo>
                <a:cubicBezTo>
                  <a:pt x="8065" y="72782"/>
                  <a:pt x="8090" y="72782"/>
                  <a:pt x="8090" y="72757"/>
                </a:cubicBezTo>
                <a:close/>
                <a:moveTo>
                  <a:pt x="43062" y="76142"/>
                </a:moveTo>
                <a:lnTo>
                  <a:pt x="43062" y="76167"/>
                </a:lnTo>
                <a:lnTo>
                  <a:pt x="43037" y="76167"/>
                </a:lnTo>
                <a:cubicBezTo>
                  <a:pt x="43037" y="76167"/>
                  <a:pt x="43062" y="76167"/>
                  <a:pt x="43062" y="76142"/>
                </a:cubicBezTo>
                <a:close/>
                <a:moveTo>
                  <a:pt x="43097" y="76156"/>
                </a:moveTo>
                <a:cubicBezTo>
                  <a:pt x="43112" y="76156"/>
                  <a:pt x="43112" y="76167"/>
                  <a:pt x="43112" y="76167"/>
                </a:cubicBezTo>
                <a:lnTo>
                  <a:pt x="43062" y="76167"/>
                </a:lnTo>
                <a:cubicBezTo>
                  <a:pt x="43078" y="76158"/>
                  <a:pt x="43089" y="76156"/>
                  <a:pt x="43097" y="76156"/>
                </a:cubicBezTo>
                <a:close/>
                <a:moveTo>
                  <a:pt x="44182" y="75818"/>
                </a:moveTo>
                <a:cubicBezTo>
                  <a:pt x="44182" y="75943"/>
                  <a:pt x="44157" y="76067"/>
                  <a:pt x="44157" y="76192"/>
                </a:cubicBezTo>
                <a:lnTo>
                  <a:pt x="44107" y="76142"/>
                </a:lnTo>
                <a:cubicBezTo>
                  <a:pt x="44107" y="76042"/>
                  <a:pt x="44132" y="75943"/>
                  <a:pt x="44132" y="75868"/>
                </a:cubicBezTo>
                <a:cubicBezTo>
                  <a:pt x="44157" y="75868"/>
                  <a:pt x="44157" y="75818"/>
                  <a:pt x="44182" y="75818"/>
                </a:cubicBezTo>
                <a:close/>
                <a:moveTo>
                  <a:pt x="44555" y="75619"/>
                </a:moveTo>
                <a:cubicBezTo>
                  <a:pt x="44481" y="75818"/>
                  <a:pt x="44381" y="76042"/>
                  <a:pt x="44306" y="76266"/>
                </a:cubicBezTo>
                <a:cubicBezTo>
                  <a:pt x="44356" y="76067"/>
                  <a:pt x="44356" y="75893"/>
                  <a:pt x="44381" y="75694"/>
                </a:cubicBezTo>
                <a:lnTo>
                  <a:pt x="44555" y="75619"/>
                </a:lnTo>
                <a:close/>
                <a:moveTo>
                  <a:pt x="45078" y="75541"/>
                </a:moveTo>
                <a:lnTo>
                  <a:pt x="44904" y="76017"/>
                </a:lnTo>
                <a:lnTo>
                  <a:pt x="44904" y="76042"/>
                </a:lnTo>
                <a:cubicBezTo>
                  <a:pt x="44879" y="76117"/>
                  <a:pt x="44854" y="76192"/>
                  <a:pt x="44804" y="76266"/>
                </a:cubicBezTo>
                <a:cubicBezTo>
                  <a:pt x="44804" y="76241"/>
                  <a:pt x="44829" y="76192"/>
                  <a:pt x="44829" y="76167"/>
                </a:cubicBezTo>
                <a:cubicBezTo>
                  <a:pt x="44879" y="76042"/>
                  <a:pt x="44929" y="75893"/>
                  <a:pt x="44978" y="75768"/>
                </a:cubicBezTo>
                <a:cubicBezTo>
                  <a:pt x="45007" y="75698"/>
                  <a:pt x="45043" y="75619"/>
                  <a:pt x="45078" y="75541"/>
                </a:cubicBezTo>
                <a:close/>
                <a:moveTo>
                  <a:pt x="42813" y="76241"/>
                </a:moveTo>
                <a:cubicBezTo>
                  <a:pt x="42813" y="76241"/>
                  <a:pt x="42813" y="76266"/>
                  <a:pt x="42862" y="76291"/>
                </a:cubicBezTo>
                <a:lnTo>
                  <a:pt x="42862" y="76291"/>
                </a:lnTo>
                <a:cubicBezTo>
                  <a:pt x="42838" y="76279"/>
                  <a:pt x="42838" y="76272"/>
                  <a:pt x="42844" y="76272"/>
                </a:cubicBezTo>
                <a:cubicBezTo>
                  <a:pt x="42850" y="76272"/>
                  <a:pt x="42863" y="76279"/>
                  <a:pt x="42863" y="76291"/>
                </a:cubicBezTo>
                <a:cubicBezTo>
                  <a:pt x="42813" y="76291"/>
                  <a:pt x="42813" y="76291"/>
                  <a:pt x="42813" y="76266"/>
                </a:cubicBezTo>
                <a:lnTo>
                  <a:pt x="42788" y="76241"/>
                </a:lnTo>
                <a:close/>
                <a:moveTo>
                  <a:pt x="43734" y="76042"/>
                </a:moveTo>
                <a:lnTo>
                  <a:pt x="43883" y="76192"/>
                </a:lnTo>
                <a:lnTo>
                  <a:pt x="43883" y="76291"/>
                </a:lnTo>
                <a:cubicBezTo>
                  <a:pt x="43809" y="76192"/>
                  <a:pt x="43759" y="76142"/>
                  <a:pt x="43659" y="76067"/>
                </a:cubicBezTo>
                <a:cubicBezTo>
                  <a:pt x="43684" y="76067"/>
                  <a:pt x="43684" y="76042"/>
                  <a:pt x="43734" y="76042"/>
                </a:cubicBezTo>
                <a:close/>
                <a:moveTo>
                  <a:pt x="44873" y="75437"/>
                </a:moveTo>
                <a:lnTo>
                  <a:pt x="44873" y="75437"/>
                </a:lnTo>
                <a:cubicBezTo>
                  <a:pt x="44750" y="75778"/>
                  <a:pt x="44627" y="76072"/>
                  <a:pt x="44481" y="76366"/>
                </a:cubicBezTo>
                <a:cubicBezTo>
                  <a:pt x="44605" y="76042"/>
                  <a:pt x="44729" y="75768"/>
                  <a:pt x="44854" y="75445"/>
                </a:cubicBezTo>
                <a:cubicBezTo>
                  <a:pt x="44854" y="75445"/>
                  <a:pt x="44865" y="75445"/>
                  <a:pt x="44873" y="75437"/>
                </a:cubicBezTo>
                <a:close/>
                <a:moveTo>
                  <a:pt x="44057" y="76391"/>
                </a:moveTo>
                <a:cubicBezTo>
                  <a:pt x="44107" y="76391"/>
                  <a:pt x="44107" y="76416"/>
                  <a:pt x="44132" y="76416"/>
                </a:cubicBezTo>
                <a:lnTo>
                  <a:pt x="44057" y="76416"/>
                </a:lnTo>
                <a:lnTo>
                  <a:pt x="44057" y="76391"/>
                </a:lnTo>
                <a:close/>
                <a:moveTo>
                  <a:pt x="52595" y="70641"/>
                </a:moveTo>
                <a:cubicBezTo>
                  <a:pt x="52645" y="70815"/>
                  <a:pt x="52720" y="71014"/>
                  <a:pt x="52744" y="71164"/>
                </a:cubicBezTo>
                <a:cubicBezTo>
                  <a:pt x="52819" y="71388"/>
                  <a:pt x="52869" y="71562"/>
                  <a:pt x="52944" y="71786"/>
                </a:cubicBezTo>
                <a:cubicBezTo>
                  <a:pt x="52993" y="72010"/>
                  <a:pt x="53093" y="72209"/>
                  <a:pt x="53143" y="72408"/>
                </a:cubicBezTo>
                <a:cubicBezTo>
                  <a:pt x="53242" y="72682"/>
                  <a:pt x="53342" y="72931"/>
                  <a:pt x="53466" y="73205"/>
                </a:cubicBezTo>
                <a:cubicBezTo>
                  <a:pt x="53516" y="73329"/>
                  <a:pt x="53591" y="73503"/>
                  <a:pt x="53641" y="73628"/>
                </a:cubicBezTo>
                <a:cubicBezTo>
                  <a:pt x="53815" y="74001"/>
                  <a:pt x="53964" y="74375"/>
                  <a:pt x="54138" y="74748"/>
                </a:cubicBezTo>
                <a:cubicBezTo>
                  <a:pt x="54138" y="74773"/>
                  <a:pt x="54188" y="74773"/>
                  <a:pt x="54188" y="74798"/>
                </a:cubicBezTo>
                <a:cubicBezTo>
                  <a:pt x="54337" y="75121"/>
                  <a:pt x="54487" y="75445"/>
                  <a:pt x="54636" y="75793"/>
                </a:cubicBezTo>
                <a:cubicBezTo>
                  <a:pt x="54611" y="75818"/>
                  <a:pt x="54537" y="75818"/>
                  <a:pt x="54512" y="75868"/>
                </a:cubicBezTo>
                <a:cubicBezTo>
                  <a:pt x="54337" y="75918"/>
                  <a:pt x="54188" y="75992"/>
                  <a:pt x="53989" y="76042"/>
                </a:cubicBezTo>
                <a:lnTo>
                  <a:pt x="53964" y="76042"/>
                </a:lnTo>
                <a:cubicBezTo>
                  <a:pt x="53840" y="76067"/>
                  <a:pt x="53740" y="76092"/>
                  <a:pt x="53616" y="76142"/>
                </a:cubicBezTo>
                <a:lnTo>
                  <a:pt x="53591" y="76142"/>
                </a:lnTo>
                <a:cubicBezTo>
                  <a:pt x="53392" y="76192"/>
                  <a:pt x="53242" y="76266"/>
                  <a:pt x="53068" y="76291"/>
                </a:cubicBezTo>
                <a:cubicBezTo>
                  <a:pt x="52968" y="76316"/>
                  <a:pt x="52844" y="76366"/>
                  <a:pt x="52744" y="76391"/>
                </a:cubicBezTo>
                <a:cubicBezTo>
                  <a:pt x="52720" y="76391"/>
                  <a:pt x="52695" y="76416"/>
                  <a:pt x="52645" y="76416"/>
                </a:cubicBezTo>
                <a:cubicBezTo>
                  <a:pt x="51326" y="75146"/>
                  <a:pt x="49957" y="74076"/>
                  <a:pt x="48588" y="73304"/>
                </a:cubicBezTo>
                <a:cubicBezTo>
                  <a:pt x="48737" y="73205"/>
                  <a:pt x="48886" y="73130"/>
                  <a:pt x="49036" y="73006"/>
                </a:cubicBezTo>
                <a:cubicBezTo>
                  <a:pt x="49285" y="72831"/>
                  <a:pt x="49509" y="72682"/>
                  <a:pt x="49758" y="72533"/>
                </a:cubicBezTo>
                <a:cubicBezTo>
                  <a:pt x="49957" y="72408"/>
                  <a:pt x="50106" y="72309"/>
                  <a:pt x="50280" y="72184"/>
                </a:cubicBezTo>
                <a:cubicBezTo>
                  <a:pt x="50380" y="72134"/>
                  <a:pt x="50504" y="72060"/>
                  <a:pt x="50604" y="72010"/>
                </a:cubicBezTo>
                <a:cubicBezTo>
                  <a:pt x="50703" y="71935"/>
                  <a:pt x="50828" y="71885"/>
                  <a:pt x="50902" y="71786"/>
                </a:cubicBezTo>
                <a:cubicBezTo>
                  <a:pt x="51151" y="71637"/>
                  <a:pt x="51400" y="71437"/>
                  <a:pt x="51624" y="71288"/>
                </a:cubicBezTo>
                <a:cubicBezTo>
                  <a:pt x="51948" y="71064"/>
                  <a:pt x="52272" y="70840"/>
                  <a:pt x="52595" y="70641"/>
                </a:cubicBezTo>
                <a:close/>
                <a:moveTo>
                  <a:pt x="106559" y="62726"/>
                </a:moveTo>
                <a:lnTo>
                  <a:pt x="106559" y="62726"/>
                </a:lnTo>
                <a:cubicBezTo>
                  <a:pt x="106360" y="63298"/>
                  <a:pt x="106136" y="63871"/>
                  <a:pt x="105887" y="64443"/>
                </a:cubicBezTo>
                <a:cubicBezTo>
                  <a:pt x="105887" y="64468"/>
                  <a:pt x="105862" y="64493"/>
                  <a:pt x="105862" y="64543"/>
                </a:cubicBezTo>
                <a:cubicBezTo>
                  <a:pt x="105638" y="65065"/>
                  <a:pt x="105389" y="65613"/>
                  <a:pt x="105140" y="66161"/>
                </a:cubicBezTo>
                <a:lnTo>
                  <a:pt x="105041" y="66335"/>
                </a:lnTo>
                <a:cubicBezTo>
                  <a:pt x="104792" y="66857"/>
                  <a:pt x="104543" y="67355"/>
                  <a:pt x="104294" y="67903"/>
                </a:cubicBezTo>
                <a:lnTo>
                  <a:pt x="104194" y="68077"/>
                </a:lnTo>
                <a:cubicBezTo>
                  <a:pt x="104194" y="68077"/>
                  <a:pt x="104194" y="68102"/>
                  <a:pt x="104169" y="68102"/>
                </a:cubicBezTo>
                <a:cubicBezTo>
                  <a:pt x="104020" y="68401"/>
                  <a:pt x="103871" y="68699"/>
                  <a:pt x="103697" y="69023"/>
                </a:cubicBezTo>
                <a:cubicBezTo>
                  <a:pt x="103522" y="69396"/>
                  <a:pt x="103323" y="69720"/>
                  <a:pt x="103124" y="70093"/>
                </a:cubicBezTo>
                <a:cubicBezTo>
                  <a:pt x="103024" y="70292"/>
                  <a:pt x="102900" y="70467"/>
                  <a:pt x="102800" y="70666"/>
                </a:cubicBezTo>
                <a:cubicBezTo>
                  <a:pt x="102776" y="70765"/>
                  <a:pt x="102701" y="70815"/>
                  <a:pt x="102676" y="70915"/>
                </a:cubicBezTo>
                <a:cubicBezTo>
                  <a:pt x="102502" y="71213"/>
                  <a:pt x="102303" y="71562"/>
                  <a:pt x="102128" y="71885"/>
                </a:cubicBezTo>
                <a:cubicBezTo>
                  <a:pt x="101929" y="72209"/>
                  <a:pt x="101705" y="72557"/>
                  <a:pt x="101531" y="72881"/>
                </a:cubicBezTo>
                <a:cubicBezTo>
                  <a:pt x="101382" y="73130"/>
                  <a:pt x="101257" y="73329"/>
                  <a:pt x="101108" y="73553"/>
                </a:cubicBezTo>
                <a:cubicBezTo>
                  <a:pt x="100834" y="73951"/>
                  <a:pt x="100585" y="74375"/>
                  <a:pt x="100311" y="74773"/>
                </a:cubicBezTo>
                <a:cubicBezTo>
                  <a:pt x="100286" y="74823"/>
                  <a:pt x="100262" y="74897"/>
                  <a:pt x="100187" y="74922"/>
                </a:cubicBezTo>
                <a:cubicBezTo>
                  <a:pt x="99888" y="75445"/>
                  <a:pt x="99540" y="75943"/>
                  <a:pt x="99166" y="76440"/>
                </a:cubicBezTo>
                <a:cubicBezTo>
                  <a:pt x="98171" y="75022"/>
                  <a:pt x="96777" y="73304"/>
                  <a:pt x="94960" y="71437"/>
                </a:cubicBezTo>
                <a:cubicBezTo>
                  <a:pt x="97076" y="68799"/>
                  <a:pt x="99042" y="66086"/>
                  <a:pt x="100834" y="63373"/>
                </a:cubicBezTo>
                <a:lnTo>
                  <a:pt x="100959" y="63373"/>
                </a:lnTo>
                <a:cubicBezTo>
                  <a:pt x="102950" y="63373"/>
                  <a:pt x="104866" y="63174"/>
                  <a:pt x="106559" y="62726"/>
                </a:cubicBezTo>
                <a:close/>
                <a:moveTo>
                  <a:pt x="42968" y="76453"/>
                </a:moveTo>
                <a:cubicBezTo>
                  <a:pt x="42975" y="76453"/>
                  <a:pt x="42987" y="76465"/>
                  <a:pt x="42987" y="76490"/>
                </a:cubicBezTo>
                <a:cubicBezTo>
                  <a:pt x="42962" y="76465"/>
                  <a:pt x="42962" y="76453"/>
                  <a:pt x="42968" y="76453"/>
                </a:cubicBezTo>
                <a:close/>
                <a:moveTo>
                  <a:pt x="86547" y="64343"/>
                </a:moveTo>
                <a:cubicBezTo>
                  <a:pt x="88837" y="66210"/>
                  <a:pt x="91052" y="68177"/>
                  <a:pt x="93043" y="70093"/>
                </a:cubicBezTo>
                <a:cubicBezTo>
                  <a:pt x="91799" y="72284"/>
                  <a:pt x="90305" y="74424"/>
                  <a:pt x="88662" y="76515"/>
                </a:cubicBezTo>
                <a:cubicBezTo>
                  <a:pt x="86123" y="74922"/>
                  <a:pt x="83485" y="73030"/>
                  <a:pt x="80871" y="70940"/>
                </a:cubicBezTo>
                <a:cubicBezTo>
                  <a:pt x="82863" y="68799"/>
                  <a:pt x="84754" y="66584"/>
                  <a:pt x="86547" y="64343"/>
                </a:cubicBezTo>
                <a:close/>
                <a:moveTo>
                  <a:pt x="20137" y="66708"/>
                </a:moveTo>
                <a:cubicBezTo>
                  <a:pt x="20361" y="67480"/>
                  <a:pt x="20635" y="68202"/>
                  <a:pt x="20983" y="68849"/>
                </a:cubicBezTo>
                <a:cubicBezTo>
                  <a:pt x="20386" y="69969"/>
                  <a:pt x="19838" y="71089"/>
                  <a:pt x="19266" y="72234"/>
                </a:cubicBezTo>
                <a:cubicBezTo>
                  <a:pt x="19166" y="72309"/>
                  <a:pt x="19042" y="72333"/>
                  <a:pt x="18967" y="72408"/>
                </a:cubicBezTo>
                <a:lnTo>
                  <a:pt x="18594" y="72582"/>
                </a:lnTo>
                <a:cubicBezTo>
                  <a:pt x="18370" y="72707"/>
                  <a:pt x="18171" y="72806"/>
                  <a:pt x="17972" y="72931"/>
                </a:cubicBezTo>
                <a:cubicBezTo>
                  <a:pt x="17847" y="72981"/>
                  <a:pt x="17723" y="73080"/>
                  <a:pt x="17548" y="73155"/>
                </a:cubicBezTo>
                <a:cubicBezTo>
                  <a:pt x="17374" y="73279"/>
                  <a:pt x="17175" y="73354"/>
                  <a:pt x="17001" y="73478"/>
                </a:cubicBezTo>
                <a:cubicBezTo>
                  <a:pt x="16876" y="73578"/>
                  <a:pt x="16727" y="73678"/>
                  <a:pt x="16603" y="73727"/>
                </a:cubicBezTo>
                <a:cubicBezTo>
                  <a:pt x="16403" y="73852"/>
                  <a:pt x="16254" y="73976"/>
                  <a:pt x="16055" y="74076"/>
                </a:cubicBezTo>
                <a:cubicBezTo>
                  <a:pt x="15906" y="74175"/>
                  <a:pt x="15781" y="74275"/>
                  <a:pt x="15632" y="74399"/>
                </a:cubicBezTo>
                <a:cubicBezTo>
                  <a:pt x="15482" y="74524"/>
                  <a:pt x="15308" y="74648"/>
                  <a:pt x="15134" y="74773"/>
                </a:cubicBezTo>
                <a:cubicBezTo>
                  <a:pt x="14985" y="74897"/>
                  <a:pt x="14810" y="74972"/>
                  <a:pt x="14686" y="75096"/>
                </a:cubicBezTo>
                <a:lnTo>
                  <a:pt x="14238" y="75470"/>
                </a:lnTo>
                <a:cubicBezTo>
                  <a:pt x="14064" y="75594"/>
                  <a:pt x="13914" y="75719"/>
                  <a:pt x="13790" y="75843"/>
                </a:cubicBezTo>
                <a:cubicBezTo>
                  <a:pt x="13640" y="75968"/>
                  <a:pt x="13516" y="76092"/>
                  <a:pt x="13367" y="76266"/>
                </a:cubicBezTo>
                <a:cubicBezTo>
                  <a:pt x="13267" y="76341"/>
                  <a:pt x="13168" y="76440"/>
                  <a:pt x="13043" y="76540"/>
                </a:cubicBezTo>
                <a:cubicBezTo>
                  <a:pt x="13068" y="76515"/>
                  <a:pt x="13018" y="76440"/>
                  <a:pt x="12919" y="76416"/>
                </a:cubicBezTo>
                <a:cubicBezTo>
                  <a:pt x="12670" y="76142"/>
                  <a:pt x="12421" y="75818"/>
                  <a:pt x="12197" y="75520"/>
                </a:cubicBezTo>
                <a:cubicBezTo>
                  <a:pt x="12147" y="75420"/>
                  <a:pt x="12072" y="75345"/>
                  <a:pt x="12023" y="75271"/>
                </a:cubicBezTo>
                <a:cubicBezTo>
                  <a:pt x="11749" y="74897"/>
                  <a:pt x="11525" y="74474"/>
                  <a:pt x="11276" y="74051"/>
                </a:cubicBezTo>
                <a:cubicBezTo>
                  <a:pt x="11201" y="73951"/>
                  <a:pt x="11151" y="73827"/>
                  <a:pt x="11126" y="73702"/>
                </a:cubicBezTo>
                <a:cubicBezTo>
                  <a:pt x="10927" y="73354"/>
                  <a:pt x="10778" y="72981"/>
                  <a:pt x="10629" y="72607"/>
                </a:cubicBezTo>
                <a:cubicBezTo>
                  <a:pt x="10629" y="72582"/>
                  <a:pt x="10579" y="72557"/>
                  <a:pt x="10579" y="72533"/>
                </a:cubicBezTo>
                <a:cubicBezTo>
                  <a:pt x="10554" y="72433"/>
                  <a:pt x="10504" y="72309"/>
                  <a:pt x="10454" y="72209"/>
                </a:cubicBezTo>
                <a:cubicBezTo>
                  <a:pt x="10305" y="71786"/>
                  <a:pt x="10156" y="71338"/>
                  <a:pt x="10031" y="70865"/>
                </a:cubicBezTo>
                <a:cubicBezTo>
                  <a:pt x="10280" y="70691"/>
                  <a:pt x="10529" y="70541"/>
                  <a:pt x="10778" y="70367"/>
                </a:cubicBezTo>
                <a:cubicBezTo>
                  <a:pt x="11052" y="70193"/>
                  <a:pt x="11326" y="69994"/>
                  <a:pt x="11624" y="69844"/>
                </a:cubicBezTo>
                <a:cubicBezTo>
                  <a:pt x="11898" y="69695"/>
                  <a:pt x="12172" y="69546"/>
                  <a:pt x="12446" y="69421"/>
                </a:cubicBezTo>
                <a:cubicBezTo>
                  <a:pt x="12769" y="69247"/>
                  <a:pt x="13043" y="69073"/>
                  <a:pt x="13367" y="68923"/>
                </a:cubicBezTo>
                <a:lnTo>
                  <a:pt x="14188" y="68550"/>
                </a:lnTo>
                <a:cubicBezTo>
                  <a:pt x="14512" y="68376"/>
                  <a:pt x="14860" y="68226"/>
                  <a:pt x="15159" y="68102"/>
                </a:cubicBezTo>
                <a:cubicBezTo>
                  <a:pt x="15433" y="67978"/>
                  <a:pt x="15756" y="67878"/>
                  <a:pt x="16030" y="67803"/>
                </a:cubicBezTo>
                <a:cubicBezTo>
                  <a:pt x="16379" y="67679"/>
                  <a:pt x="16677" y="67554"/>
                  <a:pt x="17026" y="67455"/>
                </a:cubicBezTo>
                <a:cubicBezTo>
                  <a:pt x="17349" y="67355"/>
                  <a:pt x="17673" y="67256"/>
                  <a:pt x="17996" y="67181"/>
                </a:cubicBezTo>
                <a:cubicBezTo>
                  <a:pt x="18295" y="67081"/>
                  <a:pt x="18619" y="66982"/>
                  <a:pt x="18917" y="66932"/>
                </a:cubicBezTo>
                <a:cubicBezTo>
                  <a:pt x="19341" y="66833"/>
                  <a:pt x="19714" y="66758"/>
                  <a:pt x="20112" y="66708"/>
                </a:cubicBezTo>
                <a:close/>
                <a:moveTo>
                  <a:pt x="43383" y="76281"/>
                </a:moveTo>
                <a:cubicBezTo>
                  <a:pt x="43410" y="76293"/>
                  <a:pt x="43448" y="76297"/>
                  <a:pt x="43485" y="76316"/>
                </a:cubicBezTo>
                <a:lnTo>
                  <a:pt x="43510" y="76316"/>
                </a:lnTo>
                <a:cubicBezTo>
                  <a:pt x="43609" y="76391"/>
                  <a:pt x="43734" y="76440"/>
                  <a:pt x="43809" y="76515"/>
                </a:cubicBezTo>
                <a:cubicBezTo>
                  <a:pt x="43858" y="76515"/>
                  <a:pt x="43858" y="76540"/>
                  <a:pt x="43883" y="76540"/>
                </a:cubicBezTo>
                <a:lnTo>
                  <a:pt x="43858" y="76565"/>
                </a:lnTo>
                <a:cubicBezTo>
                  <a:pt x="43684" y="76515"/>
                  <a:pt x="43535" y="76416"/>
                  <a:pt x="43385" y="76316"/>
                </a:cubicBezTo>
                <a:lnTo>
                  <a:pt x="43385" y="76291"/>
                </a:lnTo>
                <a:cubicBezTo>
                  <a:pt x="43385" y="76291"/>
                  <a:pt x="43385" y="76286"/>
                  <a:pt x="43383" y="76281"/>
                </a:cubicBezTo>
                <a:close/>
                <a:moveTo>
                  <a:pt x="48388" y="73429"/>
                </a:moveTo>
                <a:cubicBezTo>
                  <a:pt x="49758" y="74200"/>
                  <a:pt x="51127" y="75246"/>
                  <a:pt x="52446" y="76565"/>
                </a:cubicBezTo>
                <a:cubicBezTo>
                  <a:pt x="52396" y="76565"/>
                  <a:pt x="52371" y="76565"/>
                  <a:pt x="52371" y="76615"/>
                </a:cubicBezTo>
                <a:cubicBezTo>
                  <a:pt x="51077" y="75271"/>
                  <a:pt x="49708" y="74200"/>
                  <a:pt x="48339" y="73454"/>
                </a:cubicBezTo>
                <a:cubicBezTo>
                  <a:pt x="48364" y="73454"/>
                  <a:pt x="48364" y="73429"/>
                  <a:pt x="48388" y="73429"/>
                </a:cubicBezTo>
                <a:close/>
                <a:moveTo>
                  <a:pt x="93192" y="70268"/>
                </a:moveTo>
                <a:lnTo>
                  <a:pt x="93217" y="70292"/>
                </a:lnTo>
                <a:cubicBezTo>
                  <a:pt x="91973" y="72433"/>
                  <a:pt x="90529" y="74574"/>
                  <a:pt x="88861" y="76640"/>
                </a:cubicBezTo>
                <a:cubicBezTo>
                  <a:pt x="88837" y="76640"/>
                  <a:pt x="88837" y="76615"/>
                  <a:pt x="88812" y="76615"/>
                </a:cubicBezTo>
                <a:cubicBezTo>
                  <a:pt x="90454" y="74524"/>
                  <a:pt x="91923" y="72408"/>
                  <a:pt x="93192" y="70268"/>
                </a:cubicBezTo>
                <a:close/>
                <a:moveTo>
                  <a:pt x="54711" y="75968"/>
                </a:moveTo>
                <a:lnTo>
                  <a:pt x="54711" y="76017"/>
                </a:lnTo>
                <a:lnTo>
                  <a:pt x="54711" y="76042"/>
                </a:lnTo>
                <a:lnTo>
                  <a:pt x="54661" y="76042"/>
                </a:lnTo>
                <a:cubicBezTo>
                  <a:pt x="54362" y="76167"/>
                  <a:pt x="54089" y="76266"/>
                  <a:pt x="53765" y="76341"/>
                </a:cubicBezTo>
                <a:lnTo>
                  <a:pt x="53715" y="76341"/>
                </a:lnTo>
                <a:cubicBezTo>
                  <a:pt x="53392" y="76440"/>
                  <a:pt x="53118" y="76540"/>
                  <a:pt x="52844" y="76640"/>
                </a:cubicBezTo>
                <a:lnTo>
                  <a:pt x="52794" y="76640"/>
                </a:lnTo>
                <a:cubicBezTo>
                  <a:pt x="52805" y="76661"/>
                  <a:pt x="52811" y="76668"/>
                  <a:pt x="52811" y="76668"/>
                </a:cubicBezTo>
                <a:cubicBezTo>
                  <a:pt x="52810" y="76668"/>
                  <a:pt x="52798" y="76654"/>
                  <a:pt x="52769" y="76640"/>
                </a:cubicBezTo>
                <a:cubicBezTo>
                  <a:pt x="52819" y="76640"/>
                  <a:pt x="52844" y="76615"/>
                  <a:pt x="52869" y="76615"/>
                </a:cubicBezTo>
                <a:cubicBezTo>
                  <a:pt x="52894" y="76615"/>
                  <a:pt x="52944" y="76615"/>
                  <a:pt x="52944" y="76565"/>
                </a:cubicBezTo>
                <a:lnTo>
                  <a:pt x="52993" y="76565"/>
                </a:lnTo>
                <a:cubicBezTo>
                  <a:pt x="53018" y="76565"/>
                  <a:pt x="53068" y="76540"/>
                  <a:pt x="53093" y="76540"/>
                </a:cubicBezTo>
                <a:cubicBezTo>
                  <a:pt x="53317" y="76465"/>
                  <a:pt x="53566" y="76391"/>
                  <a:pt x="53765" y="76316"/>
                </a:cubicBezTo>
                <a:cubicBezTo>
                  <a:pt x="53815" y="76316"/>
                  <a:pt x="53815" y="76316"/>
                  <a:pt x="53840" y="76291"/>
                </a:cubicBezTo>
                <a:cubicBezTo>
                  <a:pt x="53865" y="76291"/>
                  <a:pt x="53889" y="76266"/>
                  <a:pt x="53939" y="76266"/>
                </a:cubicBezTo>
                <a:cubicBezTo>
                  <a:pt x="53964" y="76266"/>
                  <a:pt x="53964" y="76266"/>
                  <a:pt x="53989" y="76241"/>
                </a:cubicBezTo>
                <a:lnTo>
                  <a:pt x="54014" y="76241"/>
                </a:lnTo>
                <a:cubicBezTo>
                  <a:pt x="54238" y="76167"/>
                  <a:pt x="54462" y="76067"/>
                  <a:pt x="54711" y="75968"/>
                </a:cubicBezTo>
                <a:close/>
                <a:moveTo>
                  <a:pt x="94835" y="71587"/>
                </a:moveTo>
                <a:cubicBezTo>
                  <a:pt x="96677" y="73503"/>
                  <a:pt x="98071" y="75196"/>
                  <a:pt x="99067" y="76640"/>
                </a:cubicBezTo>
                <a:cubicBezTo>
                  <a:pt x="99067" y="76665"/>
                  <a:pt x="99042" y="76665"/>
                  <a:pt x="99042" y="76689"/>
                </a:cubicBezTo>
                <a:cubicBezTo>
                  <a:pt x="98071" y="75271"/>
                  <a:pt x="96652" y="73553"/>
                  <a:pt x="94835" y="71661"/>
                </a:cubicBezTo>
                <a:lnTo>
                  <a:pt x="94835" y="71587"/>
                </a:lnTo>
                <a:close/>
                <a:moveTo>
                  <a:pt x="106883" y="62676"/>
                </a:moveTo>
                <a:cubicBezTo>
                  <a:pt x="105165" y="67231"/>
                  <a:pt x="102626" y="72035"/>
                  <a:pt x="99341" y="76689"/>
                </a:cubicBezTo>
                <a:lnTo>
                  <a:pt x="99316" y="76665"/>
                </a:lnTo>
                <a:cubicBezTo>
                  <a:pt x="99415" y="76490"/>
                  <a:pt x="99515" y="76316"/>
                  <a:pt x="99639" y="76167"/>
                </a:cubicBezTo>
                <a:cubicBezTo>
                  <a:pt x="100013" y="75644"/>
                  <a:pt x="100361" y="75121"/>
                  <a:pt x="100685" y="74574"/>
                </a:cubicBezTo>
                <a:cubicBezTo>
                  <a:pt x="100909" y="74275"/>
                  <a:pt x="101108" y="73951"/>
                  <a:pt x="101307" y="73628"/>
                </a:cubicBezTo>
                <a:cubicBezTo>
                  <a:pt x="101556" y="73205"/>
                  <a:pt x="101805" y="72782"/>
                  <a:pt x="102054" y="72383"/>
                </a:cubicBezTo>
                <a:lnTo>
                  <a:pt x="102527" y="71637"/>
                </a:lnTo>
                <a:cubicBezTo>
                  <a:pt x="103199" y="70467"/>
                  <a:pt x="103796" y="69322"/>
                  <a:pt x="104394" y="68177"/>
                </a:cubicBezTo>
                <a:cubicBezTo>
                  <a:pt x="104443" y="68027"/>
                  <a:pt x="104543" y="67853"/>
                  <a:pt x="104618" y="67729"/>
                </a:cubicBezTo>
                <a:cubicBezTo>
                  <a:pt x="104866" y="67231"/>
                  <a:pt x="105066" y="66733"/>
                  <a:pt x="105314" y="66285"/>
                </a:cubicBezTo>
                <a:cubicBezTo>
                  <a:pt x="105389" y="66161"/>
                  <a:pt x="105414" y="66061"/>
                  <a:pt x="105489" y="65936"/>
                </a:cubicBezTo>
                <a:cubicBezTo>
                  <a:pt x="105987" y="64841"/>
                  <a:pt x="106435" y="63746"/>
                  <a:pt x="106858" y="62676"/>
                </a:cubicBezTo>
                <a:close/>
                <a:moveTo>
                  <a:pt x="12570" y="76416"/>
                </a:moveTo>
                <a:cubicBezTo>
                  <a:pt x="12620" y="76440"/>
                  <a:pt x="12645" y="76440"/>
                  <a:pt x="12670" y="76465"/>
                </a:cubicBezTo>
                <a:cubicBezTo>
                  <a:pt x="12695" y="76515"/>
                  <a:pt x="12744" y="76515"/>
                  <a:pt x="12769" y="76540"/>
                </a:cubicBezTo>
                <a:cubicBezTo>
                  <a:pt x="12869" y="76615"/>
                  <a:pt x="12894" y="76665"/>
                  <a:pt x="12944" y="76714"/>
                </a:cubicBezTo>
                <a:cubicBezTo>
                  <a:pt x="12919" y="76689"/>
                  <a:pt x="12894" y="76689"/>
                  <a:pt x="12869" y="76665"/>
                </a:cubicBezTo>
                <a:cubicBezTo>
                  <a:pt x="12819" y="76640"/>
                  <a:pt x="12794" y="76640"/>
                  <a:pt x="12769" y="76615"/>
                </a:cubicBezTo>
                <a:lnTo>
                  <a:pt x="12744" y="76565"/>
                </a:lnTo>
                <a:lnTo>
                  <a:pt x="12570" y="76416"/>
                </a:lnTo>
                <a:close/>
                <a:moveTo>
                  <a:pt x="19166" y="72557"/>
                </a:moveTo>
                <a:cubicBezTo>
                  <a:pt x="19166" y="72582"/>
                  <a:pt x="19141" y="72582"/>
                  <a:pt x="19141" y="72632"/>
                </a:cubicBezTo>
                <a:cubicBezTo>
                  <a:pt x="19042" y="72657"/>
                  <a:pt x="18967" y="72707"/>
                  <a:pt x="18893" y="72757"/>
                </a:cubicBezTo>
                <a:cubicBezTo>
                  <a:pt x="18868" y="72782"/>
                  <a:pt x="18793" y="72782"/>
                  <a:pt x="18768" y="72806"/>
                </a:cubicBezTo>
                <a:cubicBezTo>
                  <a:pt x="18494" y="72956"/>
                  <a:pt x="18245" y="73080"/>
                  <a:pt x="17996" y="73254"/>
                </a:cubicBezTo>
                <a:cubicBezTo>
                  <a:pt x="17922" y="73279"/>
                  <a:pt x="17872" y="73304"/>
                  <a:pt x="17772" y="73379"/>
                </a:cubicBezTo>
                <a:cubicBezTo>
                  <a:pt x="17524" y="73528"/>
                  <a:pt x="17299" y="73653"/>
                  <a:pt x="17100" y="73802"/>
                </a:cubicBezTo>
                <a:lnTo>
                  <a:pt x="16802" y="74001"/>
                </a:lnTo>
                <a:cubicBezTo>
                  <a:pt x="16578" y="74126"/>
                  <a:pt x="16403" y="74275"/>
                  <a:pt x="16179" y="74424"/>
                </a:cubicBezTo>
                <a:cubicBezTo>
                  <a:pt x="16055" y="74524"/>
                  <a:pt x="15955" y="74574"/>
                  <a:pt x="15856" y="74673"/>
                </a:cubicBezTo>
                <a:cubicBezTo>
                  <a:pt x="15657" y="74798"/>
                  <a:pt x="15507" y="74947"/>
                  <a:pt x="15308" y="75071"/>
                </a:cubicBezTo>
                <a:cubicBezTo>
                  <a:pt x="15184" y="75171"/>
                  <a:pt x="15059" y="75271"/>
                  <a:pt x="14910" y="75395"/>
                </a:cubicBezTo>
                <a:lnTo>
                  <a:pt x="14437" y="75768"/>
                </a:lnTo>
                <a:cubicBezTo>
                  <a:pt x="14288" y="75893"/>
                  <a:pt x="14163" y="76017"/>
                  <a:pt x="14014" y="76142"/>
                </a:cubicBezTo>
                <a:cubicBezTo>
                  <a:pt x="13889" y="76266"/>
                  <a:pt x="13715" y="76391"/>
                  <a:pt x="13616" y="76515"/>
                </a:cubicBezTo>
                <a:cubicBezTo>
                  <a:pt x="13541" y="76565"/>
                  <a:pt x="13441" y="76640"/>
                  <a:pt x="13392" y="76714"/>
                </a:cubicBezTo>
                <a:lnTo>
                  <a:pt x="13367" y="76714"/>
                </a:lnTo>
                <a:cubicBezTo>
                  <a:pt x="13367" y="76714"/>
                  <a:pt x="13317" y="76714"/>
                  <a:pt x="13317" y="76689"/>
                </a:cubicBezTo>
                <a:cubicBezTo>
                  <a:pt x="13392" y="76640"/>
                  <a:pt x="13491" y="76565"/>
                  <a:pt x="13541" y="76465"/>
                </a:cubicBezTo>
                <a:cubicBezTo>
                  <a:pt x="13690" y="76366"/>
                  <a:pt x="13815" y="76216"/>
                  <a:pt x="13989" y="76067"/>
                </a:cubicBezTo>
                <a:cubicBezTo>
                  <a:pt x="14138" y="75943"/>
                  <a:pt x="14288" y="75818"/>
                  <a:pt x="14412" y="75694"/>
                </a:cubicBezTo>
                <a:cubicBezTo>
                  <a:pt x="14561" y="75569"/>
                  <a:pt x="14736" y="75445"/>
                  <a:pt x="14860" y="75320"/>
                </a:cubicBezTo>
                <a:cubicBezTo>
                  <a:pt x="15010" y="75196"/>
                  <a:pt x="15134" y="75121"/>
                  <a:pt x="15283" y="74997"/>
                </a:cubicBezTo>
                <a:cubicBezTo>
                  <a:pt x="15433" y="74847"/>
                  <a:pt x="15607" y="74723"/>
                  <a:pt x="15781" y="74623"/>
                </a:cubicBezTo>
                <a:cubicBezTo>
                  <a:pt x="15906" y="74524"/>
                  <a:pt x="16055" y="74424"/>
                  <a:pt x="16179" y="74325"/>
                </a:cubicBezTo>
                <a:cubicBezTo>
                  <a:pt x="16379" y="74200"/>
                  <a:pt x="16553" y="74076"/>
                  <a:pt x="16727" y="73951"/>
                </a:cubicBezTo>
                <a:cubicBezTo>
                  <a:pt x="16851" y="73877"/>
                  <a:pt x="16976" y="73802"/>
                  <a:pt x="17100" y="73752"/>
                </a:cubicBezTo>
                <a:cubicBezTo>
                  <a:pt x="17275" y="73628"/>
                  <a:pt x="17499" y="73503"/>
                  <a:pt x="17673" y="73379"/>
                </a:cubicBezTo>
                <a:cubicBezTo>
                  <a:pt x="17772" y="73304"/>
                  <a:pt x="17897" y="73254"/>
                  <a:pt x="17996" y="73180"/>
                </a:cubicBezTo>
                <a:cubicBezTo>
                  <a:pt x="18220" y="73055"/>
                  <a:pt x="18420" y="72931"/>
                  <a:pt x="18668" y="72806"/>
                </a:cubicBezTo>
                <a:cubicBezTo>
                  <a:pt x="18768" y="72757"/>
                  <a:pt x="18868" y="72707"/>
                  <a:pt x="18967" y="72682"/>
                </a:cubicBezTo>
                <a:cubicBezTo>
                  <a:pt x="19042" y="72582"/>
                  <a:pt x="19117" y="72557"/>
                  <a:pt x="19166" y="72557"/>
                </a:cubicBezTo>
                <a:close/>
                <a:moveTo>
                  <a:pt x="80747" y="71089"/>
                </a:moveTo>
                <a:cubicBezTo>
                  <a:pt x="83361" y="73155"/>
                  <a:pt x="85999" y="75047"/>
                  <a:pt x="88538" y="76665"/>
                </a:cubicBezTo>
                <a:cubicBezTo>
                  <a:pt x="88538" y="76689"/>
                  <a:pt x="88488" y="76689"/>
                  <a:pt x="88488" y="76714"/>
                </a:cubicBezTo>
                <a:cubicBezTo>
                  <a:pt x="85974" y="75121"/>
                  <a:pt x="83336" y="73205"/>
                  <a:pt x="80722" y="71139"/>
                </a:cubicBezTo>
                <a:lnTo>
                  <a:pt x="80747" y="71089"/>
                </a:lnTo>
                <a:close/>
                <a:moveTo>
                  <a:pt x="88687" y="76764"/>
                </a:moveTo>
                <a:cubicBezTo>
                  <a:pt x="88712" y="76764"/>
                  <a:pt x="88712" y="76789"/>
                  <a:pt x="88737" y="76789"/>
                </a:cubicBezTo>
                <a:cubicBezTo>
                  <a:pt x="88737" y="76814"/>
                  <a:pt x="88712" y="76814"/>
                  <a:pt x="88712" y="76864"/>
                </a:cubicBezTo>
                <a:cubicBezTo>
                  <a:pt x="88687" y="76864"/>
                  <a:pt x="88687" y="76814"/>
                  <a:pt x="88662" y="76814"/>
                </a:cubicBezTo>
                <a:cubicBezTo>
                  <a:pt x="88662" y="76789"/>
                  <a:pt x="88687" y="76789"/>
                  <a:pt x="88687" y="76764"/>
                </a:cubicBezTo>
                <a:close/>
                <a:moveTo>
                  <a:pt x="99191" y="76814"/>
                </a:moveTo>
                <a:cubicBezTo>
                  <a:pt x="99191" y="76814"/>
                  <a:pt x="99191" y="76864"/>
                  <a:pt x="99241" y="76864"/>
                </a:cubicBezTo>
                <a:cubicBezTo>
                  <a:pt x="99241" y="76864"/>
                  <a:pt x="99191" y="76889"/>
                  <a:pt x="99191" y="76913"/>
                </a:cubicBezTo>
                <a:lnTo>
                  <a:pt x="99166" y="76889"/>
                </a:lnTo>
                <a:cubicBezTo>
                  <a:pt x="99166" y="76839"/>
                  <a:pt x="99191" y="76839"/>
                  <a:pt x="99191" y="76814"/>
                </a:cubicBezTo>
                <a:close/>
                <a:moveTo>
                  <a:pt x="44033" y="76889"/>
                </a:moveTo>
                <a:cubicBezTo>
                  <a:pt x="44033" y="76889"/>
                  <a:pt x="44057" y="76889"/>
                  <a:pt x="44057" y="76913"/>
                </a:cubicBezTo>
                <a:cubicBezTo>
                  <a:pt x="44057" y="76938"/>
                  <a:pt x="44033" y="76988"/>
                  <a:pt x="44033" y="77013"/>
                </a:cubicBezTo>
                <a:lnTo>
                  <a:pt x="44033" y="76889"/>
                </a:lnTo>
                <a:close/>
                <a:moveTo>
                  <a:pt x="93392" y="70417"/>
                </a:moveTo>
                <a:cubicBezTo>
                  <a:pt x="93715" y="70765"/>
                  <a:pt x="94064" y="71089"/>
                  <a:pt x="94387" y="71437"/>
                </a:cubicBezTo>
                <a:cubicBezTo>
                  <a:pt x="93317" y="72757"/>
                  <a:pt x="92222" y="74076"/>
                  <a:pt x="91102" y="75370"/>
                </a:cubicBezTo>
                <a:cubicBezTo>
                  <a:pt x="91077" y="75395"/>
                  <a:pt x="91077" y="75420"/>
                  <a:pt x="91052" y="75420"/>
                </a:cubicBezTo>
                <a:cubicBezTo>
                  <a:pt x="90579" y="76017"/>
                  <a:pt x="90081" y="76565"/>
                  <a:pt x="89583" y="77113"/>
                </a:cubicBezTo>
                <a:lnTo>
                  <a:pt x="89036" y="76739"/>
                </a:lnTo>
                <a:cubicBezTo>
                  <a:pt x="90678" y="74648"/>
                  <a:pt x="92147" y="72533"/>
                  <a:pt x="93392" y="70417"/>
                </a:cubicBezTo>
                <a:close/>
                <a:moveTo>
                  <a:pt x="48214" y="73578"/>
                </a:moveTo>
                <a:cubicBezTo>
                  <a:pt x="49583" y="74325"/>
                  <a:pt x="50902" y="75345"/>
                  <a:pt x="52197" y="76640"/>
                </a:cubicBezTo>
                <a:cubicBezTo>
                  <a:pt x="52097" y="76665"/>
                  <a:pt x="51998" y="76665"/>
                  <a:pt x="51898" y="76689"/>
                </a:cubicBezTo>
                <a:cubicBezTo>
                  <a:pt x="51774" y="76714"/>
                  <a:pt x="51624" y="76764"/>
                  <a:pt x="51500" y="76789"/>
                </a:cubicBezTo>
                <a:cubicBezTo>
                  <a:pt x="51475" y="76789"/>
                  <a:pt x="51400" y="76814"/>
                  <a:pt x="51375" y="76814"/>
                </a:cubicBezTo>
                <a:cubicBezTo>
                  <a:pt x="51251" y="76864"/>
                  <a:pt x="51127" y="76864"/>
                  <a:pt x="51002" y="76889"/>
                </a:cubicBezTo>
                <a:cubicBezTo>
                  <a:pt x="50952" y="76889"/>
                  <a:pt x="50878" y="76913"/>
                  <a:pt x="50828" y="76913"/>
                </a:cubicBezTo>
                <a:cubicBezTo>
                  <a:pt x="50728" y="76938"/>
                  <a:pt x="50629" y="76938"/>
                  <a:pt x="50504" y="76988"/>
                </a:cubicBezTo>
                <a:cubicBezTo>
                  <a:pt x="50380" y="77013"/>
                  <a:pt x="50230" y="77013"/>
                  <a:pt x="50106" y="77038"/>
                </a:cubicBezTo>
                <a:lnTo>
                  <a:pt x="50006" y="77038"/>
                </a:lnTo>
                <a:cubicBezTo>
                  <a:pt x="49882" y="77063"/>
                  <a:pt x="49758" y="77063"/>
                  <a:pt x="49658" y="77088"/>
                </a:cubicBezTo>
                <a:cubicBezTo>
                  <a:pt x="49509" y="77137"/>
                  <a:pt x="49334" y="77137"/>
                  <a:pt x="49160" y="77137"/>
                </a:cubicBezTo>
                <a:lnTo>
                  <a:pt x="49061" y="77137"/>
                </a:lnTo>
                <a:cubicBezTo>
                  <a:pt x="49011" y="77137"/>
                  <a:pt x="48911" y="77137"/>
                  <a:pt x="48861" y="77162"/>
                </a:cubicBezTo>
                <a:cubicBezTo>
                  <a:pt x="48588" y="77162"/>
                  <a:pt x="48339" y="77187"/>
                  <a:pt x="48040" y="77187"/>
                </a:cubicBezTo>
                <a:cubicBezTo>
                  <a:pt x="47642" y="77187"/>
                  <a:pt x="47244" y="77162"/>
                  <a:pt x="46870" y="77137"/>
                </a:cubicBezTo>
                <a:cubicBezTo>
                  <a:pt x="46771" y="77137"/>
                  <a:pt x="46671" y="77113"/>
                  <a:pt x="46571" y="77113"/>
                </a:cubicBezTo>
                <a:cubicBezTo>
                  <a:pt x="46497" y="77113"/>
                  <a:pt x="46422" y="77063"/>
                  <a:pt x="46323" y="77063"/>
                </a:cubicBezTo>
                <a:cubicBezTo>
                  <a:pt x="46074" y="77038"/>
                  <a:pt x="45874" y="77013"/>
                  <a:pt x="45626" y="76938"/>
                </a:cubicBezTo>
                <a:cubicBezTo>
                  <a:pt x="45576" y="76938"/>
                  <a:pt x="45526" y="76913"/>
                  <a:pt x="45501" y="76913"/>
                </a:cubicBezTo>
                <a:cubicBezTo>
                  <a:pt x="45327" y="76889"/>
                  <a:pt x="45202" y="76814"/>
                  <a:pt x="45053" y="76789"/>
                </a:cubicBezTo>
                <a:cubicBezTo>
                  <a:pt x="45028" y="76789"/>
                  <a:pt x="45003" y="76764"/>
                  <a:pt x="44929" y="76764"/>
                </a:cubicBezTo>
                <a:cubicBezTo>
                  <a:pt x="44954" y="76640"/>
                  <a:pt x="45028" y="76490"/>
                  <a:pt x="45053" y="76366"/>
                </a:cubicBezTo>
                <a:cubicBezTo>
                  <a:pt x="45178" y="75893"/>
                  <a:pt x="45352" y="75495"/>
                  <a:pt x="45476" y="75146"/>
                </a:cubicBezTo>
                <a:cubicBezTo>
                  <a:pt x="45601" y="75071"/>
                  <a:pt x="45675" y="75022"/>
                  <a:pt x="45800" y="74947"/>
                </a:cubicBezTo>
                <a:lnTo>
                  <a:pt x="45999" y="74872"/>
                </a:lnTo>
                <a:cubicBezTo>
                  <a:pt x="46049" y="74823"/>
                  <a:pt x="46099" y="74798"/>
                  <a:pt x="46148" y="74773"/>
                </a:cubicBezTo>
                <a:cubicBezTo>
                  <a:pt x="46522" y="74549"/>
                  <a:pt x="46870" y="74375"/>
                  <a:pt x="47244" y="74151"/>
                </a:cubicBezTo>
                <a:cubicBezTo>
                  <a:pt x="47492" y="74001"/>
                  <a:pt x="47741" y="73827"/>
                  <a:pt x="47990" y="73702"/>
                </a:cubicBezTo>
                <a:cubicBezTo>
                  <a:pt x="48040" y="73678"/>
                  <a:pt x="48115" y="73603"/>
                  <a:pt x="48214" y="73578"/>
                </a:cubicBezTo>
                <a:close/>
                <a:moveTo>
                  <a:pt x="94537" y="71587"/>
                </a:moveTo>
                <a:lnTo>
                  <a:pt x="94562" y="71637"/>
                </a:lnTo>
                <a:cubicBezTo>
                  <a:pt x="94213" y="72035"/>
                  <a:pt x="93914" y="72458"/>
                  <a:pt x="93566" y="72881"/>
                </a:cubicBezTo>
                <a:lnTo>
                  <a:pt x="93093" y="73429"/>
                </a:lnTo>
                <a:cubicBezTo>
                  <a:pt x="92545" y="74076"/>
                  <a:pt x="91973" y="74773"/>
                  <a:pt x="91425" y="75420"/>
                </a:cubicBezTo>
                <a:cubicBezTo>
                  <a:pt x="91176" y="75694"/>
                  <a:pt x="90952" y="75943"/>
                  <a:pt x="90703" y="76241"/>
                </a:cubicBezTo>
                <a:cubicBezTo>
                  <a:pt x="90405" y="76565"/>
                  <a:pt x="90106" y="76913"/>
                  <a:pt x="89807" y="77237"/>
                </a:cubicBezTo>
                <a:cubicBezTo>
                  <a:pt x="89782" y="77237"/>
                  <a:pt x="89782" y="77187"/>
                  <a:pt x="89733" y="77187"/>
                </a:cubicBezTo>
                <a:cubicBezTo>
                  <a:pt x="91425" y="75370"/>
                  <a:pt x="93018" y="73503"/>
                  <a:pt x="94537" y="71587"/>
                </a:cubicBezTo>
                <a:close/>
                <a:moveTo>
                  <a:pt x="43560" y="76689"/>
                </a:moveTo>
                <a:cubicBezTo>
                  <a:pt x="43609" y="76689"/>
                  <a:pt x="43609" y="76739"/>
                  <a:pt x="43634" y="76739"/>
                </a:cubicBezTo>
                <a:cubicBezTo>
                  <a:pt x="43684" y="76764"/>
                  <a:pt x="43784" y="76789"/>
                  <a:pt x="43833" y="76814"/>
                </a:cubicBezTo>
                <a:cubicBezTo>
                  <a:pt x="43858" y="76938"/>
                  <a:pt x="43858" y="77113"/>
                  <a:pt x="43809" y="77262"/>
                </a:cubicBezTo>
                <a:cubicBezTo>
                  <a:pt x="43784" y="77237"/>
                  <a:pt x="43784" y="77187"/>
                  <a:pt x="43759" y="77187"/>
                </a:cubicBezTo>
                <a:cubicBezTo>
                  <a:pt x="43734" y="77162"/>
                  <a:pt x="43684" y="77113"/>
                  <a:pt x="43659" y="77063"/>
                </a:cubicBezTo>
                <a:cubicBezTo>
                  <a:pt x="43634" y="76938"/>
                  <a:pt x="43560" y="76814"/>
                  <a:pt x="43535" y="76739"/>
                </a:cubicBezTo>
                <a:lnTo>
                  <a:pt x="43560" y="76739"/>
                </a:lnTo>
                <a:lnTo>
                  <a:pt x="43560" y="76689"/>
                </a:lnTo>
                <a:close/>
                <a:moveTo>
                  <a:pt x="88911" y="76889"/>
                </a:moveTo>
                <a:cubicBezTo>
                  <a:pt x="89085" y="77013"/>
                  <a:pt x="89285" y="77137"/>
                  <a:pt x="89459" y="77237"/>
                </a:cubicBezTo>
                <a:cubicBezTo>
                  <a:pt x="89459" y="77262"/>
                  <a:pt x="89434" y="77262"/>
                  <a:pt x="89434" y="77287"/>
                </a:cubicBezTo>
                <a:cubicBezTo>
                  <a:pt x="89235" y="77162"/>
                  <a:pt x="89061" y="77063"/>
                  <a:pt x="88861" y="76938"/>
                </a:cubicBezTo>
                <a:cubicBezTo>
                  <a:pt x="88861" y="76913"/>
                  <a:pt x="88911" y="76913"/>
                  <a:pt x="88911" y="76889"/>
                </a:cubicBezTo>
                <a:close/>
                <a:moveTo>
                  <a:pt x="110243" y="61357"/>
                </a:moveTo>
                <a:lnTo>
                  <a:pt x="110243" y="61357"/>
                </a:lnTo>
                <a:cubicBezTo>
                  <a:pt x="107455" y="66683"/>
                  <a:pt x="103896" y="72060"/>
                  <a:pt x="99739" y="77312"/>
                </a:cubicBezTo>
                <a:cubicBezTo>
                  <a:pt x="99639" y="77162"/>
                  <a:pt x="99540" y="77038"/>
                  <a:pt x="99440" y="76889"/>
                </a:cubicBezTo>
                <a:cubicBezTo>
                  <a:pt x="100361" y="75619"/>
                  <a:pt x="101232" y="74300"/>
                  <a:pt x="102004" y="73006"/>
                </a:cubicBezTo>
                <a:cubicBezTo>
                  <a:pt x="104169" y="69446"/>
                  <a:pt x="105862" y="65961"/>
                  <a:pt x="107107" y="62601"/>
                </a:cubicBezTo>
                <a:cubicBezTo>
                  <a:pt x="108252" y="62253"/>
                  <a:pt x="109322" y="61854"/>
                  <a:pt x="110243" y="61357"/>
                </a:cubicBezTo>
                <a:close/>
                <a:moveTo>
                  <a:pt x="52272" y="76764"/>
                </a:moveTo>
                <a:lnTo>
                  <a:pt x="52296" y="76789"/>
                </a:lnTo>
                <a:lnTo>
                  <a:pt x="52272" y="76789"/>
                </a:lnTo>
                <a:cubicBezTo>
                  <a:pt x="52023" y="76839"/>
                  <a:pt x="51749" y="76913"/>
                  <a:pt x="51500" y="76988"/>
                </a:cubicBezTo>
                <a:cubicBezTo>
                  <a:pt x="51425" y="76988"/>
                  <a:pt x="51400" y="77013"/>
                  <a:pt x="51351" y="77013"/>
                </a:cubicBezTo>
                <a:cubicBezTo>
                  <a:pt x="51102" y="77063"/>
                  <a:pt x="50853" y="77113"/>
                  <a:pt x="50554" y="77162"/>
                </a:cubicBezTo>
                <a:cubicBezTo>
                  <a:pt x="50529" y="77162"/>
                  <a:pt x="50479" y="77187"/>
                  <a:pt x="50430" y="77187"/>
                </a:cubicBezTo>
                <a:cubicBezTo>
                  <a:pt x="50056" y="77262"/>
                  <a:pt x="49683" y="77287"/>
                  <a:pt x="49309" y="77312"/>
                </a:cubicBezTo>
                <a:cubicBezTo>
                  <a:pt x="49235" y="77312"/>
                  <a:pt x="49135" y="77361"/>
                  <a:pt x="49036" y="77361"/>
                </a:cubicBezTo>
                <a:cubicBezTo>
                  <a:pt x="48662" y="77386"/>
                  <a:pt x="48289" y="77411"/>
                  <a:pt x="47940" y="77411"/>
                </a:cubicBezTo>
                <a:lnTo>
                  <a:pt x="47916" y="77411"/>
                </a:lnTo>
                <a:cubicBezTo>
                  <a:pt x="47542" y="77411"/>
                  <a:pt x="47169" y="77386"/>
                  <a:pt x="46795" y="77361"/>
                </a:cubicBezTo>
                <a:lnTo>
                  <a:pt x="46696" y="77361"/>
                </a:lnTo>
                <a:cubicBezTo>
                  <a:pt x="46621" y="77361"/>
                  <a:pt x="46522" y="77312"/>
                  <a:pt x="46422" y="77312"/>
                </a:cubicBezTo>
                <a:cubicBezTo>
                  <a:pt x="46372" y="77312"/>
                  <a:pt x="46298" y="77287"/>
                  <a:pt x="46248" y="77287"/>
                </a:cubicBezTo>
                <a:cubicBezTo>
                  <a:pt x="45924" y="77262"/>
                  <a:pt x="45626" y="77187"/>
                  <a:pt x="45327" y="77137"/>
                </a:cubicBezTo>
                <a:cubicBezTo>
                  <a:pt x="45202" y="77088"/>
                  <a:pt x="45053" y="77038"/>
                  <a:pt x="44929" y="77013"/>
                </a:cubicBezTo>
                <a:lnTo>
                  <a:pt x="44904" y="77013"/>
                </a:lnTo>
                <a:lnTo>
                  <a:pt x="44879" y="76988"/>
                </a:lnTo>
                <a:lnTo>
                  <a:pt x="44829" y="76938"/>
                </a:lnTo>
                <a:lnTo>
                  <a:pt x="45003" y="76938"/>
                </a:lnTo>
                <a:cubicBezTo>
                  <a:pt x="45053" y="76988"/>
                  <a:pt x="45128" y="76988"/>
                  <a:pt x="45227" y="77013"/>
                </a:cubicBezTo>
                <a:cubicBezTo>
                  <a:pt x="45252" y="77013"/>
                  <a:pt x="45302" y="77038"/>
                  <a:pt x="45352" y="77038"/>
                </a:cubicBezTo>
                <a:lnTo>
                  <a:pt x="45402" y="77038"/>
                </a:lnTo>
                <a:cubicBezTo>
                  <a:pt x="45501" y="77063"/>
                  <a:pt x="45601" y="77063"/>
                  <a:pt x="45650" y="77113"/>
                </a:cubicBezTo>
                <a:cubicBezTo>
                  <a:pt x="45725" y="77113"/>
                  <a:pt x="45775" y="77137"/>
                  <a:pt x="45850" y="77137"/>
                </a:cubicBezTo>
                <a:cubicBezTo>
                  <a:pt x="45974" y="77162"/>
                  <a:pt x="46049" y="77187"/>
                  <a:pt x="46173" y="77187"/>
                </a:cubicBezTo>
                <a:cubicBezTo>
                  <a:pt x="46273" y="77187"/>
                  <a:pt x="46372" y="77237"/>
                  <a:pt x="46472" y="77237"/>
                </a:cubicBezTo>
                <a:cubicBezTo>
                  <a:pt x="46522" y="77237"/>
                  <a:pt x="46596" y="77262"/>
                  <a:pt x="46646" y="77262"/>
                </a:cubicBezTo>
                <a:lnTo>
                  <a:pt x="46845" y="77262"/>
                </a:lnTo>
                <a:cubicBezTo>
                  <a:pt x="46920" y="77262"/>
                  <a:pt x="46995" y="77287"/>
                  <a:pt x="47094" y="77287"/>
                </a:cubicBezTo>
                <a:cubicBezTo>
                  <a:pt x="47393" y="77312"/>
                  <a:pt x="47716" y="77312"/>
                  <a:pt x="48015" y="77312"/>
                </a:cubicBezTo>
                <a:cubicBezTo>
                  <a:pt x="48289" y="77312"/>
                  <a:pt x="48538" y="77312"/>
                  <a:pt x="48837" y="77287"/>
                </a:cubicBezTo>
                <a:lnTo>
                  <a:pt x="48961" y="77287"/>
                </a:lnTo>
                <a:cubicBezTo>
                  <a:pt x="49011" y="77287"/>
                  <a:pt x="49085" y="77287"/>
                  <a:pt x="49135" y="77262"/>
                </a:cubicBezTo>
                <a:lnTo>
                  <a:pt x="49235" y="77262"/>
                </a:lnTo>
                <a:cubicBezTo>
                  <a:pt x="49359" y="77262"/>
                  <a:pt x="49509" y="77237"/>
                  <a:pt x="49633" y="77237"/>
                </a:cubicBezTo>
                <a:cubicBezTo>
                  <a:pt x="49832" y="77187"/>
                  <a:pt x="49982" y="77162"/>
                  <a:pt x="50156" y="77162"/>
                </a:cubicBezTo>
                <a:lnTo>
                  <a:pt x="50230" y="77162"/>
                </a:lnTo>
                <a:cubicBezTo>
                  <a:pt x="50280" y="77162"/>
                  <a:pt x="50380" y="77137"/>
                  <a:pt x="50430" y="77137"/>
                </a:cubicBezTo>
                <a:cubicBezTo>
                  <a:pt x="50479" y="77137"/>
                  <a:pt x="50529" y="77137"/>
                  <a:pt x="50554" y="77113"/>
                </a:cubicBezTo>
                <a:cubicBezTo>
                  <a:pt x="50629" y="77113"/>
                  <a:pt x="50678" y="77063"/>
                  <a:pt x="50753" y="77063"/>
                </a:cubicBezTo>
                <a:lnTo>
                  <a:pt x="50778" y="77063"/>
                </a:lnTo>
                <a:cubicBezTo>
                  <a:pt x="50878" y="77038"/>
                  <a:pt x="50977" y="77038"/>
                  <a:pt x="51052" y="77013"/>
                </a:cubicBezTo>
                <a:lnTo>
                  <a:pt x="51127" y="77013"/>
                </a:lnTo>
                <a:cubicBezTo>
                  <a:pt x="51176" y="77013"/>
                  <a:pt x="51226" y="76988"/>
                  <a:pt x="51276" y="76988"/>
                </a:cubicBezTo>
                <a:cubicBezTo>
                  <a:pt x="51500" y="76938"/>
                  <a:pt x="51724" y="76889"/>
                  <a:pt x="51923" y="76814"/>
                </a:cubicBezTo>
                <a:lnTo>
                  <a:pt x="52023" y="76814"/>
                </a:lnTo>
                <a:cubicBezTo>
                  <a:pt x="52097" y="76814"/>
                  <a:pt x="52122" y="76789"/>
                  <a:pt x="52172" y="76789"/>
                </a:cubicBezTo>
                <a:cubicBezTo>
                  <a:pt x="52222" y="76789"/>
                  <a:pt x="52247" y="76789"/>
                  <a:pt x="52272" y="76764"/>
                </a:cubicBezTo>
                <a:close/>
                <a:moveTo>
                  <a:pt x="89608" y="77337"/>
                </a:moveTo>
                <a:cubicBezTo>
                  <a:pt x="89658" y="77337"/>
                  <a:pt x="89683" y="77337"/>
                  <a:pt x="89683" y="77386"/>
                </a:cubicBezTo>
                <a:cubicBezTo>
                  <a:pt x="89633" y="77411"/>
                  <a:pt x="89633" y="77411"/>
                  <a:pt x="89633" y="77436"/>
                </a:cubicBezTo>
                <a:cubicBezTo>
                  <a:pt x="89608" y="77436"/>
                  <a:pt x="89608" y="77411"/>
                  <a:pt x="89583" y="77411"/>
                </a:cubicBezTo>
                <a:cubicBezTo>
                  <a:pt x="89583" y="77386"/>
                  <a:pt x="89608" y="77386"/>
                  <a:pt x="89608" y="77337"/>
                </a:cubicBezTo>
                <a:close/>
                <a:moveTo>
                  <a:pt x="44057" y="77386"/>
                </a:moveTo>
                <a:lnTo>
                  <a:pt x="44057" y="77486"/>
                </a:lnTo>
                <a:cubicBezTo>
                  <a:pt x="44033" y="77511"/>
                  <a:pt x="44033" y="77536"/>
                  <a:pt x="44008" y="77536"/>
                </a:cubicBezTo>
                <a:cubicBezTo>
                  <a:pt x="44033" y="77486"/>
                  <a:pt x="44057" y="77436"/>
                  <a:pt x="44057" y="77386"/>
                </a:cubicBezTo>
                <a:close/>
                <a:moveTo>
                  <a:pt x="99316" y="77038"/>
                </a:moveTo>
                <a:cubicBezTo>
                  <a:pt x="99415" y="77187"/>
                  <a:pt x="99515" y="77312"/>
                  <a:pt x="99614" y="77486"/>
                </a:cubicBezTo>
                <a:lnTo>
                  <a:pt x="99540" y="77536"/>
                </a:lnTo>
                <a:cubicBezTo>
                  <a:pt x="99490" y="77386"/>
                  <a:pt x="99390" y="77237"/>
                  <a:pt x="99291" y="77113"/>
                </a:cubicBezTo>
                <a:cubicBezTo>
                  <a:pt x="99291" y="77063"/>
                  <a:pt x="99316" y="77063"/>
                  <a:pt x="99316" y="77038"/>
                </a:cubicBezTo>
                <a:close/>
                <a:moveTo>
                  <a:pt x="110616" y="61108"/>
                </a:moveTo>
                <a:lnTo>
                  <a:pt x="110616" y="61108"/>
                </a:lnTo>
                <a:cubicBezTo>
                  <a:pt x="107754" y="66609"/>
                  <a:pt x="104120" y="72159"/>
                  <a:pt x="99863" y="77536"/>
                </a:cubicBezTo>
                <a:cubicBezTo>
                  <a:pt x="99863" y="77511"/>
                  <a:pt x="99814" y="77511"/>
                  <a:pt x="99814" y="77486"/>
                </a:cubicBezTo>
                <a:cubicBezTo>
                  <a:pt x="104095" y="72134"/>
                  <a:pt x="107704" y="66609"/>
                  <a:pt x="110517" y="61182"/>
                </a:cubicBezTo>
                <a:cubicBezTo>
                  <a:pt x="110567" y="61133"/>
                  <a:pt x="110591" y="61133"/>
                  <a:pt x="110616" y="61108"/>
                </a:cubicBezTo>
                <a:close/>
                <a:moveTo>
                  <a:pt x="40896" y="74549"/>
                </a:moveTo>
                <a:cubicBezTo>
                  <a:pt x="40946" y="74574"/>
                  <a:pt x="40996" y="74648"/>
                  <a:pt x="41046" y="74673"/>
                </a:cubicBezTo>
                <a:cubicBezTo>
                  <a:pt x="41270" y="74897"/>
                  <a:pt x="41519" y="75071"/>
                  <a:pt x="41743" y="75295"/>
                </a:cubicBezTo>
                <a:lnTo>
                  <a:pt x="41767" y="75320"/>
                </a:lnTo>
                <a:cubicBezTo>
                  <a:pt x="41892" y="75445"/>
                  <a:pt x="42016" y="75619"/>
                  <a:pt x="42091" y="75744"/>
                </a:cubicBezTo>
                <a:cubicBezTo>
                  <a:pt x="42240" y="75893"/>
                  <a:pt x="42365" y="76042"/>
                  <a:pt x="42440" y="76192"/>
                </a:cubicBezTo>
                <a:cubicBezTo>
                  <a:pt x="41419" y="76689"/>
                  <a:pt x="40398" y="77162"/>
                  <a:pt x="39403" y="77561"/>
                </a:cubicBezTo>
                <a:cubicBezTo>
                  <a:pt x="39876" y="76565"/>
                  <a:pt x="40349" y="75569"/>
                  <a:pt x="40896" y="74549"/>
                </a:cubicBezTo>
                <a:close/>
                <a:moveTo>
                  <a:pt x="99739" y="77610"/>
                </a:moveTo>
                <a:cubicBezTo>
                  <a:pt x="99739" y="77635"/>
                  <a:pt x="99739" y="77660"/>
                  <a:pt x="99764" y="77660"/>
                </a:cubicBezTo>
                <a:lnTo>
                  <a:pt x="99689" y="77710"/>
                </a:lnTo>
                <a:cubicBezTo>
                  <a:pt x="99689" y="77685"/>
                  <a:pt x="99664" y="77685"/>
                  <a:pt x="99664" y="77660"/>
                </a:cubicBezTo>
                <a:lnTo>
                  <a:pt x="99739" y="77610"/>
                </a:lnTo>
                <a:close/>
                <a:moveTo>
                  <a:pt x="40747" y="74424"/>
                </a:moveTo>
                <a:lnTo>
                  <a:pt x="40772" y="74449"/>
                </a:lnTo>
                <a:cubicBezTo>
                  <a:pt x="40174" y="75544"/>
                  <a:pt x="39652" y="76640"/>
                  <a:pt x="39154" y="77685"/>
                </a:cubicBezTo>
                <a:cubicBezTo>
                  <a:pt x="39129" y="77685"/>
                  <a:pt x="39129" y="77685"/>
                  <a:pt x="39079" y="77735"/>
                </a:cubicBezTo>
                <a:cubicBezTo>
                  <a:pt x="39577" y="76615"/>
                  <a:pt x="40150" y="75520"/>
                  <a:pt x="40747" y="74424"/>
                </a:cubicBezTo>
                <a:close/>
                <a:moveTo>
                  <a:pt x="42614" y="76366"/>
                </a:moveTo>
                <a:lnTo>
                  <a:pt x="42614" y="76391"/>
                </a:lnTo>
                <a:lnTo>
                  <a:pt x="42639" y="76416"/>
                </a:lnTo>
                <a:cubicBezTo>
                  <a:pt x="41494" y="76938"/>
                  <a:pt x="40374" y="77436"/>
                  <a:pt x="39278" y="77884"/>
                </a:cubicBezTo>
                <a:cubicBezTo>
                  <a:pt x="39278" y="77859"/>
                  <a:pt x="39278" y="77859"/>
                  <a:pt x="39303" y="77859"/>
                </a:cubicBezTo>
                <a:cubicBezTo>
                  <a:pt x="40398" y="77386"/>
                  <a:pt x="41494" y="76889"/>
                  <a:pt x="42614" y="76366"/>
                </a:cubicBezTo>
                <a:close/>
                <a:moveTo>
                  <a:pt x="62477" y="72085"/>
                </a:moveTo>
                <a:cubicBezTo>
                  <a:pt x="62651" y="72259"/>
                  <a:pt x="62800" y="72433"/>
                  <a:pt x="62950" y="72582"/>
                </a:cubicBezTo>
                <a:cubicBezTo>
                  <a:pt x="60734" y="74449"/>
                  <a:pt x="58445" y="76266"/>
                  <a:pt x="56055" y="77984"/>
                </a:cubicBezTo>
                <a:cubicBezTo>
                  <a:pt x="55856" y="77287"/>
                  <a:pt x="55557" y="76665"/>
                  <a:pt x="55234" y="76067"/>
                </a:cubicBezTo>
                <a:lnTo>
                  <a:pt x="55706" y="75893"/>
                </a:lnTo>
                <a:cubicBezTo>
                  <a:pt x="55756" y="75868"/>
                  <a:pt x="55831" y="75818"/>
                  <a:pt x="55906" y="75793"/>
                </a:cubicBezTo>
                <a:cubicBezTo>
                  <a:pt x="56055" y="75744"/>
                  <a:pt x="56204" y="75669"/>
                  <a:pt x="56354" y="75619"/>
                </a:cubicBezTo>
                <a:cubicBezTo>
                  <a:pt x="56403" y="75569"/>
                  <a:pt x="56478" y="75544"/>
                  <a:pt x="56503" y="75544"/>
                </a:cubicBezTo>
                <a:cubicBezTo>
                  <a:pt x="56528" y="75520"/>
                  <a:pt x="56578" y="75520"/>
                  <a:pt x="56603" y="75495"/>
                </a:cubicBezTo>
                <a:cubicBezTo>
                  <a:pt x="56677" y="75445"/>
                  <a:pt x="56752" y="75420"/>
                  <a:pt x="56827" y="75395"/>
                </a:cubicBezTo>
                <a:lnTo>
                  <a:pt x="56851" y="75395"/>
                </a:lnTo>
                <a:cubicBezTo>
                  <a:pt x="56876" y="75370"/>
                  <a:pt x="56951" y="75370"/>
                  <a:pt x="56976" y="75320"/>
                </a:cubicBezTo>
                <a:cubicBezTo>
                  <a:pt x="57100" y="75271"/>
                  <a:pt x="57250" y="75196"/>
                  <a:pt x="57374" y="75121"/>
                </a:cubicBezTo>
                <a:cubicBezTo>
                  <a:pt x="57374" y="75121"/>
                  <a:pt x="57424" y="75121"/>
                  <a:pt x="57424" y="75071"/>
                </a:cubicBezTo>
                <a:cubicBezTo>
                  <a:pt x="57449" y="75071"/>
                  <a:pt x="57474" y="75047"/>
                  <a:pt x="57474" y="75047"/>
                </a:cubicBezTo>
                <a:cubicBezTo>
                  <a:pt x="57573" y="75022"/>
                  <a:pt x="57648" y="74947"/>
                  <a:pt x="57748" y="74922"/>
                </a:cubicBezTo>
                <a:cubicBezTo>
                  <a:pt x="57947" y="74823"/>
                  <a:pt x="58146" y="74698"/>
                  <a:pt x="58345" y="74623"/>
                </a:cubicBezTo>
                <a:cubicBezTo>
                  <a:pt x="58345" y="74623"/>
                  <a:pt x="58370" y="74623"/>
                  <a:pt x="58370" y="74574"/>
                </a:cubicBezTo>
                <a:cubicBezTo>
                  <a:pt x="58469" y="74524"/>
                  <a:pt x="58594" y="74499"/>
                  <a:pt x="58693" y="74424"/>
                </a:cubicBezTo>
                <a:cubicBezTo>
                  <a:pt x="58718" y="74424"/>
                  <a:pt x="58743" y="74399"/>
                  <a:pt x="58743" y="74399"/>
                </a:cubicBezTo>
                <a:cubicBezTo>
                  <a:pt x="58942" y="74300"/>
                  <a:pt x="59092" y="74200"/>
                  <a:pt x="59291" y="74126"/>
                </a:cubicBezTo>
                <a:lnTo>
                  <a:pt x="59316" y="74126"/>
                </a:lnTo>
                <a:cubicBezTo>
                  <a:pt x="59440" y="74051"/>
                  <a:pt x="59540" y="74001"/>
                  <a:pt x="59664" y="73926"/>
                </a:cubicBezTo>
                <a:cubicBezTo>
                  <a:pt x="59838" y="73802"/>
                  <a:pt x="60038" y="73702"/>
                  <a:pt x="60237" y="73578"/>
                </a:cubicBezTo>
                <a:cubicBezTo>
                  <a:pt x="60286" y="73553"/>
                  <a:pt x="60336" y="73528"/>
                  <a:pt x="60361" y="73503"/>
                </a:cubicBezTo>
                <a:cubicBezTo>
                  <a:pt x="60461" y="73429"/>
                  <a:pt x="60560" y="73404"/>
                  <a:pt x="60610" y="73329"/>
                </a:cubicBezTo>
                <a:cubicBezTo>
                  <a:pt x="60809" y="73205"/>
                  <a:pt x="60983" y="73080"/>
                  <a:pt x="61183" y="73006"/>
                </a:cubicBezTo>
                <a:cubicBezTo>
                  <a:pt x="61307" y="72906"/>
                  <a:pt x="61456" y="72806"/>
                  <a:pt x="61581" y="72707"/>
                </a:cubicBezTo>
                <a:lnTo>
                  <a:pt x="62153" y="72333"/>
                </a:lnTo>
                <a:cubicBezTo>
                  <a:pt x="62278" y="72259"/>
                  <a:pt x="62402" y="72184"/>
                  <a:pt x="62477" y="72085"/>
                </a:cubicBezTo>
                <a:close/>
                <a:moveTo>
                  <a:pt x="39029" y="77934"/>
                </a:moveTo>
                <a:lnTo>
                  <a:pt x="39029" y="77959"/>
                </a:lnTo>
                <a:lnTo>
                  <a:pt x="39029" y="78009"/>
                </a:lnTo>
                <a:cubicBezTo>
                  <a:pt x="39017" y="78021"/>
                  <a:pt x="38998" y="78027"/>
                  <a:pt x="38983" y="78027"/>
                </a:cubicBezTo>
                <a:cubicBezTo>
                  <a:pt x="38967" y="78027"/>
                  <a:pt x="38955" y="78021"/>
                  <a:pt x="38955" y="78009"/>
                </a:cubicBezTo>
                <a:cubicBezTo>
                  <a:pt x="38955" y="77959"/>
                  <a:pt x="38955" y="77959"/>
                  <a:pt x="39005" y="77959"/>
                </a:cubicBezTo>
                <a:cubicBezTo>
                  <a:pt x="39005" y="77959"/>
                  <a:pt x="39029" y="77959"/>
                  <a:pt x="39029" y="77934"/>
                </a:cubicBezTo>
                <a:close/>
                <a:moveTo>
                  <a:pt x="55084" y="76142"/>
                </a:moveTo>
                <a:cubicBezTo>
                  <a:pt x="55383" y="76764"/>
                  <a:pt x="55706" y="77386"/>
                  <a:pt x="56055" y="78009"/>
                </a:cubicBezTo>
                <a:lnTo>
                  <a:pt x="56005" y="78034"/>
                </a:lnTo>
                <a:cubicBezTo>
                  <a:pt x="55632" y="77411"/>
                  <a:pt x="55333" y="76789"/>
                  <a:pt x="55010" y="76167"/>
                </a:cubicBezTo>
                <a:cubicBezTo>
                  <a:pt x="55059" y="76167"/>
                  <a:pt x="55059" y="76167"/>
                  <a:pt x="55084" y="76142"/>
                </a:cubicBezTo>
                <a:close/>
                <a:moveTo>
                  <a:pt x="44505" y="77212"/>
                </a:moveTo>
                <a:lnTo>
                  <a:pt x="44530" y="77262"/>
                </a:lnTo>
                <a:lnTo>
                  <a:pt x="44555" y="77287"/>
                </a:lnTo>
                <a:cubicBezTo>
                  <a:pt x="44505" y="77486"/>
                  <a:pt x="44431" y="77760"/>
                  <a:pt x="44381" y="78058"/>
                </a:cubicBezTo>
                <a:lnTo>
                  <a:pt x="44356" y="78034"/>
                </a:lnTo>
                <a:cubicBezTo>
                  <a:pt x="44356" y="78034"/>
                  <a:pt x="44356" y="78009"/>
                  <a:pt x="44306" y="78009"/>
                </a:cubicBezTo>
                <a:cubicBezTo>
                  <a:pt x="44306" y="77934"/>
                  <a:pt x="44356" y="77884"/>
                  <a:pt x="44356" y="77834"/>
                </a:cubicBezTo>
                <a:lnTo>
                  <a:pt x="44431" y="77461"/>
                </a:lnTo>
                <a:cubicBezTo>
                  <a:pt x="44481" y="77386"/>
                  <a:pt x="44481" y="77312"/>
                  <a:pt x="44505" y="77212"/>
                </a:cubicBezTo>
                <a:close/>
                <a:moveTo>
                  <a:pt x="63199" y="72657"/>
                </a:moveTo>
                <a:cubicBezTo>
                  <a:pt x="63199" y="72682"/>
                  <a:pt x="63224" y="72682"/>
                  <a:pt x="63224" y="72707"/>
                </a:cubicBezTo>
                <a:cubicBezTo>
                  <a:pt x="60983" y="74623"/>
                  <a:pt x="58693" y="76416"/>
                  <a:pt x="56304" y="78133"/>
                </a:cubicBezTo>
                <a:cubicBezTo>
                  <a:pt x="56304" y="78083"/>
                  <a:pt x="56254" y="78083"/>
                  <a:pt x="56254" y="78058"/>
                </a:cubicBezTo>
                <a:cubicBezTo>
                  <a:pt x="58669" y="76366"/>
                  <a:pt x="60983" y="74524"/>
                  <a:pt x="63199" y="72657"/>
                </a:cubicBezTo>
                <a:close/>
                <a:moveTo>
                  <a:pt x="3584" y="65936"/>
                </a:moveTo>
                <a:cubicBezTo>
                  <a:pt x="4207" y="68102"/>
                  <a:pt x="5526" y="70317"/>
                  <a:pt x="7467" y="72433"/>
                </a:cubicBezTo>
                <a:cubicBezTo>
                  <a:pt x="5551" y="74175"/>
                  <a:pt x="4033" y="76142"/>
                  <a:pt x="2912" y="78258"/>
                </a:cubicBezTo>
                <a:cubicBezTo>
                  <a:pt x="2240" y="75495"/>
                  <a:pt x="2141" y="72433"/>
                  <a:pt x="2539" y="69172"/>
                </a:cubicBezTo>
                <a:cubicBezTo>
                  <a:pt x="2838" y="68102"/>
                  <a:pt x="3186" y="67032"/>
                  <a:pt x="3584" y="65936"/>
                </a:cubicBezTo>
                <a:close/>
                <a:moveTo>
                  <a:pt x="43809" y="78158"/>
                </a:moveTo>
                <a:cubicBezTo>
                  <a:pt x="43858" y="78183"/>
                  <a:pt x="43858" y="78233"/>
                  <a:pt x="43858" y="78258"/>
                </a:cubicBezTo>
                <a:cubicBezTo>
                  <a:pt x="43809" y="78233"/>
                  <a:pt x="43809" y="78183"/>
                  <a:pt x="43809" y="78158"/>
                </a:cubicBezTo>
                <a:close/>
                <a:moveTo>
                  <a:pt x="18967" y="72931"/>
                </a:moveTo>
                <a:cubicBezTo>
                  <a:pt x="18121" y="74798"/>
                  <a:pt x="17349" y="76665"/>
                  <a:pt x="16652" y="78506"/>
                </a:cubicBezTo>
                <a:cubicBezTo>
                  <a:pt x="15557" y="77984"/>
                  <a:pt x="14537" y="77411"/>
                  <a:pt x="13516" y="76789"/>
                </a:cubicBezTo>
                <a:cubicBezTo>
                  <a:pt x="13616" y="76739"/>
                  <a:pt x="13665" y="76640"/>
                  <a:pt x="13765" y="76565"/>
                </a:cubicBezTo>
                <a:cubicBezTo>
                  <a:pt x="13889" y="76440"/>
                  <a:pt x="14014" y="76316"/>
                  <a:pt x="14138" y="76241"/>
                </a:cubicBezTo>
                <a:lnTo>
                  <a:pt x="14611" y="75868"/>
                </a:lnTo>
                <a:cubicBezTo>
                  <a:pt x="14761" y="75744"/>
                  <a:pt x="14885" y="75619"/>
                  <a:pt x="15034" y="75520"/>
                </a:cubicBezTo>
                <a:cubicBezTo>
                  <a:pt x="15184" y="75395"/>
                  <a:pt x="15308" y="75295"/>
                  <a:pt x="15482" y="75171"/>
                </a:cubicBezTo>
                <a:lnTo>
                  <a:pt x="15930" y="74798"/>
                </a:lnTo>
                <a:cubicBezTo>
                  <a:pt x="16055" y="74698"/>
                  <a:pt x="16229" y="74623"/>
                  <a:pt x="16354" y="74524"/>
                </a:cubicBezTo>
                <a:cubicBezTo>
                  <a:pt x="16528" y="74399"/>
                  <a:pt x="16677" y="74275"/>
                  <a:pt x="16876" y="74151"/>
                </a:cubicBezTo>
                <a:cubicBezTo>
                  <a:pt x="17001" y="74051"/>
                  <a:pt x="17125" y="74001"/>
                  <a:pt x="17250" y="73926"/>
                </a:cubicBezTo>
                <a:cubicBezTo>
                  <a:pt x="17424" y="73802"/>
                  <a:pt x="17648" y="73678"/>
                  <a:pt x="17847" y="73553"/>
                </a:cubicBezTo>
                <a:cubicBezTo>
                  <a:pt x="17922" y="73503"/>
                  <a:pt x="18046" y="73429"/>
                  <a:pt x="18146" y="73379"/>
                </a:cubicBezTo>
                <a:lnTo>
                  <a:pt x="18793" y="73006"/>
                </a:lnTo>
                <a:cubicBezTo>
                  <a:pt x="18868" y="72956"/>
                  <a:pt x="18893" y="72931"/>
                  <a:pt x="18967" y="72931"/>
                </a:cubicBezTo>
                <a:close/>
                <a:moveTo>
                  <a:pt x="2215" y="70292"/>
                </a:moveTo>
                <a:cubicBezTo>
                  <a:pt x="1967" y="73205"/>
                  <a:pt x="2141" y="75992"/>
                  <a:pt x="2738" y="78531"/>
                </a:cubicBezTo>
                <a:cubicBezTo>
                  <a:pt x="2713" y="78556"/>
                  <a:pt x="2713" y="78581"/>
                  <a:pt x="2713" y="78631"/>
                </a:cubicBezTo>
                <a:cubicBezTo>
                  <a:pt x="2116" y="76167"/>
                  <a:pt x="1942" y="73454"/>
                  <a:pt x="2116" y="70591"/>
                </a:cubicBezTo>
                <a:cubicBezTo>
                  <a:pt x="2141" y="70492"/>
                  <a:pt x="2191" y="70392"/>
                  <a:pt x="2215" y="70292"/>
                </a:cubicBezTo>
                <a:close/>
                <a:moveTo>
                  <a:pt x="19365" y="72757"/>
                </a:moveTo>
                <a:cubicBezTo>
                  <a:pt x="18420" y="74698"/>
                  <a:pt x="17598" y="76665"/>
                  <a:pt x="16901" y="78631"/>
                </a:cubicBezTo>
                <a:cubicBezTo>
                  <a:pt x="16876" y="78631"/>
                  <a:pt x="16876" y="78581"/>
                  <a:pt x="16851" y="78581"/>
                </a:cubicBezTo>
                <a:cubicBezTo>
                  <a:pt x="17548" y="76665"/>
                  <a:pt x="18370" y="74723"/>
                  <a:pt x="19266" y="72782"/>
                </a:cubicBezTo>
                <a:cubicBezTo>
                  <a:pt x="19291" y="72782"/>
                  <a:pt x="19316" y="72757"/>
                  <a:pt x="19365" y="72757"/>
                </a:cubicBezTo>
                <a:close/>
                <a:moveTo>
                  <a:pt x="7592" y="72582"/>
                </a:moveTo>
                <a:lnTo>
                  <a:pt x="7642" y="72632"/>
                </a:lnTo>
                <a:cubicBezTo>
                  <a:pt x="5650" y="74424"/>
                  <a:pt x="4082" y="76440"/>
                  <a:pt x="2987" y="78656"/>
                </a:cubicBezTo>
                <a:cubicBezTo>
                  <a:pt x="2987" y="78631"/>
                  <a:pt x="2987" y="78581"/>
                  <a:pt x="2962" y="78581"/>
                </a:cubicBezTo>
                <a:cubicBezTo>
                  <a:pt x="4057" y="76416"/>
                  <a:pt x="5650" y="74399"/>
                  <a:pt x="7592" y="72582"/>
                </a:cubicBezTo>
                <a:close/>
                <a:moveTo>
                  <a:pt x="13416" y="76938"/>
                </a:moveTo>
                <a:lnTo>
                  <a:pt x="13416" y="76938"/>
                </a:lnTo>
                <a:cubicBezTo>
                  <a:pt x="14437" y="77561"/>
                  <a:pt x="15507" y="78158"/>
                  <a:pt x="16603" y="78681"/>
                </a:cubicBezTo>
                <a:cubicBezTo>
                  <a:pt x="16603" y="78730"/>
                  <a:pt x="16603" y="78730"/>
                  <a:pt x="16553" y="78755"/>
                </a:cubicBezTo>
                <a:cubicBezTo>
                  <a:pt x="15557" y="78282"/>
                  <a:pt x="14611" y="77760"/>
                  <a:pt x="13690" y="77187"/>
                </a:cubicBezTo>
                <a:cubicBezTo>
                  <a:pt x="13616" y="77088"/>
                  <a:pt x="13516" y="77038"/>
                  <a:pt x="13416" y="76938"/>
                </a:cubicBezTo>
                <a:close/>
                <a:moveTo>
                  <a:pt x="16777" y="78755"/>
                </a:moveTo>
                <a:cubicBezTo>
                  <a:pt x="16802" y="78755"/>
                  <a:pt x="16802" y="78780"/>
                  <a:pt x="16851" y="78780"/>
                </a:cubicBezTo>
                <a:cubicBezTo>
                  <a:pt x="16851" y="78805"/>
                  <a:pt x="16802" y="78805"/>
                  <a:pt x="16802" y="78855"/>
                </a:cubicBezTo>
                <a:cubicBezTo>
                  <a:pt x="16777" y="78855"/>
                  <a:pt x="16752" y="78855"/>
                  <a:pt x="16752" y="78805"/>
                </a:cubicBezTo>
                <a:cubicBezTo>
                  <a:pt x="16752" y="78780"/>
                  <a:pt x="16777" y="78780"/>
                  <a:pt x="16777" y="78755"/>
                </a:cubicBezTo>
                <a:close/>
                <a:moveTo>
                  <a:pt x="54835" y="76192"/>
                </a:moveTo>
                <a:cubicBezTo>
                  <a:pt x="55134" y="76814"/>
                  <a:pt x="55482" y="77486"/>
                  <a:pt x="55831" y="78133"/>
                </a:cubicBezTo>
                <a:cubicBezTo>
                  <a:pt x="55458" y="78407"/>
                  <a:pt x="55084" y="78656"/>
                  <a:pt x="54711" y="78905"/>
                </a:cubicBezTo>
                <a:cubicBezTo>
                  <a:pt x="54138" y="78233"/>
                  <a:pt x="53591" y="77511"/>
                  <a:pt x="52968" y="76864"/>
                </a:cubicBezTo>
                <a:cubicBezTo>
                  <a:pt x="53018" y="76814"/>
                  <a:pt x="53093" y="76814"/>
                  <a:pt x="53143" y="76789"/>
                </a:cubicBezTo>
                <a:cubicBezTo>
                  <a:pt x="53192" y="76789"/>
                  <a:pt x="53192" y="76789"/>
                  <a:pt x="53217" y="76764"/>
                </a:cubicBezTo>
                <a:cubicBezTo>
                  <a:pt x="53367" y="76714"/>
                  <a:pt x="53491" y="76665"/>
                  <a:pt x="53641" y="76615"/>
                </a:cubicBezTo>
                <a:lnTo>
                  <a:pt x="53690" y="76615"/>
                </a:lnTo>
                <a:cubicBezTo>
                  <a:pt x="53740" y="76565"/>
                  <a:pt x="53840" y="76565"/>
                  <a:pt x="53889" y="76540"/>
                </a:cubicBezTo>
                <a:cubicBezTo>
                  <a:pt x="53964" y="76515"/>
                  <a:pt x="54014" y="76515"/>
                  <a:pt x="54089" y="76490"/>
                </a:cubicBezTo>
                <a:lnTo>
                  <a:pt x="54537" y="76291"/>
                </a:lnTo>
                <a:cubicBezTo>
                  <a:pt x="54586" y="76291"/>
                  <a:pt x="54586" y="76291"/>
                  <a:pt x="54611" y="76266"/>
                </a:cubicBezTo>
                <a:cubicBezTo>
                  <a:pt x="54661" y="76241"/>
                  <a:pt x="54736" y="76241"/>
                  <a:pt x="54786" y="76192"/>
                </a:cubicBezTo>
                <a:close/>
                <a:moveTo>
                  <a:pt x="52769" y="76913"/>
                </a:moveTo>
                <a:cubicBezTo>
                  <a:pt x="53392" y="77561"/>
                  <a:pt x="53989" y="78282"/>
                  <a:pt x="54561" y="79054"/>
                </a:cubicBezTo>
                <a:cubicBezTo>
                  <a:pt x="54512" y="79054"/>
                  <a:pt x="54512" y="79104"/>
                  <a:pt x="54487" y="79104"/>
                </a:cubicBezTo>
                <a:cubicBezTo>
                  <a:pt x="53939" y="78357"/>
                  <a:pt x="53342" y="77610"/>
                  <a:pt x="52695" y="76938"/>
                </a:cubicBezTo>
                <a:cubicBezTo>
                  <a:pt x="52720" y="76913"/>
                  <a:pt x="52744" y="76913"/>
                  <a:pt x="52769" y="76913"/>
                </a:cubicBezTo>
                <a:close/>
                <a:moveTo>
                  <a:pt x="14487" y="77809"/>
                </a:moveTo>
                <a:lnTo>
                  <a:pt x="14487" y="77809"/>
                </a:lnTo>
                <a:cubicBezTo>
                  <a:pt x="15134" y="78233"/>
                  <a:pt x="15806" y="78581"/>
                  <a:pt x="16528" y="78930"/>
                </a:cubicBezTo>
                <a:cubicBezTo>
                  <a:pt x="16503" y="79004"/>
                  <a:pt x="16503" y="79054"/>
                  <a:pt x="16478" y="79129"/>
                </a:cubicBezTo>
                <a:cubicBezTo>
                  <a:pt x="16403" y="79104"/>
                  <a:pt x="16329" y="79054"/>
                  <a:pt x="16279" y="79004"/>
                </a:cubicBezTo>
                <a:cubicBezTo>
                  <a:pt x="16055" y="78880"/>
                  <a:pt x="15806" y="78755"/>
                  <a:pt x="15607" y="78631"/>
                </a:cubicBezTo>
                <a:cubicBezTo>
                  <a:pt x="15607" y="78631"/>
                  <a:pt x="15557" y="78631"/>
                  <a:pt x="15557" y="78606"/>
                </a:cubicBezTo>
                <a:cubicBezTo>
                  <a:pt x="15383" y="78482"/>
                  <a:pt x="15234" y="78357"/>
                  <a:pt x="15034" y="78233"/>
                </a:cubicBezTo>
                <a:cubicBezTo>
                  <a:pt x="14860" y="78108"/>
                  <a:pt x="14661" y="77984"/>
                  <a:pt x="14487" y="77809"/>
                </a:cubicBezTo>
                <a:close/>
                <a:moveTo>
                  <a:pt x="55931" y="78307"/>
                </a:moveTo>
                <a:cubicBezTo>
                  <a:pt x="55931" y="78357"/>
                  <a:pt x="55955" y="78357"/>
                  <a:pt x="55955" y="78382"/>
                </a:cubicBezTo>
                <a:cubicBezTo>
                  <a:pt x="55582" y="78631"/>
                  <a:pt x="55209" y="78880"/>
                  <a:pt x="54860" y="79129"/>
                </a:cubicBezTo>
                <a:cubicBezTo>
                  <a:pt x="54835" y="79129"/>
                  <a:pt x="54835" y="79104"/>
                  <a:pt x="54810" y="79104"/>
                </a:cubicBezTo>
                <a:cubicBezTo>
                  <a:pt x="55184" y="78855"/>
                  <a:pt x="55557" y="78581"/>
                  <a:pt x="55931" y="78307"/>
                </a:cubicBezTo>
                <a:close/>
                <a:moveTo>
                  <a:pt x="16691" y="79018"/>
                </a:moveTo>
                <a:cubicBezTo>
                  <a:pt x="16708" y="79018"/>
                  <a:pt x="16735" y="79029"/>
                  <a:pt x="16752" y="79029"/>
                </a:cubicBezTo>
                <a:cubicBezTo>
                  <a:pt x="16727" y="79104"/>
                  <a:pt x="16677" y="79154"/>
                  <a:pt x="16677" y="79253"/>
                </a:cubicBezTo>
                <a:cubicBezTo>
                  <a:pt x="16652" y="79253"/>
                  <a:pt x="16652" y="79203"/>
                  <a:pt x="16627" y="79203"/>
                </a:cubicBezTo>
                <a:cubicBezTo>
                  <a:pt x="16652" y="79154"/>
                  <a:pt x="16677" y="79104"/>
                  <a:pt x="16677" y="79029"/>
                </a:cubicBezTo>
                <a:cubicBezTo>
                  <a:pt x="16677" y="79021"/>
                  <a:pt x="16683" y="79018"/>
                  <a:pt x="16691" y="79018"/>
                </a:cubicBezTo>
                <a:close/>
                <a:moveTo>
                  <a:pt x="22776" y="71288"/>
                </a:moveTo>
                <a:cubicBezTo>
                  <a:pt x="23672" y="72184"/>
                  <a:pt x="24792" y="72931"/>
                  <a:pt x="26086" y="73454"/>
                </a:cubicBezTo>
                <a:cubicBezTo>
                  <a:pt x="23273" y="74723"/>
                  <a:pt x="20635" y="76714"/>
                  <a:pt x="18444" y="79278"/>
                </a:cubicBezTo>
                <a:cubicBezTo>
                  <a:pt x="17996" y="79079"/>
                  <a:pt x="17524" y="78880"/>
                  <a:pt x="17051" y="78656"/>
                </a:cubicBezTo>
                <a:cubicBezTo>
                  <a:pt x="17772" y="76665"/>
                  <a:pt x="18644" y="74648"/>
                  <a:pt x="19614" y="72582"/>
                </a:cubicBezTo>
                <a:cubicBezTo>
                  <a:pt x="19664" y="72557"/>
                  <a:pt x="19764" y="72508"/>
                  <a:pt x="19813" y="72458"/>
                </a:cubicBezTo>
                <a:cubicBezTo>
                  <a:pt x="19913" y="72433"/>
                  <a:pt x="19988" y="72408"/>
                  <a:pt x="20062" y="72333"/>
                </a:cubicBezTo>
                <a:cubicBezTo>
                  <a:pt x="20336" y="72209"/>
                  <a:pt x="20560" y="72134"/>
                  <a:pt x="20859" y="72010"/>
                </a:cubicBezTo>
                <a:cubicBezTo>
                  <a:pt x="20909" y="71960"/>
                  <a:pt x="21008" y="71935"/>
                  <a:pt x="21058" y="71910"/>
                </a:cubicBezTo>
                <a:cubicBezTo>
                  <a:pt x="21357" y="71786"/>
                  <a:pt x="21606" y="71686"/>
                  <a:pt x="21879" y="71587"/>
                </a:cubicBezTo>
                <a:cubicBezTo>
                  <a:pt x="21929" y="71562"/>
                  <a:pt x="22004" y="71562"/>
                  <a:pt x="22054" y="71537"/>
                </a:cubicBezTo>
                <a:cubicBezTo>
                  <a:pt x="22303" y="71437"/>
                  <a:pt x="22527" y="71388"/>
                  <a:pt x="22776" y="71288"/>
                </a:cubicBezTo>
                <a:close/>
                <a:moveTo>
                  <a:pt x="54636" y="79203"/>
                </a:moveTo>
                <a:cubicBezTo>
                  <a:pt x="54686" y="79203"/>
                  <a:pt x="54686" y="79203"/>
                  <a:pt x="54686" y="79253"/>
                </a:cubicBezTo>
                <a:cubicBezTo>
                  <a:pt x="54636" y="79253"/>
                  <a:pt x="54636" y="79278"/>
                  <a:pt x="54611" y="79278"/>
                </a:cubicBezTo>
                <a:lnTo>
                  <a:pt x="54586" y="79253"/>
                </a:lnTo>
                <a:cubicBezTo>
                  <a:pt x="54611" y="79253"/>
                  <a:pt x="54611" y="79203"/>
                  <a:pt x="54636" y="79203"/>
                </a:cubicBezTo>
                <a:close/>
                <a:moveTo>
                  <a:pt x="44057" y="78805"/>
                </a:moveTo>
                <a:cubicBezTo>
                  <a:pt x="44057" y="78880"/>
                  <a:pt x="44107" y="78930"/>
                  <a:pt x="44132" y="79004"/>
                </a:cubicBezTo>
                <a:cubicBezTo>
                  <a:pt x="44157" y="79104"/>
                  <a:pt x="44157" y="79178"/>
                  <a:pt x="44182" y="79278"/>
                </a:cubicBezTo>
                <a:lnTo>
                  <a:pt x="44182" y="79328"/>
                </a:lnTo>
                <a:lnTo>
                  <a:pt x="44132" y="79328"/>
                </a:lnTo>
                <a:cubicBezTo>
                  <a:pt x="44107" y="79178"/>
                  <a:pt x="44107" y="79054"/>
                  <a:pt x="44057" y="78905"/>
                </a:cubicBezTo>
                <a:lnTo>
                  <a:pt x="44057" y="78805"/>
                </a:lnTo>
                <a:close/>
                <a:moveTo>
                  <a:pt x="13292" y="77162"/>
                </a:moveTo>
                <a:cubicBezTo>
                  <a:pt x="13317" y="77187"/>
                  <a:pt x="13367" y="77187"/>
                  <a:pt x="13416" y="77237"/>
                </a:cubicBezTo>
                <a:lnTo>
                  <a:pt x="13441" y="77262"/>
                </a:lnTo>
                <a:cubicBezTo>
                  <a:pt x="13466" y="77287"/>
                  <a:pt x="13516" y="77287"/>
                  <a:pt x="13516" y="77312"/>
                </a:cubicBezTo>
                <a:cubicBezTo>
                  <a:pt x="13690" y="77511"/>
                  <a:pt x="13889" y="77660"/>
                  <a:pt x="14064" y="77809"/>
                </a:cubicBezTo>
                <a:cubicBezTo>
                  <a:pt x="14138" y="77859"/>
                  <a:pt x="14188" y="77909"/>
                  <a:pt x="14238" y="77934"/>
                </a:cubicBezTo>
                <a:lnTo>
                  <a:pt x="14263" y="77984"/>
                </a:lnTo>
                <a:lnTo>
                  <a:pt x="14313" y="78034"/>
                </a:lnTo>
                <a:cubicBezTo>
                  <a:pt x="14537" y="78183"/>
                  <a:pt x="14761" y="78382"/>
                  <a:pt x="14960" y="78531"/>
                </a:cubicBezTo>
                <a:cubicBezTo>
                  <a:pt x="15059" y="78606"/>
                  <a:pt x="15134" y="78631"/>
                  <a:pt x="15209" y="78681"/>
                </a:cubicBezTo>
                <a:cubicBezTo>
                  <a:pt x="15258" y="78730"/>
                  <a:pt x="15283" y="78730"/>
                  <a:pt x="15308" y="78755"/>
                </a:cubicBezTo>
                <a:lnTo>
                  <a:pt x="15333" y="78780"/>
                </a:lnTo>
                <a:lnTo>
                  <a:pt x="15383" y="78780"/>
                </a:lnTo>
                <a:cubicBezTo>
                  <a:pt x="15408" y="78780"/>
                  <a:pt x="15408" y="78805"/>
                  <a:pt x="15433" y="78805"/>
                </a:cubicBezTo>
                <a:cubicBezTo>
                  <a:pt x="15582" y="78905"/>
                  <a:pt x="15781" y="79029"/>
                  <a:pt x="15930" y="79129"/>
                </a:cubicBezTo>
                <a:cubicBezTo>
                  <a:pt x="16030" y="79154"/>
                  <a:pt x="16080" y="79228"/>
                  <a:pt x="16179" y="79253"/>
                </a:cubicBezTo>
                <a:cubicBezTo>
                  <a:pt x="16254" y="79278"/>
                  <a:pt x="16279" y="79303"/>
                  <a:pt x="16329" y="79303"/>
                </a:cubicBezTo>
                <a:lnTo>
                  <a:pt x="16329" y="79353"/>
                </a:lnTo>
                <a:lnTo>
                  <a:pt x="16329" y="79378"/>
                </a:lnTo>
                <a:cubicBezTo>
                  <a:pt x="16005" y="79178"/>
                  <a:pt x="15657" y="79029"/>
                  <a:pt x="15333" y="78805"/>
                </a:cubicBezTo>
                <a:cubicBezTo>
                  <a:pt x="15308" y="78805"/>
                  <a:pt x="15308" y="78780"/>
                  <a:pt x="15283" y="78780"/>
                </a:cubicBezTo>
                <a:cubicBezTo>
                  <a:pt x="14561" y="78307"/>
                  <a:pt x="13889" y="77785"/>
                  <a:pt x="13292" y="77162"/>
                </a:cubicBezTo>
                <a:close/>
                <a:moveTo>
                  <a:pt x="3236" y="62327"/>
                </a:moveTo>
                <a:lnTo>
                  <a:pt x="3236" y="62377"/>
                </a:lnTo>
                <a:lnTo>
                  <a:pt x="3236" y="62477"/>
                </a:lnTo>
                <a:lnTo>
                  <a:pt x="3236" y="62551"/>
                </a:lnTo>
                <a:cubicBezTo>
                  <a:pt x="3186" y="62750"/>
                  <a:pt x="3087" y="62999"/>
                  <a:pt x="3012" y="63223"/>
                </a:cubicBezTo>
                <a:cubicBezTo>
                  <a:pt x="2141" y="65986"/>
                  <a:pt x="1494" y="68799"/>
                  <a:pt x="1021" y="71537"/>
                </a:cubicBezTo>
                <a:cubicBezTo>
                  <a:pt x="622" y="73902"/>
                  <a:pt x="473" y="76142"/>
                  <a:pt x="398" y="78108"/>
                </a:cubicBezTo>
                <a:cubicBezTo>
                  <a:pt x="349" y="78357"/>
                  <a:pt x="324" y="78556"/>
                  <a:pt x="324" y="78805"/>
                </a:cubicBezTo>
                <a:lnTo>
                  <a:pt x="324" y="78880"/>
                </a:lnTo>
                <a:cubicBezTo>
                  <a:pt x="324" y="79054"/>
                  <a:pt x="299" y="79253"/>
                  <a:pt x="299" y="79403"/>
                </a:cubicBezTo>
                <a:lnTo>
                  <a:pt x="299" y="79129"/>
                </a:lnTo>
                <a:cubicBezTo>
                  <a:pt x="299" y="78432"/>
                  <a:pt x="324" y="77735"/>
                  <a:pt x="349" y="76988"/>
                </a:cubicBezTo>
                <a:lnTo>
                  <a:pt x="349" y="76913"/>
                </a:lnTo>
                <a:cubicBezTo>
                  <a:pt x="423" y="76017"/>
                  <a:pt x="498" y="74947"/>
                  <a:pt x="598" y="73951"/>
                </a:cubicBezTo>
                <a:cubicBezTo>
                  <a:pt x="697" y="73180"/>
                  <a:pt x="797" y="72383"/>
                  <a:pt x="946" y="71537"/>
                </a:cubicBezTo>
                <a:lnTo>
                  <a:pt x="946" y="71512"/>
                </a:lnTo>
                <a:cubicBezTo>
                  <a:pt x="996" y="71213"/>
                  <a:pt x="1070" y="70890"/>
                  <a:pt x="1120" y="70541"/>
                </a:cubicBezTo>
                <a:cubicBezTo>
                  <a:pt x="1195" y="70143"/>
                  <a:pt x="1295" y="69770"/>
                  <a:pt x="1344" y="69347"/>
                </a:cubicBezTo>
                <a:cubicBezTo>
                  <a:pt x="1743" y="67330"/>
                  <a:pt x="2315" y="65289"/>
                  <a:pt x="2937" y="63223"/>
                </a:cubicBezTo>
                <a:lnTo>
                  <a:pt x="2937" y="63198"/>
                </a:lnTo>
                <a:cubicBezTo>
                  <a:pt x="3012" y="62925"/>
                  <a:pt x="3112" y="62626"/>
                  <a:pt x="3236" y="62327"/>
                </a:cubicBezTo>
                <a:close/>
                <a:moveTo>
                  <a:pt x="26335" y="73578"/>
                </a:moveTo>
                <a:cubicBezTo>
                  <a:pt x="26360" y="73578"/>
                  <a:pt x="26385" y="73603"/>
                  <a:pt x="26435" y="73603"/>
                </a:cubicBezTo>
                <a:cubicBezTo>
                  <a:pt x="23597" y="74847"/>
                  <a:pt x="20958" y="76814"/>
                  <a:pt x="18743" y="79403"/>
                </a:cubicBezTo>
                <a:cubicBezTo>
                  <a:pt x="18668" y="79403"/>
                  <a:pt x="18644" y="79403"/>
                  <a:pt x="18644" y="79378"/>
                </a:cubicBezTo>
                <a:cubicBezTo>
                  <a:pt x="20859" y="76789"/>
                  <a:pt x="23497" y="74823"/>
                  <a:pt x="26335" y="73578"/>
                </a:cubicBezTo>
                <a:close/>
                <a:moveTo>
                  <a:pt x="1967" y="70292"/>
                </a:moveTo>
                <a:cubicBezTo>
                  <a:pt x="1967" y="70392"/>
                  <a:pt x="1967" y="70467"/>
                  <a:pt x="1942" y="70591"/>
                </a:cubicBezTo>
                <a:cubicBezTo>
                  <a:pt x="1120" y="73653"/>
                  <a:pt x="672" y="76615"/>
                  <a:pt x="498" y="79427"/>
                </a:cubicBezTo>
                <a:lnTo>
                  <a:pt x="498" y="79427"/>
                </a:lnTo>
                <a:cubicBezTo>
                  <a:pt x="498" y="79004"/>
                  <a:pt x="498" y="78531"/>
                  <a:pt x="548" y="78058"/>
                </a:cubicBezTo>
                <a:cubicBezTo>
                  <a:pt x="797" y="75544"/>
                  <a:pt x="1245" y="72956"/>
                  <a:pt x="1967" y="70292"/>
                </a:cubicBezTo>
                <a:close/>
                <a:moveTo>
                  <a:pt x="16503" y="79403"/>
                </a:moveTo>
                <a:cubicBezTo>
                  <a:pt x="16553" y="79403"/>
                  <a:pt x="16603" y="79403"/>
                  <a:pt x="16603" y="79427"/>
                </a:cubicBezTo>
                <a:cubicBezTo>
                  <a:pt x="16603" y="79477"/>
                  <a:pt x="16553" y="79502"/>
                  <a:pt x="16553" y="79502"/>
                </a:cubicBezTo>
                <a:cubicBezTo>
                  <a:pt x="16528" y="79502"/>
                  <a:pt x="16528" y="79477"/>
                  <a:pt x="16503" y="79477"/>
                </a:cubicBezTo>
                <a:lnTo>
                  <a:pt x="16503" y="79427"/>
                </a:lnTo>
                <a:lnTo>
                  <a:pt x="16503" y="79403"/>
                </a:lnTo>
                <a:close/>
                <a:moveTo>
                  <a:pt x="17001" y="78880"/>
                </a:moveTo>
                <a:cubicBezTo>
                  <a:pt x="17424" y="79104"/>
                  <a:pt x="17872" y="79278"/>
                  <a:pt x="18345" y="79477"/>
                </a:cubicBezTo>
                <a:cubicBezTo>
                  <a:pt x="18345" y="79502"/>
                  <a:pt x="18295" y="79502"/>
                  <a:pt x="18295" y="79527"/>
                </a:cubicBezTo>
                <a:cubicBezTo>
                  <a:pt x="17847" y="79353"/>
                  <a:pt x="17399" y="79129"/>
                  <a:pt x="16976" y="78930"/>
                </a:cubicBezTo>
                <a:cubicBezTo>
                  <a:pt x="16976" y="78905"/>
                  <a:pt x="17001" y="78880"/>
                  <a:pt x="17001" y="78880"/>
                </a:cubicBezTo>
                <a:close/>
                <a:moveTo>
                  <a:pt x="38930" y="73379"/>
                </a:moveTo>
                <a:cubicBezTo>
                  <a:pt x="39005" y="73404"/>
                  <a:pt x="39079" y="73429"/>
                  <a:pt x="39154" y="73454"/>
                </a:cubicBezTo>
                <a:cubicBezTo>
                  <a:pt x="39179" y="73503"/>
                  <a:pt x="39253" y="73503"/>
                  <a:pt x="39278" y="73528"/>
                </a:cubicBezTo>
                <a:cubicBezTo>
                  <a:pt x="39403" y="73578"/>
                  <a:pt x="39502" y="73653"/>
                  <a:pt x="39577" y="73678"/>
                </a:cubicBezTo>
                <a:cubicBezTo>
                  <a:pt x="39701" y="73752"/>
                  <a:pt x="39826" y="73827"/>
                  <a:pt x="39950" y="73902"/>
                </a:cubicBezTo>
                <a:cubicBezTo>
                  <a:pt x="40050" y="73951"/>
                  <a:pt x="40125" y="74001"/>
                  <a:pt x="40174" y="74051"/>
                </a:cubicBezTo>
                <a:cubicBezTo>
                  <a:pt x="40199" y="74051"/>
                  <a:pt x="40224" y="74076"/>
                  <a:pt x="40224" y="74076"/>
                </a:cubicBezTo>
                <a:cubicBezTo>
                  <a:pt x="40349" y="74151"/>
                  <a:pt x="40448" y="74225"/>
                  <a:pt x="40548" y="74300"/>
                </a:cubicBezTo>
                <a:cubicBezTo>
                  <a:pt x="39926" y="75470"/>
                  <a:pt x="39328" y="76665"/>
                  <a:pt x="38805" y="77809"/>
                </a:cubicBezTo>
                <a:cubicBezTo>
                  <a:pt x="37138" y="78506"/>
                  <a:pt x="35470" y="79104"/>
                  <a:pt x="33852" y="79552"/>
                </a:cubicBezTo>
                <a:cubicBezTo>
                  <a:pt x="34947" y="76789"/>
                  <a:pt x="36540" y="74698"/>
                  <a:pt x="38532" y="73503"/>
                </a:cubicBezTo>
                <a:cubicBezTo>
                  <a:pt x="38656" y="73454"/>
                  <a:pt x="38805" y="73429"/>
                  <a:pt x="38930" y="73379"/>
                </a:cubicBezTo>
                <a:close/>
                <a:moveTo>
                  <a:pt x="18519" y="79527"/>
                </a:moveTo>
                <a:cubicBezTo>
                  <a:pt x="18544" y="79527"/>
                  <a:pt x="18544" y="79552"/>
                  <a:pt x="18569" y="79552"/>
                </a:cubicBezTo>
                <a:lnTo>
                  <a:pt x="18519" y="79627"/>
                </a:lnTo>
                <a:cubicBezTo>
                  <a:pt x="18494" y="79627"/>
                  <a:pt x="18494" y="79602"/>
                  <a:pt x="18469" y="79602"/>
                </a:cubicBezTo>
                <a:lnTo>
                  <a:pt x="18519" y="79527"/>
                </a:lnTo>
                <a:close/>
                <a:moveTo>
                  <a:pt x="37934" y="73653"/>
                </a:moveTo>
                <a:cubicBezTo>
                  <a:pt x="36142" y="74947"/>
                  <a:pt x="34649" y="76988"/>
                  <a:pt x="33653" y="79627"/>
                </a:cubicBezTo>
                <a:cubicBezTo>
                  <a:pt x="33603" y="79627"/>
                  <a:pt x="33578" y="79651"/>
                  <a:pt x="33553" y="79651"/>
                </a:cubicBezTo>
                <a:cubicBezTo>
                  <a:pt x="34549" y="77013"/>
                  <a:pt x="35968" y="74997"/>
                  <a:pt x="37760" y="73678"/>
                </a:cubicBezTo>
                <a:cubicBezTo>
                  <a:pt x="37810" y="73678"/>
                  <a:pt x="37884" y="73653"/>
                  <a:pt x="37934" y="73653"/>
                </a:cubicBezTo>
                <a:close/>
                <a:moveTo>
                  <a:pt x="16876" y="79104"/>
                </a:moveTo>
                <a:cubicBezTo>
                  <a:pt x="17275" y="79278"/>
                  <a:pt x="17723" y="79477"/>
                  <a:pt x="18121" y="79651"/>
                </a:cubicBezTo>
                <a:cubicBezTo>
                  <a:pt x="18096" y="79726"/>
                  <a:pt x="18021" y="79751"/>
                  <a:pt x="17996" y="79801"/>
                </a:cubicBezTo>
                <a:cubicBezTo>
                  <a:pt x="17872" y="79776"/>
                  <a:pt x="17748" y="79726"/>
                  <a:pt x="17598" y="79651"/>
                </a:cubicBezTo>
                <a:cubicBezTo>
                  <a:pt x="17349" y="79552"/>
                  <a:pt x="17051" y="79427"/>
                  <a:pt x="16802" y="79303"/>
                </a:cubicBezTo>
                <a:cubicBezTo>
                  <a:pt x="16851" y="79253"/>
                  <a:pt x="16876" y="79154"/>
                  <a:pt x="16876" y="79104"/>
                </a:cubicBezTo>
                <a:close/>
                <a:moveTo>
                  <a:pt x="38756" y="78108"/>
                </a:moveTo>
                <a:lnTo>
                  <a:pt x="38756" y="78133"/>
                </a:lnTo>
                <a:lnTo>
                  <a:pt x="38756" y="78158"/>
                </a:lnTo>
                <a:cubicBezTo>
                  <a:pt x="37063" y="78855"/>
                  <a:pt x="35420" y="79403"/>
                  <a:pt x="33827" y="79851"/>
                </a:cubicBezTo>
                <a:cubicBezTo>
                  <a:pt x="33728" y="79826"/>
                  <a:pt x="33728" y="79826"/>
                  <a:pt x="33777" y="79801"/>
                </a:cubicBezTo>
                <a:cubicBezTo>
                  <a:pt x="34076" y="79676"/>
                  <a:pt x="34400" y="79602"/>
                  <a:pt x="34698" y="79502"/>
                </a:cubicBezTo>
                <a:lnTo>
                  <a:pt x="35271" y="79303"/>
                </a:lnTo>
                <a:lnTo>
                  <a:pt x="35321" y="79303"/>
                </a:lnTo>
                <a:cubicBezTo>
                  <a:pt x="35968" y="79104"/>
                  <a:pt x="36665" y="78880"/>
                  <a:pt x="37337" y="78631"/>
                </a:cubicBezTo>
                <a:cubicBezTo>
                  <a:pt x="37387" y="78631"/>
                  <a:pt x="37387" y="78631"/>
                  <a:pt x="37412" y="78581"/>
                </a:cubicBezTo>
                <a:cubicBezTo>
                  <a:pt x="37461" y="78556"/>
                  <a:pt x="37511" y="78556"/>
                  <a:pt x="37561" y="78531"/>
                </a:cubicBezTo>
                <a:cubicBezTo>
                  <a:pt x="37959" y="78382"/>
                  <a:pt x="38332" y="78258"/>
                  <a:pt x="38756" y="78108"/>
                </a:cubicBezTo>
                <a:close/>
                <a:moveTo>
                  <a:pt x="72458" y="64095"/>
                </a:moveTo>
                <a:cubicBezTo>
                  <a:pt x="74624" y="66235"/>
                  <a:pt x="77038" y="68426"/>
                  <a:pt x="79602" y="70467"/>
                </a:cubicBezTo>
                <a:cubicBezTo>
                  <a:pt x="76814" y="73902"/>
                  <a:pt x="73454" y="77137"/>
                  <a:pt x="69670" y="79875"/>
                </a:cubicBezTo>
                <a:cubicBezTo>
                  <a:pt x="69546" y="79726"/>
                  <a:pt x="69421" y="79527"/>
                  <a:pt x="69297" y="79378"/>
                </a:cubicBezTo>
                <a:cubicBezTo>
                  <a:pt x="68874" y="78755"/>
                  <a:pt x="68401" y="78158"/>
                  <a:pt x="67928" y="77561"/>
                </a:cubicBezTo>
                <a:cubicBezTo>
                  <a:pt x="67779" y="77386"/>
                  <a:pt x="67654" y="77187"/>
                  <a:pt x="67505" y="77013"/>
                </a:cubicBezTo>
                <a:cubicBezTo>
                  <a:pt x="66883" y="76216"/>
                  <a:pt x="66260" y="75445"/>
                  <a:pt x="65638" y="74698"/>
                </a:cubicBezTo>
                <a:cubicBezTo>
                  <a:pt x="65638" y="74673"/>
                  <a:pt x="65588" y="74673"/>
                  <a:pt x="65588" y="74648"/>
                </a:cubicBezTo>
                <a:cubicBezTo>
                  <a:pt x="65314" y="74300"/>
                  <a:pt x="65016" y="73976"/>
                  <a:pt x="64717" y="73653"/>
                </a:cubicBezTo>
                <a:cubicBezTo>
                  <a:pt x="64568" y="73454"/>
                  <a:pt x="64369" y="73279"/>
                  <a:pt x="64219" y="73080"/>
                </a:cubicBezTo>
                <a:cubicBezTo>
                  <a:pt x="64045" y="72906"/>
                  <a:pt x="63871" y="72707"/>
                  <a:pt x="63697" y="72533"/>
                </a:cubicBezTo>
                <a:cubicBezTo>
                  <a:pt x="66808" y="69844"/>
                  <a:pt x="69770" y="67007"/>
                  <a:pt x="72458" y="64095"/>
                </a:cubicBezTo>
                <a:close/>
                <a:moveTo>
                  <a:pt x="18345" y="79751"/>
                </a:moveTo>
                <a:cubicBezTo>
                  <a:pt x="18370" y="79751"/>
                  <a:pt x="18370" y="79776"/>
                  <a:pt x="18395" y="79776"/>
                </a:cubicBezTo>
                <a:cubicBezTo>
                  <a:pt x="18370" y="79851"/>
                  <a:pt x="18295" y="79875"/>
                  <a:pt x="18270" y="79925"/>
                </a:cubicBezTo>
                <a:lnTo>
                  <a:pt x="18196" y="79925"/>
                </a:lnTo>
                <a:cubicBezTo>
                  <a:pt x="18245" y="79826"/>
                  <a:pt x="18295" y="79801"/>
                  <a:pt x="18345" y="79751"/>
                </a:cubicBezTo>
                <a:close/>
                <a:moveTo>
                  <a:pt x="112856" y="59440"/>
                </a:moveTo>
                <a:cubicBezTo>
                  <a:pt x="111114" y="63871"/>
                  <a:pt x="108700" y="68550"/>
                  <a:pt x="105713" y="73155"/>
                </a:cubicBezTo>
                <a:cubicBezTo>
                  <a:pt x="105489" y="73503"/>
                  <a:pt x="105240" y="73877"/>
                  <a:pt x="105016" y="74200"/>
                </a:cubicBezTo>
                <a:cubicBezTo>
                  <a:pt x="103721" y="76167"/>
                  <a:pt x="102303" y="78108"/>
                  <a:pt x="100809" y="80025"/>
                </a:cubicBezTo>
                <a:cubicBezTo>
                  <a:pt x="100784" y="79403"/>
                  <a:pt x="100486" y="78631"/>
                  <a:pt x="99988" y="77735"/>
                </a:cubicBezTo>
                <a:cubicBezTo>
                  <a:pt x="104344" y="72209"/>
                  <a:pt x="108077" y="66559"/>
                  <a:pt x="110965" y="60958"/>
                </a:cubicBezTo>
                <a:cubicBezTo>
                  <a:pt x="111687" y="60485"/>
                  <a:pt x="112334" y="59988"/>
                  <a:pt x="112856" y="59440"/>
                </a:cubicBezTo>
                <a:close/>
                <a:moveTo>
                  <a:pt x="16752" y="79527"/>
                </a:moveTo>
                <a:cubicBezTo>
                  <a:pt x="16851" y="79552"/>
                  <a:pt x="16926" y="79602"/>
                  <a:pt x="17026" y="79651"/>
                </a:cubicBezTo>
                <a:cubicBezTo>
                  <a:pt x="17125" y="79676"/>
                  <a:pt x="17175" y="79726"/>
                  <a:pt x="17275" y="79751"/>
                </a:cubicBezTo>
                <a:cubicBezTo>
                  <a:pt x="17474" y="79851"/>
                  <a:pt x="17673" y="79900"/>
                  <a:pt x="17872" y="80000"/>
                </a:cubicBezTo>
                <a:lnTo>
                  <a:pt x="17872" y="80025"/>
                </a:lnTo>
                <a:lnTo>
                  <a:pt x="17872" y="80050"/>
                </a:lnTo>
                <a:lnTo>
                  <a:pt x="16752" y="79602"/>
                </a:lnTo>
                <a:lnTo>
                  <a:pt x="16752" y="79552"/>
                </a:lnTo>
                <a:lnTo>
                  <a:pt x="16752" y="79527"/>
                </a:lnTo>
                <a:close/>
                <a:moveTo>
                  <a:pt x="79751" y="70591"/>
                </a:moveTo>
                <a:cubicBezTo>
                  <a:pt x="79776" y="70591"/>
                  <a:pt x="79776" y="70641"/>
                  <a:pt x="79826" y="70641"/>
                </a:cubicBezTo>
                <a:cubicBezTo>
                  <a:pt x="77038" y="74076"/>
                  <a:pt x="73653" y="77337"/>
                  <a:pt x="69870" y="80050"/>
                </a:cubicBezTo>
                <a:cubicBezTo>
                  <a:pt x="69870" y="80025"/>
                  <a:pt x="69820" y="80025"/>
                  <a:pt x="69820" y="80000"/>
                </a:cubicBezTo>
                <a:cubicBezTo>
                  <a:pt x="73603" y="77287"/>
                  <a:pt x="76988" y="74051"/>
                  <a:pt x="79751" y="70591"/>
                </a:cubicBezTo>
                <a:close/>
                <a:moveTo>
                  <a:pt x="63572" y="72707"/>
                </a:moveTo>
                <a:cubicBezTo>
                  <a:pt x="63721" y="72906"/>
                  <a:pt x="63896" y="73055"/>
                  <a:pt x="64070" y="73254"/>
                </a:cubicBezTo>
                <a:cubicBezTo>
                  <a:pt x="64219" y="73404"/>
                  <a:pt x="64393" y="73578"/>
                  <a:pt x="64543" y="73777"/>
                </a:cubicBezTo>
                <a:cubicBezTo>
                  <a:pt x="66260" y="75694"/>
                  <a:pt x="67953" y="77859"/>
                  <a:pt x="69571" y="80050"/>
                </a:cubicBezTo>
                <a:cubicBezTo>
                  <a:pt x="69571" y="80050"/>
                  <a:pt x="69546" y="80050"/>
                  <a:pt x="69546" y="80099"/>
                </a:cubicBezTo>
                <a:cubicBezTo>
                  <a:pt x="68177" y="78233"/>
                  <a:pt x="66808" y="76490"/>
                  <a:pt x="65439" y="74872"/>
                </a:cubicBezTo>
                <a:lnTo>
                  <a:pt x="65339" y="74773"/>
                </a:lnTo>
                <a:cubicBezTo>
                  <a:pt x="65090" y="74449"/>
                  <a:pt x="64817" y="74175"/>
                  <a:pt x="64568" y="73902"/>
                </a:cubicBezTo>
                <a:cubicBezTo>
                  <a:pt x="64369" y="73678"/>
                  <a:pt x="64194" y="73454"/>
                  <a:pt x="63970" y="73254"/>
                </a:cubicBezTo>
                <a:cubicBezTo>
                  <a:pt x="63821" y="73055"/>
                  <a:pt x="63672" y="72906"/>
                  <a:pt x="63522" y="72757"/>
                </a:cubicBezTo>
                <a:cubicBezTo>
                  <a:pt x="63547" y="72757"/>
                  <a:pt x="63547" y="72707"/>
                  <a:pt x="63572" y="72707"/>
                </a:cubicBezTo>
                <a:close/>
                <a:moveTo>
                  <a:pt x="18295" y="80174"/>
                </a:moveTo>
                <a:cubicBezTo>
                  <a:pt x="18367" y="80174"/>
                  <a:pt x="18393" y="80174"/>
                  <a:pt x="18417" y="80219"/>
                </a:cubicBezTo>
                <a:lnTo>
                  <a:pt x="18417" y="80219"/>
                </a:lnTo>
                <a:cubicBezTo>
                  <a:pt x="18376" y="80204"/>
                  <a:pt x="18336" y="80189"/>
                  <a:pt x="18295" y="80174"/>
                </a:cubicBezTo>
                <a:close/>
                <a:moveTo>
                  <a:pt x="99888" y="77859"/>
                </a:moveTo>
                <a:cubicBezTo>
                  <a:pt x="100411" y="78805"/>
                  <a:pt x="100685" y="79627"/>
                  <a:pt x="100660" y="80249"/>
                </a:cubicBezTo>
                <a:cubicBezTo>
                  <a:pt x="100616" y="80271"/>
                  <a:pt x="100572" y="80293"/>
                  <a:pt x="100562" y="80332"/>
                </a:cubicBezTo>
                <a:lnTo>
                  <a:pt x="100562" y="80332"/>
                </a:lnTo>
                <a:cubicBezTo>
                  <a:pt x="100630" y="79736"/>
                  <a:pt x="100356" y="78920"/>
                  <a:pt x="99814" y="77909"/>
                </a:cubicBezTo>
                <a:lnTo>
                  <a:pt x="99888" y="77859"/>
                </a:lnTo>
                <a:close/>
                <a:moveTo>
                  <a:pt x="44232" y="79527"/>
                </a:moveTo>
                <a:cubicBezTo>
                  <a:pt x="44257" y="79751"/>
                  <a:pt x="44281" y="79925"/>
                  <a:pt x="44356" y="80124"/>
                </a:cubicBezTo>
                <a:cubicBezTo>
                  <a:pt x="44381" y="80199"/>
                  <a:pt x="44381" y="80299"/>
                  <a:pt x="44406" y="80423"/>
                </a:cubicBezTo>
                <a:lnTo>
                  <a:pt x="44381" y="80423"/>
                </a:lnTo>
                <a:cubicBezTo>
                  <a:pt x="44356" y="80124"/>
                  <a:pt x="44257" y="79826"/>
                  <a:pt x="44182" y="79527"/>
                </a:cubicBezTo>
                <a:close/>
                <a:moveTo>
                  <a:pt x="18594" y="79826"/>
                </a:moveTo>
                <a:cubicBezTo>
                  <a:pt x="19117" y="80050"/>
                  <a:pt x="19639" y="80274"/>
                  <a:pt x="20212" y="80448"/>
                </a:cubicBezTo>
                <a:lnTo>
                  <a:pt x="19739" y="80373"/>
                </a:lnTo>
                <a:lnTo>
                  <a:pt x="19092" y="80174"/>
                </a:lnTo>
                <a:cubicBezTo>
                  <a:pt x="18868" y="80124"/>
                  <a:pt x="18668" y="80050"/>
                  <a:pt x="18494" y="80000"/>
                </a:cubicBezTo>
                <a:cubicBezTo>
                  <a:pt x="18494" y="79925"/>
                  <a:pt x="18519" y="79900"/>
                  <a:pt x="18594" y="79826"/>
                </a:cubicBezTo>
                <a:close/>
                <a:moveTo>
                  <a:pt x="108127" y="69595"/>
                </a:moveTo>
                <a:lnTo>
                  <a:pt x="108127" y="69595"/>
                </a:lnTo>
                <a:cubicBezTo>
                  <a:pt x="107878" y="70093"/>
                  <a:pt x="107580" y="70591"/>
                  <a:pt x="107256" y="71089"/>
                </a:cubicBezTo>
                <a:cubicBezTo>
                  <a:pt x="106708" y="72035"/>
                  <a:pt x="106111" y="72931"/>
                  <a:pt x="105514" y="73877"/>
                </a:cubicBezTo>
                <a:cubicBezTo>
                  <a:pt x="105489" y="73926"/>
                  <a:pt x="105464" y="74001"/>
                  <a:pt x="105389" y="74051"/>
                </a:cubicBezTo>
                <a:cubicBezTo>
                  <a:pt x="104966" y="74698"/>
                  <a:pt x="104493" y="75395"/>
                  <a:pt x="104045" y="76042"/>
                </a:cubicBezTo>
                <a:cubicBezTo>
                  <a:pt x="103995" y="76117"/>
                  <a:pt x="103945" y="76192"/>
                  <a:pt x="103896" y="76266"/>
                </a:cubicBezTo>
                <a:cubicBezTo>
                  <a:pt x="103846" y="76366"/>
                  <a:pt x="103771" y="76416"/>
                  <a:pt x="103746" y="76515"/>
                </a:cubicBezTo>
                <a:lnTo>
                  <a:pt x="103000" y="77536"/>
                </a:lnTo>
                <a:cubicBezTo>
                  <a:pt x="102800" y="77785"/>
                  <a:pt x="102651" y="78034"/>
                  <a:pt x="102477" y="78258"/>
                </a:cubicBezTo>
                <a:cubicBezTo>
                  <a:pt x="102402" y="78307"/>
                  <a:pt x="102377" y="78382"/>
                  <a:pt x="102303" y="78482"/>
                </a:cubicBezTo>
                <a:cubicBezTo>
                  <a:pt x="102104" y="78755"/>
                  <a:pt x="101904" y="79004"/>
                  <a:pt x="101680" y="79278"/>
                </a:cubicBezTo>
                <a:cubicBezTo>
                  <a:pt x="101382" y="79676"/>
                  <a:pt x="101108" y="80099"/>
                  <a:pt x="100784" y="80473"/>
                </a:cubicBezTo>
                <a:lnTo>
                  <a:pt x="100784" y="80423"/>
                </a:lnTo>
                <a:lnTo>
                  <a:pt x="100784" y="80373"/>
                </a:lnTo>
                <a:cubicBezTo>
                  <a:pt x="100909" y="80224"/>
                  <a:pt x="101058" y="80025"/>
                  <a:pt x="101183" y="79851"/>
                </a:cubicBezTo>
                <a:cubicBezTo>
                  <a:pt x="102104" y="78681"/>
                  <a:pt x="103099" y="77386"/>
                  <a:pt x="103796" y="76316"/>
                </a:cubicBezTo>
                <a:cubicBezTo>
                  <a:pt x="104294" y="75619"/>
                  <a:pt x="104792" y="74823"/>
                  <a:pt x="105339" y="74026"/>
                </a:cubicBezTo>
                <a:cubicBezTo>
                  <a:pt x="105364" y="74001"/>
                  <a:pt x="105389" y="73951"/>
                  <a:pt x="105389" y="73902"/>
                </a:cubicBezTo>
                <a:cubicBezTo>
                  <a:pt x="106360" y="72408"/>
                  <a:pt x="107331" y="70890"/>
                  <a:pt x="108127" y="69595"/>
                </a:cubicBezTo>
                <a:close/>
                <a:moveTo>
                  <a:pt x="94686" y="71811"/>
                </a:moveTo>
                <a:cubicBezTo>
                  <a:pt x="96503" y="73702"/>
                  <a:pt x="97922" y="75420"/>
                  <a:pt x="98893" y="76889"/>
                </a:cubicBezTo>
                <a:cubicBezTo>
                  <a:pt x="98196" y="77859"/>
                  <a:pt x="97499" y="78805"/>
                  <a:pt x="96752" y="79776"/>
                </a:cubicBezTo>
                <a:cubicBezTo>
                  <a:pt x="96702" y="79801"/>
                  <a:pt x="96702" y="79826"/>
                  <a:pt x="96677" y="79875"/>
                </a:cubicBezTo>
                <a:cubicBezTo>
                  <a:pt x="96503" y="80099"/>
                  <a:pt x="96304" y="80348"/>
                  <a:pt x="96155" y="80547"/>
                </a:cubicBezTo>
                <a:cubicBezTo>
                  <a:pt x="94412" y="79826"/>
                  <a:pt x="92272" y="78730"/>
                  <a:pt x="89957" y="77337"/>
                </a:cubicBezTo>
                <a:cubicBezTo>
                  <a:pt x="90355" y="76913"/>
                  <a:pt x="90778" y="76440"/>
                  <a:pt x="91151" y="76017"/>
                </a:cubicBezTo>
                <a:cubicBezTo>
                  <a:pt x="91226" y="75918"/>
                  <a:pt x="91326" y="75793"/>
                  <a:pt x="91425" y="75694"/>
                </a:cubicBezTo>
                <a:cubicBezTo>
                  <a:pt x="92072" y="74922"/>
                  <a:pt x="92720" y="74175"/>
                  <a:pt x="93392" y="73404"/>
                </a:cubicBezTo>
                <a:cubicBezTo>
                  <a:pt x="93441" y="73329"/>
                  <a:pt x="93466" y="73279"/>
                  <a:pt x="93541" y="73205"/>
                </a:cubicBezTo>
                <a:cubicBezTo>
                  <a:pt x="93914" y="72732"/>
                  <a:pt x="94313" y="72284"/>
                  <a:pt x="94686" y="71811"/>
                </a:cubicBezTo>
                <a:close/>
                <a:moveTo>
                  <a:pt x="99042" y="77038"/>
                </a:moveTo>
                <a:lnTo>
                  <a:pt x="99067" y="77063"/>
                </a:lnTo>
                <a:cubicBezTo>
                  <a:pt x="98245" y="78258"/>
                  <a:pt x="97374" y="79427"/>
                  <a:pt x="96428" y="80597"/>
                </a:cubicBezTo>
                <a:lnTo>
                  <a:pt x="96379" y="80597"/>
                </a:lnTo>
                <a:cubicBezTo>
                  <a:pt x="97300" y="79403"/>
                  <a:pt x="98196" y="78233"/>
                  <a:pt x="99042" y="77038"/>
                </a:cubicBezTo>
                <a:close/>
                <a:moveTo>
                  <a:pt x="79950" y="70765"/>
                </a:moveTo>
                <a:cubicBezTo>
                  <a:pt x="80025" y="70840"/>
                  <a:pt x="80150" y="70915"/>
                  <a:pt x="80249" y="71014"/>
                </a:cubicBezTo>
                <a:cubicBezTo>
                  <a:pt x="77138" y="74325"/>
                  <a:pt x="73777" y="77561"/>
                  <a:pt x="70243" y="80622"/>
                </a:cubicBezTo>
                <a:lnTo>
                  <a:pt x="69944" y="80249"/>
                </a:lnTo>
                <a:cubicBezTo>
                  <a:pt x="73777" y="77511"/>
                  <a:pt x="77163" y="74225"/>
                  <a:pt x="79950" y="70765"/>
                </a:cubicBezTo>
                <a:close/>
                <a:moveTo>
                  <a:pt x="44406" y="80622"/>
                </a:moveTo>
                <a:cubicBezTo>
                  <a:pt x="44406" y="80640"/>
                  <a:pt x="44406" y="80659"/>
                  <a:pt x="44407" y="80677"/>
                </a:cubicBezTo>
                <a:lnTo>
                  <a:pt x="44407" y="80677"/>
                </a:lnTo>
                <a:cubicBezTo>
                  <a:pt x="44399" y="80659"/>
                  <a:pt x="44390" y="80640"/>
                  <a:pt x="44381" y="80622"/>
                </a:cubicBezTo>
                <a:close/>
                <a:moveTo>
                  <a:pt x="89832" y="77486"/>
                </a:moveTo>
                <a:cubicBezTo>
                  <a:pt x="92147" y="78880"/>
                  <a:pt x="94263" y="79975"/>
                  <a:pt x="96030" y="80647"/>
                </a:cubicBezTo>
                <a:cubicBezTo>
                  <a:pt x="96030" y="80672"/>
                  <a:pt x="96005" y="80672"/>
                  <a:pt x="96005" y="80722"/>
                </a:cubicBezTo>
                <a:cubicBezTo>
                  <a:pt x="94213" y="80025"/>
                  <a:pt x="92097" y="78905"/>
                  <a:pt x="89807" y="77536"/>
                </a:cubicBezTo>
                <a:cubicBezTo>
                  <a:pt x="89807" y="77511"/>
                  <a:pt x="89832" y="77511"/>
                  <a:pt x="89832" y="77486"/>
                </a:cubicBezTo>
                <a:close/>
                <a:moveTo>
                  <a:pt x="18743" y="79627"/>
                </a:moveTo>
                <a:cubicBezTo>
                  <a:pt x="19764" y="80050"/>
                  <a:pt x="20834" y="80423"/>
                  <a:pt x="21879" y="80747"/>
                </a:cubicBezTo>
                <a:cubicBezTo>
                  <a:pt x="21780" y="80747"/>
                  <a:pt x="21655" y="80747"/>
                  <a:pt x="21531" y="80722"/>
                </a:cubicBezTo>
                <a:cubicBezTo>
                  <a:pt x="20585" y="80398"/>
                  <a:pt x="19614" y="80050"/>
                  <a:pt x="18668" y="79676"/>
                </a:cubicBezTo>
                <a:lnTo>
                  <a:pt x="18743" y="79627"/>
                </a:lnTo>
                <a:close/>
                <a:moveTo>
                  <a:pt x="37337" y="73777"/>
                </a:moveTo>
                <a:lnTo>
                  <a:pt x="37337" y="73777"/>
                </a:lnTo>
                <a:cubicBezTo>
                  <a:pt x="35669" y="75146"/>
                  <a:pt x="34300" y="77137"/>
                  <a:pt x="33329" y="79726"/>
                </a:cubicBezTo>
                <a:cubicBezTo>
                  <a:pt x="32608" y="79900"/>
                  <a:pt x="31911" y="80099"/>
                  <a:pt x="31214" y="80249"/>
                </a:cubicBezTo>
                <a:cubicBezTo>
                  <a:pt x="30666" y="80373"/>
                  <a:pt x="30094" y="80448"/>
                  <a:pt x="29546" y="80547"/>
                </a:cubicBezTo>
                <a:cubicBezTo>
                  <a:pt x="29347" y="80597"/>
                  <a:pt x="29197" y="80622"/>
                  <a:pt x="28998" y="80647"/>
                </a:cubicBezTo>
                <a:cubicBezTo>
                  <a:pt x="28924" y="80647"/>
                  <a:pt x="28824" y="80672"/>
                  <a:pt x="28749" y="80672"/>
                </a:cubicBezTo>
                <a:cubicBezTo>
                  <a:pt x="28550" y="80722"/>
                  <a:pt x="28351" y="80722"/>
                  <a:pt x="28152" y="80747"/>
                </a:cubicBezTo>
                <a:cubicBezTo>
                  <a:pt x="28924" y="78656"/>
                  <a:pt x="29845" y="76565"/>
                  <a:pt x="30940" y="74499"/>
                </a:cubicBezTo>
                <a:cubicBezTo>
                  <a:pt x="31189" y="74499"/>
                  <a:pt x="31413" y="74524"/>
                  <a:pt x="31662" y="74524"/>
                </a:cubicBezTo>
                <a:cubicBezTo>
                  <a:pt x="33429" y="74524"/>
                  <a:pt x="35346" y="74275"/>
                  <a:pt x="37337" y="73777"/>
                </a:cubicBezTo>
                <a:close/>
                <a:moveTo>
                  <a:pt x="99191" y="77262"/>
                </a:moveTo>
                <a:cubicBezTo>
                  <a:pt x="99291" y="77411"/>
                  <a:pt x="99365" y="77536"/>
                  <a:pt x="99440" y="77660"/>
                </a:cubicBezTo>
                <a:cubicBezTo>
                  <a:pt x="98619" y="78730"/>
                  <a:pt x="97772" y="79751"/>
                  <a:pt x="96901" y="80747"/>
                </a:cubicBezTo>
                <a:cubicBezTo>
                  <a:pt x="96802" y="80722"/>
                  <a:pt x="96752" y="80672"/>
                  <a:pt x="96652" y="80647"/>
                </a:cubicBezTo>
                <a:cubicBezTo>
                  <a:pt x="97524" y="79527"/>
                  <a:pt x="98395" y="78407"/>
                  <a:pt x="99191" y="77262"/>
                </a:cubicBezTo>
                <a:close/>
                <a:moveTo>
                  <a:pt x="30716" y="74499"/>
                </a:moveTo>
                <a:cubicBezTo>
                  <a:pt x="29621" y="76615"/>
                  <a:pt x="28700" y="78681"/>
                  <a:pt x="27878" y="80772"/>
                </a:cubicBezTo>
                <a:lnTo>
                  <a:pt x="27828" y="80772"/>
                </a:lnTo>
                <a:cubicBezTo>
                  <a:pt x="28625" y="78681"/>
                  <a:pt x="29596" y="76615"/>
                  <a:pt x="30666" y="74499"/>
                </a:cubicBezTo>
                <a:close/>
                <a:moveTo>
                  <a:pt x="69770" y="80323"/>
                </a:moveTo>
                <a:cubicBezTo>
                  <a:pt x="69870" y="80448"/>
                  <a:pt x="69944" y="80572"/>
                  <a:pt x="70044" y="80747"/>
                </a:cubicBezTo>
                <a:cubicBezTo>
                  <a:pt x="70044" y="80747"/>
                  <a:pt x="70044" y="80772"/>
                  <a:pt x="70019" y="80772"/>
                </a:cubicBezTo>
                <a:cubicBezTo>
                  <a:pt x="69919" y="80647"/>
                  <a:pt x="69820" y="80498"/>
                  <a:pt x="69745" y="80373"/>
                </a:cubicBezTo>
                <a:lnTo>
                  <a:pt x="69770" y="80323"/>
                </a:lnTo>
                <a:close/>
                <a:moveTo>
                  <a:pt x="80398" y="71139"/>
                </a:moveTo>
                <a:cubicBezTo>
                  <a:pt x="80448" y="71139"/>
                  <a:pt x="80448" y="71164"/>
                  <a:pt x="80473" y="71164"/>
                </a:cubicBezTo>
                <a:cubicBezTo>
                  <a:pt x="77337" y="74524"/>
                  <a:pt x="73977" y="77760"/>
                  <a:pt x="70392" y="80796"/>
                </a:cubicBezTo>
                <a:cubicBezTo>
                  <a:pt x="70392" y="80772"/>
                  <a:pt x="70367" y="80772"/>
                  <a:pt x="70367" y="80747"/>
                </a:cubicBezTo>
                <a:cubicBezTo>
                  <a:pt x="73902" y="77735"/>
                  <a:pt x="77262" y="74499"/>
                  <a:pt x="80398" y="71139"/>
                </a:cubicBezTo>
                <a:close/>
                <a:moveTo>
                  <a:pt x="99540" y="77859"/>
                </a:moveTo>
                <a:cubicBezTo>
                  <a:pt x="99540" y="77884"/>
                  <a:pt x="99565" y="77884"/>
                  <a:pt x="99565" y="77909"/>
                </a:cubicBezTo>
                <a:cubicBezTo>
                  <a:pt x="98768" y="78880"/>
                  <a:pt x="97947" y="79875"/>
                  <a:pt x="97150" y="80846"/>
                </a:cubicBezTo>
                <a:cubicBezTo>
                  <a:pt x="97100" y="80846"/>
                  <a:pt x="97100" y="80846"/>
                  <a:pt x="97076" y="80796"/>
                </a:cubicBezTo>
                <a:cubicBezTo>
                  <a:pt x="97922" y="79801"/>
                  <a:pt x="98743" y="78855"/>
                  <a:pt x="99540" y="77859"/>
                </a:cubicBezTo>
                <a:close/>
                <a:moveTo>
                  <a:pt x="26634" y="73752"/>
                </a:moveTo>
                <a:cubicBezTo>
                  <a:pt x="27804" y="74151"/>
                  <a:pt x="29073" y="74399"/>
                  <a:pt x="30467" y="74499"/>
                </a:cubicBezTo>
                <a:cubicBezTo>
                  <a:pt x="29372" y="76615"/>
                  <a:pt x="28451" y="78730"/>
                  <a:pt x="27629" y="80796"/>
                </a:cubicBezTo>
                <a:cubicBezTo>
                  <a:pt x="27455" y="80846"/>
                  <a:pt x="27231" y="80871"/>
                  <a:pt x="27057" y="80871"/>
                </a:cubicBezTo>
                <a:cubicBezTo>
                  <a:pt x="26883" y="80871"/>
                  <a:pt x="26758" y="80896"/>
                  <a:pt x="26609" y="80896"/>
                </a:cubicBezTo>
                <a:cubicBezTo>
                  <a:pt x="25986" y="80921"/>
                  <a:pt x="25364" y="80971"/>
                  <a:pt x="24742" y="80971"/>
                </a:cubicBezTo>
                <a:lnTo>
                  <a:pt x="24642" y="80971"/>
                </a:lnTo>
                <a:cubicBezTo>
                  <a:pt x="24145" y="80971"/>
                  <a:pt x="23622" y="80921"/>
                  <a:pt x="23124" y="80896"/>
                </a:cubicBezTo>
                <a:lnTo>
                  <a:pt x="23074" y="80896"/>
                </a:lnTo>
                <a:cubicBezTo>
                  <a:pt x="21655" y="80523"/>
                  <a:pt x="20262" y="80050"/>
                  <a:pt x="18893" y="79502"/>
                </a:cubicBezTo>
                <a:cubicBezTo>
                  <a:pt x="21133" y="76913"/>
                  <a:pt x="23821" y="74947"/>
                  <a:pt x="26634" y="73752"/>
                </a:cubicBezTo>
                <a:close/>
                <a:moveTo>
                  <a:pt x="70193" y="80871"/>
                </a:moveTo>
                <a:cubicBezTo>
                  <a:pt x="70193" y="80896"/>
                  <a:pt x="70193" y="80921"/>
                  <a:pt x="70218" y="80921"/>
                </a:cubicBezTo>
                <a:lnTo>
                  <a:pt x="70193" y="80971"/>
                </a:lnTo>
                <a:cubicBezTo>
                  <a:pt x="70193" y="80921"/>
                  <a:pt x="70168" y="80921"/>
                  <a:pt x="70168" y="80896"/>
                </a:cubicBezTo>
                <a:lnTo>
                  <a:pt x="70193" y="80871"/>
                </a:lnTo>
                <a:close/>
                <a:moveTo>
                  <a:pt x="18454" y="80232"/>
                </a:moveTo>
                <a:cubicBezTo>
                  <a:pt x="18763" y="80306"/>
                  <a:pt x="19028" y="80402"/>
                  <a:pt x="19341" y="80498"/>
                </a:cubicBezTo>
                <a:cubicBezTo>
                  <a:pt x="19415" y="80523"/>
                  <a:pt x="19540" y="80523"/>
                  <a:pt x="19639" y="80547"/>
                </a:cubicBezTo>
                <a:lnTo>
                  <a:pt x="19664" y="80547"/>
                </a:lnTo>
                <a:cubicBezTo>
                  <a:pt x="19988" y="80622"/>
                  <a:pt x="20262" y="80722"/>
                  <a:pt x="20610" y="80772"/>
                </a:cubicBezTo>
                <a:cubicBezTo>
                  <a:pt x="20759" y="80796"/>
                  <a:pt x="20909" y="80821"/>
                  <a:pt x="21108" y="80821"/>
                </a:cubicBezTo>
                <a:cubicBezTo>
                  <a:pt x="21158" y="80821"/>
                  <a:pt x="21207" y="80871"/>
                  <a:pt x="21257" y="80871"/>
                </a:cubicBezTo>
                <a:cubicBezTo>
                  <a:pt x="21307" y="80871"/>
                  <a:pt x="21382" y="80871"/>
                  <a:pt x="21456" y="80896"/>
                </a:cubicBezTo>
                <a:cubicBezTo>
                  <a:pt x="21481" y="80896"/>
                  <a:pt x="21506" y="80896"/>
                  <a:pt x="21531" y="80921"/>
                </a:cubicBezTo>
                <a:cubicBezTo>
                  <a:pt x="21581" y="80921"/>
                  <a:pt x="21631" y="80971"/>
                  <a:pt x="21655" y="80971"/>
                </a:cubicBezTo>
                <a:lnTo>
                  <a:pt x="21705" y="80971"/>
                </a:lnTo>
                <a:cubicBezTo>
                  <a:pt x="21722" y="80971"/>
                  <a:pt x="21749" y="80982"/>
                  <a:pt x="21780" y="80989"/>
                </a:cubicBezTo>
                <a:lnTo>
                  <a:pt x="21780" y="80989"/>
                </a:lnTo>
                <a:cubicBezTo>
                  <a:pt x="21631" y="80970"/>
                  <a:pt x="21516" y="80966"/>
                  <a:pt x="21382" y="80921"/>
                </a:cubicBezTo>
                <a:cubicBezTo>
                  <a:pt x="21257" y="80896"/>
                  <a:pt x="21158" y="80896"/>
                  <a:pt x="21083" y="80871"/>
                </a:cubicBezTo>
                <a:cubicBezTo>
                  <a:pt x="20171" y="80754"/>
                  <a:pt x="19281" y="80527"/>
                  <a:pt x="18454" y="80232"/>
                </a:cubicBezTo>
                <a:close/>
                <a:moveTo>
                  <a:pt x="27828" y="80971"/>
                </a:moveTo>
                <a:lnTo>
                  <a:pt x="27828" y="80996"/>
                </a:lnTo>
                <a:lnTo>
                  <a:pt x="27754" y="80996"/>
                </a:lnTo>
                <a:lnTo>
                  <a:pt x="27754" y="80971"/>
                </a:lnTo>
                <a:close/>
                <a:moveTo>
                  <a:pt x="33230" y="79975"/>
                </a:moveTo>
                <a:lnTo>
                  <a:pt x="33230" y="80000"/>
                </a:lnTo>
                <a:lnTo>
                  <a:pt x="33230" y="80025"/>
                </a:lnTo>
                <a:cubicBezTo>
                  <a:pt x="31811" y="80398"/>
                  <a:pt x="30392" y="80722"/>
                  <a:pt x="29073" y="80896"/>
                </a:cubicBezTo>
                <a:cubicBezTo>
                  <a:pt x="28973" y="80896"/>
                  <a:pt x="28899" y="80921"/>
                  <a:pt x="28824" y="80921"/>
                </a:cubicBezTo>
                <a:cubicBezTo>
                  <a:pt x="28550" y="80921"/>
                  <a:pt x="28252" y="80971"/>
                  <a:pt x="28003" y="80996"/>
                </a:cubicBezTo>
                <a:cubicBezTo>
                  <a:pt x="28301" y="80921"/>
                  <a:pt x="28525" y="80896"/>
                  <a:pt x="28774" y="80871"/>
                </a:cubicBezTo>
                <a:cubicBezTo>
                  <a:pt x="28849" y="80871"/>
                  <a:pt x="28924" y="80846"/>
                  <a:pt x="28998" y="80846"/>
                </a:cubicBezTo>
                <a:cubicBezTo>
                  <a:pt x="30367" y="80647"/>
                  <a:pt x="31811" y="80348"/>
                  <a:pt x="33230" y="79975"/>
                </a:cubicBezTo>
                <a:close/>
                <a:moveTo>
                  <a:pt x="96503" y="80846"/>
                </a:moveTo>
                <a:cubicBezTo>
                  <a:pt x="96578" y="80871"/>
                  <a:pt x="96652" y="80896"/>
                  <a:pt x="96752" y="80921"/>
                </a:cubicBezTo>
                <a:cubicBezTo>
                  <a:pt x="96752" y="80971"/>
                  <a:pt x="96702" y="80971"/>
                  <a:pt x="96702" y="80996"/>
                </a:cubicBezTo>
                <a:cubicBezTo>
                  <a:pt x="96627" y="80971"/>
                  <a:pt x="96553" y="80921"/>
                  <a:pt x="96453" y="80896"/>
                </a:cubicBezTo>
                <a:cubicBezTo>
                  <a:pt x="96503" y="80871"/>
                  <a:pt x="96503" y="80846"/>
                  <a:pt x="96503" y="80846"/>
                </a:cubicBezTo>
                <a:close/>
                <a:moveTo>
                  <a:pt x="96951" y="80971"/>
                </a:moveTo>
                <a:cubicBezTo>
                  <a:pt x="96951" y="80971"/>
                  <a:pt x="97001" y="80996"/>
                  <a:pt x="97026" y="80996"/>
                </a:cubicBezTo>
                <a:cubicBezTo>
                  <a:pt x="97026" y="81020"/>
                  <a:pt x="97001" y="81020"/>
                  <a:pt x="97001" y="81045"/>
                </a:cubicBezTo>
                <a:cubicBezTo>
                  <a:pt x="96951" y="81045"/>
                  <a:pt x="96951" y="81045"/>
                  <a:pt x="96926" y="81020"/>
                </a:cubicBezTo>
                <a:cubicBezTo>
                  <a:pt x="96926" y="80996"/>
                  <a:pt x="96951" y="80996"/>
                  <a:pt x="96951" y="80971"/>
                </a:cubicBezTo>
                <a:close/>
                <a:moveTo>
                  <a:pt x="44406" y="78656"/>
                </a:moveTo>
                <a:lnTo>
                  <a:pt x="44879" y="79602"/>
                </a:lnTo>
                <a:cubicBezTo>
                  <a:pt x="44978" y="79776"/>
                  <a:pt x="45053" y="79975"/>
                  <a:pt x="45128" y="80149"/>
                </a:cubicBezTo>
                <a:cubicBezTo>
                  <a:pt x="45252" y="80473"/>
                  <a:pt x="45377" y="80747"/>
                  <a:pt x="45476" y="81045"/>
                </a:cubicBezTo>
                <a:cubicBezTo>
                  <a:pt x="45479" y="81053"/>
                  <a:pt x="45481" y="81061"/>
                  <a:pt x="45483" y="81069"/>
                </a:cubicBezTo>
                <a:lnTo>
                  <a:pt x="45483" y="81069"/>
                </a:lnTo>
                <a:cubicBezTo>
                  <a:pt x="45385" y="80794"/>
                  <a:pt x="45279" y="80517"/>
                  <a:pt x="45153" y="80249"/>
                </a:cubicBezTo>
                <a:cubicBezTo>
                  <a:pt x="45128" y="80174"/>
                  <a:pt x="45103" y="80124"/>
                  <a:pt x="45053" y="80025"/>
                </a:cubicBezTo>
                <a:cubicBezTo>
                  <a:pt x="44879" y="79627"/>
                  <a:pt x="44680" y="79228"/>
                  <a:pt x="44481" y="78855"/>
                </a:cubicBezTo>
                <a:cubicBezTo>
                  <a:pt x="44431" y="78805"/>
                  <a:pt x="44431" y="78755"/>
                  <a:pt x="44406" y="78730"/>
                </a:cubicBezTo>
                <a:lnTo>
                  <a:pt x="44406" y="78681"/>
                </a:lnTo>
                <a:lnTo>
                  <a:pt x="44406" y="78656"/>
                </a:lnTo>
                <a:close/>
                <a:moveTo>
                  <a:pt x="22651" y="81045"/>
                </a:moveTo>
                <a:cubicBezTo>
                  <a:pt x="22751" y="81045"/>
                  <a:pt x="22850" y="81095"/>
                  <a:pt x="22950" y="81095"/>
                </a:cubicBezTo>
                <a:lnTo>
                  <a:pt x="23024" y="81095"/>
                </a:lnTo>
                <a:cubicBezTo>
                  <a:pt x="23074" y="81095"/>
                  <a:pt x="23124" y="81120"/>
                  <a:pt x="23149" y="81120"/>
                </a:cubicBezTo>
                <a:lnTo>
                  <a:pt x="23199" y="81120"/>
                </a:lnTo>
                <a:cubicBezTo>
                  <a:pt x="23248" y="81145"/>
                  <a:pt x="23273" y="81145"/>
                  <a:pt x="23323" y="81145"/>
                </a:cubicBezTo>
                <a:lnTo>
                  <a:pt x="22975" y="81145"/>
                </a:lnTo>
                <a:cubicBezTo>
                  <a:pt x="22900" y="81145"/>
                  <a:pt x="22875" y="81120"/>
                  <a:pt x="22825" y="81120"/>
                </a:cubicBezTo>
                <a:cubicBezTo>
                  <a:pt x="22751" y="81070"/>
                  <a:pt x="22701" y="81070"/>
                  <a:pt x="22626" y="81045"/>
                </a:cubicBezTo>
                <a:close/>
                <a:moveTo>
                  <a:pt x="100535" y="80672"/>
                </a:moveTo>
                <a:cubicBezTo>
                  <a:pt x="100535" y="80747"/>
                  <a:pt x="100510" y="80772"/>
                  <a:pt x="100486" y="80796"/>
                </a:cubicBezTo>
                <a:cubicBezTo>
                  <a:pt x="100386" y="80921"/>
                  <a:pt x="100286" y="81020"/>
                  <a:pt x="100237" y="81145"/>
                </a:cubicBezTo>
                <a:cubicBezTo>
                  <a:pt x="100187" y="81145"/>
                  <a:pt x="100187" y="81170"/>
                  <a:pt x="100162" y="81170"/>
                </a:cubicBezTo>
                <a:cubicBezTo>
                  <a:pt x="100286" y="81020"/>
                  <a:pt x="100411" y="80871"/>
                  <a:pt x="100535" y="80672"/>
                </a:cubicBezTo>
                <a:close/>
                <a:moveTo>
                  <a:pt x="99664" y="78108"/>
                </a:moveTo>
                <a:cubicBezTo>
                  <a:pt x="100311" y="79303"/>
                  <a:pt x="100535" y="80224"/>
                  <a:pt x="100262" y="80722"/>
                </a:cubicBezTo>
                <a:cubicBezTo>
                  <a:pt x="100187" y="80772"/>
                  <a:pt x="100162" y="80821"/>
                  <a:pt x="100112" y="80896"/>
                </a:cubicBezTo>
                <a:cubicBezTo>
                  <a:pt x="99901" y="81083"/>
                  <a:pt x="99546" y="81176"/>
                  <a:pt x="99073" y="81176"/>
                </a:cubicBezTo>
                <a:cubicBezTo>
                  <a:pt x="98600" y="81176"/>
                  <a:pt x="98009" y="81083"/>
                  <a:pt x="97324" y="80896"/>
                </a:cubicBezTo>
                <a:lnTo>
                  <a:pt x="99664" y="78108"/>
                </a:lnTo>
                <a:close/>
                <a:moveTo>
                  <a:pt x="27530" y="80996"/>
                </a:moveTo>
                <a:lnTo>
                  <a:pt x="27530" y="81020"/>
                </a:lnTo>
                <a:lnTo>
                  <a:pt x="27530" y="81045"/>
                </a:lnTo>
                <a:cubicBezTo>
                  <a:pt x="27380" y="81045"/>
                  <a:pt x="27256" y="81095"/>
                  <a:pt x="27107" y="81120"/>
                </a:cubicBezTo>
                <a:cubicBezTo>
                  <a:pt x="26957" y="81120"/>
                  <a:pt x="26783" y="81145"/>
                  <a:pt x="26659" y="81145"/>
                </a:cubicBezTo>
                <a:cubicBezTo>
                  <a:pt x="26011" y="81170"/>
                  <a:pt x="25389" y="81220"/>
                  <a:pt x="24767" y="81220"/>
                </a:cubicBezTo>
                <a:lnTo>
                  <a:pt x="24667" y="81220"/>
                </a:lnTo>
                <a:cubicBezTo>
                  <a:pt x="24518" y="81220"/>
                  <a:pt x="24344" y="81220"/>
                  <a:pt x="24169" y="81170"/>
                </a:cubicBezTo>
                <a:cubicBezTo>
                  <a:pt x="24145" y="81170"/>
                  <a:pt x="24095" y="81145"/>
                  <a:pt x="24045" y="81145"/>
                </a:cubicBezTo>
                <a:lnTo>
                  <a:pt x="24020" y="81145"/>
                </a:lnTo>
                <a:cubicBezTo>
                  <a:pt x="23995" y="81145"/>
                  <a:pt x="23970" y="81120"/>
                  <a:pt x="23921" y="81120"/>
                </a:cubicBezTo>
                <a:cubicBezTo>
                  <a:pt x="24169" y="81120"/>
                  <a:pt x="24418" y="81145"/>
                  <a:pt x="24717" y="81145"/>
                </a:cubicBezTo>
                <a:lnTo>
                  <a:pt x="24891" y="81145"/>
                </a:lnTo>
                <a:cubicBezTo>
                  <a:pt x="25489" y="81145"/>
                  <a:pt x="26086" y="81120"/>
                  <a:pt x="26659" y="81095"/>
                </a:cubicBezTo>
                <a:lnTo>
                  <a:pt x="26708" y="81095"/>
                </a:lnTo>
                <a:cubicBezTo>
                  <a:pt x="26783" y="81095"/>
                  <a:pt x="26858" y="81095"/>
                  <a:pt x="26957" y="81045"/>
                </a:cubicBezTo>
                <a:lnTo>
                  <a:pt x="27107" y="81045"/>
                </a:lnTo>
                <a:cubicBezTo>
                  <a:pt x="27231" y="81020"/>
                  <a:pt x="27380" y="81020"/>
                  <a:pt x="27530" y="80996"/>
                </a:cubicBezTo>
                <a:close/>
                <a:moveTo>
                  <a:pt x="42738" y="76565"/>
                </a:moveTo>
                <a:cubicBezTo>
                  <a:pt x="42912" y="76864"/>
                  <a:pt x="43062" y="77113"/>
                  <a:pt x="43236" y="77361"/>
                </a:cubicBezTo>
                <a:cubicBezTo>
                  <a:pt x="43311" y="77536"/>
                  <a:pt x="43410" y="77685"/>
                  <a:pt x="43485" y="77884"/>
                </a:cubicBezTo>
                <a:cubicBezTo>
                  <a:pt x="42191" y="79378"/>
                  <a:pt x="40299" y="80523"/>
                  <a:pt x="37909" y="81244"/>
                </a:cubicBezTo>
                <a:cubicBezTo>
                  <a:pt x="37909" y="81220"/>
                  <a:pt x="37934" y="81170"/>
                  <a:pt x="37934" y="81145"/>
                </a:cubicBezTo>
                <a:cubicBezTo>
                  <a:pt x="37959" y="81095"/>
                  <a:pt x="37959" y="81020"/>
                  <a:pt x="38009" y="80971"/>
                </a:cubicBezTo>
                <a:cubicBezTo>
                  <a:pt x="38158" y="80523"/>
                  <a:pt x="38332" y="80099"/>
                  <a:pt x="38532" y="79676"/>
                </a:cubicBezTo>
                <a:cubicBezTo>
                  <a:pt x="38557" y="79577"/>
                  <a:pt x="38581" y="79502"/>
                  <a:pt x="38656" y="79403"/>
                </a:cubicBezTo>
                <a:cubicBezTo>
                  <a:pt x="38656" y="79378"/>
                  <a:pt x="38681" y="79378"/>
                  <a:pt x="38681" y="79353"/>
                </a:cubicBezTo>
                <a:lnTo>
                  <a:pt x="38681" y="79303"/>
                </a:lnTo>
                <a:cubicBezTo>
                  <a:pt x="38805" y="78930"/>
                  <a:pt x="38955" y="78556"/>
                  <a:pt x="39154" y="78183"/>
                </a:cubicBezTo>
                <a:cubicBezTo>
                  <a:pt x="39403" y="78108"/>
                  <a:pt x="39652" y="77984"/>
                  <a:pt x="39901" y="77884"/>
                </a:cubicBezTo>
                <a:cubicBezTo>
                  <a:pt x="40199" y="77760"/>
                  <a:pt x="40523" y="77610"/>
                  <a:pt x="40822" y="77486"/>
                </a:cubicBezTo>
                <a:cubicBezTo>
                  <a:pt x="41120" y="77361"/>
                  <a:pt x="41419" y="77237"/>
                  <a:pt x="41693" y="77063"/>
                </a:cubicBezTo>
                <a:cubicBezTo>
                  <a:pt x="41991" y="76938"/>
                  <a:pt x="42290" y="76789"/>
                  <a:pt x="42564" y="76640"/>
                </a:cubicBezTo>
                <a:cubicBezTo>
                  <a:pt x="42639" y="76615"/>
                  <a:pt x="42664" y="76565"/>
                  <a:pt x="42738" y="76565"/>
                </a:cubicBezTo>
                <a:close/>
                <a:moveTo>
                  <a:pt x="38905" y="78282"/>
                </a:moveTo>
                <a:cubicBezTo>
                  <a:pt x="38457" y="79303"/>
                  <a:pt x="38059" y="80299"/>
                  <a:pt x="37685" y="81269"/>
                </a:cubicBezTo>
                <a:lnTo>
                  <a:pt x="37660" y="81269"/>
                </a:lnTo>
                <a:cubicBezTo>
                  <a:pt x="37959" y="80299"/>
                  <a:pt x="38382" y="79303"/>
                  <a:pt x="38830" y="78307"/>
                </a:cubicBezTo>
                <a:cubicBezTo>
                  <a:pt x="38880" y="78307"/>
                  <a:pt x="38880" y="78307"/>
                  <a:pt x="38905" y="78282"/>
                </a:cubicBezTo>
                <a:close/>
                <a:moveTo>
                  <a:pt x="97200" y="81045"/>
                </a:moveTo>
                <a:cubicBezTo>
                  <a:pt x="97929" y="81267"/>
                  <a:pt x="98556" y="81378"/>
                  <a:pt x="99058" y="81378"/>
                </a:cubicBezTo>
                <a:cubicBezTo>
                  <a:pt x="99344" y="81378"/>
                  <a:pt x="99590" y="81342"/>
                  <a:pt x="99789" y="81269"/>
                </a:cubicBezTo>
                <a:lnTo>
                  <a:pt x="99789" y="81269"/>
                </a:lnTo>
                <a:cubicBezTo>
                  <a:pt x="99764" y="81294"/>
                  <a:pt x="99739" y="81344"/>
                  <a:pt x="99739" y="81369"/>
                </a:cubicBezTo>
                <a:cubicBezTo>
                  <a:pt x="99554" y="81415"/>
                  <a:pt x="99343" y="81438"/>
                  <a:pt x="99106" y="81438"/>
                </a:cubicBezTo>
                <a:cubicBezTo>
                  <a:pt x="98578" y="81438"/>
                  <a:pt x="97924" y="81326"/>
                  <a:pt x="97150" y="81120"/>
                </a:cubicBezTo>
                <a:lnTo>
                  <a:pt x="97200" y="81045"/>
                </a:lnTo>
                <a:close/>
                <a:moveTo>
                  <a:pt x="43560" y="78034"/>
                </a:moveTo>
                <a:cubicBezTo>
                  <a:pt x="43560" y="78058"/>
                  <a:pt x="43609" y="78058"/>
                  <a:pt x="43609" y="78108"/>
                </a:cubicBezTo>
                <a:cubicBezTo>
                  <a:pt x="42265" y="79627"/>
                  <a:pt x="40299" y="80772"/>
                  <a:pt x="37810" y="81518"/>
                </a:cubicBezTo>
                <a:cubicBezTo>
                  <a:pt x="37785" y="81493"/>
                  <a:pt x="37785" y="81468"/>
                  <a:pt x="37810" y="81419"/>
                </a:cubicBezTo>
                <a:cubicBezTo>
                  <a:pt x="40274" y="80722"/>
                  <a:pt x="42215" y="79527"/>
                  <a:pt x="43560" y="78034"/>
                </a:cubicBezTo>
                <a:close/>
                <a:moveTo>
                  <a:pt x="99988" y="81518"/>
                </a:moveTo>
                <a:cubicBezTo>
                  <a:pt x="99938" y="81554"/>
                  <a:pt x="99893" y="81589"/>
                  <a:pt x="99851" y="81624"/>
                </a:cubicBezTo>
                <a:lnTo>
                  <a:pt x="99851" y="81624"/>
                </a:lnTo>
                <a:cubicBezTo>
                  <a:pt x="99880" y="81589"/>
                  <a:pt x="99909" y="81554"/>
                  <a:pt x="99938" y="81518"/>
                </a:cubicBezTo>
                <a:close/>
                <a:moveTo>
                  <a:pt x="27455" y="81269"/>
                </a:moveTo>
                <a:cubicBezTo>
                  <a:pt x="27380" y="81419"/>
                  <a:pt x="27331" y="81618"/>
                  <a:pt x="27256" y="81767"/>
                </a:cubicBezTo>
                <a:cubicBezTo>
                  <a:pt x="26559" y="81668"/>
                  <a:pt x="25837" y="81518"/>
                  <a:pt x="25115" y="81394"/>
                </a:cubicBezTo>
                <a:cubicBezTo>
                  <a:pt x="25638" y="81394"/>
                  <a:pt x="26136" y="81369"/>
                  <a:pt x="26683" y="81344"/>
                </a:cubicBezTo>
                <a:cubicBezTo>
                  <a:pt x="26808" y="81344"/>
                  <a:pt x="26957" y="81294"/>
                  <a:pt x="27082" y="81294"/>
                </a:cubicBezTo>
                <a:cubicBezTo>
                  <a:pt x="27206" y="81294"/>
                  <a:pt x="27331" y="81269"/>
                  <a:pt x="27455" y="81269"/>
                </a:cubicBezTo>
                <a:close/>
                <a:moveTo>
                  <a:pt x="27704" y="81244"/>
                </a:moveTo>
                <a:cubicBezTo>
                  <a:pt x="27629" y="81419"/>
                  <a:pt x="27580" y="81618"/>
                  <a:pt x="27480" y="81792"/>
                </a:cubicBezTo>
                <a:lnTo>
                  <a:pt x="27455" y="81792"/>
                </a:lnTo>
                <a:lnTo>
                  <a:pt x="27629" y="81244"/>
                </a:lnTo>
                <a:close/>
                <a:moveTo>
                  <a:pt x="23871" y="81344"/>
                </a:moveTo>
                <a:cubicBezTo>
                  <a:pt x="23970" y="81369"/>
                  <a:pt x="24095" y="81369"/>
                  <a:pt x="24194" y="81369"/>
                </a:cubicBezTo>
                <a:cubicBezTo>
                  <a:pt x="25190" y="81618"/>
                  <a:pt x="26211" y="81767"/>
                  <a:pt x="27206" y="81916"/>
                </a:cubicBezTo>
                <a:cubicBezTo>
                  <a:pt x="27206" y="81966"/>
                  <a:pt x="27181" y="81966"/>
                  <a:pt x="27181" y="81991"/>
                </a:cubicBezTo>
                <a:cubicBezTo>
                  <a:pt x="26086" y="81842"/>
                  <a:pt x="24966" y="81618"/>
                  <a:pt x="23871" y="81344"/>
                </a:cubicBezTo>
                <a:close/>
                <a:moveTo>
                  <a:pt x="27455" y="81966"/>
                </a:moveTo>
                <a:cubicBezTo>
                  <a:pt x="27455" y="81991"/>
                  <a:pt x="27455" y="81991"/>
                  <a:pt x="27405" y="82016"/>
                </a:cubicBezTo>
                <a:lnTo>
                  <a:pt x="27355" y="82016"/>
                </a:lnTo>
                <a:cubicBezTo>
                  <a:pt x="27355" y="82016"/>
                  <a:pt x="27380" y="81991"/>
                  <a:pt x="27380" y="81966"/>
                </a:cubicBezTo>
                <a:close/>
                <a:moveTo>
                  <a:pt x="33423" y="80140"/>
                </a:moveTo>
                <a:lnTo>
                  <a:pt x="33423" y="80140"/>
                </a:lnTo>
                <a:cubicBezTo>
                  <a:pt x="33202" y="80757"/>
                  <a:pt x="33029" y="81374"/>
                  <a:pt x="32856" y="82016"/>
                </a:cubicBezTo>
                <a:lnTo>
                  <a:pt x="32807" y="82016"/>
                </a:lnTo>
                <a:cubicBezTo>
                  <a:pt x="32981" y="81394"/>
                  <a:pt x="33155" y="80772"/>
                  <a:pt x="33354" y="80149"/>
                </a:cubicBezTo>
                <a:cubicBezTo>
                  <a:pt x="33391" y="80149"/>
                  <a:pt x="33414" y="80149"/>
                  <a:pt x="33423" y="80140"/>
                </a:cubicBezTo>
                <a:close/>
                <a:moveTo>
                  <a:pt x="38532" y="78382"/>
                </a:moveTo>
                <a:lnTo>
                  <a:pt x="38532" y="78382"/>
                </a:lnTo>
                <a:cubicBezTo>
                  <a:pt x="38084" y="79378"/>
                  <a:pt x="37685" y="80348"/>
                  <a:pt x="37337" y="81344"/>
                </a:cubicBezTo>
                <a:cubicBezTo>
                  <a:pt x="36018" y="81742"/>
                  <a:pt x="34574" y="81916"/>
                  <a:pt x="33080" y="82016"/>
                </a:cubicBezTo>
                <a:cubicBezTo>
                  <a:pt x="33230" y="81369"/>
                  <a:pt x="33429" y="80672"/>
                  <a:pt x="33678" y="80050"/>
                </a:cubicBezTo>
                <a:lnTo>
                  <a:pt x="34051" y="79950"/>
                </a:lnTo>
                <a:cubicBezTo>
                  <a:pt x="34225" y="79900"/>
                  <a:pt x="34425" y="79875"/>
                  <a:pt x="34574" y="79801"/>
                </a:cubicBezTo>
                <a:lnTo>
                  <a:pt x="35694" y="79427"/>
                </a:lnTo>
                <a:cubicBezTo>
                  <a:pt x="35918" y="79378"/>
                  <a:pt x="36142" y="79303"/>
                  <a:pt x="36316" y="79203"/>
                </a:cubicBezTo>
                <a:cubicBezTo>
                  <a:pt x="36665" y="79104"/>
                  <a:pt x="36988" y="78954"/>
                  <a:pt x="37387" y="78855"/>
                </a:cubicBezTo>
                <a:cubicBezTo>
                  <a:pt x="37636" y="78755"/>
                  <a:pt x="37835" y="78656"/>
                  <a:pt x="38084" y="78556"/>
                </a:cubicBezTo>
                <a:cubicBezTo>
                  <a:pt x="38258" y="78506"/>
                  <a:pt x="38382" y="78432"/>
                  <a:pt x="38532" y="78382"/>
                </a:cubicBezTo>
                <a:close/>
                <a:moveTo>
                  <a:pt x="33105" y="80199"/>
                </a:moveTo>
                <a:lnTo>
                  <a:pt x="33105" y="80199"/>
                </a:lnTo>
                <a:cubicBezTo>
                  <a:pt x="32931" y="80796"/>
                  <a:pt x="32732" y="81419"/>
                  <a:pt x="32583" y="82041"/>
                </a:cubicBezTo>
                <a:cubicBezTo>
                  <a:pt x="32188" y="82060"/>
                  <a:pt x="31786" y="82069"/>
                  <a:pt x="31378" y="82069"/>
                </a:cubicBezTo>
                <a:cubicBezTo>
                  <a:pt x="30187" y="82069"/>
                  <a:pt x="28946" y="81990"/>
                  <a:pt x="27704" y="81842"/>
                </a:cubicBezTo>
                <a:cubicBezTo>
                  <a:pt x="27754" y="81618"/>
                  <a:pt x="27853" y="81419"/>
                  <a:pt x="27903" y="81220"/>
                </a:cubicBezTo>
                <a:cubicBezTo>
                  <a:pt x="28227" y="81170"/>
                  <a:pt x="28525" y="81120"/>
                  <a:pt x="28824" y="81095"/>
                </a:cubicBezTo>
                <a:cubicBezTo>
                  <a:pt x="28874" y="81095"/>
                  <a:pt x="28973" y="81045"/>
                  <a:pt x="29023" y="81045"/>
                </a:cubicBezTo>
                <a:cubicBezTo>
                  <a:pt x="29123" y="81045"/>
                  <a:pt x="29197" y="81020"/>
                  <a:pt x="29272" y="81020"/>
                </a:cubicBezTo>
                <a:cubicBezTo>
                  <a:pt x="29347" y="81020"/>
                  <a:pt x="29446" y="80996"/>
                  <a:pt x="29496" y="80996"/>
                </a:cubicBezTo>
                <a:cubicBezTo>
                  <a:pt x="29944" y="80921"/>
                  <a:pt x="30367" y="80821"/>
                  <a:pt x="30815" y="80747"/>
                </a:cubicBezTo>
                <a:cubicBezTo>
                  <a:pt x="30940" y="80697"/>
                  <a:pt x="31014" y="80697"/>
                  <a:pt x="31139" y="80672"/>
                </a:cubicBezTo>
                <a:cubicBezTo>
                  <a:pt x="31562" y="80572"/>
                  <a:pt x="31985" y="80498"/>
                  <a:pt x="32384" y="80398"/>
                </a:cubicBezTo>
                <a:cubicBezTo>
                  <a:pt x="32558" y="80373"/>
                  <a:pt x="32707" y="80348"/>
                  <a:pt x="32832" y="80299"/>
                </a:cubicBezTo>
                <a:lnTo>
                  <a:pt x="33105" y="80199"/>
                </a:lnTo>
                <a:close/>
                <a:moveTo>
                  <a:pt x="32832" y="82240"/>
                </a:moveTo>
                <a:cubicBezTo>
                  <a:pt x="32832" y="82265"/>
                  <a:pt x="32832" y="82290"/>
                  <a:pt x="32807" y="82290"/>
                </a:cubicBezTo>
                <a:lnTo>
                  <a:pt x="32732" y="82290"/>
                </a:lnTo>
                <a:cubicBezTo>
                  <a:pt x="32782" y="82265"/>
                  <a:pt x="32782" y="82265"/>
                  <a:pt x="32782" y="82240"/>
                </a:cubicBezTo>
                <a:close/>
                <a:moveTo>
                  <a:pt x="37287" y="81593"/>
                </a:moveTo>
                <a:cubicBezTo>
                  <a:pt x="37287" y="81618"/>
                  <a:pt x="37262" y="81643"/>
                  <a:pt x="37262" y="81643"/>
                </a:cubicBezTo>
                <a:cubicBezTo>
                  <a:pt x="35943" y="81991"/>
                  <a:pt x="34524" y="82215"/>
                  <a:pt x="33031" y="82290"/>
                </a:cubicBezTo>
                <a:cubicBezTo>
                  <a:pt x="33031" y="82265"/>
                  <a:pt x="33031" y="82240"/>
                  <a:pt x="33056" y="82215"/>
                </a:cubicBezTo>
                <a:cubicBezTo>
                  <a:pt x="34524" y="82116"/>
                  <a:pt x="35943" y="81916"/>
                  <a:pt x="37287" y="81593"/>
                </a:cubicBezTo>
                <a:close/>
                <a:moveTo>
                  <a:pt x="27629" y="82016"/>
                </a:moveTo>
                <a:cubicBezTo>
                  <a:pt x="28990" y="82196"/>
                  <a:pt x="30334" y="82280"/>
                  <a:pt x="31637" y="82280"/>
                </a:cubicBezTo>
                <a:cubicBezTo>
                  <a:pt x="31955" y="82280"/>
                  <a:pt x="32270" y="82275"/>
                  <a:pt x="32583" y="82265"/>
                </a:cubicBezTo>
                <a:lnTo>
                  <a:pt x="32583" y="82315"/>
                </a:lnTo>
                <a:cubicBezTo>
                  <a:pt x="32234" y="82315"/>
                  <a:pt x="31911" y="82365"/>
                  <a:pt x="31562" y="82365"/>
                </a:cubicBezTo>
                <a:cubicBezTo>
                  <a:pt x="30243" y="82365"/>
                  <a:pt x="28949" y="82265"/>
                  <a:pt x="27604" y="82091"/>
                </a:cubicBezTo>
                <a:cubicBezTo>
                  <a:pt x="27604" y="82041"/>
                  <a:pt x="27629" y="82016"/>
                  <a:pt x="27629" y="82016"/>
                </a:cubicBezTo>
                <a:close/>
                <a:moveTo>
                  <a:pt x="52471" y="76963"/>
                </a:moveTo>
                <a:cubicBezTo>
                  <a:pt x="53118" y="77660"/>
                  <a:pt x="53715" y="78407"/>
                  <a:pt x="54313" y="79178"/>
                </a:cubicBezTo>
                <a:cubicBezTo>
                  <a:pt x="52371" y="80498"/>
                  <a:pt x="50454" y="81742"/>
                  <a:pt x="48513" y="82813"/>
                </a:cubicBezTo>
                <a:cubicBezTo>
                  <a:pt x="47741" y="80796"/>
                  <a:pt x="46646" y="78905"/>
                  <a:pt x="45227" y="77287"/>
                </a:cubicBezTo>
                <a:lnTo>
                  <a:pt x="45252" y="77287"/>
                </a:lnTo>
                <a:cubicBezTo>
                  <a:pt x="45302" y="77287"/>
                  <a:pt x="45352" y="77312"/>
                  <a:pt x="45402" y="77312"/>
                </a:cubicBezTo>
                <a:cubicBezTo>
                  <a:pt x="45426" y="77312"/>
                  <a:pt x="45501" y="77361"/>
                  <a:pt x="45526" y="77361"/>
                </a:cubicBezTo>
                <a:cubicBezTo>
                  <a:pt x="45626" y="77386"/>
                  <a:pt x="45750" y="77386"/>
                  <a:pt x="45850" y="77411"/>
                </a:cubicBezTo>
                <a:cubicBezTo>
                  <a:pt x="46024" y="77436"/>
                  <a:pt x="46173" y="77486"/>
                  <a:pt x="46372" y="77511"/>
                </a:cubicBezTo>
                <a:cubicBezTo>
                  <a:pt x="46472" y="77511"/>
                  <a:pt x="46522" y="77536"/>
                  <a:pt x="46621" y="77536"/>
                </a:cubicBezTo>
                <a:lnTo>
                  <a:pt x="46870" y="77536"/>
                </a:lnTo>
                <a:cubicBezTo>
                  <a:pt x="47194" y="77561"/>
                  <a:pt x="47542" y="77610"/>
                  <a:pt x="47891" y="77610"/>
                </a:cubicBezTo>
                <a:lnTo>
                  <a:pt x="47990" y="77610"/>
                </a:lnTo>
                <a:cubicBezTo>
                  <a:pt x="48239" y="77610"/>
                  <a:pt x="48488" y="77610"/>
                  <a:pt x="48762" y="77561"/>
                </a:cubicBezTo>
                <a:cubicBezTo>
                  <a:pt x="48861" y="77561"/>
                  <a:pt x="48936" y="77536"/>
                  <a:pt x="49061" y="77536"/>
                </a:cubicBezTo>
                <a:cubicBezTo>
                  <a:pt x="49160" y="77536"/>
                  <a:pt x="49235" y="77536"/>
                  <a:pt x="49334" y="77511"/>
                </a:cubicBezTo>
                <a:cubicBezTo>
                  <a:pt x="49409" y="77511"/>
                  <a:pt x="49509" y="77511"/>
                  <a:pt x="49608" y="77461"/>
                </a:cubicBezTo>
                <a:cubicBezTo>
                  <a:pt x="49782" y="77436"/>
                  <a:pt x="49982" y="77411"/>
                  <a:pt x="50156" y="77411"/>
                </a:cubicBezTo>
                <a:cubicBezTo>
                  <a:pt x="50255" y="77411"/>
                  <a:pt x="50355" y="77386"/>
                  <a:pt x="50479" y="77386"/>
                </a:cubicBezTo>
                <a:cubicBezTo>
                  <a:pt x="50504" y="77386"/>
                  <a:pt x="50579" y="77337"/>
                  <a:pt x="50604" y="77337"/>
                </a:cubicBezTo>
                <a:lnTo>
                  <a:pt x="51077" y="77262"/>
                </a:lnTo>
                <a:cubicBezTo>
                  <a:pt x="51151" y="77262"/>
                  <a:pt x="51226" y="77212"/>
                  <a:pt x="51326" y="77212"/>
                </a:cubicBezTo>
                <a:lnTo>
                  <a:pt x="51351" y="77212"/>
                </a:lnTo>
                <a:cubicBezTo>
                  <a:pt x="51400" y="77212"/>
                  <a:pt x="51475" y="77187"/>
                  <a:pt x="51525" y="77187"/>
                </a:cubicBezTo>
                <a:cubicBezTo>
                  <a:pt x="51699" y="77162"/>
                  <a:pt x="51873" y="77137"/>
                  <a:pt x="52023" y="77063"/>
                </a:cubicBezTo>
                <a:cubicBezTo>
                  <a:pt x="52097" y="77038"/>
                  <a:pt x="52147" y="77038"/>
                  <a:pt x="52222" y="77038"/>
                </a:cubicBezTo>
                <a:cubicBezTo>
                  <a:pt x="52321" y="77013"/>
                  <a:pt x="52371" y="77013"/>
                  <a:pt x="52471" y="76963"/>
                </a:cubicBezTo>
                <a:close/>
                <a:moveTo>
                  <a:pt x="44779" y="77162"/>
                </a:moveTo>
                <a:cubicBezTo>
                  <a:pt x="44804" y="77162"/>
                  <a:pt x="44804" y="77162"/>
                  <a:pt x="44854" y="77187"/>
                </a:cubicBezTo>
                <a:cubicBezTo>
                  <a:pt x="46372" y="78880"/>
                  <a:pt x="47542" y="80796"/>
                  <a:pt x="48364" y="82962"/>
                </a:cubicBezTo>
                <a:cubicBezTo>
                  <a:pt x="48339" y="82962"/>
                  <a:pt x="48339" y="82987"/>
                  <a:pt x="48289" y="82987"/>
                </a:cubicBezTo>
                <a:cubicBezTo>
                  <a:pt x="47492" y="80846"/>
                  <a:pt x="46298" y="78880"/>
                  <a:pt x="44779" y="77162"/>
                </a:cubicBezTo>
                <a:close/>
                <a:moveTo>
                  <a:pt x="54462" y="79353"/>
                </a:moveTo>
                <a:lnTo>
                  <a:pt x="54487" y="79378"/>
                </a:lnTo>
                <a:cubicBezTo>
                  <a:pt x="52520" y="80722"/>
                  <a:pt x="50604" y="81916"/>
                  <a:pt x="48637" y="83037"/>
                </a:cubicBezTo>
                <a:cubicBezTo>
                  <a:pt x="48637" y="83012"/>
                  <a:pt x="48637" y="83012"/>
                  <a:pt x="48613" y="82987"/>
                </a:cubicBezTo>
                <a:cubicBezTo>
                  <a:pt x="50529" y="81892"/>
                  <a:pt x="52496" y="80647"/>
                  <a:pt x="54462" y="79353"/>
                </a:cubicBezTo>
                <a:close/>
                <a:moveTo>
                  <a:pt x="48463" y="83111"/>
                </a:moveTo>
                <a:cubicBezTo>
                  <a:pt x="48463" y="83136"/>
                  <a:pt x="48463" y="83136"/>
                  <a:pt x="48488" y="83161"/>
                </a:cubicBezTo>
                <a:cubicBezTo>
                  <a:pt x="48463" y="83161"/>
                  <a:pt x="48413" y="83161"/>
                  <a:pt x="48413" y="83211"/>
                </a:cubicBezTo>
                <a:cubicBezTo>
                  <a:pt x="48413" y="83161"/>
                  <a:pt x="48413" y="83161"/>
                  <a:pt x="48388" y="83136"/>
                </a:cubicBezTo>
                <a:cubicBezTo>
                  <a:pt x="48413" y="83136"/>
                  <a:pt x="48413" y="83111"/>
                  <a:pt x="48463" y="83111"/>
                </a:cubicBezTo>
                <a:close/>
                <a:moveTo>
                  <a:pt x="44406" y="79054"/>
                </a:moveTo>
                <a:cubicBezTo>
                  <a:pt x="44406" y="79104"/>
                  <a:pt x="44431" y="79104"/>
                  <a:pt x="44431" y="79129"/>
                </a:cubicBezTo>
                <a:cubicBezTo>
                  <a:pt x="44655" y="79527"/>
                  <a:pt x="44854" y="79925"/>
                  <a:pt x="45003" y="80348"/>
                </a:cubicBezTo>
                <a:cubicBezTo>
                  <a:pt x="45028" y="80423"/>
                  <a:pt x="45053" y="80523"/>
                  <a:pt x="45128" y="80622"/>
                </a:cubicBezTo>
                <a:cubicBezTo>
                  <a:pt x="45302" y="81045"/>
                  <a:pt x="45476" y="81518"/>
                  <a:pt x="45601" y="81966"/>
                </a:cubicBezTo>
                <a:cubicBezTo>
                  <a:pt x="45601" y="81991"/>
                  <a:pt x="45601" y="81991"/>
                  <a:pt x="45626" y="82016"/>
                </a:cubicBezTo>
                <a:cubicBezTo>
                  <a:pt x="45750" y="82414"/>
                  <a:pt x="45825" y="82862"/>
                  <a:pt x="45924" y="83261"/>
                </a:cubicBezTo>
                <a:cubicBezTo>
                  <a:pt x="45302" y="82464"/>
                  <a:pt x="44879" y="81518"/>
                  <a:pt x="44605" y="80448"/>
                </a:cubicBezTo>
                <a:cubicBezTo>
                  <a:pt x="44605" y="80423"/>
                  <a:pt x="44555" y="80373"/>
                  <a:pt x="44555" y="80348"/>
                </a:cubicBezTo>
                <a:lnTo>
                  <a:pt x="44481" y="79875"/>
                </a:lnTo>
                <a:cubicBezTo>
                  <a:pt x="44431" y="79676"/>
                  <a:pt x="44406" y="79502"/>
                  <a:pt x="44381" y="79353"/>
                </a:cubicBezTo>
                <a:cubicBezTo>
                  <a:pt x="44381" y="79253"/>
                  <a:pt x="44381" y="79154"/>
                  <a:pt x="44406" y="79054"/>
                </a:cubicBezTo>
                <a:close/>
                <a:moveTo>
                  <a:pt x="7567" y="72956"/>
                </a:moveTo>
                <a:lnTo>
                  <a:pt x="7567" y="72956"/>
                </a:lnTo>
                <a:cubicBezTo>
                  <a:pt x="6298" y="76565"/>
                  <a:pt x="5402" y="80050"/>
                  <a:pt x="4904" y="83385"/>
                </a:cubicBezTo>
                <a:cubicBezTo>
                  <a:pt x="4107" y="82041"/>
                  <a:pt x="3485" y="80597"/>
                  <a:pt x="3087" y="78979"/>
                </a:cubicBezTo>
                <a:cubicBezTo>
                  <a:pt x="4057" y="76938"/>
                  <a:pt x="5426" y="75022"/>
                  <a:pt x="7169" y="73329"/>
                </a:cubicBezTo>
                <a:cubicBezTo>
                  <a:pt x="7318" y="73180"/>
                  <a:pt x="7443" y="73080"/>
                  <a:pt x="7567" y="72956"/>
                </a:cubicBezTo>
                <a:close/>
                <a:moveTo>
                  <a:pt x="16677" y="79751"/>
                </a:moveTo>
                <a:cubicBezTo>
                  <a:pt x="16777" y="79776"/>
                  <a:pt x="16876" y="79851"/>
                  <a:pt x="16976" y="79900"/>
                </a:cubicBezTo>
                <a:cubicBezTo>
                  <a:pt x="17100" y="79975"/>
                  <a:pt x="17250" y="80025"/>
                  <a:pt x="17374" y="80050"/>
                </a:cubicBezTo>
                <a:cubicBezTo>
                  <a:pt x="17499" y="80124"/>
                  <a:pt x="17623" y="80149"/>
                  <a:pt x="17748" y="80224"/>
                </a:cubicBezTo>
                <a:cubicBezTo>
                  <a:pt x="16901" y="81294"/>
                  <a:pt x="16130" y="82464"/>
                  <a:pt x="15482" y="83634"/>
                </a:cubicBezTo>
                <a:cubicBezTo>
                  <a:pt x="15806" y="82365"/>
                  <a:pt x="16229" y="81045"/>
                  <a:pt x="16677" y="79751"/>
                </a:cubicBezTo>
                <a:close/>
                <a:moveTo>
                  <a:pt x="46118" y="83555"/>
                </a:moveTo>
                <a:cubicBezTo>
                  <a:pt x="46128" y="83612"/>
                  <a:pt x="46138" y="83669"/>
                  <a:pt x="46147" y="83726"/>
                </a:cubicBezTo>
                <a:lnTo>
                  <a:pt x="46147" y="83726"/>
                </a:lnTo>
                <a:cubicBezTo>
                  <a:pt x="46145" y="83719"/>
                  <a:pt x="46139" y="83709"/>
                  <a:pt x="46123" y="83709"/>
                </a:cubicBezTo>
                <a:lnTo>
                  <a:pt x="46099" y="83659"/>
                </a:lnTo>
                <a:cubicBezTo>
                  <a:pt x="46107" y="83623"/>
                  <a:pt x="46114" y="83589"/>
                  <a:pt x="46118" y="83555"/>
                </a:cubicBezTo>
                <a:close/>
                <a:moveTo>
                  <a:pt x="7816" y="72831"/>
                </a:moveTo>
                <a:lnTo>
                  <a:pt x="7841" y="72881"/>
                </a:lnTo>
                <a:cubicBezTo>
                  <a:pt x="6472" y="76640"/>
                  <a:pt x="5551" y="80274"/>
                  <a:pt x="5053" y="83734"/>
                </a:cubicBezTo>
                <a:cubicBezTo>
                  <a:pt x="5053" y="83709"/>
                  <a:pt x="5053" y="83659"/>
                  <a:pt x="5028" y="83634"/>
                </a:cubicBezTo>
                <a:cubicBezTo>
                  <a:pt x="5103" y="82962"/>
                  <a:pt x="5227" y="82240"/>
                  <a:pt x="5352" y="81543"/>
                </a:cubicBezTo>
                <a:lnTo>
                  <a:pt x="5352" y="81518"/>
                </a:lnTo>
                <a:cubicBezTo>
                  <a:pt x="5924" y="78730"/>
                  <a:pt x="6721" y="75793"/>
                  <a:pt x="7816" y="72831"/>
                </a:cubicBezTo>
                <a:close/>
                <a:moveTo>
                  <a:pt x="44680" y="81294"/>
                </a:moveTo>
                <a:cubicBezTo>
                  <a:pt x="45003" y="82165"/>
                  <a:pt x="45476" y="82987"/>
                  <a:pt x="46024" y="83634"/>
                </a:cubicBezTo>
                <a:cubicBezTo>
                  <a:pt x="46024" y="83658"/>
                  <a:pt x="46024" y="83729"/>
                  <a:pt x="46047" y="83756"/>
                </a:cubicBezTo>
                <a:lnTo>
                  <a:pt x="46047" y="83756"/>
                </a:lnTo>
                <a:cubicBezTo>
                  <a:pt x="45475" y="83134"/>
                  <a:pt x="45028" y="82413"/>
                  <a:pt x="44729" y="81593"/>
                </a:cubicBezTo>
                <a:cubicBezTo>
                  <a:pt x="44729" y="81493"/>
                  <a:pt x="44680" y="81394"/>
                  <a:pt x="44680" y="81294"/>
                </a:cubicBezTo>
                <a:close/>
                <a:moveTo>
                  <a:pt x="2937" y="79203"/>
                </a:moveTo>
                <a:cubicBezTo>
                  <a:pt x="3385" y="80821"/>
                  <a:pt x="4033" y="82315"/>
                  <a:pt x="4829" y="83659"/>
                </a:cubicBezTo>
                <a:cubicBezTo>
                  <a:pt x="4829" y="83709"/>
                  <a:pt x="4829" y="83734"/>
                  <a:pt x="4804" y="83758"/>
                </a:cubicBezTo>
                <a:cubicBezTo>
                  <a:pt x="3983" y="82414"/>
                  <a:pt x="3336" y="80921"/>
                  <a:pt x="2863" y="79278"/>
                </a:cubicBezTo>
                <a:cubicBezTo>
                  <a:pt x="2912" y="79278"/>
                  <a:pt x="2937" y="79253"/>
                  <a:pt x="2937" y="79203"/>
                </a:cubicBezTo>
                <a:close/>
                <a:moveTo>
                  <a:pt x="44754" y="77386"/>
                </a:moveTo>
                <a:cubicBezTo>
                  <a:pt x="46248" y="79029"/>
                  <a:pt x="47393" y="80921"/>
                  <a:pt x="48164" y="83037"/>
                </a:cubicBezTo>
                <a:cubicBezTo>
                  <a:pt x="47617" y="83360"/>
                  <a:pt x="47094" y="83659"/>
                  <a:pt x="46522" y="83958"/>
                </a:cubicBezTo>
                <a:lnTo>
                  <a:pt x="46497" y="83908"/>
                </a:lnTo>
                <a:cubicBezTo>
                  <a:pt x="46472" y="83833"/>
                  <a:pt x="46472" y="83734"/>
                  <a:pt x="46422" y="83634"/>
                </a:cubicBezTo>
                <a:cubicBezTo>
                  <a:pt x="46372" y="83385"/>
                  <a:pt x="46347" y="83111"/>
                  <a:pt x="46273" y="82862"/>
                </a:cubicBezTo>
                <a:cubicBezTo>
                  <a:pt x="46223" y="82613"/>
                  <a:pt x="46148" y="82389"/>
                  <a:pt x="46099" y="82165"/>
                </a:cubicBezTo>
                <a:cubicBezTo>
                  <a:pt x="45999" y="81867"/>
                  <a:pt x="45899" y="81518"/>
                  <a:pt x="45800" y="81220"/>
                </a:cubicBezTo>
                <a:cubicBezTo>
                  <a:pt x="45750" y="81020"/>
                  <a:pt x="45650" y="80796"/>
                  <a:pt x="45601" y="80622"/>
                </a:cubicBezTo>
                <a:cubicBezTo>
                  <a:pt x="45476" y="80274"/>
                  <a:pt x="45352" y="79975"/>
                  <a:pt x="45178" y="79627"/>
                </a:cubicBezTo>
                <a:cubicBezTo>
                  <a:pt x="45103" y="79427"/>
                  <a:pt x="45003" y="79253"/>
                  <a:pt x="44904" y="79029"/>
                </a:cubicBezTo>
                <a:cubicBezTo>
                  <a:pt x="44779" y="78780"/>
                  <a:pt x="44680" y="78531"/>
                  <a:pt x="44530" y="78307"/>
                </a:cubicBezTo>
                <a:lnTo>
                  <a:pt x="44530" y="78258"/>
                </a:lnTo>
                <a:cubicBezTo>
                  <a:pt x="44530" y="78233"/>
                  <a:pt x="44555" y="78158"/>
                  <a:pt x="44555" y="78133"/>
                </a:cubicBezTo>
                <a:lnTo>
                  <a:pt x="44754" y="77386"/>
                </a:lnTo>
                <a:close/>
                <a:moveTo>
                  <a:pt x="46248" y="83958"/>
                </a:moveTo>
                <a:lnTo>
                  <a:pt x="46273" y="83982"/>
                </a:lnTo>
                <a:lnTo>
                  <a:pt x="46273" y="84032"/>
                </a:lnTo>
                <a:lnTo>
                  <a:pt x="46248" y="84007"/>
                </a:lnTo>
                <a:cubicBezTo>
                  <a:pt x="46273" y="84007"/>
                  <a:pt x="46273" y="83982"/>
                  <a:pt x="46248" y="83958"/>
                </a:cubicBezTo>
                <a:close/>
                <a:moveTo>
                  <a:pt x="4978" y="83908"/>
                </a:moveTo>
                <a:cubicBezTo>
                  <a:pt x="5028" y="83958"/>
                  <a:pt x="5028" y="83982"/>
                  <a:pt x="5053" y="84007"/>
                </a:cubicBezTo>
                <a:lnTo>
                  <a:pt x="5053" y="84107"/>
                </a:lnTo>
                <a:cubicBezTo>
                  <a:pt x="5028" y="84082"/>
                  <a:pt x="5028" y="84032"/>
                  <a:pt x="4978" y="84032"/>
                </a:cubicBezTo>
                <a:lnTo>
                  <a:pt x="4978" y="83908"/>
                </a:lnTo>
                <a:close/>
                <a:moveTo>
                  <a:pt x="48239" y="83261"/>
                </a:moveTo>
                <a:lnTo>
                  <a:pt x="48239" y="83286"/>
                </a:lnTo>
                <a:cubicBezTo>
                  <a:pt x="47741" y="83559"/>
                  <a:pt x="47194" y="83883"/>
                  <a:pt x="46721" y="84157"/>
                </a:cubicBezTo>
                <a:lnTo>
                  <a:pt x="46671" y="84132"/>
                </a:lnTo>
                <a:cubicBezTo>
                  <a:pt x="47194" y="83858"/>
                  <a:pt x="47716" y="83559"/>
                  <a:pt x="48239" y="83261"/>
                </a:cubicBezTo>
                <a:close/>
                <a:moveTo>
                  <a:pt x="16478" y="79627"/>
                </a:moveTo>
                <a:cubicBezTo>
                  <a:pt x="16503" y="79627"/>
                  <a:pt x="16503" y="79651"/>
                  <a:pt x="16528" y="79651"/>
                </a:cubicBezTo>
                <a:cubicBezTo>
                  <a:pt x="15980" y="81244"/>
                  <a:pt x="15507" y="82788"/>
                  <a:pt x="15109" y="84356"/>
                </a:cubicBezTo>
                <a:cubicBezTo>
                  <a:pt x="15059" y="84455"/>
                  <a:pt x="15010" y="84505"/>
                  <a:pt x="14985" y="84605"/>
                </a:cubicBezTo>
                <a:cubicBezTo>
                  <a:pt x="15383" y="82987"/>
                  <a:pt x="15881" y="81344"/>
                  <a:pt x="16478" y="79627"/>
                </a:cubicBezTo>
                <a:close/>
                <a:moveTo>
                  <a:pt x="17897" y="80274"/>
                </a:moveTo>
                <a:cubicBezTo>
                  <a:pt x="17922" y="80274"/>
                  <a:pt x="17922" y="80299"/>
                  <a:pt x="17972" y="80299"/>
                </a:cubicBezTo>
                <a:cubicBezTo>
                  <a:pt x="16876" y="81717"/>
                  <a:pt x="15930" y="83211"/>
                  <a:pt x="15159" y="84754"/>
                </a:cubicBezTo>
                <a:cubicBezTo>
                  <a:pt x="15184" y="84655"/>
                  <a:pt x="15234" y="84580"/>
                  <a:pt x="15234" y="84480"/>
                </a:cubicBezTo>
                <a:cubicBezTo>
                  <a:pt x="16005" y="82987"/>
                  <a:pt x="16876" y="81593"/>
                  <a:pt x="17897" y="80274"/>
                </a:cubicBezTo>
                <a:close/>
                <a:moveTo>
                  <a:pt x="63348" y="72831"/>
                </a:moveTo>
                <a:cubicBezTo>
                  <a:pt x="63522" y="73030"/>
                  <a:pt x="63697" y="73180"/>
                  <a:pt x="63846" y="73354"/>
                </a:cubicBezTo>
                <a:cubicBezTo>
                  <a:pt x="64070" y="73578"/>
                  <a:pt x="64269" y="73827"/>
                  <a:pt x="64468" y="74051"/>
                </a:cubicBezTo>
                <a:cubicBezTo>
                  <a:pt x="64717" y="74325"/>
                  <a:pt x="64966" y="74599"/>
                  <a:pt x="65190" y="74897"/>
                </a:cubicBezTo>
                <a:cubicBezTo>
                  <a:pt x="65290" y="75022"/>
                  <a:pt x="65389" y="75096"/>
                  <a:pt x="65464" y="75221"/>
                </a:cubicBezTo>
                <a:cubicBezTo>
                  <a:pt x="66783" y="76789"/>
                  <a:pt x="68052" y="78432"/>
                  <a:pt x="69297" y="80124"/>
                </a:cubicBezTo>
                <a:cubicBezTo>
                  <a:pt x="66310" y="82240"/>
                  <a:pt x="63273" y="83808"/>
                  <a:pt x="60411" y="84879"/>
                </a:cubicBezTo>
                <a:cubicBezTo>
                  <a:pt x="58942" y="82663"/>
                  <a:pt x="57573" y="80423"/>
                  <a:pt x="56379" y="78282"/>
                </a:cubicBezTo>
                <a:cubicBezTo>
                  <a:pt x="58793" y="76565"/>
                  <a:pt x="61108" y="74723"/>
                  <a:pt x="63348" y="72831"/>
                </a:cubicBezTo>
                <a:close/>
                <a:moveTo>
                  <a:pt x="44729" y="82066"/>
                </a:moveTo>
                <a:cubicBezTo>
                  <a:pt x="45053" y="82862"/>
                  <a:pt x="45526" y="83534"/>
                  <a:pt x="46049" y="84107"/>
                </a:cubicBezTo>
                <a:lnTo>
                  <a:pt x="46049" y="84182"/>
                </a:lnTo>
                <a:cubicBezTo>
                  <a:pt x="45551" y="84480"/>
                  <a:pt x="45028" y="84729"/>
                  <a:pt x="44530" y="85003"/>
                </a:cubicBezTo>
                <a:cubicBezTo>
                  <a:pt x="44530" y="84978"/>
                  <a:pt x="44530" y="84953"/>
                  <a:pt x="44555" y="84903"/>
                </a:cubicBezTo>
                <a:cubicBezTo>
                  <a:pt x="44680" y="84032"/>
                  <a:pt x="44729" y="83211"/>
                  <a:pt x="44729" y="82365"/>
                </a:cubicBezTo>
                <a:lnTo>
                  <a:pt x="44729" y="82265"/>
                </a:lnTo>
                <a:lnTo>
                  <a:pt x="44729" y="82066"/>
                </a:lnTo>
                <a:close/>
                <a:moveTo>
                  <a:pt x="56229" y="78407"/>
                </a:moveTo>
                <a:cubicBezTo>
                  <a:pt x="57374" y="80523"/>
                  <a:pt x="58743" y="82763"/>
                  <a:pt x="60237" y="84978"/>
                </a:cubicBezTo>
                <a:cubicBezTo>
                  <a:pt x="60212" y="84978"/>
                  <a:pt x="60212" y="84978"/>
                  <a:pt x="60187" y="85003"/>
                </a:cubicBezTo>
                <a:cubicBezTo>
                  <a:pt x="58718" y="82763"/>
                  <a:pt x="57349" y="80547"/>
                  <a:pt x="56204" y="78432"/>
                </a:cubicBezTo>
                <a:lnTo>
                  <a:pt x="56229" y="78407"/>
                </a:lnTo>
                <a:close/>
                <a:moveTo>
                  <a:pt x="97624" y="84234"/>
                </a:moveTo>
                <a:cubicBezTo>
                  <a:pt x="97399" y="84491"/>
                  <a:pt x="97172" y="84749"/>
                  <a:pt x="96940" y="85010"/>
                </a:cubicBezTo>
                <a:lnTo>
                  <a:pt x="96940" y="85010"/>
                </a:lnTo>
                <a:cubicBezTo>
                  <a:pt x="97182" y="84723"/>
                  <a:pt x="97413" y="84456"/>
                  <a:pt x="97624" y="84234"/>
                </a:cubicBezTo>
                <a:close/>
                <a:moveTo>
                  <a:pt x="69446" y="80274"/>
                </a:moveTo>
                <a:cubicBezTo>
                  <a:pt x="69446" y="80299"/>
                  <a:pt x="69446" y="80299"/>
                  <a:pt x="69496" y="80348"/>
                </a:cubicBezTo>
                <a:cubicBezTo>
                  <a:pt x="66534" y="82414"/>
                  <a:pt x="63473" y="84032"/>
                  <a:pt x="60585" y="85103"/>
                </a:cubicBezTo>
                <a:cubicBezTo>
                  <a:pt x="60585" y="85078"/>
                  <a:pt x="60560" y="85078"/>
                  <a:pt x="60560" y="85028"/>
                </a:cubicBezTo>
                <a:cubicBezTo>
                  <a:pt x="63423" y="83982"/>
                  <a:pt x="66459" y="82365"/>
                  <a:pt x="69446" y="80274"/>
                </a:cubicBezTo>
                <a:close/>
                <a:moveTo>
                  <a:pt x="44428" y="81464"/>
                </a:moveTo>
                <a:cubicBezTo>
                  <a:pt x="44438" y="81506"/>
                  <a:pt x="44450" y="81557"/>
                  <a:pt x="44481" y="81618"/>
                </a:cubicBezTo>
                <a:cubicBezTo>
                  <a:pt x="44530" y="82788"/>
                  <a:pt x="44505" y="83982"/>
                  <a:pt x="44281" y="85152"/>
                </a:cubicBezTo>
                <a:cubicBezTo>
                  <a:pt x="44281" y="85152"/>
                  <a:pt x="44257" y="85152"/>
                  <a:pt x="44257" y="85177"/>
                </a:cubicBezTo>
                <a:cubicBezTo>
                  <a:pt x="44257" y="85103"/>
                  <a:pt x="44281" y="85003"/>
                  <a:pt x="44306" y="84903"/>
                </a:cubicBezTo>
                <a:cubicBezTo>
                  <a:pt x="44481" y="83958"/>
                  <a:pt x="44505" y="83012"/>
                  <a:pt x="44481" y="82116"/>
                </a:cubicBezTo>
                <a:lnTo>
                  <a:pt x="44481" y="81867"/>
                </a:lnTo>
                <a:cubicBezTo>
                  <a:pt x="44481" y="81767"/>
                  <a:pt x="44431" y="81643"/>
                  <a:pt x="44431" y="81543"/>
                </a:cubicBezTo>
                <a:cubicBezTo>
                  <a:pt x="44431" y="81520"/>
                  <a:pt x="44431" y="81490"/>
                  <a:pt x="44428" y="81464"/>
                </a:cubicBezTo>
                <a:close/>
                <a:moveTo>
                  <a:pt x="60361" y="85127"/>
                </a:moveTo>
                <a:cubicBezTo>
                  <a:pt x="60361" y="85127"/>
                  <a:pt x="60411" y="85152"/>
                  <a:pt x="60411" y="85202"/>
                </a:cubicBezTo>
                <a:cubicBezTo>
                  <a:pt x="60361" y="85202"/>
                  <a:pt x="60361" y="85202"/>
                  <a:pt x="60336" y="85227"/>
                </a:cubicBezTo>
                <a:cubicBezTo>
                  <a:pt x="60336" y="85202"/>
                  <a:pt x="60311" y="85202"/>
                  <a:pt x="60311" y="85152"/>
                </a:cubicBezTo>
                <a:cubicBezTo>
                  <a:pt x="60336" y="85152"/>
                  <a:pt x="60336" y="85152"/>
                  <a:pt x="60361" y="85127"/>
                </a:cubicBezTo>
                <a:close/>
                <a:moveTo>
                  <a:pt x="46123" y="84381"/>
                </a:moveTo>
                <a:lnTo>
                  <a:pt x="46123" y="84455"/>
                </a:lnTo>
                <a:cubicBezTo>
                  <a:pt x="45607" y="84726"/>
                  <a:pt x="45042" y="84996"/>
                  <a:pt x="44525" y="85267"/>
                </a:cubicBezTo>
                <a:lnTo>
                  <a:pt x="44525" y="85267"/>
                </a:lnTo>
                <a:cubicBezTo>
                  <a:pt x="44530" y="85257"/>
                  <a:pt x="44530" y="85242"/>
                  <a:pt x="44530" y="85227"/>
                </a:cubicBezTo>
                <a:lnTo>
                  <a:pt x="46123" y="84381"/>
                </a:lnTo>
                <a:close/>
                <a:moveTo>
                  <a:pt x="1917" y="71537"/>
                </a:moveTo>
                <a:lnTo>
                  <a:pt x="1917" y="71537"/>
                </a:lnTo>
                <a:cubicBezTo>
                  <a:pt x="1792" y="74151"/>
                  <a:pt x="1991" y="76640"/>
                  <a:pt x="2589" y="78930"/>
                </a:cubicBezTo>
                <a:cubicBezTo>
                  <a:pt x="1867" y="80448"/>
                  <a:pt x="1369" y="82091"/>
                  <a:pt x="1120" y="83709"/>
                </a:cubicBezTo>
                <a:cubicBezTo>
                  <a:pt x="1095" y="83709"/>
                  <a:pt x="1095" y="83734"/>
                  <a:pt x="1095" y="83758"/>
                </a:cubicBezTo>
                <a:lnTo>
                  <a:pt x="996" y="84605"/>
                </a:lnTo>
                <a:lnTo>
                  <a:pt x="996" y="84704"/>
                </a:lnTo>
                <a:cubicBezTo>
                  <a:pt x="996" y="84804"/>
                  <a:pt x="971" y="84978"/>
                  <a:pt x="971" y="85103"/>
                </a:cubicBezTo>
                <a:cubicBezTo>
                  <a:pt x="971" y="85152"/>
                  <a:pt x="971" y="85252"/>
                  <a:pt x="946" y="85327"/>
                </a:cubicBezTo>
                <a:cubicBezTo>
                  <a:pt x="349" y="81120"/>
                  <a:pt x="722" y="76490"/>
                  <a:pt x="1917" y="71537"/>
                </a:cubicBezTo>
                <a:close/>
                <a:moveTo>
                  <a:pt x="44281" y="85351"/>
                </a:moveTo>
                <a:lnTo>
                  <a:pt x="44281" y="85401"/>
                </a:lnTo>
                <a:lnTo>
                  <a:pt x="44257" y="85401"/>
                </a:lnTo>
                <a:cubicBezTo>
                  <a:pt x="44257" y="85401"/>
                  <a:pt x="44257" y="85376"/>
                  <a:pt x="44281" y="85351"/>
                </a:cubicBezTo>
                <a:close/>
                <a:moveTo>
                  <a:pt x="48289" y="83460"/>
                </a:moveTo>
                <a:cubicBezTo>
                  <a:pt x="48538" y="84132"/>
                  <a:pt x="48762" y="84854"/>
                  <a:pt x="48911" y="85575"/>
                </a:cubicBezTo>
                <a:cubicBezTo>
                  <a:pt x="48140" y="85227"/>
                  <a:pt x="47418" y="84779"/>
                  <a:pt x="46845" y="84256"/>
                </a:cubicBezTo>
                <a:cubicBezTo>
                  <a:pt x="47343" y="84007"/>
                  <a:pt x="47841" y="83734"/>
                  <a:pt x="48289" y="83460"/>
                </a:cubicBezTo>
                <a:close/>
                <a:moveTo>
                  <a:pt x="56055" y="78531"/>
                </a:moveTo>
                <a:cubicBezTo>
                  <a:pt x="57200" y="80647"/>
                  <a:pt x="58544" y="82862"/>
                  <a:pt x="60038" y="85078"/>
                </a:cubicBezTo>
                <a:cubicBezTo>
                  <a:pt x="59490" y="85252"/>
                  <a:pt x="58967" y="85451"/>
                  <a:pt x="58445" y="85575"/>
                </a:cubicBezTo>
                <a:cubicBezTo>
                  <a:pt x="57499" y="83286"/>
                  <a:pt x="56329" y="81170"/>
                  <a:pt x="54960" y="79278"/>
                </a:cubicBezTo>
                <a:cubicBezTo>
                  <a:pt x="55333" y="79029"/>
                  <a:pt x="55682" y="78780"/>
                  <a:pt x="56055" y="78531"/>
                </a:cubicBezTo>
                <a:close/>
                <a:moveTo>
                  <a:pt x="54810" y="79378"/>
                </a:moveTo>
                <a:cubicBezTo>
                  <a:pt x="56179" y="81244"/>
                  <a:pt x="57324" y="83360"/>
                  <a:pt x="58245" y="85600"/>
                </a:cubicBezTo>
                <a:cubicBezTo>
                  <a:pt x="58220" y="85600"/>
                  <a:pt x="58220" y="85600"/>
                  <a:pt x="58196" y="85625"/>
                </a:cubicBezTo>
                <a:cubicBezTo>
                  <a:pt x="57250" y="83385"/>
                  <a:pt x="56105" y="81294"/>
                  <a:pt x="54736" y="79427"/>
                </a:cubicBezTo>
                <a:lnTo>
                  <a:pt x="54810" y="79378"/>
                </a:lnTo>
                <a:close/>
                <a:moveTo>
                  <a:pt x="48538" y="83310"/>
                </a:moveTo>
                <a:cubicBezTo>
                  <a:pt x="48837" y="84107"/>
                  <a:pt x="49036" y="84879"/>
                  <a:pt x="49235" y="85700"/>
                </a:cubicBezTo>
                <a:cubicBezTo>
                  <a:pt x="49210" y="85700"/>
                  <a:pt x="49160" y="85650"/>
                  <a:pt x="49160" y="85650"/>
                </a:cubicBezTo>
                <a:cubicBezTo>
                  <a:pt x="48986" y="84879"/>
                  <a:pt x="48737" y="84107"/>
                  <a:pt x="48488" y="83360"/>
                </a:cubicBezTo>
                <a:cubicBezTo>
                  <a:pt x="48513" y="83360"/>
                  <a:pt x="48513" y="83310"/>
                  <a:pt x="48538" y="83310"/>
                </a:cubicBezTo>
                <a:close/>
                <a:moveTo>
                  <a:pt x="60112" y="85202"/>
                </a:moveTo>
                <a:cubicBezTo>
                  <a:pt x="60112" y="85227"/>
                  <a:pt x="60162" y="85227"/>
                  <a:pt x="60162" y="85252"/>
                </a:cubicBezTo>
                <a:cubicBezTo>
                  <a:pt x="59589" y="85451"/>
                  <a:pt x="59067" y="85625"/>
                  <a:pt x="58494" y="85775"/>
                </a:cubicBezTo>
                <a:lnTo>
                  <a:pt x="58494" y="85725"/>
                </a:lnTo>
                <a:cubicBezTo>
                  <a:pt x="59017" y="85575"/>
                  <a:pt x="59589" y="85376"/>
                  <a:pt x="60112" y="85202"/>
                </a:cubicBezTo>
                <a:close/>
                <a:moveTo>
                  <a:pt x="14860" y="85252"/>
                </a:moveTo>
                <a:lnTo>
                  <a:pt x="14860" y="85252"/>
                </a:lnTo>
                <a:cubicBezTo>
                  <a:pt x="14810" y="85351"/>
                  <a:pt x="14810" y="85451"/>
                  <a:pt x="14785" y="85526"/>
                </a:cubicBezTo>
                <a:cubicBezTo>
                  <a:pt x="14761" y="85625"/>
                  <a:pt x="14736" y="85725"/>
                  <a:pt x="14661" y="85824"/>
                </a:cubicBezTo>
                <a:cubicBezTo>
                  <a:pt x="14686" y="85725"/>
                  <a:pt x="14686" y="85625"/>
                  <a:pt x="14736" y="85501"/>
                </a:cubicBezTo>
                <a:cubicBezTo>
                  <a:pt x="14761" y="85401"/>
                  <a:pt x="14810" y="85327"/>
                  <a:pt x="14860" y="85252"/>
                </a:cubicBezTo>
                <a:close/>
                <a:moveTo>
                  <a:pt x="46671" y="84356"/>
                </a:moveTo>
                <a:cubicBezTo>
                  <a:pt x="47343" y="84928"/>
                  <a:pt x="48115" y="85426"/>
                  <a:pt x="48986" y="85775"/>
                </a:cubicBezTo>
                <a:cubicBezTo>
                  <a:pt x="48986" y="85809"/>
                  <a:pt x="48986" y="85832"/>
                  <a:pt x="48994" y="85842"/>
                </a:cubicBezTo>
                <a:lnTo>
                  <a:pt x="48994" y="85842"/>
                </a:lnTo>
                <a:cubicBezTo>
                  <a:pt x="48107" y="85471"/>
                  <a:pt x="47294" y="84977"/>
                  <a:pt x="46627" y="84361"/>
                </a:cubicBezTo>
                <a:lnTo>
                  <a:pt x="46627" y="84361"/>
                </a:lnTo>
                <a:cubicBezTo>
                  <a:pt x="46637" y="84370"/>
                  <a:pt x="46648" y="84374"/>
                  <a:pt x="46655" y="84374"/>
                </a:cubicBezTo>
                <a:cubicBezTo>
                  <a:pt x="46665" y="84374"/>
                  <a:pt x="46671" y="84368"/>
                  <a:pt x="46671" y="84356"/>
                </a:cubicBezTo>
                <a:close/>
                <a:moveTo>
                  <a:pt x="58320" y="85750"/>
                </a:moveTo>
                <a:cubicBezTo>
                  <a:pt x="58320" y="85775"/>
                  <a:pt x="58320" y="85775"/>
                  <a:pt x="58345" y="85799"/>
                </a:cubicBezTo>
                <a:cubicBezTo>
                  <a:pt x="58320" y="85849"/>
                  <a:pt x="58320" y="85849"/>
                  <a:pt x="58295" y="85849"/>
                </a:cubicBezTo>
                <a:cubicBezTo>
                  <a:pt x="58295" y="85799"/>
                  <a:pt x="58295" y="85799"/>
                  <a:pt x="58245" y="85775"/>
                </a:cubicBezTo>
                <a:cubicBezTo>
                  <a:pt x="58295" y="85775"/>
                  <a:pt x="58295" y="85775"/>
                  <a:pt x="58320" y="85750"/>
                </a:cubicBezTo>
                <a:close/>
                <a:moveTo>
                  <a:pt x="43809" y="78880"/>
                </a:moveTo>
                <a:lnTo>
                  <a:pt x="43908" y="79353"/>
                </a:lnTo>
                <a:lnTo>
                  <a:pt x="43908" y="79427"/>
                </a:lnTo>
                <a:lnTo>
                  <a:pt x="43908" y="79527"/>
                </a:lnTo>
                <a:lnTo>
                  <a:pt x="43933" y="79527"/>
                </a:lnTo>
                <a:cubicBezTo>
                  <a:pt x="44008" y="79851"/>
                  <a:pt x="44033" y="80149"/>
                  <a:pt x="44132" y="80473"/>
                </a:cubicBezTo>
                <a:cubicBezTo>
                  <a:pt x="44182" y="80846"/>
                  <a:pt x="44232" y="81220"/>
                  <a:pt x="44257" y="81593"/>
                </a:cubicBezTo>
                <a:cubicBezTo>
                  <a:pt x="44257" y="81717"/>
                  <a:pt x="44281" y="81792"/>
                  <a:pt x="44281" y="81916"/>
                </a:cubicBezTo>
                <a:lnTo>
                  <a:pt x="44281" y="82016"/>
                </a:lnTo>
                <a:lnTo>
                  <a:pt x="44281" y="83037"/>
                </a:lnTo>
                <a:cubicBezTo>
                  <a:pt x="44257" y="83783"/>
                  <a:pt x="44182" y="84530"/>
                  <a:pt x="44033" y="85277"/>
                </a:cubicBezTo>
                <a:cubicBezTo>
                  <a:pt x="43560" y="85526"/>
                  <a:pt x="43062" y="85750"/>
                  <a:pt x="42614" y="85974"/>
                </a:cubicBezTo>
                <a:cubicBezTo>
                  <a:pt x="42639" y="83758"/>
                  <a:pt x="43037" y="81369"/>
                  <a:pt x="43809" y="78880"/>
                </a:cubicBezTo>
                <a:close/>
                <a:moveTo>
                  <a:pt x="49235" y="85899"/>
                </a:moveTo>
                <a:cubicBezTo>
                  <a:pt x="49235" y="85899"/>
                  <a:pt x="49260" y="85899"/>
                  <a:pt x="49285" y="85949"/>
                </a:cubicBezTo>
                <a:cubicBezTo>
                  <a:pt x="49285" y="85974"/>
                  <a:pt x="49285" y="85999"/>
                  <a:pt x="49334" y="85999"/>
                </a:cubicBezTo>
                <a:lnTo>
                  <a:pt x="49260" y="85999"/>
                </a:lnTo>
                <a:cubicBezTo>
                  <a:pt x="49260" y="85974"/>
                  <a:pt x="49260" y="85949"/>
                  <a:pt x="49235" y="85899"/>
                </a:cubicBezTo>
                <a:close/>
                <a:moveTo>
                  <a:pt x="43734" y="78482"/>
                </a:moveTo>
                <a:cubicBezTo>
                  <a:pt x="43734" y="78506"/>
                  <a:pt x="43759" y="78531"/>
                  <a:pt x="43759" y="78556"/>
                </a:cubicBezTo>
                <a:cubicBezTo>
                  <a:pt x="42912" y="81170"/>
                  <a:pt x="42440" y="83709"/>
                  <a:pt x="42440" y="86024"/>
                </a:cubicBezTo>
                <a:cubicBezTo>
                  <a:pt x="42415" y="86048"/>
                  <a:pt x="42390" y="86048"/>
                  <a:pt x="42390" y="86048"/>
                </a:cubicBezTo>
                <a:cubicBezTo>
                  <a:pt x="42390" y="83684"/>
                  <a:pt x="42863" y="81145"/>
                  <a:pt x="43734" y="78482"/>
                </a:cubicBezTo>
                <a:close/>
                <a:moveTo>
                  <a:pt x="44008" y="85476"/>
                </a:moveTo>
                <a:lnTo>
                  <a:pt x="44008" y="85526"/>
                </a:lnTo>
                <a:cubicBezTo>
                  <a:pt x="43535" y="85750"/>
                  <a:pt x="43062" y="85999"/>
                  <a:pt x="42639" y="86223"/>
                </a:cubicBezTo>
                <a:lnTo>
                  <a:pt x="42639" y="86148"/>
                </a:lnTo>
                <a:cubicBezTo>
                  <a:pt x="43062" y="85949"/>
                  <a:pt x="43535" y="85725"/>
                  <a:pt x="44008" y="85476"/>
                </a:cubicBezTo>
                <a:close/>
                <a:moveTo>
                  <a:pt x="54586" y="79527"/>
                </a:moveTo>
                <a:cubicBezTo>
                  <a:pt x="55931" y="81394"/>
                  <a:pt x="57075" y="83460"/>
                  <a:pt x="57996" y="85650"/>
                </a:cubicBezTo>
                <a:cubicBezTo>
                  <a:pt x="56284" y="86108"/>
                  <a:pt x="54653" y="86346"/>
                  <a:pt x="53148" y="86346"/>
                </a:cubicBezTo>
                <a:cubicBezTo>
                  <a:pt x="51789" y="86346"/>
                  <a:pt x="50531" y="86151"/>
                  <a:pt x="49409" y="85750"/>
                </a:cubicBezTo>
                <a:cubicBezTo>
                  <a:pt x="49235" y="84879"/>
                  <a:pt x="48986" y="84032"/>
                  <a:pt x="48662" y="83211"/>
                </a:cubicBezTo>
                <a:cubicBezTo>
                  <a:pt x="50654" y="82116"/>
                  <a:pt x="52620" y="80871"/>
                  <a:pt x="54586" y="79527"/>
                </a:cubicBezTo>
                <a:close/>
                <a:moveTo>
                  <a:pt x="42440" y="86248"/>
                </a:moveTo>
                <a:lnTo>
                  <a:pt x="42440" y="86322"/>
                </a:lnTo>
                <a:cubicBezTo>
                  <a:pt x="42415" y="86322"/>
                  <a:pt x="42415" y="86347"/>
                  <a:pt x="42390" y="86347"/>
                </a:cubicBezTo>
                <a:lnTo>
                  <a:pt x="42390" y="86272"/>
                </a:lnTo>
                <a:cubicBezTo>
                  <a:pt x="42390" y="86272"/>
                  <a:pt x="42415" y="86248"/>
                  <a:pt x="42440" y="86248"/>
                </a:cubicBezTo>
                <a:close/>
                <a:moveTo>
                  <a:pt x="58071" y="85849"/>
                </a:moveTo>
                <a:cubicBezTo>
                  <a:pt x="58071" y="85874"/>
                  <a:pt x="58071" y="85874"/>
                  <a:pt x="58096" y="85899"/>
                </a:cubicBezTo>
                <a:cubicBezTo>
                  <a:pt x="56354" y="86372"/>
                  <a:pt x="54686" y="86621"/>
                  <a:pt x="53143" y="86621"/>
                </a:cubicBezTo>
                <a:cubicBezTo>
                  <a:pt x="51823" y="86621"/>
                  <a:pt x="50579" y="86422"/>
                  <a:pt x="49484" y="86048"/>
                </a:cubicBezTo>
                <a:cubicBezTo>
                  <a:pt x="49484" y="86030"/>
                  <a:pt x="49484" y="86012"/>
                  <a:pt x="49474" y="86003"/>
                </a:cubicBezTo>
                <a:lnTo>
                  <a:pt x="49474" y="86003"/>
                </a:lnTo>
                <a:cubicBezTo>
                  <a:pt x="50592" y="86363"/>
                  <a:pt x="51841" y="86542"/>
                  <a:pt x="53185" y="86542"/>
                </a:cubicBezTo>
                <a:cubicBezTo>
                  <a:pt x="54709" y="86542"/>
                  <a:pt x="56355" y="86311"/>
                  <a:pt x="58071" y="85849"/>
                </a:cubicBezTo>
                <a:close/>
                <a:moveTo>
                  <a:pt x="2664" y="79203"/>
                </a:moveTo>
                <a:cubicBezTo>
                  <a:pt x="2664" y="79253"/>
                  <a:pt x="2664" y="79278"/>
                  <a:pt x="2688" y="79278"/>
                </a:cubicBezTo>
                <a:cubicBezTo>
                  <a:pt x="2041" y="80722"/>
                  <a:pt x="1593" y="82190"/>
                  <a:pt x="1344" y="83734"/>
                </a:cubicBezTo>
                <a:lnTo>
                  <a:pt x="1344" y="83783"/>
                </a:lnTo>
                <a:cubicBezTo>
                  <a:pt x="1319" y="84082"/>
                  <a:pt x="1295" y="84356"/>
                  <a:pt x="1245" y="84605"/>
                </a:cubicBezTo>
                <a:lnTo>
                  <a:pt x="1245" y="84704"/>
                </a:lnTo>
                <a:cubicBezTo>
                  <a:pt x="1245" y="84854"/>
                  <a:pt x="1220" y="84978"/>
                  <a:pt x="1220" y="85127"/>
                </a:cubicBezTo>
                <a:cubicBezTo>
                  <a:pt x="1220" y="85227"/>
                  <a:pt x="1195" y="85327"/>
                  <a:pt x="1195" y="85401"/>
                </a:cubicBezTo>
                <a:lnTo>
                  <a:pt x="1195" y="85451"/>
                </a:lnTo>
                <a:cubicBezTo>
                  <a:pt x="1170" y="85874"/>
                  <a:pt x="1170" y="86322"/>
                  <a:pt x="1195" y="86745"/>
                </a:cubicBezTo>
                <a:cubicBezTo>
                  <a:pt x="1170" y="86646"/>
                  <a:pt x="1170" y="86571"/>
                  <a:pt x="1120" y="86472"/>
                </a:cubicBezTo>
                <a:cubicBezTo>
                  <a:pt x="1120" y="86123"/>
                  <a:pt x="1095" y="85775"/>
                  <a:pt x="1120" y="85451"/>
                </a:cubicBezTo>
                <a:cubicBezTo>
                  <a:pt x="1120" y="85327"/>
                  <a:pt x="1120" y="85227"/>
                  <a:pt x="1170" y="85103"/>
                </a:cubicBezTo>
                <a:cubicBezTo>
                  <a:pt x="1170" y="84953"/>
                  <a:pt x="1195" y="84779"/>
                  <a:pt x="1195" y="84605"/>
                </a:cubicBezTo>
                <a:cubicBezTo>
                  <a:pt x="1220" y="84331"/>
                  <a:pt x="1245" y="84032"/>
                  <a:pt x="1295" y="83783"/>
                </a:cubicBezTo>
                <a:lnTo>
                  <a:pt x="1295" y="83684"/>
                </a:lnTo>
                <a:cubicBezTo>
                  <a:pt x="1519" y="82165"/>
                  <a:pt x="1991" y="80647"/>
                  <a:pt x="2664" y="79203"/>
                </a:cubicBezTo>
                <a:close/>
                <a:moveTo>
                  <a:pt x="448" y="82091"/>
                </a:moveTo>
                <a:cubicBezTo>
                  <a:pt x="573" y="84406"/>
                  <a:pt x="846" y="85999"/>
                  <a:pt x="946" y="86521"/>
                </a:cubicBezTo>
                <a:lnTo>
                  <a:pt x="946" y="86745"/>
                </a:lnTo>
                <a:lnTo>
                  <a:pt x="946" y="86770"/>
                </a:lnTo>
                <a:cubicBezTo>
                  <a:pt x="896" y="86646"/>
                  <a:pt x="871" y="86496"/>
                  <a:pt x="846" y="86347"/>
                </a:cubicBezTo>
                <a:cubicBezTo>
                  <a:pt x="846" y="86248"/>
                  <a:pt x="822" y="86148"/>
                  <a:pt x="822" y="86073"/>
                </a:cubicBezTo>
                <a:cubicBezTo>
                  <a:pt x="797" y="85974"/>
                  <a:pt x="797" y="85849"/>
                  <a:pt x="747" y="85750"/>
                </a:cubicBezTo>
                <a:cubicBezTo>
                  <a:pt x="672" y="85127"/>
                  <a:pt x="573" y="84480"/>
                  <a:pt x="548" y="83833"/>
                </a:cubicBezTo>
                <a:lnTo>
                  <a:pt x="548" y="83634"/>
                </a:lnTo>
                <a:cubicBezTo>
                  <a:pt x="498" y="83111"/>
                  <a:pt x="473" y="82613"/>
                  <a:pt x="448" y="82091"/>
                </a:cubicBezTo>
                <a:close/>
                <a:moveTo>
                  <a:pt x="69571" y="80473"/>
                </a:moveTo>
                <a:cubicBezTo>
                  <a:pt x="69670" y="80597"/>
                  <a:pt x="69770" y="80747"/>
                  <a:pt x="69894" y="80871"/>
                </a:cubicBezTo>
                <a:cubicBezTo>
                  <a:pt x="67331" y="83012"/>
                  <a:pt x="64692" y="85103"/>
                  <a:pt x="61979" y="87069"/>
                </a:cubicBezTo>
                <a:cubicBezTo>
                  <a:pt x="61506" y="86496"/>
                  <a:pt x="61108" y="85874"/>
                  <a:pt x="60685" y="85252"/>
                </a:cubicBezTo>
                <a:cubicBezTo>
                  <a:pt x="63572" y="84157"/>
                  <a:pt x="66634" y="82539"/>
                  <a:pt x="69571" y="80473"/>
                </a:cubicBezTo>
                <a:close/>
                <a:moveTo>
                  <a:pt x="60486" y="85351"/>
                </a:moveTo>
                <a:lnTo>
                  <a:pt x="61805" y="87218"/>
                </a:lnTo>
                <a:lnTo>
                  <a:pt x="61780" y="87243"/>
                </a:lnTo>
                <a:lnTo>
                  <a:pt x="60461" y="85376"/>
                </a:lnTo>
                <a:cubicBezTo>
                  <a:pt x="60461" y="85351"/>
                  <a:pt x="60486" y="85351"/>
                  <a:pt x="60486" y="85351"/>
                </a:cubicBezTo>
                <a:close/>
                <a:moveTo>
                  <a:pt x="70019" y="81045"/>
                </a:moveTo>
                <a:cubicBezTo>
                  <a:pt x="70019" y="81070"/>
                  <a:pt x="70019" y="81070"/>
                  <a:pt x="70044" y="81120"/>
                </a:cubicBezTo>
                <a:cubicBezTo>
                  <a:pt x="67505" y="83261"/>
                  <a:pt x="64842" y="85351"/>
                  <a:pt x="62153" y="87293"/>
                </a:cubicBezTo>
                <a:cubicBezTo>
                  <a:pt x="62153" y="87268"/>
                  <a:pt x="62103" y="87268"/>
                  <a:pt x="62103" y="87243"/>
                </a:cubicBezTo>
                <a:cubicBezTo>
                  <a:pt x="64842" y="85277"/>
                  <a:pt x="67505" y="83236"/>
                  <a:pt x="70019" y="81045"/>
                </a:cubicBezTo>
                <a:close/>
                <a:moveTo>
                  <a:pt x="43485" y="78407"/>
                </a:moveTo>
                <a:lnTo>
                  <a:pt x="43485" y="78407"/>
                </a:lnTo>
                <a:cubicBezTo>
                  <a:pt x="42639" y="81145"/>
                  <a:pt x="42166" y="83758"/>
                  <a:pt x="42191" y="86148"/>
                </a:cubicBezTo>
                <a:cubicBezTo>
                  <a:pt x="40050" y="87144"/>
                  <a:pt x="37934" y="88015"/>
                  <a:pt x="35843" y="88737"/>
                </a:cubicBezTo>
                <a:cubicBezTo>
                  <a:pt x="35918" y="88438"/>
                  <a:pt x="35943" y="88089"/>
                  <a:pt x="36018" y="87766"/>
                </a:cubicBezTo>
                <a:cubicBezTo>
                  <a:pt x="36042" y="87617"/>
                  <a:pt x="36067" y="87467"/>
                  <a:pt x="36092" y="87268"/>
                </a:cubicBezTo>
                <a:lnTo>
                  <a:pt x="36092" y="87243"/>
                </a:lnTo>
                <a:cubicBezTo>
                  <a:pt x="36167" y="86895"/>
                  <a:pt x="36267" y="86521"/>
                  <a:pt x="36341" y="86148"/>
                </a:cubicBezTo>
                <a:cubicBezTo>
                  <a:pt x="36391" y="86024"/>
                  <a:pt x="36416" y="85874"/>
                  <a:pt x="36441" y="85750"/>
                </a:cubicBezTo>
                <a:cubicBezTo>
                  <a:pt x="36515" y="85526"/>
                  <a:pt x="36565" y="85302"/>
                  <a:pt x="36640" y="85053"/>
                </a:cubicBezTo>
                <a:cubicBezTo>
                  <a:pt x="36690" y="84879"/>
                  <a:pt x="36715" y="84679"/>
                  <a:pt x="36789" y="84505"/>
                </a:cubicBezTo>
                <a:cubicBezTo>
                  <a:pt x="36814" y="84381"/>
                  <a:pt x="36839" y="84281"/>
                  <a:pt x="36889" y="84157"/>
                </a:cubicBezTo>
                <a:cubicBezTo>
                  <a:pt x="37013" y="83734"/>
                  <a:pt x="37138" y="83286"/>
                  <a:pt x="37287" y="82862"/>
                </a:cubicBezTo>
                <a:lnTo>
                  <a:pt x="37287" y="82813"/>
                </a:lnTo>
                <a:cubicBezTo>
                  <a:pt x="37312" y="82763"/>
                  <a:pt x="37312" y="82688"/>
                  <a:pt x="37337" y="82613"/>
                </a:cubicBezTo>
                <a:lnTo>
                  <a:pt x="37337" y="82564"/>
                </a:lnTo>
                <a:cubicBezTo>
                  <a:pt x="37436" y="82290"/>
                  <a:pt x="37561" y="82016"/>
                  <a:pt x="37660" y="81692"/>
                </a:cubicBezTo>
                <a:cubicBezTo>
                  <a:pt x="40125" y="80996"/>
                  <a:pt x="42116" y="79875"/>
                  <a:pt x="43485" y="78407"/>
                </a:cubicBezTo>
                <a:close/>
                <a:moveTo>
                  <a:pt x="60262" y="85451"/>
                </a:moveTo>
                <a:cubicBezTo>
                  <a:pt x="60710" y="86098"/>
                  <a:pt x="61158" y="86720"/>
                  <a:pt x="61606" y="87368"/>
                </a:cubicBezTo>
                <a:cubicBezTo>
                  <a:pt x="60934" y="87841"/>
                  <a:pt x="60237" y="88313"/>
                  <a:pt x="59589" y="88762"/>
                </a:cubicBezTo>
                <a:cubicBezTo>
                  <a:pt x="59291" y="87816"/>
                  <a:pt x="58967" y="86870"/>
                  <a:pt x="58594" y="85974"/>
                </a:cubicBezTo>
                <a:cubicBezTo>
                  <a:pt x="59166" y="85824"/>
                  <a:pt x="59714" y="85625"/>
                  <a:pt x="60262" y="85451"/>
                </a:cubicBezTo>
                <a:close/>
                <a:moveTo>
                  <a:pt x="37461" y="81792"/>
                </a:moveTo>
                <a:cubicBezTo>
                  <a:pt x="36963" y="83236"/>
                  <a:pt x="36565" y="84605"/>
                  <a:pt x="36217" y="85974"/>
                </a:cubicBezTo>
                <a:lnTo>
                  <a:pt x="36217" y="85999"/>
                </a:lnTo>
                <a:cubicBezTo>
                  <a:pt x="36092" y="86496"/>
                  <a:pt x="36018" y="86969"/>
                  <a:pt x="35918" y="87467"/>
                </a:cubicBezTo>
                <a:cubicBezTo>
                  <a:pt x="35918" y="87517"/>
                  <a:pt x="35893" y="87592"/>
                  <a:pt x="35893" y="87641"/>
                </a:cubicBezTo>
                <a:cubicBezTo>
                  <a:pt x="35818" y="88015"/>
                  <a:pt x="35769" y="88438"/>
                  <a:pt x="35694" y="88811"/>
                </a:cubicBezTo>
                <a:cubicBezTo>
                  <a:pt x="35644" y="88836"/>
                  <a:pt x="35644" y="88836"/>
                  <a:pt x="35594" y="88836"/>
                </a:cubicBezTo>
                <a:cubicBezTo>
                  <a:pt x="35769" y="87741"/>
                  <a:pt x="35968" y="86621"/>
                  <a:pt x="36291" y="85476"/>
                </a:cubicBezTo>
                <a:cubicBezTo>
                  <a:pt x="36316" y="85376"/>
                  <a:pt x="36341" y="85277"/>
                  <a:pt x="36391" y="85152"/>
                </a:cubicBezTo>
                <a:cubicBezTo>
                  <a:pt x="36690" y="84032"/>
                  <a:pt x="37038" y="82912"/>
                  <a:pt x="37436" y="81792"/>
                </a:cubicBezTo>
                <a:close/>
                <a:moveTo>
                  <a:pt x="58395" y="85999"/>
                </a:moveTo>
                <a:cubicBezTo>
                  <a:pt x="58768" y="86944"/>
                  <a:pt x="59117" y="87865"/>
                  <a:pt x="59390" y="88836"/>
                </a:cubicBezTo>
                <a:cubicBezTo>
                  <a:pt x="59365" y="88836"/>
                  <a:pt x="59365" y="88861"/>
                  <a:pt x="59341" y="88861"/>
                </a:cubicBezTo>
                <a:cubicBezTo>
                  <a:pt x="59067" y="87915"/>
                  <a:pt x="58718" y="86969"/>
                  <a:pt x="58345" y="86024"/>
                </a:cubicBezTo>
                <a:cubicBezTo>
                  <a:pt x="58370" y="86024"/>
                  <a:pt x="58370" y="86024"/>
                  <a:pt x="58395" y="85999"/>
                </a:cubicBezTo>
                <a:close/>
                <a:moveTo>
                  <a:pt x="42191" y="86372"/>
                </a:moveTo>
                <a:lnTo>
                  <a:pt x="42191" y="86422"/>
                </a:lnTo>
                <a:cubicBezTo>
                  <a:pt x="40050" y="87417"/>
                  <a:pt x="37909" y="88289"/>
                  <a:pt x="35818" y="89010"/>
                </a:cubicBezTo>
                <a:lnTo>
                  <a:pt x="35818" y="88961"/>
                </a:lnTo>
                <a:cubicBezTo>
                  <a:pt x="37909" y="88239"/>
                  <a:pt x="40050" y="87368"/>
                  <a:pt x="42191" y="86372"/>
                </a:cubicBezTo>
                <a:close/>
                <a:moveTo>
                  <a:pt x="61705" y="87492"/>
                </a:moveTo>
                <a:cubicBezTo>
                  <a:pt x="61705" y="87517"/>
                  <a:pt x="61730" y="87517"/>
                  <a:pt x="61730" y="87567"/>
                </a:cubicBezTo>
                <a:cubicBezTo>
                  <a:pt x="61058" y="88065"/>
                  <a:pt x="60336" y="88513"/>
                  <a:pt x="59664" y="89010"/>
                </a:cubicBezTo>
                <a:cubicBezTo>
                  <a:pt x="59664" y="88986"/>
                  <a:pt x="59664" y="88986"/>
                  <a:pt x="59614" y="88961"/>
                </a:cubicBezTo>
                <a:cubicBezTo>
                  <a:pt x="60336" y="88463"/>
                  <a:pt x="61033" y="87990"/>
                  <a:pt x="61705" y="87492"/>
                </a:cubicBezTo>
                <a:close/>
                <a:moveTo>
                  <a:pt x="80598" y="71263"/>
                </a:moveTo>
                <a:cubicBezTo>
                  <a:pt x="83211" y="73304"/>
                  <a:pt x="85875" y="75246"/>
                  <a:pt x="88364" y="76814"/>
                </a:cubicBezTo>
                <a:cubicBezTo>
                  <a:pt x="84804" y="81269"/>
                  <a:pt x="80448" y="85476"/>
                  <a:pt x="75520" y="89010"/>
                </a:cubicBezTo>
                <a:cubicBezTo>
                  <a:pt x="74101" y="86447"/>
                  <a:pt x="72384" y="83659"/>
                  <a:pt x="70492" y="80971"/>
                </a:cubicBezTo>
                <a:cubicBezTo>
                  <a:pt x="74051" y="77884"/>
                  <a:pt x="77436" y="74648"/>
                  <a:pt x="80598" y="71263"/>
                </a:cubicBezTo>
                <a:close/>
                <a:moveTo>
                  <a:pt x="88948" y="88600"/>
                </a:moveTo>
                <a:lnTo>
                  <a:pt x="88948" y="88600"/>
                </a:lnTo>
                <a:cubicBezTo>
                  <a:pt x="88796" y="88744"/>
                  <a:pt x="88644" y="88888"/>
                  <a:pt x="88488" y="89035"/>
                </a:cubicBezTo>
                <a:lnTo>
                  <a:pt x="88470" y="89071"/>
                </a:lnTo>
                <a:lnTo>
                  <a:pt x="88470" y="89071"/>
                </a:lnTo>
                <a:lnTo>
                  <a:pt x="88563" y="88986"/>
                </a:lnTo>
                <a:lnTo>
                  <a:pt x="88948" y="88600"/>
                </a:lnTo>
                <a:close/>
                <a:moveTo>
                  <a:pt x="35594" y="89010"/>
                </a:moveTo>
                <a:lnTo>
                  <a:pt x="35594" y="89085"/>
                </a:lnTo>
                <a:lnTo>
                  <a:pt x="35545" y="89085"/>
                </a:lnTo>
                <a:lnTo>
                  <a:pt x="35545" y="89060"/>
                </a:lnTo>
                <a:cubicBezTo>
                  <a:pt x="35570" y="89060"/>
                  <a:pt x="35594" y="89010"/>
                  <a:pt x="35594" y="89010"/>
                </a:cubicBezTo>
                <a:close/>
                <a:moveTo>
                  <a:pt x="43983" y="85775"/>
                </a:moveTo>
                <a:lnTo>
                  <a:pt x="43983" y="85775"/>
                </a:lnTo>
                <a:cubicBezTo>
                  <a:pt x="43734" y="86895"/>
                  <a:pt x="43410" y="87990"/>
                  <a:pt x="42937" y="89085"/>
                </a:cubicBezTo>
                <a:cubicBezTo>
                  <a:pt x="42738" y="88239"/>
                  <a:pt x="42639" y="87343"/>
                  <a:pt x="42639" y="86447"/>
                </a:cubicBezTo>
                <a:cubicBezTo>
                  <a:pt x="43062" y="86223"/>
                  <a:pt x="43535" y="85999"/>
                  <a:pt x="43983" y="85775"/>
                </a:cubicBezTo>
                <a:close/>
                <a:moveTo>
                  <a:pt x="59490" y="89060"/>
                </a:moveTo>
                <a:cubicBezTo>
                  <a:pt x="59490" y="89085"/>
                  <a:pt x="59490" y="89085"/>
                  <a:pt x="59540" y="89110"/>
                </a:cubicBezTo>
                <a:cubicBezTo>
                  <a:pt x="59490" y="89110"/>
                  <a:pt x="59490" y="89135"/>
                  <a:pt x="59465" y="89135"/>
                </a:cubicBezTo>
                <a:cubicBezTo>
                  <a:pt x="59440" y="89110"/>
                  <a:pt x="59440" y="89085"/>
                  <a:pt x="59440" y="89085"/>
                </a:cubicBezTo>
                <a:cubicBezTo>
                  <a:pt x="59465" y="89085"/>
                  <a:pt x="59465" y="89060"/>
                  <a:pt x="59490" y="89060"/>
                </a:cubicBezTo>
                <a:close/>
                <a:moveTo>
                  <a:pt x="70318" y="81120"/>
                </a:moveTo>
                <a:cubicBezTo>
                  <a:pt x="72234" y="83833"/>
                  <a:pt x="73927" y="86571"/>
                  <a:pt x="75370" y="89160"/>
                </a:cubicBezTo>
                <a:lnTo>
                  <a:pt x="75346" y="89210"/>
                </a:lnTo>
                <a:cubicBezTo>
                  <a:pt x="73902" y="86596"/>
                  <a:pt x="72184" y="83833"/>
                  <a:pt x="70293" y="81145"/>
                </a:cubicBezTo>
                <a:lnTo>
                  <a:pt x="70318" y="81120"/>
                </a:lnTo>
                <a:close/>
                <a:moveTo>
                  <a:pt x="88538" y="76938"/>
                </a:moveTo>
                <a:cubicBezTo>
                  <a:pt x="88563" y="76938"/>
                  <a:pt x="88563" y="76988"/>
                  <a:pt x="88588" y="76988"/>
                </a:cubicBezTo>
                <a:cubicBezTo>
                  <a:pt x="84978" y="81468"/>
                  <a:pt x="80598" y="85700"/>
                  <a:pt x="75644" y="89234"/>
                </a:cubicBezTo>
                <a:cubicBezTo>
                  <a:pt x="75619" y="89234"/>
                  <a:pt x="75619" y="89234"/>
                  <a:pt x="75619" y="89210"/>
                </a:cubicBezTo>
                <a:cubicBezTo>
                  <a:pt x="80573" y="85650"/>
                  <a:pt x="84954" y="81419"/>
                  <a:pt x="88538" y="76938"/>
                </a:cubicBezTo>
                <a:close/>
                <a:moveTo>
                  <a:pt x="42440" y="86496"/>
                </a:moveTo>
                <a:cubicBezTo>
                  <a:pt x="42489" y="87492"/>
                  <a:pt x="42614" y="88413"/>
                  <a:pt x="42788" y="89334"/>
                </a:cubicBezTo>
                <a:cubicBezTo>
                  <a:pt x="42788" y="89359"/>
                  <a:pt x="42763" y="89384"/>
                  <a:pt x="42763" y="89434"/>
                </a:cubicBezTo>
                <a:cubicBezTo>
                  <a:pt x="42514" y="88513"/>
                  <a:pt x="42390" y="87567"/>
                  <a:pt x="42390" y="86521"/>
                </a:cubicBezTo>
                <a:cubicBezTo>
                  <a:pt x="42415" y="86521"/>
                  <a:pt x="42415" y="86496"/>
                  <a:pt x="42440" y="86496"/>
                </a:cubicBezTo>
                <a:close/>
                <a:moveTo>
                  <a:pt x="44173" y="85695"/>
                </a:moveTo>
                <a:lnTo>
                  <a:pt x="44173" y="85695"/>
                </a:lnTo>
                <a:cubicBezTo>
                  <a:pt x="43924" y="86974"/>
                  <a:pt x="43528" y="88228"/>
                  <a:pt x="42987" y="89458"/>
                </a:cubicBezTo>
                <a:lnTo>
                  <a:pt x="42987" y="89434"/>
                </a:lnTo>
                <a:cubicBezTo>
                  <a:pt x="43528" y="88228"/>
                  <a:pt x="43924" y="86974"/>
                  <a:pt x="44173" y="85695"/>
                </a:cubicBezTo>
                <a:close/>
                <a:moveTo>
                  <a:pt x="37187" y="81867"/>
                </a:moveTo>
                <a:lnTo>
                  <a:pt x="37187" y="81867"/>
                </a:lnTo>
                <a:cubicBezTo>
                  <a:pt x="36316" y="84306"/>
                  <a:pt x="35719" y="86671"/>
                  <a:pt x="35395" y="88911"/>
                </a:cubicBezTo>
                <a:cubicBezTo>
                  <a:pt x="34400" y="89259"/>
                  <a:pt x="33404" y="89558"/>
                  <a:pt x="32433" y="89832"/>
                </a:cubicBezTo>
                <a:cubicBezTo>
                  <a:pt x="32284" y="87268"/>
                  <a:pt x="32458" y="84779"/>
                  <a:pt x="32981" y="82489"/>
                </a:cubicBezTo>
                <a:cubicBezTo>
                  <a:pt x="34474" y="82389"/>
                  <a:pt x="35893" y="82215"/>
                  <a:pt x="37187" y="81867"/>
                </a:cubicBezTo>
                <a:close/>
                <a:moveTo>
                  <a:pt x="93631" y="88605"/>
                </a:moveTo>
                <a:lnTo>
                  <a:pt x="93631" y="88605"/>
                </a:lnTo>
                <a:cubicBezTo>
                  <a:pt x="93444" y="88800"/>
                  <a:pt x="93259" y="88988"/>
                  <a:pt x="93093" y="89185"/>
                </a:cubicBezTo>
                <a:cubicBezTo>
                  <a:pt x="92862" y="89418"/>
                  <a:pt x="92629" y="89652"/>
                  <a:pt x="92395" y="89884"/>
                </a:cubicBezTo>
                <a:lnTo>
                  <a:pt x="92395" y="89884"/>
                </a:lnTo>
                <a:cubicBezTo>
                  <a:pt x="92440" y="89839"/>
                  <a:pt x="92482" y="89796"/>
                  <a:pt x="92520" y="89757"/>
                </a:cubicBezTo>
                <a:cubicBezTo>
                  <a:pt x="92794" y="89458"/>
                  <a:pt x="93143" y="89135"/>
                  <a:pt x="93441" y="88786"/>
                </a:cubicBezTo>
                <a:lnTo>
                  <a:pt x="93631" y="88605"/>
                </a:lnTo>
                <a:close/>
                <a:moveTo>
                  <a:pt x="32807" y="82489"/>
                </a:moveTo>
                <a:cubicBezTo>
                  <a:pt x="32284" y="84804"/>
                  <a:pt x="32110" y="87293"/>
                  <a:pt x="32284" y="89882"/>
                </a:cubicBezTo>
                <a:cubicBezTo>
                  <a:pt x="32234" y="89882"/>
                  <a:pt x="32234" y="89882"/>
                  <a:pt x="32209" y="89931"/>
                </a:cubicBezTo>
                <a:cubicBezTo>
                  <a:pt x="32035" y="87343"/>
                  <a:pt x="32209" y="84804"/>
                  <a:pt x="32732" y="82489"/>
                </a:cubicBezTo>
                <a:close/>
                <a:moveTo>
                  <a:pt x="35346" y="89110"/>
                </a:moveTo>
                <a:lnTo>
                  <a:pt x="35346" y="89160"/>
                </a:lnTo>
                <a:cubicBezTo>
                  <a:pt x="34400" y="89508"/>
                  <a:pt x="33429" y="89782"/>
                  <a:pt x="32458" y="90081"/>
                </a:cubicBezTo>
                <a:lnTo>
                  <a:pt x="32458" y="90031"/>
                </a:lnTo>
                <a:cubicBezTo>
                  <a:pt x="33404" y="89757"/>
                  <a:pt x="34350" y="89458"/>
                  <a:pt x="35346" y="89110"/>
                </a:cubicBezTo>
                <a:close/>
                <a:moveTo>
                  <a:pt x="88737" y="77063"/>
                </a:moveTo>
                <a:cubicBezTo>
                  <a:pt x="88936" y="77187"/>
                  <a:pt x="89110" y="77312"/>
                  <a:pt x="89309" y="77411"/>
                </a:cubicBezTo>
                <a:cubicBezTo>
                  <a:pt x="89285" y="77436"/>
                  <a:pt x="89235" y="77511"/>
                  <a:pt x="89185" y="77536"/>
                </a:cubicBezTo>
                <a:cubicBezTo>
                  <a:pt x="89061" y="77685"/>
                  <a:pt x="88936" y="77809"/>
                  <a:pt x="88787" y="77959"/>
                </a:cubicBezTo>
                <a:cubicBezTo>
                  <a:pt x="88189" y="78631"/>
                  <a:pt x="87567" y="79278"/>
                  <a:pt x="86970" y="79900"/>
                </a:cubicBezTo>
                <a:cubicBezTo>
                  <a:pt x="86721" y="80149"/>
                  <a:pt x="86497" y="80398"/>
                  <a:pt x="86248" y="80647"/>
                </a:cubicBezTo>
                <a:cubicBezTo>
                  <a:pt x="85800" y="81145"/>
                  <a:pt x="85302" y="81618"/>
                  <a:pt x="84829" y="82116"/>
                </a:cubicBezTo>
                <a:cubicBezTo>
                  <a:pt x="84481" y="82439"/>
                  <a:pt x="84107" y="82788"/>
                  <a:pt x="83759" y="83136"/>
                </a:cubicBezTo>
                <a:cubicBezTo>
                  <a:pt x="83336" y="83534"/>
                  <a:pt x="82937" y="83933"/>
                  <a:pt x="82489" y="84381"/>
                </a:cubicBezTo>
                <a:cubicBezTo>
                  <a:pt x="82191" y="84655"/>
                  <a:pt x="81867" y="84978"/>
                  <a:pt x="81568" y="85252"/>
                </a:cubicBezTo>
                <a:cubicBezTo>
                  <a:pt x="80971" y="85775"/>
                  <a:pt x="80398" y="86297"/>
                  <a:pt x="79826" y="86845"/>
                </a:cubicBezTo>
                <a:cubicBezTo>
                  <a:pt x="79502" y="87119"/>
                  <a:pt x="79204" y="87368"/>
                  <a:pt x="78905" y="87641"/>
                </a:cubicBezTo>
                <a:lnTo>
                  <a:pt x="77511" y="88861"/>
                </a:lnTo>
                <a:cubicBezTo>
                  <a:pt x="77212" y="89135"/>
                  <a:pt x="76864" y="89434"/>
                  <a:pt x="76515" y="89707"/>
                </a:cubicBezTo>
                <a:lnTo>
                  <a:pt x="76043" y="90081"/>
                </a:lnTo>
                <a:cubicBezTo>
                  <a:pt x="75968" y="89857"/>
                  <a:pt x="75819" y="89633"/>
                  <a:pt x="75744" y="89434"/>
                </a:cubicBezTo>
                <a:cubicBezTo>
                  <a:pt x="80722" y="85849"/>
                  <a:pt x="85128" y="81593"/>
                  <a:pt x="88737" y="77063"/>
                </a:cubicBezTo>
                <a:close/>
                <a:moveTo>
                  <a:pt x="32284" y="90081"/>
                </a:moveTo>
                <a:lnTo>
                  <a:pt x="32284" y="90106"/>
                </a:lnTo>
                <a:cubicBezTo>
                  <a:pt x="32234" y="90106"/>
                  <a:pt x="32234" y="90106"/>
                  <a:pt x="32209" y="90131"/>
                </a:cubicBezTo>
                <a:lnTo>
                  <a:pt x="32209" y="90081"/>
                </a:lnTo>
                <a:close/>
                <a:moveTo>
                  <a:pt x="8040" y="73055"/>
                </a:moveTo>
                <a:cubicBezTo>
                  <a:pt x="9384" y="74424"/>
                  <a:pt x="10927" y="75669"/>
                  <a:pt x="12645" y="76789"/>
                </a:cubicBezTo>
                <a:lnTo>
                  <a:pt x="12670" y="76814"/>
                </a:lnTo>
                <a:cubicBezTo>
                  <a:pt x="12695" y="76864"/>
                  <a:pt x="12744" y="76913"/>
                  <a:pt x="12769" y="76938"/>
                </a:cubicBezTo>
                <a:lnTo>
                  <a:pt x="12894" y="77063"/>
                </a:lnTo>
                <a:cubicBezTo>
                  <a:pt x="12944" y="77162"/>
                  <a:pt x="13043" y="77237"/>
                  <a:pt x="13118" y="77312"/>
                </a:cubicBezTo>
                <a:cubicBezTo>
                  <a:pt x="13242" y="77411"/>
                  <a:pt x="13317" y="77536"/>
                  <a:pt x="13441" y="77635"/>
                </a:cubicBezTo>
                <a:cubicBezTo>
                  <a:pt x="13616" y="77785"/>
                  <a:pt x="13790" y="77934"/>
                  <a:pt x="13989" y="78108"/>
                </a:cubicBezTo>
                <a:cubicBezTo>
                  <a:pt x="14113" y="78183"/>
                  <a:pt x="14238" y="78282"/>
                  <a:pt x="14313" y="78382"/>
                </a:cubicBezTo>
                <a:cubicBezTo>
                  <a:pt x="14512" y="78531"/>
                  <a:pt x="14686" y="78656"/>
                  <a:pt x="14910" y="78805"/>
                </a:cubicBezTo>
                <a:cubicBezTo>
                  <a:pt x="15034" y="78905"/>
                  <a:pt x="15159" y="78954"/>
                  <a:pt x="15283" y="79029"/>
                </a:cubicBezTo>
                <a:cubicBezTo>
                  <a:pt x="15507" y="79154"/>
                  <a:pt x="15682" y="79303"/>
                  <a:pt x="15906" y="79427"/>
                </a:cubicBezTo>
                <a:lnTo>
                  <a:pt x="16279" y="79627"/>
                </a:lnTo>
                <a:lnTo>
                  <a:pt x="16304" y="79627"/>
                </a:lnTo>
                <a:cubicBezTo>
                  <a:pt x="15632" y="81618"/>
                  <a:pt x="15034" y="83559"/>
                  <a:pt x="14561" y="85501"/>
                </a:cubicBezTo>
                <a:cubicBezTo>
                  <a:pt x="13889" y="87019"/>
                  <a:pt x="13367" y="88587"/>
                  <a:pt x="12944" y="90155"/>
                </a:cubicBezTo>
                <a:cubicBezTo>
                  <a:pt x="9658" y="88861"/>
                  <a:pt x="7044" y="86770"/>
                  <a:pt x="5227" y="83958"/>
                </a:cubicBezTo>
                <a:lnTo>
                  <a:pt x="5227" y="83858"/>
                </a:lnTo>
                <a:lnTo>
                  <a:pt x="5227" y="83833"/>
                </a:lnTo>
                <a:cubicBezTo>
                  <a:pt x="5327" y="83111"/>
                  <a:pt x="5451" y="82389"/>
                  <a:pt x="5601" y="81668"/>
                </a:cubicBezTo>
                <a:cubicBezTo>
                  <a:pt x="5650" y="81593"/>
                  <a:pt x="5650" y="81493"/>
                  <a:pt x="5675" y="81419"/>
                </a:cubicBezTo>
                <a:cubicBezTo>
                  <a:pt x="6198" y="78730"/>
                  <a:pt x="7019" y="75918"/>
                  <a:pt x="8040" y="73055"/>
                </a:cubicBezTo>
                <a:close/>
                <a:moveTo>
                  <a:pt x="14362" y="86397"/>
                </a:moveTo>
                <a:cubicBezTo>
                  <a:pt x="14313" y="86521"/>
                  <a:pt x="14288" y="86646"/>
                  <a:pt x="14288" y="86745"/>
                </a:cubicBezTo>
                <a:cubicBezTo>
                  <a:pt x="13865" y="87865"/>
                  <a:pt x="13491" y="89010"/>
                  <a:pt x="13192" y="90205"/>
                </a:cubicBezTo>
                <a:cubicBezTo>
                  <a:pt x="13168" y="90205"/>
                  <a:pt x="13143" y="90180"/>
                  <a:pt x="13143" y="90180"/>
                </a:cubicBezTo>
                <a:cubicBezTo>
                  <a:pt x="13441" y="88886"/>
                  <a:pt x="13865" y="87617"/>
                  <a:pt x="14362" y="86397"/>
                </a:cubicBezTo>
                <a:close/>
                <a:moveTo>
                  <a:pt x="75570" y="89533"/>
                </a:moveTo>
                <a:cubicBezTo>
                  <a:pt x="75694" y="89757"/>
                  <a:pt x="75794" y="89981"/>
                  <a:pt x="75918" y="90205"/>
                </a:cubicBezTo>
                <a:lnTo>
                  <a:pt x="75893" y="90230"/>
                </a:lnTo>
                <a:lnTo>
                  <a:pt x="75520" y="89583"/>
                </a:lnTo>
                <a:lnTo>
                  <a:pt x="75570" y="89533"/>
                </a:lnTo>
                <a:close/>
                <a:moveTo>
                  <a:pt x="89459" y="77511"/>
                </a:moveTo>
                <a:cubicBezTo>
                  <a:pt x="89484" y="77511"/>
                  <a:pt x="89484" y="77536"/>
                  <a:pt x="89509" y="77536"/>
                </a:cubicBezTo>
                <a:cubicBezTo>
                  <a:pt x="89110" y="77984"/>
                  <a:pt x="88737" y="78407"/>
                  <a:pt x="88339" y="78805"/>
                </a:cubicBezTo>
                <a:cubicBezTo>
                  <a:pt x="87990" y="79178"/>
                  <a:pt x="87642" y="79552"/>
                  <a:pt x="87318" y="79900"/>
                </a:cubicBezTo>
                <a:cubicBezTo>
                  <a:pt x="86945" y="80299"/>
                  <a:pt x="86522" y="80722"/>
                  <a:pt x="86148" y="81120"/>
                </a:cubicBezTo>
                <a:cubicBezTo>
                  <a:pt x="85949" y="81344"/>
                  <a:pt x="85750" y="81543"/>
                  <a:pt x="85526" y="81742"/>
                </a:cubicBezTo>
                <a:cubicBezTo>
                  <a:pt x="84879" y="82414"/>
                  <a:pt x="84207" y="83086"/>
                  <a:pt x="83510" y="83734"/>
                </a:cubicBezTo>
                <a:lnTo>
                  <a:pt x="82863" y="84381"/>
                </a:lnTo>
                <a:cubicBezTo>
                  <a:pt x="82340" y="84879"/>
                  <a:pt x="81792" y="85376"/>
                  <a:pt x="81245" y="85874"/>
                </a:cubicBezTo>
                <a:cubicBezTo>
                  <a:pt x="80847" y="86248"/>
                  <a:pt x="80473" y="86596"/>
                  <a:pt x="80050" y="86969"/>
                </a:cubicBezTo>
                <a:cubicBezTo>
                  <a:pt x="79677" y="87318"/>
                  <a:pt x="79303" y="87617"/>
                  <a:pt x="78930" y="87965"/>
                </a:cubicBezTo>
                <a:cubicBezTo>
                  <a:pt x="78532" y="88338"/>
                  <a:pt x="78108" y="88712"/>
                  <a:pt x="77660" y="89060"/>
                </a:cubicBezTo>
                <a:lnTo>
                  <a:pt x="76441" y="90081"/>
                </a:lnTo>
                <a:cubicBezTo>
                  <a:pt x="76366" y="90131"/>
                  <a:pt x="76291" y="90205"/>
                  <a:pt x="76192" y="90255"/>
                </a:cubicBezTo>
                <a:cubicBezTo>
                  <a:pt x="76192" y="90230"/>
                  <a:pt x="76167" y="90230"/>
                  <a:pt x="76167" y="90205"/>
                </a:cubicBezTo>
                <a:cubicBezTo>
                  <a:pt x="76341" y="90106"/>
                  <a:pt x="76491" y="89981"/>
                  <a:pt x="76640" y="89857"/>
                </a:cubicBezTo>
                <a:cubicBezTo>
                  <a:pt x="76914" y="89608"/>
                  <a:pt x="77212" y="89384"/>
                  <a:pt x="77511" y="89135"/>
                </a:cubicBezTo>
                <a:cubicBezTo>
                  <a:pt x="78034" y="88712"/>
                  <a:pt x="78581" y="88239"/>
                  <a:pt x="79079" y="87766"/>
                </a:cubicBezTo>
                <a:lnTo>
                  <a:pt x="79901" y="87019"/>
                </a:lnTo>
                <a:cubicBezTo>
                  <a:pt x="80523" y="86472"/>
                  <a:pt x="81145" y="85899"/>
                  <a:pt x="81743" y="85351"/>
                </a:cubicBezTo>
                <a:cubicBezTo>
                  <a:pt x="81991" y="85103"/>
                  <a:pt x="82265" y="84854"/>
                  <a:pt x="82514" y="84605"/>
                </a:cubicBezTo>
                <a:cubicBezTo>
                  <a:pt x="83062" y="84107"/>
                  <a:pt x="83560" y="83609"/>
                  <a:pt x="84082" y="83111"/>
                </a:cubicBezTo>
                <a:lnTo>
                  <a:pt x="84655" y="82514"/>
                </a:lnTo>
                <a:cubicBezTo>
                  <a:pt x="85277" y="81892"/>
                  <a:pt x="85899" y="81269"/>
                  <a:pt x="86497" y="80647"/>
                </a:cubicBezTo>
                <a:lnTo>
                  <a:pt x="86995" y="80149"/>
                </a:lnTo>
                <a:cubicBezTo>
                  <a:pt x="87692" y="79427"/>
                  <a:pt x="88364" y="78730"/>
                  <a:pt x="89011" y="78009"/>
                </a:cubicBezTo>
                <a:cubicBezTo>
                  <a:pt x="89061" y="77984"/>
                  <a:pt x="89085" y="77934"/>
                  <a:pt x="89085" y="77909"/>
                </a:cubicBezTo>
                <a:cubicBezTo>
                  <a:pt x="89210" y="77785"/>
                  <a:pt x="89334" y="77635"/>
                  <a:pt x="89459" y="77511"/>
                </a:cubicBezTo>
                <a:close/>
                <a:moveTo>
                  <a:pt x="5202" y="84256"/>
                </a:moveTo>
                <a:cubicBezTo>
                  <a:pt x="7044" y="86994"/>
                  <a:pt x="9633" y="89060"/>
                  <a:pt x="12919" y="90305"/>
                </a:cubicBezTo>
                <a:lnTo>
                  <a:pt x="12919" y="90355"/>
                </a:lnTo>
                <a:cubicBezTo>
                  <a:pt x="9658" y="89110"/>
                  <a:pt x="7044" y="87094"/>
                  <a:pt x="5202" y="84356"/>
                </a:cubicBezTo>
                <a:cubicBezTo>
                  <a:pt x="5178" y="84331"/>
                  <a:pt x="5202" y="84281"/>
                  <a:pt x="5202" y="84256"/>
                </a:cubicBezTo>
                <a:close/>
                <a:moveTo>
                  <a:pt x="14064" y="87890"/>
                </a:moveTo>
                <a:lnTo>
                  <a:pt x="14064" y="87890"/>
                </a:lnTo>
                <a:cubicBezTo>
                  <a:pt x="13914" y="88737"/>
                  <a:pt x="13790" y="89558"/>
                  <a:pt x="13690" y="90355"/>
                </a:cubicBezTo>
                <a:cubicBezTo>
                  <a:pt x="13616" y="90330"/>
                  <a:pt x="13491" y="90305"/>
                  <a:pt x="13392" y="90255"/>
                </a:cubicBezTo>
                <a:cubicBezTo>
                  <a:pt x="13566" y="89483"/>
                  <a:pt x="13790" y="88662"/>
                  <a:pt x="14064" y="87890"/>
                </a:cubicBezTo>
                <a:close/>
                <a:moveTo>
                  <a:pt x="13118" y="90355"/>
                </a:moveTo>
                <a:cubicBezTo>
                  <a:pt x="13143" y="90379"/>
                  <a:pt x="13168" y="90379"/>
                  <a:pt x="13168" y="90379"/>
                </a:cubicBezTo>
                <a:lnTo>
                  <a:pt x="13168" y="90454"/>
                </a:lnTo>
                <a:lnTo>
                  <a:pt x="13118" y="90454"/>
                </a:lnTo>
                <a:cubicBezTo>
                  <a:pt x="13068" y="90379"/>
                  <a:pt x="13068" y="90379"/>
                  <a:pt x="13118" y="90355"/>
                </a:cubicBezTo>
                <a:close/>
                <a:moveTo>
                  <a:pt x="14611" y="86496"/>
                </a:moveTo>
                <a:lnTo>
                  <a:pt x="14611" y="86496"/>
                </a:lnTo>
                <a:cubicBezTo>
                  <a:pt x="14313" y="87841"/>
                  <a:pt x="14113" y="89135"/>
                  <a:pt x="13939" y="90454"/>
                </a:cubicBezTo>
                <a:cubicBezTo>
                  <a:pt x="13914" y="90454"/>
                  <a:pt x="13889" y="90404"/>
                  <a:pt x="13865" y="90404"/>
                </a:cubicBezTo>
                <a:cubicBezTo>
                  <a:pt x="14014" y="89234"/>
                  <a:pt x="14188" y="88040"/>
                  <a:pt x="14437" y="86845"/>
                </a:cubicBezTo>
                <a:cubicBezTo>
                  <a:pt x="14487" y="86720"/>
                  <a:pt x="14537" y="86621"/>
                  <a:pt x="14611" y="86496"/>
                </a:cubicBezTo>
                <a:close/>
                <a:moveTo>
                  <a:pt x="75993" y="90379"/>
                </a:moveTo>
                <a:cubicBezTo>
                  <a:pt x="75993" y="90404"/>
                  <a:pt x="76018" y="90404"/>
                  <a:pt x="76018" y="90454"/>
                </a:cubicBezTo>
                <a:lnTo>
                  <a:pt x="75993" y="90479"/>
                </a:lnTo>
                <a:cubicBezTo>
                  <a:pt x="75993" y="90454"/>
                  <a:pt x="75993" y="90404"/>
                  <a:pt x="75968" y="90404"/>
                </a:cubicBezTo>
                <a:lnTo>
                  <a:pt x="75993" y="90379"/>
                </a:lnTo>
                <a:close/>
                <a:moveTo>
                  <a:pt x="13317" y="90454"/>
                </a:moveTo>
                <a:cubicBezTo>
                  <a:pt x="13441" y="90479"/>
                  <a:pt x="13541" y="90504"/>
                  <a:pt x="13665" y="90579"/>
                </a:cubicBezTo>
                <a:lnTo>
                  <a:pt x="13665" y="90628"/>
                </a:lnTo>
                <a:cubicBezTo>
                  <a:pt x="13541" y="90603"/>
                  <a:pt x="13441" y="90579"/>
                  <a:pt x="13317" y="90529"/>
                </a:cubicBezTo>
                <a:lnTo>
                  <a:pt x="13317" y="90454"/>
                </a:lnTo>
                <a:close/>
                <a:moveTo>
                  <a:pt x="88470" y="89071"/>
                </a:moveTo>
                <a:lnTo>
                  <a:pt x="88239" y="89284"/>
                </a:lnTo>
                <a:lnTo>
                  <a:pt x="87044" y="90404"/>
                </a:lnTo>
                <a:cubicBezTo>
                  <a:pt x="86970" y="90479"/>
                  <a:pt x="86895" y="90563"/>
                  <a:pt x="86820" y="90634"/>
                </a:cubicBezTo>
                <a:lnTo>
                  <a:pt x="86820" y="90634"/>
                </a:lnTo>
                <a:cubicBezTo>
                  <a:pt x="86870" y="90588"/>
                  <a:pt x="86920" y="90544"/>
                  <a:pt x="86970" y="90504"/>
                </a:cubicBezTo>
                <a:cubicBezTo>
                  <a:pt x="87368" y="90131"/>
                  <a:pt x="87791" y="89757"/>
                  <a:pt x="88189" y="89359"/>
                </a:cubicBezTo>
                <a:lnTo>
                  <a:pt x="88289" y="89259"/>
                </a:lnTo>
                <a:lnTo>
                  <a:pt x="88463" y="89085"/>
                </a:lnTo>
                <a:lnTo>
                  <a:pt x="88470" y="89071"/>
                </a:lnTo>
                <a:close/>
                <a:moveTo>
                  <a:pt x="86820" y="90634"/>
                </a:moveTo>
                <a:lnTo>
                  <a:pt x="86820" y="90634"/>
                </a:lnTo>
                <a:cubicBezTo>
                  <a:pt x="86813" y="90640"/>
                  <a:pt x="86806" y="90647"/>
                  <a:pt x="86799" y="90654"/>
                </a:cubicBezTo>
                <a:lnTo>
                  <a:pt x="86799" y="90654"/>
                </a:lnTo>
                <a:cubicBezTo>
                  <a:pt x="86806" y="90647"/>
                  <a:pt x="86813" y="90641"/>
                  <a:pt x="86820" y="90634"/>
                </a:cubicBezTo>
                <a:close/>
                <a:moveTo>
                  <a:pt x="13865" y="90603"/>
                </a:moveTo>
                <a:cubicBezTo>
                  <a:pt x="13889" y="90603"/>
                  <a:pt x="13889" y="90603"/>
                  <a:pt x="13914" y="90628"/>
                </a:cubicBezTo>
                <a:lnTo>
                  <a:pt x="13914" y="90678"/>
                </a:lnTo>
                <a:cubicBezTo>
                  <a:pt x="13889" y="90678"/>
                  <a:pt x="13889" y="90678"/>
                  <a:pt x="13865" y="90628"/>
                </a:cubicBezTo>
                <a:cubicBezTo>
                  <a:pt x="13815" y="90628"/>
                  <a:pt x="13865" y="90628"/>
                  <a:pt x="13865" y="90603"/>
                </a:cubicBezTo>
                <a:close/>
                <a:moveTo>
                  <a:pt x="27505" y="82265"/>
                </a:moveTo>
                <a:cubicBezTo>
                  <a:pt x="28849" y="82464"/>
                  <a:pt x="30193" y="82539"/>
                  <a:pt x="31537" y="82539"/>
                </a:cubicBezTo>
                <a:cubicBezTo>
                  <a:pt x="31861" y="82539"/>
                  <a:pt x="32184" y="82514"/>
                  <a:pt x="32533" y="82514"/>
                </a:cubicBezTo>
                <a:cubicBezTo>
                  <a:pt x="32035" y="84854"/>
                  <a:pt x="31861" y="87368"/>
                  <a:pt x="31985" y="89956"/>
                </a:cubicBezTo>
                <a:cubicBezTo>
                  <a:pt x="29621" y="90603"/>
                  <a:pt x="27355" y="91027"/>
                  <a:pt x="25190" y="91300"/>
                </a:cubicBezTo>
                <a:cubicBezTo>
                  <a:pt x="25613" y="88388"/>
                  <a:pt x="26385" y="85376"/>
                  <a:pt x="27505" y="82265"/>
                </a:cubicBezTo>
                <a:close/>
                <a:moveTo>
                  <a:pt x="1743" y="90504"/>
                </a:moveTo>
                <a:lnTo>
                  <a:pt x="1743" y="90504"/>
                </a:lnTo>
                <a:cubicBezTo>
                  <a:pt x="1792" y="90579"/>
                  <a:pt x="1792" y="90603"/>
                  <a:pt x="1817" y="90678"/>
                </a:cubicBezTo>
                <a:lnTo>
                  <a:pt x="1817" y="90703"/>
                </a:lnTo>
                <a:cubicBezTo>
                  <a:pt x="1842" y="90803"/>
                  <a:pt x="1917" y="90877"/>
                  <a:pt x="1942" y="90977"/>
                </a:cubicBezTo>
                <a:cubicBezTo>
                  <a:pt x="1964" y="91090"/>
                  <a:pt x="1997" y="91204"/>
                  <a:pt x="2036" y="91318"/>
                </a:cubicBezTo>
                <a:lnTo>
                  <a:pt x="2036" y="91318"/>
                </a:lnTo>
                <a:cubicBezTo>
                  <a:pt x="1991" y="91249"/>
                  <a:pt x="1991" y="91224"/>
                  <a:pt x="1967" y="91176"/>
                </a:cubicBezTo>
                <a:cubicBezTo>
                  <a:pt x="1917" y="90952"/>
                  <a:pt x="1817" y="90728"/>
                  <a:pt x="1743" y="90504"/>
                </a:cubicBezTo>
                <a:close/>
                <a:moveTo>
                  <a:pt x="27355" y="82240"/>
                </a:moveTo>
                <a:cubicBezTo>
                  <a:pt x="26235" y="85351"/>
                  <a:pt x="25439" y="88388"/>
                  <a:pt x="24991" y="91325"/>
                </a:cubicBezTo>
                <a:cubicBezTo>
                  <a:pt x="24991" y="91313"/>
                  <a:pt x="24985" y="91307"/>
                  <a:pt x="24975" y="91307"/>
                </a:cubicBezTo>
                <a:cubicBezTo>
                  <a:pt x="24966" y="91307"/>
                  <a:pt x="24954" y="91313"/>
                  <a:pt x="24941" y="91325"/>
                </a:cubicBezTo>
                <a:cubicBezTo>
                  <a:pt x="25364" y="88388"/>
                  <a:pt x="26186" y="85351"/>
                  <a:pt x="27306" y="82240"/>
                </a:cubicBezTo>
                <a:close/>
                <a:moveTo>
                  <a:pt x="18146" y="80373"/>
                </a:moveTo>
                <a:cubicBezTo>
                  <a:pt x="18270" y="80398"/>
                  <a:pt x="18395" y="80473"/>
                  <a:pt x="18544" y="80498"/>
                </a:cubicBezTo>
                <a:cubicBezTo>
                  <a:pt x="18793" y="80597"/>
                  <a:pt x="19042" y="80647"/>
                  <a:pt x="19291" y="80747"/>
                </a:cubicBezTo>
                <a:cubicBezTo>
                  <a:pt x="19465" y="80772"/>
                  <a:pt x="19639" y="80846"/>
                  <a:pt x="19838" y="80871"/>
                </a:cubicBezTo>
                <a:lnTo>
                  <a:pt x="20585" y="81045"/>
                </a:lnTo>
                <a:cubicBezTo>
                  <a:pt x="20734" y="81095"/>
                  <a:pt x="20909" y="81120"/>
                  <a:pt x="21083" y="81145"/>
                </a:cubicBezTo>
                <a:cubicBezTo>
                  <a:pt x="21158" y="81170"/>
                  <a:pt x="21257" y="81170"/>
                  <a:pt x="21357" y="81170"/>
                </a:cubicBezTo>
                <a:lnTo>
                  <a:pt x="21904" y="81269"/>
                </a:lnTo>
                <a:cubicBezTo>
                  <a:pt x="22153" y="81294"/>
                  <a:pt x="22402" y="81344"/>
                  <a:pt x="22651" y="81344"/>
                </a:cubicBezTo>
                <a:cubicBezTo>
                  <a:pt x="22751" y="81344"/>
                  <a:pt x="22850" y="81369"/>
                  <a:pt x="22975" y="81369"/>
                </a:cubicBezTo>
                <a:cubicBezTo>
                  <a:pt x="24344" y="81742"/>
                  <a:pt x="25738" y="82016"/>
                  <a:pt x="27131" y="82240"/>
                </a:cubicBezTo>
                <a:cubicBezTo>
                  <a:pt x="26011" y="85376"/>
                  <a:pt x="25215" y="88463"/>
                  <a:pt x="24767" y="91375"/>
                </a:cubicBezTo>
                <a:cubicBezTo>
                  <a:pt x="23653" y="91474"/>
                  <a:pt x="22564" y="91525"/>
                  <a:pt x="21506" y="91525"/>
                </a:cubicBezTo>
                <a:cubicBezTo>
                  <a:pt x="18829" y="91525"/>
                  <a:pt x="16343" y="91200"/>
                  <a:pt x="14113" y="90504"/>
                </a:cubicBezTo>
                <a:cubicBezTo>
                  <a:pt x="14288" y="88911"/>
                  <a:pt x="14561" y="87268"/>
                  <a:pt x="14985" y="85625"/>
                </a:cubicBezTo>
                <a:cubicBezTo>
                  <a:pt x="15806" y="83783"/>
                  <a:pt x="16876" y="82016"/>
                  <a:pt x="18146" y="80373"/>
                </a:cubicBezTo>
                <a:close/>
                <a:moveTo>
                  <a:pt x="32035" y="90131"/>
                </a:moveTo>
                <a:lnTo>
                  <a:pt x="32035" y="90205"/>
                </a:lnTo>
                <a:cubicBezTo>
                  <a:pt x="29670" y="90852"/>
                  <a:pt x="27355" y="91300"/>
                  <a:pt x="25140" y="91549"/>
                </a:cubicBezTo>
                <a:cubicBezTo>
                  <a:pt x="25140" y="91500"/>
                  <a:pt x="25140" y="91475"/>
                  <a:pt x="25190" y="91475"/>
                </a:cubicBezTo>
                <a:cubicBezTo>
                  <a:pt x="27380" y="91226"/>
                  <a:pt x="29670" y="90803"/>
                  <a:pt x="32035" y="90131"/>
                </a:cubicBezTo>
                <a:close/>
                <a:moveTo>
                  <a:pt x="24966" y="91500"/>
                </a:moveTo>
                <a:lnTo>
                  <a:pt x="24966" y="91574"/>
                </a:lnTo>
                <a:lnTo>
                  <a:pt x="24891" y="91574"/>
                </a:lnTo>
                <a:lnTo>
                  <a:pt x="24891" y="91500"/>
                </a:lnTo>
                <a:close/>
                <a:moveTo>
                  <a:pt x="2041" y="91332"/>
                </a:moveTo>
                <a:cubicBezTo>
                  <a:pt x="2071" y="91418"/>
                  <a:pt x="2104" y="91504"/>
                  <a:pt x="2138" y="91591"/>
                </a:cubicBezTo>
                <a:lnTo>
                  <a:pt x="2138" y="91591"/>
                </a:lnTo>
                <a:cubicBezTo>
                  <a:pt x="2119" y="91560"/>
                  <a:pt x="2101" y="91530"/>
                  <a:pt x="2091" y="91500"/>
                </a:cubicBezTo>
                <a:cubicBezTo>
                  <a:pt x="2091" y="91475"/>
                  <a:pt x="2091" y="91475"/>
                  <a:pt x="2066" y="91450"/>
                </a:cubicBezTo>
                <a:cubicBezTo>
                  <a:pt x="2043" y="91404"/>
                  <a:pt x="2041" y="91359"/>
                  <a:pt x="2041" y="91332"/>
                </a:cubicBezTo>
                <a:close/>
                <a:moveTo>
                  <a:pt x="14064" y="90703"/>
                </a:moveTo>
                <a:cubicBezTo>
                  <a:pt x="16298" y="91389"/>
                  <a:pt x="18732" y="91715"/>
                  <a:pt x="21355" y="91715"/>
                </a:cubicBezTo>
                <a:cubicBezTo>
                  <a:pt x="22444" y="91715"/>
                  <a:pt x="23564" y="91659"/>
                  <a:pt x="24717" y="91549"/>
                </a:cubicBezTo>
                <a:lnTo>
                  <a:pt x="24717" y="91599"/>
                </a:lnTo>
                <a:cubicBezTo>
                  <a:pt x="23572" y="91724"/>
                  <a:pt x="22402" y="91798"/>
                  <a:pt x="21332" y="91798"/>
                </a:cubicBezTo>
                <a:cubicBezTo>
                  <a:pt x="18668" y="91798"/>
                  <a:pt x="16254" y="91450"/>
                  <a:pt x="14064" y="90753"/>
                </a:cubicBezTo>
                <a:lnTo>
                  <a:pt x="14064" y="90703"/>
                </a:lnTo>
                <a:close/>
                <a:moveTo>
                  <a:pt x="46397" y="84505"/>
                </a:moveTo>
                <a:cubicBezTo>
                  <a:pt x="46422" y="84655"/>
                  <a:pt x="46422" y="84779"/>
                  <a:pt x="46447" y="84928"/>
                </a:cubicBezTo>
                <a:cubicBezTo>
                  <a:pt x="46497" y="85252"/>
                  <a:pt x="46522" y="85600"/>
                  <a:pt x="46547" y="85899"/>
                </a:cubicBezTo>
                <a:cubicBezTo>
                  <a:pt x="46547" y="85999"/>
                  <a:pt x="46547" y="86123"/>
                  <a:pt x="46571" y="86223"/>
                </a:cubicBezTo>
                <a:lnTo>
                  <a:pt x="46571" y="86372"/>
                </a:lnTo>
                <a:cubicBezTo>
                  <a:pt x="46571" y="86720"/>
                  <a:pt x="46621" y="87094"/>
                  <a:pt x="46571" y="87417"/>
                </a:cubicBezTo>
                <a:lnTo>
                  <a:pt x="46571" y="87865"/>
                </a:lnTo>
                <a:lnTo>
                  <a:pt x="46571" y="88139"/>
                </a:lnTo>
                <a:cubicBezTo>
                  <a:pt x="46571" y="88463"/>
                  <a:pt x="46547" y="88786"/>
                  <a:pt x="46522" y="89110"/>
                </a:cubicBezTo>
                <a:lnTo>
                  <a:pt x="46422" y="89857"/>
                </a:lnTo>
                <a:cubicBezTo>
                  <a:pt x="46397" y="90205"/>
                  <a:pt x="46323" y="90529"/>
                  <a:pt x="46273" y="90877"/>
                </a:cubicBezTo>
                <a:cubicBezTo>
                  <a:pt x="46248" y="91126"/>
                  <a:pt x="46173" y="91350"/>
                  <a:pt x="46123" y="91599"/>
                </a:cubicBezTo>
                <a:cubicBezTo>
                  <a:pt x="46072" y="91840"/>
                  <a:pt x="46008" y="92070"/>
                  <a:pt x="45949" y="92304"/>
                </a:cubicBezTo>
                <a:lnTo>
                  <a:pt x="45949" y="92304"/>
                </a:lnTo>
                <a:cubicBezTo>
                  <a:pt x="46584" y="89689"/>
                  <a:pt x="46716" y="87036"/>
                  <a:pt x="46372" y="84530"/>
                </a:cubicBezTo>
                <a:cubicBezTo>
                  <a:pt x="46372" y="84530"/>
                  <a:pt x="46397" y="84530"/>
                  <a:pt x="46397" y="84505"/>
                </a:cubicBezTo>
                <a:close/>
                <a:moveTo>
                  <a:pt x="45914" y="92446"/>
                </a:moveTo>
                <a:cubicBezTo>
                  <a:pt x="45900" y="92503"/>
                  <a:pt x="45887" y="92561"/>
                  <a:pt x="45874" y="92620"/>
                </a:cubicBezTo>
                <a:cubicBezTo>
                  <a:pt x="45866" y="92645"/>
                  <a:pt x="45858" y="92670"/>
                  <a:pt x="45850" y="92695"/>
                </a:cubicBezTo>
                <a:lnTo>
                  <a:pt x="45850" y="92695"/>
                </a:lnTo>
                <a:cubicBezTo>
                  <a:pt x="45872" y="92612"/>
                  <a:pt x="45893" y="92529"/>
                  <a:pt x="45914" y="92446"/>
                </a:cubicBezTo>
                <a:close/>
                <a:moveTo>
                  <a:pt x="45626" y="93490"/>
                </a:moveTo>
                <a:cubicBezTo>
                  <a:pt x="45626" y="93490"/>
                  <a:pt x="45626" y="93490"/>
                  <a:pt x="45626" y="93491"/>
                </a:cubicBezTo>
                <a:cubicBezTo>
                  <a:pt x="45624" y="93495"/>
                  <a:pt x="45623" y="93499"/>
                  <a:pt x="45622" y="93503"/>
                </a:cubicBezTo>
                <a:lnTo>
                  <a:pt x="45622" y="93503"/>
                </a:lnTo>
                <a:cubicBezTo>
                  <a:pt x="45623" y="93498"/>
                  <a:pt x="45624" y="93494"/>
                  <a:pt x="45626" y="93490"/>
                </a:cubicBezTo>
                <a:close/>
                <a:moveTo>
                  <a:pt x="70143" y="81244"/>
                </a:moveTo>
                <a:cubicBezTo>
                  <a:pt x="72035" y="83908"/>
                  <a:pt x="73753" y="86696"/>
                  <a:pt x="75146" y="89259"/>
                </a:cubicBezTo>
                <a:cubicBezTo>
                  <a:pt x="72558" y="91101"/>
                  <a:pt x="69944" y="92620"/>
                  <a:pt x="67405" y="93864"/>
                </a:cubicBezTo>
                <a:cubicBezTo>
                  <a:pt x="65638" y="91923"/>
                  <a:pt x="63846" y="89707"/>
                  <a:pt x="62228" y="87442"/>
                </a:cubicBezTo>
                <a:cubicBezTo>
                  <a:pt x="64966" y="85476"/>
                  <a:pt x="67629" y="83410"/>
                  <a:pt x="70143" y="81244"/>
                </a:cubicBezTo>
                <a:close/>
                <a:moveTo>
                  <a:pt x="46148" y="84655"/>
                </a:moveTo>
                <a:lnTo>
                  <a:pt x="46148" y="84655"/>
                </a:lnTo>
                <a:cubicBezTo>
                  <a:pt x="46547" y="87666"/>
                  <a:pt x="46223" y="90852"/>
                  <a:pt x="45227" y="93939"/>
                </a:cubicBezTo>
                <a:cubicBezTo>
                  <a:pt x="44232" y="92819"/>
                  <a:pt x="43510" y="91450"/>
                  <a:pt x="43062" y="89832"/>
                </a:cubicBezTo>
                <a:cubicBezTo>
                  <a:pt x="43734" y="88438"/>
                  <a:pt x="44182" y="86994"/>
                  <a:pt x="44481" y="85526"/>
                </a:cubicBezTo>
                <a:cubicBezTo>
                  <a:pt x="45028" y="85252"/>
                  <a:pt x="45601" y="84953"/>
                  <a:pt x="46148" y="84655"/>
                </a:cubicBezTo>
                <a:close/>
                <a:moveTo>
                  <a:pt x="62079" y="87567"/>
                </a:moveTo>
                <a:cubicBezTo>
                  <a:pt x="63721" y="89832"/>
                  <a:pt x="65464" y="91997"/>
                  <a:pt x="67256" y="93964"/>
                </a:cubicBezTo>
                <a:cubicBezTo>
                  <a:pt x="67206" y="93964"/>
                  <a:pt x="67206" y="93989"/>
                  <a:pt x="67181" y="93989"/>
                </a:cubicBezTo>
                <a:lnTo>
                  <a:pt x="67156" y="93964"/>
                </a:lnTo>
                <a:cubicBezTo>
                  <a:pt x="65389" y="91997"/>
                  <a:pt x="63647" y="89832"/>
                  <a:pt x="62054" y="87592"/>
                </a:cubicBezTo>
                <a:lnTo>
                  <a:pt x="62079" y="87567"/>
                </a:lnTo>
                <a:close/>
                <a:moveTo>
                  <a:pt x="75246" y="89458"/>
                </a:moveTo>
                <a:cubicBezTo>
                  <a:pt x="75246" y="89483"/>
                  <a:pt x="75271" y="89483"/>
                  <a:pt x="75271" y="89508"/>
                </a:cubicBezTo>
                <a:cubicBezTo>
                  <a:pt x="72732" y="91325"/>
                  <a:pt x="70118" y="92844"/>
                  <a:pt x="67555" y="94088"/>
                </a:cubicBezTo>
                <a:cubicBezTo>
                  <a:pt x="67555" y="94088"/>
                  <a:pt x="67530" y="94063"/>
                  <a:pt x="67530" y="94038"/>
                </a:cubicBezTo>
                <a:cubicBezTo>
                  <a:pt x="70069" y="92819"/>
                  <a:pt x="72657" y="91300"/>
                  <a:pt x="75246" y="89458"/>
                </a:cubicBezTo>
                <a:close/>
                <a:moveTo>
                  <a:pt x="45568" y="93678"/>
                </a:moveTo>
                <a:cubicBezTo>
                  <a:pt x="45521" y="93837"/>
                  <a:pt x="45480" y="93988"/>
                  <a:pt x="45426" y="94113"/>
                </a:cubicBezTo>
                <a:cubicBezTo>
                  <a:pt x="45475" y="93968"/>
                  <a:pt x="45522" y="93823"/>
                  <a:pt x="45568" y="93678"/>
                </a:cubicBezTo>
                <a:close/>
                <a:moveTo>
                  <a:pt x="42987" y="90056"/>
                </a:moveTo>
                <a:cubicBezTo>
                  <a:pt x="43435" y="91624"/>
                  <a:pt x="44157" y="92993"/>
                  <a:pt x="45153" y="94113"/>
                </a:cubicBezTo>
                <a:cubicBezTo>
                  <a:pt x="45153" y="94163"/>
                  <a:pt x="45128" y="94188"/>
                  <a:pt x="45128" y="94188"/>
                </a:cubicBezTo>
                <a:cubicBezTo>
                  <a:pt x="44132" y="93068"/>
                  <a:pt x="43385" y="91724"/>
                  <a:pt x="42912" y="90131"/>
                </a:cubicBezTo>
                <a:cubicBezTo>
                  <a:pt x="42937" y="90106"/>
                  <a:pt x="42937" y="90081"/>
                  <a:pt x="42987" y="90056"/>
                </a:cubicBezTo>
                <a:close/>
                <a:moveTo>
                  <a:pt x="67331" y="94113"/>
                </a:moveTo>
                <a:cubicBezTo>
                  <a:pt x="67331" y="94138"/>
                  <a:pt x="67380" y="94138"/>
                  <a:pt x="67380" y="94188"/>
                </a:cubicBezTo>
                <a:cubicBezTo>
                  <a:pt x="67331" y="94188"/>
                  <a:pt x="67331" y="94213"/>
                  <a:pt x="67306" y="94213"/>
                </a:cubicBezTo>
                <a:cubicBezTo>
                  <a:pt x="67306" y="94188"/>
                  <a:pt x="67306" y="94138"/>
                  <a:pt x="67281" y="94138"/>
                </a:cubicBezTo>
                <a:cubicBezTo>
                  <a:pt x="67306" y="94138"/>
                  <a:pt x="67306" y="94113"/>
                  <a:pt x="67331" y="94113"/>
                </a:cubicBezTo>
                <a:close/>
                <a:moveTo>
                  <a:pt x="45352" y="94312"/>
                </a:moveTo>
                <a:cubicBezTo>
                  <a:pt x="45377" y="94362"/>
                  <a:pt x="45352" y="94362"/>
                  <a:pt x="45352" y="94412"/>
                </a:cubicBezTo>
                <a:lnTo>
                  <a:pt x="45302" y="94362"/>
                </a:lnTo>
                <a:cubicBezTo>
                  <a:pt x="45302" y="94337"/>
                  <a:pt x="45302" y="94337"/>
                  <a:pt x="45352" y="94312"/>
                </a:cubicBezTo>
                <a:close/>
                <a:moveTo>
                  <a:pt x="91319" y="90945"/>
                </a:moveTo>
                <a:cubicBezTo>
                  <a:pt x="90031" y="92197"/>
                  <a:pt x="88707" y="93432"/>
                  <a:pt x="87337" y="94644"/>
                </a:cubicBezTo>
                <a:lnTo>
                  <a:pt x="87337" y="94644"/>
                </a:lnTo>
                <a:cubicBezTo>
                  <a:pt x="88780" y="93361"/>
                  <a:pt x="90261" y="91967"/>
                  <a:pt x="91319" y="90945"/>
                </a:cubicBezTo>
                <a:close/>
                <a:moveTo>
                  <a:pt x="58171" y="86098"/>
                </a:moveTo>
                <a:cubicBezTo>
                  <a:pt x="58544" y="87069"/>
                  <a:pt x="58917" y="88015"/>
                  <a:pt x="59191" y="89010"/>
                </a:cubicBezTo>
                <a:cubicBezTo>
                  <a:pt x="56055" y="91126"/>
                  <a:pt x="52869" y="93018"/>
                  <a:pt x="49733" y="94661"/>
                </a:cubicBezTo>
                <a:cubicBezTo>
                  <a:pt x="50131" y="91823"/>
                  <a:pt x="50081" y="88961"/>
                  <a:pt x="49509" y="86272"/>
                </a:cubicBezTo>
                <a:lnTo>
                  <a:pt x="49509" y="86272"/>
                </a:lnTo>
                <a:cubicBezTo>
                  <a:pt x="50629" y="86621"/>
                  <a:pt x="51848" y="86820"/>
                  <a:pt x="53143" y="86820"/>
                </a:cubicBezTo>
                <a:cubicBezTo>
                  <a:pt x="54711" y="86820"/>
                  <a:pt x="56379" y="86571"/>
                  <a:pt x="58171" y="86098"/>
                </a:cubicBezTo>
                <a:close/>
                <a:moveTo>
                  <a:pt x="49286" y="86180"/>
                </a:moveTo>
                <a:cubicBezTo>
                  <a:pt x="49295" y="86198"/>
                  <a:pt x="49337" y="86200"/>
                  <a:pt x="49359" y="86223"/>
                </a:cubicBezTo>
                <a:cubicBezTo>
                  <a:pt x="49907" y="88961"/>
                  <a:pt x="50006" y="91848"/>
                  <a:pt x="49583" y="94735"/>
                </a:cubicBezTo>
                <a:cubicBezTo>
                  <a:pt x="49533" y="94735"/>
                  <a:pt x="49533" y="94760"/>
                  <a:pt x="49509" y="94760"/>
                </a:cubicBezTo>
                <a:cubicBezTo>
                  <a:pt x="49956" y="91850"/>
                  <a:pt x="49882" y="88916"/>
                  <a:pt x="49286" y="86180"/>
                </a:cubicBezTo>
                <a:close/>
                <a:moveTo>
                  <a:pt x="59291" y="89160"/>
                </a:moveTo>
                <a:cubicBezTo>
                  <a:pt x="59291" y="89210"/>
                  <a:pt x="59291" y="89210"/>
                  <a:pt x="59316" y="89234"/>
                </a:cubicBezTo>
                <a:cubicBezTo>
                  <a:pt x="56130" y="91375"/>
                  <a:pt x="52944" y="93267"/>
                  <a:pt x="49733" y="94959"/>
                </a:cubicBezTo>
                <a:lnTo>
                  <a:pt x="49733" y="94860"/>
                </a:lnTo>
                <a:cubicBezTo>
                  <a:pt x="52894" y="93217"/>
                  <a:pt x="56080" y="91325"/>
                  <a:pt x="59291" y="89160"/>
                </a:cubicBezTo>
                <a:close/>
                <a:moveTo>
                  <a:pt x="49509" y="94959"/>
                </a:moveTo>
                <a:lnTo>
                  <a:pt x="49509" y="95059"/>
                </a:lnTo>
                <a:cubicBezTo>
                  <a:pt x="49484" y="95059"/>
                  <a:pt x="49484" y="95084"/>
                  <a:pt x="49459" y="95084"/>
                </a:cubicBezTo>
                <a:lnTo>
                  <a:pt x="49459" y="94984"/>
                </a:lnTo>
                <a:cubicBezTo>
                  <a:pt x="49484" y="94984"/>
                  <a:pt x="49484" y="94959"/>
                  <a:pt x="49509" y="94959"/>
                </a:cubicBezTo>
                <a:close/>
                <a:moveTo>
                  <a:pt x="2763" y="79552"/>
                </a:moveTo>
                <a:cubicBezTo>
                  <a:pt x="3261" y="81195"/>
                  <a:pt x="3933" y="82688"/>
                  <a:pt x="4754" y="84032"/>
                </a:cubicBezTo>
                <a:cubicBezTo>
                  <a:pt x="4680" y="84679"/>
                  <a:pt x="4605" y="85302"/>
                  <a:pt x="4555" y="85974"/>
                </a:cubicBezTo>
                <a:cubicBezTo>
                  <a:pt x="4555" y="86098"/>
                  <a:pt x="4505" y="86173"/>
                  <a:pt x="4505" y="86297"/>
                </a:cubicBezTo>
                <a:cubicBezTo>
                  <a:pt x="4456" y="86969"/>
                  <a:pt x="4431" y="87617"/>
                  <a:pt x="4381" y="88264"/>
                </a:cubicBezTo>
                <a:lnTo>
                  <a:pt x="4381" y="88712"/>
                </a:lnTo>
                <a:lnTo>
                  <a:pt x="4381" y="90255"/>
                </a:lnTo>
                <a:lnTo>
                  <a:pt x="4381" y="90703"/>
                </a:lnTo>
                <a:cubicBezTo>
                  <a:pt x="4431" y="91276"/>
                  <a:pt x="4456" y="91873"/>
                  <a:pt x="4505" y="92470"/>
                </a:cubicBezTo>
                <a:cubicBezTo>
                  <a:pt x="4505" y="92620"/>
                  <a:pt x="4555" y="92769"/>
                  <a:pt x="4580" y="92968"/>
                </a:cubicBezTo>
                <a:cubicBezTo>
                  <a:pt x="4655" y="93565"/>
                  <a:pt x="4729" y="94138"/>
                  <a:pt x="4829" y="94735"/>
                </a:cubicBezTo>
                <a:cubicBezTo>
                  <a:pt x="4829" y="94760"/>
                  <a:pt x="4854" y="94835"/>
                  <a:pt x="4854" y="94860"/>
                </a:cubicBezTo>
                <a:cubicBezTo>
                  <a:pt x="4879" y="95009"/>
                  <a:pt x="4929" y="95134"/>
                  <a:pt x="4953" y="95308"/>
                </a:cubicBezTo>
                <a:cubicBezTo>
                  <a:pt x="3360" y="93317"/>
                  <a:pt x="2215" y="90952"/>
                  <a:pt x="1494" y="88214"/>
                </a:cubicBezTo>
                <a:cubicBezTo>
                  <a:pt x="1444" y="87766"/>
                  <a:pt x="1419" y="87368"/>
                  <a:pt x="1369" y="86944"/>
                </a:cubicBezTo>
                <a:lnTo>
                  <a:pt x="1369" y="86745"/>
                </a:lnTo>
                <a:cubicBezTo>
                  <a:pt x="1344" y="86322"/>
                  <a:pt x="1344" y="85874"/>
                  <a:pt x="1369" y="85426"/>
                </a:cubicBezTo>
                <a:cubicBezTo>
                  <a:pt x="1369" y="85351"/>
                  <a:pt x="1369" y="85227"/>
                  <a:pt x="1394" y="85127"/>
                </a:cubicBezTo>
                <a:cubicBezTo>
                  <a:pt x="1394" y="84978"/>
                  <a:pt x="1444" y="84804"/>
                  <a:pt x="1444" y="84630"/>
                </a:cubicBezTo>
                <a:cubicBezTo>
                  <a:pt x="1593" y="82887"/>
                  <a:pt x="2066" y="81195"/>
                  <a:pt x="2763" y="79552"/>
                </a:cubicBezTo>
                <a:close/>
                <a:moveTo>
                  <a:pt x="75395" y="89707"/>
                </a:moveTo>
                <a:cubicBezTo>
                  <a:pt x="75520" y="89907"/>
                  <a:pt x="75644" y="90155"/>
                  <a:pt x="75744" y="90379"/>
                </a:cubicBezTo>
                <a:cubicBezTo>
                  <a:pt x="75420" y="90628"/>
                  <a:pt x="75122" y="90902"/>
                  <a:pt x="74773" y="91151"/>
                </a:cubicBezTo>
                <a:cubicBezTo>
                  <a:pt x="74524" y="91375"/>
                  <a:pt x="74275" y="91574"/>
                  <a:pt x="74026" y="91773"/>
                </a:cubicBezTo>
                <a:cubicBezTo>
                  <a:pt x="73304" y="92346"/>
                  <a:pt x="72608" y="92893"/>
                  <a:pt x="71886" y="93441"/>
                </a:cubicBezTo>
                <a:cubicBezTo>
                  <a:pt x="71687" y="93590"/>
                  <a:pt x="71512" y="93715"/>
                  <a:pt x="71313" y="93864"/>
                </a:cubicBezTo>
                <a:cubicBezTo>
                  <a:pt x="70641" y="94387"/>
                  <a:pt x="69919" y="94934"/>
                  <a:pt x="69197" y="95432"/>
                </a:cubicBezTo>
                <a:cubicBezTo>
                  <a:pt x="69123" y="95457"/>
                  <a:pt x="69023" y="95532"/>
                  <a:pt x="68949" y="95582"/>
                </a:cubicBezTo>
                <a:cubicBezTo>
                  <a:pt x="68824" y="95457"/>
                  <a:pt x="68700" y="95308"/>
                  <a:pt x="68575" y="95183"/>
                </a:cubicBezTo>
                <a:cubicBezTo>
                  <a:pt x="68301" y="94860"/>
                  <a:pt x="68003" y="94561"/>
                  <a:pt x="67704" y="94238"/>
                </a:cubicBezTo>
                <a:cubicBezTo>
                  <a:pt x="70268" y="92993"/>
                  <a:pt x="72856" y="91475"/>
                  <a:pt x="75395" y="89707"/>
                </a:cubicBezTo>
                <a:close/>
                <a:moveTo>
                  <a:pt x="4929" y="84331"/>
                </a:moveTo>
                <a:cubicBezTo>
                  <a:pt x="4953" y="84356"/>
                  <a:pt x="4953" y="84381"/>
                  <a:pt x="4978" y="84381"/>
                </a:cubicBezTo>
                <a:cubicBezTo>
                  <a:pt x="4929" y="84903"/>
                  <a:pt x="4854" y="85426"/>
                  <a:pt x="4804" y="85949"/>
                </a:cubicBezTo>
                <a:cubicBezTo>
                  <a:pt x="4804" y="86048"/>
                  <a:pt x="4779" y="86223"/>
                  <a:pt x="4779" y="86347"/>
                </a:cubicBezTo>
                <a:cubicBezTo>
                  <a:pt x="4705" y="86969"/>
                  <a:pt x="4680" y="87592"/>
                  <a:pt x="4655" y="88214"/>
                </a:cubicBezTo>
                <a:lnTo>
                  <a:pt x="4655" y="88388"/>
                </a:lnTo>
                <a:cubicBezTo>
                  <a:pt x="4605" y="89010"/>
                  <a:pt x="4655" y="89633"/>
                  <a:pt x="4655" y="90255"/>
                </a:cubicBezTo>
                <a:cubicBezTo>
                  <a:pt x="4655" y="90454"/>
                  <a:pt x="4655" y="90628"/>
                  <a:pt x="4680" y="90852"/>
                </a:cubicBezTo>
                <a:cubicBezTo>
                  <a:pt x="4705" y="91375"/>
                  <a:pt x="4729" y="91923"/>
                  <a:pt x="4779" y="92420"/>
                </a:cubicBezTo>
                <a:cubicBezTo>
                  <a:pt x="4779" y="92495"/>
                  <a:pt x="4779" y="92595"/>
                  <a:pt x="4804" y="92719"/>
                </a:cubicBezTo>
                <a:cubicBezTo>
                  <a:pt x="4854" y="93317"/>
                  <a:pt x="4953" y="93914"/>
                  <a:pt x="5053" y="94462"/>
                </a:cubicBezTo>
                <a:cubicBezTo>
                  <a:pt x="5078" y="94611"/>
                  <a:pt x="5103" y="94785"/>
                  <a:pt x="5128" y="94959"/>
                </a:cubicBezTo>
                <a:cubicBezTo>
                  <a:pt x="5202" y="95208"/>
                  <a:pt x="5227" y="95457"/>
                  <a:pt x="5302" y="95706"/>
                </a:cubicBezTo>
                <a:cubicBezTo>
                  <a:pt x="5277" y="95681"/>
                  <a:pt x="5277" y="95656"/>
                  <a:pt x="5227" y="95607"/>
                </a:cubicBezTo>
                <a:cubicBezTo>
                  <a:pt x="5178" y="95358"/>
                  <a:pt x="5103" y="95084"/>
                  <a:pt x="5053" y="94835"/>
                </a:cubicBezTo>
                <a:cubicBezTo>
                  <a:pt x="5028" y="94735"/>
                  <a:pt x="5028" y="94611"/>
                  <a:pt x="4978" y="94536"/>
                </a:cubicBezTo>
                <a:cubicBezTo>
                  <a:pt x="4904" y="94038"/>
                  <a:pt x="4829" y="93491"/>
                  <a:pt x="4754" y="92968"/>
                </a:cubicBezTo>
                <a:cubicBezTo>
                  <a:pt x="4729" y="92819"/>
                  <a:pt x="4729" y="92694"/>
                  <a:pt x="4705" y="92545"/>
                </a:cubicBezTo>
                <a:cubicBezTo>
                  <a:pt x="4630" y="91972"/>
                  <a:pt x="4605" y="91375"/>
                  <a:pt x="4580" y="90803"/>
                </a:cubicBezTo>
                <a:cubicBezTo>
                  <a:pt x="4580" y="90603"/>
                  <a:pt x="4580" y="90429"/>
                  <a:pt x="4555" y="90205"/>
                </a:cubicBezTo>
                <a:lnTo>
                  <a:pt x="4555" y="88712"/>
                </a:lnTo>
                <a:lnTo>
                  <a:pt x="4555" y="88264"/>
                </a:lnTo>
                <a:cubicBezTo>
                  <a:pt x="4580" y="87641"/>
                  <a:pt x="4605" y="87019"/>
                  <a:pt x="4680" y="86372"/>
                </a:cubicBezTo>
                <a:cubicBezTo>
                  <a:pt x="4680" y="86223"/>
                  <a:pt x="4705" y="86024"/>
                  <a:pt x="4705" y="85874"/>
                </a:cubicBezTo>
                <a:cubicBezTo>
                  <a:pt x="4804" y="85376"/>
                  <a:pt x="4854" y="84854"/>
                  <a:pt x="4929" y="84331"/>
                </a:cubicBezTo>
                <a:close/>
                <a:moveTo>
                  <a:pt x="67530" y="94312"/>
                </a:moveTo>
                <a:lnTo>
                  <a:pt x="68650" y="95507"/>
                </a:lnTo>
                <a:lnTo>
                  <a:pt x="68799" y="95681"/>
                </a:lnTo>
                <a:lnTo>
                  <a:pt x="68774" y="95681"/>
                </a:lnTo>
                <a:cubicBezTo>
                  <a:pt x="68774" y="95706"/>
                  <a:pt x="68774" y="95706"/>
                  <a:pt x="68749" y="95706"/>
                </a:cubicBezTo>
                <a:cubicBezTo>
                  <a:pt x="68525" y="95482"/>
                  <a:pt x="68326" y="95283"/>
                  <a:pt x="68127" y="95059"/>
                </a:cubicBezTo>
                <a:cubicBezTo>
                  <a:pt x="67903" y="94835"/>
                  <a:pt x="67679" y="94611"/>
                  <a:pt x="67505" y="94362"/>
                </a:cubicBezTo>
                <a:lnTo>
                  <a:pt x="67455" y="94337"/>
                </a:lnTo>
                <a:cubicBezTo>
                  <a:pt x="67505" y="94337"/>
                  <a:pt x="67505" y="94312"/>
                  <a:pt x="67530" y="94312"/>
                </a:cubicBezTo>
                <a:close/>
                <a:moveTo>
                  <a:pt x="46621" y="84630"/>
                </a:moveTo>
                <a:cubicBezTo>
                  <a:pt x="47293" y="85252"/>
                  <a:pt x="48140" y="85725"/>
                  <a:pt x="49085" y="86098"/>
                </a:cubicBezTo>
                <a:cubicBezTo>
                  <a:pt x="49708" y="88886"/>
                  <a:pt x="49758" y="91873"/>
                  <a:pt x="49285" y="94860"/>
                </a:cubicBezTo>
                <a:cubicBezTo>
                  <a:pt x="48712" y="95183"/>
                  <a:pt x="48090" y="95482"/>
                  <a:pt x="47492" y="95781"/>
                </a:cubicBezTo>
                <a:cubicBezTo>
                  <a:pt x="46771" y="95358"/>
                  <a:pt x="46148" y="94860"/>
                  <a:pt x="45601" y="94287"/>
                </a:cubicBezTo>
                <a:cubicBezTo>
                  <a:pt x="46099" y="92844"/>
                  <a:pt x="46422" y="91375"/>
                  <a:pt x="46621" y="89882"/>
                </a:cubicBezTo>
                <a:cubicBezTo>
                  <a:pt x="46845" y="88114"/>
                  <a:pt x="46845" y="86372"/>
                  <a:pt x="46621" y="84729"/>
                </a:cubicBezTo>
                <a:lnTo>
                  <a:pt x="46621" y="84630"/>
                </a:lnTo>
                <a:close/>
                <a:moveTo>
                  <a:pt x="75819" y="90504"/>
                </a:moveTo>
                <a:cubicBezTo>
                  <a:pt x="75819" y="90554"/>
                  <a:pt x="75868" y="90554"/>
                  <a:pt x="75868" y="90579"/>
                </a:cubicBezTo>
                <a:cubicBezTo>
                  <a:pt x="75520" y="90852"/>
                  <a:pt x="75171" y="91126"/>
                  <a:pt x="74873" y="91425"/>
                </a:cubicBezTo>
                <a:cubicBezTo>
                  <a:pt x="74624" y="91599"/>
                  <a:pt x="74400" y="91798"/>
                  <a:pt x="74151" y="91997"/>
                </a:cubicBezTo>
                <a:cubicBezTo>
                  <a:pt x="73429" y="92570"/>
                  <a:pt x="72682" y="93167"/>
                  <a:pt x="71985" y="93715"/>
                </a:cubicBezTo>
                <a:cubicBezTo>
                  <a:pt x="71786" y="93839"/>
                  <a:pt x="71637" y="93989"/>
                  <a:pt x="71438" y="94113"/>
                </a:cubicBezTo>
                <a:cubicBezTo>
                  <a:pt x="70691" y="94686"/>
                  <a:pt x="69944" y="95233"/>
                  <a:pt x="69173" y="95781"/>
                </a:cubicBezTo>
                <a:lnTo>
                  <a:pt x="69148" y="95731"/>
                </a:lnTo>
                <a:cubicBezTo>
                  <a:pt x="69123" y="95681"/>
                  <a:pt x="69148" y="95656"/>
                  <a:pt x="69197" y="95607"/>
                </a:cubicBezTo>
                <a:cubicBezTo>
                  <a:pt x="69919" y="95084"/>
                  <a:pt x="70666" y="94561"/>
                  <a:pt x="71388" y="94038"/>
                </a:cubicBezTo>
                <a:cubicBezTo>
                  <a:pt x="71562" y="93864"/>
                  <a:pt x="71761" y="93740"/>
                  <a:pt x="71985" y="93590"/>
                </a:cubicBezTo>
                <a:lnTo>
                  <a:pt x="74126" y="91923"/>
                </a:lnTo>
                <a:cubicBezTo>
                  <a:pt x="74375" y="91724"/>
                  <a:pt x="74574" y="91549"/>
                  <a:pt x="74848" y="91325"/>
                </a:cubicBezTo>
                <a:cubicBezTo>
                  <a:pt x="75171" y="91051"/>
                  <a:pt x="75495" y="90803"/>
                  <a:pt x="75819" y="90504"/>
                </a:cubicBezTo>
                <a:close/>
                <a:moveTo>
                  <a:pt x="2041" y="90404"/>
                </a:moveTo>
                <a:lnTo>
                  <a:pt x="2041" y="90404"/>
                </a:lnTo>
                <a:cubicBezTo>
                  <a:pt x="2788" y="92396"/>
                  <a:pt x="3809" y="94138"/>
                  <a:pt x="5053" y="95681"/>
                </a:cubicBezTo>
                <a:cubicBezTo>
                  <a:pt x="5053" y="95706"/>
                  <a:pt x="5078" y="95756"/>
                  <a:pt x="5078" y="95806"/>
                </a:cubicBezTo>
                <a:cubicBezTo>
                  <a:pt x="4057" y="94561"/>
                  <a:pt x="3186" y="93192"/>
                  <a:pt x="2489" y="91649"/>
                </a:cubicBezTo>
                <a:cubicBezTo>
                  <a:pt x="2315" y="91251"/>
                  <a:pt x="2141" y="90852"/>
                  <a:pt x="2041" y="90404"/>
                </a:cubicBezTo>
                <a:close/>
                <a:moveTo>
                  <a:pt x="45526" y="94486"/>
                </a:moveTo>
                <a:cubicBezTo>
                  <a:pt x="46049" y="95034"/>
                  <a:pt x="46646" y="95482"/>
                  <a:pt x="47293" y="95855"/>
                </a:cubicBezTo>
                <a:cubicBezTo>
                  <a:pt x="47268" y="95855"/>
                  <a:pt x="47268" y="95905"/>
                  <a:pt x="47244" y="95905"/>
                </a:cubicBezTo>
                <a:cubicBezTo>
                  <a:pt x="46596" y="95532"/>
                  <a:pt x="46024" y="95084"/>
                  <a:pt x="45501" y="94561"/>
                </a:cubicBezTo>
                <a:cubicBezTo>
                  <a:pt x="45501" y="94511"/>
                  <a:pt x="45501" y="94511"/>
                  <a:pt x="45526" y="94486"/>
                </a:cubicBezTo>
                <a:close/>
                <a:moveTo>
                  <a:pt x="68874" y="95806"/>
                </a:moveTo>
                <a:cubicBezTo>
                  <a:pt x="68924" y="95831"/>
                  <a:pt x="68924" y="95831"/>
                  <a:pt x="68949" y="95855"/>
                </a:cubicBezTo>
                <a:lnTo>
                  <a:pt x="68899" y="95905"/>
                </a:lnTo>
                <a:lnTo>
                  <a:pt x="68874" y="95855"/>
                </a:lnTo>
                <a:lnTo>
                  <a:pt x="68824" y="95831"/>
                </a:lnTo>
                <a:lnTo>
                  <a:pt x="68874" y="95806"/>
                </a:lnTo>
                <a:close/>
                <a:moveTo>
                  <a:pt x="49235" y="95084"/>
                </a:moveTo>
                <a:lnTo>
                  <a:pt x="49235" y="95183"/>
                </a:lnTo>
                <a:cubicBezTo>
                  <a:pt x="48737" y="95457"/>
                  <a:pt x="48264" y="95706"/>
                  <a:pt x="47766" y="95930"/>
                </a:cubicBezTo>
                <a:cubicBezTo>
                  <a:pt x="47741" y="95905"/>
                  <a:pt x="47716" y="95905"/>
                  <a:pt x="47667" y="95855"/>
                </a:cubicBezTo>
                <a:cubicBezTo>
                  <a:pt x="48189" y="95607"/>
                  <a:pt x="48712" y="95333"/>
                  <a:pt x="49235" y="95084"/>
                </a:cubicBezTo>
                <a:close/>
                <a:moveTo>
                  <a:pt x="47492" y="95980"/>
                </a:moveTo>
                <a:cubicBezTo>
                  <a:pt x="47517" y="96005"/>
                  <a:pt x="47542" y="96005"/>
                  <a:pt x="47592" y="96055"/>
                </a:cubicBezTo>
                <a:cubicBezTo>
                  <a:pt x="47542" y="96055"/>
                  <a:pt x="47542" y="96079"/>
                  <a:pt x="47517" y="96079"/>
                </a:cubicBezTo>
                <a:cubicBezTo>
                  <a:pt x="47492" y="96055"/>
                  <a:pt x="47468" y="96055"/>
                  <a:pt x="47418" y="96030"/>
                </a:cubicBezTo>
                <a:cubicBezTo>
                  <a:pt x="47468" y="96030"/>
                  <a:pt x="47468" y="95980"/>
                  <a:pt x="47492" y="95980"/>
                </a:cubicBezTo>
                <a:close/>
                <a:moveTo>
                  <a:pt x="5302" y="96005"/>
                </a:moveTo>
                <a:lnTo>
                  <a:pt x="5302" y="96005"/>
                </a:lnTo>
                <a:cubicBezTo>
                  <a:pt x="5327" y="96055"/>
                  <a:pt x="5352" y="96079"/>
                  <a:pt x="5352" y="96104"/>
                </a:cubicBezTo>
                <a:cubicBezTo>
                  <a:pt x="5352" y="96154"/>
                  <a:pt x="5402" y="96204"/>
                  <a:pt x="5402" y="96229"/>
                </a:cubicBezTo>
                <a:lnTo>
                  <a:pt x="5302" y="96129"/>
                </a:lnTo>
                <a:cubicBezTo>
                  <a:pt x="5327" y="96104"/>
                  <a:pt x="5327" y="96055"/>
                  <a:pt x="5302" y="96005"/>
                </a:cubicBezTo>
                <a:close/>
                <a:moveTo>
                  <a:pt x="61855" y="87666"/>
                </a:moveTo>
                <a:cubicBezTo>
                  <a:pt x="61979" y="87865"/>
                  <a:pt x="62128" y="88040"/>
                  <a:pt x="62303" y="88239"/>
                </a:cubicBezTo>
                <a:cubicBezTo>
                  <a:pt x="62726" y="88836"/>
                  <a:pt x="63174" y="89434"/>
                  <a:pt x="63597" y="89981"/>
                </a:cubicBezTo>
                <a:cubicBezTo>
                  <a:pt x="63746" y="90205"/>
                  <a:pt x="63921" y="90379"/>
                  <a:pt x="64070" y="90603"/>
                </a:cubicBezTo>
                <a:cubicBezTo>
                  <a:pt x="64692" y="91375"/>
                  <a:pt x="65314" y="92172"/>
                  <a:pt x="65937" y="92893"/>
                </a:cubicBezTo>
                <a:cubicBezTo>
                  <a:pt x="66211" y="93242"/>
                  <a:pt x="66484" y="93565"/>
                  <a:pt x="66783" y="93864"/>
                </a:cubicBezTo>
                <a:cubicBezTo>
                  <a:pt x="66833" y="93939"/>
                  <a:pt x="66907" y="93989"/>
                  <a:pt x="66932" y="94063"/>
                </a:cubicBezTo>
                <a:cubicBezTo>
                  <a:pt x="64866" y="95034"/>
                  <a:pt x="62875" y="95806"/>
                  <a:pt x="60959" y="96328"/>
                </a:cubicBezTo>
                <a:cubicBezTo>
                  <a:pt x="60834" y="93964"/>
                  <a:pt x="60411" y="91549"/>
                  <a:pt x="59714" y="89160"/>
                </a:cubicBezTo>
                <a:cubicBezTo>
                  <a:pt x="60436" y="88662"/>
                  <a:pt x="61158" y="88214"/>
                  <a:pt x="61855" y="87666"/>
                </a:cubicBezTo>
                <a:close/>
                <a:moveTo>
                  <a:pt x="2763" y="92844"/>
                </a:moveTo>
                <a:cubicBezTo>
                  <a:pt x="3186" y="93615"/>
                  <a:pt x="3634" y="94362"/>
                  <a:pt x="4182" y="95084"/>
                </a:cubicBezTo>
                <a:cubicBezTo>
                  <a:pt x="4207" y="95109"/>
                  <a:pt x="4232" y="95158"/>
                  <a:pt x="4257" y="95208"/>
                </a:cubicBezTo>
                <a:cubicBezTo>
                  <a:pt x="4555" y="95582"/>
                  <a:pt x="4829" y="95930"/>
                  <a:pt x="5128" y="96279"/>
                </a:cubicBezTo>
                <a:cubicBezTo>
                  <a:pt x="5153" y="96279"/>
                  <a:pt x="5153" y="96303"/>
                  <a:pt x="5178" y="96303"/>
                </a:cubicBezTo>
                <a:lnTo>
                  <a:pt x="5202" y="96403"/>
                </a:lnTo>
                <a:lnTo>
                  <a:pt x="4456" y="95557"/>
                </a:lnTo>
                <a:lnTo>
                  <a:pt x="4381" y="95482"/>
                </a:lnTo>
                <a:cubicBezTo>
                  <a:pt x="4082" y="95084"/>
                  <a:pt x="3809" y="94686"/>
                  <a:pt x="3510" y="94287"/>
                </a:cubicBezTo>
                <a:cubicBezTo>
                  <a:pt x="3510" y="94238"/>
                  <a:pt x="3485" y="94238"/>
                  <a:pt x="3485" y="94213"/>
                </a:cubicBezTo>
                <a:cubicBezTo>
                  <a:pt x="3261" y="93864"/>
                  <a:pt x="3087" y="93541"/>
                  <a:pt x="2888" y="93192"/>
                </a:cubicBezTo>
                <a:cubicBezTo>
                  <a:pt x="2863" y="93068"/>
                  <a:pt x="2813" y="92968"/>
                  <a:pt x="2763" y="92844"/>
                </a:cubicBezTo>
                <a:close/>
                <a:moveTo>
                  <a:pt x="59565" y="89284"/>
                </a:moveTo>
                <a:cubicBezTo>
                  <a:pt x="60237" y="91624"/>
                  <a:pt x="60685" y="94063"/>
                  <a:pt x="60834" y="96428"/>
                </a:cubicBezTo>
                <a:cubicBezTo>
                  <a:pt x="60809" y="96428"/>
                  <a:pt x="60809" y="96428"/>
                  <a:pt x="60784" y="96453"/>
                </a:cubicBezTo>
                <a:cubicBezTo>
                  <a:pt x="60585" y="94063"/>
                  <a:pt x="60187" y="91649"/>
                  <a:pt x="59490" y="89334"/>
                </a:cubicBezTo>
                <a:cubicBezTo>
                  <a:pt x="59540" y="89334"/>
                  <a:pt x="59540" y="89284"/>
                  <a:pt x="59565" y="89284"/>
                </a:cubicBezTo>
                <a:close/>
                <a:moveTo>
                  <a:pt x="49210" y="95432"/>
                </a:moveTo>
                <a:cubicBezTo>
                  <a:pt x="49135" y="95781"/>
                  <a:pt x="49085" y="96154"/>
                  <a:pt x="48986" y="96478"/>
                </a:cubicBezTo>
                <a:cubicBezTo>
                  <a:pt x="48637" y="96353"/>
                  <a:pt x="48289" y="96204"/>
                  <a:pt x="47990" y="96055"/>
                </a:cubicBezTo>
                <a:cubicBezTo>
                  <a:pt x="48388" y="95855"/>
                  <a:pt x="48787" y="95656"/>
                  <a:pt x="49210" y="95432"/>
                </a:cubicBezTo>
                <a:close/>
                <a:moveTo>
                  <a:pt x="67132" y="94213"/>
                </a:moveTo>
                <a:lnTo>
                  <a:pt x="67132" y="94213"/>
                </a:lnTo>
                <a:cubicBezTo>
                  <a:pt x="67107" y="94238"/>
                  <a:pt x="67156" y="94287"/>
                  <a:pt x="67156" y="94287"/>
                </a:cubicBezTo>
                <a:cubicBezTo>
                  <a:pt x="65066" y="95283"/>
                  <a:pt x="63024" y="96030"/>
                  <a:pt x="61033" y="96577"/>
                </a:cubicBezTo>
                <a:lnTo>
                  <a:pt x="61033" y="96528"/>
                </a:lnTo>
                <a:cubicBezTo>
                  <a:pt x="62975" y="95955"/>
                  <a:pt x="65041" y="95183"/>
                  <a:pt x="67132" y="94213"/>
                </a:cubicBezTo>
                <a:close/>
                <a:moveTo>
                  <a:pt x="49484" y="95308"/>
                </a:moveTo>
                <a:cubicBezTo>
                  <a:pt x="49409" y="95731"/>
                  <a:pt x="49334" y="96179"/>
                  <a:pt x="49235" y="96602"/>
                </a:cubicBezTo>
                <a:cubicBezTo>
                  <a:pt x="49210" y="96602"/>
                  <a:pt x="49160" y="96577"/>
                  <a:pt x="49160" y="96577"/>
                </a:cubicBezTo>
                <a:cubicBezTo>
                  <a:pt x="49260" y="96179"/>
                  <a:pt x="49359" y="95731"/>
                  <a:pt x="49409" y="95333"/>
                </a:cubicBezTo>
                <a:cubicBezTo>
                  <a:pt x="49459" y="95333"/>
                  <a:pt x="49459" y="95308"/>
                  <a:pt x="49484" y="95308"/>
                </a:cubicBezTo>
                <a:close/>
                <a:moveTo>
                  <a:pt x="60834" y="96577"/>
                </a:moveTo>
                <a:lnTo>
                  <a:pt x="60834" y="96627"/>
                </a:lnTo>
                <a:cubicBezTo>
                  <a:pt x="60809" y="96627"/>
                  <a:pt x="60809" y="96627"/>
                  <a:pt x="60784" y="96677"/>
                </a:cubicBezTo>
                <a:cubicBezTo>
                  <a:pt x="60809" y="96627"/>
                  <a:pt x="60784" y="96627"/>
                  <a:pt x="60784" y="96602"/>
                </a:cubicBezTo>
                <a:cubicBezTo>
                  <a:pt x="60809" y="96602"/>
                  <a:pt x="60809" y="96602"/>
                  <a:pt x="60834" y="96577"/>
                </a:cubicBezTo>
                <a:close/>
                <a:moveTo>
                  <a:pt x="47791" y="96129"/>
                </a:moveTo>
                <a:cubicBezTo>
                  <a:pt x="48140" y="96353"/>
                  <a:pt x="48538" y="96528"/>
                  <a:pt x="48961" y="96677"/>
                </a:cubicBezTo>
                <a:lnTo>
                  <a:pt x="48961" y="96727"/>
                </a:lnTo>
                <a:cubicBezTo>
                  <a:pt x="48513" y="96577"/>
                  <a:pt x="48115" y="96378"/>
                  <a:pt x="47741" y="96179"/>
                </a:cubicBezTo>
                <a:cubicBezTo>
                  <a:pt x="47766" y="96179"/>
                  <a:pt x="47766" y="96129"/>
                  <a:pt x="47791" y="96129"/>
                </a:cubicBezTo>
                <a:close/>
                <a:moveTo>
                  <a:pt x="5451" y="96602"/>
                </a:moveTo>
                <a:lnTo>
                  <a:pt x="5526" y="96702"/>
                </a:lnTo>
                <a:lnTo>
                  <a:pt x="5526" y="96727"/>
                </a:lnTo>
                <a:lnTo>
                  <a:pt x="5551" y="96826"/>
                </a:lnTo>
                <a:lnTo>
                  <a:pt x="5551" y="96826"/>
                </a:lnTo>
                <a:lnTo>
                  <a:pt x="5451" y="96727"/>
                </a:lnTo>
                <a:lnTo>
                  <a:pt x="5451" y="96602"/>
                </a:lnTo>
                <a:close/>
                <a:moveTo>
                  <a:pt x="49110" y="96776"/>
                </a:moveTo>
                <a:cubicBezTo>
                  <a:pt x="49135" y="96776"/>
                  <a:pt x="49135" y="96776"/>
                  <a:pt x="49160" y="96801"/>
                </a:cubicBezTo>
                <a:lnTo>
                  <a:pt x="49160" y="96851"/>
                </a:lnTo>
                <a:lnTo>
                  <a:pt x="49135" y="96851"/>
                </a:lnTo>
                <a:cubicBezTo>
                  <a:pt x="49135" y="96826"/>
                  <a:pt x="49110" y="96826"/>
                  <a:pt x="49110" y="96826"/>
                </a:cubicBezTo>
                <a:lnTo>
                  <a:pt x="49110" y="96776"/>
                </a:lnTo>
                <a:close/>
                <a:moveTo>
                  <a:pt x="89658" y="77685"/>
                </a:moveTo>
                <a:cubicBezTo>
                  <a:pt x="91948" y="79079"/>
                  <a:pt x="94064" y="80174"/>
                  <a:pt x="95881" y="80896"/>
                </a:cubicBezTo>
                <a:cubicBezTo>
                  <a:pt x="95781" y="81020"/>
                  <a:pt x="95682" y="81145"/>
                  <a:pt x="95557" y="81269"/>
                </a:cubicBezTo>
                <a:cubicBezTo>
                  <a:pt x="95383" y="81493"/>
                  <a:pt x="95209" y="81692"/>
                  <a:pt x="95034" y="81916"/>
                </a:cubicBezTo>
                <a:cubicBezTo>
                  <a:pt x="94711" y="82290"/>
                  <a:pt x="94437" y="82663"/>
                  <a:pt x="94138" y="83012"/>
                </a:cubicBezTo>
                <a:cubicBezTo>
                  <a:pt x="94014" y="83136"/>
                  <a:pt x="93889" y="83286"/>
                  <a:pt x="93790" y="83410"/>
                </a:cubicBezTo>
                <a:cubicBezTo>
                  <a:pt x="93068" y="84231"/>
                  <a:pt x="92346" y="85028"/>
                  <a:pt x="91599" y="85849"/>
                </a:cubicBezTo>
                <a:cubicBezTo>
                  <a:pt x="91550" y="85899"/>
                  <a:pt x="91475" y="85974"/>
                  <a:pt x="91425" y="86048"/>
                </a:cubicBezTo>
                <a:cubicBezTo>
                  <a:pt x="91052" y="86422"/>
                  <a:pt x="90703" y="86845"/>
                  <a:pt x="90330" y="87218"/>
                </a:cubicBezTo>
                <a:cubicBezTo>
                  <a:pt x="90106" y="87417"/>
                  <a:pt x="89932" y="87641"/>
                  <a:pt x="89708" y="87841"/>
                </a:cubicBezTo>
                <a:lnTo>
                  <a:pt x="88948" y="88600"/>
                </a:lnTo>
                <a:lnTo>
                  <a:pt x="88948" y="88600"/>
                </a:lnTo>
                <a:cubicBezTo>
                  <a:pt x="89233" y="88330"/>
                  <a:pt x="89515" y="88058"/>
                  <a:pt x="89807" y="87766"/>
                </a:cubicBezTo>
                <a:lnTo>
                  <a:pt x="89982" y="87592"/>
                </a:lnTo>
                <a:cubicBezTo>
                  <a:pt x="90405" y="87168"/>
                  <a:pt x="90778" y="86770"/>
                  <a:pt x="91176" y="86372"/>
                </a:cubicBezTo>
                <a:lnTo>
                  <a:pt x="91326" y="86223"/>
                </a:lnTo>
                <a:cubicBezTo>
                  <a:pt x="91351" y="86173"/>
                  <a:pt x="91400" y="86123"/>
                  <a:pt x="91450" y="86098"/>
                </a:cubicBezTo>
                <a:lnTo>
                  <a:pt x="91525" y="86024"/>
                </a:lnTo>
                <a:cubicBezTo>
                  <a:pt x="93093" y="84356"/>
                  <a:pt x="94586" y="82638"/>
                  <a:pt x="96030" y="80871"/>
                </a:cubicBezTo>
                <a:lnTo>
                  <a:pt x="96080" y="80871"/>
                </a:lnTo>
                <a:cubicBezTo>
                  <a:pt x="95084" y="82066"/>
                  <a:pt x="94064" y="83286"/>
                  <a:pt x="93018" y="84505"/>
                </a:cubicBezTo>
                <a:cubicBezTo>
                  <a:pt x="92944" y="84605"/>
                  <a:pt x="92894" y="84655"/>
                  <a:pt x="92794" y="84754"/>
                </a:cubicBezTo>
                <a:cubicBezTo>
                  <a:pt x="91674" y="85999"/>
                  <a:pt x="90479" y="87218"/>
                  <a:pt x="89285" y="88413"/>
                </a:cubicBezTo>
                <a:lnTo>
                  <a:pt x="89235" y="88463"/>
                </a:lnTo>
                <a:cubicBezTo>
                  <a:pt x="88737" y="88911"/>
                  <a:pt x="88239" y="89409"/>
                  <a:pt x="87741" y="89882"/>
                </a:cubicBezTo>
                <a:lnTo>
                  <a:pt x="87617" y="90006"/>
                </a:lnTo>
                <a:lnTo>
                  <a:pt x="87567" y="90081"/>
                </a:lnTo>
                <a:cubicBezTo>
                  <a:pt x="87119" y="90479"/>
                  <a:pt x="86671" y="90902"/>
                  <a:pt x="86198" y="91325"/>
                </a:cubicBezTo>
                <a:lnTo>
                  <a:pt x="86123" y="91375"/>
                </a:lnTo>
                <a:cubicBezTo>
                  <a:pt x="86049" y="91475"/>
                  <a:pt x="85949" y="91524"/>
                  <a:pt x="85850" y="91624"/>
                </a:cubicBezTo>
                <a:cubicBezTo>
                  <a:pt x="85426" y="91997"/>
                  <a:pt x="85003" y="92371"/>
                  <a:pt x="84580" y="92719"/>
                </a:cubicBezTo>
                <a:cubicBezTo>
                  <a:pt x="84431" y="92844"/>
                  <a:pt x="84257" y="92968"/>
                  <a:pt x="84132" y="93093"/>
                </a:cubicBezTo>
                <a:cubicBezTo>
                  <a:pt x="83734" y="93441"/>
                  <a:pt x="83311" y="93765"/>
                  <a:pt x="82888" y="94113"/>
                </a:cubicBezTo>
                <a:cubicBezTo>
                  <a:pt x="82738" y="94238"/>
                  <a:pt x="82564" y="94387"/>
                  <a:pt x="82390" y="94511"/>
                </a:cubicBezTo>
                <a:cubicBezTo>
                  <a:pt x="82327" y="94564"/>
                  <a:pt x="82264" y="94616"/>
                  <a:pt x="82200" y="94667"/>
                </a:cubicBezTo>
                <a:lnTo>
                  <a:pt x="82200" y="94667"/>
                </a:lnTo>
                <a:lnTo>
                  <a:pt x="82216" y="94636"/>
                </a:lnTo>
                <a:cubicBezTo>
                  <a:pt x="82589" y="94362"/>
                  <a:pt x="82962" y="94063"/>
                  <a:pt x="83311" y="93740"/>
                </a:cubicBezTo>
                <a:cubicBezTo>
                  <a:pt x="83336" y="93715"/>
                  <a:pt x="83385" y="93690"/>
                  <a:pt x="83435" y="93615"/>
                </a:cubicBezTo>
                <a:cubicBezTo>
                  <a:pt x="83560" y="93516"/>
                  <a:pt x="83684" y="93416"/>
                  <a:pt x="83809" y="93317"/>
                </a:cubicBezTo>
                <a:lnTo>
                  <a:pt x="83833" y="93267"/>
                </a:lnTo>
                <a:cubicBezTo>
                  <a:pt x="83958" y="93192"/>
                  <a:pt x="84082" y="93068"/>
                  <a:pt x="84207" y="92968"/>
                </a:cubicBezTo>
                <a:cubicBezTo>
                  <a:pt x="84431" y="92769"/>
                  <a:pt x="84630" y="92595"/>
                  <a:pt x="84829" y="92445"/>
                </a:cubicBezTo>
                <a:cubicBezTo>
                  <a:pt x="84879" y="92371"/>
                  <a:pt x="84954" y="92346"/>
                  <a:pt x="84978" y="92271"/>
                </a:cubicBezTo>
                <a:cubicBezTo>
                  <a:pt x="85053" y="92221"/>
                  <a:pt x="85103" y="92196"/>
                  <a:pt x="85178" y="92122"/>
                </a:cubicBezTo>
                <a:cubicBezTo>
                  <a:pt x="85227" y="92072"/>
                  <a:pt x="85302" y="92022"/>
                  <a:pt x="85352" y="91972"/>
                </a:cubicBezTo>
                <a:lnTo>
                  <a:pt x="85451" y="91873"/>
                </a:lnTo>
                <a:cubicBezTo>
                  <a:pt x="85850" y="91524"/>
                  <a:pt x="86223" y="91201"/>
                  <a:pt x="86596" y="90852"/>
                </a:cubicBezTo>
                <a:cubicBezTo>
                  <a:pt x="86664" y="90785"/>
                  <a:pt x="86731" y="90718"/>
                  <a:pt x="86799" y="90654"/>
                </a:cubicBezTo>
                <a:lnTo>
                  <a:pt x="86799" y="90654"/>
                </a:lnTo>
                <a:cubicBezTo>
                  <a:pt x="86756" y="90693"/>
                  <a:pt x="86714" y="90727"/>
                  <a:pt x="86671" y="90753"/>
                </a:cubicBezTo>
                <a:cubicBezTo>
                  <a:pt x="86248" y="91101"/>
                  <a:pt x="85875" y="91475"/>
                  <a:pt x="85476" y="91823"/>
                </a:cubicBezTo>
                <a:cubicBezTo>
                  <a:pt x="85327" y="91948"/>
                  <a:pt x="85178" y="92097"/>
                  <a:pt x="85003" y="92221"/>
                </a:cubicBezTo>
                <a:cubicBezTo>
                  <a:pt x="84630" y="92545"/>
                  <a:pt x="84257" y="92869"/>
                  <a:pt x="83883" y="93192"/>
                </a:cubicBezTo>
                <a:lnTo>
                  <a:pt x="83336" y="93665"/>
                </a:lnTo>
                <a:cubicBezTo>
                  <a:pt x="82987" y="93939"/>
                  <a:pt x="82614" y="94238"/>
                  <a:pt x="82240" y="94536"/>
                </a:cubicBezTo>
                <a:cubicBezTo>
                  <a:pt x="82016" y="94710"/>
                  <a:pt x="81817" y="94860"/>
                  <a:pt x="81568" y="95059"/>
                </a:cubicBezTo>
                <a:cubicBezTo>
                  <a:pt x="81220" y="95308"/>
                  <a:pt x="80871" y="95582"/>
                  <a:pt x="80523" y="95831"/>
                </a:cubicBezTo>
                <a:lnTo>
                  <a:pt x="79776" y="96403"/>
                </a:lnTo>
                <a:cubicBezTo>
                  <a:pt x="79751" y="96428"/>
                  <a:pt x="79702" y="96453"/>
                  <a:pt x="79652" y="96478"/>
                </a:cubicBezTo>
                <a:cubicBezTo>
                  <a:pt x="79453" y="96652"/>
                  <a:pt x="79204" y="96826"/>
                  <a:pt x="78980" y="96976"/>
                </a:cubicBezTo>
                <a:cubicBezTo>
                  <a:pt x="78905" y="96776"/>
                  <a:pt x="78855" y="96577"/>
                  <a:pt x="78781" y="96403"/>
                </a:cubicBezTo>
                <a:cubicBezTo>
                  <a:pt x="78731" y="96179"/>
                  <a:pt x="78656" y="95980"/>
                  <a:pt x="78606" y="95781"/>
                </a:cubicBezTo>
                <a:cubicBezTo>
                  <a:pt x="78532" y="95557"/>
                  <a:pt x="78432" y="95333"/>
                  <a:pt x="78382" y="95109"/>
                </a:cubicBezTo>
                <a:cubicBezTo>
                  <a:pt x="78283" y="94860"/>
                  <a:pt x="78183" y="94586"/>
                  <a:pt x="78059" y="94312"/>
                </a:cubicBezTo>
                <a:cubicBezTo>
                  <a:pt x="78009" y="94138"/>
                  <a:pt x="77959" y="93989"/>
                  <a:pt x="77884" y="93864"/>
                </a:cubicBezTo>
                <a:cubicBezTo>
                  <a:pt x="77735" y="93491"/>
                  <a:pt x="77561" y="93167"/>
                  <a:pt x="77412" y="92794"/>
                </a:cubicBezTo>
                <a:cubicBezTo>
                  <a:pt x="77412" y="92744"/>
                  <a:pt x="77387" y="92719"/>
                  <a:pt x="77362" y="92694"/>
                </a:cubicBezTo>
                <a:cubicBezTo>
                  <a:pt x="77038" y="91972"/>
                  <a:pt x="76665" y="91226"/>
                  <a:pt x="76291" y="90479"/>
                </a:cubicBezTo>
                <a:cubicBezTo>
                  <a:pt x="76416" y="90379"/>
                  <a:pt x="76540" y="90280"/>
                  <a:pt x="76640" y="90205"/>
                </a:cubicBezTo>
                <a:cubicBezTo>
                  <a:pt x="76988" y="89931"/>
                  <a:pt x="77287" y="89633"/>
                  <a:pt x="77636" y="89359"/>
                </a:cubicBezTo>
                <a:cubicBezTo>
                  <a:pt x="78133" y="88936"/>
                  <a:pt x="78631" y="88513"/>
                  <a:pt x="79104" y="88089"/>
                </a:cubicBezTo>
                <a:cubicBezTo>
                  <a:pt x="79453" y="87766"/>
                  <a:pt x="79776" y="87492"/>
                  <a:pt x="80125" y="87193"/>
                </a:cubicBezTo>
                <a:cubicBezTo>
                  <a:pt x="80697" y="86671"/>
                  <a:pt x="81220" y="86198"/>
                  <a:pt x="81743" y="85700"/>
                </a:cubicBezTo>
                <a:cubicBezTo>
                  <a:pt x="82116" y="85351"/>
                  <a:pt x="82489" y="85003"/>
                  <a:pt x="82838" y="84655"/>
                </a:cubicBezTo>
                <a:cubicBezTo>
                  <a:pt x="83136" y="84381"/>
                  <a:pt x="83460" y="84082"/>
                  <a:pt x="83734" y="83783"/>
                </a:cubicBezTo>
                <a:cubicBezTo>
                  <a:pt x="84306" y="83261"/>
                  <a:pt x="84829" y="82738"/>
                  <a:pt x="85352" y="82165"/>
                </a:cubicBezTo>
                <a:lnTo>
                  <a:pt x="86323" y="81195"/>
                </a:lnTo>
                <a:cubicBezTo>
                  <a:pt x="86671" y="80871"/>
                  <a:pt x="86970" y="80523"/>
                  <a:pt x="87318" y="80174"/>
                </a:cubicBezTo>
                <a:lnTo>
                  <a:pt x="88911" y="78506"/>
                </a:lnTo>
                <a:cubicBezTo>
                  <a:pt x="89160" y="78258"/>
                  <a:pt x="89359" y="77959"/>
                  <a:pt x="89608" y="77710"/>
                </a:cubicBezTo>
                <a:lnTo>
                  <a:pt x="89658" y="77685"/>
                </a:lnTo>
                <a:close/>
                <a:moveTo>
                  <a:pt x="76117" y="90603"/>
                </a:moveTo>
                <a:cubicBezTo>
                  <a:pt x="76764" y="91873"/>
                  <a:pt x="77312" y="93093"/>
                  <a:pt x="77785" y="94238"/>
                </a:cubicBezTo>
                <a:lnTo>
                  <a:pt x="77884" y="94437"/>
                </a:lnTo>
                <a:cubicBezTo>
                  <a:pt x="78009" y="94735"/>
                  <a:pt x="78108" y="95059"/>
                  <a:pt x="78233" y="95333"/>
                </a:cubicBezTo>
                <a:cubicBezTo>
                  <a:pt x="78283" y="95507"/>
                  <a:pt x="78357" y="95681"/>
                  <a:pt x="78407" y="95855"/>
                </a:cubicBezTo>
                <a:cubicBezTo>
                  <a:pt x="78507" y="96079"/>
                  <a:pt x="78532" y="96303"/>
                  <a:pt x="78631" y="96552"/>
                </a:cubicBezTo>
                <a:cubicBezTo>
                  <a:pt x="78681" y="96702"/>
                  <a:pt x="78731" y="96876"/>
                  <a:pt x="78781" y="97050"/>
                </a:cubicBezTo>
                <a:cubicBezTo>
                  <a:pt x="78756" y="97050"/>
                  <a:pt x="78756" y="97075"/>
                  <a:pt x="78731" y="97075"/>
                </a:cubicBezTo>
                <a:cubicBezTo>
                  <a:pt x="78706" y="96926"/>
                  <a:pt x="78631" y="96727"/>
                  <a:pt x="78581" y="96577"/>
                </a:cubicBezTo>
                <a:cubicBezTo>
                  <a:pt x="78507" y="96353"/>
                  <a:pt x="78457" y="96179"/>
                  <a:pt x="78382" y="95955"/>
                </a:cubicBezTo>
                <a:cubicBezTo>
                  <a:pt x="78308" y="95756"/>
                  <a:pt x="78258" y="95582"/>
                  <a:pt x="78183" y="95432"/>
                </a:cubicBezTo>
                <a:cubicBezTo>
                  <a:pt x="78108" y="95158"/>
                  <a:pt x="77984" y="94860"/>
                  <a:pt x="77884" y="94561"/>
                </a:cubicBezTo>
                <a:cubicBezTo>
                  <a:pt x="77860" y="94511"/>
                  <a:pt x="77860" y="94462"/>
                  <a:pt x="77810" y="94412"/>
                </a:cubicBezTo>
                <a:cubicBezTo>
                  <a:pt x="77362" y="93217"/>
                  <a:pt x="76764" y="91948"/>
                  <a:pt x="76067" y="90628"/>
                </a:cubicBezTo>
                <a:lnTo>
                  <a:pt x="76117" y="90603"/>
                </a:lnTo>
                <a:close/>
                <a:moveTo>
                  <a:pt x="80528" y="95978"/>
                </a:moveTo>
                <a:cubicBezTo>
                  <a:pt x="80053" y="96453"/>
                  <a:pt x="79518" y="96826"/>
                  <a:pt x="79005" y="97200"/>
                </a:cubicBezTo>
                <a:lnTo>
                  <a:pt x="79005" y="97175"/>
                </a:lnTo>
                <a:lnTo>
                  <a:pt x="79005" y="97125"/>
                </a:lnTo>
                <a:cubicBezTo>
                  <a:pt x="79328" y="96926"/>
                  <a:pt x="79627" y="96702"/>
                  <a:pt x="79901" y="96453"/>
                </a:cubicBezTo>
                <a:cubicBezTo>
                  <a:pt x="80125" y="96303"/>
                  <a:pt x="80324" y="96129"/>
                  <a:pt x="80523" y="95980"/>
                </a:cubicBezTo>
                <a:cubicBezTo>
                  <a:pt x="80525" y="95979"/>
                  <a:pt x="80526" y="95978"/>
                  <a:pt x="80528" y="95978"/>
                </a:cubicBezTo>
                <a:close/>
                <a:moveTo>
                  <a:pt x="45426" y="94760"/>
                </a:moveTo>
                <a:cubicBezTo>
                  <a:pt x="45899" y="95233"/>
                  <a:pt x="46422" y="95656"/>
                  <a:pt x="47019" y="96005"/>
                </a:cubicBezTo>
                <a:cubicBezTo>
                  <a:pt x="46123" y="96453"/>
                  <a:pt x="45252" y="96851"/>
                  <a:pt x="44356" y="97224"/>
                </a:cubicBezTo>
                <a:cubicBezTo>
                  <a:pt x="44779" y="96428"/>
                  <a:pt x="45128" y="95607"/>
                  <a:pt x="45426" y="94760"/>
                </a:cubicBezTo>
                <a:close/>
                <a:moveTo>
                  <a:pt x="78855" y="97249"/>
                </a:moveTo>
                <a:lnTo>
                  <a:pt x="78855" y="97299"/>
                </a:lnTo>
                <a:lnTo>
                  <a:pt x="78830" y="97299"/>
                </a:lnTo>
                <a:cubicBezTo>
                  <a:pt x="78830" y="97324"/>
                  <a:pt x="78830" y="97324"/>
                  <a:pt x="78781" y="97349"/>
                </a:cubicBezTo>
                <a:lnTo>
                  <a:pt x="78781" y="97324"/>
                </a:lnTo>
                <a:lnTo>
                  <a:pt x="78781" y="97299"/>
                </a:lnTo>
                <a:lnTo>
                  <a:pt x="78830" y="97299"/>
                </a:lnTo>
                <a:lnTo>
                  <a:pt x="78855" y="97249"/>
                </a:lnTo>
                <a:close/>
                <a:moveTo>
                  <a:pt x="45252" y="94561"/>
                </a:moveTo>
                <a:lnTo>
                  <a:pt x="45277" y="94586"/>
                </a:lnTo>
                <a:cubicBezTo>
                  <a:pt x="45252" y="94611"/>
                  <a:pt x="45252" y="94686"/>
                  <a:pt x="45227" y="94710"/>
                </a:cubicBezTo>
                <a:lnTo>
                  <a:pt x="45227" y="94735"/>
                </a:lnTo>
                <a:cubicBezTo>
                  <a:pt x="45153" y="94860"/>
                  <a:pt x="45128" y="95034"/>
                  <a:pt x="45053" y="95158"/>
                </a:cubicBezTo>
                <a:lnTo>
                  <a:pt x="44680" y="96079"/>
                </a:lnTo>
                <a:cubicBezTo>
                  <a:pt x="44605" y="96279"/>
                  <a:pt x="44505" y="96478"/>
                  <a:pt x="44406" y="96677"/>
                </a:cubicBezTo>
                <a:cubicBezTo>
                  <a:pt x="44381" y="96727"/>
                  <a:pt x="44356" y="96776"/>
                  <a:pt x="44356" y="96826"/>
                </a:cubicBezTo>
                <a:cubicBezTo>
                  <a:pt x="44281" y="96976"/>
                  <a:pt x="44182" y="97100"/>
                  <a:pt x="44132" y="97249"/>
                </a:cubicBezTo>
                <a:cubicBezTo>
                  <a:pt x="44107" y="97299"/>
                  <a:pt x="44107" y="97324"/>
                  <a:pt x="44057" y="97374"/>
                </a:cubicBezTo>
                <a:cubicBezTo>
                  <a:pt x="44057" y="97374"/>
                  <a:pt x="44057" y="97374"/>
                  <a:pt x="44055" y="97374"/>
                </a:cubicBezTo>
                <a:lnTo>
                  <a:pt x="44055" y="97374"/>
                </a:lnTo>
                <a:cubicBezTo>
                  <a:pt x="44495" y="96421"/>
                  <a:pt x="44910" y="95515"/>
                  <a:pt x="45252" y="94561"/>
                </a:cubicBezTo>
                <a:close/>
                <a:moveTo>
                  <a:pt x="59341" y="89434"/>
                </a:moveTo>
                <a:cubicBezTo>
                  <a:pt x="59988" y="91724"/>
                  <a:pt x="60436" y="94113"/>
                  <a:pt x="60585" y="96453"/>
                </a:cubicBezTo>
                <a:cubicBezTo>
                  <a:pt x="58312" y="97064"/>
                  <a:pt x="56153" y="97378"/>
                  <a:pt x="54164" y="97378"/>
                </a:cubicBezTo>
                <a:cubicBezTo>
                  <a:pt x="52428" y="97378"/>
                  <a:pt x="50822" y="97139"/>
                  <a:pt x="49384" y="96652"/>
                </a:cubicBezTo>
                <a:cubicBezTo>
                  <a:pt x="49509" y="96179"/>
                  <a:pt x="49608" y="95681"/>
                  <a:pt x="49658" y="95183"/>
                </a:cubicBezTo>
                <a:cubicBezTo>
                  <a:pt x="52869" y="93491"/>
                  <a:pt x="56105" y="91574"/>
                  <a:pt x="59341" y="89434"/>
                </a:cubicBezTo>
                <a:close/>
                <a:moveTo>
                  <a:pt x="42215" y="86646"/>
                </a:moveTo>
                <a:cubicBezTo>
                  <a:pt x="42265" y="87741"/>
                  <a:pt x="42415" y="88762"/>
                  <a:pt x="42639" y="89732"/>
                </a:cubicBezTo>
                <a:cubicBezTo>
                  <a:pt x="41419" y="92246"/>
                  <a:pt x="39602" y="94611"/>
                  <a:pt x="37212" y="96602"/>
                </a:cubicBezTo>
                <a:cubicBezTo>
                  <a:pt x="37187" y="96627"/>
                  <a:pt x="37163" y="96677"/>
                  <a:pt x="37088" y="96702"/>
                </a:cubicBezTo>
                <a:cubicBezTo>
                  <a:pt x="36739" y="96976"/>
                  <a:pt x="36416" y="97249"/>
                  <a:pt x="36042" y="97523"/>
                </a:cubicBezTo>
                <a:cubicBezTo>
                  <a:pt x="35968" y="97299"/>
                  <a:pt x="35918" y="97075"/>
                  <a:pt x="35893" y="96901"/>
                </a:cubicBezTo>
                <a:cubicBezTo>
                  <a:pt x="35843" y="96727"/>
                  <a:pt x="35818" y="96577"/>
                  <a:pt x="35794" y="96378"/>
                </a:cubicBezTo>
                <a:cubicBezTo>
                  <a:pt x="35719" y="96104"/>
                  <a:pt x="35694" y="95806"/>
                  <a:pt x="35669" y="95482"/>
                </a:cubicBezTo>
                <a:cubicBezTo>
                  <a:pt x="35669" y="95383"/>
                  <a:pt x="35644" y="95333"/>
                  <a:pt x="35644" y="95233"/>
                </a:cubicBezTo>
                <a:cubicBezTo>
                  <a:pt x="35644" y="95183"/>
                  <a:pt x="35594" y="95109"/>
                  <a:pt x="35594" y="95059"/>
                </a:cubicBezTo>
                <a:cubicBezTo>
                  <a:pt x="35570" y="94611"/>
                  <a:pt x="35545" y="94138"/>
                  <a:pt x="35520" y="93715"/>
                </a:cubicBezTo>
                <a:lnTo>
                  <a:pt x="35520" y="93491"/>
                </a:lnTo>
                <a:lnTo>
                  <a:pt x="35520" y="93317"/>
                </a:lnTo>
                <a:lnTo>
                  <a:pt x="35520" y="92321"/>
                </a:lnTo>
                <a:cubicBezTo>
                  <a:pt x="35520" y="92122"/>
                  <a:pt x="35545" y="91948"/>
                  <a:pt x="35545" y="91748"/>
                </a:cubicBezTo>
                <a:cubicBezTo>
                  <a:pt x="35545" y="91450"/>
                  <a:pt x="35570" y="91151"/>
                  <a:pt x="35594" y="90852"/>
                </a:cubicBezTo>
                <a:lnTo>
                  <a:pt x="35594" y="90827"/>
                </a:lnTo>
                <a:cubicBezTo>
                  <a:pt x="35594" y="90628"/>
                  <a:pt x="35619" y="90479"/>
                  <a:pt x="35669" y="90280"/>
                </a:cubicBezTo>
                <a:cubicBezTo>
                  <a:pt x="35694" y="89981"/>
                  <a:pt x="35719" y="89658"/>
                  <a:pt x="35794" y="89359"/>
                </a:cubicBezTo>
                <a:cubicBezTo>
                  <a:pt x="35794" y="89334"/>
                  <a:pt x="35794" y="89284"/>
                  <a:pt x="35818" y="89259"/>
                </a:cubicBezTo>
                <a:cubicBezTo>
                  <a:pt x="37934" y="88537"/>
                  <a:pt x="40075" y="87666"/>
                  <a:pt x="42215" y="86646"/>
                </a:cubicBezTo>
                <a:close/>
                <a:moveTo>
                  <a:pt x="60610" y="96627"/>
                </a:moveTo>
                <a:lnTo>
                  <a:pt x="60610" y="96702"/>
                </a:lnTo>
                <a:cubicBezTo>
                  <a:pt x="58345" y="97324"/>
                  <a:pt x="56179" y="97623"/>
                  <a:pt x="54188" y="97623"/>
                </a:cubicBezTo>
                <a:cubicBezTo>
                  <a:pt x="52396" y="97623"/>
                  <a:pt x="50778" y="97374"/>
                  <a:pt x="49359" y="96901"/>
                </a:cubicBezTo>
                <a:cubicBezTo>
                  <a:pt x="49334" y="96901"/>
                  <a:pt x="49359" y="96851"/>
                  <a:pt x="49359" y="96826"/>
                </a:cubicBezTo>
                <a:cubicBezTo>
                  <a:pt x="50807" y="97317"/>
                  <a:pt x="52430" y="97561"/>
                  <a:pt x="54188" y="97561"/>
                </a:cubicBezTo>
                <a:cubicBezTo>
                  <a:pt x="56177" y="97561"/>
                  <a:pt x="58337" y="97248"/>
                  <a:pt x="60610" y="96627"/>
                </a:cubicBezTo>
                <a:close/>
                <a:moveTo>
                  <a:pt x="47219" y="96104"/>
                </a:moveTo>
                <a:cubicBezTo>
                  <a:pt x="47244" y="96154"/>
                  <a:pt x="47268" y="96154"/>
                  <a:pt x="47293" y="96179"/>
                </a:cubicBezTo>
                <a:cubicBezTo>
                  <a:pt x="46248" y="96677"/>
                  <a:pt x="45227" y="97175"/>
                  <a:pt x="44157" y="97648"/>
                </a:cubicBezTo>
                <a:cubicBezTo>
                  <a:pt x="44182" y="97573"/>
                  <a:pt x="44232" y="97548"/>
                  <a:pt x="44232" y="97473"/>
                </a:cubicBezTo>
                <a:cubicBezTo>
                  <a:pt x="45227" y="97050"/>
                  <a:pt x="46223" y="96577"/>
                  <a:pt x="47219" y="96104"/>
                </a:cubicBezTo>
                <a:close/>
                <a:moveTo>
                  <a:pt x="35570" y="89334"/>
                </a:moveTo>
                <a:cubicBezTo>
                  <a:pt x="35520" y="89707"/>
                  <a:pt x="35470" y="90106"/>
                  <a:pt x="35445" y="90479"/>
                </a:cubicBezTo>
                <a:cubicBezTo>
                  <a:pt x="35445" y="90579"/>
                  <a:pt x="35420" y="90678"/>
                  <a:pt x="35420" y="90753"/>
                </a:cubicBezTo>
                <a:lnTo>
                  <a:pt x="35420" y="90852"/>
                </a:lnTo>
                <a:cubicBezTo>
                  <a:pt x="35395" y="91126"/>
                  <a:pt x="35395" y="91375"/>
                  <a:pt x="35346" y="91649"/>
                </a:cubicBezTo>
                <a:lnTo>
                  <a:pt x="35346" y="91923"/>
                </a:lnTo>
                <a:cubicBezTo>
                  <a:pt x="35346" y="92072"/>
                  <a:pt x="35321" y="92196"/>
                  <a:pt x="35321" y="92346"/>
                </a:cubicBezTo>
                <a:lnTo>
                  <a:pt x="35321" y="92371"/>
                </a:lnTo>
                <a:lnTo>
                  <a:pt x="35321" y="93366"/>
                </a:lnTo>
                <a:lnTo>
                  <a:pt x="35321" y="93839"/>
                </a:lnTo>
                <a:cubicBezTo>
                  <a:pt x="35321" y="94213"/>
                  <a:pt x="35346" y="94586"/>
                  <a:pt x="35395" y="94934"/>
                </a:cubicBezTo>
                <a:lnTo>
                  <a:pt x="35395" y="94984"/>
                </a:lnTo>
                <a:cubicBezTo>
                  <a:pt x="35395" y="95084"/>
                  <a:pt x="35395" y="95134"/>
                  <a:pt x="35420" y="95233"/>
                </a:cubicBezTo>
                <a:cubicBezTo>
                  <a:pt x="35445" y="95681"/>
                  <a:pt x="35520" y="96129"/>
                  <a:pt x="35594" y="96577"/>
                </a:cubicBezTo>
                <a:cubicBezTo>
                  <a:pt x="35644" y="96727"/>
                  <a:pt x="35669" y="96851"/>
                  <a:pt x="35694" y="97000"/>
                </a:cubicBezTo>
                <a:cubicBezTo>
                  <a:pt x="35769" y="97224"/>
                  <a:pt x="35794" y="97473"/>
                  <a:pt x="35843" y="97697"/>
                </a:cubicBezTo>
                <a:lnTo>
                  <a:pt x="35818" y="97722"/>
                </a:lnTo>
                <a:cubicBezTo>
                  <a:pt x="35818" y="97722"/>
                  <a:pt x="35794" y="97722"/>
                  <a:pt x="35794" y="97772"/>
                </a:cubicBezTo>
                <a:cubicBezTo>
                  <a:pt x="35769" y="97448"/>
                  <a:pt x="35694" y="97224"/>
                  <a:pt x="35669" y="97025"/>
                </a:cubicBezTo>
                <a:cubicBezTo>
                  <a:pt x="35644" y="96851"/>
                  <a:pt x="35594" y="96702"/>
                  <a:pt x="35570" y="96528"/>
                </a:cubicBezTo>
                <a:cubicBezTo>
                  <a:pt x="35545" y="96403"/>
                  <a:pt x="35545" y="96303"/>
                  <a:pt x="35520" y="96179"/>
                </a:cubicBezTo>
                <a:cubicBezTo>
                  <a:pt x="35470" y="96055"/>
                  <a:pt x="35470" y="95905"/>
                  <a:pt x="35445" y="95731"/>
                </a:cubicBezTo>
                <a:cubicBezTo>
                  <a:pt x="35420" y="95557"/>
                  <a:pt x="35395" y="95333"/>
                  <a:pt x="35346" y="95158"/>
                </a:cubicBezTo>
                <a:cubicBezTo>
                  <a:pt x="35346" y="95034"/>
                  <a:pt x="35321" y="94910"/>
                  <a:pt x="35321" y="94735"/>
                </a:cubicBezTo>
                <a:lnTo>
                  <a:pt x="35321" y="94561"/>
                </a:lnTo>
                <a:cubicBezTo>
                  <a:pt x="35296" y="94287"/>
                  <a:pt x="35296" y="93989"/>
                  <a:pt x="35271" y="93715"/>
                </a:cubicBezTo>
                <a:lnTo>
                  <a:pt x="35271" y="93366"/>
                </a:lnTo>
                <a:lnTo>
                  <a:pt x="35271" y="92221"/>
                </a:lnTo>
                <a:lnTo>
                  <a:pt x="35271" y="92022"/>
                </a:lnTo>
                <a:cubicBezTo>
                  <a:pt x="35296" y="91574"/>
                  <a:pt x="35296" y="91126"/>
                  <a:pt x="35346" y="90678"/>
                </a:cubicBezTo>
                <a:cubicBezTo>
                  <a:pt x="35395" y="90230"/>
                  <a:pt x="35445" y="89757"/>
                  <a:pt x="35520" y="89334"/>
                </a:cubicBezTo>
                <a:close/>
                <a:moveTo>
                  <a:pt x="42688" y="90057"/>
                </a:moveTo>
                <a:cubicBezTo>
                  <a:pt x="41493" y="92496"/>
                  <a:pt x="39676" y="94810"/>
                  <a:pt x="37337" y="96776"/>
                </a:cubicBezTo>
                <a:lnTo>
                  <a:pt x="37262" y="96851"/>
                </a:lnTo>
                <a:cubicBezTo>
                  <a:pt x="36889" y="97175"/>
                  <a:pt x="36466" y="97473"/>
                  <a:pt x="36067" y="97772"/>
                </a:cubicBezTo>
                <a:lnTo>
                  <a:pt x="36067" y="97697"/>
                </a:lnTo>
                <a:cubicBezTo>
                  <a:pt x="36441" y="97424"/>
                  <a:pt x="36814" y="97150"/>
                  <a:pt x="37187" y="96826"/>
                </a:cubicBezTo>
                <a:cubicBezTo>
                  <a:pt x="37212" y="96801"/>
                  <a:pt x="37287" y="96776"/>
                  <a:pt x="37312" y="96727"/>
                </a:cubicBezTo>
                <a:cubicBezTo>
                  <a:pt x="39651" y="94761"/>
                  <a:pt x="41493" y="92496"/>
                  <a:pt x="42688" y="90057"/>
                </a:cubicBezTo>
                <a:close/>
                <a:moveTo>
                  <a:pt x="43933" y="97648"/>
                </a:moveTo>
                <a:cubicBezTo>
                  <a:pt x="43908" y="97672"/>
                  <a:pt x="43908" y="97722"/>
                  <a:pt x="43883" y="97772"/>
                </a:cubicBezTo>
                <a:cubicBezTo>
                  <a:pt x="43858" y="97772"/>
                  <a:pt x="43858" y="97772"/>
                  <a:pt x="43809" y="97797"/>
                </a:cubicBezTo>
                <a:cubicBezTo>
                  <a:pt x="43858" y="97772"/>
                  <a:pt x="43858" y="97697"/>
                  <a:pt x="43883" y="97672"/>
                </a:cubicBezTo>
                <a:cubicBezTo>
                  <a:pt x="43883" y="97648"/>
                  <a:pt x="43908" y="97648"/>
                  <a:pt x="43933" y="97648"/>
                </a:cubicBezTo>
                <a:close/>
                <a:moveTo>
                  <a:pt x="96329" y="81070"/>
                </a:moveTo>
                <a:cubicBezTo>
                  <a:pt x="96428" y="81120"/>
                  <a:pt x="96478" y="81145"/>
                  <a:pt x="96578" y="81170"/>
                </a:cubicBezTo>
                <a:cubicBezTo>
                  <a:pt x="91475" y="87119"/>
                  <a:pt x="85601" y="92744"/>
                  <a:pt x="79154" y="97797"/>
                </a:cubicBezTo>
                <a:cubicBezTo>
                  <a:pt x="79129" y="97598"/>
                  <a:pt x="79104" y="97523"/>
                  <a:pt x="79079" y="97399"/>
                </a:cubicBezTo>
                <a:cubicBezTo>
                  <a:pt x="79652" y="96976"/>
                  <a:pt x="80224" y="96552"/>
                  <a:pt x="80772" y="96104"/>
                </a:cubicBezTo>
                <a:cubicBezTo>
                  <a:pt x="80847" y="96079"/>
                  <a:pt x="80896" y="96005"/>
                  <a:pt x="80971" y="95980"/>
                </a:cubicBezTo>
                <a:cubicBezTo>
                  <a:pt x="80996" y="95955"/>
                  <a:pt x="81021" y="95930"/>
                  <a:pt x="81071" y="95930"/>
                </a:cubicBezTo>
                <a:cubicBezTo>
                  <a:pt x="81568" y="95557"/>
                  <a:pt x="82066" y="95183"/>
                  <a:pt x="82514" y="94785"/>
                </a:cubicBezTo>
                <a:cubicBezTo>
                  <a:pt x="82564" y="94785"/>
                  <a:pt x="82564" y="94735"/>
                  <a:pt x="82589" y="94735"/>
                </a:cubicBezTo>
                <a:cubicBezTo>
                  <a:pt x="82738" y="94611"/>
                  <a:pt x="82863" y="94486"/>
                  <a:pt x="83012" y="94412"/>
                </a:cubicBezTo>
                <a:lnTo>
                  <a:pt x="83062" y="94362"/>
                </a:lnTo>
                <a:cubicBezTo>
                  <a:pt x="83460" y="94014"/>
                  <a:pt x="83858" y="93715"/>
                  <a:pt x="84257" y="93366"/>
                </a:cubicBezTo>
                <a:cubicBezTo>
                  <a:pt x="84381" y="93267"/>
                  <a:pt x="84481" y="93192"/>
                  <a:pt x="84605" y="93068"/>
                </a:cubicBezTo>
                <a:cubicBezTo>
                  <a:pt x="84630" y="93018"/>
                  <a:pt x="84705" y="92993"/>
                  <a:pt x="84730" y="92943"/>
                </a:cubicBezTo>
                <a:cubicBezTo>
                  <a:pt x="84730" y="92943"/>
                  <a:pt x="84754" y="92943"/>
                  <a:pt x="84754" y="92893"/>
                </a:cubicBezTo>
                <a:lnTo>
                  <a:pt x="85974" y="91873"/>
                </a:lnTo>
                <a:cubicBezTo>
                  <a:pt x="86074" y="91773"/>
                  <a:pt x="86173" y="91699"/>
                  <a:pt x="86298" y="91599"/>
                </a:cubicBezTo>
                <a:cubicBezTo>
                  <a:pt x="86323" y="91574"/>
                  <a:pt x="86347" y="91549"/>
                  <a:pt x="86422" y="91500"/>
                </a:cubicBezTo>
                <a:lnTo>
                  <a:pt x="86447" y="91475"/>
                </a:lnTo>
                <a:cubicBezTo>
                  <a:pt x="86870" y="91101"/>
                  <a:pt x="87293" y="90703"/>
                  <a:pt x="87716" y="90330"/>
                </a:cubicBezTo>
                <a:lnTo>
                  <a:pt x="87741" y="90280"/>
                </a:lnTo>
                <a:lnTo>
                  <a:pt x="87816" y="90230"/>
                </a:lnTo>
                <a:cubicBezTo>
                  <a:pt x="87866" y="90155"/>
                  <a:pt x="87940" y="90106"/>
                  <a:pt x="88040" y="90031"/>
                </a:cubicBezTo>
                <a:cubicBezTo>
                  <a:pt x="88488" y="89608"/>
                  <a:pt x="88961" y="89160"/>
                  <a:pt x="89409" y="88712"/>
                </a:cubicBezTo>
                <a:lnTo>
                  <a:pt x="89558" y="88537"/>
                </a:lnTo>
                <a:lnTo>
                  <a:pt x="89957" y="88139"/>
                </a:lnTo>
                <a:cubicBezTo>
                  <a:pt x="90081" y="88015"/>
                  <a:pt x="90181" y="87890"/>
                  <a:pt x="90305" y="87791"/>
                </a:cubicBezTo>
                <a:lnTo>
                  <a:pt x="90430" y="87666"/>
                </a:lnTo>
                <a:cubicBezTo>
                  <a:pt x="90529" y="87542"/>
                  <a:pt x="90654" y="87467"/>
                  <a:pt x="90728" y="87343"/>
                </a:cubicBezTo>
                <a:lnTo>
                  <a:pt x="91326" y="86745"/>
                </a:lnTo>
                <a:cubicBezTo>
                  <a:pt x="91450" y="86621"/>
                  <a:pt x="91575" y="86472"/>
                  <a:pt x="91699" y="86347"/>
                </a:cubicBezTo>
                <a:cubicBezTo>
                  <a:pt x="92048" y="85999"/>
                  <a:pt x="92346" y="85625"/>
                  <a:pt x="92695" y="85252"/>
                </a:cubicBezTo>
                <a:lnTo>
                  <a:pt x="92794" y="85152"/>
                </a:lnTo>
                <a:lnTo>
                  <a:pt x="93068" y="84879"/>
                </a:lnTo>
                <a:lnTo>
                  <a:pt x="93118" y="84804"/>
                </a:lnTo>
                <a:cubicBezTo>
                  <a:pt x="94263" y="83609"/>
                  <a:pt x="95308" y="82365"/>
                  <a:pt x="96329" y="81070"/>
                </a:cubicBezTo>
                <a:close/>
                <a:moveTo>
                  <a:pt x="78905" y="97523"/>
                </a:moveTo>
                <a:cubicBezTo>
                  <a:pt x="78955" y="97598"/>
                  <a:pt x="78955" y="97697"/>
                  <a:pt x="78980" y="97797"/>
                </a:cubicBezTo>
                <a:lnTo>
                  <a:pt x="78980" y="97847"/>
                </a:lnTo>
                <a:cubicBezTo>
                  <a:pt x="78930" y="97847"/>
                  <a:pt x="78930" y="97872"/>
                  <a:pt x="78905" y="97872"/>
                </a:cubicBezTo>
                <a:cubicBezTo>
                  <a:pt x="78905" y="97847"/>
                  <a:pt x="78880" y="97797"/>
                  <a:pt x="78880" y="97772"/>
                </a:cubicBezTo>
                <a:cubicBezTo>
                  <a:pt x="78855" y="97697"/>
                  <a:pt x="78855" y="97598"/>
                  <a:pt x="78830" y="97548"/>
                </a:cubicBezTo>
                <a:lnTo>
                  <a:pt x="78905" y="97523"/>
                </a:lnTo>
                <a:close/>
                <a:moveTo>
                  <a:pt x="35893" y="97822"/>
                </a:moveTo>
                <a:lnTo>
                  <a:pt x="35893" y="97847"/>
                </a:lnTo>
                <a:lnTo>
                  <a:pt x="35893" y="97897"/>
                </a:lnTo>
                <a:lnTo>
                  <a:pt x="35843" y="97897"/>
                </a:lnTo>
                <a:cubicBezTo>
                  <a:pt x="35843" y="97897"/>
                  <a:pt x="35818" y="97897"/>
                  <a:pt x="35818" y="97921"/>
                </a:cubicBezTo>
                <a:lnTo>
                  <a:pt x="35818" y="97897"/>
                </a:lnTo>
                <a:lnTo>
                  <a:pt x="35843" y="97847"/>
                </a:lnTo>
                <a:lnTo>
                  <a:pt x="35893" y="97822"/>
                </a:lnTo>
                <a:close/>
                <a:moveTo>
                  <a:pt x="96777" y="81170"/>
                </a:moveTo>
                <a:cubicBezTo>
                  <a:pt x="96802" y="81170"/>
                  <a:pt x="96802" y="81170"/>
                  <a:pt x="96827" y="81220"/>
                </a:cubicBezTo>
                <a:cubicBezTo>
                  <a:pt x="91674" y="87218"/>
                  <a:pt x="85725" y="92918"/>
                  <a:pt x="79204" y="98021"/>
                </a:cubicBezTo>
                <a:cubicBezTo>
                  <a:pt x="79204" y="97971"/>
                  <a:pt x="79204" y="97946"/>
                  <a:pt x="79154" y="97946"/>
                </a:cubicBezTo>
                <a:cubicBezTo>
                  <a:pt x="85700" y="92844"/>
                  <a:pt x="91599" y="87144"/>
                  <a:pt x="96777" y="81170"/>
                </a:cubicBezTo>
                <a:close/>
                <a:moveTo>
                  <a:pt x="79029" y="98046"/>
                </a:moveTo>
                <a:lnTo>
                  <a:pt x="79029" y="98096"/>
                </a:lnTo>
                <a:cubicBezTo>
                  <a:pt x="79005" y="98096"/>
                  <a:pt x="79005" y="98145"/>
                  <a:pt x="78980" y="98145"/>
                </a:cubicBezTo>
                <a:lnTo>
                  <a:pt x="78980" y="98071"/>
                </a:lnTo>
                <a:cubicBezTo>
                  <a:pt x="78980" y="98071"/>
                  <a:pt x="79005" y="98046"/>
                  <a:pt x="79029" y="98046"/>
                </a:cubicBezTo>
                <a:close/>
                <a:moveTo>
                  <a:pt x="35321" y="89384"/>
                </a:moveTo>
                <a:cubicBezTo>
                  <a:pt x="35271" y="89832"/>
                  <a:pt x="35221" y="90255"/>
                  <a:pt x="35171" y="90703"/>
                </a:cubicBezTo>
                <a:lnTo>
                  <a:pt x="35171" y="90778"/>
                </a:lnTo>
                <a:cubicBezTo>
                  <a:pt x="35146" y="91226"/>
                  <a:pt x="35097" y="91649"/>
                  <a:pt x="35097" y="92097"/>
                </a:cubicBezTo>
                <a:lnTo>
                  <a:pt x="35097" y="92147"/>
                </a:lnTo>
                <a:lnTo>
                  <a:pt x="35097" y="92346"/>
                </a:lnTo>
                <a:lnTo>
                  <a:pt x="35097" y="93441"/>
                </a:lnTo>
                <a:lnTo>
                  <a:pt x="35097" y="93640"/>
                </a:lnTo>
                <a:lnTo>
                  <a:pt x="35097" y="93839"/>
                </a:lnTo>
                <a:cubicBezTo>
                  <a:pt x="35097" y="94138"/>
                  <a:pt x="35146" y="94462"/>
                  <a:pt x="35171" y="94735"/>
                </a:cubicBezTo>
                <a:cubicBezTo>
                  <a:pt x="35171" y="94860"/>
                  <a:pt x="35171" y="94984"/>
                  <a:pt x="35196" y="95109"/>
                </a:cubicBezTo>
                <a:lnTo>
                  <a:pt x="35196" y="95258"/>
                </a:lnTo>
                <a:cubicBezTo>
                  <a:pt x="35221" y="95557"/>
                  <a:pt x="35246" y="95806"/>
                  <a:pt x="35296" y="96055"/>
                </a:cubicBezTo>
                <a:cubicBezTo>
                  <a:pt x="35321" y="96204"/>
                  <a:pt x="35321" y="96353"/>
                  <a:pt x="35346" y="96503"/>
                </a:cubicBezTo>
                <a:cubicBezTo>
                  <a:pt x="35346" y="96552"/>
                  <a:pt x="35346" y="96577"/>
                  <a:pt x="35370" y="96627"/>
                </a:cubicBezTo>
                <a:cubicBezTo>
                  <a:pt x="35420" y="96876"/>
                  <a:pt x="35470" y="97100"/>
                  <a:pt x="35545" y="97349"/>
                </a:cubicBezTo>
                <a:cubicBezTo>
                  <a:pt x="35570" y="97498"/>
                  <a:pt x="35594" y="97623"/>
                  <a:pt x="35644" y="97797"/>
                </a:cubicBezTo>
                <a:cubicBezTo>
                  <a:pt x="35346" y="97996"/>
                  <a:pt x="35047" y="98195"/>
                  <a:pt x="34723" y="98369"/>
                </a:cubicBezTo>
                <a:cubicBezTo>
                  <a:pt x="34549" y="98494"/>
                  <a:pt x="34350" y="98618"/>
                  <a:pt x="34126" y="98743"/>
                </a:cubicBezTo>
                <a:cubicBezTo>
                  <a:pt x="33230" y="95955"/>
                  <a:pt x="32657" y="93093"/>
                  <a:pt x="32458" y="90255"/>
                </a:cubicBezTo>
                <a:cubicBezTo>
                  <a:pt x="33404" y="90006"/>
                  <a:pt x="34350" y="89707"/>
                  <a:pt x="35321" y="89384"/>
                </a:cubicBezTo>
                <a:close/>
                <a:moveTo>
                  <a:pt x="32284" y="90305"/>
                </a:moveTo>
                <a:cubicBezTo>
                  <a:pt x="32458" y="93167"/>
                  <a:pt x="33056" y="96055"/>
                  <a:pt x="33977" y="98817"/>
                </a:cubicBezTo>
                <a:cubicBezTo>
                  <a:pt x="33952" y="98817"/>
                  <a:pt x="33952" y="98842"/>
                  <a:pt x="33927" y="98842"/>
                </a:cubicBezTo>
                <a:cubicBezTo>
                  <a:pt x="32981" y="96079"/>
                  <a:pt x="32408" y="93167"/>
                  <a:pt x="32209" y="90330"/>
                </a:cubicBezTo>
                <a:cubicBezTo>
                  <a:pt x="32234" y="90330"/>
                  <a:pt x="32284" y="90305"/>
                  <a:pt x="32284" y="90305"/>
                </a:cubicBezTo>
                <a:close/>
                <a:moveTo>
                  <a:pt x="35694" y="97971"/>
                </a:moveTo>
                <a:lnTo>
                  <a:pt x="35719" y="98046"/>
                </a:lnTo>
                <a:cubicBezTo>
                  <a:pt x="35520" y="98195"/>
                  <a:pt x="35296" y="98320"/>
                  <a:pt x="35072" y="98444"/>
                </a:cubicBezTo>
                <a:cubicBezTo>
                  <a:pt x="34798" y="98643"/>
                  <a:pt x="34549" y="98817"/>
                  <a:pt x="34275" y="98967"/>
                </a:cubicBezTo>
                <a:cubicBezTo>
                  <a:pt x="34275" y="98942"/>
                  <a:pt x="34275" y="98942"/>
                  <a:pt x="34225" y="98917"/>
                </a:cubicBezTo>
                <a:cubicBezTo>
                  <a:pt x="34400" y="98793"/>
                  <a:pt x="34574" y="98668"/>
                  <a:pt x="34773" y="98569"/>
                </a:cubicBezTo>
                <a:cubicBezTo>
                  <a:pt x="35072" y="98394"/>
                  <a:pt x="35395" y="98195"/>
                  <a:pt x="35694" y="97971"/>
                </a:cubicBezTo>
                <a:close/>
                <a:moveTo>
                  <a:pt x="34051" y="99017"/>
                </a:moveTo>
                <a:cubicBezTo>
                  <a:pt x="34051" y="99041"/>
                  <a:pt x="34051" y="99041"/>
                  <a:pt x="34076" y="99066"/>
                </a:cubicBezTo>
                <a:cubicBezTo>
                  <a:pt x="34051" y="99066"/>
                  <a:pt x="34051" y="99091"/>
                  <a:pt x="34026" y="99091"/>
                </a:cubicBezTo>
                <a:cubicBezTo>
                  <a:pt x="34026" y="99066"/>
                  <a:pt x="34026" y="99066"/>
                  <a:pt x="33977" y="99041"/>
                </a:cubicBezTo>
                <a:cubicBezTo>
                  <a:pt x="34026" y="99041"/>
                  <a:pt x="34026" y="99017"/>
                  <a:pt x="34051" y="99017"/>
                </a:cubicBezTo>
                <a:close/>
                <a:moveTo>
                  <a:pt x="5700" y="96403"/>
                </a:moveTo>
                <a:cubicBezTo>
                  <a:pt x="6670" y="97445"/>
                  <a:pt x="7781" y="98393"/>
                  <a:pt x="8988" y="99201"/>
                </a:cubicBezTo>
                <a:lnTo>
                  <a:pt x="8988" y="99201"/>
                </a:lnTo>
                <a:cubicBezTo>
                  <a:pt x="8877" y="99173"/>
                  <a:pt x="8795" y="99128"/>
                  <a:pt x="8712" y="99066"/>
                </a:cubicBezTo>
                <a:cubicBezTo>
                  <a:pt x="8563" y="98967"/>
                  <a:pt x="8413" y="98842"/>
                  <a:pt x="8289" y="98768"/>
                </a:cubicBezTo>
                <a:cubicBezTo>
                  <a:pt x="8214" y="98693"/>
                  <a:pt x="8140" y="98668"/>
                  <a:pt x="8065" y="98593"/>
                </a:cubicBezTo>
                <a:cubicBezTo>
                  <a:pt x="7891" y="98444"/>
                  <a:pt x="7692" y="98320"/>
                  <a:pt x="7517" y="98170"/>
                </a:cubicBezTo>
                <a:cubicBezTo>
                  <a:pt x="7293" y="97971"/>
                  <a:pt x="7044" y="97822"/>
                  <a:pt x="6820" y="97598"/>
                </a:cubicBezTo>
                <a:cubicBezTo>
                  <a:pt x="6447" y="97249"/>
                  <a:pt x="6049" y="96901"/>
                  <a:pt x="5700" y="96528"/>
                </a:cubicBezTo>
                <a:lnTo>
                  <a:pt x="5700" y="96453"/>
                </a:lnTo>
                <a:lnTo>
                  <a:pt x="5700" y="96403"/>
                </a:lnTo>
                <a:close/>
                <a:moveTo>
                  <a:pt x="9069" y="99255"/>
                </a:moveTo>
                <a:cubicBezTo>
                  <a:pt x="9075" y="99258"/>
                  <a:pt x="9080" y="99262"/>
                  <a:pt x="9085" y="99266"/>
                </a:cubicBezTo>
                <a:cubicBezTo>
                  <a:pt x="9085" y="99266"/>
                  <a:pt x="9077" y="99266"/>
                  <a:pt x="9069" y="99255"/>
                </a:cubicBezTo>
                <a:close/>
                <a:moveTo>
                  <a:pt x="5800" y="96951"/>
                </a:moveTo>
                <a:lnTo>
                  <a:pt x="5800" y="96951"/>
                </a:lnTo>
                <a:cubicBezTo>
                  <a:pt x="5924" y="97050"/>
                  <a:pt x="6024" y="97175"/>
                  <a:pt x="6148" y="97249"/>
                </a:cubicBezTo>
                <a:lnTo>
                  <a:pt x="6223" y="97349"/>
                </a:lnTo>
                <a:cubicBezTo>
                  <a:pt x="6347" y="97473"/>
                  <a:pt x="6522" y="97598"/>
                  <a:pt x="6671" y="97722"/>
                </a:cubicBezTo>
                <a:cubicBezTo>
                  <a:pt x="6696" y="97772"/>
                  <a:pt x="6721" y="97772"/>
                  <a:pt x="6771" y="97797"/>
                </a:cubicBezTo>
                <a:cubicBezTo>
                  <a:pt x="6845" y="97847"/>
                  <a:pt x="6920" y="97946"/>
                  <a:pt x="7019" y="97996"/>
                </a:cubicBezTo>
                <a:cubicBezTo>
                  <a:pt x="7044" y="98046"/>
                  <a:pt x="7094" y="98071"/>
                  <a:pt x="7144" y="98096"/>
                </a:cubicBezTo>
                <a:cubicBezTo>
                  <a:pt x="7592" y="98569"/>
                  <a:pt x="8164" y="98967"/>
                  <a:pt x="8712" y="99390"/>
                </a:cubicBezTo>
                <a:cubicBezTo>
                  <a:pt x="8563" y="99290"/>
                  <a:pt x="8413" y="99166"/>
                  <a:pt x="8264" y="99066"/>
                </a:cubicBezTo>
                <a:cubicBezTo>
                  <a:pt x="8140" y="98967"/>
                  <a:pt x="8015" y="98917"/>
                  <a:pt x="7916" y="98817"/>
                </a:cubicBezTo>
                <a:cubicBezTo>
                  <a:pt x="7766" y="98718"/>
                  <a:pt x="7642" y="98593"/>
                  <a:pt x="7467" y="98494"/>
                </a:cubicBezTo>
                <a:cubicBezTo>
                  <a:pt x="7343" y="98419"/>
                  <a:pt x="7219" y="98320"/>
                  <a:pt x="7094" y="98195"/>
                </a:cubicBezTo>
                <a:cubicBezTo>
                  <a:pt x="6970" y="98096"/>
                  <a:pt x="6845" y="97996"/>
                  <a:pt x="6721" y="97872"/>
                </a:cubicBezTo>
                <a:cubicBezTo>
                  <a:pt x="6596" y="97772"/>
                  <a:pt x="6472" y="97672"/>
                  <a:pt x="6323" y="97548"/>
                </a:cubicBezTo>
                <a:cubicBezTo>
                  <a:pt x="6198" y="97448"/>
                  <a:pt x="6098" y="97324"/>
                  <a:pt x="5974" y="97224"/>
                </a:cubicBezTo>
                <a:lnTo>
                  <a:pt x="5825" y="97075"/>
                </a:lnTo>
                <a:cubicBezTo>
                  <a:pt x="5825" y="97050"/>
                  <a:pt x="5800" y="96976"/>
                  <a:pt x="5800" y="96951"/>
                </a:cubicBezTo>
                <a:close/>
                <a:moveTo>
                  <a:pt x="68700" y="95955"/>
                </a:moveTo>
                <a:lnTo>
                  <a:pt x="68749" y="95980"/>
                </a:lnTo>
                <a:cubicBezTo>
                  <a:pt x="68675" y="96030"/>
                  <a:pt x="68625" y="96079"/>
                  <a:pt x="68550" y="96104"/>
                </a:cubicBezTo>
                <a:cubicBezTo>
                  <a:pt x="67281" y="97000"/>
                  <a:pt x="66036" y="97847"/>
                  <a:pt x="64767" y="98693"/>
                </a:cubicBezTo>
                <a:cubicBezTo>
                  <a:pt x="64386" y="98934"/>
                  <a:pt x="64010" y="99174"/>
                  <a:pt x="63637" y="99410"/>
                </a:cubicBezTo>
                <a:lnTo>
                  <a:pt x="63637" y="99410"/>
                </a:lnTo>
                <a:cubicBezTo>
                  <a:pt x="63778" y="99319"/>
                  <a:pt x="63911" y="99225"/>
                  <a:pt x="64045" y="99141"/>
                </a:cubicBezTo>
                <a:cubicBezTo>
                  <a:pt x="64717" y="98693"/>
                  <a:pt x="65439" y="98220"/>
                  <a:pt x="66136" y="97772"/>
                </a:cubicBezTo>
                <a:cubicBezTo>
                  <a:pt x="66459" y="97548"/>
                  <a:pt x="66808" y="97299"/>
                  <a:pt x="67156" y="97050"/>
                </a:cubicBezTo>
                <a:cubicBezTo>
                  <a:pt x="67679" y="96677"/>
                  <a:pt x="68202" y="96328"/>
                  <a:pt x="68700" y="95955"/>
                </a:cubicBezTo>
                <a:close/>
                <a:moveTo>
                  <a:pt x="42813" y="90429"/>
                </a:moveTo>
                <a:cubicBezTo>
                  <a:pt x="43311" y="91972"/>
                  <a:pt x="44057" y="93317"/>
                  <a:pt x="45053" y="94437"/>
                </a:cubicBezTo>
                <a:cubicBezTo>
                  <a:pt x="44680" y="95482"/>
                  <a:pt x="44232" y="96552"/>
                  <a:pt x="43684" y="97573"/>
                </a:cubicBezTo>
                <a:cubicBezTo>
                  <a:pt x="41394" y="98569"/>
                  <a:pt x="39104" y="99415"/>
                  <a:pt x="36914" y="100087"/>
                </a:cubicBezTo>
                <a:cubicBezTo>
                  <a:pt x="36839" y="99938"/>
                  <a:pt x="36764" y="99813"/>
                  <a:pt x="36715" y="99689"/>
                </a:cubicBezTo>
                <a:cubicBezTo>
                  <a:pt x="36690" y="99589"/>
                  <a:pt x="36615" y="99465"/>
                  <a:pt x="36590" y="99390"/>
                </a:cubicBezTo>
                <a:lnTo>
                  <a:pt x="36590" y="99340"/>
                </a:lnTo>
                <a:cubicBezTo>
                  <a:pt x="36441" y="98917"/>
                  <a:pt x="36291" y="98444"/>
                  <a:pt x="36167" y="97971"/>
                </a:cubicBezTo>
                <a:cubicBezTo>
                  <a:pt x="36192" y="97946"/>
                  <a:pt x="36217" y="97921"/>
                  <a:pt x="36267" y="97921"/>
                </a:cubicBezTo>
                <a:cubicBezTo>
                  <a:pt x="36665" y="97598"/>
                  <a:pt x="37063" y="97324"/>
                  <a:pt x="37436" y="96976"/>
                </a:cubicBezTo>
                <a:cubicBezTo>
                  <a:pt x="37461" y="96951"/>
                  <a:pt x="37511" y="96951"/>
                  <a:pt x="37511" y="96926"/>
                </a:cubicBezTo>
                <a:cubicBezTo>
                  <a:pt x="39776" y="95034"/>
                  <a:pt x="41568" y="92819"/>
                  <a:pt x="42813" y="90429"/>
                </a:cubicBezTo>
                <a:close/>
                <a:moveTo>
                  <a:pt x="35968" y="98046"/>
                </a:moveTo>
                <a:lnTo>
                  <a:pt x="36167" y="98693"/>
                </a:lnTo>
                <a:cubicBezTo>
                  <a:pt x="36167" y="98718"/>
                  <a:pt x="36167" y="98718"/>
                  <a:pt x="36192" y="98743"/>
                </a:cubicBezTo>
                <a:cubicBezTo>
                  <a:pt x="36217" y="98842"/>
                  <a:pt x="36242" y="98917"/>
                  <a:pt x="36291" y="98992"/>
                </a:cubicBezTo>
                <a:lnTo>
                  <a:pt x="36391" y="99290"/>
                </a:lnTo>
                <a:lnTo>
                  <a:pt x="36466" y="99564"/>
                </a:lnTo>
                <a:cubicBezTo>
                  <a:pt x="36466" y="99589"/>
                  <a:pt x="36515" y="99614"/>
                  <a:pt x="36515" y="99664"/>
                </a:cubicBezTo>
                <a:cubicBezTo>
                  <a:pt x="36565" y="99813"/>
                  <a:pt x="36640" y="99938"/>
                  <a:pt x="36690" y="100087"/>
                </a:cubicBezTo>
                <a:lnTo>
                  <a:pt x="36690" y="100112"/>
                </a:lnTo>
                <a:lnTo>
                  <a:pt x="36640" y="100112"/>
                </a:lnTo>
                <a:cubicBezTo>
                  <a:pt x="36590" y="100087"/>
                  <a:pt x="36590" y="100037"/>
                  <a:pt x="36565" y="99987"/>
                </a:cubicBezTo>
                <a:cubicBezTo>
                  <a:pt x="36466" y="99788"/>
                  <a:pt x="36391" y="99539"/>
                  <a:pt x="36291" y="99290"/>
                </a:cubicBezTo>
                <a:cubicBezTo>
                  <a:pt x="36267" y="99191"/>
                  <a:pt x="36217" y="99066"/>
                  <a:pt x="36167" y="98967"/>
                </a:cubicBezTo>
                <a:lnTo>
                  <a:pt x="36167" y="98942"/>
                </a:lnTo>
                <a:cubicBezTo>
                  <a:pt x="36067" y="98668"/>
                  <a:pt x="35968" y="98369"/>
                  <a:pt x="35918" y="98096"/>
                </a:cubicBezTo>
                <a:lnTo>
                  <a:pt x="35943" y="98071"/>
                </a:lnTo>
                <a:lnTo>
                  <a:pt x="35968" y="98046"/>
                </a:lnTo>
                <a:close/>
                <a:moveTo>
                  <a:pt x="5551" y="97075"/>
                </a:moveTo>
                <a:lnTo>
                  <a:pt x="5601" y="97175"/>
                </a:lnTo>
                <a:cubicBezTo>
                  <a:pt x="5675" y="97374"/>
                  <a:pt x="5725" y="97573"/>
                  <a:pt x="5800" y="97797"/>
                </a:cubicBezTo>
                <a:cubicBezTo>
                  <a:pt x="5899" y="98096"/>
                  <a:pt x="5974" y="98369"/>
                  <a:pt x="6074" y="98668"/>
                </a:cubicBezTo>
                <a:cubicBezTo>
                  <a:pt x="6173" y="98942"/>
                  <a:pt x="6298" y="99216"/>
                  <a:pt x="6397" y="99465"/>
                </a:cubicBezTo>
                <a:cubicBezTo>
                  <a:pt x="6497" y="99704"/>
                  <a:pt x="6565" y="99928"/>
                  <a:pt x="6652" y="100148"/>
                </a:cubicBezTo>
                <a:lnTo>
                  <a:pt x="6652" y="100148"/>
                </a:lnTo>
                <a:cubicBezTo>
                  <a:pt x="6626" y="100095"/>
                  <a:pt x="6591" y="100021"/>
                  <a:pt x="6571" y="99962"/>
                </a:cubicBezTo>
                <a:cubicBezTo>
                  <a:pt x="6347" y="99514"/>
                  <a:pt x="6173" y="98992"/>
                  <a:pt x="5974" y="98469"/>
                </a:cubicBezTo>
                <a:cubicBezTo>
                  <a:pt x="5974" y="98444"/>
                  <a:pt x="5974" y="98444"/>
                  <a:pt x="5949" y="98419"/>
                </a:cubicBezTo>
                <a:cubicBezTo>
                  <a:pt x="5800" y="97971"/>
                  <a:pt x="5675" y="97548"/>
                  <a:pt x="5551" y="97075"/>
                </a:cubicBezTo>
                <a:close/>
                <a:moveTo>
                  <a:pt x="75868" y="90753"/>
                </a:moveTo>
                <a:cubicBezTo>
                  <a:pt x="76491" y="91972"/>
                  <a:pt x="77038" y="93167"/>
                  <a:pt x="77486" y="94287"/>
                </a:cubicBezTo>
                <a:cubicBezTo>
                  <a:pt x="77511" y="94362"/>
                  <a:pt x="77586" y="94462"/>
                  <a:pt x="77611" y="94561"/>
                </a:cubicBezTo>
                <a:cubicBezTo>
                  <a:pt x="77735" y="94835"/>
                  <a:pt x="77835" y="95109"/>
                  <a:pt x="77909" y="95432"/>
                </a:cubicBezTo>
                <a:cubicBezTo>
                  <a:pt x="77984" y="95607"/>
                  <a:pt x="78084" y="95806"/>
                  <a:pt x="78133" y="95980"/>
                </a:cubicBezTo>
                <a:lnTo>
                  <a:pt x="78333" y="96652"/>
                </a:lnTo>
                <a:cubicBezTo>
                  <a:pt x="78382" y="96826"/>
                  <a:pt x="78457" y="97050"/>
                  <a:pt x="78507" y="97224"/>
                </a:cubicBezTo>
                <a:cubicBezTo>
                  <a:pt x="77860" y="97697"/>
                  <a:pt x="77163" y="98170"/>
                  <a:pt x="76491" y="98593"/>
                </a:cubicBezTo>
                <a:lnTo>
                  <a:pt x="76217" y="98793"/>
                </a:lnTo>
                <a:cubicBezTo>
                  <a:pt x="76142" y="98842"/>
                  <a:pt x="76043" y="98892"/>
                  <a:pt x="75993" y="98942"/>
                </a:cubicBezTo>
                <a:cubicBezTo>
                  <a:pt x="75420" y="99315"/>
                  <a:pt x="74873" y="99664"/>
                  <a:pt x="74300" y="100012"/>
                </a:cubicBezTo>
                <a:cubicBezTo>
                  <a:pt x="74275" y="100037"/>
                  <a:pt x="74176" y="100087"/>
                  <a:pt x="74101" y="100162"/>
                </a:cubicBezTo>
                <a:cubicBezTo>
                  <a:pt x="73902" y="100037"/>
                  <a:pt x="73728" y="99913"/>
                  <a:pt x="73529" y="99763"/>
                </a:cubicBezTo>
                <a:cubicBezTo>
                  <a:pt x="73479" y="99689"/>
                  <a:pt x="73404" y="99664"/>
                  <a:pt x="73304" y="99589"/>
                </a:cubicBezTo>
                <a:cubicBezTo>
                  <a:pt x="73180" y="99514"/>
                  <a:pt x="73105" y="99415"/>
                  <a:pt x="72981" y="99315"/>
                </a:cubicBezTo>
                <a:lnTo>
                  <a:pt x="72508" y="98942"/>
                </a:lnTo>
                <a:cubicBezTo>
                  <a:pt x="72458" y="98917"/>
                  <a:pt x="72433" y="98892"/>
                  <a:pt x="72384" y="98842"/>
                </a:cubicBezTo>
                <a:cubicBezTo>
                  <a:pt x="72184" y="98693"/>
                  <a:pt x="72035" y="98544"/>
                  <a:pt x="71861" y="98394"/>
                </a:cubicBezTo>
                <a:lnTo>
                  <a:pt x="71786" y="98320"/>
                </a:lnTo>
                <a:cubicBezTo>
                  <a:pt x="71637" y="98170"/>
                  <a:pt x="71438" y="98021"/>
                  <a:pt x="71263" y="97847"/>
                </a:cubicBezTo>
                <a:cubicBezTo>
                  <a:pt x="71239" y="97822"/>
                  <a:pt x="71189" y="97797"/>
                  <a:pt x="71139" y="97772"/>
                </a:cubicBezTo>
                <a:cubicBezTo>
                  <a:pt x="70990" y="97648"/>
                  <a:pt x="70815" y="97473"/>
                  <a:pt x="70666" y="97324"/>
                </a:cubicBezTo>
                <a:lnTo>
                  <a:pt x="70492" y="97150"/>
                </a:lnTo>
                <a:lnTo>
                  <a:pt x="70118" y="96776"/>
                </a:lnTo>
                <a:cubicBezTo>
                  <a:pt x="70019" y="96677"/>
                  <a:pt x="69894" y="96577"/>
                  <a:pt x="69795" y="96453"/>
                </a:cubicBezTo>
                <a:cubicBezTo>
                  <a:pt x="69695" y="96353"/>
                  <a:pt x="69621" y="96229"/>
                  <a:pt x="69496" y="96154"/>
                </a:cubicBezTo>
                <a:lnTo>
                  <a:pt x="69197" y="95855"/>
                </a:lnTo>
                <a:cubicBezTo>
                  <a:pt x="69994" y="95308"/>
                  <a:pt x="70741" y="94735"/>
                  <a:pt x="71512" y="94188"/>
                </a:cubicBezTo>
                <a:cubicBezTo>
                  <a:pt x="71662" y="94063"/>
                  <a:pt x="71811" y="93939"/>
                  <a:pt x="71985" y="93839"/>
                </a:cubicBezTo>
                <a:cubicBezTo>
                  <a:pt x="72732" y="93292"/>
                  <a:pt x="73504" y="92694"/>
                  <a:pt x="74225" y="92097"/>
                </a:cubicBezTo>
                <a:cubicBezTo>
                  <a:pt x="74425" y="91948"/>
                  <a:pt x="74624" y="91748"/>
                  <a:pt x="74848" y="91599"/>
                </a:cubicBezTo>
                <a:lnTo>
                  <a:pt x="75868" y="90753"/>
                </a:lnTo>
                <a:close/>
                <a:moveTo>
                  <a:pt x="69123" y="95980"/>
                </a:moveTo>
                <a:cubicBezTo>
                  <a:pt x="69197" y="96079"/>
                  <a:pt x="69272" y="96179"/>
                  <a:pt x="69372" y="96229"/>
                </a:cubicBezTo>
                <a:lnTo>
                  <a:pt x="69695" y="96577"/>
                </a:lnTo>
                <a:lnTo>
                  <a:pt x="69894" y="96776"/>
                </a:lnTo>
                <a:cubicBezTo>
                  <a:pt x="71363" y="98195"/>
                  <a:pt x="72732" y="99390"/>
                  <a:pt x="73927" y="100211"/>
                </a:cubicBezTo>
                <a:cubicBezTo>
                  <a:pt x="73902" y="100286"/>
                  <a:pt x="73902" y="100286"/>
                  <a:pt x="73877" y="100286"/>
                </a:cubicBezTo>
                <a:cubicBezTo>
                  <a:pt x="72433" y="99290"/>
                  <a:pt x="70815" y="97847"/>
                  <a:pt x="69048" y="96030"/>
                </a:cubicBezTo>
                <a:lnTo>
                  <a:pt x="69123" y="95980"/>
                </a:lnTo>
                <a:close/>
                <a:moveTo>
                  <a:pt x="78606" y="97424"/>
                </a:moveTo>
                <a:lnTo>
                  <a:pt x="78606" y="97448"/>
                </a:lnTo>
                <a:lnTo>
                  <a:pt x="78606" y="97473"/>
                </a:lnTo>
                <a:cubicBezTo>
                  <a:pt x="78482" y="97573"/>
                  <a:pt x="78357" y="97672"/>
                  <a:pt x="78233" y="97722"/>
                </a:cubicBezTo>
                <a:cubicBezTo>
                  <a:pt x="77735" y="98071"/>
                  <a:pt x="77188" y="98444"/>
                  <a:pt x="76715" y="98793"/>
                </a:cubicBezTo>
                <a:cubicBezTo>
                  <a:pt x="76441" y="98942"/>
                  <a:pt x="76242" y="99091"/>
                  <a:pt x="75993" y="99266"/>
                </a:cubicBezTo>
                <a:lnTo>
                  <a:pt x="74947" y="99913"/>
                </a:lnTo>
                <a:cubicBezTo>
                  <a:pt x="74848" y="99962"/>
                  <a:pt x="74698" y="100062"/>
                  <a:pt x="74574" y="100137"/>
                </a:cubicBezTo>
                <a:cubicBezTo>
                  <a:pt x="74524" y="100186"/>
                  <a:pt x="74425" y="100261"/>
                  <a:pt x="74300" y="100286"/>
                </a:cubicBezTo>
                <a:cubicBezTo>
                  <a:pt x="74350" y="100211"/>
                  <a:pt x="74400" y="100186"/>
                  <a:pt x="74425" y="100162"/>
                </a:cubicBezTo>
                <a:cubicBezTo>
                  <a:pt x="74499" y="100137"/>
                  <a:pt x="74574" y="100062"/>
                  <a:pt x="74649" y="100037"/>
                </a:cubicBezTo>
                <a:cubicBezTo>
                  <a:pt x="74773" y="99938"/>
                  <a:pt x="74922" y="99888"/>
                  <a:pt x="75047" y="99788"/>
                </a:cubicBezTo>
                <a:cubicBezTo>
                  <a:pt x="75097" y="99788"/>
                  <a:pt x="75097" y="99763"/>
                  <a:pt x="75122" y="99763"/>
                </a:cubicBezTo>
                <a:cubicBezTo>
                  <a:pt x="75470" y="99539"/>
                  <a:pt x="75794" y="99315"/>
                  <a:pt x="76117" y="99091"/>
                </a:cubicBezTo>
                <a:cubicBezTo>
                  <a:pt x="76291" y="98967"/>
                  <a:pt x="76441" y="98892"/>
                  <a:pt x="76640" y="98768"/>
                </a:cubicBezTo>
                <a:cubicBezTo>
                  <a:pt x="76739" y="98693"/>
                  <a:pt x="76814" y="98643"/>
                  <a:pt x="76889" y="98593"/>
                </a:cubicBezTo>
                <a:cubicBezTo>
                  <a:pt x="77312" y="98320"/>
                  <a:pt x="77735" y="98021"/>
                  <a:pt x="78158" y="97722"/>
                </a:cubicBezTo>
                <a:cubicBezTo>
                  <a:pt x="78308" y="97623"/>
                  <a:pt x="78482" y="97548"/>
                  <a:pt x="78606" y="97424"/>
                </a:cubicBezTo>
                <a:close/>
                <a:moveTo>
                  <a:pt x="43560" y="97797"/>
                </a:moveTo>
                <a:cubicBezTo>
                  <a:pt x="43535" y="97822"/>
                  <a:pt x="43535" y="97897"/>
                  <a:pt x="43510" y="97921"/>
                </a:cubicBezTo>
                <a:cubicBezTo>
                  <a:pt x="41319" y="98842"/>
                  <a:pt x="39154" y="99664"/>
                  <a:pt x="37038" y="100311"/>
                </a:cubicBezTo>
                <a:cubicBezTo>
                  <a:pt x="37038" y="100286"/>
                  <a:pt x="37013" y="100261"/>
                  <a:pt x="37013" y="100211"/>
                </a:cubicBezTo>
                <a:cubicBezTo>
                  <a:pt x="39129" y="99564"/>
                  <a:pt x="41319" y="98718"/>
                  <a:pt x="43560" y="97797"/>
                </a:cubicBezTo>
                <a:close/>
                <a:moveTo>
                  <a:pt x="36789" y="100311"/>
                </a:moveTo>
                <a:lnTo>
                  <a:pt x="36789" y="100336"/>
                </a:lnTo>
                <a:cubicBezTo>
                  <a:pt x="36789" y="100336"/>
                  <a:pt x="36789" y="100386"/>
                  <a:pt x="36814" y="100386"/>
                </a:cubicBezTo>
                <a:cubicBezTo>
                  <a:pt x="36789" y="100386"/>
                  <a:pt x="36764" y="100386"/>
                  <a:pt x="36764" y="100410"/>
                </a:cubicBezTo>
                <a:cubicBezTo>
                  <a:pt x="36764" y="100386"/>
                  <a:pt x="36715" y="100336"/>
                  <a:pt x="36715" y="100311"/>
                </a:cubicBezTo>
                <a:close/>
                <a:moveTo>
                  <a:pt x="74126" y="100386"/>
                </a:moveTo>
                <a:cubicBezTo>
                  <a:pt x="74126" y="100386"/>
                  <a:pt x="74151" y="100386"/>
                  <a:pt x="74151" y="100410"/>
                </a:cubicBezTo>
                <a:cubicBezTo>
                  <a:pt x="74126" y="100410"/>
                  <a:pt x="74126" y="100435"/>
                  <a:pt x="74101" y="100435"/>
                </a:cubicBezTo>
                <a:cubicBezTo>
                  <a:pt x="74101" y="100435"/>
                  <a:pt x="74051" y="100435"/>
                  <a:pt x="74026" y="100411"/>
                </a:cubicBezTo>
                <a:lnTo>
                  <a:pt x="74026" y="100411"/>
                </a:lnTo>
                <a:cubicBezTo>
                  <a:pt x="74026" y="100411"/>
                  <a:pt x="74026" y="100411"/>
                  <a:pt x="74026" y="100411"/>
                </a:cubicBezTo>
                <a:lnTo>
                  <a:pt x="74026" y="100411"/>
                </a:lnTo>
                <a:cubicBezTo>
                  <a:pt x="74039" y="100423"/>
                  <a:pt x="74039" y="100429"/>
                  <a:pt x="74036" y="100429"/>
                </a:cubicBezTo>
                <a:cubicBezTo>
                  <a:pt x="74033" y="100429"/>
                  <a:pt x="74026" y="100423"/>
                  <a:pt x="74026" y="100410"/>
                </a:cubicBezTo>
                <a:lnTo>
                  <a:pt x="74026" y="100410"/>
                </a:lnTo>
                <a:cubicBezTo>
                  <a:pt x="74026" y="100410"/>
                  <a:pt x="74026" y="100410"/>
                  <a:pt x="74026" y="100410"/>
                </a:cubicBezTo>
                <a:cubicBezTo>
                  <a:pt x="74051" y="100410"/>
                  <a:pt x="74051" y="100386"/>
                  <a:pt x="74101" y="100386"/>
                </a:cubicBezTo>
                <a:close/>
                <a:moveTo>
                  <a:pt x="35719" y="98220"/>
                </a:moveTo>
                <a:cubicBezTo>
                  <a:pt x="35769" y="98345"/>
                  <a:pt x="35794" y="98444"/>
                  <a:pt x="35818" y="98544"/>
                </a:cubicBezTo>
                <a:cubicBezTo>
                  <a:pt x="35843" y="98668"/>
                  <a:pt x="35893" y="98768"/>
                  <a:pt x="35918" y="98892"/>
                </a:cubicBezTo>
                <a:cubicBezTo>
                  <a:pt x="35918" y="98917"/>
                  <a:pt x="35943" y="98942"/>
                  <a:pt x="35943" y="98942"/>
                </a:cubicBezTo>
                <a:cubicBezTo>
                  <a:pt x="35943" y="98942"/>
                  <a:pt x="35943" y="98967"/>
                  <a:pt x="35968" y="98967"/>
                </a:cubicBezTo>
                <a:cubicBezTo>
                  <a:pt x="36018" y="99091"/>
                  <a:pt x="36067" y="99191"/>
                  <a:pt x="36092" y="99315"/>
                </a:cubicBezTo>
                <a:cubicBezTo>
                  <a:pt x="36092" y="99340"/>
                  <a:pt x="36142" y="99415"/>
                  <a:pt x="36142" y="99440"/>
                </a:cubicBezTo>
                <a:cubicBezTo>
                  <a:pt x="36167" y="99564"/>
                  <a:pt x="36217" y="99664"/>
                  <a:pt x="36267" y="99788"/>
                </a:cubicBezTo>
                <a:cubicBezTo>
                  <a:pt x="36316" y="99913"/>
                  <a:pt x="36341" y="100037"/>
                  <a:pt x="36416" y="100162"/>
                </a:cubicBezTo>
                <a:lnTo>
                  <a:pt x="34823" y="100635"/>
                </a:lnTo>
                <a:cubicBezTo>
                  <a:pt x="34673" y="100162"/>
                  <a:pt x="34474" y="99664"/>
                  <a:pt x="34300" y="99166"/>
                </a:cubicBezTo>
                <a:cubicBezTo>
                  <a:pt x="34549" y="99017"/>
                  <a:pt x="34773" y="98842"/>
                  <a:pt x="34972" y="98693"/>
                </a:cubicBezTo>
                <a:lnTo>
                  <a:pt x="35719" y="98220"/>
                </a:lnTo>
                <a:close/>
                <a:moveTo>
                  <a:pt x="34126" y="99241"/>
                </a:moveTo>
                <a:cubicBezTo>
                  <a:pt x="34325" y="99763"/>
                  <a:pt x="34499" y="100211"/>
                  <a:pt x="34698" y="100709"/>
                </a:cubicBezTo>
                <a:cubicBezTo>
                  <a:pt x="34673" y="100709"/>
                  <a:pt x="34673" y="100709"/>
                  <a:pt x="34649" y="100759"/>
                </a:cubicBezTo>
                <a:cubicBezTo>
                  <a:pt x="34449" y="100261"/>
                  <a:pt x="34275" y="99788"/>
                  <a:pt x="34076" y="99290"/>
                </a:cubicBezTo>
                <a:cubicBezTo>
                  <a:pt x="34101" y="99290"/>
                  <a:pt x="34101" y="99241"/>
                  <a:pt x="34126" y="99241"/>
                </a:cubicBezTo>
                <a:close/>
                <a:moveTo>
                  <a:pt x="67306" y="94437"/>
                </a:moveTo>
                <a:lnTo>
                  <a:pt x="67380" y="94486"/>
                </a:lnTo>
                <a:cubicBezTo>
                  <a:pt x="67555" y="94710"/>
                  <a:pt x="67779" y="94934"/>
                  <a:pt x="67953" y="95134"/>
                </a:cubicBezTo>
                <a:cubicBezTo>
                  <a:pt x="68177" y="95358"/>
                  <a:pt x="68401" y="95607"/>
                  <a:pt x="68625" y="95831"/>
                </a:cubicBezTo>
                <a:cubicBezTo>
                  <a:pt x="68077" y="96204"/>
                  <a:pt x="67555" y="96577"/>
                  <a:pt x="67032" y="96926"/>
                </a:cubicBezTo>
                <a:cubicBezTo>
                  <a:pt x="66683" y="97125"/>
                  <a:pt x="66335" y="97374"/>
                  <a:pt x="66036" y="97598"/>
                </a:cubicBezTo>
                <a:cubicBezTo>
                  <a:pt x="65364" y="98046"/>
                  <a:pt x="64717" y="98444"/>
                  <a:pt x="64070" y="98892"/>
                </a:cubicBezTo>
                <a:cubicBezTo>
                  <a:pt x="63821" y="99041"/>
                  <a:pt x="63572" y="99216"/>
                  <a:pt x="63323" y="99390"/>
                </a:cubicBezTo>
                <a:cubicBezTo>
                  <a:pt x="62576" y="99838"/>
                  <a:pt x="61830" y="100311"/>
                  <a:pt x="61058" y="100759"/>
                </a:cubicBezTo>
                <a:cubicBezTo>
                  <a:pt x="61108" y="99465"/>
                  <a:pt x="61108" y="98145"/>
                  <a:pt x="61058" y="96801"/>
                </a:cubicBezTo>
                <a:cubicBezTo>
                  <a:pt x="63074" y="96229"/>
                  <a:pt x="65165" y="95432"/>
                  <a:pt x="67306" y="94437"/>
                </a:cubicBezTo>
                <a:close/>
                <a:moveTo>
                  <a:pt x="97026" y="81269"/>
                </a:moveTo>
                <a:cubicBezTo>
                  <a:pt x="97822" y="81518"/>
                  <a:pt x="98544" y="81643"/>
                  <a:pt x="99092" y="81643"/>
                </a:cubicBezTo>
                <a:cubicBezTo>
                  <a:pt x="99266" y="81643"/>
                  <a:pt x="99415" y="81643"/>
                  <a:pt x="99540" y="81618"/>
                </a:cubicBezTo>
                <a:lnTo>
                  <a:pt x="99540" y="81618"/>
                </a:lnTo>
                <a:cubicBezTo>
                  <a:pt x="98942" y="82365"/>
                  <a:pt x="98320" y="83061"/>
                  <a:pt x="97698" y="83833"/>
                </a:cubicBezTo>
                <a:cubicBezTo>
                  <a:pt x="97200" y="84406"/>
                  <a:pt x="96677" y="85003"/>
                  <a:pt x="96155" y="85600"/>
                </a:cubicBezTo>
                <a:cubicBezTo>
                  <a:pt x="95283" y="86571"/>
                  <a:pt x="94412" y="87517"/>
                  <a:pt x="93466" y="88488"/>
                </a:cubicBezTo>
                <a:lnTo>
                  <a:pt x="93441" y="88513"/>
                </a:lnTo>
                <a:cubicBezTo>
                  <a:pt x="89708" y="92371"/>
                  <a:pt x="85601" y="96055"/>
                  <a:pt x="81220" y="99390"/>
                </a:cubicBezTo>
                <a:lnTo>
                  <a:pt x="80100" y="100211"/>
                </a:lnTo>
                <a:cubicBezTo>
                  <a:pt x="79851" y="100410"/>
                  <a:pt x="79552" y="100585"/>
                  <a:pt x="79303" y="100784"/>
                </a:cubicBezTo>
                <a:cubicBezTo>
                  <a:pt x="79303" y="100759"/>
                  <a:pt x="79353" y="100684"/>
                  <a:pt x="79353" y="100659"/>
                </a:cubicBezTo>
                <a:cubicBezTo>
                  <a:pt x="79378" y="100560"/>
                  <a:pt x="79378" y="100460"/>
                  <a:pt x="79403" y="100386"/>
                </a:cubicBezTo>
                <a:cubicBezTo>
                  <a:pt x="79403" y="100311"/>
                  <a:pt x="79403" y="100261"/>
                  <a:pt x="79428" y="100186"/>
                </a:cubicBezTo>
                <a:cubicBezTo>
                  <a:pt x="79428" y="100087"/>
                  <a:pt x="79477" y="100012"/>
                  <a:pt x="79477" y="99888"/>
                </a:cubicBezTo>
                <a:cubicBezTo>
                  <a:pt x="79403" y="99813"/>
                  <a:pt x="79403" y="99714"/>
                  <a:pt x="79403" y="99664"/>
                </a:cubicBezTo>
                <a:lnTo>
                  <a:pt x="79403" y="99315"/>
                </a:lnTo>
                <a:cubicBezTo>
                  <a:pt x="79403" y="99216"/>
                  <a:pt x="79378" y="99141"/>
                  <a:pt x="79378" y="99066"/>
                </a:cubicBezTo>
                <a:cubicBezTo>
                  <a:pt x="79378" y="98942"/>
                  <a:pt x="79353" y="98842"/>
                  <a:pt x="79353" y="98718"/>
                </a:cubicBezTo>
                <a:cubicBezTo>
                  <a:pt x="79353" y="98618"/>
                  <a:pt x="79303" y="98544"/>
                  <a:pt x="79278" y="98444"/>
                </a:cubicBezTo>
                <a:cubicBezTo>
                  <a:pt x="79278" y="98345"/>
                  <a:pt x="79253" y="98295"/>
                  <a:pt x="79253" y="98195"/>
                </a:cubicBezTo>
                <a:cubicBezTo>
                  <a:pt x="85825" y="93068"/>
                  <a:pt x="91823" y="87293"/>
                  <a:pt x="97026" y="81269"/>
                </a:cubicBezTo>
                <a:close/>
                <a:moveTo>
                  <a:pt x="78731" y="97697"/>
                </a:moveTo>
                <a:cubicBezTo>
                  <a:pt x="78731" y="97747"/>
                  <a:pt x="78756" y="97822"/>
                  <a:pt x="78756" y="97872"/>
                </a:cubicBezTo>
                <a:cubicBezTo>
                  <a:pt x="78756" y="97946"/>
                  <a:pt x="78781" y="97971"/>
                  <a:pt x="78781" y="98046"/>
                </a:cubicBezTo>
                <a:cubicBezTo>
                  <a:pt x="77561" y="98967"/>
                  <a:pt x="76316" y="99913"/>
                  <a:pt x="75072" y="100809"/>
                </a:cubicBezTo>
                <a:cubicBezTo>
                  <a:pt x="74898" y="100659"/>
                  <a:pt x="74723" y="100560"/>
                  <a:pt x="74524" y="100435"/>
                </a:cubicBezTo>
                <a:cubicBezTo>
                  <a:pt x="74574" y="100336"/>
                  <a:pt x="74674" y="100286"/>
                  <a:pt x="74798" y="100211"/>
                </a:cubicBezTo>
                <a:cubicBezTo>
                  <a:pt x="74922" y="100162"/>
                  <a:pt x="75047" y="100062"/>
                  <a:pt x="75171" y="100012"/>
                </a:cubicBezTo>
                <a:cubicBezTo>
                  <a:pt x="75196" y="100012"/>
                  <a:pt x="75196" y="99962"/>
                  <a:pt x="75246" y="99962"/>
                </a:cubicBezTo>
                <a:cubicBezTo>
                  <a:pt x="75420" y="99838"/>
                  <a:pt x="75570" y="99714"/>
                  <a:pt x="75769" y="99639"/>
                </a:cubicBezTo>
                <a:lnTo>
                  <a:pt x="76043" y="99440"/>
                </a:lnTo>
                <a:cubicBezTo>
                  <a:pt x="76291" y="99290"/>
                  <a:pt x="76565" y="99091"/>
                  <a:pt x="76814" y="98942"/>
                </a:cubicBezTo>
                <a:cubicBezTo>
                  <a:pt x="76889" y="98917"/>
                  <a:pt x="76939" y="98842"/>
                  <a:pt x="77038" y="98793"/>
                </a:cubicBezTo>
                <a:cubicBezTo>
                  <a:pt x="77262" y="98668"/>
                  <a:pt x="77436" y="98494"/>
                  <a:pt x="77660" y="98369"/>
                </a:cubicBezTo>
                <a:cubicBezTo>
                  <a:pt x="77785" y="98295"/>
                  <a:pt x="77909" y="98195"/>
                  <a:pt x="78034" y="98121"/>
                </a:cubicBezTo>
                <a:cubicBezTo>
                  <a:pt x="78059" y="98121"/>
                  <a:pt x="78059" y="98096"/>
                  <a:pt x="78108" y="98096"/>
                </a:cubicBezTo>
                <a:lnTo>
                  <a:pt x="78133" y="98096"/>
                </a:lnTo>
                <a:cubicBezTo>
                  <a:pt x="78308" y="97971"/>
                  <a:pt x="78507" y="97847"/>
                  <a:pt x="78731" y="97697"/>
                </a:cubicBezTo>
                <a:close/>
                <a:moveTo>
                  <a:pt x="60859" y="96826"/>
                </a:moveTo>
                <a:lnTo>
                  <a:pt x="60859" y="96826"/>
                </a:lnTo>
                <a:cubicBezTo>
                  <a:pt x="60959" y="98195"/>
                  <a:pt x="60934" y="99539"/>
                  <a:pt x="60834" y="100883"/>
                </a:cubicBezTo>
                <a:cubicBezTo>
                  <a:pt x="60809" y="100883"/>
                  <a:pt x="60809" y="100908"/>
                  <a:pt x="60784" y="100908"/>
                </a:cubicBezTo>
                <a:cubicBezTo>
                  <a:pt x="60859" y="99589"/>
                  <a:pt x="60884" y="98220"/>
                  <a:pt x="60809" y="96851"/>
                </a:cubicBezTo>
                <a:cubicBezTo>
                  <a:pt x="60834" y="96851"/>
                  <a:pt x="60834" y="96851"/>
                  <a:pt x="60859" y="96826"/>
                </a:cubicBezTo>
                <a:close/>
                <a:moveTo>
                  <a:pt x="78830" y="98195"/>
                </a:moveTo>
                <a:lnTo>
                  <a:pt x="78830" y="98245"/>
                </a:lnTo>
                <a:cubicBezTo>
                  <a:pt x="77660" y="99166"/>
                  <a:pt x="76491" y="100062"/>
                  <a:pt x="75296" y="100908"/>
                </a:cubicBezTo>
                <a:cubicBezTo>
                  <a:pt x="75271" y="100908"/>
                  <a:pt x="75271" y="100883"/>
                  <a:pt x="75246" y="100883"/>
                </a:cubicBezTo>
                <a:cubicBezTo>
                  <a:pt x="76441" y="100012"/>
                  <a:pt x="77636" y="99141"/>
                  <a:pt x="78830" y="98195"/>
                </a:cubicBezTo>
                <a:close/>
                <a:moveTo>
                  <a:pt x="36540" y="100386"/>
                </a:moveTo>
                <a:cubicBezTo>
                  <a:pt x="36540" y="100410"/>
                  <a:pt x="36565" y="100410"/>
                  <a:pt x="36565" y="100435"/>
                </a:cubicBezTo>
                <a:lnTo>
                  <a:pt x="36565" y="100460"/>
                </a:lnTo>
                <a:lnTo>
                  <a:pt x="34972" y="100933"/>
                </a:lnTo>
                <a:cubicBezTo>
                  <a:pt x="34972" y="100908"/>
                  <a:pt x="34947" y="100883"/>
                  <a:pt x="34947" y="100834"/>
                </a:cubicBezTo>
                <a:lnTo>
                  <a:pt x="36540" y="100386"/>
                </a:lnTo>
                <a:close/>
                <a:moveTo>
                  <a:pt x="74325" y="100535"/>
                </a:moveTo>
                <a:cubicBezTo>
                  <a:pt x="74524" y="100659"/>
                  <a:pt x="74748" y="100784"/>
                  <a:pt x="74922" y="100908"/>
                </a:cubicBezTo>
                <a:cubicBezTo>
                  <a:pt x="74898" y="100908"/>
                  <a:pt x="74898" y="100933"/>
                  <a:pt x="74873" y="100933"/>
                </a:cubicBezTo>
                <a:cubicBezTo>
                  <a:pt x="74649" y="100809"/>
                  <a:pt x="74474" y="100684"/>
                  <a:pt x="74275" y="100560"/>
                </a:cubicBezTo>
                <a:cubicBezTo>
                  <a:pt x="74300" y="100560"/>
                  <a:pt x="74300" y="100535"/>
                  <a:pt x="74325" y="100535"/>
                </a:cubicBezTo>
                <a:close/>
                <a:moveTo>
                  <a:pt x="5153" y="84729"/>
                </a:moveTo>
                <a:cubicBezTo>
                  <a:pt x="7019" y="87393"/>
                  <a:pt x="9583" y="89384"/>
                  <a:pt x="12869" y="90603"/>
                </a:cubicBezTo>
                <a:cubicBezTo>
                  <a:pt x="12072" y="94088"/>
                  <a:pt x="12023" y="97672"/>
                  <a:pt x="12695" y="100958"/>
                </a:cubicBezTo>
                <a:cubicBezTo>
                  <a:pt x="9832" y="99813"/>
                  <a:pt x="7443" y="98170"/>
                  <a:pt x="5576" y="96055"/>
                </a:cubicBezTo>
                <a:cubicBezTo>
                  <a:pt x="5476" y="95681"/>
                  <a:pt x="5402" y="95308"/>
                  <a:pt x="5327" y="94934"/>
                </a:cubicBezTo>
                <a:cubicBezTo>
                  <a:pt x="5302" y="94760"/>
                  <a:pt x="5277" y="94586"/>
                  <a:pt x="5227" y="94437"/>
                </a:cubicBezTo>
                <a:cubicBezTo>
                  <a:pt x="5153" y="93864"/>
                  <a:pt x="5053" y="93317"/>
                  <a:pt x="4978" y="92719"/>
                </a:cubicBezTo>
                <a:cubicBezTo>
                  <a:pt x="4978" y="92595"/>
                  <a:pt x="4953" y="92445"/>
                  <a:pt x="4953" y="92321"/>
                </a:cubicBezTo>
                <a:lnTo>
                  <a:pt x="4854" y="90902"/>
                </a:lnTo>
                <a:cubicBezTo>
                  <a:pt x="4854" y="90703"/>
                  <a:pt x="4829" y="90479"/>
                  <a:pt x="4829" y="90255"/>
                </a:cubicBezTo>
                <a:cubicBezTo>
                  <a:pt x="4829" y="89658"/>
                  <a:pt x="4804" y="89110"/>
                  <a:pt x="4829" y="88513"/>
                </a:cubicBezTo>
                <a:cubicBezTo>
                  <a:pt x="4829" y="88363"/>
                  <a:pt x="4854" y="88164"/>
                  <a:pt x="4854" y="88015"/>
                </a:cubicBezTo>
                <a:lnTo>
                  <a:pt x="4953" y="86521"/>
                </a:lnTo>
                <a:cubicBezTo>
                  <a:pt x="4978" y="86297"/>
                  <a:pt x="4978" y="86098"/>
                  <a:pt x="5028" y="85899"/>
                </a:cubicBezTo>
                <a:cubicBezTo>
                  <a:pt x="5053" y="85501"/>
                  <a:pt x="5103" y="85127"/>
                  <a:pt x="5153" y="84729"/>
                </a:cubicBezTo>
                <a:close/>
                <a:moveTo>
                  <a:pt x="34798" y="100859"/>
                </a:moveTo>
                <a:lnTo>
                  <a:pt x="34798" y="100859"/>
                </a:lnTo>
                <a:cubicBezTo>
                  <a:pt x="34773" y="100933"/>
                  <a:pt x="34798" y="100958"/>
                  <a:pt x="34798" y="101008"/>
                </a:cubicBezTo>
                <a:lnTo>
                  <a:pt x="34773" y="101008"/>
                </a:lnTo>
                <a:cubicBezTo>
                  <a:pt x="34773" y="100958"/>
                  <a:pt x="34723" y="100933"/>
                  <a:pt x="34723" y="100908"/>
                </a:cubicBezTo>
                <a:cubicBezTo>
                  <a:pt x="34773" y="100908"/>
                  <a:pt x="34773" y="100908"/>
                  <a:pt x="34798" y="100859"/>
                </a:cubicBezTo>
                <a:close/>
                <a:moveTo>
                  <a:pt x="63566" y="99455"/>
                </a:moveTo>
                <a:lnTo>
                  <a:pt x="63566" y="99455"/>
                </a:lnTo>
                <a:cubicBezTo>
                  <a:pt x="62717" y="99992"/>
                  <a:pt x="61880" y="100514"/>
                  <a:pt x="61033" y="101014"/>
                </a:cubicBezTo>
                <a:lnTo>
                  <a:pt x="61033" y="101014"/>
                </a:lnTo>
                <a:cubicBezTo>
                  <a:pt x="61033" y="101012"/>
                  <a:pt x="61033" y="101010"/>
                  <a:pt x="61033" y="101008"/>
                </a:cubicBezTo>
                <a:cubicBezTo>
                  <a:pt x="61830" y="100535"/>
                  <a:pt x="62601" y="100037"/>
                  <a:pt x="63423" y="99539"/>
                </a:cubicBezTo>
                <a:cubicBezTo>
                  <a:pt x="63472" y="99512"/>
                  <a:pt x="63519" y="99484"/>
                  <a:pt x="63566" y="99455"/>
                </a:cubicBezTo>
                <a:close/>
                <a:moveTo>
                  <a:pt x="13043" y="90603"/>
                </a:moveTo>
                <a:cubicBezTo>
                  <a:pt x="13068" y="90603"/>
                  <a:pt x="13068" y="90603"/>
                  <a:pt x="13118" y="90628"/>
                </a:cubicBezTo>
                <a:cubicBezTo>
                  <a:pt x="12321" y="94113"/>
                  <a:pt x="12296" y="97697"/>
                  <a:pt x="12993" y="101033"/>
                </a:cubicBezTo>
                <a:cubicBezTo>
                  <a:pt x="12944" y="101033"/>
                  <a:pt x="12919" y="101008"/>
                  <a:pt x="12919" y="101008"/>
                </a:cubicBezTo>
                <a:cubicBezTo>
                  <a:pt x="12197" y="97672"/>
                  <a:pt x="12271" y="94088"/>
                  <a:pt x="13043" y="90603"/>
                </a:cubicBezTo>
                <a:close/>
                <a:moveTo>
                  <a:pt x="79104" y="98320"/>
                </a:moveTo>
                <a:cubicBezTo>
                  <a:pt x="79104" y="98345"/>
                  <a:pt x="79104" y="98394"/>
                  <a:pt x="79129" y="98444"/>
                </a:cubicBezTo>
                <a:cubicBezTo>
                  <a:pt x="79154" y="98544"/>
                  <a:pt x="79154" y="98643"/>
                  <a:pt x="79204" y="98718"/>
                </a:cubicBezTo>
                <a:cubicBezTo>
                  <a:pt x="79229" y="98842"/>
                  <a:pt x="79229" y="98942"/>
                  <a:pt x="79229" y="99066"/>
                </a:cubicBezTo>
                <a:cubicBezTo>
                  <a:pt x="79229" y="99166"/>
                  <a:pt x="79253" y="99266"/>
                  <a:pt x="79253" y="99340"/>
                </a:cubicBezTo>
                <a:lnTo>
                  <a:pt x="79253" y="99614"/>
                </a:lnTo>
                <a:lnTo>
                  <a:pt x="79253" y="99863"/>
                </a:lnTo>
                <a:cubicBezTo>
                  <a:pt x="79253" y="99962"/>
                  <a:pt x="79253" y="100037"/>
                  <a:pt x="79229" y="100137"/>
                </a:cubicBezTo>
                <a:cubicBezTo>
                  <a:pt x="79229" y="100211"/>
                  <a:pt x="79229" y="100286"/>
                  <a:pt x="79204" y="100386"/>
                </a:cubicBezTo>
                <a:cubicBezTo>
                  <a:pt x="79204" y="100435"/>
                  <a:pt x="79154" y="100485"/>
                  <a:pt x="79154" y="100585"/>
                </a:cubicBezTo>
                <a:cubicBezTo>
                  <a:pt x="79154" y="100659"/>
                  <a:pt x="79129" y="100759"/>
                  <a:pt x="79129" y="100809"/>
                </a:cubicBezTo>
                <a:cubicBezTo>
                  <a:pt x="79104" y="100809"/>
                  <a:pt x="79079" y="100834"/>
                  <a:pt x="79079" y="100908"/>
                </a:cubicBezTo>
                <a:cubicBezTo>
                  <a:pt x="79079" y="100933"/>
                  <a:pt x="79079" y="100933"/>
                  <a:pt x="79029" y="100958"/>
                </a:cubicBezTo>
                <a:cubicBezTo>
                  <a:pt x="79005" y="101008"/>
                  <a:pt x="78980" y="101008"/>
                  <a:pt x="78930" y="101033"/>
                </a:cubicBezTo>
                <a:cubicBezTo>
                  <a:pt x="78930" y="101008"/>
                  <a:pt x="78930" y="101008"/>
                  <a:pt x="78980" y="100958"/>
                </a:cubicBezTo>
                <a:cubicBezTo>
                  <a:pt x="79005" y="100883"/>
                  <a:pt x="79029" y="100809"/>
                  <a:pt x="79079" y="100709"/>
                </a:cubicBezTo>
                <a:cubicBezTo>
                  <a:pt x="79079" y="100659"/>
                  <a:pt x="79104" y="100585"/>
                  <a:pt x="79104" y="100535"/>
                </a:cubicBezTo>
                <a:cubicBezTo>
                  <a:pt x="79104" y="100460"/>
                  <a:pt x="79129" y="100386"/>
                  <a:pt x="79129" y="100311"/>
                </a:cubicBezTo>
                <a:cubicBezTo>
                  <a:pt x="79129" y="100261"/>
                  <a:pt x="79129" y="100162"/>
                  <a:pt x="79154" y="100062"/>
                </a:cubicBezTo>
                <a:lnTo>
                  <a:pt x="79154" y="99838"/>
                </a:lnTo>
                <a:lnTo>
                  <a:pt x="79154" y="99564"/>
                </a:lnTo>
                <a:lnTo>
                  <a:pt x="79154" y="99315"/>
                </a:lnTo>
                <a:cubicBezTo>
                  <a:pt x="79154" y="99216"/>
                  <a:pt x="79129" y="99141"/>
                  <a:pt x="79129" y="99017"/>
                </a:cubicBezTo>
                <a:cubicBezTo>
                  <a:pt x="79129" y="98917"/>
                  <a:pt x="79104" y="98817"/>
                  <a:pt x="79104" y="98718"/>
                </a:cubicBezTo>
                <a:cubicBezTo>
                  <a:pt x="79104" y="98643"/>
                  <a:pt x="79079" y="98519"/>
                  <a:pt x="79029" y="98419"/>
                </a:cubicBezTo>
                <a:lnTo>
                  <a:pt x="79029" y="98345"/>
                </a:lnTo>
                <a:cubicBezTo>
                  <a:pt x="79079" y="98345"/>
                  <a:pt x="79079" y="98320"/>
                  <a:pt x="79104" y="98320"/>
                </a:cubicBezTo>
                <a:close/>
                <a:moveTo>
                  <a:pt x="3236" y="94287"/>
                </a:moveTo>
                <a:cubicBezTo>
                  <a:pt x="3311" y="94287"/>
                  <a:pt x="3311" y="94312"/>
                  <a:pt x="3336" y="94312"/>
                </a:cubicBezTo>
                <a:cubicBezTo>
                  <a:pt x="3336" y="94337"/>
                  <a:pt x="3360" y="94337"/>
                  <a:pt x="3360" y="94362"/>
                </a:cubicBezTo>
                <a:cubicBezTo>
                  <a:pt x="3659" y="94810"/>
                  <a:pt x="3933" y="95208"/>
                  <a:pt x="4281" y="95607"/>
                </a:cubicBezTo>
                <a:lnTo>
                  <a:pt x="4331" y="95681"/>
                </a:lnTo>
                <a:cubicBezTo>
                  <a:pt x="4655" y="96079"/>
                  <a:pt x="4978" y="96453"/>
                  <a:pt x="5327" y="96826"/>
                </a:cubicBezTo>
                <a:cubicBezTo>
                  <a:pt x="5451" y="97324"/>
                  <a:pt x="5601" y="97797"/>
                  <a:pt x="5775" y="98245"/>
                </a:cubicBezTo>
                <a:cubicBezTo>
                  <a:pt x="5800" y="98345"/>
                  <a:pt x="5825" y="98469"/>
                  <a:pt x="5850" y="98593"/>
                </a:cubicBezTo>
                <a:cubicBezTo>
                  <a:pt x="6024" y="99041"/>
                  <a:pt x="6173" y="99465"/>
                  <a:pt x="6347" y="99888"/>
                </a:cubicBezTo>
                <a:cubicBezTo>
                  <a:pt x="6422" y="100037"/>
                  <a:pt x="6472" y="100162"/>
                  <a:pt x="6522" y="100311"/>
                </a:cubicBezTo>
                <a:cubicBezTo>
                  <a:pt x="6646" y="100560"/>
                  <a:pt x="6771" y="100809"/>
                  <a:pt x="6895" y="101083"/>
                </a:cubicBezTo>
                <a:cubicBezTo>
                  <a:pt x="6771" y="100908"/>
                  <a:pt x="6646" y="100709"/>
                  <a:pt x="6472" y="100510"/>
                </a:cubicBezTo>
                <a:cubicBezTo>
                  <a:pt x="5924" y="99639"/>
                  <a:pt x="4281" y="96926"/>
                  <a:pt x="3410" y="94661"/>
                </a:cubicBezTo>
                <a:cubicBezTo>
                  <a:pt x="3336" y="94536"/>
                  <a:pt x="3311" y="94412"/>
                  <a:pt x="3236" y="94287"/>
                </a:cubicBezTo>
                <a:close/>
                <a:moveTo>
                  <a:pt x="85823" y="95956"/>
                </a:moveTo>
                <a:cubicBezTo>
                  <a:pt x="85716" y="96047"/>
                  <a:pt x="85609" y="96138"/>
                  <a:pt x="85501" y="96229"/>
                </a:cubicBezTo>
                <a:cubicBezTo>
                  <a:pt x="85476" y="96279"/>
                  <a:pt x="85426" y="96303"/>
                  <a:pt x="85377" y="96353"/>
                </a:cubicBezTo>
                <a:cubicBezTo>
                  <a:pt x="84854" y="96801"/>
                  <a:pt x="84331" y="97224"/>
                  <a:pt x="83833" y="97648"/>
                </a:cubicBezTo>
                <a:cubicBezTo>
                  <a:pt x="83585" y="97822"/>
                  <a:pt x="83361" y="98046"/>
                  <a:pt x="83112" y="98220"/>
                </a:cubicBezTo>
                <a:cubicBezTo>
                  <a:pt x="82589" y="98668"/>
                  <a:pt x="82016" y="99091"/>
                  <a:pt x="81469" y="99514"/>
                </a:cubicBezTo>
                <a:cubicBezTo>
                  <a:pt x="81071" y="99813"/>
                  <a:pt x="80697" y="100087"/>
                  <a:pt x="80274" y="100386"/>
                </a:cubicBezTo>
                <a:lnTo>
                  <a:pt x="79627" y="100834"/>
                </a:lnTo>
                <a:cubicBezTo>
                  <a:pt x="79602" y="100883"/>
                  <a:pt x="79552" y="100883"/>
                  <a:pt x="79527" y="100908"/>
                </a:cubicBezTo>
                <a:cubicBezTo>
                  <a:pt x="79420" y="100994"/>
                  <a:pt x="79332" y="101043"/>
                  <a:pt x="79230" y="101118"/>
                </a:cubicBezTo>
                <a:lnTo>
                  <a:pt x="79230" y="101118"/>
                </a:lnTo>
                <a:cubicBezTo>
                  <a:pt x="79232" y="101103"/>
                  <a:pt x="79237" y="101083"/>
                  <a:pt x="79253" y="101083"/>
                </a:cubicBezTo>
                <a:cubicBezTo>
                  <a:pt x="79552" y="100883"/>
                  <a:pt x="79851" y="100659"/>
                  <a:pt x="80125" y="100435"/>
                </a:cubicBezTo>
                <a:cubicBezTo>
                  <a:pt x="80573" y="100137"/>
                  <a:pt x="80996" y="99813"/>
                  <a:pt x="81394" y="99514"/>
                </a:cubicBezTo>
                <a:cubicBezTo>
                  <a:pt x="81718" y="99290"/>
                  <a:pt x="81991" y="99066"/>
                  <a:pt x="82265" y="98842"/>
                </a:cubicBezTo>
                <a:cubicBezTo>
                  <a:pt x="83385" y="97996"/>
                  <a:pt x="84853" y="96753"/>
                  <a:pt x="85823" y="95956"/>
                </a:cubicBezTo>
                <a:close/>
                <a:moveTo>
                  <a:pt x="79209" y="101134"/>
                </a:moveTo>
                <a:cubicBezTo>
                  <a:pt x="79199" y="101141"/>
                  <a:pt x="79189" y="101149"/>
                  <a:pt x="79179" y="101157"/>
                </a:cubicBezTo>
                <a:cubicBezTo>
                  <a:pt x="79179" y="101157"/>
                  <a:pt x="79179" y="101140"/>
                  <a:pt x="79209" y="101134"/>
                </a:cubicBezTo>
                <a:close/>
                <a:moveTo>
                  <a:pt x="60834" y="101107"/>
                </a:moveTo>
                <a:lnTo>
                  <a:pt x="60834" y="101207"/>
                </a:lnTo>
                <a:cubicBezTo>
                  <a:pt x="60809" y="101207"/>
                  <a:pt x="60809" y="101257"/>
                  <a:pt x="60784" y="101257"/>
                </a:cubicBezTo>
                <a:lnTo>
                  <a:pt x="60784" y="101157"/>
                </a:lnTo>
                <a:cubicBezTo>
                  <a:pt x="60809" y="101157"/>
                  <a:pt x="60809" y="101107"/>
                  <a:pt x="60834" y="101107"/>
                </a:cubicBezTo>
                <a:close/>
                <a:moveTo>
                  <a:pt x="78835" y="101389"/>
                </a:moveTo>
                <a:cubicBezTo>
                  <a:pt x="78826" y="101395"/>
                  <a:pt x="78816" y="101403"/>
                  <a:pt x="78795" y="101405"/>
                </a:cubicBezTo>
                <a:lnTo>
                  <a:pt x="78795" y="101405"/>
                </a:lnTo>
                <a:cubicBezTo>
                  <a:pt x="78807" y="101400"/>
                  <a:pt x="78820" y="101394"/>
                  <a:pt x="78835" y="101389"/>
                </a:cubicBezTo>
                <a:close/>
                <a:moveTo>
                  <a:pt x="13267" y="90678"/>
                </a:moveTo>
                <a:cubicBezTo>
                  <a:pt x="13392" y="90703"/>
                  <a:pt x="13516" y="90728"/>
                  <a:pt x="13640" y="90778"/>
                </a:cubicBezTo>
                <a:cubicBezTo>
                  <a:pt x="13192" y="94586"/>
                  <a:pt x="13367" y="98170"/>
                  <a:pt x="14138" y="101406"/>
                </a:cubicBezTo>
                <a:cubicBezTo>
                  <a:pt x="13815" y="101307"/>
                  <a:pt x="13516" y="101182"/>
                  <a:pt x="13192" y="101083"/>
                </a:cubicBezTo>
                <a:cubicBezTo>
                  <a:pt x="12446" y="97772"/>
                  <a:pt x="12496" y="94188"/>
                  <a:pt x="13267" y="90678"/>
                </a:cubicBezTo>
                <a:close/>
                <a:moveTo>
                  <a:pt x="13790" y="90852"/>
                </a:moveTo>
                <a:cubicBezTo>
                  <a:pt x="13815" y="90852"/>
                  <a:pt x="13815" y="90852"/>
                  <a:pt x="13865" y="90877"/>
                </a:cubicBezTo>
                <a:cubicBezTo>
                  <a:pt x="13443" y="94672"/>
                  <a:pt x="13565" y="98219"/>
                  <a:pt x="14378" y="101470"/>
                </a:cubicBezTo>
                <a:lnTo>
                  <a:pt x="14378" y="101470"/>
                </a:lnTo>
                <a:cubicBezTo>
                  <a:pt x="14367" y="101456"/>
                  <a:pt x="14345" y="101456"/>
                  <a:pt x="14313" y="101456"/>
                </a:cubicBezTo>
                <a:cubicBezTo>
                  <a:pt x="13541" y="98220"/>
                  <a:pt x="13392" y="94661"/>
                  <a:pt x="13790" y="90852"/>
                </a:cubicBezTo>
                <a:close/>
                <a:moveTo>
                  <a:pt x="78768" y="101419"/>
                </a:moveTo>
                <a:lnTo>
                  <a:pt x="78681" y="101506"/>
                </a:lnTo>
                <a:lnTo>
                  <a:pt x="78681" y="101456"/>
                </a:lnTo>
                <a:cubicBezTo>
                  <a:pt x="78718" y="101443"/>
                  <a:pt x="78743" y="101431"/>
                  <a:pt x="78768" y="101419"/>
                </a:cubicBezTo>
                <a:close/>
                <a:moveTo>
                  <a:pt x="33827" y="99091"/>
                </a:moveTo>
                <a:cubicBezTo>
                  <a:pt x="33827" y="99141"/>
                  <a:pt x="33827" y="99141"/>
                  <a:pt x="33852" y="99166"/>
                </a:cubicBezTo>
                <a:cubicBezTo>
                  <a:pt x="33678" y="99241"/>
                  <a:pt x="33504" y="99340"/>
                  <a:pt x="33329" y="99440"/>
                </a:cubicBezTo>
                <a:cubicBezTo>
                  <a:pt x="33031" y="99589"/>
                  <a:pt x="32707" y="99788"/>
                  <a:pt x="32408" y="99938"/>
                </a:cubicBezTo>
                <a:lnTo>
                  <a:pt x="31562" y="100311"/>
                </a:lnTo>
                <a:cubicBezTo>
                  <a:pt x="31214" y="100460"/>
                  <a:pt x="30915" y="100610"/>
                  <a:pt x="30566" y="100734"/>
                </a:cubicBezTo>
                <a:cubicBezTo>
                  <a:pt x="30318" y="100834"/>
                  <a:pt x="30044" y="100933"/>
                  <a:pt x="29745" y="101033"/>
                </a:cubicBezTo>
                <a:cubicBezTo>
                  <a:pt x="29372" y="101157"/>
                  <a:pt x="29048" y="101307"/>
                  <a:pt x="28675" y="101406"/>
                </a:cubicBezTo>
                <a:cubicBezTo>
                  <a:pt x="28509" y="101456"/>
                  <a:pt x="28342" y="101495"/>
                  <a:pt x="28161" y="101537"/>
                </a:cubicBezTo>
                <a:lnTo>
                  <a:pt x="28161" y="101537"/>
                </a:lnTo>
                <a:cubicBezTo>
                  <a:pt x="28330" y="101489"/>
                  <a:pt x="28497" y="101444"/>
                  <a:pt x="28650" y="101406"/>
                </a:cubicBezTo>
                <a:cubicBezTo>
                  <a:pt x="28949" y="101307"/>
                  <a:pt x="29222" y="101207"/>
                  <a:pt x="29496" y="101083"/>
                </a:cubicBezTo>
                <a:cubicBezTo>
                  <a:pt x="29845" y="100958"/>
                  <a:pt x="30218" y="100834"/>
                  <a:pt x="30566" y="100709"/>
                </a:cubicBezTo>
                <a:cubicBezTo>
                  <a:pt x="30815" y="100635"/>
                  <a:pt x="31064" y="100510"/>
                  <a:pt x="31313" y="100386"/>
                </a:cubicBezTo>
                <a:cubicBezTo>
                  <a:pt x="31687" y="100211"/>
                  <a:pt x="32060" y="100062"/>
                  <a:pt x="32408" y="99863"/>
                </a:cubicBezTo>
                <a:cubicBezTo>
                  <a:pt x="32608" y="99763"/>
                  <a:pt x="32832" y="99614"/>
                  <a:pt x="33056" y="99539"/>
                </a:cubicBezTo>
                <a:cubicBezTo>
                  <a:pt x="33304" y="99415"/>
                  <a:pt x="33578" y="99241"/>
                  <a:pt x="33827" y="99091"/>
                </a:cubicBezTo>
                <a:close/>
                <a:moveTo>
                  <a:pt x="78905" y="98494"/>
                </a:moveTo>
                <a:cubicBezTo>
                  <a:pt x="78955" y="98593"/>
                  <a:pt x="78955" y="98693"/>
                  <a:pt x="78955" y="98793"/>
                </a:cubicBezTo>
                <a:cubicBezTo>
                  <a:pt x="78955" y="98867"/>
                  <a:pt x="78980" y="98967"/>
                  <a:pt x="78980" y="99066"/>
                </a:cubicBezTo>
                <a:cubicBezTo>
                  <a:pt x="78980" y="99166"/>
                  <a:pt x="79005" y="99241"/>
                  <a:pt x="79005" y="99340"/>
                </a:cubicBezTo>
                <a:lnTo>
                  <a:pt x="79005" y="99589"/>
                </a:lnTo>
                <a:lnTo>
                  <a:pt x="79005" y="99838"/>
                </a:lnTo>
                <a:lnTo>
                  <a:pt x="79005" y="100062"/>
                </a:lnTo>
                <a:cubicBezTo>
                  <a:pt x="79005" y="100112"/>
                  <a:pt x="79005" y="100211"/>
                  <a:pt x="78980" y="100286"/>
                </a:cubicBezTo>
                <a:cubicBezTo>
                  <a:pt x="78980" y="100336"/>
                  <a:pt x="78955" y="100410"/>
                  <a:pt x="78955" y="100485"/>
                </a:cubicBezTo>
                <a:cubicBezTo>
                  <a:pt x="78905" y="100535"/>
                  <a:pt x="78880" y="100585"/>
                  <a:pt x="78880" y="100659"/>
                </a:cubicBezTo>
                <a:cubicBezTo>
                  <a:pt x="78855" y="100709"/>
                  <a:pt x="78830" y="100809"/>
                  <a:pt x="78830" y="100883"/>
                </a:cubicBezTo>
                <a:cubicBezTo>
                  <a:pt x="78830" y="100908"/>
                  <a:pt x="78781" y="100933"/>
                  <a:pt x="78781" y="101008"/>
                </a:cubicBezTo>
                <a:cubicBezTo>
                  <a:pt x="78756" y="101083"/>
                  <a:pt x="78681" y="101182"/>
                  <a:pt x="78631" y="101282"/>
                </a:cubicBezTo>
                <a:cubicBezTo>
                  <a:pt x="78606" y="101331"/>
                  <a:pt x="78532" y="101381"/>
                  <a:pt x="78482" y="101431"/>
                </a:cubicBezTo>
                <a:cubicBezTo>
                  <a:pt x="78407" y="101456"/>
                  <a:pt x="78357" y="101531"/>
                  <a:pt x="78308" y="101555"/>
                </a:cubicBezTo>
                <a:cubicBezTo>
                  <a:pt x="78127" y="101650"/>
                  <a:pt x="77906" y="101697"/>
                  <a:pt x="77651" y="101697"/>
                </a:cubicBezTo>
                <a:cubicBezTo>
                  <a:pt x="77097" y="101697"/>
                  <a:pt x="76379" y="101476"/>
                  <a:pt x="75545" y="101033"/>
                </a:cubicBezTo>
                <a:cubicBezTo>
                  <a:pt x="76715" y="100211"/>
                  <a:pt x="77835" y="99365"/>
                  <a:pt x="78905" y="98494"/>
                </a:cubicBezTo>
                <a:close/>
                <a:moveTo>
                  <a:pt x="27535" y="101708"/>
                </a:moveTo>
                <a:cubicBezTo>
                  <a:pt x="27457" y="101731"/>
                  <a:pt x="27379" y="101753"/>
                  <a:pt x="27301" y="101774"/>
                </a:cubicBezTo>
                <a:lnTo>
                  <a:pt x="27301" y="101774"/>
                </a:lnTo>
                <a:cubicBezTo>
                  <a:pt x="27378" y="101750"/>
                  <a:pt x="27456" y="101727"/>
                  <a:pt x="27535" y="101708"/>
                </a:cubicBezTo>
                <a:close/>
                <a:moveTo>
                  <a:pt x="78507" y="101630"/>
                </a:moveTo>
                <a:lnTo>
                  <a:pt x="78507" y="101655"/>
                </a:lnTo>
                <a:cubicBezTo>
                  <a:pt x="78507" y="101655"/>
                  <a:pt x="78457" y="101705"/>
                  <a:pt x="78382" y="101755"/>
                </a:cubicBezTo>
                <a:cubicBezTo>
                  <a:pt x="78357" y="101755"/>
                  <a:pt x="78357" y="101779"/>
                  <a:pt x="78333" y="101779"/>
                </a:cubicBezTo>
                <a:cubicBezTo>
                  <a:pt x="78283" y="101779"/>
                  <a:pt x="78258" y="101804"/>
                  <a:pt x="78233" y="101804"/>
                </a:cubicBezTo>
                <a:cubicBezTo>
                  <a:pt x="78217" y="101821"/>
                  <a:pt x="78190" y="101826"/>
                  <a:pt x="78159" y="101842"/>
                </a:cubicBezTo>
                <a:lnTo>
                  <a:pt x="78159" y="101842"/>
                </a:lnTo>
                <a:lnTo>
                  <a:pt x="78382" y="101680"/>
                </a:lnTo>
                <a:cubicBezTo>
                  <a:pt x="78407" y="101655"/>
                  <a:pt x="78482" y="101655"/>
                  <a:pt x="78507" y="101630"/>
                </a:cubicBezTo>
                <a:close/>
                <a:moveTo>
                  <a:pt x="75296" y="101107"/>
                </a:moveTo>
                <a:cubicBezTo>
                  <a:pt x="75370" y="101157"/>
                  <a:pt x="75395" y="101182"/>
                  <a:pt x="75470" y="101207"/>
                </a:cubicBezTo>
                <a:cubicBezTo>
                  <a:pt x="75520" y="101257"/>
                  <a:pt x="75545" y="101282"/>
                  <a:pt x="75619" y="101282"/>
                </a:cubicBezTo>
                <a:cubicBezTo>
                  <a:pt x="75719" y="101307"/>
                  <a:pt x="75794" y="101381"/>
                  <a:pt x="75868" y="101406"/>
                </a:cubicBezTo>
                <a:cubicBezTo>
                  <a:pt x="75918" y="101431"/>
                  <a:pt x="76018" y="101456"/>
                  <a:pt x="76092" y="101481"/>
                </a:cubicBezTo>
                <a:cubicBezTo>
                  <a:pt x="76142" y="101531"/>
                  <a:pt x="76167" y="101531"/>
                  <a:pt x="76242" y="101555"/>
                </a:cubicBezTo>
                <a:lnTo>
                  <a:pt x="76515" y="101655"/>
                </a:lnTo>
                <a:lnTo>
                  <a:pt x="76540" y="101655"/>
                </a:lnTo>
                <a:cubicBezTo>
                  <a:pt x="76914" y="101779"/>
                  <a:pt x="77262" y="101829"/>
                  <a:pt x="77586" y="101829"/>
                </a:cubicBezTo>
                <a:cubicBezTo>
                  <a:pt x="77636" y="101829"/>
                  <a:pt x="77710" y="101829"/>
                  <a:pt x="77760" y="101804"/>
                </a:cubicBezTo>
                <a:lnTo>
                  <a:pt x="77760" y="101804"/>
                </a:lnTo>
                <a:cubicBezTo>
                  <a:pt x="77735" y="101829"/>
                  <a:pt x="77710" y="101829"/>
                  <a:pt x="77660" y="101854"/>
                </a:cubicBezTo>
                <a:cubicBezTo>
                  <a:pt x="77574" y="101869"/>
                  <a:pt x="77483" y="101876"/>
                  <a:pt x="77388" y="101876"/>
                </a:cubicBezTo>
                <a:cubicBezTo>
                  <a:pt x="76823" y="101876"/>
                  <a:pt x="76102" y="101626"/>
                  <a:pt x="75271" y="101157"/>
                </a:cubicBezTo>
                <a:lnTo>
                  <a:pt x="75296" y="101107"/>
                </a:lnTo>
                <a:close/>
                <a:moveTo>
                  <a:pt x="24966" y="91748"/>
                </a:moveTo>
                <a:cubicBezTo>
                  <a:pt x="24468" y="95457"/>
                  <a:pt x="24543" y="98917"/>
                  <a:pt x="25339" y="102053"/>
                </a:cubicBezTo>
                <a:lnTo>
                  <a:pt x="25265" y="102053"/>
                </a:lnTo>
                <a:cubicBezTo>
                  <a:pt x="24493" y="98917"/>
                  <a:pt x="24393" y="95457"/>
                  <a:pt x="24891" y="91748"/>
                </a:cubicBezTo>
                <a:close/>
                <a:moveTo>
                  <a:pt x="32060" y="90379"/>
                </a:moveTo>
                <a:cubicBezTo>
                  <a:pt x="32259" y="93242"/>
                  <a:pt x="32856" y="96179"/>
                  <a:pt x="33802" y="98967"/>
                </a:cubicBezTo>
                <a:cubicBezTo>
                  <a:pt x="33553" y="99141"/>
                  <a:pt x="33304" y="99266"/>
                  <a:pt x="33056" y="99390"/>
                </a:cubicBezTo>
                <a:cubicBezTo>
                  <a:pt x="32807" y="99514"/>
                  <a:pt x="32558" y="99664"/>
                  <a:pt x="32309" y="99788"/>
                </a:cubicBezTo>
                <a:cubicBezTo>
                  <a:pt x="31960" y="99938"/>
                  <a:pt x="31612" y="100087"/>
                  <a:pt x="31313" y="100261"/>
                </a:cubicBezTo>
                <a:cubicBezTo>
                  <a:pt x="31014" y="100386"/>
                  <a:pt x="30790" y="100510"/>
                  <a:pt x="30492" y="100585"/>
                </a:cubicBezTo>
                <a:cubicBezTo>
                  <a:pt x="30168" y="100709"/>
                  <a:pt x="29845" y="100834"/>
                  <a:pt x="29496" y="100958"/>
                </a:cubicBezTo>
                <a:cubicBezTo>
                  <a:pt x="29222" y="101058"/>
                  <a:pt x="28924" y="101182"/>
                  <a:pt x="28625" y="101282"/>
                </a:cubicBezTo>
                <a:cubicBezTo>
                  <a:pt x="28326" y="101381"/>
                  <a:pt x="27978" y="101456"/>
                  <a:pt x="27679" y="101555"/>
                </a:cubicBezTo>
                <a:cubicBezTo>
                  <a:pt x="27355" y="101655"/>
                  <a:pt x="27057" y="101755"/>
                  <a:pt x="26733" y="101804"/>
                </a:cubicBezTo>
                <a:lnTo>
                  <a:pt x="25812" y="102004"/>
                </a:lnTo>
                <a:cubicBezTo>
                  <a:pt x="25713" y="102028"/>
                  <a:pt x="25638" y="102028"/>
                  <a:pt x="25538" y="102053"/>
                </a:cubicBezTo>
                <a:cubicBezTo>
                  <a:pt x="24742" y="98892"/>
                  <a:pt x="24617" y="95432"/>
                  <a:pt x="25140" y="91724"/>
                </a:cubicBezTo>
                <a:cubicBezTo>
                  <a:pt x="27355" y="91475"/>
                  <a:pt x="29695" y="91002"/>
                  <a:pt x="32060" y="90379"/>
                </a:cubicBezTo>
                <a:close/>
                <a:moveTo>
                  <a:pt x="25538" y="102103"/>
                </a:moveTo>
                <a:cubicBezTo>
                  <a:pt x="25588" y="102128"/>
                  <a:pt x="25638" y="102134"/>
                  <a:pt x="25688" y="102134"/>
                </a:cubicBezTo>
                <a:cubicBezTo>
                  <a:pt x="25702" y="102134"/>
                  <a:pt x="25716" y="102134"/>
                  <a:pt x="25730" y="102133"/>
                </a:cubicBezTo>
                <a:lnTo>
                  <a:pt x="25730" y="102133"/>
                </a:lnTo>
                <a:cubicBezTo>
                  <a:pt x="25662" y="102150"/>
                  <a:pt x="25595" y="102166"/>
                  <a:pt x="25538" y="102178"/>
                </a:cubicBezTo>
                <a:lnTo>
                  <a:pt x="25538" y="102153"/>
                </a:lnTo>
                <a:lnTo>
                  <a:pt x="25538" y="102103"/>
                </a:lnTo>
                <a:close/>
                <a:moveTo>
                  <a:pt x="33927" y="99365"/>
                </a:moveTo>
                <a:cubicBezTo>
                  <a:pt x="34076" y="99838"/>
                  <a:pt x="34275" y="100311"/>
                  <a:pt x="34449" y="100784"/>
                </a:cubicBezTo>
                <a:cubicBezTo>
                  <a:pt x="31459" y="101575"/>
                  <a:pt x="28517" y="102145"/>
                  <a:pt x="25771" y="102396"/>
                </a:cubicBezTo>
                <a:lnTo>
                  <a:pt x="25771" y="102396"/>
                </a:lnTo>
                <a:cubicBezTo>
                  <a:pt x="25797" y="102391"/>
                  <a:pt x="25824" y="102378"/>
                  <a:pt x="25837" y="102352"/>
                </a:cubicBezTo>
                <a:lnTo>
                  <a:pt x="26758" y="102178"/>
                </a:lnTo>
                <a:lnTo>
                  <a:pt x="27804" y="101904"/>
                </a:lnTo>
                <a:cubicBezTo>
                  <a:pt x="28102" y="101804"/>
                  <a:pt x="28376" y="101730"/>
                  <a:pt x="28700" y="101655"/>
                </a:cubicBezTo>
                <a:cubicBezTo>
                  <a:pt x="29048" y="101555"/>
                  <a:pt x="29347" y="101431"/>
                  <a:pt x="29695" y="101307"/>
                </a:cubicBezTo>
                <a:cubicBezTo>
                  <a:pt x="29994" y="101182"/>
                  <a:pt x="30318" y="101083"/>
                  <a:pt x="30591" y="100958"/>
                </a:cubicBezTo>
                <a:cubicBezTo>
                  <a:pt x="30915" y="100834"/>
                  <a:pt x="31189" y="100684"/>
                  <a:pt x="31487" y="100560"/>
                </a:cubicBezTo>
                <a:cubicBezTo>
                  <a:pt x="31811" y="100435"/>
                  <a:pt x="32110" y="100286"/>
                  <a:pt x="32433" y="100162"/>
                </a:cubicBezTo>
                <a:cubicBezTo>
                  <a:pt x="32707" y="99987"/>
                  <a:pt x="32981" y="99838"/>
                  <a:pt x="33280" y="99714"/>
                </a:cubicBezTo>
                <a:cubicBezTo>
                  <a:pt x="33479" y="99589"/>
                  <a:pt x="33703" y="99490"/>
                  <a:pt x="33927" y="99365"/>
                </a:cubicBezTo>
                <a:close/>
                <a:moveTo>
                  <a:pt x="14039" y="90927"/>
                </a:moveTo>
                <a:lnTo>
                  <a:pt x="14039" y="90927"/>
                </a:lnTo>
                <a:cubicBezTo>
                  <a:pt x="16229" y="91574"/>
                  <a:pt x="18644" y="91948"/>
                  <a:pt x="21282" y="91948"/>
                </a:cubicBezTo>
                <a:cubicBezTo>
                  <a:pt x="22377" y="91948"/>
                  <a:pt x="23522" y="91873"/>
                  <a:pt x="24692" y="91748"/>
                </a:cubicBezTo>
                <a:lnTo>
                  <a:pt x="24692" y="91748"/>
                </a:lnTo>
                <a:cubicBezTo>
                  <a:pt x="24194" y="95457"/>
                  <a:pt x="24269" y="98942"/>
                  <a:pt x="25041" y="102053"/>
                </a:cubicBezTo>
                <a:cubicBezTo>
                  <a:pt x="24916" y="102078"/>
                  <a:pt x="24841" y="102128"/>
                  <a:pt x="24717" y="102128"/>
                </a:cubicBezTo>
                <a:cubicBezTo>
                  <a:pt x="24418" y="102153"/>
                  <a:pt x="24145" y="102178"/>
                  <a:pt x="23846" y="102203"/>
                </a:cubicBezTo>
                <a:cubicBezTo>
                  <a:pt x="23472" y="102252"/>
                  <a:pt x="23099" y="102302"/>
                  <a:pt x="22726" y="102327"/>
                </a:cubicBezTo>
                <a:cubicBezTo>
                  <a:pt x="22552" y="102327"/>
                  <a:pt x="22402" y="102327"/>
                  <a:pt x="22253" y="102377"/>
                </a:cubicBezTo>
                <a:cubicBezTo>
                  <a:pt x="21780" y="102427"/>
                  <a:pt x="21282" y="102427"/>
                  <a:pt x="20759" y="102427"/>
                </a:cubicBezTo>
                <a:cubicBezTo>
                  <a:pt x="20137" y="102427"/>
                  <a:pt x="19540" y="102402"/>
                  <a:pt x="18917" y="102377"/>
                </a:cubicBezTo>
                <a:cubicBezTo>
                  <a:pt x="17399" y="102203"/>
                  <a:pt x="15980" y="101929"/>
                  <a:pt x="14611" y="101531"/>
                </a:cubicBezTo>
                <a:cubicBezTo>
                  <a:pt x="13790" y="98295"/>
                  <a:pt x="13640" y="94710"/>
                  <a:pt x="14039" y="90927"/>
                </a:cubicBezTo>
                <a:close/>
                <a:moveTo>
                  <a:pt x="6744" y="100357"/>
                </a:moveTo>
                <a:lnTo>
                  <a:pt x="6744" y="100357"/>
                </a:lnTo>
                <a:cubicBezTo>
                  <a:pt x="6861" y="100590"/>
                  <a:pt x="6977" y="100823"/>
                  <a:pt x="7094" y="101033"/>
                </a:cubicBezTo>
                <a:cubicBezTo>
                  <a:pt x="7268" y="101307"/>
                  <a:pt x="7393" y="101580"/>
                  <a:pt x="7542" y="101879"/>
                </a:cubicBezTo>
                <a:cubicBezTo>
                  <a:pt x="7660" y="102068"/>
                  <a:pt x="7778" y="102278"/>
                  <a:pt x="7896" y="102469"/>
                </a:cubicBezTo>
                <a:lnTo>
                  <a:pt x="7896" y="102469"/>
                </a:lnTo>
                <a:cubicBezTo>
                  <a:pt x="7838" y="102403"/>
                  <a:pt x="7772" y="102330"/>
                  <a:pt x="7716" y="102252"/>
                </a:cubicBezTo>
                <a:lnTo>
                  <a:pt x="7443" y="101779"/>
                </a:lnTo>
                <a:cubicBezTo>
                  <a:pt x="7393" y="101680"/>
                  <a:pt x="7318" y="101555"/>
                  <a:pt x="7293" y="101431"/>
                </a:cubicBezTo>
                <a:cubicBezTo>
                  <a:pt x="7099" y="101086"/>
                  <a:pt x="6905" y="100723"/>
                  <a:pt x="6744" y="100357"/>
                </a:cubicBezTo>
                <a:close/>
                <a:moveTo>
                  <a:pt x="25115" y="102252"/>
                </a:moveTo>
                <a:lnTo>
                  <a:pt x="25115" y="102302"/>
                </a:lnTo>
                <a:cubicBezTo>
                  <a:pt x="24991" y="102327"/>
                  <a:pt x="24866" y="102352"/>
                  <a:pt x="24742" y="102352"/>
                </a:cubicBezTo>
                <a:cubicBezTo>
                  <a:pt x="24468" y="102402"/>
                  <a:pt x="24145" y="102427"/>
                  <a:pt x="23871" y="102452"/>
                </a:cubicBezTo>
                <a:cubicBezTo>
                  <a:pt x="23771" y="102452"/>
                  <a:pt x="23647" y="102501"/>
                  <a:pt x="23572" y="102501"/>
                </a:cubicBezTo>
                <a:cubicBezTo>
                  <a:pt x="23382" y="102501"/>
                  <a:pt x="23207" y="102501"/>
                  <a:pt x="23024" y="102512"/>
                </a:cubicBezTo>
                <a:lnTo>
                  <a:pt x="23024" y="102512"/>
                </a:lnTo>
                <a:cubicBezTo>
                  <a:pt x="23359" y="102480"/>
                  <a:pt x="23680" y="102423"/>
                  <a:pt x="24020" y="102402"/>
                </a:cubicBezTo>
                <a:cubicBezTo>
                  <a:pt x="24269" y="102377"/>
                  <a:pt x="24493" y="102327"/>
                  <a:pt x="24742" y="102302"/>
                </a:cubicBezTo>
                <a:cubicBezTo>
                  <a:pt x="24891" y="102302"/>
                  <a:pt x="24991" y="102277"/>
                  <a:pt x="25115" y="102252"/>
                </a:cubicBezTo>
                <a:close/>
                <a:moveTo>
                  <a:pt x="25464" y="102576"/>
                </a:moveTo>
                <a:cubicBezTo>
                  <a:pt x="25489" y="102626"/>
                  <a:pt x="25489" y="102651"/>
                  <a:pt x="25489" y="102676"/>
                </a:cubicBezTo>
                <a:lnTo>
                  <a:pt x="25439" y="102676"/>
                </a:lnTo>
                <a:cubicBezTo>
                  <a:pt x="25439" y="102651"/>
                  <a:pt x="25389" y="102626"/>
                  <a:pt x="25389" y="102576"/>
                </a:cubicBezTo>
                <a:close/>
                <a:moveTo>
                  <a:pt x="34524" y="100958"/>
                </a:moveTo>
                <a:cubicBezTo>
                  <a:pt x="34524" y="101008"/>
                  <a:pt x="34549" y="101033"/>
                  <a:pt x="34549" y="101058"/>
                </a:cubicBezTo>
                <a:cubicBezTo>
                  <a:pt x="31463" y="101904"/>
                  <a:pt x="28500" y="102427"/>
                  <a:pt x="25663" y="102676"/>
                </a:cubicBezTo>
                <a:cubicBezTo>
                  <a:pt x="25663" y="102651"/>
                  <a:pt x="25638" y="102626"/>
                  <a:pt x="25638" y="102576"/>
                </a:cubicBezTo>
                <a:cubicBezTo>
                  <a:pt x="28476" y="102327"/>
                  <a:pt x="31438" y="101779"/>
                  <a:pt x="34524" y="100958"/>
                </a:cubicBezTo>
                <a:close/>
                <a:moveTo>
                  <a:pt x="16503" y="102228"/>
                </a:moveTo>
                <a:cubicBezTo>
                  <a:pt x="16827" y="102302"/>
                  <a:pt x="17175" y="102327"/>
                  <a:pt x="17524" y="102402"/>
                </a:cubicBezTo>
                <a:cubicBezTo>
                  <a:pt x="17573" y="102402"/>
                  <a:pt x="17648" y="102427"/>
                  <a:pt x="17673" y="102427"/>
                </a:cubicBezTo>
                <a:cubicBezTo>
                  <a:pt x="18071" y="102476"/>
                  <a:pt x="18519" y="102526"/>
                  <a:pt x="18967" y="102551"/>
                </a:cubicBezTo>
                <a:cubicBezTo>
                  <a:pt x="19540" y="102626"/>
                  <a:pt x="20162" y="102676"/>
                  <a:pt x="20784" y="102700"/>
                </a:cubicBezTo>
                <a:lnTo>
                  <a:pt x="20759" y="102700"/>
                </a:lnTo>
                <a:cubicBezTo>
                  <a:pt x="20386" y="102700"/>
                  <a:pt x="20038" y="102700"/>
                  <a:pt x="19664" y="102676"/>
                </a:cubicBezTo>
                <a:cubicBezTo>
                  <a:pt x="19490" y="102676"/>
                  <a:pt x="19291" y="102651"/>
                  <a:pt x="19117" y="102651"/>
                </a:cubicBezTo>
                <a:cubicBezTo>
                  <a:pt x="19017" y="102651"/>
                  <a:pt x="18917" y="102651"/>
                  <a:pt x="18818" y="102601"/>
                </a:cubicBezTo>
                <a:cubicBezTo>
                  <a:pt x="18021" y="102526"/>
                  <a:pt x="17250" y="102402"/>
                  <a:pt x="16503" y="102228"/>
                </a:cubicBezTo>
                <a:close/>
                <a:moveTo>
                  <a:pt x="25215" y="102626"/>
                </a:moveTo>
                <a:cubicBezTo>
                  <a:pt x="25215" y="102651"/>
                  <a:pt x="25240" y="102676"/>
                  <a:pt x="25240" y="102700"/>
                </a:cubicBezTo>
                <a:cubicBezTo>
                  <a:pt x="24393" y="102775"/>
                  <a:pt x="23597" y="102800"/>
                  <a:pt x="22776" y="102800"/>
                </a:cubicBezTo>
                <a:lnTo>
                  <a:pt x="23622" y="102700"/>
                </a:lnTo>
                <a:lnTo>
                  <a:pt x="25215" y="102626"/>
                </a:lnTo>
                <a:close/>
                <a:moveTo>
                  <a:pt x="2593" y="92982"/>
                </a:moveTo>
                <a:cubicBezTo>
                  <a:pt x="2596" y="92988"/>
                  <a:pt x="2602" y="92993"/>
                  <a:pt x="2614" y="92993"/>
                </a:cubicBezTo>
                <a:cubicBezTo>
                  <a:pt x="2639" y="93068"/>
                  <a:pt x="2688" y="93093"/>
                  <a:pt x="2688" y="93167"/>
                </a:cubicBezTo>
                <a:cubicBezTo>
                  <a:pt x="2713" y="93217"/>
                  <a:pt x="2738" y="93267"/>
                  <a:pt x="2763" y="93366"/>
                </a:cubicBezTo>
                <a:cubicBezTo>
                  <a:pt x="2937" y="93839"/>
                  <a:pt x="3112" y="94312"/>
                  <a:pt x="3261" y="94710"/>
                </a:cubicBezTo>
                <a:cubicBezTo>
                  <a:pt x="4132" y="96976"/>
                  <a:pt x="5800" y="99714"/>
                  <a:pt x="6347" y="100585"/>
                </a:cubicBezTo>
                <a:cubicBezTo>
                  <a:pt x="6771" y="101207"/>
                  <a:pt x="7194" y="101804"/>
                  <a:pt x="7567" y="102327"/>
                </a:cubicBezTo>
                <a:cubicBezTo>
                  <a:pt x="7642" y="102427"/>
                  <a:pt x="7692" y="102526"/>
                  <a:pt x="7716" y="102651"/>
                </a:cubicBezTo>
                <a:lnTo>
                  <a:pt x="7766" y="102651"/>
                </a:lnTo>
                <a:cubicBezTo>
                  <a:pt x="7791" y="102700"/>
                  <a:pt x="7816" y="102775"/>
                  <a:pt x="7891" y="102825"/>
                </a:cubicBezTo>
                <a:cubicBezTo>
                  <a:pt x="7891" y="102875"/>
                  <a:pt x="7916" y="102875"/>
                  <a:pt x="7916" y="102900"/>
                </a:cubicBezTo>
                <a:cubicBezTo>
                  <a:pt x="7841" y="102800"/>
                  <a:pt x="7791" y="102700"/>
                  <a:pt x="7716" y="102651"/>
                </a:cubicBezTo>
                <a:cubicBezTo>
                  <a:pt x="7692" y="102626"/>
                  <a:pt x="7667" y="102576"/>
                  <a:pt x="7667" y="102551"/>
                </a:cubicBezTo>
                <a:cubicBezTo>
                  <a:pt x="7467" y="102302"/>
                  <a:pt x="7268" y="102028"/>
                  <a:pt x="7069" y="101730"/>
                </a:cubicBezTo>
                <a:cubicBezTo>
                  <a:pt x="6820" y="101381"/>
                  <a:pt x="6571" y="101033"/>
                  <a:pt x="6323" y="100659"/>
                </a:cubicBezTo>
                <a:cubicBezTo>
                  <a:pt x="6323" y="100659"/>
                  <a:pt x="6323" y="100610"/>
                  <a:pt x="6298" y="100610"/>
                </a:cubicBezTo>
                <a:lnTo>
                  <a:pt x="6298" y="100585"/>
                </a:lnTo>
                <a:lnTo>
                  <a:pt x="5825" y="99838"/>
                </a:lnTo>
                <a:cubicBezTo>
                  <a:pt x="5352" y="99066"/>
                  <a:pt x="4705" y="97921"/>
                  <a:pt x="4107" y="96727"/>
                </a:cubicBezTo>
                <a:cubicBezTo>
                  <a:pt x="3983" y="96478"/>
                  <a:pt x="3858" y="96229"/>
                  <a:pt x="3784" y="95980"/>
                </a:cubicBezTo>
                <a:cubicBezTo>
                  <a:pt x="3709" y="95831"/>
                  <a:pt x="3609" y="95681"/>
                  <a:pt x="3560" y="95557"/>
                </a:cubicBezTo>
                <a:cubicBezTo>
                  <a:pt x="3435" y="95283"/>
                  <a:pt x="3336" y="95034"/>
                  <a:pt x="3211" y="94760"/>
                </a:cubicBezTo>
                <a:lnTo>
                  <a:pt x="3211" y="94735"/>
                </a:lnTo>
                <a:cubicBezTo>
                  <a:pt x="2989" y="94217"/>
                  <a:pt x="2766" y="93600"/>
                  <a:pt x="2593" y="92982"/>
                </a:cubicBezTo>
                <a:close/>
                <a:moveTo>
                  <a:pt x="43311" y="98170"/>
                </a:moveTo>
                <a:cubicBezTo>
                  <a:pt x="42514" y="99589"/>
                  <a:pt x="41543" y="101008"/>
                  <a:pt x="40423" y="102277"/>
                </a:cubicBezTo>
                <a:lnTo>
                  <a:pt x="40423" y="102302"/>
                </a:lnTo>
                <a:cubicBezTo>
                  <a:pt x="40050" y="102700"/>
                  <a:pt x="39677" y="103124"/>
                  <a:pt x="39303" y="103497"/>
                </a:cubicBezTo>
                <a:lnTo>
                  <a:pt x="39179" y="103621"/>
                </a:lnTo>
                <a:lnTo>
                  <a:pt x="39054" y="103497"/>
                </a:lnTo>
                <a:cubicBezTo>
                  <a:pt x="38781" y="103173"/>
                  <a:pt x="38482" y="102825"/>
                  <a:pt x="38258" y="102501"/>
                </a:cubicBezTo>
                <a:cubicBezTo>
                  <a:pt x="38208" y="102452"/>
                  <a:pt x="38183" y="102402"/>
                  <a:pt x="38158" y="102377"/>
                </a:cubicBezTo>
                <a:cubicBezTo>
                  <a:pt x="38133" y="102327"/>
                  <a:pt x="38133" y="102302"/>
                  <a:pt x="38084" y="102277"/>
                </a:cubicBezTo>
                <a:cubicBezTo>
                  <a:pt x="37810" y="101904"/>
                  <a:pt x="37586" y="101506"/>
                  <a:pt x="37337" y="101083"/>
                </a:cubicBezTo>
                <a:cubicBezTo>
                  <a:pt x="37287" y="101008"/>
                  <a:pt x="37237" y="100908"/>
                  <a:pt x="37187" y="100784"/>
                </a:cubicBezTo>
                <a:cubicBezTo>
                  <a:pt x="37138" y="100684"/>
                  <a:pt x="37088" y="100585"/>
                  <a:pt x="37063" y="100460"/>
                </a:cubicBezTo>
                <a:cubicBezTo>
                  <a:pt x="39104" y="99813"/>
                  <a:pt x="41195" y="99041"/>
                  <a:pt x="43311" y="98170"/>
                </a:cubicBezTo>
                <a:close/>
                <a:moveTo>
                  <a:pt x="36839" y="100560"/>
                </a:moveTo>
                <a:lnTo>
                  <a:pt x="36839" y="100560"/>
                </a:lnTo>
                <a:cubicBezTo>
                  <a:pt x="36939" y="100709"/>
                  <a:pt x="37038" y="100883"/>
                  <a:pt x="37088" y="101008"/>
                </a:cubicBezTo>
                <a:cubicBezTo>
                  <a:pt x="37138" y="101058"/>
                  <a:pt x="37163" y="101083"/>
                  <a:pt x="37163" y="101157"/>
                </a:cubicBezTo>
                <a:cubicBezTo>
                  <a:pt x="37163" y="101182"/>
                  <a:pt x="37187" y="101207"/>
                  <a:pt x="37187" y="101207"/>
                </a:cubicBezTo>
                <a:cubicBezTo>
                  <a:pt x="37212" y="101282"/>
                  <a:pt x="37237" y="101331"/>
                  <a:pt x="37287" y="101381"/>
                </a:cubicBezTo>
                <a:cubicBezTo>
                  <a:pt x="37387" y="101531"/>
                  <a:pt x="37436" y="101655"/>
                  <a:pt x="37536" y="101779"/>
                </a:cubicBezTo>
                <a:cubicBezTo>
                  <a:pt x="37536" y="101804"/>
                  <a:pt x="37561" y="101804"/>
                  <a:pt x="37561" y="101829"/>
                </a:cubicBezTo>
                <a:cubicBezTo>
                  <a:pt x="37586" y="101879"/>
                  <a:pt x="37586" y="101904"/>
                  <a:pt x="37636" y="101929"/>
                </a:cubicBezTo>
                <a:cubicBezTo>
                  <a:pt x="37660" y="101954"/>
                  <a:pt x="37685" y="102028"/>
                  <a:pt x="37710" y="102053"/>
                </a:cubicBezTo>
                <a:cubicBezTo>
                  <a:pt x="37785" y="102178"/>
                  <a:pt x="37884" y="102277"/>
                  <a:pt x="37934" y="102402"/>
                </a:cubicBezTo>
                <a:cubicBezTo>
                  <a:pt x="37959" y="102427"/>
                  <a:pt x="38009" y="102501"/>
                  <a:pt x="38034" y="102526"/>
                </a:cubicBezTo>
                <a:cubicBezTo>
                  <a:pt x="38059" y="102576"/>
                  <a:pt x="38133" y="102651"/>
                  <a:pt x="38158" y="102700"/>
                </a:cubicBezTo>
                <a:lnTo>
                  <a:pt x="38258" y="102800"/>
                </a:lnTo>
                <a:cubicBezTo>
                  <a:pt x="38283" y="102875"/>
                  <a:pt x="38308" y="102900"/>
                  <a:pt x="38382" y="102949"/>
                </a:cubicBezTo>
                <a:cubicBezTo>
                  <a:pt x="38382" y="102949"/>
                  <a:pt x="38382" y="102999"/>
                  <a:pt x="38407" y="102999"/>
                </a:cubicBezTo>
                <a:cubicBezTo>
                  <a:pt x="38457" y="103049"/>
                  <a:pt x="38507" y="103124"/>
                  <a:pt x="38557" y="103173"/>
                </a:cubicBezTo>
                <a:cubicBezTo>
                  <a:pt x="38631" y="103248"/>
                  <a:pt x="38681" y="103323"/>
                  <a:pt x="38756" y="103397"/>
                </a:cubicBezTo>
                <a:lnTo>
                  <a:pt x="38805" y="103447"/>
                </a:lnTo>
                <a:cubicBezTo>
                  <a:pt x="38880" y="103522"/>
                  <a:pt x="38930" y="103621"/>
                  <a:pt x="39005" y="103696"/>
                </a:cubicBezTo>
                <a:lnTo>
                  <a:pt x="38955" y="103746"/>
                </a:lnTo>
                <a:lnTo>
                  <a:pt x="38930" y="103771"/>
                </a:lnTo>
                <a:cubicBezTo>
                  <a:pt x="38781" y="103621"/>
                  <a:pt x="38656" y="103447"/>
                  <a:pt x="38532" y="103298"/>
                </a:cubicBezTo>
                <a:cubicBezTo>
                  <a:pt x="38432" y="103173"/>
                  <a:pt x="38308" y="103049"/>
                  <a:pt x="38208" y="102900"/>
                </a:cubicBezTo>
                <a:cubicBezTo>
                  <a:pt x="38084" y="102750"/>
                  <a:pt x="38009" y="102626"/>
                  <a:pt x="37909" y="102452"/>
                </a:cubicBezTo>
                <a:cubicBezTo>
                  <a:pt x="37810" y="102327"/>
                  <a:pt x="37710" y="102203"/>
                  <a:pt x="37636" y="102053"/>
                </a:cubicBezTo>
                <a:cubicBezTo>
                  <a:pt x="37511" y="101879"/>
                  <a:pt x="37412" y="101680"/>
                  <a:pt x="37287" y="101506"/>
                </a:cubicBezTo>
                <a:cubicBezTo>
                  <a:pt x="37262" y="101431"/>
                  <a:pt x="37187" y="101331"/>
                  <a:pt x="37163" y="101282"/>
                </a:cubicBezTo>
                <a:lnTo>
                  <a:pt x="37063" y="101083"/>
                </a:lnTo>
                <a:cubicBezTo>
                  <a:pt x="37013" y="100958"/>
                  <a:pt x="36914" y="100784"/>
                  <a:pt x="36839" y="100560"/>
                </a:cubicBezTo>
                <a:close/>
                <a:moveTo>
                  <a:pt x="43784" y="98046"/>
                </a:moveTo>
                <a:cubicBezTo>
                  <a:pt x="43759" y="98071"/>
                  <a:pt x="43759" y="98096"/>
                  <a:pt x="43734" y="98145"/>
                </a:cubicBezTo>
                <a:cubicBezTo>
                  <a:pt x="43609" y="98345"/>
                  <a:pt x="43460" y="98569"/>
                  <a:pt x="43311" y="98793"/>
                </a:cubicBezTo>
                <a:cubicBezTo>
                  <a:pt x="43311" y="98793"/>
                  <a:pt x="43311" y="98817"/>
                  <a:pt x="43286" y="98817"/>
                </a:cubicBezTo>
                <a:cubicBezTo>
                  <a:pt x="43161" y="99041"/>
                  <a:pt x="43037" y="99266"/>
                  <a:pt x="42912" y="99440"/>
                </a:cubicBezTo>
                <a:lnTo>
                  <a:pt x="42738" y="99714"/>
                </a:lnTo>
                <a:cubicBezTo>
                  <a:pt x="42440" y="100162"/>
                  <a:pt x="42141" y="100585"/>
                  <a:pt x="41817" y="101033"/>
                </a:cubicBezTo>
                <a:cubicBezTo>
                  <a:pt x="41767" y="101083"/>
                  <a:pt x="41693" y="101182"/>
                  <a:pt x="41643" y="101257"/>
                </a:cubicBezTo>
                <a:cubicBezTo>
                  <a:pt x="41295" y="101680"/>
                  <a:pt x="40946" y="102078"/>
                  <a:pt x="40573" y="102526"/>
                </a:cubicBezTo>
                <a:cubicBezTo>
                  <a:pt x="40523" y="102576"/>
                  <a:pt x="40448" y="102651"/>
                  <a:pt x="40423" y="102700"/>
                </a:cubicBezTo>
                <a:cubicBezTo>
                  <a:pt x="40075" y="103074"/>
                  <a:pt x="39751" y="103447"/>
                  <a:pt x="39378" y="103821"/>
                </a:cubicBezTo>
                <a:lnTo>
                  <a:pt x="39328" y="103796"/>
                </a:lnTo>
                <a:cubicBezTo>
                  <a:pt x="39303" y="103771"/>
                  <a:pt x="39303" y="103771"/>
                  <a:pt x="39328" y="103746"/>
                </a:cubicBezTo>
                <a:cubicBezTo>
                  <a:pt x="39701" y="103373"/>
                  <a:pt x="40075" y="102949"/>
                  <a:pt x="40448" y="102576"/>
                </a:cubicBezTo>
                <a:lnTo>
                  <a:pt x="40548" y="102501"/>
                </a:lnTo>
                <a:cubicBezTo>
                  <a:pt x="41792" y="101083"/>
                  <a:pt x="42813" y="99639"/>
                  <a:pt x="43684" y="98071"/>
                </a:cubicBezTo>
                <a:cubicBezTo>
                  <a:pt x="43734" y="98071"/>
                  <a:pt x="43734" y="98071"/>
                  <a:pt x="43759" y="98046"/>
                </a:cubicBezTo>
                <a:close/>
                <a:moveTo>
                  <a:pt x="39179" y="103821"/>
                </a:moveTo>
                <a:cubicBezTo>
                  <a:pt x="39179" y="103895"/>
                  <a:pt x="39179" y="103895"/>
                  <a:pt x="39204" y="103920"/>
                </a:cubicBezTo>
                <a:lnTo>
                  <a:pt x="39204" y="103920"/>
                </a:lnTo>
                <a:lnTo>
                  <a:pt x="39204" y="103920"/>
                </a:lnTo>
                <a:cubicBezTo>
                  <a:pt x="39204" y="103933"/>
                  <a:pt x="39197" y="103939"/>
                  <a:pt x="39194" y="103939"/>
                </a:cubicBezTo>
                <a:cubicBezTo>
                  <a:pt x="39191" y="103939"/>
                  <a:pt x="39191" y="103933"/>
                  <a:pt x="39204" y="103920"/>
                </a:cubicBezTo>
                <a:lnTo>
                  <a:pt x="39204" y="103920"/>
                </a:lnTo>
                <a:lnTo>
                  <a:pt x="39179" y="103945"/>
                </a:lnTo>
                <a:lnTo>
                  <a:pt x="39154" y="103920"/>
                </a:lnTo>
                <a:cubicBezTo>
                  <a:pt x="39154" y="103920"/>
                  <a:pt x="39154" y="103895"/>
                  <a:pt x="39129" y="103895"/>
                </a:cubicBezTo>
                <a:lnTo>
                  <a:pt x="39154" y="103870"/>
                </a:lnTo>
                <a:lnTo>
                  <a:pt x="39179" y="103821"/>
                </a:lnTo>
                <a:close/>
                <a:moveTo>
                  <a:pt x="39303" y="104069"/>
                </a:moveTo>
                <a:cubicBezTo>
                  <a:pt x="39378" y="104069"/>
                  <a:pt x="39403" y="104119"/>
                  <a:pt x="39403" y="104144"/>
                </a:cubicBezTo>
                <a:cubicBezTo>
                  <a:pt x="39627" y="104368"/>
                  <a:pt x="39826" y="104542"/>
                  <a:pt x="40075" y="104766"/>
                </a:cubicBezTo>
                <a:cubicBezTo>
                  <a:pt x="40150" y="104816"/>
                  <a:pt x="40199" y="104866"/>
                  <a:pt x="40274" y="104916"/>
                </a:cubicBezTo>
                <a:cubicBezTo>
                  <a:pt x="40498" y="105115"/>
                  <a:pt x="40697" y="105264"/>
                  <a:pt x="40946" y="105414"/>
                </a:cubicBezTo>
                <a:cubicBezTo>
                  <a:pt x="40958" y="105426"/>
                  <a:pt x="40971" y="105436"/>
                  <a:pt x="40984" y="105446"/>
                </a:cubicBezTo>
                <a:lnTo>
                  <a:pt x="40984" y="105446"/>
                </a:lnTo>
                <a:cubicBezTo>
                  <a:pt x="40334" y="105064"/>
                  <a:pt x="39787" y="104599"/>
                  <a:pt x="39303" y="104069"/>
                </a:cubicBezTo>
                <a:close/>
                <a:moveTo>
                  <a:pt x="77884" y="102128"/>
                </a:moveTo>
                <a:cubicBezTo>
                  <a:pt x="77163" y="102626"/>
                  <a:pt x="76416" y="103074"/>
                  <a:pt x="75719" y="103572"/>
                </a:cubicBezTo>
                <a:cubicBezTo>
                  <a:pt x="75669" y="103572"/>
                  <a:pt x="75669" y="103621"/>
                  <a:pt x="75644" y="103621"/>
                </a:cubicBezTo>
                <a:cubicBezTo>
                  <a:pt x="75296" y="103821"/>
                  <a:pt x="74997" y="104045"/>
                  <a:pt x="74649" y="104269"/>
                </a:cubicBezTo>
                <a:cubicBezTo>
                  <a:pt x="74499" y="104368"/>
                  <a:pt x="74300" y="104493"/>
                  <a:pt x="74151" y="104567"/>
                </a:cubicBezTo>
                <a:cubicBezTo>
                  <a:pt x="74101" y="104617"/>
                  <a:pt x="74026" y="104642"/>
                  <a:pt x="73952" y="104692"/>
                </a:cubicBezTo>
                <a:cubicBezTo>
                  <a:pt x="73777" y="104816"/>
                  <a:pt x="73603" y="104916"/>
                  <a:pt x="73429" y="105015"/>
                </a:cubicBezTo>
                <a:cubicBezTo>
                  <a:pt x="73080" y="105237"/>
                  <a:pt x="72710" y="105450"/>
                  <a:pt x="72347" y="105664"/>
                </a:cubicBezTo>
                <a:lnTo>
                  <a:pt x="72347" y="105664"/>
                </a:lnTo>
                <a:cubicBezTo>
                  <a:pt x="73812" y="104769"/>
                  <a:pt x="75333" y="103810"/>
                  <a:pt x="76491" y="103024"/>
                </a:cubicBezTo>
                <a:cubicBezTo>
                  <a:pt x="76889" y="102750"/>
                  <a:pt x="77287" y="102452"/>
                  <a:pt x="77760" y="102128"/>
                </a:cubicBezTo>
                <a:close/>
                <a:moveTo>
                  <a:pt x="41444" y="105737"/>
                </a:moveTo>
                <a:cubicBezTo>
                  <a:pt x="41446" y="105737"/>
                  <a:pt x="41462" y="105738"/>
                  <a:pt x="41467" y="105752"/>
                </a:cubicBezTo>
                <a:lnTo>
                  <a:pt x="41467" y="105752"/>
                </a:lnTo>
                <a:cubicBezTo>
                  <a:pt x="41459" y="105747"/>
                  <a:pt x="41452" y="105742"/>
                  <a:pt x="41444" y="105737"/>
                </a:cubicBezTo>
                <a:close/>
                <a:moveTo>
                  <a:pt x="68899" y="96154"/>
                </a:moveTo>
                <a:lnTo>
                  <a:pt x="68949" y="96204"/>
                </a:lnTo>
                <a:cubicBezTo>
                  <a:pt x="69795" y="97075"/>
                  <a:pt x="70641" y="97847"/>
                  <a:pt x="71413" y="98569"/>
                </a:cubicBezTo>
                <a:cubicBezTo>
                  <a:pt x="72234" y="99290"/>
                  <a:pt x="72981" y="99888"/>
                  <a:pt x="73678" y="100410"/>
                </a:cubicBezTo>
                <a:cubicBezTo>
                  <a:pt x="73603" y="100460"/>
                  <a:pt x="73529" y="100510"/>
                  <a:pt x="73429" y="100560"/>
                </a:cubicBezTo>
                <a:cubicBezTo>
                  <a:pt x="73080" y="100759"/>
                  <a:pt x="72782" y="100958"/>
                  <a:pt x="72433" y="101157"/>
                </a:cubicBezTo>
                <a:cubicBezTo>
                  <a:pt x="72259" y="101257"/>
                  <a:pt x="72085" y="101331"/>
                  <a:pt x="71911" y="101456"/>
                </a:cubicBezTo>
                <a:cubicBezTo>
                  <a:pt x="67804" y="103771"/>
                  <a:pt x="63721" y="105513"/>
                  <a:pt x="59863" y="106608"/>
                </a:cubicBezTo>
                <a:cubicBezTo>
                  <a:pt x="60461" y="104916"/>
                  <a:pt x="60834" y="103149"/>
                  <a:pt x="60983" y="101307"/>
                </a:cubicBezTo>
                <a:cubicBezTo>
                  <a:pt x="61058" y="101282"/>
                  <a:pt x="61108" y="101257"/>
                  <a:pt x="61183" y="101182"/>
                </a:cubicBezTo>
                <a:cubicBezTo>
                  <a:pt x="63398" y="99888"/>
                  <a:pt x="65588" y="98444"/>
                  <a:pt x="67804" y="96901"/>
                </a:cubicBezTo>
                <a:cubicBezTo>
                  <a:pt x="68177" y="96627"/>
                  <a:pt x="68525" y="96378"/>
                  <a:pt x="68899" y="96154"/>
                </a:cubicBezTo>
                <a:close/>
                <a:moveTo>
                  <a:pt x="60809" y="101431"/>
                </a:moveTo>
                <a:cubicBezTo>
                  <a:pt x="60610" y="103273"/>
                  <a:pt x="60262" y="105015"/>
                  <a:pt x="59689" y="106658"/>
                </a:cubicBezTo>
                <a:cubicBezTo>
                  <a:pt x="59652" y="106658"/>
                  <a:pt x="59629" y="106658"/>
                  <a:pt x="59620" y="106668"/>
                </a:cubicBezTo>
                <a:lnTo>
                  <a:pt x="59620" y="106668"/>
                </a:lnTo>
                <a:cubicBezTo>
                  <a:pt x="60189" y="105029"/>
                  <a:pt x="60561" y="103267"/>
                  <a:pt x="60734" y="101456"/>
                </a:cubicBezTo>
                <a:cubicBezTo>
                  <a:pt x="60784" y="101456"/>
                  <a:pt x="60784" y="101431"/>
                  <a:pt x="60809" y="101431"/>
                </a:cubicBezTo>
                <a:close/>
                <a:moveTo>
                  <a:pt x="47468" y="96328"/>
                </a:moveTo>
                <a:cubicBezTo>
                  <a:pt x="47891" y="96577"/>
                  <a:pt x="48364" y="96801"/>
                  <a:pt x="48837" y="96976"/>
                </a:cubicBezTo>
                <a:cubicBezTo>
                  <a:pt x="47990" y="100510"/>
                  <a:pt x="46397" y="103920"/>
                  <a:pt x="44033" y="106882"/>
                </a:cubicBezTo>
                <a:cubicBezTo>
                  <a:pt x="43933" y="106783"/>
                  <a:pt x="43809" y="106733"/>
                  <a:pt x="43659" y="106658"/>
                </a:cubicBezTo>
                <a:cubicBezTo>
                  <a:pt x="43410" y="106559"/>
                  <a:pt x="43136" y="106434"/>
                  <a:pt x="42888" y="106359"/>
                </a:cubicBezTo>
                <a:cubicBezTo>
                  <a:pt x="42688" y="106260"/>
                  <a:pt x="42514" y="106135"/>
                  <a:pt x="42290" y="106036"/>
                </a:cubicBezTo>
                <a:cubicBezTo>
                  <a:pt x="42041" y="105911"/>
                  <a:pt x="41817" y="105787"/>
                  <a:pt x="41618" y="105662"/>
                </a:cubicBezTo>
                <a:lnTo>
                  <a:pt x="41568" y="105662"/>
                </a:lnTo>
                <a:cubicBezTo>
                  <a:pt x="41394" y="105538"/>
                  <a:pt x="41245" y="105414"/>
                  <a:pt x="41046" y="105289"/>
                </a:cubicBezTo>
                <a:lnTo>
                  <a:pt x="40398" y="104816"/>
                </a:lnTo>
                <a:cubicBezTo>
                  <a:pt x="40249" y="104692"/>
                  <a:pt x="40075" y="104542"/>
                  <a:pt x="39926" y="104393"/>
                </a:cubicBezTo>
                <a:cubicBezTo>
                  <a:pt x="39776" y="104244"/>
                  <a:pt x="39577" y="104119"/>
                  <a:pt x="39428" y="103945"/>
                </a:cubicBezTo>
                <a:cubicBezTo>
                  <a:pt x="39801" y="103572"/>
                  <a:pt x="40174" y="103198"/>
                  <a:pt x="40523" y="102800"/>
                </a:cubicBezTo>
                <a:lnTo>
                  <a:pt x="40647" y="102676"/>
                </a:lnTo>
                <a:cubicBezTo>
                  <a:pt x="41046" y="102203"/>
                  <a:pt x="41419" y="101755"/>
                  <a:pt x="41792" y="101282"/>
                </a:cubicBezTo>
                <a:cubicBezTo>
                  <a:pt x="42614" y="100211"/>
                  <a:pt x="43360" y="99091"/>
                  <a:pt x="43983" y="97921"/>
                </a:cubicBezTo>
                <a:cubicBezTo>
                  <a:pt x="45128" y="97424"/>
                  <a:pt x="46273" y="96901"/>
                  <a:pt x="47468" y="96328"/>
                </a:cubicBezTo>
                <a:close/>
                <a:moveTo>
                  <a:pt x="73877" y="100535"/>
                </a:moveTo>
                <a:lnTo>
                  <a:pt x="73902" y="100560"/>
                </a:lnTo>
                <a:cubicBezTo>
                  <a:pt x="73902" y="100560"/>
                  <a:pt x="73927" y="100560"/>
                  <a:pt x="73927" y="100585"/>
                </a:cubicBezTo>
                <a:cubicBezTo>
                  <a:pt x="73877" y="100635"/>
                  <a:pt x="73802" y="100684"/>
                  <a:pt x="73753" y="100709"/>
                </a:cubicBezTo>
                <a:cubicBezTo>
                  <a:pt x="73529" y="100834"/>
                  <a:pt x="73304" y="100958"/>
                  <a:pt x="73130" y="101083"/>
                </a:cubicBezTo>
                <a:lnTo>
                  <a:pt x="72856" y="101282"/>
                </a:lnTo>
                <a:cubicBezTo>
                  <a:pt x="72657" y="101406"/>
                  <a:pt x="72433" y="101506"/>
                  <a:pt x="72259" y="101630"/>
                </a:cubicBezTo>
                <a:cubicBezTo>
                  <a:pt x="71637" y="101954"/>
                  <a:pt x="71015" y="102302"/>
                  <a:pt x="70417" y="102626"/>
                </a:cubicBezTo>
                <a:lnTo>
                  <a:pt x="69870" y="102900"/>
                </a:lnTo>
                <a:cubicBezTo>
                  <a:pt x="69421" y="103124"/>
                  <a:pt x="68998" y="103323"/>
                  <a:pt x="68575" y="103547"/>
                </a:cubicBezTo>
                <a:cubicBezTo>
                  <a:pt x="68028" y="103821"/>
                  <a:pt x="67505" y="104069"/>
                  <a:pt x="66932" y="104318"/>
                </a:cubicBezTo>
                <a:cubicBezTo>
                  <a:pt x="66883" y="104368"/>
                  <a:pt x="66783" y="104393"/>
                  <a:pt x="66708" y="104418"/>
                </a:cubicBezTo>
                <a:cubicBezTo>
                  <a:pt x="64418" y="105438"/>
                  <a:pt x="62103" y="106285"/>
                  <a:pt x="59913" y="106907"/>
                </a:cubicBezTo>
                <a:lnTo>
                  <a:pt x="59913" y="106882"/>
                </a:lnTo>
                <a:lnTo>
                  <a:pt x="59913" y="106857"/>
                </a:lnTo>
                <a:cubicBezTo>
                  <a:pt x="59938" y="106783"/>
                  <a:pt x="60038" y="106758"/>
                  <a:pt x="60112" y="106733"/>
                </a:cubicBezTo>
                <a:cubicBezTo>
                  <a:pt x="60311" y="106658"/>
                  <a:pt x="60461" y="106633"/>
                  <a:pt x="60635" y="106559"/>
                </a:cubicBezTo>
                <a:cubicBezTo>
                  <a:pt x="61083" y="106434"/>
                  <a:pt x="61506" y="106285"/>
                  <a:pt x="61954" y="106135"/>
                </a:cubicBezTo>
                <a:cubicBezTo>
                  <a:pt x="61979" y="106135"/>
                  <a:pt x="62004" y="106111"/>
                  <a:pt x="62079" y="106111"/>
                </a:cubicBezTo>
                <a:cubicBezTo>
                  <a:pt x="62203" y="106061"/>
                  <a:pt x="62303" y="106036"/>
                  <a:pt x="62427" y="106011"/>
                </a:cubicBezTo>
                <a:cubicBezTo>
                  <a:pt x="62925" y="105812"/>
                  <a:pt x="63448" y="105638"/>
                  <a:pt x="63945" y="105438"/>
                </a:cubicBezTo>
                <a:cubicBezTo>
                  <a:pt x="63995" y="105414"/>
                  <a:pt x="64095" y="105389"/>
                  <a:pt x="64169" y="105364"/>
                </a:cubicBezTo>
                <a:cubicBezTo>
                  <a:pt x="64692" y="105140"/>
                  <a:pt x="65240" y="104916"/>
                  <a:pt x="65787" y="104692"/>
                </a:cubicBezTo>
                <a:cubicBezTo>
                  <a:pt x="65837" y="104667"/>
                  <a:pt x="65862" y="104667"/>
                  <a:pt x="65937" y="104642"/>
                </a:cubicBezTo>
                <a:cubicBezTo>
                  <a:pt x="66484" y="104393"/>
                  <a:pt x="67032" y="104144"/>
                  <a:pt x="67580" y="103895"/>
                </a:cubicBezTo>
                <a:cubicBezTo>
                  <a:pt x="67654" y="103870"/>
                  <a:pt x="67679" y="103870"/>
                  <a:pt x="67729" y="103821"/>
                </a:cubicBezTo>
                <a:cubicBezTo>
                  <a:pt x="68276" y="103572"/>
                  <a:pt x="68824" y="103298"/>
                  <a:pt x="69347" y="103024"/>
                </a:cubicBezTo>
                <a:lnTo>
                  <a:pt x="69546" y="102924"/>
                </a:lnTo>
                <a:cubicBezTo>
                  <a:pt x="70069" y="102676"/>
                  <a:pt x="70566" y="102402"/>
                  <a:pt x="71089" y="102078"/>
                </a:cubicBezTo>
                <a:lnTo>
                  <a:pt x="71139" y="102078"/>
                </a:lnTo>
                <a:cubicBezTo>
                  <a:pt x="71214" y="102053"/>
                  <a:pt x="71288" y="102004"/>
                  <a:pt x="71388" y="101954"/>
                </a:cubicBezTo>
                <a:cubicBezTo>
                  <a:pt x="71637" y="101804"/>
                  <a:pt x="71911" y="101680"/>
                  <a:pt x="72160" y="101531"/>
                </a:cubicBezTo>
                <a:cubicBezTo>
                  <a:pt x="72309" y="101431"/>
                  <a:pt x="72458" y="101331"/>
                  <a:pt x="72657" y="101257"/>
                </a:cubicBezTo>
                <a:cubicBezTo>
                  <a:pt x="72757" y="101182"/>
                  <a:pt x="72856" y="101157"/>
                  <a:pt x="72906" y="101083"/>
                </a:cubicBezTo>
                <a:cubicBezTo>
                  <a:pt x="73006" y="101033"/>
                  <a:pt x="73130" y="100958"/>
                  <a:pt x="73230" y="100908"/>
                </a:cubicBezTo>
                <a:lnTo>
                  <a:pt x="73255" y="100883"/>
                </a:lnTo>
                <a:cubicBezTo>
                  <a:pt x="73404" y="100784"/>
                  <a:pt x="73529" y="100684"/>
                  <a:pt x="73678" y="100635"/>
                </a:cubicBezTo>
                <a:lnTo>
                  <a:pt x="73877" y="100535"/>
                </a:lnTo>
                <a:close/>
                <a:moveTo>
                  <a:pt x="49135" y="96976"/>
                </a:moveTo>
                <a:cubicBezTo>
                  <a:pt x="48289" y="100510"/>
                  <a:pt x="46721" y="103920"/>
                  <a:pt x="44381" y="106882"/>
                </a:cubicBezTo>
                <a:cubicBezTo>
                  <a:pt x="44366" y="106911"/>
                  <a:pt x="44343" y="106923"/>
                  <a:pt x="44327" y="106923"/>
                </a:cubicBezTo>
                <a:cubicBezTo>
                  <a:pt x="44315" y="106923"/>
                  <a:pt x="44306" y="106917"/>
                  <a:pt x="44306" y="106907"/>
                </a:cubicBezTo>
                <a:cubicBezTo>
                  <a:pt x="46621" y="103920"/>
                  <a:pt x="48214" y="100485"/>
                  <a:pt x="49085" y="96976"/>
                </a:cubicBezTo>
                <a:close/>
                <a:moveTo>
                  <a:pt x="41519" y="105762"/>
                </a:moveTo>
                <a:cubicBezTo>
                  <a:pt x="41668" y="105862"/>
                  <a:pt x="41792" y="105936"/>
                  <a:pt x="41942" y="106036"/>
                </a:cubicBezTo>
                <a:lnTo>
                  <a:pt x="42141" y="106135"/>
                </a:lnTo>
                <a:cubicBezTo>
                  <a:pt x="42440" y="106310"/>
                  <a:pt x="42763" y="106484"/>
                  <a:pt x="43087" y="106633"/>
                </a:cubicBezTo>
                <a:cubicBezTo>
                  <a:pt x="43211" y="106683"/>
                  <a:pt x="43385" y="106758"/>
                  <a:pt x="43535" y="106807"/>
                </a:cubicBezTo>
                <a:lnTo>
                  <a:pt x="44008" y="107007"/>
                </a:lnTo>
                <a:lnTo>
                  <a:pt x="44008" y="107031"/>
                </a:lnTo>
                <a:cubicBezTo>
                  <a:pt x="43096" y="106684"/>
                  <a:pt x="42260" y="106261"/>
                  <a:pt x="41483" y="105762"/>
                </a:cubicBezTo>
                <a:close/>
                <a:moveTo>
                  <a:pt x="9011" y="104169"/>
                </a:moveTo>
                <a:lnTo>
                  <a:pt x="9011" y="104169"/>
                </a:lnTo>
                <a:cubicBezTo>
                  <a:pt x="9782" y="105065"/>
                  <a:pt x="10305" y="105613"/>
                  <a:pt x="10380" y="105662"/>
                </a:cubicBezTo>
                <a:lnTo>
                  <a:pt x="10405" y="105687"/>
                </a:lnTo>
                <a:lnTo>
                  <a:pt x="10678" y="105986"/>
                </a:lnTo>
                <a:cubicBezTo>
                  <a:pt x="10753" y="106036"/>
                  <a:pt x="10828" y="106135"/>
                  <a:pt x="10927" y="106185"/>
                </a:cubicBezTo>
                <a:cubicBezTo>
                  <a:pt x="11258" y="106516"/>
                  <a:pt x="11589" y="106827"/>
                  <a:pt x="11936" y="107153"/>
                </a:cubicBezTo>
                <a:lnTo>
                  <a:pt x="11936" y="107153"/>
                </a:lnTo>
                <a:cubicBezTo>
                  <a:pt x="11892" y="107121"/>
                  <a:pt x="11845" y="107091"/>
                  <a:pt x="11799" y="107056"/>
                </a:cubicBezTo>
                <a:cubicBezTo>
                  <a:pt x="11799" y="107056"/>
                  <a:pt x="11774" y="107031"/>
                  <a:pt x="11749" y="107031"/>
                </a:cubicBezTo>
                <a:lnTo>
                  <a:pt x="11599" y="106907"/>
                </a:lnTo>
                <a:cubicBezTo>
                  <a:pt x="11400" y="106708"/>
                  <a:pt x="11176" y="106534"/>
                  <a:pt x="10977" y="106310"/>
                </a:cubicBezTo>
                <a:cubicBezTo>
                  <a:pt x="10927" y="106260"/>
                  <a:pt x="10853" y="106235"/>
                  <a:pt x="10803" y="106160"/>
                </a:cubicBezTo>
                <a:cubicBezTo>
                  <a:pt x="10678" y="106036"/>
                  <a:pt x="10554" y="105911"/>
                  <a:pt x="10405" y="105787"/>
                </a:cubicBezTo>
                <a:cubicBezTo>
                  <a:pt x="10330" y="105737"/>
                  <a:pt x="10280" y="105662"/>
                  <a:pt x="10255" y="105613"/>
                </a:cubicBezTo>
                <a:cubicBezTo>
                  <a:pt x="10106" y="105488"/>
                  <a:pt x="10031" y="105364"/>
                  <a:pt x="9907" y="105239"/>
                </a:cubicBezTo>
                <a:cubicBezTo>
                  <a:pt x="9708" y="105040"/>
                  <a:pt x="9533" y="104816"/>
                  <a:pt x="9384" y="104642"/>
                </a:cubicBezTo>
                <a:lnTo>
                  <a:pt x="9285" y="104542"/>
                </a:lnTo>
                <a:lnTo>
                  <a:pt x="9011" y="104169"/>
                </a:lnTo>
                <a:close/>
                <a:moveTo>
                  <a:pt x="60685" y="96951"/>
                </a:moveTo>
                <a:lnTo>
                  <a:pt x="60685" y="96951"/>
                </a:lnTo>
                <a:cubicBezTo>
                  <a:pt x="60784" y="98345"/>
                  <a:pt x="60734" y="99714"/>
                  <a:pt x="60635" y="101083"/>
                </a:cubicBezTo>
                <a:cubicBezTo>
                  <a:pt x="56055" y="103696"/>
                  <a:pt x="51525" y="105911"/>
                  <a:pt x="47094" y="107654"/>
                </a:cubicBezTo>
                <a:cubicBezTo>
                  <a:pt x="46970" y="107629"/>
                  <a:pt x="46845" y="107604"/>
                  <a:pt x="46721" y="107604"/>
                </a:cubicBezTo>
                <a:cubicBezTo>
                  <a:pt x="46397" y="107529"/>
                  <a:pt x="46099" y="107480"/>
                  <a:pt x="45800" y="107405"/>
                </a:cubicBezTo>
                <a:lnTo>
                  <a:pt x="45153" y="107231"/>
                </a:lnTo>
                <a:cubicBezTo>
                  <a:pt x="44978" y="107156"/>
                  <a:pt x="44754" y="107106"/>
                  <a:pt x="44555" y="107031"/>
                </a:cubicBezTo>
                <a:cubicBezTo>
                  <a:pt x="46895" y="104045"/>
                  <a:pt x="48488" y="100610"/>
                  <a:pt x="49334" y="97125"/>
                </a:cubicBezTo>
                <a:cubicBezTo>
                  <a:pt x="50778" y="97623"/>
                  <a:pt x="52396" y="97872"/>
                  <a:pt x="54213" y="97872"/>
                </a:cubicBezTo>
                <a:cubicBezTo>
                  <a:pt x="56204" y="97872"/>
                  <a:pt x="58370" y="97573"/>
                  <a:pt x="60685" y="96951"/>
                </a:cubicBezTo>
                <a:close/>
                <a:moveTo>
                  <a:pt x="60560" y="101282"/>
                </a:moveTo>
                <a:lnTo>
                  <a:pt x="60560" y="101331"/>
                </a:lnTo>
                <a:cubicBezTo>
                  <a:pt x="56204" y="103895"/>
                  <a:pt x="51848" y="106036"/>
                  <a:pt x="47542" y="107728"/>
                </a:cubicBezTo>
                <a:lnTo>
                  <a:pt x="47418" y="107728"/>
                </a:lnTo>
                <a:cubicBezTo>
                  <a:pt x="51749" y="106036"/>
                  <a:pt x="56130" y="103895"/>
                  <a:pt x="60560" y="101282"/>
                </a:cubicBezTo>
                <a:close/>
                <a:moveTo>
                  <a:pt x="44381" y="107156"/>
                </a:moveTo>
                <a:cubicBezTo>
                  <a:pt x="44481" y="107181"/>
                  <a:pt x="44530" y="107231"/>
                  <a:pt x="44630" y="107256"/>
                </a:cubicBezTo>
                <a:cubicBezTo>
                  <a:pt x="44779" y="107305"/>
                  <a:pt x="44929" y="107355"/>
                  <a:pt x="45103" y="107405"/>
                </a:cubicBezTo>
                <a:lnTo>
                  <a:pt x="45750" y="107604"/>
                </a:lnTo>
                <a:lnTo>
                  <a:pt x="46223" y="107679"/>
                </a:lnTo>
                <a:cubicBezTo>
                  <a:pt x="46422" y="107728"/>
                  <a:pt x="46596" y="107753"/>
                  <a:pt x="46721" y="107778"/>
                </a:cubicBezTo>
                <a:cubicBezTo>
                  <a:pt x="46671" y="107778"/>
                  <a:pt x="46671" y="107778"/>
                  <a:pt x="46646" y="107803"/>
                </a:cubicBezTo>
                <a:cubicBezTo>
                  <a:pt x="45850" y="107654"/>
                  <a:pt x="45103" y="107480"/>
                  <a:pt x="44356" y="107181"/>
                </a:cubicBezTo>
                <a:lnTo>
                  <a:pt x="44381" y="107156"/>
                </a:lnTo>
                <a:close/>
                <a:moveTo>
                  <a:pt x="47163" y="107859"/>
                </a:moveTo>
                <a:cubicBezTo>
                  <a:pt x="47175" y="107859"/>
                  <a:pt x="47194" y="107865"/>
                  <a:pt x="47219" y="107878"/>
                </a:cubicBezTo>
                <a:cubicBezTo>
                  <a:pt x="47219" y="107878"/>
                  <a:pt x="47169" y="107878"/>
                  <a:pt x="47169" y="107903"/>
                </a:cubicBezTo>
                <a:cubicBezTo>
                  <a:pt x="47169" y="107903"/>
                  <a:pt x="47144" y="107903"/>
                  <a:pt x="47144" y="107928"/>
                </a:cubicBezTo>
                <a:cubicBezTo>
                  <a:pt x="47119" y="107928"/>
                  <a:pt x="47094" y="107903"/>
                  <a:pt x="47019" y="107903"/>
                </a:cubicBezTo>
                <a:lnTo>
                  <a:pt x="47094" y="107903"/>
                </a:lnTo>
                <a:cubicBezTo>
                  <a:pt x="47119" y="107903"/>
                  <a:pt x="47119" y="107903"/>
                  <a:pt x="47144" y="107878"/>
                </a:cubicBezTo>
                <a:cubicBezTo>
                  <a:pt x="47144" y="107865"/>
                  <a:pt x="47150" y="107859"/>
                  <a:pt x="47163" y="107859"/>
                </a:cubicBezTo>
                <a:close/>
                <a:moveTo>
                  <a:pt x="60535" y="101630"/>
                </a:moveTo>
                <a:lnTo>
                  <a:pt x="60535" y="101630"/>
                </a:lnTo>
                <a:cubicBezTo>
                  <a:pt x="60336" y="103422"/>
                  <a:pt x="59963" y="105165"/>
                  <a:pt x="59415" y="106758"/>
                </a:cubicBezTo>
                <a:cubicBezTo>
                  <a:pt x="57847" y="107131"/>
                  <a:pt x="56329" y="107480"/>
                  <a:pt x="54860" y="107679"/>
                </a:cubicBezTo>
                <a:lnTo>
                  <a:pt x="54810" y="107679"/>
                </a:lnTo>
                <a:cubicBezTo>
                  <a:pt x="54736" y="107679"/>
                  <a:pt x="54686" y="107728"/>
                  <a:pt x="54586" y="107728"/>
                </a:cubicBezTo>
                <a:cubicBezTo>
                  <a:pt x="54238" y="107753"/>
                  <a:pt x="53939" y="107803"/>
                  <a:pt x="53591" y="107853"/>
                </a:cubicBezTo>
                <a:cubicBezTo>
                  <a:pt x="53342" y="107878"/>
                  <a:pt x="53118" y="107878"/>
                  <a:pt x="52894" y="107903"/>
                </a:cubicBezTo>
                <a:cubicBezTo>
                  <a:pt x="52819" y="107903"/>
                  <a:pt x="52720" y="107903"/>
                  <a:pt x="52620" y="107928"/>
                </a:cubicBezTo>
                <a:cubicBezTo>
                  <a:pt x="52496" y="107928"/>
                  <a:pt x="52371" y="107977"/>
                  <a:pt x="52247" y="107977"/>
                </a:cubicBezTo>
                <a:cubicBezTo>
                  <a:pt x="51973" y="107977"/>
                  <a:pt x="51649" y="108002"/>
                  <a:pt x="51375" y="108002"/>
                </a:cubicBezTo>
                <a:lnTo>
                  <a:pt x="50853" y="108002"/>
                </a:lnTo>
                <a:cubicBezTo>
                  <a:pt x="50280" y="108002"/>
                  <a:pt x="49733" y="107977"/>
                  <a:pt x="49160" y="107928"/>
                </a:cubicBezTo>
                <a:lnTo>
                  <a:pt x="49135" y="107928"/>
                </a:lnTo>
                <a:cubicBezTo>
                  <a:pt x="49011" y="107928"/>
                  <a:pt x="48886" y="107903"/>
                  <a:pt x="48762" y="107903"/>
                </a:cubicBezTo>
                <a:cubicBezTo>
                  <a:pt x="48662" y="107903"/>
                  <a:pt x="48588" y="107878"/>
                  <a:pt x="48488" y="107878"/>
                </a:cubicBezTo>
                <a:cubicBezTo>
                  <a:pt x="48289" y="107853"/>
                  <a:pt x="48140" y="107853"/>
                  <a:pt x="47965" y="107803"/>
                </a:cubicBezTo>
                <a:cubicBezTo>
                  <a:pt x="52072" y="106160"/>
                  <a:pt x="56254" y="104119"/>
                  <a:pt x="60535" y="101630"/>
                </a:cubicBezTo>
                <a:close/>
                <a:moveTo>
                  <a:pt x="59316" y="106957"/>
                </a:moveTo>
                <a:lnTo>
                  <a:pt x="59316" y="107007"/>
                </a:lnTo>
                <a:lnTo>
                  <a:pt x="59316" y="107031"/>
                </a:lnTo>
                <a:cubicBezTo>
                  <a:pt x="58594" y="107206"/>
                  <a:pt x="57847" y="107405"/>
                  <a:pt x="57125" y="107554"/>
                </a:cubicBezTo>
                <a:cubicBezTo>
                  <a:pt x="57001" y="107579"/>
                  <a:pt x="56876" y="107579"/>
                  <a:pt x="56752" y="107629"/>
                </a:cubicBezTo>
                <a:cubicBezTo>
                  <a:pt x="56155" y="107753"/>
                  <a:pt x="55582" y="107828"/>
                  <a:pt x="54985" y="107928"/>
                </a:cubicBezTo>
                <a:cubicBezTo>
                  <a:pt x="54960" y="107928"/>
                  <a:pt x="54910" y="107928"/>
                  <a:pt x="54860" y="107952"/>
                </a:cubicBezTo>
                <a:cubicBezTo>
                  <a:pt x="54761" y="107952"/>
                  <a:pt x="54661" y="108002"/>
                  <a:pt x="54611" y="108002"/>
                </a:cubicBezTo>
                <a:cubicBezTo>
                  <a:pt x="54263" y="108027"/>
                  <a:pt x="53914" y="108077"/>
                  <a:pt x="53616" y="108127"/>
                </a:cubicBezTo>
                <a:cubicBezTo>
                  <a:pt x="53367" y="108152"/>
                  <a:pt x="53143" y="108152"/>
                  <a:pt x="52894" y="108176"/>
                </a:cubicBezTo>
                <a:cubicBezTo>
                  <a:pt x="52844" y="108176"/>
                  <a:pt x="52744" y="108176"/>
                  <a:pt x="52670" y="108201"/>
                </a:cubicBezTo>
                <a:cubicBezTo>
                  <a:pt x="52520" y="108201"/>
                  <a:pt x="52371" y="108251"/>
                  <a:pt x="52247" y="108251"/>
                </a:cubicBezTo>
                <a:cubicBezTo>
                  <a:pt x="51774" y="108276"/>
                  <a:pt x="51301" y="108276"/>
                  <a:pt x="50853" y="108276"/>
                </a:cubicBezTo>
                <a:lnTo>
                  <a:pt x="50430" y="108276"/>
                </a:lnTo>
                <a:cubicBezTo>
                  <a:pt x="49982" y="108276"/>
                  <a:pt x="49509" y="108251"/>
                  <a:pt x="49061" y="108226"/>
                </a:cubicBezTo>
                <a:cubicBezTo>
                  <a:pt x="48986" y="108226"/>
                  <a:pt x="48911" y="108226"/>
                  <a:pt x="48812" y="108176"/>
                </a:cubicBezTo>
                <a:cubicBezTo>
                  <a:pt x="48538" y="108152"/>
                  <a:pt x="48289" y="108127"/>
                  <a:pt x="48015" y="108077"/>
                </a:cubicBezTo>
                <a:cubicBezTo>
                  <a:pt x="47816" y="108052"/>
                  <a:pt x="47642" y="108052"/>
                  <a:pt x="47492" y="108027"/>
                </a:cubicBezTo>
                <a:cubicBezTo>
                  <a:pt x="47517" y="107977"/>
                  <a:pt x="47517" y="107977"/>
                  <a:pt x="47542" y="107928"/>
                </a:cubicBezTo>
                <a:cubicBezTo>
                  <a:pt x="47592" y="107928"/>
                  <a:pt x="47592" y="107928"/>
                  <a:pt x="47617" y="107903"/>
                </a:cubicBezTo>
                <a:lnTo>
                  <a:pt x="47716" y="107903"/>
                </a:lnTo>
                <a:cubicBezTo>
                  <a:pt x="48090" y="107952"/>
                  <a:pt x="48463" y="108002"/>
                  <a:pt x="48837" y="108027"/>
                </a:cubicBezTo>
                <a:cubicBezTo>
                  <a:pt x="48911" y="108027"/>
                  <a:pt x="48986" y="108052"/>
                  <a:pt x="49036" y="108052"/>
                </a:cubicBezTo>
                <a:lnTo>
                  <a:pt x="49235" y="108052"/>
                </a:lnTo>
                <a:cubicBezTo>
                  <a:pt x="49758" y="108102"/>
                  <a:pt x="50280" y="108127"/>
                  <a:pt x="50803" y="108127"/>
                </a:cubicBezTo>
                <a:cubicBezTo>
                  <a:pt x="51276" y="108127"/>
                  <a:pt x="51749" y="108077"/>
                  <a:pt x="52222" y="108077"/>
                </a:cubicBezTo>
                <a:lnTo>
                  <a:pt x="52247" y="108077"/>
                </a:lnTo>
                <a:cubicBezTo>
                  <a:pt x="52346" y="108077"/>
                  <a:pt x="52471" y="108077"/>
                  <a:pt x="52545" y="108052"/>
                </a:cubicBezTo>
                <a:cubicBezTo>
                  <a:pt x="52645" y="108052"/>
                  <a:pt x="52744" y="108052"/>
                  <a:pt x="52844" y="108027"/>
                </a:cubicBezTo>
                <a:lnTo>
                  <a:pt x="52968" y="108027"/>
                </a:lnTo>
                <a:cubicBezTo>
                  <a:pt x="53168" y="108002"/>
                  <a:pt x="53367" y="108002"/>
                  <a:pt x="53591" y="107952"/>
                </a:cubicBezTo>
                <a:lnTo>
                  <a:pt x="53616" y="107952"/>
                </a:lnTo>
                <a:cubicBezTo>
                  <a:pt x="53765" y="107928"/>
                  <a:pt x="53964" y="107928"/>
                  <a:pt x="54113" y="107903"/>
                </a:cubicBezTo>
                <a:cubicBezTo>
                  <a:pt x="54238" y="107878"/>
                  <a:pt x="54387" y="107878"/>
                  <a:pt x="54512" y="107828"/>
                </a:cubicBezTo>
                <a:lnTo>
                  <a:pt x="54636" y="107828"/>
                </a:lnTo>
                <a:cubicBezTo>
                  <a:pt x="54711" y="107828"/>
                  <a:pt x="54810" y="107803"/>
                  <a:pt x="54860" y="107803"/>
                </a:cubicBezTo>
                <a:lnTo>
                  <a:pt x="55607" y="107704"/>
                </a:lnTo>
                <a:lnTo>
                  <a:pt x="55657" y="107704"/>
                </a:lnTo>
                <a:cubicBezTo>
                  <a:pt x="55731" y="107704"/>
                  <a:pt x="55781" y="107679"/>
                  <a:pt x="55856" y="107679"/>
                </a:cubicBezTo>
                <a:cubicBezTo>
                  <a:pt x="56329" y="107579"/>
                  <a:pt x="56777" y="107529"/>
                  <a:pt x="57250" y="107430"/>
                </a:cubicBezTo>
                <a:cubicBezTo>
                  <a:pt x="57349" y="107405"/>
                  <a:pt x="57474" y="107380"/>
                  <a:pt x="57573" y="107380"/>
                </a:cubicBezTo>
                <a:cubicBezTo>
                  <a:pt x="57648" y="107330"/>
                  <a:pt x="57772" y="107305"/>
                  <a:pt x="57872" y="107305"/>
                </a:cubicBezTo>
                <a:cubicBezTo>
                  <a:pt x="57947" y="107305"/>
                  <a:pt x="57972" y="107280"/>
                  <a:pt x="58021" y="107280"/>
                </a:cubicBezTo>
                <a:cubicBezTo>
                  <a:pt x="58345" y="107206"/>
                  <a:pt x="58619" y="107156"/>
                  <a:pt x="58942" y="107056"/>
                </a:cubicBezTo>
                <a:lnTo>
                  <a:pt x="59316" y="106957"/>
                </a:lnTo>
                <a:close/>
                <a:moveTo>
                  <a:pt x="44232" y="107380"/>
                </a:moveTo>
                <a:cubicBezTo>
                  <a:pt x="44257" y="107380"/>
                  <a:pt x="44281" y="107405"/>
                  <a:pt x="44306" y="107405"/>
                </a:cubicBezTo>
                <a:cubicBezTo>
                  <a:pt x="44381" y="107430"/>
                  <a:pt x="44431" y="107430"/>
                  <a:pt x="44505" y="107480"/>
                </a:cubicBezTo>
                <a:cubicBezTo>
                  <a:pt x="44879" y="107604"/>
                  <a:pt x="45252" y="107679"/>
                  <a:pt x="45626" y="107778"/>
                </a:cubicBezTo>
                <a:cubicBezTo>
                  <a:pt x="45725" y="107803"/>
                  <a:pt x="45850" y="107853"/>
                  <a:pt x="45924" y="107853"/>
                </a:cubicBezTo>
                <a:cubicBezTo>
                  <a:pt x="46024" y="107878"/>
                  <a:pt x="46148" y="107903"/>
                  <a:pt x="46248" y="107928"/>
                </a:cubicBezTo>
                <a:cubicBezTo>
                  <a:pt x="45003" y="108400"/>
                  <a:pt x="43759" y="108799"/>
                  <a:pt x="42539" y="109172"/>
                </a:cubicBezTo>
                <a:cubicBezTo>
                  <a:pt x="43161" y="108625"/>
                  <a:pt x="43734" y="108027"/>
                  <a:pt x="44232" y="107380"/>
                </a:cubicBezTo>
                <a:close/>
                <a:moveTo>
                  <a:pt x="43983" y="107280"/>
                </a:moveTo>
                <a:cubicBezTo>
                  <a:pt x="44008" y="107280"/>
                  <a:pt x="44008" y="107305"/>
                  <a:pt x="44033" y="107305"/>
                </a:cubicBezTo>
                <a:cubicBezTo>
                  <a:pt x="43435" y="108027"/>
                  <a:pt x="42813" y="108724"/>
                  <a:pt x="42191" y="109346"/>
                </a:cubicBezTo>
                <a:cubicBezTo>
                  <a:pt x="42166" y="109346"/>
                  <a:pt x="42091" y="109371"/>
                  <a:pt x="42066" y="109371"/>
                </a:cubicBezTo>
                <a:cubicBezTo>
                  <a:pt x="42738" y="108724"/>
                  <a:pt x="43385" y="108027"/>
                  <a:pt x="43983" y="107280"/>
                </a:cubicBezTo>
                <a:close/>
                <a:moveTo>
                  <a:pt x="46621" y="108027"/>
                </a:moveTo>
                <a:cubicBezTo>
                  <a:pt x="46646" y="108027"/>
                  <a:pt x="46671" y="108027"/>
                  <a:pt x="46721" y="108052"/>
                </a:cubicBezTo>
                <a:cubicBezTo>
                  <a:pt x="45178" y="108649"/>
                  <a:pt x="43659" y="109147"/>
                  <a:pt x="42166" y="109620"/>
                </a:cubicBezTo>
                <a:cubicBezTo>
                  <a:pt x="42240" y="109595"/>
                  <a:pt x="42240" y="109545"/>
                  <a:pt x="42265" y="109521"/>
                </a:cubicBezTo>
                <a:cubicBezTo>
                  <a:pt x="43684" y="109097"/>
                  <a:pt x="45153" y="108600"/>
                  <a:pt x="46621" y="108027"/>
                </a:cubicBezTo>
                <a:close/>
                <a:moveTo>
                  <a:pt x="5924" y="97424"/>
                </a:moveTo>
                <a:lnTo>
                  <a:pt x="5949" y="97448"/>
                </a:lnTo>
                <a:cubicBezTo>
                  <a:pt x="6074" y="97548"/>
                  <a:pt x="6173" y="97672"/>
                  <a:pt x="6298" y="97772"/>
                </a:cubicBezTo>
                <a:cubicBezTo>
                  <a:pt x="6422" y="97897"/>
                  <a:pt x="6547" y="97971"/>
                  <a:pt x="6671" y="98096"/>
                </a:cubicBezTo>
                <a:cubicBezTo>
                  <a:pt x="6795" y="98220"/>
                  <a:pt x="6945" y="98320"/>
                  <a:pt x="7069" y="98419"/>
                </a:cubicBezTo>
                <a:cubicBezTo>
                  <a:pt x="7194" y="98519"/>
                  <a:pt x="7318" y="98593"/>
                  <a:pt x="7418" y="98693"/>
                </a:cubicBezTo>
                <a:cubicBezTo>
                  <a:pt x="7567" y="98817"/>
                  <a:pt x="7716" y="98917"/>
                  <a:pt x="7866" y="99041"/>
                </a:cubicBezTo>
                <a:cubicBezTo>
                  <a:pt x="7965" y="99091"/>
                  <a:pt x="8090" y="99191"/>
                  <a:pt x="8189" y="99266"/>
                </a:cubicBezTo>
                <a:cubicBezTo>
                  <a:pt x="8364" y="99390"/>
                  <a:pt x="8563" y="99514"/>
                  <a:pt x="8737" y="99589"/>
                </a:cubicBezTo>
                <a:cubicBezTo>
                  <a:pt x="8837" y="99664"/>
                  <a:pt x="8936" y="99714"/>
                  <a:pt x="9036" y="99763"/>
                </a:cubicBezTo>
                <a:cubicBezTo>
                  <a:pt x="9210" y="99888"/>
                  <a:pt x="9434" y="100012"/>
                  <a:pt x="9658" y="100087"/>
                </a:cubicBezTo>
                <a:cubicBezTo>
                  <a:pt x="9708" y="100137"/>
                  <a:pt x="9807" y="100186"/>
                  <a:pt x="9907" y="100211"/>
                </a:cubicBezTo>
                <a:cubicBezTo>
                  <a:pt x="10106" y="100336"/>
                  <a:pt x="10330" y="100435"/>
                  <a:pt x="10579" y="100560"/>
                </a:cubicBezTo>
                <a:cubicBezTo>
                  <a:pt x="10654" y="100585"/>
                  <a:pt x="10703" y="100635"/>
                  <a:pt x="10803" y="100659"/>
                </a:cubicBezTo>
                <a:cubicBezTo>
                  <a:pt x="11052" y="100784"/>
                  <a:pt x="11301" y="100883"/>
                  <a:pt x="11525" y="101008"/>
                </a:cubicBezTo>
                <a:cubicBezTo>
                  <a:pt x="11575" y="101033"/>
                  <a:pt x="11649" y="101058"/>
                  <a:pt x="11699" y="101058"/>
                </a:cubicBezTo>
                <a:cubicBezTo>
                  <a:pt x="11948" y="101157"/>
                  <a:pt x="12197" y="101282"/>
                  <a:pt x="12471" y="101381"/>
                </a:cubicBezTo>
                <a:cubicBezTo>
                  <a:pt x="12545" y="101406"/>
                  <a:pt x="12595" y="101406"/>
                  <a:pt x="12645" y="101431"/>
                </a:cubicBezTo>
                <a:cubicBezTo>
                  <a:pt x="12695" y="101456"/>
                  <a:pt x="12769" y="101456"/>
                  <a:pt x="12819" y="101506"/>
                </a:cubicBezTo>
                <a:cubicBezTo>
                  <a:pt x="13541" y="104567"/>
                  <a:pt x="14910" y="107405"/>
                  <a:pt x="16926" y="109745"/>
                </a:cubicBezTo>
                <a:cubicBezTo>
                  <a:pt x="16777" y="109670"/>
                  <a:pt x="16578" y="109620"/>
                  <a:pt x="16428" y="109545"/>
                </a:cubicBezTo>
                <a:cubicBezTo>
                  <a:pt x="16105" y="109396"/>
                  <a:pt x="15756" y="109247"/>
                  <a:pt x="15408" y="109048"/>
                </a:cubicBezTo>
                <a:cubicBezTo>
                  <a:pt x="15234" y="108973"/>
                  <a:pt x="15059" y="108898"/>
                  <a:pt x="14885" y="108799"/>
                </a:cubicBezTo>
                <a:lnTo>
                  <a:pt x="13939" y="108251"/>
                </a:lnTo>
                <a:cubicBezTo>
                  <a:pt x="13790" y="108152"/>
                  <a:pt x="13616" y="108052"/>
                  <a:pt x="13441" y="107928"/>
                </a:cubicBezTo>
                <a:cubicBezTo>
                  <a:pt x="13168" y="107778"/>
                  <a:pt x="12894" y="107554"/>
                  <a:pt x="12620" y="107355"/>
                </a:cubicBezTo>
                <a:lnTo>
                  <a:pt x="12147" y="106982"/>
                </a:lnTo>
                <a:cubicBezTo>
                  <a:pt x="11898" y="106758"/>
                  <a:pt x="11649" y="106534"/>
                  <a:pt x="11375" y="106310"/>
                </a:cubicBezTo>
                <a:cubicBezTo>
                  <a:pt x="11201" y="106185"/>
                  <a:pt x="11052" y="106036"/>
                  <a:pt x="10927" y="105911"/>
                </a:cubicBezTo>
                <a:lnTo>
                  <a:pt x="10878" y="105862"/>
                </a:lnTo>
                <a:cubicBezTo>
                  <a:pt x="10654" y="105638"/>
                  <a:pt x="10430" y="105414"/>
                  <a:pt x="10206" y="105165"/>
                </a:cubicBezTo>
                <a:cubicBezTo>
                  <a:pt x="10056" y="105015"/>
                  <a:pt x="9907" y="104816"/>
                  <a:pt x="9757" y="104667"/>
                </a:cubicBezTo>
                <a:cubicBezTo>
                  <a:pt x="9558" y="104418"/>
                  <a:pt x="9334" y="104169"/>
                  <a:pt x="9160" y="103945"/>
                </a:cubicBezTo>
                <a:cubicBezTo>
                  <a:pt x="9011" y="103771"/>
                  <a:pt x="8837" y="103547"/>
                  <a:pt x="8712" y="103373"/>
                </a:cubicBezTo>
                <a:cubicBezTo>
                  <a:pt x="8563" y="103124"/>
                  <a:pt x="8388" y="102875"/>
                  <a:pt x="8214" y="102626"/>
                </a:cubicBezTo>
                <a:cubicBezTo>
                  <a:pt x="8065" y="102402"/>
                  <a:pt x="7940" y="102178"/>
                  <a:pt x="7816" y="101929"/>
                </a:cubicBezTo>
                <a:cubicBezTo>
                  <a:pt x="7667" y="101680"/>
                  <a:pt x="7542" y="101431"/>
                  <a:pt x="7418" y="101157"/>
                </a:cubicBezTo>
                <a:cubicBezTo>
                  <a:pt x="7293" y="100908"/>
                  <a:pt x="7169" y="100659"/>
                  <a:pt x="7044" y="100386"/>
                </a:cubicBezTo>
                <a:cubicBezTo>
                  <a:pt x="6920" y="100137"/>
                  <a:pt x="6820" y="99838"/>
                  <a:pt x="6696" y="99564"/>
                </a:cubicBezTo>
                <a:cubicBezTo>
                  <a:pt x="6571" y="99290"/>
                  <a:pt x="6472" y="99017"/>
                  <a:pt x="6347" y="98718"/>
                </a:cubicBezTo>
                <a:lnTo>
                  <a:pt x="6074" y="97897"/>
                </a:lnTo>
                <a:cubicBezTo>
                  <a:pt x="6024" y="97722"/>
                  <a:pt x="5974" y="97573"/>
                  <a:pt x="5924" y="97424"/>
                </a:cubicBezTo>
                <a:close/>
                <a:moveTo>
                  <a:pt x="41892" y="109645"/>
                </a:moveTo>
                <a:lnTo>
                  <a:pt x="41792" y="109745"/>
                </a:lnTo>
                <a:cubicBezTo>
                  <a:pt x="41743" y="109745"/>
                  <a:pt x="41693" y="109770"/>
                  <a:pt x="41643" y="109770"/>
                </a:cubicBezTo>
                <a:lnTo>
                  <a:pt x="41743" y="109670"/>
                </a:lnTo>
                <a:cubicBezTo>
                  <a:pt x="41792" y="109670"/>
                  <a:pt x="41817" y="109645"/>
                  <a:pt x="41892" y="109645"/>
                </a:cubicBezTo>
                <a:close/>
                <a:moveTo>
                  <a:pt x="36665" y="100635"/>
                </a:moveTo>
                <a:lnTo>
                  <a:pt x="36939" y="101182"/>
                </a:lnTo>
                <a:cubicBezTo>
                  <a:pt x="36963" y="101207"/>
                  <a:pt x="36963" y="101257"/>
                  <a:pt x="37013" y="101282"/>
                </a:cubicBezTo>
                <a:cubicBezTo>
                  <a:pt x="37038" y="101331"/>
                  <a:pt x="37063" y="101406"/>
                  <a:pt x="37138" y="101506"/>
                </a:cubicBezTo>
                <a:cubicBezTo>
                  <a:pt x="37212" y="101655"/>
                  <a:pt x="37312" y="101829"/>
                  <a:pt x="37436" y="102004"/>
                </a:cubicBezTo>
                <a:cubicBezTo>
                  <a:pt x="37436" y="102028"/>
                  <a:pt x="37461" y="102028"/>
                  <a:pt x="37461" y="102053"/>
                </a:cubicBezTo>
                <a:cubicBezTo>
                  <a:pt x="37511" y="102128"/>
                  <a:pt x="37536" y="102178"/>
                  <a:pt x="37561" y="102203"/>
                </a:cubicBezTo>
                <a:cubicBezTo>
                  <a:pt x="37586" y="102277"/>
                  <a:pt x="37636" y="102327"/>
                  <a:pt x="37685" y="102402"/>
                </a:cubicBezTo>
                <a:cubicBezTo>
                  <a:pt x="37909" y="102700"/>
                  <a:pt x="38084" y="102999"/>
                  <a:pt x="38332" y="103273"/>
                </a:cubicBezTo>
                <a:cubicBezTo>
                  <a:pt x="38382" y="103323"/>
                  <a:pt x="38432" y="103373"/>
                  <a:pt x="38457" y="103397"/>
                </a:cubicBezTo>
                <a:cubicBezTo>
                  <a:pt x="38581" y="103547"/>
                  <a:pt x="38756" y="103696"/>
                  <a:pt x="38880" y="103870"/>
                </a:cubicBezTo>
                <a:lnTo>
                  <a:pt x="38955" y="103945"/>
                </a:lnTo>
                <a:cubicBezTo>
                  <a:pt x="39005" y="103995"/>
                  <a:pt x="39029" y="104020"/>
                  <a:pt x="39029" y="104045"/>
                </a:cubicBezTo>
                <a:lnTo>
                  <a:pt x="39278" y="104293"/>
                </a:lnTo>
                <a:cubicBezTo>
                  <a:pt x="39428" y="104443"/>
                  <a:pt x="39627" y="104617"/>
                  <a:pt x="39801" y="104766"/>
                </a:cubicBezTo>
                <a:cubicBezTo>
                  <a:pt x="39901" y="104866"/>
                  <a:pt x="40000" y="104941"/>
                  <a:pt x="40125" y="105015"/>
                </a:cubicBezTo>
                <a:cubicBezTo>
                  <a:pt x="40299" y="105165"/>
                  <a:pt x="40498" y="105314"/>
                  <a:pt x="40697" y="105438"/>
                </a:cubicBezTo>
                <a:cubicBezTo>
                  <a:pt x="40822" y="105538"/>
                  <a:pt x="40996" y="105638"/>
                  <a:pt x="41145" y="105762"/>
                </a:cubicBezTo>
                <a:cubicBezTo>
                  <a:pt x="41369" y="105911"/>
                  <a:pt x="41568" y="106036"/>
                  <a:pt x="41817" y="106185"/>
                </a:cubicBezTo>
                <a:cubicBezTo>
                  <a:pt x="41991" y="106285"/>
                  <a:pt x="42166" y="106384"/>
                  <a:pt x="42315" y="106484"/>
                </a:cubicBezTo>
                <a:cubicBezTo>
                  <a:pt x="42489" y="106534"/>
                  <a:pt x="42614" y="106633"/>
                  <a:pt x="42763" y="106683"/>
                </a:cubicBezTo>
                <a:cubicBezTo>
                  <a:pt x="42937" y="106783"/>
                  <a:pt x="43136" y="106882"/>
                  <a:pt x="43311" y="106932"/>
                </a:cubicBezTo>
                <a:cubicBezTo>
                  <a:pt x="43435" y="107007"/>
                  <a:pt x="43560" y="107031"/>
                  <a:pt x="43734" y="107106"/>
                </a:cubicBezTo>
                <a:cubicBezTo>
                  <a:pt x="43759" y="107131"/>
                  <a:pt x="43809" y="107131"/>
                  <a:pt x="43858" y="107156"/>
                </a:cubicBezTo>
                <a:cubicBezTo>
                  <a:pt x="43136" y="108027"/>
                  <a:pt x="42415" y="108774"/>
                  <a:pt x="41668" y="109496"/>
                </a:cubicBezTo>
                <a:cubicBezTo>
                  <a:pt x="41295" y="109620"/>
                  <a:pt x="40921" y="109720"/>
                  <a:pt x="40548" y="109794"/>
                </a:cubicBezTo>
                <a:cubicBezTo>
                  <a:pt x="38283" y="107405"/>
                  <a:pt x="36416" y="104393"/>
                  <a:pt x="35047" y="101083"/>
                </a:cubicBezTo>
                <a:cubicBezTo>
                  <a:pt x="35570" y="100933"/>
                  <a:pt x="36092" y="100784"/>
                  <a:pt x="36665" y="100635"/>
                </a:cubicBezTo>
                <a:close/>
                <a:moveTo>
                  <a:pt x="34848" y="101157"/>
                </a:moveTo>
                <a:cubicBezTo>
                  <a:pt x="36217" y="104443"/>
                  <a:pt x="38059" y="107480"/>
                  <a:pt x="40349" y="109869"/>
                </a:cubicBezTo>
                <a:cubicBezTo>
                  <a:pt x="40324" y="109869"/>
                  <a:pt x="40324" y="109869"/>
                  <a:pt x="40299" y="109894"/>
                </a:cubicBezTo>
                <a:cubicBezTo>
                  <a:pt x="38034" y="107480"/>
                  <a:pt x="36167" y="104443"/>
                  <a:pt x="34798" y="101182"/>
                </a:cubicBezTo>
                <a:cubicBezTo>
                  <a:pt x="34823" y="101182"/>
                  <a:pt x="34823" y="101182"/>
                  <a:pt x="34848" y="101157"/>
                </a:cubicBezTo>
                <a:close/>
                <a:moveTo>
                  <a:pt x="13043" y="101630"/>
                </a:moveTo>
                <a:lnTo>
                  <a:pt x="13043" y="101630"/>
                </a:lnTo>
                <a:cubicBezTo>
                  <a:pt x="13068" y="101655"/>
                  <a:pt x="13118" y="101655"/>
                  <a:pt x="13118" y="101655"/>
                </a:cubicBezTo>
                <a:cubicBezTo>
                  <a:pt x="13889" y="104791"/>
                  <a:pt x="15308" y="107679"/>
                  <a:pt x="17474" y="110018"/>
                </a:cubicBezTo>
                <a:cubicBezTo>
                  <a:pt x="17424" y="109994"/>
                  <a:pt x="17374" y="109994"/>
                  <a:pt x="17349" y="109969"/>
                </a:cubicBezTo>
                <a:cubicBezTo>
                  <a:pt x="15234" y="107629"/>
                  <a:pt x="13815" y="104766"/>
                  <a:pt x="13043" y="101630"/>
                </a:cubicBezTo>
                <a:close/>
                <a:moveTo>
                  <a:pt x="41319" y="109794"/>
                </a:moveTo>
                <a:lnTo>
                  <a:pt x="41245" y="109894"/>
                </a:lnTo>
                <a:cubicBezTo>
                  <a:pt x="41071" y="109919"/>
                  <a:pt x="40921" y="109969"/>
                  <a:pt x="40747" y="110018"/>
                </a:cubicBezTo>
                <a:lnTo>
                  <a:pt x="40697" y="109994"/>
                </a:lnTo>
                <a:cubicBezTo>
                  <a:pt x="40921" y="109919"/>
                  <a:pt x="41120" y="109869"/>
                  <a:pt x="41319" y="109794"/>
                </a:cubicBezTo>
                <a:close/>
                <a:moveTo>
                  <a:pt x="13317" y="108102"/>
                </a:moveTo>
                <a:lnTo>
                  <a:pt x="13317" y="108102"/>
                </a:lnTo>
                <a:cubicBezTo>
                  <a:pt x="13416" y="108152"/>
                  <a:pt x="13516" y="108226"/>
                  <a:pt x="13616" y="108251"/>
                </a:cubicBezTo>
                <a:cubicBezTo>
                  <a:pt x="13989" y="108500"/>
                  <a:pt x="14362" y="108724"/>
                  <a:pt x="14736" y="108923"/>
                </a:cubicBezTo>
                <a:cubicBezTo>
                  <a:pt x="14810" y="108998"/>
                  <a:pt x="14935" y="109023"/>
                  <a:pt x="15034" y="109097"/>
                </a:cubicBezTo>
                <a:cubicBezTo>
                  <a:pt x="15433" y="109297"/>
                  <a:pt x="15856" y="109521"/>
                  <a:pt x="16279" y="109720"/>
                </a:cubicBezTo>
                <a:cubicBezTo>
                  <a:pt x="16379" y="109770"/>
                  <a:pt x="16503" y="109794"/>
                  <a:pt x="16627" y="109844"/>
                </a:cubicBezTo>
                <a:cubicBezTo>
                  <a:pt x="16802" y="109919"/>
                  <a:pt x="17026" y="109994"/>
                  <a:pt x="17250" y="110093"/>
                </a:cubicBezTo>
                <a:cubicBezTo>
                  <a:pt x="17275" y="110168"/>
                  <a:pt x="17299" y="110218"/>
                  <a:pt x="17349" y="110242"/>
                </a:cubicBezTo>
                <a:lnTo>
                  <a:pt x="16403" y="109869"/>
                </a:lnTo>
                <a:cubicBezTo>
                  <a:pt x="16304" y="109844"/>
                  <a:pt x="16229" y="109794"/>
                  <a:pt x="16130" y="109745"/>
                </a:cubicBezTo>
                <a:cubicBezTo>
                  <a:pt x="15731" y="109545"/>
                  <a:pt x="15308" y="109346"/>
                  <a:pt x="14910" y="109122"/>
                </a:cubicBezTo>
                <a:cubicBezTo>
                  <a:pt x="14785" y="109048"/>
                  <a:pt x="14661" y="108998"/>
                  <a:pt x="14561" y="108923"/>
                </a:cubicBezTo>
                <a:cubicBezTo>
                  <a:pt x="14263" y="108774"/>
                  <a:pt x="14014" y="108600"/>
                  <a:pt x="13690" y="108400"/>
                </a:cubicBezTo>
                <a:cubicBezTo>
                  <a:pt x="13566" y="108301"/>
                  <a:pt x="13441" y="108176"/>
                  <a:pt x="13317" y="108102"/>
                </a:cubicBezTo>
                <a:close/>
                <a:moveTo>
                  <a:pt x="40697" y="110218"/>
                </a:moveTo>
                <a:cubicBezTo>
                  <a:pt x="40747" y="110242"/>
                  <a:pt x="40747" y="110267"/>
                  <a:pt x="40772" y="110292"/>
                </a:cubicBezTo>
                <a:lnTo>
                  <a:pt x="40747" y="110342"/>
                </a:lnTo>
                <a:lnTo>
                  <a:pt x="40647" y="110242"/>
                </a:lnTo>
                <a:cubicBezTo>
                  <a:pt x="40672" y="110242"/>
                  <a:pt x="40672" y="110242"/>
                  <a:pt x="40697" y="110218"/>
                </a:cubicBezTo>
                <a:close/>
                <a:moveTo>
                  <a:pt x="41494" y="110018"/>
                </a:moveTo>
                <a:cubicBezTo>
                  <a:pt x="41369" y="110143"/>
                  <a:pt x="41245" y="110242"/>
                  <a:pt x="41120" y="110367"/>
                </a:cubicBezTo>
                <a:lnTo>
                  <a:pt x="41046" y="110292"/>
                </a:lnTo>
                <a:cubicBezTo>
                  <a:pt x="41145" y="110218"/>
                  <a:pt x="41245" y="110143"/>
                  <a:pt x="41319" y="110043"/>
                </a:cubicBezTo>
                <a:cubicBezTo>
                  <a:pt x="41394" y="110043"/>
                  <a:pt x="41419" y="110018"/>
                  <a:pt x="41494" y="110018"/>
                </a:cubicBezTo>
                <a:close/>
                <a:moveTo>
                  <a:pt x="17822" y="110392"/>
                </a:moveTo>
                <a:cubicBezTo>
                  <a:pt x="17847" y="110417"/>
                  <a:pt x="17872" y="110417"/>
                  <a:pt x="17872" y="110466"/>
                </a:cubicBezTo>
                <a:cubicBezTo>
                  <a:pt x="17847" y="110466"/>
                  <a:pt x="17797" y="110466"/>
                  <a:pt x="17797" y="110417"/>
                </a:cubicBezTo>
                <a:lnTo>
                  <a:pt x="17822" y="110392"/>
                </a:lnTo>
                <a:close/>
                <a:moveTo>
                  <a:pt x="40896" y="110417"/>
                </a:moveTo>
                <a:cubicBezTo>
                  <a:pt x="40921" y="110417"/>
                  <a:pt x="40921" y="110466"/>
                  <a:pt x="40946" y="110466"/>
                </a:cubicBezTo>
                <a:lnTo>
                  <a:pt x="40921" y="110491"/>
                </a:lnTo>
                <a:cubicBezTo>
                  <a:pt x="40896" y="110491"/>
                  <a:pt x="40896" y="110466"/>
                  <a:pt x="40871" y="110466"/>
                </a:cubicBezTo>
                <a:lnTo>
                  <a:pt x="40896" y="110417"/>
                </a:lnTo>
                <a:close/>
                <a:moveTo>
                  <a:pt x="13292" y="101730"/>
                </a:moveTo>
                <a:cubicBezTo>
                  <a:pt x="13317" y="101730"/>
                  <a:pt x="13392" y="101779"/>
                  <a:pt x="13416" y="101779"/>
                </a:cubicBezTo>
                <a:cubicBezTo>
                  <a:pt x="13491" y="101804"/>
                  <a:pt x="13541" y="101804"/>
                  <a:pt x="13616" y="101829"/>
                </a:cubicBezTo>
                <a:cubicBezTo>
                  <a:pt x="13815" y="101904"/>
                  <a:pt x="14014" y="101954"/>
                  <a:pt x="14238" y="102028"/>
                </a:cubicBezTo>
                <a:cubicBezTo>
                  <a:pt x="15134" y="105414"/>
                  <a:pt x="16727" y="108276"/>
                  <a:pt x="18893" y="110516"/>
                </a:cubicBezTo>
                <a:cubicBezTo>
                  <a:pt x="18793" y="110491"/>
                  <a:pt x="18743" y="110466"/>
                  <a:pt x="18644" y="110466"/>
                </a:cubicBezTo>
                <a:cubicBezTo>
                  <a:pt x="18420" y="110392"/>
                  <a:pt x="18245" y="110342"/>
                  <a:pt x="18021" y="110267"/>
                </a:cubicBezTo>
                <a:cubicBezTo>
                  <a:pt x="17996" y="110242"/>
                  <a:pt x="17922" y="110218"/>
                  <a:pt x="17847" y="110168"/>
                </a:cubicBezTo>
                <a:cubicBezTo>
                  <a:pt x="15607" y="107853"/>
                  <a:pt x="14113" y="104916"/>
                  <a:pt x="13292" y="101730"/>
                </a:cubicBezTo>
                <a:close/>
                <a:moveTo>
                  <a:pt x="14487" y="102053"/>
                </a:moveTo>
                <a:cubicBezTo>
                  <a:pt x="14512" y="102053"/>
                  <a:pt x="14537" y="102053"/>
                  <a:pt x="14537" y="102078"/>
                </a:cubicBezTo>
                <a:cubicBezTo>
                  <a:pt x="15482" y="105513"/>
                  <a:pt x="17125" y="108400"/>
                  <a:pt x="19415" y="110666"/>
                </a:cubicBezTo>
                <a:cubicBezTo>
                  <a:pt x="19390" y="110666"/>
                  <a:pt x="19316" y="110641"/>
                  <a:pt x="19291" y="110641"/>
                </a:cubicBezTo>
                <a:cubicBezTo>
                  <a:pt x="17026" y="108376"/>
                  <a:pt x="15408" y="105488"/>
                  <a:pt x="14487" y="102053"/>
                </a:cubicBezTo>
                <a:close/>
                <a:moveTo>
                  <a:pt x="74101" y="100659"/>
                </a:moveTo>
                <a:cubicBezTo>
                  <a:pt x="74275" y="100784"/>
                  <a:pt x="74499" y="100908"/>
                  <a:pt x="74674" y="101033"/>
                </a:cubicBezTo>
                <a:cubicBezTo>
                  <a:pt x="69048" y="105015"/>
                  <a:pt x="63398" y="108251"/>
                  <a:pt x="57872" y="110715"/>
                </a:cubicBezTo>
                <a:cubicBezTo>
                  <a:pt x="58594" y="109670"/>
                  <a:pt x="59216" y="108475"/>
                  <a:pt x="59739" y="107106"/>
                </a:cubicBezTo>
                <a:cubicBezTo>
                  <a:pt x="59838" y="107056"/>
                  <a:pt x="59963" y="107031"/>
                  <a:pt x="60062" y="107007"/>
                </a:cubicBezTo>
                <a:cubicBezTo>
                  <a:pt x="60635" y="106857"/>
                  <a:pt x="61207" y="106658"/>
                  <a:pt x="61805" y="106484"/>
                </a:cubicBezTo>
                <a:cubicBezTo>
                  <a:pt x="62178" y="106359"/>
                  <a:pt x="62576" y="106185"/>
                  <a:pt x="62950" y="106061"/>
                </a:cubicBezTo>
                <a:cubicBezTo>
                  <a:pt x="63298" y="105936"/>
                  <a:pt x="63597" y="105862"/>
                  <a:pt x="63945" y="105737"/>
                </a:cubicBezTo>
                <a:cubicBezTo>
                  <a:pt x="64070" y="105687"/>
                  <a:pt x="64169" y="105662"/>
                  <a:pt x="64294" y="105613"/>
                </a:cubicBezTo>
                <a:cubicBezTo>
                  <a:pt x="64792" y="105414"/>
                  <a:pt x="65290" y="105190"/>
                  <a:pt x="65787" y="104990"/>
                </a:cubicBezTo>
                <a:cubicBezTo>
                  <a:pt x="65812" y="104990"/>
                  <a:pt x="65837" y="104941"/>
                  <a:pt x="65912" y="104916"/>
                </a:cubicBezTo>
                <a:cubicBezTo>
                  <a:pt x="66061" y="104866"/>
                  <a:pt x="66211" y="104791"/>
                  <a:pt x="66385" y="104692"/>
                </a:cubicBezTo>
                <a:lnTo>
                  <a:pt x="67580" y="104144"/>
                </a:lnTo>
                <a:cubicBezTo>
                  <a:pt x="67679" y="104119"/>
                  <a:pt x="67779" y="104045"/>
                  <a:pt x="67903" y="104020"/>
                </a:cubicBezTo>
                <a:lnTo>
                  <a:pt x="68077" y="103920"/>
                </a:lnTo>
                <a:cubicBezTo>
                  <a:pt x="68650" y="103671"/>
                  <a:pt x="69173" y="103397"/>
                  <a:pt x="69745" y="103124"/>
                </a:cubicBezTo>
                <a:cubicBezTo>
                  <a:pt x="70168" y="102900"/>
                  <a:pt x="70566" y="102676"/>
                  <a:pt x="71015" y="102427"/>
                </a:cubicBezTo>
                <a:cubicBezTo>
                  <a:pt x="71438" y="102178"/>
                  <a:pt x="71886" y="101954"/>
                  <a:pt x="72284" y="101705"/>
                </a:cubicBezTo>
                <a:cubicBezTo>
                  <a:pt x="72483" y="101630"/>
                  <a:pt x="72657" y="101506"/>
                  <a:pt x="72856" y="101406"/>
                </a:cubicBezTo>
                <a:cubicBezTo>
                  <a:pt x="73105" y="101257"/>
                  <a:pt x="73379" y="101083"/>
                  <a:pt x="73628" y="100933"/>
                </a:cubicBezTo>
                <a:cubicBezTo>
                  <a:pt x="73678" y="100908"/>
                  <a:pt x="73753" y="100883"/>
                  <a:pt x="73802" y="100809"/>
                </a:cubicBezTo>
                <a:cubicBezTo>
                  <a:pt x="73902" y="100759"/>
                  <a:pt x="74001" y="100684"/>
                  <a:pt x="74101" y="100659"/>
                </a:cubicBezTo>
                <a:close/>
                <a:moveTo>
                  <a:pt x="18171" y="110491"/>
                </a:moveTo>
                <a:cubicBezTo>
                  <a:pt x="18245" y="110516"/>
                  <a:pt x="18270" y="110516"/>
                  <a:pt x="18345" y="110516"/>
                </a:cubicBezTo>
                <a:cubicBezTo>
                  <a:pt x="18619" y="110616"/>
                  <a:pt x="18917" y="110715"/>
                  <a:pt x="19216" y="110790"/>
                </a:cubicBezTo>
                <a:lnTo>
                  <a:pt x="19291" y="110890"/>
                </a:lnTo>
                <a:cubicBezTo>
                  <a:pt x="18967" y="110790"/>
                  <a:pt x="18619" y="110666"/>
                  <a:pt x="18270" y="110591"/>
                </a:cubicBezTo>
                <a:lnTo>
                  <a:pt x="18171" y="110491"/>
                </a:lnTo>
                <a:close/>
                <a:moveTo>
                  <a:pt x="59484" y="107172"/>
                </a:moveTo>
                <a:cubicBezTo>
                  <a:pt x="58962" y="108609"/>
                  <a:pt x="58292" y="109848"/>
                  <a:pt x="57499" y="110890"/>
                </a:cubicBezTo>
                <a:cubicBezTo>
                  <a:pt x="57474" y="110914"/>
                  <a:pt x="57449" y="110914"/>
                  <a:pt x="57374" y="110964"/>
                </a:cubicBezTo>
                <a:cubicBezTo>
                  <a:pt x="58196" y="109869"/>
                  <a:pt x="58868" y="108625"/>
                  <a:pt x="59440" y="107181"/>
                </a:cubicBezTo>
                <a:cubicBezTo>
                  <a:pt x="59458" y="107181"/>
                  <a:pt x="59475" y="107181"/>
                  <a:pt x="59484" y="107172"/>
                </a:cubicBezTo>
                <a:close/>
                <a:moveTo>
                  <a:pt x="19614" y="110914"/>
                </a:moveTo>
                <a:cubicBezTo>
                  <a:pt x="19639" y="110914"/>
                  <a:pt x="19664" y="110914"/>
                  <a:pt x="19714" y="110964"/>
                </a:cubicBezTo>
                <a:lnTo>
                  <a:pt x="19764" y="110964"/>
                </a:lnTo>
                <a:cubicBezTo>
                  <a:pt x="19764" y="110989"/>
                  <a:pt x="19789" y="111014"/>
                  <a:pt x="19838" y="111039"/>
                </a:cubicBezTo>
                <a:cubicBezTo>
                  <a:pt x="19789" y="111039"/>
                  <a:pt x="19739" y="111014"/>
                  <a:pt x="19714" y="111014"/>
                </a:cubicBezTo>
                <a:lnTo>
                  <a:pt x="19614" y="110914"/>
                </a:lnTo>
                <a:close/>
                <a:moveTo>
                  <a:pt x="74848" y="101157"/>
                </a:moveTo>
                <a:cubicBezTo>
                  <a:pt x="74873" y="101157"/>
                  <a:pt x="74873" y="101182"/>
                  <a:pt x="74898" y="101182"/>
                </a:cubicBezTo>
                <a:cubicBezTo>
                  <a:pt x="69148" y="105264"/>
                  <a:pt x="63273" y="108649"/>
                  <a:pt x="57524" y="111163"/>
                </a:cubicBezTo>
                <a:cubicBezTo>
                  <a:pt x="57573" y="111114"/>
                  <a:pt x="57598" y="111089"/>
                  <a:pt x="57623" y="111014"/>
                </a:cubicBezTo>
                <a:cubicBezTo>
                  <a:pt x="63273" y="108525"/>
                  <a:pt x="69073" y="105239"/>
                  <a:pt x="74848" y="101157"/>
                </a:cubicBezTo>
                <a:close/>
                <a:moveTo>
                  <a:pt x="57300" y="111163"/>
                </a:moveTo>
                <a:lnTo>
                  <a:pt x="57300" y="111163"/>
                </a:lnTo>
                <a:cubicBezTo>
                  <a:pt x="57250" y="111238"/>
                  <a:pt x="57200" y="111263"/>
                  <a:pt x="57175" y="111338"/>
                </a:cubicBezTo>
                <a:cubicBezTo>
                  <a:pt x="57125" y="111363"/>
                  <a:pt x="57075" y="111363"/>
                  <a:pt x="57051" y="111387"/>
                </a:cubicBezTo>
                <a:cubicBezTo>
                  <a:pt x="57075" y="111338"/>
                  <a:pt x="57125" y="111288"/>
                  <a:pt x="57175" y="111238"/>
                </a:cubicBezTo>
                <a:cubicBezTo>
                  <a:pt x="57200" y="111213"/>
                  <a:pt x="57250" y="111213"/>
                  <a:pt x="57300" y="111163"/>
                </a:cubicBezTo>
                <a:close/>
                <a:moveTo>
                  <a:pt x="34599" y="101257"/>
                </a:moveTo>
                <a:cubicBezTo>
                  <a:pt x="35968" y="104542"/>
                  <a:pt x="37810" y="107529"/>
                  <a:pt x="40075" y="109969"/>
                </a:cubicBezTo>
                <a:cubicBezTo>
                  <a:pt x="38905" y="110267"/>
                  <a:pt x="37760" y="110541"/>
                  <a:pt x="36590" y="110790"/>
                </a:cubicBezTo>
                <a:cubicBezTo>
                  <a:pt x="36466" y="110840"/>
                  <a:pt x="36391" y="110840"/>
                  <a:pt x="36267" y="110865"/>
                </a:cubicBezTo>
                <a:cubicBezTo>
                  <a:pt x="35594" y="110989"/>
                  <a:pt x="34947" y="111114"/>
                  <a:pt x="34325" y="111213"/>
                </a:cubicBezTo>
                <a:lnTo>
                  <a:pt x="33578" y="111288"/>
                </a:lnTo>
                <a:cubicBezTo>
                  <a:pt x="33080" y="111363"/>
                  <a:pt x="32558" y="111462"/>
                  <a:pt x="32060" y="111487"/>
                </a:cubicBezTo>
                <a:cubicBezTo>
                  <a:pt x="31960" y="111487"/>
                  <a:pt x="31911" y="111487"/>
                  <a:pt x="31811" y="111512"/>
                </a:cubicBezTo>
                <a:cubicBezTo>
                  <a:pt x="28874" y="109471"/>
                  <a:pt x="26833" y="106534"/>
                  <a:pt x="25738" y="102875"/>
                </a:cubicBezTo>
                <a:cubicBezTo>
                  <a:pt x="28575" y="102626"/>
                  <a:pt x="31537" y="102078"/>
                  <a:pt x="34599" y="101257"/>
                </a:cubicBezTo>
                <a:close/>
                <a:moveTo>
                  <a:pt x="25538" y="102875"/>
                </a:moveTo>
                <a:cubicBezTo>
                  <a:pt x="26634" y="106534"/>
                  <a:pt x="28650" y="109471"/>
                  <a:pt x="31512" y="111537"/>
                </a:cubicBezTo>
                <a:lnTo>
                  <a:pt x="31438" y="111537"/>
                </a:lnTo>
                <a:cubicBezTo>
                  <a:pt x="28600" y="109471"/>
                  <a:pt x="26584" y="106534"/>
                  <a:pt x="25489" y="102875"/>
                </a:cubicBezTo>
                <a:close/>
                <a:moveTo>
                  <a:pt x="40199" y="110118"/>
                </a:moveTo>
                <a:cubicBezTo>
                  <a:pt x="40249" y="110118"/>
                  <a:pt x="40274" y="110118"/>
                  <a:pt x="40274" y="110143"/>
                </a:cubicBezTo>
                <a:cubicBezTo>
                  <a:pt x="37461" y="110890"/>
                  <a:pt x="34773" y="111462"/>
                  <a:pt x="32159" y="111736"/>
                </a:cubicBezTo>
                <a:lnTo>
                  <a:pt x="32110" y="111736"/>
                </a:lnTo>
                <a:cubicBezTo>
                  <a:pt x="32085" y="111711"/>
                  <a:pt x="32060" y="111711"/>
                  <a:pt x="32060" y="111661"/>
                </a:cubicBezTo>
                <a:lnTo>
                  <a:pt x="32110" y="111661"/>
                </a:lnTo>
                <a:cubicBezTo>
                  <a:pt x="32682" y="111611"/>
                  <a:pt x="33280" y="111512"/>
                  <a:pt x="33827" y="111462"/>
                </a:cubicBezTo>
                <a:lnTo>
                  <a:pt x="34400" y="111363"/>
                </a:lnTo>
                <a:cubicBezTo>
                  <a:pt x="35146" y="111238"/>
                  <a:pt x="35918" y="111114"/>
                  <a:pt x="36665" y="110964"/>
                </a:cubicBezTo>
                <a:lnTo>
                  <a:pt x="36690" y="110964"/>
                </a:lnTo>
                <a:cubicBezTo>
                  <a:pt x="37835" y="110715"/>
                  <a:pt x="39029" y="110417"/>
                  <a:pt x="40199" y="110118"/>
                </a:cubicBezTo>
                <a:close/>
                <a:moveTo>
                  <a:pt x="31736" y="111711"/>
                </a:moveTo>
                <a:cubicBezTo>
                  <a:pt x="31786" y="111736"/>
                  <a:pt x="31811" y="111736"/>
                  <a:pt x="31836" y="111761"/>
                </a:cubicBezTo>
                <a:lnTo>
                  <a:pt x="31736" y="111761"/>
                </a:lnTo>
                <a:cubicBezTo>
                  <a:pt x="31711" y="111736"/>
                  <a:pt x="31687" y="111736"/>
                  <a:pt x="31637" y="111711"/>
                </a:cubicBezTo>
                <a:close/>
                <a:moveTo>
                  <a:pt x="14761" y="102153"/>
                </a:moveTo>
                <a:lnTo>
                  <a:pt x="14761" y="102153"/>
                </a:lnTo>
                <a:cubicBezTo>
                  <a:pt x="14985" y="102203"/>
                  <a:pt x="15234" y="102277"/>
                  <a:pt x="15433" y="102302"/>
                </a:cubicBezTo>
                <a:cubicBezTo>
                  <a:pt x="15532" y="102327"/>
                  <a:pt x="15607" y="102327"/>
                  <a:pt x="15682" y="102352"/>
                </a:cubicBezTo>
                <a:cubicBezTo>
                  <a:pt x="15930" y="102427"/>
                  <a:pt x="16229" y="102452"/>
                  <a:pt x="16478" y="102526"/>
                </a:cubicBezTo>
                <a:cubicBezTo>
                  <a:pt x="16553" y="102551"/>
                  <a:pt x="16677" y="102551"/>
                  <a:pt x="16777" y="102576"/>
                </a:cubicBezTo>
                <a:cubicBezTo>
                  <a:pt x="17026" y="102626"/>
                  <a:pt x="17250" y="102676"/>
                  <a:pt x="17499" y="102700"/>
                </a:cubicBezTo>
                <a:cubicBezTo>
                  <a:pt x="17648" y="102725"/>
                  <a:pt x="17772" y="102725"/>
                  <a:pt x="17922" y="102775"/>
                </a:cubicBezTo>
                <a:cubicBezTo>
                  <a:pt x="18146" y="102800"/>
                  <a:pt x="18370" y="102825"/>
                  <a:pt x="18544" y="102825"/>
                </a:cubicBezTo>
                <a:cubicBezTo>
                  <a:pt x="18644" y="102825"/>
                  <a:pt x="18743" y="102825"/>
                  <a:pt x="18843" y="102850"/>
                </a:cubicBezTo>
                <a:cubicBezTo>
                  <a:pt x="19988" y="102974"/>
                  <a:pt x="21158" y="103049"/>
                  <a:pt x="22377" y="103049"/>
                </a:cubicBezTo>
                <a:cubicBezTo>
                  <a:pt x="23323" y="103049"/>
                  <a:pt x="24269" y="103024"/>
                  <a:pt x="25265" y="102924"/>
                </a:cubicBezTo>
                <a:cubicBezTo>
                  <a:pt x="26335" y="106559"/>
                  <a:pt x="28326" y="109521"/>
                  <a:pt x="31114" y="111611"/>
                </a:cubicBezTo>
                <a:cubicBezTo>
                  <a:pt x="31039" y="111611"/>
                  <a:pt x="30940" y="111636"/>
                  <a:pt x="30840" y="111636"/>
                </a:cubicBezTo>
                <a:lnTo>
                  <a:pt x="29820" y="111736"/>
                </a:lnTo>
                <a:cubicBezTo>
                  <a:pt x="29073" y="111761"/>
                  <a:pt x="28326" y="111786"/>
                  <a:pt x="27604" y="111786"/>
                </a:cubicBezTo>
                <a:cubicBezTo>
                  <a:pt x="26883" y="111786"/>
                  <a:pt x="26211" y="111761"/>
                  <a:pt x="25514" y="111736"/>
                </a:cubicBezTo>
                <a:cubicBezTo>
                  <a:pt x="25240" y="111686"/>
                  <a:pt x="24966" y="111661"/>
                  <a:pt x="24692" y="111661"/>
                </a:cubicBezTo>
                <a:cubicBezTo>
                  <a:pt x="24269" y="111636"/>
                  <a:pt x="23896" y="111611"/>
                  <a:pt x="23522" y="111587"/>
                </a:cubicBezTo>
                <a:cubicBezTo>
                  <a:pt x="23199" y="111537"/>
                  <a:pt x="22850" y="111487"/>
                  <a:pt x="22502" y="111412"/>
                </a:cubicBezTo>
                <a:cubicBezTo>
                  <a:pt x="22228" y="111387"/>
                  <a:pt x="21904" y="111338"/>
                  <a:pt x="21631" y="111288"/>
                </a:cubicBezTo>
                <a:cubicBezTo>
                  <a:pt x="21257" y="111238"/>
                  <a:pt x="20884" y="111139"/>
                  <a:pt x="20535" y="111039"/>
                </a:cubicBezTo>
                <a:cubicBezTo>
                  <a:pt x="20262" y="110890"/>
                  <a:pt x="20038" y="110865"/>
                  <a:pt x="19838" y="110790"/>
                </a:cubicBezTo>
                <a:cubicBezTo>
                  <a:pt x="17424" y="108550"/>
                  <a:pt x="15731" y="105638"/>
                  <a:pt x="14761" y="102153"/>
                </a:cubicBezTo>
                <a:close/>
                <a:moveTo>
                  <a:pt x="20162" y="111039"/>
                </a:moveTo>
                <a:lnTo>
                  <a:pt x="20162" y="111039"/>
                </a:lnTo>
                <a:cubicBezTo>
                  <a:pt x="20610" y="111163"/>
                  <a:pt x="21083" y="111263"/>
                  <a:pt x="21531" y="111363"/>
                </a:cubicBezTo>
                <a:lnTo>
                  <a:pt x="22203" y="111462"/>
                </a:lnTo>
                <a:cubicBezTo>
                  <a:pt x="22626" y="111512"/>
                  <a:pt x="23024" y="111611"/>
                  <a:pt x="23472" y="111636"/>
                </a:cubicBezTo>
                <a:cubicBezTo>
                  <a:pt x="23771" y="111661"/>
                  <a:pt x="24120" y="111711"/>
                  <a:pt x="24468" y="111736"/>
                </a:cubicBezTo>
                <a:lnTo>
                  <a:pt x="25489" y="111835"/>
                </a:lnTo>
                <a:cubicBezTo>
                  <a:pt x="26161" y="111860"/>
                  <a:pt x="26883" y="111885"/>
                  <a:pt x="27604" y="111885"/>
                </a:cubicBezTo>
                <a:cubicBezTo>
                  <a:pt x="28351" y="111885"/>
                  <a:pt x="29098" y="111860"/>
                  <a:pt x="29845" y="111835"/>
                </a:cubicBezTo>
                <a:cubicBezTo>
                  <a:pt x="30218" y="111786"/>
                  <a:pt x="30616" y="111761"/>
                  <a:pt x="30990" y="111736"/>
                </a:cubicBezTo>
                <a:cubicBezTo>
                  <a:pt x="31114" y="111736"/>
                  <a:pt x="31239" y="111711"/>
                  <a:pt x="31413" y="111711"/>
                </a:cubicBezTo>
                <a:cubicBezTo>
                  <a:pt x="31438" y="111736"/>
                  <a:pt x="31463" y="111736"/>
                  <a:pt x="31487" y="111761"/>
                </a:cubicBezTo>
                <a:lnTo>
                  <a:pt x="31338" y="111761"/>
                </a:lnTo>
                <a:cubicBezTo>
                  <a:pt x="30840" y="111786"/>
                  <a:pt x="30367" y="111860"/>
                  <a:pt x="29919" y="111885"/>
                </a:cubicBezTo>
                <a:cubicBezTo>
                  <a:pt x="29123" y="111910"/>
                  <a:pt x="28376" y="111960"/>
                  <a:pt x="27629" y="111960"/>
                </a:cubicBezTo>
                <a:cubicBezTo>
                  <a:pt x="26883" y="111960"/>
                  <a:pt x="26186" y="111910"/>
                  <a:pt x="25489" y="111885"/>
                </a:cubicBezTo>
                <a:lnTo>
                  <a:pt x="24468" y="111786"/>
                </a:lnTo>
                <a:lnTo>
                  <a:pt x="23423" y="111686"/>
                </a:lnTo>
                <a:cubicBezTo>
                  <a:pt x="23000" y="111636"/>
                  <a:pt x="22601" y="111587"/>
                  <a:pt x="22153" y="111512"/>
                </a:cubicBezTo>
                <a:cubicBezTo>
                  <a:pt x="21929" y="111487"/>
                  <a:pt x="21680" y="111437"/>
                  <a:pt x="21481" y="111387"/>
                </a:cubicBezTo>
                <a:cubicBezTo>
                  <a:pt x="21033" y="111288"/>
                  <a:pt x="20635" y="111188"/>
                  <a:pt x="20237" y="111114"/>
                </a:cubicBezTo>
                <a:lnTo>
                  <a:pt x="20162" y="111039"/>
                </a:lnTo>
                <a:close/>
                <a:moveTo>
                  <a:pt x="14942" y="109369"/>
                </a:moveTo>
                <a:cubicBezTo>
                  <a:pt x="14951" y="109371"/>
                  <a:pt x="14963" y="109371"/>
                  <a:pt x="14985" y="109371"/>
                </a:cubicBezTo>
                <a:cubicBezTo>
                  <a:pt x="15308" y="109545"/>
                  <a:pt x="15682" y="109745"/>
                  <a:pt x="16055" y="109919"/>
                </a:cubicBezTo>
                <a:cubicBezTo>
                  <a:pt x="16229" y="109994"/>
                  <a:pt x="16403" y="110043"/>
                  <a:pt x="16603" y="110143"/>
                </a:cubicBezTo>
                <a:cubicBezTo>
                  <a:pt x="16926" y="110292"/>
                  <a:pt x="17299" y="110466"/>
                  <a:pt x="17648" y="110591"/>
                </a:cubicBezTo>
                <a:cubicBezTo>
                  <a:pt x="18220" y="111139"/>
                  <a:pt x="18793" y="111661"/>
                  <a:pt x="19415" y="112134"/>
                </a:cubicBezTo>
                <a:cubicBezTo>
                  <a:pt x="18619" y="111736"/>
                  <a:pt x="17748" y="111238"/>
                  <a:pt x="16876" y="110666"/>
                </a:cubicBezTo>
                <a:cubicBezTo>
                  <a:pt x="16143" y="110226"/>
                  <a:pt x="15530" y="109786"/>
                  <a:pt x="14942" y="109369"/>
                </a:cubicBezTo>
                <a:close/>
                <a:moveTo>
                  <a:pt x="18046" y="110715"/>
                </a:moveTo>
                <a:cubicBezTo>
                  <a:pt x="18096" y="110715"/>
                  <a:pt x="18146" y="110740"/>
                  <a:pt x="18171" y="110740"/>
                </a:cubicBezTo>
                <a:cubicBezTo>
                  <a:pt x="19017" y="111537"/>
                  <a:pt x="19913" y="112234"/>
                  <a:pt x="20859" y="112831"/>
                </a:cubicBezTo>
                <a:lnTo>
                  <a:pt x="20486" y="112632"/>
                </a:lnTo>
                <a:cubicBezTo>
                  <a:pt x="19614" y="112109"/>
                  <a:pt x="18793" y="111462"/>
                  <a:pt x="18046" y="110715"/>
                </a:cubicBezTo>
                <a:close/>
                <a:moveTo>
                  <a:pt x="75097" y="101307"/>
                </a:moveTo>
                <a:cubicBezTo>
                  <a:pt x="75993" y="101804"/>
                  <a:pt x="76764" y="102078"/>
                  <a:pt x="77412" y="102128"/>
                </a:cubicBezTo>
                <a:cubicBezTo>
                  <a:pt x="70143" y="107156"/>
                  <a:pt x="62751" y="110840"/>
                  <a:pt x="55931" y="112881"/>
                </a:cubicBezTo>
                <a:cubicBezTo>
                  <a:pt x="56428" y="112483"/>
                  <a:pt x="56851" y="112010"/>
                  <a:pt x="57300" y="111487"/>
                </a:cubicBezTo>
                <a:cubicBezTo>
                  <a:pt x="63174" y="108923"/>
                  <a:pt x="69173" y="105513"/>
                  <a:pt x="75097" y="101307"/>
                </a:cubicBezTo>
                <a:close/>
                <a:moveTo>
                  <a:pt x="13192" y="108301"/>
                </a:moveTo>
                <a:lnTo>
                  <a:pt x="13192" y="108301"/>
                </a:lnTo>
                <a:cubicBezTo>
                  <a:pt x="13267" y="108376"/>
                  <a:pt x="13367" y="108401"/>
                  <a:pt x="13416" y="108425"/>
                </a:cubicBezTo>
                <a:cubicBezTo>
                  <a:pt x="13441" y="108475"/>
                  <a:pt x="13491" y="108475"/>
                  <a:pt x="13516" y="108500"/>
                </a:cubicBezTo>
                <a:cubicBezTo>
                  <a:pt x="13541" y="108525"/>
                  <a:pt x="13616" y="108550"/>
                  <a:pt x="13640" y="108550"/>
                </a:cubicBezTo>
                <a:cubicBezTo>
                  <a:pt x="14512" y="109247"/>
                  <a:pt x="15507" y="109994"/>
                  <a:pt x="16802" y="110790"/>
                </a:cubicBezTo>
                <a:cubicBezTo>
                  <a:pt x="18096" y="111611"/>
                  <a:pt x="19341" y="112259"/>
                  <a:pt x="20411" y="112781"/>
                </a:cubicBezTo>
                <a:cubicBezTo>
                  <a:pt x="20510" y="112856"/>
                  <a:pt x="20585" y="112881"/>
                  <a:pt x="20660" y="112931"/>
                </a:cubicBezTo>
                <a:cubicBezTo>
                  <a:pt x="20710" y="112980"/>
                  <a:pt x="20759" y="113005"/>
                  <a:pt x="20784" y="113005"/>
                </a:cubicBezTo>
                <a:cubicBezTo>
                  <a:pt x="20797" y="113012"/>
                  <a:pt x="20811" y="113019"/>
                  <a:pt x="20823" y="113025"/>
                </a:cubicBezTo>
                <a:lnTo>
                  <a:pt x="20823" y="113025"/>
                </a:lnTo>
                <a:cubicBezTo>
                  <a:pt x="19925" y="112699"/>
                  <a:pt x="18934" y="112190"/>
                  <a:pt x="17897" y="111587"/>
                </a:cubicBezTo>
                <a:cubicBezTo>
                  <a:pt x="17872" y="111537"/>
                  <a:pt x="17847" y="111537"/>
                  <a:pt x="17797" y="111512"/>
                </a:cubicBezTo>
                <a:cubicBezTo>
                  <a:pt x="17499" y="111338"/>
                  <a:pt x="17150" y="111139"/>
                  <a:pt x="16851" y="110914"/>
                </a:cubicBezTo>
                <a:cubicBezTo>
                  <a:pt x="16777" y="110890"/>
                  <a:pt x="16677" y="110840"/>
                  <a:pt x="16627" y="110765"/>
                </a:cubicBezTo>
                <a:cubicBezTo>
                  <a:pt x="16379" y="110616"/>
                  <a:pt x="16130" y="110466"/>
                  <a:pt x="15906" y="110292"/>
                </a:cubicBezTo>
                <a:lnTo>
                  <a:pt x="14686" y="109471"/>
                </a:lnTo>
                <a:cubicBezTo>
                  <a:pt x="14263" y="109147"/>
                  <a:pt x="13815" y="108799"/>
                  <a:pt x="13392" y="108475"/>
                </a:cubicBezTo>
                <a:cubicBezTo>
                  <a:pt x="13317" y="108401"/>
                  <a:pt x="13267" y="108376"/>
                  <a:pt x="13192" y="108301"/>
                </a:cubicBezTo>
                <a:close/>
                <a:moveTo>
                  <a:pt x="56926" y="111636"/>
                </a:moveTo>
                <a:lnTo>
                  <a:pt x="56926" y="111636"/>
                </a:lnTo>
                <a:cubicBezTo>
                  <a:pt x="56453" y="112159"/>
                  <a:pt x="55955" y="112607"/>
                  <a:pt x="55458" y="113005"/>
                </a:cubicBezTo>
                <a:cubicBezTo>
                  <a:pt x="55383" y="113030"/>
                  <a:pt x="55333" y="113030"/>
                  <a:pt x="55258" y="113080"/>
                </a:cubicBezTo>
                <a:cubicBezTo>
                  <a:pt x="55806" y="112657"/>
                  <a:pt x="56304" y="112234"/>
                  <a:pt x="56752" y="111711"/>
                </a:cubicBezTo>
                <a:cubicBezTo>
                  <a:pt x="56827" y="111661"/>
                  <a:pt x="56851" y="111661"/>
                  <a:pt x="56926" y="111636"/>
                </a:cubicBezTo>
                <a:close/>
                <a:moveTo>
                  <a:pt x="61730" y="110989"/>
                </a:moveTo>
                <a:cubicBezTo>
                  <a:pt x="60734" y="111412"/>
                  <a:pt x="59639" y="111835"/>
                  <a:pt x="58121" y="112408"/>
                </a:cubicBezTo>
                <a:cubicBezTo>
                  <a:pt x="57225" y="112732"/>
                  <a:pt x="56329" y="113005"/>
                  <a:pt x="55408" y="113254"/>
                </a:cubicBezTo>
                <a:cubicBezTo>
                  <a:pt x="55458" y="113229"/>
                  <a:pt x="55507" y="113204"/>
                  <a:pt x="55557" y="113155"/>
                </a:cubicBezTo>
                <a:cubicBezTo>
                  <a:pt x="57573" y="112582"/>
                  <a:pt x="59614" y="111860"/>
                  <a:pt x="61730" y="110989"/>
                </a:cubicBezTo>
                <a:close/>
                <a:moveTo>
                  <a:pt x="40423" y="110292"/>
                </a:moveTo>
                <a:cubicBezTo>
                  <a:pt x="40498" y="110367"/>
                  <a:pt x="40523" y="110392"/>
                  <a:pt x="40573" y="110417"/>
                </a:cubicBezTo>
                <a:cubicBezTo>
                  <a:pt x="39029" y="111711"/>
                  <a:pt x="37337" y="112732"/>
                  <a:pt x="35594" y="113478"/>
                </a:cubicBezTo>
                <a:cubicBezTo>
                  <a:pt x="34449" y="113030"/>
                  <a:pt x="33354" y="112508"/>
                  <a:pt x="32359" y="111885"/>
                </a:cubicBezTo>
                <a:cubicBezTo>
                  <a:pt x="34947" y="111611"/>
                  <a:pt x="37660" y="111039"/>
                  <a:pt x="40423" y="110292"/>
                </a:cubicBezTo>
                <a:close/>
                <a:moveTo>
                  <a:pt x="54985" y="113354"/>
                </a:moveTo>
                <a:cubicBezTo>
                  <a:pt x="54960" y="113379"/>
                  <a:pt x="54935" y="113404"/>
                  <a:pt x="54885" y="113404"/>
                </a:cubicBezTo>
                <a:cubicBezTo>
                  <a:pt x="54835" y="113453"/>
                  <a:pt x="54736" y="113453"/>
                  <a:pt x="54686" y="113478"/>
                </a:cubicBezTo>
                <a:cubicBezTo>
                  <a:pt x="54736" y="113453"/>
                  <a:pt x="54761" y="113404"/>
                  <a:pt x="54835" y="113379"/>
                </a:cubicBezTo>
                <a:cubicBezTo>
                  <a:pt x="54885" y="113379"/>
                  <a:pt x="54935" y="113354"/>
                  <a:pt x="54985" y="113354"/>
                </a:cubicBezTo>
                <a:close/>
                <a:moveTo>
                  <a:pt x="40697" y="110591"/>
                </a:moveTo>
                <a:cubicBezTo>
                  <a:pt x="40747" y="110591"/>
                  <a:pt x="40747" y="110616"/>
                  <a:pt x="40772" y="110616"/>
                </a:cubicBezTo>
                <a:cubicBezTo>
                  <a:pt x="39278" y="111860"/>
                  <a:pt x="37660" y="112856"/>
                  <a:pt x="35968" y="113603"/>
                </a:cubicBezTo>
                <a:cubicBezTo>
                  <a:pt x="35943" y="113603"/>
                  <a:pt x="35918" y="113578"/>
                  <a:pt x="35868" y="113578"/>
                </a:cubicBezTo>
                <a:cubicBezTo>
                  <a:pt x="37561" y="112831"/>
                  <a:pt x="39204" y="111835"/>
                  <a:pt x="40697" y="110591"/>
                </a:cubicBezTo>
                <a:close/>
                <a:moveTo>
                  <a:pt x="32085" y="111910"/>
                </a:moveTo>
                <a:cubicBezTo>
                  <a:pt x="33080" y="112582"/>
                  <a:pt x="34201" y="113130"/>
                  <a:pt x="35395" y="113603"/>
                </a:cubicBezTo>
                <a:cubicBezTo>
                  <a:pt x="35346" y="113603"/>
                  <a:pt x="35321" y="113628"/>
                  <a:pt x="35296" y="113628"/>
                </a:cubicBezTo>
                <a:cubicBezTo>
                  <a:pt x="34101" y="113155"/>
                  <a:pt x="32981" y="112607"/>
                  <a:pt x="31985" y="111960"/>
                </a:cubicBezTo>
                <a:cubicBezTo>
                  <a:pt x="32035" y="111910"/>
                  <a:pt x="32060" y="111910"/>
                  <a:pt x="32085" y="111910"/>
                </a:cubicBezTo>
                <a:close/>
                <a:moveTo>
                  <a:pt x="35644" y="113702"/>
                </a:moveTo>
                <a:cubicBezTo>
                  <a:pt x="35669" y="113702"/>
                  <a:pt x="35694" y="113727"/>
                  <a:pt x="35694" y="113727"/>
                </a:cubicBezTo>
                <a:cubicBezTo>
                  <a:pt x="35669" y="113727"/>
                  <a:pt x="35644" y="113752"/>
                  <a:pt x="35594" y="113752"/>
                </a:cubicBezTo>
                <a:cubicBezTo>
                  <a:pt x="35570" y="113752"/>
                  <a:pt x="35545" y="113727"/>
                  <a:pt x="35520" y="113727"/>
                </a:cubicBezTo>
                <a:cubicBezTo>
                  <a:pt x="35545" y="113727"/>
                  <a:pt x="35570" y="113702"/>
                  <a:pt x="35594" y="113702"/>
                </a:cubicBezTo>
                <a:close/>
                <a:moveTo>
                  <a:pt x="18594" y="110865"/>
                </a:moveTo>
                <a:cubicBezTo>
                  <a:pt x="18893" y="110964"/>
                  <a:pt x="19216" y="111089"/>
                  <a:pt x="19515" y="111139"/>
                </a:cubicBezTo>
                <a:cubicBezTo>
                  <a:pt x="19540" y="111139"/>
                  <a:pt x="19589" y="111139"/>
                  <a:pt x="19614" y="111163"/>
                </a:cubicBezTo>
                <a:cubicBezTo>
                  <a:pt x="20734" y="112234"/>
                  <a:pt x="22004" y="113130"/>
                  <a:pt x="23398" y="113877"/>
                </a:cubicBezTo>
                <a:cubicBezTo>
                  <a:pt x="21631" y="113204"/>
                  <a:pt x="20013" y="112209"/>
                  <a:pt x="18594" y="110865"/>
                </a:cubicBezTo>
                <a:close/>
                <a:moveTo>
                  <a:pt x="61701" y="111266"/>
                </a:moveTo>
                <a:lnTo>
                  <a:pt x="61701" y="111266"/>
                </a:lnTo>
                <a:cubicBezTo>
                  <a:pt x="61626" y="111299"/>
                  <a:pt x="61548" y="111344"/>
                  <a:pt x="61456" y="111363"/>
                </a:cubicBezTo>
                <a:cubicBezTo>
                  <a:pt x="61332" y="111412"/>
                  <a:pt x="61207" y="111487"/>
                  <a:pt x="61083" y="111512"/>
                </a:cubicBezTo>
                <a:cubicBezTo>
                  <a:pt x="59963" y="111985"/>
                  <a:pt x="58669" y="112458"/>
                  <a:pt x="56752" y="113155"/>
                </a:cubicBezTo>
                <a:cubicBezTo>
                  <a:pt x="56702" y="113204"/>
                  <a:pt x="56627" y="113204"/>
                  <a:pt x="56603" y="113229"/>
                </a:cubicBezTo>
                <a:cubicBezTo>
                  <a:pt x="55995" y="113448"/>
                  <a:pt x="55173" y="113715"/>
                  <a:pt x="54300" y="113982"/>
                </a:cubicBezTo>
                <a:lnTo>
                  <a:pt x="54300" y="113982"/>
                </a:lnTo>
                <a:cubicBezTo>
                  <a:pt x="54308" y="113979"/>
                  <a:pt x="54313" y="113976"/>
                  <a:pt x="54313" y="113976"/>
                </a:cubicBezTo>
                <a:cubicBezTo>
                  <a:pt x="54337" y="113976"/>
                  <a:pt x="54362" y="113926"/>
                  <a:pt x="54387" y="113926"/>
                </a:cubicBezTo>
                <a:cubicBezTo>
                  <a:pt x="54437" y="113926"/>
                  <a:pt x="54437" y="113901"/>
                  <a:pt x="54462" y="113901"/>
                </a:cubicBezTo>
                <a:cubicBezTo>
                  <a:pt x="55582" y="113553"/>
                  <a:pt x="56329" y="113279"/>
                  <a:pt x="56752" y="113130"/>
                </a:cubicBezTo>
                <a:cubicBezTo>
                  <a:pt x="57300" y="112906"/>
                  <a:pt x="57797" y="112756"/>
                  <a:pt x="58220" y="112557"/>
                </a:cubicBezTo>
                <a:lnTo>
                  <a:pt x="59988" y="111910"/>
                </a:lnTo>
                <a:cubicBezTo>
                  <a:pt x="60187" y="111860"/>
                  <a:pt x="60336" y="111786"/>
                  <a:pt x="60535" y="111736"/>
                </a:cubicBezTo>
                <a:cubicBezTo>
                  <a:pt x="60909" y="111573"/>
                  <a:pt x="61304" y="111409"/>
                  <a:pt x="61701" y="111266"/>
                </a:cubicBezTo>
                <a:close/>
                <a:moveTo>
                  <a:pt x="59241" y="107156"/>
                </a:moveTo>
                <a:lnTo>
                  <a:pt x="59241" y="107156"/>
                </a:lnTo>
                <a:cubicBezTo>
                  <a:pt x="58619" y="108724"/>
                  <a:pt x="57922" y="110018"/>
                  <a:pt x="57051" y="111089"/>
                </a:cubicBezTo>
                <a:cubicBezTo>
                  <a:pt x="53889" y="112458"/>
                  <a:pt x="50828" y="113528"/>
                  <a:pt x="47791" y="114349"/>
                </a:cubicBezTo>
                <a:cubicBezTo>
                  <a:pt x="45601" y="113827"/>
                  <a:pt x="43311" y="112508"/>
                  <a:pt x="41195" y="110466"/>
                </a:cubicBezTo>
                <a:cubicBezTo>
                  <a:pt x="41419" y="110267"/>
                  <a:pt x="41643" y="110093"/>
                  <a:pt x="41867" y="109869"/>
                </a:cubicBezTo>
                <a:cubicBezTo>
                  <a:pt x="43609" y="109346"/>
                  <a:pt x="45352" y="108749"/>
                  <a:pt x="47119" y="108052"/>
                </a:cubicBezTo>
                <a:lnTo>
                  <a:pt x="47219" y="108052"/>
                </a:lnTo>
                <a:cubicBezTo>
                  <a:pt x="47268" y="108052"/>
                  <a:pt x="47343" y="108102"/>
                  <a:pt x="47368" y="108102"/>
                </a:cubicBezTo>
                <a:cubicBezTo>
                  <a:pt x="47791" y="108152"/>
                  <a:pt x="48239" y="108226"/>
                  <a:pt x="48662" y="108251"/>
                </a:cubicBezTo>
                <a:cubicBezTo>
                  <a:pt x="48762" y="108251"/>
                  <a:pt x="48861" y="108276"/>
                  <a:pt x="48961" y="108276"/>
                </a:cubicBezTo>
                <a:lnTo>
                  <a:pt x="49110" y="108276"/>
                </a:lnTo>
                <a:cubicBezTo>
                  <a:pt x="49658" y="108301"/>
                  <a:pt x="50230" y="108351"/>
                  <a:pt x="50828" y="108351"/>
                </a:cubicBezTo>
                <a:lnTo>
                  <a:pt x="51002" y="108351"/>
                </a:lnTo>
                <a:cubicBezTo>
                  <a:pt x="51400" y="108351"/>
                  <a:pt x="51823" y="108351"/>
                  <a:pt x="52222" y="108301"/>
                </a:cubicBezTo>
                <a:lnTo>
                  <a:pt x="52272" y="108301"/>
                </a:lnTo>
                <a:cubicBezTo>
                  <a:pt x="52496" y="108301"/>
                  <a:pt x="52720" y="108276"/>
                  <a:pt x="52944" y="108251"/>
                </a:cubicBezTo>
                <a:lnTo>
                  <a:pt x="53068" y="108251"/>
                </a:lnTo>
                <a:cubicBezTo>
                  <a:pt x="53242" y="108251"/>
                  <a:pt x="53416" y="108226"/>
                  <a:pt x="53616" y="108176"/>
                </a:cubicBezTo>
                <a:cubicBezTo>
                  <a:pt x="53765" y="108176"/>
                  <a:pt x="53889" y="108152"/>
                  <a:pt x="54064" y="108127"/>
                </a:cubicBezTo>
                <a:cubicBezTo>
                  <a:pt x="54238" y="108102"/>
                  <a:pt x="54462" y="108102"/>
                  <a:pt x="54686" y="108052"/>
                </a:cubicBezTo>
                <a:lnTo>
                  <a:pt x="54711" y="108052"/>
                </a:lnTo>
                <a:cubicBezTo>
                  <a:pt x="54761" y="108052"/>
                  <a:pt x="54835" y="108027"/>
                  <a:pt x="54885" y="108027"/>
                </a:cubicBezTo>
                <a:lnTo>
                  <a:pt x="54960" y="108027"/>
                </a:lnTo>
                <a:lnTo>
                  <a:pt x="55433" y="107928"/>
                </a:lnTo>
                <a:cubicBezTo>
                  <a:pt x="55731" y="107878"/>
                  <a:pt x="56055" y="107803"/>
                  <a:pt x="56354" y="107778"/>
                </a:cubicBezTo>
                <a:cubicBezTo>
                  <a:pt x="56603" y="107753"/>
                  <a:pt x="56851" y="107679"/>
                  <a:pt x="57100" y="107654"/>
                </a:cubicBezTo>
                <a:cubicBezTo>
                  <a:pt x="57822" y="107529"/>
                  <a:pt x="58544" y="107355"/>
                  <a:pt x="59241" y="107156"/>
                </a:cubicBezTo>
                <a:close/>
                <a:moveTo>
                  <a:pt x="56329" y="111910"/>
                </a:moveTo>
                <a:cubicBezTo>
                  <a:pt x="55831" y="112383"/>
                  <a:pt x="55308" y="112856"/>
                  <a:pt x="54736" y="113229"/>
                </a:cubicBezTo>
                <a:cubicBezTo>
                  <a:pt x="52968" y="113727"/>
                  <a:pt x="51201" y="114101"/>
                  <a:pt x="49509" y="114374"/>
                </a:cubicBezTo>
                <a:cubicBezTo>
                  <a:pt x="51749" y="113702"/>
                  <a:pt x="54014" y="112881"/>
                  <a:pt x="56329" y="111910"/>
                </a:cubicBezTo>
                <a:close/>
                <a:moveTo>
                  <a:pt x="19988" y="111288"/>
                </a:moveTo>
                <a:cubicBezTo>
                  <a:pt x="20013" y="111288"/>
                  <a:pt x="20087" y="111338"/>
                  <a:pt x="20112" y="111338"/>
                </a:cubicBezTo>
                <a:cubicBezTo>
                  <a:pt x="21531" y="112607"/>
                  <a:pt x="23199" y="113628"/>
                  <a:pt x="25066" y="114449"/>
                </a:cubicBezTo>
                <a:cubicBezTo>
                  <a:pt x="24941" y="114399"/>
                  <a:pt x="24817" y="114374"/>
                  <a:pt x="24717" y="114349"/>
                </a:cubicBezTo>
                <a:cubicBezTo>
                  <a:pt x="22950" y="113528"/>
                  <a:pt x="21357" y="112508"/>
                  <a:pt x="19988" y="111288"/>
                </a:cubicBezTo>
                <a:close/>
                <a:moveTo>
                  <a:pt x="41071" y="110616"/>
                </a:moveTo>
                <a:cubicBezTo>
                  <a:pt x="43136" y="112582"/>
                  <a:pt x="45277" y="113877"/>
                  <a:pt x="47468" y="114474"/>
                </a:cubicBezTo>
                <a:cubicBezTo>
                  <a:pt x="47418" y="114474"/>
                  <a:pt x="47393" y="114499"/>
                  <a:pt x="47343" y="114499"/>
                </a:cubicBezTo>
                <a:cubicBezTo>
                  <a:pt x="45178" y="113901"/>
                  <a:pt x="43062" y="112607"/>
                  <a:pt x="41046" y="110641"/>
                </a:cubicBezTo>
                <a:lnTo>
                  <a:pt x="41071" y="110616"/>
                </a:lnTo>
                <a:close/>
                <a:moveTo>
                  <a:pt x="56802" y="111412"/>
                </a:moveTo>
                <a:cubicBezTo>
                  <a:pt x="56752" y="111487"/>
                  <a:pt x="56702" y="111512"/>
                  <a:pt x="56677" y="111587"/>
                </a:cubicBezTo>
                <a:cubicBezTo>
                  <a:pt x="53840" y="112732"/>
                  <a:pt x="51102" y="113727"/>
                  <a:pt x="48388" y="114499"/>
                </a:cubicBezTo>
                <a:cubicBezTo>
                  <a:pt x="48339" y="114499"/>
                  <a:pt x="48264" y="114474"/>
                  <a:pt x="48214" y="114474"/>
                </a:cubicBezTo>
                <a:cubicBezTo>
                  <a:pt x="51002" y="113702"/>
                  <a:pt x="53865" y="112657"/>
                  <a:pt x="56802" y="111412"/>
                </a:cubicBezTo>
                <a:close/>
                <a:moveTo>
                  <a:pt x="22300" y="113641"/>
                </a:moveTo>
                <a:cubicBezTo>
                  <a:pt x="22877" y="113870"/>
                  <a:pt x="23339" y="114032"/>
                  <a:pt x="23622" y="114150"/>
                </a:cubicBezTo>
                <a:cubicBezTo>
                  <a:pt x="24020" y="114325"/>
                  <a:pt x="24393" y="114449"/>
                  <a:pt x="24817" y="114573"/>
                </a:cubicBezTo>
                <a:cubicBezTo>
                  <a:pt x="24717" y="114573"/>
                  <a:pt x="24593" y="114524"/>
                  <a:pt x="24418" y="114499"/>
                </a:cubicBezTo>
                <a:lnTo>
                  <a:pt x="24393" y="114499"/>
                </a:lnTo>
                <a:cubicBezTo>
                  <a:pt x="24269" y="114474"/>
                  <a:pt x="24194" y="114449"/>
                  <a:pt x="24070" y="114374"/>
                </a:cubicBezTo>
                <a:cubicBezTo>
                  <a:pt x="24020" y="114374"/>
                  <a:pt x="24020" y="114349"/>
                  <a:pt x="23995" y="114349"/>
                </a:cubicBezTo>
                <a:cubicBezTo>
                  <a:pt x="23522" y="114200"/>
                  <a:pt x="23099" y="114026"/>
                  <a:pt x="22651" y="113827"/>
                </a:cubicBezTo>
                <a:cubicBezTo>
                  <a:pt x="22534" y="113768"/>
                  <a:pt x="22417" y="113695"/>
                  <a:pt x="22300" y="113641"/>
                </a:cubicBezTo>
                <a:close/>
                <a:moveTo>
                  <a:pt x="47791" y="114573"/>
                </a:moveTo>
                <a:cubicBezTo>
                  <a:pt x="47841" y="114573"/>
                  <a:pt x="47866" y="114598"/>
                  <a:pt x="47916" y="114598"/>
                </a:cubicBezTo>
                <a:lnTo>
                  <a:pt x="47667" y="114598"/>
                </a:lnTo>
                <a:cubicBezTo>
                  <a:pt x="47716" y="114598"/>
                  <a:pt x="47766" y="114573"/>
                  <a:pt x="47791" y="114573"/>
                </a:cubicBezTo>
                <a:close/>
                <a:moveTo>
                  <a:pt x="54188" y="113553"/>
                </a:moveTo>
                <a:cubicBezTo>
                  <a:pt x="54089" y="113603"/>
                  <a:pt x="54014" y="113628"/>
                  <a:pt x="53939" y="113702"/>
                </a:cubicBezTo>
                <a:cubicBezTo>
                  <a:pt x="52396" y="114101"/>
                  <a:pt x="50902" y="114399"/>
                  <a:pt x="49484" y="114623"/>
                </a:cubicBezTo>
                <a:cubicBezTo>
                  <a:pt x="49384" y="114623"/>
                  <a:pt x="49285" y="114623"/>
                  <a:pt x="49235" y="114598"/>
                </a:cubicBezTo>
                <a:cubicBezTo>
                  <a:pt x="50853" y="114349"/>
                  <a:pt x="52496" y="114001"/>
                  <a:pt x="54188" y="113553"/>
                </a:cubicBezTo>
                <a:close/>
                <a:moveTo>
                  <a:pt x="53068" y="114101"/>
                </a:moveTo>
                <a:lnTo>
                  <a:pt x="53068" y="114101"/>
                </a:lnTo>
                <a:cubicBezTo>
                  <a:pt x="52645" y="114250"/>
                  <a:pt x="52247" y="114374"/>
                  <a:pt x="51848" y="114474"/>
                </a:cubicBezTo>
                <a:cubicBezTo>
                  <a:pt x="51400" y="114524"/>
                  <a:pt x="50977" y="114598"/>
                  <a:pt x="50529" y="114623"/>
                </a:cubicBezTo>
                <a:cubicBezTo>
                  <a:pt x="51375" y="114474"/>
                  <a:pt x="52222" y="114275"/>
                  <a:pt x="53068" y="114101"/>
                </a:cubicBezTo>
                <a:close/>
                <a:moveTo>
                  <a:pt x="48488" y="114698"/>
                </a:moveTo>
                <a:cubicBezTo>
                  <a:pt x="48538" y="114698"/>
                  <a:pt x="48613" y="114723"/>
                  <a:pt x="48662" y="114723"/>
                </a:cubicBezTo>
                <a:cubicBezTo>
                  <a:pt x="48637" y="114723"/>
                  <a:pt x="48538" y="114748"/>
                  <a:pt x="48488" y="114748"/>
                </a:cubicBezTo>
                <a:cubicBezTo>
                  <a:pt x="48413" y="114748"/>
                  <a:pt x="48388" y="114723"/>
                  <a:pt x="48339" y="114723"/>
                </a:cubicBezTo>
                <a:cubicBezTo>
                  <a:pt x="48388" y="114723"/>
                  <a:pt x="48463" y="114698"/>
                  <a:pt x="48488" y="114698"/>
                </a:cubicBezTo>
                <a:close/>
                <a:moveTo>
                  <a:pt x="53342" y="114225"/>
                </a:moveTo>
                <a:lnTo>
                  <a:pt x="53143" y="114325"/>
                </a:lnTo>
                <a:cubicBezTo>
                  <a:pt x="53118" y="114325"/>
                  <a:pt x="53093" y="114349"/>
                  <a:pt x="53068" y="114349"/>
                </a:cubicBezTo>
                <a:cubicBezTo>
                  <a:pt x="52869" y="114399"/>
                  <a:pt x="52720" y="114474"/>
                  <a:pt x="52520" y="114524"/>
                </a:cubicBezTo>
                <a:lnTo>
                  <a:pt x="52471" y="114524"/>
                </a:lnTo>
                <a:cubicBezTo>
                  <a:pt x="52272" y="114598"/>
                  <a:pt x="52072" y="114623"/>
                  <a:pt x="51873" y="114698"/>
                </a:cubicBezTo>
                <a:cubicBezTo>
                  <a:pt x="51823" y="114698"/>
                  <a:pt x="51774" y="114698"/>
                  <a:pt x="51724" y="114723"/>
                </a:cubicBezTo>
                <a:lnTo>
                  <a:pt x="51624" y="114723"/>
                </a:lnTo>
                <a:cubicBezTo>
                  <a:pt x="51500" y="114748"/>
                  <a:pt x="51400" y="114748"/>
                  <a:pt x="51276" y="114773"/>
                </a:cubicBezTo>
                <a:cubicBezTo>
                  <a:pt x="52023" y="114598"/>
                  <a:pt x="52720" y="114399"/>
                  <a:pt x="53342" y="114225"/>
                </a:cubicBezTo>
                <a:close/>
                <a:moveTo>
                  <a:pt x="40896" y="110740"/>
                </a:moveTo>
                <a:cubicBezTo>
                  <a:pt x="42863" y="112632"/>
                  <a:pt x="44904" y="113951"/>
                  <a:pt x="46995" y="114573"/>
                </a:cubicBezTo>
                <a:cubicBezTo>
                  <a:pt x="46795" y="114623"/>
                  <a:pt x="46621" y="114648"/>
                  <a:pt x="46422" y="114723"/>
                </a:cubicBezTo>
                <a:cubicBezTo>
                  <a:pt x="45529" y="114794"/>
                  <a:pt x="44652" y="114830"/>
                  <a:pt x="43794" y="114830"/>
                </a:cubicBezTo>
                <a:cubicBezTo>
                  <a:pt x="41045" y="114830"/>
                  <a:pt x="38494" y="114461"/>
                  <a:pt x="36217" y="113702"/>
                </a:cubicBezTo>
                <a:cubicBezTo>
                  <a:pt x="37884" y="112956"/>
                  <a:pt x="39428" y="111960"/>
                  <a:pt x="40896" y="110740"/>
                </a:cubicBezTo>
                <a:close/>
                <a:moveTo>
                  <a:pt x="49484" y="114797"/>
                </a:moveTo>
                <a:cubicBezTo>
                  <a:pt x="49633" y="114822"/>
                  <a:pt x="49789" y="114835"/>
                  <a:pt x="49944" y="114835"/>
                </a:cubicBezTo>
                <a:cubicBezTo>
                  <a:pt x="50100" y="114835"/>
                  <a:pt x="50255" y="114822"/>
                  <a:pt x="50405" y="114797"/>
                </a:cubicBezTo>
                <a:lnTo>
                  <a:pt x="50405" y="114797"/>
                </a:lnTo>
                <a:cubicBezTo>
                  <a:pt x="50330" y="114847"/>
                  <a:pt x="50230" y="114847"/>
                  <a:pt x="50131" y="114872"/>
                </a:cubicBezTo>
                <a:lnTo>
                  <a:pt x="50031" y="114872"/>
                </a:lnTo>
                <a:cubicBezTo>
                  <a:pt x="49758" y="114872"/>
                  <a:pt x="49484" y="114847"/>
                  <a:pt x="49235" y="114847"/>
                </a:cubicBezTo>
                <a:cubicBezTo>
                  <a:pt x="49334" y="114847"/>
                  <a:pt x="49384" y="114797"/>
                  <a:pt x="49484" y="114797"/>
                </a:cubicBezTo>
                <a:close/>
                <a:moveTo>
                  <a:pt x="20486" y="111387"/>
                </a:moveTo>
                <a:lnTo>
                  <a:pt x="20486" y="111387"/>
                </a:lnTo>
                <a:cubicBezTo>
                  <a:pt x="20784" y="111462"/>
                  <a:pt x="21083" y="111537"/>
                  <a:pt x="21382" y="111611"/>
                </a:cubicBezTo>
                <a:cubicBezTo>
                  <a:pt x="21631" y="111661"/>
                  <a:pt x="21904" y="111711"/>
                  <a:pt x="22153" y="111736"/>
                </a:cubicBezTo>
                <a:cubicBezTo>
                  <a:pt x="22576" y="111786"/>
                  <a:pt x="22975" y="111885"/>
                  <a:pt x="23373" y="111910"/>
                </a:cubicBezTo>
                <a:cubicBezTo>
                  <a:pt x="23771" y="111985"/>
                  <a:pt x="24219" y="112010"/>
                  <a:pt x="24642" y="112035"/>
                </a:cubicBezTo>
                <a:cubicBezTo>
                  <a:pt x="24941" y="112084"/>
                  <a:pt x="25190" y="112109"/>
                  <a:pt x="25464" y="112109"/>
                </a:cubicBezTo>
                <a:cubicBezTo>
                  <a:pt x="26186" y="112134"/>
                  <a:pt x="26883" y="112159"/>
                  <a:pt x="27629" y="112159"/>
                </a:cubicBezTo>
                <a:cubicBezTo>
                  <a:pt x="28376" y="112159"/>
                  <a:pt x="29123" y="112134"/>
                  <a:pt x="29919" y="112109"/>
                </a:cubicBezTo>
                <a:cubicBezTo>
                  <a:pt x="30367" y="112059"/>
                  <a:pt x="30840" y="112035"/>
                  <a:pt x="31338" y="111985"/>
                </a:cubicBezTo>
                <a:cubicBezTo>
                  <a:pt x="31463" y="111985"/>
                  <a:pt x="31587" y="111960"/>
                  <a:pt x="31736" y="111960"/>
                </a:cubicBezTo>
                <a:cubicBezTo>
                  <a:pt x="32782" y="112632"/>
                  <a:pt x="33852" y="113229"/>
                  <a:pt x="35072" y="113727"/>
                </a:cubicBezTo>
                <a:cubicBezTo>
                  <a:pt x="33329" y="114399"/>
                  <a:pt x="31487" y="114797"/>
                  <a:pt x="29670" y="114897"/>
                </a:cubicBezTo>
                <a:cubicBezTo>
                  <a:pt x="29396" y="114914"/>
                  <a:pt x="29125" y="114922"/>
                  <a:pt x="28856" y="114922"/>
                </a:cubicBezTo>
                <a:cubicBezTo>
                  <a:pt x="27952" y="114922"/>
                  <a:pt x="27074" y="114832"/>
                  <a:pt x="26211" y="114698"/>
                </a:cubicBezTo>
                <a:cubicBezTo>
                  <a:pt x="24020" y="113877"/>
                  <a:pt x="22128" y="112781"/>
                  <a:pt x="20486" y="111387"/>
                </a:cubicBezTo>
                <a:close/>
                <a:moveTo>
                  <a:pt x="46995" y="114872"/>
                </a:moveTo>
                <a:cubicBezTo>
                  <a:pt x="46895" y="114897"/>
                  <a:pt x="46795" y="114947"/>
                  <a:pt x="46721" y="114947"/>
                </a:cubicBezTo>
                <a:cubicBezTo>
                  <a:pt x="46497" y="114972"/>
                  <a:pt x="46298" y="114972"/>
                  <a:pt x="46099" y="114997"/>
                </a:cubicBezTo>
                <a:lnTo>
                  <a:pt x="46472" y="114897"/>
                </a:lnTo>
                <a:cubicBezTo>
                  <a:pt x="46646" y="114897"/>
                  <a:pt x="46795" y="114872"/>
                  <a:pt x="46995" y="114872"/>
                </a:cubicBezTo>
                <a:close/>
                <a:moveTo>
                  <a:pt x="35968" y="113827"/>
                </a:moveTo>
                <a:cubicBezTo>
                  <a:pt x="38360" y="114638"/>
                  <a:pt x="41027" y="115028"/>
                  <a:pt x="43938" y="115028"/>
                </a:cubicBezTo>
                <a:cubicBezTo>
                  <a:pt x="44419" y="115028"/>
                  <a:pt x="44907" y="115018"/>
                  <a:pt x="45402" y="114997"/>
                </a:cubicBezTo>
                <a:lnTo>
                  <a:pt x="45402" y="114997"/>
                </a:lnTo>
                <a:cubicBezTo>
                  <a:pt x="45302" y="115021"/>
                  <a:pt x="45227" y="115021"/>
                  <a:pt x="45128" y="115071"/>
                </a:cubicBezTo>
                <a:cubicBezTo>
                  <a:pt x="44680" y="115096"/>
                  <a:pt x="44281" y="115096"/>
                  <a:pt x="43883" y="115096"/>
                </a:cubicBezTo>
                <a:cubicBezTo>
                  <a:pt x="40946" y="115096"/>
                  <a:pt x="38283" y="114648"/>
                  <a:pt x="35918" y="113852"/>
                </a:cubicBezTo>
                <a:cubicBezTo>
                  <a:pt x="35918" y="113827"/>
                  <a:pt x="35943" y="113827"/>
                  <a:pt x="35968" y="113827"/>
                </a:cubicBezTo>
                <a:close/>
                <a:moveTo>
                  <a:pt x="35296" y="113852"/>
                </a:moveTo>
                <a:cubicBezTo>
                  <a:pt x="35321" y="113852"/>
                  <a:pt x="35346" y="113877"/>
                  <a:pt x="35395" y="113877"/>
                </a:cubicBezTo>
                <a:cubicBezTo>
                  <a:pt x="33528" y="114623"/>
                  <a:pt x="31587" y="115071"/>
                  <a:pt x="29670" y="115146"/>
                </a:cubicBezTo>
                <a:cubicBezTo>
                  <a:pt x="29421" y="115146"/>
                  <a:pt x="29123" y="115196"/>
                  <a:pt x="28924" y="115196"/>
                </a:cubicBezTo>
                <a:cubicBezTo>
                  <a:pt x="28426" y="115196"/>
                  <a:pt x="27953" y="115146"/>
                  <a:pt x="27480" y="115121"/>
                </a:cubicBezTo>
                <a:cubicBezTo>
                  <a:pt x="27355" y="115071"/>
                  <a:pt x="27256" y="115021"/>
                  <a:pt x="27181" y="114997"/>
                </a:cubicBezTo>
                <a:lnTo>
                  <a:pt x="27181" y="114997"/>
                </a:lnTo>
                <a:cubicBezTo>
                  <a:pt x="27790" y="115073"/>
                  <a:pt x="28398" y="115105"/>
                  <a:pt x="29029" y="115105"/>
                </a:cubicBezTo>
                <a:cubicBezTo>
                  <a:pt x="29224" y="115105"/>
                  <a:pt x="29421" y="115102"/>
                  <a:pt x="29621" y="115096"/>
                </a:cubicBezTo>
                <a:cubicBezTo>
                  <a:pt x="31562" y="114997"/>
                  <a:pt x="33454" y="114573"/>
                  <a:pt x="35296" y="113852"/>
                </a:cubicBezTo>
                <a:close/>
                <a:moveTo>
                  <a:pt x="35644" y="113951"/>
                </a:moveTo>
                <a:cubicBezTo>
                  <a:pt x="38059" y="114822"/>
                  <a:pt x="40822" y="115246"/>
                  <a:pt x="43858" y="115246"/>
                </a:cubicBezTo>
                <a:lnTo>
                  <a:pt x="44057" y="115246"/>
                </a:lnTo>
                <a:cubicBezTo>
                  <a:pt x="41096" y="115870"/>
                  <a:pt x="38258" y="116185"/>
                  <a:pt x="35584" y="116185"/>
                </a:cubicBezTo>
                <a:cubicBezTo>
                  <a:pt x="34099" y="116185"/>
                  <a:pt x="32665" y="116088"/>
                  <a:pt x="31288" y="115893"/>
                </a:cubicBezTo>
                <a:cubicBezTo>
                  <a:pt x="31114" y="115868"/>
                  <a:pt x="30940" y="115843"/>
                  <a:pt x="30790" y="115843"/>
                </a:cubicBezTo>
                <a:cubicBezTo>
                  <a:pt x="29919" y="115718"/>
                  <a:pt x="29098" y="115519"/>
                  <a:pt x="28301" y="115320"/>
                </a:cubicBezTo>
                <a:cubicBezTo>
                  <a:pt x="28476" y="115320"/>
                  <a:pt x="28700" y="115345"/>
                  <a:pt x="28874" y="115345"/>
                </a:cubicBezTo>
                <a:cubicBezTo>
                  <a:pt x="29123" y="115345"/>
                  <a:pt x="29372" y="115345"/>
                  <a:pt x="29670" y="115320"/>
                </a:cubicBezTo>
                <a:cubicBezTo>
                  <a:pt x="31687" y="115221"/>
                  <a:pt x="33703" y="114748"/>
                  <a:pt x="35644" y="113951"/>
                </a:cubicBezTo>
                <a:close/>
                <a:moveTo>
                  <a:pt x="48513" y="114947"/>
                </a:moveTo>
                <a:cubicBezTo>
                  <a:pt x="48787" y="114997"/>
                  <a:pt x="49135" y="114997"/>
                  <a:pt x="49459" y="115021"/>
                </a:cubicBezTo>
                <a:cubicBezTo>
                  <a:pt x="49110" y="115121"/>
                  <a:pt x="48737" y="115196"/>
                  <a:pt x="48364" y="115270"/>
                </a:cubicBezTo>
                <a:cubicBezTo>
                  <a:pt x="46497" y="115694"/>
                  <a:pt x="43410" y="116191"/>
                  <a:pt x="40448" y="116316"/>
                </a:cubicBezTo>
                <a:cubicBezTo>
                  <a:pt x="42489" y="116067"/>
                  <a:pt x="44605" y="115644"/>
                  <a:pt x="46771" y="115121"/>
                </a:cubicBezTo>
                <a:cubicBezTo>
                  <a:pt x="47343" y="115071"/>
                  <a:pt x="47916" y="114997"/>
                  <a:pt x="48513" y="114947"/>
                </a:cubicBezTo>
                <a:close/>
                <a:moveTo>
                  <a:pt x="27596" y="115399"/>
                </a:moveTo>
                <a:cubicBezTo>
                  <a:pt x="28936" y="115729"/>
                  <a:pt x="30005" y="115919"/>
                  <a:pt x="30392" y="115967"/>
                </a:cubicBezTo>
                <a:cubicBezTo>
                  <a:pt x="30542" y="115992"/>
                  <a:pt x="30666" y="115992"/>
                  <a:pt x="30741" y="116017"/>
                </a:cubicBezTo>
                <a:cubicBezTo>
                  <a:pt x="30890" y="116042"/>
                  <a:pt x="31014" y="116042"/>
                  <a:pt x="31189" y="116092"/>
                </a:cubicBezTo>
                <a:cubicBezTo>
                  <a:pt x="31985" y="116216"/>
                  <a:pt x="32757" y="116291"/>
                  <a:pt x="33578" y="116391"/>
                </a:cubicBezTo>
                <a:cubicBezTo>
                  <a:pt x="33329" y="116366"/>
                  <a:pt x="33056" y="116341"/>
                  <a:pt x="32782" y="116341"/>
                </a:cubicBezTo>
                <a:cubicBezTo>
                  <a:pt x="32608" y="116341"/>
                  <a:pt x="32483" y="116316"/>
                  <a:pt x="32334" y="116316"/>
                </a:cubicBezTo>
                <a:cubicBezTo>
                  <a:pt x="32159" y="116266"/>
                  <a:pt x="31960" y="116266"/>
                  <a:pt x="31786" y="116241"/>
                </a:cubicBezTo>
                <a:cubicBezTo>
                  <a:pt x="31413" y="116191"/>
                  <a:pt x="31064" y="116142"/>
                  <a:pt x="30691" y="116092"/>
                </a:cubicBezTo>
                <a:cubicBezTo>
                  <a:pt x="30591" y="116092"/>
                  <a:pt x="30492" y="116042"/>
                  <a:pt x="30442" y="116042"/>
                </a:cubicBezTo>
                <a:cubicBezTo>
                  <a:pt x="29695" y="115942"/>
                  <a:pt x="28949" y="115768"/>
                  <a:pt x="28227" y="115594"/>
                </a:cubicBezTo>
                <a:cubicBezTo>
                  <a:pt x="28202" y="115594"/>
                  <a:pt x="28127" y="115544"/>
                  <a:pt x="28102" y="115544"/>
                </a:cubicBezTo>
                <a:cubicBezTo>
                  <a:pt x="27918" y="115503"/>
                  <a:pt x="27768" y="115446"/>
                  <a:pt x="27596" y="115399"/>
                </a:cubicBezTo>
                <a:close/>
                <a:moveTo>
                  <a:pt x="45601" y="115221"/>
                </a:moveTo>
                <a:cubicBezTo>
                  <a:pt x="42813" y="115868"/>
                  <a:pt x="40150" y="116241"/>
                  <a:pt x="37586" y="116391"/>
                </a:cubicBezTo>
                <a:cubicBezTo>
                  <a:pt x="37088" y="116391"/>
                  <a:pt x="36665" y="116391"/>
                  <a:pt x="36217" y="116366"/>
                </a:cubicBezTo>
                <a:cubicBezTo>
                  <a:pt x="39029" y="116316"/>
                  <a:pt x="42016" y="115942"/>
                  <a:pt x="45128" y="115221"/>
                </a:cubicBezTo>
                <a:close/>
                <a:moveTo>
                  <a:pt x="50479" y="115021"/>
                </a:moveTo>
                <a:cubicBezTo>
                  <a:pt x="50031" y="115146"/>
                  <a:pt x="49583" y="115270"/>
                  <a:pt x="49085" y="115370"/>
                </a:cubicBezTo>
                <a:cubicBezTo>
                  <a:pt x="48264" y="115519"/>
                  <a:pt x="47293" y="115743"/>
                  <a:pt x="46372" y="115893"/>
                </a:cubicBezTo>
                <a:cubicBezTo>
                  <a:pt x="45924" y="115967"/>
                  <a:pt x="45426" y="116067"/>
                  <a:pt x="44929" y="116117"/>
                </a:cubicBezTo>
                <a:lnTo>
                  <a:pt x="44879" y="116117"/>
                </a:lnTo>
                <a:cubicBezTo>
                  <a:pt x="44406" y="116191"/>
                  <a:pt x="43908" y="116216"/>
                  <a:pt x="43385" y="116266"/>
                </a:cubicBezTo>
                <a:cubicBezTo>
                  <a:pt x="42191" y="116391"/>
                  <a:pt x="40871" y="116490"/>
                  <a:pt x="39577" y="116565"/>
                </a:cubicBezTo>
                <a:cubicBezTo>
                  <a:pt x="39204" y="116590"/>
                  <a:pt x="38830" y="116590"/>
                  <a:pt x="38457" y="116615"/>
                </a:cubicBezTo>
                <a:lnTo>
                  <a:pt x="37685" y="116615"/>
                </a:lnTo>
                <a:cubicBezTo>
                  <a:pt x="37187" y="116615"/>
                  <a:pt x="36764" y="116615"/>
                  <a:pt x="36316" y="116590"/>
                </a:cubicBezTo>
                <a:lnTo>
                  <a:pt x="37038" y="116590"/>
                </a:lnTo>
                <a:cubicBezTo>
                  <a:pt x="37187" y="116590"/>
                  <a:pt x="37387" y="116540"/>
                  <a:pt x="37536" y="116540"/>
                </a:cubicBezTo>
                <a:lnTo>
                  <a:pt x="37660" y="116540"/>
                </a:lnTo>
                <a:cubicBezTo>
                  <a:pt x="38208" y="116540"/>
                  <a:pt x="38880" y="116540"/>
                  <a:pt x="39552" y="116515"/>
                </a:cubicBezTo>
                <a:lnTo>
                  <a:pt x="39577" y="116515"/>
                </a:lnTo>
                <a:cubicBezTo>
                  <a:pt x="40822" y="116490"/>
                  <a:pt x="42166" y="116366"/>
                  <a:pt x="43410" y="116241"/>
                </a:cubicBezTo>
                <a:cubicBezTo>
                  <a:pt x="45352" y="116017"/>
                  <a:pt x="47119" y="115718"/>
                  <a:pt x="48364" y="115420"/>
                </a:cubicBezTo>
                <a:cubicBezTo>
                  <a:pt x="48986" y="115295"/>
                  <a:pt x="49583" y="115146"/>
                  <a:pt x="50106" y="115021"/>
                </a:cubicBezTo>
                <a:close/>
                <a:moveTo>
                  <a:pt x="80647" y="0"/>
                </a:moveTo>
                <a:cubicBezTo>
                  <a:pt x="79950" y="0"/>
                  <a:pt x="79278" y="25"/>
                  <a:pt x="78706" y="50"/>
                </a:cubicBezTo>
                <a:lnTo>
                  <a:pt x="78606" y="50"/>
                </a:lnTo>
                <a:cubicBezTo>
                  <a:pt x="77212" y="125"/>
                  <a:pt x="75520" y="249"/>
                  <a:pt x="73603" y="498"/>
                </a:cubicBezTo>
                <a:cubicBezTo>
                  <a:pt x="73529" y="498"/>
                  <a:pt x="73479" y="523"/>
                  <a:pt x="73404" y="523"/>
                </a:cubicBezTo>
                <a:cubicBezTo>
                  <a:pt x="72209" y="672"/>
                  <a:pt x="70691" y="971"/>
                  <a:pt x="69894" y="1145"/>
                </a:cubicBezTo>
                <a:cubicBezTo>
                  <a:pt x="69471" y="1245"/>
                  <a:pt x="69073" y="1295"/>
                  <a:pt x="68700" y="1394"/>
                </a:cubicBezTo>
                <a:lnTo>
                  <a:pt x="68675" y="1394"/>
                </a:lnTo>
                <a:cubicBezTo>
                  <a:pt x="68326" y="1494"/>
                  <a:pt x="67978" y="1544"/>
                  <a:pt x="67679" y="1643"/>
                </a:cubicBezTo>
                <a:cubicBezTo>
                  <a:pt x="65215" y="2240"/>
                  <a:pt x="63248" y="2863"/>
                  <a:pt x="62228" y="3236"/>
                </a:cubicBezTo>
                <a:cubicBezTo>
                  <a:pt x="61357" y="3535"/>
                  <a:pt x="60834" y="3734"/>
                  <a:pt x="60809" y="3734"/>
                </a:cubicBezTo>
                <a:cubicBezTo>
                  <a:pt x="60461" y="3858"/>
                  <a:pt x="60087" y="4008"/>
                  <a:pt x="59689" y="4157"/>
                </a:cubicBezTo>
                <a:lnTo>
                  <a:pt x="59639" y="4157"/>
                </a:lnTo>
                <a:cubicBezTo>
                  <a:pt x="58868" y="4456"/>
                  <a:pt x="57947" y="4829"/>
                  <a:pt x="57150" y="5153"/>
                </a:cubicBezTo>
                <a:cubicBezTo>
                  <a:pt x="54960" y="6074"/>
                  <a:pt x="53466" y="6820"/>
                  <a:pt x="49633" y="8812"/>
                </a:cubicBezTo>
                <a:cubicBezTo>
                  <a:pt x="49185" y="9011"/>
                  <a:pt x="48637" y="9334"/>
                  <a:pt x="47990" y="9708"/>
                </a:cubicBezTo>
                <a:cubicBezTo>
                  <a:pt x="47891" y="9782"/>
                  <a:pt x="47791" y="9807"/>
                  <a:pt x="47692" y="9857"/>
                </a:cubicBezTo>
                <a:cubicBezTo>
                  <a:pt x="45800" y="10977"/>
                  <a:pt x="43336" y="12471"/>
                  <a:pt x="41668" y="13665"/>
                </a:cubicBezTo>
                <a:cubicBezTo>
                  <a:pt x="41593" y="13715"/>
                  <a:pt x="41519" y="13740"/>
                  <a:pt x="41444" y="13815"/>
                </a:cubicBezTo>
                <a:cubicBezTo>
                  <a:pt x="40971" y="14113"/>
                  <a:pt x="40548" y="14437"/>
                  <a:pt x="40174" y="14711"/>
                </a:cubicBezTo>
                <a:lnTo>
                  <a:pt x="39701" y="15034"/>
                </a:lnTo>
                <a:lnTo>
                  <a:pt x="39677" y="15034"/>
                </a:lnTo>
                <a:cubicBezTo>
                  <a:pt x="38407" y="15906"/>
                  <a:pt x="37362" y="16677"/>
                  <a:pt x="36167" y="17648"/>
                </a:cubicBezTo>
                <a:cubicBezTo>
                  <a:pt x="36092" y="17698"/>
                  <a:pt x="36042" y="17723"/>
                  <a:pt x="35943" y="17797"/>
                </a:cubicBezTo>
                <a:cubicBezTo>
                  <a:pt x="34798" y="18669"/>
                  <a:pt x="33255" y="19938"/>
                  <a:pt x="32359" y="20685"/>
                </a:cubicBezTo>
                <a:lnTo>
                  <a:pt x="32334" y="20685"/>
                </a:lnTo>
                <a:cubicBezTo>
                  <a:pt x="31861" y="21083"/>
                  <a:pt x="31189" y="21680"/>
                  <a:pt x="30442" y="22327"/>
                </a:cubicBezTo>
                <a:cubicBezTo>
                  <a:pt x="29397" y="23248"/>
                  <a:pt x="28376" y="24194"/>
                  <a:pt x="27530" y="25016"/>
                </a:cubicBezTo>
                <a:cubicBezTo>
                  <a:pt x="26883" y="25638"/>
                  <a:pt x="26285" y="26186"/>
                  <a:pt x="25887" y="26634"/>
                </a:cubicBezTo>
                <a:lnTo>
                  <a:pt x="25663" y="26858"/>
                </a:lnTo>
                <a:cubicBezTo>
                  <a:pt x="25389" y="27156"/>
                  <a:pt x="25041" y="27480"/>
                  <a:pt x="24717" y="27853"/>
                </a:cubicBezTo>
                <a:cubicBezTo>
                  <a:pt x="23970" y="28625"/>
                  <a:pt x="23174" y="29397"/>
                  <a:pt x="22552" y="30118"/>
                </a:cubicBezTo>
                <a:cubicBezTo>
                  <a:pt x="22054" y="30666"/>
                  <a:pt x="21631" y="31164"/>
                  <a:pt x="21257" y="31587"/>
                </a:cubicBezTo>
                <a:cubicBezTo>
                  <a:pt x="20983" y="31886"/>
                  <a:pt x="20734" y="32159"/>
                  <a:pt x="20510" y="32408"/>
                </a:cubicBezTo>
                <a:cubicBezTo>
                  <a:pt x="20386" y="32558"/>
                  <a:pt x="20286" y="32707"/>
                  <a:pt x="20162" y="32782"/>
                </a:cubicBezTo>
                <a:cubicBezTo>
                  <a:pt x="19988" y="33006"/>
                  <a:pt x="19789" y="33205"/>
                  <a:pt x="19614" y="33404"/>
                </a:cubicBezTo>
                <a:cubicBezTo>
                  <a:pt x="19390" y="33653"/>
                  <a:pt x="19166" y="33952"/>
                  <a:pt x="18917" y="34225"/>
                </a:cubicBezTo>
                <a:cubicBezTo>
                  <a:pt x="18196" y="35072"/>
                  <a:pt x="17748" y="35644"/>
                  <a:pt x="16827" y="36839"/>
                </a:cubicBezTo>
                <a:lnTo>
                  <a:pt x="16802" y="36864"/>
                </a:lnTo>
                <a:cubicBezTo>
                  <a:pt x="16802" y="36864"/>
                  <a:pt x="16627" y="37113"/>
                  <a:pt x="16304" y="37511"/>
                </a:cubicBezTo>
                <a:cubicBezTo>
                  <a:pt x="15632" y="38432"/>
                  <a:pt x="14810" y="39477"/>
                  <a:pt x="14213" y="40349"/>
                </a:cubicBezTo>
                <a:cubicBezTo>
                  <a:pt x="14213" y="40373"/>
                  <a:pt x="14188" y="40373"/>
                  <a:pt x="14188" y="40423"/>
                </a:cubicBezTo>
                <a:cubicBezTo>
                  <a:pt x="13441" y="41469"/>
                  <a:pt x="12595" y="42688"/>
                  <a:pt x="11774" y="44032"/>
                </a:cubicBezTo>
                <a:cubicBezTo>
                  <a:pt x="10927" y="45352"/>
                  <a:pt x="10181" y="46546"/>
                  <a:pt x="9583" y="47592"/>
                </a:cubicBezTo>
                <a:cubicBezTo>
                  <a:pt x="9110" y="48339"/>
                  <a:pt x="8712" y="49135"/>
                  <a:pt x="8239" y="49956"/>
                </a:cubicBezTo>
                <a:cubicBezTo>
                  <a:pt x="7791" y="50828"/>
                  <a:pt x="7492" y="51400"/>
                  <a:pt x="7443" y="51525"/>
                </a:cubicBezTo>
                <a:cubicBezTo>
                  <a:pt x="7293" y="51798"/>
                  <a:pt x="7119" y="52122"/>
                  <a:pt x="6970" y="52446"/>
                </a:cubicBezTo>
                <a:lnTo>
                  <a:pt x="6845" y="52670"/>
                </a:lnTo>
                <a:cubicBezTo>
                  <a:pt x="6472" y="53416"/>
                  <a:pt x="6049" y="54288"/>
                  <a:pt x="5700" y="55109"/>
                </a:cubicBezTo>
                <a:cubicBezTo>
                  <a:pt x="5675" y="55159"/>
                  <a:pt x="5626" y="55258"/>
                  <a:pt x="5601" y="55358"/>
                </a:cubicBezTo>
                <a:cubicBezTo>
                  <a:pt x="5078" y="56528"/>
                  <a:pt x="3734" y="59589"/>
                  <a:pt x="2639" y="63024"/>
                </a:cubicBezTo>
                <a:lnTo>
                  <a:pt x="2639" y="63074"/>
                </a:lnTo>
                <a:cubicBezTo>
                  <a:pt x="2191" y="64443"/>
                  <a:pt x="1718" y="66235"/>
                  <a:pt x="1344" y="67853"/>
                </a:cubicBezTo>
                <a:cubicBezTo>
                  <a:pt x="1245" y="68251"/>
                  <a:pt x="1145" y="68724"/>
                  <a:pt x="1070" y="69222"/>
                </a:cubicBezTo>
                <a:cubicBezTo>
                  <a:pt x="996" y="69620"/>
                  <a:pt x="896" y="69994"/>
                  <a:pt x="846" y="70367"/>
                </a:cubicBezTo>
                <a:lnTo>
                  <a:pt x="846" y="70417"/>
                </a:lnTo>
                <a:cubicBezTo>
                  <a:pt x="772" y="70716"/>
                  <a:pt x="722" y="71064"/>
                  <a:pt x="647" y="71363"/>
                </a:cubicBezTo>
                <a:lnTo>
                  <a:pt x="647" y="71437"/>
                </a:lnTo>
                <a:cubicBezTo>
                  <a:pt x="523" y="72159"/>
                  <a:pt x="398" y="72981"/>
                  <a:pt x="324" y="73827"/>
                </a:cubicBezTo>
                <a:cubicBezTo>
                  <a:pt x="199" y="74897"/>
                  <a:pt x="100" y="75918"/>
                  <a:pt x="75" y="76889"/>
                </a:cubicBezTo>
                <a:lnTo>
                  <a:pt x="75" y="76963"/>
                </a:lnTo>
                <a:cubicBezTo>
                  <a:pt x="25" y="77585"/>
                  <a:pt x="0" y="78332"/>
                  <a:pt x="0" y="79054"/>
                </a:cubicBezTo>
                <a:lnTo>
                  <a:pt x="0" y="79776"/>
                </a:lnTo>
                <a:lnTo>
                  <a:pt x="0" y="80323"/>
                </a:lnTo>
                <a:cubicBezTo>
                  <a:pt x="0" y="80946"/>
                  <a:pt x="25" y="81668"/>
                  <a:pt x="100" y="82365"/>
                </a:cubicBezTo>
                <a:cubicBezTo>
                  <a:pt x="249" y="84505"/>
                  <a:pt x="498" y="85999"/>
                  <a:pt x="598" y="86496"/>
                </a:cubicBezTo>
                <a:lnTo>
                  <a:pt x="622" y="86745"/>
                </a:lnTo>
                <a:cubicBezTo>
                  <a:pt x="622" y="86770"/>
                  <a:pt x="622" y="86845"/>
                  <a:pt x="647" y="86870"/>
                </a:cubicBezTo>
                <a:cubicBezTo>
                  <a:pt x="772" y="87741"/>
                  <a:pt x="1070" y="88961"/>
                  <a:pt x="1319" y="89882"/>
                </a:cubicBezTo>
                <a:cubicBezTo>
                  <a:pt x="1319" y="89907"/>
                  <a:pt x="1344" y="89981"/>
                  <a:pt x="1344" y="90006"/>
                </a:cubicBezTo>
                <a:cubicBezTo>
                  <a:pt x="1369" y="90081"/>
                  <a:pt x="1369" y="90131"/>
                  <a:pt x="1394" y="90205"/>
                </a:cubicBezTo>
                <a:cubicBezTo>
                  <a:pt x="1444" y="90255"/>
                  <a:pt x="1444" y="90355"/>
                  <a:pt x="1469" y="90404"/>
                </a:cubicBezTo>
                <a:cubicBezTo>
                  <a:pt x="1618" y="90952"/>
                  <a:pt x="1817" y="91500"/>
                  <a:pt x="1991" y="92072"/>
                </a:cubicBezTo>
                <a:cubicBezTo>
                  <a:pt x="2016" y="92122"/>
                  <a:pt x="2066" y="92221"/>
                  <a:pt x="2066" y="92271"/>
                </a:cubicBezTo>
                <a:cubicBezTo>
                  <a:pt x="2066" y="92321"/>
                  <a:pt x="2066" y="92321"/>
                  <a:pt x="2091" y="92346"/>
                </a:cubicBezTo>
                <a:cubicBezTo>
                  <a:pt x="2191" y="92620"/>
                  <a:pt x="2265" y="92943"/>
                  <a:pt x="2365" y="93217"/>
                </a:cubicBezTo>
                <a:cubicBezTo>
                  <a:pt x="2439" y="93441"/>
                  <a:pt x="2514" y="93615"/>
                  <a:pt x="2589" y="93839"/>
                </a:cubicBezTo>
                <a:cubicBezTo>
                  <a:pt x="2688" y="94138"/>
                  <a:pt x="2813" y="94437"/>
                  <a:pt x="2888" y="94710"/>
                </a:cubicBezTo>
                <a:lnTo>
                  <a:pt x="2888" y="94735"/>
                </a:lnTo>
                <a:cubicBezTo>
                  <a:pt x="2962" y="94885"/>
                  <a:pt x="3087" y="95183"/>
                  <a:pt x="3236" y="95557"/>
                </a:cubicBezTo>
                <a:cubicBezTo>
                  <a:pt x="3311" y="95681"/>
                  <a:pt x="3360" y="95831"/>
                  <a:pt x="3460" y="96005"/>
                </a:cubicBezTo>
                <a:cubicBezTo>
                  <a:pt x="3560" y="96229"/>
                  <a:pt x="3684" y="96478"/>
                  <a:pt x="3809" y="96752"/>
                </a:cubicBezTo>
                <a:cubicBezTo>
                  <a:pt x="4232" y="97623"/>
                  <a:pt x="4804" y="98693"/>
                  <a:pt x="5501" y="99863"/>
                </a:cubicBezTo>
                <a:cubicBezTo>
                  <a:pt x="5725" y="100211"/>
                  <a:pt x="5874" y="100485"/>
                  <a:pt x="5999" y="100684"/>
                </a:cubicBezTo>
                <a:cubicBezTo>
                  <a:pt x="6248" y="101083"/>
                  <a:pt x="6547" y="101456"/>
                  <a:pt x="6795" y="101804"/>
                </a:cubicBezTo>
                <a:cubicBezTo>
                  <a:pt x="6970" y="102078"/>
                  <a:pt x="7194" y="102327"/>
                  <a:pt x="7368" y="102626"/>
                </a:cubicBezTo>
                <a:cubicBezTo>
                  <a:pt x="7418" y="102676"/>
                  <a:pt x="7467" y="102750"/>
                  <a:pt x="7492" y="102775"/>
                </a:cubicBezTo>
                <a:cubicBezTo>
                  <a:pt x="7841" y="103198"/>
                  <a:pt x="8189" y="103621"/>
                  <a:pt x="8463" y="103995"/>
                </a:cubicBezTo>
                <a:cubicBezTo>
                  <a:pt x="8612" y="104169"/>
                  <a:pt x="8812" y="104393"/>
                  <a:pt x="8961" y="104567"/>
                </a:cubicBezTo>
                <a:cubicBezTo>
                  <a:pt x="9085" y="104742"/>
                  <a:pt x="9235" y="104891"/>
                  <a:pt x="9334" y="105015"/>
                </a:cubicBezTo>
                <a:cubicBezTo>
                  <a:pt x="9683" y="105389"/>
                  <a:pt x="9932" y="105662"/>
                  <a:pt x="10056" y="105762"/>
                </a:cubicBezTo>
                <a:cubicBezTo>
                  <a:pt x="10106" y="105812"/>
                  <a:pt x="10181" y="105911"/>
                  <a:pt x="10280" y="105961"/>
                </a:cubicBezTo>
                <a:lnTo>
                  <a:pt x="10405" y="106086"/>
                </a:lnTo>
                <a:cubicBezTo>
                  <a:pt x="10554" y="106260"/>
                  <a:pt x="10728" y="106409"/>
                  <a:pt x="10902" y="106559"/>
                </a:cubicBezTo>
                <a:cubicBezTo>
                  <a:pt x="11226" y="106907"/>
                  <a:pt x="11599" y="107256"/>
                  <a:pt x="11973" y="107579"/>
                </a:cubicBezTo>
                <a:cubicBezTo>
                  <a:pt x="12296" y="107878"/>
                  <a:pt x="12645" y="108152"/>
                  <a:pt x="12944" y="108425"/>
                </a:cubicBezTo>
                <a:cubicBezTo>
                  <a:pt x="13018" y="108450"/>
                  <a:pt x="13043" y="108525"/>
                  <a:pt x="13093" y="108550"/>
                </a:cubicBezTo>
                <a:cubicBezTo>
                  <a:pt x="13815" y="109147"/>
                  <a:pt x="14661" y="109770"/>
                  <a:pt x="15657" y="110417"/>
                </a:cubicBezTo>
                <a:cubicBezTo>
                  <a:pt x="15756" y="110491"/>
                  <a:pt x="15806" y="110541"/>
                  <a:pt x="15906" y="110616"/>
                </a:cubicBezTo>
                <a:cubicBezTo>
                  <a:pt x="16055" y="110690"/>
                  <a:pt x="16204" y="110790"/>
                  <a:pt x="16379" y="110914"/>
                </a:cubicBezTo>
                <a:cubicBezTo>
                  <a:pt x="16428" y="110939"/>
                  <a:pt x="16453" y="110989"/>
                  <a:pt x="16503" y="111014"/>
                </a:cubicBezTo>
                <a:cubicBezTo>
                  <a:pt x="16528" y="111039"/>
                  <a:pt x="16553" y="111039"/>
                  <a:pt x="16578" y="111064"/>
                </a:cubicBezTo>
                <a:cubicBezTo>
                  <a:pt x="16901" y="111288"/>
                  <a:pt x="17250" y="111487"/>
                  <a:pt x="17548" y="111661"/>
                </a:cubicBezTo>
                <a:cubicBezTo>
                  <a:pt x="17573" y="111686"/>
                  <a:pt x="17623" y="111686"/>
                  <a:pt x="17648" y="111736"/>
                </a:cubicBezTo>
                <a:cubicBezTo>
                  <a:pt x="19789" y="112980"/>
                  <a:pt x="21481" y="113652"/>
                  <a:pt x="21855" y="113777"/>
                </a:cubicBezTo>
                <a:cubicBezTo>
                  <a:pt x="22029" y="113852"/>
                  <a:pt x="22178" y="113926"/>
                  <a:pt x="22402" y="114001"/>
                </a:cubicBezTo>
                <a:lnTo>
                  <a:pt x="22427" y="114026"/>
                </a:lnTo>
                <a:cubicBezTo>
                  <a:pt x="22651" y="114125"/>
                  <a:pt x="22875" y="114175"/>
                  <a:pt x="23049" y="114275"/>
                </a:cubicBezTo>
                <a:cubicBezTo>
                  <a:pt x="23174" y="114349"/>
                  <a:pt x="23298" y="114374"/>
                  <a:pt x="23423" y="114399"/>
                </a:cubicBezTo>
                <a:lnTo>
                  <a:pt x="24169" y="114673"/>
                </a:lnTo>
                <a:cubicBezTo>
                  <a:pt x="25787" y="115246"/>
                  <a:pt x="27455" y="115644"/>
                  <a:pt x="28650" y="115893"/>
                </a:cubicBezTo>
                <a:cubicBezTo>
                  <a:pt x="28849" y="115918"/>
                  <a:pt x="29023" y="115967"/>
                  <a:pt x="29197" y="116017"/>
                </a:cubicBezTo>
                <a:cubicBezTo>
                  <a:pt x="29695" y="116117"/>
                  <a:pt x="30069" y="116166"/>
                  <a:pt x="30243" y="116216"/>
                </a:cubicBezTo>
                <a:lnTo>
                  <a:pt x="30342" y="116216"/>
                </a:lnTo>
                <a:cubicBezTo>
                  <a:pt x="30517" y="116241"/>
                  <a:pt x="30691" y="116266"/>
                  <a:pt x="30865" y="116266"/>
                </a:cubicBezTo>
                <a:lnTo>
                  <a:pt x="30990" y="116266"/>
                </a:lnTo>
                <a:cubicBezTo>
                  <a:pt x="31711" y="116366"/>
                  <a:pt x="32483" y="116490"/>
                  <a:pt x="33130" y="116540"/>
                </a:cubicBezTo>
                <a:lnTo>
                  <a:pt x="33205" y="116540"/>
                </a:lnTo>
                <a:cubicBezTo>
                  <a:pt x="33255" y="116540"/>
                  <a:pt x="33354" y="116540"/>
                  <a:pt x="33429" y="116590"/>
                </a:cubicBezTo>
                <a:cubicBezTo>
                  <a:pt x="34176" y="116639"/>
                  <a:pt x="34997" y="116714"/>
                  <a:pt x="35918" y="116739"/>
                </a:cubicBezTo>
                <a:cubicBezTo>
                  <a:pt x="36441" y="116764"/>
                  <a:pt x="36963" y="116764"/>
                  <a:pt x="37461" y="116764"/>
                </a:cubicBezTo>
                <a:lnTo>
                  <a:pt x="38357" y="116764"/>
                </a:lnTo>
                <a:cubicBezTo>
                  <a:pt x="38706" y="116764"/>
                  <a:pt x="39079" y="116764"/>
                  <a:pt x="39477" y="116739"/>
                </a:cubicBezTo>
                <a:cubicBezTo>
                  <a:pt x="41270" y="116664"/>
                  <a:pt x="43136" y="116490"/>
                  <a:pt x="44779" y="116266"/>
                </a:cubicBezTo>
                <a:cubicBezTo>
                  <a:pt x="45252" y="116216"/>
                  <a:pt x="45750" y="116142"/>
                  <a:pt x="46273" y="116042"/>
                </a:cubicBezTo>
                <a:cubicBezTo>
                  <a:pt x="47019" y="115918"/>
                  <a:pt x="47741" y="115793"/>
                  <a:pt x="48289" y="115669"/>
                </a:cubicBezTo>
                <a:cubicBezTo>
                  <a:pt x="48538" y="115619"/>
                  <a:pt x="48762" y="115594"/>
                  <a:pt x="48986" y="115519"/>
                </a:cubicBezTo>
                <a:cubicBezTo>
                  <a:pt x="49036" y="115519"/>
                  <a:pt x="49135" y="115494"/>
                  <a:pt x="49185" y="115494"/>
                </a:cubicBezTo>
                <a:lnTo>
                  <a:pt x="49484" y="115420"/>
                </a:lnTo>
                <a:cubicBezTo>
                  <a:pt x="50305" y="115246"/>
                  <a:pt x="51351" y="114997"/>
                  <a:pt x="52371" y="114723"/>
                </a:cubicBezTo>
                <a:lnTo>
                  <a:pt x="52421" y="114723"/>
                </a:lnTo>
                <a:cubicBezTo>
                  <a:pt x="54462" y="114150"/>
                  <a:pt x="55831" y="113727"/>
                  <a:pt x="56528" y="113428"/>
                </a:cubicBezTo>
                <a:cubicBezTo>
                  <a:pt x="56876" y="113304"/>
                  <a:pt x="57200" y="113229"/>
                  <a:pt x="57374" y="113130"/>
                </a:cubicBezTo>
                <a:cubicBezTo>
                  <a:pt x="57698" y="113005"/>
                  <a:pt x="57996" y="112881"/>
                  <a:pt x="58345" y="112756"/>
                </a:cubicBezTo>
                <a:lnTo>
                  <a:pt x="58519" y="112682"/>
                </a:lnTo>
                <a:cubicBezTo>
                  <a:pt x="59316" y="112408"/>
                  <a:pt x="60212" y="112059"/>
                  <a:pt x="60983" y="111736"/>
                </a:cubicBezTo>
                <a:cubicBezTo>
                  <a:pt x="63224" y="110815"/>
                  <a:pt x="64717" y="110068"/>
                  <a:pt x="68550" y="108077"/>
                </a:cubicBezTo>
                <a:cubicBezTo>
                  <a:pt x="68824" y="107928"/>
                  <a:pt x="69197" y="107753"/>
                  <a:pt x="69571" y="107529"/>
                </a:cubicBezTo>
                <a:cubicBezTo>
                  <a:pt x="70069" y="107256"/>
                  <a:pt x="70641" y="106932"/>
                  <a:pt x="71214" y="106559"/>
                </a:cubicBezTo>
                <a:cubicBezTo>
                  <a:pt x="73006" y="105513"/>
                  <a:pt x="75022" y="104219"/>
                  <a:pt x="76491" y="103223"/>
                </a:cubicBezTo>
                <a:cubicBezTo>
                  <a:pt x="76565" y="103173"/>
                  <a:pt x="76690" y="103074"/>
                  <a:pt x="76789" y="103024"/>
                </a:cubicBezTo>
                <a:cubicBezTo>
                  <a:pt x="77188" y="102725"/>
                  <a:pt x="77561" y="102476"/>
                  <a:pt x="77934" y="102228"/>
                </a:cubicBezTo>
                <a:lnTo>
                  <a:pt x="78482" y="101854"/>
                </a:lnTo>
                <a:cubicBezTo>
                  <a:pt x="79677" y="101033"/>
                  <a:pt x="80896" y="100087"/>
                  <a:pt x="82041" y="99191"/>
                </a:cubicBezTo>
                <a:cubicBezTo>
                  <a:pt x="82091" y="99166"/>
                  <a:pt x="82141" y="99116"/>
                  <a:pt x="82216" y="99091"/>
                </a:cubicBezTo>
                <a:cubicBezTo>
                  <a:pt x="83336" y="98245"/>
                  <a:pt x="84754" y="97050"/>
                  <a:pt x="85725" y="96229"/>
                </a:cubicBezTo>
                <a:cubicBezTo>
                  <a:pt x="85750" y="96229"/>
                  <a:pt x="85750" y="96204"/>
                  <a:pt x="85775" y="96204"/>
                </a:cubicBezTo>
                <a:lnTo>
                  <a:pt x="85825" y="96179"/>
                </a:lnTo>
                <a:cubicBezTo>
                  <a:pt x="86347" y="95731"/>
                  <a:pt x="87020" y="95134"/>
                  <a:pt x="87741" y="94486"/>
                </a:cubicBezTo>
                <a:lnTo>
                  <a:pt x="87766" y="94462"/>
                </a:lnTo>
                <a:cubicBezTo>
                  <a:pt x="87866" y="94362"/>
                  <a:pt x="87965" y="94262"/>
                  <a:pt x="88090" y="94188"/>
                </a:cubicBezTo>
                <a:cubicBezTo>
                  <a:pt x="88712" y="93615"/>
                  <a:pt x="89309" y="93068"/>
                  <a:pt x="89882" y="92520"/>
                </a:cubicBezTo>
                <a:cubicBezTo>
                  <a:pt x="90006" y="92396"/>
                  <a:pt x="90131" y="92321"/>
                  <a:pt x="90255" y="92196"/>
                </a:cubicBezTo>
                <a:cubicBezTo>
                  <a:pt x="91201" y="91276"/>
                  <a:pt x="92048" y="90479"/>
                  <a:pt x="92545" y="89981"/>
                </a:cubicBezTo>
                <a:cubicBezTo>
                  <a:pt x="92744" y="89732"/>
                  <a:pt x="92993" y="89483"/>
                  <a:pt x="93242" y="89234"/>
                </a:cubicBezTo>
                <a:lnTo>
                  <a:pt x="93466" y="89010"/>
                </a:lnTo>
                <a:cubicBezTo>
                  <a:pt x="94213" y="88239"/>
                  <a:pt x="94985" y="87467"/>
                  <a:pt x="95607" y="86770"/>
                </a:cubicBezTo>
                <a:cubicBezTo>
                  <a:pt x="96080" y="86248"/>
                  <a:pt x="96478" y="85775"/>
                  <a:pt x="96851" y="85376"/>
                </a:cubicBezTo>
                <a:cubicBezTo>
                  <a:pt x="97175" y="85028"/>
                  <a:pt x="97424" y="84754"/>
                  <a:pt x="97673" y="84480"/>
                </a:cubicBezTo>
                <a:cubicBezTo>
                  <a:pt x="97797" y="84306"/>
                  <a:pt x="97922" y="84182"/>
                  <a:pt x="98021" y="84057"/>
                </a:cubicBezTo>
                <a:cubicBezTo>
                  <a:pt x="98196" y="83858"/>
                  <a:pt x="98395" y="83659"/>
                  <a:pt x="98544" y="83485"/>
                </a:cubicBezTo>
                <a:cubicBezTo>
                  <a:pt x="98818" y="83161"/>
                  <a:pt x="99092" y="82813"/>
                  <a:pt x="99390" y="82489"/>
                </a:cubicBezTo>
                <a:cubicBezTo>
                  <a:pt x="100013" y="81742"/>
                  <a:pt x="100436" y="81170"/>
                  <a:pt x="101207" y="80174"/>
                </a:cubicBezTo>
                <a:cubicBezTo>
                  <a:pt x="101257" y="80149"/>
                  <a:pt x="101282" y="80075"/>
                  <a:pt x="101307" y="80050"/>
                </a:cubicBezTo>
                <a:lnTo>
                  <a:pt x="101332" y="80025"/>
                </a:lnTo>
                <a:cubicBezTo>
                  <a:pt x="102203" y="78905"/>
                  <a:pt x="103199" y="77585"/>
                  <a:pt x="103896" y="76590"/>
                </a:cubicBezTo>
                <a:cubicBezTo>
                  <a:pt x="103945" y="76515"/>
                  <a:pt x="104045" y="76391"/>
                  <a:pt x="104120" y="76291"/>
                </a:cubicBezTo>
                <a:cubicBezTo>
                  <a:pt x="105663" y="74076"/>
                  <a:pt x="107107" y="71836"/>
                  <a:pt x="108401" y="69595"/>
                </a:cubicBezTo>
                <a:cubicBezTo>
                  <a:pt x="108401" y="69571"/>
                  <a:pt x="108426" y="69546"/>
                  <a:pt x="108476" y="69546"/>
                </a:cubicBezTo>
                <a:cubicBezTo>
                  <a:pt x="108525" y="69421"/>
                  <a:pt x="108675" y="69197"/>
                  <a:pt x="108849" y="68923"/>
                </a:cubicBezTo>
                <a:cubicBezTo>
                  <a:pt x="108899" y="68799"/>
                  <a:pt x="108998" y="68625"/>
                  <a:pt x="109098" y="68475"/>
                </a:cubicBezTo>
                <a:cubicBezTo>
                  <a:pt x="109347" y="68077"/>
                  <a:pt x="109621" y="67554"/>
                  <a:pt x="109919" y="66982"/>
                </a:cubicBezTo>
                <a:cubicBezTo>
                  <a:pt x="110118" y="66609"/>
                  <a:pt x="110342" y="66235"/>
                  <a:pt x="110542" y="65837"/>
                </a:cubicBezTo>
                <a:cubicBezTo>
                  <a:pt x="110766" y="65439"/>
                  <a:pt x="110990" y="65016"/>
                  <a:pt x="111164" y="64592"/>
                </a:cubicBezTo>
                <a:cubicBezTo>
                  <a:pt x="111288" y="64368"/>
                  <a:pt x="111388" y="64119"/>
                  <a:pt x="111512" y="63871"/>
                </a:cubicBezTo>
                <a:cubicBezTo>
                  <a:pt x="111836" y="63223"/>
                  <a:pt x="112135" y="62526"/>
                  <a:pt x="112458" y="61879"/>
                </a:cubicBezTo>
                <a:lnTo>
                  <a:pt x="112458" y="61854"/>
                </a:lnTo>
                <a:cubicBezTo>
                  <a:pt x="112458" y="61829"/>
                  <a:pt x="112483" y="61829"/>
                  <a:pt x="112483" y="61780"/>
                </a:cubicBezTo>
                <a:cubicBezTo>
                  <a:pt x="112632" y="61481"/>
                  <a:pt x="112757" y="61157"/>
                  <a:pt x="112881" y="60859"/>
                </a:cubicBezTo>
                <a:cubicBezTo>
                  <a:pt x="113504" y="59415"/>
                  <a:pt x="114076" y="58046"/>
                  <a:pt x="114524" y="56752"/>
                </a:cubicBezTo>
                <a:cubicBezTo>
                  <a:pt x="114574" y="56627"/>
                  <a:pt x="114599" y="56528"/>
                  <a:pt x="114649" y="56428"/>
                </a:cubicBezTo>
                <a:lnTo>
                  <a:pt x="115221" y="54860"/>
                </a:lnTo>
                <a:cubicBezTo>
                  <a:pt x="115246" y="54785"/>
                  <a:pt x="115271" y="54686"/>
                  <a:pt x="115271" y="54636"/>
                </a:cubicBezTo>
                <a:cubicBezTo>
                  <a:pt x="115470" y="54138"/>
                  <a:pt x="115619" y="53541"/>
                  <a:pt x="115819" y="52993"/>
                </a:cubicBezTo>
                <a:cubicBezTo>
                  <a:pt x="116117" y="51948"/>
                  <a:pt x="116391" y="50952"/>
                  <a:pt x="116615" y="50056"/>
                </a:cubicBezTo>
                <a:cubicBezTo>
                  <a:pt x="116839" y="49185"/>
                  <a:pt x="117063" y="48189"/>
                  <a:pt x="117212" y="47393"/>
                </a:cubicBezTo>
                <a:lnTo>
                  <a:pt x="117312" y="46920"/>
                </a:lnTo>
                <a:lnTo>
                  <a:pt x="117312" y="46895"/>
                </a:lnTo>
                <a:cubicBezTo>
                  <a:pt x="117586" y="45401"/>
                  <a:pt x="117735" y="44207"/>
                  <a:pt x="117835" y="43360"/>
                </a:cubicBezTo>
                <a:cubicBezTo>
                  <a:pt x="117860" y="43037"/>
                  <a:pt x="117934" y="42663"/>
                  <a:pt x="117959" y="42315"/>
                </a:cubicBezTo>
                <a:cubicBezTo>
                  <a:pt x="117959" y="42215"/>
                  <a:pt x="117984" y="42116"/>
                  <a:pt x="117984" y="42066"/>
                </a:cubicBezTo>
                <a:cubicBezTo>
                  <a:pt x="118084" y="41120"/>
                  <a:pt x="118183" y="39950"/>
                  <a:pt x="118183" y="38980"/>
                </a:cubicBezTo>
                <a:lnTo>
                  <a:pt x="118183" y="38731"/>
                </a:lnTo>
                <a:cubicBezTo>
                  <a:pt x="118308" y="37113"/>
                  <a:pt x="118283" y="36167"/>
                  <a:pt x="118283" y="36117"/>
                </a:cubicBezTo>
                <a:cubicBezTo>
                  <a:pt x="118233" y="35818"/>
                  <a:pt x="118233" y="35445"/>
                  <a:pt x="118208" y="35072"/>
                </a:cubicBezTo>
                <a:cubicBezTo>
                  <a:pt x="118183" y="34474"/>
                  <a:pt x="118158" y="33927"/>
                  <a:pt x="118109" y="33429"/>
                </a:cubicBezTo>
                <a:cubicBezTo>
                  <a:pt x="118084" y="33105"/>
                  <a:pt x="117984" y="31836"/>
                  <a:pt x="117660" y="29994"/>
                </a:cubicBezTo>
                <a:cubicBezTo>
                  <a:pt x="117586" y="29571"/>
                  <a:pt x="117486" y="29098"/>
                  <a:pt x="117362" y="28600"/>
                </a:cubicBezTo>
                <a:cubicBezTo>
                  <a:pt x="117287" y="28127"/>
                  <a:pt x="117163" y="27654"/>
                  <a:pt x="117038" y="27156"/>
                </a:cubicBezTo>
                <a:lnTo>
                  <a:pt x="116964" y="26957"/>
                </a:lnTo>
                <a:cubicBezTo>
                  <a:pt x="116715" y="26111"/>
                  <a:pt x="116441" y="25115"/>
                  <a:pt x="116043" y="23921"/>
                </a:cubicBezTo>
                <a:cubicBezTo>
                  <a:pt x="115918" y="23597"/>
                  <a:pt x="115819" y="23273"/>
                  <a:pt x="115694" y="23000"/>
                </a:cubicBezTo>
                <a:cubicBezTo>
                  <a:pt x="115445" y="22352"/>
                  <a:pt x="114798" y="20660"/>
                  <a:pt x="114126" y="19440"/>
                </a:cubicBezTo>
                <a:cubicBezTo>
                  <a:pt x="112732" y="16677"/>
                  <a:pt x="111214" y="14661"/>
                  <a:pt x="111189" y="14661"/>
                </a:cubicBezTo>
                <a:cubicBezTo>
                  <a:pt x="110318" y="13441"/>
                  <a:pt x="109073" y="12048"/>
                  <a:pt x="108227" y="11127"/>
                </a:cubicBezTo>
                <a:cubicBezTo>
                  <a:pt x="108127" y="11052"/>
                  <a:pt x="108077" y="10952"/>
                  <a:pt x="107978" y="10853"/>
                </a:cubicBezTo>
                <a:cubicBezTo>
                  <a:pt x="107953" y="10828"/>
                  <a:pt x="107878" y="10803"/>
                  <a:pt x="107853" y="10728"/>
                </a:cubicBezTo>
                <a:cubicBezTo>
                  <a:pt x="107480" y="10330"/>
                  <a:pt x="107007" y="9932"/>
                  <a:pt x="106609" y="9558"/>
                </a:cubicBezTo>
                <a:cubicBezTo>
                  <a:pt x="106410" y="9409"/>
                  <a:pt x="106260" y="9235"/>
                  <a:pt x="106111" y="9110"/>
                </a:cubicBezTo>
                <a:cubicBezTo>
                  <a:pt x="105763" y="8812"/>
                  <a:pt x="105414" y="8563"/>
                  <a:pt x="105115" y="8289"/>
                </a:cubicBezTo>
                <a:cubicBezTo>
                  <a:pt x="105016" y="8214"/>
                  <a:pt x="104916" y="8115"/>
                  <a:pt x="104842" y="8065"/>
                </a:cubicBezTo>
                <a:cubicBezTo>
                  <a:pt x="104269" y="7617"/>
                  <a:pt x="103746" y="7219"/>
                  <a:pt x="103249" y="6870"/>
                </a:cubicBezTo>
                <a:cubicBezTo>
                  <a:pt x="103000" y="6696"/>
                  <a:pt x="102751" y="6522"/>
                  <a:pt x="102502" y="6347"/>
                </a:cubicBezTo>
                <a:cubicBezTo>
                  <a:pt x="102477" y="6347"/>
                  <a:pt x="102477" y="6323"/>
                  <a:pt x="102427" y="6323"/>
                </a:cubicBezTo>
                <a:cubicBezTo>
                  <a:pt x="101481" y="5700"/>
                  <a:pt x="100635" y="5178"/>
                  <a:pt x="99938" y="4779"/>
                </a:cubicBezTo>
                <a:cubicBezTo>
                  <a:pt x="99764" y="4705"/>
                  <a:pt x="99614" y="4605"/>
                  <a:pt x="99415" y="4506"/>
                </a:cubicBezTo>
                <a:cubicBezTo>
                  <a:pt x="99291" y="4456"/>
                  <a:pt x="99191" y="4381"/>
                  <a:pt x="99067" y="4331"/>
                </a:cubicBezTo>
                <a:cubicBezTo>
                  <a:pt x="98818" y="4207"/>
                  <a:pt x="98569" y="4082"/>
                  <a:pt x="98295" y="3958"/>
                </a:cubicBezTo>
                <a:cubicBezTo>
                  <a:pt x="98171" y="3883"/>
                  <a:pt x="98046" y="3833"/>
                  <a:pt x="97897" y="3759"/>
                </a:cubicBezTo>
                <a:cubicBezTo>
                  <a:pt x="97648" y="3634"/>
                  <a:pt x="97399" y="3535"/>
                  <a:pt x="97150" y="3410"/>
                </a:cubicBezTo>
                <a:cubicBezTo>
                  <a:pt x="97001" y="3361"/>
                  <a:pt x="96876" y="3286"/>
                  <a:pt x="96702" y="3236"/>
                </a:cubicBezTo>
                <a:cubicBezTo>
                  <a:pt x="96528" y="3137"/>
                  <a:pt x="96329" y="3087"/>
                  <a:pt x="96155" y="2987"/>
                </a:cubicBezTo>
                <a:cubicBezTo>
                  <a:pt x="95756" y="2838"/>
                  <a:pt x="95383" y="2664"/>
                  <a:pt x="95034" y="2539"/>
                </a:cubicBezTo>
                <a:cubicBezTo>
                  <a:pt x="95010" y="2539"/>
                  <a:pt x="95010" y="2514"/>
                  <a:pt x="94960" y="2514"/>
                </a:cubicBezTo>
                <a:cubicBezTo>
                  <a:pt x="94835" y="2464"/>
                  <a:pt x="94711" y="2415"/>
                  <a:pt x="94586" y="2365"/>
                </a:cubicBezTo>
                <a:cubicBezTo>
                  <a:pt x="94188" y="2216"/>
                  <a:pt x="93790" y="2091"/>
                  <a:pt x="93417" y="1967"/>
                </a:cubicBezTo>
                <a:cubicBezTo>
                  <a:pt x="92944" y="1792"/>
                  <a:pt x="92471" y="1668"/>
                  <a:pt x="92048" y="1519"/>
                </a:cubicBezTo>
                <a:cubicBezTo>
                  <a:pt x="92023" y="1519"/>
                  <a:pt x="91973" y="1494"/>
                  <a:pt x="91948" y="1494"/>
                </a:cubicBezTo>
                <a:cubicBezTo>
                  <a:pt x="91052" y="1220"/>
                  <a:pt x="89932" y="996"/>
                  <a:pt x="88861" y="772"/>
                </a:cubicBezTo>
                <a:cubicBezTo>
                  <a:pt x="88737" y="747"/>
                  <a:pt x="88662" y="747"/>
                  <a:pt x="88538" y="722"/>
                </a:cubicBezTo>
                <a:lnTo>
                  <a:pt x="88463" y="722"/>
                </a:lnTo>
                <a:cubicBezTo>
                  <a:pt x="88413" y="722"/>
                  <a:pt x="88364" y="672"/>
                  <a:pt x="88314" y="672"/>
                </a:cubicBezTo>
                <a:cubicBezTo>
                  <a:pt x="88189" y="647"/>
                  <a:pt x="88090" y="647"/>
                  <a:pt x="87965" y="623"/>
                </a:cubicBezTo>
                <a:cubicBezTo>
                  <a:pt x="87368" y="523"/>
                  <a:pt x="86696" y="423"/>
                  <a:pt x="85999" y="349"/>
                </a:cubicBezTo>
                <a:cubicBezTo>
                  <a:pt x="85850" y="299"/>
                  <a:pt x="85700" y="299"/>
                  <a:pt x="85576" y="274"/>
                </a:cubicBezTo>
                <a:lnTo>
                  <a:pt x="85551" y="274"/>
                </a:lnTo>
                <a:lnTo>
                  <a:pt x="84954" y="224"/>
                </a:lnTo>
                <a:cubicBezTo>
                  <a:pt x="83734" y="50"/>
                  <a:pt x="82141" y="0"/>
                  <a:pt x="8064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134" name="Shape 11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5" name="Google Shape;1135;p59"/>
          <p:cNvSpPr txBox="1"/>
          <p:nvPr>
            <p:ph type="title"/>
          </p:nvPr>
        </p:nvSpPr>
        <p:spPr>
          <a:xfrm>
            <a:off x="274800" y="492225"/>
            <a:ext cx="8869200" cy="768900"/>
          </a:xfrm>
          <a:prstGeom prst="rect">
            <a:avLst/>
          </a:prstGeom>
          <a:noFill/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RUSSIA-UKRAINE INVASION</a:t>
            </a:r>
            <a:endParaRPr/>
          </a:p>
        </p:txBody>
      </p:sp>
      <p:sp>
        <p:nvSpPr>
          <p:cNvPr id="1136" name="Google Shape;1136;p59"/>
          <p:cNvSpPr txBox="1"/>
          <p:nvPr>
            <p:ph idx="2" type="title"/>
          </p:nvPr>
        </p:nvSpPr>
        <p:spPr>
          <a:xfrm>
            <a:off x="322375" y="1866925"/>
            <a:ext cx="4081800" cy="768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S&amp;P 500</a:t>
            </a:r>
            <a:endParaRPr/>
          </a:p>
        </p:txBody>
      </p:sp>
      <p:sp>
        <p:nvSpPr>
          <p:cNvPr id="1137" name="Google Shape;1137;p59"/>
          <p:cNvSpPr txBox="1"/>
          <p:nvPr>
            <p:ph idx="4" type="title"/>
          </p:nvPr>
        </p:nvSpPr>
        <p:spPr>
          <a:xfrm>
            <a:off x="4521975" y="1866913"/>
            <a:ext cx="4696800" cy="7689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2"/>
                </a:solidFill>
              </a:rPr>
              <a:t>DEFENSE</a:t>
            </a:r>
            <a:endParaRPr>
              <a:solidFill>
                <a:schemeClr val="lt2"/>
              </a:solidFill>
            </a:endParaRPr>
          </a:p>
        </p:txBody>
      </p:sp>
      <p:sp>
        <p:nvSpPr>
          <p:cNvPr id="1138" name="Google Shape;1138;p59"/>
          <p:cNvSpPr/>
          <p:nvPr/>
        </p:nvSpPr>
        <p:spPr>
          <a:xfrm>
            <a:off x="7769350" y="-1526150"/>
            <a:ext cx="2957700" cy="2919100"/>
          </a:xfrm>
          <a:custGeom>
            <a:rect b="b" l="l" r="r" t="t"/>
            <a:pathLst>
              <a:path extrusionOk="0" h="116764" w="118308">
                <a:moveTo>
                  <a:pt x="85119" y="611"/>
                </a:moveTo>
                <a:cubicBezTo>
                  <a:pt x="85338" y="611"/>
                  <a:pt x="85543" y="623"/>
                  <a:pt x="85725" y="623"/>
                </a:cubicBezTo>
                <a:lnTo>
                  <a:pt x="85850" y="623"/>
                </a:lnTo>
                <a:lnTo>
                  <a:pt x="86596" y="722"/>
                </a:lnTo>
                <a:cubicBezTo>
                  <a:pt x="87119" y="772"/>
                  <a:pt x="87642" y="871"/>
                  <a:pt x="88214" y="971"/>
                </a:cubicBezTo>
                <a:cubicBezTo>
                  <a:pt x="88314" y="996"/>
                  <a:pt x="88389" y="996"/>
                  <a:pt x="88488" y="1021"/>
                </a:cubicBezTo>
                <a:cubicBezTo>
                  <a:pt x="88861" y="1095"/>
                  <a:pt x="89260" y="1195"/>
                  <a:pt x="89633" y="1270"/>
                </a:cubicBezTo>
                <a:cubicBezTo>
                  <a:pt x="89807" y="1320"/>
                  <a:pt x="89982" y="1369"/>
                  <a:pt x="90131" y="1394"/>
                </a:cubicBezTo>
                <a:cubicBezTo>
                  <a:pt x="90230" y="1444"/>
                  <a:pt x="90305" y="1469"/>
                  <a:pt x="90380" y="1469"/>
                </a:cubicBezTo>
                <a:cubicBezTo>
                  <a:pt x="90547" y="1493"/>
                  <a:pt x="90691" y="1562"/>
                  <a:pt x="90812" y="1590"/>
                </a:cubicBezTo>
                <a:lnTo>
                  <a:pt x="90812" y="1590"/>
                </a:lnTo>
                <a:cubicBezTo>
                  <a:pt x="90120" y="1441"/>
                  <a:pt x="89428" y="1269"/>
                  <a:pt x="88712" y="1145"/>
                </a:cubicBezTo>
                <a:cubicBezTo>
                  <a:pt x="88637" y="1145"/>
                  <a:pt x="88563" y="1120"/>
                  <a:pt x="88488" y="1120"/>
                </a:cubicBezTo>
                <a:lnTo>
                  <a:pt x="87940" y="1021"/>
                </a:lnTo>
                <a:cubicBezTo>
                  <a:pt x="87219" y="896"/>
                  <a:pt x="86273" y="772"/>
                  <a:pt x="85451" y="697"/>
                </a:cubicBezTo>
                <a:lnTo>
                  <a:pt x="84904" y="623"/>
                </a:lnTo>
                <a:lnTo>
                  <a:pt x="84779" y="623"/>
                </a:lnTo>
                <a:cubicBezTo>
                  <a:pt x="84895" y="614"/>
                  <a:pt x="85009" y="611"/>
                  <a:pt x="85119" y="611"/>
                </a:cubicBezTo>
                <a:close/>
                <a:moveTo>
                  <a:pt x="81195" y="573"/>
                </a:moveTo>
                <a:cubicBezTo>
                  <a:pt x="81693" y="573"/>
                  <a:pt x="82216" y="598"/>
                  <a:pt x="82713" y="598"/>
                </a:cubicBezTo>
                <a:cubicBezTo>
                  <a:pt x="79726" y="598"/>
                  <a:pt x="76590" y="971"/>
                  <a:pt x="73304" y="1718"/>
                </a:cubicBezTo>
                <a:cubicBezTo>
                  <a:pt x="73155" y="1718"/>
                  <a:pt x="72981" y="1718"/>
                  <a:pt x="72807" y="1743"/>
                </a:cubicBezTo>
                <a:cubicBezTo>
                  <a:pt x="75744" y="1071"/>
                  <a:pt x="78532" y="697"/>
                  <a:pt x="81195" y="573"/>
                </a:cubicBezTo>
                <a:close/>
                <a:moveTo>
                  <a:pt x="80996" y="349"/>
                </a:moveTo>
                <a:cubicBezTo>
                  <a:pt x="81245" y="349"/>
                  <a:pt x="81469" y="349"/>
                  <a:pt x="81718" y="374"/>
                </a:cubicBezTo>
                <a:cubicBezTo>
                  <a:pt x="81568" y="374"/>
                  <a:pt x="81369" y="374"/>
                  <a:pt x="81220" y="399"/>
                </a:cubicBezTo>
                <a:lnTo>
                  <a:pt x="80747" y="399"/>
                </a:lnTo>
                <a:cubicBezTo>
                  <a:pt x="80025" y="399"/>
                  <a:pt x="79378" y="423"/>
                  <a:pt x="78781" y="473"/>
                </a:cubicBezTo>
                <a:cubicBezTo>
                  <a:pt x="77113" y="548"/>
                  <a:pt x="74997" y="747"/>
                  <a:pt x="73504" y="921"/>
                </a:cubicBezTo>
                <a:cubicBezTo>
                  <a:pt x="72309" y="1095"/>
                  <a:pt x="70790" y="1369"/>
                  <a:pt x="70019" y="1519"/>
                </a:cubicBezTo>
                <a:cubicBezTo>
                  <a:pt x="69397" y="1643"/>
                  <a:pt x="68799" y="1768"/>
                  <a:pt x="68202" y="1917"/>
                </a:cubicBezTo>
                <a:lnTo>
                  <a:pt x="67903" y="1917"/>
                </a:lnTo>
                <a:cubicBezTo>
                  <a:pt x="68177" y="1817"/>
                  <a:pt x="68451" y="1743"/>
                  <a:pt x="68749" y="1693"/>
                </a:cubicBezTo>
                <a:lnTo>
                  <a:pt x="68799" y="1693"/>
                </a:lnTo>
                <a:cubicBezTo>
                  <a:pt x="70542" y="1270"/>
                  <a:pt x="72184" y="996"/>
                  <a:pt x="73678" y="797"/>
                </a:cubicBezTo>
                <a:cubicBezTo>
                  <a:pt x="75146" y="623"/>
                  <a:pt x="77113" y="473"/>
                  <a:pt x="78706" y="374"/>
                </a:cubicBezTo>
                <a:cubicBezTo>
                  <a:pt x="79204" y="349"/>
                  <a:pt x="79702" y="349"/>
                  <a:pt x="80125" y="349"/>
                </a:cubicBezTo>
                <a:close/>
                <a:moveTo>
                  <a:pt x="77586" y="697"/>
                </a:moveTo>
                <a:cubicBezTo>
                  <a:pt x="75669" y="946"/>
                  <a:pt x="73728" y="1320"/>
                  <a:pt x="71662" y="1817"/>
                </a:cubicBezTo>
                <a:cubicBezTo>
                  <a:pt x="71064" y="1867"/>
                  <a:pt x="70492" y="1942"/>
                  <a:pt x="69870" y="1992"/>
                </a:cubicBezTo>
                <a:cubicBezTo>
                  <a:pt x="69546" y="1942"/>
                  <a:pt x="69247" y="1892"/>
                  <a:pt x="68924" y="1892"/>
                </a:cubicBezTo>
                <a:cubicBezTo>
                  <a:pt x="69272" y="1817"/>
                  <a:pt x="69646" y="1743"/>
                  <a:pt x="70019" y="1693"/>
                </a:cubicBezTo>
                <a:cubicBezTo>
                  <a:pt x="70815" y="1519"/>
                  <a:pt x="72309" y="1220"/>
                  <a:pt x="73504" y="1095"/>
                </a:cubicBezTo>
                <a:cubicBezTo>
                  <a:pt x="74649" y="946"/>
                  <a:pt x="76167" y="822"/>
                  <a:pt x="77586" y="697"/>
                </a:cubicBezTo>
                <a:close/>
                <a:moveTo>
                  <a:pt x="72284" y="1942"/>
                </a:moveTo>
                <a:cubicBezTo>
                  <a:pt x="72184" y="1967"/>
                  <a:pt x="72035" y="1992"/>
                  <a:pt x="71911" y="2016"/>
                </a:cubicBezTo>
                <a:cubicBezTo>
                  <a:pt x="71736" y="2016"/>
                  <a:pt x="71537" y="2066"/>
                  <a:pt x="71363" y="2066"/>
                </a:cubicBezTo>
                <a:cubicBezTo>
                  <a:pt x="71463" y="2016"/>
                  <a:pt x="71562" y="1992"/>
                  <a:pt x="71687" y="1967"/>
                </a:cubicBezTo>
                <a:cubicBezTo>
                  <a:pt x="71886" y="1942"/>
                  <a:pt x="72110" y="1942"/>
                  <a:pt x="72284" y="1942"/>
                </a:cubicBezTo>
                <a:close/>
                <a:moveTo>
                  <a:pt x="68508" y="2070"/>
                </a:moveTo>
                <a:cubicBezTo>
                  <a:pt x="68737" y="2070"/>
                  <a:pt x="68967" y="2099"/>
                  <a:pt x="69173" y="2116"/>
                </a:cubicBezTo>
                <a:cubicBezTo>
                  <a:pt x="69073" y="2116"/>
                  <a:pt x="68973" y="2141"/>
                  <a:pt x="68874" y="2141"/>
                </a:cubicBezTo>
                <a:cubicBezTo>
                  <a:pt x="68712" y="2128"/>
                  <a:pt x="68557" y="2122"/>
                  <a:pt x="68401" y="2122"/>
                </a:cubicBezTo>
                <a:cubicBezTo>
                  <a:pt x="68245" y="2122"/>
                  <a:pt x="68090" y="2128"/>
                  <a:pt x="67928" y="2141"/>
                </a:cubicBezTo>
                <a:cubicBezTo>
                  <a:pt x="68028" y="2116"/>
                  <a:pt x="68127" y="2116"/>
                  <a:pt x="68202" y="2091"/>
                </a:cubicBezTo>
                <a:cubicBezTo>
                  <a:pt x="68302" y="2076"/>
                  <a:pt x="68405" y="2070"/>
                  <a:pt x="68508" y="2070"/>
                </a:cubicBezTo>
                <a:close/>
                <a:moveTo>
                  <a:pt x="69870" y="2166"/>
                </a:moveTo>
                <a:cubicBezTo>
                  <a:pt x="69919" y="2216"/>
                  <a:pt x="70019" y="2216"/>
                  <a:pt x="70069" y="2216"/>
                </a:cubicBezTo>
                <a:cubicBezTo>
                  <a:pt x="70019" y="2216"/>
                  <a:pt x="69919" y="2240"/>
                  <a:pt x="69870" y="2240"/>
                </a:cubicBezTo>
                <a:cubicBezTo>
                  <a:pt x="69795" y="2240"/>
                  <a:pt x="69695" y="2216"/>
                  <a:pt x="69646" y="2216"/>
                </a:cubicBezTo>
                <a:cubicBezTo>
                  <a:pt x="69695" y="2216"/>
                  <a:pt x="69795" y="2166"/>
                  <a:pt x="69870" y="2166"/>
                </a:cubicBezTo>
                <a:close/>
                <a:moveTo>
                  <a:pt x="70691" y="2340"/>
                </a:moveTo>
                <a:cubicBezTo>
                  <a:pt x="70666" y="2340"/>
                  <a:pt x="70591" y="2365"/>
                  <a:pt x="70566" y="2365"/>
                </a:cubicBezTo>
                <a:cubicBezTo>
                  <a:pt x="70558" y="2365"/>
                  <a:pt x="70547" y="2362"/>
                  <a:pt x="70535" y="2359"/>
                </a:cubicBezTo>
                <a:lnTo>
                  <a:pt x="70535" y="2359"/>
                </a:lnTo>
                <a:cubicBezTo>
                  <a:pt x="70537" y="2359"/>
                  <a:pt x="70539" y="2359"/>
                  <a:pt x="70542" y="2359"/>
                </a:cubicBezTo>
                <a:cubicBezTo>
                  <a:pt x="70573" y="2359"/>
                  <a:pt x="70604" y="2352"/>
                  <a:pt x="70641" y="2340"/>
                </a:cubicBezTo>
                <a:close/>
                <a:moveTo>
                  <a:pt x="67057" y="2141"/>
                </a:moveTo>
                <a:cubicBezTo>
                  <a:pt x="66310" y="2340"/>
                  <a:pt x="65663" y="2514"/>
                  <a:pt x="65041" y="2713"/>
                </a:cubicBezTo>
                <a:cubicBezTo>
                  <a:pt x="65140" y="2664"/>
                  <a:pt x="65190" y="2639"/>
                  <a:pt x="65290" y="2614"/>
                </a:cubicBezTo>
                <a:cubicBezTo>
                  <a:pt x="65314" y="2614"/>
                  <a:pt x="65339" y="2589"/>
                  <a:pt x="65389" y="2589"/>
                </a:cubicBezTo>
                <a:cubicBezTo>
                  <a:pt x="65762" y="2464"/>
                  <a:pt x="66136" y="2340"/>
                  <a:pt x="66509" y="2240"/>
                </a:cubicBezTo>
                <a:cubicBezTo>
                  <a:pt x="66559" y="2240"/>
                  <a:pt x="66634" y="2216"/>
                  <a:pt x="66683" y="2216"/>
                </a:cubicBezTo>
                <a:lnTo>
                  <a:pt x="66708" y="2216"/>
                </a:lnTo>
                <a:cubicBezTo>
                  <a:pt x="66833" y="2166"/>
                  <a:pt x="66932" y="2166"/>
                  <a:pt x="67057" y="2141"/>
                </a:cubicBezTo>
                <a:close/>
                <a:moveTo>
                  <a:pt x="67729" y="2340"/>
                </a:moveTo>
                <a:cubicBezTo>
                  <a:pt x="67007" y="2464"/>
                  <a:pt x="66211" y="2639"/>
                  <a:pt x="65439" y="2838"/>
                </a:cubicBezTo>
                <a:cubicBezTo>
                  <a:pt x="65812" y="2713"/>
                  <a:pt x="66161" y="2589"/>
                  <a:pt x="66559" y="2514"/>
                </a:cubicBezTo>
                <a:cubicBezTo>
                  <a:pt x="66932" y="2440"/>
                  <a:pt x="67331" y="2365"/>
                  <a:pt x="67729" y="2340"/>
                </a:cubicBezTo>
                <a:close/>
                <a:moveTo>
                  <a:pt x="82881" y="760"/>
                </a:moveTo>
                <a:cubicBezTo>
                  <a:pt x="84830" y="760"/>
                  <a:pt x="86687" y="922"/>
                  <a:pt x="88438" y="1245"/>
                </a:cubicBezTo>
                <a:cubicBezTo>
                  <a:pt x="88538" y="1270"/>
                  <a:pt x="88613" y="1270"/>
                  <a:pt x="88712" y="1320"/>
                </a:cubicBezTo>
                <a:cubicBezTo>
                  <a:pt x="89135" y="1394"/>
                  <a:pt x="89608" y="1494"/>
                  <a:pt x="90006" y="1618"/>
                </a:cubicBezTo>
                <a:cubicBezTo>
                  <a:pt x="89795" y="1606"/>
                  <a:pt x="89577" y="1600"/>
                  <a:pt x="89356" y="1600"/>
                </a:cubicBezTo>
                <a:cubicBezTo>
                  <a:pt x="89135" y="1600"/>
                  <a:pt x="88911" y="1606"/>
                  <a:pt x="88687" y="1618"/>
                </a:cubicBezTo>
                <a:cubicBezTo>
                  <a:pt x="86646" y="1718"/>
                  <a:pt x="84630" y="2191"/>
                  <a:pt x="82713" y="2987"/>
                </a:cubicBezTo>
                <a:cubicBezTo>
                  <a:pt x="80302" y="2136"/>
                  <a:pt x="77643" y="1689"/>
                  <a:pt x="74737" y="1689"/>
                </a:cubicBezTo>
                <a:cubicBezTo>
                  <a:pt x="74584" y="1689"/>
                  <a:pt x="74430" y="1690"/>
                  <a:pt x="74275" y="1693"/>
                </a:cubicBezTo>
                <a:cubicBezTo>
                  <a:pt x="77298" y="1071"/>
                  <a:pt x="80178" y="760"/>
                  <a:pt x="82881" y="760"/>
                </a:cubicBezTo>
                <a:close/>
                <a:moveTo>
                  <a:pt x="89362" y="1797"/>
                </a:moveTo>
                <a:cubicBezTo>
                  <a:pt x="89882" y="1797"/>
                  <a:pt x="90392" y="1832"/>
                  <a:pt x="90903" y="1867"/>
                </a:cubicBezTo>
                <a:cubicBezTo>
                  <a:pt x="91027" y="1867"/>
                  <a:pt x="91102" y="1892"/>
                  <a:pt x="91201" y="1942"/>
                </a:cubicBezTo>
                <a:cubicBezTo>
                  <a:pt x="90670" y="1875"/>
                  <a:pt x="90128" y="1842"/>
                  <a:pt x="89575" y="1842"/>
                </a:cubicBezTo>
                <a:cubicBezTo>
                  <a:pt x="89298" y="1842"/>
                  <a:pt x="89019" y="1851"/>
                  <a:pt x="88737" y="1867"/>
                </a:cubicBezTo>
                <a:cubicBezTo>
                  <a:pt x="86820" y="1967"/>
                  <a:pt x="84929" y="2390"/>
                  <a:pt x="83087" y="3112"/>
                </a:cubicBezTo>
                <a:cubicBezTo>
                  <a:pt x="83062" y="3112"/>
                  <a:pt x="83012" y="3087"/>
                  <a:pt x="82987" y="3087"/>
                </a:cubicBezTo>
                <a:cubicBezTo>
                  <a:pt x="84854" y="2340"/>
                  <a:pt x="86795" y="1892"/>
                  <a:pt x="88712" y="1817"/>
                </a:cubicBezTo>
                <a:cubicBezTo>
                  <a:pt x="88931" y="1803"/>
                  <a:pt x="89147" y="1797"/>
                  <a:pt x="89362" y="1797"/>
                </a:cubicBezTo>
                <a:close/>
                <a:moveTo>
                  <a:pt x="74489" y="1870"/>
                </a:moveTo>
                <a:cubicBezTo>
                  <a:pt x="77392" y="1870"/>
                  <a:pt x="80073" y="2278"/>
                  <a:pt x="82464" y="3112"/>
                </a:cubicBezTo>
                <a:cubicBezTo>
                  <a:pt x="82464" y="3112"/>
                  <a:pt x="82440" y="3137"/>
                  <a:pt x="82390" y="3137"/>
                </a:cubicBezTo>
                <a:cubicBezTo>
                  <a:pt x="80063" y="2319"/>
                  <a:pt x="77437" y="1925"/>
                  <a:pt x="74599" y="1925"/>
                </a:cubicBezTo>
                <a:cubicBezTo>
                  <a:pt x="74067" y="1925"/>
                  <a:pt x="73527" y="1939"/>
                  <a:pt x="72981" y="1967"/>
                </a:cubicBezTo>
                <a:cubicBezTo>
                  <a:pt x="73080" y="1917"/>
                  <a:pt x="73180" y="1892"/>
                  <a:pt x="73304" y="1892"/>
                </a:cubicBezTo>
                <a:cubicBezTo>
                  <a:pt x="73703" y="1877"/>
                  <a:pt x="74098" y="1870"/>
                  <a:pt x="74489" y="1870"/>
                </a:cubicBezTo>
                <a:close/>
                <a:moveTo>
                  <a:pt x="82763" y="3211"/>
                </a:moveTo>
                <a:cubicBezTo>
                  <a:pt x="82813" y="3211"/>
                  <a:pt x="82838" y="3236"/>
                  <a:pt x="82863" y="3236"/>
                </a:cubicBezTo>
                <a:cubicBezTo>
                  <a:pt x="82838" y="3236"/>
                  <a:pt x="82813" y="3261"/>
                  <a:pt x="82763" y="3261"/>
                </a:cubicBezTo>
                <a:lnTo>
                  <a:pt x="82738" y="3261"/>
                </a:lnTo>
                <a:cubicBezTo>
                  <a:pt x="82713" y="3236"/>
                  <a:pt x="82688" y="3236"/>
                  <a:pt x="82688" y="3236"/>
                </a:cubicBezTo>
                <a:cubicBezTo>
                  <a:pt x="82713" y="3236"/>
                  <a:pt x="82738" y="3211"/>
                  <a:pt x="82763" y="3211"/>
                </a:cubicBezTo>
                <a:close/>
                <a:moveTo>
                  <a:pt x="68874" y="2340"/>
                </a:moveTo>
                <a:cubicBezTo>
                  <a:pt x="68949" y="2340"/>
                  <a:pt x="69048" y="2340"/>
                  <a:pt x="69173" y="2365"/>
                </a:cubicBezTo>
                <a:cubicBezTo>
                  <a:pt x="67555" y="2614"/>
                  <a:pt x="65912" y="2962"/>
                  <a:pt x="64219" y="3385"/>
                </a:cubicBezTo>
                <a:cubicBezTo>
                  <a:pt x="64294" y="3336"/>
                  <a:pt x="64393" y="3311"/>
                  <a:pt x="64468" y="3261"/>
                </a:cubicBezTo>
                <a:cubicBezTo>
                  <a:pt x="65962" y="2888"/>
                  <a:pt x="67430" y="2589"/>
                  <a:pt x="68874" y="2340"/>
                </a:cubicBezTo>
                <a:close/>
                <a:moveTo>
                  <a:pt x="93466" y="2315"/>
                </a:moveTo>
                <a:cubicBezTo>
                  <a:pt x="93541" y="2340"/>
                  <a:pt x="93591" y="2340"/>
                  <a:pt x="93665" y="2365"/>
                </a:cubicBezTo>
                <a:cubicBezTo>
                  <a:pt x="93790" y="2390"/>
                  <a:pt x="93914" y="2464"/>
                  <a:pt x="94064" y="2489"/>
                </a:cubicBezTo>
                <a:lnTo>
                  <a:pt x="94636" y="2664"/>
                </a:lnTo>
                <a:cubicBezTo>
                  <a:pt x="95034" y="2788"/>
                  <a:pt x="95408" y="2962"/>
                  <a:pt x="95781" y="3137"/>
                </a:cubicBezTo>
                <a:cubicBezTo>
                  <a:pt x="95831" y="3186"/>
                  <a:pt x="95906" y="3211"/>
                  <a:pt x="95931" y="3211"/>
                </a:cubicBezTo>
                <a:lnTo>
                  <a:pt x="96304" y="3385"/>
                </a:lnTo>
                <a:cubicBezTo>
                  <a:pt x="95308" y="2987"/>
                  <a:pt x="94412" y="2639"/>
                  <a:pt x="93566" y="2390"/>
                </a:cubicBezTo>
                <a:lnTo>
                  <a:pt x="93392" y="2315"/>
                </a:lnTo>
                <a:close/>
                <a:moveTo>
                  <a:pt x="63746" y="3460"/>
                </a:moveTo>
                <a:cubicBezTo>
                  <a:pt x="63697" y="3485"/>
                  <a:pt x="63647" y="3510"/>
                  <a:pt x="63572" y="3585"/>
                </a:cubicBezTo>
                <a:cubicBezTo>
                  <a:pt x="63522" y="3585"/>
                  <a:pt x="63448" y="3585"/>
                  <a:pt x="63373" y="3609"/>
                </a:cubicBezTo>
                <a:cubicBezTo>
                  <a:pt x="63448" y="3585"/>
                  <a:pt x="63473" y="3560"/>
                  <a:pt x="63547" y="3510"/>
                </a:cubicBezTo>
                <a:cubicBezTo>
                  <a:pt x="63597" y="3485"/>
                  <a:pt x="63696" y="3485"/>
                  <a:pt x="63746" y="3460"/>
                </a:cubicBezTo>
                <a:close/>
                <a:moveTo>
                  <a:pt x="64194" y="2888"/>
                </a:moveTo>
                <a:lnTo>
                  <a:pt x="64194" y="2888"/>
                </a:lnTo>
                <a:cubicBezTo>
                  <a:pt x="64169" y="2937"/>
                  <a:pt x="64095" y="2937"/>
                  <a:pt x="64070" y="2962"/>
                </a:cubicBezTo>
                <a:lnTo>
                  <a:pt x="64045" y="2962"/>
                </a:lnTo>
                <a:cubicBezTo>
                  <a:pt x="63995" y="2987"/>
                  <a:pt x="63970" y="2987"/>
                  <a:pt x="63921" y="3012"/>
                </a:cubicBezTo>
                <a:cubicBezTo>
                  <a:pt x="62651" y="3410"/>
                  <a:pt x="61805" y="3709"/>
                  <a:pt x="61606" y="3784"/>
                </a:cubicBezTo>
                <a:cubicBezTo>
                  <a:pt x="61207" y="3958"/>
                  <a:pt x="60809" y="4107"/>
                  <a:pt x="60436" y="4232"/>
                </a:cubicBezTo>
                <a:cubicBezTo>
                  <a:pt x="60183" y="4316"/>
                  <a:pt x="59918" y="4412"/>
                  <a:pt x="59643" y="4504"/>
                </a:cubicBezTo>
                <a:lnTo>
                  <a:pt x="59643" y="4504"/>
                </a:lnTo>
                <a:cubicBezTo>
                  <a:pt x="60223" y="4283"/>
                  <a:pt x="60869" y="4040"/>
                  <a:pt x="61606" y="3759"/>
                </a:cubicBezTo>
                <a:cubicBezTo>
                  <a:pt x="61680" y="3734"/>
                  <a:pt x="61855" y="3684"/>
                  <a:pt x="62103" y="3585"/>
                </a:cubicBezTo>
                <a:cubicBezTo>
                  <a:pt x="62651" y="3385"/>
                  <a:pt x="63348" y="3161"/>
                  <a:pt x="64194" y="2888"/>
                </a:cubicBezTo>
                <a:close/>
                <a:moveTo>
                  <a:pt x="83087" y="3311"/>
                </a:moveTo>
                <a:cubicBezTo>
                  <a:pt x="84257" y="3759"/>
                  <a:pt x="85377" y="4331"/>
                  <a:pt x="86372" y="4978"/>
                </a:cubicBezTo>
                <a:cubicBezTo>
                  <a:pt x="86347" y="5003"/>
                  <a:pt x="86323" y="5003"/>
                  <a:pt x="86298" y="5003"/>
                </a:cubicBezTo>
                <a:cubicBezTo>
                  <a:pt x="85302" y="4356"/>
                  <a:pt x="84182" y="3809"/>
                  <a:pt x="82987" y="3336"/>
                </a:cubicBezTo>
                <a:cubicBezTo>
                  <a:pt x="83012" y="3336"/>
                  <a:pt x="83062" y="3311"/>
                  <a:pt x="83087" y="3311"/>
                </a:cubicBezTo>
                <a:close/>
                <a:moveTo>
                  <a:pt x="68899" y="2589"/>
                </a:moveTo>
                <a:lnTo>
                  <a:pt x="68899" y="2589"/>
                </a:lnTo>
                <a:cubicBezTo>
                  <a:pt x="66659" y="3261"/>
                  <a:pt x="64369" y="4082"/>
                  <a:pt x="62054" y="5078"/>
                </a:cubicBezTo>
                <a:cubicBezTo>
                  <a:pt x="62552" y="4555"/>
                  <a:pt x="63074" y="4107"/>
                  <a:pt x="63647" y="3734"/>
                </a:cubicBezTo>
                <a:cubicBezTo>
                  <a:pt x="65439" y="3236"/>
                  <a:pt x="67181" y="2863"/>
                  <a:pt x="68899" y="2589"/>
                </a:cubicBezTo>
                <a:close/>
                <a:moveTo>
                  <a:pt x="86621" y="5202"/>
                </a:moveTo>
                <a:cubicBezTo>
                  <a:pt x="86671" y="5227"/>
                  <a:pt x="86696" y="5227"/>
                  <a:pt x="86721" y="5252"/>
                </a:cubicBezTo>
                <a:lnTo>
                  <a:pt x="86621" y="5252"/>
                </a:lnTo>
                <a:cubicBezTo>
                  <a:pt x="86596" y="5227"/>
                  <a:pt x="86571" y="5202"/>
                  <a:pt x="86547" y="5202"/>
                </a:cubicBezTo>
                <a:close/>
                <a:moveTo>
                  <a:pt x="63099" y="3858"/>
                </a:moveTo>
                <a:lnTo>
                  <a:pt x="63099" y="3858"/>
                </a:lnTo>
                <a:cubicBezTo>
                  <a:pt x="62576" y="4257"/>
                  <a:pt x="62079" y="4730"/>
                  <a:pt x="61606" y="5227"/>
                </a:cubicBezTo>
                <a:cubicBezTo>
                  <a:pt x="61556" y="5252"/>
                  <a:pt x="61506" y="5252"/>
                  <a:pt x="61456" y="5302"/>
                </a:cubicBezTo>
                <a:cubicBezTo>
                  <a:pt x="61929" y="4754"/>
                  <a:pt x="62402" y="4331"/>
                  <a:pt x="62925" y="3933"/>
                </a:cubicBezTo>
                <a:cubicBezTo>
                  <a:pt x="62975" y="3883"/>
                  <a:pt x="63049" y="3883"/>
                  <a:pt x="63099" y="3858"/>
                </a:cubicBezTo>
                <a:close/>
                <a:moveTo>
                  <a:pt x="69994" y="2464"/>
                </a:moveTo>
                <a:cubicBezTo>
                  <a:pt x="70044" y="2464"/>
                  <a:pt x="70118" y="2489"/>
                  <a:pt x="70168" y="2489"/>
                </a:cubicBezTo>
                <a:cubicBezTo>
                  <a:pt x="67380" y="3261"/>
                  <a:pt x="64518" y="4306"/>
                  <a:pt x="61581" y="5551"/>
                </a:cubicBezTo>
                <a:cubicBezTo>
                  <a:pt x="61606" y="5476"/>
                  <a:pt x="61680" y="5451"/>
                  <a:pt x="61705" y="5377"/>
                </a:cubicBezTo>
                <a:cubicBezTo>
                  <a:pt x="64543" y="4207"/>
                  <a:pt x="67281" y="3236"/>
                  <a:pt x="69994" y="2464"/>
                </a:cubicBezTo>
                <a:close/>
                <a:moveTo>
                  <a:pt x="89101" y="2013"/>
                </a:moveTo>
                <a:cubicBezTo>
                  <a:pt x="90165" y="2013"/>
                  <a:pt x="91191" y="2109"/>
                  <a:pt x="92197" y="2265"/>
                </a:cubicBezTo>
                <a:cubicBezTo>
                  <a:pt x="94387" y="3062"/>
                  <a:pt x="96279" y="4182"/>
                  <a:pt x="97897" y="5551"/>
                </a:cubicBezTo>
                <a:cubicBezTo>
                  <a:pt x="97573" y="5476"/>
                  <a:pt x="97300" y="5377"/>
                  <a:pt x="97001" y="5327"/>
                </a:cubicBezTo>
                <a:cubicBezTo>
                  <a:pt x="96702" y="5252"/>
                  <a:pt x="96428" y="5227"/>
                  <a:pt x="96179" y="5202"/>
                </a:cubicBezTo>
                <a:cubicBezTo>
                  <a:pt x="95806" y="5128"/>
                  <a:pt x="95408" y="5078"/>
                  <a:pt x="95034" y="5003"/>
                </a:cubicBezTo>
                <a:cubicBezTo>
                  <a:pt x="94586" y="4954"/>
                  <a:pt x="94163" y="4929"/>
                  <a:pt x="93715" y="4879"/>
                </a:cubicBezTo>
                <a:cubicBezTo>
                  <a:pt x="93466" y="4854"/>
                  <a:pt x="93217" y="4829"/>
                  <a:pt x="92944" y="4829"/>
                </a:cubicBezTo>
                <a:cubicBezTo>
                  <a:pt x="92222" y="4804"/>
                  <a:pt x="91525" y="4754"/>
                  <a:pt x="90778" y="4754"/>
                </a:cubicBezTo>
                <a:cubicBezTo>
                  <a:pt x="90031" y="4754"/>
                  <a:pt x="89285" y="4804"/>
                  <a:pt x="88488" y="4829"/>
                </a:cubicBezTo>
                <a:cubicBezTo>
                  <a:pt x="88040" y="4854"/>
                  <a:pt x="87542" y="4879"/>
                  <a:pt x="87069" y="4954"/>
                </a:cubicBezTo>
                <a:cubicBezTo>
                  <a:pt x="86945" y="4954"/>
                  <a:pt x="86820" y="4978"/>
                  <a:pt x="86671" y="4978"/>
                </a:cubicBezTo>
                <a:cubicBezTo>
                  <a:pt x="85626" y="4306"/>
                  <a:pt x="84555" y="3709"/>
                  <a:pt x="83336" y="3211"/>
                </a:cubicBezTo>
                <a:cubicBezTo>
                  <a:pt x="85078" y="2514"/>
                  <a:pt x="86920" y="2116"/>
                  <a:pt x="88737" y="2016"/>
                </a:cubicBezTo>
                <a:cubicBezTo>
                  <a:pt x="88859" y="2014"/>
                  <a:pt x="88980" y="2013"/>
                  <a:pt x="89101" y="2013"/>
                </a:cubicBezTo>
                <a:close/>
                <a:moveTo>
                  <a:pt x="93317" y="2514"/>
                </a:moveTo>
                <a:cubicBezTo>
                  <a:pt x="93441" y="2564"/>
                  <a:pt x="93541" y="2589"/>
                  <a:pt x="93665" y="2614"/>
                </a:cubicBezTo>
                <a:cubicBezTo>
                  <a:pt x="95433" y="3435"/>
                  <a:pt x="97026" y="4456"/>
                  <a:pt x="98395" y="5675"/>
                </a:cubicBezTo>
                <a:cubicBezTo>
                  <a:pt x="98345" y="5675"/>
                  <a:pt x="98295" y="5626"/>
                  <a:pt x="98270" y="5626"/>
                </a:cubicBezTo>
                <a:cubicBezTo>
                  <a:pt x="96827" y="4356"/>
                  <a:pt x="95184" y="3311"/>
                  <a:pt x="93317" y="2514"/>
                </a:cubicBezTo>
                <a:close/>
                <a:moveTo>
                  <a:pt x="61332" y="5551"/>
                </a:moveTo>
                <a:lnTo>
                  <a:pt x="61332" y="5551"/>
                </a:lnTo>
                <a:cubicBezTo>
                  <a:pt x="61307" y="5601"/>
                  <a:pt x="61232" y="5626"/>
                  <a:pt x="61207" y="5700"/>
                </a:cubicBezTo>
                <a:cubicBezTo>
                  <a:pt x="61183" y="5725"/>
                  <a:pt x="61108" y="5750"/>
                  <a:pt x="61083" y="5750"/>
                </a:cubicBezTo>
                <a:cubicBezTo>
                  <a:pt x="61108" y="5700"/>
                  <a:pt x="61183" y="5675"/>
                  <a:pt x="61207" y="5601"/>
                </a:cubicBezTo>
                <a:cubicBezTo>
                  <a:pt x="61232" y="5576"/>
                  <a:pt x="61307" y="5576"/>
                  <a:pt x="61332" y="5551"/>
                </a:cubicBezTo>
                <a:close/>
                <a:moveTo>
                  <a:pt x="90728" y="4978"/>
                </a:moveTo>
                <a:cubicBezTo>
                  <a:pt x="91475" y="4978"/>
                  <a:pt x="92197" y="5003"/>
                  <a:pt x="92869" y="5053"/>
                </a:cubicBezTo>
                <a:cubicBezTo>
                  <a:pt x="93242" y="5078"/>
                  <a:pt x="93591" y="5103"/>
                  <a:pt x="93939" y="5128"/>
                </a:cubicBezTo>
                <a:cubicBezTo>
                  <a:pt x="94288" y="5178"/>
                  <a:pt x="94611" y="5202"/>
                  <a:pt x="94935" y="5227"/>
                </a:cubicBezTo>
                <a:cubicBezTo>
                  <a:pt x="95433" y="5302"/>
                  <a:pt x="95931" y="5377"/>
                  <a:pt x="96428" y="5476"/>
                </a:cubicBezTo>
                <a:cubicBezTo>
                  <a:pt x="96578" y="5501"/>
                  <a:pt x="96727" y="5501"/>
                  <a:pt x="96901" y="5551"/>
                </a:cubicBezTo>
                <a:cubicBezTo>
                  <a:pt x="97324" y="5626"/>
                  <a:pt x="97723" y="5725"/>
                  <a:pt x="98146" y="5825"/>
                </a:cubicBezTo>
                <a:lnTo>
                  <a:pt x="98180" y="5870"/>
                </a:lnTo>
                <a:lnTo>
                  <a:pt x="98180" y="5870"/>
                </a:lnTo>
                <a:cubicBezTo>
                  <a:pt x="97761" y="5748"/>
                  <a:pt x="97319" y="5674"/>
                  <a:pt x="96876" y="5576"/>
                </a:cubicBezTo>
                <a:cubicBezTo>
                  <a:pt x="96652" y="5551"/>
                  <a:pt x="96403" y="5501"/>
                  <a:pt x="96179" y="5476"/>
                </a:cubicBezTo>
                <a:cubicBezTo>
                  <a:pt x="95781" y="5427"/>
                  <a:pt x="95383" y="5327"/>
                  <a:pt x="94935" y="5277"/>
                </a:cubicBezTo>
                <a:lnTo>
                  <a:pt x="93914" y="5202"/>
                </a:lnTo>
                <a:cubicBezTo>
                  <a:pt x="93566" y="5153"/>
                  <a:pt x="93267" y="5128"/>
                  <a:pt x="92894" y="5103"/>
                </a:cubicBezTo>
                <a:cubicBezTo>
                  <a:pt x="92197" y="5078"/>
                  <a:pt x="91475" y="5028"/>
                  <a:pt x="90778" y="5028"/>
                </a:cubicBezTo>
                <a:cubicBezTo>
                  <a:pt x="90031" y="5028"/>
                  <a:pt x="89285" y="5078"/>
                  <a:pt x="88538" y="5103"/>
                </a:cubicBezTo>
                <a:cubicBezTo>
                  <a:pt x="88164" y="5128"/>
                  <a:pt x="87791" y="5153"/>
                  <a:pt x="87368" y="5202"/>
                </a:cubicBezTo>
                <a:cubicBezTo>
                  <a:pt x="87244" y="5202"/>
                  <a:pt x="87094" y="5227"/>
                  <a:pt x="86970" y="5227"/>
                </a:cubicBezTo>
                <a:cubicBezTo>
                  <a:pt x="86945" y="5202"/>
                  <a:pt x="86920" y="5202"/>
                  <a:pt x="86870" y="5178"/>
                </a:cubicBezTo>
                <a:lnTo>
                  <a:pt x="86945" y="5178"/>
                </a:lnTo>
                <a:cubicBezTo>
                  <a:pt x="87468" y="5103"/>
                  <a:pt x="87965" y="5078"/>
                  <a:pt x="88463" y="5053"/>
                </a:cubicBezTo>
                <a:cubicBezTo>
                  <a:pt x="89235" y="5003"/>
                  <a:pt x="89982" y="4978"/>
                  <a:pt x="90728" y="4978"/>
                </a:cubicBezTo>
                <a:close/>
                <a:moveTo>
                  <a:pt x="62975" y="3684"/>
                </a:moveTo>
                <a:lnTo>
                  <a:pt x="62975" y="3684"/>
                </a:lnTo>
                <a:cubicBezTo>
                  <a:pt x="62925" y="3709"/>
                  <a:pt x="62900" y="3734"/>
                  <a:pt x="62825" y="3809"/>
                </a:cubicBezTo>
                <a:cubicBezTo>
                  <a:pt x="60809" y="4381"/>
                  <a:pt x="58743" y="5103"/>
                  <a:pt x="56627" y="5974"/>
                </a:cubicBezTo>
                <a:cubicBezTo>
                  <a:pt x="57723" y="5501"/>
                  <a:pt x="58868" y="5053"/>
                  <a:pt x="60560" y="4431"/>
                </a:cubicBezTo>
                <a:cubicBezTo>
                  <a:pt x="61357" y="4132"/>
                  <a:pt x="62178" y="3883"/>
                  <a:pt x="62975" y="3684"/>
                </a:cubicBezTo>
                <a:close/>
                <a:moveTo>
                  <a:pt x="98544" y="5924"/>
                </a:moveTo>
                <a:cubicBezTo>
                  <a:pt x="98569" y="5924"/>
                  <a:pt x="98644" y="5949"/>
                  <a:pt x="98669" y="5949"/>
                </a:cubicBezTo>
                <a:lnTo>
                  <a:pt x="98768" y="6049"/>
                </a:lnTo>
                <a:cubicBezTo>
                  <a:pt x="98718" y="6049"/>
                  <a:pt x="98693" y="6049"/>
                  <a:pt x="98669" y="5999"/>
                </a:cubicBezTo>
                <a:lnTo>
                  <a:pt x="98619" y="5999"/>
                </a:lnTo>
                <a:cubicBezTo>
                  <a:pt x="98619" y="5949"/>
                  <a:pt x="98569" y="5924"/>
                  <a:pt x="98544" y="5924"/>
                </a:cubicBezTo>
                <a:close/>
                <a:moveTo>
                  <a:pt x="94960" y="3062"/>
                </a:moveTo>
                <a:lnTo>
                  <a:pt x="94960" y="3062"/>
                </a:lnTo>
                <a:cubicBezTo>
                  <a:pt x="96752" y="3734"/>
                  <a:pt x="98370" y="4754"/>
                  <a:pt x="99789" y="6074"/>
                </a:cubicBezTo>
                <a:cubicBezTo>
                  <a:pt x="99490" y="5974"/>
                  <a:pt x="99166" y="5850"/>
                  <a:pt x="98868" y="5800"/>
                </a:cubicBezTo>
                <a:cubicBezTo>
                  <a:pt x="98818" y="5800"/>
                  <a:pt x="98793" y="5800"/>
                  <a:pt x="98768" y="5750"/>
                </a:cubicBezTo>
                <a:cubicBezTo>
                  <a:pt x="97648" y="4705"/>
                  <a:pt x="96379" y="3809"/>
                  <a:pt x="94960" y="3062"/>
                </a:cubicBezTo>
                <a:close/>
                <a:moveTo>
                  <a:pt x="74446" y="2122"/>
                </a:moveTo>
                <a:cubicBezTo>
                  <a:pt x="77248" y="2122"/>
                  <a:pt x="79829" y="2490"/>
                  <a:pt x="82141" y="3261"/>
                </a:cubicBezTo>
                <a:cubicBezTo>
                  <a:pt x="80498" y="4008"/>
                  <a:pt x="78930" y="5003"/>
                  <a:pt x="77486" y="6198"/>
                </a:cubicBezTo>
                <a:cubicBezTo>
                  <a:pt x="75520" y="4306"/>
                  <a:pt x="73479" y="3012"/>
                  <a:pt x="71388" y="2365"/>
                </a:cubicBezTo>
                <a:cubicBezTo>
                  <a:pt x="71562" y="2315"/>
                  <a:pt x="71761" y="2265"/>
                  <a:pt x="71935" y="2216"/>
                </a:cubicBezTo>
                <a:cubicBezTo>
                  <a:pt x="72790" y="2154"/>
                  <a:pt x="73628" y="2122"/>
                  <a:pt x="74446" y="2122"/>
                </a:cubicBezTo>
                <a:close/>
                <a:moveTo>
                  <a:pt x="97449" y="4082"/>
                </a:moveTo>
                <a:cubicBezTo>
                  <a:pt x="97648" y="4182"/>
                  <a:pt x="97822" y="4257"/>
                  <a:pt x="97996" y="4331"/>
                </a:cubicBezTo>
                <a:cubicBezTo>
                  <a:pt x="98818" y="4879"/>
                  <a:pt x="99614" y="5501"/>
                  <a:pt x="100311" y="6223"/>
                </a:cubicBezTo>
                <a:cubicBezTo>
                  <a:pt x="100286" y="6223"/>
                  <a:pt x="100237" y="6198"/>
                  <a:pt x="100187" y="6198"/>
                </a:cubicBezTo>
                <a:cubicBezTo>
                  <a:pt x="99365" y="5377"/>
                  <a:pt x="98445" y="4655"/>
                  <a:pt x="97449" y="4082"/>
                </a:cubicBezTo>
                <a:close/>
                <a:moveTo>
                  <a:pt x="71064" y="2464"/>
                </a:moveTo>
                <a:cubicBezTo>
                  <a:pt x="73180" y="3062"/>
                  <a:pt x="75321" y="4356"/>
                  <a:pt x="77362" y="6323"/>
                </a:cubicBezTo>
                <a:cubicBezTo>
                  <a:pt x="77312" y="6323"/>
                  <a:pt x="77312" y="6347"/>
                  <a:pt x="77287" y="6347"/>
                </a:cubicBezTo>
                <a:cubicBezTo>
                  <a:pt x="75246" y="4381"/>
                  <a:pt x="73105" y="3087"/>
                  <a:pt x="70940" y="2489"/>
                </a:cubicBezTo>
                <a:cubicBezTo>
                  <a:pt x="70990" y="2489"/>
                  <a:pt x="71015" y="2464"/>
                  <a:pt x="71064" y="2464"/>
                </a:cubicBezTo>
                <a:close/>
                <a:moveTo>
                  <a:pt x="82440" y="3361"/>
                </a:moveTo>
                <a:cubicBezTo>
                  <a:pt x="82464" y="3361"/>
                  <a:pt x="82489" y="3385"/>
                  <a:pt x="82514" y="3385"/>
                </a:cubicBezTo>
                <a:cubicBezTo>
                  <a:pt x="80822" y="4107"/>
                  <a:pt x="79204" y="5128"/>
                  <a:pt x="77660" y="6372"/>
                </a:cubicBezTo>
                <a:lnTo>
                  <a:pt x="77636" y="6347"/>
                </a:lnTo>
                <a:cubicBezTo>
                  <a:pt x="79129" y="5103"/>
                  <a:pt x="80747" y="4107"/>
                  <a:pt x="82440" y="3361"/>
                </a:cubicBezTo>
                <a:close/>
                <a:moveTo>
                  <a:pt x="99067" y="6049"/>
                </a:moveTo>
                <a:lnTo>
                  <a:pt x="99067" y="6049"/>
                </a:lnTo>
                <a:cubicBezTo>
                  <a:pt x="99415" y="6123"/>
                  <a:pt x="99764" y="6248"/>
                  <a:pt x="100112" y="6347"/>
                </a:cubicBezTo>
                <a:lnTo>
                  <a:pt x="100187" y="6447"/>
                </a:lnTo>
                <a:cubicBezTo>
                  <a:pt x="100162" y="6447"/>
                  <a:pt x="100112" y="6447"/>
                  <a:pt x="100038" y="6422"/>
                </a:cubicBezTo>
                <a:cubicBezTo>
                  <a:pt x="99764" y="6323"/>
                  <a:pt x="99490" y="6223"/>
                  <a:pt x="99166" y="6123"/>
                </a:cubicBezTo>
                <a:lnTo>
                  <a:pt x="99067" y="6049"/>
                </a:lnTo>
                <a:close/>
                <a:moveTo>
                  <a:pt x="77486" y="6447"/>
                </a:moveTo>
                <a:lnTo>
                  <a:pt x="77511" y="6472"/>
                </a:lnTo>
                <a:cubicBezTo>
                  <a:pt x="77486" y="6472"/>
                  <a:pt x="77486" y="6497"/>
                  <a:pt x="77461" y="6497"/>
                </a:cubicBezTo>
                <a:lnTo>
                  <a:pt x="77412" y="6472"/>
                </a:lnTo>
                <a:cubicBezTo>
                  <a:pt x="77461" y="6472"/>
                  <a:pt x="77461" y="6447"/>
                  <a:pt x="77486" y="6447"/>
                </a:cubicBezTo>
                <a:close/>
                <a:moveTo>
                  <a:pt x="82763" y="3460"/>
                </a:moveTo>
                <a:cubicBezTo>
                  <a:pt x="83933" y="3883"/>
                  <a:pt x="85003" y="4431"/>
                  <a:pt x="85999" y="5053"/>
                </a:cubicBezTo>
                <a:cubicBezTo>
                  <a:pt x="83410" y="5352"/>
                  <a:pt x="80722" y="5875"/>
                  <a:pt x="77984" y="6621"/>
                </a:cubicBezTo>
                <a:lnTo>
                  <a:pt x="77810" y="6472"/>
                </a:lnTo>
                <a:cubicBezTo>
                  <a:pt x="79353" y="5227"/>
                  <a:pt x="81021" y="4207"/>
                  <a:pt x="82763" y="3460"/>
                </a:cubicBezTo>
                <a:close/>
                <a:moveTo>
                  <a:pt x="77660" y="6621"/>
                </a:moveTo>
                <a:lnTo>
                  <a:pt x="77760" y="6721"/>
                </a:lnTo>
                <a:cubicBezTo>
                  <a:pt x="77735" y="6721"/>
                  <a:pt x="77710" y="6721"/>
                  <a:pt x="77710" y="6746"/>
                </a:cubicBezTo>
                <a:lnTo>
                  <a:pt x="77611" y="6671"/>
                </a:lnTo>
                <a:cubicBezTo>
                  <a:pt x="77636" y="6671"/>
                  <a:pt x="77636" y="6621"/>
                  <a:pt x="77660" y="6621"/>
                </a:cubicBezTo>
                <a:close/>
                <a:moveTo>
                  <a:pt x="86248" y="5227"/>
                </a:moveTo>
                <a:cubicBezTo>
                  <a:pt x="86298" y="5252"/>
                  <a:pt x="86323" y="5252"/>
                  <a:pt x="86347" y="5302"/>
                </a:cubicBezTo>
                <a:lnTo>
                  <a:pt x="86298" y="5302"/>
                </a:lnTo>
                <a:cubicBezTo>
                  <a:pt x="85725" y="5352"/>
                  <a:pt x="85128" y="5451"/>
                  <a:pt x="84580" y="5501"/>
                </a:cubicBezTo>
                <a:cubicBezTo>
                  <a:pt x="84381" y="5551"/>
                  <a:pt x="84207" y="5576"/>
                  <a:pt x="83983" y="5601"/>
                </a:cubicBezTo>
                <a:cubicBezTo>
                  <a:pt x="83236" y="5725"/>
                  <a:pt x="82464" y="5850"/>
                  <a:pt x="81718" y="5999"/>
                </a:cubicBezTo>
                <a:lnTo>
                  <a:pt x="81693" y="5999"/>
                </a:lnTo>
                <a:cubicBezTo>
                  <a:pt x="80523" y="6248"/>
                  <a:pt x="79353" y="6547"/>
                  <a:pt x="78158" y="6845"/>
                </a:cubicBezTo>
                <a:cubicBezTo>
                  <a:pt x="78133" y="6845"/>
                  <a:pt x="78108" y="6820"/>
                  <a:pt x="78108" y="6820"/>
                </a:cubicBezTo>
                <a:cubicBezTo>
                  <a:pt x="80896" y="6074"/>
                  <a:pt x="83609" y="5501"/>
                  <a:pt x="86223" y="5227"/>
                </a:cubicBezTo>
                <a:close/>
                <a:moveTo>
                  <a:pt x="77262" y="6596"/>
                </a:moveTo>
                <a:cubicBezTo>
                  <a:pt x="77287" y="6621"/>
                  <a:pt x="77337" y="6621"/>
                  <a:pt x="77337" y="6671"/>
                </a:cubicBezTo>
                <a:cubicBezTo>
                  <a:pt x="77237" y="6746"/>
                  <a:pt x="77138" y="6820"/>
                  <a:pt x="77038" y="6920"/>
                </a:cubicBezTo>
                <a:cubicBezTo>
                  <a:pt x="76988" y="6920"/>
                  <a:pt x="76963" y="6945"/>
                  <a:pt x="76889" y="6945"/>
                </a:cubicBezTo>
                <a:cubicBezTo>
                  <a:pt x="77013" y="6820"/>
                  <a:pt x="77138" y="6721"/>
                  <a:pt x="77262" y="6596"/>
                </a:cubicBezTo>
                <a:close/>
                <a:moveTo>
                  <a:pt x="77636" y="6945"/>
                </a:moveTo>
                <a:lnTo>
                  <a:pt x="77660" y="6970"/>
                </a:lnTo>
                <a:cubicBezTo>
                  <a:pt x="77461" y="7044"/>
                  <a:pt x="77262" y="7094"/>
                  <a:pt x="77038" y="7169"/>
                </a:cubicBezTo>
                <a:lnTo>
                  <a:pt x="77138" y="7069"/>
                </a:lnTo>
                <a:cubicBezTo>
                  <a:pt x="77287" y="7044"/>
                  <a:pt x="77461" y="6970"/>
                  <a:pt x="77636" y="6945"/>
                </a:cubicBezTo>
                <a:close/>
                <a:moveTo>
                  <a:pt x="76715" y="7194"/>
                </a:moveTo>
                <a:lnTo>
                  <a:pt x="76615" y="7268"/>
                </a:lnTo>
                <a:cubicBezTo>
                  <a:pt x="76590" y="7293"/>
                  <a:pt x="76540" y="7293"/>
                  <a:pt x="76491" y="7318"/>
                </a:cubicBezTo>
                <a:lnTo>
                  <a:pt x="76590" y="7219"/>
                </a:lnTo>
                <a:cubicBezTo>
                  <a:pt x="76640" y="7219"/>
                  <a:pt x="76665" y="7194"/>
                  <a:pt x="76715" y="7194"/>
                </a:cubicBezTo>
                <a:close/>
                <a:moveTo>
                  <a:pt x="99067" y="4879"/>
                </a:moveTo>
                <a:lnTo>
                  <a:pt x="99067" y="4879"/>
                </a:lnTo>
                <a:cubicBezTo>
                  <a:pt x="99316" y="5003"/>
                  <a:pt x="99540" y="5128"/>
                  <a:pt x="99814" y="5252"/>
                </a:cubicBezTo>
                <a:cubicBezTo>
                  <a:pt x="100784" y="5775"/>
                  <a:pt x="102054" y="6572"/>
                  <a:pt x="103497" y="7592"/>
                </a:cubicBezTo>
                <a:cubicBezTo>
                  <a:pt x="103099" y="7418"/>
                  <a:pt x="102726" y="7194"/>
                  <a:pt x="102352" y="7044"/>
                </a:cubicBezTo>
                <a:cubicBezTo>
                  <a:pt x="102228" y="6970"/>
                  <a:pt x="102054" y="6920"/>
                  <a:pt x="101904" y="6845"/>
                </a:cubicBezTo>
                <a:cubicBezTo>
                  <a:pt x="101531" y="6696"/>
                  <a:pt x="101133" y="6497"/>
                  <a:pt x="100759" y="6372"/>
                </a:cubicBezTo>
                <a:cubicBezTo>
                  <a:pt x="100237" y="5825"/>
                  <a:pt x="99664" y="5327"/>
                  <a:pt x="99067" y="4879"/>
                </a:cubicBezTo>
                <a:close/>
                <a:moveTo>
                  <a:pt x="97648" y="3933"/>
                </a:moveTo>
                <a:cubicBezTo>
                  <a:pt x="97698" y="3933"/>
                  <a:pt x="97797" y="3958"/>
                  <a:pt x="97897" y="4008"/>
                </a:cubicBezTo>
                <a:cubicBezTo>
                  <a:pt x="98021" y="4082"/>
                  <a:pt x="98146" y="4132"/>
                  <a:pt x="98295" y="4207"/>
                </a:cubicBezTo>
                <a:lnTo>
                  <a:pt x="99042" y="4580"/>
                </a:lnTo>
                <a:cubicBezTo>
                  <a:pt x="99166" y="4630"/>
                  <a:pt x="99266" y="4705"/>
                  <a:pt x="99390" y="4754"/>
                </a:cubicBezTo>
                <a:cubicBezTo>
                  <a:pt x="100411" y="5327"/>
                  <a:pt x="101431" y="5924"/>
                  <a:pt x="102402" y="6572"/>
                </a:cubicBezTo>
                <a:cubicBezTo>
                  <a:pt x="102402" y="6572"/>
                  <a:pt x="102427" y="6572"/>
                  <a:pt x="102427" y="6596"/>
                </a:cubicBezTo>
                <a:cubicBezTo>
                  <a:pt x="102726" y="6796"/>
                  <a:pt x="103000" y="6970"/>
                  <a:pt x="103249" y="7144"/>
                </a:cubicBezTo>
                <a:lnTo>
                  <a:pt x="105115" y="8563"/>
                </a:lnTo>
                <a:cubicBezTo>
                  <a:pt x="105120" y="8568"/>
                  <a:pt x="105125" y="8573"/>
                  <a:pt x="105131" y="8578"/>
                </a:cubicBezTo>
                <a:lnTo>
                  <a:pt x="105131" y="8578"/>
                </a:lnTo>
                <a:cubicBezTo>
                  <a:pt x="105094" y="8558"/>
                  <a:pt x="105059" y="8532"/>
                  <a:pt x="105016" y="8488"/>
                </a:cubicBezTo>
                <a:lnTo>
                  <a:pt x="104966" y="8488"/>
                </a:lnTo>
                <a:cubicBezTo>
                  <a:pt x="104866" y="8438"/>
                  <a:pt x="104792" y="8413"/>
                  <a:pt x="104717" y="8339"/>
                </a:cubicBezTo>
                <a:cubicBezTo>
                  <a:pt x="102800" y="6820"/>
                  <a:pt x="101058" y="5750"/>
                  <a:pt x="99863" y="5103"/>
                </a:cubicBezTo>
                <a:cubicBezTo>
                  <a:pt x="99241" y="4754"/>
                  <a:pt x="98644" y="4456"/>
                  <a:pt x="98046" y="4207"/>
                </a:cubicBezTo>
                <a:cubicBezTo>
                  <a:pt x="97996" y="4132"/>
                  <a:pt x="97897" y="4107"/>
                  <a:pt x="97822" y="4058"/>
                </a:cubicBezTo>
                <a:cubicBezTo>
                  <a:pt x="97772" y="4008"/>
                  <a:pt x="97698" y="3958"/>
                  <a:pt x="97648" y="3933"/>
                </a:cubicBezTo>
                <a:close/>
                <a:moveTo>
                  <a:pt x="101033" y="6696"/>
                </a:moveTo>
                <a:lnTo>
                  <a:pt x="101033" y="6696"/>
                </a:lnTo>
                <a:cubicBezTo>
                  <a:pt x="101431" y="6845"/>
                  <a:pt x="101855" y="6995"/>
                  <a:pt x="102228" y="7144"/>
                </a:cubicBezTo>
                <a:cubicBezTo>
                  <a:pt x="103049" y="7542"/>
                  <a:pt x="103846" y="7990"/>
                  <a:pt x="104618" y="8463"/>
                </a:cubicBezTo>
                <a:cubicBezTo>
                  <a:pt x="104742" y="8563"/>
                  <a:pt x="104891" y="8687"/>
                  <a:pt x="105016" y="8787"/>
                </a:cubicBezTo>
                <a:lnTo>
                  <a:pt x="104742" y="8588"/>
                </a:lnTo>
                <a:cubicBezTo>
                  <a:pt x="104369" y="8339"/>
                  <a:pt x="104020" y="8115"/>
                  <a:pt x="103622" y="7891"/>
                </a:cubicBezTo>
                <a:cubicBezTo>
                  <a:pt x="103522" y="7841"/>
                  <a:pt x="103398" y="7766"/>
                  <a:pt x="103273" y="7741"/>
                </a:cubicBezTo>
                <a:cubicBezTo>
                  <a:pt x="102875" y="7517"/>
                  <a:pt x="102452" y="7343"/>
                  <a:pt x="102054" y="7144"/>
                </a:cubicBezTo>
                <a:cubicBezTo>
                  <a:pt x="101929" y="7094"/>
                  <a:pt x="101805" y="7069"/>
                  <a:pt x="101730" y="6995"/>
                </a:cubicBezTo>
                <a:cubicBezTo>
                  <a:pt x="101531" y="6920"/>
                  <a:pt x="101307" y="6845"/>
                  <a:pt x="101133" y="6746"/>
                </a:cubicBezTo>
                <a:cubicBezTo>
                  <a:pt x="101133" y="6760"/>
                  <a:pt x="101126" y="6766"/>
                  <a:pt x="101117" y="6766"/>
                </a:cubicBezTo>
                <a:cubicBezTo>
                  <a:pt x="101093" y="6766"/>
                  <a:pt x="101051" y="6731"/>
                  <a:pt x="101033" y="6696"/>
                </a:cubicBezTo>
                <a:close/>
                <a:moveTo>
                  <a:pt x="76217" y="7318"/>
                </a:moveTo>
                <a:lnTo>
                  <a:pt x="76217" y="7318"/>
                </a:lnTo>
                <a:cubicBezTo>
                  <a:pt x="76167" y="7368"/>
                  <a:pt x="76142" y="7418"/>
                  <a:pt x="76117" y="7418"/>
                </a:cubicBezTo>
                <a:cubicBezTo>
                  <a:pt x="74674" y="7841"/>
                  <a:pt x="73230" y="8339"/>
                  <a:pt x="71761" y="8911"/>
                </a:cubicBezTo>
                <a:cubicBezTo>
                  <a:pt x="71736" y="8911"/>
                  <a:pt x="71687" y="8911"/>
                  <a:pt x="71662" y="8861"/>
                </a:cubicBezTo>
                <a:cubicBezTo>
                  <a:pt x="73180" y="8289"/>
                  <a:pt x="74723" y="7766"/>
                  <a:pt x="76217" y="7318"/>
                </a:cubicBezTo>
                <a:close/>
                <a:moveTo>
                  <a:pt x="71239" y="9011"/>
                </a:moveTo>
                <a:cubicBezTo>
                  <a:pt x="71263" y="9011"/>
                  <a:pt x="71288" y="9061"/>
                  <a:pt x="71363" y="9061"/>
                </a:cubicBezTo>
                <a:lnTo>
                  <a:pt x="71288" y="9061"/>
                </a:lnTo>
                <a:cubicBezTo>
                  <a:pt x="71263" y="9061"/>
                  <a:pt x="71263" y="9061"/>
                  <a:pt x="71214" y="9085"/>
                </a:cubicBezTo>
                <a:lnTo>
                  <a:pt x="71164" y="9085"/>
                </a:lnTo>
                <a:cubicBezTo>
                  <a:pt x="71164" y="9085"/>
                  <a:pt x="71189" y="9085"/>
                  <a:pt x="71189" y="9061"/>
                </a:cubicBezTo>
                <a:cubicBezTo>
                  <a:pt x="71189" y="9061"/>
                  <a:pt x="71239" y="9061"/>
                  <a:pt x="71239" y="9011"/>
                </a:cubicBezTo>
                <a:close/>
                <a:moveTo>
                  <a:pt x="75769" y="7766"/>
                </a:moveTo>
                <a:lnTo>
                  <a:pt x="75769" y="7766"/>
                </a:lnTo>
                <a:cubicBezTo>
                  <a:pt x="75196" y="8314"/>
                  <a:pt x="74674" y="8936"/>
                  <a:pt x="74151" y="9583"/>
                </a:cubicBezTo>
                <a:cubicBezTo>
                  <a:pt x="74126" y="9583"/>
                  <a:pt x="74101" y="9558"/>
                  <a:pt x="74051" y="9558"/>
                </a:cubicBezTo>
                <a:cubicBezTo>
                  <a:pt x="74026" y="9534"/>
                  <a:pt x="73952" y="9534"/>
                  <a:pt x="73902" y="9534"/>
                </a:cubicBezTo>
                <a:cubicBezTo>
                  <a:pt x="73529" y="9409"/>
                  <a:pt x="73155" y="9310"/>
                  <a:pt x="72782" y="9185"/>
                </a:cubicBezTo>
                <a:cubicBezTo>
                  <a:pt x="72757" y="9185"/>
                  <a:pt x="72707" y="9185"/>
                  <a:pt x="72682" y="9135"/>
                </a:cubicBezTo>
                <a:cubicBezTo>
                  <a:pt x="72583" y="9110"/>
                  <a:pt x="72458" y="9085"/>
                  <a:pt x="72384" y="9085"/>
                </a:cubicBezTo>
                <a:cubicBezTo>
                  <a:pt x="72284" y="9061"/>
                  <a:pt x="72184" y="9011"/>
                  <a:pt x="72060" y="9011"/>
                </a:cubicBezTo>
                <a:cubicBezTo>
                  <a:pt x="73304" y="8563"/>
                  <a:pt x="74549" y="8140"/>
                  <a:pt x="75769" y="7766"/>
                </a:cubicBezTo>
                <a:close/>
                <a:moveTo>
                  <a:pt x="76291" y="7592"/>
                </a:moveTo>
                <a:cubicBezTo>
                  <a:pt x="75644" y="8214"/>
                  <a:pt x="74997" y="8936"/>
                  <a:pt x="74400" y="9683"/>
                </a:cubicBezTo>
                <a:cubicBezTo>
                  <a:pt x="74375" y="9683"/>
                  <a:pt x="74375" y="9658"/>
                  <a:pt x="74350" y="9658"/>
                </a:cubicBezTo>
                <a:cubicBezTo>
                  <a:pt x="74922" y="8936"/>
                  <a:pt x="75545" y="8239"/>
                  <a:pt x="76167" y="7617"/>
                </a:cubicBezTo>
                <a:cubicBezTo>
                  <a:pt x="76217" y="7617"/>
                  <a:pt x="76267" y="7592"/>
                  <a:pt x="76291" y="7592"/>
                </a:cubicBezTo>
                <a:close/>
                <a:moveTo>
                  <a:pt x="70566" y="2589"/>
                </a:moveTo>
                <a:cubicBezTo>
                  <a:pt x="72782" y="3112"/>
                  <a:pt x="75022" y="4431"/>
                  <a:pt x="77163" y="6472"/>
                </a:cubicBezTo>
                <a:cubicBezTo>
                  <a:pt x="76963" y="6671"/>
                  <a:pt x="76739" y="6845"/>
                  <a:pt x="76515" y="7069"/>
                </a:cubicBezTo>
                <a:cubicBezTo>
                  <a:pt x="74773" y="7592"/>
                  <a:pt x="73031" y="8189"/>
                  <a:pt x="71263" y="8861"/>
                </a:cubicBezTo>
                <a:lnTo>
                  <a:pt x="71164" y="8861"/>
                </a:lnTo>
                <a:cubicBezTo>
                  <a:pt x="71114" y="8861"/>
                  <a:pt x="71039" y="8837"/>
                  <a:pt x="70940" y="8837"/>
                </a:cubicBezTo>
                <a:cubicBezTo>
                  <a:pt x="70542" y="8762"/>
                  <a:pt x="70118" y="8712"/>
                  <a:pt x="69670" y="8687"/>
                </a:cubicBezTo>
                <a:cubicBezTo>
                  <a:pt x="69571" y="8687"/>
                  <a:pt x="69471" y="8637"/>
                  <a:pt x="69397" y="8637"/>
                </a:cubicBezTo>
                <a:lnTo>
                  <a:pt x="69247" y="8637"/>
                </a:lnTo>
                <a:cubicBezTo>
                  <a:pt x="68675" y="8613"/>
                  <a:pt x="68102" y="8588"/>
                  <a:pt x="67530" y="8588"/>
                </a:cubicBezTo>
                <a:cubicBezTo>
                  <a:pt x="67057" y="8588"/>
                  <a:pt x="66584" y="8613"/>
                  <a:pt x="66136" y="8613"/>
                </a:cubicBezTo>
                <a:cubicBezTo>
                  <a:pt x="65862" y="8613"/>
                  <a:pt x="65613" y="8637"/>
                  <a:pt x="65389" y="8687"/>
                </a:cubicBezTo>
                <a:cubicBezTo>
                  <a:pt x="65165" y="8712"/>
                  <a:pt x="64966" y="8712"/>
                  <a:pt x="64767" y="8737"/>
                </a:cubicBezTo>
                <a:cubicBezTo>
                  <a:pt x="64418" y="8787"/>
                  <a:pt x="64045" y="8812"/>
                  <a:pt x="63697" y="8861"/>
                </a:cubicBezTo>
                <a:cubicBezTo>
                  <a:pt x="63647" y="8861"/>
                  <a:pt x="63547" y="8911"/>
                  <a:pt x="63473" y="8911"/>
                </a:cubicBezTo>
                <a:cubicBezTo>
                  <a:pt x="63348" y="8911"/>
                  <a:pt x="63273" y="8936"/>
                  <a:pt x="63149" y="8961"/>
                </a:cubicBezTo>
                <a:cubicBezTo>
                  <a:pt x="62427" y="9061"/>
                  <a:pt x="61680" y="9210"/>
                  <a:pt x="60934" y="9359"/>
                </a:cubicBezTo>
                <a:cubicBezTo>
                  <a:pt x="60336" y="9484"/>
                  <a:pt x="59739" y="9608"/>
                  <a:pt x="59166" y="9782"/>
                </a:cubicBezTo>
                <a:cubicBezTo>
                  <a:pt x="59739" y="8214"/>
                  <a:pt x="60461" y="6945"/>
                  <a:pt x="61332" y="5850"/>
                </a:cubicBezTo>
                <a:cubicBezTo>
                  <a:pt x="64468" y="4481"/>
                  <a:pt x="67580" y="3385"/>
                  <a:pt x="70566" y="2589"/>
                </a:cubicBezTo>
                <a:close/>
                <a:moveTo>
                  <a:pt x="71736" y="9110"/>
                </a:moveTo>
                <a:cubicBezTo>
                  <a:pt x="72533" y="9285"/>
                  <a:pt x="73280" y="9459"/>
                  <a:pt x="74026" y="9733"/>
                </a:cubicBezTo>
                <a:lnTo>
                  <a:pt x="74001" y="9782"/>
                </a:lnTo>
                <a:cubicBezTo>
                  <a:pt x="73902" y="9733"/>
                  <a:pt x="73827" y="9708"/>
                  <a:pt x="73753" y="9708"/>
                </a:cubicBezTo>
                <a:cubicBezTo>
                  <a:pt x="73578" y="9658"/>
                  <a:pt x="73429" y="9608"/>
                  <a:pt x="73255" y="9558"/>
                </a:cubicBezTo>
                <a:cubicBezTo>
                  <a:pt x="73080" y="9484"/>
                  <a:pt x="72906" y="9459"/>
                  <a:pt x="72757" y="9434"/>
                </a:cubicBezTo>
                <a:cubicBezTo>
                  <a:pt x="72707" y="9434"/>
                  <a:pt x="72682" y="9409"/>
                  <a:pt x="72657" y="9409"/>
                </a:cubicBezTo>
                <a:lnTo>
                  <a:pt x="72632" y="9409"/>
                </a:lnTo>
                <a:cubicBezTo>
                  <a:pt x="72458" y="9359"/>
                  <a:pt x="72284" y="9310"/>
                  <a:pt x="72135" y="9285"/>
                </a:cubicBezTo>
                <a:cubicBezTo>
                  <a:pt x="71935" y="9235"/>
                  <a:pt x="71786" y="9185"/>
                  <a:pt x="71662" y="9160"/>
                </a:cubicBezTo>
                <a:cubicBezTo>
                  <a:pt x="71687" y="9160"/>
                  <a:pt x="71687" y="9160"/>
                  <a:pt x="71736" y="9110"/>
                </a:cubicBezTo>
                <a:close/>
                <a:moveTo>
                  <a:pt x="60983" y="5999"/>
                </a:moveTo>
                <a:cubicBezTo>
                  <a:pt x="60187" y="7069"/>
                  <a:pt x="59490" y="8339"/>
                  <a:pt x="58942" y="9782"/>
                </a:cubicBezTo>
                <a:cubicBezTo>
                  <a:pt x="58922" y="9782"/>
                  <a:pt x="58884" y="9782"/>
                  <a:pt x="58872" y="9796"/>
                </a:cubicBezTo>
                <a:lnTo>
                  <a:pt x="58872" y="9796"/>
                </a:lnTo>
                <a:cubicBezTo>
                  <a:pt x="59419" y="8357"/>
                  <a:pt x="60089" y="7116"/>
                  <a:pt x="60859" y="6074"/>
                </a:cubicBezTo>
                <a:cubicBezTo>
                  <a:pt x="60909" y="6049"/>
                  <a:pt x="60934" y="6049"/>
                  <a:pt x="60983" y="5999"/>
                </a:cubicBezTo>
                <a:close/>
                <a:moveTo>
                  <a:pt x="106582" y="9856"/>
                </a:moveTo>
                <a:lnTo>
                  <a:pt x="106582" y="9856"/>
                </a:lnTo>
                <a:cubicBezTo>
                  <a:pt x="106582" y="9857"/>
                  <a:pt x="106583" y="9857"/>
                  <a:pt x="106584" y="9857"/>
                </a:cubicBezTo>
                <a:cubicBezTo>
                  <a:pt x="106595" y="9857"/>
                  <a:pt x="106601" y="9867"/>
                  <a:pt x="106607" y="9878"/>
                </a:cubicBezTo>
                <a:lnTo>
                  <a:pt x="106607" y="9878"/>
                </a:lnTo>
                <a:cubicBezTo>
                  <a:pt x="106598" y="9871"/>
                  <a:pt x="106590" y="9864"/>
                  <a:pt x="106582" y="9856"/>
                </a:cubicBezTo>
                <a:close/>
                <a:moveTo>
                  <a:pt x="67430" y="8712"/>
                </a:moveTo>
                <a:cubicBezTo>
                  <a:pt x="68028" y="8712"/>
                  <a:pt x="68625" y="8737"/>
                  <a:pt x="69173" y="8762"/>
                </a:cubicBezTo>
                <a:cubicBezTo>
                  <a:pt x="69272" y="8762"/>
                  <a:pt x="69397" y="8812"/>
                  <a:pt x="69496" y="8812"/>
                </a:cubicBezTo>
                <a:cubicBezTo>
                  <a:pt x="69670" y="8837"/>
                  <a:pt x="69820" y="8837"/>
                  <a:pt x="70019" y="8861"/>
                </a:cubicBezTo>
                <a:lnTo>
                  <a:pt x="70766" y="8961"/>
                </a:lnTo>
                <a:cubicBezTo>
                  <a:pt x="70840" y="8986"/>
                  <a:pt x="70840" y="8986"/>
                  <a:pt x="70815" y="8986"/>
                </a:cubicBezTo>
                <a:cubicBezTo>
                  <a:pt x="70790" y="8986"/>
                  <a:pt x="70790" y="8986"/>
                  <a:pt x="70766" y="9036"/>
                </a:cubicBezTo>
                <a:lnTo>
                  <a:pt x="70641" y="9036"/>
                </a:lnTo>
                <a:cubicBezTo>
                  <a:pt x="70293" y="8961"/>
                  <a:pt x="69919" y="8936"/>
                  <a:pt x="69571" y="8911"/>
                </a:cubicBezTo>
                <a:cubicBezTo>
                  <a:pt x="69496" y="8911"/>
                  <a:pt x="69397" y="8861"/>
                  <a:pt x="69297" y="8861"/>
                </a:cubicBezTo>
                <a:lnTo>
                  <a:pt x="69073" y="8861"/>
                </a:lnTo>
                <a:cubicBezTo>
                  <a:pt x="68550" y="8837"/>
                  <a:pt x="68028" y="8812"/>
                  <a:pt x="67505" y="8812"/>
                </a:cubicBezTo>
                <a:cubicBezTo>
                  <a:pt x="67032" y="8812"/>
                  <a:pt x="66559" y="8837"/>
                  <a:pt x="66086" y="8837"/>
                </a:cubicBezTo>
                <a:lnTo>
                  <a:pt x="65937" y="8837"/>
                </a:lnTo>
                <a:cubicBezTo>
                  <a:pt x="65812" y="8837"/>
                  <a:pt x="65713" y="8861"/>
                  <a:pt x="65588" y="8861"/>
                </a:cubicBezTo>
                <a:cubicBezTo>
                  <a:pt x="65538" y="8861"/>
                  <a:pt x="65439" y="8861"/>
                  <a:pt x="65389" y="8911"/>
                </a:cubicBezTo>
                <a:cubicBezTo>
                  <a:pt x="65165" y="8936"/>
                  <a:pt x="64966" y="8936"/>
                  <a:pt x="64767" y="8961"/>
                </a:cubicBezTo>
                <a:cubicBezTo>
                  <a:pt x="64642" y="8961"/>
                  <a:pt x="64518" y="8986"/>
                  <a:pt x="64344" y="8986"/>
                </a:cubicBezTo>
                <a:lnTo>
                  <a:pt x="63697" y="9085"/>
                </a:lnTo>
                <a:cubicBezTo>
                  <a:pt x="63647" y="9085"/>
                  <a:pt x="63547" y="9110"/>
                  <a:pt x="63473" y="9110"/>
                </a:cubicBezTo>
                <a:lnTo>
                  <a:pt x="62726" y="9210"/>
                </a:lnTo>
                <a:lnTo>
                  <a:pt x="61805" y="9409"/>
                </a:lnTo>
                <a:cubicBezTo>
                  <a:pt x="61556" y="9434"/>
                  <a:pt x="61307" y="9484"/>
                  <a:pt x="61058" y="9534"/>
                </a:cubicBezTo>
                <a:cubicBezTo>
                  <a:pt x="60710" y="9583"/>
                  <a:pt x="60336" y="9683"/>
                  <a:pt x="59963" y="9782"/>
                </a:cubicBezTo>
                <a:cubicBezTo>
                  <a:pt x="59739" y="9832"/>
                  <a:pt x="59565" y="9857"/>
                  <a:pt x="59341" y="9932"/>
                </a:cubicBezTo>
                <a:lnTo>
                  <a:pt x="58967" y="10031"/>
                </a:lnTo>
                <a:lnTo>
                  <a:pt x="58967" y="9982"/>
                </a:lnTo>
                <a:lnTo>
                  <a:pt x="58967" y="9957"/>
                </a:lnTo>
                <a:cubicBezTo>
                  <a:pt x="60486" y="9558"/>
                  <a:pt x="61954" y="9235"/>
                  <a:pt x="63398" y="9011"/>
                </a:cubicBezTo>
                <a:cubicBezTo>
                  <a:pt x="63448" y="9011"/>
                  <a:pt x="63547" y="8986"/>
                  <a:pt x="63597" y="8986"/>
                </a:cubicBezTo>
                <a:cubicBezTo>
                  <a:pt x="63945" y="8936"/>
                  <a:pt x="64319" y="8911"/>
                  <a:pt x="64667" y="8861"/>
                </a:cubicBezTo>
                <a:cubicBezTo>
                  <a:pt x="64891" y="8837"/>
                  <a:pt x="65066" y="8837"/>
                  <a:pt x="65290" y="8812"/>
                </a:cubicBezTo>
                <a:cubicBezTo>
                  <a:pt x="65538" y="8762"/>
                  <a:pt x="65787" y="8762"/>
                  <a:pt x="66036" y="8737"/>
                </a:cubicBezTo>
                <a:cubicBezTo>
                  <a:pt x="66509" y="8712"/>
                  <a:pt x="66957" y="8712"/>
                  <a:pt x="67430" y="8712"/>
                </a:cubicBezTo>
                <a:close/>
                <a:moveTo>
                  <a:pt x="74474" y="9932"/>
                </a:moveTo>
                <a:cubicBezTo>
                  <a:pt x="75370" y="10255"/>
                  <a:pt x="76217" y="10679"/>
                  <a:pt x="76988" y="11176"/>
                </a:cubicBezTo>
                <a:cubicBezTo>
                  <a:pt x="77735" y="11649"/>
                  <a:pt x="78457" y="12222"/>
                  <a:pt x="79079" y="12844"/>
                </a:cubicBezTo>
                <a:cubicBezTo>
                  <a:pt x="79005" y="12844"/>
                  <a:pt x="78980" y="12819"/>
                  <a:pt x="78955" y="12794"/>
                </a:cubicBezTo>
                <a:cubicBezTo>
                  <a:pt x="78731" y="12570"/>
                  <a:pt x="78507" y="12396"/>
                  <a:pt x="78283" y="12197"/>
                </a:cubicBezTo>
                <a:cubicBezTo>
                  <a:pt x="78233" y="12147"/>
                  <a:pt x="78158" y="12097"/>
                  <a:pt x="78108" y="12048"/>
                </a:cubicBezTo>
                <a:lnTo>
                  <a:pt x="78034" y="11973"/>
                </a:lnTo>
                <a:cubicBezTo>
                  <a:pt x="77860" y="11824"/>
                  <a:pt x="77636" y="11674"/>
                  <a:pt x="77461" y="11550"/>
                </a:cubicBezTo>
                <a:cubicBezTo>
                  <a:pt x="77387" y="11475"/>
                  <a:pt x="77287" y="11450"/>
                  <a:pt x="77237" y="11400"/>
                </a:cubicBezTo>
                <a:cubicBezTo>
                  <a:pt x="77138" y="11326"/>
                  <a:pt x="77088" y="11301"/>
                  <a:pt x="76988" y="11226"/>
                </a:cubicBezTo>
                <a:cubicBezTo>
                  <a:pt x="76963" y="11226"/>
                  <a:pt x="76963" y="11201"/>
                  <a:pt x="76914" y="11201"/>
                </a:cubicBezTo>
                <a:cubicBezTo>
                  <a:pt x="76889" y="11176"/>
                  <a:pt x="76864" y="11176"/>
                  <a:pt x="76864" y="11127"/>
                </a:cubicBezTo>
                <a:cubicBezTo>
                  <a:pt x="76739" y="11077"/>
                  <a:pt x="76640" y="10977"/>
                  <a:pt x="76515" y="10927"/>
                </a:cubicBezTo>
                <a:cubicBezTo>
                  <a:pt x="76466" y="10878"/>
                  <a:pt x="76391" y="10828"/>
                  <a:pt x="76341" y="10803"/>
                </a:cubicBezTo>
                <a:cubicBezTo>
                  <a:pt x="76117" y="10679"/>
                  <a:pt x="75893" y="10579"/>
                  <a:pt x="75669" y="10479"/>
                </a:cubicBezTo>
                <a:cubicBezTo>
                  <a:pt x="75570" y="10430"/>
                  <a:pt x="75470" y="10355"/>
                  <a:pt x="75370" y="10330"/>
                </a:cubicBezTo>
                <a:cubicBezTo>
                  <a:pt x="75196" y="10255"/>
                  <a:pt x="75097" y="10206"/>
                  <a:pt x="74922" y="10131"/>
                </a:cubicBezTo>
                <a:lnTo>
                  <a:pt x="74474" y="9957"/>
                </a:lnTo>
                <a:lnTo>
                  <a:pt x="74474" y="9932"/>
                </a:lnTo>
                <a:close/>
                <a:moveTo>
                  <a:pt x="106687" y="9948"/>
                </a:moveTo>
                <a:cubicBezTo>
                  <a:pt x="106865" y="10088"/>
                  <a:pt x="107027" y="10249"/>
                  <a:pt x="107231" y="10430"/>
                </a:cubicBezTo>
                <a:lnTo>
                  <a:pt x="107256" y="10454"/>
                </a:lnTo>
                <a:cubicBezTo>
                  <a:pt x="107405" y="10604"/>
                  <a:pt x="107580" y="10728"/>
                  <a:pt x="107729" y="10903"/>
                </a:cubicBezTo>
                <a:lnTo>
                  <a:pt x="108028" y="11201"/>
                </a:lnTo>
                <a:cubicBezTo>
                  <a:pt x="108127" y="11301"/>
                  <a:pt x="108227" y="11425"/>
                  <a:pt x="108301" y="11525"/>
                </a:cubicBezTo>
                <a:cubicBezTo>
                  <a:pt x="108575" y="11799"/>
                  <a:pt x="108849" y="12097"/>
                  <a:pt x="109098" y="12421"/>
                </a:cubicBezTo>
                <a:cubicBezTo>
                  <a:pt x="109123" y="12446"/>
                  <a:pt x="109123" y="12471"/>
                  <a:pt x="109148" y="12520"/>
                </a:cubicBezTo>
                <a:cubicBezTo>
                  <a:pt x="109222" y="12595"/>
                  <a:pt x="109297" y="12695"/>
                  <a:pt x="109372" y="12794"/>
                </a:cubicBezTo>
                <a:cubicBezTo>
                  <a:pt x="109496" y="12944"/>
                  <a:pt x="109596" y="13068"/>
                  <a:pt x="109720" y="13217"/>
                </a:cubicBezTo>
                <a:lnTo>
                  <a:pt x="109048" y="12471"/>
                </a:lnTo>
                <a:cubicBezTo>
                  <a:pt x="108998" y="12396"/>
                  <a:pt x="108899" y="12296"/>
                  <a:pt x="108849" y="12197"/>
                </a:cubicBezTo>
                <a:cubicBezTo>
                  <a:pt x="108725" y="12048"/>
                  <a:pt x="108600" y="11923"/>
                  <a:pt x="108476" y="11774"/>
                </a:cubicBezTo>
                <a:cubicBezTo>
                  <a:pt x="108401" y="11699"/>
                  <a:pt x="108351" y="11649"/>
                  <a:pt x="108277" y="11550"/>
                </a:cubicBezTo>
                <a:cubicBezTo>
                  <a:pt x="108177" y="11450"/>
                  <a:pt x="108127" y="11351"/>
                  <a:pt x="108028" y="11276"/>
                </a:cubicBezTo>
                <a:lnTo>
                  <a:pt x="107978" y="11201"/>
                </a:lnTo>
                <a:cubicBezTo>
                  <a:pt x="107903" y="11127"/>
                  <a:pt x="107878" y="11077"/>
                  <a:pt x="107804" y="11052"/>
                </a:cubicBezTo>
                <a:cubicBezTo>
                  <a:pt x="107461" y="10670"/>
                  <a:pt x="107054" y="10271"/>
                  <a:pt x="106687" y="9948"/>
                </a:cubicBezTo>
                <a:close/>
                <a:moveTo>
                  <a:pt x="86845" y="5402"/>
                </a:moveTo>
                <a:lnTo>
                  <a:pt x="86945" y="5427"/>
                </a:lnTo>
                <a:cubicBezTo>
                  <a:pt x="89782" y="7492"/>
                  <a:pt x="91799" y="10430"/>
                  <a:pt x="92894" y="14089"/>
                </a:cubicBezTo>
                <a:lnTo>
                  <a:pt x="92819" y="14089"/>
                </a:lnTo>
                <a:cubicBezTo>
                  <a:pt x="91724" y="10430"/>
                  <a:pt x="89708" y="7492"/>
                  <a:pt x="86845" y="5402"/>
                </a:cubicBezTo>
                <a:close/>
                <a:moveTo>
                  <a:pt x="110392" y="14313"/>
                </a:moveTo>
                <a:cubicBezTo>
                  <a:pt x="110395" y="14318"/>
                  <a:pt x="110397" y="14323"/>
                  <a:pt x="110400" y="14328"/>
                </a:cubicBezTo>
                <a:lnTo>
                  <a:pt x="110400" y="14328"/>
                </a:lnTo>
                <a:cubicBezTo>
                  <a:pt x="110395" y="14323"/>
                  <a:pt x="110392" y="14319"/>
                  <a:pt x="110392" y="14313"/>
                </a:cubicBezTo>
                <a:close/>
                <a:moveTo>
                  <a:pt x="95582" y="14163"/>
                </a:moveTo>
                <a:lnTo>
                  <a:pt x="94761" y="14238"/>
                </a:lnTo>
                <a:cubicBezTo>
                  <a:pt x="94213" y="14288"/>
                  <a:pt x="93690" y="14313"/>
                  <a:pt x="93143" y="14337"/>
                </a:cubicBezTo>
                <a:cubicBezTo>
                  <a:pt x="93143" y="14313"/>
                  <a:pt x="93093" y="14288"/>
                  <a:pt x="93093" y="14238"/>
                </a:cubicBezTo>
                <a:cubicBezTo>
                  <a:pt x="93922" y="14189"/>
                  <a:pt x="94775" y="14164"/>
                  <a:pt x="95582" y="14163"/>
                </a:cubicBezTo>
                <a:close/>
                <a:moveTo>
                  <a:pt x="92944" y="14288"/>
                </a:moveTo>
                <a:cubicBezTo>
                  <a:pt x="92944" y="14313"/>
                  <a:pt x="92968" y="14337"/>
                  <a:pt x="92968" y="14387"/>
                </a:cubicBezTo>
                <a:lnTo>
                  <a:pt x="92919" y="14387"/>
                </a:lnTo>
                <a:cubicBezTo>
                  <a:pt x="92894" y="14313"/>
                  <a:pt x="92894" y="14288"/>
                  <a:pt x="92894" y="14288"/>
                </a:cubicBezTo>
                <a:close/>
                <a:moveTo>
                  <a:pt x="95557" y="14362"/>
                </a:moveTo>
                <a:cubicBezTo>
                  <a:pt x="95134" y="14412"/>
                  <a:pt x="94686" y="14462"/>
                  <a:pt x="94263" y="14537"/>
                </a:cubicBezTo>
                <a:cubicBezTo>
                  <a:pt x="94064" y="14562"/>
                  <a:pt x="93840" y="14562"/>
                  <a:pt x="93665" y="14586"/>
                </a:cubicBezTo>
                <a:cubicBezTo>
                  <a:pt x="93466" y="14661"/>
                  <a:pt x="93392" y="14686"/>
                  <a:pt x="93267" y="14686"/>
                </a:cubicBezTo>
                <a:lnTo>
                  <a:pt x="93267" y="14636"/>
                </a:lnTo>
                <a:cubicBezTo>
                  <a:pt x="93367" y="14586"/>
                  <a:pt x="93516" y="14562"/>
                  <a:pt x="93641" y="14562"/>
                </a:cubicBezTo>
                <a:cubicBezTo>
                  <a:pt x="93964" y="14487"/>
                  <a:pt x="94313" y="14462"/>
                  <a:pt x="94661" y="14437"/>
                </a:cubicBezTo>
                <a:cubicBezTo>
                  <a:pt x="94711" y="14437"/>
                  <a:pt x="94786" y="14412"/>
                  <a:pt x="94835" y="14412"/>
                </a:cubicBezTo>
                <a:cubicBezTo>
                  <a:pt x="95010" y="14412"/>
                  <a:pt x="95134" y="14412"/>
                  <a:pt x="95283" y="14362"/>
                </a:cubicBezTo>
                <a:close/>
                <a:moveTo>
                  <a:pt x="97623" y="14263"/>
                </a:moveTo>
                <a:cubicBezTo>
                  <a:pt x="97996" y="14263"/>
                  <a:pt x="98345" y="14263"/>
                  <a:pt x="98743" y="14288"/>
                </a:cubicBezTo>
                <a:cubicBezTo>
                  <a:pt x="98942" y="14288"/>
                  <a:pt x="99166" y="14313"/>
                  <a:pt x="99390" y="14313"/>
                </a:cubicBezTo>
                <a:lnTo>
                  <a:pt x="99614" y="14313"/>
                </a:lnTo>
                <a:cubicBezTo>
                  <a:pt x="100411" y="14412"/>
                  <a:pt x="101232" y="14537"/>
                  <a:pt x="102004" y="14686"/>
                </a:cubicBezTo>
                <a:cubicBezTo>
                  <a:pt x="101158" y="14537"/>
                  <a:pt x="100311" y="14437"/>
                  <a:pt x="99490" y="14387"/>
                </a:cubicBezTo>
                <a:cubicBezTo>
                  <a:pt x="98868" y="14313"/>
                  <a:pt x="98245" y="14288"/>
                  <a:pt x="97623" y="14263"/>
                </a:cubicBezTo>
                <a:close/>
                <a:moveTo>
                  <a:pt x="90778" y="5252"/>
                </a:moveTo>
                <a:cubicBezTo>
                  <a:pt x="91475" y="5252"/>
                  <a:pt x="92172" y="5302"/>
                  <a:pt x="92844" y="5327"/>
                </a:cubicBezTo>
                <a:cubicBezTo>
                  <a:pt x="93143" y="5352"/>
                  <a:pt x="93417" y="5377"/>
                  <a:pt x="93690" y="5377"/>
                </a:cubicBezTo>
                <a:cubicBezTo>
                  <a:pt x="94064" y="5427"/>
                  <a:pt x="94462" y="5451"/>
                  <a:pt x="94835" y="5476"/>
                </a:cubicBezTo>
                <a:cubicBezTo>
                  <a:pt x="95184" y="5501"/>
                  <a:pt x="95532" y="5576"/>
                  <a:pt x="95881" y="5626"/>
                </a:cubicBezTo>
                <a:cubicBezTo>
                  <a:pt x="96155" y="5675"/>
                  <a:pt x="96453" y="5725"/>
                  <a:pt x="96752" y="5750"/>
                </a:cubicBezTo>
                <a:cubicBezTo>
                  <a:pt x="97125" y="5825"/>
                  <a:pt x="97499" y="5924"/>
                  <a:pt x="97872" y="5999"/>
                </a:cubicBezTo>
                <a:cubicBezTo>
                  <a:pt x="98121" y="6074"/>
                  <a:pt x="98320" y="6099"/>
                  <a:pt x="98544" y="6173"/>
                </a:cubicBezTo>
                <a:cubicBezTo>
                  <a:pt x="100934" y="8413"/>
                  <a:pt x="102651" y="11326"/>
                  <a:pt x="103622" y="14810"/>
                </a:cubicBezTo>
                <a:cubicBezTo>
                  <a:pt x="103398" y="14761"/>
                  <a:pt x="103149" y="14686"/>
                  <a:pt x="102900" y="14661"/>
                </a:cubicBezTo>
                <a:cubicBezTo>
                  <a:pt x="102850" y="14661"/>
                  <a:pt x="102751" y="14636"/>
                  <a:pt x="102676" y="14636"/>
                </a:cubicBezTo>
                <a:cubicBezTo>
                  <a:pt x="102402" y="14562"/>
                  <a:pt x="102153" y="14512"/>
                  <a:pt x="101880" y="14462"/>
                </a:cubicBezTo>
                <a:cubicBezTo>
                  <a:pt x="101780" y="14437"/>
                  <a:pt x="101680" y="14437"/>
                  <a:pt x="101606" y="14437"/>
                </a:cubicBezTo>
                <a:cubicBezTo>
                  <a:pt x="101357" y="14412"/>
                  <a:pt x="101108" y="14337"/>
                  <a:pt x="100859" y="14313"/>
                </a:cubicBezTo>
                <a:cubicBezTo>
                  <a:pt x="100735" y="14288"/>
                  <a:pt x="100610" y="14288"/>
                  <a:pt x="100486" y="14288"/>
                </a:cubicBezTo>
                <a:cubicBezTo>
                  <a:pt x="100262" y="14263"/>
                  <a:pt x="100038" y="14213"/>
                  <a:pt x="99789" y="14213"/>
                </a:cubicBezTo>
                <a:lnTo>
                  <a:pt x="99565" y="14213"/>
                </a:lnTo>
                <a:cubicBezTo>
                  <a:pt x="98377" y="14097"/>
                  <a:pt x="97138" y="14032"/>
                  <a:pt x="95864" y="14032"/>
                </a:cubicBezTo>
                <a:cubicBezTo>
                  <a:pt x="94949" y="14032"/>
                  <a:pt x="94015" y="14066"/>
                  <a:pt x="93068" y="14138"/>
                </a:cubicBezTo>
                <a:cubicBezTo>
                  <a:pt x="92023" y="10479"/>
                  <a:pt x="90031" y="7542"/>
                  <a:pt x="87219" y="5451"/>
                </a:cubicBezTo>
                <a:cubicBezTo>
                  <a:pt x="87318" y="5451"/>
                  <a:pt x="87418" y="5427"/>
                  <a:pt x="87542" y="5427"/>
                </a:cubicBezTo>
                <a:lnTo>
                  <a:pt x="88563" y="5327"/>
                </a:lnTo>
                <a:cubicBezTo>
                  <a:pt x="89309" y="5302"/>
                  <a:pt x="90056" y="5252"/>
                  <a:pt x="90778" y="5252"/>
                </a:cubicBezTo>
                <a:close/>
                <a:moveTo>
                  <a:pt x="48115" y="10056"/>
                </a:moveTo>
                <a:cubicBezTo>
                  <a:pt x="46173" y="11176"/>
                  <a:pt x="43609" y="12769"/>
                  <a:pt x="41867" y="13964"/>
                </a:cubicBezTo>
                <a:cubicBezTo>
                  <a:pt x="41444" y="14263"/>
                  <a:pt x="41046" y="14537"/>
                  <a:pt x="40573" y="14885"/>
                </a:cubicBezTo>
                <a:lnTo>
                  <a:pt x="40448" y="14885"/>
                </a:lnTo>
                <a:cubicBezTo>
                  <a:pt x="41892" y="13889"/>
                  <a:pt x="43311" y="12944"/>
                  <a:pt x="44729" y="12048"/>
                </a:cubicBezTo>
                <a:cubicBezTo>
                  <a:pt x="45153" y="11774"/>
                  <a:pt x="45601" y="11525"/>
                  <a:pt x="45999" y="11276"/>
                </a:cubicBezTo>
                <a:cubicBezTo>
                  <a:pt x="46721" y="10828"/>
                  <a:pt x="47393" y="10430"/>
                  <a:pt x="48115" y="10056"/>
                </a:cubicBezTo>
                <a:close/>
                <a:moveTo>
                  <a:pt x="98942" y="6248"/>
                </a:moveTo>
                <a:cubicBezTo>
                  <a:pt x="99017" y="6298"/>
                  <a:pt x="99042" y="6323"/>
                  <a:pt x="99067" y="6323"/>
                </a:cubicBezTo>
                <a:cubicBezTo>
                  <a:pt x="101357" y="8588"/>
                  <a:pt x="102975" y="11450"/>
                  <a:pt x="103896" y="14885"/>
                </a:cubicBezTo>
                <a:cubicBezTo>
                  <a:pt x="103871" y="14885"/>
                  <a:pt x="103846" y="14885"/>
                  <a:pt x="103846" y="14835"/>
                </a:cubicBezTo>
                <a:cubicBezTo>
                  <a:pt x="102900" y="11400"/>
                  <a:pt x="101257" y="8538"/>
                  <a:pt x="98942" y="6248"/>
                </a:cubicBezTo>
                <a:close/>
                <a:moveTo>
                  <a:pt x="99440" y="6472"/>
                </a:moveTo>
                <a:lnTo>
                  <a:pt x="99440" y="6472"/>
                </a:lnTo>
                <a:cubicBezTo>
                  <a:pt x="99540" y="6497"/>
                  <a:pt x="99614" y="6522"/>
                  <a:pt x="99689" y="6522"/>
                </a:cubicBezTo>
                <a:cubicBezTo>
                  <a:pt x="99888" y="6596"/>
                  <a:pt x="100112" y="6646"/>
                  <a:pt x="100311" y="6721"/>
                </a:cubicBezTo>
                <a:cubicBezTo>
                  <a:pt x="100386" y="6721"/>
                  <a:pt x="100436" y="6746"/>
                  <a:pt x="100535" y="6796"/>
                </a:cubicBezTo>
                <a:cubicBezTo>
                  <a:pt x="102776" y="9110"/>
                  <a:pt x="104269" y="12048"/>
                  <a:pt x="105090" y="15209"/>
                </a:cubicBezTo>
                <a:cubicBezTo>
                  <a:pt x="105016" y="15184"/>
                  <a:pt x="104991" y="15184"/>
                  <a:pt x="104916" y="15184"/>
                </a:cubicBezTo>
                <a:cubicBezTo>
                  <a:pt x="104866" y="15184"/>
                  <a:pt x="104842" y="15159"/>
                  <a:pt x="104767" y="15159"/>
                </a:cubicBezTo>
                <a:lnTo>
                  <a:pt x="104120" y="14960"/>
                </a:lnTo>
                <a:cubicBezTo>
                  <a:pt x="103224" y="11575"/>
                  <a:pt x="101631" y="8712"/>
                  <a:pt x="99440" y="6472"/>
                </a:cubicBezTo>
                <a:close/>
                <a:moveTo>
                  <a:pt x="100909" y="6920"/>
                </a:moveTo>
                <a:cubicBezTo>
                  <a:pt x="100934" y="6945"/>
                  <a:pt x="101008" y="6945"/>
                  <a:pt x="101033" y="6970"/>
                </a:cubicBezTo>
                <a:cubicBezTo>
                  <a:pt x="103149" y="9310"/>
                  <a:pt x="104543" y="12172"/>
                  <a:pt x="105339" y="15308"/>
                </a:cubicBezTo>
                <a:cubicBezTo>
                  <a:pt x="105290" y="15308"/>
                  <a:pt x="105290" y="15308"/>
                  <a:pt x="105265" y="15283"/>
                </a:cubicBezTo>
                <a:cubicBezTo>
                  <a:pt x="104493" y="12147"/>
                  <a:pt x="103049" y="9235"/>
                  <a:pt x="100909" y="6920"/>
                </a:cubicBezTo>
                <a:close/>
                <a:moveTo>
                  <a:pt x="67530" y="8961"/>
                </a:moveTo>
                <a:cubicBezTo>
                  <a:pt x="68077" y="8961"/>
                  <a:pt x="68650" y="8986"/>
                  <a:pt x="69173" y="9011"/>
                </a:cubicBezTo>
                <a:lnTo>
                  <a:pt x="69272" y="9011"/>
                </a:lnTo>
                <a:cubicBezTo>
                  <a:pt x="69397" y="9011"/>
                  <a:pt x="69521" y="9061"/>
                  <a:pt x="69621" y="9061"/>
                </a:cubicBezTo>
                <a:cubicBezTo>
                  <a:pt x="69745" y="9061"/>
                  <a:pt x="69820" y="9085"/>
                  <a:pt x="69944" y="9085"/>
                </a:cubicBezTo>
                <a:cubicBezTo>
                  <a:pt x="70118" y="9110"/>
                  <a:pt x="70268" y="9110"/>
                  <a:pt x="70417" y="9160"/>
                </a:cubicBezTo>
                <a:cubicBezTo>
                  <a:pt x="66310" y="10803"/>
                  <a:pt x="62103" y="12844"/>
                  <a:pt x="57847" y="15333"/>
                </a:cubicBezTo>
                <a:cubicBezTo>
                  <a:pt x="58046" y="13541"/>
                  <a:pt x="58420" y="11799"/>
                  <a:pt x="58967" y="10206"/>
                </a:cubicBezTo>
                <a:cubicBezTo>
                  <a:pt x="60560" y="9807"/>
                  <a:pt x="62079" y="9484"/>
                  <a:pt x="63547" y="9285"/>
                </a:cubicBezTo>
                <a:cubicBezTo>
                  <a:pt x="63572" y="9285"/>
                  <a:pt x="63647" y="9285"/>
                  <a:pt x="63672" y="9235"/>
                </a:cubicBezTo>
                <a:lnTo>
                  <a:pt x="63746" y="9235"/>
                </a:lnTo>
                <a:cubicBezTo>
                  <a:pt x="64095" y="9185"/>
                  <a:pt x="64443" y="9160"/>
                  <a:pt x="64792" y="9110"/>
                </a:cubicBezTo>
                <a:cubicBezTo>
                  <a:pt x="64991" y="9085"/>
                  <a:pt x="65190" y="9085"/>
                  <a:pt x="65414" y="9061"/>
                </a:cubicBezTo>
                <a:cubicBezTo>
                  <a:pt x="65663" y="9011"/>
                  <a:pt x="65862" y="9011"/>
                  <a:pt x="66136" y="8986"/>
                </a:cubicBezTo>
                <a:cubicBezTo>
                  <a:pt x="66584" y="8961"/>
                  <a:pt x="67057" y="8961"/>
                  <a:pt x="67530" y="8961"/>
                </a:cubicBezTo>
                <a:close/>
                <a:moveTo>
                  <a:pt x="40274" y="15084"/>
                </a:moveTo>
                <a:lnTo>
                  <a:pt x="40000" y="15283"/>
                </a:lnTo>
                <a:cubicBezTo>
                  <a:pt x="39950" y="15308"/>
                  <a:pt x="39901" y="15333"/>
                  <a:pt x="39876" y="15383"/>
                </a:cubicBezTo>
                <a:lnTo>
                  <a:pt x="39876" y="15333"/>
                </a:lnTo>
                <a:cubicBezTo>
                  <a:pt x="39876" y="15283"/>
                  <a:pt x="39926" y="15258"/>
                  <a:pt x="40000" y="15209"/>
                </a:cubicBezTo>
                <a:cubicBezTo>
                  <a:pt x="40025" y="15209"/>
                  <a:pt x="40025" y="15184"/>
                  <a:pt x="40050" y="15184"/>
                </a:cubicBezTo>
                <a:cubicBezTo>
                  <a:pt x="40075" y="15184"/>
                  <a:pt x="40100" y="15159"/>
                  <a:pt x="40150" y="15159"/>
                </a:cubicBezTo>
                <a:cubicBezTo>
                  <a:pt x="40174" y="15134"/>
                  <a:pt x="40199" y="15134"/>
                  <a:pt x="40274" y="15084"/>
                </a:cubicBezTo>
                <a:close/>
                <a:moveTo>
                  <a:pt x="110591" y="14163"/>
                </a:moveTo>
                <a:lnTo>
                  <a:pt x="110591" y="14163"/>
                </a:lnTo>
                <a:cubicBezTo>
                  <a:pt x="110741" y="14412"/>
                  <a:pt x="110890" y="14636"/>
                  <a:pt x="111064" y="14810"/>
                </a:cubicBezTo>
                <a:cubicBezTo>
                  <a:pt x="111201" y="15021"/>
                  <a:pt x="111347" y="15245"/>
                  <a:pt x="111496" y="15472"/>
                </a:cubicBezTo>
                <a:lnTo>
                  <a:pt x="111496" y="15472"/>
                </a:lnTo>
                <a:cubicBezTo>
                  <a:pt x="111250" y="15117"/>
                  <a:pt x="111073" y="14883"/>
                  <a:pt x="111015" y="14810"/>
                </a:cubicBezTo>
                <a:cubicBezTo>
                  <a:pt x="110965" y="14761"/>
                  <a:pt x="110940" y="14686"/>
                  <a:pt x="110865" y="14636"/>
                </a:cubicBezTo>
                <a:cubicBezTo>
                  <a:pt x="110840" y="14562"/>
                  <a:pt x="110766" y="14512"/>
                  <a:pt x="110741" y="14412"/>
                </a:cubicBezTo>
                <a:cubicBezTo>
                  <a:pt x="110741" y="14412"/>
                  <a:pt x="110741" y="14387"/>
                  <a:pt x="110716" y="14387"/>
                </a:cubicBezTo>
                <a:cubicBezTo>
                  <a:pt x="110691" y="14337"/>
                  <a:pt x="110691" y="14313"/>
                  <a:pt x="110641" y="14288"/>
                </a:cubicBezTo>
                <a:cubicBezTo>
                  <a:pt x="110616" y="14263"/>
                  <a:pt x="110591" y="14188"/>
                  <a:pt x="110591" y="14163"/>
                </a:cubicBezTo>
                <a:close/>
                <a:moveTo>
                  <a:pt x="58738" y="10296"/>
                </a:moveTo>
                <a:lnTo>
                  <a:pt x="58738" y="10296"/>
                </a:lnTo>
                <a:cubicBezTo>
                  <a:pt x="58193" y="11934"/>
                  <a:pt x="57822" y="13671"/>
                  <a:pt x="57623" y="15507"/>
                </a:cubicBezTo>
                <a:cubicBezTo>
                  <a:pt x="57598" y="15507"/>
                  <a:pt x="57598" y="15532"/>
                  <a:pt x="57573" y="15532"/>
                </a:cubicBezTo>
                <a:cubicBezTo>
                  <a:pt x="57748" y="13690"/>
                  <a:pt x="58096" y="11948"/>
                  <a:pt x="58693" y="10305"/>
                </a:cubicBezTo>
                <a:cubicBezTo>
                  <a:pt x="58711" y="10305"/>
                  <a:pt x="58730" y="10305"/>
                  <a:pt x="58738" y="10296"/>
                </a:cubicBezTo>
                <a:close/>
                <a:moveTo>
                  <a:pt x="39677" y="15458"/>
                </a:moveTo>
                <a:lnTo>
                  <a:pt x="39677" y="15507"/>
                </a:lnTo>
                <a:cubicBezTo>
                  <a:pt x="39627" y="15532"/>
                  <a:pt x="39577" y="15557"/>
                  <a:pt x="39527" y="15582"/>
                </a:cubicBezTo>
                <a:cubicBezTo>
                  <a:pt x="39552" y="15557"/>
                  <a:pt x="39552" y="15557"/>
                  <a:pt x="39577" y="15557"/>
                </a:cubicBezTo>
                <a:lnTo>
                  <a:pt x="39677" y="15458"/>
                </a:lnTo>
                <a:close/>
                <a:moveTo>
                  <a:pt x="62452" y="4082"/>
                </a:moveTo>
                <a:lnTo>
                  <a:pt x="62452" y="4082"/>
                </a:lnTo>
                <a:cubicBezTo>
                  <a:pt x="61954" y="4481"/>
                  <a:pt x="61506" y="4954"/>
                  <a:pt x="61083" y="5476"/>
                </a:cubicBezTo>
                <a:cubicBezTo>
                  <a:pt x="55209" y="8015"/>
                  <a:pt x="49210" y="11450"/>
                  <a:pt x="43286" y="15657"/>
                </a:cubicBezTo>
                <a:cubicBezTo>
                  <a:pt x="42390" y="15159"/>
                  <a:pt x="41618" y="14885"/>
                  <a:pt x="40946" y="14835"/>
                </a:cubicBezTo>
                <a:cubicBezTo>
                  <a:pt x="48239" y="9782"/>
                  <a:pt x="55632" y="6123"/>
                  <a:pt x="62452" y="4082"/>
                </a:cubicBezTo>
                <a:close/>
                <a:moveTo>
                  <a:pt x="70915" y="9235"/>
                </a:moveTo>
                <a:cubicBezTo>
                  <a:pt x="66659" y="10927"/>
                  <a:pt x="62228" y="13068"/>
                  <a:pt x="57822" y="15682"/>
                </a:cubicBezTo>
                <a:lnTo>
                  <a:pt x="57822" y="15632"/>
                </a:lnTo>
                <a:cubicBezTo>
                  <a:pt x="62178" y="13068"/>
                  <a:pt x="66534" y="10927"/>
                  <a:pt x="70815" y="9235"/>
                </a:cubicBezTo>
                <a:close/>
                <a:moveTo>
                  <a:pt x="86571" y="5451"/>
                </a:moveTo>
                <a:cubicBezTo>
                  <a:pt x="89484" y="7468"/>
                  <a:pt x="91550" y="10430"/>
                  <a:pt x="92645" y="14089"/>
                </a:cubicBezTo>
                <a:cubicBezTo>
                  <a:pt x="89832" y="14337"/>
                  <a:pt x="86845" y="14885"/>
                  <a:pt x="83759" y="15706"/>
                </a:cubicBezTo>
                <a:cubicBezTo>
                  <a:pt x="82390" y="12421"/>
                  <a:pt x="80573" y="9434"/>
                  <a:pt x="78283" y="6995"/>
                </a:cubicBezTo>
                <a:cubicBezTo>
                  <a:pt x="79477" y="6696"/>
                  <a:pt x="80622" y="6422"/>
                  <a:pt x="81767" y="6173"/>
                </a:cubicBezTo>
                <a:cubicBezTo>
                  <a:pt x="81892" y="6123"/>
                  <a:pt x="81991" y="6123"/>
                  <a:pt x="82116" y="6099"/>
                </a:cubicBezTo>
                <a:cubicBezTo>
                  <a:pt x="82763" y="5974"/>
                  <a:pt x="83410" y="5850"/>
                  <a:pt x="84033" y="5750"/>
                </a:cubicBezTo>
                <a:cubicBezTo>
                  <a:pt x="84306" y="5725"/>
                  <a:pt x="84555" y="5700"/>
                  <a:pt x="84829" y="5675"/>
                </a:cubicBezTo>
                <a:cubicBezTo>
                  <a:pt x="85327" y="5601"/>
                  <a:pt x="85825" y="5501"/>
                  <a:pt x="86323" y="5476"/>
                </a:cubicBezTo>
                <a:cubicBezTo>
                  <a:pt x="86422" y="5451"/>
                  <a:pt x="86472" y="5451"/>
                  <a:pt x="86571" y="5451"/>
                </a:cubicBezTo>
                <a:close/>
                <a:moveTo>
                  <a:pt x="60834" y="5750"/>
                </a:moveTo>
                <a:lnTo>
                  <a:pt x="60834" y="5750"/>
                </a:lnTo>
                <a:cubicBezTo>
                  <a:pt x="60809" y="5825"/>
                  <a:pt x="60784" y="5875"/>
                  <a:pt x="60734" y="5924"/>
                </a:cubicBezTo>
                <a:cubicBezTo>
                  <a:pt x="55109" y="8389"/>
                  <a:pt x="49285" y="11699"/>
                  <a:pt x="43535" y="15781"/>
                </a:cubicBezTo>
                <a:cubicBezTo>
                  <a:pt x="43510" y="15781"/>
                  <a:pt x="43510" y="15756"/>
                  <a:pt x="43460" y="15756"/>
                </a:cubicBezTo>
                <a:cubicBezTo>
                  <a:pt x="49235" y="11674"/>
                  <a:pt x="55109" y="8289"/>
                  <a:pt x="60834" y="5750"/>
                </a:cubicBezTo>
                <a:close/>
                <a:moveTo>
                  <a:pt x="40921" y="15034"/>
                </a:moveTo>
                <a:cubicBezTo>
                  <a:pt x="41046" y="15034"/>
                  <a:pt x="41170" y="15059"/>
                  <a:pt x="41319" y="15059"/>
                </a:cubicBezTo>
                <a:cubicBezTo>
                  <a:pt x="41867" y="15184"/>
                  <a:pt x="42440" y="15408"/>
                  <a:pt x="43112" y="15781"/>
                </a:cubicBezTo>
                <a:lnTo>
                  <a:pt x="43062" y="15806"/>
                </a:lnTo>
                <a:cubicBezTo>
                  <a:pt x="43012" y="15781"/>
                  <a:pt x="42987" y="15756"/>
                  <a:pt x="42912" y="15706"/>
                </a:cubicBezTo>
                <a:cubicBezTo>
                  <a:pt x="42863" y="15682"/>
                  <a:pt x="42813" y="15657"/>
                  <a:pt x="42763" y="15657"/>
                </a:cubicBezTo>
                <a:cubicBezTo>
                  <a:pt x="42664" y="15632"/>
                  <a:pt x="42564" y="15557"/>
                  <a:pt x="42489" y="15532"/>
                </a:cubicBezTo>
                <a:cubicBezTo>
                  <a:pt x="42415" y="15507"/>
                  <a:pt x="42365" y="15458"/>
                  <a:pt x="42265" y="15433"/>
                </a:cubicBezTo>
                <a:cubicBezTo>
                  <a:pt x="42191" y="15408"/>
                  <a:pt x="42141" y="15383"/>
                  <a:pt x="42066" y="15383"/>
                </a:cubicBezTo>
                <a:cubicBezTo>
                  <a:pt x="41991" y="15333"/>
                  <a:pt x="41917" y="15308"/>
                  <a:pt x="41867" y="15283"/>
                </a:cubicBezTo>
                <a:cubicBezTo>
                  <a:pt x="41792" y="15258"/>
                  <a:pt x="41767" y="15258"/>
                  <a:pt x="41693" y="15209"/>
                </a:cubicBezTo>
                <a:cubicBezTo>
                  <a:pt x="41643" y="15184"/>
                  <a:pt x="41543" y="15159"/>
                  <a:pt x="41494" y="15159"/>
                </a:cubicBezTo>
                <a:cubicBezTo>
                  <a:pt x="41419" y="15159"/>
                  <a:pt x="41369" y="15134"/>
                  <a:pt x="41295" y="15134"/>
                </a:cubicBezTo>
                <a:cubicBezTo>
                  <a:pt x="41245" y="15134"/>
                  <a:pt x="41170" y="15084"/>
                  <a:pt x="41120" y="15084"/>
                </a:cubicBezTo>
                <a:cubicBezTo>
                  <a:pt x="40996" y="15084"/>
                  <a:pt x="40896" y="15059"/>
                  <a:pt x="40772" y="15059"/>
                </a:cubicBezTo>
                <a:cubicBezTo>
                  <a:pt x="40697" y="15059"/>
                  <a:pt x="40647" y="15059"/>
                  <a:pt x="40573" y="15084"/>
                </a:cubicBezTo>
                <a:cubicBezTo>
                  <a:pt x="40622" y="15059"/>
                  <a:pt x="40647" y="15059"/>
                  <a:pt x="40672" y="15034"/>
                </a:cubicBezTo>
                <a:close/>
                <a:moveTo>
                  <a:pt x="78084" y="7069"/>
                </a:moveTo>
                <a:cubicBezTo>
                  <a:pt x="80374" y="9459"/>
                  <a:pt x="82216" y="12471"/>
                  <a:pt x="83585" y="15781"/>
                </a:cubicBezTo>
                <a:cubicBezTo>
                  <a:pt x="83560" y="15781"/>
                  <a:pt x="83560" y="15781"/>
                  <a:pt x="83510" y="15806"/>
                </a:cubicBezTo>
                <a:cubicBezTo>
                  <a:pt x="82141" y="12520"/>
                  <a:pt x="80324" y="9534"/>
                  <a:pt x="78009" y="7094"/>
                </a:cubicBezTo>
                <a:cubicBezTo>
                  <a:pt x="78034" y="7094"/>
                  <a:pt x="78034" y="7094"/>
                  <a:pt x="78084" y="7069"/>
                </a:cubicBezTo>
                <a:close/>
                <a:moveTo>
                  <a:pt x="57623" y="15756"/>
                </a:moveTo>
                <a:lnTo>
                  <a:pt x="57623" y="15806"/>
                </a:lnTo>
                <a:cubicBezTo>
                  <a:pt x="57598" y="15806"/>
                  <a:pt x="57598" y="15831"/>
                  <a:pt x="57573" y="15831"/>
                </a:cubicBezTo>
                <a:lnTo>
                  <a:pt x="57573" y="15781"/>
                </a:lnTo>
                <a:cubicBezTo>
                  <a:pt x="57598" y="15781"/>
                  <a:pt x="57598" y="15756"/>
                  <a:pt x="57623" y="15756"/>
                </a:cubicBezTo>
                <a:close/>
                <a:moveTo>
                  <a:pt x="92695" y="14288"/>
                </a:moveTo>
                <a:cubicBezTo>
                  <a:pt x="92695" y="14313"/>
                  <a:pt x="92720" y="14337"/>
                  <a:pt x="92720" y="14387"/>
                </a:cubicBezTo>
                <a:cubicBezTo>
                  <a:pt x="89907" y="14636"/>
                  <a:pt x="86945" y="15159"/>
                  <a:pt x="83858" y="16005"/>
                </a:cubicBezTo>
                <a:cubicBezTo>
                  <a:pt x="83858" y="15955"/>
                  <a:pt x="83833" y="15931"/>
                  <a:pt x="83833" y="15906"/>
                </a:cubicBezTo>
                <a:cubicBezTo>
                  <a:pt x="86895" y="15059"/>
                  <a:pt x="89907" y="14537"/>
                  <a:pt x="92695" y="14288"/>
                </a:cubicBezTo>
                <a:close/>
                <a:moveTo>
                  <a:pt x="110635" y="14700"/>
                </a:moveTo>
                <a:cubicBezTo>
                  <a:pt x="110653" y="14721"/>
                  <a:pt x="110672" y="14742"/>
                  <a:pt x="110691" y="14761"/>
                </a:cubicBezTo>
                <a:cubicBezTo>
                  <a:pt x="110766" y="14885"/>
                  <a:pt x="110840" y="15010"/>
                  <a:pt x="110940" y="15159"/>
                </a:cubicBezTo>
                <a:cubicBezTo>
                  <a:pt x="111073" y="15425"/>
                  <a:pt x="111206" y="15712"/>
                  <a:pt x="111340" y="16018"/>
                </a:cubicBezTo>
                <a:lnTo>
                  <a:pt x="111340" y="16018"/>
                </a:lnTo>
                <a:cubicBezTo>
                  <a:pt x="111306" y="15954"/>
                  <a:pt x="111272" y="15892"/>
                  <a:pt x="111239" y="15831"/>
                </a:cubicBezTo>
                <a:cubicBezTo>
                  <a:pt x="111089" y="15557"/>
                  <a:pt x="110965" y="15283"/>
                  <a:pt x="110815" y="15010"/>
                </a:cubicBezTo>
                <a:cubicBezTo>
                  <a:pt x="110755" y="14902"/>
                  <a:pt x="110695" y="14799"/>
                  <a:pt x="110635" y="14700"/>
                </a:cubicBezTo>
                <a:close/>
                <a:moveTo>
                  <a:pt x="83634" y="15955"/>
                </a:moveTo>
                <a:cubicBezTo>
                  <a:pt x="83634" y="16005"/>
                  <a:pt x="83684" y="16030"/>
                  <a:pt x="83684" y="16055"/>
                </a:cubicBezTo>
                <a:cubicBezTo>
                  <a:pt x="83634" y="16055"/>
                  <a:pt x="83634" y="16055"/>
                  <a:pt x="83609" y="16080"/>
                </a:cubicBezTo>
                <a:cubicBezTo>
                  <a:pt x="83609" y="16030"/>
                  <a:pt x="83609" y="16005"/>
                  <a:pt x="83585" y="15955"/>
                </a:cubicBezTo>
                <a:close/>
                <a:moveTo>
                  <a:pt x="60486" y="6223"/>
                </a:moveTo>
                <a:lnTo>
                  <a:pt x="60486" y="6223"/>
                </a:lnTo>
                <a:cubicBezTo>
                  <a:pt x="59789" y="7244"/>
                  <a:pt x="59166" y="8488"/>
                  <a:pt x="58619" y="9857"/>
                </a:cubicBezTo>
                <a:cubicBezTo>
                  <a:pt x="57847" y="10081"/>
                  <a:pt x="57051" y="10330"/>
                  <a:pt x="56229" y="10604"/>
                </a:cubicBezTo>
                <a:cubicBezTo>
                  <a:pt x="55433" y="10903"/>
                  <a:pt x="54611" y="11176"/>
                  <a:pt x="53815" y="11525"/>
                </a:cubicBezTo>
                <a:cubicBezTo>
                  <a:pt x="52520" y="12023"/>
                  <a:pt x="51201" y="12645"/>
                  <a:pt x="49882" y="13267"/>
                </a:cubicBezTo>
                <a:cubicBezTo>
                  <a:pt x="49708" y="13342"/>
                  <a:pt x="49484" y="13441"/>
                  <a:pt x="49285" y="13541"/>
                </a:cubicBezTo>
                <a:cubicBezTo>
                  <a:pt x="49260" y="13541"/>
                  <a:pt x="49260" y="13566"/>
                  <a:pt x="49235" y="13566"/>
                </a:cubicBezTo>
                <a:cubicBezTo>
                  <a:pt x="48861" y="13765"/>
                  <a:pt x="48463" y="13939"/>
                  <a:pt x="48090" y="14163"/>
                </a:cubicBezTo>
                <a:cubicBezTo>
                  <a:pt x="48040" y="14163"/>
                  <a:pt x="48040" y="14188"/>
                  <a:pt x="48015" y="14188"/>
                </a:cubicBezTo>
                <a:cubicBezTo>
                  <a:pt x="47916" y="14263"/>
                  <a:pt x="47841" y="14313"/>
                  <a:pt x="47741" y="14337"/>
                </a:cubicBezTo>
                <a:cubicBezTo>
                  <a:pt x="47169" y="14636"/>
                  <a:pt x="46646" y="14935"/>
                  <a:pt x="46099" y="15258"/>
                </a:cubicBezTo>
                <a:cubicBezTo>
                  <a:pt x="45899" y="15333"/>
                  <a:pt x="45750" y="15433"/>
                  <a:pt x="45551" y="15532"/>
                </a:cubicBezTo>
                <a:cubicBezTo>
                  <a:pt x="45227" y="15706"/>
                  <a:pt x="44904" y="15931"/>
                  <a:pt x="44555" y="16105"/>
                </a:cubicBezTo>
                <a:cubicBezTo>
                  <a:pt x="44481" y="16179"/>
                  <a:pt x="44381" y="16204"/>
                  <a:pt x="44281" y="16279"/>
                </a:cubicBezTo>
                <a:cubicBezTo>
                  <a:pt x="44107" y="16155"/>
                  <a:pt x="43883" y="16030"/>
                  <a:pt x="43684" y="15906"/>
                </a:cubicBezTo>
                <a:cubicBezTo>
                  <a:pt x="49334" y="11923"/>
                  <a:pt x="54985" y="8687"/>
                  <a:pt x="60486" y="6223"/>
                </a:cubicBezTo>
                <a:close/>
                <a:moveTo>
                  <a:pt x="92844" y="14761"/>
                </a:moveTo>
                <a:lnTo>
                  <a:pt x="92844" y="14786"/>
                </a:lnTo>
                <a:lnTo>
                  <a:pt x="92844" y="14810"/>
                </a:lnTo>
                <a:cubicBezTo>
                  <a:pt x="92670" y="14810"/>
                  <a:pt x="92545" y="14835"/>
                  <a:pt x="92396" y="14885"/>
                </a:cubicBezTo>
                <a:cubicBezTo>
                  <a:pt x="92147" y="14935"/>
                  <a:pt x="91898" y="14960"/>
                  <a:pt x="91649" y="15034"/>
                </a:cubicBezTo>
                <a:cubicBezTo>
                  <a:pt x="91276" y="15134"/>
                  <a:pt x="90903" y="15209"/>
                  <a:pt x="90529" y="15333"/>
                </a:cubicBezTo>
                <a:cubicBezTo>
                  <a:pt x="90230" y="15408"/>
                  <a:pt x="89957" y="15507"/>
                  <a:pt x="89683" y="15557"/>
                </a:cubicBezTo>
                <a:cubicBezTo>
                  <a:pt x="89334" y="15657"/>
                  <a:pt x="89036" y="15806"/>
                  <a:pt x="88687" y="15906"/>
                </a:cubicBezTo>
                <a:cubicBezTo>
                  <a:pt x="88364" y="16005"/>
                  <a:pt x="88090" y="16130"/>
                  <a:pt x="87791" y="16204"/>
                </a:cubicBezTo>
                <a:cubicBezTo>
                  <a:pt x="87722" y="16231"/>
                  <a:pt x="87656" y="16257"/>
                  <a:pt x="87591" y="16284"/>
                </a:cubicBezTo>
                <a:lnTo>
                  <a:pt x="87591" y="16284"/>
                </a:lnTo>
                <a:cubicBezTo>
                  <a:pt x="87673" y="16248"/>
                  <a:pt x="87756" y="16213"/>
                  <a:pt x="87841" y="16179"/>
                </a:cubicBezTo>
                <a:lnTo>
                  <a:pt x="88588" y="15906"/>
                </a:lnTo>
                <a:cubicBezTo>
                  <a:pt x="88961" y="15781"/>
                  <a:pt x="89334" y="15632"/>
                  <a:pt x="89733" y="15507"/>
                </a:cubicBezTo>
                <a:lnTo>
                  <a:pt x="90479" y="15308"/>
                </a:lnTo>
                <a:cubicBezTo>
                  <a:pt x="90878" y="15184"/>
                  <a:pt x="91301" y="15084"/>
                  <a:pt x="91699" y="14960"/>
                </a:cubicBezTo>
                <a:cubicBezTo>
                  <a:pt x="91948" y="14910"/>
                  <a:pt x="92222" y="14885"/>
                  <a:pt x="92471" y="14810"/>
                </a:cubicBezTo>
                <a:cubicBezTo>
                  <a:pt x="92595" y="14786"/>
                  <a:pt x="92720" y="14761"/>
                  <a:pt x="92844" y="14761"/>
                </a:cubicBezTo>
                <a:close/>
                <a:moveTo>
                  <a:pt x="77835" y="7144"/>
                </a:moveTo>
                <a:cubicBezTo>
                  <a:pt x="80100" y="9558"/>
                  <a:pt x="81967" y="12570"/>
                  <a:pt x="83336" y="15881"/>
                </a:cubicBezTo>
                <a:cubicBezTo>
                  <a:pt x="82813" y="16030"/>
                  <a:pt x="82265" y="16179"/>
                  <a:pt x="81718" y="16329"/>
                </a:cubicBezTo>
                <a:cubicBezTo>
                  <a:pt x="81718" y="16304"/>
                  <a:pt x="81693" y="16304"/>
                  <a:pt x="81693" y="16279"/>
                </a:cubicBezTo>
                <a:cubicBezTo>
                  <a:pt x="81593" y="16080"/>
                  <a:pt x="81519" y="15931"/>
                  <a:pt x="81444" y="15781"/>
                </a:cubicBezTo>
                <a:cubicBezTo>
                  <a:pt x="81394" y="15731"/>
                  <a:pt x="81394" y="15682"/>
                  <a:pt x="81369" y="15657"/>
                </a:cubicBezTo>
                <a:cubicBezTo>
                  <a:pt x="81344" y="15582"/>
                  <a:pt x="81270" y="15482"/>
                  <a:pt x="81245" y="15433"/>
                </a:cubicBezTo>
                <a:lnTo>
                  <a:pt x="80971" y="14960"/>
                </a:lnTo>
                <a:cubicBezTo>
                  <a:pt x="80946" y="14935"/>
                  <a:pt x="80896" y="14860"/>
                  <a:pt x="80871" y="14835"/>
                </a:cubicBezTo>
                <a:cubicBezTo>
                  <a:pt x="80847" y="14810"/>
                  <a:pt x="80847" y="14786"/>
                  <a:pt x="80822" y="14761"/>
                </a:cubicBezTo>
                <a:cubicBezTo>
                  <a:pt x="80747" y="14686"/>
                  <a:pt x="80722" y="14586"/>
                  <a:pt x="80647" y="14537"/>
                </a:cubicBezTo>
                <a:cubicBezTo>
                  <a:pt x="80598" y="14437"/>
                  <a:pt x="80498" y="14337"/>
                  <a:pt x="80448" y="14238"/>
                </a:cubicBezTo>
                <a:cubicBezTo>
                  <a:pt x="80448" y="14238"/>
                  <a:pt x="80448" y="14213"/>
                  <a:pt x="80398" y="14213"/>
                </a:cubicBezTo>
                <a:cubicBezTo>
                  <a:pt x="80274" y="14039"/>
                  <a:pt x="80150" y="13865"/>
                  <a:pt x="80000" y="13690"/>
                </a:cubicBezTo>
                <a:cubicBezTo>
                  <a:pt x="79950" y="13616"/>
                  <a:pt x="79901" y="13566"/>
                  <a:pt x="79851" y="13491"/>
                </a:cubicBezTo>
                <a:cubicBezTo>
                  <a:pt x="79726" y="13342"/>
                  <a:pt x="79602" y="13217"/>
                  <a:pt x="79477" y="13068"/>
                </a:cubicBezTo>
                <a:lnTo>
                  <a:pt x="79378" y="12944"/>
                </a:lnTo>
                <a:lnTo>
                  <a:pt x="79328" y="12869"/>
                </a:lnTo>
                <a:lnTo>
                  <a:pt x="79229" y="12794"/>
                </a:lnTo>
                <a:lnTo>
                  <a:pt x="79204" y="12720"/>
                </a:lnTo>
                <a:lnTo>
                  <a:pt x="79079" y="12595"/>
                </a:lnTo>
                <a:cubicBezTo>
                  <a:pt x="78905" y="12446"/>
                  <a:pt x="78756" y="12296"/>
                  <a:pt x="78581" y="12122"/>
                </a:cubicBezTo>
                <a:cubicBezTo>
                  <a:pt x="78482" y="12048"/>
                  <a:pt x="78357" y="11948"/>
                  <a:pt x="78258" y="11848"/>
                </a:cubicBezTo>
                <a:cubicBezTo>
                  <a:pt x="78059" y="11699"/>
                  <a:pt x="77884" y="11575"/>
                  <a:pt x="77685" y="11425"/>
                </a:cubicBezTo>
                <a:cubicBezTo>
                  <a:pt x="77536" y="11301"/>
                  <a:pt x="77387" y="11201"/>
                  <a:pt x="77188" y="11077"/>
                </a:cubicBezTo>
                <a:cubicBezTo>
                  <a:pt x="76988" y="10952"/>
                  <a:pt x="76789" y="10803"/>
                  <a:pt x="76565" y="10679"/>
                </a:cubicBezTo>
                <a:cubicBezTo>
                  <a:pt x="76416" y="10579"/>
                  <a:pt x="76242" y="10479"/>
                  <a:pt x="76067" y="10405"/>
                </a:cubicBezTo>
                <a:cubicBezTo>
                  <a:pt x="75943" y="10330"/>
                  <a:pt x="75794" y="10230"/>
                  <a:pt x="75669" y="10181"/>
                </a:cubicBezTo>
                <a:cubicBezTo>
                  <a:pt x="75495" y="10081"/>
                  <a:pt x="75296" y="9982"/>
                  <a:pt x="75072" y="9882"/>
                </a:cubicBezTo>
                <a:cubicBezTo>
                  <a:pt x="74947" y="9832"/>
                  <a:pt x="74823" y="9807"/>
                  <a:pt x="74698" y="9733"/>
                </a:cubicBezTo>
                <a:cubicBezTo>
                  <a:pt x="74649" y="9708"/>
                  <a:pt x="74624" y="9708"/>
                  <a:pt x="74549" y="9683"/>
                </a:cubicBezTo>
                <a:cubicBezTo>
                  <a:pt x="75246" y="8936"/>
                  <a:pt x="75968" y="8165"/>
                  <a:pt x="76715" y="7468"/>
                </a:cubicBezTo>
                <a:cubicBezTo>
                  <a:pt x="77063" y="7343"/>
                  <a:pt x="77436" y="7244"/>
                  <a:pt x="77835" y="7144"/>
                </a:cubicBezTo>
                <a:close/>
                <a:moveTo>
                  <a:pt x="58619" y="10031"/>
                </a:moveTo>
                <a:lnTo>
                  <a:pt x="58619" y="10056"/>
                </a:lnTo>
                <a:lnTo>
                  <a:pt x="58619" y="10081"/>
                </a:lnTo>
                <a:cubicBezTo>
                  <a:pt x="58469" y="10181"/>
                  <a:pt x="58370" y="10181"/>
                  <a:pt x="58320" y="10206"/>
                </a:cubicBezTo>
                <a:cubicBezTo>
                  <a:pt x="58121" y="10280"/>
                  <a:pt x="57922" y="10305"/>
                  <a:pt x="57723" y="10355"/>
                </a:cubicBezTo>
                <a:lnTo>
                  <a:pt x="56603" y="10728"/>
                </a:lnTo>
                <a:cubicBezTo>
                  <a:pt x="56379" y="10803"/>
                  <a:pt x="56204" y="10853"/>
                  <a:pt x="55980" y="10927"/>
                </a:cubicBezTo>
                <a:cubicBezTo>
                  <a:pt x="55607" y="11052"/>
                  <a:pt x="55209" y="11201"/>
                  <a:pt x="54810" y="11351"/>
                </a:cubicBezTo>
                <a:cubicBezTo>
                  <a:pt x="54611" y="11425"/>
                  <a:pt x="54387" y="11525"/>
                  <a:pt x="54213" y="11575"/>
                </a:cubicBezTo>
                <a:cubicBezTo>
                  <a:pt x="53815" y="11724"/>
                  <a:pt x="53392" y="11898"/>
                  <a:pt x="53018" y="12072"/>
                </a:cubicBezTo>
                <a:cubicBezTo>
                  <a:pt x="52844" y="12172"/>
                  <a:pt x="52620" y="12222"/>
                  <a:pt x="52446" y="12321"/>
                </a:cubicBezTo>
                <a:cubicBezTo>
                  <a:pt x="52023" y="12471"/>
                  <a:pt x="51649" y="12670"/>
                  <a:pt x="51251" y="12844"/>
                </a:cubicBezTo>
                <a:cubicBezTo>
                  <a:pt x="51027" y="12944"/>
                  <a:pt x="50853" y="13043"/>
                  <a:pt x="50629" y="13143"/>
                </a:cubicBezTo>
                <a:cubicBezTo>
                  <a:pt x="50255" y="13317"/>
                  <a:pt x="49857" y="13516"/>
                  <a:pt x="49484" y="13690"/>
                </a:cubicBezTo>
                <a:cubicBezTo>
                  <a:pt x="49260" y="13790"/>
                  <a:pt x="49036" y="13914"/>
                  <a:pt x="48837" y="14014"/>
                </a:cubicBezTo>
                <a:cubicBezTo>
                  <a:pt x="48463" y="14188"/>
                  <a:pt x="48040" y="14412"/>
                  <a:pt x="47667" y="14636"/>
                </a:cubicBezTo>
                <a:cubicBezTo>
                  <a:pt x="47468" y="14761"/>
                  <a:pt x="47244" y="14835"/>
                  <a:pt x="47019" y="14960"/>
                </a:cubicBezTo>
                <a:cubicBezTo>
                  <a:pt x="46771" y="15084"/>
                  <a:pt x="46522" y="15258"/>
                  <a:pt x="46273" y="15408"/>
                </a:cubicBezTo>
                <a:cubicBezTo>
                  <a:pt x="46099" y="15507"/>
                  <a:pt x="45924" y="15582"/>
                  <a:pt x="45750" y="15706"/>
                </a:cubicBezTo>
                <a:cubicBezTo>
                  <a:pt x="45551" y="15831"/>
                  <a:pt x="45377" y="15931"/>
                  <a:pt x="45178" y="16030"/>
                </a:cubicBezTo>
                <a:cubicBezTo>
                  <a:pt x="45028" y="16130"/>
                  <a:pt x="44904" y="16204"/>
                  <a:pt x="44754" y="16279"/>
                </a:cubicBezTo>
                <a:cubicBezTo>
                  <a:pt x="44680" y="16304"/>
                  <a:pt x="44630" y="16329"/>
                  <a:pt x="44555" y="16403"/>
                </a:cubicBezTo>
                <a:lnTo>
                  <a:pt x="44530" y="16379"/>
                </a:lnTo>
                <a:cubicBezTo>
                  <a:pt x="44530" y="16379"/>
                  <a:pt x="44505" y="16379"/>
                  <a:pt x="44505" y="16329"/>
                </a:cubicBezTo>
                <a:cubicBezTo>
                  <a:pt x="44555" y="16304"/>
                  <a:pt x="44605" y="16279"/>
                  <a:pt x="44655" y="16254"/>
                </a:cubicBezTo>
                <a:cubicBezTo>
                  <a:pt x="44779" y="16155"/>
                  <a:pt x="44929" y="16080"/>
                  <a:pt x="45053" y="16005"/>
                </a:cubicBezTo>
                <a:cubicBezTo>
                  <a:pt x="45277" y="15881"/>
                  <a:pt x="45476" y="15756"/>
                  <a:pt x="45675" y="15632"/>
                </a:cubicBezTo>
                <a:cubicBezTo>
                  <a:pt x="45850" y="15532"/>
                  <a:pt x="45999" y="15433"/>
                  <a:pt x="46173" y="15333"/>
                </a:cubicBezTo>
                <a:lnTo>
                  <a:pt x="46223" y="15333"/>
                </a:lnTo>
                <a:cubicBezTo>
                  <a:pt x="50454" y="12944"/>
                  <a:pt x="54636" y="11151"/>
                  <a:pt x="58619" y="10031"/>
                </a:cubicBezTo>
                <a:close/>
                <a:moveTo>
                  <a:pt x="43510" y="16030"/>
                </a:moveTo>
                <a:cubicBezTo>
                  <a:pt x="43734" y="16130"/>
                  <a:pt x="43908" y="16254"/>
                  <a:pt x="44107" y="16403"/>
                </a:cubicBezTo>
                <a:cubicBezTo>
                  <a:pt x="44057" y="16403"/>
                  <a:pt x="44057" y="16428"/>
                  <a:pt x="44033" y="16428"/>
                </a:cubicBezTo>
                <a:cubicBezTo>
                  <a:pt x="43933" y="16379"/>
                  <a:pt x="43883" y="16329"/>
                  <a:pt x="43809" y="16279"/>
                </a:cubicBezTo>
                <a:lnTo>
                  <a:pt x="43784" y="16279"/>
                </a:lnTo>
                <a:cubicBezTo>
                  <a:pt x="43659" y="16204"/>
                  <a:pt x="43560" y="16155"/>
                  <a:pt x="43435" y="16055"/>
                </a:cubicBezTo>
                <a:cubicBezTo>
                  <a:pt x="43485" y="16055"/>
                  <a:pt x="43485" y="16030"/>
                  <a:pt x="43510" y="16030"/>
                </a:cubicBezTo>
                <a:close/>
                <a:moveTo>
                  <a:pt x="44281" y="16503"/>
                </a:moveTo>
                <a:cubicBezTo>
                  <a:pt x="44306" y="16503"/>
                  <a:pt x="44306" y="16503"/>
                  <a:pt x="44356" y="16528"/>
                </a:cubicBezTo>
                <a:cubicBezTo>
                  <a:pt x="44306" y="16528"/>
                  <a:pt x="44306" y="16553"/>
                  <a:pt x="44281" y="16553"/>
                </a:cubicBezTo>
                <a:lnTo>
                  <a:pt x="44257" y="16553"/>
                </a:lnTo>
                <a:cubicBezTo>
                  <a:pt x="44257" y="16553"/>
                  <a:pt x="44232" y="16553"/>
                  <a:pt x="44232" y="16528"/>
                </a:cubicBezTo>
                <a:cubicBezTo>
                  <a:pt x="44257" y="16528"/>
                  <a:pt x="44257" y="16503"/>
                  <a:pt x="44281" y="16503"/>
                </a:cubicBezTo>
                <a:close/>
                <a:moveTo>
                  <a:pt x="83385" y="16030"/>
                </a:moveTo>
                <a:cubicBezTo>
                  <a:pt x="83385" y="16055"/>
                  <a:pt x="83435" y="16080"/>
                  <a:pt x="83435" y="16105"/>
                </a:cubicBezTo>
                <a:lnTo>
                  <a:pt x="81842" y="16578"/>
                </a:lnTo>
                <a:cubicBezTo>
                  <a:pt x="81842" y="16553"/>
                  <a:pt x="81817" y="16553"/>
                  <a:pt x="81817" y="16553"/>
                </a:cubicBezTo>
                <a:cubicBezTo>
                  <a:pt x="81842" y="16528"/>
                  <a:pt x="81817" y="16503"/>
                  <a:pt x="81817" y="16503"/>
                </a:cubicBezTo>
                <a:lnTo>
                  <a:pt x="83385" y="16030"/>
                </a:lnTo>
                <a:close/>
                <a:moveTo>
                  <a:pt x="92659" y="14538"/>
                </a:moveTo>
                <a:lnTo>
                  <a:pt x="92659" y="14538"/>
                </a:lnTo>
                <a:cubicBezTo>
                  <a:pt x="92628" y="14542"/>
                  <a:pt x="92567" y="14562"/>
                  <a:pt x="92545" y="14562"/>
                </a:cubicBezTo>
                <a:lnTo>
                  <a:pt x="91599" y="14761"/>
                </a:lnTo>
                <a:cubicBezTo>
                  <a:pt x="91276" y="14835"/>
                  <a:pt x="90903" y="14935"/>
                  <a:pt x="90554" y="15034"/>
                </a:cubicBezTo>
                <a:cubicBezTo>
                  <a:pt x="90280" y="15134"/>
                  <a:pt x="89957" y="15184"/>
                  <a:pt x="89683" y="15283"/>
                </a:cubicBezTo>
                <a:lnTo>
                  <a:pt x="88662" y="15657"/>
                </a:lnTo>
                <a:cubicBezTo>
                  <a:pt x="88364" y="15756"/>
                  <a:pt x="88090" y="15831"/>
                  <a:pt x="87816" y="15955"/>
                </a:cubicBezTo>
                <a:cubicBezTo>
                  <a:pt x="87468" y="16080"/>
                  <a:pt x="87169" y="16254"/>
                  <a:pt x="86845" y="16403"/>
                </a:cubicBezTo>
                <a:cubicBezTo>
                  <a:pt x="86571" y="16528"/>
                  <a:pt x="86248" y="16652"/>
                  <a:pt x="85974" y="16777"/>
                </a:cubicBezTo>
                <a:cubicBezTo>
                  <a:pt x="85675" y="16926"/>
                  <a:pt x="85377" y="17075"/>
                  <a:pt x="85078" y="17250"/>
                </a:cubicBezTo>
                <a:cubicBezTo>
                  <a:pt x="84879" y="17324"/>
                  <a:pt x="84680" y="17449"/>
                  <a:pt x="84481" y="17548"/>
                </a:cubicBezTo>
                <a:lnTo>
                  <a:pt x="83933" y="16155"/>
                </a:lnTo>
                <a:cubicBezTo>
                  <a:pt x="86966" y="15309"/>
                  <a:pt x="89899" y="14787"/>
                  <a:pt x="92659" y="14538"/>
                </a:cubicBezTo>
                <a:close/>
                <a:moveTo>
                  <a:pt x="83734" y="16179"/>
                </a:moveTo>
                <a:cubicBezTo>
                  <a:pt x="83958" y="16677"/>
                  <a:pt x="84132" y="17175"/>
                  <a:pt x="84306" y="17648"/>
                </a:cubicBezTo>
                <a:cubicBezTo>
                  <a:pt x="84257" y="17648"/>
                  <a:pt x="84257" y="17673"/>
                  <a:pt x="84232" y="17673"/>
                </a:cubicBezTo>
                <a:cubicBezTo>
                  <a:pt x="84057" y="17175"/>
                  <a:pt x="83858" y="16677"/>
                  <a:pt x="83684" y="16204"/>
                </a:cubicBezTo>
                <a:cubicBezTo>
                  <a:pt x="83709" y="16204"/>
                  <a:pt x="83709" y="16204"/>
                  <a:pt x="83734" y="16179"/>
                </a:cubicBezTo>
                <a:close/>
                <a:moveTo>
                  <a:pt x="111549" y="16427"/>
                </a:moveTo>
                <a:cubicBezTo>
                  <a:pt x="111605" y="16527"/>
                  <a:pt x="111662" y="16627"/>
                  <a:pt x="111711" y="16727"/>
                </a:cubicBezTo>
                <a:cubicBezTo>
                  <a:pt x="111836" y="17026"/>
                  <a:pt x="111960" y="17324"/>
                  <a:pt x="112060" y="17648"/>
                </a:cubicBezTo>
                <a:cubicBezTo>
                  <a:pt x="112075" y="17699"/>
                  <a:pt x="112092" y="17750"/>
                  <a:pt x="112111" y="17802"/>
                </a:cubicBezTo>
                <a:lnTo>
                  <a:pt x="112111" y="17802"/>
                </a:lnTo>
                <a:cubicBezTo>
                  <a:pt x="112061" y="17678"/>
                  <a:pt x="112008" y="17554"/>
                  <a:pt x="111960" y="17424"/>
                </a:cubicBezTo>
                <a:cubicBezTo>
                  <a:pt x="111836" y="17150"/>
                  <a:pt x="111736" y="16827"/>
                  <a:pt x="111612" y="16553"/>
                </a:cubicBezTo>
                <a:cubicBezTo>
                  <a:pt x="111591" y="16511"/>
                  <a:pt x="111570" y="16469"/>
                  <a:pt x="111549" y="16427"/>
                </a:cubicBezTo>
                <a:close/>
                <a:moveTo>
                  <a:pt x="109646" y="17573"/>
                </a:moveTo>
                <a:cubicBezTo>
                  <a:pt x="109769" y="17644"/>
                  <a:pt x="109892" y="17727"/>
                  <a:pt x="110006" y="17813"/>
                </a:cubicBezTo>
                <a:lnTo>
                  <a:pt x="110006" y="17813"/>
                </a:lnTo>
                <a:cubicBezTo>
                  <a:pt x="109889" y="17731"/>
                  <a:pt x="109769" y="17650"/>
                  <a:pt x="109646" y="17573"/>
                </a:cubicBezTo>
                <a:close/>
                <a:moveTo>
                  <a:pt x="87278" y="16426"/>
                </a:moveTo>
                <a:cubicBezTo>
                  <a:pt x="87156" y="16486"/>
                  <a:pt x="87038" y="16552"/>
                  <a:pt x="86920" y="16627"/>
                </a:cubicBezTo>
                <a:cubicBezTo>
                  <a:pt x="86596" y="16777"/>
                  <a:pt x="86298" y="16901"/>
                  <a:pt x="85974" y="17051"/>
                </a:cubicBezTo>
                <a:cubicBezTo>
                  <a:pt x="85700" y="17175"/>
                  <a:pt x="85451" y="17324"/>
                  <a:pt x="85178" y="17499"/>
                </a:cubicBezTo>
                <a:cubicBezTo>
                  <a:pt x="84954" y="17623"/>
                  <a:pt x="84730" y="17698"/>
                  <a:pt x="84555" y="17822"/>
                </a:cubicBezTo>
                <a:lnTo>
                  <a:pt x="84555" y="17797"/>
                </a:lnTo>
                <a:lnTo>
                  <a:pt x="84555" y="17772"/>
                </a:lnTo>
                <a:cubicBezTo>
                  <a:pt x="84730" y="17673"/>
                  <a:pt x="84879" y="17573"/>
                  <a:pt x="85078" y="17499"/>
                </a:cubicBezTo>
                <a:cubicBezTo>
                  <a:pt x="85377" y="17324"/>
                  <a:pt x="85700" y="17150"/>
                  <a:pt x="85999" y="17001"/>
                </a:cubicBezTo>
                <a:cubicBezTo>
                  <a:pt x="86248" y="16876"/>
                  <a:pt x="86547" y="16752"/>
                  <a:pt x="86795" y="16652"/>
                </a:cubicBezTo>
                <a:cubicBezTo>
                  <a:pt x="86951" y="16581"/>
                  <a:pt x="87112" y="16503"/>
                  <a:pt x="87278" y="16426"/>
                </a:cubicBezTo>
                <a:close/>
                <a:moveTo>
                  <a:pt x="84356" y="17872"/>
                </a:moveTo>
                <a:lnTo>
                  <a:pt x="84356" y="17897"/>
                </a:lnTo>
                <a:lnTo>
                  <a:pt x="84356" y="17922"/>
                </a:lnTo>
                <a:cubicBezTo>
                  <a:pt x="84331" y="17922"/>
                  <a:pt x="84331" y="17947"/>
                  <a:pt x="84306" y="17947"/>
                </a:cubicBezTo>
                <a:lnTo>
                  <a:pt x="84306" y="17922"/>
                </a:lnTo>
                <a:lnTo>
                  <a:pt x="84306" y="17897"/>
                </a:lnTo>
                <a:cubicBezTo>
                  <a:pt x="84331" y="17872"/>
                  <a:pt x="84331" y="17872"/>
                  <a:pt x="84356" y="17872"/>
                </a:cubicBezTo>
                <a:close/>
                <a:moveTo>
                  <a:pt x="40772" y="15209"/>
                </a:moveTo>
                <a:cubicBezTo>
                  <a:pt x="40946" y="15209"/>
                  <a:pt x="41170" y="15258"/>
                  <a:pt x="41394" y="15308"/>
                </a:cubicBezTo>
                <a:lnTo>
                  <a:pt x="41419" y="15308"/>
                </a:lnTo>
                <a:cubicBezTo>
                  <a:pt x="41643" y="15383"/>
                  <a:pt x="41892" y="15433"/>
                  <a:pt x="42141" y="15557"/>
                </a:cubicBezTo>
                <a:cubicBezTo>
                  <a:pt x="42390" y="15657"/>
                  <a:pt x="42639" y="15781"/>
                  <a:pt x="42888" y="15931"/>
                </a:cubicBezTo>
                <a:cubicBezTo>
                  <a:pt x="41743" y="16727"/>
                  <a:pt x="40622" y="17573"/>
                  <a:pt x="39527" y="18445"/>
                </a:cubicBezTo>
                <a:cubicBezTo>
                  <a:pt x="39502" y="18370"/>
                  <a:pt x="39502" y="18270"/>
                  <a:pt x="39502" y="18171"/>
                </a:cubicBezTo>
                <a:cubicBezTo>
                  <a:pt x="39502" y="18071"/>
                  <a:pt x="39453" y="17972"/>
                  <a:pt x="39453" y="17897"/>
                </a:cubicBezTo>
                <a:cubicBezTo>
                  <a:pt x="39453" y="17797"/>
                  <a:pt x="39428" y="17698"/>
                  <a:pt x="39428" y="17598"/>
                </a:cubicBezTo>
                <a:lnTo>
                  <a:pt x="39428" y="17399"/>
                </a:lnTo>
                <a:lnTo>
                  <a:pt x="39428" y="17100"/>
                </a:lnTo>
                <a:lnTo>
                  <a:pt x="39428" y="16926"/>
                </a:lnTo>
                <a:cubicBezTo>
                  <a:pt x="39428" y="16827"/>
                  <a:pt x="39428" y="16777"/>
                  <a:pt x="39453" y="16677"/>
                </a:cubicBezTo>
                <a:cubicBezTo>
                  <a:pt x="39453" y="16603"/>
                  <a:pt x="39502" y="16553"/>
                  <a:pt x="39502" y="16478"/>
                </a:cubicBezTo>
                <a:cubicBezTo>
                  <a:pt x="39453" y="16428"/>
                  <a:pt x="39502" y="16329"/>
                  <a:pt x="39502" y="16279"/>
                </a:cubicBezTo>
                <a:cubicBezTo>
                  <a:pt x="39527" y="16204"/>
                  <a:pt x="39527" y="16155"/>
                  <a:pt x="39552" y="16080"/>
                </a:cubicBezTo>
                <a:cubicBezTo>
                  <a:pt x="39577" y="16030"/>
                  <a:pt x="39577" y="16005"/>
                  <a:pt x="39602" y="15931"/>
                </a:cubicBezTo>
                <a:cubicBezTo>
                  <a:pt x="39652" y="15831"/>
                  <a:pt x="39701" y="15756"/>
                  <a:pt x="39776" y="15657"/>
                </a:cubicBezTo>
                <a:lnTo>
                  <a:pt x="39901" y="15532"/>
                </a:lnTo>
                <a:cubicBezTo>
                  <a:pt x="40000" y="15458"/>
                  <a:pt x="40075" y="15408"/>
                  <a:pt x="40150" y="15333"/>
                </a:cubicBezTo>
                <a:cubicBezTo>
                  <a:pt x="40324" y="15258"/>
                  <a:pt x="40523" y="15209"/>
                  <a:pt x="40772" y="15209"/>
                </a:cubicBezTo>
                <a:close/>
                <a:moveTo>
                  <a:pt x="39428" y="15906"/>
                </a:moveTo>
                <a:cubicBezTo>
                  <a:pt x="39403" y="15931"/>
                  <a:pt x="39403" y="16005"/>
                  <a:pt x="39403" y="16030"/>
                </a:cubicBezTo>
                <a:cubicBezTo>
                  <a:pt x="39378" y="16080"/>
                  <a:pt x="39328" y="16155"/>
                  <a:pt x="39328" y="16204"/>
                </a:cubicBezTo>
                <a:cubicBezTo>
                  <a:pt x="39303" y="16279"/>
                  <a:pt x="39303" y="16379"/>
                  <a:pt x="39303" y="16428"/>
                </a:cubicBezTo>
                <a:cubicBezTo>
                  <a:pt x="39303" y="16503"/>
                  <a:pt x="39278" y="16553"/>
                  <a:pt x="39278" y="16627"/>
                </a:cubicBezTo>
                <a:cubicBezTo>
                  <a:pt x="39278" y="16702"/>
                  <a:pt x="39278" y="16802"/>
                  <a:pt x="39253" y="16876"/>
                </a:cubicBezTo>
                <a:lnTo>
                  <a:pt x="39253" y="17075"/>
                </a:lnTo>
                <a:lnTo>
                  <a:pt x="39253" y="17374"/>
                </a:lnTo>
                <a:lnTo>
                  <a:pt x="39253" y="17623"/>
                </a:lnTo>
                <a:cubicBezTo>
                  <a:pt x="39253" y="17698"/>
                  <a:pt x="39278" y="17822"/>
                  <a:pt x="39278" y="17922"/>
                </a:cubicBezTo>
                <a:cubicBezTo>
                  <a:pt x="39278" y="18021"/>
                  <a:pt x="39303" y="18121"/>
                  <a:pt x="39303" y="18196"/>
                </a:cubicBezTo>
                <a:cubicBezTo>
                  <a:pt x="39303" y="18295"/>
                  <a:pt x="39328" y="18420"/>
                  <a:pt x="39378" y="18544"/>
                </a:cubicBezTo>
                <a:lnTo>
                  <a:pt x="39378" y="18569"/>
                </a:lnTo>
                <a:cubicBezTo>
                  <a:pt x="39328" y="18569"/>
                  <a:pt x="39328" y="18594"/>
                  <a:pt x="39303" y="18594"/>
                </a:cubicBezTo>
                <a:lnTo>
                  <a:pt x="39303" y="18519"/>
                </a:lnTo>
                <a:cubicBezTo>
                  <a:pt x="39278" y="18420"/>
                  <a:pt x="39278" y="18295"/>
                  <a:pt x="39253" y="18196"/>
                </a:cubicBezTo>
                <a:cubicBezTo>
                  <a:pt x="39253" y="18121"/>
                  <a:pt x="39204" y="18021"/>
                  <a:pt x="39204" y="17922"/>
                </a:cubicBezTo>
                <a:cubicBezTo>
                  <a:pt x="39204" y="17822"/>
                  <a:pt x="39179" y="17698"/>
                  <a:pt x="39179" y="17598"/>
                </a:cubicBezTo>
                <a:lnTo>
                  <a:pt x="39179" y="17399"/>
                </a:lnTo>
                <a:lnTo>
                  <a:pt x="39179" y="17075"/>
                </a:lnTo>
                <a:lnTo>
                  <a:pt x="39179" y="16851"/>
                </a:lnTo>
                <a:cubicBezTo>
                  <a:pt x="39179" y="16777"/>
                  <a:pt x="39179" y="16677"/>
                  <a:pt x="39204" y="16578"/>
                </a:cubicBezTo>
                <a:cubicBezTo>
                  <a:pt x="39204" y="16528"/>
                  <a:pt x="39253" y="16453"/>
                  <a:pt x="39253" y="16403"/>
                </a:cubicBezTo>
                <a:cubicBezTo>
                  <a:pt x="39253" y="16329"/>
                  <a:pt x="39278" y="16229"/>
                  <a:pt x="39278" y="16179"/>
                </a:cubicBezTo>
                <a:cubicBezTo>
                  <a:pt x="39278" y="16130"/>
                  <a:pt x="39303" y="16055"/>
                  <a:pt x="39328" y="16005"/>
                </a:cubicBezTo>
                <a:lnTo>
                  <a:pt x="39428" y="15906"/>
                </a:lnTo>
                <a:close/>
                <a:moveTo>
                  <a:pt x="43062" y="16030"/>
                </a:moveTo>
                <a:cubicBezTo>
                  <a:pt x="43112" y="16030"/>
                  <a:pt x="43112" y="16055"/>
                  <a:pt x="43136" y="16055"/>
                </a:cubicBezTo>
                <a:cubicBezTo>
                  <a:pt x="41917" y="16926"/>
                  <a:pt x="40747" y="17797"/>
                  <a:pt x="39577" y="18693"/>
                </a:cubicBezTo>
                <a:lnTo>
                  <a:pt x="39577" y="18644"/>
                </a:lnTo>
                <a:cubicBezTo>
                  <a:pt x="40697" y="17772"/>
                  <a:pt x="41892" y="16901"/>
                  <a:pt x="43062" y="16030"/>
                </a:cubicBezTo>
                <a:close/>
                <a:moveTo>
                  <a:pt x="83585" y="16279"/>
                </a:moveTo>
                <a:cubicBezTo>
                  <a:pt x="83709" y="16777"/>
                  <a:pt x="83883" y="17275"/>
                  <a:pt x="84082" y="17797"/>
                </a:cubicBezTo>
                <a:cubicBezTo>
                  <a:pt x="83833" y="17947"/>
                  <a:pt x="83609" y="18121"/>
                  <a:pt x="83361" y="18270"/>
                </a:cubicBezTo>
                <a:cubicBezTo>
                  <a:pt x="83112" y="18420"/>
                  <a:pt x="82863" y="18569"/>
                  <a:pt x="82639" y="18743"/>
                </a:cubicBezTo>
                <a:cubicBezTo>
                  <a:pt x="82614" y="18644"/>
                  <a:pt x="82589" y="18569"/>
                  <a:pt x="82589" y="18494"/>
                </a:cubicBezTo>
                <a:cubicBezTo>
                  <a:pt x="82514" y="18295"/>
                  <a:pt x="82464" y="18121"/>
                  <a:pt x="82440" y="17947"/>
                </a:cubicBezTo>
                <a:lnTo>
                  <a:pt x="82440" y="17922"/>
                </a:lnTo>
                <a:cubicBezTo>
                  <a:pt x="82440" y="17897"/>
                  <a:pt x="82390" y="17822"/>
                  <a:pt x="82390" y="17797"/>
                </a:cubicBezTo>
                <a:cubicBezTo>
                  <a:pt x="82365" y="17698"/>
                  <a:pt x="82340" y="17648"/>
                  <a:pt x="82290" y="17548"/>
                </a:cubicBezTo>
                <a:lnTo>
                  <a:pt x="82116" y="17075"/>
                </a:lnTo>
                <a:cubicBezTo>
                  <a:pt x="82091" y="16951"/>
                  <a:pt x="82016" y="16876"/>
                  <a:pt x="81991" y="16752"/>
                </a:cubicBezTo>
                <a:lnTo>
                  <a:pt x="83585" y="16279"/>
                </a:lnTo>
                <a:close/>
                <a:moveTo>
                  <a:pt x="79229" y="13342"/>
                </a:moveTo>
                <a:cubicBezTo>
                  <a:pt x="79253" y="13417"/>
                  <a:pt x="79303" y="13441"/>
                  <a:pt x="79353" y="13516"/>
                </a:cubicBezTo>
                <a:cubicBezTo>
                  <a:pt x="79602" y="13790"/>
                  <a:pt x="79851" y="14089"/>
                  <a:pt x="80100" y="14412"/>
                </a:cubicBezTo>
                <a:cubicBezTo>
                  <a:pt x="80150" y="14462"/>
                  <a:pt x="80174" y="14537"/>
                  <a:pt x="80249" y="14636"/>
                </a:cubicBezTo>
                <a:cubicBezTo>
                  <a:pt x="80523" y="15010"/>
                  <a:pt x="80772" y="15408"/>
                  <a:pt x="80996" y="15806"/>
                </a:cubicBezTo>
                <a:cubicBezTo>
                  <a:pt x="81046" y="15906"/>
                  <a:pt x="81095" y="16005"/>
                  <a:pt x="81145" y="16130"/>
                </a:cubicBezTo>
                <a:cubicBezTo>
                  <a:pt x="81220" y="16254"/>
                  <a:pt x="81245" y="16329"/>
                  <a:pt x="81295" y="16453"/>
                </a:cubicBezTo>
                <a:cubicBezTo>
                  <a:pt x="79229" y="17125"/>
                  <a:pt x="77138" y="17897"/>
                  <a:pt x="75022" y="18768"/>
                </a:cubicBezTo>
                <a:cubicBezTo>
                  <a:pt x="75221" y="18420"/>
                  <a:pt x="75420" y="18071"/>
                  <a:pt x="75644" y="17748"/>
                </a:cubicBezTo>
                <a:cubicBezTo>
                  <a:pt x="75719" y="17648"/>
                  <a:pt x="75744" y="17573"/>
                  <a:pt x="75794" y="17499"/>
                </a:cubicBezTo>
                <a:cubicBezTo>
                  <a:pt x="76092" y="17051"/>
                  <a:pt x="76391" y="16627"/>
                  <a:pt x="76715" y="16204"/>
                </a:cubicBezTo>
                <a:cubicBezTo>
                  <a:pt x="76764" y="16130"/>
                  <a:pt x="76814" y="16055"/>
                  <a:pt x="76889" y="15955"/>
                </a:cubicBezTo>
                <a:cubicBezTo>
                  <a:pt x="77212" y="15532"/>
                  <a:pt x="77536" y="15134"/>
                  <a:pt x="77909" y="14711"/>
                </a:cubicBezTo>
                <a:lnTo>
                  <a:pt x="78034" y="14586"/>
                </a:lnTo>
                <a:cubicBezTo>
                  <a:pt x="78382" y="14213"/>
                  <a:pt x="78756" y="13815"/>
                  <a:pt x="79104" y="13466"/>
                </a:cubicBezTo>
                <a:lnTo>
                  <a:pt x="79229" y="13342"/>
                </a:lnTo>
                <a:close/>
                <a:moveTo>
                  <a:pt x="39403" y="18818"/>
                </a:moveTo>
                <a:lnTo>
                  <a:pt x="39403" y="18893"/>
                </a:lnTo>
                <a:cubicBezTo>
                  <a:pt x="39403" y="18893"/>
                  <a:pt x="39378" y="18893"/>
                  <a:pt x="39328" y="18917"/>
                </a:cubicBezTo>
                <a:lnTo>
                  <a:pt x="39328" y="18843"/>
                </a:lnTo>
                <a:cubicBezTo>
                  <a:pt x="39378" y="18843"/>
                  <a:pt x="39378" y="18818"/>
                  <a:pt x="39403" y="18818"/>
                </a:cubicBezTo>
                <a:close/>
                <a:moveTo>
                  <a:pt x="84132" y="17972"/>
                </a:moveTo>
                <a:lnTo>
                  <a:pt x="84132" y="18021"/>
                </a:lnTo>
                <a:lnTo>
                  <a:pt x="84132" y="18046"/>
                </a:lnTo>
                <a:cubicBezTo>
                  <a:pt x="83933" y="18171"/>
                  <a:pt x="83684" y="18320"/>
                  <a:pt x="83460" y="18494"/>
                </a:cubicBezTo>
                <a:cubicBezTo>
                  <a:pt x="83211" y="18644"/>
                  <a:pt x="82962" y="18793"/>
                  <a:pt x="82713" y="18992"/>
                </a:cubicBezTo>
                <a:lnTo>
                  <a:pt x="82688" y="18917"/>
                </a:lnTo>
                <a:cubicBezTo>
                  <a:pt x="82888" y="18768"/>
                  <a:pt x="83136" y="18594"/>
                  <a:pt x="83361" y="18469"/>
                </a:cubicBezTo>
                <a:cubicBezTo>
                  <a:pt x="83609" y="18320"/>
                  <a:pt x="83858" y="18146"/>
                  <a:pt x="84132" y="17972"/>
                </a:cubicBezTo>
                <a:close/>
                <a:moveTo>
                  <a:pt x="81369" y="16627"/>
                </a:moveTo>
                <a:cubicBezTo>
                  <a:pt x="81369" y="16652"/>
                  <a:pt x="81394" y="16677"/>
                  <a:pt x="81394" y="16702"/>
                </a:cubicBezTo>
                <a:cubicBezTo>
                  <a:pt x="79253" y="17399"/>
                  <a:pt x="77013" y="18196"/>
                  <a:pt x="74773" y="19166"/>
                </a:cubicBezTo>
                <a:cubicBezTo>
                  <a:pt x="74798" y="19117"/>
                  <a:pt x="74848" y="19067"/>
                  <a:pt x="74848" y="19042"/>
                </a:cubicBezTo>
                <a:cubicBezTo>
                  <a:pt x="77038" y="18121"/>
                  <a:pt x="79229" y="17300"/>
                  <a:pt x="81369" y="16627"/>
                </a:cubicBezTo>
                <a:close/>
                <a:moveTo>
                  <a:pt x="43286" y="16155"/>
                </a:moveTo>
                <a:lnTo>
                  <a:pt x="43858" y="16528"/>
                </a:lnTo>
                <a:cubicBezTo>
                  <a:pt x="43784" y="16578"/>
                  <a:pt x="43734" y="16652"/>
                  <a:pt x="43634" y="16677"/>
                </a:cubicBezTo>
                <a:cubicBezTo>
                  <a:pt x="43136" y="17001"/>
                  <a:pt x="42664" y="17300"/>
                  <a:pt x="42166" y="17623"/>
                </a:cubicBezTo>
                <a:cubicBezTo>
                  <a:pt x="41991" y="17748"/>
                  <a:pt x="41792" y="17872"/>
                  <a:pt x="41568" y="17996"/>
                </a:cubicBezTo>
                <a:lnTo>
                  <a:pt x="40747" y="18544"/>
                </a:lnTo>
                <a:cubicBezTo>
                  <a:pt x="40523" y="18693"/>
                  <a:pt x="40324" y="18818"/>
                  <a:pt x="40125" y="18942"/>
                </a:cubicBezTo>
                <a:cubicBezTo>
                  <a:pt x="39950" y="19042"/>
                  <a:pt x="39801" y="19166"/>
                  <a:pt x="39652" y="19266"/>
                </a:cubicBezTo>
                <a:cubicBezTo>
                  <a:pt x="39652" y="19191"/>
                  <a:pt x="39627" y="19141"/>
                  <a:pt x="39627" y="19067"/>
                </a:cubicBezTo>
                <a:cubicBezTo>
                  <a:pt x="39627" y="19017"/>
                  <a:pt x="39577" y="18942"/>
                  <a:pt x="39577" y="18917"/>
                </a:cubicBezTo>
                <a:cubicBezTo>
                  <a:pt x="40797" y="17996"/>
                  <a:pt x="42016" y="17051"/>
                  <a:pt x="43286" y="16155"/>
                </a:cubicBezTo>
                <a:close/>
                <a:moveTo>
                  <a:pt x="39428" y="19117"/>
                </a:moveTo>
                <a:cubicBezTo>
                  <a:pt x="39428" y="19166"/>
                  <a:pt x="39453" y="19191"/>
                  <a:pt x="39453" y="19266"/>
                </a:cubicBezTo>
                <a:cubicBezTo>
                  <a:pt x="39453" y="19316"/>
                  <a:pt x="39502" y="19390"/>
                  <a:pt x="39502" y="19440"/>
                </a:cubicBezTo>
                <a:lnTo>
                  <a:pt x="39453" y="19440"/>
                </a:lnTo>
                <a:cubicBezTo>
                  <a:pt x="39428" y="19365"/>
                  <a:pt x="39428" y="19266"/>
                  <a:pt x="39403" y="19191"/>
                </a:cubicBezTo>
                <a:cubicBezTo>
                  <a:pt x="39403" y="19166"/>
                  <a:pt x="39403" y="19166"/>
                  <a:pt x="39378" y="19141"/>
                </a:cubicBezTo>
                <a:cubicBezTo>
                  <a:pt x="39403" y="19141"/>
                  <a:pt x="39403" y="19117"/>
                  <a:pt x="39428" y="19117"/>
                </a:cubicBezTo>
                <a:close/>
                <a:moveTo>
                  <a:pt x="101456" y="7094"/>
                </a:moveTo>
                <a:lnTo>
                  <a:pt x="101456" y="7094"/>
                </a:lnTo>
                <a:cubicBezTo>
                  <a:pt x="101631" y="7144"/>
                  <a:pt x="101805" y="7219"/>
                  <a:pt x="101954" y="7268"/>
                </a:cubicBezTo>
                <a:cubicBezTo>
                  <a:pt x="102303" y="7443"/>
                  <a:pt x="102651" y="7617"/>
                  <a:pt x="103000" y="7766"/>
                </a:cubicBezTo>
                <a:cubicBezTo>
                  <a:pt x="103149" y="7866"/>
                  <a:pt x="103323" y="7941"/>
                  <a:pt x="103497" y="8015"/>
                </a:cubicBezTo>
                <a:cubicBezTo>
                  <a:pt x="103846" y="8214"/>
                  <a:pt x="104145" y="8389"/>
                  <a:pt x="104468" y="8588"/>
                </a:cubicBezTo>
                <a:cubicBezTo>
                  <a:pt x="104618" y="8687"/>
                  <a:pt x="104767" y="8762"/>
                  <a:pt x="104916" y="8886"/>
                </a:cubicBezTo>
                <a:cubicBezTo>
                  <a:pt x="105240" y="9085"/>
                  <a:pt x="105514" y="9310"/>
                  <a:pt x="105787" y="9509"/>
                </a:cubicBezTo>
                <a:cubicBezTo>
                  <a:pt x="105912" y="9708"/>
                  <a:pt x="106111" y="9832"/>
                  <a:pt x="106235" y="9957"/>
                </a:cubicBezTo>
                <a:cubicBezTo>
                  <a:pt x="106509" y="10181"/>
                  <a:pt x="106758" y="10405"/>
                  <a:pt x="107007" y="10654"/>
                </a:cubicBezTo>
                <a:cubicBezTo>
                  <a:pt x="107156" y="10778"/>
                  <a:pt x="107331" y="10927"/>
                  <a:pt x="107480" y="11052"/>
                </a:cubicBezTo>
                <a:cubicBezTo>
                  <a:pt x="107729" y="11276"/>
                  <a:pt x="107953" y="11525"/>
                  <a:pt x="108152" y="11749"/>
                </a:cubicBezTo>
                <a:cubicBezTo>
                  <a:pt x="108277" y="11873"/>
                  <a:pt x="108376" y="11998"/>
                  <a:pt x="108501" y="12147"/>
                </a:cubicBezTo>
                <a:cubicBezTo>
                  <a:pt x="108525" y="12172"/>
                  <a:pt x="108575" y="12222"/>
                  <a:pt x="108625" y="12272"/>
                </a:cubicBezTo>
                <a:cubicBezTo>
                  <a:pt x="108849" y="12496"/>
                  <a:pt x="109023" y="12769"/>
                  <a:pt x="109222" y="12993"/>
                </a:cubicBezTo>
                <a:cubicBezTo>
                  <a:pt x="109372" y="13193"/>
                  <a:pt x="109496" y="13392"/>
                  <a:pt x="109646" y="13566"/>
                </a:cubicBezTo>
                <a:cubicBezTo>
                  <a:pt x="109845" y="13815"/>
                  <a:pt x="109994" y="14064"/>
                  <a:pt x="110143" y="14337"/>
                </a:cubicBezTo>
                <a:cubicBezTo>
                  <a:pt x="110268" y="14562"/>
                  <a:pt x="110442" y="14786"/>
                  <a:pt x="110567" y="14985"/>
                </a:cubicBezTo>
                <a:cubicBezTo>
                  <a:pt x="110716" y="15234"/>
                  <a:pt x="110840" y="15532"/>
                  <a:pt x="110990" y="15781"/>
                </a:cubicBezTo>
                <a:lnTo>
                  <a:pt x="111363" y="16528"/>
                </a:lnTo>
                <a:cubicBezTo>
                  <a:pt x="111487" y="16802"/>
                  <a:pt x="111612" y="17051"/>
                  <a:pt x="111711" y="17324"/>
                </a:cubicBezTo>
                <a:cubicBezTo>
                  <a:pt x="111836" y="17598"/>
                  <a:pt x="111936" y="17847"/>
                  <a:pt x="112010" y="18146"/>
                </a:cubicBezTo>
                <a:lnTo>
                  <a:pt x="112309" y="18967"/>
                </a:lnTo>
                <a:cubicBezTo>
                  <a:pt x="112359" y="19141"/>
                  <a:pt x="112384" y="19291"/>
                  <a:pt x="112458" y="19440"/>
                </a:cubicBezTo>
                <a:lnTo>
                  <a:pt x="112408" y="19415"/>
                </a:lnTo>
                <a:cubicBezTo>
                  <a:pt x="112309" y="19291"/>
                  <a:pt x="112160" y="19191"/>
                  <a:pt x="112035" y="19067"/>
                </a:cubicBezTo>
                <a:cubicBezTo>
                  <a:pt x="111936" y="18992"/>
                  <a:pt x="111836" y="18843"/>
                  <a:pt x="111711" y="18768"/>
                </a:cubicBezTo>
                <a:cubicBezTo>
                  <a:pt x="111537" y="18644"/>
                  <a:pt x="111413" y="18544"/>
                  <a:pt x="111263" y="18420"/>
                </a:cubicBezTo>
                <a:cubicBezTo>
                  <a:pt x="111139" y="18320"/>
                  <a:pt x="111064" y="18245"/>
                  <a:pt x="110915" y="18171"/>
                </a:cubicBezTo>
                <a:cubicBezTo>
                  <a:pt x="110766" y="18046"/>
                  <a:pt x="110591" y="17922"/>
                  <a:pt x="110417" y="17822"/>
                </a:cubicBezTo>
                <a:lnTo>
                  <a:pt x="110143" y="17648"/>
                </a:lnTo>
                <a:lnTo>
                  <a:pt x="109596" y="17275"/>
                </a:lnTo>
                <a:cubicBezTo>
                  <a:pt x="109496" y="17200"/>
                  <a:pt x="109422" y="17175"/>
                  <a:pt x="109347" y="17125"/>
                </a:cubicBezTo>
                <a:cubicBezTo>
                  <a:pt x="109123" y="17001"/>
                  <a:pt x="108899" y="16876"/>
                  <a:pt x="108725" y="16752"/>
                </a:cubicBezTo>
                <a:cubicBezTo>
                  <a:pt x="108650" y="16702"/>
                  <a:pt x="108600" y="16677"/>
                  <a:pt x="108501" y="16627"/>
                </a:cubicBezTo>
                <a:cubicBezTo>
                  <a:pt x="108277" y="16503"/>
                  <a:pt x="108028" y="16379"/>
                  <a:pt x="107804" y="16279"/>
                </a:cubicBezTo>
                <a:lnTo>
                  <a:pt x="107629" y="16179"/>
                </a:lnTo>
                <a:cubicBezTo>
                  <a:pt x="107380" y="16055"/>
                  <a:pt x="107132" y="15955"/>
                  <a:pt x="106883" y="15831"/>
                </a:cubicBezTo>
                <a:cubicBezTo>
                  <a:pt x="106808" y="15806"/>
                  <a:pt x="106783" y="15806"/>
                  <a:pt x="106733" y="15781"/>
                </a:cubicBezTo>
                <a:cubicBezTo>
                  <a:pt x="106484" y="15657"/>
                  <a:pt x="106186" y="15557"/>
                  <a:pt x="105912" y="15458"/>
                </a:cubicBezTo>
                <a:cubicBezTo>
                  <a:pt x="105862" y="15433"/>
                  <a:pt x="105812" y="15433"/>
                  <a:pt x="105763" y="15408"/>
                </a:cubicBezTo>
                <a:cubicBezTo>
                  <a:pt x="105688" y="15383"/>
                  <a:pt x="105638" y="15333"/>
                  <a:pt x="105563" y="15333"/>
                </a:cubicBezTo>
                <a:cubicBezTo>
                  <a:pt x="104866" y="12272"/>
                  <a:pt x="103497" y="9434"/>
                  <a:pt x="101456" y="7094"/>
                </a:cubicBezTo>
                <a:close/>
                <a:moveTo>
                  <a:pt x="44057" y="16652"/>
                </a:moveTo>
                <a:cubicBezTo>
                  <a:pt x="44033" y="16702"/>
                  <a:pt x="43983" y="16727"/>
                  <a:pt x="43908" y="16802"/>
                </a:cubicBezTo>
                <a:cubicBezTo>
                  <a:pt x="43734" y="16926"/>
                  <a:pt x="43510" y="17051"/>
                  <a:pt x="43311" y="17175"/>
                </a:cubicBezTo>
                <a:lnTo>
                  <a:pt x="42290" y="17822"/>
                </a:lnTo>
                <a:cubicBezTo>
                  <a:pt x="42116" y="17947"/>
                  <a:pt x="41917" y="18046"/>
                  <a:pt x="41767" y="18171"/>
                </a:cubicBezTo>
                <a:lnTo>
                  <a:pt x="41494" y="18345"/>
                </a:lnTo>
                <a:cubicBezTo>
                  <a:pt x="41120" y="18594"/>
                  <a:pt x="40697" y="18893"/>
                  <a:pt x="40324" y="19166"/>
                </a:cubicBezTo>
                <a:cubicBezTo>
                  <a:pt x="40150" y="19291"/>
                  <a:pt x="39950" y="19415"/>
                  <a:pt x="39801" y="19540"/>
                </a:cubicBezTo>
                <a:lnTo>
                  <a:pt x="39801" y="19515"/>
                </a:lnTo>
                <a:lnTo>
                  <a:pt x="39801" y="19465"/>
                </a:lnTo>
                <a:cubicBezTo>
                  <a:pt x="39901" y="19415"/>
                  <a:pt x="40025" y="19316"/>
                  <a:pt x="40125" y="19266"/>
                </a:cubicBezTo>
                <a:cubicBezTo>
                  <a:pt x="40672" y="18893"/>
                  <a:pt x="41195" y="18519"/>
                  <a:pt x="41767" y="18146"/>
                </a:cubicBezTo>
                <a:lnTo>
                  <a:pt x="42315" y="17772"/>
                </a:lnTo>
                <a:cubicBezTo>
                  <a:pt x="42863" y="17424"/>
                  <a:pt x="43360" y="17075"/>
                  <a:pt x="43883" y="16777"/>
                </a:cubicBezTo>
                <a:cubicBezTo>
                  <a:pt x="43908" y="16727"/>
                  <a:pt x="43983" y="16677"/>
                  <a:pt x="44057" y="16652"/>
                </a:cubicBezTo>
                <a:close/>
                <a:moveTo>
                  <a:pt x="39552" y="19614"/>
                </a:moveTo>
                <a:lnTo>
                  <a:pt x="39577" y="19639"/>
                </a:lnTo>
                <a:lnTo>
                  <a:pt x="39577" y="19664"/>
                </a:lnTo>
                <a:lnTo>
                  <a:pt x="39552" y="19689"/>
                </a:lnTo>
                <a:lnTo>
                  <a:pt x="39552" y="19664"/>
                </a:lnTo>
                <a:lnTo>
                  <a:pt x="39552" y="19639"/>
                </a:lnTo>
                <a:cubicBezTo>
                  <a:pt x="39527" y="19639"/>
                  <a:pt x="39527" y="19639"/>
                  <a:pt x="39552" y="19614"/>
                </a:cubicBezTo>
                <a:close/>
                <a:moveTo>
                  <a:pt x="112202" y="18038"/>
                </a:moveTo>
                <a:cubicBezTo>
                  <a:pt x="112254" y="18167"/>
                  <a:pt x="112309" y="18296"/>
                  <a:pt x="112359" y="18420"/>
                </a:cubicBezTo>
                <a:cubicBezTo>
                  <a:pt x="112458" y="18693"/>
                  <a:pt x="112508" y="18992"/>
                  <a:pt x="112608" y="19266"/>
                </a:cubicBezTo>
                <a:lnTo>
                  <a:pt x="112807" y="19814"/>
                </a:lnTo>
                <a:lnTo>
                  <a:pt x="112732" y="19739"/>
                </a:lnTo>
                <a:cubicBezTo>
                  <a:pt x="112682" y="19515"/>
                  <a:pt x="112608" y="19316"/>
                  <a:pt x="112558" y="19141"/>
                </a:cubicBezTo>
                <a:cubicBezTo>
                  <a:pt x="112458" y="18818"/>
                  <a:pt x="112359" y="18544"/>
                  <a:pt x="112259" y="18220"/>
                </a:cubicBezTo>
                <a:cubicBezTo>
                  <a:pt x="112242" y="18159"/>
                  <a:pt x="112223" y="18098"/>
                  <a:pt x="112202" y="18038"/>
                </a:cubicBezTo>
                <a:close/>
                <a:moveTo>
                  <a:pt x="74051" y="10031"/>
                </a:moveTo>
                <a:lnTo>
                  <a:pt x="74051" y="10031"/>
                </a:lnTo>
                <a:cubicBezTo>
                  <a:pt x="71761" y="13018"/>
                  <a:pt x="70168" y="16428"/>
                  <a:pt x="69322" y="19938"/>
                </a:cubicBezTo>
                <a:lnTo>
                  <a:pt x="69272" y="19938"/>
                </a:lnTo>
                <a:cubicBezTo>
                  <a:pt x="70094" y="16428"/>
                  <a:pt x="71687" y="13018"/>
                  <a:pt x="74026" y="10056"/>
                </a:cubicBezTo>
                <a:lnTo>
                  <a:pt x="74051" y="10031"/>
                </a:lnTo>
                <a:close/>
                <a:moveTo>
                  <a:pt x="110214" y="17963"/>
                </a:moveTo>
                <a:lnTo>
                  <a:pt x="110442" y="18096"/>
                </a:lnTo>
                <a:cubicBezTo>
                  <a:pt x="110591" y="18220"/>
                  <a:pt x="110741" y="18345"/>
                  <a:pt x="110890" y="18445"/>
                </a:cubicBezTo>
                <a:cubicBezTo>
                  <a:pt x="110990" y="18544"/>
                  <a:pt x="111114" y="18594"/>
                  <a:pt x="111214" y="18693"/>
                </a:cubicBezTo>
                <a:cubicBezTo>
                  <a:pt x="111363" y="18818"/>
                  <a:pt x="111487" y="18917"/>
                  <a:pt x="111637" y="19042"/>
                </a:cubicBezTo>
                <a:cubicBezTo>
                  <a:pt x="111761" y="19141"/>
                  <a:pt x="111861" y="19216"/>
                  <a:pt x="111985" y="19316"/>
                </a:cubicBezTo>
                <a:cubicBezTo>
                  <a:pt x="112110" y="19440"/>
                  <a:pt x="112234" y="19565"/>
                  <a:pt x="112384" y="19689"/>
                </a:cubicBezTo>
                <a:cubicBezTo>
                  <a:pt x="112458" y="19714"/>
                  <a:pt x="112483" y="19789"/>
                  <a:pt x="112508" y="19814"/>
                </a:cubicBezTo>
                <a:cubicBezTo>
                  <a:pt x="112508" y="19838"/>
                  <a:pt x="112558" y="19913"/>
                  <a:pt x="112558" y="19938"/>
                </a:cubicBezTo>
                <a:lnTo>
                  <a:pt x="112334" y="19714"/>
                </a:lnTo>
                <a:lnTo>
                  <a:pt x="112110" y="19515"/>
                </a:lnTo>
                <a:cubicBezTo>
                  <a:pt x="111985" y="19390"/>
                  <a:pt x="111836" y="19266"/>
                  <a:pt x="111687" y="19141"/>
                </a:cubicBezTo>
                <a:cubicBezTo>
                  <a:pt x="111637" y="19141"/>
                  <a:pt x="111637" y="19092"/>
                  <a:pt x="111612" y="19092"/>
                </a:cubicBezTo>
                <a:cubicBezTo>
                  <a:pt x="111512" y="19017"/>
                  <a:pt x="111438" y="18942"/>
                  <a:pt x="111338" y="18843"/>
                </a:cubicBezTo>
                <a:cubicBezTo>
                  <a:pt x="111313" y="18818"/>
                  <a:pt x="111239" y="18793"/>
                  <a:pt x="111214" y="18768"/>
                </a:cubicBezTo>
                <a:cubicBezTo>
                  <a:pt x="110914" y="18518"/>
                  <a:pt x="110580" y="18235"/>
                  <a:pt x="110214" y="17963"/>
                </a:cubicBezTo>
                <a:close/>
                <a:moveTo>
                  <a:pt x="71288" y="9310"/>
                </a:moveTo>
                <a:cubicBezTo>
                  <a:pt x="71438" y="9334"/>
                  <a:pt x="71562" y="9359"/>
                  <a:pt x="71736" y="9409"/>
                </a:cubicBezTo>
                <a:cubicBezTo>
                  <a:pt x="72010" y="9459"/>
                  <a:pt x="72284" y="9484"/>
                  <a:pt x="72558" y="9583"/>
                </a:cubicBezTo>
                <a:cubicBezTo>
                  <a:pt x="72807" y="9658"/>
                  <a:pt x="73056" y="9733"/>
                  <a:pt x="73304" y="9807"/>
                </a:cubicBezTo>
                <a:cubicBezTo>
                  <a:pt x="73504" y="9857"/>
                  <a:pt x="73653" y="9907"/>
                  <a:pt x="73827" y="9957"/>
                </a:cubicBezTo>
                <a:cubicBezTo>
                  <a:pt x="71512" y="12944"/>
                  <a:pt x="69919" y="16379"/>
                  <a:pt x="69073" y="19863"/>
                </a:cubicBezTo>
                <a:cubicBezTo>
                  <a:pt x="67613" y="19361"/>
                  <a:pt x="65978" y="19116"/>
                  <a:pt x="64209" y="19116"/>
                </a:cubicBezTo>
                <a:cubicBezTo>
                  <a:pt x="62207" y="19116"/>
                  <a:pt x="60033" y="19430"/>
                  <a:pt x="57748" y="20038"/>
                </a:cubicBezTo>
                <a:cubicBezTo>
                  <a:pt x="57648" y="18644"/>
                  <a:pt x="57698" y="17275"/>
                  <a:pt x="57772" y="15906"/>
                </a:cubicBezTo>
                <a:cubicBezTo>
                  <a:pt x="62328" y="13217"/>
                  <a:pt x="66833" y="11027"/>
                  <a:pt x="71288" y="9310"/>
                </a:cubicBezTo>
                <a:close/>
                <a:moveTo>
                  <a:pt x="57598" y="16030"/>
                </a:moveTo>
                <a:cubicBezTo>
                  <a:pt x="57499" y="17349"/>
                  <a:pt x="57474" y="18693"/>
                  <a:pt x="57573" y="20062"/>
                </a:cubicBezTo>
                <a:cubicBezTo>
                  <a:pt x="57548" y="20062"/>
                  <a:pt x="57548" y="20062"/>
                  <a:pt x="57499" y="20087"/>
                </a:cubicBezTo>
                <a:cubicBezTo>
                  <a:pt x="57424" y="18718"/>
                  <a:pt x="57449" y="17399"/>
                  <a:pt x="57548" y="16055"/>
                </a:cubicBezTo>
                <a:cubicBezTo>
                  <a:pt x="57573" y="16055"/>
                  <a:pt x="57573" y="16030"/>
                  <a:pt x="57598" y="16030"/>
                </a:cubicBezTo>
                <a:close/>
                <a:moveTo>
                  <a:pt x="69247" y="20112"/>
                </a:moveTo>
                <a:cubicBezTo>
                  <a:pt x="69272" y="20112"/>
                  <a:pt x="69272" y="20137"/>
                  <a:pt x="69272" y="20137"/>
                </a:cubicBezTo>
                <a:lnTo>
                  <a:pt x="69272" y="20187"/>
                </a:lnTo>
                <a:cubicBezTo>
                  <a:pt x="69247" y="20187"/>
                  <a:pt x="69247" y="20187"/>
                  <a:pt x="69197" y="20162"/>
                </a:cubicBezTo>
                <a:lnTo>
                  <a:pt x="69197" y="20112"/>
                </a:lnTo>
                <a:close/>
                <a:moveTo>
                  <a:pt x="64192" y="19303"/>
                </a:moveTo>
                <a:cubicBezTo>
                  <a:pt x="65952" y="19303"/>
                  <a:pt x="67575" y="19547"/>
                  <a:pt x="69023" y="20038"/>
                </a:cubicBezTo>
                <a:cubicBezTo>
                  <a:pt x="69048" y="20062"/>
                  <a:pt x="69048" y="20112"/>
                  <a:pt x="69023" y="20112"/>
                </a:cubicBezTo>
                <a:cubicBezTo>
                  <a:pt x="67575" y="19610"/>
                  <a:pt x="65952" y="19365"/>
                  <a:pt x="64192" y="19365"/>
                </a:cubicBezTo>
                <a:cubicBezTo>
                  <a:pt x="62200" y="19365"/>
                  <a:pt x="60033" y="19679"/>
                  <a:pt x="57748" y="20286"/>
                </a:cubicBezTo>
                <a:lnTo>
                  <a:pt x="57748" y="20237"/>
                </a:lnTo>
                <a:cubicBezTo>
                  <a:pt x="60034" y="19616"/>
                  <a:pt x="62200" y="19303"/>
                  <a:pt x="64192" y="19303"/>
                </a:cubicBezTo>
                <a:close/>
                <a:moveTo>
                  <a:pt x="57598" y="20262"/>
                </a:moveTo>
                <a:lnTo>
                  <a:pt x="57598" y="20311"/>
                </a:lnTo>
                <a:cubicBezTo>
                  <a:pt x="57573" y="20311"/>
                  <a:pt x="57573" y="20311"/>
                  <a:pt x="57548" y="20336"/>
                </a:cubicBezTo>
                <a:lnTo>
                  <a:pt x="57548" y="20286"/>
                </a:lnTo>
                <a:cubicBezTo>
                  <a:pt x="57573" y="20286"/>
                  <a:pt x="57573" y="20286"/>
                  <a:pt x="57598" y="20262"/>
                </a:cubicBezTo>
                <a:close/>
                <a:moveTo>
                  <a:pt x="112881" y="20162"/>
                </a:moveTo>
                <a:lnTo>
                  <a:pt x="112981" y="20262"/>
                </a:lnTo>
                <a:cubicBezTo>
                  <a:pt x="112931" y="20262"/>
                  <a:pt x="112931" y="20311"/>
                  <a:pt x="112956" y="20361"/>
                </a:cubicBezTo>
                <a:lnTo>
                  <a:pt x="112881" y="20286"/>
                </a:lnTo>
                <a:lnTo>
                  <a:pt x="112881" y="20237"/>
                </a:lnTo>
                <a:lnTo>
                  <a:pt x="112881" y="20162"/>
                </a:lnTo>
                <a:close/>
                <a:moveTo>
                  <a:pt x="109397" y="17772"/>
                </a:moveTo>
                <a:lnTo>
                  <a:pt x="109397" y="17772"/>
                </a:lnTo>
                <a:cubicBezTo>
                  <a:pt x="109521" y="17797"/>
                  <a:pt x="109596" y="17822"/>
                  <a:pt x="109646" y="17897"/>
                </a:cubicBezTo>
                <a:cubicBezTo>
                  <a:pt x="109770" y="17972"/>
                  <a:pt x="109894" y="18046"/>
                  <a:pt x="110019" y="18146"/>
                </a:cubicBezTo>
                <a:cubicBezTo>
                  <a:pt x="110118" y="18196"/>
                  <a:pt x="110218" y="18270"/>
                  <a:pt x="110318" y="18370"/>
                </a:cubicBezTo>
                <a:cubicBezTo>
                  <a:pt x="110492" y="18519"/>
                  <a:pt x="110691" y="18644"/>
                  <a:pt x="110865" y="18793"/>
                </a:cubicBezTo>
                <a:cubicBezTo>
                  <a:pt x="111089" y="18992"/>
                  <a:pt x="111338" y="19141"/>
                  <a:pt x="111512" y="19316"/>
                </a:cubicBezTo>
                <a:cubicBezTo>
                  <a:pt x="111936" y="19664"/>
                  <a:pt x="112309" y="20038"/>
                  <a:pt x="112632" y="20436"/>
                </a:cubicBezTo>
                <a:lnTo>
                  <a:pt x="112632" y="20461"/>
                </a:lnTo>
                <a:cubicBezTo>
                  <a:pt x="112632" y="20481"/>
                  <a:pt x="112632" y="20497"/>
                  <a:pt x="112636" y="20510"/>
                </a:cubicBezTo>
                <a:lnTo>
                  <a:pt x="112636" y="20510"/>
                </a:lnTo>
                <a:cubicBezTo>
                  <a:pt x="111677" y="19485"/>
                  <a:pt x="110597" y="18556"/>
                  <a:pt x="109397" y="17772"/>
                </a:cubicBezTo>
                <a:close/>
                <a:moveTo>
                  <a:pt x="74350" y="10056"/>
                </a:moveTo>
                <a:cubicBezTo>
                  <a:pt x="74425" y="10181"/>
                  <a:pt x="74624" y="10230"/>
                  <a:pt x="74773" y="10305"/>
                </a:cubicBezTo>
                <a:cubicBezTo>
                  <a:pt x="74997" y="10405"/>
                  <a:pt x="75246" y="10479"/>
                  <a:pt x="75470" y="10579"/>
                </a:cubicBezTo>
                <a:cubicBezTo>
                  <a:pt x="75669" y="10679"/>
                  <a:pt x="75893" y="10803"/>
                  <a:pt x="76117" y="10927"/>
                </a:cubicBezTo>
                <a:cubicBezTo>
                  <a:pt x="76341" y="11052"/>
                  <a:pt x="76515" y="11151"/>
                  <a:pt x="76715" y="11276"/>
                </a:cubicBezTo>
                <a:cubicBezTo>
                  <a:pt x="76739" y="11276"/>
                  <a:pt x="76739" y="11301"/>
                  <a:pt x="76764" y="11301"/>
                </a:cubicBezTo>
                <a:lnTo>
                  <a:pt x="77337" y="11674"/>
                </a:lnTo>
                <a:cubicBezTo>
                  <a:pt x="77511" y="11824"/>
                  <a:pt x="77735" y="11948"/>
                  <a:pt x="77909" y="12097"/>
                </a:cubicBezTo>
                <a:cubicBezTo>
                  <a:pt x="78108" y="12272"/>
                  <a:pt x="78258" y="12421"/>
                  <a:pt x="78407" y="12570"/>
                </a:cubicBezTo>
                <a:cubicBezTo>
                  <a:pt x="78581" y="12720"/>
                  <a:pt x="78731" y="12844"/>
                  <a:pt x="78880" y="13018"/>
                </a:cubicBezTo>
                <a:lnTo>
                  <a:pt x="78407" y="13466"/>
                </a:lnTo>
                <a:lnTo>
                  <a:pt x="78208" y="13690"/>
                </a:lnTo>
                <a:cubicBezTo>
                  <a:pt x="77984" y="13914"/>
                  <a:pt x="77760" y="14163"/>
                  <a:pt x="77586" y="14387"/>
                </a:cubicBezTo>
                <a:cubicBezTo>
                  <a:pt x="77536" y="14412"/>
                  <a:pt x="77511" y="14437"/>
                  <a:pt x="77486" y="14512"/>
                </a:cubicBezTo>
                <a:cubicBezTo>
                  <a:pt x="77237" y="14786"/>
                  <a:pt x="77013" y="15034"/>
                  <a:pt x="76789" y="15308"/>
                </a:cubicBezTo>
                <a:cubicBezTo>
                  <a:pt x="76715" y="15433"/>
                  <a:pt x="76615" y="15532"/>
                  <a:pt x="76540" y="15657"/>
                </a:cubicBezTo>
                <a:cubicBezTo>
                  <a:pt x="76416" y="15806"/>
                  <a:pt x="76291" y="16005"/>
                  <a:pt x="76167" y="16155"/>
                </a:cubicBezTo>
                <a:cubicBezTo>
                  <a:pt x="76092" y="16279"/>
                  <a:pt x="75993" y="16428"/>
                  <a:pt x="75893" y="16553"/>
                </a:cubicBezTo>
                <a:cubicBezTo>
                  <a:pt x="75794" y="16702"/>
                  <a:pt x="75669" y="16876"/>
                  <a:pt x="75594" y="17001"/>
                </a:cubicBezTo>
                <a:cubicBezTo>
                  <a:pt x="75495" y="17150"/>
                  <a:pt x="75395" y="17275"/>
                  <a:pt x="75296" y="17424"/>
                </a:cubicBezTo>
                <a:cubicBezTo>
                  <a:pt x="75221" y="17573"/>
                  <a:pt x="75122" y="17698"/>
                  <a:pt x="75022" y="17872"/>
                </a:cubicBezTo>
                <a:cubicBezTo>
                  <a:pt x="74922" y="18021"/>
                  <a:pt x="74848" y="18146"/>
                  <a:pt x="74773" y="18295"/>
                </a:cubicBezTo>
                <a:cubicBezTo>
                  <a:pt x="74674" y="18445"/>
                  <a:pt x="74599" y="18619"/>
                  <a:pt x="74524" y="18768"/>
                </a:cubicBezTo>
                <a:cubicBezTo>
                  <a:pt x="74499" y="18868"/>
                  <a:pt x="74425" y="18917"/>
                  <a:pt x="74400" y="19017"/>
                </a:cubicBezTo>
                <a:cubicBezTo>
                  <a:pt x="73255" y="19515"/>
                  <a:pt x="72110" y="20038"/>
                  <a:pt x="70940" y="20610"/>
                </a:cubicBezTo>
                <a:cubicBezTo>
                  <a:pt x="70517" y="20361"/>
                  <a:pt x="70044" y="20137"/>
                  <a:pt x="69571" y="19938"/>
                </a:cubicBezTo>
                <a:cubicBezTo>
                  <a:pt x="70417" y="16428"/>
                  <a:pt x="72010" y="13018"/>
                  <a:pt x="74350" y="10056"/>
                </a:cubicBezTo>
                <a:close/>
                <a:moveTo>
                  <a:pt x="58494" y="10405"/>
                </a:moveTo>
                <a:lnTo>
                  <a:pt x="58494" y="10405"/>
                </a:lnTo>
                <a:cubicBezTo>
                  <a:pt x="57922" y="12023"/>
                  <a:pt x="57548" y="13790"/>
                  <a:pt x="57374" y="15657"/>
                </a:cubicBezTo>
                <a:cubicBezTo>
                  <a:pt x="57225" y="15756"/>
                  <a:pt x="57051" y="15831"/>
                  <a:pt x="56876" y="15955"/>
                </a:cubicBezTo>
                <a:lnTo>
                  <a:pt x="54736" y="17275"/>
                </a:lnTo>
                <a:cubicBezTo>
                  <a:pt x="53865" y="17822"/>
                  <a:pt x="52968" y="18395"/>
                  <a:pt x="52097" y="18992"/>
                </a:cubicBezTo>
                <a:lnTo>
                  <a:pt x="51251" y="19540"/>
                </a:lnTo>
                <a:cubicBezTo>
                  <a:pt x="50654" y="19938"/>
                  <a:pt x="50081" y="20336"/>
                  <a:pt x="49484" y="20784"/>
                </a:cubicBezTo>
                <a:cubicBezTo>
                  <a:pt x="49484" y="20759"/>
                  <a:pt x="49459" y="20759"/>
                  <a:pt x="49459" y="20759"/>
                </a:cubicBezTo>
                <a:cubicBezTo>
                  <a:pt x="48588" y="19888"/>
                  <a:pt x="47766" y="19067"/>
                  <a:pt x="46995" y="18395"/>
                </a:cubicBezTo>
                <a:cubicBezTo>
                  <a:pt x="46173" y="17673"/>
                  <a:pt x="45426" y="17051"/>
                  <a:pt x="44729" y="16553"/>
                </a:cubicBezTo>
                <a:cubicBezTo>
                  <a:pt x="44779" y="16528"/>
                  <a:pt x="44879" y="16453"/>
                  <a:pt x="44929" y="16428"/>
                </a:cubicBezTo>
                <a:cubicBezTo>
                  <a:pt x="45277" y="16254"/>
                  <a:pt x="45601" y="16030"/>
                  <a:pt x="45924" y="15831"/>
                </a:cubicBezTo>
                <a:lnTo>
                  <a:pt x="46123" y="15756"/>
                </a:lnTo>
                <a:cubicBezTo>
                  <a:pt x="46248" y="15682"/>
                  <a:pt x="46323" y="15632"/>
                  <a:pt x="46447" y="15557"/>
                </a:cubicBezTo>
                <a:cubicBezTo>
                  <a:pt x="46895" y="15308"/>
                  <a:pt x="47293" y="15084"/>
                  <a:pt x="47741" y="14835"/>
                </a:cubicBezTo>
                <a:lnTo>
                  <a:pt x="47766" y="14835"/>
                </a:lnTo>
                <a:cubicBezTo>
                  <a:pt x="51425" y="12894"/>
                  <a:pt x="55034" y="11400"/>
                  <a:pt x="58494" y="10405"/>
                </a:cubicBezTo>
                <a:close/>
                <a:moveTo>
                  <a:pt x="69446" y="20187"/>
                </a:moveTo>
                <a:cubicBezTo>
                  <a:pt x="69894" y="20361"/>
                  <a:pt x="70293" y="20535"/>
                  <a:pt x="70666" y="20759"/>
                </a:cubicBezTo>
                <a:cubicBezTo>
                  <a:pt x="70641" y="20759"/>
                  <a:pt x="70641" y="20784"/>
                  <a:pt x="70591" y="20784"/>
                </a:cubicBezTo>
                <a:cubicBezTo>
                  <a:pt x="70218" y="20610"/>
                  <a:pt x="69870" y="20411"/>
                  <a:pt x="69446" y="20262"/>
                </a:cubicBezTo>
                <a:lnTo>
                  <a:pt x="69446" y="20187"/>
                </a:lnTo>
                <a:close/>
                <a:moveTo>
                  <a:pt x="74225" y="19291"/>
                </a:moveTo>
                <a:cubicBezTo>
                  <a:pt x="74176" y="19316"/>
                  <a:pt x="74176" y="19390"/>
                  <a:pt x="74151" y="19415"/>
                </a:cubicBezTo>
                <a:lnTo>
                  <a:pt x="71164" y="20809"/>
                </a:lnTo>
                <a:cubicBezTo>
                  <a:pt x="71139" y="20784"/>
                  <a:pt x="71114" y="20784"/>
                  <a:pt x="71064" y="20759"/>
                </a:cubicBezTo>
                <a:cubicBezTo>
                  <a:pt x="72135" y="20262"/>
                  <a:pt x="73155" y="19764"/>
                  <a:pt x="74225" y="19291"/>
                </a:cubicBezTo>
                <a:close/>
                <a:moveTo>
                  <a:pt x="44505" y="16652"/>
                </a:moveTo>
                <a:cubicBezTo>
                  <a:pt x="45924" y="17673"/>
                  <a:pt x="47542" y="19067"/>
                  <a:pt x="49334" y="20909"/>
                </a:cubicBezTo>
                <a:lnTo>
                  <a:pt x="49260" y="20934"/>
                </a:lnTo>
                <a:cubicBezTo>
                  <a:pt x="49110" y="20784"/>
                  <a:pt x="48986" y="20635"/>
                  <a:pt x="48837" y="20510"/>
                </a:cubicBezTo>
                <a:lnTo>
                  <a:pt x="48712" y="20386"/>
                </a:lnTo>
                <a:lnTo>
                  <a:pt x="48339" y="20013"/>
                </a:lnTo>
                <a:lnTo>
                  <a:pt x="47990" y="19664"/>
                </a:lnTo>
                <a:lnTo>
                  <a:pt x="47891" y="19565"/>
                </a:lnTo>
                <a:cubicBezTo>
                  <a:pt x="46646" y="18395"/>
                  <a:pt x="45501" y="17424"/>
                  <a:pt x="44431" y="16677"/>
                </a:cubicBezTo>
                <a:cubicBezTo>
                  <a:pt x="44481" y="16677"/>
                  <a:pt x="44505" y="16677"/>
                  <a:pt x="44505" y="16652"/>
                </a:cubicBezTo>
                <a:close/>
                <a:moveTo>
                  <a:pt x="112981" y="20710"/>
                </a:moveTo>
                <a:lnTo>
                  <a:pt x="113081" y="20809"/>
                </a:lnTo>
                <a:cubicBezTo>
                  <a:pt x="113056" y="20859"/>
                  <a:pt x="113056" y="20884"/>
                  <a:pt x="113081" y="20934"/>
                </a:cubicBezTo>
                <a:cubicBezTo>
                  <a:pt x="113056" y="20909"/>
                  <a:pt x="113006" y="20884"/>
                  <a:pt x="113006" y="20859"/>
                </a:cubicBezTo>
                <a:cubicBezTo>
                  <a:pt x="113006" y="20809"/>
                  <a:pt x="112981" y="20759"/>
                  <a:pt x="112981" y="20710"/>
                </a:cubicBezTo>
                <a:close/>
                <a:moveTo>
                  <a:pt x="57354" y="15918"/>
                </a:moveTo>
                <a:lnTo>
                  <a:pt x="57354" y="15918"/>
                </a:lnTo>
                <a:cubicBezTo>
                  <a:pt x="57349" y="15927"/>
                  <a:pt x="57349" y="15941"/>
                  <a:pt x="57349" y="15955"/>
                </a:cubicBezTo>
                <a:cubicBezTo>
                  <a:pt x="56553" y="16428"/>
                  <a:pt x="55756" y="16926"/>
                  <a:pt x="54960" y="17424"/>
                </a:cubicBezTo>
                <a:cubicBezTo>
                  <a:pt x="54736" y="17548"/>
                  <a:pt x="54512" y="17698"/>
                  <a:pt x="54313" y="17872"/>
                </a:cubicBezTo>
                <a:cubicBezTo>
                  <a:pt x="53616" y="18295"/>
                  <a:pt x="52944" y="18743"/>
                  <a:pt x="52247" y="19191"/>
                </a:cubicBezTo>
                <a:cubicBezTo>
                  <a:pt x="51898" y="19415"/>
                  <a:pt x="51599" y="19664"/>
                  <a:pt x="51251" y="19888"/>
                </a:cubicBezTo>
                <a:cubicBezTo>
                  <a:pt x="50728" y="20262"/>
                  <a:pt x="50206" y="20610"/>
                  <a:pt x="49658" y="20983"/>
                </a:cubicBezTo>
                <a:lnTo>
                  <a:pt x="49633" y="20934"/>
                </a:lnTo>
                <a:cubicBezTo>
                  <a:pt x="50156" y="20560"/>
                  <a:pt x="50703" y="20187"/>
                  <a:pt x="51226" y="19863"/>
                </a:cubicBezTo>
                <a:cubicBezTo>
                  <a:pt x="51575" y="19639"/>
                  <a:pt x="51873" y="19390"/>
                  <a:pt x="52222" y="19166"/>
                </a:cubicBezTo>
                <a:lnTo>
                  <a:pt x="53068" y="18619"/>
                </a:lnTo>
                <a:cubicBezTo>
                  <a:pt x="54480" y="17653"/>
                  <a:pt x="55941" y="16761"/>
                  <a:pt x="57354" y="15918"/>
                </a:cubicBezTo>
                <a:close/>
                <a:moveTo>
                  <a:pt x="70840" y="20884"/>
                </a:moveTo>
                <a:cubicBezTo>
                  <a:pt x="70890" y="20909"/>
                  <a:pt x="70915" y="20909"/>
                  <a:pt x="70940" y="20934"/>
                </a:cubicBezTo>
                <a:cubicBezTo>
                  <a:pt x="70915" y="20934"/>
                  <a:pt x="70915" y="20983"/>
                  <a:pt x="70890" y="20983"/>
                </a:cubicBezTo>
                <a:cubicBezTo>
                  <a:pt x="70840" y="20934"/>
                  <a:pt x="70815" y="20909"/>
                  <a:pt x="70790" y="20909"/>
                </a:cubicBezTo>
                <a:cubicBezTo>
                  <a:pt x="70815" y="20909"/>
                  <a:pt x="70815" y="20884"/>
                  <a:pt x="70840" y="20884"/>
                </a:cubicBezTo>
                <a:close/>
                <a:moveTo>
                  <a:pt x="49484" y="21033"/>
                </a:moveTo>
                <a:lnTo>
                  <a:pt x="49509" y="21058"/>
                </a:lnTo>
                <a:lnTo>
                  <a:pt x="49533" y="21083"/>
                </a:lnTo>
                <a:lnTo>
                  <a:pt x="49509" y="21133"/>
                </a:lnTo>
                <a:lnTo>
                  <a:pt x="49484" y="21158"/>
                </a:lnTo>
                <a:lnTo>
                  <a:pt x="49409" y="21058"/>
                </a:lnTo>
                <a:lnTo>
                  <a:pt x="49484" y="21033"/>
                </a:lnTo>
                <a:close/>
                <a:moveTo>
                  <a:pt x="69421" y="20436"/>
                </a:moveTo>
                <a:cubicBezTo>
                  <a:pt x="69745" y="20560"/>
                  <a:pt x="70069" y="20734"/>
                  <a:pt x="70417" y="20884"/>
                </a:cubicBezTo>
                <a:cubicBezTo>
                  <a:pt x="70019" y="21058"/>
                  <a:pt x="69596" y="21282"/>
                  <a:pt x="69197" y="21506"/>
                </a:cubicBezTo>
                <a:cubicBezTo>
                  <a:pt x="69272" y="21158"/>
                  <a:pt x="69322" y="20784"/>
                  <a:pt x="69421" y="20436"/>
                </a:cubicBezTo>
                <a:close/>
                <a:moveTo>
                  <a:pt x="69173" y="20336"/>
                </a:moveTo>
                <a:cubicBezTo>
                  <a:pt x="69173" y="20361"/>
                  <a:pt x="69197" y="20361"/>
                  <a:pt x="69247" y="20386"/>
                </a:cubicBezTo>
                <a:cubicBezTo>
                  <a:pt x="69148" y="20784"/>
                  <a:pt x="69048" y="21232"/>
                  <a:pt x="68973" y="21631"/>
                </a:cubicBezTo>
                <a:cubicBezTo>
                  <a:pt x="68949" y="21631"/>
                  <a:pt x="68949" y="21655"/>
                  <a:pt x="68924" y="21655"/>
                </a:cubicBezTo>
                <a:cubicBezTo>
                  <a:pt x="68973" y="21207"/>
                  <a:pt x="69073" y="20784"/>
                  <a:pt x="69173" y="20336"/>
                </a:cubicBezTo>
                <a:close/>
                <a:moveTo>
                  <a:pt x="70616" y="21008"/>
                </a:moveTo>
                <a:cubicBezTo>
                  <a:pt x="70641" y="21033"/>
                  <a:pt x="70666" y="21033"/>
                  <a:pt x="70691" y="21058"/>
                </a:cubicBezTo>
                <a:cubicBezTo>
                  <a:pt x="70168" y="21307"/>
                  <a:pt x="69670" y="21606"/>
                  <a:pt x="69148" y="21855"/>
                </a:cubicBezTo>
                <a:lnTo>
                  <a:pt x="69148" y="21755"/>
                </a:lnTo>
                <a:cubicBezTo>
                  <a:pt x="69646" y="21506"/>
                  <a:pt x="70118" y="21257"/>
                  <a:pt x="70616" y="21008"/>
                </a:cubicBezTo>
                <a:close/>
                <a:moveTo>
                  <a:pt x="68924" y="21855"/>
                </a:moveTo>
                <a:lnTo>
                  <a:pt x="68924" y="21929"/>
                </a:lnTo>
                <a:cubicBezTo>
                  <a:pt x="68899" y="21929"/>
                  <a:pt x="68899" y="21954"/>
                  <a:pt x="68874" y="21954"/>
                </a:cubicBezTo>
                <a:lnTo>
                  <a:pt x="68874" y="21879"/>
                </a:lnTo>
                <a:cubicBezTo>
                  <a:pt x="68899" y="21879"/>
                  <a:pt x="68899" y="21855"/>
                  <a:pt x="68924" y="21855"/>
                </a:cubicBezTo>
                <a:close/>
                <a:moveTo>
                  <a:pt x="74026" y="19714"/>
                </a:moveTo>
                <a:lnTo>
                  <a:pt x="74026" y="19764"/>
                </a:lnTo>
                <a:cubicBezTo>
                  <a:pt x="73977" y="19913"/>
                  <a:pt x="73902" y="20038"/>
                  <a:pt x="73802" y="20187"/>
                </a:cubicBezTo>
                <a:cubicBezTo>
                  <a:pt x="73728" y="20336"/>
                  <a:pt x="73653" y="20535"/>
                  <a:pt x="73553" y="20685"/>
                </a:cubicBezTo>
                <a:cubicBezTo>
                  <a:pt x="73504" y="20809"/>
                  <a:pt x="73429" y="20958"/>
                  <a:pt x="73379" y="21083"/>
                </a:cubicBezTo>
                <a:cubicBezTo>
                  <a:pt x="73304" y="21257"/>
                  <a:pt x="73230" y="21431"/>
                  <a:pt x="73155" y="21631"/>
                </a:cubicBezTo>
                <a:cubicBezTo>
                  <a:pt x="73105" y="21755"/>
                  <a:pt x="73056" y="21904"/>
                  <a:pt x="73006" y="22029"/>
                </a:cubicBezTo>
                <a:cubicBezTo>
                  <a:pt x="72981" y="22103"/>
                  <a:pt x="72981" y="22128"/>
                  <a:pt x="72931" y="22178"/>
                </a:cubicBezTo>
                <a:cubicBezTo>
                  <a:pt x="72483" y="21705"/>
                  <a:pt x="71935" y="21307"/>
                  <a:pt x="71363" y="20934"/>
                </a:cubicBezTo>
                <a:cubicBezTo>
                  <a:pt x="72259" y="20510"/>
                  <a:pt x="73130" y="20087"/>
                  <a:pt x="74026" y="19714"/>
                </a:cubicBezTo>
                <a:close/>
                <a:moveTo>
                  <a:pt x="71139" y="21033"/>
                </a:moveTo>
                <a:cubicBezTo>
                  <a:pt x="71761" y="21407"/>
                  <a:pt x="72359" y="21879"/>
                  <a:pt x="72856" y="22377"/>
                </a:cubicBezTo>
                <a:cubicBezTo>
                  <a:pt x="72881" y="22402"/>
                  <a:pt x="72856" y="22427"/>
                  <a:pt x="72856" y="22427"/>
                </a:cubicBezTo>
                <a:cubicBezTo>
                  <a:pt x="72309" y="21904"/>
                  <a:pt x="71736" y="21431"/>
                  <a:pt x="71064" y="21058"/>
                </a:cubicBezTo>
                <a:cubicBezTo>
                  <a:pt x="71114" y="21058"/>
                  <a:pt x="71114" y="21033"/>
                  <a:pt x="71139" y="21033"/>
                </a:cubicBezTo>
                <a:close/>
                <a:moveTo>
                  <a:pt x="57374" y="16179"/>
                </a:moveTo>
                <a:lnTo>
                  <a:pt x="57374" y="16179"/>
                </a:lnTo>
                <a:cubicBezTo>
                  <a:pt x="57250" y="17499"/>
                  <a:pt x="57250" y="18793"/>
                  <a:pt x="57324" y="20137"/>
                </a:cubicBezTo>
                <a:cubicBezTo>
                  <a:pt x="55308" y="20685"/>
                  <a:pt x="53217" y="21506"/>
                  <a:pt x="51102" y="22502"/>
                </a:cubicBezTo>
                <a:cubicBezTo>
                  <a:pt x="51102" y="22477"/>
                  <a:pt x="51077" y="22477"/>
                  <a:pt x="51077" y="22427"/>
                </a:cubicBezTo>
                <a:cubicBezTo>
                  <a:pt x="50853" y="22178"/>
                  <a:pt x="50629" y="21954"/>
                  <a:pt x="50405" y="21705"/>
                </a:cubicBezTo>
                <a:cubicBezTo>
                  <a:pt x="50230" y="21506"/>
                  <a:pt x="50006" y="21282"/>
                  <a:pt x="49832" y="21058"/>
                </a:cubicBezTo>
                <a:cubicBezTo>
                  <a:pt x="50355" y="20685"/>
                  <a:pt x="50878" y="20311"/>
                  <a:pt x="51400" y="19988"/>
                </a:cubicBezTo>
                <a:cubicBezTo>
                  <a:pt x="51749" y="19764"/>
                  <a:pt x="52097" y="19515"/>
                  <a:pt x="52446" y="19291"/>
                </a:cubicBezTo>
                <a:lnTo>
                  <a:pt x="54313" y="18071"/>
                </a:lnTo>
                <a:cubicBezTo>
                  <a:pt x="54586" y="17897"/>
                  <a:pt x="54860" y="17698"/>
                  <a:pt x="55134" y="17548"/>
                </a:cubicBezTo>
                <a:cubicBezTo>
                  <a:pt x="55881" y="17075"/>
                  <a:pt x="56627" y="16603"/>
                  <a:pt x="57374" y="16179"/>
                </a:cubicBezTo>
                <a:close/>
                <a:moveTo>
                  <a:pt x="111508" y="15961"/>
                </a:moveTo>
                <a:lnTo>
                  <a:pt x="111508" y="15961"/>
                </a:lnTo>
                <a:cubicBezTo>
                  <a:pt x="112181" y="16960"/>
                  <a:pt x="113240" y="18615"/>
                  <a:pt x="114201" y="20635"/>
                </a:cubicBezTo>
                <a:cubicBezTo>
                  <a:pt x="114534" y="21324"/>
                  <a:pt x="114788" y="21974"/>
                  <a:pt x="115034" y="22566"/>
                </a:cubicBezTo>
                <a:lnTo>
                  <a:pt x="115034" y="22566"/>
                </a:lnTo>
                <a:cubicBezTo>
                  <a:pt x="115026" y="22557"/>
                  <a:pt x="115014" y="22552"/>
                  <a:pt x="114997" y="22552"/>
                </a:cubicBezTo>
                <a:cubicBezTo>
                  <a:pt x="114723" y="22153"/>
                  <a:pt x="114450" y="21755"/>
                  <a:pt x="114126" y="21332"/>
                </a:cubicBezTo>
                <a:lnTo>
                  <a:pt x="114051" y="21257"/>
                </a:lnTo>
                <a:cubicBezTo>
                  <a:pt x="113728" y="20884"/>
                  <a:pt x="113429" y="20510"/>
                  <a:pt x="113081" y="20137"/>
                </a:cubicBezTo>
                <a:cubicBezTo>
                  <a:pt x="113006" y="19838"/>
                  <a:pt x="112881" y="19565"/>
                  <a:pt x="112832" y="19291"/>
                </a:cubicBezTo>
                <a:lnTo>
                  <a:pt x="112558" y="18370"/>
                </a:lnTo>
                <a:cubicBezTo>
                  <a:pt x="112458" y="18071"/>
                  <a:pt x="112334" y="17822"/>
                  <a:pt x="112234" y="17573"/>
                </a:cubicBezTo>
                <a:cubicBezTo>
                  <a:pt x="112110" y="17275"/>
                  <a:pt x="112010" y="16951"/>
                  <a:pt x="111861" y="16677"/>
                </a:cubicBezTo>
                <a:cubicBezTo>
                  <a:pt x="111761" y="16428"/>
                  <a:pt x="111637" y="16204"/>
                  <a:pt x="111512" y="15980"/>
                </a:cubicBezTo>
                <a:cubicBezTo>
                  <a:pt x="111512" y="15974"/>
                  <a:pt x="111511" y="15967"/>
                  <a:pt x="111508" y="15961"/>
                </a:cubicBezTo>
                <a:close/>
                <a:moveTo>
                  <a:pt x="49633" y="21232"/>
                </a:moveTo>
                <a:cubicBezTo>
                  <a:pt x="49832" y="21407"/>
                  <a:pt x="50006" y="21631"/>
                  <a:pt x="50206" y="21805"/>
                </a:cubicBezTo>
                <a:cubicBezTo>
                  <a:pt x="50405" y="22054"/>
                  <a:pt x="50654" y="22278"/>
                  <a:pt x="50878" y="22527"/>
                </a:cubicBezTo>
                <a:lnTo>
                  <a:pt x="50902" y="22552"/>
                </a:lnTo>
                <a:cubicBezTo>
                  <a:pt x="50878" y="22552"/>
                  <a:pt x="50878" y="22601"/>
                  <a:pt x="50853" y="22601"/>
                </a:cubicBezTo>
                <a:lnTo>
                  <a:pt x="50778" y="22527"/>
                </a:lnTo>
                <a:cubicBezTo>
                  <a:pt x="50703" y="22402"/>
                  <a:pt x="50579" y="22303"/>
                  <a:pt x="50479" y="22178"/>
                </a:cubicBezTo>
                <a:cubicBezTo>
                  <a:pt x="50156" y="21855"/>
                  <a:pt x="49882" y="21531"/>
                  <a:pt x="49583" y="21232"/>
                </a:cubicBezTo>
                <a:lnTo>
                  <a:pt x="49583" y="21232"/>
                </a:lnTo>
                <a:cubicBezTo>
                  <a:pt x="49592" y="21241"/>
                  <a:pt x="49597" y="21243"/>
                  <a:pt x="49602" y="21243"/>
                </a:cubicBezTo>
                <a:cubicBezTo>
                  <a:pt x="49611" y="21243"/>
                  <a:pt x="49616" y="21232"/>
                  <a:pt x="49633" y="21232"/>
                </a:cubicBezTo>
                <a:close/>
                <a:moveTo>
                  <a:pt x="57349" y="20311"/>
                </a:moveTo>
                <a:lnTo>
                  <a:pt x="57349" y="20386"/>
                </a:lnTo>
                <a:cubicBezTo>
                  <a:pt x="55383" y="20934"/>
                  <a:pt x="53342" y="21705"/>
                  <a:pt x="51251" y="22676"/>
                </a:cubicBezTo>
                <a:cubicBezTo>
                  <a:pt x="51251" y="22676"/>
                  <a:pt x="51226" y="22676"/>
                  <a:pt x="51226" y="22651"/>
                </a:cubicBezTo>
                <a:cubicBezTo>
                  <a:pt x="53317" y="21655"/>
                  <a:pt x="55358" y="20884"/>
                  <a:pt x="57349" y="20311"/>
                </a:cubicBezTo>
                <a:close/>
                <a:moveTo>
                  <a:pt x="51077" y="22751"/>
                </a:moveTo>
                <a:cubicBezTo>
                  <a:pt x="51077" y="22776"/>
                  <a:pt x="51077" y="22776"/>
                  <a:pt x="51102" y="22800"/>
                </a:cubicBezTo>
                <a:cubicBezTo>
                  <a:pt x="51077" y="22800"/>
                  <a:pt x="51077" y="22825"/>
                  <a:pt x="51027" y="22825"/>
                </a:cubicBezTo>
                <a:cubicBezTo>
                  <a:pt x="51027" y="22800"/>
                  <a:pt x="51002" y="22800"/>
                  <a:pt x="51002" y="22776"/>
                </a:cubicBezTo>
                <a:cubicBezTo>
                  <a:pt x="51027" y="22776"/>
                  <a:pt x="51027" y="22751"/>
                  <a:pt x="51077" y="22751"/>
                </a:cubicBezTo>
                <a:close/>
                <a:moveTo>
                  <a:pt x="113329" y="18395"/>
                </a:moveTo>
                <a:lnTo>
                  <a:pt x="113329" y="18395"/>
                </a:lnTo>
                <a:cubicBezTo>
                  <a:pt x="113603" y="18893"/>
                  <a:pt x="113852" y="19316"/>
                  <a:pt x="113977" y="19540"/>
                </a:cubicBezTo>
                <a:cubicBezTo>
                  <a:pt x="114126" y="19814"/>
                  <a:pt x="114300" y="20137"/>
                  <a:pt x="114425" y="20436"/>
                </a:cubicBezTo>
                <a:cubicBezTo>
                  <a:pt x="115047" y="21780"/>
                  <a:pt x="115495" y="22975"/>
                  <a:pt x="115868" y="23995"/>
                </a:cubicBezTo>
                <a:cubicBezTo>
                  <a:pt x="115868" y="24020"/>
                  <a:pt x="115918" y="24045"/>
                  <a:pt x="115918" y="24095"/>
                </a:cubicBezTo>
                <a:cubicBezTo>
                  <a:pt x="115868" y="24045"/>
                  <a:pt x="115843" y="23995"/>
                  <a:pt x="115843" y="23970"/>
                </a:cubicBezTo>
                <a:cubicBezTo>
                  <a:pt x="115843" y="23970"/>
                  <a:pt x="115843" y="23921"/>
                  <a:pt x="115819" y="23921"/>
                </a:cubicBezTo>
                <a:lnTo>
                  <a:pt x="115819" y="23896"/>
                </a:lnTo>
                <a:cubicBezTo>
                  <a:pt x="115769" y="23846"/>
                  <a:pt x="115744" y="23771"/>
                  <a:pt x="115719" y="23672"/>
                </a:cubicBezTo>
                <a:cubicBezTo>
                  <a:pt x="115370" y="22726"/>
                  <a:pt x="114947" y="21655"/>
                  <a:pt x="114375" y="20436"/>
                </a:cubicBezTo>
                <a:cubicBezTo>
                  <a:pt x="114026" y="19739"/>
                  <a:pt x="113653" y="19017"/>
                  <a:pt x="113329" y="18395"/>
                </a:cubicBezTo>
                <a:close/>
                <a:moveTo>
                  <a:pt x="113180" y="20535"/>
                </a:moveTo>
                <a:lnTo>
                  <a:pt x="113180" y="20535"/>
                </a:lnTo>
                <a:cubicBezTo>
                  <a:pt x="113429" y="20809"/>
                  <a:pt x="113678" y="21058"/>
                  <a:pt x="113877" y="21382"/>
                </a:cubicBezTo>
                <a:cubicBezTo>
                  <a:pt x="113927" y="21407"/>
                  <a:pt x="113952" y="21431"/>
                  <a:pt x="113952" y="21481"/>
                </a:cubicBezTo>
                <a:cubicBezTo>
                  <a:pt x="114250" y="21879"/>
                  <a:pt x="114524" y="22278"/>
                  <a:pt x="114823" y="22676"/>
                </a:cubicBezTo>
                <a:cubicBezTo>
                  <a:pt x="114823" y="22726"/>
                  <a:pt x="114848" y="22726"/>
                  <a:pt x="114848" y="22751"/>
                </a:cubicBezTo>
                <a:cubicBezTo>
                  <a:pt x="115097" y="23124"/>
                  <a:pt x="115296" y="23497"/>
                  <a:pt x="115495" y="23871"/>
                </a:cubicBezTo>
                <a:cubicBezTo>
                  <a:pt x="115545" y="23995"/>
                  <a:pt x="115595" y="24120"/>
                  <a:pt x="115619" y="24244"/>
                </a:cubicBezTo>
                <a:cubicBezTo>
                  <a:pt x="115221" y="23398"/>
                  <a:pt x="114723" y="22626"/>
                  <a:pt x="114176" y="21855"/>
                </a:cubicBezTo>
                <a:cubicBezTo>
                  <a:pt x="114126" y="21805"/>
                  <a:pt x="114101" y="21755"/>
                  <a:pt x="114076" y="21705"/>
                </a:cubicBezTo>
                <a:cubicBezTo>
                  <a:pt x="113802" y="21332"/>
                  <a:pt x="113504" y="21008"/>
                  <a:pt x="113205" y="20660"/>
                </a:cubicBezTo>
                <a:cubicBezTo>
                  <a:pt x="113230" y="20660"/>
                  <a:pt x="113230" y="20660"/>
                  <a:pt x="113205" y="20635"/>
                </a:cubicBezTo>
                <a:lnTo>
                  <a:pt x="113180" y="20535"/>
                </a:lnTo>
                <a:close/>
                <a:moveTo>
                  <a:pt x="93143" y="14935"/>
                </a:moveTo>
                <a:cubicBezTo>
                  <a:pt x="93889" y="18021"/>
                  <a:pt x="94014" y="21506"/>
                  <a:pt x="93516" y="25215"/>
                </a:cubicBezTo>
                <a:lnTo>
                  <a:pt x="93441" y="25215"/>
                </a:lnTo>
                <a:cubicBezTo>
                  <a:pt x="93939" y="21506"/>
                  <a:pt x="93840" y="18046"/>
                  <a:pt x="93068" y="14935"/>
                </a:cubicBezTo>
                <a:close/>
                <a:moveTo>
                  <a:pt x="93466" y="25389"/>
                </a:moveTo>
                <a:lnTo>
                  <a:pt x="93466" y="25464"/>
                </a:lnTo>
                <a:lnTo>
                  <a:pt x="93417" y="25464"/>
                </a:lnTo>
                <a:lnTo>
                  <a:pt x="93417" y="25389"/>
                </a:lnTo>
                <a:close/>
                <a:moveTo>
                  <a:pt x="97623" y="14512"/>
                </a:moveTo>
                <a:cubicBezTo>
                  <a:pt x="98245" y="14512"/>
                  <a:pt x="98868" y="14537"/>
                  <a:pt x="99490" y="14562"/>
                </a:cubicBezTo>
                <a:cubicBezTo>
                  <a:pt x="100983" y="14711"/>
                  <a:pt x="102427" y="15010"/>
                  <a:pt x="103771" y="15383"/>
                </a:cubicBezTo>
                <a:cubicBezTo>
                  <a:pt x="104593" y="18619"/>
                  <a:pt x="104742" y="22178"/>
                  <a:pt x="104344" y="25986"/>
                </a:cubicBezTo>
                <a:cubicBezTo>
                  <a:pt x="102139" y="25309"/>
                  <a:pt x="99740" y="24983"/>
                  <a:pt x="97155" y="24983"/>
                </a:cubicBezTo>
                <a:cubicBezTo>
                  <a:pt x="96035" y="24983"/>
                  <a:pt x="94880" y="25045"/>
                  <a:pt x="93690" y="25165"/>
                </a:cubicBezTo>
                <a:cubicBezTo>
                  <a:pt x="94188" y="21481"/>
                  <a:pt x="94089" y="17996"/>
                  <a:pt x="93317" y="14885"/>
                </a:cubicBezTo>
                <a:cubicBezTo>
                  <a:pt x="93441" y="14835"/>
                  <a:pt x="93541" y="14810"/>
                  <a:pt x="93665" y="14810"/>
                </a:cubicBezTo>
                <a:cubicBezTo>
                  <a:pt x="93939" y="14786"/>
                  <a:pt x="94263" y="14761"/>
                  <a:pt x="94537" y="14711"/>
                </a:cubicBezTo>
                <a:cubicBezTo>
                  <a:pt x="94910" y="14686"/>
                  <a:pt x="95283" y="14636"/>
                  <a:pt x="95657" y="14586"/>
                </a:cubicBezTo>
                <a:cubicBezTo>
                  <a:pt x="95955" y="14562"/>
                  <a:pt x="96279" y="14562"/>
                  <a:pt x="96627" y="14562"/>
                </a:cubicBezTo>
                <a:cubicBezTo>
                  <a:pt x="96926" y="14537"/>
                  <a:pt x="97275" y="14512"/>
                  <a:pt x="97623" y="14512"/>
                </a:cubicBezTo>
                <a:close/>
                <a:moveTo>
                  <a:pt x="103995" y="15433"/>
                </a:moveTo>
                <a:cubicBezTo>
                  <a:pt x="104020" y="15433"/>
                  <a:pt x="104045" y="15433"/>
                  <a:pt x="104045" y="15458"/>
                </a:cubicBezTo>
                <a:cubicBezTo>
                  <a:pt x="104842" y="18693"/>
                  <a:pt x="104991" y="22278"/>
                  <a:pt x="104593" y="26086"/>
                </a:cubicBezTo>
                <a:cubicBezTo>
                  <a:pt x="104543" y="26086"/>
                  <a:pt x="104543" y="26086"/>
                  <a:pt x="104518" y="26036"/>
                </a:cubicBezTo>
                <a:cubicBezTo>
                  <a:pt x="104916" y="22253"/>
                  <a:pt x="104792" y="18669"/>
                  <a:pt x="103995" y="15433"/>
                </a:cubicBezTo>
                <a:close/>
                <a:moveTo>
                  <a:pt x="116247" y="25401"/>
                </a:moveTo>
                <a:cubicBezTo>
                  <a:pt x="116259" y="25416"/>
                  <a:pt x="116291" y="25424"/>
                  <a:pt x="116291" y="25464"/>
                </a:cubicBezTo>
                <a:lnTo>
                  <a:pt x="116291" y="25489"/>
                </a:lnTo>
                <a:cubicBezTo>
                  <a:pt x="116366" y="25711"/>
                  <a:pt x="116440" y="25934"/>
                  <a:pt x="116490" y="26156"/>
                </a:cubicBezTo>
                <a:lnTo>
                  <a:pt x="116490" y="26156"/>
                </a:lnTo>
                <a:cubicBezTo>
                  <a:pt x="116481" y="26132"/>
                  <a:pt x="116473" y="26109"/>
                  <a:pt x="116466" y="26086"/>
                </a:cubicBezTo>
                <a:cubicBezTo>
                  <a:pt x="116392" y="25866"/>
                  <a:pt x="116343" y="25645"/>
                  <a:pt x="116247" y="25401"/>
                </a:cubicBezTo>
                <a:close/>
                <a:moveTo>
                  <a:pt x="44281" y="16802"/>
                </a:moveTo>
                <a:cubicBezTo>
                  <a:pt x="44481" y="16926"/>
                  <a:pt x="44630" y="17051"/>
                  <a:pt x="44804" y="17175"/>
                </a:cubicBezTo>
                <a:lnTo>
                  <a:pt x="45277" y="17548"/>
                </a:lnTo>
                <a:cubicBezTo>
                  <a:pt x="45302" y="17573"/>
                  <a:pt x="45327" y="17573"/>
                  <a:pt x="45327" y="17623"/>
                </a:cubicBezTo>
                <a:cubicBezTo>
                  <a:pt x="45700" y="17922"/>
                  <a:pt x="46123" y="18245"/>
                  <a:pt x="46497" y="18569"/>
                </a:cubicBezTo>
                <a:cubicBezTo>
                  <a:pt x="46497" y="18569"/>
                  <a:pt x="46522" y="18569"/>
                  <a:pt x="46522" y="18594"/>
                </a:cubicBezTo>
                <a:cubicBezTo>
                  <a:pt x="46671" y="18768"/>
                  <a:pt x="46870" y="18917"/>
                  <a:pt x="47044" y="19067"/>
                </a:cubicBezTo>
                <a:cubicBezTo>
                  <a:pt x="47069" y="19092"/>
                  <a:pt x="47144" y="19141"/>
                  <a:pt x="47169" y="19191"/>
                </a:cubicBezTo>
                <a:cubicBezTo>
                  <a:pt x="47293" y="19316"/>
                  <a:pt x="47443" y="19440"/>
                  <a:pt x="47567" y="19565"/>
                </a:cubicBezTo>
                <a:cubicBezTo>
                  <a:pt x="47667" y="19664"/>
                  <a:pt x="47766" y="19739"/>
                  <a:pt x="47816" y="19814"/>
                </a:cubicBezTo>
                <a:lnTo>
                  <a:pt x="48115" y="20112"/>
                </a:lnTo>
                <a:cubicBezTo>
                  <a:pt x="48239" y="20237"/>
                  <a:pt x="48388" y="20361"/>
                  <a:pt x="48513" y="20510"/>
                </a:cubicBezTo>
                <a:lnTo>
                  <a:pt x="48712" y="20685"/>
                </a:lnTo>
                <a:lnTo>
                  <a:pt x="49061" y="21058"/>
                </a:lnTo>
                <a:cubicBezTo>
                  <a:pt x="48289" y="21631"/>
                  <a:pt x="47542" y="22178"/>
                  <a:pt x="46771" y="22751"/>
                </a:cubicBezTo>
                <a:cubicBezTo>
                  <a:pt x="46621" y="22875"/>
                  <a:pt x="46447" y="22975"/>
                  <a:pt x="46298" y="23099"/>
                </a:cubicBezTo>
                <a:cubicBezTo>
                  <a:pt x="45551" y="23672"/>
                  <a:pt x="44779" y="24244"/>
                  <a:pt x="44033" y="24841"/>
                </a:cubicBezTo>
                <a:cubicBezTo>
                  <a:pt x="43809" y="24991"/>
                  <a:pt x="43634" y="25165"/>
                  <a:pt x="43410" y="25314"/>
                </a:cubicBezTo>
                <a:lnTo>
                  <a:pt x="42390" y="26161"/>
                </a:lnTo>
                <a:cubicBezTo>
                  <a:pt x="41718" y="24916"/>
                  <a:pt x="41170" y="23696"/>
                  <a:pt x="40722" y="22601"/>
                </a:cubicBezTo>
                <a:cubicBezTo>
                  <a:pt x="40697" y="22527"/>
                  <a:pt x="40672" y="22452"/>
                  <a:pt x="40647" y="22377"/>
                </a:cubicBezTo>
                <a:cubicBezTo>
                  <a:pt x="40523" y="22054"/>
                  <a:pt x="40423" y="21755"/>
                  <a:pt x="40299" y="21431"/>
                </a:cubicBezTo>
                <a:cubicBezTo>
                  <a:pt x="40224" y="21282"/>
                  <a:pt x="40174" y="21083"/>
                  <a:pt x="40100" y="20934"/>
                </a:cubicBezTo>
                <a:cubicBezTo>
                  <a:pt x="40025" y="20685"/>
                  <a:pt x="39950" y="20461"/>
                  <a:pt x="39901" y="20237"/>
                </a:cubicBezTo>
                <a:cubicBezTo>
                  <a:pt x="39826" y="20038"/>
                  <a:pt x="39776" y="19838"/>
                  <a:pt x="39726" y="19689"/>
                </a:cubicBezTo>
                <a:cubicBezTo>
                  <a:pt x="40398" y="19216"/>
                  <a:pt x="41071" y="18768"/>
                  <a:pt x="41718" y="18320"/>
                </a:cubicBezTo>
                <a:cubicBezTo>
                  <a:pt x="41917" y="18196"/>
                  <a:pt x="42141" y="18071"/>
                  <a:pt x="42315" y="17947"/>
                </a:cubicBezTo>
                <a:cubicBezTo>
                  <a:pt x="42838" y="17598"/>
                  <a:pt x="43336" y="17300"/>
                  <a:pt x="43883" y="16951"/>
                </a:cubicBezTo>
                <a:cubicBezTo>
                  <a:pt x="44057" y="16926"/>
                  <a:pt x="44157" y="16876"/>
                  <a:pt x="44281" y="16802"/>
                </a:cubicBezTo>
                <a:close/>
                <a:moveTo>
                  <a:pt x="97037" y="25188"/>
                </a:moveTo>
                <a:cubicBezTo>
                  <a:pt x="99657" y="25188"/>
                  <a:pt x="102099" y="25526"/>
                  <a:pt x="104294" y="26210"/>
                </a:cubicBezTo>
                <a:lnTo>
                  <a:pt x="104294" y="26260"/>
                </a:lnTo>
                <a:cubicBezTo>
                  <a:pt x="102077" y="25574"/>
                  <a:pt x="99636" y="25249"/>
                  <a:pt x="97015" y="25249"/>
                </a:cubicBezTo>
                <a:cubicBezTo>
                  <a:pt x="95929" y="25249"/>
                  <a:pt x="94811" y="25305"/>
                  <a:pt x="93665" y="25414"/>
                </a:cubicBezTo>
                <a:lnTo>
                  <a:pt x="93665" y="25364"/>
                </a:lnTo>
                <a:cubicBezTo>
                  <a:pt x="94817" y="25247"/>
                  <a:pt x="95943" y="25188"/>
                  <a:pt x="97037" y="25188"/>
                </a:cubicBezTo>
                <a:close/>
                <a:moveTo>
                  <a:pt x="104244" y="15532"/>
                </a:moveTo>
                <a:lnTo>
                  <a:pt x="104244" y="15532"/>
                </a:lnTo>
                <a:cubicBezTo>
                  <a:pt x="104543" y="15607"/>
                  <a:pt x="104866" y="15756"/>
                  <a:pt x="105165" y="15831"/>
                </a:cubicBezTo>
                <a:cubicBezTo>
                  <a:pt x="105912" y="19166"/>
                  <a:pt x="105887" y="22751"/>
                  <a:pt x="105115" y="26260"/>
                </a:cubicBezTo>
                <a:cubicBezTo>
                  <a:pt x="104991" y="26235"/>
                  <a:pt x="104866" y="26161"/>
                  <a:pt x="104742" y="26136"/>
                </a:cubicBezTo>
                <a:cubicBezTo>
                  <a:pt x="105165" y="22352"/>
                  <a:pt x="105016" y="18768"/>
                  <a:pt x="104244" y="15532"/>
                </a:cubicBezTo>
                <a:close/>
                <a:moveTo>
                  <a:pt x="39652" y="19863"/>
                </a:moveTo>
                <a:lnTo>
                  <a:pt x="39751" y="20137"/>
                </a:lnTo>
                <a:cubicBezTo>
                  <a:pt x="39801" y="20411"/>
                  <a:pt x="39901" y="20685"/>
                  <a:pt x="40000" y="21008"/>
                </a:cubicBezTo>
                <a:cubicBezTo>
                  <a:pt x="40025" y="21058"/>
                  <a:pt x="40050" y="21158"/>
                  <a:pt x="40075" y="21232"/>
                </a:cubicBezTo>
                <a:cubicBezTo>
                  <a:pt x="40622" y="22751"/>
                  <a:pt x="41369" y="24493"/>
                  <a:pt x="42290" y="26285"/>
                </a:cubicBezTo>
                <a:lnTo>
                  <a:pt x="42265" y="26335"/>
                </a:lnTo>
                <a:cubicBezTo>
                  <a:pt x="41618" y="25041"/>
                  <a:pt x="41046" y="23846"/>
                  <a:pt x="40573" y="22726"/>
                </a:cubicBezTo>
                <a:cubicBezTo>
                  <a:pt x="40548" y="22626"/>
                  <a:pt x="40523" y="22552"/>
                  <a:pt x="40498" y="22477"/>
                </a:cubicBezTo>
                <a:cubicBezTo>
                  <a:pt x="40349" y="22153"/>
                  <a:pt x="40274" y="21879"/>
                  <a:pt x="40150" y="21606"/>
                </a:cubicBezTo>
                <a:lnTo>
                  <a:pt x="39950" y="21033"/>
                </a:lnTo>
                <a:cubicBezTo>
                  <a:pt x="39901" y="20809"/>
                  <a:pt x="39826" y="20610"/>
                  <a:pt x="39751" y="20386"/>
                </a:cubicBezTo>
                <a:cubicBezTo>
                  <a:pt x="39677" y="20237"/>
                  <a:pt x="39652" y="20038"/>
                  <a:pt x="39577" y="19888"/>
                </a:cubicBezTo>
                <a:cubicBezTo>
                  <a:pt x="39627" y="19888"/>
                  <a:pt x="39627" y="19863"/>
                  <a:pt x="39652" y="19863"/>
                </a:cubicBezTo>
                <a:close/>
                <a:moveTo>
                  <a:pt x="104493" y="26235"/>
                </a:moveTo>
                <a:cubicBezTo>
                  <a:pt x="104518" y="26235"/>
                  <a:pt x="104518" y="26235"/>
                  <a:pt x="104543" y="26260"/>
                </a:cubicBezTo>
                <a:lnTo>
                  <a:pt x="104543" y="26335"/>
                </a:lnTo>
                <a:cubicBezTo>
                  <a:pt x="104518" y="26335"/>
                  <a:pt x="104518" y="26335"/>
                  <a:pt x="104493" y="26285"/>
                </a:cubicBezTo>
                <a:lnTo>
                  <a:pt x="104493" y="26235"/>
                </a:lnTo>
                <a:close/>
                <a:moveTo>
                  <a:pt x="105414" y="15931"/>
                </a:moveTo>
                <a:cubicBezTo>
                  <a:pt x="105464" y="15931"/>
                  <a:pt x="105489" y="15955"/>
                  <a:pt x="105489" y="15955"/>
                </a:cubicBezTo>
                <a:cubicBezTo>
                  <a:pt x="106161" y="19266"/>
                  <a:pt x="106136" y="22850"/>
                  <a:pt x="105364" y="26360"/>
                </a:cubicBezTo>
                <a:cubicBezTo>
                  <a:pt x="105339" y="26360"/>
                  <a:pt x="105339" y="26360"/>
                  <a:pt x="105290" y="26335"/>
                </a:cubicBezTo>
                <a:cubicBezTo>
                  <a:pt x="106086" y="22850"/>
                  <a:pt x="106111" y="19266"/>
                  <a:pt x="105414" y="15931"/>
                </a:cubicBezTo>
                <a:close/>
                <a:moveTo>
                  <a:pt x="116518" y="26231"/>
                </a:moveTo>
                <a:lnTo>
                  <a:pt x="116518" y="26231"/>
                </a:lnTo>
                <a:cubicBezTo>
                  <a:pt x="116524" y="26234"/>
                  <a:pt x="116531" y="26235"/>
                  <a:pt x="116540" y="26235"/>
                </a:cubicBezTo>
                <a:cubicBezTo>
                  <a:pt x="116559" y="26272"/>
                  <a:pt x="116564" y="26323"/>
                  <a:pt x="116575" y="26367"/>
                </a:cubicBezTo>
                <a:lnTo>
                  <a:pt x="116575" y="26367"/>
                </a:lnTo>
                <a:cubicBezTo>
                  <a:pt x="116570" y="26356"/>
                  <a:pt x="116565" y="26346"/>
                  <a:pt x="116565" y="26335"/>
                </a:cubicBezTo>
                <a:cubicBezTo>
                  <a:pt x="116546" y="26297"/>
                  <a:pt x="116531" y="26263"/>
                  <a:pt x="116518" y="26231"/>
                </a:cubicBezTo>
                <a:close/>
                <a:moveTo>
                  <a:pt x="49260" y="21183"/>
                </a:moveTo>
                <a:cubicBezTo>
                  <a:pt x="49260" y="21183"/>
                  <a:pt x="49260" y="21232"/>
                  <a:pt x="49285" y="21257"/>
                </a:cubicBezTo>
                <a:cubicBezTo>
                  <a:pt x="48513" y="21805"/>
                  <a:pt x="47741" y="22402"/>
                  <a:pt x="46970" y="22975"/>
                </a:cubicBezTo>
                <a:cubicBezTo>
                  <a:pt x="46795" y="23099"/>
                  <a:pt x="46646" y="23224"/>
                  <a:pt x="46472" y="23348"/>
                </a:cubicBezTo>
                <a:cubicBezTo>
                  <a:pt x="45725" y="23896"/>
                  <a:pt x="44978" y="24493"/>
                  <a:pt x="44257" y="25041"/>
                </a:cubicBezTo>
                <a:cubicBezTo>
                  <a:pt x="44033" y="25240"/>
                  <a:pt x="43809" y="25389"/>
                  <a:pt x="43609" y="25588"/>
                </a:cubicBezTo>
                <a:lnTo>
                  <a:pt x="42564" y="26410"/>
                </a:lnTo>
                <a:cubicBezTo>
                  <a:pt x="42564" y="26385"/>
                  <a:pt x="42539" y="26385"/>
                  <a:pt x="42539" y="26360"/>
                </a:cubicBezTo>
                <a:cubicBezTo>
                  <a:pt x="42888" y="26086"/>
                  <a:pt x="43236" y="25762"/>
                  <a:pt x="43609" y="25489"/>
                </a:cubicBezTo>
                <a:cubicBezTo>
                  <a:pt x="43809" y="25290"/>
                  <a:pt x="44033" y="25140"/>
                  <a:pt x="44257" y="24966"/>
                </a:cubicBezTo>
                <a:cubicBezTo>
                  <a:pt x="45003" y="24369"/>
                  <a:pt x="45750" y="23771"/>
                  <a:pt x="46497" y="23224"/>
                </a:cubicBezTo>
                <a:cubicBezTo>
                  <a:pt x="46646" y="23099"/>
                  <a:pt x="46795" y="23000"/>
                  <a:pt x="46970" y="22875"/>
                </a:cubicBezTo>
                <a:cubicBezTo>
                  <a:pt x="47741" y="22303"/>
                  <a:pt x="48488" y="21730"/>
                  <a:pt x="49260" y="21183"/>
                </a:cubicBezTo>
                <a:close/>
                <a:moveTo>
                  <a:pt x="81519" y="16827"/>
                </a:moveTo>
                <a:cubicBezTo>
                  <a:pt x="81568" y="16926"/>
                  <a:pt x="81618" y="17026"/>
                  <a:pt x="81643" y="17125"/>
                </a:cubicBezTo>
                <a:cubicBezTo>
                  <a:pt x="81718" y="17250"/>
                  <a:pt x="81743" y="17374"/>
                  <a:pt x="81817" y="17499"/>
                </a:cubicBezTo>
                <a:cubicBezTo>
                  <a:pt x="81942" y="17972"/>
                  <a:pt x="82091" y="18420"/>
                  <a:pt x="82216" y="18868"/>
                </a:cubicBezTo>
                <a:cubicBezTo>
                  <a:pt x="82216" y="18893"/>
                  <a:pt x="82240" y="18942"/>
                  <a:pt x="82240" y="18992"/>
                </a:cubicBezTo>
                <a:cubicBezTo>
                  <a:pt x="82191" y="19017"/>
                  <a:pt x="82141" y="19042"/>
                  <a:pt x="82091" y="19117"/>
                </a:cubicBezTo>
                <a:cubicBezTo>
                  <a:pt x="81817" y="19316"/>
                  <a:pt x="81519" y="19515"/>
                  <a:pt x="81270" y="19739"/>
                </a:cubicBezTo>
                <a:cubicBezTo>
                  <a:pt x="81220" y="19789"/>
                  <a:pt x="81120" y="19863"/>
                  <a:pt x="81071" y="19913"/>
                </a:cubicBezTo>
                <a:cubicBezTo>
                  <a:pt x="81021" y="19938"/>
                  <a:pt x="80996" y="19988"/>
                  <a:pt x="80946" y="20013"/>
                </a:cubicBezTo>
                <a:cubicBezTo>
                  <a:pt x="80896" y="20038"/>
                  <a:pt x="80871" y="20038"/>
                  <a:pt x="80871" y="20062"/>
                </a:cubicBezTo>
                <a:cubicBezTo>
                  <a:pt x="80622" y="20262"/>
                  <a:pt x="80398" y="20486"/>
                  <a:pt x="80199" y="20660"/>
                </a:cubicBezTo>
                <a:cubicBezTo>
                  <a:pt x="80125" y="20734"/>
                  <a:pt x="80025" y="20784"/>
                  <a:pt x="79975" y="20859"/>
                </a:cubicBezTo>
                <a:cubicBezTo>
                  <a:pt x="79652" y="21158"/>
                  <a:pt x="79353" y="21431"/>
                  <a:pt x="79029" y="21755"/>
                </a:cubicBezTo>
                <a:lnTo>
                  <a:pt x="78855" y="21929"/>
                </a:lnTo>
                <a:cubicBezTo>
                  <a:pt x="78606" y="22178"/>
                  <a:pt x="78382" y="22427"/>
                  <a:pt x="78158" y="22676"/>
                </a:cubicBezTo>
                <a:cubicBezTo>
                  <a:pt x="78084" y="22776"/>
                  <a:pt x="77984" y="22900"/>
                  <a:pt x="77909" y="23000"/>
                </a:cubicBezTo>
                <a:cubicBezTo>
                  <a:pt x="77710" y="23248"/>
                  <a:pt x="77511" y="23522"/>
                  <a:pt x="77287" y="23771"/>
                </a:cubicBezTo>
                <a:cubicBezTo>
                  <a:pt x="77237" y="23871"/>
                  <a:pt x="77138" y="23995"/>
                  <a:pt x="77088" y="24095"/>
                </a:cubicBezTo>
                <a:cubicBezTo>
                  <a:pt x="76889" y="24369"/>
                  <a:pt x="76665" y="24642"/>
                  <a:pt x="76515" y="24916"/>
                </a:cubicBezTo>
                <a:cubicBezTo>
                  <a:pt x="76391" y="25115"/>
                  <a:pt x="76291" y="25265"/>
                  <a:pt x="76167" y="25464"/>
                </a:cubicBezTo>
                <a:cubicBezTo>
                  <a:pt x="76092" y="25588"/>
                  <a:pt x="76018" y="25738"/>
                  <a:pt x="75918" y="25862"/>
                </a:cubicBezTo>
                <a:lnTo>
                  <a:pt x="75545" y="26509"/>
                </a:lnTo>
                <a:cubicBezTo>
                  <a:pt x="75047" y="24916"/>
                  <a:pt x="74300" y="23597"/>
                  <a:pt x="73280" y="22477"/>
                </a:cubicBezTo>
                <a:cubicBezTo>
                  <a:pt x="73329" y="22352"/>
                  <a:pt x="73379" y="22178"/>
                  <a:pt x="73429" y="22054"/>
                </a:cubicBezTo>
                <a:cubicBezTo>
                  <a:pt x="73603" y="21655"/>
                  <a:pt x="73777" y="21232"/>
                  <a:pt x="73952" y="20809"/>
                </a:cubicBezTo>
                <a:lnTo>
                  <a:pt x="74151" y="20436"/>
                </a:lnTo>
                <a:cubicBezTo>
                  <a:pt x="74300" y="20112"/>
                  <a:pt x="74499" y="19764"/>
                  <a:pt x="74674" y="19390"/>
                </a:cubicBezTo>
                <a:cubicBezTo>
                  <a:pt x="76988" y="18395"/>
                  <a:pt x="79278" y="17548"/>
                  <a:pt x="81519" y="16827"/>
                </a:cubicBezTo>
                <a:close/>
                <a:moveTo>
                  <a:pt x="104717" y="26335"/>
                </a:moveTo>
                <a:cubicBezTo>
                  <a:pt x="104842" y="26360"/>
                  <a:pt x="104916" y="26385"/>
                  <a:pt x="105041" y="26459"/>
                </a:cubicBezTo>
                <a:lnTo>
                  <a:pt x="105041" y="26509"/>
                </a:lnTo>
                <a:cubicBezTo>
                  <a:pt x="104916" y="26484"/>
                  <a:pt x="104842" y="26459"/>
                  <a:pt x="104717" y="26385"/>
                </a:cubicBezTo>
                <a:lnTo>
                  <a:pt x="104717" y="26335"/>
                </a:lnTo>
                <a:close/>
                <a:moveTo>
                  <a:pt x="113329" y="21133"/>
                </a:moveTo>
                <a:lnTo>
                  <a:pt x="113329" y="21133"/>
                </a:lnTo>
                <a:cubicBezTo>
                  <a:pt x="114350" y="22377"/>
                  <a:pt x="115221" y="23746"/>
                  <a:pt x="115918" y="25265"/>
                </a:cubicBezTo>
                <a:cubicBezTo>
                  <a:pt x="116067" y="25663"/>
                  <a:pt x="116217" y="26111"/>
                  <a:pt x="116366" y="26509"/>
                </a:cubicBezTo>
                <a:cubicBezTo>
                  <a:pt x="115619" y="24543"/>
                  <a:pt x="114599" y="22776"/>
                  <a:pt x="113354" y="21257"/>
                </a:cubicBezTo>
                <a:cubicBezTo>
                  <a:pt x="113354" y="21232"/>
                  <a:pt x="113329" y="21158"/>
                  <a:pt x="113329" y="21133"/>
                </a:cubicBezTo>
                <a:close/>
                <a:moveTo>
                  <a:pt x="42390" y="26484"/>
                </a:moveTo>
                <a:cubicBezTo>
                  <a:pt x="42390" y="26509"/>
                  <a:pt x="42415" y="26509"/>
                  <a:pt x="42415" y="26534"/>
                </a:cubicBezTo>
                <a:lnTo>
                  <a:pt x="42390" y="26559"/>
                </a:lnTo>
                <a:cubicBezTo>
                  <a:pt x="42390" y="26534"/>
                  <a:pt x="42365" y="26534"/>
                  <a:pt x="42365" y="26509"/>
                </a:cubicBezTo>
                <a:lnTo>
                  <a:pt x="42390" y="26484"/>
                </a:lnTo>
                <a:close/>
                <a:moveTo>
                  <a:pt x="92869" y="15010"/>
                </a:moveTo>
                <a:cubicBezTo>
                  <a:pt x="93641" y="18071"/>
                  <a:pt x="93765" y="21531"/>
                  <a:pt x="93267" y="25240"/>
                </a:cubicBezTo>
                <a:cubicBezTo>
                  <a:pt x="91052" y="25489"/>
                  <a:pt x="88737" y="25912"/>
                  <a:pt x="86347" y="26584"/>
                </a:cubicBezTo>
                <a:cubicBezTo>
                  <a:pt x="86123" y="23721"/>
                  <a:pt x="85551" y="20784"/>
                  <a:pt x="84605" y="18021"/>
                </a:cubicBezTo>
                <a:cubicBezTo>
                  <a:pt x="84829" y="17897"/>
                  <a:pt x="85028" y="17797"/>
                  <a:pt x="85227" y="17673"/>
                </a:cubicBezTo>
                <a:lnTo>
                  <a:pt x="86074" y="17200"/>
                </a:lnTo>
                <a:cubicBezTo>
                  <a:pt x="86372" y="17051"/>
                  <a:pt x="86646" y="16926"/>
                  <a:pt x="86970" y="16802"/>
                </a:cubicBezTo>
                <a:cubicBezTo>
                  <a:pt x="87268" y="16677"/>
                  <a:pt x="87567" y="16528"/>
                  <a:pt x="87866" y="16403"/>
                </a:cubicBezTo>
                <a:cubicBezTo>
                  <a:pt x="88140" y="16279"/>
                  <a:pt x="88463" y="16179"/>
                  <a:pt x="88762" y="16080"/>
                </a:cubicBezTo>
                <a:cubicBezTo>
                  <a:pt x="89110" y="15955"/>
                  <a:pt x="89434" y="15831"/>
                  <a:pt x="89758" y="15756"/>
                </a:cubicBezTo>
                <a:cubicBezTo>
                  <a:pt x="90056" y="15657"/>
                  <a:pt x="90355" y="15582"/>
                  <a:pt x="90629" y="15507"/>
                </a:cubicBezTo>
                <a:cubicBezTo>
                  <a:pt x="90977" y="15408"/>
                  <a:pt x="91326" y="15283"/>
                  <a:pt x="91699" y="15209"/>
                </a:cubicBezTo>
                <a:cubicBezTo>
                  <a:pt x="91973" y="15159"/>
                  <a:pt x="92247" y="15084"/>
                  <a:pt x="92545" y="15059"/>
                </a:cubicBezTo>
                <a:cubicBezTo>
                  <a:pt x="92670" y="15034"/>
                  <a:pt x="92744" y="15034"/>
                  <a:pt x="92869" y="15010"/>
                </a:cubicBezTo>
                <a:close/>
                <a:moveTo>
                  <a:pt x="105290" y="26509"/>
                </a:moveTo>
                <a:lnTo>
                  <a:pt x="105290" y="26584"/>
                </a:lnTo>
                <a:lnTo>
                  <a:pt x="105240" y="26584"/>
                </a:lnTo>
                <a:lnTo>
                  <a:pt x="105240" y="26509"/>
                </a:lnTo>
                <a:close/>
                <a:moveTo>
                  <a:pt x="84456" y="18121"/>
                </a:moveTo>
                <a:cubicBezTo>
                  <a:pt x="85377" y="20884"/>
                  <a:pt x="85974" y="23771"/>
                  <a:pt x="86173" y="26634"/>
                </a:cubicBezTo>
                <a:cubicBezTo>
                  <a:pt x="86157" y="26625"/>
                  <a:pt x="86143" y="26623"/>
                  <a:pt x="86132" y="26623"/>
                </a:cubicBezTo>
                <a:cubicBezTo>
                  <a:pt x="86110" y="26623"/>
                  <a:pt x="86099" y="26634"/>
                  <a:pt x="86099" y="26634"/>
                </a:cubicBezTo>
                <a:cubicBezTo>
                  <a:pt x="85899" y="23796"/>
                  <a:pt x="85327" y="20909"/>
                  <a:pt x="84381" y="18146"/>
                </a:cubicBezTo>
                <a:cubicBezTo>
                  <a:pt x="84431" y="18146"/>
                  <a:pt x="84431" y="18121"/>
                  <a:pt x="84456" y="18121"/>
                </a:cubicBezTo>
                <a:close/>
                <a:moveTo>
                  <a:pt x="93253" y="25416"/>
                </a:moveTo>
                <a:lnTo>
                  <a:pt x="93253" y="25416"/>
                </a:lnTo>
                <a:cubicBezTo>
                  <a:pt x="93217" y="25424"/>
                  <a:pt x="93217" y="25466"/>
                  <a:pt x="93217" y="25489"/>
                </a:cubicBezTo>
                <a:cubicBezTo>
                  <a:pt x="91027" y="25738"/>
                  <a:pt x="88737" y="26161"/>
                  <a:pt x="86372" y="26833"/>
                </a:cubicBezTo>
                <a:lnTo>
                  <a:pt x="86372" y="26758"/>
                </a:lnTo>
                <a:cubicBezTo>
                  <a:pt x="88732" y="26112"/>
                  <a:pt x="91042" y="25665"/>
                  <a:pt x="93253" y="25416"/>
                </a:cubicBezTo>
                <a:close/>
                <a:moveTo>
                  <a:pt x="73255" y="22726"/>
                </a:moveTo>
                <a:cubicBezTo>
                  <a:pt x="74275" y="23846"/>
                  <a:pt x="75022" y="25215"/>
                  <a:pt x="75495" y="26783"/>
                </a:cubicBezTo>
                <a:cubicBezTo>
                  <a:pt x="75420" y="26833"/>
                  <a:pt x="75420" y="26858"/>
                  <a:pt x="75420" y="26883"/>
                </a:cubicBezTo>
                <a:cubicBezTo>
                  <a:pt x="74972" y="25290"/>
                  <a:pt x="74225" y="23896"/>
                  <a:pt x="73230" y="22776"/>
                </a:cubicBezTo>
                <a:cubicBezTo>
                  <a:pt x="73230" y="22751"/>
                  <a:pt x="73230" y="22751"/>
                  <a:pt x="73255" y="22726"/>
                </a:cubicBezTo>
                <a:close/>
                <a:moveTo>
                  <a:pt x="86173" y="26783"/>
                </a:moveTo>
                <a:lnTo>
                  <a:pt x="86173" y="26858"/>
                </a:lnTo>
                <a:cubicBezTo>
                  <a:pt x="86173" y="26858"/>
                  <a:pt x="86123" y="26883"/>
                  <a:pt x="86099" y="26883"/>
                </a:cubicBezTo>
                <a:lnTo>
                  <a:pt x="86099" y="26833"/>
                </a:lnTo>
                <a:cubicBezTo>
                  <a:pt x="86123" y="26833"/>
                  <a:pt x="86123" y="26833"/>
                  <a:pt x="86173" y="26783"/>
                </a:cubicBezTo>
                <a:close/>
                <a:moveTo>
                  <a:pt x="49409" y="21382"/>
                </a:moveTo>
                <a:cubicBezTo>
                  <a:pt x="49708" y="21680"/>
                  <a:pt x="49982" y="21979"/>
                  <a:pt x="50280" y="22278"/>
                </a:cubicBezTo>
                <a:cubicBezTo>
                  <a:pt x="50405" y="22427"/>
                  <a:pt x="50579" y="22552"/>
                  <a:pt x="50703" y="22726"/>
                </a:cubicBezTo>
                <a:cubicBezTo>
                  <a:pt x="48164" y="23921"/>
                  <a:pt x="45601" y="25464"/>
                  <a:pt x="43012" y="27256"/>
                </a:cubicBezTo>
                <a:cubicBezTo>
                  <a:pt x="42888" y="27032"/>
                  <a:pt x="42763" y="26783"/>
                  <a:pt x="42664" y="26584"/>
                </a:cubicBezTo>
                <a:cubicBezTo>
                  <a:pt x="43012" y="26285"/>
                  <a:pt x="43311" y="26011"/>
                  <a:pt x="43659" y="25762"/>
                </a:cubicBezTo>
                <a:cubicBezTo>
                  <a:pt x="43883" y="25588"/>
                  <a:pt x="44132" y="25389"/>
                  <a:pt x="44356" y="25215"/>
                </a:cubicBezTo>
                <a:cubicBezTo>
                  <a:pt x="45053" y="24617"/>
                  <a:pt x="45800" y="24045"/>
                  <a:pt x="46547" y="23497"/>
                </a:cubicBezTo>
                <a:cubicBezTo>
                  <a:pt x="46721" y="23373"/>
                  <a:pt x="46870" y="23248"/>
                  <a:pt x="47019" y="23149"/>
                </a:cubicBezTo>
                <a:cubicBezTo>
                  <a:pt x="47766" y="22601"/>
                  <a:pt x="48538" y="22029"/>
                  <a:pt x="49285" y="21481"/>
                </a:cubicBezTo>
                <a:cubicBezTo>
                  <a:pt x="49334" y="21431"/>
                  <a:pt x="49384" y="21407"/>
                  <a:pt x="49409" y="21382"/>
                </a:cubicBezTo>
                <a:close/>
                <a:moveTo>
                  <a:pt x="42514" y="26733"/>
                </a:moveTo>
                <a:cubicBezTo>
                  <a:pt x="42614" y="26907"/>
                  <a:pt x="42738" y="27156"/>
                  <a:pt x="42863" y="27380"/>
                </a:cubicBezTo>
                <a:lnTo>
                  <a:pt x="42813" y="27405"/>
                </a:lnTo>
                <a:cubicBezTo>
                  <a:pt x="42688" y="27181"/>
                  <a:pt x="42614" y="26982"/>
                  <a:pt x="42489" y="26758"/>
                </a:cubicBezTo>
                <a:lnTo>
                  <a:pt x="42514" y="26733"/>
                </a:lnTo>
                <a:close/>
                <a:moveTo>
                  <a:pt x="50828" y="22825"/>
                </a:moveTo>
                <a:cubicBezTo>
                  <a:pt x="50828" y="22875"/>
                  <a:pt x="50853" y="22875"/>
                  <a:pt x="50853" y="22900"/>
                </a:cubicBezTo>
                <a:cubicBezTo>
                  <a:pt x="48289" y="24145"/>
                  <a:pt x="45725" y="25663"/>
                  <a:pt x="43136" y="27480"/>
                </a:cubicBezTo>
                <a:cubicBezTo>
                  <a:pt x="43136" y="27455"/>
                  <a:pt x="43112" y="27455"/>
                  <a:pt x="43112" y="27405"/>
                </a:cubicBezTo>
                <a:cubicBezTo>
                  <a:pt x="45675" y="25613"/>
                  <a:pt x="48264" y="24070"/>
                  <a:pt x="50828" y="22825"/>
                </a:cubicBezTo>
                <a:close/>
                <a:moveTo>
                  <a:pt x="64177" y="19540"/>
                </a:moveTo>
                <a:cubicBezTo>
                  <a:pt x="65925" y="19540"/>
                  <a:pt x="67537" y="19784"/>
                  <a:pt x="68973" y="20286"/>
                </a:cubicBezTo>
                <a:cubicBezTo>
                  <a:pt x="68874" y="20784"/>
                  <a:pt x="68774" y="21257"/>
                  <a:pt x="68700" y="21755"/>
                </a:cubicBezTo>
                <a:cubicBezTo>
                  <a:pt x="65514" y="23423"/>
                  <a:pt x="62278" y="25364"/>
                  <a:pt x="59017" y="27505"/>
                </a:cubicBezTo>
                <a:cubicBezTo>
                  <a:pt x="58370" y="25215"/>
                  <a:pt x="57947" y="22800"/>
                  <a:pt x="57772" y="20461"/>
                </a:cubicBezTo>
                <a:cubicBezTo>
                  <a:pt x="60045" y="19853"/>
                  <a:pt x="62199" y="19540"/>
                  <a:pt x="64177" y="19540"/>
                </a:cubicBezTo>
                <a:close/>
                <a:moveTo>
                  <a:pt x="84257" y="18171"/>
                </a:moveTo>
                <a:cubicBezTo>
                  <a:pt x="85128" y="20983"/>
                  <a:pt x="85725" y="23846"/>
                  <a:pt x="85924" y="26659"/>
                </a:cubicBezTo>
                <a:cubicBezTo>
                  <a:pt x="84978" y="26907"/>
                  <a:pt x="84008" y="27231"/>
                  <a:pt x="83087" y="27530"/>
                </a:cubicBezTo>
                <a:cubicBezTo>
                  <a:pt x="83136" y="27107"/>
                  <a:pt x="83186" y="26659"/>
                  <a:pt x="83236" y="26235"/>
                </a:cubicBezTo>
                <a:lnTo>
                  <a:pt x="83236" y="26161"/>
                </a:lnTo>
                <a:cubicBezTo>
                  <a:pt x="83261" y="25738"/>
                  <a:pt x="83311" y="25290"/>
                  <a:pt x="83311" y="24866"/>
                </a:cubicBezTo>
                <a:lnTo>
                  <a:pt x="83311" y="24767"/>
                </a:lnTo>
                <a:lnTo>
                  <a:pt x="83311" y="24593"/>
                </a:lnTo>
                <a:lnTo>
                  <a:pt x="83311" y="23497"/>
                </a:lnTo>
                <a:lnTo>
                  <a:pt x="83311" y="23248"/>
                </a:lnTo>
                <a:lnTo>
                  <a:pt x="83311" y="23099"/>
                </a:lnTo>
                <a:cubicBezTo>
                  <a:pt x="83311" y="22776"/>
                  <a:pt x="83261" y="22502"/>
                  <a:pt x="83236" y="22178"/>
                </a:cubicBezTo>
                <a:cubicBezTo>
                  <a:pt x="83236" y="22054"/>
                  <a:pt x="83236" y="21929"/>
                  <a:pt x="83211" y="21805"/>
                </a:cubicBezTo>
                <a:lnTo>
                  <a:pt x="83211" y="21655"/>
                </a:lnTo>
                <a:cubicBezTo>
                  <a:pt x="83161" y="21407"/>
                  <a:pt x="83136" y="21133"/>
                  <a:pt x="83112" y="20884"/>
                </a:cubicBezTo>
                <a:cubicBezTo>
                  <a:pt x="83087" y="20710"/>
                  <a:pt x="83087" y="20560"/>
                  <a:pt x="83062" y="20386"/>
                </a:cubicBezTo>
                <a:cubicBezTo>
                  <a:pt x="83062" y="20361"/>
                  <a:pt x="83062" y="20311"/>
                  <a:pt x="83012" y="20286"/>
                </a:cubicBezTo>
                <a:cubicBezTo>
                  <a:pt x="82987" y="20038"/>
                  <a:pt x="82912" y="19814"/>
                  <a:pt x="82863" y="19614"/>
                </a:cubicBezTo>
                <a:lnTo>
                  <a:pt x="82763" y="19141"/>
                </a:lnTo>
                <a:cubicBezTo>
                  <a:pt x="83012" y="18942"/>
                  <a:pt x="83286" y="18793"/>
                  <a:pt x="83585" y="18594"/>
                </a:cubicBezTo>
                <a:cubicBezTo>
                  <a:pt x="83784" y="18445"/>
                  <a:pt x="84008" y="18295"/>
                  <a:pt x="84257" y="18171"/>
                </a:cubicBezTo>
                <a:close/>
                <a:moveTo>
                  <a:pt x="82614" y="19291"/>
                </a:moveTo>
                <a:cubicBezTo>
                  <a:pt x="82614" y="19490"/>
                  <a:pt x="82639" y="19664"/>
                  <a:pt x="82713" y="19838"/>
                </a:cubicBezTo>
                <a:cubicBezTo>
                  <a:pt x="82738" y="20038"/>
                  <a:pt x="82813" y="20237"/>
                  <a:pt x="82838" y="20411"/>
                </a:cubicBezTo>
                <a:cubicBezTo>
                  <a:pt x="82863" y="20535"/>
                  <a:pt x="82863" y="20660"/>
                  <a:pt x="82888" y="20784"/>
                </a:cubicBezTo>
                <a:cubicBezTo>
                  <a:pt x="82937" y="20884"/>
                  <a:pt x="82937" y="21008"/>
                  <a:pt x="82937" y="21083"/>
                </a:cubicBezTo>
                <a:cubicBezTo>
                  <a:pt x="82962" y="21307"/>
                  <a:pt x="82987" y="21531"/>
                  <a:pt x="83012" y="21780"/>
                </a:cubicBezTo>
                <a:cubicBezTo>
                  <a:pt x="83012" y="21904"/>
                  <a:pt x="83062" y="22054"/>
                  <a:pt x="83062" y="22178"/>
                </a:cubicBezTo>
                <a:lnTo>
                  <a:pt x="83062" y="22303"/>
                </a:lnTo>
                <a:cubicBezTo>
                  <a:pt x="83087" y="22626"/>
                  <a:pt x="83112" y="22900"/>
                  <a:pt x="83112" y="23224"/>
                </a:cubicBezTo>
                <a:lnTo>
                  <a:pt x="83112" y="23547"/>
                </a:lnTo>
                <a:lnTo>
                  <a:pt x="83112" y="24717"/>
                </a:lnTo>
                <a:lnTo>
                  <a:pt x="83112" y="24891"/>
                </a:lnTo>
                <a:cubicBezTo>
                  <a:pt x="83087" y="25787"/>
                  <a:pt x="82987" y="26708"/>
                  <a:pt x="82863" y="27629"/>
                </a:cubicBezTo>
                <a:lnTo>
                  <a:pt x="82788" y="27629"/>
                </a:lnTo>
                <a:cubicBezTo>
                  <a:pt x="82863" y="27256"/>
                  <a:pt x="82888" y="26883"/>
                  <a:pt x="82912" y="26509"/>
                </a:cubicBezTo>
                <a:cubicBezTo>
                  <a:pt x="82912" y="26459"/>
                  <a:pt x="82912" y="26410"/>
                  <a:pt x="82962" y="26360"/>
                </a:cubicBezTo>
                <a:cubicBezTo>
                  <a:pt x="82962" y="26285"/>
                  <a:pt x="82962" y="26235"/>
                  <a:pt x="82987" y="26161"/>
                </a:cubicBezTo>
                <a:lnTo>
                  <a:pt x="82987" y="26111"/>
                </a:lnTo>
                <a:cubicBezTo>
                  <a:pt x="83012" y="25762"/>
                  <a:pt x="83012" y="25414"/>
                  <a:pt x="83062" y="25090"/>
                </a:cubicBezTo>
                <a:lnTo>
                  <a:pt x="83062" y="24991"/>
                </a:lnTo>
                <a:lnTo>
                  <a:pt x="83062" y="24866"/>
                </a:lnTo>
                <a:lnTo>
                  <a:pt x="83062" y="24617"/>
                </a:lnTo>
                <a:lnTo>
                  <a:pt x="83062" y="23672"/>
                </a:lnTo>
                <a:lnTo>
                  <a:pt x="83062" y="23373"/>
                </a:lnTo>
                <a:lnTo>
                  <a:pt x="83062" y="23174"/>
                </a:lnTo>
                <a:cubicBezTo>
                  <a:pt x="83062" y="22900"/>
                  <a:pt x="83012" y="22601"/>
                  <a:pt x="82987" y="22303"/>
                </a:cubicBezTo>
                <a:cubicBezTo>
                  <a:pt x="82987" y="22178"/>
                  <a:pt x="82987" y="22054"/>
                  <a:pt x="82962" y="21904"/>
                </a:cubicBezTo>
                <a:lnTo>
                  <a:pt x="82962" y="21780"/>
                </a:lnTo>
                <a:cubicBezTo>
                  <a:pt x="82912" y="21506"/>
                  <a:pt x="82888" y="21232"/>
                  <a:pt x="82838" y="20934"/>
                </a:cubicBezTo>
                <a:cubicBezTo>
                  <a:pt x="82788" y="20809"/>
                  <a:pt x="82788" y="20685"/>
                  <a:pt x="82763" y="20560"/>
                </a:cubicBezTo>
                <a:lnTo>
                  <a:pt x="82763" y="20486"/>
                </a:lnTo>
                <a:lnTo>
                  <a:pt x="82763" y="20436"/>
                </a:lnTo>
                <a:cubicBezTo>
                  <a:pt x="82738" y="20311"/>
                  <a:pt x="82713" y="20187"/>
                  <a:pt x="82713" y="20112"/>
                </a:cubicBezTo>
                <a:cubicBezTo>
                  <a:pt x="82713" y="20062"/>
                  <a:pt x="82713" y="20038"/>
                  <a:pt x="82688" y="20013"/>
                </a:cubicBezTo>
                <a:cubicBezTo>
                  <a:pt x="82639" y="19789"/>
                  <a:pt x="82589" y="19565"/>
                  <a:pt x="82564" y="19365"/>
                </a:cubicBezTo>
                <a:lnTo>
                  <a:pt x="82589" y="19316"/>
                </a:lnTo>
                <a:cubicBezTo>
                  <a:pt x="82589" y="19316"/>
                  <a:pt x="82614" y="19316"/>
                  <a:pt x="82614" y="19291"/>
                </a:cubicBezTo>
                <a:close/>
                <a:moveTo>
                  <a:pt x="57598" y="20510"/>
                </a:moveTo>
                <a:cubicBezTo>
                  <a:pt x="57797" y="22900"/>
                  <a:pt x="58196" y="25290"/>
                  <a:pt x="58868" y="27629"/>
                </a:cubicBezTo>
                <a:cubicBezTo>
                  <a:pt x="58843" y="27629"/>
                  <a:pt x="58843" y="27654"/>
                  <a:pt x="58818" y="27654"/>
                </a:cubicBezTo>
                <a:cubicBezTo>
                  <a:pt x="58121" y="25314"/>
                  <a:pt x="57698" y="22900"/>
                  <a:pt x="57548" y="20535"/>
                </a:cubicBezTo>
                <a:cubicBezTo>
                  <a:pt x="57573" y="20535"/>
                  <a:pt x="57573" y="20535"/>
                  <a:pt x="57598" y="20510"/>
                </a:cubicBezTo>
                <a:close/>
                <a:moveTo>
                  <a:pt x="68650" y="22004"/>
                </a:moveTo>
                <a:cubicBezTo>
                  <a:pt x="68675" y="22029"/>
                  <a:pt x="68650" y="22054"/>
                  <a:pt x="68650" y="22103"/>
                </a:cubicBezTo>
                <a:cubicBezTo>
                  <a:pt x="65464" y="23746"/>
                  <a:pt x="62303" y="25638"/>
                  <a:pt x="59092" y="27779"/>
                </a:cubicBezTo>
                <a:cubicBezTo>
                  <a:pt x="59092" y="27754"/>
                  <a:pt x="59092" y="27754"/>
                  <a:pt x="59067" y="27729"/>
                </a:cubicBezTo>
                <a:cubicBezTo>
                  <a:pt x="62228" y="25563"/>
                  <a:pt x="65439" y="23672"/>
                  <a:pt x="68650" y="22004"/>
                </a:cubicBezTo>
                <a:close/>
                <a:moveTo>
                  <a:pt x="85924" y="26858"/>
                </a:moveTo>
                <a:lnTo>
                  <a:pt x="85924" y="26907"/>
                </a:lnTo>
                <a:cubicBezTo>
                  <a:pt x="84978" y="27206"/>
                  <a:pt x="84008" y="27505"/>
                  <a:pt x="83012" y="27828"/>
                </a:cubicBezTo>
                <a:lnTo>
                  <a:pt x="83012" y="27754"/>
                </a:lnTo>
                <a:cubicBezTo>
                  <a:pt x="83983" y="27405"/>
                  <a:pt x="84954" y="27131"/>
                  <a:pt x="85924" y="26858"/>
                </a:cubicBezTo>
                <a:close/>
                <a:moveTo>
                  <a:pt x="58917" y="27828"/>
                </a:moveTo>
                <a:cubicBezTo>
                  <a:pt x="58942" y="27828"/>
                  <a:pt x="58942" y="27853"/>
                  <a:pt x="58942" y="27878"/>
                </a:cubicBezTo>
                <a:cubicBezTo>
                  <a:pt x="58917" y="27878"/>
                  <a:pt x="58917" y="27903"/>
                  <a:pt x="58868" y="27903"/>
                </a:cubicBezTo>
                <a:cubicBezTo>
                  <a:pt x="58868" y="27878"/>
                  <a:pt x="58868" y="27878"/>
                  <a:pt x="58843" y="27853"/>
                </a:cubicBezTo>
                <a:cubicBezTo>
                  <a:pt x="58868" y="27853"/>
                  <a:pt x="58868" y="27828"/>
                  <a:pt x="58917" y="27828"/>
                </a:cubicBezTo>
                <a:close/>
                <a:moveTo>
                  <a:pt x="82838" y="27878"/>
                </a:moveTo>
                <a:lnTo>
                  <a:pt x="82838" y="27903"/>
                </a:lnTo>
                <a:cubicBezTo>
                  <a:pt x="82788" y="27903"/>
                  <a:pt x="82763" y="27953"/>
                  <a:pt x="82763" y="27953"/>
                </a:cubicBezTo>
                <a:lnTo>
                  <a:pt x="82763" y="27878"/>
                </a:lnTo>
                <a:close/>
                <a:moveTo>
                  <a:pt x="117011" y="28311"/>
                </a:moveTo>
                <a:cubicBezTo>
                  <a:pt x="117028" y="28360"/>
                  <a:pt x="117049" y="28409"/>
                  <a:pt x="117063" y="28451"/>
                </a:cubicBezTo>
                <a:cubicBezTo>
                  <a:pt x="117088" y="28500"/>
                  <a:pt x="117088" y="28575"/>
                  <a:pt x="117113" y="28625"/>
                </a:cubicBezTo>
                <a:lnTo>
                  <a:pt x="117063" y="28625"/>
                </a:lnTo>
                <a:lnTo>
                  <a:pt x="117063" y="28575"/>
                </a:lnTo>
                <a:lnTo>
                  <a:pt x="117063" y="28500"/>
                </a:lnTo>
                <a:cubicBezTo>
                  <a:pt x="117033" y="28441"/>
                  <a:pt x="117021" y="28373"/>
                  <a:pt x="117011" y="28311"/>
                </a:cubicBezTo>
                <a:close/>
                <a:moveTo>
                  <a:pt x="104717" y="26584"/>
                </a:moveTo>
                <a:cubicBezTo>
                  <a:pt x="104792" y="26609"/>
                  <a:pt x="104916" y="26634"/>
                  <a:pt x="105016" y="26659"/>
                </a:cubicBezTo>
                <a:cubicBezTo>
                  <a:pt x="104842" y="27455"/>
                  <a:pt x="104618" y="28252"/>
                  <a:pt x="104344" y="29023"/>
                </a:cubicBezTo>
                <a:cubicBezTo>
                  <a:pt x="104468" y="28227"/>
                  <a:pt x="104593" y="27380"/>
                  <a:pt x="104717" y="26584"/>
                </a:cubicBezTo>
                <a:close/>
                <a:moveTo>
                  <a:pt x="117113" y="28849"/>
                </a:moveTo>
                <a:cubicBezTo>
                  <a:pt x="117113" y="28940"/>
                  <a:pt x="117154" y="29051"/>
                  <a:pt x="117162" y="29127"/>
                </a:cubicBezTo>
                <a:lnTo>
                  <a:pt x="117162" y="29127"/>
                </a:lnTo>
                <a:cubicBezTo>
                  <a:pt x="117159" y="29109"/>
                  <a:pt x="117149" y="29091"/>
                  <a:pt x="117113" y="29073"/>
                </a:cubicBezTo>
                <a:cubicBezTo>
                  <a:pt x="117088" y="28998"/>
                  <a:pt x="117088" y="28899"/>
                  <a:pt x="117088" y="28849"/>
                </a:cubicBezTo>
                <a:close/>
                <a:moveTo>
                  <a:pt x="57424" y="20635"/>
                </a:moveTo>
                <a:cubicBezTo>
                  <a:pt x="57548" y="22975"/>
                  <a:pt x="57972" y="25389"/>
                  <a:pt x="58669" y="27754"/>
                </a:cubicBezTo>
                <a:cubicBezTo>
                  <a:pt x="57947" y="28252"/>
                  <a:pt x="57225" y="28724"/>
                  <a:pt x="56503" y="29247"/>
                </a:cubicBezTo>
                <a:cubicBezTo>
                  <a:pt x="56379" y="29073"/>
                  <a:pt x="56254" y="28899"/>
                  <a:pt x="56130" y="28749"/>
                </a:cubicBezTo>
                <a:cubicBezTo>
                  <a:pt x="55706" y="28127"/>
                  <a:pt x="55234" y="27530"/>
                  <a:pt x="54761" y="26957"/>
                </a:cubicBezTo>
                <a:cubicBezTo>
                  <a:pt x="54636" y="26758"/>
                  <a:pt x="54487" y="26584"/>
                  <a:pt x="54362" y="26410"/>
                </a:cubicBezTo>
                <a:cubicBezTo>
                  <a:pt x="53740" y="25638"/>
                  <a:pt x="53118" y="24866"/>
                  <a:pt x="52496" y="24120"/>
                </a:cubicBezTo>
                <a:cubicBezTo>
                  <a:pt x="52471" y="24095"/>
                  <a:pt x="52471" y="24045"/>
                  <a:pt x="52446" y="24045"/>
                </a:cubicBezTo>
                <a:cubicBezTo>
                  <a:pt x="52147" y="23721"/>
                  <a:pt x="51873" y="23398"/>
                  <a:pt x="51599" y="23099"/>
                </a:cubicBezTo>
                <a:cubicBezTo>
                  <a:pt x="51525" y="23024"/>
                  <a:pt x="51500" y="22975"/>
                  <a:pt x="51450" y="22900"/>
                </a:cubicBezTo>
                <a:cubicBezTo>
                  <a:pt x="53491" y="21929"/>
                  <a:pt x="55482" y="21183"/>
                  <a:pt x="57424" y="20635"/>
                </a:cubicBezTo>
                <a:close/>
                <a:moveTo>
                  <a:pt x="51251" y="22925"/>
                </a:moveTo>
                <a:cubicBezTo>
                  <a:pt x="51251" y="22975"/>
                  <a:pt x="51276" y="22975"/>
                  <a:pt x="51276" y="23000"/>
                </a:cubicBezTo>
                <a:cubicBezTo>
                  <a:pt x="52993" y="24966"/>
                  <a:pt x="54736" y="27131"/>
                  <a:pt x="56354" y="29372"/>
                </a:cubicBezTo>
                <a:lnTo>
                  <a:pt x="56329" y="29397"/>
                </a:lnTo>
                <a:cubicBezTo>
                  <a:pt x="55084" y="27729"/>
                  <a:pt x="53815" y="26086"/>
                  <a:pt x="52496" y="24493"/>
                </a:cubicBezTo>
                <a:cubicBezTo>
                  <a:pt x="52396" y="24369"/>
                  <a:pt x="52272" y="24244"/>
                  <a:pt x="52197" y="24120"/>
                </a:cubicBezTo>
                <a:lnTo>
                  <a:pt x="51624" y="23472"/>
                </a:lnTo>
                <a:cubicBezTo>
                  <a:pt x="51475" y="23298"/>
                  <a:pt x="51351" y="23124"/>
                  <a:pt x="51201" y="22975"/>
                </a:cubicBezTo>
                <a:cubicBezTo>
                  <a:pt x="51226" y="22975"/>
                  <a:pt x="51226" y="22925"/>
                  <a:pt x="51251" y="22925"/>
                </a:cubicBezTo>
                <a:close/>
                <a:moveTo>
                  <a:pt x="58718" y="27953"/>
                </a:moveTo>
                <a:cubicBezTo>
                  <a:pt x="58718" y="27978"/>
                  <a:pt x="58718" y="27978"/>
                  <a:pt x="58743" y="28003"/>
                </a:cubicBezTo>
                <a:cubicBezTo>
                  <a:pt x="58046" y="28476"/>
                  <a:pt x="57349" y="28973"/>
                  <a:pt x="56677" y="29471"/>
                </a:cubicBezTo>
                <a:cubicBezTo>
                  <a:pt x="56677" y="29446"/>
                  <a:pt x="56627" y="29446"/>
                  <a:pt x="56627" y="29397"/>
                </a:cubicBezTo>
                <a:cubicBezTo>
                  <a:pt x="57324" y="28899"/>
                  <a:pt x="58046" y="28451"/>
                  <a:pt x="58718" y="27953"/>
                </a:cubicBezTo>
                <a:close/>
                <a:moveTo>
                  <a:pt x="82340" y="19440"/>
                </a:moveTo>
                <a:lnTo>
                  <a:pt x="82440" y="19913"/>
                </a:lnTo>
                <a:cubicBezTo>
                  <a:pt x="82514" y="20162"/>
                  <a:pt x="82564" y="20386"/>
                  <a:pt x="82614" y="20635"/>
                </a:cubicBezTo>
                <a:cubicBezTo>
                  <a:pt x="82639" y="20859"/>
                  <a:pt x="82688" y="21033"/>
                  <a:pt x="82713" y="21257"/>
                </a:cubicBezTo>
                <a:lnTo>
                  <a:pt x="82813" y="22004"/>
                </a:lnTo>
                <a:cubicBezTo>
                  <a:pt x="82838" y="22178"/>
                  <a:pt x="82838" y="22377"/>
                  <a:pt x="82838" y="22552"/>
                </a:cubicBezTo>
                <a:cubicBezTo>
                  <a:pt x="82863" y="22850"/>
                  <a:pt x="82863" y="23124"/>
                  <a:pt x="82863" y="23398"/>
                </a:cubicBezTo>
                <a:lnTo>
                  <a:pt x="82863" y="23672"/>
                </a:lnTo>
                <a:lnTo>
                  <a:pt x="82863" y="23871"/>
                </a:lnTo>
                <a:lnTo>
                  <a:pt x="82863" y="23921"/>
                </a:lnTo>
                <a:lnTo>
                  <a:pt x="82863" y="24891"/>
                </a:lnTo>
                <a:cubicBezTo>
                  <a:pt x="82863" y="24991"/>
                  <a:pt x="82863" y="25115"/>
                  <a:pt x="82838" y="25240"/>
                </a:cubicBezTo>
                <a:lnTo>
                  <a:pt x="82838" y="25314"/>
                </a:lnTo>
                <a:cubicBezTo>
                  <a:pt x="82813" y="25713"/>
                  <a:pt x="82813" y="26086"/>
                  <a:pt x="82738" y="26435"/>
                </a:cubicBezTo>
                <a:cubicBezTo>
                  <a:pt x="82738" y="26534"/>
                  <a:pt x="82713" y="26634"/>
                  <a:pt x="82713" y="26683"/>
                </a:cubicBezTo>
                <a:cubicBezTo>
                  <a:pt x="82688" y="27032"/>
                  <a:pt x="82614" y="27380"/>
                  <a:pt x="82589" y="27729"/>
                </a:cubicBezTo>
                <a:cubicBezTo>
                  <a:pt x="80473" y="28426"/>
                  <a:pt x="78357" y="29297"/>
                  <a:pt x="76167" y="30293"/>
                </a:cubicBezTo>
                <a:cubicBezTo>
                  <a:pt x="76142" y="29222"/>
                  <a:pt x="75993" y="28177"/>
                  <a:pt x="75769" y="27231"/>
                </a:cubicBezTo>
                <a:cubicBezTo>
                  <a:pt x="75868" y="27007"/>
                  <a:pt x="75993" y="26758"/>
                  <a:pt x="76117" y="26534"/>
                </a:cubicBezTo>
                <a:cubicBezTo>
                  <a:pt x="76142" y="26484"/>
                  <a:pt x="76167" y="26410"/>
                  <a:pt x="76242" y="26360"/>
                </a:cubicBezTo>
                <a:cubicBezTo>
                  <a:pt x="76416" y="25986"/>
                  <a:pt x="76640" y="25638"/>
                  <a:pt x="76864" y="25290"/>
                </a:cubicBezTo>
                <a:cubicBezTo>
                  <a:pt x="76963" y="25165"/>
                  <a:pt x="77013" y="25041"/>
                  <a:pt x="77113" y="24916"/>
                </a:cubicBezTo>
                <a:cubicBezTo>
                  <a:pt x="77287" y="24642"/>
                  <a:pt x="77511" y="24319"/>
                  <a:pt x="77685" y="24045"/>
                </a:cubicBezTo>
                <a:cubicBezTo>
                  <a:pt x="77785" y="23896"/>
                  <a:pt x="77909" y="23771"/>
                  <a:pt x="78009" y="23622"/>
                </a:cubicBezTo>
                <a:cubicBezTo>
                  <a:pt x="78233" y="23373"/>
                  <a:pt x="78407" y="23074"/>
                  <a:pt x="78631" y="22825"/>
                </a:cubicBezTo>
                <a:cubicBezTo>
                  <a:pt x="78756" y="22676"/>
                  <a:pt x="78880" y="22552"/>
                  <a:pt x="79005" y="22402"/>
                </a:cubicBezTo>
                <a:cubicBezTo>
                  <a:pt x="79229" y="22153"/>
                  <a:pt x="79477" y="21904"/>
                  <a:pt x="79677" y="21680"/>
                </a:cubicBezTo>
                <a:lnTo>
                  <a:pt x="80100" y="21282"/>
                </a:lnTo>
                <a:lnTo>
                  <a:pt x="80921" y="20535"/>
                </a:lnTo>
                <a:cubicBezTo>
                  <a:pt x="81046" y="20436"/>
                  <a:pt x="81195" y="20311"/>
                  <a:pt x="81295" y="20212"/>
                </a:cubicBezTo>
                <a:cubicBezTo>
                  <a:pt x="81643" y="19938"/>
                  <a:pt x="81991" y="19689"/>
                  <a:pt x="82340" y="19440"/>
                </a:cubicBezTo>
                <a:close/>
                <a:moveTo>
                  <a:pt x="75644" y="27505"/>
                </a:moveTo>
                <a:cubicBezTo>
                  <a:pt x="75868" y="28451"/>
                  <a:pt x="75993" y="29372"/>
                  <a:pt x="76018" y="30392"/>
                </a:cubicBezTo>
                <a:cubicBezTo>
                  <a:pt x="75993" y="30392"/>
                  <a:pt x="75968" y="30392"/>
                  <a:pt x="75968" y="30442"/>
                </a:cubicBezTo>
                <a:cubicBezTo>
                  <a:pt x="75918" y="29446"/>
                  <a:pt x="75794" y="28500"/>
                  <a:pt x="75619" y="27604"/>
                </a:cubicBezTo>
                <a:cubicBezTo>
                  <a:pt x="75619" y="27579"/>
                  <a:pt x="75644" y="27530"/>
                  <a:pt x="75644" y="27505"/>
                </a:cubicBezTo>
                <a:close/>
                <a:moveTo>
                  <a:pt x="104468" y="26509"/>
                </a:moveTo>
                <a:cubicBezTo>
                  <a:pt x="104493" y="26509"/>
                  <a:pt x="104493" y="26509"/>
                  <a:pt x="104518" y="26534"/>
                </a:cubicBezTo>
                <a:cubicBezTo>
                  <a:pt x="104369" y="27729"/>
                  <a:pt x="104169" y="28899"/>
                  <a:pt x="103921" y="30118"/>
                </a:cubicBezTo>
                <a:cubicBezTo>
                  <a:pt x="103896" y="30243"/>
                  <a:pt x="103846" y="30342"/>
                  <a:pt x="103796" y="30467"/>
                </a:cubicBezTo>
                <a:cubicBezTo>
                  <a:pt x="104095" y="29098"/>
                  <a:pt x="104294" y="27779"/>
                  <a:pt x="104468" y="26509"/>
                </a:cubicBezTo>
                <a:close/>
                <a:moveTo>
                  <a:pt x="105165" y="26733"/>
                </a:moveTo>
                <a:cubicBezTo>
                  <a:pt x="105215" y="26758"/>
                  <a:pt x="105240" y="26758"/>
                  <a:pt x="105240" y="26758"/>
                </a:cubicBezTo>
                <a:cubicBezTo>
                  <a:pt x="104916" y="28028"/>
                  <a:pt x="104518" y="29322"/>
                  <a:pt x="104020" y="30517"/>
                </a:cubicBezTo>
                <a:cubicBezTo>
                  <a:pt x="104045" y="30392"/>
                  <a:pt x="104095" y="30268"/>
                  <a:pt x="104095" y="30193"/>
                </a:cubicBezTo>
                <a:cubicBezTo>
                  <a:pt x="104518" y="29073"/>
                  <a:pt x="104891" y="27878"/>
                  <a:pt x="105165" y="26733"/>
                </a:cubicBezTo>
                <a:close/>
                <a:moveTo>
                  <a:pt x="82564" y="27953"/>
                </a:moveTo>
                <a:lnTo>
                  <a:pt x="82564" y="28003"/>
                </a:lnTo>
                <a:cubicBezTo>
                  <a:pt x="80473" y="28724"/>
                  <a:pt x="78308" y="29596"/>
                  <a:pt x="76167" y="30591"/>
                </a:cubicBezTo>
                <a:lnTo>
                  <a:pt x="76167" y="30517"/>
                </a:lnTo>
                <a:cubicBezTo>
                  <a:pt x="78308" y="29521"/>
                  <a:pt x="80473" y="28650"/>
                  <a:pt x="82564" y="27953"/>
                </a:cubicBezTo>
                <a:close/>
                <a:moveTo>
                  <a:pt x="76018" y="30616"/>
                </a:moveTo>
                <a:lnTo>
                  <a:pt x="76018" y="30691"/>
                </a:lnTo>
                <a:cubicBezTo>
                  <a:pt x="75993" y="30691"/>
                  <a:pt x="75968" y="30691"/>
                  <a:pt x="75968" y="30716"/>
                </a:cubicBezTo>
                <a:lnTo>
                  <a:pt x="75968" y="30641"/>
                </a:lnTo>
                <a:cubicBezTo>
                  <a:pt x="75993" y="30641"/>
                  <a:pt x="75993" y="30616"/>
                  <a:pt x="76018" y="30616"/>
                </a:cubicBezTo>
                <a:close/>
                <a:moveTo>
                  <a:pt x="68874" y="22153"/>
                </a:moveTo>
                <a:cubicBezTo>
                  <a:pt x="68426" y="25090"/>
                  <a:pt x="68501" y="28003"/>
                  <a:pt x="69073" y="30741"/>
                </a:cubicBezTo>
                <a:lnTo>
                  <a:pt x="69023" y="30741"/>
                </a:lnTo>
                <a:cubicBezTo>
                  <a:pt x="68451" y="28003"/>
                  <a:pt x="68351" y="25115"/>
                  <a:pt x="68799" y="22178"/>
                </a:cubicBezTo>
                <a:cubicBezTo>
                  <a:pt x="68824" y="22178"/>
                  <a:pt x="68824" y="22153"/>
                  <a:pt x="68874" y="22153"/>
                </a:cubicBezTo>
                <a:close/>
                <a:moveTo>
                  <a:pt x="68650" y="22303"/>
                </a:moveTo>
                <a:lnTo>
                  <a:pt x="68650" y="22303"/>
                </a:lnTo>
                <a:cubicBezTo>
                  <a:pt x="68227" y="25140"/>
                  <a:pt x="68301" y="28003"/>
                  <a:pt x="68849" y="30691"/>
                </a:cubicBezTo>
                <a:cubicBezTo>
                  <a:pt x="67741" y="30325"/>
                  <a:pt x="66511" y="30148"/>
                  <a:pt x="65193" y="30148"/>
                </a:cubicBezTo>
                <a:cubicBezTo>
                  <a:pt x="63640" y="30148"/>
                  <a:pt x="61962" y="30394"/>
                  <a:pt x="60212" y="30865"/>
                </a:cubicBezTo>
                <a:cubicBezTo>
                  <a:pt x="59838" y="29894"/>
                  <a:pt x="59465" y="28948"/>
                  <a:pt x="59191" y="27953"/>
                </a:cubicBezTo>
                <a:cubicBezTo>
                  <a:pt x="62328" y="25837"/>
                  <a:pt x="65514" y="23921"/>
                  <a:pt x="68650" y="22303"/>
                </a:cubicBezTo>
                <a:close/>
                <a:moveTo>
                  <a:pt x="59042" y="28077"/>
                </a:moveTo>
                <a:cubicBezTo>
                  <a:pt x="59316" y="29023"/>
                  <a:pt x="59639" y="29969"/>
                  <a:pt x="60038" y="30940"/>
                </a:cubicBezTo>
                <a:lnTo>
                  <a:pt x="59963" y="30940"/>
                </a:lnTo>
                <a:cubicBezTo>
                  <a:pt x="59589" y="29994"/>
                  <a:pt x="59241" y="29073"/>
                  <a:pt x="58967" y="28102"/>
                </a:cubicBezTo>
                <a:cubicBezTo>
                  <a:pt x="58992" y="28102"/>
                  <a:pt x="58992" y="28077"/>
                  <a:pt x="59042" y="28077"/>
                </a:cubicBezTo>
                <a:close/>
                <a:moveTo>
                  <a:pt x="69148" y="30965"/>
                </a:moveTo>
                <a:cubicBezTo>
                  <a:pt x="69148" y="30990"/>
                  <a:pt x="69148" y="31014"/>
                  <a:pt x="69173" y="31014"/>
                </a:cubicBezTo>
                <a:cubicBezTo>
                  <a:pt x="69164" y="31031"/>
                  <a:pt x="69156" y="31037"/>
                  <a:pt x="69149" y="31037"/>
                </a:cubicBezTo>
                <a:cubicBezTo>
                  <a:pt x="69134" y="31037"/>
                  <a:pt x="69123" y="31014"/>
                  <a:pt x="69123" y="31014"/>
                </a:cubicBezTo>
                <a:cubicBezTo>
                  <a:pt x="69123" y="30990"/>
                  <a:pt x="69123" y="30965"/>
                  <a:pt x="69073" y="30965"/>
                </a:cubicBezTo>
                <a:close/>
                <a:moveTo>
                  <a:pt x="65230" y="30358"/>
                </a:moveTo>
                <a:cubicBezTo>
                  <a:pt x="66548" y="30358"/>
                  <a:pt x="67770" y="30533"/>
                  <a:pt x="68874" y="30890"/>
                </a:cubicBezTo>
                <a:cubicBezTo>
                  <a:pt x="68874" y="30911"/>
                  <a:pt x="68874" y="30949"/>
                  <a:pt x="68889" y="30961"/>
                </a:cubicBezTo>
                <a:lnTo>
                  <a:pt x="68889" y="30961"/>
                </a:lnTo>
                <a:cubicBezTo>
                  <a:pt x="67796" y="30583"/>
                  <a:pt x="66575" y="30401"/>
                  <a:pt x="65257" y="30401"/>
                </a:cubicBezTo>
                <a:cubicBezTo>
                  <a:pt x="63725" y="30401"/>
                  <a:pt x="62061" y="30646"/>
                  <a:pt x="60311" y="31114"/>
                </a:cubicBezTo>
                <a:cubicBezTo>
                  <a:pt x="60311" y="31089"/>
                  <a:pt x="60262" y="31089"/>
                  <a:pt x="60262" y="31064"/>
                </a:cubicBezTo>
                <a:cubicBezTo>
                  <a:pt x="62029" y="30596"/>
                  <a:pt x="63695" y="30358"/>
                  <a:pt x="65230" y="30358"/>
                </a:cubicBezTo>
                <a:close/>
                <a:moveTo>
                  <a:pt x="60087" y="31089"/>
                </a:moveTo>
                <a:cubicBezTo>
                  <a:pt x="60087" y="31114"/>
                  <a:pt x="60087" y="31114"/>
                  <a:pt x="60112" y="31139"/>
                </a:cubicBezTo>
                <a:cubicBezTo>
                  <a:pt x="60087" y="31139"/>
                  <a:pt x="60087" y="31139"/>
                  <a:pt x="60062" y="31189"/>
                </a:cubicBezTo>
                <a:cubicBezTo>
                  <a:pt x="60062" y="31139"/>
                  <a:pt x="60038" y="31139"/>
                  <a:pt x="60038" y="31114"/>
                </a:cubicBezTo>
                <a:cubicBezTo>
                  <a:pt x="60062" y="31089"/>
                  <a:pt x="60062" y="31089"/>
                  <a:pt x="60087" y="31089"/>
                </a:cubicBezTo>
                <a:close/>
                <a:moveTo>
                  <a:pt x="75470" y="27903"/>
                </a:moveTo>
                <a:cubicBezTo>
                  <a:pt x="75644" y="28724"/>
                  <a:pt x="75744" y="29596"/>
                  <a:pt x="75769" y="30517"/>
                </a:cubicBezTo>
                <a:cubicBezTo>
                  <a:pt x="75346" y="30741"/>
                  <a:pt x="74898" y="30965"/>
                  <a:pt x="74425" y="31189"/>
                </a:cubicBezTo>
                <a:cubicBezTo>
                  <a:pt x="74474" y="31089"/>
                  <a:pt x="74474" y="30965"/>
                  <a:pt x="74499" y="30865"/>
                </a:cubicBezTo>
                <a:cubicBezTo>
                  <a:pt x="74499" y="30815"/>
                  <a:pt x="74524" y="30766"/>
                  <a:pt x="74524" y="30716"/>
                </a:cubicBezTo>
                <a:cubicBezTo>
                  <a:pt x="74748" y="29770"/>
                  <a:pt x="75047" y="28824"/>
                  <a:pt x="75470" y="27903"/>
                </a:cubicBezTo>
                <a:close/>
                <a:moveTo>
                  <a:pt x="75744" y="30716"/>
                </a:moveTo>
                <a:lnTo>
                  <a:pt x="75744" y="30766"/>
                </a:lnTo>
                <a:cubicBezTo>
                  <a:pt x="75296" y="30990"/>
                  <a:pt x="74848" y="31238"/>
                  <a:pt x="74375" y="31462"/>
                </a:cubicBezTo>
                <a:lnTo>
                  <a:pt x="74375" y="31363"/>
                </a:lnTo>
                <a:cubicBezTo>
                  <a:pt x="74848" y="31139"/>
                  <a:pt x="75271" y="30890"/>
                  <a:pt x="75744" y="30716"/>
                </a:cubicBezTo>
                <a:close/>
                <a:moveTo>
                  <a:pt x="58793" y="28202"/>
                </a:moveTo>
                <a:cubicBezTo>
                  <a:pt x="59092" y="29148"/>
                  <a:pt x="59440" y="30069"/>
                  <a:pt x="59789" y="30990"/>
                </a:cubicBezTo>
                <a:cubicBezTo>
                  <a:pt x="59216" y="31139"/>
                  <a:pt x="58669" y="31338"/>
                  <a:pt x="58096" y="31512"/>
                </a:cubicBezTo>
                <a:cubicBezTo>
                  <a:pt x="57673" y="30865"/>
                  <a:pt x="57225" y="30243"/>
                  <a:pt x="56752" y="29596"/>
                </a:cubicBezTo>
                <a:cubicBezTo>
                  <a:pt x="57449" y="29123"/>
                  <a:pt x="58121" y="28650"/>
                  <a:pt x="58793" y="28202"/>
                </a:cubicBezTo>
                <a:close/>
                <a:moveTo>
                  <a:pt x="56603" y="29720"/>
                </a:moveTo>
                <a:lnTo>
                  <a:pt x="57922" y="31587"/>
                </a:lnTo>
                <a:lnTo>
                  <a:pt x="57872" y="31612"/>
                </a:lnTo>
                <a:lnTo>
                  <a:pt x="56578" y="29745"/>
                </a:lnTo>
                <a:lnTo>
                  <a:pt x="56603" y="29720"/>
                </a:lnTo>
                <a:close/>
                <a:moveTo>
                  <a:pt x="103721" y="31139"/>
                </a:moveTo>
                <a:lnTo>
                  <a:pt x="103721" y="31139"/>
                </a:lnTo>
                <a:cubicBezTo>
                  <a:pt x="103672" y="31239"/>
                  <a:pt x="103672" y="31338"/>
                  <a:pt x="103647" y="31462"/>
                </a:cubicBezTo>
                <a:cubicBezTo>
                  <a:pt x="103622" y="31562"/>
                  <a:pt x="103547" y="31637"/>
                  <a:pt x="103522" y="31711"/>
                </a:cubicBezTo>
                <a:cubicBezTo>
                  <a:pt x="103547" y="31612"/>
                  <a:pt x="103547" y="31512"/>
                  <a:pt x="103597" y="31438"/>
                </a:cubicBezTo>
                <a:cubicBezTo>
                  <a:pt x="103622" y="31338"/>
                  <a:pt x="103672" y="31239"/>
                  <a:pt x="103721" y="31139"/>
                </a:cubicBezTo>
                <a:close/>
                <a:moveTo>
                  <a:pt x="117461" y="30143"/>
                </a:moveTo>
                <a:cubicBezTo>
                  <a:pt x="117461" y="30268"/>
                  <a:pt x="117486" y="30367"/>
                  <a:pt x="117536" y="30492"/>
                </a:cubicBezTo>
                <a:cubicBezTo>
                  <a:pt x="117561" y="30616"/>
                  <a:pt x="117561" y="30766"/>
                  <a:pt x="117586" y="30890"/>
                </a:cubicBezTo>
                <a:cubicBezTo>
                  <a:pt x="117617" y="31170"/>
                  <a:pt x="117648" y="31440"/>
                  <a:pt x="117679" y="31719"/>
                </a:cubicBezTo>
                <a:lnTo>
                  <a:pt x="117679" y="31719"/>
                </a:lnTo>
                <a:cubicBezTo>
                  <a:pt x="117646" y="31477"/>
                  <a:pt x="117603" y="31212"/>
                  <a:pt x="117561" y="30915"/>
                </a:cubicBezTo>
                <a:cubicBezTo>
                  <a:pt x="117511" y="30766"/>
                  <a:pt x="117486" y="30616"/>
                  <a:pt x="117461" y="30442"/>
                </a:cubicBezTo>
                <a:lnTo>
                  <a:pt x="117461" y="30218"/>
                </a:lnTo>
                <a:lnTo>
                  <a:pt x="117461" y="30143"/>
                </a:lnTo>
                <a:close/>
                <a:moveTo>
                  <a:pt x="59863" y="31139"/>
                </a:moveTo>
                <a:lnTo>
                  <a:pt x="59863" y="31214"/>
                </a:lnTo>
                <a:cubicBezTo>
                  <a:pt x="59341" y="31363"/>
                  <a:pt x="58793" y="31537"/>
                  <a:pt x="58245" y="31736"/>
                </a:cubicBezTo>
                <a:cubicBezTo>
                  <a:pt x="58245" y="31711"/>
                  <a:pt x="58220" y="31711"/>
                  <a:pt x="58220" y="31687"/>
                </a:cubicBezTo>
                <a:cubicBezTo>
                  <a:pt x="58793" y="31487"/>
                  <a:pt x="59316" y="31313"/>
                  <a:pt x="59863" y="31139"/>
                </a:cubicBezTo>
                <a:close/>
                <a:moveTo>
                  <a:pt x="58046" y="31736"/>
                </a:moveTo>
                <a:cubicBezTo>
                  <a:pt x="58046" y="31761"/>
                  <a:pt x="58071" y="31761"/>
                  <a:pt x="58071" y="31811"/>
                </a:cubicBezTo>
                <a:cubicBezTo>
                  <a:pt x="58046" y="31811"/>
                  <a:pt x="58046" y="31811"/>
                  <a:pt x="57996" y="31836"/>
                </a:cubicBezTo>
                <a:cubicBezTo>
                  <a:pt x="57996" y="31811"/>
                  <a:pt x="57972" y="31811"/>
                  <a:pt x="57972" y="31761"/>
                </a:cubicBezTo>
                <a:cubicBezTo>
                  <a:pt x="57996" y="31761"/>
                  <a:pt x="57996" y="31761"/>
                  <a:pt x="58046" y="31736"/>
                </a:cubicBezTo>
                <a:close/>
                <a:moveTo>
                  <a:pt x="70890" y="21158"/>
                </a:moveTo>
                <a:cubicBezTo>
                  <a:pt x="71612" y="21556"/>
                  <a:pt x="72234" y="22054"/>
                  <a:pt x="72782" y="22626"/>
                </a:cubicBezTo>
                <a:cubicBezTo>
                  <a:pt x="72757" y="22751"/>
                  <a:pt x="72732" y="22850"/>
                  <a:pt x="72657" y="22975"/>
                </a:cubicBezTo>
                <a:lnTo>
                  <a:pt x="72483" y="23522"/>
                </a:lnTo>
                <a:cubicBezTo>
                  <a:pt x="72433" y="23647"/>
                  <a:pt x="72384" y="23796"/>
                  <a:pt x="72359" y="23921"/>
                </a:cubicBezTo>
                <a:cubicBezTo>
                  <a:pt x="72284" y="24120"/>
                  <a:pt x="72259" y="24294"/>
                  <a:pt x="72184" y="24493"/>
                </a:cubicBezTo>
                <a:cubicBezTo>
                  <a:pt x="72160" y="24617"/>
                  <a:pt x="72135" y="24767"/>
                  <a:pt x="72110" y="24891"/>
                </a:cubicBezTo>
                <a:cubicBezTo>
                  <a:pt x="72060" y="25066"/>
                  <a:pt x="72010" y="25265"/>
                  <a:pt x="71985" y="25439"/>
                </a:cubicBezTo>
                <a:cubicBezTo>
                  <a:pt x="71935" y="25613"/>
                  <a:pt x="71911" y="25738"/>
                  <a:pt x="71886" y="25887"/>
                </a:cubicBezTo>
                <a:cubicBezTo>
                  <a:pt x="71861" y="26061"/>
                  <a:pt x="71811" y="26235"/>
                  <a:pt x="71786" y="26410"/>
                </a:cubicBezTo>
                <a:cubicBezTo>
                  <a:pt x="71761" y="26559"/>
                  <a:pt x="71736" y="26733"/>
                  <a:pt x="71736" y="26858"/>
                </a:cubicBezTo>
                <a:cubicBezTo>
                  <a:pt x="71736" y="26883"/>
                  <a:pt x="71736" y="26957"/>
                  <a:pt x="71687" y="26982"/>
                </a:cubicBezTo>
                <a:lnTo>
                  <a:pt x="71687" y="27107"/>
                </a:lnTo>
                <a:cubicBezTo>
                  <a:pt x="71637" y="27654"/>
                  <a:pt x="71562" y="28227"/>
                  <a:pt x="71537" y="28749"/>
                </a:cubicBezTo>
                <a:lnTo>
                  <a:pt x="71537" y="28948"/>
                </a:lnTo>
                <a:cubicBezTo>
                  <a:pt x="71512" y="29496"/>
                  <a:pt x="71512" y="30069"/>
                  <a:pt x="71537" y="30591"/>
                </a:cubicBezTo>
                <a:lnTo>
                  <a:pt x="71537" y="30691"/>
                </a:lnTo>
                <a:cubicBezTo>
                  <a:pt x="71562" y="31214"/>
                  <a:pt x="71637" y="31711"/>
                  <a:pt x="71687" y="32209"/>
                </a:cubicBezTo>
                <a:cubicBezTo>
                  <a:pt x="71015" y="31587"/>
                  <a:pt x="70168" y="31114"/>
                  <a:pt x="69247" y="30741"/>
                </a:cubicBezTo>
                <a:cubicBezTo>
                  <a:pt x="68625" y="27953"/>
                  <a:pt x="68550" y="24966"/>
                  <a:pt x="69023" y="21954"/>
                </a:cubicBezTo>
                <a:cubicBezTo>
                  <a:pt x="69695" y="21755"/>
                  <a:pt x="70293" y="21481"/>
                  <a:pt x="70890" y="21158"/>
                </a:cubicBezTo>
                <a:close/>
                <a:moveTo>
                  <a:pt x="73130" y="23000"/>
                </a:moveTo>
                <a:cubicBezTo>
                  <a:pt x="74126" y="24120"/>
                  <a:pt x="74873" y="25514"/>
                  <a:pt x="75271" y="27131"/>
                </a:cubicBezTo>
                <a:cubicBezTo>
                  <a:pt x="74624" y="28525"/>
                  <a:pt x="74126" y="29969"/>
                  <a:pt x="73877" y="31413"/>
                </a:cubicBezTo>
                <a:cubicBezTo>
                  <a:pt x="73304" y="31711"/>
                  <a:pt x="72757" y="32010"/>
                  <a:pt x="72184" y="32284"/>
                </a:cubicBezTo>
                <a:cubicBezTo>
                  <a:pt x="72160" y="32110"/>
                  <a:pt x="72135" y="31886"/>
                  <a:pt x="72135" y="31711"/>
                </a:cubicBezTo>
                <a:cubicBezTo>
                  <a:pt x="72110" y="31487"/>
                  <a:pt x="72110" y="31288"/>
                  <a:pt x="72060" y="31089"/>
                </a:cubicBezTo>
                <a:cubicBezTo>
                  <a:pt x="72035" y="30716"/>
                  <a:pt x="72010" y="30293"/>
                  <a:pt x="72010" y="29894"/>
                </a:cubicBezTo>
                <a:lnTo>
                  <a:pt x="72010" y="29397"/>
                </a:lnTo>
                <a:cubicBezTo>
                  <a:pt x="72010" y="28998"/>
                  <a:pt x="72035" y="28600"/>
                  <a:pt x="72060" y="28177"/>
                </a:cubicBezTo>
                <a:cubicBezTo>
                  <a:pt x="72060" y="28003"/>
                  <a:pt x="72110" y="27804"/>
                  <a:pt x="72110" y="27629"/>
                </a:cubicBezTo>
                <a:cubicBezTo>
                  <a:pt x="72135" y="27380"/>
                  <a:pt x="72160" y="27107"/>
                  <a:pt x="72184" y="26858"/>
                </a:cubicBezTo>
                <a:cubicBezTo>
                  <a:pt x="72234" y="26509"/>
                  <a:pt x="72284" y="26186"/>
                  <a:pt x="72359" y="25862"/>
                </a:cubicBezTo>
                <a:cubicBezTo>
                  <a:pt x="72384" y="25613"/>
                  <a:pt x="72433" y="25364"/>
                  <a:pt x="72508" y="25140"/>
                </a:cubicBezTo>
                <a:cubicBezTo>
                  <a:pt x="72558" y="24891"/>
                  <a:pt x="72632" y="24617"/>
                  <a:pt x="72682" y="24369"/>
                </a:cubicBezTo>
                <a:cubicBezTo>
                  <a:pt x="72782" y="24095"/>
                  <a:pt x="72856" y="23846"/>
                  <a:pt x="72931" y="23597"/>
                </a:cubicBezTo>
                <a:cubicBezTo>
                  <a:pt x="73006" y="23398"/>
                  <a:pt x="73056" y="23174"/>
                  <a:pt x="73130" y="23000"/>
                </a:cubicBezTo>
                <a:close/>
                <a:moveTo>
                  <a:pt x="105663" y="16080"/>
                </a:moveTo>
                <a:lnTo>
                  <a:pt x="105663" y="16080"/>
                </a:lnTo>
                <a:cubicBezTo>
                  <a:pt x="108525" y="17150"/>
                  <a:pt x="110940" y="18768"/>
                  <a:pt x="112807" y="20909"/>
                </a:cubicBezTo>
                <a:cubicBezTo>
                  <a:pt x="112881" y="21282"/>
                  <a:pt x="112981" y="21655"/>
                  <a:pt x="113056" y="22054"/>
                </a:cubicBezTo>
                <a:cubicBezTo>
                  <a:pt x="113081" y="22228"/>
                  <a:pt x="113105" y="22402"/>
                  <a:pt x="113130" y="22552"/>
                </a:cubicBezTo>
                <a:cubicBezTo>
                  <a:pt x="113230" y="23124"/>
                  <a:pt x="113329" y="23672"/>
                  <a:pt x="113379" y="24269"/>
                </a:cubicBezTo>
                <a:cubicBezTo>
                  <a:pt x="113379" y="24418"/>
                  <a:pt x="113429" y="24543"/>
                  <a:pt x="113429" y="24717"/>
                </a:cubicBezTo>
                <a:lnTo>
                  <a:pt x="113504" y="26111"/>
                </a:lnTo>
                <a:cubicBezTo>
                  <a:pt x="113504" y="26335"/>
                  <a:pt x="113553" y="26534"/>
                  <a:pt x="113553" y="26783"/>
                </a:cubicBezTo>
                <a:cubicBezTo>
                  <a:pt x="113553" y="27355"/>
                  <a:pt x="113578" y="27953"/>
                  <a:pt x="113553" y="28500"/>
                </a:cubicBezTo>
                <a:cubicBezTo>
                  <a:pt x="113553" y="28700"/>
                  <a:pt x="113504" y="28849"/>
                  <a:pt x="113504" y="29023"/>
                </a:cubicBezTo>
                <a:lnTo>
                  <a:pt x="113429" y="30517"/>
                </a:lnTo>
                <a:cubicBezTo>
                  <a:pt x="113379" y="30741"/>
                  <a:pt x="113379" y="30965"/>
                  <a:pt x="113354" y="31139"/>
                </a:cubicBezTo>
                <a:cubicBezTo>
                  <a:pt x="113329" y="31562"/>
                  <a:pt x="113255" y="31935"/>
                  <a:pt x="113230" y="32334"/>
                </a:cubicBezTo>
                <a:cubicBezTo>
                  <a:pt x="111363" y="29645"/>
                  <a:pt x="108774" y="27654"/>
                  <a:pt x="105514" y="26459"/>
                </a:cubicBezTo>
                <a:cubicBezTo>
                  <a:pt x="106285" y="22975"/>
                  <a:pt x="106360" y="19390"/>
                  <a:pt x="105663" y="16080"/>
                </a:cubicBezTo>
                <a:close/>
                <a:moveTo>
                  <a:pt x="69389" y="31096"/>
                </a:moveTo>
                <a:lnTo>
                  <a:pt x="69389" y="31096"/>
                </a:lnTo>
                <a:cubicBezTo>
                  <a:pt x="70278" y="31469"/>
                  <a:pt x="71069" y="31964"/>
                  <a:pt x="71761" y="32558"/>
                </a:cubicBezTo>
                <a:cubicBezTo>
                  <a:pt x="71736" y="32558"/>
                  <a:pt x="71687" y="32583"/>
                  <a:pt x="71687" y="32583"/>
                </a:cubicBezTo>
                <a:cubicBezTo>
                  <a:pt x="71039" y="31985"/>
                  <a:pt x="70268" y="31487"/>
                  <a:pt x="69397" y="31139"/>
                </a:cubicBezTo>
                <a:cubicBezTo>
                  <a:pt x="69397" y="31122"/>
                  <a:pt x="69397" y="31106"/>
                  <a:pt x="69389" y="31096"/>
                </a:cubicBezTo>
                <a:close/>
                <a:moveTo>
                  <a:pt x="73852" y="31687"/>
                </a:moveTo>
                <a:lnTo>
                  <a:pt x="73852" y="31736"/>
                </a:lnTo>
                <a:cubicBezTo>
                  <a:pt x="73304" y="31985"/>
                  <a:pt x="72782" y="32259"/>
                  <a:pt x="72234" y="32583"/>
                </a:cubicBezTo>
                <a:lnTo>
                  <a:pt x="72234" y="32508"/>
                </a:lnTo>
                <a:cubicBezTo>
                  <a:pt x="72757" y="32234"/>
                  <a:pt x="73304" y="31960"/>
                  <a:pt x="73852" y="31687"/>
                </a:cubicBezTo>
                <a:close/>
                <a:moveTo>
                  <a:pt x="113081" y="21232"/>
                </a:moveTo>
                <a:cubicBezTo>
                  <a:pt x="113105" y="21257"/>
                  <a:pt x="113105" y="21282"/>
                  <a:pt x="113130" y="21307"/>
                </a:cubicBezTo>
                <a:cubicBezTo>
                  <a:pt x="113205" y="21556"/>
                  <a:pt x="113255" y="21805"/>
                  <a:pt x="113280" y="22103"/>
                </a:cubicBezTo>
                <a:cubicBezTo>
                  <a:pt x="113329" y="22228"/>
                  <a:pt x="113329" y="22352"/>
                  <a:pt x="113354" y="22477"/>
                </a:cubicBezTo>
                <a:cubicBezTo>
                  <a:pt x="113454" y="22925"/>
                  <a:pt x="113504" y="23423"/>
                  <a:pt x="113578" y="23921"/>
                </a:cubicBezTo>
                <a:cubicBezTo>
                  <a:pt x="113603" y="24095"/>
                  <a:pt x="113603" y="24244"/>
                  <a:pt x="113628" y="24418"/>
                </a:cubicBezTo>
                <a:cubicBezTo>
                  <a:pt x="113703" y="24991"/>
                  <a:pt x="113728" y="25538"/>
                  <a:pt x="113753" y="26136"/>
                </a:cubicBezTo>
                <a:cubicBezTo>
                  <a:pt x="113753" y="26360"/>
                  <a:pt x="113753" y="26584"/>
                  <a:pt x="113777" y="26783"/>
                </a:cubicBezTo>
                <a:lnTo>
                  <a:pt x="113777" y="28152"/>
                </a:lnTo>
                <a:lnTo>
                  <a:pt x="113777" y="28724"/>
                </a:lnTo>
                <a:cubicBezTo>
                  <a:pt x="113753" y="29322"/>
                  <a:pt x="113728" y="29894"/>
                  <a:pt x="113703" y="30517"/>
                </a:cubicBezTo>
                <a:cubicBezTo>
                  <a:pt x="113653" y="30741"/>
                  <a:pt x="113653" y="30940"/>
                  <a:pt x="113628" y="31139"/>
                </a:cubicBezTo>
                <a:cubicBezTo>
                  <a:pt x="113578" y="31612"/>
                  <a:pt x="113504" y="32110"/>
                  <a:pt x="113454" y="32632"/>
                </a:cubicBezTo>
                <a:cubicBezTo>
                  <a:pt x="113429" y="32607"/>
                  <a:pt x="113429" y="32583"/>
                  <a:pt x="113379" y="32583"/>
                </a:cubicBezTo>
                <a:lnTo>
                  <a:pt x="113578" y="30990"/>
                </a:lnTo>
                <a:cubicBezTo>
                  <a:pt x="113578" y="30865"/>
                  <a:pt x="113603" y="30741"/>
                  <a:pt x="113603" y="30616"/>
                </a:cubicBezTo>
                <a:cubicBezTo>
                  <a:pt x="113678" y="29994"/>
                  <a:pt x="113703" y="29347"/>
                  <a:pt x="113728" y="28724"/>
                </a:cubicBezTo>
                <a:lnTo>
                  <a:pt x="113728" y="28525"/>
                </a:lnTo>
                <a:cubicBezTo>
                  <a:pt x="113753" y="27903"/>
                  <a:pt x="113728" y="27281"/>
                  <a:pt x="113728" y="26659"/>
                </a:cubicBezTo>
                <a:cubicBezTo>
                  <a:pt x="113728" y="26484"/>
                  <a:pt x="113728" y="26285"/>
                  <a:pt x="113703" y="26111"/>
                </a:cubicBezTo>
                <a:lnTo>
                  <a:pt x="113603" y="24518"/>
                </a:lnTo>
                <a:cubicBezTo>
                  <a:pt x="113603" y="24418"/>
                  <a:pt x="113603" y="24344"/>
                  <a:pt x="113578" y="24244"/>
                </a:cubicBezTo>
                <a:cubicBezTo>
                  <a:pt x="113504" y="23647"/>
                  <a:pt x="113429" y="23049"/>
                  <a:pt x="113329" y="22477"/>
                </a:cubicBezTo>
                <a:lnTo>
                  <a:pt x="113230" y="22004"/>
                </a:lnTo>
                <a:cubicBezTo>
                  <a:pt x="113180" y="21755"/>
                  <a:pt x="113130" y="21481"/>
                  <a:pt x="113081" y="21232"/>
                </a:cubicBezTo>
                <a:close/>
                <a:moveTo>
                  <a:pt x="105464" y="26609"/>
                </a:moveTo>
                <a:cubicBezTo>
                  <a:pt x="108725" y="27853"/>
                  <a:pt x="111338" y="29869"/>
                  <a:pt x="113180" y="32607"/>
                </a:cubicBezTo>
                <a:lnTo>
                  <a:pt x="113180" y="32707"/>
                </a:lnTo>
                <a:cubicBezTo>
                  <a:pt x="111363" y="29944"/>
                  <a:pt x="108749" y="27878"/>
                  <a:pt x="105464" y="26659"/>
                </a:cubicBezTo>
                <a:lnTo>
                  <a:pt x="105464" y="26609"/>
                </a:lnTo>
                <a:close/>
                <a:moveTo>
                  <a:pt x="113329" y="32831"/>
                </a:moveTo>
                <a:cubicBezTo>
                  <a:pt x="113354" y="32856"/>
                  <a:pt x="113354" y="32881"/>
                  <a:pt x="113379" y="32881"/>
                </a:cubicBezTo>
                <a:lnTo>
                  <a:pt x="113379" y="33006"/>
                </a:lnTo>
                <a:cubicBezTo>
                  <a:pt x="113354" y="32981"/>
                  <a:pt x="113354" y="32956"/>
                  <a:pt x="113329" y="32931"/>
                </a:cubicBezTo>
                <a:lnTo>
                  <a:pt x="113329" y="32831"/>
                </a:lnTo>
                <a:close/>
                <a:moveTo>
                  <a:pt x="69446" y="31363"/>
                </a:moveTo>
                <a:lnTo>
                  <a:pt x="69446" y="31363"/>
                </a:lnTo>
                <a:cubicBezTo>
                  <a:pt x="70218" y="31711"/>
                  <a:pt x="70940" y="32135"/>
                  <a:pt x="71537" y="32682"/>
                </a:cubicBezTo>
                <a:cubicBezTo>
                  <a:pt x="71039" y="32931"/>
                  <a:pt x="70542" y="33205"/>
                  <a:pt x="70069" y="33479"/>
                </a:cubicBezTo>
                <a:cubicBezTo>
                  <a:pt x="69820" y="32807"/>
                  <a:pt x="69596" y="32085"/>
                  <a:pt x="69446" y="31363"/>
                </a:cubicBezTo>
                <a:close/>
                <a:moveTo>
                  <a:pt x="69148" y="31238"/>
                </a:moveTo>
                <a:cubicBezTo>
                  <a:pt x="69173" y="31238"/>
                  <a:pt x="69197" y="31263"/>
                  <a:pt x="69197" y="31263"/>
                </a:cubicBezTo>
                <a:cubicBezTo>
                  <a:pt x="69397" y="32060"/>
                  <a:pt x="69646" y="32831"/>
                  <a:pt x="69894" y="33578"/>
                </a:cubicBezTo>
                <a:cubicBezTo>
                  <a:pt x="69870" y="33578"/>
                  <a:pt x="69870" y="33603"/>
                  <a:pt x="69820" y="33603"/>
                </a:cubicBezTo>
                <a:cubicBezTo>
                  <a:pt x="69546" y="32831"/>
                  <a:pt x="69322" y="32060"/>
                  <a:pt x="69148" y="31238"/>
                </a:cubicBezTo>
                <a:close/>
                <a:moveTo>
                  <a:pt x="71662" y="32831"/>
                </a:moveTo>
                <a:cubicBezTo>
                  <a:pt x="71687" y="32831"/>
                  <a:pt x="71687" y="32856"/>
                  <a:pt x="71736" y="32881"/>
                </a:cubicBezTo>
                <a:cubicBezTo>
                  <a:pt x="71189" y="33180"/>
                  <a:pt x="70691" y="33454"/>
                  <a:pt x="70168" y="33752"/>
                </a:cubicBezTo>
                <a:cubicBezTo>
                  <a:pt x="70143" y="33703"/>
                  <a:pt x="70143" y="33678"/>
                  <a:pt x="70143" y="33678"/>
                </a:cubicBezTo>
                <a:cubicBezTo>
                  <a:pt x="70641" y="33379"/>
                  <a:pt x="71164" y="33105"/>
                  <a:pt x="71662" y="32831"/>
                </a:cubicBezTo>
                <a:close/>
                <a:moveTo>
                  <a:pt x="69944" y="33752"/>
                </a:moveTo>
                <a:cubicBezTo>
                  <a:pt x="69944" y="33802"/>
                  <a:pt x="69944" y="33802"/>
                  <a:pt x="69994" y="33827"/>
                </a:cubicBezTo>
                <a:cubicBezTo>
                  <a:pt x="69944" y="33827"/>
                  <a:pt x="69944" y="33852"/>
                  <a:pt x="69919" y="33852"/>
                </a:cubicBezTo>
                <a:cubicBezTo>
                  <a:pt x="69919" y="33827"/>
                  <a:pt x="69894" y="33827"/>
                  <a:pt x="69894" y="33802"/>
                </a:cubicBezTo>
                <a:cubicBezTo>
                  <a:pt x="69919" y="33752"/>
                  <a:pt x="69944" y="33752"/>
                  <a:pt x="69944" y="33752"/>
                </a:cubicBezTo>
                <a:close/>
                <a:moveTo>
                  <a:pt x="117188" y="30168"/>
                </a:moveTo>
                <a:cubicBezTo>
                  <a:pt x="117188" y="30243"/>
                  <a:pt x="117212" y="30293"/>
                  <a:pt x="117212" y="30342"/>
                </a:cubicBezTo>
                <a:cubicBezTo>
                  <a:pt x="117212" y="30367"/>
                  <a:pt x="117237" y="30392"/>
                  <a:pt x="117237" y="30467"/>
                </a:cubicBezTo>
                <a:lnTo>
                  <a:pt x="117237" y="31338"/>
                </a:lnTo>
                <a:lnTo>
                  <a:pt x="117237" y="31711"/>
                </a:lnTo>
                <a:lnTo>
                  <a:pt x="117237" y="31761"/>
                </a:lnTo>
                <a:cubicBezTo>
                  <a:pt x="117237" y="31886"/>
                  <a:pt x="117212" y="32010"/>
                  <a:pt x="117212" y="32159"/>
                </a:cubicBezTo>
                <a:cubicBezTo>
                  <a:pt x="117212" y="32309"/>
                  <a:pt x="117188" y="32408"/>
                  <a:pt x="117188" y="32583"/>
                </a:cubicBezTo>
                <a:cubicBezTo>
                  <a:pt x="117163" y="32757"/>
                  <a:pt x="117163" y="32906"/>
                  <a:pt x="117113" y="33105"/>
                </a:cubicBezTo>
                <a:lnTo>
                  <a:pt x="117113" y="33230"/>
                </a:lnTo>
                <a:cubicBezTo>
                  <a:pt x="117113" y="33304"/>
                  <a:pt x="117088" y="33354"/>
                  <a:pt x="117088" y="33404"/>
                </a:cubicBezTo>
                <a:cubicBezTo>
                  <a:pt x="117050" y="33632"/>
                  <a:pt x="117007" y="33860"/>
                  <a:pt x="116958" y="34087"/>
                </a:cubicBezTo>
                <a:lnTo>
                  <a:pt x="116958" y="34087"/>
                </a:lnTo>
                <a:lnTo>
                  <a:pt x="117038" y="33628"/>
                </a:lnTo>
                <a:cubicBezTo>
                  <a:pt x="117063" y="33504"/>
                  <a:pt x="117063" y="33379"/>
                  <a:pt x="117088" y="33255"/>
                </a:cubicBezTo>
                <a:lnTo>
                  <a:pt x="117088" y="33230"/>
                </a:lnTo>
                <a:lnTo>
                  <a:pt x="117088" y="33205"/>
                </a:lnTo>
                <a:cubicBezTo>
                  <a:pt x="117113" y="33056"/>
                  <a:pt x="117113" y="32856"/>
                  <a:pt x="117163" y="32707"/>
                </a:cubicBezTo>
                <a:cubicBezTo>
                  <a:pt x="117163" y="32583"/>
                  <a:pt x="117188" y="32458"/>
                  <a:pt x="117188" y="32334"/>
                </a:cubicBezTo>
                <a:lnTo>
                  <a:pt x="117188" y="32259"/>
                </a:lnTo>
                <a:lnTo>
                  <a:pt x="117188" y="32110"/>
                </a:lnTo>
                <a:cubicBezTo>
                  <a:pt x="117188" y="31985"/>
                  <a:pt x="117212" y="31861"/>
                  <a:pt x="117212" y="31761"/>
                </a:cubicBezTo>
                <a:lnTo>
                  <a:pt x="117212" y="31587"/>
                </a:lnTo>
                <a:cubicBezTo>
                  <a:pt x="117188" y="31512"/>
                  <a:pt x="117188" y="31512"/>
                  <a:pt x="117188" y="31487"/>
                </a:cubicBezTo>
                <a:lnTo>
                  <a:pt x="117188" y="31064"/>
                </a:lnTo>
                <a:lnTo>
                  <a:pt x="117188" y="30840"/>
                </a:lnTo>
                <a:lnTo>
                  <a:pt x="117188" y="30716"/>
                </a:lnTo>
                <a:lnTo>
                  <a:pt x="117188" y="30243"/>
                </a:lnTo>
                <a:lnTo>
                  <a:pt x="117188" y="30168"/>
                </a:lnTo>
                <a:close/>
                <a:moveTo>
                  <a:pt x="86198" y="27032"/>
                </a:moveTo>
                <a:lnTo>
                  <a:pt x="86198" y="27032"/>
                </a:lnTo>
                <a:cubicBezTo>
                  <a:pt x="86347" y="29621"/>
                  <a:pt x="86173" y="32135"/>
                  <a:pt x="85675" y="34474"/>
                </a:cubicBezTo>
                <a:lnTo>
                  <a:pt x="85601" y="34474"/>
                </a:lnTo>
                <a:cubicBezTo>
                  <a:pt x="86123" y="32135"/>
                  <a:pt x="86298" y="29645"/>
                  <a:pt x="86123" y="27082"/>
                </a:cubicBezTo>
                <a:cubicBezTo>
                  <a:pt x="86173" y="27082"/>
                  <a:pt x="86173" y="27082"/>
                  <a:pt x="86198" y="27032"/>
                </a:cubicBezTo>
                <a:close/>
                <a:moveTo>
                  <a:pt x="85601" y="34624"/>
                </a:moveTo>
                <a:lnTo>
                  <a:pt x="85601" y="34698"/>
                </a:lnTo>
                <a:lnTo>
                  <a:pt x="85551" y="34698"/>
                </a:lnTo>
                <a:lnTo>
                  <a:pt x="85551" y="34624"/>
                </a:lnTo>
                <a:close/>
                <a:moveTo>
                  <a:pt x="93192" y="25663"/>
                </a:moveTo>
                <a:lnTo>
                  <a:pt x="93192" y="25663"/>
                </a:lnTo>
                <a:cubicBezTo>
                  <a:pt x="92769" y="28575"/>
                  <a:pt x="91973" y="31612"/>
                  <a:pt x="90853" y="34698"/>
                </a:cubicBezTo>
                <a:cubicBezTo>
                  <a:pt x="89535" y="34524"/>
                  <a:pt x="88232" y="34425"/>
                  <a:pt x="86956" y="34425"/>
                </a:cubicBezTo>
                <a:cubicBezTo>
                  <a:pt x="86593" y="34425"/>
                  <a:pt x="86233" y="34433"/>
                  <a:pt x="85875" y="34449"/>
                </a:cubicBezTo>
                <a:cubicBezTo>
                  <a:pt x="86347" y="32110"/>
                  <a:pt x="86547" y="29596"/>
                  <a:pt x="86372" y="27007"/>
                </a:cubicBezTo>
                <a:cubicBezTo>
                  <a:pt x="88737" y="26360"/>
                  <a:pt x="91027" y="25912"/>
                  <a:pt x="93192" y="25663"/>
                </a:cubicBezTo>
                <a:close/>
                <a:moveTo>
                  <a:pt x="93441" y="25638"/>
                </a:moveTo>
                <a:cubicBezTo>
                  <a:pt x="93018" y="28575"/>
                  <a:pt x="92197" y="31612"/>
                  <a:pt x="91077" y="34748"/>
                </a:cubicBezTo>
                <a:lnTo>
                  <a:pt x="91027" y="34748"/>
                </a:lnTo>
                <a:cubicBezTo>
                  <a:pt x="92147" y="31637"/>
                  <a:pt x="92944" y="28600"/>
                  <a:pt x="93392" y="25663"/>
                </a:cubicBezTo>
                <a:cubicBezTo>
                  <a:pt x="93392" y="25638"/>
                  <a:pt x="93417" y="25638"/>
                  <a:pt x="93441" y="25638"/>
                </a:cubicBezTo>
                <a:close/>
                <a:moveTo>
                  <a:pt x="73802" y="31960"/>
                </a:moveTo>
                <a:lnTo>
                  <a:pt x="73802" y="32060"/>
                </a:lnTo>
                <a:lnTo>
                  <a:pt x="73802" y="32085"/>
                </a:lnTo>
                <a:cubicBezTo>
                  <a:pt x="73753" y="32458"/>
                  <a:pt x="73703" y="32856"/>
                  <a:pt x="73678" y="33230"/>
                </a:cubicBezTo>
                <a:cubicBezTo>
                  <a:pt x="73653" y="33479"/>
                  <a:pt x="73653" y="33703"/>
                  <a:pt x="73653" y="33952"/>
                </a:cubicBezTo>
                <a:lnTo>
                  <a:pt x="73653" y="33976"/>
                </a:lnTo>
                <a:lnTo>
                  <a:pt x="73653" y="34026"/>
                </a:lnTo>
                <a:cubicBezTo>
                  <a:pt x="73653" y="34325"/>
                  <a:pt x="73628" y="34599"/>
                  <a:pt x="73653" y="34848"/>
                </a:cubicBezTo>
                <a:cubicBezTo>
                  <a:pt x="73304" y="34076"/>
                  <a:pt x="72832" y="33404"/>
                  <a:pt x="72284" y="32831"/>
                </a:cubicBezTo>
                <a:lnTo>
                  <a:pt x="72284" y="32757"/>
                </a:lnTo>
                <a:cubicBezTo>
                  <a:pt x="72782" y="32483"/>
                  <a:pt x="73280" y="32209"/>
                  <a:pt x="73802" y="31960"/>
                </a:cubicBezTo>
                <a:close/>
                <a:moveTo>
                  <a:pt x="86708" y="34609"/>
                </a:moveTo>
                <a:cubicBezTo>
                  <a:pt x="88023" y="34609"/>
                  <a:pt x="89368" y="34692"/>
                  <a:pt x="90728" y="34873"/>
                </a:cubicBezTo>
                <a:cubicBezTo>
                  <a:pt x="90778" y="34922"/>
                  <a:pt x="90778" y="34922"/>
                  <a:pt x="90728" y="34947"/>
                </a:cubicBezTo>
                <a:cubicBezTo>
                  <a:pt x="89434" y="34748"/>
                  <a:pt x="88090" y="34649"/>
                  <a:pt x="86820" y="34649"/>
                </a:cubicBezTo>
                <a:cubicBezTo>
                  <a:pt x="86472" y="34649"/>
                  <a:pt x="86099" y="34698"/>
                  <a:pt x="85750" y="34698"/>
                </a:cubicBezTo>
                <a:lnTo>
                  <a:pt x="85750" y="34624"/>
                </a:lnTo>
                <a:cubicBezTo>
                  <a:pt x="86067" y="34614"/>
                  <a:pt x="86387" y="34609"/>
                  <a:pt x="86708" y="34609"/>
                </a:cubicBezTo>
                <a:close/>
                <a:moveTo>
                  <a:pt x="91027" y="34922"/>
                </a:moveTo>
                <a:cubicBezTo>
                  <a:pt x="91027" y="34947"/>
                  <a:pt x="91027" y="34947"/>
                  <a:pt x="90977" y="34972"/>
                </a:cubicBezTo>
                <a:lnTo>
                  <a:pt x="90927" y="34972"/>
                </a:lnTo>
                <a:cubicBezTo>
                  <a:pt x="90927" y="34947"/>
                  <a:pt x="90927" y="34947"/>
                  <a:pt x="90952" y="34922"/>
                </a:cubicBezTo>
                <a:close/>
                <a:moveTo>
                  <a:pt x="85949" y="27107"/>
                </a:moveTo>
                <a:lnTo>
                  <a:pt x="85949" y="27107"/>
                </a:lnTo>
                <a:cubicBezTo>
                  <a:pt x="86099" y="29645"/>
                  <a:pt x="85899" y="32135"/>
                  <a:pt x="85377" y="34474"/>
                </a:cubicBezTo>
                <a:cubicBezTo>
                  <a:pt x="83933" y="34574"/>
                  <a:pt x="82514" y="34748"/>
                  <a:pt x="81195" y="35097"/>
                </a:cubicBezTo>
                <a:cubicBezTo>
                  <a:pt x="82066" y="32632"/>
                  <a:pt x="82639" y="30268"/>
                  <a:pt x="82987" y="28028"/>
                </a:cubicBezTo>
                <a:cubicBezTo>
                  <a:pt x="83983" y="27704"/>
                  <a:pt x="84978" y="27380"/>
                  <a:pt x="85949" y="27107"/>
                </a:cubicBezTo>
                <a:close/>
                <a:moveTo>
                  <a:pt x="82738" y="28102"/>
                </a:moveTo>
                <a:cubicBezTo>
                  <a:pt x="82738" y="28127"/>
                  <a:pt x="82763" y="28127"/>
                  <a:pt x="82763" y="28127"/>
                </a:cubicBezTo>
                <a:cubicBezTo>
                  <a:pt x="82464" y="30367"/>
                  <a:pt x="81817" y="32732"/>
                  <a:pt x="80971" y="35171"/>
                </a:cubicBezTo>
                <a:lnTo>
                  <a:pt x="80921" y="35171"/>
                </a:lnTo>
                <a:cubicBezTo>
                  <a:pt x="81270" y="34225"/>
                  <a:pt x="81543" y="33304"/>
                  <a:pt x="81817" y="32383"/>
                </a:cubicBezTo>
                <a:cubicBezTo>
                  <a:pt x="81867" y="32184"/>
                  <a:pt x="81917" y="31960"/>
                  <a:pt x="81991" y="31711"/>
                </a:cubicBezTo>
                <a:cubicBezTo>
                  <a:pt x="82066" y="31462"/>
                  <a:pt x="82116" y="31238"/>
                  <a:pt x="82191" y="30990"/>
                </a:cubicBezTo>
                <a:cubicBezTo>
                  <a:pt x="82191" y="30965"/>
                  <a:pt x="82191" y="30940"/>
                  <a:pt x="82216" y="30890"/>
                </a:cubicBezTo>
                <a:cubicBezTo>
                  <a:pt x="82216" y="30840"/>
                  <a:pt x="82240" y="30815"/>
                  <a:pt x="82240" y="30741"/>
                </a:cubicBezTo>
                <a:cubicBezTo>
                  <a:pt x="82240" y="30716"/>
                  <a:pt x="82265" y="30641"/>
                  <a:pt x="82265" y="30616"/>
                </a:cubicBezTo>
                <a:cubicBezTo>
                  <a:pt x="82365" y="30218"/>
                  <a:pt x="82464" y="29845"/>
                  <a:pt x="82514" y="29446"/>
                </a:cubicBezTo>
                <a:cubicBezTo>
                  <a:pt x="82514" y="29397"/>
                  <a:pt x="82564" y="29347"/>
                  <a:pt x="82564" y="29322"/>
                </a:cubicBezTo>
                <a:lnTo>
                  <a:pt x="82564" y="29247"/>
                </a:lnTo>
                <a:cubicBezTo>
                  <a:pt x="82614" y="28874"/>
                  <a:pt x="82688" y="28476"/>
                  <a:pt x="82738" y="28102"/>
                </a:cubicBezTo>
                <a:close/>
                <a:moveTo>
                  <a:pt x="85361" y="34699"/>
                </a:moveTo>
                <a:cubicBezTo>
                  <a:pt x="85352" y="34700"/>
                  <a:pt x="85352" y="34705"/>
                  <a:pt x="85352" y="34723"/>
                </a:cubicBezTo>
                <a:cubicBezTo>
                  <a:pt x="83858" y="34823"/>
                  <a:pt x="82464" y="35047"/>
                  <a:pt x="81120" y="35370"/>
                </a:cubicBezTo>
                <a:cubicBezTo>
                  <a:pt x="81120" y="35345"/>
                  <a:pt x="81145" y="35345"/>
                  <a:pt x="81145" y="35321"/>
                </a:cubicBezTo>
                <a:cubicBezTo>
                  <a:pt x="82485" y="34973"/>
                  <a:pt x="83874" y="34750"/>
                  <a:pt x="85361" y="34699"/>
                </a:cubicBezTo>
                <a:close/>
                <a:moveTo>
                  <a:pt x="117785" y="32906"/>
                </a:moveTo>
                <a:lnTo>
                  <a:pt x="117785" y="32906"/>
                </a:lnTo>
                <a:cubicBezTo>
                  <a:pt x="117835" y="33255"/>
                  <a:pt x="117860" y="33678"/>
                  <a:pt x="117909" y="34001"/>
                </a:cubicBezTo>
                <a:cubicBezTo>
                  <a:pt x="117909" y="34225"/>
                  <a:pt x="117934" y="34449"/>
                  <a:pt x="117934" y="34649"/>
                </a:cubicBezTo>
                <a:lnTo>
                  <a:pt x="117934" y="34698"/>
                </a:lnTo>
                <a:lnTo>
                  <a:pt x="117934" y="34873"/>
                </a:lnTo>
                <a:lnTo>
                  <a:pt x="117934" y="35395"/>
                </a:lnTo>
                <a:cubicBezTo>
                  <a:pt x="117909" y="34997"/>
                  <a:pt x="117909" y="34599"/>
                  <a:pt x="117860" y="34225"/>
                </a:cubicBezTo>
                <a:cubicBezTo>
                  <a:pt x="117860" y="33976"/>
                  <a:pt x="117835" y="33728"/>
                  <a:pt x="117835" y="33479"/>
                </a:cubicBezTo>
                <a:cubicBezTo>
                  <a:pt x="117835" y="33354"/>
                  <a:pt x="117810" y="33155"/>
                  <a:pt x="117785" y="32906"/>
                </a:cubicBezTo>
                <a:close/>
                <a:moveTo>
                  <a:pt x="39253" y="15756"/>
                </a:moveTo>
                <a:cubicBezTo>
                  <a:pt x="39253" y="15781"/>
                  <a:pt x="39253" y="15781"/>
                  <a:pt x="39204" y="15806"/>
                </a:cubicBezTo>
                <a:lnTo>
                  <a:pt x="39204" y="15831"/>
                </a:lnTo>
                <a:cubicBezTo>
                  <a:pt x="38905" y="16055"/>
                  <a:pt x="38631" y="16304"/>
                  <a:pt x="38308" y="16528"/>
                </a:cubicBezTo>
                <a:cubicBezTo>
                  <a:pt x="37860" y="16827"/>
                  <a:pt x="37436" y="17175"/>
                  <a:pt x="37038" y="17499"/>
                </a:cubicBezTo>
                <a:cubicBezTo>
                  <a:pt x="36764" y="17698"/>
                  <a:pt x="36466" y="17922"/>
                  <a:pt x="36217" y="18121"/>
                </a:cubicBezTo>
                <a:cubicBezTo>
                  <a:pt x="35072" y="18992"/>
                  <a:pt x="33578" y="20262"/>
                  <a:pt x="32682" y="21008"/>
                </a:cubicBezTo>
                <a:cubicBezTo>
                  <a:pt x="30094" y="23124"/>
                  <a:pt x="26858" y="26210"/>
                  <a:pt x="25937" y="27206"/>
                </a:cubicBezTo>
                <a:cubicBezTo>
                  <a:pt x="25638" y="27505"/>
                  <a:pt x="25314" y="27828"/>
                  <a:pt x="24966" y="28152"/>
                </a:cubicBezTo>
                <a:lnTo>
                  <a:pt x="24941" y="28202"/>
                </a:lnTo>
                <a:cubicBezTo>
                  <a:pt x="24767" y="28351"/>
                  <a:pt x="24617" y="28500"/>
                  <a:pt x="24468" y="28675"/>
                </a:cubicBezTo>
                <a:cubicBezTo>
                  <a:pt x="23871" y="29272"/>
                  <a:pt x="23323" y="29869"/>
                  <a:pt x="22850" y="30392"/>
                </a:cubicBezTo>
                <a:cubicBezTo>
                  <a:pt x="22601" y="30691"/>
                  <a:pt x="22377" y="30915"/>
                  <a:pt x="22203" y="31139"/>
                </a:cubicBezTo>
                <a:cubicBezTo>
                  <a:pt x="22029" y="31313"/>
                  <a:pt x="21904" y="31462"/>
                  <a:pt x="21780" y="31587"/>
                </a:cubicBezTo>
                <a:cubicBezTo>
                  <a:pt x="21382" y="32060"/>
                  <a:pt x="21008" y="32458"/>
                  <a:pt x="20710" y="32831"/>
                </a:cubicBezTo>
                <a:cubicBezTo>
                  <a:pt x="19639" y="34051"/>
                  <a:pt x="19092" y="34698"/>
                  <a:pt x="18519" y="35420"/>
                </a:cubicBezTo>
                <a:lnTo>
                  <a:pt x="18494" y="35420"/>
                </a:lnTo>
                <a:cubicBezTo>
                  <a:pt x="18619" y="35246"/>
                  <a:pt x="18743" y="35072"/>
                  <a:pt x="18893" y="34873"/>
                </a:cubicBezTo>
                <a:cubicBezTo>
                  <a:pt x="19415" y="34225"/>
                  <a:pt x="19988" y="33553"/>
                  <a:pt x="20535" y="32881"/>
                </a:cubicBezTo>
                <a:cubicBezTo>
                  <a:pt x="21033" y="32334"/>
                  <a:pt x="21606" y="31711"/>
                  <a:pt x="22128" y="31114"/>
                </a:cubicBezTo>
                <a:cubicBezTo>
                  <a:pt x="22875" y="30317"/>
                  <a:pt x="23622" y="29471"/>
                  <a:pt x="24369" y="28700"/>
                </a:cubicBezTo>
                <a:cubicBezTo>
                  <a:pt x="24692" y="28351"/>
                  <a:pt x="24966" y="28028"/>
                  <a:pt x="25265" y="27729"/>
                </a:cubicBezTo>
                <a:cubicBezTo>
                  <a:pt x="27629" y="25290"/>
                  <a:pt x="30168" y="22925"/>
                  <a:pt x="32807" y="20734"/>
                </a:cubicBezTo>
                <a:cubicBezTo>
                  <a:pt x="33703" y="19938"/>
                  <a:pt x="34649" y="19191"/>
                  <a:pt x="35570" y="18494"/>
                </a:cubicBezTo>
                <a:cubicBezTo>
                  <a:pt x="36042" y="18121"/>
                  <a:pt x="36515" y="17748"/>
                  <a:pt x="37013" y="17399"/>
                </a:cubicBezTo>
                <a:cubicBezTo>
                  <a:pt x="37436" y="17075"/>
                  <a:pt x="37884" y="16752"/>
                  <a:pt x="38308" y="16428"/>
                </a:cubicBezTo>
                <a:cubicBezTo>
                  <a:pt x="38557" y="16254"/>
                  <a:pt x="38781" y="16080"/>
                  <a:pt x="39029" y="15906"/>
                </a:cubicBezTo>
                <a:cubicBezTo>
                  <a:pt x="39079" y="15831"/>
                  <a:pt x="39154" y="15806"/>
                  <a:pt x="39253" y="15756"/>
                </a:cubicBezTo>
                <a:close/>
                <a:moveTo>
                  <a:pt x="91201" y="34947"/>
                </a:moveTo>
                <a:cubicBezTo>
                  <a:pt x="92296" y="35097"/>
                  <a:pt x="93417" y="35321"/>
                  <a:pt x="94512" y="35569"/>
                </a:cubicBezTo>
                <a:lnTo>
                  <a:pt x="94163" y="35569"/>
                </a:lnTo>
                <a:cubicBezTo>
                  <a:pt x="93168" y="35321"/>
                  <a:pt x="92172" y="35121"/>
                  <a:pt x="91176" y="34997"/>
                </a:cubicBezTo>
                <a:cubicBezTo>
                  <a:pt x="91176" y="34972"/>
                  <a:pt x="91176" y="34972"/>
                  <a:pt x="91201" y="34947"/>
                </a:cubicBezTo>
                <a:close/>
                <a:moveTo>
                  <a:pt x="72350" y="33225"/>
                </a:moveTo>
                <a:cubicBezTo>
                  <a:pt x="72903" y="33836"/>
                  <a:pt x="73337" y="34519"/>
                  <a:pt x="73653" y="35345"/>
                </a:cubicBezTo>
                <a:lnTo>
                  <a:pt x="73653" y="35495"/>
                </a:lnTo>
                <a:lnTo>
                  <a:pt x="73653" y="35594"/>
                </a:lnTo>
                <a:cubicBezTo>
                  <a:pt x="73329" y="34723"/>
                  <a:pt x="72881" y="33976"/>
                  <a:pt x="72359" y="33304"/>
                </a:cubicBezTo>
                <a:cubicBezTo>
                  <a:pt x="72359" y="33276"/>
                  <a:pt x="72359" y="33248"/>
                  <a:pt x="72350" y="33225"/>
                </a:cubicBezTo>
                <a:close/>
                <a:moveTo>
                  <a:pt x="51002" y="23024"/>
                </a:moveTo>
                <a:cubicBezTo>
                  <a:pt x="51151" y="23248"/>
                  <a:pt x="51326" y="23423"/>
                  <a:pt x="51475" y="23622"/>
                </a:cubicBezTo>
                <a:cubicBezTo>
                  <a:pt x="51649" y="23846"/>
                  <a:pt x="51848" y="24020"/>
                  <a:pt x="52023" y="24244"/>
                </a:cubicBezTo>
                <a:cubicBezTo>
                  <a:pt x="52197" y="24418"/>
                  <a:pt x="52371" y="24642"/>
                  <a:pt x="52520" y="24841"/>
                </a:cubicBezTo>
                <a:cubicBezTo>
                  <a:pt x="52819" y="25165"/>
                  <a:pt x="53093" y="25489"/>
                  <a:pt x="53367" y="25837"/>
                </a:cubicBezTo>
                <a:lnTo>
                  <a:pt x="53392" y="25862"/>
                </a:lnTo>
                <a:cubicBezTo>
                  <a:pt x="54337" y="27032"/>
                  <a:pt x="55258" y="28227"/>
                  <a:pt x="56179" y="29471"/>
                </a:cubicBezTo>
                <a:cubicBezTo>
                  <a:pt x="53416" y="31438"/>
                  <a:pt x="50778" y="33479"/>
                  <a:pt x="48264" y="35669"/>
                </a:cubicBezTo>
                <a:cubicBezTo>
                  <a:pt x="46372" y="32981"/>
                  <a:pt x="44655" y="30218"/>
                  <a:pt x="43261" y="27629"/>
                </a:cubicBezTo>
                <a:cubicBezTo>
                  <a:pt x="45850" y="25787"/>
                  <a:pt x="48438" y="24269"/>
                  <a:pt x="51002" y="23024"/>
                </a:cubicBezTo>
                <a:close/>
                <a:moveTo>
                  <a:pt x="91102" y="35196"/>
                </a:moveTo>
                <a:cubicBezTo>
                  <a:pt x="91823" y="35296"/>
                  <a:pt x="92545" y="35420"/>
                  <a:pt x="93267" y="35569"/>
                </a:cubicBezTo>
                <a:lnTo>
                  <a:pt x="93217" y="35569"/>
                </a:lnTo>
                <a:cubicBezTo>
                  <a:pt x="92844" y="35569"/>
                  <a:pt x="92446" y="35569"/>
                  <a:pt x="92048" y="35594"/>
                </a:cubicBezTo>
                <a:lnTo>
                  <a:pt x="91699" y="35594"/>
                </a:lnTo>
                <a:cubicBezTo>
                  <a:pt x="91550" y="35594"/>
                  <a:pt x="91425" y="35619"/>
                  <a:pt x="91251" y="35619"/>
                </a:cubicBezTo>
                <a:cubicBezTo>
                  <a:pt x="91151" y="35619"/>
                  <a:pt x="91002" y="35669"/>
                  <a:pt x="90927" y="35669"/>
                </a:cubicBezTo>
                <a:cubicBezTo>
                  <a:pt x="90977" y="35545"/>
                  <a:pt x="91052" y="35345"/>
                  <a:pt x="91102" y="35196"/>
                </a:cubicBezTo>
                <a:close/>
                <a:moveTo>
                  <a:pt x="39054" y="16155"/>
                </a:moveTo>
                <a:cubicBezTo>
                  <a:pt x="39054" y="16204"/>
                  <a:pt x="39029" y="16279"/>
                  <a:pt x="39029" y="16304"/>
                </a:cubicBezTo>
                <a:cubicBezTo>
                  <a:pt x="39029" y="16379"/>
                  <a:pt x="39005" y="16453"/>
                  <a:pt x="39005" y="16528"/>
                </a:cubicBezTo>
                <a:cubicBezTo>
                  <a:pt x="39005" y="16627"/>
                  <a:pt x="39005" y="16677"/>
                  <a:pt x="38955" y="16777"/>
                </a:cubicBezTo>
                <a:cubicBezTo>
                  <a:pt x="38955" y="16876"/>
                  <a:pt x="38955" y="16926"/>
                  <a:pt x="38930" y="17026"/>
                </a:cubicBezTo>
                <a:cubicBezTo>
                  <a:pt x="38955" y="17150"/>
                  <a:pt x="38955" y="17250"/>
                  <a:pt x="38955" y="17324"/>
                </a:cubicBezTo>
                <a:lnTo>
                  <a:pt x="38955" y="17623"/>
                </a:lnTo>
                <a:cubicBezTo>
                  <a:pt x="38955" y="17698"/>
                  <a:pt x="39005" y="17822"/>
                  <a:pt x="39005" y="17922"/>
                </a:cubicBezTo>
                <a:cubicBezTo>
                  <a:pt x="39005" y="18021"/>
                  <a:pt x="39029" y="18121"/>
                  <a:pt x="39029" y="18245"/>
                </a:cubicBezTo>
                <a:cubicBezTo>
                  <a:pt x="39029" y="18320"/>
                  <a:pt x="39054" y="18445"/>
                  <a:pt x="39079" y="18544"/>
                </a:cubicBezTo>
                <a:cubicBezTo>
                  <a:pt x="39079" y="18619"/>
                  <a:pt x="39104" y="18693"/>
                  <a:pt x="39104" y="18768"/>
                </a:cubicBezTo>
                <a:cubicBezTo>
                  <a:pt x="32558" y="23896"/>
                  <a:pt x="26534" y="29645"/>
                  <a:pt x="21357" y="35694"/>
                </a:cubicBezTo>
                <a:cubicBezTo>
                  <a:pt x="20527" y="35443"/>
                  <a:pt x="19832" y="35312"/>
                  <a:pt x="19272" y="35312"/>
                </a:cubicBezTo>
                <a:cubicBezTo>
                  <a:pt x="19109" y="35312"/>
                  <a:pt x="18958" y="35323"/>
                  <a:pt x="18818" y="35345"/>
                </a:cubicBezTo>
                <a:cubicBezTo>
                  <a:pt x="19440" y="34599"/>
                  <a:pt x="20038" y="33852"/>
                  <a:pt x="20685" y="33105"/>
                </a:cubicBezTo>
                <a:cubicBezTo>
                  <a:pt x="21158" y="32558"/>
                  <a:pt x="21655" y="32010"/>
                  <a:pt x="22128" y="31462"/>
                </a:cubicBezTo>
                <a:cubicBezTo>
                  <a:pt x="26584" y="26484"/>
                  <a:pt x="31612" y="21780"/>
                  <a:pt x="37138" y="17573"/>
                </a:cubicBezTo>
                <a:cubicBezTo>
                  <a:pt x="37511" y="17300"/>
                  <a:pt x="37909" y="17001"/>
                  <a:pt x="38283" y="16702"/>
                </a:cubicBezTo>
                <a:cubicBezTo>
                  <a:pt x="38532" y="16528"/>
                  <a:pt x="38781" y="16329"/>
                  <a:pt x="39054" y="16155"/>
                </a:cubicBezTo>
                <a:close/>
                <a:moveTo>
                  <a:pt x="90952" y="35171"/>
                </a:moveTo>
                <a:cubicBezTo>
                  <a:pt x="90853" y="35345"/>
                  <a:pt x="90803" y="35545"/>
                  <a:pt x="90728" y="35719"/>
                </a:cubicBezTo>
                <a:lnTo>
                  <a:pt x="90678" y="35719"/>
                </a:lnTo>
                <a:cubicBezTo>
                  <a:pt x="90728" y="35545"/>
                  <a:pt x="90803" y="35345"/>
                  <a:pt x="90903" y="35171"/>
                </a:cubicBezTo>
                <a:close/>
                <a:moveTo>
                  <a:pt x="39179" y="18942"/>
                </a:moveTo>
                <a:cubicBezTo>
                  <a:pt x="39179" y="18992"/>
                  <a:pt x="39179" y="19017"/>
                  <a:pt x="39204" y="19017"/>
                </a:cubicBezTo>
                <a:cubicBezTo>
                  <a:pt x="32682" y="24120"/>
                  <a:pt x="26758" y="29770"/>
                  <a:pt x="21606" y="35794"/>
                </a:cubicBezTo>
                <a:cubicBezTo>
                  <a:pt x="21581" y="35794"/>
                  <a:pt x="21581" y="35794"/>
                  <a:pt x="21531" y="35744"/>
                </a:cubicBezTo>
                <a:cubicBezTo>
                  <a:pt x="26708" y="29745"/>
                  <a:pt x="32657" y="24045"/>
                  <a:pt x="39179" y="18942"/>
                </a:cubicBezTo>
                <a:close/>
                <a:moveTo>
                  <a:pt x="43037" y="27754"/>
                </a:moveTo>
                <a:cubicBezTo>
                  <a:pt x="44481" y="30367"/>
                  <a:pt x="46223" y="33105"/>
                  <a:pt x="48090" y="35818"/>
                </a:cubicBezTo>
                <a:lnTo>
                  <a:pt x="48040" y="35843"/>
                </a:lnTo>
                <a:cubicBezTo>
                  <a:pt x="46148" y="33130"/>
                  <a:pt x="44431" y="30392"/>
                  <a:pt x="43012" y="27779"/>
                </a:cubicBezTo>
                <a:lnTo>
                  <a:pt x="43037" y="27754"/>
                </a:lnTo>
                <a:close/>
                <a:moveTo>
                  <a:pt x="95333" y="35794"/>
                </a:moveTo>
                <a:cubicBezTo>
                  <a:pt x="95408" y="35794"/>
                  <a:pt x="95433" y="35818"/>
                  <a:pt x="95507" y="35818"/>
                </a:cubicBezTo>
                <a:lnTo>
                  <a:pt x="95532" y="35818"/>
                </a:lnTo>
                <a:cubicBezTo>
                  <a:pt x="95582" y="35843"/>
                  <a:pt x="95657" y="35843"/>
                  <a:pt x="95707" y="35868"/>
                </a:cubicBezTo>
                <a:lnTo>
                  <a:pt x="95682" y="35868"/>
                </a:lnTo>
                <a:cubicBezTo>
                  <a:pt x="95582" y="35868"/>
                  <a:pt x="95532" y="35843"/>
                  <a:pt x="95433" y="35843"/>
                </a:cubicBezTo>
                <a:lnTo>
                  <a:pt x="95383" y="35843"/>
                </a:lnTo>
                <a:cubicBezTo>
                  <a:pt x="95333" y="35843"/>
                  <a:pt x="95283" y="35818"/>
                  <a:pt x="95258" y="35818"/>
                </a:cubicBezTo>
                <a:lnTo>
                  <a:pt x="95209" y="35818"/>
                </a:lnTo>
                <a:cubicBezTo>
                  <a:pt x="95159" y="35818"/>
                  <a:pt x="95134" y="35818"/>
                  <a:pt x="95084" y="35794"/>
                </a:cubicBezTo>
                <a:close/>
                <a:moveTo>
                  <a:pt x="56254" y="29645"/>
                </a:moveTo>
                <a:cubicBezTo>
                  <a:pt x="56254" y="29670"/>
                  <a:pt x="56304" y="29670"/>
                  <a:pt x="56304" y="29720"/>
                </a:cubicBezTo>
                <a:cubicBezTo>
                  <a:pt x="53566" y="31687"/>
                  <a:pt x="50902" y="33728"/>
                  <a:pt x="48388" y="35893"/>
                </a:cubicBezTo>
                <a:cubicBezTo>
                  <a:pt x="48364" y="35868"/>
                  <a:pt x="48364" y="35843"/>
                  <a:pt x="48364" y="35843"/>
                </a:cubicBezTo>
                <a:cubicBezTo>
                  <a:pt x="50902" y="33703"/>
                  <a:pt x="53566" y="31612"/>
                  <a:pt x="56254" y="29645"/>
                </a:cubicBezTo>
                <a:close/>
                <a:moveTo>
                  <a:pt x="19266" y="35495"/>
                </a:moveTo>
                <a:cubicBezTo>
                  <a:pt x="19789" y="35495"/>
                  <a:pt x="20461" y="35619"/>
                  <a:pt x="21183" y="35843"/>
                </a:cubicBezTo>
                <a:lnTo>
                  <a:pt x="21133" y="35918"/>
                </a:lnTo>
                <a:cubicBezTo>
                  <a:pt x="20404" y="35696"/>
                  <a:pt x="19786" y="35585"/>
                  <a:pt x="19286" y="35585"/>
                </a:cubicBezTo>
                <a:cubicBezTo>
                  <a:pt x="19000" y="35585"/>
                  <a:pt x="18752" y="35622"/>
                  <a:pt x="18544" y="35694"/>
                </a:cubicBezTo>
                <a:lnTo>
                  <a:pt x="18644" y="35594"/>
                </a:lnTo>
                <a:cubicBezTo>
                  <a:pt x="18818" y="35545"/>
                  <a:pt x="19042" y="35495"/>
                  <a:pt x="19266" y="35495"/>
                </a:cubicBezTo>
                <a:close/>
                <a:moveTo>
                  <a:pt x="93641" y="35744"/>
                </a:moveTo>
                <a:cubicBezTo>
                  <a:pt x="93815" y="35744"/>
                  <a:pt x="94014" y="35794"/>
                  <a:pt x="94213" y="35794"/>
                </a:cubicBezTo>
                <a:cubicBezTo>
                  <a:pt x="94263" y="35794"/>
                  <a:pt x="94313" y="35818"/>
                  <a:pt x="94337" y="35818"/>
                </a:cubicBezTo>
                <a:lnTo>
                  <a:pt x="94387" y="35818"/>
                </a:lnTo>
                <a:cubicBezTo>
                  <a:pt x="94412" y="35818"/>
                  <a:pt x="94437" y="35843"/>
                  <a:pt x="94462" y="35843"/>
                </a:cubicBezTo>
                <a:cubicBezTo>
                  <a:pt x="94188" y="35843"/>
                  <a:pt x="93914" y="35818"/>
                  <a:pt x="93591" y="35818"/>
                </a:cubicBezTo>
                <a:cubicBezTo>
                  <a:pt x="92968" y="35818"/>
                  <a:pt x="92346" y="35843"/>
                  <a:pt x="91699" y="35868"/>
                </a:cubicBezTo>
                <a:cubicBezTo>
                  <a:pt x="91550" y="35868"/>
                  <a:pt x="91425" y="35893"/>
                  <a:pt x="91276" y="35893"/>
                </a:cubicBezTo>
                <a:cubicBezTo>
                  <a:pt x="91102" y="35893"/>
                  <a:pt x="90952" y="35943"/>
                  <a:pt x="90803" y="35943"/>
                </a:cubicBezTo>
                <a:lnTo>
                  <a:pt x="90803" y="35893"/>
                </a:lnTo>
                <a:lnTo>
                  <a:pt x="90803" y="35868"/>
                </a:lnTo>
                <a:cubicBezTo>
                  <a:pt x="90927" y="35868"/>
                  <a:pt x="91077" y="35843"/>
                  <a:pt x="91201" y="35818"/>
                </a:cubicBezTo>
                <a:cubicBezTo>
                  <a:pt x="91351" y="35818"/>
                  <a:pt x="91525" y="35794"/>
                  <a:pt x="91674" y="35794"/>
                </a:cubicBezTo>
                <a:cubicBezTo>
                  <a:pt x="92346" y="35794"/>
                  <a:pt x="92968" y="35744"/>
                  <a:pt x="93591" y="35744"/>
                </a:cubicBezTo>
                <a:close/>
                <a:moveTo>
                  <a:pt x="39253" y="19266"/>
                </a:moveTo>
                <a:cubicBezTo>
                  <a:pt x="39278" y="19341"/>
                  <a:pt x="39278" y="19465"/>
                  <a:pt x="39303" y="19565"/>
                </a:cubicBezTo>
                <a:cubicBezTo>
                  <a:pt x="38706" y="19988"/>
                  <a:pt x="38158" y="20411"/>
                  <a:pt x="37561" y="20809"/>
                </a:cubicBezTo>
                <a:cubicBezTo>
                  <a:pt x="37461" y="20884"/>
                  <a:pt x="37387" y="20983"/>
                  <a:pt x="37287" y="21033"/>
                </a:cubicBezTo>
                <a:cubicBezTo>
                  <a:pt x="36789" y="21407"/>
                  <a:pt x="36291" y="21805"/>
                  <a:pt x="35794" y="22178"/>
                </a:cubicBezTo>
                <a:lnTo>
                  <a:pt x="35221" y="22651"/>
                </a:lnTo>
                <a:cubicBezTo>
                  <a:pt x="34823" y="22975"/>
                  <a:pt x="34449" y="23273"/>
                  <a:pt x="34051" y="23622"/>
                </a:cubicBezTo>
                <a:cubicBezTo>
                  <a:pt x="34051" y="23622"/>
                  <a:pt x="34001" y="23622"/>
                  <a:pt x="34001" y="23647"/>
                </a:cubicBezTo>
                <a:cubicBezTo>
                  <a:pt x="33852" y="23771"/>
                  <a:pt x="33728" y="23896"/>
                  <a:pt x="33578" y="24020"/>
                </a:cubicBezTo>
                <a:lnTo>
                  <a:pt x="33479" y="24120"/>
                </a:lnTo>
                <a:cubicBezTo>
                  <a:pt x="33105" y="24468"/>
                  <a:pt x="32707" y="24767"/>
                  <a:pt x="32334" y="25115"/>
                </a:cubicBezTo>
                <a:lnTo>
                  <a:pt x="32309" y="25140"/>
                </a:lnTo>
                <a:cubicBezTo>
                  <a:pt x="32309" y="25140"/>
                  <a:pt x="32259" y="25140"/>
                  <a:pt x="32259" y="25165"/>
                </a:cubicBezTo>
                <a:cubicBezTo>
                  <a:pt x="32135" y="25265"/>
                  <a:pt x="32010" y="25389"/>
                  <a:pt x="31911" y="25489"/>
                </a:cubicBezTo>
                <a:cubicBezTo>
                  <a:pt x="31861" y="25514"/>
                  <a:pt x="31836" y="25514"/>
                  <a:pt x="31836" y="25538"/>
                </a:cubicBezTo>
                <a:lnTo>
                  <a:pt x="30616" y="26659"/>
                </a:lnTo>
                <a:cubicBezTo>
                  <a:pt x="30566" y="26733"/>
                  <a:pt x="30467" y="26783"/>
                  <a:pt x="30417" y="26883"/>
                </a:cubicBezTo>
                <a:lnTo>
                  <a:pt x="30318" y="26982"/>
                </a:lnTo>
                <a:lnTo>
                  <a:pt x="30243" y="27032"/>
                </a:lnTo>
                <a:cubicBezTo>
                  <a:pt x="29820" y="27480"/>
                  <a:pt x="29347" y="27878"/>
                  <a:pt x="28924" y="28301"/>
                </a:cubicBezTo>
                <a:lnTo>
                  <a:pt x="28874" y="28351"/>
                </a:lnTo>
                <a:lnTo>
                  <a:pt x="28749" y="28476"/>
                </a:lnTo>
                <a:lnTo>
                  <a:pt x="28725" y="28500"/>
                </a:lnTo>
                <a:cubicBezTo>
                  <a:pt x="28227" y="28998"/>
                  <a:pt x="27729" y="29496"/>
                  <a:pt x="27256" y="29994"/>
                </a:cubicBezTo>
                <a:lnTo>
                  <a:pt x="27231" y="30019"/>
                </a:lnTo>
                <a:cubicBezTo>
                  <a:pt x="27131" y="30118"/>
                  <a:pt x="27082" y="30218"/>
                  <a:pt x="26982" y="30293"/>
                </a:cubicBezTo>
                <a:cubicBezTo>
                  <a:pt x="26957" y="30342"/>
                  <a:pt x="26957" y="30367"/>
                  <a:pt x="26932" y="30367"/>
                </a:cubicBezTo>
                <a:cubicBezTo>
                  <a:pt x="26883" y="30392"/>
                  <a:pt x="26883" y="30417"/>
                  <a:pt x="26858" y="30417"/>
                </a:cubicBezTo>
                <a:cubicBezTo>
                  <a:pt x="26360" y="30965"/>
                  <a:pt x="25862" y="31487"/>
                  <a:pt x="25389" y="32010"/>
                </a:cubicBezTo>
                <a:cubicBezTo>
                  <a:pt x="25314" y="32135"/>
                  <a:pt x="25190" y="32259"/>
                  <a:pt x="25090" y="32359"/>
                </a:cubicBezTo>
                <a:cubicBezTo>
                  <a:pt x="25016" y="32408"/>
                  <a:pt x="24966" y="32508"/>
                  <a:pt x="24891" y="32583"/>
                </a:cubicBezTo>
                <a:cubicBezTo>
                  <a:pt x="24518" y="32981"/>
                  <a:pt x="24194" y="33379"/>
                  <a:pt x="23846" y="33777"/>
                </a:cubicBezTo>
                <a:cubicBezTo>
                  <a:pt x="23746" y="33902"/>
                  <a:pt x="23622" y="34026"/>
                  <a:pt x="23522" y="34151"/>
                </a:cubicBezTo>
                <a:lnTo>
                  <a:pt x="23149" y="34624"/>
                </a:lnTo>
                <a:cubicBezTo>
                  <a:pt x="22776" y="35072"/>
                  <a:pt x="22402" y="35495"/>
                  <a:pt x="22029" y="35968"/>
                </a:cubicBezTo>
                <a:cubicBezTo>
                  <a:pt x="21954" y="35943"/>
                  <a:pt x="21879" y="35893"/>
                  <a:pt x="21780" y="35868"/>
                </a:cubicBezTo>
                <a:cubicBezTo>
                  <a:pt x="26883" y="29919"/>
                  <a:pt x="32782" y="24294"/>
                  <a:pt x="39253" y="19266"/>
                </a:cubicBezTo>
                <a:close/>
                <a:moveTo>
                  <a:pt x="39378" y="19764"/>
                </a:moveTo>
                <a:lnTo>
                  <a:pt x="39378" y="19789"/>
                </a:lnTo>
                <a:lnTo>
                  <a:pt x="39378" y="19814"/>
                </a:lnTo>
                <a:cubicBezTo>
                  <a:pt x="39154" y="19963"/>
                  <a:pt x="38905" y="20162"/>
                  <a:pt x="38681" y="20311"/>
                </a:cubicBezTo>
                <a:cubicBezTo>
                  <a:pt x="38407" y="20535"/>
                  <a:pt x="38084" y="20710"/>
                  <a:pt x="37810" y="20934"/>
                </a:cubicBezTo>
                <a:cubicBezTo>
                  <a:pt x="37785" y="20958"/>
                  <a:pt x="37710" y="21008"/>
                  <a:pt x="37685" y="21033"/>
                </a:cubicBezTo>
                <a:cubicBezTo>
                  <a:pt x="37337" y="21282"/>
                  <a:pt x="37013" y="21556"/>
                  <a:pt x="36665" y="21830"/>
                </a:cubicBezTo>
                <a:cubicBezTo>
                  <a:pt x="36491" y="21954"/>
                  <a:pt x="36316" y="22079"/>
                  <a:pt x="36167" y="22203"/>
                </a:cubicBezTo>
                <a:lnTo>
                  <a:pt x="36142" y="22253"/>
                </a:lnTo>
                <a:cubicBezTo>
                  <a:pt x="35769" y="22552"/>
                  <a:pt x="35346" y="22875"/>
                  <a:pt x="34972" y="23174"/>
                </a:cubicBezTo>
                <a:cubicBezTo>
                  <a:pt x="34898" y="23273"/>
                  <a:pt x="34773" y="23323"/>
                  <a:pt x="34673" y="23423"/>
                </a:cubicBezTo>
                <a:cubicBezTo>
                  <a:pt x="34649" y="23448"/>
                  <a:pt x="34599" y="23448"/>
                  <a:pt x="34574" y="23497"/>
                </a:cubicBezTo>
                <a:cubicBezTo>
                  <a:pt x="34549" y="23522"/>
                  <a:pt x="34524" y="23547"/>
                  <a:pt x="34474" y="23547"/>
                </a:cubicBezTo>
                <a:cubicBezTo>
                  <a:pt x="34051" y="23921"/>
                  <a:pt x="33578" y="24294"/>
                  <a:pt x="33130" y="24667"/>
                </a:cubicBezTo>
                <a:cubicBezTo>
                  <a:pt x="33056" y="24742"/>
                  <a:pt x="32981" y="24792"/>
                  <a:pt x="32881" y="24891"/>
                </a:cubicBezTo>
                <a:cubicBezTo>
                  <a:pt x="32832" y="24941"/>
                  <a:pt x="32757" y="24991"/>
                  <a:pt x="32707" y="25041"/>
                </a:cubicBezTo>
                <a:cubicBezTo>
                  <a:pt x="32583" y="25140"/>
                  <a:pt x="32458" y="25265"/>
                  <a:pt x="32359" y="25364"/>
                </a:cubicBezTo>
                <a:cubicBezTo>
                  <a:pt x="32060" y="25638"/>
                  <a:pt x="31761" y="25912"/>
                  <a:pt x="31463" y="26161"/>
                </a:cubicBezTo>
                <a:lnTo>
                  <a:pt x="31388" y="26235"/>
                </a:lnTo>
                <a:lnTo>
                  <a:pt x="31363" y="26260"/>
                </a:lnTo>
                <a:cubicBezTo>
                  <a:pt x="31014" y="26559"/>
                  <a:pt x="30716" y="26883"/>
                  <a:pt x="30367" y="27181"/>
                </a:cubicBezTo>
                <a:cubicBezTo>
                  <a:pt x="29919" y="27629"/>
                  <a:pt x="29421" y="28102"/>
                  <a:pt x="28949" y="28525"/>
                </a:cubicBezTo>
                <a:cubicBezTo>
                  <a:pt x="28749" y="28724"/>
                  <a:pt x="28600" y="28899"/>
                  <a:pt x="28426" y="29048"/>
                </a:cubicBezTo>
                <a:cubicBezTo>
                  <a:pt x="26211" y="31263"/>
                  <a:pt x="24120" y="33578"/>
                  <a:pt x="22228" y="35968"/>
                </a:cubicBezTo>
                <a:lnTo>
                  <a:pt x="22153" y="35968"/>
                </a:lnTo>
                <a:lnTo>
                  <a:pt x="22228" y="35893"/>
                </a:lnTo>
                <a:cubicBezTo>
                  <a:pt x="22701" y="35321"/>
                  <a:pt x="23174" y="34723"/>
                  <a:pt x="23672" y="34126"/>
                </a:cubicBezTo>
                <a:cubicBezTo>
                  <a:pt x="23871" y="33902"/>
                  <a:pt x="24095" y="33653"/>
                  <a:pt x="24269" y="33454"/>
                </a:cubicBezTo>
                <a:cubicBezTo>
                  <a:pt x="24642" y="33006"/>
                  <a:pt x="25041" y="32583"/>
                  <a:pt x="25414" y="32135"/>
                </a:cubicBezTo>
                <a:cubicBezTo>
                  <a:pt x="26036" y="31462"/>
                  <a:pt x="26659" y="30790"/>
                  <a:pt x="27281" y="30118"/>
                </a:cubicBezTo>
                <a:lnTo>
                  <a:pt x="27405" y="29994"/>
                </a:lnTo>
                <a:cubicBezTo>
                  <a:pt x="27853" y="29521"/>
                  <a:pt x="28326" y="29048"/>
                  <a:pt x="28774" y="28625"/>
                </a:cubicBezTo>
                <a:lnTo>
                  <a:pt x="29073" y="28351"/>
                </a:lnTo>
                <a:cubicBezTo>
                  <a:pt x="29471" y="27928"/>
                  <a:pt x="29919" y="27530"/>
                  <a:pt x="30342" y="27131"/>
                </a:cubicBezTo>
                <a:lnTo>
                  <a:pt x="30716" y="26758"/>
                </a:lnTo>
                <a:cubicBezTo>
                  <a:pt x="31114" y="26385"/>
                  <a:pt x="31512" y="26011"/>
                  <a:pt x="31935" y="25663"/>
                </a:cubicBezTo>
                <a:cubicBezTo>
                  <a:pt x="32085" y="25514"/>
                  <a:pt x="32234" y="25389"/>
                  <a:pt x="32408" y="25240"/>
                </a:cubicBezTo>
                <a:cubicBezTo>
                  <a:pt x="32807" y="24891"/>
                  <a:pt x="33205" y="24543"/>
                  <a:pt x="33578" y="24194"/>
                </a:cubicBezTo>
                <a:cubicBezTo>
                  <a:pt x="33728" y="24045"/>
                  <a:pt x="33927" y="23921"/>
                  <a:pt x="34076" y="23771"/>
                </a:cubicBezTo>
                <a:cubicBezTo>
                  <a:pt x="34474" y="23423"/>
                  <a:pt x="34922" y="23074"/>
                  <a:pt x="35346" y="22751"/>
                </a:cubicBezTo>
                <a:lnTo>
                  <a:pt x="35818" y="22377"/>
                </a:lnTo>
                <a:cubicBezTo>
                  <a:pt x="36341" y="21929"/>
                  <a:pt x="36914" y="21506"/>
                  <a:pt x="37461" y="21083"/>
                </a:cubicBezTo>
                <a:cubicBezTo>
                  <a:pt x="37511" y="21058"/>
                  <a:pt x="37536" y="21033"/>
                  <a:pt x="37586" y="21008"/>
                </a:cubicBezTo>
                <a:cubicBezTo>
                  <a:pt x="38258" y="20560"/>
                  <a:pt x="38805" y="20162"/>
                  <a:pt x="39378" y="19764"/>
                </a:cubicBezTo>
                <a:close/>
                <a:moveTo>
                  <a:pt x="90654" y="35918"/>
                </a:moveTo>
                <a:cubicBezTo>
                  <a:pt x="90654" y="35943"/>
                  <a:pt x="90604" y="35943"/>
                  <a:pt x="90604" y="35968"/>
                </a:cubicBezTo>
                <a:lnTo>
                  <a:pt x="90554" y="35968"/>
                </a:lnTo>
                <a:lnTo>
                  <a:pt x="90554" y="35943"/>
                </a:lnTo>
                <a:cubicBezTo>
                  <a:pt x="90604" y="35943"/>
                  <a:pt x="90604" y="35943"/>
                  <a:pt x="90654" y="35918"/>
                </a:cubicBezTo>
                <a:close/>
                <a:moveTo>
                  <a:pt x="21382" y="35918"/>
                </a:moveTo>
                <a:cubicBezTo>
                  <a:pt x="21407" y="35918"/>
                  <a:pt x="21407" y="35918"/>
                  <a:pt x="21456" y="35943"/>
                </a:cubicBezTo>
                <a:cubicBezTo>
                  <a:pt x="21456" y="35968"/>
                  <a:pt x="21407" y="35968"/>
                  <a:pt x="21407" y="35993"/>
                </a:cubicBezTo>
                <a:cubicBezTo>
                  <a:pt x="21407" y="35968"/>
                  <a:pt x="21382" y="35968"/>
                  <a:pt x="21357" y="35968"/>
                </a:cubicBezTo>
                <a:cubicBezTo>
                  <a:pt x="21357" y="35943"/>
                  <a:pt x="21382" y="35943"/>
                  <a:pt x="21382" y="35918"/>
                </a:cubicBezTo>
                <a:close/>
                <a:moveTo>
                  <a:pt x="48214" y="35968"/>
                </a:moveTo>
                <a:cubicBezTo>
                  <a:pt x="48214" y="35993"/>
                  <a:pt x="48239" y="35993"/>
                  <a:pt x="48239" y="36042"/>
                </a:cubicBezTo>
                <a:lnTo>
                  <a:pt x="48214" y="36067"/>
                </a:lnTo>
                <a:cubicBezTo>
                  <a:pt x="48164" y="36042"/>
                  <a:pt x="48164" y="36042"/>
                  <a:pt x="48164" y="35993"/>
                </a:cubicBezTo>
                <a:lnTo>
                  <a:pt x="48214" y="35968"/>
                </a:lnTo>
                <a:close/>
                <a:moveTo>
                  <a:pt x="21655" y="35968"/>
                </a:moveTo>
                <a:cubicBezTo>
                  <a:pt x="21755" y="35993"/>
                  <a:pt x="21805" y="36042"/>
                  <a:pt x="21904" y="36067"/>
                </a:cubicBezTo>
                <a:cubicBezTo>
                  <a:pt x="21904" y="36092"/>
                  <a:pt x="21879" y="36092"/>
                  <a:pt x="21879" y="36117"/>
                </a:cubicBezTo>
                <a:cubicBezTo>
                  <a:pt x="21780" y="36092"/>
                  <a:pt x="21730" y="36067"/>
                  <a:pt x="21631" y="36042"/>
                </a:cubicBezTo>
                <a:cubicBezTo>
                  <a:pt x="21631" y="35993"/>
                  <a:pt x="21655" y="35993"/>
                  <a:pt x="21655" y="35968"/>
                </a:cubicBezTo>
                <a:close/>
                <a:moveTo>
                  <a:pt x="18230" y="35762"/>
                </a:moveTo>
                <a:lnTo>
                  <a:pt x="18230" y="35762"/>
                </a:lnTo>
                <a:cubicBezTo>
                  <a:pt x="18123" y="35893"/>
                  <a:pt x="18014" y="36041"/>
                  <a:pt x="17872" y="36190"/>
                </a:cubicBezTo>
                <a:lnTo>
                  <a:pt x="17872" y="36190"/>
                </a:lnTo>
                <a:cubicBezTo>
                  <a:pt x="17873" y="36167"/>
                  <a:pt x="17897" y="36166"/>
                  <a:pt x="17897" y="36117"/>
                </a:cubicBezTo>
                <a:cubicBezTo>
                  <a:pt x="17897" y="36092"/>
                  <a:pt x="17922" y="36092"/>
                  <a:pt x="17972" y="36067"/>
                </a:cubicBezTo>
                <a:cubicBezTo>
                  <a:pt x="18021" y="35968"/>
                  <a:pt x="18121" y="35868"/>
                  <a:pt x="18171" y="35769"/>
                </a:cubicBezTo>
                <a:lnTo>
                  <a:pt x="18196" y="35769"/>
                </a:lnTo>
                <a:cubicBezTo>
                  <a:pt x="18196" y="35769"/>
                  <a:pt x="18215" y="35769"/>
                  <a:pt x="18230" y="35762"/>
                </a:cubicBezTo>
                <a:close/>
                <a:moveTo>
                  <a:pt x="56379" y="29869"/>
                </a:moveTo>
                <a:cubicBezTo>
                  <a:pt x="56851" y="30467"/>
                  <a:pt x="57250" y="31064"/>
                  <a:pt x="57698" y="31687"/>
                </a:cubicBezTo>
                <a:cubicBezTo>
                  <a:pt x="54810" y="32732"/>
                  <a:pt x="51774" y="34350"/>
                  <a:pt x="48787" y="36466"/>
                </a:cubicBezTo>
                <a:cubicBezTo>
                  <a:pt x="48712" y="36341"/>
                  <a:pt x="48613" y="36192"/>
                  <a:pt x="48488" y="36067"/>
                </a:cubicBezTo>
                <a:cubicBezTo>
                  <a:pt x="51027" y="33927"/>
                  <a:pt x="53690" y="31836"/>
                  <a:pt x="56379" y="29869"/>
                </a:cubicBezTo>
                <a:close/>
                <a:moveTo>
                  <a:pt x="116812" y="34716"/>
                </a:moveTo>
                <a:lnTo>
                  <a:pt x="116812" y="34716"/>
                </a:lnTo>
                <a:cubicBezTo>
                  <a:pt x="116659" y="35317"/>
                  <a:pt x="116473" y="35912"/>
                  <a:pt x="116258" y="36496"/>
                </a:cubicBezTo>
                <a:lnTo>
                  <a:pt x="116258" y="36496"/>
                </a:lnTo>
                <a:cubicBezTo>
                  <a:pt x="116461" y="35898"/>
                  <a:pt x="116650" y="35312"/>
                  <a:pt x="116812" y="34716"/>
                </a:cubicBezTo>
                <a:close/>
                <a:moveTo>
                  <a:pt x="48364" y="36167"/>
                </a:moveTo>
                <a:cubicBezTo>
                  <a:pt x="48463" y="36291"/>
                  <a:pt x="48538" y="36416"/>
                  <a:pt x="48637" y="36565"/>
                </a:cubicBezTo>
                <a:lnTo>
                  <a:pt x="48613" y="36590"/>
                </a:lnTo>
                <a:cubicBezTo>
                  <a:pt x="48513" y="36466"/>
                  <a:pt x="48413" y="36341"/>
                  <a:pt x="48339" y="36192"/>
                </a:cubicBezTo>
                <a:lnTo>
                  <a:pt x="48364" y="36167"/>
                </a:lnTo>
                <a:close/>
                <a:moveTo>
                  <a:pt x="97037" y="25437"/>
                </a:moveTo>
                <a:cubicBezTo>
                  <a:pt x="99657" y="25437"/>
                  <a:pt x="102099" y="25775"/>
                  <a:pt x="104294" y="26459"/>
                </a:cubicBezTo>
                <a:cubicBezTo>
                  <a:pt x="104095" y="28028"/>
                  <a:pt x="103796" y="29645"/>
                  <a:pt x="103398" y="31338"/>
                </a:cubicBezTo>
                <a:cubicBezTo>
                  <a:pt x="102552" y="33180"/>
                  <a:pt x="101506" y="34947"/>
                  <a:pt x="100237" y="36590"/>
                </a:cubicBezTo>
                <a:cubicBezTo>
                  <a:pt x="100112" y="36565"/>
                  <a:pt x="99988" y="36490"/>
                  <a:pt x="99863" y="36466"/>
                </a:cubicBezTo>
                <a:cubicBezTo>
                  <a:pt x="99614" y="36366"/>
                  <a:pt x="99365" y="36316"/>
                  <a:pt x="99067" y="36217"/>
                </a:cubicBezTo>
                <a:cubicBezTo>
                  <a:pt x="98917" y="36192"/>
                  <a:pt x="98743" y="36117"/>
                  <a:pt x="98569" y="36092"/>
                </a:cubicBezTo>
                <a:lnTo>
                  <a:pt x="97822" y="35918"/>
                </a:lnTo>
                <a:cubicBezTo>
                  <a:pt x="97673" y="35868"/>
                  <a:pt x="97499" y="35843"/>
                  <a:pt x="97324" y="35818"/>
                </a:cubicBezTo>
                <a:cubicBezTo>
                  <a:pt x="97250" y="35818"/>
                  <a:pt x="97150" y="35794"/>
                  <a:pt x="97076" y="35794"/>
                </a:cubicBezTo>
                <a:lnTo>
                  <a:pt x="96528" y="35694"/>
                </a:lnTo>
                <a:cubicBezTo>
                  <a:pt x="96279" y="35669"/>
                  <a:pt x="96030" y="35619"/>
                  <a:pt x="95756" y="35619"/>
                </a:cubicBezTo>
                <a:cubicBezTo>
                  <a:pt x="95632" y="35619"/>
                  <a:pt x="95507" y="35594"/>
                  <a:pt x="95408" y="35594"/>
                </a:cubicBezTo>
                <a:cubicBezTo>
                  <a:pt x="94039" y="35221"/>
                  <a:pt x="92670" y="34947"/>
                  <a:pt x="91301" y="34748"/>
                </a:cubicBezTo>
                <a:cubicBezTo>
                  <a:pt x="92421" y="31612"/>
                  <a:pt x="93217" y="28525"/>
                  <a:pt x="93665" y="25613"/>
                </a:cubicBezTo>
                <a:cubicBezTo>
                  <a:pt x="94817" y="25496"/>
                  <a:pt x="95943" y="25437"/>
                  <a:pt x="97037" y="25437"/>
                </a:cubicBezTo>
                <a:close/>
                <a:moveTo>
                  <a:pt x="57797" y="31836"/>
                </a:moveTo>
                <a:cubicBezTo>
                  <a:pt x="57797" y="31861"/>
                  <a:pt x="57822" y="31861"/>
                  <a:pt x="57822" y="31886"/>
                </a:cubicBezTo>
                <a:cubicBezTo>
                  <a:pt x="54960" y="32956"/>
                  <a:pt x="51898" y="34574"/>
                  <a:pt x="48911" y="36665"/>
                </a:cubicBezTo>
                <a:cubicBezTo>
                  <a:pt x="48911" y="36665"/>
                  <a:pt x="48911" y="36615"/>
                  <a:pt x="48886" y="36615"/>
                </a:cubicBezTo>
                <a:cubicBezTo>
                  <a:pt x="51873" y="34499"/>
                  <a:pt x="54885" y="32931"/>
                  <a:pt x="57797" y="31836"/>
                </a:cubicBezTo>
                <a:close/>
                <a:moveTo>
                  <a:pt x="103224" y="32209"/>
                </a:moveTo>
                <a:cubicBezTo>
                  <a:pt x="103174" y="32309"/>
                  <a:pt x="103149" y="32383"/>
                  <a:pt x="103149" y="32483"/>
                </a:cubicBezTo>
                <a:cubicBezTo>
                  <a:pt x="102377" y="33952"/>
                  <a:pt x="101506" y="35345"/>
                  <a:pt x="100486" y="36690"/>
                </a:cubicBezTo>
                <a:cubicBezTo>
                  <a:pt x="100436" y="36690"/>
                  <a:pt x="100436" y="36665"/>
                  <a:pt x="100411" y="36665"/>
                </a:cubicBezTo>
                <a:cubicBezTo>
                  <a:pt x="101506" y="35246"/>
                  <a:pt x="102427" y="33752"/>
                  <a:pt x="103224" y="32209"/>
                </a:cubicBezTo>
                <a:close/>
                <a:moveTo>
                  <a:pt x="87061" y="34883"/>
                </a:moveTo>
                <a:cubicBezTo>
                  <a:pt x="88227" y="34883"/>
                  <a:pt x="89439" y="34976"/>
                  <a:pt x="90678" y="35121"/>
                </a:cubicBezTo>
                <a:cubicBezTo>
                  <a:pt x="90604" y="35345"/>
                  <a:pt x="90529" y="35545"/>
                  <a:pt x="90454" y="35744"/>
                </a:cubicBezTo>
                <a:cubicBezTo>
                  <a:pt x="90156" y="35794"/>
                  <a:pt x="89857" y="35843"/>
                  <a:pt x="89558" y="35868"/>
                </a:cubicBezTo>
                <a:cubicBezTo>
                  <a:pt x="89459" y="35868"/>
                  <a:pt x="89409" y="35918"/>
                  <a:pt x="89309" y="35918"/>
                </a:cubicBezTo>
                <a:lnTo>
                  <a:pt x="89210" y="35918"/>
                </a:lnTo>
                <a:cubicBezTo>
                  <a:pt x="89085" y="35943"/>
                  <a:pt x="88986" y="35943"/>
                  <a:pt x="88861" y="35968"/>
                </a:cubicBezTo>
                <a:lnTo>
                  <a:pt x="88314" y="36067"/>
                </a:lnTo>
                <a:cubicBezTo>
                  <a:pt x="88239" y="36067"/>
                  <a:pt x="88189" y="36092"/>
                  <a:pt x="88115" y="36092"/>
                </a:cubicBezTo>
                <a:lnTo>
                  <a:pt x="87667" y="36192"/>
                </a:lnTo>
                <a:cubicBezTo>
                  <a:pt x="87492" y="36217"/>
                  <a:pt x="87368" y="36242"/>
                  <a:pt x="87219" y="36291"/>
                </a:cubicBezTo>
                <a:cubicBezTo>
                  <a:pt x="86945" y="36341"/>
                  <a:pt x="86671" y="36416"/>
                  <a:pt x="86347" y="36466"/>
                </a:cubicBezTo>
                <a:cubicBezTo>
                  <a:pt x="86223" y="36490"/>
                  <a:pt x="86099" y="36515"/>
                  <a:pt x="85999" y="36565"/>
                </a:cubicBezTo>
                <a:lnTo>
                  <a:pt x="85551" y="36665"/>
                </a:lnTo>
                <a:lnTo>
                  <a:pt x="85252" y="36739"/>
                </a:lnTo>
                <a:cubicBezTo>
                  <a:pt x="85451" y="36167"/>
                  <a:pt x="85626" y="35545"/>
                  <a:pt x="85800" y="34922"/>
                </a:cubicBezTo>
                <a:cubicBezTo>
                  <a:pt x="86213" y="34896"/>
                  <a:pt x="86634" y="34883"/>
                  <a:pt x="87061" y="34883"/>
                </a:cubicBezTo>
                <a:close/>
                <a:moveTo>
                  <a:pt x="85576" y="34922"/>
                </a:moveTo>
                <a:cubicBezTo>
                  <a:pt x="85426" y="35545"/>
                  <a:pt x="85227" y="36192"/>
                  <a:pt x="85003" y="36789"/>
                </a:cubicBezTo>
                <a:cubicBezTo>
                  <a:pt x="84986" y="36789"/>
                  <a:pt x="84968" y="36789"/>
                  <a:pt x="84959" y="36798"/>
                </a:cubicBezTo>
                <a:lnTo>
                  <a:pt x="84959" y="36798"/>
                </a:lnTo>
                <a:cubicBezTo>
                  <a:pt x="85181" y="36181"/>
                  <a:pt x="85353" y="35564"/>
                  <a:pt x="85501" y="34922"/>
                </a:cubicBezTo>
                <a:close/>
                <a:moveTo>
                  <a:pt x="96542" y="35920"/>
                </a:moveTo>
                <a:lnTo>
                  <a:pt x="96542" y="35920"/>
                </a:lnTo>
                <a:cubicBezTo>
                  <a:pt x="96689" y="35943"/>
                  <a:pt x="96881" y="35944"/>
                  <a:pt x="97026" y="35968"/>
                </a:cubicBezTo>
                <a:cubicBezTo>
                  <a:pt x="97125" y="35968"/>
                  <a:pt x="97200" y="35993"/>
                  <a:pt x="97300" y="35993"/>
                </a:cubicBezTo>
                <a:cubicBezTo>
                  <a:pt x="98270" y="36217"/>
                  <a:pt x="99191" y="36441"/>
                  <a:pt x="100062" y="36789"/>
                </a:cubicBezTo>
                <a:cubicBezTo>
                  <a:pt x="100054" y="36797"/>
                  <a:pt x="100049" y="36800"/>
                  <a:pt x="100046" y="36800"/>
                </a:cubicBezTo>
                <a:cubicBezTo>
                  <a:pt x="100040" y="36800"/>
                  <a:pt x="100046" y="36789"/>
                  <a:pt x="100062" y="36789"/>
                </a:cubicBezTo>
                <a:cubicBezTo>
                  <a:pt x="99689" y="36690"/>
                  <a:pt x="99390" y="36565"/>
                  <a:pt x="99017" y="36466"/>
                </a:cubicBezTo>
                <a:cubicBezTo>
                  <a:pt x="98942" y="36441"/>
                  <a:pt x="98868" y="36441"/>
                  <a:pt x="98793" y="36416"/>
                </a:cubicBezTo>
                <a:cubicBezTo>
                  <a:pt x="98445" y="36316"/>
                  <a:pt x="98121" y="36242"/>
                  <a:pt x="97772" y="36167"/>
                </a:cubicBezTo>
                <a:cubicBezTo>
                  <a:pt x="97648" y="36117"/>
                  <a:pt x="97548" y="36117"/>
                  <a:pt x="97424" y="36092"/>
                </a:cubicBezTo>
                <a:cubicBezTo>
                  <a:pt x="97374" y="36092"/>
                  <a:pt x="97324" y="36067"/>
                  <a:pt x="97275" y="36067"/>
                </a:cubicBezTo>
                <a:cubicBezTo>
                  <a:pt x="97200" y="36067"/>
                  <a:pt x="97175" y="36042"/>
                  <a:pt x="97125" y="36042"/>
                </a:cubicBezTo>
                <a:cubicBezTo>
                  <a:pt x="97051" y="36042"/>
                  <a:pt x="97026" y="36042"/>
                  <a:pt x="96951" y="35993"/>
                </a:cubicBezTo>
                <a:cubicBezTo>
                  <a:pt x="96901" y="35993"/>
                  <a:pt x="96827" y="35968"/>
                  <a:pt x="96777" y="35968"/>
                </a:cubicBezTo>
                <a:cubicBezTo>
                  <a:pt x="96752" y="35968"/>
                  <a:pt x="96677" y="35943"/>
                  <a:pt x="96652" y="35943"/>
                </a:cubicBezTo>
                <a:lnTo>
                  <a:pt x="96627" y="35943"/>
                </a:lnTo>
                <a:cubicBezTo>
                  <a:pt x="96587" y="35943"/>
                  <a:pt x="96563" y="35926"/>
                  <a:pt x="96542" y="35920"/>
                </a:cubicBezTo>
                <a:close/>
                <a:moveTo>
                  <a:pt x="90380" y="35943"/>
                </a:moveTo>
                <a:lnTo>
                  <a:pt x="90380" y="35968"/>
                </a:lnTo>
                <a:lnTo>
                  <a:pt x="90380" y="35993"/>
                </a:lnTo>
                <a:cubicBezTo>
                  <a:pt x="90106" y="36042"/>
                  <a:pt x="89857" y="36067"/>
                  <a:pt x="89608" y="36092"/>
                </a:cubicBezTo>
                <a:cubicBezTo>
                  <a:pt x="89534" y="36092"/>
                  <a:pt x="89434" y="36117"/>
                  <a:pt x="89359" y="36117"/>
                </a:cubicBezTo>
                <a:cubicBezTo>
                  <a:pt x="88662" y="36217"/>
                  <a:pt x="87940" y="36341"/>
                  <a:pt x="87219" y="36490"/>
                </a:cubicBezTo>
                <a:cubicBezTo>
                  <a:pt x="86870" y="36565"/>
                  <a:pt x="86547" y="36665"/>
                  <a:pt x="86198" y="36739"/>
                </a:cubicBezTo>
                <a:cubicBezTo>
                  <a:pt x="85850" y="36839"/>
                  <a:pt x="85501" y="36938"/>
                  <a:pt x="85178" y="36988"/>
                </a:cubicBezTo>
                <a:lnTo>
                  <a:pt x="85178" y="36963"/>
                </a:lnTo>
                <a:lnTo>
                  <a:pt x="85178" y="36938"/>
                </a:lnTo>
                <a:cubicBezTo>
                  <a:pt x="86596" y="36565"/>
                  <a:pt x="87965" y="36242"/>
                  <a:pt x="89334" y="36067"/>
                </a:cubicBezTo>
                <a:cubicBezTo>
                  <a:pt x="89434" y="36067"/>
                  <a:pt x="89534" y="36042"/>
                  <a:pt x="89608" y="36042"/>
                </a:cubicBezTo>
                <a:cubicBezTo>
                  <a:pt x="89857" y="35993"/>
                  <a:pt x="90131" y="35968"/>
                  <a:pt x="90380" y="35943"/>
                </a:cubicBezTo>
                <a:close/>
                <a:moveTo>
                  <a:pt x="98121" y="36466"/>
                </a:moveTo>
                <a:lnTo>
                  <a:pt x="98121" y="36466"/>
                </a:lnTo>
                <a:cubicBezTo>
                  <a:pt x="98295" y="36490"/>
                  <a:pt x="98494" y="36515"/>
                  <a:pt x="98669" y="36590"/>
                </a:cubicBezTo>
                <a:cubicBezTo>
                  <a:pt x="98917" y="36665"/>
                  <a:pt x="99141" y="36739"/>
                  <a:pt x="99390" y="36814"/>
                </a:cubicBezTo>
                <a:cubicBezTo>
                  <a:pt x="99565" y="36864"/>
                  <a:pt x="99764" y="36914"/>
                  <a:pt x="99913" y="36963"/>
                </a:cubicBezTo>
                <a:cubicBezTo>
                  <a:pt x="99888" y="37038"/>
                  <a:pt x="99814" y="37063"/>
                  <a:pt x="99789" y="37113"/>
                </a:cubicBezTo>
                <a:lnTo>
                  <a:pt x="98121" y="36466"/>
                </a:lnTo>
                <a:close/>
                <a:moveTo>
                  <a:pt x="102925" y="33304"/>
                </a:moveTo>
                <a:lnTo>
                  <a:pt x="102925" y="33304"/>
                </a:lnTo>
                <a:cubicBezTo>
                  <a:pt x="102552" y="34599"/>
                  <a:pt x="102153" y="35918"/>
                  <a:pt x="101730" y="37187"/>
                </a:cubicBezTo>
                <a:cubicBezTo>
                  <a:pt x="101631" y="37163"/>
                  <a:pt x="101531" y="37088"/>
                  <a:pt x="101431" y="37038"/>
                </a:cubicBezTo>
                <a:cubicBezTo>
                  <a:pt x="101307" y="36963"/>
                  <a:pt x="101183" y="36938"/>
                  <a:pt x="101033" y="36864"/>
                </a:cubicBezTo>
                <a:cubicBezTo>
                  <a:pt x="100909" y="36814"/>
                  <a:pt x="100784" y="36789"/>
                  <a:pt x="100660" y="36714"/>
                </a:cubicBezTo>
                <a:cubicBezTo>
                  <a:pt x="101506" y="35619"/>
                  <a:pt x="102278" y="34474"/>
                  <a:pt x="102925" y="33304"/>
                </a:cubicBezTo>
                <a:close/>
                <a:moveTo>
                  <a:pt x="100162" y="37038"/>
                </a:moveTo>
                <a:cubicBezTo>
                  <a:pt x="100137" y="37088"/>
                  <a:pt x="100062" y="37138"/>
                  <a:pt x="100038" y="37212"/>
                </a:cubicBezTo>
                <a:cubicBezTo>
                  <a:pt x="100013" y="37212"/>
                  <a:pt x="100013" y="37187"/>
                  <a:pt x="99988" y="37187"/>
                </a:cubicBezTo>
                <a:cubicBezTo>
                  <a:pt x="100013" y="37113"/>
                  <a:pt x="100062" y="37088"/>
                  <a:pt x="100112" y="37038"/>
                </a:cubicBezTo>
                <a:close/>
                <a:moveTo>
                  <a:pt x="96478" y="36167"/>
                </a:moveTo>
                <a:lnTo>
                  <a:pt x="96478" y="36167"/>
                </a:lnTo>
                <a:cubicBezTo>
                  <a:pt x="96578" y="36192"/>
                  <a:pt x="96677" y="36217"/>
                  <a:pt x="96777" y="36217"/>
                </a:cubicBezTo>
                <a:cubicBezTo>
                  <a:pt x="97748" y="36515"/>
                  <a:pt x="98693" y="36864"/>
                  <a:pt x="99664" y="37237"/>
                </a:cubicBezTo>
                <a:lnTo>
                  <a:pt x="99639" y="37287"/>
                </a:lnTo>
                <a:cubicBezTo>
                  <a:pt x="98619" y="36839"/>
                  <a:pt x="97548" y="36466"/>
                  <a:pt x="96478" y="36167"/>
                </a:cubicBezTo>
                <a:close/>
                <a:moveTo>
                  <a:pt x="103423" y="32334"/>
                </a:moveTo>
                <a:cubicBezTo>
                  <a:pt x="103024" y="33976"/>
                  <a:pt x="102502" y="35619"/>
                  <a:pt x="101929" y="37312"/>
                </a:cubicBezTo>
                <a:cubicBezTo>
                  <a:pt x="101904" y="37312"/>
                  <a:pt x="101904" y="37287"/>
                  <a:pt x="101880" y="37287"/>
                </a:cubicBezTo>
                <a:cubicBezTo>
                  <a:pt x="102427" y="35694"/>
                  <a:pt x="102900" y="34126"/>
                  <a:pt x="103298" y="32583"/>
                </a:cubicBezTo>
                <a:cubicBezTo>
                  <a:pt x="103348" y="32483"/>
                  <a:pt x="103398" y="32433"/>
                  <a:pt x="103423" y="32334"/>
                </a:cubicBezTo>
                <a:close/>
                <a:moveTo>
                  <a:pt x="113479" y="21631"/>
                </a:moveTo>
                <a:lnTo>
                  <a:pt x="113479" y="21631"/>
                </a:lnTo>
                <a:cubicBezTo>
                  <a:pt x="115072" y="23622"/>
                  <a:pt x="116217" y="26011"/>
                  <a:pt x="116939" y="28724"/>
                </a:cubicBezTo>
                <a:cubicBezTo>
                  <a:pt x="116939" y="29148"/>
                  <a:pt x="116964" y="29596"/>
                  <a:pt x="116988" y="30019"/>
                </a:cubicBezTo>
                <a:lnTo>
                  <a:pt x="116988" y="30218"/>
                </a:lnTo>
                <a:cubicBezTo>
                  <a:pt x="117038" y="30591"/>
                  <a:pt x="116988" y="30965"/>
                  <a:pt x="116988" y="31338"/>
                </a:cubicBezTo>
                <a:lnTo>
                  <a:pt x="116988" y="31662"/>
                </a:lnTo>
                <a:lnTo>
                  <a:pt x="116988" y="31786"/>
                </a:lnTo>
                <a:cubicBezTo>
                  <a:pt x="116988" y="31886"/>
                  <a:pt x="116988" y="32010"/>
                  <a:pt x="116964" y="32110"/>
                </a:cubicBezTo>
                <a:cubicBezTo>
                  <a:pt x="116964" y="32234"/>
                  <a:pt x="116939" y="32383"/>
                  <a:pt x="116939" y="32508"/>
                </a:cubicBezTo>
                <a:cubicBezTo>
                  <a:pt x="116889" y="32707"/>
                  <a:pt x="116889" y="32906"/>
                  <a:pt x="116864" y="33105"/>
                </a:cubicBezTo>
                <a:cubicBezTo>
                  <a:pt x="116864" y="33130"/>
                  <a:pt x="116864" y="33180"/>
                  <a:pt x="116839" y="33205"/>
                </a:cubicBezTo>
                <a:cubicBezTo>
                  <a:pt x="116839" y="33230"/>
                  <a:pt x="116839" y="33255"/>
                  <a:pt x="116814" y="33329"/>
                </a:cubicBezTo>
                <a:cubicBezTo>
                  <a:pt x="116764" y="33603"/>
                  <a:pt x="116715" y="33877"/>
                  <a:pt x="116640" y="34176"/>
                </a:cubicBezTo>
                <a:cubicBezTo>
                  <a:pt x="116615" y="34225"/>
                  <a:pt x="116615" y="34325"/>
                  <a:pt x="116615" y="34375"/>
                </a:cubicBezTo>
                <a:cubicBezTo>
                  <a:pt x="116366" y="35370"/>
                  <a:pt x="116067" y="36416"/>
                  <a:pt x="115619" y="37362"/>
                </a:cubicBezTo>
                <a:cubicBezTo>
                  <a:pt x="115122" y="35719"/>
                  <a:pt x="114474" y="34225"/>
                  <a:pt x="113628" y="32881"/>
                </a:cubicBezTo>
                <a:cubicBezTo>
                  <a:pt x="113728" y="32234"/>
                  <a:pt x="113777" y="31612"/>
                  <a:pt x="113852" y="30990"/>
                </a:cubicBezTo>
                <a:cubicBezTo>
                  <a:pt x="113852" y="30865"/>
                  <a:pt x="113877" y="30741"/>
                  <a:pt x="113877" y="30616"/>
                </a:cubicBezTo>
                <a:cubicBezTo>
                  <a:pt x="113952" y="29969"/>
                  <a:pt x="113977" y="29347"/>
                  <a:pt x="114001" y="28700"/>
                </a:cubicBezTo>
                <a:lnTo>
                  <a:pt x="114001" y="28202"/>
                </a:lnTo>
                <a:lnTo>
                  <a:pt x="114001" y="26708"/>
                </a:lnTo>
                <a:lnTo>
                  <a:pt x="114001" y="26210"/>
                </a:lnTo>
                <a:cubicBezTo>
                  <a:pt x="113977" y="25613"/>
                  <a:pt x="113952" y="25041"/>
                  <a:pt x="113877" y="24468"/>
                </a:cubicBezTo>
                <a:cubicBezTo>
                  <a:pt x="113852" y="24269"/>
                  <a:pt x="113852" y="24120"/>
                  <a:pt x="113827" y="23921"/>
                </a:cubicBezTo>
                <a:cubicBezTo>
                  <a:pt x="113753" y="23348"/>
                  <a:pt x="113653" y="22751"/>
                  <a:pt x="113578" y="22178"/>
                </a:cubicBezTo>
                <a:cubicBezTo>
                  <a:pt x="113578" y="22128"/>
                  <a:pt x="113529" y="22054"/>
                  <a:pt x="113529" y="22004"/>
                </a:cubicBezTo>
                <a:cubicBezTo>
                  <a:pt x="113504" y="21879"/>
                  <a:pt x="113479" y="21755"/>
                  <a:pt x="113479" y="21631"/>
                </a:cubicBezTo>
                <a:close/>
                <a:moveTo>
                  <a:pt x="65156" y="30581"/>
                </a:moveTo>
                <a:cubicBezTo>
                  <a:pt x="66537" y="30581"/>
                  <a:pt x="67809" y="30781"/>
                  <a:pt x="68949" y="31189"/>
                </a:cubicBezTo>
                <a:cubicBezTo>
                  <a:pt x="69148" y="32060"/>
                  <a:pt x="69397" y="32881"/>
                  <a:pt x="69695" y="33703"/>
                </a:cubicBezTo>
                <a:cubicBezTo>
                  <a:pt x="67704" y="34823"/>
                  <a:pt x="65762" y="36067"/>
                  <a:pt x="63796" y="37411"/>
                </a:cubicBezTo>
                <a:cubicBezTo>
                  <a:pt x="62452" y="35545"/>
                  <a:pt x="61307" y="33479"/>
                  <a:pt x="60361" y="31263"/>
                </a:cubicBezTo>
                <a:cubicBezTo>
                  <a:pt x="62063" y="30812"/>
                  <a:pt x="63672" y="30581"/>
                  <a:pt x="65156" y="30581"/>
                </a:cubicBezTo>
                <a:close/>
                <a:moveTo>
                  <a:pt x="100510" y="36864"/>
                </a:moveTo>
                <a:cubicBezTo>
                  <a:pt x="100909" y="37063"/>
                  <a:pt x="101282" y="37212"/>
                  <a:pt x="101631" y="37411"/>
                </a:cubicBezTo>
                <a:cubicBezTo>
                  <a:pt x="101531" y="37362"/>
                  <a:pt x="101431" y="37337"/>
                  <a:pt x="101357" y="37287"/>
                </a:cubicBezTo>
                <a:cubicBezTo>
                  <a:pt x="101307" y="37237"/>
                  <a:pt x="101257" y="37237"/>
                  <a:pt x="101232" y="37212"/>
                </a:cubicBezTo>
                <a:cubicBezTo>
                  <a:pt x="101008" y="37113"/>
                  <a:pt x="100759" y="37038"/>
                  <a:pt x="100510" y="36938"/>
                </a:cubicBezTo>
                <a:lnTo>
                  <a:pt x="100510" y="36914"/>
                </a:lnTo>
                <a:lnTo>
                  <a:pt x="100510" y="36864"/>
                </a:lnTo>
                <a:close/>
                <a:moveTo>
                  <a:pt x="99888" y="37343"/>
                </a:moveTo>
                <a:cubicBezTo>
                  <a:pt x="99894" y="37343"/>
                  <a:pt x="99901" y="37349"/>
                  <a:pt x="99913" y="37362"/>
                </a:cubicBezTo>
                <a:cubicBezTo>
                  <a:pt x="99913" y="37411"/>
                  <a:pt x="99888" y="37411"/>
                  <a:pt x="99888" y="37436"/>
                </a:cubicBezTo>
                <a:cubicBezTo>
                  <a:pt x="99863" y="37436"/>
                  <a:pt x="99863" y="37411"/>
                  <a:pt x="99814" y="37411"/>
                </a:cubicBezTo>
                <a:lnTo>
                  <a:pt x="99863" y="37362"/>
                </a:lnTo>
                <a:cubicBezTo>
                  <a:pt x="99876" y="37349"/>
                  <a:pt x="99882" y="37343"/>
                  <a:pt x="99888" y="37343"/>
                </a:cubicBezTo>
                <a:close/>
                <a:moveTo>
                  <a:pt x="60187" y="31313"/>
                </a:moveTo>
                <a:cubicBezTo>
                  <a:pt x="61108" y="33553"/>
                  <a:pt x="62253" y="35619"/>
                  <a:pt x="63647" y="37486"/>
                </a:cubicBezTo>
                <a:lnTo>
                  <a:pt x="63572" y="37561"/>
                </a:lnTo>
                <a:cubicBezTo>
                  <a:pt x="62203" y="35694"/>
                  <a:pt x="61058" y="33578"/>
                  <a:pt x="60112" y="31338"/>
                </a:cubicBezTo>
                <a:cubicBezTo>
                  <a:pt x="60162" y="31338"/>
                  <a:pt x="60162" y="31338"/>
                  <a:pt x="60187" y="31313"/>
                </a:cubicBezTo>
                <a:close/>
                <a:moveTo>
                  <a:pt x="101805" y="37461"/>
                </a:moveTo>
                <a:cubicBezTo>
                  <a:pt x="101855" y="37461"/>
                  <a:pt x="101855" y="37486"/>
                  <a:pt x="101880" y="37486"/>
                </a:cubicBezTo>
                <a:lnTo>
                  <a:pt x="101880" y="37536"/>
                </a:lnTo>
                <a:lnTo>
                  <a:pt x="101880" y="37561"/>
                </a:lnTo>
                <a:cubicBezTo>
                  <a:pt x="101805" y="37536"/>
                  <a:pt x="101805" y="37536"/>
                  <a:pt x="101780" y="37536"/>
                </a:cubicBezTo>
                <a:cubicBezTo>
                  <a:pt x="101780" y="37486"/>
                  <a:pt x="101805" y="37461"/>
                  <a:pt x="101805" y="37461"/>
                </a:cubicBezTo>
                <a:close/>
                <a:moveTo>
                  <a:pt x="69745" y="33852"/>
                </a:moveTo>
                <a:cubicBezTo>
                  <a:pt x="69745" y="33877"/>
                  <a:pt x="69770" y="33877"/>
                  <a:pt x="69770" y="33927"/>
                </a:cubicBezTo>
                <a:cubicBezTo>
                  <a:pt x="67828" y="35072"/>
                  <a:pt x="65862" y="36291"/>
                  <a:pt x="63921" y="37611"/>
                </a:cubicBezTo>
                <a:cubicBezTo>
                  <a:pt x="63921" y="37586"/>
                  <a:pt x="63896" y="37586"/>
                  <a:pt x="63896" y="37561"/>
                </a:cubicBezTo>
                <a:cubicBezTo>
                  <a:pt x="65837" y="36217"/>
                  <a:pt x="67804" y="34997"/>
                  <a:pt x="69745" y="33852"/>
                </a:cubicBezTo>
                <a:close/>
                <a:moveTo>
                  <a:pt x="113553" y="33180"/>
                </a:moveTo>
                <a:cubicBezTo>
                  <a:pt x="114350" y="34499"/>
                  <a:pt x="114997" y="35993"/>
                  <a:pt x="115470" y="37660"/>
                </a:cubicBezTo>
                <a:cubicBezTo>
                  <a:pt x="115470" y="37685"/>
                  <a:pt x="115445" y="37710"/>
                  <a:pt x="115445" y="37735"/>
                </a:cubicBezTo>
                <a:cubicBezTo>
                  <a:pt x="114997" y="36092"/>
                  <a:pt x="114350" y="34599"/>
                  <a:pt x="113553" y="33255"/>
                </a:cubicBezTo>
                <a:lnTo>
                  <a:pt x="113553" y="33180"/>
                </a:lnTo>
                <a:close/>
                <a:moveTo>
                  <a:pt x="63746" y="37685"/>
                </a:moveTo>
                <a:cubicBezTo>
                  <a:pt x="63746" y="37710"/>
                  <a:pt x="63796" y="37710"/>
                  <a:pt x="63796" y="37735"/>
                </a:cubicBezTo>
                <a:cubicBezTo>
                  <a:pt x="63746" y="37735"/>
                  <a:pt x="63746" y="37760"/>
                  <a:pt x="63721" y="37760"/>
                </a:cubicBezTo>
                <a:cubicBezTo>
                  <a:pt x="63697" y="37735"/>
                  <a:pt x="63697" y="37710"/>
                  <a:pt x="63697" y="37710"/>
                </a:cubicBezTo>
                <a:cubicBezTo>
                  <a:pt x="63721" y="37710"/>
                  <a:pt x="63721" y="37685"/>
                  <a:pt x="63746" y="37685"/>
                </a:cubicBezTo>
                <a:close/>
                <a:moveTo>
                  <a:pt x="116152" y="36779"/>
                </a:moveTo>
                <a:cubicBezTo>
                  <a:pt x="116024" y="37110"/>
                  <a:pt x="115888" y="37437"/>
                  <a:pt x="115744" y="37760"/>
                </a:cubicBezTo>
                <a:cubicBezTo>
                  <a:pt x="115744" y="37735"/>
                  <a:pt x="115744" y="37710"/>
                  <a:pt x="115719" y="37710"/>
                </a:cubicBezTo>
                <a:cubicBezTo>
                  <a:pt x="115719" y="37710"/>
                  <a:pt x="115719" y="37685"/>
                  <a:pt x="115744" y="37685"/>
                </a:cubicBezTo>
                <a:cubicBezTo>
                  <a:pt x="115794" y="37660"/>
                  <a:pt x="115794" y="37586"/>
                  <a:pt x="115819" y="37561"/>
                </a:cubicBezTo>
                <a:cubicBezTo>
                  <a:pt x="115918" y="37312"/>
                  <a:pt x="116043" y="37063"/>
                  <a:pt x="116117" y="36814"/>
                </a:cubicBezTo>
                <a:cubicBezTo>
                  <a:pt x="116133" y="36806"/>
                  <a:pt x="116143" y="36794"/>
                  <a:pt x="116152" y="36779"/>
                </a:cubicBezTo>
                <a:close/>
                <a:moveTo>
                  <a:pt x="100311" y="37113"/>
                </a:moveTo>
                <a:cubicBezTo>
                  <a:pt x="100510" y="37187"/>
                  <a:pt x="100660" y="37237"/>
                  <a:pt x="100809" y="37312"/>
                </a:cubicBezTo>
                <a:cubicBezTo>
                  <a:pt x="101058" y="37411"/>
                  <a:pt x="101307" y="37486"/>
                  <a:pt x="101531" y="37611"/>
                </a:cubicBezTo>
                <a:cubicBezTo>
                  <a:pt x="101506" y="37685"/>
                  <a:pt x="101481" y="37760"/>
                  <a:pt x="101431" y="37835"/>
                </a:cubicBezTo>
                <a:cubicBezTo>
                  <a:pt x="101033" y="37635"/>
                  <a:pt x="100610" y="37461"/>
                  <a:pt x="100187" y="37262"/>
                </a:cubicBezTo>
                <a:cubicBezTo>
                  <a:pt x="100237" y="37212"/>
                  <a:pt x="100286" y="37187"/>
                  <a:pt x="100311" y="37113"/>
                </a:cubicBezTo>
                <a:close/>
                <a:moveTo>
                  <a:pt x="72408" y="33678"/>
                </a:moveTo>
                <a:lnTo>
                  <a:pt x="72408" y="33678"/>
                </a:lnTo>
                <a:cubicBezTo>
                  <a:pt x="73031" y="34474"/>
                  <a:pt x="73504" y="35420"/>
                  <a:pt x="73777" y="36466"/>
                </a:cubicBezTo>
                <a:lnTo>
                  <a:pt x="73777" y="36490"/>
                </a:lnTo>
                <a:cubicBezTo>
                  <a:pt x="73777" y="36515"/>
                  <a:pt x="73777" y="36565"/>
                  <a:pt x="73802" y="36590"/>
                </a:cubicBezTo>
                <a:lnTo>
                  <a:pt x="73802" y="36690"/>
                </a:lnTo>
                <a:cubicBezTo>
                  <a:pt x="73852" y="36864"/>
                  <a:pt x="73877" y="37038"/>
                  <a:pt x="73902" y="37212"/>
                </a:cubicBezTo>
                <a:cubicBezTo>
                  <a:pt x="73902" y="37287"/>
                  <a:pt x="73927" y="37337"/>
                  <a:pt x="73927" y="37411"/>
                </a:cubicBezTo>
                <a:lnTo>
                  <a:pt x="73927" y="37486"/>
                </a:lnTo>
                <a:cubicBezTo>
                  <a:pt x="73927" y="37561"/>
                  <a:pt x="73977" y="37586"/>
                  <a:pt x="73977" y="37660"/>
                </a:cubicBezTo>
                <a:cubicBezTo>
                  <a:pt x="73977" y="37710"/>
                  <a:pt x="73977" y="37810"/>
                  <a:pt x="73927" y="37859"/>
                </a:cubicBezTo>
                <a:cubicBezTo>
                  <a:pt x="73753" y="37536"/>
                  <a:pt x="73603" y="37187"/>
                  <a:pt x="73429" y="36814"/>
                </a:cubicBezTo>
                <a:cubicBezTo>
                  <a:pt x="73404" y="36714"/>
                  <a:pt x="73354" y="36615"/>
                  <a:pt x="73304" y="36490"/>
                </a:cubicBezTo>
                <a:cubicBezTo>
                  <a:pt x="73155" y="36117"/>
                  <a:pt x="73031" y="35794"/>
                  <a:pt x="72906" y="35420"/>
                </a:cubicBezTo>
                <a:cubicBezTo>
                  <a:pt x="72856" y="35246"/>
                  <a:pt x="72807" y="35097"/>
                  <a:pt x="72757" y="34947"/>
                </a:cubicBezTo>
                <a:cubicBezTo>
                  <a:pt x="72657" y="34624"/>
                  <a:pt x="72558" y="34325"/>
                  <a:pt x="72508" y="34001"/>
                </a:cubicBezTo>
                <a:cubicBezTo>
                  <a:pt x="72483" y="33877"/>
                  <a:pt x="72433" y="33802"/>
                  <a:pt x="72408" y="33678"/>
                </a:cubicBezTo>
                <a:close/>
                <a:moveTo>
                  <a:pt x="101730" y="37710"/>
                </a:moveTo>
                <a:cubicBezTo>
                  <a:pt x="101755" y="37710"/>
                  <a:pt x="101755" y="37735"/>
                  <a:pt x="101780" y="37735"/>
                </a:cubicBezTo>
                <a:cubicBezTo>
                  <a:pt x="101755" y="37810"/>
                  <a:pt x="101730" y="37909"/>
                  <a:pt x="101730" y="37959"/>
                </a:cubicBezTo>
                <a:cubicBezTo>
                  <a:pt x="101680" y="37959"/>
                  <a:pt x="101680" y="37934"/>
                  <a:pt x="101655" y="37934"/>
                </a:cubicBezTo>
                <a:cubicBezTo>
                  <a:pt x="101655" y="37859"/>
                  <a:pt x="101680" y="37760"/>
                  <a:pt x="101730" y="37710"/>
                </a:cubicBezTo>
                <a:close/>
                <a:moveTo>
                  <a:pt x="75769" y="31039"/>
                </a:moveTo>
                <a:lnTo>
                  <a:pt x="75769" y="31039"/>
                </a:lnTo>
                <a:cubicBezTo>
                  <a:pt x="75744" y="33205"/>
                  <a:pt x="75346" y="35569"/>
                  <a:pt x="74549" y="38059"/>
                </a:cubicBezTo>
                <a:cubicBezTo>
                  <a:pt x="74524" y="37909"/>
                  <a:pt x="74499" y="37710"/>
                  <a:pt x="74425" y="37561"/>
                </a:cubicBezTo>
                <a:lnTo>
                  <a:pt x="74425" y="37536"/>
                </a:lnTo>
                <a:lnTo>
                  <a:pt x="74425" y="37436"/>
                </a:lnTo>
                <a:cubicBezTo>
                  <a:pt x="74375" y="37113"/>
                  <a:pt x="74350" y="36839"/>
                  <a:pt x="74250" y="36565"/>
                </a:cubicBezTo>
                <a:lnTo>
                  <a:pt x="74250" y="36441"/>
                </a:lnTo>
                <a:lnTo>
                  <a:pt x="74151" y="35594"/>
                </a:lnTo>
                <a:cubicBezTo>
                  <a:pt x="74151" y="35470"/>
                  <a:pt x="74126" y="35345"/>
                  <a:pt x="74126" y="35221"/>
                </a:cubicBezTo>
                <a:lnTo>
                  <a:pt x="74126" y="35072"/>
                </a:lnTo>
                <a:lnTo>
                  <a:pt x="74126" y="34997"/>
                </a:lnTo>
                <a:lnTo>
                  <a:pt x="74126" y="34873"/>
                </a:lnTo>
                <a:lnTo>
                  <a:pt x="74126" y="33827"/>
                </a:lnTo>
                <a:lnTo>
                  <a:pt x="74126" y="33703"/>
                </a:lnTo>
                <a:lnTo>
                  <a:pt x="74126" y="33479"/>
                </a:lnTo>
                <a:cubicBezTo>
                  <a:pt x="74151" y="33105"/>
                  <a:pt x="74176" y="32732"/>
                  <a:pt x="74250" y="32359"/>
                </a:cubicBezTo>
                <a:cubicBezTo>
                  <a:pt x="74250" y="32259"/>
                  <a:pt x="74275" y="32159"/>
                  <a:pt x="74275" y="32110"/>
                </a:cubicBezTo>
                <a:cubicBezTo>
                  <a:pt x="74300" y="31985"/>
                  <a:pt x="74325" y="31861"/>
                  <a:pt x="74325" y="31736"/>
                </a:cubicBezTo>
                <a:cubicBezTo>
                  <a:pt x="74798" y="31487"/>
                  <a:pt x="75296" y="31263"/>
                  <a:pt x="75769" y="31039"/>
                </a:cubicBezTo>
                <a:close/>
                <a:moveTo>
                  <a:pt x="100062" y="37436"/>
                </a:moveTo>
                <a:cubicBezTo>
                  <a:pt x="100535" y="37611"/>
                  <a:pt x="100983" y="37810"/>
                  <a:pt x="101407" y="38034"/>
                </a:cubicBezTo>
                <a:cubicBezTo>
                  <a:pt x="101407" y="38059"/>
                  <a:pt x="101407" y="38059"/>
                  <a:pt x="101382" y="38083"/>
                </a:cubicBezTo>
                <a:cubicBezTo>
                  <a:pt x="100934" y="37859"/>
                  <a:pt x="100486" y="37685"/>
                  <a:pt x="100038" y="37486"/>
                </a:cubicBezTo>
                <a:cubicBezTo>
                  <a:pt x="100038" y="37461"/>
                  <a:pt x="100062" y="37461"/>
                  <a:pt x="100062" y="37436"/>
                </a:cubicBezTo>
                <a:close/>
                <a:moveTo>
                  <a:pt x="101556" y="38083"/>
                </a:moveTo>
                <a:cubicBezTo>
                  <a:pt x="101606" y="38083"/>
                  <a:pt x="101606" y="38108"/>
                  <a:pt x="101631" y="38108"/>
                </a:cubicBezTo>
                <a:cubicBezTo>
                  <a:pt x="101631" y="38133"/>
                  <a:pt x="101631" y="38133"/>
                  <a:pt x="101606" y="38183"/>
                </a:cubicBezTo>
                <a:cubicBezTo>
                  <a:pt x="101567" y="38183"/>
                  <a:pt x="101558" y="38153"/>
                  <a:pt x="101545" y="38140"/>
                </a:cubicBezTo>
                <a:lnTo>
                  <a:pt x="101545" y="38140"/>
                </a:lnTo>
                <a:cubicBezTo>
                  <a:pt x="101556" y="38136"/>
                  <a:pt x="101556" y="38102"/>
                  <a:pt x="101556" y="38083"/>
                </a:cubicBezTo>
                <a:close/>
                <a:moveTo>
                  <a:pt x="59938" y="31363"/>
                </a:moveTo>
                <a:cubicBezTo>
                  <a:pt x="60859" y="33628"/>
                  <a:pt x="62054" y="35744"/>
                  <a:pt x="63423" y="37660"/>
                </a:cubicBezTo>
                <a:cubicBezTo>
                  <a:pt x="63049" y="37909"/>
                  <a:pt x="62701" y="38158"/>
                  <a:pt x="62328" y="38407"/>
                </a:cubicBezTo>
                <a:cubicBezTo>
                  <a:pt x="61183" y="36291"/>
                  <a:pt x="59838" y="34076"/>
                  <a:pt x="58345" y="31861"/>
                </a:cubicBezTo>
                <a:cubicBezTo>
                  <a:pt x="58868" y="31687"/>
                  <a:pt x="59390" y="31487"/>
                  <a:pt x="59938" y="31363"/>
                </a:cubicBezTo>
                <a:close/>
                <a:moveTo>
                  <a:pt x="76018" y="30865"/>
                </a:moveTo>
                <a:cubicBezTo>
                  <a:pt x="76018" y="33230"/>
                  <a:pt x="75545" y="35794"/>
                  <a:pt x="74674" y="38457"/>
                </a:cubicBezTo>
                <a:cubicBezTo>
                  <a:pt x="74674" y="38432"/>
                  <a:pt x="74649" y="38407"/>
                  <a:pt x="74649" y="38357"/>
                </a:cubicBezTo>
                <a:cubicBezTo>
                  <a:pt x="75495" y="35744"/>
                  <a:pt x="75943" y="33230"/>
                  <a:pt x="75943" y="30890"/>
                </a:cubicBezTo>
                <a:cubicBezTo>
                  <a:pt x="75968" y="30890"/>
                  <a:pt x="75993" y="30890"/>
                  <a:pt x="76018" y="30865"/>
                </a:cubicBezTo>
                <a:close/>
                <a:moveTo>
                  <a:pt x="85302" y="34922"/>
                </a:moveTo>
                <a:lnTo>
                  <a:pt x="85302" y="34922"/>
                </a:lnTo>
                <a:cubicBezTo>
                  <a:pt x="85128" y="35569"/>
                  <a:pt x="84954" y="36242"/>
                  <a:pt x="84705" y="36864"/>
                </a:cubicBezTo>
                <a:cubicBezTo>
                  <a:pt x="84555" y="36914"/>
                  <a:pt x="84381" y="36963"/>
                  <a:pt x="84257" y="36988"/>
                </a:cubicBezTo>
                <a:cubicBezTo>
                  <a:pt x="84107" y="37038"/>
                  <a:pt x="83958" y="37088"/>
                  <a:pt x="83809" y="37113"/>
                </a:cubicBezTo>
                <a:cubicBezTo>
                  <a:pt x="83385" y="37237"/>
                  <a:pt x="82987" y="37362"/>
                  <a:pt x="82564" y="37536"/>
                </a:cubicBezTo>
                <a:cubicBezTo>
                  <a:pt x="82365" y="37586"/>
                  <a:pt x="82216" y="37611"/>
                  <a:pt x="82066" y="37685"/>
                </a:cubicBezTo>
                <a:cubicBezTo>
                  <a:pt x="81718" y="37810"/>
                  <a:pt x="81394" y="37934"/>
                  <a:pt x="81071" y="38059"/>
                </a:cubicBezTo>
                <a:cubicBezTo>
                  <a:pt x="80996" y="38083"/>
                  <a:pt x="80946" y="38108"/>
                  <a:pt x="80871" y="38108"/>
                </a:cubicBezTo>
                <a:cubicBezTo>
                  <a:pt x="80697" y="38183"/>
                  <a:pt x="80498" y="38233"/>
                  <a:pt x="80324" y="38332"/>
                </a:cubicBezTo>
                <a:cubicBezTo>
                  <a:pt x="80150" y="38382"/>
                  <a:pt x="80000" y="38457"/>
                  <a:pt x="79876" y="38532"/>
                </a:cubicBezTo>
                <a:cubicBezTo>
                  <a:pt x="80324" y="37536"/>
                  <a:pt x="80722" y="36565"/>
                  <a:pt x="81071" y="35569"/>
                </a:cubicBezTo>
                <a:cubicBezTo>
                  <a:pt x="82365" y="35221"/>
                  <a:pt x="83809" y="34997"/>
                  <a:pt x="85302" y="34922"/>
                </a:cubicBezTo>
                <a:close/>
                <a:moveTo>
                  <a:pt x="17524" y="36490"/>
                </a:moveTo>
                <a:lnTo>
                  <a:pt x="17524" y="36540"/>
                </a:lnTo>
                <a:lnTo>
                  <a:pt x="17524" y="36565"/>
                </a:lnTo>
                <a:lnTo>
                  <a:pt x="17524" y="36590"/>
                </a:lnTo>
                <a:cubicBezTo>
                  <a:pt x="17399" y="36739"/>
                  <a:pt x="17250" y="36938"/>
                  <a:pt x="17125" y="37113"/>
                </a:cubicBezTo>
                <a:cubicBezTo>
                  <a:pt x="16805" y="37529"/>
                  <a:pt x="16417" y="38027"/>
                  <a:pt x="16019" y="38550"/>
                </a:cubicBezTo>
                <a:lnTo>
                  <a:pt x="16019" y="38550"/>
                </a:lnTo>
                <a:lnTo>
                  <a:pt x="16154" y="38357"/>
                </a:lnTo>
                <a:cubicBezTo>
                  <a:pt x="16379" y="38083"/>
                  <a:pt x="16553" y="37810"/>
                  <a:pt x="16777" y="37536"/>
                </a:cubicBezTo>
                <a:cubicBezTo>
                  <a:pt x="16802" y="37461"/>
                  <a:pt x="16851" y="37436"/>
                  <a:pt x="16876" y="37362"/>
                </a:cubicBezTo>
                <a:cubicBezTo>
                  <a:pt x="17100" y="37088"/>
                  <a:pt x="17299" y="36814"/>
                  <a:pt x="17524" y="36490"/>
                </a:cubicBezTo>
                <a:close/>
                <a:moveTo>
                  <a:pt x="58196" y="31960"/>
                </a:moveTo>
                <a:cubicBezTo>
                  <a:pt x="59639" y="34176"/>
                  <a:pt x="61033" y="36416"/>
                  <a:pt x="62178" y="38532"/>
                </a:cubicBezTo>
                <a:lnTo>
                  <a:pt x="62128" y="38556"/>
                </a:lnTo>
                <a:cubicBezTo>
                  <a:pt x="60983" y="36441"/>
                  <a:pt x="59614" y="34200"/>
                  <a:pt x="58121" y="31985"/>
                </a:cubicBezTo>
                <a:cubicBezTo>
                  <a:pt x="58171" y="31985"/>
                  <a:pt x="58171" y="31985"/>
                  <a:pt x="58196" y="31960"/>
                </a:cubicBezTo>
                <a:close/>
                <a:moveTo>
                  <a:pt x="82514" y="28227"/>
                </a:moveTo>
                <a:lnTo>
                  <a:pt x="82514" y="28227"/>
                </a:lnTo>
                <a:cubicBezTo>
                  <a:pt x="82166" y="30467"/>
                  <a:pt x="81519" y="32831"/>
                  <a:pt x="80647" y="35246"/>
                </a:cubicBezTo>
                <a:cubicBezTo>
                  <a:pt x="78208" y="35968"/>
                  <a:pt x="76192" y="37088"/>
                  <a:pt x="74848" y="38556"/>
                </a:cubicBezTo>
                <a:cubicBezTo>
                  <a:pt x="75744" y="35818"/>
                  <a:pt x="76217" y="33205"/>
                  <a:pt x="76167" y="30815"/>
                </a:cubicBezTo>
                <a:cubicBezTo>
                  <a:pt x="78308" y="29820"/>
                  <a:pt x="80448" y="28948"/>
                  <a:pt x="82514" y="28227"/>
                </a:cubicBezTo>
                <a:close/>
                <a:moveTo>
                  <a:pt x="63497" y="37810"/>
                </a:moveTo>
                <a:lnTo>
                  <a:pt x="63572" y="37859"/>
                </a:lnTo>
                <a:cubicBezTo>
                  <a:pt x="63199" y="38108"/>
                  <a:pt x="62825" y="38357"/>
                  <a:pt x="62452" y="38656"/>
                </a:cubicBezTo>
                <a:cubicBezTo>
                  <a:pt x="62452" y="38606"/>
                  <a:pt x="62427" y="38606"/>
                  <a:pt x="62427" y="38581"/>
                </a:cubicBezTo>
                <a:cubicBezTo>
                  <a:pt x="62800" y="38332"/>
                  <a:pt x="63174" y="38059"/>
                  <a:pt x="63497" y="37810"/>
                </a:cubicBezTo>
                <a:close/>
                <a:moveTo>
                  <a:pt x="80747" y="35694"/>
                </a:moveTo>
                <a:cubicBezTo>
                  <a:pt x="80398" y="36615"/>
                  <a:pt x="80000" y="37611"/>
                  <a:pt x="79552" y="38656"/>
                </a:cubicBezTo>
                <a:cubicBezTo>
                  <a:pt x="79527" y="38656"/>
                  <a:pt x="79527" y="38656"/>
                  <a:pt x="79502" y="38681"/>
                </a:cubicBezTo>
                <a:cubicBezTo>
                  <a:pt x="79926" y="37635"/>
                  <a:pt x="80349" y="36665"/>
                  <a:pt x="80722" y="35694"/>
                </a:cubicBezTo>
                <a:close/>
                <a:moveTo>
                  <a:pt x="84680" y="37063"/>
                </a:moveTo>
                <a:lnTo>
                  <a:pt x="84630" y="37113"/>
                </a:lnTo>
                <a:cubicBezTo>
                  <a:pt x="84356" y="37212"/>
                  <a:pt x="84082" y="37337"/>
                  <a:pt x="83809" y="37411"/>
                </a:cubicBezTo>
                <a:cubicBezTo>
                  <a:pt x="83585" y="37461"/>
                  <a:pt x="83336" y="37561"/>
                  <a:pt x="83112" y="37611"/>
                </a:cubicBezTo>
                <a:cubicBezTo>
                  <a:pt x="82464" y="37835"/>
                  <a:pt x="81817" y="38059"/>
                  <a:pt x="81120" y="38308"/>
                </a:cubicBezTo>
                <a:lnTo>
                  <a:pt x="80847" y="38382"/>
                </a:lnTo>
                <a:cubicBezTo>
                  <a:pt x="80473" y="38532"/>
                  <a:pt x="80100" y="38681"/>
                  <a:pt x="79726" y="38805"/>
                </a:cubicBezTo>
                <a:lnTo>
                  <a:pt x="79726" y="38780"/>
                </a:lnTo>
                <a:cubicBezTo>
                  <a:pt x="79726" y="38780"/>
                  <a:pt x="79726" y="38731"/>
                  <a:pt x="79751" y="38731"/>
                </a:cubicBezTo>
                <a:cubicBezTo>
                  <a:pt x="81444" y="38059"/>
                  <a:pt x="83087" y="37486"/>
                  <a:pt x="84680" y="37063"/>
                </a:cubicBezTo>
                <a:close/>
                <a:moveTo>
                  <a:pt x="19306" y="35769"/>
                </a:moveTo>
                <a:cubicBezTo>
                  <a:pt x="19770" y="35769"/>
                  <a:pt x="20349" y="35868"/>
                  <a:pt x="21033" y="36067"/>
                </a:cubicBezTo>
                <a:lnTo>
                  <a:pt x="18718" y="38855"/>
                </a:lnTo>
                <a:cubicBezTo>
                  <a:pt x="18046" y="37635"/>
                  <a:pt x="17847" y="36739"/>
                  <a:pt x="18121" y="36242"/>
                </a:cubicBezTo>
                <a:cubicBezTo>
                  <a:pt x="18171" y="36192"/>
                  <a:pt x="18220" y="36117"/>
                  <a:pt x="18270" y="36067"/>
                </a:cubicBezTo>
                <a:cubicBezTo>
                  <a:pt x="18494" y="35868"/>
                  <a:pt x="18843" y="35769"/>
                  <a:pt x="19306" y="35769"/>
                </a:cubicBezTo>
                <a:close/>
                <a:moveTo>
                  <a:pt x="80598" y="35445"/>
                </a:moveTo>
                <a:cubicBezTo>
                  <a:pt x="80598" y="35470"/>
                  <a:pt x="80573" y="35495"/>
                  <a:pt x="80573" y="35495"/>
                </a:cubicBezTo>
                <a:cubicBezTo>
                  <a:pt x="78108" y="36217"/>
                  <a:pt x="76142" y="37411"/>
                  <a:pt x="74848" y="38905"/>
                </a:cubicBezTo>
                <a:cubicBezTo>
                  <a:pt x="74848" y="38855"/>
                  <a:pt x="74798" y="38855"/>
                  <a:pt x="74798" y="38830"/>
                </a:cubicBezTo>
                <a:cubicBezTo>
                  <a:pt x="76142" y="37312"/>
                  <a:pt x="78108" y="36167"/>
                  <a:pt x="80598" y="35445"/>
                </a:cubicBezTo>
                <a:close/>
                <a:moveTo>
                  <a:pt x="79403" y="38930"/>
                </a:moveTo>
                <a:cubicBezTo>
                  <a:pt x="79403" y="38955"/>
                  <a:pt x="79403" y="38955"/>
                  <a:pt x="79378" y="38955"/>
                </a:cubicBezTo>
                <a:cubicBezTo>
                  <a:pt x="79378" y="38955"/>
                  <a:pt x="79353" y="38955"/>
                  <a:pt x="79353" y="38980"/>
                </a:cubicBezTo>
                <a:lnTo>
                  <a:pt x="79353" y="38955"/>
                </a:lnTo>
                <a:lnTo>
                  <a:pt x="79353" y="38930"/>
                </a:lnTo>
                <a:close/>
                <a:moveTo>
                  <a:pt x="17847" y="36615"/>
                </a:moveTo>
                <a:lnTo>
                  <a:pt x="17847" y="36615"/>
                </a:lnTo>
                <a:cubicBezTo>
                  <a:pt x="17772" y="37212"/>
                  <a:pt x="18046" y="38034"/>
                  <a:pt x="18594" y="39054"/>
                </a:cubicBezTo>
                <a:lnTo>
                  <a:pt x="18519" y="39104"/>
                </a:lnTo>
                <a:cubicBezTo>
                  <a:pt x="17996" y="38158"/>
                  <a:pt x="17723" y="37337"/>
                  <a:pt x="17748" y="36714"/>
                </a:cubicBezTo>
                <a:lnTo>
                  <a:pt x="17847" y="36615"/>
                </a:lnTo>
                <a:close/>
                <a:moveTo>
                  <a:pt x="21232" y="36117"/>
                </a:moveTo>
                <a:cubicBezTo>
                  <a:pt x="21257" y="36117"/>
                  <a:pt x="21257" y="36117"/>
                  <a:pt x="21282" y="36167"/>
                </a:cubicBezTo>
                <a:cubicBezTo>
                  <a:pt x="20461" y="37138"/>
                  <a:pt x="19639" y="38108"/>
                  <a:pt x="18818" y="39104"/>
                </a:cubicBezTo>
                <a:cubicBezTo>
                  <a:pt x="18818" y="39079"/>
                  <a:pt x="18793" y="39079"/>
                  <a:pt x="18793" y="39054"/>
                </a:cubicBezTo>
                <a:cubicBezTo>
                  <a:pt x="19614" y="38059"/>
                  <a:pt x="20411" y="37088"/>
                  <a:pt x="21232" y="36117"/>
                </a:cubicBezTo>
                <a:close/>
                <a:moveTo>
                  <a:pt x="101904" y="37835"/>
                </a:moveTo>
                <a:cubicBezTo>
                  <a:pt x="102004" y="37859"/>
                  <a:pt x="102054" y="37934"/>
                  <a:pt x="102153" y="37959"/>
                </a:cubicBezTo>
                <a:lnTo>
                  <a:pt x="102800" y="38332"/>
                </a:lnTo>
                <a:lnTo>
                  <a:pt x="102850" y="38332"/>
                </a:lnTo>
                <a:cubicBezTo>
                  <a:pt x="103024" y="38457"/>
                  <a:pt x="103224" y="38581"/>
                  <a:pt x="103373" y="38706"/>
                </a:cubicBezTo>
                <a:cubicBezTo>
                  <a:pt x="103547" y="38830"/>
                  <a:pt x="103746" y="38955"/>
                  <a:pt x="103921" y="39104"/>
                </a:cubicBezTo>
                <a:cubicBezTo>
                  <a:pt x="103273" y="38731"/>
                  <a:pt x="102552" y="38357"/>
                  <a:pt x="101855" y="38034"/>
                </a:cubicBezTo>
                <a:cubicBezTo>
                  <a:pt x="101880" y="37959"/>
                  <a:pt x="101904" y="37909"/>
                  <a:pt x="101904" y="37835"/>
                </a:cubicBezTo>
                <a:close/>
                <a:moveTo>
                  <a:pt x="18693" y="39204"/>
                </a:moveTo>
                <a:cubicBezTo>
                  <a:pt x="18693" y="39228"/>
                  <a:pt x="18743" y="39228"/>
                  <a:pt x="18743" y="39278"/>
                </a:cubicBezTo>
                <a:lnTo>
                  <a:pt x="18668" y="39328"/>
                </a:lnTo>
                <a:cubicBezTo>
                  <a:pt x="18644" y="39303"/>
                  <a:pt x="18644" y="39303"/>
                  <a:pt x="18644" y="39278"/>
                </a:cubicBezTo>
                <a:lnTo>
                  <a:pt x="18693" y="39204"/>
                </a:lnTo>
                <a:close/>
                <a:moveTo>
                  <a:pt x="39428" y="20062"/>
                </a:moveTo>
                <a:cubicBezTo>
                  <a:pt x="39453" y="20237"/>
                  <a:pt x="39527" y="20411"/>
                  <a:pt x="39577" y="20560"/>
                </a:cubicBezTo>
                <a:cubicBezTo>
                  <a:pt x="39652" y="20734"/>
                  <a:pt x="39701" y="20934"/>
                  <a:pt x="39801" y="21183"/>
                </a:cubicBezTo>
                <a:cubicBezTo>
                  <a:pt x="39876" y="21382"/>
                  <a:pt x="39950" y="21606"/>
                  <a:pt x="40025" y="21780"/>
                </a:cubicBezTo>
                <a:cubicBezTo>
                  <a:pt x="40125" y="22054"/>
                  <a:pt x="40224" y="22352"/>
                  <a:pt x="40324" y="22626"/>
                </a:cubicBezTo>
                <a:cubicBezTo>
                  <a:pt x="40398" y="22751"/>
                  <a:pt x="40448" y="22875"/>
                  <a:pt x="40498" y="23024"/>
                </a:cubicBezTo>
                <a:cubicBezTo>
                  <a:pt x="40647" y="23398"/>
                  <a:pt x="40797" y="23771"/>
                  <a:pt x="40971" y="24169"/>
                </a:cubicBezTo>
                <a:cubicBezTo>
                  <a:pt x="40971" y="24169"/>
                  <a:pt x="40971" y="24219"/>
                  <a:pt x="41021" y="24219"/>
                </a:cubicBezTo>
                <a:cubicBezTo>
                  <a:pt x="41344" y="24916"/>
                  <a:pt x="41693" y="25713"/>
                  <a:pt x="42091" y="26484"/>
                </a:cubicBezTo>
                <a:cubicBezTo>
                  <a:pt x="41967" y="26584"/>
                  <a:pt x="41892" y="26659"/>
                  <a:pt x="41767" y="26758"/>
                </a:cubicBezTo>
                <a:cubicBezTo>
                  <a:pt x="41419" y="27032"/>
                  <a:pt x="41071" y="27331"/>
                  <a:pt x="40722" y="27629"/>
                </a:cubicBezTo>
                <a:cubicBezTo>
                  <a:pt x="40224" y="28028"/>
                  <a:pt x="39776" y="28476"/>
                  <a:pt x="39278" y="28874"/>
                </a:cubicBezTo>
                <a:cubicBezTo>
                  <a:pt x="38930" y="29197"/>
                  <a:pt x="38581" y="29471"/>
                  <a:pt x="38233" y="29770"/>
                </a:cubicBezTo>
                <a:cubicBezTo>
                  <a:pt x="37685" y="30268"/>
                  <a:pt x="37163" y="30766"/>
                  <a:pt x="36615" y="31263"/>
                </a:cubicBezTo>
                <a:cubicBezTo>
                  <a:pt x="36267" y="31612"/>
                  <a:pt x="35868" y="31960"/>
                  <a:pt x="35520" y="32334"/>
                </a:cubicBezTo>
                <a:cubicBezTo>
                  <a:pt x="35196" y="32607"/>
                  <a:pt x="34922" y="32881"/>
                  <a:pt x="34599" y="33205"/>
                </a:cubicBezTo>
                <a:cubicBezTo>
                  <a:pt x="34051" y="33728"/>
                  <a:pt x="33479" y="34300"/>
                  <a:pt x="32956" y="34848"/>
                </a:cubicBezTo>
                <a:lnTo>
                  <a:pt x="32010" y="35794"/>
                </a:lnTo>
                <a:cubicBezTo>
                  <a:pt x="31687" y="36117"/>
                  <a:pt x="31363" y="36466"/>
                  <a:pt x="31014" y="36814"/>
                </a:cubicBezTo>
                <a:lnTo>
                  <a:pt x="29446" y="38482"/>
                </a:lnTo>
                <a:cubicBezTo>
                  <a:pt x="29197" y="38780"/>
                  <a:pt x="28949" y="39029"/>
                  <a:pt x="28700" y="39303"/>
                </a:cubicBezTo>
                <a:lnTo>
                  <a:pt x="28650" y="39328"/>
                </a:lnTo>
                <a:cubicBezTo>
                  <a:pt x="26360" y="37934"/>
                  <a:pt x="24244" y="36839"/>
                  <a:pt x="22427" y="36117"/>
                </a:cubicBezTo>
                <a:cubicBezTo>
                  <a:pt x="22552" y="35993"/>
                  <a:pt x="22651" y="35843"/>
                  <a:pt x="22776" y="35719"/>
                </a:cubicBezTo>
                <a:cubicBezTo>
                  <a:pt x="22800" y="35669"/>
                  <a:pt x="22875" y="35594"/>
                  <a:pt x="22900" y="35569"/>
                </a:cubicBezTo>
                <a:cubicBezTo>
                  <a:pt x="23273" y="35097"/>
                  <a:pt x="23672" y="34624"/>
                  <a:pt x="24095" y="34176"/>
                </a:cubicBezTo>
                <a:cubicBezTo>
                  <a:pt x="24145" y="34101"/>
                  <a:pt x="24219" y="34001"/>
                  <a:pt x="24269" y="33952"/>
                </a:cubicBezTo>
                <a:cubicBezTo>
                  <a:pt x="24617" y="33578"/>
                  <a:pt x="24916" y="33205"/>
                  <a:pt x="25265" y="32831"/>
                </a:cubicBezTo>
                <a:cubicBezTo>
                  <a:pt x="25514" y="32558"/>
                  <a:pt x="25787" y="32259"/>
                  <a:pt x="26036" y="31960"/>
                </a:cubicBezTo>
                <a:cubicBezTo>
                  <a:pt x="26285" y="31687"/>
                  <a:pt x="26584" y="31363"/>
                  <a:pt x="26858" y="31089"/>
                </a:cubicBezTo>
                <a:cubicBezTo>
                  <a:pt x="26957" y="30990"/>
                  <a:pt x="27032" y="30890"/>
                  <a:pt x="27131" y="30766"/>
                </a:cubicBezTo>
                <a:cubicBezTo>
                  <a:pt x="27654" y="30218"/>
                  <a:pt x="28202" y="29645"/>
                  <a:pt x="28749" y="29123"/>
                </a:cubicBezTo>
                <a:lnTo>
                  <a:pt x="29496" y="28376"/>
                </a:lnTo>
                <a:cubicBezTo>
                  <a:pt x="30118" y="27779"/>
                  <a:pt x="30716" y="27206"/>
                  <a:pt x="31363" y="26609"/>
                </a:cubicBezTo>
                <a:cubicBezTo>
                  <a:pt x="31487" y="26484"/>
                  <a:pt x="31637" y="26360"/>
                  <a:pt x="31786" y="26235"/>
                </a:cubicBezTo>
                <a:cubicBezTo>
                  <a:pt x="32135" y="25887"/>
                  <a:pt x="32483" y="25588"/>
                  <a:pt x="32856" y="25265"/>
                </a:cubicBezTo>
                <a:cubicBezTo>
                  <a:pt x="33056" y="25115"/>
                  <a:pt x="33230" y="24916"/>
                  <a:pt x="33429" y="24767"/>
                </a:cubicBezTo>
                <a:cubicBezTo>
                  <a:pt x="33777" y="24468"/>
                  <a:pt x="34101" y="24169"/>
                  <a:pt x="34449" y="23896"/>
                </a:cubicBezTo>
                <a:cubicBezTo>
                  <a:pt x="34673" y="23721"/>
                  <a:pt x="34898" y="23522"/>
                  <a:pt x="35146" y="23348"/>
                </a:cubicBezTo>
                <a:cubicBezTo>
                  <a:pt x="35445" y="23099"/>
                  <a:pt x="35794" y="22800"/>
                  <a:pt x="36092" y="22552"/>
                </a:cubicBezTo>
                <a:cubicBezTo>
                  <a:pt x="36341" y="22377"/>
                  <a:pt x="36565" y="22178"/>
                  <a:pt x="36814" y="22004"/>
                </a:cubicBezTo>
                <a:cubicBezTo>
                  <a:pt x="36889" y="21929"/>
                  <a:pt x="36939" y="21904"/>
                  <a:pt x="37038" y="21855"/>
                </a:cubicBezTo>
                <a:cubicBezTo>
                  <a:pt x="37287" y="21655"/>
                  <a:pt x="37561" y="21431"/>
                  <a:pt x="37810" y="21257"/>
                </a:cubicBezTo>
                <a:cubicBezTo>
                  <a:pt x="38059" y="21058"/>
                  <a:pt x="38283" y="20909"/>
                  <a:pt x="38532" y="20734"/>
                </a:cubicBezTo>
                <a:cubicBezTo>
                  <a:pt x="38830" y="20510"/>
                  <a:pt x="39129" y="20286"/>
                  <a:pt x="39428" y="20062"/>
                </a:cubicBezTo>
                <a:close/>
                <a:moveTo>
                  <a:pt x="42215" y="26559"/>
                </a:moveTo>
                <a:cubicBezTo>
                  <a:pt x="42215" y="26609"/>
                  <a:pt x="42265" y="26609"/>
                  <a:pt x="42265" y="26634"/>
                </a:cubicBezTo>
                <a:cubicBezTo>
                  <a:pt x="42041" y="26858"/>
                  <a:pt x="41867" y="27007"/>
                  <a:pt x="41668" y="27131"/>
                </a:cubicBezTo>
                <a:cubicBezTo>
                  <a:pt x="41419" y="27355"/>
                  <a:pt x="41170" y="27530"/>
                  <a:pt x="40921" y="27754"/>
                </a:cubicBezTo>
                <a:cubicBezTo>
                  <a:pt x="40349" y="28227"/>
                  <a:pt x="39826" y="28700"/>
                  <a:pt x="39278" y="29197"/>
                </a:cubicBezTo>
                <a:cubicBezTo>
                  <a:pt x="38980" y="29446"/>
                  <a:pt x="38756" y="29645"/>
                  <a:pt x="38457" y="29894"/>
                </a:cubicBezTo>
                <a:cubicBezTo>
                  <a:pt x="37835" y="30467"/>
                  <a:pt x="37212" y="31014"/>
                  <a:pt x="36590" y="31612"/>
                </a:cubicBezTo>
                <a:cubicBezTo>
                  <a:pt x="36341" y="31861"/>
                  <a:pt x="36092" y="32085"/>
                  <a:pt x="35843" y="32334"/>
                </a:cubicBezTo>
                <a:cubicBezTo>
                  <a:pt x="35321" y="32831"/>
                  <a:pt x="34798" y="33329"/>
                  <a:pt x="34300" y="33827"/>
                </a:cubicBezTo>
                <a:lnTo>
                  <a:pt x="33728" y="34375"/>
                </a:lnTo>
                <a:cubicBezTo>
                  <a:pt x="33105" y="34997"/>
                  <a:pt x="32483" y="35619"/>
                  <a:pt x="31861" y="36266"/>
                </a:cubicBezTo>
                <a:lnTo>
                  <a:pt x="31363" y="36764"/>
                </a:lnTo>
                <a:cubicBezTo>
                  <a:pt x="30691" y="37486"/>
                  <a:pt x="29994" y="38208"/>
                  <a:pt x="29347" y="38930"/>
                </a:cubicBezTo>
                <a:lnTo>
                  <a:pt x="29247" y="39004"/>
                </a:lnTo>
                <a:cubicBezTo>
                  <a:pt x="29123" y="39154"/>
                  <a:pt x="28998" y="39278"/>
                  <a:pt x="28899" y="39378"/>
                </a:cubicBezTo>
                <a:cubicBezTo>
                  <a:pt x="28874" y="39378"/>
                  <a:pt x="28874" y="39353"/>
                  <a:pt x="28849" y="39353"/>
                </a:cubicBezTo>
                <a:lnTo>
                  <a:pt x="29969" y="38133"/>
                </a:lnTo>
                <a:cubicBezTo>
                  <a:pt x="30342" y="37735"/>
                  <a:pt x="30716" y="37362"/>
                  <a:pt x="31089" y="36963"/>
                </a:cubicBezTo>
                <a:cubicBezTo>
                  <a:pt x="31463" y="36565"/>
                  <a:pt x="31861" y="36142"/>
                  <a:pt x="32234" y="35769"/>
                </a:cubicBezTo>
                <a:lnTo>
                  <a:pt x="32881" y="35121"/>
                </a:lnTo>
                <a:cubicBezTo>
                  <a:pt x="33553" y="34474"/>
                  <a:pt x="34201" y="33827"/>
                  <a:pt x="34873" y="33155"/>
                </a:cubicBezTo>
                <a:cubicBezTo>
                  <a:pt x="35097" y="32956"/>
                  <a:pt x="35346" y="32732"/>
                  <a:pt x="35594" y="32483"/>
                </a:cubicBezTo>
                <a:lnTo>
                  <a:pt x="36988" y="31164"/>
                </a:lnTo>
                <a:cubicBezTo>
                  <a:pt x="37461" y="30741"/>
                  <a:pt x="37934" y="30342"/>
                  <a:pt x="38407" y="29894"/>
                </a:cubicBezTo>
                <a:cubicBezTo>
                  <a:pt x="38731" y="29596"/>
                  <a:pt x="39104" y="29272"/>
                  <a:pt x="39453" y="28924"/>
                </a:cubicBezTo>
                <a:cubicBezTo>
                  <a:pt x="39926" y="28525"/>
                  <a:pt x="40349" y="28152"/>
                  <a:pt x="40822" y="27754"/>
                </a:cubicBezTo>
                <a:cubicBezTo>
                  <a:pt x="41195" y="27430"/>
                  <a:pt x="41543" y="27131"/>
                  <a:pt x="41917" y="26808"/>
                </a:cubicBezTo>
                <a:cubicBezTo>
                  <a:pt x="42016" y="26733"/>
                  <a:pt x="42091" y="26659"/>
                  <a:pt x="42215" y="26559"/>
                </a:cubicBezTo>
                <a:close/>
                <a:moveTo>
                  <a:pt x="22377" y="36242"/>
                </a:moveTo>
                <a:cubicBezTo>
                  <a:pt x="24145" y="36938"/>
                  <a:pt x="26260" y="38034"/>
                  <a:pt x="28575" y="39428"/>
                </a:cubicBezTo>
                <a:cubicBezTo>
                  <a:pt x="28575" y="39452"/>
                  <a:pt x="28550" y="39452"/>
                  <a:pt x="28550" y="39477"/>
                </a:cubicBezTo>
                <a:cubicBezTo>
                  <a:pt x="26235" y="38083"/>
                  <a:pt x="24120" y="36988"/>
                  <a:pt x="22352" y="36316"/>
                </a:cubicBezTo>
                <a:cubicBezTo>
                  <a:pt x="22352" y="36291"/>
                  <a:pt x="22377" y="36291"/>
                  <a:pt x="22377" y="36242"/>
                </a:cubicBezTo>
                <a:close/>
                <a:moveTo>
                  <a:pt x="74350" y="39428"/>
                </a:moveTo>
                <a:cubicBezTo>
                  <a:pt x="74350" y="39453"/>
                  <a:pt x="74300" y="39527"/>
                  <a:pt x="74300" y="39552"/>
                </a:cubicBezTo>
                <a:lnTo>
                  <a:pt x="74300" y="39477"/>
                </a:lnTo>
                <a:cubicBezTo>
                  <a:pt x="74300" y="39453"/>
                  <a:pt x="74350" y="39452"/>
                  <a:pt x="74350" y="39428"/>
                </a:cubicBezTo>
                <a:close/>
                <a:moveTo>
                  <a:pt x="71886" y="33006"/>
                </a:moveTo>
                <a:lnTo>
                  <a:pt x="71911" y="33031"/>
                </a:lnTo>
                <a:cubicBezTo>
                  <a:pt x="71935" y="33354"/>
                  <a:pt x="72010" y="33703"/>
                  <a:pt x="72060" y="34051"/>
                </a:cubicBezTo>
                <a:cubicBezTo>
                  <a:pt x="72110" y="34126"/>
                  <a:pt x="72110" y="34225"/>
                  <a:pt x="72135" y="34325"/>
                </a:cubicBezTo>
                <a:cubicBezTo>
                  <a:pt x="72259" y="34823"/>
                  <a:pt x="72384" y="35296"/>
                  <a:pt x="72558" y="35744"/>
                </a:cubicBezTo>
                <a:cubicBezTo>
                  <a:pt x="72608" y="35843"/>
                  <a:pt x="72632" y="35943"/>
                  <a:pt x="72657" y="35993"/>
                </a:cubicBezTo>
                <a:cubicBezTo>
                  <a:pt x="72807" y="36466"/>
                  <a:pt x="73006" y="36938"/>
                  <a:pt x="73230" y="37362"/>
                </a:cubicBezTo>
                <a:cubicBezTo>
                  <a:pt x="73255" y="37436"/>
                  <a:pt x="73280" y="37486"/>
                  <a:pt x="73304" y="37586"/>
                </a:cubicBezTo>
                <a:cubicBezTo>
                  <a:pt x="73479" y="37934"/>
                  <a:pt x="73653" y="38308"/>
                  <a:pt x="73877" y="38656"/>
                </a:cubicBezTo>
                <a:lnTo>
                  <a:pt x="73877" y="38706"/>
                </a:lnTo>
                <a:cubicBezTo>
                  <a:pt x="73852" y="38805"/>
                  <a:pt x="73852" y="38855"/>
                  <a:pt x="73852" y="38955"/>
                </a:cubicBezTo>
                <a:cubicBezTo>
                  <a:pt x="73802" y="39179"/>
                  <a:pt x="73753" y="39353"/>
                  <a:pt x="73678" y="39577"/>
                </a:cubicBezTo>
                <a:cubicBezTo>
                  <a:pt x="72184" y="37934"/>
                  <a:pt x="71039" y="36042"/>
                  <a:pt x="70268" y="33927"/>
                </a:cubicBezTo>
                <a:cubicBezTo>
                  <a:pt x="70790" y="33603"/>
                  <a:pt x="71363" y="33304"/>
                  <a:pt x="71886" y="33006"/>
                </a:cubicBezTo>
                <a:close/>
                <a:moveTo>
                  <a:pt x="28725" y="39552"/>
                </a:moveTo>
                <a:cubicBezTo>
                  <a:pt x="28749" y="39552"/>
                  <a:pt x="28749" y="39577"/>
                  <a:pt x="28774" y="39577"/>
                </a:cubicBezTo>
                <a:cubicBezTo>
                  <a:pt x="28774" y="39602"/>
                  <a:pt x="28749" y="39602"/>
                  <a:pt x="28749" y="39627"/>
                </a:cubicBezTo>
                <a:cubicBezTo>
                  <a:pt x="28725" y="39577"/>
                  <a:pt x="28725" y="39577"/>
                  <a:pt x="28700" y="39577"/>
                </a:cubicBezTo>
                <a:lnTo>
                  <a:pt x="28725" y="39552"/>
                </a:lnTo>
                <a:close/>
                <a:moveTo>
                  <a:pt x="21481" y="36192"/>
                </a:moveTo>
                <a:cubicBezTo>
                  <a:pt x="21581" y="36217"/>
                  <a:pt x="21631" y="36242"/>
                  <a:pt x="21730" y="36291"/>
                </a:cubicBezTo>
                <a:cubicBezTo>
                  <a:pt x="20859" y="37411"/>
                  <a:pt x="19988" y="38532"/>
                  <a:pt x="19166" y="39677"/>
                </a:cubicBezTo>
                <a:cubicBezTo>
                  <a:pt x="19092" y="39502"/>
                  <a:pt x="19017" y="39378"/>
                  <a:pt x="18917" y="39253"/>
                </a:cubicBezTo>
                <a:cubicBezTo>
                  <a:pt x="19764" y="38233"/>
                  <a:pt x="20610" y="37212"/>
                  <a:pt x="21481" y="36192"/>
                </a:cubicBezTo>
                <a:close/>
                <a:moveTo>
                  <a:pt x="74026" y="38855"/>
                </a:moveTo>
                <a:lnTo>
                  <a:pt x="74051" y="38880"/>
                </a:lnTo>
                <a:lnTo>
                  <a:pt x="74051" y="38930"/>
                </a:lnTo>
                <a:lnTo>
                  <a:pt x="74051" y="38980"/>
                </a:lnTo>
                <a:lnTo>
                  <a:pt x="73877" y="39726"/>
                </a:lnTo>
                <a:lnTo>
                  <a:pt x="73852" y="39701"/>
                </a:lnTo>
                <a:lnTo>
                  <a:pt x="73802" y="39677"/>
                </a:lnTo>
                <a:cubicBezTo>
                  <a:pt x="73877" y="39477"/>
                  <a:pt x="73927" y="39228"/>
                  <a:pt x="74001" y="38955"/>
                </a:cubicBezTo>
                <a:cubicBezTo>
                  <a:pt x="74001" y="38930"/>
                  <a:pt x="74001" y="38905"/>
                  <a:pt x="74026" y="38855"/>
                </a:cubicBezTo>
                <a:close/>
                <a:moveTo>
                  <a:pt x="102004" y="37561"/>
                </a:moveTo>
                <a:cubicBezTo>
                  <a:pt x="102352" y="37735"/>
                  <a:pt x="102676" y="37909"/>
                  <a:pt x="103000" y="38108"/>
                </a:cubicBezTo>
                <a:cubicBezTo>
                  <a:pt x="103024" y="38108"/>
                  <a:pt x="103024" y="38158"/>
                  <a:pt x="103049" y="38158"/>
                </a:cubicBezTo>
                <a:cubicBezTo>
                  <a:pt x="103796" y="38606"/>
                  <a:pt x="104493" y="39179"/>
                  <a:pt x="105066" y="39776"/>
                </a:cubicBezTo>
                <a:cubicBezTo>
                  <a:pt x="105072" y="39783"/>
                  <a:pt x="105074" y="39786"/>
                  <a:pt x="105071" y="39786"/>
                </a:cubicBezTo>
                <a:cubicBezTo>
                  <a:pt x="105064" y="39786"/>
                  <a:pt x="105027" y="39763"/>
                  <a:pt x="104991" y="39726"/>
                </a:cubicBezTo>
                <a:lnTo>
                  <a:pt x="104966" y="39701"/>
                </a:lnTo>
                <a:cubicBezTo>
                  <a:pt x="104916" y="39677"/>
                  <a:pt x="104891" y="39677"/>
                  <a:pt x="104866" y="39652"/>
                </a:cubicBezTo>
                <a:cubicBezTo>
                  <a:pt x="104667" y="39452"/>
                  <a:pt x="104493" y="39278"/>
                  <a:pt x="104269" y="39104"/>
                </a:cubicBezTo>
                <a:cubicBezTo>
                  <a:pt x="104219" y="39079"/>
                  <a:pt x="104145" y="39029"/>
                  <a:pt x="104120" y="38980"/>
                </a:cubicBezTo>
                <a:cubicBezTo>
                  <a:pt x="103871" y="38805"/>
                  <a:pt x="103647" y="38606"/>
                  <a:pt x="103373" y="38432"/>
                </a:cubicBezTo>
                <a:cubicBezTo>
                  <a:pt x="103348" y="38407"/>
                  <a:pt x="103273" y="38357"/>
                  <a:pt x="103224" y="38332"/>
                </a:cubicBezTo>
                <a:cubicBezTo>
                  <a:pt x="103149" y="38308"/>
                  <a:pt x="103099" y="38233"/>
                  <a:pt x="103024" y="38208"/>
                </a:cubicBezTo>
                <a:lnTo>
                  <a:pt x="103000" y="38183"/>
                </a:lnTo>
                <a:lnTo>
                  <a:pt x="102975" y="38158"/>
                </a:lnTo>
                <a:lnTo>
                  <a:pt x="102925" y="38108"/>
                </a:lnTo>
                <a:cubicBezTo>
                  <a:pt x="102751" y="38034"/>
                  <a:pt x="102576" y="37909"/>
                  <a:pt x="102402" y="37810"/>
                </a:cubicBezTo>
                <a:cubicBezTo>
                  <a:pt x="102377" y="37785"/>
                  <a:pt x="102303" y="37785"/>
                  <a:pt x="102253" y="37735"/>
                </a:cubicBezTo>
                <a:cubicBezTo>
                  <a:pt x="102153" y="37710"/>
                  <a:pt x="102079" y="37660"/>
                  <a:pt x="102004" y="37611"/>
                </a:cubicBezTo>
                <a:lnTo>
                  <a:pt x="102004" y="37586"/>
                </a:lnTo>
                <a:lnTo>
                  <a:pt x="102004" y="37561"/>
                </a:lnTo>
                <a:close/>
                <a:moveTo>
                  <a:pt x="70069" y="34001"/>
                </a:moveTo>
                <a:cubicBezTo>
                  <a:pt x="70890" y="36117"/>
                  <a:pt x="72060" y="38083"/>
                  <a:pt x="73603" y="39801"/>
                </a:cubicBezTo>
                <a:lnTo>
                  <a:pt x="73529" y="39801"/>
                </a:lnTo>
                <a:cubicBezTo>
                  <a:pt x="72010" y="38108"/>
                  <a:pt x="70815" y="36192"/>
                  <a:pt x="70019" y="34026"/>
                </a:cubicBezTo>
                <a:cubicBezTo>
                  <a:pt x="70044" y="34026"/>
                  <a:pt x="70044" y="34001"/>
                  <a:pt x="70069" y="34001"/>
                </a:cubicBezTo>
                <a:close/>
                <a:moveTo>
                  <a:pt x="42265" y="26907"/>
                </a:moveTo>
                <a:cubicBezTo>
                  <a:pt x="42415" y="27107"/>
                  <a:pt x="42539" y="27281"/>
                  <a:pt x="42639" y="27505"/>
                </a:cubicBezTo>
                <a:cubicBezTo>
                  <a:pt x="37660" y="31089"/>
                  <a:pt x="33230" y="35345"/>
                  <a:pt x="29621" y="39851"/>
                </a:cubicBezTo>
                <a:cubicBezTo>
                  <a:pt x="29446" y="39726"/>
                  <a:pt x="29247" y="39602"/>
                  <a:pt x="29073" y="39527"/>
                </a:cubicBezTo>
                <a:cubicBezTo>
                  <a:pt x="29098" y="39477"/>
                  <a:pt x="29123" y="39428"/>
                  <a:pt x="29148" y="39403"/>
                </a:cubicBezTo>
                <a:cubicBezTo>
                  <a:pt x="29272" y="39228"/>
                  <a:pt x="29421" y="39104"/>
                  <a:pt x="29571" y="38955"/>
                </a:cubicBezTo>
                <a:cubicBezTo>
                  <a:pt x="30168" y="38308"/>
                  <a:pt x="30790" y="37660"/>
                  <a:pt x="31363" y="37038"/>
                </a:cubicBezTo>
                <a:cubicBezTo>
                  <a:pt x="31612" y="36789"/>
                  <a:pt x="31836" y="36540"/>
                  <a:pt x="32085" y="36316"/>
                </a:cubicBezTo>
                <a:cubicBezTo>
                  <a:pt x="32558" y="35818"/>
                  <a:pt x="33056" y="35345"/>
                  <a:pt x="33528" y="34848"/>
                </a:cubicBezTo>
                <a:lnTo>
                  <a:pt x="34549" y="33827"/>
                </a:lnTo>
                <a:cubicBezTo>
                  <a:pt x="34972" y="33429"/>
                  <a:pt x="35420" y="32981"/>
                  <a:pt x="35843" y="32583"/>
                </a:cubicBezTo>
                <a:cubicBezTo>
                  <a:pt x="36167" y="32309"/>
                  <a:pt x="36441" y="32010"/>
                  <a:pt x="36764" y="31736"/>
                </a:cubicBezTo>
                <a:cubicBezTo>
                  <a:pt x="37337" y="31214"/>
                  <a:pt x="37934" y="30641"/>
                  <a:pt x="38532" y="30118"/>
                </a:cubicBezTo>
                <a:cubicBezTo>
                  <a:pt x="38805" y="29869"/>
                  <a:pt x="39129" y="29596"/>
                  <a:pt x="39403" y="29347"/>
                </a:cubicBezTo>
                <a:cubicBezTo>
                  <a:pt x="39901" y="28899"/>
                  <a:pt x="40374" y="28500"/>
                  <a:pt x="40871" y="28077"/>
                </a:cubicBezTo>
                <a:cubicBezTo>
                  <a:pt x="41145" y="27828"/>
                  <a:pt x="41419" y="27579"/>
                  <a:pt x="41693" y="27355"/>
                </a:cubicBezTo>
                <a:cubicBezTo>
                  <a:pt x="41892" y="27206"/>
                  <a:pt x="42066" y="27032"/>
                  <a:pt x="42265" y="26907"/>
                </a:cubicBezTo>
                <a:close/>
                <a:moveTo>
                  <a:pt x="22004" y="36316"/>
                </a:moveTo>
                <a:cubicBezTo>
                  <a:pt x="21083" y="37536"/>
                  <a:pt x="20212" y="38706"/>
                  <a:pt x="19341" y="39901"/>
                </a:cubicBezTo>
                <a:cubicBezTo>
                  <a:pt x="19291" y="39851"/>
                  <a:pt x="19291" y="39851"/>
                  <a:pt x="19291" y="39826"/>
                </a:cubicBezTo>
                <a:cubicBezTo>
                  <a:pt x="20137" y="38656"/>
                  <a:pt x="21008" y="37486"/>
                  <a:pt x="21954" y="36316"/>
                </a:cubicBezTo>
                <a:close/>
                <a:moveTo>
                  <a:pt x="18818" y="39428"/>
                </a:moveTo>
                <a:cubicBezTo>
                  <a:pt x="18893" y="39577"/>
                  <a:pt x="18992" y="39701"/>
                  <a:pt x="19092" y="39851"/>
                </a:cubicBezTo>
                <a:cubicBezTo>
                  <a:pt x="19092" y="39901"/>
                  <a:pt x="19042" y="39901"/>
                  <a:pt x="19042" y="39925"/>
                </a:cubicBezTo>
                <a:cubicBezTo>
                  <a:pt x="18967" y="39776"/>
                  <a:pt x="18868" y="39627"/>
                  <a:pt x="18768" y="39477"/>
                </a:cubicBezTo>
                <a:lnTo>
                  <a:pt x="18818" y="39428"/>
                </a:lnTo>
                <a:close/>
                <a:moveTo>
                  <a:pt x="69870" y="34151"/>
                </a:moveTo>
                <a:cubicBezTo>
                  <a:pt x="70641" y="36167"/>
                  <a:pt x="71736" y="38034"/>
                  <a:pt x="73155" y="39677"/>
                </a:cubicBezTo>
                <a:lnTo>
                  <a:pt x="73130" y="39677"/>
                </a:lnTo>
                <a:cubicBezTo>
                  <a:pt x="73056" y="39677"/>
                  <a:pt x="73031" y="39652"/>
                  <a:pt x="72981" y="39652"/>
                </a:cubicBezTo>
                <a:cubicBezTo>
                  <a:pt x="72906" y="39652"/>
                  <a:pt x="72881" y="39602"/>
                  <a:pt x="72807" y="39602"/>
                </a:cubicBezTo>
                <a:cubicBezTo>
                  <a:pt x="72707" y="39577"/>
                  <a:pt x="72608" y="39577"/>
                  <a:pt x="72508" y="39552"/>
                </a:cubicBezTo>
                <a:lnTo>
                  <a:pt x="71935" y="39452"/>
                </a:lnTo>
                <a:cubicBezTo>
                  <a:pt x="71836" y="39452"/>
                  <a:pt x="71786" y="39428"/>
                  <a:pt x="71687" y="39428"/>
                </a:cubicBezTo>
                <a:lnTo>
                  <a:pt x="71438" y="39428"/>
                </a:lnTo>
                <a:cubicBezTo>
                  <a:pt x="71089" y="39403"/>
                  <a:pt x="70716" y="39353"/>
                  <a:pt x="70392" y="39353"/>
                </a:cubicBezTo>
                <a:lnTo>
                  <a:pt x="70342" y="39353"/>
                </a:lnTo>
                <a:cubicBezTo>
                  <a:pt x="70069" y="39353"/>
                  <a:pt x="69820" y="39353"/>
                  <a:pt x="69546" y="39403"/>
                </a:cubicBezTo>
                <a:cubicBezTo>
                  <a:pt x="69421" y="39403"/>
                  <a:pt x="69297" y="39428"/>
                  <a:pt x="69173" y="39428"/>
                </a:cubicBezTo>
                <a:cubicBezTo>
                  <a:pt x="69023" y="39428"/>
                  <a:pt x="68849" y="39452"/>
                  <a:pt x="68700" y="39452"/>
                </a:cubicBezTo>
                <a:cubicBezTo>
                  <a:pt x="68650" y="39452"/>
                  <a:pt x="68600" y="39452"/>
                  <a:pt x="68550" y="39477"/>
                </a:cubicBezTo>
                <a:cubicBezTo>
                  <a:pt x="68451" y="39477"/>
                  <a:pt x="68351" y="39527"/>
                  <a:pt x="68276" y="39527"/>
                </a:cubicBezTo>
                <a:cubicBezTo>
                  <a:pt x="68152" y="39552"/>
                  <a:pt x="68003" y="39552"/>
                  <a:pt x="67853" y="39577"/>
                </a:cubicBezTo>
                <a:cubicBezTo>
                  <a:pt x="67779" y="39577"/>
                  <a:pt x="67679" y="39602"/>
                  <a:pt x="67580" y="39627"/>
                </a:cubicBezTo>
                <a:lnTo>
                  <a:pt x="67530" y="39627"/>
                </a:lnTo>
                <a:cubicBezTo>
                  <a:pt x="67455" y="39627"/>
                  <a:pt x="67430" y="39677"/>
                  <a:pt x="67380" y="39677"/>
                </a:cubicBezTo>
                <a:cubicBezTo>
                  <a:pt x="67256" y="39701"/>
                  <a:pt x="67107" y="39701"/>
                  <a:pt x="67007" y="39726"/>
                </a:cubicBezTo>
                <a:lnTo>
                  <a:pt x="66957" y="39726"/>
                </a:lnTo>
                <a:cubicBezTo>
                  <a:pt x="66808" y="39751"/>
                  <a:pt x="66609" y="39826"/>
                  <a:pt x="66459" y="39851"/>
                </a:cubicBezTo>
                <a:cubicBezTo>
                  <a:pt x="66335" y="39876"/>
                  <a:pt x="66211" y="39925"/>
                  <a:pt x="66111" y="39950"/>
                </a:cubicBezTo>
                <a:cubicBezTo>
                  <a:pt x="66061" y="39975"/>
                  <a:pt x="65962" y="39975"/>
                  <a:pt x="65912" y="40000"/>
                </a:cubicBezTo>
                <a:cubicBezTo>
                  <a:pt x="65240" y="39328"/>
                  <a:pt x="64667" y="38581"/>
                  <a:pt x="64070" y="37810"/>
                </a:cubicBezTo>
                <a:cubicBezTo>
                  <a:pt x="65987" y="36490"/>
                  <a:pt x="67928" y="35246"/>
                  <a:pt x="69870" y="34151"/>
                </a:cubicBezTo>
                <a:close/>
                <a:moveTo>
                  <a:pt x="42754" y="27719"/>
                </a:moveTo>
                <a:cubicBezTo>
                  <a:pt x="42763" y="27719"/>
                  <a:pt x="42763" y="27736"/>
                  <a:pt x="42763" y="27754"/>
                </a:cubicBezTo>
                <a:cubicBezTo>
                  <a:pt x="37810" y="31313"/>
                  <a:pt x="33429" y="35545"/>
                  <a:pt x="29845" y="40025"/>
                </a:cubicBezTo>
                <a:cubicBezTo>
                  <a:pt x="29820" y="40025"/>
                  <a:pt x="29820" y="39975"/>
                  <a:pt x="29795" y="39975"/>
                </a:cubicBezTo>
                <a:cubicBezTo>
                  <a:pt x="33404" y="35495"/>
                  <a:pt x="37785" y="31263"/>
                  <a:pt x="42738" y="27729"/>
                </a:cubicBezTo>
                <a:cubicBezTo>
                  <a:pt x="42745" y="27722"/>
                  <a:pt x="42751" y="27719"/>
                  <a:pt x="42754" y="27719"/>
                </a:cubicBezTo>
                <a:close/>
                <a:moveTo>
                  <a:pt x="101805" y="38208"/>
                </a:moveTo>
                <a:cubicBezTo>
                  <a:pt x="102800" y="38681"/>
                  <a:pt x="103771" y="39204"/>
                  <a:pt x="104717" y="39801"/>
                </a:cubicBezTo>
                <a:cubicBezTo>
                  <a:pt x="104767" y="39851"/>
                  <a:pt x="104866" y="39925"/>
                  <a:pt x="104916" y="40025"/>
                </a:cubicBezTo>
                <a:cubicBezTo>
                  <a:pt x="103896" y="39353"/>
                  <a:pt x="102875" y="38780"/>
                  <a:pt x="101780" y="38283"/>
                </a:cubicBezTo>
                <a:cubicBezTo>
                  <a:pt x="101780" y="38233"/>
                  <a:pt x="101780" y="38233"/>
                  <a:pt x="101805" y="38208"/>
                </a:cubicBezTo>
                <a:close/>
                <a:moveTo>
                  <a:pt x="28949" y="39652"/>
                </a:moveTo>
                <a:cubicBezTo>
                  <a:pt x="29123" y="39776"/>
                  <a:pt x="29322" y="39851"/>
                  <a:pt x="29496" y="39975"/>
                </a:cubicBezTo>
                <a:cubicBezTo>
                  <a:pt x="29496" y="40025"/>
                  <a:pt x="29496" y="40050"/>
                  <a:pt x="29471" y="40050"/>
                </a:cubicBezTo>
                <a:cubicBezTo>
                  <a:pt x="29297" y="39925"/>
                  <a:pt x="29098" y="39801"/>
                  <a:pt x="28924" y="39701"/>
                </a:cubicBezTo>
                <a:cubicBezTo>
                  <a:pt x="28924" y="39677"/>
                  <a:pt x="28949" y="39677"/>
                  <a:pt x="28949" y="39652"/>
                </a:cubicBezTo>
                <a:close/>
                <a:moveTo>
                  <a:pt x="63896" y="37859"/>
                </a:moveTo>
                <a:cubicBezTo>
                  <a:pt x="64443" y="38606"/>
                  <a:pt x="65041" y="39353"/>
                  <a:pt x="65688" y="40025"/>
                </a:cubicBezTo>
                <a:cubicBezTo>
                  <a:pt x="65663" y="40025"/>
                  <a:pt x="65638" y="40025"/>
                  <a:pt x="65588" y="40050"/>
                </a:cubicBezTo>
                <a:cubicBezTo>
                  <a:pt x="64966" y="39403"/>
                  <a:pt x="64393" y="38681"/>
                  <a:pt x="63821" y="37909"/>
                </a:cubicBezTo>
                <a:cubicBezTo>
                  <a:pt x="63846" y="37909"/>
                  <a:pt x="63846" y="37859"/>
                  <a:pt x="63896" y="37859"/>
                </a:cubicBezTo>
                <a:close/>
                <a:moveTo>
                  <a:pt x="74350" y="39925"/>
                </a:moveTo>
                <a:lnTo>
                  <a:pt x="74350" y="40050"/>
                </a:lnTo>
                <a:cubicBezTo>
                  <a:pt x="74350" y="40050"/>
                  <a:pt x="74300" y="40050"/>
                  <a:pt x="74300" y="40025"/>
                </a:cubicBezTo>
                <a:cubicBezTo>
                  <a:pt x="74300" y="39975"/>
                  <a:pt x="74350" y="39950"/>
                  <a:pt x="74350" y="39925"/>
                </a:cubicBezTo>
                <a:close/>
                <a:moveTo>
                  <a:pt x="19166" y="40050"/>
                </a:moveTo>
                <a:cubicBezTo>
                  <a:pt x="19216" y="40075"/>
                  <a:pt x="19216" y="40075"/>
                  <a:pt x="19216" y="40100"/>
                </a:cubicBezTo>
                <a:cubicBezTo>
                  <a:pt x="19216" y="40125"/>
                  <a:pt x="19166" y="40125"/>
                  <a:pt x="19166" y="40174"/>
                </a:cubicBezTo>
                <a:cubicBezTo>
                  <a:pt x="19166" y="40174"/>
                  <a:pt x="19166" y="40125"/>
                  <a:pt x="19141" y="40125"/>
                </a:cubicBezTo>
                <a:lnTo>
                  <a:pt x="19141" y="40100"/>
                </a:lnTo>
                <a:cubicBezTo>
                  <a:pt x="19141" y="40075"/>
                  <a:pt x="19166" y="40050"/>
                  <a:pt x="19166" y="40050"/>
                </a:cubicBezTo>
                <a:close/>
                <a:moveTo>
                  <a:pt x="29670" y="40075"/>
                </a:moveTo>
                <a:cubicBezTo>
                  <a:pt x="29695" y="40075"/>
                  <a:pt x="29695" y="40100"/>
                  <a:pt x="29720" y="40100"/>
                </a:cubicBezTo>
                <a:cubicBezTo>
                  <a:pt x="29720" y="40149"/>
                  <a:pt x="29695" y="40149"/>
                  <a:pt x="29695" y="40174"/>
                </a:cubicBezTo>
                <a:cubicBezTo>
                  <a:pt x="29670" y="40174"/>
                  <a:pt x="29670" y="40174"/>
                  <a:pt x="29621" y="40149"/>
                </a:cubicBezTo>
                <a:cubicBezTo>
                  <a:pt x="29621" y="40100"/>
                  <a:pt x="29670" y="40100"/>
                  <a:pt x="29670" y="40075"/>
                </a:cubicBezTo>
                <a:close/>
                <a:moveTo>
                  <a:pt x="70392" y="39577"/>
                </a:moveTo>
                <a:cubicBezTo>
                  <a:pt x="70815" y="39577"/>
                  <a:pt x="71189" y="39602"/>
                  <a:pt x="71587" y="39627"/>
                </a:cubicBezTo>
                <a:cubicBezTo>
                  <a:pt x="71687" y="39627"/>
                  <a:pt x="71786" y="39677"/>
                  <a:pt x="71886" y="39677"/>
                </a:cubicBezTo>
                <a:cubicBezTo>
                  <a:pt x="71960" y="39677"/>
                  <a:pt x="72035" y="39701"/>
                  <a:pt x="72135" y="39701"/>
                </a:cubicBezTo>
                <a:cubicBezTo>
                  <a:pt x="72408" y="39726"/>
                  <a:pt x="72707" y="39801"/>
                  <a:pt x="73006" y="39851"/>
                </a:cubicBezTo>
                <a:cubicBezTo>
                  <a:pt x="73155" y="39876"/>
                  <a:pt x="73280" y="39950"/>
                  <a:pt x="73429" y="39975"/>
                </a:cubicBezTo>
                <a:lnTo>
                  <a:pt x="73454" y="40000"/>
                </a:lnTo>
                <a:lnTo>
                  <a:pt x="73504" y="40050"/>
                </a:lnTo>
                <a:cubicBezTo>
                  <a:pt x="73479" y="40025"/>
                  <a:pt x="73404" y="39975"/>
                  <a:pt x="73379" y="39975"/>
                </a:cubicBezTo>
                <a:cubicBezTo>
                  <a:pt x="73304" y="39950"/>
                  <a:pt x="73255" y="39950"/>
                  <a:pt x="73180" y="39925"/>
                </a:cubicBezTo>
                <a:cubicBezTo>
                  <a:pt x="73155" y="39925"/>
                  <a:pt x="73080" y="39901"/>
                  <a:pt x="73056" y="39901"/>
                </a:cubicBezTo>
                <a:lnTo>
                  <a:pt x="73006" y="39901"/>
                </a:lnTo>
                <a:cubicBezTo>
                  <a:pt x="72906" y="39851"/>
                  <a:pt x="72807" y="39851"/>
                  <a:pt x="72707" y="39826"/>
                </a:cubicBezTo>
                <a:cubicBezTo>
                  <a:pt x="72657" y="39826"/>
                  <a:pt x="72608" y="39801"/>
                  <a:pt x="72533" y="39801"/>
                </a:cubicBezTo>
                <a:cubicBezTo>
                  <a:pt x="72408" y="39776"/>
                  <a:pt x="72309" y="39726"/>
                  <a:pt x="72184" y="39726"/>
                </a:cubicBezTo>
                <a:cubicBezTo>
                  <a:pt x="72085" y="39726"/>
                  <a:pt x="72010" y="39701"/>
                  <a:pt x="71911" y="39701"/>
                </a:cubicBezTo>
                <a:cubicBezTo>
                  <a:pt x="71836" y="39701"/>
                  <a:pt x="71786" y="39677"/>
                  <a:pt x="71711" y="39677"/>
                </a:cubicBezTo>
                <a:lnTo>
                  <a:pt x="71537" y="39677"/>
                </a:lnTo>
                <a:cubicBezTo>
                  <a:pt x="71438" y="39677"/>
                  <a:pt x="71388" y="39652"/>
                  <a:pt x="71288" y="39652"/>
                </a:cubicBezTo>
                <a:lnTo>
                  <a:pt x="71064" y="39652"/>
                </a:lnTo>
                <a:cubicBezTo>
                  <a:pt x="70840" y="39652"/>
                  <a:pt x="70641" y="39602"/>
                  <a:pt x="70417" y="39602"/>
                </a:cubicBezTo>
                <a:lnTo>
                  <a:pt x="70318" y="39602"/>
                </a:lnTo>
                <a:cubicBezTo>
                  <a:pt x="70069" y="39602"/>
                  <a:pt x="69795" y="39602"/>
                  <a:pt x="69546" y="39652"/>
                </a:cubicBezTo>
                <a:cubicBezTo>
                  <a:pt x="69446" y="39652"/>
                  <a:pt x="69347" y="39652"/>
                  <a:pt x="69272" y="39677"/>
                </a:cubicBezTo>
                <a:lnTo>
                  <a:pt x="68973" y="39677"/>
                </a:lnTo>
                <a:cubicBezTo>
                  <a:pt x="68899" y="39677"/>
                  <a:pt x="68799" y="39677"/>
                  <a:pt x="68700" y="39701"/>
                </a:cubicBezTo>
                <a:cubicBezTo>
                  <a:pt x="68550" y="39726"/>
                  <a:pt x="68401" y="39726"/>
                  <a:pt x="68202" y="39776"/>
                </a:cubicBezTo>
                <a:cubicBezTo>
                  <a:pt x="68077" y="39801"/>
                  <a:pt x="67978" y="39801"/>
                  <a:pt x="67853" y="39801"/>
                </a:cubicBezTo>
                <a:cubicBezTo>
                  <a:pt x="67779" y="39801"/>
                  <a:pt x="67679" y="39826"/>
                  <a:pt x="67580" y="39851"/>
                </a:cubicBezTo>
                <a:cubicBezTo>
                  <a:pt x="67480" y="39901"/>
                  <a:pt x="67405" y="39901"/>
                  <a:pt x="67331" y="39925"/>
                </a:cubicBezTo>
                <a:cubicBezTo>
                  <a:pt x="67281" y="39925"/>
                  <a:pt x="67181" y="39950"/>
                  <a:pt x="67107" y="39950"/>
                </a:cubicBezTo>
                <a:cubicBezTo>
                  <a:pt x="67082" y="39950"/>
                  <a:pt x="67057" y="39950"/>
                  <a:pt x="67032" y="39975"/>
                </a:cubicBezTo>
                <a:lnTo>
                  <a:pt x="66982" y="39975"/>
                </a:lnTo>
                <a:cubicBezTo>
                  <a:pt x="66808" y="40025"/>
                  <a:pt x="66609" y="40075"/>
                  <a:pt x="66435" y="40100"/>
                </a:cubicBezTo>
                <a:cubicBezTo>
                  <a:pt x="66360" y="40100"/>
                  <a:pt x="66335" y="40149"/>
                  <a:pt x="66285" y="40149"/>
                </a:cubicBezTo>
                <a:cubicBezTo>
                  <a:pt x="66211" y="40149"/>
                  <a:pt x="66186" y="40174"/>
                  <a:pt x="66111" y="40174"/>
                </a:cubicBezTo>
                <a:cubicBezTo>
                  <a:pt x="66086" y="40174"/>
                  <a:pt x="66061" y="40174"/>
                  <a:pt x="66036" y="40199"/>
                </a:cubicBezTo>
                <a:lnTo>
                  <a:pt x="65987" y="40174"/>
                </a:lnTo>
                <a:cubicBezTo>
                  <a:pt x="66036" y="40174"/>
                  <a:pt x="66061" y="40149"/>
                  <a:pt x="66111" y="40149"/>
                </a:cubicBezTo>
                <a:cubicBezTo>
                  <a:pt x="66211" y="40100"/>
                  <a:pt x="66310" y="40100"/>
                  <a:pt x="66410" y="40075"/>
                </a:cubicBezTo>
                <a:cubicBezTo>
                  <a:pt x="66584" y="40025"/>
                  <a:pt x="66808" y="39975"/>
                  <a:pt x="66982" y="39950"/>
                </a:cubicBezTo>
                <a:cubicBezTo>
                  <a:pt x="67156" y="39925"/>
                  <a:pt x="67306" y="39901"/>
                  <a:pt x="67430" y="39851"/>
                </a:cubicBezTo>
                <a:cubicBezTo>
                  <a:pt x="67555" y="39826"/>
                  <a:pt x="67704" y="39801"/>
                  <a:pt x="67828" y="39801"/>
                </a:cubicBezTo>
                <a:cubicBezTo>
                  <a:pt x="68052" y="39776"/>
                  <a:pt x="68301" y="39726"/>
                  <a:pt x="68525" y="39701"/>
                </a:cubicBezTo>
                <a:cubicBezTo>
                  <a:pt x="68575" y="39701"/>
                  <a:pt x="68650" y="39677"/>
                  <a:pt x="68700" y="39677"/>
                </a:cubicBezTo>
                <a:cubicBezTo>
                  <a:pt x="69272" y="39602"/>
                  <a:pt x="69820" y="39577"/>
                  <a:pt x="70342" y="39577"/>
                </a:cubicBezTo>
                <a:close/>
                <a:moveTo>
                  <a:pt x="74549" y="39726"/>
                </a:moveTo>
                <a:cubicBezTo>
                  <a:pt x="74599" y="39801"/>
                  <a:pt x="74649" y="39851"/>
                  <a:pt x="74674" y="39925"/>
                </a:cubicBezTo>
                <a:cubicBezTo>
                  <a:pt x="74723" y="40000"/>
                  <a:pt x="74748" y="40100"/>
                  <a:pt x="74773" y="40174"/>
                </a:cubicBezTo>
                <a:cubicBezTo>
                  <a:pt x="74773" y="40199"/>
                  <a:pt x="74773" y="40199"/>
                  <a:pt x="74798" y="40224"/>
                </a:cubicBezTo>
                <a:lnTo>
                  <a:pt x="74773" y="40199"/>
                </a:lnTo>
                <a:lnTo>
                  <a:pt x="74798" y="40249"/>
                </a:lnTo>
                <a:cubicBezTo>
                  <a:pt x="74773" y="40249"/>
                  <a:pt x="74773" y="40249"/>
                  <a:pt x="74748" y="40224"/>
                </a:cubicBezTo>
                <a:cubicBezTo>
                  <a:pt x="74674" y="40199"/>
                  <a:pt x="74599" y="40174"/>
                  <a:pt x="74524" y="40125"/>
                </a:cubicBezTo>
                <a:cubicBezTo>
                  <a:pt x="74524" y="40000"/>
                  <a:pt x="74549" y="39851"/>
                  <a:pt x="74549" y="39726"/>
                </a:cubicBezTo>
                <a:close/>
                <a:moveTo>
                  <a:pt x="80498" y="35694"/>
                </a:moveTo>
                <a:cubicBezTo>
                  <a:pt x="80100" y="36739"/>
                  <a:pt x="79702" y="37735"/>
                  <a:pt x="79229" y="38780"/>
                </a:cubicBezTo>
                <a:cubicBezTo>
                  <a:pt x="79204" y="38805"/>
                  <a:pt x="79129" y="38805"/>
                  <a:pt x="79104" y="38830"/>
                </a:cubicBezTo>
                <a:cubicBezTo>
                  <a:pt x="78905" y="38930"/>
                  <a:pt x="78706" y="38980"/>
                  <a:pt x="78507" y="39079"/>
                </a:cubicBezTo>
                <a:cubicBezTo>
                  <a:pt x="78258" y="39179"/>
                  <a:pt x="78034" y="39303"/>
                  <a:pt x="77785" y="39403"/>
                </a:cubicBezTo>
                <a:lnTo>
                  <a:pt x="77760" y="39403"/>
                </a:lnTo>
                <a:cubicBezTo>
                  <a:pt x="77636" y="39452"/>
                  <a:pt x="77511" y="39527"/>
                  <a:pt x="77362" y="39577"/>
                </a:cubicBezTo>
                <a:cubicBezTo>
                  <a:pt x="77138" y="39677"/>
                  <a:pt x="76914" y="39776"/>
                  <a:pt x="76739" y="39851"/>
                </a:cubicBezTo>
                <a:cubicBezTo>
                  <a:pt x="76391" y="40025"/>
                  <a:pt x="76043" y="40199"/>
                  <a:pt x="75669" y="40349"/>
                </a:cubicBezTo>
                <a:cubicBezTo>
                  <a:pt x="75495" y="40075"/>
                  <a:pt x="75296" y="39801"/>
                  <a:pt x="75171" y="39527"/>
                </a:cubicBezTo>
                <a:cubicBezTo>
                  <a:pt x="75146" y="39452"/>
                  <a:pt x="75122" y="39428"/>
                  <a:pt x="75097" y="39353"/>
                </a:cubicBezTo>
                <a:cubicBezTo>
                  <a:pt x="75022" y="39278"/>
                  <a:pt x="74997" y="39154"/>
                  <a:pt x="74922" y="39054"/>
                </a:cubicBezTo>
                <a:cubicBezTo>
                  <a:pt x="76217" y="37561"/>
                  <a:pt x="78108" y="36416"/>
                  <a:pt x="80498" y="35694"/>
                </a:cubicBezTo>
                <a:close/>
                <a:moveTo>
                  <a:pt x="105414" y="40224"/>
                </a:moveTo>
                <a:lnTo>
                  <a:pt x="105414" y="40224"/>
                </a:lnTo>
                <a:cubicBezTo>
                  <a:pt x="105464" y="40249"/>
                  <a:pt x="105489" y="40249"/>
                  <a:pt x="105514" y="40299"/>
                </a:cubicBezTo>
                <a:cubicBezTo>
                  <a:pt x="105538" y="40324"/>
                  <a:pt x="105588" y="40324"/>
                  <a:pt x="105613" y="40349"/>
                </a:cubicBezTo>
                <a:cubicBezTo>
                  <a:pt x="105638" y="40373"/>
                  <a:pt x="105663" y="40423"/>
                  <a:pt x="105663" y="40448"/>
                </a:cubicBezTo>
                <a:lnTo>
                  <a:pt x="105696" y="40481"/>
                </a:lnTo>
                <a:lnTo>
                  <a:pt x="105696" y="40481"/>
                </a:lnTo>
                <a:cubicBezTo>
                  <a:pt x="105686" y="40476"/>
                  <a:pt x="105675" y="40473"/>
                  <a:pt x="105663" y="40473"/>
                </a:cubicBezTo>
                <a:cubicBezTo>
                  <a:pt x="105638" y="40448"/>
                  <a:pt x="105613" y="40423"/>
                  <a:pt x="105538" y="40398"/>
                </a:cubicBezTo>
                <a:cubicBezTo>
                  <a:pt x="105538" y="40324"/>
                  <a:pt x="105489" y="40299"/>
                  <a:pt x="105414" y="40224"/>
                </a:cubicBezTo>
                <a:close/>
                <a:moveTo>
                  <a:pt x="74250" y="40523"/>
                </a:moveTo>
                <a:cubicBezTo>
                  <a:pt x="74275" y="40523"/>
                  <a:pt x="74300" y="40548"/>
                  <a:pt x="74300" y="40548"/>
                </a:cubicBezTo>
                <a:cubicBezTo>
                  <a:pt x="74275" y="40548"/>
                  <a:pt x="74275" y="40548"/>
                  <a:pt x="74250" y="40523"/>
                </a:cubicBezTo>
                <a:close/>
                <a:moveTo>
                  <a:pt x="79104" y="39079"/>
                </a:moveTo>
                <a:cubicBezTo>
                  <a:pt x="79104" y="39079"/>
                  <a:pt x="79104" y="39104"/>
                  <a:pt x="79054" y="39104"/>
                </a:cubicBezTo>
                <a:cubicBezTo>
                  <a:pt x="78283" y="39452"/>
                  <a:pt x="77486" y="39801"/>
                  <a:pt x="76665" y="40174"/>
                </a:cubicBezTo>
                <a:cubicBezTo>
                  <a:pt x="76391" y="40299"/>
                  <a:pt x="76092" y="40448"/>
                  <a:pt x="75769" y="40597"/>
                </a:cubicBezTo>
                <a:lnTo>
                  <a:pt x="75769" y="40573"/>
                </a:lnTo>
                <a:cubicBezTo>
                  <a:pt x="75769" y="40573"/>
                  <a:pt x="75769" y="40548"/>
                  <a:pt x="75744" y="40548"/>
                </a:cubicBezTo>
                <a:cubicBezTo>
                  <a:pt x="76889" y="40025"/>
                  <a:pt x="78009" y="39527"/>
                  <a:pt x="79104" y="39079"/>
                </a:cubicBezTo>
                <a:close/>
                <a:moveTo>
                  <a:pt x="74524" y="40349"/>
                </a:moveTo>
                <a:cubicBezTo>
                  <a:pt x="74549" y="40349"/>
                  <a:pt x="74549" y="40398"/>
                  <a:pt x="74549" y="40398"/>
                </a:cubicBezTo>
                <a:cubicBezTo>
                  <a:pt x="74674" y="40448"/>
                  <a:pt x="74798" y="40523"/>
                  <a:pt x="74922" y="40597"/>
                </a:cubicBezTo>
                <a:lnTo>
                  <a:pt x="74922" y="40622"/>
                </a:lnTo>
                <a:cubicBezTo>
                  <a:pt x="74922" y="40622"/>
                  <a:pt x="74922" y="40672"/>
                  <a:pt x="74972" y="40672"/>
                </a:cubicBezTo>
                <a:cubicBezTo>
                  <a:pt x="74922" y="40672"/>
                  <a:pt x="74898" y="40622"/>
                  <a:pt x="74873" y="40622"/>
                </a:cubicBezTo>
                <a:cubicBezTo>
                  <a:pt x="74848" y="40622"/>
                  <a:pt x="74848" y="40597"/>
                  <a:pt x="74798" y="40597"/>
                </a:cubicBezTo>
                <a:cubicBezTo>
                  <a:pt x="74723" y="40548"/>
                  <a:pt x="74624" y="40498"/>
                  <a:pt x="74524" y="40448"/>
                </a:cubicBezTo>
                <a:cubicBezTo>
                  <a:pt x="74499" y="40448"/>
                  <a:pt x="74499" y="40423"/>
                  <a:pt x="74474" y="40423"/>
                </a:cubicBezTo>
                <a:lnTo>
                  <a:pt x="74524" y="40349"/>
                </a:lnTo>
                <a:close/>
                <a:moveTo>
                  <a:pt x="63697" y="37984"/>
                </a:moveTo>
                <a:cubicBezTo>
                  <a:pt x="64219" y="38731"/>
                  <a:pt x="64817" y="39452"/>
                  <a:pt x="65414" y="40075"/>
                </a:cubicBezTo>
                <a:cubicBezTo>
                  <a:pt x="65339" y="40100"/>
                  <a:pt x="65290" y="40100"/>
                  <a:pt x="65215" y="40125"/>
                </a:cubicBezTo>
                <a:cubicBezTo>
                  <a:pt x="65090" y="40174"/>
                  <a:pt x="64966" y="40224"/>
                  <a:pt x="64842" y="40249"/>
                </a:cubicBezTo>
                <a:cubicBezTo>
                  <a:pt x="64792" y="40299"/>
                  <a:pt x="64717" y="40299"/>
                  <a:pt x="64667" y="40324"/>
                </a:cubicBezTo>
                <a:lnTo>
                  <a:pt x="64617" y="40324"/>
                </a:lnTo>
                <a:cubicBezTo>
                  <a:pt x="64543" y="40349"/>
                  <a:pt x="64418" y="40373"/>
                  <a:pt x="64319" y="40423"/>
                </a:cubicBezTo>
                <a:cubicBezTo>
                  <a:pt x="64219" y="40448"/>
                  <a:pt x="64095" y="40473"/>
                  <a:pt x="63995" y="40548"/>
                </a:cubicBezTo>
                <a:cubicBezTo>
                  <a:pt x="63921" y="40573"/>
                  <a:pt x="63846" y="40597"/>
                  <a:pt x="63746" y="40647"/>
                </a:cubicBezTo>
                <a:cubicBezTo>
                  <a:pt x="63697" y="40672"/>
                  <a:pt x="63622" y="40672"/>
                  <a:pt x="63572" y="40697"/>
                </a:cubicBezTo>
                <a:cubicBezTo>
                  <a:pt x="63248" y="40075"/>
                  <a:pt x="62925" y="39428"/>
                  <a:pt x="62576" y="38780"/>
                </a:cubicBezTo>
                <a:cubicBezTo>
                  <a:pt x="62950" y="38482"/>
                  <a:pt x="63323" y="38233"/>
                  <a:pt x="63697" y="37984"/>
                </a:cubicBezTo>
                <a:close/>
                <a:moveTo>
                  <a:pt x="73603" y="40697"/>
                </a:moveTo>
                <a:cubicBezTo>
                  <a:pt x="73603" y="40718"/>
                  <a:pt x="73603" y="40721"/>
                  <a:pt x="73573" y="40737"/>
                </a:cubicBezTo>
                <a:lnTo>
                  <a:pt x="73573" y="40737"/>
                </a:lnTo>
                <a:cubicBezTo>
                  <a:pt x="73582" y="40722"/>
                  <a:pt x="73592" y="40708"/>
                  <a:pt x="73603" y="40697"/>
                </a:cubicBezTo>
                <a:close/>
                <a:moveTo>
                  <a:pt x="62402" y="38930"/>
                </a:moveTo>
                <a:cubicBezTo>
                  <a:pt x="62726" y="39552"/>
                  <a:pt x="63074" y="40174"/>
                  <a:pt x="63348" y="40797"/>
                </a:cubicBezTo>
                <a:cubicBezTo>
                  <a:pt x="63323" y="40797"/>
                  <a:pt x="63323" y="40797"/>
                  <a:pt x="63298" y="40821"/>
                </a:cubicBezTo>
                <a:cubicBezTo>
                  <a:pt x="62975" y="40199"/>
                  <a:pt x="62676" y="39577"/>
                  <a:pt x="62328" y="38955"/>
                </a:cubicBezTo>
                <a:cubicBezTo>
                  <a:pt x="62352" y="38955"/>
                  <a:pt x="62352" y="38930"/>
                  <a:pt x="62402" y="38930"/>
                </a:cubicBezTo>
                <a:close/>
                <a:moveTo>
                  <a:pt x="75296" y="40797"/>
                </a:moveTo>
                <a:cubicBezTo>
                  <a:pt x="75296" y="40797"/>
                  <a:pt x="75346" y="40797"/>
                  <a:pt x="75346" y="40821"/>
                </a:cubicBezTo>
                <a:lnTo>
                  <a:pt x="75346" y="40846"/>
                </a:lnTo>
                <a:lnTo>
                  <a:pt x="75296" y="40846"/>
                </a:lnTo>
                <a:lnTo>
                  <a:pt x="75296" y="40821"/>
                </a:lnTo>
                <a:lnTo>
                  <a:pt x="75271" y="40797"/>
                </a:lnTo>
                <a:close/>
                <a:moveTo>
                  <a:pt x="74474" y="40672"/>
                </a:moveTo>
                <a:cubicBezTo>
                  <a:pt x="74549" y="40722"/>
                  <a:pt x="74624" y="40797"/>
                  <a:pt x="74723" y="40846"/>
                </a:cubicBezTo>
                <a:cubicBezTo>
                  <a:pt x="74674" y="40846"/>
                  <a:pt x="74674" y="40871"/>
                  <a:pt x="74649" y="40871"/>
                </a:cubicBezTo>
                <a:cubicBezTo>
                  <a:pt x="74599" y="40821"/>
                  <a:pt x="74524" y="40797"/>
                  <a:pt x="74474" y="40722"/>
                </a:cubicBezTo>
                <a:lnTo>
                  <a:pt x="74474" y="40672"/>
                </a:lnTo>
                <a:close/>
                <a:moveTo>
                  <a:pt x="65581" y="40284"/>
                </a:moveTo>
                <a:lnTo>
                  <a:pt x="65581" y="40284"/>
                </a:lnTo>
                <a:cubicBezTo>
                  <a:pt x="65583" y="40288"/>
                  <a:pt x="65585" y="40293"/>
                  <a:pt x="65588" y="40299"/>
                </a:cubicBezTo>
                <a:cubicBezTo>
                  <a:pt x="65538" y="40299"/>
                  <a:pt x="65514" y="40324"/>
                  <a:pt x="65439" y="40324"/>
                </a:cubicBezTo>
                <a:cubicBezTo>
                  <a:pt x="65389" y="40349"/>
                  <a:pt x="65314" y="40349"/>
                  <a:pt x="65240" y="40398"/>
                </a:cubicBezTo>
                <a:cubicBezTo>
                  <a:pt x="65215" y="40398"/>
                  <a:pt x="65190" y="40423"/>
                  <a:pt x="65165" y="40423"/>
                </a:cubicBezTo>
                <a:cubicBezTo>
                  <a:pt x="64966" y="40473"/>
                  <a:pt x="64792" y="40548"/>
                  <a:pt x="64617" y="40597"/>
                </a:cubicBezTo>
                <a:cubicBezTo>
                  <a:pt x="64543" y="40622"/>
                  <a:pt x="64443" y="40672"/>
                  <a:pt x="64369" y="40697"/>
                </a:cubicBezTo>
                <a:cubicBezTo>
                  <a:pt x="64194" y="40747"/>
                  <a:pt x="63970" y="40846"/>
                  <a:pt x="63746" y="40921"/>
                </a:cubicBezTo>
                <a:cubicBezTo>
                  <a:pt x="63721" y="40921"/>
                  <a:pt x="63697" y="40946"/>
                  <a:pt x="63672" y="40946"/>
                </a:cubicBezTo>
                <a:lnTo>
                  <a:pt x="63672" y="40921"/>
                </a:lnTo>
                <a:lnTo>
                  <a:pt x="63672" y="40871"/>
                </a:lnTo>
                <a:cubicBezTo>
                  <a:pt x="63921" y="40797"/>
                  <a:pt x="64120" y="40697"/>
                  <a:pt x="64369" y="40622"/>
                </a:cubicBezTo>
                <a:cubicBezTo>
                  <a:pt x="64443" y="40597"/>
                  <a:pt x="64493" y="40597"/>
                  <a:pt x="64568" y="40573"/>
                </a:cubicBezTo>
                <a:cubicBezTo>
                  <a:pt x="64692" y="40523"/>
                  <a:pt x="64842" y="40473"/>
                  <a:pt x="64966" y="40448"/>
                </a:cubicBezTo>
                <a:cubicBezTo>
                  <a:pt x="65066" y="40423"/>
                  <a:pt x="65165" y="40398"/>
                  <a:pt x="65290" y="40349"/>
                </a:cubicBezTo>
                <a:cubicBezTo>
                  <a:pt x="65389" y="40324"/>
                  <a:pt x="65439" y="40324"/>
                  <a:pt x="65538" y="40299"/>
                </a:cubicBezTo>
                <a:cubicBezTo>
                  <a:pt x="65555" y="40299"/>
                  <a:pt x="65572" y="40299"/>
                  <a:pt x="65581" y="40284"/>
                </a:cubicBezTo>
                <a:close/>
                <a:moveTo>
                  <a:pt x="63448" y="40946"/>
                </a:moveTo>
                <a:cubicBezTo>
                  <a:pt x="63448" y="40946"/>
                  <a:pt x="63448" y="40971"/>
                  <a:pt x="63473" y="40971"/>
                </a:cubicBezTo>
                <a:lnTo>
                  <a:pt x="63473" y="41021"/>
                </a:lnTo>
                <a:lnTo>
                  <a:pt x="63423" y="41021"/>
                </a:lnTo>
                <a:lnTo>
                  <a:pt x="63423" y="40971"/>
                </a:lnTo>
                <a:cubicBezTo>
                  <a:pt x="63406" y="40987"/>
                  <a:pt x="63395" y="40993"/>
                  <a:pt x="63388" y="40993"/>
                </a:cubicBezTo>
                <a:cubicBezTo>
                  <a:pt x="63373" y="40993"/>
                  <a:pt x="63373" y="40971"/>
                  <a:pt x="63373" y="40971"/>
                </a:cubicBezTo>
                <a:cubicBezTo>
                  <a:pt x="63423" y="40971"/>
                  <a:pt x="63423" y="40946"/>
                  <a:pt x="63448" y="40946"/>
                </a:cubicBezTo>
                <a:close/>
                <a:moveTo>
                  <a:pt x="74823" y="40971"/>
                </a:moveTo>
                <a:lnTo>
                  <a:pt x="74898" y="41046"/>
                </a:lnTo>
                <a:cubicBezTo>
                  <a:pt x="74873" y="41046"/>
                  <a:pt x="74873" y="41070"/>
                  <a:pt x="74848" y="41070"/>
                </a:cubicBezTo>
                <a:lnTo>
                  <a:pt x="74798" y="41046"/>
                </a:lnTo>
                <a:lnTo>
                  <a:pt x="74773" y="41021"/>
                </a:lnTo>
                <a:cubicBezTo>
                  <a:pt x="74798" y="41021"/>
                  <a:pt x="74798" y="40971"/>
                  <a:pt x="74823" y="40971"/>
                </a:cubicBezTo>
                <a:close/>
                <a:moveTo>
                  <a:pt x="74250" y="40722"/>
                </a:moveTo>
                <a:cubicBezTo>
                  <a:pt x="74250" y="40772"/>
                  <a:pt x="74275" y="40797"/>
                  <a:pt x="74300" y="40797"/>
                </a:cubicBezTo>
                <a:cubicBezTo>
                  <a:pt x="74300" y="40896"/>
                  <a:pt x="74275" y="40971"/>
                  <a:pt x="74275" y="41070"/>
                </a:cubicBezTo>
                <a:cubicBezTo>
                  <a:pt x="74250" y="41070"/>
                  <a:pt x="74250" y="41095"/>
                  <a:pt x="74225" y="41095"/>
                </a:cubicBezTo>
                <a:cubicBezTo>
                  <a:pt x="74225" y="40971"/>
                  <a:pt x="74250" y="40846"/>
                  <a:pt x="74250" y="40722"/>
                </a:cubicBezTo>
                <a:close/>
                <a:moveTo>
                  <a:pt x="74649" y="41095"/>
                </a:moveTo>
                <a:lnTo>
                  <a:pt x="74674" y="41145"/>
                </a:lnTo>
                <a:cubicBezTo>
                  <a:pt x="74599" y="41170"/>
                  <a:pt x="74524" y="41220"/>
                  <a:pt x="74425" y="41270"/>
                </a:cubicBezTo>
                <a:lnTo>
                  <a:pt x="74425" y="41220"/>
                </a:lnTo>
                <a:lnTo>
                  <a:pt x="74425" y="41195"/>
                </a:lnTo>
                <a:cubicBezTo>
                  <a:pt x="74499" y="41195"/>
                  <a:pt x="74549" y="41170"/>
                  <a:pt x="74649" y="41095"/>
                </a:cubicBezTo>
                <a:close/>
                <a:moveTo>
                  <a:pt x="74051" y="40672"/>
                </a:moveTo>
                <a:cubicBezTo>
                  <a:pt x="74026" y="40846"/>
                  <a:pt x="74026" y="41046"/>
                  <a:pt x="74001" y="41220"/>
                </a:cubicBezTo>
                <a:lnTo>
                  <a:pt x="73802" y="41319"/>
                </a:lnTo>
                <a:cubicBezTo>
                  <a:pt x="73902" y="41095"/>
                  <a:pt x="74001" y="40896"/>
                  <a:pt x="74051" y="40672"/>
                </a:cubicBezTo>
                <a:close/>
                <a:moveTo>
                  <a:pt x="74250" y="41319"/>
                </a:moveTo>
                <a:lnTo>
                  <a:pt x="74250" y="41344"/>
                </a:lnTo>
                <a:lnTo>
                  <a:pt x="74250" y="41369"/>
                </a:lnTo>
                <a:cubicBezTo>
                  <a:pt x="74225" y="41369"/>
                  <a:pt x="74225" y="41419"/>
                  <a:pt x="74176" y="41419"/>
                </a:cubicBezTo>
                <a:lnTo>
                  <a:pt x="74176" y="41369"/>
                </a:lnTo>
                <a:lnTo>
                  <a:pt x="74176" y="41344"/>
                </a:lnTo>
                <a:cubicBezTo>
                  <a:pt x="74176" y="41344"/>
                  <a:pt x="74225" y="41344"/>
                  <a:pt x="74250" y="41319"/>
                </a:cubicBezTo>
                <a:close/>
                <a:moveTo>
                  <a:pt x="75520" y="41220"/>
                </a:moveTo>
                <a:lnTo>
                  <a:pt x="75545" y="41270"/>
                </a:lnTo>
                <a:lnTo>
                  <a:pt x="75594" y="41294"/>
                </a:lnTo>
                <a:cubicBezTo>
                  <a:pt x="75619" y="41319"/>
                  <a:pt x="75619" y="41344"/>
                  <a:pt x="75669" y="41419"/>
                </a:cubicBezTo>
                <a:cubicBezTo>
                  <a:pt x="75644" y="41419"/>
                  <a:pt x="75644" y="41394"/>
                  <a:pt x="75619" y="41394"/>
                </a:cubicBezTo>
                <a:lnTo>
                  <a:pt x="75570" y="41344"/>
                </a:lnTo>
                <a:cubicBezTo>
                  <a:pt x="75545" y="41319"/>
                  <a:pt x="75520" y="41270"/>
                  <a:pt x="75520" y="41220"/>
                </a:cubicBezTo>
                <a:close/>
                <a:moveTo>
                  <a:pt x="73902" y="40573"/>
                </a:moveTo>
                <a:lnTo>
                  <a:pt x="73902" y="40573"/>
                </a:lnTo>
                <a:cubicBezTo>
                  <a:pt x="73777" y="40871"/>
                  <a:pt x="73653" y="41170"/>
                  <a:pt x="73529" y="41469"/>
                </a:cubicBezTo>
                <a:lnTo>
                  <a:pt x="73504" y="41494"/>
                </a:lnTo>
                <a:cubicBezTo>
                  <a:pt x="73628" y="41170"/>
                  <a:pt x="73753" y="40871"/>
                  <a:pt x="73902" y="40573"/>
                </a:cubicBezTo>
                <a:close/>
                <a:moveTo>
                  <a:pt x="75047" y="41170"/>
                </a:moveTo>
                <a:cubicBezTo>
                  <a:pt x="75146" y="41270"/>
                  <a:pt x="75271" y="41344"/>
                  <a:pt x="75370" y="41419"/>
                </a:cubicBezTo>
                <a:cubicBezTo>
                  <a:pt x="75395" y="41444"/>
                  <a:pt x="75395" y="41518"/>
                  <a:pt x="75420" y="41543"/>
                </a:cubicBezTo>
                <a:cubicBezTo>
                  <a:pt x="75271" y="41419"/>
                  <a:pt x="75122" y="41319"/>
                  <a:pt x="74997" y="41195"/>
                </a:cubicBezTo>
                <a:cubicBezTo>
                  <a:pt x="75022" y="41195"/>
                  <a:pt x="75047" y="41195"/>
                  <a:pt x="75047" y="41170"/>
                </a:cubicBezTo>
                <a:close/>
                <a:moveTo>
                  <a:pt x="73499" y="40921"/>
                </a:moveTo>
                <a:cubicBezTo>
                  <a:pt x="73475" y="41011"/>
                  <a:pt x="73448" y="41107"/>
                  <a:pt x="73404" y="41195"/>
                </a:cubicBezTo>
                <a:cubicBezTo>
                  <a:pt x="73354" y="41319"/>
                  <a:pt x="73280" y="41469"/>
                  <a:pt x="73230" y="41593"/>
                </a:cubicBezTo>
                <a:cubicBezTo>
                  <a:pt x="73230" y="41638"/>
                  <a:pt x="73230" y="41642"/>
                  <a:pt x="73192" y="41662"/>
                </a:cubicBezTo>
                <a:lnTo>
                  <a:pt x="73192" y="41662"/>
                </a:lnTo>
                <a:cubicBezTo>
                  <a:pt x="73284" y="41423"/>
                  <a:pt x="73335" y="41185"/>
                  <a:pt x="73454" y="40946"/>
                </a:cubicBezTo>
                <a:cubicBezTo>
                  <a:pt x="73454" y="40946"/>
                  <a:pt x="73454" y="40923"/>
                  <a:pt x="73499" y="40921"/>
                </a:cubicBezTo>
                <a:close/>
                <a:moveTo>
                  <a:pt x="73977" y="41469"/>
                </a:moveTo>
                <a:lnTo>
                  <a:pt x="73977" y="41518"/>
                </a:lnTo>
                <a:lnTo>
                  <a:pt x="73977" y="41543"/>
                </a:lnTo>
                <a:cubicBezTo>
                  <a:pt x="73852" y="41593"/>
                  <a:pt x="73753" y="41668"/>
                  <a:pt x="73628" y="41693"/>
                </a:cubicBezTo>
                <a:cubicBezTo>
                  <a:pt x="73628" y="41693"/>
                  <a:pt x="73628" y="41668"/>
                  <a:pt x="73653" y="41668"/>
                </a:cubicBezTo>
                <a:lnTo>
                  <a:pt x="73653" y="41643"/>
                </a:lnTo>
                <a:cubicBezTo>
                  <a:pt x="73753" y="41568"/>
                  <a:pt x="73852" y="41543"/>
                  <a:pt x="73977" y="41469"/>
                </a:cubicBezTo>
                <a:close/>
                <a:moveTo>
                  <a:pt x="75993" y="41643"/>
                </a:moveTo>
                <a:lnTo>
                  <a:pt x="75993" y="41643"/>
                </a:lnTo>
                <a:cubicBezTo>
                  <a:pt x="76043" y="41668"/>
                  <a:pt x="76092" y="41693"/>
                  <a:pt x="76142" y="41767"/>
                </a:cubicBezTo>
                <a:lnTo>
                  <a:pt x="76267" y="41892"/>
                </a:lnTo>
                <a:cubicBezTo>
                  <a:pt x="76192" y="41817"/>
                  <a:pt x="76142" y="41792"/>
                  <a:pt x="76043" y="41718"/>
                </a:cubicBezTo>
                <a:cubicBezTo>
                  <a:pt x="76018" y="41693"/>
                  <a:pt x="76018" y="41668"/>
                  <a:pt x="75993" y="41643"/>
                </a:cubicBezTo>
                <a:close/>
                <a:moveTo>
                  <a:pt x="75819" y="41792"/>
                </a:moveTo>
                <a:cubicBezTo>
                  <a:pt x="75868" y="41792"/>
                  <a:pt x="75868" y="41817"/>
                  <a:pt x="75893" y="41817"/>
                </a:cubicBezTo>
                <a:cubicBezTo>
                  <a:pt x="75918" y="41842"/>
                  <a:pt x="75918" y="41867"/>
                  <a:pt x="75943" y="41917"/>
                </a:cubicBezTo>
                <a:lnTo>
                  <a:pt x="75893" y="41842"/>
                </a:lnTo>
                <a:lnTo>
                  <a:pt x="75868" y="41817"/>
                </a:lnTo>
                <a:cubicBezTo>
                  <a:pt x="75819" y="41817"/>
                  <a:pt x="75819" y="41792"/>
                  <a:pt x="75819" y="41792"/>
                </a:cubicBezTo>
                <a:close/>
                <a:moveTo>
                  <a:pt x="76540" y="41817"/>
                </a:moveTo>
                <a:cubicBezTo>
                  <a:pt x="76590" y="41842"/>
                  <a:pt x="76640" y="41917"/>
                  <a:pt x="76665" y="41966"/>
                </a:cubicBezTo>
                <a:cubicBezTo>
                  <a:pt x="76665" y="41966"/>
                  <a:pt x="76665" y="42016"/>
                  <a:pt x="76715" y="42016"/>
                </a:cubicBezTo>
                <a:cubicBezTo>
                  <a:pt x="76739" y="42066"/>
                  <a:pt x="76789" y="42091"/>
                  <a:pt x="76839" y="42166"/>
                </a:cubicBezTo>
                <a:cubicBezTo>
                  <a:pt x="76764" y="42091"/>
                  <a:pt x="76715" y="42041"/>
                  <a:pt x="76640" y="42016"/>
                </a:cubicBezTo>
                <a:cubicBezTo>
                  <a:pt x="76615" y="41942"/>
                  <a:pt x="76590" y="41917"/>
                  <a:pt x="76515" y="41842"/>
                </a:cubicBezTo>
                <a:lnTo>
                  <a:pt x="76540" y="41817"/>
                </a:lnTo>
                <a:close/>
                <a:moveTo>
                  <a:pt x="78955" y="39353"/>
                </a:moveTo>
                <a:lnTo>
                  <a:pt x="78955" y="39353"/>
                </a:lnTo>
                <a:cubicBezTo>
                  <a:pt x="78482" y="40349"/>
                  <a:pt x="77984" y="41344"/>
                  <a:pt x="77461" y="42340"/>
                </a:cubicBezTo>
                <a:cubicBezTo>
                  <a:pt x="77387" y="42315"/>
                  <a:pt x="77362" y="42265"/>
                  <a:pt x="77287" y="42215"/>
                </a:cubicBezTo>
                <a:cubicBezTo>
                  <a:pt x="77138" y="42066"/>
                  <a:pt x="76963" y="41917"/>
                  <a:pt x="76764" y="41718"/>
                </a:cubicBezTo>
                <a:lnTo>
                  <a:pt x="76665" y="41643"/>
                </a:lnTo>
                <a:lnTo>
                  <a:pt x="76665" y="41444"/>
                </a:lnTo>
                <a:lnTo>
                  <a:pt x="76590" y="41543"/>
                </a:lnTo>
                <a:cubicBezTo>
                  <a:pt x="76491" y="41419"/>
                  <a:pt x="76391" y="41319"/>
                  <a:pt x="76291" y="41195"/>
                </a:cubicBezTo>
                <a:lnTo>
                  <a:pt x="76242" y="41145"/>
                </a:lnTo>
                <a:cubicBezTo>
                  <a:pt x="76117" y="41021"/>
                  <a:pt x="76018" y="40871"/>
                  <a:pt x="75893" y="40772"/>
                </a:cubicBezTo>
                <a:cubicBezTo>
                  <a:pt x="76391" y="40523"/>
                  <a:pt x="76864" y="40299"/>
                  <a:pt x="77362" y="40075"/>
                </a:cubicBezTo>
                <a:lnTo>
                  <a:pt x="77536" y="39975"/>
                </a:lnTo>
                <a:cubicBezTo>
                  <a:pt x="78009" y="39776"/>
                  <a:pt x="78482" y="39577"/>
                  <a:pt x="78955" y="39353"/>
                </a:cubicBezTo>
                <a:close/>
                <a:moveTo>
                  <a:pt x="90554" y="36217"/>
                </a:moveTo>
                <a:cubicBezTo>
                  <a:pt x="89733" y="38233"/>
                  <a:pt x="88787" y="40349"/>
                  <a:pt x="87716" y="42464"/>
                </a:cubicBezTo>
                <a:lnTo>
                  <a:pt x="87667" y="42464"/>
                </a:lnTo>
                <a:cubicBezTo>
                  <a:pt x="88737" y="40349"/>
                  <a:pt x="89683" y="38283"/>
                  <a:pt x="90479" y="36217"/>
                </a:cubicBezTo>
                <a:close/>
                <a:moveTo>
                  <a:pt x="76288" y="42150"/>
                </a:moveTo>
                <a:lnTo>
                  <a:pt x="76288" y="42150"/>
                </a:lnTo>
                <a:cubicBezTo>
                  <a:pt x="76455" y="42224"/>
                  <a:pt x="76620" y="42319"/>
                  <a:pt x="76739" y="42415"/>
                </a:cubicBezTo>
                <a:cubicBezTo>
                  <a:pt x="76764" y="42439"/>
                  <a:pt x="76789" y="42464"/>
                  <a:pt x="76839" y="42539"/>
                </a:cubicBezTo>
                <a:lnTo>
                  <a:pt x="76366" y="42265"/>
                </a:lnTo>
                <a:cubicBezTo>
                  <a:pt x="76366" y="42215"/>
                  <a:pt x="76341" y="42215"/>
                  <a:pt x="76341" y="42190"/>
                </a:cubicBezTo>
                <a:cubicBezTo>
                  <a:pt x="76310" y="42175"/>
                  <a:pt x="76299" y="42160"/>
                  <a:pt x="76288" y="42150"/>
                </a:cubicBezTo>
                <a:close/>
                <a:moveTo>
                  <a:pt x="79303" y="39228"/>
                </a:moveTo>
                <a:lnTo>
                  <a:pt x="79303" y="39228"/>
                </a:lnTo>
                <a:cubicBezTo>
                  <a:pt x="78781" y="40324"/>
                  <a:pt x="78233" y="41419"/>
                  <a:pt x="77660" y="42539"/>
                </a:cubicBezTo>
                <a:lnTo>
                  <a:pt x="77636" y="42514"/>
                </a:lnTo>
                <a:cubicBezTo>
                  <a:pt x="78233" y="41419"/>
                  <a:pt x="78756" y="40324"/>
                  <a:pt x="79253" y="39278"/>
                </a:cubicBezTo>
                <a:cubicBezTo>
                  <a:pt x="79278" y="39278"/>
                  <a:pt x="79278" y="39278"/>
                  <a:pt x="79303" y="39228"/>
                </a:cubicBezTo>
                <a:close/>
                <a:moveTo>
                  <a:pt x="87617" y="42663"/>
                </a:moveTo>
                <a:cubicBezTo>
                  <a:pt x="87592" y="42663"/>
                  <a:pt x="87592" y="42688"/>
                  <a:pt x="87592" y="42713"/>
                </a:cubicBezTo>
                <a:lnTo>
                  <a:pt x="87542" y="42713"/>
                </a:lnTo>
                <a:cubicBezTo>
                  <a:pt x="87542" y="42688"/>
                  <a:pt x="87567" y="42688"/>
                  <a:pt x="87567" y="42663"/>
                </a:cubicBezTo>
                <a:close/>
                <a:moveTo>
                  <a:pt x="72782" y="42166"/>
                </a:moveTo>
                <a:cubicBezTo>
                  <a:pt x="72782" y="42190"/>
                  <a:pt x="72782" y="42191"/>
                  <a:pt x="72757" y="42215"/>
                </a:cubicBezTo>
                <a:lnTo>
                  <a:pt x="72757" y="42265"/>
                </a:lnTo>
                <a:cubicBezTo>
                  <a:pt x="72404" y="42417"/>
                  <a:pt x="72057" y="42594"/>
                  <a:pt x="71710" y="42790"/>
                </a:cubicBezTo>
                <a:lnTo>
                  <a:pt x="71710" y="42790"/>
                </a:lnTo>
                <a:cubicBezTo>
                  <a:pt x="72019" y="42611"/>
                  <a:pt x="72326" y="42436"/>
                  <a:pt x="72632" y="42265"/>
                </a:cubicBezTo>
                <a:cubicBezTo>
                  <a:pt x="72657" y="42215"/>
                  <a:pt x="72707" y="42190"/>
                  <a:pt x="72757" y="42190"/>
                </a:cubicBezTo>
                <a:cubicBezTo>
                  <a:pt x="72757" y="42190"/>
                  <a:pt x="72782" y="42190"/>
                  <a:pt x="72782" y="42166"/>
                </a:cubicBezTo>
                <a:close/>
                <a:moveTo>
                  <a:pt x="76615" y="42589"/>
                </a:moveTo>
                <a:lnTo>
                  <a:pt x="76615" y="42589"/>
                </a:lnTo>
                <a:cubicBezTo>
                  <a:pt x="76764" y="42713"/>
                  <a:pt x="76914" y="42813"/>
                  <a:pt x="77063" y="42912"/>
                </a:cubicBezTo>
                <a:cubicBezTo>
                  <a:pt x="77113" y="42937"/>
                  <a:pt x="77113" y="42962"/>
                  <a:pt x="77138" y="42962"/>
                </a:cubicBezTo>
                <a:cubicBezTo>
                  <a:pt x="77113" y="43037"/>
                  <a:pt x="77063" y="43087"/>
                  <a:pt x="77013" y="43161"/>
                </a:cubicBezTo>
                <a:cubicBezTo>
                  <a:pt x="76963" y="43087"/>
                  <a:pt x="76914" y="43037"/>
                  <a:pt x="76864" y="42962"/>
                </a:cubicBezTo>
                <a:cubicBezTo>
                  <a:pt x="76764" y="42838"/>
                  <a:pt x="76715" y="42713"/>
                  <a:pt x="76615" y="42589"/>
                </a:cubicBezTo>
                <a:close/>
                <a:moveTo>
                  <a:pt x="90255" y="36242"/>
                </a:moveTo>
                <a:lnTo>
                  <a:pt x="90255" y="36242"/>
                </a:lnTo>
                <a:cubicBezTo>
                  <a:pt x="89459" y="38283"/>
                  <a:pt x="88538" y="40349"/>
                  <a:pt x="87443" y="42464"/>
                </a:cubicBezTo>
                <a:cubicBezTo>
                  <a:pt x="87265" y="42460"/>
                  <a:pt x="87086" y="42458"/>
                  <a:pt x="86906" y="42458"/>
                </a:cubicBezTo>
                <a:cubicBezTo>
                  <a:pt x="85085" y="42458"/>
                  <a:pt x="83109" y="42688"/>
                  <a:pt x="81071" y="43186"/>
                </a:cubicBezTo>
                <a:cubicBezTo>
                  <a:pt x="82738" y="41817"/>
                  <a:pt x="84107" y="39826"/>
                  <a:pt x="85078" y="37237"/>
                </a:cubicBezTo>
                <a:cubicBezTo>
                  <a:pt x="86571" y="36839"/>
                  <a:pt x="87990" y="36540"/>
                  <a:pt x="89384" y="36341"/>
                </a:cubicBezTo>
                <a:cubicBezTo>
                  <a:pt x="89484" y="36341"/>
                  <a:pt x="89583" y="36316"/>
                  <a:pt x="89683" y="36316"/>
                </a:cubicBezTo>
                <a:cubicBezTo>
                  <a:pt x="89857" y="36291"/>
                  <a:pt x="90081" y="36291"/>
                  <a:pt x="90255" y="36242"/>
                </a:cubicBezTo>
                <a:close/>
                <a:moveTo>
                  <a:pt x="93641" y="35993"/>
                </a:moveTo>
                <a:cubicBezTo>
                  <a:pt x="94188" y="35993"/>
                  <a:pt x="94761" y="35993"/>
                  <a:pt x="95283" y="36067"/>
                </a:cubicBezTo>
                <a:lnTo>
                  <a:pt x="95308" y="36067"/>
                </a:lnTo>
                <a:cubicBezTo>
                  <a:pt x="96702" y="36441"/>
                  <a:pt x="98121" y="36914"/>
                  <a:pt x="99490" y="37461"/>
                </a:cubicBezTo>
                <a:cubicBezTo>
                  <a:pt x="97250" y="40050"/>
                  <a:pt x="94562" y="41991"/>
                  <a:pt x="91724" y="43211"/>
                </a:cubicBezTo>
                <a:cubicBezTo>
                  <a:pt x="90554" y="42813"/>
                  <a:pt x="89285" y="42564"/>
                  <a:pt x="87916" y="42464"/>
                </a:cubicBezTo>
                <a:cubicBezTo>
                  <a:pt x="88986" y="40349"/>
                  <a:pt x="89932" y="38233"/>
                  <a:pt x="90728" y="36142"/>
                </a:cubicBezTo>
                <a:cubicBezTo>
                  <a:pt x="90927" y="36117"/>
                  <a:pt x="91102" y="36092"/>
                  <a:pt x="91301" y="36092"/>
                </a:cubicBezTo>
                <a:cubicBezTo>
                  <a:pt x="91450" y="36092"/>
                  <a:pt x="91599" y="36067"/>
                  <a:pt x="91774" y="36067"/>
                </a:cubicBezTo>
                <a:cubicBezTo>
                  <a:pt x="92396" y="36042"/>
                  <a:pt x="92968" y="35993"/>
                  <a:pt x="93591" y="35993"/>
                </a:cubicBezTo>
                <a:close/>
                <a:moveTo>
                  <a:pt x="84829" y="37287"/>
                </a:moveTo>
                <a:cubicBezTo>
                  <a:pt x="83833" y="39925"/>
                  <a:pt x="82390" y="41966"/>
                  <a:pt x="80598" y="43286"/>
                </a:cubicBezTo>
                <a:cubicBezTo>
                  <a:pt x="80523" y="43286"/>
                  <a:pt x="80473" y="43311"/>
                  <a:pt x="80398" y="43311"/>
                </a:cubicBezTo>
                <a:cubicBezTo>
                  <a:pt x="82240" y="42016"/>
                  <a:pt x="83709" y="39975"/>
                  <a:pt x="84730" y="37312"/>
                </a:cubicBezTo>
                <a:cubicBezTo>
                  <a:pt x="84754" y="37312"/>
                  <a:pt x="84779" y="37287"/>
                  <a:pt x="84829" y="37287"/>
                </a:cubicBezTo>
                <a:close/>
                <a:moveTo>
                  <a:pt x="99664" y="37536"/>
                </a:moveTo>
                <a:cubicBezTo>
                  <a:pt x="99689" y="37561"/>
                  <a:pt x="99739" y="37561"/>
                  <a:pt x="99764" y="37561"/>
                </a:cubicBezTo>
                <a:cubicBezTo>
                  <a:pt x="97548" y="40149"/>
                  <a:pt x="94910" y="42091"/>
                  <a:pt x="92072" y="43335"/>
                </a:cubicBezTo>
                <a:cubicBezTo>
                  <a:pt x="92048" y="43335"/>
                  <a:pt x="92023" y="43311"/>
                  <a:pt x="91973" y="43311"/>
                </a:cubicBezTo>
                <a:cubicBezTo>
                  <a:pt x="94810" y="42066"/>
                  <a:pt x="97449" y="40100"/>
                  <a:pt x="99664" y="37536"/>
                </a:cubicBezTo>
                <a:close/>
                <a:moveTo>
                  <a:pt x="87816" y="42663"/>
                </a:moveTo>
                <a:cubicBezTo>
                  <a:pt x="89110" y="42763"/>
                  <a:pt x="90330" y="42962"/>
                  <a:pt x="91450" y="43335"/>
                </a:cubicBezTo>
                <a:cubicBezTo>
                  <a:pt x="91425" y="43335"/>
                  <a:pt x="91400" y="43360"/>
                  <a:pt x="91351" y="43360"/>
                </a:cubicBezTo>
                <a:cubicBezTo>
                  <a:pt x="90280" y="43012"/>
                  <a:pt x="89061" y="42788"/>
                  <a:pt x="87791" y="42713"/>
                </a:cubicBezTo>
                <a:cubicBezTo>
                  <a:pt x="87791" y="42688"/>
                  <a:pt x="87816" y="42688"/>
                  <a:pt x="87816" y="42663"/>
                </a:cubicBezTo>
                <a:close/>
                <a:moveTo>
                  <a:pt x="70417" y="39801"/>
                </a:moveTo>
                <a:cubicBezTo>
                  <a:pt x="70815" y="39801"/>
                  <a:pt x="71239" y="39826"/>
                  <a:pt x="71612" y="39851"/>
                </a:cubicBezTo>
                <a:cubicBezTo>
                  <a:pt x="71687" y="39851"/>
                  <a:pt x="71786" y="39901"/>
                  <a:pt x="71886" y="39901"/>
                </a:cubicBezTo>
                <a:cubicBezTo>
                  <a:pt x="71985" y="39901"/>
                  <a:pt x="72035" y="39925"/>
                  <a:pt x="72135" y="39925"/>
                </a:cubicBezTo>
                <a:cubicBezTo>
                  <a:pt x="72384" y="39950"/>
                  <a:pt x="72608" y="39975"/>
                  <a:pt x="72856" y="40050"/>
                </a:cubicBezTo>
                <a:cubicBezTo>
                  <a:pt x="72881" y="40050"/>
                  <a:pt x="72931" y="40050"/>
                  <a:pt x="72981" y="40075"/>
                </a:cubicBezTo>
                <a:cubicBezTo>
                  <a:pt x="73130" y="40100"/>
                  <a:pt x="73255" y="40174"/>
                  <a:pt x="73379" y="40199"/>
                </a:cubicBezTo>
                <a:cubicBezTo>
                  <a:pt x="73404" y="40199"/>
                  <a:pt x="73479" y="40224"/>
                  <a:pt x="73504" y="40224"/>
                </a:cubicBezTo>
                <a:cubicBezTo>
                  <a:pt x="73479" y="40398"/>
                  <a:pt x="73404" y="40523"/>
                  <a:pt x="73379" y="40672"/>
                </a:cubicBezTo>
                <a:cubicBezTo>
                  <a:pt x="73180" y="41070"/>
                  <a:pt x="73031" y="41469"/>
                  <a:pt x="72906" y="41817"/>
                </a:cubicBezTo>
                <a:cubicBezTo>
                  <a:pt x="72782" y="41867"/>
                  <a:pt x="72657" y="41942"/>
                  <a:pt x="72533" y="42041"/>
                </a:cubicBezTo>
                <a:cubicBezTo>
                  <a:pt x="72508" y="42066"/>
                  <a:pt x="72433" y="42066"/>
                  <a:pt x="72408" y="42091"/>
                </a:cubicBezTo>
                <a:lnTo>
                  <a:pt x="71935" y="42365"/>
                </a:lnTo>
                <a:cubicBezTo>
                  <a:pt x="71687" y="42539"/>
                  <a:pt x="71438" y="42663"/>
                  <a:pt x="71189" y="42813"/>
                </a:cubicBezTo>
                <a:cubicBezTo>
                  <a:pt x="70915" y="42962"/>
                  <a:pt x="70666" y="43111"/>
                  <a:pt x="70392" y="43311"/>
                </a:cubicBezTo>
                <a:lnTo>
                  <a:pt x="70193" y="43410"/>
                </a:lnTo>
                <a:cubicBezTo>
                  <a:pt x="68824" y="42663"/>
                  <a:pt x="67505" y="41643"/>
                  <a:pt x="66211" y="40349"/>
                </a:cubicBezTo>
                <a:lnTo>
                  <a:pt x="66584" y="40249"/>
                </a:lnTo>
                <a:lnTo>
                  <a:pt x="66659" y="40249"/>
                </a:lnTo>
                <a:cubicBezTo>
                  <a:pt x="66808" y="40224"/>
                  <a:pt x="66932" y="40199"/>
                  <a:pt x="67082" y="40174"/>
                </a:cubicBezTo>
                <a:cubicBezTo>
                  <a:pt x="67206" y="40125"/>
                  <a:pt x="67380" y="40100"/>
                  <a:pt x="67505" y="40100"/>
                </a:cubicBezTo>
                <a:cubicBezTo>
                  <a:pt x="67580" y="40075"/>
                  <a:pt x="67679" y="40075"/>
                  <a:pt x="67779" y="40050"/>
                </a:cubicBezTo>
                <a:cubicBezTo>
                  <a:pt x="67828" y="40050"/>
                  <a:pt x="67903" y="40000"/>
                  <a:pt x="67953" y="40000"/>
                </a:cubicBezTo>
                <a:cubicBezTo>
                  <a:pt x="68127" y="39975"/>
                  <a:pt x="68252" y="39975"/>
                  <a:pt x="68401" y="39950"/>
                </a:cubicBezTo>
                <a:lnTo>
                  <a:pt x="68501" y="39950"/>
                </a:lnTo>
                <a:cubicBezTo>
                  <a:pt x="68575" y="39950"/>
                  <a:pt x="68700" y="39925"/>
                  <a:pt x="68799" y="39925"/>
                </a:cubicBezTo>
                <a:cubicBezTo>
                  <a:pt x="68899" y="39925"/>
                  <a:pt x="68949" y="39925"/>
                  <a:pt x="69048" y="39901"/>
                </a:cubicBezTo>
                <a:cubicBezTo>
                  <a:pt x="69272" y="39851"/>
                  <a:pt x="69496" y="39851"/>
                  <a:pt x="69695" y="39826"/>
                </a:cubicBezTo>
                <a:cubicBezTo>
                  <a:pt x="69944" y="39826"/>
                  <a:pt x="70193" y="39801"/>
                  <a:pt x="70417" y="39801"/>
                </a:cubicBezTo>
                <a:close/>
                <a:moveTo>
                  <a:pt x="76043" y="42240"/>
                </a:moveTo>
                <a:cubicBezTo>
                  <a:pt x="76117" y="42290"/>
                  <a:pt x="76142" y="42315"/>
                  <a:pt x="76142" y="42315"/>
                </a:cubicBezTo>
                <a:cubicBezTo>
                  <a:pt x="76167" y="42315"/>
                  <a:pt x="76167" y="42340"/>
                  <a:pt x="76192" y="42340"/>
                </a:cubicBezTo>
                <a:cubicBezTo>
                  <a:pt x="76267" y="42415"/>
                  <a:pt x="76291" y="42514"/>
                  <a:pt x="76316" y="42564"/>
                </a:cubicBezTo>
                <a:cubicBezTo>
                  <a:pt x="76366" y="42614"/>
                  <a:pt x="76391" y="42663"/>
                  <a:pt x="76416" y="42713"/>
                </a:cubicBezTo>
                <a:cubicBezTo>
                  <a:pt x="76416" y="42738"/>
                  <a:pt x="76441" y="42738"/>
                  <a:pt x="76441" y="42788"/>
                </a:cubicBezTo>
                <a:cubicBezTo>
                  <a:pt x="76515" y="42887"/>
                  <a:pt x="76615" y="42987"/>
                  <a:pt x="76665" y="43087"/>
                </a:cubicBezTo>
                <a:cubicBezTo>
                  <a:pt x="76739" y="43186"/>
                  <a:pt x="76789" y="43286"/>
                  <a:pt x="76864" y="43335"/>
                </a:cubicBezTo>
                <a:cubicBezTo>
                  <a:pt x="76864" y="43335"/>
                  <a:pt x="76864" y="43360"/>
                  <a:pt x="76814" y="43360"/>
                </a:cubicBezTo>
                <a:lnTo>
                  <a:pt x="76814" y="43410"/>
                </a:lnTo>
                <a:cubicBezTo>
                  <a:pt x="76789" y="43360"/>
                  <a:pt x="76789" y="43335"/>
                  <a:pt x="76764" y="43311"/>
                </a:cubicBezTo>
                <a:cubicBezTo>
                  <a:pt x="76565" y="43037"/>
                  <a:pt x="76366" y="42788"/>
                  <a:pt x="76192" y="42489"/>
                </a:cubicBezTo>
                <a:cubicBezTo>
                  <a:pt x="76142" y="42415"/>
                  <a:pt x="76117" y="42340"/>
                  <a:pt x="76043" y="42240"/>
                </a:cubicBezTo>
                <a:close/>
                <a:moveTo>
                  <a:pt x="77262" y="43186"/>
                </a:moveTo>
                <a:lnTo>
                  <a:pt x="77287" y="43211"/>
                </a:lnTo>
                <a:lnTo>
                  <a:pt x="77212" y="43410"/>
                </a:lnTo>
                <a:lnTo>
                  <a:pt x="77163" y="43360"/>
                </a:lnTo>
                <a:cubicBezTo>
                  <a:pt x="77212" y="43286"/>
                  <a:pt x="77237" y="43261"/>
                  <a:pt x="77262" y="43186"/>
                </a:cubicBezTo>
                <a:close/>
                <a:moveTo>
                  <a:pt x="91799" y="43435"/>
                </a:moveTo>
                <a:cubicBezTo>
                  <a:pt x="91823" y="43435"/>
                  <a:pt x="91823" y="43460"/>
                  <a:pt x="91848" y="43460"/>
                </a:cubicBezTo>
                <a:cubicBezTo>
                  <a:pt x="91823" y="43460"/>
                  <a:pt x="91799" y="43510"/>
                  <a:pt x="91774" y="43510"/>
                </a:cubicBezTo>
                <a:cubicBezTo>
                  <a:pt x="91724" y="43460"/>
                  <a:pt x="91699" y="43460"/>
                  <a:pt x="91674" y="43460"/>
                </a:cubicBezTo>
                <a:cubicBezTo>
                  <a:pt x="91699" y="43460"/>
                  <a:pt x="91724" y="43435"/>
                  <a:pt x="91774" y="43435"/>
                </a:cubicBezTo>
                <a:close/>
                <a:moveTo>
                  <a:pt x="86678" y="42626"/>
                </a:moveTo>
                <a:cubicBezTo>
                  <a:pt x="86902" y="42626"/>
                  <a:pt x="87124" y="42630"/>
                  <a:pt x="87343" y="42639"/>
                </a:cubicBezTo>
                <a:cubicBezTo>
                  <a:pt x="87343" y="42663"/>
                  <a:pt x="87318" y="42663"/>
                  <a:pt x="87318" y="42688"/>
                </a:cubicBezTo>
                <a:cubicBezTo>
                  <a:pt x="87158" y="42684"/>
                  <a:pt x="86996" y="42683"/>
                  <a:pt x="86834" y="42683"/>
                </a:cubicBezTo>
                <a:cubicBezTo>
                  <a:pt x="84895" y="42683"/>
                  <a:pt x="82810" y="42955"/>
                  <a:pt x="80579" y="43520"/>
                </a:cubicBezTo>
                <a:lnTo>
                  <a:pt x="80579" y="43520"/>
                </a:lnTo>
                <a:cubicBezTo>
                  <a:pt x="80625" y="43497"/>
                  <a:pt x="80661" y="43453"/>
                  <a:pt x="80697" y="43435"/>
                </a:cubicBezTo>
                <a:cubicBezTo>
                  <a:pt x="82807" y="42902"/>
                  <a:pt x="84819" y="42626"/>
                  <a:pt x="86678" y="42626"/>
                </a:cubicBezTo>
                <a:close/>
                <a:moveTo>
                  <a:pt x="66011" y="40349"/>
                </a:moveTo>
                <a:cubicBezTo>
                  <a:pt x="67306" y="41693"/>
                  <a:pt x="68675" y="42713"/>
                  <a:pt x="70044" y="43510"/>
                </a:cubicBezTo>
                <a:cubicBezTo>
                  <a:pt x="70019" y="43510"/>
                  <a:pt x="70019" y="43535"/>
                  <a:pt x="69994" y="43535"/>
                </a:cubicBezTo>
                <a:cubicBezTo>
                  <a:pt x="68625" y="42738"/>
                  <a:pt x="67256" y="41718"/>
                  <a:pt x="65937" y="40398"/>
                </a:cubicBezTo>
                <a:cubicBezTo>
                  <a:pt x="65962" y="40398"/>
                  <a:pt x="65962" y="40398"/>
                  <a:pt x="66011" y="40349"/>
                </a:cubicBezTo>
                <a:close/>
                <a:moveTo>
                  <a:pt x="71451" y="42939"/>
                </a:moveTo>
                <a:cubicBezTo>
                  <a:pt x="71199" y="43088"/>
                  <a:pt x="70947" y="43246"/>
                  <a:pt x="70691" y="43410"/>
                </a:cubicBezTo>
                <a:cubicBezTo>
                  <a:pt x="70591" y="43460"/>
                  <a:pt x="70542" y="43510"/>
                  <a:pt x="70492" y="43535"/>
                </a:cubicBezTo>
                <a:lnTo>
                  <a:pt x="70417" y="43535"/>
                </a:lnTo>
                <a:lnTo>
                  <a:pt x="70591" y="43435"/>
                </a:lnTo>
                <a:cubicBezTo>
                  <a:pt x="70882" y="43269"/>
                  <a:pt x="71167" y="43103"/>
                  <a:pt x="71451" y="42939"/>
                </a:cubicBezTo>
                <a:close/>
                <a:moveTo>
                  <a:pt x="84506" y="37411"/>
                </a:moveTo>
                <a:lnTo>
                  <a:pt x="84506" y="37411"/>
                </a:lnTo>
                <a:cubicBezTo>
                  <a:pt x="83435" y="40174"/>
                  <a:pt x="81842" y="42215"/>
                  <a:pt x="79876" y="43460"/>
                </a:cubicBezTo>
                <a:cubicBezTo>
                  <a:pt x="79726" y="43510"/>
                  <a:pt x="79577" y="43559"/>
                  <a:pt x="79453" y="43584"/>
                </a:cubicBezTo>
                <a:cubicBezTo>
                  <a:pt x="79353" y="43559"/>
                  <a:pt x="79278" y="43535"/>
                  <a:pt x="79204" y="43510"/>
                </a:cubicBezTo>
                <a:cubicBezTo>
                  <a:pt x="79154" y="43510"/>
                  <a:pt x="79129" y="43460"/>
                  <a:pt x="79104" y="43460"/>
                </a:cubicBezTo>
                <a:cubicBezTo>
                  <a:pt x="78980" y="43410"/>
                  <a:pt x="78855" y="43335"/>
                  <a:pt x="78781" y="43286"/>
                </a:cubicBezTo>
                <a:cubicBezTo>
                  <a:pt x="78382" y="43062"/>
                  <a:pt x="78108" y="42838"/>
                  <a:pt x="77835" y="42663"/>
                </a:cubicBezTo>
                <a:cubicBezTo>
                  <a:pt x="78457" y="41469"/>
                  <a:pt x="79029" y="40299"/>
                  <a:pt x="79577" y="39154"/>
                </a:cubicBezTo>
                <a:cubicBezTo>
                  <a:pt x="81245" y="38432"/>
                  <a:pt x="82888" y="37859"/>
                  <a:pt x="84506" y="37411"/>
                </a:cubicBezTo>
                <a:close/>
                <a:moveTo>
                  <a:pt x="70293" y="43584"/>
                </a:moveTo>
                <a:cubicBezTo>
                  <a:pt x="70268" y="43584"/>
                  <a:pt x="70268" y="43634"/>
                  <a:pt x="70243" y="43634"/>
                </a:cubicBezTo>
                <a:cubicBezTo>
                  <a:pt x="70243" y="43634"/>
                  <a:pt x="70207" y="43634"/>
                  <a:pt x="70196" y="43603"/>
                </a:cubicBezTo>
                <a:lnTo>
                  <a:pt x="70196" y="43603"/>
                </a:lnTo>
                <a:cubicBezTo>
                  <a:pt x="70201" y="43593"/>
                  <a:pt x="70208" y="43584"/>
                  <a:pt x="70218" y="43584"/>
                </a:cubicBezTo>
                <a:close/>
                <a:moveTo>
                  <a:pt x="70193" y="43609"/>
                </a:moveTo>
                <a:cubicBezTo>
                  <a:pt x="70193" y="43638"/>
                  <a:pt x="70192" y="43649"/>
                  <a:pt x="70187" y="43649"/>
                </a:cubicBezTo>
                <a:cubicBezTo>
                  <a:pt x="70183" y="43649"/>
                  <a:pt x="70177" y="43643"/>
                  <a:pt x="70168" y="43634"/>
                </a:cubicBezTo>
                <a:lnTo>
                  <a:pt x="70168" y="43634"/>
                </a:lnTo>
                <a:cubicBezTo>
                  <a:pt x="70177" y="43642"/>
                  <a:pt x="70182" y="43645"/>
                  <a:pt x="70185" y="43645"/>
                </a:cubicBezTo>
                <a:cubicBezTo>
                  <a:pt x="70190" y="43645"/>
                  <a:pt x="70185" y="43634"/>
                  <a:pt x="70168" y="43634"/>
                </a:cubicBezTo>
                <a:cubicBezTo>
                  <a:pt x="70181" y="43634"/>
                  <a:pt x="70187" y="43622"/>
                  <a:pt x="70193" y="43609"/>
                </a:cubicBezTo>
                <a:close/>
                <a:moveTo>
                  <a:pt x="77038" y="43535"/>
                </a:moveTo>
                <a:lnTo>
                  <a:pt x="77038" y="43559"/>
                </a:lnTo>
                <a:lnTo>
                  <a:pt x="77038" y="43584"/>
                </a:lnTo>
                <a:lnTo>
                  <a:pt x="77038" y="43634"/>
                </a:lnTo>
                <a:lnTo>
                  <a:pt x="77038" y="43659"/>
                </a:lnTo>
                <a:cubicBezTo>
                  <a:pt x="77013" y="43634"/>
                  <a:pt x="77013" y="43584"/>
                  <a:pt x="77013" y="43584"/>
                </a:cubicBezTo>
                <a:cubicBezTo>
                  <a:pt x="77038" y="43559"/>
                  <a:pt x="77038" y="43559"/>
                  <a:pt x="77038" y="43535"/>
                </a:cubicBezTo>
                <a:close/>
                <a:moveTo>
                  <a:pt x="79062" y="43652"/>
                </a:moveTo>
                <a:cubicBezTo>
                  <a:pt x="79097" y="43661"/>
                  <a:pt x="79120" y="43667"/>
                  <a:pt x="79154" y="43684"/>
                </a:cubicBezTo>
                <a:lnTo>
                  <a:pt x="79129" y="43684"/>
                </a:lnTo>
                <a:cubicBezTo>
                  <a:pt x="79106" y="43672"/>
                  <a:pt x="79082" y="43661"/>
                  <a:pt x="79062" y="43652"/>
                </a:cubicBezTo>
                <a:close/>
                <a:moveTo>
                  <a:pt x="80174" y="43584"/>
                </a:moveTo>
                <a:lnTo>
                  <a:pt x="80000" y="43684"/>
                </a:lnTo>
                <a:cubicBezTo>
                  <a:pt x="79950" y="43709"/>
                  <a:pt x="79876" y="43709"/>
                  <a:pt x="79826" y="43734"/>
                </a:cubicBezTo>
                <a:cubicBezTo>
                  <a:pt x="79876" y="43709"/>
                  <a:pt x="79926" y="43684"/>
                  <a:pt x="79975" y="43659"/>
                </a:cubicBezTo>
                <a:cubicBezTo>
                  <a:pt x="80025" y="43609"/>
                  <a:pt x="80100" y="43609"/>
                  <a:pt x="80174" y="43584"/>
                </a:cubicBezTo>
                <a:close/>
                <a:moveTo>
                  <a:pt x="77810" y="43311"/>
                </a:moveTo>
                <a:cubicBezTo>
                  <a:pt x="77860" y="43335"/>
                  <a:pt x="77909" y="43335"/>
                  <a:pt x="77934" y="43385"/>
                </a:cubicBezTo>
                <a:cubicBezTo>
                  <a:pt x="78133" y="43535"/>
                  <a:pt x="78308" y="43659"/>
                  <a:pt x="78507" y="43784"/>
                </a:cubicBezTo>
                <a:lnTo>
                  <a:pt x="78034" y="43784"/>
                </a:lnTo>
                <a:cubicBezTo>
                  <a:pt x="78009" y="43759"/>
                  <a:pt x="78009" y="43684"/>
                  <a:pt x="77984" y="43659"/>
                </a:cubicBezTo>
                <a:cubicBezTo>
                  <a:pt x="77984" y="43634"/>
                  <a:pt x="77984" y="43634"/>
                  <a:pt x="77959" y="43584"/>
                </a:cubicBezTo>
                <a:cubicBezTo>
                  <a:pt x="77909" y="43535"/>
                  <a:pt x="77884" y="43435"/>
                  <a:pt x="77860" y="43385"/>
                </a:cubicBezTo>
                <a:cubicBezTo>
                  <a:pt x="77860" y="43335"/>
                  <a:pt x="77810" y="43335"/>
                  <a:pt x="77810" y="43311"/>
                </a:cubicBezTo>
                <a:close/>
                <a:moveTo>
                  <a:pt x="77586" y="43161"/>
                </a:moveTo>
                <a:cubicBezTo>
                  <a:pt x="77660" y="43311"/>
                  <a:pt x="77735" y="43460"/>
                  <a:pt x="77835" y="43634"/>
                </a:cubicBezTo>
                <a:cubicBezTo>
                  <a:pt x="77785" y="43684"/>
                  <a:pt x="77835" y="43759"/>
                  <a:pt x="77860" y="43808"/>
                </a:cubicBezTo>
                <a:lnTo>
                  <a:pt x="77785" y="43808"/>
                </a:lnTo>
                <a:cubicBezTo>
                  <a:pt x="77760" y="43709"/>
                  <a:pt x="77685" y="43634"/>
                  <a:pt x="77660" y="43535"/>
                </a:cubicBezTo>
                <a:cubicBezTo>
                  <a:pt x="77636" y="43460"/>
                  <a:pt x="77611" y="43435"/>
                  <a:pt x="77611" y="43360"/>
                </a:cubicBezTo>
                <a:lnTo>
                  <a:pt x="77611" y="43335"/>
                </a:lnTo>
                <a:cubicBezTo>
                  <a:pt x="77561" y="43311"/>
                  <a:pt x="77561" y="43286"/>
                  <a:pt x="77536" y="43211"/>
                </a:cubicBezTo>
                <a:cubicBezTo>
                  <a:pt x="77536" y="43211"/>
                  <a:pt x="77536" y="43186"/>
                  <a:pt x="77586" y="43186"/>
                </a:cubicBezTo>
                <a:lnTo>
                  <a:pt x="77586" y="43161"/>
                </a:lnTo>
                <a:close/>
                <a:moveTo>
                  <a:pt x="76914" y="43808"/>
                </a:moveTo>
                <a:cubicBezTo>
                  <a:pt x="76914" y="43833"/>
                  <a:pt x="76914" y="43833"/>
                  <a:pt x="76889" y="43833"/>
                </a:cubicBezTo>
                <a:lnTo>
                  <a:pt x="76864" y="43833"/>
                </a:lnTo>
                <a:cubicBezTo>
                  <a:pt x="76889" y="43833"/>
                  <a:pt x="76889" y="43808"/>
                  <a:pt x="76914" y="43808"/>
                </a:cubicBezTo>
                <a:close/>
                <a:moveTo>
                  <a:pt x="77188" y="43759"/>
                </a:moveTo>
                <a:cubicBezTo>
                  <a:pt x="77237" y="43784"/>
                  <a:pt x="77262" y="43808"/>
                  <a:pt x="77262" y="43833"/>
                </a:cubicBezTo>
                <a:lnTo>
                  <a:pt x="77188" y="43833"/>
                </a:lnTo>
                <a:lnTo>
                  <a:pt x="77163" y="43808"/>
                </a:lnTo>
                <a:cubicBezTo>
                  <a:pt x="77163" y="43808"/>
                  <a:pt x="77163" y="43784"/>
                  <a:pt x="77188" y="43784"/>
                </a:cubicBezTo>
                <a:lnTo>
                  <a:pt x="77188" y="43759"/>
                </a:lnTo>
                <a:close/>
                <a:moveTo>
                  <a:pt x="77387" y="43460"/>
                </a:moveTo>
                <a:lnTo>
                  <a:pt x="77586" y="43833"/>
                </a:lnTo>
                <a:lnTo>
                  <a:pt x="77511" y="43833"/>
                </a:lnTo>
                <a:cubicBezTo>
                  <a:pt x="77486" y="43784"/>
                  <a:pt x="77486" y="43784"/>
                  <a:pt x="77461" y="43759"/>
                </a:cubicBezTo>
                <a:cubicBezTo>
                  <a:pt x="77412" y="43684"/>
                  <a:pt x="77362" y="43634"/>
                  <a:pt x="77337" y="43584"/>
                </a:cubicBezTo>
                <a:cubicBezTo>
                  <a:pt x="77362" y="43559"/>
                  <a:pt x="77387" y="43510"/>
                  <a:pt x="77387" y="43460"/>
                </a:cubicBezTo>
                <a:close/>
                <a:moveTo>
                  <a:pt x="105439" y="26858"/>
                </a:moveTo>
                <a:cubicBezTo>
                  <a:pt x="108774" y="28102"/>
                  <a:pt x="111363" y="30193"/>
                  <a:pt x="113205" y="33006"/>
                </a:cubicBezTo>
                <a:lnTo>
                  <a:pt x="113205" y="33130"/>
                </a:lnTo>
                <a:lnTo>
                  <a:pt x="113205" y="33180"/>
                </a:lnTo>
                <a:cubicBezTo>
                  <a:pt x="113105" y="33877"/>
                  <a:pt x="112981" y="34599"/>
                  <a:pt x="112832" y="35345"/>
                </a:cubicBezTo>
                <a:cubicBezTo>
                  <a:pt x="112782" y="35445"/>
                  <a:pt x="112782" y="35495"/>
                  <a:pt x="112757" y="35594"/>
                </a:cubicBezTo>
                <a:cubicBezTo>
                  <a:pt x="112234" y="38308"/>
                  <a:pt x="111413" y="41095"/>
                  <a:pt x="110392" y="43958"/>
                </a:cubicBezTo>
                <a:cubicBezTo>
                  <a:pt x="108998" y="42564"/>
                  <a:pt x="107455" y="41319"/>
                  <a:pt x="105763" y="40224"/>
                </a:cubicBezTo>
                <a:lnTo>
                  <a:pt x="105738" y="40199"/>
                </a:lnTo>
                <a:cubicBezTo>
                  <a:pt x="105713" y="40149"/>
                  <a:pt x="105638" y="40100"/>
                  <a:pt x="105613" y="40050"/>
                </a:cubicBezTo>
                <a:lnTo>
                  <a:pt x="105514" y="39925"/>
                </a:lnTo>
                <a:lnTo>
                  <a:pt x="105489" y="39901"/>
                </a:lnTo>
                <a:lnTo>
                  <a:pt x="105464" y="39851"/>
                </a:lnTo>
                <a:lnTo>
                  <a:pt x="105265" y="39677"/>
                </a:lnTo>
                <a:cubicBezTo>
                  <a:pt x="105165" y="39577"/>
                  <a:pt x="105041" y="39477"/>
                  <a:pt x="104941" y="39403"/>
                </a:cubicBezTo>
                <a:cubicBezTo>
                  <a:pt x="104767" y="39228"/>
                  <a:pt x="104618" y="39054"/>
                  <a:pt x="104418" y="38930"/>
                </a:cubicBezTo>
                <a:cubicBezTo>
                  <a:pt x="104319" y="38830"/>
                  <a:pt x="104219" y="38780"/>
                  <a:pt x="104070" y="38681"/>
                </a:cubicBezTo>
                <a:cubicBezTo>
                  <a:pt x="103896" y="38532"/>
                  <a:pt x="103672" y="38357"/>
                  <a:pt x="103497" y="38233"/>
                </a:cubicBezTo>
                <a:cubicBezTo>
                  <a:pt x="103373" y="38183"/>
                  <a:pt x="103273" y="38083"/>
                  <a:pt x="103149" y="38034"/>
                </a:cubicBezTo>
                <a:cubicBezTo>
                  <a:pt x="102925" y="37909"/>
                  <a:pt x="102701" y="37735"/>
                  <a:pt x="102502" y="37611"/>
                </a:cubicBezTo>
                <a:lnTo>
                  <a:pt x="102128" y="37436"/>
                </a:lnTo>
                <a:cubicBezTo>
                  <a:pt x="102128" y="37436"/>
                  <a:pt x="102079" y="37436"/>
                  <a:pt x="102079" y="37411"/>
                </a:cubicBezTo>
                <a:cubicBezTo>
                  <a:pt x="102776" y="35420"/>
                  <a:pt x="103373" y="33454"/>
                  <a:pt x="103821" y="31512"/>
                </a:cubicBezTo>
                <a:cubicBezTo>
                  <a:pt x="104518" y="29994"/>
                  <a:pt x="105041" y="28426"/>
                  <a:pt x="105439" y="26858"/>
                </a:cubicBezTo>
                <a:close/>
                <a:moveTo>
                  <a:pt x="113504" y="33553"/>
                </a:moveTo>
                <a:cubicBezTo>
                  <a:pt x="114300" y="34873"/>
                  <a:pt x="114922" y="36341"/>
                  <a:pt x="115321" y="37959"/>
                </a:cubicBezTo>
                <a:cubicBezTo>
                  <a:pt x="114250" y="40125"/>
                  <a:pt x="112732" y="42166"/>
                  <a:pt x="110815" y="43958"/>
                </a:cubicBezTo>
                <a:cubicBezTo>
                  <a:pt x="112110" y="40349"/>
                  <a:pt x="113006" y="36864"/>
                  <a:pt x="113504" y="33553"/>
                </a:cubicBezTo>
                <a:close/>
                <a:moveTo>
                  <a:pt x="78233" y="43958"/>
                </a:moveTo>
                <a:cubicBezTo>
                  <a:pt x="78208" y="43983"/>
                  <a:pt x="78158" y="43983"/>
                  <a:pt x="78133" y="43983"/>
                </a:cubicBezTo>
                <a:cubicBezTo>
                  <a:pt x="78158" y="43958"/>
                  <a:pt x="78208" y="43958"/>
                  <a:pt x="78233" y="43958"/>
                </a:cubicBezTo>
                <a:close/>
                <a:moveTo>
                  <a:pt x="101730" y="38432"/>
                </a:moveTo>
                <a:cubicBezTo>
                  <a:pt x="102800" y="38955"/>
                  <a:pt x="103846" y="39527"/>
                  <a:pt x="104866" y="40149"/>
                </a:cubicBezTo>
                <a:cubicBezTo>
                  <a:pt x="104767" y="40224"/>
                  <a:pt x="104667" y="40299"/>
                  <a:pt x="104618" y="40398"/>
                </a:cubicBezTo>
                <a:cubicBezTo>
                  <a:pt x="104493" y="40473"/>
                  <a:pt x="104369" y="40597"/>
                  <a:pt x="104244" y="40697"/>
                </a:cubicBezTo>
                <a:cubicBezTo>
                  <a:pt x="104095" y="40846"/>
                  <a:pt x="103896" y="40971"/>
                  <a:pt x="103746" y="41095"/>
                </a:cubicBezTo>
                <a:cubicBezTo>
                  <a:pt x="103622" y="41195"/>
                  <a:pt x="103497" y="41319"/>
                  <a:pt x="103348" y="41419"/>
                </a:cubicBezTo>
                <a:lnTo>
                  <a:pt x="102875" y="41792"/>
                </a:lnTo>
                <a:cubicBezTo>
                  <a:pt x="102726" y="41917"/>
                  <a:pt x="102601" y="42016"/>
                  <a:pt x="102427" y="42141"/>
                </a:cubicBezTo>
                <a:cubicBezTo>
                  <a:pt x="102278" y="42215"/>
                  <a:pt x="102153" y="42340"/>
                  <a:pt x="102004" y="42439"/>
                </a:cubicBezTo>
                <a:cubicBezTo>
                  <a:pt x="101855" y="42564"/>
                  <a:pt x="101655" y="42663"/>
                  <a:pt x="101506" y="42788"/>
                </a:cubicBezTo>
                <a:cubicBezTo>
                  <a:pt x="101382" y="42887"/>
                  <a:pt x="101232" y="42937"/>
                  <a:pt x="101108" y="43037"/>
                </a:cubicBezTo>
                <a:cubicBezTo>
                  <a:pt x="100909" y="43161"/>
                  <a:pt x="100735" y="43286"/>
                  <a:pt x="100535" y="43385"/>
                </a:cubicBezTo>
                <a:cubicBezTo>
                  <a:pt x="100411" y="43435"/>
                  <a:pt x="100286" y="43510"/>
                  <a:pt x="100187" y="43584"/>
                </a:cubicBezTo>
                <a:cubicBezTo>
                  <a:pt x="99988" y="43709"/>
                  <a:pt x="99789" y="43833"/>
                  <a:pt x="99565" y="43933"/>
                </a:cubicBezTo>
                <a:cubicBezTo>
                  <a:pt x="99515" y="43958"/>
                  <a:pt x="99490" y="43983"/>
                  <a:pt x="99415" y="44032"/>
                </a:cubicBezTo>
                <a:cubicBezTo>
                  <a:pt x="100262" y="42166"/>
                  <a:pt x="101033" y="40299"/>
                  <a:pt x="101730" y="38432"/>
                </a:cubicBezTo>
                <a:close/>
                <a:moveTo>
                  <a:pt x="77436" y="44008"/>
                </a:moveTo>
                <a:cubicBezTo>
                  <a:pt x="77461" y="44032"/>
                  <a:pt x="77461" y="44057"/>
                  <a:pt x="77486" y="44057"/>
                </a:cubicBezTo>
                <a:lnTo>
                  <a:pt x="77412" y="44057"/>
                </a:lnTo>
                <a:lnTo>
                  <a:pt x="77412" y="44032"/>
                </a:lnTo>
                <a:lnTo>
                  <a:pt x="77387" y="44008"/>
                </a:lnTo>
                <a:close/>
                <a:moveTo>
                  <a:pt x="77909" y="43983"/>
                </a:moveTo>
                <a:cubicBezTo>
                  <a:pt x="77909" y="44032"/>
                  <a:pt x="77909" y="44032"/>
                  <a:pt x="77959" y="44057"/>
                </a:cubicBezTo>
                <a:lnTo>
                  <a:pt x="77884" y="44057"/>
                </a:lnTo>
                <a:cubicBezTo>
                  <a:pt x="77884" y="44032"/>
                  <a:pt x="77860" y="43983"/>
                  <a:pt x="77860" y="43983"/>
                </a:cubicBezTo>
                <a:close/>
                <a:moveTo>
                  <a:pt x="78781" y="44008"/>
                </a:moveTo>
                <a:cubicBezTo>
                  <a:pt x="78830" y="44008"/>
                  <a:pt x="78830" y="44032"/>
                  <a:pt x="78855" y="44032"/>
                </a:cubicBezTo>
                <a:cubicBezTo>
                  <a:pt x="78855" y="44032"/>
                  <a:pt x="78805" y="44032"/>
                  <a:pt x="78805" y="44057"/>
                </a:cubicBezTo>
                <a:lnTo>
                  <a:pt x="78631" y="44057"/>
                </a:lnTo>
                <a:cubicBezTo>
                  <a:pt x="78681" y="44032"/>
                  <a:pt x="78756" y="44032"/>
                  <a:pt x="78781" y="44008"/>
                </a:cubicBezTo>
                <a:close/>
                <a:moveTo>
                  <a:pt x="77113" y="44032"/>
                </a:moveTo>
                <a:lnTo>
                  <a:pt x="77138" y="44057"/>
                </a:lnTo>
                <a:cubicBezTo>
                  <a:pt x="77138" y="44057"/>
                  <a:pt x="77138" y="44082"/>
                  <a:pt x="77163" y="44082"/>
                </a:cubicBezTo>
                <a:lnTo>
                  <a:pt x="77038" y="44082"/>
                </a:lnTo>
                <a:cubicBezTo>
                  <a:pt x="77038" y="44057"/>
                  <a:pt x="77038" y="44057"/>
                  <a:pt x="77063" y="44032"/>
                </a:cubicBezTo>
                <a:close/>
                <a:moveTo>
                  <a:pt x="57947" y="32085"/>
                </a:moveTo>
                <a:cubicBezTo>
                  <a:pt x="59440" y="34300"/>
                  <a:pt x="60809" y="36515"/>
                  <a:pt x="61979" y="38681"/>
                </a:cubicBezTo>
                <a:cubicBezTo>
                  <a:pt x="59589" y="40398"/>
                  <a:pt x="57250" y="42215"/>
                  <a:pt x="55010" y="44132"/>
                </a:cubicBezTo>
                <a:lnTo>
                  <a:pt x="54985" y="44082"/>
                </a:lnTo>
                <a:cubicBezTo>
                  <a:pt x="54835" y="43933"/>
                  <a:pt x="54661" y="43759"/>
                  <a:pt x="54512" y="43584"/>
                </a:cubicBezTo>
                <a:cubicBezTo>
                  <a:pt x="54313" y="43335"/>
                  <a:pt x="54089" y="43087"/>
                  <a:pt x="53865" y="42887"/>
                </a:cubicBezTo>
                <a:cubicBezTo>
                  <a:pt x="53616" y="42589"/>
                  <a:pt x="53392" y="42340"/>
                  <a:pt x="53143" y="42066"/>
                </a:cubicBezTo>
                <a:cubicBezTo>
                  <a:pt x="53043" y="41966"/>
                  <a:pt x="52993" y="41892"/>
                  <a:pt x="52894" y="41792"/>
                </a:cubicBezTo>
                <a:cubicBezTo>
                  <a:pt x="51550" y="40224"/>
                  <a:pt x="50280" y="38556"/>
                  <a:pt x="49036" y="36839"/>
                </a:cubicBezTo>
                <a:cubicBezTo>
                  <a:pt x="52023" y="34723"/>
                  <a:pt x="55084" y="33130"/>
                  <a:pt x="57947" y="32085"/>
                </a:cubicBezTo>
                <a:close/>
                <a:moveTo>
                  <a:pt x="72657" y="42464"/>
                </a:moveTo>
                <a:lnTo>
                  <a:pt x="72657" y="42464"/>
                </a:lnTo>
                <a:cubicBezTo>
                  <a:pt x="72433" y="43037"/>
                  <a:pt x="72184" y="43559"/>
                  <a:pt x="71911" y="44132"/>
                </a:cubicBezTo>
                <a:cubicBezTo>
                  <a:pt x="71463" y="43983"/>
                  <a:pt x="71114" y="43808"/>
                  <a:pt x="70691" y="43634"/>
                </a:cubicBezTo>
                <a:cubicBezTo>
                  <a:pt x="70741" y="43584"/>
                  <a:pt x="70766" y="43584"/>
                  <a:pt x="70790" y="43559"/>
                </a:cubicBezTo>
                <a:cubicBezTo>
                  <a:pt x="71413" y="43186"/>
                  <a:pt x="72035" y="42813"/>
                  <a:pt x="72657" y="42464"/>
                </a:cubicBezTo>
                <a:close/>
                <a:moveTo>
                  <a:pt x="76789" y="44057"/>
                </a:moveTo>
                <a:cubicBezTo>
                  <a:pt x="76789" y="44082"/>
                  <a:pt x="76764" y="44082"/>
                  <a:pt x="76764" y="44132"/>
                </a:cubicBezTo>
                <a:lnTo>
                  <a:pt x="76739" y="44132"/>
                </a:lnTo>
                <a:cubicBezTo>
                  <a:pt x="76739" y="44082"/>
                  <a:pt x="76764" y="44082"/>
                  <a:pt x="76764" y="44057"/>
                </a:cubicBezTo>
                <a:close/>
                <a:moveTo>
                  <a:pt x="113329" y="33230"/>
                </a:moveTo>
                <a:cubicBezTo>
                  <a:pt x="113329" y="33255"/>
                  <a:pt x="113354" y="33304"/>
                  <a:pt x="113379" y="33304"/>
                </a:cubicBezTo>
                <a:cubicBezTo>
                  <a:pt x="113280" y="33976"/>
                  <a:pt x="113180" y="34624"/>
                  <a:pt x="113031" y="35321"/>
                </a:cubicBezTo>
                <a:cubicBezTo>
                  <a:pt x="113031" y="35370"/>
                  <a:pt x="113006" y="35420"/>
                  <a:pt x="113006" y="35470"/>
                </a:cubicBezTo>
                <a:cubicBezTo>
                  <a:pt x="112433" y="38283"/>
                  <a:pt x="111612" y="41170"/>
                  <a:pt x="110567" y="44132"/>
                </a:cubicBezTo>
                <a:lnTo>
                  <a:pt x="110517" y="44082"/>
                </a:lnTo>
                <a:cubicBezTo>
                  <a:pt x="111886" y="40324"/>
                  <a:pt x="112832" y="36690"/>
                  <a:pt x="113329" y="33230"/>
                </a:cubicBezTo>
                <a:close/>
                <a:moveTo>
                  <a:pt x="106211" y="40772"/>
                </a:moveTo>
                <a:cubicBezTo>
                  <a:pt x="107704" y="41792"/>
                  <a:pt x="109073" y="42912"/>
                  <a:pt x="110243" y="44132"/>
                </a:cubicBezTo>
                <a:cubicBezTo>
                  <a:pt x="110243" y="44157"/>
                  <a:pt x="110243" y="44157"/>
                  <a:pt x="110218" y="44182"/>
                </a:cubicBezTo>
                <a:cubicBezTo>
                  <a:pt x="109098" y="43012"/>
                  <a:pt x="107779" y="41917"/>
                  <a:pt x="106335" y="40921"/>
                </a:cubicBezTo>
                <a:cubicBezTo>
                  <a:pt x="106285" y="40846"/>
                  <a:pt x="106260" y="40821"/>
                  <a:pt x="106211" y="40772"/>
                </a:cubicBezTo>
                <a:close/>
                <a:moveTo>
                  <a:pt x="80199" y="44082"/>
                </a:moveTo>
                <a:cubicBezTo>
                  <a:pt x="80249" y="44082"/>
                  <a:pt x="80274" y="44082"/>
                  <a:pt x="80349" y="44132"/>
                </a:cubicBezTo>
                <a:cubicBezTo>
                  <a:pt x="80398" y="44132"/>
                  <a:pt x="80473" y="44157"/>
                  <a:pt x="80573" y="44182"/>
                </a:cubicBezTo>
                <a:cubicBezTo>
                  <a:pt x="80556" y="44190"/>
                  <a:pt x="80542" y="44193"/>
                  <a:pt x="80529" y="44193"/>
                </a:cubicBezTo>
                <a:cubicBezTo>
                  <a:pt x="80504" y="44193"/>
                  <a:pt x="80481" y="44182"/>
                  <a:pt x="80448" y="44182"/>
                </a:cubicBezTo>
                <a:lnTo>
                  <a:pt x="80374" y="44182"/>
                </a:lnTo>
                <a:lnTo>
                  <a:pt x="80100" y="44082"/>
                </a:lnTo>
                <a:close/>
                <a:moveTo>
                  <a:pt x="101506" y="38332"/>
                </a:moveTo>
                <a:cubicBezTo>
                  <a:pt x="101531" y="38332"/>
                  <a:pt x="101531" y="38357"/>
                  <a:pt x="101556" y="38357"/>
                </a:cubicBezTo>
                <a:cubicBezTo>
                  <a:pt x="100834" y="40299"/>
                  <a:pt x="100038" y="42215"/>
                  <a:pt x="99141" y="44182"/>
                </a:cubicBezTo>
                <a:cubicBezTo>
                  <a:pt x="99092" y="44182"/>
                  <a:pt x="99067" y="44207"/>
                  <a:pt x="99042" y="44207"/>
                </a:cubicBezTo>
                <a:cubicBezTo>
                  <a:pt x="99938" y="42265"/>
                  <a:pt x="100784" y="40249"/>
                  <a:pt x="101506" y="38332"/>
                </a:cubicBezTo>
                <a:close/>
                <a:moveTo>
                  <a:pt x="48886" y="36889"/>
                </a:moveTo>
                <a:cubicBezTo>
                  <a:pt x="50206" y="38731"/>
                  <a:pt x="51599" y="40473"/>
                  <a:pt x="52993" y="42116"/>
                </a:cubicBezTo>
                <a:cubicBezTo>
                  <a:pt x="52993" y="42166"/>
                  <a:pt x="53018" y="42166"/>
                  <a:pt x="53018" y="42190"/>
                </a:cubicBezTo>
                <a:cubicBezTo>
                  <a:pt x="53267" y="42489"/>
                  <a:pt x="53566" y="42788"/>
                  <a:pt x="53815" y="43087"/>
                </a:cubicBezTo>
                <a:cubicBezTo>
                  <a:pt x="53989" y="43311"/>
                  <a:pt x="54188" y="43535"/>
                  <a:pt x="54387" y="43734"/>
                </a:cubicBezTo>
                <a:cubicBezTo>
                  <a:pt x="54561" y="43908"/>
                  <a:pt x="54711" y="44057"/>
                  <a:pt x="54860" y="44232"/>
                </a:cubicBezTo>
                <a:cubicBezTo>
                  <a:pt x="54835" y="44232"/>
                  <a:pt x="54835" y="44281"/>
                  <a:pt x="54810" y="44281"/>
                </a:cubicBezTo>
                <a:cubicBezTo>
                  <a:pt x="54636" y="44082"/>
                  <a:pt x="54462" y="43908"/>
                  <a:pt x="54313" y="43709"/>
                </a:cubicBezTo>
                <a:cubicBezTo>
                  <a:pt x="54263" y="43684"/>
                  <a:pt x="54238" y="43659"/>
                  <a:pt x="54238" y="43609"/>
                </a:cubicBezTo>
                <a:cubicBezTo>
                  <a:pt x="52396" y="41568"/>
                  <a:pt x="50579" y="39303"/>
                  <a:pt x="48861" y="36938"/>
                </a:cubicBezTo>
                <a:cubicBezTo>
                  <a:pt x="48861" y="36938"/>
                  <a:pt x="48886" y="36938"/>
                  <a:pt x="48886" y="36889"/>
                </a:cubicBezTo>
                <a:close/>
                <a:moveTo>
                  <a:pt x="80747" y="44256"/>
                </a:moveTo>
                <a:cubicBezTo>
                  <a:pt x="80822" y="44256"/>
                  <a:pt x="80896" y="44281"/>
                  <a:pt x="80971" y="44281"/>
                </a:cubicBezTo>
                <a:cubicBezTo>
                  <a:pt x="80896" y="44281"/>
                  <a:pt x="80822" y="44281"/>
                  <a:pt x="80747" y="44256"/>
                </a:cubicBezTo>
                <a:close/>
                <a:moveTo>
                  <a:pt x="62079" y="38830"/>
                </a:moveTo>
                <a:cubicBezTo>
                  <a:pt x="62079" y="38855"/>
                  <a:pt x="62103" y="38855"/>
                  <a:pt x="62103" y="38880"/>
                </a:cubicBezTo>
                <a:cubicBezTo>
                  <a:pt x="59714" y="40597"/>
                  <a:pt x="57424" y="42415"/>
                  <a:pt x="55184" y="44306"/>
                </a:cubicBezTo>
                <a:cubicBezTo>
                  <a:pt x="55184" y="44281"/>
                  <a:pt x="55134" y="44281"/>
                  <a:pt x="55134" y="44256"/>
                </a:cubicBezTo>
                <a:cubicBezTo>
                  <a:pt x="57374" y="42340"/>
                  <a:pt x="59689" y="40548"/>
                  <a:pt x="62079" y="38830"/>
                </a:cubicBezTo>
                <a:close/>
                <a:moveTo>
                  <a:pt x="79627" y="44281"/>
                </a:moveTo>
                <a:cubicBezTo>
                  <a:pt x="79627" y="44281"/>
                  <a:pt x="79652" y="44281"/>
                  <a:pt x="79702" y="44306"/>
                </a:cubicBezTo>
                <a:lnTo>
                  <a:pt x="79627" y="44306"/>
                </a:lnTo>
                <a:lnTo>
                  <a:pt x="79602" y="44281"/>
                </a:lnTo>
                <a:close/>
                <a:moveTo>
                  <a:pt x="78034" y="44281"/>
                </a:moveTo>
                <a:cubicBezTo>
                  <a:pt x="78009" y="44281"/>
                  <a:pt x="78009" y="44281"/>
                  <a:pt x="78034" y="44306"/>
                </a:cubicBezTo>
                <a:cubicBezTo>
                  <a:pt x="78009" y="44306"/>
                  <a:pt x="78009" y="44306"/>
                  <a:pt x="78009" y="44331"/>
                </a:cubicBezTo>
                <a:cubicBezTo>
                  <a:pt x="78009" y="44306"/>
                  <a:pt x="78009" y="44306"/>
                  <a:pt x="77984" y="44281"/>
                </a:cubicBezTo>
                <a:close/>
                <a:moveTo>
                  <a:pt x="70492" y="43734"/>
                </a:moveTo>
                <a:cubicBezTo>
                  <a:pt x="70940" y="43933"/>
                  <a:pt x="71388" y="44157"/>
                  <a:pt x="71811" y="44306"/>
                </a:cubicBezTo>
                <a:cubicBezTo>
                  <a:pt x="71811" y="44331"/>
                  <a:pt x="71786" y="44331"/>
                  <a:pt x="71786" y="44356"/>
                </a:cubicBezTo>
                <a:cubicBezTo>
                  <a:pt x="71313" y="44207"/>
                  <a:pt x="70890" y="43983"/>
                  <a:pt x="70417" y="43784"/>
                </a:cubicBezTo>
                <a:cubicBezTo>
                  <a:pt x="70442" y="43784"/>
                  <a:pt x="70442" y="43734"/>
                  <a:pt x="70492" y="43734"/>
                </a:cubicBezTo>
                <a:close/>
                <a:moveTo>
                  <a:pt x="72632" y="43908"/>
                </a:moveTo>
                <a:lnTo>
                  <a:pt x="72632" y="44356"/>
                </a:lnTo>
                <a:cubicBezTo>
                  <a:pt x="72558" y="44331"/>
                  <a:pt x="72483" y="44331"/>
                  <a:pt x="72408" y="44306"/>
                </a:cubicBezTo>
                <a:cubicBezTo>
                  <a:pt x="72458" y="44182"/>
                  <a:pt x="72558" y="44032"/>
                  <a:pt x="72632" y="43908"/>
                </a:cubicBezTo>
                <a:close/>
                <a:moveTo>
                  <a:pt x="115370" y="38308"/>
                </a:moveTo>
                <a:lnTo>
                  <a:pt x="115370" y="38357"/>
                </a:lnTo>
                <a:cubicBezTo>
                  <a:pt x="114350" y="40373"/>
                  <a:pt x="112956" y="42290"/>
                  <a:pt x="111214" y="43933"/>
                </a:cubicBezTo>
                <a:lnTo>
                  <a:pt x="111164" y="43958"/>
                </a:lnTo>
                <a:lnTo>
                  <a:pt x="111089" y="44057"/>
                </a:lnTo>
                <a:cubicBezTo>
                  <a:pt x="110965" y="44157"/>
                  <a:pt x="110865" y="44281"/>
                  <a:pt x="110741" y="44356"/>
                </a:cubicBezTo>
                <a:cubicBezTo>
                  <a:pt x="110766" y="44331"/>
                  <a:pt x="110766" y="44331"/>
                  <a:pt x="110741" y="44306"/>
                </a:cubicBezTo>
                <a:lnTo>
                  <a:pt x="110815" y="44256"/>
                </a:lnTo>
                <a:cubicBezTo>
                  <a:pt x="110990" y="44057"/>
                  <a:pt x="111214" y="43883"/>
                  <a:pt x="111388" y="43684"/>
                </a:cubicBezTo>
                <a:lnTo>
                  <a:pt x="111861" y="43211"/>
                </a:lnTo>
                <a:lnTo>
                  <a:pt x="112135" y="42937"/>
                </a:lnTo>
                <a:cubicBezTo>
                  <a:pt x="112309" y="42738"/>
                  <a:pt x="112458" y="42589"/>
                  <a:pt x="112608" y="42415"/>
                </a:cubicBezTo>
                <a:cubicBezTo>
                  <a:pt x="112657" y="42315"/>
                  <a:pt x="112732" y="42265"/>
                  <a:pt x="112832" y="42166"/>
                </a:cubicBezTo>
                <a:cubicBezTo>
                  <a:pt x="112981" y="41966"/>
                  <a:pt x="113130" y="41792"/>
                  <a:pt x="113280" y="41568"/>
                </a:cubicBezTo>
                <a:cubicBezTo>
                  <a:pt x="113329" y="41494"/>
                  <a:pt x="113379" y="41444"/>
                  <a:pt x="113404" y="41419"/>
                </a:cubicBezTo>
                <a:cubicBezTo>
                  <a:pt x="113578" y="41195"/>
                  <a:pt x="113703" y="40996"/>
                  <a:pt x="113852" y="40797"/>
                </a:cubicBezTo>
                <a:cubicBezTo>
                  <a:pt x="113902" y="40697"/>
                  <a:pt x="113977" y="40622"/>
                  <a:pt x="114001" y="40548"/>
                </a:cubicBezTo>
                <a:cubicBezTo>
                  <a:pt x="114325" y="40075"/>
                  <a:pt x="114624" y="39602"/>
                  <a:pt x="114873" y="39129"/>
                </a:cubicBezTo>
                <a:cubicBezTo>
                  <a:pt x="114898" y="39104"/>
                  <a:pt x="114898" y="39079"/>
                  <a:pt x="114947" y="39054"/>
                </a:cubicBezTo>
                <a:cubicBezTo>
                  <a:pt x="115072" y="38830"/>
                  <a:pt x="115196" y="38631"/>
                  <a:pt x="115321" y="38432"/>
                </a:cubicBezTo>
                <a:lnTo>
                  <a:pt x="115321" y="38382"/>
                </a:lnTo>
                <a:cubicBezTo>
                  <a:pt x="115346" y="38357"/>
                  <a:pt x="115346" y="38332"/>
                  <a:pt x="115370" y="38308"/>
                </a:cubicBezTo>
                <a:close/>
                <a:moveTo>
                  <a:pt x="79278" y="44306"/>
                </a:moveTo>
                <a:cubicBezTo>
                  <a:pt x="79278" y="44306"/>
                  <a:pt x="79328" y="44306"/>
                  <a:pt x="79328" y="44331"/>
                </a:cubicBezTo>
                <a:cubicBezTo>
                  <a:pt x="79253" y="44331"/>
                  <a:pt x="79204" y="44381"/>
                  <a:pt x="79129" y="44381"/>
                </a:cubicBezTo>
                <a:cubicBezTo>
                  <a:pt x="79154" y="44381"/>
                  <a:pt x="79204" y="44331"/>
                  <a:pt x="79204" y="44331"/>
                </a:cubicBezTo>
                <a:cubicBezTo>
                  <a:pt x="79229" y="44306"/>
                  <a:pt x="79229" y="44306"/>
                  <a:pt x="79253" y="44306"/>
                </a:cubicBezTo>
                <a:close/>
                <a:moveTo>
                  <a:pt x="105090" y="40174"/>
                </a:moveTo>
                <a:cubicBezTo>
                  <a:pt x="105090" y="40174"/>
                  <a:pt x="105115" y="40174"/>
                  <a:pt x="105115" y="40199"/>
                </a:cubicBezTo>
                <a:cubicBezTo>
                  <a:pt x="105016" y="40274"/>
                  <a:pt x="104966" y="40349"/>
                  <a:pt x="104866" y="40423"/>
                </a:cubicBezTo>
                <a:cubicBezTo>
                  <a:pt x="104742" y="40548"/>
                  <a:pt x="104618" y="40672"/>
                  <a:pt x="104468" y="40797"/>
                </a:cubicBezTo>
                <a:lnTo>
                  <a:pt x="103995" y="41170"/>
                </a:lnTo>
                <a:cubicBezTo>
                  <a:pt x="103846" y="41294"/>
                  <a:pt x="103721" y="41419"/>
                  <a:pt x="103547" y="41543"/>
                </a:cubicBezTo>
                <a:cubicBezTo>
                  <a:pt x="103423" y="41643"/>
                  <a:pt x="103273" y="41742"/>
                  <a:pt x="103149" y="41842"/>
                </a:cubicBezTo>
                <a:cubicBezTo>
                  <a:pt x="102975" y="41966"/>
                  <a:pt x="102800" y="42116"/>
                  <a:pt x="102626" y="42265"/>
                </a:cubicBezTo>
                <a:cubicBezTo>
                  <a:pt x="102502" y="42340"/>
                  <a:pt x="102377" y="42415"/>
                  <a:pt x="102278" y="42514"/>
                </a:cubicBezTo>
                <a:cubicBezTo>
                  <a:pt x="102104" y="42639"/>
                  <a:pt x="101880" y="42788"/>
                  <a:pt x="101680" y="42912"/>
                </a:cubicBezTo>
                <a:lnTo>
                  <a:pt x="101407" y="43087"/>
                </a:lnTo>
                <a:cubicBezTo>
                  <a:pt x="101183" y="43261"/>
                  <a:pt x="100934" y="43385"/>
                  <a:pt x="100735" y="43535"/>
                </a:cubicBezTo>
                <a:cubicBezTo>
                  <a:pt x="100660" y="43559"/>
                  <a:pt x="100560" y="43634"/>
                  <a:pt x="100510" y="43659"/>
                </a:cubicBezTo>
                <a:cubicBezTo>
                  <a:pt x="100262" y="43808"/>
                  <a:pt x="99988" y="43958"/>
                  <a:pt x="99739" y="44082"/>
                </a:cubicBezTo>
                <a:cubicBezTo>
                  <a:pt x="99689" y="44132"/>
                  <a:pt x="99639" y="44132"/>
                  <a:pt x="99614" y="44157"/>
                </a:cubicBezTo>
                <a:cubicBezTo>
                  <a:pt x="99415" y="44306"/>
                  <a:pt x="99316" y="44381"/>
                  <a:pt x="99241" y="44381"/>
                </a:cubicBezTo>
                <a:cubicBezTo>
                  <a:pt x="99241" y="44331"/>
                  <a:pt x="99266" y="44331"/>
                  <a:pt x="99266" y="44306"/>
                </a:cubicBezTo>
                <a:cubicBezTo>
                  <a:pt x="99365" y="44281"/>
                  <a:pt x="99415" y="44207"/>
                  <a:pt x="99515" y="44182"/>
                </a:cubicBezTo>
                <a:cubicBezTo>
                  <a:pt x="99565" y="44157"/>
                  <a:pt x="99614" y="44132"/>
                  <a:pt x="99664" y="44082"/>
                </a:cubicBezTo>
                <a:cubicBezTo>
                  <a:pt x="99913" y="43958"/>
                  <a:pt x="100162" y="43808"/>
                  <a:pt x="100411" y="43659"/>
                </a:cubicBezTo>
                <a:cubicBezTo>
                  <a:pt x="100510" y="43584"/>
                  <a:pt x="100560" y="43559"/>
                  <a:pt x="100660" y="43510"/>
                </a:cubicBezTo>
                <a:cubicBezTo>
                  <a:pt x="100884" y="43360"/>
                  <a:pt x="101108" y="43211"/>
                  <a:pt x="101307" y="43087"/>
                </a:cubicBezTo>
                <a:cubicBezTo>
                  <a:pt x="101407" y="43037"/>
                  <a:pt x="101531" y="42962"/>
                  <a:pt x="101631" y="42912"/>
                </a:cubicBezTo>
                <a:cubicBezTo>
                  <a:pt x="101805" y="42788"/>
                  <a:pt x="102004" y="42663"/>
                  <a:pt x="102178" y="42489"/>
                </a:cubicBezTo>
                <a:lnTo>
                  <a:pt x="102552" y="42215"/>
                </a:lnTo>
                <a:cubicBezTo>
                  <a:pt x="102726" y="42091"/>
                  <a:pt x="102900" y="41966"/>
                  <a:pt x="103049" y="41842"/>
                </a:cubicBezTo>
                <a:cubicBezTo>
                  <a:pt x="103224" y="41718"/>
                  <a:pt x="103348" y="41643"/>
                  <a:pt x="103497" y="41494"/>
                </a:cubicBezTo>
                <a:cubicBezTo>
                  <a:pt x="103647" y="41369"/>
                  <a:pt x="103771" y="41245"/>
                  <a:pt x="103921" y="41145"/>
                </a:cubicBezTo>
                <a:lnTo>
                  <a:pt x="104394" y="40772"/>
                </a:lnTo>
                <a:cubicBezTo>
                  <a:pt x="104518" y="40647"/>
                  <a:pt x="104642" y="40523"/>
                  <a:pt x="104792" y="40398"/>
                </a:cubicBezTo>
                <a:cubicBezTo>
                  <a:pt x="104891" y="40324"/>
                  <a:pt x="104966" y="40224"/>
                  <a:pt x="105041" y="40174"/>
                </a:cubicBezTo>
                <a:close/>
                <a:moveTo>
                  <a:pt x="77735" y="44331"/>
                </a:moveTo>
                <a:lnTo>
                  <a:pt x="77760" y="44381"/>
                </a:lnTo>
                <a:cubicBezTo>
                  <a:pt x="77760" y="44381"/>
                  <a:pt x="77760" y="44406"/>
                  <a:pt x="77785" y="44406"/>
                </a:cubicBezTo>
                <a:lnTo>
                  <a:pt x="77735" y="44406"/>
                </a:lnTo>
                <a:cubicBezTo>
                  <a:pt x="77685" y="44406"/>
                  <a:pt x="77660" y="44406"/>
                  <a:pt x="77660" y="44381"/>
                </a:cubicBezTo>
                <a:cubicBezTo>
                  <a:pt x="77710" y="44381"/>
                  <a:pt x="77735" y="44331"/>
                  <a:pt x="77735" y="44331"/>
                </a:cubicBezTo>
                <a:close/>
                <a:moveTo>
                  <a:pt x="72905" y="43305"/>
                </a:moveTo>
                <a:lnTo>
                  <a:pt x="72905" y="43305"/>
                </a:lnTo>
                <a:cubicBezTo>
                  <a:pt x="72881" y="43696"/>
                  <a:pt x="72857" y="44063"/>
                  <a:pt x="72881" y="44431"/>
                </a:cubicBezTo>
                <a:cubicBezTo>
                  <a:pt x="72832" y="44431"/>
                  <a:pt x="72832" y="44431"/>
                  <a:pt x="72807" y="44406"/>
                </a:cubicBezTo>
                <a:cubicBezTo>
                  <a:pt x="72807" y="44082"/>
                  <a:pt x="72807" y="43759"/>
                  <a:pt x="72856" y="43435"/>
                </a:cubicBezTo>
                <a:cubicBezTo>
                  <a:pt x="72878" y="43392"/>
                  <a:pt x="72900" y="43349"/>
                  <a:pt x="72905" y="43305"/>
                </a:cubicBezTo>
                <a:close/>
                <a:moveTo>
                  <a:pt x="74848" y="41294"/>
                </a:moveTo>
                <a:cubicBezTo>
                  <a:pt x="75122" y="41543"/>
                  <a:pt x="75395" y="41718"/>
                  <a:pt x="75669" y="41942"/>
                </a:cubicBezTo>
                <a:cubicBezTo>
                  <a:pt x="75744" y="42066"/>
                  <a:pt x="75819" y="42190"/>
                  <a:pt x="75893" y="42315"/>
                </a:cubicBezTo>
                <a:cubicBezTo>
                  <a:pt x="75893" y="42340"/>
                  <a:pt x="75918" y="42340"/>
                  <a:pt x="75918" y="42365"/>
                </a:cubicBezTo>
                <a:cubicBezTo>
                  <a:pt x="75918" y="42415"/>
                  <a:pt x="75968" y="42415"/>
                  <a:pt x="75968" y="42439"/>
                </a:cubicBezTo>
                <a:cubicBezTo>
                  <a:pt x="76018" y="42564"/>
                  <a:pt x="76092" y="42663"/>
                  <a:pt x="76167" y="42788"/>
                </a:cubicBezTo>
                <a:lnTo>
                  <a:pt x="76366" y="43062"/>
                </a:lnTo>
                <a:cubicBezTo>
                  <a:pt x="76391" y="43111"/>
                  <a:pt x="76466" y="43186"/>
                  <a:pt x="76491" y="43236"/>
                </a:cubicBezTo>
                <a:cubicBezTo>
                  <a:pt x="76491" y="43286"/>
                  <a:pt x="76515" y="43286"/>
                  <a:pt x="76515" y="43311"/>
                </a:cubicBezTo>
                <a:lnTo>
                  <a:pt x="76715" y="43584"/>
                </a:lnTo>
                <a:lnTo>
                  <a:pt x="76739" y="43609"/>
                </a:lnTo>
                <a:cubicBezTo>
                  <a:pt x="76665" y="43709"/>
                  <a:pt x="76640" y="43808"/>
                  <a:pt x="76590" y="43908"/>
                </a:cubicBezTo>
                <a:cubicBezTo>
                  <a:pt x="75669" y="43983"/>
                  <a:pt x="74723" y="44182"/>
                  <a:pt x="73728" y="44431"/>
                </a:cubicBezTo>
                <a:cubicBezTo>
                  <a:pt x="74001" y="43435"/>
                  <a:pt x="74225" y="42489"/>
                  <a:pt x="74350" y="41568"/>
                </a:cubicBezTo>
                <a:cubicBezTo>
                  <a:pt x="74524" y="41444"/>
                  <a:pt x="74674" y="41394"/>
                  <a:pt x="74848" y="41294"/>
                </a:cubicBezTo>
                <a:close/>
                <a:moveTo>
                  <a:pt x="77287" y="44256"/>
                </a:moveTo>
                <a:cubicBezTo>
                  <a:pt x="77287" y="44256"/>
                  <a:pt x="77287" y="44281"/>
                  <a:pt x="77337" y="44281"/>
                </a:cubicBezTo>
                <a:cubicBezTo>
                  <a:pt x="77138" y="44331"/>
                  <a:pt x="76988" y="44406"/>
                  <a:pt x="76789" y="44456"/>
                </a:cubicBezTo>
                <a:cubicBezTo>
                  <a:pt x="76839" y="44431"/>
                  <a:pt x="76889" y="44331"/>
                  <a:pt x="76914" y="44281"/>
                </a:cubicBezTo>
                <a:cubicBezTo>
                  <a:pt x="77038" y="44281"/>
                  <a:pt x="77163" y="44281"/>
                  <a:pt x="77287" y="44256"/>
                </a:cubicBezTo>
                <a:close/>
                <a:moveTo>
                  <a:pt x="55010" y="44406"/>
                </a:moveTo>
                <a:cubicBezTo>
                  <a:pt x="55010" y="44431"/>
                  <a:pt x="55059" y="44431"/>
                  <a:pt x="55059" y="44456"/>
                </a:cubicBezTo>
                <a:cubicBezTo>
                  <a:pt x="55010" y="44456"/>
                  <a:pt x="55010" y="44480"/>
                  <a:pt x="54985" y="44480"/>
                </a:cubicBezTo>
                <a:cubicBezTo>
                  <a:pt x="54960" y="44456"/>
                  <a:pt x="54960" y="44431"/>
                  <a:pt x="54960" y="44431"/>
                </a:cubicBezTo>
                <a:cubicBezTo>
                  <a:pt x="54985" y="44431"/>
                  <a:pt x="54985" y="44406"/>
                  <a:pt x="55010" y="44406"/>
                </a:cubicBezTo>
                <a:close/>
                <a:moveTo>
                  <a:pt x="74175" y="41651"/>
                </a:moveTo>
                <a:cubicBezTo>
                  <a:pt x="74050" y="42545"/>
                  <a:pt x="73851" y="43513"/>
                  <a:pt x="73553" y="44456"/>
                </a:cubicBezTo>
                <a:cubicBezTo>
                  <a:pt x="73529" y="44456"/>
                  <a:pt x="73529" y="44456"/>
                  <a:pt x="73504" y="44480"/>
                </a:cubicBezTo>
                <a:cubicBezTo>
                  <a:pt x="73777" y="43535"/>
                  <a:pt x="74001" y="42589"/>
                  <a:pt x="74126" y="41693"/>
                </a:cubicBezTo>
                <a:cubicBezTo>
                  <a:pt x="74148" y="41671"/>
                  <a:pt x="74169" y="41668"/>
                  <a:pt x="74175" y="41651"/>
                </a:cubicBezTo>
                <a:close/>
                <a:moveTo>
                  <a:pt x="110639" y="44480"/>
                </a:moveTo>
                <a:cubicBezTo>
                  <a:pt x="110640" y="44487"/>
                  <a:pt x="110641" y="44495"/>
                  <a:pt x="110641" y="44505"/>
                </a:cubicBezTo>
                <a:cubicBezTo>
                  <a:pt x="110616" y="44505"/>
                  <a:pt x="110616" y="44530"/>
                  <a:pt x="110616" y="44530"/>
                </a:cubicBezTo>
                <a:lnTo>
                  <a:pt x="110616" y="44530"/>
                </a:lnTo>
                <a:cubicBezTo>
                  <a:pt x="110616" y="44510"/>
                  <a:pt x="110632" y="44506"/>
                  <a:pt x="110639" y="44480"/>
                </a:cubicBezTo>
                <a:close/>
                <a:moveTo>
                  <a:pt x="73927" y="41792"/>
                </a:moveTo>
                <a:lnTo>
                  <a:pt x="73927" y="41792"/>
                </a:lnTo>
                <a:cubicBezTo>
                  <a:pt x="73802" y="42688"/>
                  <a:pt x="73603" y="43584"/>
                  <a:pt x="73304" y="44530"/>
                </a:cubicBezTo>
                <a:lnTo>
                  <a:pt x="73280" y="44530"/>
                </a:lnTo>
                <a:cubicBezTo>
                  <a:pt x="73230" y="44530"/>
                  <a:pt x="73155" y="44505"/>
                  <a:pt x="73080" y="44505"/>
                </a:cubicBezTo>
                <a:cubicBezTo>
                  <a:pt x="73056" y="43908"/>
                  <a:pt x="73080" y="43335"/>
                  <a:pt x="73180" y="42788"/>
                </a:cubicBezTo>
                <a:cubicBezTo>
                  <a:pt x="73304" y="42539"/>
                  <a:pt x="73404" y="42290"/>
                  <a:pt x="73529" y="42016"/>
                </a:cubicBezTo>
                <a:cubicBezTo>
                  <a:pt x="73653" y="41917"/>
                  <a:pt x="73777" y="41842"/>
                  <a:pt x="73927" y="41792"/>
                </a:cubicBezTo>
                <a:close/>
                <a:moveTo>
                  <a:pt x="78407" y="44505"/>
                </a:moveTo>
                <a:cubicBezTo>
                  <a:pt x="78382" y="44505"/>
                  <a:pt x="78357" y="44505"/>
                  <a:pt x="78283" y="44530"/>
                </a:cubicBezTo>
                <a:cubicBezTo>
                  <a:pt x="78333" y="44505"/>
                  <a:pt x="78357" y="44505"/>
                  <a:pt x="78407" y="44505"/>
                </a:cubicBezTo>
                <a:close/>
                <a:moveTo>
                  <a:pt x="87468" y="42887"/>
                </a:moveTo>
                <a:cubicBezTo>
                  <a:pt x="87194" y="43435"/>
                  <a:pt x="86870" y="43983"/>
                  <a:pt x="86571" y="44555"/>
                </a:cubicBezTo>
                <a:lnTo>
                  <a:pt x="86497" y="44555"/>
                </a:lnTo>
                <a:cubicBezTo>
                  <a:pt x="86845" y="43983"/>
                  <a:pt x="87119" y="43435"/>
                  <a:pt x="87418" y="42887"/>
                </a:cubicBezTo>
                <a:close/>
                <a:moveTo>
                  <a:pt x="87692" y="42912"/>
                </a:moveTo>
                <a:cubicBezTo>
                  <a:pt x="88911" y="42962"/>
                  <a:pt x="90031" y="43186"/>
                  <a:pt x="91077" y="43510"/>
                </a:cubicBezTo>
                <a:cubicBezTo>
                  <a:pt x="89683" y="44032"/>
                  <a:pt x="88239" y="44406"/>
                  <a:pt x="86820" y="44555"/>
                </a:cubicBezTo>
                <a:cubicBezTo>
                  <a:pt x="87119" y="43983"/>
                  <a:pt x="87418" y="43435"/>
                  <a:pt x="87692" y="42912"/>
                </a:cubicBezTo>
                <a:close/>
                <a:moveTo>
                  <a:pt x="98992" y="44456"/>
                </a:moveTo>
                <a:cubicBezTo>
                  <a:pt x="98992" y="44480"/>
                  <a:pt x="98942" y="44480"/>
                  <a:pt x="98942" y="44530"/>
                </a:cubicBezTo>
                <a:lnTo>
                  <a:pt x="98942" y="44555"/>
                </a:lnTo>
                <a:cubicBezTo>
                  <a:pt x="98917" y="44555"/>
                  <a:pt x="98893" y="44580"/>
                  <a:pt x="98868" y="44580"/>
                </a:cubicBezTo>
                <a:cubicBezTo>
                  <a:pt x="98868" y="44580"/>
                  <a:pt x="98868" y="44555"/>
                  <a:pt x="98893" y="44555"/>
                </a:cubicBezTo>
                <a:cubicBezTo>
                  <a:pt x="98893" y="44530"/>
                  <a:pt x="98893" y="44530"/>
                  <a:pt x="98917" y="44480"/>
                </a:cubicBezTo>
                <a:cubicBezTo>
                  <a:pt x="98917" y="44485"/>
                  <a:pt x="98918" y="44487"/>
                  <a:pt x="98920" y="44487"/>
                </a:cubicBezTo>
                <a:cubicBezTo>
                  <a:pt x="98928" y="44487"/>
                  <a:pt x="98952" y="44456"/>
                  <a:pt x="98992" y="44456"/>
                </a:cubicBezTo>
                <a:close/>
                <a:moveTo>
                  <a:pt x="76665" y="44306"/>
                </a:moveTo>
                <a:cubicBezTo>
                  <a:pt x="76615" y="44406"/>
                  <a:pt x="76540" y="44505"/>
                  <a:pt x="76515" y="44580"/>
                </a:cubicBezTo>
                <a:cubicBezTo>
                  <a:pt x="76491" y="44580"/>
                  <a:pt x="76466" y="44605"/>
                  <a:pt x="76466" y="44605"/>
                </a:cubicBezTo>
                <a:cubicBezTo>
                  <a:pt x="76515" y="44530"/>
                  <a:pt x="76590" y="44431"/>
                  <a:pt x="76640" y="44306"/>
                </a:cubicBezTo>
                <a:close/>
                <a:moveTo>
                  <a:pt x="77461" y="44431"/>
                </a:moveTo>
                <a:cubicBezTo>
                  <a:pt x="77461" y="44456"/>
                  <a:pt x="77486" y="44456"/>
                  <a:pt x="77486" y="44480"/>
                </a:cubicBezTo>
                <a:cubicBezTo>
                  <a:pt x="77461" y="44480"/>
                  <a:pt x="77461" y="44480"/>
                  <a:pt x="77412" y="44530"/>
                </a:cubicBezTo>
                <a:cubicBezTo>
                  <a:pt x="77337" y="44555"/>
                  <a:pt x="77212" y="44580"/>
                  <a:pt x="77113" y="44580"/>
                </a:cubicBezTo>
                <a:cubicBezTo>
                  <a:pt x="77038" y="44580"/>
                  <a:pt x="76988" y="44605"/>
                  <a:pt x="76963" y="44605"/>
                </a:cubicBezTo>
                <a:cubicBezTo>
                  <a:pt x="77138" y="44555"/>
                  <a:pt x="77287" y="44505"/>
                  <a:pt x="77461" y="44431"/>
                </a:cubicBezTo>
                <a:close/>
                <a:moveTo>
                  <a:pt x="81618" y="44456"/>
                </a:moveTo>
                <a:cubicBezTo>
                  <a:pt x="81842" y="44480"/>
                  <a:pt x="82016" y="44555"/>
                  <a:pt x="82240" y="44580"/>
                </a:cubicBezTo>
                <a:lnTo>
                  <a:pt x="82265" y="44580"/>
                </a:lnTo>
                <a:cubicBezTo>
                  <a:pt x="82298" y="44591"/>
                  <a:pt x="82321" y="44606"/>
                  <a:pt x="82343" y="44620"/>
                </a:cubicBezTo>
                <a:lnTo>
                  <a:pt x="82343" y="44620"/>
                </a:lnTo>
                <a:cubicBezTo>
                  <a:pt x="82273" y="44605"/>
                  <a:pt x="82200" y="44605"/>
                  <a:pt x="82116" y="44605"/>
                </a:cubicBezTo>
                <a:cubicBezTo>
                  <a:pt x="81991" y="44555"/>
                  <a:pt x="81817" y="44530"/>
                  <a:pt x="81618" y="44456"/>
                </a:cubicBezTo>
                <a:close/>
                <a:moveTo>
                  <a:pt x="72309" y="44456"/>
                </a:moveTo>
                <a:cubicBezTo>
                  <a:pt x="72408" y="44505"/>
                  <a:pt x="72533" y="44530"/>
                  <a:pt x="72632" y="44555"/>
                </a:cubicBezTo>
                <a:lnTo>
                  <a:pt x="72632" y="44630"/>
                </a:lnTo>
                <a:cubicBezTo>
                  <a:pt x="72508" y="44580"/>
                  <a:pt x="72408" y="44555"/>
                  <a:pt x="72284" y="44530"/>
                </a:cubicBezTo>
                <a:cubicBezTo>
                  <a:pt x="72284" y="44505"/>
                  <a:pt x="72309" y="44505"/>
                  <a:pt x="72309" y="44456"/>
                </a:cubicBezTo>
                <a:close/>
                <a:moveTo>
                  <a:pt x="86633" y="42877"/>
                </a:moveTo>
                <a:cubicBezTo>
                  <a:pt x="86830" y="42877"/>
                  <a:pt x="87026" y="42881"/>
                  <a:pt x="87219" y="42887"/>
                </a:cubicBezTo>
                <a:cubicBezTo>
                  <a:pt x="86920" y="43435"/>
                  <a:pt x="86621" y="44032"/>
                  <a:pt x="86323" y="44580"/>
                </a:cubicBezTo>
                <a:cubicBezTo>
                  <a:pt x="86123" y="44580"/>
                  <a:pt x="85949" y="44605"/>
                  <a:pt x="85750" y="44605"/>
                </a:cubicBezTo>
                <a:cubicBezTo>
                  <a:pt x="85482" y="44622"/>
                  <a:pt x="85215" y="44630"/>
                  <a:pt x="84949" y="44630"/>
                </a:cubicBezTo>
                <a:cubicBezTo>
                  <a:pt x="84054" y="44630"/>
                  <a:pt x="83167" y="44540"/>
                  <a:pt x="82265" y="44406"/>
                </a:cubicBezTo>
                <a:cubicBezTo>
                  <a:pt x="81767" y="44256"/>
                  <a:pt x="81270" y="44082"/>
                  <a:pt x="80747" y="43983"/>
                </a:cubicBezTo>
                <a:lnTo>
                  <a:pt x="80747" y="43958"/>
                </a:lnTo>
                <a:lnTo>
                  <a:pt x="80647" y="43958"/>
                </a:lnTo>
                <a:cubicBezTo>
                  <a:pt x="80498" y="43933"/>
                  <a:pt x="80324" y="43908"/>
                  <a:pt x="80150" y="43833"/>
                </a:cubicBezTo>
                <a:lnTo>
                  <a:pt x="80125" y="43833"/>
                </a:lnTo>
                <a:cubicBezTo>
                  <a:pt x="82414" y="43221"/>
                  <a:pt x="84622" y="42877"/>
                  <a:pt x="86633" y="42877"/>
                </a:cubicBezTo>
                <a:close/>
                <a:moveTo>
                  <a:pt x="76491" y="44057"/>
                </a:moveTo>
                <a:cubicBezTo>
                  <a:pt x="76491" y="44132"/>
                  <a:pt x="76491" y="44132"/>
                  <a:pt x="76441" y="44157"/>
                </a:cubicBezTo>
                <a:cubicBezTo>
                  <a:pt x="75619" y="44256"/>
                  <a:pt x="74698" y="44431"/>
                  <a:pt x="73802" y="44655"/>
                </a:cubicBezTo>
                <a:cubicBezTo>
                  <a:pt x="73777" y="44655"/>
                  <a:pt x="73703" y="44655"/>
                  <a:pt x="73678" y="44605"/>
                </a:cubicBezTo>
                <a:lnTo>
                  <a:pt x="73678" y="44580"/>
                </a:lnTo>
                <a:cubicBezTo>
                  <a:pt x="74649" y="44331"/>
                  <a:pt x="75594" y="44182"/>
                  <a:pt x="76491" y="44057"/>
                </a:cubicBezTo>
                <a:close/>
                <a:moveTo>
                  <a:pt x="72853" y="44617"/>
                </a:moveTo>
                <a:cubicBezTo>
                  <a:pt x="72863" y="44617"/>
                  <a:pt x="72869" y="44630"/>
                  <a:pt x="72881" y="44655"/>
                </a:cubicBezTo>
                <a:cubicBezTo>
                  <a:pt x="72832" y="44655"/>
                  <a:pt x="72832" y="44655"/>
                  <a:pt x="72807" y="44680"/>
                </a:cubicBezTo>
                <a:lnTo>
                  <a:pt x="72807" y="44655"/>
                </a:lnTo>
                <a:cubicBezTo>
                  <a:pt x="72832" y="44630"/>
                  <a:pt x="72844" y="44617"/>
                  <a:pt x="72853" y="44617"/>
                </a:cubicBezTo>
                <a:close/>
                <a:moveTo>
                  <a:pt x="76341" y="44331"/>
                </a:moveTo>
                <a:cubicBezTo>
                  <a:pt x="76267" y="44456"/>
                  <a:pt x="76167" y="44580"/>
                  <a:pt x="76117" y="44704"/>
                </a:cubicBezTo>
                <a:cubicBezTo>
                  <a:pt x="75840" y="44751"/>
                  <a:pt x="75556" y="44770"/>
                  <a:pt x="75271" y="44770"/>
                </a:cubicBezTo>
                <a:cubicBezTo>
                  <a:pt x="74941" y="44770"/>
                  <a:pt x="74608" y="44744"/>
                  <a:pt x="74275" y="44704"/>
                </a:cubicBezTo>
                <a:cubicBezTo>
                  <a:pt x="74997" y="44555"/>
                  <a:pt x="75669" y="44431"/>
                  <a:pt x="76341" y="44331"/>
                </a:cubicBezTo>
                <a:close/>
                <a:moveTo>
                  <a:pt x="73230" y="44754"/>
                </a:moveTo>
                <a:lnTo>
                  <a:pt x="73230" y="44804"/>
                </a:lnTo>
                <a:cubicBezTo>
                  <a:pt x="73180" y="44779"/>
                  <a:pt x="73155" y="44779"/>
                  <a:pt x="73105" y="44779"/>
                </a:cubicBezTo>
                <a:cubicBezTo>
                  <a:pt x="73130" y="44779"/>
                  <a:pt x="73155" y="44754"/>
                  <a:pt x="73230" y="44754"/>
                </a:cubicBezTo>
                <a:close/>
                <a:moveTo>
                  <a:pt x="86447" y="44754"/>
                </a:moveTo>
                <a:cubicBezTo>
                  <a:pt x="86447" y="44767"/>
                  <a:pt x="86453" y="44773"/>
                  <a:pt x="86463" y="44773"/>
                </a:cubicBezTo>
                <a:cubicBezTo>
                  <a:pt x="86472" y="44773"/>
                  <a:pt x="86484" y="44767"/>
                  <a:pt x="86497" y="44754"/>
                </a:cubicBezTo>
                <a:lnTo>
                  <a:pt x="86497" y="44754"/>
                </a:lnTo>
                <a:cubicBezTo>
                  <a:pt x="86497" y="44779"/>
                  <a:pt x="86472" y="44779"/>
                  <a:pt x="86472" y="44804"/>
                </a:cubicBezTo>
                <a:lnTo>
                  <a:pt x="86422" y="44804"/>
                </a:lnTo>
                <a:cubicBezTo>
                  <a:pt x="86422" y="44779"/>
                  <a:pt x="86447" y="44779"/>
                  <a:pt x="86447" y="44754"/>
                </a:cubicBezTo>
                <a:close/>
                <a:moveTo>
                  <a:pt x="91351" y="43559"/>
                </a:moveTo>
                <a:cubicBezTo>
                  <a:pt x="91400" y="43559"/>
                  <a:pt x="91425" y="43584"/>
                  <a:pt x="91450" y="43584"/>
                </a:cubicBezTo>
                <a:cubicBezTo>
                  <a:pt x="89932" y="44256"/>
                  <a:pt x="88314" y="44655"/>
                  <a:pt x="86671" y="44804"/>
                </a:cubicBezTo>
                <a:cubicBezTo>
                  <a:pt x="86671" y="44779"/>
                  <a:pt x="86696" y="44779"/>
                  <a:pt x="86696" y="44754"/>
                </a:cubicBezTo>
                <a:cubicBezTo>
                  <a:pt x="88289" y="44580"/>
                  <a:pt x="89832" y="44182"/>
                  <a:pt x="91351" y="43559"/>
                </a:cubicBezTo>
                <a:close/>
                <a:moveTo>
                  <a:pt x="77660" y="44655"/>
                </a:moveTo>
                <a:lnTo>
                  <a:pt x="77685" y="44680"/>
                </a:lnTo>
                <a:lnTo>
                  <a:pt x="77735" y="44704"/>
                </a:lnTo>
                <a:cubicBezTo>
                  <a:pt x="77586" y="44729"/>
                  <a:pt x="77387" y="44804"/>
                  <a:pt x="77237" y="44829"/>
                </a:cubicBezTo>
                <a:lnTo>
                  <a:pt x="77063" y="44829"/>
                </a:lnTo>
                <a:cubicBezTo>
                  <a:pt x="77113" y="44829"/>
                  <a:pt x="77163" y="44804"/>
                  <a:pt x="77237" y="44779"/>
                </a:cubicBezTo>
                <a:cubicBezTo>
                  <a:pt x="77387" y="44754"/>
                  <a:pt x="77511" y="44680"/>
                  <a:pt x="77660" y="44655"/>
                </a:cubicBezTo>
                <a:close/>
                <a:moveTo>
                  <a:pt x="72184" y="44680"/>
                </a:moveTo>
                <a:cubicBezTo>
                  <a:pt x="72284" y="44704"/>
                  <a:pt x="72384" y="44754"/>
                  <a:pt x="72433" y="44779"/>
                </a:cubicBezTo>
                <a:cubicBezTo>
                  <a:pt x="72309" y="44804"/>
                  <a:pt x="72234" y="44829"/>
                  <a:pt x="72085" y="44879"/>
                </a:cubicBezTo>
                <a:lnTo>
                  <a:pt x="72184" y="44680"/>
                </a:lnTo>
                <a:close/>
                <a:moveTo>
                  <a:pt x="110342" y="44655"/>
                </a:moveTo>
                <a:cubicBezTo>
                  <a:pt x="110342" y="44680"/>
                  <a:pt x="110318" y="44754"/>
                  <a:pt x="110318" y="44779"/>
                </a:cubicBezTo>
                <a:lnTo>
                  <a:pt x="110218" y="44879"/>
                </a:lnTo>
                <a:cubicBezTo>
                  <a:pt x="110218" y="44829"/>
                  <a:pt x="110243" y="44804"/>
                  <a:pt x="110243" y="44754"/>
                </a:cubicBezTo>
                <a:lnTo>
                  <a:pt x="110268" y="44704"/>
                </a:lnTo>
                <a:lnTo>
                  <a:pt x="110318" y="44680"/>
                </a:lnTo>
                <a:lnTo>
                  <a:pt x="110342" y="44655"/>
                </a:lnTo>
                <a:close/>
                <a:moveTo>
                  <a:pt x="83033" y="44711"/>
                </a:moveTo>
                <a:cubicBezTo>
                  <a:pt x="83683" y="44799"/>
                  <a:pt x="84359" y="44848"/>
                  <a:pt x="85033" y="44848"/>
                </a:cubicBezTo>
                <a:cubicBezTo>
                  <a:pt x="85273" y="44848"/>
                  <a:pt x="85512" y="44842"/>
                  <a:pt x="85750" y="44829"/>
                </a:cubicBezTo>
                <a:cubicBezTo>
                  <a:pt x="85924" y="44829"/>
                  <a:pt x="86049" y="44804"/>
                  <a:pt x="86198" y="44804"/>
                </a:cubicBezTo>
                <a:cubicBezTo>
                  <a:pt x="86198" y="44829"/>
                  <a:pt x="86173" y="44829"/>
                  <a:pt x="86173" y="44879"/>
                </a:cubicBezTo>
                <a:lnTo>
                  <a:pt x="85750" y="44879"/>
                </a:lnTo>
                <a:cubicBezTo>
                  <a:pt x="85501" y="44879"/>
                  <a:pt x="85252" y="44904"/>
                  <a:pt x="85003" y="44904"/>
                </a:cubicBezTo>
                <a:cubicBezTo>
                  <a:pt x="84381" y="44904"/>
                  <a:pt x="83809" y="44829"/>
                  <a:pt x="83186" y="44779"/>
                </a:cubicBezTo>
                <a:cubicBezTo>
                  <a:pt x="83128" y="44760"/>
                  <a:pt x="83085" y="44725"/>
                  <a:pt x="83033" y="44711"/>
                </a:cubicBezTo>
                <a:close/>
                <a:moveTo>
                  <a:pt x="62103" y="39079"/>
                </a:moveTo>
                <a:cubicBezTo>
                  <a:pt x="62527" y="39677"/>
                  <a:pt x="62825" y="40299"/>
                  <a:pt x="63149" y="40871"/>
                </a:cubicBezTo>
                <a:cubicBezTo>
                  <a:pt x="63024" y="40921"/>
                  <a:pt x="62925" y="40971"/>
                  <a:pt x="62800" y="41046"/>
                </a:cubicBezTo>
                <a:cubicBezTo>
                  <a:pt x="62676" y="41095"/>
                  <a:pt x="62552" y="41145"/>
                  <a:pt x="62452" y="41195"/>
                </a:cubicBezTo>
                <a:cubicBezTo>
                  <a:pt x="62352" y="41220"/>
                  <a:pt x="62253" y="41294"/>
                  <a:pt x="62178" y="41319"/>
                </a:cubicBezTo>
                <a:cubicBezTo>
                  <a:pt x="62079" y="41344"/>
                  <a:pt x="62029" y="41369"/>
                  <a:pt x="61929" y="41444"/>
                </a:cubicBezTo>
                <a:lnTo>
                  <a:pt x="61855" y="41444"/>
                </a:lnTo>
                <a:cubicBezTo>
                  <a:pt x="61730" y="41494"/>
                  <a:pt x="61606" y="41543"/>
                  <a:pt x="61481" y="41593"/>
                </a:cubicBezTo>
                <a:cubicBezTo>
                  <a:pt x="61332" y="41668"/>
                  <a:pt x="61133" y="41767"/>
                  <a:pt x="60983" y="41842"/>
                </a:cubicBezTo>
                <a:lnTo>
                  <a:pt x="60959" y="41842"/>
                </a:lnTo>
                <a:cubicBezTo>
                  <a:pt x="60959" y="41842"/>
                  <a:pt x="60934" y="41842"/>
                  <a:pt x="60934" y="41892"/>
                </a:cubicBezTo>
                <a:cubicBezTo>
                  <a:pt x="60809" y="41942"/>
                  <a:pt x="60685" y="42016"/>
                  <a:pt x="60510" y="42066"/>
                </a:cubicBezTo>
                <a:cubicBezTo>
                  <a:pt x="60486" y="42066"/>
                  <a:pt x="60461" y="42091"/>
                  <a:pt x="60436" y="42116"/>
                </a:cubicBezTo>
                <a:cubicBezTo>
                  <a:pt x="60386" y="42166"/>
                  <a:pt x="60361" y="42166"/>
                  <a:pt x="60336" y="42190"/>
                </a:cubicBezTo>
                <a:cubicBezTo>
                  <a:pt x="60336" y="42190"/>
                  <a:pt x="60311" y="42190"/>
                  <a:pt x="60311" y="42215"/>
                </a:cubicBezTo>
                <a:cubicBezTo>
                  <a:pt x="60212" y="42240"/>
                  <a:pt x="60137" y="42315"/>
                  <a:pt x="60062" y="42340"/>
                </a:cubicBezTo>
                <a:lnTo>
                  <a:pt x="60013" y="42340"/>
                </a:lnTo>
                <a:cubicBezTo>
                  <a:pt x="60013" y="42340"/>
                  <a:pt x="59988" y="42340"/>
                  <a:pt x="59988" y="42365"/>
                </a:cubicBezTo>
                <a:cubicBezTo>
                  <a:pt x="59838" y="42439"/>
                  <a:pt x="59714" y="42539"/>
                  <a:pt x="59565" y="42589"/>
                </a:cubicBezTo>
                <a:cubicBezTo>
                  <a:pt x="59465" y="42614"/>
                  <a:pt x="59390" y="42688"/>
                  <a:pt x="59316" y="42713"/>
                </a:cubicBezTo>
                <a:cubicBezTo>
                  <a:pt x="59216" y="42788"/>
                  <a:pt x="59117" y="42813"/>
                  <a:pt x="59017" y="42863"/>
                </a:cubicBezTo>
                <a:cubicBezTo>
                  <a:pt x="58868" y="42962"/>
                  <a:pt x="58718" y="43037"/>
                  <a:pt x="58569" y="43111"/>
                </a:cubicBezTo>
                <a:lnTo>
                  <a:pt x="58096" y="43410"/>
                </a:lnTo>
                <a:lnTo>
                  <a:pt x="58071" y="43410"/>
                </a:lnTo>
                <a:cubicBezTo>
                  <a:pt x="57897" y="43510"/>
                  <a:pt x="57748" y="43584"/>
                  <a:pt x="57573" y="43709"/>
                </a:cubicBezTo>
                <a:cubicBezTo>
                  <a:pt x="57399" y="43808"/>
                  <a:pt x="57250" y="43908"/>
                  <a:pt x="57125" y="43983"/>
                </a:cubicBezTo>
                <a:cubicBezTo>
                  <a:pt x="56976" y="44082"/>
                  <a:pt x="56827" y="44182"/>
                  <a:pt x="56652" y="44306"/>
                </a:cubicBezTo>
                <a:cubicBezTo>
                  <a:pt x="56627" y="44306"/>
                  <a:pt x="56627" y="44331"/>
                  <a:pt x="56603" y="44331"/>
                </a:cubicBezTo>
                <a:cubicBezTo>
                  <a:pt x="56528" y="44356"/>
                  <a:pt x="56503" y="44406"/>
                  <a:pt x="56453" y="44431"/>
                </a:cubicBezTo>
                <a:cubicBezTo>
                  <a:pt x="56379" y="44480"/>
                  <a:pt x="56329" y="44530"/>
                  <a:pt x="56229" y="44580"/>
                </a:cubicBezTo>
                <a:cubicBezTo>
                  <a:pt x="56204" y="44580"/>
                  <a:pt x="56204" y="44605"/>
                  <a:pt x="56155" y="44605"/>
                </a:cubicBezTo>
                <a:cubicBezTo>
                  <a:pt x="56155" y="44605"/>
                  <a:pt x="56130" y="44605"/>
                  <a:pt x="56130" y="44655"/>
                </a:cubicBezTo>
                <a:cubicBezTo>
                  <a:pt x="55980" y="44754"/>
                  <a:pt x="55831" y="44854"/>
                  <a:pt x="55657" y="44953"/>
                </a:cubicBezTo>
                <a:cubicBezTo>
                  <a:pt x="55507" y="44804"/>
                  <a:pt x="55358" y="44605"/>
                  <a:pt x="55209" y="44456"/>
                </a:cubicBezTo>
                <a:cubicBezTo>
                  <a:pt x="57399" y="42589"/>
                  <a:pt x="59714" y="40797"/>
                  <a:pt x="62103" y="39079"/>
                </a:cubicBezTo>
                <a:close/>
                <a:moveTo>
                  <a:pt x="73802" y="44829"/>
                </a:moveTo>
                <a:cubicBezTo>
                  <a:pt x="74400" y="44929"/>
                  <a:pt x="75022" y="44953"/>
                  <a:pt x="75619" y="44953"/>
                </a:cubicBezTo>
                <a:cubicBezTo>
                  <a:pt x="75545" y="45003"/>
                  <a:pt x="75520" y="45003"/>
                  <a:pt x="75470" y="45028"/>
                </a:cubicBezTo>
                <a:lnTo>
                  <a:pt x="75346" y="45028"/>
                </a:lnTo>
                <a:cubicBezTo>
                  <a:pt x="74773" y="45028"/>
                  <a:pt x="74250" y="44953"/>
                  <a:pt x="73678" y="44879"/>
                </a:cubicBezTo>
                <a:cubicBezTo>
                  <a:pt x="73728" y="44879"/>
                  <a:pt x="73777" y="44829"/>
                  <a:pt x="73802" y="44829"/>
                </a:cubicBezTo>
                <a:close/>
                <a:moveTo>
                  <a:pt x="78158" y="44829"/>
                </a:moveTo>
                <a:lnTo>
                  <a:pt x="78233" y="44904"/>
                </a:lnTo>
                <a:lnTo>
                  <a:pt x="78233" y="44953"/>
                </a:lnTo>
                <a:lnTo>
                  <a:pt x="78233" y="45028"/>
                </a:lnTo>
                <a:lnTo>
                  <a:pt x="78183" y="44978"/>
                </a:lnTo>
                <a:lnTo>
                  <a:pt x="78158" y="44953"/>
                </a:lnTo>
                <a:lnTo>
                  <a:pt x="78158" y="44929"/>
                </a:lnTo>
                <a:lnTo>
                  <a:pt x="78158" y="44829"/>
                </a:lnTo>
                <a:close/>
                <a:moveTo>
                  <a:pt x="55184" y="44555"/>
                </a:moveTo>
                <a:cubicBezTo>
                  <a:pt x="55333" y="44704"/>
                  <a:pt x="55482" y="44904"/>
                  <a:pt x="55632" y="45053"/>
                </a:cubicBezTo>
                <a:lnTo>
                  <a:pt x="55607" y="45053"/>
                </a:lnTo>
                <a:lnTo>
                  <a:pt x="55582" y="45078"/>
                </a:lnTo>
                <a:lnTo>
                  <a:pt x="55308" y="44804"/>
                </a:lnTo>
                <a:lnTo>
                  <a:pt x="55109" y="44605"/>
                </a:lnTo>
                <a:lnTo>
                  <a:pt x="55184" y="44555"/>
                </a:lnTo>
                <a:close/>
                <a:moveTo>
                  <a:pt x="63224" y="41046"/>
                </a:moveTo>
                <a:lnTo>
                  <a:pt x="63224" y="41070"/>
                </a:lnTo>
                <a:cubicBezTo>
                  <a:pt x="63099" y="41145"/>
                  <a:pt x="62975" y="41195"/>
                  <a:pt x="62875" y="41270"/>
                </a:cubicBezTo>
                <a:cubicBezTo>
                  <a:pt x="62751" y="41319"/>
                  <a:pt x="62626" y="41344"/>
                  <a:pt x="62502" y="41419"/>
                </a:cubicBezTo>
                <a:cubicBezTo>
                  <a:pt x="62427" y="41444"/>
                  <a:pt x="62328" y="41518"/>
                  <a:pt x="62228" y="41543"/>
                </a:cubicBezTo>
                <a:cubicBezTo>
                  <a:pt x="62178" y="41568"/>
                  <a:pt x="62079" y="41593"/>
                  <a:pt x="62029" y="41643"/>
                </a:cubicBezTo>
                <a:cubicBezTo>
                  <a:pt x="61855" y="41693"/>
                  <a:pt x="61730" y="41767"/>
                  <a:pt x="61581" y="41817"/>
                </a:cubicBezTo>
                <a:cubicBezTo>
                  <a:pt x="61431" y="41892"/>
                  <a:pt x="61282" y="41966"/>
                  <a:pt x="61108" y="42041"/>
                </a:cubicBezTo>
                <a:cubicBezTo>
                  <a:pt x="60959" y="42141"/>
                  <a:pt x="60809" y="42190"/>
                  <a:pt x="60610" y="42290"/>
                </a:cubicBezTo>
                <a:cubicBezTo>
                  <a:pt x="60486" y="42340"/>
                  <a:pt x="60361" y="42415"/>
                  <a:pt x="60262" y="42464"/>
                </a:cubicBezTo>
                <a:cubicBezTo>
                  <a:pt x="60237" y="42464"/>
                  <a:pt x="60237" y="42514"/>
                  <a:pt x="60212" y="42514"/>
                </a:cubicBezTo>
                <a:cubicBezTo>
                  <a:pt x="60013" y="42589"/>
                  <a:pt x="59838" y="42688"/>
                  <a:pt x="59689" y="42788"/>
                </a:cubicBezTo>
                <a:cubicBezTo>
                  <a:pt x="59614" y="42813"/>
                  <a:pt x="59540" y="42887"/>
                  <a:pt x="59465" y="42912"/>
                </a:cubicBezTo>
                <a:cubicBezTo>
                  <a:pt x="59440" y="42912"/>
                  <a:pt x="59440" y="42937"/>
                  <a:pt x="59415" y="42937"/>
                </a:cubicBezTo>
                <a:cubicBezTo>
                  <a:pt x="59365" y="42937"/>
                  <a:pt x="59365" y="42962"/>
                  <a:pt x="59341" y="42962"/>
                </a:cubicBezTo>
                <a:cubicBezTo>
                  <a:pt x="59316" y="42962"/>
                  <a:pt x="59316" y="43012"/>
                  <a:pt x="59291" y="43012"/>
                </a:cubicBezTo>
                <a:cubicBezTo>
                  <a:pt x="59092" y="43136"/>
                  <a:pt x="58917" y="43211"/>
                  <a:pt x="58693" y="43335"/>
                </a:cubicBezTo>
                <a:cubicBezTo>
                  <a:pt x="58669" y="43335"/>
                  <a:pt x="58669" y="43360"/>
                  <a:pt x="58619" y="43360"/>
                </a:cubicBezTo>
                <a:cubicBezTo>
                  <a:pt x="58594" y="43360"/>
                  <a:pt x="58594" y="43410"/>
                  <a:pt x="58569" y="43410"/>
                </a:cubicBezTo>
                <a:lnTo>
                  <a:pt x="58544" y="43435"/>
                </a:lnTo>
                <a:cubicBezTo>
                  <a:pt x="58494" y="43435"/>
                  <a:pt x="58494" y="43460"/>
                  <a:pt x="58469" y="43460"/>
                </a:cubicBezTo>
                <a:cubicBezTo>
                  <a:pt x="58469" y="43460"/>
                  <a:pt x="58445" y="43460"/>
                  <a:pt x="58445" y="43485"/>
                </a:cubicBezTo>
                <a:cubicBezTo>
                  <a:pt x="58420" y="43535"/>
                  <a:pt x="58370" y="43535"/>
                  <a:pt x="58345" y="43559"/>
                </a:cubicBezTo>
                <a:cubicBezTo>
                  <a:pt x="58121" y="43684"/>
                  <a:pt x="57947" y="43808"/>
                  <a:pt x="57723" y="43933"/>
                </a:cubicBezTo>
                <a:cubicBezTo>
                  <a:pt x="57698" y="43958"/>
                  <a:pt x="57673" y="43958"/>
                  <a:pt x="57623" y="43983"/>
                </a:cubicBezTo>
                <a:cubicBezTo>
                  <a:pt x="57598" y="44032"/>
                  <a:pt x="57573" y="44032"/>
                  <a:pt x="57548" y="44057"/>
                </a:cubicBezTo>
                <a:cubicBezTo>
                  <a:pt x="57499" y="44057"/>
                  <a:pt x="57499" y="44082"/>
                  <a:pt x="57474" y="44082"/>
                </a:cubicBezTo>
                <a:cubicBezTo>
                  <a:pt x="57449" y="44107"/>
                  <a:pt x="57424" y="44107"/>
                  <a:pt x="57374" y="44157"/>
                </a:cubicBezTo>
                <a:cubicBezTo>
                  <a:pt x="57175" y="44281"/>
                  <a:pt x="56951" y="44431"/>
                  <a:pt x="56752" y="44555"/>
                </a:cubicBezTo>
                <a:cubicBezTo>
                  <a:pt x="56702" y="44580"/>
                  <a:pt x="56627" y="44655"/>
                  <a:pt x="56553" y="44704"/>
                </a:cubicBezTo>
                <a:cubicBezTo>
                  <a:pt x="56503" y="44729"/>
                  <a:pt x="56478" y="44779"/>
                  <a:pt x="56453" y="44779"/>
                </a:cubicBezTo>
                <a:cubicBezTo>
                  <a:pt x="56304" y="44904"/>
                  <a:pt x="56105" y="44978"/>
                  <a:pt x="55955" y="45103"/>
                </a:cubicBezTo>
                <a:lnTo>
                  <a:pt x="55931" y="45078"/>
                </a:lnTo>
                <a:lnTo>
                  <a:pt x="55881" y="45053"/>
                </a:lnTo>
                <a:cubicBezTo>
                  <a:pt x="56080" y="44929"/>
                  <a:pt x="56229" y="44804"/>
                  <a:pt x="56428" y="44680"/>
                </a:cubicBezTo>
                <a:lnTo>
                  <a:pt x="56702" y="44480"/>
                </a:lnTo>
                <a:cubicBezTo>
                  <a:pt x="56752" y="44456"/>
                  <a:pt x="56827" y="44406"/>
                  <a:pt x="56876" y="44356"/>
                </a:cubicBezTo>
                <a:cubicBezTo>
                  <a:pt x="57051" y="44281"/>
                  <a:pt x="57175" y="44182"/>
                  <a:pt x="57324" y="44082"/>
                </a:cubicBezTo>
                <a:cubicBezTo>
                  <a:pt x="57449" y="44032"/>
                  <a:pt x="57548" y="43933"/>
                  <a:pt x="57673" y="43858"/>
                </a:cubicBezTo>
                <a:cubicBezTo>
                  <a:pt x="57847" y="43734"/>
                  <a:pt x="58046" y="43609"/>
                  <a:pt x="58220" y="43535"/>
                </a:cubicBezTo>
                <a:cubicBezTo>
                  <a:pt x="58345" y="43435"/>
                  <a:pt x="58469" y="43360"/>
                  <a:pt x="58619" y="43286"/>
                </a:cubicBezTo>
                <a:cubicBezTo>
                  <a:pt x="58818" y="43186"/>
                  <a:pt x="58967" y="43087"/>
                  <a:pt x="59166" y="42987"/>
                </a:cubicBezTo>
                <a:cubicBezTo>
                  <a:pt x="59316" y="42912"/>
                  <a:pt x="59465" y="42813"/>
                  <a:pt x="59589" y="42738"/>
                </a:cubicBezTo>
                <a:cubicBezTo>
                  <a:pt x="59739" y="42663"/>
                  <a:pt x="59913" y="42589"/>
                  <a:pt x="60062" y="42489"/>
                </a:cubicBezTo>
                <a:cubicBezTo>
                  <a:pt x="60087" y="42464"/>
                  <a:pt x="60162" y="42464"/>
                  <a:pt x="60187" y="42439"/>
                </a:cubicBezTo>
                <a:lnTo>
                  <a:pt x="60560" y="42240"/>
                </a:lnTo>
                <a:lnTo>
                  <a:pt x="60934" y="42066"/>
                </a:lnTo>
                <a:cubicBezTo>
                  <a:pt x="60983" y="42041"/>
                  <a:pt x="61008" y="42041"/>
                  <a:pt x="61083" y="41991"/>
                </a:cubicBezTo>
                <a:cubicBezTo>
                  <a:pt x="61232" y="41942"/>
                  <a:pt x="61357" y="41842"/>
                  <a:pt x="61506" y="41792"/>
                </a:cubicBezTo>
                <a:cubicBezTo>
                  <a:pt x="61631" y="41718"/>
                  <a:pt x="61730" y="41693"/>
                  <a:pt x="61855" y="41618"/>
                </a:cubicBezTo>
                <a:cubicBezTo>
                  <a:pt x="62079" y="41543"/>
                  <a:pt x="62253" y="41444"/>
                  <a:pt x="62477" y="41344"/>
                </a:cubicBezTo>
                <a:cubicBezTo>
                  <a:pt x="62576" y="41319"/>
                  <a:pt x="62676" y="41294"/>
                  <a:pt x="62751" y="41220"/>
                </a:cubicBezTo>
                <a:lnTo>
                  <a:pt x="63224" y="41046"/>
                </a:lnTo>
                <a:close/>
                <a:moveTo>
                  <a:pt x="73130" y="45028"/>
                </a:moveTo>
                <a:cubicBezTo>
                  <a:pt x="73130" y="45053"/>
                  <a:pt x="73080" y="45078"/>
                  <a:pt x="73080" y="45128"/>
                </a:cubicBezTo>
                <a:lnTo>
                  <a:pt x="73080" y="45053"/>
                </a:lnTo>
                <a:lnTo>
                  <a:pt x="73130" y="45028"/>
                </a:lnTo>
                <a:close/>
                <a:moveTo>
                  <a:pt x="22228" y="36466"/>
                </a:moveTo>
                <a:cubicBezTo>
                  <a:pt x="23970" y="37113"/>
                  <a:pt x="26111" y="38208"/>
                  <a:pt x="28426" y="39602"/>
                </a:cubicBezTo>
                <a:cubicBezTo>
                  <a:pt x="28003" y="40050"/>
                  <a:pt x="27629" y="40473"/>
                  <a:pt x="27231" y="40946"/>
                </a:cubicBezTo>
                <a:cubicBezTo>
                  <a:pt x="27131" y="41070"/>
                  <a:pt x="27057" y="41170"/>
                  <a:pt x="26907" y="41294"/>
                </a:cubicBezTo>
                <a:cubicBezTo>
                  <a:pt x="26260" y="42041"/>
                  <a:pt x="25613" y="42813"/>
                  <a:pt x="24966" y="43584"/>
                </a:cubicBezTo>
                <a:cubicBezTo>
                  <a:pt x="24891" y="43659"/>
                  <a:pt x="24866" y="43709"/>
                  <a:pt x="24792" y="43784"/>
                </a:cubicBezTo>
                <a:lnTo>
                  <a:pt x="23672" y="45177"/>
                </a:lnTo>
                <a:cubicBezTo>
                  <a:pt x="21879" y="43286"/>
                  <a:pt x="20436" y="41568"/>
                  <a:pt x="19490" y="40100"/>
                </a:cubicBezTo>
                <a:cubicBezTo>
                  <a:pt x="19789" y="39677"/>
                  <a:pt x="20062" y="39278"/>
                  <a:pt x="20386" y="38830"/>
                </a:cubicBezTo>
                <a:lnTo>
                  <a:pt x="20411" y="38805"/>
                </a:lnTo>
                <a:cubicBezTo>
                  <a:pt x="20784" y="38283"/>
                  <a:pt x="21183" y="37760"/>
                  <a:pt x="21606" y="37237"/>
                </a:cubicBezTo>
                <a:cubicBezTo>
                  <a:pt x="21631" y="37212"/>
                  <a:pt x="21655" y="37187"/>
                  <a:pt x="21655" y="37138"/>
                </a:cubicBezTo>
                <a:cubicBezTo>
                  <a:pt x="21855" y="36889"/>
                  <a:pt x="22029" y="36690"/>
                  <a:pt x="22228" y="36466"/>
                </a:cubicBezTo>
                <a:close/>
                <a:moveTo>
                  <a:pt x="72657" y="44904"/>
                </a:moveTo>
                <a:lnTo>
                  <a:pt x="72657" y="44953"/>
                </a:lnTo>
                <a:cubicBezTo>
                  <a:pt x="72408" y="45028"/>
                  <a:pt x="72184" y="45128"/>
                  <a:pt x="71935" y="45177"/>
                </a:cubicBezTo>
                <a:cubicBezTo>
                  <a:pt x="71985" y="45153"/>
                  <a:pt x="71985" y="45128"/>
                  <a:pt x="72010" y="45128"/>
                </a:cubicBezTo>
                <a:cubicBezTo>
                  <a:pt x="72234" y="45053"/>
                  <a:pt x="72433" y="45003"/>
                  <a:pt x="72657" y="44904"/>
                </a:cubicBezTo>
                <a:close/>
                <a:moveTo>
                  <a:pt x="55756" y="45202"/>
                </a:moveTo>
                <a:lnTo>
                  <a:pt x="55781" y="45227"/>
                </a:lnTo>
                <a:cubicBezTo>
                  <a:pt x="55781" y="45227"/>
                  <a:pt x="55756" y="45227"/>
                  <a:pt x="55756" y="45277"/>
                </a:cubicBezTo>
                <a:lnTo>
                  <a:pt x="55731" y="45302"/>
                </a:lnTo>
                <a:cubicBezTo>
                  <a:pt x="55731" y="45277"/>
                  <a:pt x="55731" y="45277"/>
                  <a:pt x="55706" y="45227"/>
                </a:cubicBezTo>
                <a:cubicBezTo>
                  <a:pt x="55731" y="45202"/>
                  <a:pt x="55731" y="45202"/>
                  <a:pt x="55756" y="45202"/>
                </a:cubicBezTo>
                <a:close/>
                <a:moveTo>
                  <a:pt x="28575" y="39701"/>
                </a:moveTo>
                <a:cubicBezTo>
                  <a:pt x="28600" y="39701"/>
                  <a:pt x="28600" y="39726"/>
                  <a:pt x="28625" y="39726"/>
                </a:cubicBezTo>
                <a:cubicBezTo>
                  <a:pt x="26957" y="41568"/>
                  <a:pt x="25364" y="43435"/>
                  <a:pt x="23846" y="45327"/>
                </a:cubicBezTo>
                <a:lnTo>
                  <a:pt x="23821" y="45302"/>
                </a:lnTo>
                <a:cubicBezTo>
                  <a:pt x="24145" y="44879"/>
                  <a:pt x="24493" y="44456"/>
                  <a:pt x="24841" y="44032"/>
                </a:cubicBezTo>
                <a:cubicBezTo>
                  <a:pt x="24991" y="43833"/>
                  <a:pt x="25115" y="43684"/>
                  <a:pt x="25265" y="43510"/>
                </a:cubicBezTo>
                <a:cubicBezTo>
                  <a:pt x="25837" y="42813"/>
                  <a:pt x="26385" y="42166"/>
                  <a:pt x="26982" y="41518"/>
                </a:cubicBezTo>
                <a:cubicBezTo>
                  <a:pt x="27206" y="41270"/>
                  <a:pt x="27455" y="40971"/>
                  <a:pt x="27679" y="40722"/>
                </a:cubicBezTo>
                <a:cubicBezTo>
                  <a:pt x="27978" y="40398"/>
                  <a:pt x="28252" y="40050"/>
                  <a:pt x="28575" y="39701"/>
                </a:cubicBezTo>
                <a:close/>
                <a:moveTo>
                  <a:pt x="19341" y="40274"/>
                </a:moveTo>
                <a:cubicBezTo>
                  <a:pt x="20286" y="41693"/>
                  <a:pt x="21730" y="43410"/>
                  <a:pt x="23522" y="45302"/>
                </a:cubicBezTo>
                <a:cubicBezTo>
                  <a:pt x="23572" y="45327"/>
                  <a:pt x="23522" y="45327"/>
                  <a:pt x="23522" y="45377"/>
                </a:cubicBezTo>
                <a:cubicBezTo>
                  <a:pt x="21705" y="43460"/>
                  <a:pt x="20286" y="41767"/>
                  <a:pt x="19291" y="40324"/>
                </a:cubicBezTo>
                <a:cubicBezTo>
                  <a:pt x="19291" y="40299"/>
                  <a:pt x="19341" y="40299"/>
                  <a:pt x="19341" y="40274"/>
                </a:cubicBezTo>
                <a:close/>
                <a:moveTo>
                  <a:pt x="117436" y="31687"/>
                </a:moveTo>
                <a:lnTo>
                  <a:pt x="117436" y="31687"/>
                </a:lnTo>
                <a:cubicBezTo>
                  <a:pt x="118034" y="35868"/>
                  <a:pt x="117660" y="40548"/>
                  <a:pt x="116466" y="45451"/>
                </a:cubicBezTo>
                <a:cubicBezTo>
                  <a:pt x="116590" y="42838"/>
                  <a:pt x="116366" y="40349"/>
                  <a:pt x="115794" y="38059"/>
                </a:cubicBezTo>
                <a:cubicBezTo>
                  <a:pt x="115819" y="37984"/>
                  <a:pt x="115819" y="37959"/>
                  <a:pt x="115843" y="37909"/>
                </a:cubicBezTo>
                <a:cubicBezTo>
                  <a:pt x="115843" y="37859"/>
                  <a:pt x="115868" y="37835"/>
                  <a:pt x="115868" y="37810"/>
                </a:cubicBezTo>
                <a:cubicBezTo>
                  <a:pt x="115968" y="37586"/>
                  <a:pt x="116092" y="37337"/>
                  <a:pt x="116192" y="37113"/>
                </a:cubicBezTo>
                <a:cubicBezTo>
                  <a:pt x="116217" y="37063"/>
                  <a:pt x="116242" y="36963"/>
                  <a:pt x="116291" y="36914"/>
                </a:cubicBezTo>
                <a:cubicBezTo>
                  <a:pt x="116366" y="36690"/>
                  <a:pt x="116441" y="36466"/>
                  <a:pt x="116540" y="36242"/>
                </a:cubicBezTo>
                <a:lnTo>
                  <a:pt x="116615" y="35968"/>
                </a:lnTo>
                <a:cubicBezTo>
                  <a:pt x="116690" y="35744"/>
                  <a:pt x="116739" y="35569"/>
                  <a:pt x="116814" y="35345"/>
                </a:cubicBezTo>
                <a:cubicBezTo>
                  <a:pt x="116839" y="35246"/>
                  <a:pt x="116864" y="35121"/>
                  <a:pt x="116914" y="35047"/>
                </a:cubicBezTo>
                <a:cubicBezTo>
                  <a:pt x="116964" y="34848"/>
                  <a:pt x="116988" y="34624"/>
                  <a:pt x="117063" y="34449"/>
                </a:cubicBezTo>
                <a:cubicBezTo>
                  <a:pt x="117088" y="34325"/>
                  <a:pt x="117113" y="34200"/>
                  <a:pt x="117113" y="34076"/>
                </a:cubicBezTo>
                <a:lnTo>
                  <a:pt x="117212" y="33504"/>
                </a:lnTo>
                <a:cubicBezTo>
                  <a:pt x="117212" y="33454"/>
                  <a:pt x="117237" y="33379"/>
                  <a:pt x="117237" y="33329"/>
                </a:cubicBezTo>
                <a:cubicBezTo>
                  <a:pt x="117287" y="33255"/>
                  <a:pt x="117287" y="33230"/>
                  <a:pt x="117287" y="33205"/>
                </a:cubicBezTo>
                <a:cubicBezTo>
                  <a:pt x="117287" y="33130"/>
                  <a:pt x="117312" y="33080"/>
                  <a:pt x="117312" y="33006"/>
                </a:cubicBezTo>
                <a:cubicBezTo>
                  <a:pt x="117337" y="32856"/>
                  <a:pt x="117362" y="32682"/>
                  <a:pt x="117362" y="32508"/>
                </a:cubicBezTo>
                <a:lnTo>
                  <a:pt x="117362" y="32359"/>
                </a:lnTo>
                <a:lnTo>
                  <a:pt x="117362" y="32309"/>
                </a:lnTo>
                <a:cubicBezTo>
                  <a:pt x="117362" y="32184"/>
                  <a:pt x="117412" y="32010"/>
                  <a:pt x="117412" y="31886"/>
                </a:cubicBezTo>
                <a:cubicBezTo>
                  <a:pt x="117412" y="31836"/>
                  <a:pt x="117412" y="31761"/>
                  <a:pt x="117436" y="31687"/>
                </a:cubicBezTo>
                <a:close/>
                <a:moveTo>
                  <a:pt x="72906" y="45078"/>
                </a:moveTo>
                <a:cubicBezTo>
                  <a:pt x="72931" y="45227"/>
                  <a:pt x="72931" y="45377"/>
                  <a:pt x="72981" y="45526"/>
                </a:cubicBezTo>
                <a:cubicBezTo>
                  <a:pt x="72981" y="45551"/>
                  <a:pt x="72931" y="45625"/>
                  <a:pt x="72931" y="45650"/>
                </a:cubicBezTo>
                <a:cubicBezTo>
                  <a:pt x="72906" y="45451"/>
                  <a:pt x="72881" y="45302"/>
                  <a:pt x="72881" y="45128"/>
                </a:cubicBezTo>
                <a:cubicBezTo>
                  <a:pt x="72881" y="45078"/>
                  <a:pt x="72906" y="45078"/>
                  <a:pt x="72906" y="45078"/>
                </a:cubicBezTo>
                <a:close/>
                <a:moveTo>
                  <a:pt x="73379" y="45003"/>
                </a:moveTo>
                <a:lnTo>
                  <a:pt x="73180" y="45650"/>
                </a:lnTo>
                <a:cubicBezTo>
                  <a:pt x="73180" y="45625"/>
                  <a:pt x="73155" y="45551"/>
                  <a:pt x="73155" y="45526"/>
                </a:cubicBezTo>
                <a:cubicBezTo>
                  <a:pt x="73205" y="45327"/>
                  <a:pt x="73280" y="45177"/>
                  <a:pt x="73304" y="45003"/>
                </a:cubicBezTo>
                <a:close/>
                <a:moveTo>
                  <a:pt x="99938" y="37660"/>
                </a:moveTo>
                <a:cubicBezTo>
                  <a:pt x="100411" y="37835"/>
                  <a:pt x="100884" y="38059"/>
                  <a:pt x="101357" y="38283"/>
                </a:cubicBezTo>
                <a:cubicBezTo>
                  <a:pt x="100610" y="40249"/>
                  <a:pt x="99739" y="42315"/>
                  <a:pt x="98768" y="44331"/>
                </a:cubicBezTo>
                <a:cubicBezTo>
                  <a:pt x="98693" y="44381"/>
                  <a:pt x="98619" y="44431"/>
                  <a:pt x="98544" y="44456"/>
                </a:cubicBezTo>
                <a:cubicBezTo>
                  <a:pt x="98445" y="44505"/>
                  <a:pt x="98395" y="44530"/>
                  <a:pt x="98295" y="44580"/>
                </a:cubicBezTo>
                <a:cubicBezTo>
                  <a:pt x="98046" y="44704"/>
                  <a:pt x="97797" y="44829"/>
                  <a:pt x="97524" y="44929"/>
                </a:cubicBezTo>
                <a:cubicBezTo>
                  <a:pt x="97449" y="44953"/>
                  <a:pt x="97399" y="45003"/>
                  <a:pt x="97300" y="45028"/>
                </a:cubicBezTo>
                <a:cubicBezTo>
                  <a:pt x="97026" y="45153"/>
                  <a:pt x="96752" y="45252"/>
                  <a:pt x="96503" y="45327"/>
                </a:cubicBezTo>
                <a:cubicBezTo>
                  <a:pt x="96428" y="45377"/>
                  <a:pt x="96379" y="45377"/>
                  <a:pt x="96329" y="45401"/>
                </a:cubicBezTo>
                <a:cubicBezTo>
                  <a:pt x="96080" y="45501"/>
                  <a:pt x="95831" y="45551"/>
                  <a:pt x="95632" y="45650"/>
                </a:cubicBezTo>
                <a:cubicBezTo>
                  <a:pt x="94711" y="44754"/>
                  <a:pt x="93591" y="44008"/>
                  <a:pt x="92321" y="43460"/>
                </a:cubicBezTo>
                <a:cubicBezTo>
                  <a:pt x="95134" y="42190"/>
                  <a:pt x="97772" y="40199"/>
                  <a:pt x="99938" y="37660"/>
                </a:cubicBezTo>
                <a:close/>
                <a:moveTo>
                  <a:pt x="14638" y="40456"/>
                </a:moveTo>
                <a:cubicBezTo>
                  <a:pt x="14595" y="40521"/>
                  <a:pt x="14553" y="40584"/>
                  <a:pt x="14512" y="40647"/>
                </a:cubicBezTo>
                <a:cubicBezTo>
                  <a:pt x="14039" y="41319"/>
                  <a:pt x="13541" y="42066"/>
                  <a:pt x="13043" y="42838"/>
                </a:cubicBezTo>
                <a:cubicBezTo>
                  <a:pt x="12944" y="42962"/>
                  <a:pt x="12869" y="43136"/>
                  <a:pt x="12769" y="43261"/>
                </a:cubicBezTo>
                <a:cubicBezTo>
                  <a:pt x="12228" y="44059"/>
                  <a:pt x="11702" y="44882"/>
                  <a:pt x="11207" y="45673"/>
                </a:cubicBezTo>
                <a:lnTo>
                  <a:pt x="11207" y="45673"/>
                </a:lnTo>
                <a:cubicBezTo>
                  <a:pt x="11728" y="44828"/>
                  <a:pt x="12253" y="43947"/>
                  <a:pt x="12819" y="43087"/>
                </a:cubicBezTo>
                <a:cubicBezTo>
                  <a:pt x="12869" y="43037"/>
                  <a:pt x="12919" y="42962"/>
                  <a:pt x="12944" y="42912"/>
                </a:cubicBezTo>
                <a:cubicBezTo>
                  <a:pt x="13441" y="42166"/>
                  <a:pt x="13939" y="41444"/>
                  <a:pt x="14437" y="40722"/>
                </a:cubicBezTo>
                <a:cubicBezTo>
                  <a:pt x="14505" y="40635"/>
                  <a:pt x="14571" y="40546"/>
                  <a:pt x="14638" y="40456"/>
                </a:cubicBezTo>
                <a:close/>
                <a:moveTo>
                  <a:pt x="42838" y="27903"/>
                </a:moveTo>
                <a:cubicBezTo>
                  <a:pt x="44281" y="30517"/>
                  <a:pt x="45999" y="33304"/>
                  <a:pt x="47891" y="35968"/>
                </a:cubicBezTo>
                <a:cubicBezTo>
                  <a:pt x="44306" y="39054"/>
                  <a:pt x="40921" y="42290"/>
                  <a:pt x="37785" y="45675"/>
                </a:cubicBezTo>
                <a:cubicBezTo>
                  <a:pt x="35171" y="43634"/>
                  <a:pt x="32483" y="41693"/>
                  <a:pt x="29994" y="40100"/>
                </a:cubicBezTo>
                <a:cubicBezTo>
                  <a:pt x="33578" y="35669"/>
                  <a:pt x="37934" y="31462"/>
                  <a:pt x="42838" y="27903"/>
                </a:cubicBezTo>
                <a:close/>
                <a:moveTo>
                  <a:pt x="92072" y="43559"/>
                </a:moveTo>
                <a:cubicBezTo>
                  <a:pt x="93342" y="44057"/>
                  <a:pt x="94462" y="44804"/>
                  <a:pt x="95408" y="45700"/>
                </a:cubicBezTo>
                <a:lnTo>
                  <a:pt x="95308" y="45700"/>
                </a:lnTo>
                <a:cubicBezTo>
                  <a:pt x="94387" y="44804"/>
                  <a:pt x="93292" y="44082"/>
                  <a:pt x="91973" y="43584"/>
                </a:cubicBezTo>
                <a:cubicBezTo>
                  <a:pt x="92023" y="43584"/>
                  <a:pt x="92048" y="43559"/>
                  <a:pt x="92072" y="43559"/>
                </a:cubicBezTo>
                <a:close/>
                <a:moveTo>
                  <a:pt x="106730" y="41502"/>
                </a:moveTo>
                <a:cubicBezTo>
                  <a:pt x="108006" y="42414"/>
                  <a:pt x="109135" y="43398"/>
                  <a:pt x="110168" y="44431"/>
                </a:cubicBezTo>
                <a:cubicBezTo>
                  <a:pt x="110143" y="44456"/>
                  <a:pt x="110118" y="44530"/>
                  <a:pt x="110094" y="44605"/>
                </a:cubicBezTo>
                <a:cubicBezTo>
                  <a:pt x="109994" y="44704"/>
                  <a:pt x="109870" y="44804"/>
                  <a:pt x="109770" y="44904"/>
                </a:cubicBezTo>
                <a:cubicBezTo>
                  <a:pt x="109695" y="45003"/>
                  <a:pt x="109596" y="45053"/>
                  <a:pt x="109471" y="45153"/>
                </a:cubicBezTo>
                <a:cubicBezTo>
                  <a:pt x="109322" y="45277"/>
                  <a:pt x="109123" y="45401"/>
                  <a:pt x="108973" y="45526"/>
                </a:cubicBezTo>
                <a:cubicBezTo>
                  <a:pt x="108874" y="45576"/>
                  <a:pt x="108774" y="45650"/>
                  <a:pt x="108700" y="45725"/>
                </a:cubicBezTo>
                <a:cubicBezTo>
                  <a:pt x="108700" y="45675"/>
                  <a:pt x="108650" y="45650"/>
                  <a:pt x="108650" y="45576"/>
                </a:cubicBezTo>
                <a:cubicBezTo>
                  <a:pt x="108600" y="45377"/>
                  <a:pt x="108525" y="45153"/>
                  <a:pt x="108476" y="44953"/>
                </a:cubicBezTo>
                <a:lnTo>
                  <a:pt x="108376" y="44680"/>
                </a:lnTo>
                <a:cubicBezTo>
                  <a:pt x="108351" y="44605"/>
                  <a:pt x="108301" y="44530"/>
                  <a:pt x="108277" y="44456"/>
                </a:cubicBezTo>
                <a:cubicBezTo>
                  <a:pt x="108252" y="44356"/>
                  <a:pt x="108177" y="44256"/>
                  <a:pt x="108152" y="44157"/>
                </a:cubicBezTo>
                <a:cubicBezTo>
                  <a:pt x="108127" y="44082"/>
                  <a:pt x="108127" y="44057"/>
                  <a:pt x="108102" y="43983"/>
                </a:cubicBezTo>
                <a:cubicBezTo>
                  <a:pt x="108102" y="43958"/>
                  <a:pt x="108052" y="43933"/>
                  <a:pt x="108052" y="43933"/>
                </a:cubicBezTo>
                <a:cubicBezTo>
                  <a:pt x="108003" y="43808"/>
                  <a:pt x="107978" y="43684"/>
                  <a:pt x="107903" y="43584"/>
                </a:cubicBezTo>
                <a:cubicBezTo>
                  <a:pt x="107903" y="43559"/>
                  <a:pt x="107878" y="43535"/>
                  <a:pt x="107878" y="43510"/>
                </a:cubicBezTo>
                <a:lnTo>
                  <a:pt x="107779" y="43311"/>
                </a:lnTo>
                <a:cubicBezTo>
                  <a:pt x="107679" y="43136"/>
                  <a:pt x="107604" y="42912"/>
                  <a:pt x="107480" y="42713"/>
                </a:cubicBezTo>
                <a:cubicBezTo>
                  <a:pt x="107430" y="42663"/>
                  <a:pt x="107380" y="42589"/>
                  <a:pt x="107356" y="42514"/>
                </a:cubicBezTo>
                <a:cubicBezTo>
                  <a:pt x="107281" y="42415"/>
                  <a:pt x="107231" y="42290"/>
                  <a:pt x="107156" y="42190"/>
                </a:cubicBezTo>
                <a:cubicBezTo>
                  <a:pt x="107107" y="42066"/>
                  <a:pt x="107032" y="41966"/>
                  <a:pt x="106932" y="41842"/>
                </a:cubicBezTo>
                <a:cubicBezTo>
                  <a:pt x="106883" y="41718"/>
                  <a:pt x="106783" y="41643"/>
                  <a:pt x="106733" y="41518"/>
                </a:cubicBezTo>
                <a:cubicBezTo>
                  <a:pt x="106733" y="41518"/>
                  <a:pt x="106733" y="41511"/>
                  <a:pt x="106730" y="41502"/>
                </a:cubicBezTo>
                <a:close/>
                <a:moveTo>
                  <a:pt x="55507" y="45426"/>
                </a:moveTo>
                <a:lnTo>
                  <a:pt x="55557" y="45451"/>
                </a:lnTo>
                <a:lnTo>
                  <a:pt x="55582" y="45476"/>
                </a:lnTo>
                <a:cubicBezTo>
                  <a:pt x="55569" y="45473"/>
                  <a:pt x="55556" y="45471"/>
                  <a:pt x="55543" y="45471"/>
                </a:cubicBezTo>
                <a:cubicBezTo>
                  <a:pt x="55456" y="45471"/>
                  <a:pt x="55367" y="45539"/>
                  <a:pt x="55258" y="45625"/>
                </a:cubicBezTo>
                <a:cubicBezTo>
                  <a:pt x="55201" y="45663"/>
                  <a:pt x="55130" y="45716"/>
                  <a:pt x="55055" y="45772"/>
                </a:cubicBezTo>
                <a:lnTo>
                  <a:pt x="55055" y="45772"/>
                </a:lnTo>
                <a:cubicBezTo>
                  <a:pt x="55183" y="45673"/>
                  <a:pt x="55315" y="45575"/>
                  <a:pt x="55458" y="45476"/>
                </a:cubicBezTo>
                <a:cubicBezTo>
                  <a:pt x="55482" y="45476"/>
                  <a:pt x="55482" y="45451"/>
                  <a:pt x="55507" y="45426"/>
                </a:cubicBezTo>
                <a:close/>
                <a:moveTo>
                  <a:pt x="29870" y="40199"/>
                </a:moveTo>
                <a:cubicBezTo>
                  <a:pt x="32408" y="41842"/>
                  <a:pt x="35047" y="43759"/>
                  <a:pt x="37660" y="45800"/>
                </a:cubicBezTo>
                <a:lnTo>
                  <a:pt x="37636" y="45825"/>
                </a:lnTo>
                <a:cubicBezTo>
                  <a:pt x="35022" y="43784"/>
                  <a:pt x="32359" y="41892"/>
                  <a:pt x="29845" y="40249"/>
                </a:cubicBezTo>
                <a:cubicBezTo>
                  <a:pt x="29845" y="40224"/>
                  <a:pt x="29870" y="40224"/>
                  <a:pt x="29870" y="40199"/>
                </a:cubicBezTo>
                <a:close/>
                <a:moveTo>
                  <a:pt x="48015" y="36167"/>
                </a:moveTo>
                <a:cubicBezTo>
                  <a:pt x="48015" y="36192"/>
                  <a:pt x="48040" y="36192"/>
                  <a:pt x="48040" y="36217"/>
                </a:cubicBezTo>
                <a:cubicBezTo>
                  <a:pt x="44481" y="39228"/>
                  <a:pt x="41120" y="42464"/>
                  <a:pt x="38009" y="45825"/>
                </a:cubicBezTo>
                <a:cubicBezTo>
                  <a:pt x="37959" y="45825"/>
                  <a:pt x="37959" y="45800"/>
                  <a:pt x="37934" y="45800"/>
                </a:cubicBezTo>
                <a:cubicBezTo>
                  <a:pt x="41071" y="42439"/>
                  <a:pt x="44431" y="39204"/>
                  <a:pt x="48015" y="36167"/>
                </a:cubicBezTo>
                <a:close/>
                <a:moveTo>
                  <a:pt x="98619" y="44630"/>
                </a:moveTo>
                <a:cubicBezTo>
                  <a:pt x="98619" y="44630"/>
                  <a:pt x="98619" y="44655"/>
                  <a:pt x="98569" y="44655"/>
                </a:cubicBezTo>
                <a:cubicBezTo>
                  <a:pt x="98569" y="44655"/>
                  <a:pt x="98569" y="44680"/>
                  <a:pt x="98544" y="44680"/>
                </a:cubicBezTo>
                <a:cubicBezTo>
                  <a:pt x="97673" y="45153"/>
                  <a:pt x="96752" y="45526"/>
                  <a:pt x="95781" y="45825"/>
                </a:cubicBezTo>
                <a:lnTo>
                  <a:pt x="95707" y="45775"/>
                </a:lnTo>
                <a:cubicBezTo>
                  <a:pt x="96677" y="45451"/>
                  <a:pt x="97623" y="45078"/>
                  <a:pt x="98544" y="44655"/>
                </a:cubicBezTo>
                <a:cubicBezTo>
                  <a:pt x="98569" y="44655"/>
                  <a:pt x="98569" y="44630"/>
                  <a:pt x="98619" y="44630"/>
                </a:cubicBezTo>
                <a:close/>
                <a:moveTo>
                  <a:pt x="106061" y="40846"/>
                </a:moveTo>
                <a:lnTo>
                  <a:pt x="106061" y="40846"/>
                </a:lnTo>
                <a:cubicBezTo>
                  <a:pt x="106111" y="40896"/>
                  <a:pt x="106136" y="40896"/>
                  <a:pt x="106161" y="40921"/>
                </a:cubicBezTo>
                <a:cubicBezTo>
                  <a:pt x="106186" y="40946"/>
                  <a:pt x="106235" y="40946"/>
                  <a:pt x="106260" y="40971"/>
                </a:cubicBezTo>
                <a:cubicBezTo>
                  <a:pt x="106310" y="41070"/>
                  <a:pt x="106385" y="41145"/>
                  <a:pt x="106435" y="41220"/>
                </a:cubicBezTo>
                <a:cubicBezTo>
                  <a:pt x="106484" y="41294"/>
                  <a:pt x="106509" y="41319"/>
                  <a:pt x="106534" y="41394"/>
                </a:cubicBezTo>
                <a:cubicBezTo>
                  <a:pt x="106584" y="41419"/>
                  <a:pt x="106584" y="41444"/>
                  <a:pt x="106609" y="41469"/>
                </a:cubicBezTo>
                <a:cubicBezTo>
                  <a:pt x="106659" y="41543"/>
                  <a:pt x="106708" y="41643"/>
                  <a:pt x="106758" y="41693"/>
                </a:cubicBezTo>
                <a:cubicBezTo>
                  <a:pt x="106858" y="41842"/>
                  <a:pt x="106982" y="42016"/>
                  <a:pt x="107057" y="42190"/>
                </a:cubicBezTo>
                <a:cubicBezTo>
                  <a:pt x="107107" y="42215"/>
                  <a:pt x="107132" y="42290"/>
                  <a:pt x="107156" y="42315"/>
                </a:cubicBezTo>
                <a:cubicBezTo>
                  <a:pt x="107231" y="42415"/>
                  <a:pt x="107256" y="42514"/>
                  <a:pt x="107331" y="42564"/>
                </a:cubicBezTo>
                <a:cubicBezTo>
                  <a:pt x="107430" y="42763"/>
                  <a:pt x="107530" y="42962"/>
                  <a:pt x="107629" y="43186"/>
                </a:cubicBezTo>
                <a:cubicBezTo>
                  <a:pt x="107679" y="43286"/>
                  <a:pt x="107729" y="43410"/>
                  <a:pt x="107779" y="43510"/>
                </a:cubicBezTo>
                <a:cubicBezTo>
                  <a:pt x="107828" y="43559"/>
                  <a:pt x="107853" y="43634"/>
                  <a:pt x="107878" y="43709"/>
                </a:cubicBezTo>
                <a:cubicBezTo>
                  <a:pt x="107978" y="43908"/>
                  <a:pt x="108028" y="44082"/>
                  <a:pt x="108127" y="44306"/>
                </a:cubicBezTo>
                <a:cubicBezTo>
                  <a:pt x="108152" y="44406"/>
                  <a:pt x="108202" y="44505"/>
                  <a:pt x="108252" y="44580"/>
                </a:cubicBezTo>
                <a:cubicBezTo>
                  <a:pt x="108277" y="44655"/>
                  <a:pt x="108277" y="44680"/>
                  <a:pt x="108301" y="44754"/>
                </a:cubicBezTo>
                <a:cubicBezTo>
                  <a:pt x="108301" y="44779"/>
                  <a:pt x="108351" y="44804"/>
                  <a:pt x="108351" y="44804"/>
                </a:cubicBezTo>
                <a:cubicBezTo>
                  <a:pt x="108401" y="45028"/>
                  <a:pt x="108501" y="45252"/>
                  <a:pt x="108575" y="45501"/>
                </a:cubicBezTo>
                <a:cubicBezTo>
                  <a:pt x="108476" y="45650"/>
                  <a:pt x="108525" y="45750"/>
                  <a:pt x="108525" y="45849"/>
                </a:cubicBezTo>
                <a:cubicBezTo>
                  <a:pt x="108401" y="45576"/>
                  <a:pt x="108351" y="45302"/>
                  <a:pt x="108252" y="45028"/>
                </a:cubicBezTo>
                <a:cubicBezTo>
                  <a:pt x="108227" y="44953"/>
                  <a:pt x="108227" y="44904"/>
                  <a:pt x="108202" y="44879"/>
                </a:cubicBezTo>
                <a:cubicBezTo>
                  <a:pt x="108152" y="44804"/>
                  <a:pt x="108127" y="44754"/>
                  <a:pt x="108102" y="44655"/>
                </a:cubicBezTo>
                <a:cubicBezTo>
                  <a:pt x="108077" y="44555"/>
                  <a:pt x="108028" y="44456"/>
                  <a:pt x="108003" y="44331"/>
                </a:cubicBezTo>
                <a:lnTo>
                  <a:pt x="108003" y="44306"/>
                </a:lnTo>
                <a:cubicBezTo>
                  <a:pt x="107953" y="44182"/>
                  <a:pt x="107903" y="44057"/>
                  <a:pt x="107853" y="43933"/>
                </a:cubicBezTo>
                <a:cubicBezTo>
                  <a:pt x="107828" y="43833"/>
                  <a:pt x="107779" y="43784"/>
                  <a:pt x="107754" y="43684"/>
                </a:cubicBezTo>
                <a:cubicBezTo>
                  <a:pt x="107754" y="43659"/>
                  <a:pt x="107729" y="43634"/>
                  <a:pt x="107729" y="43584"/>
                </a:cubicBezTo>
                <a:cubicBezTo>
                  <a:pt x="107604" y="43311"/>
                  <a:pt x="107480" y="43062"/>
                  <a:pt x="107331" y="42788"/>
                </a:cubicBezTo>
                <a:lnTo>
                  <a:pt x="107331" y="42763"/>
                </a:lnTo>
                <a:cubicBezTo>
                  <a:pt x="107331" y="42713"/>
                  <a:pt x="107281" y="42713"/>
                  <a:pt x="107281" y="42688"/>
                </a:cubicBezTo>
                <a:cubicBezTo>
                  <a:pt x="107256" y="42663"/>
                  <a:pt x="107256" y="42639"/>
                  <a:pt x="107231" y="42589"/>
                </a:cubicBezTo>
                <a:cubicBezTo>
                  <a:pt x="107181" y="42514"/>
                  <a:pt x="107132" y="42439"/>
                  <a:pt x="107057" y="42390"/>
                </a:cubicBezTo>
                <a:cubicBezTo>
                  <a:pt x="106982" y="42190"/>
                  <a:pt x="106858" y="42016"/>
                  <a:pt x="106733" y="41817"/>
                </a:cubicBezTo>
                <a:cubicBezTo>
                  <a:pt x="106683" y="41767"/>
                  <a:pt x="106634" y="41668"/>
                  <a:pt x="106609" y="41593"/>
                </a:cubicBezTo>
                <a:cubicBezTo>
                  <a:pt x="106559" y="41543"/>
                  <a:pt x="106509" y="41469"/>
                  <a:pt x="106484" y="41419"/>
                </a:cubicBezTo>
                <a:lnTo>
                  <a:pt x="106435" y="41394"/>
                </a:lnTo>
                <a:cubicBezTo>
                  <a:pt x="106435" y="41344"/>
                  <a:pt x="106410" y="41344"/>
                  <a:pt x="106410" y="41319"/>
                </a:cubicBezTo>
                <a:cubicBezTo>
                  <a:pt x="106310" y="41195"/>
                  <a:pt x="106235" y="41095"/>
                  <a:pt x="106161" y="40971"/>
                </a:cubicBezTo>
                <a:cubicBezTo>
                  <a:pt x="106136" y="40946"/>
                  <a:pt x="106111" y="40921"/>
                  <a:pt x="106061" y="40846"/>
                </a:cubicBezTo>
                <a:close/>
                <a:moveTo>
                  <a:pt x="95532" y="45825"/>
                </a:moveTo>
                <a:cubicBezTo>
                  <a:pt x="95532" y="45825"/>
                  <a:pt x="95557" y="45825"/>
                  <a:pt x="95557" y="45849"/>
                </a:cubicBezTo>
                <a:lnTo>
                  <a:pt x="95582" y="45899"/>
                </a:lnTo>
                <a:cubicBezTo>
                  <a:pt x="95557" y="45899"/>
                  <a:pt x="95557" y="45899"/>
                  <a:pt x="95532" y="45924"/>
                </a:cubicBezTo>
                <a:cubicBezTo>
                  <a:pt x="95532" y="45899"/>
                  <a:pt x="95507" y="45899"/>
                  <a:pt x="95458" y="45849"/>
                </a:cubicBezTo>
                <a:cubicBezTo>
                  <a:pt x="95507" y="45849"/>
                  <a:pt x="95532" y="45849"/>
                  <a:pt x="95532" y="45825"/>
                </a:cubicBezTo>
                <a:close/>
                <a:moveTo>
                  <a:pt x="37785" y="45924"/>
                </a:moveTo>
                <a:cubicBezTo>
                  <a:pt x="37810" y="45924"/>
                  <a:pt x="37810" y="45949"/>
                  <a:pt x="37835" y="45949"/>
                </a:cubicBezTo>
                <a:lnTo>
                  <a:pt x="37810" y="45999"/>
                </a:lnTo>
                <a:cubicBezTo>
                  <a:pt x="37810" y="45999"/>
                  <a:pt x="37785" y="45999"/>
                  <a:pt x="37760" y="45949"/>
                </a:cubicBezTo>
                <a:lnTo>
                  <a:pt x="37785" y="45924"/>
                </a:lnTo>
                <a:close/>
                <a:moveTo>
                  <a:pt x="109944" y="45003"/>
                </a:moveTo>
                <a:cubicBezTo>
                  <a:pt x="109944" y="45028"/>
                  <a:pt x="109894" y="45053"/>
                  <a:pt x="109894" y="45128"/>
                </a:cubicBezTo>
                <a:cubicBezTo>
                  <a:pt x="109845" y="45153"/>
                  <a:pt x="109820" y="45202"/>
                  <a:pt x="109745" y="45252"/>
                </a:cubicBezTo>
                <a:cubicBezTo>
                  <a:pt x="109471" y="45501"/>
                  <a:pt x="109123" y="45750"/>
                  <a:pt x="108774" y="45999"/>
                </a:cubicBezTo>
                <a:lnTo>
                  <a:pt x="108749" y="45924"/>
                </a:lnTo>
                <a:cubicBezTo>
                  <a:pt x="108849" y="45874"/>
                  <a:pt x="108949" y="45775"/>
                  <a:pt x="109023" y="45700"/>
                </a:cubicBezTo>
                <a:cubicBezTo>
                  <a:pt x="109197" y="45576"/>
                  <a:pt x="109347" y="45451"/>
                  <a:pt x="109496" y="45377"/>
                </a:cubicBezTo>
                <a:lnTo>
                  <a:pt x="109596" y="45277"/>
                </a:lnTo>
                <a:cubicBezTo>
                  <a:pt x="109720" y="45177"/>
                  <a:pt x="109820" y="45078"/>
                  <a:pt x="109944" y="45003"/>
                </a:cubicBezTo>
                <a:close/>
                <a:moveTo>
                  <a:pt x="73603" y="45053"/>
                </a:moveTo>
                <a:cubicBezTo>
                  <a:pt x="74051" y="45128"/>
                  <a:pt x="74549" y="45177"/>
                  <a:pt x="75047" y="45202"/>
                </a:cubicBezTo>
                <a:cubicBezTo>
                  <a:pt x="74474" y="45451"/>
                  <a:pt x="73877" y="45725"/>
                  <a:pt x="73280" y="46024"/>
                </a:cubicBezTo>
                <a:lnTo>
                  <a:pt x="73280" y="45999"/>
                </a:lnTo>
                <a:cubicBezTo>
                  <a:pt x="73404" y="45675"/>
                  <a:pt x="73504" y="45377"/>
                  <a:pt x="73603" y="45053"/>
                </a:cubicBezTo>
                <a:close/>
                <a:moveTo>
                  <a:pt x="80573" y="44431"/>
                </a:moveTo>
                <a:cubicBezTo>
                  <a:pt x="81021" y="44580"/>
                  <a:pt x="81568" y="44704"/>
                  <a:pt x="82116" y="44804"/>
                </a:cubicBezTo>
                <a:cubicBezTo>
                  <a:pt x="82141" y="44804"/>
                  <a:pt x="82191" y="44829"/>
                  <a:pt x="82216" y="44829"/>
                </a:cubicBezTo>
                <a:cubicBezTo>
                  <a:pt x="83062" y="45153"/>
                  <a:pt x="83759" y="45551"/>
                  <a:pt x="84431" y="46073"/>
                </a:cubicBezTo>
                <a:cubicBezTo>
                  <a:pt x="84306" y="46049"/>
                  <a:pt x="84182" y="46024"/>
                  <a:pt x="84082" y="45999"/>
                </a:cubicBezTo>
                <a:cubicBezTo>
                  <a:pt x="83958" y="45949"/>
                  <a:pt x="83833" y="45924"/>
                  <a:pt x="83734" y="45899"/>
                </a:cubicBezTo>
                <a:cubicBezTo>
                  <a:pt x="82738" y="45576"/>
                  <a:pt x="81767" y="45202"/>
                  <a:pt x="80871" y="44754"/>
                </a:cubicBezTo>
                <a:cubicBezTo>
                  <a:pt x="80822" y="44704"/>
                  <a:pt x="80722" y="44680"/>
                  <a:pt x="80647" y="44605"/>
                </a:cubicBezTo>
                <a:cubicBezTo>
                  <a:pt x="80573" y="44555"/>
                  <a:pt x="80473" y="44480"/>
                  <a:pt x="80349" y="44431"/>
                </a:cubicBezTo>
                <a:close/>
                <a:moveTo>
                  <a:pt x="73031" y="45849"/>
                </a:moveTo>
                <a:cubicBezTo>
                  <a:pt x="73031" y="45899"/>
                  <a:pt x="73056" y="45949"/>
                  <a:pt x="73056" y="45999"/>
                </a:cubicBezTo>
                <a:cubicBezTo>
                  <a:pt x="73056" y="46024"/>
                  <a:pt x="73031" y="46073"/>
                  <a:pt x="73031" y="46123"/>
                </a:cubicBezTo>
                <a:cubicBezTo>
                  <a:pt x="73031" y="46073"/>
                  <a:pt x="73031" y="46024"/>
                  <a:pt x="73006" y="45999"/>
                </a:cubicBezTo>
                <a:cubicBezTo>
                  <a:pt x="73006" y="45949"/>
                  <a:pt x="73031" y="45899"/>
                  <a:pt x="73031" y="45849"/>
                </a:cubicBezTo>
                <a:close/>
                <a:moveTo>
                  <a:pt x="108625" y="46049"/>
                </a:moveTo>
                <a:lnTo>
                  <a:pt x="108625" y="46073"/>
                </a:lnTo>
                <a:lnTo>
                  <a:pt x="108625" y="46123"/>
                </a:lnTo>
                <a:cubicBezTo>
                  <a:pt x="108625" y="46123"/>
                  <a:pt x="108600" y="46123"/>
                  <a:pt x="108600" y="46148"/>
                </a:cubicBezTo>
                <a:lnTo>
                  <a:pt x="108600" y="46123"/>
                </a:lnTo>
                <a:lnTo>
                  <a:pt x="108575" y="46073"/>
                </a:lnTo>
                <a:lnTo>
                  <a:pt x="108625" y="46049"/>
                </a:lnTo>
                <a:close/>
                <a:moveTo>
                  <a:pt x="48164" y="36341"/>
                </a:moveTo>
                <a:lnTo>
                  <a:pt x="48463" y="36714"/>
                </a:lnTo>
                <a:cubicBezTo>
                  <a:pt x="44630" y="39452"/>
                  <a:pt x="41245" y="42738"/>
                  <a:pt x="38457" y="46198"/>
                </a:cubicBezTo>
                <a:cubicBezTo>
                  <a:pt x="38382" y="46098"/>
                  <a:pt x="38258" y="46049"/>
                  <a:pt x="38158" y="45949"/>
                </a:cubicBezTo>
                <a:cubicBezTo>
                  <a:pt x="41245" y="42589"/>
                  <a:pt x="44605" y="39403"/>
                  <a:pt x="48164" y="36341"/>
                </a:cubicBezTo>
                <a:close/>
                <a:moveTo>
                  <a:pt x="82888" y="44929"/>
                </a:moveTo>
                <a:cubicBezTo>
                  <a:pt x="82962" y="44929"/>
                  <a:pt x="83062" y="44953"/>
                  <a:pt x="83136" y="44953"/>
                </a:cubicBezTo>
                <a:cubicBezTo>
                  <a:pt x="83833" y="45302"/>
                  <a:pt x="84431" y="45700"/>
                  <a:pt x="84954" y="46198"/>
                </a:cubicBezTo>
                <a:cubicBezTo>
                  <a:pt x="84929" y="46198"/>
                  <a:pt x="84854" y="46173"/>
                  <a:pt x="84829" y="46173"/>
                </a:cubicBezTo>
                <a:cubicBezTo>
                  <a:pt x="84257" y="45675"/>
                  <a:pt x="83609" y="45277"/>
                  <a:pt x="82888" y="44929"/>
                </a:cubicBezTo>
                <a:close/>
                <a:moveTo>
                  <a:pt x="65787" y="40448"/>
                </a:moveTo>
                <a:cubicBezTo>
                  <a:pt x="67057" y="41792"/>
                  <a:pt x="68426" y="42838"/>
                  <a:pt x="69795" y="43634"/>
                </a:cubicBezTo>
                <a:cubicBezTo>
                  <a:pt x="69646" y="43709"/>
                  <a:pt x="69496" y="43808"/>
                  <a:pt x="69372" y="43908"/>
                </a:cubicBezTo>
                <a:cubicBezTo>
                  <a:pt x="69247" y="44008"/>
                  <a:pt x="69123" y="44057"/>
                  <a:pt x="68949" y="44157"/>
                </a:cubicBezTo>
                <a:cubicBezTo>
                  <a:pt x="68749" y="44281"/>
                  <a:pt x="68525" y="44431"/>
                  <a:pt x="68301" y="44555"/>
                </a:cubicBezTo>
                <a:lnTo>
                  <a:pt x="68276" y="44580"/>
                </a:lnTo>
                <a:cubicBezTo>
                  <a:pt x="68227" y="44630"/>
                  <a:pt x="68177" y="44655"/>
                  <a:pt x="68152" y="44680"/>
                </a:cubicBezTo>
                <a:cubicBezTo>
                  <a:pt x="68028" y="44779"/>
                  <a:pt x="67903" y="44829"/>
                  <a:pt x="67729" y="44929"/>
                </a:cubicBezTo>
                <a:cubicBezTo>
                  <a:pt x="67654" y="45003"/>
                  <a:pt x="67580" y="45028"/>
                  <a:pt x="67480" y="45078"/>
                </a:cubicBezTo>
                <a:cubicBezTo>
                  <a:pt x="67156" y="45302"/>
                  <a:pt x="66833" y="45551"/>
                  <a:pt x="66484" y="45775"/>
                </a:cubicBezTo>
                <a:cubicBezTo>
                  <a:pt x="66459" y="45775"/>
                  <a:pt x="66459" y="45800"/>
                  <a:pt x="66435" y="45800"/>
                </a:cubicBezTo>
                <a:lnTo>
                  <a:pt x="66410" y="45825"/>
                </a:lnTo>
                <a:cubicBezTo>
                  <a:pt x="66186" y="45999"/>
                  <a:pt x="65962" y="46123"/>
                  <a:pt x="65738" y="46273"/>
                </a:cubicBezTo>
                <a:cubicBezTo>
                  <a:pt x="65713" y="46123"/>
                  <a:pt x="65613" y="45924"/>
                  <a:pt x="65588" y="45775"/>
                </a:cubicBezTo>
                <a:cubicBezTo>
                  <a:pt x="65538" y="45551"/>
                  <a:pt x="65464" y="45327"/>
                  <a:pt x="65364" y="45128"/>
                </a:cubicBezTo>
                <a:cubicBezTo>
                  <a:pt x="65314" y="44929"/>
                  <a:pt x="65215" y="44704"/>
                  <a:pt x="65165" y="44505"/>
                </a:cubicBezTo>
                <a:cubicBezTo>
                  <a:pt x="65066" y="44207"/>
                  <a:pt x="64966" y="43958"/>
                  <a:pt x="64842" y="43659"/>
                </a:cubicBezTo>
                <a:cubicBezTo>
                  <a:pt x="64792" y="43535"/>
                  <a:pt x="64717" y="43385"/>
                  <a:pt x="64667" y="43261"/>
                </a:cubicBezTo>
                <a:lnTo>
                  <a:pt x="64194" y="42141"/>
                </a:lnTo>
                <a:cubicBezTo>
                  <a:pt x="64194" y="42091"/>
                  <a:pt x="64169" y="42066"/>
                  <a:pt x="64169" y="42041"/>
                </a:cubicBezTo>
                <a:cubicBezTo>
                  <a:pt x="63995" y="41718"/>
                  <a:pt x="63871" y="41419"/>
                  <a:pt x="63721" y="41070"/>
                </a:cubicBezTo>
                <a:cubicBezTo>
                  <a:pt x="63796" y="41046"/>
                  <a:pt x="63871" y="41021"/>
                  <a:pt x="63945" y="40971"/>
                </a:cubicBezTo>
                <a:cubicBezTo>
                  <a:pt x="64045" y="40946"/>
                  <a:pt x="64120" y="40921"/>
                  <a:pt x="64244" y="40896"/>
                </a:cubicBezTo>
                <a:cubicBezTo>
                  <a:pt x="64319" y="40846"/>
                  <a:pt x="64369" y="40846"/>
                  <a:pt x="64443" y="40821"/>
                </a:cubicBezTo>
                <a:cubicBezTo>
                  <a:pt x="64593" y="40772"/>
                  <a:pt x="64717" y="40722"/>
                  <a:pt x="64866" y="40697"/>
                </a:cubicBezTo>
                <a:cubicBezTo>
                  <a:pt x="64941" y="40672"/>
                  <a:pt x="64991" y="40672"/>
                  <a:pt x="65090" y="40647"/>
                </a:cubicBezTo>
                <a:cubicBezTo>
                  <a:pt x="65165" y="40597"/>
                  <a:pt x="65240" y="40573"/>
                  <a:pt x="65314" y="40573"/>
                </a:cubicBezTo>
                <a:lnTo>
                  <a:pt x="65339" y="40573"/>
                </a:lnTo>
                <a:cubicBezTo>
                  <a:pt x="65464" y="40548"/>
                  <a:pt x="65613" y="40523"/>
                  <a:pt x="65738" y="40448"/>
                </a:cubicBezTo>
                <a:close/>
                <a:moveTo>
                  <a:pt x="86074" y="45003"/>
                </a:moveTo>
                <a:cubicBezTo>
                  <a:pt x="85825" y="45451"/>
                  <a:pt x="85601" y="45849"/>
                  <a:pt x="85352" y="46298"/>
                </a:cubicBezTo>
                <a:cubicBezTo>
                  <a:pt x="85327" y="46298"/>
                  <a:pt x="85327" y="46298"/>
                  <a:pt x="85302" y="46273"/>
                </a:cubicBezTo>
                <a:cubicBezTo>
                  <a:pt x="84804" y="45775"/>
                  <a:pt x="84232" y="45377"/>
                  <a:pt x="83609" y="45003"/>
                </a:cubicBezTo>
                <a:lnTo>
                  <a:pt x="83609" y="45003"/>
                </a:lnTo>
                <a:cubicBezTo>
                  <a:pt x="84082" y="45028"/>
                  <a:pt x="84555" y="45053"/>
                  <a:pt x="85003" y="45053"/>
                </a:cubicBezTo>
                <a:cubicBezTo>
                  <a:pt x="85252" y="45053"/>
                  <a:pt x="85551" y="45053"/>
                  <a:pt x="85800" y="45028"/>
                </a:cubicBezTo>
                <a:cubicBezTo>
                  <a:pt x="85875" y="45028"/>
                  <a:pt x="85974" y="45003"/>
                  <a:pt x="86074" y="45003"/>
                </a:cubicBezTo>
                <a:close/>
                <a:moveTo>
                  <a:pt x="48513" y="36864"/>
                </a:moveTo>
                <a:cubicBezTo>
                  <a:pt x="48513" y="36889"/>
                  <a:pt x="48538" y="36889"/>
                  <a:pt x="48538" y="36938"/>
                </a:cubicBezTo>
                <a:cubicBezTo>
                  <a:pt x="44779" y="39627"/>
                  <a:pt x="41394" y="42912"/>
                  <a:pt x="38631" y="46322"/>
                </a:cubicBezTo>
                <a:cubicBezTo>
                  <a:pt x="38581" y="46322"/>
                  <a:pt x="38581" y="46298"/>
                  <a:pt x="38557" y="46298"/>
                </a:cubicBezTo>
                <a:cubicBezTo>
                  <a:pt x="41319" y="42838"/>
                  <a:pt x="44729" y="39577"/>
                  <a:pt x="48513" y="36864"/>
                </a:cubicBezTo>
                <a:close/>
                <a:moveTo>
                  <a:pt x="86347" y="45053"/>
                </a:moveTo>
                <a:cubicBezTo>
                  <a:pt x="86099" y="45451"/>
                  <a:pt x="85850" y="45899"/>
                  <a:pt x="85601" y="46372"/>
                </a:cubicBezTo>
                <a:lnTo>
                  <a:pt x="85551" y="46372"/>
                </a:lnTo>
                <a:lnTo>
                  <a:pt x="86273" y="45053"/>
                </a:lnTo>
                <a:close/>
                <a:moveTo>
                  <a:pt x="38009" y="46123"/>
                </a:moveTo>
                <a:cubicBezTo>
                  <a:pt x="38084" y="46198"/>
                  <a:pt x="38208" y="46298"/>
                  <a:pt x="38308" y="46372"/>
                </a:cubicBezTo>
                <a:lnTo>
                  <a:pt x="38283" y="46397"/>
                </a:lnTo>
                <a:cubicBezTo>
                  <a:pt x="38183" y="46298"/>
                  <a:pt x="38059" y="46198"/>
                  <a:pt x="37959" y="46148"/>
                </a:cubicBezTo>
                <a:lnTo>
                  <a:pt x="38009" y="46123"/>
                </a:lnTo>
                <a:close/>
                <a:moveTo>
                  <a:pt x="79901" y="44456"/>
                </a:moveTo>
                <a:cubicBezTo>
                  <a:pt x="80100" y="44580"/>
                  <a:pt x="80274" y="44680"/>
                  <a:pt x="80473" y="44779"/>
                </a:cubicBezTo>
                <a:lnTo>
                  <a:pt x="80647" y="44879"/>
                </a:lnTo>
                <a:cubicBezTo>
                  <a:pt x="81120" y="45128"/>
                  <a:pt x="81593" y="45327"/>
                  <a:pt x="82091" y="45526"/>
                </a:cubicBezTo>
                <a:cubicBezTo>
                  <a:pt x="82141" y="45551"/>
                  <a:pt x="82216" y="45551"/>
                  <a:pt x="82265" y="45576"/>
                </a:cubicBezTo>
                <a:cubicBezTo>
                  <a:pt x="82713" y="45725"/>
                  <a:pt x="83112" y="45899"/>
                  <a:pt x="83585" y="46024"/>
                </a:cubicBezTo>
                <a:cubicBezTo>
                  <a:pt x="83709" y="46049"/>
                  <a:pt x="83833" y="46073"/>
                  <a:pt x="83958" y="46148"/>
                </a:cubicBezTo>
                <a:lnTo>
                  <a:pt x="84705" y="46322"/>
                </a:lnTo>
                <a:lnTo>
                  <a:pt x="84730" y="46347"/>
                </a:lnTo>
                <a:lnTo>
                  <a:pt x="84754" y="46397"/>
                </a:lnTo>
                <a:lnTo>
                  <a:pt x="84804" y="46422"/>
                </a:lnTo>
                <a:cubicBezTo>
                  <a:pt x="83112" y="46049"/>
                  <a:pt x="81519" y="45426"/>
                  <a:pt x="80100" y="44605"/>
                </a:cubicBezTo>
                <a:cubicBezTo>
                  <a:pt x="80075" y="44580"/>
                  <a:pt x="80025" y="44580"/>
                  <a:pt x="80000" y="44555"/>
                </a:cubicBezTo>
                <a:cubicBezTo>
                  <a:pt x="79975" y="44530"/>
                  <a:pt x="79901" y="44505"/>
                  <a:pt x="79851" y="44456"/>
                </a:cubicBezTo>
                <a:close/>
                <a:moveTo>
                  <a:pt x="85078" y="46422"/>
                </a:moveTo>
                <a:cubicBezTo>
                  <a:pt x="85087" y="46422"/>
                  <a:pt x="85102" y="46425"/>
                  <a:pt x="85119" y="46429"/>
                </a:cubicBezTo>
                <a:lnTo>
                  <a:pt x="85119" y="46429"/>
                </a:lnTo>
                <a:cubicBezTo>
                  <a:pt x="85115" y="46432"/>
                  <a:pt x="85112" y="46433"/>
                  <a:pt x="85109" y="46433"/>
                </a:cubicBezTo>
                <a:cubicBezTo>
                  <a:pt x="85100" y="46433"/>
                  <a:pt x="85095" y="46422"/>
                  <a:pt x="85078" y="46422"/>
                </a:cubicBezTo>
                <a:close/>
                <a:moveTo>
                  <a:pt x="63522" y="41195"/>
                </a:moveTo>
                <a:cubicBezTo>
                  <a:pt x="63945" y="42016"/>
                  <a:pt x="64319" y="42813"/>
                  <a:pt x="64617" y="43584"/>
                </a:cubicBezTo>
                <a:cubicBezTo>
                  <a:pt x="64667" y="43659"/>
                  <a:pt x="64692" y="43759"/>
                  <a:pt x="64717" y="43808"/>
                </a:cubicBezTo>
                <a:cubicBezTo>
                  <a:pt x="64842" y="44132"/>
                  <a:pt x="64941" y="44406"/>
                  <a:pt x="65066" y="44704"/>
                </a:cubicBezTo>
                <a:cubicBezTo>
                  <a:pt x="65140" y="44904"/>
                  <a:pt x="65190" y="45078"/>
                  <a:pt x="65265" y="45227"/>
                </a:cubicBezTo>
                <a:cubicBezTo>
                  <a:pt x="65339" y="45451"/>
                  <a:pt x="65389" y="45675"/>
                  <a:pt x="65464" y="45924"/>
                </a:cubicBezTo>
                <a:cubicBezTo>
                  <a:pt x="65538" y="46073"/>
                  <a:pt x="65563" y="46273"/>
                  <a:pt x="65638" y="46422"/>
                </a:cubicBezTo>
                <a:lnTo>
                  <a:pt x="65563" y="46447"/>
                </a:lnTo>
                <a:cubicBezTo>
                  <a:pt x="65514" y="46273"/>
                  <a:pt x="65439" y="46049"/>
                  <a:pt x="65389" y="45849"/>
                </a:cubicBezTo>
                <a:cubicBezTo>
                  <a:pt x="65314" y="45675"/>
                  <a:pt x="65290" y="45526"/>
                  <a:pt x="65215" y="45327"/>
                </a:cubicBezTo>
                <a:cubicBezTo>
                  <a:pt x="65165" y="45103"/>
                  <a:pt x="65066" y="44904"/>
                  <a:pt x="64966" y="44655"/>
                </a:cubicBezTo>
                <a:lnTo>
                  <a:pt x="64692" y="43908"/>
                </a:lnTo>
                <a:cubicBezTo>
                  <a:pt x="64667" y="43784"/>
                  <a:pt x="64593" y="43684"/>
                  <a:pt x="64543" y="43559"/>
                </a:cubicBezTo>
                <a:cubicBezTo>
                  <a:pt x="64219" y="42813"/>
                  <a:pt x="63896" y="41991"/>
                  <a:pt x="63473" y="41195"/>
                </a:cubicBezTo>
                <a:close/>
                <a:moveTo>
                  <a:pt x="85165" y="46440"/>
                </a:moveTo>
                <a:cubicBezTo>
                  <a:pt x="85180" y="46444"/>
                  <a:pt x="85194" y="46447"/>
                  <a:pt x="85202" y="46447"/>
                </a:cubicBezTo>
                <a:lnTo>
                  <a:pt x="85227" y="46472"/>
                </a:lnTo>
                <a:cubicBezTo>
                  <a:pt x="85202" y="46472"/>
                  <a:pt x="85178" y="46472"/>
                  <a:pt x="85178" y="46447"/>
                </a:cubicBezTo>
                <a:lnTo>
                  <a:pt x="85165" y="46440"/>
                </a:lnTo>
                <a:close/>
                <a:moveTo>
                  <a:pt x="28774" y="39826"/>
                </a:moveTo>
                <a:lnTo>
                  <a:pt x="29347" y="40199"/>
                </a:lnTo>
                <a:cubicBezTo>
                  <a:pt x="27704" y="42290"/>
                  <a:pt x="26260" y="44406"/>
                  <a:pt x="24991" y="46522"/>
                </a:cubicBezTo>
                <a:cubicBezTo>
                  <a:pt x="24642" y="46173"/>
                  <a:pt x="24319" y="45825"/>
                  <a:pt x="23995" y="45501"/>
                </a:cubicBezTo>
                <a:cubicBezTo>
                  <a:pt x="25066" y="44182"/>
                  <a:pt x="26136" y="42887"/>
                  <a:pt x="27256" y="41568"/>
                </a:cubicBezTo>
                <a:lnTo>
                  <a:pt x="27355" y="41469"/>
                </a:lnTo>
                <a:cubicBezTo>
                  <a:pt x="27828" y="40921"/>
                  <a:pt x="28301" y="40398"/>
                  <a:pt x="28774" y="39826"/>
                </a:cubicBezTo>
                <a:close/>
                <a:moveTo>
                  <a:pt x="38457" y="46422"/>
                </a:moveTo>
                <a:cubicBezTo>
                  <a:pt x="38482" y="46422"/>
                  <a:pt x="38482" y="46447"/>
                  <a:pt x="38532" y="46447"/>
                </a:cubicBezTo>
                <a:cubicBezTo>
                  <a:pt x="38532" y="46472"/>
                  <a:pt x="38482" y="46472"/>
                  <a:pt x="38482" y="46522"/>
                </a:cubicBezTo>
                <a:cubicBezTo>
                  <a:pt x="38457" y="46522"/>
                  <a:pt x="38432" y="46522"/>
                  <a:pt x="38432" y="46472"/>
                </a:cubicBezTo>
                <a:cubicBezTo>
                  <a:pt x="38432" y="46447"/>
                  <a:pt x="38457" y="46447"/>
                  <a:pt x="38457" y="46422"/>
                </a:cubicBezTo>
                <a:close/>
                <a:moveTo>
                  <a:pt x="69994" y="43709"/>
                </a:moveTo>
                <a:cubicBezTo>
                  <a:pt x="69994" y="43709"/>
                  <a:pt x="70019" y="43709"/>
                  <a:pt x="70019" y="43759"/>
                </a:cubicBezTo>
                <a:cubicBezTo>
                  <a:pt x="70019" y="43759"/>
                  <a:pt x="70044" y="43759"/>
                  <a:pt x="70044" y="43784"/>
                </a:cubicBezTo>
                <a:cubicBezTo>
                  <a:pt x="69521" y="44132"/>
                  <a:pt x="68973" y="44456"/>
                  <a:pt x="68426" y="44804"/>
                </a:cubicBezTo>
                <a:cubicBezTo>
                  <a:pt x="68252" y="44929"/>
                  <a:pt x="68077" y="45028"/>
                  <a:pt x="67903" y="45153"/>
                </a:cubicBezTo>
                <a:cubicBezTo>
                  <a:pt x="67206" y="45625"/>
                  <a:pt x="66534" y="46073"/>
                  <a:pt x="65812" y="46546"/>
                </a:cubicBezTo>
                <a:lnTo>
                  <a:pt x="65812" y="46522"/>
                </a:lnTo>
                <a:lnTo>
                  <a:pt x="65812" y="46497"/>
                </a:lnTo>
                <a:cubicBezTo>
                  <a:pt x="66459" y="46024"/>
                  <a:pt x="67132" y="45576"/>
                  <a:pt x="67779" y="45128"/>
                </a:cubicBezTo>
                <a:cubicBezTo>
                  <a:pt x="67928" y="45003"/>
                  <a:pt x="68127" y="44904"/>
                  <a:pt x="68276" y="44804"/>
                </a:cubicBezTo>
                <a:cubicBezTo>
                  <a:pt x="68301" y="44804"/>
                  <a:pt x="68301" y="44779"/>
                  <a:pt x="68326" y="44779"/>
                </a:cubicBezTo>
                <a:cubicBezTo>
                  <a:pt x="68899" y="44431"/>
                  <a:pt x="69421" y="44057"/>
                  <a:pt x="69994" y="43709"/>
                </a:cubicBezTo>
                <a:close/>
                <a:moveTo>
                  <a:pt x="117835" y="37760"/>
                </a:moveTo>
                <a:lnTo>
                  <a:pt x="117835" y="38731"/>
                </a:lnTo>
                <a:cubicBezTo>
                  <a:pt x="117611" y="41294"/>
                  <a:pt x="117113" y="43933"/>
                  <a:pt x="116416" y="46646"/>
                </a:cubicBezTo>
                <a:cubicBezTo>
                  <a:pt x="116416" y="46546"/>
                  <a:pt x="116416" y="46447"/>
                  <a:pt x="116441" y="46322"/>
                </a:cubicBezTo>
                <a:cubicBezTo>
                  <a:pt x="117212" y="43360"/>
                  <a:pt x="117685" y="40523"/>
                  <a:pt x="117835" y="37760"/>
                </a:cubicBezTo>
                <a:close/>
                <a:moveTo>
                  <a:pt x="29496" y="40299"/>
                </a:moveTo>
                <a:cubicBezTo>
                  <a:pt x="29546" y="40299"/>
                  <a:pt x="29546" y="40324"/>
                  <a:pt x="29571" y="40324"/>
                </a:cubicBezTo>
                <a:cubicBezTo>
                  <a:pt x="27903" y="42415"/>
                  <a:pt x="26459" y="44530"/>
                  <a:pt x="25190" y="46671"/>
                </a:cubicBezTo>
                <a:cubicBezTo>
                  <a:pt x="25140" y="46671"/>
                  <a:pt x="25140" y="46646"/>
                  <a:pt x="25140" y="46646"/>
                </a:cubicBezTo>
                <a:cubicBezTo>
                  <a:pt x="26385" y="44505"/>
                  <a:pt x="27853" y="42390"/>
                  <a:pt x="29496" y="40299"/>
                </a:cubicBezTo>
                <a:close/>
                <a:moveTo>
                  <a:pt x="115669" y="38332"/>
                </a:moveTo>
                <a:cubicBezTo>
                  <a:pt x="116242" y="40797"/>
                  <a:pt x="116441" y="43510"/>
                  <a:pt x="116242" y="46372"/>
                </a:cubicBezTo>
                <a:cubicBezTo>
                  <a:pt x="116217" y="46447"/>
                  <a:pt x="116192" y="46571"/>
                  <a:pt x="116167" y="46671"/>
                </a:cubicBezTo>
                <a:cubicBezTo>
                  <a:pt x="116416" y="43709"/>
                  <a:pt x="116217" y="40946"/>
                  <a:pt x="115619" y="38432"/>
                </a:cubicBezTo>
                <a:cubicBezTo>
                  <a:pt x="115669" y="38407"/>
                  <a:pt x="115669" y="38357"/>
                  <a:pt x="115669" y="38332"/>
                </a:cubicBezTo>
                <a:close/>
                <a:moveTo>
                  <a:pt x="65663" y="46621"/>
                </a:moveTo>
                <a:lnTo>
                  <a:pt x="65663" y="46646"/>
                </a:lnTo>
                <a:lnTo>
                  <a:pt x="65663" y="46671"/>
                </a:lnTo>
                <a:lnTo>
                  <a:pt x="65613" y="46696"/>
                </a:lnTo>
                <a:lnTo>
                  <a:pt x="65613" y="46671"/>
                </a:lnTo>
                <a:lnTo>
                  <a:pt x="65613" y="46646"/>
                </a:lnTo>
                <a:lnTo>
                  <a:pt x="65663" y="46621"/>
                </a:lnTo>
                <a:close/>
                <a:moveTo>
                  <a:pt x="91774" y="43684"/>
                </a:moveTo>
                <a:cubicBezTo>
                  <a:pt x="93068" y="44182"/>
                  <a:pt x="94188" y="44879"/>
                  <a:pt x="95134" y="45775"/>
                </a:cubicBezTo>
                <a:cubicBezTo>
                  <a:pt x="94885" y="45825"/>
                  <a:pt x="94661" y="45924"/>
                  <a:pt x="94412" y="45974"/>
                </a:cubicBezTo>
                <a:cubicBezTo>
                  <a:pt x="94387" y="45974"/>
                  <a:pt x="94313" y="46024"/>
                  <a:pt x="94288" y="46024"/>
                </a:cubicBezTo>
                <a:cubicBezTo>
                  <a:pt x="93964" y="46098"/>
                  <a:pt x="93665" y="46173"/>
                  <a:pt x="93342" y="46223"/>
                </a:cubicBezTo>
                <a:cubicBezTo>
                  <a:pt x="93317" y="46223"/>
                  <a:pt x="93292" y="46223"/>
                  <a:pt x="93217" y="46273"/>
                </a:cubicBezTo>
                <a:lnTo>
                  <a:pt x="92296" y="46447"/>
                </a:lnTo>
                <a:cubicBezTo>
                  <a:pt x="92272" y="46447"/>
                  <a:pt x="92197" y="46447"/>
                  <a:pt x="92172" y="46472"/>
                </a:cubicBezTo>
                <a:cubicBezTo>
                  <a:pt x="91848" y="46546"/>
                  <a:pt x="91550" y="46571"/>
                  <a:pt x="91226" y="46596"/>
                </a:cubicBezTo>
                <a:lnTo>
                  <a:pt x="91151" y="46596"/>
                </a:lnTo>
                <a:cubicBezTo>
                  <a:pt x="90454" y="46671"/>
                  <a:pt x="89807" y="46696"/>
                  <a:pt x="89110" y="46696"/>
                </a:cubicBezTo>
                <a:lnTo>
                  <a:pt x="89085" y="46696"/>
                </a:lnTo>
                <a:cubicBezTo>
                  <a:pt x="88563" y="46696"/>
                  <a:pt x="88040" y="46671"/>
                  <a:pt x="87542" y="46646"/>
                </a:cubicBezTo>
                <a:cubicBezTo>
                  <a:pt x="87418" y="46646"/>
                  <a:pt x="87244" y="46596"/>
                  <a:pt x="87119" y="46596"/>
                </a:cubicBezTo>
                <a:cubicBezTo>
                  <a:pt x="86696" y="46571"/>
                  <a:pt x="86248" y="46522"/>
                  <a:pt x="85825" y="46422"/>
                </a:cubicBezTo>
                <a:cubicBezTo>
                  <a:pt x="86099" y="45949"/>
                  <a:pt x="86347" y="45526"/>
                  <a:pt x="86596" y="45053"/>
                </a:cubicBezTo>
                <a:cubicBezTo>
                  <a:pt x="88314" y="44829"/>
                  <a:pt x="90081" y="44406"/>
                  <a:pt x="91774" y="43684"/>
                </a:cubicBezTo>
                <a:close/>
                <a:moveTo>
                  <a:pt x="23871" y="45650"/>
                </a:moveTo>
                <a:lnTo>
                  <a:pt x="24891" y="46671"/>
                </a:lnTo>
                <a:cubicBezTo>
                  <a:pt x="24891" y="46671"/>
                  <a:pt x="24866" y="46696"/>
                  <a:pt x="24866" y="46746"/>
                </a:cubicBezTo>
                <a:lnTo>
                  <a:pt x="23846" y="45700"/>
                </a:lnTo>
                <a:cubicBezTo>
                  <a:pt x="23846" y="45675"/>
                  <a:pt x="23871" y="45675"/>
                  <a:pt x="23871" y="45650"/>
                </a:cubicBezTo>
                <a:close/>
                <a:moveTo>
                  <a:pt x="25016" y="46795"/>
                </a:moveTo>
                <a:lnTo>
                  <a:pt x="25041" y="46820"/>
                </a:lnTo>
                <a:cubicBezTo>
                  <a:pt x="25041" y="46870"/>
                  <a:pt x="25016" y="46870"/>
                  <a:pt x="25016" y="46895"/>
                </a:cubicBezTo>
                <a:cubicBezTo>
                  <a:pt x="25016" y="46895"/>
                  <a:pt x="25016" y="46870"/>
                  <a:pt x="24991" y="46870"/>
                </a:cubicBezTo>
                <a:cubicBezTo>
                  <a:pt x="24991" y="46820"/>
                  <a:pt x="25016" y="46820"/>
                  <a:pt x="25016" y="46795"/>
                </a:cubicBezTo>
                <a:close/>
                <a:moveTo>
                  <a:pt x="95283" y="45899"/>
                </a:moveTo>
                <a:lnTo>
                  <a:pt x="95308" y="45924"/>
                </a:lnTo>
                <a:lnTo>
                  <a:pt x="95333" y="45949"/>
                </a:lnTo>
                <a:cubicBezTo>
                  <a:pt x="93292" y="46571"/>
                  <a:pt x="91201" y="46895"/>
                  <a:pt x="89110" y="46895"/>
                </a:cubicBezTo>
                <a:cubicBezTo>
                  <a:pt x="88613" y="46895"/>
                  <a:pt x="88115" y="46845"/>
                  <a:pt x="87617" y="46820"/>
                </a:cubicBezTo>
                <a:cubicBezTo>
                  <a:pt x="87492" y="46820"/>
                  <a:pt x="87418" y="46795"/>
                  <a:pt x="87293" y="46795"/>
                </a:cubicBezTo>
                <a:cubicBezTo>
                  <a:pt x="86870" y="46770"/>
                  <a:pt x="86472" y="46696"/>
                  <a:pt x="86074" y="46646"/>
                </a:cubicBezTo>
                <a:cubicBezTo>
                  <a:pt x="85974" y="46646"/>
                  <a:pt x="85875" y="46621"/>
                  <a:pt x="85800" y="46621"/>
                </a:cubicBezTo>
                <a:lnTo>
                  <a:pt x="85675" y="46621"/>
                </a:lnTo>
                <a:cubicBezTo>
                  <a:pt x="85700" y="46571"/>
                  <a:pt x="85700" y="46571"/>
                  <a:pt x="85700" y="46546"/>
                </a:cubicBezTo>
                <a:cubicBezTo>
                  <a:pt x="86123" y="46646"/>
                  <a:pt x="86596" y="46696"/>
                  <a:pt x="87069" y="46746"/>
                </a:cubicBezTo>
                <a:cubicBezTo>
                  <a:pt x="87219" y="46746"/>
                  <a:pt x="87343" y="46770"/>
                  <a:pt x="87492" y="46770"/>
                </a:cubicBezTo>
                <a:cubicBezTo>
                  <a:pt x="88040" y="46795"/>
                  <a:pt x="88563" y="46820"/>
                  <a:pt x="89085" y="46820"/>
                </a:cubicBezTo>
                <a:lnTo>
                  <a:pt x="89110" y="46820"/>
                </a:lnTo>
                <a:cubicBezTo>
                  <a:pt x="91176" y="46820"/>
                  <a:pt x="93267" y="46522"/>
                  <a:pt x="95283" y="45899"/>
                </a:cubicBezTo>
                <a:close/>
                <a:moveTo>
                  <a:pt x="109820" y="45451"/>
                </a:moveTo>
                <a:lnTo>
                  <a:pt x="109820" y="45451"/>
                </a:lnTo>
                <a:cubicBezTo>
                  <a:pt x="109596" y="46049"/>
                  <a:pt x="109347" y="46671"/>
                  <a:pt x="109098" y="47268"/>
                </a:cubicBezTo>
                <a:cubicBezTo>
                  <a:pt x="108998" y="46895"/>
                  <a:pt x="108949" y="46546"/>
                  <a:pt x="108849" y="46173"/>
                </a:cubicBezTo>
                <a:cubicBezTo>
                  <a:pt x="108973" y="46073"/>
                  <a:pt x="109073" y="46024"/>
                  <a:pt x="109197" y="45924"/>
                </a:cubicBezTo>
                <a:cubicBezTo>
                  <a:pt x="109372" y="45800"/>
                  <a:pt x="109571" y="45650"/>
                  <a:pt x="109720" y="45526"/>
                </a:cubicBezTo>
                <a:cubicBezTo>
                  <a:pt x="109745" y="45476"/>
                  <a:pt x="109770" y="45476"/>
                  <a:pt x="109820" y="45451"/>
                </a:cubicBezTo>
                <a:close/>
                <a:moveTo>
                  <a:pt x="72657" y="45128"/>
                </a:moveTo>
                <a:cubicBezTo>
                  <a:pt x="72682" y="45401"/>
                  <a:pt x="72707" y="45675"/>
                  <a:pt x="72782" y="45949"/>
                </a:cubicBezTo>
                <a:cubicBezTo>
                  <a:pt x="72782" y="46073"/>
                  <a:pt x="72707" y="46173"/>
                  <a:pt x="72682" y="46273"/>
                </a:cubicBezTo>
                <a:cubicBezTo>
                  <a:pt x="72035" y="46571"/>
                  <a:pt x="71388" y="46945"/>
                  <a:pt x="70741" y="47293"/>
                </a:cubicBezTo>
                <a:cubicBezTo>
                  <a:pt x="71114" y="46671"/>
                  <a:pt x="71463" y="46024"/>
                  <a:pt x="71811" y="45401"/>
                </a:cubicBezTo>
                <a:lnTo>
                  <a:pt x="72657" y="45128"/>
                </a:lnTo>
                <a:close/>
                <a:moveTo>
                  <a:pt x="70218" y="43883"/>
                </a:moveTo>
                <a:cubicBezTo>
                  <a:pt x="70741" y="44132"/>
                  <a:pt x="71189" y="44331"/>
                  <a:pt x="71687" y="44530"/>
                </a:cubicBezTo>
                <a:cubicBezTo>
                  <a:pt x="71637" y="44680"/>
                  <a:pt x="71537" y="44829"/>
                  <a:pt x="71438" y="45028"/>
                </a:cubicBezTo>
                <a:lnTo>
                  <a:pt x="71438" y="45053"/>
                </a:lnTo>
                <a:cubicBezTo>
                  <a:pt x="71438" y="45078"/>
                  <a:pt x="71413" y="45078"/>
                  <a:pt x="71413" y="45103"/>
                </a:cubicBezTo>
                <a:cubicBezTo>
                  <a:pt x="69670" y="45700"/>
                  <a:pt x="67853" y="46522"/>
                  <a:pt x="66061" y="47542"/>
                </a:cubicBezTo>
                <a:cubicBezTo>
                  <a:pt x="66061" y="47517"/>
                  <a:pt x="66061" y="47492"/>
                  <a:pt x="66036" y="47442"/>
                </a:cubicBezTo>
                <a:cubicBezTo>
                  <a:pt x="65987" y="47343"/>
                  <a:pt x="65987" y="47268"/>
                  <a:pt x="65962" y="47169"/>
                </a:cubicBezTo>
                <a:cubicBezTo>
                  <a:pt x="65937" y="47044"/>
                  <a:pt x="65912" y="46945"/>
                  <a:pt x="65862" y="46820"/>
                </a:cubicBezTo>
                <a:cubicBezTo>
                  <a:pt x="65937" y="46795"/>
                  <a:pt x="65987" y="46721"/>
                  <a:pt x="66061" y="46696"/>
                </a:cubicBezTo>
                <a:cubicBezTo>
                  <a:pt x="66708" y="46223"/>
                  <a:pt x="67331" y="45800"/>
                  <a:pt x="67978" y="45401"/>
                </a:cubicBezTo>
                <a:lnTo>
                  <a:pt x="68550" y="45028"/>
                </a:lnTo>
                <a:cubicBezTo>
                  <a:pt x="68550" y="45028"/>
                  <a:pt x="68575" y="45028"/>
                  <a:pt x="68575" y="45003"/>
                </a:cubicBezTo>
                <a:cubicBezTo>
                  <a:pt x="69173" y="44555"/>
                  <a:pt x="69695" y="44207"/>
                  <a:pt x="70218" y="43883"/>
                </a:cubicBezTo>
                <a:close/>
                <a:moveTo>
                  <a:pt x="71360" y="45795"/>
                </a:moveTo>
                <a:lnTo>
                  <a:pt x="71360" y="45795"/>
                </a:lnTo>
                <a:cubicBezTo>
                  <a:pt x="71175" y="46103"/>
                  <a:pt x="71032" y="46409"/>
                  <a:pt x="70890" y="46646"/>
                </a:cubicBezTo>
                <a:cubicBezTo>
                  <a:pt x="70790" y="46795"/>
                  <a:pt x="70716" y="46920"/>
                  <a:pt x="70641" y="47069"/>
                </a:cubicBezTo>
                <a:cubicBezTo>
                  <a:pt x="70616" y="47069"/>
                  <a:pt x="70616" y="47094"/>
                  <a:pt x="70566" y="47144"/>
                </a:cubicBezTo>
                <a:cubicBezTo>
                  <a:pt x="70517" y="47268"/>
                  <a:pt x="70417" y="47393"/>
                  <a:pt x="70318" y="47542"/>
                </a:cubicBezTo>
                <a:lnTo>
                  <a:pt x="70293" y="47567"/>
                </a:lnTo>
                <a:cubicBezTo>
                  <a:pt x="70656" y="46961"/>
                  <a:pt x="71020" y="46355"/>
                  <a:pt x="71360" y="45795"/>
                </a:cubicBezTo>
                <a:close/>
                <a:moveTo>
                  <a:pt x="98445" y="45028"/>
                </a:moveTo>
                <a:cubicBezTo>
                  <a:pt x="98046" y="45849"/>
                  <a:pt x="97573" y="46746"/>
                  <a:pt x="97125" y="47642"/>
                </a:cubicBezTo>
                <a:cubicBezTo>
                  <a:pt x="96777" y="47044"/>
                  <a:pt x="96403" y="46497"/>
                  <a:pt x="95931" y="45999"/>
                </a:cubicBezTo>
                <a:cubicBezTo>
                  <a:pt x="96080" y="45924"/>
                  <a:pt x="96254" y="45899"/>
                  <a:pt x="96403" y="45825"/>
                </a:cubicBezTo>
                <a:cubicBezTo>
                  <a:pt x="96453" y="45800"/>
                  <a:pt x="96553" y="45775"/>
                  <a:pt x="96627" y="45775"/>
                </a:cubicBezTo>
                <a:cubicBezTo>
                  <a:pt x="96901" y="45675"/>
                  <a:pt x="97150" y="45551"/>
                  <a:pt x="97424" y="45451"/>
                </a:cubicBezTo>
                <a:cubicBezTo>
                  <a:pt x="97524" y="45426"/>
                  <a:pt x="97573" y="45401"/>
                  <a:pt x="97673" y="45377"/>
                </a:cubicBezTo>
                <a:cubicBezTo>
                  <a:pt x="97922" y="45277"/>
                  <a:pt x="98171" y="45153"/>
                  <a:pt x="98420" y="45028"/>
                </a:cubicBezTo>
                <a:close/>
                <a:moveTo>
                  <a:pt x="65713" y="46920"/>
                </a:moveTo>
                <a:cubicBezTo>
                  <a:pt x="65762" y="47019"/>
                  <a:pt x="65762" y="47069"/>
                  <a:pt x="65787" y="47169"/>
                </a:cubicBezTo>
                <a:cubicBezTo>
                  <a:pt x="65812" y="47194"/>
                  <a:pt x="65837" y="47318"/>
                  <a:pt x="65837" y="47418"/>
                </a:cubicBezTo>
                <a:cubicBezTo>
                  <a:pt x="65837" y="47467"/>
                  <a:pt x="65887" y="47542"/>
                  <a:pt x="65887" y="47642"/>
                </a:cubicBezTo>
                <a:cubicBezTo>
                  <a:pt x="65837" y="47642"/>
                  <a:pt x="65837" y="47667"/>
                  <a:pt x="65812" y="47667"/>
                </a:cubicBezTo>
                <a:cubicBezTo>
                  <a:pt x="65812" y="47592"/>
                  <a:pt x="65787" y="47542"/>
                  <a:pt x="65787" y="47467"/>
                </a:cubicBezTo>
                <a:lnTo>
                  <a:pt x="65688" y="47094"/>
                </a:lnTo>
                <a:cubicBezTo>
                  <a:pt x="65688" y="47044"/>
                  <a:pt x="65663" y="46970"/>
                  <a:pt x="65663" y="46945"/>
                </a:cubicBezTo>
                <a:cubicBezTo>
                  <a:pt x="65688" y="46945"/>
                  <a:pt x="65688" y="46920"/>
                  <a:pt x="65713" y="46920"/>
                </a:cubicBezTo>
                <a:close/>
                <a:moveTo>
                  <a:pt x="108650" y="46322"/>
                </a:moveTo>
                <a:cubicBezTo>
                  <a:pt x="108650" y="46397"/>
                  <a:pt x="108675" y="46422"/>
                  <a:pt x="108675" y="46472"/>
                </a:cubicBezTo>
                <a:cubicBezTo>
                  <a:pt x="108774" y="46795"/>
                  <a:pt x="108874" y="47169"/>
                  <a:pt x="108949" y="47542"/>
                </a:cubicBezTo>
                <a:lnTo>
                  <a:pt x="108949" y="47592"/>
                </a:lnTo>
                <a:cubicBezTo>
                  <a:pt x="108949" y="47642"/>
                  <a:pt x="108899" y="47642"/>
                  <a:pt x="108899" y="47667"/>
                </a:cubicBezTo>
                <a:cubicBezTo>
                  <a:pt x="108899" y="47691"/>
                  <a:pt x="108899" y="47691"/>
                  <a:pt x="108874" y="47716"/>
                </a:cubicBezTo>
                <a:lnTo>
                  <a:pt x="108874" y="47642"/>
                </a:lnTo>
                <a:cubicBezTo>
                  <a:pt x="108874" y="47592"/>
                  <a:pt x="108874" y="47567"/>
                  <a:pt x="108849" y="47517"/>
                </a:cubicBezTo>
                <a:cubicBezTo>
                  <a:pt x="108849" y="47442"/>
                  <a:pt x="108799" y="47393"/>
                  <a:pt x="108799" y="47343"/>
                </a:cubicBezTo>
                <a:lnTo>
                  <a:pt x="108625" y="46522"/>
                </a:lnTo>
                <a:cubicBezTo>
                  <a:pt x="108625" y="46472"/>
                  <a:pt x="108600" y="46422"/>
                  <a:pt x="108600" y="46397"/>
                </a:cubicBezTo>
                <a:lnTo>
                  <a:pt x="108625" y="46347"/>
                </a:lnTo>
                <a:lnTo>
                  <a:pt x="108650" y="46322"/>
                </a:lnTo>
                <a:close/>
                <a:moveTo>
                  <a:pt x="110200" y="45149"/>
                </a:moveTo>
                <a:cubicBezTo>
                  <a:pt x="109857" y="46029"/>
                  <a:pt x="109490" y="46885"/>
                  <a:pt x="109148" y="47741"/>
                </a:cubicBezTo>
                <a:lnTo>
                  <a:pt x="109148" y="47642"/>
                </a:lnTo>
                <a:cubicBezTo>
                  <a:pt x="109496" y="46820"/>
                  <a:pt x="109845" y="45974"/>
                  <a:pt x="110143" y="45177"/>
                </a:cubicBezTo>
                <a:cubicBezTo>
                  <a:pt x="110169" y="45165"/>
                  <a:pt x="110188" y="45159"/>
                  <a:pt x="110200" y="45149"/>
                </a:cubicBezTo>
                <a:close/>
                <a:moveTo>
                  <a:pt x="71288" y="45327"/>
                </a:moveTo>
                <a:cubicBezTo>
                  <a:pt x="71288" y="45377"/>
                  <a:pt x="71263" y="45401"/>
                  <a:pt x="71263" y="45426"/>
                </a:cubicBezTo>
                <a:cubicBezTo>
                  <a:pt x="69571" y="46024"/>
                  <a:pt x="67878" y="46795"/>
                  <a:pt x="66136" y="47766"/>
                </a:cubicBezTo>
                <a:cubicBezTo>
                  <a:pt x="66086" y="47766"/>
                  <a:pt x="66086" y="47741"/>
                  <a:pt x="66086" y="47691"/>
                </a:cubicBezTo>
                <a:cubicBezTo>
                  <a:pt x="67878" y="46746"/>
                  <a:pt x="69621" y="45924"/>
                  <a:pt x="71288" y="45327"/>
                </a:cubicBezTo>
                <a:close/>
                <a:moveTo>
                  <a:pt x="72184" y="46820"/>
                </a:moveTo>
                <a:lnTo>
                  <a:pt x="72184" y="46820"/>
                </a:lnTo>
                <a:cubicBezTo>
                  <a:pt x="71736" y="47069"/>
                  <a:pt x="71263" y="47318"/>
                  <a:pt x="70815" y="47567"/>
                </a:cubicBezTo>
                <a:cubicBezTo>
                  <a:pt x="70790" y="47567"/>
                  <a:pt x="70790" y="47617"/>
                  <a:pt x="70766" y="47617"/>
                </a:cubicBezTo>
                <a:cubicBezTo>
                  <a:pt x="70691" y="47642"/>
                  <a:pt x="70641" y="47667"/>
                  <a:pt x="70542" y="47741"/>
                </a:cubicBezTo>
                <a:cubicBezTo>
                  <a:pt x="70517" y="47741"/>
                  <a:pt x="70492" y="47766"/>
                  <a:pt x="70492" y="47766"/>
                </a:cubicBezTo>
                <a:lnTo>
                  <a:pt x="70517" y="47741"/>
                </a:lnTo>
                <a:cubicBezTo>
                  <a:pt x="70616" y="47642"/>
                  <a:pt x="70741" y="47567"/>
                  <a:pt x="70840" y="47517"/>
                </a:cubicBezTo>
                <a:cubicBezTo>
                  <a:pt x="71363" y="47268"/>
                  <a:pt x="71786" y="47019"/>
                  <a:pt x="72184" y="46820"/>
                </a:cubicBezTo>
                <a:close/>
                <a:moveTo>
                  <a:pt x="95756" y="46049"/>
                </a:moveTo>
                <a:cubicBezTo>
                  <a:pt x="96254" y="46571"/>
                  <a:pt x="96652" y="47169"/>
                  <a:pt x="97026" y="47816"/>
                </a:cubicBezTo>
                <a:cubicBezTo>
                  <a:pt x="97026" y="47866"/>
                  <a:pt x="97001" y="47866"/>
                  <a:pt x="97001" y="47891"/>
                </a:cubicBezTo>
                <a:cubicBezTo>
                  <a:pt x="96627" y="47243"/>
                  <a:pt x="96179" y="46621"/>
                  <a:pt x="95682" y="46049"/>
                </a:cubicBezTo>
                <a:close/>
                <a:moveTo>
                  <a:pt x="98818" y="44829"/>
                </a:moveTo>
                <a:cubicBezTo>
                  <a:pt x="98320" y="45874"/>
                  <a:pt x="97822" y="46870"/>
                  <a:pt x="97300" y="47891"/>
                </a:cubicBezTo>
                <a:lnTo>
                  <a:pt x="97250" y="47816"/>
                </a:lnTo>
                <a:cubicBezTo>
                  <a:pt x="97772" y="46820"/>
                  <a:pt x="98270" y="45849"/>
                  <a:pt x="98743" y="44879"/>
                </a:cubicBezTo>
                <a:cubicBezTo>
                  <a:pt x="98768" y="44879"/>
                  <a:pt x="98793" y="44829"/>
                  <a:pt x="98818" y="44829"/>
                </a:cubicBezTo>
                <a:close/>
                <a:moveTo>
                  <a:pt x="65912" y="47816"/>
                </a:moveTo>
                <a:lnTo>
                  <a:pt x="65912" y="47891"/>
                </a:lnTo>
                <a:cubicBezTo>
                  <a:pt x="65862" y="47891"/>
                  <a:pt x="65862" y="47915"/>
                  <a:pt x="65837" y="47915"/>
                </a:cubicBezTo>
                <a:lnTo>
                  <a:pt x="65837" y="47866"/>
                </a:lnTo>
                <a:cubicBezTo>
                  <a:pt x="65862" y="47816"/>
                  <a:pt x="65912" y="47816"/>
                  <a:pt x="65912" y="47816"/>
                </a:cubicBezTo>
                <a:close/>
                <a:moveTo>
                  <a:pt x="70069" y="47915"/>
                </a:moveTo>
                <a:cubicBezTo>
                  <a:pt x="70069" y="47928"/>
                  <a:pt x="70069" y="47934"/>
                  <a:pt x="70075" y="47934"/>
                </a:cubicBezTo>
                <a:cubicBezTo>
                  <a:pt x="70081" y="47934"/>
                  <a:pt x="70094" y="47928"/>
                  <a:pt x="70118" y="47915"/>
                </a:cubicBezTo>
                <a:lnTo>
                  <a:pt x="70118" y="47915"/>
                </a:lnTo>
                <a:cubicBezTo>
                  <a:pt x="70118" y="47940"/>
                  <a:pt x="70069" y="47940"/>
                  <a:pt x="70069" y="47940"/>
                </a:cubicBezTo>
                <a:lnTo>
                  <a:pt x="70044" y="47990"/>
                </a:lnTo>
                <a:cubicBezTo>
                  <a:pt x="70044" y="47990"/>
                  <a:pt x="70044" y="47940"/>
                  <a:pt x="70069" y="47940"/>
                </a:cubicBezTo>
                <a:lnTo>
                  <a:pt x="70069" y="47915"/>
                </a:lnTo>
                <a:close/>
                <a:moveTo>
                  <a:pt x="116167" y="47368"/>
                </a:moveTo>
                <a:cubicBezTo>
                  <a:pt x="116167" y="47492"/>
                  <a:pt x="116117" y="47642"/>
                  <a:pt x="116092" y="47766"/>
                </a:cubicBezTo>
                <a:cubicBezTo>
                  <a:pt x="116067" y="47891"/>
                  <a:pt x="116043" y="48015"/>
                  <a:pt x="115993" y="48115"/>
                </a:cubicBezTo>
                <a:cubicBezTo>
                  <a:pt x="115993" y="47990"/>
                  <a:pt x="116043" y="47891"/>
                  <a:pt x="116043" y="47766"/>
                </a:cubicBezTo>
                <a:cubicBezTo>
                  <a:pt x="116092" y="47642"/>
                  <a:pt x="116117" y="47517"/>
                  <a:pt x="116167" y="47368"/>
                </a:cubicBezTo>
                <a:close/>
                <a:moveTo>
                  <a:pt x="97125" y="48015"/>
                </a:moveTo>
                <a:cubicBezTo>
                  <a:pt x="97125" y="48040"/>
                  <a:pt x="97150" y="48040"/>
                  <a:pt x="97150" y="48065"/>
                </a:cubicBezTo>
                <a:cubicBezTo>
                  <a:pt x="97150" y="48115"/>
                  <a:pt x="97150" y="48115"/>
                  <a:pt x="97125" y="48139"/>
                </a:cubicBezTo>
                <a:cubicBezTo>
                  <a:pt x="97125" y="48115"/>
                  <a:pt x="97076" y="48065"/>
                  <a:pt x="97076" y="48065"/>
                </a:cubicBezTo>
                <a:cubicBezTo>
                  <a:pt x="97076" y="48040"/>
                  <a:pt x="97125" y="48040"/>
                  <a:pt x="97125" y="48015"/>
                </a:cubicBezTo>
                <a:close/>
                <a:moveTo>
                  <a:pt x="108973" y="47915"/>
                </a:moveTo>
                <a:cubicBezTo>
                  <a:pt x="108973" y="47940"/>
                  <a:pt x="108973" y="48015"/>
                  <a:pt x="108998" y="48040"/>
                </a:cubicBezTo>
                <a:cubicBezTo>
                  <a:pt x="108998" y="48065"/>
                  <a:pt x="108973" y="48065"/>
                  <a:pt x="108973" y="48115"/>
                </a:cubicBezTo>
                <a:cubicBezTo>
                  <a:pt x="108973" y="48139"/>
                  <a:pt x="108949" y="48139"/>
                  <a:pt x="108949" y="48164"/>
                </a:cubicBezTo>
                <a:lnTo>
                  <a:pt x="108949" y="48115"/>
                </a:lnTo>
                <a:lnTo>
                  <a:pt x="108949" y="48040"/>
                </a:lnTo>
                <a:lnTo>
                  <a:pt x="108949" y="47990"/>
                </a:lnTo>
                <a:cubicBezTo>
                  <a:pt x="108949" y="47940"/>
                  <a:pt x="108973" y="47940"/>
                  <a:pt x="108973" y="47915"/>
                </a:cubicBezTo>
                <a:close/>
                <a:moveTo>
                  <a:pt x="75570" y="45576"/>
                </a:moveTo>
                <a:lnTo>
                  <a:pt x="75570" y="45576"/>
                </a:lnTo>
                <a:cubicBezTo>
                  <a:pt x="75097" y="46447"/>
                  <a:pt x="74524" y="47318"/>
                  <a:pt x="73952" y="48189"/>
                </a:cubicBezTo>
                <a:cubicBezTo>
                  <a:pt x="73703" y="47642"/>
                  <a:pt x="73529" y="47069"/>
                  <a:pt x="73379" y="46522"/>
                </a:cubicBezTo>
                <a:cubicBezTo>
                  <a:pt x="73653" y="46397"/>
                  <a:pt x="73927" y="46273"/>
                  <a:pt x="74250" y="46098"/>
                </a:cubicBezTo>
                <a:cubicBezTo>
                  <a:pt x="74350" y="46073"/>
                  <a:pt x="74474" y="46024"/>
                  <a:pt x="74549" y="45974"/>
                </a:cubicBezTo>
                <a:cubicBezTo>
                  <a:pt x="74599" y="45949"/>
                  <a:pt x="74649" y="45949"/>
                  <a:pt x="74674" y="45924"/>
                </a:cubicBezTo>
                <a:cubicBezTo>
                  <a:pt x="74997" y="45800"/>
                  <a:pt x="75296" y="45675"/>
                  <a:pt x="75570" y="45576"/>
                </a:cubicBezTo>
                <a:close/>
                <a:moveTo>
                  <a:pt x="73205" y="46621"/>
                </a:moveTo>
                <a:cubicBezTo>
                  <a:pt x="73379" y="47194"/>
                  <a:pt x="73553" y="47791"/>
                  <a:pt x="73852" y="48388"/>
                </a:cubicBezTo>
                <a:cubicBezTo>
                  <a:pt x="73852" y="48413"/>
                  <a:pt x="73802" y="48413"/>
                  <a:pt x="73802" y="48438"/>
                </a:cubicBezTo>
                <a:cubicBezTo>
                  <a:pt x="73529" y="47866"/>
                  <a:pt x="73304" y="47243"/>
                  <a:pt x="73155" y="46646"/>
                </a:cubicBezTo>
                <a:cubicBezTo>
                  <a:pt x="73180" y="46646"/>
                  <a:pt x="73180" y="46621"/>
                  <a:pt x="73205" y="46621"/>
                </a:cubicBezTo>
                <a:close/>
                <a:moveTo>
                  <a:pt x="75941" y="45497"/>
                </a:moveTo>
                <a:cubicBezTo>
                  <a:pt x="75352" y="46477"/>
                  <a:pt x="74738" y="47458"/>
                  <a:pt x="74051" y="48438"/>
                </a:cubicBezTo>
                <a:lnTo>
                  <a:pt x="74051" y="48413"/>
                </a:lnTo>
                <a:cubicBezTo>
                  <a:pt x="74723" y="47442"/>
                  <a:pt x="75346" y="46447"/>
                  <a:pt x="75918" y="45501"/>
                </a:cubicBezTo>
                <a:cubicBezTo>
                  <a:pt x="75927" y="45501"/>
                  <a:pt x="75935" y="45499"/>
                  <a:pt x="75941" y="45497"/>
                </a:cubicBezTo>
                <a:close/>
                <a:moveTo>
                  <a:pt x="79502" y="44555"/>
                </a:moveTo>
                <a:cubicBezTo>
                  <a:pt x="79751" y="44704"/>
                  <a:pt x="79975" y="44829"/>
                  <a:pt x="80224" y="44953"/>
                </a:cubicBezTo>
                <a:cubicBezTo>
                  <a:pt x="81519" y="45675"/>
                  <a:pt x="82888" y="46198"/>
                  <a:pt x="84381" y="46571"/>
                </a:cubicBezTo>
                <a:cubicBezTo>
                  <a:pt x="84431" y="46571"/>
                  <a:pt x="84456" y="46621"/>
                  <a:pt x="84481" y="46621"/>
                </a:cubicBezTo>
                <a:cubicBezTo>
                  <a:pt x="84680" y="46646"/>
                  <a:pt x="84829" y="46696"/>
                  <a:pt x="85003" y="46746"/>
                </a:cubicBezTo>
                <a:lnTo>
                  <a:pt x="85053" y="46770"/>
                </a:lnTo>
                <a:cubicBezTo>
                  <a:pt x="84705" y="47368"/>
                  <a:pt x="84331" y="48015"/>
                  <a:pt x="83933" y="48662"/>
                </a:cubicBezTo>
                <a:lnTo>
                  <a:pt x="83560" y="48488"/>
                </a:lnTo>
                <a:lnTo>
                  <a:pt x="83186" y="48289"/>
                </a:lnTo>
                <a:cubicBezTo>
                  <a:pt x="83062" y="48239"/>
                  <a:pt x="82962" y="48164"/>
                  <a:pt x="82838" y="48115"/>
                </a:cubicBezTo>
                <a:cubicBezTo>
                  <a:pt x="82763" y="48065"/>
                  <a:pt x="82713" y="48040"/>
                  <a:pt x="82614" y="47990"/>
                </a:cubicBezTo>
                <a:cubicBezTo>
                  <a:pt x="82489" y="47915"/>
                  <a:pt x="82390" y="47866"/>
                  <a:pt x="82265" y="47791"/>
                </a:cubicBezTo>
                <a:cubicBezTo>
                  <a:pt x="82091" y="47691"/>
                  <a:pt x="81917" y="47567"/>
                  <a:pt x="81743" y="47492"/>
                </a:cubicBezTo>
                <a:cubicBezTo>
                  <a:pt x="81643" y="47418"/>
                  <a:pt x="81519" y="47368"/>
                  <a:pt x="81394" y="47293"/>
                </a:cubicBezTo>
                <a:cubicBezTo>
                  <a:pt x="81245" y="47194"/>
                  <a:pt x="81095" y="47069"/>
                  <a:pt x="80921" y="46994"/>
                </a:cubicBezTo>
                <a:cubicBezTo>
                  <a:pt x="80822" y="46895"/>
                  <a:pt x="80672" y="46820"/>
                  <a:pt x="80573" y="46746"/>
                </a:cubicBezTo>
                <a:cubicBezTo>
                  <a:pt x="80448" y="46646"/>
                  <a:pt x="80274" y="46522"/>
                  <a:pt x="80150" y="46422"/>
                </a:cubicBezTo>
                <a:lnTo>
                  <a:pt x="79776" y="46148"/>
                </a:lnTo>
                <a:cubicBezTo>
                  <a:pt x="79652" y="46049"/>
                  <a:pt x="79527" y="45949"/>
                  <a:pt x="79428" y="45825"/>
                </a:cubicBezTo>
                <a:cubicBezTo>
                  <a:pt x="79303" y="45700"/>
                  <a:pt x="79179" y="45625"/>
                  <a:pt x="79054" y="45501"/>
                </a:cubicBezTo>
                <a:cubicBezTo>
                  <a:pt x="79029" y="45451"/>
                  <a:pt x="79005" y="45426"/>
                  <a:pt x="78930" y="45401"/>
                </a:cubicBezTo>
                <a:cubicBezTo>
                  <a:pt x="78880" y="45327"/>
                  <a:pt x="78830" y="45277"/>
                  <a:pt x="78731" y="45202"/>
                </a:cubicBezTo>
                <a:cubicBezTo>
                  <a:pt x="78606" y="45078"/>
                  <a:pt x="78482" y="44953"/>
                  <a:pt x="78357" y="44879"/>
                </a:cubicBezTo>
                <a:cubicBezTo>
                  <a:pt x="78357" y="44829"/>
                  <a:pt x="78308" y="44804"/>
                  <a:pt x="78308" y="44779"/>
                </a:cubicBezTo>
                <a:cubicBezTo>
                  <a:pt x="78731" y="44680"/>
                  <a:pt x="79129" y="44580"/>
                  <a:pt x="79502" y="44555"/>
                </a:cubicBezTo>
                <a:close/>
                <a:moveTo>
                  <a:pt x="73949" y="48625"/>
                </a:moveTo>
                <a:cubicBezTo>
                  <a:pt x="73951" y="48628"/>
                  <a:pt x="73952" y="48632"/>
                  <a:pt x="73952" y="48637"/>
                </a:cubicBezTo>
                <a:cubicBezTo>
                  <a:pt x="73952" y="48662"/>
                  <a:pt x="73927" y="48662"/>
                  <a:pt x="73927" y="48687"/>
                </a:cubicBezTo>
                <a:lnTo>
                  <a:pt x="73927" y="48662"/>
                </a:lnTo>
                <a:cubicBezTo>
                  <a:pt x="73927" y="48642"/>
                  <a:pt x="73943" y="48638"/>
                  <a:pt x="73949" y="48625"/>
                </a:cubicBezTo>
                <a:close/>
                <a:moveTo>
                  <a:pt x="85227" y="46820"/>
                </a:moveTo>
                <a:cubicBezTo>
                  <a:pt x="85227" y="46870"/>
                  <a:pt x="85252" y="46870"/>
                  <a:pt x="85252" y="46895"/>
                </a:cubicBezTo>
                <a:lnTo>
                  <a:pt x="84132" y="48762"/>
                </a:lnTo>
                <a:cubicBezTo>
                  <a:pt x="84107" y="48762"/>
                  <a:pt x="84107" y="48762"/>
                  <a:pt x="84082" y="48737"/>
                </a:cubicBezTo>
                <a:cubicBezTo>
                  <a:pt x="84481" y="48115"/>
                  <a:pt x="84854" y="47492"/>
                  <a:pt x="85227" y="46820"/>
                </a:cubicBezTo>
                <a:close/>
                <a:moveTo>
                  <a:pt x="78482" y="45153"/>
                </a:moveTo>
                <a:lnTo>
                  <a:pt x="78482" y="45153"/>
                </a:lnTo>
                <a:cubicBezTo>
                  <a:pt x="78631" y="45302"/>
                  <a:pt x="78781" y="45451"/>
                  <a:pt x="78930" y="45576"/>
                </a:cubicBezTo>
                <a:cubicBezTo>
                  <a:pt x="78980" y="45625"/>
                  <a:pt x="79005" y="45650"/>
                  <a:pt x="79029" y="45650"/>
                </a:cubicBezTo>
                <a:cubicBezTo>
                  <a:pt x="79154" y="45775"/>
                  <a:pt x="79278" y="45874"/>
                  <a:pt x="79403" y="45999"/>
                </a:cubicBezTo>
                <a:cubicBezTo>
                  <a:pt x="79502" y="46049"/>
                  <a:pt x="79602" y="46148"/>
                  <a:pt x="79677" y="46198"/>
                </a:cubicBezTo>
                <a:cubicBezTo>
                  <a:pt x="79751" y="46273"/>
                  <a:pt x="79801" y="46298"/>
                  <a:pt x="79876" y="46322"/>
                </a:cubicBezTo>
                <a:cubicBezTo>
                  <a:pt x="79926" y="46372"/>
                  <a:pt x="79975" y="46422"/>
                  <a:pt x="80025" y="46447"/>
                </a:cubicBezTo>
                <a:cubicBezTo>
                  <a:pt x="80100" y="46522"/>
                  <a:pt x="80174" y="46571"/>
                  <a:pt x="80249" y="46621"/>
                </a:cubicBezTo>
                <a:cubicBezTo>
                  <a:pt x="80349" y="46671"/>
                  <a:pt x="80398" y="46746"/>
                  <a:pt x="80498" y="46795"/>
                </a:cubicBezTo>
                <a:lnTo>
                  <a:pt x="80772" y="46994"/>
                </a:lnTo>
                <a:cubicBezTo>
                  <a:pt x="80871" y="47044"/>
                  <a:pt x="80971" y="47119"/>
                  <a:pt x="81095" y="47194"/>
                </a:cubicBezTo>
                <a:cubicBezTo>
                  <a:pt x="81195" y="47268"/>
                  <a:pt x="81245" y="47318"/>
                  <a:pt x="81344" y="47393"/>
                </a:cubicBezTo>
                <a:lnTo>
                  <a:pt x="81618" y="47567"/>
                </a:lnTo>
                <a:cubicBezTo>
                  <a:pt x="81817" y="47691"/>
                  <a:pt x="81991" y="47816"/>
                  <a:pt x="82216" y="47915"/>
                </a:cubicBezTo>
                <a:cubicBezTo>
                  <a:pt x="82290" y="47940"/>
                  <a:pt x="82365" y="48015"/>
                  <a:pt x="82464" y="48040"/>
                </a:cubicBezTo>
                <a:cubicBezTo>
                  <a:pt x="82514" y="48065"/>
                  <a:pt x="82589" y="48115"/>
                  <a:pt x="82664" y="48164"/>
                </a:cubicBezTo>
                <a:lnTo>
                  <a:pt x="82863" y="48264"/>
                </a:lnTo>
                <a:cubicBezTo>
                  <a:pt x="82962" y="48314"/>
                  <a:pt x="83062" y="48363"/>
                  <a:pt x="83136" y="48413"/>
                </a:cubicBezTo>
                <a:lnTo>
                  <a:pt x="83336" y="48513"/>
                </a:lnTo>
                <a:cubicBezTo>
                  <a:pt x="83510" y="48612"/>
                  <a:pt x="83709" y="48687"/>
                  <a:pt x="83883" y="48762"/>
                </a:cubicBezTo>
                <a:lnTo>
                  <a:pt x="83858" y="48787"/>
                </a:lnTo>
                <a:cubicBezTo>
                  <a:pt x="83634" y="48787"/>
                  <a:pt x="83510" y="48762"/>
                  <a:pt x="83385" y="48687"/>
                </a:cubicBezTo>
                <a:cubicBezTo>
                  <a:pt x="83336" y="48662"/>
                  <a:pt x="83311" y="48662"/>
                  <a:pt x="83236" y="48637"/>
                </a:cubicBezTo>
                <a:cubicBezTo>
                  <a:pt x="82987" y="48513"/>
                  <a:pt x="82763" y="48388"/>
                  <a:pt x="82514" y="48264"/>
                </a:cubicBezTo>
                <a:cubicBezTo>
                  <a:pt x="82464" y="48239"/>
                  <a:pt x="82365" y="48189"/>
                  <a:pt x="82315" y="48139"/>
                </a:cubicBezTo>
                <a:cubicBezTo>
                  <a:pt x="82091" y="48015"/>
                  <a:pt x="81892" y="47891"/>
                  <a:pt x="81718" y="47791"/>
                </a:cubicBezTo>
                <a:lnTo>
                  <a:pt x="81444" y="47617"/>
                </a:lnTo>
                <a:cubicBezTo>
                  <a:pt x="81245" y="47492"/>
                  <a:pt x="81095" y="47393"/>
                  <a:pt x="80946" y="47268"/>
                </a:cubicBezTo>
                <a:cubicBezTo>
                  <a:pt x="80822" y="47169"/>
                  <a:pt x="80722" y="47119"/>
                  <a:pt x="80598" y="47019"/>
                </a:cubicBezTo>
                <a:cubicBezTo>
                  <a:pt x="80448" y="46920"/>
                  <a:pt x="80324" y="46795"/>
                  <a:pt x="80150" y="46696"/>
                </a:cubicBezTo>
                <a:cubicBezTo>
                  <a:pt x="80025" y="46621"/>
                  <a:pt x="79901" y="46522"/>
                  <a:pt x="79776" y="46397"/>
                </a:cubicBezTo>
                <a:cubicBezTo>
                  <a:pt x="79726" y="46372"/>
                  <a:pt x="79702" y="46298"/>
                  <a:pt x="79627" y="46273"/>
                </a:cubicBezTo>
                <a:cubicBezTo>
                  <a:pt x="79577" y="46198"/>
                  <a:pt x="79477" y="46148"/>
                  <a:pt x="79403" y="46073"/>
                </a:cubicBezTo>
                <a:cubicBezTo>
                  <a:pt x="79278" y="45949"/>
                  <a:pt x="79129" y="45825"/>
                  <a:pt x="79005" y="45750"/>
                </a:cubicBezTo>
                <a:cubicBezTo>
                  <a:pt x="78905" y="45650"/>
                  <a:pt x="78781" y="45551"/>
                  <a:pt x="78706" y="45451"/>
                </a:cubicBezTo>
                <a:lnTo>
                  <a:pt x="78507" y="45277"/>
                </a:lnTo>
                <a:lnTo>
                  <a:pt x="78507" y="45202"/>
                </a:lnTo>
                <a:lnTo>
                  <a:pt x="78482" y="45153"/>
                </a:lnTo>
                <a:close/>
                <a:moveTo>
                  <a:pt x="84008" y="48886"/>
                </a:moveTo>
                <a:cubicBezTo>
                  <a:pt x="84008" y="48911"/>
                  <a:pt x="84008" y="48911"/>
                  <a:pt x="84057" y="48911"/>
                </a:cubicBezTo>
                <a:cubicBezTo>
                  <a:pt x="84057" y="48911"/>
                  <a:pt x="84057" y="48936"/>
                  <a:pt x="84008" y="48936"/>
                </a:cubicBezTo>
                <a:cubicBezTo>
                  <a:pt x="83983" y="48936"/>
                  <a:pt x="83983" y="48911"/>
                  <a:pt x="83958" y="48911"/>
                </a:cubicBezTo>
                <a:cubicBezTo>
                  <a:pt x="83958" y="48911"/>
                  <a:pt x="83958" y="48886"/>
                  <a:pt x="83983" y="48886"/>
                </a:cubicBezTo>
                <a:close/>
                <a:moveTo>
                  <a:pt x="63273" y="41294"/>
                </a:moveTo>
                <a:cubicBezTo>
                  <a:pt x="63697" y="42066"/>
                  <a:pt x="64045" y="42813"/>
                  <a:pt x="64319" y="43535"/>
                </a:cubicBezTo>
                <a:cubicBezTo>
                  <a:pt x="64369" y="43659"/>
                  <a:pt x="64443" y="43808"/>
                  <a:pt x="64468" y="43933"/>
                </a:cubicBezTo>
                <a:cubicBezTo>
                  <a:pt x="64568" y="44207"/>
                  <a:pt x="64667" y="44456"/>
                  <a:pt x="64742" y="44704"/>
                </a:cubicBezTo>
                <a:cubicBezTo>
                  <a:pt x="64817" y="44929"/>
                  <a:pt x="64916" y="45128"/>
                  <a:pt x="64966" y="45327"/>
                </a:cubicBezTo>
                <a:cubicBezTo>
                  <a:pt x="65041" y="45551"/>
                  <a:pt x="65090" y="45750"/>
                  <a:pt x="65165" y="45949"/>
                </a:cubicBezTo>
                <a:cubicBezTo>
                  <a:pt x="65215" y="46173"/>
                  <a:pt x="65290" y="46372"/>
                  <a:pt x="65339" y="46571"/>
                </a:cubicBezTo>
                <a:cubicBezTo>
                  <a:pt x="65041" y="46795"/>
                  <a:pt x="64717" y="47019"/>
                  <a:pt x="64443" y="47268"/>
                </a:cubicBezTo>
                <a:lnTo>
                  <a:pt x="64070" y="47542"/>
                </a:lnTo>
                <a:cubicBezTo>
                  <a:pt x="63896" y="47667"/>
                  <a:pt x="63721" y="47791"/>
                  <a:pt x="63547" y="47915"/>
                </a:cubicBezTo>
                <a:cubicBezTo>
                  <a:pt x="63473" y="47940"/>
                  <a:pt x="63423" y="48015"/>
                  <a:pt x="63348" y="48040"/>
                </a:cubicBezTo>
                <a:cubicBezTo>
                  <a:pt x="63199" y="48164"/>
                  <a:pt x="63024" y="48289"/>
                  <a:pt x="62850" y="48438"/>
                </a:cubicBezTo>
                <a:cubicBezTo>
                  <a:pt x="62800" y="48513"/>
                  <a:pt x="62726" y="48538"/>
                  <a:pt x="62676" y="48612"/>
                </a:cubicBezTo>
                <a:cubicBezTo>
                  <a:pt x="62477" y="48737"/>
                  <a:pt x="62303" y="48886"/>
                  <a:pt x="62128" y="49011"/>
                </a:cubicBezTo>
                <a:cubicBezTo>
                  <a:pt x="61979" y="49135"/>
                  <a:pt x="61855" y="49235"/>
                  <a:pt x="61705" y="49359"/>
                </a:cubicBezTo>
                <a:cubicBezTo>
                  <a:pt x="61606" y="49409"/>
                  <a:pt x="61506" y="49508"/>
                  <a:pt x="61431" y="49558"/>
                </a:cubicBezTo>
                <a:cubicBezTo>
                  <a:pt x="61332" y="49633"/>
                  <a:pt x="61282" y="49683"/>
                  <a:pt x="61183" y="49757"/>
                </a:cubicBezTo>
                <a:cubicBezTo>
                  <a:pt x="61158" y="49732"/>
                  <a:pt x="61083" y="49683"/>
                  <a:pt x="61058" y="49658"/>
                </a:cubicBezTo>
                <a:cubicBezTo>
                  <a:pt x="60934" y="49608"/>
                  <a:pt x="60834" y="49508"/>
                  <a:pt x="60710" y="49434"/>
                </a:cubicBezTo>
                <a:cubicBezTo>
                  <a:pt x="60610" y="49384"/>
                  <a:pt x="60535" y="49309"/>
                  <a:pt x="60436" y="49235"/>
                </a:cubicBezTo>
                <a:cubicBezTo>
                  <a:pt x="60336" y="49160"/>
                  <a:pt x="60286" y="49110"/>
                  <a:pt x="60187" y="49036"/>
                </a:cubicBezTo>
                <a:lnTo>
                  <a:pt x="59814" y="48762"/>
                </a:lnTo>
                <a:cubicBezTo>
                  <a:pt x="59789" y="48737"/>
                  <a:pt x="59714" y="48687"/>
                  <a:pt x="59689" y="48662"/>
                </a:cubicBezTo>
                <a:cubicBezTo>
                  <a:pt x="58793" y="47940"/>
                  <a:pt x="57822" y="47069"/>
                  <a:pt x="56827" y="46073"/>
                </a:cubicBezTo>
                <a:lnTo>
                  <a:pt x="56677" y="45924"/>
                </a:lnTo>
                <a:lnTo>
                  <a:pt x="56254" y="45526"/>
                </a:lnTo>
                <a:lnTo>
                  <a:pt x="56005" y="45277"/>
                </a:lnTo>
                <a:cubicBezTo>
                  <a:pt x="56204" y="45153"/>
                  <a:pt x="56379" y="44978"/>
                  <a:pt x="56603" y="44854"/>
                </a:cubicBezTo>
                <a:cubicBezTo>
                  <a:pt x="56677" y="44804"/>
                  <a:pt x="56752" y="44779"/>
                  <a:pt x="56827" y="44704"/>
                </a:cubicBezTo>
                <a:cubicBezTo>
                  <a:pt x="57075" y="44555"/>
                  <a:pt x="57300" y="44406"/>
                  <a:pt x="57548" y="44232"/>
                </a:cubicBezTo>
                <a:cubicBezTo>
                  <a:pt x="57573" y="44232"/>
                  <a:pt x="57573" y="44207"/>
                  <a:pt x="57598" y="44207"/>
                </a:cubicBezTo>
                <a:cubicBezTo>
                  <a:pt x="57673" y="44182"/>
                  <a:pt x="57723" y="44157"/>
                  <a:pt x="57797" y="44082"/>
                </a:cubicBezTo>
                <a:cubicBezTo>
                  <a:pt x="57996" y="43933"/>
                  <a:pt x="58245" y="43808"/>
                  <a:pt x="58469" y="43684"/>
                </a:cubicBezTo>
                <a:cubicBezTo>
                  <a:pt x="58494" y="43659"/>
                  <a:pt x="58544" y="43659"/>
                  <a:pt x="58569" y="43609"/>
                </a:cubicBezTo>
                <a:cubicBezTo>
                  <a:pt x="58594" y="43584"/>
                  <a:pt x="58619" y="43584"/>
                  <a:pt x="58669" y="43559"/>
                </a:cubicBezTo>
                <a:cubicBezTo>
                  <a:pt x="58693" y="43535"/>
                  <a:pt x="58718" y="43535"/>
                  <a:pt x="58743" y="43485"/>
                </a:cubicBezTo>
                <a:lnTo>
                  <a:pt x="59415" y="43111"/>
                </a:lnTo>
                <a:cubicBezTo>
                  <a:pt x="59440" y="43087"/>
                  <a:pt x="59490" y="43087"/>
                  <a:pt x="59540" y="43062"/>
                </a:cubicBezTo>
                <a:cubicBezTo>
                  <a:pt x="59589" y="43037"/>
                  <a:pt x="59664" y="43012"/>
                  <a:pt x="59714" y="42937"/>
                </a:cubicBezTo>
                <a:cubicBezTo>
                  <a:pt x="59913" y="42813"/>
                  <a:pt x="60112" y="42713"/>
                  <a:pt x="60311" y="42614"/>
                </a:cubicBezTo>
                <a:cubicBezTo>
                  <a:pt x="60436" y="42564"/>
                  <a:pt x="60560" y="42489"/>
                  <a:pt x="60660" y="42439"/>
                </a:cubicBezTo>
                <a:lnTo>
                  <a:pt x="61207" y="42166"/>
                </a:lnTo>
                <a:cubicBezTo>
                  <a:pt x="61332" y="42091"/>
                  <a:pt x="61481" y="42041"/>
                  <a:pt x="61606" y="41966"/>
                </a:cubicBezTo>
                <a:cubicBezTo>
                  <a:pt x="61780" y="41867"/>
                  <a:pt x="61954" y="41817"/>
                  <a:pt x="62103" y="41767"/>
                </a:cubicBezTo>
                <a:cubicBezTo>
                  <a:pt x="62278" y="41693"/>
                  <a:pt x="62402" y="41643"/>
                  <a:pt x="62552" y="41568"/>
                </a:cubicBezTo>
                <a:lnTo>
                  <a:pt x="63024" y="41394"/>
                </a:lnTo>
                <a:cubicBezTo>
                  <a:pt x="63099" y="41344"/>
                  <a:pt x="63199" y="41319"/>
                  <a:pt x="63273" y="41294"/>
                </a:cubicBezTo>
                <a:close/>
                <a:moveTo>
                  <a:pt x="85352" y="47069"/>
                </a:moveTo>
                <a:cubicBezTo>
                  <a:pt x="85974" y="47816"/>
                  <a:pt x="86472" y="48712"/>
                  <a:pt x="86795" y="49757"/>
                </a:cubicBezTo>
                <a:cubicBezTo>
                  <a:pt x="86721" y="49683"/>
                  <a:pt x="86621" y="49683"/>
                  <a:pt x="86547" y="49658"/>
                </a:cubicBezTo>
                <a:cubicBezTo>
                  <a:pt x="86347" y="49608"/>
                  <a:pt x="86198" y="49558"/>
                  <a:pt x="85999" y="49508"/>
                </a:cubicBezTo>
                <a:lnTo>
                  <a:pt x="85725" y="49409"/>
                </a:lnTo>
                <a:cubicBezTo>
                  <a:pt x="85626" y="49384"/>
                  <a:pt x="85576" y="49359"/>
                  <a:pt x="85476" y="49309"/>
                </a:cubicBezTo>
                <a:cubicBezTo>
                  <a:pt x="85327" y="49260"/>
                  <a:pt x="85178" y="49185"/>
                  <a:pt x="85003" y="49160"/>
                </a:cubicBezTo>
                <a:cubicBezTo>
                  <a:pt x="84929" y="49135"/>
                  <a:pt x="84854" y="49110"/>
                  <a:pt x="84754" y="49060"/>
                </a:cubicBezTo>
                <a:cubicBezTo>
                  <a:pt x="84680" y="49036"/>
                  <a:pt x="84580" y="48961"/>
                  <a:pt x="84456" y="48936"/>
                </a:cubicBezTo>
                <a:lnTo>
                  <a:pt x="84257" y="48836"/>
                </a:lnTo>
                <a:cubicBezTo>
                  <a:pt x="84630" y="48264"/>
                  <a:pt x="84978" y="47667"/>
                  <a:pt x="85352" y="47069"/>
                </a:cubicBezTo>
                <a:close/>
                <a:moveTo>
                  <a:pt x="85501" y="46795"/>
                </a:moveTo>
                <a:cubicBezTo>
                  <a:pt x="86223" y="47642"/>
                  <a:pt x="86746" y="48637"/>
                  <a:pt x="87094" y="49782"/>
                </a:cubicBezTo>
                <a:cubicBezTo>
                  <a:pt x="87094" y="49795"/>
                  <a:pt x="87088" y="49801"/>
                  <a:pt x="87079" y="49801"/>
                </a:cubicBezTo>
                <a:cubicBezTo>
                  <a:pt x="87069" y="49801"/>
                  <a:pt x="87057" y="49795"/>
                  <a:pt x="87044" y="49782"/>
                </a:cubicBezTo>
                <a:cubicBezTo>
                  <a:pt x="86696" y="48662"/>
                  <a:pt x="86198" y="47667"/>
                  <a:pt x="85476" y="46870"/>
                </a:cubicBezTo>
                <a:cubicBezTo>
                  <a:pt x="85476" y="46820"/>
                  <a:pt x="85501" y="46820"/>
                  <a:pt x="85501" y="46795"/>
                </a:cubicBezTo>
                <a:close/>
                <a:moveTo>
                  <a:pt x="55931" y="45377"/>
                </a:moveTo>
                <a:lnTo>
                  <a:pt x="56204" y="45650"/>
                </a:lnTo>
                <a:cubicBezTo>
                  <a:pt x="56603" y="46049"/>
                  <a:pt x="57001" y="46447"/>
                  <a:pt x="57374" y="46795"/>
                </a:cubicBezTo>
                <a:cubicBezTo>
                  <a:pt x="57474" y="46895"/>
                  <a:pt x="57573" y="46970"/>
                  <a:pt x="57673" y="47044"/>
                </a:cubicBezTo>
                <a:cubicBezTo>
                  <a:pt x="57947" y="47318"/>
                  <a:pt x="58245" y="47567"/>
                  <a:pt x="58544" y="47816"/>
                </a:cubicBezTo>
                <a:cubicBezTo>
                  <a:pt x="58718" y="47990"/>
                  <a:pt x="58868" y="48115"/>
                  <a:pt x="59042" y="48264"/>
                </a:cubicBezTo>
                <a:cubicBezTo>
                  <a:pt x="59241" y="48438"/>
                  <a:pt x="59465" y="48637"/>
                  <a:pt x="59689" y="48787"/>
                </a:cubicBezTo>
                <a:cubicBezTo>
                  <a:pt x="59863" y="48936"/>
                  <a:pt x="60062" y="49060"/>
                  <a:pt x="60212" y="49185"/>
                </a:cubicBezTo>
                <a:cubicBezTo>
                  <a:pt x="60436" y="49359"/>
                  <a:pt x="60660" y="49508"/>
                  <a:pt x="60834" y="49658"/>
                </a:cubicBezTo>
                <a:cubicBezTo>
                  <a:pt x="60909" y="49732"/>
                  <a:pt x="60983" y="49782"/>
                  <a:pt x="61058" y="49807"/>
                </a:cubicBezTo>
                <a:cubicBezTo>
                  <a:pt x="61033" y="49807"/>
                  <a:pt x="61033" y="49857"/>
                  <a:pt x="60983" y="49857"/>
                </a:cubicBezTo>
                <a:cubicBezTo>
                  <a:pt x="60062" y="49235"/>
                  <a:pt x="59042" y="48388"/>
                  <a:pt x="57922" y="47393"/>
                </a:cubicBezTo>
                <a:lnTo>
                  <a:pt x="57847" y="47318"/>
                </a:lnTo>
                <a:cubicBezTo>
                  <a:pt x="57673" y="47144"/>
                  <a:pt x="57474" y="46994"/>
                  <a:pt x="57300" y="46795"/>
                </a:cubicBezTo>
                <a:lnTo>
                  <a:pt x="57175" y="46671"/>
                </a:lnTo>
                <a:cubicBezTo>
                  <a:pt x="56976" y="46522"/>
                  <a:pt x="56802" y="46322"/>
                  <a:pt x="56627" y="46148"/>
                </a:cubicBezTo>
                <a:lnTo>
                  <a:pt x="56478" y="45999"/>
                </a:lnTo>
                <a:cubicBezTo>
                  <a:pt x="56304" y="45800"/>
                  <a:pt x="56105" y="45576"/>
                  <a:pt x="55881" y="45401"/>
                </a:cubicBezTo>
                <a:lnTo>
                  <a:pt x="55856" y="45377"/>
                </a:lnTo>
                <a:lnTo>
                  <a:pt x="55856" y="45377"/>
                </a:lnTo>
                <a:cubicBezTo>
                  <a:pt x="55868" y="45389"/>
                  <a:pt x="55887" y="45395"/>
                  <a:pt x="55902" y="45395"/>
                </a:cubicBezTo>
                <a:cubicBezTo>
                  <a:pt x="55918" y="45395"/>
                  <a:pt x="55931" y="45389"/>
                  <a:pt x="55931" y="45377"/>
                </a:cubicBezTo>
                <a:close/>
                <a:moveTo>
                  <a:pt x="65439" y="46795"/>
                </a:moveTo>
                <a:lnTo>
                  <a:pt x="65439" y="46820"/>
                </a:lnTo>
                <a:lnTo>
                  <a:pt x="65439" y="46845"/>
                </a:lnTo>
                <a:cubicBezTo>
                  <a:pt x="65290" y="46970"/>
                  <a:pt x="65140" y="47069"/>
                  <a:pt x="64966" y="47194"/>
                </a:cubicBezTo>
                <a:cubicBezTo>
                  <a:pt x="64891" y="47268"/>
                  <a:pt x="64817" y="47318"/>
                  <a:pt x="64717" y="47393"/>
                </a:cubicBezTo>
                <a:cubicBezTo>
                  <a:pt x="64692" y="47393"/>
                  <a:pt x="64692" y="47418"/>
                  <a:pt x="64667" y="47418"/>
                </a:cubicBezTo>
                <a:cubicBezTo>
                  <a:pt x="64294" y="47691"/>
                  <a:pt x="63945" y="47940"/>
                  <a:pt x="63572" y="48214"/>
                </a:cubicBezTo>
                <a:cubicBezTo>
                  <a:pt x="63323" y="48413"/>
                  <a:pt x="63099" y="48587"/>
                  <a:pt x="62850" y="48787"/>
                </a:cubicBezTo>
                <a:lnTo>
                  <a:pt x="62825" y="48811"/>
                </a:lnTo>
                <a:lnTo>
                  <a:pt x="62751" y="48886"/>
                </a:lnTo>
                <a:cubicBezTo>
                  <a:pt x="62726" y="48911"/>
                  <a:pt x="62701" y="48936"/>
                  <a:pt x="62676" y="48936"/>
                </a:cubicBezTo>
                <a:cubicBezTo>
                  <a:pt x="62352" y="49185"/>
                  <a:pt x="62004" y="49434"/>
                  <a:pt x="61705" y="49683"/>
                </a:cubicBezTo>
                <a:cubicBezTo>
                  <a:pt x="61606" y="49757"/>
                  <a:pt x="61556" y="49807"/>
                  <a:pt x="61456" y="49882"/>
                </a:cubicBezTo>
                <a:cubicBezTo>
                  <a:pt x="61431" y="49857"/>
                  <a:pt x="61431" y="49857"/>
                  <a:pt x="61407" y="49857"/>
                </a:cubicBezTo>
                <a:cubicBezTo>
                  <a:pt x="61456" y="49782"/>
                  <a:pt x="61506" y="49757"/>
                  <a:pt x="61581" y="49683"/>
                </a:cubicBezTo>
                <a:cubicBezTo>
                  <a:pt x="62029" y="49309"/>
                  <a:pt x="62477" y="48986"/>
                  <a:pt x="62950" y="48637"/>
                </a:cubicBezTo>
                <a:cubicBezTo>
                  <a:pt x="63174" y="48488"/>
                  <a:pt x="63348" y="48314"/>
                  <a:pt x="63572" y="48164"/>
                </a:cubicBezTo>
                <a:cubicBezTo>
                  <a:pt x="64194" y="47691"/>
                  <a:pt x="64817" y="47243"/>
                  <a:pt x="65439" y="46795"/>
                </a:cubicBezTo>
                <a:close/>
                <a:moveTo>
                  <a:pt x="84207" y="48986"/>
                </a:moveTo>
                <a:cubicBezTo>
                  <a:pt x="84456" y="49110"/>
                  <a:pt x="84705" y="49185"/>
                  <a:pt x="84954" y="49284"/>
                </a:cubicBezTo>
                <a:cubicBezTo>
                  <a:pt x="84978" y="49284"/>
                  <a:pt x="85003" y="49309"/>
                  <a:pt x="85053" y="49309"/>
                </a:cubicBezTo>
                <a:cubicBezTo>
                  <a:pt x="85327" y="49434"/>
                  <a:pt x="85626" y="49533"/>
                  <a:pt x="85924" y="49633"/>
                </a:cubicBezTo>
                <a:cubicBezTo>
                  <a:pt x="85949" y="49633"/>
                  <a:pt x="85949" y="49633"/>
                  <a:pt x="85974" y="49658"/>
                </a:cubicBezTo>
                <a:cubicBezTo>
                  <a:pt x="86248" y="49757"/>
                  <a:pt x="86571" y="49857"/>
                  <a:pt x="86845" y="49932"/>
                </a:cubicBezTo>
                <a:lnTo>
                  <a:pt x="86845" y="49981"/>
                </a:lnTo>
                <a:lnTo>
                  <a:pt x="86845" y="50006"/>
                </a:lnTo>
                <a:cubicBezTo>
                  <a:pt x="86248" y="49857"/>
                  <a:pt x="85675" y="49658"/>
                  <a:pt x="85103" y="49434"/>
                </a:cubicBezTo>
                <a:cubicBezTo>
                  <a:pt x="84804" y="49309"/>
                  <a:pt x="84506" y="49185"/>
                  <a:pt x="84207" y="49060"/>
                </a:cubicBezTo>
                <a:cubicBezTo>
                  <a:pt x="84232" y="49060"/>
                  <a:pt x="84207" y="49060"/>
                  <a:pt x="84182" y="49011"/>
                </a:cubicBezTo>
                <a:cubicBezTo>
                  <a:pt x="84182" y="49011"/>
                  <a:pt x="84182" y="48986"/>
                  <a:pt x="84207" y="48986"/>
                </a:cubicBezTo>
                <a:close/>
                <a:moveTo>
                  <a:pt x="61232" y="49932"/>
                </a:moveTo>
                <a:lnTo>
                  <a:pt x="61307" y="50006"/>
                </a:lnTo>
                <a:cubicBezTo>
                  <a:pt x="61257" y="50006"/>
                  <a:pt x="61257" y="50031"/>
                  <a:pt x="61232" y="50031"/>
                </a:cubicBezTo>
                <a:lnTo>
                  <a:pt x="61207" y="50031"/>
                </a:lnTo>
                <a:cubicBezTo>
                  <a:pt x="61207" y="50031"/>
                  <a:pt x="61183" y="50031"/>
                  <a:pt x="61183" y="50006"/>
                </a:cubicBezTo>
                <a:lnTo>
                  <a:pt x="61232" y="49932"/>
                </a:lnTo>
                <a:close/>
                <a:moveTo>
                  <a:pt x="65563" y="47019"/>
                </a:moveTo>
                <a:cubicBezTo>
                  <a:pt x="65563" y="47069"/>
                  <a:pt x="65588" y="47144"/>
                  <a:pt x="65588" y="47194"/>
                </a:cubicBezTo>
                <a:cubicBezTo>
                  <a:pt x="65563" y="47318"/>
                  <a:pt x="65588" y="47418"/>
                  <a:pt x="65638" y="47517"/>
                </a:cubicBezTo>
                <a:cubicBezTo>
                  <a:pt x="65663" y="47567"/>
                  <a:pt x="65663" y="47667"/>
                  <a:pt x="65663" y="47741"/>
                </a:cubicBezTo>
                <a:cubicBezTo>
                  <a:pt x="64418" y="48438"/>
                  <a:pt x="63149" y="49235"/>
                  <a:pt x="61904" y="50131"/>
                </a:cubicBezTo>
                <a:cubicBezTo>
                  <a:pt x="61805" y="50106"/>
                  <a:pt x="61730" y="50031"/>
                  <a:pt x="61680" y="50006"/>
                </a:cubicBezTo>
                <a:lnTo>
                  <a:pt x="61655" y="50006"/>
                </a:lnTo>
                <a:cubicBezTo>
                  <a:pt x="61730" y="49932"/>
                  <a:pt x="61830" y="49832"/>
                  <a:pt x="61929" y="49782"/>
                </a:cubicBezTo>
                <a:cubicBezTo>
                  <a:pt x="62178" y="49558"/>
                  <a:pt x="62452" y="49384"/>
                  <a:pt x="62701" y="49160"/>
                </a:cubicBezTo>
                <a:cubicBezTo>
                  <a:pt x="62751" y="49135"/>
                  <a:pt x="62800" y="49110"/>
                  <a:pt x="62850" y="49036"/>
                </a:cubicBezTo>
                <a:cubicBezTo>
                  <a:pt x="63174" y="48787"/>
                  <a:pt x="63473" y="48563"/>
                  <a:pt x="63796" y="48314"/>
                </a:cubicBezTo>
                <a:cubicBezTo>
                  <a:pt x="64070" y="48090"/>
                  <a:pt x="64369" y="47891"/>
                  <a:pt x="64667" y="47667"/>
                </a:cubicBezTo>
                <a:cubicBezTo>
                  <a:pt x="64692" y="47642"/>
                  <a:pt x="64717" y="47592"/>
                  <a:pt x="64792" y="47567"/>
                </a:cubicBezTo>
                <a:cubicBezTo>
                  <a:pt x="65041" y="47393"/>
                  <a:pt x="65290" y="47194"/>
                  <a:pt x="65563" y="47019"/>
                </a:cubicBezTo>
                <a:close/>
                <a:moveTo>
                  <a:pt x="71164" y="45650"/>
                </a:moveTo>
                <a:lnTo>
                  <a:pt x="71164" y="45650"/>
                </a:lnTo>
                <a:cubicBezTo>
                  <a:pt x="70940" y="46024"/>
                  <a:pt x="70790" y="46322"/>
                  <a:pt x="70641" y="46571"/>
                </a:cubicBezTo>
                <a:cubicBezTo>
                  <a:pt x="70566" y="46671"/>
                  <a:pt x="70542" y="46770"/>
                  <a:pt x="70517" y="46820"/>
                </a:cubicBezTo>
                <a:cubicBezTo>
                  <a:pt x="70442" y="46945"/>
                  <a:pt x="70367" y="47069"/>
                  <a:pt x="70293" y="47194"/>
                </a:cubicBezTo>
                <a:cubicBezTo>
                  <a:pt x="70143" y="47393"/>
                  <a:pt x="70019" y="47567"/>
                  <a:pt x="69894" y="47791"/>
                </a:cubicBezTo>
                <a:cubicBezTo>
                  <a:pt x="69297" y="48139"/>
                  <a:pt x="68700" y="48488"/>
                  <a:pt x="68152" y="48861"/>
                </a:cubicBezTo>
                <a:cubicBezTo>
                  <a:pt x="68028" y="48936"/>
                  <a:pt x="67878" y="49011"/>
                  <a:pt x="67729" y="49110"/>
                </a:cubicBezTo>
                <a:cubicBezTo>
                  <a:pt x="67331" y="49359"/>
                  <a:pt x="66907" y="49658"/>
                  <a:pt x="66435" y="49981"/>
                </a:cubicBezTo>
                <a:lnTo>
                  <a:pt x="66161" y="50156"/>
                </a:lnTo>
                <a:cubicBezTo>
                  <a:pt x="66186" y="50106"/>
                  <a:pt x="66186" y="50031"/>
                  <a:pt x="66186" y="49932"/>
                </a:cubicBezTo>
                <a:cubicBezTo>
                  <a:pt x="66211" y="49882"/>
                  <a:pt x="66211" y="49782"/>
                  <a:pt x="66211" y="49732"/>
                </a:cubicBezTo>
                <a:cubicBezTo>
                  <a:pt x="66211" y="49658"/>
                  <a:pt x="66211" y="49558"/>
                  <a:pt x="66260" y="49484"/>
                </a:cubicBezTo>
                <a:cubicBezTo>
                  <a:pt x="66260" y="49384"/>
                  <a:pt x="66285" y="49309"/>
                  <a:pt x="66285" y="49235"/>
                </a:cubicBezTo>
                <a:lnTo>
                  <a:pt x="66285" y="48936"/>
                </a:lnTo>
                <a:lnTo>
                  <a:pt x="66285" y="48662"/>
                </a:lnTo>
                <a:cubicBezTo>
                  <a:pt x="66285" y="48563"/>
                  <a:pt x="66260" y="48488"/>
                  <a:pt x="66260" y="48388"/>
                </a:cubicBezTo>
                <a:cubicBezTo>
                  <a:pt x="66260" y="48289"/>
                  <a:pt x="66211" y="48164"/>
                  <a:pt x="66211" y="48065"/>
                </a:cubicBezTo>
                <a:cubicBezTo>
                  <a:pt x="66211" y="48040"/>
                  <a:pt x="66211" y="48015"/>
                  <a:pt x="66186" y="47940"/>
                </a:cubicBezTo>
                <a:cubicBezTo>
                  <a:pt x="67878" y="47019"/>
                  <a:pt x="69546" y="46248"/>
                  <a:pt x="71164" y="45650"/>
                </a:cubicBezTo>
                <a:close/>
                <a:moveTo>
                  <a:pt x="97250" y="48289"/>
                </a:moveTo>
                <a:cubicBezTo>
                  <a:pt x="97548" y="48911"/>
                  <a:pt x="97797" y="49558"/>
                  <a:pt x="97996" y="50255"/>
                </a:cubicBezTo>
                <a:lnTo>
                  <a:pt x="97947" y="50255"/>
                </a:lnTo>
                <a:cubicBezTo>
                  <a:pt x="97772" y="49558"/>
                  <a:pt x="97524" y="48936"/>
                  <a:pt x="97200" y="48363"/>
                </a:cubicBezTo>
                <a:cubicBezTo>
                  <a:pt x="97200" y="48314"/>
                  <a:pt x="97250" y="48289"/>
                  <a:pt x="97250" y="48289"/>
                </a:cubicBezTo>
                <a:close/>
                <a:moveTo>
                  <a:pt x="105265" y="40448"/>
                </a:moveTo>
                <a:cubicBezTo>
                  <a:pt x="105290" y="40448"/>
                  <a:pt x="105364" y="40473"/>
                  <a:pt x="105464" y="40548"/>
                </a:cubicBezTo>
                <a:cubicBezTo>
                  <a:pt x="105713" y="40821"/>
                  <a:pt x="105962" y="41095"/>
                  <a:pt x="106161" y="41419"/>
                </a:cubicBezTo>
                <a:cubicBezTo>
                  <a:pt x="106235" y="41518"/>
                  <a:pt x="106285" y="41568"/>
                  <a:pt x="106360" y="41668"/>
                </a:cubicBezTo>
                <a:cubicBezTo>
                  <a:pt x="106609" y="42041"/>
                  <a:pt x="106858" y="42439"/>
                  <a:pt x="107107" y="42838"/>
                </a:cubicBezTo>
                <a:cubicBezTo>
                  <a:pt x="107156" y="42937"/>
                  <a:pt x="107206" y="43037"/>
                  <a:pt x="107256" y="43136"/>
                </a:cubicBezTo>
                <a:cubicBezTo>
                  <a:pt x="107455" y="43460"/>
                  <a:pt x="107604" y="43808"/>
                  <a:pt x="107754" y="44182"/>
                </a:cubicBezTo>
                <a:cubicBezTo>
                  <a:pt x="107779" y="44256"/>
                  <a:pt x="107779" y="44281"/>
                  <a:pt x="107828" y="44331"/>
                </a:cubicBezTo>
                <a:lnTo>
                  <a:pt x="107903" y="44630"/>
                </a:lnTo>
                <a:cubicBezTo>
                  <a:pt x="108077" y="45028"/>
                  <a:pt x="108202" y="45401"/>
                  <a:pt x="108326" y="45825"/>
                </a:cubicBezTo>
                <a:cubicBezTo>
                  <a:pt x="108351" y="45899"/>
                  <a:pt x="108351" y="45949"/>
                  <a:pt x="108376" y="46024"/>
                </a:cubicBezTo>
                <a:cubicBezTo>
                  <a:pt x="108077" y="46248"/>
                  <a:pt x="107754" y="46422"/>
                  <a:pt x="107480" y="46621"/>
                </a:cubicBezTo>
                <a:cubicBezTo>
                  <a:pt x="107256" y="46770"/>
                  <a:pt x="107032" y="46895"/>
                  <a:pt x="106833" y="47044"/>
                </a:cubicBezTo>
                <a:cubicBezTo>
                  <a:pt x="106484" y="47243"/>
                  <a:pt x="106136" y="47418"/>
                  <a:pt x="105837" y="47617"/>
                </a:cubicBezTo>
                <a:cubicBezTo>
                  <a:pt x="105588" y="47741"/>
                  <a:pt x="105339" y="47891"/>
                  <a:pt x="105090" y="48015"/>
                </a:cubicBezTo>
                <a:cubicBezTo>
                  <a:pt x="104742" y="48164"/>
                  <a:pt x="104418" y="48314"/>
                  <a:pt x="104095" y="48438"/>
                </a:cubicBezTo>
                <a:cubicBezTo>
                  <a:pt x="103796" y="48563"/>
                  <a:pt x="103547" y="48687"/>
                  <a:pt x="103273" y="48811"/>
                </a:cubicBezTo>
                <a:cubicBezTo>
                  <a:pt x="102975" y="48936"/>
                  <a:pt x="102626" y="49060"/>
                  <a:pt x="102303" y="49160"/>
                </a:cubicBezTo>
                <a:cubicBezTo>
                  <a:pt x="102004" y="49260"/>
                  <a:pt x="101730" y="49384"/>
                  <a:pt x="101407" y="49484"/>
                </a:cubicBezTo>
                <a:cubicBezTo>
                  <a:pt x="101133" y="49558"/>
                  <a:pt x="100859" y="49633"/>
                  <a:pt x="100560" y="49732"/>
                </a:cubicBezTo>
                <a:cubicBezTo>
                  <a:pt x="100535" y="49732"/>
                  <a:pt x="100535" y="49732"/>
                  <a:pt x="100510" y="49757"/>
                </a:cubicBezTo>
                <a:lnTo>
                  <a:pt x="100486" y="49757"/>
                </a:lnTo>
                <a:cubicBezTo>
                  <a:pt x="100162" y="49857"/>
                  <a:pt x="99863" y="49932"/>
                  <a:pt x="99515" y="50006"/>
                </a:cubicBezTo>
                <a:cubicBezTo>
                  <a:pt x="99141" y="50106"/>
                  <a:pt x="98793" y="50156"/>
                  <a:pt x="98420" y="50230"/>
                </a:cubicBezTo>
                <a:cubicBezTo>
                  <a:pt x="98395" y="50230"/>
                  <a:pt x="98370" y="50230"/>
                  <a:pt x="98295" y="50255"/>
                </a:cubicBezTo>
                <a:cubicBezTo>
                  <a:pt x="98071" y="49484"/>
                  <a:pt x="97797" y="48762"/>
                  <a:pt x="97449" y="48115"/>
                </a:cubicBezTo>
                <a:cubicBezTo>
                  <a:pt x="98046" y="46994"/>
                  <a:pt x="98619" y="45874"/>
                  <a:pt x="99166" y="44754"/>
                </a:cubicBezTo>
                <a:cubicBezTo>
                  <a:pt x="99291" y="44680"/>
                  <a:pt x="99415" y="44630"/>
                  <a:pt x="99515" y="44555"/>
                </a:cubicBezTo>
                <a:cubicBezTo>
                  <a:pt x="99614" y="44505"/>
                  <a:pt x="99739" y="44456"/>
                  <a:pt x="99814" y="44406"/>
                </a:cubicBezTo>
                <a:lnTo>
                  <a:pt x="100486" y="44032"/>
                </a:lnTo>
                <a:cubicBezTo>
                  <a:pt x="100610" y="43958"/>
                  <a:pt x="100735" y="43908"/>
                  <a:pt x="100809" y="43833"/>
                </a:cubicBezTo>
                <a:cubicBezTo>
                  <a:pt x="101008" y="43709"/>
                  <a:pt x="101232" y="43584"/>
                  <a:pt x="101407" y="43460"/>
                </a:cubicBezTo>
                <a:cubicBezTo>
                  <a:pt x="101531" y="43385"/>
                  <a:pt x="101655" y="43311"/>
                  <a:pt x="101780" y="43211"/>
                </a:cubicBezTo>
                <a:cubicBezTo>
                  <a:pt x="101979" y="43087"/>
                  <a:pt x="102153" y="42962"/>
                  <a:pt x="102303" y="42838"/>
                </a:cubicBezTo>
                <a:cubicBezTo>
                  <a:pt x="102427" y="42763"/>
                  <a:pt x="102601" y="42663"/>
                  <a:pt x="102726" y="42564"/>
                </a:cubicBezTo>
                <a:cubicBezTo>
                  <a:pt x="102875" y="42439"/>
                  <a:pt x="103049" y="42315"/>
                  <a:pt x="103224" y="42190"/>
                </a:cubicBezTo>
                <a:cubicBezTo>
                  <a:pt x="103373" y="42066"/>
                  <a:pt x="103497" y="41966"/>
                  <a:pt x="103647" y="41842"/>
                </a:cubicBezTo>
                <a:cubicBezTo>
                  <a:pt x="103796" y="41718"/>
                  <a:pt x="103970" y="41593"/>
                  <a:pt x="104095" y="41469"/>
                </a:cubicBezTo>
                <a:lnTo>
                  <a:pt x="104543" y="41095"/>
                </a:lnTo>
                <a:cubicBezTo>
                  <a:pt x="104717" y="40971"/>
                  <a:pt x="104842" y="40846"/>
                  <a:pt x="104966" y="40722"/>
                </a:cubicBezTo>
                <a:cubicBezTo>
                  <a:pt x="105041" y="40647"/>
                  <a:pt x="105165" y="40548"/>
                  <a:pt x="105265" y="40448"/>
                </a:cubicBezTo>
                <a:close/>
                <a:moveTo>
                  <a:pt x="61506" y="50131"/>
                </a:moveTo>
                <a:cubicBezTo>
                  <a:pt x="61556" y="50156"/>
                  <a:pt x="61581" y="50156"/>
                  <a:pt x="61606" y="50180"/>
                </a:cubicBezTo>
                <a:cubicBezTo>
                  <a:pt x="61606" y="50180"/>
                  <a:pt x="61680" y="50230"/>
                  <a:pt x="61705" y="50280"/>
                </a:cubicBezTo>
                <a:cubicBezTo>
                  <a:pt x="61606" y="50255"/>
                  <a:pt x="61506" y="50230"/>
                  <a:pt x="61456" y="50156"/>
                </a:cubicBezTo>
                <a:cubicBezTo>
                  <a:pt x="61481" y="50156"/>
                  <a:pt x="61481" y="50131"/>
                  <a:pt x="61506" y="50131"/>
                </a:cubicBezTo>
                <a:close/>
                <a:moveTo>
                  <a:pt x="65688" y="47940"/>
                </a:moveTo>
                <a:lnTo>
                  <a:pt x="65688" y="48015"/>
                </a:lnTo>
                <a:cubicBezTo>
                  <a:pt x="64518" y="48687"/>
                  <a:pt x="63323" y="49434"/>
                  <a:pt x="62128" y="50280"/>
                </a:cubicBezTo>
                <a:cubicBezTo>
                  <a:pt x="62103" y="50280"/>
                  <a:pt x="62103" y="50255"/>
                  <a:pt x="62079" y="50255"/>
                </a:cubicBezTo>
                <a:cubicBezTo>
                  <a:pt x="63298" y="49409"/>
                  <a:pt x="64518" y="48637"/>
                  <a:pt x="65688" y="47940"/>
                </a:cubicBezTo>
                <a:close/>
                <a:moveTo>
                  <a:pt x="65987" y="48065"/>
                </a:moveTo>
                <a:cubicBezTo>
                  <a:pt x="65987" y="48164"/>
                  <a:pt x="66036" y="48264"/>
                  <a:pt x="66036" y="48363"/>
                </a:cubicBezTo>
                <a:cubicBezTo>
                  <a:pt x="66036" y="48488"/>
                  <a:pt x="66061" y="48563"/>
                  <a:pt x="66061" y="48687"/>
                </a:cubicBezTo>
                <a:lnTo>
                  <a:pt x="66061" y="48911"/>
                </a:lnTo>
                <a:lnTo>
                  <a:pt x="66061" y="49210"/>
                </a:lnTo>
                <a:lnTo>
                  <a:pt x="66061" y="49434"/>
                </a:lnTo>
                <a:cubicBezTo>
                  <a:pt x="66061" y="49533"/>
                  <a:pt x="66061" y="49633"/>
                  <a:pt x="66036" y="49708"/>
                </a:cubicBezTo>
                <a:cubicBezTo>
                  <a:pt x="66036" y="49782"/>
                  <a:pt x="65987" y="49832"/>
                  <a:pt x="65987" y="49932"/>
                </a:cubicBezTo>
                <a:cubicBezTo>
                  <a:pt x="65987" y="50006"/>
                  <a:pt x="65962" y="50081"/>
                  <a:pt x="65962" y="50156"/>
                </a:cubicBezTo>
                <a:cubicBezTo>
                  <a:pt x="65937" y="50255"/>
                  <a:pt x="65912" y="50305"/>
                  <a:pt x="65862" y="50380"/>
                </a:cubicBezTo>
                <a:cubicBezTo>
                  <a:pt x="65862" y="50380"/>
                  <a:pt x="65862" y="50405"/>
                  <a:pt x="65837" y="50405"/>
                </a:cubicBezTo>
                <a:cubicBezTo>
                  <a:pt x="65812" y="50429"/>
                  <a:pt x="65787" y="50429"/>
                  <a:pt x="65738" y="50454"/>
                </a:cubicBezTo>
                <a:cubicBezTo>
                  <a:pt x="65738" y="50429"/>
                  <a:pt x="65787" y="50405"/>
                  <a:pt x="65787" y="50380"/>
                </a:cubicBezTo>
                <a:cubicBezTo>
                  <a:pt x="65812" y="50255"/>
                  <a:pt x="65837" y="50180"/>
                  <a:pt x="65862" y="50106"/>
                </a:cubicBezTo>
                <a:cubicBezTo>
                  <a:pt x="65862" y="50031"/>
                  <a:pt x="65912" y="50006"/>
                  <a:pt x="65912" y="49932"/>
                </a:cubicBezTo>
                <a:cubicBezTo>
                  <a:pt x="65937" y="49857"/>
                  <a:pt x="65937" y="49782"/>
                  <a:pt x="65962" y="49683"/>
                </a:cubicBezTo>
                <a:lnTo>
                  <a:pt x="65962" y="49484"/>
                </a:lnTo>
                <a:cubicBezTo>
                  <a:pt x="65962" y="49384"/>
                  <a:pt x="65962" y="49284"/>
                  <a:pt x="66011" y="49185"/>
                </a:cubicBezTo>
                <a:lnTo>
                  <a:pt x="66011" y="48936"/>
                </a:lnTo>
                <a:lnTo>
                  <a:pt x="66011" y="48662"/>
                </a:lnTo>
                <a:cubicBezTo>
                  <a:pt x="66011" y="48563"/>
                  <a:pt x="65962" y="48488"/>
                  <a:pt x="65962" y="48388"/>
                </a:cubicBezTo>
                <a:cubicBezTo>
                  <a:pt x="65962" y="48289"/>
                  <a:pt x="65937" y="48189"/>
                  <a:pt x="65937" y="48090"/>
                </a:cubicBezTo>
                <a:cubicBezTo>
                  <a:pt x="65962" y="48090"/>
                  <a:pt x="65962" y="48065"/>
                  <a:pt x="65987" y="48065"/>
                </a:cubicBezTo>
                <a:close/>
                <a:moveTo>
                  <a:pt x="97100" y="48538"/>
                </a:moveTo>
                <a:cubicBezTo>
                  <a:pt x="97374" y="49110"/>
                  <a:pt x="97573" y="49658"/>
                  <a:pt x="97772" y="50280"/>
                </a:cubicBezTo>
                <a:cubicBezTo>
                  <a:pt x="97673" y="50305"/>
                  <a:pt x="97548" y="50355"/>
                  <a:pt x="97449" y="50355"/>
                </a:cubicBezTo>
                <a:cubicBezTo>
                  <a:pt x="97001" y="50405"/>
                  <a:pt x="96478" y="50479"/>
                  <a:pt x="96030" y="50504"/>
                </a:cubicBezTo>
                <a:cubicBezTo>
                  <a:pt x="96403" y="49857"/>
                  <a:pt x="96777" y="49185"/>
                  <a:pt x="97100" y="48538"/>
                </a:cubicBezTo>
                <a:close/>
                <a:moveTo>
                  <a:pt x="108401" y="46273"/>
                </a:moveTo>
                <a:lnTo>
                  <a:pt x="108401" y="46298"/>
                </a:lnTo>
                <a:lnTo>
                  <a:pt x="108401" y="46322"/>
                </a:lnTo>
                <a:cubicBezTo>
                  <a:pt x="108152" y="46522"/>
                  <a:pt x="107878" y="46671"/>
                  <a:pt x="107629" y="46820"/>
                </a:cubicBezTo>
                <a:cubicBezTo>
                  <a:pt x="107380" y="46994"/>
                  <a:pt x="107132" y="47169"/>
                  <a:pt x="106858" y="47318"/>
                </a:cubicBezTo>
                <a:cubicBezTo>
                  <a:pt x="106584" y="47492"/>
                  <a:pt x="106260" y="47642"/>
                  <a:pt x="105987" y="47791"/>
                </a:cubicBezTo>
                <a:cubicBezTo>
                  <a:pt x="105713" y="47940"/>
                  <a:pt x="105389" y="48115"/>
                  <a:pt x="105115" y="48264"/>
                </a:cubicBezTo>
                <a:cubicBezTo>
                  <a:pt x="104842" y="48388"/>
                  <a:pt x="104543" y="48513"/>
                  <a:pt x="104294" y="48637"/>
                </a:cubicBezTo>
                <a:cubicBezTo>
                  <a:pt x="103945" y="48787"/>
                  <a:pt x="103647" y="48936"/>
                  <a:pt x="103298" y="49060"/>
                </a:cubicBezTo>
                <a:lnTo>
                  <a:pt x="102552" y="49359"/>
                </a:lnTo>
                <a:cubicBezTo>
                  <a:pt x="102178" y="49484"/>
                  <a:pt x="101805" y="49633"/>
                  <a:pt x="101431" y="49757"/>
                </a:cubicBezTo>
                <a:cubicBezTo>
                  <a:pt x="101183" y="49807"/>
                  <a:pt x="100934" y="49882"/>
                  <a:pt x="100735" y="49932"/>
                </a:cubicBezTo>
                <a:cubicBezTo>
                  <a:pt x="100311" y="50056"/>
                  <a:pt x="99913" y="50180"/>
                  <a:pt x="99515" y="50280"/>
                </a:cubicBezTo>
                <a:cubicBezTo>
                  <a:pt x="99266" y="50355"/>
                  <a:pt x="99017" y="50380"/>
                  <a:pt x="98743" y="50429"/>
                </a:cubicBezTo>
                <a:cubicBezTo>
                  <a:pt x="98619" y="50479"/>
                  <a:pt x="98445" y="50504"/>
                  <a:pt x="98320" y="50529"/>
                </a:cubicBezTo>
                <a:lnTo>
                  <a:pt x="98270" y="50405"/>
                </a:lnTo>
                <a:cubicBezTo>
                  <a:pt x="98320" y="50405"/>
                  <a:pt x="98370" y="50380"/>
                  <a:pt x="98420" y="50380"/>
                </a:cubicBezTo>
                <a:cubicBezTo>
                  <a:pt x="98445" y="50380"/>
                  <a:pt x="98519" y="50355"/>
                  <a:pt x="98544" y="50355"/>
                </a:cubicBezTo>
                <a:cubicBezTo>
                  <a:pt x="98868" y="50280"/>
                  <a:pt x="99166" y="50255"/>
                  <a:pt x="99490" y="50156"/>
                </a:cubicBezTo>
                <a:cubicBezTo>
                  <a:pt x="99565" y="50131"/>
                  <a:pt x="99664" y="50106"/>
                  <a:pt x="99739" y="50106"/>
                </a:cubicBezTo>
                <a:cubicBezTo>
                  <a:pt x="99938" y="50031"/>
                  <a:pt x="100137" y="49981"/>
                  <a:pt x="100361" y="49907"/>
                </a:cubicBezTo>
                <a:lnTo>
                  <a:pt x="100386" y="49907"/>
                </a:lnTo>
                <a:cubicBezTo>
                  <a:pt x="100411" y="49907"/>
                  <a:pt x="100486" y="49882"/>
                  <a:pt x="100510" y="49882"/>
                </a:cubicBezTo>
                <a:cubicBezTo>
                  <a:pt x="100560" y="49857"/>
                  <a:pt x="100635" y="49857"/>
                  <a:pt x="100685" y="49807"/>
                </a:cubicBezTo>
                <a:cubicBezTo>
                  <a:pt x="100934" y="49757"/>
                  <a:pt x="101183" y="49683"/>
                  <a:pt x="101407" y="49633"/>
                </a:cubicBezTo>
                <a:cubicBezTo>
                  <a:pt x="101680" y="49533"/>
                  <a:pt x="101929" y="49434"/>
                  <a:pt x="102228" y="49359"/>
                </a:cubicBezTo>
                <a:cubicBezTo>
                  <a:pt x="102253" y="49359"/>
                  <a:pt x="102278" y="49309"/>
                  <a:pt x="102303" y="49309"/>
                </a:cubicBezTo>
                <a:cubicBezTo>
                  <a:pt x="102651" y="49185"/>
                  <a:pt x="102975" y="49110"/>
                  <a:pt x="103298" y="48986"/>
                </a:cubicBezTo>
                <a:cubicBezTo>
                  <a:pt x="103497" y="48911"/>
                  <a:pt x="103647" y="48811"/>
                  <a:pt x="103796" y="48762"/>
                </a:cubicBezTo>
                <a:cubicBezTo>
                  <a:pt x="103871" y="48737"/>
                  <a:pt x="103970" y="48687"/>
                  <a:pt x="104020" y="48662"/>
                </a:cubicBezTo>
                <a:cubicBezTo>
                  <a:pt x="104045" y="48637"/>
                  <a:pt x="104120" y="48637"/>
                  <a:pt x="104145" y="48612"/>
                </a:cubicBezTo>
                <a:cubicBezTo>
                  <a:pt x="104169" y="48612"/>
                  <a:pt x="104219" y="48563"/>
                  <a:pt x="104244" y="48563"/>
                </a:cubicBezTo>
                <a:cubicBezTo>
                  <a:pt x="104518" y="48438"/>
                  <a:pt x="104842" y="48314"/>
                  <a:pt x="105115" y="48189"/>
                </a:cubicBezTo>
                <a:cubicBezTo>
                  <a:pt x="105339" y="48115"/>
                  <a:pt x="105538" y="47940"/>
                  <a:pt x="105763" y="47866"/>
                </a:cubicBezTo>
                <a:cubicBezTo>
                  <a:pt x="105837" y="47816"/>
                  <a:pt x="105862" y="47791"/>
                  <a:pt x="105912" y="47766"/>
                </a:cubicBezTo>
                <a:cubicBezTo>
                  <a:pt x="105962" y="47766"/>
                  <a:pt x="105962" y="47741"/>
                  <a:pt x="105987" y="47741"/>
                </a:cubicBezTo>
                <a:cubicBezTo>
                  <a:pt x="106161" y="47642"/>
                  <a:pt x="106385" y="47517"/>
                  <a:pt x="106584" y="47418"/>
                </a:cubicBezTo>
                <a:cubicBezTo>
                  <a:pt x="106659" y="47368"/>
                  <a:pt x="106783" y="47318"/>
                  <a:pt x="106883" y="47268"/>
                </a:cubicBezTo>
                <a:cubicBezTo>
                  <a:pt x="107082" y="47144"/>
                  <a:pt x="107256" y="47019"/>
                  <a:pt x="107480" y="46895"/>
                </a:cubicBezTo>
                <a:cubicBezTo>
                  <a:pt x="107530" y="46870"/>
                  <a:pt x="107604" y="46795"/>
                  <a:pt x="107654" y="46770"/>
                </a:cubicBezTo>
                <a:cubicBezTo>
                  <a:pt x="107903" y="46621"/>
                  <a:pt x="108152" y="46447"/>
                  <a:pt x="108401" y="46273"/>
                </a:cubicBezTo>
                <a:close/>
                <a:moveTo>
                  <a:pt x="97026" y="48289"/>
                </a:moveTo>
                <a:cubicBezTo>
                  <a:pt x="97026" y="48314"/>
                  <a:pt x="97051" y="48363"/>
                  <a:pt x="97051" y="48363"/>
                </a:cubicBezTo>
                <a:cubicBezTo>
                  <a:pt x="96627" y="49060"/>
                  <a:pt x="96204" y="49807"/>
                  <a:pt x="95806" y="50554"/>
                </a:cubicBezTo>
                <a:lnTo>
                  <a:pt x="95756" y="50554"/>
                </a:lnTo>
                <a:cubicBezTo>
                  <a:pt x="96179" y="49807"/>
                  <a:pt x="96627" y="49036"/>
                  <a:pt x="97026" y="48289"/>
                </a:cubicBezTo>
                <a:close/>
                <a:moveTo>
                  <a:pt x="69646" y="48239"/>
                </a:moveTo>
                <a:cubicBezTo>
                  <a:pt x="69646" y="48264"/>
                  <a:pt x="69621" y="48264"/>
                  <a:pt x="69621" y="48289"/>
                </a:cubicBezTo>
                <a:cubicBezTo>
                  <a:pt x="69496" y="48363"/>
                  <a:pt x="69372" y="48438"/>
                  <a:pt x="69247" y="48513"/>
                </a:cubicBezTo>
                <a:cubicBezTo>
                  <a:pt x="69197" y="48513"/>
                  <a:pt x="69197" y="48538"/>
                  <a:pt x="69173" y="48538"/>
                </a:cubicBezTo>
                <a:cubicBezTo>
                  <a:pt x="68077" y="49160"/>
                  <a:pt x="67032" y="49882"/>
                  <a:pt x="65937" y="50629"/>
                </a:cubicBezTo>
                <a:lnTo>
                  <a:pt x="65962" y="50604"/>
                </a:lnTo>
                <a:lnTo>
                  <a:pt x="65962" y="50554"/>
                </a:lnTo>
                <a:cubicBezTo>
                  <a:pt x="66708" y="50031"/>
                  <a:pt x="67704" y="49384"/>
                  <a:pt x="68650" y="48811"/>
                </a:cubicBezTo>
                <a:cubicBezTo>
                  <a:pt x="68774" y="48762"/>
                  <a:pt x="68874" y="48687"/>
                  <a:pt x="68998" y="48637"/>
                </a:cubicBezTo>
                <a:lnTo>
                  <a:pt x="69073" y="48563"/>
                </a:lnTo>
                <a:cubicBezTo>
                  <a:pt x="69272" y="48488"/>
                  <a:pt x="69446" y="48363"/>
                  <a:pt x="69646" y="48239"/>
                </a:cubicBezTo>
                <a:close/>
                <a:moveTo>
                  <a:pt x="95408" y="46173"/>
                </a:moveTo>
                <a:cubicBezTo>
                  <a:pt x="96030" y="46696"/>
                  <a:pt x="96503" y="47368"/>
                  <a:pt x="96901" y="48065"/>
                </a:cubicBezTo>
                <a:cubicBezTo>
                  <a:pt x="96453" y="48911"/>
                  <a:pt x="96005" y="49757"/>
                  <a:pt x="95507" y="50554"/>
                </a:cubicBezTo>
                <a:lnTo>
                  <a:pt x="95458" y="50554"/>
                </a:lnTo>
                <a:cubicBezTo>
                  <a:pt x="94810" y="50629"/>
                  <a:pt x="94138" y="50653"/>
                  <a:pt x="93466" y="50653"/>
                </a:cubicBezTo>
                <a:cubicBezTo>
                  <a:pt x="92968" y="50653"/>
                  <a:pt x="92471" y="50629"/>
                  <a:pt x="91973" y="50604"/>
                </a:cubicBezTo>
                <a:lnTo>
                  <a:pt x="91649" y="50604"/>
                </a:lnTo>
                <a:cubicBezTo>
                  <a:pt x="91151" y="50554"/>
                  <a:pt x="90654" y="50504"/>
                  <a:pt x="90181" y="50429"/>
                </a:cubicBezTo>
                <a:lnTo>
                  <a:pt x="90081" y="50429"/>
                </a:lnTo>
                <a:cubicBezTo>
                  <a:pt x="89733" y="50405"/>
                  <a:pt x="89434" y="50355"/>
                  <a:pt x="89085" y="50280"/>
                </a:cubicBezTo>
                <a:cubicBezTo>
                  <a:pt x="88986" y="50255"/>
                  <a:pt x="88911" y="50255"/>
                  <a:pt x="88812" y="50230"/>
                </a:cubicBezTo>
                <a:cubicBezTo>
                  <a:pt x="88563" y="50156"/>
                  <a:pt x="88314" y="50131"/>
                  <a:pt x="88065" y="50056"/>
                </a:cubicBezTo>
                <a:lnTo>
                  <a:pt x="87990" y="50056"/>
                </a:lnTo>
                <a:lnTo>
                  <a:pt x="87617" y="49981"/>
                </a:lnTo>
                <a:cubicBezTo>
                  <a:pt x="87542" y="49932"/>
                  <a:pt x="87418" y="49907"/>
                  <a:pt x="87318" y="49882"/>
                </a:cubicBezTo>
                <a:cubicBezTo>
                  <a:pt x="86995" y="48687"/>
                  <a:pt x="86472" y="47667"/>
                  <a:pt x="85750" y="46820"/>
                </a:cubicBezTo>
                <a:lnTo>
                  <a:pt x="85825" y="46820"/>
                </a:lnTo>
                <a:cubicBezTo>
                  <a:pt x="85924" y="46870"/>
                  <a:pt x="85999" y="46870"/>
                  <a:pt x="86099" y="46895"/>
                </a:cubicBezTo>
                <a:cubicBezTo>
                  <a:pt x="86497" y="46945"/>
                  <a:pt x="86870" y="46994"/>
                  <a:pt x="87293" y="47044"/>
                </a:cubicBezTo>
                <a:cubicBezTo>
                  <a:pt x="87368" y="47044"/>
                  <a:pt x="87492" y="47069"/>
                  <a:pt x="87592" y="47069"/>
                </a:cubicBezTo>
                <a:cubicBezTo>
                  <a:pt x="88090" y="47094"/>
                  <a:pt x="88588" y="47144"/>
                  <a:pt x="89085" y="47144"/>
                </a:cubicBezTo>
                <a:cubicBezTo>
                  <a:pt x="89733" y="47144"/>
                  <a:pt x="90405" y="47094"/>
                  <a:pt x="91027" y="47044"/>
                </a:cubicBezTo>
                <a:cubicBezTo>
                  <a:pt x="91077" y="47044"/>
                  <a:pt x="91176" y="47044"/>
                  <a:pt x="91226" y="47019"/>
                </a:cubicBezTo>
                <a:lnTo>
                  <a:pt x="92072" y="46920"/>
                </a:lnTo>
                <a:cubicBezTo>
                  <a:pt x="92172" y="46920"/>
                  <a:pt x="92222" y="46895"/>
                  <a:pt x="92321" y="46895"/>
                </a:cubicBezTo>
                <a:cubicBezTo>
                  <a:pt x="92595" y="46845"/>
                  <a:pt x="92894" y="46795"/>
                  <a:pt x="93168" y="46721"/>
                </a:cubicBezTo>
                <a:cubicBezTo>
                  <a:pt x="93217" y="46721"/>
                  <a:pt x="93317" y="46696"/>
                  <a:pt x="93392" y="46696"/>
                </a:cubicBezTo>
                <a:lnTo>
                  <a:pt x="94213" y="46522"/>
                </a:lnTo>
                <a:cubicBezTo>
                  <a:pt x="94288" y="46472"/>
                  <a:pt x="94387" y="46472"/>
                  <a:pt x="94437" y="46447"/>
                </a:cubicBezTo>
                <a:cubicBezTo>
                  <a:pt x="94711" y="46397"/>
                  <a:pt x="95010" y="46298"/>
                  <a:pt x="95283" y="46198"/>
                </a:cubicBezTo>
                <a:cubicBezTo>
                  <a:pt x="95308" y="46198"/>
                  <a:pt x="95333" y="46173"/>
                  <a:pt x="95408" y="46173"/>
                </a:cubicBezTo>
                <a:close/>
                <a:moveTo>
                  <a:pt x="97797" y="50529"/>
                </a:moveTo>
                <a:lnTo>
                  <a:pt x="97797" y="50554"/>
                </a:lnTo>
                <a:lnTo>
                  <a:pt x="97797" y="50604"/>
                </a:lnTo>
                <a:cubicBezTo>
                  <a:pt x="97673" y="50629"/>
                  <a:pt x="97548" y="50653"/>
                  <a:pt x="97424" y="50653"/>
                </a:cubicBezTo>
                <a:cubicBezTo>
                  <a:pt x="97150" y="50678"/>
                  <a:pt x="96876" y="50728"/>
                  <a:pt x="96553" y="50753"/>
                </a:cubicBezTo>
                <a:cubicBezTo>
                  <a:pt x="96379" y="50753"/>
                  <a:pt x="96130" y="50778"/>
                  <a:pt x="95881" y="50778"/>
                </a:cubicBezTo>
                <a:lnTo>
                  <a:pt x="95906" y="50753"/>
                </a:lnTo>
                <a:cubicBezTo>
                  <a:pt x="96030" y="50753"/>
                  <a:pt x="96130" y="50728"/>
                  <a:pt x="96254" y="50728"/>
                </a:cubicBezTo>
                <a:lnTo>
                  <a:pt x="96379" y="50728"/>
                </a:lnTo>
                <a:cubicBezTo>
                  <a:pt x="96752" y="50678"/>
                  <a:pt x="97125" y="50653"/>
                  <a:pt x="97499" y="50604"/>
                </a:cubicBezTo>
                <a:lnTo>
                  <a:pt x="97524" y="50604"/>
                </a:lnTo>
                <a:cubicBezTo>
                  <a:pt x="97623" y="50554"/>
                  <a:pt x="97698" y="50554"/>
                  <a:pt x="97797" y="50529"/>
                </a:cubicBezTo>
                <a:close/>
                <a:moveTo>
                  <a:pt x="95682" y="50753"/>
                </a:moveTo>
                <a:cubicBezTo>
                  <a:pt x="95682" y="50753"/>
                  <a:pt x="95682" y="50778"/>
                  <a:pt x="95657" y="50778"/>
                </a:cubicBezTo>
                <a:lnTo>
                  <a:pt x="95657" y="50803"/>
                </a:lnTo>
                <a:lnTo>
                  <a:pt x="95582" y="50803"/>
                </a:lnTo>
                <a:cubicBezTo>
                  <a:pt x="95582" y="50803"/>
                  <a:pt x="95582" y="50778"/>
                  <a:pt x="95632" y="50778"/>
                </a:cubicBezTo>
                <a:cubicBezTo>
                  <a:pt x="95632" y="50778"/>
                  <a:pt x="95632" y="50753"/>
                  <a:pt x="95657" y="50753"/>
                </a:cubicBezTo>
                <a:close/>
                <a:moveTo>
                  <a:pt x="65613" y="50778"/>
                </a:moveTo>
                <a:cubicBezTo>
                  <a:pt x="65588" y="50803"/>
                  <a:pt x="65563" y="50853"/>
                  <a:pt x="65514" y="50853"/>
                </a:cubicBezTo>
                <a:cubicBezTo>
                  <a:pt x="65538" y="50803"/>
                  <a:pt x="65563" y="50778"/>
                  <a:pt x="65613" y="50778"/>
                </a:cubicBezTo>
                <a:close/>
                <a:moveTo>
                  <a:pt x="87368" y="50056"/>
                </a:moveTo>
                <a:cubicBezTo>
                  <a:pt x="87542" y="50106"/>
                  <a:pt x="87692" y="50156"/>
                  <a:pt x="87841" y="50180"/>
                </a:cubicBezTo>
                <a:cubicBezTo>
                  <a:pt x="87916" y="50180"/>
                  <a:pt x="87940" y="50230"/>
                  <a:pt x="87990" y="50230"/>
                </a:cubicBezTo>
                <a:cubicBezTo>
                  <a:pt x="88339" y="50305"/>
                  <a:pt x="88712" y="50380"/>
                  <a:pt x="89061" y="50429"/>
                </a:cubicBezTo>
                <a:cubicBezTo>
                  <a:pt x="89110" y="50429"/>
                  <a:pt x="89160" y="50454"/>
                  <a:pt x="89210" y="50454"/>
                </a:cubicBezTo>
                <a:cubicBezTo>
                  <a:pt x="89334" y="50504"/>
                  <a:pt x="89459" y="50504"/>
                  <a:pt x="89558" y="50529"/>
                </a:cubicBezTo>
                <a:lnTo>
                  <a:pt x="90106" y="50629"/>
                </a:lnTo>
                <a:cubicBezTo>
                  <a:pt x="90206" y="50629"/>
                  <a:pt x="90305" y="50653"/>
                  <a:pt x="90355" y="50653"/>
                </a:cubicBezTo>
                <a:lnTo>
                  <a:pt x="90454" y="50653"/>
                </a:lnTo>
                <a:cubicBezTo>
                  <a:pt x="90579" y="50678"/>
                  <a:pt x="90728" y="50678"/>
                  <a:pt x="90853" y="50703"/>
                </a:cubicBezTo>
                <a:cubicBezTo>
                  <a:pt x="90977" y="50703"/>
                  <a:pt x="91077" y="50753"/>
                  <a:pt x="91201" y="50753"/>
                </a:cubicBezTo>
                <a:cubicBezTo>
                  <a:pt x="91351" y="50753"/>
                  <a:pt x="91525" y="50778"/>
                  <a:pt x="91674" y="50778"/>
                </a:cubicBezTo>
                <a:lnTo>
                  <a:pt x="91799" y="50778"/>
                </a:lnTo>
                <a:cubicBezTo>
                  <a:pt x="91923" y="50778"/>
                  <a:pt x="92048" y="50803"/>
                  <a:pt x="92172" y="50803"/>
                </a:cubicBezTo>
                <a:lnTo>
                  <a:pt x="92321" y="50803"/>
                </a:lnTo>
                <a:cubicBezTo>
                  <a:pt x="92695" y="50828"/>
                  <a:pt x="93068" y="50828"/>
                  <a:pt x="93441" y="50828"/>
                </a:cubicBezTo>
                <a:cubicBezTo>
                  <a:pt x="94089" y="50828"/>
                  <a:pt x="94711" y="50803"/>
                  <a:pt x="95333" y="50778"/>
                </a:cubicBezTo>
                <a:lnTo>
                  <a:pt x="95333" y="50778"/>
                </a:lnTo>
                <a:cubicBezTo>
                  <a:pt x="95333" y="50778"/>
                  <a:pt x="95333" y="50803"/>
                  <a:pt x="95308" y="50803"/>
                </a:cubicBezTo>
                <a:cubicBezTo>
                  <a:pt x="95308" y="50803"/>
                  <a:pt x="95308" y="50828"/>
                  <a:pt x="95283" y="50828"/>
                </a:cubicBezTo>
                <a:cubicBezTo>
                  <a:pt x="94960" y="50877"/>
                  <a:pt x="94636" y="50877"/>
                  <a:pt x="94313" y="50877"/>
                </a:cubicBezTo>
                <a:lnTo>
                  <a:pt x="94263" y="50877"/>
                </a:lnTo>
                <a:cubicBezTo>
                  <a:pt x="93964" y="50877"/>
                  <a:pt x="93690" y="50902"/>
                  <a:pt x="93417" y="50902"/>
                </a:cubicBezTo>
                <a:lnTo>
                  <a:pt x="92321" y="50902"/>
                </a:lnTo>
                <a:cubicBezTo>
                  <a:pt x="92023" y="50902"/>
                  <a:pt x="91724" y="50877"/>
                  <a:pt x="91425" y="50828"/>
                </a:cubicBezTo>
                <a:lnTo>
                  <a:pt x="91226" y="50828"/>
                </a:lnTo>
                <a:cubicBezTo>
                  <a:pt x="90903" y="50803"/>
                  <a:pt x="90579" y="50778"/>
                  <a:pt x="90230" y="50703"/>
                </a:cubicBezTo>
                <a:lnTo>
                  <a:pt x="90181" y="50703"/>
                </a:lnTo>
                <a:cubicBezTo>
                  <a:pt x="89832" y="50653"/>
                  <a:pt x="89459" y="50629"/>
                  <a:pt x="89110" y="50554"/>
                </a:cubicBezTo>
                <a:cubicBezTo>
                  <a:pt x="88538" y="50454"/>
                  <a:pt x="87940" y="50305"/>
                  <a:pt x="87343" y="50156"/>
                </a:cubicBezTo>
                <a:lnTo>
                  <a:pt x="87343" y="50131"/>
                </a:lnTo>
                <a:cubicBezTo>
                  <a:pt x="87368" y="50131"/>
                  <a:pt x="87368" y="50106"/>
                  <a:pt x="87368" y="50056"/>
                </a:cubicBezTo>
                <a:close/>
                <a:moveTo>
                  <a:pt x="115445" y="38681"/>
                </a:moveTo>
                <a:cubicBezTo>
                  <a:pt x="116067" y="41444"/>
                  <a:pt x="116192" y="44530"/>
                  <a:pt x="115819" y="47766"/>
                </a:cubicBezTo>
                <a:cubicBezTo>
                  <a:pt x="115495" y="48811"/>
                  <a:pt x="115146" y="49907"/>
                  <a:pt x="114748" y="51002"/>
                </a:cubicBezTo>
                <a:cubicBezTo>
                  <a:pt x="114201" y="48811"/>
                  <a:pt x="112881" y="46621"/>
                  <a:pt x="110940" y="44505"/>
                </a:cubicBezTo>
                <a:lnTo>
                  <a:pt x="111015" y="44406"/>
                </a:lnTo>
                <a:cubicBezTo>
                  <a:pt x="111139" y="44281"/>
                  <a:pt x="111263" y="44182"/>
                  <a:pt x="111363" y="44057"/>
                </a:cubicBezTo>
                <a:lnTo>
                  <a:pt x="111836" y="43584"/>
                </a:lnTo>
                <a:lnTo>
                  <a:pt x="112110" y="43311"/>
                </a:lnTo>
                <a:cubicBezTo>
                  <a:pt x="112259" y="43161"/>
                  <a:pt x="112433" y="42962"/>
                  <a:pt x="112583" y="42813"/>
                </a:cubicBezTo>
                <a:cubicBezTo>
                  <a:pt x="112632" y="42713"/>
                  <a:pt x="112732" y="42663"/>
                  <a:pt x="112807" y="42564"/>
                </a:cubicBezTo>
                <a:lnTo>
                  <a:pt x="113255" y="41991"/>
                </a:lnTo>
                <a:cubicBezTo>
                  <a:pt x="113329" y="41942"/>
                  <a:pt x="113354" y="41867"/>
                  <a:pt x="113429" y="41792"/>
                </a:cubicBezTo>
                <a:cubicBezTo>
                  <a:pt x="113578" y="41568"/>
                  <a:pt x="113728" y="41369"/>
                  <a:pt x="113877" y="41170"/>
                </a:cubicBezTo>
                <a:cubicBezTo>
                  <a:pt x="113927" y="41145"/>
                  <a:pt x="113952" y="41095"/>
                  <a:pt x="113977" y="41046"/>
                </a:cubicBezTo>
                <a:cubicBezTo>
                  <a:pt x="114549" y="40249"/>
                  <a:pt x="115047" y="39477"/>
                  <a:pt x="115445" y="38681"/>
                </a:cubicBezTo>
                <a:close/>
                <a:moveTo>
                  <a:pt x="65812" y="48214"/>
                </a:moveTo>
                <a:cubicBezTo>
                  <a:pt x="65812" y="48314"/>
                  <a:pt x="65837" y="48388"/>
                  <a:pt x="65837" y="48463"/>
                </a:cubicBezTo>
                <a:cubicBezTo>
                  <a:pt x="65837" y="48563"/>
                  <a:pt x="65887" y="48637"/>
                  <a:pt x="65887" y="48712"/>
                </a:cubicBezTo>
                <a:lnTo>
                  <a:pt x="65887" y="49011"/>
                </a:lnTo>
                <a:lnTo>
                  <a:pt x="65887" y="49210"/>
                </a:lnTo>
                <a:cubicBezTo>
                  <a:pt x="65787" y="49284"/>
                  <a:pt x="65787" y="49359"/>
                  <a:pt x="65787" y="49434"/>
                </a:cubicBezTo>
                <a:lnTo>
                  <a:pt x="65787" y="49633"/>
                </a:lnTo>
                <a:cubicBezTo>
                  <a:pt x="65787" y="49732"/>
                  <a:pt x="65762" y="49782"/>
                  <a:pt x="65762" y="49832"/>
                </a:cubicBezTo>
                <a:cubicBezTo>
                  <a:pt x="65762" y="49907"/>
                  <a:pt x="65713" y="49932"/>
                  <a:pt x="65713" y="50006"/>
                </a:cubicBezTo>
                <a:cubicBezTo>
                  <a:pt x="65688" y="50106"/>
                  <a:pt x="65663" y="50156"/>
                  <a:pt x="65663" y="50205"/>
                </a:cubicBezTo>
                <a:cubicBezTo>
                  <a:pt x="65663" y="50255"/>
                  <a:pt x="65613" y="50280"/>
                  <a:pt x="65613" y="50305"/>
                </a:cubicBezTo>
                <a:cubicBezTo>
                  <a:pt x="65588" y="50405"/>
                  <a:pt x="65538" y="50504"/>
                  <a:pt x="65464" y="50579"/>
                </a:cubicBezTo>
                <a:cubicBezTo>
                  <a:pt x="65439" y="50653"/>
                  <a:pt x="65364" y="50678"/>
                  <a:pt x="65314" y="50753"/>
                </a:cubicBezTo>
                <a:lnTo>
                  <a:pt x="65290" y="50778"/>
                </a:lnTo>
                <a:lnTo>
                  <a:pt x="65215" y="50828"/>
                </a:lnTo>
                <a:cubicBezTo>
                  <a:pt x="64991" y="50952"/>
                  <a:pt x="64742" y="51052"/>
                  <a:pt x="64468" y="51052"/>
                </a:cubicBezTo>
                <a:cubicBezTo>
                  <a:pt x="64319" y="51052"/>
                  <a:pt x="64120" y="51027"/>
                  <a:pt x="63945" y="51002"/>
                </a:cubicBezTo>
                <a:lnTo>
                  <a:pt x="63896" y="51002"/>
                </a:lnTo>
                <a:cubicBezTo>
                  <a:pt x="63448" y="50902"/>
                  <a:pt x="62950" y="50678"/>
                  <a:pt x="62402" y="50405"/>
                </a:cubicBezTo>
                <a:cubicBezTo>
                  <a:pt x="63547" y="49583"/>
                  <a:pt x="64667" y="48886"/>
                  <a:pt x="65812" y="48214"/>
                </a:cubicBezTo>
                <a:close/>
                <a:moveTo>
                  <a:pt x="65389" y="50977"/>
                </a:moveTo>
                <a:lnTo>
                  <a:pt x="65414" y="51002"/>
                </a:lnTo>
                <a:lnTo>
                  <a:pt x="65389" y="51027"/>
                </a:lnTo>
                <a:cubicBezTo>
                  <a:pt x="65339" y="51027"/>
                  <a:pt x="65339" y="51052"/>
                  <a:pt x="65339" y="51052"/>
                </a:cubicBezTo>
                <a:lnTo>
                  <a:pt x="65314" y="51101"/>
                </a:lnTo>
                <a:cubicBezTo>
                  <a:pt x="65290" y="51126"/>
                  <a:pt x="65240" y="51126"/>
                  <a:pt x="65215" y="51126"/>
                </a:cubicBezTo>
                <a:cubicBezTo>
                  <a:pt x="65140" y="51151"/>
                  <a:pt x="65066" y="51176"/>
                  <a:pt x="65016" y="51176"/>
                </a:cubicBezTo>
                <a:lnTo>
                  <a:pt x="65290" y="51002"/>
                </a:lnTo>
                <a:cubicBezTo>
                  <a:pt x="65314" y="51002"/>
                  <a:pt x="65314" y="50977"/>
                  <a:pt x="65339" y="50977"/>
                </a:cubicBezTo>
                <a:close/>
                <a:moveTo>
                  <a:pt x="62178" y="50504"/>
                </a:moveTo>
                <a:cubicBezTo>
                  <a:pt x="62228" y="50529"/>
                  <a:pt x="62303" y="50554"/>
                  <a:pt x="62328" y="50604"/>
                </a:cubicBezTo>
                <a:cubicBezTo>
                  <a:pt x="62576" y="50728"/>
                  <a:pt x="62800" y="50803"/>
                  <a:pt x="63024" y="50902"/>
                </a:cubicBezTo>
                <a:cubicBezTo>
                  <a:pt x="63049" y="50902"/>
                  <a:pt x="63074" y="50927"/>
                  <a:pt x="63099" y="50927"/>
                </a:cubicBezTo>
                <a:cubicBezTo>
                  <a:pt x="63323" y="51027"/>
                  <a:pt x="63547" y="51101"/>
                  <a:pt x="63771" y="51126"/>
                </a:cubicBezTo>
                <a:lnTo>
                  <a:pt x="63821" y="51126"/>
                </a:lnTo>
                <a:cubicBezTo>
                  <a:pt x="64045" y="51151"/>
                  <a:pt x="64219" y="51176"/>
                  <a:pt x="64418" y="51176"/>
                </a:cubicBezTo>
                <a:cubicBezTo>
                  <a:pt x="64518" y="51176"/>
                  <a:pt x="64568" y="51176"/>
                  <a:pt x="64667" y="51151"/>
                </a:cubicBezTo>
                <a:lnTo>
                  <a:pt x="64667" y="51151"/>
                </a:lnTo>
                <a:cubicBezTo>
                  <a:pt x="64617" y="51176"/>
                  <a:pt x="64593" y="51176"/>
                  <a:pt x="64568" y="51201"/>
                </a:cubicBezTo>
                <a:cubicBezTo>
                  <a:pt x="64444" y="51230"/>
                  <a:pt x="64313" y="51244"/>
                  <a:pt x="64176" y="51244"/>
                </a:cubicBezTo>
                <a:cubicBezTo>
                  <a:pt x="63592" y="51244"/>
                  <a:pt x="62884" y="50992"/>
                  <a:pt x="62079" y="50529"/>
                </a:cubicBezTo>
                <a:cubicBezTo>
                  <a:pt x="62103" y="50529"/>
                  <a:pt x="62103" y="50504"/>
                  <a:pt x="62128" y="50504"/>
                </a:cubicBezTo>
                <a:close/>
                <a:moveTo>
                  <a:pt x="110766" y="44630"/>
                </a:moveTo>
                <a:cubicBezTo>
                  <a:pt x="112807" y="46795"/>
                  <a:pt x="114126" y="49110"/>
                  <a:pt x="114698" y="51301"/>
                </a:cubicBezTo>
                <a:cubicBezTo>
                  <a:pt x="114698" y="51350"/>
                  <a:pt x="114674" y="51375"/>
                  <a:pt x="114674" y="51400"/>
                </a:cubicBezTo>
                <a:cubicBezTo>
                  <a:pt x="114101" y="49160"/>
                  <a:pt x="112757" y="46870"/>
                  <a:pt x="110741" y="44655"/>
                </a:cubicBezTo>
                <a:cubicBezTo>
                  <a:pt x="110766" y="44655"/>
                  <a:pt x="110766" y="44630"/>
                  <a:pt x="110766" y="44630"/>
                </a:cubicBezTo>
                <a:close/>
                <a:moveTo>
                  <a:pt x="115744" y="48737"/>
                </a:moveTo>
                <a:cubicBezTo>
                  <a:pt x="115719" y="48861"/>
                  <a:pt x="115719" y="49011"/>
                  <a:pt x="115694" y="49135"/>
                </a:cubicBezTo>
                <a:cubicBezTo>
                  <a:pt x="115445" y="49882"/>
                  <a:pt x="115196" y="50629"/>
                  <a:pt x="114947" y="51400"/>
                </a:cubicBezTo>
                <a:cubicBezTo>
                  <a:pt x="114947" y="51375"/>
                  <a:pt x="114922" y="51350"/>
                  <a:pt x="114922" y="51301"/>
                </a:cubicBezTo>
                <a:cubicBezTo>
                  <a:pt x="115196" y="50429"/>
                  <a:pt x="115470" y="49608"/>
                  <a:pt x="115744" y="48737"/>
                </a:cubicBezTo>
                <a:close/>
                <a:moveTo>
                  <a:pt x="114748" y="51624"/>
                </a:moveTo>
                <a:cubicBezTo>
                  <a:pt x="114748" y="51649"/>
                  <a:pt x="114748" y="51674"/>
                  <a:pt x="114798" y="51749"/>
                </a:cubicBezTo>
                <a:cubicBezTo>
                  <a:pt x="114798" y="51774"/>
                  <a:pt x="114748" y="51848"/>
                  <a:pt x="114748" y="51873"/>
                </a:cubicBezTo>
                <a:cubicBezTo>
                  <a:pt x="114748" y="51798"/>
                  <a:pt x="114748" y="51774"/>
                  <a:pt x="114723" y="51749"/>
                </a:cubicBezTo>
                <a:cubicBezTo>
                  <a:pt x="114723" y="51724"/>
                  <a:pt x="114748" y="51649"/>
                  <a:pt x="114748" y="51624"/>
                </a:cubicBezTo>
                <a:close/>
                <a:moveTo>
                  <a:pt x="115470" y="50405"/>
                </a:moveTo>
                <a:cubicBezTo>
                  <a:pt x="115346" y="51002"/>
                  <a:pt x="115221" y="51624"/>
                  <a:pt x="115097" y="52222"/>
                </a:cubicBezTo>
                <a:lnTo>
                  <a:pt x="114997" y="51749"/>
                </a:lnTo>
                <a:cubicBezTo>
                  <a:pt x="115171" y="51301"/>
                  <a:pt x="115321" y="50877"/>
                  <a:pt x="115470" y="50405"/>
                </a:cubicBezTo>
                <a:close/>
                <a:moveTo>
                  <a:pt x="29720" y="40423"/>
                </a:moveTo>
                <a:cubicBezTo>
                  <a:pt x="32234" y="41991"/>
                  <a:pt x="34898" y="43908"/>
                  <a:pt x="37511" y="45999"/>
                </a:cubicBezTo>
                <a:cubicBezTo>
                  <a:pt x="35520" y="48139"/>
                  <a:pt x="33603" y="50355"/>
                  <a:pt x="31836" y="52595"/>
                </a:cubicBezTo>
                <a:cubicBezTo>
                  <a:pt x="29546" y="50728"/>
                  <a:pt x="27331" y="48762"/>
                  <a:pt x="25339" y="46820"/>
                </a:cubicBezTo>
                <a:cubicBezTo>
                  <a:pt x="26584" y="44680"/>
                  <a:pt x="28077" y="42539"/>
                  <a:pt x="29720" y="40423"/>
                </a:cubicBezTo>
                <a:close/>
                <a:moveTo>
                  <a:pt x="64717" y="51500"/>
                </a:moveTo>
                <a:lnTo>
                  <a:pt x="64443" y="51674"/>
                </a:lnTo>
                <a:cubicBezTo>
                  <a:pt x="64418" y="51724"/>
                  <a:pt x="64393" y="51749"/>
                  <a:pt x="64344" y="51749"/>
                </a:cubicBezTo>
                <a:cubicBezTo>
                  <a:pt x="64169" y="51873"/>
                  <a:pt x="63995" y="51998"/>
                  <a:pt x="63846" y="52122"/>
                </a:cubicBezTo>
                <a:cubicBezTo>
                  <a:pt x="63600" y="52294"/>
                  <a:pt x="63379" y="52490"/>
                  <a:pt x="63181" y="52639"/>
                </a:cubicBezTo>
                <a:lnTo>
                  <a:pt x="63181" y="52639"/>
                </a:lnTo>
                <a:cubicBezTo>
                  <a:pt x="63541" y="52296"/>
                  <a:pt x="63978" y="51972"/>
                  <a:pt x="64393" y="51649"/>
                </a:cubicBezTo>
                <a:cubicBezTo>
                  <a:pt x="64418" y="51624"/>
                  <a:pt x="64468" y="51599"/>
                  <a:pt x="64518" y="51550"/>
                </a:cubicBezTo>
                <a:cubicBezTo>
                  <a:pt x="64543" y="51525"/>
                  <a:pt x="64568" y="51500"/>
                  <a:pt x="64593" y="51500"/>
                </a:cubicBezTo>
                <a:close/>
                <a:moveTo>
                  <a:pt x="37636" y="46123"/>
                </a:moveTo>
                <a:cubicBezTo>
                  <a:pt x="37660" y="46123"/>
                  <a:pt x="37660" y="46148"/>
                  <a:pt x="37685" y="46148"/>
                </a:cubicBezTo>
                <a:cubicBezTo>
                  <a:pt x="35694" y="48289"/>
                  <a:pt x="33802" y="50504"/>
                  <a:pt x="32035" y="52744"/>
                </a:cubicBezTo>
                <a:cubicBezTo>
                  <a:pt x="31985" y="52744"/>
                  <a:pt x="31985" y="52719"/>
                  <a:pt x="31960" y="52719"/>
                </a:cubicBezTo>
                <a:cubicBezTo>
                  <a:pt x="33728" y="50479"/>
                  <a:pt x="35644" y="48264"/>
                  <a:pt x="37636" y="46123"/>
                </a:cubicBezTo>
                <a:close/>
                <a:moveTo>
                  <a:pt x="63099" y="52719"/>
                </a:moveTo>
                <a:lnTo>
                  <a:pt x="63074" y="52744"/>
                </a:lnTo>
                <a:cubicBezTo>
                  <a:pt x="63069" y="52747"/>
                  <a:pt x="63064" y="52750"/>
                  <a:pt x="63059" y="52753"/>
                </a:cubicBezTo>
                <a:lnTo>
                  <a:pt x="63059" y="52753"/>
                </a:lnTo>
                <a:lnTo>
                  <a:pt x="63099" y="52719"/>
                </a:lnTo>
                <a:close/>
                <a:moveTo>
                  <a:pt x="25215" y="46945"/>
                </a:moveTo>
                <a:cubicBezTo>
                  <a:pt x="27206" y="48911"/>
                  <a:pt x="29421" y="50853"/>
                  <a:pt x="31711" y="52719"/>
                </a:cubicBezTo>
                <a:cubicBezTo>
                  <a:pt x="31687" y="52744"/>
                  <a:pt x="31687" y="52769"/>
                  <a:pt x="31662" y="52769"/>
                </a:cubicBezTo>
                <a:cubicBezTo>
                  <a:pt x="29372" y="50927"/>
                  <a:pt x="27181" y="48986"/>
                  <a:pt x="25190" y="47019"/>
                </a:cubicBezTo>
                <a:cubicBezTo>
                  <a:pt x="25190" y="46994"/>
                  <a:pt x="25215" y="46994"/>
                  <a:pt x="25215" y="46945"/>
                </a:cubicBezTo>
                <a:close/>
                <a:moveTo>
                  <a:pt x="48662" y="37088"/>
                </a:moveTo>
                <a:cubicBezTo>
                  <a:pt x="50330" y="39303"/>
                  <a:pt x="52023" y="41469"/>
                  <a:pt x="53765" y="43435"/>
                </a:cubicBezTo>
                <a:cubicBezTo>
                  <a:pt x="53889" y="43559"/>
                  <a:pt x="53989" y="43709"/>
                  <a:pt x="54113" y="43833"/>
                </a:cubicBezTo>
                <a:cubicBezTo>
                  <a:pt x="54313" y="44032"/>
                  <a:pt x="54487" y="44207"/>
                  <a:pt x="54636" y="44431"/>
                </a:cubicBezTo>
                <a:cubicBezTo>
                  <a:pt x="51525" y="47119"/>
                  <a:pt x="48588" y="49932"/>
                  <a:pt x="45874" y="52869"/>
                </a:cubicBezTo>
                <a:cubicBezTo>
                  <a:pt x="43734" y="50728"/>
                  <a:pt x="41295" y="48538"/>
                  <a:pt x="38756" y="46497"/>
                </a:cubicBezTo>
                <a:cubicBezTo>
                  <a:pt x="41519" y="43062"/>
                  <a:pt x="44879" y="39826"/>
                  <a:pt x="48662" y="37088"/>
                </a:cubicBezTo>
                <a:close/>
                <a:moveTo>
                  <a:pt x="31836" y="52844"/>
                </a:moveTo>
                <a:cubicBezTo>
                  <a:pt x="31861" y="52844"/>
                  <a:pt x="31861" y="52869"/>
                  <a:pt x="31911" y="52869"/>
                </a:cubicBezTo>
                <a:cubicBezTo>
                  <a:pt x="31911" y="52894"/>
                  <a:pt x="31861" y="52894"/>
                  <a:pt x="31861" y="52919"/>
                </a:cubicBezTo>
                <a:cubicBezTo>
                  <a:pt x="31836" y="52919"/>
                  <a:pt x="31836" y="52894"/>
                  <a:pt x="31811" y="52894"/>
                </a:cubicBezTo>
                <a:cubicBezTo>
                  <a:pt x="31811" y="52869"/>
                  <a:pt x="31836" y="52869"/>
                  <a:pt x="31836" y="52844"/>
                </a:cubicBezTo>
                <a:close/>
                <a:moveTo>
                  <a:pt x="114848" y="52097"/>
                </a:moveTo>
                <a:cubicBezTo>
                  <a:pt x="114873" y="52296"/>
                  <a:pt x="114922" y="52545"/>
                  <a:pt x="114947" y="52769"/>
                </a:cubicBezTo>
                <a:cubicBezTo>
                  <a:pt x="114947" y="52819"/>
                  <a:pt x="114922" y="52894"/>
                  <a:pt x="114922" y="52919"/>
                </a:cubicBezTo>
                <a:cubicBezTo>
                  <a:pt x="114922" y="52719"/>
                  <a:pt x="114873" y="52470"/>
                  <a:pt x="114823" y="52222"/>
                </a:cubicBezTo>
                <a:cubicBezTo>
                  <a:pt x="114823" y="52172"/>
                  <a:pt x="114848" y="52122"/>
                  <a:pt x="114848" y="52097"/>
                </a:cubicBezTo>
                <a:close/>
                <a:moveTo>
                  <a:pt x="115968" y="48762"/>
                </a:moveTo>
                <a:cubicBezTo>
                  <a:pt x="115769" y="50131"/>
                  <a:pt x="115495" y="51525"/>
                  <a:pt x="115146" y="52968"/>
                </a:cubicBezTo>
                <a:cubicBezTo>
                  <a:pt x="115146" y="52894"/>
                  <a:pt x="115146" y="52844"/>
                  <a:pt x="115122" y="52769"/>
                </a:cubicBezTo>
                <a:cubicBezTo>
                  <a:pt x="115445" y="51550"/>
                  <a:pt x="115694" y="50380"/>
                  <a:pt x="115843" y="49185"/>
                </a:cubicBezTo>
                <a:cubicBezTo>
                  <a:pt x="115868" y="49036"/>
                  <a:pt x="115943" y="48911"/>
                  <a:pt x="115968" y="48762"/>
                </a:cubicBezTo>
                <a:close/>
                <a:moveTo>
                  <a:pt x="38656" y="46621"/>
                </a:moveTo>
                <a:cubicBezTo>
                  <a:pt x="41170" y="48662"/>
                  <a:pt x="43609" y="50803"/>
                  <a:pt x="45750" y="52968"/>
                </a:cubicBezTo>
                <a:cubicBezTo>
                  <a:pt x="45750" y="52993"/>
                  <a:pt x="45725" y="52993"/>
                  <a:pt x="45725" y="53018"/>
                </a:cubicBezTo>
                <a:cubicBezTo>
                  <a:pt x="43560" y="50877"/>
                  <a:pt x="41145" y="48687"/>
                  <a:pt x="38631" y="46671"/>
                </a:cubicBezTo>
                <a:cubicBezTo>
                  <a:pt x="38631" y="46646"/>
                  <a:pt x="38656" y="46646"/>
                  <a:pt x="38656" y="46621"/>
                </a:cubicBezTo>
                <a:close/>
                <a:moveTo>
                  <a:pt x="54810" y="44555"/>
                </a:moveTo>
                <a:cubicBezTo>
                  <a:pt x="54810" y="44580"/>
                  <a:pt x="54835" y="44580"/>
                  <a:pt x="54835" y="44605"/>
                </a:cubicBezTo>
                <a:cubicBezTo>
                  <a:pt x="51724" y="47268"/>
                  <a:pt x="48787" y="50106"/>
                  <a:pt x="46049" y="53018"/>
                </a:cubicBezTo>
                <a:lnTo>
                  <a:pt x="46024" y="52993"/>
                </a:lnTo>
                <a:cubicBezTo>
                  <a:pt x="48762" y="50056"/>
                  <a:pt x="51699" y="47243"/>
                  <a:pt x="54810" y="44555"/>
                </a:cubicBezTo>
                <a:close/>
                <a:moveTo>
                  <a:pt x="77860" y="44879"/>
                </a:moveTo>
                <a:cubicBezTo>
                  <a:pt x="77909" y="44929"/>
                  <a:pt x="77959" y="45003"/>
                  <a:pt x="78009" y="45028"/>
                </a:cubicBezTo>
                <a:lnTo>
                  <a:pt x="78108" y="45401"/>
                </a:lnTo>
                <a:cubicBezTo>
                  <a:pt x="78133" y="45501"/>
                  <a:pt x="78133" y="45576"/>
                  <a:pt x="78158" y="45675"/>
                </a:cubicBezTo>
                <a:cubicBezTo>
                  <a:pt x="78208" y="45775"/>
                  <a:pt x="78208" y="45849"/>
                  <a:pt x="78208" y="45949"/>
                </a:cubicBezTo>
                <a:lnTo>
                  <a:pt x="78208" y="46049"/>
                </a:lnTo>
                <a:cubicBezTo>
                  <a:pt x="78233" y="46173"/>
                  <a:pt x="78233" y="46298"/>
                  <a:pt x="78258" y="46397"/>
                </a:cubicBezTo>
                <a:cubicBezTo>
                  <a:pt x="78258" y="46497"/>
                  <a:pt x="78258" y="46571"/>
                  <a:pt x="78283" y="46646"/>
                </a:cubicBezTo>
                <a:cubicBezTo>
                  <a:pt x="78283" y="46795"/>
                  <a:pt x="78333" y="46945"/>
                  <a:pt x="78333" y="47144"/>
                </a:cubicBezTo>
                <a:lnTo>
                  <a:pt x="78333" y="47243"/>
                </a:lnTo>
                <a:cubicBezTo>
                  <a:pt x="78357" y="48115"/>
                  <a:pt x="78258" y="49036"/>
                  <a:pt x="78084" y="50006"/>
                </a:cubicBezTo>
                <a:lnTo>
                  <a:pt x="78084" y="50056"/>
                </a:lnTo>
                <a:cubicBezTo>
                  <a:pt x="77884" y="51027"/>
                  <a:pt x="77636" y="52022"/>
                  <a:pt x="77287" y="53018"/>
                </a:cubicBezTo>
                <a:cubicBezTo>
                  <a:pt x="75968" y="51599"/>
                  <a:pt x="74922" y="50131"/>
                  <a:pt x="74225" y="48662"/>
                </a:cubicBezTo>
                <a:cubicBezTo>
                  <a:pt x="74972" y="47542"/>
                  <a:pt x="75669" y="46447"/>
                  <a:pt x="76341" y="45327"/>
                </a:cubicBezTo>
                <a:cubicBezTo>
                  <a:pt x="76441" y="45277"/>
                  <a:pt x="76615" y="45227"/>
                  <a:pt x="76789" y="45177"/>
                </a:cubicBezTo>
                <a:cubicBezTo>
                  <a:pt x="77163" y="45053"/>
                  <a:pt x="77511" y="44953"/>
                  <a:pt x="77860" y="44879"/>
                </a:cubicBezTo>
                <a:close/>
                <a:moveTo>
                  <a:pt x="69795" y="48388"/>
                </a:moveTo>
                <a:cubicBezTo>
                  <a:pt x="69372" y="49060"/>
                  <a:pt x="68824" y="49907"/>
                  <a:pt x="68177" y="50853"/>
                </a:cubicBezTo>
                <a:cubicBezTo>
                  <a:pt x="68077" y="50977"/>
                  <a:pt x="68003" y="51126"/>
                  <a:pt x="67903" y="51251"/>
                </a:cubicBezTo>
                <a:cubicBezTo>
                  <a:pt x="67580" y="51649"/>
                  <a:pt x="67206" y="52172"/>
                  <a:pt x="66659" y="52919"/>
                </a:cubicBezTo>
                <a:cubicBezTo>
                  <a:pt x="66659" y="52919"/>
                  <a:pt x="66634" y="52968"/>
                  <a:pt x="66634" y="52993"/>
                </a:cubicBezTo>
                <a:cubicBezTo>
                  <a:pt x="66634" y="53018"/>
                  <a:pt x="66584" y="53018"/>
                  <a:pt x="66584" y="53043"/>
                </a:cubicBezTo>
                <a:lnTo>
                  <a:pt x="66484" y="53043"/>
                </a:lnTo>
                <a:cubicBezTo>
                  <a:pt x="66484" y="53018"/>
                  <a:pt x="66534" y="52993"/>
                  <a:pt x="66534" y="52993"/>
                </a:cubicBezTo>
                <a:cubicBezTo>
                  <a:pt x="66559" y="52919"/>
                  <a:pt x="66584" y="52894"/>
                  <a:pt x="66584" y="52894"/>
                </a:cubicBezTo>
                <a:lnTo>
                  <a:pt x="66659" y="52844"/>
                </a:lnTo>
                <a:cubicBezTo>
                  <a:pt x="67082" y="52271"/>
                  <a:pt x="67480" y="51724"/>
                  <a:pt x="67853" y="51176"/>
                </a:cubicBezTo>
                <a:cubicBezTo>
                  <a:pt x="67928" y="51126"/>
                  <a:pt x="67953" y="51027"/>
                  <a:pt x="68028" y="50977"/>
                </a:cubicBezTo>
                <a:cubicBezTo>
                  <a:pt x="68152" y="50803"/>
                  <a:pt x="68227" y="50653"/>
                  <a:pt x="68326" y="50529"/>
                </a:cubicBezTo>
                <a:cubicBezTo>
                  <a:pt x="68650" y="50106"/>
                  <a:pt x="68849" y="49782"/>
                  <a:pt x="69197" y="49260"/>
                </a:cubicBezTo>
                <a:lnTo>
                  <a:pt x="69770" y="48413"/>
                </a:lnTo>
                <a:lnTo>
                  <a:pt x="69795" y="48388"/>
                </a:lnTo>
                <a:close/>
                <a:moveTo>
                  <a:pt x="45874" y="53093"/>
                </a:moveTo>
                <a:lnTo>
                  <a:pt x="45899" y="53118"/>
                </a:lnTo>
                <a:cubicBezTo>
                  <a:pt x="45899" y="53143"/>
                  <a:pt x="45874" y="53143"/>
                  <a:pt x="45874" y="53167"/>
                </a:cubicBezTo>
                <a:cubicBezTo>
                  <a:pt x="45874" y="53167"/>
                  <a:pt x="45874" y="53143"/>
                  <a:pt x="45850" y="53143"/>
                </a:cubicBezTo>
                <a:cubicBezTo>
                  <a:pt x="45850" y="53118"/>
                  <a:pt x="45874" y="53118"/>
                  <a:pt x="45874" y="53093"/>
                </a:cubicBezTo>
                <a:close/>
                <a:moveTo>
                  <a:pt x="72384" y="47019"/>
                </a:moveTo>
                <a:lnTo>
                  <a:pt x="72384" y="47019"/>
                </a:lnTo>
                <a:cubicBezTo>
                  <a:pt x="71562" y="49036"/>
                  <a:pt x="70492" y="51126"/>
                  <a:pt x="69123" y="53167"/>
                </a:cubicBezTo>
                <a:cubicBezTo>
                  <a:pt x="68409" y="52979"/>
                  <a:pt x="67808" y="52891"/>
                  <a:pt x="67321" y="52891"/>
                </a:cubicBezTo>
                <a:cubicBezTo>
                  <a:pt x="67163" y="52891"/>
                  <a:pt x="67017" y="52900"/>
                  <a:pt x="66883" y="52919"/>
                </a:cubicBezTo>
                <a:cubicBezTo>
                  <a:pt x="67156" y="52595"/>
                  <a:pt x="67405" y="52246"/>
                  <a:pt x="67629" y="51923"/>
                </a:cubicBezTo>
                <a:cubicBezTo>
                  <a:pt x="67704" y="51798"/>
                  <a:pt x="67804" y="51674"/>
                  <a:pt x="67878" y="51550"/>
                </a:cubicBezTo>
                <a:cubicBezTo>
                  <a:pt x="68003" y="51400"/>
                  <a:pt x="68077" y="51251"/>
                  <a:pt x="68177" y="51126"/>
                </a:cubicBezTo>
                <a:cubicBezTo>
                  <a:pt x="68252" y="51052"/>
                  <a:pt x="68276" y="50977"/>
                  <a:pt x="68326" y="50902"/>
                </a:cubicBezTo>
                <a:cubicBezTo>
                  <a:pt x="68376" y="50877"/>
                  <a:pt x="68401" y="50803"/>
                  <a:pt x="68426" y="50778"/>
                </a:cubicBezTo>
                <a:cubicBezTo>
                  <a:pt x="68501" y="50678"/>
                  <a:pt x="68550" y="50604"/>
                  <a:pt x="68650" y="50504"/>
                </a:cubicBezTo>
                <a:lnTo>
                  <a:pt x="69023" y="49932"/>
                </a:lnTo>
                <a:cubicBezTo>
                  <a:pt x="69123" y="49807"/>
                  <a:pt x="69173" y="49683"/>
                  <a:pt x="69272" y="49533"/>
                </a:cubicBezTo>
                <a:cubicBezTo>
                  <a:pt x="69571" y="49060"/>
                  <a:pt x="69870" y="48637"/>
                  <a:pt x="70168" y="48164"/>
                </a:cubicBezTo>
                <a:cubicBezTo>
                  <a:pt x="70442" y="48015"/>
                  <a:pt x="70691" y="47891"/>
                  <a:pt x="70940" y="47716"/>
                </a:cubicBezTo>
                <a:cubicBezTo>
                  <a:pt x="71512" y="47442"/>
                  <a:pt x="71985" y="47194"/>
                  <a:pt x="72384" y="47019"/>
                </a:cubicBezTo>
                <a:close/>
                <a:moveTo>
                  <a:pt x="78208" y="45202"/>
                </a:moveTo>
                <a:lnTo>
                  <a:pt x="78233" y="45227"/>
                </a:lnTo>
                <a:lnTo>
                  <a:pt x="78258" y="45277"/>
                </a:lnTo>
                <a:cubicBezTo>
                  <a:pt x="78258" y="45302"/>
                  <a:pt x="78258" y="45327"/>
                  <a:pt x="78283" y="45352"/>
                </a:cubicBezTo>
                <a:cubicBezTo>
                  <a:pt x="78333" y="45451"/>
                  <a:pt x="78333" y="45526"/>
                  <a:pt x="78333" y="45601"/>
                </a:cubicBezTo>
                <a:cubicBezTo>
                  <a:pt x="78333" y="45650"/>
                  <a:pt x="78333" y="45675"/>
                  <a:pt x="78357" y="45700"/>
                </a:cubicBezTo>
                <a:cubicBezTo>
                  <a:pt x="78382" y="45825"/>
                  <a:pt x="78382" y="45924"/>
                  <a:pt x="78407" y="46049"/>
                </a:cubicBezTo>
                <a:cubicBezTo>
                  <a:pt x="78482" y="46273"/>
                  <a:pt x="78482" y="46372"/>
                  <a:pt x="78482" y="46447"/>
                </a:cubicBezTo>
                <a:lnTo>
                  <a:pt x="78482" y="46546"/>
                </a:lnTo>
                <a:cubicBezTo>
                  <a:pt x="78482" y="46671"/>
                  <a:pt x="78507" y="46770"/>
                  <a:pt x="78507" y="46895"/>
                </a:cubicBezTo>
                <a:lnTo>
                  <a:pt x="78507" y="47243"/>
                </a:lnTo>
                <a:lnTo>
                  <a:pt x="78507" y="47293"/>
                </a:lnTo>
                <a:lnTo>
                  <a:pt x="78507" y="47667"/>
                </a:lnTo>
                <a:lnTo>
                  <a:pt x="78507" y="48040"/>
                </a:lnTo>
                <a:lnTo>
                  <a:pt x="78507" y="48065"/>
                </a:lnTo>
                <a:cubicBezTo>
                  <a:pt x="78507" y="48189"/>
                  <a:pt x="78507" y="48314"/>
                  <a:pt x="78482" y="48438"/>
                </a:cubicBezTo>
                <a:cubicBezTo>
                  <a:pt x="78482" y="48563"/>
                  <a:pt x="78432" y="48687"/>
                  <a:pt x="78432" y="48836"/>
                </a:cubicBezTo>
                <a:cubicBezTo>
                  <a:pt x="78432" y="48961"/>
                  <a:pt x="78407" y="49135"/>
                  <a:pt x="78382" y="49260"/>
                </a:cubicBezTo>
                <a:cubicBezTo>
                  <a:pt x="78357" y="49384"/>
                  <a:pt x="78357" y="49508"/>
                  <a:pt x="78308" y="49633"/>
                </a:cubicBezTo>
                <a:cubicBezTo>
                  <a:pt x="78283" y="49782"/>
                  <a:pt x="78258" y="49907"/>
                  <a:pt x="78258" y="50056"/>
                </a:cubicBezTo>
                <a:cubicBezTo>
                  <a:pt x="78233" y="50180"/>
                  <a:pt x="78233" y="50305"/>
                  <a:pt x="78208" y="50429"/>
                </a:cubicBezTo>
                <a:cubicBezTo>
                  <a:pt x="78158" y="50579"/>
                  <a:pt x="78133" y="50753"/>
                  <a:pt x="78108" y="50877"/>
                </a:cubicBezTo>
                <a:lnTo>
                  <a:pt x="78009" y="51251"/>
                </a:lnTo>
                <a:cubicBezTo>
                  <a:pt x="77984" y="51400"/>
                  <a:pt x="77909" y="51550"/>
                  <a:pt x="77884" y="51674"/>
                </a:cubicBezTo>
                <a:lnTo>
                  <a:pt x="77785" y="52047"/>
                </a:lnTo>
                <a:lnTo>
                  <a:pt x="77785" y="52072"/>
                </a:lnTo>
                <a:cubicBezTo>
                  <a:pt x="77760" y="52246"/>
                  <a:pt x="77685" y="52371"/>
                  <a:pt x="77660" y="52520"/>
                </a:cubicBezTo>
                <a:cubicBezTo>
                  <a:pt x="77636" y="52645"/>
                  <a:pt x="77586" y="52794"/>
                  <a:pt x="77536" y="52919"/>
                </a:cubicBezTo>
                <a:lnTo>
                  <a:pt x="77536" y="52943"/>
                </a:lnTo>
                <a:cubicBezTo>
                  <a:pt x="77511" y="53043"/>
                  <a:pt x="77486" y="53118"/>
                  <a:pt x="77461" y="53192"/>
                </a:cubicBezTo>
                <a:lnTo>
                  <a:pt x="77412" y="53167"/>
                </a:lnTo>
                <a:lnTo>
                  <a:pt x="77387" y="53143"/>
                </a:lnTo>
                <a:cubicBezTo>
                  <a:pt x="77387" y="53118"/>
                  <a:pt x="77387" y="53118"/>
                  <a:pt x="77412" y="53068"/>
                </a:cubicBezTo>
                <a:cubicBezTo>
                  <a:pt x="77461" y="52993"/>
                  <a:pt x="77486" y="52894"/>
                  <a:pt x="77511" y="52819"/>
                </a:cubicBezTo>
                <a:cubicBezTo>
                  <a:pt x="77611" y="52620"/>
                  <a:pt x="77660" y="52371"/>
                  <a:pt x="77735" y="52147"/>
                </a:cubicBezTo>
                <a:lnTo>
                  <a:pt x="77735" y="52122"/>
                </a:lnTo>
                <a:cubicBezTo>
                  <a:pt x="77760" y="52022"/>
                  <a:pt x="77785" y="51898"/>
                  <a:pt x="77835" y="51798"/>
                </a:cubicBezTo>
                <a:cubicBezTo>
                  <a:pt x="77835" y="51774"/>
                  <a:pt x="77835" y="51774"/>
                  <a:pt x="77860" y="51749"/>
                </a:cubicBezTo>
                <a:cubicBezTo>
                  <a:pt x="77909" y="51525"/>
                  <a:pt x="77984" y="51276"/>
                  <a:pt x="78034" y="51052"/>
                </a:cubicBezTo>
                <a:lnTo>
                  <a:pt x="78034" y="51027"/>
                </a:lnTo>
                <a:cubicBezTo>
                  <a:pt x="78084" y="50927"/>
                  <a:pt x="78108" y="50803"/>
                  <a:pt x="78108" y="50728"/>
                </a:cubicBezTo>
                <a:lnTo>
                  <a:pt x="78108" y="50678"/>
                </a:lnTo>
                <a:cubicBezTo>
                  <a:pt x="78158" y="50429"/>
                  <a:pt x="78208" y="50180"/>
                  <a:pt x="78258" y="49932"/>
                </a:cubicBezTo>
                <a:cubicBezTo>
                  <a:pt x="78258" y="49857"/>
                  <a:pt x="78283" y="49757"/>
                  <a:pt x="78283" y="49683"/>
                </a:cubicBezTo>
                <a:cubicBezTo>
                  <a:pt x="78283" y="49633"/>
                  <a:pt x="78333" y="49533"/>
                  <a:pt x="78333" y="49484"/>
                </a:cubicBezTo>
                <a:lnTo>
                  <a:pt x="78333" y="49434"/>
                </a:lnTo>
                <a:cubicBezTo>
                  <a:pt x="78357" y="49235"/>
                  <a:pt x="78382" y="49011"/>
                  <a:pt x="78407" y="48762"/>
                </a:cubicBezTo>
                <a:lnTo>
                  <a:pt x="78407" y="48737"/>
                </a:lnTo>
                <a:lnTo>
                  <a:pt x="78407" y="48637"/>
                </a:lnTo>
                <a:cubicBezTo>
                  <a:pt x="78457" y="48438"/>
                  <a:pt x="78457" y="48264"/>
                  <a:pt x="78457" y="48065"/>
                </a:cubicBezTo>
                <a:lnTo>
                  <a:pt x="78457" y="47816"/>
                </a:lnTo>
                <a:lnTo>
                  <a:pt x="78457" y="47791"/>
                </a:lnTo>
                <a:lnTo>
                  <a:pt x="78457" y="47393"/>
                </a:lnTo>
                <a:lnTo>
                  <a:pt x="78457" y="47069"/>
                </a:lnTo>
                <a:lnTo>
                  <a:pt x="78457" y="47044"/>
                </a:lnTo>
                <a:lnTo>
                  <a:pt x="78457" y="46945"/>
                </a:lnTo>
                <a:cubicBezTo>
                  <a:pt x="78457" y="46845"/>
                  <a:pt x="78457" y="46795"/>
                  <a:pt x="78407" y="46696"/>
                </a:cubicBezTo>
                <a:cubicBezTo>
                  <a:pt x="78407" y="46571"/>
                  <a:pt x="78407" y="46422"/>
                  <a:pt x="78382" y="46298"/>
                </a:cubicBezTo>
                <a:cubicBezTo>
                  <a:pt x="78382" y="46198"/>
                  <a:pt x="78357" y="46098"/>
                  <a:pt x="78357" y="46024"/>
                </a:cubicBezTo>
                <a:cubicBezTo>
                  <a:pt x="78333" y="45849"/>
                  <a:pt x="78333" y="45700"/>
                  <a:pt x="78283" y="45576"/>
                </a:cubicBezTo>
                <a:cubicBezTo>
                  <a:pt x="78283" y="45551"/>
                  <a:pt x="78258" y="45476"/>
                  <a:pt x="78258" y="45451"/>
                </a:cubicBezTo>
                <a:cubicBezTo>
                  <a:pt x="78258" y="45426"/>
                  <a:pt x="78258" y="45401"/>
                  <a:pt x="78233" y="45352"/>
                </a:cubicBezTo>
                <a:lnTo>
                  <a:pt x="78233" y="45327"/>
                </a:lnTo>
                <a:cubicBezTo>
                  <a:pt x="78233" y="45302"/>
                  <a:pt x="78208" y="45227"/>
                  <a:pt x="78208" y="45202"/>
                </a:cubicBezTo>
                <a:close/>
                <a:moveTo>
                  <a:pt x="72757" y="46820"/>
                </a:moveTo>
                <a:cubicBezTo>
                  <a:pt x="71911" y="48936"/>
                  <a:pt x="70766" y="51101"/>
                  <a:pt x="69372" y="53267"/>
                </a:cubicBezTo>
                <a:cubicBezTo>
                  <a:pt x="69322" y="53267"/>
                  <a:pt x="69322" y="53267"/>
                  <a:pt x="69297" y="53242"/>
                </a:cubicBezTo>
                <a:cubicBezTo>
                  <a:pt x="70691" y="51126"/>
                  <a:pt x="71811" y="48936"/>
                  <a:pt x="72657" y="46870"/>
                </a:cubicBezTo>
                <a:cubicBezTo>
                  <a:pt x="72682" y="46870"/>
                  <a:pt x="72732" y="46820"/>
                  <a:pt x="72757" y="46820"/>
                </a:cubicBezTo>
                <a:close/>
                <a:moveTo>
                  <a:pt x="74026" y="48861"/>
                </a:moveTo>
                <a:cubicBezTo>
                  <a:pt x="74773" y="50355"/>
                  <a:pt x="75819" y="51798"/>
                  <a:pt x="77163" y="53242"/>
                </a:cubicBezTo>
                <a:cubicBezTo>
                  <a:pt x="77163" y="53267"/>
                  <a:pt x="77138" y="53267"/>
                  <a:pt x="77138" y="53292"/>
                </a:cubicBezTo>
                <a:cubicBezTo>
                  <a:pt x="75794" y="51873"/>
                  <a:pt x="74748" y="50380"/>
                  <a:pt x="74001" y="48911"/>
                </a:cubicBezTo>
                <a:cubicBezTo>
                  <a:pt x="74001" y="48886"/>
                  <a:pt x="74026" y="48886"/>
                  <a:pt x="74026" y="48861"/>
                </a:cubicBezTo>
                <a:close/>
                <a:moveTo>
                  <a:pt x="67331" y="53068"/>
                </a:moveTo>
                <a:cubicBezTo>
                  <a:pt x="67779" y="53068"/>
                  <a:pt x="68326" y="53167"/>
                  <a:pt x="68998" y="53367"/>
                </a:cubicBezTo>
                <a:cubicBezTo>
                  <a:pt x="68998" y="53391"/>
                  <a:pt x="68949" y="53391"/>
                  <a:pt x="68949" y="53416"/>
                </a:cubicBezTo>
                <a:cubicBezTo>
                  <a:pt x="68325" y="53249"/>
                  <a:pt x="67794" y="53165"/>
                  <a:pt x="67356" y="53165"/>
                </a:cubicBezTo>
                <a:cubicBezTo>
                  <a:pt x="67078" y="53165"/>
                  <a:pt x="66837" y="53199"/>
                  <a:pt x="66634" y="53267"/>
                </a:cubicBezTo>
                <a:cubicBezTo>
                  <a:pt x="66659" y="53242"/>
                  <a:pt x="66683" y="53217"/>
                  <a:pt x="66683" y="53167"/>
                </a:cubicBezTo>
                <a:cubicBezTo>
                  <a:pt x="66883" y="53118"/>
                  <a:pt x="67082" y="53068"/>
                  <a:pt x="67331" y="53068"/>
                </a:cubicBezTo>
                <a:close/>
                <a:moveTo>
                  <a:pt x="54960" y="44704"/>
                </a:moveTo>
                <a:cubicBezTo>
                  <a:pt x="55109" y="44879"/>
                  <a:pt x="55234" y="45028"/>
                  <a:pt x="55383" y="45177"/>
                </a:cubicBezTo>
                <a:cubicBezTo>
                  <a:pt x="55209" y="45302"/>
                  <a:pt x="55059" y="45426"/>
                  <a:pt x="54860" y="45551"/>
                </a:cubicBezTo>
                <a:lnTo>
                  <a:pt x="54835" y="45551"/>
                </a:lnTo>
                <a:cubicBezTo>
                  <a:pt x="54761" y="45576"/>
                  <a:pt x="54736" y="45601"/>
                  <a:pt x="54686" y="45650"/>
                </a:cubicBezTo>
                <a:cubicBezTo>
                  <a:pt x="54636" y="45675"/>
                  <a:pt x="54586" y="45700"/>
                  <a:pt x="54561" y="45750"/>
                </a:cubicBezTo>
                <a:lnTo>
                  <a:pt x="53715" y="46397"/>
                </a:lnTo>
                <a:lnTo>
                  <a:pt x="53641" y="46447"/>
                </a:lnTo>
                <a:cubicBezTo>
                  <a:pt x="53616" y="46472"/>
                  <a:pt x="53591" y="46522"/>
                  <a:pt x="53566" y="46522"/>
                </a:cubicBezTo>
                <a:cubicBezTo>
                  <a:pt x="53018" y="46945"/>
                  <a:pt x="52496" y="47393"/>
                  <a:pt x="51973" y="47866"/>
                </a:cubicBezTo>
                <a:lnTo>
                  <a:pt x="51873" y="47940"/>
                </a:lnTo>
                <a:cubicBezTo>
                  <a:pt x="51823" y="48015"/>
                  <a:pt x="51749" y="48040"/>
                  <a:pt x="51699" y="48115"/>
                </a:cubicBezTo>
                <a:cubicBezTo>
                  <a:pt x="51624" y="48139"/>
                  <a:pt x="51599" y="48189"/>
                  <a:pt x="51525" y="48239"/>
                </a:cubicBezTo>
                <a:lnTo>
                  <a:pt x="51450" y="48314"/>
                </a:lnTo>
                <a:cubicBezTo>
                  <a:pt x="51002" y="48737"/>
                  <a:pt x="50604" y="49110"/>
                  <a:pt x="50156" y="49508"/>
                </a:cubicBezTo>
                <a:lnTo>
                  <a:pt x="49982" y="49683"/>
                </a:lnTo>
                <a:lnTo>
                  <a:pt x="49658" y="50006"/>
                </a:lnTo>
                <a:lnTo>
                  <a:pt x="49384" y="50280"/>
                </a:lnTo>
                <a:cubicBezTo>
                  <a:pt x="49235" y="50429"/>
                  <a:pt x="49085" y="50629"/>
                  <a:pt x="48911" y="50778"/>
                </a:cubicBezTo>
                <a:cubicBezTo>
                  <a:pt x="48662" y="51027"/>
                  <a:pt x="48413" y="51276"/>
                  <a:pt x="48214" y="51550"/>
                </a:cubicBezTo>
                <a:cubicBezTo>
                  <a:pt x="48164" y="51599"/>
                  <a:pt x="48140" y="51624"/>
                  <a:pt x="48140" y="51649"/>
                </a:cubicBezTo>
                <a:lnTo>
                  <a:pt x="48090" y="51724"/>
                </a:lnTo>
                <a:cubicBezTo>
                  <a:pt x="47542" y="52296"/>
                  <a:pt x="47019" y="52894"/>
                  <a:pt x="46547" y="53491"/>
                </a:cubicBezTo>
                <a:lnTo>
                  <a:pt x="46148" y="53093"/>
                </a:lnTo>
                <a:cubicBezTo>
                  <a:pt x="48911" y="50230"/>
                  <a:pt x="51848" y="47393"/>
                  <a:pt x="54960" y="44704"/>
                </a:cubicBezTo>
                <a:close/>
                <a:moveTo>
                  <a:pt x="69197" y="53391"/>
                </a:moveTo>
                <a:cubicBezTo>
                  <a:pt x="69197" y="53391"/>
                  <a:pt x="69247" y="53416"/>
                  <a:pt x="69272" y="53416"/>
                </a:cubicBezTo>
                <a:cubicBezTo>
                  <a:pt x="69272" y="53466"/>
                  <a:pt x="69247" y="53466"/>
                  <a:pt x="69247" y="53491"/>
                </a:cubicBezTo>
                <a:cubicBezTo>
                  <a:pt x="69197" y="53491"/>
                  <a:pt x="69197" y="53491"/>
                  <a:pt x="69173" y="53466"/>
                </a:cubicBezTo>
                <a:cubicBezTo>
                  <a:pt x="69173" y="53416"/>
                  <a:pt x="69197" y="53416"/>
                  <a:pt x="69197" y="53391"/>
                </a:cubicBezTo>
                <a:close/>
                <a:moveTo>
                  <a:pt x="73006" y="46696"/>
                </a:moveTo>
                <a:cubicBezTo>
                  <a:pt x="73180" y="47318"/>
                  <a:pt x="73404" y="47990"/>
                  <a:pt x="73678" y="48612"/>
                </a:cubicBezTo>
                <a:cubicBezTo>
                  <a:pt x="72558" y="50255"/>
                  <a:pt x="71388" y="51873"/>
                  <a:pt x="70118" y="53491"/>
                </a:cubicBezTo>
                <a:cubicBezTo>
                  <a:pt x="69894" y="53416"/>
                  <a:pt x="69695" y="53367"/>
                  <a:pt x="69546" y="53292"/>
                </a:cubicBezTo>
                <a:cubicBezTo>
                  <a:pt x="70990" y="51101"/>
                  <a:pt x="72135" y="48861"/>
                  <a:pt x="73006" y="46696"/>
                </a:cubicBezTo>
                <a:close/>
                <a:moveTo>
                  <a:pt x="73777" y="48811"/>
                </a:moveTo>
                <a:cubicBezTo>
                  <a:pt x="73777" y="48811"/>
                  <a:pt x="73777" y="48861"/>
                  <a:pt x="73802" y="48861"/>
                </a:cubicBezTo>
                <a:cubicBezTo>
                  <a:pt x="72732" y="50429"/>
                  <a:pt x="71562" y="51998"/>
                  <a:pt x="70367" y="53541"/>
                </a:cubicBezTo>
                <a:lnTo>
                  <a:pt x="70318" y="53541"/>
                </a:lnTo>
                <a:cubicBezTo>
                  <a:pt x="71512" y="52022"/>
                  <a:pt x="72682" y="50429"/>
                  <a:pt x="73777" y="48811"/>
                </a:cubicBezTo>
                <a:close/>
                <a:moveTo>
                  <a:pt x="23522" y="45650"/>
                </a:moveTo>
                <a:lnTo>
                  <a:pt x="23572" y="45675"/>
                </a:lnTo>
                <a:cubicBezTo>
                  <a:pt x="21506" y="48264"/>
                  <a:pt x="19589" y="50902"/>
                  <a:pt x="17772" y="53591"/>
                </a:cubicBezTo>
                <a:lnTo>
                  <a:pt x="17723" y="53591"/>
                </a:lnTo>
                <a:cubicBezTo>
                  <a:pt x="19515" y="50927"/>
                  <a:pt x="21456" y="48264"/>
                  <a:pt x="23522" y="45650"/>
                </a:cubicBezTo>
                <a:close/>
                <a:moveTo>
                  <a:pt x="117710" y="41344"/>
                </a:moveTo>
                <a:lnTo>
                  <a:pt x="117710" y="41344"/>
                </a:lnTo>
                <a:cubicBezTo>
                  <a:pt x="117685" y="41593"/>
                  <a:pt x="117660" y="41842"/>
                  <a:pt x="117660" y="42066"/>
                </a:cubicBezTo>
                <a:cubicBezTo>
                  <a:pt x="117461" y="43584"/>
                  <a:pt x="117212" y="45327"/>
                  <a:pt x="116988" y="46671"/>
                </a:cubicBezTo>
                <a:cubicBezTo>
                  <a:pt x="116839" y="47642"/>
                  <a:pt x="116540" y="49060"/>
                  <a:pt x="116217" y="50156"/>
                </a:cubicBezTo>
                <a:cubicBezTo>
                  <a:pt x="116117" y="50479"/>
                  <a:pt x="116043" y="50778"/>
                  <a:pt x="115943" y="51126"/>
                </a:cubicBezTo>
                <a:cubicBezTo>
                  <a:pt x="115719" y="51923"/>
                  <a:pt x="115470" y="52869"/>
                  <a:pt x="115196" y="53715"/>
                </a:cubicBezTo>
                <a:lnTo>
                  <a:pt x="115196" y="53541"/>
                </a:lnTo>
                <a:cubicBezTo>
                  <a:pt x="115719" y="51599"/>
                  <a:pt x="116067" y="49658"/>
                  <a:pt x="116291" y="47816"/>
                </a:cubicBezTo>
                <a:cubicBezTo>
                  <a:pt x="116914" y="45625"/>
                  <a:pt x="117412" y="43460"/>
                  <a:pt x="117710" y="41344"/>
                </a:cubicBezTo>
                <a:close/>
                <a:moveTo>
                  <a:pt x="46049" y="53267"/>
                </a:moveTo>
                <a:lnTo>
                  <a:pt x="46472" y="53665"/>
                </a:lnTo>
                <a:cubicBezTo>
                  <a:pt x="46472" y="53715"/>
                  <a:pt x="46472" y="53715"/>
                  <a:pt x="46422" y="53740"/>
                </a:cubicBezTo>
                <a:lnTo>
                  <a:pt x="46024" y="53342"/>
                </a:lnTo>
                <a:cubicBezTo>
                  <a:pt x="46024" y="53292"/>
                  <a:pt x="46049" y="53292"/>
                  <a:pt x="46049" y="53267"/>
                </a:cubicBezTo>
                <a:close/>
                <a:moveTo>
                  <a:pt x="69421" y="53491"/>
                </a:moveTo>
                <a:cubicBezTo>
                  <a:pt x="69621" y="53541"/>
                  <a:pt x="69770" y="53615"/>
                  <a:pt x="69944" y="53665"/>
                </a:cubicBezTo>
                <a:cubicBezTo>
                  <a:pt x="69944" y="53690"/>
                  <a:pt x="69919" y="53690"/>
                  <a:pt x="69919" y="53740"/>
                </a:cubicBezTo>
                <a:cubicBezTo>
                  <a:pt x="69720" y="53665"/>
                  <a:pt x="69571" y="53615"/>
                  <a:pt x="69397" y="53541"/>
                </a:cubicBezTo>
                <a:cubicBezTo>
                  <a:pt x="69421" y="53516"/>
                  <a:pt x="69421" y="53491"/>
                  <a:pt x="69421" y="53491"/>
                </a:cubicBezTo>
                <a:close/>
                <a:moveTo>
                  <a:pt x="54494" y="46213"/>
                </a:moveTo>
                <a:cubicBezTo>
                  <a:pt x="54460" y="46240"/>
                  <a:pt x="54425" y="46268"/>
                  <a:pt x="54387" y="46298"/>
                </a:cubicBezTo>
                <a:cubicBezTo>
                  <a:pt x="54238" y="46422"/>
                  <a:pt x="54064" y="46546"/>
                  <a:pt x="53889" y="46696"/>
                </a:cubicBezTo>
                <a:cubicBezTo>
                  <a:pt x="53865" y="46746"/>
                  <a:pt x="53840" y="46746"/>
                  <a:pt x="53815" y="46770"/>
                </a:cubicBezTo>
                <a:cubicBezTo>
                  <a:pt x="53740" y="46820"/>
                  <a:pt x="53641" y="46895"/>
                  <a:pt x="53591" y="46945"/>
                </a:cubicBezTo>
                <a:cubicBezTo>
                  <a:pt x="53566" y="46970"/>
                  <a:pt x="53516" y="46970"/>
                  <a:pt x="53491" y="47019"/>
                </a:cubicBezTo>
                <a:lnTo>
                  <a:pt x="53466" y="47044"/>
                </a:lnTo>
                <a:cubicBezTo>
                  <a:pt x="53267" y="47194"/>
                  <a:pt x="53068" y="47343"/>
                  <a:pt x="52869" y="47542"/>
                </a:cubicBezTo>
                <a:lnTo>
                  <a:pt x="52844" y="47567"/>
                </a:lnTo>
                <a:lnTo>
                  <a:pt x="52769" y="47642"/>
                </a:lnTo>
                <a:cubicBezTo>
                  <a:pt x="52744" y="47642"/>
                  <a:pt x="52744" y="47667"/>
                  <a:pt x="52720" y="47667"/>
                </a:cubicBezTo>
                <a:cubicBezTo>
                  <a:pt x="52122" y="48164"/>
                  <a:pt x="51575" y="48687"/>
                  <a:pt x="51002" y="49210"/>
                </a:cubicBezTo>
                <a:cubicBezTo>
                  <a:pt x="51002" y="49210"/>
                  <a:pt x="50977" y="49210"/>
                  <a:pt x="50977" y="49260"/>
                </a:cubicBezTo>
                <a:lnTo>
                  <a:pt x="50878" y="49334"/>
                </a:lnTo>
                <a:lnTo>
                  <a:pt x="49658" y="50554"/>
                </a:lnTo>
                <a:lnTo>
                  <a:pt x="49608" y="50629"/>
                </a:lnTo>
                <a:lnTo>
                  <a:pt x="49509" y="50703"/>
                </a:lnTo>
                <a:lnTo>
                  <a:pt x="49359" y="50877"/>
                </a:lnTo>
                <a:cubicBezTo>
                  <a:pt x="49011" y="51251"/>
                  <a:pt x="48637" y="51624"/>
                  <a:pt x="48289" y="51998"/>
                </a:cubicBezTo>
                <a:lnTo>
                  <a:pt x="48140" y="52147"/>
                </a:lnTo>
                <a:lnTo>
                  <a:pt x="48040" y="52246"/>
                </a:lnTo>
                <a:cubicBezTo>
                  <a:pt x="48015" y="52271"/>
                  <a:pt x="47990" y="52321"/>
                  <a:pt x="47965" y="52371"/>
                </a:cubicBezTo>
                <a:cubicBezTo>
                  <a:pt x="47916" y="52396"/>
                  <a:pt x="47916" y="52421"/>
                  <a:pt x="47891" y="52421"/>
                </a:cubicBezTo>
                <a:cubicBezTo>
                  <a:pt x="47517" y="52869"/>
                  <a:pt x="47119" y="53317"/>
                  <a:pt x="46746" y="53765"/>
                </a:cubicBezTo>
                <a:lnTo>
                  <a:pt x="46721" y="53740"/>
                </a:lnTo>
                <a:cubicBezTo>
                  <a:pt x="46870" y="53541"/>
                  <a:pt x="46995" y="53367"/>
                  <a:pt x="47144" y="53217"/>
                </a:cubicBezTo>
                <a:cubicBezTo>
                  <a:pt x="47219" y="53118"/>
                  <a:pt x="47293" y="53018"/>
                  <a:pt x="47368" y="52943"/>
                </a:cubicBezTo>
                <a:cubicBezTo>
                  <a:pt x="47766" y="52446"/>
                  <a:pt x="48214" y="51998"/>
                  <a:pt x="48637" y="51500"/>
                </a:cubicBezTo>
                <a:cubicBezTo>
                  <a:pt x="48737" y="51400"/>
                  <a:pt x="48787" y="51301"/>
                  <a:pt x="48886" y="51251"/>
                </a:cubicBezTo>
                <a:cubicBezTo>
                  <a:pt x="49334" y="50778"/>
                  <a:pt x="49782" y="50305"/>
                  <a:pt x="50255" y="49832"/>
                </a:cubicBezTo>
                <a:lnTo>
                  <a:pt x="50479" y="49633"/>
                </a:lnTo>
                <a:cubicBezTo>
                  <a:pt x="50977" y="49160"/>
                  <a:pt x="51450" y="48687"/>
                  <a:pt x="51973" y="48264"/>
                </a:cubicBezTo>
                <a:cubicBezTo>
                  <a:pt x="52023" y="48239"/>
                  <a:pt x="52072" y="48164"/>
                  <a:pt x="52122" y="48139"/>
                </a:cubicBezTo>
                <a:lnTo>
                  <a:pt x="53242" y="47194"/>
                </a:lnTo>
                <a:lnTo>
                  <a:pt x="53715" y="46820"/>
                </a:lnTo>
                <a:lnTo>
                  <a:pt x="53815" y="46721"/>
                </a:lnTo>
                <a:cubicBezTo>
                  <a:pt x="54033" y="46546"/>
                  <a:pt x="54271" y="46371"/>
                  <a:pt x="54494" y="46213"/>
                </a:cubicBezTo>
                <a:close/>
                <a:moveTo>
                  <a:pt x="114997" y="53342"/>
                </a:moveTo>
                <a:lnTo>
                  <a:pt x="114997" y="53541"/>
                </a:lnTo>
                <a:cubicBezTo>
                  <a:pt x="114997" y="53615"/>
                  <a:pt x="114972" y="53715"/>
                  <a:pt x="114947" y="53765"/>
                </a:cubicBezTo>
                <a:lnTo>
                  <a:pt x="114947" y="53541"/>
                </a:lnTo>
                <a:cubicBezTo>
                  <a:pt x="114972" y="53491"/>
                  <a:pt x="114972" y="53391"/>
                  <a:pt x="114997" y="53342"/>
                </a:cubicBezTo>
                <a:close/>
                <a:moveTo>
                  <a:pt x="17673" y="53765"/>
                </a:moveTo>
                <a:cubicBezTo>
                  <a:pt x="17673" y="53790"/>
                  <a:pt x="17648" y="53790"/>
                  <a:pt x="17648" y="53839"/>
                </a:cubicBezTo>
                <a:lnTo>
                  <a:pt x="17598" y="53839"/>
                </a:lnTo>
                <a:cubicBezTo>
                  <a:pt x="17598" y="53790"/>
                  <a:pt x="17623" y="53790"/>
                  <a:pt x="17623" y="53765"/>
                </a:cubicBezTo>
                <a:close/>
                <a:moveTo>
                  <a:pt x="66293" y="53362"/>
                </a:moveTo>
                <a:cubicBezTo>
                  <a:pt x="66172" y="53507"/>
                  <a:pt x="66031" y="53673"/>
                  <a:pt x="65912" y="53839"/>
                </a:cubicBezTo>
                <a:cubicBezTo>
                  <a:pt x="65912" y="53790"/>
                  <a:pt x="65937" y="53765"/>
                  <a:pt x="65937" y="53740"/>
                </a:cubicBezTo>
                <a:lnTo>
                  <a:pt x="65937" y="53690"/>
                </a:lnTo>
                <a:cubicBezTo>
                  <a:pt x="65937" y="53665"/>
                  <a:pt x="65962" y="53640"/>
                  <a:pt x="65962" y="53615"/>
                </a:cubicBezTo>
                <a:cubicBezTo>
                  <a:pt x="66036" y="53516"/>
                  <a:pt x="66086" y="53416"/>
                  <a:pt x="66186" y="53367"/>
                </a:cubicBezTo>
                <a:lnTo>
                  <a:pt x="66211" y="53367"/>
                </a:lnTo>
                <a:cubicBezTo>
                  <a:pt x="66252" y="53367"/>
                  <a:pt x="66278" y="53367"/>
                  <a:pt x="66293" y="53362"/>
                </a:cubicBezTo>
                <a:close/>
                <a:moveTo>
                  <a:pt x="23721" y="45800"/>
                </a:moveTo>
                <a:cubicBezTo>
                  <a:pt x="24070" y="46173"/>
                  <a:pt x="24393" y="46546"/>
                  <a:pt x="24767" y="46895"/>
                </a:cubicBezTo>
                <a:cubicBezTo>
                  <a:pt x="23398" y="49235"/>
                  <a:pt x="22278" y="51599"/>
                  <a:pt x="21456" y="53864"/>
                </a:cubicBezTo>
                <a:cubicBezTo>
                  <a:pt x="20286" y="53715"/>
                  <a:pt x="19166" y="53615"/>
                  <a:pt x="18046" y="53591"/>
                </a:cubicBezTo>
                <a:cubicBezTo>
                  <a:pt x="19789" y="50977"/>
                  <a:pt x="21705" y="48388"/>
                  <a:pt x="23721" y="45800"/>
                </a:cubicBezTo>
                <a:close/>
                <a:moveTo>
                  <a:pt x="24891" y="47019"/>
                </a:moveTo>
                <a:lnTo>
                  <a:pt x="24916" y="47044"/>
                </a:lnTo>
                <a:cubicBezTo>
                  <a:pt x="23597" y="49359"/>
                  <a:pt x="22502" y="51649"/>
                  <a:pt x="21655" y="53889"/>
                </a:cubicBezTo>
                <a:lnTo>
                  <a:pt x="21606" y="53889"/>
                </a:lnTo>
                <a:cubicBezTo>
                  <a:pt x="22452" y="51649"/>
                  <a:pt x="23572" y="49359"/>
                  <a:pt x="24891" y="47019"/>
                </a:cubicBezTo>
                <a:close/>
                <a:moveTo>
                  <a:pt x="37835" y="46273"/>
                </a:moveTo>
                <a:cubicBezTo>
                  <a:pt x="37959" y="46372"/>
                  <a:pt x="38059" y="46447"/>
                  <a:pt x="38183" y="46546"/>
                </a:cubicBezTo>
                <a:cubicBezTo>
                  <a:pt x="36291" y="48936"/>
                  <a:pt x="34698" y="51425"/>
                  <a:pt x="33454" y="53889"/>
                </a:cubicBezTo>
                <a:cubicBezTo>
                  <a:pt x="33031" y="53541"/>
                  <a:pt x="32583" y="53217"/>
                  <a:pt x="32184" y="52869"/>
                </a:cubicBezTo>
                <a:cubicBezTo>
                  <a:pt x="33952" y="50629"/>
                  <a:pt x="35818" y="48413"/>
                  <a:pt x="37835" y="46273"/>
                </a:cubicBezTo>
                <a:close/>
                <a:moveTo>
                  <a:pt x="38308" y="46646"/>
                </a:moveTo>
                <a:cubicBezTo>
                  <a:pt x="38332" y="46646"/>
                  <a:pt x="38332" y="46671"/>
                  <a:pt x="38382" y="46671"/>
                </a:cubicBezTo>
                <a:cubicBezTo>
                  <a:pt x="36466" y="49060"/>
                  <a:pt x="34898" y="51550"/>
                  <a:pt x="33653" y="54014"/>
                </a:cubicBezTo>
                <a:cubicBezTo>
                  <a:pt x="33603" y="54014"/>
                  <a:pt x="33603" y="53989"/>
                  <a:pt x="33578" y="53989"/>
                </a:cubicBezTo>
                <a:cubicBezTo>
                  <a:pt x="34823" y="51525"/>
                  <a:pt x="36416" y="49036"/>
                  <a:pt x="38308" y="46646"/>
                </a:cubicBezTo>
                <a:close/>
                <a:moveTo>
                  <a:pt x="17897" y="53790"/>
                </a:moveTo>
                <a:cubicBezTo>
                  <a:pt x="19017" y="53839"/>
                  <a:pt x="20212" y="53889"/>
                  <a:pt x="21357" y="54039"/>
                </a:cubicBezTo>
                <a:lnTo>
                  <a:pt x="21357" y="54113"/>
                </a:lnTo>
                <a:cubicBezTo>
                  <a:pt x="20162" y="53964"/>
                  <a:pt x="19017" y="53864"/>
                  <a:pt x="17872" y="53864"/>
                </a:cubicBezTo>
                <a:cubicBezTo>
                  <a:pt x="17872" y="53839"/>
                  <a:pt x="17897" y="53839"/>
                  <a:pt x="17897" y="53790"/>
                </a:cubicBezTo>
                <a:close/>
                <a:moveTo>
                  <a:pt x="32035" y="52993"/>
                </a:moveTo>
                <a:cubicBezTo>
                  <a:pt x="32483" y="53342"/>
                  <a:pt x="32931" y="53715"/>
                  <a:pt x="33354" y="54039"/>
                </a:cubicBezTo>
                <a:cubicBezTo>
                  <a:pt x="33354" y="54088"/>
                  <a:pt x="33329" y="54088"/>
                  <a:pt x="33329" y="54113"/>
                </a:cubicBezTo>
                <a:cubicBezTo>
                  <a:pt x="32906" y="53765"/>
                  <a:pt x="32433" y="53391"/>
                  <a:pt x="31985" y="53043"/>
                </a:cubicBezTo>
                <a:cubicBezTo>
                  <a:pt x="31985" y="53018"/>
                  <a:pt x="32035" y="53018"/>
                  <a:pt x="32035" y="52993"/>
                </a:cubicBezTo>
                <a:close/>
                <a:moveTo>
                  <a:pt x="21606" y="54088"/>
                </a:moveTo>
                <a:cubicBezTo>
                  <a:pt x="21606" y="54113"/>
                  <a:pt x="21606" y="54113"/>
                  <a:pt x="21581" y="54138"/>
                </a:cubicBezTo>
                <a:lnTo>
                  <a:pt x="21506" y="54138"/>
                </a:lnTo>
                <a:cubicBezTo>
                  <a:pt x="21506" y="54113"/>
                  <a:pt x="21506" y="54113"/>
                  <a:pt x="21531" y="54088"/>
                </a:cubicBezTo>
                <a:close/>
                <a:moveTo>
                  <a:pt x="19042" y="40174"/>
                </a:moveTo>
                <a:lnTo>
                  <a:pt x="19042" y="40199"/>
                </a:lnTo>
                <a:lnTo>
                  <a:pt x="19092" y="40224"/>
                </a:lnTo>
                <a:cubicBezTo>
                  <a:pt x="18992" y="40448"/>
                  <a:pt x="18893" y="40573"/>
                  <a:pt x="18793" y="40722"/>
                </a:cubicBezTo>
                <a:lnTo>
                  <a:pt x="17673" y="42415"/>
                </a:lnTo>
                <a:cubicBezTo>
                  <a:pt x="17499" y="42713"/>
                  <a:pt x="17275" y="43037"/>
                  <a:pt x="17100" y="43311"/>
                </a:cubicBezTo>
                <a:cubicBezTo>
                  <a:pt x="16802" y="43759"/>
                  <a:pt x="16553" y="44182"/>
                  <a:pt x="16304" y="44580"/>
                </a:cubicBezTo>
                <a:cubicBezTo>
                  <a:pt x="16154" y="44829"/>
                  <a:pt x="16030" y="45053"/>
                  <a:pt x="15881" y="45277"/>
                </a:cubicBezTo>
                <a:cubicBezTo>
                  <a:pt x="15507" y="45899"/>
                  <a:pt x="15184" y="46472"/>
                  <a:pt x="14860" y="47094"/>
                </a:cubicBezTo>
                <a:cubicBezTo>
                  <a:pt x="14561" y="47592"/>
                  <a:pt x="14313" y="48090"/>
                  <a:pt x="14064" y="48612"/>
                </a:cubicBezTo>
                <a:cubicBezTo>
                  <a:pt x="14064" y="48612"/>
                  <a:pt x="14064" y="48637"/>
                  <a:pt x="14039" y="48637"/>
                </a:cubicBezTo>
                <a:cubicBezTo>
                  <a:pt x="13939" y="48811"/>
                  <a:pt x="13865" y="49011"/>
                  <a:pt x="13765" y="49235"/>
                </a:cubicBezTo>
                <a:cubicBezTo>
                  <a:pt x="13541" y="49683"/>
                  <a:pt x="13317" y="50131"/>
                  <a:pt x="13118" y="50604"/>
                </a:cubicBezTo>
                <a:cubicBezTo>
                  <a:pt x="13043" y="50753"/>
                  <a:pt x="12944" y="50902"/>
                  <a:pt x="12894" y="51052"/>
                </a:cubicBezTo>
                <a:cubicBezTo>
                  <a:pt x="12421" y="52122"/>
                  <a:pt x="11948" y="53217"/>
                  <a:pt x="11575" y="54238"/>
                </a:cubicBezTo>
                <a:lnTo>
                  <a:pt x="11525" y="54238"/>
                </a:lnTo>
                <a:cubicBezTo>
                  <a:pt x="13192" y="49658"/>
                  <a:pt x="15781" y="44879"/>
                  <a:pt x="19042" y="40174"/>
                </a:cubicBezTo>
                <a:close/>
                <a:moveTo>
                  <a:pt x="19216" y="40473"/>
                </a:moveTo>
                <a:cubicBezTo>
                  <a:pt x="20212" y="41917"/>
                  <a:pt x="21606" y="43634"/>
                  <a:pt x="23398" y="45501"/>
                </a:cubicBezTo>
                <a:cubicBezTo>
                  <a:pt x="21282" y="48139"/>
                  <a:pt x="19341" y="50853"/>
                  <a:pt x="17499" y="53591"/>
                </a:cubicBezTo>
                <a:cubicBezTo>
                  <a:pt x="15507" y="53591"/>
                  <a:pt x="13566" y="53765"/>
                  <a:pt x="11799" y="54238"/>
                </a:cubicBezTo>
                <a:cubicBezTo>
                  <a:pt x="12670" y="51898"/>
                  <a:pt x="13765" y="49508"/>
                  <a:pt x="15109" y="47094"/>
                </a:cubicBezTo>
                <a:cubicBezTo>
                  <a:pt x="15258" y="46820"/>
                  <a:pt x="15408" y="46546"/>
                  <a:pt x="15557" y="46298"/>
                </a:cubicBezTo>
                <a:cubicBezTo>
                  <a:pt x="15731" y="46024"/>
                  <a:pt x="15881" y="45775"/>
                  <a:pt x="16030" y="45501"/>
                </a:cubicBezTo>
                <a:cubicBezTo>
                  <a:pt x="16304" y="45028"/>
                  <a:pt x="16603" y="44555"/>
                  <a:pt x="16876" y="44057"/>
                </a:cubicBezTo>
                <a:cubicBezTo>
                  <a:pt x="16926" y="44008"/>
                  <a:pt x="16976" y="43908"/>
                  <a:pt x="17001" y="43833"/>
                </a:cubicBezTo>
                <a:cubicBezTo>
                  <a:pt x="17349" y="43286"/>
                  <a:pt x="17723" y="42713"/>
                  <a:pt x="18046" y="42166"/>
                </a:cubicBezTo>
                <a:cubicBezTo>
                  <a:pt x="18420" y="41568"/>
                  <a:pt x="18793" y="41046"/>
                  <a:pt x="19216" y="40473"/>
                </a:cubicBezTo>
                <a:close/>
                <a:moveTo>
                  <a:pt x="33528" y="54138"/>
                </a:moveTo>
                <a:cubicBezTo>
                  <a:pt x="33553" y="54138"/>
                  <a:pt x="33553" y="54163"/>
                  <a:pt x="33578" y="54163"/>
                </a:cubicBezTo>
                <a:cubicBezTo>
                  <a:pt x="33578" y="54213"/>
                  <a:pt x="33553" y="54213"/>
                  <a:pt x="33553" y="54238"/>
                </a:cubicBezTo>
                <a:cubicBezTo>
                  <a:pt x="33528" y="54238"/>
                  <a:pt x="33479" y="54238"/>
                  <a:pt x="33479" y="54213"/>
                </a:cubicBezTo>
                <a:cubicBezTo>
                  <a:pt x="33479" y="54163"/>
                  <a:pt x="33528" y="54163"/>
                  <a:pt x="33528" y="54138"/>
                </a:cubicBezTo>
                <a:close/>
                <a:moveTo>
                  <a:pt x="17399" y="53790"/>
                </a:moveTo>
                <a:cubicBezTo>
                  <a:pt x="17374" y="53790"/>
                  <a:pt x="17374" y="53790"/>
                  <a:pt x="17349" y="53839"/>
                </a:cubicBezTo>
                <a:cubicBezTo>
                  <a:pt x="15358" y="53839"/>
                  <a:pt x="13441" y="54039"/>
                  <a:pt x="11699" y="54512"/>
                </a:cubicBezTo>
                <a:cubicBezTo>
                  <a:pt x="11699" y="54487"/>
                  <a:pt x="11749" y="54487"/>
                  <a:pt x="11749" y="54462"/>
                </a:cubicBezTo>
                <a:cubicBezTo>
                  <a:pt x="13516" y="53989"/>
                  <a:pt x="15408" y="53790"/>
                  <a:pt x="17399" y="53790"/>
                </a:cubicBezTo>
                <a:close/>
                <a:moveTo>
                  <a:pt x="118084" y="37735"/>
                </a:moveTo>
                <a:lnTo>
                  <a:pt x="118084" y="38482"/>
                </a:lnTo>
                <a:cubicBezTo>
                  <a:pt x="118059" y="39452"/>
                  <a:pt x="118034" y="40647"/>
                  <a:pt x="117909" y="41842"/>
                </a:cubicBezTo>
                <a:cubicBezTo>
                  <a:pt x="117909" y="41942"/>
                  <a:pt x="117860" y="42016"/>
                  <a:pt x="117860" y="42091"/>
                </a:cubicBezTo>
                <a:cubicBezTo>
                  <a:pt x="117660" y="43709"/>
                  <a:pt x="117436" y="45401"/>
                  <a:pt x="117212" y="46671"/>
                </a:cubicBezTo>
                <a:cubicBezTo>
                  <a:pt x="117188" y="46820"/>
                  <a:pt x="117163" y="46945"/>
                  <a:pt x="117113" y="47119"/>
                </a:cubicBezTo>
                <a:cubicBezTo>
                  <a:pt x="116964" y="47940"/>
                  <a:pt x="116764" y="48861"/>
                  <a:pt x="116540" y="49857"/>
                </a:cubicBezTo>
                <a:cubicBezTo>
                  <a:pt x="116491" y="49981"/>
                  <a:pt x="116466" y="50106"/>
                  <a:pt x="116441" y="50180"/>
                </a:cubicBezTo>
                <a:cubicBezTo>
                  <a:pt x="116366" y="50405"/>
                  <a:pt x="116316" y="50629"/>
                  <a:pt x="116242" y="50877"/>
                </a:cubicBezTo>
                <a:lnTo>
                  <a:pt x="116142" y="51151"/>
                </a:lnTo>
                <a:cubicBezTo>
                  <a:pt x="116043" y="51624"/>
                  <a:pt x="115868" y="52172"/>
                  <a:pt x="115719" y="52719"/>
                </a:cubicBezTo>
                <a:cubicBezTo>
                  <a:pt x="115520" y="53292"/>
                  <a:pt x="115346" y="53914"/>
                  <a:pt x="115122" y="54586"/>
                </a:cubicBezTo>
                <a:cubicBezTo>
                  <a:pt x="115122" y="54611"/>
                  <a:pt x="115097" y="54611"/>
                  <a:pt x="115097" y="54636"/>
                </a:cubicBezTo>
                <a:cubicBezTo>
                  <a:pt x="115097" y="54586"/>
                  <a:pt x="115122" y="54536"/>
                  <a:pt x="115122" y="54487"/>
                </a:cubicBezTo>
                <a:lnTo>
                  <a:pt x="115122" y="54362"/>
                </a:lnTo>
                <a:cubicBezTo>
                  <a:pt x="115470" y="53391"/>
                  <a:pt x="115819" y="52147"/>
                  <a:pt x="116092" y="51151"/>
                </a:cubicBezTo>
                <a:cubicBezTo>
                  <a:pt x="116192" y="50803"/>
                  <a:pt x="116291" y="50504"/>
                  <a:pt x="116366" y="50180"/>
                </a:cubicBezTo>
                <a:cubicBezTo>
                  <a:pt x="116690" y="49110"/>
                  <a:pt x="116964" y="47667"/>
                  <a:pt x="117163" y="46671"/>
                </a:cubicBezTo>
                <a:cubicBezTo>
                  <a:pt x="117412" y="45327"/>
                  <a:pt x="117611" y="43584"/>
                  <a:pt x="117810" y="42066"/>
                </a:cubicBezTo>
                <a:cubicBezTo>
                  <a:pt x="117934" y="41120"/>
                  <a:pt x="117984" y="39801"/>
                  <a:pt x="118034" y="38731"/>
                </a:cubicBezTo>
                <a:cubicBezTo>
                  <a:pt x="118059" y="38556"/>
                  <a:pt x="118059" y="38357"/>
                  <a:pt x="118059" y="38208"/>
                </a:cubicBezTo>
                <a:lnTo>
                  <a:pt x="118059" y="38083"/>
                </a:lnTo>
                <a:cubicBezTo>
                  <a:pt x="118059" y="37959"/>
                  <a:pt x="118059" y="37859"/>
                  <a:pt x="118084" y="37735"/>
                </a:cubicBezTo>
                <a:close/>
                <a:moveTo>
                  <a:pt x="62952" y="52842"/>
                </a:moveTo>
                <a:lnTo>
                  <a:pt x="62952" y="52842"/>
                </a:lnTo>
                <a:cubicBezTo>
                  <a:pt x="62941" y="52853"/>
                  <a:pt x="62931" y="52862"/>
                  <a:pt x="62925" y="52869"/>
                </a:cubicBezTo>
                <a:lnTo>
                  <a:pt x="62352" y="53342"/>
                </a:lnTo>
                <a:cubicBezTo>
                  <a:pt x="61979" y="53615"/>
                  <a:pt x="61606" y="53914"/>
                  <a:pt x="61307" y="54213"/>
                </a:cubicBezTo>
                <a:cubicBezTo>
                  <a:pt x="61034" y="54445"/>
                  <a:pt x="60760" y="54670"/>
                  <a:pt x="60495" y="54896"/>
                </a:cubicBezTo>
                <a:lnTo>
                  <a:pt x="60495" y="54896"/>
                </a:lnTo>
                <a:cubicBezTo>
                  <a:pt x="60654" y="54753"/>
                  <a:pt x="60809" y="54615"/>
                  <a:pt x="60959" y="54487"/>
                </a:cubicBezTo>
                <a:cubicBezTo>
                  <a:pt x="61058" y="54387"/>
                  <a:pt x="61183" y="54288"/>
                  <a:pt x="61282" y="54213"/>
                </a:cubicBezTo>
                <a:cubicBezTo>
                  <a:pt x="61307" y="54213"/>
                  <a:pt x="61307" y="54163"/>
                  <a:pt x="61332" y="54163"/>
                </a:cubicBezTo>
                <a:cubicBezTo>
                  <a:pt x="61606" y="53914"/>
                  <a:pt x="61929" y="53665"/>
                  <a:pt x="62228" y="53416"/>
                </a:cubicBezTo>
                <a:cubicBezTo>
                  <a:pt x="62352" y="53342"/>
                  <a:pt x="62452" y="53242"/>
                  <a:pt x="62576" y="53143"/>
                </a:cubicBezTo>
                <a:cubicBezTo>
                  <a:pt x="62651" y="53093"/>
                  <a:pt x="62726" y="53018"/>
                  <a:pt x="62800" y="52968"/>
                </a:cubicBezTo>
                <a:lnTo>
                  <a:pt x="62952" y="52842"/>
                </a:lnTo>
                <a:close/>
                <a:moveTo>
                  <a:pt x="78606" y="45675"/>
                </a:moveTo>
                <a:lnTo>
                  <a:pt x="78656" y="45725"/>
                </a:lnTo>
                <a:lnTo>
                  <a:pt x="78656" y="45700"/>
                </a:lnTo>
                <a:cubicBezTo>
                  <a:pt x="78706" y="45725"/>
                  <a:pt x="78731" y="45725"/>
                  <a:pt x="78731" y="45775"/>
                </a:cubicBezTo>
                <a:cubicBezTo>
                  <a:pt x="78756" y="45800"/>
                  <a:pt x="78830" y="45849"/>
                  <a:pt x="78880" y="45899"/>
                </a:cubicBezTo>
                <a:cubicBezTo>
                  <a:pt x="78930" y="45924"/>
                  <a:pt x="78980" y="45999"/>
                  <a:pt x="79029" y="46024"/>
                </a:cubicBezTo>
                <a:lnTo>
                  <a:pt x="79079" y="46049"/>
                </a:lnTo>
                <a:cubicBezTo>
                  <a:pt x="79204" y="46173"/>
                  <a:pt x="79328" y="46273"/>
                  <a:pt x="79477" y="46397"/>
                </a:cubicBezTo>
                <a:cubicBezTo>
                  <a:pt x="79602" y="46472"/>
                  <a:pt x="79726" y="46571"/>
                  <a:pt x="79851" y="46696"/>
                </a:cubicBezTo>
                <a:cubicBezTo>
                  <a:pt x="79901" y="46770"/>
                  <a:pt x="80000" y="46820"/>
                  <a:pt x="80075" y="46845"/>
                </a:cubicBezTo>
                <a:cubicBezTo>
                  <a:pt x="80125" y="46895"/>
                  <a:pt x="80174" y="46945"/>
                  <a:pt x="80224" y="46970"/>
                </a:cubicBezTo>
                <a:cubicBezTo>
                  <a:pt x="80374" y="47094"/>
                  <a:pt x="80523" y="47194"/>
                  <a:pt x="80697" y="47293"/>
                </a:cubicBezTo>
                <a:cubicBezTo>
                  <a:pt x="80722" y="47293"/>
                  <a:pt x="80722" y="47318"/>
                  <a:pt x="80747" y="47318"/>
                </a:cubicBezTo>
                <a:cubicBezTo>
                  <a:pt x="80822" y="47343"/>
                  <a:pt x="80847" y="47393"/>
                  <a:pt x="80896" y="47418"/>
                </a:cubicBezTo>
                <a:lnTo>
                  <a:pt x="80946" y="47442"/>
                </a:lnTo>
                <a:cubicBezTo>
                  <a:pt x="80971" y="47467"/>
                  <a:pt x="80996" y="47467"/>
                  <a:pt x="81021" y="47517"/>
                </a:cubicBezTo>
                <a:lnTo>
                  <a:pt x="81319" y="47691"/>
                </a:lnTo>
                <a:cubicBezTo>
                  <a:pt x="81394" y="47766"/>
                  <a:pt x="81469" y="47791"/>
                  <a:pt x="81568" y="47841"/>
                </a:cubicBezTo>
                <a:cubicBezTo>
                  <a:pt x="81643" y="47915"/>
                  <a:pt x="81743" y="47965"/>
                  <a:pt x="81842" y="48015"/>
                </a:cubicBezTo>
                <a:cubicBezTo>
                  <a:pt x="82016" y="48139"/>
                  <a:pt x="82240" y="48214"/>
                  <a:pt x="82440" y="48339"/>
                </a:cubicBezTo>
                <a:cubicBezTo>
                  <a:pt x="82489" y="48388"/>
                  <a:pt x="82589" y="48438"/>
                  <a:pt x="82639" y="48463"/>
                </a:cubicBezTo>
                <a:cubicBezTo>
                  <a:pt x="82763" y="48538"/>
                  <a:pt x="82888" y="48587"/>
                  <a:pt x="82987" y="48662"/>
                </a:cubicBezTo>
                <a:cubicBezTo>
                  <a:pt x="83087" y="48712"/>
                  <a:pt x="83211" y="48787"/>
                  <a:pt x="83311" y="48811"/>
                </a:cubicBezTo>
                <a:lnTo>
                  <a:pt x="83485" y="48911"/>
                </a:lnTo>
                <a:lnTo>
                  <a:pt x="83684" y="49011"/>
                </a:lnTo>
                <a:cubicBezTo>
                  <a:pt x="82390" y="51052"/>
                  <a:pt x="80996" y="53118"/>
                  <a:pt x="79477" y="55134"/>
                </a:cubicBezTo>
                <a:cubicBezTo>
                  <a:pt x="78830" y="54586"/>
                  <a:pt x="78208" y="54014"/>
                  <a:pt x="77611" y="53416"/>
                </a:cubicBezTo>
                <a:cubicBezTo>
                  <a:pt x="78407" y="51151"/>
                  <a:pt x="78830" y="48986"/>
                  <a:pt x="78731" y="47019"/>
                </a:cubicBezTo>
                <a:lnTo>
                  <a:pt x="78731" y="46920"/>
                </a:lnTo>
                <a:cubicBezTo>
                  <a:pt x="78731" y="46770"/>
                  <a:pt x="78706" y="46621"/>
                  <a:pt x="78706" y="46447"/>
                </a:cubicBezTo>
                <a:lnTo>
                  <a:pt x="78706" y="46322"/>
                </a:lnTo>
                <a:lnTo>
                  <a:pt x="78606" y="45675"/>
                </a:lnTo>
                <a:close/>
                <a:moveTo>
                  <a:pt x="83833" y="49135"/>
                </a:moveTo>
                <a:cubicBezTo>
                  <a:pt x="83858" y="49135"/>
                  <a:pt x="83858" y="49160"/>
                  <a:pt x="83883" y="49160"/>
                </a:cubicBezTo>
                <a:cubicBezTo>
                  <a:pt x="82589" y="51176"/>
                  <a:pt x="81195" y="53242"/>
                  <a:pt x="79652" y="55283"/>
                </a:cubicBezTo>
                <a:cubicBezTo>
                  <a:pt x="79627" y="55283"/>
                  <a:pt x="79627" y="55258"/>
                  <a:pt x="79602" y="55258"/>
                </a:cubicBezTo>
                <a:cubicBezTo>
                  <a:pt x="81120" y="53242"/>
                  <a:pt x="82514" y="51176"/>
                  <a:pt x="83833" y="49135"/>
                </a:cubicBezTo>
                <a:close/>
                <a:moveTo>
                  <a:pt x="77536" y="53615"/>
                </a:moveTo>
                <a:cubicBezTo>
                  <a:pt x="78108" y="54213"/>
                  <a:pt x="78731" y="54736"/>
                  <a:pt x="79378" y="55258"/>
                </a:cubicBezTo>
                <a:cubicBezTo>
                  <a:pt x="79378" y="55283"/>
                  <a:pt x="79353" y="55283"/>
                  <a:pt x="79353" y="55333"/>
                </a:cubicBezTo>
                <a:cubicBezTo>
                  <a:pt x="78706" y="54785"/>
                  <a:pt x="78084" y="54238"/>
                  <a:pt x="77511" y="53665"/>
                </a:cubicBezTo>
                <a:cubicBezTo>
                  <a:pt x="77511" y="53640"/>
                  <a:pt x="77536" y="53640"/>
                  <a:pt x="77536" y="53615"/>
                </a:cubicBezTo>
                <a:close/>
                <a:moveTo>
                  <a:pt x="79477" y="55383"/>
                </a:moveTo>
                <a:cubicBezTo>
                  <a:pt x="79502" y="55383"/>
                  <a:pt x="79527" y="55408"/>
                  <a:pt x="79527" y="55408"/>
                </a:cubicBezTo>
                <a:cubicBezTo>
                  <a:pt x="79527" y="55457"/>
                  <a:pt x="79502" y="55457"/>
                  <a:pt x="79502" y="55482"/>
                </a:cubicBezTo>
                <a:cubicBezTo>
                  <a:pt x="79477" y="55482"/>
                  <a:pt x="79477" y="55457"/>
                  <a:pt x="79453" y="55457"/>
                </a:cubicBezTo>
                <a:cubicBezTo>
                  <a:pt x="79453" y="55408"/>
                  <a:pt x="79477" y="55408"/>
                  <a:pt x="79477" y="55383"/>
                </a:cubicBezTo>
                <a:close/>
                <a:moveTo>
                  <a:pt x="18644" y="39627"/>
                </a:moveTo>
                <a:cubicBezTo>
                  <a:pt x="18743" y="39801"/>
                  <a:pt x="18818" y="39925"/>
                  <a:pt x="18917" y="40075"/>
                </a:cubicBezTo>
                <a:cubicBezTo>
                  <a:pt x="18021" y="41344"/>
                  <a:pt x="17150" y="42663"/>
                  <a:pt x="16379" y="43958"/>
                </a:cubicBezTo>
                <a:cubicBezTo>
                  <a:pt x="14188" y="47517"/>
                  <a:pt x="12520" y="51002"/>
                  <a:pt x="11276" y="54362"/>
                </a:cubicBezTo>
                <a:cubicBezTo>
                  <a:pt x="10131" y="54711"/>
                  <a:pt x="9061" y="55109"/>
                  <a:pt x="8140" y="55607"/>
                </a:cubicBezTo>
                <a:cubicBezTo>
                  <a:pt x="10952" y="50280"/>
                  <a:pt x="14512" y="44879"/>
                  <a:pt x="18644" y="39627"/>
                </a:cubicBezTo>
                <a:close/>
                <a:moveTo>
                  <a:pt x="18519" y="39428"/>
                </a:moveTo>
                <a:cubicBezTo>
                  <a:pt x="18519" y="39452"/>
                  <a:pt x="18544" y="39452"/>
                  <a:pt x="18544" y="39477"/>
                </a:cubicBezTo>
                <a:cubicBezTo>
                  <a:pt x="14313" y="44804"/>
                  <a:pt x="10703" y="50305"/>
                  <a:pt x="7841" y="55781"/>
                </a:cubicBezTo>
                <a:cubicBezTo>
                  <a:pt x="7816" y="55831"/>
                  <a:pt x="7791" y="55831"/>
                  <a:pt x="7766" y="55856"/>
                </a:cubicBezTo>
                <a:cubicBezTo>
                  <a:pt x="10629" y="50355"/>
                  <a:pt x="14263" y="44804"/>
                  <a:pt x="18519" y="39428"/>
                </a:cubicBezTo>
                <a:close/>
                <a:moveTo>
                  <a:pt x="25090" y="47194"/>
                </a:moveTo>
                <a:cubicBezTo>
                  <a:pt x="27082" y="49135"/>
                  <a:pt x="29297" y="51101"/>
                  <a:pt x="31562" y="52919"/>
                </a:cubicBezTo>
                <a:cubicBezTo>
                  <a:pt x="30790" y="53889"/>
                  <a:pt x="30044" y="54860"/>
                  <a:pt x="29322" y="55856"/>
                </a:cubicBezTo>
                <a:cubicBezTo>
                  <a:pt x="26883" y="54960"/>
                  <a:pt x="24369" y="54288"/>
                  <a:pt x="21879" y="53914"/>
                </a:cubicBezTo>
                <a:cubicBezTo>
                  <a:pt x="22701" y="51724"/>
                  <a:pt x="23746" y="49484"/>
                  <a:pt x="25090" y="47194"/>
                </a:cubicBezTo>
                <a:close/>
                <a:moveTo>
                  <a:pt x="31687" y="53018"/>
                </a:moveTo>
                <a:cubicBezTo>
                  <a:pt x="31711" y="53018"/>
                  <a:pt x="31711" y="53043"/>
                  <a:pt x="31736" y="53043"/>
                </a:cubicBezTo>
                <a:cubicBezTo>
                  <a:pt x="30990" y="54014"/>
                  <a:pt x="30243" y="54935"/>
                  <a:pt x="29546" y="55905"/>
                </a:cubicBezTo>
                <a:cubicBezTo>
                  <a:pt x="29496" y="55905"/>
                  <a:pt x="29496" y="55881"/>
                  <a:pt x="29471" y="55881"/>
                </a:cubicBezTo>
                <a:cubicBezTo>
                  <a:pt x="30193" y="54960"/>
                  <a:pt x="30940" y="53989"/>
                  <a:pt x="31687" y="53018"/>
                </a:cubicBezTo>
                <a:close/>
                <a:moveTo>
                  <a:pt x="11176" y="54611"/>
                </a:moveTo>
                <a:cubicBezTo>
                  <a:pt x="11176" y="54611"/>
                  <a:pt x="11176" y="54636"/>
                  <a:pt x="11151" y="54661"/>
                </a:cubicBezTo>
                <a:cubicBezTo>
                  <a:pt x="9932" y="55009"/>
                  <a:pt x="8837" y="55482"/>
                  <a:pt x="7916" y="56030"/>
                </a:cubicBezTo>
                <a:cubicBezTo>
                  <a:pt x="7940" y="56005"/>
                  <a:pt x="7940" y="55980"/>
                  <a:pt x="7965" y="55955"/>
                </a:cubicBezTo>
                <a:cubicBezTo>
                  <a:pt x="8911" y="55408"/>
                  <a:pt x="10006" y="54960"/>
                  <a:pt x="11176" y="54611"/>
                </a:cubicBezTo>
                <a:close/>
                <a:moveTo>
                  <a:pt x="21780" y="54088"/>
                </a:moveTo>
                <a:cubicBezTo>
                  <a:pt x="24244" y="54462"/>
                  <a:pt x="26758" y="55084"/>
                  <a:pt x="29173" y="55980"/>
                </a:cubicBezTo>
                <a:cubicBezTo>
                  <a:pt x="29173" y="56005"/>
                  <a:pt x="29173" y="56030"/>
                  <a:pt x="29123" y="56030"/>
                </a:cubicBezTo>
                <a:cubicBezTo>
                  <a:pt x="26733" y="55134"/>
                  <a:pt x="24244" y="54512"/>
                  <a:pt x="21755" y="54138"/>
                </a:cubicBezTo>
                <a:cubicBezTo>
                  <a:pt x="21755" y="54113"/>
                  <a:pt x="21755" y="54113"/>
                  <a:pt x="21780" y="54088"/>
                </a:cubicBezTo>
                <a:close/>
                <a:moveTo>
                  <a:pt x="29347" y="56080"/>
                </a:moveTo>
                <a:cubicBezTo>
                  <a:pt x="29372" y="56080"/>
                  <a:pt x="29372" y="56105"/>
                  <a:pt x="29421" y="56105"/>
                </a:cubicBezTo>
                <a:cubicBezTo>
                  <a:pt x="29421" y="56129"/>
                  <a:pt x="29372" y="56129"/>
                  <a:pt x="29372" y="56154"/>
                </a:cubicBezTo>
                <a:cubicBezTo>
                  <a:pt x="29347" y="56129"/>
                  <a:pt x="29347" y="56129"/>
                  <a:pt x="29322" y="56129"/>
                </a:cubicBezTo>
                <a:cubicBezTo>
                  <a:pt x="29322" y="56105"/>
                  <a:pt x="29347" y="56105"/>
                  <a:pt x="29347" y="56080"/>
                </a:cubicBezTo>
                <a:close/>
                <a:moveTo>
                  <a:pt x="59807" y="55507"/>
                </a:moveTo>
                <a:cubicBezTo>
                  <a:pt x="59599" y="55690"/>
                  <a:pt x="59374" y="55874"/>
                  <a:pt x="59191" y="56080"/>
                </a:cubicBezTo>
                <a:cubicBezTo>
                  <a:pt x="59146" y="56110"/>
                  <a:pt x="59110" y="56131"/>
                  <a:pt x="59077" y="56160"/>
                </a:cubicBezTo>
                <a:lnTo>
                  <a:pt x="59077" y="56160"/>
                </a:lnTo>
                <a:cubicBezTo>
                  <a:pt x="59123" y="56117"/>
                  <a:pt x="59170" y="56073"/>
                  <a:pt x="59216" y="56030"/>
                </a:cubicBezTo>
                <a:cubicBezTo>
                  <a:pt x="59406" y="55864"/>
                  <a:pt x="59596" y="55675"/>
                  <a:pt x="59807" y="55507"/>
                </a:cubicBezTo>
                <a:close/>
                <a:moveTo>
                  <a:pt x="7667" y="56105"/>
                </a:moveTo>
                <a:cubicBezTo>
                  <a:pt x="7642" y="56129"/>
                  <a:pt x="7642" y="56154"/>
                  <a:pt x="7592" y="56229"/>
                </a:cubicBezTo>
                <a:cubicBezTo>
                  <a:pt x="7567" y="56229"/>
                  <a:pt x="7542" y="56254"/>
                  <a:pt x="7517" y="56279"/>
                </a:cubicBezTo>
                <a:cubicBezTo>
                  <a:pt x="7542" y="56254"/>
                  <a:pt x="7542" y="56229"/>
                  <a:pt x="7567" y="56154"/>
                </a:cubicBezTo>
                <a:cubicBezTo>
                  <a:pt x="7592" y="56129"/>
                  <a:pt x="7642" y="56129"/>
                  <a:pt x="7667" y="56105"/>
                </a:cubicBezTo>
                <a:close/>
                <a:moveTo>
                  <a:pt x="73877" y="49110"/>
                </a:moveTo>
                <a:cubicBezTo>
                  <a:pt x="74624" y="50604"/>
                  <a:pt x="75669" y="52097"/>
                  <a:pt x="77038" y="53516"/>
                </a:cubicBezTo>
                <a:cubicBezTo>
                  <a:pt x="76739" y="54412"/>
                  <a:pt x="76341" y="55383"/>
                  <a:pt x="75868" y="56329"/>
                </a:cubicBezTo>
                <a:cubicBezTo>
                  <a:pt x="73902" y="55159"/>
                  <a:pt x="72060" y="54263"/>
                  <a:pt x="70517" y="53665"/>
                </a:cubicBezTo>
                <a:cubicBezTo>
                  <a:pt x="71687" y="52172"/>
                  <a:pt x="72856" y="50653"/>
                  <a:pt x="73877" y="49110"/>
                </a:cubicBezTo>
                <a:close/>
                <a:moveTo>
                  <a:pt x="77237" y="53665"/>
                </a:moveTo>
                <a:cubicBezTo>
                  <a:pt x="77262" y="53715"/>
                  <a:pt x="77262" y="53715"/>
                  <a:pt x="77287" y="53715"/>
                </a:cubicBezTo>
                <a:cubicBezTo>
                  <a:pt x="77287" y="53740"/>
                  <a:pt x="77262" y="53765"/>
                  <a:pt x="77262" y="53790"/>
                </a:cubicBezTo>
                <a:cubicBezTo>
                  <a:pt x="77262" y="53839"/>
                  <a:pt x="77237" y="53864"/>
                  <a:pt x="77237" y="53889"/>
                </a:cubicBezTo>
                <a:cubicBezTo>
                  <a:pt x="77188" y="53989"/>
                  <a:pt x="77138" y="54088"/>
                  <a:pt x="77113" y="54163"/>
                </a:cubicBezTo>
                <a:cubicBezTo>
                  <a:pt x="77038" y="54337"/>
                  <a:pt x="76988" y="54487"/>
                  <a:pt x="76914" y="54611"/>
                </a:cubicBezTo>
                <a:cubicBezTo>
                  <a:pt x="76889" y="54661"/>
                  <a:pt x="76889" y="54736"/>
                  <a:pt x="76864" y="54760"/>
                </a:cubicBezTo>
                <a:cubicBezTo>
                  <a:pt x="76814" y="54785"/>
                  <a:pt x="76814" y="54860"/>
                  <a:pt x="76789" y="54885"/>
                </a:cubicBezTo>
                <a:cubicBezTo>
                  <a:pt x="76789" y="54910"/>
                  <a:pt x="76764" y="54910"/>
                  <a:pt x="76764" y="54960"/>
                </a:cubicBezTo>
                <a:cubicBezTo>
                  <a:pt x="76690" y="55109"/>
                  <a:pt x="76615" y="55258"/>
                  <a:pt x="76540" y="55457"/>
                </a:cubicBezTo>
                <a:cubicBezTo>
                  <a:pt x="76515" y="55532"/>
                  <a:pt x="76491" y="55607"/>
                  <a:pt x="76416" y="55706"/>
                </a:cubicBezTo>
                <a:cubicBezTo>
                  <a:pt x="76416" y="55731"/>
                  <a:pt x="76391" y="55756"/>
                  <a:pt x="76391" y="55756"/>
                </a:cubicBezTo>
                <a:cubicBezTo>
                  <a:pt x="76291" y="55955"/>
                  <a:pt x="76192" y="56129"/>
                  <a:pt x="76117" y="56279"/>
                </a:cubicBezTo>
                <a:cubicBezTo>
                  <a:pt x="76117" y="56329"/>
                  <a:pt x="76067" y="56353"/>
                  <a:pt x="76067" y="56378"/>
                </a:cubicBezTo>
                <a:lnTo>
                  <a:pt x="76043" y="56378"/>
                </a:lnTo>
                <a:cubicBezTo>
                  <a:pt x="76043" y="56378"/>
                  <a:pt x="76018" y="56378"/>
                  <a:pt x="76018" y="56353"/>
                </a:cubicBezTo>
                <a:cubicBezTo>
                  <a:pt x="76491" y="55482"/>
                  <a:pt x="76889" y="54586"/>
                  <a:pt x="77237" y="53665"/>
                </a:cubicBezTo>
                <a:close/>
                <a:moveTo>
                  <a:pt x="67311" y="53370"/>
                </a:moveTo>
                <a:cubicBezTo>
                  <a:pt x="67732" y="53370"/>
                  <a:pt x="68256" y="53453"/>
                  <a:pt x="68874" y="53615"/>
                </a:cubicBezTo>
                <a:cubicBezTo>
                  <a:pt x="68202" y="54536"/>
                  <a:pt x="67530" y="55482"/>
                  <a:pt x="66783" y="56453"/>
                </a:cubicBezTo>
                <a:cubicBezTo>
                  <a:pt x="66136" y="55208"/>
                  <a:pt x="65912" y="54288"/>
                  <a:pt x="66211" y="53790"/>
                </a:cubicBezTo>
                <a:cubicBezTo>
                  <a:pt x="66393" y="53509"/>
                  <a:pt x="66766" y="53370"/>
                  <a:pt x="67311" y="53370"/>
                </a:cubicBezTo>
                <a:close/>
                <a:moveTo>
                  <a:pt x="70417" y="53839"/>
                </a:moveTo>
                <a:cubicBezTo>
                  <a:pt x="71985" y="54412"/>
                  <a:pt x="73802" y="55333"/>
                  <a:pt x="75794" y="56503"/>
                </a:cubicBezTo>
                <a:cubicBezTo>
                  <a:pt x="75794" y="56528"/>
                  <a:pt x="75769" y="56528"/>
                  <a:pt x="75769" y="56577"/>
                </a:cubicBezTo>
                <a:cubicBezTo>
                  <a:pt x="73777" y="55408"/>
                  <a:pt x="71935" y="54487"/>
                  <a:pt x="70392" y="53889"/>
                </a:cubicBezTo>
                <a:cubicBezTo>
                  <a:pt x="70392" y="53864"/>
                  <a:pt x="70392" y="53839"/>
                  <a:pt x="70417" y="53839"/>
                </a:cubicBezTo>
                <a:close/>
                <a:moveTo>
                  <a:pt x="65912" y="54163"/>
                </a:moveTo>
                <a:cubicBezTo>
                  <a:pt x="65837" y="54760"/>
                  <a:pt x="66086" y="55582"/>
                  <a:pt x="66659" y="56602"/>
                </a:cubicBezTo>
                <a:lnTo>
                  <a:pt x="66584" y="56652"/>
                </a:lnTo>
                <a:cubicBezTo>
                  <a:pt x="66061" y="55657"/>
                  <a:pt x="65787" y="54860"/>
                  <a:pt x="65812" y="54263"/>
                </a:cubicBezTo>
                <a:lnTo>
                  <a:pt x="65912" y="54163"/>
                </a:lnTo>
                <a:close/>
                <a:moveTo>
                  <a:pt x="69048" y="53615"/>
                </a:moveTo>
                <a:cubicBezTo>
                  <a:pt x="69073" y="53615"/>
                  <a:pt x="69073" y="53615"/>
                  <a:pt x="69098" y="53640"/>
                </a:cubicBezTo>
                <a:cubicBezTo>
                  <a:pt x="68426" y="54661"/>
                  <a:pt x="67679" y="55657"/>
                  <a:pt x="66907" y="56652"/>
                </a:cubicBezTo>
                <a:cubicBezTo>
                  <a:pt x="66907" y="56627"/>
                  <a:pt x="66858" y="56627"/>
                  <a:pt x="66858" y="56602"/>
                </a:cubicBezTo>
                <a:cubicBezTo>
                  <a:pt x="67654" y="55607"/>
                  <a:pt x="68351" y="54611"/>
                  <a:pt x="69048" y="53615"/>
                </a:cubicBezTo>
                <a:close/>
                <a:moveTo>
                  <a:pt x="75918" y="56577"/>
                </a:moveTo>
                <a:cubicBezTo>
                  <a:pt x="75968" y="56602"/>
                  <a:pt x="75968" y="56602"/>
                  <a:pt x="75993" y="56602"/>
                </a:cubicBezTo>
                <a:cubicBezTo>
                  <a:pt x="75993" y="56627"/>
                  <a:pt x="75943" y="56627"/>
                  <a:pt x="75943" y="56652"/>
                </a:cubicBezTo>
                <a:lnTo>
                  <a:pt x="75918" y="56652"/>
                </a:lnTo>
                <a:cubicBezTo>
                  <a:pt x="75918" y="56652"/>
                  <a:pt x="75893" y="56652"/>
                  <a:pt x="75893" y="56627"/>
                </a:cubicBezTo>
                <a:cubicBezTo>
                  <a:pt x="75893" y="56602"/>
                  <a:pt x="75918" y="56602"/>
                  <a:pt x="75918" y="56577"/>
                </a:cubicBezTo>
                <a:close/>
                <a:moveTo>
                  <a:pt x="66758" y="56752"/>
                </a:moveTo>
                <a:cubicBezTo>
                  <a:pt x="66758" y="56777"/>
                  <a:pt x="66783" y="56777"/>
                  <a:pt x="66783" y="56826"/>
                </a:cubicBezTo>
                <a:lnTo>
                  <a:pt x="66708" y="56876"/>
                </a:lnTo>
                <a:cubicBezTo>
                  <a:pt x="66708" y="56876"/>
                  <a:pt x="66708" y="56851"/>
                  <a:pt x="66683" y="56826"/>
                </a:cubicBezTo>
                <a:lnTo>
                  <a:pt x="66758" y="56752"/>
                </a:lnTo>
                <a:close/>
                <a:moveTo>
                  <a:pt x="31861" y="53167"/>
                </a:moveTo>
                <a:cubicBezTo>
                  <a:pt x="32334" y="53541"/>
                  <a:pt x="32782" y="53889"/>
                  <a:pt x="33230" y="54263"/>
                </a:cubicBezTo>
                <a:cubicBezTo>
                  <a:pt x="32807" y="55208"/>
                  <a:pt x="32408" y="56105"/>
                  <a:pt x="32060" y="57001"/>
                </a:cubicBezTo>
                <a:cubicBezTo>
                  <a:pt x="31288" y="56627"/>
                  <a:pt x="30492" y="56279"/>
                  <a:pt x="29695" y="56005"/>
                </a:cubicBezTo>
                <a:cubicBezTo>
                  <a:pt x="30417" y="55084"/>
                  <a:pt x="31164" y="54113"/>
                  <a:pt x="31861" y="53167"/>
                </a:cubicBezTo>
                <a:close/>
                <a:moveTo>
                  <a:pt x="69272" y="53665"/>
                </a:moveTo>
                <a:cubicBezTo>
                  <a:pt x="69421" y="53740"/>
                  <a:pt x="69621" y="53765"/>
                  <a:pt x="69770" y="53839"/>
                </a:cubicBezTo>
                <a:cubicBezTo>
                  <a:pt x="68899" y="54885"/>
                  <a:pt x="68028" y="55955"/>
                  <a:pt x="67082" y="57001"/>
                </a:cubicBezTo>
                <a:cubicBezTo>
                  <a:pt x="67082" y="56976"/>
                  <a:pt x="67057" y="56876"/>
                  <a:pt x="67007" y="56826"/>
                </a:cubicBezTo>
                <a:cubicBezTo>
                  <a:pt x="67804" y="55781"/>
                  <a:pt x="68575" y="54736"/>
                  <a:pt x="69272" y="53665"/>
                </a:cubicBezTo>
                <a:close/>
                <a:moveTo>
                  <a:pt x="33404" y="54387"/>
                </a:moveTo>
                <a:cubicBezTo>
                  <a:pt x="33429" y="54387"/>
                  <a:pt x="33429" y="54412"/>
                  <a:pt x="33454" y="54412"/>
                </a:cubicBezTo>
                <a:cubicBezTo>
                  <a:pt x="33031" y="55333"/>
                  <a:pt x="32608" y="56229"/>
                  <a:pt x="32309" y="57125"/>
                </a:cubicBezTo>
                <a:cubicBezTo>
                  <a:pt x="32284" y="57125"/>
                  <a:pt x="32284" y="57100"/>
                  <a:pt x="32234" y="57100"/>
                </a:cubicBezTo>
                <a:cubicBezTo>
                  <a:pt x="32558" y="56204"/>
                  <a:pt x="32956" y="55283"/>
                  <a:pt x="33404" y="54387"/>
                </a:cubicBezTo>
                <a:close/>
                <a:moveTo>
                  <a:pt x="70019" y="53889"/>
                </a:moveTo>
                <a:cubicBezTo>
                  <a:pt x="69148" y="55034"/>
                  <a:pt x="68252" y="56154"/>
                  <a:pt x="67256" y="57225"/>
                </a:cubicBezTo>
                <a:cubicBezTo>
                  <a:pt x="67331" y="57075"/>
                  <a:pt x="67430" y="56951"/>
                  <a:pt x="67555" y="56801"/>
                </a:cubicBezTo>
                <a:cubicBezTo>
                  <a:pt x="67704" y="56652"/>
                  <a:pt x="67828" y="56503"/>
                  <a:pt x="68003" y="56329"/>
                </a:cubicBezTo>
                <a:cubicBezTo>
                  <a:pt x="68351" y="55905"/>
                  <a:pt x="68700" y="55482"/>
                  <a:pt x="69048" y="55084"/>
                </a:cubicBezTo>
                <a:cubicBezTo>
                  <a:pt x="69148" y="54984"/>
                  <a:pt x="69197" y="54885"/>
                  <a:pt x="69297" y="54760"/>
                </a:cubicBezTo>
                <a:cubicBezTo>
                  <a:pt x="69546" y="54487"/>
                  <a:pt x="69770" y="54188"/>
                  <a:pt x="69969" y="53889"/>
                </a:cubicBezTo>
                <a:close/>
                <a:moveTo>
                  <a:pt x="29596" y="56154"/>
                </a:moveTo>
                <a:cubicBezTo>
                  <a:pt x="30392" y="56478"/>
                  <a:pt x="31214" y="56826"/>
                  <a:pt x="32035" y="57200"/>
                </a:cubicBezTo>
                <a:cubicBezTo>
                  <a:pt x="31985" y="57225"/>
                  <a:pt x="31985" y="57225"/>
                  <a:pt x="31985" y="57250"/>
                </a:cubicBezTo>
                <a:cubicBezTo>
                  <a:pt x="31189" y="56876"/>
                  <a:pt x="30367" y="56528"/>
                  <a:pt x="29571" y="56229"/>
                </a:cubicBezTo>
                <a:cubicBezTo>
                  <a:pt x="29571" y="56204"/>
                  <a:pt x="29596" y="56204"/>
                  <a:pt x="29596" y="56154"/>
                </a:cubicBezTo>
                <a:close/>
                <a:moveTo>
                  <a:pt x="66883" y="57001"/>
                </a:moveTo>
                <a:cubicBezTo>
                  <a:pt x="66907" y="57075"/>
                  <a:pt x="66932" y="57125"/>
                  <a:pt x="67007" y="57200"/>
                </a:cubicBezTo>
                <a:cubicBezTo>
                  <a:pt x="66957" y="57200"/>
                  <a:pt x="66957" y="57225"/>
                  <a:pt x="66932" y="57250"/>
                </a:cubicBezTo>
                <a:cubicBezTo>
                  <a:pt x="66907" y="57200"/>
                  <a:pt x="66883" y="57125"/>
                  <a:pt x="66808" y="57075"/>
                </a:cubicBezTo>
                <a:lnTo>
                  <a:pt x="66883" y="57001"/>
                </a:lnTo>
                <a:close/>
                <a:moveTo>
                  <a:pt x="32184" y="57250"/>
                </a:moveTo>
                <a:cubicBezTo>
                  <a:pt x="32209" y="57250"/>
                  <a:pt x="32209" y="57274"/>
                  <a:pt x="32234" y="57274"/>
                </a:cubicBezTo>
                <a:cubicBezTo>
                  <a:pt x="32234" y="57324"/>
                  <a:pt x="32234" y="57324"/>
                  <a:pt x="32209" y="57349"/>
                </a:cubicBezTo>
                <a:cubicBezTo>
                  <a:pt x="32184" y="57349"/>
                  <a:pt x="32184" y="57349"/>
                  <a:pt x="32159" y="57324"/>
                </a:cubicBezTo>
                <a:cubicBezTo>
                  <a:pt x="32159" y="57274"/>
                  <a:pt x="32159" y="57274"/>
                  <a:pt x="32184" y="57250"/>
                </a:cubicBezTo>
                <a:close/>
                <a:moveTo>
                  <a:pt x="77436" y="53864"/>
                </a:moveTo>
                <a:cubicBezTo>
                  <a:pt x="78009" y="54412"/>
                  <a:pt x="78606" y="54960"/>
                  <a:pt x="79229" y="55482"/>
                </a:cubicBezTo>
                <a:cubicBezTo>
                  <a:pt x="78706" y="56129"/>
                  <a:pt x="78208" y="56777"/>
                  <a:pt x="77685" y="57449"/>
                </a:cubicBezTo>
                <a:cubicBezTo>
                  <a:pt x="77188" y="57125"/>
                  <a:pt x="76739" y="56851"/>
                  <a:pt x="76267" y="56577"/>
                </a:cubicBezTo>
                <a:cubicBezTo>
                  <a:pt x="76739" y="55657"/>
                  <a:pt x="77113" y="54760"/>
                  <a:pt x="77436" y="53864"/>
                </a:cubicBezTo>
                <a:close/>
                <a:moveTo>
                  <a:pt x="67082" y="57349"/>
                </a:moveTo>
                <a:cubicBezTo>
                  <a:pt x="67082" y="57374"/>
                  <a:pt x="67107" y="57374"/>
                  <a:pt x="67107" y="57399"/>
                </a:cubicBezTo>
                <a:lnTo>
                  <a:pt x="67057" y="57474"/>
                </a:lnTo>
                <a:lnTo>
                  <a:pt x="67057" y="57449"/>
                </a:lnTo>
                <a:cubicBezTo>
                  <a:pt x="67057" y="57449"/>
                  <a:pt x="67057" y="57399"/>
                  <a:pt x="67032" y="57399"/>
                </a:cubicBezTo>
                <a:lnTo>
                  <a:pt x="67082" y="57349"/>
                </a:lnTo>
                <a:close/>
                <a:moveTo>
                  <a:pt x="17548" y="36938"/>
                </a:moveTo>
                <a:cubicBezTo>
                  <a:pt x="17573" y="37561"/>
                  <a:pt x="17897" y="38332"/>
                  <a:pt x="18395" y="39228"/>
                </a:cubicBezTo>
                <a:cubicBezTo>
                  <a:pt x="14039" y="44754"/>
                  <a:pt x="10305" y="50405"/>
                  <a:pt x="7418" y="56005"/>
                </a:cubicBezTo>
                <a:cubicBezTo>
                  <a:pt x="6696" y="56478"/>
                  <a:pt x="6049" y="56976"/>
                  <a:pt x="5526" y="57523"/>
                </a:cubicBezTo>
                <a:cubicBezTo>
                  <a:pt x="7219" y="53167"/>
                  <a:pt x="9558" y="48662"/>
                  <a:pt x="12421" y="44207"/>
                </a:cubicBezTo>
                <a:cubicBezTo>
                  <a:pt x="12769" y="43684"/>
                  <a:pt x="13118" y="43186"/>
                  <a:pt x="13416" y="42663"/>
                </a:cubicBezTo>
                <a:cubicBezTo>
                  <a:pt x="14686" y="40722"/>
                  <a:pt x="16105" y="38830"/>
                  <a:pt x="17548" y="36938"/>
                </a:cubicBezTo>
                <a:close/>
                <a:moveTo>
                  <a:pt x="114748" y="54288"/>
                </a:moveTo>
                <a:cubicBezTo>
                  <a:pt x="114748" y="54462"/>
                  <a:pt x="114723" y="54586"/>
                  <a:pt x="114698" y="54736"/>
                </a:cubicBezTo>
                <a:cubicBezTo>
                  <a:pt x="114450" y="55532"/>
                  <a:pt x="114201" y="56353"/>
                  <a:pt x="113927" y="57200"/>
                </a:cubicBezTo>
                <a:cubicBezTo>
                  <a:pt x="113852" y="57324"/>
                  <a:pt x="113802" y="57449"/>
                  <a:pt x="113728" y="57523"/>
                </a:cubicBezTo>
                <a:cubicBezTo>
                  <a:pt x="114101" y="56453"/>
                  <a:pt x="114450" y="55383"/>
                  <a:pt x="114748" y="54288"/>
                </a:cubicBezTo>
                <a:close/>
                <a:moveTo>
                  <a:pt x="79328" y="55607"/>
                </a:moveTo>
                <a:cubicBezTo>
                  <a:pt x="79353" y="55607"/>
                  <a:pt x="79353" y="55632"/>
                  <a:pt x="79378" y="55632"/>
                </a:cubicBezTo>
                <a:cubicBezTo>
                  <a:pt x="78905" y="56279"/>
                  <a:pt x="78407" y="56901"/>
                  <a:pt x="77884" y="57573"/>
                </a:cubicBezTo>
                <a:cubicBezTo>
                  <a:pt x="77860" y="57573"/>
                  <a:pt x="77860" y="57523"/>
                  <a:pt x="77835" y="57523"/>
                </a:cubicBezTo>
                <a:cubicBezTo>
                  <a:pt x="78333" y="56876"/>
                  <a:pt x="78830" y="56254"/>
                  <a:pt x="79328" y="55607"/>
                </a:cubicBezTo>
                <a:close/>
                <a:moveTo>
                  <a:pt x="114823" y="55283"/>
                </a:moveTo>
                <a:lnTo>
                  <a:pt x="114823" y="55283"/>
                </a:lnTo>
                <a:cubicBezTo>
                  <a:pt x="114848" y="55358"/>
                  <a:pt x="114823" y="55457"/>
                  <a:pt x="114798" y="55507"/>
                </a:cubicBezTo>
                <a:cubicBezTo>
                  <a:pt x="114798" y="55557"/>
                  <a:pt x="114748" y="55607"/>
                  <a:pt x="114748" y="55657"/>
                </a:cubicBezTo>
                <a:cubicBezTo>
                  <a:pt x="114748" y="55706"/>
                  <a:pt x="114748" y="55731"/>
                  <a:pt x="114723" y="55756"/>
                </a:cubicBezTo>
                <a:cubicBezTo>
                  <a:pt x="114574" y="56154"/>
                  <a:pt x="114425" y="56602"/>
                  <a:pt x="114250" y="57075"/>
                </a:cubicBezTo>
                <a:cubicBezTo>
                  <a:pt x="114250" y="57075"/>
                  <a:pt x="114250" y="57100"/>
                  <a:pt x="114225" y="57100"/>
                </a:cubicBezTo>
                <a:cubicBezTo>
                  <a:pt x="114201" y="57200"/>
                  <a:pt x="114126" y="57250"/>
                  <a:pt x="114101" y="57349"/>
                </a:cubicBezTo>
                <a:cubicBezTo>
                  <a:pt x="114076" y="57399"/>
                  <a:pt x="114051" y="57474"/>
                  <a:pt x="113977" y="57573"/>
                </a:cubicBezTo>
                <a:cubicBezTo>
                  <a:pt x="114051" y="57374"/>
                  <a:pt x="114101" y="57225"/>
                  <a:pt x="114176" y="57026"/>
                </a:cubicBezTo>
                <a:cubicBezTo>
                  <a:pt x="114250" y="56826"/>
                  <a:pt x="114375" y="56577"/>
                  <a:pt x="114450" y="56353"/>
                </a:cubicBezTo>
                <a:lnTo>
                  <a:pt x="114624" y="55781"/>
                </a:lnTo>
                <a:lnTo>
                  <a:pt x="114624" y="55756"/>
                </a:lnTo>
                <a:lnTo>
                  <a:pt x="114823" y="55283"/>
                </a:lnTo>
                <a:close/>
                <a:moveTo>
                  <a:pt x="76167" y="56727"/>
                </a:moveTo>
                <a:cubicBezTo>
                  <a:pt x="76640" y="57001"/>
                  <a:pt x="77113" y="57274"/>
                  <a:pt x="77586" y="57598"/>
                </a:cubicBezTo>
                <a:cubicBezTo>
                  <a:pt x="77586" y="57623"/>
                  <a:pt x="77536" y="57623"/>
                  <a:pt x="77536" y="57648"/>
                </a:cubicBezTo>
                <a:cubicBezTo>
                  <a:pt x="77063" y="57349"/>
                  <a:pt x="76615" y="57075"/>
                  <a:pt x="76142" y="56826"/>
                </a:cubicBezTo>
                <a:cubicBezTo>
                  <a:pt x="76142" y="56752"/>
                  <a:pt x="76167" y="56727"/>
                  <a:pt x="76167" y="56727"/>
                </a:cubicBezTo>
                <a:close/>
                <a:moveTo>
                  <a:pt x="77735" y="57698"/>
                </a:moveTo>
                <a:cubicBezTo>
                  <a:pt x="77735" y="57698"/>
                  <a:pt x="77760" y="57698"/>
                  <a:pt x="77785" y="57722"/>
                </a:cubicBezTo>
                <a:cubicBezTo>
                  <a:pt x="77785" y="57747"/>
                  <a:pt x="77760" y="57747"/>
                  <a:pt x="77760" y="57772"/>
                </a:cubicBezTo>
                <a:cubicBezTo>
                  <a:pt x="77735" y="57772"/>
                  <a:pt x="77735" y="57747"/>
                  <a:pt x="77685" y="57747"/>
                </a:cubicBezTo>
                <a:cubicBezTo>
                  <a:pt x="77685" y="57722"/>
                  <a:pt x="77735" y="57722"/>
                  <a:pt x="77735" y="57698"/>
                </a:cubicBezTo>
                <a:close/>
                <a:moveTo>
                  <a:pt x="6347" y="55109"/>
                </a:moveTo>
                <a:lnTo>
                  <a:pt x="6347" y="55109"/>
                </a:lnTo>
                <a:cubicBezTo>
                  <a:pt x="5949" y="56030"/>
                  <a:pt x="5551" y="56976"/>
                  <a:pt x="5202" y="57897"/>
                </a:cubicBezTo>
                <a:cubicBezTo>
                  <a:pt x="5178" y="57971"/>
                  <a:pt x="5103" y="57996"/>
                  <a:pt x="5078" y="58071"/>
                </a:cubicBezTo>
                <a:cubicBezTo>
                  <a:pt x="5103" y="57996"/>
                  <a:pt x="5103" y="57971"/>
                  <a:pt x="5128" y="57897"/>
                </a:cubicBezTo>
                <a:cubicBezTo>
                  <a:pt x="5800" y="56229"/>
                  <a:pt x="6323" y="55134"/>
                  <a:pt x="6347" y="55109"/>
                </a:cubicBezTo>
                <a:close/>
                <a:moveTo>
                  <a:pt x="7268" y="56353"/>
                </a:moveTo>
                <a:cubicBezTo>
                  <a:pt x="7219" y="56403"/>
                  <a:pt x="7219" y="56453"/>
                  <a:pt x="7194" y="56478"/>
                </a:cubicBezTo>
                <a:cubicBezTo>
                  <a:pt x="6447" y="57001"/>
                  <a:pt x="5800" y="57573"/>
                  <a:pt x="5277" y="58220"/>
                </a:cubicBezTo>
                <a:cubicBezTo>
                  <a:pt x="5302" y="58146"/>
                  <a:pt x="5302" y="58096"/>
                  <a:pt x="5327" y="58021"/>
                </a:cubicBezTo>
                <a:cubicBezTo>
                  <a:pt x="5850" y="57399"/>
                  <a:pt x="6522" y="56851"/>
                  <a:pt x="7268" y="56353"/>
                </a:cubicBezTo>
                <a:close/>
                <a:moveTo>
                  <a:pt x="113603" y="58096"/>
                </a:moveTo>
                <a:lnTo>
                  <a:pt x="113603" y="58096"/>
                </a:lnTo>
                <a:cubicBezTo>
                  <a:pt x="113578" y="58146"/>
                  <a:pt x="113578" y="58220"/>
                  <a:pt x="113553" y="58245"/>
                </a:cubicBezTo>
                <a:cubicBezTo>
                  <a:pt x="113553" y="58270"/>
                  <a:pt x="113553" y="58270"/>
                  <a:pt x="113504" y="58320"/>
                </a:cubicBezTo>
                <a:cubicBezTo>
                  <a:pt x="113479" y="58370"/>
                  <a:pt x="113429" y="58444"/>
                  <a:pt x="113379" y="58494"/>
                </a:cubicBezTo>
                <a:cubicBezTo>
                  <a:pt x="113429" y="58444"/>
                  <a:pt x="113454" y="58345"/>
                  <a:pt x="113454" y="58270"/>
                </a:cubicBezTo>
                <a:cubicBezTo>
                  <a:pt x="113504" y="58220"/>
                  <a:pt x="113553" y="58146"/>
                  <a:pt x="113603" y="58096"/>
                </a:cubicBezTo>
                <a:close/>
                <a:moveTo>
                  <a:pt x="6273" y="54835"/>
                </a:moveTo>
                <a:lnTo>
                  <a:pt x="6273" y="54835"/>
                </a:lnTo>
                <a:cubicBezTo>
                  <a:pt x="6074" y="55258"/>
                  <a:pt x="5850" y="55706"/>
                  <a:pt x="5700" y="56154"/>
                </a:cubicBezTo>
                <a:cubicBezTo>
                  <a:pt x="5650" y="56329"/>
                  <a:pt x="5576" y="56453"/>
                  <a:pt x="5551" y="56602"/>
                </a:cubicBezTo>
                <a:cubicBezTo>
                  <a:pt x="5451" y="56851"/>
                  <a:pt x="5327" y="57125"/>
                  <a:pt x="5227" y="57374"/>
                </a:cubicBezTo>
                <a:cubicBezTo>
                  <a:pt x="5202" y="57474"/>
                  <a:pt x="5178" y="57523"/>
                  <a:pt x="5153" y="57623"/>
                </a:cubicBezTo>
                <a:cubicBezTo>
                  <a:pt x="5028" y="57971"/>
                  <a:pt x="4854" y="58320"/>
                  <a:pt x="4705" y="58693"/>
                </a:cubicBezTo>
                <a:cubicBezTo>
                  <a:pt x="4705" y="58716"/>
                  <a:pt x="4685" y="58718"/>
                  <a:pt x="4680" y="58736"/>
                </a:cubicBezTo>
                <a:lnTo>
                  <a:pt x="4680" y="58736"/>
                </a:lnTo>
                <a:cubicBezTo>
                  <a:pt x="4731" y="58266"/>
                  <a:pt x="4905" y="57870"/>
                  <a:pt x="5078" y="57474"/>
                </a:cubicBezTo>
                <a:cubicBezTo>
                  <a:pt x="5277" y="56976"/>
                  <a:pt x="5476" y="56478"/>
                  <a:pt x="5675" y="56030"/>
                </a:cubicBezTo>
                <a:cubicBezTo>
                  <a:pt x="5725" y="55881"/>
                  <a:pt x="5800" y="55731"/>
                  <a:pt x="5899" y="55582"/>
                </a:cubicBezTo>
                <a:cubicBezTo>
                  <a:pt x="5949" y="55408"/>
                  <a:pt x="6049" y="55233"/>
                  <a:pt x="6148" y="55034"/>
                </a:cubicBezTo>
                <a:cubicBezTo>
                  <a:pt x="6173" y="54960"/>
                  <a:pt x="6198" y="54885"/>
                  <a:pt x="6273" y="54835"/>
                </a:cubicBezTo>
                <a:close/>
                <a:moveTo>
                  <a:pt x="5028" y="58444"/>
                </a:moveTo>
                <a:cubicBezTo>
                  <a:pt x="4978" y="58494"/>
                  <a:pt x="4953" y="58594"/>
                  <a:pt x="4953" y="58643"/>
                </a:cubicBezTo>
                <a:cubicBezTo>
                  <a:pt x="4854" y="58718"/>
                  <a:pt x="4829" y="58768"/>
                  <a:pt x="4804" y="58843"/>
                </a:cubicBezTo>
                <a:cubicBezTo>
                  <a:pt x="4829" y="58768"/>
                  <a:pt x="4854" y="58693"/>
                  <a:pt x="4904" y="58619"/>
                </a:cubicBezTo>
                <a:cubicBezTo>
                  <a:pt x="4929" y="58569"/>
                  <a:pt x="4978" y="58494"/>
                  <a:pt x="5028" y="58444"/>
                </a:cubicBezTo>
                <a:close/>
                <a:moveTo>
                  <a:pt x="38507" y="46795"/>
                </a:moveTo>
                <a:cubicBezTo>
                  <a:pt x="41021" y="48861"/>
                  <a:pt x="43435" y="51002"/>
                  <a:pt x="45601" y="53143"/>
                </a:cubicBezTo>
                <a:cubicBezTo>
                  <a:pt x="43858" y="55034"/>
                  <a:pt x="42166" y="56976"/>
                  <a:pt x="40622" y="58942"/>
                </a:cubicBezTo>
                <a:cubicBezTo>
                  <a:pt x="38407" y="57523"/>
                  <a:pt x="36092" y="55881"/>
                  <a:pt x="33802" y="54113"/>
                </a:cubicBezTo>
                <a:cubicBezTo>
                  <a:pt x="35022" y="51674"/>
                  <a:pt x="36590" y="49185"/>
                  <a:pt x="38507" y="46795"/>
                </a:cubicBezTo>
                <a:close/>
                <a:moveTo>
                  <a:pt x="45675" y="53292"/>
                </a:moveTo>
                <a:lnTo>
                  <a:pt x="45725" y="53342"/>
                </a:lnTo>
                <a:cubicBezTo>
                  <a:pt x="44033" y="55208"/>
                  <a:pt x="42390" y="57125"/>
                  <a:pt x="40797" y="59091"/>
                </a:cubicBezTo>
                <a:cubicBezTo>
                  <a:pt x="40772" y="59091"/>
                  <a:pt x="40772" y="59067"/>
                  <a:pt x="40747" y="59067"/>
                </a:cubicBezTo>
                <a:cubicBezTo>
                  <a:pt x="42290" y="57100"/>
                  <a:pt x="43933" y="55159"/>
                  <a:pt x="45675" y="53292"/>
                </a:cubicBezTo>
                <a:close/>
                <a:moveTo>
                  <a:pt x="33728" y="54337"/>
                </a:moveTo>
                <a:cubicBezTo>
                  <a:pt x="36018" y="56105"/>
                  <a:pt x="38308" y="57722"/>
                  <a:pt x="40523" y="59116"/>
                </a:cubicBezTo>
                <a:cubicBezTo>
                  <a:pt x="40448" y="59116"/>
                  <a:pt x="40448" y="59116"/>
                  <a:pt x="40448" y="59141"/>
                </a:cubicBezTo>
                <a:cubicBezTo>
                  <a:pt x="38283" y="57747"/>
                  <a:pt x="35968" y="56129"/>
                  <a:pt x="33703" y="54387"/>
                </a:cubicBezTo>
                <a:cubicBezTo>
                  <a:pt x="33703" y="54362"/>
                  <a:pt x="33728" y="54362"/>
                  <a:pt x="33728" y="54337"/>
                </a:cubicBezTo>
                <a:close/>
                <a:moveTo>
                  <a:pt x="55731" y="45526"/>
                </a:moveTo>
                <a:cubicBezTo>
                  <a:pt x="55806" y="45576"/>
                  <a:pt x="55856" y="45675"/>
                  <a:pt x="55955" y="45725"/>
                </a:cubicBezTo>
                <a:lnTo>
                  <a:pt x="56379" y="46173"/>
                </a:lnTo>
                <a:lnTo>
                  <a:pt x="56677" y="46447"/>
                </a:lnTo>
                <a:lnTo>
                  <a:pt x="57075" y="46870"/>
                </a:lnTo>
                <a:cubicBezTo>
                  <a:pt x="57175" y="46945"/>
                  <a:pt x="57250" y="47019"/>
                  <a:pt x="57349" y="47119"/>
                </a:cubicBezTo>
                <a:cubicBezTo>
                  <a:pt x="57474" y="47243"/>
                  <a:pt x="57623" y="47368"/>
                  <a:pt x="57748" y="47492"/>
                </a:cubicBezTo>
                <a:cubicBezTo>
                  <a:pt x="57822" y="47542"/>
                  <a:pt x="57922" y="47617"/>
                  <a:pt x="57972" y="47667"/>
                </a:cubicBezTo>
                <a:cubicBezTo>
                  <a:pt x="58121" y="47791"/>
                  <a:pt x="58295" y="47940"/>
                  <a:pt x="58420" y="48065"/>
                </a:cubicBezTo>
                <a:cubicBezTo>
                  <a:pt x="58469" y="48115"/>
                  <a:pt x="58494" y="48164"/>
                  <a:pt x="58569" y="48189"/>
                </a:cubicBezTo>
                <a:cubicBezTo>
                  <a:pt x="58743" y="48363"/>
                  <a:pt x="58917" y="48513"/>
                  <a:pt x="59092" y="48637"/>
                </a:cubicBezTo>
                <a:cubicBezTo>
                  <a:pt x="59117" y="48637"/>
                  <a:pt x="59117" y="48662"/>
                  <a:pt x="59166" y="48662"/>
                </a:cubicBezTo>
                <a:cubicBezTo>
                  <a:pt x="59789" y="49160"/>
                  <a:pt x="60361" y="49633"/>
                  <a:pt x="60934" y="50006"/>
                </a:cubicBezTo>
                <a:cubicBezTo>
                  <a:pt x="60734" y="50156"/>
                  <a:pt x="60585" y="50305"/>
                  <a:pt x="60411" y="50429"/>
                </a:cubicBezTo>
                <a:cubicBezTo>
                  <a:pt x="60286" y="50529"/>
                  <a:pt x="60162" y="50653"/>
                  <a:pt x="60038" y="50753"/>
                </a:cubicBezTo>
                <a:cubicBezTo>
                  <a:pt x="59963" y="50803"/>
                  <a:pt x="59913" y="50853"/>
                  <a:pt x="59863" y="50902"/>
                </a:cubicBezTo>
                <a:cubicBezTo>
                  <a:pt x="59465" y="51251"/>
                  <a:pt x="59092" y="51599"/>
                  <a:pt x="58693" y="51923"/>
                </a:cubicBezTo>
                <a:cubicBezTo>
                  <a:pt x="58569" y="52022"/>
                  <a:pt x="58469" y="52122"/>
                  <a:pt x="58345" y="52246"/>
                </a:cubicBezTo>
                <a:cubicBezTo>
                  <a:pt x="58320" y="52271"/>
                  <a:pt x="58295" y="52271"/>
                  <a:pt x="58295" y="52296"/>
                </a:cubicBezTo>
                <a:lnTo>
                  <a:pt x="58245" y="52346"/>
                </a:lnTo>
                <a:cubicBezTo>
                  <a:pt x="57772" y="52769"/>
                  <a:pt x="57324" y="53167"/>
                  <a:pt x="56851" y="53615"/>
                </a:cubicBezTo>
                <a:cubicBezTo>
                  <a:pt x="56802" y="53665"/>
                  <a:pt x="56727" y="53740"/>
                  <a:pt x="56677" y="53765"/>
                </a:cubicBezTo>
                <a:cubicBezTo>
                  <a:pt x="56130" y="54263"/>
                  <a:pt x="55607" y="54760"/>
                  <a:pt x="55084" y="55283"/>
                </a:cubicBezTo>
                <a:lnTo>
                  <a:pt x="54935" y="55457"/>
                </a:lnTo>
                <a:lnTo>
                  <a:pt x="54835" y="55532"/>
                </a:lnTo>
                <a:lnTo>
                  <a:pt x="54810" y="55582"/>
                </a:lnTo>
                <a:lnTo>
                  <a:pt x="53516" y="56851"/>
                </a:lnTo>
                <a:cubicBezTo>
                  <a:pt x="53392" y="56976"/>
                  <a:pt x="53267" y="57100"/>
                  <a:pt x="53143" y="57250"/>
                </a:cubicBezTo>
                <a:cubicBezTo>
                  <a:pt x="52769" y="57648"/>
                  <a:pt x="52396" y="58071"/>
                  <a:pt x="52023" y="58444"/>
                </a:cubicBezTo>
                <a:cubicBezTo>
                  <a:pt x="51973" y="58494"/>
                  <a:pt x="51948" y="58569"/>
                  <a:pt x="51873" y="58619"/>
                </a:cubicBezTo>
                <a:cubicBezTo>
                  <a:pt x="51823" y="58693"/>
                  <a:pt x="51749" y="58743"/>
                  <a:pt x="51724" y="58818"/>
                </a:cubicBezTo>
                <a:cubicBezTo>
                  <a:pt x="51599" y="58942"/>
                  <a:pt x="51475" y="59067"/>
                  <a:pt x="51351" y="59216"/>
                </a:cubicBezTo>
                <a:cubicBezTo>
                  <a:pt x="50355" y="57722"/>
                  <a:pt x="48886" y="55905"/>
                  <a:pt x="46970" y="53889"/>
                </a:cubicBezTo>
                <a:cubicBezTo>
                  <a:pt x="47343" y="53416"/>
                  <a:pt x="47716" y="52968"/>
                  <a:pt x="48115" y="52520"/>
                </a:cubicBezTo>
                <a:lnTo>
                  <a:pt x="48140" y="52495"/>
                </a:lnTo>
                <a:cubicBezTo>
                  <a:pt x="48513" y="52097"/>
                  <a:pt x="48886" y="51649"/>
                  <a:pt x="49260" y="51251"/>
                </a:cubicBezTo>
                <a:lnTo>
                  <a:pt x="49285" y="51226"/>
                </a:lnTo>
                <a:cubicBezTo>
                  <a:pt x="49384" y="51126"/>
                  <a:pt x="49484" y="51002"/>
                  <a:pt x="49583" y="50902"/>
                </a:cubicBezTo>
                <a:cubicBezTo>
                  <a:pt x="49882" y="50604"/>
                  <a:pt x="50156" y="50280"/>
                  <a:pt x="50479" y="49981"/>
                </a:cubicBezTo>
                <a:cubicBezTo>
                  <a:pt x="50629" y="49807"/>
                  <a:pt x="50828" y="49633"/>
                  <a:pt x="51002" y="49484"/>
                </a:cubicBezTo>
                <a:cubicBezTo>
                  <a:pt x="51251" y="49235"/>
                  <a:pt x="51500" y="49011"/>
                  <a:pt x="51774" y="48762"/>
                </a:cubicBezTo>
                <a:lnTo>
                  <a:pt x="52819" y="47816"/>
                </a:lnTo>
                <a:cubicBezTo>
                  <a:pt x="52869" y="47766"/>
                  <a:pt x="52944" y="47741"/>
                  <a:pt x="52993" y="47667"/>
                </a:cubicBezTo>
                <a:cubicBezTo>
                  <a:pt x="53018" y="47642"/>
                  <a:pt x="53093" y="47617"/>
                  <a:pt x="53118" y="47567"/>
                </a:cubicBezTo>
                <a:cubicBezTo>
                  <a:pt x="53242" y="47492"/>
                  <a:pt x="53367" y="47393"/>
                  <a:pt x="53466" y="47293"/>
                </a:cubicBezTo>
                <a:lnTo>
                  <a:pt x="53516" y="47243"/>
                </a:lnTo>
                <a:cubicBezTo>
                  <a:pt x="53641" y="47144"/>
                  <a:pt x="53765" y="47019"/>
                  <a:pt x="53939" y="46920"/>
                </a:cubicBezTo>
                <a:lnTo>
                  <a:pt x="54313" y="46646"/>
                </a:lnTo>
                <a:cubicBezTo>
                  <a:pt x="54337" y="46621"/>
                  <a:pt x="54362" y="46571"/>
                  <a:pt x="54387" y="46571"/>
                </a:cubicBezTo>
                <a:cubicBezTo>
                  <a:pt x="54561" y="46447"/>
                  <a:pt x="54736" y="46322"/>
                  <a:pt x="54885" y="46173"/>
                </a:cubicBezTo>
                <a:lnTo>
                  <a:pt x="55258" y="45899"/>
                </a:lnTo>
                <a:cubicBezTo>
                  <a:pt x="55383" y="45775"/>
                  <a:pt x="55557" y="45650"/>
                  <a:pt x="55731" y="45526"/>
                </a:cubicBezTo>
                <a:close/>
                <a:moveTo>
                  <a:pt x="40647" y="59191"/>
                </a:moveTo>
                <a:cubicBezTo>
                  <a:pt x="40672" y="59191"/>
                  <a:pt x="40672" y="59216"/>
                  <a:pt x="40697" y="59216"/>
                </a:cubicBezTo>
                <a:cubicBezTo>
                  <a:pt x="40697" y="59241"/>
                  <a:pt x="40672" y="59241"/>
                  <a:pt x="40672" y="59266"/>
                </a:cubicBezTo>
                <a:cubicBezTo>
                  <a:pt x="40647" y="59266"/>
                  <a:pt x="40622" y="59241"/>
                  <a:pt x="40622" y="59241"/>
                </a:cubicBezTo>
                <a:cubicBezTo>
                  <a:pt x="40622" y="59216"/>
                  <a:pt x="40647" y="59216"/>
                  <a:pt x="40647" y="59191"/>
                </a:cubicBezTo>
                <a:close/>
                <a:moveTo>
                  <a:pt x="84082" y="49185"/>
                </a:moveTo>
                <a:cubicBezTo>
                  <a:pt x="84132" y="49235"/>
                  <a:pt x="84182" y="49235"/>
                  <a:pt x="84232" y="49260"/>
                </a:cubicBezTo>
                <a:cubicBezTo>
                  <a:pt x="84306" y="49284"/>
                  <a:pt x="84331" y="49284"/>
                  <a:pt x="84381" y="49309"/>
                </a:cubicBezTo>
                <a:cubicBezTo>
                  <a:pt x="84431" y="49309"/>
                  <a:pt x="84456" y="49334"/>
                  <a:pt x="84481" y="49334"/>
                </a:cubicBezTo>
                <a:cubicBezTo>
                  <a:pt x="84705" y="49434"/>
                  <a:pt x="84929" y="49533"/>
                  <a:pt x="85178" y="49633"/>
                </a:cubicBezTo>
                <a:cubicBezTo>
                  <a:pt x="85227" y="49658"/>
                  <a:pt x="85252" y="49658"/>
                  <a:pt x="85327" y="49683"/>
                </a:cubicBezTo>
                <a:cubicBezTo>
                  <a:pt x="85601" y="49782"/>
                  <a:pt x="85850" y="49882"/>
                  <a:pt x="86123" y="49956"/>
                </a:cubicBezTo>
                <a:cubicBezTo>
                  <a:pt x="86173" y="49956"/>
                  <a:pt x="86198" y="50006"/>
                  <a:pt x="86248" y="50006"/>
                </a:cubicBezTo>
                <a:lnTo>
                  <a:pt x="86298" y="50006"/>
                </a:lnTo>
                <a:cubicBezTo>
                  <a:pt x="86497" y="50056"/>
                  <a:pt x="86721" y="50156"/>
                  <a:pt x="86970" y="50205"/>
                </a:cubicBezTo>
                <a:cubicBezTo>
                  <a:pt x="87617" y="52844"/>
                  <a:pt x="87244" y="56005"/>
                  <a:pt x="86074" y="59340"/>
                </a:cubicBezTo>
                <a:cubicBezTo>
                  <a:pt x="83809" y="58245"/>
                  <a:pt x="81693" y="56901"/>
                  <a:pt x="79826" y="55383"/>
                </a:cubicBezTo>
                <a:cubicBezTo>
                  <a:pt x="81344" y="53342"/>
                  <a:pt x="82763" y="51276"/>
                  <a:pt x="84082" y="49185"/>
                </a:cubicBezTo>
                <a:close/>
                <a:moveTo>
                  <a:pt x="46771" y="54014"/>
                </a:moveTo>
                <a:cubicBezTo>
                  <a:pt x="48737" y="56030"/>
                  <a:pt x="50206" y="57847"/>
                  <a:pt x="51151" y="59315"/>
                </a:cubicBezTo>
                <a:lnTo>
                  <a:pt x="51102" y="59365"/>
                </a:lnTo>
                <a:cubicBezTo>
                  <a:pt x="50156" y="57872"/>
                  <a:pt x="48712" y="56080"/>
                  <a:pt x="46746" y="54088"/>
                </a:cubicBezTo>
                <a:cubicBezTo>
                  <a:pt x="46746" y="54039"/>
                  <a:pt x="46771" y="54039"/>
                  <a:pt x="46771" y="54014"/>
                </a:cubicBezTo>
                <a:close/>
                <a:moveTo>
                  <a:pt x="60983" y="50156"/>
                </a:moveTo>
                <a:cubicBezTo>
                  <a:pt x="60983" y="50156"/>
                  <a:pt x="61033" y="50156"/>
                  <a:pt x="61033" y="50180"/>
                </a:cubicBezTo>
                <a:lnTo>
                  <a:pt x="61058" y="50180"/>
                </a:lnTo>
                <a:cubicBezTo>
                  <a:pt x="60934" y="50305"/>
                  <a:pt x="60784" y="50479"/>
                  <a:pt x="60585" y="50604"/>
                </a:cubicBezTo>
                <a:cubicBezTo>
                  <a:pt x="60486" y="50653"/>
                  <a:pt x="60436" y="50728"/>
                  <a:pt x="60386" y="50753"/>
                </a:cubicBezTo>
                <a:cubicBezTo>
                  <a:pt x="60262" y="50877"/>
                  <a:pt x="60137" y="50977"/>
                  <a:pt x="59988" y="51101"/>
                </a:cubicBezTo>
                <a:cubicBezTo>
                  <a:pt x="59589" y="51425"/>
                  <a:pt x="59216" y="51749"/>
                  <a:pt x="58843" y="52097"/>
                </a:cubicBezTo>
                <a:lnTo>
                  <a:pt x="58768" y="52147"/>
                </a:lnTo>
                <a:lnTo>
                  <a:pt x="58743" y="52147"/>
                </a:lnTo>
                <a:cubicBezTo>
                  <a:pt x="58693" y="52197"/>
                  <a:pt x="58619" y="52246"/>
                  <a:pt x="58594" y="52296"/>
                </a:cubicBezTo>
                <a:cubicBezTo>
                  <a:pt x="58519" y="52371"/>
                  <a:pt x="58445" y="52421"/>
                  <a:pt x="58370" y="52495"/>
                </a:cubicBezTo>
                <a:cubicBezTo>
                  <a:pt x="57847" y="52943"/>
                  <a:pt x="57349" y="53416"/>
                  <a:pt x="56851" y="53889"/>
                </a:cubicBezTo>
                <a:lnTo>
                  <a:pt x="56777" y="53939"/>
                </a:lnTo>
                <a:cubicBezTo>
                  <a:pt x="56254" y="54437"/>
                  <a:pt x="55756" y="54935"/>
                  <a:pt x="55234" y="55432"/>
                </a:cubicBezTo>
                <a:lnTo>
                  <a:pt x="54835" y="55856"/>
                </a:lnTo>
                <a:lnTo>
                  <a:pt x="54786" y="55881"/>
                </a:lnTo>
                <a:lnTo>
                  <a:pt x="54761" y="55905"/>
                </a:lnTo>
                <a:lnTo>
                  <a:pt x="53740" y="56951"/>
                </a:lnTo>
                <a:cubicBezTo>
                  <a:pt x="53541" y="57125"/>
                  <a:pt x="53392" y="57274"/>
                  <a:pt x="53242" y="57474"/>
                </a:cubicBezTo>
                <a:lnTo>
                  <a:pt x="53217" y="57498"/>
                </a:lnTo>
                <a:cubicBezTo>
                  <a:pt x="52894" y="57797"/>
                  <a:pt x="52595" y="58146"/>
                  <a:pt x="52272" y="58494"/>
                </a:cubicBezTo>
                <a:cubicBezTo>
                  <a:pt x="52147" y="58643"/>
                  <a:pt x="52023" y="58768"/>
                  <a:pt x="51873" y="58917"/>
                </a:cubicBezTo>
                <a:cubicBezTo>
                  <a:pt x="51848" y="58967"/>
                  <a:pt x="51799" y="58992"/>
                  <a:pt x="51799" y="59017"/>
                </a:cubicBezTo>
                <a:lnTo>
                  <a:pt x="51774" y="59042"/>
                </a:lnTo>
                <a:lnTo>
                  <a:pt x="51749" y="59091"/>
                </a:lnTo>
                <a:cubicBezTo>
                  <a:pt x="51649" y="59216"/>
                  <a:pt x="51525" y="59291"/>
                  <a:pt x="51425" y="59415"/>
                </a:cubicBezTo>
                <a:cubicBezTo>
                  <a:pt x="51425" y="59415"/>
                  <a:pt x="51425" y="59390"/>
                  <a:pt x="51400" y="59390"/>
                </a:cubicBezTo>
                <a:lnTo>
                  <a:pt x="51400" y="59365"/>
                </a:lnTo>
                <a:cubicBezTo>
                  <a:pt x="52097" y="58619"/>
                  <a:pt x="52769" y="57872"/>
                  <a:pt x="53466" y="57150"/>
                </a:cubicBezTo>
                <a:lnTo>
                  <a:pt x="53491" y="57125"/>
                </a:lnTo>
                <a:lnTo>
                  <a:pt x="53516" y="57100"/>
                </a:lnTo>
                <a:cubicBezTo>
                  <a:pt x="54238" y="56353"/>
                  <a:pt x="54985" y="55607"/>
                  <a:pt x="55731" y="54885"/>
                </a:cubicBezTo>
                <a:lnTo>
                  <a:pt x="56005" y="54611"/>
                </a:lnTo>
                <a:cubicBezTo>
                  <a:pt x="56752" y="53889"/>
                  <a:pt x="57524" y="53167"/>
                  <a:pt x="58320" y="52446"/>
                </a:cubicBezTo>
                <a:lnTo>
                  <a:pt x="58494" y="52271"/>
                </a:lnTo>
                <a:cubicBezTo>
                  <a:pt x="58967" y="51873"/>
                  <a:pt x="59440" y="51475"/>
                  <a:pt x="59938" y="51052"/>
                </a:cubicBezTo>
                <a:cubicBezTo>
                  <a:pt x="60062" y="50927"/>
                  <a:pt x="60212" y="50853"/>
                  <a:pt x="60336" y="50728"/>
                </a:cubicBezTo>
                <a:lnTo>
                  <a:pt x="60983" y="50156"/>
                </a:lnTo>
                <a:close/>
                <a:moveTo>
                  <a:pt x="87169" y="50280"/>
                </a:moveTo>
                <a:cubicBezTo>
                  <a:pt x="87194" y="50280"/>
                  <a:pt x="87194" y="50280"/>
                  <a:pt x="87219" y="50305"/>
                </a:cubicBezTo>
                <a:cubicBezTo>
                  <a:pt x="87841" y="52919"/>
                  <a:pt x="87468" y="56105"/>
                  <a:pt x="86298" y="59465"/>
                </a:cubicBezTo>
                <a:cubicBezTo>
                  <a:pt x="86248" y="59465"/>
                  <a:pt x="86248" y="59440"/>
                  <a:pt x="86223" y="59440"/>
                </a:cubicBezTo>
                <a:cubicBezTo>
                  <a:pt x="87418" y="56080"/>
                  <a:pt x="87791" y="52919"/>
                  <a:pt x="87169" y="50280"/>
                </a:cubicBezTo>
                <a:close/>
                <a:moveTo>
                  <a:pt x="79702" y="55532"/>
                </a:moveTo>
                <a:cubicBezTo>
                  <a:pt x="81593" y="57075"/>
                  <a:pt x="83709" y="58395"/>
                  <a:pt x="85999" y="59515"/>
                </a:cubicBezTo>
                <a:cubicBezTo>
                  <a:pt x="85999" y="59564"/>
                  <a:pt x="85999" y="59564"/>
                  <a:pt x="85974" y="59589"/>
                </a:cubicBezTo>
                <a:cubicBezTo>
                  <a:pt x="83684" y="58469"/>
                  <a:pt x="81519" y="57125"/>
                  <a:pt x="79627" y="55607"/>
                </a:cubicBezTo>
                <a:lnTo>
                  <a:pt x="79702" y="55532"/>
                </a:lnTo>
                <a:close/>
                <a:moveTo>
                  <a:pt x="51326" y="59490"/>
                </a:moveTo>
                <a:lnTo>
                  <a:pt x="51326" y="59515"/>
                </a:lnTo>
                <a:cubicBezTo>
                  <a:pt x="51326" y="59515"/>
                  <a:pt x="51326" y="59564"/>
                  <a:pt x="51351" y="59564"/>
                </a:cubicBezTo>
                <a:lnTo>
                  <a:pt x="51276" y="59614"/>
                </a:lnTo>
                <a:cubicBezTo>
                  <a:pt x="51276" y="59589"/>
                  <a:pt x="51276" y="59589"/>
                  <a:pt x="51251" y="59564"/>
                </a:cubicBezTo>
                <a:lnTo>
                  <a:pt x="51326" y="59490"/>
                </a:lnTo>
                <a:close/>
                <a:moveTo>
                  <a:pt x="4232" y="59614"/>
                </a:moveTo>
                <a:lnTo>
                  <a:pt x="4232" y="59614"/>
                </a:lnTo>
                <a:cubicBezTo>
                  <a:pt x="4223" y="59637"/>
                  <a:pt x="4214" y="59660"/>
                  <a:pt x="4205" y="59684"/>
                </a:cubicBezTo>
                <a:lnTo>
                  <a:pt x="4205" y="59684"/>
                </a:lnTo>
                <a:cubicBezTo>
                  <a:pt x="4212" y="59656"/>
                  <a:pt x="4218" y="59628"/>
                  <a:pt x="4232" y="59614"/>
                </a:cubicBezTo>
                <a:close/>
                <a:moveTo>
                  <a:pt x="86173" y="59589"/>
                </a:moveTo>
                <a:cubicBezTo>
                  <a:pt x="86198" y="59614"/>
                  <a:pt x="86198" y="59614"/>
                  <a:pt x="86223" y="59614"/>
                </a:cubicBezTo>
                <a:cubicBezTo>
                  <a:pt x="86223" y="59639"/>
                  <a:pt x="86198" y="59639"/>
                  <a:pt x="86198" y="59689"/>
                </a:cubicBezTo>
                <a:cubicBezTo>
                  <a:pt x="86173" y="59689"/>
                  <a:pt x="86173" y="59639"/>
                  <a:pt x="86123" y="59639"/>
                </a:cubicBezTo>
                <a:cubicBezTo>
                  <a:pt x="86123" y="59614"/>
                  <a:pt x="86173" y="59614"/>
                  <a:pt x="86173" y="59589"/>
                </a:cubicBezTo>
                <a:close/>
                <a:moveTo>
                  <a:pt x="61282" y="50280"/>
                </a:moveTo>
                <a:cubicBezTo>
                  <a:pt x="61332" y="50355"/>
                  <a:pt x="61431" y="50380"/>
                  <a:pt x="61481" y="50405"/>
                </a:cubicBezTo>
                <a:cubicBezTo>
                  <a:pt x="57748" y="53118"/>
                  <a:pt x="54387" y="56353"/>
                  <a:pt x="51649" y="59739"/>
                </a:cubicBezTo>
                <a:cubicBezTo>
                  <a:pt x="51624" y="59689"/>
                  <a:pt x="51599" y="59614"/>
                  <a:pt x="51525" y="59564"/>
                </a:cubicBezTo>
                <a:cubicBezTo>
                  <a:pt x="51624" y="59465"/>
                  <a:pt x="51699" y="59365"/>
                  <a:pt x="51774" y="59266"/>
                </a:cubicBezTo>
                <a:cubicBezTo>
                  <a:pt x="52023" y="59017"/>
                  <a:pt x="52247" y="58743"/>
                  <a:pt x="52496" y="58494"/>
                </a:cubicBezTo>
                <a:cubicBezTo>
                  <a:pt x="52620" y="58370"/>
                  <a:pt x="52720" y="58245"/>
                  <a:pt x="52844" y="58146"/>
                </a:cubicBezTo>
                <a:cubicBezTo>
                  <a:pt x="52968" y="58021"/>
                  <a:pt x="53093" y="57872"/>
                  <a:pt x="53217" y="57747"/>
                </a:cubicBezTo>
                <a:cubicBezTo>
                  <a:pt x="53242" y="57722"/>
                  <a:pt x="53267" y="57698"/>
                  <a:pt x="53317" y="57623"/>
                </a:cubicBezTo>
                <a:cubicBezTo>
                  <a:pt x="53491" y="57399"/>
                  <a:pt x="53715" y="57200"/>
                  <a:pt x="53939" y="57001"/>
                </a:cubicBezTo>
                <a:lnTo>
                  <a:pt x="54761" y="56154"/>
                </a:lnTo>
                <a:lnTo>
                  <a:pt x="54885" y="56030"/>
                </a:lnTo>
                <a:cubicBezTo>
                  <a:pt x="55059" y="55881"/>
                  <a:pt x="55209" y="55706"/>
                  <a:pt x="55383" y="55532"/>
                </a:cubicBezTo>
                <a:cubicBezTo>
                  <a:pt x="55881" y="55034"/>
                  <a:pt x="56379" y="54586"/>
                  <a:pt x="56876" y="54113"/>
                </a:cubicBezTo>
                <a:cubicBezTo>
                  <a:pt x="56976" y="54039"/>
                  <a:pt x="57051" y="53964"/>
                  <a:pt x="57125" y="53889"/>
                </a:cubicBezTo>
                <a:lnTo>
                  <a:pt x="57175" y="53864"/>
                </a:lnTo>
                <a:lnTo>
                  <a:pt x="58469" y="52645"/>
                </a:lnTo>
                <a:cubicBezTo>
                  <a:pt x="58619" y="52520"/>
                  <a:pt x="58793" y="52371"/>
                  <a:pt x="58942" y="52246"/>
                </a:cubicBezTo>
                <a:cubicBezTo>
                  <a:pt x="59341" y="51898"/>
                  <a:pt x="59714" y="51550"/>
                  <a:pt x="60112" y="51226"/>
                </a:cubicBezTo>
                <a:cubicBezTo>
                  <a:pt x="60311" y="51052"/>
                  <a:pt x="60461" y="50927"/>
                  <a:pt x="60660" y="50778"/>
                </a:cubicBezTo>
                <a:cubicBezTo>
                  <a:pt x="60859" y="50629"/>
                  <a:pt x="61083" y="50479"/>
                  <a:pt x="61282" y="50280"/>
                </a:cubicBezTo>
                <a:close/>
                <a:moveTo>
                  <a:pt x="4185" y="59735"/>
                </a:moveTo>
                <a:cubicBezTo>
                  <a:pt x="4162" y="59797"/>
                  <a:pt x="4138" y="59858"/>
                  <a:pt x="4114" y="59920"/>
                </a:cubicBezTo>
                <a:lnTo>
                  <a:pt x="4114" y="59920"/>
                </a:lnTo>
                <a:cubicBezTo>
                  <a:pt x="4136" y="59859"/>
                  <a:pt x="4159" y="59799"/>
                  <a:pt x="4182" y="59739"/>
                </a:cubicBezTo>
                <a:cubicBezTo>
                  <a:pt x="4183" y="59737"/>
                  <a:pt x="4184" y="59736"/>
                  <a:pt x="4185" y="59735"/>
                </a:cubicBezTo>
                <a:close/>
                <a:moveTo>
                  <a:pt x="51450" y="59714"/>
                </a:moveTo>
                <a:cubicBezTo>
                  <a:pt x="51475" y="59764"/>
                  <a:pt x="51525" y="59838"/>
                  <a:pt x="51575" y="59888"/>
                </a:cubicBezTo>
                <a:lnTo>
                  <a:pt x="51500" y="59963"/>
                </a:lnTo>
                <a:cubicBezTo>
                  <a:pt x="51475" y="59888"/>
                  <a:pt x="51450" y="59838"/>
                  <a:pt x="51375" y="59764"/>
                </a:cubicBezTo>
                <a:cubicBezTo>
                  <a:pt x="51400" y="59739"/>
                  <a:pt x="51400" y="59714"/>
                  <a:pt x="51450" y="59714"/>
                </a:cubicBezTo>
                <a:close/>
                <a:moveTo>
                  <a:pt x="61680" y="50529"/>
                </a:moveTo>
                <a:cubicBezTo>
                  <a:pt x="61705" y="50529"/>
                  <a:pt x="61705" y="50554"/>
                  <a:pt x="61730" y="50554"/>
                </a:cubicBezTo>
                <a:cubicBezTo>
                  <a:pt x="57947" y="53292"/>
                  <a:pt x="54561" y="56528"/>
                  <a:pt x="51823" y="59988"/>
                </a:cubicBezTo>
                <a:cubicBezTo>
                  <a:pt x="51823" y="59963"/>
                  <a:pt x="51774" y="59963"/>
                  <a:pt x="51774" y="59938"/>
                </a:cubicBezTo>
                <a:cubicBezTo>
                  <a:pt x="54561" y="56503"/>
                  <a:pt x="57922" y="53267"/>
                  <a:pt x="61680" y="50529"/>
                </a:cubicBezTo>
                <a:close/>
                <a:moveTo>
                  <a:pt x="45899" y="53466"/>
                </a:moveTo>
                <a:lnTo>
                  <a:pt x="46347" y="53889"/>
                </a:lnTo>
                <a:cubicBezTo>
                  <a:pt x="44754" y="55881"/>
                  <a:pt x="43410" y="57971"/>
                  <a:pt x="42315" y="60012"/>
                </a:cubicBezTo>
                <a:cubicBezTo>
                  <a:pt x="41892" y="59739"/>
                  <a:pt x="41419" y="59490"/>
                  <a:pt x="40946" y="59191"/>
                </a:cubicBezTo>
                <a:cubicBezTo>
                  <a:pt x="42514" y="57250"/>
                  <a:pt x="44157" y="55333"/>
                  <a:pt x="45899" y="53466"/>
                </a:cubicBezTo>
                <a:close/>
                <a:moveTo>
                  <a:pt x="114698" y="52595"/>
                </a:moveTo>
                <a:cubicBezTo>
                  <a:pt x="114723" y="52894"/>
                  <a:pt x="114748" y="53217"/>
                  <a:pt x="114748" y="53541"/>
                </a:cubicBezTo>
                <a:cubicBezTo>
                  <a:pt x="114350" y="55084"/>
                  <a:pt x="113877" y="56602"/>
                  <a:pt x="113305" y="58195"/>
                </a:cubicBezTo>
                <a:cubicBezTo>
                  <a:pt x="112757" y="58892"/>
                  <a:pt x="112110" y="59564"/>
                  <a:pt x="111363" y="60112"/>
                </a:cubicBezTo>
                <a:cubicBezTo>
                  <a:pt x="112632" y="57598"/>
                  <a:pt x="113753" y="55084"/>
                  <a:pt x="114698" y="52595"/>
                </a:cubicBezTo>
                <a:close/>
                <a:moveTo>
                  <a:pt x="46397" y="53939"/>
                </a:moveTo>
                <a:lnTo>
                  <a:pt x="46422" y="53989"/>
                </a:lnTo>
                <a:cubicBezTo>
                  <a:pt x="46497" y="54088"/>
                  <a:pt x="46497" y="54113"/>
                  <a:pt x="46472" y="54113"/>
                </a:cubicBezTo>
                <a:cubicBezTo>
                  <a:pt x="46123" y="54536"/>
                  <a:pt x="45800" y="54984"/>
                  <a:pt x="45476" y="55408"/>
                </a:cubicBezTo>
                <a:cubicBezTo>
                  <a:pt x="45377" y="55557"/>
                  <a:pt x="45252" y="55706"/>
                  <a:pt x="45153" y="55856"/>
                </a:cubicBezTo>
                <a:cubicBezTo>
                  <a:pt x="44929" y="56154"/>
                  <a:pt x="44680" y="56503"/>
                  <a:pt x="44481" y="56851"/>
                </a:cubicBezTo>
                <a:cubicBezTo>
                  <a:pt x="44381" y="57001"/>
                  <a:pt x="44281" y="57125"/>
                  <a:pt x="44182" y="57274"/>
                </a:cubicBezTo>
                <a:cubicBezTo>
                  <a:pt x="44132" y="57349"/>
                  <a:pt x="44107" y="57424"/>
                  <a:pt x="44033" y="57498"/>
                </a:cubicBezTo>
                <a:cubicBezTo>
                  <a:pt x="43809" y="57872"/>
                  <a:pt x="43560" y="58245"/>
                  <a:pt x="43385" y="58594"/>
                </a:cubicBezTo>
                <a:cubicBezTo>
                  <a:pt x="43062" y="59116"/>
                  <a:pt x="42788" y="59639"/>
                  <a:pt x="42514" y="60137"/>
                </a:cubicBezTo>
                <a:cubicBezTo>
                  <a:pt x="42514" y="60137"/>
                  <a:pt x="42489" y="60137"/>
                  <a:pt x="42489" y="60112"/>
                </a:cubicBezTo>
                <a:lnTo>
                  <a:pt x="42440" y="60112"/>
                </a:lnTo>
                <a:cubicBezTo>
                  <a:pt x="42564" y="59863"/>
                  <a:pt x="42688" y="59639"/>
                  <a:pt x="42813" y="59390"/>
                </a:cubicBezTo>
                <a:cubicBezTo>
                  <a:pt x="42813" y="59365"/>
                  <a:pt x="42863" y="59340"/>
                  <a:pt x="42888" y="59291"/>
                </a:cubicBezTo>
                <a:lnTo>
                  <a:pt x="43360" y="58469"/>
                </a:lnTo>
                <a:cubicBezTo>
                  <a:pt x="43360" y="58469"/>
                  <a:pt x="43360" y="58419"/>
                  <a:pt x="43385" y="58419"/>
                </a:cubicBezTo>
                <a:cubicBezTo>
                  <a:pt x="43560" y="58121"/>
                  <a:pt x="43759" y="57847"/>
                  <a:pt x="43933" y="57523"/>
                </a:cubicBezTo>
                <a:cubicBezTo>
                  <a:pt x="44132" y="57225"/>
                  <a:pt x="44306" y="56926"/>
                  <a:pt x="44505" y="56627"/>
                </a:cubicBezTo>
                <a:cubicBezTo>
                  <a:pt x="44530" y="56602"/>
                  <a:pt x="44555" y="56553"/>
                  <a:pt x="44555" y="56503"/>
                </a:cubicBezTo>
                <a:cubicBezTo>
                  <a:pt x="44754" y="56229"/>
                  <a:pt x="44929" y="55980"/>
                  <a:pt x="45128" y="55681"/>
                </a:cubicBezTo>
                <a:cubicBezTo>
                  <a:pt x="45352" y="55408"/>
                  <a:pt x="45526" y="55109"/>
                  <a:pt x="45750" y="54810"/>
                </a:cubicBezTo>
                <a:cubicBezTo>
                  <a:pt x="45800" y="54760"/>
                  <a:pt x="45850" y="54686"/>
                  <a:pt x="45899" y="54611"/>
                </a:cubicBezTo>
                <a:cubicBezTo>
                  <a:pt x="46049" y="54387"/>
                  <a:pt x="46248" y="54163"/>
                  <a:pt x="46397" y="53939"/>
                </a:cubicBezTo>
                <a:close/>
                <a:moveTo>
                  <a:pt x="51649" y="60062"/>
                </a:moveTo>
                <a:cubicBezTo>
                  <a:pt x="51649" y="60087"/>
                  <a:pt x="51699" y="60112"/>
                  <a:pt x="51699" y="60112"/>
                </a:cubicBezTo>
                <a:lnTo>
                  <a:pt x="51624" y="60187"/>
                </a:lnTo>
                <a:cubicBezTo>
                  <a:pt x="51624" y="60137"/>
                  <a:pt x="51599" y="60137"/>
                  <a:pt x="51599" y="60112"/>
                </a:cubicBezTo>
                <a:lnTo>
                  <a:pt x="51649" y="60062"/>
                </a:lnTo>
                <a:close/>
                <a:moveTo>
                  <a:pt x="40822" y="59315"/>
                </a:moveTo>
                <a:cubicBezTo>
                  <a:pt x="41295" y="59589"/>
                  <a:pt x="41767" y="59888"/>
                  <a:pt x="42240" y="60137"/>
                </a:cubicBezTo>
                <a:cubicBezTo>
                  <a:pt x="42240" y="60187"/>
                  <a:pt x="42191" y="60187"/>
                  <a:pt x="42191" y="60212"/>
                </a:cubicBezTo>
                <a:cubicBezTo>
                  <a:pt x="41743" y="59963"/>
                  <a:pt x="41270" y="59689"/>
                  <a:pt x="40797" y="59365"/>
                </a:cubicBezTo>
                <a:cubicBezTo>
                  <a:pt x="40797" y="59340"/>
                  <a:pt x="40822" y="59340"/>
                  <a:pt x="40822" y="59315"/>
                </a:cubicBezTo>
                <a:close/>
                <a:moveTo>
                  <a:pt x="42440" y="60261"/>
                </a:moveTo>
                <a:cubicBezTo>
                  <a:pt x="42440" y="60261"/>
                  <a:pt x="42489" y="60261"/>
                  <a:pt x="42489" y="60311"/>
                </a:cubicBezTo>
                <a:cubicBezTo>
                  <a:pt x="42489" y="60336"/>
                  <a:pt x="42440" y="60336"/>
                  <a:pt x="42440" y="60361"/>
                </a:cubicBezTo>
                <a:cubicBezTo>
                  <a:pt x="42415" y="60361"/>
                  <a:pt x="42415" y="60361"/>
                  <a:pt x="42390" y="60336"/>
                </a:cubicBezTo>
                <a:cubicBezTo>
                  <a:pt x="42390" y="60311"/>
                  <a:pt x="42415" y="60311"/>
                  <a:pt x="42415" y="60261"/>
                </a:cubicBezTo>
                <a:close/>
                <a:moveTo>
                  <a:pt x="114599" y="52097"/>
                </a:moveTo>
                <a:cubicBezTo>
                  <a:pt x="114599" y="52122"/>
                  <a:pt x="114624" y="52172"/>
                  <a:pt x="114624" y="52222"/>
                </a:cubicBezTo>
                <a:cubicBezTo>
                  <a:pt x="113628" y="54885"/>
                  <a:pt x="112433" y="57598"/>
                  <a:pt x="111064" y="60336"/>
                </a:cubicBezTo>
                <a:cubicBezTo>
                  <a:pt x="111015" y="60361"/>
                  <a:pt x="110990" y="60386"/>
                  <a:pt x="110965" y="60386"/>
                </a:cubicBezTo>
                <a:cubicBezTo>
                  <a:pt x="112359" y="57598"/>
                  <a:pt x="113603" y="54835"/>
                  <a:pt x="114599" y="52097"/>
                </a:cubicBezTo>
                <a:close/>
                <a:moveTo>
                  <a:pt x="87443" y="50355"/>
                </a:moveTo>
                <a:lnTo>
                  <a:pt x="87443" y="50355"/>
                </a:lnTo>
                <a:cubicBezTo>
                  <a:pt x="87692" y="50405"/>
                  <a:pt x="87916" y="50479"/>
                  <a:pt x="88164" y="50529"/>
                </a:cubicBezTo>
                <a:cubicBezTo>
                  <a:pt x="88214" y="50529"/>
                  <a:pt x="88289" y="50554"/>
                  <a:pt x="88339" y="50554"/>
                </a:cubicBezTo>
                <a:cubicBezTo>
                  <a:pt x="88438" y="50579"/>
                  <a:pt x="88563" y="50579"/>
                  <a:pt x="88662" y="50629"/>
                </a:cubicBezTo>
                <a:cubicBezTo>
                  <a:pt x="88812" y="50653"/>
                  <a:pt x="88986" y="50678"/>
                  <a:pt x="89160" y="50728"/>
                </a:cubicBezTo>
                <a:cubicBezTo>
                  <a:pt x="89210" y="50728"/>
                  <a:pt x="89285" y="50753"/>
                  <a:pt x="89359" y="50753"/>
                </a:cubicBezTo>
                <a:lnTo>
                  <a:pt x="89409" y="50753"/>
                </a:lnTo>
                <a:cubicBezTo>
                  <a:pt x="89434" y="50753"/>
                  <a:pt x="89484" y="50753"/>
                  <a:pt x="89534" y="50778"/>
                </a:cubicBezTo>
                <a:lnTo>
                  <a:pt x="90181" y="50877"/>
                </a:lnTo>
                <a:cubicBezTo>
                  <a:pt x="90305" y="50902"/>
                  <a:pt x="90430" y="50902"/>
                  <a:pt x="90554" y="50902"/>
                </a:cubicBezTo>
                <a:cubicBezTo>
                  <a:pt x="90778" y="50927"/>
                  <a:pt x="91027" y="50952"/>
                  <a:pt x="91226" y="50952"/>
                </a:cubicBezTo>
                <a:lnTo>
                  <a:pt x="91351" y="50952"/>
                </a:lnTo>
                <a:cubicBezTo>
                  <a:pt x="91450" y="50952"/>
                  <a:pt x="91575" y="50952"/>
                  <a:pt x="91674" y="51002"/>
                </a:cubicBezTo>
                <a:lnTo>
                  <a:pt x="91799" y="51002"/>
                </a:lnTo>
                <a:cubicBezTo>
                  <a:pt x="91898" y="51002"/>
                  <a:pt x="91948" y="51002"/>
                  <a:pt x="92048" y="51027"/>
                </a:cubicBezTo>
                <a:cubicBezTo>
                  <a:pt x="92147" y="51027"/>
                  <a:pt x="92222" y="51027"/>
                  <a:pt x="92321" y="51052"/>
                </a:cubicBezTo>
                <a:lnTo>
                  <a:pt x="93417" y="51052"/>
                </a:lnTo>
                <a:cubicBezTo>
                  <a:pt x="93989" y="51052"/>
                  <a:pt x="94586" y="51027"/>
                  <a:pt x="95184" y="51002"/>
                </a:cubicBezTo>
                <a:lnTo>
                  <a:pt x="95184" y="51002"/>
                </a:lnTo>
                <a:cubicBezTo>
                  <a:pt x="93392" y="54238"/>
                  <a:pt x="91276" y="57449"/>
                  <a:pt x="88936" y="60585"/>
                </a:cubicBezTo>
                <a:cubicBezTo>
                  <a:pt x="88090" y="60261"/>
                  <a:pt x="87244" y="59888"/>
                  <a:pt x="86447" y="59515"/>
                </a:cubicBezTo>
                <a:cubicBezTo>
                  <a:pt x="87617" y="56154"/>
                  <a:pt x="88040" y="53018"/>
                  <a:pt x="87443" y="50355"/>
                </a:cubicBezTo>
                <a:close/>
                <a:moveTo>
                  <a:pt x="113105" y="58718"/>
                </a:moveTo>
                <a:lnTo>
                  <a:pt x="113105" y="58718"/>
                </a:lnTo>
                <a:cubicBezTo>
                  <a:pt x="113081" y="58768"/>
                  <a:pt x="113081" y="58843"/>
                  <a:pt x="113056" y="58892"/>
                </a:cubicBezTo>
                <a:cubicBezTo>
                  <a:pt x="112508" y="59515"/>
                  <a:pt x="111861" y="60087"/>
                  <a:pt x="111114" y="60585"/>
                </a:cubicBezTo>
                <a:cubicBezTo>
                  <a:pt x="111139" y="60560"/>
                  <a:pt x="111139" y="60510"/>
                  <a:pt x="111189" y="60460"/>
                </a:cubicBezTo>
                <a:cubicBezTo>
                  <a:pt x="111936" y="59938"/>
                  <a:pt x="112583" y="59365"/>
                  <a:pt x="113105" y="58718"/>
                </a:cubicBezTo>
                <a:close/>
                <a:moveTo>
                  <a:pt x="95532" y="51027"/>
                </a:moveTo>
                <a:cubicBezTo>
                  <a:pt x="93665" y="54263"/>
                  <a:pt x="91525" y="57498"/>
                  <a:pt x="89185" y="60684"/>
                </a:cubicBezTo>
                <a:cubicBezTo>
                  <a:pt x="89160" y="60684"/>
                  <a:pt x="89160" y="60635"/>
                  <a:pt x="89110" y="60635"/>
                </a:cubicBezTo>
                <a:cubicBezTo>
                  <a:pt x="91475" y="57474"/>
                  <a:pt x="93591" y="54238"/>
                  <a:pt x="95458" y="51027"/>
                </a:cubicBezTo>
                <a:close/>
                <a:moveTo>
                  <a:pt x="86372" y="59714"/>
                </a:moveTo>
                <a:cubicBezTo>
                  <a:pt x="87194" y="60087"/>
                  <a:pt x="87990" y="60436"/>
                  <a:pt x="88812" y="60734"/>
                </a:cubicBezTo>
                <a:cubicBezTo>
                  <a:pt x="88812" y="60759"/>
                  <a:pt x="88787" y="60759"/>
                  <a:pt x="88787" y="60809"/>
                </a:cubicBezTo>
                <a:cubicBezTo>
                  <a:pt x="87965" y="60485"/>
                  <a:pt x="87169" y="60137"/>
                  <a:pt x="86347" y="59764"/>
                </a:cubicBezTo>
                <a:cubicBezTo>
                  <a:pt x="86372" y="59739"/>
                  <a:pt x="86372" y="59714"/>
                  <a:pt x="86372" y="59714"/>
                </a:cubicBezTo>
                <a:close/>
                <a:moveTo>
                  <a:pt x="110865" y="60685"/>
                </a:moveTo>
                <a:lnTo>
                  <a:pt x="110865" y="60685"/>
                </a:lnTo>
                <a:cubicBezTo>
                  <a:pt x="110840" y="60709"/>
                  <a:pt x="110840" y="60734"/>
                  <a:pt x="110815" y="60809"/>
                </a:cubicBezTo>
                <a:cubicBezTo>
                  <a:pt x="110766" y="60834"/>
                  <a:pt x="110741" y="60834"/>
                  <a:pt x="110716" y="60859"/>
                </a:cubicBezTo>
                <a:cubicBezTo>
                  <a:pt x="110741" y="60834"/>
                  <a:pt x="110741" y="60809"/>
                  <a:pt x="110766" y="60734"/>
                </a:cubicBezTo>
                <a:cubicBezTo>
                  <a:pt x="110815" y="60709"/>
                  <a:pt x="110840" y="60709"/>
                  <a:pt x="110865" y="60685"/>
                </a:cubicBezTo>
                <a:close/>
                <a:moveTo>
                  <a:pt x="88986" y="60809"/>
                </a:moveTo>
                <a:cubicBezTo>
                  <a:pt x="89036" y="60809"/>
                  <a:pt x="89061" y="60834"/>
                  <a:pt x="89061" y="60834"/>
                </a:cubicBezTo>
                <a:cubicBezTo>
                  <a:pt x="89061" y="60859"/>
                  <a:pt x="89011" y="60859"/>
                  <a:pt x="89011" y="60884"/>
                </a:cubicBezTo>
                <a:cubicBezTo>
                  <a:pt x="88986" y="60884"/>
                  <a:pt x="88986" y="60884"/>
                  <a:pt x="88961" y="60859"/>
                </a:cubicBezTo>
                <a:cubicBezTo>
                  <a:pt x="88961" y="60834"/>
                  <a:pt x="88986" y="60834"/>
                  <a:pt x="88986" y="60809"/>
                </a:cubicBezTo>
                <a:close/>
                <a:moveTo>
                  <a:pt x="33578" y="54536"/>
                </a:moveTo>
                <a:cubicBezTo>
                  <a:pt x="35843" y="56279"/>
                  <a:pt x="38133" y="57897"/>
                  <a:pt x="40299" y="59315"/>
                </a:cubicBezTo>
                <a:cubicBezTo>
                  <a:pt x="39801" y="59963"/>
                  <a:pt x="39303" y="60585"/>
                  <a:pt x="38805" y="61232"/>
                </a:cubicBezTo>
                <a:cubicBezTo>
                  <a:pt x="36914" y="59689"/>
                  <a:pt x="34723" y="58345"/>
                  <a:pt x="32433" y="57225"/>
                </a:cubicBezTo>
                <a:cubicBezTo>
                  <a:pt x="32782" y="56329"/>
                  <a:pt x="33180" y="55408"/>
                  <a:pt x="33578" y="54536"/>
                </a:cubicBezTo>
                <a:close/>
                <a:moveTo>
                  <a:pt x="40498" y="59365"/>
                </a:moveTo>
                <a:cubicBezTo>
                  <a:pt x="40523" y="59365"/>
                  <a:pt x="40523" y="59390"/>
                  <a:pt x="40548" y="59390"/>
                </a:cubicBezTo>
                <a:cubicBezTo>
                  <a:pt x="40050" y="60062"/>
                  <a:pt x="39527" y="60709"/>
                  <a:pt x="39054" y="61357"/>
                </a:cubicBezTo>
                <a:cubicBezTo>
                  <a:pt x="39029" y="61357"/>
                  <a:pt x="39029" y="61332"/>
                  <a:pt x="39005" y="61332"/>
                </a:cubicBezTo>
                <a:cubicBezTo>
                  <a:pt x="39453" y="60684"/>
                  <a:pt x="39950" y="60012"/>
                  <a:pt x="40498" y="59365"/>
                </a:cubicBezTo>
                <a:close/>
                <a:moveTo>
                  <a:pt x="3612" y="61301"/>
                </a:moveTo>
                <a:cubicBezTo>
                  <a:pt x="3605" y="61323"/>
                  <a:pt x="3598" y="61344"/>
                  <a:pt x="3592" y="61365"/>
                </a:cubicBezTo>
                <a:lnTo>
                  <a:pt x="3592" y="61365"/>
                </a:lnTo>
                <a:cubicBezTo>
                  <a:pt x="3596" y="61344"/>
                  <a:pt x="3601" y="61323"/>
                  <a:pt x="3609" y="61307"/>
                </a:cubicBezTo>
                <a:cubicBezTo>
                  <a:pt x="3610" y="61305"/>
                  <a:pt x="3611" y="61303"/>
                  <a:pt x="3612" y="61301"/>
                </a:cubicBezTo>
                <a:close/>
                <a:moveTo>
                  <a:pt x="32408" y="57374"/>
                </a:moveTo>
                <a:cubicBezTo>
                  <a:pt x="34698" y="58469"/>
                  <a:pt x="36839" y="59838"/>
                  <a:pt x="38706" y="61357"/>
                </a:cubicBezTo>
                <a:lnTo>
                  <a:pt x="38681" y="61381"/>
                </a:lnTo>
                <a:cubicBezTo>
                  <a:pt x="36789" y="59863"/>
                  <a:pt x="34649" y="58519"/>
                  <a:pt x="32359" y="57449"/>
                </a:cubicBezTo>
                <a:cubicBezTo>
                  <a:pt x="32359" y="57399"/>
                  <a:pt x="32359" y="57399"/>
                  <a:pt x="32408" y="57374"/>
                </a:cubicBezTo>
                <a:close/>
                <a:moveTo>
                  <a:pt x="38880" y="61481"/>
                </a:moveTo>
                <a:cubicBezTo>
                  <a:pt x="38905" y="61481"/>
                  <a:pt x="38905" y="61506"/>
                  <a:pt x="38930" y="61506"/>
                </a:cubicBezTo>
                <a:lnTo>
                  <a:pt x="38905" y="61556"/>
                </a:lnTo>
                <a:cubicBezTo>
                  <a:pt x="38880" y="61556"/>
                  <a:pt x="38830" y="61506"/>
                  <a:pt x="38830" y="61506"/>
                </a:cubicBezTo>
                <a:lnTo>
                  <a:pt x="38880" y="61481"/>
                </a:lnTo>
                <a:close/>
                <a:moveTo>
                  <a:pt x="113305" y="58942"/>
                </a:moveTo>
                <a:cubicBezTo>
                  <a:pt x="112956" y="59813"/>
                  <a:pt x="112583" y="60709"/>
                  <a:pt x="112234" y="61481"/>
                </a:cubicBezTo>
                <a:cubicBezTo>
                  <a:pt x="112217" y="61533"/>
                  <a:pt x="112197" y="61581"/>
                  <a:pt x="112176" y="61630"/>
                </a:cubicBezTo>
                <a:lnTo>
                  <a:pt x="112176" y="61630"/>
                </a:lnTo>
                <a:cubicBezTo>
                  <a:pt x="112515" y="60759"/>
                  <a:pt x="112870" y="59888"/>
                  <a:pt x="113205" y="59017"/>
                </a:cubicBezTo>
                <a:lnTo>
                  <a:pt x="113305" y="58942"/>
                </a:lnTo>
                <a:close/>
                <a:moveTo>
                  <a:pt x="113804" y="58252"/>
                </a:moveTo>
                <a:cubicBezTo>
                  <a:pt x="113489" y="59031"/>
                  <a:pt x="113197" y="59832"/>
                  <a:pt x="112856" y="60610"/>
                </a:cubicBezTo>
                <a:cubicBezTo>
                  <a:pt x="112732" y="60884"/>
                  <a:pt x="112608" y="61207"/>
                  <a:pt x="112483" y="61481"/>
                </a:cubicBezTo>
                <a:cubicBezTo>
                  <a:pt x="112483" y="61506"/>
                  <a:pt x="112458" y="61556"/>
                  <a:pt x="112458" y="61581"/>
                </a:cubicBezTo>
                <a:cubicBezTo>
                  <a:pt x="112458" y="61605"/>
                  <a:pt x="112408" y="61605"/>
                  <a:pt x="112408" y="61630"/>
                </a:cubicBezTo>
                <a:cubicBezTo>
                  <a:pt x="112368" y="61773"/>
                  <a:pt x="112294" y="61899"/>
                  <a:pt x="112241" y="62022"/>
                </a:cubicBezTo>
                <a:lnTo>
                  <a:pt x="112241" y="62022"/>
                </a:lnTo>
                <a:cubicBezTo>
                  <a:pt x="112434" y="61526"/>
                  <a:pt x="112669" y="61029"/>
                  <a:pt x="112881" y="60510"/>
                </a:cubicBezTo>
                <a:cubicBezTo>
                  <a:pt x="112881" y="60485"/>
                  <a:pt x="112931" y="60460"/>
                  <a:pt x="112931" y="60386"/>
                </a:cubicBezTo>
                <a:cubicBezTo>
                  <a:pt x="113180" y="59764"/>
                  <a:pt x="113429" y="59116"/>
                  <a:pt x="113653" y="58494"/>
                </a:cubicBezTo>
                <a:cubicBezTo>
                  <a:pt x="113653" y="58469"/>
                  <a:pt x="113703" y="58444"/>
                  <a:pt x="113703" y="58395"/>
                </a:cubicBezTo>
                <a:cubicBezTo>
                  <a:pt x="113728" y="58370"/>
                  <a:pt x="113753" y="58345"/>
                  <a:pt x="113753" y="58320"/>
                </a:cubicBezTo>
                <a:cubicBezTo>
                  <a:pt x="113782" y="58290"/>
                  <a:pt x="113794" y="58270"/>
                  <a:pt x="113804" y="58252"/>
                </a:cubicBezTo>
                <a:close/>
                <a:moveTo>
                  <a:pt x="110616" y="44804"/>
                </a:moveTo>
                <a:cubicBezTo>
                  <a:pt x="112732" y="47069"/>
                  <a:pt x="114076" y="49484"/>
                  <a:pt x="114574" y="51749"/>
                </a:cubicBezTo>
                <a:cubicBezTo>
                  <a:pt x="113479" y="54636"/>
                  <a:pt x="112184" y="57623"/>
                  <a:pt x="110641" y="60610"/>
                </a:cubicBezTo>
                <a:cubicBezTo>
                  <a:pt x="109695" y="61207"/>
                  <a:pt x="108575" y="61705"/>
                  <a:pt x="107331" y="62078"/>
                </a:cubicBezTo>
                <a:cubicBezTo>
                  <a:pt x="108376" y="59017"/>
                  <a:pt x="109073" y="56129"/>
                  <a:pt x="109322" y="53391"/>
                </a:cubicBezTo>
                <a:lnTo>
                  <a:pt x="109322" y="53342"/>
                </a:lnTo>
                <a:lnTo>
                  <a:pt x="109322" y="53292"/>
                </a:lnTo>
                <a:lnTo>
                  <a:pt x="109322" y="53217"/>
                </a:lnTo>
                <a:cubicBezTo>
                  <a:pt x="109347" y="52794"/>
                  <a:pt x="109372" y="52396"/>
                  <a:pt x="109372" y="51998"/>
                </a:cubicBezTo>
                <a:lnTo>
                  <a:pt x="109372" y="51973"/>
                </a:lnTo>
                <a:lnTo>
                  <a:pt x="109372" y="51823"/>
                </a:lnTo>
                <a:lnTo>
                  <a:pt x="109372" y="51774"/>
                </a:lnTo>
                <a:lnTo>
                  <a:pt x="109372" y="51550"/>
                </a:lnTo>
                <a:lnTo>
                  <a:pt x="109372" y="50429"/>
                </a:lnTo>
                <a:lnTo>
                  <a:pt x="109372" y="50355"/>
                </a:lnTo>
                <a:cubicBezTo>
                  <a:pt x="109372" y="50230"/>
                  <a:pt x="109372" y="50106"/>
                  <a:pt x="109347" y="49981"/>
                </a:cubicBezTo>
                <a:cubicBezTo>
                  <a:pt x="109347" y="49658"/>
                  <a:pt x="109297" y="49359"/>
                  <a:pt x="109272" y="49060"/>
                </a:cubicBezTo>
                <a:lnTo>
                  <a:pt x="109272" y="48886"/>
                </a:lnTo>
                <a:cubicBezTo>
                  <a:pt x="109272" y="48787"/>
                  <a:pt x="109247" y="48687"/>
                  <a:pt x="109247" y="48563"/>
                </a:cubicBezTo>
                <a:lnTo>
                  <a:pt x="109247" y="48513"/>
                </a:lnTo>
                <a:cubicBezTo>
                  <a:pt x="109222" y="48388"/>
                  <a:pt x="109222" y="48239"/>
                  <a:pt x="109222" y="48115"/>
                </a:cubicBezTo>
                <a:cubicBezTo>
                  <a:pt x="109670" y="47019"/>
                  <a:pt x="110118" y="45924"/>
                  <a:pt x="110517" y="44879"/>
                </a:cubicBezTo>
                <a:cubicBezTo>
                  <a:pt x="110542" y="44829"/>
                  <a:pt x="110591" y="44804"/>
                  <a:pt x="110616" y="44804"/>
                </a:cubicBezTo>
                <a:close/>
                <a:moveTo>
                  <a:pt x="109073" y="48513"/>
                </a:moveTo>
                <a:cubicBezTo>
                  <a:pt x="109073" y="48563"/>
                  <a:pt x="109098" y="48637"/>
                  <a:pt x="109098" y="48737"/>
                </a:cubicBezTo>
                <a:cubicBezTo>
                  <a:pt x="109123" y="48886"/>
                  <a:pt x="109123" y="49036"/>
                  <a:pt x="109148" y="49185"/>
                </a:cubicBezTo>
                <a:lnTo>
                  <a:pt x="109148" y="49309"/>
                </a:lnTo>
                <a:cubicBezTo>
                  <a:pt x="109197" y="49633"/>
                  <a:pt x="109197" y="49932"/>
                  <a:pt x="109222" y="50230"/>
                </a:cubicBezTo>
                <a:lnTo>
                  <a:pt x="109222" y="50554"/>
                </a:lnTo>
                <a:lnTo>
                  <a:pt x="109222" y="51848"/>
                </a:lnTo>
                <a:lnTo>
                  <a:pt x="109222" y="51923"/>
                </a:lnTo>
                <a:cubicBezTo>
                  <a:pt x="109222" y="52122"/>
                  <a:pt x="109197" y="52346"/>
                  <a:pt x="109197" y="52520"/>
                </a:cubicBezTo>
                <a:cubicBezTo>
                  <a:pt x="109197" y="52620"/>
                  <a:pt x="109197" y="52744"/>
                  <a:pt x="109148" y="52844"/>
                </a:cubicBezTo>
                <a:cubicBezTo>
                  <a:pt x="109148" y="52919"/>
                  <a:pt x="109148" y="53043"/>
                  <a:pt x="109123" y="53143"/>
                </a:cubicBezTo>
                <a:cubicBezTo>
                  <a:pt x="109098" y="53342"/>
                  <a:pt x="109098" y="53541"/>
                  <a:pt x="109073" y="53740"/>
                </a:cubicBezTo>
                <a:cubicBezTo>
                  <a:pt x="109023" y="54138"/>
                  <a:pt x="108973" y="54536"/>
                  <a:pt x="108899" y="54960"/>
                </a:cubicBezTo>
                <a:cubicBezTo>
                  <a:pt x="108849" y="55408"/>
                  <a:pt x="108749" y="55881"/>
                  <a:pt x="108650" y="56329"/>
                </a:cubicBezTo>
                <a:cubicBezTo>
                  <a:pt x="108625" y="56528"/>
                  <a:pt x="108575" y="56777"/>
                  <a:pt x="108525" y="57026"/>
                </a:cubicBezTo>
                <a:cubicBezTo>
                  <a:pt x="108351" y="57847"/>
                  <a:pt x="108152" y="58643"/>
                  <a:pt x="107903" y="59490"/>
                </a:cubicBezTo>
                <a:cubicBezTo>
                  <a:pt x="107853" y="59714"/>
                  <a:pt x="107779" y="59963"/>
                  <a:pt x="107704" y="60187"/>
                </a:cubicBezTo>
                <a:cubicBezTo>
                  <a:pt x="107505" y="60759"/>
                  <a:pt x="107281" y="61456"/>
                  <a:pt x="107032" y="62128"/>
                </a:cubicBezTo>
                <a:cubicBezTo>
                  <a:pt x="107007" y="62128"/>
                  <a:pt x="107007" y="62128"/>
                  <a:pt x="106982" y="62178"/>
                </a:cubicBezTo>
                <a:cubicBezTo>
                  <a:pt x="107032" y="62004"/>
                  <a:pt x="107082" y="61854"/>
                  <a:pt x="107132" y="61680"/>
                </a:cubicBezTo>
                <a:cubicBezTo>
                  <a:pt x="107132" y="61630"/>
                  <a:pt x="107156" y="61605"/>
                  <a:pt x="107156" y="61605"/>
                </a:cubicBezTo>
                <a:lnTo>
                  <a:pt x="107256" y="61332"/>
                </a:lnTo>
                <a:cubicBezTo>
                  <a:pt x="107356" y="61008"/>
                  <a:pt x="107480" y="60684"/>
                  <a:pt x="107580" y="60361"/>
                </a:cubicBezTo>
                <a:cubicBezTo>
                  <a:pt x="107604" y="60236"/>
                  <a:pt x="107654" y="60087"/>
                  <a:pt x="107704" y="59963"/>
                </a:cubicBezTo>
                <a:cubicBezTo>
                  <a:pt x="107779" y="59714"/>
                  <a:pt x="107853" y="59440"/>
                  <a:pt x="107903" y="59191"/>
                </a:cubicBezTo>
                <a:cubicBezTo>
                  <a:pt x="107953" y="59116"/>
                  <a:pt x="107953" y="59017"/>
                  <a:pt x="107978" y="58967"/>
                </a:cubicBezTo>
                <a:cubicBezTo>
                  <a:pt x="108003" y="58867"/>
                  <a:pt x="108003" y="58818"/>
                  <a:pt x="108028" y="58718"/>
                </a:cubicBezTo>
                <a:cubicBezTo>
                  <a:pt x="108077" y="58594"/>
                  <a:pt x="108102" y="58444"/>
                  <a:pt x="108127" y="58320"/>
                </a:cubicBezTo>
                <a:cubicBezTo>
                  <a:pt x="108127" y="58270"/>
                  <a:pt x="108152" y="58220"/>
                  <a:pt x="108152" y="58195"/>
                </a:cubicBezTo>
                <a:lnTo>
                  <a:pt x="108152" y="58146"/>
                </a:lnTo>
                <a:cubicBezTo>
                  <a:pt x="108227" y="57946"/>
                  <a:pt x="108252" y="57747"/>
                  <a:pt x="108326" y="57523"/>
                </a:cubicBezTo>
                <a:lnTo>
                  <a:pt x="108326" y="57498"/>
                </a:lnTo>
                <a:cubicBezTo>
                  <a:pt x="108376" y="57250"/>
                  <a:pt x="108451" y="56976"/>
                  <a:pt x="108501" y="56727"/>
                </a:cubicBezTo>
                <a:cubicBezTo>
                  <a:pt x="108501" y="56702"/>
                  <a:pt x="108501" y="56652"/>
                  <a:pt x="108525" y="56627"/>
                </a:cubicBezTo>
                <a:cubicBezTo>
                  <a:pt x="108525" y="56602"/>
                  <a:pt x="108525" y="56528"/>
                  <a:pt x="108575" y="56503"/>
                </a:cubicBezTo>
                <a:lnTo>
                  <a:pt x="108575" y="56478"/>
                </a:lnTo>
                <a:lnTo>
                  <a:pt x="108650" y="56005"/>
                </a:lnTo>
                <a:cubicBezTo>
                  <a:pt x="108700" y="55881"/>
                  <a:pt x="108700" y="55756"/>
                  <a:pt x="108725" y="55632"/>
                </a:cubicBezTo>
                <a:cubicBezTo>
                  <a:pt x="108749" y="55482"/>
                  <a:pt x="108774" y="55283"/>
                  <a:pt x="108824" y="55134"/>
                </a:cubicBezTo>
                <a:cubicBezTo>
                  <a:pt x="108849" y="54910"/>
                  <a:pt x="108874" y="54736"/>
                  <a:pt x="108899" y="54536"/>
                </a:cubicBezTo>
                <a:cubicBezTo>
                  <a:pt x="108949" y="54412"/>
                  <a:pt x="108949" y="54288"/>
                  <a:pt x="108973" y="54163"/>
                </a:cubicBezTo>
                <a:cubicBezTo>
                  <a:pt x="108973" y="54113"/>
                  <a:pt x="108998" y="54039"/>
                  <a:pt x="108998" y="53964"/>
                </a:cubicBezTo>
                <a:cubicBezTo>
                  <a:pt x="108998" y="53839"/>
                  <a:pt x="109023" y="53715"/>
                  <a:pt x="109023" y="53591"/>
                </a:cubicBezTo>
                <a:cubicBezTo>
                  <a:pt x="109023" y="53516"/>
                  <a:pt x="109023" y="53491"/>
                  <a:pt x="109073" y="53416"/>
                </a:cubicBezTo>
                <a:cubicBezTo>
                  <a:pt x="109073" y="53292"/>
                  <a:pt x="109098" y="53167"/>
                  <a:pt x="109098" y="53043"/>
                </a:cubicBezTo>
                <a:cubicBezTo>
                  <a:pt x="109098" y="52968"/>
                  <a:pt x="109123" y="52894"/>
                  <a:pt x="109123" y="52794"/>
                </a:cubicBezTo>
                <a:cubicBezTo>
                  <a:pt x="109123" y="52670"/>
                  <a:pt x="109148" y="52520"/>
                  <a:pt x="109148" y="52396"/>
                </a:cubicBezTo>
                <a:lnTo>
                  <a:pt x="109148" y="52147"/>
                </a:lnTo>
                <a:lnTo>
                  <a:pt x="109148" y="51898"/>
                </a:lnTo>
                <a:lnTo>
                  <a:pt x="109148" y="51624"/>
                </a:lnTo>
                <a:lnTo>
                  <a:pt x="109148" y="51475"/>
                </a:lnTo>
                <a:lnTo>
                  <a:pt x="109148" y="50877"/>
                </a:lnTo>
                <a:lnTo>
                  <a:pt x="109148" y="50728"/>
                </a:lnTo>
                <a:lnTo>
                  <a:pt x="109148" y="50405"/>
                </a:lnTo>
                <a:lnTo>
                  <a:pt x="109148" y="50180"/>
                </a:lnTo>
                <a:lnTo>
                  <a:pt x="109148" y="50131"/>
                </a:lnTo>
                <a:cubicBezTo>
                  <a:pt x="109148" y="49882"/>
                  <a:pt x="109123" y="49658"/>
                  <a:pt x="109098" y="49409"/>
                </a:cubicBezTo>
                <a:cubicBezTo>
                  <a:pt x="109098" y="49309"/>
                  <a:pt x="109098" y="49185"/>
                  <a:pt x="109073" y="49110"/>
                </a:cubicBezTo>
                <a:lnTo>
                  <a:pt x="109073" y="49060"/>
                </a:lnTo>
                <a:cubicBezTo>
                  <a:pt x="109073" y="49011"/>
                  <a:pt x="109073" y="48936"/>
                  <a:pt x="109023" y="48911"/>
                </a:cubicBezTo>
                <a:lnTo>
                  <a:pt x="109023" y="48811"/>
                </a:lnTo>
                <a:cubicBezTo>
                  <a:pt x="109023" y="48762"/>
                  <a:pt x="109023" y="48687"/>
                  <a:pt x="108998" y="48637"/>
                </a:cubicBezTo>
                <a:lnTo>
                  <a:pt x="108998" y="48612"/>
                </a:lnTo>
                <a:cubicBezTo>
                  <a:pt x="108998" y="48612"/>
                  <a:pt x="108998" y="48563"/>
                  <a:pt x="109023" y="48563"/>
                </a:cubicBezTo>
                <a:cubicBezTo>
                  <a:pt x="109023" y="48538"/>
                  <a:pt x="109023" y="48538"/>
                  <a:pt x="109073" y="48513"/>
                </a:cubicBezTo>
                <a:close/>
                <a:moveTo>
                  <a:pt x="110467" y="60933"/>
                </a:moveTo>
                <a:cubicBezTo>
                  <a:pt x="110442" y="60958"/>
                  <a:pt x="110442" y="60983"/>
                  <a:pt x="110392" y="61008"/>
                </a:cubicBezTo>
                <a:cubicBezTo>
                  <a:pt x="109471" y="61556"/>
                  <a:pt x="108376" y="62004"/>
                  <a:pt x="107206" y="62352"/>
                </a:cubicBezTo>
                <a:cubicBezTo>
                  <a:pt x="107206" y="62352"/>
                  <a:pt x="107206" y="62327"/>
                  <a:pt x="107231" y="62302"/>
                </a:cubicBezTo>
                <a:cubicBezTo>
                  <a:pt x="108451" y="61954"/>
                  <a:pt x="109521" y="61481"/>
                  <a:pt x="110467" y="60933"/>
                </a:cubicBezTo>
                <a:close/>
                <a:moveTo>
                  <a:pt x="79552" y="55756"/>
                </a:moveTo>
                <a:cubicBezTo>
                  <a:pt x="81469" y="57274"/>
                  <a:pt x="83634" y="58643"/>
                  <a:pt x="85949" y="59764"/>
                </a:cubicBezTo>
                <a:cubicBezTo>
                  <a:pt x="85601" y="60635"/>
                  <a:pt x="85227" y="61506"/>
                  <a:pt x="84804" y="62427"/>
                </a:cubicBezTo>
                <a:cubicBezTo>
                  <a:pt x="82514" y="60684"/>
                  <a:pt x="80249" y="59067"/>
                  <a:pt x="78059" y="57648"/>
                </a:cubicBezTo>
                <a:cubicBezTo>
                  <a:pt x="78581" y="57026"/>
                  <a:pt x="79054" y="56378"/>
                  <a:pt x="79552" y="55756"/>
                </a:cubicBezTo>
                <a:close/>
                <a:moveTo>
                  <a:pt x="61855" y="50728"/>
                </a:moveTo>
                <a:cubicBezTo>
                  <a:pt x="62825" y="51176"/>
                  <a:pt x="63647" y="51475"/>
                  <a:pt x="64294" y="51500"/>
                </a:cubicBezTo>
                <a:cubicBezTo>
                  <a:pt x="64095" y="51649"/>
                  <a:pt x="63896" y="51774"/>
                  <a:pt x="63697" y="51923"/>
                </a:cubicBezTo>
                <a:cubicBezTo>
                  <a:pt x="63448" y="52122"/>
                  <a:pt x="63199" y="52296"/>
                  <a:pt x="62975" y="52495"/>
                </a:cubicBezTo>
                <a:lnTo>
                  <a:pt x="62925" y="52520"/>
                </a:lnTo>
                <a:cubicBezTo>
                  <a:pt x="62676" y="52719"/>
                  <a:pt x="62427" y="52919"/>
                  <a:pt x="62178" y="53118"/>
                </a:cubicBezTo>
                <a:cubicBezTo>
                  <a:pt x="61805" y="53416"/>
                  <a:pt x="61407" y="53740"/>
                  <a:pt x="61033" y="54039"/>
                </a:cubicBezTo>
                <a:cubicBezTo>
                  <a:pt x="60162" y="54760"/>
                  <a:pt x="59341" y="55482"/>
                  <a:pt x="58743" y="56080"/>
                </a:cubicBezTo>
                <a:lnTo>
                  <a:pt x="58594" y="56229"/>
                </a:lnTo>
                <a:cubicBezTo>
                  <a:pt x="57947" y="56851"/>
                  <a:pt x="57474" y="57324"/>
                  <a:pt x="57100" y="57698"/>
                </a:cubicBezTo>
                <a:lnTo>
                  <a:pt x="56851" y="57946"/>
                </a:lnTo>
                <a:lnTo>
                  <a:pt x="56802" y="57996"/>
                </a:lnTo>
                <a:cubicBezTo>
                  <a:pt x="56503" y="58270"/>
                  <a:pt x="55333" y="59465"/>
                  <a:pt x="53690" y="61357"/>
                </a:cubicBezTo>
                <a:lnTo>
                  <a:pt x="53591" y="61456"/>
                </a:lnTo>
                <a:cubicBezTo>
                  <a:pt x="53491" y="61581"/>
                  <a:pt x="53392" y="61680"/>
                  <a:pt x="53317" y="61805"/>
                </a:cubicBezTo>
                <a:cubicBezTo>
                  <a:pt x="53093" y="62078"/>
                  <a:pt x="52869" y="62327"/>
                  <a:pt x="52695" y="62551"/>
                </a:cubicBezTo>
                <a:cubicBezTo>
                  <a:pt x="52645" y="61929"/>
                  <a:pt x="52371" y="61133"/>
                  <a:pt x="51848" y="60212"/>
                </a:cubicBezTo>
                <a:cubicBezTo>
                  <a:pt x="54611" y="56752"/>
                  <a:pt x="58046" y="53466"/>
                  <a:pt x="61855" y="50728"/>
                </a:cubicBezTo>
                <a:close/>
                <a:moveTo>
                  <a:pt x="3388" y="62565"/>
                </a:moveTo>
                <a:lnTo>
                  <a:pt x="3388" y="62565"/>
                </a:lnTo>
                <a:cubicBezTo>
                  <a:pt x="3385" y="62573"/>
                  <a:pt x="3385" y="62576"/>
                  <a:pt x="3385" y="62576"/>
                </a:cubicBezTo>
                <a:lnTo>
                  <a:pt x="3385" y="62576"/>
                </a:lnTo>
                <a:cubicBezTo>
                  <a:pt x="3385" y="62573"/>
                  <a:pt x="3386" y="62569"/>
                  <a:pt x="3388" y="62565"/>
                </a:cubicBezTo>
                <a:close/>
                <a:moveTo>
                  <a:pt x="86074" y="59863"/>
                </a:moveTo>
                <a:cubicBezTo>
                  <a:pt x="86099" y="59863"/>
                  <a:pt x="86099" y="59888"/>
                  <a:pt x="86123" y="59888"/>
                </a:cubicBezTo>
                <a:cubicBezTo>
                  <a:pt x="85825" y="60759"/>
                  <a:pt x="85426" y="61680"/>
                  <a:pt x="84978" y="62576"/>
                </a:cubicBezTo>
                <a:cubicBezTo>
                  <a:pt x="84954" y="62576"/>
                  <a:pt x="84954" y="62551"/>
                  <a:pt x="84929" y="62551"/>
                </a:cubicBezTo>
                <a:cubicBezTo>
                  <a:pt x="85352" y="61630"/>
                  <a:pt x="85725" y="60734"/>
                  <a:pt x="86074" y="59863"/>
                </a:cubicBezTo>
                <a:close/>
                <a:moveTo>
                  <a:pt x="4655" y="59390"/>
                </a:moveTo>
                <a:cubicBezTo>
                  <a:pt x="4281" y="60485"/>
                  <a:pt x="3933" y="61556"/>
                  <a:pt x="3609" y="62601"/>
                </a:cubicBezTo>
                <a:cubicBezTo>
                  <a:pt x="3609" y="62452"/>
                  <a:pt x="3634" y="62327"/>
                  <a:pt x="3684" y="62178"/>
                </a:cubicBezTo>
                <a:cubicBezTo>
                  <a:pt x="3908" y="61357"/>
                  <a:pt x="4182" y="60560"/>
                  <a:pt x="4456" y="59739"/>
                </a:cubicBezTo>
                <a:cubicBezTo>
                  <a:pt x="4530" y="59639"/>
                  <a:pt x="4580" y="59515"/>
                  <a:pt x="4655" y="59390"/>
                </a:cubicBezTo>
                <a:close/>
                <a:moveTo>
                  <a:pt x="97922" y="50753"/>
                </a:moveTo>
                <a:cubicBezTo>
                  <a:pt x="98743" y="54138"/>
                  <a:pt x="98245" y="58245"/>
                  <a:pt x="96677" y="62601"/>
                </a:cubicBezTo>
                <a:cubicBezTo>
                  <a:pt x="94213" y="62253"/>
                  <a:pt x="91774" y="61630"/>
                  <a:pt x="89359" y="60734"/>
                </a:cubicBezTo>
                <a:cubicBezTo>
                  <a:pt x="91724" y="57498"/>
                  <a:pt x="93889" y="54238"/>
                  <a:pt x="95781" y="51002"/>
                </a:cubicBezTo>
                <a:cubicBezTo>
                  <a:pt x="96005" y="50977"/>
                  <a:pt x="96179" y="50927"/>
                  <a:pt x="96403" y="50927"/>
                </a:cubicBezTo>
                <a:cubicBezTo>
                  <a:pt x="96777" y="50902"/>
                  <a:pt x="97150" y="50877"/>
                  <a:pt x="97499" y="50803"/>
                </a:cubicBezTo>
                <a:lnTo>
                  <a:pt x="97524" y="50803"/>
                </a:lnTo>
                <a:cubicBezTo>
                  <a:pt x="97648" y="50778"/>
                  <a:pt x="97772" y="50753"/>
                  <a:pt x="97922" y="50753"/>
                </a:cubicBezTo>
                <a:close/>
                <a:moveTo>
                  <a:pt x="77959" y="57822"/>
                </a:moveTo>
                <a:cubicBezTo>
                  <a:pt x="80125" y="59216"/>
                  <a:pt x="82440" y="60834"/>
                  <a:pt x="84705" y="62576"/>
                </a:cubicBezTo>
                <a:cubicBezTo>
                  <a:pt x="84705" y="62601"/>
                  <a:pt x="84655" y="62601"/>
                  <a:pt x="84655" y="62626"/>
                </a:cubicBezTo>
                <a:cubicBezTo>
                  <a:pt x="82390" y="60859"/>
                  <a:pt x="80100" y="59241"/>
                  <a:pt x="77884" y="57847"/>
                </a:cubicBezTo>
                <a:cubicBezTo>
                  <a:pt x="77909" y="57847"/>
                  <a:pt x="77909" y="57822"/>
                  <a:pt x="77959" y="57822"/>
                </a:cubicBezTo>
                <a:close/>
                <a:moveTo>
                  <a:pt x="98121" y="50678"/>
                </a:moveTo>
                <a:cubicBezTo>
                  <a:pt x="98992" y="54113"/>
                  <a:pt x="98494" y="58245"/>
                  <a:pt x="96901" y="62626"/>
                </a:cubicBezTo>
                <a:lnTo>
                  <a:pt x="96827" y="62626"/>
                </a:lnTo>
                <a:cubicBezTo>
                  <a:pt x="98395" y="58245"/>
                  <a:pt x="98893" y="54113"/>
                  <a:pt x="98046" y="50678"/>
                </a:cubicBezTo>
                <a:close/>
                <a:moveTo>
                  <a:pt x="70293" y="54014"/>
                </a:moveTo>
                <a:cubicBezTo>
                  <a:pt x="71861" y="54611"/>
                  <a:pt x="73728" y="55532"/>
                  <a:pt x="75719" y="56702"/>
                </a:cubicBezTo>
                <a:cubicBezTo>
                  <a:pt x="74649" y="58718"/>
                  <a:pt x="73329" y="60734"/>
                  <a:pt x="71786" y="62726"/>
                </a:cubicBezTo>
                <a:cubicBezTo>
                  <a:pt x="69820" y="60734"/>
                  <a:pt x="68326" y="58942"/>
                  <a:pt x="67380" y="57399"/>
                </a:cubicBezTo>
                <a:cubicBezTo>
                  <a:pt x="67555" y="57200"/>
                  <a:pt x="67729" y="56976"/>
                  <a:pt x="67953" y="56752"/>
                </a:cubicBezTo>
                <a:lnTo>
                  <a:pt x="68052" y="56652"/>
                </a:lnTo>
                <a:cubicBezTo>
                  <a:pt x="68301" y="56378"/>
                  <a:pt x="68525" y="56105"/>
                  <a:pt x="68774" y="55831"/>
                </a:cubicBezTo>
                <a:cubicBezTo>
                  <a:pt x="68874" y="55731"/>
                  <a:pt x="68924" y="55632"/>
                  <a:pt x="69023" y="55532"/>
                </a:cubicBezTo>
                <a:cubicBezTo>
                  <a:pt x="69297" y="55233"/>
                  <a:pt x="69546" y="54885"/>
                  <a:pt x="69820" y="54586"/>
                </a:cubicBezTo>
                <a:lnTo>
                  <a:pt x="70293" y="54014"/>
                </a:lnTo>
                <a:close/>
                <a:moveTo>
                  <a:pt x="51774" y="60311"/>
                </a:moveTo>
                <a:cubicBezTo>
                  <a:pt x="52321" y="61307"/>
                  <a:pt x="52595" y="62103"/>
                  <a:pt x="52570" y="62701"/>
                </a:cubicBezTo>
                <a:lnTo>
                  <a:pt x="52471" y="62800"/>
                </a:lnTo>
                <a:cubicBezTo>
                  <a:pt x="52520" y="62203"/>
                  <a:pt x="52272" y="61357"/>
                  <a:pt x="51724" y="60361"/>
                </a:cubicBezTo>
                <a:lnTo>
                  <a:pt x="51774" y="60311"/>
                </a:lnTo>
                <a:close/>
                <a:moveTo>
                  <a:pt x="84829" y="62701"/>
                </a:moveTo>
                <a:cubicBezTo>
                  <a:pt x="84854" y="62701"/>
                  <a:pt x="84879" y="62726"/>
                  <a:pt x="84879" y="62726"/>
                </a:cubicBezTo>
                <a:cubicBezTo>
                  <a:pt x="84879" y="62750"/>
                  <a:pt x="84854" y="62750"/>
                  <a:pt x="84854" y="62800"/>
                </a:cubicBezTo>
                <a:cubicBezTo>
                  <a:pt x="84829" y="62800"/>
                  <a:pt x="84829" y="62750"/>
                  <a:pt x="84804" y="62750"/>
                </a:cubicBezTo>
                <a:cubicBezTo>
                  <a:pt x="84804" y="62726"/>
                  <a:pt x="84829" y="62726"/>
                  <a:pt x="84829" y="62701"/>
                </a:cubicBezTo>
                <a:close/>
                <a:moveTo>
                  <a:pt x="89235" y="60884"/>
                </a:moveTo>
                <a:cubicBezTo>
                  <a:pt x="91649" y="61805"/>
                  <a:pt x="94163" y="62427"/>
                  <a:pt x="96627" y="62800"/>
                </a:cubicBezTo>
                <a:cubicBezTo>
                  <a:pt x="96627" y="62825"/>
                  <a:pt x="96578" y="62825"/>
                  <a:pt x="96578" y="62850"/>
                </a:cubicBezTo>
                <a:cubicBezTo>
                  <a:pt x="94089" y="62477"/>
                  <a:pt x="91599" y="61854"/>
                  <a:pt x="89210" y="60958"/>
                </a:cubicBezTo>
                <a:cubicBezTo>
                  <a:pt x="89210" y="60933"/>
                  <a:pt x="89210" y="60933"/>
                  <a:pt x="89235" y="60884"/>
                </a:cubicBezTo>
                <a:close/>
                <a:moveTo>
                  <a:pt x="46621" y="54163"/>
                </a:moveTo>
                <a:cubicBezTo>
                  <a:pt x="48538" y="56204"/>
                  <a:pt x="50031" y="58021"/>
                  <a:pt x="51002" y="59515"/>
                </a:cubicBezTo>
                <a:cubicBezTo>
                  <a:pt x="50828" y="59714"/>
                  <a:pt x="50654" y="59938"/>
                  <a:pt x="50479" y="60112"/>
                </a:cubicBezTo>
                <a:lnTo>
                  <a:pt x="50280" y="60311"/>
                </a:lnTo>
                <a:cubicBezTo>
                  <a:pt x="50031" y="60585"/>
                  <a:pt x="49832" y="60859"/>
                  <a:pt x="49608" y="61108"/>
                </a:cubicBezTo>
                <a:cubicBezTo>
                  <a:pt x="49533" y="61207"/>
                  <a:pt x="49459" y="61257"/>
                  <a:pt x="49384" y="61357"/>
                </a:cubicBezTo>
                <a:cubicBezTo>
                  <a:pt x="48961" y="61854"/>
                  <a:pt x="48513" y="62352"/>
                  <a:pt x="48115" y="62875"/>
                </a:cubicBezTo>
                <a:cubicBezTo>
                  <a:pt x="46547" y="62302"/>
                  <a:pt x="44680" y="61357"/>
                  <a:pt x="42688" y="60212"/>
                </a:cubicBezTo>
                <a:cubicBezTo>
                  <a:pt x="43759" y="58195"/>
                  <a:pt x="45053" y="56154"/>
                  <a:pt x="46621" y="54163"/>
                </a:cubicBezTo>
                <a:close/>
                <a:moveTo>
                  <a:pt x="96827" y="62825"/>
                </a:moveTo>
                <a:cubicBezTo>
                  <a:pt x="96827" y="62850"/>
                  <a:pt x="96827" y="62850"/>
                  <a:pt x="96802" y="62875"/>
                </a:cubicBezTo>
                <a:lnTo>
                  <a:pt x="96752" y="62875"/>
                </a:lnTo>
                <a:cubicBezTo>
                  <a:pt x="96752" y="62850"/>
                  <a:pt x="96777" y="62850"/>
                  <a:pt x="96777" y="62825"/>
                </a:cubicBezTo>
                <a:close/>
                <a:moveTo>
                  <a:pt x="59062" y="56174"/>
                </a:moveTo>
                <a:cubicBezTo>
                  <a:pt x="59047" y="56189"/>
                  <a:pt x="59032" y="56207"/>
                  <a:pt x="59017" y="56229"/>
                </a:cubicBezTo>
                <a:lnTo>
                  <a:pt x="58917" y="56353"/>
                </a:lnTo>
                <a:cubicBezTo>
                  <a:pt x="58220" y="57026"/>
                  <a:pt x="57723" y="57498"/>
                  <a:pt x="57324" y="57872"/>
                </a:cubicBezTo>
                <a:lnTo>
                  <a:pt x="57100" y="58096"/>
                </a:lnTo>
                <a:lnTo>
                  <a:pt x="57075" y="58121"/>
                </a:lnTo>
                <a:lnTo>
                  <a:pt x="56727" y="58469"/>
                </a:lnTo>
                <a:lnTo>
                  <a:pt x="56478" y="58718"/>
                </a:lnTo>
                <a:cubicBezTo>
                  <a:pt x="56453" y="58743"/>
                  <a:pt x="56453" y="58743"/>
                  <a:pt x="56453" y="58768"/>
                </a:cubicBezTo>
                <a:cubicBezTo>
                  <a:pt x="56354" y="58867"/>
                  <a:pt x="56254" y="58967"/>
                  <a:pt x="56179" y="59091"/>
                </a:cubicBezTo>
                <a:cubicBezTo>
                  <a:pt x="55706" y="59589"/>
                  <a:pt x="55109" y="60236"/>
                  <a:pt x="54387" y="61058"/>
                </a:cubicBezTo>
                <a:cubicBezTo>
                  <a:pt x="53765" y="61755"/>
                  <a:pt x="53217" y="62427"/>
                  <a:pt x="52819" y="62925"/>
                </a:cubicBezTo>
                <a:lnTo>
                  <a:pt x="52819" y="62850"/>
                </a:lnTo>
                <a:lnTo>
                  <a:pt x="52819" y="62800"/>
                </a:lnTo>
                <a:lnTo>
                  <a:pt x="52844" y="62750"/>
                </a:lnTo>
                <a:lnTo>
                  <a:pt x="53217" y="62302"/>
                </a:lnTo>
                <a:cubicBezTo>
                  <a:pt x="54462" y="60809"/>
                  <a:pt x="55806" y="59340"/>
                  <a:pt x="57200" y="57946"/>
                </a:cubicBezTo>
                <a:cubicBezTo>
                  <a:pt x="57778" y="57392"/>
                  <a:pt x="58398" y="56794"/>
                  <a:pt x="59062" y="56174"/>
                </a:cubicBezTo>
                <a:close/>
                <a:moveTo>
                  <a:pt x="108476" y="46447"/>
                </a:moveTo>
                <a:cubicBezTo>
                  <a:pt x="108476" y="46646"/>
                  <a:pt x="108525" y="46795"/>
                  <a:pt x="108575" y="46994"/>
                </a:cubicBezTo>
                <a:cubicBezTo>
                  <a:pt x="108600" y="47144"/>
                  <a:pt x="108625" y="47318"/>
                  <a:pt x="108650" y="47492"/>
                </a:cubicBezTo>
                <a:cubicBezTo>
                  <a:pt x="108650" y="47517"/>
                  <a:pt x="108650" y="47542"/>
                  <a:pt x="108700" y="47567"/>
                </a:cubicBezTo>
                <a:lnTo>
                  <a:pt x="108700" y="47642"/>
                </a:lnTo>
                <a:cubicBezTo>
                  <a:pt x="108725" y="47766"/>
                  <a:pt x="108725" y="47891"/>
                  <a:pt x="108749" y="48015"/>
                </a:cubicBezTo>
                <a:cubicBezTo>
                  <a:pt x="106659" y="52919"/>
                  <a:pt x="103921" y="57946"/>
                  <a:pt x="100635" y="62925"/>
                </a:cubicBezTo>
                <a:cubicBezTo>
                  <a:pt x="99490" y="62925"/>
                  <a:pt x="98295" y="62825"/>
                  <a:pt x="97076" y="62676"/>
                </a:cubicBezTo>
                <a:cubicBezTo>
                  <a:pt x="98644" y="58245"/>
                  <a:pt x="99141" y="54088"/>
                  <a:pt x="98295" y="50629"/>
                </a:cubicBezTo>
                <a:cubicBezTo>
                  <a:pt x="98370" y="50629"/>
                  <a:pt x="98420" y="50604"/>
                  <a:pt x="98494" y="50604"/>
                </a:cubicBezTo>
                <a:lnTo>
                  <a:pt x="98519" y="50604"/>
                </a:lnTo>
                <a:lnTo>
                  <a:pt x="99440" y="50405"/>
                </a:lnTo>
                <a:cubicBezTo>
                  <a:pt x="99764" y="50355"/>
                  <a:pt x="100062" y="50255"/>
                  <a:pt x="100411" y="50156"/>
                </a:cubicBezTo>
                <a:lnTo>
                  <a:pt x="100486" y="50156"/>
                </a:lnTo>
                <a:cubicBezTo>
                  <a:pt x="100510" y="50156"/>
                  <a:pt x="100510" y="50156"/>
                  <a:pt x="100535" y="50131"/>
                </a:cubicBezTo>
                <a:cubicBezTo>
                  <a:pt x="100809" y="50031"/>
                  <a:pt x="101133" y="49981"/>
                  <a:pt x="101407" y="49882"/>
                </a:cubicBezTo>
                <a:cubicBezTo>
                  <a:pt x="101730" y="49782"/>
                  <a:pt x="102004" y="49658"/>
                  <a:pt x="102303" y="49558"/>
                </a:cubicBezTo>
                <a:cubicBezTo>
                  <a:pt x="102352" y="49558"/>
                  <a:pt x="102352" y="49558"/>
                  <a:pt x="102377" y="49533"/>
                </a:cubicBezTo>
                <a:cubicBezTo>
                  <a:pt x="102676" y="49409"/>
                  <a:pt x="103024" y="49309"/>
                  <a:pt x="103348" y="49185"/>
                </a:cubicBezTo>
                <a:cubicBezTo>
                  <a:pt x="103622" y="49060"/>
                  <a:pt x="103896" y="48936"/>
                  <a:pt x="104145" y="48811"/>
                </a:cubicBezTo>
                <a:cubicBezTo>
                  <a:pt x="104145" y="48811"/>
                  <a:pt x="104169" y="48811"/>
                  <a:pt x="104169" y="48787"/>
                </a:cubicBezTo>
                <a:cubicBezTo>
                  <a:pt x="104219" y="48787"/>
                  <a:pt x="104244" y="48762"/>
                  <a:pt x="104269" y="48762"/>
                </a:cubicBezTo>
                <a:cubicBezTo>
                  <a:pt x="104543" y="48637"/>
                  <a:pt x="104866" y="48513"/>
                  <a:pt x="105140" y="48363"/>
                </a:cubicBezTo>
                <a:cubicBezTo>
                  <a:pt x="105389" y="48239"/>
                  <a:pt x="105638" y="48065"/>
                  <a:pt x="105887" y="47940"/>
                </a:cubicBezTo>
                <a:lnTo>
                  <a:pt x="105912" y="47940"/>
                </a:lnTo>
                <a:cubicBezTo>
                  <a:pt x="106111" y="47866"/>
                  <a:pt x="106260" y="47766"/>
                  <a:pt x="106459" y="47667"/>
                </a:cubicBezTo>
                <a:cubicBezTo>
                  <a:pt x="106609" y="47567"/>
                  <a:pt x="106758" y="47517"/>
                  <a:pt x="106908" y="47418"/>
                </a:cubicBezTo>
                <a:cubicBezTo>
                  <a:pt x="107007" y="47368"/>
                  <a:pt x="107082" y="47318"/>
                  <a:pt x="107156" y="47268"/>
                </a:cubicBezTo>
                <a:cubicBezTo>
                  <a:pt x="107331" y="47169"/>
                  <a:pt x="107480" y="47044"/>
                  <a:pt x="107654" y="46945"/>
                </a:cubicBezTo>
                <a:cubicBezTo>
                  <a:pt x="107953" y="46770"/>
                  <a:pt x="108227" y="46621"/>
                  <a:pt x="108476" y="46447"/>
                </a:cubicBezTo>
                <a:close/>
                <a:moveTo>
                  <a:pt x="108774" y="48413"/>
                </a:moveTo>
                <a:lnTo>
                  <a:pt x="108774" y="48488"/>
                </a:lnTo>
                <a:cubicBezTo>
                  <a:pt x="106733" y="53267"/>
                  <a:pt x="104095" y="58121"/>
                  <a:pt x="100909" y="62925"/>
                </a:cubicBezTo>
                <a:lnTo>
                  <a:pt x="100859" y="62925"/>
                </a:lnTo>
                <a:cubicBezTo>
                  <a:pt x="104020" y="58121"/>
                  <a:pt x="106708" y="53242"/>
                  <a:pt x="108774" y="48413"/>
                </a:cubicBezTo>
                <a:close/>
                <a:moveTo>
                  <a:pt x="67281" y="57598"/>
                </a:moveTo>
                <a:cubicBezTo>
                  <a:pt x="68202" y="59067"/>
                  <a:pt x="69695" y="60859"/>
                  <a:pt x="71637" y="62875"/>
                </a:cubicBezTo>
                <a:cubicBezTo>
                  <a:pt x="71637" y="62925"/>
                  <a:pt x="71587" y="62925"/>
                  <a:pt x="71587" y="62950"/>
                </a:cubicBezTo>
                <a:cubicBezTo>
                  <a:pt x="69670" y="60933"/>
                  <a:pt x="68177" y="59116"/>
                  <a:pt x="67206" y="57648"/>
                </a:cubicBezTo>
                <a:lnTo>
                  <a:pt x="67281" y="57598"/>
                </a:lnTo>
                <a:close/>
                <a:moveTo>
                  <a:pt x="75819" y="56826"/>
                </a:moveTo>
                <a:cubicBezTo>
                  <a:pt x="75819" y="56826"/>
                  <a:pt x="75868" y="56826"/>
                  <a:pt x="75868" y="56851"/>
                </a:cubicBezTo>
                <a:lnTo>
                  <a:pt x="75893" y="56851"/>
                </a:lnTo>
                <a:cubicBezTo>
                  <a:pt x="75843" y="57001"/>
                  <a:pt x="75744" y="57125"/>
                  <a:pt x="75669" y="57274"/>
                </a:cubicBezTo>
                <a:cubicBezTo>
                  <a:pt x="75619" y="57399"/>
                  <a:pt x="75545" y="57498"/>
                  <a:pt x="75495" y="57623"/>
                </a:cubicBezTo>
                <a:cubicBezTo>
                  <a:pt x="75395" y="57822"/>
                  <a:pt x="75271" y="57996"/>
                  <a:pt x="75171" y="58195"/>
                </a:cubicBezTo>
                <a:cubicBezTo>
                  <a:pt x="75122" y="58320"/>
                  <a:pt x="75047" y="58444"/>
                  <a:pt x="74972" y="58519"/>
                </a:cubicBezTo>
                <a:cubicBezTo>
                  <a:pt x="74773" y="58843"/>
                  <a:pt x="74549" y="59141"/>
                  <a:pt x="74375" y="59465"/>
                </a:cubicBezTo>
                <a:cubicBezTo>
                  <a:pt x="74176" y="59764"/>
                  <a:pt x="74001" y="60087"/>
                  <a:pt x="73777" y="60361"/>
                </a:cubicBezTo>
                <a:cubicBezTo>
                  <a:pt x="73603" y="60684"/>
                  <a:pt x="73354" y="60958"/>
                  <a:pt x="73155" y="61257"/>
                </a:cubicBezTo>
                <a:cubicBezTo>
                  <a:pt x="72931" y="61581"/>
                  <a:pt x="72757" y="61854"/>
                  <a:pt x="72533" y="62178"/>
                </a:cubicBezTo>
                <a:cubicBezTo>
                  <a:pt x="72508" y="62203"/>
                  <a:pt x="72508" y="62228"/>
                  <a:pt x="72483" y="62253"/>
                </a:cubicBezTo>
                <a:cubicBezTo>
                  <a:pt x="72284" y="62502"/>
                  <a:pt x="72110" y="62726"/>
                  <a:pt x="71911" y="62950"/>
                </a:cubicBezTo>
                <a:lnTo>
                  <a:pt x="71886" y="62925"/>
                </a:lnTo>
                <a:cubicBezTo>
                  <a:pt x="73429" y="60884"/>
                  <a:pt x="74773" y="58843"/>
                  <a:pt x="75819" y="56826"/>
                </a:cubicBezTo>
                <a:close/>
                <a:moveTo>
                  <a:pt x="108874" y="48936"/>
                </a:moveTo>
                <a:lnTo>
                  <a:pt x="108874" y="49036"/>
                </a:lnTo>
                <a:cubicBezTo>
                  <a:pt x="108899" y="49235"/>
                  <a:pt x="108899" y="49409"/>
                  <a:pt x="108899" y="49558"/>
                </a:cubicBezTo>
                <a:cubicBezTo>
                  <a:pt x="108949" y="49882"/>
                  <a:pt x="108949" y="50156"/>
                  <a:pt x="108973" y="50479"/>
                </a:cubicBezTo>
                <a:lnTo>
                  <a:pt x="108973" y="50554"/>
                </a:lnTo>
                <a:lnTo>
                  <a:pt x="108973" y="50853"/>
                </a:lnTo>
                <a:lnTo>
                  <a:pt x="108973" y="51923"/>
                </a:lnTo>
                <a:lnTo>
                  <a:pt x="108973" y="52222"/>
                </a:lnTo>
                <a:lnTo>
                  <a:pt x="108874" y="53416"/>
                </a:lnTo>
                <a:cubicBezTo>
                  <a:pt x="108874" y="53491"/>
                  <a:pt x="108874" y="53591"/>
                  <a:pt x="108849" y="53640"/>
                </a:cubicBezTo>
                <a:cubicBezTo>
                  <a:pt x="108824" y="54088"/>
                  <a:pt x="108749" y="54512"/>
                  <a:pt x="108700" y="54960"/>
                </a:cubicBezTo>
                <a:cubicBezTo>
                  <a:pt x="108700" y="55009"/>
                  <a:pt x="108700" y="55034"/>
                  <a:pt x="108650" y="55109"/>
                </a:cubicBezTo>
                <a:lnTo>
                  <a:pt x="108650" y="55134"/>
                </a:lnTo>
                <a:cubicBezTo>
                  <a:pt x="108600" y="55607"/>
                  <a:pt x="108501" y="56080"/>
                  <a:pt x="108401" y="56577"/>
                </a:cubicBezTo>
                <a:lnTo>
                  <a:pt x="108401" y="56602"/>
                </a:lnTo>
                <a:lnTo>
                  <a:pt x="108401" y="56627"/>
                </a:lnTo>
                <a:lnTo>
                  <a:pt x="108401" y="56702"/>
                </a:lnTo>
                <a:cubicBezTo>
                  <a:pt x="108301" y="57200"/>
                  <a:pt x="108202" y="57722"/>
                  <a:pt x="108052" y="58245"/>
                </a:cubicBezTo>
                <a:cubicBezTo>
                  <a:pt x="107654" y="59515"/>
                  <a:pt x="107256" y="60859"/>
                  <a:pt x="106758" y="62228"/>
                </a:cubicBezTo>
                <a:cubicBezTo>
                  <a:pt x="105016" y="62701"/>
                  <a:pt x="103124" y="62925"/>
                  <a:pt x="101158" y="62950"/>
                </a:cubicBezTo>
                <a:cubicBezTo>
                  <a:pt x="104219" y="58320"/>
                  <a:pt x="106833" y="53615"/>
                  <a:pt x="108874" y="48936"/>
                </a:cubicBezTo>
                <a:close/>
                <a:moveTo>
                  <a:pt x="51127" y="59714"/>
                </a:moveTo>
                <a:lnTo>
                  <a:pt x="51127" y="59714"/>
                </a:lnTo>
                <a:cubicBezTo>
                  <a:pt x="51027" y="59863"/>
                  <a:pt x="50952" y="59988"/>
                  <a:pt x="50828" y="60112"/>
                </a:cubicBezTo>
                <a:cubicBezTo>
                  <a:pt x="50828" y="60137"/>
                  <a:pt x="50778" y="60137"/>
                  <a:pt x="50778" y="60187"/>
                </a:cubicBezTo>
                <a:cubicBezTo>
                  <a:pt x="50654" y="60311"/>
                  <a:pt x="50529" y="60460"/>
                  <a:pt x="50405" y="60585"/>
                </a:cubicBezTo>
                <a:cubicBezTo>
                  <a:pt x="50031" y="60983"/>
                  <a:pt x="49708" y="61431"/>
                  <a:pt x="49359" y="61829"/>
                </a:cubicBezTo>
                <a:cubicBezTo>
                  <a:pt x="49260" y="61929"/>
                  <a:pt x="49210" y="62004"/>
                  <a:pt x="49110" y="62128"/>
                </a:cubicBezTo>
                <a:cubicBezTo>
                  <a:pt x="48861" y="62427"/>
                  <a:pt x="48637" y="62701"/>
                  <a:pt x="48413" y="62999"/>
                </a:cubicBezTo>
                <a:lnTo>
                  <a:pt x="48388" y="62999"/>
                </a:lnTo>
                <a:cubicBezTo>
                  <a:pt x="49235" y="61879"/>
                  <a:pt x="50156" y="60809"/>
                  <a:pt x="51127" y="59714"/>
                </a:cubicBezTo>
                <a:close/>
                <a:moveTo>
                  <a:pt x="40672" y="59515"/>
                </a:moveTo>
                <a:cubicBezTo>
                  <a:pt x="41170" y="59838"/>
                  <a:pt x="41643" y="60112"/>
                  <a:pt x="42116" y="60386"/>
                </a:cubicBezTo>
                <a:cubicBezTo>
                  <a:pt x="41668" y="61307"/>
                  <a:pt x="41270" y="62203"/>
                  <a:pt x="40921" y="63099"/>
                </a:cubicBezTo>
                <a:cubicBezTo>
                  <a:pt x="40349" y="62551"/>
                  <a:pt x="39776" y="62004"/>
                  <a:pt x="39154" y="61481"/>
                </a:cubicBezTo>
                <a:cubicBezTo>
                  <a:pt x="39652" y="60834"/>
                  <a:pt x="40150" y="60187"/>
                  <a:pt x="40672" y="59515"/>
                </a:cubicBezTo>
                <a:close/>
                <a:moveTo>
                  <a:pt x="42614" y="60386"/>
                </a:moveTo>
                <a:cubicBezTo>
                  <a:pt x="44605" y="61556"/>
                  <a:pt x="46422" y="62477"/>
                  <a:pt x="47990" y="63074"/>
                </a:cubicBezTo>
                <a:cubicBezTo>
                  <a:pt x="47990" y="63099"/>
                  <a:pt x="47990" y="63099"/>
                  <a:pt x="47965" y="63124"/>
                </a:cubicBezTo>
                <a:cubicBezTo>
                  <a:pt x="46397" y="62551"/>
                  <a:pt x="44555" y="61630"/>
                  <a:pt x="42564" y="60460"/>
                </a:cubicBezTo>
                <a:cubicBezTo>
                  <a:pt x="42564" y="60436"/>
                  <a:pt x="42614" y="60436"/>
                  <a:pt x="42614" y="60386"/>
                </a:cubicBezTo>
                <a:close/>
                <a:moveTo>
                  <a:pt x="97026" y="62850"/>
                </a:moveTo>
                <a:cubicBezTo>
                  <a:pt x="98196" y="62999"/>
                  <a:pt x="99365" y="63099"/>
                  <a:pt x="100510" y="63099"/>
                </a:cubicBezTo>
                <a:cubicBezTo>
                  <a:pt x="100510" y="63124"/>
                  <a:pt x="100486" y="63124"/>
                  <a:pt x="100486" y="63174"/>
                </a:cubicBezTo>
                <a:cubicBezTo>
                  <a:pt x="99316" y="63124"/>
                  <a:pt x="98171" y="63049"/>
                  <a:pt x="97026" y="62925"/>
                </a:cubicBezTo>
                <a:lnTo>
                  <a:pt x="97026" y="62850"/>
                </a:lnTo>
                <a:close/>
                <a:moveTo>
                  <a:pt x="100784" y="63099"/>
                </a:moveTo>
                <a:cubicBezTo>
                  <a:pt x="100759" y="63124"/>
                  <a:pt x="100759" y="63174"/>
                  <a:pt x="100735" y="63174"/>
                </a:cubicBezTo>
                <a:lnTo>
                  <a:pt x="100660" y="63174"/>
                </a:lnTo>
                <a:cubicBezTo>
                  <a:pt x="100660" y="63124"/>
                  <a:pt x="100685" y="63124"/>
                  <a:pt x="100735" y="63099"/>
                </a:cubicBezTo>
                <a:close/>
                <a:moveTo>
                  <a:pt x="106659" y="62427"/>
                </a:moveTo>
                <a:cubicBezTo>
                  <a:pt x="106659" y="62452"/>
                  <a:pt x="106634" y="62477"/>
                  <a:pt x="106634" y="62477"/>
                </a:cubicBezTo>
                <a:cubicBezTo>
                  <a:pt x="104916" y="62925"/>
                  <a:pt x="103000" y="63174"/>
                  <a:pt x="100983" y="63174"/>
                </a:cubicBezTo>
                <a:cubicBezTo>
                  <a:pt x="101008" y="63174"/>
                  <a:pt x="101033" y="63124"/>
                  <a:pt x="101033" y="63099"/>
                </a:cubicBezTo>
                <a:cubicBezTo>
                  <a:pt x="103024" y="63099"/>
                  <a:pt x="104916" y="62875"/>
                  <a:pt x="106659" y="62427"/>
                </a:cubicBezTo>
                <a:close/>
                <a:moveTo>
                  <a:pt x="51276" y="59963"/>
                </a:moveTo>
                <a:cubicBezTo>
                  <a:pt x="51276" y="59988"/>
                  <a:pt x="51326" y="60062"/>
                  <a:pt x="51375" y="60112"/>
                </a:cubicBezTo>
                <a:cubicBezTo>
                  <a:pt x="50579" y="61133"/>
                  <a:pt x="49782" y="62203"/>
                  <a:pt x="49110" y="63248"/>
                </a:cubicBezTo>
                <a:cubicBezTo>
                  <a:pt x="48961" y="63198"/>
                  <a:pt x="48762" y="63124"/>
                  <a:pt x="48588" y="63099"/>
                </a:cubicBezTo>
                <a:cubicBezTo>
                  <a:pt x="48762" y="62875"/>
                  <a:pt x="48961" y="62626"/>
                  <a:pt x="49135" y="62427"/>
                </a:cubicBezTo>
                <a:lnTo>
                  <a:pt x="49160" y="62377"/>
                </a:lnTo>
                <a:lnTo>
                  <a:pt x="49733" y="61730"/>
                </a:lnTo>
                <a:cubicBezTo>
                  <a:pt x="49982" y="61456"/>
                  <a:pt x="50230" y="61133"/>
                  <a:pt x="50479" y="60859"/>
                </a:cubicBezTo>
                <a:lnTo>
                  <a:pt x="51127" y="60112"/>
                </a:lnTo>
                <a:cubicBezTo>
                  <a:pt x="51201" y="60062"/>
                  <a:pt x="51226" y="59988"/>
                  <a:pt x="51276" y="59963"/>
                </a:cubicBezTo>
                <a:close/>
                <a:moveTo>
                  <a:pt x="39054" y="61630"/>
                </a:moveTo>
                <a:cubicBezTo>
                  <a:pt x="39677" y="62178"/>
                  <a:pt x="40299" y="62726"/>
                  <a:pt x="40871" y="63298"/>
                </a:cubicBezTo>
                <a:cubicBezTo>
                  <a:pt x="40871" y="63323"/>
                  <a:pt x="40822" y="63323"/>
                  <a:pt x="40822" y="63348"/>
                </a:cubicBezTo>
                <a:cubicBezTo>
                  <a:pt x="40274" y="62750"/>
                  <a:pt x="39652" y="62228"/>
                  <a:pt x="39029" y="61680"/>
                </a:cubicBezTo>
                <a:lnTo>
                  <a:pt x="39054" y="61630"/>
                </a:lnTo>
                <a:close/>
                <a:moveTo>
                  <a:pt x="42365" y="60560"/>
                </a:moveTo>
                <a:cubicBezTo>
                  <a:pt x="42365" y="60560"/>
                  <a:pt x="42390" y="60560"/>
                  <a:pt x="42390" y="60585"/>
                </a:cubicBezTo>
                <a:cubicBezTo>
                  <a:pt x="41917" y="61506"/>
                  <a:pt x="41519" y="62427"/>
                  <a:pt x="41170" y="63348"/>
                </a:cubicBezTo>
                <a:lnTo>
                  <a:pt x="41145" y="63323"/>
                </a:lnTo>
                <a:lnTo>
                  <a:pt x="41120" y="63298"/>
                </a:lnTo>
                <a:cubicBezTo>
                  <a:pt x="41120" y="63198"/>
                  <a:pt x="41145" y="63124"/>
                  <a:pt x="41170" y="63074"/>
                </a:cubicBezTo>
                <a:cubicBezTo>
                  <a:pt x="41245" y="62950"/>
                  <a:pt x="41295" y="62800"/>
                  <a:pt x="41319" y="62676"/>
                </a:cubicBezTo>
                <a:lnTo>
                  <a:pt x="41519" y="62203"/>
                </a:lnTo>
                <a:cubicBezTo>
                  <a:pt x="41543" y="62103"/>
                  <a:pt x="41618" y="61979"/>
                  <a:pt x="41668" y="61879"/>
                </a:cubicBezTo>
                <a:cubicBezTo>
                  <a:pt x="41767" y="61705"/>
                  <a:pt x="41867" y="61481"/>
                  <a:pt x="41942" y="61307"/>
                </a:cubicBezTo>
                <a:cubicBezTo>
                  <a:pt x="41991" y="61232"/>
                  <a:pt x="42016" y="61133"/>
                  <a:pt x="42066" y="61083"/>
                </a:cubicBezTo>
                <a:cubicBezTo>
                  <a:pt x="42166" y="60884"/>
                  <a:pt x="42240" y="60734"/>
                  <a:pt x="42315" y="60560"/>
                </a:cubicBezTo>
                <a:close/>
                <a:moveTo>
                  <a:pt x="51475" y="60311"/>
                </a:moveTo>
                <a:cubicBezTo>
                  <a:pt x="51475" y="60336"/>
                  <a:pt x="51500" y="60336"/>
                  <a:pt x="51500" y="60361"/>
                </a:cubicBezTo>
                <a:cubicBezTo>
                  <a:pt x="50728" y="61357"/>
                  <a:pt x="50006" y="62352"/>
                  <a:pt x="49334" y="63348"/>
                </a:cubicBezTo>
                <a:cubicBezTo>
                  <a:pt x="49285" y="63348"/>
                  <a:pt x="49285" y="63348"/>
                  <a:pt x="49260" y="63323"/>
                </a:cubicBezTo>
                <a:cubicBezTo>
                  <a:pt x="49957" y="62302"/>
                  <a:pt x="50703" y="61307"/>
                  <a:pt x="51475" y="60311"/>
                </a:cubicBezTo>
                <a:close/>
                <a:moveTo>
                  <a:pt x="48463" y="63223"/>
                </a:moveTo>
                <a:cubicBezTo>
                  <a:pt x="48637" y="63298"/>
                  <a:pt x="48837" y="63348"/>
                  <a:pt x="48986" y="63422"/>
                </a:cubicBezTo>
                <a:cubicBezTo>
                  <a:pt x="48986" y="63447"/>
                  <a:pt x="48961" y="63447"/>
                  <a:pt x="48961" y="63472"/>
                </a:cubicBezTo>
                <a:cubicBezTo>
                  <a:pt x="48762" y="63422"/>
                  <a:pt x="48613" y="63348"/>
                  <a:pt x="48413" y="63298"/>
                </a:cubicBezTo>
                <a:cubicBezTo>
                  <a:pt x="48413" y="63248"/>
                  <a:pt x="48463" y="63248"/>
                  <a:pt x="48463" y="63223"/>
                </a:cubicBezTo>
                <a:close/>
                <a:moveTo>
                  <a:pt x="76043" y="56951"/>
                </a:moveTo>
                <a:cubicBezTo>
                  <a:pt x="76491" y="57225"/>
                  <a:pt x="76963" y="57474"/>
                  <a:pt x="77412" y="57772"/>
                </a:cubicBezTo>
                <a:cubicBezTo>
                  <a:pt x="75868" y="59714"/>
                  <a:pt x="74225" y="61605"/>
                  <a:pt x="72483" y="63497"/>
                </a:cubicBezTo>
                <a:lnTo>
                  <a:pt x="72035" y="63074"/>
                </a:lnTo>
                <a:cubicBezTo>
                  <a:pt x="73628" y="61083"/>
                  <a:pt x="74972" y="58992"/>
                  <a:pt x="76043" y="56951"/>
                </a:cubicBezTo>
                <a:close/>
                <a:moveTo>
                  <a:pt x="49160" y="63472"/>
                </a:moveTo>
                <a:cubicBezTo>
                  <a:pt x="49210" y="63472"/>
                  <a:pt x="49210" y="63472"/>
                  <a:pt x="49235" y="63497"/>
                </a:cubicBezTo>
                <a:cubicBezTo>
                  <a:pt x="49235" y="63547"/>
                  <a:pt x="49210" y="63547"/>
                  <a:pt x="49210" y="63572"/>
                </a:cubicBezTo>
                <a:cubicBezTo>
                  <a:pt x="49160" y="63547"/>
                  <a:pt x="49135" y="63547"/>
                  <a:pt x="49135" y="63547"/>
                </a:cubicBezTo>
                <a:cubicBezTo>
                  <a:pt x="49135" y="63497"/>
                  <a:pt x="49160" y="63497"/>
                  <a:pt x="49160" y="63472"/>
                </a:cubicBezTo>
                <a:close/>
                <a:moveTo>
                  <a:pt x="51599" y="60510"/>
                </a:moveTo>
                <a:cubicBezTo>
                  <a:pt x="52247" y="61755"/>
                  <a:pt x="52471" y="62676"/>
                  <a:pt x="52147" y="63174"/>
                </a:cubicBezTo>
                <a:cubicBezTo>
                  <a:pt x="51978" y="63455"/>
                  <a:pt x="51604" y="63593"/>
                  <a:pt x="51063" y="63593"/>
                </a:cubicBezTo>
                <a:cubicBezTo>
                  <a:pt x="50646" y="63593"/>
                  <a:pt x="50130" y="63510"/>
                  <a:pt x="49533" y="63348"/>
                </a:cubicBezTo>
                <a:cubicBezTo>
                  <a:pt x="50156" y="62427"/>
                  <a:pt x="50853" y="61456"/>
                  <a:pt x="51599" y="60510"/>
                </a:cubicBezTo>
                <a:close/>
                <a:moveTo>
                  <a:pt x="3435" y="63174"/>
                </a:moveTo>
                <a:lnTo>
                  <a:pt x="3435" y="63373"/>
                </a:lnTo>
                <a:cubicBezTo>
                  <a:pt x="3410" y="63447"/>
                  <a:pt x="3410" y="63547"/>
                  <a:pt x="3360" y="63597"/>
                </a:cubicBezTo>
                <a:lnTo>
                  <a:pt x="3360" y="63373"/>
                </a:lnTo>
                <a:cubicBezTo>
                  <a:pt x="3385" y="63323"/>
                  <a:pt x="3385" y="63248"/>
                  <a:pt x="3435" y="63174"/>
                </a:cubicBezTo>
                <a:close/>
                <a:moveTo>
                  <a:pt x="52471" y="63099"/>
                </a:moveTo>
                <a:cubicBezTo>
                  <a:pt x="52471" y="63124"/>
                  <a:pt x="52446" y="63174"/>
                  <a:pt x="52396" y="63198"/>
                </a:cubicBezTo>
                <a:lnTo>
                  <a:pt x="52396" y="63223"/>
                </a:lnTo>
                <a:cubicBezTo>
                  <a:pt x="52396" y="63248"/>
                  <a:pt x="52371" y="63298"/>
                  <a:pt x="52371" y="63323"/>
                </a:cubicBezTo>
                <a:cubicBezTo>
                  <a:pt x="52321" y="63422"/>
                  <a:pt x="52247" y="63497"/>
                  <a:pt x="52147" y="63572"/>
                </a:cubicBezTo>
                <a:lnTo>
                  <a:pt x="52122" y="63572"/>
                </a:lnTo>
                <a:cubicBezTo>
                  <a:pt x="52122" y="63572"/>
                  <a:pt x="52097" y="63597"/>
                  <a:pt x="52072" y="63597"/>
                </a:cubicBezTo>
                <a:cubicBezTo>
                  <a:pt x="52197" y="63447"/>
                  <a:pt x="52321" y="63248"/>
                  <a:pt x="52471" y="63099"/>
                </a:cubicBezTo>
                <a:close/>
                <a:moveTo>
                  <a:pt x="71935" y="63198"/>
                </a:moveTo>
                <a:lnTo>
                  <a:pt x="72359" y="63597"/>
                </a:lnTo>
                <a:cubicBezTo>
                  <a:pt x="72359" y="63622"/>
                  <a:pt x="72309" y="63622"/>
                  <a:pt x="72309" y="63622"/>
                </a:cubicBezTo>
                <a:lnTo>
                  <a:pt x="71920" y="63232"/>
                </a:lnTo>
                <a:lnTo>
                  <a:pt x="71920" y="63232"/>
                </a:lnTo>
                <a:cubicBezTo>
                  <a:pt x="71927" y="63228"/>
                  <a:pt x="71935" y="63213"/>
                  <a:pt x="71935" y="63198"/>
                </a:cubicBezTo>
                <a:close/>
                <a:moveTo>
                  <a:pt x="77586" y="57872"/>
                </a:moveTo>
                <a:cubicBezTo>
                  <a:pt x="77611" y="57872"/>
                  <a:pt x="77611" y="57897"/>
                  <a:pt x="77636" y="57897"/>
                </a:cubicBezTo>
                <a:cubicBezTo>
                  <a:pt x="76092" y="59863"/>
                  <a:pt x="74425" y="61805"/>
                  <a:pt x="72682" y="63671"/>
                </a:cubicBezTo>
                <a:lnTo>
                  <a:pt x="72657" y="63622"/>
                </a:lnTo>
                <a:cubicBezTo>
                  <a:pt x="74375" y="61730"/>
                  <a:pt x="76018" y="59813"/>
                  <a:pt x="77586" y="57872"/>
                </a:cubicBezTo>
                <a:close/>
                <a:moveTo>
                  <a:pt x="86323" y="59913"/>
                </a:moveTo>
                <a:cubicBezTo>
                  <a:pt x="87094" y="60286"/>
                  <a:pt x="87866" y="60610"/>
                  <a:pt x="88687" y="60909"/>
                </a:cubicBezTo>
                <a:cubicBezTo>
                  <a:pt x="87965" y="61879"/>
                  <a:pt x="87244" y="62825"/>
                  <a:pt x="86497" y="63746"/>
                </a:cubicBezTo>
                <a:cubicBezTo>
                  <a:pt x="86049" y="63373"/>
                  <a:pt x="85601" y="63024"/>
                  <a:pt x="85128" y="62676"/>
                </a:cubicBezTo>
                <a:cubicBezTo>
                  <a:pt x="85576" y="61730"/>
                  <a:pt x="85974" y="60834"/>
                  <a:pt x="86323" y="59913"/>
                </a:cubicBezTo>
                <a:close/>
                <a:moveTo>
                  <a:pt x="72508" y="63796"/>
                </a:moveTo>
                <a:lnTo>
                  <a:pt x="72533" y="63821"/>
                </a:lnTo>
                <a:cubicBezTo>
                  <a:pt x="72533" y="63846"/>
                  <a:pt x="72508" y="63846"/>
                  <a:pt x="72508" y="63846"/>
                </a:cubicBezTo>
                <a:lnTo>
                  <a:pt x="72458" y="63821"/>
                </a:lnTo>
                <a:cubicBezTo>
                  <a:pt x="72458" y="63796"/>
                  <a:pt x="72508" y="63796"/>
                  <a:pt x="72508" y="63796"/>
                </a:cubicBezTo>
                <a:close/>
                <a:moveTo>
                  <a:pt x="49384" y="63547"/>
                </a:moveTo>
                <a:cubicBezTo>
                  <a:pt x="50038" y="63714"/>
                  <a:pt x="50581" y="63798"/>
                  <a:pt x="51023" y="63798"/>
                </a:cubicBezTo>
                <a:cubicBezTo>
                  <a:pt x="51305" y="63798"/>
                  <a:pt x="51546" y="63764"/>
                  <a:pt x="51749" y="63696"/>
                </a:cubicBezTo>
                <a:lnTo>
                  <a:pt x="51749" y="63696"/>
                </a:lnTo>
                <a:cubicBezTo>
                  <a:pt x="51724" y="63721"/>
                  <a:pt x="51699" y="63746"/>
                  <a:pt x="51699" y="63796"/>
                </a:cubicBezTo>
                <a:cubicBezTo>
                  <a:pt x="51500" y="63846"/>
                  <a:pt x="51276" y="63871"/>
                  <a:pt x="51002" y="63871"/>
                </a:cubicBezTo>
                <a:cubicBezTo>
                  <a:pt x="50579" y="63871"/>
                  <a:pt x="50006" y="63796"/>
                  <a:pt x="49359" y="63597"/>
                </a:cubicBezTo>
                <a:cubicBezTo>
                  <a:pt x="49359" y="63572"/>
                  <a:pt x="49384" y="63572"/>
                  <a:pt x="49384" y="63547"/>
                </a:cubicBezTo>
                <a:close/>
                <a:moveTo>
                  <a:pt x="88837" y="61008"/>
                </a:moveTo>
                <a:cubicBezTo>
                  <a:pt x="88861" y="61008"/>
                  <a:pt x="88861" y="61008"/>
                  <a:pt x="88911" y="61058"/>
                </a:cubicBezTo>
                <a:cubicBezTo>
                  <a:pt x="88189" y="62004"/>
                  <a:pt x="87443" y="62950"/>
                  <a:pt x="86696" y="63920"/>
                </a:cubicBezTo>
                <a:cubicBezTo>
                  <a:pt x="86671" y="63920"/>
                  <a:pt x="86671" y="63871"/>
                  <a:pt x="86621" y="63871"/>
                </a:cubicBezTo>
                <a:cubicBezTo>
                  <a:pt x="87368" y="62950"/>
                  <a:pt x="88115" y="61979"/>
                  <a:pt x="88837" y="61008"/>
                </a:cubicBezTo>
                <a:close/>
                <a:moveTo>
                  <a:pt x="85053" y="62850"/>
                </a:moveTo>
                <a:cubicBezTo>
                  <a:pt x="85476" y="63198"/>
                  <a:pt x="85949" y="63572"/>
                  <a:pt x="86372" y="63920"/>
                </a:cubicBezTo>
                <a:cubicBezTo>
                  <a:pt x="86372" y="63945"/>
                  <a:pt x="86347" y="63945"/>
                  <a:pt x="86347" y="63970"/>
                </a:cubicBezTo>
                <a:cubicBezTo>
                  <a:pt x="85924" y="63597"/>
                  <a:pt x="85451" y="63248"/>
                  <a:pt x="85003" y="62925"/>
                </a:cubicBezTo>
                <a:cubicBezTo>
                  <a:pt x="85003" y="62875"/>
                  <a:pt x="85053" y="62875"/>
                  <a:pt x="85053" y="62850"/>
                </a:cubicBezTo>
                <a:close/>
                <a:moveTo>
                  <a:pt x="86497" y="64045"/>
                </a:moveTo>
                <a:cubicBezTo>
                  <a:pt x="86547" y="64045"/>
                  <a:pt x="86571" y="64045"/>
                  <a:pt x="86571" y="64070"/>
                </a:cubicBezTo>
                <a:cubicBezTo>
                  <a:pt x="86571" y="64095"/>
                  <a:pt x="86522" y="64095"/>
                  <a:pt x="86522" y="64119"/>
                </a:cubicBezTo>
                <a:cubicBezTo>
                  <a:pt x="86497" y="64119"/>
                  <a:pt x="86497" y="64095"/>
                  <a:pt x="86472" y="64095"/>
                </a:cubicBezTo>
                <a:cubicBezTo>
                  <a:pt x="86472" y="64070"/>
                  <a:pt x="86497" y="64070"/>
                  <a:pt x="86497" y="64045"/>
                </a:cubicBezTo>
                <a:close/>
                <a:moveTo>
                  <a:pt x="7019" y="56851"/>
                </a:moveTo>
                <a:lnTo>
                  <a:pt x="7019" y="56851"/>
                </a:lnTo>
                <a:cubicBezTo>
                  <a:pt x="5725" y="59365"/>
                  <a:pt x="4605" y="61879"/>
                  <a:pt x="3684" y="64343"/>
                </a:cubicBezTo>
                <a:cubicBezTo>
                  <a:pt x="3659" y="64045"/>
                  <a:pt x="3609" y="63721"/>
                  <a:pt x="3609" y="63373"/>
                </a:cubicBezTo>
                <a:cubicBezTo>
                  <a:pt x="4033" y="61879"/>
                  <a:pt x="4481" y="60336"/>
                  <a:pt x="5078" y="58768"/>
                </a:cubicBezTo>
                <a:cubicBezTo>
                  <a:pt x="5601" y="58046"/>
                  <a:pt x="6223" y="57399"/>
                  <a:pt x="7019" y="56851"/>
                </a:cubicBezTo>
                <a:close/>
                <a:moveTo>
                  <a:pt x="3460" y="63970"/>
                </a:moveTo>
                <a:cubicBezTo>
                  <a:pt x="3485" y="64244"/>
                  <a:pt x="3535" y="64468"/>
                  <a:pt x="3560" y="64717"/>
                </a:cubicBezTo>
                <a:cubicBezTo>
                  <a:pt x="3560" y="64742"/>
                  <a:pt x="3535" y="64816"/>
                  <a:pt x="3535" y="64841"/>
                </a:cubicBezTo>
                <a:cubicBezTo>
                  <a:pt x="3485" y="64617"/>
                  <a:pt x="3460" y="64368"/>
                  <a:pt x="3435" y="64169"/>
                </a:cubicBezTo>
                <a:cubicBezTo>
                  <a:pt x="3435" y="64095"/>
                  <a:pt x="3460" y="64045"/>
                  <a:pt x="3460" y="63970"/>
                </a:cubicBezTo>
                <a:close/>
                <a:moveTo>
                  <a:pt x="7443" y="56528"/>
                </a:moveTo>
                <a:cubicBezTo>
                  <a:pt x="6024" y="59340"/>
                  <a:pt x="4779" y="62128"/>
                  <a:pt x="3784" y="64841"/>
                </a:cubicBezTo>
                <a:cubicBezTo>
                  <a:pt x="3784" y="64816"/>
                  <a:pt x="3734" y="64742"/>
                  <a:pt x="3734" y="64717"/>
                </a:cubicBezTo>
                <a:cubicBezTo>
                  <a:pt x="4729" y="62053"/>
                  <a:pt x="5949" y="59340"/>
                  <a:pt x="7318" y="56602"/>
                </a:cubicBezTo>
                <a:cubicBezTo>
                  <a:pt x="7343" y="56577"/>
                  <a:pt x="7393" y="56528"/>
                  <a:pt x="7443" y="56528"/>
                </a:cubicBezTo>
                <a:close/>
                <a:moveTo>
                  <a:pt x="3609" y="65090"/>
                </a:moveTo>
                <a:cubicBezTo>
                  <a:pt x="3609" y="65115"/>
                  <a:pt x="3609" y="65165"/>
                  <a:pt x="3659" y="65215"/>
                </a:cubicBezTo>
                <a:cubicBezTo>
                  <a:pt x="3659" y="65240"/>
                  <a:pt x="3609" y="65314"/>
                  <a:pt x="3609" y="65339"/>
                </a:cubicBezTo>
                <a:cubicBezTo>
                  <a:pt x="3609" y="65314"/>
                  <a:pt x="3609" y="65240"/>
                  <a:pt x="3584" y="65215"/>
                </a:cubicBezTo>
                <a:cubicBezTo>
                  <a:pt x="3584" y="65190"/>
                  <a:pt x="3609" y="65115"/>
                  <a:pt x="3609" y="65090"/>
                </a:cubicBezTo>
                <a:close/>
                <a:moveTo>
                  <a:pt x="65713" y="54039"/>
                </a:moveTo>
                <a:lnTo>
                  <a:pt x="65713" y="54113"/>
                </a:lnTo>
                <a:lnTo>
                  <a:pt x="65713" y="54163"/>
                </a:lnTo>
                <a:cubicBezTo>
                  <a:pt x="65713" y="54163"/>
                  <a:pt x="65713" y="54213"/>
                  <a:pt x="65688" y="54213"/>
                </a:cubicBezTo>
                <a:cubicBezTo>
                  <a:pt x="65538" y="54387"/>
                  <a:pt x="65414" y="54536"/>
                  <a:pt x="65290" y="54711"/>
                </a:cubicBezTo>
                <a:cubicBezTo>
                  <a:pt x="64045" y="56204"/>
                  <a:pt x="62701" y="57623"/>
                  <a:pt x="61307" y="59017"/>
                </a:cubicBezTo>
                <a:cubicBezTo>
                  <a:pt x="60635" y="59639"/>
                  <a:pt x="59938" y="60336"/>
                  <a:pt x="59191" y="61008"/>
                </a:cubicBezTo>
                <a:cubicBezTo>
                  <a:pt x="58992" y="61207"/>
                  <a:pt x="58768" y="61381"/>
                  <a:pt x="58569" y="61581"/>
                </a:cubicBezTo>
                <a:cubicBezTo>
                  <a:pt x="58196" y="61929"/>
                  <a:pt x="57847" y="62228"/>
                  <a:pt x="57499" y="62551"/>
                </a:cubicBezTo>
                <a:cubicBezTo>
                  <a:pt x="57399" y="62626"/>
                  <a:pt x="57324" y="62726"/>
                  <a:pt x="57225" y="62800"/>
                </a:cubicBezTo>
                <a:lnTo>
                  <a:pt x="57200" y="62825"/>
                </a:lnTo>
                <a:cubicBezTo>
                  <a:pt x="56901" y="63049"/>
                  <a:pt x="56627" y="63248"/>
                  <a:pt x="56379" y="63497"/>
                </a:cubicBezTo>
                <a:cubicBezTo>
                  <a:pt x="55482" y="64219"/>
                  <a:pt x="54611" y="64916"/>
                  <a:pt x="53889" y="65439"/>
                </a:cubicBezTo>
                <a:cubicBezTo>
                  <a:pt x="53815" y="65439"/>
                  <a:pt x="53765" y="65464"/>
                  <a:pt x="53740" y="65464"/>
                </a:cubicBezTo>
                <a:lnTo>
                  <a:pt x="53616" y="65464"/>
                </a:lnTo>
                <a:cubicBezTo>
                  <a:pt x="53641" y="65439"/>
                  <a:pt x="53690" y="65414"/>
                  <a:pt x="53740" y="65364"/>
                </a:cubicBezTo>
                <a:cubicBezTo>
                  <a:pt x="53740" y="65364"/>
                  <a:pt x="53765" y="65364"/>
                  <a:pt x="53765" y="65339"/>
                </a:cubicBezTo>
                <a:cubicBezTo>
                  <a:pt x="53840" y="65289"/>
                  <a:pt x="53939" y="65240"/>
                  <a:pt x="53989" y="65190"/>
                </a:cubicBezTo>
                <a:cubicBezTo>
                  <a:pt x="54188" y="65040"/>
                  <a:pt x="54362" y="64891"/>
                  <a:pt x="54561" y="64767"/>
                </a:cubicBezTo>
                <a:cubicBezTo>
                  <a:pt x="54810" y="64592"/>
                  <a:pt x="55010" y="64443"/>
                  <a:pt x="55234" y="64244"/>
                </a:cubicBezTo>
                <a:lnTo>
                  <a:pt x="55308" y="64219"/>
                </a:lnTo>
                <a:cubicBezTo>
                  <a:pt x="55358" y="64169"/>
                  <a:pt x="55433" y="64119"/>
                  <a:pt x="55482" y="64070"/>
                </a:cubicBezTo>
                <a:cubicBezTo>
                  <a:pt x="55557" y="64045"/>
                  <a:pt x="55582" y="63970"/>
                  <a:pt x="55632" y="63945"/>
                </a:cubicBezTo>
                <a:lnTo>
                  <a:pt x="56105" y="63572"/>
                </a:lnTo>
                <a:cubicBezTo>
                  <a:pt x="56453" y="63298"/>
                  <a:pt x="56827" y="62999"/>
                  <a:pt x="57125" y="62726"/>
                </a:cubicBezTo>
                <a:cubicBezTo>
                  <a:pt x="57225" y="62676"/>
                  <a:pt x="57324" y="62576"/>
                  <a:pt x="57374" y="62502"/>
                </a:cubicBezTo>
                <a:lnTo>
                  <a:pt x="57424" y="62502"/>
                </a:lnTo>
                <a:cubicBezTo>
                  <a:pt x="57797" y="62203"/>
                  <a:pt x="58196" y="61854"/>
                  <a:pt x="58544" y="61556"/>
                </a:cubicBezTo>
                <a:cubicBezTo>
                  <a:pt x="58793" y="61332"/>
                  <a:pt x="58992" y="61108"/>
                  <a:pt x="59241" y="60884"/>
                </a:cubicBezTo>
                <a:cubicBezTo>
                  <a:pt x="59316" y="60834"/>
                  <a:pt x="59415" y="60759"/>
                  <a:pt x="59465" y="60709"/>
                </a:cubicBezTo>
                <a:cubicBezTo>
                  <a:pt x="59490" y="60684"/>
                  <a:pt x="59565" y="60635"/>
                  <a:pt x="59589" y="60585"/>
                </a:cubicBezTo>
                <a:cubicBezTo>
                  <a:pt x="60311" y="59888"/>
                  <a:pt x="60809" y="59390"/>
                  <a:pt x="61207" y="59017"/>
                </a:cubicBezTo>
                <a:cubicBezTo>
                  <a:pt x="61257" y="58967"/>
                  <a:pt x="61357" y="58892"/>
                  <a:pt x="61431" y="58843"/>
                </a:cubicBezTo>
                <a:lnTo>
                  <a:pt x="61456" y="58818"/>
                </a:lnTo>
                <a:lnTo>
                  <a:pt x="61830" y="58444"/>
                </a:lnTo>
                <a:lnTo>
                  <a:pt x="61879" y="58370"/>
                </a:lnTo>
                <a:cubicBezTo>
                  <a:pt x="61979" y="58270"/>
                  <a:pt x="62079" y="58195"/>
                  <a:pt x="62128" y="58096"/>
                </a:cubicBezTo>
                <a:lnTo>
                  <a:pt x="62253" y="57971"/>
                </a:lnTo>
                <a:cubicBezTo>
                  <a:pt x="62751" y="57449"/>
                  <a:pt x="63448" y="56727"/>
                  <a:pt x="64244" y="55781"/>
                </a:cubicBezTo>
                <a:cubicBezTo>
                  <a:pt x="64319" y="55731"/>
                  <a:pt x="64369" y="55632"/>
                  <a:pt x="64443" y="55582"/>
                </a:cubicBezTo>
                <a:cubicBezTo>
                  <a:pt x="64493" y="55482"/>
                  <a:pt x="64593" y="55408"/>
                  <a:pt x="64667" y="55333"/>
                </a:cubicBezTo>
                <a:cubicBezTo>
                  <a:pt x="64717" y="55258"/>
                  <a:pt x="64742" y="55208"/>
                  <a:pt x="64817" y="55134"/>
                </a:cubicBezTo>
                <a:cubicBezTo>
                  <a:pt x="65041" y="54860"/>
                  <a:pt x="65240" y="54611"/>
                  <a:pt x="65439" y="54387"/>
                </a:cubicBezTo>
                <a:cubicBezTo>
                  <a:pt x="65464" y="54337"/>
                  <a:pt x="65538" y="54288"/>
                  <a:pt x="65563" y="54238"/>
                </a:cubicBezTo>
                <a:cubicBezTo>
                  <a:pt x="65613" y="54163"/>
                  <a:pt x="65663" y="54113"/>
                  <a:pt x="65713" y="54039"/>
                </a:cubicBezTo>
                <a:close/>
                <a:moveTo>
                  <a:pt x="29197" y="56254"/>
                </a:moveTo>
                <a:cubicBezTo>
                  <a:pt x="29222" y="56254"/>
                  <a:pt x="29222" y="56279"/>
                  <a:pt x="29247" y="56279"/>
                </a:cubicBezTo>
                <a:cubicBezTo>
                  <a:pt x="26907" y="59465"/>
                  <a:pt x="24767" y="62701"/>
                  <a:pt x="22900" y="65912"/>
                </a:cubicBezTo>
                <a:lnTo>
                  <a:pt x="22850" y="65912"/>
                </a:lnTo>
                <a:cubicBezTo>
                  <a:pt x="24717" y="62701"/>
                  <a:pt x="26858" y="59465"/>
                  <a:pt x="29197" y="56254"/>
                </a:cubicBezTo>
                <a:close/>
                <a:moveTo>
                  <a:pt x="53367" y="65737"/>
                </a:moveTo>
                <a:cubicBezTo>
                  <a:pt x="53342" y="65787"/>
                  <a:pt x="53267" y="65812"/>
                  <a:pt x="53242" y="65837"/>
                </a:cubicBezTo>
                <a:cubicBezTo>
                  <a:pt x="53217" y="65862"/>
                  <a:pt x="53192" y="65862"/>
                  <a:pt x="53143" y="65912"/>
                </a:cubicBezTo>
                <a:cubicBezTo>
                  <a:pt x="53118" y="65936"/>
                  <a:pt x="53043" y="65961"/>
                  <a:pt x="53018" y="65986"/>
                </a:cubicBezTo>
                <a:lnTo>
                  <a:pt x="52993" y="65961"/>
                </a:lnTo>
                <a:cubicBezTo>
                  <a:pt x="52993" y="65961"/>
                  <a:pt x="52993" y="65936"/>
                  <a:pt x="53018" y="65936"/>
                </a:cubicBezTo>
                <a:cubicBezTo>
                  <a:pt x="53043" y="65936"/>
                  <a:pt x="53043" y="65912"/>
                  <a:pt x="53093" y="65912"/>
                </a:cubicBezTo>
                <a:lnTo>
                  <a:pt x="53118" y="65862"/>
                </a:lnTo>
                <a:cubicBezTo>
                  <a:pt x="53143" y="65837"/>
                  <a:pt x="53168" y="65837"/>
                  <a:pt x="53217" y="65812"/>
                </a:cubicBezTo>
                <a:cubicBezTo>
                  <a:pt x="53242" y="65812"/>
                  <a:pt x="53317" y="65787"/>
                  <a:pt x="53367" y="65737"/>
                </a:cubicBezTo>
                <a:close/>
                <a:moveTo>
                  <a:pt x="52869" y="66086"/>
                </a:moveTo>
                <a:lnTo>
                  <a:pt x="52869" y="66086"/>
                </a:lnTo>
                <a:cubicBezTo>
                  <a:pt x="52849" y="66106"/>
                  <a:pt x="52828" y="66126"/>
                  <a:pt x="52795" y="66133"/>
                </a:cubicBezTo>
                <a:lnTo>
                  <a:pt x="52795" y="66133"/>
                </a:lnTo>
                <a:cubicBezTo>
                  <a:pt x="52814" y="66121"/>
                  <a:pt x="52841" y="66100"/>
                  <a:pt x="52869" y="66086"/>
                </a:cubicBezTo>
                <a:close/>
                <a:moveTo>
                  <a:pt x="21730" y="54337"/>
                </a:moveTo>
                <a:cubicBezTo>
                  <a:pt x="24194" y="54661"/>
                  <a:pt x="26634" y="55283"/>
                  <a:pt x="29048" y="56204"/>
                </a:cubicBezTo>
                <a:cubicBezTo>
                  <a:pt x="26683" y="59440"/>
                  <a:pt x="24518" y="62701"/>
                  <a:pt x="22626" y="65936"/>
                </a:cubicBezTo>
                <a:cubicBezTo>
                  <a:pt x="22452" y="65961"/>
                  <a:pt x="22253" y="65961"/>
                  <a:pt x="22079" y="65986"/>
                </a:cubicBezTo>
                <a:cubicBezTo>
                  <a:pt x="21655" y="66036"/>
                  <a:pt x="21257" y="66086"/>
                  <a:pt x="20884" y="66111"/>
                </a:cubicBezTo>
                <a:cubicBezTo>
                  <a:pt x="20759" y="66161"/>
                  <a:pt x="20635" y="66185"/>
                  <a:pt x="20486" y="66185"/>
                </a:cubicBezTo>
                <a:cubicBezTo>
                  <a:pt x="19664" y="62825"/>
                  <a:pt x="20137" y="58718"/>
                  <a:pt x="21730" y="54337"/>
                </a:cubicBezTo>
                <a:close/>
                <a:moveTo>
                  <a:pt x="22776" y="66111"/>
                </a:moveTo>
                <a:cubicBezTo>
                  <a:pt x="22776" y="66161"/>
                  <a:pt x="22751" y="66161"/>
                  <a:pt x="22751" y="66185"/>
                </a:cubicBezTo>
                <a:lnTo>
                  <a:pt x="22701" y="66185"/>
                </a:lnTo>
                <a:cubicBezTo>
                  <a:pt x="22701" y="66161"/>
                  <a:pt x="22726" y="66161"/>
                  <a:pt x="22726" y="66111"/>
                </a:cubicBezTo>
                <a:close/>
                <a:moveTo>
                  <a:pt x="21531" y="54288"/>
                </a:moveTo>
                <a:cubicBezTo>
                  <a:pt x="19988" y="58693"/>
                  <a:pt x="19490" y="62825"/>
                  <a:pt x="20311" y="66235"/>
                </a:cubicBezTo>
                <a:lnTo>
                  <a:pt x="20262" y="66235"/>
                </a:lnTo>
                <a:cubicBezTo>
                  <a:pt x="19415" y="62825"/>
                  <a:pt x="19888" y="58693"/>
                  <a:pt x="21481" y="54288"/>
                </a:cubicBezTo>
                <a:close/>
                <a:moveTo>
                  <a:pt x="65663" y="54462"/>
                </a:moveTo>
                <a:cubicBezTo>
                  <a:pt x="65688" y="55084"/>
                  <a:pt x="65962" y="55856"/>
                  <a:pt x="66484" y="56777"/>
                </a:cubicBezTo>
                <a:cubicBezTo>
                  <a:pt x="63721" y="60236"/>
                  <a:pt x="60311" y="63522"/>
                  <a:pt x="56478" y="66285"/>
                </a:cubicBezTo>
                <a:cubicBezTo>
                  <a:pt x="55557" y="65787"/>
                  <a:pt x="54736" y="65488"/>
                  <a:pt x="54089" y="65464"/>
                </a:cubicBezTo>
                <a:cubicBezTo>
                  <a:pt x="54263" y="65314"/>
                  <a:pt x="54462" y="65190"/>
                  <a:pt x="54686" y="65040"/>
                </a:cubicBezTo>
                <a:cubicBezTo>
                  <a:pt x="54935" y="64841"/>
                  <a:pt x="55184" y="64667"/>
                  <a:pt x="55383" y="64468"/>
                </a:cubicBezTo>
                <a:lnTo>
                  <a:pt x="55458" y="64418"/>
                </a:lnTo>
                <a:cubicBezTo>
                  <a:pt x="55706" y="64219"/>
                  <a:pt x="55955" y="64045"/>
                  <a:pt x="56204" y="63821"/>
                </a:cubicBezTo>
                <a:cubicBezTo>
                  <a:pt x="56603" y="63497"/>
                  <a:pt x="57001" y="63174"/>
                  <a:pt x="57374" y="62850"/>
                </a:cubicBezTo>
                <a:cubicBezTo>
                  <a:pt x="58196" y="62178"/>
                  <a:pt x="58967" y="61481"/>
                  <a:pt x="59589" y="60884"/>
                </a:cubicBezTo>
                <a:cubicBezTo>
                  <a:pt x="59664" y="60859"/>
                  <a:pt x="59689" y="60784"/>
                  <a:pt x="59714" y="60759"/>
                </a:cubicBezTo>
                <a:cubicBezTo>
                  <a:pt x="60361" y="60137"/>
                  <a:pt x="60859" y="59664"/>
                  <a:pt x="61232" y="59291"/>
                </a:cubicBezTo>
                <a:lnTo>
                  <a:pt x="61506" y="59017"/>
                </a:lnTo>
                <a:lnTo>
                  <a:pt x="61556" y="58992"/>
                </a:lnTo>
                <a:lnTo>
                  <a:pt x="61929" y="58619"/>
                </a:lnTo>
                <a:lnTo>
                  <a:pt x="62128" y="58395"/>
                </a:lnTo>
                <a:cubicBezTo>
                  <a:pt x="62178" y="58370"/>
                  <a:pt x="62178" y="58345"/>
                  <a:pt x="62203" y="58345"/>
                </a:cubicBezTo>
                <a:lnTo>
                  <a:pt x="62477" y="58071"/>
                </a:lnTo>
                <a:cubicBezTo>
                  <a:pt x="62950" y="57573"/>
                  <a:pt x="63597" y="56876"/>
                  <a:pt x="64344" y="56030"/>
                </a:cubicBezTo>
                <a:cubicBezTo>
                  <a:pt x="64493" y="55856"/>
                  <a:pt x="64692" y="55657"/>
                  <a:pt x="64842" y="55457"/>
                </a:cubicBezTo>
                <a:cubicBezTo>
                  <a:pt x="64891" y="55408"/>
                  <a:pt x="64916" y="55358"/>
                  <a:pt x="64941" y="55333"/>
                </a:cubicBezTo>
                <a:cubicBezTo>
                  <a:pt x="65190" y="55009"/>
                  <a:pt x="65439" y="54736"/>
                  <a:pt x="65663" y="54462"/>
                </a:cubicBezTo>
                <a:close/>
                <a:moveTo>
                  <a:pt x="53840" y="65613"/>
                </a:moveTo>
                <a:cubicBezTo>
                  <a:pt x="54462" y="65613"/>
                  <a:pt x="55308" y="65862"/>
                  <a:pt x="56304" y="66409"/>
                </a:cubicBezTo>
                <a:cubicBezTo>
                  <a:pt x="56254" y="66409"/>
                  <a:pt x="56254" y="66434"/>
                  <a:pt x="56229" y="66434"/>
                </a:cubicBezTo>
                <a:cubicBezTo>
                  <a:pt x="56179" y="66409"/>
                  <a:pt x="56130" y="66409"/>
                  <a:pt x="56105" y="66360"/>
                </a:cubicBezTo>
                <a:cubicBezTo>
                  <a:pt x="55955" y="66285"/>
                  <a:pt x="55756" y="66210"/>
                  <a:pt x="55607" y="66111"/>
                </a:cubicBezTo>
                <a:cubicBezTo>
                  <a:pt x="55582" y="66111"/>
                  <a:pt x="55557" y="66086"/>
                  <a:pt x="55557" y="66086"/>
                </a:cubicBezTo>
                <a:cubicBezTo>
                  <a:pt x="55358" y="65986"/>
                  <a:pt x="55184" y="65936"/>
                  <a:pt x="54985" y="65862"/>
                </a:cubicBezTo>
                <a:cubicBezTo>
                  <a:pt x="54960" y="65862"/>
                  <a:pt x="54935" y="65837"/>
                  <a:pt x="54885" y="65837"/>
                </a:cubicBezTo>
                <a:cubicBezTo>
                  <a:pt x="54711" y="65787"/>
                  <a:pt x="54561" y="65737"/>
                  <a:pt x="54387" y="65712"/>
                </a:cubicBezTo>
                <a:cubicBezTo>
                  <a:pt x="54238" y="65688"/>
                  <a:pt x="54113" y="65688"/>
                  <a:pt x="53989" y="65688"/>
                </a:cubicBezTo>
                <a:lnTo>
                  <a:pt x="53740" y="65688"/>
                </a:lnTo>
                <a:cubicBezTo>
                  <a:pt x="53740" y="65688"/>
                  <a:pt x="53765" y="65688"/>
                  <a:pt x="53765" y="65663"/>
                </a:cubicBezTo>
                <a:cubicBezTo>
                  <a:pt x="53815" y="65613"/>
                  <a:pt x="53815" y="65613"/>
                  <a:pt x="53840" y="65613"/>
                </a:cubicBezTo>
                <a:close/>
                <a:moveTo>
                  <a:pt x="66584" y="56976"/>
                </a:moveTo>
                <a:cubicBezTo>
                  <a:pt x="66584" y="57001"/>
                  <a:pt x="66634" y="57001"/>
                  <a:pt x="66634" y="57026"/>
                </a:cubicBezTo>
                <a:cubicBezTo>
                  <a:pt x="63846" y="60460"/>
                  <a:pt x="60486" y="63696"/>
                  <a:pt x="56727" y="66434"/>
                </a:cubicBezTo>
                <a:cubicBezTo>
                  <a:pt x="56702" y="66434"/>
                  <a:pt x="56702" y="66409"/>
                  <a:pt x="56677" y="66409"/>
                </a:cubicBezTo>
                <a:cubicBezTo>
                  <a:pt x="60436" y="63671"/>
                  <a:pt x="63821" y="60386"/>
                  <a:pt x="66584" y="56976"/>
                </a:cubicBezTo>
                <a:close/>
                <a:moveTo>
                  <a:pt x="22502" y="66161"/>
                </a:moveTo>
                <a:cubicBezTo>
                  <a:pt x="22502" y="66185"/>
                  <a:pt x="22477" y="66210"/>
                  <a:pt x="22477" y="66210"/>
                </a:cubicBezTo>
                <a:cubicBezTo>
                  <a:pt x="21954" y="66285"/>
                  <a:pt x="21407" y="66310"/>
                  <a:pt x="20884" y="66409"/>
                </a:cubicBezTo>
                <a:cubicBezTo>
                  <a:pt x="20759" y="66434"/>
                  <a:pt x="20660" y="66434"/>
                  <a:pt x="20535" y="66459"/>
                </a:cubicBezTo>
                <a:cubicBezTo>
                  <a:pt x="20535" y="66434"/>
                  <a:pt x="20535" y="66434"/>
                  <a:pt x="20510" y="66409"/>
                </a:cubicBezTo>
                <a:cubicBezTo>
                  <a:pt x="20635" y="66360"/>
                  <a:pt x="20759" y="66335"/>
                  <a:pt x="20884" y="66335"/>
                </a:cubicBezTo>
                <a:cubicBezTo>
                  <a:pt x="21232" y="66285"/>
                  <a:pt x="21606" y="66235"/>
                  <a:pt x="21954" y="66210"/>
                </a:cubicBezTo>
                <a:cubicBezTo>
                  <a:pt x="22128" y="66185"/>
                  <a:pt x="22327" y="66161"/>
                  <a:pt x="22502" y="66161"/>
                </a:cubicBezTo>
                <a:close/>
                <a:moveTo>
                  <a:pt x="3286" y="64717"/>
                </a:moveTo>
                <a:cubicBezTo>
                  <a:pt x="3311" y="64866"/>
                  <a:pt x="3336" y="65040"/>
                  <a:pt x="3360" y="65215"/>
                </a:cubicBezTo>
                <a:lnTo>
                  <a:pt x="2912" y="66534"/>
                </a:lnTo>
                <a:cubicBezTo>
                  <a:pt x="3037" y="65936"/>
                  <a:pt x="3161" y="65314"/>
                  <a:pt x="3286" y="64717"/>
                </a:cubicBezTo>
                <a:close/>
                <a:moveTo>
                  <a:pt x="29446" y="56353"/>
                </a:moveTo>
                <a:cubicBezTo>
                  <a:pt x="30293" y="56652"/>
                  <a:pt x="31114" y="57026"/>
                  <a:pt x="31935" y="57399"/>
                </a:cubicBezTo>
                <a:cubicBezTo>
                  <a:pt x="30741" y="60759"/>
                  <a:pt x="30342" y="63920"/>
                  <a:pt x="30940" y="66584"/>
                </a:cubicBezTo>
                <a:cubicBezTo>
                  <a:pt x="30691" y="66534"/>
                  <a:pt x="30467" y="66459"/>
                  <a:pt x="30218" y="66409"/>
                </a:cubicBezTo>
                <a:cubicBezTo>
                  <a:pt x="30168" y="66409"/>
                  <a:pt x="30094" y="66360"/>
                  <a:pt x="30044" y="66360"/>
                </a:cubicBezTo>
                <a:cubicBezTo>
                  <a:pt x="29745" y="66310"/>
                  <a:pt x="29471" y="66235"/>
                  <a:pt x="29197" y="66210"/>
                </a:cubicBezTo>
                <a:cubicBezTo>
                  <a:pt x="29098" y="66210"/>
                  <a:pt x="29048" y="66185"/>
                  <a:pt x="28949" y="66185"/>
                </a:cubicBezTo>
                <a:cubicBezTo>
                  <a:pt x="28700" y="66161"/>
                  <a:pt x="28426" y="66086"/>
                  <a:pt x="28177" y="66061"/>
                </a:cubicBezTo>
                <a:cubicBezTo>
                  <a:pt x="28052" y="66036"/>
                  <a:pt x="27928" y="66036"/>
                  <a:pt x="27828" y="66036"/>
                </a:cubicBezTo>
                <a:cubicBezTo>
                  <a:pt x="27580" y="65986"/>
                  <a:pt x="27355" y="65961"/>
                  <a:pt x="27107" y="65961"/>
                </a:cubicBezTo>
                <a:cubicBezTo>
                  <a:pt x="26932" y="65936"/>
                  <a:pt x="26733" y="65936"/>
                  <a:pt x="26584" y="65936"/>
                </a:cubicBezTo>
                <a:cubicBezTo>
                  <a:pt x="26385" y="65936"/>
                  <a:pt x="26211" y="65912"/>
                  <a:pt x="26011" y="65912"/>
                </a:cubicBezTo>
                <a:cubicBezTo>
                  <a:pt x="25638" y="65862"/>
                  <a:pt x="25314" y="65862"/>
                  <a:pt x="24941" y="65862"/>
                </a:cubicBezTo>
                <a:cubicBezTo>
                  <a:pt x="24369" y="65862"/>
                  <a:pt x="23821" y="65912"/>
                  <a:pt x="23224" y="65936"/>
                </a:cubicBezTo>
                <a:lnTo>
                  <a:pt x="23149" y="65936"/>
                </a:lnTo>
                <a:cubicBezTo>
                  <a:pt x="24991" y="62726"/>
                  <a:pt x="27107" y="59515"/>
                  <a:pt x="29446" y="56353"/>
                </a:cubicBezTo>
                <a:close/>
                <a:moveTo>
                  <a:pt x="66708" y="57200"/>
                </a:moveTo>
                <a:cubicBezTo>
                  <a:pt x="66758" y="57250"/>
                  <a:pt x="66783" y="57324"/>
                  <a:pt x="66808" y="57349"/>
                </a:cubicBezTo>
                <a:cubicBezTo>
                  <a:pt x="64642" y="59764"/>
                  <a:pt x="62278" y="62128"/>
                  <a:pt x="59739" y="64368"/>
                </a:cubicBezTo>
                <a:lnTo>
                  <a:pt x="59664" y="64468"/>
                </a:lnTo>
                <a:lnTo>
                  <a:pt x="59614" y="64493"/>
                </a:lnTo>
                <a:cubicBezTo>
                  <a:pt x="59589" y="64543"/>
                  <a:pt x="59565" y="64567"/>
                  <a:pt x="59540" y="64567"/>
                </a:cubicBezTo>
                <a:cubicBezTo>
                  <a:pt x="59067" y="64966"/>
                  <a:pt x="58619" y="65364"/>
                  <a:pt x="58171" y="65737"/>
                </a:cubicBezTo>
                <a:cubicBezTo>
                  <a:pt x="57996" y="65862"/>
                  <a:pt x="57872" y="65986"/>
                  <a:pt x="57723" y="66086"/>
                </a:cubicBezTo>
                <a:cubicBezTo>
                  <a:pt x="57548" y="66310"/>
                  <a:pt x="57324" y="66484"/>
                  <a:pt x="57100" y="66658"/>
                </a:cubicBezTo>
                <a:cubicBezTo>
                  <a:pt x="57051" y="66584"/>
                  <a:pt x="56951" y="66559"/>
                  <a:pt x="56876" y="66534"/>
                </a:cubicBezTo>
                <a:cubicBezTo>
                  <a:pt x="60610" y="63821"/>
                  <a:pt x="63970" y="60585"/>
                  <a:pt x="66708" y="57200"/>
                </a:cubicBezTo>
                <a:close/>
                <a:moveTo>
                  <a:pt x="32085" y="57498"/>
                </a:moveTo>
                <a:cubicBezTo>
                  <a:pt x="32110" y="57498"/>
                  <a:pt x="32110" y="57523"/>
                  <a:pt x="32159" y="57523"/>
                </a:cubicBezTo>
                <a:cubicBezTo>
                  <a:pt x="30965" y="60884"/>
                  <a:pt x="30591" y="64045"/>
                  <a:pt x="31214" y="66683"/>
                </a:cubicBezTo>
                <a:cubicBezTo>
                  <a:pt x="31189" y="66683"/>
                  <a:pt x="31189" y="66683"/>
                  <a:pt x="31164" y="66658"/>
                </a:cubicBezTo>
                <a:cubicBezTo>
                  <a:pt x="30542" y="63995"/>
                  <a:pt x="30915" y="60859"/>
                  <a:pt x="32085" y="57498"/>
                </a:cubicBezTo>
                <a:close/>
                <a:moveTo>
                  <a:pt x="56702" y="66683"/>
                </a:moveTo>
                <a:cubicBezTo>
                  <a:pt x="56802" y="66708"/>
                  <a:pt x="56876" y="66733"/>
                  <a:pt x="56951" y="66808"/>
                </a:cubicBezTo>
                <a:cubicBezTo>
                  <a:pt x="56926" y="66808"/>
                  <a:pt x="56926" y="66833"/>
                  <a:pt x="56876" y="66833"/>
                </a:cubicBezTo>
                <a:cubicBezTo>
                  <a:pt x="56827" y="66808"/>
                  <a:pt x="56752" y="66783"/>
                  <a:pt x="56702" y="66708"/>
                </a:cubicBezTo>
                <a:cubicBezTo>
                  <a:pt x="56677" y="66708"/>
                  <a:pt x="56677" y="66708"/>
                  <a:pt x="56702" y="66683"/>
                </a:cubicBezTo>
                <a:close/>
                <a:moveTo>
                  <a:pt x="66932" y="57523"/>
                </a:moveTo>
                <a:cubicBezTo>
                  <a:pt x="66932" y="57523"/>
                  <a:pt x="66932" y="57573"/>
                  <a:pt x="66957" y="57573"/>
                </a:cubicBezTo>
                <a:lnTo>
                  <a:pt x="66957" y="57598"/>
                </a:lnTo>
                <a:cubicBezTo>
                  <a:pt x="64817" y="59988"/>
                  <a:pt x="62477" y="62327"/>
                  <a:pt x="60038" y="64543"/>
                </a:cubicBezTo>
                <a:cubicBezTo>
                  <a:pt x="59963" y="64592"/>
                  <a:pt x="59913" y="64617"/>
                  <a:pt x="59838" y="64692"/>
                </a:cubicBezTo>
                <a:cubicBezTo>
                  <a:pt x="59365" y="65090"/>
                  <a:pt x="58917" y="65513"/>
                  <a:pt x="58395" y="65936"/>
                </a:cubicBezTo>
                <a:cubicBezTo>
                  <a:pt x="58245" y="66061"/>
                  <a:pt x="58096" y="66185"/>
                  <a:pt x="57972" y="66310"/>
                </a:cubicBezTo>
                <a:cubicBezTo>
                  <a:pt x="57748" y="66484"/>
                  <a:pt x="57524" y="66633"/>
                  <a:pt x="57324" y="66833"/>
                </a:cubicBezTo>
                <a:cubicBezTo>
                  <a:pt x="57324" y="66833"/>
                  <a:pt x="57300" y="66833"/>
                  <a:pt x="57300" y="66808"/>
                </a:cubicBezTo>
                <a:lnTo>
                  <a:pt x="57250" y="66808"/>
                </a:lnTo>
                <a:cubicBezTo>
                  <a:pt x="57449" y="66609"/>
                  <a:pt x="57623" y="66459"/>
                  <a:pt x="57822" y="66310"/>
                </a:cubicBezTo>
                <a:cubicBezTo>
                  <a:pt x="57996" y="66161"/>
                  <a:pt x="58171" y="66036"/>
                  <a:pt x="58345" y="65862"/>
                </a:cubicBezTo>
                <a:cubicBezTo>
                  <a:pt x="58743" y="65538"/>
                  <a:pt x="59191" y="65165"/>
                  <a:pt x="59589" y="64816"/>
                </a:cubicBezTo>
                <a:lnTo>
                  <a:pt x="59689" y="64717"/>
                </a:lnTo>
                <a:lnTo>
                  <a:pt x="59714" y="64692"/>
                </a:lnTo>
                <a:cubicBezTo>
                  <a:pt x="59814" y="64617"/>
                  <a:pt x="59913" y="64543"/>
                  <a:pt x="59963" y="64468"/>
                </a:cubicBezTo>
                <a:cubicBezTo>
                  <a:pt x="61058" y="63497"/>
                  <a:pt x="62079" y="62551"/>
                  <a:pt x="63099" y="61506"/>
                </a:cubicBezTo>
                <a:lnTo>
                  <a:pt x="63572" y="61058"/>
                </a:lnTo>
                <a:lnTo>
                  <a:pt x="64642" y="59988"/>
                </a:lnTo>
                <a:cubicBezTo>
                  <a:pt x="64817" y="59813"/>
                  <a:pt x="65016" y="59614"/>
                  <a:pt x="65165" y="59440"/>
                </a:cubicBezTo>
                <a:cubicBezTo>
                  <a:pt x="65464" y="59091"/>
                  <a:pt x="65787" y="58768"/>
                  <a:pt x="66086" y="58444"/>
                </a:cubicBezTo>
                <a:cubicBezTo>
                  <a:pt x="66285" y="58245"/>
                  <a:pt x="66435" y="58071"/>
                  <a:pt x="66634" y="57872"/>
                </a:cubicBezTo>
                <a:cubicBezTo>
                  <a:pt x="66708" y="57747"/>
                  <a:pt x="66833" y="57648"/>
                  <a:pt x="66932" y="57523"/>
                </a:cubicBezTo>
                <a:close/>
                <a:moveTo>
                  <a:pt x="24941" y="66036"/>
                </a:moveTo>
                <a:cubicBezTo>
                  <a:pt x="25314" y="66036"/>
                  <a:pt x="25638" y="66036"/>
                  <a:pt x="26011" y="66061"/>
                </a:cubicBezTo>
                <a:cubicBezTo>
                  <a:pt x="26235" y="66061"/>
                  <a:pt x="26459" y="66086"/>
                  <a:pt x="26708" y="66086"/>
                </a:cubicBezTo>
                <a:cubicBezTo>
                  <a:pt x="26833" y="66086"/>
                  <a:pt x="26982" y="66111"/>
                  <a:pt x="27107" y="66111"/>
                </a:cubicBezTo>
                <a:cubicBezTo>
                  <a:pt x="27430" y="66136"/>
                  <a:pt x="27704" y="66185"/>
                  <a:pt x="28003" y="66210"/>
                </a:cubicBezTo>
                <a:cubicBezTo>
                  <a:pt x="28077" y="66210"/>
                  <a:pt x="28127" y="66210"/>
                  <a:pt x="28202" y="66235"/>
                </a:cubicBezTo>
                <a:cubicBezTo>
                  <a:pt x="28550" y="66285"/>
                  <a:pt x="28874" y="66335"/>
                  <a:pt x="29197" y="66409"/>
                </a:cubicBezTo>
                <a:lnTo>
                  <a:pt x="29222" y="66409"/>
                </a:lnTo>
                <a:cubicBezTo>
                  <a:pt x="29820" y="66484"/>
                  <a:pt x="30417" y="66658"/>
                  <a:pt x="30990" y="66808"/>
                </a:cubicBezTo>
                <a:lnTo>
                  <a:pt x="30990" y="66857"/>
                </a:lnTo>
                <a:cubicBezTo>
                  <a:pt x="29073" y="66360"/>
                  <a:pt x="27007" y="66086"/>
                  <a:pt x="24891" y="66086"/>
                </a:cubicBezTo>
                <a:cubicBezTo>
                  <a:pt x="24244" y="66086"/>
                  <a:pt x="23622" y="66111"/>
                  <a:pt x="23000" y="66136"/>
                </a:cubicBezTo>
                <a:cubicBezTo>
                  <a:pt x="23000" y="66111"/>
                  <a:pt x="23024" y="66111"/>
                  <a:pt x="23024" y="66086"/>
                </a:cubicBezTo>
                <a:cubicBezTo>
                  <a:pt x="23647" y="66061"/>
                  <a:pt x="24269" y="66036"/>
                  <a:pt x="24891" y="66036"/>
                </a:cubicBezTo>
                <a:close/>
                <a:moveTo>
                  <a:pt x="57150" y="66907"/>
                </a:moveTo>
                <a:cubicBezTo>
                  <a:pt x="57150" y="66907"/>
                  <a:pt x="57200" y="66907"/>
                  <a:pt x="57200" y="66932"/>
                </a:cubicBezTo>
                <a:lnTo>
                  <a:pt x="57125" y="66982"/>
                </a:lnTo>
                <a:lnTo>
                  <a:pt x="57075" y="66932"/>
                </a:lnTo>
                <a:cubicBezTo>
                  <a:pt x="57100" y="66932"/>
                  <a:pt x="57100" y="66907"/>
                  <a:pt x="57125" y="66907"/>
                </a:cubicBezTo>
                <a:close/>
                <a:moveTo>
                  <a:pt x="40846" y="63696"/>
                </a:moveTo>
                <a:lnTo>
                  <a:pt x="40896" y="63721"/>
                </a:lnTo>
                <a:lnTo>
                  <a:pt x="40921" y="63746"/>
                </a:lnTo>
                <a:lnTo>
                  <a:pt x="40822" y="64045"/>
                </a:lnTo>
                <a:cubicBezTo>
                  <a:pt x="40797" y="64119"/>
                  <a:pt x="40772" y="64194"/>
                  <a:pt x="40772" y="64244"/>
                </a:cubicBezTo>
                <a:cubicBezTo>
                  <a:pt x="40697" y="64443"/>
                  <a:pt x="40647" y="64592"/>
                  <a:pt x="40598" y="64792"/>
                </a:cubicBezTo>
                <a:cubicBezTo>
                  <a:pt x="40573" y="64916"/>
                  <a:pt x="40523" y="65040"/>
                  <a:pt x="40473" y="65165"/>
                </a:cubicBezTo>
                <a:cubicBezTo>
                  <a:pt x="40448" y="65289"/>
                  <a:pt x="40423" y="65364"/>
                  <a:pt x="40398" y="65488"/>
                </a:cubicBezTo>
                <a:cubicBezTo>
                  <a:pt x="40324" y="65688"/>
                  <a:pt x="40299" y="65862"/>
                  <a:pt x="40274" y="66061"/>
                </a:cubicBezTo>
                <a:cubicBezTo>
                  <a:pt x="40224" y="66210"/>
                  <a:pt x="40174" y="66360"/>
                  <a:pt x="40150" y="66534"/>
                </a:cubicBezTo>
                <a:cubicBezTo>
                  <a:pt x="40150" y="66559"/>
                  <a:pt x="40100" y="66584"/>
                  <a:pt x="40100" y="66609"/>
                </a:cubicBezTo>
                <a:cubicBezTo>
                  <a:pt x="40082" y="66739"/>
                  <a:pt x="40062" y="66869"/>
                  <a:pt x="40042" y="66998"/>
                </a:cubicBezTo>
                <a:lnTo>
                  <a:pt x="40042" y="66998"/>
                </a:lnTo>
                <a:cubicBezTo>
                  <a:pt x="40047" y="66941"/>
                  <a:pt x="40050" y="66885"/>
                  <a:pt x="40050" y="66833"/>
                </a:cubicBezTo>
                <a:cubicBezTo>
                  <a:pt x="40075" y="66708"/>
                  <a:pt x="40075" y="66609"/>
                  <a:pt x="40100" y="66484"/>
                </a:cubicBezTo>
                <a:cubicBezTo>
                  <a:pt x="40150" y="66335"/>
                  <a:pt x="40174" y="66161"/>
                  <a:pt x="40199" y="65986"/>
                </a:cubicBezTo>
                <a:lnTo>
                  <a:pt x="40199" y="65961"/>
                </a:lnTo>
                <a:cubicBezTo>
                  <a:pt x="40224" y="65862"/>
                  <a:pt x="40224" y="65787"/>
                  <a:pt x="40274" y="65688"/>
                </a:cubicBezTo>
                <a:cubicBezTo>
                  <a:pt x="40299" y="65538"/>
                  <a:pt x="40349" y="65339"/>
                  <a:pt x="40398" y="65190"/>
                </a:cubicBezTo>
                <a:cubicBezTo>
                  <a:pt x="40423" y="65115"/>
                  <a:pt x="40423" y="65065"/>
                  <a:pt x="40448" y="64991"/>
                </a:cubicBezTo>
                <a:cubicBezTo>
                  <a:pt x="40448" y="64941"/>
                  <a:pt x="40473" y="64916"/>
                  <a:pt x="40473" y="64841"/>
                </a:cubicBezTo>
                <a:cubicBezTo>
                  <a:pt x="40548" y="64692"/>
                  <a:pt x="40573" y="64493"/>
                  <a:pt x="40647" y="64343"/>
                </a:cubicBezTo>
                <a:cubicBezTo>
                  <a:pt x="40672" y="64219"/>
                  <a:pt x="40697" y="64095"/>
                  <a:pt x="40772" y="63970"/>
                </a:cubicBezTo>
                <a:lnTo>
                  <a:pt x="40846" y="63696"/>
                </a:lnTo>
                <a:close/>
                <a:moveTo>
                  <a:pt x="48090" y="63348"/>
                </a:moveTo>
                <a:lnTo>
                  <a:pt x="47716" y="63821"/>
                </a:lnTo>
                <a:cubicBezTo>
                  <a:pt x="47468" y="64119"/>
                  <a:pt x="47219" y="64443"/>
                  <a:pt x="46995" y="64742"/>
                </a:cubicBezTo>
                <a:cubicBezTo>
                  <a:pt x="46920" y="64841"/>
                  <a:pt x="46845" y="64941"/>
                  <a:pt x="46771" y="65065"/>
                </a:cubicBezTo>
                <a:cubicBezTo>
                  <a:pt x="46646" y="65240"/>
                  <a:pt x="46497" y="65439"/>
                  <a:pt x="46372" y="65588"/>
                </a:cubicBezTo>
                <a:cubicBezTo>
                  <a:pt x="46273" y="65712"/>
                  <a:pt x="46173" y="65862"/>
                  <a:pt x="46049" y="65986"/>
                </a:cubicBezTo>
                <a:cubicBezTo>
                  <a:pt x="45999" y="66086"/>
                  <a:pt x="45899" y="66185"/>
                  <a:pt x="45850" y="66310"/>
                </a:cubicBezTo>
                <a:cubicBezTo>
                  <a:pt x="45800" y="66335"/>
                  <a:pt x="45775" y="66409"/>
                  <a:pt x="45750" y="66434"/>
                </a:cubicBezTo>
                <a:cubicBezTo>
                  <a:pt x="45650" y="66559"/>
                  <a:pt x="45601" y="66683"/>
                  <a:pt x="45501" y="66808"/>
                </a:cubicBezTo>
                <a:lnTo>
                  <a:pt x="44916" y="67608"/>
                </a:lnTo>
                <a:lnTo>
                  <a:pt x="44916" y="67608"/>
                </a:lnTo>
                <a:cubicBezTo>
                  <a:pt x="45876" y="66176"/>
                  <a:pt x="46918" y="64762"/>
                  <a:pt x="48040" y="63348"/>
                </a:cubicBezTo>
                <a:close/>
                <a:moveTo>
                  <a:pt x="32309" y="57598"/>
                </a:moveTo>
                <a:cubicBezTo>
                  <a:pt x="34574" y="58693"/>
                  <a:pt x="36690" y="60012"/>
                  <a:pt x="38557" y="61556"/>
                </a:cubicBezTo>
                <a:cubicBezTo>
                  <a:pt x="37038" y="63597"/>
                  <a:pt x="35594" y="65663"/>
                  <a:pt x="34300" y="67729"/>
                </a:cubicBezTo>
                <a:cubicBezTo>
                  <a:pt x="34225" y="67704"/>
                  <a:pt x="34201" y="67704"/>
                  <a:pt x="34151" y="67679"/>
                </a:cubicBezTo>
                <a:cubicBezTo>
                  <a:pt x="34076" y="67654"/>
                  <a:pt x="34051" y="67654"/>
                  <a:pt x="33977" y="67604"/>
                </a:cubicBezTo>
                <a:cubicBezTo>
                  <a:pt x="33703" y="67480"/>
                  <a:pt x="33454" y="67405"/>
                  <a:pt x="33180" y="67305"/>
                </a:cubicBezTo>
                <a:cubicBezTo>
                  <a:pt x="33155" y="67305"/>
                  <a:pt x="33080" y="67281"/>
                  <a:pt x="33056" y="67281"/>
                </a:cubicBezTo>
                <a:lnTo>
                  <a:pt x="32209" y="66982"/>
                </a:lnTo>
                <a:cubicBezTo>
                  <a:pt x="32184" y="66982"/>
                  <a:pt x="32110" y="66957"/>
                  <a:pt x="32085" y="66957"/>
                </a:cubicBezTo>
                <a:cubicBezTo>
                  <a:pt x="31861" y="66907"/>
                  <a:pt x="31612" y="66808"/>
                  <a:pt x="31413" y="66733"/>
                </a:cubicBezTo>
                <a:cubicBezTo>
                  <a:pt x="30741" y="64095"/>
                  <a:pt x="31114" y="60958"/>
                  <a:pt x="32309" y="57598"/>
                </a:cubicBezTo>
                <a:close/>
                <a:moveTo>
                  <a:pt x="38706" y="61680"/>
                </a:moveTo>
                <a:cubicBezTo>
                  <a:pt x="38756" y="61680"/>
                  <a:pt x="38756" y="61705"/>
                  <a:pt x="38781" y="61705"/>
                </a:cubicBezTo>
                <a:cubicBezTo>
                  <a:pt x="37237" y="63721"/>
                  <a:pt x="35843" y="65787"/>
                  <a:pt x="34549" y="67828"/>
                </a:cubicBezTo>
                <a:cubicBezTo>
                  <a:pt x="34524" y="67828"/>
                  <a:pt x="34524" y="67803"/>
                  <a:pt x="34474" y="67803"/>
                </a:cubicBezTo>
                <a:cubicBezTo>
                  <a:pt x="35794" y="65737"/>
                  <a:pt x="37187" y="63696"/>
                  <a:pt x="38706" y="61680"/>
                </a:cubicBezTo>
                <a:close/>
                <a:moveTo>
                  <a:pt x="42514" y="60635"/>
                </a:moveTo>
                <a:cubicBezTo>
                  <a:pt x="44481" y="61780"/>
                  <a:pt x="46298" y="62701"/>
                  <a:pt x="47866" y="63298"/>
                </a:cubicBezTo>
                <a:cubicBezTo>
                  <a:pt x="47368" y="63920"/>
                  <a:pt x="46895" y="64493"/>
                  <a:pt x="46472" y="65115"/>
                </a:cubicBezTo>
                <a:cubicBezTo>
                  <a:pt x="46472" y="65165"/>
                  <a:pt x="46422" y="65165"/>
                  <a:pt x="46422" y="65190"/>
                </a:cubicBezTo>
                <a:cubicBezTo>
                  <a:pt x="46024" y="65712"/>
                  <a:pt x="45650" y="66235"/>
                  <a:pt x="45277" y="66758"/>
                </a:cubicBezTo>
                <a:cubicBezTo>
                  <a:pt x="45227" y="66857"/>
                  <a:pt x="45128" y="66982"/>
                  <a:pt x="45053" y="67081"/>
                </a:cubicBezTo>
                <a:cubicBezTo>
                  <a:pt x="45028" y="67106"/>
                  <a:pt x="45003" y="67181"/>
                  <a:pt x="44978" y="67206"/>
                </a:cubicBezTo>
                <a:lnTo>
                  <a:pt x="44505" y="67853"/>
                </a:lnTo>
                <a:cubicBezTo>
                  <a:pt x="43759" y="66360"/>
                  <a:pt x="42688" y="64866"/>
                  <a:pt x="41319" y="63447"/>
                </a:cubicBezTo>
                <a:cubicBezTo>
                  <a:pt x="41494" y="62974"/>
                  <a:pt x="41668" y="62551"/>
                  <a:pt x="41892" y="62078"/>
                </a:cubicBezTo>
                <a:cubicBezTo>
                  <a:pt x="41892" y="62078"/>
                  <a:pt x="41892" y="62053"/>
                  <a:pt x="41917" y="62053"/>
                </a:cubicBezTo>
                <a:cubicBezTo>
                  <a:pt x="42066" y="61581"/>
                  <a:pt x="42290" y="61108"/>
                  <a:pt x="42514" y="60635"/>
                </a:cubicBezTo>
                <a:close/>
                <a:moveTo>
                  <a:pt x="31463" y="66957"/>
                </a:moveTo>
                <a:lnTo>
                  <a:pt x="31463" y="66957"/>
                </a:lnTo>
                <a:cubicBezTo>
                  <a:pt x="32060" y="67106"/>
                  <a:pt x="32657" y="67305"/>
                  <a:pt x="33205" y="67530"/>
                </a:cubicBezTo>
                <a:cubicBezTo>
                  <a:pt x="33504" y="67654"/>
                  <a:pt x="33802" y="67778"/>
                  <a:pt x="34101" y="67878"/>
                </a:cubicBezTo>
                <a:cubicBezTo>
                  <a:pt x="34126" y="67878"/>
                  <a:pt x="34126" y="67928"/>
                  <a:pt x="34176" y="67928"/>
                </a:cubicBezTo>
                <a:lnTo>
                  <a:pt x="34201" y="67928"/>
                </a:lnTo>
                <a:lnTo>
                  <a:pt x="34176" y="67953"/>
                </a:lnTo>
                <a:cubicBezTo>
                  <a:pt x="34051" y="67903"/>
                  <a:pt x="33927" y="67853"/>
                  <a:pt x="33802" y="67803"/>
                </a:cubicBezTo>
                <a:cubicBezTo>
                  <a:pt x="33678" y="67729"/>
                  <a:pt x="33553" y="67679"/>
                  <a:pt x="33404" y="67654"/>
                </a:cubicBezTo>
                <a:cubicBezTo>
                  <a:pt x="33155" y="67554"/>
                  <a:pt x="32931" y="67455"/>
                  <a:pt x="32682" y="67380"/>
                </a:cubicBezTo>
                <a:cubicBezTo>
                  <a:pt x="32583" y="67355"/>
                  <a:pt x="32483" y="67330"/>
                  <a:pt x="32433" y="67305"/>
                </a:cubicBezTo>
                <a:lnTo>
                  <a:pt x="31487" y="67007"/>
                </a:lnTo>
                <a:cubicBezTo>
                  <a:pt x="31487" y="66982"/>
                  <a:pt x="31487" y="66982"/>
                  <a:pt x="31463" y="66957"/>
                </a:cubicBezTo>
                <a:close/>
                <a:moveTo>
                  <a:pt x="17225" y="54014"/>
                </a:moveTo>
                <a:lnTo>
                  <a:pt x="17225" y="54014"/>
                </a:lnTo>
                <a:cubicBezTo>
                  <a:pt x="14163" y="58643"/>
                  <a:pt x="11550" y="63348"/>
                  <a:pt x="9509" y="68002"/>
                </a:cubicBezTo>
                <a:lnTo>
                  <a:pt x="9509" y="67878"/>
                </a:lnTo>
                <a:lnTo>
                  <a:pt x="9509" y="67729"/>
                </a:lnTo>
                <a:cubicBezTo>
                  <a:pt x="9509" y="67604"/>
                  <a:pt x="9509" y="67530"/>
                  <a:pt x="9459" y="67380"/>
                </a:cubicBezTo>
                <a:cubicBezTo>
                  <a:pt x="9434" y="67081"/>
                  <a:pt x="9434" y="66758"/>
                  <a:pt x="9409" y="66434"/>
                </a:cubicBezTo>
                <a:lnTo>
                  <a:pt x="9409" y="66310"/>
                </a:lnTo>
                <a:lnTo>
                  <a:pt x="9409" y="66111"/>
                </a:lnTo>
                <a:lnTo>
                  <a:pt x="9409" y="64991"/>
                </a:lnTo>
                <a:lnTo>
                  <a:pt x="9409" y="64742"/>
                </a:lnTo>
                <a:cubicBezTo>
                  <a:pt x="9434" y="64343"/>
                  <a:pt x="9459" y="63945"/>
                  <a:pt x="9509" y="63497"/>
                </a:cubicBezTo>
                <a:cubicBezTo>
                  <a:pt x="9509" y="63447"/>
                  <a:pt x="9509" y="63348"/>
                  <a:pt x="9533" y="63298"/>
                </a:cubicBezTo>
                <a:cubicBezTo>
                  <a:pt x="9558" y="62850"/>
                  <a:pt x="9633" y="62402"/>
                  <a:pt x="9683" y="61979"/>
                </a:cubicBezTo>
                <a:cubicBezTo>
                  <a:pt x="9683" y="61929"/>
                  <a:pt x="9708" y="61854"/>
                  <a:pt x="9708" y="61805"/>
                </a:cubicBezTo>
                <a:cubicBezTo>
                  <a:pt x="9782" y="61332"/>
                  <a:pt x="9882" y="60859"/>
                  <a:pt x="9957" y="60386"/>
                </a:cubicBezTo>
                <a:cubicBezTo>
                  <a:pt x="9957" y="60361"/>
                  <a:pt x="9957" y="60336"/>
                  <a:pt x="9982" y="60311"/>
                </a:cubicBezTo>
                <a:cubicBezTo>
                  <a:pt x="10081" y="59813"/>
                  <a:pt x="10206" y="59266"/>
                  <a:pt x="10330" y="58768"/>
                </a:cubicBezTo>
                <a:cubicBezTo>
                  <a:pt x="10703" y="57449"/>
                  <a:pt x="11151" y="56105"/>
                  <a:pt x="11624" y="54736"/>
                </a:cubicBezTo>
                <a:cubicBezTo>
                  <a:pt x="13367" y="54263"/>
                  <a:pt x="15258" y="54039"/>
                  <a:pt x="17225" y="54014"/>
                </a:cubicBezTo>
                <a:close/>
                <a:moveTo>
                  <a:pt x="34350" y="67953"/>
                </a:moveTo>
                <a:cubicBezTo>
                  <a:pt x="34400" y="67953"/>
                  <a:pt x="34400" y="67978"/>
                  <a:pt x="34425" y="67978"/>
                </a:cubicBezTo>
                <a:cubicBezTo>
                  <a:pt x="34425" y="68027"/>
                  <a:pt x="34400" y="68027"/>
                  <a:pt x="34400" y="68052"/>
                </a:cubicBezTo>
                <a:lnTo>
                  <a:pt x="34350" y="68052"/>
                </a:lnTo>
                <a:lnTo>
                  <a:pt x="34325" y="68027"/>
                </a:lnTo>
                <a:cubicBezTo>
                  <a:pt x="34325" y="67978"/>
                  <a:pt x="34350" y="67978"/>
                  <a:pt x="34350" y="67953"/>
                </a:cubicBezTo>
                <a:close/>
                <a:moveTo>
                  <a:pt x="41195" y="63622"/>
                </a:moveTo>
                <a:cubicBezTo>
                  <a:pt x="42539" y="65065"/>
                  <a:pt x="43609" y="66559"/>
                  <a:pt x="44356" y="68027"/>
                </a:cubicBezTo>
                <a:cubicBezTo>
                  <a:pt x="44356" y="68052"/>
                  <a:pt x="44306" y="68052"/>
                  <a:pt x="44306" y="68077"/>
                </a:cubicBezTo>
                <a:cubicBezTo>
                  <a:pt x="43609" y="66584"/>
                  <a:pt x="42539" y="65115"/>
                  <a:pt x="41195" y="63696"/>
                </a:cubicBezTo>
                <a:lnTo>
                  <a:pt x="41195" y="63622"/>
                </a:lnTo>
                <a:close/>
                <a:moveTo>
                  <a:pt x="3211" y="63995"/>
                </a:moveTo>
                <a:cubicBezTo>
                  <a:pt x="3211" y="64070"/>
                  <a:pt x="3211" y="64119"/>
                  <a:pt x="3236" y="64194"/>
                </a:cubicBezTo>
                <a:cubicBezTo>
                  <a:pt x="2937" y="65364"/>
                  <a:pt x="2713" y="66584"/>
                  <a:pt x="2539" y="67729"/>
                </a:cubicBezTo>
                <a:cubicBezTo>
                  <a:pt x="2489" y="67903"/>
                  <a:pt x="2439" y="68027"/>
                  <a:pt x="2390" y="68177"/>
                </a:cubicBezTo>
                <a:cubicBezTo>
                  <a:pt x="2589" y="66808"/>
                  <a:pt x="2863" y="65414"/>
                  <a:pt x="3211" y="63995"/>
                </a:cubicBezTo>
                <a:close/>
                <a:moveTo>
                  <a:pt x="3460" y="65563"/>
                </a:moveTo>
                <a:cubicBezTo>
                  <a:pt x="3460" y="65588"/>
                  <a:pt x="3485" y="65613"/>
                  <a:pt x="3485" y="65663"/>
                </a:cubicBezTo>
                <a:cubicBezTo>
                  <a:pt x="3186" y="66534"/>
                  <a:pt x="2912" y="67355"/>
                  <a:pt x="2664" y="68226"/>
                </a:cubicBezTo>
                <a:cubicBezTo>
                  <a:pt x="2664" y="68077"/>
                  <a:pt x="2688" y="67928"/>
                  <a:pt x="2713" y="67803"/>
                </a:cubicBezTo>
                <a:lnTo>
                  <a:pt x="3460" y="65563"/>
                </a:lnTo>
                <a:close/>
                <a:moveTo>
                  <a:pt x="69309" y="48584"/>
                </a:moveTo>
                <a:cubicBezTo>
                  <a:pt x="68913" y="49251"/>
                  <a:pt x="68419" y="49990"/>
                  <a:pt x="67828" y="50778"/>
                </a:cubicBezTo>
                <a:cubicBezTo>
                  <a:pt x="67654" y="51027"/>
                  <a:pt x="67405" y="51375"/>
                  <a:pt x="67107" y="51774"/>
                </a:cubicBezTo>
                <a:cubicBezTo>
                  <a:pt x="66833" y="52271"/>
                  <a:pt x="66484" y="52719"/>
                  <a:pt x="66186" y="53118"/>
                </a:cubicBezTo>
                <a:cubicBezTo>
                  <a:pt x="65688" y="53765"/>
                  <a:pt x="65190" y="54362"/>
                  <a:pt x="64717" y="54885"/>
                </a:cubicBezTo>
                <a:cubicBezTo>
                  <a:pt x="64617" y="55009"/>
                  <a:pt x="64543" y="55134"/>
                  <a:pt x="64418" y="55233"/>
                </a:cubicBezTo>
                <a:cubicBezTo>
                  <a:pt x="64294" y="55358"/>
                  <a:pt x="64194" y="55507"/>
                  <a:pt x="64070" y="55632"/>
                </a:cubicBezTo>
                <a:cubicBezTo>
                  <a:pt x="63746" y="56005"/>
                  <a:pt x="63448" y="56353"/>
                  <a:pt x="63099" y="56702"/>
                </a:cubicBezTo>
                <a:lnTo>
                  <a:pt x="63074" y="56727"/>
                </a:lnTo>
                <a:cubicBezTo>
                  <a:pt x="62452" y="57399"/>
                  <a:pt x="61755" y="58096"/>
                  <a:pt x="61108" y="58768"/>
                </a:cubicBezTo>
                <a:cubicBezTo>
                  <a:pt x="59963" y="59863"/>
                  <a:pt x="58469" y="61257"/>
                  <a:pt x="57275" y="62327"/>
                </a:cubicBezTo>
                <a:cubicBezTo>
                  <a:pt x="57150" y="62427"/>
                  <a:pt x="57075" y="62502"/>
                  <a:pt x="56951" y="62626"/>
                </a:cubicBezTo>
                <a:lnTo>
                  <a:pt x="56901" y="62676"/>
                </a:lnTo>
                <a:cubicBezTo>
                  <a:pt x="56627" y="62925"/>
                  <a:pt x="56329" y="63124"/>
                  <a:pt x="56030" y="63373"/>
                </a:cubicBezTo>
                <a:cubicBezTo>
                  <a:pt x="55159" y="64070"/>
                  <a:pt x="54337" y="64717"/>
                  <a:pt x="53641" y="65215"/>
                </a:cubicBezTo>
                <a:cubicBezTo>
                  <a:pt x="53491" y="65314"/>
                  <a:pt x="53367" y="65439"/>
                  <a:pt x="53217" y="65538"/>
                </a:cubicBezTo>
                <a:lnTo>
                  <a:pt x="52919" y="65712"/>
                </a:lnTo>
                <a:lnTo>
                  <a:pt x="52894" y="65712"/>
                </a:lnTo>
                <a:cubicBezTo>
                  <a:pt x="52122" y="66235"/>
                  <a:pt x="50803" y="67156"/>
                  <a:pt x="49608" y="67903"/>
                </a:cubicBezTo>
                <a:lnTo>
                  <a:pt x="49135" y="68177"/>
                </a:lnTo>
                <a:lnTo>
                  <a:pt x="49036" y="68226"/>
                </a:lnTo>
                <a:cubicBezTo>
                  <a:pt x="49011" y="68226"/>
                  <a:pt x="49011" y="68276"/>
                  <a:pt x="48986" y="68276"/>
                </a:cubicBezTo>
                <a:cubicBezTo>
                  <a:pt x="49384" y="67604"/>
                  <a:pt x="49882" y="66857"/>
                  <a:pt x="50479" y="66036"/>
                </a:cubicBezTo>
                <a:cubicBezTo>
                  <a:pt x="50654" y="65787"/>
                  <a:pt x="50902" y="65439"/>
                  <a:pt x="51226" y="65040"/>
                </a:cubicBezTo>
                <a:cubicBezTo>
                  <a:pt x="51500" y="64667"/>
                  <a:pt x="51799" y="64244"/>
                  <a:pt x="52097" y="63871"/>
                </a:cubicBezTo>
                <a:cubicBezTo>
                  <a:pt x="52620" y="63198"/>
                  <a:pt x="53143" y="62551"/>
                  <a:pt x="53641" y="61979"/>
                </a:cubicBezTo>
                <a:cubicBezTo>
                  <a:pt x="53715" y="61929"/>
                  <a:pt x="53765" y="61829"/>
                  <a:pt x="53840" y="61755"/>
                </a:cubicBezTo>
                <a:cubicBezTo>
                  <a:pt x="53865" y="61730"/>
                  <a:pt x="53865" y="61705"/>
                  <a:pt x="53889" y="61705"/>
                </a:cubicBezTo>
                <a:cubicBezTo>
                  <a:pt x="54014" y="61556"/>
                  <a:pt x="54138" y="61381"/>
                  <a:pt x="54263" y="61257"/>
                </a:cubicBezTo>
                <a:cubicBezTo>
                  <a:pt x="54537" y="60933"/>
                  <a:pt x="54860" y="60585"/>
                  <a:pt x="55159" y="60261"/>
                </a:cubicBezTo>
                <a:cubicBezTo>
                  <a:pt x="55209" y="60236"/>
                  <a:pt x="55234" y="60187"/>
                  <a:pt x="55283" y="60137"/>
                </a:cubicBezTo>
                <a:cubicBezTo>
                  <a:pt x="55906" y="59465"/>
                  <a:pt x="56578" y="58768"/>
                  <a:pt x="57250" y="58096"/>
                </a:cubicBezTo>
                <a:cubicBezTo>
                  <a:pt x="58370" y="57001"/>
                  <a:pt x="59863" y="55632"/>
                  <a:pt x="61058" y="54586"/>
                </a:cubicBezTo>
                <a:cubicBezTo>
                  <a:pt x="61183" y="54487"/>
                  <a:pt x="61257" y="54387"/>
                  <a:pt x="61382" y="54263"/>
                </a:cubicBezTo>
                <a:cubicBezTo>
                  <a:pt x="61456" y="54238"/>
                  <a:pt x="61481" y="54163"/>
                  <a:pt x="61556" y="54138"/>
                </a:cubicBezTo>
                <a:cubicBezTo>
                  <a:pt x="61830" y="53914"/>
                  <a:pt x="62103" y="53715"/>
                  <a:pt x="62352" y="53466"/>
                </a:cubicBezTo>
                <a:cubicBezTo>
                  <a:pt x="62427" y="53391"/>
                  <a:pt x="62477" y="53367"/>
                  <a:pt x="62552" y="53292"/>
                </a:cubicBezTo>
                <a:cubicBezTo>
                  <a:pt x="62651" y="53217"/>
                  <a:pt x="62751" y="53143"/>
                  <a:pt x="62850" y="53043"/>
                </a:cubicBezTo>
                <a:lnTo>
                  <a:pt x="63174" y="52794"/>
                </a:lnTo>
                <a:cubicBezTo>
                  <a:pt x="63224" y="52744"/>
                  <a:pt x="63323" y="52670"/>
                  <a:pt x="63373" y="52620"/>
                </a:cubicBezTo>
                <a:cubicBezTo>
                  <a:pt x="63547" y="52495"/>
                  <a:pt x="63721" y="52371"/>
                  <a:pt x="63896" y="52246"/>
                </a:cubicBezTo>
                <a:cubicBezTo>
                  <a:pt x="64095" y="52097"/>
                  <a:pt x="64319" y="51923"/>
                  <a:pt x="64518" y="51774"/>
                </a:cubicBezTo>
                <a:cubicBezTo>
                  <a:pt x="64568" y="51749"/>
                  <a:pt x="64617" y="51674"/>
                  <a:pt x="64692" y="51649"/>
                </a:cubicBezTo>
                <a:cubicBezTo>
                  <a:pt x="64817" y="51550"/>
                  <a:pt x="64941" y="51475"/>
                  <a:pt x="65066" y="51400"/>
                </a:cubicBezTo>
                <a:cubicBezTo>
                  <a:pt x="65215" y="51301"/>
                  <a:pt x="65339" y="51226"/>
                  <a:pt x="65514" y="51101"/>
                </a:cubicBezTo>
                <a:cubicBezTo>
                  <a:pt x="66285" y="50554"/>
                  <a:pt x="67555" y="49683"/>
                  <a:pt x="68725" y="48936"/>
                </a:cubicBezTo>
                <a:cubicBezTo>
                  <a:pt x="68824" y="48886"/>
                  <a:pt x="68899" y="48861"/>
                  <a:pt x="68973" y="48787"/>
                </a:cubicBezTo>
                <a:lnTo>
                  <a:pt x="69247" y="48637"/>
                </a:lnTo>
                <a:cubicBezTo>
                  <a:pt x="69268" y="48617"/>
                  <a:pt x="69288" y="48613"/>
                  <a:pt x="69309" y="48584"/>
                </a:cubicBezTo>
                <a:close/>
                <a:moveTo>
                  <a:pt x="44431" y="68276"/>
                </a:moveTo>
                <a:lnTo>
                  <a:pt x="44431" y="68301"/>
                </a:lnTo>
                <a:cubicBezTo>
                  <a:pt x="44431" y="68315"/>
                  <a:pt x="44423" y="68321"/>
                  <a:pt x="44416" y="68328"/>
                </a:cubicBezTo>
                <a:lnTo>
                  <a:pt x="44416" y="68328"/>
                </a:lnTo>
                <a:cubicBezTo>
                  <a:pt x="44414" y="68327"/>
                  <a:pt x="44410" y="68326"/>
                  <a:pt x="44406" y="68326"/>
                </a:cubicBezTo>
                <a:cubicBezTo>
                  <a:pt x="44406" y="68301"/>
                  <a:pt x="44431" y="68301"/>
                  <a:pt x="44431" y="68276"/>
                </a:cubicBezTo>
                <a:close/>
                <a:moveTo>
                  <a:pt x="22352" y="66434"/>
                </a:moveTo>
                <a:lnTo>
                  <a:pt x="22352" y="66434"/>
                </a:lnTo>
                <a:cubicBezTo>
                  <a:pt x="21979" y="67081"/>
                  <a:pt x="21606" y="67729"/>
                  <a:pt x="21257" y="68401"/>
                </a:cubicBezTo>
                <a:cubicBezTo>
                  <a:pt x="21008" y="67828"/>
                  <a:pt x="20784" y="67281"/>
                  <a:pt x="20610" y="66658"/>
                </a:cubicBezTo>
                <a:cubicBezTo>
                  <a:pt x="20734" y="66658"/>
                  <a:pt x="20834" y="66609"/>
                  <a:pt x="20909" y="66584"/>
                </a:cubicBezTo>
                <a:cubicBezTo>
                  <a:pt x="21382" y="66534"/>
                  <a:pt x="21879" y="66459"/>
                  <a:pt x="22352" y="66434"/>
                </a:cubicBezTo>
                <a:close/>
                <a:moveTo>
                  <a:pt x="11397" y="54771"/>
                </a:moveTo>
                <a:lnTo>
                  <a:pt x="11397" y="54771"/>
                </a:lnTo>
                <a:cubicBezTo>
                  <a:pt x="11174" y="55390"/>
                  <a:pt x="11001" y="56008"/>
                  <a:pt x="10803" y="56602"/>
                </a:cubicBezTo>
                <a:cubicBezTo>
                  <a:pt x="10778" y="56652"/>
                  <a:pt x="10778" y="56702"/>
                  <a:pt x="10728" y="56752"/>
                </a:cubicBezTo>
                <a:cubicBezTo>
                  <a:pt x="10728" y="56826"/>
                  <a:pt x="10703" y="56851"/>
                  <a:pt x="10703" y="56901"/>
                </a:cubicBezTo>
                <a:cubicBezTo>
                  <a:pt x="10629" y="57200"/>
                  <a:pt x="10554" y="57474"/>
                  <a:pt x="10454" y="57772"/>
                </a:cubicBezTo>
                <a:lnTo>
                  <a:pt x="10380" y="58146"/>
                </a:lnTo>
                <a:cubicBezTo>
                  <a:pt x="10330" y="58270"/>
                  <a:pt x="10305" y="58444"/>
                  <a:pt x="10280" y="58569"/>
                </a:cubicBezTo>
                <a:cubicBezTo>
                  <a:pt x="10206" y="58843"/>
                  <a:pt x="10156" y="59141"/>
                  <a:pt x="10056" y="59440"/>
                </a:cubicBezTo>
                <a:cubicBezTo>
                  <a:pt x="10056" y="59490"/>
                  <a:pt x="10031" y="59564"/>
                  <a:pt x="10031" y="59589"/>
                </a:cubicBezTo>
                <a:cubicBezTo>
                  <a:pt x="10006" y="59764"/>
                  <a:pt x="9932" y="59963"/>
                  <a:pt x="9907" y="60137"/>
                </a:cubicBezTo>
                <a:cubicBezTo>
                  <a:pt x="9882" y="60236"/>
                  <a:pt x="9882" y="60336"/>
                  <a:pt x="9832" y="60436"/>
                </a:cubicBezTo>
                <a:cubicBezTo>
                  <a:pt x="9807" y="60610"/>
                  <a:pt x="9757" y="60834"/>
                  <a:pt x="9708" y="61008"/>
                </a:cubicBezTo>
                <a:cubicBezTo>
                  <a:pt x="9708" y="61083"/>
                  <a:pt x="9683" y="61108"/>
                  <a:pt x="9683" y="61182"/>
                </a:cubicBezTo>
                <a:cubicBezTo>
                  <a:pt x="9658" y="61357"/>
                  <a:pt x="9633" y="61506"/>
                  <a:pt x="9583" y="61705"/>
                </a:cubicBezTo>
                <a:cubicBezTo>
                  <a:pt x="9558" y="61854"/>
                  <a:pt x="9558" y="61979"/>
                  <a:pt x="9533" y="62128"/>
                </a:cubicBezTo>
                <a:cubicBezTo>
                  <a:pt x="9533" y="62253"/>
                  <a:pt x="9509" y="62352"/>
                  <a:pt x="9459" y="62477"/>
                </a:cubicBezTo>
                <a:cubicBezTo>
                  <a:pt x="9459" y="62576"/>
                  <a:pt x="9434" y="62676"/>
                  <a:pt x="9434" y="62750"/>
                </a:cubicBezTo>
                <a:cubicBezTo>
                  <a:pt x="9434" y="62825"/>
                  <a:pt x="9409" y="62875"/>
                  <a:pt x="9409" y="62974"/>
                </a:cubicBezTo>
                <a:cubicBezTo>
                  <a:pt x="9409" y="63074"/>
                  <a:pt x="9384" y="63174"/>
                  <a:pt x="9384" y="63248"/>
                </a:cubicBezTo>
                <a:cubicBezTo>
                  <a:pt x="9334" y="63422"/>
                  <a:pt x="9334" y="63572"/>
                  <a:pt x="9334" y="63746"/>
                </a:cubicBezTo>
                <a:cubicBezTo>
                  <a:pt x="9334" y="63821"/>
                  <a:pt x="9334" y="63871"/>
                  <a:pt x="9309" y="63945"/>
                </a:cubicBezTo>
                <a:cubicBezTo>
                  <a:pt x="9309" y="63995"/>
                  <a:pt x="9309" y="64070"/>
                  <a:pt x="9285" y="64119"/>
                </a:cubicBezTo>
                <a:cubicBezTo>
                  <a:pt x="9285" y="64294"/>
                  <a:pt x="9260" y="64418"/>
                  <a:pt x="9260" y="64543"/>
                </a:cubicBezTo>
                <a:lnTo>
                  <a:pt x="9260" y="64742"/>
                </a:lnTo>
                <a:cubicBezTo>
                  <a:pt x="9260" y="64866"/>
                  <a:pt x="9210" y="64991"/>
                  <a:pt x="9210" y="65115"/>
                </a:cubicBezTo>
                <a:lnTo>
                  <a:pt x="9210" y="65339"/>
                </a:lnTo>
                <a:lnTo>
                  <a:pt x="9210" y="65439"/>
                </a:lnTo>
                <a:lnTo>
                  <a:pt x="9210" y="66036"/>
                </a:lnTo>
                <a:lnTo>
                  <a:pt x="9210" y="66210"/>
                </a:lnTo>
                <a:lnTo>
                  <a:pt x="9210" y="66235"/>
                </a:lnTo>
                <a:lnTo>
                  <a:pt x="9210" y="66285"/>
                </a:lnTo>
                <a:lnTo>
                  <a:pt x="9210" y="66733"/>
                </a:lnTo>
                <a:cubicBezTo>
                  <a:pt x="9210" y="66982"/>
                  <a:pt x="9260" y="67231"/>
                  <a:pt x="9285" y="67480"/>
                </a:cubicBezTo>
                <a:cubicBezTo>
                  <a:pt x="9285" y="67654"/>
                  <a:pt x="9309" y="67803"/>
                  <a:pt x="9309" y="67953"/>
                </a:cubicBezTo>
                <a:cubicBezTo>
                  <a:pt x="9309" y="68027"/>
                  <a:pt x="9309" y="68052"/>
                  <a:pt x="9334" y="68102"/>
                </a:cubicBezTo>
                <a:lnTo>
                  <a:pt x="9334" y="68301"/>
                </a:lnTo>
                <a:lnTo>
                  <a:pt x="9334" y="68326"/>
                </a:lnTo>
                <a:cubicBezTo>
                  <a:pt x="9334" y="68326"/>
                  <a:pt x="9334" y="68351"/>
                  <a:pt x="9309" y="68351"/>
                </a:cubicBezTo>
                <a:cubicBezTo>
                  <a:pt x="9309" y="68401"/>
                  <a:pt x="9285" y="68401"/>
                  <a:pt x="9285" y="68426"/>
                </a:cubicBezTo>
                <a:lnTo>
                  <a:pt x="9285" y="68326"/>
                </a:lnTo>
                <a:cubicBezTo>
                  <a:pt x="9260" y="68152"/>
                  <a:pt x="9260" y="67953"/>
                  <a:pt x="9210" y="67729"/>
                </a:cubicBezTo>
                <a:cubicBezTo>
                  <a:pt x="9185" y="67455"/>
                  <a:pt x="9185" y="67181"/>
                  <a:pt x="9160" y="66907"/>
                </a:cubicBezTo>
                <a:cubicBezTo>
                  <a:pt x="9160" y="66708"/>
                  <a:pt x="9135" y="66559"/>
                  <a:pt x="9135" y="66360"/>
                </a:cubicBezTo>
                <a:lnTo>
                  <a:pt x="9135" y="65364"/>
                </a:lnTo>
                <a:lnTo>
                  <a:pt x="9135" y="64966"/>
                </a:lnTo>
                <a:cubicBezTo>
                  <a:pt x="9135" y="64567"/>
                  <a:pt x="9160" y="64169"/>
                  <a:pt x="9185" y="63721"/>
                </a:cubicBezTo>
                <a:lnTo>
                  <a:pt x="9185" y="63547"/>
                </a:lnTo>
                <a:cubicBezTo>
                  <a:pt x="9260" y="62925"/>
                  <a:pt x="9309" y="62253"/>
                  <a:pt x="9434" y="61630"/>
                </a:cubicBezTo>
                <a:cubicBezTo>
                  <a:pt x="9459" y="61481"/>
                  <a:pt x="9509" y="61357"/>
                  <a:pt x="9509" y="61207"/>
                </a:cubicBezTo>
                <a:lnTo>
                  <a:pt x="9782" y="59714"/>
                </a:lnTo>
                <a:cubicBezTo>
                  <a:pt x="9832" y="59365"/>
                  <a:pt x="9932" y="58992"/>
                  <a:pt x="10031" y="58643"/>
                </a:cubicBezTo>
                <a:cubicBezTo>
                  <a:pt x="10081" y="58345"/>
                  <a:pt x="10181" y="58021"/>
                  <a:pt x="10280" y="57747"/>
                </a:cubicBezTo>
                <a:cubicBezTo>
                  <a:pt x="10430" y="57175"/>
                  <a:pt x="10579" y="56627"/>
                  <a:pt x="10778" y="56055"/>
                </a:cubicBezTo>
                <a:cubicBezTo>
                  <a:pt x="10803" y="55930"/>
                  <a:pt x="10878" y="55806"/>
                  <a:pt x="10902" y="55706"/>
                </a:cubicBezTo>
                <a:cubicBezTo>
                  <a:pt x="11077" y="55457"/>
                  <a:pt x="11201" y="55134"/>
                  <a:pt x="11326" y="54785"/>
                </a:cubicBezTo>
                <a:cubicBezTo>
                  <a:pt x="11346" y="54785"/>
                  <a:pt x="11385" y="54785"/>
                  <a:pt x="11397" y="54771"/>
                </a:cubicBezTo>
                <a:close/>
                <a:moveTo>
                  <a:pt x="34673" y="68077"/>
                </a:moveTo>
                <a:cubicBezTo>
                  <a:pt x="34723" y="68152"/>
                  <a:pt x="34848" y="68202"/>
                  <a:pt x="34972" y="68276"/>
                </a:cubicBezTo>
                <a:cubicBezTo>
                  <a:pt x="35022" y="68301"/>
                  <a:pt x="35072" y="68301"/>
                  <a:pt x="35097" y="68326"/>
                </a:cubicBezTo>
                <a:cubicBezTo>
                  <a:pt x="35192" y="68374"/>
                  <a:pt x="35284" y="68422"/>
                  <a:pt x="35375" y="68469"/>
                </a:cubicBezTo>
                <a:lnTo>
                  <a:pt x="35375" y="68469"/>
                </a:lnTo>
                <a:cubicBezTo>
                  <a:pt x="35209" y="68418"/>
                  <a:pt x="35066" y="68324"/>
                  <a:pt x="34922" y="68276"/>
                </a:cubicBezTo>
                <a:cubicBezTo>
                  <a:pt x="34823" y="68226"/>
                  <a:pt x="34723" y="68177"/>
                  <a:pt x="34649" y="68152"/>
                </a:cubicBezTo>
                <a:cubicBezTo>
                  <a:pt x="34649" y="68102"/>
                  <a:pt x="34673" y="68102"/>
                  <a:pt x="34673" y="68077"/>
                </a:cubicBezTo>
                <a:close/>
                <a:moveTo>
                  <a:pt x="52396" y="66409"/>
                </a:moveTo>
                <a:lnTo>
                  <a:pt x="52371" y="66434"/>
                </a:lnTo>
                <a:cubicBezTo>
                  <a:pt x="52371" y="66434"/>
                  <a:pt x="52371" y="66459"/>
                  <a:pt x="52346" y="66459"/>
                </a:cubicBezTo>
                <a:cubicBezTo>
                  <a:pt x="51624" y="66932"/>
                  <a:pt x="50654" y="67579"/>
                  <a:pt x="49733" y="68177"/>
                </a:cubicBezTo>
                <a:cubicBezTo>
                  <a:pt x="49583" y="68276"/>
                  <a:pt x="49459" y="68351"/>
                  <a:pt x="49260" y="68450"/>
                </a:cubicBezTo>
                <a:cubicBezTo>
                  <a:pt x="49225" y="68470"/>
                  <a:pt x="49189" y="68491"/>
                  <a:pt x="49152" y="68513"/>
                </a:cubicBezTo>
                <a:lnTo>
                  <a:pt x="49152" y="68513"/>
                </a:lnTo>
                <a:cubicBezTo>
                  <a:pt x="49157" y="68506"/>
                  <a:pt x="49160" y="68494"/>
                  <a:pt x="49160" y="68475"/>
                </a:cubicBezTo>
                <a:cubicBezTo>
                  <a:pt x="49758" y="68152"/>
                  <a:pt x="50355" y="67729"/>
                  <a:pt x="50927" y="67355"/>
                </a:cubicBezTo>
                <a:cubicBezTo>
                  <a:pt x="51151" y="67206"/>
                  <a:pt x="51375" y="67081"/>
                  <a:pt x="51624" y="66932"/>
                </a:cubicBezTo>
                <a:cubicBezTo>
                  <a:pt x="51649" y="66907"/>
                  <a:pt x="51674" y="66907"/>
                  <a:pt x="51724" y="66857"/>
                </a:cubicBezTo>
                <a:cubicBezTo>
                  <a:pt x="51923" y="66708"/>
                  <a:pt x="52172" y="66559"/>
                  <a:pt x="52396" y="66409"/>
                </a:cubicBezTo>
                <a:close/>
                <a:moveTo>
                  <a:pt x="17524" y="54014"/>
                </a:moveTo>
                <a:cubicBezTo>
                  <a:pt x="14362" y="58818"/>
                  <a:pt x="11674" y="63696"/>
                  <a:pt x="9583" y="68525"/>
                </a:cubicBezTo>
                <a:lnTo>
                  <a:pt x="9583" y="68450"/>
                </a:lnTo>
                <a:cubicBezTo>
                  <a:pt x="11649" y="63696"/>
                  <a:pt x="14288" y="58843"/>
                  <a:pt x="17474" y="54014"/>
                </a:cubicBezTo>
                <a:close/>
                <a:moveTo>
                  <a:pt x="51898" y="63945"/>
                </a:moveTo>
                <a:cubicBezTo>
                  <a:pt x="51873" y="63970"/>
                  <a:pt x="51873" y="63995"/>
                  <a:pt x="51848" y="64045"/>
                </a:cubicBezTo>
                <a:cubicBezTo>
                  <a:pt x="51799" y="64095"/>
                  <a:pt x="51774" y="64119"/>
                  <a:pt x="51774" y="64119"/>
                </a:cubicBezTo>
                <a:cubicBezTo>
                  <a:pt x="51774" y="64169"/>
                  <a:pt x="51749" y="64169"/>
                  <a:pt x="51749" y="64194"/>
                </a:cubicBezTo>
                <a:cubicBezTo>
                  <a:pt x="51301" y="64742"/>
                  <a:pt x="50902" y="65314"/>
                  <a:pt x="50529" y="65837"/>
                </a:cubicBezTo>
                <a:cubicBezTo>
                  <a:pt x="50479" y="65912"/>
                  <a:pt x="50430" y="65961"/>
                  <a:pt x="50380" y="66061"/>
                </a:cubicBezTo>
                <a:cubicBezTo>
                  <a:pt x="50255" y="66210"/>
                  <a:pt x="50156" y="66360"/>
                  <a:pt x="50056" y="66484"/>
                </a:cubicBezTo>
                <a:cubicBezTo>
                  <a:pt x="49758" y="66932"/>
                  <a:pt x="49533" y="67281"/>
                  <a:pt x="49160" y="67803"/>
                </a:cubicBezTo>
                <a:cubicBezTo>
                  <a:pt x="48986" y="68077"/>
                  <a:pt x="48787" y="68326"/>
                  <a:pt x="48613" y="68600"/>
                </a:cubicBezTo>
                <a:lnTo>
                  <a:pt x="48563" y="68600"/>
                </a:lnTo>
                <a:cubicBezTo>
                  <a:pt x="48575" y="68575"/>
                  <a:pt x="48581" y="68569"/>
                  <a:pt x="48578" y="68569"/>
                </a:cubicBezTo>
                <a:cubicBezTo>
                  <a:pt x="48575" y="68569"/>
                  <a:pt x="48563" y="68575"/>
                  <a:pt x="48538" y="68575"/>
                </a:cubicBezTo>
                <a:cubicBezTo>
                  <a:pt x="48986" y="67853"/>
                  <a:pt x="49583" y="66957"/>
                  <a:pt x="50280" y="65961"/>
                </a:cubicBezTo>
                <a:cubicBezTo>
                  <a:pt x="50753" y="65314"/>
                  <a:pt x="51226" y="64667"/>
                  <a:pt x="51724" y="64045"/>
                </a:cubicBezTo>
                <a:lnTo>
                  <a:pt x="51749" y="63995"/>
                </a:lnTo>
                <a:lnTo>
                  <a:pt x="51799" y="63945"/>
                </a:lnTo>
                <a:close/>
                <a:moveTo>
                  <a:pt x="20411" y="66683"/>
                </a:moveTo>
                <a:cubicBezTo>
                  <a:pt x="20610" y="67355"/>
                  <a:pt x="20859" y="67978"/>
                  <a:pt x="21158" y="68575"/>
                </a:cubicBezTo>
                <a:cubicBezTo>
                  <a:pt x="21158" y="68600"/>
                  <a:pt x="21133" y="68625"/>
                  <a:pt x="21133" y="68625"/>
                </a:cubicBezTo>
                <a:cubicBezTo>
                  <a:pt x="20835" y="68005"/>
                  <a:pt x="20587" y="67361"/>
                  <a:pt x="20389" y="66693"/>
                </a:cubicBezTo>
                <a:lnTo>
                  <a:pt x="20389" y="66693"/>
                </a:lnTo>
                <a:cubicBezTo>
                  <a:pt x="20392" y="66690"/>
                  <a:pt x="20398" y="66683"/>
                  <a:pt x="20411" y="66683"/>
                </a:cubicBezTo>
                <a:close/>
                <a:moveTo>
                  <a:pt x="22651" y="66409"/>
                </a:moveTo>
                <a:cubicBezTo>
                  <a:pt x="22228" y="67156"/>
                  <a:pt x="21780" y="67928"/>
                  <a:pt x="21382" y="68674"/>
                </a:cubicBezTo>
                <a:cubicBezTo>
                  <a:pt x="21382" y="68650"/>
                  <a:pt x="21357" y="68600"/>
                  <a:pt x="21357" y="68600"/>
                </a:cubicBezTo>
                <a:cubicBezTo>
                  <a:pt x="21755" y="67853"/>
                  <a:pt x="22153" y="67106"/>
                  <a:pt x="22601" y="66409"/>
                </a:cubicBezTo>
                <a:close/>
                <a:moveTo>
                  <a:pt x="53964" y="65837"/>
                </a:moveTo>
                <a:cubicBezTo>
                  <a:pt x="54113" y="65837"/>
                  <a:pt x="54288" y="65862"/>
                  <a:pt x="54487" y="65912"/>
                </a:cubicBezTo>
                <a:cubicBezTo>
                  <a:pt x="54512" y="65912"/>
                  <a:pt x="54537" y="65912"/>
                  <a:pt x="54586" y="65936"/>
                </a:cubicBezTo>
                <a:cubicBezTo>
                  <a:pt x="54761" y="65961"/>
                  <a:pt x="54960" y="66036"/>
                  <a:pt x="55134" y="66111"/>
                </a:cubicBezTo>
                <a:cubicBezTo>
                  <a:pt x="55159" y="66111"/>
                  <a:pt x="55209" y="66161"/>
                  <a:pt x="55234" y="66161"/>
                </a:cubicBezTo>
                <a:cubicBezTo>
                  <a:pt x="55458" y="66235"/>
                  <a:pt x="55706" y="66360"/>
                  <a:pt x="55955" y="66484"/>
                </a:cubicBezTo>
                <a:cubicBezTo>
                  <a:pt x="55980" y="66534"/>
                  <a:pt x="56005" y="66534"/>
                  <a:pt x="56055" y="66559"/>
                </a:cubicBezTo>
                <a:cubicBezTo>
                  <a:pt x="54885" y="67355"/>
                  <a:pt x="53765" y="68077"/>
                  <a:pt x="52620" y="68724"/>
                </a:cubicBezTo>
                <a:cubicBezTo>
                  <a:pt x="52620" y="68674"/>
                  <a:pt x="52595" y="68600"/>
                  <a:pt x="52595" y="68525"/>
                </a:cubicBezTo>
                <a:cubicBezTo>
                  <a:pt x="52595" y="68426"/>
                  <a:pt x="52570" y="68326"/>
                  <a:pt x="52570" y="68226"/>
                </a:cubicBezTo>
                <a:lnTo>
                  <a:pt x="52570" y="67978"/>
                </a:lnTo>
                <a:lnTo>
                  <a:pt x="52570" y="67729"/>
                </a:lnTo>
                <a:cubicBezTo>
                  <a:pt x="52595" y="67679"/>
                  <a:pt x="52595" y="67604"/>
                  <a:pt x="52595" y="67554"/>
                </a:cubicBezTo>
                <a:cubicBezTo>
                  <a:pt x="52595" y="67455"/>
                  <a:pt x="52595" y="67405"/>
                  <a:pt x="52620" y="67305"/>
                </a:cubicBezTo>
                <a:cubicBezTo>
                  <a:pt x="52620" y="67231"/>
                  <a:pt x="52645" y="67181"/>
                  <a:pt x="52645" y="67106"/>
                </a:cubicBezTo>
                <a:cubicBezTo>
                  <a:pt x="52645" y="67057"/>
                  <a:pt x="52670" y="66982"/>
                  <a:pt x="52670" y="66932"/>
                </a:cubicBezTo>
                <a:cubicBezTo>
                  <a:pt x="52720" y="66857"/>
                  <a:pt x="52720" y="66808"/>
                  <a:pt x="52744" y="66733"/>
                </a:cubicBezTo>
                <a:cubicBezTo>
                  <a:pt x="52769" y="66683"/>
                  <a:pt x="52769" y="66658"/>
                  <a:pt x="52794" y="66584"/>
                </a:cubicBezTo>
                <a:cubicBezTo>
                  <a:pt x="52844" y="66484"/>
                  <a:pt x="52894" y="66409"/>
                  <a:pt x="52968" y="66310"/>
                </a:cubicBezTo>
                <a:cubicBezTo>
                  <a:pt x="52993" y="66235"/>
                  <a:pt x="53043" y="66185"/>
                  <a:pt x="53118" y="66161"/>
                </a:cubicBezTo>
                <a:lnTo>
                  <a:pt x="53143" y="66111"/>
                </a:lnTo>
                <a:cubicBezTo>
                  <a:pt x="53168" y="66086"/>
                  <a:pt x="53217" y="66086"/>
                  <a:pt x="53217" y="66061"/>
                </a:cubicBezTo>
                <a:cubicBezTo>
                  <a:pt x="53292" y="65986"/>
                  <a:pt x="53392" y="65961"/>
                  <a:pt x="53516" y="65912"/>
                </a:cubicBezTo>
                <a:cubicBezTo>
                  <a:pt x="53641" y="65862"/>
                  <a:pt x="53790" y="65837"/>
                  <a:pt x="53964" y="65837"/>
                </a:cubicBezTo>
                <a:close/>
                <a:moveTo>
                  <a:pt x="49128" y="68527"/>
                </a:moveTo>
                <a:cubicBezTo>
                  <a:pt x="48990" y="68611"/>
                  <a:pt x="48844" y="68705"/>
                  <a:pt x="48712" y="68799"/>
                </a:cubicBezTo>
                <a:cubicBezTo>
                  <a:pt x="48712" y="68774"/>
                  <a:pt x="48737" y="68774"/>
                  <a:pt x="48737" y="68724"/>
                </a:cubicBezTo>
                <a:cubicBezTo>
                  <a:pt x="48860" y="68675"/>
                  <a:pt x="48982" y="68578"/>
                  <a:pt x="49128" y="68527"/>
                </a:cubicBezTo>
                <a:close/>
                <a:moveTo>
                  <a:pt x="52620" y="66484"/>
                </a:moveTo>
                <a:cubicBezTo>
                  <a:pt x="52595" y="66559"/>
                  <a:pt x="52595" y="66584"/>
                  <a:pt x="52570" y="66658"/>
                </a:cubicBezTo>
                <a:cubicBezTo>
                  <a:pt x="52570" y="66733"/>
                  <a:pt x="52520" y="66783"/>
                  <a:pt x="52496" y="66857"/>
                </a:cubicBezTo>
                <a:cubicBezTo>
                  <a:pt x="52471" y="66932"/>
                  <a:pt x="52471" y="67032"/>
                  <a:pt x="52471" y="67081"/>
                </a:cubicBezTo>
                <a:cubicBezTo>
                  <a:pt x="52471" y="67131"/>
                  <a:pt x="52446" y="67206"/>
                  <a:pt x="52446" y="67256"/>
                </a:cubicBezTo>
                <a:cubicBezTo>
                  <a:pt x="52446" y="67355"/>
                  <a:pt x="52446" y="67430"/>
                  <a:pt x="52396" y="67530"/>
                </a:cubicBezTo>
                <a:lnTo>
                  <a:pt x="52396" y="67729"/>
                </a:lnTo>
                <a:lnTo>
                  <a:pt x="52396" y="68002"/>
                </a:lnTo>
                <a:lnTo>
                  <a:pt x="52396" y="68276"/>
                </a:lnTo>
                <a:cubicBezTo>
                  <a:pt x="52396" y="68351"/>
                  <a:pt x="52446" y="68475"/>
                  <a:pt x="52446" y="68575"/>
                </a:cubicBezTo>
                <a:cubicBezTo>
                  <a:pt x="52446" y="68674"/>
                  <a:pt x="52471" y="68774"/>
                  <a:pt x="52471" y="68849"/>
                </a:cubicBezTo>
                <a:cubicBezTo>
                  <a:pt x="52446" y="68849"/>
                  <a:pt x="52446" y="68899"/>
                  <a:pt x="52396" y="68899"/>
                </a:cubicBezTo>
                <a:cubicBezTo>
                  <a:pt x="52371" y="68699"/>
                  <a:pt x="52371" y="68550"/>
                  <a:pt x="52346" y="68401"/>
                </a:cubicBezTo>
                <a:lnTo>
                  <a:pt x="52346" y="68301"/>
                </a:lnTo>
                <a:cubicBezTo>
                  <a:pt x="52346" y="68152"/>
                  <a:pt x="52321" y="67953"/>
                  <a:pt x="52321" y="67803"/>
                </a:cubicBezTo>
                <a:lnTo>
                  <a:pt x="52321" y="67729"/>
                </a:lnTo>
                <a:cubicBezTo>
                  <a:pt x="52321" y="67579"/>
                  <a:pt x="52321" y="67430"/>
                  <a:pt x="52346" y="67281"/>
                </a:cubicBezTo>
                <a:lnTo>
                  <a:pt x="52346" y="67231"/>
                </a:lnTo>
                <a:cubicBezTo>
                  <a:pt x="52371" y="66957"/>
                  <a:pt x="52446" y="66733"/>
                  <a:pt x="52520" y="66559"/>
                </a:cubicBezTo>
                <a:cubicBezTo>
                  <a:pt x="52570" y="66534"/>
                  <a:pt x="52595" y="66534"/>
                  <a:pt x="52620" y="66484"/>
                </a:cubicBezTo>
                <a:close/>
                <a:moveTo>
                  <a:pt x="21257" y="68799"/>
                </a:moveTo>
                <a:cubicBezTo>
                  <a:pt x="21257" y="68824"/>
                  <a:pt x="21282" y="68849"/>
                  <a:pt x="21282" y="68849"/>
                </a:cubicBezTo>
                <a:cubicBezTo>
                  <a:pt x="21282" y="68899"/>
                  <a:pt x="21257" y="68899"/>
                  <a:pt x="21257" y="68923"/>
                </a:cubicBezTo>
                <a:cubicBezTo>
                  <a:pt x="21257" y="68899"/>
                  <a:pt x="21232" y="68899"/>
                  <a:pt x="21232" y="68849"/>
                </a:cubicBezTo>
                <a:cubicBezTo>
                  <a:pt x="21232" y="68849"/>
                  <a:pt x="21232" y="68824"/>
                  <a:pt x="21257" y="68799"/>
                </a:cubicBezTo>
                <a:close/>
                <a:moveTo>
                  <a:pt x="48339" y="68948"/>
                </a:moveTo>
                <a:cubicBezTo>
                  <a:pt x="48339" y="68948"/>
                  <a:pt x="48339" y="68973"/>
                  <a:pt x="48289" y="68973"/>
                </a:cubicBezTo>
                <a:lnTo>
                  <a:pt x="48339" y="68948"/>
                </a:lnTo>
                <a:close/>
                <a:moveTo>
                  <a:pt x="9434" y="68774"/>
                </a:moveTo>
                <a:lnTo>
                  <a:pt x="9434" y="68824"/>
                </a:lnTo>
                <a:lnTo>
                  <a:pt x="9434" y="68899"/>
                </a:lnTo>
                <a:lnTo>
                  <a:pt x="9434" y="68948"/>
                </a:lnTo>
                <a:cubicBezTo>
                  <a:pt x="9434" y="68973"/>
                  <a:pt x="9409" y="68973"/>
                  <a:pt x="9409" y="68998"/>
                </a:cubicBezTo>
                <a:cubicBezTo>
                  <a:pt x="9409" y="68973"/>
                  <a:pt x="9409" y="68923"/>
                  <a:pt x="9384" y="68874"/>
                </a:cubicBezTo>
                <a:cubicBezTo>
                  <a:pt x="9384" y="68849"/>
                  <a:pt x="9409" y="68849"/>
                  <a:pt x="9409" y="68824"/>
                </a:cubicBezTo>
                <a:cubicBezTo>
                  <a:pt x="9409" y="68799"/>
                  <a:pt x="9434" y="68799"/>
                  <a:pt x="9434" y="68774"/>
                </a:cubicBezTo>
                <a:close/>
                <a:moveTo>
                  <a:pt x="48289" y="68973"/>
                </a:moveTo>
                <a:cubicBezTo>
                  <a:pt x="48289" y="69023"/>
                  <a:pt x="48289" y="69023"/>
                  <a:pt x="48264" y="69023"/>
                </a:cubicBezTo>
                <a:cubicBezTo>
                  <a:pt x="48264" y="68973"/>
                  <a:pt x="48289" y="68973"/>
                  <a:pt x="48289" y="68973"/>
                </a:cubicBezTo>
                <a:close/>
                <a:moveTo>
                  <a:pt x="56229" y="66683"/>
                </a:moveTo>
                <a:cubicBezTo>
                  <a:pt x="56254" y="66683"/>
                  <a:pt x="56254" y="66708"/>
                  <a:pt x="56304" y="66708"/>
                </a:cubicBezTo>
                <a:cubicBezTo>
                  <a:pt x="55084" y="67554"/>
                  <a:pt x="53889" y="68326"/>
                  <a:pt x="52695" y="69023"/>
                </a:cubicBezTo>
                <a:lnTo>
                  <a:pt x="52695" y="68948"/>
                </a:lnTo>
                <a:cubicBezTo>
                  <a:pt x="53865" y="68276"/>
                  <a:pt x="55059" y="67530"/>
                  <a:pt x="56229" y="66683"/>
                </a:cubicBezTo>
                <a:close/>
                <a:moveTo>
                  <a:pt x="52520" y="69048"/>
                </a:moveTo>
                <a:lnTo>
                  <a:pt x="52520" y="69098"/>
                </a:lnTo>
                <a:cubicBezTo>
                  <a:pt x="52496" y="69098"/>
                  <a:pt x="52471" y="69147"/>
                  <a:pt x="52471" y="69147"/>
                </a:cubicBezTo>
                <a:lnTo>
                  <a:pt x="52471" y="69073"/>
                </a:lnTo>
                <a:cubicBezTo>
                  <a:pt x="52496" y="69073"/>
                  <a:pt x="52496" y="69048"/>
                  <a:pt x="52520" y="69048"/>
                </a:cubicBezTo>
                <a:close/>
                <a:moveTo>
                  <a:pt x="2365" y="68799"/>
                </a:moveTo>
                <a:cubicBezTo>
                  <a:pt x="2365" y="68923"/>
                  <a:pt x="2340" y="69048"/>
                  <a:pt x="2340" y="69147"/>
                </a:cubicBezTo>
                <a:cubicBezTo>
                  <a:pt x="2315" y="69297"/>
                  <a:pt x="2290" y="69421"/>
                  <a:pt x="2215" y="69571"/>
                </a:cubicBezTo>
                <a:cubicBezTo>
                  <a:pt x="2215" y="69421"/>
                  <a:pt x="2240" y="69297"/>
                  <a:pt x="2290" y="69147"/>
                </a:cubicBezTo>
                <a:cubicBezTo>
                  <a:pt x="2315" y="69048"/>
                  <a:pt x="2340" y="68923"/>
                  <a:pt x="2365" y="68799"/>
                </a:cubicBezTo>
                <a:close/>
                <a:moveTo>
                  <a:pt x="89061" y="61108"/>
                </a:moveTo>
                <a:cubicBezTo>
                  <a:pt x="91475" y="62004"/>
                  <a:pt x="93964" y="62676"/>
                  <a:pt x="96478" y="63024"/>
                </a:cubicBezTo>
                <a:cubicBezTo>
                  <a:pt x="95682" y="65215"/>
                  <a:pt x="94636" y="67480"/>
                  <a:pt x="93292" y="69770"/>
                </a:cubicBezTo>
                <a:cubicBezTo>
                  <a:pt x="91301" y="67828"/>
                  <a:pt x="89085" y="65862"/>
                  <a:pt x="86820" y="64045"/>
                </a:cubicBezTo>
                <a:cubicBezTo>
                  <a:pt x="87592" y="63074"/>
                  <a:pt x="88339" y="62103"/>
                  <a:pt x="89061" y="61108"/>
                </a:cubicBezTo>
                <a:close/>
                <a:moveTo>
                  <a:pt x="31562" y="67181"/>
                </a:moveTo>
                <a:cubicBezTo>
                  <a:pt x="31587" y="67206"/>
                  <a:pt x="31587" y="67231"/>
                  <a:pt x="31612" y="67231"/>
                </a:cubicBezTo>
                <a:cubicBezTo>
                  <a:pt x="31861" y="67305"/>
                  <a:pt x="32110" y="67405"/>
                  <a:pt x="32359" y="67455"/>
                </a:cubicBezTo>
                <a:cubicBezTo>
                  <a:pt x="32483" y="67480"/>
                  <a:pt x="32608" y="67554"/>
                  <a:pt x="32707" y="67579"/>
                </a:cubicBezTo>
                <a:cubicBezTo>
                  <a:pt x="32931" y="67654"/>
                  <a:pt x="33105" y="67729"/>
                  <a:pt x="33329" y="67803"/>
                </a:cubicBezTo>
                <a:cubicBezTo>
                  <a:pt x="33454" y="67853"/>
                  <a:pt x="33578" y="67928"/>
                  <a:pt x="33728" y="67953"/>
                </a:cubicBezTo>
                <a:cubicBezTo>
                  <a:pt x="33852" y="67978"/>
                  <a:pt x="33952" y="68052"/>
                  <a:pt x="34076" y="68077"/>
                </a:cubicBezTo>
                <a:cubicBezTo>
                  <a:pt x="33703" y="68674"/>
                  <a:pt x="33354" y="69272"/>
                  <a:pt x="32981" y="69844"/>
                </a:cubicBezTo>
                <a:cubicBezTo>
                  <a:pt x="32359" y="69098"/>
                  <a:pt x="31861" y="68202"/>
                  <a:pt x="31562" y="67181"/>
                </a:cubicBezTo>
                <a:close/>
                <a:moveTo>
                  <a:pt x="96777" y="63074"/>
                </a:moveTo>
                <a:cubicBezTo>
                  <a:pt x="95931" y="65314"/>
                  <a:pt x="94810" y="67604"/>
                  <a:pt x="93466" y="69919"/>
                </a:cubicBezTo>
                <a:lnTo>
                  <a:pt x="93441" y="69894"/>
                </a:lnTo>
                <a:cubicBezTo>
                  <a:pt x="94786" y="67579"/>
                  <a:pt x="95881" y="65289"/>
                  <a:pt x="96702" y="63074"/>
                </a:cubicBezTo>
                <a:close/>
                <a:moveTo>
                  <a:pt x="49260" y="63746"/>
                </a:moveTo>
                <a:cubicBezTo>
                  <a:pt x="49957" y="63945"/>
                  <a:pt x="50529" y="64045"/>
                  <a:pt x="51002" y="64045"/>
                </a:cubicBezTo>
                <a:cubicBezTo>
                  <a:pt x="51201" y="64045"/>
                  <a:pt x="51351" y="64045"/>
                  <a:pt x="51500" y="63995"/>
                </a:cubicBezTo>
                <a:lnTo>
                  <a:pt x="51500" y="63995"/>
                </a:lnTo>
                <a:cubicBezTo>
                  <a:pt x="51251" y="64343"/>
                  <a:pt x="51002" y="64667"/>
                  <a:pt x="50753" y="64991"/>
                </a:cubicBezTo>
                <a:cubicBezTo>
                  <a:pt x="50629" y="65190"/>
                  <a:pt x="50504" y="65339"/>
                  <a:pt x="50380" y="65513"/>
                </a:cubicBezTo>
                <a:cubicBezTo>
                  <a:pt x="50330" y="65613"/>
                  <a:pt x="50255" y="65712"/>
                  <a:pt x="50206" y="65787"/>
                </a:cubicBezTo>
                <a:cubicBezTo>
                  <a:pt x="50131" y="65862"/>
                  <a:pt x="50031" y="65986"/>
                  <a:pt x="49982" y="66086"/>
                </a:cubicBezTo>
                <a:lnTo>
                  <a:pt x="49957" y="66111"/>
                </a:lnTo>
                <a:cubicBezTo>
                  <a:pt x="49857" y="66235"/>
                  <a:pt x="49782" y="66335"/>
                  <a:pt x="49708" y="66459"/>
                </a:cubicBezTo>
                <a:lnTo>
                  <a:pt x="49334" y="67032"/>
                </a:lnTo>
                <a:cubicBezTo>
                  <a:pt x="49235" y="67156"/>
                  <a:pt x="49160" y="67281"/>
                  <a:pt x="49085" y="67430"/>
                </a:cubicBezTo>
                <a:cubicBezTo>
                  <a:pt x="48762" y="67903"/>
                  <a:pt x="48463" y="68326"/>
                  <a:pt x="48164" y="68799"/>
                </a:cubicBezTo>
                <a:cubicBezTo>
                  <a:pt x="47891" y="68948"/>
                  <a:pt x="47642" y="69098"/>
                  <a:pt x="47393" y="69222"/>
                </a:cubicBezTo>
                <a:cubicBezTo>
                  <a:pt x="46845" y="69521"/>
                  <a:pt x="46397" y="69770"/>
                  <a:pt x="45999" y="69944"/>
                </a:cubicBezTo>
                <a:cubicBezTo>
                  <a:pt x="46795" y="67928"/>
                  <a:pt x="47916" y="65837"/>
                  <a:pt x="49260" y="63746"/>
                </a:cubicBezTo>
                <a:close/>
                <a:moveTo>
                  <a:pt x="56478" y="66808"/>
                </a:moveTo>
                <a:cubicBezTo>
                  <a:pt x="56528" y="66833"/>
                  <a:pt x="56603" y="66857"/>
                  <a:pt x="56702" y="66932"/>
                </a:cubicBezTo>
                <a:cubicBezTo>
                  <a:pt x="56727" y="66932"/>
                  <a:pt x="56727" y="66957"/>
                  <a:pt x="56752" y="66957"/>
                </a:cubicBezTo>
                <a:cubicBezTo>
                  <a:pt x="56652" y="67032"/>
                  <a:pt x="56578" y="67106"/>
                  <a:pt x="56478" y="67181"/>
                </a:cubicBezTo>
                <a:cubicBezTo>
                  <a:pt x="56254" y="67355"/>
                  <a:pt x="56030" y="67530"/>
                  <a:pt x="55831" y="67704"/>
                </a:cubicBezTo>
                <a:cubicBezTo>
                  <a:pt x="55731" y="67803"/>
                  <a:pt x="55607" y="67853"/>
                  <a:pt x="55507" y="67953"/>
                </a:cubicBezTo>
                <a:cubicBezTo>
                  <a:pt x="55234" y="68177"/>
                  <a:pt x="54910" y="68426"/>
                  <a:pt x="54636" y="68650"/>
                </a:cubicBezTo>
                <a:cubicBezTo>
                  <a:pt x="54412" y="68824"/>
                  <a:pt x="54163" y="68973"/>
                  <a:pt x="53964" y="69172"/>
                </a:cubicBezTo>
                <a:cubicBezTo>
                  <a:pt x="53889" y="69222"/>
                  <a:pt x="53790" y="69272"/>
                  <a:pt x="53740" y="69322"/>
                </a:cubicBezTo>
                <a:cubicBezTo>
                  <a:pt x="53466" y="69546"/>
                  <a:pt x="53168" y="69720"/>
                  <a:pt x="52894" y="69944"/>
                </a:cubicBezTo>
                <a:cubicBezTo>
                  <a:pt x="52894" y="69894"/>
                  <a:pt x="52869" y="69819"/>
                  <a:pt x="52869" y="69770"/>
                </a:cubicBezTo>
                <a:cubicBezTo>
                  <a:pt x="52819" y="69645"/>
                  <a:pt x="52769" y="69521"/>
                  <a:pt x="52744" y="69421"/>
                </a:cubicBezTo>
                <a:cubicBezTo>
                  <a:pt x="52744" y="69347"/>
                  <a:pt x="52720" y="69272"/>
                  <a:pt x="52720" y="69197"/>
                </a:cubicBezTo>
                <a:cubicBezTo>
                  <a:pt x="53964" y="68475"/>
                  <a:pt x="55234" y="67704"/>
                  <a:pt x="56478" y="66808"/>
                </a:cubicBezTo>
                <a:close/>
                <a:moveTo>
                  <a:pt x="86721" y="64169"/>
                </a:moveTo>
                <a:cubicBezTo>
                  <a:pt x="88986" y="65986"/>
                  <a:pt x="91201" y="67953"/>
                  <a:pt x="93192" y="69919"/>
                </a:cubicBezTo>
                <a:cubicBezTo>
                  <a:pt x="93192" y="69944"/>
                  <a:pt x="93168" y="69944"/>
                  <a:pt x="93168" y="69969"/>
                </a:cubicBezTo>
                <a:cubicBezTo>
                  <a:pt x="91176" y="68002"/>
                  <a:pt x="88961" y="66086"/>
                  <a:pt x="86671" y="64219"/>
                </a:cubicBezTo>
                <a:cubicBezTo>
                  <a:pt x="86696" y="64219"/>
                  <a:pt x="86696" y="64194"/>
                  <a:pt x="86721" y="64169"/>
                </a:cubicBezTo>
                <a:close/>
                <a:moveTo>
                  <a:pt x="52570" y="69297"/>
                </a:moveTo>
                <a:cubicBezTo>
                  <a:pt x="52570" y="69347"/>
                  <a:pt x="52595" y="69421"/>
                  <a:pt x="52595" y="69471"/>
                </a:cubicBezTo>
                <a:lnTo>
                  <a:pt x="52695" y="69844"/>
                </a:lnTo>
                <a:cubicBezTo>
                  <a:pt x="52695" y="69919"/>
                  <a:pt x="52720" y="69969"/>
                  <a:pt x="52720" y="70043"/>
                </a:cubicBezTo>
                <a:cubicBezTo>
                  <a:pt x="52695" y="70043"/>
                  <a:pt x="52695" y="70068"/>
                  <a:pt x="52645" y="70068"/>
                </a:cubicBezTo>
                <a:cubicBezTo>
                  <a:pt x="52620" y="69944"/>
                  <a:pt x="52595" y="69819"/>
                  <a:pt x="52570" y="69720"/>
                </a:cubicBezTo>
                <a:cubicBezTo>
                  <a:pt x="52570" y="69670"/>
                  <a:pt x="52520" y="69595"/>
                  <a:pt x="52520" y="69546"/>
                </a:cubicBezTo>
                <a:cubicBezTo>
                  <a:pt x="52496" y="69471"/>
                  <a:pt x="52496" y="69396"/>
                  <a:pt x="52496" y="69322"/>
                </a:cubicBezTo>
                <a:cubicBezTo>
                  <a:pt x="52520" y="69322"/>
                  <a:pt x="52520" y="69297"/>
                  <a:pt x="52570" y="69297"/>
                </a:cubicBezTo>
                <a:close/>
                <a:moveTo>
                  <a:pt x="34225" y="68177"/>
                </a:moveTo>
                <a:cubicBezTo>
                  <a:pt x="34275" y="68177"/>
                  <a:pt x="34275" y="68177"/>
                  <a:pt x="34300" y="68202"/>
                </a:cubicBezTo>
                <a:cubicBezTo>
                  <a:pt x="33902" y="68849"/>
                  <a:pt x="33528" y="69471"/>
                  <a:pt x="33155" y="70093"/>
                </a:cubicBezTo>
                <a:cubicBezTo>
                  <a:pt x="33155" y="70068"/>
                  <a:pt x="33105" y="70068"/>
                  <a:pt x="33105" y="70043"/>
                </a:cubicBezTo>
                <a:lnTo>
                  <a:pt x="34225" y="68177"/>
                </a:lnTo>
                <a:close/>
                <a:moveTo>
                  <a:pt x="31338" y="67156"/>
                </a:moveTo>
                <a:cubicBezTo>
                  <a:pt x="31687" y="68276"/>
                  <a:pt x="32184" y="69272"/>
                  <a:pt x="32906" y="70068"/>
                </a:cubicBezTo>
                <a:cubicBezTo>
                  <a:pt x="32906" y="70093"/>
                  <a:pt x="32856" y="70093"/>
                  <a:pt x="32856" y="70143"/>
                </a:cubicBezTo>
                <a:cubicBezTo>
                  <a:pt x="32159" y="69297"/>
                  <a:pt x="31612" y="68301"/>
                  <a:pt x="31288" y="67156"/>
                </a:cubicBezTo>
                <a:close/>
                <a:moveTo>
                  <a:pt x="49011" y="63696"/>
                </a:moveTo>
                <a:cubicBezTo>
                  <a:pt x="49036" y="63696"/>
                  <a:pt x="49036" y="63696"/>
                  <a:pt x="49061" y="63721"/>
                </a:cubicBezTo>
                <a:cubicBezTo>
                  <a:pt x="47667" y="65837"/>
                  <a:pt x="46547" y="68027"/>
                  <a:pt x="45700" y="70093"/>
                </a:cubicBezTo>
                <a:cubicBezTo>
                  <a:pt x="45675" y="70093"/>
                  <a:pt x="45650" y="70143"/>
                  <a:pt x="45626" y="70143"/>
                </a:cubicBezTo>
                <a:cubicBezTo>
                  <a:pt x="46497" y="68027"/>
                  <a:pt x="47617" y="65837"/>
                  <a:pt x="49011" y="63696"/>
                </a:cubicBezTo>
                <a:close/>
                <a:moveTo>
                  <a:pt x="47891" y="69172"/>
                </a:moveTo>
                <a:lnTo>
                  <a:pt x="47866" y="69197"/>
                </a:lnTo>
                <a:cubicBezTo>
                  <a:pt x="47741" y="69322"/>
                  <a:pt x="47617" y="69396"/>
                  <a:pt x="47492" y="69446"/>
                </a:cubicBezTo>
                <a:cubicBezTo>
                  <a:pt x="46995" y="69695"/>
                  <a:pt x="46547" y="69944"/>
                  <a:pt x="46148" y="70143"/>
                </a:cubicBezTo>
                <a:cubicBezTo>
                  <a:pt x="46621" y="69869"/>
                  <a:pt x="47119" y="69645"/>
                  <a:pt x="47592" y="69347"/>
                </a:cubicBezTo>
                <a:cubicBezTo>
                  <a:pt x="47592" y="69347"/>
                  <a:pt x="47617" y="69347"/>
                  <a:pt x="47617" y="69322"/>
                </a:cubicBezTo>
                <a:lnTo>
                  <a:pt x="47791" y="69222"/>
                </a:lnTo>
                <a:cubicBezTo>
                  <a:pt x="47816" y="69197"/>
                  <a:pt x="47866" y="69197"/>
                  <a:pt x="47891" y="69172"/>
                </a:cubicBezTo>
                <a:close/>
                <a:moveTo>
                  <a:pt x="56926" y="67057"/>
                </a:moveTo>
                <a:cubicBezTo>
                  <a:pt x="56951" y="67081"/>
                  <a:pt x="56951" y="67081"/>
                  <a:pt x="56976" y="67081"/>
                </a:cubicBezTo>
                <a:cubicBezTo>
                  <a:pt x="56926" y="67156"/>
                  <a:pt x="56851" y="67181"/>
                  <a:pt x="56802" y="67231"/>
                </a:cubicBezTo>
                <a:cubicBezTo>
                  <a:pt x="56354" y="67579"/>
                  <a:pt x="55881" y="67953"/>
                  <a:pt x="55458" y="68301"/>
                </a:cubicBezTo>
                <a:cubicBezTo>
                  <a:pt x="55234" y="68450"/>
                  <a:pt x="55010" y="68650"/>
                  <a:pt x="54810" y="68799"/>
                </a:cubicBezTo>
                <a:cubicBezTo>
                  <a:pt x="54188" y="69272"/>
                  <a:pt x="53566" y="69720"/>
                  <a:pt x="52944" y="70168"/>
                </a:cubicBezTo>
                <a:lnTo>
                  <a:pt x="52944" y="70143"/>
                </a:lnTo>
                <a:lnTo>
                  <a:pt x="52944" y="70093"/>
                </a:lnTo>
                <a:cubicBezTo>
                  <a:pt x="53118" y="69969"/>
                  <a:pt x="53292" y="69819"/>
                  <a:pt x="53491" y="69670"/>
                </a:cubicBezTo>
                <a:lnTo>
                  <a:pt x="53566" y="69595"/>
                </a:lnTo>
                <a:lnTo>
                  <a:pt x="54586" y="68849"/>
                </a:lnTo>
                <a:cubicBezTo>
                  <a:pt x="54636" y="68824"/>
                  <a:pt x="54711" y="68774"/>
                  <a:pt x="54761" y="68724"/>
                </a:cubicBezTo>
                <a:lnTo>
                  <a:pt x="54810" y="68724"/>
                </a:lnTo>
                <a:cubicBezTo>
                  <a:pt x="55059" y="68550"/>
                  <a:pt x="55283" y="68351"/>
                  <a:pt x="55557" y="68152"/>
                </a:cubicBezTo>
                <a:cubicBezTo>
                  <a:pt x="55582" y="68152"/>
                  <a:pt x="55582" y="68102"/>
                  <a:pt x="55607" y="68102"/>
                </a:cubicBezTo>
                <a:cubicBezTo>
                  <a:pt x="55706" y="68052"/>
                  <a:pt x="55781" y="67953"/>
                  <a:pt x="55881" y="67903"/>
                </a:cubicBezTo>
                <a:cubicBezTo>
                  <a:pt x="56005" y="67803"/>
                  <a:pt x="56179" y="67679"/>
                  <a:pt x="56304" y="67579"/>
                </a:cubicBezTo>
                <a:cubicBezTo>
                  <a:pt x="56453" y="67455"/>
                  <a:pt x="56603" y="67330"/>
                  <a:pt x="56727" y="67231"/>
                </a:cubicBezTo>
                <a:cubicBezTo>
                  <a:pt x="56752" y="67181"/>
                  <a:pt x="56851" y="67106"/>
                  <a:pt x="56926" y="67057"/>
                </a:cubicBezTo>
                <a:close/>
                <a:moveTo>
                  <a:pt x="77760" y="58021"/>
                </a:moveTo>
                <a:cubicBezTo>
                  <a:pt x="79975" y="59440"/>
                  <a:pt x="82265" y="61083"/>
                  <a:pt x="84580" y="62850"/>
                </a:cubicBezTo>
                <a:cubicBezTo>
                  <a:pt x="83361" y="65240"/>
                  <a:pt x="81767" y="67729"/>
                  <a:pt x="79876" y="70168"/>
                </a:cubicBezTo>
                <a:cubicBezTo>
                  <a:pt x="77362" y="68102"/>
                  <a:pt x="74922" y="65961"/>
                  <a:pt x="72782" y="63821"/>
                </a:cubicBezTo>
                <a:cubicBezTo>
                  <a:pt x="74524" y="61929"/>
                  <a:pt x="76192" y="59988"/>
                  <a:pt x="77760" y="58021"/>
                </a:cubicBezTo>
                <a:close/>
                <a:moveTo>
                  <a:pt x="93342" y="70068"/>
                </a:moveTo>
                <a:lnTo>
                  <a:pt x="93392" y="70093"/>
                </a:lnTo>
                <a:cubicBezTo>
                  <a:pt x="93392" y="70143"/>
                  <a:pt x="93342" y="70143"/>
                  <a:pt x="93342" y="70168"/>
                </a:cubicBezTo>
                <a:lnTo>
                  <a:pt x="93317" y="70143"/>
                </a:lnTo>
                <a:cubicBezTo>
                  <a:pt x="93317" y="70093"/>
                  <a:pt x="93342" y="70093"/>
                  <a:pt x="93342" y="70068"/>
                </a:cubicBezTo>
                <a:close/>
                <a:moveTo>
                  <a:pt x="48264" y="63447"/>
                </a:moveTo>
                <a:lnTo>
                  <a:pt x="48837" y="63622"/>
                </a:lnTo>
                <a:cubicBezTo>
                  <a:pt x="47393" y="65837"/>
                  <a:pt x="46248" y="68077"/>
                  <a:pt x="45377" y="70218"/>
                </a:cubicBezTo>
                <a:cubicBezTo>
                  <a:pt x="45227" y="69595"/>
                  <a:pt x="45003" y="68948"/>
                  <a:pt x="44680" y="68326"/>
                </a:cubicBezTo>
                <a:cubicBezTo>
                  <a:pt x="45178" y="67579"/>
                  <a:pt x="45675" y="66857"/>
                  <a:pt x="46223" y="66161"/>
                </a:cubicBezTo>
                <a:cubicBezTo>
                  <a:pt x="46372" y="65936"/>
                  <a:pt x="46547" y="65688"/>
                  <a:pt x="46746" y="65464"/>
                </a:cubicBezTo>
                <a:lnTo>
                  <a:pt x="47866" y="63970"/>
                </a:lnTo>
                <a:cubicBezTo>
                  <a:pt x="47965" y="63846"/>
                  <a:pt x="48040" y="63746"/>
                  <a:pt x="48115" y="63622"/>
                </a:cubicBezTo>
                <a:cubicBezTo>
                  <a:pt x="48140" y="63572"/>
                  <a:pt x="48214" y="63547"/>
                  <a:pt x="48239" y="63472"/>
                </a:cubicBezTo>
                <a:cubicBezTo>
                  <a:pt x="48239" y="63472"/>
                  <a:pt x="48239" y="63447"/>
                  <a:pt x="48264" y="63447"/>
                </a:cubicBezTo>
                <a:close/>
                <a:moveTo>
                  <a:pt x="52744" y="70218"/>
                </a:moveTo>
                <a:lnTo>
                  <a:pt x="52744" y="70268"/>
                </a:lnTo>
                <a:lnTo>
                  <a:pt x="52744" y="70292"/>
                </a:lnTo>
                <a:lnTo>
                  <a:pt x="52720" y="70292"/>
                </a:lnTo>
                <a:lnTo>
                  <a:pt x="52720" y="70268"/>
                </a:lnTo>
                <a:lnTo>
                  <a:pt x="52744" y="70218"/>
                </a:lnTo>
                <a:close/>
                <a:moveTo>
                  <a:pt x="84730" y="62925"/>
                </a:moveTo>
                <a:cubicBezTo>
                  <a:pt x="84754" y="62925"/>
                  <a:pt x="84754" y="62950"/>
                  <a:pt x="84804" y="62950"/>
                </a:cubicBezTo>
                <a:cubicBezTo>
                  <a:pt x="83560" y="65414"/>
                  <a:pt x="81967" y="67903"/>
                  <a:pt x="80075" y="70292"/>
                </a:cubicBezTo>
                <a:cubicBezTo>
                  <a:pt x="80025" y="70292"/>
                  <a:pt x="80025" y="70268"/>
                  <a:pt x="80000" y="70268"/>
                </a:cubicBezTo>
                <a:cubicBezTo>
                  <a:pt x="81892" y="67853"/>
                  <a:pt x="83485" y="65364"/>
                  <a:pt x="84730" y="62925"/>
                </a:cubicBezTo>
                <a:close/>
                <a:moveTo>
                  <a:pt x="44555" y="68475"/>
                </a:moveTo>
                <a:cubicBezTo>
                  <a:pt x="44854" y="69098"/>
                  <a:pt x="45053" y="69695"/>
                  <a:pt x="45227" y="70292"/>
                </a:cubicBezTo>
                <a:cubicBezTo>
                  <a:pt x="45178" y="70292"/>
                  <a:pt x="45178" y="70317"/>
                  <a:pt x="45153" y="70317"/>
                </a:cubicBezTo>
                <a:cubicBezTo>
                  <a:pt x="45003" y="69770"/>
                  <a:pt x="44804" y="69172"/>
                  <a:pt x="44530" y="68550"/>
                </a:cubicBezTo>
                <a:cubicBezTo>
                  <a:pt x="44530" y="68525"/>
                  <a:pt x="44555" y="68525"/>
                  <a:pt x="44555" y="68475"/>
                </a:cubicBezTo>
                <a:close/>
                <a:moveTo>
                  <a:pt x="72657" y="63945"/>
                </a:moveTo>
                <a:cubicBezTo>
                  <a:pt x="74798" y="66086"/>
                  <a:pt x="77237" y="68276"/>
                  <a:pt x="79751" y="70292"/>
                </a:cubicBezTo>
                <a:cubicBezTo>
                  <a:pt x="79751" y="70317"/>
                  <a:pt x="79726" y="70317"/>
                  <a:pt x="79726" y="70342"/>
                </a:cubicBezTo>
                <a:cubicBezTo>
                  <a:pt x="77188" y="68301"/>
                  <a:pt x="74773" y="66161"/>
                  <a:pt x="72632" y="63995"/>
                </a:cubicBezTo>
                <a:cubicBezTo>
                  <a:pt x="72632" y="63970"/>
                  <a:pt x="72657" y="63945"/>
                  <a:pt x="72657" y="63945"/>
                </a:cubicBezTo>
                <a:close/>
                <a:moveTo>
                  <a:pt x="17748" y="54014"/>
                </a:moveTo>
                <a:cubicBezTo>
                  <a:pt x="18893" y="54014"/>
                  <a:pt x="20062" y="54113"/>
                  <a:pt x="21282" y="54263"/>
                </a:cubicBezTo>
                <a:cubicBezTo>
                  <a:pt x="19739" y="58668"/>
                  <a:pt x="19241" y="62850"/>
                  <a:pt x="20062" y="66310"/>
                </a:cubicBezTo>
                <a:cubicBezTo>
                  <a:pt x="20013" y="66310"/>
                  <a:pt x="19988" y="66335"/>
                  <a:pt x="19913" y="66335"/>
                </a:cubicBezTo>
                <a:cubicBezTo>
                  <a:pt x="19589" y="66385"/>
                  <a:pt x="19241" y="66459"/>
                  <a:pt x="18917" y="66509"/>
                </a:cubicBezTo>
                <a:cubicBezTo>
                  <a:pt x="18594" y="66609"/>
                  <a:pt x="18245" y="66708"/>
                  <a:pt x="17922" y="66808"/>
                </a:cubicBezTo>
                <a:cubicBezTo>
                  <a:pt x="17623" y="66907"/>
                  <a:pt x="17299" y="66957"/>
                  <a:pt x="17001" y="67057"/>
                </a:cubicBezTo>
                <a:cubicBezTo>
                  <a:pt x="16652" y="67156"/>
                  <a:pt x="16354" y="67256"/>
                  <a:pt x="16005" y="67380"/>
                </a:cubicBezTo>
                <a:cubicBezTo>
                  <a:pt x="15682" y="67480"/>
                  <a:pt x="15383" y="67604"/>
                  <a:pt x="15084" y="67729"/>
                </a:cubicBezTo>
                <a:cubicBezTo>
                  <a:pt x="14785" y="67853"/>
                  <a:pt x="14462" y="68002"/>
                  <a:pt x="14163" y="68152"/>
                </a:cubicBezTo>
                <a:cubicBezTo>
                  <a:pt x="13840" y="68276"/>
                  <a:pt x="13541" y="68401"/>
                  <a:pt x="13267" y="68550"/>
                </a:cubicBezTo>
                <a:cubicBezTo>
                  <a:pt x="12968" y="68699"/>
                  <a:pt x="12670" y="68849"/>
                  <a:pt x="12396" y="69023"/>
                </a:cubicBezTo>
                <a:cubicBezTo>
                  <a:pt x="12072" y="69172"/>
                  <a:pt x="11799" y="69322"/>
                  <a:pt x="11475" y="69521"/>
                </a:cubicBezTo>
                <a:cubicBezTo>
                  <a:pt x="11201" y="69670"/>
                  <a:pt x="10952" y="69844"/>
                  <a:pt x="10678" y="70019"/>
                </a:cubicBezTo>
                <a:lnTo>
                  <a:pt x="9932" y="70467"/>
                </a:lnTo>
                <a:cubicBezTo>
                  <a:pt x="9907" y="70317"/>
                  <a:pt x="9857" y="70168"/>
                  <a:pt x="9832" y="69969"/>
                </a:cubicBezTo>
                <a:cubicBezTo>
                  <a:pt x="9782" y="69795"/>
                  <a:pt x="9757" y="69571"/>
                  <a:pt x="9683" y="69347"/>
                </a:cubicBezTo>
                <a:lnTo>
                  <a:pt x="9683" y="69247"/>
                </a:lnTo>
                <a:cubicBezTo>
                  <a:pt x="9658" y="69123"/>
                  <a:pt x="9658" y="68998"/>
                  <a:pt x="9633" y="68923"/>
                </a:cubicBezTo>
                <a:cubicBezTo>
                  <a:pt x="11699" y="63995"/>
                  <a:pt x="14437" y="58992"/>
                  <a:pt x="17748" y="54014"/>
                </a:cubicBezTo>
                <a:close/>
                <a:moveTo>
                  <a:pt x="79876" y="70417"/>
                </a:moveTo>
                <a:cubicBezTo>
                  <a:pt x="79901" y="70417"/>
                  <a:pt x="79950" y="70442"/>
                  <a:pt x="79950" y="70442"/>
                </a:cubicBezTo>
                <a:cubicBezTo>
                  <a:pt x="79950" y="70467"/>
                  <a:pt x="79901" y="70467"/>
                  <a:pt x="79901" y="70492"/>
                </a:cubicBezTo>
                <a:cubicBezTo>
                  <a:pt x="79876" y="70492"/>
                  <a:pt x="79876" y="70467"/>
                  <a:pt x="79851" y="70467"/>
                </a:cubicBezTo>
                <a:cubicBezTo>
                  <a:pt x="79851" y="70442"/>
                  <a:pt x="79876" y="70442"/>
                  <a:pt x="79876" y="70417"/>
                </a:cubicBezTo>
                <a:close/>
                <a:moveTo>
                  <a:pt x="33155" y="70442"/>
                </a:moveTo>
                <a:cubicBezTo>
                  <a:pt x="33180" y="70442"/>
                  <a:pt x="33205" y="70442"/>
                  <a:pt x="33205" y="70467"/>
                </a:cubicBezTo>
                <a:lnTo>
                  <a:pt x="33280" y="70467"/>
                </a:lnTo>
                <a:lnTo>
                  <a:pt x="33304" y="70516"/>
                </a:lnTo>
                <a:cubicBezTo>
                  <a:pt x="33280" y="70516"/>
                  <a:pt x="33205" y="70467"/>
                  <a:pt x="33180" y="70467"/>
                </a:cubicBezTo>
                <a:lnTo>
                  <a:pt x="33155" y="70442"/>
                </a:lnTo>
                <a:close/>
                <a:moveTo>
                  <a:pt x="9533" y="69197"/>
                </a:moveTo>
                <a:cubicBezTo>
                  <a:pt x="9533" y="69272"/>
                  <a:pt x="9558" y="69322"/>
                  <a:pt x="9558" y="69396"/>
                </a:cubicBezTo>
                <a:cubicBezTo>
                  <a:pt x="9558" y="69446"/>
                  <a:pt x="9583" y="69546"/>
                  <a:pt x="9583" y="69595"/>
                </a:cubicBezTo>
                <a:cubicBezTo>
                  <a:pt x="9658" y="69894"/>
                  <a:pt x="9708" y="70168"/>
                  <a:pt x="9782" y="70417"/>
                </a:cubicBezTo>
                <a:cubicBezTo>
                  <a:pt x="9782" y="70442"/>
                  <a:pt x="9807" y="70516"/>
                  <a:pt x="9807" y="70541"/>
                </a:cubicBezTo>
                <a:lnTo>
                  <a:pt x="9782" y="70566"/>
                </a:lnTo>
                <a:lnTo>
                  <a:pt x="9733" y="70591"/>
                </a:lnTo>
                <a:cubicBezTo>
                  <a:pt x="9733" y="70541"/>
                  <a:pt x="9708" y="70467"/>
                  <a:pt x="9708" y="70417"/>
                </a:cubicBezTo>
                <a:lnTo>
                  <a:pt x="9708" y="70392"/>
                </a:lnTo>
                <a:cubicBezTo>
                  <a:pt x="9633" y="70193"/>
                  <a:pt x="9558" y="69969"/>
                  <a:pt x="9533" y="69770"/>
                </a:cubicBezTo>
                <a:cubicBezTo>
                  <a:pt x="9509" y="69645"/>
                  <a:pt x="9459" y="69521"/>
                  <a:pt x="9459" y="69396"/>
                </a:cubicBezTo>
                <a:lnTo>
                  <a:pt x="9459" y="69322"/>
                </a:lnTo>
                <a:cubicBezTo>
                  <a:pt x="9459" y="69297"/>
                  <a:pt x="9484" y="69297"/>
                  <a:pt x="9484" y="69272"/>
                </a:cubicBezTo>
                <a:cubicBezTo>
                  <a:pt x="9484" y="69222"/>
                  <a:pt x="9484" y="69222"/>
                  <a:pt x="9533" y="69197"/>
                </a:cubicBezTo>
                <a:close/>
                <a:moveTo>
                  <a:pt x="84954" y="63074"/>
                </a:moveTo>
                <a:cubicBezTo>
                  <a:pt x="85377" y="63422"/>
                  <a:pt x="85825" y="63746"/>
                  <a:pt x="86223" y="64095"/>
                </a:cubicBezTo>
                <a:cubicBezTo>
                  <a:pt x="84431" y="66335"/>
                  <a:pt x="82564" y="68550"/>
                  <a:pt x="80573" y="70691"/>
                </a:cubicBezTo>
                <a:cubicBezTo>
                  <a:pt x="80448" y="70591"/>
                  <a:pt x="80349" y="70516"/>
                  <a:pt x="80224" y="70417"/>
                </a:cubicBezTo>
                <a:cubicBezTo>
                  <a:pt x="82116" y="68027"/>
                  <a:pt x="83709" y="65538"/>
                  <a:pt x="84954" y="63074"/>
                </a:cubicBezTo>
                <a:close/>
                <a:moveTo>
                  <a:pt x="20137" y="66484"/>
                </a:moveTo>
                <a:lnTo>
                  <a:pt x="20137" y="66534"/>
                </a:lnTo>
                <a:lnTo>
                  <a:pt x="20112" y="66559"/>
                </a:lnTo>
                <a:cubicBezTo>
                  <a:pt x="19714" y="66609"/>
                  <a:pt x="19291" y="66708"/>
                  <a:pt x="18893" y="66808"/>
                </a:cubicBezTo>
                <a:cubicBezTo>
                  <a:pt x="18594" y="66857"/>
                  <a:pt x="18295" y="66957"/>
                  <a:pt x="18021" y="67057"/>
                </a:cubicBezTo>
                <a:cubicBezTo>
                  <a:pt x="17673" y="67156"/>
                  <a:pt x="17299" y="67231"/>
                  <a:pt x="16976" y="67330"/>
                </a:cubicBezTo>
                <a:cubicBezTo>
                  <a:pt x="16652" y="67430"/>
                  <a:pt x="16354" y="67554"/>
                  <a:pt x="16030" y="67679"/>
                </a:cubicBezTo>
                <a:cubicBezTo>
                  <a:pt x="15731" y="67803"/>
                  <a:pt x="15408" y="67903"/>
                  <a:pt x="15109" y="68027"/>
                </a:cubicBezTo>
                <a:cubicBezTo>
                  <a:pt x="14785" y="68152"/>
                  <a:pt x="14512" y="68301"/>
                  <a:pt x="14188" y="68426"/>
                </a:cubicBezTo>
                <a:cubicBezTo>
                  <a:pt x="13889" y="68550"/>
                  <a:pt x="13566" y="68699"/>
                  <a:pt x="13267" y="68849"/>
                </a:cubicBezTo>
                <a:cubicBezTo>
                  <a:pt x="12993" y="68973"/>
                  <a:pt x="12744" y="69147"/>
                  <a:pt x="12446" y="69297"/>
                </a:cubicBezTo>
                <a:cubicBezTo>
                  <a:pt x="12147" y="69471"/>
                  <a:pt x="11799" y="69645"/>
                  <a:pt x="11500" y="69819"/>
                </a:cubicBezTo>
                <a:cubicBezTo>
                  <a:pt x="11251" y="69969"/>
                  <a:pt x="11027" y="70143"/>
                  <a:pt x="10803" y="70292"/>
                </a:cubicBezTo>
                <a:cubicBezTo>
                  <a:pt x="10529" y="70467"/>
                  <a:pt x="10255" y="70641"/>
                  <a:pt x="10006" y="70815"/>
                </a:cubicBezTo>
                <a:lnTo>
                  <a:pt x="10006" y="70765"/>
                </a:lnTo>
                <a:cubicBezTo>
                  <a:pt x="10206" y="70591"/>
                  <a:pt x="10454" y="70442"/>
                  <a:pt x="10678" y="70292"/>
                </a:cubicBezTo>
                <a:lnTo>
                  <a:pt x="11525" y="69720"/>
                </a:lnTo>
                <a:lnTo>
                  <a:pt x="12371" y="69272"/>
                </a:lnTo>
                <a:cubicBezTo>
                  <a:pt x="12670" y="69098"/>
                  <a:pt x="12993" y="68923"/>
                  <a:pt x="13292" y="68774"/>
                </a:cubicBezTo>
                <a:cubicBezTo>
                  <a:pt x="13541" y="68650"/>
                  <a:pt x="13815" y="68525"/>
                  <a:pt x="14113" y="68401"/>
                </a:cubicBezTo>
                <a:lnTo>
                  <a:pt x="15134" y="67928"/>
                </a:lnTo>
                <a:cubicBezTo>
                  <a:pt x="15383" y="67828"/>
                  <a:pt x="15657" y="67729"/>
                  <a:pt x="15906" y="67654"/>
                </a:cubicBezTo>
                <a:cubicBezTo>
                  <a:pt x="16279" y="67530"/>
                  <a:pt x="16652" y="67355"/>
                  <a:pt x="17026" y="67231"/>
                </a:cubicBezTo>
                <a:cubicBezTo>
                  <a:pt x="17275" y="67156"/>
                  <a:pt x="17524" y="67106"/>
                  <a:pt x="17797" y="67032"/>
                </a:cubicBezTo>
                <a:cubicBezTo>
                  <a:pt x="18171" y="66907"/>
                  <a:pt x="18594" y="66808"/>
                  <a:pt x="18967" y="66708"/>
                </a:cubicBezTo>
                <a:cubicBezTo>
                  <a:pt x="19241" y="66658"/>
                  <a:pt x="19515" y="66609"/>
                  <a:pt x="19789" y="66559"/>
                </a:cubicBezTo>
                <a:cubicBezTo>
                  <a:pt x="19913" y="66534"/>
                  <a:pt x="20013" y="66534"/>
                  <a:pt x="20137" y="66484"/>
                </a:cubicBezTo>
                <a:close/>
                <a:moveTo>
                  <a:pt x="24941" y="66285"/>
                </a:moveTo>
                <a:cubicBezTo>
                  <a:pt x="26808" y="66285"/>
                  <a:pt x="28625" y="66484"/>
                  <a:pt x="30367" y="66907"/>
                </a:cubicBezTo>
                <a:cubicBezTo>
                  <a:pt x="30417" y="66907"/>
                  <a:pt x="30442" y="66932"/>
                  <a:pt x="30467" y="66932"/>
                </a:cubicBezTo>
                <a:cubicBezTo>
                  <a:pt x="30691" y="66982"/>
                  <a:pt x="30865" y="67032"/>
                  <a:pt x="31089" y="67081"/>
                </a:cubicBezTo>
                <a:cubicBezTo>
                  <a:pt x="31413" y="68276"/>
                  <a:pt x="31935" y="69297"/>
                  <a:pt x="32657" y="70143"/>
                </a:cubicBezTo>
                <a:lnTo>
                  <a:pt x="32608" y="70143"/>
                </a:lnTo>
                <a:cubicBezTo>
                  <a:pt x="32533" y="70093"/>
                  <a:pt x="32408" y="70093"/>
                  <a:pt x="32309" y="70068"/>
                </a:cubicBezTo>
                <a:cubicBezTo>
                  <a:pt x="31935" y="70019"/>
                  <a:pt x="31562" y="69969"/>
                  <a:pt x="31164" y="69944"/>
                </a:cubicBezTo>
                <a:cubicBezTo>
                  <a:pt x="31039" y="69944"/>
                  <a:pt x="30915" y="69919"/>
                  <a:pt x="30815" y="69919"/>
                </a:cubicBezTo>
                <a:cubicBezTo>
                  <a:pt x="30318" y="69894"/>
                  <a:pt x="29845" y="69844"/>
                  <a:pt x="29347" y="69844"/>
                </a:cubicBezTo>
                <a:cubicBezTo>
                  <a:pt x="28973" y="69844"/>
                  <a:pt x="28625" y="69844"/>
                  <a:pt x="28252" y="69894"/>
                </a:cubicBezTo>
                <a:cubicBezTo>
                  <a:pt x="28102" y="69894"/>
                  <a:pt x="27928" y="69919"/>
                  <a:pt x="27754" y="69919"/>
                </a:cubicBezTo>
                <a:cubicBezTo>
                  <a:pt x="27580" y="69919"/>
                  <a:pt x="27380" y="69944"/>
                  <a:pt x="27181" y="69944"/>
                </a:cubicBezTo>
                <a:lnTo>
                  <a:pt x="26509" y="70043"/>
                </a:lnTo>
                <a:cubicBezTo>
                  <a:pt x="26360" y="70068"/>
                  <a:pt x="26211" y="70068"/>
                  <a:pt x="26086" y="70093"/>
                </a:cubicBezTo>
                <a:cubicBezTo>
                  <a:pt x="25837" y="70143"/>
                  <a:pt x="25613" y="70193"/>
                  <a:pt x="25364" y="70218"/>
                </a:cubicBezTo>
                <a:cubicBezTo>
                  <a:pt x="25240" y="70268"/>
                  <a:pt x="25115" y="70268"/>
                  <a:pt x="24991" y="70292"/>
                </a:cubicBezTo>
                <a:lnTo>
                  <a:pt x="24244" y="70467"/>
                </a:lnTo>
                <a:cubicBezTo>
                  <a:pt x="24145" y="70492"/>
                  <a:pt x="24020" y="70541"/>
                  <a:pt x="23945" y="70541"/>
                </a:cubicBezTo>
                <a:cubicBezTo>
                  <a:pt x="23697" y="70591"/>
                  <a:pt x="23448" y="70691"/>
                  <a:pt x="23199" y="70740"/>
                </a:cubicBezTo>
                <a:cubicBezTo>
                  <a:pt x="23124" y="70790"/>
                  <a:pt x="23074" y="70790"/>
                  <a:pt x="23000" y="70815"/>
                </a:cubicBezTo>
                <a:cubicBezTo>
                  <a:pt x="22352" y="70218"/>
                  <a:pt x="21879" y="69571"/>
                  <a:pt x="21506" y="68849"/>
                </a:cubicBezTo>
                <a:cubicBezTo>
                  <a:pt x="21954" y="68027"/>
                  <a:pt x="22402" y="67181"/>
                  <a:pt x="22900" y="66360"/>
                </a:cubicBezTo>
                <a:lnTo>
                  <a:pt x="22950" y="66360"/>
                </a:lnTo>
                <a:cubicBezTo>
                  <a:pt x="23597" y="66310"/>
                  <a:pt x="24269" y="66285"/>
                  <a:pt x="24941" y="66285"/>
                </a:cubicBezTo>
                <a:close/>
                <a:moveTo>
                  <a:pt x="9807" y="70790"/>
                </a:moveTo>
                <a:lnTo>
                  <a:pt x="9807" y="70815"/>
                </a:lnTo>
                <a:lnTo>
                  <a:pt x="9807" y="70840"/>
                </a:lnTo>
                <a:lnTo>
                  <a:pt x="9757" y="70840"/>
                </a:lnTo>
                <a:lnTo>
                  <a:pt x="9757" y="70815"/>
                </a:lnTo>
                <a:lnTo>
                  <a:pt x="9782" y="70815"/>
                </a:lnTo>
                <a:cubicBezTo>
                  <a:pt x="9807" y="70815"/>
                  <a:pt x="9807" y="70790"/>
                  <a:pt x="9807" y="70790"/>
                </a:cubicBezTo>
                <a:close/>
                <a:moveTo>
                  <a:pt x="80100" y="70566"/>
                </a:moveTo>
                <a:cubicBezTo>
                  <a:pt x="80199" y="70666"/>
                  <a:pt x="80324" y="70765"/>
                  <a:pt x="80398" y="70815"/>
                </a:cubicBezTo>
                <a:lnTo>
                  <a:pt x="80374" y="70840"/>
                </a:lnTo>
                <a:cubicBezTo>
                  <a:pt x="80274" y="70765"/>
                  <a:pt x="80150" y="70666"/>
                  <a:pt x="80075" y="70591"/>
                </a:cubicBezTo>
                <a:lnTo>
                  <a:pt x="80100" y="70566"/>
                </a:lnTo>
                <a:close/>
                <a:moveTo>
                  <a:pt x="86347" y="64219"/>
                </a:moveTo>
                <a:cubicBezTo>
                  <a:pt x="86372" y="64219"/>
                  <a:pt x="86372" y="64244"/>
                  <a:pt x="86422" y="64244"/>
                </a:cubicBezTo>
                <a:cubicBezTo>
                  <a:pt x="84630" y="66484"/>
                  <a:pt x="82738" y="68699"/>
                  <a:pt x="80747" y="70840"/>
                </a:cubicBezTo>
                <a:cubicBezTo>
                  <a:pt x="80722" y="70840"/>
                  <a:pt x="80722" y="70815"/>
                  <a:pt x="80697" y="70815"/>
                </a:cubicBezTo>
                <a:cubicBezTo>
                  <a:pt x="82688" y="68674"/>
                  <a:pt x="84580" y="66459"/>
                  <a:pt x="86347" y="64219"/>
                </a:cubicBezTo>
                <a:close/>
                <a:moveTo>
                  <a:pt x="21382" y="69073"/>
                </a:moveTo>
                <a:cubicBezTo>
                  <a:pt x="21753" y="69716"/>
                  <a:pt x="22197" y="70334"/>
                  <a:pt x="22692" y="70904"/>
                </a:cubicBezTo>
                <a:lnTo>
                  <a:pt x="22692" y="70904"/>
                </a:lnTo>
                <a:cubicBezTo>
                  <a:pt x="22690" y="70904"/>
                  <a:pt x="22689" y="70904"/>
                  <a:pt x="22687" y="70904"/>
                </a:cubicBezTo>
                <a:cubicBezTo>
                  <a:pt x="22670" y="70904"/>
                  <a:pt x="22643" y="70915"/>
                  <a:pt x="22626" y="70915"/>
                </a:cubicBezTo>
                <a:cubicBezTo>
                  <a:pt x="22128" y="70392"/>
                  <a:pt x="21730" y="69795"/>
                  <a:pt x="21357" y="69147"/>
                </a:cubicBezTo>
                <a:cubicBezTo>
                  <a:pt x="21357" y="69098"/>
                  <a:pt x="21382" y="69098"/>
                  <a:pt x="21382" y="69073"/>
                </a:cubicBezTo>
                <a:close/>
                <a:moveTo>
                  <a:pt x="80573" y="70940"/>
                </a:moveTo>
                <a:cubicBezTo>
                  <a:pt x="80598" y="70940"/>
                  <a:pt x="80598" y="70964"/>
                  <a:pt x="80622" y="70964"/>
                </a:cubicBezTo>
                <a:lnTo>
                  <a:pt x="80598" y="71014"/>
                </a:lnTo>
                <a:cubicBezTo>
                  <a:pt x="80573" y="71014"/>
                  <a:pt x="80573" y="70964"/>
                  <a:pt x="80523" y="70964"/>
                </a:cubicBezTo>
                <a:lnTo>
                  <a:pt x="80573" y="70940"/>
                </a:lnTo>
                <a:close/>
                <a:moveTo>
                  <a:pt x="29297" y="70068"/>
                </a:moveTo>
                <a:cubicBezTo>
                  <a:pt x="29795" y="70068"/>
                  <a:pt x="30293" y="70093"/>
                  <a:pt x="30790" y="70143"/>
                </a:cubicBezTo>
                <a:cubicBezTo>
                  <a:pt x="30915" y="70143"/>
                  <a:pt x="31039" y="70168"/>
                  <a:pt x="31164" y="70168"/>
                </a:cubicBezTo>
                <a:cubicBezTo>
                  <a:pt x="31562" y="70193"/>
                  <a:pt x="31935" y="70268"/>
                  <a:pt x="32334" y="70317"/>
                </a:cubicBezTo>
                <a:cubicBezTo>
                  <a:pt x="32433" y="70342"/>
                  <a:pt x="32533" y="70342"/>
                  <a:pt x="32608" y="70392"/>
                </a:cubicBezTo>
                <a:cubicBezTo>
                  <a:pt x="32637" y="70347"/>
                  <a:pt x="32658" y="70338"/>
                  <a:pt x="32676" y="70338"/>
                </a:cubicBezTo>
                <a:cubicBezTo>
                  <a:pt x="32687" y="70338"/>
                  <a:pt x="32697" y="70342"/>
                  <a:pt x="32707" y="70342"/>
                </a:cubicBezTo>
                <a:cubicBezTo>
                  <a:pt x="32682" y="70392"/>
                  <a:pt x="32682" y="70392"/>
                  <a:pt x="32682" y="70417"/>
                </a:cubicBezTo>
                <a:cubicBezTo>
                  <a:pt x="32234" y="70317"/>
                  <a:pt x="31786" y="70268"/>
                  <a:pt x="31313" y="70218"/>
                </a:cubicBezTo>
                <a:cubicBezTo>
                  <a:pt x="31164" y="70218"/>
                  <a:pt x="31039" y="70193"/>
                  <a:pt x="30865" y="70193"/>
                </a:cubicBezTo>
                <a:cubicBezTo>
                  <a:pt x="30342" y="70168"/>
                  <a:pt x="29820" y="70143"/>
                  <a:pt x="29247" y="70143"/>
                </a:cubicBezTo>
                <a:lnTo>
                  <a:pt x="29197" y="70143"/>
                </a:lnTo>
                <a:cubicBezTo>
                  <a:pt x="28849" y="70143"/>
                  <a:pt x="28500" y="70143"/>
                  <a:pt x="28202" y="70168"/>
                </a:cubicBezTo>
                <a:cubicBezTo>
                  <a:pt x="27953" y="70168"/>
                  <a:pt x="27679" y="70193"/>
                  <a:pt x="27430" y="70218"/>
                </a:cubicBezTo>
                <a:cubicBezTo>
                  <a:pt x="27331" y="70218"/>
                  <a:pt x="27231" y="70218"/>
                  <a:pt x="27131" y="70268"/>
                </a:cubicBezTo>
                <a:cubicBezTo>
                  <a:pt x="26833" y="70292"/>
                  <a:pt x="26484" y="70317"/>
                  <a:pt x="26186" y="70392"/>
                </a:cubicBezTo>
                <a:lnTo>
                  <a:pt x="26061" y="70392"/>
                </a:lnTo>
                <a:cubicBezTo>
                  <a:pt x="25713" y="70442"/>
                  <a:pt x="25339" y="70516"/>
                  <a:pt x="24991" y="70566"/>
                </a:cubicBezTo>
                <a:cubicBezTo>
                  <a:pt x="24369" y="70691"/>
                  <a:pt x="23746" y="70840"/>
                  <a:pt x="23124" y="71039"/>
                </a:cubicBezTo>
                <a:lnTo>
                  <a:pt x="23099" y="71014"/>
                </a:lnTo>
                <a:lnTo>
                  <a:pt x="23074" y="70964"/>
                </a:lnTo>
                <a:cubicBezTo>
                  <a:pt x="23348" y="70890"/>
                  <a:pt x="23622" y="70815"/>
                  <a:pt x="23896" y="70716"/>
                </a:cubicBezTo>
                <a:cubicBezTo>
                  <a:pt x="23970" y="70716"/>
                  <a:pt x="23995" y="70691"/>
                  <a:pt x="24070" y="70691"/>
                </a:cubicBezTo>
                <a:cubicBezTo>
                  <a:pt x="24369" y="70641"/>
                  <a:pt x="24692" y="70541"/>
                  <a:pt x="24966" y="70467"/>
                </a:cubicBezTo>
                <a:cubicBezTo>
                  <a:pt x="25016" y="70467"/>
                  <a:pt x="25090" y="70442"/>
                  <a:pt x="25140" y="70442"/>
                </a:cubicBezTo>
                <a:cubicBezTo>
                  <a:pt x="25439" y="70392"/>
                  <a:pt x="25738" y="70317"/>
                  <a:pt x="26011" y="70292"/>
                </a:cubicBezTo>
                <a:cubicBezTo>
                  <a:pt x="26111" y="70268"/>
                  <a:pt x="26235" y="70268"/>
                  <a:pt x="26335" y="70268"/>
                </a:cubicBezTo>
                <a:cubicBezTo>
                  <a:pt x="26584" y="70218"/>
                  <a:pt x="26833" y="70193"/>
                  <a:pt x="27107" y="70168"/>
                </a:cubicBezTo>
                <a:cubicBezTo>
                  <a:pt x="27306" y="70143"/>
                  <a:pt x="27455" y="70143"/>
                  <a:pt x="27629" y="70143"/>
                </a:cubicBezTo>
                <a:cubicBezTo>
                  <a:pt x="27828" y="70143"/>
                  <a:pt x="28003" y="70093"/>
                  <a:pt x="28202" y="70093"/>
                </a:cubicBezTo>
                <a:cubicBezTo>
                  <a:pt x="28575" y="70068"/>
                  <a:pt x="28924" y="70068"/>
                  <a:pt x="29297" y="70068"/>
                </a:cubicBezTo>
                <a:close/>
                <a:moveTo>
                  <a:pt x="22891" y="71070"/>
                </a:moveTo>
                <a:cubicBezTo>
                  <a:pt x="22888" y="71070"/>
                  <a:pt x="22888" y="71077"/>
                  <a:pt x="22900" y="71089"/>
                </a:cubicBezTo>
                <a:cubicBezTo>
                  <a:pt x="22896" y="71082"/>
                  <a:pt x="22893" y="71076"/>
                  <a:pt x="22891" y="71070"/>
                </a:cubicBezTo>
                <a:close/>
                <a:moveTo>
                  <a:pt x="45377" y="70840"/>
                </a:moveTo>
                <a:cubicBezTo>
                  <a:pt x="45377" y="70890"/>
                  <a:pt x="45377" y="70940"/>
                  <a:pt x="45402" y="70964"/>
                </a:cubicBezTo>
                <a:cubicBezTo>
                  <a:pt x="45402" y="71014"/>
                  <a:pt x="45377" y="71064"/>
                  <a:pt x="45377" y="71089"/>
                </a:cubicBezTo>
                <a:cubicBezTo>
                  <a:pt x="45377" y="71064"/>
                  <a:pt x="45377" y="71014"/>
                  <a:pt x="45352" y="70964"/>
                </a:cubicBezTo>
                <a:cubicBezTo>
                  <a:pt x="45352" y="70915"/>
                  <a:pt x="45352" y="70890"/>
                  <a:pt x="45377" y="70840"/>
                </a:cubicBezTo>
                <a:close/>
                <a:moveTo>
                  <a:pt x="22850" y="71039"/>
                </a:moveTo>
                <a:cubicBezTo>
                  <a:pt x="22871" y="71039"/>
                  <a:pt x="22875" y="71039"/>
                  <a:pt x="22891" y="71070"/>
                </a:cubicBezTo>
                <a:lnTo>
                  <a:pt x="22891" y="71070"/>
                </a:lnTo>
                <a:cubicBezTo>
                  <a:pt x="22891" y="71070"/>
                  <a:pt x="22891" y="71070"/>
                  <a:pt x="22891" y="71070"/>
                </a:cubicBezTo>
                <a:cubicBezTo>
                  <a:pt x="22894" y="71070"/>
                  <a:pt x="22900" y="71076"/>
                  <a:pt x="22900" y="71089"/>
                </a:cubicBezTo>
                <a:cubicBezTo>
                  <a:pt x="22875" y="71089"/>
                  <a:pt x="22850" y="71089"/>
                  <a:pt x="22850" y="71139"/>
                </a:cubicBezTo>
                <a:lnTo>
                  <a:pt x="22825" y="71089"/>
                </a:lnTo>
                <a:cubicBezTo>
                  <a:pt x="22825" y="71089"/>
                  <a:pt x="22776" y="71089"/>
                  <a:pt x="22776" y="71064"/>
                </a:cubicBezTo>
                <a:cubicBezTo>
                  <a:pt x="22825" y="71064"/>
                  <a:pt x="22825" y="71064"/>
                  <a:pt x="22825" y="71039"/>
                </a:cubicBezTo>
                <a:close/>
                <a:moveTo>
                  <a:pt x="96926" y="63099"/>
                </a:moveTo>
                <a:cubicBezTo>
                  <a:pt x="98071" y="63248"/>
                  <a:pt x="99191" y="63348"/>
                  <a:pt x="100311" y="63373"/>
                </a:cubicBezTo>
                <a:cubicBezTo>
                  <a:pt x="98569" y="65986"/>
                  <a:pt x="96677" y="68575"/>
                  <a:pt x="94661" y="71139"/>
                </a:cubicBezTo>
                <a:cubicBezTo>
                  <a:pt x="94313" y="70765"/>
                  <a:pt x="93964" y="70417"/>
                  <a:pt x="93591" y="70068"/>
                </a:cubicBezTo>
                <a:cubicBezTo>
                  <a:pt x="94960" y="67729"/>
                  <a:pt x="96080" y="65364"/>
                  <a:pt x="96926" y="63099"/>
                </a:cubicBezTo>
                <a:close/>
                <a:moveTo>
                  <a:pt x="38905" y="61829"/>
                </a:moveTo>
                <a:cubicBezTo>
                  <a:pt x="39552" y="62377"/>
                  <a:pt x="40174" y="62950"/>
                  <a:pt x="40772" y="63547"/>
                </a:cubicBezTo>
                <a:cubicBezTo>
                  <a:pt x="40324" y="64792"/>
                  <a:pt x="40025" y="65986"/>
                  <a:pt x="39826" y="67181"/>
                </a:cubicBezTo>
                <a:cubicBezTo>
                  <a:pt x="39801" y="67281"/>
                  <a:pt x="39801" y="67380"/>
                  <a:pt x="39776" y="67480"/>
                </a:cubicBezTo>
                <a:lnTo>
                  <a:pt x="39776" y="67579"/>
                </a:lnTo>
                <a:cubicBezTo>
                  <a:pt x="39751" y="67704"/>
                  <a:pt x="39751" y="67828"/>
                  <a:pt x="39751" y="67953"/>
                </a:cubicBezTo>
                <a:cubicBezTo>
                  <a:pt x="39751" y="68077"/>
                  <a:pt x="39701" y="68226"/>
                  <a:pt x="39701" y="68351"/>
                </a:cubicBezTo>
                <a:cubicBezTo>
                  <a:pt x="39677" y="68575"/>
                  <a:pt x="39677" y="68799"/>
                  <a:pt x="39677" y="69023"/>
                </a:cubicBezTo>
                <a:lnTo>
                  <a:pt x="39677" y="69098"/>
                </a:lnTo>
                <a:lnTo>
                  <a:pt x="39677" y="69197"/>
                </a:lnTo>
                <a:lnTo>
                  <a:pt x="39677" y="69695"/>
                </a:lnTo>
                <a:cubicBezTo>
                  <a:pt x="39677" y="69844"/>
                  <a:pt x="39677" y="70043"/>
                  <a:pt x="39701" y="70193"/>
                </a:cubicBezTo>
                <a:cubicBezTo>
                  <a:pt x="39701" y="70292"/>
                  <a:pt x="39701" y="70392"/>
                  <a:pt x="39751" y="70442"/>
                </a:cubicBezTo>
                <a:lnTo>
                  <a:pt x="39751" y="70566"/>
                </a:lnTo>
                <a:lnTo>
                  <a:pt x="39751" y="70591"/>
                </a:lnTo>
                <a:cubicBezTo>
                  <a:pt x="39776" y="70765"/>
                  <a:pt x="39776" y="70890"/>
                  <a:pt x="39801" y="71039"/>
                </a:cubicBezTo>
                <a:cubicBezTo>
                  <a:pt x="39801" y="71089"/>
                  <a:pt x="39826" y="71164"/>
                  <a:pt x="39826" y="71213"/>
                </a:cubicBezTo>
                <a:lnTo>
                  <a:pt x="39776" y="71164"/>
                </a:lnTo>
                <a:lnTo>
                  <a:pt x="39776" y="71188"/>
                </a:lnTo>
                <a:lnTo>
                  <a:pt x="39701" y="71139"/>
                </a:lnTo>
                <a:cubicBezTo>
                  <a:pt x="39627" y="71039"/>
                  <a:pt x="39502" y="70940"/>
                  <a:pt x="39403" y="70840"/>
                </a:cubicBezTo>
                <a:cubicBezTo>
                  <a:pt x="39278" y="70716"/>
                  <a:pt x="39129" y="70591"/>
                  <a:pt x="39005" y="70516"/>
                </a:cubicBezTo>
                <a:cubicBezTo>
                  <a:pt x="38880" y="70417"/>
                  <a:pt x="38756" y="70292"/>
                  <a:pt x="38581" y="70193"/>
                </a:cubicBezTo>
                <a:lnTo>
                  <a:pt x="38208" y="69919"/>
                </a:lnTo>
                <a:cubicBezTo>
                  <a:pt x="38059" y="69795"/>
                  <a:pt x="37909" y="69695"/>
                  <a:pt x="37760" y="69571"/>
                </a:cubicBezTo>
                <a:cubicBezTo>
                  <a:pt x="37660" y="69521"/>
                  <a:pt x="37536" y="69421"/>
                  <a:pt x="37436" y="69347"/>
                </a:cubicBezTo>
                <a:cubicBezTo>
                  <a:pt x="37262" y="69222"/>
                  <a:pt x="37063" y="69098"/>
                  <a:pt x="36889" y="69023"/>
                </a:cubicBezTo>
                <a:cubicBezTo>
                  <a:pt x="36789" y="68948"/>
                  <a:pt x="36690" y="68899"/>
                  <a:pt x="36590" y="68849"/>
                </a:cubicBezTo>
                <a:cubicBezTo>
                  <a:pt x="36391" y="68724"/>
                  <a:pt x="36192" y="68600"/>
                  <a:pt x="35968" y="68475"/>
                </a:cubicBezTo>
                <a:cubicBezTo>
                  <a:pt x="35918" y="68450"/>
                  <a:pt x="35818" y="68401"/>
                  <a:pt x="35769" y="68351"/>
                </a:cubicBezTo>
                <a:cubicBezTo>
                  <a:pt x="35545" y="68226"/>
                  <a:pt x="35296" y="68102"/>
                  <a:pt x="35072" y="68027"/>
                </a:cubicBezTo>
                <a:lnTo>
                  <a:pt x="34898" y="67928"/>
                </a:lnTo>
                <a:cubicBezTo>
                  <a:pt x="34823" y="67903"/>
                  <a:pt x="34773" y="67853"/>
                  <a:pt x="34673" y="67828"/>
                </a:cubicBezTo>
                <a:cubicBezTo>
                  <a:pt x="36018" y="65862"/>
                  <a:pt x="37412" y="63846"/>
                  <a:pt x="38905" y="61829"/>
                </a:cubicBezTo>
                <a:close/>
                <a:moveTo>
                  <a:pt x="52272" y="66733"/>
                </a:moveTo>
                <a:lnTo>
                  <a:pt x="52272" y="66808"/>
                </a:lnTo>
                <a:lnTo>
                  <a:pt x="52197" y="67181"/>
                </a:lnTo>
                <a:lnTo>
                  <a:pt x="52197" y="67281"/>
                </a:lnTo>
                <a:cubicBezTo>
                  <a:pt x="52197" y="67405"/>
                  <a:pt x="52147" y="67530"/>
                  <a:pt x="52147" y="67679"/>
                </a:cubicBezTo>
                <a:lnTo>
                  <a:pt x="52147" y="67803"/>
                </a:lnTo>
                <a:lnTo>
                  <a:pt x="52147" y="68226"/>
                </a:lnTo>
                <a:cubicBezTo>
                  <a:pt x="52147" y="68301"/>
                  <a:pt x="52147" y="68351"/>
                  <a:pt x="52197" y="68426"/>
                </a:cubicBezTo>
                <a:cubicBezTo>
                  <a:pt x="52197" y="68575"/>
                  <a:pt x="52222" y="68699"/>
                  <a:pt x="52247" y="68849"/>
                </a:cubicBezTo>
                <a:lnTo>
                  <a:pt x="52247" y="68948"/>
                </a:lnTo>
                <a:cubicBezTo>
                  <a:pt x="50579" y="69894"/>
                  <a:pt x="48886" y="70666"/>
                  <a:pt x="47268" y="71263"/>
                </a:cubicBezTo>
                <a:cubicBezTo>
                  <a:pt x="47468" y="70940"/>
                  <a:pt x="47617" y="70666"/>
                  <a:pt x="47741" y="70442"/>
                </a:cubicBezTo>
                <a:cubicBezTo>
                  <a:pt x="47841" y="70317"/>
                  <a:pt x="47891" y="70168"/>
                  <a:pt x="47990" y="70019"/>
                </a:cubicBezTo>
                <a:cubicBezTo>
                  <a:pt x="48015" y="69944"/>
                  <a:pt x="48090" y="69894"/>
                  <a:pt x="48115" y="69819"/>
                </a:cubicBezTo>
                <a:cubicBezTo>
                  <a:pt x="48214" y="69645"/>
                  <a:pt x="48339" y="69421"/>
                  <a:pt x="48488" y="69147"/>
                </a:cubicBezTo>
                <a:cubicBezTo>
                  <a:pt x="49110" y="68799"/>
                  <a:pt x="49708" y="68401"/>
                  <a:pt x="50330" y="68027"/>
                </a:cubicBezTo>
                <a:cubicBezTo>
                  <a:pt x="50479" y="67928"/>
                  <a:pt x="50654" y="67803"/>
                  <a:pt x="50878" y="67679"/>
                </a:cubicBezTo>
                <a:cubicBezTo>
                  <a:pt x="51127" y="67530"/>
                  <a:pt x="51450" y="67330"/>
                  <a:pt x="51724" y="67106"/>
                </a:cubicBezTo>
                <a:lnTo>
                  <a:pt x="52272" y="66733"/>
                </a:lnTo>
                <a:close/>
                <a:moveTo>
                  <a:pt x="48090" y="69347"/>
                </a:moveTo>
                <a:lnTo>
                  <a:pt x="48090" y="69347"/>
                </a:lnTo>
                <a:cubicBezTo>
                  <a:pt x="47990" y="69471"/>
                  <a:pt x="47916" y="69645"/>
                  <a:pt x="47841" y="69770"/>
                </a:cubicBezTo>
                <a:cubicBezTo>
                  <a:pt x="47841" y="69787"/>
                  <a:pt x="47841" y="69805"/>
                  <a:pt x="47823" y="69805"/>
                </a:cubicBezTo>
                <a:cubicBezTo>
                  <a:pt x="47816" y="69805"/>
                  <a:pt x="47806" y="69802"/>
                  <a:pt x="47791" y="69795"/>
                </a:cubicBezTo>
                <a:lnTo>
                  <a:pt x="47791" y="69795"/>
                </a:lnTo>
                <a:cubicBezTo>
                  <a:pt x="47841" y="69819"/>
                  <a:pt x="47766" y="69919"/>
                  <a:pt x="47667" y="70068"/>
                </a:cubicBezTo>
                <a:cubicBezTo>
                  <a:pt x="47418" y="70467"/>
                  <a:pt x="47219" y="70890"/>
                  <a:pt x="46970" y="71288"/>
                </a:cubicBezTo>
                <a:cubicBezTo>
                  <a:pt x="47144" y="70915"/>
                  <a:pt x="47343" y="70591"/>
                  <a:pt x="47468" y="70342"/>
                </a:cubicBezTo>
                <a:cubicBezTo>
                  <a:pt x="47542" y="70193"/>
                  <a:pt x="47617" y="70043"/>
                  <a:pt x="47716" y="69894"/>
                </a:cubicBezTo>
                <a:cubicBezTo>
                  <a:pt x="47766" y="69844"/>
                  <a:pt x="47766" y="69819"/>
                  <a:pt x="47791" y="69795"/>
                </a:cubicBezTo>
                <a:lnTo>
                  <a:pt x="47791" y="69795"/>
                </a:lnTo>
                <a:cubicBezTo>
                  <a:pt x="47791" y="69795"/>
                  <a:pt x="47791" y="69795"/>
                  <a:pt x="47791" y="69795"/>
                </a:cubicBezTo>
                <a:cubicBezTo>
                  <a:pt x="47866" y="69670"/>
                  <a:pt x="47965" y="69546"/>
                  <a:pt x="48040" y="69396"/>
                </a:cubicBezTo>
                <a:lnTo>
                  <a:pt x="48090" y="69347"/>
                </a:lnTo>
                <a:close/>
                <a:moveTo>
                  <a:pt x="100635" y="63348"/>
                </a:moveTo>
                <a:cubicBezTo>
                  <a:pt x="98868" y="66036"/>
                  <a:pt x="96926" y="68674"/>
                  <a:pt x="94835" y="71288"/>
                </a:cubicBezTo>
                <a:lnTo>
                  <a:pt x="94810" y="71263"/>
                </a:lnTo>
                <a:cubicBezTo>
                  <a:pt x="96876" y="68674"/>
                  <a:pt x="98793" y="66036"/>
                  <a:pt x="100560" y="63348"/>
                </a:cubicBezTo>
                <a:close/>
                <a:moveTo>
                  <a:pt x="93516" y="70218"/>
                </a:moveTo>
                <a:lnTo>
                  <a:pt x="94537" y="71263"/>
                </a:lnTo>
                <a:cubicBezTo>
                  <a:pt x="94537" y="71288"/>
                  <a:pt x="94512" y="71288"/>
                  <a:pt x="94512" y="71313"/>
                </a:cubicBezTo>
                <a:lnTo>
                  <a:pt x="93466" y="70292"/>
                </a:lnTo>
                <a:cubicBezTo>
                  <a:pt x="93466" y="70268"/>
                  <a:pt x="93516" y="70218"/>
                  <a:pt x="93516" y="70218"/>
                </a:cubicBezTo>
                <a:close/>
                <a:moveTo>
                  <a:pt x="44406" y="68774"/>
                </a:moveTo>
                <a:cubicBezTo>
                  <a:pt x="44655" y="69297"/>
                  <a:pt x="44854" y="69844"/>
                  <a:pt x="45003" y="70417"/>
                </a:cubicBezTo>
                <a:cubicBezTo>
                  <a:pt x="44729" y="70541"/>
                  <a:pt x="44431" y="70666"/>
                  <a:pt x="44132" y="70815"/>
                </a:cubicBezTo>
                <a:cubicBezTo>
                  <a:pt x="44008" y="70890"/>
                  <a:pt x="43908" y="70915"/>
                  <a:pt x="43784" y="70964"/>
                </a:cubicBezTo>
                <a:cubicBezTo>
                  <a:pt x="43759" y="71014"/>
                  <a:pt x="43684" y="71014"/>
                  <a:pt x="43659" y="71039"/>
                </a:cubicBezTo>
                <a:cubicBezTo>
                  <a:pt x="43360" y="71164"/>
                  <a:pt x="43037" y="71288"/>
                  <a:pt x="42763" y="71388"/>
                </a:cubicBezTo>
                <a:lnTo>
                  <a:pt x="42763" y="71338"/>
                </a:lnTo>
                <a:cubicBezTo>
                  <a:pt x="42888" y="71164"/>
                  <a:pt x="43012" y="70940"/>
                  <a:pt x="43136" y="70765"/>
                </a:cubicBezTo>
                <a:cubicBezTo>
                  <a:pt x="43161" y="70716"/>
                  <a:pt x="43186" y="70691"/>
                  <a:pt x="43186" y="70641"/>
                </a:cubicBezTo>
                <a:cubicBezTo>
                  <a:pt x="43560" y="70019"/>
                  <a:pt x="43958" y="69396"/>
                  <a:pt x="44406" y="68774"/>
                </a:cubicBezTo>
                <a:close/>
                <a:moveTo>
                  <a:pt x="44297" y="68488"/>
                </a:moveTo>
                <a:cubicBezTo>
                  <a:pt x="44300" y="68488"/>
                  <a:pt x="44306" y="68500"/>
                  <a:pt x="44306" y="68525"/>
                </a:cubicBezTo>
                <a:lnTo>
                  <a:pt x="44306" y="68550"/>
                </a:lnTo>
                <a:cubicBezTo>
                  <a:pt x="43673" y="69499"/>
                  <a:pt x="43064" y="70472"/>
                  <a:pt x="42479" y="71400"/>
                </a:cubicBezTo>
                <a:lnTo>
                  <a:pt x="42479" y="71400"/>
                </a:lnTo>
                <a:cubicBezTo>
                  <a:pt x="43057" y="70395"/>
                  <a:pt x="43658" y="69437"/>
                  <a:pt x="44306" y="68525"/>
                </a:cubicBezTo>
                <a:cubicBezTo>
                  <a:pt x="44294" y="68500"/>
                  <a:pt x="44294" y="68488"/>
                  <a:pt x="44297" y="68488"/>
                </a:cubicBezTo>
                <a:close/>
                <a:moveTo>
                  <a:pt x="67132" y="57822"/>
                </a:moveTo>
                <a:cubicBezTo>
                  <a:pt x="68127" y="59315"/>
                  <a:pt x="69571" y="61108"/>
                  <a:pt x="71512" y="63124"/>
                </a:cubicBezTo>
                <a:cubicBezTo>
                  <a:pt x="71015" y="63721"/>
                  <a:pt x="70517" y="64319"/>
                  <a:pt x="69994" y="64891"/>
                </a:cubicBezTo>
                <a:cubicBezTo>
                  <a:pt x="69944" y="64941"/>
                  <a:pt x="69919" y="64966"/>
                  <a:pt x="69894" y="65040"/>
                </a:cubicBezTo>
                <a:lnTo>
                  <a:pt x="69795" y="65115"/>
                </a:lnTo>
                <a:cubicBezTo>
                  <a:pt x="69297" y="65663"/>
                  <a:pt x="68799" y="66185"/>
                  <a:pt x="68276" y="66708"/>
                </a:cubicBezTo>
                <a:cubicBezTo>
                  <a:pt x="68003" y="66982"/>
                  <a:pt x="67704" y="67281"/>
                  <a:pt x="67405" y="67554"/>
                </a:cubicBezTo>
                <a:lnTo>
                  <a:pt x="67306" y="67654"/>
                </a:lnTo>
                <a:cubicBezTo>
                  <a:pt x="67281" y="67679"/>
                  <a:pt x="67256" y="67704"/>
                  <a:pt x="67206" y="67704"/>
                </a:cubicBezTo>
                <a:cubicBezTo>
                  <a:pt x="67156" y="67754"/>
                  <a:pt x="67057" y="67828"/>
                  <a:pt x="67007" y="67878"/>
                </a:cubicBezTo>
                <a:cubicBezTo>
                  <a:pt x="66833" y="68002"/>
                  <a:pt x="66708" y="68152"/>
                  <a:pt x="66559" y="68301"/>
                </a:cubicBezTo>
                <a:cubicBezTo>
                  <a:pt x="66459" y="68351"/>
                  <a:pt x="66410" y="68450"/>
                  <a:pt x="66310" y="68500"/>
                </a:cubicBezTo>
                <a:lnTo>
                  <a:pt x="65762" y="68973"/>
                </a:lnTo>
                <a:cubicBezTo>
                  <a:pt x="65638" y="69073"/>
                  <a:pt x="65514" y="69197"/>
                  <a:pt x="65414" y="69297"/>
                </a:cubicBezTo>
                <a:cubicBezTo>
                  <a:pt x="65314" y="69396"/>
                  <a:pt x="65190" y="69471"/>
                  <a:pt x="65090" y="69546"/>
                </a:cubicBezTo>
                <a:cubicBezTo>
                  <a:pt x="65041" y="69595"/>
                  <a:pt x="64966" y="69645"/>
                  <a:pt x="64916" y="69695"/>
                </a:cubicBezTo>
                <a:cubicBezTo>
                  <a:pt x="64767" y="69819"/>
                  <a:pt x="64642" y="69944"/>
                  <a:pt x="64468" y="70043"/>
                </a:cubicBezTo>
                <a:cubicBezTo>
                  <a:pt x="64393" y="70143"/>
                  <a:pt x="64294" y="70193"/>
                  <a:pt x="64169" y="70243"/>
                </a:cubicBezTo>
                <a:cubicBezTo>
                  <a:pt x="64145" y="70292"/>
                  <a:pt x="64070" y="70317"/>
                  <a:pt x="64045" y="70342"/>
                </a:cubicBezTo>
                <a:cubicBezTo>
                  <a:pt x="63896" y="70467"/>
                  <a:pt x="63771" y="70566"/>
                  <a:pt x="63597" y="70691"/>
                </a:cubicBezTo>
                <a:cubicBezTo>
                  <a:pt x="63572" y="70716"/>
                  <a:pt x="63547" y="70716"/>
                  <a:pt x="63522" y="70740"/>
                </a:cubicBezTo>
                <a:cubicBezTo>
                  <a:pt x="63473" y="70740"/>
                  <a:pt x="63473" y="70790"/>
                  <a:pt x="63448" y="70790"/>
                </a:cubicBezTo>
                <a:lnTo>
                  <a:pt x="63074" y="71064"/>
                </a:lnTo>
                <a:cubicBezTo>
                  <a:pt x="62950" y="71188"/>
                  <a:pt x="62825" y="71313"/>
                  <a:pt x="62676" y="71437"/>
                </a:cubicBezTo>
                <a:lnTo>
                  <a:pt x="62477" y="71263"/>
                </a:lnTo>
                <a:lnTo>
                  <a:pt x="61979" y="70765"/>
                </a:lnTo>
                <a:lnTo>
                  <a:pt x="61805" y="70566"/>
                </a:lnTo>
                <a:lnTo>
                  <a:pt x="61307" y="70068"/>
                </a:lnTo>
                <a:cubicBezTo>
                  <a:pt x="61232" y="70019"/>
                  <a:pt x="61183" y="69969"/>
                  <a:pt x="61133" y="69919"/>
                </a:cubicBezTo>
                <a:cubicBezTo>
                  <a:pt x="60959" y="69770"/>
                  <a:pt x="60809" y="69595"/>
                  <a:pt x="60610" y="69446"/>
                </a:cubicBezTo>
                <a:lnTo>
                  <a:pt x="60486" y="69322"/>
                </a:lnTo>
                <a:cubicBezTo>
                  <a:pt x="60311" y="69172"/>
                  <a:pt x="60112" y="69023"/>
                  <a:pt x="59963" y="68849"/>
                </a:cubicBezTo>
                <a:cubicBezTo>
                  <a:pt x="59938" y="68824"/>
                  <a:pt x="59913" y="68799"/>
                  <a:pt x="59863" y="68799"/>
                </a:cubicBezTo>
                <a:cubicBezTo>
                  <a:pt x="59689" y="68650"/>
                  <a:pt x="59490" y="68450"/>
                  <a:pt x="59316" y="68301"/>
                </a:cubicBezTo>
                <a:lnTo>
                  <a:pt x="59266" y="68276"/>
                </a:lnTo>
                <a:cubicBezTo>
                  <a:pt x="58644" y="67729"/>
                  <a:pt x="58071" y="67305"/>
                  <a:pt x="57499" y="66932"/>
                </a:cubicBezTo>
                <a:cubicBezTo>
                  <a:pt x="57698" y="66783"/>
                  <a:pt x="57872" y="66609"/>
                  <a:pt x="58096" y="66434"/>
                </a:cubicBezTo>
                <a:cubicBezTo>
                  <a:pt x="58196" y="66335"/>
                  <a:pt x="58320" y="66285"/>
                  <a:pt x="58395" y="66185"/>
                </a:cubicBezTo>
                <a:cubicBezTo>
                  <a:pt x="58469" y="66111"/>
                  <a:pt x="58519" y="66061"/>
                  <a:pt x="58594" y="66036"/>
                </a:cubicBezTo>
                <a:cubicBezTo>
                  <a:pt x="59017" y="65663"/>
                  <a:pt x="59440" y="65314"/>
                  <a:pt x="59863" y="64941"/>
                </a:cubicBezTo>
                <a:cubicBezTo>
                  <a:pt x="59963" y="64841"/>
                  <a:pt x="60062" y="64742"/>
                  <a:pt x="60187" y="64692"/>
                </a:cubicBezTo>
                <a:lnTo>
                  <a:pt x="60212" y="64667"/>
                </a:lnTo>
                <a:cubicBezTo>
                  <a:pt x="61307" y="63671"/>
                  <a:pt x="62402" y="62676"/>
                  <a:pt x="63448" y="61630"/>
                </a:cubicBezTo>
                <a:lnTo>
                  <a:pt x="63473" y="61605"/>
                </a:lnTo>
                <a:lnTo>
                  <a:pt x="64966" y="60112"/>
                </a:lnTo>
                <a:cubicBezTo>
                  <a:pt x="65066" y="60012"/>
                  <a:pt x="65140" y="59938"/>
                  <a:pt x="65215" y="59863"/>
                </a:cubicBezTo>
                <a:cubicBezTo>
                  <a:pt x="65663" y="59440"/>
                  <a:pt x="66061" y="58967"/>
                  <a:pt x="66509" y="58519"/>
                </a:cubicBezTo>
                <a:cubicBezTo>
                  <a:pt x="66559" y="58444"/>
                  <a:pt x="66659" y="58370"/>
                  <a:pt x="66708" y="58270"/>
                </a:cubicBezTo>
                <a:cubicBezTo>
                  <a:pt x="66833" y="58121"/>
                  <a:pt x="67007" y="57971"/>
                  <a:pt x="67132" y="57822"/>
                </a:cubicBezTo>
                <a:close/>
                <a:moveTo>
                  <a:pt x="9285" y="69670"/>
                </a:moveTo>
                <a:cubicBezTo>
                  <a:pt x="9384" y="70043"/>
                  <a:pt x="9459" y="70417"/>
                  <a:pt x="9533" y="70765"/>
                </a:cubicBezTo>
                <a:cubicBezTo>
                  <a:pt x="9409" y="70840"/>
                  <a:pt x="9260" y="70964"/>
                  <a:pt x="9135" y="71064"/>
                </a:cubicBezTo>
                <a:cubicBezTo>
                  <a:pt x="8961" y="71188"/>
                  <a:pt x="8812" y="71313"/>
                  <a:pt x="8662" y="71413"/>
                </a:cubicBezTo>
                <a:cubicBezTo>
                  <a:pt x="8637" y="71437"/>
                  <a:pt x="8588" y="71437"/>
                  <a:pt x="8563" y="71462"/>
                </a:cubicBezTo>
                <a:cubicBezTo>
                  <a:pt x="8787" y="70865"/>
                  <a:pt x="9036" y="70243"/>
                  <a:pt x="9285" y="69670"/>
                </a:cubicBezTo>
                <a:close/>
                <a:moveTo>
                  <a:pt x="57349" y="67057"/>
                </a:moveTo>
                <a:cubicBezTo>
                  <a:pt x="58320" y="67679"/>
                  <a:pt x="59341" y="68525"/>
                  <a:pt x="60461" y="69546"/>
                </a:cubicBezTo>
                <a:lnTo>
                  <a:pt x="60486" y="69571"/>
                </a:lnTo>
                <a:cubicBezTo>
                  <a:pt x="60685" y="69770"/>
                  <a:pt x="60909" y="69944"/>
                  <a:pt x="61083" y="70143"/>
                </a:cubicBezTo>
                <a:lnTo>
                  <a:pt x="61183" y="70218"/>
                </a:lnTo>
                <a:cubicBezTo>
                  <a:pt x="61357" y="70417"/>
                  <a:pt x="61556" y="70566"/>
                  <a:pt x="61730" y="70765"/>
                </a:cubicBezTo>
                <a:lnTo>
                  <a:pt x="61904" y="70915"/>
                </a:lnTo>
                <a:cubicBezTo>
                  <a:pt x="62079" y="71089"/>
                  <a:pt x="62228" y="71288"/>
                  <a:pt x="62427" y="71437"/>
                </a:cubicBezTo>
                <a:lnTo>
                  <a:pt x="62527" y="71537"/>
                </a:lnTo>
                <a:cubicBezTo>
                  <a:pt x="62477" y="71562"/>
                  <a:pt x="62477" y="71562"/>
                  <a:pt x="62452" y="71562"/>
                </a:cubicBezTo>
                <a:lnTo>
                  <a:pt x="61979" y="71089"/>
                </a:lnTo>
                <a:lnTo>
                  <a:pt x="61855" y="70964"/>
                </a:lnTo>
                <a:lnTo>
                  <a:pt x="61606" y="70716"/>
                </a:lnTo>
                <a:cubicBezTo>
                  <a:pt x="60013" y="69172"/>
                  <a:pt x="58594" y="67953"/>
                  <a:pt x="57300" y="67081"/>
                </a:cubicBezTo>
                <a:cubicBezTo>
                  <a:pt x="57324" y="67081"/>
                  <a:pt x="57324" y="67057"/>
                  <a:pt x="57349" y="67057"/>
                </a:cubicBezTo>
                <a:close/>
                <a:moveTo>
                  <a:pt x="52247" y="69172"/>
                </a:moveTo>
                <a:lnTo>
                  <a:pt x="52247" y="69222"/>
                </a:lnTo>
                <a:cubicBezTo>
                  <a:pt x="50507" y="70191"/>
                  <a:pt x="48768" y="70986"/>
                  <a:pt x="47054" y="71583"/>
                </a:cubicBezTo>
                <a:lnTo>
                  <a:pt x="47054" y="71583"/>
                </a:lnTo>
                <a:cubicBezTo>
                  <a:pt x="47119" y="71560"/>
                  <a:pt x="47119" y="71537"/>
                  <a:pt x="47119" y="71537"/>
                </a:cubicBezTo>
                <a:cubicBezTo>
                  <a:pt x="48787" y="70940"/>
                  <a:pt x="50504" y="70168"/>
                  <a:pt x="52247" y="69172"/>
                </a:cubicBezTo>
                <a:close/>
                <a:moveTo>
                  <a:pt x="39985" y="67375"/>
                </a:moveTo>
                <a:cubicBezTo>
                  <a:pt x="39970" y="67487"/>
                  <a:pt x="39958" y="67596"/>
                  <a:pt x="39950" y="67704"/>
                </a:cubicBezTo>
                <a:lnTo>
                  <a:pt x="39950" y="67803"/>
                </a:lnTo>
                <a:cubicBezTo>
                  <a:pt x="39950" y="67928"/>
                  <a:pt x="39926" y="68027"/>
                  <a:pt x="39926" y="68152"/>
                </a:cubicBezTo>
                <a:cubicBezTo>
                  <a:pt x="39901" y="68351"/>
                  <a:pt x="39901" y="68575"/>
                  <a:pt x="39851" y="68774"/>
                </a:cubicBezTo>
                <a:lnTo>
                  <a:pt x="39851" y="68824"/>
                </a:lnTo>
                <a:cubicBezTo>
                  <a:pt x="39851" y="68899"/>
                  <a:pt x="39851" y="68973"/>
                  <a:pt x="39826" y="69048"/>
                </a:cubicBezTo>
                <a:cubicBezTo>
                  <a:pt x="39901" y="69073"/>
                  <a:pt x="39901" y="69098"/>
                  <a:pt x="39901" y="69098"/>
                </a:cubicBezTo>
                <a:lnTo>
                  <a:pt x="39901" y="69446"/>
                </a:lnTo>
                <a:lnTo>
                  <a:pt x="39901" y="69595"/>
                </a:lnTo>
                <a:lnTo>
                  <a:pt x="39901" y="69844"/>
                </a:lnTo>
                <a:cubicBezTo>
                  <a:pt x="39901" y="70043"/>
                  <a:pt x="39926" y="70193"/>
                  <a:pt x="39926" y="70342"/>
                </a:cubicBezTo>
                <a:lnTo>
                  <a:pt x="39926" y="70442"/>
                </a:lnTo>
                <a:lnTo>
                  <a:pt x="39926" y="70566"/>
                </a:lnTo>
                <a:cubicBezTo>
                  <a:pt x="39926" y="70666"/>
                  <a:pt x="39950" y="70765"/>
                  <a:pt x="39950" y="70890"/>
                </a:cubicBezTo>
                <a:lnTo>
                  <a:pt x="39950" y="70964"/>
                </a:lnTo>
                <a:cubicBezTo>
                  <a:pt x="39950" y="71064"/>
                  <a:pt x="40000" y="71188"/>
                  <a:pt x="40000" y="71288"/>
                </a:cubicBezTo>
                <a:cubicBezTo>
                  <a:pt x="40000" y="71338"/>
                  <a:pt x="40025" y="71413"/>
                  <a:pt x="40025" y="71437"/>
                </a:cubicBezTo>
                <a:cubicBezTo>
                  <a:pt x="40025" y="71512"/>
                  <a:pt x="40050" y="71537"/>
                  <a:pt x="40050" y="71587"/>
                </a:cubicBezTo>
                <a:lnTo>
                  <a:pt x="40050" y="71637"/>
                </a:lnTo>
                <a:lnTo>
                  <a:pt x="40025" y="71587"/>
                </a:lnTo>
                <a:lnTo>
                  <a:pt x="40000" y="71562"/>
                </a:lnTo>
                <a:cubicBezTo>
                  <a:pt x="40000" y="71537"/>
                  <a:pt x="40000" y="71512"/>
                  <a:pt x="39950" y="71462"/>
                </a:cubicBezTo>
                <a:lnTo>
                  <a:pt x="39950" y="71413"/>
                </a:lnTo>
                <a:cubicBezTo>
                  <a:pt x="39926" y="71313"/>
                  <a:pt x="39926" y="71213"/>
                  <a:pt x="39901" y="71089"/>
                </a:cubicBezTo>
                <a:lnTo>
                  <a:pt x="39901" y="71064"/>
                </a:lnTo>
                <a:cubicBezTo>
                  <a:pt x="39901" y="70964"/>
                  <a:pt x="39876" y="70840"/>
                  <a:pt x="39876" y="70765"/>
                </a:cubicBezTo>
                <a:cubicBezTo>
                  <a:pt x="39876" y="70641"/>
                  <a:pt x="39826" y="70516"/>
                  <a:pt x="39826" y="70392"/>
                </a:cubicBezTo>
                <a:cubicBezTo>
                  <a:pt x="39826" y="70268"/>
                  <a:pt x="39801" y="70168"/>
                  <a:pt x="39801" y="70043"/>
                </a:cubicBezTo>
                <a:lnTo>
                  <a:pt x="39801" y="69894"/>
                </a:lnTo>
                <a:lnTo>
                  <a:pt x="39801" y="69670"/>
                </a:lnTo>
                <a:lnTo>
                  <a:pt x="39801" y="69297"/>
                </a:lnTo>
                <a:lnTo>
                  <a:pt x="39801" y="69073"/>
                </a:lnTo>
                <a:lnTo>
                  <a:pt x="39801" y="68899"/>
                </a:lnTo>
                <a:cubicBezTo>
                  <a:pt x="39801" y="68774"/>
                  <a:pt x="39801" y="68650"/>
                  <a:pt x="39826" y="68475"/>
                </a:cubicBezTo>
                <a:cubicBezTo>
                  <a:pt x="39826" y="68351"/>
                  <a:pt x="39876" y="68226"/>
                  <a:pt x="39876" y="68102"/>
                </a:cubicBezTo>
                <a:cubicBezTo>
                  <a:pt x="39876" y="67953"/>
                  <a:pt x="39901" y="67828"/>
                  <a:pt x="39926" y="67679"/>
                </a:cubicBezTo>
                <a:cubicBezTo>
                  <a:pt x="39926" y="67604"/>
                  <a:pt x="39926" y="67579"/>
                  <a:pt x="39950" y="67530"/>
                </a:cubicBezTo>
                <a:cubicBezTo>
                  <a:pt x="39950" y="67482"/>
                  <a:pt x="39971" y="67424"/>
                  <a:pt x="39985" y="67375"/>
                </a:cubicBezTo>
                <a:close/>
                <a:moveTo>
                  <a:pt x="71512" y="63323"/>
                </a:moveTo>
                <a:lnTo>
                  <a:pt x="71537" y="63348"/>
                </a:lnTo>
                <a:cubicBezTo>
                  <a:pt x="71388" y="63572"/>
                  <a:pt x="71239" y="63746"/>
                  <a:pt x="71039" y="63970"/>
                </a:cubicBezTo>
                <a:cubicBezTo>
                  <a:pt x="71015" y="63995"/>
                  <a:pt x="70990" y="64070"/>
                  <a:pt x="70915" y="64095"/>
                </a:cubicBezTo>
                <a:cubicBezTo>
                  <a:pt x="70691" y="64343"/>
                  <a:pt x="70442" y="64617"/>
                  <a:pt x="70243" y="64866"/>
                </a:cubicBezTo>
                <a:cubicBezTo>
                  <a:pt x="69994" y="65165"/>
                  <a:pt x="69770" y="65414"/>
                  <a:pt x="69521" y="65688"/>
                </a:cubicBezTo>
                <a:lnTo>
                  <a:pt x="69397" y="65812"/>
                </a:lnTo>
                <a:cubicBezTo>
                  <a:pt x="69148" y="66061"/>
                  <a:pt x="68899" y="66310"/>
                  <a:pt x="68650" y="66584"/>
                </a:cubicBezTo>
                <a:cubicBezTo>
                  <a:pt x="68401" y="66833"/>
                  <a:pt x="68152" y="67106"/>
                  <a:pt x="67903" y="67355"/>
                </a:cubicBezTo>
                <a:lnTo>
                  <a:pt x="67804" y="67455"/>
                </a:lnTo>
                <a:cubicBezTo>
                  <a:pt x="67530" y="67729"/>
                  <a:pt x="67256" y="67978"/>
                  <a:pt x="66957" y="68226"/>
                </a:cubicBezTo>
                <a:cubicBezTo>
                  <a:pt x="66708" y="68475"/>
                  <a:pt x="66435" y="68724"/>
                  <a:pt x="66186" y="68948"/>
                </a:cubicBezTo>
                <a:cubicBezTo>
                  <a:pt x="65887" y="69222"/>
                  <a:pt x="65538" y="69521"/>
                  <a:pt x="65190" y="69795"/>
                </a:cubicBezTo>
                <a:cubicBezTo>
                  <a:pt x="65041" y="69919"/>
                  <a:pt x="64891" y="70068"/>
                  <a:pt x="64717" y="70193"/>
                </a:cubicBezTo>
                <a:cubicBezTo>
                  <a:pt x="64642" y="70292"/>
                  <a:pt x="64543" y="70342"/>
                  <a:pt x="64443" y="70442"/>
                </a:cubicBezTo>
                <a:lnTo>
                  <a:pt x="63323" y="71288"/>
                </a:lnTo>
                <a:cubicBezTo>
                  <a:pt x="63149" y="71437"/>
                  <a:pt x="62925" y="71587"/>
                  <a:pt x="62726" y="71711"/>
                </a:cubicBezTo>
                <a:lnTo>
                  <a:pt x="62701" y="71686"/>
                </a:lnTo>
                <a:lnTo>
                  <a:pt x="62676" y="71661"/>
                </a:lnTo>
                <a:cubicBezTo>
                  <a:pt x="62950" y="71437"/>
                  <a:pt x="63099" y="71338"/>
                  <a:pt x="63224" y="71213"/>
                </a:cubicBezTo>
                <a:cubicBezTo>
                  <a:pt x="63298" y="71188"/>
                  <a:pt x="63323" y="71114"/>
                  <a:pt x="63373" y="71089"/>
                </a:cubicBezTo>
                <a:cubicBezTo>
                  <a:pt x="63448" y="71064"/>
                  <a:pt x="63497" y="70989"/>
                  <a:pt x="63572" y="70964"/>
                </a:cubicBezTo>
                <a:lnTo>
                  <a:pt x="63597" y="70964"/>
                </a:lnTo>
                <a:cubicBezTo>
                  <a:pt x="63796" y="70840"/>
                  <a:pt x="63970" y="70691"/>
                  <a:pt x="64145" y="70541"/>
                </a:cubicBezTo>
                <a:cubicBezTo>
                  <a:pt x="64169" y="70492"/>
                  <a:pt x="64219" y="70467"/>
                  <a:pt x="64269" y="70442"/>
                </a:cubicBezTo>
                <a:cubicBezTo>
                  <a:pt x="64344" y="70367"/>
                  <a:pt x="64418" y="70317"/>
                  <a:pt x="64518" y="70243"/>
                </a:cubicBezTo>
                <a:cubicBezTo>
                  <a:pt x="64518" y="70243"/>
                  <a:pt x="64543" y="70243"/>
                  <a:pt x="64543" y="70218"/>
                </a:cubicBezTo>
                <a:cubicBezTo>
                  <a:pt x="64692" y="70093"/>
                  <a:pt x="64817" y="69969"/>
                  <a:pt x="64966" y="69869"/>
                </a:cubicBezTo>
                <a:cubicBezTo>
                  <a:pt x="65140" y="69745"/>
                  <a:pt x="65314" y="69595"/>
                  <a:pt x="65464" y="69471"/>
                </a:cubicBezTo>
                <a:cubicBezTo>
                  <a:pt x="65563" y="69421"/>
                  <a:pt x="65663" y="69322"/>
                  <a:pt x="65762" y="69222"/>
                </a:cubicBezTo>
                <a:cubicBezTo>
                  <a:pt x="65837" y="69172"/>
                  <a:pt x="65937" y="69073"/>
                  <a:pt x="66036" y="68998"/>
                </a:cubicBezTo>
                <a:cubicBezTo>
                  <a:pt x="66161" y="68923"/>
                  <a:pt x="66285" y="68799"/>
                  <a:pt x="66385" y="68699"/>
                </a:cubicBezTo>
                <a:lnTo>
                  <a:pt x="66435" y="68625"/>
                </a:lnTo>
                <a:lnTo>
                  <a:pt x="66484" y="68575"/>
                </a:lnTo>
                <a:cubicBezTo>
                  <a:pt x="66534" y="68550"/>
                  <a:pt x="66584" y="68525"/>
                  <a:pt x="66609" y="68450"/>
                </a:cubicBezTo>
                <a:cubicBezTo>
                  <a:pt x="66833" y="68276"/>
                  <a:pt x="67032" y="68077"/>
                  <a:pt x="67231" y="67878"/>
                </a:cubicBezTo>
                <a:lnTo>
                  <a:pt x="67331" y="67803"/>
                </a:lnTo>
                <a:cubicBezTo>
                  <a:pt x="67604" y="67554"/>
                  <a:pt x="67853" y="67256"/>
                  <a:pt x="68152" y="67007"/>
                </a:cubicBezTo>
                <a:lnTo>
                  <a:pt x="68301" y="66857"/>
                </a:lnTo>
                <a:lnTo>
                  <a:pt x="68351" y="66808"/>
                </a:lnTo>
                <a:cubicBezTo>
                  <a:pt x="68824" y="66335"/>
                  <a:pt x="69297" y="65837"/>
                  <a:pt x="69770" y="65339"/>
                </a:cubicBezTo>
                <a:cubicBezTo>
                  <a:pt x="69770" y="65314"/>
                  <a:pt x="69795" y="65314"/>
                  <a:pt x="69795" y="65289"/>
                </a:cubicBezTo>
                <a:cubicBezTo>
                  <a:pt x="69919" y="65165"/>
                  <a:pt x="70044" y="64991"/>
                  <a:pt x="70168" y="64866"/>
                </a:cubicBezTo>
                <a:cubicBezTo>
                  <a:pt x="70193" y="64841"/>
                  <a:pt x="70193" y="64816"/>
                  <a:pt x="70218" y="64816"/>
                </a:cubicBezTo>
                <a:cubicBezTo>
                  <a:pt x="70566" y="64443"/>
                  <a:pt x="70890" y="64045"/>
                  <a:pt x="71214" y="63671"/>
                </a:cubicBezTo>
                <a:cubicBezTo>
                  <a:pt x="71288" y="63572"/>
                  <a:pt x="71338" y="63497"/>
                  <a:pt x="71413" y="63447"/>
                </a:cubicBezTo>
                <a:cubicBezTo>
                  <a:pt x="71438" y="63422"/>
                  <a:pt x="71463" y="63348"/>
                  <a:pt x="71512" y="63323"/>
                </a:cubicBezTo>
                <a:close/>
                <a:moveTo>
                  <a:pt x="52520" y="70342"/>
                </a:moveTo>
                <a:lnTo>
                  <a:pt x="52520" y="70367"/>
                </a:lnTo>
                <a:lnTo>
                  <a:pt x="52520" y="70417"/>
                </a:lnTo>
                <a:cubicBezTo>
                  <a:pt x="51878" y="70862"/>
                  <a:pt x="51235" y="71307"/>
                  <a:pt x="50568" y="71728"/>
                </a:cubicBezTo>
                <a:lnTo>
                  <a:pt x="50568" y="71728"/>
                </a:lnTo>
                <a:cubicBezTo>
                  <a:pt x="50646" y="71671"/>
                  <a:pt x="50711" y="71611"/>
                  <a:pt x="50803" y="71537"/>
                </a:cubicBezTo>
                <a:cubicBezTo>
                  <a:pt x="51375" y="71164"/>
                  <a:pt x="51973" y="70765"/>
                  <a:pt x="52520" y="70342"/>
                </a:cubicBezTo>
                <a:close/>
                <a:moveTo>
                  <a:pt x="35430" y="68498"/>
                </a:moveTo>
                <a:lnTo>
                  <a:pt x="35430" y="68498"/>
                </a:lnTo>
                <a:cubicBezTo>
                  <a:pt x="35557" y="68565"/>
                  <a:pt x="35684" y="68632"/>
                  <a:pt x="35818" y="68699"/>
                </a:cubicBezTo>
                <a:cubicBezTo>
                  <a:pt x="35893" y="68724"/>
                  <a:pt x="35943" y="68749"/>
                  <a:pt x="36042" y="68824"/>
                </a:cubicBezTo>
                <a:cubicBezTo>
                  <a:pt x="36267" y="68948"/>
                  <a:pt x="36441" y="69073"/>
                  <a:pt x="36665" y="69197"/>
                </a:cubicBezTo>
                <a:cubicBezTo>
                  <a:pt x="36764" y="69247"/>
                  <a:pt x="36839" y="69322"/>
                  <a:pt x="36939" y="69347"/>
                </a:cubicBezTo>
                <a:cubicBezTo>
                  <a:pt x="37138" y="69471"/>
                  <a:pt x="37287" y="69571"/>
                  <a:pt x="37461" y="69695"/>
                </a:cubicBezTo>
                <a:cubicBezTo>
                  <a:pt x="37586" y="69745"/>
                  <a:pt x="37685" y="69844"/>
                  <a:pt x="37810" y="69919"/>
                </a:cubicBezTo>
                <a:cubicBezTo>
                  <a:pt x="37959" y="69994"/>
                  <a:pt x="38084" y="70118"/>
                  <a:pt x="38258" y="70218"/>
                </a:cubicBezTo>
                <a:lnTo>
                  <a:pt x="38631" y="70492"/>
                </a:lnTo>
                <a:cubicBezTo>
                  <a:pt x="38756" y="70591"/>
                  <a:pt x="38880" y="70691"/>
                  <a:pt x="38980" y="70815"/>
                </a:cubicBezTo>
                <a:cubicBezTo>
                  <a:pt x="39104" y="70940"/>
                  <a:pt x="39278" y="71039"/>
                  <a:pt x="39403" y="71164"/>
                </a:cubicBezTo>
                <a:cubicBezTo>
                  <a:pt x="39502" y="71238"/>
                  <a:pt x="39602" y="71338"/>
                  <a:pt x="39701" y="71437"/>
                </a:cubicBezTo>
                <a:lnTo>
                  <a:pt x="39901" y="71612"/>
                </a:lnTo>
                <a:lnTo>
                  <a:pt x="39926" y="71736"/>
                </a:lnTo>
                <a:lnTo>
                  <a:pt x="39477" y="71313"/>
                </a:lnTo>
                <a:cubicBezTo>
                  <a:pt x="39403" y="71213"/>
                  <a:pt x="39303" y="71164"/>
                  <a:pt x="39204" y="71064"/>
                </a:cubicBezTo>
                <a:cubicBezTo>
                  <a:pt x="39054" y="70940"/>
                  <a:pt x="38905" y="70790"/>
                  <a:pt x="38731" y="70666"/>
                </a:cubicBezTo>
                <a:cubicBezTo>
                  <a:pt x="38656" y="70566"/>
                  <a:pt x="38557" y="70492"/>
                  <a:pt x="38432" y="70442"/>
                </a:cubicBezTo>
                <a:cubicBezTo>
                  <a:pt x="38283" y="70317"/>
                  <a:pt x="38108" y="70193"/>
                  <a:pt x="37934" y="70068"/>
                </a:cubicBezTo>
                <a:cubicBezTo>
                  <a:pt x="37835" y="69969"/>
                  <a:pt x="37710" y="69919"/>
                  <a:pt x="37586" y="69844"/>
                </a:cubicBezTo>
                <a:cubicBezTo>
                  <a:pt x="37436" y="69720"/>
                  <a:pt x="37237" y="69620"/>
                  <a:pt x="37088" y="69496"/>
                </a:cubicBezTo>
                <a:cubicBezTo>
                  <a:pt x="36963" y="69446"/>
                  <a:pt x="36839" y="69347"/>
                  <a:pt x="36764" y="69297"/>
                </a:cubicBezTo>
                <a:cubicBezTo>
                  <a:pt x="36590" y="69197"/>
                  <a:pt x="36416" y="69073"/>
                  <a:pt x="36267" y="68973"/>
                </a:cubicBezTo>
                <a:cubicBezTo>
                  <a:pt x="36142" y="68923"/>
                  <a:pt x="35993" y="68824"/>
                  <a:pt x="35893" y="68774"/>
                </a:cubicBezTo>
                <a:cubicBezTo>
                  <a:pt x="35732" y="68682"/>
                  <a:pt x="35571" y="68590"/>
                  <a:pt x="35430" y="68498"/>
                </a:cubicBezTo>
                <a:close/>
                <a:moveTo>
                  <a:pt x="62601" y="71686"/>
                </a:moveTo>
                <a:cubicBezTo>
                  <a:pt x="62651" y="71686"/>
                  <a:pt x="62651" y="71686"/>
                  <a:pt x="62676" y="71711"/>
                </a:cubicBezTo>
                <a:cubicBezTo>
                  <a:pt x="62651" y="71761"/>
                  <a:pt x="62651" y="71761"/>
                  <a:pt x="62601" y="71761"/>
                </a:cubicBezTo>
                <a:lnTo>
                  <a:pt x="62576" y="71711"/>
                </a:lnTo>
                <a:lnTo>
                  <a:pt x="62601" y="71686"/>
                </a:lnTo>
                <a:close/>
                <a:moveTo>
                  <a:pt x="9260" y="69197"/>
                </a:moveTo>
                <a:lnTo>
                  <a:pt x="9260" y="69297"/>
                </a:lnTo>
                <a:cubicBezTo>
                  <a:pt x="8911" y="70093"/>
                  <a:pt x="8563" y="70940"/>
                  <a:pt x="8264" y="71761"/>
                </a:cubicBezTo>
                <a:cubicBezTo>
                  <a:pt x="8229" y="71778"/>
                  <a:pt x="8207" y="71784"/>
                  <a:pt x="8196" y="71794"/>
                </a:cubicBezTo>
                <a:lnTo>
                  <a:pt x="8196" y="71794"/>
                </a:lnTo>
                <a:cubicBezTo>
                  <a:pt x="8542" y="70928"/>
                  <a:pt x="8889" y="70063"/>
                  <a:pt x="9260" y="69197"/>
                </a:cubicBezTo>
                <a:close/>
                <a:moveTo>
                  <a:pt x="47642" y="69645"/>
                </a:moveTo>
                <a:cubicBezTo>
                  <a:pt x="47268" y="70268"/>
                  <a:pt x="46895" y="70915"/>
                  <a:pt x="46547" y="71537"/>
                </a:cubicBezTo>
                <a:lnTo>
                  <a:pt x="45725" y="71811"/>
                </a:lnTo>
                <a:cubicBezTo>
                  <a:pt x="45675" y="71537"/>
                  <a:pt x="45650" y="71263"/>
                  <a:pt x="45601" y="71014"/>
                </a:cubicBezTo>
                <a:cubicBezTo>
                  <a:pt x="45626" y="70890"/>
                  <a:pt x="45650" y="70765"/>
                  <a:pt x="45675" y="70666"/>
                </a:cubicBezTo>
                <a:cubicBezTo>
                  <a:pt x="46347" y="70342"/>
                  <a:pt x="46995" y="70019"/>
                  <a:pt x="47642" y="69645"/>
                </a:cubicBezTo>
                <a:close/>
                <a:moveTo>
                  <a:pt x="45426" y="71313"/>
                </a:moveTo>
                <a:cubicBezTo>
                  <a:pt x="45476" y="71512"/>
                  <a:pt x="45501" y="71661"/>
                  <a:pt x="45501" y="71836"/>
                </a:cubicBezTo>
                <a:lnTo>
                  <a:pt x="45476" y="71885"/>
                </a:lnTo>
                <a:cubicBezTo>
                  <a:pt x="45426" y="71711"/>
                  <a:pt x="45426" y="71587"/>
                  <a:pt x="45402" y="71437"/>
                </a:cubicBezTo>
                <a:cubicBezTo>
                  <a:pt x="45402" y="71413"/>
                  <a:pt x="45426" y="71338"/>
                  <a:pt x="45426" y="71313"/>
                </a:cubicBezTo>
                <a:close/>
                <a:moveTo>
                  <a:pt x="32832" y="70591"/>
                </a:moveTo>
                <a:lnTo>
                  <a:pt x="32085" y="71910"/>
                </a:lnTo>
                <a:lnTo>
                  <a:pt x="32035" y="71910"/>
                </a:lnTo>
                <a:lnTo>
                  <a:pt x="32782" y="70591"/>
                </a:lnTo>
                <a:close/>
                <a:moveTo>
                  <a:pt x="45103" y="70940"/>
                </a:moveTo>
                <a:lnTo>
                  <a:pt x="45103" y="70964"/>
                </a:lnTo>
                <a:cubicBezTo>
                  <a:pt x="44978" y="71288"/>
                  <a:pt x="44879" y="71587"/>
                  <a:pt x="44779" y="71910"/>
                </a:cubicBezTo>
                <a:cubicBezTo>
                  <a:pt x="44306" y="71811"/>
                  <a:pt x="43858" y="71761"/>
                  <a:pt x="43360" y="71761"/>
                </a:cubicBezTo>
                <a:cubicBezTo>
                  <a:pt x="43933" y="71512"/>
                  <a:pt x="44530" y="71213"/>
                  <a:pt x="45103" y="70940"/>
                </a:cubicBezTo>
                <a:close/>
                <a:moveTo>
                  <a:pt x="21257" y="69322"/>
                </a:moveTo>
                <a:cubicBezTo>
                  <a:pt x="21606" y="69919"/>
                  <a:pt x="21979" y="70467"/>
                  <a:pt x="22452" y="70964"/>
                </a:cubicBezTo>
                <a:cubicBezTo>
                  <a:pt x="22327" y="71014"/>
                  <a:pt x="22153" y="71064"/>
                  <a:pt x="22029" y="71089"/>
                </a:cubicBezTo>
                <a:cubicBezTo>
                  <a:pt x="21929" y="71139"/>
                  <a:pt x="21855" y="71164"/>
                  <a:pt x="21730" y="71188"/>
                </a:cubicBezTo>
                <a:lnTo>
                  <a:pt x="20983" y="71462"/>
                </a:lnTo>
                <a:cubicBezTo>
                  <a:pt x="20884" y="71512"/>
                  <a:pt x="20759" y="71562"/>
                  <a:pt x="20660" y="71587"/>
                </a:cubicBezTo>
                <a:cubicBezTo>
                  <a:pt x="20411" y="71686"/>
                  <a:pt x="20212" y="71811"/>
                  <a:pt x="19938" y="71910"/>
                </a:cubicBezTo>
                <a:cubicBezTo>
                  <a:pt x="19913" y="71910"/>
                  <a:pt x="19888" y="71935"/>
                  <a:pt x="19888" y="71935"/>
                </a:cubicBezTo>
                <a:cubicBezTo>
                  <a:pt x="20361" y="71089"/>
                  <a:pt x="20784" y="70193"/>
                  <a:pt x="21257" y="69322"/>
                </a:cubicBezTo>
                <a:close/>
                <a:moveTo>
                  <a:pt x="45277" y="71836"/>
                </a:moveTo>
                <a:lnTo>
                  <a:pt x="45277" y="71910"/>
                </a:lnTo>
                <a:cubicBezTo>
                  <a:pt x="45277" y="71935"/>
                  <a:pt x="45252" y="71935"/>
                  <a:pt x="45252" y="71935"/>
                </a:cubicBezTo>
                <a:cubicBezTo>
                  <a:pt x="45252" y="71910"/>
                  <a:pt x="45277" y="71885"/>
                  <a:pt x="45277" y="71836"/>
                </a:cubicBezTo>
                <a:close/>
                <a:moveTo>
                  <a:pt x="9558" y="70964"/>
                </a:moveTo>
                <a:lnTo>
                  <a:pt x="9583" y="71014"/>
                </a:lnTo>
                <a:cubicBezTo>
                  <a:pt x="9509" y="71064"/>
                  <a:pt x="9384" y="71164"/>
                  <a:pt x="9285" y="71263"/>
                </a:cubicBezTo>
                <a:cubicBezTo>
                  <a:pt x="9135" y="71388"/>
                  <a:pt x="8961" y="71462"/>
                  <a:pt x="8837" y="71587"/>
                </a:cubicBezTo>
                <a:cubicBezTo>
                  <a:pt x="8712" y="71686"/>
                  <a:pt x="8588" y="71786"/>
                  <a:pt x="8463" y="71910"/>
                </a:cubicBezTo>
                <a:cubicBezTo>
                  <a:pt x="8438" y="71935"/>
                  <a:pt x="8413" y="71960"/>
                  <a:pt x="8388" y="71960"/>
                </a:cubicBezTo>
                <a:cubicBezTo>
                  <a:pt x="8388" y="71935"/>
                  <a:pt x="8413" y="71910"/>
                  <a:pt x="8413" y="71836"/>
                </a:cubicBezTo>
                <a:cubicBezTo>
                  <a:pt x="8438" y="71811"/>
                  <a:pt x="8488" y="71786"/>
                  <a:pt x="8538" y="71711"/>
                </a:cubicBezTo>
                <a:cubicBezTo>
                  <a:pt x="8911" y="71462"/>
                  <a:pt x="9210" y="71213"/>
                  <a:pt x="9558" y="70964"/>
                </a:cubicBezTo>
                <a:close/>
                <a:moveTo>
                  <a:pt x="33031" y="70666"/>
                </a:moveTo>
                <a:cubicBezTo>
                  <a:pt x="33056" y="70666"/>
                  <a:pt x="33056" y="70666"/>
                  <a:pt x="33080" y="70691"/>
                </a:cubicBezTo>
                <a:cubicBezTo>
                  <a:pt x="33578" y="71188"/>
                  <a:pt x="34151" y="71587"/>
                  <a:pt x="34723" y="71960"/>
                </a:cubicBezTo>
                <a:cubicBezTo>
                  <a:pt x="34213" y="71924"/>
                  <a:pt x="33690" y="71901"/>
                  <a:pt x="33162" y="71901"/>
                </a:cubicBezTo>
                <a:cubicBezTo>
                  <a:pt x="32969" y="71901"/>
                  <a:pt x="32776" y="71904"/>
                  <a:pt x="32583" y="71910"/>
                </a:cubicBezTo>
                <a:cubicBezTo>
                  <a:pt x="32483" y="71910"/>
                  <a:pt x="32408" y="71935"/>
                  <a:pt x="32309" y="71935"/>
                </a:cubicBezTo>
                <a:cubicBezTo>
                  <a:pt x="32558" y="71512"/>
                  <a:pt x="32782" y="71064"/>
                  <a:pt x="33031" y="70666"/>
                </a:cubicBezTo>
                <a:close/>
                <a:moveTo>
                  <a:pt x="45178" y="71313"/>
                </a:moveTo>
                <a:cubicBezTo>
                  <a:pt x="45178" y="71338"/>
                  <a:pt x="45227" y="71413"/>
                  <a:pt x="45227" y="71437"/>
                </a:cubicBezTo>
                <a:cubicBezTo>
                  <a:pt x="45153" y="71637"/>
                  <a:pt x="45103" y="71786"/>
                  <a:pt x="45053" y="71960"/>
                </a:cubicBezTo>
                <a:lnTo>
                  <a:pt x="45003" y="71960"/>
                </a:lnTo>
                <a:cubicBezTo>
                  <a:pt x="45053" y="71711"/>
                  <a:pt x="45128" y="71537"/>
                  <a:pt x="45178" y="71313"/>
                </a:cubicBezTo>
                <a:close/>
                <a:moveTo>
                  <a:pt x="33454" y="70765"/>
                </a:moveTo>
                <a:cubicBezTo>
                  <a:pt x="33479" y="70765"/>
                  <a:pt x="33553" y="70790"/>
                  <a:pt x="33578" y="70790"/>
                </a:cubicBezTo>
                <a:cubicBezTo>
                  <a:pt x="34151" y="71288"/>
                  <a:pt x="34773" y="71686"/>
                  <a:pt x="35445" y="72010"/>
                </a:cubicBezTo>
                <a:cubicBezTo>
                  <a:pt x="35346" y="72010"/>
                  <a:pt x="35296" y="71960"/>
                  <a:pt x="35196" y="71960"/>
                </a:cubicBezTo>
                <a:cubicBezTo>
                  <a:pt x="34549" y="71637"/>
                  <a:pt x="33952" y="71213"/>
                  <a:pt x="33454" y="70765"/>
                </a:cubicBezTo>
                <a:close/>
                <a:moveTo>
                  <a:pt x="41120" y="63871"/>
                </a:moveTo>
                <a:cubicBezTo>
                  <a:pt x="42440" y="65314"/>
                  <a:pt x="43485" y="66783"/>
                  <a:pt x="44182" y="68226"/>
                </a:cubicBezTo>
                <a:cubicBezTo>
                  <a:pt x="43435" y="69347"/>
                  <a:pt x="42738" y="70442"/>
                  <a:pt x="42066" y="71562"/>
                </a:cubicBezTo>
                <a:lnTo>
                  <a:pt x="42041" y="71562"/>
                </a:lnTo>
                <a:cubicBezTo>
                  <a:pt x="42016" y="71562"/>
                  <a:pt x="41991" y="71587"/>
                  <a:pt x="41991" y="71587"/>
                </a:cubicBezTo>
                <a:cubicBezTo>
                  <a:pt x="41867" y="71686"/>
                  <a:pt x="41743" y="71711"/>
                  <a:pt x="41618" y="71761"/>
                </a:cubicBezTo>
                <a:cubicBezTo>
                  <a:pt x="41245" y="71885"/>
                  <a:pt x="40896" y="71960"/>
                  <a:pt x="40523" y="72060"/>
                </a:cubicBezTo>
                <a:cubicBezTo>
                  <a:pt x="40448" y="72010"/>
                  <a:pt x="40423" y="71935"/>
                  <a:pt x="40374" y="71910"/>
                </a:cubicBezTo>
                <a:lnTo>
                  <a:pt x="40274" y="71437"/>
                </a:lnTo>
                <a:cubicBezTo>
                  <a:pt x="40274" y="71388"/>
                  <a:pt x="40249" y="71313"/>
                  <a:pt x="40249" y="71213"/>
                </a:cubicBezTo>
                <a:cubicBezTo>
                  <a:pt x="40199" y="71064"/>
                  <a:pt x="40199" y="70915"/>
                  <a:pt x="40174" y="70765"/>
                </a:cubicBezTo>
                <a:lnTo>
                  <a:pt x="40174" y="70716"/>
                </a:lnTo>
                <a:lnTo>
                  <a:pt x="40174" y="70691"/>
                </a:lnTo>
                <a:cubicBezTo>
                  <a:pt x="40174" y="70641"/>
                  <a:pt x="40150" y="70566"/>
                  <a:pt x="40150" y="70467"/>
                </a:cubicBezTo>
                <a:cubicBezTo>
                  <a:pt x="40150" y="70342"/>
                  <a:pt x="40150" y="70268"/>
                  <a:pt x="40125" y="70143"/>
                </a:cubicBezTo>
                <a:cubicBezTo>
                  <a:pt x="40125" y="70019"/>
                  <a:pt x="40075" y="69919"/>
                  <a:pt x="40075" y="69795"/>
                </a:cubicBezTo>
                <a:lnTo>
                  <a:pt x="40075" y="69720"/>
                </a:lnTo>
                <a:lnTo>
                  <a:pt x="40075" y="69645"/>
                </a:lnTo>
                <a:lnTo>
                  <a:pt x="40075" y="69571"/>
                </a:lnTo>
                <a:cubicBezTo>
                  <a:pt x="40075" y="69197"/>
                  <a:pt x="40075" y="68799"/>
                  <a:pt x="40125" y="68401"/>
                </a:cubicBezTo>
                <a:cubicBezTo>
                  <a:pt x="40125" y="68301"/>
                  <a:pt x="40125" y="68226"/>
                  <a:pt x="40150" y="68152"/>
                </a:cubicBezTo>
                <a:cubicBezTo>
                  <a:pt x="40249" y="67231"/>
                  <a:pt x="40398" y="66310"/>
                  <a:pt x="40647" y="65364"/>
                </a:cubicBezTo>
                <a:cubicBezTo>
                  <a:pt x="40772" y="64866"/>
                  <a:pt x="40921" y="64368"/>
                  <a:pt x="41120" y="63871"/>
                </a:cubicBezTo>
                <a:close/>
                <a:moveTo>
                  <a:pt x="46422" y="71786"/>
                </a:moveTo>
                <a:cubicBezTo>
                  <a:pt x="46422" y="71811"/>
                  <a:pt x="46397" y="71836"/>
                  <a:pt x="46397" y="71836"/>
                </a:cubicBezTo>
                <a:cubicBezTo>
                  <a:pt x="46173" y="71910"/>
                  <a:pt x="45924" y="71960"/>
                  <a:pt x="45725" y="72060"/>
                </a:cubicBezTo>
                <a:lnTo>
                  <a:pt x="45725" y="72010"/>
                </a:lnTo>
                <a:cubicBezTo>
                  <a:pt x="45974" y="71935"/>
                  <a:pt x="46173" y="71836"/>
                  <a:pt x="46422" y="71786"/>
                </a:cubicBezTo>
                <a:close/>
                <a:moveTo>
                  <a:pt x="40125" y="71935"/>
                </a:moveTo>
                <a:lnTo>
                  <a:pt x="40150" y="71960"/>
                </a:lnTo>
                <a:lnTo>
                  <a:pt x="40174" y="72010"/>
                </a:lnTo>
                <a:lnTo>
                  <a:pt x="40199" y="72085"/>
                </a:lnTo>
                <a:lnTo>
                  <a:pt x="40150" y="72035"/>
                </a:lnTo>
                <a:cubicBezTo>
                  <a:pt x="40150" y="72010"/>
                  <a:pt x="40150" y="71960"/>
                  <a:pt x="40125" y="71935"/>
                </a:cubicBezTo>
                <a:close/>
                <a:moveTo>
                  <a:pt x="21058" y="69073"/>
                </a:moveTo>
                <a:cubicBezTo>
                  <a:pt x="21133" y="69098"/>
                  <a:pt x="21133" y="69098"/>
                  <a:pt x="21133" y="69147"/>
                </a:cubicBezTo>
                <a:cubicBezTo>
                  <a:pt x="20610" y="70143"/>
                  <a:pt x="20112" y="71089"/>
                  <a:pt x="19639" y="72085"/>
                </a:cubicBezTo>
                <a:cubicBezTo>
                  <a:pt x="19614" y="72085"/>
                  <a:pt x="19589" y="72134"/>
                  <a:pt x="19540" y="72134"/>
                </a:cubicBezTo>
                <a:cubicBezTo>
                  <a:pt x="20038" y="71089"/>
                  <a:pt x="20535" y="70093"/>
                  <a:pt x="21058" y="69073"/>
                </a:cubicBezTo>
                <a:close/>
                <a:moveTo>
                  <a:pt x="42912" y="71935"/>
                </a:moveTo>
                <a:cubicBezTo>
                  <a:pt x="43510" y="71935"/>
                  <a:pt x="44132" y="71960"/>
                  <a:pt x="44729" y="72085"/>
                </a:cubicBezTo>
                <a:cubicBezTo>
                  <a:pt x="44655" y="72085"/>
                  <a:pt x="44630" y="72134"/>
                  <a:pt x="44555" y="72134"/>
                </a:cubicBezTo>
                <a:cubicBezTo>
                  <a:pt x="44131" y="72042"/>
                  <a:pt x="43679" y="71991"/>
                  <a:pt x="43230" y="71991"/>
                </a:cubicBezTo>
                <a:cubicBezTo>
                  <a:pt x="43073" y="71991"/>
                  <a:pt x="42917" y="71997"/>
                  <a:pt x="42763" y="72010"/>
                </a:cubicBezTo>
                <a:cubicBezTo>
                  <a:pt x="42813" y="71960"/>
                  <a:pt x="42863" y="71960"/>
                  <a:pt x="42912" y="71935"/>
                </a:cubicBezTo>
                <a:close/>
                <a:moveTo>
                  <a:pt x="11077" y="54885"/>
                </a:moveTo>
                <a:lnTo>
                  <a:pt x="11077" y="54885"/>
                </a:lnTo>
                <a:cubicBezTo>
                  <a:pt x="9807" y="58519"/>
                  <a:pt x="9085" y="62004"/>
                  <a:pt x="9011" y="65190"/>
                </a:cubicBezTo>
                <a:lnTo>
                  <a:pt x="9011" y="65464"/>
                </a:lnTo>
                <a:lnTo>
                  <a:pt x="9011" y="66584"/>
                </a:lnTo>
                <a:cubicBezTo>
                  <a:pt x="9011" y="66733"/>
                  <a:pt x="9011" y="66907"/>
                  <a:pt x="9036" y="67032"/>
                </a:cubicBezTo>
                <a:cubicBezTo>
                  <a:pt x="9036" y="67106"/>
                  <a:pt x="9036" y="67206"/>
                  <a:pt x="9061" y="67305"/>
                </a:cubicBezTo>
                <a:cubicBezTo>
                  <a:pt x="9061" y="67530"/>
                  <a:pt x="9085" y="67729"/>
                  <a:pt x="9085" y="67928"/>
                </a:cubicBezTo>
                <a:cubicBezTo>
                  <a:pt x="9110" y="68102"/>
                  <a:pt x="9110" y="68301"/>
                  <a:pt x="9160" y="68450"/>
                </a:cubicBezTo>
                <a:cubicBezTo>
                  <a:pt x="9160" y="68575"/>
                  <a:pt x="9185" y="68699"/>
                  <a:pt x="9185" y="68824"/>
                </a:cubicBezTo>
                <a:cubicBezTo>
                  <a:pt x="8712" y="69894"/>
                  <a:pt x="8289" y="70964"/>
                  <a:pt x="7866" y="72060"/>
                </a:cubicBezTo>
                <a:lnTo>
                  <a:pt x="7791" y="72159"/>
                </a:lnTo>
                <a:cubicBezTo>
                  <a:pt x="5675" y="69894"/>
                  <a:pt x="4331" y="67480"/>
                  <a:pt x="3833" y="65215"/>
                </a:cubicBezTo>
                <a:cubicBezTo>
                  <a:pt x="4904" y="62302"/>
                  <a:pt x="6198" y="59340"/>
                  <a:pt x="7766" y="56353"/>
                </a:cubicBezTo>
                <a:cubicBezTo>
                  <a:pt x="8712" y="55756"/>
                  <a:pt x="9832" y="55258"/>
                  <a:pt x="11077" y="54885"/>
                </a:cubicBezTo>
                <a:close/>
                <a:moveTo>
                  <a:pt x="31985" y="72134"/>
                </a:moveTo>
                <a:cubicBezTo>
                  <a:pt x="31985" y="72159"/>
                  <a:pt x="31960" y="72159"/>
                  <a:pt x="31960" y="72184"/>
                </a:cubicBezTo>
                <a:lnTo>
                  <a:pt x="31911" y="72184"/>
                </a:lnTo>
                <a:cubicBezTo>
                  <a:pt x="31911" y="72159"/>
                  <a:pt x="31935" y="72159"/>
                  <a:pt x="31935" y="72134"/>
                </a:cubicBezTo>
                <a:close/>
                <a:moveTo>
                  <a:pt x="45153" y="72159"/>
                </a:moveTo>
                <a:cubicBezTo>
                  <a:pt x="45178" y="72159"/>
                  <a:pt x="45227" y="72159"/>
                  <a:pt x="45252" y="72184"/>
                </a:cubicBezTo>
                <a:cubicBezTo>
                  <a:pt x="45227" y="72184"/>
                  <a:pt x="45178" y="72209"/>
                  <a:pt x="45153" y="72209"/>
                </a:cubicBezTo>
                <a:lnTo>
                  <a:pt x="45153" y="72159"/>
                </a:lnTo>
                <a:close/>
                <a:moveTo>
                  <a:pt x="71811" y="63348"/>
                </a:moveTo>
                <a:lnTo>
                  <a:pt x="72234" y="63746"/>
                </a:lnTo>
                <a:cubicBezTo>
                  <a:pt x="69446" y="66733"/>
                  <a:pt x="66534" y="69546"/>
                  <a:pt x="63423" y="72209"/>
                </a:cubicBezTo>
                <a:cubicBezTo>
                  <a:pt x="63273" y="72060"/>
                  <a:pt x="63149" y="71910"/>
                  <a:pt x="62975" y="71761"/>
                </a:cubicBezTo>
                <a:lnTo>
                  <a:pt x="63348" y="71462"/>
                </a:lnTo>
                <a:cubicBezTo>
                  <a:pt x="63522" y="71338"/>
                  <a:pt x="63697" y="71213"/>
                  <a:pt x="63846" y="71089"/>
                </a:cubicBezTo>
                <a:cubicBezTo>
                  <a:pt x="64045" y="70940"/>
                  <a:pt x="64219" y="70815"/>
                  <a:pt x="64418" y="70666"/>
                </a:cubicBezTo>
                <a:cubicBezTo>
                  <a:pt x="64443" y="70641"/>
                  <a:pt x="64518" y="70591"/>
                  <a:pt x="64543" y="70566"/>
                </a:cubicBezTo>
                <a:cubicBezTo>
                  <a:pt x="64568" y="70541"/>
                  <a:pt x="64642" y="70516"/>
                  <a:pt x="64667" y="70467"/>
                </a:cubicBezTo>
                <a:lnTo>
                  <a:pt x="64767" y="70367"/>
                </a:lnTo>
                <a:cubicBezTo>
                  <a:pt x="65314" y="69944"/>
                  <a:pt x="65837" y="69471"/>
                  <a:pt x="66385" y="68998"/>
                </a:cubicBezTo>
                <a:lnTo>
                  <a:pt x="66410" y="68973"/>
                </a:lnTo>
                <a:lnTo>
                  <a:pt x="66459" y="68923"/>
                </a:lnTo>
                <a:cubicBezTo>
                  <a:pt x="66957" y="68475"/>
                  <a:pt x="67430" y="68052"/>
                  <a:pt x="67903" y="67579"/>
                </a:cubicBezTo>
                <a:cubicBezTo>
                  <a:pt x="68003" y="67530"/>
                  <a:pt x="68052" y="67430"/>
                  <a:pt x="68152" y="67355"/>
                </a:cubicBezTo>
                <a:lnTo>
                  <a:pt x="68202" y="67305"/>
                </a:lnTo>
                <a:lnTo>
                  <a:pt x="68301" y="67206"/>
                </a:lnTo>
                <a:cubicBezTo>
                  <a:pt x="68700" y="66808"/>
                  <a:pt x="69123" y="66409"/>
                  <a:pt x="69521" y="65961"/>
                </a:cubicBezTo>
                <a:cubicBezTo>
                  <a:pt x="69646" y="65837"/>
                  <a:pt x="69745" y="65712"/>
                  <a:pt x="69870" y="65588"/>
                </a:cubicBezTo>
                <a:cubicBezTo>
                  <a:pt x="69894" y="65563"/>
                  <a:pt x="69894" y="65538"/>
                  <a:pt x="69919" y="65538"/>
                </a:cubicBezTo>
                <a:cubicBezTo>
                  <a:pt x="70193" y="65215"/>
                  <a:pt x="70492" y="64916"/>
                  <a:pt x="70766" y="64567"/>
                </a:cubicBezTo>
                <a:cubicBezTo>
                  <a:pt x="70865" y="64468"/>
                  <a:pt x="70940" y="64368"/>
                  <a:pt x="71015" y="64294"/>
                </a:cubicBezTo>
                <a:cubicBezTo>
                  <a:pt x="71139" y="64119"/>
                  <a:pt x="71263" y="63995"/>
                  <a:pt x="71388" y="63846"/>
                </a:cubicBezTo>
                <a:lnTo>
                  <a:pt x="71413" y="63821"/>
                </a:lnTo>
                <a:cubicBezTo>
                  <a:pt x="71537" y="63671"/>
                  <a:pt x="71687" y="63497"/>
                  <a:pt x="71811" y="63348"/>
                </a:cubicBezTo>
                <a:close/>
                <a:moveTo>
                  <a:pt x="33221" y="72051"/>
                </a:moveTo>
                <a:cubicBezTo>
                  <a:pt x="33878" y="72051"/>
                  <a:pt x="34525" y="72083"/>
                  <a:pt x="35171" y="72159"/>
                </a:cubicBezTo>
                <a:cubicBezTo>
                  <a:pt x="35221" y="72184"/>
                  <a:pt x="35321" y="72209"/>
                  <a:pt x="35370" y="72259"/>
                </a:cubicBezTo>
                <a:cubicBezTo>
                  <a:pt x="34706" y="72166"/>
                  <a:pt x="34028" y="72115"/>
                  <a:pt x="33336" y="72115"/>
                </a:cubicBezTo>
                <a:cubicBezTo>
                  <a:pt x="33095" y="72115"/>
                  <a:pt x="32852" y="72121"/>
                  <a:pt x="32608" y="72134"/>
                </a:cubicBezTo>
                <a:cubicBezTo>
                  <a:pt x="32458" y="72134"/>
                  <a:pt x="32334" y="72159"/>
                  <a:pt x="32184" y="72159"/>
                </a:cubicBezTo>
                <a:cubicBezTo>
                  <a:pt x="32184" y="72134"/>
                  <a:pt x="32209" y="72134"/>
                  <a:pt x="32209" y="72085"/>
                </a:cubicBezTo>
                <a:cubicBezTo>
                  <a:pt x="32334" y="72085"/>
                  <a:pt x="32483" y="72060"/>
                  <a:pt x="32608" y="72060"/>
                </a:cubicBezTo>
                <a:cubicBezTo>
                  <a:pt x="32813" y="72054"/>
                  <a:pt x="33017" y="72051"/>
                  <a:pt x="33221" y="72051"/>
                </a:cubicBezTo>
                <a:close/>
                <a:moveTo>
                  <a:pt x="46248" y="72085"/>
                </a:moveTo>
                <a:lnTo>
                  <a:pt x="46248" y="72085"/>
                </a:lnTo>
                <a:cubicBezTo>
                  <a:pt x="46223" y="72159"/>
                  <a:pt x="46173" y="72209"/>
                  <a:pt x="46148" y="72259"/>
                </a:cubicBezTo>
                <a:cubicBezTo>
                  <a:pt x="46099" y="72209"/>
                  <a:pt x="46024" y="72184"/>
                  <a:pt x="45924" y="72184"/>
                </a:cubicBezTo>
                <a:cubicBezTo>
                  <a:pt x="46024" y="72159"/>
                  <a:pt x="46148" y="72134"/>
                  <a:pt x="46248" y="72085"/>
                </a:cubicBezTo>
                <a:close/>
                <a:moveTo>
                  <a:pt x="8164" y="72060"/>
                </a:moveTo>
                <a:cubicBezTo>
                  <a:pt x="8164" y="72134"/>
                  <a:pt x="8164" y="72159"/>
                  <a:pt x="8140" y="72184"/>
                </a:cubicBezTo>
                <a:lnTo>
                  <a:pt x="8090" y="72209"/>
                </a:lnTo>
                <a:lnTo>
                  <a:pt x="8040" y="72284"/>
                </a:lnTo>
                <a:cubicBezTo>
                  <a:pt x="8040" y="72259"/>
                  <a:pt x="8065" y="72184"/>
                  <a:pt x="8065" y="72159"/>
                </a:cubicBezTo>
                <a:lnTo>
                  <a:pt x="8164" y="72060"/>
                </a:lnTo>
                <a:close/>
                <a:moveTo>
                  <a:pt x="3709" y="65513"/>
                </a:moveTo>
                <a:cubicBezTo>
                  <a:pt x="4281" y="67754"/>
                  <a:pt x="5601" y="70068"/>
                  <a:pt x="7617" y="72284"/>
                </a:cubicBezTo>
                <a:cubicBezTo>
                  <a:pt x="7592" y="72284"/>
                  <a:pt x="7592" y="72309"/>
                  <a:pt x="7567" y="72309"/>
                </a:cubicBezTo>
                <a:cubicBezTo>
                  <a:pt x="5576" y="70168"/>
                  <a:pt x="4232" y="67853"/>
                  <a:pt x="3684" y="65613"/>
                </a:cubicBezTo>
                <a:cubicBezTo>
                  <a:pt x="3684" y="65588"/>
                  <a:pt x="3709" y="65563"/>
                  <a:pt x="3709" y="65513"/>
                </a:cubicBezTo>
                <a:close/>
                <a:moveTo>
                  <a:pt x="22601" y="71089"/>
                </a:moveTo>
                <a:lnTo>
                  <a:pt x="22626" y="71139"/>
                </a:lnTo>
                <a:lnTo>
                  <a:pt x="22651" y="71164"/>
                </a:lnTo>
                <a:cubicBezTo>
                  <a:pt x="22029" y="71388"/>
                  <a:pt x="21407" y="71587"/>
                  <a:pt x="20784" y="71836"/>
                </a:cubicBezTo>
                <a:cubicBezTo>
                  <a:pt x="20486" y="71960"/>
                  <a:pt x="20137" y="72134"/>
                  <a:pt x="19813" y="72284"/>
                </a:cubicBezTo>
                <a:cubicBezTo>
                  <a:pt x="19789" y="72284"/>
                  <a:pt x="19789" y="72309"/>
                  <a:pt x="19764" y="72309"/>
                </a:cubicBezTo>
                <a:cubicBezTo>
                  <a:pt x="19764" y="72309"/>
                  <a:pt x="19764" y="72284"/>
                  <a:pt x="19789" y="72284"/>
                </a:cubicBezTo>
                <a:cubicBezTo>
                  <a:pt x="19789" y="72284"/>
                  <a:pt x="19789" y="72259"/>
                  <a:pt x="19813" y="72259"/>
                </a:cubicBezTo>
                <a:cubicBezTo>
                  <a:pt x="19838" y="72209"/>
                  <a:pt x="19888" y="72184"/>
                  <a:pt x="19913" y="72159"/>
                </a:cubicBezTo>
                <a:cubicBezTo>
                  <a:pt x="20212" y="72035"/>
                  <a:pt x="20436" y="71910"/>
                  <a:pt x="20734" y="71786"/>
                </a:cubicBezTo>
                <a:cubicBezTo>
                  <a:pt x="20784" y="71761"/>
                  <a:pt x="20859" y="71761"/>
                  <a:pt x="20909" y="71711"/>
                </a:cubicBezTo>
                <a:cubicBezTo>
                  <a:pt x="21183" y="71587"/>
                  <a:pt x="21506" y="71462"/>
                  <a:pt x="21780" y="71388"/>
                </a:cubicBezTo>
                <a:cubicBezTo>
                  <a:pt x="21805" y="71338"/>
                  <a:pt x="21879" y="71338"/>
                  <a:pt x="21904" y="71313"/>
                </a:cubicBezTo>
                <a:cubicBezTo>
                  <a:pt x="22128" y="71213"/>
                  <a:pt x="22352" y="71164"/>
                  <a:pt x="22601" y="71089"/>
                </a:cubicBezTo>
                <a:close/>
                <a:moveTo>
                  <a:pt x="41295" y="72134"/>
                </a:moveTo>
                <a:cubicBezTo>
                  <a:pt x="41270" y="72134"/>
                  <a:pt x="41170" y="72159"/>
                  <a:pt x="41071" y="72184"/>
                </a:cubicBezTo>
                <a:cubicBezTo>
                  <a:pt x="40946" y="72209"/>
                  <a:pt x="40822" y="72259"/>
                  <a:pt x="40697" y="72309"/>
                </a:cubicBezTo>
                <a:cubicBezTo>
                  <a:pt x="40697" y="72309"/>
                  <a:pt x="40697" y="72284"/>
                  <a:pt x="40672" y="72284"/>
                </a:cubicBezTo>
                <a:lnTo>
                  <a:pt x="40647" y="72259"/>
                </a:lnTo>
                <a:cubicBezTo>
                  <a:pt x="40797" y="72209"/>
                  <a:pt x="40996" y="72159"/>
                  <a:pt x="41145" y="72134"/>
                </a:cubicBezTo>
                <a:close/>
                <a:moveTo>
                  <a:pt x="45551" y="72284"/>
                </a:moveTo>
                <a:lnTo>
                  <a:pt x="45551" y="72309"/>
                </a:lnTo>
                <a:cubicBezTo>
                  <a:pt x="45526" y="72309"/>
                  <a:pt x="45526" y="72309"/>
                  <a:pt x="45501" y="72284"/>
                </a:cubicBezTo>
                <a:lnTo>
                  <a:pt x="45501" y="72284"/>
                </a:lnTo>
                <a:cubicBezTo>
                  <a:pt x="45509" y="72292"/>
                  <a:pt x="45515" y="72295"/>
                  <a:pt x="45520" y="72295"/>
                </a:cubicBezTo>
                <a:cubicBezTo>
                  <a:pt x="45529" y="72295"/>
                  <a:pt x="45534" y="72284"/>
                  <a:pt x="45551" y="72284"/>
                </a:cubicBezTo>
                <a:close/>
                <a:moveTo>
                  <a:pt x="62825" y="71836"/>
                </a:moveTo>
                <a:cubicBezTo>
                  <a:pt x="62975" y="72010"/>
                  <a:pt x="63149" y="72159"/>
                  <a:pt x="63298" y="72333"/>
                </a:cubicBezTo>
                <a:cubicBezTo>
                  <a:pt x="63273" y="72333"/>
                  <a:pt x="63224" y="72383"/>
                  <a:pt x="63224" y="72383"/>
                </a:cubicBezTo>
                <a:cubicBezTo>
                  <a:pt x="63074" y="72209"/>
                  <a:pt x="62925" y="72035"/>
                  <a:pt x="62751" y="71885"/>
                </a:cubicBezTo>
                <a:lnTo>
                  <a:pt x="62800" y="71885"/>
                </a:lnTo>
                <a:lnTo>
                  <a:pt x="62825" y="71836"/>
                </a:lnTo>
                <a:close/>
                <a:moveTo>
                  <a:pt x="72309" y="63945"/>
                </a:moveTo>
                <a:lnTo>
                  <a:pt x="72359" y="63970"/>
                </a:lnTo>
                <a:cubicBezTo>
                  <a:pt x="69621" y="66907"/>
                  <a:pt x="66683" y="69720"/>
                  <a:pt x="63572" y="72408"/>
                </a:cubicBezTo>
                <a:lnTo>
                  <a:pt x="63547" y="72383"/>
                </a:lnTo>
                <a:lnTo>
                  <a:pt x="63522" y="72333"/>
                </a:lnTo>
                <a:cubicBezTo>
                  <a:pt x="66659" y="69695"/>
                  <a:pt x="69571" y="66857"/>
                  <a:pt x="72309" y="63945"/>
                </a:cubicBezTo>
                <a:close/>
                <a:moveTo>
                  <a:pt x="34474" y="68276"/>
                </a:moveTo>
                <a:cubicBezTo>
                  <a:pt x="34574" y="68301"/>
                  <a:pt x="34649" y="68326"/>
                  <a:pt x="34723" y="68401"/>
                </a:cubicBezTo>
                <a:cubicBezTo>
                  <a:pt x="34898" y="68475"/>
                  <a:pt x="35072" y="68550"/>
                  <a:pt x="35221" y="68650"/>
                </a:cubicBezTo>
                <a:cubicBezTo>
                  <a:pt x="35395" y="68699"/>
                  <a:pt x="35520" y="68799"/>
                  <a:pt x="35644" y="68849"/>
                </a:cubicBezTo>
                <a:cubicBezTo>
                  <a:pt x="35794" y="68948"/>
                  <a:pt x="35943" y="69023"/>
                  <a:pt x="36092" y="69098"/>
                </a:cubicBezTo>
                <a:cubicBezTo>
                  <a:pt x="36267" y="69197"/>
                  <a:pt x="36391" y="69272"/>
                  <a:pt x="36540" y="69347"/>
                </a:cubicBezTo>
                <a:cubicBezTo>
                  <a:pt x="36690" y="69446"/>
                  <a:pt x="36814" y="69546"/>
                  <a:pt x="36963" y="69645"/>
                </a:cubicBezTo>
                <a:cubicBezTo>
                  <a:pt x="37088" y="69720"/>
                  <a:pt x="37262" y="69819"/>
                  <a:pt x="37387" y="69919"/>
                </a:cubicBezTo>
                <a:cubicBezTo>
                  <a:pt x="37511" y="70019"/>
                  <a:pt x="37660" y="70093"/>
                  <a:pt x="37785" y="70193"/>
                </a:cubicBezTo>
                <a:cubicBezTo>
                  <a:pt x="37909" y="70292"/>
                  <a:pt x="38034" y="70392"/>
                  <a:pt x="38183" y="70516"/>
                </a:cubicBezTo>
                <a:cubicBezTo>
                  <a:pt x="38308" y="70591"/>
                  <a:pt x="38432" y="70691"/>
                  <a:pt x="38557" y="70815"/>
                </a:cubicBezTo>
                <a:cubicBezTo>
                  <a:pt x="38681" y="70915"/>
                  <a:pt x="38805" y="71039"/>
                  <a:pt x="38930" y="71139"/>
                </a:cubicBezTo>
                <a:cubicBezTo>
                  <a:pt x="39054" y="71213"/>
                  <a:pt x="39179" y="71338"/>
                  <a:pt x="39303" y="71437"/>
                </a:cubicBezTo>
                <a:cubicBezTo>
                  <a:pt x="39428" y="71562"/>
                  <a:pt x="39552" y="71686"/>
                  <a:pt x="39677" y="71786"/>
                </a:cubicBezTo>
                <a:lnTo>
                  <a:pt x="40000" y="72085"/>
                </a:lnTo>
                <a:cubicBezTo>
                  <a:pt x="40000" y="72134"/>
                  <a:pt x="40000" y="72134"/>
                  <a:pt x="40025" y="72134"/>
                </a:cubicBezTo>
                <a:lnTo>
                  <a:pt x="40025" y="72159"/>
                </a:lnTo>
                <a:cubicBezTo>
                  <a:pt x="39577" y="72309"/>
                  <a:pt x="39204" y="72383"/>
                  <a:pt x="38830" y="72433"/>
                </a:cubicBezTo>
                <a:cubicBezTo>
                  <a:pt x="38631" y="72309"/>
                  <a:pt x="38382" y="72159"/>
                  <a:pt x="38158" y="72035"/>
                </a:cubicBezTo>
                <a:lnTo>
                  <a:pt x="38133" y="72010"/>
                </a:lnTo>
                <a:cubicBezTo>
                  <a:pt x="36839" y="71288"/>
                  <a:pt x="35445" y="70765"/>
                  <a:pt x="33977" y="70392"/>
                </a:cubicBezTo>
                <a:cubicBezTo>
                  <a:pt x="33927" y="70392"/>
                  <a:pt x="33902" y="70342"/>
                  <a:pt x="33827" y="70342"/>
                </a:cubicBezTo>
                <a:cubicBezTo>
                  <a:pt x="33678" y="70317"/>
                  <a:pt x="33479" y="70268"/>
                  <a:pt x="33329" y="70218"/>
                </a:cubicBezTo>
                <a:cubicBezTo>
                  <a:pt x="33329" y="70218"/>
                  <a:pt x="33304" y="70218"/>
                  <a:pt x="33304" y="70193"/>
                </a:cubicBezTo>
                <a:cubicBezTo>
                  <a:pt x="33678" y="69546"/>
                  <a:pt x="34076" y="68899"/>
                  <a:pt x="34474" y="68276"/>
                </a:cubicBezTo>
                <a:close/>
                <a:moveTo>
                  <a:pt x="35843" y="72259"/>
                </a:moveTo>
                <a:lnTo>
                  <a:pt x="35843" y="72259"/>
                </a:lnTo>
                <a:cubicBezTo>
                  <a:pt x="35943" y="72284"/>
                  <a:pt x="36067" y="72284"/>
                  <a:pt x="36167" y="72309"/>
                </a:cubicBezTo>
                <a:cubicBezTo>
                  <a:pt x="36328" y="72362"/>
                  <a:pt x="36476" y="72403"/>
                  <a:pt x="36638" y="72449"/>
                </a:cubicBezTo>
                <a:lnTo>
                  <a:pt x="36638" y="72449"/>
                </a:lnTo>
                <a:cubicBezTo>
                  <a:pt x="36493" y="72417"/>
                  <a:pt x="36335" y="72400"/>
                  <a:pt x="36167" y="72383"/>
                </a:cubicBezTo>
                <a:cubicBezTo>
                  <a:pt x="36142" y="72383"/>
                  <a:pt x="36092" y="72383"/>
                  <a:pt x="36092" y="72333"/>
                </a:cubicBezTo>
                <a:cubicBezTo>
                  <a:pt x="36018" y="72309"/>
                  <a:pt x="35943" y="72284"/>
                  <a:pt x="35843" y="72259"/>
                </a:cubicBezTo>
                <a:close/>
                <a:moveTo>
                  <a:pt x="33977" y="70890"/>
                </a:moveTo>
                <a:lnTo>
                  <a:pt x="33977" y="70890"/>
                </a:lnTo>
                <a:cubicBezTo>
                  <a:pt x="34101" y="70915"/>
                  <a:pt x="34225" y="70940"/>
                  <a:pt x="34325" y="70964"/>
                </a:cubicBezTo>
                <a:lnTo>
                  <a:pt x="34698" y="71064"/>
                </a:lnTo>
                <a:cubicBezTo>
                  <a:pt x="35196" y="71213"/>
                  <a:pt x="35694" y="71388"/>
                  <a:pt x="36167" y="71562"/>
                </a:cubicBezTo>
                <a:lnTo>
                  <a:pt x="36192" y="71562"/>
                </a:lnTo>
                <a:cubicBezTo>
                  <a:pt x="36665" y="71761"/>
                  <a:pt x="37113" y="71960"/>
                  <a:pt x="37586" y="72209"/>
                </a:cubicBezTo>
                <a:cubicBezTo>
                  <a:pt x="37660" y="72259"/>
                  <a:pt x="37710" y="72284"/>
                  <a:pt x="37810" y="72309"/>
                </a:cubicBezTo>
                <a:cubicBezTo>
                  <a:pt x="37909" y="72383"/>
                  <a:pt x="37984" y="72433"/>
                  <a:pt x="38084" y="72458"/>
                </a:cubicBezTo>
                <a:lnTo>
                  <a:pt x="37909" y="72458"/>
                </a:lnTo>
                <a:cubicBezTo>
                  <a:pt x="37337" y="72383"/>
                  <a:pt x="36789" y="72209"/>
                  <a:pt x="36192" y="72134"/>
                </a:cubicBezTo>
                <a:cubicBezTo>
                  <a:pt x="35346" y="71811"/>
                  <a:pt x="34599" y="71413"/>
                  <a:pt x="33977" y="70890"/>
                </a:cubicBezTo>
                <a:close/>
                <a:moveTo>
                  <a:pt x="39926" y="72458"/>
                </a:moveTo>
                <a:lnTo>
                  <a:pt x="39926" y="72458"/>
                </a:lnTo>
                <a:cubicBezTo>
                  <a:pt x="39926" y="72458"/>
                  <a:pt x="39926" y="72458"/>
                  <a:pt x="39926" y="72458"/>
                </a:cubicBezTo>
                <a:lnTo>
                  <a:pt x="39901" y="72458"/>
                </a:lnTo>
                <a:cubicBezTo>
                  <a:pt x="39908" y="72458"/>
                  <a:pt x="39917" y="72458"/>
                  <a:pt x="39926" y="72458"/>
                </a:cubicBezTo>
                <a:close/>
                <a:moveTo>
                  <a:pt x="45750" y="72309"/>
                </a:moveTo>
                <a:cubicBezTo>
                  <a:pt x="45874" y="72333"/>
                  <a:pt x="45949" y="72383"/>
                  <a:pt x="46099" y="72408"/>
                </a:cubicBezTo>
                <a:cubicBezTo>
                  <a:pt x="46099" y="72433"/>
                  <a:pt x="46049" y="72433"/>
                  <a:pt x="46049" y="72458"/>
                </a:cubicBezTo>
                <a:cubicBezTo>
                  <a:pt x="45974" y="72433"/>
                  <a:pt x="45850" y="72408"/>
                  <a:pt x="45750" y="72383"/>
                </a:cubicBezTo>
                <a:lnTo>
                  <a:pt x="45750" y="72309"/>
                </a:lnTo>
                <a:close/>
                <a:moveTo>
                  <a:pt x="7791" y="72433"/>
                </a:moveTo>
                <a:cubicBezTo>
                  <a:pt x="7791" y="72458"/>
                  <a:pt x="7766" y="72458"/>
                  <a:pt x="7766" y="72508"/>
                </a:cubicBezTo>
                <a:lnTo>
                  <a:pt x="7716" y="72458"/>
                </a:lnTo>
                <a:cubicBezTo>
                  <a:pt x="7766" y="72458"/>
                  <a:pt x="7766" y="72433"/>
                  <a:pt x="7791" y="72433"/>
                </a:cubicBezTo>
                <a:close/>
                <a:moveTo>
                  <a:pt x="19515" y="72383"/>
                </a:moveTo>
                <a:cubicBezTo>
                  <a:pt x="19515" y="72383"/>
                  <a:pt x="19515" y="72408"/>
                  <a:pt x="19490" y="72408"/>
                </a:cubicBezTo>
                <a:cubicBezTo>
                  <a:pt x="19490" y="72433"/>
                  <a:pt x="19465" y="72433"/>
                  <a:pt x="19465" y="72458"/>
                </a:cubicBezTo>
                <a:cubicBezTo>
                  <a:pt x="19440" y="72458"/>
                  <a:pt x="19415" y="72458"/>
                  <a:pt x="19390" y="72508"/>
                </a:cubicBezTo>
                <a:cubicBezTo>
                  <a:pt x="19390" y="72458"/>
                  <a:pt x="19415" y="72458"/>
                  <a:pt x="19415" y="72433"/>
                </a:cubicBezTo>
                <a:lnTo>
                  <a:pt x="19415" y="72408"/>
                </a:lnTo>
                <a:cubicBezTo>
                  <a:pt x="19440" y="72408"/>
                  <a:pt x="19490" y="72383"/>
                  <a:pt x="19515" y="72383"/>
                </a:cubicBezTo>
                <a:close/>
                <a:moveTo>
                  <a:pt x="33592" y="70544"/>
                </a:moveTo>
                <a:cubicBezTo>
                  <a:pt x="35230" y="70918"/>
                  <a:pt x="36818" y="71539"/>
                  <a:pt x="38283" y="72333"/>
                </a:cubicBezTo>
                <a:cubicBezTo>
                  <a:pt x="38308" y="72383"/>
                  <a:pt x="38382" y="72383"/>
                  <a:pt x="38407" y="72408"/>
                </a:cubicBezTo>
                <a:cubicBezTo>
                  <a:pt x="38432" y="72433"/>
                  <a:pt x="38507" y="72458"/>
                  <a:pt x="38532" y="72508"/>
                </a:cubicBezTo>
                <a:lnTo>
                  <a:pt x="38457" y="72508"/>
                </a:lnTo>
                <a:cubicBezTo>
                  <a:pt x="38283" y="72408"/>
                  <a:pt x="38084" y="72284"/>
                  <a:pt x="37909" y="72184"/>
                </a:cubicBezTo>
                <a:cubicBezTo>
                  <a:pt x="37835" y="72159"/>
                  <a:pt x="37785" y="72134"/>
                  <a:pt x="37685" y="72060"/>
                </a:cubicBezTo>
                <a:cubicBezTo>
                  <a:pt x="37212" y="71811"/>
                  <a:pt x="36764" y="71587"/>
                  <a:pt x="36267" y="71413"/>
                </a:cubicBezTo>
                <a:cubicBezTo>
                  <a:pt x="36192" y="71388"/>
                  <a:pt x="36142" y="71338"/>
                  <a:pt x="36067" y="71338"/>
                </a:cubicBezTo>
                <a:cubicBezTo>
                  <a:pt x="35669" y="71188"/>
                  <a:pt x="35221" y="71039"/>
                  <a:pt x="34798" y="70915"/>
                </a:cubicBezTo>
                <a:cubicBezTo>
                  <a:pt x="34673" y="70890"/>
                  <a:pt x="34549" y="70815"/>
                  <a:pt x="34425" y="70790"/>
                </a:cubicBezTo>
                <a:lnTo>
                  <a:pt x="33678" y="70591"/>
                </a:lnTo>
                <a:lnTo>
                  <a:pt x="33653" y="70566"/>
                </a:lnTo>
                <a:cubicBezTo>
                  <a:pt x="33614" y="70566"/>
                  <a:pt x="33606" y="70551"/>
                  <a:pt x="33592" y="70544"/>
                </a:cubicBezTo>
                <a:close/>
                <a:moveTo>
                  <a:pt x="41419" y="72284"/>
                </a:moveTo>
                <a:cubicBezTo>
                  <a:pt x="41245" y="72408"/>
                  <a:pt x="41071" y="72433"/>
                  <a:pt x="40921" y="72508"/>
                </a:cubicBezTo>
                <a:cubicBezTo>
                  <a:pt x="40921" y="72458"/>
                  <a:pt x="40896" y="72458"/>
                  <a:pt x="40896" y="72433"/>
                </a:cubicBezTo>
                <a:cubicBezTo>
                  <a:pt x="40921" y="72433"/>
                  <a:pt x="40921" y="72433"/>
                  <a:pt x="40946" y="72408"/>
                </a:cubicBezTo>
                <a:cubicBezTo>
                  <a:pt x="41046" y="72383"/>
                  <a:pt x="41170" y="72333"/>
                  <a:pt x="41270" y="72309"/>
                </a:cubicBezTo>
                <a:cubicBezTo>
                  <a:pt x="41319" y="72309"/>
                  <a:pt x="41369" y="72284"/>
                  <a:pt x="41419" y="72284"/>
                </a:cubicBezTo>
                <a:close/>
                <a:moveTo>
                  <a:pt x="63423" y="72458"/>
                </a:moveTo>
                <a:cubicBezTo>
                  <a:pt x="63423" y="72508"/>
                  <a:pt x="63423" y="72508"/>
                  <a:pt x="63448" y="72533"/>
                </a:cubicBezTo>
                <a:cubicBezTo>
                  <a:pt x="63423" y="72533"/>
                  <a:pt x="63423" y="72557"/>
                  <a:pt x="63398" y="72557"/>
                </a:cubicBezTo>
                <a:cubicBezTo>
                  <a:pt x="63398" y="72533"/>
                  <a:pt x="63348" y="72533"/>
                  <a:pt x="63348" y="72508"/>
                </a:cubicBezTo>
                <a:cubicBezTo>
                  <a:pt x="63398" y="72508"/>
                  <a:pt x="63398" y="72458"/>
                  <a:pt x="63423" y="72458"/>
                </a:cubicBezTo>
                <a:close/>
                <a:moveTo>
                  <a:pt x="43334" y="72176"/>
                </a:moveTo>
                <a:cubicBezTo>
                  <a:pt x="43592" y="72176"/>
                  <a:pt x="43849" y="72188"/>
                  <a:pt x="44107" y="72209"/>
                </a:cubicBezTo>
                <a:cubicBezTo>
                  <a:pt x="43385" y="72383"/>
                  <a:pt x="42688" y="72508"/>
                  <a:pt x="42016" y="72582"/>
                </a:cubicBezTo>
                <a:cubicBezTo>
                  <a:pt x="42016" y="72557"/>
                  <a:pt x="42041" y="72533"/>
                  <a:pt x="42041" y="72533"/>
                </a:cubicBezTo>
                <a:cubicBezTo>
                  <a:pt x="42041" y="72533"/>
                  <a:pt x="42041" y="72508"/>
                  <a:pt x="42066" y="72508"/>
                </a:cubicBezTo>
                <a:cubicBezTo>
                  <a:pt x="42066" y="72508"/>
                  <a:pt x="42066" y="72458"/>
                  <a:pt x="42116" y="72458"/>
                </a:cubicBezTo>
                <a:cubicBezTo>
                  <a:pt x="42141" y="72408"/>
                  <a:pt x="42191" y="72309"/>
                  <a:pt x="42240" y="72259"/>
                </a:cubicBezTo>
                <a:cubicBezTo>
                  <a:pt x="42605" y="72200"/>
                  <a:pt x="42969" y="72176"/>
                  <a:pt x="43334" y="72176"/>
                </a:cubicBezTo>
                <a:close/>
                <a:moveTo>
                  <a:pt x="40672" y="72533"/>
                </a:moveTo>
                <a:cubicBezTo>
                  <a:pt x="40672" y="72533"/>
                  <a:pt x="40697" y="72557"/>
                  <a:pt x="40697" y="72582"/>
                </a:cubicBezTo>
                <a:cubicBezTo>
                  <a:pt x="40672" y="72582"/>
                  <a:pt x="40672" y="72582"/>
                  <a:pt x="40647" y="72632"/>
                </a:cubicBezTo>
                <a:cubicBezTo>
                  <a:pt x="40647" y="72582"/>
                  <a:pt x="40622" y="72582"/>
                  <a:pt x="40622" y="72557"/>
                </a:cubicBezTo>
                <a:cubicBezTo>
                  <a:pt x="40647" y="72557"/>
                  <a:pt x="40647" y="72557"/>
                  <a:pt x="40672" y="72533"/>
                </a:cubicBezTo>
                <a:close/>
                <a:moveTo>
                  <a:pt x="41942" y="72309"/>
                </a:moveTo>
                <a:cubicBezTo>
                  <a:pt x="41892" y="72408"/>
                  <a:pt x="41817" y="72533"/>
                  <a:pt x="41767" y="72632"/>
                </a:cubicBezTo>
                <a:lnTo>
                  <a:pt x="41743" y="72632"/>
                </a:lnTo>
                <a:cubicBezTo>
                  <a:pt x="41767" y="72533"/>
                  <a:pt x="41817" y="72433"/>
                  <a:pt x="41892" y="72333"/>
                </a:cubicBezTo>
                <a:cubicBezTo>
                  <a:pt x="41917" y="72333"/>
                  <a:pt x="41942" y="72309"/>
                  <a:pt x="41942" y="72309"/>
                </a:cubicBezTo>
                <a:close/>
                <a:moveTo>
                  <a:pt x="39204" y="72582"/>
                </a:moveTo>
                <a:cubicBezTo>
                  <a:pt x="39204" y="72582"/>
                  <a:pt x="39179" y="72582"/>
                  <a:pt x="39154" y="72632"/>
                </a:cubicBezTo>
                <a:cubicBezTo>
                  <a:pt x="39129" y="72632"/>
                  <a:pt x="39129" y="72657"/>
                  <a:pt x="39079" y="72657"/>
                </a:cubicBezTo>
                <a:lnTo>
                  <a:pt x="39054" y="72657"/>
                </a:lnTo>
                <a:cubicBezTo>
                  <a:pt x="39054" y="72657"/>
                  <a:pt x="39029" y="72657"/>
                  <a:pt x="39029" y="72632"/>
                </a:cubicBezTo>
                <a:cubicBezTo>
                  <a:pt x="39079" y="72632"/>
                  <a:pt x="39154" y="72582"/>
                  <a:pt x="39204" y="72582"/>
                </a:cubicBezTo>
                <a:close/>
                <a:moveTo>
                  <a:pt x="38756" y="72657"/>
                </a:moveTo>
                <a:lnTo>
                  <a:pt x="38781" y="72682"/>
                </a:lnTo>
                <a:lnTo>
                  <a:pt x="38756" y="72682"/>
                </a:lnTo>
                <a:cubicBezTo>
                  <a:pt x="38756" y="72657"/>
                  <a:pt x="38706" y="72657"/>
                  <a:pt x="38681" y="72657"/>
                </a:cubicBezTo>
                <a:close/>
                <a:moveTo>
                  <a:pt x="40398" y="72632"/>
                </a:moveTo>
                <a:cubicBezTo>
                  <a:pt x="40398" y="72657"/>
                  <a:pt x="40398" y="72657"/>
                  <a:pt x="40423" y="72682"/>
                </a:cubicBezTo>
                <a:lnTo>
                  <a:pt x="40374" y="72682"/>
                </a:lnTo>
                <a:lnTo>
                  <a:pt x="40374" y="72657"/>
                </a:lnTo>
                <a:cubicBezTo>
                  <a:pt x="40398" y="72657"/>
                  <a:pt x="40398" y="72657"/>
                  <a:pt x="40398" y="72632"/>
                </a:cubicBezTo>
                <a:close/>
                <a:moveTo>
                  <a:pt x="41543" y="72458"/>
                </a:moveTo>
                <a:cubicBezTo>
                  <a:pt x="41543" y="72533"/>
                  <a:pt x="41494" y="72582"/>
                  <a:pt x="41444" y="72657"/>
                </a:cubicBezTo>
                <a:cubicBezTo>
                  <a:pt x="41319" y="72657"/>
                  <a:pt x="41195" y="72657"/>
                  <a:pt x="41046" y="72682"/>
                </a:cubicBezTo>
                <a:lnTo>
                  <a:pt x="41021" y="72657"/>
                </a:lnTo>
                <a:cubicBezTo>
                  <a:pt x="41195" y="72582"/>
                  <a:pt x="41369" y="72533"/>
                  <a:pt x="41543" y="72458"/>
                </a:cubicBezTo>
                <a:close/>
                <a:moveTo>
                  <a:pt x="37810" y="72757"/>
                </a:moveTo>
                <a:cubicBezTo>
                  <a:pt x="37835" y="72757"/>
                  <a:pt x="37860" y="72757"/>
                  <a:pt x="37909" y="72782"/>
                </a:cubicBezTo>
                <a:cubicBezTo>
                  <a:pt x="37959" y="72782"/>
                  <a:pt x="38009" y="72806"/>
                  <a:pt x="38059" y="72806"/>
                </a:cubicBezTo>
                <a:cubicBezTo>
                  <a:pt x="38133" y="72831"/>
                  <a:pt x="38183" y="72831"/>
                  <a:pt x="38208" y="72856"/>
                </a:cubicBezTo>
                <a:cubicBezTo>
                  <a:pt x="38256" y="72856"/>
                  <a:pt x="38281" y="72902"/>
                  <a:pt x="38304" y="72906"/>
                </a:cubicBezTo>
                <a:lnTo>
                  <a:pt x="38304" y="72906"/>
                </a:lnTo>
                <a:cubicBezTo>
                  <a:pt x="38257" y="72904"/>
                  <a:pt x="38195" y="72897"/>
                  <a:pt x="38133" y="72856"/>
                </a:cubicBezTo>
                <a:cubicBezTo>
                  <a:pt x="38059" y="72856"/>
                  <a:pt x="38034" y="72856"/>
                  <a:pt x="37959" y="72831"/>
                </a:cubicBezTo>
                <a:cubicBezTo>
                  <a:pt x="37934" y="72806"/>
                  <a:pt x="37884" y="72782"/>
                  <a:pt x="37810" y="72782"/>
                </a:cubicBezTo>
                <a:lnTo>
                  <a:pt x="37810" y="72757"/>
                </a:lnTo>
                <a:close/>
                <a:moveTo>
                  <a:pt x="41319" y="72831"/>
                </a:moveTo>
                <a:cubicBezTo>
                  <a:pt x="41319" y="72881"/>
                  <a:pt x="41319" y="72906"/>
                  <a:pt x="41295" y="72906"/>
                </a:cubicBezTo>
                <a:lnTo>
                  <a:pt x="41270" y="72906"/>
                </a:lnTo>
                <a:lnTo>
                  <a:pt x="41245" y="72881"/>
                </a:lnTo>
                <a:cubicBezTo>
                  <a:pt x="41245" y="72881"/>
                  <a:pt x="41245" y="72831"/>
                  <a:pt x="41195" y="72831"/>
                </a:cubicBezTo>
                <a:close/>
                <a:moveTo>
                  <a:pt x="41643" y="72831"/>
                </a:moveTo>
                <a:cubicBezTo>
                  <a:pt x="41643" y="72881"/>
                  <a:pt x="41618" y="72881"/>
                  <a:pt x="41618" y="72906"/>
                </a:cubicBezTo>
                <a:lnTo>
                  <a:pt x="41568" y="72906"/>
                </a:lnTo>
                <a:cubicBezTo>
                  <a:pt x="41568" y="72881"/>
                  <a:pt x="41618" y="72881"/>
                  <a:pt x="41618" y="72831"/>
                </a:cubicBezTo>
                <a:close/>
                <a:moveTo>
                  <a:pt x="44555" y="72309"/>
                </a:moveTo>
                <a:cubicBezTo>
                  <a:pt x="44605" y="72309"/>
                  <a:pt x="44630" y="72309"/>
                  <a:pt x="44680" y="72333"/>
                </a:cubicBezTo>
                <a:lnTo>
                  <a:pt x="44680" y="72383"/>
                </a:lnTo>
                <a:cubicBezTo>
                  <a:pt x="43734" y="72632"/>
                  <a:pt x="42788" y="72806"/>
                  <a:pt x="41867" y="72906"/>
                </a:cubicBezTo>
                <a:cubicBezTo>
                  <a:pt x="41867" y="72831"/>
                  <a:pt x="41892" y="72806"/>
                  <a:pt x="41892" y="72806"/>
                </a:cubicBezTo>
                <a:cubicBezTo>
                  <a:pt x="42763" y="72707"/>
                  <a:pt x="43634" y="72533"/>
                  <a:pt x="44555" y="72309"/>
                </a:cubicBezTo>
                <a:close/>
                <a:moveTo>
                  <a:pt x="40971" y="72881"/>
                </a:moveTo>
                <a:lnTo>
                  <a:pt x="41046" y="72931"/>
                </a:lnTo>
                <a:lnTo>
                  <a:pt x="40971" y="72931"/>
                </a:lnTo>
                <a:cubicBezTo>
                  <a:pt x="40946" y="72931"/>
                  <a:pt x="40921" y="72906"/>
                  <a:pt x="40921" y="72881"/>
                </a:cubicBezTo>
                <a:close/>
                <a:moveTo>
                  <a:pt x="39751" y="72906"/>
                </a:moveTo>
                <a:cubicBezTo>
                  <a:pt x="39677" y="72931"/>
                  <a:pt x="39652" y="72931"/>
                  <a:pt x="39577" y="72956"/>
                </a:cubicBezTo>
                <a:cubicBezTo>
                  <a:pt x="39552" y="72956"/>
                  <a:pt x="39552" y="72931"/>
                  <a:pt x="39527" y="72931"/>
                </a:cubicBezTo>
                <a:lnTo>
                  <a:pt x="39552" y="72931"/>
                </a:lnTo>
                <a:cubicBezTo>
                  <a:pt x="39627" y="72906"/>
                  <a:pt x="39677" y="72906"/>
                  <a:pt x="39751" y="72906"/>
                </a:cubicBezTo>
                <a:close/>
                <a:moveTo>
                  <a:pt x="40249" y="72931"/>
                </a:moveTo>
                <a:lnTo>
                  <a:pt x="40249" y="72956"/>
                </a:lnTo>
                <a:lnTo>
                  <a:pt x="40125" y="72956"/>
                </a:lnTo>
                <a:cubicBezTo>
                  <a:pt x="40174" y="72956"/>
                  <a:pt x="40199" y="72956"/>
                  <a:pt x="40249" y="72931"/>
                </a:cubicBezTo>
                <a:close/>
                <a:moveTo>
                  <a:pt x="40498" y="72906"/>
                </a:moveTo>
                <a:cubicBezTo>
                  <a:pt x="40498" y="72931"/>
                  <a:pt x="40523" y="72931"/>
                  <a:pt x="40523" y="72956"/>
                </a:cubicBezTo>
                <a:lnTo>
                  <a:pt x="40448" y="72956"/>
                </a:lnTo>
                <a:cubicBezTo>
                  <a:pt x="40448" y="72931"/>
                  <a:pt x="40448" y="72931"/>
                  <a:pt x="40423" y="72906"/>
                </a:cubicBezTo>
                <a:close/>
                <a:moveTo>
                  <a:pt x="45750" y="72557"/>
                </a:moveTo>
                <a:cubicBezTo>
                  <a:pt x="45850" y="72582"/>
                  <a:pt x="45899" y="72632"/>
                  <a:pt x="45974" y="72632"/>
                </a:cubicBezTo>
                <a:cubicBezTo>
                  <a:pt x="45899" y="72757"/>
                  <a:pt x="45800" y="72906"/>
                  <a:pt x="45750" y="73030"/>
                </a:cubicBezTo>
                <a:lnTo>
                  <a:pt x="45750" y="72557"/>
                </a:lnTo>
                <a:close/>
                <a:moveTo>
                  <a:pt x="52321" y="69396"/>
                </a:moveTo>
                <a:cubicBezTo>
                  <a:pt x="52321" y="69421"/>
                  <a:pt x="52346" y="69471"/>
                  <a:pt x="52346" y="69521"/>
                </a:cubicBezTo>
                <a:cubicBezTo>
                  <a:pt x="52371" y="69595"/>
                  <a:pt x="52371" y="69695"/>
                  <a:pt x="52396" y="69795"/>
                </a:cubicBezTo>
                <a:lnTo>
                  <a:pt x="52496" y="70168"/>
                </a:lnTo>
                <a:cubicBezTo>
                  <a:pt x="52396" y="70218"/>
                  <a:pt x="52346" y="70268"/>
                  <a:pt x="52247" y="70317"/>
                </a:cubicBezTo>
                <a:cubicBezTo>
                  <a:pt x="51624" y="70765"/>
                  <a:pt x="51002" y="71188"/>
                  <a:pt x="50355" y="71637"/>
                </a:cubicBezTo>
                <a:lnTo>
                  <a:pt x="49782" y="72010"/>
                </a:lnTo>
                <a:cubicBezTo>
                  <a:pt x="49235" y="72383"/>
                  <a:pt x="48662" y="72707"/>
                  <a:pt x="48140" y="73055"/>
                </a:cubicBezTo>
                <a:cubicBezTo>
                  <a:pt x="47642" y="72806"/>
                  <a:pt x="47169" y="72582"/>
                  <a:pt x="46671" y="72408"/>
                </a:cubicBezTo>
                <a:cubicBezTo>
                  <a:pt x="46771" y="72259"/>
                  <a:pt x="46845" y="72060"/>
                  <a:pt x="46920" y="71885"/>
                </a:cubicBezTo>
                <a:cubicBezTo>
                  <a:pt x="46920" y="71836"/>
                  <a:pt x="46970" y="71836"/>
                  <a:pt x="46970" y="71811"/>
                </a:cubicBezTo>
                <a:cubicBezTo>
                  <a:pt x="48712" y="71188"/>
                  <a:pt x="50504" y="70392"/>
                  <a:pt x="52321" y="69396"/>
                </a:cubicBezTo>
                <a:close/>
                <a:moveTo>
                  <a:pt x="41519" y="73080"/>
                </a:moveTo>
                <a:cubicBezTo>
                  <a:pt x="41494" y="73130"/>
                  <a:pt x="41494" y="73155"/>
                  <a:pt x="41444" y="73155"/>
                </a:cubicBezTo>
                <a:cubicBezTo>
                  <a:pt x="41444" y="73130"/>
                  <a:pt x="41444" y="73130"/>
                  <a:pt x="41494" y="73080"/>
                </a:cubicBezTo>
                <a:close/>
                <a:moveTo>
                  <a:pt x="50495" y="71776"/>
                </a:moveTo>
                <a:lnTo>
                  <a:pt x="50006" y="72109"/>
                </a:lnTo>
                <a:cubicBezTo>
                  <a:pt x="49484" y="72458"/>
                  <a:pt x="48911" y="72806"/>
                  <a:pt x="48388" y="73155"/>
                </a:cubicBezTo>
                <a:cubicBezTo>
                  <a:pt x="48388" y="73167"/>
                  <a:pt x="48382" y="73174"/>
                  <a:pt x="48373" y="73174"/>
                </a:cubicBezTo>
                <a:cubicBezTo>
                  <a:pt x="48364" y="73174"/>
                  <a:pt x="48351" y="73167"/>
                  <a:pt x="48339" y="73155"/>
                </a:cubicBezTo>
                <a:lnTo>
                  <a:pt x="48339" y="73155"/>
                </a:lnTo>
                <a:cubicBezTo>
                  <a:pt x="48339" y="73155"/>
                  <a:pt x="48339" y="73155"/>
                  <a:pt x="48339" y="73155"/>
                </a:cubicBezTo>
                <a:lnTo>
                  <a:pt x="48339" y="73155"/>
                </a:lnTo>
                <a:cubicBezTo>
                  <a:pt x="48351" y="73167"/>
                  <a:pt x="48351" y="73174"/>
                  <a:pt x="48348" y="73174"/>
                </a:cubicBezTo>
                <a:cubicBezTo>
                  <a:pt x="48345" y="73174"/>
                  <a:pt x="48339" y="73167"/>
                  <a:pt x="48339" y="73155"/>
                </a:cubicBezTo>
                <a:lnTo>
                  <a:pt x="48339" y="73155"/>
                </a:lnTo>
                <a:cubicBezTo>
                  <a:pt x="48339" y="73155"/>
                  <a:pt x="48339" y="73155"/>
                  <a:pt x="48339" y="73155"/>
                </a:cubicBezTo>
                <a:cubicBezTo>
                  <a:pt x="48488" y="73055"/>
                  <a:pt x="48637" y="72956"/>
                  <a:pt x="48837" y="72831"/>
                </a:cubicBezTo>
                <a:cubicBezTo>
                  <a:pt x="49036" y="72707"/>
                  <a:pt x="49235" y="72557"/>
                  <a:pt x="49459" y="72433"/>
                </a:cubicBezTo>
                <a:cubicBezTo>
                  <a:pt x="49608" y="72333"/>
                  <a:pt x="49782" y="72209"/>
                  <a:pt x="49957" y="72134"/>
                </a:cubicBezTo>
                <a:cubicBezTo>
                  <a:pt x="50131" y="72010"/>
                  <a:pt x="50305" y="71910"/>
                  <a:pt x="50479" y="71786"/>
                </a:cubicBezTo>
                <a:cubicBezTo>
                  <a:pt x="50485" y="71783"/>
                  <a:pt x="50490" y="71779"/>
                  <a:pt x="50495" y="71776"/>
                </a:cubicBezTo>
                <a:close/>
                <a:moveTo>
                  <a:pt x="41170" y="73130"/>
                </a:moveTo>
                <a:lnTo>
                  <a:pt x="41195" y="73155"/>
                </a:lnTo>
                <a:cubicBezTo>
                  <a:pt x="41195" y="73180"/>
                  <a:pt x="41170" y="73180"/>
                  <a:pt x="41170" y="73205"/>
                </a:cubicBezTo>
                <a:cubicBezTo>
                  <a:pt x="41145" y="73180"/>
                  <a:pt x="41145" y="73155"/>
                  <a:pt x="41120" y="73130"/>
                </a:cubicBezTo>
                <a:close/>
                <a:moveTo>
                  <a:pt x="46596" y="72582"/>
                </a:moveTo>
                <a:cubicBezTo>
                  <a:pt x="47044" y="72757"/>
                  <a:pt x="47492" y="72956"/>
                  <a:pt x="47916" y="73180"/>
                </a:cubicBezTo>
                <a:cubicBezTo>
                  <a:pt x="47891" y="73180"/>
                  <a:pt x="47891" y="73205"/>
                  <a:pt x="47866" y="73205"/>
                </a:cubicBezTo>
                <a:cubicBezTo>
                  <a:pt x="47468" y="73006"/>
                  <a:pt x="46995" y="72806"/>
                  <a:pt x="46547" y="72657"/>
                </a:cubicBezTo>
                <a:cubicBezTo>
                  <a:pt x="46547" y="72632"/>
                  <a:pt x="46596" y="72632"/>
                  <a:pt x="46596" y="72582"/>
                </a:cubicBezTo>
                <a:close/>
                <a:moveTo>
                  <a:pt x="29247" y="70292"/>
                </a:moveTo>
                <a:cubicBezTo>
                  <a:pt x="29770" y="70292"/>
                  <a:pt x="30318" y="70317"/>
                  <a:pt x="30840" y="70342"/>
                </a:cubicBezTo>
                <a:cubicBezTo>
                  <a:pt x="30965" y="70342"/>
                  <a:pt x="31114" y="70392"/>
                  <a:pt x="31239" y="70392"/>
                </a:cubicBezTo>
                <a:cubicBezTo>
                  <a:pt x="31687" y="70417"/>
                  <a:pt x="32110" y="70467"/>
                  <a:pt x="32558" y="70566"/>
                </a:cubicBezTo>
                <a:cubicBezTo>
                  <a:pt x="32259" y="71039"/>
                  <a:pt x="32035" y="71462"/>
                  <a:pt x="31786" y="71935"/>
                </a:cubicBezTo>
                <a:cubicBezTo>
                  <a:pt x="30069" y="72134"/>
                  <a:pt x="28326" y="72557"/>
                  <a:pt x="26609" y="73254"/>
                </a:cubicBezTo>
                <a:cubicBezTo>
                  <a:pt x="25314" y="72757"/>
                  <a:pt x="24169" y="72060"/>
                  <a:pt x="23248" y="71164"/>
                </a:cubicBezTo>
                <a:cubicBezTo>
                  <a:pt x="23497" y="71089"/>
                  <a:pt x="23721" y="71039"/>
                  <a:pt x="23970" y="70964"/>
                </a:cubicBezTo>
                <a:cubicBezTo>
                  <a:pt x="24020" y="70940"/>
                  <a:pt x="24120" y="70940"/>
                  <a:pt x="24169" y="70915"/>
                </a:cubicBezTo>
                <a:lnTo>
                  <a:pt x="25016" y="70716"/>
                </a:lnTo>
                <a:cubicBezTo>
                  <a:pt x="25115" y="70691"/>
                  <a:pt x="25215" y="70691"/>
                  <a:pt x="25265" y="70666"/>
                </a:cubicBezTo>
                <a:cubicBezTo>
                  <a:pt x="25538" y="70591"/>
                  <a:pt x="25787" y="70566"/>
                  <a:pt x="26086" y="70516"/>
                </a:cubicBezTo>
                <a:cubicBezTo>
                  <a:pt x="26211" y="70467"/>
                  <a:pt x="26285" y="70467"/>
                  <a:pt x="26410" y="70467"/>
                </a:cubicBezTo>
                <a:cubicBezTo>
                  <a:pt x="26659" y="70442"/>
                  <a:pt x="26907" y="70417"/>
                  <a:pt x="27131" y="70392"/>
                </a:cubicBezTo>
                <a:cubicBezTo>
                  <a:pt x="27281" y="70342"/>
                  <a:pt x="27480" y="70342"/>
                  <a:pt x="27629" y="70342"/>
                </a:cubicBezTo>
                <a:cubicBezTo>
                  <a:pt x="27828" y="70342"/>
                  <a:pt x="28003" y="70317"/>
                  <a:pt x="28202" y="70317"/>
                </a:cubicBezTo>
                <a:cubicBezTo>
                  <a:pt x="28525" y="70292"/>
                  <a:pt x="28874" y="70292"/>
                  <a:pt x="29222" y="70292"/>
                </a:cubicBezTo>
                <a:close/>
                <a:moveTo>
                  <a:pt x="38557" y="73180"/>
                </a:moveTo>
                <a:lnTo>
                  <a:pt x="38557" y="73180"/>
                </a:lnTo>
                <a:cubicBezTo>
                  <a:pt x="38532" y="73205"/>
                  <a:pt x="38457" y="73254"/>
                  <a:pt x="38432" y="73279"/>
                </a:cubicBezTo>
                <a:cubicBezTo>
                  <a:pt x="38398" y="73296"/>
                  <a:pt x="38340" y="73302"/>
                  <a:pt x="38283" y="73311"/>
                </a:cubicBezTo>
                <a:lnTo>
                  <a:pt x="38283" y="73311"/>
                </a:lnTo>
                <a:cubicBezTo>
                  <a:pt x="38312" y="73299"/>
                  <a:pt x="38344" y="73280"/>
                  <a:pt x="38382" y="73254"/>
                </a:cubicBezTo>
                <a:cubicBezTo>
                  <a:pt x="38432" y="73205"/>
                  <a:pt x="38507" y="73205"/>
                  <a:pt x="38557" y="73180"/>
                </a:cubicBezTo>
                <a:close/>
                <a:moveTo>
                  <a:pt x="48214" y="73304"/>
                </a:moveTo>
                <a:cubicBezTo>
                  <a:pt x="48187" y="73304"/>
                  <a:pt x="48174" y="73312"/>
                  <a:pt x="48165" y="73319"/>
                </a:cubicBezTo>
                <a:lnTo>
                  <a:pt x="48165" y="73319"/>
                </a:lnTo>
                <a:cubicBezTo>
                  <a:pt x="48166" y="73304"/>
                  <a:pt x="48173" y="73304"/>
                  <a:pt x="48214" y="73304"/>
                </a:cubicBezTo>
                <a:close/>
                <a:moveTo>
                  <a:pt x="39253" y="73254"/>
                </a:moveTo>
                <a:cubicBezTo>
                  <a:pt x="39278" y="73254"/>
                  <a:pt x="39278" y="73254"/>
                  <a:pt x="39278" y="73279"/>
                </a:cubicBezTo>
                <a:cubicBezTo>
                  <a:pt x="39303" y="73304"/>
                  <a:pt x="39328" y="73304"/>
                  <a:pt x="39378" y="73329"/>
                </a:cubicBezTo>
                <a:cubicBezTo>
                  <a:pt x="39303" y="73304"/>
                  <a:pt x="39278" y="73304"/>
                  <a:pt x="39204" y="73279"/>
                </a:cubicBezTo>
                <a:cubicBezTo>
                  <a:pt x="39253" y="73279"/>
                  <a:pt x="39253" y="73279"/>
                  <a:pt x="39253" y="73254"/>
                </a:cubicBezTo>
                <a:close/>
                <a:moveTo>
                  <a:pt x="48140" y="73304"/>
                </a:moveTo>
                <a:cubicBezTo>
                  <a:pt x="48140" y="73304"/>
                  <a:pt x="48158" y="73304"/>
                  <a:pt x="48163" y="73320"/>
                </a:cubicBezTo>
                <a:lnTo>
                  <a:pt x="48163" y="73320"/>
                </a:lnTo>
                <a:cubicBezTo>
                  <a:pt x="48156" y="73325"/>
                  <a:pt x="48150" y="73329"/>
                  <a:pt x="48140" y="73329"/>
                </a:cubicBezTo>
                <a:lnTo>
                  <a:pt x="48090" y="73329"/>
                </a:lnTo>
                <a:cubicBezTo>
                  <a:pt x="48115" y="73329"/>
                  <a:pt x="48115" y="73304"/>
                  <a:pt x="48140" y="73304"/>
                </a:cubicBezTo>
                <a:close/>
                <a:moveTo>
                  <a:pt x="23074" y="71213"/>
                </a:moveTo>
                <a:cubicBezTo>
                  <a:pt x="23995" y="72134"/>
                  <a:pt x="25090" y="72831"/>
                  <a:pt x="26385" y="73329"/>
                </a:cubicBezTo>
                <a:cubicBezTo>
                  <a:pt x="26360" y="73329"/>
                  <a:pt x="26335" y="73379"/>
                  <a:pt x="26285" y="73379"/>
                </a:cubicBezTo>
                <a:cubicBezTo>
                  <a:pt x="25033" y="72888"/>
                  <a:pt x="23926" y="72154"/>
                  <a:pt x="23012" y="71251"/>
                </a:cubicBezTo>
                <a:lnTo>
                  <a:pt x="23012" y="71251"/>
                </a:lnTo>
                <a:cubicBezTo>
                  <a:pt x="23013" y="71251"/>
                  <a:pt x="23014" y="71251"/>
                  <a:pt x="23015" y="71251"/>
                </a:cubicBezTo>
                <a:cubicBezTo>
                  <a:pt x="23031" y="71251"/>
                  <a:pt x="23049" y="71238"/>
                  <a:pt x="23074" y="71213"/>
                </a:cubicBezTo>
                <a:close/>
                <a:moveTo>
                  <a:pt x="31711" y="72134"/>
                </a:moveTo>
                <a:cubicBezTo>
                  <a:pt x="31711" y="72159"/>
                  <a:pt x="31687" y="72159"/>
                  <a:pt x="31687" y="72184"/>
                </a:cubicBezTo>
                <a:cubicBezTo>
                  <a:pt x="30094" y="72333"/>
                  <a:pt x="28550" y="72757"/>
                  <a:pt x="27007" y="73379"/>
                </a:cubicBezTo>
                <a:cubicBezTo>
                  <a:pt x="26982" y="73379"/>
                  <a:pt x="26957" y="73329"/>
                  <a:pt x="26907" y="73329"/>
                </a:cubicBezTo>
                <a:cubicBezTo>
                  <a:pt x="28476" y="72707"/>
                  <a:pt x="30069" y="72309"/>
                  <a:pt x="31711" y="72134"/>
                </a:cubicBezTo>
                <a:close/>
                <a:moveTo>
                  <a:pt x="41319" y="73304"/>
                </a:moveTo>
                <a:cubicBezTo>
                  <a:pt x="41369" y="73329"/>
                  <a:pt x="41369" y="73329"/>
                  <a:pt x="41369" y="73379"/>
                </a:cubicBezTo>
                <a:cubicBezTo>
                  <a:pt x="41369" y="73404"/>
                  <a:pt x="41319" y="73404"/>
                  <a:pt x="41319" y="73429"/>
                </a:cubicBezTo>
                <a:lnTo>
                  <a:pt x="41319" y="73404"/>
                </a:lnTo>
                <a:lnTo>
                  <a:pt x="41295" y="73379"/>
                </a:lnTo>
                <a:cubicBezTo>
                  <a:pt x="41295" y="73329"/>
                  <a:pt x="41319" y="73329"/>
                  <a:pt x="41319" y="73304"/>
                </a:cubicBezTo>
                <a:close/>
                <a:moveTo>
                  <a:pt x="40896" y="73130"/>
                </a:moveTo>
                <a:cubicBezTo>
                  <a:pt x="40921" y="73205"/>
                  <a:pt x="40996" y="73304"/>
                  <a:pt x="41046" y="73379"/>
                </a:cubicBezTo>
                <a:cubicBezTo>
                  <a:pt x="41021" y="73404"/>
                  <a:pt x="40996" y="73454"/>
                  <a:pt x="40996" y="73503"/>
                </a:cubicBezTo>
                <a:cubicBezTo>
                  <a:pt x="40921" y="73379"/>
                  <a:pt x="40871" y="73254"/>
                  <a:pt x="40822" y="73130"/>
                </a:cubicBezTo>
                <a:close/>
                <a:moveTo>
                  <a:pt x="26609" y="73454"/>
                </a:moveTo>
                <a:cubicBezTo>
                  <a:pt x="26683" y="73454"/>
                  <a:pt x="26708" y="73454"/>
                  <a:pt x="26708" y="73503"/>
                </a:cubicBezTo>
                <a:cubicBezTo>
                  <a:pt x="26683" y="73503"/>
                  <a:pt x="26634" y="73528"/>
                  <a:pt x="26609" y="73528"/>
                </a:cubicBezTo>
                <a:lnTo>
                  <a:pt x="26584" y="73528"/>
                </a:lnTo>
                <a:cubicBezTo>
                  <a:pt x="26559" y="73528"/>
                  <a:pt x="26559" y="73503"/>
                  <a:pt x="26509" y="73503"/>
                </a:cubicBezTo>
                <a:cubicBezTo>
                  <a:pt x="26559" y="73503"/>
                  <a:pt x="26584" y="73454"/>
                  <a:pt x="26609" y="73454"/>
                </a:cubicBezTo>
                <a:close/>
                <a:moveTo>
                  <a:pt x="40324" y="73155"/>
                </a:moveTo>
                <a:cubicBezTo>
                  <a:pt x="40349" y="73205"/>
                  <a:pt x="40349" y="73254"/>
                  <a:pt x="40398" y="73304"/>
                </a:cubicBezTo>
                <a:lnTo>
                  <a:pt x="40398" y="73329"/>
                </a:lnTo>
                <a:cubicBezTo>
                  <a:pt x="40423" y="73404"/>
                  <a:pt x="40448" y="73503"/>
                  <a:pt x="40498" y="73553"/>
                </a:cubicBezTo>
                <a:lnTo>
                  <a:pt x="40498" y="73578"/>
                </a:lnTo>
                <a:lnTo>
                  <a:pt x="40299" y="73478"/>
                </a:lnTo>
                <a:cubicBezTo>
                  <a:pt x="40150" y="73354"/>
                  <a:pt x="40000" y="73279"/>
                  <a:pt x="39826" y="73155"/>
                </a:cubicBezTo>
                <a:close/>
                <a:moveTo>
                  <a:pt x="45501" y="72508"/>
                </a:moveTo>
                <a:cubicBezTo>
                  <a:pt x="45526" y="72508"/>
                  <a:pt x="45526" y="72508"/>
                  <a:pt x="45551" y="72533"/>
                </a:cubicBezTo>
                <a:cubicBezTo>
                  <a:pt x="45551" y="72831"/>
                  <a:pt x="45551" y="73180"/>
                  <a:pt x="45526" y="73503"/>
                </a:cubicBezTo>
                <a:cubicBezTo>
                  <a:pt x="45506" y="73544"/>
                  <a:pt x="45486" y="73568"/>
                  <a:pt x="45479" y="73615"/>
                </a:cubicBezTo>
                <a:lnTo>
                  <a:pt x="45479" y="73615"/>
                </a:lnTo>
                <a:cubicBezTo>
                  <a:pt x="45503" y="73253"/>
                  <a:pt x="45525" y="72869"/>
                  <a:pt x="45501" y="72508"/>
                </a:cubicBezTo>
                <a:close/>
                <a:moveTo>
                  <a:pt x="41170" y="73553"/>
                </a:moveTo>
                <a:lnTo>
                  <a:pt x="41195" y="73578"/>
                </a:lnTo>
                <a:lnTo>
                  <a:pt x="41120" y="73777"/>
                </a:lnTo>
                <a:lnTo>
                  <a:pt x="41071" y="73752"/>
                </a:lnTo>
                <a:lnTo>
                  <a:pt x="41170" y="73553"/>
                </a:lnTo>
                <a:close/>
                <a:moveTo>
                  <a:pt x="40622" y="73205"/>
                </a:moveTo>
                <a:cubicBezTo>
                  <a:pt x="40647" y="73254"/>
                  <a:pt x="40672" y="73329"/>
                  <a:pt x="40747" y="73429"/>
                </a:cubicBezTo>
                <a:lnTo>
                  <a:pt x="40822" y="73628"/>
                </a:lnTo>
                <a:cubicBezTo>
                  <a:pt x="40871" y="73653"/>
                  <a:pt x="40871" y="73702"/>
                  <a:pt x="40896" y="73752"/>
                </a:cubicBezTo>
                <a:cubicBezTo>
                  <a:pt x="40896" y="73752"/>
                  <a:pt x="40896" y="73777"/>
                  <a:pt x="40871" y="73777"/>
                </a:cubicBezTo>
                <a:lnTo>
                  <a:pt x="40871" y="73802"/>
                </a:lnTo>
                <a:cubicBezTo>
                  <a:pt x="40772" y="73653"/>
                  <a:pt x="40697" y="73503"/>
                  <a:pt x="40622" y="73329"/>
                </a:cubicBezTo>
                <a:cubicBezTo>
                  <a:pt x="40573" y="73279"/>
                  <a:pt x="40573" y="73254"/>
                  <a:pt x="40548" y="73205"/>
                </a:cubicBezTo>
                <a:close/>
                <a:moveTo>
                  <a:pt x="31562" y="72408"/>
                </a:moveTo>
                <a:cubicBezTo>
                  <a:pt x="31239" y="72956"/>
                  <a:pt x="30965" y="73503"/>
                  <a:pt x="30691" y="74051"/>
                </a:cubicBezTo>
                <a:cubicBezTo>
                  <a:pt x="29471" y="74001"/>
                  <a:pt x="28351" y="73777"/>
                  <a:pt x="27306" y="73454"/>
                </a:cubicBezTo>
                <a:cubicBezTo>
                  <a:pt x="28700" y="72931"/>
                  <a:pt x="30118" y="72557"/>
                  <a:pt x="31562" y="72408"/>
                </a:cubicBezTo>
                <a:close/>
                <a:moveTo>
                  <a:pt x="31861" y="72383"/>
                </a:moveTo>
                <a:cubicBezTo>
                  <a:pt x="31562" y="72931"/>
                  <a:pt x="31239" y="73503"/>
                  <a:pt x="30965" y="74051"/>
                </a:cubicBezTo>
                <a:lnTo>
                  <a:pt x="30915" y="74051"/>
                </a:lnTo>
                <a:cubicBezTo>
                  <a:pt x="31189" y="73503"/>
                  <a:pt x="31487" y="72931"/>
                  <a:pt x="31811" y="72383"/>
                </a:cubicBezTo>
                <a:close/>
                <a:moveTo>
                  <a:pt x="33230" y="72321"/>
                </a:moveTo>
                <a:cubicBezTo>
                  <a:pt x="34209" y="72321"/>
                  <a:pt x="35167" y="72414"/>
                  <a:pt x="36092" y="72557"/>
                </a:cubicBezTo>
                <a:cubicBezTo>
                  <a:pt x="36565" y="72707"/>
                  <a:pt x="37088" y="72881"/>
                  <a:pt x="37636" y="72956"/>
                </a:cubicBezTo>
                <a:lnTo>
                  <a:pt x="37710" y="72956"/>
                </a:lnTo>
                <a:cubicBezTo>
                  <a:pt x="37884" y="73006"/>
                  <a:pt x="38034" y="73030"/>
                  <a:pt x="38183" y="73080"/>
                </a:cubicBezTo>
                <a:cubicBezTo>
                  <a:pt x="38208" y="73080"/>
                  <a:pt x="38208" y="73080"/>
                  <a:pt x="38258" y="73130"/>
                </a:cubicBezTo>
                <a:cubicBezTo>
                  <a:pt x="35945" y="73742"/>
                  <a:pt x="33757" y="74086"/>
                  <a:pt x="31748" y="74086"/>
                </a:cubicBezTo>
                <a:cubicBezTo>
                  <a:pt x="31552" y="74086"/>
                  <a:pt x="31357" y="74082"/>
                  <a:pt x="31164" y="74076"/>
                </a:cubicBezTo>
                <a:cubicBezTo>
                  <a:pt x="31463" y="73503"/>
                  <a:pt x="31736" y="72931"/>
                  <a:pt x="32060" y="72383"/>
                </a:cubicBezTo>
                <a:cubicBezTo>
                  <a:pt x="32234" y="72383"/>
                  <a:pt x="32433" y="72333"/>
                  <a:pt x="32608" y="72333"/>
                </a:cubicBezTo>
                <a:cubicBezTo>
                  <a:pt x="32816" y="72325"/>
                  <a:pt x="33023" y="72321"/>
                  <a:pt x="33230" y="72321"/>
                </a:cubicBezTo>
                <a:close/>
                <a:moveTo>
                  <a:pt x="27007" y="73553"/>
                </a:moveTo>
                <a:cubicBezTo>
                  <a:pt x="28102" y="73926"/>
                  <a:pt x="29322" y="74151"/>
                  <a:pt x="30591" y="74200"/>
                </a:cubicBezTo>
                <a:cubicBezTo>
                  <a:pt x="30591" y="74225"/>
                  <a:pt x="30566" y="74225"/>
                  <a:pt x="30566" y="74275"/>
                </a:cubicBezTo>
                <a:cubicBezTo>
                  <a:pt x="29247" y="74175"/>
                  <a:pt x="28003" y="73951"/>
                  <a:pt x="26932" y="73578"/>
                </a:cubicBezTo>
                <a:cubicBezTo>
                  <a:pt x="26957" y="73578"/>
                  <a:pt x="26982" y="73578"/>
                  <a:pt x="27007" y="73553"/>
                </a:cubicBezTo>
                <a:close/>
                <a:moveTo>
                  <a:pt x="30840" y="74250"/>
                </a:moveTo>
                <a:cubicBezTo>
                  <a:pt x="30840" y="74275"/>
                  <a:pt x="30815" y="74275"/>
                  <a:pt x="30815" y="74300"/>
                </a:cubicBezTo>
                <a:lnTo>
                  <a:pt x="30741" y="74300"/>
                </a:lnTo>
                <a:cubicBezTo>
                  <a:pt x="30790" y="74275"/>
                  <a:pt x="30790" y="74275"/>
                  <a:pt x="30790" y="74250"/>
                </a:cubicBezTo>
                <a:close/>
                <a:moveTo>
                  <a:pt x="41369" y="73777"/>
                </a:moveTo>
                <a:cubicBezTo>
                  <a:pt x="41394" y="73827"/>
                  <a:pt x="41444" y="73902"/>
                  <a:pt x="41519" y="73951"/>
                </a:cubicBezTo>
                <a:cubicBezTo>
                  <a:pt x="41618" y="74076"/>
                  <a:pt x="41668" y="74200"/>
                  <a:pt x="41767" y="74300"/>
                </a:cubicBezTo>
                <a:cubicBezTo>
                  <a:pt x="41568" y="74200"/>
                  <a:pt x="41419" y="74126"/>
                  <a:pt x="41270" y="74026"/>
                </a:cubicBezTo>
                <a:cubicBezTo>
                  <a:pt x="41270" y="74001"/>
                  <a:pt x="41245" y="74001"/>
                  <a:pt x="41245" y="73951"/>
                </a:cubicBezTo>
                <a:cubicBezTo>
                  <a:pt x="41270" y="73902"/>
                  <a:pt x="41295" y="73827"/>
                  <a:pt x="41369" y="73777"/>
                </a:cubicBezTo>
                <a:close/>
                <a:moveTo>
                  <a:pt x="37835" y="73404"/>
                </a:moveTo>
                <a:lnTo>
                  <a:pt x="37835" y="73404"/>
                </a:lnTo>
                <a:cubicBezTo>
                  <a:pt x="37785" y="73429"/>
                  <a:pt x="37760" y="73454"/>
                  <a:pt x="37685" y="73503"/>
                </a:cubicBezTo>
                <a:cubicBezTo>
                  <a:pt x="35570" y="74026"/>
                  <a:pt x="33528" y="74325"/>
                  <a:pt x="31662" y="74325"/>
                </a:cubicBezTo>
                <a:cubicBezTo>
                  <a:pt x="31438" y="74325"/>
                  <a:pt x="31239" y="74300"/>
                  <a:pt x="31039" y="74300"/>
                </a:cubicBezTo>
                <a:cubicBezTo>
                  <a:pt x="31039" y="74275"/>
                  <a:pt x="31064" y="74275"/>
                  <a:pt x="31064" y="74250"/>
                </a:cubicBezTo>
                <a:cubicBezTo>
                  <a:pt x="31225" y="74254"/>
                  <a:pt x="31386" y="74256"/>
                  <a:pt x="31548" y="74256"/>
                </a:cubicBezTo>
                <a:cubicBezTo>
                  <a:pt x="33503" y="74256"/>
                  <a:pt x="35605" y="73978"/>
                  <a:pt x="37835" y="73404"/>
                </a:cubicBezTo>
                <a:close/>
                <a:moveTo>
                  <a:pt x="46497" y="72806"/>
                </a:moveTo>
                <a:cubicBezTo>
                  <a:pt x="46895" y="72956"/>
                  <a:pt x="47293" y="73130"/>
                  <a:pt x="47716" y="73329"/>
                </a:cubicBezTo>
                <a:cubicBezTo>
                  <a:pt x="47667" y="73379"/>
                  <a:pt x="47642" y="73379"/>
                  <a:pt x="47617" y="73404"/>
                </a:cubicBezTo>
                <a:cubicBezTo>
                  <a:pt x="46995" y="73777"/>
                  <a:pt x="46372" y="74151"/>
                  <a:pt x="45725" y="74499"/>
                </a:cubicBezTo>
                <a:cubicBezTo>
                  <a:pt x="45974" y="73902"/>
                  <a:pt x="46223" y="73404"/>
                  <a:pt x="46497" y="72806"/>
                </a:cubicBezTo>
                <a:close/>
                <a:moveTo>
                  <a:pt x="41494" y="73503"/>
                </a:moveTo>
                <a:cubicBezTo>
                  <a:pt x="41519" y="73528"/>
                  <a:pt x="41543" y="73553"/>
                  <a:pt x="41543" y="73578"/>
                </a:cubicBezTo>
                <a:cubicBezTo>
                  <a:pt x="41743" y="73877"/>
                  <a:pt x="41917" y="74126"/>
                  <a:pt x="42116" y="74399"/>
                </a:cubicBezTo>
                <a:cubicBezTo>
                  <a:pt x="42166" y="74499"/>
                  <a:pt x="42191" y="74549"/>
                  <a:pt x="42265" y="74648"/>
                </a:cubicBezTo>
                <a:cubicBezTo>
                  <a:pt x="42240" y="74623"/>
                  <a:pt x="42191" y="74574"/>
                  <a:pt x="42141" y="74549"/>
                </a:cubicBezTo>
                <a:cubicBezTo>
                  <a:pt x="41942" y="74250"/>
                  <a:pt x="41743" y="73951"/>
                  <a:pt x="41519" y="73653"/>
                </a:cubicBezTo>
                <a:cubicBezTo>
                  <a:pt x="41494" y="73628"/>
                  <a:pt x="41494" y="73578"/>
                  <a:pt x="41444" y="73553"/>
                </a:cubicBezTo>
                <a:cubicBezTo>
                  <a:pt x="41444" y="73528"/>
                  <a:pt x="41494" y="73528"/>
                  <a:pt x="41494" y="73503"/>
                </a:cubicBezTo>
                <a:close/>
                <a:moveTo>
                  <a:pt x="47916" y="73454"/>
                </a:moveTo>
                <a:cubicBezTo>
                  <a:pt x="47866" y="73503"/>
                  <a:pt x="47816" y="73528"/>
                  <a:pt x="47766" y="73553"/>
                </a:cubicBezTo>
                <a:cubicBezTo>
                  <a:pt x="47069" y="73951"/>
                  <a:pt x="46372" y="74399"/>
                  <a:pt x="45675" y="74773"/>
                </a:cubicBezTo>
                <a:cubicBezTo>
                  <a:pt x="45655" y="74793"/>
                  <a:pt x="45634" y="74797"/>
                  <a:pt x="45600" y="74811"/>
                </a:cubicBezTo>
                <a:lnTo>
                  <a:pt x="45600" y="74811"/>
                </a:lnTo>
                <a:cubicBezTo>
                  <a:pt x="45601" y="74808"/>
                  <a:pt x="45601" y="74803"/>
                  <a:pt x="45601" y="74798"/>
                </a:cubicBezTo>
                <a:lnTo>
                  <a:pt x="45601" y="74773"/>
                </a:lnTo>
                <a:cubicBezTo>
                  <a:pt x="45899" y="74574"/>
                  <a:pt x="46223" y="74399"/>
                  <a:pt x="46522" y="74250"/>
                </a:cubicBezTo>
                <a:cubicBezTo>
                  <a:pt x="46895" y="74026"/>
                  <a:pt x="47293" y="73802"/>
                  <a:pt x="47667" y="73553"/>
                </a:cubicBezTo>
                <a:lnTo>
                  <a:pt x="47866" y="73454"/>
                </a:lnTo>
                <a:close/>
                <a:moveTo>
                  <a:pt x="41519" y="74375"/>
                </a:moveTo>
                <a:lnTo>
                  <a:pt x="41519" y="74375"/>
                </a:lnTo>
                <a:cubicBezTo>
                  <a:pt x="41668" y="74449"/>
                  <a:pt x="41817" y="74549"/>
                  <a:pt x="41991" y="74673"/>
                </a:cubicBezTo>
                <a:cubicBezTo>
                  <a:pt x="42016" y="74748"/>
                  <a:pt x="42041" y="74773"/>
                  <a:pt x="42066" y="74823"/>
                </a:cubicBezTo>
                <a:cubicBezTo>
                  <a:pt x="41917" y="74748"/>
                  <a:pt x="41792" y="74623"/>
                  <a:pt x="41643" y="74524"/>
                </a:cubicBezTo>
                <a:cubicBezTo>
                  <a:pt x="41568" y="74449"/>
                  <a:pt x="41543" y="74424"/>
                  <a:pt x="41519" y="74375"/>
                </a:cubicBezTo>
                <a:close/>
                <a:moveTo>
                  <a:pt x="45544" y="74860"/>
                </a:moveTo>
                <a:cubicBezTo>
                  <a:pt x="45539" y="74867"/>
                  <a:pt x="45534" y="74872"/>
                  <a:pt x="45526" y="74872"/>
                </a:cubicBezTo>
                <a:cubicBezTo>
                  <a:pt x="45532" y="74868"/>
                  <a:pt x="45538" y="74864"/>
                  <a:pt x="45544" y="74860"/>
                </a:cubicBezTo>
                <a:close/>
                <a:moveTo>
                  <a:pt x="41519" y="74773"/>
                </a:moveTo>
                <a:lnTo>
                  <a:pt x="41693" y="74947"/>
                </a:lnTo>
                <a:cubicBezTo>
                  <a:pt x="41743" y="74997"/>
                  <a:pt x="41792" y="75047"/>
                  <a:pt x="41867" y="75071"/>
                </a:cubicBezTo>
                <a:lnTo>
                  <a:pt x="41817" y="75121"/>
                </a:lnTo>
                <a:cubicBezTo>
                  <a:pt x="41767" y="75047"/>
                  <a:pt x="41743" y="74997"/>
                  <a:pt x="41668" y="74947"/>
                </a:cubicBezTo>
                <a:cubicBezTo>
                  <a:pt x="41618" y="74897"/>
                  <a:pt x="41543" y="74823"/>
                  <a:pt x="41519" y="74773"/>
                </a:cubicBezTo>
                <a:close/>
                <a:moveTo>
                  <a:pt x="42415" y="74997"/>
                </a:moveTo>
                <a:lnTo>
                  <a:pt x="42415" y="74997"/>
                </a:lnTo>
                <a:cubicBezTo>
                  <a:pt x="42440" y="75022"/>
                  <a:pt x="42489" y="75022"/>
                  <a:pt x="42514" y="75047"/>
                </a:cubicBezTo>
                <a:cubicBezTo>
                  <a:pt x="42539" y="75071"/>
                  <a:pt x="42564" y="75146"/>
                  <a:pt x="42564" y="75171"/>
                </a:cubicBezTo>
                <a:cubicBezTo>
                  <a:pt x="42539" y="75146"/>
                  <a:pt x="42514" y="75146"/>
                  <a:pt x="42489" y="75121"/>
                </a:cubicBezTo>
                <a:cubicBezTo>
                  <a:pt x="42440" y="75071"/>
                  <a:pt x="42415" y="75022"/>
                  <a:pt x="42415" y="74997"/>
                </a:cubicBezTo>
                <a:close/>
                <a:moveTo>
                  <a:pt x="45128" y="72433"/>
                </a:moveTo>
                <a:cubicBezTo>
                  <a:pt x="45178" y="72433"/>
                  <a:pt x="45252" y="72458"/>
                  <a:pt x="45302" y="72458"/>
                </a:cubicBezTo>
                <a:cubicBezTo>
                  <a:pt x="45327" y="73055"/>
                  <a:pt x="45302" y="73653"/>
                  <a:pt x="45202" y="74200"/>
                </a:cubicBezTo>
                <a:cubicBezTo>
                  <a:pt x="45078" y="74449"/>
                  <a:pt x="45003" y="74698"/>
                  <a:pt x="44879" y="74997"/>
                </a:cubicBezTo>
                <a:cubicBezTo>
                  <a:pt x="44729" y="75022"/>
                  <a:pt x="44605" y="75071"/>
                  <a:pt x="44481" y="75171"/>
                </a:cubicBezTo>
                <a:cubicBezTo>
                  <a:pt x="44605" y="74275"/>
                  <a:pt x="44804" y="73379"/>
                  <a:pt x="45103" y="72433"/>
                </a:cubicBezTo>
                <a:close/>
                <a:moveTo>
                  <a:pt x="44729" y="75246"/>
                </a:moveTo>
                <a:cubicBezTo>
                  <a:pt x="44729" y="75246"/>
                  <a:pt x="44729" y="75270"/>
                  <a:pt x="44681" y="75271"/>
                </a:cubicBezTo>
                <a:lnTo>
                  <a:pt x="44681" y="75271"/>
                </a:lnTo>
                <a:cubicBezTo>
                  <a:pt x="44698" y="75262"/>
                  <a:pt x="44714" y="75253"/>
                  <a:pt x="44729" y="75246"/>
                </a:cubicBezTo>
                <a:close/>
                <a:moveTo>
                  <a:pt x="44868" y="72496"/>
                </a:moveTo>
                <a:cubicBezTo>
                  <a:pt x="44599" y="73453"/>
                  <a:pt x="44379" y="74386"/>
                  <a:pt x="44257" y="75271"/>
                </a:cubicBezTo>
                <a:cubicBezTo>
                  <a:pt x="44232" y="75271"/>
                  <a:pt x="44232" y="75295"/>
                  <a:pt x="44182" y="75295"/>
                </a:cubicBezTo>
                <a:cubicBezTo>
                  <a:pt x="44306" y="74399"/>
                  <a:pt x="44530" y="73454"/>
                  <a:pt x="44804" y="72508"/>
                </a:cubicBezTo>
                <a:cubicBezTo>
                  <a:pt x="44835" y="72508"/>
                  <a:pt x="44857" y="72508"/>
                  <a:pt x="44868" y="72496"/>
                </a:cubicBezTo>
                <a:close/>
                <a:moveTo>
                  <a:pt x="42198" y="75129"/>
                </a:moveTo>
                <a:cubicBezTo>
                  <a:pt x="42249" y="75166"/>
                  <a:pt x="42313" y="75194"/>
                  <a:pt x="42365" y="75246"/>
                </a:cubicBezTo>
                <a:cubicBezTo>
                  <a:pt x="42390" y="75271"/>
                  <a:pt x="42390" y="75295"/>
                  <a:pt x="42415" y="75320"/>
                </a:cubicBezTo>
                <a:cubicBezTo>
                  <a:pt x="42315" y="75271"/>
                  <a:pt x="42265" y="75246"/>
                  <a:pt x="42240" y="75171"/>
                </a:cubicBezTo>
                <a:lnTo>
                  <a:pt x="42198" y="75129"/>
                </a:lnTo>
                <a:close/>
                <a:moveTo>
                  <a:pt x="3161" y="63298"/>
                </a:moveTo>
                <a:lnTo>
                  <a:pt x="3161" y="63422"/>
                </a:lnTo>
                <a:cubicBezTo>
                  <a:pt x="2664" y="65364"/>
                  <a:pt x="2290" y="67305"/>
                  <a:pt x="2066" y="69147"/>
                </a:cubicBezTo>
                <a:cubicBezTo>
                  <a:pt x="1469" y="71263"/>
                  <a:pt x="996" y="73379"/>
                  <a:pt x="697" y="75395"/>
                </a:cubicBezTo>
                <a:cubicBezTo>
                  <a:pt x="797" y="74175"/>
                  <a:pt x="946" y="72906"/>
                  <a:pt x="1170" y="71562"/>
                </a:cubicBezTo>
                <a:cubicBezTo>
                  <a:pt x="1618" y="68824"/>
                  <a:pt x="2290" y="66061"/>
                  <a:pt x="3161" y="63298"/>
                </a:cubicBezTo>
                <a:close/>
                <a:moveTo>
                  <a:pt x="9683" y="71188"/>
                </a:moveTo>
                <a:cubicBezTo>
                  <a:pt x="9708" y="71263"/>
                  <a:pt x="9708" y="71313"/>
                  <a:pt x="9757" y="71388"/>
                </a:cubicBezTo>
                <a:cubicBezTo>
                  <a:pt x="9807" y="71587"/>
                  <a:pt x="9882" y="71786"/>
                  <a:pt x="9932" y="71960"/>
                </a:cubicBezTo>
                <a:cubicBezTo>
                  <a:pt x="9957" y="72060"/>
                  <a:pt x="10006" y="72159"/>
                  <a:pt x="10031" y="72209"/>
                </a:cubicBezTo>
                <a:cubicBezTo>
                  <a:pt x="10056" y="72309"/>
                  <a:pt x="10081" y="72408"/>
                  <a:pt x="10131" y="72458"/>
                </a:cubicBezTo>
                <a:cubicBezTo>
                  <a:pt x="10181" y="72657"/>
                  <a:pt x="10280" y="72831"/>
                  <a:pt x="10330" y="73030"/>
                </a:cubicBezTo>
                <a:cubicBezTo>
                  <a:pt x="10380" y="73130"/>
                  <a:pt x="10430" y="73254"/>
                  <a:pt x="10454" y="73329"/>
                </a:cubicBezTo>
                <a:cubicBezTo>
                  <a:pt x="10454" y="73379"/>
                  <a:pt x="10504" y="73404"/>
                  <a:pt x="10504" y="73429"/>
                </a:cubicBezTo>
                <a:cubicBezTo>
                  <a:pt x="10529" y="73528"/>
                  <a:pt x="10579" y="73578"/>
                  <a:pt x="10629" y="73678"/>
                </a:cubicBezTo>
                <a:lnTo>
                  <a:pt x="10902" y="74250"/>
                </a:lnTo>
                <a:lnTo>
                  <a:pt x="11002" y="74424"/>
                </a:lnTo>
                <a:cubicBezTo>
                  <a:pt x="11052" y="74549"/>
                  <a:pt x="11126" y="74648"/>
                  <a:pt x="11176" y="74773"/>
                </a:cubicBezTo>
                <a:cubicBezTo>
                  <a:pt x="11251" y="74897"/>
                  <a:pt x="11326" y="75022"/>
                  <a:pt x="11400" y="75121"/>
                </a:cubicBezTo>
                <a:cubicBezTo>
                  <a:pt x="11450" y="75196"/>
                  <a:pt x="11525" y="75320"/>
                  <a:pt x="11624" y="75420"/>
                </a:cubicBezTo>
                <a:lnTo>
                  <a:pt x="11649" y="75445"/>
                </a:lnTo>
                <a:cubicBezTo>
                  <a:pt x="10380" y="74549"/>
                  <a:pt x="9210" y="73553"/>
                  <a:pt x="8164" y="72508"/>
                </a:cubicBezTo>
                <a:cubicBezTo>
                  <a:pt x="8214" y="72508"/>
                  <a:pt x="8264" y="72408"/>
                  <a:pt x="8289" y="72309"/>
                </a:cubicBezTo>
                <a:cubicBezTo>
                  <a:pt x="8388" y="72209"/>
                  <a:pt x="8463" y="72159"/>
                  <a:pt x="8563" y="72060"/>
                </a:cubicBezTo>
                <a:cubicBezTo>
                  <a:pt x="8687" y="71960"/>
                  <a:pt x="8812" y="71885"/>
                  <a:pt x="8936" y="71736"/>
                </a:cubicBezTo>
                <a:cubicBezTo>
                  <a:pt x="9085" y="71612"/>
                  <a:pt x="9210" y="71537"/>
                  <a:pt x="9384" y="71413"/>
                </a:cubicBezTo>
                <a:cubicBezTo>
                  <a:pt x="9459" y="71338"/>
                  <a:pt x="9558" y="71263"/>
                  <a:pt x="9683" y="71188"/>
                </a:cubicBezTo>
                <a:close/>
                <a:moveTo>
                  <a:pt x="44680" y="75271"/>
                </a:moveTo>
                <a:lnTo>
                  <a:pt x="44680" y="75295"/>
                </a:lnTo>
                <a:lnTo>
                  <a:pt x="44406" y="75495"/>
                </a:lnTo>
                <a:lnTo>
                  <a:pt x="44406" y="75445"/>
                </a:lnTo>
                <a:lnTo>
                  <a:pt x="44406" y="75420"/>
                </a:lnTo>
                <a:cubicBezTo>
                  <a:pt x="44489" y="75378"/>
                  <a:pt x="44591" y="75319"/>
                  <a:pt x="44680" y="75271"/>
                </a:cubicBezTo>
                <a:close/>
                <a:moveTo>
                  <a:pt x="41917" y="75271"/>
                </a:moveTo>
                <a:cubicBezTo>
                  <a:pt x="42016" y="75271"/>
                  <a:pt x="42041" y="75295"/>
                  <a:pt x="42066" y="75370"/>
                </a:cubicBezTo>
                <a:cubicBezTo>
                  <a:pt x="42116" y="75395"/>
                  <a:pt x="42116" y="75395"/>
                  <a:pt x="42116" y="75420"/>
                </a:cubicBezTo>
                <a:cubicBezTo>
                  <a:pt x="42166" y="75470"/>
                  <a:pt x="42191" y="75544"/>
                  <a:pt x="42265" y="75619"/>
                </a:cubicBezTo>
                <a:cubicBezTo>
                  <a:pt x="42191" y="75569"/>
                  <a:pt x="42166" y="75520"/>
                  <a:pt x="42116" y="75445"/>
                </a:cubicBezTo>
                <a:lnTo>
                  <a:pt x="42041" y="75395"/>
                </a:lnTo>
                <a:lnTo>
                  <a:pt x="41917" y="75271"/>
                </a:lnTo>
                <a:close/>
                <a:moveTo>
                  <a:pt x="44232" y="75520"/>
                </a:moveTo>
                <a:lnTo>
                  <a:pt x="44232" y="75544"/>
                </a:lnTo>
                <a:lnTo>
                  <a:pt x="44232" y="75569"/>
                </a:lnTo>
                <a:cubicBezTo>
                  <a:pt x="44182" y="75569"/>
                  <a:pt x="44157" y="75619"/>
                  <a:pt x="44157" y="75619"/>
                </a:cubicBezTo>
                <a:lnTo>
                  <a:pt x="44157" y="75569"/>
                </a:lnTo>
                <a:lnTo>
                  <a:pt x="44157" y="75544"/>
                </a:lnTo>
                <a:cubicBezTo>
                  <a:pt x="44182" y="75544"/>
                  <a:pt x="44182" y="75520"/>
                  <a:pt x="44232" y="75520"/>
                </a:cubicBezTo>
                <a:close/>
                <a:moveTo>
                  <a:pt x="44630" y="72533"/>
                </a:moveTo>
                <a:cubicBezTo>
                  <a:pt x="44331" y="73528"/>
                  <a:pt x="44132" y="74449"/>
                  <a:pt x="44008" y="75395"/>
                </a:cubicBezTo>
                <a:cubicBezTo>
                  <a:pt x="43858" y="75495"/>
                  <a:pt x="43684" y="75569"/>
                  <a:pt x="43535" y="75644"/>
                </a:cubicBezTo>
                <a:cubicBezTo>
                  <a:pt x="43261" y="75395"/>
                  <a:pt x="42987" y="75171"/>
                  <a:pt x="42664" y="74922"/>
                </a:cubicBezTo>
                <a:cubicBezTo>
                  <a:pt x="42614" y="74823"/>
                  <a:pt x="42564" y="74773"/>
                  <a:pt x="42514" y="74673"/>
                </a:cubicBezTo>
                <a:cubicBezTo>
                  <a:pt x="42440" y="74549"/>
                  <a:pt x="42365" y="74449"/>
                  <a:pt x="42290" y="74325"/>
                </a:cubicBezTo>
                <a:lnTo>
                  <a:pt x="41743" y="73503"/>
                </a:lnTo>
                <a:cubicBezTo>
                  <a:pt x="41668" y="73429"/>
                  <a:pt x="41643" y="73379"/>
                  <a:pt x="41593" y="73304"/>
                </a:cubicBezTo>
                <a:cubicBezTo>
                  <a:pt x="41668" y="73205"/>
                  <a:pt x="41693" y="73130"/>
                  <a:pt x="41767" y="73055"/>
                </a:cubicBezTo>
                <a:cubicBezTo>
                  <a:pt x="42688" y="72956"/>
                  <a:pt x="43659" y="72782"/>
                  <a:pt x="44630" y="72533"/>
                </a:cubicBezTo>
                <a:close/>
                <a:moveTo>
                  <a:pt x="42688" y="75520"/>
                </a:moveTo>
                <a:lnTo>
                  <a:pt x="42788" y="75619"/>
                </a:lnTo>
                <a:cubicBezTo>
                  <a:pt x="42805" y="75636"/>
                  <a:pt x="42822" y="75664"/>
                  <a:pt x="42831" y="75696"/>
                </a:cubicBezTo>
                <a:lnTo>
                  <a:pt x="42831" y="75696"/>
                </a:lnTo>
                <a:cubicBezTo>
                  <a:pt x="42818" y="75687"/>
                  <a:pt x="42800" y="75681"/>
                  <a:pt x="42788" y="75669"/>
                </a:cubicBezTo>
                <a:cubicBezTo>
                  <a:pt x="42763" y="75619"/>
                  <a:pt x="42738" y="75569"/>
                  <a:pt x="42688" y="75520"/>
                </a:cubicBezTo>
                <a:close/>
                <a:moveTo>
                  <a:pt x="57075" y="67206"/>
                </a:moveTo>
                <a:cubicBezTo>
                  <a:pt x="57100" y="67231"/>
                  <a:pt x="57125" y="67256"/>
                  <a:pt x="57200" y="67305"/>
                </a:cubicBezTo>
                <a:cubicBezTo>
                  <a:pt x="57324" y="67355"/>
                  <a:pt x="57424" y="67455"/>
                  <a:pt x="57548" y="67530"/>
                </a:cubicBezTo>
                <a:cubicBezTo>
                  <a:pt x="57623" y="67579"/>
                  <a:pt x="57723" y="67654"/>
                  <a:pt x="57822" y="67729"/>
                </a:cubicBezTo>
                <a:cubicBezTo>
                  <a:pt x="57922" y="67803"/>
                  <a:pt x="57972" y="67853"/>
                  <a:pt x="58071" y="67928"/>
                </a:cubicBezTo>
                <a:cubicBezTo>
                  <a:pt x="58196" y="68002"/>
                  <a:pt x="58320" y="68102"/>
                  <a:pt x="58469" y="68226"/>
                </a:cubicBezTo>
                <a:cubicBezTo>
                  <a:pt x="58494" y="68251"/>
                  <a:pt x="58544" y="68301"/>
                  <a:pt x="58594" y="68326"/>
                </a:cubicBezTo>
                <a:cubicBezTo>
                  <a:pt x="59440" y="68998"/>
                  <a:pt x="60361" y="69819"/>
                  <a:pt x="61307" y="70765"/>
                </a:cubicBezTo>
                <a:cubicBezTo>
                  <a:pt x="61431" y="70890"/>
                  <a:pt x="61556" y="70964"/>
                  <a:pt x="61680" y="71089"/>
                </a:cubicBezTo>
                <a:lnTo>
                  <a:pt x="61879" y="71313"/>
                </a:lnTo>
                <a:lnTo>
                  <a:pt x="62303" y="71711"/>
                </a:lnTo>
                <a:cubicBezTo>
                  <a:pt x="62128" y="71811"/>
                  <a:pt x="61979" y="71935"/>
                  <a:pt x="61830" y="72035"/>
                </a:cubicBezTo>
                <a:cubicBezTo>
                  <a:pt x="61705" y="72134"/>
                  <a:pt x="61581" y="72184"/>
                  <a:pt x="61456" y="72284"/>
                </a:cubicBezTo>
                <a:cubicBezTo>
                  <a:pt x="61257" y="72408"/>
                  <a:pt x="61083" y="72533"/>
                  <a:pt x="60859" y="72657"/>
                </a:cubicBezTo>
                <a:lnTo>
                  <a:pt x="60585" y="72831"/>
                </a:lnTo>
                <a:cubicBezTo>
                  <a:pt x="60560" y="72856"/>
                  <a:pt x="60535" y="72906"/>
                  <a:pt x="60461" y="72906"/>
                </a:cubicBezTo>
                <a:cubicBezTo>
                  <a:pt x="60286" y="73030"/>
                  <a:pt x="60087" y="73105"/>
                  <a:pt x="59913" y="73230"/>
                </a:cubicBezTo>
                <a:cubicBezTo>
                  <a:pt x="59814" y="73304"/>
                  <a:pt x="59714" y="73354"/>
                  <a:pt x="59614" y="73404"/>
                </a:cubicBezTo>
                <a:cubicBezTo>
                  <a:pt x="59589" y="73429"/>
                  <a:pt x="59540" y="73454"/>
                  <a:pt x="59490" y="73478"/>
                </a:cubicBezTo>
                <a:cubicBezTo>
                  <a:pt x="59341" y="73578"/>
                  <a:pt x="59166" y="73678"/>
                  <a:pt x="58992" y="73777"/>
                </a:cubicBezTo>
                <a:cubicBezTo>
                  <a:pt x="58942" y="73802"/>
                  <a:pt x="58843" y="73877"/>
                  <a:pt x="58793" y="73902"/>
                </a:cubicBezTo>
                <a:cubicBezTo>
                  <a:pt x="58718" y="73926"/>
                  <a:pt x="58619" y="74001"/>
                  <a:pt x="58569" y="74026"/>
                </a:cubicBezTo>
                <a:cubicBezTo>
                  <a:pt x="58420" y="74126"/>
                  <a:pt x="58245" y="74175"/>
                  <a:pt x="58096" y="74275"/>
                </a:cubicBezTo>
                <a:cubicBezTo>
                  <a:pt x="57947" y="74375"/>
                  <a:pt x="57797" y="74424"/>
                  <a:pt x="57623" y="74524"/>
                </a:cubicBezTo>
                <a:cubicBezTo>
                  <a:pt x="57474" y="74574"/>
                  <a:pt x="57349" y="74673"/>
                  <a:pt x="57200" y="74748"/>
                </a:cubicBezTo>
                <a:cubicBezTo>
                  <a:pt x="57175" y="74773"/>
                  <a:pt x="57125" y="74773"/>
                  <a:pt x="57100" y="74798"/>
                </a:cubicBezTo>
                <a:cubicBezTo>
                  <a:pt x="56976" y="74847"/>
                  <a:pt x="56827" y="74922"/>
                  <a:pt x="56702" y="74997"/>
                </a:cubicBezTo>
                <a:cubicBezTo>
                  <a:pt x="56578" y="75047"/>
                  <a:pt x="56428" y="75121"/>
                  <a:pt x="56304" y="75171"/>
                </a:cubicBezTo>
                <a:cubicBezTo>
                  <a:pt x="56105" y="75271"/>
                  <a:pt x="55955" y="75320"/>
                  <a:pt x="55756" y="75420"/>
                </a:cubicBezTo>
                <a:cubicBezTo>
                  <a:pt x="55632" y="75470"/>
                  <a:pt x="55507" y="75520"/>
                  <a:pt x="55383" y="75569"/>
                </a:cubicBezTo>
                <a:cubicBezTo>
                  <a:pt x="55258" y="75644"/>
                  <a:pt x="55134" y="75669"/>
                  <a:pt x="55059" y="75744"/>
                </a:cubicBezTo>
                <a:cubicBezTo>
                  <a:pt x="54686" y="74872"/>
                  <a:pt x="54313" y="74051"/>
                  <a:pt x="53989" y="73304"/>
                </a:cubicBezTo>
                <a:cubicBezTo>
                  <a:pt x="53964" y="73205"/>
                  <a:pt x="53889" y="73130"/>
                  <a:pt x="53865" y="73030"/>
                </a:cubicBezTo>
                <a:cubicBezTo>
                  <a:pt x="53740" y="72757"/>
                  <a:pt x="53641" y="72458"/>
                  <a:pt x="53566" y="72184"/>
                </a:cubicBezTo>
                <a:cubicBezTo>
                  <a:pt x="53491" y="72010"/>
                  <a:pt x="53392" y="71811"/>
                  <a:pt x="53342" y="71637"/>
                </a:cubicBezTo>
                <a:lnTo>
                  <a:pt x="53143" y="70964"/>
                </a:lnTo>
                <a:cubicBezTo>
                  <a:pt x="53093" y="70790"/>
                  <a:pt x="53018" y="70566"/>
                  <a:pt x="52968" y="70392"/>
                </a:cubicBezTo>
                <a:cubicBezTo>
                  <a:pt x="53441" y="70043"/>
                  <a:pt x="53889" y="69695"/>
                  <a:pt x="54337" y="69347"/>
                </a:cubicBezTo>
                <a:lnTo>
                  <a:pt x="54711" y="69073"/>
                </a:lnTo>
                <a:cubicBezTo>
                  <a:pt x="54761" y="69023"/>
                  <a:pt x="54835" y="68973"/>
                  <a:pt x="54935" y="68923"/>
                </a:cubicBezTo>
                <a:lnTo>
                  <a:pt x="55383" y="68550"/>
                </a:lnTo>
                <a:cubicBezTo>
                  <a:pt x="55607" y="68401"/>
                  <a:pt x="55831" y="68202"/>
                  <a:pt x="56005" y="68052"/>
                </a:cubicBezTo>
                <a:cubicBezTo>
                  <a:pt x="56179" y="67928"/>
                  <a:pt x="56354" y="67803"/>
                  <a:pt x="56503" y="67654"/>
                </a:cubicBezTo>
                <a:cubicBezTo>
                  <a:pt x="56603" y="67554"/>
                  <a:pt x="56702" y="67480"/>
                  <a:pt x="56827" y="67380"/>
                </a:cubicBezTo>
                <a:cubicBezTo>
                  <a:pt x="56926" y="67330"/>
                  <a:pt x="56976" y="67256"/>
                  <a:pt x="57075" y="67206"/>
                </a:cubicBezTo>
                <a:close/>
                <a:moveTo>
                  <a:pt x="42912" y="75320"/>
                </a:moveTo>
                <a:lnTo>
                  <a:pt x="43385" y="75694"/>
                </a:lnTo>
                <a:cubicBezTo>
                  <a:pt x="43360" y="75768"/>
                  <a:pt x="43311" y="75768"/>
                  <a:pt x="43311" y="75768"/>
                </a:cubicBezTo>
                <a:cubicBezTo>
                  <a:pt x="43186" y="75669"/>
                  <a:pt x="43112" y="75569"/>
                  <a:pt x="42987" y="75495"/>
                </a:cubicBezTo>
                <a:cubicBezTo>
                  <a:pt x="42937" y="75420"/>
                  <a:pt x="42912" y="75395"/>
                  <a:pt x="42912" y="75320"/>
                </a:cubicBezTo>
                <a:close/>
                <a:moveTo>
                  <a:pt x="52844" y="70516"/>
                </a:moveTo>
                <a:cubicBezTo>
                  <a:pt x="52869" y="70641"/>
                  <a:pt x="52944" y="70790"/>
                  <a:pt x="52968" y="70915"/>
                </a:cubicBezTo>
                <a:cubicBezTo>
                  <a:pt x="53018" y="71164"/>
                  <a:pt x="53093" y="71388"/>
                  <a:pt x="53192" y="71661"/>
                </a:cubicBezTo>
                <a:cubicBezTo>
                  <a:pt x="53217" y="71786"/>
                  <a:pt x="53267" y="71935"/>
                  <a:pt x="53342" y="72060"/>
                </a:cubicBezTo>
                <a:cubicBezTo>
                  <a:pt x="53740" y="73205"/>
                  <a:pt x="54263" y="74449"/>
                  <a:pt x="54885" y="75793"/>
                </a:cubicBezTo>
                <a:lnTo>
                  <a:pt x="54835" y="75793"/>
                </a:lnTo>
                <a:cubicBezTo>
                  <a:pt x="54437" y="74922"/>
                  <a:pt x="54064" y="74126"/>
                  <a:pt x="53740" y="73329"/>
                </a:cubicBezTo>
                <a:cubicBezTo>
                  <a:pt x="53715" y="73279"/>
                  <a:pt x="53690" y="73180"/>
                  <a:pt x="53641" y="73130"/>
                </a:cubicBezTo>
                <a:cubicBezTo>
                  <a:pt x="53516" y="72806"/>
                  <a:pt x="53441" y="72533"/>
                  <a:pt x="53317" y="72259"/>
                </a:cubicBezTo>
                <a:cubicBezTo>
                  <a:pt x="53242" y="72060"/>
                  <a:pt x="53143" y="71885"/>
                  <a:pt x="53118" y="71686"/>
                </a:cubicBezTo>
                <a:cubicBezTo>
                  <a:pt x="53068" y="71462"/>
                  <a:pt x="52993" y="71263"/>
                  <a:pt x="52944" y="71064"/>
                </a:cubicBezTo>
                <a:cubicBezTo>
                  <a:pt x="52869" y="70890"/>
                  <a:pt x="52819" y="70691"/>
                  <a:pt x="52769" y="70541"/>
                </a:cubicBezTo>
                <a:lnTo>
                  <a:pt x="52844" y="70516"/>
                </a:lnTo>
                <a:close/>
                <a:moveTo>
                  <a:pt x="43983" y="75669"/>
                </a:moveTo>
                <a:lnTo>
                  <a:pt x="43983" y="75694"/>
                </a:lnTo>
                <a:lnTo>
                  <a:pt x="43983" y="75744"/>
                </a:lnTo>
                <a:cubicBezTo>
                  <a:pt x="43883" y="75768"/>
                  <a:pt x="43809" y="75793"/>
                  <a:pt x="43759" y="75818"/>
                </a:cubicBezTo>
                <a:lnTo>
                  <a:pt x="43734" y="75793"/>
                </a:lnTo>
                <a:cubicBezTo>
                  <a:pt x="43809" y="75768"/>
                  <a:pt x="43883" y="75694"/>
                  <a:pt x="43983" y="75669"/>
                </a:cubicBezTo>
                <a:close/>
                <a:moveTo>
                  <a:pt x="62477" y="71836"/>
                </a:moveTo>
                <a:lnTo>
                  <a:pt x="62527" y="71885"/>
                </a:lnTo>
                <a:lnTo>
                  <a:pt x="62552" y="71910"/>
                </a:lnTo>
                <a:cubicBezTo>
                  <a:pt x="62427" y="72010"/>
                  <a:pt x="62328" y="72060"/>
                  <a:pt x="62203" y="72159"/>
                </a:cubicBezTo>
                <a:cubicBezTo>
                  <a:pt x="62054" y="72284"/>
                  <a:pt x="61855" y="72358"/>
                  <a:pt x="61705" y="72508"/>
                </a:cubicBezTo>
                <a:cubicBezTo>
                  <a:pt x="61581" y="72582"/>
                  <a:pt x="61431" y="72682"/>
                  <a:pt x="61307" y="72782"/>
                </a:cubicBezTo>
                <a:lnTo>
                  <a:pt x="60734" y="73155"/>
                </a:lnTo>
                <a:cubicBezTo>
                  <a:pt x="60660" y="73205"/>
                  <a:pt x="60535" y="73279"/>
                  <a:pt x="60436" y="73329"/>
                </a:cubicBezTo>
                <a:cubicBezTo>
                  <a:pt x="60311" y="73404"/>
                  <a:pt x="60187" y="73478"/>
                  <a:pt x="60062" y="73553"/>
                </a:cubicBezTo>
                <a:lnTo>
                  <a:pt x="59789" y="73727"/>
                </a:lnTo>
                <a:cubicBezTo>
                  <a:pt x="59689" y="73777"/>
                  <a:pt x="59614" y="73827"/>
                  <a:pt x="59540" y="73852"/>
                </a:cubicBezTo>
                <a:cubicBezTo>
                  <a:pt x="59291" y="74026"/>
                  <a:pt x="59042" y="74151"/>
                  <a:pt x="58818" y="74275"/>
                </a:cubicBezTo>
                <a:lnTo>
                  <a:pt x="58619" y="74375"/>
                </a:lnTo>
                <a:cubicBezTo>
                  <a:pt x="58594" y="74375"/>
                  <a:pt x="58594" y="74399"/>
                  <a:pt x="58569" y="74399"/>
                </a:cubicBezTo>
                <a:cubicBezTo>
                  <a:pt x="58494" y="74424"/>
                  <a:pt x="58469" y="74449"/>
                  <a:pt x="58420" y="74499"/>
                </a:cubicBezTo>
                <a:lnTo>
                  <a:pt x="58046" y="74673"/>
                </a:lnTo>
                <a:lnTo>
                  <a:pt x="57847" y="74773"/>
                </a:lnTo>
                <a:cubicBezTo>
                  <a:pt x="57797" y="74798"/>
                  <a:pt x="57748" y="74823"/>
                  <a:pt x="57698" y="74823"/>
                </a:cubicBezTo>
                <a:cubicBezTo>
                  <a:pt x="57449" y="74947"/>
                  <a:pt x="57175" y="75071"/>
                  <a:pt x="56926" y="75196"/>
                </a:cubicBezTo>
                <a:cubicBezTo>
                  <a:pt x="56926" y="75196"/>
                  <a:pt x="56876" y="75196"/>
                  <a:pt x="56876" y="75221"/>
                </a:cubicBezTo>
                <a:cubicBezTo>
                  <a:pt x="56354" y="75470"/>
                  <a:pt x="55831" y="75694"/>
                  <a:pt x="55333" y="75918"/>
                </a:cubicBezTo>
                <a:cubicBezTo>
                  <a:pt x="55209" y="75893"/>
                  <a:pt x="55184" y="75893"/>
                  <a:pt x="55184" y="75893"/>
                </a:cubicBezTo>
                <a:cubicBezTo>
                  <a:pt x="55184" y="75893"/>
                  <a:pt x="55184" y="75868"/>
                  <a:pt x="55134" y="75868"/>
                </a:cubicBezTo>
                <a:lnTo>
                  <a:pt x="55134" y="75818"/>
                </a:lnTo>
                <a:cubicBezTo>
                  <a:pt x="55308" y="75768"/>
                  <a:pt x="55458" y="75694"/>
                  <a:pt x="55632" y="75644"/>
                </a:cubicBezTo>
                <a:cubicBezTo>
                  <a:pt x="55731" y="75619"/>
                  <a:pt x="55806" y="75569"/>
                  <a:pt x="55881" y="75544"/>
                </a:cubicBezTo>
                <a:cubicBezTo>
                  <a:pt x="55931" y="75544"/>
                  <a:pt x="55955" y="75520"/>
                  <a:pt x="55980" y="75495"/>
                </a:cubicBezTo>
                <a:cubicBezTo>
                  <a:pt x="56055" y="75445"/>
                  <a:pt x="56130" y="75420"/>
                  <a:pt x="56204" y="75395"/>
                </a:cubicBezTo>
                <a:cubicBezTo>
                  <a:pt x="56229" y="75395"/>
                  <a:pt x="56254" y="75370"/>
                  <a:pt x="56304" y="75370"/>
                </a:cubicBezTo>
                <a:lnTo>
                  <a:pt x="56478" y="75271"/>
                </a:lnTo>
                <a:lnTo>
                  <a:pt x="56503" y="75271"/>
                </a:lnTo>
                <a:cubicBezTo>
                  <a:pt x="56603" y="75246"/>
                  <a:pt x="56702" y="75171"/>
                  <a:pt x="56827" y="75146"/>
                </a:cubicBezTo>
                <a:cubicBezTo>
                  <a:pt x="56876" y="75121"/>
                  <a:pt x="56926" y="75121"/>
                  <a:pt x="56976" y="75071"/>
                </a:cubicBezTo>
                <a:cubicBezTo>
                  <a:pt x="57075" y="75047"/>
                  <a:pt x="57125" y="74997"/>
                  <a:pt x="57225" y="74947"/>
                </a:cubicBezTo>
                <a:cubicBezTo>
                  <a:pt x="57250" y="74922"/>
                  <a:pt x="57324" y="74922"/>
                  <a:pt x="57349" y="74897"/>
                </a:cubicBezTo>
                <a:cubicBezTo>
                  <a:pt x="57374" y="74897"/>
                  <a:pt x="57374" y="74872"/>
                  <a:pt x="57424" y="74872"/>
                </a:cubicBezTo>
                <a:lnTo>
                  <a:pt x="57449" y="74872"/>
                </a:lnTo>
                <a:lnTo>
                  <a:pt x="57822" y="74673"/>
                </a:lnTo>
                <a:cubicBezTo>
                  <a:pt x="57972" y="74574"/>
                  <a:pt x="58121" y="74524"/>
                  <a:pt x="58320" y="74424"/>
                </a:cubicBezTo>
                <a:lnTo>
                  <a:pt x="58345" y="74424"/>
                </a:lnTo>
                <a:cubicBezTo>
                  <a:pt x="58494" y="74325"/>
                  <a:pt x="58669" y="74275"/>
                  <a:pt x="58818" y="74175"/>
                </a:cubicBezTo>
                <a:cubicBezTo>
                  <a:pt x="58942" y="74126"/>
                  <a:pt x="59067" y="74051"/>
                  <a:pt x="59191" y="73951"/>
                </a:cubicBezTo>
                <a:cubicBezTo>
                  <a:pt x="59191" y="73951"/>
                  <a:pt x="59216" y="73951"/>
                  <a:pt x="59216" y="73926"/>
                </a:cubicBezTo>
                <a:lnTo>
                  <a:pt x="59241" y="73926"/>
                </a:lnTo>
                <a:cubicBezTo>
                  <a:pt x="59440" y="73827"/>
                  <a:pt x="59614" y="73752"/>
                  <a:pt x="59789" y="73628"/>
                </a:cubicBezTo>
                <a:cubicBezTo>
                  <a:pt x="59838" y="73578"/>
                  <a:pt x="59913" y="73553"/>
                  <a:pt x="59963" y="73503"/>
                </a:cubicBezTo>
                <a:cubicBezTo>
                  <a:pt x="60038" y="73454"/>
                  <a:pt x="60062" y="73429"/>
                  <a:pt x="60112" y="73404"/>
                </a:cubicBezTo>
                <a:cubicBezTo>
                  <a:pt x="60336" y="73279"/>
                  <a:pt x="60535" y="73155"/>
                  <a:pt x="60734" y="73030"/>
                </a:cubicBezTo>
                <a:cubicBezTo>
                  <a:pt x="60784" y="73006"/>
                  <a:pt x="60809" y="73006"/>
                  <a:pt x="60834" y="72956"/>
                </a:cubicBezTo>
                <a:cubicBezTo>
                  <a:pt x="60859" y="72931"/>
                  <a:pt x="60934" y="72906"/>
                  <a:pt x="60959" y="72881"/>
                </a:cubicBezTo>
                <a:cubicBezTo>
                  <a:pt x="60959" y="72881"/>
                  <a:pt x="60983" y="72881"/>
                  <a:pt x="60983" y="72831"/>
                </a:cubicBezTo>
                <a:cubicBezTo>
                  <a:pt x="61207" y="72682"/>
                  <a:pt x="61456" y="72533"/>
                  <a:pt x="61680" y="72383"/>
                </a:cubicBezTo>
                <a:cubicBezTo>
                  <a:pt x="61705" y="72383"/>
                  <a:pt x="61705" y="72333"/>
                  <a:pt x="61730" y="72333"/>
                </a:cubicBezTo>
                <a:cubicBezTo>
                  <a:pt x="61780" y="72309"/>
                  <a:pt x="61830" y="72284"/>
                  <a:pt x="61855" y="72259"/>
                </a:cubicBezTo>
                <a:cubicBezTo>
                  <a:pt x="62079" y="72134"/>
                  <a:pt x="62278" y="71960"/>
                  <a:pt x="62477" y="71836"/>
                </a:cubicBezTo>
                <a:close/>
                <a:moveTo>
                  <a:pt x="43535" y="75893"/>
                </a:moveTo>
                <a:lnTo>
                  <a:pt x="43560" y="75918"/>
                </a:lnTo>
                <a:lnTo>
                  <a:pt x="43609" y="75943"/>
                </a:lnTo>
                <a:cubicBezTo>
                  <a:pt x="43560" y="75943"/>
                  <a:pt x="43560" y="75992"/>
                  <a:pt x="43535" y="75992"/>
                </a:cubicBezTo>
                <a:lnTo>
                  <a:pt x="43485" y="75918"/>
                </a:lnTo>
                <a:cubicBezTo>
                  <a:pt x="43510" y="75918"/>
                  <a:pt x="43510" y="75893"/>
                  <a:pt x="43535" y="75893"/>
                </a:cubicBezTo>
                <a:close/>
                <a:moveTo>
                  <a:pt x="54960" y="75943"/>
                </a:moveTo>
                <a:lnTo>
                  <a:pt x="54960" y="75992"/>
                </a:lnTo>
                <a:cubicBezTo>
                  <a:pt x="54972" y="75968"/>
                  <a:pt x="54978" y="75955"/>
                  <a:pt x="54982" y="75955"/>
                </a:cubicBezTo>
                <a:cubicBezTo>
                  <a:pt x="54985" y="75955"/>
                  <a:pt x="54985" y="75968"/>
                  <a:pt x="54985" y="75992"/>
                </a:cubicBezTo>
                <a:cubicBezTo>
                  <a:pt x="54960" y="75992"/>
                  <a:pt x="54960" y="76017"/>
                  <a:pt x="54935" y="76017"/>
                </a:cubicBezTo>
                <a:cubicBezTo>
                  <a:pt x="54935" y="76017"/>
                  <a:pt x="54935" y="75992"/>
                  <a:pt x="54885" y="75992"/>
                </a:cubicBezTo>
                <a:lnTo>
                  <a:pt x="54885" y="75943"/>
                </a:lnTo>
                <a:close/>
                <a:moveTo>
                  <a:pt x="9832" y="71064"/>
                </a:moveTo>
                <a:cubicBezTo>
                  <a:pt x="9932" y="71288"/>
                  <a:pt x="10006" y="71512"/>
                  <a:pt x="10056" y="71711"/>
                </a:cubicBezTo>
                <a:cubicBezTo>
                  <a:pt x="10081" y="71786"/>
                  <a:pt x="10131" y="71836"/>
                  <a:pt x="10131" y="71935"/>
                </a:cubicBezTo>
                <a:cubicBezTo>
                  <a:pt x="10156" y="71985"/>
                  <a:pt x="10156" y="72060"/>
                  <a:pt x="10181" y="72085"/>
                </a:cubicBezTo>
                <a:cubicBezTo>
                  <a:pt x="10206" y="72159"/>
                  <a:pt x="10206" y="72209"/>
                  <a:pt x="10255" y="72284"/>
                </a:cubicBezTo>
                <a:lnTo>
                  <a:pt x="10330" y="72557"/>
                </a:lnTo>
                <a:cubicBezTo>
                  <a:pt x="10405" y="72682"/>
                  <a:pt x="10454" y="72806"/>
                  <a:pt x="10504" y="72956"/>
                </a:cubicBezTo>
                <a:cubicBezTo>
                  <a:pt x="10504" y="72981"/>
                  <a:pt x="10504" y="72981"/>
                  <a:pt x="10529" y="73030"/>
                </a:cubicBezTo>
                <a:cubicBezTo>
                  <a:pt x="10554" y="73080"/>
                  <a:pt x="10579" y="73180"/>
                  <a:pt x="10629" y="73230"/>
                </a:cubicBezTo>
                <a:cubicBezTo>
                  <a:pt x="10629" y="73279"/>
                  <a:pt x="10654" y="73304"/>
                  <a:pt x="10654" y="73304"/>
                </a:cubicBezTo>
                <a:cubicBezTo>
                  <a:pt x="10654" y="73329"/>
                  <a:pt x="10678" y="73329"/>
                  <a:pt x="10678" y="73354"/>
                </a:cubicBezTo>
                <a:cubicBezTo>
                  <a:pt x="10728" y="73478"/>
                  <a:pt x="10803" y="73653"/>
                  <a:pt x="10853" y="73777"/>
                </a:cubicBezTo>
                <a:lnTo>
                  <a:pt x="11052" y="74151"/>
                </a:lnTo>
                <a:cubicBezTo>
                  <a:pt x="11052" y="74175"/>
                  <a:pt x="11077" y="74175"/>
                  <a:pt x="11077" y="74200"/>
                </a:cubicBezTo>
                <a:cubicBezTo>
                  <a:pt x="11102" y="74225"/>
                  <a:pt x="11102" y="74275"/>
                  <a:pt x="11151" y="74300"/>
                </a:cubicBezTo>
                <a:cubicBezTo>
                  <a:pt x="11176" y="74350"/>
                  <a:pt x="11226" y="74449"/>
                  <a:pt x="11276" y="74524"/>
                </a:cubicBezTo>
                <a:cubicBezTo>
                  <a:pt x="11326" y="74648"/>
                  <a:pt x="11400" y="74773"/>
                  <a:pt x="11475" y="74847"/>
                </a:cubicBezTo>
                <a:cubicBezTo>
                  <a:pt x="11525" y="74922"/>
                  <a:pt x="11575" y="75022"/>
                  <a:pt x="11649" y="75071"/>
                </a:cubicBezTo>
                <a:cubicBezTo>
                  <a:pt x="11674" y="75146"/>
                  <a:pt x="11724" y="75196"/>
                  <a:pt x="11774" y="75295"/>
                </a:cubicBezTo>
                <a:cubicBezTo>
                  <a:pt x="11799" y="75345"/>
                  <a:pt x="11823" y="75395"/>
                  <a:pt x="11848" y="75445"/>
                </a:cubicBezTo>
                <a:cubicBezTo>
                  <a:pt x="11898" y="75470"/>
                  <a:pt x="11923" y="75544"/>
                  <a:pt x="11948" y="75569"/>
                </a:cubicBezTo>
                <a:cubicBezTo>
                  <a:pt x="12047" y="75694"/>
                  <a:pt x="12147" y="75793"/>
                  <a:pt x="12222" y="75918"/>
                </a:cubicBezTo>
                <a:lnTo>
                  <a:pt x="12271" y="75943"/>
                </a:lnTo>
                <a:cubicBezTo>
                  <a:pt x="12296" y="75968"/>
                  <a:pt x="12296" y="76017"/>
                  <a:pt x="12321" y="76042"/>
                </a:cubicBezTo>
                <a:cubicBezTo>
                  <a:pt x="12296" y="76017"/>
                  <a:pt x="12271" y="76017"/>
                  <a:pt x="12222" y="75968"/>
                </a:cubicBezTo>
                <a:cubicBezTo>
                  <a:pt x="12197" y="75943"/>
                  <a:pt x="12172" y="75943"/>
                  <a:pt x="12147" y="75918"/>
                </a:cubicBezTo>
                <a:cubicBezTo>
                  <a:pt x="12122" y="75843"/>
                  <a:pt x="12047" y="75793"/>
                  <a:pt x="12023" y="75768"/>
                </a:cubicBezTo>
                <a:cubicBezTo>
                  <a:pt x="11948" y="75669"/>
                  <a:pt x="11898" y="75594"/>
                  <a:pt x="11823" y="75520"/>
                </a:cubicBezTo>
                <a:cubicBezTo>
                  <a:pt x="11774" y="75420"/>
                  <a:pt x="11699" y="75320"/>
                  <a:pt x="11599" y="75196"/>
                </a:cubicBezTo>
                <a:cubicBezTo>
                  <a:pt x="11525" y="75071"/>
                  <a:pt x="11450" y="74947"/>
                  <a:pt x="11400" y="74823"/>
                </a:cubicBezTo>
                <a:cubicBezTo>
                  <a:pt x="11326" y="74723"/>
                  <a:pt x="11276" y="74648"/>
                  <a:pt x="11201" y="74524"/>
                </a:cubicBezTo>
                <a:cubicBezTo>
                  <a:pt x="11176" y="74449"/>
                  <a:pt x="11126" y="74350"/>
                  <a:pt x="11077" y="74300"/>
                </a:cubicBezTo>
                <a:cubicBezTo>
                  <a:pt x="10977" y="74151"/>
                  <a:pt x="10927" y="73976"/>
                  <a:pt x="10828" y="73827"/>
                </a:cubicBezTo>
                <a:cubicBezTo>
                  <a:pt x="10728" y="73678"/>
                  <a:pt x="10654" y="73478"/>
                  <a:pt x="10579" y="73329"/>
                </a:cubicBezTo>
                <a:cubicBezTo>
                  <a:pt x="10554" y="73304"/>
                  <a:pt x="10554" y="73230"/>
                  <a:pt x="10529" y="73205"/>
                </a:cubicBezTo>
                <a:cubicBezTo>
                  <a:pt x="10454" y="73055"/>
                  <a:pt x="10405" y="72931"/>
                  <a:pt x="10330" y="72782"/>
                </a:cubicBezTo>
                <a:cubicBezTo>
                  <a:pt x="10280" y="72607"/>
                  <a:pt x="10206" y="72433"/>
                  <a:pt x="10156" y="72284"/>
                </a:cubicBezTo>
                <a:cubicBezTo>
                  <a:pt x="10131" y="72209"/>
                  <a:pt x="10081" y="72159"/>
                  <a:pt x="10081" y="72060"/>
                </a:cubicBezTo>
                <a:cubicBezTo>
                  <a:pt x="10031" y="71910"/>
                  <a:pt x="10006" y="71736"/>
                  <a:pt x="9932" y="71612"/>
                </a:cubicBezTo>
                <a:cubicBezTo>
                  <a:pt x="9932" y="71437"/>
                  <a:pt x="9882" y="71288"/>
                  <a:pt x="9832" y="71064"/>
                </a:cubicBezTo>
                <a:close/>
                <a:moveTo>
                  <a:pt x="43261" y="76017"/>
                </a:moveTo>
                <a:lnTo>
                  <a:pt x="43261" y="76017"/>
                </a:lnTo>
                <a:cubicBezTo>
                  <a:pt x="43286" y="76017"/>
                  <a:pt x="43311" y="76017"/>
                  <a:pt x="43311" y="76042"/>
                </a:cubicBezTo>
                <a:cubicBezTo>
                  <a:pt x="43286" y="76017"/>
                  <a:pt x="43286" y="76017"/>
                  <a:pt x="43261" y="76017"/>
                </a:cubicBezTo>
                <a:close/>
                <a:moveTo>
                  <a:pt x="8090" y="72757"/>
                </a:moveTo>
                <a:cubicBezTo>
                  <a:pt x="9285" y="73951"/>
                  <a:pt x="10579" y="75047"/>
                  <a:pt x="12023" y="76017"/>
                </a:cubicBezTo>
                <a:cubicBezTo>
                  <a:pt x="12047" y="76067"/>
                  <a:pt x="12122" y="76142"/>
                  <a:pt x="12147" y="76167"/>
                </a:cubicBezTo>
                <a:cubicBezTo>
                  <a:pt x="10654" y="75146"/>
                  <a:pt x="9285" y="74026"/>
                  <a:pt x="8065" y="72806"/>
                </a:cubicBezTo>
                <a:cubicBezTo>
                  <a:pt x="8065" y="72782"/>
                  <a:pt x="8090" y="72782"/>
                  <a:pt x="8090" y="72757"/>
                </a:cubicBezTo>
                <a:close/>
                <a:moveTo>
                  <a:pt x="43062" y="76142"/>
                </a:moveTo>
                <a:lnTo>
                  <a:pt x="43062" y="76167"/>
                </a:lnTo>
                <a:lnTo>
                  <a:pt x="43037" y="76167"/>
                </a:lnTo>
                <a:cubicBezTo>
                  <a:pt x="43037" y="76167"/>
                  <a:pt x="43062" y="76167"/>
                  <a:pt x="43062" y="76142"/>
                </a:cubicBezTo>
                <a:close/>
                <a:moveTo>
                  <a:pt x="43097" y="76156"/>
                </a:moveTo>
                <a:cubicBezTo>
                  <a:pt x="43112" y="76156"/>
                  <a:pt x="43112" y="76167"/>
                  <a:pt x="43112" y="76167"/>
                </a:cubicBezTo>
                <a:lnTo>
                  <a:pt x="43062" y="76167"/>
                </a:lnTo>
                <a:cubicBezTo>
                  <a:pt x="43078" y="76158"/>
                  <a:pt x="43089" y="76156"/>
                  <a:pt x="43097" y="76156"/>
                </a:cubicBezTo>
                <a:close/>
                <a:moveTo>
                  <a:pt x="44182" y="75818"/>
                </a:moveTo>
                <a:cubicBezTo>
                  <a:pt x="44182" y="75943"/>
                  <a:pt x="44157" y="76067"/>
                  <a:pt x="44157" y="76192"/>
                </a:cubicBezTo>
                <a:lnTo>
                  <a:pt x="44107" y="76142"/>
                </a:lnTo>
                <a:cubicBezTo>
                  <a:pt x="44107" y="76042"/>
                  <a:pt x="44132" y="75943"/>
                  <a:pt x="44132" y="75868"/>
                </a:cubicBezTo>
                <a:cubicBezTo>
                  <a:pt x="44157" y="75868"/>
                  <a:pt x="44157" y="75818"/>
                  <a:pt x="44182" y="75818"/>
                </a:cubicBezTo>
                <a:close/>
                <a:moveTo>
                  <a:pt x="44555" y="75619"/>
                </a:moveTo>
                <a:cubicBezTo>
                  <a:pt x="44481" y="75818"/>
                  <a:pt x="44381" y="76042"/>
                  <a:pt x="44306" y="76266"/>
                </a:cubicBezTo>
                <a:cubicBezTo>
                  <a:pt x="44356" y="76067"/>
                  <a:pt x="44356" y="75893"/>
                  <a:pt x="44381" y="75694"/>
                </a:cubicBezTo>
                <a:lnTo>
                  <a:pt x="44555" y="75619"/>
                </a:lnTo>
                <a:close/>
                <a:moveTo>
                  <a:pt x="45078" y="75541"/>
                </a:moveTo>
                <a:lnTo>
                  <a:pt x="44904" y="76017"/>
                </a:lnTo>
                <a:lnTo>
                  <a:pt x="44904" y="76042"/>
                </a:lnTo>
                <a:cubicBezTo>
                  <a:pt x="44879" y="76117"/>
                  <a:pt x="44854" y="76192"/>
                  <a:pt x="44804" y="76266"/>
                </a:cubicBezTo>
                <a:cubicBezTo>
                  <a:pt x="44804" y="76241"/>
                  <a:pt x="44829" y="76192"/>
                  <a:pt x="44829" y="76167"/>
                </a:cubicBezTo>
                <a:cubicBezTo>
                  <a:pt x="44879" y="76042"/>
                  <a:pt x="44929" y="75893"/>
                  <a:pt x="44978" y="75768"/>
                </a:cubicBezTo>
                <a:cubicBezTo>
                  <a:pt x="45007" y="75698"/>
                  <a:pt x="45043" y="75619"/>
                  <a:pt x="45078" y="75541"/>
                </a:cubicBezTo>
                <a:close/>
                <a:moveTo>
                  <a:pt x="42813" y="76241"/>
                </a:moveTo>
                <a:cubicBezTo>
                  <a:pt x="42813" y="76241"/>
                  <a:pt x="42813" y="76266"/>
                  <a:pt x="42862" y="76291"/>
                </a:cubicBezTo>
                <a:lnTo>
                  <a:pt x="42862" y="76291"/>
                </a:lnTo>
                <a:cubicBezTo>
                  <a:pt x="42838" y="76279"/>
                  <a:pt x="42838" y="76272"/>
                  <a:pt x="42844" y="76272"/>
                </a:cubicBezTo>
                <a:cubicBezTo>
                  <a:pt x="42850" y="76272"/>
                  <a:pt x="42863" y="76279"/>
                  <a:pt x="42863" y="76291"/>
                </a:cubicBezTo>
                <a:cubicBezTo>
                  <a:pt x="42813" y="76291"/>
                  <a:pt x="42813" y="76291"/>
                  <a:pt x="42813" y="76266"/>
                </a:cubicBezTo>
                <a:lnTo>
                  <a:pt x="42788" y="76241"/>
                </a:lnTo>
                <a:close/>
                <a:moveTo>
                  <a:pt x="43734" y="76042"/>
                </a:moveTo>
                <a:lnTo>
                  <a:pt x="43883" y="76192"/>
                </a:lnTo>
                <a:lnTo>
                  <a:pt x="43883" y="76291"/>
                </a:lnTo>
                <a:cubicBezTo>
                  <a:pt x="43809" y="76192"/>
                  <a:pt x="43759" y="76142"/>
                  <a:pt x="43659" y="76067"/>
                </a:cubicBezTo>
                <a:cubicBezTo>
                  <a:pt x="43684" y="76067"/>
                  <a:pt x="43684" y="76042"/>
                  <a:pt x="43734" y="76042"/>
                </a:cubicBezTo>
                <a:close/>
                <a:moveTo>
                  <a:pt x="44873" y="75437"/>
                </a:moveTo>
                <a:lnTo>
                  <a:pt x="44873" y="75437"/>
                </a:lnTo>
                <a:cubicBezTo>
                  <a:pt x="44750" y="75778"/>
                  <a:pt x="44627" y="76072"/>
                  <a:pt x="44481" y="76366"/>
                </a:cubicBezTo>
                <a:cubicBezTo>
                  <a:pt x="44605" y="76042"/>
                  <a:pt x="44729" y="75768"/>
                  <a:pt x="44854" y="75445"/>
                </a:cubicBezTo>
                <a:cubicBezTo>
                  <a:pt x="44854" y="75445"/>
                  <a:pt x="44865" y="75445"/>
                  <a:pt x="44873" y="75437"/>
                </a:cubicBezTo>
                <a:close/>
                <a:moveTo>
                  <a:pt x="44057" y="76391"/>
                </a:moveTo>
                <a:cubicBezTo>
                  <a:pt x="44107" y="76391"/>
                  <a:pt x="44107" y="76416"/>
                  <a:pt x="44132" y="76416"/>
                </a:cubicBezTo>
                <a:lnTo>
                  <a:pt x="44057" y="76416"/>
                </a:lnTo>
                <a:lnTo>
                  <a:pt x="44057" y="76391"/>
                </a:lnTo>
                <a:close/>
                <a:moveTo>
                  <a:pt x="52595" y="70641"/>
                </a:moveTo>
                <a:cubicBezTo>
                  <a:pt x="52645" y="70815"/>
                  <a:pt x="52720" y="71014"/>
                  <a:pt x="52744" y="71164"/>
                </a:cubicBezTo>
                <a:cubicBezTo>
                  <a:pt x="52819" y="71388"/>
                  <a:pt x="52869" y="71562"/>
                  <a:pt x="52944" y="71786"/>
                </a:cubicBezTo>
                <a:cubicBezTo>
                  <a:pt x="52993" y="72010"/>
                  <a:pt x="53093" y="72209"/>
                  <a:pt x="53143" y="72408"/>
                </a:cubicBezTo>
                <a:cubicBezTo>
                  <a:pt x="53242" y="72682"/>
                  <a:pt x="53342" y="72931"/>
                  <a:pt x="53466" y="73205"/>
                </a:cubicBezTo>
                <a:cubicBezTo>
                  <a:pt x="53516" y="73329"/>
                  <a:pt x="53591" y="73503"/>
                  <a:pt x="53641" y="73628"/>
                </a:cubicBezTo>
                <a:cubicBezTo>
                  <a:pt x="53815" y="74001"/>
                  <a:pt x="53964" y="74375"/>
                  <a:pt x="54138" y="74748"/>
                </a:cubicBezTo>
                <a:cubicBezTo>
                  <a:pt x="54138" y="74773"/>
                  <a:pt x="54188" y="74773"/>
                  <a:pt x="54188" y="74798"/>
                </a:cubicBezTo>
                <a:cubicBezTo>
                  <a:pt x="54337" y="75121"/>
                  <a:pt x="54487" y="75445"/>
                  <a:pt x="54636" y="75793"/>
                </a:cubicBezTo>
                <a:cubicBezTo>
                  <a:pt x="54611" y="75818"/>
                  <a:pt x="54537" y="75818"/>
                  <a:pt x="54512" y="75868"/>
                </a:cubicBezTo>
                <a:cubicBezTo>
                  <a:pt x="54337" y="75918"/>
                  <a:pt x="54188" y="75992"/>
                  <a:pt x="53989" y="76042"/>
                </a:cubicBezTo>
                <a:lnTo>
                  <a:pt x="53964" y="76042"/>
                </a:lnTo>
                <a:cubicBezTo>
                  <a:pt x="53840" y="76067"/>
                  <a:pt x="53740" y="76092"/>
                  <a:pt x="53616" y="76142"/>
                </a:cubicBezTo>
                <a:lnTo>
                  <a:pt x="53591" y="76142"/>
                </a:lnTo>
                <a:cubicBezTo>
                  <a:pt x="53392" y="76192"/>
                  <a:pt x="53242" y="76266"/>
                  <a:pt x="53068" y="76291"/>
                </a:cubicBezTo>
                <a:cubicBezTo>
                  <a:pt x="52968" y="76316"/>
                  <a:pt x="52844" y="76366"/>
                  <a:pt x="52744" y="76391"/>
                </a:cubicBezTo>
                <a:cubicBezTo>
                  <a:pt x="52720" y="76391"/>
                  <a:pt x="52695" y="76416"/>
                  <a:pt x="52645" y="76416"/>
                </a:cubicBezTo>
                <a:cubicBezTo>
                  <a:pt x="51326" y="75146"/>
                  <a:pt x="49957" y="74076"/>
                  <a:pt x="48588" y="73304"/>
                </a:cubicBezTo>
                <a:cubicBezTo>
                  <a:pt x="48737" y="73205"/>
                  <a:pt x="48886" y="73130"/>
                  <a:pt x="49036" y="73006"/>
                </a:cubicBezTo>
                <a:cubicBezTo>
                  <a:pt x="49285" y="72831"/>
                  <a:pt x="49509" y="72682"/>
                  <a:pt x="49758" y="72533"/>
                </a:cubicBezTo>
                <a:cubicBezTo>
                  <a:pt x="49957" y="72408"/>
                  <a:pt x="50106" y="72309"/>
                  <a:pt x="50280" y="72184"/>
                </a:cubicBezTo>
                <a:cubicBezTo>
                  <a:pt x="50380" y="72134"/>
                  <a:pt x="50504" y="72060"/>
                  <a:pt x="50604" y="72010"/>
                </a:cubicBezTo>
                <a:cubicBezTo>
                  <a:pt x="50703" y="71935"/>
                  <a:pt x="50828" y="71885"/>
                  <a:pt x="50902" y="71786"/>
                </a:cubicBezTo>
                <a:cubicBezTo>
                  <a:pt x="51151" y="71637"/>
                  <a:pt x="51400" y="71437"/>
                  <a:pt x="51624" y="71288"/>
                </a:cubicBezTo>
                <a:cubicBezTo>
                  <a:pt x="51948" y="71064"/>
                  <a:pt x="52272" y="70840"/>
                  <a:pt x="52595" y="70641"/>
                </a:cubicBezTo>
                <a:close/>
                <a:moveTo>
                  <a:pt x="106559" y="62726"/>
                </a:moveTo>
                <a:lnTo>
                  <a:pt x="106559" y="62726"/>
                </a:lnTo>
                <a:cubicBezTo>
                  <a:pt x="106360" y="63298"/>
                  <a:pt x="106136" y="63871"/>
                  <a:pt x="105887" y="64443"/>
                </a:cubicBezTo>
                <a:cubicBezTo>
                  <a:pt x="105887" y="64468"/>
                  <a:pt x="105862" y="64493"/>
                  <a:pt x="105862" y="64543"/>
                </a:cubicBezTo>
                <a:cubicBezTo>
                  <a:pt x="105638" y="65065"/>
                  <a:pt x="105389" y="65613"/>
                  <a:pt x="105140" y="66161"/>
                </a:cubicBezTo>
                <a:lnTo>
                  <a:pt x="105041" y="66335"/>
                </a:lnTo>
                <a:cubicBezTo>
                  <a:pt x="104792" y="66857"/>
                  <a:pt x="104543" y="67355"/>
                  <a:pt x="104294" y="67903"/>
                </a:cubicBezTo>
                <a:lnTo>
                  <a:pt x="104194" y="68077"/>
                </a:lnTo>
                <a:cubicBezTo>
                  <a:pt x="104194" y="68077"/>
                  <a:pt x="104194" y="68102"/>
                  <a:pt x="104169" y="68102"/>
                </a:cubicBezTo>
                <a:cubicBezTo>
                  <a:pt x="104020" y="68401"/>
                  <a:pt x="103871" y="68699"/>
                  <a:pt x="103697" y="69023"/>
                </a:cubicBezTo>
                <a:cubicBezTo>
                  <a:pt x="103522" y="69396"/>
                  <a:pt x="103323" y="69720"/>
                  <a:pt x="103124" y="70093"/>
                </a:cubicBezTo>
                <a:cubicBezTo>
                  <a:pt x="103024" y="70292"/>
                  <a:pt x="102900" y="70467"/>
                  <a:pt x="102800" y="70666"/>
                </a:cubicBezTo>
                <a:cubicBezTo>
                  <a:pt x="102776" y="70765"/>
                  <a:pt x="102701" y="70815"/>
                  <a:pt x="102676" y="70915"/>
                </a:cubicBezTo>
                <a:cubicBezTo>
                  <a:pt x="102502" y="71213"/>
                  <a:pt x="102303" y="71562"/>
                  <a:pt x="102128" y="71885"/>
                </a:cubicBezTo>
                <a:cubicBezTo>
                  <a:pt x="101929" y="72209"/>
                  <a:pt x="101705" y="72557"/>
                  <a:pt x="101531" y="72881"/>
                </a:cubicBezTo>
                <a:cubicBezTo>
                  <a:pt x="101382" y="73130"/>
                  <a:pt x="101257" y="73329"/>
                  <a:pt x="101108" y="73553"/>
                </a:cubicBezTo>
                <a:cubicBezTo>
                  <a:pt x="100834" y="73951"/>
                  <a:pt x="100585" y="74375"/>
                  <a:pt x="100311" y="74773"/>
                </a:cubicBezTo>
                <a:cubicBezTo>
                  <a:pt x="100286" y="74823"/>
                  <a:pt x="100262" y="74897"/>
                  <a:pt x="100187" y="74922"/>
                </a:cubicBezTo>
                <a:cubicBezTo>
                  <a:pt x="99888" y="75445"/>
                  <a:pt x="99540" y="75943"/>
                  <a:pt x="99166" y="76440"/>
                </a:cubicBezTo>
                <a:cubicBezTo>
                  <a:pt x="98171" y="75022"/>
                  <a:pt x="96777" y="73304"/>
                  <a:pt x="94960" y="71437"/>
                </a:cubicBezTo>
                <a:cubicBezTo>
                  <a:pt x="97076" y="68799"/>
                  <a:pt x="99042" y="66086"/>
                  <a:pt x="100834" y="63373"/>
                </a:cubicBezTo>
                <a:lnTo>
                  <a:pt x="100959" y="63373"/>
                </a:lnTo>
                <a:cubicBezTo>
                  <a:pt x="102950" y="63373"/>
                  <a:pt x="104866" y="63174"/>
                  <a:pt x="106559" y="62726"/>
                </a:cubicBezTo>
                <a:close/>
                <a:moveTo>
                  <a:pt x="42968" y="76453"/>
                </a:moveTo>
                <a:cubicBezTo>
                  <a:pt x="42975" y="76453"/>
                  <a:pt x="42987" y="76465"/>
                  <a:pt x="42987" y="76490"/>
                </a:cubicBezTo>
                <a:cubicBezTo>
                  <a:pt x="42962" y="76465"/>
                  <a:pt x="42962" y="76453"/>
                  <a:pt x="42968" y="76453"/>
                </a:cubicBezTo>
                <a:close/>
                <a:moveTo>
                  <a:pt x="86547" y="64343"/>
                </a:moveTo>
                <a:cubicBezTo>
                  <a:pt x="88837" y="66210"/>
                  <a:pt x="91052" y="68177"/>
                  <a:pt x="93043" y="70093"/>
                </a:cubicBezTo>
                <a:cubicBezTo>
                  <a:pt x="91799" y="72284"/>
                  <a:pt x="90305" y="74424"/>
                  <a:pt x="88662" y="76515"/>
                </a:cubicBezTo>
                <a:cubicBezTo>
                  <a:pt x="86123" y="74922"/>
                  <a:pt x="83485" y="73030"/>
                  <a:pt x="80871" y="70940"/>
                </a:cubicBezTo>
                <a:cubicBezTo>
                  <a:pt x="82863" y="68799"/>
                  <a:pt x="84754" y="66584"/>
                  <a:pt x="86547" y="64343"/>
                </a:cubicBezTo>
                <a:close/>
                <a:moveTo>
                  <a:pt x="20137" y="66708"/>
                </a:moveTo>
                <a:cubicBezTo>
                  <a:pt x="20361" y="67480"/>
                  <a:pt x="20635" y="68202"/>
                  <a:pt x="20983" y="68849"/>
                </a:cubicBezTo>
                <a:cubicBezTo>
                  <a:pt x="20386" y="69969"/>
                  <a:pt x="19838" y="71089"/>
                  <a:pt x="19266" y="72234"/>
                </a:cubicBezTo>
                <a:cubicBezTo>
                  <a:pt x="19166" y="72309"/>
                  <a:pt x="19042" y="72333"/>
                  <a:pt x="18967" y="72408"/>
                </a:cubicBezTo>
                <a:lnTo>
                  <a:pt x="18594" y="72582"/>
                </a:lnTo>
                <a:cubicBezTo>
                  <a:pt x="18370" y="72707"/>
                  <a:pt x="18171" y="72806"/>
                  <a:pt x="17972" y="72931"/>
                </a:cubicBezTo>
                <a:cubicBezTo>
                  <a:pt x="17847" y="72981"/>
                  <a:pt x="17723" y="73080"/>
                  <a:pt x="17548" y="73155"/>
                </a:cubicBezTo>
                <a:cubicBezTo>
                  <a:pt x="17374" y="73279"/>
                  <a:pt x="17175" y="73354"/>
                  <a:pt x="17001" y="73478"/>
                </a:cubicBezTo>
                <a:cubicBezTo>
                  <a:pt x="16876" y="73578"/>
                  <a:pt x="16727" y="73678"/>
                  <a:pt x="16603" y="73727"/>
                </a:cubicBezTo>
                <a:cubicBezTo>
                  <a:pt x="16403" y="73852"/>
                  <a:pt x="16254" y="73976"/>
                  <a:pt x="16055" y="74076"/>
                </a:cubicBezTo>
                <a:cubicBezTo>
                  <a:pt x="15906" y="74175"/>
                  <a:pt x="15781" y="74275"/>
                  <a:pt x="15632" y="74399"/>
                </a:cubicBezTo>
                <a:cubicBezTo>
                  <a:pt x="15482" y="74524"/>
                  <a:pt x="15308" y="74648"/>
                  <a:pt x="15134" y="74773"/>
                </a:cubicBezTo>
                <a:cubicBezTo>
                  <a:pt x="14985" y="74897"/>
                  <a:pt x="14810" y="74972"/>
                  <a:pt x="14686" y="75096"/>
                </a:cubicBezTo>
                <a:lnTo>
                  <a:pt x="14238" y="75470"/>
                </a:lnTo>
                <a:cubicBezTo>
                  <a:pt x="14064" y="75594"/>
                  <a:pt x="13914" y="75719"/>
                  <a:pt x="13790" y="75843"/>
                </a:cubicBezTo>
                <a:cubicBezTo>
                  <a:pt x="13640" y="75968"/>
                  <a:pt x="13516" y="76092"/>
                  <a:pt x="13367" y="76266"/>
                </a:cubicBezTo>
                <a:cubicBezTo>
                  <a:pt x="13267" y="76341"/>
                  <a:pt x="13168" y="76440"/>
                  <a:pt x="13043" y="76540"/>
                </a:cubicBezTo>
                <a:cubicBezTo>
                  <a:pt x="13068" y="76515"/>
                  <a:pt x="13018" y="76440"/>
                  <a:pt x="12919" y="76416"/>
                </a:cubicBezTo>
                <a:cubicBezTo>
                  <a:pt x="12670" y="76142"/>
                  <a:pt x="12421" y="75818"/>
                  <a:pt x="12197" y="75520"/>
                </a:cubicBezTo>
                <a:cubicBezTo>
                  <a:pt x="12147" y="75420"/>
                  <a:pt x="12072" y="75345"/>
                  <a:pt x="12023" y="75271"/>
                </a:cubicBezTo>
                <a:cubicBezTo>
                  <a:pt x="11749" y="74897"/>
                  <a:pt x="11525" y="74474"/>
                  <a:pt x="11276" y="74051"/>
                </a:cubicBezTo>
                <a:cubicBezTo>
                  <a:pt x="11201" y="73951"/>
                  <a:pt x="11151" y="73827"/>
                  <a:pt x="11126" y="73702"/>
                </a:cubicBezTo>
                <a:cubicBezTo>
                  <a:pt x="10927" y="73354"/>
                  <a:pt x="10778" y="72981"/>
                  <a:pt x="10629" y="72607"/>
                </a:cubicBezTo>
                <a:cubicBezTo>
                  <a:pt x="10629" y="72582"/>
                  <a:pt x="10579" y="72557"/>
                  <a:pt x="10579" y="72533"/>
                </a:cubicBezTo>
                <a:cubicBezTo>
                  <a:pt x="10554" y="72433"/>
                  <a:pt x="10504" y="72309"/>
                  <a:pt x="10454" y="72209"/>
                </a:cubicBezTo>
                <a:cubicBezTo>
                  <a:pt x="10305" y="71786"/>
                  <a:pt x="10156" y="71338"/>
                  <a:pt x="10031" y="70865"/>
                </a:cubicBezTo>
                <a:cubicBezTo>
                  <a:pt x="10280" y="70691"/>
                  <a:pt x="10529" y="70541"/>
                  <a:pt x="10778" y="70367"/>
                </a:cubicBezTo>
                <a:cubicBezTo>
                  <a:pt x="11052" y="70193"/>
                  <a:pt x="11326" y="69994"/>
                  <a:pt x="11624" y="69844"/>
                </a:cubicBezTo>
                <a:cubicBezTo>
                  <a:pt x="11898" y="69695"/>
                  <a:pt x="12172" y="69546"/>
                  <a:pt x="12446" y="69421"/>
                </a:cubicBezTo>
                <a:cubicBezTo>
                  <a:pt x="12769" y="69247"/>
                  <a:pt x="13043" y="69073"/>
                  <a:pt x="13367" y="68923"/>
                </a:cubicBezTo>
                <a:lnTo>
                  <a:pt x="14188" y="68550"/>
                </a:lnTo>
                <a:cubicBezTo>
                  <a:pt x="14512" y="68376"/>
                  <a:pt x="14860" y="68226"/>
                  <a:pt x="15159" y="68102"/>
                </a:cubicBezTo>
                <a:cubicBezTo>
                  <a:pt x="15433" y="67978"/>
                  <a:pt x="15756" y="67878"/>
                  <a:pt x="16030" y="67803"/>
                </a:cubicBezTo>
                <a:cubicBezTo>
                  <a:pt x="16379" y="67679"/>
                  <a:pt x="16677" y="67554"/>
                  <a:pt x="17026" y="67455"/>
                </a:cubicBezTo>
                <a:cubicBezTo>
                  <a:pt x="17349" y="67355"/>
                  <a:pt x="17673" y="67256"/>
                  <a:pt x="17996" y="67181"/>
                </a:cubicBezTo>
                <a:cubicBezTo>
                  <a:pt x="18295" y="67081"/>
                  <a:pt x="18619" y="66982"/>
                  <a:pt x="18917" y="66932"/>
                </a:cubicBezTo>
                <a:cubicBezTo>
                  <a:pt x="19341" y="66833"/>
                  <a:pt x="19714" y="66758"/>
                  <a:pt x="20112" y="66708"/>
                </a:cubicBezTo>
                <a:close/>
                <a:moveTo>
                  <a:pt x="43383" y="76281"/>
                </a:moveTo>
                <a:cubicBezTo>
                  <a:pt x="43410" y="76293"/>
                  <a:pt x="43448" y="76297"/>
                  <a:pt x="43485" y="76316"/>
                </a:cubicBezTo>
                <a:lnTo>
                  <a:pt x="43510" y="76316"/>
                </a:lnTo>
                <a:cubicBezTo>
                  <a:pt x="43609" y="76391"/>
                  <a:pt x="43734" y="76440"/>
                  <a:pt x="43809" y="76515"/>
                </a:cubicBezTo>
                <a:cubicBezTo>
                  <a:pt x="43858" y="76515"/>
                  <a:pt x="43858" y="76540"/>
                  <a:pt x="43883" y="76540"/>
                </a:cubicBezTo>
                <a:lnTo>
                  <a:pt x="43858" y="76565"/>
                </a:lnTo>
                <a:cubicBezTo>
                  <a:pt x="43684" y="76515"/>
                  <a:pt x="43535" y="76416"/>
                  <a:pt x="43385" y="76316"/>
                </a:cubicBezTo>
                <a:lnTo>
                  <a:pt x="43385" y="76291"/>
                </a:lnTo>
                <a:cubicBezTo>
                  <a:pt x="43385" y="76291"/>
                  <a:pt x="43385" y="76286"/>
                  <a:pt x="43383" y="76281"/>
                </a:cubicBezTo>
                <a:close/>
                <a:moveTo>
                  <a:pt x="48388" y="73429"/>
                </a:moveTo>
                <a:cubicBezTo>
                  <a:pt x="49758" y="74200"/>
                  <a:pt x="51127" y="75246"/>
                  <a:pt x="52446" y="76565"/>
                </a:cubicBezTo>
                <a:cubicBezTo>
                  <a:pt x="52396" y="76565"/>
                  <a:pt x="52371" y="76565"/>
                  <a:pt x="52371" y="76615"/>
                </a:cubicBezTo>
                <a:cubicBezTo>
                  <a:pt x="51077" y="75271"/>
                  <a:pt x="49708" y="74200"/>
                  <a:pt x="48339" y="73454"/>
                </a:cubicBezTo>
                <a:cubicBezTo>
                  <a:pt x="48364" y="73454"/>
                  <a:pt x="48364" y="73429"/>
                  <a:pt x="48388" y="73429"/>
                </a:cubicBezTo>
                <a:close/>
                <a:moveTo>
                  <a:pt x="93192" y="70268"/>
                </a:moveTo>
                <a:lnTo>
                  <a:pt x="93217" y="70292"/>
                </a:lnTo>
                <a:cubicBezTo>
                  <a:pt x="91973" y="72433"/>
                  <a:pt x="90529" y="74574"/>
                  <a:pt x="88861" y="76640"/>
                </a:cubicBezTo>
                <a:cubicBezTo>
                  <a:pt x="88837" y="76640"/>
                  <a:pt x="88837" y="76615"/>
                  <a:pt x="88812" y="76615"/>
                </a:cubicBezTo>
                <a:cubicBezTo>
                  <a:pt x="90454" y="74524"/>
                  <a:pt x="91923" y="72408"/>
                  <a:pt x="93192" y="70268"/>
                </a:cubicBezTo>
                <a:close/>
                <a:moveTo>
                  <a:pt x="54711" y="75968"/>
                </a:moveTo>
                <a:lnTo>
                  <a:pt x="54711" y="76017"/>
                </a:lnTo>
                <a:lnTo>
                  <a:pt x="54711" y="76042"/>
                </a:lnTo>
                <a:lnTo>
                  <a:pt x="54661" y="76042"/>
                </a:lnTo>
                <a:cubicBezTo>
                  <a:pt x="54362" y="76167"/>
                  <a:pt x="54089" y="76266"/>
                  <a:pt x="53765" y="76341"/>
                </a:cubicBezTo>
                <a:lnTo>
                  <a:pt x="53715" y="76341"/>
                </a:lnTo>
                <a:cubicBezTo>
                  <a:pt x="53392" y="76440"/>
                  <a:pt x="53118" y="76540"/>
                  <a:pt x="52844" y="76640"/>
                </a:cubicBezTo>
                <a:lnTo>
                  <a:pt x="52794" y="76640"/>
                </a:lnTo>
                <a:cubicBezTo>
                  <a:pt x="52805" y="76661"/>
                  <a:pt x="52811" y="76668"/>
                  <a:pt x="52811" y="76668"/>
                </a:cubicBezTo>
                <a:cubicBezTo>
                  <a:pt x="52810" y="76668"/>
                  <a:pt x="52798" y="76654"/>
                  <a:pt x="52769" y="76640"/>
                </a:cubicBezTo>
                <a:cubicBezTo>
                  <a:pt x="52819" y="76640"/>
                  <a:pt x="52844" y="76615"/>
                  <a:pt x="52869" y="76615"/>
                </a:cubicBezTo>
                <a:cubicBezTo>
                  <a:pt x="52894" y="76615"/>
                  <a:pt x="52944" y="76615"/>
                  <a:pt x="52944" y="76565"/>
                </a:cubicBezTo>
                <a:lnTo>
                  <a:pt x="52993" y="76565"/>
                </a:lnTo>
                <a:cubicBezTo>
                  <a:pt x="53018" y="76565"/>
                  <a:pt x="53068" y="76540"/>
                  <a:pt x="53093" y="76540"/>
                </a:cubicBezTo>
                <a:cubicBezTo>
                  <a:pt x="53317" y="76465"/>
                  <a:pt x="53566" y="76391"/>
                  <a:pt x="53765" y="76316"/>
                </a:cubicBezTo>
                <a:cubicBezTo>
                  <a:pt x="53815" y="76316"/>
                  <a:pt x="53815" y="76316"/>
                  <a:pt x="53840" y="76291"/>
                </a:cubicBezTo>
                <a:cubicBezTo>
                  <a:pt x="53865" y="76291"/>
                  <a:pt x="53889" y="76266"/>
                  <a:pt x="53939" y="76266"/>
                </a:cubicBezTo>
                <a:cubicBezTo>
                  <a:pt x="53964" y="76266"/>
                  <a:pt x="53964" y="76266"/>
                  <a:pt x="53989" y="76241"/>
                </a:cubicBezTo>
                <a:lnTo>
                  <a:pt x="54014" y="76241"/>
                </a:lnTo>
                <a:cubicBezTo>
                  <a:pt x="54238" y="76167"/>
                  <a:pt x="54462" y="76067"/>
                  <a:pt x="54711" y="75968"/>
                </a:cubicBezTo>
                <a:close/>
                <a:moveTo>
                  <a:pt x="94835" y="71587"/>
                </a:moveTo>
                <a:cubicBezTo>
                  <a:pt x="96677" y="73503"/>
                  <a:pt x="98071" y="75196"/>
                  <a:pt x="99067" y="76640"/>
                </a:cubicBezTo>
                <a:cubicBezTo>
                  <a:pt x="99067" y="76665"/>
                  <a:pt x="99042" y="76665"/>
                  <a:pt x="99042" y="76689"/>
                </a:cubicBezTo>
                <a:cubicBezTo>
                  <a:pt x="98071" y="75271"/>
                  <a:pt x="96652" y="73553"/>
                  <a:pt x="94835" y="71661"/>
                </a:cubicBezTo>
                <a:lnTo>
                  <a:pt x="94835" y="71587"/>
                </a:lnTo>
                <a:close/>
                <a:moveTo>
                  <a:pt x="106883" y="62676"/>
                </a:moveTo>
                <a:cubicBezTo>
                  <a:pt x="105165" y="67231"/>
                  <a:pt x="102626" y="72035"/>
                  <a:pt x="99341" y="76689"/>
                </a:cubicBezTo>
                <a:lnTo>
                  <a:pt x="99316" y="76665"/>
                </a:lnTo>
                <a:cubicBezTo>
                  <a:pt x="99415" y="76490"/>
                  <a:pt x="99515" y="76316"/>
                  <a:pt x="99639" y="76167"/>
                </a:cubicBezTo>
                <a:cubicBezTo>
                  <a:pt x="100013" y="75644"/>
                  <a:pt x="100361" y="75121"/>
                  <a:pt x="100685" y="74574"/>
                </a:cubicBezTo>
                <a:cubicBezTo>
                  <a:pt x="100909" y="74275"/>
                  <a:pt x="101108" y="73951"/>
                  <a:pt x="101307" y="73628"/>
                </a:cubicBezTo>
                <a:cubicBezTo>
                  <a:pt x="101556" y="73205"/>
                  <a:pt x="101805" y="72782"/>
                  <a:pt x="102054" y="72383"/>
                </a:cubicBezTo>
                <a:lnTo>
                  <a:pt x="102527" y="71637"/>
                </a:lnTo>
                <a:cubicBezTo>
                  <a:pt x="103199" y="70467"/>
                  <a:pt x="103796" y="69322"/>
                  <a:pt x="104394" y="68177"/>
                </a:cubicBezTo>
                <a:cubicBezTo>
                  <a:pt x="104443" y="68027"/>
                  <a:pt x="104543" y="67853"/>
                  <a:pt x="104618" y="67729"/>
                </a:cubicBezTo>
                <a:cubicBezTo>
                  <a:pt x="104866" y="67231"/>
                  <a:pt x="105066" y="66733"/>
                  <a:pt x="105314" y="66285"/>
                </a:cubicBezTo>
                <a:cubicBezTo>
                  <a:pt x="105389" y="66161"/>
                  <a:pt x="105414" y="66061"/>
                  <a:pt x="105489" y="65936"/>
                </a:cubicBezTo>
                <a:cubicBezTo>
                  <a:pt x="105987" y="64841"/>
                  <a:pt x="106435" y="63746"/>
                  <a:pt x="106858" y="62676"/>
                </a:cubicBezTo>
                <a:close/>
                <a:moveTo>
                  <a:pt x="12570" y="76416"/>
                </a:moveTo>
                <a:cubicBezTo>
                  <a:pt x="12620" y="76440"/>
                  <a:pt x="12645" y="76440"/>
                  <a:pt x="12670" y="76465"/>
                </a:cubicBezTo>
                <a:cubicBezTo>
                  <a:pt x="12695" y="76515"/>
                  <a:pt x="12744" y="76515"/>
                  <a:pt x="12769" y="76540"/>
                </a:cubicBezTo>
                <a:cubicBezTo>
                  <a:pt x="12869" y="76615"/>
                  <a:pt x="12894" y="76665"/>
                  <a:pt x="12944" y="76714"/>
                </a:cubicBezTo>
                <a:cubicBezTo>
                  <a:pt x="12919" y="76689"/>
                  <a:pt x="12894" y="76689"/>
                  <a:pt x="12869" y="76665"/>
                </a:cubicBezTo>
                <a:cubicBezTo>
                  <a:pt x="12819" y="76640"/>
                  <a:pt x="12794" y="76640"/>
                  <a:pt x="12769" y="76615"/>
                </a:cubicBezTo>
                <a:lnTo>
                  <a:pt x="12744" y="76565"/>
                </a:lnTo>
                <a:lnTo>
                  <a:pt x="12570" y="76416"/>
                </a:lnTo>
                <a:close/>
                <a:moveTo>
                  <a:pt x="19166" y="72557"/>
                </a:moveTo>
                <a:cubicBezTo>
                  <a:pt x="19166" y="72582"/>
                  <a:pt x="19141" y="72582"/>
                  <a:pt x="19141" y="72632"/>
                </a:cubicBezTo>
                <a:cubicBezTo>
                  <a:pt x="19042" y="72657"/>
                  <a:pt x="18967" y="72707"/>
                  <a:pt x="18893" y="72757"/>
                </a:cubicBezTo>
                <a:cubicBezTo>
                  <a:pt x="18868" y="72782"/>
                  <a:pt x="18793" y="72782"/>
                  <a:pt x="18768" y="72806"/>
                </a:cubicBezTo>
                <a:cubicBezTo>
                  <a:pt x="18494" y="72956"/>
                  <a:pt x="18245" y="73080"/>
                  <a:pt x="17996" y="73254"/>
                </a:cubicBezTo>
                <a:cubicBezTo>
                  <a:pt x="17922" y="73279"/>
                  <a:pt x="17872" y="73304"/>
                  <a:pt x="17772" y="73379"/>
                </a:cubicBezTo>
                <a:cubicBezTo>
                  <a:pt x="17524" y="73528"/>
                  <a:pt x="17299" y="73653"/>
                  <a:pt x="17100" y="73802"/>
                </a:cubicBezTo>
                <a:lnTo>
                  <a:pt x="16802" y="74001"/>
                </a:lnTo>
                <a:cubicBezTo>
                  <a:pt x="16578" y="74126"/>
                  <a:pt x="16403" y="74275"/>
                  <a:pt x="16179" y="74424"/>
                </a:cubicBezTo>
                <a:cubicBezTo>
                  <a:pt x="16055" y="74524"/>
                  <a:pt x="15955" y="74574"/>
                  <a:pt x="15856" y="74673"/>
                </a:cubicBezTo>
                <a:cubicBezTo>
                  <a:pt x="15657" y="74798"/>
                  <a:pt x="15507" y="74947"/>
                  <a:pt x="15308" y="75071"/>
                </a:cubicBezTo>
                <a:cubicBezTo>
                  <a:pt x="15184" y="75171"/>
                  <a:pt x="15059" y="75271"/>
                  <a:pt x="14910" y="75395"/>
                </a:cubicBezTo>
                <a:lnTo>
                  <a:pt x="14437" y="75768"/>
                </a:lnTo>
                <a:cubicBezTo>
                  <a:pt x="14288" y="75893"/>
                  <a:pt x="14163" y="76017"/>
                  <a:pt x="14014" y="76142"/>
                </a:cubicBezTo>
                <a:cubicBezTo>
                  <a:pt x="13889" y="76266"/>
                  <a:pt x="13715" y="76391"/>
                  <a:pt x="13616" y="76515"/>
                </a:cubicBezTo>
                <a:cubicBezTo>
                  <a:pt x="13541" y="76565"/>
                  <a:pt x="13441" y="76640"/>
                  <a:pt x="13392" y="76714"/>
                </a:cubicBezTo>
                <a:lnTo>
                  <a:pt x="13367" y="76714"/>
                </a:lnTo>
                <a:cubicBezTo>
                  <a:pt x="13367" y="76714"/>
                  <a:pt x="13317" y="76714"/>
                  <a:pt x="13317" y="76689"/>
                </a:cubicBezTo>
                <a:cubicBezTo>
                  <a:pt x="13392" y="76640"/>
                  <a:pt x="13491" y="76565"/>
                  <a:pt x="13541" y="76465"/>
                </a:cubicBezTo>
                <a:cubicBezTo>
                  <a:pt x="13690" y="76366"/>
                  <a:pt x="13815" y="76216"/>
                  <a:pt x="13989" y="76067"/>
                </a:cubicBezTo>
                <a:cubicBezTo>
                  <a:pt x="14138" y="75943"/>
                  <a:pt x="14288" y="75818"/>
                  <a:pt x="14412" y="75694"/>
                </a:cubicBezTo>
                <a:cubicBezTo>
                  <a:pt x="14561" y="75569"/>
                  <a:pt x="14736" y="75445"/>
                  <a:pt x="14860" y="75320"/>
                </a:cubicBezTo>
                <a:cubicBezTo>
                  <a:pt x="15010" y="75196"/>
                  <a:pt x="15134" y="75121"/>
                  <a:pt x="15283" y="74997"/>
                </a:cubicBezTo>
                <a:cubicBezTo>
                  <a:pt x="15433" y="74847"/>
                  <a:pt x="15607" y="74723"/>
                  <a:pt x="15781" y="74623"/>
                </a:cubicBezTo>
                <a:cubicBezTo>
                  <a:pt x="15906" y="74524"/>
                  <a:pt x="16055" y="74424"/>
                  <a:pt x="16179" y="74325"/>
                </a:cubicBezTo>
                <a:cubicBezTo>
                  <a:pt x="16379" y="74200"/>
                  <a:pt x="16553" y="74076"/>
                  <a:pt x="16727" y="73951"/>
                </a:cubicBezTo>
                <a:cubicBezTo>
                  <a:pt x="16851" y="73877"/>
                  <a:pt x="16976" y="73802"/>
                  <a:pt x="17100" y="73752"/>
                </a:cubicBezTo>
                <a:cubicBezTo>
                  <a:pt x="17275" y="73628"/>
                  <a:pt x="17499" y="73503"/>
                  <a:pt x="17673" y="73379"/>
                </a:cubicBezTo>
                <a:cubicBezTo>
                  <a:pt x="17772" y="73304"/>
                  <a:pt x="17897" y="73254"/>
                  <a:pt x="17996" y="73180"/>
                </a:cubicBezTo>
                <a:cubicBezTo>
                  <a:pt x="18220" y="73055"/>
                  <a:pt x="18420" y="72931"/>
                  <a:pt x="18668" y="72806"/>
                </a:cubicBezTo>
                <a:cubicBezTo>
                  <a:pt x="18768" y="72757"/>
                  <a:pt x="18868" y="72707"/>
                  <a:pt x="18967" y="72682"/>
                </a:cubicBezTo>
                <a:cubicBezTo>
                  <a:pt x="19042" y="72582"/>
                  <a:pt x="19117" y="72557"/>
                  <a:pt x="19166" y="72557"/>
                </a:cubicBezTo>
                <a:close/>
                <a:moveTo>
                  <a:pt x="80747" y="71089"/>
                </a:moveTo>
                <a:cubicBezTo>
                  <a:pt x="83361" y="73155"/>
                  <a:pt x="85999" y="75047"/>
                  <a:pt x="88538" y="76665"/>
                </a:cubicBezTo>
                <a:cubicBezTo>
                  <a:pt x="88538" y="76689"/>
                  <a:pt x="88488" y="76689"/>
                  <a:pt x="88488" y="76714"/>
                </a:cubicBezTo>
                <a:cubicBezTo>
                  <a:pt x="85974" y="75121"/>
                  <a:pt x="83336" y="73205"/>
                  <a:pt x="80722" y="71139"/>
                </a:cubicBezTo>
                <a:lnTo>
                  <a:pt x="80747" y="71089"/>
                </a:lnTo>
                <a:close/>
                <a:moveTo>
                  <a:pt x="88687" y="76764"/>
                </a:moveTo>
                <a:cubicBezTo>
                  <a:pt x="88712" y="76764"/>
                  <a:pt x="88712" y="76789"/>
                  <a:pt x="88737" y="76789"/>
                </a:cubicBezTo>
                <a:cubicBezTo>
                  <a:pt x="88737" y="76814"/>
                  <a:pt x="88712" y="76814"/>
                  <a:pt x="88712" y="76864"/>
                </a:cubicBezTo>
                <a:cubicBezTo>
                  <a:pt x="88687" y="76864"/>
                  <a:pt x="88687" y="76814"/>
                  <a:pt x="88662" y="76814"/>
                </a:cubicBezTo>
                <a:cubicBezTo>
                  <a:pt x="88662" y="76789"/>
                  <a:pt x="88687" y="76789"/>
                  <a:pt x="88687" y="76764"/>
                </a:cubicBezTo>
                <a:close/>
                <a:moveTo>
                  <a:pt x="99191" y="76814"/>
                </a:moveTo>
                <a:cubicBezTo>
                  <a:pt x="99191" y="76814"/>
                  <a:pt x="99191" y="76864"/>
                  <a:pt x="99241" y="76864"/>
                </a:cubicBezTo>
                <a:cubicBezTo>
                  <a:pt x="99241" y="76864"/>
                  <a:pt x="99191" y="76889"/>
                  <a:pt x="99191" y="76913"/>
                </a:cubicBezTo>
                <a:lnTo>
                  <a:pt x="99166" y="76889"/>
                </a:lnTo>
                <a:cubicBezTo>
                  <a:pt x="99166" y="76839"/>
                  <a:pt x="99191" y="76839"/>
                  <a:pt x="99191" y="76814"/>
                </a:cubicBezTo>
                <a:close/>
                <a:moveTo>
                  <a:pt x="44033" y="76889"/>
                </a:moveTo>
                <a:cubicBezTo>
                  <a:pt x="44033" y="76889"/>
                  <a:pt x="44057" y="76889"/>
                  <a:pt x="44057" y="76913"/>
                </a:cubicBezTo>
                <a:cubicBezTo>
                  <a:pt x="44057" y="76938"/>
                  <a:pt x="44033" y="76988"/>
                  <a:pt x="44033" y="77013"/>
                </a:cubicBezTo>
                <a:lnTo>
                  <a:pt x="44033" y="76889"/>
                </a:lnTo>
                <a:close/>
                <a:moveTo>
                  <a:pt x="93392" y="70417"/>
                </a:moveTo>
                <a:cubicBezTo>
                  <a:pt x="93715" y="70765"/>
                  <a:pt x="94064" y="71089"/>
                  <a:pt x="94387" y="71437"/>
                </a:cubicBezTo>
                <a:cubicBezTo>
                  <a:pt x="93317" y="72757"/>
                  <a:pt x="92222" y="74076"/>
                  <a:pt x="91102" y="75370"/>
                </a:cubicBezTo>
                <a:cubicBezTo>
                  <a:pt x="91077" y="75395"/>
                  <a:pt x="91077" y="75420"/>
                  <a:pt x="91052" y="75420"/>
                </a:cubicBezTo>
                <a:cubicBezTo>
                  <a:pt x="90579" y="76017"/>
                  <a:pt x="90081" y="76565"/>
                  <a:pt x="89583" y="77113"/>
                </a:cubicBezTo>
                <a:lnTo>
                  <a:pt x="89036" y="76739"/>
                </a:lnTo>
                <a:cubicBezTo>
                  <a:pt x="90678" y="74648"/>
                  <a:pt x="92147" y="72533"/>
                  <a:pt x="93392" y="70417"/>
                </a:cubicBezTo>
                <a:close/>
                <a:moveTo>
                  <a:pt x="48214" y="73578"/>
                </a:moveTo>
                <a:cubicBezTo>
                  <a:pt x="49583" y="74325"/>
                  <a:pt x="50902" y="75345"/>
                  <a:pt x="52197" y="76640"/>
                </a:cubicBezTo>
                <a:cubicBezTo>
                  <a:pt x="52097" y="76665"/>
                  <a:pt x="51998" y="76665"/>
                  <a:pt x="51898" y="76689"/>
                </a:cubicBezTo>
                <a:cubicBezTo>
                  <a:pt x="51774" y="76714"/>
                  <a:pt x="51624" y="76764"/>
                  <a:pt x="51500" y="76789"/>
                </a:cubicBezTo>
                <a:cubicBezTo>
                  <a:pt x="51475" y="76789"/>
                  <a:pt x="51400" y="76814"/>
                  <a:pt x="51375" y="76814"/>
                </a:cubicBezTo>
                <a:cubicBezTo>
                  <a:pt x="51251" y="76864"/>
                  <a:pt x="51127" y="76864"/>
                  <a:pt x="51002" y="76889"/>
                </a:cubicBezTo>
                <a:cubicBezTo>
                  <a:pt x="50952" y="76889"/>
                  <a:pt x="50878" y="76913"/>
                  <a:pt x="50828" y="76913"/>
                </a:cubicBezTo>
                <a:cubicBezTo>
                  <a:pt x="50728" y="76938"/>
                  <a:pt x="50629" y="76938"/>
                  <a:pt x="50504" y="76988"/>
                </a:cubicBezTo>
                <a:cubicBezTo>
                  <a:pt x="50380" y="77013"/>
                  <a:pt x="50230" y="77013"/>
                  <a:pt x="50106" y="77038"/>
                </a:cubicBezTo>
                <a:lnTo>
                  <a:pt x="50006" y="77038"/>
                </a:lnTo>
                <a:cubicBezTo>
                  <a:pt x="49882" y="77063"/>
                  <a:pt x="49758" y="77063"/>
                  <a:pt x="49658" y="77088"/>
                </a:cubicBezTo>
                <a:cubicBezTo>
                  <a:pt x="49509" y="77137"/>
                  <a:pt x="49334" y="77137"/>
                  <a:pt x="49160" y="77137"/>
                </a:cubicBezTo>
                <a:lnTo>
                  <a:pt x="49061" y="77137"/>
                </a:lnTo>
                <a:cubicBezTo>
                  <a:pt x="49011" y="77137"/>
                  <a:pt x="48911" y="77137"/>
                  <a:pt x="48861" y="77162"/>
                </a:cubicBezTo>
                <a:cubicBezTo>
                  <a:pt x="48588" y="77162"/>
                  <a:pt x="48339" y="77187"/>
                  <a:pt x="48040" y="77187"/>
                </a:cubicBezTo>
                <a:cubicBezTo>
                  <a:pt x="47642" y="77187"/>
                  <a:pt x="47244" y="77162"/>
                  <a:pt x="46870" y="77137"/>
                </a:cubicBezTo>
                <a:cubicBezTo>
                  <a:pt x="46771" y="77137"/>
                  <a:pt x="46671" y="77113"/>
                  <a:pt x="46571" y="77113"/>
                </a:cubicBezTo>
                <a:cubicBezTo>
                  <a:pt x="46497" y="77113"/>
                  <a:pt x="46422" y="77063"/>
                  <a:pt x="46323" y="77063"/>
                </a:cubicBezTo>
                <a:cubicBezTo>
                  <a:pt x="46074" y="77038"/>
                  <a:pt x="45874" y="77013"/>
                  <a:pt x="45626" y="76938"/>
                </a:cubicBezTo>
                <a:cubicBezTo>
                  <a:pt x="45576" y="76938"/>
                  <a:pt x="45526" y="76913"/>
                  <a:pt x="45501" y="76913"/>
                </a:cubicBezTo>
                <a:cubicBezTo>
                  <a:pt x="45327" y="76889"/>
                  <a:pt x="45202" y="76814"/>
                  <a:pt x="45053" y="76789"/>
                </a:cubicBezTo>
                <a:cubicBezTo>
                  <a:pt x="45028" y="76789"/>
                  <a:pt x="45003" y="76764"/>
                  <a:pt x="44929" y="76764"/>
                </a:cubicBezTo>
                <a:cubicBezTo>
                  <a:pt x="44954" y="76640"/>
                  <a:pt x="45028" y="76490"/>
                  <a:pt x="45053" y="76366"/>
                </a:cubicBezTo>
                <a:cubicBezTo>
                  <a:pt x="45178" y="75893"/>
                  <a:pt x="45352" y="75495"/>
                  <a:pt x="45476" y="75146"/>
                </a:cubicBezTo>
                <a:cubicBezTo>
                  <a:pt x="45601" y="75071"/>
                  <a:pt x="45675" y="75022"/>
                  <a:pt x="45800" y="74947"/>
                </a:cubicBezTo>
                <a:lnTo>
                  <a:pt x="45999" y="74872"/>
                </a:lnTo>
                <a:cubicBezTo>
                  <a:pt x="46049" y="74823"/>
                  <a:pt x="46099" y="74798"/>
                  <a:pt x="46148" y="74773"/>
                </a:cubicBezTo>
                <a:cubicBezTo>
                  <a:pt x="46522" y="74549"/>
                  <a:pt x="46870" y="74375"/>
                  <a:pt x="47244" y="74151"/>
                </a:cubicBezTo>
                <a:cubicBezTo>
                  <a:pt x="47492" y="74001"/>
                  <a:pt x="47741" y="73827"/>
                  <a:pt x="47990" y="73702"/>
                </a:cubicBezTo>
                <a:cubicBezTo>
                  <a:pt x="48040" y="73678"/>
                  <a:pt x="48115" y="73603"/>
                  <a:pt x="48214" y="73578"/>
                </a:cubicBezTo>
                <a:close/>
                <a:moveTo>
                  <a:pt x="94537" y="71587"/>
                </a:moveTo>
                <a:lnTo>
                  <a:pt x="94562" y="71637"/>
                </a:lnTo>
                <a:cubicBezTo>
                  <a:pt x="94213" y="72035"/>
                  <a:pt x="93914" y="72458"/>
                  <a:pt x="93566" y="72881"/>
                </a:cubicBezTo>
                <a:lnTo>
                  <a:pt x="93093" y="73429"/>
                </a:lnTo>
                <a:cubicBezTo>
                  <a:pt x="92545" y="74076"/>
                  <a:pt x="91973" y="74773"/>
                  <a:pt x="91425" y="75420"/>
                </a:cubicBezTo>
                <a:cubicBezTo>
                  <a:pt x="91176" y="75694"/>
                  <a:pt x="90952" y="75943"/>
                  <a:pt x="90703" y="76241"/>
                </a:cubicBezTo>
                <a:cubicBezTo>
                  <a:pt x="90405" y="76565"/>
                  <a:pt x="90106" y="76913"/>
                  <a:pt x="89807" y="77237"/>
                </a:cubicBezTo>
                <a:cubicBezTo>
                  <a:pt x="89782" y="77237"/>
                  <a:pt x="89782" y="77187"/>
                  <a:pt x="89733" y="77187"/>
                </a:cubicBezTo>
                <a:cubicBezTo>
                  <a:pt x="91425" y="75370"/>
                  <a:pt x="93018" y="73503"/>
                  <a:pt x="94537" y="71587"/>
                </a:cubicBezTo>
                <a:close/>
                <a:moveTo>
                  <a:pt x="43560" y="76689"/>
                </a:moveTo>
                <a:cubicBezTo>
                  <a:pt x="43609" y="76689"/>
                  <a:pt x="43609" y="76739"/>
                  <a:pt x="43634" y="76739"/>
                </a:cubicBezTo>
                <a:cubicBezTo>
                  <a:pt x="43684" y="76764"/>
                  <a:pt x="43784" y="76789"/>
                  <a:pt x="43833" y="76814"/>
                </a:cubicBezTo>
                <a:cubicBezTo>
                  <a:pt x="43858" y="76938"/>
                  <a:pt x="43858" y="77113"/>
                  <a:pt x="43809" y="77262"/>
                </a:cubicBezTo>
                <a:cubicBezTo>
                  <a:pt x="43784" y="77237"/>
                  <a:pt x="43784" y="77187"/>
                  <a:pt x="43759" y="77187"/>
                </a:cubicBezTo>
                <a:cubicBezTo>
                  <a:pt x="43734" y="77162"/>
                  <a:pt x="43684" y="77113"/>
                  <a:pt x="43659" y="77063"/>
                </a:cubicBezTo>
                <a:cubicBezTo>
                  <a:pt x="43634" y="76938"/>
                  <a:pt x="43560" y="76814"/>
                  <a:pt x="43535" y="76739"/>
                </a:cubicBezTo>
                <a:lnTo>
                  <a:pt x="43560" y="76739"/>
                </a:lnTo>
                <a:lnTo>
                  <a:pt x="43560" y="76689"/>
                </a:lnTo>
                <a:close/>
                <a:moveTo>
                  <a:pt x="88911" y="76889"/>
                </a:moveTo>
                <a:cubicBezTo>
                  <a:pt x="89085" y="77013"/>
                  <a:pt x="89285" y="77137"/>
                  <a:pt x="89459" y="77237"/>
                </a:cubicBezTo>
                <a:cubicBezTo>
                  <a:pt x="89459" y="77262"/>
                  <a:pt x="89434" y="77262"/>
                  <a:pt x="89434" y="77287"/>
                </a:cubicBezTo>
                <a:cubicBezTo>
                  <a:pt x="89235" y="77162"/>
                  <a:pt x="89061" y="77063"/>
                  <a:pt x="88861" y="76938"/>
                </a:cubicBezTo>
                <a:cubicBezTo>
                  <a:pt x="88861" y="76913"/>
                  <a:pt x="88911" y="76913"/>
                  <a:pt x="88911" y="76889"/>
                </a:cubicBezTo>
                <a:close/>
                <a:moveTo>
                  <a:pt x="110243" y="61357"/>
                </a:moveTo>
                <a:lnTo>
                  <a:pt x="110243" y="61357"/>
                </a:lnTo>
                <a:cubicBezTo>
                  <a:pt x="107455" y="66683"/>
                  <a:pt x="103896" y="72060"/>
                  <a:pt x="99739" y="77312"/>
                </a:cubicBezTo>
                <a:cubicBezTo>
                  <a:pt x="99639" y="77162"/>
                  <a:pt x="99540" y="77038"/>
                  <a:pt x="99440" y="76889"/>
                </a:cubicBezTo>
                <a:cubicBezTo>
                  <a:pt x="100361" y="75619"/>
                  <a:pt x="101232" y="74300"/>
                  <a:pt x="102004" y="73006"/>
                </a:cubicBezTo>
                <a:cubicBezTo>
                  <a:pt x="104169" y="69446"/>
                  <a:pt x="105862" y="65961"/>
                  <a:pt x="107107" y="62601"/>
                </a:cubicBezTo>
                <a:cubicBezTo>
                  <a:pt x="108252" y="62253"/>
                  <a:pt x="109322" y="61854"/>
                  <a:pt x="110243" y="61357"/>
                </a:cubicBezTo>
                <a:close/>
                <a:moveTo>
                  <a:pt x="52272" y="76764"/>
                </a:moveTo>
                <a:lnTo>
                  <a:pt x="52296" y="76789"/>
                </a:lnTo>
                <a:lnTo>
                  <a:pt x="52272" y="76789"/>
                </a:lnTo>
                <a:cubicBezTo>
                  <a:pt x="52023" y="76839"/>
                  <a:pt x="51749" y="76913"/>
                  <a:pt x="51500" y="76988"/>
                </a:cubicBezTo>
                <a:cubicBezTo>
                  <a:pt x="51425" y="76988"/>
                  <a:pt x="51400" y="77013"/>
                  <a:pt x="51351" y="77013"/>
                </a:cubicBezTo>
                <a:cubicBezTo>
                  <a:pt x="51102" y="77063"/>
                  <a:pt x="50853" y="77113"/>
                  <a:pt x="50554" y="77162"/>
                </a:cubicBezTo>
                <a:cubicBezTo>
                  <a:pt x="50529" y="77162"/>
                  <a:pt x="50479" y="77187"/>
                  <a:pt x="50430" y="77187"/>
                </a:cubicBezTo>
                <a:cubicBezTo>
                  <a:pt x="50056" y="77262"/>
                  <a:pt x="49683" y="77287"/>
                  <a:pt x="49309" y="77312"/>
                </a:cubicBezTo>
                <a:cubicBezTo>
                  <a:pt x="49235" y="77312"/>
                  <a:pt x="49135" y="77361"/>
                  <a:pt x="49036" y="77361"/>
                </a:cubicBezTo>
                <a:cubicBezTo>
                  <a:pt x="48662" y="77386"/>
                  <a:pt x="48289" y="77411"/>
                  <a:pt x="47940" y="77411"/>
                </a:cubicBezTo>
                <a:lnTo>
                  <a:pt x="47916" y="77411"/>
                </a:lnTo>
                <a:cubicBezTo>
                  <a:pt x="47542" y="77411"/>
                  <a:pt x="47169" y="77386"/>
                  <a:pt x="46795" y="77361"/>
                </a:cubicBezTo>
                <a:lnTo>
                  <a:pt x="46696" y="77361"/>
                </a:lnTo>
                <a:cubicBezTo>
                  <a:pt x="46621" y="77361"/>
                  <a:pt x="46522" y="77312"/>
                  <a:pt x="46422" y="77312"/>
                </a:cubicBezTo>
                <a:cubicBezTo>
                  <a:pt x="46372" y="77312"/>
                  <a:pt x="46298" y="77287"/>
                  <a:pt x="46248" y="77287"/>
                </a:cubicBezTo>
                <a:cubicBezTo>
                  <a:pt x="45924" y="77262"/>
                  <a:pt x="45626" y="77187"/>
                  <a:pt x="45327" y="77137"/>
                </a:cubicBezTo>
                <a:cubicBezTo>
                  <a:pt x="45202" y="77088"/>
                  <a:pt x="45053" y="77038"/>
                  <a:pt x="44929" y="77013"/>
                </a:cubicBezTo>
                <a:lnTo>
                  <a:pt x="44904" y="77013"/>
                </a:lnTo>
                <a:lnTo>
                  <a:pt x="44879" y="76988"/>
                </a:lnTo>
                <a:lnTo>
                  <a:pt x="44829" y="76938"/>
                </a:lnTo>
                <a:lnTo>
                  <a:pt x="45003" y="76938"/>
                </a:lnTo>
                <a:cubicBezTo>
                  <a:pt x="45053" y="76988"/>
                  <a:pt x="45128" y="76988"/>
                  <a:pt x="45227" y="77013"/>
                </a:cubicBezTo>
                <a:cubicBezTo>
                  <a:pt x="45252" y="77013"/>
                  <a:pt x="45302" y="77038"/>
                  <a:pt x="45352" y="77038"/>
                </a:cubicBezTo>
                <a:lnTo>
                  <a:pt x="45402" y="77038"/>
                </a:lnTo>
                <a:cubicBezTo>
                  <a:pt x="45501" y="77063"/>
                  <a:pt x="45601" y="77063"/>
                  <a:pt x="45650" y="77113"/>
                </a:cubicBezTo>
                <a:cubicBezTo>
                  <a:pt x="45725" y="77113"/>
                  <a:pt x="45775" y="77137"/>
                  <a:pt x="45850" y="77137"/>
                </a:cubicBezTo>
                <a:cubicBezTo>
                  <a:pt x="45974" y="77162"/>
                  <a:pt x="46049" y="77187"/>
                  <a:pt x="46173" y="77187"/>
                </a:cubicBezTo>
                <a:cubicBezTo>
                  <a:pt x="46273" y="77187"/>
                  <a:pt x="46372" y="77237"/>
                  <a:pt x="46472" y="77237"/>
                </a:cubicBezTo>
                <a:cubicBezTo>
                  <a:pt x="46522" y="77237"/>
                  <a:pt x="46596" y="77262"/>
                  <a:pt x="46646" y="77262"/>
                </a:cubicBezTo>
                <a:lnTo>
                  <a:pt x="46845" y="77262"/>
                </a:lnTo>
                <a:cubicBezTo>
                  <a:pt x="46920" y="77262"/>
                  <a:pt x="46995" y="77287"/>
                  <a:pt x="47094" y="77287"/>
                </a:cubicBezTo>
                <a:cubicBezTo>
                  <a:pt x="47393" y="77312"/>
                  <a:pt x="47716" y="77312"/>
                  <a:pt x="48015" y="77312"/>
                </a:cubicBezTo>
                <a:cubicBezTo>
                  <a:pt x="48289" y="77312"/>
                  <a:pt x="48538" y="77312"/>
                  <a:pt x="48837" y="77287"/>
                </a:cubicBezTo>
                <a:lnTo>
                  <a:pt x="48961" y="77287"/>
                </a:lnTo>
                <a:cubicBezTo>
                  <a:pt x="49011" y="77287"/>
                  <a:pt x="49085" y="77287"/>
                  <a:pt x="49135" y="77262"/>
                </a:cubicBezTo>
                <a:lnTo>
                  <a:pt x="49235" y="77262"/>
                </a:lnTo>
                <a:cubicBezTo>
                  <a:pt x="49359" y="77262"/>
                  <a:pt x="49509" y="77237"/>
                  <a:pt x="49633" y="77237"/>
                </a:cubicBezTo>
                <a:cubicBezTo>
                  <a:pt x="49832" y="77187"/>
                  <a:pt x="49982" y="77162"/>
                  <a:pt x="50156" y="77162"/>
                </a:cubicBezTo>
                <a:lnTo>
                  <a:pt x="50230" y="77162"/>
                </a:lnTo>
                <a:cubicBezTo>
                  <a:pt x="50280" y="77162"/>
                  <a:pt x="50380" y="77137"/>
                  <a:pt x="50430" y="77137"/>
                </a:cubicBezTo>
                <a:cubicBezTo>
                  <a:pt x="50479" y="77137"/>
                  <a:pt x="50529" y="77137"/>
                  <a:pt x="50554" y="77113"/>
                </a:cubicBezTo>
                <a:cubicBezTo>
                  <a:pt x="50629" y="77113"/>
                  <a:pt x="50678" y="77063"/>
                  <a:pt x="50753" y="77063"/>
                </a:cubicBezTo>
                <a:lnTo>
                  <a:pt x="50778" y="77063"/>
                </a:lnTo>
                <a:cubicBezTo>
                  <a:pt x="50878" y="77038"/>
                  <a:pt x="50977" y="77038"/>
                  <a:pt x="51052" y="77013"/>
                </a:cubicBezTo>
                <a:lnTo>
                  <a:pt x="51127" y="77013"/>
                </a:lnTo>
                <a:cubicBezTo>
                  <a:pt x="51176" y="77013"/>
                  <a:pt x="51226" y="76988"/>
                  <a:pt x="51276" y="76988"/>
                </a:cubicBezTo>
                <a:cubicBezTo>
                  <a:pt x="51500" y="76938"/>
                  <a:pt x="51724" y="76889"/>
                  <a:pt x="51923" y="76814"/>
                </a:cubicBezTo>
                <a:lnTo>
                  <a:pt x="52023" y="76814"/>
                </a:lnTo>
                <a:cubicBezTo>
                  <a:pt x="52097" y="76814"/>
                  <a:pt x="52122" y="76789"/>
                  <a:pt x="52172" y="76789"/>
                </a:cubicBezTo>
                <a:cubicBezTo>
                  <a:pt x="52222" y="76789"/>
                  <a:pt x="52247" y="76789"/>
                  <a:pt x="52272" y="76764"/>
                </a:cubicBezTo>
                <a:close/>
                <a:moveTo>
                  <a:pt x="89608" y="77337"/>
                </a:moveTo>
                <a:cubicBezTo>
                  <a:pt x="89658" y="77337"/>
                  <a:pt x="89683" y="77337"/>
                  <a:pt x="89683" y="77386"/>
                </a:cubicBezTo>
                <a:cubicBezTo>
                  <a:pt x="89633" y="77411"/>
                  <a:pt x="89633" y="77411"/>
                  <a:pt x="89633" y="77436"/>
                </a:cubicBezTo>
                <a:cubicBezTo>
                  <a:pt x="89608" y="77436"/>
                  <a:pt x="89608" y="77411"/>
                  <a:pt x="89583" y="77411"/>
                </a:cubicBezTo>
                <a:cubicBezTo>
                  <a:pt x="89583" y="77386"/>
                  <a:pt x="89608" y="77386"/>
                  <a:pt x="89608" y="77337"/>
                </a:cubicBezTo>
                <a:close/>
                <a:moveTo>
                  <a:pt x="44057" y="77386"/>
                </a:moveTo>
                <a:lnTo>
                  <a:pt x="44057" y="77486"/>
                </a:lnTo>
                <a:cubicBezTo>
                  <a:pt x="44033" y="77511"/>
                  <a:pt x="44033" y="77536"/>
                  <a:pt x="44008" y="77536"/>
                </a:cubicBezTo>
                <a:cubicBezTo>
                  <a:pt x="44033" y="77486"/>
                  <a:pt x="44057" y="77436"/>
                  <a:pt x="44057" y="77386"/>
                </a:cubicBezTo>
                <a:close/>
                <a:moveTo>
                  <a:pt x="99316" y="77038"/>
                </a:moveTo>
                <a:cubicBezTo>
                  <a:pt x="99415" y="77187"/>
                  <a:pt x="99515" y="77312"/>
                  <a:pt x="99614" y="77486"/>
                </a:cubicBezTo>
                <a:lnTo>
                  <a:pt x="99540" y="77536"/>
                </a:lnTo>
                <a:cubicBezTo>
                  <a:pt x="99490" y="77386"/>
                  <a:pt x="99390" y="77237"/>
                  <a:pt x="99291" y="77113"/>
                </a:cubicBezTo>
                <a:cubicBezTo>
                  <a:pt x="99291" y="77063"/>
                  <a:pt x="99316" y="77063"/>
                  <a:pt x="99316" y="77038"/>
                </a:cubicBezTo>
                <a:close/>
                <a:moveTo>
                  <a:pt x="110616" y="61108"/>
                </a:moveTo>
                <a:lnTo>
                  <a:pt x="110616" y="61108"/>
                </a:lnTo>
                <a:cubicBezTo>
                  <a:pt x="107754" y="66609"/>
                  <a:pt x="104120" y="72159"/>
                  <a:pt x="99863" y="77536"/>
                </a:cubicBezTo>
                <a:cubicBezTo>
                  <a:pt x="99863" y="77511"/>
                  <a:pt x="99814" y="77511"/>
                  <a:pt x="99814" y="77486"/>
                </a:cubicBezTo>
                <a:cubicBezTo>
                  <a:pt x="104095" y="72134"/>
                  <a:pt x="107704" y="66609"/>
                  <a:pt x="110517" y="61182"/>
                </a:cubicBezTo>
                <a:cubicBezTo>
                  <a:pt x="110567" y="61133"/>
                  <a:pt x="110591" y="61133"/>
                  <a:pt x="110616" y="61108"/>
                </a:cubicBezTo>
                <a:close/>
                <a:moveTo>
                  <a:pt x="40896" y="74549"/>
                </a:moveTo>
                <a:cubicBezTo>
                  <a:pt x="40946" y="74574"/>
                  <a:pt x="40996" y="74648"/>
                  <a:pt x="41046" y="74673"/>
                </a:cubicBezTo>
                <a:cubicBezTo>
                  <a:pt x="41270" y="74897"/>
                  <a:pt x="41519" y="75071"/>
                  <a:pt x="41743" y="75295"/>
                </a:cubicBezTo>
                <a:lnTo>
                  <a:pt x="41767" y="75320"/>
                </a:lnTo>
                <a:cubicBezTo>
                  <a:pt x="41892" y="75445"/>
                  <a:pt x="42016" y="75619"/>
                  <a:pt x="42091" y="75744"/>
                </a:cubicBezTo>
                <a:cubicBezTo>
                  <a:pt x="42240" y="75893"/>
                  <a:pt x="42365" y="76042"/>
                  <a:pt x="42440" y="76192"/>
                </a:cubicBezTo>
                <a:cubicBezTo>
                  <a:pt x="41419" y="76689"/>
                  <a:pt x="40398" y="77162"/>
                  <a:pt x="39403" y="77561"/>
                </a:cubicBezTo>
                <a:cubicBezTo>
                  <a:pt x="39876" y="76565"/>
                  <a:pt x="40349" y="75569"/>
                  <a:pt x="40896" y="74549"/>
                </a:cubicBezTo>
                <a:close/>
                <a:moveTo>
                  <a:pt x="99739" y="77610"/>
                </a:moveTo>
                <a:cubicBezTo>
                  <a:pt x="99739" y="77635"/>
                  <a:pt x="99739" y="77660"/>
                  <a:pt x="99764" y="77660"/>
                </a:cubicBezTo>
                <a:lnTo>
                  <a:pt x="99689" y="77710"/>
                </a:lnTo>
                <a:cubicBezTo>
                  <a:pt x="99689" y="77685"/>
                  <a:pt x="99664" y="77685"/>
                  <a:pt x="99664" y="77660"/>
                </a:cubicBezTo>
                <a:lnTo>
                  <a:pt x="99739" y="77610"/>
                </a:lnTo>
                <a:close/>
                <a:moveTo>
                  <a:pt x="40747" y="74424"/>
                </a:moveTo>
                <a:lnTo>
                  <a:pt x="40772" y="74449"/>
                </a:lnTo>
                <a:cubicBezTo>
                  <a:pt x="40174" y="75544"/>
                  <a:pt x="39652" y="76640"/>
                  <a:pt x="39154" y="77685"/>
                </a:cubicBezTo>
                <a:cubicBezTo>
                  <a:pt x="39129" y="77685"/>
                  <a:pt x="39129" y="77685"/>
                  <a:pt x="39079" y="77735"/>
                </a:cubicBezTo>
                <a:cubicBezTo>
                  <a:pt x="39577" y="76615"/>
                  <a:pt x="40150" y="75520"/>
                  <a:pt x="40747" y="74424"/>
                </a:cubicBezTo>
                <a:close/>
                <a:moveTo>
                  <a:pt x="42614" y="76366"/>
                </a:moveTo>
                <a:lnTo>
                  <a:pt x="42614" y="76391"/>
                </a:lnTo>
                <a:lnTo>
                  <a:pt x="42639" y="76416"/>
                </a:lnTo>
                <a:cubicBezTo>
                  <a:pt x="41494" y="76938"/>
                  <a:pt x="40374" y="77436"/>
                  <a:pt x="39278" y="77884"/>
                </a:cubicBezTo>
                <a:cubicBezTo>
                  <a:pt x="39278" y="77859"/>
                  <a:pt x="39278" y="77859"/>
                  <a:pt x="39303" y="77859"/>
                </a:cubicBezTo>
                <a:cubicBezTo>
                  <a:pt x="40398" y="77386"/>
                  <a:pt x="41494" y="76889"/>
                  <a:pt x="42614" y="76366"/>
                </a:cubicBezTo>
                <a:close/>
                <a:moveTo>
                  <a:pt x="62477" y="72085"/>
                </a:moveTo>
                <a:cubicBezTo>
                  <a:pt x="62651" y="72259"/>
                  <a:pt x="62800" y="72433"/>
                  <a:pt x="62950" y="72582"/>
                </a:cubicBezTo>
                <a:cubicBezTo>
                  <a:pt x="60734" y="74449"/>
                  <a:pt x="58445" y="76266"/>
                  <a:pt x="56055" y="77984"/>
                </a:cubicBezTo>
                <a:cubicBezTo>
                  <a:pt x="55856" y="77287"/>
                  <a:pt x="55557" y="76665"/>
                  <a:pt x="55234" y="76067"/>
                </a:cubicBezTo>
                <a:lnTo>
                  <a:pt x="55706" y="75893"/>
                </a:lnTo>
                <a:cubicBezTo>
                  <a:pt x="55756" y="75868"/>
                  <a:pt x="55831" y="75818"/>
                  <a:pt x="55906" y="75793"/>
                </a:cubicBezTo>
                <a:cubicBezTo>
                  <a:pt x="56055" y="75744"/>
                  <a:pt x="56204" y="75669"/>
                  <a:pt x="56354" y="75619"/>
                </a:cubicBezTo>
                <a:cubicBezTo>
                  <a:pt x="56403" y="75569"/>
                  <a:pt x="56478" y="75544"/>
                  <a:pt x="56503" y="75544"/>
                </a:cubicBezTo>
                <a:cubicBezTo>
                  <a:pt x="56528" y="75520"/>
                  <a:pt x="56578" y="75520"/>
                  <a:pt x="56603" y="75495"/>
                </a:cubicBezTo>
                <a:cubicBezTo>
                  <a:pt x="56677" y="75445"/>
                  <a:pt x="56752" y="75420"/>
                  <a:pt x="56827" y="75395"/>
                </a:cubicBezTo>
                <a:lnTo>
                  <a:pt x="56851" y="75395"/>
                </a:lnTo>
                <a:cubicBezTo>
                  <a:pt x="56876" y="75370"/>
                  <a:pt x="56951" y="75370"/>
                  <a:pt x="56976" y="75320"/>
                </a:cubicBezTo>
                <a:cubicBezTo>
                  <a:pt x="57100" y="75271"/>
                  <a:pt x="57250" y="75196"/>
                  <a:pt x="57374" y="75121"/>
                </a:cubicBezTo>
                <a:cubicBezTo>
                  <a:pt x="57374" y="75121"/>
                  <a:pt x="57424" y="75121"/>
                  <a:pt x="57424" y="75071"/>
                </a:cubicBezTo>
                <a:cubicBezTo>
                  <a:pt x="57449" y="75071"/>
                  <a:pt x="57474" y="75047"/>
                  <a:pt x="57474" y="75047"/>
                </a:cubicBezTo>
                <a:cubicBezTo>
                  <a:pt x="57573" y="75022"/>
                  <a:pt x="57648" y="74947"/>
                  <a:pt x="57748" y="74922"/>
                </a:cubicBezTo>
                <a:cubicBezTo>
                  <a:pt x="57947" y="74823"/>
                  <a:pt x="58146" y="74698"/>
                  <a:pt x="58345" y="74623"/>
                </a:cubicBezTo>
                <a:cubicBezTo>
                  <a:pt x="58345" y="74623"/>
                  <a:pt x="58370" y="74623"/>
                  <a:pt x="58370" y="74574"/>
                </a:cubicBezTo>
                <a:cubicBezTo>
                  <a:pt x="58469" y="74524"/>
                  <a:pt x="58594" y="74499"/>
                  <a:pt x="58693" y="74424"/>
                </a:cubicBezTo>
                <a:cubicBezTo>
                  <a:pt x="58718" y="74424"/>
                  <a:pt x="58743" y="74399"/>
                  <a:pt x="58743" y="74399"/>
                </a:cubicBezTo>
                <a:cubicBezTo>
                  <a:pt x="58942" y="74300"/>
                  <a:pt x="59092" y="74200"/>
                  <a:pt x="59291" y="74126"/>
                </a:cubicBezTo>
                <a:lnTo>
                  <a:pt x="59316" y="74126"/>
                </a:lnTo>
                <a:cubicBezTo>
                  <a:pt x="59440" y="74051"/>
                  <a:pt x="59540" y="74001"/>
                  <a:pt x="59664" y="73926"/>
                </a:cubicBezTo>
                <a:cubicBezTo>
                  <a:pt x="59838" y="73802"/>
                  <a:pt x="60038" y="73702"/>
                  <a:pt x="60237" y="73578"/>
                </a:cubicBezTo>
                <a:cubicBezTo>
                  <a:pt x="60286" y="73553"/>
                  <a:pt x="60336" y="73528"/>
                  <a:pt x="60361" y="73503"/>
                </a:cubicBezTo>
                <a:cubicBezTo>
                  <a:pt x="60461" y="73429"/>
                  <a:pt x="60560" y="73404"/>
                  <a:pt x="60610" y="73329"/>
                </a:cubicBezTo>
                <a:cubicBezTo>
                  <a:pt x="60809" y="73205"/>
                  <a:pt x="60983" y="73080"/>
                  <a:pt x="61183" y="73006"/>
                </a:cubicBezTo>
                <a:cubicBezTo>
                  <a:pt x="61307" y="72906"/>
                  <a:pt x="61456" y="72806"/>
                  <a:pt x="61581" y="72707"/>
                </a:cubicBezTo>
                <a:lnTo>
                  <a:pt x="62153" y="72333"/>
                </a:lnTo>
                <a:cubicBezTo>
                  <a:pt x="62278" y="72259"/>
                  <a:pt x="62402" y="72184"/>
                  <a:pt x="62477" y="72085"/>
                </a:cubicBezTo>
                <a:close/>
                <a:moveTo>
                  <a:pt x="39029" y="77934"/>
                </a:moveTo>
                <a:lnTo>
                  <a:pt x="39029" y="77959"/>
                </a:lnTo>
                <a:lnTo>
                  <a:pt x="39029" y="78009"/>
                </a:lnTo>
                <a:cubicBezTo>
                  <a:pt x="39017" y="78021"/>
                  <a:pt x="38998" y="78027"/>
                  <a:pt x="38983" y="78027"/>
                </a:cubicBezTo>
                <a:cubicBezTo>
                  <a:pt x="38967" y="78027"/>
                  <a:pt x="38955" y="78021"/>
                  <a:pt x="38955" y="78009"/>
                </a:cubicBezTo>
                <a:cubicBezTo>
                  <a:pt x="38955" y="77959"/>
                  <a:pt x="38955" y="77959"/>
                  <a:pt x="39005" y="77959"/>
                </a:cubicBezTo>
                <a:cubicBezTo>
                  <a:pt x="39005" y="77959"/>
                  <a:pt x="39029" y="77959"/>
                  <a:pt x="39029" y="77934"/>
                </a:cubicBezTo>
                <a:close/>
                <a:moveTo>
                  <a:pt x="55084" y="76142"/>
                </a:moveTo>
                <a:cubicBezTo>
                  <a:pt x="55383" y="76764"/>
                  <a:pt x="55706" y="77386"/>
                  <a:pt x="56055" y="78009"/>
                </a:cubicBezTo>
                <a:lnTo>
                  <a:pt x="56005" y="78034"/>
                </a:lnTo>
                <a:cubicBezTo>
                  <a:pt x="55632" y="77411"/>
                  <a:pt x="55333" y="76789"/>
                  <a:pt x="55010" y="76167"/>
                </a:cubicBezTo>
                <a:cubicBezTo>
                  <a:pt x="55059" y="76167"/>
                  <a:pt x="55059" y="76167"/>
                  <a:pt x="55084" y="76142"/>
                </a:cubicBezTo>
                <a:close/>
                <a:moveTo>
                  <a:pt x="44505" y="77212"/>
                </a:moveTo>
                <a:lnTo>
                  <a:pt x="44530" y="77262"/>
                </a:lnTo>
                <a:lnTo>
                  <a:pt x="44555" y="77287"/>
                </a:lnTo>
                <a:cubicBezTo>
                  <a:pt x="44505" y="77486"/>
                  <a:pt x="44431" y="77760"/>
                  <a:pt x="44381" y="78058"/>
                </a:cubicBezTo>
                <a:lnTo>
                  <a:pt x="44356" y="78034"/>
                </a:lnTo>
                <a:cubicBezTo>
                  <a:pt x="44356" y="78034"/>
                  <a:pt x="44356" y="78009"/>
                  <a:pt x="44306" y="78009"/>
                </a:cubicBezTo>
                <a:cubicBezTo>
                  <a:pt x="44306" y="77934"/>
                  <a:pt x="44356" y="77884"/>
                  <a:pt x="44356" y="77834"/>
                </a:cubicBezTo>
                <a:lnTo>
                  <a:pt x="44431" y="77461"/>
                </a:lnTo>
                <a:cubicBezTo>
                  <a:pt x="44481" y="77386"/>
                  <a:pt x="44481" y="77312"/>
                  <a:pt x="44505" y="77212"/>
                </a:cubicBezTo>
                <a:close/>
                <a:moveTo>
                  <a:pt x="63199" y="72657"/>
                </a:moveTo>
                <a:cubicBezTo>
                  <a:pt x="63199" y="72682"/>
                  <a:pt x="63224" y="72682"/>
                  <a:pt x="63224" y="72707"/>
                </a:cubicBezTo>
                <a:cubicBezTo>
                  <a:pt x="60983" y="74623"/>
                  <a:pt x="58693" y="76416"/>
                  <a:pt x="56304" y="78133"/>
                </a:cubicBezTo>
                <a:cubicBezTo>
                  <a:pt x="56304" y="78083"/>
                  <a:pt x="56254" y="78083"/>
                  <a:pt x="56254" y="78058"/>
                </a:cubicBezTo>
                <a:cubicBezTo>
                  <a:pt x="58669" y="76366"/>
                  <a:pt x="60983" y="74524"/>
                  <a:pt x="63199" y="72657"/>
                </a:cubicBezTo>
                <a:close/>
                <a:moveTo>
                  <a:pt x="3584" y="65936"/>
                </a:moveTo>
                <a:cubicBezTo>
                  <a:pt x="4207" y="68102"/>
                  <a:pt x="5526" y="70317"/>
                  <a:pt x="7467" y="72433"/>
                </a:cubicBezTo>
                <a:cubicBezTo>
                  <a:pt x="5551" y="74175"/>
                  <a:pt x="4033" y="76142"/>
                  <a:pt x="2912" y="78258"/>
                </a:cubicBezTo>
                <a:cubicBezTo>
                  <a:pt x="2240" y="75495"/>
                  <a:pt x="2141" y="72433"/>
                  <a:pt x="2539" y="69172"/>
                </a:cubicBezTo>
                <a:cubicBezTo>
                  <a:pt x="2838" y="68102"/>
                  <a:pt x="3186" y="67032"/>
                  <a:pt x="3584" y="65936"/>
                </a:cubicBezTo>
                <a:close/>
                <a:moveTo>
                  <a:pt x="43809" y="78158"/>
                </a:moveTo>
                <a:cubicBezTo>
                  <a:pt x="43858" y="78183"/>
                  <a:pt x="43858" y="78233"/>
                  <a:pt x="43858" y="78258"/>
                </a:cubicBezTo>
                <a:cubicBezTo>
                  <a:pt x="43809" y="78233"/>
                  <a:pt x="43809" y="78183"/>
                  <a:pt x="43809" y="78158"/>
                </a:cubicBezTo>
                <a:close/>
                <a:moveTo>
                  <a:pt x="18967" y="72931"/>
                </a:moveTo>
                <a:cubicBezTo>
                  <a:pt x="18121" y="74798"/>
                  <a:pt x="17349" y="76665"/>
                  <a:pt x="16652" y="78506"/>
                </a:cubicBezTo>
                <a:cubicBezTo>
                  <a:pt x="15557" y="77984"/>
                  <a:pt x="14537" y="77411"/>
                  <a:pt x="13516" y="76789"/>
                </a:cubicBezTo>
                <a:cubicBezTo>
                  <a:pt x="13616" y="76739"/>
                  <a:pt x="13665" y="76640"/>
                  <a:pt x="13765" y="76565"/>
                </a:cubicBezTo>
                <a:cubicBezTo>
                  <a:pt x="13889" y="76440"/>
                  <a:pt x="14014" y="76316"/>
                  <a:pt x="14138" y="76241"/>
                </a:cubicBezTo>
                <a:lnTo>
                  <a:pt x="14611" y="75868"/>
                </a:lnTo>
                <a:cubicBezTo>
                  <a:pt x="14761" y="75744"/>
                  <a:pt x="14885" y="75619"/>
                  <a:pt x="15034" y="75520"/>
                </a:cubicBezTo>
                <a:cubicBezTo>
                  <a:pt x="15184" y="75395"/>
                  <a:pt x="15308" y="75295"/>
                  <a:pt x="15482" y="75171"/>
                </a:cubicBezTo>
                <a:lnTo>
                  <a:pt x="15930" y="74798"/>
                </a:lnTo>
                <a:cubicBezTo>
                  <a:pt x="16055" y="74698"/>
                  <a:pt x="16229" y="74623"/>
                  <a:pt x="16354" y="74524"/>
                </a:cubicBezTo>
                <a:cubicBezTo>
                  <a:pt x="16528" y="74399"/>
                  <a:pt x="16677" y="74275"/>
                  <a:pt x="16876" y="74151"/>
                </a:cubicBezTo>
                <a:cubicBezTo>
                  <a:pt x="17001" y="74051"/>
                  <a:pt x="17125" y="74001"/>
                  <a:pt x="17250" y="73926"/>
                </a:cubicBezTo>
                <a:cubicBezTo>
                  <a:pt x="17424" y="73802"/>
                  <a:pt x="17648" y="73678"/>
                  <a:pt x="17847" y="73553"/>
                </a:cubicBezTo>
                <a:cubicBezTo>
                  <a:pt x="17922" y="73503"/>
                  <a:pt x="18046" y="73429"/>
                  <a:pt x="18146" y="73379"/>
                </a:cubicBezTo>
                <a:lnTo>
                  <a:pt x="18793" y="73006"/>
                </a:lnTo>
                <a:cubicBezTo>
                  <a:pt x="18868" y="72956"/>
                  <a:pt x="18893" y="72931"/>
                  <a:pt x="18967" y="72931"/>
                </a:cubicBezTo>
                <a:close/>
                <a:moveTo>
                  <a:pt x="2215" y="70292"/>
                </a:moveTo>
                <a:cubicBezTo>
                  <a:pt x="1967" y="73205"/>
                  <a:pt x="2141" y="75992"/>
                  <a:pt x="2738" y="78531"/>
                </a:cubicBezTo>
                <a:cubicBezTo>
                  <a:pt x="2713" y="78556"/>
                  <a:pt x="2713" y="78581"/>
                  <a:pt x="2713" y="78631"/>
                </a:cubicBezTo>
                <a:cubicBezTo>
                  <a:pt x="2116" y="76167"/>
                  <a:pt x="1942" y="73454"/>
                  <a:pt x="2116" y="70591"/>
                </a:cubicBezTo>
                <a:cubicBezTo>
                  <a:pt x="2141" y="70492"/>
                  <a:pt x="2191" y="70392"/>
                  <a:pt x="2215" y="70292"/>
                </a:cubicBezTo>
                <a:close/>
                <a:moveTo>
                  <a:pt x="19365" y="72757"/>
                </a:moveTo>
                <a:cubicBezTo>
                  <a:pt x="18420" y="74698"/>
                  <a:pt x="17598" y="76665"/>
                  <a:pt x="16901" y="78631"/>
                </a:cubicBezTo>
                <a:cubicBezTo>
                  <a:pt x="16876" y="78631"/>
                  <a:pt x="16876" y="78581"/>
                  <a:pt x="16851" y="78581"/>
                </a:cubicBezTo>
                <a:cubicBezTo>
                  <a:pt x="17548" y="76665"/>
                  <a:pt x="18370" y="74723"/>
                  <a:pt x="19266" y="72782"/>
                </a:cubicBezTo>
                <a:cubicBezTo>
                  <a:pt x="19291" y="72782"/>
                  <a:pt x="19316" y="72757"/>
                  <a:pt x="19365" y="72757"/>
                </a:cubicBezTo>
                <a:close/>
                <a:moveTo>
                  <a:pt x="7592" y="72582"/>
                </a:moveTo>
                <a:lnTo>
                  <a:pt x="7642" y="72632"/>
                </a:lnTo>
                <a:cubicBezTo>
                  <a:pt x="5650" y="74424"/>
                  <a:pt x="4082" y="76440"/>
                  <a:pt x="2987" y="78656"/>
                </a:cubicBezTo>
                <a:cubicBezTo>
                  <a:pt x="2987" y="78631"/>
                  <a:pt x="2987" y="78581"/>
                  <a:pt x="2962" y="78581"/>
                </a:cubicBezTo>
                <a:cubicBezTo>
                  <a:pt x="4057" y="76416"/>
                  <a:pt x="5650" y="74399"/>
                  <a:pt x="7592" y="72582"/>
                </a:cubicBezTo>
                <a:close/>
                <a:moveTo>
                  <a:pt x="13416" y="76938"/>
                </a:moveTo>
                <a:lnTo>
                  <a:pt x="13416" y="76938"/>
                </a:lnTo>
                <a:cubicBezTo>
                  <a:pt x="14437" y="77561"/>
                  <a:pt x="15507" y="78158"/>
                  <a:pt x="16603" y="78681"/>
                </a:cubicBezTo>
                <a:cubicBezTo>
                  <a:pt x="16603" y="78730"/>
                  <a:pt x="16603" y="78730"/>
                  <a:pt x="16553" y="78755"/>
                </a:cubicBezTo>
                <a:cubicBezTo>
                  <a:pt x="15557" y="78282"/>
                  <a:pt x="14611" y="77760"/>
                  <a:pt x="13690" y="77187"/>
                </a:cubicBezTo>
                <a:cubicBezTo>
                  <a:pt x="13616" y="77088"/>
                  <a:pt x="13516" y="77038"/>
                  <a:pt x="13416" y="76938"/>
                </a:cubicBezTo>
                <a:close/>
                <a:moveTo>
                  <a:pt x="16777" y="78755"/>
                </a:moveTo>
                <a:cubicBezTo>
                  <a:pt x="16802" y="78755"/>
                  <a:pt x="16802" y="78780"/>
                  <a:pt x="16851" y="78780"/>
                </a:cubicBezTo>
                <a:cubicBezTo>
                  <a:pt x="16851" y="78805"/>
                  <a:pt x="16802" y="78805"/>
                  <a:pt x="16802" y="78855"/>
                </a:cubicBezTo>
                <a:cubicBezTo>
                  <a:pt x="16777" y="78855"/>
                  <a:pt x="16752" y="78855"/>
                  <a:pt x="16752" y="78805"/>
                </a:cubicBezTo>
                <a:cubicBezTo>
                  <a:pt x="16752" y="78780"/>
                  <a:pt x="16777" y="78780"/>
                  <a:pt x="16777" y="78755"/>
                </a:cubicBezTo>
                <a:close/>
                <a:moveTo>
                  <a:pt x="54835" y="76192"/>
                </a:moveTo>
                <a:cubicBezTo>
                  <a:pt x="55134" y="76814"/>
                  <a:pt x="55482" y="77486"/>
                  <a:pt x="55831" y="78133"/>
                </a:cubicBezTo>
                <a:cubicBezTo>
                  <a:pt x="55458" y="78407"/>
                  <a:pt x="55084" y="78656"/>
                  <a:pt x="54711" y="78905"/>
                </a:cubicBezTo>
                <a:cubicBezTo>
                  <a:pt x="54138" y="78233"/>
                  <a:pt x="53591" y="77511"/>
                  <a:pt x="52968" y="76864"/>
                </a:cubicBezTo>
                <a:cubicBezTo>
                  <a:pt x="53018" y="76814"/>
                  <a:pt x="53093" y="76814"/>
                  <a:pt x="53143" y="76789"/>
                </a:cubicBezTo>
                <a:cubicBezTo>
                  <a:pt x="53192" y="76789"/>
                  <a:pt x="53192" y="76789"/>
                  <a:pt x="53217" y="76764"/>
                </a:cubicBezTo>
                <a:cubicBezTo>
                  <a:pt x="53367" y="76714"/>
                  <a:pt x="53491" y="76665"/>
                  <a:pt x="53641" y="76615"/>
                </a:cubicBezTo>
                <a:lnTo>
                  <a:pt x="53690" y="76615"/>
                </a:lnTo>
                <a:cubicBezTo>
                  <a:pt x="53740" y="76565"/>
                  <a:pt x="53840" y="76565"/>
                  <a:pt x="53889" y="76540"/>
                </a:cubicBezTo>
                <a:cubicBezTo>
                  <a:pt x="53964" y="76515"/>
                  <a:pt x="54014" y="76515"/>
                  <a:pt x="54089" y="76490"/>
                </a:cubicBezTo>
                <a:lnTo>
                  <a:pt x="54537" y="76291"/>
                </a:lnTo>
                <a:cubicBezTo>
                  <a:pt x="54586" y="76291"/>
                  <a:pt x="54586" y="76291"/>
                  <a:pt x="54611" y="76266"/>
                </a:cubicBezTo>
                <a:cubicBezTo>
                  <a:pt x="54661" y="76241"/>
                  <a:pt x="54736" y="76241"/>
                  <a:pt x="54786" y="76192"/>
                </a:cubicBezTo>
                <a:close/>
                <a:moveTo>
                  <a:pt x="52769" y="76913"/>
                </a:moveTo>
                <a:cubicBezTo>
                  <a:pt x="53392" y="77561"/>
                  <a:pt x="53989" y="78282"/>
                  <a:pt x="54561" y="79054"/>
                </a:cubicBezTo>
                <a:cubicBezTo>
                  <a:pt x="54512" y="79054"/>
                  <a:pt x="54512" y="79104"/>
                  <a:pt x="54487" y="79104"/>
                </a:cubicBezTo>
                <a:cubicBezTo>
                  <a:pt x="53939" y="78357"/>
                  <a:pt x="53342" y="77610"/>
                  <a:pt x="52695" y="76938"/>
                </a:cubicBezTo>
                <a:cubicBezTo>
                  <a:pt x="52720" y="76913"/>
                  <a:pt x="52744" y="76913"/>
                  <a:pt x="52769" y="76913"/>
                </a:cubicBezTo>
                <a:close/>
                <a:moveTo>
                  <a:pt x="14487" y="77809"/>
                </a:moveTo>
                <a:lnTo>
                  <a:pt x="14487" y="77809"/>
                </a:lnTo>
                <a:cubicBezTo>
                  <a:pt x="15134" y="78233"/>
                  <a:pt x="15806" y="78581"/>
                  <a:pt x="16528" y="78930"/>
                </a:cubicBezTo>
                <a:cubicBezTo>
                  <a:pt x="16503" y="79004"/>
                  <a:pt x="16503" y="79054"/>
                  <a:pt x="16478" y="79129"/>
                </a:cubicBezTo>
                <a:cubicBezTo>
                  <a:pt x="16403" y="79104"/>
                  <a:pt x="16329" y="79054"/>
                  <a:pt x="16279" y="79004"/>
                </a:cubicBezTo>
                <a:cubicBezTo>
                  <a:pt x="16055" y="78880"/>
                  <a:pt x="15806" y="78755"/>
                  <a:pt x="15607" y="78631"/>
                </a:cubicBezTo>
                <a:cubicBezTo>
                  <a:pt x="15607" y="78631"/>
                  <a:pt x="15557" y="78631"/>
                  <a:pt x="15557" y="78606"/>
                </a:cubicBezTo>
                <a:cubicBezTo>
                  <a:pt x="15383" y="78482"/>
                  <a:pt x="15234" y="78357"/>
                  <a:pt x="15034" y="78233"/>
                </a:cubicBezTo>
                <a:cubicBezTo>
                  <a:pt x="14860" y="78108"/>
                  <a:pt x="14661" y="77984"/>
                  <a:pt x="14487" y="77809"/>
                </a:cubicBezTo>
                <a:close/>
                <a:moveTo>
                  <a:pt x="55931" y="78307"/>
                </a:moveTo>
                <a:cubicBezTo>
                  <a:pt x="55931" y="78357"/>
                  <a:pt x="55955" y="78357"/>
                  <a:pt x="55955" y="78382"/>
                </a:cubicBezTo>
                <a:cubicBezTo>
                  <a:pt x="55582" y="78631"/>
                  <a:pt x="55209" y="78880"/>
                  <a:pt x="54860" y="79129"/>
                </a:cubicBezTo>
                <a:cubicBezTo>
                  <a:pt x="54835" y="79129"/>
                  <a:pt x="54835" y="79104"/>
                  <a:pt x="54810" y="79104"/>
                </a:cubicBezTo>
                <a:cubicBezTo>
                  <a:pt x="55184" y="78855"/>
                  <a:pt x="55557" y="78581"/>
                  <a:pt x="55931" y="78307"/>
                </a:cubicBezTo>
                <a:close/>
                <a:moveTo>
                  <a:pt x="16691" y="79018"/>
                </a:moveTo>
                <a:cubicBezTo>
                  <a:pt x="16708" y="79018"/>
                  <a:pt x="16735" y="79029"/>
                  <a:pt x="16752" y="79029"/>
                </a:cubicBezTo>
                <a:cubicBezTo>
                  <a:pt x="16727" y="79104"/>
                  <a:pt x="16677" y="79154"/>
                  <a:pt x="16677" y="79253"/>
                </a:cubicBezTo>
                <a:cubicBezTo>
                  <a:pt x="16652" y="79253"/>
                  <a:pt x="16652" y="79203"/>
                  <a:pt x="16627" y="79203"/>
                </a:cubicBezTo>
                <a:cubicBezTo>
                  <a:pt x="16652" y="79154"/>
                  <a:pt x="16677" y="79104"/>
                  <a:pt x="16677" y="79029"/>
                </a:cubicBezTo>
                <a:cubicBezTo>
                  <a:pt x="16677" y="79021"/>
                  <a:pt x="16683" y="79018"/>
                  <a:pt x="16691" y="79018"/>
                </a:cubicBezTo>
                <a:close/>
                <a:moveTo>
                  <a:pt x="22776" y="71288"/>
                </a:moveTo>
                <a:cubicBezTo>
                  <a:pt x="23672" y="72184"/>
                  <a:pt x="24792" y="72931"/>
                  <a:pt x="26086" y="73454"/>
                </a:cubicBezTo>
                <a:cubicBezTo>
                  <a:pt x="23273" y="74723"/>
                  <a:pt x="20635" y="76714"/>
                  <a:pt x="18444" y="79278"/>
                </a:cubicBezTo>
                <a:cubicBezTo>
                  <a:pt x="17996" y="79079"/>
                  <a:pt x="17524" y="78880"/>
                  <a:pt x="17051" y="78656"/>
                </a:cubicBezTo>
                <a:cubicBezTo>
                  <a:pt x="17772" y="76665"/>
                  <a:pt x="18644" y="74648"/>
                  <a:pt x="19614" y="72582"/>
                </a:cubicBezTo>
                <a:cubicBezTo>
                  <a:pt x="19664" y="72557"/>
                  <a:pt x="19764" y="72508"/>
                  <a:pt x="19813" y="72458"/>
                </a:cubicBezTo>
                <a:cubicBezTo>
                  <a:pt x="19913" y="72433"/>
                  <a:pt x="19988" y="72408"/>
                  <a:pt x="20062" y="72333"/>
                </a:cubicBezTo>
                <a:cubicBezTo>
                  <a:pt x="20336" y="72209"/>
                  <a:pt x="20560" y="72134"/>
                  <a:pt x="20859" y="72010"/>
                </a:cubicBezTo>
                <a:cubicBezTo>
                  <a:pt x="20909" y="71960"/>
                  <a:pt x="21008" y="71935"/>
                  <a:pt x="21058" y="71910"/>
                </a:cubicBezTo>
                <a:cubicBezTo>
                  <a:pt x="21357" y="71786"/>
                  <a:pt x="21606" y="71686"/>
                  <a:pt x="21879" y="71587"/>
                </a:cubicBezTo>
                <a:cubicBezTo>
                  <a:pt x="21929" y="71562"/>
                  <a:pt x="22004" y="71562"/>
                  <a:pt x="22054" y="71537"/>
                </a:cubicBezTo>
                <a:cubicBezTo>
                  <a:pt x="22303" y="71437"/>
                  <a:pt x="22527" y="71388"/>
                  <a:pt x="22776" y="71288"/>
                </a:cubicBezTo>
                <a:close/>
                <a:moveTo>
                  <a:pt x="54636" y="79203"/>
                </a:moveTo>
                <a:cubicBezTo>
                  <a:pt x="54686" y="79203"/>
                  <a:pt x="54686" y="79203"/>
                  <a:pt x="54686" y="79253"/>
                </a:cubicBezTo>
                <a:cubicBezTo>
                  <a:pt x="54636" y="79253"/>
                  <a:pt x="54636" y="79278"/>
                  <a:pt x="54611" y="79278"/>
                </a:cubicBezTo>
                <a:lnTo>
                  <a:pt x="54586" y="79253"/>
                </a:lnTo>
                <a:cubicBezTo>
                  <a:pt x="54611" y="79253"/>
                  <a:pt x="54611" y="79203"/>
                  <a:pt x="54636" y="79203"/>
                </a:cubicBezTo>
                <a:close/>
                <a:moveTo>
                  <a:pt x="44057" y="78805"/>
                </a:moveTo>
                <a:cubicBezTo>
                  <a:pt x="44057" y="78880"/>
                  <a:pt x="44107" y="78930"/>
                  <a:pt x="44132" y="79004"/>
                </a:cubicBezTo>
                <a:cubicBezTo>
                  <a:pt x="44157" y="79104"/>
                  <a:pt x="44157" y="79178"/>
                  <a:pt x="44182" y="79278"/>
                </a:cubicBezTo>
                <a:lnTo>
                  <a:pt x="44182" y="79328"/>
                </a:lnTo>
                <a:lnTo>
                  <a:pt x="44132" y="79328"/>
                </a:lnTo>
                <a:cubicBezTo>
                  <a:pt x="44107" y="79178"/>
                  <a:pt x="44107" y="79054"/>
                  <a:pt x="44057" y="78905"/>
                </a:cubicBezTo>
                <a:lnTo>
                  <a:pt x="44057" y="78805"/>
                </a:lnTo>
                <a:close/>
                <a:moveTo>
                  <a:pt x="13292" y="77162"/>
                </a:moveTo>
                <a:cubicBezTo>
                  <a:pt x="13317" y="77187"/>
                  <a:pt x="13367" y="77187"/>
                  <a:pt x="13416" y="77237"/>
                </a:cubicBezTo>
                <a:lnTo>
                  <a:pt x="13441" y="77262"/>
                </a:lnTo>
                <a:cubicBezTo>
                  <a:pt x="13466" y="77287"/>
                  <a:pt x="13516" y="77287"/>
                  <a:pt x="13516" y="77312"/>
                </a:cubicBezTo>
                <a:cubicBezTo>
                  <a:pt x="13690" y="77511"/>
                  <a:pt x="13889" y="77660"/>
                  <a:pt x="14064" y="77809"/>
                </a:cubicBezTo>
                <a:cubicBezTo>
                  <a:pt x="14138" y="77859"/>
                  <a:pt x="14188" y="77909"/>
                  <a:pt x="14238" y="77934"/>
                </a:cubicBezTo>
                <a:lnTo>
                  <a:pt x="14263" y="77984"/>
                </a:lnTo>
                <a:lnTo>
                  <a:pt x="14313" y="78034"/>
                </a:lnTo>
                <a:cubicBezTo>
                  <a:pt x="14537" y="78183"/>
                  <a:pt x="14761" y="78382"/>
                  <a:pt x="14960" y="78531"/>
                </a:cubicBezTo>
                <a:cubicBezTo>
                  <a:pt x="15059" y="78606"/>
                  <a:pt x="15134" y="78631"/>
                  <a:pt x="15209" y="78681"/>
                </a:cubicBezTo>
                <a:cubicBezTo>
                  <a:pt x="15258" y="78730"/>
                  <a:pt x="15283" y="78730"/>
                  <a:pt x="15308" y="78755"/>
                </a:cubicBezTo>
                <a:lnTo>
                  <a:pt x="15333" y="78780"/>
                </a:lnTo>
                <a:lnTo>
                  <a:pt x="15383" y="78780"/>
                </a:lnTo>
                <a:cubicBezTo>
                  <a:pt x="15408" y="78780"/>
                  <a:pt x="15408" y="78805"/>
                  <a:pt x="15433" y="78805"/>
                </a:cubicBezTo>
                <a:cubicBezTo>
                  <a:pt x="15582" y="78905"/>
                  <a:pt x="15781" y="79029"/>
                  <a:pt x="15930" y="79129"/>
                </a:cubicBezTo>
                <a:cubicBezTo>
                  <a:pt x="16030" y="79154"/>
                  <a:pt x="16080" y="79228"/>
                  <a:pt x="16179" y="79253"/>
                </a:cubicBezTo>
                <a:cubicBezTo>
                  <a:pt x="16254" y="79278"/>
                  <a:pt x="16279" y="79303"/>
                  <a:pt x="16329" y="79303"/>
                </a:cubicBezTo>
                <a:lnTo>
                  <a:pt x="16329" y="79353"/>
                </a:lnTo>
                <a:lnTo>
                  <a:pt x="16329" y="79378"/>
                </a:lnTo>
                <a:cubicBezTo>
                  <a:pt x="16005" y="79178"/>
                  <a:pt x="15657" y="79029"/>
                  <a:pt x="15333" y="78805"/>
                </a:cubicBezTo>
                <a:cubicBezTo>
                  <a:pt x="15308" y="78805"/>
                  <a:pt x="15308" y="78780"/>
                  <a:pt x="15283" y="78780"/>
                </a:cubicBezTo>
                <a:cubicBezTo>
                  <a:pt x="14561" y="78307"/>
                  <a:pt x="13889" y="77785"/>
                  <a:pt x="13292" y="77162"/>
                </a:cubicBezTo>
                <a:close/>
                <a:moveTo>
                  <a:pt x="3236" y="62327"/>
                </a:moveTo>
                <a:lnTo>
                  <a:pt x="3236" y="62377"/>
                </a:lnTo>
                <a:lnTo>
                  <a:pt x="3236" y="62477"/>
                </a:lnTo>
                <a:lnTo>
                  <a:pt x="3236" y="62551"/>
                </a:lnTo>
                <a:cubicBezTo>
                  <a:pt x="3186" y="62750"/>
                  <a:pt x="3087" y="62999"/>
                  <a:pt x="3012" y="63223"/>
                </a:cubicBezTo>
                <a:cubicBezTo>
                  <a:pt x="2141" y="65986"/>
                  <a:pt x="1494" y="68799"/>
                  <a:pt x="1021" y="71537"/>
                </a:cubicBezTo>
                <a:cubicBezTo>
                  <a:pt x="622" y="73902"/>
                  <a:pt x="473" y="76142"/>
                  <a:pt x="398" y="78108"/>
                </a:cubicBezTo>
                <a:cubicBezTo>
                  <a:pt x="349" y="78357"/>
                  <a:pt x="324" y="78556"/>
                  <a:pt x="324" y="78805"/>
                </a:cubicBezTo>
                <a:lnTo>
                  <a:pt x="324" y="78880"/>
                </a:lnTo>
                <a:cubicBezTo>
                  <a:pt x="324" y="79054"/>
                  <a:pt x="299" y="79253"/>
                  <a:pt x="299" y="79403"/>
                </a:cubicBezTo>
                <a:lnTo>
                  <a:pt x="299" y="79129"/>
                </a:lnTo>
                <a:cubicBezTo>
                  <a:pt x="299" y="78432"/>
                  <a:pt x="324" y="77735"/>
                  <a:pt x="349" y="76988"/>
                </a:cubicBezTo>
                <a:lnTo>
                  <a:pt x="349" y="76913"/>
                </a:lnTo>
                <a:cubicBezTo>
                  <a:pt x="423" y="76017"/>
                  <a:pt x="498" y="74947"/>
                  <a:pt x="598" y="73951"/>
                </a:cubicBezTo>
                <a:cubicBezTo>
                  <a:pt x="697" y="73180"/>
                  <a:pt x="797" y="72383"/>
                  <a:pt x="946" y="71537"/>
                </a:cubicBezTo>
                <a:lnTo>
                  <a:pt x="946" y="71512"/>
                </a:lnTo>
                <a:cubicBezTo>
                  <a:pt x="996" y="71213"/>
                  <a:pt x="1070" y="70890"/>
                  <a:pt x="1120" y="70541"/>
                </a:cubicBezTo>
                <a:cubicBezTo>
                  <a:pt x="1195" y="70143"/>
                  <a:pt x="1295" y="69770"/>
                  <a:pt x="1344" y="69347"/>
                </a:cubicBezTo>
                <a:cubicBezTo>
                  <a:pt x="1743" y="67330"/>
                  <a:pt x="2315" y="65289"/>
                  <a:pt x="2937" y="63223"/>
                </a:cubicBezTo>
                <a:lnTo>
                  <a:pt x="2937" y="63198"/>
                </a:lnTo>
                <a:cubicBezTo>
                  <a:pt x="3012" y="62925"/>
                  <a:pt x="3112" y="62626"/>
                  <a:pt x="3236" y="62327"/>
                </a:cubicBezTo>
                <a:close/>
                <a:moveTo>
                  <a:pt x="26335" y="73578"/>
                </a:moveTo>
                <a:cubicBezTo>
                  <a:pt x="26360" y="73578"/>
                  <a:pt x="26385" y="73603"/>
                  <a:pt x="26435" y="73603"/>
                </a:cubicBezTo>
                <a:cubicBezTo>
                  <a:pt x="23597" y="74847"/>
                  <a:pt x="20958" y="76814"/>
                  <a:pt x="18743" y="79403"/>
                </a:cubicBezTo>
                <a:cubicBezTo>
                  <a:pt x="18668" y="79403"/>
                  <a:pt x="18644" y="79403"/>
                  <a:pt x="18644" y="79378"/>
                </a:cubicBezTo>
                <a:cubicBezTo>
                  <a:pt x="20859" y="76789"/>
                  <a:pt x="23497" y="74823"/>
                  <a:pt x="26335" y="73578"/>
                </a:cubicBezTo>
                <a:close/>
                <a:moveTo>
                  <a:pt x="1967" y="70292"/>
                </a:moveTo>
                <a:cubicBezTo>
                  <a:pt x="1967" y="70392"/>
                  <a:pt x="1967" y="70467"/>
                  <a:pt x="1942" y="70591"/>
                </a:cubicBezTo>
                <a:cubicBezTo>
                  <a:pt x="1120" y="73653"/>
                  <a:pt x="672" y="76615"/>
                  <a:pt x="498" y="79427"/>
                </a:cubicBezTo>
                <a:lnTo>
                  <a:pt x="498" y="79427"/>
                </a:lnTo>
                <a:cubicBezTo>
                  <a:pt x="498" y="79004"/>
                  <a:pt x="498" y="78531"/>
                  <a:pt x="548" y="78058"/>
                </a:cubicBezTo>
                <a:cubicBezTo>
                  <a:pt x="797" y="75544"/>
                  <a:pt x="1245" y="72956"/>
                  <a:pt x="1967" y="70292"/>
                </a:cubicBezTo>
                <a:close/>
                <a:moveTo>
                  <a:pt x="16503" y="79403"/>
                </a:moveTo>
                <a:cubicBezTo>
                  <a:pt x="16553" y="79403"/>
                  <a:pt x="16603" y="79403"/>
                  <a:pt x="16603" y="79427"/>
                </a:cubicBezTo>
                <a:cubicBezTo>
                  <a:pt x="16603" y="79477"/>
                  <a:pt x="16553" y="79502"/>
                  <a:pt x="16553" y="79502"/>
                </a:cubicBezTo>
                <a:cubicBezTo>
                  <a:pt x="16528" y="79502"/>
                  <a:pt x="16528" y="79477"/>
                  <a:pt x="16503" y="79477"/>
                </a:cubicBezTo>
                <a:lnTo>
                  <a:pt x="16503" y="79427"/>
                </a:lnTo>
                <a:lnTo>
                  <a:pt x="16503" y="79403"/>
                </a:lnTo>
                <a:close/>
                <a:moveTo>
                  <a:pt x="17001" y="78880"/>
                </a:moveTo>
                <a:cubicBezTo>
                  <a:pt x="17424" y="79104"/>
                  <a:pt x="17872" y="79278"/>
                  <a:pt x="18345" y="79477"/>
                </a:cubicBezTo>
                <a:cubicBezTo>
                  <a:pt x="18345" y="79502"/>
                  <a:pt x="18295" y="79502"/>
                  <a:pt x="18295" y="79527"/>
                </a:cubicBezTo>
                <a:cubicBezTo>
                  <a:pt x="17847" y="79353"/>
                  <a:pt x="17399" y="79129"/>
                  <a:pt x="16976" y="78930"/>
                </a:cubicBezTo>
                <a:cubicBezTo>
                  <a:pt x="16976" y="78905"/>
                  <a:pt x="17001" y="78880"/>
                  <a:pt x="17001" y="78880"/>
                </a:cubicBezTo>
                <a:close/>
                <a:moveTo>
                  <a:pt x="38930" y="73379"/>
                </a:moveTo>
                <a:cubicBezTo>
                  <a:pt x="39005" y="73404"/>
                  <a:pt x="39079" y="73429"/>
                  <a:pt x="39154" y="73454"/>
                </a:cubicBezTo>
                <a:cubicBezTo>
                  <a:pt x="39179" y="73503"/>
                  <a:pt x="39253" y="73503"/>
                  <a:pt x="39278" y="73528"/>
                </a:cubicBezTo>
                <a:cubicBezTo>
                  <a:pt x="39403" y="73578"/>
                  <a:pt x="39502" y="73653"/>
                  <a:pt x="39577" y="73678"/>
                </a:cubicBezTo>
                <a:cubicBezTo>
                  <a:pt x="39701" y="73752"/>
                  <a:pt x="39826" y="73827"/>
                  <a:pt x="39950" y="73902"/>
                </a:cubicBezTo>
                <a:cubicBezTo>
                  <a:pt x="40050" y="73951"/>
                  <a:pt x="40125" y="74001"/>
                  <a:pt x="40174" y="74051"/>
                </a:cubicBezTo>
                <a:cubicBezTo>
                  <a:pt x="40199" y="74051"/>
                  <a:pt x="40224" y="74076"/>
                  <a:pt x="40224" y="74076"/>
                </a:cubicBezTo>
                <a:cubicBezTo>
                  <a:pt x="40349" y="74151"/>
                  <a:pt x="40448" y="74225"/>
                  <a:pt x="40548" y="74300"/>
                </a:cubicBezTo>
                <a:cubicBezTo>
                  <a:pt x="39926" y="75470"/>
                  <a:pt x="39328" y="76665"/>
                  <a:pt x="38805" y="77809"/>
                </a:cubicBezTo>
                <a:cubicBezTo>
                  <a:pt x="37138" y="78506"/>
                  <a:pt x="35470" y="79104"/>
                  <a:pt x="33852" y="79552"/>
                </a:cubicBezTo>
                <a:cubicBezTo>
                  <a:pt x="34947" y="76789"/>
                  <a:pt x="36540" y="74698"/>
                  <a:pt x="38532" y="73503"/>
                </a:cubicBezTo>
                <a:cubicBezTo>
                  <a:pt x="38656" y="73454"/>
                  <a:pt x="38805" y="73429"/>
                  <a:pt x="38930" y="73379"/>
                </a:cubicBezTo>
                <a:close/>
                <a:moveTo>
                  <a:pt x="18519" y="79527"/>
                </a:moveTo>
                <a:cubicBezTo>
                  <a:pt x="18544" y="79527"/>
                  <a:pt x="18544" y="79552"/>
                  <a:pt x="18569" y="79552"/>
                </a:cubicBezTo>
                <a:lnTo>
                  <a:pt x="18519" y="79627"/>
                </a:lnTo>
                <a:cubicBezTo>
                  <a:pt x="18494" y="79627"/>
                  <a:pt x="18494" y="79602"/>
                  <a:pt x="18469" y="79602"/>
                </a:cubicBezTo>
                <a:lnTo>
                  <a:pt x="18519" y="79527"/>
                </a:lnTo>
                <a:close/>
                <a:moveTo>
                  <a:pt x="37934" y="73653"/>
                </a:moveTo>
                <a:cubicBezTo>
                  <a:pt x="36142" y="74947"/>
                  <a:pt x="34649" y="76988"/>
                  <a:pt x="33653" y="79627"/>
                </a:cubicBezTo>
                <a:cubicBezTo>
                  <a:pt x="33603" y="79627"/>
                  <a:pt x="33578" y="79651"/>
                  <a:pt x="33553" y="79651"/>
                </a:cubicBezTo>
                <a:cubicBezTo>
                  <a:pt x="34549" y="77013"/>
                  <a:pt x="35968" y="74997"/>
                  <a:pt x="37760" y="73678"/>
                </a:cubicBezTo>
                <a:cubicBezTo>
                  <a:pt x="37810" y="73678"/>
                  <a:pt x="37884" y="73653"/>
                  <a:pt x="37934" y="73653"/>
                </a:cubicBezTo>
                <a:close/>
                <a:moveTo>
                  <a:pt x="16876" y="79104"/>
                </a:moveTo>
                <a:cubicBezTo>
                  <a:pt x="17275" y="79278"/>
                  <a:pt x="17723" y="79477"/>
                  <a:pt x="18121" y="79651"/>
                </a:cubicBezTo>
                <a:cubicBezTo>
                  <a:pt x="18096" y="79726"/>
                  <a:pt x="18021" y="79751"/>
                  <a:pt x="17996" y="79801"/>
                </a:cubicBezTo>
                <a:cubicBezTo>
                  <a:pt x="17872" y="79776"/>
                  <a:pt x="17748" y="79726"/>
                  <a:pt x="17598" y="79651"/>
                </a:cubicBezTo>
                <a:cubicBezTo>
                  <a:pt x="17349" y="79552"/>
                  <a:pt x="17051" y="79427"/>
                  <a:pt x="16802" y="79303"/>
                </a:cubicBezTo>
                <a:cubicBezTo>
                  <a:pt x="16851" y="79253"/>
                  <a:pt x="16876" y="79154"/>
                  <a:pt x="16876" y="79104"/>
                </a:cubicBezTo>
                <a:close/>
                <a:moveTo>
                  <a:pt x="38756" y="78108"/>
                </a:moveTo>
                <a:lnTo>
                  <a:pt x="38756" y="78133"/>
                </a:lnTo>
                <a:lnTo>
                  <a:pt x="38756" y="78158"/>
                </a:lnTo>
                <a:cubicBezTo>
                  <a:pt x="37063" y="78855"/>
                  <a:pt x="35420" y="79403"/>
                  <a:pt x="33827" y="79851"/>
                </a:cubicBezTo>
                <a:cubicBezTo>
                  <a:pt x="33728" y="79826"/>
                  <a:pt x="33728" y="79826"/>
                  <a:pt x="33777" y="79801"/>
                </a:cubicBezTo>
                <a:cubicBezTo>
                  <a:pt x="34076" y="79676"/>
                  <a:pt x="34400" y="79602"/>
                  <a:pt x="34698" y="79502"/>
                </a:cubicBezTo>
                <a:lnTo>
                  <a:pt x="35271" y="79303"/>
                </a:lnTo>
                <a:lnTo>
                  <a:pt x="35321" y="79303"/>
                </a:lnTo>
                <a:cubicBezTo>
                  <a:pt x="35968" y="79104"/>
                  <a:pt x="36665" y="78880"/>
                  <a:pt x="37337" y="78631"/>
                </a:cubicBezTo>
                <a:cubicBezTo>
                  <a:pt x="37387" y="78631"/>
                  <a:pt x="37387" y="78631"/>
                  <a:pt x="37412" y="78581"/>
                </a:cubicBezTo>
                <a:cubicBezTo>
                  <a:pt x="37461" y="78556"/>
                  <a:pt x="37511" y="78556"/>
                  <a:pt x="37561" y="78531"/>
                </a:cubicBezTo>
                <a:cubicBezTo>
                  <a:pt x="37959" y="78382"/>
                  <a:pt x="38332" y="78258"/>
                  <a:pt x="38756" y="78108"/>
                </a:cubicBezTo>
                <a:close/>
                <a:moveTo>
                  <a:pt x="72458" y="64095"/>
                </a:moveTo>
                <a:cubicBezTo>
                  <a:pt x="74624" y="66235"/>
                  <a:pt x="77038" y="68426"/>
                  <a:pt x="79602" y="70467"/>
                </a:cubicBezTo>
                <a:cubicBezTo>
                  <a:pt x="76814" y="73902"/>
                  <a:pt x="73454" y="77137"/>
                  <a:pt x="69670" y="79875"/>
                </a:cubicBezTo>
                <a:cubicBezTo>
                  <a:pt x="69546" y="79726"/>
                  <a:pt x="69421" y="79527"/>
                  <a:pt x="69297" y="79378"/>
                </a:cubicBezTo>
                <a:cubicBezTo>
                  <a:pt x="68874" y="78755"/>
                  <a:pt x="68401" y="78158"/>
                  <a:pt x="67928" y="77561"/>
                </a:cubicBezTo>
                <a:cubicBezTo>
                  <a:pt x="67779" y="77386"/>
                  <a:pt x="67654" y="77187"/>
                  <a:pt x="67505" y="77013"/>
                </a:cubicBezTo>
                <a:cubicBezTo>
                  <a:pt x="66883" y="76216"/>
                  <a:pt x="66260" y="75445"/>
                  <a:pt x="65638" y="74698"/>
                </a:cubicBezTo>
                <a:cubicBezTo>
                  <a:pt x="65638" y="74673"/>
                  <a:pt x="65588" y="74673"/>
                  <a:pt x="65588" y="74648"/>
                </a:cubicBezTo>
                <a:cubicBezTo>
                  <a:pt x="65314" y="74300"/>
                  <a:pt x="65016" y="73976"/>
                  <a:pt x="64717" y="73653"/>
                </a:cubicBezTo>
                <a:cubicBezTo>
                  <a:pt x="64568" y="73454"/>
                  <a:pt x="64369" y="73279"/>
                  <a:pt x="64219" y="73080"/>
                </a:cubicBezTo>
                <a:cubicBezTo>
                  <a:pt x="64045" y="72906"/>
                  <a:pt x="63871" y="72707"/>
                  <a:pt x="63697" y="72533"/>
                </a:cubicBezTo>
                <a:cubicBezTo>
                  <a:pt x="66808" y="69844"/>
                  <a:pt x="69770" y="67007"/>
                  <a:pt x="72458" y="64095"/>
                </a:cubicBezTo>
                <a:close/>
                <a:moveTo>
                  <a:pt x="18345" y="79751"/>
                </a:moveTo>
                <a:cubicBezTo>
                  <a:pt x="18370" y="79751"/>
                  <a:pt x="18370" y="79776"/>
                  <a:pt x="18395" y="79776"/>
                </a:cubicBezTo>
                <a:cubicBezTo>
                  <a:pt x="18370" y="79851"/>
                  <a:pt x="18295" y="79875"/>
                  <a:pt x="18270" y="79925"/>
                </a:cubicBezTo>
                <a:lnTo>
                  <a:pt x="18196" y="79925"/>
                </a:lnTo>
                <a:cubicBezTo>
                  <a:pt x="18245" y="79826"/>
                  <a:pt x="18295" y="79801"/>
                  <a:pt x="18345" y="79751"/>
                </a:cubicBezTo>
                <a:close/>
                <a:moveTo>
                  <a:pt x="112856" y="59440"/>
                </a:moveTo>
                <a:cubicBezTo>
                  <a:pt x="111114" y="63871"/>
                  <a:pt x="108700" y="68550"/>
                  <a:pt x="105713" y="73155"/>
                </a:cubicBezTo>
                <a:cubicBezTo>
                  <a:pt x="105489" y="73503"/>
                  <a:pt x="105240" y="73877"/>
                  <a:pt x="105016" y="74200"/>
                </a:cubicBezTo>
                <a:cubicBezTo>
                  <a:pt x="103721" y="76167"/>
                  <a:pt x="102303" y="78108"/>
                  <a:pt x="100809" y="80025"/>
                </a:cubicBezTo>
                <a:cubicBezTo>
                  <a:pt x="100784" y="79403"/>
                  <a:pt x="100486" y="78631"/>
                  <a:pt x="99988" y="77735"/>
                </a:cubicBezTo>
                <a:cubicBezTo>
                  <a:pt x="104344" y="72209"/>
                  <a:pt x="108077" y="66559"/>
                  <a:pt x="110965" y="60958"/>
                </a:cubicBezTo>
                <a:cubicBezTo>
                  <a:pt x="111687" y="60485"/>
                  <a:pt x="112334" y="59988"/>
                  <a:pt x="112856" y="59440"/>
                </a:cubicBezTo>
                <a:close/>
                <a:moveTo>
                  <a:pt x="16752" y="79527"/>
                </a:moveTo>
                <a:cubicBezTo>
                  <a:pt x="16851" y="79552"/>
                  <a:pt x="16926" y="79602"/>
                  <a:pt x="17026" y="79651"/>
                </a:cubicBezTo>
                <a:cubicBezTo>
                  <a:pt x="17125" y="79676"/>
                  <a:pt x="17175" y="79726"/>
                  <a:pt x="17275" y="79751"/>
                </a:cubicBezTo>
                <a:cubicBezTo>
                  <a:pt x="17474" y="79851"/>
                  <a:pt x="17673" y="79900"/>
                  <a:pt x="17872" y="80000"/>
                </a:cubicBezTo>
                <a:lnTo>
                  <a:pt x="17872" y="80025"/>
                </a:lnTo>
                <a:lnTo>
                  <a:pt x="17872" y="80050"/>
                </a:lnTo>
                <a:lnTo>
                  <a:pt x="16752" y="79602"/>
                </a:lnTo>
                <a:lnTo>
                  <a:pt x="16752" y="79552"/>
                </a:lnTo>
                <a:lnTo>
                  <a:pt x="16752" y="79527"/>
                </a:lnTo>
                <a:close/>
                <a:moveTo>
                  <a:pt x="79751" y="70591"/>
                </a:moveTo>
                <a:cubicBezTo>
                  <a:pt x="79776" y="70591"/>
                  <a:pt x="79776" y="70641"/>
                  <a:pt x="79826" y="70641"/>
                </a:cubicBezTo>
                <a:cubicBezTo>
                  <a:pt x="77038" y="74076"/>
                  <a:pt x="73653" y="77337"/>
                  <a:pt x="69870" y="80050"/>
                </a:cubicBezTo>
                <a:cubicBezTo>
                  <a:pt x="69870" y="80025"/>
                  <a:pt x="69820" y="80025"/>
                  <a:pt x="69820" y="80000"/>
                </a:cubicBezTo>
                <a:cubicBezTo>
                  <a:pt x="73603" y="77287"/>
                  <a:pt x="76988" y="74051"/>
                  <a:pt x="79751" y="70591"/>
                </a:cubicBezTo>
                <a:close/>
                <a:moveTo>
                  <a:pt x="63572" y="72707"/>
                </a:moveTo>
                <a:cubicBezTo>
                  <a:pt x="63721" y="72906"/>
                  <a:pt x="63896" y="73055"/>
                  <a:pt x="64070" y="73254"/>
                </a:cubicBezTo>
                <a:cubicBezTo>
                  <a:pt x="64219" y="73404"/>
                  <a:pt x="64393" y="73578"/>
                  <a:pt x="64543" y="73777"/>
                </a:cubicBezTo>
                <a:cubicBezTo>
                  <a:pt x="66260" y="75694"/>
                  <a:pt x="67953" y="77859"/>
                  <a:pt x="69571" y="80050"/>
                </a:cubicBezTo>
                <a:cubicBezTo>
                  <a:pt x="69571" y="80050"/>
                  <a:pt x="69546" y="80050"/>
                  <a:pt x="69546" y="80099"/>
                </a:cubicBezTo>
                <a:cubicBezTo>
                  <a:pt x="68177" y="78233"/>
                  <a:pt x="66808" y="76490"/>
                  <a:pt x="65439" y="74872"/>
                </a:cubicBezTo>
                <a:lnTo>
                  <a:pt x="65339" y="74773"/>
                </a:lnTo>
                <a:cubicBezTo>
                  <a:pt x="65090" y="74449"/>
                  <a:pt x="64817" y="74175"/>
                  <a:pt x="64568" y="73902"/>
                </a:cubicBezTo>
                <a:cubicBezTo>
                  <a:pt x="64369" y="73678"/>
                  <a:pt x="64194" y="73454"/>
                  <a:pt x="63970" y="73254"/>
                </a:cubicBezTo>
                <a:cubicBezTo>
                  <a:pt x="63821" y="73055"/>
                  <a:pt x="63672" y="72906"/>
                  <a:pt x="63522" y="72757"/>
                </a:cubicBezTo>
                <a:cubicBezTo>
                  <a:pt x="63547" y="72757"/>
                  <a:pt x="63547" y="72707"/>
                  <a:pt x="63572" y="72707"/>
                </a:cubicBezTo>
                <a:close/>
                <a:moveTo>
                  <a:pt x="18295" y="80174"/>
                </a:moveTo>
                <a:cubicBezTo>
                  <a:pt x="18367" y="80174"/>
                  <a:pt x="18393" y="80174"/>
                  <a:pt x="18417" y="80219"/>
                </a:cubicBezTo>
                <a:lnTo>
                  <a:pt x="18417" y="80219"/>
                </a:lnTo>
                <a:cubicBezTo>
                  <a:pt x="18376" y="80204"/>
                  <a:pt x="18336" y="80189"/>
                  <a:pt x="18295" y="80174"/>
                </a:cubicBezTo>
                <a:close/>
                <a:moveTo>
                  <a:pt x="99888" y="77859"/>
                </a:moveTo>
                <a:cubicBezTo>
                  <a:pt x="100411" y="78805"/>
                  <a:pt x="100685" y="79627"/>
                  <a:pt x="100660" y="80249"/>
                </a:cubicBezTo>
                <a:cubicBezTo>
                  <a:pt x="100616" y="80271"/>
                  <a:pt x="100572" y="80293"/>
                  <a:pt x="100562" y="80332"/>
                </a:cubicBezTo>
                <a:lnTo>
                  <a:pt x="100562" y="80332"/>
                </a:lnTo>
                <a:cubicBezTo>
                  <a:pt x="100630" y="79736"/>
                  <a:pt x="100356" y="78920"/>
                  <a:pt x="99814" y="77909"/>
                </a:cubicBezTo>
                <a:lnTo>
                  <a:pt x="99888" y="77859"/>
                </a:lnTo>
                <a:close/>
                <a:moveTo>
                  <a:pt x="44232" y="79527"/>
                </a:moveTo>
                <a:cubicBezTo>
                  <a:pt x="44257" y="79751"/>
                  <a:pt x="44281" y="79925"/>
                  <a:pt x="44356" y="80124"/>
                </a:cubicBezTo>
                <a:cubicBezTo>
                  <a:pt x="44381" y="80199"/>
                  <a:pt x="44381" y="80299"/>
                  <a:pt x="44406" y="80423"/>
                </a:cubicBezTo>
                <a:lnTo>
                  <a:pt x="44381" y="80423"/>
                </a:lnTo>
                <a:cubicBezTo>
                  <a:pt x="44356" y="80124"/>
                  <a:pt x="44257" y="79826"/>
                  <a:pt x="44182" y="79527"/>
                </a:cubicBezTo>
                <a:close/>
                <a:moveTo>
                  <a:pt x="18594" y="79826"/>
                </a:moveTo>
                <a:cubicBezTo>
                  <a:pt x="19117" y="80050"/>
                  <a:pt x="19639" y="80274"/>
                  <a:pt x="20212" y="80448"/>
                </a:cubicBezTo>
                <a:lnTo>
                  <a:pt x="19739" y="80373"/>
                </a:lnTo>
                <a:lnTo>
                  <a:pt x="19092" y="80174"/>
                </a:lnTo>
                <a:cubicBezTo>
                  <a:pt x="18868" y="80124"/>
                  <a:pt x="18668" y="80050"/>
                  <a:pt x="18494" y="80000"/>
                </a:cubicBezTo>
                <a:cubicBezTo>
                  <a:pt x="18494" y="79925"/>
                  <a:pt x="18519" y="79900"/>
                  <a:pt x="18594" y="79826"/>
                </a:cubicBezTo>
                <a:close/>
                <a:moveTo>
                  <a:pt x="108127" y="69595"/>
                </a:moveTo>
                <a:lnTo>
                  <a:pt x="108127" y="69595"/>
                </a:lnTo>
                <a:cubicBezTo>
                  <a:pt x="107878" y="70093"/>
                  <a:pt x="107580" y="70591"/>
                  <a:pt x="107256" y="71089"/>
                </a:cubicBezTo>
                <a:cubicBezTo>
                  <a:pt x="106708" y="72035"/>
                  <a:pt x="106111" y="72931"/>
                  <a:pt x="105514" y="73877"/>
                </a:cubicBezTo>
                <a:cubicBezTo>
                  <a:pt x="105489" y="73926"/>
                  <a:pt x="105464" y="74001"/>
                  <a:pt x="105389" y="74051"/>
                </a:cubicBezTo>
                <a:cubicBezTo>
                  <a:pt x="104966" y="74698"/>
                  <a:pt x="104493" y="75395"/>
                  <a:pt x="104045" y="76042"/>
                </a:cubicBezTo>
                <a:cubicBezTo>
                  <a:pt x="103995" y="76117"/>
                  <a:pt x="103945" y="76192"/>
                  <a:pt x="103896" y="76266"/>
                </a:cubicBezTo>
                <a:cubicBezTo>
                  <a:pt x="103846" y="76366"/>
                  <a:pt x="103771" y="76416"/>
                  <a:pt x="103746" y="76515"/>
                </a:cubicBezTo>
                <a:lnTo>
                  <a:pt x="103000" y="77536"/>
                </a:lnTo>
                <a:cubicBezTo>
                  <a:pt x="102800" y="77785"/>
                  <a:pt x="102651" y="78034"/>
                  <a:pt x="102477" y="78258"/>
                </a:cubicBezTo>
                <a:cubicBezTo>
                  <a:pt x="102402" y="78307"/>
                  <a:pt x="102377" y="78382"/>
                  <a:pt x="102303" y="78482"/>
                </a:cubicBezTo>
                <a:cubicBezTo>
                  <a:pt x="102104" y="78755"/>
                  <a:pt x="101904" y="79004"/>
                  <a:pt x="101680" y="79278"/>
                </a:cubicBezTo>
                <a:cubicBezTo>
                  <a:pt x="101382" y="79676"/>
                  <a:pt x="101108" y="80099"/>
                  <a:pt x="100784" y="80473"/>
                </a:cubicBezTo>
                <a:lnTo>
                  <a:pt x="100784" y="80423"/>
                </a:lnTo>
                <a:lnTo>
                  <a:pt x="100784" y="80373"/>
                </a:lnTo>
                <a:cubicBezTo>
                  <a:pt x="100909" y="80224"/>
                  <a:pt x="101058" y="80025"/>
                  <a:pt x="101183" y="79851"/>
                </a:cubicBezTo>
                <a:cubicBezTo>
                  <a:pt x="102104" y="78681"/>
                  <a:pt x="103099" y="77386"/>
                  <a:pt x="103796" y="76316"/>
                </a:cubicBezTo>
                <a:cubicBezTo>
                  <a:pt x="104294" y="75619"/>
                  <a:pt x="104792" y="74823"/>
                  <a:pt x="105339" y="74026"/>
                </a:cubicBezTo>
                <a:cubicBezTo>
                  <a:pt x="105364" y="74001"/>
                  <a:pt x="105389" y="73951"/>
                  <a:pt x="105389" y="73902"/>
                </a:cubicBezTo>
                <a:cubicBezTo>
                  <a:pt x="106360" y="72408"/>
                  <a:pt x="107331" y="70890"/>
                  <a:pt x="108127" y="69595"/>
                </a:cubicBezTo>
                <a:close/>
                <a:moveTo>
                  <a:pt x="94686" y="71811"/>
                </a:moveTo>
                <a:cubicBezTo>
                  <a:pt x="96503" y="73702"/>
                  <a:pt x="97922" y="75420"/>
                  <a:pt x="98893" y="76889"/>
                </a:cubicBezTo>
                <a:cubicBezTo>
                  <a:pt x="98196" y="77859"/>
                  <a:pt x="97499" y="78805"/>
                  <a:pt x="96752" y="79776"/>
                </a:cubicBezTo>
                <a:cubicBezTo>
                  <a:pt x="96702" y="79801"/>
                  <a:pt x="96702" y="79826"/>
                  <a:pt x="96677" y="79875"/>
                </a:cubicBezTo>
                <a:cubicBezTo>
                  <a:pt x="96503" y="80099"/>
                  <a:pt x="96304" y="80348"/>
                  <a:pt x="96155" y="80547"/>
                </a:cubicBezTo>
                <a:cubicBezTo>
                  <a:pt x="94412" y="79826"/>
                  <a:pt x="92272" y="78730"/>
                  <a:pt x="89957" y="77337"/>
                </a:cubicBezTo>
                <a:cubicBezTo>
                  <a:pt x="90355" y="76913"/>
                  <a:pt x="90778" y="76440"/>
                  <a:pt x="91151" y="76017"/>
                </a:cubicBezTo>
                <a:cubicBezTo>
                  <a:pt x="91226" y="75918"/>
                  <a:pt x="91326" y="75793"/>
                  <a:pt x="91425" y="75694"/>
                </a:cubicBezTo>
                <a:cubicBezTo>
                  <a:pt x="92072" y="74922"/>
                  <a:pt x="92720" y="74175"/>
                  <a:pt x="93392" y="73404"/>
                </a:cubicBezTo>
                <a:cubicBezTo>
                  <a:pt x="93441" y="73329"/>
                  <a:pt x="93466" y="73279"/>
                  <a:pt x="93541" y="73205"/>
                </a:cubicBezTo>
                <a:cubicBezTo>
                  <a:pt x="93914" y="72732"/>
                  <a:pt x="94313" y="72284"/>
                  <a:pt x="94686" y="71811"/>
                </a:cubicBezTo>
                <a:close/>
                <a:moveTo>
                  <a:pt x="99042" y="77038"/>
                </a:moveTo>
                <a:lnTo>
                  <a:pt x="99067" y="77063"/>
                </a:lnTo>
                <a:cubicBezTo>
                  <a:pt x="98245" y="78258"/>
                  <a:pt x="97374" y="79427"/>
                  <a:pt x="96428" y="80597"/>
                </a:cubicBezTo>
                <a:lnTo>
                  <a:pt x="96379" y="80597"/>
                </a:lnTo>
                <a:cubicBezTo>
                  <a:pt x="97300" y="79403"/>
                  <a:pt x="98196" y="78233"/>
                  <a:pt x="99042" y="77038"/>
                </a:cubicBezTo>
                <a:close/>
                <a:moveTo>
                  <a:pt x="79950" y="70765"/>
                </a:moveTo>
                <a:cubicBezTo>
                  <a:pt x="80025" y="70840"/>
                  <a:pt x="80150" y="70915"/>
                  <a:pt x="80249" y="71014"/>
                </a:cubicBezTo>
                <a:cubicBezTo>
                  <a:pt x="77138" y="74325"/>
                  <a:pt x="73777" y="77561"/>
                  <a:pt x="70243" y="80622"/>
                </a:cubicBezTo>
                <a:lnTo>
                  <a:pt x="69944" y="80249"/>
                </a:lnTo>
                <a:cubicBezTo>
                  <a:pt x="73777" y="77511"/>
                  <a:pt x="77163" y="74225"/>
                  <a:pt x="79950" y="70765"/>
                </a:cubicBezTo>
                <a:close/>
                <a:moveTo>
                  <a:pt x="44406" y="80622"/>
                </a:moveTo>
                <a:cubicBezTo>
                  <a:pt x="44406" y="80640"/>
                  <a:pt x="44406" y="80659"/>
                  <a:pt x="44407" y="80677"/>
                </a:cubicBezTo>
                <a:lnTo>
                  <a:pt x="44407" y="80677"/>
                </a:lnTo>
                <a:cubicBezTo>
                  <a:pt x="44399" y="80659"/>
                  <a:pt x="44390" y="80640"/>
                  <a:pt x="44381" y="80622"/>
                </a:cubicBezTo>
                <a:close/>
                <a:moveTo>
                  <a:pt x="89832" y="77486"/>
                </a:moveTo>
                <a:cubicBezTo>
                  <a:pt x="92147" y="78880"/>
                  <a:pt x="94263" y="79975"/>
                  <a:pt x="96030" y="80647"/>
                </a:cubicBezTo>
                <a:cubicBezTo>
                  <a:pt x="96030" y="80672"/>
                  <a:pt x="96005" y="80672"/>
                  <a:pt x="96005" y="80722"/>
                </a:cubicBezTo>
                <a:cubicBezTo>
                  <a:pt x="94213" y="80025"/>
                  <a:pt x="92097" y="78905"/>
                  <a:pt x="89807" y="77536"/>
                </a:cubicBezTo>
                <a:cubicBezTo>
                  <a:pt x="89807" y="77511"/>
                  <a:pt x="89832" y="77511"/>
                  <a:pt x="89832" y="77486"/>
                </a:cubicBezTo>
                <a:close/>
                <a:moveTo>
                  <a:pt x="18743" y="79627"/>
                </a:moveTo>
                <a:cubicBezTo>
                  <a:pt x="19764" y="80050"/>
                  <a:pt x="20834" y="80423"/>
                  <a:pt x="21879" y="80747"/>
                </a:cubicBezTo>
                <a:cubicBezTo>
                  <a:pt x="21780" y="80747"/>
                  <a:pt x="21655" y="80747"/>
                  <a:pt x="21531" y="80722"/>
                </a:cubicBezTo>
                <a:cubicBezTo>
                  <a:pt x="20585" y="80398"/>
                  <a:pt x="19614" y="80050"/>
                  <a:pt x="18668" y="79676"/>
                </a:cubicBezTo>
                <a:lnTo>
                  <a:pt x="18743" y="79627"/>
                </a:lnTo>
                <a:close/>
                <a:moveTo>
                  <a:pt x="37337" y="73777"/>
                </a:moveTo>
                <a:lnTo>
                  <a:pt x="37337" y="73777"/>
                </a:lnTo>
                <a:cubicBezTo>
                  <a:pt x="35669" y="75146"/>
                  <a:pt x="34300" y="77137"/>
                  <a:pt x="33329" y="79726"/>
                </a:cubicBezTo>
                <a:cubicBezTo>
                  <a:pt x="32608" y="79900"/>
                  <a:pt x="31911" y="80099"/>
                  <a:pt x="31214" y="80249"/>
                </a:cubicBezTo>
                <a:cubicBezTo>
                  <a:pt x="30666" y="80373"/>
                  <a:pt x="30094" y="80448"/>
                  <a:pt x="29546" y="80547"/>
                </a:cubicBezTo>
                <a:cubicBezTo>
                  <a:pt x="29347" y="80597"/>
                  <a:pt x="29197" y="80622"/>
                  <a:pt x="28998" y="80647"/>
                </a:cubicBezTo>
                <a:cubicBezTo>
                  <a:pt x="28924" y="80647"/>
                  <a:pt x="28824" y="80672"/>
                  <a:pt x="28749" y="80672"/>
                </a:cubicBezTo>
                <a:cubicBezTo>
                  <a:pt x="28550" y="80722"/>
                  <a:pt x="28351" y="80722"/>
                  <a:pt x="28152" y="80747"/>
                </a:cubicBezTo>
                <a:cubicBezTo>
                  <a:pt x="28924" y="78656"/>
                  <a:pt x="29845" y="76565"/>
                  <a:pt x="30940" y="74499"/>
                </a:cubicBezTo>
                <a:cubicBezTo>
                  <a:pt x="31189" y="74499"/>
                  <a:pt x="31413" y="74524"/>
                  <a:pt x="31662" y="74524"/>
                </a:cubicBezTo>
                <a:cubicBezTo>
                  <a:pt x="33429" y="74524"/>
                  <a:pt x="35346" y="74275"/>
                  <a:pt x="37337" y="73777"/>
                </a:cubicBezTo>
                <a:close/>
                <a:moveTo>
                  <a:pt x="99191" y="77262"/>
                </a:moveTo>
                <a:cubicBezTo>
                  <a:pt x="99291" y="77411"/>
                  <a:pt x="99365" y="77536"/>
                  <a:pt x="99440" y="77660"/>
                </a:cubicBezTo>
                <a:cubicBezTo>
                  <a:pt x="98619" y="78730"/>
                  <a:pt x="97772" y="79751"/>
                  <a:pt x="96901" y="80747"/>
                </a:cubicBezTo>
                <a:cubicBezTo>
                  <a:pt x="96802" y="80722"/>
                  <a:pt x="96752" y="80672"/>
                  <a:pt x="96652" y="80647"/>
                </a:cubicBezTo>
                <a:cubicBezTo>
                  <a:pt x="97524" y="79527"/>
                  <a:pt x="98395" y="78407"/>
                  <a:pt x="99191" y="77262"/>
                </a:cubicBezTo>
                <a:close/>
                <a:moveTo>
                  <a:pt x="30716" y="74499"/>
                </a:moveTo>
                <a:cubicBezTo>
                  <a:pt x="29621" y="76615"/>
                  <a:pt x="28700" y="78681"/>
                  <a:pt x="27878" y="80772"/>
                </a:cubicBezTo>
                <a:lnTo>
                  <a:pt x="27828" y="80772"/>
                </a:lnTo>
                <a:cubicBezTo>
                  <a:pt x="28625" y="78681"/>
                  <a:pt x="29596" y="76615"/>
                  <a:pt x="30666" y="74499"/>
                </a:cubicBezTo>
                <a:close/>
                <a:moveTo>
                  <a:pt x="69770" y="80323"/>
                </a:moveTo>
                <a:cubicBezTo>
                  <a:pt x="69870" y="80448"/>
                  <a:pt x="69944" y="80572"/>
                  <a:pt x="70044" y="80747"/>
                </a:cubicBezTo>
                <a:cubicBezTo>
                  <a:pt x="70044" y="80747"/>
                  <a:pt x="70044" y="80772"/>
                  <a:pt x="70019" y="80772"/>
                </a:cubicBezTo>
                <a:cubicBezTo>
                  <a:pt x="69919" y="80647"/>
                  <a:pt x="69820" y="80498"/>
                  <a:pt x="69745" y="80373"/>
                </a:cubicBezTo>
                <a:lnTo>
                  <a:pt x="69770" y="80323"/>
                </a:lnTo>
                <a:close/>
                <a:moveTo>
                  <a:pt x="80398" y="71139"/>
                </a:moveTo>
                <a:cubicBezTo>
                  <a:pt x="80448" y="71139"/>
                  <a:pt x="80448" y="71164"/>
                  <a:pt x="80473" y="71164"/>
                </a:cubicBezTo>
                <a:cubicBezTo>
                  <a:pt x="77337" y="74524"/>
                  <a:pt x="73977" y="77760"/>
                  <a:pt x="70392" y="80796"/>
                </a:cubicBezTo>
                <a:cubicBezTo>
                  <a:pt x="70392" y="80772"/>
                  <a:pt x="70367" y="80772"/>
                  <a:pt x="70367" y="80747"/>
                </a:cubicBezTo>
                <a:cubicBezTo>
                  <a:pt x="73902" y="77735"/>
                  <a:pt x="77262" y="74499"/>
                  <a:pt x="80398" y="71139"/>
                </a:cubicBezTo>
                <a:close/>
                <a:moveTo>
                  <a:pt x="99540" y="77859"/>
                </a:moveTo>
                <a:cubicBezTo>
                  <a:pt x="99540" y="77884"/>
                  <a:pt x="99565" y="77884"/>
                  <a:pt x="99565" y="77909"/>
                </a:cubicBezTo>
                <a:cubicBezTo>
                  <a:pt x="98768" y="78880"/>
                  <a:pt x="97947" y="79875"/>
                  <a:pt x="97150" y="80846"/>
                </a:cubicBezTo>
                <a:cubicBezTo>
                  <a:pt x="97100" y="80846"/>
                  <a:pt x="97100" y="80846"/>
                  <a:pt x="97076" y="80796"/>
                </a:cubicBezTo>
                <a:cubicBezTo>
                  <a:pt x="97922" y="79801"/>
                  <a:pt x="98743" y="78855"/>
                  <a:pt x="99540" y="77859"/>
                </a:cubicBezTo>
                <a:close/>
                <a:moveTo>
                  <a:pt x="26634" y="73752"/>
                </a:moveTo>
                <a:cubicBezTo>
                  <a:pt x="27804" y="74151"/>
                  <a:pt x="29073" y="74399"/>
                  <a:pt x="30467" y="74499"/>
                </a:cubicBezTo>
                <a:cubicBezTo>
                  <a:pt x="29372" y="76615"/>
                  <a:pt x="28451" y="78730"/>
                  <a:pt x="27629" y="80796"/>
                </a:cubicBezTo>
                <a:cubicBezTo>
                  <a:pt x="27455" y="80846"/>
                  <a:pt x="27231" y="80871"/>
                  <a:pt x="27057" y="80871"/>
                </a:cubicBezTo>
                <a:cubicBezTo>
                  <a:pt x="26883" y="80871"/>
                  <a:pt x="26758" y="80896"/>
                  <a:pt x="26609" y="80896"/>
                </a:cubicBezTo>
                <a:cubicBezTo>
                  <a:pt x="25986" y="80921"/>
                  <a:pt x="25364" y="80971"/>
                  <a:pt x="24742" y="80971"/>
                </a:cubicBezTo>
                <a:lnTo>
                  <a:pt x="24642" y="80971"/>
                </a:lnTo>
                <a:cubicBezTo>
                  <a:pt x="24145" y="80971"/>
                  <a:pt x="23622" y="80921"/>
                  <a:pt x="23124" y="80896"/>
                </a:cubicBezTo>
                <a:lnTo>
                  <a:pt x="23074" y="80896"/>
                </a:lnTo>
                <a:cubicBezTo>
                  <a:pt x="21655" y="80523"/>
                  <a:pt x="20262" y="80050"/>
                  <a:pt x="18893" y="79502"/>
                </a:cubicBezTo>
                <a:cubicBezTo>
                  <a:pt x="21133" y="76913"/>
                  <a:pt x="23821" y="74947"/>
                  <a:pt x="26634" y="73752"/>
                </a:cubicBezTo>
                <a:close/>
                <a:moveTo>
                  <a:pt x="70193" y="80871"/>
                </a:moveTo>
                <a:cubicBezTo>
                  <a:pt x="70193" y="80896"/>
                  <a:pt x="70193" y="80921"/>
                  <a:pt x="70218" y="80921"/>
                </a:cubicBezTo>
                <a:lnTo>
                  <a:pt x="70193" y="80971"/>
                </a:lnTo>
                <a:cubicBezTo>
                  <a:pt x="70193" y="80921"/>
                  <a:pt x="70168" y="80921"/>
                  <a:pt x="70168" y="80896"/>
                </a:cubicBezTo>
                <a:lnTo>
                  <a:pt x="70193" y="80871"/>
                </a:lnTo>
                <a:close/>
                <a:moveTo>
                  <a:pt x="18454" y="80232"/>
                </a:moveTo>
                <a:cubicBezTo>
                  <a:pt x="18763" y="80306"/>
                  <a:pt x="19028" y="80402"/>
                  <a:pt x="19341" y="80498"/>
                </a:cubicBezTo>
                <a:cubicBezTo>
                  <a:pt x="19415" y="80523"/>
                  <a:pt x="19540" y="80523"/>
                  <a:pt x="19639" y="80547"/>
                </a:cubicBezTo>
                <a:lnTo>
                  <a:pt x="19664" y="80547"/>
                </a:lnTo>
                <a:cubicBezTo>
                  <a:pt x="19988" y="80622"/>
                  <a:pt x="20262" y="80722"/>
                  <a:pt x="20610" y="80772"/>
                </a:cubicBezTo>
                <a:cubicBezTo>
                  <a:pt x="20759" y="80796"/>
                  <a:pt x="20909" y="80821"/>
                  <a:pt x="21108" y="80821"/>
                </a:cubicBezTo>
                <a:cubicBezTo>
                  <a:pt x="21158" y="80821"/>
                  <a:pt x="21207" y="80871"/>
                  <a:pt x="21257" y="80871"/>
                </a:cubicBezTo>
                <a:cubicBezTo>
                  <a:pt x="21307" y="80871"/>
                  <a:pt x="21382" y="80871"/>
                  <a:pt x="21456" y="80896"/>
                </a:cubicBezTo>
                <a:cubicBezTo>
                  <a:pt x="21481" y="80896"/>
                  <a:pt x="21506" y="80896"/>
                  <a:pt x="21531" y="80921"/>
                </a:cubicBezTo>
                <a:cubicBezTo>
                  <a:pt x="21581" y="80921"/>
                  <a:pt x="21631" y="80971"/>
                  <a:pt x="21655" y="80971"/>
                </a:cubicBezTo>
                <a:lnTo>
                  <a:pt x="21705" y="80971"/>
                </a:lnTo>
                <a:cubicBezTo>
                  <a:pt x="21722" y="80971"/>
                  <a:pt x="21749" y="80982"/>
                  <a:pt x="21780" y="80989"/>
                </a:cubicBezTo>
                <a:lnTo>
                  <a:pt x="21780" y="80989"/>
                </a:lnTo>
                <a:cubicBezTo>
                  <a:pt x="21631" y="80970"/>
                  <a:pt x="21516" y="80966"/>
                  <a:pt x="21382" y="80921"/>
                </a:cubicBezTo>
                <a:cubicBezTo>
                  <a:pt x="21257" y="80896"/>
                  <a:pt x="21158" y="80896"/>
                  <a:pt x="21083" y="80871"/>
                </a:cubicBezTo>
                <a:cubicBezTo>
                  <a:pt x="20171" y="80754"/>
                  <a:pt x="19281" y="80527"/>
                  <a:pt x="18454" y="80232"/>
                </a:cubicBezTo>
                <a:close/>
                <a:moveTo>
                  <a:pt x="27828" y="80971"/>
                </a:moveTo>
                <a:lnTo>
                  <a:pt x="27828" y="80996"/>
                </a:lnTo>
                <a:lnTo>
                  <a:pt x="27754" y="80996"/>
                </a:lnTo>
                <a:lnTo>
                  <a:pt x="27754" y="80971"/>
                </a:lnTo>
                <a:close/>
                <a:moveTo>
                  <a:pt x="33230" y="79975"/>
                </a:moveTo>
                <a:lnTo>
                  <a:pt x="33230" y="80000"/>
                </a:lnTo>
                <a:lnTo>
                  <a:pt x="33230" y="80025"/>
                </a:lnTo>
                <a:cubicBezTo>
                  <a:pt x="31811" y="80398"/>
                  <a:pt x="30392" y="80722"/>
                  <a:pt x="29073" y="80896"/>
                </a:cubicBezTo>
                <a:cubicBezTo>
                  <a:pt x="28973" y="80896"/>
                  <a:pt x="28899" y="80921"/>
                  <a:pt x="28824" y="80921"/>
                </a:cubicBezTo>
                <a:cubicBezTo>
                  <a:pt x="28550" y="80921"/>
                  <a:pt x="28252" y="80971"/>
                  <a:pt x="28003" y="80996"/>
                </a:cubicBezTo>
                <a:cubicBezTo>
                  <a:pt x="28301" y="80921"/>
                  <a:pt x="28525" y="80896"/>
                  <a:pt x="28774" y="80871"/>
                </a:cubicBezTo>
                <a:cubicBezTo>
                  <a:pt x="28849" y="80871"/>
                  <a:pt x="28924" y="80846"/>
                  <a:pt x="28998" y="80846"/>
                </a:cubicBezTo>
                <a:cubicBezTo>
                  <a:pt x="30367" y="80647"/>
                  <a:pt x="31811" y="80348"/>
                  <a:pt x="33230" y="79975"/>
                </a:cubicBezTo>
                <a:close/>
                <a:moveTo>
                  <a:pt x="96503" y="80846"/>
                </a:moveTo>
                <a:cubicBezTo>
                  <a:pt x="96578" y="80871"/>
                  <a:pt x="96652" y="80896"/>
                  <a:pt x="96752" y="80921"/>
                </a:cubicBezTo>
                <a:cubicBezTo>
                  <a:pt x="96752" y="80971"/>
                  <a:pt x="96702" y="80971"/>
                  <a:pt x="96702" y="80996"/>
                </a:cubicBezTo>
                <a:cubicBezTo>
                  <a:pt x="96627" y="80971"/>
                  <a:pt x="96553" y="80921"/>
                  <a:pt x="96453" y="80896"/>
                </a:cubicBezTo>
                <a:cubicBezTo>
                  <a:pt x="96503" y="80871"/>
                  <a:pt x="96503" y="80846"/>
                  <a:pt x="96503" y="80846"/>
                </a:cubicBezTo>
                <a:close/>
                <a:moveTo>
                  <a:pt x="96951" y="80971"/>
                </a:moveTo>
                <a:cubicBezTo>
                  <a:pt x="96951" y="80971"/>
                  <a:pt x="97001" y="80996"/>
                  <a:pt x="97026" y="80996"/>
                </a:cubicBezTo>
                <a:cubicBezTo>
                  <a:pt x="97026" y="81020"/>
                  <a:pt x="97001" y="81020"/>
                  <a:pt x="97001" y="81045"/>
                </a:cubicBezTo>
                <a:cubicBezTo>
                  <a:pt x="96951" y="81045"/>
                  <a:pt x="96951" y="81045"/>
                  <a:pt x="96926" y="81020"/>
                </a:cubicBezTo>
                <a:cubicBezTo>
                  <a:pt x="96926" y="80996"/>
                  <a:pt x="96951" y="80996"/>
                  <a:pt x="96951" y="80971"/>
                </a:cubicBezTo>
                <a:close/>
                <a:moveTo>
                  <a:pt x="44406" y="78656"/>
                </a:moveTo>
                <a:lnTo>
                  <a:pt x="44879" y="79602"/>
                </a:lnTo>
                <a:cubicBezTo>
                  <a:pt x="44978" y="79776"/>
                  <a:pt x="45053" y="79975"/>
                  <a:pt x="45128" y="80149"/>
                </a:cubicBezTo>
                <a:cubicBezTo>
                  <a:pt x="45252" y="80473"/>
                  <a:pt x="45377" y="80747"/>
                  <a:pt x="45476" y="81045"/>
                </a:cubicBezTo>
                <a:cubicBezTo>
                  <a:pt x="45479" y="81053"/>
                  <a:pt x="45481" y="81061"/>
                  <a:pt x="45483" y="81069"/>
                </a:cubicBezTo>
                <a:lnTo>
                  <a:pt x="45483" y="81069"/>
                </a:lnTo>
                <a:cubicBezTo>
                  <a:pt x="45385" y="80794"/>
                  <a:pt x="45279" y="80517"/>
                  <a:pt x="45153" y="80249"/>
                </a:cubicBezTo>
                <a:cubicBezTo>
                  <a:pt x="45128" y="80174"/>
                  <a:pt x="45103" y="80124"/>
                  <a:pt x="45053" y="80025"/>
                </a:cubicBezTo>
                <a:cubicBezTo>
                  <a:pt x="44879" y="79627"/>
                  <a:pt x="44680" y="79228"/>
                  <a:pt x="44481" y="78855"/>
                </a:cubicBezTo>
                <a:cubicBezTo>
                  <a:pt x="44431" y="78805"/>
                  <a:pt x="44431" y="78755"/>
                  <a:pt x="44406" y="78730"/>
                </a:cubicBezTo>
                <a:lnTo>
                  <a:pt x="44406" y="78681"/>
                </a:lnTo>
                <a:lnTo>
                  <a:pt x="44406" y="78656"/>
                </a:lnTo>
                <a:close/>
                <a:moveTo>
                  <a:pt x="22651" y="81045"/>
                </a:moveTo>
                <a:cubicBezTo>
                  <a:pt x="22751" y="81045"/>
                  <a:pt x="22850" y="81095"/>
                  <a:pt x="22950" y="81095"/>
                </a:cubicBezTo>
                <a:lnTo>
                  <a:pt x="23024" y="81095"/>
                </a:lnTo>
                <a:cubicBezTo>
                  <a:pt x="23074" y="81095"/>
                  <a:pt x="23124" y="81120"/>
                  <a:pt x="23149" y="81120"/>
                </a:cubicBezTo>
                <a:lnTo>
                  <a:pt x="23199" y="81120"/>
                </a:lnTo>
                <a:cubicBezTo>
                  <a:pt x="23248" y="81145"/>
                  <a:pt x="23273" y="81145"/>
                  <a:pt x="23323" y="81145"/>
                </a:cubicBezTo>
                <a:lnTo>
                  <a:pt x="22975" y="81145"/>
                </a:lnTo>
                <a:cubicBezTo>
                  <a:pt x="22900" y="81145"/>
                  <a:pt x="22875" y="81120"/>
                  <a:pt x="22825" y="81120"/>
                </a:cubicBezTo>
                <a:cubicBezTo>
                  <a:pt x="22751" y="81070"/>
                  <a:pt x="22701" y="81070"/>
                  <a:pt x="22626" y="81045"/>
                </a:cubicBezTo>
                <a:close/>
                <a:moveTo>
                  <a:pt x="100535" y="80672"/>
                </a:moveTo>
                <a:cubicBezTo>
                  <a:pt x="100535" y="80747"/>
                  <a:pt x="100510" y="80772"/>
                  <a:pt x="100486" y="80796"/>
                </a:cubicBezTo>
                <a:cubicBezTo>
                  <a:pt x="100386" y="80921"/>
                  <a:pt x="100286" y="81020"/>
                  <a:pt x="100237" y="81145"/>
                </a:cubicBezTo>
                <a:cubicBezTo>
                  <a:pt x="100187" y="81145"/>
                  <a:pt x="100187" y="81170"/>
                  <a:pt x="100162" y="81170"/>
                </a:cubicBezTo>
                <a:cubicBezTo>
                  <a:pt x="100286" y="81020"/>
                  <a:pt x="100411" y="80871"/>
                  <a:pt x="100535" y="80672"/>
                </a:cubicBezTo>
                <a:close/>
                <a:moveTo>
                  <a:pt x="99664" y="78108"/>
                </a:moveTo>
                <a:cubicBezTo>
                  <a:pt x="100311" y="79303"/>
                  <a:pt x="100535" y="80224"/>
                  <a:pt x="100262" y="80722"/>
                </a:cubicBezTo>
                <a:cubicBezTo>
                  <a:pt x="100187" y="80772"/>
                  <a:pt x="100162" y="80821"/>
                  <a:pt x="100112" y="80896"/>
                </a:cubicBezTo>
                <a:cubicBezTo>
                  <a:pt x="99901" y="81083"/>
                  <a:pt x="99546" y="81176"/>
                  <a:pt x="99073" y="81176"/>
                </a:cubicBezTo>
                <a:cubicBezTo>
                  <a:pt x="98600" y="81176"/>
                  <a:pt x="98009" y="81083"/>
                  <a:pt x="97324" y="80896"/>
                </a:cubicBezTo>
                <a:lnTo>
                  <a:pt x="99664" y="78108"/>
                </a:lnTo>
                <a:close/>
                <a:moveTo>
                  <a:pt x="27530" y="80996"/>
                </a:moveTo>
                <a:lnTo>
                  <a:pt x="27530" y="81020"/>
                </a:lnTo>
                <a:lnTo>
                  <a:pt x="27530" y="81045"/>
                </a:lnTo>
                <a:cubicBezTo>
                  <a:pt x="27380" y="81045"/>
                  <a:pt x="27256" y="81095"/>
                  <a:pt x="27107" y="81120"/>
                </a:cubicBezTo>
                <a:cubicBezTo>
                  <a:pt x="26957" y="81120"/>
                  <a:pt x="26783" y="81145"/>
                  <a:pt x="26659" y="81145"/>
                </a:cubicBezTo>
                <a:cubicBezTo>
                  <a:pt x="26011" y="81170"/>
                  <a:pt x="25389" y="81220"/>
                  <a:pt x="24767" y="81220"/>
                </a:cubicBezTo>
                <a:lnTo>
                  <a:pt x="24667" y="81220"/>
                </a:lnTo>
                <a:cubicBezTo>
                  <a:pt x="24518" y="81220"/>
                  <a:pt x="24344" y="81220"/>
                  <a:pt x="24169" y="81170"/>
                </a:cubicBezTo>
                <a:cubicBezTo>
                  <a:pt x="24145" y="81170"/>
                  <a:pt x="24095" y="81145"/>
                  <a:pt x="24045" y="81145"/>
                </a:cubicBezTo>
                <a:lnTo>
                  <a:pt x="24020" y="81145"/>
                </a:lnTo>
                <a:cubicBezTo>
                  <a:pt x="23995" y="81145"/>
                  <a:pt x="23970" y="81120"/>
                  <a:pt x="23921" y="81120"/>
                </a:cubicBezTo>
                <a:cubicBezTo>
                  <a:pt x="24169" y="81120"/>
                  <a:pt x="24418" y="81145"/>
                  <a:pt x="24717" y="81145"/>
                </a:cubicBezTo>
                <a:lnTo>
                  <a:pt x="24891" y="81145"/>
                </a:lnTo>
                <a:cubicBezTo>
                  <a:pt x="25489" y="81145"/>
                  <a:pt x="26086" y="81120"/>
                  <a:pt x="26659" y="81095"/>
                </a:cubicBezTo>
                <a:lnTo>
                  <a:pt x="26708" y="81095"/>
                </a:lnTo>
                <a:cubicBezTo>
                  <a:pt x="26783" y="81095"/>
                  <a:pt x="26858" y="81095"/>
                  <a:pt x="26957" y="81045"/>
                </a:cubicBezTo>
                <a:lnTo>
                  <a:pt x="27107" y="81045"/>
                </a:lnTo>
                <a:cubicBezTo>
                  <a:pt x="27231" y="81020"/>
                  <a:pt x="27380" y="81020"/>
                  <a:pt x="27530" y="80996"/>
                </a:cubicBezTo>
                <a:close/>
                <a:moveTo>
                  <a:pt x="42738" y="76565"/>
                </a:moveTo>
                <a:cubicBezTo>
                  <a:pt x="42912" y="76864"/>
                  <a:pt x="43062" y="77113"/>
                  <a:pt x="43236" y="77361"/>
                </a:cubicBezTo>
                <a:cubicBezTo>
                  <a:pt x="43311" y="77536"/>
                  <a:pt x="43410" y="77685"/>
                  <a:pt x="43485" y="77884"/>
                </a:cubicBezTo>
                <a:cubicBezTo>
                  <a:pt x="42191" y="79378"/>
                  <a:pt x="40299" y="80523"/>
                  <a:pt x="37909" y="81244"/>
                </a:cubicBezTo>
                <a:cubicBezTo>
                  <a:pt x="37909" y="81220"/>
                  <a:pt x="37934" y="81170"/>
                  <a:pt x="37934" y="81145"/>
                </a:cubicBezTo>
                <a:cubicBezTo>
                  <a:pt x="37959" y="81095"/>
                  <a:pt x="37959" y="81020"/>
                  <a:pt x="38009" y="80971"/>
                </a:cubicBezTo>
                <a:cubicBezTo>
                  <a:pt x="38158" y="80523"/>
                  <a:pt x="38332" y="80099"/>
                  <a:pt x="38532" y="79676"/>
                </a:cubicBezTo>
                <a:cubicBezTo>
                  <a:pt x="38557" y="79577"/>
                  <a:pt x="38581" y="79502"/>
                  <a:pt x="38656" y="79403"/>
                </a:cubicBezTo>
                <a:cubicBezTo>
                  <a:pt x="38656" y="79378"/>
                  <a:pt x="38681" y="79378"/>
                  <a:pt x="38681" y="79353"/>
                </a:cubicBezTo>
                <a:lnTo>
                  <a:pt x="38681" y="79303"/>
                </a:lnTo>
                <a:cubicBezTo>
                  <a:pt x="38805" y="78930"/>
                  <a:pt x="38955" y="78556"/>
                  <a:pt x="39154" y="78183"/>
                </a:cubicBezTo>
                <a:cubicBezTo>
                  <a:pt x="39403" y="78108"/>
                  <a:pt x="39652" y="77984"/>
                  <a:pt x="39901" y="77884"/>
                </a:cubicBezTo>
                <a:cubicBezTo>
                  <a:pt x="40199" y="77760"/>
                  <a:pt x="40523" y="77610"/>
                  <a:pt x="40822" y="77486"/>
                </a:cubicBezTo>
                <a:cubicBezTo>
                  <a:pt x="41120" y="77361"/>
                  <a:pt x="41419" y="77237"/>
                  <a:pt x="41693" y="77063"/>
                </a:cubicBezTo>
                <a:cubicBezTo>
                  <a:pt x="41991" y="76938"/>
                  <a:pt x="42290" y="76789"/>
                  <a:pt x="42564" y="76640"/>
                </a:cubicBezTo>
                <a:cubicBezTo>
                  <a:pt x="42639" y="76615"/>
                  <a:pt x="42664" y="76565"/>
                  <a:pt x="42738" y="76565"/>
                </a:cubicBezTo>
                <a:close/>
                <a:moveTo>
                  <a:pt x="38905" y="78282"/>
                </a:moveTo>
                <a:cubicBezTo>
                  <a:pt x="38457" y="79303"/>
                  <a:pt x="38059" y="80299"/>
                  <a:pt x="37685" y="81269"/>
                </a:cubicBezTo>
                <a:lnTo>
                  <a:pt x="37660" y="81269"/>
                </a:lnTo>
                <a:cubicBezTo>
                  <a:pt x="37959" y="80299"/>
                  <a:pt x="38382" y="79303"/>
                  <a:pt x="38830" y="78307"/>
                </a:cubicBezTo>
                <a:cubicBezTo>
                  <a:pt x="38880" y="78307"/>
                  <a:pt x="38880" y="78307"/>
                  <a:pt x="38905" y="78282"/>
                </a:cubicBezTo>
                <a:close/>
                <a:moveTo>
                  <a:pt x="97200" y="81045"/>
                </a:moveTo>
                <a:cubicBezTo>
                  <a:pt x="97929" y="81267"/>
                  <a:pt x="98556" y="81378"/>
                  <a:pt x="99058" y="81378"/>
                </a:cubicBezTo>
                <a:cubicBezTo>
                  <a:pt x="99344" y="81378"/>
                  <a:pt x="99590" y="81342"/>
                  <a:pt x="99789" y="81269"/>
                </a:cubicBezTo>
                <a:lnTo>
                  <a:pt x="99789" y="81269"/>
                </a:lnTo>
                <a:cubicBezTo>
                  <a:pt x="99764" y="81294"/>
                  <a:pt x="99739" y="81344"/>
                  <a:pt x="99739" y="81369"/>
                </a:cubicBezTo>
                <a:cubicBezTo>
                  <a:pt x="99554" y="81415"/>
                  <a:pt x="99343" y="81438"/>
                  <a:pt x="99106" y="81438"/>
                </a:cubicBezTo>
                <a:cubicBezTo>
                  <a:pt x="98578" y="81438"/>
                  <a:pt x="97924" y="81326"/>
                  <a:pt x="97150" y="81120"/>
                </a:cubicBezTo>
                <a:lnTo>
                  <a:pt x="97200" y="81045"/>
                </a:lnTo>
                <a:close/>
                <a:moveTo>
                  <a:pt x="43560" y="78034"/>
                </a:moveTo>
                <a:cubicBezTo>
                  <a:pt x="43560" y="78058"/>
                  <a:pt x="43609" y="78058"/>
                  <a:pt x="43609" y="78108"/>
                </a:cubicBezTo>
                <a:cubicBezTo>
                  <a:pt x="42265" y="79627"/>
                  <a:pt x="40299" y="80772"/>
                  <a:pt x="37810" y="81518"/>
                </a:cubicBezTo>
                <a:cubicBezTo>
                  <a:pt x="37785" y="81493"/>
                  <a:pt x="37785" y="81468"/>
                  <a:pt x="37810" y="81419"/>
                </a:cubicBezTo>
                <a:cubicBezTo>
                  <a:pt x="40274" y="80722"/>
                  <a:pt x="42215" y="79527"/>
                  <a:pt x="43560" y="78034"/>
                </a:cubicBezTo>
                <a:close/>
                <a:moveTo>
                  <a:pt x="99988" y="81518"/>
                </a:moveTo>
                <a:cubicBezTo>
                  <a:pt x="99938" y="81554"/>
                  <a:pt x="99893" y="81589"/>
                  <a:pt x="99851" y="81624"/>
                </a:cubicBezTo>
                <a:lnTo>
                  <a:pt x="99851" y="81624"/>
                </a:lnTo>
                <a:cubicBezTo>
                  <a:pt x="99880" y="81589"/>
                  <a:pt x="99909" y="81554"/>
                  <a:pt x="99938" y="81518"/>
                </a:cubicBezTo>
                <a:close/>
                <a:moveTo>
                  <a:pt x="27455" y="81269"/>
                </a:moveTo>
                <a:cubicBezTo>
                  <a:pt x="27380" y="81419"/>
                  <a:pt x="27331" y="81618"/>
                  <a:pt x="27256" y="81767"/>
                </a:cubicBezTo>
                <a:cubicBezTo>
                  <a:pt x="26559" y="81668"/>
                  <a:pt x="25837" y="81518"/>
                  <a:pt x="25115" y="81394"/>
                </a:cubicBezTo>
                <a:cubicBezTo>
                  <a:pt x="25638" y="81394"/>
                  <a:pt x="26136" y="81369"/>
                  <a:pt x="26683" y="81344"/>
                </a:cubicBezTo>
                <a:cubicBezTo>
                  <a:pt x="26808" y="81344"/>
                  <a:pt x="26957" y="81294"/>
                  <a:pt x="27082" y="81294"/>
                </a:cubicBezTo>
                <a:cubicBezTo>
                  <a:pt x="27206" y="81294"/>
                  <a:pt x="27331" y="81269"/>
                  <a:pt x="27455" y="81269"/>
                </a:cubicBezTo>
                <a:close/>
                <a:moveTo>
                  <a:pt x="27704" y="81244"/>
                </a:moveTo>
                <a:cubicBezTo>
                  <a:pt x="27629" y="81419"/>
                  <a:pt x="27580" y="81618"/>
                  <a:pt x="27480" y="81792"/>
                </a:cubicBezTo>
                <a:lnTo>
                  <a:pt x="27455" y="81792"/>
                </a:lnTo>
                <a:lnTo>
                  <a:pt x="27629" y="81244"/>
                </a:lnTo>
                <a:close/>
                <a:moveTo>
                  <a:pt x="23871" y="81344"/>
                </a:moveTo>
                <a:cubicBezTo>
                  <a:pt x="23970" y="81369"/>
                  <a:pt x="24095" y="81369"/>
                  <a:pt x="24194" y="81369"/>
                </a:cubicBezTo>
                <a:cubicBezTo>
                  <a:pt x="25190" y="81618"/>
                  <a:pt x="26211" y="81767"/>
                  <a:pt x="27206" y="81916"/>
                </a:cubicBezTo>
                <a:cubicBezTo>
                  <a:pt x="27206" y="81966"/>
                  <a:pt x="27181" y="81966"/>
                  <a:pt x="27181" y="81991"/>
                </a:cubicBezTo>
                <a:cubicBezTo>
                  <a:pt x="26086" y="81842"/>
                  <a:pt x="24966" y="81618"/>
                  <a:pt x="23871" y="81344"/>
                </a:cubicBezTo>
                <a:close/>
                <a:moveTo>
                  <a:pt x="27455" y="81966"/>
                </a:moveTo>
                <a:cubicBezTo>
                  <a:pt x="27455" y="81991"/>
                  <a:pt x="27455" y="81991"/>
                  <a:pt x="27405" y="82016"/>
                </a:cubicBezTo>
                <a:lnTo>
                  <a:pt x="27355" y="82016"/>
                </a:lnTo>
                <a:cubicBezTo>
                  <a:pt x="27355" y="82016"/>
                  <a:pt x="27380" y="81991"/>
                  <a:pt x="27380" y="81966"/>
                </a:cubicBezTo>
                <a:close/>
                <a:moveTo>
                  <a:pt x="33423" y="80140"/>
                </a:moveTo>
                <a:lnTo>
                  <a:pt x="33423" y="80140"/>
                </a:lnTo>
                <a:cubicBezTo>
                  <a:pt x="33202" y="80757"/>
                  <a:pt x="33029" y="81374"/>
                  <a:pt x="32856" y="82016"/>
                </a:cubicBezTo>
                <a:lnTo>
                  <a:pt x="32807" y="82016"/>
                </a:lnTo>
                <a:cubicBezTo>
                  <a:pt x="32981" y="81394"/>
                  <a:pt x="33155" y="80772"/>
                  <a:pt x="33354" y="80149"/>
                </a:cubicBezTo>
                <a:cubicBezTo>
                  <a:pt x="33391" y="80149"/>
                  <a:pt x="33414" y="80149"/>
                  <a:pt x="33423" y="80140"/>
                </a:cubicBezTo>
                <a:close/>
                <a:moveTo>
                  <a:pt x="38532" y="78382"/>
                </a:moveTo>
                <a:lnTo>
                  <a:pt x="38532" y="78382"/>
                </a:lnTo>
                <a:cubicBezTo>
                  <a:pt x="38084" y="79378"/>
                  <a:pt x="37685" y="80348"/>
                  <a:pt x="37337" y="81344"/>
                </a:cubicBezTo>
                <a:cubicBezTo>
                  <a:pt x="36018" y="81742"/>
                  <a:pt x="34574" y="81916"/>
                  <a:pt x="33080" y="82016"/>
                </a:cubicBezTo>
                <a:cubicBezTo>
                  <a:pt x="33230" y="81369"/>
                  <a:pt x="33429" y="80672"/>
                  <a:pt x="33678" y="80050"/>
                </a:cubicBezTo>
                <a:lnTo>
                  <a:pt x="34051" y="79950"/>
                </a:lnTo>
                <a:cubicBezTo>
                  <a:pt x="34225" y="79900"/>
                  <a:pt x="34425" y="79875"/>
                  <a:pt x="34574" y="79801"/>
                </a:cubicBezTo>
                <a:lnTo>
                  <a:pt x="35694" y="79427"/>
                </a:lnTo>
                <a:cubicBezTo>
                  <a:pt x="35918" y="79378"/>
                  <a:pt x="36142" y="79303"/>
                  <a:pt x="36316" y="79203"/>
                </a:cubicBezTo>
                <a:cubicBezTo>
                  <a:pt x="36665" y="79104"/>
                  <a:pt x="36988" y="78954"/>
                  <a:pt x="37387" y="78855"/>
                </a:cubicBezTo>
                <a:cubicBezTo>
                  <a:pt x="37636" y="78755"/>
                  <a:pt x="37835" y="78656"/>
                  <a:pt x="38084" y="78556"/>
                </a:cubicBezTo>
                <a:cubicBezTo>
                  <a:pt x="38258" y="78506"/>
                  <a:pt x="38382" y="78432"/>
                  <a:pt x="38532" y="78382"/>
                </a:cubicBezTo>
                <a:close/>
                <a:moveTo>
                  <a:pt x="33105" y="80199"/>
                </a:moveTo>
                <a:lnTo>
                  <a:pt x="33105" y="80199"/>
                </a:lnTo>
                <a:cubicBezTo>
                  <a:pt x="32931" y="80796"/>
                  <a:pt x="32732" y="81419"/>
                  <a:pt x="32583" y="82041"/>
                </a:cubicBezTo>
                <a:cubicBezTo>
                  <a:pt x="32188" y="82060"/>
                  <a:pt x="31786" y="82069"/>
                  <a:pt x="31378" y="82069"/>
                </a:cubicBezTo>
                <a:cubicBezTo>
                  <a:pt x="30187" y="82069"/>
                  <a:pt x="28946" y="81990"/>
                  <a:pt x="27704" y="81842"/>
                </a:cubicBezTo>
                <a:cubicBezTo>
                  <a:pt x="27754" y="81618"/>
                  <a:pt x="27853" y="81419"/>
                  <a:pt x="27903" y="81220"/>
                </a:cubicBezTo>
                <a:cubicBezTo>
                  <a:pt x="28227" y="81170"/>
                  <a:pt x="28525" y="81120"/>
                  <a:pt x="28824" y="81095"/>
                </a:cubicBezTo>
                <a:cubicBezTo>
                  <a:pt x="28874" y="81095"/>
                  <a:pt x="28973" y="81045"/>
                  <a:pt x="29023" y="81045"/>
                </a:cubicBezTo>
                <a:cubicBezTo>
                  <a:pt x="29123" y="81045"/>
                  <a:pt x="29197" y="81020"/>
                  <a:pt x="29272" y="81020"/>
                </a:cubicBezTo>
                <a:cubicBezTo>
                  <a:pt x="29347" y="81020"/>
                  <a:pt x="29446" y="80996"/>
                  <a:pt x="29496" y="80996"/>
                </a:cubicBezTo>
                <a:cubicBezTo>
                  <a:pt x="29944" y="80921"/>
                  <a:pt x="30367" y="80821"/>
                  <a:pt x="30815" y="80747"/>
                </a:cubicBezTo>
                <a:cubicBezTo>
                  <a:pt x="30940" y="80697"/>
                  <a:pt x="31014" y="80697"/>
                  <a:pt x="31139" y="80672"/>
                </a:cubicBezTo>
                <a:cubicBezTo>
                  <a:pt x="31562" y="80572"/>
                  <a:pt x="31985" y="80498"/>
                  <a:pt x="32384" y="80398"/>
                </a:cubicBezTo>
                <a:cubicBezTo>
                  <a:pt x="32558" y="80373"/>
                  <a:pt x="32707" y="80348"/>
                  <a:pt x="32832" y="80299"/>
                </a:cubicBezTo>
                <a:lnTo>
                  <a:pt x="33105" y="80199"/>
                </a:lnTo>
                <a:close/>
                <a:moveTo>
                  <a:pt x="32832" y="82240"/>
                </a:moveTo>
                <a:cubicBezTo>
                  <a:pt x="32832" y="82265"/>
                  <a:pt x="32832" y="82290"/>
                  <a:pt x="32807" y="82290"/>
                </a:cubicBezTo>
                <a:lnTo>
                  <a:pt x="32732" y="82290"/>
                </a:lnTo>
                <a:cubicBezTo>
                  <a:pt x="32782" y="82265"/>
                  <a:pt x="32782" y="82265"/>
                  <a:pt x="32782" y="82240"/>
                </a:cubicBezTo>
                <a:close/>
                <a:moveTo>
                  <a:pt x="37287" y="81593"/>
                </a:moveTo>
                <a:cubicBezTo>
                  <a:pt x="37287" y="81618"/>
                  <a:pt x="37262" y="81643"/>
                  <a:pt x="37262" y="81643"/>
                </a:cubicBezTo>
                <a:cubicBezTo>
                  <a:pt x="35943" y="81991"/>
                  <a:pt x="34524" y="82215"/>
                  <a:pt x="33031" y="82290"/>
                </a:cubicBezTo>
                <a:cubicBezTo>
                  <a:pt x="33031" y="82265"/>
                  <a:pt x="33031" y="82240"/>
                  <a:pt x="33056" y="82215"/>
                </a:cubicBezTo>
                <a:cubicBezTo>
                  <a:pt x="34524" y="82116"/>
                  <a:pt x="35943" y="81916"/>
                  <a:pt x="37287" y="81593"/>
                </a:cubicBezTo>
                <a:close/>
                <a:moveTo>
                  <a:pt x="27629" y="82016"/>
                </a:moveTo>
                <a:cubicBezTo>
                  <a:pt x="28990" y="82196"/>
                  <a:pt x="30334" y="82280"/>
                  <a:pt x="31637" y="82280"/>
                </a:cubicBezTo>
                <a:cubicBezTo>
                  <a:pt x="31955" y="82280"/>
                  <a:pt x="32270" y="82275"/>
                  <a:pt x="32583" y="82265"/>
                </a:cubicBezTo>
                <a:lnTo>
                  <a:pt x="32583" y="82315"/>
                </a:lnTo>
                <a:cubicBezTo>
                  <a:pt x="32234" y="82315"/>
                  <a:pt x="31911" y="82365"/>
                  <a:pt x="31562" y="82365"/>
                </a:cubicBezTo>
                <a:cubicBezTo>
                  <a:pt x="30243" y="82365"/>
                  <a:pt x="28949" y="82265"/>
                  <a:pt x="27604" y="82091"/>
                </a:cubicBezTo>
                <a:cubicBezTo>
                  <a:pt x="27604" y="82041"/>
                  <a:pt x="27629" y="82016"/>
                  <a:pt x="27629" y="82016"/>
                </a:cubicBezTo>
                <a:close/>
                <a:moveTo>
                  <a:pt x="52471" y="76963"/>
                </a:moveTo>
                <a:cubicBezTo>
                  <a:pt x="53118" y="77660"/>
                  <a:pt x="53715" y="78407"/>
                  <a:pt x="54313" y="79178"/>
                </a:cubicBezTo>
                <a:cubicBezTo>
                  <a:pt x="52371" y="80498"/>
                  <a:pt x="50454" y="81742"/>
                  <a:pt x="48513" y="82813"/>
                </a:cubicBezTo>
                <a:cubicBezTo>
                  <a:pt x="47741" y="80796"/>
                  <a:pt x="46646" y="78905"/>
                  <a:pt x="45227" y="77287"/>
                </a:cubicBezTo>
                <a:lnTo>
                  <a:pt x="45252" y="77287"/>
                </a:lnTo>
                <a:cubicBezTo>
                  <a:pt x="45302" y="77287"/>
                  <a:pt x="45352" y="77312"/>
                  <a:pt x="45402" y="77312"/>
                </a:cubicBezTo>
                <a:cubicBezTo>
                  <a:pt x="45426" y="77312"/>
                  <a:pt x="45501" y="77361"/>
                  <a:pt x="45526" y="77361"/>
                </a:cubicBezTo>
                <a:cubicBezTo>
                  <a:pt x="45626" y="77386"/>
                  <a:pt x="45750" y="77386"/>
                  <a:pt x="45850" y="77411"/>
                </a:cubicBezTo>
                <a:cubicBezTo>
                  <a:pt x="46024" y="77436"/>
                  <a:pt x="46173" y="77486"/>
                  <a:pt x="46372" y="77511"/>
                </a:cubicBezTo>
                <a:cubicBezTo>
                  <a:pt x="46472" y="77511"/>
                  <a:pt x="46522" y="77536"/>
                  <a:pt x="46621" y="77536"/>
                </a:cubicBezTo>
                <a:lnTo>
                  <a:pt x="46870" y="77536"/>
                </a:lnTo>
                <a:cubicBezTo>
                  <a:pt x="47194" y="77561"/>
                  <a:pt x="47542" y="77610"/>
                  <a:pt x="47891" y="77610"/>
                </a:cubicBezTo>
                <a:lnTo>
                  <a:pt x="47990" y="77610"/>
                </a:lnTo>
                <a:cubicBezTo>
                  <a:pt x="48239" y="77610"/>
                  <a:pt x="48488" y="77610"/>
                  <a:pt x="48762" y="77561"/>
                </a:cubicBezTo>
                <a:cubicBezTo>
                  <a:pt x="48861" y="77561"/>
                  <a:pt x="48936" y="77536"/>
                  <a:pt x="49061" y="77536"/>
                </a:cubicBezTo>
                <a:cubicBezTo>
                  <a:pt x="49160" y="77536"/>
                  <a:pt x="49235" y="77536"/>
                  <a:pt x="49334" y="77511"/>
                </a:cubicBezTo>
                <a:cubicBezTo>
                  <a:pt x="49409" y="77511"/>
                  <a:pt x="49509" y="77511"/>
                  <a:pt x="49608" y="77461"/>
                </a:cubicBezTo>
                <a:cubicBezTo>
                  <a:pt x="49782" y="77436"/>
                  <a:pt x="49982" y="77411"/>
                  <a:pt x="50156" y="77411"/>
                </a:cubicBezTo>
                <a:cubicBezTo>
                  <a:pt x="50255" y="77411"/>
                  <a:pt x="50355" y="77386"/>
                  <a:pt x="50479" y="77386"/>
                </a:cubicBezTo>
                <a:cubicBezTo>
                  <a:pt x="50504" y="77386"/>
                  <a:pt x="50579" y="77337"/>
                  <a:pt x="50604" y="77337"/>
                </a:cubicBezTo>
                <a:lnTo>
                  <a:pt x="51077" y="77262"/>
                </a:lnTo>
                <a:cubicBezTo>
                  <a:pt x="51151" y="77262"/>
                  <a:pt x="51226" y="77212"/>
                  <a:pt x="51326" y="77212"/>
                </a:cubicBezTo>
                <a:lnTo>
                  <a:pt x="51351" y="77212"/>
                </a:lnTo>
                <a:cubicBezTo>
                  <a:pt x="51400" y="77212"/>
                  <a:pt x="51475" y="77187"/>
                  <a:pt x="51525" y="77187"/>
                </a:cubicBezTo>
                <a:cubicBezTo>
                  <a:pt x="51699" y="77162"/>
                  <a:pt x="51873" y="77137"/>
                  <a:pt x="52023" y="77063"/>
                </a:cubicBezTo>
                <a:cubicBezTo>
                  <a:pt x="52097" y="77038"/>
                  <a:pt x="52147" y="77038"/>
                  <a:pt x="52222" y="77038"/>
                </a:cubicBezTo>
                <a:cubicBezTo>
                  <a:pt x="52321" y="77013"/>
                  <a:pt x="52371" y="77013"/>
                  <a:pt x="52471" y="76963"/>
                </a:cubicBezTo>
                <a:close/>
                <a:moveTo>
                  <a:pt x="44779" y="77162"/>
                </a:moveTo>
                <a:cubicBezTo>
                  <a:pt x="44804" y="77162"/>
                  <a:pt x="44804" y="77162"/>
                  <a:pt x="44854" y="77187"/>
                </a:cubicBezTo>
                <a:cubicBezTo>
                  <a:pt x="46372" y="78880"/>
                  <a:pt x="47542" y="80796"/>
                  <a:pt x="48364" y="82962"/>
                </a:cubicBezTo>
                <a:cubicBezTo>
                  <a:pt x="48339" y="82962"/>
                  <a:pt x="48339" y="82987"/>
                  <a:pt x="48289" y="82987"/>
                </a:cubicBezTo>
                <a:cubicBezTo>
                  <a:pt x="47492" y="80846"/>
                  <a:pt x="46298" y="78880"/>
                  <a:pt x="44779" y="77162"/>
                </a:cubicBezTo>
                <a:close/>
                <a:moveTo>
                  <a:pt x="54462" y="79353"/>
                </a:moveTo>
                <a:lnTo>
                  <a:pt x="54487" y="79378"/>
                </a:lnTo>
                <a:cubicBezTo>
                  <a:pt x="52520" y="80722"/>
                  <a:pt x="50604" y="81916"/>
                  <a:pt x="48637" y="83037"/>
                </a:cubicBezTo>
                <a:cubicBezTo>
                  <a:pt x="48637" y="83012"/>
                  <a:pt x="48637" y="83012"/>
                  <a:pt x="48613" y="82987"/>
                </a:cubicBezTo>
                <a:cubicBezTo>
                  <a:pt x="50529" y="81892"/>
                  <a:pt x="52496" y="80647"/>
                  <a:pt x="54462" y="79353"/>
                </a:cubicBezTo>
                <a:close/>
                <a:moveTo>
                  <a:pt x="48463" y="83111"/>
                </a:moveTo>
                <a:cubicBezTo>
                  <a:pt x="48463" y="83136"/>
                  <a:pt x="48463" y="83136"/>
                  <a:pt x="48488" y="83161"/>
                </a:cubicBezTo>
                <a:cubicBezTo>
                  <a:pt x="48463" y="83161"/>
                  <a:pt x="48413" y="83161"/>
                  <a:pt x="48413" y="83211"/>
                </a:cubicBezTo>
                <a:cubicBezTo>
                  <a:pt x="48413" y="83161"/>
                  <a:pt x="48413" y="83161"/>
                  <a:pt x="48388" y="83136"/>
                </a:cubicBezTo>
                <a:cubicBezTo>
                  <a:pt x="48413" y="83136"/>
                  <a:pt x="48413" y="83111"/>
                  <a:pt x="48463" y="83111"/>
                </a:cubicBezTo>
                <a:close/>
                <a:moveTo>
                  <a:pt x="44406" y="79054"/>
                </a:moveTo>
                <a:cubicBezTo>
                  <a:pt x="44406" y="79104"/>
                  <a:pt x="44431" y="79104"/>
                  <a:pt x="44431" y="79129"/>
                </a:cubicBezTo>
                <a:cubicBezTo>
                  <a:pt x="44655" y="79527"/>
                  <a:pt x="44854" y="79925"/>
                  <a:pt x="45003" y="80348"/>
                </a:cubicBezTo>
                <a:cubicBezTo>
                  <a:pt x="45028" y="80423"/>
                  <a:pt x="45053" y="80523"/>
                  <a:pt x="45128" y="80622"/>
                </a:cubicBezTo>
                <a:cubicBezTo>
                  <a:pt x="45302" y="81045"/>
                  <a:pt x="45476" y="81518"/>
                  <a:pt x="45601" y="81966"/>
                </a:cubicBezTo>
                <a:cubicBezTo>
                  <a:pt x="45601" y="81991"/>
                  <a:pt x="45601" y="81991"/>
                  <a:pt x="45626" y="82016"/>
                </a:cubicBezTo>
                <a:cubicBezTo>
                  <a:pt x="45750" y="82414"/>
                  <a:pt x="45825" y="82862"/>
                  <a:pt x="45924" y="83261"/>
                </a:cubicBezTo>
                <a:cubicBezTo>
                  <a:pt x="45302" y="82464"/>
                  <a:pt x="44879" y="81518"/>
                  <a:pt x="44605" y="80448"/>
                </a:cubicBezTo>
                <a:cubicBezTo>
                  <a:pt x="44605" y="80423"/>
                  <a:pt x="44555" y="80373"/>
                  <a:pt x="44555" y="80348"/>
                </a:cubicBezTo>
                <a:lnTo>
                  <a:pt x="44481" y="79875"/>
                </a:lnTo>
                <a:cubicBezTo>
                  <a:pt x="44431" y="79676"/>
                  <a:pt x="44406" y="79502"/>
                  <a:pt x="44381" y="79353"/>
                </a:cubicBezTo>
                <a:cubicBezTo>
                  <a:pt x="44381" y="79253"/>
                  <a:pt x="44381" y="79154"/>
                  <a:pt x="44406" y="79054"/>
                </a:cubicBezTo>
                <a:close/>
                <a:moveTo>
                  <a:pt x="7567" y="72956"/>
                </a:moveTo>
                <a:lnTo>
                  <a:pt x="7567" y="72956"/>
                </a:lnTo>
                <a:cubicBezTo>
                  <a:pt x="6298" y="76565"/>
                  <a:pt x="5402" y="80050"/>
                  <a:pt x="4904" y="83385"/>
                </a:cubicBezTo>
                <a:cubicBezTo>
                  <a:pt x="4107" y="82041"/>
                  <a:pt x="3485" y="80597"/>
                  <a:pt x="3087" y="78979"/>
                </a:cubicBezTo>
                <a:cubicBezTo>
                  <a:pt x="4057" y="76938"/>
                  <a:pt x="5426" y="75022"/>
                  <a:pt x="7169" y="73329"/>
                </a:cubicBezTo>
                <a:cubicBezTo>
                  <a:pt x="7318" y="73180"/>
                  <a:pt x="7443" y="73080"/>
                  <a:pt x="7567" y="72956"/>
                </a:cubicBezTo>
                <a:close/>
                <a:moveTo>
                  <a:pt x="16677" y="79751"/>
                </a:moveTo>
                <a:cubicBezTo>
                  <a:pt x="16777" y="79776"/>
                  <a:pt x="16876" y="79851"/>
                  <a:pt x="16976" y="79900"/>
                </a:cubicBezTo>
                <a:cubicBezTo>
                  <a:pt x="17100" y="79975"/>
                  <a:pt x="17250" y="80025"/>
                  <a:pt x="17374" y="80050"/>
                </a:cubicBezTo>
                <a:cubicBezTo>
                  <a:pt x="17499" y="80124"/>
                  <a:pt x="17623" y="80149"/>
                  <a:pt x="17748" y="80224"/>
                </a:cubicBezTo>
                <a:cubicBezTo>
                  <a:pt x="16901" y="81294"/>
                  <a:pt x="16130" y="82464"/>
                  <a:pt x="15482" y="83634"/>
                </a:cubicBezTo>
                <a:cubicBezTo>
                  <a:pt x="15806" y="82365"/>
                  <a:pt x="16229" y="81045"/>
                  <a:pt x="16677" y="79751"/>
                </a:cubicBezTo>
                <a:close/>
                <a:moveTo>
                  <a:pt x="46118" y="83555"/>
                </a:moveTo>
                <a:cubicBezTo>
                  <a:pt x="46128" y="83612"/>
                  <a:pt x="46138" y="83669"/>
                  <a:pt x="46147" y="83726"/>
                </a:cubicBezTo>
                <a:lnTo>
                  <a:pt x="46147" y="83726"/>
                </a:lnTo>
                <a:cubicBezTo>
                  <a:pt x="46145" y="83719"/>
                  <a:pt x="46139" y="83709"/>
                  <a:pt x="46123" y="83709"/>
                </a:cubicBezTo>
                <a:lnTo>
                  <a:pt x="46099" y="83659"/>
                </a:lnTo>
                <a:cubicBezTo>
                  <a:pt x="46107" y="83623"/>
                  <a:pt x="46114" y="83589"/>
                  <a:pt x="46118" y="83555"/>
                </a:cubicBezTo>
                <a:close/>
                <a:moveTo>
                  <a:pt x="7816" y="72831"/>
                </a:moveTo>
                <a:lnTo>
                  <a:pt x="7841" y="72881"/>
                </a:lnTo>
                <a:cubicBezTo>
                  <a:pt x="6472" y="76640"/>
                  <a:pt x="5551" y="80274"/>
                  <a:pt x="5053" y="83734"/>
                </a:cubicBezTo>
                <a:cubicBezTo>
                  <a:pt x="5053" y="83709"/>
                  <a:pt x="5053" y="83659"/>
                  <a:pt x="5028" y="83634"/>
                </a:cubicBezTo>
                <a:cubicBezTo>
                  <a:pt x="5103" y="82962"/>
                  <a:pt x="5227" y="82240"/>
                  <a:pt x="5352" y="81543"/>
                </a:cubicBezTo>
                <a:lnTo>
                  <a:pt x="5352" y="81518"/>
                </a:lnTo>
                <a:cubicBezTo>
                  <a:pt x="5924" y="78730"/>
                  <a:pt x="6721" y="75793"/>
                  <a:pt x="7816" y="72831"/>
                </a:cubicBezTo>
                <a:close/>
                <a:moveTo>
                  <a:pt x="44680" y="81294"/>
                </a:moveTo>
                <a:cubicBezTo>
                  <a:pt x="45003" y="82165"/>
                  <a:pt x="45476" y="82987"/>
                  <a:pt x="46024" y="83634"/>
                </a:cubicBezTo>
                <a:cubicBezTo>
                  <a:pt x="46024" y="83658"/>
                  <a:pt x="46024" y="83729"/>
                  <a:pt x="46047" y="83756"/>
                </a:cubicBezTo>
                <a:lnTo>
                  <a:pt x="46047" y="83756"/>
                </a:lnTo>
                <a:cubicBezTo>
                  <a:pt x="45475" y="83134"/>
                  <a:pt x="45028" y="82413"/>
                  <a:pt x="44729" y="81593"/>
                </a:cubicBezTo>
                <a:cubicBezTo>
                  <a:pt x="44729" y="81493"/>
                  <a:pt x="44680" y="81394"/>
                  <a:pt x="44680" y="81294"/>
                </a:cubicBezTo>
                <a:close/>
                <a:moveTo>
                  <a:pt x="2937" y="79203"/>
                </a:moveTo>
                <a:cubicBezTo>
                  <a:pt x="3385" y="80821"/>
                  <a:pt x="4033" y="82315"/>
                  <a:pt x="4829" y="83659"/>
                </a:cubicBezTo>
                <a:cubicBezTo>
                  <a:pt x="4829" y="83709"/>
                  <a:pt x="4829" y="83734"/>
                  <a:pt x="4804" y="83758"/>
                </a:cubicBezTo>
                <a:cubicBezTo>
                  <a:pt x="3983" y="82414"/>
                  <a:pt x="3336" y="80921"/>
                  <a:pt x="2863" y="79278"/>
                </a:cubicBezTo>
                <a:cubicBezTo>
                  <a:pt x="2912" y="79278"/>
                  <a:pt x="2937" y="79253"/>
                  <a:pt x="2937" y="79203"/>
                </a:cubicBezTo>
                <a:close/>
                <a:moveTo>
                  <a:pt x="44754" y="77386"/>
                </a:moveTo>
                <a:cubicBezTo>
                  <a:pt x="46248" y="79029"/>
                  <a:pt x="47393" y="80921"/>
                  <a:pt x="48164" y="83037"/>
                </a:cubicBezTo>
                <a:cubicBezTo>
                  <a:pt x="47617" y="83360"/>
                  <a:pt x="47094" y="83659"/>
                  <a:pt x="46522" y="83958"/>
                </a:cubicBezTo>
                <a:lnTo>
                  <a:pt x="46497" y="83908"/>
                </a:lnTo>
                <a:cubicBezTo>
                  <a:pt x="46472" y="83833"/>
                  <a:pt x="46472" y="83734"/>
                  <a:pt x="46422" y="83634"/>
                </a:cubicBezTo>
                <a:cubicBezTo>
                  <a:pt x="46372" y="83385"/>
                  <a:pt x="46347" y="83111"/>
                  <a:pt x="46273" y="82862"/>
                </a:cubicBezTo>
                <a:cubicBezTo>
                  <a:pt x="46223" y="82613"/>
                  <a:pt x="46148" y="82389"/>
                  <a:pt x="46099" y="82165"/>
                </a:cubicBezTo>
                <a:cubicBezTo>
                  <a:pt x="45999" y="81867"/>
                  <a:pt x="45899" y="81518"/>
                  <a:pt x="45800" y="81220"/>
                </a:cubicBezTo>
                <a:cubicBezTo>
                  <a:pt x="45750" y="81020"/>
                  <a:pt x="45650" y="80796"/>
                  <a:pt x="45601" y="80622"/>
                </a:cubicBezTo>
                <a:cubicBezTo>
                  <a:pt x="45476" y="80274"/>
                  <a:pt x="45352" y="79975"/>
                  <a:pt x="45178" y="79627"/>
                </a:cubicBezTo>
                <a:cubicBezTo>
                  <a:pt x="45103" y="79427"/>
                  <a:pt x="45003" y="79253"/>
                  <a:pt x="44904" y="79029"/>
                </a:cubicBezTo>
                <a:cubicBezTo>
                  <a:pt x="44779" y="78780"/>
                  <a:pt x="44680" y="78531"/>
                  <a:pt x="44530" y="78307"/>
                </a:cubicBezTo>
                <a:lnTo>
                  <a:pt x="44530" y="78258"/>
                </a:lnTo>
                <a:cubicBezTo>
                  <a:pt x="44530" y="78233"/>
                  <a:pt x="44555" y="78158"/>
                  <a:pt x="44555" y="78133"/>
                </a:cubicBezTo>
                <a:lnTo>
                  <a:pt x="44754" y="77386"/>
                </a:lnTo>
                <a:close/>
                <a:moveTo>
                  <a:pt x="46248" y="83958"/>
                </a:moveTo>
                <a:lnTo>
                  <a:pt x="46273" y="83982"/>
                </a:lnTo>
                <a:lnTo>
                  <a:pt x="46273" y="84032"/>
                </a:lnTo>
                <a:lnTo>
                  <a:pt x="46248" y="84007"/>
                </a:lnTo>
                <a:cubicBezTo>
                  <a:pt x="46273" y="84007"/>
                  <a:pt x="46273" y="83982"/>
                  <a:pt x="46248" y="83958"/>
                </a:cubicBezTo>
                <a:close/>
                <a:moveTo>
                  <a:pt x="4978" y="83908"/>
                </a:moveTo>
                <a:cubicBezTo>
                  <a:pt x="5028" y="83958"/>
                  <a:pt x="5028" y="83982"/>
                  <a:pt x="5053" y="84007"/>
                </a:cubicBezTo>
                <a:lnTo>
                  <a:pt x="5053" y="84107"/>
                </a:lnTo>
                <a:cubicBezTo>
                  <a:pt x="5028" y="84082"/>
                  <a:pt x="5028" y="84032"/>
                  <a:pt x="4978" y="84032"/>
                </a:cubicBezTo>
                <a:lnTo>
                  <a:pt x="4978" y="83908"/>
                </a:lnTo>
                <a:close/>
                <a:moveTo>
                  <a:pt x="48239" y="83261"/>
                </a:moveTo>
                <a:lnTo>
                  <a:pt x="48239" y="83286"/>
                </a:lnTo>
                <a:cubicBezTo>
                  <a:pt x="47741" y="83559"/>
                  <a:pt x="47194" y="83883"/>
                  <a:pt x="46721" y="84157"/>
                </a:cubicBezTo>
                <a:lnTo>
                  <a:pt x="46671" y="84132"/>
                </a:lnTo>
                <a:cubicBezTo>
                  <a:pt x="47194" y="83858"/>
                  <a:pt x="47716" y="83559"/>
                  <a:pt x="48239" y="83261"/>
                </a:cubicBezTo>
                <a:close/>
                <a:moveTo>
                  <a:pt x="16478" y="79627"/>
                </a:moveTo>
                <a:cubicBezTo>
                  <a:pt x="16503" y="79627"/>
                  <a:pt x="16503" y="79651"/>
                  <a:pt x="16528" y="79651"/>
                </a:cubicBezTo>
                <a:cubicBezTo>
                  <a:pt x="15980" y="81244"/>
                  <a:pt x="15507" y="82788"/>
                  <a:pt x="15109" y="84356"/>
                </a:cubicBezTo>
                <a:cubicBezTo>
                  <a:pt x="15059" y="84455"/>
                  <a:pt x="15010" y="84505"/>
                  <a:pt x="14985" y="84605"/>
                </a:cubicBezTo>
                <a:cubicBezTo>
                  <a:pt x="15383" y="82987"/>
                  <a:pt x="15881" y="81344"/>
                  <a:pt x="16478" y="79627"/>
                </a:cubicBezTo>
                <a:close/>
                <a:moveTo>
                  <a:pt x="17897" y="80274"/>
                </a:moveTo>
                <a:cubicBezTo>
                  <a:pt x="17922" y="80274"/>
                  <a:pt x="17922" y="80299"/>
                  <a:pt x="17972" y="80299"/>
                </a:cubicBezTo>
                <a:cubicBezTo>
                  <a:pt x="16876" y="81717"/>
                  <a:pt x="15930" y="83211"/>
                  <a:pt x="15159" y="84754"/>
                </a:cubicBezTo>
                <a:cubicBezTo>
                  <a:pt x="15184" y="84655"/>
                  <a:pt x="15234" y="84580"/>
                  <a:pt x="15234" y="84480"/>
                </a:cubicBezTo>
                <a:cubicBezTo>
                  <a:pt x="16005" y="82987"/>
                  <a:pt x="16876" y="81593"/>
                  <a:pt x="17897" y="80274"/>
                </a:cubicBezTo>
                <a:close/>
                <a:moveTo>
                  <a:pt x="63348" y="72831"/>
                </a:moveTo>
                <a:cubicBezTo>
                  <a:pt x="63522" y="73030"/>
                  <a:pt x="63697" y="73180"/>
                  <a:pt x="63846" y="73354"/>
                </a:cubicBezTo>
                <a:cubicBezTo>
                  <a:pt x="64070" y="73578"/>
                  <a:pt x="64269" y="73827"/>
                  <a:pt x="64468" y="74051"/>
                </a:cubicBezTo>
                <a:cubicBezTo>
                  <a:pt x="64717" y="74325"/>
                  <a:pt x="64966" y="74599"/>
                  <a:pt x="65190" y="74897"/>
                </a:cubicBezTo>
                <a:cubicBezTo>
                  <a:pt x="65290" y="75022"/>
                  <a:pt x="65389" y="75096"/>
                  <a:pt x="65464" y="75221"/>
                </a:cubicBezTo>
                <a:cubicBezTo>
                  <a:pt x="66783" y="76789"/>
                  <a:pt x="68052" y="78432"/>
                  <a:pt x="69297" y="80124"/>
                </a:cubicBezTo>
                <a:cubicBezTo>
                  <a:pt x="66310" y="82240"/>
                  <a:pt x="63273" y="83808"/>
                  <a:pt x="60411" y="84879"/>
                </a:cubicBezTo>
                <a:cubicBezTo>
                  <a:pt x="58942" y="82663"/>
                  <a:pt x="57573" y="80423"/>
                  <a:pt x="56379" y="78282"/>
                </a:cubicBezTo>
                <a:cubicBezTo>
                  <a:pt x="58793" y="76565"/>
                  <a:pt x="61108" y="74723"/>
                  <a:pt x="63348" y="72831"/>
                </a:cubicBezTo>
                <a:close/>
                <a:moveTo>
                  <a:pt x="44729" y="82066"/>
                </a:moveTo>
                <a:cubicBezTo>
                  <a:pt x="45053" y="82862"/>
                  <a:pt x="45526" y="83534"/>
                  <a:pt x="46049" y="84107"/>
                </a:cubicBezTo>
                <a:lnTo>
                  <a:pt x="46049" y="84182"/>
                </a:lnTo>
                <a:cubicBezTo>
                  <a:pt x="45551" y="84480"/>
                  <a:pt x="45028" y="84729"/>
                  <a:pt x="44530" y="85003"/>
                </a:cubicBezTo>
                <a:cubicBezTo>
                  <a:pt x="44530" y="84978"/>
                  <a:pt x="44530" y="84953"/>
                  <a:pt x="44555" y="84903"/>
                </a:cubicBezTo>
                <a:cubicBezTo>
                  <a:pt x="44680" y="84032"/>
                  <a:pt x="44729" y="83211"/>
                  <a:pt x="44729" y="82365"/>
                </a:cubicBezTo>
                <a:lnTo>
                  <a:pt x="44729" y="82265"/>
                </a:lnTo>
                <a:lnTo>
                  <a:pt x="44729" y="82066"/>
                </a:lnTo>
                <a:close/>
                <a:moveTo>
                  <a:pt x="56229" y="78407"/>
                </a:moveTo>
                <a:cubicBezTo>
                  <a:pt x="57374" y="80523"/>
                  <a:pt x="58743" y="82763"/>
                  <a:pt x="60237" y="84978"/>
                </a:cubicBezTo>
                <a:cubicBezTo>
                  <a:pt x="60212" y="84978"/>
                  <a:pt x="60212" y="84978"/>
                  <a:pt x="60187" y="85003"/>
                </a:cubicBezTo>
                <a:cubicBezTo>
                  <a:pt x="58718" y="82763"/>
                  <a:pt x="57349" y="80547"/>
                  <a:pt x="56204" y="78432"/>
                </a:cubicBezTo>
                <a:lnTo>
                  <a:pt x="56229" y="78407"/>
                </a:lnTo>
                <a:close/>
                <a:moveTo>
                  <a:pt x="97624" y="84234"/>
                </a:moveTo>
                <a:cubicBezTo>
                  <a:pt x="97399" y="84491"/>
                  <a:pt x="97172" y="84749"/>
                  <a:pt x="96940" y="85010"/>
                </a:cubicBezTo>
                <a:lnTo>
                  <a:pt x="96940" y="85010"/>
                </a:lnTo>
                <a:cubicBezTo>
                  <a:pt x="97182" y="84723"/>
                  <a:pt x="97413" y="84456"/>
                  <a:pt x="97624" y="84234"/>
                </a:cubicBezTo>
                <a:close/>
                <a:moveTo>
                  <a:pt x="69446" y="80274"/>
                </a:moveTo>
                <a:cubicBezTo>
                  <a:pt x="69446" y="80299"/>
                  <a:pt x="69446" y="80299"/>
                  <a:pt x="69496" y="80348"/>
                </a:cubicBezTo>
                <a:cubicBezTo>
                  <a:pt x="66534" y="82414"/>
                  <a:pt x="63473" y="84032"/>
                  <a:pt x="60585" y="85103"/>
                </a:cubicBezTo>
                <a:cubicBezTo>
                  <a:pt x="60585" y="85078"/>
                  <a:pt x="60560" y="85078"/>
                  <a:pt x="60560" y="85028"/>
                </a:cubicBezTo>
                <a:cubicBezTo>
                  <a:pt x="63423" y="83982"/>
                  <a:pt x="66459" y="82365"/>
                  <a:pt x="69446" y="80274"/>
                </a:cubicBezTo>
                <a:close/>
                <a:moveTo>
                  <a:pt x="44428" y="81464"/>
                </a:moveTo>
                <a:cubicBezTo>
                  <a:pt x="44438" y="81506"/>
                  <a:pt x="44450" y="81557"/>
                  <a:pt x="44481" y="81618"/>
                </a:cubicBezTo>
                <a:cubicBezTo>
                  <a:pt x="44530" y="82788"/>
                  <a:pt x="44505" y="83982"/>
                  <a:pt x="44281" y="85152"/>
                </a:cubicBezTo>
                <a:cubicBezTo>
                  <a:pt x="44281" y="85152"/>
                  <a:pt x="44257" y="85152"/>
                  <a:pt x="44257" y="85177"/>
                </a:cubicBezTo>
                <a:cubicBezTo>
                  <a:pt x="44257" y="85103"/>
                  <a:pt x="44281" y="85003"/>
                  <a:pt x="44306" y="84903"/>
                </a:cubicBezTo>
                <a:cubicBezTo>
                  <a:pt x="44481" y="83958"/>
                  <a:pt x="44505" y="83012"/>
                  <a:pt x="44481" y="82116"/>
                </a:cubicBezTo>
                <a:lnTo>
                  <a:pt x="44481" y="81867"/>
                </a:lnTo>
                <a:cubicBezTo>
                  <a:pt x="44481" y="81767"/>
                  <a:pt x="44431" y="81643"/>
                  <a:pt x="44431" y="81543"/>
                </a:cubicBezTo>
                <a:cubicBezTo>
                  <a:pt x="44431" y="81520"/>
                  <a:pt x="44431" y="81490"/>
                  <a:pt x="44428" y="81464"/>
                </a:cubicBezTo>
                <a:close/>
                <a:moveTo>
                  <a:pt x="60361" y="85127"/>
                </a:moveTo>
                <a:cubicBezTo>
                  <a:pt x="60361" y="85127"/>
                  <a:pt x="60411" y="85152"/>
                  <a:pt x="60411" y="85202"/>
                </a:cubicBezTo>
                <a:cubicBezTo>
                  <a:pt x="60361" y="85202"/>
                  <a:pt x="60361" y="85202"/>
                  <a:pt x="60336" y="85227"/>
                </a:cubicBezTo>
                <a:cubicBezTo>
                  <a:pt x="60336" y="85202"/>
                  <a:pt x="60311" y="85202"/>
                  <a:pt x="60311" y="85152"/>
                </a:cubicBezTo>
                <a:cubicBezTo>
                  <a:pt x="60336" y="85152"/>
                  <a:pt x="60336" y="85152"/>
                  <a:pt x="60361" y="85127"/>
                </a:cubicBezTo>
                <a:close/>
                <a:moveTo>
                  <a:pt x="46123" y="84381"/>
                </a:moveTo>
                <a:lnTo>
                  <a:pt x="46123" y="84455"/>
                </a:lnTo>
                <a:cubicBezTo>
                  <a:pt x="45607" y="84726"/>
                  <a:pt x="45042" y="84996"/>
                  <a:pt x="44525" y="85267"/>
                </a:cubicBezTo>
                <a:lnTo>
                  <a:pt x="44525" y="85267"/>
                </a:lnTo>
                <a:cubicBezTo>
                  <a:pt x="44530" y="85257"/>
                  <a:pt x="44530" y="85242"/>
                  <a:pt x="44530" y="85227"/>
                </a:cubicBezTo>
                <a:lnTo>
                  <a:pt x="46123" y="84381"/>
                </a:lnTo>
                <a:close/>
                <a:moveTo>
                  <a:pt x="1917" y="71537"/>
                </a:moveTo>
                <a:lnTo>
                  <a:pt x="1917" y="71537"/>
                </a:lnTo>
                <a:cubicBezTo>
                  <a:pt x="1792" y="74151"/>
                  <a:pt x="1991" y="76640"/>
                  <a:pt x="2589" y="78930"/>
                </a:cubicBezTo>
                <a:cubicBezTo>
                  <a:pt x="1867" y="80448"/>
                  <a:pt x="1369" y="82091"/>
                  <a:pt x="1120" y="83709"/>
                </a:cubicBezTo>
                <a:cubicBezTo>
                  <a:pt x="1095" y="83709"/>
                  <a:pt x="1095" y="83734"/>
                  <a:pt x="1095" y="83758"/>
                </a:cubicBezTo>
                <a:lnTo>
                  <a:pt x="996" y="84605"/>
                </a:lnTo>
                <a:lnTo>
                  <a:pt x="996" y="84704"/>
                </a:lnTo>
                <a:cubicBezTo>
                  <a:pt x="996" y="84804"/>
                  <a:pt x="971" y="84978"/>
                  <a:pt x="971" y="85103"/>
                </a:cubicBezTo>
                <a:cubicBezTo>
                  <a:pt x="971" y="85152"/>
                  <a:pt x="971" y="85252"/>
                  <a:pt x="946" y="85327"/>
                </a:cubicBezTo>
                <a:cubicBezTo>
                  <a:pt x="349" y="81120"/>
                  <a:pt x="722" y="76490"/>
                  <a:pt x="1917" y="71537"/>
                </a:cubicBezTo>
                <a:close/>
                <a:moveTo>
                  <a:pt x="44281" y="85351"/>
                </a:moveTo>
                <a:lnTo>
                  <a:pt x="44281" y="85401"/>
                </a:lnTo>
                <a:lnTo>
                  <a:pt x="44257" y="85401"/>
                </a:lnTo>
                <a:cubicBezTo>
                  <a:pt x="44257" y="85401"/>
                  <a:pt x="44257" y="85376"/>
                  <a:pt x="44281" y="85351"/>
                </a:cubicBezTo>
                <a:close/>
                <a:moveTo>
                  <a:pt x="48289" y="83460"/>
                </a:moveTo>
                <a:cubicBezTo>
                  <a:pt x="48538" y="84132"/>
                  <a:pt x="48762" y="84854"/>
                  <a:pt x="48911" y="85575"/>
                </a:cubicBezTo>
                <a:cubicBezTo>
                  <a:pt x="48140" y="85227"/>
                  <a:pt x="47418" y="84779"/>
                  <a:pt x="46845" y="84256"/>
                </a:cubicBezTo>
                <a:cubicBezTo>
                  <a:pt x="47343" y="84007"/>
                  <a:pt x="47841" y="83734"/>
                  <a:pt x="48289" y="83460"/>
                </a:cubicBezTo>
                <a:close/>
                <a:moveTo>
                  <a:pt x="56055" y="78531"/>
                </a:moveTo>
                <a:cubicBezTo>
                  <a:pt x="57200" y="80647"/>
                  <a:pt x="58544" y="82862"/>
                  <a:pt x="60038" y="85078"/>
                </a:cubicBezTo>
                <a:cubicBezTo>
                  <a:pt x="59490" y="85252"/>
                  <a:pt x="58967" y="85451"/>
                  <a:pt x="58445" y="85575"/>
                </a:cubicBezTo>
                <a:cubicBezTo>
                  <a:pt x="57499" y="83286"/>
                  <a:pt x="56329" y="81170"/>
                  <a:pt x="54960" y="79278"/>
                </a:cubicBezTo>
                <a:cubicBezTo>
                  <a:pt x="55333" y="79029"/>
                  <a:pt x="55682" y="78780"/>
                  <a:pt x="56055" y="78531"/>
                </a:cubicBezTo>
                <a:close/>
                <a:moveTo>
                  <a:pt x="54810" y="79378"/>
                </a:moveTo>
                <a:cubicBezTo>
                  <a:pt x="56179" y="81244"/>
                  <a:pt x="57324" y="83360"/>
                  <a:pt x="58245" y="85600"/>
                </a:cubicBezTo>
                <a:cubicBezTo>
                  <a:pt x="58220" y="85600"/>
                  <a:pt x="58220" y="85600"/>
                  <a:pt x="58196" y="85625"/>
                </a:cubicBezTo>
                <a:cubicBezTo>
                  <a:pt x="57250" y="83385"/>
                  <a:pt x="56105" y="81294"/>
                  <a:pt x="54736" y="79427"/>
                </a:cubicBezTo>
                <a:lnTo>
                  <a:pt x="54810" y="79378"/>
                </a:lnTo>
                <a:close/>
                <a:moveTo>
                  <a:pt x="48538" y="83310"/>
                </a:moveTo>
                <a:cubicBezTo>
                  <a:pt x="48837" y="84107"/>
                  <a:pt x="49036" y="84879"/>
                  <a:pt x="49235" y="85700"/>
                </a:cubicBezTo>
                <a:cubicBezTo>
                  <a:pt x="49210" y="85700"/>
                  <a:pt x="49160" y="85650"/>
                  <a:pt x="49160" y="85650"/>
                </a:cubicBezTo>
                <a:cubicBezTo>
                  <a:pt x="48986" y="84879"/>
                  <a:pt x="48737" y="84107"/>
                  <a:pt x="48488" y="83360"/>
                </a:cubicBezTo>
                <a:cubicBezTo>
                  <a:pt x="48513" y="83360"/>
                  <a:pt x="48513" y="83310"/>
                  <a:pt x="48538" y="83310"/>
                </a:cubicBezTo>
                <a:close/>
                <a:moveTo>
                  <a:pt x="60112" y="85202"/>
                </a:moveTo>
                <a:cubicBezTo>
                  <a:pt x="60112" y="85227"/>
                  <a:pt x="60162" y="85227"/>
                  <a:pt x="60162" y="85252"/>
                </a:cubicBezTo>
                <a:cubicBezTo>
                  <a:pt x="59589" y="85451"/>
                  <a:pt x="59067" y="85625"/>
                  <a:pt x="58494" y="85775"/>
                </a:cubicBezTo>
                <a:lnTo>
                  <a:pt x="58494" y="85725"/>
                </a:lnTo>
                <a:cubicBezTo>
                  <a:pt x="59017" y="85575"/>
                  <a:pt x="59589" y="85376"/>
                  <a:pt x="60112" y="85202"/>
                </a:cubicBezTo>
                <a:close/>
                <a:moveTo>
                  <a:pt x="14860" y="85252"/>
                </a:moveTo>
                <a:lnTo>
                  <a:pt x="14860" y="85252"/>
                </a:lnTo>
                <a:cubicBezTo>
                  <a:pt x="14810" y="85351"/>
                  <a:pt x="14810" y="85451"/>
                  <a:pt x="14785" y="85526"/>
                </a:cubicBezTo>
                <a:cubicBezTo>
                  <a:pt x="14761" y="85625"/>
                  <a:pt x="14736" y="85725"/>
                  <a:pt x="14661" y="85824"/>
                </a:cubicBezTo>
                <a:cubicBezTo>
                  <a:pt x="14686" y="85725"/>
                  <a:pt x="14686" y="85625"/>
                  <a:pt x="14736" y="85501"/>
                </a:cubicBezTo>
                <a:cubicBezTo>
                  <a:pt x="14761" y="85401"/>
                  <a:pt x="14810" y="85327"/>
                  <a:pt x="14860" y="85252"/>
                </a:cubicBezTo>
                <a:close/>
                <a:moveTo>
                  <a:pt x="46671" y="84356"/>
                </a:moveTo>
                <a:cubicBezTo>
                  <a:pt x="47343" y="84928"/>
                  <a:pt x="48115" y="85426"/>
                  <a:pt x="48986" y="85775"/>
                </a:cubicBezTo>
                <a:cubicBezTo>
                  <a:pt x="48986" y="85809"/>
                  <a:pt x="48986" y="85832"/>
                  <a:pt x="48994" y="85842"/>
                </a:cubicBezTo>
                <a:lnTo>
                  <a:pt x="48994" y="85842"/>
                </a:lnTo>
                <a:cubicBezTo>
                  <a:pt x="48107" y="85471"/>
                  <a:pt x="47294" y="84977"/>
                  <a:pt x="46627" y="84361"/>
                </a:cubicBezTo>
                <a:lnTo>
                  <a:pt x="46627" y="84361"/>
                </a:lnTo>
                <a:cubicBezTo>
                  <a:pt x="46637" y="84370"/>
                  <a:pt x="46648" y="84374"/>
                  <a:pt x="46655" y="84374"/>
                </a:cubicBezTo>
                <a:cubicBezTo>
                  <a:pt x="46665" y="84374"/>
                  <a:pt x="46671" y="84368"/>
                  <a:pt x="46671" y="84356"/>
                </a:cubicBezTo>
                <a:close/>
                <a:moveTo>
                  <a:pt x="58320" y="85750"/>
                </a:moveTo>
                <a:cubicBezTo>
                  <a:pt x="58320" y="85775"/>
                  <a:pt x="58320" y="85775"/>
                  <a:pt x="58345" y="85799"/>
                </a:cubicBezTo>
                <a:cubicBezTo>
                  <a:pt x="58320" y="85849"/>
                  <a:pt x="58320" y="85849"/>
                  <a:pt x="58295" y="85849"/>
                </a:cubicBezTo>
                <a:cubicBezTo>
                  <a:pt x="58295" y="85799"/>
                  <a:pt x="58295" y="85799"/>
                  <a:pt x="58245" y="85775"/>
                </a:cubicBezTo>
                <a:cubicBezTo>
                  <a:pt x="58295" y="85775"/>
                  <a:pt x="58295" y="85775"/>
                  <a:pt x="58320" y="85750"/>
                </a:cubicBezTo>
                <a:close/>
                <a:moveTo>
                  <a:pt x="43809" y="78880"/>
                </a:moveTo>
                <a:lnTo>
                  <a:pt x="43908" y="79353"/>
                </a:lnTo>
                <a:lnTo>
                  <a:pt x="43908" y="79427"/>
                </a:lnTo>
                <a:lnTo>
                  <a:pt x="43908" y="79527"/>
                </a:lnTo>
                <a:lnTo>
                  <a:pt x="43933" y="79527"/>
                </a:lnTo>
                <a:cubicBezTo>
                  <a:pt x="44008" y="79851"/>
                  <a:pt x="44033" y="80149"/>
                  <a:pt x="44132" y="80473"/>
                </a:cubicBezTo>
                <a:cubicBezTo>
                  <a:pt x="44182" y="80846"/>
                  <a:pt x="44232" y="81220"/>
                  <a:pt x="44257" y="81593"/>
                </a:cubicBezTo>
                <a:cubicBezTo>
                  <a:pt x="44257" y="81717"/>
                  <a:pt x="44281" y="81792"/>
                  <a:pt x="44281" y="81916"/>
                </a:cubicBezTo>
                <a:lnTo>
                  <a:pt x="44281" y="82016"/>
                </a:lnTo>
                <a:lnTo>
                  <a:pt x="44281" y="83037"/>
                </a:lnTo>
                <a:cubicBezTo>
                  <a:pt x="44257" y="83783"/>
                  <a:pt x="44182" y="84530"/>
                  <a:pt x="44033" y="85277"/>
                </a:cubicBezTo>
                <a:cubicBezTo>
                  <a:pt x="43560" y="85526"/>
                  <a:pt x="43062" y="85750"/>
                  <a:pt x="42614" y="85974"/>
                </a:cubicBezTo>
                <a:cubicBezTo>
                  <a:pt x="42639" y="83758"/>
                  <a:pt x="43037" y="81369"/>
                  <a:pt x="43809" y="78880"/>
                </a:cubicBezTo>
                <a:close/>
                <a:moveTo>
                  <a:pt x="49235" y="85899"/>
                </a:moveTo>
                <a:cubicBezTo>
                  <a:pt x="49235" y="85899"/>
                  <a:pt x="49260" y="85899"/>
                  <a:pt x="49285" y="85949"/>
                </a:cubicBezTo>
                <a:cubicBezTo>
                  <a:pt x="49285" y="85974"/>
                  <a:pt x="49285" y="85999"/>
                  <a:pt x="49334" y="85999"/>
                </a:cubicBezTo>
                <a:lnTo>
                  <a:pt x="49260" y="85999"/>
                </a:lnTo>
                <a:cubicBezTo>
                  <a:pt x="49260" y="85974"/>
                  <a:pt x="49260" y="85949"/>
                  <a:pt x="49235" y="85899"/>
                </a:cubicBezTo>
                <a:close/>
                <a:moveTo>
                  <a:pt x="43734" y="78482"/>
                </a:moveTo>
                <a:cubicBezTo>
                  <a:pt x="43734" y="78506"/>
                  <a:pt x="43759" y="78531"/>
                  <a:pt x="43759" y="78556"/>
                </a:cubicBezTo>
                <a:cubicBezTo>
                  <a:pt x="42912" y="81170"/>
                  <a:pt x="42440" y="83709"/>
                  <a:pt x="42440" y="86024"/>
                </a:cubicBezTo>
                <a:cubicBezTo>
                  <a:pt x="42415" y="86048"/>
                  <a:pt x="42390" y="86048"/>
                  <a:pt x="42390" y="86048"/>
                </a:cubicBezTo>
                <a:cubicBezTo>
                  <a:pt x="42390" y="83684"/>
                  <a:pt x="42863" y="81145"/>
                  <a:pt x="43734" y="78482"/>
                </a:cubicBezTo>
                <a:close/>
                <a:moveTo>
                  <a:pt x="44008" y="85476"/>
                </a:moveTo>
                <a:lnTo>
                  <a:pt x="44008" y="85526"/>
                </a:lnTo>
                <a:cubicBezTo>
                  <a:pt x="43535" y="85750"/>
                  <a:pt x="43062" y="85999"/>
                  <a:pt x="42639" y="86223"/>
                </a:cubicBezTo>
                <a:lnTo>
                  <a:pt x="42639" y="86148"/>
                </a:lnTo>
                <a:cubicBezTo>
                  <a:pt x="43062" y="85949"/>
                  <a:pt x="43535" y="85725"/>
                  <a:pt x="44008" y="85476"/>
                </a:cubicBezTo>
                <a:close/>
                <a:moveTo>
                  <a:pt x="54586" y="79527"/>
                </a:moveTo>
                <a:cubicBezTo>
                  <a:pt x="55931" y="81394"/>
                  <a:pt x="57075" y="83460"/>
                  <a:pt x="57996" y="85650"/>
                </a:cubicBezTo>
                <a:cubicBezTo>
                  <a:pt x="56284" y="86108"/>
                  <a:pt x="54653" y="86346"/>
                  <a:pt x="53148" y="86346"/>
                </a:cubicBezTo>
                <a:cubicBezTo>
                  <a:pt x="51789" y="86346"/>
                  <a:pt x="50531" y="86151"/>
                  <a:pt x="49409" y="85750"/>
                </a:cubicBezTo>
                <a:cubicBezTo>
                  <a:pt x="49235" y="84879"/>
                  <a:pt x="48986" y="84032"/>
                  <a:pt x="48662" y="83211"/>
                </a:cubicBezTo>
                <a:cubicBezTo>
                  <a:pt x="50654" y="82116"/>
                  <a:pt x="52620" y="80871"/>
                  <a:pt x="54586" y="79527"/>
                </a:cubicBezTo>
                <a:close/>
                <a:moveTo>
                  <a:pt x="42440" y="86248"/>
                </a:moveTo>
                <a:lnTo>
                  <a:pt x="42440" y="86322"/>
                </a:lnTo>
                <a:cubicBezTo>
                  <a:pt x="42415" y="86322"/>
                  <a:pt x="42415" y="86347"/>
                  <a:pt x="42390" y="86347"/>
                </a:cubicBezTo>
                <a:lnTo>
                  <a:pt x="42390" y="86272"/>
                </a:lnTo>
                <a:cubicBezTo>
                  <a:pt x="42390" y="86272"/>
                  <a:pt x="42415" y="86248"/>
                  <a:pt x="42440" y="86248"/>
                </a:cubicBezTo>
                <a:close/>
                <a:moveTo>
                  <a:pt x="58071" y="85849"/>
                </a:moveTo>
                <a:cubicBezTo>
                  <a:pt x="58071" y="85874"/>
                  <a:pt x="58071" y="85874"/>
                  <a:pt x="58096" y="85899"/>
                </a:cubicBezTo>
                <a:cubicBezTo>
                  <a:pt x="56354" y="86372"/>
                  <a:pt x="54686" y="86621"/>
                  <a:pt x="53143" y="86621"/>
                </a:cubicBezTo>
                <a:cubicBezTo>
                  <a:pt x="51823" y="86621"/>
                  <a:pt x="50579" y="86422"/>
                  <a:pt x="49484" y="86048"/>
                </a:cubicBezTo>
                <a:cubicBezTo>
                  <a:pt x="49484" y="86030"/>
                  <a:pt x="49484" y="86012"/>
                  <a:pt x="49474" y="86003"/>
                </a:cubicBezTo>
                <a:lnTo>
                  <a:pt x="49474" y="86003"/>
                </a:lnTo>
                <a:cubicBezTo>
                  <a:pt x="50592" y="86363"/>
                  <a:pt x="51841" y="86542"/>
                  <a:pt x="53185" y="86542"/>
                </a:cubicBezTo>
                <a:cubicBezTo>
                  <a:pt x="54709" y="86542"/>
                  <a:pt x="56355" y="86311"/>
                  <a:pt x="58071" y="85849"/>
                </a:cubicBezTo>
                <a:close/>
                <a:moveTo>
                  <a:pt x="2664" y="79203"/>
                </a:moveTo>
                <a:cubicBezTo>
                  <a:pt x="2664" y="79253"/>
                  <a:pt x="2664" y="79278"/>
                  <a:pt x="2688" y="79278"/>
                </a:cubicBezTo>
                <a:cubicBezTo>
                  <a:pt x="2041" y="80722"/>
                  <a:pt x="1593" y="82190"/>
                  <a:pt x="1344" y="83734"/>
                </a:cubicBezTo>
                <a:lnTo>
                  <a:pt x="1344" y="83783"/>
                </a:lnTo>
                <a:cubicBezTo>
                  <a:pt x="1319" y="84082"/>
                  <a:pt x="1295" y="84356"/>
                  <a:pt x="1245" y="84605"/>
                </a:cubicBezTo>
                <a:lnTo>
                  <a:pt x="1245" y="84704"/>
                </a:lnTo>
                <a:cubicBezTo>
                  <a:pt x="1245" y="84854"/>
                  <a:pt x="1220" y="84978"/>
                  <a:pt x="1220" y="85127"/>
                </a:cubicBezTo>
                <a:cubicBezTo>
                  <a:pt x="1220" y="85227"/>
                  <a:pt x="1195" y="85327"/>
                  <a:pt x="1195" y="85401"/>
                </a:cubicBezTo>
                <a:lnTo>
                  <a:pt x="1195" y="85451"/>
                </a:lnTo>
                <a:cubicBezTo>
                  <a:pt x="1170" y="85874"/>
                  <a:pt x="1170" y="86322"/>
                  <a:pt x="1195" y="86745"/>
                </a:cubicBezTo>
                <a:cubicBezTo>
                  <a:pt x="1170" y="86646"/>
                  <a:pt x="1170" y="86571"/>
                  <a:pt x="1120" y="86472"/>
                </a:cubicBezTo>
                <a:cubicBezTo>
                  <a:pt x="1120" y="86123"/>
                  <a:pt x="1095" y="85775"/>
                  <a:pt x="1120" y="85451"/>
                </a:cubicBezTo>
                <a:cubicBezTo>
                  <a:pt x="1120" y="85327"/>
                  <a:pt x="1120" y="85227"/>
                  <a:pt x="1170" y="85103"/>
                </a:cubicBezTo>
                <a:cubicBezTo>
                  <a:pt x="1170" y="84953"/>
                  <a:pt x="1195" y="84779"/>
                  <a:pt x="1195" y="84605"/>
                </a:cubicBezTo>
                <a:cubicBezTo>
                  <a:pt x="1220" y="84331"/>
                  <a:pt x="1245" y="84032"/>
                  <a:pt x="1295" y="83783"/>
                </a:cubicBezTo>
                <a:lnTo>
                  <a:pt x="1295" y="83684"/>
                </a:lnTo>
                <a:cubicBezTo>
                  <a:pt x="1519" y="82165"/>
                  <a:pt x="1991" y="80647"/>
                  <a:pt x="2664" y="79203"/>
                </a:cubicBezTo>
                <a:close/>
                <a:moveTo>
                  <a:pt x="448" y="82091"/>
                </a:moveTo>
                <a:cubicBezTo>
                  <a:pt x="573" y="84406"/>
                  <a:pt x="846" y="85999"/>
                  <a:pt x="946" y="86521"/>
                </a:cubicBezTo>
                <a:lnTo>
                  <a:pt x="946" y="86745"/>
                </a:lnTo>
                <a:lnTo>
                  <a:pt x="946" y="86770"/>
                </a:lnTo>
                <a:cubicBezTo>
                  <a:pt x="896" y="86646"/>
                  <a:pt x="871" y="86496"/>
                  <a:pt x="846" y="86347"/>
                </a:cubicBezTo>
                <a:cubicBezTo>
                  <a:pt x="846" y="86248"/>
                  <a:pt x="822" y="86148"/>
                  <a:pt x="822" y="86073"/>
                </a:cubicBezTo>
                <a:cubicBezTo>
                  <a:pt x="797" y="85974"/>
                  <a:pt x="797" y="85849"/>
                  <a:pt x="747" y="85750"/>
                </a:cubicBezTo>
                <a:cubicBezTo>
                  <a:pt x="672" y="85127"/>
                  <a:pt x="573" y="84480"/>
                  <a:pt x="548" y="83833"/>
                </a:cubicBezTo>
                <a:lnTo>
                  <a:pt x="548" y="83634"/>
                </a:lnTo>
                <a:cubicBezTo>
                  <a:pt x="498" y="83111"/>
                  <a:pt x="473" y="82613"/>
                  <a:pt x="448" y="82091"/>
                </a:cubicBezTo>
                <a:close/>
                <a:moveTo>
                  <a:pt x="69571" y="80473"/>
                </a:moveTo>
                <a:cubicBezTo>
                  <a:pt x="69670" y="80597"/>
                  <a:pt x="69770" y="80747"/>
                  <a:pt x="69894" y="80871"/>
                </a:cubicBezTo>
                <a:cubicBezTo>
                  <a:pt x="67331" y="83012"/>
                  <a:pt x="64692" y="85103"/>
                  <a:pt x="61979" y="87069"/>
                </a:cubicBezTo>
                <a:cubicBezTo>
                  <a:pt x="61506" y="86496"/>
                  <a:pt x="61108" y="85874"/>
                  <a:pt x="60685" y="85252"/>
                </a:cubicBezTo>
                <a:cubicBezTo>
                  <a:pt x="63572" y="84157"/>
                  <a:pt x="66634" y="82539"/>
                  <a:pt x="69571" y="80473"/>
                </a:cubicBezTo>
                <a:close/>
                <a:moveTo>
                  <a:pt x="60486" y="85351"/>
                </a:moveTo>
                <a:lnTo>
                  <a:pt x="61805" y="87218"/>
                </a:lnTo>
                <a:lnTo>
                  <a:pt x="61780" y="87243"/>
                </a:lnTo>
                <a:lnTo>
                  <a:pt x="60461" y="85376"/>
                </a:lnTo>
                <a:cubicBezTo>
                  <a:pt x="60461" y="85351"/>
                  <a:pt x="60486" y="85351"/>
                  <a:pt x="60486" y="85351"/>
                </a:cubicBezTo>
                <a:close/>
                <a:moveTo>
                  <a:pt x="70019" y="81045"/>
                </a:moveTo>
                <a:cubicBezTo>
                  <a:pt x="70019" y="81070"/>
                  <a:pt x="70019" y="81070"/>
                  <a:pt x="70044" y="81120"/>
                </a:cubicBezTo>
                <a:cubicBezTo>
                  <a:pt x="67505" y="83261"/>
                  <a:pt x="64842" y="85351"/>
                  <a:pt x="62153" y="87293"/>
                </a:cubicBezTo>
                <a:cubicBezTo>
                  <a:pt x="62153" y="87268"/>
                  <a:pt x="62103" y="87268"/>
                  <a:pt x="62103" y="87243"/>
                </a:cubicBezTo>
                <a:cubicBezTo>
                  <a:pt x="64842" y="85277"/>
                  <a:pt x="67505" y="83236"/>
                  <a:pt x="70019" y="81045"/>
                </a:cubicBezTo>
                <a:close/>
                <a:moveTo>
                  <a:pt x="43485" y="78407"/>
                </a:moveTo>
                <a:lnTo>
                  <a:pt x="43485" y="78407"/>
                </a:lnTo>
                <a:cubicBezTo>
                  <a:pt x="42639" y="81145"/>
                  <a:pt x="42166" y="83758"/>
                  <a:pt x="42191" y="86148"/>
                </a:cubicBezTo>
                <a:cubicBezTo>
                  <a:pt x="40050" y="87144"/>
                  <a:pt x="37934" y="88015"/>
                  <a:pt x="35843" y="88737"/>
                </a:cubicBezTo>
                <a:cubicBezTo>
                  <a:pt x="35918" y="88438"/>
                  <a:pt x="35943" y="88089"/>
                  <a:pt x="36018" y="87766"/>
                </a:cubicBezTo>
                <a:cubicBezTo>
                  <a:pt x="36042" y="87617"/>
                  <a:pt x="36067" y="87467"/>
                  <a:pt x="36092" y="87268"/>
                </a:cubicBezTo>
                <a:lnTo>
                  <a:pt x="36092" y="87243"/>
                </a:lnTo>
                <a:cubicBezTo>
                  <a:pt x="36167" y="86895"/>
                  <a:pt x="36267" y="86521"/>
                  <a:pt x="36341" y="86148"/>
                </a:cubicBezTo>
                <a:cubicBezTo>
                  <a:pt x="36391" y="86024"/>
                  <a:pt x="36416" y="85874"/>
                  <a:pt x="36441" y="85750"/>
                </a:cubicBezTo>
                <a:cubicBezTo>
                  <a:pt x="36515" y="85526"/>
                  <a:pt x="36565" y="85302"/>
                  <a:pt x="36640" y="85053"/>
                </a:cubicBezTo>
                <a:cubicBezTo>
                  <a:pt x="36690" y="84879"/>
                  <a:pt x="36715" y="84679"/>
                  <a:pt x="36789" y="84505"/>
                </a:cubicBezTo>
                <a:cubicBezTo>
                  <a:pt x="36814" y="84381"/>
                  <a:pt x="36839" y="84281"/>
                  <a:pt x="36889" y="84157"/>
                </a:cubicBezTo>
                <a:cubicBezTo>
                  <a:pt x="37013" y="83734"/>
                  <a:pt x="37138" y="83286"/>
                  <a:pt x="37287" y="82862"/>
                </a:cubicBezTo>
                <a:lnTo>
                  <a:pt x="37287" y="82813"/>
                </a:lnTo>
                <a:cubicBezTo>
                  <a:pt x="37312" y="82763"/>
                  <a:pt x="37312" y="82688"/>
                  <a:pt x="37337" y="82613"/>
                </a:cubicBezTo>
                <a:lnTo>
                  <a:pt x="37337" y="82564"/>
                </a:lnTo>
                <a:cubicBezTo>
                  <a:pt x="37436" y="82290"/>
                  <a:pt x="37561" y="82016"/>
                  <a:pt x="37660" y="81692"/>
                </a:cubicBezTo>
                <a:cubicBezTo>
                  <a:pt x="40125" y="80996"/>
                  <a:pt x="42116" y="79875"/>
                  <a:pt x="43485" y="78407"/>
                </a:cubicBezTo>
                <a:close/>
                <a:moveTo>
                  <a:pt x="60262" y="85451"/>
                </a:moveTo>
                <a:cubicBezTo>
                  <a:pt x="60710" y="86098"/>
                  <a:pt x="61158" y="86720"/>
                  <a:pt x="61606" y="87368"/>
                </a:cubicBezTo>
                <a:cubicBezTo>
                  <a:pt x="60934" y="87841"/>
                  <a:pt x="60237" y="88313"/>
                  <a:pt x="59589" y="88762"/>
                </a:cubicBezTo>
                <a:cubicBezTo>
                  <a:pt x="59291" y="87816"/>
                  <a:pt x="58967" y="86870"/>
                  <a:pt x="58594" y="85974"/>
                </a:cubicBezTo>
                <a:cubicBezTo>
                  <a:pt x="59166" y="85824"/>
                  <a:pt x="59714" y="85625"/>
                  <a:pt x="60262" y="85451"/>
                </a:cubicBezTo>
                <a:close/>
                <a:moveTo>
                  <a:pt x="37461" y="81792"/>
                </a:moveTo>
                <a:cubicBezTo>
                  <a:pt x="36963" y="83236"/>
                  <a:pt x="36565" y="84605"/>
                  <a:pt x="36217" y="85974"/>
                </a:cubicBezTo>
                <a:lnTo>
                  <a:pt x="36217" y="85999"/>
                </a:lnTo>
                <a:cubicBezTo>
                  <a:pt x="36092" y="86496"/>
                  <a:pt x="36018" y="86969"/>
                  <a:pt x="35918" y="87467"/>
                </a:cubicBezTo>
                <a:cubicBezTo>
                  <a:pt x="35918" y="87517"/>
                  <a:pt x="35893" y="87592"/>
                  <a:pt x="35893" y="87641"/>
                </a:cubicBezTo>
                <a:cubicBezTo>
                  <a:pt x="35818" y="88015"/>
                  <a:pt x="35769" y="88438"/>
                  <a:pt x="35694" y="88811"/>
                </a:cubicBezTo>
                <a:cubicBezTo>
                  <a:pt x="35644" y="88836"/>
                  <a:pt x="35644" y="88836"/>
                  <a:pt x="35594" y="88836"/>
                </a:cubicBezTo>
                <a:cubicBezTo>
                  <a:pt x="35769" y="87741"/>
                  <a:pt x="35968" y="86621"/>
                  <a:pt x="36291" y="85476"/>
                </a:cubicBezTo>
                <a:cubicBezTo>
                  <a:pt x="36316" y="85376"/>
                  <a:pt x="36341" y="85277"/>
                  <a:pt x="36391" y="85152"/>
                </a:cubicBezTo>
                <a:cubicBezTo>
                  <a:pt x="36690" y="84032"/>
                  <a:pt x="37038" y="82912"/>
                  <a:pt x="37436" y="81792"/>
                </a:cubicBezTo>
                <a:close/>
                <a:moveTo>
                  <a:pt x="58395" y="85999"/>
                </a:moveTo>
                <a:cubicBezTo>
                  <a:pt x="58768" y="86944"/>
                  <a:pt x="59117" y="87865"/>
                  <a:pt x="59390" y="88836"/>
                </a:cubicBezTo>
                <a:cubicBezTo>
                  <a:pt x="59365" y="88836"/>
                  <a:pt x="59365" y="88861"/>
                  <a:pt x="59341" y="88861"/>
                </a:cubicBezTo>
                <a:cubicBezTo>
                  <a:pt x="59067" y="87915"/>
                  <a:pt x="58718" y="86969"/>
                  <a:pt x="58345" y="86024"/>
                </a:cubicBezTo>
                <a:cubicBezTo>
                  <a:pt x="58370" y="86024"/>
                  <a:pt x="58370" y="86024"/>
                  <a:pt x="58395" y="85999"/>
                </a:cubicBezTo>
                <a:close/>
                <a:moveTo>
                  <a:pt x="42191" y="86372"/>
                </a:moveTo>
                <a:lnTo>
                  <a:pt x="42191" y="86422"/>
                </a:lnTo>
                <a:cubicBezTo>
                  <a:pt x="40050" y="87417"/>
                  <a:pt x="37909" y="88289"/>
                  <a:pt x="35818" y="89010"/>
                </a:cubicBezTo>
                <a:lnTo>
                  <a:pt x="35818" y="88961"/>
                </a:lnTo>
                <a:cubicBezTo>
                  <a:pt x="37909" y="88239"/>
                  <a:pt x="40050" y="87368"/>
                  <a:pt x="42191" y="86372"/>
                </a:cubicBezTo>
                <a:close/>
                <a:moveTo>
                  <a:pt x="61705" y="87492"/>
                </a:moveTo>
                <a:cubicBezTo>
                  <a:pt x="61705" y="87517"/>
                  <a:pt x="61730" y="87517"/>
                  <a:pt x="61730" y="87567"/>
                </a:cubicBezTo>
                <a:cubicBezTo>
                  <a:pt x="61058" y="88065"/>
                  <a:pt x="60336" y="88513"/>
                  <a:pt x="59664" y="89010"/>
                </a:cubicBezTo>
                <a:cubicBezTo>
                  <a:pt x="59664" y="88986"/>
                  <a:pt x="59664" y="88986"/>
                  <a:pt x="59614" y="88961"/>
                </a:cubicBezTo>
                <a:cubicBezTo>
                  <a:pt x="60336" y="88463"/>
                  <a:pt x="61033" y="87990"/>
                  <a:pt x="61705" y="87492"/>
                </a:cubicBezTo>
                <a:close/>
                <a:moveTo>
                  <a:pt x="80598" y="71263"/>
                </a:moveTo>
                <a:cubicBezTo>
                  <a:pt x="83211" y="73304"/>
                  <a:pt x="85875" y="75246"/>
                  <a:pt x="88364" y="76814"/>
                </a:cubicBezTo>
                <a:cubicBezTo>
                  <a:pt x="84804" y="81269"/>
                  <a:pt x="80448" y="85476"/>
                  <a:pt x="75520" y="89010"/>
                </a:cubicBezTo>
                <a:cubicBezTo>
                  <a:pt x="74101" y="86447"/>
                  <a:pt x="72384" y="83659"/>
                  <a:pt x="70492" y="80971"/>
                </a:cubicBezTo>
                <a:cubicBezTo>
                  <a:pt x="74051" y="77884"/>
                  <a:pt x="77436" y="74648"/>
                  <a:pt x="80598" y="71263"/>
                </a:cubicBezTo>
                <a:close/>
                <a:moveTo>
                  <a:pt x="88948" y="88600"/>
                </a:moveTo>
                <a:lnTo>
                  <a:pt x="88948" y="88600"/>
                </a:lnTo>
                <a:cubicBezTo>
                  <a:pt x="88796" y="88744"/>
                  <a:pt x="88644" y="88888"/>
                  <a:pt x="88488" y="89035"/>
                </a:cubicBezTo>
                <a:lnTo>
                  <a:pt x="88470" y="89071"/>
                </a:lnTo>
                <a:lnTo>
                  <a:pt x="88470" y="89071"/>
                </a:lnTo>
                <a:lnTo>
                  <a:pt x="88563" y="88986"/>
                </a:lnTo>
                <a:lnTo>
                  <a:pt x="88948" y="88600"/>
                </a:lnTo>
                <a:close/>
                <a:moveTo>
                  <a:pt x="35594" y="89010"/>
                </a:moveTo>
                <a:lnTo>
                  <a:pt x="35594" y="89085"/>
                </a:lnTo>
                <a:lnTo>
                  <a:pt x="35545" y="89085"/>
                </a:lnTo>
                <a:lnTo>
                  <a:pt x="35545" y="89060"/>
                </a:lnTo>
                <a:cubicBezTo>
                  <a:pt x="35570" y="89060"/>
                  <a:pt x="35594" y="89010"/>
                  <a:pt x="35594" y="89010"/>
                </a:cubicBezTo>
                <a:close/>
                <a:moveTo>
                  <a:pt x="43983" y="85775"/>
                </a:moveTo>
                <a:lnTo>
                  <a:pt x="43983" y="85775"/>
                </a:lnTo>
                <a:cubicBezTo>
                  <a:pt x="43734" y="86895"/>
                  <a:pt x="43410" y="87990"/>
                  <a:pt x="42937" y="89085"/>
                </a:cubicBezTo>
                <a:cubicBezTo>
                  <a:pt x="42738" y="88239"/>
                  <a:pt x="42639" y="87343"/>
                  <a:pt x="42639" y="86447"/>
                </a:cubicBezTo>
                <a:cubicBezTo>
                  <a:pt x="43062" y="86223"/>
                  <a:pt x="43535" y="85999"/>
                  <a:pt x="43983" y="85775"/>
                </a:cubicBezTo>
                <a:close/>
                <a:moveTo>
                  <a:pt x="59490" y="89060"/>
                </a:moveTo>
                <a:cubicBezTo>
                  <a:pt x="59490" y="89085"/>
                  <a:pt x="59490" y="89085"/>
                  <a:pt x="59540" y="89110"/>
                </a:cubicBezTo>
                <a:cubicBezTo>
                  <a:pt x="59490" y="89110"/>
                  <a:pt x="59490" y="89135"/>
                  <a:pt x="59465" y="89135"/>
                </a:cubicBezTo>
                <a:cubicBezTo>
                  <a:pt x="59440" y="89110"/>
                  <a:pt x="59440" y="89085"/>
                  <a:pt x="59440" y="89085"/>
                </a:cubicBezTo>
                <a:cubicBezTo>
                  <a:pt x="59465" y="89085"/>
                  <a:pt x="59465" y="89060"/>
                  <a:pt x="59490" y="89060"/>
                </a:cubicBezTo>
                <a:close/>
                <a:moveTo>
                  <a:pt x="70318" y="81120"/>
                </a:moveTo>
                <a:cubicBezTo>
                  <a:pt x="72234" y="83833"/>
                  <a:pt x="73927" y="86571"/>
                  <a:pt x="75370" y="89160"/>
                </a:cubicBezTo>
                <a:lnTo>
                  <a:pt x="75346" y="89210"/>
                </a:lnTo>
                <a:cubicBezTo>
                  <a:pt x="73902" y="86596"/>
                  <a:pt x="72184" y="83833"/>
                  <a:pt x="70293" y="81145"/>
                </a:cubicBezTo>
                <a:lnTo>
                  <a:pt x="70318" y="81120"/>
                </a:lnTo>
                <a:close/>
                <a:moveTo>
                  <a:pt x="88538" y="76938"/>
                </a:moveTo>
                <a:cubicBezTo>
                  <a:pt x="88563" y="76938"/>
                  <a:pt x="88563" y="76988"/>
                  <a:pt x="88588" y="76988"/>
                </a:cubicBezTo>
                <a:cubicBezTo>
                  <a:pt x="84978" y="81468"/>
                  <a:pt x="80598" y="85700"/>
                  <a:pt x="75644" y="89234"/>
                </a:cubicBezTo>
                <a:cubicBezTo>
                  <a:pt x="75619" y="89234"/>
                  <a:pt x="75619" y="89234"/>
                  <a:pt x="75619" y="89210"/>
                </a:cubicBezTo>
                <a:cubicBezTo>
                  <a:pt x="80573" y="85650"/>
                  <a:pt x="84954" y="81419"/>
                  <a:pt x="88538" y="76938"/>
                </a:cubicBezTo>
                <a:close/>
                <a:moveTo>
                  <a:pt x="42440" y="86496"/>
                </a:moveTo>
                <a:cubicBezTo>
                  <a:pt x="42489" y="87492"/>
                  <a:pt x="42614" y="88413"/>
                  <a:pt x="42788" y="89334"/>
                </a:cubicBezTo>
                <a:cubicBezTo>
                  <a:pt x="42788" y="89359"/>
                  <a:pt x="42763" y="89384"/>
                  <a:pt x="42763" y="89434"/>
                </a:cubicBezTo>
                <a:cubicBezTo>
                  <a:pt x="42514" y="88513"/>
                  <a:pt x="42390" y="87567"/>
                  <a:pt x="42390" y="86521"/>
                </a:cubicBezTo>
                <a:cubicBezTo>
                  <a:pt x="42415" y="86521"/>
                  <a:pt x="42415" y="86496"/>
                  <a:pt x="42440" y="86496"/>
                </a:cubicBezTo>
                <a:close/>
                <a:moveTo>
                  <a:pt x="44173" y="85695"/>
                </a:moveTo>
                <a:lnTo>
                  <a:pt x="44173" y="85695"/>
                </a:lnTo>
                <a:cubicBezTo>
                  <a:pt x="43924" y="86974"/>
                  <a:pt x="43528" y="88228"/>
                  <a:pt x="42987" y="89458"/>
                </a:cubicBezTo>
                <a:lnTo>
                  <a:pt x="42987" y="89434"/>
                </a:lnTo>
                <a:cubicBezTo>
                  <a:pt x="43528" y="88228"/>
                  <a:pt x="43924" y="86974"/>
                  <a:pt x="44173" y="85695"/>
                </a:cubicBezTo>
                <a:close/>
                <a:moveTo>
                  <a:pt x="37187" y="81867"/>
                </a:moveTo>
                <a:lnTo>
                  <a:pt x="37187" y="81867"/>
                </a:lnTo>
                <a:cubicBezTo>
                  <a:pt x="36316" y="84306"/>
                  <a:pt x="35719" y="86671"/>
                  <a:pt x="35395" y="88911"/>
                </a:cubicBezTo>
                <a:cubicBezTo>
                  <a:pt x="34400" y="89259"/>
                  <a:pt x="33404" y="89558"/>
                  <a:pt x="32433" y="89832"/>
                </a:cubicBezTo>
                <a:cubicBezTo>
                  <a:pt x="32284" y="87268"/>
                  <a:pt x="32458" y="84779"/>
                  <a:pt x="32981" y="82489"/>
                </a:cubicBezTo>
                <a:cubicBezTo>
                  <a:pt x="34474" y="82389"/>
                  <a:pt x="35893" y="82215"/>
                  <a:pt x="37187" y="81867"/>
                </a:cubicBezTo>
                <a:close/>
                <a:moveTo>
                  <a:pt x="93631" y="88605"/>
                </a:moveTo>
                <a:lnTo>
                  <a:pt x="93631" y="88605"/>
                </a:lnTo>
                <a:cubicBezTo>
                  <a:pt x="93444" y="88800"/>
                  <a:pt x="93259" y="88988"/>
                  <a:pt x="93093" y="89185"/>
                </a:cubicBezTo>
                <a:cubicBezTo>
                  <a:pt x="92862" y="89418"/>
                  <a:pt x="92629" y="89652"/>
                  <a:pt x="92395" y="89884"/>
                </a:cubicBezTo>
                <a:lnTo>
                  <a:pt x="92395" y="89884"/>
                </a:lnTo>
                <a:cubicBezTo>
                  <a:pt x="92440" y="89839"/>
                  <a:pt x="92482" y="89796"/>
                  <a:pt x="92520" y="89757"/>
                </a:cubicBezTo>
                <a:cubicBezTo>
                  <a:pt x="92794" y="89458"/>
                  <a:pt x="93143" y="89135"/>
                  <a:pt x="93441" y="88786"/>
                </a:cubicBezTo>
                <a:lnTo>
                  <a:pt x="93631" y="88605"/>
                </a:lnTo>
                <a:close/>
                <a:moveTo>
                  <a:pt x="32807" y="82489"/>
                </a:moveTo>
                <a:cubicBezTo>
                  <a:pt x="32284" y="84804"/>
                  <a:pt x="32110" y="87293"/>
                  <a:pt x="32284" y="89882"/>
                </a:cubicBezTo>
                <a:cubicBezTo>
                  <a:pt x="32234" y="89882"/>
                  <a:pt x="32234" y="89882"/>
                  <a:pt x="32209" y="89931"/>
                </a:cubicBezTo>
                <a:cubicBezTo>
                  <a:pt x="32035" y="87343"/>
                  <a:pt x="32209" y="84804"/>
                  <a:pt x="32732" y="82489"/>
                </a:cubicBezTo>
                <a:close/>
                <a:moveTo>
                  <a:pt x="35346" y="89110"/>
                </a:moveTo>
                <a:lnTo>
                  <a:pt x="35346" y="89160"/>
                </a:lnTo>
                <a:cubicBezTo>
                  <a:pt x="34400" y="89508"/>
                  <a:pt x="33429" y="89782"/>
                  <a:pt x="32458" y="90081"/>
                </a:cubicBezTo>
                <a:lnTo>
                  <a:pt x="32458" y="90031"/>
                </a:lnTo>
                <a:cubicBezTo>
                  <a:pt x="33404" y="89757"/>
                  <a:pt x="34350" y="89458"/>
                  <a:pt x="35346" y="89110"/>
                </a:cubicBezTo>
                <a:close/>
                <a:moveTo>
                  <a:pt x="88737" y="77063"/>
                </a:moveTo>
                <a:cubicBezTo>
                  <a:pt x="88936" y="77187"/>
                  <a:pt x="89110" y="77312"/>
                  <a:pt x="89309" y="77411"/>
                </a:cubicBezTo>
                <a:cubicBezTo>
                  <a:pt x="89285" y="77436"/>
                  <a:pt x="89235" y="77511"/>
                  <a:pt x="89185" y="77536"/>
                </a:cubicBezTo>
                <a:cubicBezTo>
                  <a:pt x="89061" y="77685"/>
                  <a:pt x="88936" y="77809"/>
                  <a:pt x="88787" y="77959"/>
                </a:cubicBezTo>
                <a:cubicBezTo>
                  <a:pt x="88189" y="78631"/>
                  <a:pt x="87567" y="79278"/>
                  <a:pt x="86970" y="79900"/>
                </a:cubicBezTo>
                <a:cubicBezTo>
                  <a:pt x="86721" y="80149"/>
                  <a:pt x="86497" y="80398"/>
                  <a:pt x="86248" y="80647"/>
                </a:cubicBezTo>
                <a:cubicBezTo>
                  <a:pt x="85800" y="81145"/>
                  <a:pt x="85302" y="81618"/>
                  <a:pt x="84829" y="82116"/>
                </a:cubicBezTo>
                <a:cubicBezTo>
                  <a:pt x="84481" y="82439"/>
                  <a:pt x="84107" y="82788"/>
                  <a:pt x="83759" y="83136"/>
                </a:cubicBezTo>
                <a:cubicBezTo>
                  <a:pt x="83336" y="83534"/>
                  <a:pt x="82937" y="83933"/>
                  <a:pt x="82489" y="84381"/>
                </a:cubicBezTo>
                <a:cubicBezTo>
                  <a:pt x="82191" y="84655"/>
                  <a:pt x="81867" y="84978"/>
                  <a:pt x="81568" y="85252"/>
                </a:cubicBezTo>
                <a:cubicBezTo>
                  <a:pt x="80971" y="85775"/>
                  <a:pt x="80398" y="86297"/>
                  <a:pt x="79826" y="86845"/>
                </a:cubicBezTo>
                <a:cubicBezTo>
                  <a:pt x="79502" y="87119"/>
                  <a:pt x="79204" y="87368"/>
                  <a:pt x="78905" y="87641"/>
                </a:cubicBezTo>
                <a:lnTo>
                  <a:pt x="77511" y="88861"/>
                </a:lnTo>
                <a:cubicBezTo>
                  <a:pt x="77212" y="89135"/>
                  <a:pt x="76864" y="89434"/>
                  <a:pt x="76515" y="89707"/>
                </a:cubicBezTo>
                <a:lnTo>
                  <a:pt x="76043" y="90081"/>
                </a:lnTo>
                <a:cubicBezTo>
                  <a:pt x="75968" y="89857"/>
                  <a:pt x="75819" y="89633"/>
                  <a:pt x="75744" y="89434"/>
                </a:cubicBezTo>
                <a:cubicBezTo>
                  <a:pt x="80722" y="85849"/>
                  <a:pt x="85128" y="81593"/>
                  <a:pt x="88737" y="77063"/>
                </a:cubicBezTo>
                <a:close/>
                <a:moveTo>
                  <a:pt x="32284" y="90081"/>
                </a:moveTo>
                <a:lnTo>
                  <a:pt x="32284" y="90106"/>
                </a:lnTo>
                <a:cubicBezTo>
                  <a:pt x="32234" y="90106"/>
                  <a:pt x="32234" y="90106"/>
                  <a:pt x="32209" y="90131"/>
                </a:cubicBezTo>
                <a:lnTo>
                  <a:pt x="32209" y="90081"/>
                </a:lnTo>
                <a:close/>
                <a:moveTo>
                  <a:pt x="8040" y="73055"/>
                </a:moveTo>
                <a:cubicBezTo>
                  <a:pt x="9384" y="74424"/>
                  <a:pt x="10927" y="75669"/>
                  <a:pt x="12645" y="76789"/>
                </a:cubicBezTo>
                <a:lnTo>
                  <a:pt x="12670" y="76814"/>
                </a:lnTo>
                <a:cubicBezTo>
                  <a:pt x="12695" y="76864"/>
                  <a:pt x="12744" y="76913"/>
                  <a:pt x="12769" y="76938"/>
                </a:cubicBezTo>
                <a:lnTo>
                  <a:pt x="12894" y="77063"/>
                </a:lnTo>
                <a:cubicBezTo>
                  <a:pt x="12944" y="77162"/>
                  <a:pt x="13043" y="77237"/>
                  <a:pt x="13118" y="77312"/>
                </a:cubicBezTo>
                <a:cubicBezTo>
                  <a:pt x="13242" y="77411"/>
                  <a:pt x="13317" y="77536"/>
                  <a:pt x="13441" y="77635"/>
                </a:cubicBezTo>
                <a:cubicBezTo>
                  <a:pt x="13616" y="77785"/>
                  <a:pt x="13790" y="77934"/>
                  <a:pt x="13989" y="78108"/>
                </a:cubicBezTo>
                <a:cubicBezTo>
                  <a:pt x="14113" y="78183"/>
                  <a:pt x="14238" y="78282"/>
                  <a:pt x="14313" y="78382"/>
                </a:cubicBezTo>
                <a:cubicBezTo>
                  <a:pt x="14512" y="78531"/>
                  <a:pt x="14686" y="78656"/>
                  <a:pt x="14910" y="78805"/>
                </a:cubicBezTo>
                <a:cubicBezTo>
                  <a:pt x="15034" y="78905"/>
                  <a:pt x="15159" y="78954"/>
                  <a:pt x="15283" y="79029"/>
                </a:cubicBezTo>
                <a:cubicBezTo>
                  <a:pt x="15507" y="79154"/>
                  <a:pt x="15682" y="79303"/>
                  <a:pt x="15906" y="79427"/>
                </a:cubicBezTo>
                <a:lnTo>
                  <a:pt x="16279" y="79627"/>
                </a:lnTo>
                <a:lnTo>
                  <a:pt x="16304" y="79627"/>
                </a:lnTo>
                <a:cubicBezTo>
                  <a:pt x="15632" y="81618"/>
                  <a:pt x="15034" y="83559"/>
                  <a:pt x="14561" y="85501"/>
                </a:cubicBezTo>
                <a:cubicBezTo>
                  <a:pt x="13889" y="87019"/>
                  <a:pt x="13367" y="88587"/>
                  <a:pt x="12944" y="90155"/>
                </a:cubicBezTo>
                <a:cubicBezTo>
                  <a:pt x="9658" y="88861"/>
                  <a:pt x="7044" y="86770"/>
                  <a:pt x="5227" y="83958"/>
                </a:cubicBezTo>
                <a:lnTo>
                  <a:pt x="5227" y="83858"/>
                </a:lnTo>
                <a:lnTo>
                  <a:pt x="5227" y="83833"/>
                </a:lnTo>
                <a:cubicBezTo>
                  <a:pt x="5327" y="83111"/>
                  <a:pt x="5451" y="82389"/>
                  <a:pt x="5601" y="81668"/>
                </a:cubicBezTo>
                <a:cubicBezTo>
                  <a:pt x="5650" y="81593"/>
                  <a:pt x="5650" y="81493"/>
                  <a:pt x="5675" y="81419"/>
                </a:cubicBezTo>
                <a:cubicBezTo>
                  <a:pt x="6198" y="78730"/>
                  <a:pt x="7019" y="75918"/>
                  <a:pt x="8040" y="73055"/>
                </a:cubicBezTo>
                <a:close/>
                <a:moveTo>
                  <a:pt x="14362" y="86397"/>
                </a:moveTo>
                <a:cubicBezTo>
                  <a:pt x="14313" y="86521"/>
                  <a:pt x="14288" y="86646"/>
                  <a:pt x="14288" y="86745"/>
                </a:cubicBezTo>
                <a:cubicBezTo>
                  <a:pt x="13865" y="87865"/>
                  <a:pt x="13491" y="89010"/>
                  <a:pt x="13192" y="90205"/>
                </a:cubicBezTo>
                <a:cubicBezTo>
                  <a:pt x="13168" y="90205"/>
                  <a:pt x="13143" y="90180"/>
                  <a:pt x="13143" y="90180"/>
                </a:cubicBezTo>
                <a:cubicBezTo>
                  <a:pt x="13441" y="88886"/>
                  <a:pt x="13865" y="87617"/>
                  <a:pt x="14362" y="86397"/>
                </a:cubicBezTo>
                <a:close/>
                <a:moveTo>
                  <a:pt x="75570" y="89533"/>
                </a:moveTo>
                <a:cubicBezTo>
                  <a:pt x="75694" y="89757"/>
                  <a:pt x="75794" y="89981"/>
                  <a:pt x="75918" y="90205"/>
                </a:cubicBezTo>
                <a:lnTo>
                  <a:pt x="75893" y="90230"/>
                </a:lnTo>
                <a:lnTo>
                  <a:pt x="75520" y="89583"/>
                </a:lnTo>
                <a:lnTo>
                  <a:pt x="75570" y="89533"/>
                </a:lnTo>
                <a:close/>
                <a:moveTo>
                  <a:pt x="89459" y="77511"/>
                </a:moveTo>
                <a:cubicBezTo>
                  <a:pt x="89484" y="77511"/>
                  <a:pt x="89484" y="77536"/>
                  <a:pt x="89509" y="77536"/>
                </a:cubicBezTo>
                <a:cubicBezTo>
                  <a:pt x="89110" y="77984"/>
                  <a:pt x="88737" y="78407"/>
                  <a:pt x="88339" y="78805"/>
                </a:cubicBezTo>
                <a:cubicBezTo>
                  <a:pt x="87990" y="79178"/>
                  <a:pt x="87642" y="79552"/>
                  <a:pt x="87318" y="79900"/>
                </a:cubicBezTo>
                <a:cubicBezTo>
                  <a:pt x="86945" y="80299"/>
                  <a:pt x="86522" y="80722"/>
                  <a:pt x="86148" y="81120"/>
                </a:cubicBezTo>
                <a:cubicBezTo>
                  <a:pt x="85949" y="81344"/>
                  <a:pt x="85750" y="81543"/>
                  <a:pt x="85526" y="81742"/>
                </a:cubicBezTo>
                <a:cubicBezTo>
                  <a:pt x="84879" y="82414"/>
                  <a:pt x="84207" y="83086"/>
                  <a:pt x="83510" y="83734"/>
                </a:cubicBezTo>
                <a:lnTo>
                  <a:pt x="82863" y="84381"/>
                </a:lnTo>
                <a:cubicBezTo>
                  <a:pt x="82340" y="84879"/>
                  <a:pt x="81792" y="85376"/>
                  <a:pt x="81245" y="85874"/>
                </a:cubicBezTo>
                <a:cubicBezTo>
                  <a:pt x="80847" y="86248"/>
                  <a:pt x="80473" y="86596"/>
                  <a:pt x="80050" y="86969"/>
                </a:cubicBezTo>
                <a:cubicBezTo>
                  <a:pt x="79677" y="87318"/>
                  <a:pt x="79303" y="87617"/>
                  <a:pt x="78930" y="87965"/>
                </a:cubicBezTo>
                <a:cubicBezTo>
                  <a:pt x="78532" y="88338"/>
                  <a:pt x="78108" y="88712"/>
                  <a:pt x="77660" y="89060"/>
                </a:cubicBezTo>
                <a:lnTo>
                  <a:pt x="76441" y="90081"/>
                </a:lnTo>
                <a:cubicBezTo>
                  <a:pt x="76366" y="90131"/>
                  <a:pt x="76291" y="90205"/>
                  <a:pt x="76192" y="90255"/>
                </a:cubicBezTo>
                <a:cubicBezTo>
                  <a:pt x="76192" y="90230"/>
                  <a:pt x="76167" y="90230"/>
                  <a:pt x="76167" y="90205"/>
                </a:cubicBezTo>
                <a:cubicBezTo>
                  <a:pt x="76341" y="90106"/>
                  <a:pt x="76491" y="89981"/>
                  <a:pt x="76640" y="89857"/>
                </a:cubicBezTo>
                <a:cubicBezTo>
                  <a:pt x="76914" y="89608"/>
                  <a:pt x="77212" y="89384"/>
                  <a:pt x="77511" y="89135"/>
                </a:cubicBezTo>
                <a:cubicBezTo>
                  <a:pt x="78034" y="88712"/>
                  <a:pt x="78581" y="88239"/>
                  <a:pt x="79079" y="87766"/>
                </a:cubicBezTo>
                <a:lnTo>
                  <a:pt x="79901" y="87019"/>
                </a:lnTo>
                <a:cubicBezTo>
                  <a:pt x="80523" y="86472"/>
                  <a:pt x="81145" y="85899"/>
                  <a:pt x="81743" y="85351"/>
                </a:cubicBezTo>
                <a:cubicBezTo>
                  <a:pt x="81991" y="85103"/>
                  <a:pt x="82265" y="84854"/>
                  <a:pt x="82514" y="84605"/>
                </a:cubicBezTo>
                <a:cubicBezTo>
                  <a:pt x="83062" y="84107"/>
                  <a:pt x="83560" y="83609"/>
                  <a:pt x="84082" y="83111"/>
                </a:cubicBezTo>
                <a:lnTo>
                  <a:pt x="84655" y="82514"/>
                </a:lnTo>
                <a:cubicBezTo>
                  <a:pt x="85277" y="81892"/>
                  <a:pt x="85899" y="81269"/>
                  <a:pt x="86497" y="80647"/>
                </a:cubicBezTo>
                <a:lnTo>
                  <a:pt x="86995" y="80149"/>
                </a:lnTo>
                <a:cubicBezTo>
                  <a:pt x="87692" y="79427"/>
                  <a:pt x="88364" y="78730"/>
                  <a:pt x="89011" y="78009"/>
                </a:cubicBezTo>
                <a:cubicBezTo>
                  <a:pt x="89061" y="77984"/>
                  <a:pt x="89085" y="77934"/>
                  <a:pt x="89085" y="77909"/>
                </a:cubicBezTo>
                <a:cubicBezTo>
                  <a:pt x="89210" y="77785"/>
                  <a:pt x="89334" y="77635"/>
                  <a:pt x="89459" y="77511"/>
                </a:cubicBezTo>
                <a:close/>
                <a:moveTo>
                  <a:pt x="5202" y="84256"/>
                </a:moveTo>
                <a:cubicBezTo>
                  <a:pt x="7044" y="86994"/>
                  <a:pt x="9633" y="89060"/>
                  <a:pt x="12919" y="90305"/>
                </a:cubicBezTo>
                <a:lnTo>
                  <a:pt x="12919" y="90355"/>
                </a:lnTo>
                <a:cubicBezTo>
                  <a:pt x="9658" y="89110"/>
                  <a:pt x="7044" y="87094"/>
                  <a:pt x="5202" y="84356"/>
                </a:cubicBezTo>
                <a:cubicBezTo>
                  <a:pt x="5178" y="84331"/>
                  <a:pt x="5202" y="84281"/>
                  <a:pt x="5202" y="84256"/>
                </a:cubicBezTo>
                <a:close/>
                <a:moveTo>
                  <a:pt x="14064" y="87890"/>
                </a:moveTo>
                <a:lnTo>
                  <a:pt x="14064" y="87890"/>
                </a:lnTo>
                <a:cubicBezTo>
                  <a:pt x="13914" y="88737"/>
                  <a:pt x="13790" y="89558"/>
                  <a:pt x="13690" y="90355"/>
                </a:cubicBezTo>
                <a:cubicBezTo>
                  <a:pt x="13616" y="90330"/>
                  <a:pt x="13491" y="90305"/>
                  <a:pt x="13392" y="90255"/>
                </a:cubicBezTo>
                <a:cubicBezTo>
                  <a:pt x="13566" y="89483"/>
                  <a:pt x="13790" y="88662"/>
                  <a:pt x="14064" y="87890"/>
                </a:cubicBezTo>
                <a:close/>
                <a:moveTo>
                  <a:pt x="13118" y="90355"/>
                </a:moveTo>
                <a:cubicBezTo>
                  <a:pt x="13143" y="90379"/>
                  <a:pt x="13168" y="90379"/>
                  <a:pt x="13168" y="90379"/>
                </a:cubicBezTo>
                <a:lnTo>
                  <a:pt x="13168" y="90454"/>
                </a:lnTo>
                <a:lnTo>
                  <a:pt x="13118" y="90454"/>
                </a:lnTo>
                <a:cubicBezTo>
                  <a:pt x="13068" y="90379"/>
                  <a:pt x="13068" y="90379"/>
                  <a:pt x="13118" y="90355"/>
                </a:cubicBezTo>
                <a:close/>
                <a:moveTo>
                  <a:pt x="14611" y="86496"/>
                </a:moveTo>
                <a:lnTo>
                  <a:pt x="14611" y="86496"/>
                </a:lnTo>
                <a:cubicBezTo>
                  <a:pt x="14313" y="87841"/>
                  <a:pt x="14113" y="89135"/>
                  <a:pt x="13939" y="90454"/>
                </a:cubicBezTo>
                <a:cubicBezTo>
                  <a:pt x="13914" y="90454"/>
                  <a:pt x="13889" y="90404"/>
                  <a:pt x="13865" y="90404"/>
                </a:cubicBezTo>
                <a:cubicBezTo>
                  <a:pt x="14014" y="89234"/>
                  <a:pt x="14188" y="88040"/>
                  <a:pt x="14437" y="86845"/>
                </a:cubicBezTo>
                <a:cubicBezTo>
                  <a:pt x="14487" y="86720"/>
                  <a:pt x="14537" y="86621"/>
                  <a:pt x="14611" y="86496"/>
                </a:cubicBezTo>
                <a:close/>
                <a:moveTo>
                  <a:pt x="75993" y="90379"/>
                </a:moveTo>
                <a:cubicBezTo>
                  <a:pt x="75993" y="90404"/>
                  <a:pt x="76018" y="90404"/>
                  <a:pt x="76018" y="90454"/>
                </a:cubicBezTo>
                <a:lnTo>
                  <a:pt x="75993" y="90479"/>
                </a:lnTo>
                <a:cubicBezTo>
                  <a:pt x="75993" y="90454"/>
                  <a:pt x="75993" y="90404"/>
                  <a:pt x="75968" y="90404"/>
                </a:cubicBezTo>
                <a:lnTo>
                  <a:pt x="75993" y="90379"/>
                </a:lnTo>
                <a:close/>
                <a:moveTo>
                  <a:pt x="13317" y="90454"/>
                </a:moveTo>
                <a:cubicBezTo>
                  <a:pt x="13441" y="90479"/>
                  <a:pt x="13541" y="90504"/>
                  <a:pt x="13665" y="90579"/>
                </a:cubicBezTo>
                <a:lnTo>
                  <a:pt x="13665" y="90628"/>
                </a:lnTo>
                <a:cubicBezTo>
                  <a:pt x="13541" y="90603"/>
                  <a:pt x="13441" y="90579"/>
                  <a:pt x="13317" y="90529"/>
                </a:cubicBezTo>
                <a:lnTo>
                  <a:pt x="13317" y="90454"/>
                </a:lnTo>
                <a:close/>
                <a:moveTo>
                  <a:pt x="88470" y="89071"/>
                </a:moveTo>
                <a:lnTo>
                  <a:pt x="88239" y="89284"/>
                </a:lnTo>
                <a:lnTo>
                  <a:pt x="87044" y="90404"/>
                </a:lnTo>
                <a:cubicBezTo>
                  <a:pt x="86970" y="90479"/>
                  <a:pt x="86895" y="90563"/>
                  <a:pt x="86820" y="90634"/>
                </a:cubicBezTo>
                <a:lnTo>
                  <a:pt x="86820" y="90634"/>
                </a:lnTo>
                <a:cubicBezTo>
                  <a:pt x="86870" y="90588"/>
                  <a:pt x="86920" y="90544"/>
                  <a:pt x="86970" y="90504"/>
                </a:cubicBezTo>
                <a:cubicBezTo>
                  <a:pt x="87368" y="90131"/>
                  <a:pt x="87791" y="89757"/>
                  <a:pt x="88189" y="89359"/>
                </a:cubicBezTo>
                <a:lnTo>
                  <a:pt x="88289" y="89259"/>
                </a:lnTo>
                <a:lnTo>
                  <a:pt x="88463" y="89085"/>
                </a:lnTo>
                <a:lnTo>
                  <a:pt x="88470" y="89071"/>
                </a:lnTo>
                <a:close/>
                <a:moveTo>
                  <a:pt x="86820" y="90634"/>
                </a:moveTo>
                <a:lnTo>
                  <a:pt x="86820" y="90634"/>
                </a:lnTo>
                <a:cubicBezTo>
                  <a:pt x="86813" y="90640"/>
                  <a:pt x="86806" y="90647"/>
                  <a:pt x="86799" y="90654"/>
                </a:cubicBezTo>
                <a:lnTo>
                  <a:pt x="86799" y="90654"/>
                </a:lnTo>
                <a:cubicBezTo>
                  <a:pt x="86806" y="90647"/>
                  <a:pt x="86813" y="90641"/>
                  <a:pt x="86820" y="90634"/>
                </a:cubicBezTo>
                <a:close/>
                <a:moveTo>
                  <a:pt x="13865" y="90603"/>
                </a:moveTo>
                <a:cubicBezTo>
                  <a:pt x="13889" y="90603"/>
                  <a:pt x="13889" y="90603"/>
                  <a:pt x="13914" y="90628"/>
                </a:cubicBezTo>
                <a:lnTo>
                  <a:pt x="13914" y="90678"/>
                </a:lnTo>
                <a:cubicBezTo>
                  <a:pt x="13889" y="90678"/>
                  <a:pt x="13889" y="90678"/>
                  <a:pt x="13865" y="90628"/>
                </a:cubicBezTo>
                <a:cubicBezTo>
                  <a:pt x="13815" y="90628"/>
                  <a:pt x="13865" y="90628"/>
                  <a:pt x="13865" y="90603"/>
                </a:cubicBezTo>
                <a:close/>
                <a:moveTo>
                  <a:pt x="27505" y="82265"/>
                </a:moveTo>
                <a:cubicBezTo>
                  <a:pt x="28849" y="82464"/>
                  <a:pt x="30193" y="82539"/>
                  <a:pt x="31537" y="82539"/>
                </a:cubicBezTo>
                <a:cubicBezTo>
                  <a:pt x="31861" y="82539"/>
                  <a:pt x="32184" y="82514"/>
                  <a:pt x="32533" y="82514"/>
                </a:cubicBezTo>
                <a:cubicBezTo>
                  <a:pt x="32035" y="84854"/>
                  <a:pt x="31861" y="87368"/>
                  <a:pt x="31985" y="89956"/>
                </a:cubicBezTo>
                <a:cubicBezTo>
                  <a:pt x="29621" y="90603"/>
                  <a:pt x="27355" y="91027"/>
                  <a:pt x="25190" y="91300"/>
                </a:cubicBezTo>
                <a:cubicBezTo>
                  <a:pt x="25613" y="88388"/>
                  <a:pt x="26385" y="85376"/>
                  <a:pt x="27505" y="82265"/>
                </a:cubicBezTo>
                <a:close/>
                <a:moveTo>
                  <a:pt x="1743" y="90504"/>
                </a:moveTo>
                <a:lnTo>
                  <a:pt x="1743" y="90504"/>
                </a:lnTo>
                <a:cubicBezTo>
                  <a:pt x="1792" y="90579"/>
                  <a:pt x="1792" y="90603"/>
                  <a:pt x="1817" y="90678"/>
                </a:cubicBezTo>
                <a:lnTo>
                  <a:pt x="1817" y="90703"/>
                </a:lnTo>
                <a:cubicBezTo>
                  <a:pt x="1842" y="90803"/>
                  <a:pt x="1917" y="90877"/>
                  <a:pt x="1942" y="90977"/>
                </a:cubicBezTo>
                <a:cubicBezTo>
                  <a:pt x="1964" y="91090"/>
                  <a:pt x="1997" y="91204"/>
                  <a:pt x="2036" y="91318"/>
                </a:cubicBezTo>
                <a:lnTo>
                  <a:pt x="2036" y="91318"/>
                </a:lnTo>
                <a:cubicBezTo>
                  <a:pt x="1991" y="91249"/>
                  <a:pt x="1991" y="91224"/>
                  <a:pt x="1967" y="91176"/>
                </a:cubicBezTo>
                <a:cubicBezTo>
                  <a:pt x="1917" y="90952"/>
                  <a:pt x="1817" y="90728"/>
                  <a:pt x="1743" y="90504"/>
                </a:cubicBezTo>
                <a:close/>
                <a:moveTo>
                  <a:pt x="27355" y="82240"/>
                </a:moveTo>
                <a:cubicBezTo>
                  <a:pt x="26235" y="85351"/>
                  <a:pt x="25439" y="88388"/>
                  <a:pt x="24991" y="91325"/>
                </a:cubicBezTo>
                <a:cubicBezTo>
                  <a:pt x="24991" y="91313"/>
                  <a:pt x="24985" y="91307"/>
                  <a:pt x="24975" y="91307"/>
                </a:cubicBezTo>
                <a:cubicBezTo>
                  <a:pt x="24966" y="91307"/>
                  <a:pt x="24954" y="91313"/>
                  <a:pt x="24941" y="91325"/>
                </a:cubicBezTo>
                <a:cubicBezTo>
                  <a:pt x="25364" y="88388"/>
                  <a:pt x="26186" y="85351"/>
                  <a:pt x="27306" y="82240"/>
                </a:cubicBezTo>
                <a:close/>
                <a:moveTo>
                  <a:pt x="18146" y="80373"/>
                </a:moveTo>
                <a:cubicBezTo>
                  <a:pt x="18270" y="80398"/>
                  <a:pt x="18395" y="80473"/>
                  <a:pt x="18544" y="80498"/>
                </a:cubicBezTo>
                <a:cubicBezTo>
                  <a:pt x="18793" y="80597"/>
                  <a:pt x="19042" y="80647"/>
                  <a:pt x="19291" y="80747"/>
                </a:cubicBezTo>
                <a:cubicBezTo>
                  <a:pt x="19465" y="80772"/>
                  <a:pt x="19639" y="80846"/>
                  <a:pt x="19838" y="80871"/>
                </a:cubicBezTo>
                <a:lnTo>
                  <a:pt x="20585" y="81045"/>
                </a:lnTo>
                <a:cubicBezTo>
                  <a:pt x="20734" y="81095"/>
                  <a:pt x="20909" y="81120"/>
                  <a:pt x="21083" y="81145"/>
                </a:cubicBezTo>
                <a:cubicBezTo>
                  <a:pt x="21158" y="81170"/>
                  <a:pt x="21257" y="81170"/>
                  <a:pt x="21357" y="81170"/>
                </a:cubicBezTo>
                <a:lnTo>
                  <a:pt x="21904" y="81269"/>
                </a:lnTo>
                <a:cubicBezTo>
                  <a:pt x="22153" y="81294"/>
                  <a:pt x="22402" y="81344"/>
                  <a:pt x="22651" y="81344"/>
                </a:cubicBezTo>
                <a:cubicBezTo>
                  <a:pt x="22751" y="81344"/>
                  <a:pt x="22850" y="81369"/>
                  <a:pt x="22975" y="81369"/>
                </a:cubicBezTo>
                <a:cubicBezTo>
                  <a:pt x="24344" y="81742"/>
                  <a:pt x="25738" y="82016"/>
                  <a:pt x="27131" y="82240"/>
                </a:cubicBezTo>
                <a:cubicBezTo>
                  <a:pt x="26011" y="85376"/>
                  <a:pt x="25215" y="88463"/>
                  <a:pt x="24767" y="91375"/>
                </a:cubicBezTo>
                <a:cubicBezTo>
                  <a:pt x="23653" y="91474"/>
                  <a:pt x="22564" y="91525"/>
                  <a:pt x="21506" y="91525"/>
                </a:cubicBezTo>
                <a:cubicBezTo>
                  <a:pt x="18829" y="91525"/>
                  <a:pt x="16343" y="91200"/>
                  <a:pt x="14113" y="90504"/>
                </a:cubicBezTo>
                <a:cubicBezTo>
                  <a:pt x="14288" y="88911"/>
                  <a:pt x="14561" y="87268"/>
                  <a:pt x="14985" y="85625"/>
                </a:cubicBezTo>
                <a:cubicBezTo>
                  <a:pt x="15806" y="83783"/>
                  <a:pt x="16876" y="82016"/>
                  <a:pt x="18146" y="80373"/>
                </a:cubicBezTo>
                <a:close/>
                <a:moveTo>
                  <a:pt x="32035" y="90131"/>
                </a:moveTo>
                <a:lnTo>
                  <a:pt x="32035" y="90205"/>
                </a:lnTo>
                <a:cubicBezTo>
                  <a:pt x="29670" y="90852"/>
                  <a:pt x="27355" y="91300"/>
                  <a:pt x="25140" y="91549"/>
                </a:cubicBezTo>
                <a:cubicBezTo>
                  <a:pt x="25140" y="91500"/>
                  <a:pt x="25140" y="91475"/>
                  <a:pt x="25190" y="91475"/>
                </a:cubicBezTo>
                <a:cubicBezTo>
                  <a:pt x="27380" y="91226"/>
                  <a:pt x="29670" y="90803"/>
                  <a:pt x="32035" y="90131"/>
                </a:cubicBezTo>
                <a:close/>
                <a:moveTo>
                  <a:pt x="24966" y="91500"/>
                </a:moveTo>
                <a:lnTo>
                  <a:pt x="24966" y="91574"/>
                </a:lnTo>
                <a:lnTo>
                  <a:pt x="24891" y="91574"/>
                </a:lnTo>
                <a:lnTo>
                  <a:pt x="24891" y="91500"/>
                </a:lnTo>
                <a:close/>
                <a:moveTo>
                  <a:pt x="2041" y="91332"/>
                </a:moveTo>
                <a:cubicBezTo>
                  <a:pt x="2071" y="91418"/>
                  <a:pt x="2104" y="91504"/>
                  <a:pt x="2138" y="91591"/>
                </a:cubicBezTo>
                <a:lnTo>
                  <a:pt x="2138" y="91591"/>
                </a:lnTo>
                <a:cubicBezTo>
                  <a:pt x="2119" y="91560"/>
                  <a:pt x="2101" y="91530"/>
                  <a:pt x="2091" y="91500"/>
                </a:cubicBezTo>
                <a:cubicBezTo>
                  <a:pt x="2091" y="91475"/>
                  <a:pt x="2091" y="91475"/>
                  <a:pt x="2066" y="91450"/>
                </a:cubicBezTo>
                <a:cubicBezTo>
                  <a:pt x="2043" y="91404"/>
                  <a:pt x="2041" y="91359"/>
                  <a:pt x="2041" y="91332"/>
                </a:cubicBezTo>
                <a:close/>
                <a:moveTo>
                  <a:pt x="14064" y="90703"/>
                </a:moveTo>
                <a:cubicBezTo>
                  <a:pt x="16298" y="91389"/>
                  <a:pt x="18732" y="91715"/>
                  <a:pt x="21355" y="91715"/>
                </a:cubicBezTo>
                <a:cubicBezTo>
                  <a:pt x="22444" y="91715"/>
                  <a:pt x="23564" y="91659"/>
                  <a:pt x="24717" y="91549"/>
                </a:cubicBezTo>
                <a:lnTo>
                  <a:pt x="24717" y="91599"/>
                </a:lnTo>
                <a:cubicBezTo>
                  <a:pt x="23572" y="91724"/>
                  <a:pt x="22402" y="91798"/>
                  <a:pt x="21332" y="91798"/>
                </a:cubicBezTo>
                <a:cubicBezTo>
                  <a:pt x="18668" y="91798"/>
                  <a:pt x="16254" y="91450"/>
                  <a:pt x="14064" y="90753"/>
                </a:cubicBezTo>
                <a:lnTo>
                  <a:pt x="14064" y="90703"/>
                </a:lnTo>
                <a:close/>
                <a:moveTo>
                  <a:pt x="46397" y="84505"/>
                </a:moveTo>
                <a:cubicBezTo>
                  <a:pt x="46422" y="84655"/>
                  <a:pt x="46422" y="84779"/>
                  <a:pt x="46447" y="84928"/>
                </a:cubicBezTo>
                <a:cubicBezTo>
                  <a:pt x="46497" y="85252"/>
                  <a:pt x="46522" y="85600"/>
                  <a:pt x="46547" y="85899"/>
                </a:cubicBezTo>
                <a:cubicBezTo>
                  <a:pt x="46547" y="85999"/>
                  <a:pt x="46547" y="86123"/>
                  <a:pt x="46571" y="86223"/>
                </a:cubicBezTo>
                <a:lnTo>
                  <a:pt x="46571" y="86372"/>
                </a:lnTo>
                <a:cubicBezTo>
                  <a:pt x="46571" y="86720"/>
                  <a:pt x="46621" y="87094"/>
                  <a:pt x="46571" y="87417"/>
                </a:cubicBezTo>
                <a:lnTo>
                  <a:pt x="46571" y="87865"/>
                </a:lnTo>
                <a:lnTo>
                  <a:pt x="46571" y="88139"/>
                </a:lnTo>
                <a:cubicBezTo>
                  <a:pt x="46571" y="88463"/>
                  <a:pt x="46547" y="88786"/>
                  <a:pt x="46522" y="89110"/>
                </a:cubicBezTo>
                <a:lnTo>
                  <a:pt x="46422" y="89857"/>
                </a:lnTo>
                <a:cubicBezTo>
                  <a:pt x="46397" y="90205"/>
                  <a:pt x="46323" y="90529"/>
                  <a:pt x="46273" y="90877"/>
                </a:cubicBezTo>
                <a:cubicBezTo>
                  <a:pt x="46248" y="91126"/>
                  <a:pt x="46173" y="91350"/>
                  <a:pt x="46123" y="91599"/>
                </a:cubicBezTo>
                <a:cubicBezTo>
                  <a:pt x="46072" y="91840"/>
                  <a:pt x="46008" y="92070"/>
                  <a:pt x="45949" y="92304"/>
                </a:cubicBezTo>
                <a:lnTo>
                  <a:pt x="45949" y="92304"/>
                </a:lnTo>
                <a:cubicBezTo>
                  <a:pt x="46584" y="89689"/>
                  <a:pt x="46716" y="87036"/>
                  <a:pt x="46372" y="84530"/>
                </a:cubicBezTo>
                <a:cubicBezTo>
                  <a:pt x="46372" y="84530"/>
                  <a:pt x="46397" y="84530"/>
                  <a:pt x="46397" y="84505"/>
                </a:cubicBezTo>
                <a:close/>
                <a:moveTo>
                  <a:pt x="45914" y="92446"/>
                </a:moveTo>
                <a:cubicBezTo>
                  <a:pt x="45900" y="92503"/>
                  <a:pt x="45887" y="92561"/>
                  <a:pt x="45874" y="92620"/>
                </a:cubicBezTo>
                <a:cubicBezTo>
                  <a:pt x="45866" y="92645"/>
                  <a:pt x="45858" y="92670"/>
                  <a:pt x="45850" y="92695"/>
                </a:cubicBezTo>
                <a:lnTo>
                  <a:pt x="45850" y="92695"/>
                </a:lnTo>
                <a:cubicBezTo>
                  <a:pt x="45872" y="92612"/>
                  <a:pt x="45893" y="92529"/>
                  <a:pt x="45914" y="92446"/>
                </a:cubicBezTo>
                <a:close/>
                <a:moveTo>
                  <a:pt x="45626" y="93490"/>
                </a:moveTo>
                <a:cubicBezTo>
                  <a:pt x="45626" y="93490"/>
                  <a:pt x="45626" y="93490"/>
                  <a:pt x="45626" y="93491"/>
                </a:cubicBezTo>
                <a:cubicBezTo>
                  <a:pt x="45624" y="93495"/>
                  <a:pt x="45623" y="93499"/>
                  <a:pt x="45622" y="93503"/>
                </a:cubicBezTo>
                <a:lnTo>
                  <a:pt x="45622" y="93503"/>
                </a:lnTo>
                <a:cubicBezTo>
                  <a:pt x="45623" y="93498"/>
                  <a:pt x="45624" y="93494"/>
                  <a:pt x="45626" y="93490"/>
                </a:cubicBezTo>
                <a:close/>
                <a:moveTo>
                  <a:pt x="70143" y="81244"/>
                </a:moveTo>
                <a:cubicBezTo>
                  <a:pt x="72035" y="83908"/>
                  <a:pt x="73753" y="86696"/>
                  <a:pt x="75146" y="89259"/>
                </a:cubicBezTo>
                <a:cubicBezTo>
                  <a:pt x="72558" y="91101"/>
                  <a:pt x="69944" y="92620"/>
                  <a:pt x="67405" y="93864"/>
                </a:cubicBezTo>
                <a:cubicBezTo>
                  <a:pt x="65638" y="91923"/>
                  <a:pt x="63846" y="89707"/>
                  <a:pt x="62228" y="87442"/>
                </a:cubicBezTo>
                <a:cubicBezTo>
                  <a:pt x="64966" y="85476"/>
                  <a:pt x="67629" y="83410"/>
                  <a:pt x="70143" y="81244"/>
                </a:cubicBezTo>
                <a:close/>
                <a:moveTo>
                  <a:pt x="46148" y="84655"/>
                </a:moveTo>
                <a:lnTo>
                  <a:pt x="46148" y="84655"/>
                </a:lnTo>
                <a:cubicBezTo>
                  <a:pt x="46547" y="87666"/>
                  <a:pt x="46223" y="90852"/>
                  <a:pt x="45227" y="93939"/>
                </a:cubicBezTo>
                <a:cubicBezTo>
                  <a:pt x="44232" y="92819"/>
                  <a:pt x="43510" y="91450"/>
                  <a:pt x="43062" y="89832"/>
                </a:cubicBezTo>
                <a:cubicBezTo>
                  <a:pt x="43734" y="88438"/>
                  <a:pt x="44182" y="86994"/>
                  <a:pt x="44481" y="85526"/>
                </a:cubicBezTo>
                <a:cubicBezTo>
                  <a:pt x="45028" y="85252"/>
                  <a:pt x="45601" y="84953"/>
                  <a:pt x="46148" y="84655"/>
                </a:cubicBezTo>
                <a:close/>
                <a:moveTo>
                  <a:pt x="62079" y="87567"/>
                </a:moveTo>
                <a:cubicBezTo>
                  <a:pt x="63721" y="89832"/>
                  <a:pt x="65464" y="91997"/>
                  <a:pt x="67256" y="93964"/>
                </a:cubicBezTo>
                <a:cubicBezTo>
                  <a:pt x="67206" y="93964"/>
                  <a:pt x="67206" y="93989"/>
                  <a:pt x="67181" y="93989"/>
                </a:cubicBezTo>
                <a:lnTo>
                  <a:pt x="67156" y="93964"/>
                </a:lnTo>
                <a:cubicBezTo>
                  <a:pt x="65389" y="91997"/>
                  <a:pt x="63647" y="89832"/>
                  <a:pt x="62054" y="87592"/>
                </a:cubicBezTo>
                <a:lnTo>
                  <a:pt x="62079" y="87567"/>
                </a:lnTo>
                <a:close/>
                <a:moveTo>
                  <a:pt x="75246" y="89458"/>
                </a:moveTo>
                <a:cubicBezTo>
                  <a:pt x="75246" y="89483"/>
                  <a:pt x="75271" y="89483"/>
                  <a:pt x="75271" y="89508"/>
                </a:cubicBezTo>
                <a:cubicBezTo>
                  <a:pt x="72732" y="91325"/>
                  <a:pt x="70118" y="92844"/>
                  <a:pt x="67555" y="94088"/>
                </a:cubicBezTo>
                <a:cubicBezTo>
                  <a:pt x="67555" y="94088"/>
                  <a:pt x="67530" y="94063"/>
                  <a:pt x="67530" y="94038"/>
                </a:cubicBezTo>
                <a:cubicBezTo>
                  <a:pt x="70069" y="92819"/>
                  <a:pt x="72657" y="91300"/>
                  <a:pt x="75246" y="89458"/>
                </a:cubicBezTo>
                <a:close/>
                <a:moveTo>
                  <a:pt x="45568" y="93678"/>
                </a:moveTo>
                <a:cubicBezTo>
                  <a:pt x="45521" y="93837"/>
                  <a:pt x="45480" y="93988"/>
                  <a:pt x="45426" y="94113"/>
                </a:cubicBezTo>
                <a:cubicBezTo>
                  <a:pt x="45475" y="93968"/>
                  <a:pt x="45522" y="93823"/>
                  <a:pt x="45568" y="93678"/>
                </a:cubicBezTo>
                <a:close/>
                <a:moveTo>
                  <a:pt x="42987" y="90056"/>
                </a:moveTo>
                <a:cubicBezTo>
                  <a:pt x="43435" y="91624"/>
                  <a:pt x="44157" y="92993"/>
                  <a:pt x="45153" y="94113"/>
                </a:cubicBezTo>
                <a:cubicBezTo>
                  <a:pt x="45153" y="94163"/>
                  <a:pt x="45128" y="94188"/>
                  <a:pt x="45128" y="94188"/>
                </a:cubicBezTo>
                <a:cubicBezTo>
                  <a:pt x="44132" y="93068"/>
                  <a:pt x="43385" y="91724"/>
                  <a:pt x="42912" y="90131"/>
                </a:cubicBezTo>
                <a:cubicBezTo>
                  <a:pt x="42937" y="90106"/>
                  <a:pt x="42937" y="90081"/>
                  <a:pt x="42987" y="90056"/>
                </a:cubicBezTo>
                <a:close/>
                <a:moveTo>
                  <a:pt x="67331" y="94113"/>
                </a:moveTo>
                <a:cubicBezTo>
                  <a:pt x="67331" y="94138"/>
                  <a:pt x="67380" y="94138"/>
                  <a:pt x="67380" y="94188"/>
                </a:cubicBezTo>
                <a:cubicBezTo>
                  <a:pt x="67331" y="94188"/>
                  <a:pt x="67331" y="94213"/>
                  <a:pt x="67306" y="94213"/>
                </a:cubicBezTo>
                <a:cubicBezTo>
                  <a:pt x="67306" y="94188"/>
                  <a:pt x="67306" y="94138"/>
                  <a:pt x="67281" y="94138"/>
                </a:cubicBezTo>
                <a:cubicBezTo>
                  <a:pt x="67306" y="94138"/>
                  <a:pt x="67306" y="94113"/>
                  <a:pt x="67331" y="94113"/>
                </a:cubicBezTo>
                <a:close/>
                <a:moveTo>
                  <a:pt x="45352" y="94312"/>
                </a:moveTo>
                <a:cubicBezTo>
                  <a:pt x="45377" y="94362"/>
                  <a:pt x="45352" y="94362"/>
                  <a:pt x="45352" y="94412"/>
                </a:cubicBezTo>
                <a:lnTo>
                  <a:pt x="45302" y="94362"/>
                </a:lnTo>
                <a:cubicBezTo>
                  <a:pt x="45302" y="94337"/>
                  <a:pt x="45302" y="94337"/>
                  <a:pt x="45352" y="94312"/>
                </a:cubicBezTo>
                <a:close/>
                <a:moveTo>
                  <a:pt x="91319" y="90945"/>
                </a:moveTo>
                <a:cubicBezTo>
                  <a:pt x="90031" y="92197"/>
                  <a:pt x="88707" y="93432"/>
                  <a:pt x="87337" y="94644"/>
                </a:cubicBezTo>
                <a:lnTo>
                  <a:pt x="87337" y="94644"/>
                </a:lnTo>
                <a:cubicBezTo>
                  <a:pt x="88780" y="93361"/>
                  <a:pt x="90261" y="91967"/>
                  <a:pt x="91319" y="90945"/>
                </a:cubicBezTo>
                <a:close/>
                <a:moveTo>
                  <a:pt x="58171" y="86098"/>
                </a:moveTo>
                <a:cubicBezTo>
                  <a:pt x="58544" y="87069"/>
                  <a:pt x="58917" y="88015"/>
                  <a:pt x="59191" y="89010"/>
                </a:cubicBezTo>
                <a:cubicBezTo>
                  <a:pt x="56055" y="91126"/>
                  <a:pt x="52869" y="93018"/>
                  <a:pt x="49733" y="94661"/>
                </a:cubicBezTo>
                <a:cubicBezTo>
                  <a:pt x="50131" y="91823"/>
                  <a:pt x="50081" y="88961"/>
                  <a:pt x="49509" y="86272"/>
                </a:cubicBezTo>
                <a:lnTo>
                  <a:pt x="49509" y="86272"/>
                </a:lnTo>
                <a:cubicBezTo>
                  <a:pt x="50629" y="86621"/>
                  <a:pt x="51848" y="86820"/>
                  <a:pt x="53143" y="86820"/>
                </a:cubicBezTo>
                <a:cubicBezTo>
                  <a:pt x="54711" y="86820"/>
                  <a:pt x="56379" y="86571"/>
                  <a:pt x="58171" y="86098"/>
                </a:cubicBezTo>
                <a:close/>
                <a:moveTo>
                  <a:pt x="49286" y="86180"/>
                </a:moveTo>
                <a:cubicBezTo>
                  <a:pt x="49295" y="86198"/>
                  <a:pt x="49337" y="86200"/>
                  <a:pt x="49359" y="86223"/>
                </a:cubicBezTo>
                <a:cubicBezTo>
                  <a:pt x="49907" y="88961"/>
                  <a:pt x="50006" y="91848"/>
                  <a:pt x="49583" y="94735"/>
                </a:cubicBezTo>
                <a:cubicBezTo>
                  <a:pt x="49533" y="94735"/>
                  <a:pt x="49533" y="94760"/>
                  <a:pt x="49509" y="94760"/>
                </a:cubicBezTo>
                <a:cubicBezTo>
                  <a:pt x="49956" y="91850"/>
                  <a:pt x="49882" y="88916"/>
                  <a:pt x="49286" y="86180"/>
                </a:cubicBezTo>
                <a:close/>
                <a:moveTo>
                  <a:pt x="59291" y="89160"/>
                </a:moveTo>
                <a:cubicBezTo>
                  <a:pt x="59291" y="89210"/>
                  <a:pt x="59291" y="89210"/>
                  <a:pt x="59316" y="89234"/>
                </a:cubicBezTo>
                <a:cubicBezTo>
                  <a:pt x="56130" y="91375"/>
                  <a:pt x="52944" y="93267"/>
                  <a:pt x="49733" y="94959"/>
                </a:cubicBezTo>
                <a:lnTo>
                  <a:pt x="49733" y="94860"/>
                </a:lnTo>
                <a:cubicBezTo>
                  <a:pt x="52894" y="93217"/>
                  <a:pt x="56080" y="91325"/>
                  <a:pt x="59291" y="89160"/>
                </a:cubicBezTo>
                <a:close/>
                <a:moveTo>
                  <a:pt x="49509" y="94959"/>
                </a:moveTo>
                <a:lnTo>
                  <a:pt x="49509" y="95059"/>
                </a:lnTo>
                <a:cubicBezTo>
                  <a:pt x="49484" y="95059"/>
                  <a:pt x="49484" y="95084"/>
                  <a:pt x="49459" y="95084"/>
                </a:cubicBezTo>
                <a:lnTo>
                  <a:pt x="49459" y="94984"/>
                </a:lnTo>
                <a:cubicBezTo>
                  <a:pt x="49484" y="94984"/>
                  <a:pt x="49484" y="94959"/>
                  <a:pt x="49509" y="94959"/>
                </a:cubicBezTo>
                <a:close/>
                <a:moveTo>
                  <a:pt x="2763" y="79552"/>
                </a:moveTo>
                <a:cubicBezTo>
                  <a:pt x="3261" y="81195"/>
                  <a:pt x="3933" y="82688"/>
                  <a:pt x="4754" y="84032"/>
                </a:cubicBezTo>
                <a:cubicBezTo>
                  <a:pt x="4680" y="84679"/>
                  <a:pt x="4605" y="85302"/>
                  <a:pt x="4555" y="85974"/>
                </a:cubicBezTo>
                <a:cubicBezTo>
                  <a:pt x="4555" y="86098"/>
                  <a:pt x="4505" y="86173"/>
                  <a:pt x="4505" y="86297"/>
                </a:cubicBezTo>
                <a:cubicBezTo>
                  <a:pt x="4456" y="86969"/>
                  <a:pt x="4431" y="87617"/>
                  <a:pt x="4381" y="88264"/>
                </a:cubicBezTo>
                <a:lnTo>
                  <a:pt x="4381" y="88712"/>
                </a:lnTo>
                <a:lnTo>
                  <a:pt x="4381" y="90255"/>
                </a:lnTo>
                <a:lnTo>
                  <a:pt x="4381" y="90703"/>
                </a:lnTo>
                <a:cubicBezTo>
                  <a:pt x="4431" y="91276"/>
                  <a:pt x="4456" y="91873"/>
                  <a:pt x="4505" y="92470"/>
                </a:cubicBezTo>
                <a:cubicBezTo>
                  <a:pt x="4505" y="92620"/>
                  <a:pt x="4555" y="92769"/>
                  <a:pt x="4580" y="92968"/>
                </a:cubicBezTo>
                <a:cubicBezTo>
                  <a:pt x="4655" y="93565"/>
                  <a:pt x="4729" y="94138"/>
                  <a:pt x="4829" y="94735"/>
                </a:cubicBezTo>
                <a:cubicBezTo>
                  <a:pt x="4829" y="94760"/>
                  <a:pt x="4854" y="94835"/>
                  <a:pt x="4854" y="94860"/>
                </a:cubicBezTo>
                <a:cubicBezTo>
                  <a:pt x="4879" y="95009"/>
                  <a:pt x="4929" y="95134"/>
                  <a:pt x="4953" y="95308"/>
                </a:cubicBezTo>
                <a:cubicBezTo>
                  <a:pt x="3360" y="93317"/>
                  <a:pt x="2215" y="90952"/>
                  <a:pt x="1494" y="88214"/>
                </a:cubicBezTo>
                <a:cubicBezTo>
                  <a:pt x="1444" y="87766"/>
                  <a:pt x="1419" y="87368"/>
                  <a:pt x="1369" y="86944"/>
                </a:cubicBezTo>
                <a:lnTo>
                  <a:pt x="1369" y="86745"/>
                </a:lnTo>
                <a:cubicBezTo>
                  <a:pt x="1344" y="86322"/>
                  <a:pt x="1344" y="85874"/>
                  <a:pt x="1369" y="85426"/>
                </a:cubicBezTo>
                <a:cubicBezTo>
                  <a:pt x="1369" y="85351"/>
                  <a:pt x="1369" y="85227"/>
                  <a:pt x="1394" y="85127"/>
                </a:cubicBezTo>
                <a:cubicBezTo>
                  <a:pt x="1394" y="84978"/>
                  <a:pt x="1444" y="84804"/>
                  <a:pt x="1444" y="84630"/>
                </a:cubicBezTo>
                <a:cubicBezTo>
                  <a:pt x="1593" y="82887"/>
                  <a:pt x="2066" y="81195"/>
                  <a:pt x="2763" y="79552"/>
                </a:cubicBezTo>
                <a:close/>
                <a:moveTo>
                  <a:pt x="75395" y="89707"/>
                </a:moveTo>
                <a:cubicBezTo>
                  <a:pt x="75520" y="89907"/>
                  <a:pt x="75644" y="90155"/>
                  <a:pt x="75744" y="90379"/>
                </a:cubicBezTo>
                <a:cubicBezTo>
                  <a:pt x="75420" y="90628"/>
                  <a:pt x="75122" y="90902"/>
                  <a:pt x="74773" y="91151"/>
                </a:cubicBezTo>
                <a:cubicBezTo>
                  <a:pt x="74524" y="91375"/>
                  <a:pt x="74275" y="91574"/>
                  <a:pt x="74026" y="91773"/>
                </a:cubicBezTo>
                <a:cubicBezTo>
                  <a:pt x="73304" y="92346"/>
                  <a:pt x="72608" y="92893"/>
                  <a:pt x="71886" y="93441"/>
                </a:cubicBezTo>
                <a:cubicBezTo>
                  <a:pt x="71687" y="93590"/>
                  <a:pt x="71512" y="93715"/>
                  <a:pt x="71313" y="93864"/>
                </a:cubicBezTo>
                <a:cubicBezTo>
                  <a:pt x="70641" y="94387"/>
                  <a:pt x="69919" y="94934"/>
                  <a:pt x="69197" y="95432"/>
                </a:cubicBezTo>
                <a:cubicBezTo>
                  <a:pt x="69123" y="95457"/>
                  <a:pt x="69023" y="95532"/>
                  <a:pt x="68949" y="95582"/>
                </a:cubicBezTo>
                <a:cubicBezTo>
                  <a:pt x="68824" y="95457"/>
                  <a:pt x="68700" y="95308"/>
                  <a:pt x="68575" y="95183"/>
                </a:cubicBezTo>
                <a:cubicBezTo>
                  <a:pt x="68301" y="94860"/>
                  <a:pt x="68003" y="94561"/>
                  <a:pt x="67704" y="94238"/>
                </a:cubicBezTo>
                <a:cubicBezTo>
                  <a:pt x="70268" y="92993"/>
                  <a:pt x="72856" y="91475"/>
                  <a:pt x="75395" y="89707"/>
                </a:cubicBezTo>
                <a:close/>
                <a:moveTo>
                  <a:pt x="4929" y="84331"/>
                </a:moveTo>
                <a:cubicBezTo>
                  <a:pt x="4953" y="84356"/>
                  <a:pt x="4953" y="84381"/>
                  <a:pt x="4978" y="84381"/>
                </a:cubicBezTo>
                <a:cubicBezTo>
                  <a:pt x="4929" y="84903"/>
                  <a:pt x="4854" y="85426"/>
                  <a:pt x="4804" y="85949"/>
                </a:cubicBezTo>
                <a:cubicBezTo>
                  <a:pt x="4804" y="86048"/>
                  <a:pt x="4779" y="86223"/>
                  <a:pt x="4779" y="86347"/>
                </a:cubicBezTo>
                <a:cubicBezTo>
                  <a:pt x="4705" y="86969"/>
                  <a:pt x="4680" y="87592"/>
                  <a:pt x="4655" y="88214"/>
                </a:cubicBezTo>
                <a:lnTo>
                  <a:pt x="4655" y="88388"/>
                </a:lnTo>
                <a:cubicBezTo>
                  <a:pt x="4605" y="89010"/>
                  <a:pt x="4655" y="89633"/>
                  <a:pt x="4655" y="90255"/>
                </a:cubicBezTo>
                <a:cubicBezTo>
                  <a:pt x="4655" y="90454"/>
                  <a:pt x="4655" y="90628"/>
                  <a:pt x="4680" y="90852"/>
                </a:cubicBezTo>
                <a:cubicBezTo>
                  <a:pt x="4705" y="91375"/>
                  <a:pt x="4729" y="91923"/>
                  <a:pt x="4779" y="92420"/>
                </a:cubicBezTo>
                <a:cubicBezTo>
                  <a:pt x="4779" y="92495"/>
                  <a:pt x="4779" y="92595"/>
                  <a:pt x="4804" y="92719"/>
                </a:cubicBezTo>
                <a:cubicBezTo>
                  <a:pt x="4854" y="93317"/>
                  <a:pt x="4953" y="93914"/>
                  <a:pt x="5053" y="94462"/>
                </a:cubicBezTo>
                <a:cubicBezTo>
                  <a:pt x="5078" y="94611"/>
                  <a:pt x="5103" y="94785"/>
                  <a:pt x="5128" y="94959"/>
                </a:cubicBezTo>
                <a:cubicBezTo>
                  <a:pt x="5202" y="95208"/>
                  <a:pt x="5227" y="95457"/>
                  <a:pt x="5302" y="95706"/>
                </a:cubicBezTo>
                <a:cubicBezTo>
                  <a:pt x="5277" y="95681"/>
                  <a:pt x="5277" y="95656"/>
                  <a:pt x="5227" y="95607"/>
                </a:cubicBezTo>
                <a:cubicBezTo>
                  <a:pt x="5178" y="95358"/>
                  <a:pt x="5103" y="95084"/>
                  <a:pt x="5053" y="94835"/>
                </a:cubicBezTo>
                <a:cubicBezTo>
                  <a:pt x="5028" y="94735"/>
                  <a:pt x="5028" y="94611"/>
                  <a:pt x="4978" y="94536"/>
                </a:cubicBezTo>
                <a:cubicBezTo>
                  <a:pt x="4904" y="94038"/>
                  <a:pt x="4829" y="93491"/>
                  <a:pt x="4754" y="92968"/>
                </a:cubicBezTo>
                <a:cubicBezTo>
                  <a:pt x="4729" y="92819"/>
                  <a:pt x="4729" y="92694"/>
                  <a:pt x="4705" y="92545"/>
                </a:cubicBezTo>
                <a:cubicBezTo>
                  <a:pt x="4630" y="91972"/>
                  <a:pt x="4605" y="91375"/>
                  <a:pt x="4580" y="90803"/>
                </a:cubicBezTo>
                <a:cubicBezTo>
                  <a:pt x="4580" y="90603"/>
                  <a:pt x="4580" y="90429"/>
                  <a:pt x="4555" y="90205"/>
                </a:cubicBezTo>
                <a:lnTo>
                  <a:pt x="4555" y="88712"/>
                </a:lnTo>
                <a:lnTo>
                  <a:pt x="4555" y="88264"/>
                </a:lnTo>
                <a:cubicBezTo>
                  <a:pt x="4580" y="87641"/>
                  <a:pt x="4605" y="87019"/>
                  <a:pt x="4680" y="86372"/>
                </a:cubicBezTo>
                <a:cubicBezTo>
                  <a:pt x="4680" y="86223"/>
                  <a:pt x="4705" y="86024"/>
                  <a:pt x="4705" y="85874"/>
                </a:cubicBezTo>
                <a:cubicBezTo>
                  <a:pt x="4804" y="85376"/>
                  <a:pt x="4854" y="84854"/>
                  <a:pt x="4929" y="84331"/>
                </a:cubicBezTo>
                <a:close/>
                <a:moveTo>
                  <a:pt x="67530" y="94312"/>
                </a:moveTo>
                <a:lnTo>
                  <a:pt x="68650" y="95507"/>
                </a:lnTo>
                <a:lnTo>
                  <a:pt x="68799" y="95681"/>
                </a:lnTo>
                <a:lnTo>
                  <a:pt x="68774" y="95681"/>
                </a:lnTo>
                <a:cubicBezTo>
                  <a:pt x="68774" y="95706"/>
                  <a:pt x="68774" y="95706"/>
                  <a:pt x="68749" y="95706"/>
                </a:cubicBezTo>
                <a:cubicBezTo>
                  <a:pt x="68525" y="95482"/>
                  <a:pt x="68326" y="95283"/>
                  <a:pt x="68127" y="95059"/>
                </a:cubicBezTo>
                <a:cubicBezTo>
                  <a:pt x="67903" y="94835"/>
                  <a:pt x="67679" y="94611"/>
                  <a:pt x="67505" y="94362"/>
                </a:cubicBezTo>
                <a:lnTo>
                  <a:pt x="67455" y="94337"/>
                </a:lnTo>
                <a:cubicBezTo>
                  <a:pt x="67505" y="94337"/>
                  <a:pt x="67505" y="94312"/>
                  <a:pt x="67530" y="94312"/>
                </a:cubicBezTo>
                <a:close/>
                <a:moveTo>
                  <a:pt x="46621" y="84630"/>
                </a:moveTo>
                <a:cubicBezTo>
                  <a:pt x="47293" y="85252"/>
                  <a:pt x="48140" y="85725"/>
                  <a:pt x="49085" y="86098"/>
                </a:cubicBezTo>
                <a:cubicBezTo>
                  <a:pt x="49708" y="88886"/>
                  <a:pt x="49758" y="91873"/>
                  <a:pt x="49285" y="94860"/>
                </a:cubicBezTo>
                <a:cubicBezTo>
                  <a:pt x="48712" y="95183"/>
                  <a:pt x="48090" y="95482"/>
                  <a:pt x="47492" y="95781"/>
                </a:cubicBezTo>
                <a:cubicBezTo>
                  <a:pt x="46771" y="95358"/>
                  <a:pt x="46148" y="94860"/>
                  <a:pt x="45601" y="94287"/>
                </a:cubicBezTo>
                <a:cubicBezTo>
                  <a:pt x="46099" y="92844"/>
                  <a:pt x="46422" y="91375"/>
                  <a:pt x="46621" y="89882"/>
                </a:cubicBezTo>
                <a:cubicBezTo>
                  <a:pt x="46845" y="88114"/>
                  <a:pt x="46845" y="86372"/>
                  <a:pt x="46621" y="84729"/>
                </a:cubicBezTo>
                <a:lnTo>
                  <a:pt x="46621" y="84630"/>
                </a:lnTo>
                <a:close/>
                <a:moveTo>
                  <a:pt x="75819" y="90504"/>
                </a:moveTo>
                <a:cubicBezTo>
                  <a:pt x="75819" y="90554"/>
                  <a:pt x="75868" y="90554"/>
                  <a:pt x="75868" y="90579"/>
                </a:cubicBezTo>
                <a:cubicBezTo>
                  <a:pt x="75520" y="90852"/>
                  <a:pt x="75171" y="91126"/>
                  <a:pt x="74873" y="91425"/>
                </a:cubicBezTo>
                <a:cubicBezTo>
                  <a:pt x="74624" y="91599"/>
                  <a:pt x="74400" y="91798"/>
                  <a:pt x="74151" y="91997"/>
                </a:cubicBezTo>
                <a:cubicBezTo>
                  <a:pt x="73429" y="92570"/>
                  <a:pt x="72682" y="93167"/>
                  <a:pt x="71985" y="93715"/>
                </a:cubicBezTo>
                <a:cubicBezTo>
                  <a:pt x="71786" y="93839"/>
                  <a:pt x="71637" y="93989"/>
                  <a:pt x="71438" y="94113"/>
                </a:cubicBezTo>
                <a:cubicBezTo>
                  <a:pt x="70691" y="94686"/>
                  <a:pt x="69944" y="95233"/>
                  <a:pt x="69173" y="95781"/>
                </a:cubicBezTo>
                <a:lnTo>
                  <a:pt x="69148" y="95731"/>
                </a:lnTo>
                <a:cubicBezTo>
                  <a:pt x="69123" y="95681"/>
                  <a:pt x="69148" y="95656"/>
                  <a:pt x="69197" y="95607"/>
                </a:cubicBezTo>
                <a:cubicBezTo>
                  <a:pt x="69919" y="95084"/>
                  <a:pt x="70666" y="94561"/>
                  <a:pt x="71388" y="94038"/>
                </a:cubicBezTo>
                <a:cubicBezTo>
                  <a:pt x="71562" y="93864"/>
                  <a:pt x="71761" y="93740"/>
                  <a:pt x="71985" y="93590"/>
                </a:cubicBezTo>
                <a:lnTo>
                  <a:pt x="74126" y="91923"/>
                </a:lnTo>
                <a:cubicBezTo>
                  <a:pt x="74375" y="91724"/>
                  <a:pt x="74574" y="91549"/>
                  <a:pt x="74848" y="91325"/>
                </a:cubicBezTo>
                <a:cubicBezTo>
                  <a:pt x="75171" y="91051"/>
                  <a:pt x="75495" y="90803"/>
                  <a:pt x="75819" y="90504"/>
                </a:cubicBezTo>
                <a:close/>
                <a:moveTo>
                  <a:pt x="2041" y="90404"/>
                </a:moveTo>
                <a:lnTo>
                  <a:pt x="2041" y="90404"/>
                </a:lnTo>
                <a:cubicBezTo>
                  <a:pt x="2788" y="92396"/>
                  <a:pt x="3809" y="94138"/>
                  <a:pt x="5053" y="95681"/>
                </a:cubicBezTo>
                <a:cubicBezTo>
                  <a:pt x="5053" y="95706"/>
                  <a:pt x="5078" y="95756"/>
                  <a:pt x="5078" y="95806"/>
                </a:cubicBezTo>
                <a:cubicBezTo>
                  <a:pt x="4057" y="94561"/>
                  <a:pt x="3186" y="93192"/>
                  <a:pt x="2489" y="91649"/>
                </a:cubicBezTo>
                <a:cubicBezTo>
                  <a:pt x="2315" y="91251"/>
                  <a:pt x="2141" y="90852"/>
                  <a:pt x="2041" y="90404"/>
                </a:cubicBezTo>
                <a:close/>
                <a:moveTo>
                  <a:pt x="45526" y="94486"/>
                </a:moveTo>
                <a:cubicBezTo>
                  <a:pt x="46049" y="95034"/>
                  <a:pt x="46646" y="95482"/>
                  <a:pt x="47293" y="95855"/>
                </a:cubicBezTo>
                <a:cubicBezTo>
                  <a:pt x="47268" y="95855"/>
                  <a:pt x="47268" y="95905"/>
                  <a:pt x="47244" y="95905"/>
                </a:cubicBezTo>
                <a:cubicBezTo>
                  <a:pt x="46596" y="95532"/>
                  <a:pt x="46024" y="95084"/>
                  <a:pt x="45501" y="94561"/>
                </a:cubicBezTo>
                <a:cubicBezTo>
                  <a:pt x="45501" y="94511"/>
                  <a:pt x="45501" y="94511"/>
                  <a:pt x="45526" y="94486"/>
                </a:cubicBezTo>
                <a:close/>
                <a:moveTo>
                  <a:pt x="68874" y="95806"/>
                </a:moveTo>
                <a:cubicBezTo>
                  <a:pt x="68924" y="95831"/>
                  <a:pt x="68924" y="95831"/>
                  <a:pt x="68949" y="95855"/>
                </a:cubicBezTo>
                <a:lnTo>
                  <a:pt x="68899" y="95905"/>
                </a:lnTo>
                <a:lnTo>
                  <a:pt x="68874" y="95855"/>
                </a:lnTo>
                <a:lnTo>
                  <a:pt x="68824" y="95831"/>
                </a:lnTo>
                <a:lnTo>
                  <a:pt x="68874" y="95806"/>
                </a:lnTo>
                <a:close/>
                <a:moveTo>
                  <a:pt x="49235" y="95084"/>
                </a:moveTo>
                <a:lnTo>
                  <a:pt x="49235" y="95183"/>
                </a:lnTo>
                <a:cubicBezTo>
                  <a:pt x="48737" y="95457"/>
                  <a:pt x="48264" y="95706"/>
                  <a:pt x="47766" y="95930"/>
                </a:cubicBezTo>
                <a:cubicBezTo>
                  <a:pt x="47741" y="95905"/>
                  <a:pt x="47716" y="95905"/>
                  <a:pt x="47667" y="95855"/>
                </a:cubicBezTo>
                <a:cubicBezTo>
                  <a:pt x="48189" y="95607"/>
                  <a:pt x="48712" y="95333"/>
                  <a:pt x="49235" y="95084"/>
                </a:cubicBezTo>
                <a:close/>
                <a:moveTo>
                  <a:pt x="47492" y="95980"/>
                </a:moveTo>
                <a:cubicBezTo>
                  <a:pt x="47517" y="96005"/>
                  <a:pt x="47542" y="96005"/>
                  <a:pt x="47592" y="96055"/>
                </a:cubicBezTo>
                <a:cubicBezTo>
                  <a:pt x="47542" y="96055"/>
                  <a:pt x="47542" y="96079"/>
                  <a:pt x="47517" y="96079"/>
                </a:cubicBezTo>
                <a:cubicBezTo>
                  <a:pt x="47492" y="96055"/>
                  <a:pt x="47468" y="96055"/>
                  <a:pt x="47418" y="96030"/>
                </a:cubicBezTo>
                <a:cubicBezTo>
                  <a:pt x="47468" y="96030"/>
                  <a:pt x="47468" y="95980"/>
                  <a:pt x="47492" y="95980"/>
                </a:cubicBezTo>
                <a:close/>
                <a:moveTo>
                  <a:pt x="5302" y="96005"/>
                </a:moveTo>
                <a:lnTo>
                  <a:pt x="5302" y="96005"/>
                </a:lnTo>
                <a:cubicBezTo>
                  <a:pt x="5327" y="96055"/>
                  <a:pt x="5352" y="96079"/>
                  <a:pt x="5352" y="96104"/>
                </a:cubicBezTo>
                <a:cubicBezTo>
                  <a:pt x="5352" y="96154"/>
                  <a:pt x="5402" y="96204"/>
                  <a:pt x="5402" y="96229"/>
                </a:cubicBezTo>
                <a:lnTo>
                  <a:pt x="5302" y="96129"/>
                </a:lnTo>
                <a:cubicBezTo>
                  <a:pt x="5327" y="96104"/>
                  <a:pt x="5327" y="96055"/>
                  <a:pt x="5302" y="96005"/>
                </a:cubicBezTo>
                <a:close/>
                <a:moveTo>
                  <a:pt x="61855" y="87666"/>
                </a:moveTo>
                <a:cubicBezTo>
                  <a:pt x="61979" y="87865"/>
                  <a:pt x="62128" y="88040"/>
                  <a:pt x="62303" y="88239"/>
                </a:cubicBezTo>
                <a:cubicBezTo>
                  <a:pt x="62726" y="88836"/>
                  <a:pt x="63174" y="89434"/>
                  <a:pt x="63597" y="89981"/>
                </a:cubicBezTo>
                <a:cubicBezTo>
                  <a:pt x="63746" y="90205"/>
                  <a:pt x="63921" y="90379"/>
                  <a:pt x="64070" y="90603"/>
                </a:cubicBezTo>
                <a:cubicBezTo>
                  <a:pt x="64692" y="91375"/>
                  <a:pt x="65314" y="92172"/>
                  <a:pt x="65937" y="92893"/>
                </a:cubicBezTo>
                <a:cubicBezTo>
                  <a:pt x="66211" y="93242"/>
                  <a:pt x="66484" y="93565"/>
                  <a:pt x="66783" y="93864"/>
                </a:cubicBezTo>
                <a:cubicBezTo>
                  <a:pt x="66833" y="93939"/>
                  <a:pt x="66907" y="93989"/>
                  <a:pt x="66932" y="94063"/>
                </a:cubicBezTo>
                <a:cubicBezTo>
                  <a:pt x="64866" y="95034"/>
                  <a:pt x="62875" y="95806"/>
                  <a:pt x="60959" y="96328"/>
                </a:cubicBezTo>
                <a:cubicBezTo>
                  <a:pt x="60834" y="93964"/>
                  <a:pt x="60411" y="91549"/>
                  <a:pt x="59714" y="89160"/>
                </a:cubicBezTo>
                <a:cubicBezTo>
                  <a:pt x="60436" y="88662"/>
                  <a:pt x="61158" y="88214"/>
                  <a:pt x="61855" y="87666"/>
                </a:cubicBezTo>
                <a:close/>
                <a:moveTo>
                  <a:pt x="2763" y="92844"/>
                </a:moveTo>
                <a:cubicBezTo>
                  <a:pt x="3186" y="93615"/>
                  <a:pt x="3634" y="94362"/>
                  <a:pt x="4182" y="95084"/>
                </a:cubicBezTo>
                <a:cubicBezTo>
                  <a:pt x="4207" y="95109"/>
                  <a:pt x="4232" y="95158"/>
                  <a:pt x="4257" y="95208"/>
                </a:cubicBezTo>
                <a:cubicBezTo>
                  <a:pt x="4555" y="95582"/>
                  <a:pt x="4829" y="95930"/>
                  <a:pt x="5128" y="96279"/>
                </a:cubicBezTo>
                <a:cubicBezTo>
                  <a:pt x="5153" y="96279"/>
                  <a:pt x="5153" y="96303"/>
                  <a:pt x="5178" y="96303"/>
                </a:cubicBezTo>
                <a:lnTo>
                  <a:pt x="5202" y="96403"/>
                </a:lnTo>
                <a:lnTo>
                  <a:pt x="4456" y="95557"/>
                </a:lnTo>
                <a:lnTo>
                  <a:pt x="4381" y="95482"/>
                </a:lnTo>
                <a:cubicBezTo>
                  <a:pt x="4082" y="95084"/>
                  <a:pt x="3809" y="94686"/>
                  <a:pt x="3510" y="94287"/>
                </a:cubicBezTo>
                <a:cubicBezTo>
                  <a:pt x="3510" y="94238"/>
                  <a:pt x="3485" y="94238"/>
                  <a:pt x="3485" y="94213"/>
                </a:cubicBezTo>
                <a:cubicBezTo>
                  <a:pt x="3261" y="93864"/>
                  <a:pt x="3087" y="93541"/>
                  <a:pt x="2888" y="93192"/>
                </a:cubicBezTo>
                <a:cubicBezTo>
                  <a:pt x="2863" y="93068"/>
                  <a:pt x="2813" y="92968"/>
                  <a:pt x="2763" y="92844"/>
                </a:cubicBezTo>
                <a:close/>
                <a:moveTo>
                  <a:pt x="59565" y="89284"/>
                </a:moveTo>
                <a:cubicBezTo>
                  <a:pt x="60237" y="91624"/>
                  <a:pt x="60685" y="94063"/>
                  <a:pt x="60834" y="96428"/>
                </a:cubicBezTo>
                <a:cubicBezTo>
                  <a:pt x="60809" y="96428"/>
                  <a:pt x="60809" y="96428"/>
                  <a:pt x="60784" y="96453"/>
                </a:cubicBezTo>
                <a:cubicBezTo>
                  <a:pt x="60585" y="94063"/>
                  <a:pt x="60187" y="91649"/>
                  <a:pt x="59490" y="89334"/>
                </a:cubicBezTo>
                <a:cubicBezTo>
                  <a:pt x="59540" y="89334"/>
                  <a:pt x="59540" y="89284"/>
                  <a:pt x="59565" y="89284"/>
                </a:cubicBezTo>
                <a:close/>
                <a:moveTo>
                  <a:pt x="49210" y="95432"/>
                </a:moveTo>
                <a:cubicBezTo>
                  <a:pt x="49135" y="95781"/>
                  <a:pt x="49085" y="96154"/>
                  <a:pt x="48986" y="96478"/>
                </a:cubicBezTo>
                <a:cubicBezTo>
                  <a:pt x="48637" y="96353"/>
                  <a:pt x="48289" y="96204"/>
                  <a:pt x="47990" y="96055"/>
                </a:cubicBezTo>
                <a:cubicBezTo>
                  <a:pt x="48388" y="95855"/>
                  <a:pt x="48787" y="95656"/>
                  <a:pt x="49210" y="95432"/>
                </a:cubicBezTo>
                <a:close/>
                <a:moveTo>
                  <a:pt x="67132" y="94213"/>
                </a:moveTo>
                <a:lnTo>
                  <a:pt x="67132" y="94213"/>
                </a:lnTo>
                <a:cubicBezTo>
                  <a:pt x="67107" y="94238"/>
                  <a:pt x="67156" y="94287"/>
                  <a:pt x="67156" y="94287"/>
                </a:cubicBezTo>
                <a:cubicBezTo>
                  <a:pt x="65066" y="95283"/>
                  <a:pt x="63024" y="96030"/>
                  <a:pt x="61033" y="96577"/>
                </a:cubicBezTo>
                <a:lnTo>
                  <a:pt x="61033" y="96528"/>
                </a:lnTo>
                <a:cubicBezTo>
                  <a:pt x="62975" y="95955"/>
                  <a:pt x="65041" y="95183"/>
                  <a:pt x="67132" y="94213"/>
                </a:cubicBezTo>
                <a:close/>
                <a:moveTo>
                  <a:pt x="49484" y="95308"/>
                </a:moveTo>
                <a:cubicBezTo>
                  <a:pt x="49409" y="95731"/>
                  <a:pt x="49334" y="96179"/>
                  <a:pt x="49235" y="96602"/>
                </a:cubicBezTo>
                <a:cubicBezTo>
                  <a:pt x="49210" y="96602"/>
                  <a:pt x="49160" y="96577"/>
                  <a:pt x="49160" y="96577"/>
                </a:cubicBezTo>
                <a:cubicBezTo>
                  <a:pt x="49260" y="96179"/>
                  <a:pt x="49359" y="95731"/>
                  <a:pt x="49409" y="95333"/>
                </a:cubicBezTo>
                <a:cubicBezTo>
                  <a:pt x="49459" y="95333"/>
                  <a:pt x="49459" y="95308"/>
                  <a:pt x="49484" y="95308"/>
                </a:cubicBezTo>
                <a:close/>
                <a:moveTo>
                  <a:pt x="60834" y="96577"/>
                </a:moveTo>
                <a:lnTo>
                  <a:pt x="60834" y="96627"/>
                </a:lnTo>
                <a:cubicBezTo>
                  <a:pt x="60809" y="96627"/>
                  <a:pt x="60809" y="96627"/>
                  <a:pt x="60784" y="96677"/>
                </a:cubicBezTo>
                <a:cubicBezTo>
                  <a:pt x="60809" y="96627"/>
                  <a:pt x="60784" y="96627"/>
                  <a:pt x="60784" y="96602"/>
                </a:cubicBezTo>
                <a:cubicBezTo>
                  <a:pt x="60809" y="96602"/>
                  <a:pt x="60809" y="96602"/>
                  <a:pt x="60834" y="96577"/>
                </a:cubicBezTo>
                <a:close/>
                <a:moveTo>
                  <a:pt x="47791" y="96129"/>
                </a:moveTo>
                <a:cubicBezTo>
                  <a:pt x="48140" y="96353"/>
                  <a:pt x="48538" y="96528"/>
                  <a:pt x="48961" y="96677"/>
                </a:cubicBezTo>
                <a:lnTo>
                  <a:pt x="48961" y="96727"/>
                </a:lnTo>
                <a:cubicBezTo>
                  <a:pt x="48513" y="96577"/>
                  <a:pt x="48115" y="96378"/>
                  <a:pt x="47741" y="96179"/>
                </a:cubicBezTo>
                <a:cubicBezTo>
                  <a:pt x="47766" y="96179"/>
                  <a:pt x="47766" y="96129"/>
                  <a:pt x="47791" y="96129"/>
                </a:cubicBezTo>
                <a:close/>
                <a:moveTo>
                  <a:pt x="5451" y="96602"/>
                </a:moveTo>
                <a:lnTo>
                  <a:pt x="5526" y="96702"/>
                </a:lnTo>
                <a:lnTo>
                  <a:pt x="5526" y="96727"/>
                </a:lnTo>
                <a:lnTo>
                  <a:pt x="5551" y="96826"/>
                </a:lnTo>
                <a:lnTo>
                  <a:pt x="5551" y="96826"/>
                </a:lnTo>
                <a:lnTo>
                  <a:pt x="5451" y="96727"/>
                </a:lnTo>
                <a:lnTo>
                  <a:pt x="5451" y="96602"/>
                </a:lnTo>
                <a:close/>
                <a:moveTo>
                  <a:pt x="49110" y="96776"/>
                </a:moveTo>
                <a:cubicBezTo>
                  <a:pt x="49135" y="96776"/>
                  <a:pt x="49135" y="96776"/>
                  <a:pt x="49160" y="96801"/>
                </a:cubicBezTo>
                <a:lnTo>
                  <a:pt x="49160" y="96851"/>
                </a:lnTo>
                <a:lnTo>
                  <a:pt x="49135" y="96851"/>
                </a:lnTo>
                <a:cubicBezTo>
                  <a:pt x="49135" y="96826"/>
                  <a:pt x="49110" y="96826"/>
                  <a:pt x="49110" y="96826"/>
                </a:cubicBezTo>
                <a:lnTo>
                  <a:pt x="49110" y="96776"/>
                </a:lnTo>
                <a:close/>
                <a:moveTo>
                  <a:pt x="89658" y="77685"/>
                </a:moveTo>
                <a:cubicBezTo>
                  <a:pt x="91948" y="79079"/>
                  <a:pt x="94064" y="80174"/>
                  <a:pt x="95881" y="80896"/>
                </a:cubicBezTo>
                <a:cubicBezTo>
                  <a:pt x="95781" y="81020"/>
                  <a:pt x="95682" y="81145"/>
                  <a:pt x="95557" y="81269"/>
                </a:cubicBezTo>
                <a:cubicBezTo>
                  <a:pt x="95383" y="81493"/>
                  <a:pt x="95209" y="81692"/>
                  <a:pt x="95034" y="81916"/>
                </a:cubicBezTo>
                <a:cubicBezTo>
                  <a:pt x="94711" y="82290"/>
                  <a:pt x="94437" y="82663"/>
                  <a:pt x="94138" y="83012"/>
                </a:cubicBezTo>
                <a:cubicBezTo>
                  <a:pt x="94014" y="83136"/>
                  <a:pt x="93889" y="83286"/>
                  <a:pt x="93790" y="83410"/>
                </a:cubicBezTo>
                <a:cubicBezTo>
                  <a:pt x="93068" y="84231"/>
                  <a:pt x="92346" y="85028"/>
                  <a:pt x="91599" y="85849"/>
                </a:cubicBezTo>
                <a:cubicBezTo>
                  <a:pt x="91550" y="85899"/>
                  <a:pt x="91475" y="85974"/>
                  <a:pt x="91425" y="86048"/>
                </a:cubicBezTo>
                <a:cubicBezTo>
                  <a:pt x="91052" y="86422"/>
                  <a:pt x="90703" y="86845"/>
                  <a:pt x="90330" y="87218"/>
                </a:cubicBezTo>
                <a:cubicBezTo>
                  <a:pt x="90106" y="87417"/>
                  <a:pt x="89932" y="87641"/>
                  <a:pt x="89708" y="87841"/>
                </a:cubicBezTo>
                <a:lnTo>
                  <a:pt x="88948" y="88600"/>
                </a:lnTo>
                <a:lnTo>
                  <a:pt x="88948" y="88600"/>
                </a:lnTo>
                <a:cubicBezTo>
                  <a:pt x="89233" y="88330"/>
                  <a:pt x="89515" y="88058"/>
                  <a:pt x="89807" y="87766"/>
                </a:cubicBezTo>
                <a:lnTo>
                  <a:pt x="89982" y="87592"/>
                </a:lnTo>
                <a:cubicBezTo>
                  <a:pt x="90405" y="87168"/>
                  <a:pt x="90778" y="86770"/>
                  <a:pt x="91176" y="86372"/>
                </a:cubicBezTo>
                <a:lnTo>
                  <a:pt x="91326" y="86223"/>
                </a:lnTo>
                <a:cubicBezTo>
                  <a:pt x="91351" y="86173"/>
                  <a:pt x="91400" y="86123"/>
                  <a:pt x="91450" y="86098"/>
                </a:cubicBezTo>
                <a:lnTo>
                  <a:pt x="91525" y="86024"/>
                </a:lnTo>
                <a:cubicBezTo>
                  <a:pt x="93093" y="84356"/>
                  <a:pt x="94586" y="82638"/>
                  <a:pt x="96030" y="80871"/>
                </a:cubicBezTo>
                <a:lnTo>
                  <a:pt x="96080" y="80871"/>
                </a:lnTo>
                <a:cubicBezTo>
                  <a:pt x="95084" y="82066"/>
                  <a:pt x="94064" y="83286"/>
                  <a:pt x="93018" y="84505"/>
                </a:cubicBezTo>
                <a:cubicBezTo>
                  <a:pt x="92944" y="84605"/>
                  <a:pt x="92894" y="84655"/>
                  <a:pt x="92794" y="84754"/>
                </a:cubicBezTo>
                <a:cubicBezTo>
                  <a:pt x="91674" y="85999"/>
                  <a:pt x="90479" y="87218"/>
                  <a:pt x="89285" y="88413"/>
                </a:cubicBezTo>
                <a:lnTo>
                  <a:pt x="89235" y="88463"/>
                </a:lnTo>
                <a:cubicBezTo>
                  <a:pt x="88737" y="88911"/>
                  <a:pt x="88239" y="89409"/>
                  <a:pt x="87741" y="89882"/>
                </a:cubicBezTo>
                <a:lnTo>
                  <a:pt x="87617" y="90006"/>
                </a:lnTo>
                <a:lnTo>
                  <a:pt x="87567" y="90081"/>
                </a:lnTo>
                <a:cubicBezTo>
                  <a:pt x="87119" y="90479"/>
                  <a:pt x="86671" y="90902"/>
                  <a:pt x="86198" y="91325"/>
                </a:cubicBezTo>
                <a:lnTo>
                  <a:pt x="86123" y="91375"/>
                </a:lnTo>
                <a:cubicBezTo>
                  <a:pt x="86049" y="91475"/>
                  <a:pt x="85949" y="91524"/>
                  <a:pt x="85850" y="91624"/>
                </a:cubicBezTo>
                <a:cubicBezTo>
                  <a:pt x="85426" y="91997"/>
                  <a:pt x="85003" y="92371"/>
                  <a:pt x="84580" y="92719"/>
                </a:cubicBezTo>
                <a:cubicBezTo>
                  <a:pt x="84431" y="92844"/>
                  <a:pt x="84257" y="92968"/>
                  <a:pt x="84132" y="93093"/>
                </a:cubicBezTo>
                <a:cubicBezTo>
                  <a:pt x="83734" y="93441"/>
                  <a:pt x="83311" y="93765"/>
                  <a:pt x="82888" y="94113"/>
                </a:cubicBezTo>
                <a:cubicBezTo>
                  <a:pt x="82738" y="94238"/>
                  <a:pt x="82564" y="94387"/>
                  <a:pt x="82390" y="94511"/>
                </a:cubicBezTo>
                <a:cubicBezTo>
                  <a:pt x="82327" y="94564"/>
                  <a:pt x="82264" y="94616"/>
                  <a:pt x="82200" y="94667"/>
                </a:cubicBezTo>
                <a:lnTo>
                  <a:pt x="82200" y="94667"/>
                </a:lnTo>
                <a:lnTo>
                  <a:pt x="82216" y="94636"/>
                </a:lnTo>
                <a:cubicBezTo>
                  <a:pt x="82589" y="94362"/>
                  <a:pt x="82962" y="94063"/>
                  <a:pt x="83311" y="93740"/>
                </a:cubicBezTo>
                <a:cubicBezTo>
                  <a:pt x="83336" y="93715"/>
                  <a:pt x="83385" y="93690"/>
                  <a:pt x="83435" y="93615"/>
                </a:cubicBezTo>
                <a:cubicBezTo>
                  <a:pt x="83560" y="93516"/>
                  <a:pt x="83684" y="93416"/>
                  <a:pt x="83809" y="93317"/>
                </a:cubicBezTo>
                <a:lnTo>
                  <a:pt x="83833" y="93267"/>
                </a:lnTo>
                <a:cubicBezTo>
                  <a:pt x="83958" y="93192"/>
                  <a:pt x="84082" y="93068"/>
                  <a:pt x="84207" y="92968"/>
                </a:cubicBezTo>
                <a:cubicBezTo>
                  <a:pt x="84431" y="92769"/>
                  <a:pt x="84630" y="92595"/>
                  <a:pt x="84829" y="92445"/>
                </a:cubicBezTo>
                <a:cubicBezTo>
                  <a:pt x="84879" y="92371"/>
                  <a:pt x="84954" y="92346"/>
                  <a:pt x="84978" y="92271"/>
                </a:cubicBezTo>
                <a:cubicBezTo>
                  <a:pt x="85053" y="92221"/>
                  <a:pt x="85103" y="92196"/>
                  <a:pt x="85178" y="92122"/>
                </a:cubicBezTo>
                <a:cubicBezTo>
                  <a:pt x="85227" y="92072"/>
                  <a:pt x="85302" y="92022"/>
                  <a:pt x="85352" y="91972"/>
                </a:cubicBezTo>
                <a:lnTo>
                  <a:pt x="85451" y="91873"/>
                </a:lnTo>
                <a:cubicBezTo>
                  <a:pt x="85850" y="91524"/>
                  <a:pt x="86223" y="91201"/>
                  <a:pt x="86596" y="90852"/>
                </a:cubicBezTo>
                <a:cubicBezTo>
                  <a:pt x="86664" y="90785"/>
                  <a:pt x="86731" y="90718"/>
                  <a:pt x="86799" y="90654"/>
                </a:cubicBezTo>
                <a:lnTo>
                  <a:pt x="86799" y="90654"/>
                </a:lnTo>
                <a:cubicBezTo>
                  <a:pt x="86756" y="90693"/>
                  <a:pt x="86714" y="90727"/>
                  <a:pt x="86671" y="90753"/>
                </a:cubicBezTo>
                <a:cubicBezTo>
                  <a:pt x="86248" y="91101"/>
                  <a:pt x="85875" y="91475"/>
                  <a:pt x="85476" y="91823"/>
                </a:cubicBezTo>
                <a:cubicBezTo>
                  <a:pt x="85327" y="91948"/>
                  <a:pt x="85178" y="92097"/>
                  <a:pt x="85003" y="92221"/>
                </a:cubicBezTo>
                <a:cubicBezTo>
                  <a:pt x="84630" y="92545"/>
                  <a:pt x="84257" y="92869"/>
                  <a:pt x="83883" y="93192"/>
                </a:cubicBezTo>
                <a:lnTo>
                  <a:pt x="83336" y="93665"/>
                </a:lnTo>
                <a:cubicBezTo>
                  <a:pt x="82987" y="93939"/>
                  <a:pt x="82614" y="94238"/>
                  <a:pt x="82240" y="94536"/>
                </a:cubicBezTo>
                <a:cubicBezTo>
                  <a:pt x="82016" y="94710"/>
                  <a:pt x="81817" y="94860"/>
                  <a:pt x="81568" y="95059"/>
                </a:cubicBezTo>
                <a:cubicBezTo>
                  <a:pt x="81220" y="95308"/>
                  <a:pt x="80871" y="95582"/>
                  <a:pt x="80523" y="95831"/>
                </a:cubicBezTo>
                <a:lnTo>
                  <a:pt x="79776" y="96403"/>
                </a:lnTo>
                <a:cubicBezTo>
                  <a:pt x="79751" y="96428"/>
                  <a:pt x="79702" y="96453"/>
                  <a:pt x="79652" y="96478"/>
                </a:cubicBezTo>
                <a:cubicBezTo>
                  <a:pt x="79453" y="96652"/>
                  <a:pt x="79204" y="96826"/>
                  <a:pt x="78980" y="96976"/>
                </a:cubicBezTo>
                <a:cubicBezTo>
                  <a:pt x="78905" y="96776"/>
                  <a:pt x="78855" y="96577"/>
                  <a:pt x="78781" y="96403"/>
                </a:cubicBezTo>
                <a:cubicBezTo>
                  <a:pt x="78731" y="96179"/>
                  <a:pt x="78656" y="95980"/>
                  <a:pt x="78606" y="95781"/>
                </a:cubicBezTo>
                <a:cubicBezTo>
                  <a:pt x="78532" y="95557"/>
                  <a:pt x="78432" y="95333"/>
                  <a:pt x="78382" y="95109"/>
                </a:cubicBezTo>
                <a:cubicBezTo>
                  <a:pt x="78283" y="94860"/>
                  <a:pt x="78183" y="94586"/>
                  <a:pt x="78059" y="94312"/>
                </a:cubicBezTo>
                <a:cubicBezTo>
                  <a:pt x="78009" y="94138"/>
                  <a:pt x="77959" y="93989"/>
                  <a:pt x="77884" y="93864"/>
                </a:cubicBezTo>
                <a:cubicBezTo>
                  <a:pt x="77735" y="93491"/>
                  <a:pt x="77561" y="93167"/>
                  <a:pt x="77412" y="92794"/>
                </a:cubicBezTo>
                <a:cubicBezTo>
                  <a:pt x="77412" y="92744"/>
                  <a:pt x="77387" y="92719"/>
                  <a:pt x="77362" y="92694"/>
                </a:cubicBezTo>
                <a:cubicBezTo>
                  <a:pt x="77038" y="91972"/>
                  <a:pt x="76665" y="91226"/>
                  <a:pt x="76291" y="90479"/>
                </a:cubicBezTo>
                <a:cubicBezTo>
                  <a:pt x="76416" y="90379"/>
                  <a:pt x="76540" y="90280"/>
                  <a:pt x="76640" y="90205"/>
                </a:cubicBezTo>
                <a:cubicBezTo>
                  <a:pt x="76988" y="89931"/>
                  <a:pt x="77287" y="89633"/>
                  <a:pt x="77636" y="89359"/>
                </a:cubicBezTo>
                <a:cubicBezTo>
                  <a:pt x="78133" y="88936"/>
                  <a:pt x="78631" y="88513"/>
                  <a:pt x="79104" y="88089"/>
                </a:cubicBezTo>
                <a:cubicBezTo>
                  <a:pt x="79453" y="87766"/>
                  <a:pt x="79776" y="87492"/>
                  <a:pt x="80125" y="87193"/>
                </a:cubicBezTo>
                <a:cubicBezTo>
                  <a:pt x="80697" y="86671"/>
                  <a:pt x="81220" y="86198"/>
                  <a:pt x="81743" y="85700"/>
                </a:cubicBezTo>
                <a:cubicBezTo>
                  <a:pt x="82116" y="85351"/>
                  <a:pt x="82489" y="85003"/>
                  <a:pt x="82838" y="84655"/>
                </a:cubicBezTo>
                <a:cubicBezTo>
                  <a:pt x="83136" y="84381"/>
                  <a:pt x="83460" y="84082"/>
                  <a:pt x="83734" y="83783"/>
                </a:cubicBezTo>
                <a:cubicBezTo>
                  <a:pt x="84306" y="83261"/>
                  <a:pt x="84829" y="82738"/>
                  <a:pt x="85352" y="82165"/>
                </a:cubicBezTo>
                <a:lnTo>
                  <a:pt x="86323" y="81195"/>
                </a:lnTo>
                <a:cubicBezTo>
                  <a:pt x="86671" y="80871"/>
                  <a:pt x="86970" y="80523"/>
                  <a:pt x="87318" y="80174"/>
                </a:cubicBezTo>
                <a:lnTo>
                  <a:pt x="88911" y="78506"/>
                </a:lnTo>
                <a:cubicBezTo>
                  <a:pt x="89160" y="78258"/>
                  <a:pt x="89359" y="77959"/>
                  <a:pt x="89608" y="77710"/>
                </a:cubicBezTo>
                <a:lnTo>
                  <a:pt x="89658" y="77685"/>
                </a:lnTo>
                <a:close/>
                <a:moveTo>
                  <a:pt x="76117" y="90603"/>
                </a:moveTo>
                <a:cubicBezTo>
                  <a:pt x="76764" y="91873"/>
                  <a:pt x="77312" y="93093"/>
                  <a:pt x="77785" y="94238"/>
                </a:cubicBezTo>
                <a:lnTo>
                  <a:pt x="77884" y="94437"/>
                </a:lnTo>
                <a:cubicBezTo>
                  <a:pt x="78009" y="94735"/>
                  <a:pt x="78108" y="95059"/>
                  <a:pt x="78233" y="95333"/>
                </a:cubicBezTo>
                <a:cubicBezTo>
                  <a:pt x="78283" y="95507"/>
                  <a:pt x="78357" y="95681"/>
                  <a:pt x="78407" y="95855"/>
                </a:cubicBezTo>
                <a:cubicBezTo>
                  <a:pt x="78507" y="96079"/>
                  <a:pt x="78532" y="96303"/>
                  <a:pt x="78631" y="96552"/>
                </a:cubicBezTo>
                <a:cubicBezTo>
                  <a:pt x="78681" y="96702"/>
                  <a:pt x="78731" y="96876"/>
                  <a:pt x="78781" y="97050"/>
                </a:cubicBezTo>
                <a:cubicBezTo>
                  <a:pt x="78756" y="97050"/>
                  <a:pt x="78756" y="97075"/>
                  <a:pt x="78731" y="97075"/>
                </a:cubicBezTo>
                <a:cubicBezTo>
                  <a:pt x="78706" y="96926"/>
                  <a:pt x="78631" y="96727"/>
                  <a:pt x="78581" y="96577"/>
                </a:cubicBezTo>
                <a:cubicBezTo>
                  <a:pt x="78507" y="96353"/>
                  <a:pt x="78457" y="96179"/>
                  <a:pt x="78382" y="95955"/>
                </a:cubicBezTo>
                <a:cubicBezTo>
                  <a:pt x="78308" y="95756"/>
                  <a:pt x="78258" y="95582"/>
                  <a:pt x="78183" y="95432"/>
                </a:cubicBezTo>
                <a:cubicBezTo>
                  <a:pt x="78108" y="95158"/>
                  <a:pt x="77984" y="94860"/>
                  <a:pt x="77884" y="94561"/>
                </a:cubicBezTo>
                <a:cubicBezTo>
                  <a:pt x="77860" y="94511"/>
                  <a:pt x="77860" y="94462"/>
                  <a:pt x="77810" y="94412"/>
                </a:cubicBezTo>
                <a:cubicBezTo>
                  <a:pt x="77362" y="93217"/>
                  <a:pt x="76764" y="91948"/>
                  <a:pt x="76067" y="90628"/>
                </a:cubicBezTo>
                <a:lnTo>
                  <a:pt x="76117" y="90603"/>
                </a:lnTo>
                <a:close/>
                <a:moveTo>
                  <a:pt x="80528" y="95978"/>
                </a:moveTo>
                <a:cubicBezTo>
                  <a:pt x="80053" y="96453"/>
                  <a:pt x="79518" y="96826"/>
                  <a:pt x="79005" y="97200"/>
                </a:cubicBezTo>
                <a:lnTo>
                  <a:pt x="79005" y="97175"/>
                </a:lnTo>
                <a:lnTo>
                  <a:pt x="79005" y="97125"/>
                </a:lnTo>
                <a:cubicBezTo>
                  <a:pt x="79328" y="96926"/>
                  <a:pt x="79627" y="96702"/>
                  <a:pt x="79901" y="96453"/>
                </a:cubicBezTo>
                <a:cubicBezTo>
                  <a:pt x="80125" y="96303"/>
                  <a:pt x="80324" y="96129"/>
                  <a:pt x="80523" y="95980"/>
                </a:cubicBezTo>
                <a:cubicBezTo>
                  <a:pt x="80525" y="95979"/>
                  <a:pt x="80526" y="95978"/>
                  <a:pt x="80528" y="95978"/>
                </a:cubicBezTo>
                <a:close/>
                <a:moveTo>
                  <a:pt x="45426" y="94760"/>
                </a:moveTo>
                <a:cubicBezTo>
                  <a:pt x="45899" y="95233"/>
                  <a:pt x="46422" y="95656"/>
                  <a:pt x="47019" y="96005"/>
                </a:cubicBezTo>
                <a:cubicBezTo>
                  <a:pt x="46123" y="96453"/>
                  <a:pt x="45252" y="96851"/>
                  <a:pt x="44356" y="97224"/>
                </a:cubicBezTo>
                <a:cubicBezTo>
                  <a:pt x="44779" y="96428"/>
                  <a:pt x="45128" y="95607"/>
                  <a:pt x="45426" y="94760"/>
                </a:cubicBezTo>
                <a:close/>
                <a:moveTo>
                  <a:pt x="78855" y="97249"/>
                </a:moveTo>
                <a:lnTo>
                  <a:pt x="78855" y="97299"/>
                </a:lnTo>
                <a:lnTo>
                  <a:pt x="78830" y="97299"/>
                </a:lnTo>
                <a:cubicBezTo>
                  <a:pt x="78830" y="97324"/>
                  <a:pt x="78830" y="97324"/>
                  <a:pt x="78781" y="97349"/>
                </a:cubicBezTo>
                <a:lnTo>
                  <a:pt x="78781" y="97324"/>
                </a:lnTo>
                <a:lnTo>
                  <a:pt x="78781" y="97299"/>
                </a:lnTo>
                <a:lnTo>
                  <a:pt x="78830" y="97299"/>
                </a:lnTo>
                <a:lnTo>
                  <a:pt x="78855" y="97249"/>
                </a:lnTo>
                <a:close/>
                <a:moveTo>
                  <a:pt x="45252" y="94561"/>
                </a:moveTo>
                <a:lnTo>
                  <a:pt x="45277" y="94586"/>
                </a:lnTo>
                <a:cubicBezTo>
                  <a:pt x="45252" y="94611"/>
                  <a:pt x="45252" y="94686"/>
                  <a:pt x="45227" y="94710"/>
                </a:cubicBezTo>
                <a:lnTo>
                  <a:pt x="45227" y="94735"/>
                </a:lnTo>
                <a:cubicBezTo>
                  <a:pt x="45153" y="94860"/>
                  <a:pt x="45128" y="95034"/>
                  <a:pt x="45053" y="95158"/>
                </a:cubicBezTo>
                <a:lnTo>
                  <a:pt x="44680" y="96079"/>
                </a:lnTo>
                <a:cubicBezTo>
                  <a:pt x="44605" y="96279"/>
                  <a:pt x="44505" y="96478"/>
                  <a:pt x="44406" y="96677"/>
                </a:cubicBezTo>
                <a:cubicBezTo>
                  <a:pt x="44381" y="96727"/>
                  <a:pt x="44356" y="96776"/>
                  <a:pt x="44356" y="96826"/>
                </a:cubicBezTo>
                <a:cubicBezTo>
                  <a:pt x="44281" y="96976"/>
                  <a:pt x="44182" y="97100"/>
                  <a:pt x="44132" y="97249"/>
                </a:cubicBezTo>
                <a:cubicBezTo>
                  <a:pt x="44107" y="97299"/>
                  <a:pt x="44107" y="97324"/>
                  <a:pt x="44057" y="97374"/>
                </a:cubicBezTo>
                <a:cubicBezTo>
                  <a:pt x="44057" y="97374"/>
                  <a:pt x="44057" y="97374"/>
                  <a:pt x="44055" y="97374"/>
                </a:cubicBezTo>
                <a:lnTo>
                  <a:pt x="44055" y="97374"/>
                </a:lnTo>
                <a:cubicBezTo>
                  <a:pt x="44495" y="96421"/>
                  <a:pt x="44910" y="95515"/>
                  <a:pt x="45252" y="94561"/>
                </a:cubicBezTo>
                <a:close/>
                <a:moveTo>
                  <a:pt x="59341" y="89434"/>
                </a:moveTo>
                <a:cubicBezTo>
                  <a:pt x="59988" y="91724"/>
                  <a:pt x="60436" y="94113"/>
                  <a:pt x="60585" y="96453"/>
                </a:cubicBezTo>
                <a:cubicBezTo>
                  <a:pt x="58312" y="97064"/>
                  <a:pt x="56153" y="97378"/>
                  <a:pt x="54164" y="97378"/>
                </a:cubicBezTo>
                <a:cubicBezTo>
                  <a:pt x="52428" y="97378"/>
                  <a:pt x="50822" y="97139"/>
                  <a:pt x="49384" y="96652"/>
                </a:cubicBezTo>
                <a:cubicBezTo>
                  <a:pt x="49509" y="96179"/>
                  <a:pt x="49608" y="95681"/>
                  <a:pt x="49658" y="95183"/>
                </a:cubicBezTo>
                <a:cubicBezTo>
                  <a:pt x="52869" y="93491"/>
                  <a:pt x="56105" y="91574"/>
                  <a:pt x="59341" y="89434"/>
                </a:cubicBezTo>
                <a:close/>
                <a:moveTo>
                  <a:pt x="42215" y="86646"/>
                </a:moveTo>
                <a:cubicBezTo>
                  <a:pt x="42265" y="87741"/>
                  <a:pt x="42415" y="88762"/>
                  <a:pt x="42639" y="89732"/>
                </a:cubicBezTo>
                <a:cubicBezTo>
                  <a:pt x="41419" y="92246"/>
                  <a:pt x="39602" y="94611"/>
                  <a:pt x="37212" y="96602"/>
                </a:cubicBezTo>
                <a:cubicBezTo>
                  <a:pt x="37187" y="96627"/>
                  <a:pt x="37163" y="96677"/>
                  <a:pt x="37088" y="96702"/>
                </a:cubicBezTo>
                <a:cubicBezTo>
                  <a:pt x="36739" y="96976"/>
                  <a:pt x="36416" y="97249"/>
                  <a:pt x="36042" y="97523"/>
                </a:cubicBezTo>
                <a:cubicBezTo>
                  <a:pt x="35968" y="97299"/>
                  <a:pt x="35918" y="97075"/>
                  <a:pt x="35893" y="96901"/>
                </a:cubicBezTo>
                <a:cubicBezTo>
                  <a:pt x="35843" y="96727"/>
                  <a:pt x="35818" y="96577"/>
                  <a:pt x="35794" y="96378"/>
                </a:cubicBezTo>
                <a:cubicBezTo>
                  <a:pt x="35719" y="96104"/>
                  <a:pt x="35694" y="95806"/>
                  <a:pt x="35669" y="95482"/>
                </a:cubicBezTo>
                <a:cubicBezTo>
                  <a:pt x="35669" y="95383"/>
                  <a:pt x="35644" y="95333"/>
                  <a:pt x="35644" y="95233"/>
                </a:cubicBezTo>
                <a:cubicBezTo>
                  <a:pt x="35644" y="95183"/>
                  <a:pt x="35594" y="95109"/>
                  <a:pt x="35594" y="95059"/>
                </a:cubicBezTo>
                <a:cubicBezTo>
                  <a:pt x="35570" y="94611"/>
                  <a:pt x="35545" y="94138"/>
                  <a:pt x="35520" y="93715"/>
                </a:cubicBezTo>
                <a:lnTo>
                  <a:pt x="35520" y="93491"/>
                </a:lnTo>
                <a:lnTo>
                  <a:pt x="35520" y="93317"/>
                </a:lnTo>
                <a:lnTo>
                  <a:pt x="35520" y="92321"/>
                </a:lnTo>
                <a:cubicBezTo>
                  <a:pt x="35520" y="92122"/>
                  <a:pt x="35545" y="91948"/>
                  <a:pt x="35545" y="91748"/>
                </a:cubicBezTo>
                <a:cubicBezTo>
                  <a:pt x="35545" y="91450"/>
                  <a:pt x="35570" y="91151"/>
                  <a:pt x="35594" y="90852"/>
                </a:cubicBezTo>
                <a:lnTo>
                  <a:pt x="35594" y="90827"/>
                </a:lnTo>
                <a:cubicBezTo>
                  <a:pt x="35594" y="90628"/>
                  <a:pt x="35619" y="90479"/>
                  <a:pt x="35669" y="90280"/>
                </a:cubicBezTo>
                <a:cubicBezTo>
                  <a:pt x="35694" y="89981"/>
                  <a:pt x="35719" y="89658"/>
                  <a:pt x="35794" y="89359"/>
                </a:cubicBezTo>
                <a:cubicBezTo>
                  <a:pt x="35794" y="89334"/>
                  <a:pt x="35794" y="89284"/>
                  <a:pt x="35818" y="89259"/>
                </a:cubicBezTo>
                <a:cubicBezTo>
                  <a:pt x="37934" y="88537"/>
                  <a:pt x="40075" y="87666"/>
                  <a:pt x="42215" y="86646"/>
                </a:cubicBezTo>
                <a:close/>
                <a:moveTo>
                  <a:pt x="60610" y="96627"/>
                </a:moveTo>
                <a:lnTo>
                  <a:pt x="60610" y="96702"/>
                </a:lnTo>
                <a:cubicBezTo>
                  <a:pt x="58345" y="97324"/>
                  <a:pt x="56179" y="97623"/>
                  <a:pt x="54188" y="97623"/>
                </a:cubicBezTo>
                <a:cubicBezTo>
                  <a:pt x="52396" y="97623"/>
                  <a:pt x="50778" y="97374"/>
                  <a:pt x="49359" y="96901"/>
                </a:cubicBezTo>
                <a:cubicBezTo>
                  <a:pt x="49334" y="96901"/>
                  <a:pt x="49359" y="96851"/>
                  <a:pt x="49359" y="96826"/>
                </a:cubicBezTo>
                <a:cubicBezTo>
                  <a:pt x="50807" y="97317"/>
                  <a:pt x="52430" y="97561"/>
                  <a:pt x="54188" y="97561"/>
                </a:cubicBezTo>
                <a:cubicBezTo>
                  <a:pt x="56177" y="97561"/>
                  <a:pt x="58337" y="97248"/>
                  <a:pt x="60610" y="96627"/>
                </a:cubicBezTo>
                <a:close/>
                <a:moveTo>
                  <a:pt x="47219" y="96104"/>
                </a:moveTo>
                <a:cubicBezTo>
                  <a:pt x="47244" y="96154"/>
                  <a:pt x="47268" y="96154"/>
                  <a:pt x="47293" y="96179"/>
                </a:cubicBezTo>
                <a:cubicBezTo>
                  <a:pt x="46248" y="96677"/>
                  <a:pt x="45227" y="97175"/>
                  <a:pt x="44157" y="97648"/>
                </a:cubicBezTo>
                <a:cubicBezTo>
                  <a:pt x="44182" y="97573"/>
                  <a:pt x="44232" y="97548"/>
                  <a:pt x="44232" y="97473"/>
                </a:cubicBezTo>
                <a:cubicBezTo>
                  <a:pt x="45227" y="97050"/>
                  <a:pt x="46223" y="96577"/>
                  <a:pt x="47219" y="96104"/>
                </a:cubicBezTo>
                <a:close/>
                <a:moveTo>
                  <a:pt x="35570" y="89334"/>
                </a:moveTo>
                <a:cubicBezTo>
                  <a:pt x="35520" y="89707"/>
                  <a:pt x="35470" y="90106"/>
                  <a:pt x="35445" y="90479"/>
                </a:cubicBezTo>
                <a:cubicBezTo>
                  <a:pt x="35445" y="90579"/>
                  <a:pt x="35420" y="90678"/>
                  <a:pt x="35420" y="90753"/>
                </a:cubicBezTo>
                <a:lnTo>
                  <a:pt x="35420" y="90852"/>
                </a:lnTo>
                <a:cubicBezTo>
                  <a:pt x="35395" y="91126"/>
                  <a:pt x="35395" y="91375"/>
                  <a:pt x="35346" y="91649"/>
                </a:cubicBezTo>
                <a:lnTo>
                  <a:pt x="35346" y="91923"/>
                </a:lnTo>
                <a:cubicBezTo>
                  <a:pt x="35346" y="92072"/>
                  <a:pt x="35321" y="92196"/>
                  <a:pt x="35321" y="92346"/>
                </a:cubicBezTo>
                <a:lnTo>
                  <a:pt x="35321" y="92371"/>
                </a:lnTo>
                <a:lnTo>
                  <a:pt x="35321" y="93366"/>
                </a:lnTo>
                <a:lnTo>
                  <a:pt x="35321" y="93839"/>
                </a:lnTo>
                <a:cubicBezTo>
                  <a:pt x="35321" y="94213"/>
                  <a:pt x="35346" y="94586"/>
                  <a:pt x="35395" y="94934"/>
                </a:cubicBezTo>
                <a:lnTo>
                  <a:pt x="35395" y="94984"/>
                </a:lnTo>
                <a:cubicBezTo>
                  <a:pt x="35395" y="95084"/>
                  <a:pt x="35395" y="95134"/>
                  <a:pt x="35420" y="95233"/>
                </a:cubicBezTo>
                <a:cubicBezTo>
                  <a:pt x="35445" y="95681"/>
                  <a:pt x="35520" y="96129"/>
                  <a:pt x="35594" y="96577"/>
                </a:cubicBezTo>
                <a:cubicBezTo>
                  <a:pt x="35644" y="96727"/>
                  <a:pt x="35669" y="96851"/>
                  <a:pt x="35694" y="97000"/>
                </a:cubicBezTo>
                <a:cubicBezTo>
                  <a:pt x="35769" y="97224"/>
                  <a:pt x="35794" y="97473"/>
                  <a:pt x="35843" y="97697"/>
                </a:cubicBezTo>
                <a:lnTo>
                  <a:pt x="35818" y="97722"/>
                </a:lnTo>
                <a:cubicBezTo>
                  <a:pt x="35818" y="97722"/>
                  <a:pt x="35794" y="97722"/>
                  <a:pt x="35794" y="97772"/>
                </a:cubicBezTo>
                <a:cubicBezTo>
                  <a:pt x="35769" y="97448"/>
                  <a:pt x="35694" y="97224"/>
                  <a:pt x="35669" y="97025"/>
                </a:cubicBezTo>
                <a:cubicBezTo>
                  <a:pt x="35644" y="96851"/>
                  <a:pt x="35594" y="96702"/>
                  <a:pt x="35570" y="96528"/>
                </a:cubicBezTo>
                <a:cubicBezTo>
                  <a:pt x="35545" y="96403"/>
                  <a:pt x="35545" y="96303"/>
                  <a:pt x="35520" y="96179"/>
                </a:cubicBezTo>
                <a:cubicBezTo>
                  <a:pt x="35470" y="96055"/>
                  <a:pt x="35470" y="95905"/>
                  <a:pt x="35445" y="95731"/>
                </a:cubicBezTo>
                <a:cubicBezTo>
                  <a:pt x="35420" y="95557"/>
                  <a:pt x="35395" y="95333"/>
                  <a:pt x="35346" y="95158"/>
                </a:cubicBezTo>
                <a:cubicBezTo>
                  <a:pt x="35346" y="95034"/>
                  <a:pt x="35321" y="94910"/>
                  <a:pt x="35321" y="94735"/>
                </a:cubicBezTo>
                <a:lnTo>
                  <a:pt x="35321" y="94561"/>
                </a:lnTo>
                <a:cubicBezTo>
                  <a:pt x="35296" y="94287"/>
                  <a:pt x="35296" y="93989"/>
                  <a:pt x="35271" y="93715"/>
                </a:cubicBezTo>
                <a:lnTo>
                  <a:pt x="35271" y="93366"/>
                </a:lnTo>
                <a:lnTo>
                  <a:pt x="35271" y="92221"/>
                </a:lnTo>
                <a:lnTo>
                  <a:pt x="35271" y="92022"/>
                </a:lnTo>
                <a:cubicBezTo>
                  <a:pt x="35296" y="91574"/>
                  <a:pt x="35296" y="91126"/>
                  <a:pt x="35346" y="90678"/>
                </a:cubicBezTo>
                <a:cubicBezTo>
                  <a:pt x="35395" y="90230"/>
                  <a:pt x="35445" y="89757"/>
                  <a:pt x="35520" y="89334"/>
                </a:cubicBezTo>
                <a:close/>
                <a:moveTo>
                  <a:pt x="42688" y="90057"/>
                </a:moveTo>
                <a:cubicBezTo>
                  <a:pt x="41493" y="92496"/>
                  <a:pt x="39676" y="94810"/>
                  <a:pt x="37337" y="96776"/>
                </a:cubicBezTo>
                <a:lnTo>
                  <a:pt x="37262" y="96851"/>
                </a:lnTo>
                <a:cubicBezTo>
                  <a:pt x="36889" y="97175"/>
                  <a:pt x="36466" y="97473"/>
                  <a:pt x="36067" y="97772"/>
                </a:cubicBezTo>
                <a:lnTo>
                  <a:pt x="36067" y="97697"/>
                </a:lnTo>
                <a:cubicBezTo>
                  <a:pt x="36441" y="97424"/>
                  <a:pt x="36814" y="97150"/>
                  <a:pt x="37187" y="96826"/>
                </a:cubicBezTo>
                <a:cubicBezTo>
                  <a:pt x="37212" y="96801"/>
                  <a:pt x="37287" y="96776"/>
                  <a:pt x="37312" y="96727"/>
                </a:cubicBezTo>
                <a:cubicBezTo>
                  <a:pt x="39651" y="94761"/>
                  <a:pt x="41493" y="92496"/>
                  <a:pt x="42688" y="90057"/>
                </a:cubicBezTo>
                <a:close/>
                <a:moveTo>
                  <a:pt x="43933" y="97648"/>
                </a:moveTo>
                <a:cubicBezTo>
                  <a:pt x="43908" y="97672"/>
                  <a:pt x="43908" y="97722"/>
                  <a:pt x="43883" y="97772"/>
                </a:cubicBezTo>
                <a:cubicBezTo>
                  <a:pt x="43858" y="97772"/>
                  <a:pt x="43858" y="97772"/>
                  <a:pt x="43809" y="97797"/>
                </a:cubicBezTo>
                <a:cubicBezTo>
                  <a:pt x="43858" y="97772"/>
                  <a:pt x="43858" y="97697"/>
                  <a:pt x="43883" y="97672"/>
                </a:cubicBezTo>
                <a:cubicBezTo>
                  <a:pt x="43883" y="97648"/>
                  <a:pt x="43908" y="97648"/>
                  <a:pt x="43933" y="97648"/>
                </a:cubicBezTo>
                <a:close/>
                <a:moveTo>
                  <a:pt x="96329" y="81070"/>
                </a:moveTo>
                <a:cubicBezTo>
                  <a:pt x="96428" y="81120"/>
                  <a:pt x="96478" y="81145"/>
                  <a:pt x="96578" y="81170"/>
                </a:cubicBezTo>
                <a:cubicBezTo>
                  <a:pt x="91475" y="87119"/>
                  <a:pt x="85601" y="92744"/>
                  <a:pt x="79154" y="97797"/>
                </a:cubicBezTo>
                <a:cubicBezTo>
                  <a:pt x="79129" y="97598"/>
                  <a:pt x="79104" y="97523"/>
                  <a:pt x="79079" y="97399"/>
                </a:cubicBezTo>
                <a:cubicBezTo>
                  <a:pt x="79652" y="96976"/>
                  <a:pt x="80224" y="96552"/>
                  <a:pt x="80772" y="96104"/>
                </a:cubicBezTo>
                <a:cubicBezTo>
                  <a:pt x="80847" y="96079"/>
                  <a:pt x="80896" y="96005"/>
                  <a:pt x="80971" y="95980"/>
                </a:cubicBezTo>
                <a:cubicBezTo>
                  <a:pt x="80996" y="95955"/>
                  <a:pt x="81021" y="95930"/>
                  <a:pt x="81071" y="95930"/>
                </a:cubicBezTo>
                <a:cubicBezTo>
                  <a:pt x="81568" y="95557"/>
                  <a:pt x="82066" y="95183"/>
                  <a:pt x="82514" y="94785"/>
                </a:cubicBezTo>
                <a:cubicBezTo>
                  <a:pt x="82564" y="94785"/>
                  <a:pt x="82564" y="94735"/>
                  <a:pt x="82589" y="94735"/>
                </a:cubicBezTo>
                <a:cubicBezTo>
                  <a:pt x="82738" y="94611"/>
                  <a:pt x="82863" y="94486"/>
                  <a:pt x="83012" y="94412"/>
                </a:cubicBezTo>
                <a:lnTo>
                  <a:pt x="83062" y="94362"/>
                </a:lnTo>
                <a:cubicBezTo>
                  <a:pt x="83460" y="94014"/>
                  <a:pt x="83858" y="93715"/>
                  <a:pt x="84257" y="93366"/>
                </a:cubicBezTo>
                <a:cubicBezTo>
                  <a:pt x="84381" y="93267"/>
                  <a:pt x="84481" y="93192"/>
                  <a:pt x="84605" y="93068"/>
                </a:cubicBezTo>
                <a:cubicBezTo>
                  <a:pt x="84630" y="93018"/>
                  <a:pt x="84705" y="92993"/>
                  <a:pt x="84730" y="92943"/>
                </a:cubicBezTo>
                <a:cubicBezTo>
                  <a:pt x="84730" y="92943"/>
                  <a:pt x="84754" y="92943"/>
                  <a:pt x="84754" y="92893"/>
                </a:cubicBezTo>
                <a:lnTo>
                  <a:pt x="85974" y="91873"/>
                </a:lnTo>
                <a:cubicBezTo>
                  <a:pt x="86074" y="91773"/>
                  <a:pt x="86173" y="91699"/>
                  <a:pt x="86298" y="91599"/>
                </a:cubicBezTo>
                <a:cubicBezTo>
                  <a:pt x="86323" y="91574"/>
                  <a:pt x="86347" y="91549"/>
                  <a:pt x="86422" y="91500"/>
                </a:cubicBezTo>
                <a:lnTo>
                  <a:pt x="86447" y="91475"/>
                </a:lnTo>
                <a:cubicBezTo>
                  <a:pt x="86870" y="91101"/>
                  <a:pt x="87293" y="90703"/>
                  <a:pt x="87716" y="90330"/>
                </a:cubicBezTo>
                <a:lnTo>
                  <a:pt x="87741" y="90280"/>
                </a:lnTo>
                <a:lnTo>
                  <a:pt x="87816" y="90230"/>
                </a:lnTo>
                <a:cubicBezTo>
                  <a:pt x="87866" y="90155"/>
                  <a:pt x="87940" y="90106"/>
                  <a:pt x="88040" y="90031"/>
                </a:cubicBezTo>
                <a:cubicBezTo>
                  <a:pt x="88488" y="89608"/>
                  <a:pt x="88961" y="89160"/>
                  <a:pt x="89409" y="88712"/>
                </a:cubicBezTo>
                <a:lnTo>
                  <a:pt x="89558" y="88537"/>
                </a:lnTo>
                <a:lnTo>
                  <a:pt x="89957" y="88139"/>
                </a:lnTo>
                <a:cubicBezTo>
                  <a:pt x="90081" y="88015"/>
                  <a:pt x="90181" y="87890"/>
                  <a:pt x="90305" y="87791"/>
                </a:cubicBezTo>
                <a:lnTo>
                  <a:pt x="90430" y="87666"/>
                </a:lnTo>
                <a:cubicBezTo>
                  <a:pt x="90529" y="87542"/>
                  <a:pt x="90654" y="87467"/>
                  <a:pt x="90728" y="87343"/>
                </a:cubicBezTo>
                <a:lnTo>
                  <a:pt x="91326" y="86745"/>
                </a:lnTo>
                <a:cubicBezTo>
                  <a:pt x="91450" y="86621"/>
                  <a:pt x="91575" y="86472"/>
                  <a:pt x="91699" y="86347"/>
                </a:cubicBezTo>
                <a:cubicBezTo>
                  <a:pt x="92048" y="85999"/>
                  <a:pt x="92346" y="85625"/>
                  <a:pt x="92695" y="85252"/>
                </a:cubicBezTo>
                <a:lnTo>
                  <a:pt x="92794" y="85152"/>
                </a:lnTo>
                <a:lnTo>
                  <a:pt x="93068" y="84879"/>
                </a:lnTo>
                <a:lnTo>
                  <a:pt x="93118" y="84804"/>
                </a:lnTo>
                <a:cubicBezTo>
                  <a:pt x="94263" y="83609"/>
                  <a:pt x="95308" y="82365"/>
                  <a:pt x="96329" y="81070"/>
                </a:cubicBezTo>
                <a:close/>
                <a:moveTo>
                  <a:pt x="78905" y="97523"/>
                </a:moveTo>
                <a:cubicBezTo>
                  <a:pt x="78955" y="97598"/>
                  <a:pt x="78955" y="97697"/>
                  <a:pt x="78980" y="97797"/>
                </a:cubicBezTo>
                <a:lnTo>
                  <a:pt x="78980" y="97847"/>
                </a:lnTo>
                <a:cubicBezTo>
                  <a:pt x="78930" y="97847"/>
                  <a:pt x="78930" y="97872"/>
                  <a:pt x="78905" y="97872"/>
                </a:cubicBezTo>
                <a:cubicBezTo>
                  <a:pt x="78905" y="97847"/>
                  <a:pt x="78880" y="97797"/>
                  <a:pt x="78880" y="97772"/>
                </a:cubicBezTo>
                <a:cubicBezTo>
                  <a:pt x="78855" y="97697"/>
                  <a:pt x="78855" y="97598"/>
                  <a:pt x="78830" y="97548"/>
                </a:cubicBezTo>
                <a:lnTo>
                  <a:pt x="78905" y="97523"/>
                </a:lnTo>
                <a:close/>
                <a:moveTo>
                  <a:pt x="35893" y="97822"/>
                </a:moveTo>
                <a:lnTo>
                  <a:pt x="35893" y="97847"/>
                </a:lnTo>
                <a:lnTo>
                  <a:pt x="35893" y="97897"/>
                </a:lnTo>
                <a:lnTo>
                  <a:pt x="35843" y="97897"/>
                </a:lnTo>
                <a:cubicBezTo>
                  <a:pt x="35843" y="97897"/>
                  <a:pt x="35818" y="97897"/>
                  <a:pt x="35818" y="97921"/>
                </a:cubicBezTo>
                <a:lnTo>
                  <a:pt x="35818" y="97897"/>
                </a:lnTo>
                <a:lnTo>
                  <a:pt x="35843" y="97847"/>
                </a:lnTo>
                <a:lnTo>
                  <a:pt x="35893" y="97822"/>
                </a:lnTo>
                <a:close/>
                <a:moveTo>
                  <a:pt x="96777" y="81170"/>
                </a:moveTo>
                <a:cubicBezTo>
                  <a:pt x="96802" y="81170"/>
                  <a:pt x="96802" y="81170"/>
                  <a:pt x="96827" y="81220"/>
                </a:cubicBezTo>
                <a:cubicBezTo>
                  <a:pt x="91674" y="87218"/>
                  <a:pt x="85725" y="92918"/>
                  <a:pt x="79204" y="98021"/>
                </a:cubicBezTo>
                <a:cubicBezTo>
                  <a:pt x="79204" y="97971"/>
                  <a:pt x="79204" y="97946"/>
                  <a:pt x="79154" y="97946"/>
                </a:cubicBezTo>
                <a:cubicBezTo>
                  <a:pt x="85700" y="92844"/>
                  <a:pt x="91599" y="87144"/>
                  <a:pt x="96777" y="81170"/>
                </a:cubicBezTo>
                <a:close/>
                <a:moveTo>
                  <a:pt x="79029" y="98046"/>
                </a:moveTo>
                <a:lnTo>
                  <a:pt x="79029" y="98096"/>
                </a:lnTo>
                <a:cubicBezTo>
                  <a:pt x="79005" y="98096"/>
                  <a:pt x="79005" y="98145"/>
                  <a:pt x="78980" y="98145"/>
                </a:cubicBezTo>
                <a:lnTo>
                  <a:pt x="78980" y="98071"/>
                </a:lnTo>
                <a:cubicBezTo>
                  <a:pt x="78980" y="98071"/>
                  <a:pt x="79005" y="98046"/>
                  <a:pt x="79029" y="98046"/>
                </a:cubicBezTo>
                <a:close/>
                <a:moveTo>
                  <a:pt x="35321" y="89384"/>
                </a:moveTo>
                <a:cubicBezTo>
                  <a:pt x="35271" y="89832"/>
                  <a:pt x="35221" y="90255"/>
                  <a:pt x="35171" y="90703"/>
                </a:cubicBezTo>
                <a:lnTo>
                  <a:pt x="35171" y="90778"/>
                </a:lnTo>
                <a:cubicBezTo>
                  <a:pt x="35146" y="91226"/>
                  <a:pt x="35097" y="91649"/>
                  <a:pt x="35097" y="92097"/>
                </a:cubicBezTo>
                <a:lnTo>
                  <a:pt x="35097" y="92147"/>
                </a:lnTo>
                <a:lnTo>
                  <a:pt x="35097" y="92346"/>
                </a:lnTo>
                <a:lnTo>
                  <a:pt x="35097" y="93441"/>
                </a:lnTo>
                <a:lnTo>
                  <a:pt x="35097" y="93640"/>
                </a:lnTo>
                <a:lnTo>
                  <a:pt x="35097" y="93839"/>
                </a:lnTo>
                <a:cubicBezTo>
                  <a:pt x="35097" y="94138"/>
                  <a:pt x="35146" y="94462"/>
                  <a:pt x="35171" y="94735"/>
                </a:cubicBezTo>
                <a:cubicBezTo>
                  <a:pt x="35171" y="94860"/>
                  <a:pt x="35171" y="94984"/>
                  <a:pt x="35196" y="95109"/>
                </a:cubicBezTo>
                <a:lnTo>
                  <a:pt x="35196" y="95258"/>
                </a:lnTo>
                <a:cubicBezTo>
                  <a:pt x="35221" y="95557"/>
                  <a:pt x="35246" y="95806"/>
                  <a:pt x="35296" y="96055"/>
                </a:cubicBezTo>
                <a:cubicBezTo>
                  <a:pt x="35321" y="96204"/>
                  <a:pt x="35321" y="96353"/>
                  <a:pt x="35346" y="96503"/>
                </a:cubicBezTo>
                <a:cubicBezTo>
                  <a:pt x="35346" y="96552"/>
                  <a:pt x="35346" y="96577"/>
                  <a:pt x="35370" y="96627"/>
                </a:cubicBezTo>
                <a:cubicBezTo>
                  <a:pt x="35420" y="96876"/>
                  <a:pt x="35470" y="97100"/>
                  <a:pt x="35545" y="97349"/>
                </a:cubicBezTo>
                <a:cubicBezTo>
                  <a:pt x="35570" y="97498"/>
                  <a:pt x="35594" y="97623"/>
                  <a:pt x="35644" y="97797"/>
                </a:cubicBezTo>
                <a:cubicBezTo>
                  <a:pt x="35346" y="97996"/>
                  <a:pt x="35047" y="98195"/>
                  <a:pt x="34723" y="98369"/>
                </a:cubicBezTo>
                <a:cubicBezTo>
                  <a:pt x="34549" y="98494"/>
                  <a:pt x="34350" y="98618"/>
                  <a:pt x="34126" y="98743"/>
                </a:cubicBezTo>
                <a:cubicBezTo>
                  <a:pt x="33230" y="95955"/>
                  <a:pt x="32657" y="93093"/>
                  <a:pt x="32458" y="90255"/>
                </a:cubicBezTo>
                <a:cubicBezTo>
                  <a:pt x="33404" y="90006"/>
                  <a:pt x="34350" y="89707"/>
                  <a:pt x="35321" y="89384"/>
                </a:cubicBezTo>
                <a:close/>
                <a:moveTo>
                  <a:pt x="32284" y="90305"/>
                </a:moveTo>
                <a:cubicBezTo>
                  <a:pt x="32458" y="93167"/>
                  <a:pt x="33056" y="96055"/>
                  <a:pt x="33977" y="98817"/>
                </a:cubicBezTo>
                <a:cubicBezTo>
                  <a:pt x="33952" y="98817"/>
                  <a:pt x="33952" y="98842"/>
                  <a:pt x="33927" y="98842"/>
                </a:cubicBezTo>
                <a:cubicBezTo>
                  <a:pt x="32981" y="96079"/>
                  <a:pt x="32408" y="93167"/>
                  <a:pt x="32209" y="90330"/>
                </a:cubicBezTo>
                <a:cubicBezTo>
                  <a:pt x="32234" y="90330"/>
                  <a:pt x="32284" y="90305"/>
                  <a:pt x="32284" y="90305"/>
                </a:cubicBezTo>
                <a:close/>
                <a:moveTo>
                  <a:pt x="35694" y="97971"/>
                </a:moveTo>
                <a:lnTo>
                  <a:pt x="35719" y="98046"/>
                </a:lnTo>
                <a:cubicBezTo>
                  <a:pt x="35520" y="98195"/>
                  <a:pt x="35296" y="98320"/>
                  <a:pt x="35072" y="98444"/>
                </a:cubicBezTo>
                <a:cubicBezTo>
                  <a:pt x="34798" y="98643"/>
                  <a:pt x="34549" y="98817"/>
                  <a:pt x="34275" y="98967"/>
                </a:cubicBezTo>
                <a:cubicBezTo>
                  <a:pt x="34275" y="98942"/>
                  <a:pt x="34275" y="98942"/>
                  <a:pt x="34225" y="98917"/>
                </a:cubicBezTo>
                <a:cubicBezTo>
                  <a:pt x="34400" y="98793"/>
                  <a:pt x="34574" y="98668"/>
                  <a:pt x="34773" y="98569"/>
                </a:cubicBezTo>
                <a:cubicBezTo>
                  <a:pt x="35072" y="98394"/>
                  <a:pt x="35395" y="98195"/>
                  <a:pt x="35694" y="97971"/>
                </a:cubicBezTo>
                <a:close/>
                <a:moveTo>
                  <a:pt x="34051" y="99017"/>
                </a:moveTo>
                <a:cubicBezTo>
                  <a:pt x="34051" y="99041"/>
                  <a:pt x="34051" y="99041"/>
                  <a:pt x="34076" y="99066"/>
                </a:cubicBezTo>
                <a:cubicBezTo>
                  <a:pt x="34051" y="99066"/>
                  <a:pt x="34051" y="99091"/>
                  <a:pt x="34026" y="99091"/>
                </a:cubicBezTo>
                <a:cubicBezTo>
                  <a:pt x="34026" y="99066"/>
                  <a:pt x="34026" y="99066"/>
                  <a:pt x="33977" y="99041"/>
                </a:cubicBezTo>
                <a:cubicBezTo>
                  <a:pt x="34026" y="99041"/>
                  <a:pt x="34026" y="99017"/>
                  <a:pt x="34051" y="99017"/>
                </a:cubicBezTo>
                <a:close/>
                <a:moveTo>
                  <a:pt x="5700" y="96403"/>
                </a:moveTo>
                <a:cubicBezTo>
                  <a:pt x="6670" y="97445"/>
                  <a:pt x="7781" y="98393"/>
                  <a:pt x="8988" y="99201"/>
                </a:cubicBezTo>
                <a:lnTo>
                  <a:pt x="8988" y="99201"/>
                </a:lnTo>
                <a:cubicBezTo>
                  <a:pt x="8877" y="99173"/>
                  <a:pt x="8795" y="99128"/>
                  <a:pt x="8712" y="99066"/>
                </a:cubicBezTo>
                <a:cubicBezTo>
                  <a:pt x="8563" y="98967"/>
                  <a:pt x="8413" y="98842"/>
                  <a:pt x="8289" y="98768"/>
                </a:cubicBezTo>
                <a:cubicBezTo>
                  <a:pt x="8214" y="98693"/>
                  <a:pt x="8140" y="98668"/>
                  <a:pt x="8065" y="98593"/>
                </a:cubicBezTo>
                <a:cubicBezTo>
                  <a:pt x="7891" y="98444"/>
                  <a:pt x="7692" y="98320"/>
                  <a:pt x="7517" y="98170"/>
                </a:cubicBezTo>
                <a:cubicBezTo>
                  <a:pt x="7293" y="97971"/>
                  <a:pt x="7044" y="97822"/>
                  <a:pt x="6820" y="97598"/>
                </a:cubicBezTo>
                <a:cubicBezTo>
                  <a:pt x="6447" y="97249"/>
                  <a:pt x="6049" y="96901"/>
                  <a:pt x="5700" y="96528"/>
                </a:cubicBezTo>
                <a:lnTo>
                  <a:pt x="5700" y="96453"/>
                </a:lnTo>
                <a:lnTo>
                  <a:pt x="5700" y="96403"/>
                </a:lnTo>
                <a:close/>
                <a:moveTo>
                  <a:pt x="9069" y="99255"/>
                </a:moveTo>
                <a:cubicBezTo>
                  <a:pt x="9075" y="99258"/>
                  <a:pt x="9080" y="99262"/>
                  <a:pt x="9085" y="99266"/>
                </a:cubicBezTo>
                <a:cubicBezTo>
                  <a:pt x="9085" y="99266"/>
                  <a:pt x="9077" y="99266"/>
                  <a:pt x="9069" y="99255"/>
                </a:cubicBezTo>
                <a:close/>
                <a:moveTo>
                  <a:pt x="5800" y="96951"/>
                </a:moveTo>
                <a:lnTo>
                  <a:pt x="5800" y="96951"/>
                </a:lnTo>
                <a:cubicBezTo>
                  <a:pt x="5924" y="97050"/>
                  <a:pt x="6024" y="97175"/>
                  <a:pt x="6148" y="97249"/>
                </a:cubicBezTo>
                <a:lnTo>
                  <a:pt x="6223" y="97349"/>
                </a:lnTo>
                <a:cubicBezTo>
                  <a:pt x="6347" y="97473"/>
                  <a:pt x="6522" y="97598"/>
                  <a:pt x="6671" y="97722"/>
                </a:cubicBezTo>
                <a:cubicBezTo>
                  <a:pt x="6696" y="97772"/>
                  <a:pt x="6721" y="97772"/>
                  <a:pt x="6771" y="97797"/>
                </a:cubicBezTo>
                <a:cubicBezTo>
                  <a:pt x="6845" y="97847"/>
                  <a:pt x="6920" y="97946"/>
                  <a:pt x="7019" y="97996"/>
                </a:cubicBezTo>
                <a:cubicBezTo>
                  <a:pt x="7044" y="98046"/>
                  <a:pt x="7094" y="98071"/>
                  <a:pt x="7144" y="98096"/>
                </a:cubicBezTo>
                <a:cubicBezTo>
                  <a:pt x="7592" y="98569"/>
                  <a:pt x="8164" y="98967"/>
                  <a:pt x="8712" y="99390"/>
                </a:cubicBezTo>
                <a:cubicBezTo>
                  <a:pt x="8563" y="99290"/>
                  <a:pt x="8413" y="99166"/>
                  <a:pt x="8264" y="99066"/>
                </a:cubicBezTo>
                <a:cubicBezTo>
                  <a:pt x="8140" y="98967"/>
                  <a:pt x="8015" y="98917"/>
                  <a:pt x="7916" y="98817"/>
                </a:cubicBezTo>
                <a:cubicBezTo>
                  <a:pt x="7766" y="98718"/>
                  <a:pt x="7642" y="98593"/>
                  <a:pt x="7467" y="98494"/>
                </a:cubicBezTo>
                <a:cubicBezTo>
                  <a:pt x="7343" y="98419"/>
                  <a:pt x="7219" y="98320"/>
                  <a:pt x="7094" y="98195"/>
                </a:cubicBezTo>
                <a:cubicBezTo>
                  <a:pt x="6970" y="98096"/>
                  <a:pt x="6845" y="97996"/>
                  <a:pt x="6721" y="97872"/>
                </a:cubicBezTo>
                <a:cubicBezTo>
                  <a:pt x="6596" y="97772"/>
                  <a:pt x="6472" y="97672"/>
                  <a:pt x="6323" y="97548"/>
                </a:cubicBezTo>
                <a:cubicBezTo>
                  <a:pt x="6198" y="97448"/>
                  <a:pt x="6098" y="97324"/>
                  <a:pt x="5974" y="97224"/>
                </a:cubicBezTo>
                <a:lnTo>
                  <a:pt x="5825" y="97075"/>
                </a:lnTo>
                <a:cubicBezTo>
                  <a:pt x="5825" y="97050"/>
                  <a:pt x="5800" y="96976"/>
                  <a:pt x="5800" y="96951"/>
                </a:cubicBezTo>
                <a:close/>
                <a:moveTo>
                  <a:pt x="68700" y="95955"/>
                </a:moveTo>
                <a:lnTo>
                  <a:pt x="68749" y="95980"/>
                </a:lnTo>
                <a:cubicBezTo>
                  <a:pt x="68675" y="96030"/>
                  <a:pt x="68625" y="96079"/>
                  <a:pt x="68550" y="96104"/>
                </a:cubicBezTo>
                <a:cubicBezTo>
                  <a:pt x="67281" y="97000"/>
                  <a:pt x="66036" y="97847"/>
                  <a:pt x="64767" y="98693"/>
                </a:cubicBezTo>
                <a:cubicBezTo>
                  <a:pt x="64386" y="98934"/>
                  <a:pt x="64010" y="99174"/>
                  <a:pt x="63637" y="99410"/>
                </a:cubicBezTo>
                <a:lnTo>
                  <a:pt x="63637" y="99410"/>
                </a:lnTo>
                <a:cubicBezTo>
                  <a:pt x="63778" y="99319"/>
                  <a:pt x="63911" y="99225"/>
                  <a:pt x="64045" y="99141"/>
                </a:cubicBezTo>
                <a:cubicBezTo>
                  <a:pt x="64717" y="98693"/>
                  <a:pt x="65439" y="98220"/>
                  <a:pt x="66136" y="97772"/>
                </a:cubicBezTo>
                <a:cubicBezTo>
                  <a:pt x="66459" y="97548"/>
                  <a:pt x="66808" y="97299"/>
                  <a:pt x="67156" y="97050"/>
                </a:cubicBezTo>
                <a:cubicBezTo>
                  <a:pt x="67679" y="96677"/>
                  <a:pt x="68202" y="96328"/>
                  <a:pt x="68700" y="95955"/>
                </a:cubicBezTo>
                <a:close/>
                <a:moveTo>
                  <a:pt x="42813" y="90429"/>
                </a:moveTo>
                <a:cubicBezTo>
                  <a:pt x="43311" y="91972"/>
                  <a:pt x="44057" y="93317"/>
                  <a:pt x="45053" y="94437"/>
                </a:cubicBezTo>
                <a:cubicBezTo>
                  <a:pt x="44680" y="95482"/>
                  <a:pt x="44232" y="96552"/>
                  <a:pt x="43684" y="97573"/>
                </a:cubicBezTo>
                <a:cubicBezTo>
                  <a:pt x="41394" y="98569"/>
                  <a:pt x="39104" y="99415"/>
                  <a:pt x="36914" y="100087"/>
                </a:cubicBezTo>
                <a:cubicBezTo>
                  <a:pt x="36839" y="99938"/>
                  <a:pt x="36764" y="99813"/>
                  <a:pt x="36715" y="99689"/>
                </a:cubicBezTo>
                <a:cubicBezTo>
                  <a:pt x="36690" y="99589"/>
                  <a:pt x="36615" y="99465"/>
                  <a:pt x="36590" y="99390"/>
                </a:cubicBezTo>
                <a:lnTo>
                  <a:pt x="36590" y="99340"/>
                </a:lnTo>
                <a:cubicBezTo>
                  <a:pt x="36441" y="98917"/>
                  <a:pt x="36291" y="98444"/>
                  <a:pt x="36167" y="97971"/>
                </a:cubicBezTo>
                <a:cubicBezTo>
                  <a:pt x="36192" y="97946"/>
                  <a:pt x="36217" y="97921"/>
                  <a:pt x="36267" y="97921"/>
                </a:cubicBezTo>
                <a:cubicBezTo>
                  <a:pt x="36665" y="97598"/>
                  <a:pt x="37063" y="97324"/>
                  <a:pt x="37436" y="96976"/>
                </a:cubicBezTo>
                <a:cubicBezTo>
                  <a:pt x="37461" y="96951"/>
                  <a:pt x="37511" y="96951"/>
                  <a:pt x="37511" y="96926"/>
                </a:cubicBezTo>
                <a:cubicBezTo>
                  <a:pt x="39776" y="95034"/>
                  <a:pt x="41568" y="92819"/>
                  <a:pt x="42813" y="90429"/>
                </a:cubicBezTo>
                <a:close/>
                <a:moveTo>
                  <a:pt x="35968" y="98046"/>
                </a:moveTo>
                <a:lnTo>
                  <a:pt x="36167" y="98693"/>
                </a:lnTo>
                <a:cubicBezTo>
                  <a:pt x="36167" y="98718"/>
                  <a:pt x="36167" y="98718"/>
                  <a:pt x="36192" y="98743"/>
                </a:cubicBezTo>
                <a:cubicBezTo>
                  <a:pt x="36217" y="98842"/>
                  <a:pt x="36242" y="98917"/>
                  <a:pt x="36291" y="98992"/>
                </a:cubicBezTo>
                <a:lnTo>
                  <a:pt x="36391" y="99290"/>
                </a:lnTo>
                <a:lnTo>
                  <a:pt x="36466" y="99564"/>
                </a:lnTo>
                <a:cubicBezTo>
                  <a:pt x="36466" y="99589"/>
                  <a:pt x="36515" y="99614"/>
                  <a:pt x="36515" y="99664"/>
                </a:cubicBezTo>
                <a:cubicBezTo>
                  <a:pt x="36565" y="99813"/>
                  <a:pt x="36640" y="99938"/>
                  <a:pt x="36690" y="100087"/>
                </a:cubicBezTo>
                <a:lnTo>
                  <a:pt x="36690" y="100112"/>
                </a:lnTo>
                <a:lnTo>
                  <a:pt x="36640" y="100112"/>
                </a:lnTo>
                <a:cubicBezTo>
                  <a:pt x="36590" y="100087"/>
                  <a:pt x="36590" y="100037"/>
                  <a:pt x="36565" y="99987"/>
                </a:cubicBezTo>
                <a:cubicBezTo>
                  <a:pt x="36466" y="99788"/>
                  <a:pt x="36391" y="99539"/>
                  <a:pt x="36291" y="99290"/>
                </a:cubicBezTo>
                <a:cubicBezTo>
                  <a:pt x="36267" y="99191"/>
                  <a:pt x="36217" y="99066"/>
                  <a:pt x="36167" y="98967"/>
                </a:cubicBezTo>
                <a:lnTo>
                  <a:pt x="36167" y="98942"/>
                </a:lnTo>
                <a:cubicBezTo>
                  <a:pt x="36067" y="98668"/>
                  <a:pt x="35968" y="98369"/>
                  <a:pt x="35918" y="98096"/>
                </a:cubicBezTo>
                <a:lnTo>
                  <a:pt x="35943" y="98071"/>
                </a:lnTo>
                <a:lnTo>
                  <a:pt x="35968" y="98046"/>
                </a:lnTo>
                <a:close/>
                <a:moveTo>
                  <a:pt x="5551" y="97075"/>
                </a:moveTo>
                <a:lnTo>
                  <a:pt x="5601" y="97175"/>
                </a:lnTo>
                <a:cubicBezTo>
                  <a:pt x="5675" y="97374"/>
                  <a:pt x="5725" y="97573"/>
                  <a:pt x="5800" y="97797"/>
                </a:cubicBezTo>
                <a:cubicBezTo>
                  <a:pt x="5899" y="98096"/>
                  <a:pt x="5974" y="98369"/>
                  <a:pt x="6074" y="98668"/>
                </a:cubicBezTo>
                <a:cubicBezTo>
                  <a:pt x="6173" y="98942"/>
                  <a:pt x="6298" y="99216"/>
                  <a:pt x="6397" y="99465"/>
                </a:cubicBezTo>
                <a:cubicBezTo>
                  <a:pt x="6497" y="99704"/>
                  <a:pt x="6565" y="99928"/>
                  <a:pt x="6652" y="100148"/>
                </a:cubicBezTo>
                <a:lnTo>
                  <a:pt x="6652" y="100148"/>
                </a:lnTo>
                <a:cubicBezTo>
                  <a:pt x="6626" y="100095"/>
                  <a:pt x="6591" y="100021"/>
                  <a:pt x="6571" y="99962"/>
                </a:cubicBezTo>
                <a:cubicBezTo>
                  <a:pt x="6347" y="99514"/>
                  <a:pt x="6173" y="98992"/>
                  <a:pt x="5974" y="98469"/>
                </a:cubicBezTo>
                <a:cubicBezTo>
                  <a:pt x="5974" y="98444"/>
                  <a:pt x="5974" y="98444"/>
                  <a:pt x="5949" y="98419"/>
                </a:cubicBezTo>
                <a:cubicBezTo>
                  <a:pt x="5800" y="97971"/>
                  <a:pt x="5675" y="97548"/>
                  <a:pt x="5551" y="97075"/>
                </a:cubicBezTo>
                <a:close/>
                <a:moveTo>
                  <a:pt x="75868" y="90753"/>
                </a:moveTo>
                <a:cubicBezTo>
                  <a:pt x="76491" y="91972"/>
                  <a:pt x="77038" y="93167"/>
                  <a:pt x="77486" y="94287"/>
                </a:cubicBezTo>
                <a:cubicBezTo>
                  <a:pt x="77511" y="94362"/>
                  <a:pt x="77586" y="94462"/>
                  <a:pt x="77611" y="94561"/>
                </a:cubicBezTo>
                <a:cubicBezTo>
                  <a:pt x="77735" y="94835"/>
                  <a:pt x="77835" y="95109"/>
                  <a:pt x="77909" y="95432"/>
                </a:cubicBezTo>
                <a:cubicBezTo>
                  <a:pt x="77984" y="95607"/>
                  <a:pt x="78084" y="95806"/>
                  <a:pt x="78133" y="95980"/>
                </a:cubicBezTo>
                <a:lnTo>
                  <a:pt x="78333" y="96652"/>
                </a:lnTo>
                <a:cubicBezTo>
                  <a:pt x="78382" y="96826"/>
                  <a:pt x="78457" y="97050"/>
                  <a:pt x="78507" y="97224"/>
                </a:cubicBezTo>
                <a:cubicBezTo>
                  <a:pt x="77860" y="97697"/>
                  <a:pt x="77163" y="98170"/>
                  <a:pt x="76491" y="98593"/>
                </a:cubicBezTo>
                <a:lnTo>
                  <a:pt x="76217" y="98793"/>
                </a:lnTo>
                <a:cubicBezTo>
                  <a:pt x="76142" y="98842"/>
                  <a:pt x="76043" y="98892"/>
                  <a:pt x="75993" y="98942"/>
                </a:cubicBezTo>
                <a:cubicBezTo>
                  <a:pt x="75420" y="99315"/>
                  <a:pt x="74873" y="99664"/>
                  <a:pt x="74300" y="100012"/>
                </a:cubicBezTo>
                <a:cubicBezTo>
                  <a:pt x="74275" y="100037"/>
                  <a:pt x="74176" y="100087"/>
                  <a:pt x="74101" y="100162"/>
                </a:cubicBezTo>
                <a:cubicBezTo>
                  <a:pt x="73902" y="100037"/>
                  <a:pt x="73728" y="99913"/>
                  <a:pt x="73529" y="99763"/>
                </a:cubicBezTo>
                <a:cubicBezTo>
                  <a:pt x="73479" y="99689"/>
                  <a:pt x="73404" y="99664"/>
                  <a:pt x="73304" y="99589"/>
                </a:cubicBezTo>
                <a:cubicBezTo>
                  <a:pt x="73180" y="99514"/>
                  <a:pt x="73105" y="99415"/>
                  <a:pt x="72981" y="99315"/>
                </a:cubicBezTo>
                <a:lnTo>
                  <a:pt x="72508" y="98942"/>
                </a:lnTo>
                <a:cubicBezTo>
                  <a:pt x="72458" y="98917"/>
                  <a:pt x="72433" y="98892"/>
                  <a:pt x="72384" y="98842"/>
                </a:cubicBezTo>
                <a:cubicBezTo>
                  <a:pt x="72184" y="98693"/>
                  <a:pt x="72035" y="98544"/>
                  <a:pt x="71861" y="98394"/>
                </a:cubicBezTo>
                <a:lnTo>
                  <a:pt x="71786" y="98320"/>
                </a:lnTo>
                <a:cubicBezTo>
                  <a:pt x="71637" y="98170"/>
                  <a:pt x="71438" y="98021"/>
                  <a:pt x="71263" y="97847"/>
                </a:cubicBezTo>
                <a:cubicBezTo>
                  <a:pt x="71239" y="97822"/>
                  <a:pt x="71189" y="97797"/>
                  <a:pt x="71139" y="97772"/>
                </a:cubicBezTo>
                <a:cubicBezTo>
                  <a:pt x="70990" y="97648"/>
                  <a:pt x="70815" y="97473"/>
                  <a:pt x="70666" y="97324"/>
                </a:cubicBezTo>
                <a:lnTo>
                  <a:pt x="70492" y="97150"/>
                </a:lnTo>
                <a:lnTo>
                  <a:pt x="70118" y="96776"/>
                </a:lnTo>
                <a:cubicBezTo>
                  <a:pt x="70019" y="96677"/>
                  <a:pt x="69894" y="96577"/>
                  <a:pt x="69795" y="96453"/>
                </a:cubicBezTo>
                <a:cubicBezTo>
                  <a:pt x="69695" y="96353"/>
                  <a:pt x="69621" y="96229"/>
                  <a:pt x="69496" y="96154"/>
                </a:cubicBezTo>
                <a:lnTo>
                  <a:pt x="69197" y="95855"/>
                </a:lnTo>
                <a:cubicBezTo>
                  <a:pt x="69994" y="95308"/>
                  <a:pt x="70741" y="94735"/>
                  <a:pt x="71512" y="94188"/>
                </a:cubicBezTo>
                <a:cubicBezTo>
                  <a:pt x="71662" y="94063"/>
                  <a:pt x="71811" y="93939"/>
                  <a:pt x="71985" y="93839"/>
                </a:cubicBezTo>
                <a:cubicBezTo>
                  <a:pt x="72732" y="93292"/>
                  <a:pt x="73504" y="92694"/>
                  <a:pt x="74225" y="92097"/>
                </a:cubicBezTo>
                <a:cubicBezTo>
                  <a:pt x="74425" y="91948"/>
                  <a:pt x="74624" y="91748"/>
                  <a:pt x="74848" y="91599"/>
                </a:cubicBezTo>
                <a:lnTo>
                  <a:pt x="75868" y="90753"/>
                </a:lnTo>
                <a:close/>
                <a:moveTo>
                  <a:pt x="69123" y="95980"/>
                </a:moveTo>
                <a:cubicBezTo>
                  <a:pt x="69197" y="96079"/>
                  <a:pt x="69272" y="96179"/>
                  <a:pt x="69372" y="96229"/>
                </a:cubicBezTo>
                <a:lnTo>
                  <a:pt x="69695" y="96577"/>
                </a:lnTo>
                <a:lnTo>
                  <a:pt x="69894" y="96776"/>
                </a:lnTo>
                <a:cubicBezTo>
                  <a:pt x="71363" y="98195"/>
                  <a:pt x="72732" y="99390"/>
                  <a:pt x="73927" y="100211"/>
                </a:cubicBezTo>
                <a:cubicBezTo>
                  <a:pt x="73902" y="100286"/>
                  <a:pt x="73902" y="100286"/>
                  <a:pt x="73877" y="100286"/>
                </a:cubicBezTo>
                <a:cubicBezTo>
                  <a:pt x="72433" y="99290"/>
                  <a:pt x="70815" y="97847"/>
                  <a:pt x="69048" y="96030"/>
                </a:cubicBezTo>
                <a:lnTo>
                  <a:pt x="69123" y="95980"/>
                </a:lnTo>
                <a:close/>
                <a:moveTo>
                  <a:pt x="78606" y="97424"/>
                </a:moveTo>
                <a:lnTo>
                  <a:pt x="78606" y="97448"/>
                </a:lnTo>
                <a:lnTo>
                  <a:pt x="78606" y="97473"/>
                </a:lnTo>
                <a:cubicBezTo>
                  <a:pt x="78482" y="97573"/>
                  <a:pt x="78357" y="97672"/>
                  <a:pt x="78233" y="97722"/>
                </a:cubicBezTo>
                <a:cubicBezTo>
                  <a:pt x="77735" y="98071"/>
                  <a:pt x="77188" y="98444"/>
                  <a:pt x="76715" y="98793"/>
                </a:cubicBezTo>
                <a:cubicBezTo>
                  <a:pt x="76441" y="98942"/>
                  <a:pt x="76242" y="99091"/>
                  <a:pt x="75993" y="99266"/>
                </a:cubicBezTo>
                <a:lnTo>
                  <a:pt x="74947" y="99913"/>
                </a:lnTo>
                <a:cubicBezTo>
                  <a:pt x="74848" y="99962"/>
                  <a:pt x="74698" y="100062"/>
                  <a:pt x="74574" y="100137"/>
                </a:cubicBezTo>
                <a:cubicBezTo>
                  <a:pt x="74524" y="100186"/>
                  <a:pt x="74425" y="100261"/>
                  <a:pt x="74300" y="100286"/>
                </a:cubicBezTo>
                <a:cubicBezTo>
                  <a:pt x="74350" y="100211"/>
                  <a:pt x="74400" y="100186"/>
                  <a:pt x="74425" y="100162"/>
                </a:cubicBezTo>
                <a:cubicBezTo>
                  <a:pt x="74499" y="100137"/>
                  <a:pt x="74574" y="100062"/>
                  <a:pt x="74649" y="100037"/>
                </a:cubicBezTo>
                <a:cubicBezTo>
                  <a:pt x="74773" y="99938"/>
                  <a:pt x="74922" y="99888"/>
                  <a:pt x="75047" y="99788"/>
                </a:cubicBezTo>
                <a:cubicBezTo>
                  <a:pt x="75097" y="99788"/>
                  <a:pt x="75097" y="99763"/>
                  <a:pt x="75122" y="99763"/>
                </a:cubicBezTo>
                <a:cubicBezTo>
                  <a:pt x="75470" y="99539"/>
                  <a:pt x="75794" y="99315"/>
                  <a:pt x="76117" y="99091"/>
                </a:cubicBezTo>
                <a:cubicBezTo>
                  <a:pt x="76291" y="98967"/>
                  <a:pt x="76441" y="98892"/>
                  <a:pt x="76640" y="98768"/>
                </a:cubicBezTo>
                <a:cubicBezTo>
                  <a:pt x="76739" y="98693"/>
                  <a:pt x="76814" y="98643"/>
                  <a:pt x="76889" y="98593"/>
                </a:cubicBezTo>
                <a:cubicBezTo>
                  <a:pt x="77312" y="98320"/>
                  <a:pt x="77735" y="98021"/>
                  <a:pt x="78158" y="97722"/>
                </a:cubicBezTo>
                <a:cubicBezTo>
                  <a:pt x="78308" y="97623"/>
                  <a:pt x="78482" y="97548"/>
                  <a:pt x="78606" y="97424"/>
                </a:cubicBezTo>
                <a:close/>
                <a:moveTo>
                  <a:pt x="43560" y="97797"/>
                </a:moveTo>
                <a:cubicBezTo>
                  <a:pt x="43535" y="97822"/>
                  <a:pt x="43535" y="97897"/>
                  <a:pt x="43510" y="97921"/>
                </a:cubicBezTo>
                <a:cubicBezTo>
                  <a:pt x="41319" y="98842"/>
                  <a:pt x="39154" y="99664"/>
                  <a:pt x="37038" y="100311"/>
                </a:cubicBezTo>
                <a:cubicBezTo>
                  <a:pt x="37038" y="100286"/>
                  <a:pt x="37013" y="100261"/>
                  <a:pt x="37013" y="100211"/>
                </a:cubicBezTo>
                <a:cubicBezTo>
                  <a:pt x="39129" y="99564"/>
                  <a:pt x="41319" y="98718"/>
                  <a:pt x="43560" y="97797"/>
                </a:cubicBezTo>
                <a:close/>
                <a:moveTo>
                  <a:pt x="36789" y="100311"/>
                </a:moveTo>
                <a:lnTo>
                  <a:pt x="36789" y="100336"/>
                </a:lnTo>
                <a:cubicBezTo>
                  <a:pt x="36789" y="100336"/>
                  <a:pt x="36789" y="100386"/>
                  <a:pt x="36814" y="100386"/>
                </a:cubicBezTo>
                <a:cubicBezTo>
                  <a:pt x="36789" y="100386"/>
                  <a:pt x="36764" y="100386"/>
                  <a:pt x="36764" y="100410"/>
                </a:cubicBezTo>
                <a:cubicBezTo>
                  <a:pt x="36764" y="100386"/>
                  <a:pt x="36715" y="100336"/>
                  <a:pt x="36715" y="100311"/>
                </a:cubicBezTo>
                <a:close/>
                <a:moveTo>
                  <a:pt x="74126" y="100386"/>
                </a:moveTo>
                <a:cubicBezTo>
                  <a:pt x="74126" y="100386"/>
                  <a:pt x="74151" y="100386"/>
                  <a:pt x="74151" y="100410"/>
                </a:cubicBezTo>
                <a:cubicBezTo>
                  <a:pt x="74126" y="100410"/>
                  <a:pt x="74126" y="100435"/>
                  <a:pt x="74101" y="100435"/>
                </a:cubicBezTo>
                <a:cubicBezTo>
                  <a:pt x="74101" y="100435"/>
                  <a:pt x="74051" y="100435"/>
                  <a:pt x="74026" y="100411"/>
                </a:cubicBezTo>
                <a:lnTo>
                  <a:pt x="74026" y="100411"/>
                </a:lnTo>
                <a:cubicBezTo>
                  <a:pt x="74026" y="100411"/>
                  <a:pt x="74026" y="100411"/>
                  <a:pt x="74026" y="100411"/>
                </a:cubicBezTo>
                <a:lnTo>
                  <a:pt x="74026" y="100411"/>
                </a:lnTo>
                <a:cubicBezTo>
                  <a:pt x="74039" y="100423"/>
                  <a:pt x="74039" y="100429"/>
                  <a:pt x="74036" y="100429"/>
                </a:cubicBezTo>
                <a:cubicBezTo>
                  <a:pt x="74033" y="100429"/>
                  <a:pt x="74026" y="100423"/>
                  <a:pt x="74026" y="100410"/>
                </a:cubicBezTo>
                <a:lnTo>
                  <a:pt x="74026" y="100410"/>
                </a:lnTo>
                <a:cubicBezTo>
                  <a:pt x="74026" y="100410"/>
                  <a:pt x="74026" y="100410"/>
                  <a:pt x="74026" y="100410"/>
                </a:cubicBezTo>
                <a:cubicBezTo>
                  <a:pt x="74051" y="100410"/>
                  <a:pt x="74051" y="100386"/>
                  <a:pt x="74101" y="100386"/>
                </a:cubicBezTo>
                <a:close/>
                <a:moveTo>
                  <a:pt x="35719" y="98220"/>
                </a:moveTo>
                <a:cubicBezTo>
                  <a:pt x="35769" y="98345"/>
                  <a:pt x="35794" y="98444"/>
                  <a:pt x="35818" y="98544"/>
                </a:cubicBezTo>
                <a:cubicBezTo>
                  <a:pt x="35843" y="98668"/>
                  <a:pt x="35893" y="98768"/>
                  <a:pt x="35918" y="98892"/>
                </a:cubicBezTo>
                <a:cubicBezTo>
                  <a:pt x="35918" y="98917"/>
                  <a:pt x="35943" y="98942"/>
                  <a:pt x="35943" y="98942"/>
                </a:cubicBezTo>
                <a:cubicBezTo>
                  <a:pt x="35943" y="98942"/>
                  <a:pt x="35943" y="98967"/>
                  <a:pt x="35968" y="98967"/>
                </a:cubicBezTo>
                <a:cubicBezTo>
                  <a:pt x="36018" y="99091"/>
                  <a:pt x="36067" y="99191"/>
                  <a:pt x="36092" y="99315"/>
                </a:cubicBezTo>
                <a:cubicBezTo>
                  <a:pt x="36092" y="99340"/>
                  <a:pt x="36142" y="99415"/>
                  <a:pt x="36142" y="99440"/>
                </a:cubicBezTo>
                <a:cubicBezTo>
                  <a:pt x="36167" y="99564"/>
                  <a:pt x="36217" y="99664"/>
                  <a:pt x="36267" y="99788"/>
                </a:cubicBezTo>
                <a:cubicBezTo>
                  <a:pt x="36316" y="99913"/>
                  <a:pt x="36341" y="100037"/>
                  <a:pt x="36416" y="100162"/>
                </a:cubicBezTo>
                <a:lnTo>
                  <a:pt x="34823" y="100635"/>
                </a:lnTo>
                <a:cubicBezTo>
                  <a:pt x="34673" y="100162"/>
                  <a:pt x="34474" y="99664"/>
                  <a:pt x="34300" y="99166"/>
                </a:cubicBezTo>
                <a:cubicBezTo>
                  <a:pt x="34549" y="99017"/>
                  <a:pt x="34773" y="98842"/>
                  <a:pt x="34972" y="98693"/>
                </a:cubicBezTo>
                <a:lnTo>
                  <a:pt x="35719" y="98220"/>
                </a:lnTo>
                <a:close/>
                <a:moveTo>
                  <a:pt x="34126" y="99241"/>
                </a:moveTo>
                <a:cubicBezTo>
                  <a:pt x="34325" y="99763"/>
                  <a:pt x="34499" y="100211"/>
                  <a:pt x="34698" y="100709"/>
                </a:cubicBezTo>
                <a:cubicBezTo>
                  <a:pt x="34673" y="100709"/>
                  <a:pt x="34673" y="100709"/>
                  <a:pt x="34649" y="100759"/>
                </a:cubicBezTo>
                <a:cubicBezTo>
                  <a:pt x="34449" y="100261"/>
                  <a:pt x="34275" y="99788"/>
                  <a:pt x="34076" y="99290"/>
                </a:cubicBezTo>
                <a:cubicBezTo>
                  <a:pt x="34101" y="99290"/>
                  <a:pt x="34101" y="99241"/>
                  <a:pt x="34126" y="99241"/>
                </a:cubicBezTo>
                <a:close/>
                <a:moveTo>
                  <a:pt x="67306" y="94437"/>
                </a:moveTo>
                <a:lnTo>
                  <a:pt x="67380" y="94486"/>
                </a:lnTo>
                <a:cubicBezTo>
                  <a:pt x="67555" y="94710"/>
                  <a:pt x="67779" y="94934"/>
                  <a:pt x="67953" y="95134"/>
                </a:cubicBezTo>
                <a:cubicBezTo>
                  <a:pt x="68177" y="95358"/>
                  <a:pt x="68401" y="95607"/>
                  <a:pt x="68625" y="95831"/>
                </a:cubicBezTo>
                <a:cubicBezTo>
                  <a:pt x="68077" y="96204"/>
                  <a:pt x="67555" y="96577"/>
                  <a:pt x="67032" y="96926"/>
                </a:cubicBezTo>
                <a:cubicBezTo>
                  <a:pt x="66683" y="97125"/>
                  <a:pt x="66335" y="97374"/>
                  <a:pt x="66036" y="97598"/>
                </a:cubicBezTo>
                <a:cubicBezTo>
                  <a:pt x="65364" y="98046"/>
                  <a:pt x="64717" y="98444"/>
                  <a:pt x="64070" y="98892"/>
                </a:cubicBezTo>
                <a:cubicBezTo>
                  <a:pt x="63821" y="99041"/>
                  <a:pt x="63572" y="99216"/>
                  <a:pt x="63323" y="99390"/>
                </a:cubicBezTo>
                <a:cubicBezTo>
                  <a:pt x="62576" y="99838"/>
                  <a:pt x="61830" y="100311"/>
                  <a:pt x="61058" y="100759"/>
                </a:cubicBezTo>
                <a:cubicBezTo>
                  <a:pt x="61108" y="99465"/>
                  <a:pt x="61108" y="98145"/>
                  <a:pt x="61058" y="96801"/>
                </a:cubicBezTo>
                <a:cubicBezTo>
                  <a:pt x="63074" y="96229"/>
                  <a:pt x="65165" y="95432"/>
                  <a:pt x="67306" y="94437"/>
                </a:cubicBezTo>
                <a:close/>
                <a:moveTo>
                  <a:pt x="97026" y="81269"/>
                </a:moveTo>
                <a:cubicBezTo>
                  <a:pt x="97822" y="81518"/>
                  <a:pt x="98544" y="81643"/>
                  <a:pt x="99092" y="81643"/>
                </a:cubicBezTo>
                <a:cubicBezTo>
                  <a:pt x="99266" y="81643"/>
                  <a:pt x="99415" y="81643"/>
                  <a:pt x="99540" y="81618"/>
                </a:cubicBezTo>
                <a:lnTo>
                  <a:pt x="99540" y="81618"/>
                </a:lnTo>
                <a:cubicBezTo>
                  <a:pt x="98942" y="82365"/>
                  <a:pt x="98320" y="83061"/>
                  <a:pt x="97698" y="83833"/>
                </a:cubicBezTo>
                <a:cubicBezTo>
                  <a:pt x="97200" y="84406"/>
                  <a:pt x="96677" y="85003"/>
                  <a:pt x="96155" y="85600"/>
                </a:cubicBezTo>
                <a:cubicBezTo>
                  <a:pt x="95283" y="86571"/>
                  <a:pt x="94412" y="87517"/>
                  <a:pt x="93466" y="88488"/>
                </a:cubicBezTo>
                <a:lnTo>
                  <a:pt x="93441" y="88513"/>
                </a:lnTo>
                <a:cubicBezTo>
                  <a:pt x="89708" y="92371"/>
                  <a:pt x="85601" y="96055"/>
                  <a:pt x="81220" y="99390"/>
                </a:cubicBezTo>
                <a:lnTo>
                  <a:pt x="80100" y="100211"/>
                </a:lnTo>
                <a:cubicBezTo>
                  <a:pt x="79851" y="100410"/>
                  <a:pt x="79552" y="100585"/>
                  <a:pt x="79303" y="100784"/>
                </a:cubicBezTo>
                <a:cubicBezTo>
                  <a:pt x="79303" y="100759"/>
                  <a:pt x="79353" y="100684"/>
                  <a:pt x="79353" y="100659"/>
                </a:cubicBezTo>
                <a:cubicBezTo>
                  <a:pt x="79378" y="100560"/>
                  <a:pt x="79378" y="100460"/>
                  <a:pt x="79403" y="100386"/>
                </a:cubicBezTo>
                <a:cubicBezTo>
                  <a:pt x="79403" y="100311"/>
                  <a:pt x="79403" y="100261"/>
                  <a:pt x="79428" y="100186"/>
                </a:cubicBezTo>
                <a:cubicBezTo>
                  <a:pt x="79428" y="100087"/>
                  <a:pt x="79477" y="100012"/>
                  <a:pt x="79477" y="99888"/>
                </a:cubicBezTo>
                <a:cubicBezTo>
                  <a:pt x="79403" y="99813"/>
                  <a:pt x="79403" y="99714"/>
                  <a:pt x="79403" y="99664"/>
                </a:cubicBezTo>
                <a:lnTo>
                  <a:pt x="79403" y="99315"/>
                </a:lnTo>
                <a:cubicBezTo>
                  <a:pt x="79403" y="99216"/>
                  <a:pt x="79378" y="99141"/>
                  <a:pt x="79378" y="99066"/>
                </a:cubicBezTo>
                <a:cubicBezTo>
                  <a:pt x="79378" y="98942"/>
                  <a:pt x="79353" y="98842"/>
                  <a:pt x="79353" y="98718"/>
                </a:cubicBezTo>
                <a:cubicBezTo>
                  <a:pt x="79353" y="98618"/>
                  <a:pt x="79303" y="98544"/>
                  <a:pt x="79278" y="98444"/>
                </a:cubicBezTo>
                <a:cubicBezTo>
                  <a:pt x="79278" y="98345"/>
                  <a:pt x="79253" y="98295"/>
                  <a:pt x="79253" y="98195"/>
                </a:cubicBezTo>
                <a:cubicBezTo>
                  <a:pt x="85825" y="93068"/>
                  <a:pt x="91823" y="87293"/>
                  <a:pt x="97026" y="81269"/>
                </a:cubicBezTo>
                <a:close/>
                <a:moveTo>
                  <a:pt x="78731" y="97697"/>
                </a:moveTo>
                <a:cubicBezTo>
                  <a:pt x="78731" y="97747"/>
                  <a:pt x="78756" y="97822"/>
                  <a:pt x="78756" y="97872"/>
                </a:cubicBezTo>
                <a:cubicBezTo>
                  <a:pt x="78756" y="97946"/>
                  <a:pt x="78781" y="97971"/>
                  <a:pt x="78781" y="98046"/>
                </a:cubicBezTo>
                <a:cubicBezTo>
                  <a:pt x="77561" y="98967"/>
                  <a:pt x="76316" y="99913"/>
                  <a:pt x="75072" y="100809"/>
                </a:cubicBezTo>
                <a:cubicBezTo>
                  <a:pt x="74898" y="100659"/>
                  <a:pt x="74723" y="100560"/>
                  <a:pt x="74524" y="100435"/>
                </a:cubicBezTo>
                <a:cubicBezTo>
                  <a:pt x="74574" y="100336"/>
                  <a:pt x="74674" y="100286"/>
                  <a:pt x="74798" y="100211"/>
                </a:cubicBezTo>
                <a:cubicBezTo>
                  <a:pt x="74922" y="100162"/>
                  <a:pt x="75047" y="100062"/>
                  <a:pt x="75171" y="100012"/>
                </a:cubicBezTo>
                <a:cubicBezTo>
                  <a:pt x="75196" y="100012"/>
                  <a:pt x="75196" y="99962"/>
                  <a:pt x="75246" y="99962"/>
                </a:cubicBezTo>
                <a:cubicBezTo>
                  <a:pt x="75420" y="99838"/>
                  <a:pt x="75570" y="99714"/>
                  <a:pt x="75769" y="99639"/>
                </a:cubicBezTo>
                <a:lnTo>
                  <a:pt x="76043" y="99440"/>
                </a:lnTo>
                <a:cubicBezTo>
                  <a:pt x="76291" y="99290"/>
                  <a:pt x="76565" y="99091"/>
                  <a:pt x="76814" y="98942"/>
                </a:cubicBezTo>
                <a:cubicBezTo>
                  <a:pt x="76889" y="98917"/>
                  <a:pt x="76939" y="98842"/>
                  <a:pt x="77038" y="98793"/>
                </a:cubicBezTo>
                <a:cubicBezTo>
                  <a:pt x="77262" y="98668"/>
                  <a:pt x="77436" y="98494"/>
                  <a:pt x="77660" y="98369"/>
                </a:cubicBezTo>
                <a:cubicBezTo>
                  <a:pt x="77785" y="98295"/>
                  <a:pt x="77909" y="98195"/>
                  <a:pt x="78034" y="98121"/>
                </a:cubicBezTo>
                <a:cubicBezTo>
                  <a:pt x="78059" y="98121"/>
                  <a:pt x="78059" y="98096"/>
                  <a:pt x="78108" y="98096"/>
                </a:cubicBezTo>
                <a:lnTo>
                  <a:pt x="78133" y="98096"/>
                </a:lnTo>
                <a:cubicBezTo>
                  <a:pt x="78308" y="97971"/>
                  <a:pt x="78507" y="97847"/>
                  <a:pt x="78731" y="97697"/>
                </a:cubicBezTo>
                <a:close/>
                <a:moveTo>
                  <a:pt x="60859" y="96826"/>
                </a:moveTo>
                <a:lnTo>
                  <a:pt x="60859" y="96826"/>
                </a:lnTo>
                <a:cubicBezTo>
                  <a:pt x="60959" y="98195"/>
                  <a:pt x="60934" y="99539"/>
                  <a:pt x="60834" y="100883"/>
                </a:cubicBezTo>
                <a:cubicBezTo>
                  <a:pt x="60809" y="100883"/>
                  <a:pt x="60809" y="100908"/>
                  <a:pt x="60784" y="100908"/>
                </a:cubicBezTo>
                <a:cubicBezTo>
                  <a:pt x="60859" y="99589"/>
                  <a:pt x="60884" y="98220"/>
                  <a:pt x="60809" y="96851"/>
                </a:cubicBezTo>
                <a:cubicBezTo>
                  <a:pt x="60834" y="96851"/>
                  <a:pt x="60834" y="96851"/>
                  <a:pt x="60859" y="96826"/>
                </a:cubicBezTo>
                <a:close/>
                <a:moveTo>
                  <a:pt x="78830" y="98195"/>
                </a:moveTo>
                <a:lnTo>
                  <a:pt x="78830" y="98245"/>
                </a:lnTo>
                <a:cubicBezTo>
                  <a:pt x="77660" y="99166"/>
                  <a:pt x="76491" y="100062"/>
                  <a:pt x="75296" y="100908"/>
                </a:cubicBezTo>
                <a:cubicBezTo>
                  <a:pt x="75271" y="100908"/>
                  <a:pt x="75271" y="100883"/>
                  <a:pt x="75246" y="100883"/>
                </a:cubicBezTo>
                <a:cubicBezTo>
                  <a:pt x="76441" y="100012"/>
                  <a:pt x="77636" y="99141"/>
                  <a:pt x="78830" y="98195"/>
                </a:cubicBezTo>
                <a:close/>
                <a:moveTo>
                  <a:pt x="36540" y="100386"/>
                </a:moveTo>
                <a:cubicBezTo>
                  <a:pt x="36540" y="100410"/>
                  <a:pt x="36565" y="100410"/>
                  <a:pt x="36565" y="100435"/>
                </a:cubicBezTo>
                <a:lnTo>
                  <a:pt x="36565" y="100460"/>
                </a:lnTo>
                <a:lnTo>
                  <a:pt x="34972" y="100933"/>
                </a:lnTo>
                <a:cubicBezTo>
                  <a:pt x="34972" y="100908"/>
                  <a:pt x="34947" y="100883"/>
                  <a:pt x="34947" y="100834"/>
                </a:cubicBezTo>
                <a:lnTo>
                  <a:pt x="36540" y="100386"/>
                </a:lnTo>
                <a:close/>
                <a:moveTo>
                  <a:pt x="74325" y="100535"/>
                </a:moveTo>
                <a:cubicBezTo>
                  <a:pt x="74524" y="100659"/>
                  <a:pt x="74748" y="100784"/>
                  <a:pt x="74922" y="100908"/>
                </a:cubicBezTo>
                <a:cubicBezTo>
                  <a:pt x="74898" y="100908"/>
                  <a:pt x="74898" y="100933"/>
                  <a:pt x="74873" y="100933"/>
                </a:cubicBezTo>
                <a:cubicBezTo>
                  <a:pt x="74649" y="100809"/>
                  <a:pt x="74474" y="100684"/>
                  <a:pt x="74275" y="100560"/>
                </a:cubicBezTo>
                <a:cubicBezTo>
                  <a:pt x="74300" y="100560"/>
                  <a:pt x="74300" y="100535"/>
                  <a:pt x="74325" y="100535"/>
                </a:cubicBezTo>
                <a:close/>
                <a:moveTo>
                  <a:pt x="5153" y="84729"/>
                </a:moveTo>
                <a:cubicBezTo>
                  <a:pt x="7019" y="87393"/>
                  <a:pt x="9583" y="89384"/>
                  <a:pt x="12869" y="90603"/>
                </a:cubicBezTo>
                <a:cubicBezTo>
                  <a:pt x="12072" y="94088"/>
                  <a:pt x="12023" y="97672"/>
                  <a:pt x="12695" y="100958"/>
                </a:cubicBezTo>
                <a:cubicBezTo>
                  <a:pt x="9832" y="99813"/>
                  <a:pt x="7443" y="98170"/>
                  <a:pt x="5576" y="96055"/>
                </a:cubicBezTo>
                <a:cubicBezTo>
                  <a:pt x="5476" y="95681"/>
                  <a:pt x="5402" y="95308"/>
                  <a:pt x="5327" y="94934"/>
                </a:cubicBezTo>
                <a:cubicBezTo>
                  <a:pt x="5302" y="94760"/>
                  <a:pt x="5277" y="94586"/>
                  <a:pt x="5227" y="94437"/>
                </a:cubicBezTo>
                <a:cubicBezTo>
                  <a:pt x="5153" y="93864"/>
                  <a:pt x="5053" y="93317"/>
                  <a:pt x="4978" y="92719"/>
                </a:cubicBezTo>
                <a:cubicBezTo>
                  <a:pt x="4978" y="92595"/>
                  <a:pt x="4953" y="92445"/>
                  <a:pt x="4953" y="92321"/>
                </a:cubicBezTo>
                <a:lnTo>
                  <a:pt x="4854" y="90902"/>
                </a:lnTo>
                <a:cubicBezTo>
                  <a:pt x="4854" y="90703"/>
                  <a:pt x="4829" y="90479"/>
                  <a:pt x="4829" y="90255"/>
                </a:cubicBezTo>
                <a:cubicBezTo>
                  <a:pt x="4829" y="89658"/>
                  <a:pt x="4804" y="89110"/>
                  <a:pt x="4829" y="88513"/>
                </a:cubicBezTo>
                <a:cubicBezTo>
                  <a:pt x="4829" y="88363"/>
                  <a:pt x="4854" y="88164"/>
                  <a:pt x="4854" y="88015"/>
                </a:cubicBezTo>
                <a:lnTo>
                  <a:pt x="4953" y="86521"/>
                </a:lnTo>
                <a:cubicBezTo>
                  <a:pt x="4978" y="86297"/>
                  <a:pt x="4978" y="86098"/>
                  <a:pt x="5028" y="85899"/>
                </a:cubicBezTo>
                <a:cubicBezTo>
                  <a:pt x="5053" y="85501"/>
                  <a:pt x="5103" y="85127"/>
                  <a:pt x="5153" y="84729"/>
                </a:cubicBezTo>
                <a:close/>
                <a:moveTo>
                  <a:pt x="34798" y="100859"/>
                </a:moveTo>
                <a:lnTo>
                  <a:pt x="34798" y="100859"/>
                </a:lnTo>
                <a:cubicBezTo>
                  <a:pt x="34773" y="100933"/>
                  <a:pt x="34798" y="100958"/>
                  <a:pt x="34798" y="101008"/>
                </a:cubicBezTo>
                <a:lnTo>
                  <a:pt x="34773" y="101008"/>
                </a:lnTo>
                <a:cubicBezTo>
                  <a:pt x="34773" y="100958"/>
                  <a:pt x="34723" y="100933"/>
                  <a:pt x="34723" y="100908"/>
                </a:cubicBezTo>
                <a:cubicBezTo>
                  <a:pt x="34773" y="100908"/>
                  <a:pt x="34773" y="100908"/>
                  <a:pt x="34798" y="100859"/>
                </a:cubicBezTo>
                <a:close/>
                <a:moveTo>
                  <a:pt x="63566" y="99455"/>
                </a:moveTo>
                <a:lnTo>
                  <a:pt x="63566" y="99455"/>
                </a:lnTo>
                <a:cubicBezTo>
                  <a:pt x="62717" y="99992"/>
                  <a:pt x="61880" y="100514"/>
                  <a:pt x="61033" y="101014"/>
                </a:cubicBezTo>
                <a:lnTo>
                  <a:pt x="61033" y="101014"/>
                </a:lnTo>
                <a:cubicBezTo>
                  <a:pt x="61033" y="101012"/>
                  <a:pt x="61033" y="101010"/>
                  <a:pt x="61033" y="101008"/>
                </a:cubicBezTo>
                <a:cubicBezTo>
                  <a:pt x="61830" y="100535"/>
                  <a:pt x="62601" y="100037"/>
                  <a:pt x="63423" y="99539"/>
                </a:cubicBezTo>
                <a:cubicBezTo>
                  <a:pt x="63472" y="99512"/>
                  <a:pt x="63519" y="99484"/>
                  <a:pt x="63566" y="99455"/>
                </a:cubicBezTo>
                <a:close/>
                <a:moveTo>
                  <a:pt x="13043" y="90603"/>
                </a:moveTo>
                <a:cubicBezTo>
                  <a:pt x="13068" y="90603"/>
                  <a:pt x="13068" y="90603"/>
                  <a:pt x="13118" y="90628"/>
                </a:cubicBezTo>
                <a:cubicBezTo>
                  <a:pt x="12321" y="94113"/>
                  <a:pt x="12296" y="97697"/>
                  <a:pt x="12993" y="101033"/>
                </a:cubicBezTo>
                <a:cubicBezTo>
                  <a:pt x="12944" y="101033"/>
                  <a:pt x="12919" y="101008"/>
                  <a:pt x="12919" y="101008"/>
                </a:cubicBezTo>
                <a:cubicBezTo>
                  <a:pt x="12197" y="97672"/>
                  <a:pt x="12271" y="94088"/>
                  <a:pt x="13043" y="90603"/>
                </a:cubicBezTo>
                <a:close/>
                <a:moveTo>
                  <a:pt x="79104" y="98320"/>
                </a:moveTo>
                <a:cubicBezTo>
                  <a:pt x="79104" y="98345"/>
                  <a:pt x="79104" y="98394"/>
                  <a:pt x="79129" y="98444"/>
                </a:cubicBezTo>
                <a:cubicBezTo>
                  <a:pt x="79154" y="98544"/>
                  <a:pt x="79154" y="98643"/>
                  <a:pt x="79204" y="98718"/>
                </a:cubicBezTo>
                <a:cubicBezTo>
                  <a:pt x="79229" y="98842"/>
                  <a:pt x="79229" y="98942"/>
                  <a:pt x="79229" y="99066"/>
                </a:cubicBezTo>
                <a:cubicBezTo>
                  <a:pt x="79229" y="99166"/>
                  <a:pt x="79253" y="99266"/>
                  <a:pt x="79253" y="99340"/>
                </a:cubicBezTo>
                <a:lnTo>
                  <a:pt x="79253" y="99614"/>
                </a:lnTo>
                <a:lnTo>
                  <a:pt x="79253" y="99863"/>
                </a:lnTo>
                <a:cubicBezTo>
                  <a:pt x="79253" y="99962"/>
                  <a:pt x="79253" y="100037"/>
                  <a:pt x="79229" y="100137"/>
                </a:cubicBezTo>
                <a:cubicBezTo>
                  <a:pt x="79229" y="100211"/>
                  <a:pt x="79229" y="100286"/>
                  <a:pt x="79204" y="100386"/>
                </a:cubicBezTo>
                <a:cubicBezTo>
                  <a:pt x="79204" y="100435"/>
                  <a:pt x="79154" y="100485"/>
                  <a:pt x="79154" y="100585"/>
                </a:cubicBezTo>
                <a:cubicBezTo>
                  <a:pt x="79154" y="100659"/>
                  <a:pt x="79129" y="100759"/>
                  <a:pt x="79129" y="100809"/>
                </a:cubicBezTo>
                <a:cubicBezTo>
                  <a:pt x="79104" y="100809"/>
                  <a:pt x="79079" y="100834"/>
                  <a:pt x="79079" y="100908"/>
                </a:cubicBezTo>
                <a:cubicBezTo>
                  <a:pt x="79079" y="100933"/>
                  <a:pt x="79079" y="100933"/>
                  <a:pt x="79029" y="100958"/>
                </a:cubicBezTo>
                <a:cubicBezTo>
                  <a:pt x="79005" y="101008"/>
                  <a:pt x="78980" y="101008"/>
                  <a:pt x="78930" y="101033"/>
                </a:cubicBezTo>
                <a:cubicBezTo>
                  <a:pt x="78930" y="101008"/>
                  <a:pt x="78930" y="101008"/>
                  <a:pt x="78980" y="100958"/>
                </a:cubicBezTo>
                <a:cubicBezTo>
                  <a:pt x="79005" y="100883"/>
                  <a:pt x="79029" y="100809"/>
                  <a:pt x="79079" y="100709"/>
                </a:cubicBezTo>
                <a:cubicBezTo>
                  <a:pt x="79079" y="100659"/>
                  <a:pt x="79104" y="100585"/>
                  <a:pt x="79104" y="100535"/>
                </a:cubicBezTo>
                <a:cubicBezTo>
                  <a:pt x="79104" y="100460"/>
                  <a:pt x="79129" y="100386"/>
                  <a:pt x="79129" y="100311"/>
                </a:cubicBezTo>
                <a:cubicBezTo>
                  <a:pt x="79129" y="100261"/>
                  <a:pt x="79129" y="100162"/>
                  <a:pt x="79154" y="100062"/>
                </a:cubicBezTo>
                <a:lnTo>
                  <a:pt x="79154" y="99838"/>
                </a:lnTo>
                <a:lnTo>
                  <a:pt x="79154" y="99564"/>
                </a:lnTo>
                <a:lnTo>
                  <a:pt x="79154" y="99315"/>
                </a:lnTo>
                <a:cubicBezTo>
                  <a:pt x="79154" y="99216"/>
                  <a:pt x="79129" y="99141"/>
                  <a:pt x="79129" y="99017"/>
                </a:cubicBezTo>
                <a:cubicBezTo>
                  <a:pt x="79129" y="98917"/>
                  <a:pt x="79104" y="98817"/>
                  <a:pt x="79104" y="98718"/>
                </a:cubicBezTo>
                <a:cubicBezTo>
                  <a:pt x="79104" y="98643"/>
                  <a:pt x="79079" y="98519"/>
                  <a:pt x="79029" y="98419"/>
                </a:cubicBezTo>
                <a:lnTo>
                  <a:pt x="79029" y="98345"/>
                </a:lnTo>
                <a:cubicBezTo>
                  <a:pt x="79079" y="98345"/>
                  <a:pt x="79079" y="98320"/>
                  <a:pt x="79104" y="98320"/>
                </a:cubicBezTo>
                <a:close/>
                <a:moveTo>
                  <a:pt x="3236" y="94287"/>
                </a:moveTo>
                <a:cubicBezTo>
                  <a:pt x="3311" y="94287"/>
                  <a:pt x="3311" y="94312"/>
                  <a:pt x="3336" y="94312"/>
                </a:cubicBezTo>
                <a:cubicBezTo>
                  <a:pt x="3336" y="94337"/>
                  <a:pt x="3360" y="94337"/>
                  <a:pt x="3360" y="94362"/>
                </a:cubicBezTo>
                <a:cubicBezTo>
                  <a:pt x="3659" y="94810"/>
                  <a:pt x="3933" y="95208"/>
                  <a:pt x="4281" y="95607"/>
                </a:cubicBezTo>
                <a:lnTo>
                  <a:pt x="4331" y="95681"/>
                </a:lnTo>
                <a:cubicBezTo>
                  <a:pt x="4655" y="96079"/>
                  <a:pt x="4978" y="96453"/>
                  <a:pt x="5327" y="96826"/>
                </a:cubicBezTo>
                <a:cubicBezTo>
                  <a:pt x="5451" y="97324"/>
                  <a:pt x="5601" y="97797"/>
                  <a:pt x="5775" y="98245"/>
                </a:cubicBezTo>
                <a:cubicBezTo>
                  <a:pt x="5800" y="98345"/>
                  <a:pt x="5825" y="98469"/>
                  <a:pt x="5850" y="98593"/>
                </a:cubicBezTo>
                <a:cubicBezTo>
                  <a:pt x="6024" y="99041"/>
                  <a:pt x="6173" y="99465"/>
                  <a:pt x="6347" y="99888"/>
                </a:cubicBezTo>
                <a:cubicBezTo>
                  <a:pt x="6422" y="100037"/>
                  <a:pt x="6472" y="100162"/>
                  <a:pt x="6522" y="100311"/>
                </a:cubicBezTo>
                <a:cubicBezTo>
                  <a:pt x="6646" y="100560"/>
                  <a:pt x="6771" y="100809"/>
                  <a:pt x="6895" y="101083"/>
                </a:cubicBezTo>
                <a:cubicBezTo>
                  <a:pt x="6771" y="100908"/>
                  <a:pt x="6646" y="100709"/>
                  <a:pt x="6472" y="100510"/>
                </a:cubicBezTo>
                <a:cubicBezTo>
                  <a:pt x="5924" y="99639"/>
                  <a:pt x="4281" y="96926"/>
                  <a:pt x="3410" y="94661"/>
                </a:cubicBezTo>
                <a:cubicBezTo>
                  <a:pt x="3336" y="94536"/>
                  <a:pt x="3311" y="94412"/>
                  <a:pt x="3236" y="94287"/>
                </a:cubicBezTo>
                <a:close/>
                <a:moveTo>
                  <a:pt x="85823" y="95956"/>
                </a:moveTo>
                <a:cubicBezTo>
                  <a:pt x="85716" y="96047"/>
                  <a:pt x="85609" y="96138"/>
                  <a:pt x="85501" y="96229"/>
                </a:cubicBezTo>
                <a:cubicBezTo>
                  <a:pt x="85476" y="96279"/>
                  <a:pt x="85426" y="96303"/>
                  <a:pt x="85377" y="96353"/>
                </a:cubicBezTo>
                <a:cubicBezTo>
                  <a:pt x="84854" y="96801"/>
                  <a:pt x="84331" y="97224"/>
                  <a:pt x="83833" y="97648"/>
                </a:cubicBezTo>
                <a:cubicBezTo>
                  <a:pt x="83585" y="97822"/>
                  <a:pt x="83361" y="98046"/>
                  <a:pt x="83112" y="98220"/>
                </a:cubicBezTo>
                <a:cubicBezTo>
                  <a:pt x="82589" y="98668"/>
                  <a:pt x="82016" y="99091"/>
                  <a:pt x="81469" y="99514"/>
                </a:cubicBezTo>
                <a:cubicBezTo>
                  <a:pt x="81071" y="99813"/>
                  <a:pt x="80697" y="100087"/>
                  <a:pt x="80274" y="100386"/>
                </a:cubicBezTo>
                <a:lnTo>
                  <a:pt x="79627" y="100834"/>
                </a:lnTo>
                <a:cubicBezTo>
                  <a:pt x="79602" y="100883"/>
                  <a:pt x="79552" y="100883"/>
                  <a:pt x="79527" y="100908"/>
                </a:cubicBezTo>
                <a:cubicBezTo>
                  <a:pt x="79420" y="100994"/>
                  <a:pt x="79332" y="101043"/>
                  <a:pt x="79230" y="101118"/>
                </a:cubicBezTo>
                <a:lnTo>
                  <a:pt x="79230" y="101118"/>
                </a:lnTo>
                <a:cubicBezTo>
                  <a:pt x="79232" y="101103"/>
                  <a:pt x="79237" y="101083"/>
                  <a:pt x="79253" y="101083"/>
                </a:cubicBezTo>
                <a:cubicBezTo>
                  <a:pt x="79552" y="100883"/>
                  <a:pt x="79851" y="100659"/>
                  <a:pt x="80125" y="100435"/>
                </a:cubicBezTo>
                <a:cubicBezTo>
                  <a:pt x="80573" y="100137"/>
                  <a:pt x="80996" y="99813"/>
                  <a:pt x="81394" y="99514"/>
                </a:cubicBezTo>
                <a:cubicBezTo>
                  <a:pt x="81718" y="99290"/>
                  <a:pt x="81991" y="99066"/>
                  <a:pt x="82265" y="98842"/>
                </a:cubicBezTo>
                <a:cubicBezTo>
                  <a:pt x="83385" y="97996"/>
                  <a:pt x="84853" y="96753"/>
                  <a:pt x="85823" y="95956"/>
                </a:cubicBezTo>
                <a:close/>
                <a:moveTo>
                  <a:pt x="79209" y="101134"/>
                </a:moveTo>
                <a:cubicBezTo>
                  <a:pt x="79199" y="101141"/>
                  <a:pt x="79189" y="101149"/>
                  <a:pt x="79179" y="101157"/>
                </a:cubicBezTo>
                <a:cubicBezTo>
                  <a:pt x="79179" y="101157"/>
                  <a:pt x="79179" y="101140"/>
                  <a:pt x="79209" y="101134"/>
                </a:cubicBezTo>
                <a:close/>
                <a:moveTo>
                  <a:pt x="60834" y="101107"/>
                </a:moveTo>
                <a:lnTo>
                  <a:pt x="60834" y="101207"/>
                </a:lnTo>
                <a:cubicBezTo>
                  <a:pt x="60809" y="101207"/>
                  <a:pt x="60809" y="101257"/>
                  <a:pt x="60784" y="101257"/>
                </a:cubicBezTo>
                <a:lnTo>
                  <a:pt x="60784" y="101157"/>
                </a:lnTo>
                <a:cubicBezTo>
                  <a:pt x="60809" y="101157"/>
                  <a:pt x="60809" y="101107"/>
                  <a:pt x="60834" y="101107"/>
                </a:cubicBezTo>
                <a:close/>
                <a:moveTo>
                  <a:pt x="78835" y="101389"/>
                </a:moveTo>
                <a:cubicBezTo>
                  <a:pt x="78826" y="101395"/>
                  <a:pt x="78816" y="101403"/>
                  <a:pt x="78795" y="101405"/>
                </a:cubicBezTo>
                <a:lnTo>
                  <a:pt x="78795" y="101405"/>
                </a:lnTo>
                <a:cubicBezTo>
                  <a:pt x="78807" y="101400"/>
                  <a:pt x="78820" y="101394"/>
                  <a:pt x="78835" y="101389"/>
                </a:cubicBezTo>
                <a:close/>
                <a:moveTo>
                  <a:pt x="13267" y="90678"/>
                </a:moveTo>
                <a:cubicBezTo>
                  <a:pt x="13392" y="90703"/>
                  <a:pt x="13516" y="90728"/>
                  <a:pt x="13640" y="90778"/>
                </a:cubicBezTo>
                <a:cubicBezTo>
                  <a:pt x="13192" y="94586"/>
                  <a:pt x="13367" y="98170"/>
                  <a:pt x="14138" y="101406"/>
                </a:cubicBezTo>
                <a:cubicBezTo>
                  <a:pt x="13815" y="101307"/>
                  <a:pt x="13516" y="101182"/>
                  <a:pt x="13192" y="101083"/>
                </a:cubicBezTo>
                <a:cubicBezTo>
                  <a:pt x="12446" y="97772"/>
                  <a:pt x="12496" y="94188"/>
                  <a:pt x="13267" y="90678"/>
                </a:cubicBezTo>
                <a:close/>
                <a:moveTo>
                  <a:pt x="13790" y="90852"/>
                </a:moveTo>
                <a:cubicBezTo>
                  <a:pt x="13815" y="90852"/>
                  <a:pt x="13815" y="90852"/>
                  <a:pt x="13865" y="90877"/>
                </a:cubicBezTo>
                <a:cubicBezTo>
                  <a:pt x="13443" y="94672"/>
                  <a:pt x="13565" y="98219"/>
                  <a:pt x="14378" y="101470"/>
                </a:cubicBezTo>
                <a:lnTo>
                  <a:pt x="14378" y="101470"/>
                </a:lnTo>
                <a:cubicBezTo>
                  <a:pt x="14367" y="101456"/>
                  <a:pt x="14345" y="101456"/>
                  <a:pt x="14313" y="101456"/>
                </a:cubicBezTo>
                <a:cubicBezTo>
                  <a:pt x="13541" y="98220"/>
                  <a:pt x="13392" y="94661"/>
                  <a:pt x="13790" y="90852"/>
                </a:cubicBezTo>
                <a:close/>
                <a:moveTo>
                  <a:pt x="78768" y="101419"/>
                </a:moveTo>
                <a:lnTo>
                  <a:pt x="78681" y="101506"/>
                </a:lnTo>
                <a:lnTo>
                  <a:pt x="78681" y="101456"/>
                </a:lnTo>
                <a:cubicBezTo>
                  <a:pt x="78718" y="101443"/>
                  <a:pt x="78743" y="101431"/>
                  <a:pt x="78768" y="101419"/>
                </a:cubicBezTo>
                <a:close/>
                <a:moveTo>
                  <a:pt x="33827" y="99091"/>
                </a:moveTo>
                <a:cubicBezTo>
                  <a:pt x="33827" y="99141"/>
                  <a:pt x="33827" y="99141"/>
                  <a:pt x="33852" y="99166"/>
                </a:cubicBezTo>
                <a:cubicBezTo>
                  <a:pt x="33678" y="99241"/>
                  <a:pt x="33504" y="99340"/>
                  <a:pt x="33329" y="99440"/>
                </a:cubicBezTo>
                <a:cubicBezTo>
                  <a:pt x="33031" y="99589"/>
                  <a:pt x="32707" y="99788"/>
                  <a:pt x="32408" y="99938"/>
                </a:cubicBezTo>
                <a:lnTo>
                  <a:pt x="31562" y="100311"/>
                </a:lnTo>
                <a:cubicBezTo>
                  <a:pt x="31214" y="100460"/>
                  <a:pt x="30915" y="100610"/>
                  <a:pt x="30566" y="100734"/>
                </a:cubicBezTo>
                <a:cubicBezTo>
                  <a:pt x="30318" y="100834"/>
                  <a:pt x="30044" y="100933"/>
                  <a:pt x="29745" y="101033"/>
                </a:cubicBezTo>
                <a:cubicBezTo>
                  <a:pt x="29372" y="101157"/>
                  <a:pt x="29048" y="101307"/>
                  <a:pt x="28675" y="101406"/>
                </a:cubicBezTo>
                <a:cubicBezTo>
                  <a:pt x="28509" y="101456"/>
                  <a:pt x="28342" y="101495"/>
                  <a:pt x="28161" y="101537"/>
                </a:cubicBezTo>
                <a:lnTo>
                  <a:pt x="28161" y="101537"/>
                </a:lnTo>
                <a:cubicBezTo>
                  <a:pt x="28330" y="101489"/>
                  <a:pt x="28497" y="101444"/>
                  <a:pt x="28650" y="101406"/>
                </a:cubicBezTo>
                <a:cubicBezTo>
                  <a:pt x="28949" y="101307"/>
                  <a:pt x="29222" y="101207"/>
                  <a:pt x="29496" y="101083"/>
                </a:cubicBezTo>
                <a:cubicBezTo>
                  <a:pt x="29845" y="100958"/>
                  <a:pt x="30218" y="100834"/>
                  <a:pt x="30566" y="100709"/>
                </a:cubicBezTo>
                <a:cubicBezTo>
                  <a:pt x="30815" y="100635"/>
                  <a:pt x="31064" y="100510"/>
                  <a:pt x="31313" y="100386"/>
                </a:cubicBezTo>
                <a:cubicBezTo>
                  <a:pt x="31687" y="100211"/>
                  <a:pt x="32060" y="100062"/>
                  <a:pt x="32408" y="99863"/>
                </a:cubicBezTo>
                <a:cubicBezTo>
                  <a:pt x="32608" y="99763"/>
                  <a:pt x="32832" y="99614"/>
                  <a:pt x="33056" y="99539"/>
                </a:cubicBezTo>
                <a:cubicBezTo>
                  <a:pt x="33304" y="99415"/>
                  <a:pt x="33578" y="99241"/>
                  <a:pt x="33827" y="99091"/>
                </a:cubicBezTo>
                <a:close/>
                <a:moveTo>
                  <a:pt x="78905" y="98494"/>
                </a:moveTo>
                <a:cubicBezTo>
                  <a:pt x="78955" y="98593"/>
                  <a:pt x="78955" y="98693"/>
                  <a:pt x="78955" y="98793"/>
                </a:cubicBezTo>
                <a:cubicBezTo>
                  <a:pt x="78955" y="98867"/>
                  <a:pt x="78980" y="98967"/>
                  <a:pt x="78980" y="99066"/>
                </a:cubicBezTo>
                <a:cubicBezTo>
                  <a:pt x="78980" y="99166"/>
                  <a:pt x="79005" y="99241"/>
                  <a:pt x="79005" y="99340"/>
                </a:cubicBezTo>
                <a:lnTo>
                  <a:pt x="79005" y="99589"/>
                </a:lnTo>
                <a:lnTo>
                  <a:pt x="79005" y="99838"/>
                </a:lnTo>
                <a:lnTo>
                  <a:pt x="79005" y="100062"/>
                </a:lnTo>
                <a:cubicBezTo>
                  <a:pt x="79005" y="100112"/>
                  <a:pt x="79005" y="100211"/>
                  <a:pt x="78980" y="100286"/>
                </a:cubicBezTo>
                <a:cubicBezTo>
                  <a:pt x="78980" y="100336"/>
                  <a:pt x="78955" y="100410"/>
                  <a:pt x="78955" y="100485"/>
                </a:cubicBezTo>
                <a:cubicBezTo>
                  <a:pt x="78905" y="100535"/>
                  <a:pt x="78880" y="100585"/>
                  <a:pt x="78880" y="100659"/>
                </a:cubicBezTo>
                <a:cubicBezTo>
                  <a:pt x="78855" y="100709"/>
                  <a:pt x="78830" y="100809"/>
                  <a:pt x="78830" y="100883"/>
                </a:cubicBezTo>
                <a:cubicBezTo>
                  <a:pt x="78830" y="100908"/>
                  <a:pt x="78781" y="100933"/>
                  <a:pt x="78781" y="101008"/>
                </a:cubicBezTo>
                <a:cubicBezTo>
                  <a:pt x="78756" y="101083"/>
                  <a:pt x="78681" y="101182"/>
                  <a:pt x="78631" y="101282"/>
                </a:cubicBezTo>
                <a:cubicBezTo>
                  <a:pt x="78606" y="101331"/>
                  <a:pt x="78532" y="101381"/>
                  <a:pt x="78482" y="101431"/>
                </a:cubicBezTo>
                <a:cubicBezTo>
                  <a:pt x="78407" y="101456"/>
                  <a:pt x="78357" y="101531"/>
                  <a:pt x="78308" y="101555"/>
                </a:cubicBezTo>
                <a:cubicBezTo>
                  <a:pt x="78127" y="101650"/>
                  <a:pt x="77906" y="101697"/>
                  <a:pt x="77651" y="101697"/>
                </a:cubicBezTo>
                <a:cubicBezTo>
                  <a:pt x="77097" y="101697"/>
                  <a:pt x="76379" y="101476"/>
                  <a:pt x="75545" y="101033"/>
                </a:cubicBezTo>
                <a:cubicBezTo>
                  <a:pt x="76715" y="100211"/>
                  <a:pt x="77835" y="99365"/>
                  <a:pt x="78905" y="98494"/>
                </a:cubicBezTo>
                <a:close/>
                <a:moveTo>
                  <a:pt x="27535" y="101708"/>
                </a:moveTo>
                <a:cubicBezTo>
                  <a:pt x="27457" y="101731"/>
                  <a:pt x="27379" y="101753"/>
                  <a:pt x="27301" y="101774"/>
                </a:cubicBezTo>
                <a:lnTo>
                  <a:pt x="27301" y="101774"/>
                </a:lnTo>
                <a:cubicBezTo>
                  <a:pt x="27378" y="101750"/>
                  <a:pt x="27456" y="101727"/>
                  <a:pt x="27535" y="101708"/>
                </a:cubicBezTo>
                <a:close/>
                <a:moveTo>
                  <a:pt x="78507" y="101630"/>
                </a:moveTo>
                <a:lnTo>
                  <a:pt x="78507" y="101655"/>
                </a:lnTo>
                <a:cubicBezTo>
                  <a:pt x="78507" y="101655"/>
                  <a:pt x="78457" y="101705"/>
                  <a:pt x="78382" y="101755"/>
                </a:cubicBezTo>
                <a:cubicBezTo>
                  <a:pt x="78357" y="101755"/>
                  <a:pt x="78357" y="101779"/>
                  <a:pt x="78333" y="101779"/>
                </a:cubicBezTo>
                <a:cubicBezTo>
                  <a:pt x="78283" y="101779"/>
                  <a:pt x="78258" y="101804"/>
                  <a:pt x="78233" y="101804"/>
                </a:cubicBezTo>
                <a:cubicBezTo>
                  <a:pt x="78217" y="101821"/>
                  <a:pt x="78190" y="101826"/>
                  <a:pt x="78159" y="101842"/>
                </a:cubicBezTo>
                <a:lnTo>
                  <a:pt x="78159" y="101842"/>
                </a:lnTo>
                <a:lnTo>
                  <a:pt x="78382" y="101680"/>
                </a:lnTo>
                <a:cubicBezTo>
                  <a:pt x="78407" y="101655"/>
                  <a:pt x="78482" y="101655"/>
                  <a:pt x="78507" y="101630"/>
                </a:cubicBezTo>
                <a:close/>
                <a:moveTo>
                  <a:pt x="75296" y="101107"/>
                </a:moveTo>
                <a:cubicBezTo>
                  <a:pt x="75370" y="101157"/>
                  <a:pt x="75395" y="101182"/>
                  <a:pt x="75470" y="101207"/>
                </a:cubicBezTo>
                <a:cubicBezTo>
                  <a:pt x="75520" y="101257"/>
                  <a:pt x="75545" y="101282"/>
                  <a:pt x="75619" y="101282"/>
                </a:cubicBezTo>
                <a:cubicBezTo>
                  <a:pt x="75719" y="101307"/>
                  <a:pt x="75794" y="101381"/>
                  <a:pt x="75868" y="101406"/>
                </a:cubicBezTo>
                <a:cubicBezTo>
                  <a:pt x="75918" y="101431"/>
                  <a:pt x="76018" y="101456"/>
                  <a:pt x="76092" y="101481"/>
                </a:cubicBezTo>
                <a:cubicBezTo>
                  <a:pt x="76142" y="101531"/>
                  <a:pt x="76167" y="101531"/>
                  <a:pt x="76242" y="101555"/>
                </a:cubicBezTo>
                <a:lnTo>
                  <a:pt x="76515" y="101655"/>
                </a:lnTo>
                <a:lnTo>
                  <a:pt x="76540" y="101655"/>
                </a:lnTo>
                <a:cubicBezTo>
                  <a:pt x="76914" y="101779"/>
                  <a:pt x="77262" y="101829"/>
                  <a:pt x="77586" y="101829"/>
                </a:cubicBezTo>
                <a:cubicBezTo>
                  <a:pt x="77636" y="101829"/>
                  <a:pt x="77710" y="101829"/>
                  <a:pt x="77760" y="101804"/>
                </a:cubicBezTo>
                <a:lnTo>
                  <a:pt x="77760" y="101804"/>
                </a:lnTo>
                <a:cubicBezTo>
                  <a:pt x="77735" y="101829"/>
                  <a:pt x="77710" y="101829"/>
                  <a:pt x="77660" y="101854"/>
                </a:cubicBezTo>
                <a:cubicBezTo>
                  <a:pt x="77574" y="101869"/>
                  <a:pt x="77483" y="101876"/>
                  <a:pt x="77388" y="101876"/>
                </a:cubicBezTo>
                <a:cubicBezTo>
                  <a:pt x="76823" y="101876"/>
                  <a:pt x="76102" y="101626"/>
                  <a:pt x="75271" y="101157"/>
                </a:cubicBezTo>
                <a:lnTo>
                  <a:pt x="75296" y="101107"/>
                </a:lnTo>
                <a:close/>
                <a:moveTo>
                  <a:pt x="24966" y="91748"/>
                </a:moveTo>
                <a:cubicBezTo>
                  <a:pt x="24468" y="95457"/>
                  <a:pt x="24543" y="98917"/>
                  <a:pt x="25339" y="102053"/>
                </a:cubicBezTo>
                <a:lnTo>
                  <a:pt x="25265" y="102053"/>
                </a:lnTo>
                <a:cubicBezTo>
                  <a:pt x="24493" y="98917"/>
                  <a:pt x="24393" y="95457"/>
                  <a:pt x="24891" y="91748"/>
                </a:cubicBezTo>
                <a:close/>
                <a:moveTo>
                  <a:pt x="32060" y="90379"/>
                </a:moveTo>
                <a:cubicBezTo>
                  <a:pt x="32259" y="93242"/>
                  <a:pt x="32856" y="96179"/>
                  <a:pt x="33802" y="98967"/>
                </a:cubicBezTo>
                <a:cubicBezTo>
                  <a:pt x="33553" y="99141"/>
                  <a:pt x="33304" y="99266"/>
                  <a:pt x="33056" y="99390"/>
                </a:cubicBezTo>
                <a:cubicBezTo>
                  <a:pt x="32807" y="99514"/>
                  <a:pt x="32558" y="99664"/>
                  <a:pt x="32309" y="99788"/>
                </a:cubicBezTo>
                <a:cubicBezTo>
                  <a:pt x="31960" y="99938"/>
                  <a:pt x="31612" y="100087"/>
                  <a:pt x="31313" y="100261"/>
                </a:cubicBezTo>
                <a:cubicBezTo>
                  <a:pt x="31014" y="100386"/>
                  <a:pt x="30790" y="100510"/>
                  <a:pt x="30492" y="100585"/>
                </a:cubicBezTo>
                <a:cubicBezTo>
                  <a:pt x="30168" y="100709"/>
                  <a:pt x="29845" y="100834"/>
                  <a:pt x="29496" y="100958"/>
                </a:cubicBezTo>
                <a:cubicBezTo>
                  <a:pt x="29222" y="101058"/>
                  <a:pt x="28924" y="101182"/>
                  <a:pt x="28625" y="101282"/>
                </a:cubicBezTo>
                <a:cubicBezTo>
                  <a:pt x="28326" y="101381"/>
                  <a:pt x="27978" y="101456"/>
                  <a:pt x="27679" y="101555"/>
                </a:cubicBezTo>
                <a:cubicBezTo>
                  <a:pt x="27355" y="101655"/>
                  <a:pt x="27057" y="101755"/>
                  <a:pt x="26733" y="101804"/>
                </a:cubicBezTo>
                <a:lnTo>
                  <a:pt x="25812" y="102004"/>
                </a:lnTo>
                <a:cubicBezTo>
                  <a:pt x="25713" y="102028"/>
                  <a:pt x="25638" y="102028"/>
                  <a:pt x="25538" y="102053"/>
                </a:cubicBezTo>
                <a:cubicBezTo>
                  <a:pt x="24742" y="98892"/>
                  <a:pt x="24617" y="95432"/>
                  <a:pt x="25140" y="91724"/>
                </a:cubicBezTo>
                <a:cubicBezTo>
                  <a:pt x="27355" y="91475"/>
                  <a:pt x="29695" y="91002"/>
                  <a:pt x="32060" y="90379"/>
                </a:cubicBezTo>
                <a:close/>
                <a:moveTo>
                  <a:pt x="25538" y="102103"/>
                </a:moveTo>
                <a:cubicBezTo>
                  <a:pt x="25588" y="102128"/>
                  <a:pt x="25638" y="102134"/>
                  <a:pt x="25688" y="102134"/>
                </a:cubicBezTo>
                <a:cubicBezTo>
                  <a:pt x="25702" y="102134"/>
                  <a:pt x="25716" y="102134"/>
                  <a:pt x="25730" y="102133"/>
                </a:cubicBezTo>
                <a:lnTo>
                  <a:pt x="25730" y="102133"/>
                </a:lnTo>
                <a:cubicBezTo>
                  <a:pt x="25662" y="102150"/>
                  <a:pt x="25595" y="102166"/>
                  <a:pt x="25538" y="102178"/>
                </a:cubicBezTo>
                <a:lnTo>
                  <a:pt x="25538" y="102153"/>
                </a:lnTo>
                <a:lnTo>
                  <a:pt x="25538" y="102103"/>
                </a:lnTo>
                <a:close/>
                <a:moveTo>
                  <a:pt x="33927" y="99365"/>
                </a:moveTo>
                <a:cubicBezTo>
                  <a:pt x="34076" y="99838"/>
                  <a:pt x="34275" y="100311"/>
                  <a:pt x="34449" y="100784"/>
                </a:cubicBezTo>
                <a:cubicBezTo>
                  <a:pt x="31459" y="101575"/>
                  <a:pt x="28517" y="102145"/>
                  <a:pt x="25771" y="102396"/>
                </a:cubicBezTo>
                <a:lnTo>
                  <a:pt x="25771" y="102396"/>
                </a:lnTo>
                <a:cubicBezTo>
                  <a:pt x="25797" y="102391"/>
                  <a:pt x="25824" y="102378"/>
                  <a:pt x="25837" y="102352"/>
                </a:cubicBezTo>
                <a:lnTo>
                  <a:pt x="26758" y="102178"/>
                </a:lnTo>
                <a:lnTo>
                  <a:pt x="27804" y="101904"/>
                </a:lnTo>
                <a:cubicBezTo>
                  <a:pt x="28102" y="101804"/>
                  <a:pt x="28376" y="101730"/>
                  <a:pt x="28700" y="101655"/>
                </a:cubicBezTo>
                <a:cubicBezTo>
                  <a:pt x="29048" y="101555"/>
                  <a:pt x="29347" y="101431"/>
                  <a:pt x="29695" y="101307"/>
                </a:cubicBezTo>
                <a:cubicBezTo>
                  <a:pt x="29994" y="101182"/>
                  <a:pt x="30318" y="101083"/>
                  <a:pt x="30591" y="100958"/>
                </a:cubicBezTo>
                <a:cubicBezTo>
                  <a:pt x="30915" y="100834"/>
                  <a:pt x="31189" y="100684"/>
                  <a:pt x="31487" y="100560"/>
                </a:cubicBezTo>
                <a:cubicBezTo>
                  <a:pt x="31811" y="100435"/>
                  <a:pt x="32110" y="100286"/>
                  <a:pt x="32433" y="100162"/>
                </a:cubicBezTo>
                <a:cubicBezTo>
                  <a:pt x="32707" y="99987"/>
                  <a:pt x="32981" y="99838"/>
                  <a:pt x="33280" y="99714"/>
                </a:cubicBezTo>
                <a:cubicBezTo>
                  <a:pt x="33479" y="99589"/>
                  <a:pt x="33703" y="99490"/>
                  <a:pt x="33927" y="99365"/>
                </a:cubicBezTo>
                <a:close/>
                <a:moveTo>
                  <a:pt x="14039" y="90927"/>
                </a:moveTo>
                <a:lnTo>
                  <a:pt x="14039" y="90927"/>
                </a:lnTo>
                <a:cubicBezTo>
                  <a:pt x="16229" y="91574"/>
                  <a:pt x="18644" y="91948"/>
                  <a:pt x="21282" y="91948"/>
                </a:cubicBezTo>
                <a:cubicBezTo>
                  <a:pt x="22377" y="91948"/>
                  <a:pt x="23522" y="91873"/>
                  <a:pt x="24692" y="91748"/>
                </a:cubicBezTo>
                <a:lnTo>
                  <a:pt x="24692" y="91748"/>
                </a:lnTo>
                <a:cubicBezTo>
                  <a:pt x="24194" y="95457"/>
                  <a:pt x="24269" y="98942"/>
                  <a:pt x="25041" y="102053"/>
                </a:cubicBezTo>
                <a:cubicBezTo>
                  <a:pt x="24916" y="102078"/>
                  <a:pt x="24841" y="102128"/>
                  <a:pt x="24717" y="102128"/>
                </a:cubicBezTo>
                <a:cubicBezTo>
                  <a:pt x="24418" y="102153"/>
                  <a:pt x="24145" y="102178"/>
                  <a:pt x="23846" y="102203"/>
                </a:cubicBezTo>
                <a:cubicBezTo>
                  <a:pt x="23472" y="102252"/>
                  <a:pt x="23099" y="102302"/>
                  <a:pt x="22726" y="102327"/>
                </a:cubicBezTo>
                <a:cubicBezTo>
                  <a:pt x="22552" y="102327"/>
                  <a:pt x="22402" y="102327"/>
                  <a:pt x="22253" y="102377"/>
                </a:cubicBezTo>
                <a:cubicBezTo>
                  <a:pt x="21780" y="102427"/>
                  <a:pt x="21282" y="102427"/>
                  <a:pt x="20759" y="102427"/>
                </a:cubicBezTo>
                <a:cubicBezTo>
                  <a:pt x="20137" y="102427"/>
                  <a:pt x="19540" y="102402"/>
                  <a:pt x="18917" y="102377"/>
                </a:cubicBezTo>
                <a:cubicBezTo>
                  <a:pt x="17399" y="102203"/>
                  <a:pt x="15980" y="101929"/>
                  <a:pt x="14611" y="101531"/>
                </a:cubicBezTo>
                <a:cubicBezTo>
                  <a:pt x="13790" y="98295"/>
                  <a:pt x="13640" y="94710"/>
                  <a:pt x="14039" y="90927"/>
                </a:cubicBezTo>
                <a:close/>
                <a:moveTo>
                  <a:pt x="6744" y="100357"/>
                </a:moveTo>
                <a:lnTo>
                  <a:pt x="6744" y="100357"/>
                </a:lnTo>
                <a:cubicBezTo>
                  <a:pt x="6861" y="100590"/>
                  <a:pt x="6977" y="100823"/>
                  <a:pt x="7094" y="101033"/>
                </a:cubicBezTo>
                <a:cubicBezTo>
                  <a:pt x="7268" y="101307"/>
                  <a:pt x="7393" y="101580"/>
                  <a:pt x="7542" y="101879"/>
                </a:cubicBezTo>
                <a:cubicBezTo>
                  <a:pt x="7660" y="102068"/>
                  <a:pt x="7778" y="102278"/>
                  <a:pt x="7896" y="102469"/>
                </a:cubicBezTo>
                <a:lnTo>
                  <a:pt x="7896" y="102469"/>
                </a:lnTo>
                <a:cubicBezTo>
                  <a:pt x="7838" y="102403"/>
                  <a:pt x="7772" y="102330"/>
                  <a:pt x="7716" y="102252"/>
                </a:cubicBezTo>
                <a:lnTo>
                  <a:pt x="7443" y="101779"/>
                </a:lnTo>
                <a:cubicBezTo>
                  <a:pt x="7393" y="101680"/>
                  <a:pt x="7318" y="101555"/>
                  <a:pt x="7293" y="101431"/>
                </a:cubicBezTo>
                <a:cubicBezTo>
                  <a:pt x="7099" y="101086"/>
                  <a:pt x="6905" y="100723"/>
                  <a:pt x="6744" y="100357"/>
                </a:cubicBezTo>
                <a:close/>
                <a:moveTo>
                  <a:pt x="25115" y="102252"/>
                </a:moveTo>
                <a:lnTo>
                  <a:pt x="25115" y="102302"/>
                </a:lnTo>
                <a:cubicBezTo>
                  <a:pt x="24991" y="102327"/>
                  <a:pt x="24866" y="102352"/>
                  <a:pt x="24742" y="102352"/>
                </a:cubicBezTo>
                <a:cubicBezTo>
                  <a:pt x="24468" y="102402"/>
                  <a:pt x="24145" y="102427"/>
                  <a:pt x="23871" y="102452"/>
                </a:cubicBezTo>
                <a:cubicBezTo>
                  <a:pt x="23771" y="102452"/>
                  <a:pt x="23647" y="102501"/>
                  <a:pt x="23572" y="102501"/>
                </a:cubicBezTo>
                <a:cubicBezTo>
                  <a:pt x="23382" y="102501"/>
                  <a:pt x="23207" y="102501"/>
                  <a:pt x="23024" y="102512"/>
                </a:cubicBezTo>
                <a:lnTo>
                  <a:pt x="23024" y="102512"/>
                </a:lnTo>
                <a:cubicBezTo>
                  <a:pt x="23359" y="102480"/>
                  <a:pt x="23680" y="102423"/>
                  <a:pt x="24020" y="102402"/>
                </a:cubicBezTo>
                <a:cubicBezTo>
                  <a:pt x="24269" y="102377"/>
                  <a:pt x="24493" y="102327"/>
                  <a:pt x="24742" y="102302"/>
                </a:cubicBezTo>
                <a:cubicBezTo>
                  <a:pt x="24891" y="102302"/>
                  <a:pt x="24991" y="102277"/>
                  <a:pt x="25115" y="102252"/>
                </a:cubicBezTo>
                <a:close/>
                <a:moveTo>
                  <a:pt x="25464" y="102576"/>
                </a:moveTo>
                <a:cubicBezTo>
                  <a:pt x="25489" y="102626"/>
                  <a:pt x="25489" y="102651"/>
                  <a:pt x="25489" y="102676"/>
                </a:cubicBezTo>
                <a:lnTo>
                  <a:pt x="25439" y="102676"/>
                </a:lnTo>
                <a:cubicBezTo>
                  <a:pt x="25439" y="102651"/>
                  <a:pt x="25389" y="102626"/>
                  <a:pt x="25389" y="102576"/>
                </a:cubicBezTo>
                <a:close/>
                <a:moveTo>
                  <a:pt x="34524" y="100958"/>
                </a:moveTo>
                <a:cubicBezTo>
                  <a:pt x="34524" y="101008"/>
                  <a:pt x="34549" y="101033"/>
                  <a:pt x="34549" y="101058"/>
                </a:cubicBezTo>
                <a:cubicBezTo>
                  <a:pt x="31463" y="101904"/>
                  <a:pt x="28500" y="102427"/>
                  <a:pt x="25663" y="102676"/>
                </a:cubicBezTo>
                <a:cubicBezTo>
                  <a:pt x="25663" y="102651"/>
                  <a:pt x="25638" y="102626"/>
                  <a:pt x="25638" y="102576"/>
                </a:cubicBezTo>
                <a:cubicBezTo>
                  <a:pt x="28476" y="102327"/>
                  <a:pt x="31438" y="101779"/>
                  <a:pt x="34524" y="100958"/>
                </a:cubicBezTo>
                <a:close/>
                <a:moveTo>
                  <a:pt x="16503" y="102228"/>
                </a:moveTo>
                <a:cubicBezTo>
                  <a:pt x="16827" y="102302"/>
                  <a:pt x="17175" y="102327"/>
                  <a:pt x="17524" y="102402"/>
                </a:cubicBezTo>
                <a:cubicBezTo>
                  <a:pt x="17573" y="102402"/>
                  <a:pt x="17648" y="102427"/>
                  <a:pt x="17673" y="102427"/>
                </a:cubicBezTo>
                <a:cubicBezTo>
                  <a:pt x="18071" y="102476"/>
                  <a:pt x="18519" y="102526"/>
                  <a:pt x="18967" y="102551"/>
                </a:cubicBezTo>
                <a:cubicBezTo>
                  <a:pt x="19540" y="102626"/>
                  <a:pt x="20162" y="102676"/>
                  <a:pt x="20784" y="102700"/>
                </a:cubicBezTo>
                <a:lnTo>
                  <a:pt x="20759" y="102700"/>
                </a:lnTo>
                <a:cubicBezTo>
                  <a:pt x="20386" y="102700"/>
                  <a:pt x="20038" y="102700"/>
                  <a:pt x="19664" y="102676"/>
                </a:cubicBezTo>
                <a:cubicBezTo>
                  <a:pt x="19490" y="102676"/>
                  <a:pt x="19291" y="102651"/>
                  <a:pt x="19117" y="102651"/>
                </a:cubicBezTo>
                <a:cubicBezTo>
                  <a:pt x="19017" y="102651"/>
                  <a:pt x="18917" y="102651"/>
                  <a:pt x="18818" y="102601"/>
                </a:cubicBezTo>
                <a:cubicBezTo>
                  <a:pt x="18021" y="102526"/>
                  <a:pt x="17250" y="102402"/>
                  <a:pt x="16503" y="102228"/>
                </a:cubicBezTo>
                <a:close/>
                <a:moveTo>
                  <a:pt x="25215" y="102626"/>
                </a:moveTo>
                <a:cubicBezTo>
                  <a:pt x="25215" y="102651"/>
                  <a:pt x="25240" y="102676"/>
                  <a:pt x="25240" y="102700"/>
                </a:cubicBezTo>
                <a:cubicBezTo>
                  <a:pt x="24393" y="102775"/>
                  <a:pt x="23597" y="102800"/>
                  <a:pt x="22776" y="102800"/>
                </a:cubicBezTo>
                <a:lnTo>
                  <a:pt x="23622" y="102700"/>
                </a:lnTo>
                <a:lnTo>
                  <a:pt x="25215" y="102626"/>
                </a:lnTo>
                <a:close/>
                <a:moveTo>
                  <a:pt x="2593" y="92982"/>
                </a:moveTo>
                <a:cubicBezTo>
                  <a:pt x="2596" y="92988"/>
                  <a:pt x="2602" y="92993"/>
                  <a:pt x="2614" y="92993"/>
                </a:cubicBezTo>
                <a:cubicBezTo>
                  <a:pt x="2639" y="93068"/>
                  <a:pt x="2688" y="93093"/>
                  <a:pt x="2688" y="93167"/>
                </a:cubicBezTo>
                <a:cubicBezTo>
                  <a:pt x="2713" y="93217"/>
                  <a:pt x="2738" y="93267"/>
                  <a:pt x="2763" y="93366"/>
                </a:cubicBezTo>
                <a:cubicBezTo>
                  <a:pt x="2937" y="93839"/>
                  <a:pt x="3112" y="94312"/>
                  <a:pt x="3261" y="94710"/>
                </a:cubicBezTo>
                <a:cubicBezTo>
                  <a:pt x="4132" y="96976"/>
                  <a:pt x="5800" y="99714"/>
                  <a:pt x="6347" y="100585"/>
                </a:cubicBezTo>
                <a:cubicBezTo>
                  <a:pt x="6771" y="101207"/>
                  <a:pt x="7194" y="101804"/>
                  <a:pt x="7567" y="102327"/>
                </a:cubicBezTo>
                <a:cubicBezTo>
                  <a:pt x="7642" y="102427"/>
                  <a:pt x="7692" y="102526"/>
                  <a:pt x="7716" y="102651"/>
                </a:cubicBezTo>
                <a:lnTo>
                  <a:pt x="7766" y="102651"/>
                </a:lnTo>
                <a:cubicBezTo>
                  <a:pt x="7791" y="102700"/>
                  <a:pt x="7816" y="102775"/>
                  <a:pt x="7891" y="102825"/>
                </a:cubicBezTo>
                <a:cubicBezTo>
                  <a:pt x="7891" y="102875"/>
                  <a:pt x="7916" y="102875"/>
                  <a:pt x="7916" y="102900"/>
                </a:cubicBezTo>
                <a:cubicBezTo>
                  <a:pt x="7841" y="102800"/>
                  <a:pt x="7791" y="102700"/>
                  <a:pt x="7716" y="102651"/>
                </a:cubicBezTo>
                <a:cubicBezTo>
                  <a:pt x="7692" y="102626"/>
                  <a:pt x="7667" y="102576"/>
                  <a:pt x="7667" y="102551"/>
                </a:cubicBezTo>
                <a:cubicBezTo>
                  <a:pt x="7467" y="102302"/>
                  <a:pt x="7268" y="102028"/>
                  <a:pt x="7069" y="101730"/>
                </a:cubicBezTo>
                <a:cubicBezTo>
                  <a:pt x="6820" y="101381"/>
                  <a:pt x="6571" y="101033"/>
                  <a:pt x="6323" y="100659"/>
                </a:cubicBezTo>
                <a:cubicBezTo>
                  <a:pt x="6323" y="100659"/>
                  <a:pt x="6323" y="100610"/>
                  <a:pt x="6298" y="100610"/>
                </a:cubicBezTo>
                <a:lnTo>
                  <a:pt x="6298" y="100585"/>
                </a:lnTo>
                <a:lnTo>
                  <a:pt x="5825" y="99838"/>
                </a:lnTo>
                <a:cubicBezTo>
                  <a:pt x="5352" y="99066"/>
                  <a:pt x="4705" y="97921"/>
                  <a:pt x="4107" y="96727"/>
                </a:cubicBezTo>
                <a:cubicBezTo>
                  <a:pt x="3983" y="96478"/>
                  <a:pt x="3858" y="96229"/>
                  <a:pt x="3784" y="95980"/>
                </a:cubicBezTo>
                <a:cubicBezTo>
                  <a:pt x="3709" y="95831"/>
                  <a:pt x="3609" y="95681"/>
                  <a:pt x="3560" y="95557"/>
                </a:cubicBezTo>
                <a:cubicBezTo>
                  <a:pt x="3435" y="95283"/>
                  <a:pt x="3336" y="95034"/>
                  <a:pt x="3211" y="94760"/>
                </a:cubicBezTo>
                <a:lnTo>
                  <a:pt x="3211" y="94735"/>
                </a:lnTo>
                <a:cubicBezTo>
                  <a:pt x="2989" y="94217"/>
                  <a:pt x="2766" y="93600"/>
                  <a:pt x="2593" y="92982"/>
                </a:cubicBezTo>
                <a:close/>
                <a:moveTo>
                  <a:pt x="43311" y="98170"/>
                </a:moveTo>
                <a:cubicBezTo>
                  <a:pt x="42514" y="99589"/>
                  <a:pt x="41543" y="101008"/>
                  <a:pt x="40423" y="102277"/>
                </a:cubicBezTo>
                <a:lnTo>
                  <a:pt x="40423" y="102302"/>
                </a:lnTo>
                <a:cubicBezTo>
                  <a:pt x="40050" y="102700"/>
                  <a:pt x="39677" y="103124"/>
                  <a:pt x="39303" y="103497"/>
                </a:cubicBezTo>
                <a:lnTo>
                  <a:pt x="39179" y="103621"/>
                </a:lnTo>
                <a:lnTo>
                  <a:pt x="39054" y="103497"/>
                </a:lnTo>
                <a:cubicBezTo>
                  <a:pt x="38781" y="103173"/>
                  <a:pt x="38482" y="102825"/>
                  <a:pt x="38258" y="102501"/>
                </a:cubicBezTo>
                <a:cubicBezTo>
                  <a:pt x="38208" y="102452"/>
                  <a:pt x="38183" y="102402"/>
                  <a:pt x="38158" y="102377"/>
                </a:cubicBezTo>
                <a:cubicBezTo>
                  <a:pt x="38133" y="102327"/>
                  <a:pt x="38133" y="102302"/>
                  <a:pt x="38084" y="102277"/>
                </a:cubicBezTo>
                <a:cubicBezTo>
                  <a:pt x="37810" y="101904"/>
                  <a:pt x="37586" y="101506"/>
                  <a:pt x="37337" y="101083"/>
                </a:cubicBezTo>
                <a:cubicBezTo>
                  <a:pt x="37287" y="101008"/>
                  <a:pt x="37237" y="100908"/>
                  <a:pt x="37187" y="100784"/>
                </a:cubicBezTo>
                <a:cubicBezTo>
                  <a:pt x="37138" y="100684"/>
                  <a:pt x="37088" y="100585"/>
                  <a:pt x="37063" y="100460"/>
                </a:cubicBezTo>
                <a:cubicBezTo>
                  <a:pt x="39104" y="99813"/>
                  <a:pt x="41195" y="99041"/>
                  <a:pt x="43311" y="98170"/>
                </a:cubicBezTo>
                <a:close/>
                <a:moveTo>
                  <a:pt x="36839" y="100560"/>
                </a:moveTo>
                <a:lnTo>
                  <a:pt x="36839" y="100560"/>
                </a:lnTo>
                <a:cubicBezTo>
                  <a:pt x="36939" y="100709"/>
                  <a:pt x="37038" y="100883"/>
                  <a:pt x="37088" y="101008"/>
                </a:cubicBezTo>
                <a:cubicBezTo>
                  <a:pt x="37138" y="101058"/>
                  <a:pt x="37163" y="101083"/>
                  <a:pt x="37163" y="101157"/>
                </a:cubicBezTo>
                <a:cubicBezTo>
                  <a:pt x="37163" y="101182"/>
                  <a:pt x="37187" y="101207"/>
                  <a:pt x="37187" y="101207"/>
                </a:cubicBezTo>
                <a:cubicBezTo>
                  <a:pt x="37212" y="101282"/>
                  <a:pt x="37237" y="101331"/>
                  <a:pt x="37287" y="101381"/>
                </a:cubicBezTo>
                <a:cubicBezTo>
                  <a:pt x="37387" y="101531"/>
                  <a:pt x="37436" y="101655"/>
                  <a:pt x="37536" y="101779"/>
                </a:cubicBezTo>
                <a:cubicBezTo>
                  <a:pt x="37536" y="101804"/>
                  <a:pt x="37561" y="101804"/>
                  <a:pt x="37561" y="101829"/>
                </a:cubicBezTo>
                <a:cubicBezTo>
                  <a:pt x="37586" y="101879"/>
                  <a:pt x="37586" y="101904"/>
                  <a:pt x="37636" y="101929"/>
                </a:cubicBezTo>
                <a:cubicBezTo>
                  <a:pt x="37660" y="101954"/>
                  <a:pt x="37685" y="102028"/>
                  <a:pt x="37710" y="102053"/>
                </a:cubicBezTo>
                <a:cubicBezTo>
                  <a:pt x="37785" y="102178"/>
                  <a:pt x="37884" y="102277"/>
                  <a:pt x="37934" y="102402"/>
                </a:cubicBezTo>
                <a:cubicBezTo>
                  <a:pt x="37959" y="102427"/>
                  <a:pt x="38009" y="102501"/>
                  <a:pt x="38034" y="102526"/>
                </a:cubicBezTo>
                <a:cubicBezTo>
                  <a:pt x="38059" y="102576"/>
                  <a:pt x="38133" y="102651"/>
                  <a:pt x="38158" y="102700"/>
                </a:cubicBezTo>
                <a:lnTo>
                  <a:pt x="38258" y="102800"/>
                </a:lnTo>
                <a:cubicBezTo>
                  <a:pt x="38283" y="102875"/>
                  <a:pt x="38308" y="102900"/>
                  <a:pt x="38382" y="102949"/>
                </a:cubicBezTo>
                <a:cubicBezTo>
                  <a:pt x="38382" y="102949"/>
                  <a:pt x="38382" y="102999"/>
                  <a:pt x="38407" y="102999"/>
                </a:cubicBezTo>
                <a:cubicBezTo>
                  <a:pt x="38457" y="103049"/>
                  <a:pt x="38507" y="103124"/>
                  <a:pt x="38557" y="103173"/>
                </a:cubicBezTo>
                <a:cubicBezTo>
                  <a:pt x="38631" y="103248"/>
                  <a:pt x="38681" y="103323"/>
                  <a:pt x="38756" y="103397"/>
                </a:cubicBezTo>
                <a:lnTo>
                  <a:pt x="38805" y="103447"/>
                </a:lnTo>
                <a:cubicBezTo>
                  <a:pt x="38880" y="103522"/>
                  <a:pt x="38930" y="103621"/>
                  <a:pt x="39005" y="103696"/>
                </a:cubicBezTo>
                <a:lnTo>
                  <a:pt x="38955" y="103746"/>
                </a:lnTo>
                <a:lnTo>
                  <a:pt x="38930" y="103771"/>
                </a:lnTo>
                <a:cubicBezTo>
                  <a:pt x="38781" y="103621"/>
                  <a:pt x="38656" y="103447"/>
                  <a:pt x="38532" y="103298"/>
                </a:cubicBezTo>
                <a:cubicBezTo>
                  <a:pt x="38432" y="103173"/>
                  <a:pt x="38308" y="103049"/>
                  <a:pt x="38208" y="102900"/>
                </a:cubicBezTo>
                <a:cubicBezTo>
                  <a:pt x="38084" y="102750"/>
                  <a:pt x="38009" y="102626"/>
                  <a:pt x="37909" y="102452"/>
                </a:cubicBezTo>
                <a:cubicBezTo>
                  <a:pt x="37810" y="102327"/>
                  <a:pt x="37710" y="102203"/>
                  <a:pt x="37636" y="102053"/>
                </a:cubicBezTo>
                <a:cubicBezTo>
                  <a:pt x="37511" y="101879"/>
                  <a:pt x="37412" y="101680"/>
                  <a:pt x="37287" y="101506"/>
                </a:cubicBezTo>
                <a:cubicBezTo>
                  <a:pt x="37262" y="101431"/>
                  <a:pt x="37187" y="101331"/>
                  <a:pt x="37163" y="101282"/>
                </a:cubicBezTo>
                <a:lnTo>
                  <a:pt x="37063" y="101083"/>
                </a:lnTo>
                <a:cubicBezTo>
                  <a:pt x="37013" y="100958"/>
                  <a:pt x="36914" y="100784"/>
                  <a:pt x="36839" y="100560"/>
                </a:cubicBezTo>
                <a:close/>
                <a:moveTo>
                  <a:pt x="43784" y="98046"/>
                </a:moveTo>
                <a:cubicBezTo>
                  <a:pt x="43759" y="98071"/>
                  <a:pt x="43759" y="98096"/>
                  <a:pt x="43734" y="98145"/>
                </a:cubicBezTo>
                <a:cubicBezTo>
                  <a:pt x="43609" y="98345"/>
                  <a:pt x="43460" y="98569"/>
                  <a:pt x="43311" y="98793"/>
                </a:cubicBezTo>
                <a:cubicBezTo>
                  <a:pt x="43311" y="98793"/>
                  <a:pt x="43311" y="98817"/>
                  <a:pt x="43286" y="98817"/>
                </a:cubicBezTo>
                <a:cubicBezTo>
                  <a:pt x="43161" y="99041"/>
                  <a:pt x="43037" y="99266"/>
                  <a:pt x="42912" y="99440"/>
                </a:cubicBezTo>
                <a:lnTo>
                  <a:pt x="42738" y="99714"/>
                </a:lnTo>
                <a:cubicBezTo>
                  <a:pt x="42440" y="100162"/>
                  <a:pt x="42141" y="100585"/>
                  <a:pt x="41817" y="101033"/>
                </a:cubicBezTo>
                <a:cubicBezTo>
                  <a:pt x="41767" y="101083"/>
                  <a:pt x="41693" y="101182"/>
                  <a:pt x="41643" y="101257"/>
                </a:cubicBezTo>
                <a:cubicBezTo>
                  <a:pt x="41295" y="101680"/>
                  <a:pt x="40946" y="102078"/>
                  <a:pt x="40573" y="102526"/>
                </a:cubicBezTo>
                <a:cubicBezTo>
                  <a:pt x="40523" y="102576"/>
                  <a:pt x="40448" y="102651"/>
                  <a:pt x="40423" y="102700"/>
                </a:cubicBezTo>
                <a:cubicBezTo>
                  <a:pt x="40075" y="103074"/>
                  <a:pt x="39751" y="103447"/>
                  <a:pt x="39378" y="103821"/>
                </a:cubicBezTo>
                <a:lnTo>
                  <a:pt x="39328" y="103796"/>
                </a:lnTo>
                <a:cubicBezTo>
                  <a:pt x="39303" y="103771"/>
                  <a:pt x="39303" y="103771"/>
                  <a:pt x="39328" y="103746"/>
                </a:cubicBezTo>
                <a:cubicBezTo>
                  <a:pt x="39701" y="103373"/>
                  <a:pt x="40075" y="102949"/>
                  <a:pt x="40448" y="102576"/>
                </a:cubicBezTo>
                <a:lnTo>
                  <a:pt x="40548" y="102501"/>
                </a:lnTo>
                <a:cubicBezTo>
                  <a:pt x="41792" y="101083"/>
                  <a:pt x="42813" y="99639"/>
                  <a:pt x="43684" y="98071"/>
                </a:cubicBezTo>
                <a:cubicBezTo>
                  <a:pt x="43734" y="98071"/>
                  <a:pt x="43734" y="98071"/>
                  <a:pt x="43759" y="98046"/>
                </a:cubicBezTo>
                <a:close/>
                <a:moveTo>
                  <a:pt x="39179" y="103821"/>
                </a:moveTo>
                <a:cubicBezTo>
                  <a:pt x="39179" y="103895"/>
                  <a:pt x="39179" y="103895"/>
                  <a:pt x="39204" y="103920"/>
                </a:cubicBezTo>
                <a:lnTo>
                  <a:pt x="39204" y="103920"/>
                </a:lnTo>
                <a:lnTo>
                  <a:pt x="39204" y="103920"/>
                </a:lnTo>
                <a:cubicBezTo>
                  <a:pt x="39204" y="103933"/>
                  <a:pt x="39197" y="103939"/>
                  <a:pt x="39194" y="103939"/>
                </a:cubicBezTo>
                <a:cubicBezTo>
                  <a:pt x="39191" y="103939"/>
                  <a:pt x="39191" y="103933"/>
                  <a:pt x="39204" y="103920"/>
                </a:cubicBezTo>
                <a:lnTo>
                  <a:pt x="39204" y="103920"/>
                </a:lnTo>
                <a:lnTo>
                  <a:pt x="39179" y="103945"/>
                </a:lnTo>
                <a:lnTo>
                  <a:pt x="39154" y="103920"/>
                </a:lnTo>
                <a:cubicBezTo>
                  <a:pt x="39154" y="103920"/>
                  <a:pt x="39154" y="103895"/>
                  <a:pt x="39129" y="103895"/>
                </a:cubicBezTo>
                <a:lnTo>
                  <a:pt x="39154" y="103870"/>
                </a:lnTo>
                <a:lnTo>
                  <a:pt x="39179" y="103821"/>
                </a:lnTo>
                <a:close/>
                <a:moveTo>
                  <a:pt x="39303" y="104069"/>
                </a:moveTo>
                <a:cubicBezTo>
                  <a:pt x="39378" y="104069"/>
                  <a:pt x="39403" y="104119"/>
                  <a:pt x="39403" y="104144"/>
                </a:cubicBezTo>
                <a:cubicBezTo>
                  <a:pt x="39627" y="104368"/>
                  <a:pt x="39826" y="104542"/>
                  <a:pt x="40075" y="104766"/>
                </a:cubicBezTo>
                <a:cubicBezTo>
                  <a:pt x="40150" y="104816"/>
                  <a:pt x="40199" y="104866"/>
                  <a:pt x="40274" y="104916"/>
                </a:cubicBezTo>
                <a:cubicBezTo>
                  <a:pt x="40498" y="105115"/>
                  <a:pt x="40697" y="105264"/>
                  <a:pt x="40946" y="105414"/>
                </a:cubicBezTo>
                <a:cubicBezTo>
                  <a:pt x="40958" y="105426"/>
                  <a:pt x="40971" y="105436"/>
                  <a:pt x="40984" y="105446"/>
                </a:cubicBezTo>
                <a:lnTo>
                  <a:pt x="40984" y="105446"/>
                </a:lnTo>
                <a:cubicBezTo>
                  <a:pt x="40334" y="105064"/>
                  <a:pt x="39787" y="104599"/>
                  <a:pt x="39303" y="104069"/>
                </a:cubicBezTo>
                <a:close/>
                <a:moveTo>
                  <a:pt x="77884" y="102128"/>
                </a:moveTo>
                <a:cubicBezTo>
                  <a:pt x="77163" y="102626"/>
                  <a:pt x="76416" y="103074"/>
                  <a:pt x="75719" y="103572"/>
                </a:cubicBezTo>
                <a:cubicBezTo>
                  <a:pt x="75669" y="103572"/>
                  <a:pt x="75669" y="103621"/>
                  <a:pt x="75644" y="103621"/>
                </a:cubicBezTo>
                <a:cubicBezTo>
                  <a:pt x="75296" y="103821"/>
                  <a:pt x="74997" y="104045"/>
                  <a:pt x="74649" y="104269"/>
                </a:cubicBezTo>
                <a:cubicBezTo>
                  <a:pt x="74499" y="104368"/>
                  <a:pt x="74300" y="104493"/>
                  <a:pt x="74151" y="104567"/>
                </a:cubicBezTo>
                <a:cubicBezTo>
                  <a:pt x="74101" y="104617"/>
                  <a:pt x="74026" y="104642"/>
                  <a:pt x="73952" y="104692"/>
                </a:cubicBezTo>
                <a:cubicBezTo>
                  <a:pt x="73777" y="104816"/>
                  <a:pt x="73603" y="104916"/>
                  <a:pt x="73429" y="105015"/>
                </a:cubicBezTo>
                <a:cubicBezTo>
                  <a:pt x="73080" y="105237"/>
                  <a:pt x="72710" y="105450"/>
                  <a:pt x="72347" y="105664"/>
                </a:cubicBezTo>
                <a:lnTo>
                  <a:pt x="72347" y="105664"/>
                </a:lnTo>
                <a:cubicBezTo>
                  <a:pt x="73812" y="104769"/>
                  <a:pt x="75333" y="103810"/>
                  <a:pt x="76491" y="103024"/>
                </a:cubicBezTo>
                <a:cubicBezTo>
                  <a:pt x="76889" y="102750"/>
                  <a:pt x="77287" y="102452"/>
                  <a:pt x="77760" y="102128"/>
                </a:cubicBezTo>
                <a:close/>
                <a:moveTo>
                  <a:pt x="41444" y="105737"/>
                </a:moveTo>
                <a:cubicBezTo>
                  <a:pt x="41446" y="105737"/>
                  <a:pt x="41462" y="105738"/>
                  <a:pt x="41467" y="105752"/>
                </a:cubicBezTo>
                <a:lnTo>
                  <a:pt x="41467" y="105752"/>
                </a:lnTo>
                <a:cubicBezTo>
                  <a:pt x="41459" y="105747"/>
                  <a:pt x="41452" y="105742"/>
                  <a:pt x="41444" y="105737"/>
                </a:cubicBezTo>
                <a:close/>
                <a:moveTo>
                  <a:pt x="68899" y="96154"/>
                </a:moveTo>
                <a:lnTo>
                  <a:pt x="68949" y="96204"/>
                </a:lnTo>
                <a:cubicBezTo>
                  <a:pt x="69795" y="97075"/>
                  <a:pt x="70641" y="97847"/>
                  <a:pt x="71413" y="98569"/>
                </a:cubicBezTo>
                <a:cubicBezTo>
                  <a:pt x="72234" y="99290"/>
                  <a:pt x="72981" y="99888"/>
                  <a:pt x="73678" y="100410"/>
                </a:cubicBezTo>
                <a:cubicBezTo>
                  <a:pt x="73603" y="100460"/>
                  <a:pt x="73529" y="100510"/>
                  <a:pt x="73429" y="100560"/>
                </a:cubicBezTo>
                <a:cubicBezTo>
                  <a:pt x="73080" y="100759"/>
                  <a:pt x="72782" y="100958"/>
                  <a:pt x="72433" y="101157"/>
                </a:cubicBezTo>
                <a:cubicBezTo>
                  <a:pt x="72259" y="101257"/>
                  <a:pt x="72085" y="101331"/>
                  <a:pt x="71911" y="101456"/>
                </a:cubicBezTo>
                <a:cubicBezTo>
                  <a:pt x="67804" y="103771"/>
                  <a:pt x="63721" y="105513"/>
                  <a:pt x="59863" y="106608"/>
                </a:cubicBezTo>
                <a:cubicBezTo>
                  <a:pt x="60461" y="104916"/>
                  <a:pt x="60834" y="103149"/>
                  <a:pt x="60983" y="101307"/>
                </a:cubicBezTo>
                <a:cubicBezTo>
                  <a:pt x="61058" y="101282"/>
                  <a:pt x="61108" y="101257"/>
                  <a:pt x="61183" y="101182"/>
                </a:cubicBezTo>
                <a:cubicBezTo>
                  <a:pt x="63398" y="99888"/>
                  <a:pt x="65588" y="98444"/>
                  <a:pt x="67804" y="96901"/>
                </a:cubicBezTo>
                <a:cubicBezTo>
                  <a:pt x="68177" y="96627"/>
                  <a:pt x="68525" y="96378"/>
                  <a:pt x="68899" y="96154"/>
                </a:cubicBezTo>
                <a:close/>
                <a:moveTo>
                  <a:pt x="60809" y="101431"/>
                </a:moveTo>
                <a:cubicBezTo>
                  <a:pt x="60610" y="103273"/>
                  <a:pt x="60262" y="105015"/>
                  <a:pt x="59689" y="106658"/>
                </a:cubicBezTo>
                <a:cubicBezTo>
                  <a:pt x="59652" y="106658"/>
                  <a:pt x="59629" y="106658"/>
                  <a:pt x="59620" y="106668"/>
                </a:cubicBezTo>
                <a:lnTo>
                  <a:pt x="59620" y="106668"/>
                </a:lnTo>
                <a:cubicBezTo>
                  <a:pt x="60189" y="105029"/>
                  <a:pt x="60561" y="103267"/>
                  <a:pt x="60734" y="101456"/>
                </a:cubicBezTo>
                <a:cubicBezTo>
                  <a:pt x="60784" y="101456"/>
                  <a:pt x="60784" y="101431"/>
                  <a:pt x="60809" y="101431"/>
                </a:cubicBezTo>
                <a:close/>
                <a:moveTo>
                  <a:pt x="47468" y="96328"/>
                </a:moveTo>
                <a:cubicBezTo>
                  <a:pt x="47891" y="96577"/>
                  <a:pt x="48364" y="96801"/>
                  <a:pt x="48837" y="96976"/>
                </a:cubicBezTo>
                <a:cubicBezTo>
                  <a:pt x="47990" y="100510"/>
                  <a:pt x="46397" y="103920"/>
                  <a:pt x="44033" y="106882"/>
                </a:cubicBezTo>
                <a:cubicBezTo>
                  <a:pt x="43933" y="106783"/>
                  <a:pt x="43809" y="106733"/>
                  <a:pt x="43659" y="106658"/>
                </a:cubicBezTo>
                <a:cubicBezTo>
                  <a:pt x="43410" y="106559"/>
                  <a:pt x="43136" y="106434"/>
                  <a:pt x="42888" y="106359"/>
                </a:cubicBezTo>
                <a:cubicBezTo>
                  <a:pt x="42688" y="106260"/>
                  <a:pt x="42514" y="106135"/>
                  <a:pt x="42290" y="106036"/>
                </a:cubicBezTo>
                <a:cubicBezTo>
                  <a:pt x="42041" y="105911"/>
                  <a:pt x="41817" y="105787"/>
                  <a:pt x="41618" y="105662"/>
                </a:cubicBezTo>
                <a:lnTo>
                  <a:pt x="41568" y="105662"/>
                </a:lnTo>
                <a:cubicBezTo>
                  <a:pt x="41394" y="105538"/>
                  <a:pt x="41245" y="105414"/>
                  <a:pt x="41046" y="105289"/>
                </a:cubicBezTo>
                <a:lnTo>
                  <a:pt x="40398" y="104816"/>
                </a:lnTo>
                <a:cubicBezTo>
                  <a:pt x="40249" y="104692"/>
                  <a:pt x="40075" y="104542"/>
                  <a:pt x="39926" y="104393"/>
                </a:cubicBezTo>
                <a:cubicBezTo>
                  <a:pt x="39776" y="104244"/>
                  <a:pt x="39577" y="104119"/>
                  <a:pt x="39428" y="103945"/>
                </a:cubicBezTo>
                <a:cubicBezTo>
                  <a:pt x="39801" y="103572"/>
                  <a:pt x="40174" y="103198"/>
                  <a:pt x="40523" y="102800"/>
                </a:cubicBezTo>
                <a:lnTo>
                  <a:pt x="40647" y="102676"/>
                </a:lnTo>
                <a:cubicBezTo>
                  <a:pt x="41046" y="102203"/>
                  <a:pt x="41419" y="101755"/>
                  <a:pt x="41792" y="101282"/>
                </a:cubicBezTo>
                <a:cubicBezTo>
                  <a:pt x="42614" y="100211"/>
                  <a:pt x="43360" y="99091"/>
                  <a:pt x="43983" y="97921"/>
                </a:cubicBezTo>
                <a:cubicBezTo>
                  <a:pt x="45128" y="97424"/>
                  <a:pt x="46273" y="96901"/>
                  <a:pt x="47468" y="96328"/>
                </a:cubicBezTo>
                <a:close/>
                <a:moveTo>
                  <a:pt x="73877" y="100535"/>
                </a:moveTo>
                <a:lnTo>
                  <a:pt x="73902" y="100560"/>
                </a:lnTo>
                <a:cubicBezTo>
                  <a:pt x="73902" y="100560"/>
                  <a:pt x="73927" y="100560"/>
                  <a:pt x="73927" y="100585"/>
                </a:cubicBezTo>
                <a:cubicBezTo>
                  <a:pt x="73877" y="100635"/>
                  <a:pt x="73802" y="100684"/>
                  <a:pt x="73753" y="100709"/>
                </a:cubicBezTo>
                <a:cubicBezTo>
                  <a:pt x="73529" y="100834"/>
                  <a:pt x="73304" y="100958"/>
                  <a:pt x="73130" y="101083"/>
                </a:cubicBezTo>
                <a:lnTo>
                  <a:pt x="72856" y="101282"/>
                </a:lnTo>
                <a:cubicBezTo>
                  <a:pt x="72657" y="101406"/>
                  <a:pt x="72433" y="101506"/>
                  <a:pt x="72259" y="101630"/>
                </a:cubicBezTo>
                <a:cubicBezTo>
                  <a:pt x="71637" y="101954"/>
                  <a:pt x="71015" y="102302"/>
                  <a:pt x="70417" y="102626"/>
                </a:cubicBezTo>
                <a:lnTo>
                  <a:pt x="69870" y="102900"/>
                </a:lnTo>
                <a:cubicBezTo>
                  <a:pt x="69421" y="103124"/>
                  <a:pt x="68998" y="103323"/>
                  <a:pt x="68575" y="103547"/>
                </a:cubicBezTo>
                <a:cubicBezTo>
                  <a:pt x="68028" y="103821"/>
                  <a:pt x="67505" y="104069"/>
                  <a:pt x="66932" y="104318"/>
                </a:cubicBezTo>
                <a:cubicBezTo>
                  <a:pt x="66883" y="104368"/>
                  <a:pt x="66783" y="104393"/>
                  <a:pt x="66708" y="104418"/>
                </a:cubicBezTo>
                <a:cubicBezTo>
                  <a:pt x="64418" y="105438"/>
                  <a:pt x="62103" y="106285"/>
                  <a:pt x="59913" y="106907"/>
                </a:cubicBezTo>
                <a:lnTo>
                  <a:pt x="59913" y="106882"/>
                </a:lnTo>
                <a:lnTo>
                  <a:pt x="59913" y="106857"/>
                </a:lnTo>
                <a:cubicBezTo>
                  <a:pt x="59938" y="106783"/>
                  <a:pt x="60038" y="106758"/>
                  <a:pt x="60112" y="106733"/>
                </a:cubicBezTo>
                <a:cubicBezTo>
                  <a:pt x="60311" y="106658"/>
                  <a:pt x="60461" y="106633"/>
                  <a:pt x="60635" y="106559"/>
                </a:cubicBezTo>
                <a:cubicBezTo>
                  <a:pt x="61083" y="106434"/>
                  <a:pt x="61506" y="106285"/>
                  <a:pt x="61954" y="106135"/>
                </a:cubicBezTo>
                <a:cubicBezTo>
                  <a:pt x="61979" y="106135"/>
                  <a:pt x="62004" y="106111"/>
                  <a:pt x="62079" y="106111"/>
                </a:cubicBezTo>
                <a:cubicBezTo>
                  <a:pt x="62203" y="106061"/>
                  <a:pt x="62303" y="106036"/>
                  <a:pt x="62427" y="106011"/>
                </a:cubicBezTo>
                <a:cubicBezTo>
                  <a:pt x="62925" y="105812"/>
                  <a:pt x="63448" y="105638"/>
                  <a:pt x="63945" y="105438"/>
                </a:cubicBezTo>
                <a:cubicBezTo>
                  <a:pt x="63995" y="105414"/>
                  <a:pt x="64095" y="105389"/>
                  <a:pt x="64169" y="105364"/>
                </a:cubicBezTo>
                <a:cubicBezTo>
                  <a:pt x="64692" y="105140"/>
                  <a:pt x="65240" y="104916"/>
                  <a:pt x="65787" y="104692"/>
                </a:cubicBezTo>
                <a:cubicBezTo>
                  <a:pt x="65837" y="104667"/>
                  <a:pt x="65862" y="104667"/>
                  <a:pt x="65937" y="104642"/>
                </a:cubicBezTo>
                <a:cubicBezTo>
                  <a:pt x="66484" y="104393"/>
                  <a:pt x="67032" y="104144"/>
                  <a:pt x="67580" y="103895"/>
                </a:cubicBezTo>
                <a:cubicBezTo>
                  <a:pt x="67654" y="103870"/>
                  <a:pt x="67679" y="103870"/>
                  <a:pt x="67729" y="103821"/>
                </a:cubicBezTo>
                <a:cubicBezTo>
                  <a:pt x="68276" y="103572"/>
                  <a:pt x="68824" y="103298"/>
                  <a:pt x="69347" y="103024"/>
                </a:cubicBezTo>
                <a:lnTo>
                  <a:pt x="69546" y="102924"/>
                </a:lnTo>
                <a:cubicBezTo>
                  <a:pt x="70069" y="102676"/>
                  <a:pt x="70566" y="102402"/>
                  <a:pt x="71089" y="102078"/>
                </a:cubicBezTo>
                <a:lnTo>
                  <a:pt x="71139" y="102078"/>
                </a:lnTo>
                <a:cubicBezTo>
                  <a:pt x="71214" y="102053"/>
                  <a:pt x="71288" y="102004"/>
                  <a:pt x="71388" y="101954"/>
                </a:cubicBezTo>
                <a:cubicBezTo>
                  <a:pt x="71637" y="101804"/>
                  <a:pt x="71911" y="101680"/>
                  <a:pt x="72160" y="101531"/>
                </a:cubicBezTo>
                <a:cubicBezTo>
                  <a:pt x="72309" y="101431"/>
                  <a:pt x="72458" y="101331"/>
                  <a:pt x="72657" y="101257"/>
                </a:cubicBezTo>
                <a:cubicBezTo>
                  <a:pt x="72757" y="101182"/>
                  <a:pt x="72856" y="101157"/>
                  <a:pt x="72906" y="101083"/>
                </a:cubicBezTo>
                <a:cubicBezTo>
                  <a:pt x="73006" y="101033"/>
                  <a:pt x="73130" y="100958"/>
                  <a:pt x="73230" y="100908"/>
                </a:cubicBezTo>
                <a:lnTo>
                  <a:pt x="73255" y="100883"/>
                </a:lnTo>
                <a:cubicBezTo>
                  <a:pt x="73404" y="100784"/>
                  <a:pt x="73529" y="100684"/>
                  <a:pt x="73678" y="100635"/>
                </a:cubicBezTo>
                <a:lnTo>
                  <a:pt x="73877" y="100535"/>
                </a:lnTo>
                <a:close/>
                <a:moveTo>
                  <a:pt x="49135" y="96976"/>
                </a:moveTo>
                <a:cubicBezTo>
                  <a:pt x="48289" y="100510"/>
                  <a:pt x="46721" y="103920"/>
                  <a:pt x="44381" y="106882"/>
                </a:cubicBezTo>
                <a:cubicBezTo>
                  <a:pt x="44366" y="106911"/>
                  <a:pt x="44343" y="106923"/>
                  <a:pt x="44327" y="106923"/>
                </a:cubicBezTo>
                <a:cubicBezTo>
                  <a:pt x="44315" y="106923"/>
                  <a:pt x="44306" y="106917"/>
                  <a:pt x="44306" y="106907"/>
                </a:cubicBezTo>
                <a:cubicBezTo>
                  <a:pt x="46621" y="103920"/>
                  <a:pt x="48214" y="100485"/>
                  <a:pt x="49085" y="96976"/>
                </a:cubicBezTo>
                <a:close/>
                <a:moveTo>
                  <a:pt x="41519" y="105762"/>
                </a:moveTo>
                <a:cubicBezTo>
                  <a:pt x="41668" y="105862"/>
                  <a:pt x="41792" y="105936"/>
                  <a:pt x="41942" y="106036"/>
                </a:cubicBezTo>
                <a:lnTo>
                  <a:pt x="42141" y="106135"/>
                </a:lnTo>
                <a:cubicBezTo>
                  <a:pt x="42440" y="106310"/>
                  <a:pt x="42763" y="106484"/>
                  <a:pt x="43087" y="106633"/>
                </a:cubicBezTo>
                <a:cubicBezTo>
                  <a:pt x="43211" y="106683"/>
                  <a:pt x="43385" y="106758"/>
                  <a:pt x="43535" y="106807"/>
                </a:cubicBezTo>
                <a:lnTo>
                  <a:pt x="44008" y="107007"/>
                </a:lnTo>
                <a:lnTo>
                  <a:pt x="44008" y="107031"/>
                </a:lnTo>
                <a:cubicBezTo>
                  <a:pt x="43096" y="106684"/>
                  <a:pt x="42260" y="106261"/>
                  <a:pt x="41483" y="105762"/>
                </a:cubicBezTo>
                <a:close/>
                <a:moveTo>
                  <a:pt x="9011" y="104169"/>
                </a:moveTo>
                <a:lnTo>
                  <a:pt x="9011" y="104169"/>
                </a:lnTo>
                <a:cubicBezTo>
                  <a:pt x="9782" y="105065"/>
                  <a:pt x="10305" y="105613"/>
                  <a:pt x="10380" y="105662"/>
                </a:cubicBezTo>
                <a:lnTo>
                  <a:pt x="10405" y="105687"/>
                </a:lnTo>
                <a:lnTo>
                  <a:pt x="10678" y="105986"/>
                </a:lnTo>
                <a:cubicBezTo>
                  <a:pt x="10753" y="106036"/>
                  <a:pt x="10828" y="106135"/>
                  <a:pt x="10927" y="106185"/>
                </a:cubicBezTo>
                <a:cubicBezTo>
                  <a:pt x="11258" y="106516"/>
                  <a:pt x="11589" y="106827"/>
                  <a:pt x="11936" y="107153"/>
                </a:cubicBezTo>
                <a:lnTo>
                  <a:pt x="11936" y="107153"/>
                </a:lnTo>
                <a:cubicBezTo>
                  <a:pt x="11892" y="107121"/>
                  <a:pt x="11845" y="107091"/>
                  <a:pt x="11799" y="107056"/>
                </a:cubicBezTo>
                <a:cubicBezTo>
                  <a:pt x="11799" y="107056"/>
                  <a:pt x="11774" y="107031"/>
                  <a:pt x="11749" y="107031"/>
                </a:cubicBezTo>
                <a:lnTo>
                  <a:pt x="11599" y="106907"/>
                </a:lnTo>
                <a:cubicBezTo>
                  <a:pt x="11400" y="106708"/>
                  <a:pt x="11176" y="106534"/>
                  <a:pt x="10977" y="106310"/>
                </a:cubicBezTo>
                <a:cubicBezTo>
                  <a:pt x="10927" y="106260"/>
                  <a:pt x="10853" y="106235"/>
                  <a:pt x="10803" y="106160"/>
                </a:cubicBezTo>
                <a:cubicBezTo>
                  <a:pt x="10678" y="106036"/>
                  <a:pt x="10554" y="105911"/>
                  <a:pt x="10405" y="105787"/>
                </a:cubicBezTo>
                <a:cubicBezTo>
                  <a:pt x="10330" y="105737"/>
                  <a:pt x="10280" y="105662"/>
                  <a:pt x="10255" y="105613"/>
                </a:cubicBezTo>
                <a:cubicBezTo>
                  <a:pt x="10106" y="105488"/>
                  <a:pt x="10031" y="105364"/>
                  <a:pt x="9907" y="105239"/>
                </a:cubicBezTo>
                <a:cubicBezTo>
                  <a:pt x="9708" y="105040"/>
                  <a:pt x="9533" y="104816"/>
                  <a:pt x="9384" y="104642"/>
                </a:cubicBezTo>
                <a:lnTo>
                  <a:pt x="9285" y="104542"/>
                </a:lnTo>
                <a:lnTo>
                  <a:pt x="9011" y="104169"/>
                </a:lnTo>
                <a:close/>
                <a:moveTo>
                  <a:pt x="60685" y="96951"/>
                </a:moveTo>
                <a:lnTo>
                  <a:pt x="60685" y="96951"/>
                </a:lnTo>
                <a:cubicBezTo>
                  <a:pt x="60784" y="98345"/>
                  <a:pt x="60734" y="99714"/>
                  <a:pt x="60635" y="101083"/>
                </a:cubicBezTo>
                <a:cubicBezTo>
                  <a:pt x="56055" y="103696"/>
                  <a:pt x="51525" y="105911"/>
                  <a:pt x="47094" y="107654"/>
                </a:cubicBezTo>
                <a:cubicBezTo>
                  <a:pt x="46970" y="107629"/>
                  <a:pt x="46845" y="107604"/>
                  <a:pt x="46721" y="107604"/>
                </a:cubicBezTo>
                <a:cubicBezTo>
                  <a:pt x="46397" y="107529"/>
                  <a:pt x="46099" y="107480"/>
                  <a:pt x="45800" y="107405"/>
                </a:cubicBezTo>
                <a:lnTo>
                  <a:pt x="45153" y="107231"/>
                </a:lnTo>
                <a:cubicBezTo>
                  <a:pt x="44978" y="107156"/>
                  <a:pt x="44754" y="107106"/>
                  <a:pt x="44555" y="107031"/>
                </a:cubicBezTo>
                <a:cubicBezTo>
                  <a:pt x="46895" y="104045"/>
                  <a:pt x="48488" y="100610"/>
                  <a:pt x="49334" y="97125"/>
                </a:cubicBezTo>
                <a:cubicBezTo>
                  <a:pt x="50778" y="97623"/>
                  <a:pt x="52396" y="97872"/>
                  <a:pt x="54213" y="97872"/>
                </a:cubicBezTo>
                <a:cubicBezTo>
                  <a:pt x="56204" y="97872"/>
                  <a:pt x="58370" y="97573"/>
                  <a:pt x="60685" y="96951"/>
                </a:cubicBezTo>
                <a:close/>
                <a:moveTo>
                  <a:pt x="60560" y="101282"/>
                </a:moveTo>
                <a:lnTo>
                  <a:pt x="60560" y="101331"/>
                </a:lnTo>
                <a:cubicBezTo>
                  <a:pt x="56204" y="103895"/>
                  <a:pt x="51848" y="106036"/>
                  <a:pt x="47542" y="107728"/>
                </a:cubicBezTo>
                <a:lnTo>
                  <a:pt x="47418" y="107728"/>
                </a:lnTo>
                <a:cubicBezTo>
                  <a:pt x="51749" y="106036"/>
                  <a:pt x="56130" y="103895"/>
                  <a:pt x="60560" y="101282"/>
                </a:cubicBezTo>
                <a:close/>
                <a:moveTo>
                  <a:pt x="44381" y="107156"/>
                </a:moveTo>
                <a:cubicBezTo>
                  <a:pt x="44481" y="107181"/>
                  <a:pt x="44530" y="107231"/>
                  <a:pt x="44630" y="107256"/>
                </a:cubicBezTo>
                <a:cubicBezTo>
                  <a:pt x="44779" y="107305"/>
                  <a:pt x="44929" y="107355"/>
                  <a:pt x="45103" y="107405"/>
                </a:cubicBezTo>
                <a:lnTo>
                  <a:pt x="45750" y="107604"/>
                </a:lnTo>
                <a:lnTo>
                  <a:pt x="46223" y="107679"/>
                </a:lnTo>
                <a:cubicBezTo>
                  <a:pt x="46422" y="107728"/>
                  <a:pt x="46596" y="107753"/>
                  <a:pt x="46721" y="107778"/>
                </a:cubicBezTo>
                <a:cubicBezTo>
                  <a:pt x="46671" y="107778"/>
                  <a:pt x="46671" y="107778"/>
                  <a:pt x="46646" y="107803"/>
                </a:cubicBezTo>
                <a:cubicBezTo>
                  <a:pt x="45850" y="107654"/>
                  <a:pt x="45103" y="107480"/>
                  <a:pt x="44356" y="107181"/>
                </a:cubicBezTo>
                <a:lnTo>
                  <a:pt x="44381" y="107156"/>
                </a:lnTo>
                <a:close/>
                <a:moveTo>
                  <a:pt x="47163" y="107859"/>
                </a:moveTo>
                <a:cubicBezTo>
                  <a:pt x="47175" y="107859"/>
                  <a:pt x="47194" y="107865"/>
                  <a:pt x="47219" y="107878"/>
                </a:cubicBezTo>
                <a:cubicBezTo>
                  <a:pt x="47219" y="107878"/>
                  <a:pt x="47169" y="107878"/>
                  <a:pt x="47169" y="107903"/>
                </a:cubicBezTo>
                <a:cubicBezTo>
                  <a:pt x="47169" y="107903"/>
                  <a:pt x="47144" y="107903"/>
                  <a:pt x="47144" y="107928"/>
                </a:cubicBezTo>
                <a:cubicBezTo>
                  <a:pt x="47119" y="107928"/>
                  <a:pt x="47094" y="107903"/>
                  <a:pt x="47019" y="107903"/>
                </a:cubicBezTo>
                <a:lnTo>
                  <a:pt x="47094" y="107903"/>
                </a:lnTo>
                <a:cubicBezTo>
                  <a:pt x="47119" y="107903"/>
                  <a:pt x="47119" y="107903"/>
                  <a:pt x="47144" y="107878"/>
                </a:cubicBezTo>
                <a:cubicBezTo>
                  <a:pt x="47144" y="107865"/>
                  <a:pt x="47150" y="107859"/>
                  <a:pt x="47163" y="107859"/>
                </a:cubicBezTo>
                <a:close/>
                <a:moveTo>
                  <a:pt x="60535" y="101630"/>
                </a:moveTo>
                <a:lnTo>
                  <a:pt x="60535" y="101630"/>
                </a:lnTo>
                <a:cubicBezTo>
                  <a:pt x="60336" y="103422"/>
                  <a:pt x="59963" y="105165"/>
                  <a:pt x="59415" y="106758"/>
                </a:cubicBezTo>
                <a:cubicBezTo>
                  <a:pt x="57847" y="107131"/>
                  <a:pt x="56329" y="107480"/>
                  <a:pt x="54860" y="107679"/>
                </a:cubicBezTo>
                <a:lnTo>
                  <a:pt x="54810" y="107679"/>
                </a:lnTo>
                <a:cubicBezTo>
                  <a:pt x="54736" y="107679"/>
                  <a:pt x="54686" y="107728"/>
                  <a:pt x="54586" y="107728"/>
                </a:cubicBezTo>
                <a:cubicBezTo>
                  <a:pt x="54238" y="107753"/>
                  <a:pt x="53939" y="107803"/>
                  <a:pt x="53591" y="107853"/>
                </a:cubicBezTo>
                <a:cubicBezTo>
                  <a:pt x="53342" y="107878"/>
                  <a:pt x="53118" y="107878"/>
                  <a:pt x="52894" y="107903"/>
                </a:cubicBezTo>
                <a:cubicBezTo>
                  <a:pt x="52819" y="107903"/>
                  <a:pt x="52720" y="107903"/>
                  <a:pt x="52620" y="107928"/>
                </a:cubicBezTo>
                <a:cubicBezTo>
                  <a:pt x="52496" y="107928"/>
                  <a:pt x="52371" y="107977"/>
                  <a:pt x="52247" y="107977"/>
                </a:cubicBezTo>
                <a:cubicBezTo>
                  <a:pt x="51973" y="107977"/>
                  <a:pt x="51649" y="108002"/>
                  <a:pt x="51375" y="108002"/>
                </a:cubicBezTo>
                <a:lnTo>
                  <a:pt x="50853" y="108002"/>
                </a:lnTo>
                <a:cubicBezTo>
                  <a:pt x="50280" y="108002"/>
                  <a:pt x="49733" y="107977"/>
                  <a:pt x="49160" y="107928"/>
                </a:cubicBezTo>
                <a:lnTo>
                  <a:pt x="49135" y="107928"/>
                </a:lnTo>
                <a:cubicBezTo>
                  <a:pt x="49011" y="107928"/>
                  <a:pt x="48886" y="107903"/>
                  <a:pt x="48762" y="107903"/>
                </a:cubicBezTo>
                <a:cubicBezTo>
                  <a:pt x="48662" y="107903"/>
                  <a:pt x="48588" y="107878"/>
                  <a:pt x="48488" y="107878"/>
                </a:cubicBezTo>
                <a:cubicBezTo>
                  <a:pt x="48289" y="107853"/>
                  <a:pt x="48140" y="107853"/>
                  <a:pt x="47965" y="107803"/>
                </a:cubicBezTo>
                <a:cubicBezTo>
                  <a:pt x="52072" y="106160"/>
                  <a:pt x="56254" y="104119"/>
                  <a:pt x="60535" y="101630"/>
                </a:cubicBezTo>
                <a:close/>
                <a:moveTo>
                  <a:pt x="59316" y="106957"/>
                </a:moveTo>
                <a:lnTo>
                  <a:pt x="59316" y="107007"/>
                </a:lnTo>
                <a:lnTo>
                  <a:pt x="59316" y="107031"/>
                </a:lnTo>
                <a:cubicBezTo>
                  <a:pt x="58594" y="107206"/>
                  <a:pt x="57847" y="107405"/>
                  <a:pt x="57125" y="107554"/>
                </a:cubicBezTo>
                <a:cubicBezTo>
                  <a:pt x="57001" y="107579"/>
                  <a:pt x="56876" y="107579"/>
                  <a:pt x="56752" y="107629"/>
                </a:cubicBezTo>
                <a:cubicBezTo>
                  <a:pt x="56155" y="107753"/>
                  <a:pt x="55582" y="107828"/>
                  <a:pt x="54985" y="107928"/>
                </a:cubicBezTo>
                <a:cubicBezTo>
                  <a:pt x="54960" y="107928"/>
                  <a:pt x="54910" y="107928"/>
                  <a:pt x="54860" y="107952"/>
                </a:cubicBezTo>
                <a:cubicBezTo>
                  <a:pt x="54761" y="107952"/>
                  <a:pt x="54661" y="108002"/>
                  <a:pt x="54611" y="108002"/>
                </a:cubicBezTo>
                <a:cubicBezTo>
                  <a:pt x="54263" y="108027"/>
                  <a:pt x="53914" y="108077"/>
                  <a:pt x="53616" y="108127"/>
                </a:cubicBezTo>
                <a:cubicBezTo>
                  <a:pt x="53367" y="108152"/>
                  <a:pt x="53143" y="108152"/>
                  <a:pt x="52894" y="108176"/>
                </a:cubicBezTo>
                <a:cubicBezTo>
                  <a:pt x="52844" y="108176"/>
                  <a:pt x="52744" y="108176"/>
                  <a:pt x="52670" y="108201"/>
                </a:cubicBezTo>
                <a:cubicBezTo>
                  <a:pt x="52520" y="108201"/>
                  <a:pt x="52371" y="108251"/>
                  <a:pt x="52247" y="108251"/>
                </a:cubicBezTo>
                <a:cubicBezTo>
                  <a:pt x="51774" y="108276"/>
                  <a:pt x="51301" y="108276"/>
                  <a:pt x="50853" y="108276"/>
                </a:cubicBezTo>
                <a:lnTo>
                  <a:pt x="50430" y="108276"/>
                </a:lnTo>
                <a:cubicBezTo>
                  <a:pt x="49982" y="108276"/>
                  <a:pt x="49509" y="108251"/>
                  <a:pt x="49061" y="108226"/>
                </a:cubicBezTo>
                <a:cubicBezTo>
                  <a:pt x="48986" y="108226"/>
                  <a:pt x="48911" y="108226"/>
                  <a:pt x="48812" y="108176"/>
                </a:cubicBezTo>
                <a:cubicBezTo>
                  <a:pt x="48538" y="108152"/>
                  <a:pt x="48289" y="108127"/>
                  <a:pt x="48015" y="108077"/>
                </a:cubicBezTo>
                <a:cubicBezTo>
                  <a:pt x="47816" y="108052"/>
                  <a:pt x="47642" y="108052"/>
                  <a:pt x="47492" y="108027"/>
                </a:cubicBezTo>
                <a:cubicBezTo>
                  <a:pt x="47517" y="107977"/>
                  <a:pt x="47517" y="107977"/>
                  <a:pt x="47542" y="107928"/>
                </a:cubicBezTo>
                <a:cubicBezTo>
                  <a:pt x="47592" y="107928"/>
                  <a:pt x="47592" y="107928"/>
                  <a:pt x="47617" y="107903"/>
                </a:cubicBezTo>
                <a:lnTo>
                  <a:pt x="47716" y="107903"/>
                </a:lnTo>
                <a:cubicBezTo>
                  <a:pt x="48090" y="107952"/>
                  <a:pt x="48463" y="108002"/>
                  <a:pt x="48837" y="108027"/>
                </a:cubicBezTo>
                <a:cubicBezTo>
                  <a:pt x="48911" y="108027"/>
                  <a:pt x="48986" y="108052"/>
                  <a:pt x="49036" y="108052"/>
                </a:cubicBezTo>
                <a:lnTo>
                  <a:pt x="49235" y="108052"/>
                </a:lnTo>
                <a:cubicBezTo>
                  <a:pt x="49758" y="108102"/>
                  <a:pt x="50280" y="108127"/>
                  <a:pt x="50803" y="108127"/>
                </a:cubicBezTo>
                <a:cubicBezTo>
                  <a:pt x="51276" y="108127"/>
                  <a:pt x="51749" y="108077"/>
                  <a:pt x="52222" y="108077"/>
                </a:cubicBezTo>
                <a:lnTo>
                  <a:pt x="52247" y="108077"/>
                </a:lnTo>
                <a:cubicBezTo>
                  <a:pt x="52346" y="108077"/>
                  <a:pt x="52471" y="108077"/>
                  <a:pt x="52545" y="108052"/>
                </a:cubicBezTo>
                <a:cubicBezTo>
                  <a:pt x="52645" y="108052"/>
                  <a:pt x="52744" y="108052"/>
                  <a:pt x="52844" y="108027"/>
                </a:cubicBezTo>
                <a:lnTo>
                  <a:pt x="52968" y="108027"/>
                </a:lnTo>
                <a:cubicBezTo>
                  <a:pt x="53168" y="108002"/>
                  <a:pt x="53367" y="108002"/>
                  <a:pt x="53591" y="107952"/>
                </a:cubicBezTo>
                <a:lnTo>
                  <a:pt x="53616" y="107952"/>
                </a:lnTo>
                <a:cubicBezTo>
                  <a:pt x="53765" y="107928"/>
                  <a:pt x="53964" y="107928"/>
                  <a:pt x="54113" y="107903"/>
                </a:cubicBezTo>
                <a:cubicBezTo>
                  <a:pt x="54238" y="107878"/>
                  <a:pt x="54387" y="107878"/>
                  <a:pt x="54512" y="107828"/>
                </a:cubicBezTo>
                <a:lnTo>
                  <a:pt x="54636" y="107828"/>
                </a:lnTo>
                <a:cubicBezTo>
                  <a:pt x="54711" y="107828"/>
                  <a:pt x="54810" y="107803"/>
                  <a:pt x="54860" y="107803"/>
                </a:cubicBezTo>
                <a:lnTo>
                  <a:pt x="55607" y="107704"/>
                </a:lnTo>
                <a:lnTo>
                  <a:pt x="55657" y="107704"/>
                </a:lnTo>
                <a:cubicBezTo>
                  <a:pt x="55731" y="107704"/>
                  <a:pt x="55781" y="107679"/>
                  <a:pt x="55856" y="107679"/>
                </a:cubicBezTo>
                <a:cubicBezTo>
                  <a:pt x="56329" y="107579"/>
                  <a:pt x="56777" y="107529"/>
                  <a:pt x="57250" y="107430"/>
                </a:cubicBezTo>
                <a:cubicBezTo>
                  <a:pt x="57349" y="107405"/>
                  <a:pt x="57474" y="107380"/>
                  <a:pt x="57573" y="107380"/>
                </a:cubicBezTo>
                <a:cubicBezTo>
                  <a:pt x="57648" y="107330"/>
                  <a:pt x="57772" y="107305"/>
                  <a:pt x="57872" y="107305"/>
                </a:cubicBezTo>
                <a:cubicBezTo>
                  <a:pt x="57947" y="107305"/>
                  <a:pt x="57972" y="107280"/>
                  <a:pt x="58021" y="107280"/>
                </a:cubicBezTo>
                <a:cubicBezTo>
                  <a:pt x="58345" y="107206"/>
                  <a:pt x="58619" y="107156"/>
                  <a:pt x="58942" y="107056"/>
                </a:cubicBezTo>
                <a:lnTo>
                  <a:pt x="59316" y="106957"/>
                </a:lnTo>
                <a:close/>
                <a:moveTo>
                  <a:pt x="44232" y="107380"/>
                </a:moveTo>
                <a:cubicBezTo>
                  <a:pt x="44257" y="107380"/>
                  <a:pt x="44281" y="107405"/>
                  <a:pt x="44306" y="107405"/>
                </a:cubicBezTo>
                <a:cubicBezTo>
                  <a:pt x="44381" y="107430"/>
                  <a:pt x="44431" y="107430"/>
                  <a:pt x="44505" y="107480"/>
                </a:cubicBezTo>
                <a:cubicBezTo>
                  <a:pt x="44879" y="107604"/>
                  <a:pt x="45252" y="107679"/>
                  <a:pt x="45626" y="107778"/>
                </a:cubicBezTo>
                <a:cubicBezTo>
                  <a:pt x="45725" y="107803"/>
                  <a:pt x="45850" y="107853"/>
                  <a:pt x="45924" y="107853"/>
                </a:cubicBezTo>
                <a:cubicBezTo>
                  <a:pt x="46024" y="107878"/>
                  <a:pt x="46148" y="107903"/>
                  <a:pt x="46248" y="107928"/>
                </a:cubicBezTo>
                <a:cubicBezTo>
                  <a:pt x="45003" y="108400"/>
                  <a:pt x="43759" y="108799"/>
                  <a:pt x="42539" y="109172"/>
                </a:cubicBezTo>
                <a:cubicBezTo>
                  <a:pt x="43161" y="108625"/>
                  <a:pt x="43734" y="108027"/>
                  <a:pt x="44232" y="107380"/>
                </a:cubicBezTo>
                <a:close/>
                <a:moveTo>
                  <a:pt x="43983" y="107280"/>
                </a:moveTo>
                <a:cubicBezTo>
                  <a:pt x="44008" y="107280"/>
                  <a:pt x="44008" y="107305"/>
                  <a:pt x="44033" y="107305"/>
                </a:cubicBezTo>
                <a:cubicBezTo>
                  <a:pt x="43435" y="108027"/>
                  <a:pt x="42813" y="108724"/>
                  <a:pt x="42191" y="109346"/>
                </a:cubicBezTo>
                <a:cubicBezTo>
                  <a:pt x="42166" y="109346"/>
                  <a:pt x="42091" y="109371"/>
                  <a:pt x="42066" y="109371"/>
                </a:cubicBezTo>
                <a:cubicBezTo>
                  <a:pt x="42738" y="108724"/>
                  <a:pt x="43385" y="108027"/>
                  <a:pt x="43983" y="107280"/>
                </a:cubicBezTo>
                <a:close/>
                <a:moveTo>
                  <a:pt x="46621" y="108027"/>
                </a:moveTo>
                <a:cubicBezTo>
                  <a:pt x="46646" y="108027"/>
                  <a:pt x="46671" y="108027"/>
                  <a:pt x="46721" y="108052"/>
                </a:cubicBezTo>
                <a:cubicBezTo>
                  <a:pt x="45178" y="108649"/>
                  <a:pt x="43659" y="109147"/>
                  <a:pt x="42166" y="109620"/>
                </a:cubicBezTo>
                <a:cubicBezTo>
                  <a:pt x="42240" y="109595"/>
                  <a:pt x="42240" y="109545"/>
                  <a:pt x="42265" y="109521"/>
                </a:cubicBezTo>
                <a:cubicBezTo>
                  <a:pt x="43684" y="109097"/>
                  <a:pt x="45153" y="108600"/>
                  <a:pt x="46621" y="108027"/>
                </a:cubicBezTo>
                <a:close/>
                <a:moveTo>
                  <a:pt x="5924" y="97424"/>
                </a:moveTo>
                <a:lnTo>
                  <a:pt x="5949" y="97448"/>
                </a:lnTo>
                <a:cubicBezTo>
                  <a:pt x="6074" y="97548"/>
                  <a:pt x="6173" y="97672"/>
                  <a:pt x="6298" y="97772"/>
                </a:cubicBezTo>
                <a:cubicBezTo>
                  <a:pt x="6422" y="97897"/>
                  <a:pt x="6547" y="97971"/>
                  <a:pt x="6671" y="98096"/>
                </a:cubicBezTo>
                <a:cubicBezTo>
                  <a:pt x="6795" y="98220"/>
                  <a:pt x="6945" y="98320"/>
                  <a:pt x="7069" y="98419"/>
                </a:cubicBezTo>
                <a:cubicBezTo>
                  <a:pt x="7194" y="98519"/>
                  <a:pt x="7318" y="98593"/>
                  <a:pt x="7418" y="98693"/>
                </a:cubicBezTo>
                <a:cubicBezTo>
                  <a:pt x="7567" y="98817"/>
                  <a:pt x="7716" y="98917"/>
                  <a:pt x="7866" y="99041"/>
                </a:cubicBezTo>
                <a:cubicBezTo>
                  <a:pt x="7965" y="99091"/>
                  <a:pt x="8090" y="99191"/>
                  <a:pt x="8189" y="99266"/>
                </a:cubicBezTo>
                <a:cubicBezTo>
                  <a:pt x="8364" y="99390"/>
                  <a:pt x="8563" y="99514"/>
                  <a:pt x="8737" y="99589"/>
                </a:cubicBezTo>
                <a:cubicBezTo>
                  <a:pt x="8837" y="99664"/>
                  <a:pt x="8936" y="99714"/>
                  <a:pt x="9036" y="99763"/>
                </a:cubicBezTo>
                <a:cubicBezTo>
                  <a:pt x="9210" y="99888"/>
                  <a:pt x="9434" y="100012"/>
                  <a:pt x="9658" y="100087"/>
                </a:cubicBezTo>
                <a:cubicBezTo>
                  <a:pt x="9708" y="100137"/>
                  <a:pt x="9807" y="100186"/>
                  <a:pt x="9907" y="100211"/>
                </a:cubicBezTo>
                <a:cubicBezTo>
                  <a:pt x="10106" y="100336"/>
                  <a:pt x="10330" y="100435"/>
                  <a:pt x="10579" y="100560"/>
                </a:cubicBezTo>
                <a:cubicBezTo>
                  <a:pt x="10654" y="100585"/>
                  <a:pt x="10703" y="100635"/>
                  <a:pt x="10803" y="100659"/>
                </a:cubicBezTo>
                <a:cubicBezTo>
                  <a:pt x="11052" y="100784"/>
                  <a:pt x="11301" y="100883"/>
                  <a:pt x="11525" y="101008"/>
                </a:cubicBezTo>
                <a:cubicBezTo>
                  <a:pt x="11575" y="101033"/>
                  <a:pt x="11649" y="101058"/>
                  <a:pt x="11699" y="101058"/>
                </a:cubicBezTo>
                <a:cubicBezTo>
                  <a:pt x="11948" y="101157"/>
                  <a:pt x="12197" y="101282"/>
                  <a:pt x="12471" y="101381"/>
                </a:cubicBezTo>
                <a:cubicBezTo>
                  <a:pt x="12545" y="101406"/>
                  <a:pt x="12595" y="101406"/>
                  <a:pt x="12645" y="101431"/>
                </a:cubicBezTo>
                <a:cubicBezTo>
                  <a:pt x="12695" y="101456"/>
                  <a:pt x="12769" y="101456"/>
                  <a:pt x="12819" y="101506"/>
                </a:cubicBezTo>
                <a:cubicBezTo>
                  <a:pt x="13541" y="104567"/>
                  <a:pt x="14910" y="107405"/>
                  <a:pt x="16926" y="109745"/>
                </a:cubicBezTo>
                <a:cubicBezTo>
                  <a:pt x="16777" y="109670"/>
                  <a:pt x="16578" y="109620"/>
                  <a:pt x="16428" y="109545"/>
                </a:cubicBezTo>
                <a:cubicBezTo>
                  <a:pt x="16105" y="109396"/>
                  <a:pt x="15756" y="109247"/>
                  <a:pt x="15408" y="109048"/>
                </a:cubicBezTo>
                <a:cubicBezTo>
                  <a:pt x="15234" y="108973"/>
                  <a:pt x="15059" y="108898"/>
                  <a:pt x="14885" y="108799"/>
                </a:cubicBezTo>
                <a:lnTo>
                  <a:pt x="13939" y="108251"/>
                </a:lnTo>
                <a:cubicBezTo>
                  <a:pt x="13790" y="108152"/>
                  <a:pt x="13616" y="108052"/>
                  <a:pt x="13441" y="107928"/>
                </a:cubicBezTo>
                <a:cubicBezTo>
                  <a:pt x="13168" y="107778"/>
                  <a:pt x="12894" y="107554"/>
                  <a:pt x="12620" y="107355"/>
                </a:cubicBezTo>
                <a:lnTo>
                  <a:pt x="12147" y="106982"/>
                </a:lnTo>
                <a:cubicBezTo>
                  <a:pt x="11898" y="106758"/>
                  <a:pt x="11649" y="106534"/>
                  <a:pt x="11375" y="106310"/>
                </a:cubicBezTo>
                <a:cubicBezTo>
                  <a:pt x="11201" y="106185"/>
                  <a:pt x="11052" y="106036"/>
                  <a:pt x="10927" y="105911"/>
                </a:cubicBezTo>
                <a:lnTo>
                  <a:pt x="10878" y="105862"/>
                </a:lnTo>
                <a:cubicBezTo>
                  <a:pt x="10654" y="105638"/>
                  <a:pt x="10430" y="105414"/>
                  <a:pt x="10206" y="105165"/>
                </a:cubicBezTo>
                <a:cubicBezTo>
                  <a:pt x="10056" y="105015"/>
                  <a:pt x="9907" y="104816"/>
                  <a:pt x="9757" y="104667"/>
                </a:cubicBezTo>
                <a:cubicBezTo>
                  <a:pt x="9558" y="104418"/>
                  <a:pt x="9334" y="104169"/>
                  <a:pt x="9160" y="103945"/>
                </a:cubicBezTo>
                <a:cubicBezTo>
                  <a:pt x="9011" y="103771"/>
                  <a:pt x="8837" y="103547"/>
                  <a:pt x="8712" y="103373"/>
                </a:cubicBezTo>
                <a:cubicBezTo>
                  <a:pt x="8563" y="103124"/>
                  <a:pt x="8388" y="102875"/>
                  <a:pt x="8214" y="102626"/>
                </a:cubicBezTo>
                <a:cubicBezTo>
                  <a:pt x="8065" y="102402"/>
                  <a:pt x="7940" y="102178"/>
                  <a:pt x="7816" y="101929"/>
                </a:cubicBezTo>
                <a:cubicBezTo>
                  <a:pt x="7667" y="101680"/>
                  <a:pt x="7542" y="101431"/>
                  <a:pt x="7418" y="101157"/>
                </a:cubicBezTo>
                <a:cubicBezTo>
                  <a:pt x="7293" y="100908"/>
                  <a:pt x="7169" y="100659"/>
                  <a:pt x="7044" y="100386"/>
                </a:cubicBezTo>
                <a:cubicBezTo>
                  <a:pt x="6920" y="100137"/>
                  <a:pt x="6820" y="99838"/>
                  <a:pt x="6696" y="99564"/>
                </a:cubicBezTo>
                <a:cubicBezTo>
                  <a:pt x="6571" y="99290"/>
                  <a:pt x="6472" y="99017"/>
                  <a:pt x="6347" y="98718"/>
                </a:cubicBezTo>
                <a:lnTo>
                  <a:pt x="6074" y="97897"/>
                </a:lnTo>
                <a:cubicBezTo>
                  <a:pt x="6024" y="97722"/>
                  <a:pt x="5974" y="97573"/>
                  <a:pt x="5924" y="97424"/>
                </a:cubicBezTo>
                <a:close/>
                <a:moveTo>
                  <a:pt x="41892" y="109645"/>
                </a:moveTo>
                <a:lnTo>
                  <a:pt x="41792" y="109745"/>
                </a:lnTo>
                <a:cubicBezTo>
                  <a:pt x="41743" y="109745"/>
                  <a:pt x="41693" y="109770"/>
                  <a:pt x="41643" y="109770"/>
                </a:cubicBezTo>
                <a:lnTo>
                  <a:pt x="41743" y="109670"/>
                </a:lnTo>
                <a:cubicBezTo>
                  <a:pt x="41792" y="109670"/>
                  <a:pt x="41817" y="109645"/>
                  <a:pt x="41892" y="109645"/>
                </a:cubicBezTo>
                <a:close/>
                <a:moveTo>
                  <a:pt x="36665" y="100635"/>
                </a:moveTo>
                <a:lnTo>
                  <a:pt x="36939" y="101182"/>
                </a:lnTo>
                <a:cubicBezTo>
                  <a:pt x="36963" y="101207"/>
                  <a:pt x="36963" y="101257"/>
                  <a:pt x="37013" y="101282"/>
                </a:cubicBezTo>
                <a:cubicBezTo>
                  <a:pt x="37038" y="101331"/>
                  <a:pt x="37063" y="101406"/>
                  <a:pt x="37138" y="101506"/>
                </a:cubicBezTo>
                <a:cubicBezTo>
                  <a:pt x="37212" y="101655"/>
                  <a:pt x="37312" y="101829"/>
                  <a:pt x="37436" y="102004"/>
                </a:cubicBezTo>
                <a:cubicBezTo>
                  <a:pt x="37436" y="102028"/>
                  <a:pt x="37461" y="102028"/>
                  <a:pt x="37461" y="102053"/>
                </a:cubicBezTo>
                <a:cubicBezTo>
                  <a:pt x="37511" y="102128"/>
                  <a:pt x="37536" y="102178"/>
                  <a:pt x="37561" y="102203"/>
                </a:cubicBezTo>
                <a:cubicBezTo>
                  <a:pt x="37586" y="102277"/>
                  <a:pt x="37636" y="102327"/>
                  <a:pt x="37685" y="102402"/>
                </a:cubicBezTo>
                <a:cubicBezTo>
                  <a:pt x="37909" y="102700"/>
                  <a:pt x="38084" y="102999"/>
                  <a:pt x="38332" y="103273"/>
                </a:cubicBezTo>
                <a:cubicBezTo>
                  <a:pt x="38382" y="103323"/>
                  <a:pt x="38432" y="103373"/>
                  <a:pt x="38457" y="103397"/>
                </a:cubicBezTo>
                <a:cubicBezTo>
                  <a:pt x="38581" y="103547"/>
                  <a:pt x="38756" y="103696"/>
                  <a:pt x="38880" y="103870"/>
                </a:cubicBezTo>
                <a:lnTo>
                  <a:pt x="38955" y="103945"/>
                </a:lnTo>
                <a:cubicBezTo>
                  <a:pt x="39005" y="103995"/>
                  <a:pt x="39029" y="104020"/>
                  <a:pt x="39029" y="104045"/>
                </a:cubicBezTo>
                <a:lnTo>
                  <a:pt x="39278" y="104293"/>
                </a:lnTo>
                <a:cubicBezTo>
                  <a:pt x="39428" y="104443"/>
                  <a:pt x="39627" y="104617"/>
                  <a:pt x="39801" y="104766"/>
                </a:cubicBezTo>
                <a:cubicBezTo>
                  <a:pt x="39901" y="104866"/>
                  <a:pt x="40000" y="104941"/>
                  <a:pt x="40125" y="105015"/>
                </a:cubicBezTo>
                <a:cubicBezTo>
                  <a:pt x="40299" y="105165"/>
                  <a:pt x="40498" y="105314"/>
                  <a:pt x="40697" y="105438"/>
                </a:cubicBezTo>
                <a:cubicBezTo>
                  <a:pt x="40822" y="105538"/>
                  <a:pt x="40996" y="105638"/>
                  <a:pt x="41145" y="105762"/>
                </a:cubicBezTo>
                <a:cubicBezTo>
                  <a:pt x="41369" y="105911"/>
                  <a:pt x="41568" y="106036"/>
                  <a:pt x="41817" y="106185"/>
                </a:cubicBezTo>
                <a:cubicBezTo>
                  <a:pt x="41991" y="106285"/>
                  <a:pt x="42166" y="106384"/>
                  <a:pt x="42315" y="106484"/>
                </a:cubicBezTo>
                <a:cubicBezTo>
                  <a:pt x="42489" y="106534"/>
                  <a:pt x="42614" y="106633"/>
                  <a:pt x="42763" y="106683"/>
                </a:cubicBezTo>
                <a:cubicBezTo>
                  <a:pt x="42937" y="106783"/>
                  <a:pt x="43136" y="106882"/>
                  <a:pt x="43311" y="106932"/>
                </a:cubicBezTo>
                <a:cubicBezTo>
                  <a:pt x="43435" y="107007"/>
                  <a:pt x="43560" y="107031"/>
                  <a:pt x="43734" y="107106"/>
                </a:cubicBezTo>
                <a:cubicBezTo>
                  <a:pt x="43759" y="107131"/>
                  <a:pt x="43809" y="107131"/>
                  <a:pt x="43858" y="107156"/>
                </a:cubicBezTo>
                <a:cubicBezTo>
                  <a:pt x="43136" y="108027"/>
                  <a:pt x="42415" y="108774"/>
                  <a:pt x="41668" y="109496"/>
                </a:cubicBezTo>
                <a:cubicBezTo>
                  <a:pt x="41295" y="109620"/>
                  <a:pt x="40921" y="109720"/>
                  <a:pt x="40548" y="109794"/>
                </a:cubicBezTo>
                <a:cubicBezTo>
                  <a:pt x="38283" y="107405"/>
                  <a:pt x="36416" y="104393"/>
                  <a:pt x="35047" y="101083"/>
                </a:cubicBezTo>
                <a:cubicBezTo>
                  <a:pt x="35570" y="100933"/>
                  <a:pt x="36092" y="100784"/>
                  <a:pt x="36665" y="100635"/>
                </a:cubicBezTo>
                <a:close/>
                <a:moveTo>
                  <a:pt x="34848" y="101157"/>
                </a:moveTo>
                <a:cubicBezTo>
                  <a:pt x="36217" y="104443"/>
                  <a:pt x="38059" y="107480"/>
                  <a:pt x="40349" y="109869"/>
                </a:cubicBezTo>
                <a:cubicBezTo>
                  <a:pt x="40324" y="109869"/>
                  <a:pt x="40324" y="109869"/>
                  <a:pt x="40299" y="109894"/>
                </a:cubicBezTo>
                <a:cubicBezTo>
                  <a:pt x="38034" y="107480"/>
                  <a:pt x="36167" y="104443"/>
                  <a:pt x="34798" y="101182"/>
                </a:cubicBezTo>
                <a:cubicBezTo>
                  <a:pt x="34823" y="101182"/>
                  <a:pt x="34823" y="101182"/>
                  <a:pt x="34848" y="101157"/>
                </a:cubicBezTo>
                <a:close/>
                <a:moveTo>
                  <a:pt x="13043" y="101630"/>
                </a:moveTo>
                <a:lnTo>
                  <a:pt x="13043" y="101630"/>
                </a:lnTo>
                <a:cubicBezTo>
                  <a:pt x="13068" y="101655"/>
                  <a:pt x="13118" y="101655"/>
                  <a:pt x="13118" y="101655"/>
                </a:cubicBezTo>
                <a:cubicBezTo>
                  <a:pt x="13889" y="104791"/>
                  <a:pt x="15308" y="107679"/>
                  <a:pt x="17474" y="110018"/>
                </a:cubicBezTo>
                <a:cubicBezTo>
                  <a:pt x="17424" y="109994"/>
                  <a:pt x="17374" y="109994"/>
                  <a:pt x="17349" y="109969"/>
                </a:cubicBezTo>
                <a:cubicBezTo>
                  <a:pt x="15234" y="107629"/>
                  <a:pt x="13815" y="104766"/>
                  <a:pt x="13043" y="101630"/>
                </a:cubicBezTo>
                <a:close/>
                <a:moveTo>
                  <a:pt x="41319" y="109794"/>
                </a:moveTo>
                <a:lnTo>
                  <a:pt x="41245" y="109894"/>
                </a:lnTo>
                <a:cubicBezTo>
                  <a:pt x="41071" y="109919"/>
                  <a:pt x="40921" y="109969"/>
                  <a:pt x="40747" y="110018"/>
                </a:cubicBezTo>
                <a:lnTo>
                  <a:pt x="40697" y="109994"/>
                </a:lnTo>
                <a:cubicBezTo>
                  <a:pt x="40921" y="109919"/>
                  <a:pt x="41120" y="109869"/>
                  <a:pt x="41319" y="109794"/>
                </a:cubicBezTo>
                <a:close/>
                <a:moveTo>
                  <a:pt x="13317" y="108102"/>
                </a:moveTo>
                <a:lnTo>
                  <a:pt x="13317" y="108102"/>
                </a:lnTo>
                <a:cubicBezTo>
                  <a:pt x="13416" y="108152"/>
                  <a:pt x="13516" y="108226"/>
                  <a:pt x="13616" y="108251"/>
                </a:cubicBezTo>
                <a:cubicBezTo>
                  <a:pt x="13989" y="108500"/>
                  <a:pt x="14362" y="108724"/>
                  <a:pt x="14736" y="108923"/>
                </a:cubicBezTo>
                <a:cubicBezTo>
                  <a:pt x="14810" y="108998"/>
                  <a:pt x="14935" y="109023"/>
                  <a:pt x="15034" y="109097"/>
                </a:cubicBezTo>
                <a:cubicBezTo>
                  <a:pt x="15433" y="109297"/>
                  <a:pt x="15856" y="109521"/>
                  <a:pt x="16279" y="109720"/>
                </a:cubicBezTo>
                <a:cubicBezTo>
                  <a:pt x="16379" y="109770"/>
                  <a:pt x="16503" y="109794"/>
                  <a:pt x="16627" y="109844"/>
                </a:cubicBezTo>
                <a:cubicBezTo>
                  <a:pt x="16802" y="109919"/>
                  <a:pt x="17026" y="109994"/>
                  <a:pt x="17250" y="110093"/>
                </a:cubicBezTo>
                <a:cubicBezTo>
                  <a:pt x="17275" y="110168"/>
                  <a:pt x="17299" y="110218"/>
                  <a:pt x="17349" y="110242"/>
                </a:cubicBezTo>
                <a:lnTo>
                  <a:pt x="16403" y="109869"/>
                </a:lnTo>
                <a:cubicBezTo>
                  <a:pt x="16304" y="109844"/>
                  <a:pt x="16229" y="109794"/>
                  <a:pt x="16130" y="109745"/>
                </a:cubicBezTo>
                <a:cubicBezTo>
                  <a:pt x="15731" y="109545"/>
                  <a:pt x="15308" y="109346"/>
                  <a:pt x="14910" y="109122"/>
                </a:cubicBezTo>
                <a:cubicBezTo>
                  <a:pt x="14785" y="109048"/>
                  <a:pt x="14661" y="108998"/>
                  <a:pt x="14561" y="108923"/>
                </a:cubicBezTo>
                <a:cubicBezTo>
                  <a:pt x="14263" y="108774"/>
                  <a:pt x="14014" y="108600"/>
                  <a:pt x="13690" y="108400"/>
                </a:cubicBezTo>
                <a:cubicBezTo>
                  <a:pt x="13566" y="108301"/>
                  <a:pt x="13441" y="108176"/>
                  <a:pt x="13317" y="108102"/>
                </a:cubicBezTo>
                <a:close/>
                <a:moveTo>
                  <a:pt x="40697" y="110218"/>
                </a:moveTo>
                <a:cubicBezTo>
                  <a:pt x="40747" y="110242"/>
                  <a:pt x="40747" y="110267"/>
                  <a:pt x="40772" y="110292"/>
                </a:cubicBezTo>
                <a:lnTo>
                  <a:pt x="40747" y="110342"/>
                </a:lnTo>
                <a:lnTo>
                  <a:pt x="40647" y="110242"/>
                </a:lnTo>
                <a:cubicBezTo>
                  <a:pt x="40672" y="110242"/>
                  <a:pt x="40672" y="110242"/>
                  <a:pt x="40697" y="110218"/>
                </a:cubicBezTo>
                <a:close/>
                <a:moveTo>
                  <a:pt x="41494" y="110018"/>
                </a:moveTo>
                <a:cubicBezTo>
                  <a:pt x="41369" y="110143"/>
                  <a:pt x="41245" y="110242"/>
                  <a:pt x="41120" y="110367"/>
                </a:cubicBezTo>
                <a:lnTo>
                  <a:pt x="41046" y="110292"/>
                </a:lnTo>
                <a:cubicBezTo>
                  <a:pt x="41145" y="110218"/>
                  <a:pt x="41245" y="110143"/>
                  <a:pt x="41319" y="110043"/>
                </a:cubicBezTo>
                <a:cubicBezTo>
                  <a:pt x="41394" y="110043"/>
                  <a:pt x="41419" y="110018"/>
                  <a:pt x="41494" y="110018"/>
                </a:cubicBezTo>
                <a:close/>
                <a:moveTo>
                  <a:pt x="17822" y="110392"/>
                </a:moveTo>
                <a:cubicBezTo>
                  <a:pt x="17847" y="110417"/>
                  <a:pt x="17872" y="110417"/>
                  <a:pt x="17872" y="110466"/>
                </a:cubicBezTo>
                <a:cubicBezTo>
                  <a:pt x="17847" y="110466"/>
                  <a:pt x="17797" y="110466"/>
                  <a:pt x="17797" y="110417"/>
                </a:cubicBezTo>
                <a:lnTo>
                  <a:pt x="17822" y="110392"/>
                </a:lnTo>
                <a:close/>
                <a:moveTo>
                  <a:pt x="40896" y="110417"/>
                </a:moveTo>
                <a:cubicBezTo>
                  <a:pt x="40921" y="110417"/>
                  <a:pt x="40921" y="110466"/>
                  <a:pt x="40946" y="110466"/>
                </a:cubicBezTo>
                <a:lnTo>
                  <a:pt x="40921" y="110491"/>
                </a:lnTo>
                <a:cubicBezTo>
                  <a:pt x="40896" y="110491"/>
                  <a:pt x="40896" y="110466"/>
                  <a:pt x="40871" y="110466"/>
                </a:cubicBezTo>
                <a:lnTo>
                  <a:pt x="40896" y="110417"/>
                </a:lnTo>
                <a:close/>
                <a:moveTo>
                  <a:pt x="13292" y="101730"/>
                </a:moveTo>
                <a:cubicBezTo>
                  <a:pt x="13317" y="101730"/>
                  <a:pt x="13392" y="101779"/>
                  <a:pt x="13416" y="101779"/>
                </a:cubicBezTo>
                <a:cubicBezTo>
                  <a:pt x="13491" y="101804"/>
                  <a:pt x="13541" y="101804"/>
                  <a:pt x="13616" y="101829"/>
                </a:cubicBezTo>
                <a:cubicBezTo>
                  <a:pt x="13815" y="101904"/>
                  <a:pt x="14014" y="101954"/>
                  <a:pt x="14238" y="102028"/>
                </a:cubicBezTo>
                <a:cubicBezTo>
                  <a:pt x="15134" y="105414"/>
                  <a:pt x="16727" y="108276"/>
                  <a:pt x="18893" y="110516"/>
                </a:cubicBezTo>
                <a:cubicBezTo>
                  <a:pt x="18793" y="110491"/>
                  <a:pt x="18743" y="110466"/>
                  <a:pt x="18644" y="110466"/>
                </a:cubicBezTo>
                <a:cubicBezTo>
                  <a:pt x="18420" y="110392"/>
                  <a:pt x="18245" y="110342"/>
                  <a:pt x="18021" y="110267"/>
                </a:cubicBezTo>
                <a:cubicBezTo>
                  <a:pt x="17996" y="110242"/>
                  <a:pt x="17922" y="110218"/>
                  <a:pt x="17847" y="110168"/>
                </a:cubicBezTo>
                <a:cubicBezTo>
                  <a:pt x="15607" y="107853"/>
                  <a:pt x="14113" y="104916"/>
                  <a:pt x="13292" y="101730"/>
                </a:cubicBezTo>
                <a:close/>
                <a:moveTo>
                  <a:pt x="14487" y="102053"/>
                </a:moveTo>
                <a:cubicBezTo>
                  <a:pt x="14512" y="102053"/>
                  <a:pt x="14537" y="102053"/>
                  <a:pt x="14537" y="102078"/>
                </a:cubicBezTo>
                <a:cubicBezTo>
                  <a:pt x="15482" y="105513"/>
                  <a:pt x="17125" y="108400"/>
                  <a:pt x="19415" y="110666"/>
                </a:cubicBezTo>
                <a:cubicBezTo>
                  <a:pt x="19390" y="110666"/>
                  <a:pt x="19316" y="110641"/>
                  <a:pt x="19291" y="110641"/>
                </a:cubicBezTo>
                <a:cubicBezTo>
                  <a:pt x="17026" y="108376"/>
                  <a:pt x="15408" y="105488"/>
                  <a:pt x="14487" y="102053"/>
                </a:cubicBezTo>
                <a:close/>
                <a:moveTo>
                  <a:pt x="74101" y="100659"/>
                </a:moveTo>
                <a:cubicBezTo>
                  <a:pt x="74275" y="100784"/>
                  <a:pt x="74499" y="100908"/>
                  <a:pt x="74674" y="101033"/>
                </a:cubicBezTo>
                <a:cubicBezTo>
                  <a:pt x="69048" y="105015"/>
                  <a:pt x="63398" y="108251"/>
                  <a:pt x="57872" y="110715"/>
                </a:cubicBezTo>
                <a:cubicBezTo>
                  <a:pt x="58594" y="109670"/>
                  <a:pt x="59216" y="108475"/>
                  <a:pt x="59739" y="107106"/>
                </a:cubicBezTo>
                <a:cubicBezTo>
                  <a:pt x="59838" y="107056"/>
                  <a:pt x="59963" y="107031"/>
                  <a:pt x="60062" y="107007"/>
                </a:cubicBezTo>
                <a:cubicBezTo>
                  <a:pt x="60635" y="106857"/>
                  <a:pt x="61207" y="106658"/>
                  <a:pt x="61805" y="106484"/>
                </a:cubicBezTo>
                <a:cubicBezTo>
                  <a:pt x="62178" y="106359"/>
                  <a:pt x="62576" y="106185"/>
                  <a:pt x="62950" y="106061"/>
                </a:cubicBezTo>
                <a:cubicBezTo>
                  <a:pt x="63298" y="105936"/>
                  <a:pt x="63597" y="105862"/>
                  <a:pt x="63945" y="105737"/>
                </a:cubicBezTo>
                <a:cubicBezTo>
                  <a:pt x="64070" y="105687"/>
                  <a:pt x="64169" y="105662"/>
                  <a:pt x="64294" y="105613"/>
                </a:cubicBezTo>
                <a:cubicBezTo>
                  <a:pt x="64792" y="105414"/>
                  <a:pt x="65290" y="105190"/>
                  <a:pt x="65787" y="104990"/>
                </a:cubicBezTo>
                <a:cubicBezTo>
                  <a:pt x="65812" y="104990"/>
                  <a:pt x="65837" y="104941"/>
                  <a:pt x="65912" y="104916"/>
                </a:cubicBezTo>
                <a:cubicBezTo>
                  <a:pt x="66061" y="104866"/>
                  <a:pt x="66211" y="104791"/>
                  <a:pt x="66385" y="104692"/>
                </a:cubicBezTo>
                <a:lnTo>
                  <a:pt x="67580" y="104144"/>
                </a:lnTo>
                <a:cubicBezTo>
                  <a:pt x="67679" y="104119"/>
                  <a:pt x="67779" y="104045"/>
                  <a:pt x="67903" y="104020"/>
                </a:cubicBezTo>
                <a:lnTo>
                  <a:pt x="68077" y="103920"/>
                </a:lnTo>
                <a:cubicBezTo>
                  <a:pt x="68650" y="103671"/>
                  <a:pt x="69173" y="103397"/>
                  <a:pt x="69745" y="103124"/>
                </a:cubicBezTo>
                <a:cubicBezTo>
                  <a:pt x="70168" y="102900"/>
                  <a:pt x="70566" y="102676"/>
                  <a:pt x="71015" y="102427"/>
                </a:cubicBezTo>
                <a:cubicBezTo>
                  <a:pt x="71438" y="102178"/>
                  <a:pt x="71886" y="101954"/>
                  <a:pt x="72284" y="101705"/>
                </a:cubicBezTo>
                <a:cubicBezTo>
                  <a:pt x="72483" y="101630"/>
                  <a:pt x="72657" y="101506"/>
                  <a:pt x="72856" y="101406"/>
                </a:cubicBezTo>
                <a:cubicBezTo>
                  <a:pt x="73105" y="101257"/>
                  <a:pt x="73379" y="101083"/>
                  <a:pt x="73628" y="100933"/>
                </a:cubicBezTo>
                <a:cubicBezTo>
                  <a:pt x="73678" y="100908"/>
                  <a:pt x="73753" y="100883"/>
                  <a:pt x="73802" y="100809"/>
                </a:cubicBezTo>
                <a:cubicBezTo>
                  <a:pt x="73902" y="100759"/>
                  <a:pt x="74001" y="100684"/>
                  <a:pt x="74101" y="100659"/>
                </a:cubicBezTo>
                <a:close/>
                <a:moveTo>
                  <a:pt x="18171" y="110491"/>
                </a:moveTo>
                <a:cubicBezTo>
                  <a:pt x="18245" y="110516"/>
                  <a:pt x="18270" y="110516"/>
                  <a:pt x="18345" y="110516"/>
                </a:cubicBezTo>
                <a:cubicBezTo>
                  <a:pt x="18619" y="110616"/>
                  <a:pt x="18917" y="110715"/>
                  <a:pt x="19216" y="110790"/>
                </a:cubicBezTo>
                <a:lnTo>
                  <a:pt x="19291" y="110890"/>
                </a:lnTo>
                <a:cubicBezTo>
                  <a:pt x="18967" y="110790"/>
                  <a:pt x="18619" y="110666"/>
                  <a:pt x="18270" y="110591"/>
                </a:cubicBezTo>
                <a:lnTo>
                  <a:pt x="18171" y="110491"/>
                </a:lnTo>
                <a:close/>
                <a:moveTo>
                  <a:pt x="59484" y="107172"/>
                </a:moveTo>
                <a:cubicBezTo>
                  <a:pt x="58962" y="108609"/>
                  <a:pt x="58292" y="109848"/>
                  <a:pt x="57499" y="110890"/>
                </a:cubicBezTo>
                <a:cubicBezTo>
                  <a:pt x="57474" y="110914"/>
                  <a:pt x="57449" y="110914"/>
                  <a:pt x="57374" y="110964"/>
                </a:cubicBezTo>
                <a:cubicBezTo>
                  <a:pt x="58196" y="109869"/>
                  <a:pt x="58868" y="108625"/>
                  <a:pt x="59440" y="107181"/>
                </a:cubicBezTo>
                <a:cubicBezTo>
                  <a:pt x="59458" y="107181"/>
                  <a:pt x="59475" y="107181"/>
                  <a:pt x="59484" y="107172"/>
                </a:cubicBezTo>
                <a:close/>
                <a:moveTo>
                  <a:pt x="19614" y="110914"/>
                </a:moveTo>
                <a:cubicBezTo>
                  <a:pt x="19639" y="110914"/>
                  <a:pt x="19664" y="110914"/>
                  <a:pt x="19714" y="110964"/>
                </a:cubicBezTo>
                <a:lnTo>
                  <a:pt x="19764" y="110964"/>
                </a:lnTo>
                <a:cubicBezTo>
                  <a:pt x="19764" y="110989"/>
                  <a:pt x="19789" y="111014"/>
                  <a:pt x="19838" y="111039"/>
                </a:cubicBezTo>
                <a:cubicBezTo>
                  <a:pt x="19789" y="111039"/>
                  <a:pt x="19739" y="111014"/>
                  <a:pt x="19714" y="111014"/>
                </a:cubicBezTo>
                <a:lnTo>
                  <a:pt x="19614" y="110914"/>
                </a:lnTo>
                <a:close/>
                <a:moveTo>
                  <a:pt x="74848" y="101157"/>
                </a:moveTo>
                <a:cubicBezTo>
                  <a:pt x="74873" y="101157"/>
                  <a:pt x="74873" y="101182"/>
                  <a:pt x="74898" y="101182"/>
                </a:cubicBezTo>
                <a:cubicBezTo>
                  <a:pt x="69148" y="105264"/>
                  <a:pt x="63273" y="108649"/>
                  <a:pt x="57524" y="111163"/>
                </a:cubicBezTo>
                <a:cubicBezTo>
                  <a:pt x="57573" y="111114"/>
                  <a:pt x="57598" y="111089"/>
                  <a:pt x="57623" y="111014"/>
                </a:cubicBezTo>
                <a:cubicBezTo>
                  <a:pt x="63273" y="108525"/>
                  <a:pt x="69073" y="105239"/>
                  <a:pt x="74848" y="101157"/>
                </a:cubicBezTo>
                <a:close/>
                <a:moveTo>
                  <a:pt x="57300" y="111163"/>
                </a:moveTo>
                <a:lnTo>
                  <a:pt x="57300" y="111163"/>
                </a:lnTo>
                <a:cubicBezTo>
                  <a:pt x="57250" y="111238"/>
                  <a:pt x="57200" y="111263"/>
                  <a:pt x="57175" y="111338"/>
                </a:cubicBezTo>
                <a:cubicBezTo>
                  <a:pt x="57125" y="111363"/>
                  <a:pt x="57075" y="111363"/>
                  <a:pt x="57051" y="111387"/>
                </a:cubicBezTo>
                <a:cubicBezTo>
                  <a:pt x="57075" y="111338"/>
                  <a:pt x="57125" y="111288"/>
                  <a:pt x="57175" y="111238"/>
                </a:cubicBezTo>
                <a:cubicBezTo>
                  <a:pt x="57200" y="111213"/>
                  <a:pt x="57250" y="111213"/>
                  <a:pt x="57300" y="111163"/>
                </a:cubicBezTo>
                <a:close/>
                <a:moveTo>
                  <a:pt x="34599" y="101257"/>
                </a:moveTo>
                <a:cubicBezTo>
                  <a:pt x="35968" y="104542"/>
                  <a:pt x="37810" y="107529"/>
                  <a:pt x="40075" y="109969"/>
                </a:cubicBezTo>
                <a:cubicBezTo>
                  <a:pt x="38905" y="110267"/>
                  <a:pt x="37760" y="110541"/>
                  <a:pt x="36590" y="110790"/>
                </a:cubicBezTo>
                <a:cubicBezTo>
                  <a:pt x="36466" y="110840"/>
                  <a:pt x="36391" y="110840"/>
                  <a:pt x="36267" y="110865"/>
                </a:cubicBezTo>
                <a:cubicBezTo>
                  <a:pt x="35594" y="110989"/>
                  <a:pt x="34947" y="111114"/>
                  <a:pt x="34325" y="111213"/>
                </a:cubicBezTo>
                <a:lnTo>
                  <a:pt x="33578" y="111288"/>
                </a:lnTo>
                <a:cubicBezTo>
                  <a:pt x="33080" y="111363"/>
                  <a:pt x="32558" y="111462"/>
                  <a:pt x="32060" y="111487"/>
                </a:cubicBezTo>
                <a:cubicBezTo>
                  <a:pt x="31960" y="111487"/>
                  <a:pt x="31911" y="111487"/>
                  <a:pt x="31811" y="111512"/>
                </a:cubicBezTo>
                <a:cubicBezTo>
                  <a:pt x="28874" y="109471"/>
                  <a:pt x="26833" y="106534"/>
                  <a:pt x="25738" y="102875"/>
                </a:cubicBezTo>
                <a:cubicBezTo>
                  <a:pt x="28575" y="102626"/>
                  <a:pt x="31537" y="102078"/>
                  <a:pt x="34599" y="101257"/>
                </a:cubicBezTo>
                <a:close/>
                <a:moveTo>
                  <a:pt x="25538" y="102875"/>
                </a:moveTo>
                <a:cubicBezTo>
                  <a:pt x="26634" y="106534"/>
                  <a:pt x="28650" y="109471"/>
                  <a:pt x="31512" y="111537"/>
                </a:cubicBezTo>
                <a:lnTo>
                  <a:pt x="31438" y="111537"/>
                </a:lnTo>
                <a:cubicBezTo>
                  <a:pt x="28600" y="109471"/>
                  <a:pt x="26584" y="106534"/>
                  <a:pt x="25489" y="102875"/>
                </a:cubicBezTo>
                <a:close/>
                <a:moveTo>
                  <a:pt x="40199" y="110118"/>
                </a:moveTo>
                <a:cubicBezTo>
                  <a:pt x="40249" y="110118"/>
                  <a:pt x="40274" y="110118"/>
                  <a:pt x="40274" y="110143"/>
                </a:cubicBezTo>
                <a:cubicBezTo>
                  <a:pt x="37461" y="110890"/>
                  <a:pt x="34773" y="111462"/>
                  <a:pt x="32159" y="111736"/>
                </a:cubicBezTo>
                <a:lnTo>
                  <a:pt x="32110" y="111736"/>
                </a:lnTo>
                <a:cubicBezTo>
                  <a:pt x="32085" y="111711"/>
                  <a:pt x="32060" y="111711"/>
                  <a:pt x="32060" y="111661"/>
                </a:cubicBezTo>
                <a:lnTo>
                  <a:pt x="32110" y="111661"/>
                </a:lnTo>
                <a:cubicBezTo>
                  <a:pt x="32682" y="111611"/>
                  <a:pt x="33280" y="111512"/>
                  <a:pt x="33827" y="111462"/>
                </a:cubicBezTo>
                <a:lnTo>
                  <a:pt x="34400" y="111363"/>
                </a:lnTo>
                <a:cubicBezTo>
                  <a:pt x="35146" y="111238"/>
                  <a:pt x="35918" y="111114"/>
                  <a:pt x="36665" y="110964"/>
                </a:cubicBezTo>
                <a:lnTo>
                  <a:pt x="36690" y="110964"/>
                </a:lnTo>
                <a:cubicBezTo>
                  <a:pt x="37835" y="110715"/>
                  <a:pt x="39029" y="110417"/>
                  <a:pt x="40199" y="110118"/>
                </a:cubicBezTo>
                <a:close/>
                <a:moveTo>
                  <a:pt x="31736" y="111711"/>
                </a:moveTo>
                <a:cubicBezTo>
                  <a:pt x="31786" y="111736"/>
                  <a:pt x="31811" y="111736"/>
                  <a:pt x="31836" y="111761"/>
                </a:cubicBezTo>
                <a:lnTo>
                  <a:pt x="31736" y="111761"/>
                </a:lnTo>
                <a:cubicBezTo>
                  <a:pt x="31711" y="111736"/>
                  <a:pt x="31687" y="111736"/>
                  <a:pt x="31637" y="111711"/>
                </a:cubicBezTo>
                <a:close/>
                <a:moveTo>
                  <a:pt x="14761" y="102153"/>
                </a:moveTo>
                <a:lnTo>
                  <a:pt x="14761" y="102153"/>
                </a:lnTo>
                <a:cubicBezTo>
                  <a:pt x="14985" y="102203"/>
                  <a:pt x="15234" y="102277"/>
                  <a:pt x="15433" y="102302"/>
                </a:cubicBezTo>
                <a:cubicBezTo>
                  <a:pt x="15532" y="102327"/>
                  <a:pt x="15607" y="102327"/>
                  <a:pt x="15682" y="102352"/>
                </a:cubicBezTo>
                <a:cubicBezTo>
                  <a:pt x="15930" y="102427"/>
                  <a:pt x="16229" y="102452"/>
                  <a:pt x="16478" y="102526"/>
                </a:cubicBezTo>
                <a:cubicBezTo>
                  <a:pt x="16553" y="102551"/>
                  <a:pt x="16677" y="102551"/>
                  <a:pt x="16777" y="102576"/>
                </a:cubicBezTo>
                <a:cubicBezTo>
                  <a:pt x="17026" y="102626"/>
                  <a:pt x="17250" y="102676"/>
                  <a:pt x="17499" y="102700"/>
                </a:cubicBezTo>
                <a:cubicBezTo>
                  <a:pt x="17648" y="102725"/>
                  <a:pt x="17772" y="102725"/>
                  <a:pt x="17922" y="102775"/>
                </a:cubicBezTo>
                <a:cubicBezTo>
                  <a:pt x="18146" y="102800"/>
                  <a:pt x="18370" y="102825"/>
                  <a:pt x="18544" y="102825"/>
                </a:cubicBezTo>
                <a:cubicBezTo>
                  <a:pt x="18644" y="102825"/>
                  <a:pt x="18743" y="102825"/>
                  <a:pt x="18843" y="102850"/>
                </a:cubicBezTo>
                <a:cubicBezTo>
                  <a:pt x="19988" y="102974"/>
                  <a:pt x="21158" y="103049"/>
                  <a:pt x="22377" y="103049"/>
                </a:cubicBezTo>
                <a:cubicBezTo>
                  <a:pt x="23323" y="103049"/>
                  <a:pt x="24269" y="103024"/>
                  <a:pt x="25265" y="102924"/>
                </a:cubicBezTo>
                <a:cubicBezTo>
                  <a:pt x="26335" y="106559"/>
                  <a:pt x="28326" y="109521"/>
                  <a:pt x="31114" y="111611"/>
                </a:cubicBezTo>
                <a:cubicBezTo>
                  <a:pt x="31039" y="111611"/>
                  <a:pt x="30940" y="111636"/>
                  <a:pt x="30840" y="111636"/>
                </a:cubicBezTo>
                <a:lnTo>
                  <a:pt x="29820" y="111736"/>
                </a:lnTo>
                <a:cubicBezTo>
                  <a:pt x="29073" y="111761"/>
                  <a:pt x="28326" y="111786"/>
                  <a:pt x="27604" y="111786"/>
                </a:cubicBezTo>
                <a:cubicBezTo>
                  <a:pt x="26883" y="111786"/>
                  <a:pt x="26211" y="111761"/>
                  <a:pt x="25514" y="111736"/>
                </a:cubicBezTo>
                <a:cubicBezTo>
                  <a:pt x="25240" y="111686"/>
                  <a:pt x="24966" y="111661"/>
                  <a:pt x="24692" y="111661"/>
                </a:cubicBezTo>
                <a:cubicBezTo>
                  <a:pt x="24269" y="111636"/>
                  <a:pt x="23896" y="111611"/>
                  <a:pt x="23522" y="111587"/>
                </a:cubicBezTo>
                <a:cubicBezTo>
                  <a:pt x="23199" y="111537"/>
                  <a:pt x="22850" y="111487"/>
                  <a:pt x="22502" y="111412"/>
                </a:cubicBezTo>
                <a:cubicBezTo>
                  <a:pt x="22228" y="111387"/>
                  <a:pt x="21904" y="111338"/>
                  <a:pt x="21631" y="111288"/>
                </a:cubicBezTo>
                <a:cubicBezTo>
                  <a:pt x="21257" y="111238"/>
                  <a:pt x="20884" y="111139"/>
                  <a:pt x="20535" y="111039"/>
                </a:cubicBezTo>
                <a:cubicBezTo>
                  <a:pt x="20262" y="110890"/>
                  <a:pt x="20038" y="110865"/>
                  <a:pt x="19838" y="110790"/>
                </a:cubicBezTo>
                <a:cubicBezTo>
                  <a:pt x="17424" y="108550"/>
                  <a:pt x="15731" y="105638"/>
                  <a:pt x="14761" y="102153"/>
                </a:cubicBezTo>
                <a:close/>
                <a:moveTo>
                  <a:pt x="20162" y="111039"/>
                </a:moveTo>
                <a:lnTo>
                  <a:pt x="20162" y="111039"/>
                </a:lnTo>
                <a:cubicBezTo>
                  <a:pt x="20610" y="111163"/>
                  <a:pt x="21083" y="111263"/>
                  <a:pt x="21531" y="111363"/>
                </a:cubicBezTo>
                <a:lnTo>
                  <a:pt x="22203" y="111462"/>
                </a:lnTo>
                <a:cubicBezTo>
                  <a:pt x="22626" y="111512"/>
                  <a:pt x="23024" y="111611"/>
                  <a:pt x="23472" y="111636"/>
                </a:cubicBezTo>
                <a:cubicBezTo>
                  <a:pt x="23771" y="111661"/>
                  <a:pt x="24120" y="111711"/>
                  <a:pt x="24468" y="111736"/>
                </a:cubicBezTo>
                <a:lnTo>
                  <a:pt x="25489" y="111835"/>
                </a:lnTo>
                <a:cubicBezTo>
                  <a:pt x="26161" y="111860"/>
                  <a:pt x="26883" y="111885"/>
                  <a:pt x="27604" y="111885"/>
                </a:cubicBezTo>
                <a:cubicBezTo>
                  <a:pt x="28351" y="111885"/>
                  <a:pt x="29098" y="111860"/>
                  <a:pt x="29845" y="111835"/>
                </a:cubicBezTo>
                <a:cubicBezTo>
                  <a:pt x="30218" y="111786"/>
                  <a:pt x="30616" y="111761"/>
                  <a:pt x="30990" y="111736"/>
                </a:cubicBezTo>
                <a:cubicBezTo>
                  <a:pt x="31114" y="111736"/>
                  <a:pt x="31239" y="111711"/>
                  <a:pt x="31413" y="111711"/>
                </a:cubicBezTo>
                <a:cubicBezTo>
                  <a:pt x="31438" y="111736"/>
                  <a:pt x="31463" y="111736"/>
                  <a:pt x="31487" y="111761"/>
                </a:cubicBezTo>
                <a:lnTo>
                  <a:pt x="31338" y="111761"/>
                </a:lnTo>
                <a:cubicBezTo>
                  <a:pt x="30840" y="111786"/>
                  <a:pt x="30367" y="111860"/>
                  <a:pt x="29919" y="111885"/>
                </a:cubicBezTo>
                <a:cubicBezTo>
                  <a:pt x="29123" y="111910"/>
                  <a:pt x="28376" y="111960"/>
                  <a:pt x="27629" y="111960"/>
                </a:cubicBezTo>
                <a:cubicBezTo>
                  <a:pt x="26883" y="111960"/>
                  <a:pt x="26186" y="111910"/>
                  <a:pt x="25489" y="111885"/>
                </a:cubicBezTo>
                <a:lnTo>
                  <a:pt x="24468" y="111786"/>
                </a:lnTo>
                <a:lnTo>
                  <a:pt x="23423" y="111686"/>
                </a:lnTo>
                <a:cubicBezTo>
                  <a:pt x="23000" y="111636"/>
                  <a:pt x="22601" y="111587"/>
                  <a:pt x="22153" y="111512"/>
                </a:cubicBezTo>
                <a:cubicBezTo>
                  <a:pt x="21929" y="111487"/>
                  <a:pt x="21680" y="111437"/>
                  <a:pt x="21481" y="111387"/>
                </a:cubicBezTo>
                <a:cubicBezTo>
                  <a:pt x="21033" y="111288"/>
                  <a:pt x="20635" y="111188"/>
                  <a:pt x="20237" y="111114"/>
                </a:cubicBezTo>
                <a:lnTo>
                  <a:pt x="20162" y="111039"/>
                </a:lnTo>
                <a:close/>
                <a:moveTo>
                  <a:pt x="14942" y="109369"/>
                </a:moveTo>
                <a:cubicBezTo>
                  <a:pt x="14951" y="109371"/>
                  <a:pt x="14963" y="109371"/>
                  <a:pt x="14985" y="109371"/>
                </a:cubicBezTo>
                <a:cubicBezTo>
                  <a:pt x="15308" y="109545"/>
                  <a:pt x="15682" y="109745"/>
                  <a:pt x="16055" y="109919"/>
                </a:cubicBezTo>
                <a:cubicBezTo>
                  <a:pt x="16229" y="109994"/>
                  <a:pt x="16403" y="110043"/>
                  <a:pt x="16603" y="110143"/>
                </a:cubicBezTo>
                <a:cubicBezTo>
                  <a:pt x="16926" y="110292"/>
                  <a:pt x="17299" y="110466"/>
                  <a:pt x="17648" y="110591"/>
                </a:cubicBezTo>
                <a:cubicBezTo>
                  <a:pt x="18220" y="111139"/>
                  <a:pt x="18793" y="111661"/>
                  <a:pt x="19415" y="112134"/>
                </a:cubicBezTo>
                <a:cubicBezTo>
                  <a:pt x="18619" y="111736"/>
                  <a:pt x="17748" y="111238"/>
                  <a:pt x="16876" y="110666"/>
                </a:cubicBezTo>
                <a:cubicBezTo>
                  <a:pt x="16143" y="110226"/>
                  <a:pt x="15530" y="109786"/>
                  <a:pt x="14942" y="109369"/>
                </a:cubicBezTo>
                <a:close/>
                <a:moveTo>
                  <a:pt x="18046" y="110715"/>
                </a:moveTo>
                <a:cubicBezTo>
                  <a:pt x="18096" y="110715"/>
                  <a:pt x="18146" y="110740"/>
                  <a:pt x="18171" y="110740"/>
                </a:cubicBezTo>
                <a:cubicBezTo>
                  <a:pt x="19017" y="111537"/>
                  <a:pt x="19913" y="112234"/>
                  <a:pt x="20859" y="112831"/>
                </a:cubicBezTo>
                <a:lnTo>
                  <a:pt x="20486" y="112632"/>
                </a:lnTo>
                <a:cubicBezTo>
                  <a:pt x="19614" y="112109"/>
                  <a:pt x="18793" y="111462"/>
                  <a:pt x="18046" y="110715"/>
                </a:cubicBezTo>
                <a:close/>
                <a:moveTo>
                  <a:pt x="75097" y="101307"/>
                </a:moveTo>
                <a:cubicBezTo>
                  <a:pt x="75993" y="101804"/>
                  <a:pt x="76764" y="102078"/>
                  <a:pt x="77412" y="102128"/>
                </a:cubicBezTo>
                <a:cubicBezTo>
                  <a:pt x="70143" y="107156"/>
                  <a:pt x="62751" y="110840"/>
                  <a:pt x="55931" y="112881"/>
                </a:cubicBezTo>
                <a:cubicBezTo>
                  <a:pt x="56428" y="112483"/>
                  <a:pt x="56851" y="112010"/>
                  <a:pt x="57300" y="111487"/>
                </a:cubicBezTo>
                <a:cubicBezTo>
                  <a:pt x="63174" y="108923"/>
                  <a:pt x="69173" y="105513"/>
                  <a:pt x="75097" y="101307"/>
                </a:cubicBezTo>
                <a:close/>
                <a:moveTo>
                  <a:pt x="13192" y="108301"/>
                </a:moveTo>
                <a:lnTo>
                  <a:pt x="13192" y="108301"/>
                </a:lnTo>
                <a:cubicBezTo>
                  <a:pt x="13267" y="108376"/>
                  <a:pt x="13367" y="108401"/>
                  <a:pt x="13416" y="108425"/>
                </a:cubicBezTo>
                <a:cubicBezTo>
                  <a:pt x="13441" y="108475"/>
                  <a:pt x="13491" y="108475"/>
                  <a:pt x="13516" y="108500"/>
                </a:cubicBezTo>
                <a:cubicBezTo>
                  <a:pt x="13541" y="108525"/>
                  <a:pt x="13616" y="108550"/>
                  <a:pt x="13640" y="108550"/>
                </a:cubicBezTo>
                <a:cubicBezTo>
                  <a:pt x="14512" y="109247"/>
                  <a:pt x="15507" y="109994"/>
                  <a:pt x="16802" y="110790"/>
                </a:cubicBezTo>
                <a:cubicBezTo>
                  <a:pt x="18096" y="111611"/>
                  <a:pt x="19341" y="112259"/>
                  <a:pt x="20411" y="112781"/>
                </a:cubicBezTo>
                <a:cubicBezTo>
                  <a:pt x="20510" y="112856"/>
                  <a:pt x="20585" y="112881"/>
                  <a:pt x="20660" y="112931"/>
                </a:cubicBezTo>
                <a:cubicBezTo>
                  <a:pt x="20710" y="112980"/>
                  <a:pt x="20759" y="113005"/>
                  <a:pt x="20784" y="113005"/>
                </a:cubicBezTo>
                <a:cubicBezTo>
                  <a:pt x="20797" y="113012"/>
                  <a:pt x="20811" y="113019"/>
                  <a:pt x="20823" y="113025"/>
                </a:cubicBezTo>
                <a:lnTo>
                  <a:pt x="20823" y="113025"/>
                </a:lnTo>
                <a:cubicBezTo>
                  <a:pt x="19925" y="112699"/>
                  <a:pt x="18934" y="112190"/>
                  <a:pt x="17897" y="111587"/>
                </a:cubicBezTo>
                <a:cubicBezTo>
                  <a:pt x="17872" y="111537"/>
                  <a:pt x="17847" y="111537"/>
                  <a:pt x="17797" y="111512"/>
                </a:cubicBezTo>
                <a:cubicBezTo>
                  <a:pt x="17499" y="111338"/>
                  <a:pt x="17150" y="111139"/>
                  <a:pt x="16851" y="110914"/>
                </a:cubicBezTo>
                <a:cubicBezTo>
                  <a:pt x="16777" y="110890"/>
                  <a:pt x="16677" y="110840"/>
                  <a:pt x="16627" y="110765"/>
                </a:cubicBezTo>
                <a:cubicBezTo>
                  <a:pt x="16379" y="110616"/>
                  <a:pt x="16130" y="110466"/>
                  <a:pt x="15906" y="110292"/>
                </a:cubicBezTo>
                <a:lnTo>
                  <a:pt x="14686" y="109471"/>
                </a:lnTo>
                <a:cubicBezTo>
                  <a:pt x="14263" y="109147"/>
                  <a:pt x="13815" y="108799"/>
                  <a:pt x="13392" y="108475"/>
                </a:cubicBezTo>
                <a:cubicBezTo>
                  <a:pt x="13317" y="108401"/>
                  <a:pt x="13267" y="108376"/>
                  <a:pt x="13192" y="108301"/>
                </a:cubicBezTo>
                <a:close/>
                <a:moveTo>
                  <a:pt x="56926" y="111636"/>
                </a:moveTo>
                <a:lnTo>
                  <a:pt x="56926" y="111636"/>
                </a:lnTo>
                <a:cubicBezTo>
                  <a:pt x="56453" y="112159"/>
                  <a:pt x="55955" y="112607"/>
                  <a:pt x="55458" y="113005"/>
                </a:cubicBezTo>
                <a:cubicBezTo>
                  <a:pt x="55383" y="113030"/>
                  <a:pt x="55333" y="113030"/>
                  <a:pt x="55258" y="113080"/>
                </a:cubicBezTo>
                <a:cubicBezTo>
                  <a:pt x="55806" y="112657"/>
                  <a:pt x="56304" y="112234"/>
                  <a:pt x="56752" y="111711"/>
                </a:cubicBezTo>
                <a:cubicBezTo>
                  <a:pt x="56827" y="111661"/>
                  <a:pt x="56851" y="111661"/>
                  <a:pt x="56926" y="111636"/>
                </a:cubicBezTo>
                <a:close/>
                <a:moveTo>
                  <a:pt x="61730" y="110989"/>
                </a:moveTo>
                <a:cubicBezTo>
                  <a:pt x="60734" y="111412"/>
                  <a:pt x="59639" y="111835"/>
                  <a:pt x="58121" y="112408"/>
                </a:cubicBezTo>
                <a:cubicBezTo>
                  <a:pt x="57225" y="112732"/>
                  <a:pt x="56329" y="113005"/>
                  <a:pt x="55408" y="113254"/>
                </a:cubicBezTo>
                <a:cubicBezTo>
                  <a:pt x="55458" y="113229"/>
                  <a:pt x="55507" y="113204"/>
                  <a:pt x="55557" y="113155"/>
                </a:cubicBezTo>
                <a:cubicBezTo>
                  <a:pt x="57573" y="112582"/>
                  <a:pt x="59614" y="111860"/>
                  <a:pt x="61730" y="110989"/>
                </a:cubicBezTo>
                <a:close/>
                <a:moveTo>
                  <a:pt x="40423" y="110292"/>
                </a:moveTo>
                <a:cubicBezTo>
                  <a:pt x="40498" y="110367"/>
                  <a:pt x="40523" y="110392"/>
                  <a:pt x="40573" y="110417"/>
                </a:cubicBezTo>
                <a:cubicBezTo>
                  <a:pt x="39029" y="111711"/>
                  <a:pt x="37337" y="112732"/>
                  <a:pt x="35594" y="113478"/>
                </a:cubicBezTo>
                <a:cubicBezTo>
                  <a:pt x="34449" y="113030"/>
                  <a:pt x="33354" y="112508"/>
                  <a:pt x="32359" y="111885"/>
                </a:cubicBezTo>
                <a:cubicBezTo>
                  <a:pt x="34947" y="111611"/>
                  <a:pt x="37660" y="111039"/>
                  <a:pt x="40423" y="110292"/>
                </a:cubicBezTo>
                <a:close/>
                <a:moveTo>
                  <a:pt x="54985" y="113354"/>
                </a:moveTo>
                <a:cubicBezTo>
                  <a:pt x="54960" y="113379"/>
                  <a:pt x="54935" y="113404"/>
                  <a:pt x="54885" y="113404"/>
                </a:cubicBezTo>
                <a:cubicBezTo>
                  <a:pt x="54835" y="113453"/>
                  <a:pt x="54736" y="113453"/>
                  <a:pt x="54686" y="113478"/>
                </a:cubicBezTo>
                <a:cubicBezTo>
                  <a:pt x="54736" y="113453"/>
                  <a:pt x="54761" y="113404"/>
                  <a:pt x="54835" y="113379"/>
                </a:cubicBezTo>
                <a:cubicBezTo>
                  <a:pt x="54885" y="113379"/>
                  <a:pt x="54935" y="113354"/>
                  <a:pt x="54985" y="113354"/>
                </a:cubicBezTo>
                <a:close/>
                <a:moveTo>
                  <a:pt x="40697" y="110591"/>
                </a:moveTo>
                <a:cubicBezTo>
                  <a:pt x="40747" y="110591"/>
                  <a:pt x="40747" y="110616"/>
                  <a:pt x="40772" y="110616"/>
                </a:cubicBezTo>
                <a:cubicBezTo>
                  <a:pt x="39278" y="111860"/>
                  <a:pt x="37660" y="112856"/>
                  <a:pt x="35968" y="113603"/>
                </a:cubicBezTo>
                <a:cubicBezTo>
                  <a:pt x="35943" y="113603"/>
                  <a:pt x="35918" y="113578"/>
                  <a:pt x="35868" y="113578"/>
                </a:cubicBezTo>
                <a:cubicBezTo>
                  <a:pt x="37561" y="112831"/>
                  <a:pt x="39204" y="111835"/>
                  <a:pt x="40697" y="110591"/>
                </a:cubicBezTo>
                <a:close/>
                <a:moveTo>
                  <a:pt x="32085" y="111910"/>
                </a:moveTo>
                <a:cubicBezTo>
                  <a:pt x="33080" y="112582"/>
                  <a:pt x="34201" y="113130"/>
                  <a:pt x="35395" y="113603"/>
                </a:cubicBezTo>
                <a:cubicBezTo>
                  <a:pt x="35346" y="113603"/>
                  <a:pt x="35321" y="113628"/>
                  <a:pt x="35296" y="113628"/>
                </a:cubicBezTo>
                <a:cubicBezTo>
                  <a:pt x="34101" y="113155"/>
                  <a:pt x="32981" y="112607"/>
                  <a:pt x="31985" y="111960"/>
                </a:cubicBezTo>
                <a:cubicBezTo>
                  <a:pt x="32035" y="111910"/>
                  <a:pt x="32060" y="111910"/>
                  <a:pt x="32085" y="111910"/>
                </a:cubicBezTo>
                <a:close/>
                <a:moveTo>
                  <a:pt x="35644" y="113702"/>
                </a:moveTo>
                <a:cubicBezTo>
                  <a:pt x="35669" y="113702"/>
                  <a:pt x="35694" y="113727"/>
                  <a:pt x="35694" y="113727"/>
                </a:cubicBezTo>
                <a:cubicBezTo>
                  <a:pt x="35669" y="113727"/>
                  <a:pt x="35644" y="113752"/>
                  <a:pt x="35594" y="113752"/>
                </a:cubicBezTo>
                <a:cubicBezTo>
                  <a:pt x="35570" y="113752"/>
                  <a:pt x="35545" y="113727"/>
                  <a:pt x="35520" y="113727"/>
                </a:cubicBezTo>
                <a:cubicBezTo>
                  <a:pt x="35545" y="113727"/>
                  <a:pt x="35570" y="113702"/>
                  <a:pt x="35594" y="113702"/>
                </a:cubicBezTo>
                <a:close/>
                <a:moveTo>
                  <a:pt x="18594" y="110865"/>
                </a:moveTo>
                <a:cubicBezTo>
                  <a:pt x="18893" y="110964"/>
                  <a:pt x="19216" y="111089"/>
                  <a:pt x="19515" y="111139"/>
                </a:cubicBezTo>
                <a:cubicBezTo>
                  <a:pt x="19540" y="111139"/>
                  <a:pt x="19589" y="111139"/>
                  <a:pt x="19614" y="111163"/>
                </a:cubicBezTo>
                <a:cubicBezTo>
                  <a:pt x="20734" y="112234"/>
                  <a:pt x="22004" y="113130"/>
                  <a:pt x="23398" y="113877"/>
                </a:cubicBezTo>
                <a:cubicBezTo>
                  <a:pt x="21631" y="113204"/>
                  <a:pt x="20013" y="112209"/>
                  <a:pt x="18594" y="110865"/>
                </a:cubicBezTo>
                <a:close/>
                <a:moveTo>
                  <a:pt x="61701" y="111266"/>
                </a:moveTo>
                <a:lnTo>
                  <a:pt x="61701" y="111266"/>
                </a:lnTo>
                <a:cubicBezTo>
                  <a:pt x="61626" y="111299"/>
                  <a:pt x="61548" y="111344"/>
                  <a:pt x="61456" y="111363"/>
                </a:cubicBezTo>
                <a:cubicBezTo>
                  <a:pt x="61332" y="111412"/>
                  <a:pt x="61207" y="111487"/>
                  <a:pt x="61083" y="111512"/>
                </a:cubicBezTo>
                <a:cubicBezTo>
                  <a:pt x="59963" y="111985"/>
                  <a:pt x="58669" y="112458"/>
                  <a:pt x="56752" y="113155"/>
                </a:cubicBezTo>
                <a:cubicBezTo>
                  <a:pt x="56702" y="113204"/>
                  <a:pt x="56627" y="113204"/>
                  <a:pt x="56603" y="113229"/>
                </a:cubicBezTo>
                <a:cubicBezTo>
                  <a:pt x="55995" y="113448"/>
                  <a:pt x="55173" y="113715"/>
                  <a:pt x="54300" y="113982"/>
                </a:cubicBezTo>
                <a:lnTo>
                  <a:pt x="54300" y="113982"/>
                </a:lnTo>
                <a:cubicBezTo>
                  <a:pt x="54308" y="113979"/>
                  <a:pt x="54313" y="113976"/>
                  <a:pt x="54313" y="113976"/>
                </a:cubicBezTo>
                <a:cubicBezTo>
                  <a:pt x="54337" y="113976"/>
                  <a:pt x="54362" y="113926"/>
                  <a:pt x="54387" y="113926"/>
                </a:cubicBezTo>
                <a:cubicBezTo>
                  <a:pt x="54437" y="113926"/>
                  <a:pt x="54437" y="113901"/>
                  <a:pt x="54462" y="113901"/>
                </a:cubicBezTo>
                <a:cubicBezTo>
                  <a:pt x="55582" y="113553"/>
                  <a:pt x="56329" y="113279"/>
                  <a:pt x="56752" y="113130"/>
                </a:cubicBezTo>
                <a:cubicBezTo>
                  <a:pt x="57300" y="112906"/>
                  <a:pt x="57797" y="112756"/>
                  <a:pt x="58220" y="112557"/>
                </a:cubicBezTo>
                <a:lnTo>
                  <a:pt x="59988" y="111910"/>
                </a:lnTo>
                <a:cubicBezTo>
                  <a:pt x="60187" y="111860"/>
                  <a:pt x="60336" y="111786"/>
                  <a:pt x="60535" y="111736"/>
                </a:cubicBezTo>
                <a:cubicBezTo>
                  <a:pt x="60909" y="111573"/>
                  <a:pt x="61304" y="111409"/>
                  <a:pt x="61701" y="111266"/>
                </a:cubicBezTo>
                <a:close/>
                <a:moveTo>
                  <a:pt x="59241" y="107156"/>
                </a:moveTo>
                <a:lnTo>
                  <a:pt x="59241" y="107156"/>
                </a:lnTo>
                <a:cubicBezTo>
                  <a:pt x="58619" y="108724"/>
                  <a:pt x="57922" y="110018"/>
                  <a:pt x="57051" y="111089"/>
                </a:cubicBezTo>
                <a:cubicBezTo>
                  <a:pt x="53889" y="112458"/>
                  <a:pt x="50828" y="113528"/>
                  <a:pt x="47791" y="114349"/>
                </a:cubicBezTo>
                <a:cubicBezTo>
                  <a:pt x="45601" y="113827"/>
                  <a:pt x="43311" y="112508"/>
                  <a:pt x="41195" y="110466"/>
                </a:cubicBezTo>
                <a:cubicBezTo>
                  <a:pt x="41419" y="110267"/>
                  <a:pt x="41643" y="110093"/>
                  <a:pt x="41867" y="109869"/>
                </a:cubicBezTo>
                <a:cubicBezTo>
                  <a:pt x="43609" y="109346"/>
                  <a:pt x="45352" y="108749"/>
                  <a:pt x="47119" y="108052"/>
                </a:cubicBezTo>
                <a:lnTo>
                  <a:pt x="47219" y="108052"/>
                </a:lnTo>
                <a:cubicBezTo>
                  <a:pt x="47268" y="108052"/>
                  <a:pt x="47343" y="108102"/>
                  <a:pt x="47368" y="108102"/>
                </a:cubicBezTo>
                <a:cubicBezTo>
                  <a:pt x="47791" y="108152"/>
                  <a:pt x="48239" y="108226"/>
                  <a:pt x="48662" y="108251"/>
                </a:cubicBezTo>
                <a:cubicBezTo>
                  <a:pt x="48762" y="108251"/>
                  <a:pt x="48861" y="108276"/>
                  <a:pt x="48961" y="108276"/>
                </a:cubicBezTo>
                <a:lnTo>
                  <a:pt x="49110" y="108276"/>
                </a:lnTo>
                <a:cubicBezTo>
                  <a:pt x="49658" y="108301"/>
                  <a:pt x="50230" y="108351"/>
                  <a:pt x="50828" y="108351"/>
                </a:cubicBezTo>
                <a:lnTo>
                  <a:pt x="51002" y="108351"/>
                </a:lnTo>
                <a:cubicBezTo>
                  <a:pt x="51400" y="108351"/>
                  <a:pt x="51823" y="108351"/>
                  <a:pt x="52222" y="108301"/>
                </a:cubicBezTo>
                <a:lnTo>
                  <a:pt x="52272" y="108301"/>
                </a:lnTo>
                <a:cubicBezTo>
                  <a:pt x="52496" y="108301"/>
                  <a:pt x="52720" y="108276"/>
                  <a:pt x="52944" y="108251"/>
                </a:cubicBezTo>
                <a:lnTo>
                  <a:pt x="53068" y="108251"/>
                </a:lnTo>
                <a:cubicBezTo>
                  <a:pt x="53242" y="108251"/>
                  <a:pt x="53416" y="108226"/>
                  <a:pt x="53616" y="108176"/>
                </a:cubicBezTo>
                <a:cubicBezTo>
                  <a:pt x="53765" y="108176"/>
                  <a:pt x="53889" y="108152"/>
                  <a:pt x="54064" y="108127"/>
                </a:cubicBezTo>
                <a:cubicBezTo>
                  <a:pt x="54238" y="108102"/>
                  <a:pt x="54462" y="108102"/>
                  <a:pt x="54686" y="108052"/>
                </a:cubicBezTo>
                <a:lnTo>
                  <a:pt x="54711" y="108052"/>
                </a:lnTo>
                <a:cubicBezTo>
                  <a:pt x="54761" y="108052"/>
                  <a:pt x="54835" y="108027"/>
                  <a:pt x="54885" y="108027"/>
                </a:cubicBezTo>
                <a:lnTo>
                  <a:pt x="54960" y="108027"/>
                </a:lnTo>
                <a:lnTo>
                  <a:pt x="55433" y="107928"/>
                </a:lnTo>
                <a:cubicBezTo>
                  <a:pt x="55731" y="107878"/>
                  <a:pt x="56055" y="107803"/>
                  <a:pt x="56354" y="107778"/>
                </a:cubicBezTo>
                <a:cubicBezTo>
                  <a:pt x="56603" y="107753"/>
                  <a:pt x="56851" y="107679"/>
                  <a:pt x="57100" y="107654"/>
                </a:cubicBezTo>
                <a:cubicBezTo>
                  <a:pt x="57822" y="107529"/>
                  <a:pt x="58544" y="107355"/>
                  <a:pt x="59241" y="107156"/>
                </a:cubicBezTo>
                <a:close/>
                <a:moveTo>
                  <a:pt x="56329" y="111910"/>
                </a:moveTo>
                <a:cubicBezTo>
                  <a:pt x="55831" y="112383"/>
                  <a:pt x="55308" y="112856"/>
                  <a:pt x="54736" y="113229"/>
                </a:cubicBezTo>
                <a:cubicBezTo>
                  <a:pt x="52968" y="113727"/>
                  <a:pt x="51201" y="114101"/>
                  <a:pt x="49509" y="114374"/>
                </a:cubicBezTo>
                <a:cubicBezTo>
                  <a:pt x="51749" y="113702"/>
                  <a:pt x="54014" y="112881"/>
                  <a:pt x="56329" y="111910"/>
                </a:cubicBezTo>
                <a:close/>
                <a:moveTo>
                  <a:pt x="19988" y="111288"/>
                </a:moveTo>
                <a:cubicBezTo>
                  <a:pt x="20013" y="111288"/>
                  <a:pt x="20087" y="111338"/>
                  <a:pt x="20112" y="111338"/>
                </a:cubicBezTo>
                <a:cubicBezTo>
                  <a:pt x="21531" y="112607"/>
                  <a:pt x="23199" y="113628"/>
                  <a:pt x="25066" y="114449"/>
                </a:cubicBezTo>
                <a:cubicBezTo>
                  <a:pt x="24941" y="114399"/>
                  <a:pt x="24817" y="114374"/>
                  <a:pt x="24717" y="114349"/>
                </a:cubicBezTo>
                <a:cubicBezTo>
                  <a:pt x="22950" y="113528"/>
                  <a:pt x="21357" y="112508"/>
                  <a:pt x="19988" y="111288"/>
                </a:cubicBezTo>
                <a:close/>
                <a:moveTo>
                  <a:pt x="41071" y="110616"/>
                </a:moveTo>
                <a:cubicBezTo>
                  <a:pt x="43136" y="112582"/>
                  <a:pt x="45277" y="113877"/>
                  <a:pt x="47468" y="114474"/>
                </a:cubicBezTo>
                <a:cubicBezTo>
                  <a:pt x="47418" y="114474"/>
                  <a:pt x="47393" y="114499"/>
                  <a:pt x="47343" y="114499"/>
                </a:cubicBezTo>
                <a:cubicBezTo>
                  <a:pt x="45178" y="113901"/>
                  <a:pt x="43062" y="112607"/>
                  <a:pt x="41046" y="110641"/>
                </a:cubicBezTo>
                <a:lnTo>
                  <a:pt x="41071" y="110616"/>
                </a:lnTo>
                <a:close/>
                <a:moveTo>
                  <a:pt x="56802" y="111412"/>
                </a:moveTo>
                <a:cubicBezTo>
                  <a:pt x="56752" y="111487"/>
                  <a:pt x="56702" y="111512"/>
                  <a:pt x="56677" y="111587"/>
                </a:cubicBezTo>
                <a:cubicBezTo>
                  <a:pt x="53840" y="112732"/>
                  <a:pt x="51102" y="113727"/>
                  <a:pt x="48388" y="114499"/>
                </a:cubicBezTo>
                <a:cubicBezTo>
                  <a:pt x="48339" y="114499"/>
                  <a:pt x="48264" y="114474"/>
                  <a:pt x="48214" y="114474"/>
                </a:cubicBezTo>
                <a:cubicBezTo>
                  <a:pt x="51002" y="113702"/>
                  <a:pt x="53865" y="112657"/>
                  <a:pt x="56802" y="111412"/>
                </a:cubicBezTo>
                <a:close/>
                <a:moveTo>
                  <a:pt x="22300" y="113641"/>
                </a:moveTo>
                <a:cubicBezTo>
                  <a:pt x="22877" y="113870"/>
                  <a:pt x="23339" y="114032"/>
                  <a:pt x="23622" y="114150"/>
                </a:cubicBezTo>
                <a:cubicBezTo>
                  <a:pt x="24020" y="114325"/>
                  <a:pt x="24393" y="114449"/>
                  <a:pt x="24817" y="114573"/>
                </a:cubicBezTo>
                <a:cubicBezTo>
                  <a:pt x="24717" y="114573"/>
                  <a:pt x="24593" y="114524"/>
                  <a:pt x="24418" y="114499"/>
                </a:cubicBezTo>
                <a:lnTo>
                  <a:pt x="24393" y="114499"/>
                </a:lnTo>
                <a:cubicBezTo>
                  <a:pt x="24269" y="114474"/>
                  <a:pt x="24194" y="114449"/>
                  <a:pt x="24070" y="114374"/>
                </a:cubicBezTo>
                <a:cubicBezTo>
                  <a:pt x="24020" y="114374"/>
                  <a:pt x="24020" y="114349"/>
                  <a:pt x="23995" y="114349"/>
                </a:cubicBezTo>
                <a:cubicBezTo>
                  <a:pt x="23522" y="114200"/>
                  <a:pt x="23099" y="114026"/>
                  <a:pt x="22651" y="113827"/>
                </a:cubicBezTo>
                <a:cubicBezTo>
                  <a:pt x="22534" y="113768"/>
                  <a:pt x="22417" y="113695"/>
                  <a:pt x="22300" y="113641"/>
                </a:cubicBezTo>
                <a:close/>
                <a:moveTo>
                  <a:pt x="47791" y="114573"/>
                </a:moveTo>
                <a:cubicBezTo>
                  <a:pt x="47841" y="114573"/>
                  <a:pt x="47866" y="114598"/>
                  <a:pt x="47916" y="114598"/>
                </a:cubicBezTo>
                <a:lnTo>
                  <a:pt x="47667" y="114598"/>
                </a:lnTo>
                <a:cubicBezTo>
                  <a:pt x="47716" y="114598"/>
                  <a:pt x="47766" y="114573"/>
                  <a:pt x="47791" y="114573"/>
                </a:cubicBezTo>
                <a:close/>
                <a:moveTo>
                  <a:pt x="54188" y="113553"/>
                </a:moveTo>
                <a:cubicBezTo>
                  <a:pt x="54089" y="113603"/>
                  <a:pt x="54014" y="113628"/>
                  <a:pt x="53939" y="113702"/>
                </a:cubicBezTo>
                <a:cubicBezTo>
                  <a:pt x="52396" y="114101"/>
                  <a:pt x="50902" y="114399"/>
                  <a:pt x="49484" y="114623"/>
                </a:cubicBezTo>
                <a:cubicBezTo>
                  <a:pt x="49384" y="114623"/>
                  <a:pt x="49285" y="114623"/>
                  <a:pt x="49235" y="114598"/>
                </a:cubicBezTo>
                <a:cubicBezTo>
                  <a:pt x="50853" y="114349"/>
                  <a:pt x="52496" y="114001"/>
                  <a:pt x="54188" y="113553"/>
                </a:cubicBezTo>
                <a:close/>
                <a:moveTo>
                  <a:pt x="53068" y="114101"/>
                </a:moveTo>
                <a:lnTo>
                  <a:pt x="53068" y="114101"/>
                </a:lnTo>
                <a:cubicBezTo>
                  <a:pt x="52645" y="114250"/>
                  <a:pt x="52247" y="114374"/>
                  <a:pt x="51848" y="114474"/>
                </a:cubicBezTo>
                <a:cubicBezTo>
                  <a:pt x="51400" y="114524"/>
                  <a:pt x="50977" y="114598"/>
                  <a:pt x="50529" y="114623"/>
                </a:cubicBezTo>
                <a:cubicBezTo>
                  <a:pt x="51375" y="114474"/>
                  <a:pt x="52222" y="114275"/>
                  <a:pt x="53068" y="114101"/>
                </a:cubicBezTo>
                <a:close/>
                <a:moveTo>
                  <a:pt x="48488" y="114698"/>
                </a:moveTo>
                <a:cubicBezTo>
                  <a:pt x="48538" y="114698"/>
                  <a:pt x="48613" y="114723"/>
                  <a:pt x="48662" y="114723"/>
                </a:cubicBezTo>
                <a:cubicBezTo>
                  <a:pt x="48637" y="114723"/>
                  <a:pt x="48538" y="114748"/>
                  <a:pt x="48488" y="114748"/>
                </a:cubicBezTo>
                <a:cubicBezTo>
                  <a:pt x="48413" y="114748"/>
                  <a:pt x="48388" y="114723"/>
                  <a:pt x="48339" y="114723"/>
                </a:cubicBezTo>
                <a:cubicBezTo>
                  <a:pt x="48388" y="114723"/>
                  <a:pt x="48463" y="114698"/>
                  <a:pt x="48488" y="114698"/>
                </a:cubicBezTo>
                <a:close/>
                <a:moveTo>
                  <a:pt x="53342" y="114225"/>
                </a:moveTo>
                <a:lnTo>
                  <a:pt x="53143" y="114325"/>
                </a:lnTo>
                <a:cubicBezTo>
                  <a:pt x="53118" y="114325"/>
                  <a:pt x="53093" y="114349"/>
                  <a:pt x="53068" y="114349"/>
                </a:cubicBezTo>
                <a:cubicBezTo>
                  <a:pt x="52869" y="114399"/>
                  <a:pt x="52720" y="114474"/>
                  <a:pt x="52520" y="114524"/>
                </a:cubicBezTo>
                <a:lnTo>
                  <a:pt x="52471" y="114524"/>
                </a:lnTo>
                <a:cubicBezTo>
                  <a:pt x="52272" y="114598"/>
                  <a:pt x="52072" y="114623"/>
                  <a:pt x="51873" y="114698"/>
                </a:cubicBezTo>
                <a:cubicBezTo>
                  <a:pt x="51823" y="114698"/>
                  <a:pt x="51774" y="114698"/>
                  <a:pt x="51724" y="114723"/>
                </a:cubicBezTo>
                <a:lnTo>
                  <a:pt x="51624" y="114723"/>
                </a:lnTo>
                <a:cubicBezTo>
                  <a:pt x="51500" y="114748"/>
                  <a:pt x="51400" y="114748"/>
                  <a:pt x="51276" y="114773"/>
                </a:cubicBezTo>
                <a:cubicBezTo>
                  <a:pt x="52023" y="114598"/>
                  <a:pt x="52720" y="114399"/>
                  <a:pt x="53342" y="114225"/>
                </a:cubicBezTo>
                <a:close/>
                <a:moveTo>
                  <a:pt x="40896" y="110740"/>
                </a:moveTo>
                <a:cubicBezTo>
                  <a:pt x="42863" y="112632"/>
                  <a:pt x="44904" y="113951"/>
                  <a:pt x="46995" y="114573"/>
                </a:cubicBezTo>
                <a:cubicBezTo>
                  <a:pt x="46795" y="114623"/>
                  <a:pt x="46621" y="114648"/>
                  <a:pt x="46422" y="114723"/>
                </a:cubicBezTo>
                <a:cubicBezTo>
                  <a:pt x="45529" y="114794"/>
                  <a:pt x="44652" y="114830"/>
                  <a:pt x="43794" y="114830"/>
                </a:cubicBezTo>
                <a:cubicBezTo>
                  <a:pt x="41045" y="114830"/>
                  <a:pt x="38494" y="114461"/>
                  <a:pt x="36217" y="113702"/>
                </a:cubicBezTo>
                <a:cubicBezTo>
                  <a:pt x="37884" y="112956"/>
                  <a:pt x="39428" y="111960"/>
                  <a:pt x="40896" y="110740"/>
                </a:cubicBezTo>
                <a:close/>
                <a:moveTo>
                  <a:pt x="49484" y="114797"/>
                </a:moveTo>
                <a:cubicBezTo>
                  <a:pt x="49633" y="114822"/>
                  <a:pt x="49789" y="114835"/>
                  <a:pt x="49944" y="114835"/>
                </a:cubicBezTo>
                <a:cubicBezTo>
                  <a:pt x="50100" y="114835"/>
                  <a:pt x="50255" y="114822"/>
                  <a:pt x="50405" y="114797"/>
                </a:cubicBezTo>
                <a:lnTo>
                  <a:pt x="50405" y="114797"/>
                </a:lnTo>
                <a:cubicBezTo>
                  <a:pt x="50330" y="114847"/>
                  <a:pt x="50230" y="114847"/>
                  <a:pt x="50131" y="114872"/>
                </a:cubicBezTo>
                <a:lnTo>
                  <a:pt x="50031" y="114872"/>
                </a:lnTo>
                <a:cubicBezTo>
                  <a:pt x="49758" y="114872"/>
                  <a:pt x="49484" y="114847"/>
                  <a:pt x="49235" y="114847"/>
                </a:cubicBezTo>
                <a:cubicBezTo>
                  <a:pt x="49334" y="114847"/>
                  <a:pt x="49384" y="114797"/>
                  <a:pt x="49484" y="114797"/>
                </a:cubicBezTo>
                <a:close/>
                <a:moveTo>
                  <a:pt x="20486" y="111387"/>
                </a:moveTo>
                <a:lnTo>
                  <a:pt x="20486" y="111387"/>
                </a:lnTo>
                <a:cubicBezTo>
                  <a:pt x="20784" y="111462"/>
                  <a:pt x="21083" y="111537"/>
                  <a:pt x="21382" y="111611"/>
                </a:cubicBezTo>
                <a:cubicBezTo>
                  <a:pt x="21631" y="111661"/>
                  <a:pt x="21904" y="111711"/>
                  <a:pt x="22153" y="111736"/>
                </a:cubicBezTo>
                <a:cubicBezTo>
                  <a:pt x="22576" y="111786"/>
                  <a:pt x="22975" y="111885"/>
                  <a:pt x="23373" y="111910"/>
                </a:cubicBezTo>
                <a:cubicBezTo>
                  <a:pt x="23771" y="111985"/>
                  <a:pt x="24219" y="112010"/>
                  <a:pt x="24642" y="112035"/>
                </a:cubicBezTo>
                <a:cubicBezTo>
                  <a:pt x="24941" y="112084"/>
                  <a:pt x="25190" y="112109"/>
                  <a:pt x="25464" y="112109"/>
                </a:cubicBezTo>
                <a:cubicBezTo>
                  <a:pt x="26186" y="112134"/>
                  <a:pt x="26883" y="112159"/>
                  <a:pt x="27629" y="112159"/>
                </a:cubicBezTo>
                <a:cubicBezTo>
                  <a:pt x="28376" y="112159"/>
                  <a:pt x="29123" y="112134"/>
                  <a:pt x="29919" y="112109"/>
                </a:cubicBezTo>
                <a:cubicBezTo>
                  <a:pt x="30367" y="112059"/>
                  <a:pt x="30840" y="112035"/>
                  <a:pt x="31338" y="111985"/>
                </a:cubicBezTo>
                <a:cubicBezTo>
                  <a:pt x="31463" y="111985"/>
                  <a:pt x="31587" y="111960"/>
                  <a:pt x="31736" y="111960"/>
                </a:cubicBezTo>
                <a:cubicBezTo>
                  <a:pt x="32782" y="112632"/>
                  <a:pt x="33852" y="113229"/>
                  <a:pt x="35072" y="113727"/>
                </a:cubicBezTo>
                <a:cubicBezTo>
                  <a:pt x="33329" y="114399"/>
                  <a:pt x="31487" y="114797"/>
                  <a:pt x="29670" y="114897"/>
                </a:cubicBezTo>
                <a:cubicBezTo>
                  <a:pt x="29396" y="114914"/>
                  <a:pt x="29125" y="114922"/>
                  <a:pt x="28856" y="114922"/>
                </a:cubicBezTo>
                <a:cubicBezTo>
                  <a:pt x="27952" y="114922"/>
                  <a:pt x="27074" y="114832"/>
                  <a:pt x="26211" y="114698"/>
                </a:cubicBezTo>
                <a:cubicBezTo>
                  <a:pt x="24020" y="113877"/>
                  <a:pt x="22128" y="112781"/>
                  <a:pt x="20486" y="111387"/>
                </a:cubicBezTo>
                <a:close/>
                <a:moveTo>
                  <a:pt x="46995" y="114872"/>
                </a:moveTo>
                <a:cubicBezTo>
                  <a:pt x="46895" y="114897"/>
                  <a:pt x="46795" y="114947"/>
                  <a:pt x="46721" y="114947"/>
                </a:cubicBezTo>
                <a:cubicBezTo>
                  <a:pt x="46497" y="114972"/>
                  <a:pt x="46298" y="114972"/>
                  <a:pt x="46099" y="114997"/>
                </a:cubicBezTo>
                <a:lnTo>
                  <a:pt x="46472" y="114897"/>
                </a:lnTo>
                <a:cubicBezTo>
                  <a:pt x="46646" y="114897"/>
                  <a:pt x="46795" y="114872"/>
                  <a:pt x="46995" y="114872"/>
                </a:cubicBezTo>
                <a:close/>
                <a:moveTo>
                  <a:pt x="35968" y="113827"/>
                </a:moveTo>
                <a:cubicBezTo>
                  <a:pt x="38360" y="114638"/>
                  <a:pt x="41027" y="115028"/>
                  <a:pt x="43938" y="115028"/>
                </a:cubicBezTo>
                <a:cubicBezTo>
                  <a:pt x="44419" y="115028"/>
                  <a:pt x="44907" y="115018"/>
                  <a:pt x="45402" y="114997"/>
                </a:cubicBezTo>
                <a:lnTo>
                  <a:pt x="45402" y="114997"/>
                </a:lnTo>
                <a:cubicBezTo>
                  <a:pt x="45302" y="115021"/>
                  <a:pt x="45227" y="115021"/>
                  <a:pt x="45128" y="115071"/>
                </a:cubicBezTo>
                <a:cubicBezTo>
                  <a:pt x="44680" y="115096"/>
                  <a:pt x="44281" y="115096"/>
                  <a:pt x="43883" y="115096"/>
                </a:cubicBezTo>
                <a:cubicBezTo>
                  <a:pt x="40946" y="115096"/>
                  <a:pt x="38283" y="114648"/>
                  <a:pt x="35918" y="113852"/>
                </a:cubicBezTo>
                <a:cubicBezTo>
                  <a:pt x="35918" y="113827"/>
                  <a:pt x="35943" y="113827"/>
                  <a:pt x="35968" y="113827"/>
                </a:cubicBezTo>
                <a:close/>
                <a:moveTo>
                  <a:pt x="35296" y="113852"/>
                </a:moveTo>
                <a:cubicBezTo>
                  <a:pt x="35321" y="113852"/>
                  <a:pt x="35346" y="113877"/>
                  <a:pt x="35395" y="113877"/>
                </a:cubicBezTo>
                <a:cubicBezTo>
                  <a:pt x="33528" y="114623"/>
                  <a:pt x="31587" y="115071"/>
                  <a:pt x="29670" y="115146"/>
                </a:cubicBezTo>
                <a:cubicBezTo>
                  <a:pt x="29421" y="115146"/>
                  <a:pt x="29123" y="115196"/>
                  <a:pt x="28924" y="115196"/>
                </a:cubicBezTo>
                <a:cubicBezTo>
                  <a:pt x="28426" y="115196"/>
                  <a:pt x="27953" y="115146"/>
                  <a:pt x="27480" y="115121"/>
                </a:cubicBezTo>
                <a:cubicBezTo>
                  <a:pt x="27355" y="115071"/>
                  <a:pt x="27256" y="115021"/>
                  <a:pt x="27181" y="114997"/>
                </a:cubicBezTo>
                <a:lnTo>
                  <a:pt x="27181" y="114997"/>
                </a:lnTo>
                <a:cubicBezTo>
                  <a:pt x="27790" y="115073"/>
                  <a:pt x="28398" y="115105"/>
                  <a:pt x="29029" y="115105"/>
                </a:cubicBezTo>
                <a:cubicBezTo>
                  <a:pt x="29224" y="115105"/>
                  <a:pt x="29421" y="115102"/>
                  <a:pt x="29621" y="115096"/>
                </a:cubicBezTo>
                <a:cubicBezTo>
                  <a:pt x="31562" y="114997"/>
                  <a:pt x="33454" y="114573"/>
                  <a:pt x="35296" y="113852"/>
                </a:cubicBezTo>
                <a:close/>
                <a:moveTo>
                  <a:pt x="35644" y="113951"/>
                </a:moveTo>
                <a:cubicBezTo>
                  <a:pt x="38059" y="114822"/>
                  <a:pt x="40822" y="115246"/>
                  <a:pt x="43858" y="115246"/>
                </a:cubicBezTo>
                <a:lnTo>
                  <a:pt x="44057" y="115246"/>
                </a:lnTo>
                <a:cubicBezTo>
                  <a:pt x="41096" y="115870"/>
                  <a:pt x="38258" y="116185"/>
                  <a:pt x="35584" y="116185"/>
                </a:cubicBezTo>
                <a:cubicBezTo>
                  <a:pt x="34099" y="116185"/>
                  <a:pt x="32665" y="116088"/>
                  <a:pt x="31288" y="115893"/>
                </a:cubicBezTo>
                <a:cubicBezTo>
                  <a:pt x="31114" y="115868"/>
                  <a:pt x="30940" y="115843"/>
                  <a:pt x="30790" y="115843"/>
                </a:cubicBezTo>
                <a:cubicBezTo>
                  <a:pt x="29919" y="115718"/>
                  <a:pt x="29098" y="115519"/>
                  <a:pt x="28301" y="115320"/>
                </a:cubicBezTo>
                <a:cubicBezTo>
                  <a:pt x="28476" y="115320"/>
                  <a:pt x="28700" y="115345"/>
                  <a:pt x="28874" y="115345"/>
                </a:cubicBezTo>
                <a:cubicBezTo>
                  <a:pt x="29123" y="115345"/>
                  <a:pt x="29372" y="115345"/>
                  <a:pt x="29670" y="115320"/>
                </a:cubicBezTo>
                <a:cubicBezTo>
                  <a:pt x="31687" y="115221"/>
                  <a:pt x="33703" y="114748"/>
                  <a:pt x="35644" y="113951"/>
                </a:cubicBezTo>
                <a:close/>
                <a:moveTo>
                  <a:pt x="48513" y="114947"/>
                </a:moveTo>
                <a:cubicBezTo>
                  <a:pt x="48787" y="114997"/>
                  <a:pt x="49135" y="114997"/>
                  <a:pt x="49459" y="115021"/>
                </a:cubicBezTo>
                <a:cubicBezTo>
                  <a:pt x="49110" y="115121"/>
                  <a:pt x="48737" y="115196"/>
                  <a:pt x="48364" y="115270"/>
                </a:cubicBezTo>
                <a:cubicBezTo>
                  <a:pt x="46497" y="115694"/>
                  <a:pt x="43410" y="116191"/>
                  <a:pt x="40448" y="116316"/>
                </a:cubicBezTo>
                <a:cubicBezTo>
                  <a:pt x="42489" y="116067"/>
                  <a:pt x="44605" y="115644"/>
                  <a:pt x="46771" y="115121"/>
                </a:cubicBezTo>
                <a:cubicBezTo>
                  <a:pt x="47343" y="115071"/>
                  <a:pt x="47916" y="114997"/>
                  <a:pt x="48513" y="114947"/>
                </a:cubicBezTo>
                <a:close/>
                <a:moveTo>
                  <a:pt x="27596" y="115399"/>
                </a:moveTo>
                <a:cubicBezTo>
                  <a:pt x="28936" y="115729"/>
                  <a:pt x="30005" y="115919"/>
                  <a:pt x="30392" y="115967"/>
                </a:cubicBezTo>
                <a:cubicBezTo>
                  <a:pt x="30542" y="115992"/>
                  <a:pt x="30666" y="115992"/>
                  <a:pt x="30741" y="116017"/>
                </a:cubicBezTo>
                <a:cubicBezTo>
                  <a:pt x="30890" y="116042"/>
                  <a:pt x="31014" y="116042"/>
                  <a:pt x="31189" y="116092"/>
                </a:cubicBezTo>
                <a:cubicBezTo>
                  <a:pt x="31985" y="116216"/>
                  <a:pt x="32757" y="116291"/>
                  <a:pt x="33578" y="116391"/>
                </a:cubicBezTo>
                <a:cubicBezTo>
                  <a:pt x="33329" y="116366"/>
                  <a:pt x="33056" y="116341"/>
                  <a:pt x="32782" y="116341"/>
                </a:cubicBezTo>
                <a:cubicBezTo>
                  <a:pt x="32608" y="116341"/>
                  <a:pt x="32483" y="116316"/>
                  <a:pt x="32334" y="116316"/>
                </a:cubicBezTo>
                <a:cubicBezTo>
                  <a:pt x="32159" y="116266"/>
                  <a:pt x="31960" y="116266"/>
                  <a:pt x="31786" y="116241"/>
                </a:cubicBezTo>
                <a:cubicBezTo>
                  <a:pt x="31413" y="116191"/>
                  <a:pt x="31064" y="116142"/>
                  <a:pt x="30691" y="116092"/>
                </a:cubicBezTo>
                <a:cubicBezTo>
                  <a:pt x="30591" y="116092"/>
                  <a:pt x="30492" y="116042"/>
                  <a:pt x="30442" y="116042"/>
                </a:cubicBezTo>
                <a:cubicBezTo>
                  <a:pt x="29695" y="115942"/>
                  <a:pt x="28949" y="115768"/>
                  <a:pt x="28227" y="115594"/>
                </a:cubicBezTo>
                <a:cubicBezTo>
                  <a:pt x="28202" y="115594"/>
                  <a:pt x="28127" y="115544"/>
                  <a:pt x="28102" y="115544"/>
                </a:cubicBezTo>
                <a:cubicBezTo>
                  <a:pt x="27918" y="115503"/>
                  <a:pt x="27768" y="115446"/>
                  <a:pt x="27596" y="115399"/>
                </a:cubicBezTo>
                <a:close/>
                <a:moveTo>
                  <a:pt x="45601" y="115221"/>
                </a:moveTo>
                <a:cubicBezTo>
                  <a:pt x="42813" y="115868"/>
                  <a:pt x="40150" y="116241"/>
                  <a:pt x="37586" y="116391"/>
                </a:cubicBezTo>
                <a:cubicBezTo>
                  <a:pt x="37088" y="116391"/>
                  <a:pt x="36665" y="116391"/>
                  <a:pt x="36217" y="116366"/>
                </a:cubicBezTo>
                <a:cubicBezTo>
                  <a:pt x="39029" y="116316"/>
                  <a:pt x="42016" y="115942"/>
                  <a:pt x="45128" y="115221"/>
                </a:cubicBezTo>
                <a:close/>
                <a:moveTo>
                  <a:pt x="50479" y="115021"/>
                </a:moveTo>
                <a:cubicBezTo>
                  <a:pt x="50031" y="115146"/>
                  <a:pt x="49583" y="115270"/>
                  <a:pt x="49085" y="115370"/>
                </a:cubicBezTo>
                <a:cubicBezTo>
                  <a:pt x="48264" y="115519"/>
                  <a:pt x="47293" y="115743"/>
                  <a:pt x="46372" y="115893"/>
                </a:cubicBezTo>
                <a:cubicBezTo>
                  <a:pt x="45924" y="115967"/>
                  <a:pt x="45426" y="116067"/>
                  <a:pt x="44929" y="116117"/>
                </a:cubicBezTo>
                <a:lnTo>
                  <a:pt x="44879" y="116117"/>
                </a:lnTo>
                <a:cubicBezTo>
                  <a:pt x="44406" y="116191"/>
                  <a:pt x="43908" y="116216"/>
                  <a:pt x="43385" y="116266"/>
                </a:cubicBezTo>
                <a:cubicBezTo>
                  <a:pt x="42191" y="116391"/>
                  <a:pt x="40871" y="116490"/>
                  <a:pt x="39577" y="116565"/>
                </a:cubicBezTo>
                <a:cubicBezTo>
                  <a:pt x="39204" y="116590"/>
                  <a:pt x="38830" y="116590"/>
                  <a:pt x="38457" y="116615"/>
                </a:cubicBezTo>
                <a:lnTo>
                  <a:pt x="37685" y="116615"/>
                </a:lnTo>
                <a:cubicBezTo>
                  <a:pt x="37187" y="116615"/>
                  <a:pt x="36764" y="116615"/>
                  <a:pt x="36316" y="116590"/>
                </a:cubicBezTo>
                <a:lnTo>
                  <a:pt x="37038" y="116590"/>
                </a:lnTo>
                <a:cubicBezTo>
                  <a:pt x="37187" y="116590"/>
                  <a:pt x="37387" y="116540"/>
                  <a:pt x="37536" y="116540"/>
                </a:cubicBezTo>
                <a:lnTo>
                  <a:pt x="37660" y="116540"/>
                </a:lnTo>
                <a:cubicBezTo>
                  <a:pt x="38208" y="116540"/>
                  <a:pt x="38880" y="116540"/>
                  <a:pt x="39552" y="116515"/>
                </a:cubicBezTo>
                <a:lnTo>
                  <a:pt x="39577" y="116515"/>
                </a:lnTo>
                <a:cubicBezTo>
                  <a:pt x="40822" y="116490"/>
                  <a:pt x="42166" y="116366"/>
                  <a:pt x="43410" y="116241"/>
                </a:cubicBezTo>
                <a:cubicBezTo>
                  <a:pt x="45352" y="116017"/>
                  <a:pt x="47119" y="115718"/>
                  <a:pt x="48364" y="115420"/>
                </a:cubicBezTo>
                <a:cubicBezTo>
                  <a:pt x="48986" y="115295"/>
                  <a:pt x="49583" y="115146"/>
                  <a:pt x="50106" y="115021"/>
                </a:cubicBezTo>
                <a:close/>
                <a:moveTo>
                  <a:pt x="80647" y="0"/>
                </a:moveTo>
                <a:cubicBezTo>
                  <a:pt x="79950" y="0"/>
                  <a:pt x="79278" y="25"/>
                  <a:pt x="78706" y="50"/>
                </a:cubicBezTo>
                <a:lnTo>
                  <a:pt x="78606" y="50"/>
                </a:lnTo>
                <a:cubicBezTo>
                  <a:pt x="77212" y="125"/>
                  <a:pt x="75520" y="249"/>
                  <a:pt x="73603" y="498"/>
                </a:cubicBezTo>
                <a:cubicBezTo>
                  <a:pt x="73529" y="498"/>
                  <a:pt x="73479" y="523"/>
                  <a:pt x="73404" y="523"/>
                </a:cubicBezTo>
                <a:cubicBezTo>
                  <a:pt x="72209" y="672"/>
                  <a:pt x="70691" y="971"/>
                  <a:pt x="69894" y="1145"/>
                </a:cubicBezTo>
                <a:cubicBezTo>
                  <a:pt x="69471" y="1245"/>
                  <a:pt x="69073" y="1295"/>
                  <a:pt x="68700" y="1394"/>
                </a:cubicBezTo>
                <a:lnTo>
                  <a:pt x="68675" y="1394"/>
                </a:lnTo>
                <a:cubicBezTo>
                  <a:pt x="68326" y="1494"/>
                  <a:pt x="67978" y="1544"/>
                  <a:pt x="67679" y="1643"/>
                </a:cubicBezTo>
                <a:cubicBezTo>
                  <a:pt x="65215" y="2240"/>
                  <a:pt x="63248" y="2863"/>
                  <a:pt x="62228" y="3236"/>
                </a:cubicBezTo>
                <a:cubicBezTo>
                  <a:pt x="61357" y="3535"/>
                  <a:pt x="60834" y="3734"/>
                  <a:pt x="60809" y="3734"/>
                </a:cubicBezTo>
                <a:cubicBezTo>
                  <a:pt x="60461" y="3858"/>
                  <a:pt x="60087" y="4008"/>
                  <a:pt x="59689" y="4157"/>
                </a:cubicBezTo>
                <a:lnTo>
                  <a:pt x="59639" y="4157"/>
                </a:lnTo>
                <a:cubicBezTo>
                  <a:pt x="58868" y="4456"/>
                  <a:pt x="57947" y="4829"/>
                  <a:pt x="57150" y="5153"/>
                </a:cubicBezTo>
                <a:cubicBezTo>
                  <a:pt x="54960" y="6074"/>
                  <a:pt x="53466" y="6820"/>
                  <a:pt x="49633" y="8812"/>
                </a:cubicBezTo>
                <a:cubicBezTo>
                  <a:pt x="49185" y="9011"/>
                  <a:pt x="48637" y="9334"/>
                  <a:pt x="47990" y="9708"/>
                </a:cubicBezTo>
                <a:cubicBezTo>
                  <a:pt x="47891" y="9782"/>
                  <a:pt x="47791" y="9807"/>
                  <a:pt x="47692" y="9857"/>
                </a:cubicBezTo>
                <a:cubicBezTo>
                  <a:pt x="45800" y="10977"/>
                  <a:pt x="43336" y="12471"/>
                  <a:pt x="41668" y="13665"/>
                </a:cubicBezTo>
                <a:cubicBezTo>
                  <a:pt x="41593" y="13715"/>
                  <a:pt x="41519" y="13740"/>
                  <a:pt x="41444" y="13815"/>
                </a:cubicBezTo>
                <a:cubicBezTo>
                  <a:pt x="40971" y="14113"/>
                  <a:pt x="40548" y="14437"/>
                  <a:pt x="40174" y="14711"/>
                </a:cubicBezTo>
                <a:lnTo>
                  <a:pt x="39701" y="15034"/>
                </a:lnTo>
                <a:lnTo>
                  <a:pt x="39677" y="15034"/>
                </a:lnTo>
                <a:cubicBezTo>
                  <a:pt x="38407" y="15906"/>
                  <a:pt x="37362" y="16677"/>
                  <a:pt x="36167" y="17648"/>
                </a:cubicBezTo>
                <a:cubicBezTo>
                  <a:pt x="36092" y="17698"/>
                  <a:pt x="36042" y="17723"/>
                  <a:pt x="35943" y="17797"/>
                </a:cubicBezTo>
                <a:cubicBezTo>
                  <a:pt x="34798" y="18669"/>
                  <a:pt x="33255" y="19938"/>
                  <a:pt x="32359" y="20685"/>
                </a:cubicBezTo>
                <a:lnTo>
                  <a:pt x="32334" y="20685"/>
                </a:lnTo>
                <a:cubicBezTo>
                  <a:pt x="31861" y="21083"/>
                  <a:pt x="31189" y="21680"/>
                  <a:pt x="30442" y="22327"/>
                </a:cubicBezTo>
                <a:cubicBezTo>
                  <a:pt x="29397" y="23248"/>
                  <a:pt x="28376" y="24194"/>
                  <a:pt x="27530" y="25016"/>
                </a:cubicBezTo>
                <a:cubicBezTo>
                  <a:pt x="26883" y="25638"/>
                  <a:pt x="26285" y="26186"/>
                  <a:pt x="25887" y="26634"/>
                </a:cubicBezTo>
                <a:lnTo>
                  <a:pt x="25663" y="26858"/>
                </a:lnTo>
                <a:cubicBezTo>
                  <a:pt x="25389" y="27156"/>
                  <a:pt x="25041" y="27480"/>
                  <a:pt x="24717" y="27853"/>
                </a:cubicBezTo>
                <a:cubicBezTo>
                  <a:pt x="23970" y="28625"/>
                  <a:pt x="23174" y="29397"/>
                  <a:pt x="22552" y="30118"/>
                </a:cubicBezTo>
                <a:cubicBezTo>
                  <a:pt x="22054" y="30666"/>
                  <a:pt x="21631" y="31164"/>
                  <a:pt x="21257" y="31587"/>
                </a:cubicBezTo>
                <a:cubicBezTo>
                  <a:pt x="20983" y="31886"/>
                  <a:pt x="20734" y="32159"/>
                  <a:pt x="20510" y="32408"/>
                </a:cubicBezTo>
                <a:cubicBezTo>
                  <a:pt x="20386" y="32558"/>
                  <a:pt x="20286" y="32707"/>
                  <a:pt x="20162" y="32782"/>
                </a:cubicBezTo>
                <a:cubicBezTo>
                  <a:pt x="19988" y="33006"/>
                  <a:pt x="19789" y="33205"/>
                  <a:pt x="19614" y="33404"/>
                </a:cubicBezTo>
                <a:cubicBezTo>
                  <a:pt x="19390" y="33653"/>
                  <a:pt x="19166" y="33952"/>
                  <a:pt x="18917" y="34225"/>
                </a:cubicBezTo>
                <a:cubicBezTo>
                  <a:pt x="18196" y="35072"/>
                  <a:pt x="17748" y="35644"/>
                  <a:pt x="16827" y="36839"/>
                </a:cubicBezTo>
                <a:lnTo>
                  <a:pt x="16802" y="36864"/>
                </a:lnTo>
                <a:cubicBezTo>
                  <a:pt x="16802" y="36864"/>
                  <a:pt x="16627" y="37113"/>
                  <a:pt x="16304" y="37511"/>
                </a:cubicBezTo>
                <a:cubicBezTo>
                  <a:pt x="15632" y="38432"/>
                  <a:pt x="14810" y="39477"/>
                  <a:pt x="14213" y="40349"/>
                </a:cubicBezTo>
                <a:cubicBezTo>
                  <a:pt x="14213" y="40373"/>
                  <a:pt x="14188" y="40373"/>
                  <a:pt x="14188" y="40423"/>
                </a:cubicBezTo>
                <a:cubicBezTo>
                  <a:pt x="13441" y="41469"/>
                  <a:pt x="12595" y="42688"/>
                  <a:pt x="11774" y="44032"/>
                </a:cubicBezTo>
                <a:cubicBezTo>
                  <a:pt x="10927" y="45352"/>
                  <a:pt x="10181" y="46546"/>
                  <a:pt x="9583" y="47592"/>
                </a:cubicBezTo>
                <a:cubicBezTo>
                  <a:pt x="9110" y="48339"/>
                  <a:pt x="8712" y="49135"/>
                  <a:pt x="8239" y="49956"/>
                </a:cubicBezTo>
                <a:cubicBezTo>
                  <a:pt x="7791" y="50828"/>
                  <a:pt x="7492" y="51400"/>
                  <a:pt x="7443" y="51525"/>
                </a:cubicBezTo>
                <a:cubicBezTo>
                  <a:pt x="7293" y="51798"/>
                  <a:pt x="7119" y="52122"/>
                  <a:pt x="6970" y="52446"/>
                </a:cubicBezTo>
                <a:lnTo>
                  <a:pt x="6845" y="52670"/>
                </a:lnTo>
                <a:cubicBezTo>
                  <a:pt x="6472" y="53416"/>
                  <a:pt x="6049" y="54288"/>
                  <a:pt x="5700" y="55109"/>
                </a:cubicBezTo>
                <a:cubicBezTo>
                  <a:pt x="5675" y="55159"/>
                  <a:pt x="5626" y="55258"/>
                  <a:pt x="5601" y="55358"/>
                </a:cubicBezTo>
                <a:cubicBezTo>
                  <a:pt x="5078" y="56528"/>
                  <a:pt x="3734" y="59589"/>
                  <a:pt x="2639" y="63024"/>
                </a:cubicBezTo>
                <a:lnTo>
                  <a:pt x="2639" y="63074"/>
                </a:lnTo>
                <a:cubicBezTo>
                  <a:pt x="2191" y="64443"/>
                  <a:pt x="1718" y="66235"/>
                  <a:pt x="1344" y="67853"/>
                </a:cubicBezTo>
                <a:cubicBezTo>
                  <a:pt x="1245" y="68251"/>
                  <a:pt x="1145" y="68724"/>
                  <a:pt x="1070" y="69222"/>
                </a:cubicBezTo>
                <a:cubicBezTo>
                  <a:pt x="996" y="69620"/>
                  <a:pt x="896" y="69994"/>
                  <a:pt x="846" y="70367"/>
                </a:cubicBezTo>
                <a:lnTo>
                  <a:pt x="846" y="70417"/>
                </a:lnTo>
                <a:cubicBezTo>
                  <a:pt x="772" y="70716"/>
                  <a:pt x="722" y="71064"/>
                  <a:pt x="647" y="71363"/>
                </a:cubicBezTo>
                <a:lnTo>
                  <a:pt x="647" y="71437"/>
                </a:lnTo>
                <a:cubicBezTo>
                  <a:pt x="523" y="72159"/>
                  <a:pt x="398" y="72981"/>
                  <a:pt x="324" y="73827"/>
                </a:cubicBezTo>
                <a:cubicBezTo>
                  <a:pt x="199" y="74897"/>
                  <a:pt x="100" y="75918"/>
                  <a:pt x="75" y="76889"/>
                </a:cubicBezTo>
                <a:lnTo>
                  <a:pt x="75" y="76963"/>
                </a:lnTo>
                <a:cubicBezTo>
                  <a:pt x="25" y="77585"/>
                  <a:pt x="0" y="78332"/>
                  <a:pt x="0" y="79054"/>
                </a:cubicBezTo>
                <a:lnTo>
                  <a:pt x="0" y="79776"/>
                </a:lnTo>
                <a:lnTo>
                  <a:pt x="0" y="80323"/>
                </a:lnTo>
                <a:cubicBezTo>
                  <a:pt x="0" y="80946"/>
                  <a:pt x="25" y="81668"/>
                  <a:pt x="100" y="82365"/>
                </a:cubicBezTo>
                <a:cubicBezTo>
                  <a:pt x="249" y="84505"/>
                  <a:pt x="498" y="85999"/>
                  <a:pt x="598" y="86496"/>
                </a:cubicBezTo>
                <a:lnTo>
                  <a:pt x="622" y="86745"/>
                </a:lnTo>
                <a:cubicBezTo>
                  <a:pt x="622" y="86770"/>
                  <a:pt x="622" y="86845"/>
                  <a:pt x="647" y="86870"/>
                </a:cubicBezTo>
                <a:cubicBezTo>
                  <a:pt x="772" y="87741"/>
                  <a:pt x="1070" y="88961"/>
                  <a:pt x="1319" y="89882"/>
                </a:cubicBezTo>
                <a:cubicBezTo>
                  <a:pt x="1319" y="89907"/>
                  <a:pt x="1344" y="89981"/>
                  <a:pt x="1344" y="90006"/>
                </a:cubicBezTo>
                <a:cubicBezTo>
                  <a:pt x="1369" y="90081"/>
                  <a:pt x="1369" y="90131"/>
                  <a:pt x="1394" y="90205"/>
                </a:cubicBezTo>
                <a:cubicBezTo>
                  <a:pt x="1444" y="90255"/>
                  <a:pt x="1444" y="90355"/>
                  <a:pt x="1469" y="90404"/>
                </a:cubicBezTo>
                <a:cubicBezTo>
                  <a:pt x="1618" y="90952"/>
                  <a:pt x="1817" y="91500"/>
                  <a:pt x="1991" y="92072"/>
                </a:cubicBezTo>
                <a:cubicBezTo>
                  <a:pt x="2016" y="92122"/>
                  <a:pt x="2066" y="92221"/>
                  <a:pt x="2066" y="92271"/>
                </a:cubicBezTo>
                <a:cubicBezTo>
                  <a:pt x="2066" y="92321"/>
                  <a:pt x="2066" y="92321"/>
                  <a:pt x="2091" y="92346"/>
                </a:cubicBezTo>
                <a:cubicBezTo>
                  <a:pt x="2191" y="92620"/>
                  <a:pt x="2265" y="92943"/>
                  <a:pt x="2365" y="93217"/>
                </a:cubicBezTo>
                <a:cubicBezTo>
                  <a:pt x="2439" y="93441"/>
                  <a:pt x="2514" y="93615"/>
                  <a:pt x="2589" y="93839"/>
                </a:cubicBezTo>
                <a:cubicBezTo>
                  <a:pt x="2688" y="94138"/>
                  <a:pt x="2813" y="94437"/>
                  <a:pt x="2888" y="94710"/>
                </a:cubicBezTo>
                <a:lnTo>
                  <a:pt x="2888" y="94735"/>
                </a:lnTo>
                <a:cubicBezTo>
                  <a:pt x="2962" y="94885"/>
                  <a:pt x="3087" y="95183"/>
                  <a:pt x="3236" y="95557"/>
                </a:cubicBezTo>
                <a:cubicBezTo>
                  <a:pt x="3311" y="95681"/>
                  <a:pt x="3360" y="95831"/>
                  <a:pt x="3460" y="96005"/>
                </a:cubicBezTo>
                <a:cubicBezTo>
                  <a:pt x="3560" y="96229"/>
                  <a:pt x="3684" y="96478"/>
                  <a:pt x="3809" y="96752"/>
                </a:cubicBezTo>
                <a:cubicBezTo>
                  <a:pt x="4232" y="97623"/>
                  <a:pt x="4804" y="98693"/>
                  <a:pt x="5501" y="99863"/>
                </a:cubicBezTo>
                <a:cubicBezTo>
                  <a:pt x="5725" y="100211"/>
                  <a:pt x="5874" y="100485"/>
                  <a:pt x="5999" y="100684"/>
                </a:cubicBezTo>
                <a:cubicBezTo>
                  <a:pt x="6248" y="101083"/>
                  <a:pt x="6547" y="101456"/>
                  <a:pt x="6795" y="101804"/>
                </a:cubicBezTo>
                <a:cubicBezTo>
                  <a:pt x="6970" y="102078"/>
                  <a:pt x="7194" y="102327"/>
                  <a:pt x="7368" y="102626"/>
                </a:cubicBezTo>
                <a:cubicBezTo>
                  <a:pt x="7418" y="102676"/>
                  <a:pt x="7467" y="102750"/>
                  <a:pt x="7492" y="102775"/>
                </a:cubicBezTo>
                <a:cubicBezTo>
                  <a:pt x="7841" y="103198"/>
                  <a:pt x="8189" y="103621"/>
                  <a:pt x="8463" y="103995"/>
                </a:cubicBezTo>
                <a:cubicBezTo>
                  <a:pt x="8612" y="104169"/>
                  <a:pt x="8812" y="104393"/>
                  <a:pt x="8961" y="104567"/>
                </a:cubicBezTo>
                <a:cubicBezTo>
                  <a:pt x="9085" y="104742"/>
                  <a:pt x="9235" y="104891"/>
                  <a:pt x="9334" y="105015"/>
                </a:cubicBezTo>
                <a:cubicBezTo>
                  <a:pt x="9683" y="105389"/>
                  <a:pt x="9932" y="105662"/>
                  <a:pt x="10056" y="105762"/>
                </a:cubicBezTo>
                <a:cubicBezTo>
                  <a:pt x="10106" y="105812"/>
                  <a:pt x="10181" y="105911"/>
                  <a:pt x="10280" y="105961"/>
                </a:cubicBezTo>
                <a:lnTo>
                  <a:pt x="10405" y="106086"/>
                </a:lnTo>
                <a:cubicBezTo>
                  <a:pt x="10554" y="106260"/>
                  <a:pt x="10728" y="106409"/>
                  <a:pt x="10902" y="106559"/>
                </a:cubicBezTo>
                <a:cubicBezTo>
                  <a:pt x="11226" y="106907"/>
                  <a:pt x="11599" y="107256"/>
                  <a:pt x="11973" y="107579"/>
                </a:cubicBezTo>
                <a:cubicBezTo>
                  <a:pt x="12296" y="107878"/>
                  <a:pt x="12645" y="108152"/>
                  <a:pt x="12944" y="108425"/>
                </a:cubicBezTo>
                <a:cubicBezTo>
                  <a:pt x="13018" y="108450"/>
                  <a:pt x="13043" y="108525"/>
                  <a:pt x="13093" y="108550"/>
                </a:cubicBezTo>
                <a:cubicBezTo>
                  <a:pt x="13815" y="109147"/>
                  <a:pt x="14661" y="109770"/>
                  <a:pt x="15657" y="110417"/>
                </a:cubicBezTo>
                <a:cubicBezTo>
                  <a:pt x="15756" y="110491"/>
                  <a:pt x="15806" y="110541"/>
                  <a:pt x="15906" y="110616"/>
                </a:cubicBezTo>
                <a:cubicBezTo>
                  <a:pt x="16055" y="110690"/>
                  <a:pt x="16204" y="110790"/>
                  <a:pt x="16379" y="110914"/>
                </a:cubicBezTo>
                <a:cubicBezTo>
                  <a:pt x="16428" y="110939"/>
                  <a:pt x="16453" y="110989"/>
                  <a:pt x="16503" y="111014"/>
                </a:cubicBezTo>
                <a:cubicBezTo>
                  <a:pt x="16528" y="111039"/>
                  <a:pt x="16553" y="111039"/>
                  <a:pt x="16578" y="111064"/>
                </a:cubicBezTo>
                <a:cubicBezTo>
                  <a:pt x="16901" y="111288"/>
                  <a:pt x="17250" y="111487"/>
                  <a:pt x="17548" y="111661"/>
                </a:cubicBezTo>
                <a:cubicBezTo>
                  <a:pt x="17573" y="111686"/>
                  <a:pt x="17623" y="111686"/>
                  <a:pt x="17648" y="111736"/>
                </a:cubicBezTo>
                <a:cubicBezTo>
                  <a:pt x="19789" y="112980"/>
                  <a:pt x="21481" y="113652"/>
                  <a:pt x="21855" y="113777"/>
                </a:cubicBezTo>
                <a:cubicBezTo>
                  <a:pt x="22029" y="113852"/>
                  <a:pt x="22178" y="113926"/>
                  <a:pt x="22402" y="114001"/>
                </a:cubicBezTo>
                <a:lnTo>
                  <a:pt x="22427" y="114026"/>
                </a:lnTo>
                <a:cubicBezTo>
                  <a:pt x="22651" y="114125"/>
                  <a:pt x="22875" y="114175"/>
                  <a:pt x="23049" y="114275"/>
                </a:cubicBezTo>
                <a:cubicBezTo>
                  <a:pt x="23174" y="114349"/>
                  <a:pt x="23298" y="114374"/>
                  <a:pt x="23423" y="114399"/>
                </a:cubicBezTo>
                <a:lnTo>
                  <a:pt x="24169" y="114673"/>
                </a:lnTo>
                <a:cubicBezTo>
                  <a:pt x="25787" y="115246"/>
                  <a:pt x="27455" y="115644"/>
                  <a:pt x="28650" y="115893"/>
                </a:cubicBezTo>
                <a:cubicBezTo>
                  <a:pt x="28849" y="115918"/>
                  <a:pt x="29023" y="115967"/>
                  <a:pt x="29197" y="116017"/>
                </a:cubicBezTo>
                <a:cubicBezTo>
                  <a:pt x="29695" y="116117"/>
                  <a:pt x="30069" y="116166"/>
                  <a:pt x="30243" y="116216"/>
                </a:cubicBezTo>
                <a:lnTo>
                  <a:pt x="30342" y="116216"/>
                </a:lnTo>
                <a:cubicBezTo>
                  <a:pt x="30517" y="116241"/>
                  <a:pt x="30691" y="116266"/>
                  <a:pt x="30865" y="116266"/>
                </a:cubicBezTo>
                <a:lnTo>
                  <a:pt x="30990" y="116266"/>
                </a:lnTo>
                <a:cubicBezTo>
                  <a:pt x="31711" y="116366"/>
                  <a:pt x="32483" y="116490"/>
                  <a:pt x="33130" y="116540"/>
                </a:cubicBezTo>
                <a:lnTo>
                  <a:pt x="33205" y="116540"/>
                </a:lnTo>
                <a:cubicBezTo>
                  <a:pt x="33255" y="116540"/>
                  <a:pt x="33354" y="116540"/>
                  <a:pt x="33429" y="116590"/>
                </a:cubicBezTo>
                <a:cubicBezTo>
                  <a:pt x="34176" y="116639"/>
                  <a:pt x="34997" y="116714"/>
                  <a:pt x="35918" y="116739"/>
                </a:cubicBezTo>
                <a:cubicBezTo>
                  <a:pt x="36441" y="116764"/>
                  <a:pt x="36963" y="116764"/>
                  <a:pt x="37461" y="116764"/>
                </a:cubicBezTo>
                <a:lnTo>
                  <a:pt x="38357" y="116764"/>
                </a:lnTo>
                <a:cubicBezTo>
                  <a:pt x="38706" y="116764"/>
                  <a:pt x="39079" y="116764"/>
                  <a:pt x="39477" y="116739"/>
                </a:cubicBezTo>
                <a:cubicBezTo>
                  <a:pt x="41270" y="116664"/>
                  <a:pt x="43136" y="116490"/>
                  <a:pt x="44779" y="116266"/>
                </a:cubicBezTo>
                <a:cubicBezTo>
                  <a:pt x="45252" y="116216"/>
                  <a:pt x="45750" y="116142"/>
                  <a:pt x="46273" y="116042"/>
                </a:cubicBezTo>
                <a:cubicBezTo>
                  <a:pt x="47019" y="115918"/>
                  <a:pt x="47741" y="115793"/>
                  <a:pt x="48289" y="115669"/>
                </a:cubicBezTo>
                <a:cubicBezTo>
                  <a:pt x="48538" y="115619"/>
                  <a:pt x="48762" y="115594"/>
                  <a:pt x="48986" y="115519"/>
                </a:cubicBezTo>
                <a:cubicBezTo>
                  <a:pt x="49036" y="115519"/>
                  <a:pt x="49135" y="115494"/>
                  <a:pt x="49185" y="115494"/>
                </a:cubicBezTo>
                <a:lnTo>
                  <a:pt x="49484" y="115420"/>
                </a:lnTo>
                <a:cubicBezTo>
                  <a:pt x="50305" y="115246"/>
                  <a:pt x="51351" y="114997"/>
                  <a:pt x="52371" y="114723"/>
                </a:cubicBezTo>
                <a:lnTo>
                  <a:pt x="52421" y="114723"/>
                </a:lnTo>
                <a:cubicBezTo>
                  <a:pt x="54462" y="114150"/>
                  <a:pt x="55831" y="113727"/>
                  <a:pt x="56528" y="113428"/>
                </a:cubicBezTo>
                <a:cubicBezTo>
                  <a:pt x="56876" y="113304"/>
                  <a:pt x="57200" y="113229"/>
                  <a:pt x="57374" y="113130"/>
                </a:cubicBezTo>
                <a:cubicBezTo>
                  <a:pt x="57698" y="113005"/>
                  <a:pt x="57996" y="112881"/>
                  <a:pt x="58345" y="112756"/>
                </a:cubicBezTo>
                <a:lnTo>
                  <a:pt x="58519" y="112682"/>
                </a:lnTo>
                <a:cubicBezTo>
                  <a:pt x="59316" y="112408"/>
                  <a:pt x="60212" y="112059"/>
                  <a:pt x="60983" y="111736"/>
                </a:cubicBezTo>
                <a:cubicBezTo>
                  <a:pt x="63224" y="110815"/>
                  <a:pt x="64717" y="110068"/>
                  <a:pt x="68550" y="108077"/>
                </a:cubicBezTo>
                <a:cubicBezTo>
                  <a:pt x="68824" y="107928"/>
                  <a:pt x="69197" y="107753"/>
                  <a:pt x="69571" y="107529"/>
                </a:cubicBezTo>
                <a:cubicBezTo>
                  <a:pt x="70069" y="107256"/>
                  <a:pt x="70641" y="106932"/>
                  <a:pt x="71214" y="106559"/>
                </a:cubicBezTo>
                <a:cubicBezTo>
                  <a:pt x="73006" y="105513"/>
                  <a:pt x="75022" y="104219"/>
                  <a:pt x="76491" y="103223"/>
                </a:cubicBezTo>
                <a:cubicBezTo>
                  <a:pt x="76565" y="103173"/>
                  <a:pt x="76690" y="103074"/>
                  <a:pt x="76789" y="103024"/>
                </a:cubicBezTo>
                <a:cubicBezTo>
                  <a:pt x="77188" y="102725"/>
                  <a:pt x="77561" y="102476"/>
                  <a:pt x="77934" y="102228"/>
                </a:cubicBezTo>
                <a:lnTo>
                  <a:pt x="78482" y="101854"/>
                </a:lnTo>
                <a:cubicBezTo>
                  <a:pt x="79677" y="101033"/>
                  <a:pt x="80896" y="100087"/>
                  <a:pt x="82041" y="99191"/>
                </a:cubicBezTo>
                <a:cubicBezTo>
                  <a:pt x="82091" y="99166"/>
                  <a:pt x="82141" y="99116"/>
                  <a:pt x="82216" y="99091"/>
                </a:cubicBezTo>
                <a:cubicBezTo>
                  <a:pt x="83336" y="98245"/>
                  <a:pt x="84754" y="97050"/>
                  <a:pt x="85725" y="96229"/>
                </a:cubicBezTo>
                <a:cubicBezTo>
                  <a:pt x="85750" y="96229"/>
                  <a:pt x="85750" y="96204"/>
                  <a:pt x="85775" y="96204"/>
                </a:cubicBezTo>
                <a:lnTo>
                  <a:pt x="85825" y="96179"/>
                </a:lnTo>
                <a:cubicBezTo>
                  <a:pt x="86347" y="95731"/>
                  <a:pt x="87020" y="95134"/>
                  <a:pt x="87741" y="94486"/>
                </a:cubicBezTo>
                <a:lnTo>
                  <a:pt x="87766" y="94462"/>
                </a:lnTo>
                <a:cubicBezTo>
                  <a:pt x="87866" y="94362"/>
                  <a:pt x="87965" y="94262"/>
                  <a:pt x="88090" y="94188"/>
                </a:cubicBezTo>
                <a:cubicBezTo>
                  <a:pt x="88712" y="93615"/>
                  <a:pt x="89309" y="93068"/>
                  <a:pt x="89882" y="92520"/>
                </a:cubicBezTo>
                <a:cubicBezTo>
                  <a:pt x="90006" y="92396"/>
                  <a:pt x="90131" y="92321"/>
                  <a:pt x="90255" y="92196"/>
                </a:cubicBezTo>
                <a:cubicBezTo>
                  <a:pt x="91201" y="91276"/>
                  <a:pt x="92048" y="90479"/>
                  <a:pt x="92545" y="89981"/>
                </a:cubicBezTo>
                <a:cubicBezTo>
                  <a:pt x="92744" y="89732"/>
                  <a:pt x="92993" y="89483"/>
                  <a:pt x="93242" y="89234"/>
                </a:cubicBezTo>
                <a:lnTo>
                  <a:pt x="93466" y="89010"/>
                </a:lnTo>
                <a:cubicBezTo>
                  <a:pt x="94213" y="88239"/>
                  <a:pt x="94985" y="87467"/>
                  <a:pt x="95607" y="86770"/>
                </a:cubicBezTo>
                <a:cubicBezTo>
                  <a:pt x="96080" y="86248"/>
                  <a:pt x="96478" y="85775"/>
                  <a:pt x="96851" y="85376"/>
                </a:cubicBezTo>
                <a:cubicBezTo>
                  <a:pt x="97175" y="85028"/>
                  <a:pt x="97424" y="84754"/>
                  <a:pt x="97673" y="84480"/>
                </a:cubicBezTo>
                <a:cubicBezTo>
                  <a:pt x="97797" y="84306"/>
                  <a:pt x="97922" y="84182"/>
                  <a:pt x="98021" y="84057"/>
                </a:cubicBezTo>
                <a:cubicBezTo>
                  <a:pt x="98196" y="83858"/>
                  <a:pt x="98395" y="83659"/>
                  <a:pt x="98544" y="83485"/>
                </a:cubicBezTo>
                <a:cubicBezTo>
                  <a:pt x="98818" y="83161"/>
                  <a:pt x="99092" y="82813"/>
                  <a:pt x="99390" y="82489"/>
                </a:cubicBezTo>
                <a:cubicBezTo>
                  <a:pt x="100013" y="81742"/>
                  <a:pt x="100436" y="81170"/>
                  <a:pt x="101207" y="80174"/>
                </a:cubicBezTo>
                <a:cubicBezTo>
                  <a:pt x="101257" y="80149"/>
                  <a:pt x="101282" y="80075"/>
                  <a:pt x="101307" y="80050"/>
                </a:cubicBezTo>
                <a:lnTo>
                  <a:pt x="101332" y="80025"/>
                </a:lnTo>
                <a:cubicBezTo>
                  <a:pt x="102203" y="78905"/>
                  <a:pt x="103199" y="77585"/>
                  <a:pt x="103896" y="76590"/>
                </a:cubicBezTo>
                <a:cubicBezTo>
                  <a:pt x="103945" y="76515"/>
                  <a:pt x="104045" y="76391"/>
                  <a:pt x="104120" y="76291"/>
                </a:cubicBezTo>
                <a:cubicBezTo>
                  <a:pt x="105663" y="74076"/>
                  <a:pt x="107107" y="71836"/>
                  <a:pt x="108401" y="69595"/>
                </a:cubicBezTo>
                <a:cubicBezTo>
                  <a:pt x="108401" y="69571"/>
                  <a:pt x="108426" y="69546"/>
                  <a:pt x="108476" y="69546"/>
                </a:cubicBezTo>
                <a:cubicBezTo>
                  <a:pt x="108525" y="69421"/>
                  <a:pt x="108675" y="69197"/>
                  <a:pt x="108849" y="68923"/>
                </a:cubicBezTo>
                <a:cubicBezTo>
                  <a:pt x="108899" y="68799"/>
                  <a:pt x="108998" y="68625"/>
                  <a:pt x="109098" y="68475"/>
                </a:cubicBezTo>
                <a:cubicBezTo>
                  <a:pt x="109347" y="68077"/>
                  <a:pt x="109621" y="67554"/>
                  <a:pt x="109919" y="66982"/>
                </a:cubicBezTo>
                <a:cubicBezTo>
                  <a:pt x="110118" y="66609"/>
                  <a:pt x="110342" y="66235"/>
                  <a:pt x="110542" y="65837"/>
                </a:cubicBezTo>
                <a:cubicBezTo>
                  <a:pt x="110766" y="65439"/>
                  <a:pt x="110990" y="65016"/>
                  <a:pt x="111164" y="64592"/>
                </a:cubicBezTo>
                <a:cubicBezTo>
                  <a:pt x="111288" y="64368"/>
                  <a:pt x="111388" y="64119"/>
                  <a:pt x="111512" y="63871"/>
                </a:cubicBezTo>
                <a:cubicBezTo>
                  <a:pt x="111836" y="63223"/>
                  <a:pt x="112135" y="62526"/>
                  <a:pt x="112458" y="61879"/>
                </a:cubicBezTo>
                <a:lnTo>
                  <a:pt x="112458" y="61854"/>
                </a:lnTo>
                <a:cubicBezTo>
                  <a:pt x="112458" y="61829"/>
                  <a:pt x="112483" y="61829"/>
                  <a:pt x="112483" y="61780"/>
                </a:cubicBezTo>
                <a:cubicBezTo>
                  <a:pt x="112632" y="61481"/>
                  <a:pt x="112757" y="61157"/>
                  <a:pt x="112881" y="60859"/>
                </a:cubicBezTo>
                <a:cubicBezTo>
                  <a:pt x="113504" y="59415"/>
                  <a:pt x="114076" y="58046"/>
                  <a:pt x="114524" y="56752"/>
                </a:cubicBezTo>
                <a:cubicBezTo>
                  <a:pt x="114574" y="56627"/>
                  <a:pt x="114599" y="56528"/>
                  <a:pt x="114649" y="56428"/>
                </a:cubicBezTo>
                <a:lnTo>
                  <a:pt x="115221" y="54860"/>
                </a:lnTo>
                <a:cubicBezTo>
                  <a:pt x="115246" y="54785"/>
                  <a:pt x="115271" y="54686"/>
                  <a:pt x="115271" y="54636"/>
                </a:cubicBezTo>
                <a:cubicBezTo>
                  <a:pt x="115470" y="54138"/>
                  <a:pt x="115619" y="53541"/>
                  <a:pt x="115819" y="52993"/>
                </a:cubicBezTo>
                <a:cubicBezTo>
                  <a:pt x="116117" y="51948"/>
                  <a:pt x="116391" y="50952"/>
                  <a:pt x="116615" y="50056"/>
                </a:cubicBezTo>
                <a:cubicBezTo>
                  <a:pt x="116839" y="49185"/>
                  <a:pt x="117063" y="48189"/>
                  <a:pt x="117212" y="47393"/>
                </a:cubicBezTo>
                <a:lnTo>
                  <a:pt x="117312" y="46920"/>
                </a:lnTo>
                <a:lnTo>
                  <a:pt x="117312" y="46895"/>
                </a:lnTo>
                <a:cubicBezTo>
                  <a:pt x="117586" y="45401"/>
                  <a:pt x="117735" y="44207"/>
                  <a:pt x="117835" y="43360"/>
                </a:cubicBezTo>
                <a:cubicBezTo>
                  <a:pt x="117860" y="43037"/>
                  <a:pt x="117934" y="42663"/>
                  <a:pt x="117959" y="42315"/>
                </a:cubicBezTo>
                <a:cubicBezTo>
                  <a:pt x="117959" y="42215"/>
                  <a:pt x="117984" y="42116"/>
                  <a:pt x="117984" y="42066"/>
                </a:cubicBezTo>
                <a:cubicBezTo>
                  <a:pt x="118084" y="41120"/>
                  <a:pt x="118183" y="39950"/>
                  <a:pt x="118183" y="38980"/>
                </a:cubicBezTo>
                <a:lnTo>
                  <a:pt x="118183" y="38731"/>
                </a:lnTo>
                <a:cubicBezTo>
                  <a:pt x="118308" y="37113"/>
                  <a:pt x="118283" y="36167"/>
                  <a:pt x="118283" y="36117"/>
                </a:cubicBezTo>
                <a:cubicBezTo>
                  <a:pt x="118233" y="35818"/>
                  <a:pt x="118233" y="35445"/>
                  <a:pt x="118208" y="35072"/>
                </a:cubicBezTo>
                <a:cubicBezTo>
                  <a:pt x="118183" y="34474"/>
                  <a:pt x="118158" y="33927"/>
                  <a:pt x="118109" y="33429"/>
                </a:cubicBezTo>
                <a:cubicBezTo>
                  <a:pt x="118084" y="33105"/>
                  <a:pt x="117984" y="31836"/>
                  <a:pt x="117660" y="29994"/>
                </a:cubicBezTo>
                <a:cubicBezTo>
                  <a:pt x="117586" y="29571"/>
                  <a:pt x="117486" y="29098"/>
                  <a:pt x="117362" y="28600"/>
                </a:cubicBezTo>
                <a:cubicBezTo>
                  <a:pt x="117287" y="28127"/>
                  <a:pt x="117163" y="27654"/>
                  <a:pt x="117038" y="27156"/>
                </a:cubicBezTo>
                <a:lnTo>
                  <a:pt x="116964" y="26957"/>
                </a:lnTo>
                <a:cubicBezTo>
                  <a:pt x="116715" y="26111"/>
                  <a:pt x="116441" y="25115"/>
                  <a:pt x="116043" y="23921"/>
                </a:cubicBezTo>
                <a:cubicBezTo>
                  <a:pt x="115918" y="23597"/>
                  <a:pt x="115819" y="23273"/>
                  <a:pt x="115694" y="23000"/>
                </a:cubicBezTo>
                <a:cubicBezTo>
                  <a:pt x="115445" y="22352"/>
                  <a:pt x="114798" y="20660"/>
                  <a:pt x="114126" y="19440"/>
                </a:cubicBezTo>
                <a:cubicBezTo>
                  <a:pt x="112732" y="16677"/>
                  <a:pt x="111214" y="14661"/>
                  <a:pt x="111189" y="14661"/>
                </a:cubicBezTo>
                <a:cubicBezTo>
                  <a:pt x="110318" y="13441"/>
                  <a:pt x="109073" y="12048"/>
                  <a:pt x="108227" y="11127"/>
                </a:cubicBezTo>
                <a:cubicBezTo>
                  <a:pt x="108127" y="11052"/>
                  <a:pt x="108077" y="10952"/>
                  <a:pt x="107978" y="10853"/>
                </a:cubicBezTo>
                <a:cubicBezTo>
                  <a:pt x="107953" y="10828"/>
                  <a:pt x="107878" y="10803"/>
                  <a:pt x="107853" y="10728"/>
                </a:cubicBezTo>
                <a:cubicBezTo>
                  <a:pt x="107480" y="10330"/>
                  <a:pt x="107007" y="9932"/>
                  <a:pt x="106609" y="9558"/>
                </a:cubicBezTo>
                <a:cubicBezTo>
                  <a:pt x="106410" y="9409"/>
                  <a:pt x="106260" y="9235"/>
                  <a:pt x="106111" y="9110"/>
                </a:cubicBezTo>
                <a:cubicBezTo>
                  <a:pt x="105763" y="8812"/>
                  <a:pt x="105414" y="8563"/>
                  <a:pt x="105115" y="8289"/>
                </a:cubicBezTo>
                <a:cubicBezTo>
                  <a:pt x="105016" y="8214"/>
                  <a:pt x="104916" y="8115"/>
                  <a:pt x="104842" y="8065"/>
                </a:cubicBezTo>
                <a:cubicBezTo>
                  <a:pt x="104269" y="7617"/>
                  <a:pt x="103746" y="7219"/>
                  <a:pt x="103249" y="6870"/>
                </a:cubicBezTo>
                <a:cubicBezTo>
                  <a:pt x="103000" y="6696"/>
                  <a:pt x="102751" y="6522"/>
                  <a:pt x="102502" y="6347"/>
                </a:cubicBezTo>
                <a:cubicBezTo>
                  <a:pt x="102477" y="6347"/>
                  <a:pt x="102477" y="6323"/>
                  <a:pt x="102427" y="6323"/>
                </a:cubicBezTo>
                <a:cubicBezTo>
                  <a:pt x="101481" y="5700"/>
                  <a:pt x="100635" y="5178"/>
                  <a:pt x="99938" y="4779"/>
                </a:cubicBezTo>
                <a:cubicBezTo>
                  <a:pt x="99764" y="4705"/>
                  <a:pt x="99614" y="4605"/>
                  <a:pt x="99415" y="4506"/>
                </a:cubicBezTo>
                <a:cubicBezTo>
                  <a:pt x="99291" y="4456"/>
                  <a:pt x="99191" y="4381"/>
                  <a:pt x="99067" y="4331"/>
                </a:cubicBezTo>
                <a:cubicBezTo>
                  <a:pt x="98818" y="4207"/>
                  <a:pt x="98569" y="4082"/>
                  <a:pt x="98295" y="3958"/>
                </a:cubicBezTo>
                <a:cubicBezTo>
                  <a:pt x="98171" y="3883"/>
                  <a:pt x="98046" y="3833"/>
                  <a:pt x="97897" y="3759"/>
                </a:cubicBezTo>
                <a:cubicBezTo>
                  <a:pt x="97648" y="3634"/>
                  <a:pt x="97399" y="3535"/>
                  <a:pt x="97150" y="3410"/>
                </a:cubicBezTo>
                <a:cubicBezTo>
                  <a:pt x="97001" y="3361"/>
                  <a:pt x="96876" y="3286"/>
                  <a:pt x="96702" y="3236"/>
                </a:cubicBezTo>
                <a:cubicBezTo>
                  <a:pt x="96528" y="3137"/>
                  <a:pt x="96329" y="3087"/>
                  <a:pt x="96155" y="2987"/>
                </a:cubicBezTo>
                <a:cubicBezTo>
                  <a:pt x="95756" y="2838"/>
                  <a:pt x="95383" y="2664"/>
                  <a:pt x="95034" y="2539"/>
                </a:cubicBezTo>
                <a:cubicBezTo>
                  <a:pt x="95010" y="2539"/>
                  <a:pt x="95010" y="2514"/>
                  <a:pt x="94960" y="2514"/>
                </a:cubicBezTo>
                <a:cubicBezTo>
                  <a:pt x="94835" y="2464"/>
                  <a:pt x="94711" y="2415"/>
                  <a:pt x="94586" y="2365"/>
                </a:cubicBezTo>
                <a:cubicBezTo>
                  <a:pt x="94188" y="2216"/>
                  <a:pt x="93790" y="2091"/>
                  <a:pt x="93417" y="1967"/>
                </a:cubicBezTo>
                <a:cubicBezTo>
                  <a:pt x="92944" y="1792"/>
                  <a:pt x="92471" y="1668"/>
                  <a:pt x="92048" y="1519"/>
                </a:cubicBezTo>
                <a:cubicBezTo>
                  <a:pt x="92023" y="1519"/>
                  <a:pt x="91973" y="1494"/>
                  <a:pt x="91948" y="1494"/>
                </a:cubicBezTo>
                <a:cubicBezTo>
                  <a:pt x="91052" y="1220"/>
                  <a:pt x="89932" y="996"/>
                  <a:pt x="88861" y="772"/>
                </a:cubicBezTo>
                <a:cubicBezTo>
                  <a:pt x="88737" y="747"/>
                  <a:pt x="88662" y="747"/>
                  <a:pt x="88538" y="722"/>
                </a:cubicBezTo>
                <a:lnTo>
                  <a:pt x="88463" y="722"/>
                </a:lnTo>
                <a:cubicBezTo>
                  <a:pt x="88413" y="722"/>
                  <a:pt x="88364" y="672"/>
                  <a:pt x="88314" y="672"/>
                </a:cubicBezTo>
                <a:cubicBezTo>
                  <a:pt x="88189" y="647"/>
                  <a:pt x="88090" y="647"/>
                  <a:pt x="87965" y="623"/>
                </a:cubicBezTo>
                <a:cubicBezTo>
                  <a:pt x="87368" y="523"/>
                  <a:pt x="86696" y="423"/>
                  <a:pt x="85999" y="349"/>
                </a:cubicBezTo>
                <a:cubicBezTo>
                  <a:pt x="85850" y="299"/>
                  <a:pt x="85700" y="299"/>
                  <a:pt x="85576" y="274"/>
                </a:cubicBezTo>
                <a:lnTo>
                  <a:pt x="85551" y="274"/>
                </a:lnTo>
                <a:lnTo>
                  <a:pt x="84954" y="224"/>
                </a:lnTo>
                <a:cubicBezTo>
                  <a:pt x="83734" y="50"/>
                  <a:pt x="82141" y="0"/>
                  <a:pt x="8064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139" name="Google Shape;1139;p59"/>
          <p:cNvCxnSpPr/>
          <p:nvPr/>
        </p:nvCxnSpPr>
        <p:spPr>
          <a:xfrm flipH="1">
            <a:off x="4564500" y="1392938"/>
            <a:ext cx="15000" cy="3408900"/>
          </a:xfrm>
          <a:prstGeom prst="straightConnector1">
            <a:avLst/>
          </a:prstGeom>
          <a:noFill/>
          <a:ln cap="flat" cmpd="sng" w="76200">
            <a:solidFill>
              <a:schemeClr val="lt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140" name="Google Shape;1140;p59"/>
          <p:cNvSpPr txBox="1"/>
          <p:nvPr/>
        </p:nvSpPr>
        <p:spPr>
          <a:xfrm>
            <a:off x="5077275" y="2588900"/>
            <a:ext cx="3586200" cy="1017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050">
                <a:highlight>
                  <a:srgbClr val="FFFFFF"/>
                </a:highlight>
                <a:latin typeface="Courier New"/>
                <a:ea typeface="Courier New"/>
                <a:cs typeface="Courier New"/>
                <a:sym typeface="Courier New"/>
              </a:rPr>
              <a:t>Ukraine-Russia invasion defense industries before: 6.48526262642843%</a:t>
            </a:r>
            <a:endParaRPr b="1" sz="1050">
              <a:highlight>
                <a:srgbClr val="FFFFFF"/>
              </a:highlight>
              <a:latin typeface="Courier New"/>
              <a:ea typeface="Courier New"/>
              <a:cs typeface="Courier New"/>
              <a:sym typeface="Courier New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 sz="1050">
              <a:highlight>
                <a:srgbClr val="FFFFFF"/>
              </a:highlight>
              <a:latin typeface="Courier New"/>
              <a:ea typeface="Courier New"/>
              <a:cs typeface="Courier New"/>
              <a:sym typeface="Courier New"/>
            </a:endParaRPr>
          </a:p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050">
                <a:highlight>
                  <a:srgbClr val="FFFFFF"/>
                </a:highlight>
                <a:latin typeface="Courier New"/>
                <a:ea typeface="Courier New"/>
                <a:cs typeface="Courier New"/>
                <a:sym typeface="Courier New"/>
              </a:rPr>
              <a:t>Ukraine-Russia invasion defense industries after: 11.574138052019581%</a:t>
            </a:r>
            <a:endParaRPr b="1" sz="1050">
              <a:highlight>
                <a:srgbClr val="FFFFFF"/>
              </a:highlight>
              <a:latin typeface="Courier New"/>
              <a:ea typeface="Courier New"/>
              <a:cs typeface="Courier New"/>
              <a:sym typeface="Courier New"/>
            </a:endParaRPr>
          </a:p>
        </p:txBody>
      </p:sp>
      <p:sp>
        <p:nvSpPr>
          <p:cNvPr id="1141" name="Google Shape;1141;p59"/>
          <p:cNvSpPr txBox="1"/>
          <p:nvPr/>
        </p:nvSpPr>
        <p:spPr>
          <a:xfrm>
            <a:off x="570175" y="2586775"/>
            <a:ext cx="3586200" cy="1089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050">
                <a:highlight>
                  <a:srgbClr val="FFFFFF"/>
                </a:highlight>
                <a:latin typeface="Courier New"/>
                <a:ea typeface="Courier New"/>
                <a:cs typeface="Courier New"/>
                <a:sym typeface="Courier New"/>
              </a:rPr>
              <a:t>Ukraine-Russia invasion S&amp;P 500 industries before: -10.586378889607785%</a:t>
            </a:r>
            <a:endParaRPr b="1" sz="1050">
              <a:highlight>
                <a:srgbClr val="FFFFFF"/>
              </a:highlight>
              <a:latin typeface="Courier New"/>
              <a:ea typeface="Courier New"/>
              <a:cs typeface="Courier New"/>
              <a:sym typeface="Courier New"/>
            </a:endParaRPr>
          </a:p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 sz="1050">
              <a:highlight>
                <a:srgbClr val="FFFFFF"/>
              </a:highlight>
              <a:latin typeface="Courier New"/>
              <a:ea typeface="Courier New"/>
              <a:cs typeface="Courier New"/>
              <a:sym typeface="Courier New"/>
            </a:endParaRPr>
          </a:p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050">
                <a:highlight>
                  <a:srgbClr val="FFFFFF"/>
                </a:highlight>
                <a:latin typeface="Courier New"/>
                <a:ea typeface="Courier New"/>
                <a:cs typeface="Courier New"/>
                <a:sym typeface="Courier New"/>
              </a:rPr>
              <a:t>Ukraine-Russia invasion S&amp;P 500 industries after: 0.17301097155520195%</a:t>
            </a:r>
            <a:endParaRPr b="1" sz="1050">
              <a:highlight>
                <a:srgbClr val="FFFFFF"/>
              </a:highlight>
              <a:latin typeface="Courier New"/>
              <a:ea typeface="Courier New"/>
              <a:cs typeface="Courier New"/>
              <a:sym typeface="Courier New"/>
            </a:endParaRPr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145" name="Shape 11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6" name="Google Shape;1146;p60"/>
          <p:cNvSpPr txBox="1"/>
          <p:nvPr>
            <p:ph type="title"/>
          </p:nvPr>
        </p:nvSpPr>
        <p:spPr>
          <a:xfrm>
            <a:off x="2526900" y="2067600"/>
            <a:ext cx="4090200" cy="1008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Thanks</a:t>
            </a:r>
            <a:r>
              <a:rPr lang="en">
                <a:solidFill>
                  <a:schemeClr val="lt2"/>
                </a:solidFill>
              </a:rPr>
              <a:t>!</a:t>
            </a:r>
            <a:endParaRPr>
              <a:solidFill>
                <a:schemeClr val="lt2"/>
              </a:solidFill>
            </a:endParaRPr>
          </a:p>
        </p:txBody>
      </p:sp>
      <p:sp>
        <p:nvSpPr>
          <p:cNvPr id="1147" name="Google Shape;1147;p60"/>
          <p:cNvSpPr/>
          <p:nvPr/>
        </p:nvSpPr>
        <p:spPr>
          <a:xfrm>
            <a:off x="2561750" y="3557750"/>
            <a:ext cx="4175400" cy="6654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Inter"/>
              <a:ea typeface="Inter"/>
              <a:cs typeface="Inter"/>
              <a:sym typeface="Inter"/>
            </a:endParaRP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 name="Digital Marketing and Stocks by Slidesgo">
  <a:themeElements>
    <a:clrScheme name="Simple Light">
      <a:dk1>
        <a:srgbClr val="384FB8"/>
      </a:dk1>
      <a:lt1>
        <a:srgbClr val="FFFFFF"/>
      </a:lt1>
      <a:dk2>
        <a:srgbClr val="303030"/>
      </a:dk2>
      <a:lt2>
        <a:srgbClr val="E86914"/>
      </a:lt2>
      <a:accent1>
        <a:srgbClr val="9E9E9E"/>
      </a:accent1>
      <a:accent2>
        <a:srgbClr val="FFFFFF"/>
      </a:accent2>
      <a:accent3>
        <a:srgbClr val="FFFFFF"/>
      </a:accent3>
      <a:accent4>
        <a:srgbClr val="FFFFFF"/>
      </a:accent4>
      <a:accent5>
        <a:srgbClr val="FFFFFF"/>
      </a:accent5>
      <a:accent6>
        <a:srgbClr val="FFFFFF"/>
      </a:accent6>
      <a:hlink>
        <a:srgbClr val="303030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